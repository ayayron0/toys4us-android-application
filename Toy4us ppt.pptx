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1" r:id="rId1"/>
  </p:sldMasterIdLst>
  <p:notesMasterIdLst>
    <p:notesMasterId r:id="rId12"/>
  </p:notesMasterIdLst>
  <p:sldIdLst>
    <p:sldId id="256" r:id="rId2"/>
    <p:sldId id="259" r:id="rId3"/>
    <p:sldId id="261" r:id="rId4"/>
    <p:sldId id="264" r:id="rId5"/>
    <p:sldId id="297" r:id="rId6"/>
    <p:sldId id="265" r:id="rId7"/>
    <p:sldId id="260" r:id="rId8"/>
    <p:sldId id="266" r:id="rId9"/>
    <p:sldId id="267" r:id="rId10"/>
    <p:sldId id="274" r:id="rId11"/>
  </p:sldIdLst>
  <p:sldSz cx="9144000" cy="5143500" type="screen16x9"/>
  <p:notesSz cx="6858000" cy="9144000"/>
  <p:embeddedFontLst>
    <p:embeddedFont>
      <p:font typeface="Alef" panose="00000500000000000000" pitchFamily="2" charset="-79"/>
      <p:regular r:id="rId13"/>
      <p:bold r:id="rId14"/>
    </p:embeddedFont>
    <p:embeddedFont>
      <p:font typeface="BioRhyme" panose="020B0604020202020204" charset="0"/>
      <p:regular r:id="rId15"/>
      <p:bold r:id="rId16"/>
    </p:embeddedFont>
    <p:embeddedFont>
      <p:font typeface="Nunito Light" pitchFamily="2" charset="0"/>
      <p:regular r:id="rId17"/>
      <p:italic r:id="rId18"/>
    </p:embeddedFont>
    <p:embeddedFont>
      <p:font typeface="Titillium Web" panose="000005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  <p15:guide id="3" orient="horz" pos="584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CF71C80-E1C5-44D9-87BD-9B9BC792E57F}">
  <a:tblStyle styleId="{ECF71C80-E1C5-44D9-87BD-9B9BC792E57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7" d="100"/>
          <a:sy n="107" d="100"/>
        </p:scale>
        <p:origin x="100" y="108"/>
      </p:cViewPr>
      <p:guideLst>
        <p:guide orient="horz" pos="1620"/>
        <p:guide pos="2880"/>
        <p:guide orient="horz" pos="5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3" name="Google Shape;5873;g10d1d5e8f94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4" name="Google Shape;5874;g10d1d5e8f94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4" name="Google Shape;6434;g113ebf097b1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5" name="Google Shape;6435;g113ebf097b1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9" name="Google Shape;6639;g113ebf097b1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40" name="Google Shape;6640;g113ebf097b1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2" name="Google Shape;7182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83" name="Google Shape;7183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33">
          <a:extLst>
            <a:ext uri="{FF2B5EF4-FFF2-40B4-BE49-F238E27FC236}">
              <a16:creationId xmlns:a16="http://schemas.microsoft.com/office/drawing/2014/main" id="{C111D9D2-F7F5-A88D-AF3B-AB248EAF9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4" name="Google Shape;6434;g113ebf097b1_0_15:notes">
            <a:extLst>
              <a:ext uri="{FF2B5EF4-FFF2-40B4-BE49-F238E27FC236}">
                <a16:creationId xmlns:a16="http://schemas.microsoft.com/office/drawing/2014/main" id="{23BD7AB1-2B8B-3257-9833-AFA979C93B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5" name="Google Shape;6435;g113ebf097b1_0_15:notes">
            <a:extLst>
              <a:ext uri="{FF2B5EF4-FFF2-40B4-BE49-F238E27FC236}">
                <a16:creationId xmlns:a16="http://schemas.microsoft.com/office/drawing/2014/main" id="{AB6EF677-A945-A41C-7566-AC73D4535E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37391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9" name="Google Shape;7369;g113ebf097b1_0_3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0" name="Google Shape;7370;g113ebf097b1_0_3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2" name="Google Shape;6522;g113ebf097b1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3" name="Google Shape;6523;g113ebf097b1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8" name="Google Shape;7498;g54dda1946d_6_3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99" name="Google Shape;7499;g54dda1946d_6_3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8" name="Google Shape;7568;g113ebf097b1_0_4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69" name="Google Shape;7569;g113ebf097b1_0_4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4" name="Google Shape;8734;g113ebf097b1_0_7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35" name="Google Shape;8735;g113ebf097b1_0_7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162878" y="103243"/>
            <a:ext cx="8818245" cy="4937014"/>
            <a:chOff x="238125" y="857725"/>
            <a:chExt cx="7143750" cy="3999525"/>
          </a:xfrm>
        </p:grpSpPr>
        <p:sp>
          <p:nvSpPr>
            <p:cNvPr id="10" name="Google Shape;10;p2"/>
            <p:cNvSpPr/>
            <p:nvPr/>
          </p:nvSpPr>
          <p:spPr>
            <a:xfrm>
              <a:off x="3447000" y="857725"/>
              <a:ext cx="309925" cy="605300"/>
            </a:xfrm>
            <a:custGeom>
              <a:avLst/>
              <a:gdLst/>
              <a:ahLst/>
              <a:cxnLst/>
              <a:rect l="l" t="t" r="r" b="b"/>
              <a:pathLst>
                <a:path w="12397" h="24212" extrusionOk="0">
                  <a:moveTo>
                    <a:pt x="7955" y="463"/>
                  </a:moveTo>
                  <a:lnTo>
                    <a:pt x="8496" y="502"/>
                  </a:lnTo>
                  <a:lnTo>
                    <a:pt x="9037" y="618"/>
                  </a:lnTo>
                  <a:lnTo>
                    <a:pt x="9500" y="811"/>
                  </a:lnTo>
                  <a:lnTo>
                    <a:pt x="9925" y="1043"/>
                  </a:lnTo>
                  <a:lnTo>
                    <a:pt x="10311" y="1352"/>
                  </a:lnTo>
                  <a:lnTo>
                    <a:pt x="10659" y="1699"/>
                  </a:lnTo>
                  <a:lnTo>
                    <a:pt x="10967" y="2085"/>
                  </a:lnTo>
                  <a:lnTo>
                    <a:pt x="11238" y="2510"/>
                  </a:lnTo>
                  <a:lnTo>
                    <a:pt x="11469" y="2973"/>
                  </a:lnTo>
                  <a:lnTo>
                    <a:pt x="11663" y="3437"/>
                  </a:lnTo>
                  <a:lnTo>
                    <a:pt x="11778" y="3939"/>
                  </a:lnTo>
                  <a:lnTo>
                    <a:pt x="11856" y="4441"/>
                  </a:lnTo>
                  <a:lnTo>
                    <a:pt x="11894" y="4981"/>
                  </a:lnTo>
                  <a:lnTo>
                    <a:pt x="11894" y="5483"/>
                  </a:lnTo>
                  <a:lnTo>
                    <a:pt x="11817" y="5985"/>
                  </a:lnTo>
                  <a:lnTo>
                    <a:pt x="11701" y="6487"/>
                  </a:lnTo>
                  <a:lnTo>
                    <a:pt x="11547" y="6989"/>
                  </a:lnTo>
                  <a:lnTo>
                    <a:pt x="11315" y="7453"/>
                  </a:lnTo>
                  <a:lnTo>
                    <a:pt x="11083" y="7916"/>
                  </a:lnTo>
                  <a:lnTo>
                    <a:pt x="10813" y="8341"/>
                  </a:lnTo>
                  <a:lnTo>
                    <a:pt x="10504" y="8766"/>
                  </a:lnTo>
                  <a:lnTo>
                    <a:pt x="10195" y="9152"/>
                  </a:lnTo>
                  <a:lnTo>
                    <a:pt x="9848" y="9499"/>
                  </a:lnTo>
                  <a:lnTo>
                    <a:pt x="9461" y="9847"/>
                  </a:lnTo>
                  <a:lnTo>
                    <a:pt x="9037" y="10156"/>
                  </a:lnTo>
                  <a:lnTo>
                    <a:pt x="8651" y="10465"/>
                  </a:lnTo>
                  <a:lnTo>
                    <a:pt x="8187" y="10735"/>
                  </a:lnTo>
                  <a:lnTo>
                    <a:pt x="7762" y="11005"/>
                  </a:lnTo>
                  <a:lnTo>
                    <a:pt x="6836" y="11469"/>
                  </a:lnTo>
                  <a:lnTo>
                    <a:pt x="5870" y="11855"/>
                  </a:lnTo>
                  <a:lnTo>
                    <a:pt x="5677" y="11855"/>
                  </a:lnTo>
                  <a:lnTo>
                    <a:pt x="5639" y="11932"/>
                  </a:lnTo>
                  <a:lnTo>
                    <a:pt x="5600" y="11932"/>
                  </a:lnTo>
                  <a:lnTo>
                    <a:pt x="4982" y="11276"/>
                  </a:lnTo>
                  <a:lnTo>
                    <a:pt x="4442" y="10542"/>
                  </a:lnTo>
                  <a:lnTo>
                    <a:pt x="3978" y="9808"/>
                  </a:lnTo>
                  <a:lnTo>
                    <a:pt x="3746" y="9383"/>
                  </a:lnTo>
                  <a:lnTo>
                    <a:pt x="3592" y="8997"/>
                  </a:lnTo>
                  <a:lnTo>
                    <a:pt x="3438" y="8611"/>
                  </a:lnTo>
                  <a:lnTo>
                    <a:pt x="3283" y="8186"/>
                  </a:lnTo>
                  <a:lnTo>
                    <a:pt x="3167" y="7762"/>
                  </a:lnTo>
                  <a:lnTo>
                    <a:pt x="3090" y="7298"/>
                  </a:lnTo>
                  <a:lnTo>
                    <a:pt x="3051" y="6873"/>
                  </a:lnTo>
                  <a:lnTo>
                    <a:pt x="3013" y="6410"/>
                  </a:lnTo>
                  <a:lnTo>
                    <a:pt x="3051" y="5947"/>
                  </a:lnTo>
                  <a:lnTo>
                    <a:pt x="3090" y="5483"/>
                  </a:lnTo>
                  <a:lnTo>
                    <a:pt x="3167" y="5020"/>
                  </a:lnTo>
                  <a:lnTo>
                    <a:pt x="3244" y="4557"/>
                  </a:lnTo>
                  <a:lnTo>
                    <a:pt x="3399" y="4093"/>
                  </a:lnTo>
                  <a:lnTo>
                    <a:pt x="3592" y="3668"/>
                  </a:lnTo>
                  <a:lnTo>
                    <a:pt x="3785" y="3205"/>
                  </a:lnTo>
                  <a:lnTo>
                    <a:pt x="4055" y="2819"/>
                  </a:lnTo>
                  <a:lnTo>
                    <a:pt x="4326" y="2394"/>
                  </a:lnTo>
                  <a:lnTo>
                    <a:pt x="4635" y="2047"/>
                  </a:lnTo>
                  <a:lnTo>
                    <a:pt x="4944" y="1699"/>
                  </a:lnTo>
                  <a:lnTo>
                    <a:pt x="5330" y="1390"/>
                  </a:lnTo>
                  <a:lnTo>
                    <a:pt x="5716" y="1081"/>
                  </a:lnTo>
                  <a:lnTo>
                    <a:pt x="6102" y="850"/>
                  </a:lnTo>
                  <a:lnTo>
                    <a:pt x="6527" y="695"/>
                  </a:lnTo>
                  <a:lnTo>
                    <a:pt x="6990" y="541"/>
                  </a:lnTo>
                  <a:lnTo>
                    <a:pt x="7453" y="463"/>
                  </a:lnTo>
                  <a:close/>
                  <a:moveTo>
                    <a:pt x="5561" y="12279"/>
                  </a:moveTo>
                  <a:lnTo>
                    <a:pt x="5600" y="12318"/>
                  </a:lnTo>
                  <a:lnTo>
                    <a:pt x="5677" y="12357"/>
                  </a:lnTo>
                  <a:lnTo>
                    <a:pt x="5793" y="12897"/>
                  </a:lnTo>
                  <a:lnTo>
                    <a:pt x="5793" y="12897"/>
                  </a:lnTo>
                  <a:lnTo>
                    <a:pt x="5098" y="12588"/>
                  </a:lnTo>
                  <a:lnTo>
                    <a:pt x="5561" y="12279"/>
                  </a:lnTo>
                  <a:close/>
                  <a:moveTo>
                    <a:pt x="3322" y="12975"/>
                  </a:moveTo>
                  <a:lnTo>
                    <a:pt x="3476" y="13477"/>
                  </a:lnTo>
                  <a:lnTo>
                    <a:pt x="3553" y="13979"/>
                  </a:lnTo>
                  <a:lnTo>
                    <a:pt x="3013" y="13979"/>
                  </a:lnTo>
                  <a:lnTo>
                    <a:pt x="2781" y="13940"/>
                  </a:lnTo>
                  <a:lnTo>
                    <a:pt x="2511" y="13824"/>
                  </a:lnTo>
                  <a:lnTo>
                    <a:pt x="2936" y="13399"/>
                  </a:lnTo>
                  <a:lnTo>
                    <a:pt x="3322" y="12975"/>
                  </a:lnTo>
                  <a:close/>
                  <a:moveTo>
                    <a:pt x="3940" y="14326"/>
                  </a:moveTo>
                  <a:lnTo>
                    <a:pt x="5098" y="14519"/>
                  </a:lnTo>
                  <a:lnTo>
                    <a:pt x="4442" y="15485"/>
                  </a:lnTo>
                  <a:lnTo>
                    <a:pt x="4287" y="15214"/>
                  </a:lnTo>
                  <a:lnTo>
                    <a:pt x="4171" y="14944"/>
                  </a:lnTo>
                  <a:lnTo>
                    <a:pt x="4055" y="14635"/>
                  </a:lnTo>
                  <a:lnTo>
                    <a:pt x="3978" y="14365"/>
                  </a:lnTo>
                  <a:lnTo>
                    <a:pt x="3940" y="14326"/>
                  </a:lnTo>
                  <a:close/>
                  <a:moveTo>
                    <a:pt x="3746" y="14596"/>
                  </a:moveTo>
                  <a:lnTo>
                    <a:pt x="3824" y="14944"/>
                  </a:lnTo>
                  <a:lnTo>
                    <a:pt x="3978" y="15291"/>
                  </a:lnTo>
                  <a:lnTo>
                    <a:pt x="4133" y="15600"/>
                  </a:lnTo>
                  <a:lnTo>
                    <a:pt x="4287" y="15909"/>
                  </a:lnTo>
                  <a:lnTo>
                    <a:pt x="4364" y="15987"/>
                  </a:lnTo>
                  <a:lnTo>
                    <a:pt x="4055" y="16411"/>
                  </a:lnTo>
                  <a:lnTo>
                    <a:pt x="3746" y="16875"/>
                  </a:lnTo>
                  <a:lnTo>
                    <a:pt x="3592" y="16411"/>
                  </a:lnTo>
                  <a:lnTo>
                    <a:pt x="3476" y="15948"/>
                  </a:lnTo>
                  <a:lnTo>
                    <a:pt x="3476" y="15716"/>
                  </a:lnTo>
                  <a:lnTo>
                    <a:pt x="3476" y="15446"/>
                  </a:lnTo>
                  <a:lnTo>
                    <a:pt x="3515" y="15214"/>
                  </a:lnTo>
                  <a:lnTo>
                    <a:pt x="3553" y="14983"/>
                  </a:lnTo>
                  <a:lnTo>
                    <a:pt x="3746" y="14596"/>
                  </a:lnTo>
                  <a:close/>
                  <a:moveTo>
                    <a:pt x="4480" y="16334"/>
                  </a:moveTo>
                  <a:lnTo>
                    <a:pt x="4673" y="16759"/>
                  </a:lnTo>
                  <a:lnTo>
                    <a:pt x="4789" y="17222"/>
                  </a:lnTo>
                  <a:lnTo>
                    <a:pt x="4789" y="17222"/>
                  </a:lnTo>
                  <a:lnTo>
                    <a:pt x="4364" y="17106"/>
                  </a:lnTo>
                  <a:lnTo>
                    <a:pt x="3940" y="17029"/>
                  </a:lnTo>
                  <a:lnTo>
                    <a:pt x="4480" y="16334"/>
                  </a:lnTo>
                  <a:close/>
                  <a:moveTo>
                    <a:pt x="2472" y="16875"/>
                  </a:moveTo>
                  <a:lnTo>
                    <a:pt x="3399" y="17106"/>
                  </a:lnTo>
                  <a:lnTo>
                    <a:pt x="3476" y="17261"/>
                  </a:lnTo>
                  <a:lnTo>
                    <a:pt x="3322" y="17377"/>
                  </a:lnTo>
                  <a:lnTo>
                    <a:pt x="3167" y="17570"/>
                  </a:lnTo>
                  <a:lnTo>
                    <a:pt x="2897" y="17917"/>
                  </a:lnTo>
                  <a:lnTo>
                    <a:pt x="2665" y="17415"/>
                  </a:lnTo>
                  <a:lnTo>
                    <a:pt x="2472" y="16875"/>
                  </a:lnTo>
                  <a:close/>
                  <a:moveTo>
                    <a:pt x="3360" y="19732"/>
                  </a:moveTo>
                  <a:lnTo>
                    <a:pt x="4055" y="20427"/>
                  </a:lnTo>
                  <a:lnTo>
                    <a:pt x="3553" y="20659"/>
                  </a:lnTo>
                  <a:lnTo>
                    <a:pt x="3013" y="20968"/>
                  </a:lnTo>
                  <a:lnTo>
                    <a:pt x="3167" y="20350"/>
                  </a:lnTo>
                  <a:lnTo>
                    <a:pt x="3360" y="19732"/>
                  </a:lnTo>
                  <a:close/>
                  <a:moveTo>
                    <a:pt x="5677" y="20118"/>
                  </a:moveTo>
                  <a:lnTo>
                    <a:pt x="5986" y="20196"/>
                  </a:lnTo>
                  <a:lnTo>
                    <a:pt x="5716" y="20891"/>
                  </a:lnTo>
                  <a:lnTo>
                    <a:pt x="5368" y="21547"/>
                  </a:lnTo>
                  <a:lnTo>
                    <a:pt x="4673" y="20582"/>
                  </a:lnTo>
                  <a:lnTo>
                    <a:pt x="4635" y="20543"/>
                  </a:lnTo>
                  <a:lnTo>
                    <a:pt x="4673" y="20234"/>
                  </a:lnTo>
                  <a:lnTo>
                    <a:pt x="5021" y="20157"/>
                  </a:lnTo>
                  <a:lnTo>
                    <a:pt x="5330" y="20118"/>
                  </a:lnTo>
                  <a:close/>
                  <a:moveTo>
                    <a:pt x="7453" y="0"/>
                  </a:moveTo>
                  <a:lnTo>
                    <a:pt x="7067" y="39"/>
                  </a:lnTo>
                  <a:lnTo>
                    <a:pt x="6720" y="154"/>
                  </a:lnTo>
                  <a:lnTo>
                    <a:pt x="6334" y="270"/>
                  </a:lnTo>
                  <a:lnTo>
                    <a:pt x="5986" y="425"/>
                  </a:lnTo>
                  <a:lnTo>
                    <a:pt x="5639" y="579"/>
                  </a:lnTo>
                  <a:lnTo>
                    <a:pt x="5291" y="811"/>
                  </a:lnTo>
                  <a:lnTo>
                    <a:pt x="4944" y="1043"/>
                  </a:lnTo>
                  <a:lnTo>
                    <a:pt x="4635" y="1313"/>
                  </a:lnTo>
                  <a:lnTo>
                    <a:pt x="4364" y="1622"/>
                  </a:lnTo>
                  <a:lnTo>
                    <a:pt x="4094" y="1892"/>
                  </a:lnTo>
                  <a:lnTo>
                    <a:pt x="3824" y="2240"/>
                  </a:lnTo>
                  <a:lnTo>
                    <a:pt x="3592" y="2549"/>
                  </a:lnTo>
                  <a:lnTo>
                    <a:pt x="3399" y="2896"/>
                  </a:lnTo>
                  <a:lnTo>
                    <a:pt x="3206" y="3282"/>
                  </a:lnTo>
                  <a:lnTo>
                    <a:pt x="3051" y="3630"/>
                  </a:lnTo>
                  <a:lnTo>
                    <a:pt x="2897" y="4016"/>
                  </a:lnTo>
                  <a:lnTo>
                    <a:pt x="2781" y="4402"/>
                  </a:lnTo>
                  <a:lnTo>
                    <a:pt x="2704" y="4788"/>
                  </a:lnTo>
                  <a:lnTo>
                    <a:pt x="2627" y="5174"/>
                  </a:lnTo>
                  <a:lnTo>
                    <a:pt x="2588" y="5599"/>
                  </a:lnTo>
                  <a:lnTo>
                    <a:pt x="2549" y="5985"/>
                  </a:lnTo>
                  <a:lnTo>
                    <a:pt x="2549" y="6410"/>
                  </a:lnTo>
                  <a:lnTo>
                    <a:pt x="2549" y="6835"/>
                  </a:lnTo>
                  <a:lnTo>
                    <a:pt x="2665" y="7723"/>
                  </a:lnTo>
                  <a:lnTo>
                    <a:pt x="2742" y="8148"/>
                  </a:lnTo>
                  <a:lnTo>
                    <a:pt x="2858" y="8572"/>
                  </a:lnTo>
                  <a:lnTo>
                    <a:pt x="3013" y="8997"/>
                  </a:lnTo>
                  <a:lnTo>
                    <a:pt x="3167" y="9383"/>
                  </a:lnTo>
                  <a:lnTo>
                    <a:pt x="3322" y="9808"/>
                  </a:lnTo>
                  <a:lnTo>
                    <a:pt x="3553" y="10194"/>
                  </a:lnTo>
                  <a:lnTo>
                    <a:pt x="3746" y="10542"/>
                  </a:lnTo>
                  <a:lnTo>
                    <a:pt x="4017" y="10928"/>
                  </a:lnTo>
                  <a:lnTo>
                    <a:pt x="4287" y="11237"/>
                  </a:lnTo>
                  <a:lnTo>
                    <a:pt x="4596" y="11546"/>
                  </a:lnTo>
                  <a:lnTo>
                    <a:pt x="4905" y="11855"/>
                  </a:lnTo>
                  <a:lnTo>
                    <a:pt x="5252" y="12086"/>
                  </a:lnTo>
                  <a:lnTo>
                    <a:pt x="4557" y="12473"/>
                  </a:lnTo>
                  <a:lnTo>
                    <a:pt x="4480" y="12550"/>
                  </a:lnTo>
                  <a:lnTo>
                    <a:pt x="4442" y="12666"/>
                  </a:lnTo>
                  <a:lnTo>
                    <a:pt x="4480" y="12781"/>
                  </a:lnTo>
                  <a:lnTo>
                    <a:pt x="4596" y="12859"/>
                  </a:lnTo>
                  <a:lnTo>
                    <a:pt x="5021" y="13013"/>
                  </a:lnTo>
                  <a:lnTo>
                    <a:pt x="4673" y="13168"/>
                  </a:lnTo>
                  <a:lnTo>
                    <a:pt x="4403" y="13361"/>
                  </a:lnTo>
                  <a:lnTo>
                    <a:pt x="4094" y="13554"/>
                  </a:lnTo>
                  <a:lnTo>
                    <a:pt x="3862" y="13785"/>
                  </a:lnTo>
                  <a:lnTo>
                    <a:pt x="3824" y="13477"/>
                  </a:lnTo>
                  <a:lnTo>
                    <a:pt x="3746" y="13168"/>
                  </a:lnTo>
                  <a:lnTo>
                    <a:pt x="3631" y="12859"/>
                  </a:lnTo>
                  <a:lnTo>
                    <a:pt x="3515" y="12550"/>
                  </a:lnTo>
                  <a:lnTo>
                    <a:pt x="3476" y="12473"/>
                  </a:lnTo>
                  <a:lnTo>
                    <a:pt x="3360" y="12434"/>
                  </a:lnTo>
                  <a:lnTo>
                    <a:pt x="3283" y="12473"/>
                  </a:lnTo>
                  <a:lnTo>
                    <a:pt x="3206" y="12511"/>
                  </a:lnTo>
                  <a:lnTo>
                    <a:pt x="2665" y="13168"/>
                  </a:lnTo>
                  <a:lnTo>
                    <a:pt x="2086" y="13747"/>
                  </a:lnTo>
                  <a:lnTo>
                    <a:pt x="2047" y="13824"/>
                  </a:lnTo>
                  <a:lnTo>
                    <a:pt x="2009" y="13901"/>
                  </a:lnTo>
                  <a:lnTo>
                    <a:pt x="2047" y="13979"/>
                  </a:lnTo>
                  <a:lnTo>
                    <a:pt x="2086" y="14056"/>
                  </a:lnTo>
                  <a:lnTo>
                    <a:pt x="2395" y="14210"/>
                  </a:lnTo>
                  <a:lnTo>
                    <a:pt x="2742" y="14287"/>
                  </a:lnTo>
                  <a:lnTo>
                    <a:pt x="3051" y="14365"/>
                  </a:lnTo>
                  <a:lnTo>
                    <a:pt x="3399" y="14365"/>
                  </a:lnTo>
                  <a:lnTo>
                    <a:pt x="3244" y="14635"/>
                  </a:lnTo>
                  <a:lnTo>
                    <a:pt x="3129" y="14944"/>
                  </a:lnTo>
                  <a:lnTo>
                    <a:pt x="3090" y="15176"/>
                  </a:lnTo>
                  <a:lnTo>
                    <a:pt x="3051" y="15407"/>
                  </a:lnTo>
                  <a:lnTo>
                    <a:pt x="3051" y="15871"/>
                  </a:lnTo>
                  <a:lnTo>
                    <a:pt x="3129" y="16295"/>
                  </a:lnTo>
                  <a:lnTo>
                    <a:pt x="3244" y="16759"/>
                  </a:lnTo>
                  <a:lnTo>
                    <a:pt x="2781" y="16566"/>
                  </a:lnTo>
                  <a:lnTo>
                    <a:pt x="2279" y="16411"/>
                  </a:lnTo>
                  <a:lnTo>
                    <a:pt x="2202" y="16411"/>
                  </a:lnTo>
                  <a:lnTo>
                    <a:pt x="2125" y="16450"/>
                  </a:lnTo>
                  <a:lnTo>
                    <a:pt x="2047" y="16527"/>
                  </a:lnTo>
                  <a:lnTo>
                    <a:pt x="2047" y="16643"/>
                  </a:lnTo>
                  <a:lnTo>
                    <a:pt x="2163" y="17106"/>
                  </a:lnTo>
                  <a:lnTo>
                    <a:pt x="2279" y="17531"/>
                  </a:lnTo>
                  <a:lnTo>
                    <a:pt x="2472" y="17956"/>
                  </a:lnTo>
                  <a:lnTo>
                    <a:pt x="2704" y="18381"/>
                  </a:lnTo>
                  <a:lnTo>
                    <a:pt x="2781" y="18458"/>
                  </a:lnTo>
                  <a:lnTo>
                    <a:pt x="2858" y="18496"/>
                  </a:lnTo>
                  <a:lnTo>
                    <a:pt x="2936" y="18458"/>
                  </a:lnTo>
                  <a:lnTo>
                    <a:pt x="3013" y="18381"/>
                  </a:lnTo>
                  <a:lnTo>
                    <a:pt x="3322" y="18033"/>
                  </a:lnTo>
                  <a:lnTo>
                    <a:pt x="3515" y="17801"/>
                  </a:lnTo>
                  <a:lnTo>
                    <a:pt x="3631" y="17608"/>
                  </a:lnTo>
                  <a:lnTo>
                    <a:pt x="3708" y="17763"/>
                  </a:lnTo>
                  <a:lnTo>
                    <a:pt x="3978" y="18342"/>
                  </a:lnTo>
                  <a:lnTo>
                    <a:pt x="4133" y="18960"/>
                  </a:lnTo>
                  <a:lnTo>
                    <a:pt x="4248" y="19539"/>
                  </a:lnTo>
                  <a:lnTo>
                    <a:pt x="4248" y="20157"/>
                  </a:lnTo>
                  <a:lnTo>
                    <a:pt x="3438" y="19307"/>
                  </a:lnTo>
                  <a:lnTo>
                    <a:pt x="3399" y="19269"/>
                  </a:lnTo>
                  <a:lnTo>
                    <a:pt x="3206" y="19269"/>
                  </a:lnTo>
                  <a:lnTo>
                    <a:pt x="3167" y="19346"/>
                  </a:lnTo>
                  <a:lnTo>
                    <a:pt x="2974" y="19809"/>
                  </a:lnTo>
                  <a:lnTo>
                    <a:pt x="2781" y="20273"/>
                  </a:lnTo>
                  <a:lnTo>
                    <a:pt x="2665" y="20775"/>
                  </a:lnTo>
                  <a:lnTo>
                    <a:pt x="2627" y="21315"/>
                  </a:lnTo>
                  <a:lnTo>
                    <a:pt x="2627" y="21393"/>
                  </a:lnTo>
                  <a:lnTo>
                    <a:pt x="2704" y="21470"/>
                  </a:lnTo>
                  <a:lnTo>
                    <a:pt x="2781" y="21508"/>
                  </a:lnTo>
                  <a:lnTo>
                    <a:pt x="2897" y="21470"/>
                  </a:lnTo>
                  <a:lnTo>
                    <a:pt x="3515" y="21161"/>
                  </a:lnTo>
                  <a:lnTo>
                    <a:pt x="4171" y="20775"/>
                  </a:lnTo>
                  <a:lnTo>
                    <a:pt x="4055" y="21161"/>
                  </a:lnTo>
                  <a:lnTo>
                    <a:pt x="3901" y="21547"/>
                  </a:lnTo>
                  <a:lnTo>
                    <a:pt x="3669" y="22049"/>
                  </a:lnTo>
                  <a:lnTo>
                    <a:pt x="3322" y="22551"/>
                  </a:lnTo>
                  <a:lnTo>
                    <a:pt x="2897" y="23014"/>
                  </a:lnTo>
                  <a:lnTo>
                    <a:pt x="2627" y="23246"/>
                  </a:lnTo>
                  <a:lnTo>
                    <a:pt x="2395" y="23401"/>
                  </a:lnTo>
                  <a:lnTo>
                    <a:pt x="2125" y="23594"/>
                  </a:lnTo>
                  <a:lnTo>
                    <a:pt x="1854" y="23709"/>
                  </a:lnTo>
                  <a:lnTo>
                    <a:pt x="1584" y="23787"/>
                  </a:lnTo>
                  <a:lnTo>
                    <a:pt x="1314" y="23787"/>
                  </a:lnTo>
                  <a:lnTo>
                    <a:pt x="1082" y="23748"/>
                  </a:lnTo>
                  <a:lnTo>
                    <a:pt x="812" y="23671"/>
                  </a:lnTo>
                  <a:lnTo>
                    <a:pt x="541" y="23516"/>
                  </a:lnTo>
                  <a:lnTo>
                    <a:pt x="310" y="23285"/>
                  </a:lnTo>
                  <a:lnTo>
                    <a:pt x="233" y="23246"/>
                  </a:lnTo>
                  <a:lnTo>
                    <a:pt x="78" y="23246"/>
                  </a:lnTo>
                  <a:lnTo>
                    <a:pt x="39" y="23362"/>
                  </a:lnTo>
                  <a:lnTo>
                    <a:pt x="1" y="23401"/>
                  </a:lnTo>
                  <a:lnTo>
                    <a:pt x="39" y="23478"/>
                  </a:lnTo>
                  <a:lnTo>
                    <a:pt x="155" y="23632"/>
                  </a:lnTo>
                  <a:lnTo>
                    <a:pt x="271" y="23787"/>
                  </a:lnTo>
                  <a:lnTo>
                    <a:pt x="387" y="23903"/>
                  </a:lnTo>
                  <a:lnTo>
                    <a:pt x="541" y="24018"/>
                  </a:lnTo>
                  <a:lnTo>
                    <a:pt x="696" y="24096"/>
                  </a:lnTo>
                  <a:lnTo>
                    <a:pt x="889" y="24134"/>
                  </a:lnTo>
                  <a:lnTo>
                    <a:pt x="1236" y="24211"/>
                  </a:lnTo>
                  <a:lnTo>
                    <a:pt x="1584" y="24173"/>
                  </a:lnTo>
                  <a:lnTo>
                    <a:pt x="1970" y="24096"/>
                  </a:lnTo>
                  <a:lnTo>
                    <a:pt x="2318" y="23941"/>
                  </a:lnTo>
                  <a:lnTo>
                    <a:pt x="2665" y="23748"/>
                  </a:lnTo>
                  <a:lnTo>
                    <a:pt x="3013" y="23478"/>
                  </a:lnTo>
                  <a:lnTo>
                    <a:pt x="3322" y="23207"/>
                  </a:lnTo>
                  <a:lnTo>
                    <a:pt x="3631" y="22860"/>
                  </a:lnTo>
                  <a:lnTo>
                    <a:pt x="3901" y="22512"/>
                  </a:lnTo>
                  <a:lnTo>
                    <a:pt x="4133" y="22126"/>
                  </a:lnTo>
                  <a:lnTo>
                    <a:pt x="4326" y="21702"/>
                  </a:lnTo>
                  <a:lnTo>
                    <a:pt x="4480" y="21315"/>
                  </a:lnTo>
                  <a:lnTo>
                    <a:pt x="4596" y="20852"/>
                  </a:lnTo>
                  <a:lnTo>
                    <a:pt x="5214" y="21972"/>
                  </a:lnTo>
                  <a:lnTo>
                    <a:pt x="5291" y="22049"/>
                  </a:lnTo>
                  <a:lnTo>
                    <a:pt x="5368" y="22088"/>
                  </a:lnTo>
                  <a:lnTo>
                    <a:pt x="5446" y="22049"/>
                  </a:lnTo>
                  <a:lnTo>
                    <a:pt x="5523" y="22010"/>
                  </a:lnTo>
                  <a:lnTo>
                    <a:pt x="5793" y="21547"/>
                  </a:lnTo>
                  <a:lnTo>
                    <a:pt x="6025" y="21084"/>
                  </a:lnTo>
                  <a:lnTo>
                    <a:pt x="6411" y="20118"/>
                  </a:lnTo>
                  <a:lnTo>
                    <a:pt x="6411" y="20041"/>
                  </a:lnTo>
                  <a:lnTo>
                    <a:pt x="6411" y="19964"/>
                  </a:lnTo>
                  <a:lnTo>
                    <a:pt x="6372" y="19925"/>
                  </a:lnTo>
                  <a:lnTo>
                    <a:pt x="6295" y="19887"/>
                  </a:lnTo>
                  <a:lnTo>
                    <a:pt x="5909" y="19771"/>
                  </a:lnTo>
                  <a:lnTo>
                    <a:pt x="5484" y="19732"/>
                  </a:lnTo>
                  <a:lnTo>
                    <a:pt x="5098" y="19732"/>
                  </a:lnTo>
                  <a:lnTo>
                    <a:pt x="4673" y="19848"/>
                  </a:lnTo>
                  <a:lnTo>
                    <a:pt x="4635" y="19230"/>
                  </a:lnTo>
                  <a:lnTo>
                    <a:pt x="4519" y="18651"/>
                  </a:lnTo>
                  <a:lnTo>
                    <a:pt x="4287" y="18033"/>
                  </a:lnTo>
                  <a:lnTo>
                    <a:pt x="4055" y="17454"/>
                  </a:lnTo>
                  <a:lnTo>
                    <a:pt x="4055" y="17454"/>
                  </a:lnTo>
                  <a:lnTo>
                    <a:pt x="4519" y="17531"/>
                  </a:lnTo>
                  <a:lnTo>
                    <a:pt x="4982" y="17608"/>
                  </a:lnTo>
                  <a:lnTo>
                    <a:pt x="5059" y="17608"/>
                  </a:lnTo>
                  <a:lnTo>
                    <a:pt x="5098" y="17531"/>
                  </a:lnTo>
                  <a:lnTo>
                    <a:pt x="5137" y="17492"/>
                  </a:lnTo>
                  <a:lnTo>
                    <a:pt x="5137" y="17377"/>
                  </a:lnTo>
                  <a:lnTo>
                    <a:pt x="5098" y="17029"/>
                  </a:lnTo>
                  <a:lnTo>
                    <a:pt x="4982" y="16643"/>
                  </a:lnTo>
                  <a:lnTo>
                    <a:pt x="4828" y="16295"/>
                  </a:lnTo>
                  <a:lnTo>
                    <a:pt x="4673" y="15987"/>
                  </a:lnTo>
                  <a:lnTo>
                    <a:pt x="4596" y="15909"/>
                  </a:lnTo>
                  <a:lnTo>
                    <a:pt x="4635" y="15909"/>
                  </a:lnTo>
                  <a:lnTo>
                    <a:pt x="5600" y="14481"/>
                  </a:lnTo>
                  <a:lnTo>
                    <a:pt x="5639" y="14365"/>
                  </a:lnTo>
                  <a:lnTo>
                    <a:pt x="5600" y="14287"/>
                  </a:lnTo>
                  <a:lnTo>
                    <a:pt x="5561" y="14210"/>
                  </a:lnTo>
                  <a:lnTo>
                    <a:pt x="5446" y="14172"/>
                  </a:lnTo>
                  <a:lnTo>
                    <a:pt x="4210" y="13979"/>
                  </a:lnTo>
                  <a:lnTo>
                    <a:pt x="4480" y="13747"/>
                  </a:lnTo>
                  <a:lnTo>
                    <a:pt x="4789" y="13554"/>
                  </a:lnTo>
                  <a:lnTo>
                    <a:pt x="5098" y="13361"/>
                  </a:lnTo>
                  <a:lnTo>
                    <a:pt x="5407" y="13168"/>
                  </a:lnTo>
                  <a:lnTo>
                    <a:pt x="6025" y="13399"/>
                  </a:lnTo>
                  <a:lnTo>
                    <a:pt x="6141" y="13438"/>
                  </a:lnTo>
                  <a:lnTo>
                    <a:pt x="6218" y="13361"/>
                  </a:lnTo>
                  <a:lnTo>
                    <a:pt x="6256" y="13283"/>
                  </a:lnTo>
                  <a:lnTo>
                    <a:pt x="6295" y="13168"/>
                  </a:lnTo>
                  <a:lnTo>
                    <a:pt x="6179" y="12704"/>
                  </a:lnTo>
                  <a:lnTo>
                    <a:pt x="6063" y="12241"/>
                  </a:lnTo>
                  <a:lnTo>
                    <a:pt x="6913" y="11932"/>
                  </a:lnTo>
                  <a:lnTo>
                    <a:pt x="7724" y="11584"/>
                  </a:lnTo>
                  <a:lnTo>
                    <a:pt x="8535" y="11121"/>
                  </a:lnTo>
                  <a:lnTo>
                    <a:pt x="9268" y="10619"/>
                  </a:lnTo>
                  <a:lnTo>
                    <a:pt x="9963" y="10078"/>
                  </a:lnTo>
                  <a:lnTo>
                    <a:pt x="10311" y="9770"/>
                  </a:lnTo>
                  <a:lnTo>
                    <a:pt x="10620" y="9422"/>
                  </a:lnTo>
                  <a:lnTo>
                    <a:pt x="10890" y="9074"/>
                  </a:lnTo>
                  <a:lnTo>
                    <a:pt x="11161" y="8727"/>
                  </a:lnTo>
                  <a:lnTo>
                    <a:pt x="11392" y="8341"/>
                  </a:lnTo>
                  <a:lnTo>
                    <a:pt x="11624" y="7955"/>
                  </a:lnTo>
                  <a:lnTo>
                    <a:pt x="11817" y="7568"/>
                  </a:lnTo>
                  <a:lnTo>
                    <a:pt x="11971" y="7182"/>
                  </a:lnTo>
                  <a:lnTo>
                    <a:pt x="12126" y="6758"/>
                  </a:lnTo>
                  <a:lnTo>
                    <a:pt x="12242" y="6333"/>
                  </a:lnTo>
                  <a:lnTo>
                    <a:pt x="12319" y="5947"/>
                  </a:lnTo>
                  <a:lnTo>
                    <a:pt x="12358" y="5522"/>
                  </a:lnTo>
                  <a:lnTo>
                    <a:pt x="12396" y="5097"/>
                  </a:lnTo>
                  <a:lnTo>
                    <a:pt x="12396" y="4672"/>
                  </a:lnTo>
                  <a:lnTo>
                    <a:pt x="12358" y="4248"/>
                  </a:lnTo>
                  <a:lnTo>
                    <a:pt x="12280" y="3823"/>
                  </a:lnTo>
                  <a:lnTo>
                    <a:pt x="12203" y="3437"/>
                  </a:lnTo>
                  <a:lnTo>
                    <a:pt x="12049" y="3051"/>
                  </a:lnTo>
                  <a:lnTo>
                    <a:pt x="11894" y="2664"/>
                  </a:lnTo>
                  <a:lnTo>
                    <a:pt x="11701" y="2278"/>
                  </a:lnTo>
                  <a:lnTo>
                    <a:pt x="11469" y="1892"/>
                  </a:lnTo>
                  <a:lnTo>
                    <a:pt x="11161" y="1545"/>
                  </a:lnTo>
                  <a:lnTo>
                    <a:pt x="10890" y="1274"/>
                  </a:lnTo>
                  <a:lnTo>
                    <a:pt x="10620" y="1004"/>
                  </a:lnTo>
                  <a:lnTo>
                    <a:pt x="10311" y="772"/>
                  </a:lnTo>
                  <a:lnTo>
                    <a:pt x="9963" y="579"/>
                  </a:lnTo>
                  <a:lnTo>
                    <a:pt x="9655" y="386"/>
                  </a:lnTo>
                  <a:lnTo>
                    <a:pt x="9307" y="232"/>
                  </a:lnTo>
                  <a:lnTo>
                    <a:pt x="8921" y="116"/>
                  </a:lnTo>
                  <a:lnTo>
                    <a:pt x="8573" y="39"/>
                  </a:lnTo>
                  <a:lnTo>
                    <a:pt x="818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5860425" y="885700"/>
              <a:ext cx="324400" cy="208550"/>
            </a:xfrm>
            <a:custGeom>
              <a:avLst/>
              <a:gdLst/>
              <a:ahLst/>
              <a:cxnLst/>
              <a:rect l="l" t="t" r="r" b="b"/>
              <a:pathLst>
                <a:path w="12976" h="8342" extrusionOk="0">
                  <a:moveTo>
                    <a:pt x="6759" y="310"/>
                  </a:moveTo>
                  <a:lnTo>
                    <a:pt x="6874" y="348"/>
                  </a:lnTo>
                  <a:lnTo>
                    <a:pt x="7029" y="387"/>
                  </a:lnTo>
                  <a:lnTo>
                    <a:pt x="7222" y="503"/>
                  </a:lnTo>
                  <a:lnTo>
                    <a:pt x="7299" y="503"/>
                  </a:lnTo>
                  <a:lnTo>
                    <a:pt x="7454" y="773"/>
                  </a:lnTo>
                  <a:lnTo>
                    <a:pt x="7569" y="1043"/>
                  </a:lnTo>
                  <a:lnTo>
                    <a:pt x="7608" y="1352"/>
                  </a:lnTo>
                  <a:lnTo>
                    <a:pt x="7569" y="1661"/>
                  </a:lnTo>
                  <a:lnTo>
                    <a:pt x="7492" y="1970"/>
                  </a:lnTo>
                  <a:lnTo>
                    <a:pt x="7415" y="2240"/>
                  </a:lnTo>
                  <a:lnTo>
                    <a:pt x="7222" y="2858"/>
                  </a:lnTo>
                  <a:lnTo>
                    <a:pt x="6411" y="4905"/>
                  </a:lnTo>
                  <a:lnTo>
                    <a:pt x="6411" y="4944"/>
                  </a:lnTo>
                  <a:lnTo>
                    <a:pt x="6295" y="4944"/>
                  </a:lnTo>
                  <a:lnTo>
                    <a:pt x="6218" y="3978"/>
                  </a:lnTo>
                  <a:lnTo>
                    <a:pt x="6141" y="2974"/>
                  </a:lnTo>
                  <a:lnTo>
                    <a:pt x="6141" y="1854"/>
                  </a:lnTo>
                  <a:lnTo>
                    <a:pt x="6179" y="1352"/>
                  </a:lnTo>
                  <a:lnTo>
                    <a:pt x="6218" y="1043"/>
                  </a:lnTo>
                  <a:lnTo>
                    <a:pt x="6295" y="735"/>
                  </a:lnTo>
                  <a:lnTo>
                    <a:pt x="6450" y="503"/>
                  </a:lnTo>
                  <a:lnTo>
                    <a:pt x="6527" y="426"/>
                  </a:lnTo>
                  <a:lnTo>
                    <a:pt x="6643" y="348"/>
                  </a:lnTo>
                  <a:lnTo>
                    <a:pt x="6759" y="310"/>
                  </a:lnTo>
                  <a:close/>
                  <a:moveTo>
                    <a:pt x="11972" y="4712"/>
                  </a:moveTo>
                  <a:lnTo>
                    <a:pt x="12087" y="4750"/>
                  </a:lnTo>
                  <a:lnTo>
                    <a:pt x="12165" y="4828"/>
                  </a:lnTo>
                  <a:lnTo>
                    <a:pt x="12281" y="4905"/>
                  </a:lnTo>
                  <a:lnTo>
                    <a:pt x="12319" y="4982"/>
                  </a:lnTo>
                  <a:lnTo>
                    <a:pt x="12396" y="5137"/>
                  </a:lnTo>
                  <a:lnTo>
                    <a:pt x="12435" y="5484"/>
                  </a:lnTo>
                  <a:lnTo>
                    <a:pt x="12319" y="5600"/>
                  </a:lnTo>
                  <a:lnTo>
                    <a:pt x="12126" y="5677"/>
                  </a:lnTo>
                  <a:lnTo>
                    <a:pt x="11933" y="5754"/>
                  </a:lnTo>
                  <a:lnTo>
                    <a:pt x="11701" y="5793"/>
                  </a:lnTo>
                  <a:lnTo>
                    <a:pt x="11199" y="5832"/>
                  </a:lnTo>
                  <a:lnTo>
                    <a:pt x="10041" y="5832"/>
                  </a:lnTo>
                  <a:lnTo>
                    <a:pt x="9230" y="5754"/>
                  </a:lnTo>
                  <a:lnTo>
                    <a:pt x="8612" y="5677"/>
                  </a:lnTo>
                  <a:lnTo>
                    <a:pt x="7994" y="5561"/>
                  </a:lnTo>
                  <a:lnTo>
                    <a:pt x="6759" y="5252"/>
                  </a:lnTo>
                  <a:lnTo>
                    <a:pt x="7956" y="5021"/>
                  </a:lnTo>
                  <a:lnTo>
                    <a:pt x="9191" y="4866"/>
                  </a:lnTo>
                  <a:lnTo>
                    <a:pt x="9925" y="4789"/>
                  </a:lnTo>
                  <a:lnTo>
                    <a:pt x="10659" y="4750"/>
                  </a:lnTo>
                  <a:lnTo>
                    <a:pt x="11354" y="4712"/>
                  </a:lnTo>
                  <a:close/>
                  <a:moveTo>
                    <a:pt x="5639" y="5754"/>
                  </a:moveTo>
                  <a:lnTo>
                    <a:pt x="4558" y="6449"/>
                  </a:lnTo>
                  <a:lnTo>
                    <a:pt x="3438" y="7106"/>
                  </a:lnTo>
                  <a:lnTo>
                    <a:pt x="2820" y="7376"/>
                  </a:lnTo>
                  <a:lnTo>
                    <a:pt x="2202" y="7685"/>
                  </a:lnTo>
                  <a:lnTo>
                    <a:pt x="1816" y="7801"/>
                  </a:lnTo>
                  <a:lnTo>
                    <a:pt x="1430" y="7917"/>
                  </a:lnTo>
                  <a:lnTo>
                    <a:pt x="1121" y="7955"/>
                  </a:lnTo>
                  <a:lnTo>
                    <a:pt x="928" y="7917"/>
                  </a:lnTo>
                  <a:lnTo>
                    <a:pt x="851" y="7878"/>
                  </a:lnTo>
                  <a:lnTo>
                    <a:pt x="773" y="7801"/>
                  </a:lnTo>
                  <a:lnTo>
                    <a:pt x="735" y="7685"/>
                  </a:lnTo>
                  <a:lnTo>
                    <a:pt x="696" y="7531"/>
                  </a:lnTo>
                  <a:lnTo>
                    <a:pt x="696" y="7376"/>
                  </a:lnTo>
                  <a:lnTo>
                    <a:pt x="696" y="7222"/>
                  </a:lnTo>
                  <a:lnTo>
                    <a:pt x="735" y="7145"/>
                  </a:lnTo>
                  <a:lnTo>
                    <a:pt x="812" y="7067"/>
                  </a:lnTo>
                  <a:lnTo>
                    <a:pt x="1005" y="6990"/>
                  </a:lnTo>
                  <a:lnTo>
                    <a:pt x="1275" y="6874"/>
                  </a:lnTo>
                  <a:lnTo>
                    <a:pt x="1893" y="6643"/>
                  </a:lnTo>
                  <a:lnTo>
                    <a:pt x="2743" y="6449"/>
                  </a:lnTo>
                  <a:lnTo>
                    <a:pt x="3592" y="6295"/>
                  </a:lnTo>
                  <a:lnTo>
                    <a:pt x="4635" y="6063"/>
                  </a:lnTo>
                  <a:lnTo>
                    <a:pt x="5137" y="5909"/>
                  </a:lnTo>
                  <a:lnTo>
                    <a:pt x="5639" y="5754"/>
                  </a:lnTo>
                  <a:close/>
                  <a:moveTo>
                    <a:pt x="6952" y="1"/>
                  </a:moveTo>
                  <a:lnTo>
                    <a:pt x="6720" y="39"/>
                  </a:lnTo>
                  <a:lnTo>
                    <a:pt x="6527" y="117"/>
                  </a:lnTo>
                  <a:lnTo>
                    <a:pt x="6334" y="233"/>
                  </a:lnTo>
                  <a:lnTo>
                    <a:pt x="6141" y="426"/>
                  </a:lnTo>
                  <a:lnTo>
                    <a:pt x="5986" y="619"/>
                  </a:lnTo>
                  <a:lnTo>
                    <a:pt x="5909" y="812"/>
                  </a:lnTo>
                  <a:lnTo>
                    <a:pt x="5793" y="1275"/>
                  </a:lnTo>
                  <a:lnTo>
                    <a:pt x="5793" y="1777"/>
                  </a:lnTo>
                  <a:lnTo>
                    <a:pt x="5832" y="2742"/>
                  </a:lnTo>
                  <a:lnTo>
                    <a:pt x="5909" y="3901"/>
                  </a:lnTo>
                  <a:lnTo>
                    <a:pt x="5986" y="4480"/>
                  </a:lnTo>
                  <a:lnTo>
                    <a:pt x="6064" y="5021"/>
                  </a:lnTo>
                  <a:lnTo>
                    <a:pt x="6025" y="5137"/>
                  </a:lnTo>
                  <a:lnTo>
                    <a:pt x="6064" y="5252"/>
                  </a:lnTo>
                  <a:lnTo>
                    <a:pt x="5523" y="5446"/>
                  </a:lnTo>
                  <a:lnTo>
                    <a:pt x="4982" y="5561"/>
                  </a:lnTo>
                  <a:lnTo>
                    <a:pt x="3940" y="5832"/>
                  </a:lnTo>
                  <a:lnTo>
                    <a:pt x="2858" y="6025"/>
                  </a:lnTo>
                  <a:lnTo>
                    <a:pt x="2318" y="6179"/>
                  </a:lnTo>
                  <a:lnTo>
                    <a:pt x="1777" y="6295"/>
                  </a:lnTo>
                  <a:lnTo>
                    <a:pt x="1198" y="6488"/>
                  </a:lnTo>
                  <a:lnTo>
                    <a:pt x="851" y="6643"/>
                  </a:lnTo>
                  <a:lnTo>
                    <a:pt x="503" y="6836"/>
                  </a:lnTo>
                  <a:lnTo>
                    <a:pt x="233" y="7029"/>
                  </a:lnTo>
                  <a:lnTo>
                    <a:pt x="117" y="7145"/>
                  </a:lnTo>
                  <a:lnTo>
                    <a:pt x="40" y="7299"/>
                  </a:lnTo>
                  <a:lnTo>
                    <a:pt x="1" y="7415"/>
                  </a:lnTo>
                  <a:lnTo>
                    <a:pt x="1" y="7569"/>
                  </a:lnTo>
                  <a:lnTo>
                    <a:pt x="40" y="7724"/>
                  </a:lnTo>
                  <a:lnTo>
                    <a:pt x="117" y="7917"/>
                  </a:lnTo>
                  <a:lnTo>
                    <a:pt x="233" y="8033"/>
                  </a:lnTo>
                  <a:lnTo>
                    <a:pt x="349" y="8149"/>
                  </a:lnTo>
                  <a:lnTo>
                    <a:pt x="503" y="8226"/>
                  </a:lnTo>
                  <a:lnTo>
                    <a:pt x="619" y="8264"/>
                  </a:lnTo>
                  <a:lnTo>
                    <a:pt x="928" y="8342"/>
                  </a:lnTo>
                  <a:lnTo>
                    <a:pt x="1275" y="8342"/>
                  </a:lnTo>
                  <a:lnTo>
                    <a:pt x="1623" y="8303"/>
                  </a:lnTo>
                  <a:lnTo>
                    <a:pt x="1932" y="8187"/>
                  </a:lnTo>
                  <a:lnTo>
                    <a:pt x="2550" y="7994"/>
                  </a:lnTo>
                  <a:lnTo>
                    <a:pt x="3554" y="7531"/>
                  </a:lnTo>
                  <a:lnTo>
                    <a:pt x="4519" y="6990"/>
                  </a:lnTo>
                  <a:lnTo>
                    <a:pt x="5446" y="6372"/>
                  </a:lnTo>
                  <a:lnTo>
                    <a:pt x="5909" y="6063"/>
                  </a:lnTo>
                  <a:lnTo>
                    <a:pt x="6334" y="5716"/>
                  </a:lnTo>
                  <a:lnTo>
                    <a:pt x="6527" y="6102"/>
                  </a:lnTo>
                  <a:lnTo>
                    <a:pt x="6643" y="6295"/>
                  </a:lnTo>
                  <a:lnTo>
                    <a:pt x="6759" y="6449"/>
                  </a:lnTo>
                  <a:lnTo>
                    <a:pt x="7029" y="6372"/>
                  </a:lnTo>
                  <a:lnTo>
                    <a:pt x="7029" y="6334"/>
                  </a:lnTo>
                  <a:lnTo>
                    <a:pt x="6836" y="5986"/>
                  </a:lnTo>
                  <a:lnTo>
                    <a:pt x="6759" y="5832"/>
                  </a:lnTo>
                  <a:lnTo>
                    <a:pt x="6720" y="5639"/>
                  </a:lnTo>
                  <a:lnTo>
                    <a:pt x="6720" y="5561"/>
                  </a:lnTo>
                  <a:lnTo>
                    <a:pt x="7569" y="5832"/>
                  </a:lnTo>
                  <a:lnTo>
                    <a:pt x="8496" y="6063"/>
                  </a:lnTo>
                  <a:lnTo>
                    <a:pt x="9384" y="6179"/>
                  </a:lnTo>
                  <a:lnTo>
                    <a:pt x="10311" y="6218"/>
                  </a:lnTo>
                  <a:lnTo>
                    <a:pt x="11006" y="6218"/>
                  </a:lnTo>
                  <a:lnTo>
                    <a:pt x="11470" y="6179"/>
                  </a:lnTo>
                  <a:lnTo>
                    <a:pt x="11933" y="6141"/>
                  </a:lnTo>
                  <a:lnTo>
                    <a:pt x="12358" y="5986"/>
                  </a:lnTo>
                  <a:lnTo>
                    <a:pt x="12512" y="5909"/>
                  </a:lnTo>
                  <a:lnTo>
                    <a:pt x="12667" y="5793"/>
                  </a:lnTo>
                  <a:lnTo>
                    <a:pt x="12821" y="5677"/>
                  </a:lnTo>
                  <a:lnTo>
                    <a:pt x="12898" y="5523"/>
                  </a:lnTo>
                  <a:lnTo>
                    <a:pt x="12976" y="5368"/>
                  </a:lnTo>
                  <a:lnTo>
                    <a:pt x="12976" y="5175"/>
                  </a:lnTo>
                  <a:lnTo>
                    <a:pt x="12976" y="4982"/>
                  </a:lnTo>
                  <a:lnTo>
                    <a:pt x="12898" y="4828"/>
                  </a:lnTo>
                  <a:lnTo>
                    <a:pt x="12821" y="4712"/>
                  </a:lnTo>
                  <a:lnTo>
                    <a:pt x="12744" y="4635"/>
                  </a:lnTo>
                  <a:lnTo>
                    <a:pt x="12628" y="4519"/>
                  </a:lnTo>
                  <a:lnTo>
                    <a:pt x="12474" y="4480"/>
                  </a:lnTo>
                  <a:lnTo>
                    <a:pt x="12165" y="4364"/>
                  </a:lnTo>
                  <a:lnTo>
                    <a:pt x="11817" y="4326"/>
                  </a:lnTo>
                  <a:lnTo>
                    <a:pt x="11470" y="4326"/>
                  </a:lnTo>
                  <a:lnTo>
                    <a:pt x="10890" y="4364"/>
                  </a:lnTo>
                  <a:lnTo>
                    <a:pt x="9848" y="4403"/>
                  </a:lnTo>
                  <a:lnTo>
                    <a:pt x="8844" y="4480"/>
                  </a:lnTo>
                  <a:lnTo>
                    <a:pt x="7840" y="4635"/>
                  </a:lnTo>
                  <a:lnTo>
                    <a:pt x="6836" y="4828"/>
                  </a:lnTo>
                  <a:lnTo>
                    <a:pt x="7376" y="3476"/>
                  </a:lnTo>
                  <a:lnTo>
                    <a:pt x="7647" y="2742"/>
                  </a:lnTo>
                  <a:lnTo>
                    <a:pt x="7840" y="2047"/>
                  </a:lnTo>
                  <a:lnTo>
                    <a:pt x="7917" y="1816"/>
                  </a:lnTo>
                  <a:lnTo>
                    <a:pt x="7917" y="1545"/>
                  </a:lnTo>
                  <a:lnTo>
                    <a:pt x="7917" y="1314"/>
                  </a:lnTo>
                  <a:lnTo>
                    <a:pt x="7878" y="1082"/>
                  </a:lnTo>
                  <a:lnTo>
                    <a:pt x="7801" y="850"/>
                  </a:lnTo>
                  <a:lnTo>
                    <a:pt x="7685" y="619"/>
                  </a:lnTo>
                  <a:lnTo>
                    <a:pt x="7531" y="426"/>
                  </a:lnTo>
                  <a:lnTo>
                    <a:pt x="7338" y="271"/>
                  </a:lnTo>
                  <a:lnTo>
                    <a:pt x="7261" y="155"/>
                  </a:lnTo>
                  <a:lnTo>
                    <a:pt x="7145" y="78"/>
                  </a:lnTo>
                  <a:lnTo>
                    <a:pt x="695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6760175" y="920450"/>
              <a:ext cx="375550" cy="387150"/>
            </a:xfrm>
            <a:custGeom>
              <a:avLst/>
              <a:gdLst/>
              <a:ahLst/>
              <a:cxnLst/>
              <a:rect l="l" t="t" r="r" b="b"/>
              <a:pathLst>
                <a:path w="15022" h="15486" extrusionOk="0">
                  <a:moveTo>
                    <a:pt x="7491" y="503"/>
                  </a:moveTo>
                  <a:lnTo>
                    <a:pt x="8032" y="542"/>
                  </a:lnTo>
                  <a:lnTo>
                    <a:pt x="8611" y="580"/>
                  </a:lnTo>
                  <a:lnTo>
                    <a:pt x="9152" y="696"/>
                  </a:lnTo>
                  <a:lnTo>
                    <a:pt x="9692" y="850"/>
                  </a:lnTo>
                  <a:lnTo>
                    <a:pt x="10194" y="1044"/>
                  </a:lnTo>
                  <a:lnTo>
                    <a:pt x="10696" y="1275"/>
                  </a:lnTo>
                  <a:lnTo>
                    <a:pt x="11160" y="1546"/>
                  </a:lnTo>
                  <a:lnTo>
                    <a:pt x="11623" y="1816"/>
                  </a:lnTo>
                  <a:lnTo>
                    <a:pt x="10812" y="2202"/>
                  </a:lnTo>
                  <a:lnTo>
                    <a:pt x="10079" y="2627"/>
                  </a:lnTo>
                  <a:lnTo>
                    <a:pt x="9306" y="3090"/>
                  </a:lnTo>
                  <a:lnTo>
                    <a:pt x="8611" y="3631"/>
                  </a:lnTo>
                  <a:lnTo>
                    <a:pt x="7955" y="4171"/>
                  </a:lnTo>
                  <a:lnTo>
                    <a:pt x="7298" y="4789"/>
                  </a:lnTo>
                  <a:lnTo>
                    <a:pt x="6719" y="5446"/>
                  </a:lnTo>
                  <a:lnTo>
                    <a:pt x="6140" y="6141"/>
                  </a:lnTo>
                  <a:lnTo>
                    <a:pt x="5638" y="6874"/>
                  </a:lnTo>
                  <a:lnTo>
                    <a:pt x="5213" y="7647"/>
                  </a:lnTo>
                  <a:lnTo>
                    <a:pt x="4788" y="8419"/>
                  </a:lnTo>
                  <a:lnTo>
                    <a:pt x="4479" y="9230"/>
                  </a:lnTo>
                  <a:lnTo>
                    <a:pt x="4170" y="10041"/>
                  </a:lnTo>
                  <a:lnTo>
                    <a:pt x="3977" y="10890"/>
                  </a:lnTo>
                  <a:lnTo>
                    <a:pt x="3823" y="11778"/>
                  </a:lnTo>
                  <a:lnTo>
                    <a:pt x="3746" y="12667"/>
                  </a:lnTo>
                  <a:lnTo>
                    <a:pt x="3591" y="12667"/>
                  </a:lnTo>
                  <a:lnTo>
                    <a:pt x="3282" y="11856"/>
                  </a:lnTo>
                  <a:lnTo>
                    <a:pt x="3051" y="11045"/>
                  </a:lnTo>
                  <a:lnTo>
                    <a:pt x="2858" y="10195"/>
                  </a:lnTo>
                  <a:lnTo>
                    <a:pt x="2703" y="9346"/>
                  </a:lnTo>
                  <a:lnTo>
                    <a:pt x="2587" y="8535"/>
                  </a:lnTo>
                  <a:lnTo>
                    <a:pt x="2549" y="7685"/>
                  </a:lnTo>
                  <a:lnTo>
                    <a:pt x="2587" y="6797"/>
                  </a:lnTo>
                  <a:lnTo>
                    <a:pt x="2703" y="5948"/>
                  </a:lnTo>
                  <a:lnTo>
                    <a:pt x="2858" y="5214"/>
                  </a:lnTo>
                  <a:lnTo>
                    <a:pt x="3051" y="4519"/>
                  </a:lnTo>
                  <a:lnTo>
                    <a:pt x="3321" y="3824"/>
                  </a:lnTo>
                  <a:lnTo>
                    <a:pt x="3668" y="3206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30"/>
                  </a:lnTo>
                  <a:lnTo>
                    <a:pt x="5406" y="889"/>
                  </a:lnTo>
                  <a:lnTo>
                    <a:pt x="5908" y="735"/>
                  </a:lnTo>
                  <a:lnTo>
                    <a:pt x="6410" y="619"/>
                  </a:lnTo>
                  <a:lnTo>
                    <a:pt x="6951" y="542"/>
                  </a:lnTo>
                  <a:lnTo>
                    <a:pt x="7491" y="503"/>
                  </a:lnTo>
                  <a:close/>
                  <a:moveTo>
                    <a:pt x="11971" y="2086"/>
                  </a:moveTo>
                  <a:lnTo>
                    <a:pt x="12357" y="2434"/>
                  </a:lnTo>
                  <a:lnTo>
                    <a:pt x="12704" y="2820"/>
                  </a:lnTo>
                  <a:lnTo>
                    <a:pt x="13052" y="3206"/>
                  </a:lnTo>
                  <a:lnTo>
                    <a:pt x="13322" y="3669"/>
                  </a:lnTo>
                  <a:lnTo>
                    <a:pt x="13592" y="4094"/>
                  </a:lnTo>
                  <a:lnTo>
                    <a:pt x="13863" y="4596"/>
                  </a:lnTo>
                  <a:lnTo>
                    <a:pt x="14056" y="5098"/>
                  </a:lnTo>
                  <a:lnTo>
                    <a:pt x="14210" y="5600"/>
                  </a:lnTo>
                  <a:lnTo>
                    <a:pt x="14326" y="6102"/>
                  </a:lnTo>
                  <a:lnTo>
                    <a:pt x="14442" y="6643"/>
                  </a:lnTo>
                  <a:lnTo>
                    <a:pt x="13670" y="6681"/>
                  </a:lnTo>
                  <a:lnTo>
                    <a:pt x="12897" y="6797"/>
                  </a:lnTo>
                  <a:lnTo>
                    <a:pt x="12164" y="6952"/>
                  </a:lnTo>
                  <a:lnTo>
                    <a:pt x="11391" y="7145"/>
                  </a:lnTo>
                  <a:lnTo>
                    <a:pt x="10658" y="7415"/>
                  </a:lnTo>
                  <a:lnTo>
                    <a:pt x="9963" y="7724"/>
                  </a:lnTo>
                  <a:lnTo>
                    <a:pt x="9229" y="8033"/>
                  </a:lnTo>
                  <a:lnTo>
                    <a:pt x="8534" y="8419"/>
                  </a:lnTo>
                  <a:lnTo>
                    <a:pt x="7877" y="8844"/>
                  </a:lnTo>
                  <a:lnTo>
                    <a:pt x="7260" y="9307"/>
                  </a:lnTo>
                  <a:lnTo>
                    <a:pt x="6642" y="9809"/>
                  </a:lnTo>
                  <a:lnTo>
                    <a:pt x="6101" y="10350"/>
                  </a:lnTo>
                  <a:lnTo>
                    <a:pt x="5561" y="10890"/>
                  </a:lnTo>
                  <a:lnTo>
                    <a:pt x="5097" y="11508"/>
                  </a:lnTo>
                  <a:lnTo>
                    <a:pt x="4634" y="12126"/>
                  </a:lnTo>
                  <a:lnTo>
                    <a:pt x="4248" y="12821"/>
                  </a:lnTo>
                  <a:lnTo>
                    <a:pt x="4132" y="12744"/>
                  </a:lnTo>
                  <a:lnTo>
                    <a:pt x="3977" y="12667"/>
                  </a:lnTo>
                  <a:lnTo>
                    <a:pt x="4093" y="11817"/>
                  </a:lnTo>
                  <a:lnTo>
                    <a:pt x="4325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3" y="8496"/>
                  </a:lnTo>
                  <a:lnTo>
                    <a:pt x="5599" y="7724"/>
                  </a:lnTo>
                  <a:lnTo>
                    <a:pt x="6024" y="6990"/>
                  </a:lnTo>
                  <a:lnTo>
                    <a:pt x="6526" y="6295"/>
                  </a:lnTo>
                  <a:lnTo>
                    <a:pt x="7067" y="5600"/>
                  </a:lnTo>
                  <a:lnTo>
                    <a:pt x="7607" y="4982"/>
                  </a:lnTo>
                  <a:lnTo>
                    <a:pt x="8225" y="4403"/>
                  </a:lnTo>
                  <a:lnTo>
                    <a:pt x="8920" y="3824"/>
                  </a:lnTo>
                  <a:lnTo>
                    <a:pt x="9615" y="3322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71" y="2086"/>
                  </a:lnTo>
                  <a:close/>
                  <a:moveTo>
                    <a:pt x="14481" y="6990"/>
                  </a:moveTo>
                  <a:lnTo>
                    <a:pt x="14481" y="7840"/>
                  </a:lnTo>
                  <a:lnTo>
                    <a:pt x="14442" y="8689"/>
                  </a:lnTo>
                  <a:lnTo>
                    <a:pt x="14288" y="9539"/>
                  </a:lnTo>
                  <a:lnTo>
                    <a:pt x="14172" y="9964"/>
                  </a:lnTo>
                  <a:lnTo>
                    <a:pt x="14056" y="10350"/>
                  </a:lnTo>
                  <a:lnTo>
                    <a:pt x="13901" y="10774"/>
                  </a:lnTo>
                  <a:lnTo>
                    <a:pt x="13708" y="11161"/>
                  </a:lnTo>
                  <a:lnTo>
                    <a:pt x="13515" y="11547"/>
                  </a:lnTo>
                  <a:lnTo>
                    <a:pt x="13284" y="11894"/>
                  </a:lnTo>
                  <a:lnTo>
                    <a:pt x="13052" y="12242"/>
                  </a:lnTo>
                  <a:lnTo>
                    <a:pt x="12782" y="12589"/>
                  </a:lnTo>
                  <a:lnTo>
                    <a:pt x="12511" y="12898"/>
                  </a:lnTo>
                  <a:lnTo>
                    <a:pt x="12202" y="13207"/>
                  </a:lnTo>
                  <a:lnTo>
                    <a:pt x="11971" y="13053"/>
                  </a:lnTo>
                  <a:lnTo>
                    <a:pt x="11700" y="12937"/>
                  </a:lnTo>
                  <a:lnTo>
                    <a:pt x="11121" y="12782"/>
                  </a:lnTo>
                  <a:lnTo>
                    <a:pt x="10542" y="12628"/>
                  </a:lnTo>
                  <a:lnTo>
                    <a:pt x="10001" y="12551"/>
                  </a:lnTo>
                  <a:lnTo>
                    <a:pt x="9422" y="12512"/>
                  </a:lnTo>
                  <a:lnTo>
                    <a:pt x="8843" y="12474"/>
                  </a:lnTo>
                  <a:lnTo>
                    <a:pt x="8302" y="12474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719" y="12667"/>
                  </a:lnTo>
                  <a:lnTo>
                    <a:pt x="6178" y="12782"/>
                  </a:lnTo>
                  <a:lnTo>
                    <a:pt x="5676" y="12937"/>
                  </a:lnTo>
                  <a:lnTo>
                    <a:pt x="5174" y="13130"/>
                  </a:lnTo>
                  <a:lnTo>
                    <a:pt x="4672" y="13362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40"/>
                  </a:lnTo>
                  <a:lnTo>
                    <a:pt x="5870" y="11161"/>
                  </a:lnTo>
                  <a:lnTo>
                    <a:pt x="6410" y="10620"/>
                  </a:lnTo>
                  <a:lnTo>
                    <a:pt x="6989" y="10118"/>
                  </a:lnTo>
                  <a:lnTo>
                    <a:pt x="7569" y="9655"/>
                  </a:lnTo>
                  <a:lnTo>
                    <a:pt x="8148" y="9230"/>
                  </a:lnTo>
                  <a:lnTo>
                    <a:pt x="8766" y="8805"/>
                  </a:lnTo>
                  <a:lnTo>
                    <a:pt x="9422" y="8458"/>
                  </a:lnTo>
                  <a:lnTo>
                    <a:pt x="10079" y="8110"/>
                  </a:lnTo>
                  <a:lnTo>
                    <a:pt x="10735" y="7840"/>
                  </a:lnTo>
                  <a:lnTo>
                    <a:pt x="11469" y="7569"/>
                  </a:lnTo>
                  <a:lnTo>
                    <a:pt x="12164" y="7376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7"/>
                  </a:moveTo>
                  <a:lnTo>
                    <a:pt x="4055" y="1854"/>
                  </a:lnTo>
                  <a:lnTo>
                    <a:pt x="3630" y="2472"/>
                  </a:lnTo>
                  <a:lnTo>
                    <a:pt x="3244" y="3129"/>
                  </a:lnTo>
                  <a:lnTo>
                    <a:pt x="2935" y="3824"/>
                  </a:lnTo>
                  <a:lnTo>
                    <a:pt x="2664" y="4519"/>
                  </a:lnTo>
                  <a:lnTo>
                    <a:pt x="2471" y="5291"/>
                  </a:lnTo>
                  <a:lnTo>
                    <a:pt x="2317" y="6025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2"/>
                  </a:lnTo>
                  <a:lnTo>
                    <a:pt x="2278" y="9114"/>
                  </a:lnTo>
                  <a:lnTo>
                    <a:pt x="2394" y="9886"/>
                  </a:lnTo>
                  <a:lnTo>
                    <a:pt x="2549" y="10620"/>
                  </a:lnTo>
                  <a:lnTo>
                    <a:pt x="2780" y="11354"/>
                  </a:lnTo>
                  <a:lnTo>
                    <a:pt x="3012" y="12087"/>
                  </a:lnTo>
                  <a:lnTo>
                    <a:pt x="3321" y="12744"/>
                  </a:lnTo>
                  <a:lnTo>
                    <a:pt x="3128" y="12898"/>
                  </a:lnTo>
                  <a:lnTo>
                    <a:pt x="2935" y="13053"/>
                  </a:lnTo>
                  <a:lnTo>
                    <a:pt x="2819" y="13246"/>
                  </a:lnTo>
                  <a:lnTo>
                    <a:pt x="2742" y="13439"/>
                  </a:lnTo>
                  <a:lnTo>
                    <a:pt x="2394" y="13014"/>
                  </a:lnTo>
                  <a:lnTo>
                    <a:pt x="2085" y="12551"/>
                  </a:lnTo>
                  <a:lnTo>
                    <a:pt x="1776" y="12087"/>
                  </a:lnTo>
                  <a:lnTo>
                    <a:pt x="1506" y="11624"/>
                  </a:lnTo>
                  <a:lnTo>
                    <a:pt x="1274" y="11122"/>
                  </a:lnTo>
                  <a:lnTo>
                    <a:pt x="1081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114"/>
                  </a:lnTo>
                  <a:lnTo>
                    <a:pt x="541" y="8573"/>
                  </a:lnTo>
                  <a:lnTo>
                    <a:pt x="502" y="8033"/>
                  </a:lnTo>
                  <a:lnTo>
                    <a:pt x="502" y="7492"/>
                  </a:lnTo>
                  <a:lnTo>
                    <a:pt x="541" y="6952"/>
                  </a:lnTo>
                  <a:lnTo>
                    <a:pt x="618" y="6411"/>
                  </a:lnTo>
                  <a:lnTo>
                    <a:pt x="772" y="5870"/>
                  </a:lnTo>
                  <a:lnTo>
                    <a:pt x="927" y="5330"/>
                  </a:lnTo>
                  <a:lnTo>
                    <a:pt x="1197" y="4673"/>
                  </a:lnTo>
                  <a:lnTo>
                    <a:pt x="1545" y="4056"/>
                  </a:lnTo>
                  <a:lnTo>
                    <a:pt x="1931" y="3476"/>
                  </a:lnTo>
                  <a:lnTo>
                    <a:pt x="2356" y="2936"/>
                  </a:lnTo>
                  <a:lnTo>
                    <a:pt x="2858" y="2434"/>
                  </a:lnTo>
                  <a:lnTo>
                    <a:pt x="3360" y="2009"/>
                  </a:lnTo>
                  <a:lnTo>
                    <a:pt x="3939" y="1584"/>
                  </a:lnTo>
                  <a:lnTo>
                    <a:pt x="4518" y="1237"/>
                  </a:lnTo>
                  <a:close/>
                  <a:moveTo>
                    <a:pt x="3862" y="12976"/>
                  </a:moveTo>
                  <a:lnTo>
                    <a:pt x="4016" y="13053"/>
                  </a:lnTo>
                  <a:lnTo>
                    <a:pt x="4170" y="13169"/>
                  </a:lnTo>
                  <a:lnTo>
                    <a:pt x="4286" y="13284"/>
                  </a:lnTo>
                  <a:lnTo>
                    <a:pt x="4325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325" y="13941"/>
                  </a:lnTo>
                  <a:lnTo>
                    <a:pt x="4209" y="14095"/>
                  </a:lnTo>
                  <a:lnTo>
                    <a:pt x="3784" y="13825"/>
                  </a:lnTo>
                  <a:lnTo>
                    <a:pt x="3360" y="13478"/>
                  </a:lnTo>
                  <a:lnTo>
                    <a:pt x="3244" y="13439"/>
                  </a:lnTo>
                  <a:lnTo>
                    <a:pt x="3166" y="13439"/>
                  </a:lnTo>
                  <a:lnTo>
                    <a:pt x="3051" y="13478"/>
                  </a:lnTo>
                  <a:lnTo>
                    <a:pt x="2973" y="13516"/>
                  </a:lnTo>
                  <a:lnTo>
                    <a:pt x="3051" y="13362"/>
                  </a:lnTo>
                  <a:lnTo>
                    <a:pt x="3166" y="13207"/>
                  </a:lnTo>
                  <a:lnTo>
                    <a:pt x="3321" y="13130"/>
                  </a:lnTo>
                  <a:lnTo>
                    <a:pt x="3475" y="13014"/>
                  </a:lnTo>
                  <a:lnTo>
                    <a:pt x="3668" y="12976"/>
                  </a:lnTo>
                  <a:close/>
                  <a:moveTo>
                    <a:pt x="9152" y="12860"/>
                  </a:moveTo>
                  <a:lnTo>
                    <a:pt x="9615" y="12898"/>
                  </a:lnTo>
                  <a:lnTo>
                    <a:pt x="10117" y="12976"/>
                  </a:lnTo>
                  <a:lnTo>
                    <a:pt x="10503" y="13014"/>
                  </a:lnTo>
                  <a:lnTo>
                    <a:pt x="11005" y="13130"/>
                  </a:lnTo>
                  <a:lnTo>
                    <a:pt x="11507" y="13246"/>
                  </a:lnTo>
                  <a:lnTo>
                    <a:pt x="11700" y="13362"/>
                  </a:lnTo>
                  <a:lnTo>
                    <a:pt x="11893" y="13478"/>
                  </a:lnTo>
                  <a:lnTo>
                    <a:pt x="11507" y="13786"/>
                  </a:lnTo>
                  <a:lnTo>
                    <a:pt x="11083" y="14018"/>
                  </a:lnTo>
                  <a:lnTo>
                    <a:pt x="10658" y="14250"/>
                  </a:lnTo>
                  <a:lnTo>
                    <a:pt x="10233" y="14443"/>
                  </a:lnTo>
                  <a:lnTo>
                    <a:pt x="9770" y="14636"/>
                  </a:lnTo>
                  <a:lnTo>
                    <a:pt x="9306" y="14752"/>
                  </a:lnTo>
                  <a:lnTo>
                    <a:pt x="8843" y="14868"/>
                  </a:lnTo>
                  <a:lnTo>
                    <a:pt x="8341" y="14945"/>
                  </a:lnTo>
                  <a:lnTo>
                    <a:pt x="7877" y="14983"/>
                  </a:lnTo>
                  <a:lnTo>
                    <a:pt x="7375" y="14983"/>
                  </a:lnTo>
                  <a:lnTo>
                    <a:pt x="6912" y="14945"/>
                  </a:lnTo>
                  <a:lnTo>
                    <a:pt x="6410" y="14868"/>
                  </a:lnTo>
                  <a:lnTo>
                    <a:pt x="5947" y="14790"/>
                  </a:lnTo>
                  <a:lnTo>
                    <a:pt x="5483" y="14636"/>
                  </a:lnTo>
                  <a:lnTo>
                    <a:pt x="5020" y="14482"/>
                  </a:lnTo>
                  <a:lnTo>
                    <a:pt x="4595" y="14288"/>
                  </a:lnTo>
                  <a:lnTo>
                    <a:pt x="4711" y="14018"/>
                  </a:lnTo>
                  <a:lnTo>
                    <a:pt x="4750" y="13748"/>
                  </a:lnTo>
                  <a:lnTo>
                    <a:pt x="4711" y="13593"/>
                  </a:lnTo>
                  <a:lnTo>
                    <a:pt x="5561" y="13323"/>
                  </a:lnTo>
                  <a:lnTo>
                    <a:pt x="6410" y="13091"/>
                  </a:lnTo>
                  <a:lnTo>
                    <a:pt x="7298" y="12937"/>
                  </a:lnTo>
                  <a:lnTo>
                    <a:pt x="8186" y="12860"/>
                  </a:lnTo>
                  <a:close/>
                  <a:moveTo>
                    <a:pt x="7607" y="1"/>
                  </a:moveTo>
                  <a:lnTo>
                    <a:pt x="6989" y="40"/>
                  </a:lnTo>
                  <a:lnTo>
                    <a:pt x="6449" y="117"/>
                  </a:lnTo>
                  <a:lnTo>
                    <a:pt x="5870" y="233"/>
                  </a:lnTo>
                  <a:lnTo>
                    <a:pt x="5329" y="387"/>
                  </a:lnTo>
                  <a:lnTo>
                    <a:pt x="4788" y="580"/>
                  </a:lnTo>
                  <a:lnTo>
                    <a:pt x="4248" y="812"/>
                  </a:lnTo>
                  <a:lnTo>
                    <a:pt x="3784" y="1121"/>
                  </a:lnTo>
                  <a:lnTo>
                    <a:pt x="3282" y="1430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2008" y="2588"/>
                  </a:lnTo>
                  <a:lnTo>
                    <a:pt x="1622" y="3013"/>
                  </a:lnTo>
                  <a:lnTo>
                    <a:pt x="1274" y="3515"/>
                  </a:lnTo>
                  <a:lnTo>
                    <a:pt x="965" y="4017"/>
                  </a:lnTo>
                  <a:lnTo>
                    <a:pt x="695" y="4596"/>
                  </a:lnTo>
                  <a:lnTo>
                    <a:pt x="425" y="5253"/>
                  </a:lnTo>
                  <a:lnTo>
                    <a:pt x="232" y="5909"/>
                  </a:lnTo>
                  <a:lnTo>
                    <a:pt x="116" y="6565"/>
                  </a:lnTo>
                  <a:lnTo>
                    <a:pt x="39" y="7222"/>
                  </a:lnTo>
                  <a:lnTo>
                    <a:pt x="0" y="7917"/>
                  </a:lnTo>
                  <a:lnTo>
                    <a:pt x="39" y="8612"/>
                  </a:lnTo>
                  <a:lnTo>
                    <a:pt x="116" y="9269"/>
                  </a:lnTo>
                  <a:lnTo>
                    <a:pt x="270" y="9925"/>
                  </a:lnTo>
                  <a:lnTo>
                    <a:pt x="463" y="10581"/>
                  </a:lnTo>
                  <a:lnTo>
                    <a:pt x="695" y="11238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0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6" y="14134"/>
                  </a:lnTo>
                  <a:lnTo>
                    <a:pt x="3475" y="14327"/>
                  </a:lnTo>
                  <a:lnTo>
                    <a:pt x="3784" y="14520"/>
                  </a:lnTo>
                  <a:lnTo>
                    <a:pt x="4132" y="14597"/>
                  </a:lnTo>
                  <a:lnTo>
                    <a:pt x="4557" y="14829"/>
                  </a:lnTo>
                  <a:lnTo>
                    <a:pt x="4981" y="14983"/>
                  </a:lnTo>
                  <a:lnTo>
                    <a:pt x="5406" y="15138"/>
                  </a:lnTo>
                  <a:lnTo>
                    <a:pt x="5870" y="15292"/>
                  </a:lnTo>
                  <a:lnTo>
                    <a:pt x="6333" y="15370"/>
                  </a:lnTo>
                  <a:lnTo>
                    <a:pt x="6796" y="15447"/>
                  </a:lnTo>
                  <a:lnTo>
                    <a:pt x="7298" y="15485"/>
                  </a:lnTo>
                  <a:lnTo>
                    <a:pt x="7762" y="15485"/>
                  </a:lnTo>
                  <a:lnTo>
                    <a:pt x="8225" y="15447"/>
                  </a:lnTo>
                  <a:lnTo>
                    <a:pt x="8688" y="15408"/>
                  </a:lnTo>
                  <a:lnTo>
                    <a:pt x="9152" y="15331"/>
                  </a:lnTo>
                  <a:lnTo>
                    <a:pt x="9615" y="15215"/>
                  </a:lnTo>
                  <a:lnTo>
                    <a:pt x="10079" y="15061"/>
                  </a:lnTo>
                  <a:lnTo>
                    <a:pt x="10542" y="14868"/>
                  </a:lnTo>
                  <a:lnTo>
                    <a:pt x="10967" y="14675"/>
                  </a:lnTo>
                  <a:lnTo>
                    <a:pt x="11391" y="14443"/>
                  </a:lnTo>
                  <a:lnTo>
                    <a:pt x="11855" y="14134"/>
                  </a:lnTo>
                  <a:lnTo>
                    <a:pt x="12318" y="13786"/>
                  </a:lnTo>
                  <a:lnTo>
                    <a:pt x="12743" y="13400"/>
                  </a:lnTo>
                  <a:lnTo>
                    <a:pt x="13129" y="12976"/>
                  </a:lnTo>
                  <a:lnTo>
                    <a:pt x="13477" y="12551"/>
                  </a:lnTo>
                  <a:lnTo>
                    <a:pt x="13786" y="12049"/>
                  </a:lnTo>
                  <a:lnTo>
                    <a:pt x="14056" y="11585"/>
                  </a:lnTo>
                  <a:lnTo>
                    <a:pt x="14288" y="11045"/>
                  </a:lnTo>
                  <a:lnTo>
                    <a:pt x="14519" y="10543"/>
                  </a:lnTo>
                  <a:lnTo>
                    <a:pt x="14674" y="10002"/>
                  </a:lnTo>
                  <a:lnTo>
                    <a:pt x="14828" y="9423"/>
                  </a:lnTo>
                  <a:lnTo>
                    <a:pt x="14905" y="8882"/>
                  </a:lnTo>
                  <a:lnTo>
                    <a:pt x="14983" y="8303"/>
                  </a:lnTo>
                  <a:lnTo>
                    <a:pt x="15021" y="7724"/>
                  </a:lnTo>
                  <a:lnTo>
                    <a:pt x="14983" y="7145"/>
                  </a:lnTo>
                  <a:lnTo>
                    <a:pt x="14944" y="6604"/>
                  </a:lnTo>
                  <a:lnTo>
                    <a:pt x="14828" y="5986"/>
                  </a:lnTo>
                  <a:lnTo>
                    <a:pt x="14674" y="5407"/>
                  </a:lnTo>
                  <a:lnTo>
                    <a:pt x="14481" y="4828"/>
                  </a:lnTo>
                  <a:lnTo>
                    <a:pt x="14249" y="4287"/>
                  </a:lnTo>
                  <a:lnTo>
                    <a:pt x="13979" y="3747"/>
                  </a:lnTo>
                  <a:lnTo>
                    <a:pt x="13670" y="3245"/>
                  </a:lnTo>
                  <a:lnTo>
                    <a:pt x="13322" y="2743"/>
                  </a:lnTo>
                  <a:lnTo>
                    <a:pt x="12936" y="2318"/>
                  </a:lnTo>
                  <a:lnTo>
                    <a:pt x="12511" y="1893"/>
                  </a:lnTo>
                  <a:lnTo>
                    <a:pt x="12048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2" y="619"/>
                  </a:lnTo>
                  <a:lnTo>
                    <a:pt x="9963" y="387"/>
                  </a:lnTo>
                  <a:lnTo>
                    <a:pt x="9383" y="233"/>
                  </a:lnTo>
                  <a:lnTo>
                    <a:pt x="8766" y="117"/>
                  </a:lnTo>
                  <a:lnTo>
                    <a:pt x="8186" y="40"/>
                  </a:lnTo>
                  <a:lnTo>
                    <a:pt x="76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1177425" y="952325"/>
              <a:ext cx="625575" cy="344650"/>
            </a:xfrm>
            <a:custGeom>
              <a:avLst/>
              <a:gdLst/>
              <a:ahLst/>
              <a:cxnLst/>
              <a:rect l="l" t="t" r="r" b="b"/>
              <a:pathLst>
                <a:path w="25023" h="13786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41" y="2008"/>
                  </a:lnTo>
                  <a:lnTo>
                    <a:pt x="23787" y="2124"/>
                  </a:lnTo>
                  <a:lnTo>
                    <a:pt x="23633" y="2201"/>
                  </a:lnTo>
                  <a:lnTo>
                    <a:pt x="23478" y="2201"/>
                  </a:lnTo>
                  <a:lnTo>
                    <a:pt x="23324" y="2163"/>
                  </a:lnTo>
                  <a:lnTo>
                    <a:pt x="23208" y="2047"/>
                  </a:lnTo>
                  <a:lnTo>
                    <a:pt x="23092" y="1931"/>
                  </a:lnTo>
                  <a:lnTo>
                    <a:pt x="23015" y="1815"/>
                  </a:lnTo>
                  <a:lnTo>
                    <a:pt x="22976" y="1622"/>
                  </a:lnTo>
                  <a:lnTo>
                    <a:pt x="22976" y="1429"/>
                  </a:lnTo>
                  <a:lnTo>
                    <a:pt x="23053" y="1236"/>
                  </a:lnTo>
                  <a:lnTo>
                    <a:pt x="23169" y="1081"/>
                  </a:lnTo>
                  <a:lnTo>
                    <a:pt x="23285" y="966"/>
                  </a:lnTo>
                  <a:close/>
                  <a:moveTo>
                    <a:pt x="24096" y="2394"/>
                  </a:moveTo>
                  <a:lnTo>
                    <a:pt x="24212" y="2742"/>
                  </a:lnTo>
                  <a:lnTo>
                    <a:pt x="24328" y="3089"/>
                  </a:lnTo>
                  <a:lnTo>
                    <a:pt x="24366" y="3437"/>
                  </a:lnTo>
                  <a:lnTo>
                    <a:pt x="24443" y="3784"/>
                  </a:lnTo>
                  <a:lnTo>
                    <a:pt x="24173" y="3707"/>
                  </a:lnTo>
                  <a:lnTo>
                    <a:pt x="23941" y="3591"/>
                  </a:lnTo>
                  <a:lnTo>
                    <a:pt x="23864" y="3514"/>
                  </a:lnTo>
                  <a:lnTo>
                    <a:pt x="23787" y="3398"/>
                  </a:lnTo>
                  <a:lnTo>
                    <a:pt x="23748" y="3283"/>
                  </a:lnTo>
                  <a:lnTo>
                    <a:pt x="23710" y="3128"/>
                  </a:lnTo>
                  <a:lnTo>
                    <a:pt x="23710" y="2896"/>
                  </a:lnTo>
                  <a:lnTo>
                    <a:pt x="23787" y="2703"/>
                  </a:lnTo>
                  <a:lnTo>
                    <a:pt x="23941" y="2549"/>
                  </a:lnTo>
                  <a:lnTo>
                    <a:pt x="24096" y="2394"/>
                  </a:lnTo>
                  <a:close/>
                  <a:moveTo>
                    <a:pt x="16180" y="4943"/>
                  </a:moveTo>
                  <a:lnTo>
                    <a:pt x="16296" y="4982"/>
                  </a:lnTo>
                  <a:lnTo>
                    <a:pt x="16412" y="5059"/>
                  </a:lnTo>
                  <a:lnTo>
                    <a:pt x="16489" y="5136"/>
                  </a:lnTo>
                  <a:lnTo>
                    <a:pt x="16566" y="5252"/>
                  </a:lnTo>
                  <a:lnTo>
                    <a:pt x="16566" y="5406"/>
                  </a:lnTo>
                  <a:lnTo>
                    <a:pt x="16296" y="5406"/>
                  </a:lnTo>
                  <a:lnTo>
                    <a:pt x="15678" y="5479"/>
                  </a:lnTo>
                  <a:lnTo>
                    <a:pt x="15678" y="5479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94" y="5136"/>
                  </a:lnTo>
                  <a:lnTo>
                    <a:pt x="15871" y="5059"/>
                  </a:lnTo>
                  <a:lnTo>
                    <a:pt x="15948" y="5020"/>
                  </a:lnTo>
                  <a:lnTo>
                    <a:pt x="16064" y="4943"/>
                  </a:lnTo>
                  <a:close/>
                  <a:moveTo>
                    <a:pt x="24443" y="4209"/>
                  </a:moveTo>
                  <a:lnTo>
                    <a:pt x="24443" y="4673"/>
                  </a:lnTo>
                  <a:lnTo>
                    <a:pt x="24366" y="5097"/>
                  </a:lnTo>
                  <a:lnTo>
                    <a:pt x="24250" y="5484"/>
                  </a:lnTo>
                  <a:lnTo>
                    <a:pt x="24057" y="5406"/>
                  </a:lnTo>
                  <a:lnTo>
                    <a:pt x="23903" y="5252"/>
                  </a:lnTo>
                  <a:lnTo>
                    <a:pt x="23826" y="5059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11"/>
                  </a:lnTo>
                  <a:lnTo>
                    <a:pt x="23903" y="4595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09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04"/>
                  </a:lnTo>
                  <a:lnTo>
                    <a:pt x="17995" y="4982"/>
                  </a:lnTo>
                  <a:lnTo>
                    <a:pt x="18111" y="5175"/>
                  </a:lnTo>
                  <a:lnTo>
                    <a:pt x="18149" y="5406"/>
                  </a:lnTo>
                  <a:lnTo>
                    <a:pt x="18072" y="5599"/>
                  </a:lnTo>
                  <a:lnTo>
                    <a:pt x="17570" y="5484"/>
                  </a:lnTo>
                  <a:lnTo>
                    <a:pt x="17029" y="5406"/>
                  </a:lnTo>
                  <a:lnTo>
                    <a:pt x="17068" y="5290"/>
                  </a:lnTo>
                  <a:lnTo>
                    <a:pt x="17107" y="5136"/>
                  </a:lnTo>
                  <a:lnTo>
                    <a:pt x="17184" y="5020"/>
                  </a:lnTo>
                  <a:lnTo>
                    <a:pt x="17300" y="4943"/>
                  </a:lnTo>
                  <a:lnTo>
                    <a:pt x="17416" y="4866"/>
                  </a:lnTo>
                  <a:lnTo>
                    <a:pt x="17531" y="4827"/>
                  </a:lnTo>
                  <a:close/>
                  <a:moveTo>
                    <a:pt x="14597" y="5290"/>
                  </a:moveTo>
                  <a:lnTo>
                    <a:pt x="14713" y="5329"/>
                  </a:lnTo>
                  <a:lnTo>
                    <a:pt x="14828" y="5368"/>
                  </a:lnTo>
                  <a:lnTo>
                    <a:pt x="14944" y="5445"/>
                  </a:lnTo>
                  <a:lnTo>
                    <a:pt x="15021" y="5522"/>
                  </a:lnTo>
                  <a:lnTo>
                    <a:pt x="15060" y="5638"/>
                  </a:lnTo>
                  <a:lnTo>
                    <a:pt x="14558" y="5870"/>
                  </a:lnTo>
                  <a:lnTo>
                    <a:pt x="14056" y="6101"/>
                  </a:lnTo>
                  <a:lnTo>
                    <a:pt x="14017" y="6024"/>
                  </a:lnTo>
                  <a:lnTo>
                    <a:pt x="14056" y="5792"/>
                  </a:lnTo>
                  <a:lnTo>
                    <a:pt x="14133" y="5599"/>
                  </a:lnTo>
                  <a:lnTo>
                    <a:pt x="14249" y="5406"/>
                  </a:lnTo>
                  <a:lnTo>
                    <a:pt x="14365" y="5368"/>
                  </a:lnTo>
                  <a:lnTo>
                    <a:pt x="14481" y="5329"/>
                  </a:lnTo>
                  <a:lnTo>
                    <a:pt x="14597" y="5290"/>
                  </a:lnTo>
                  <a:close/>
                  <a:moveTo>
                    <a:pt x="19115" y="5484"/>
                  </a:moveTo>
                  <a:lnTo>
                    <a:pt x="19192" y="5522"/>
                  </a:lnTo>
                  <a:lnTo>
                    <a:pt x="19308" y="5638"/>
                  </a:lnTo>
                  <a:lnTo>
                    <a:pt x="19385" y="5792"/>
                  </a:lnTo>
                  <a:lnTo>
                    <a:pt x="19385" y="5986"/>
                  </a:lnTo>
                  <a:lnTo>
                    <a:pt x="19346" y="6140"/>
                  </a:lnTo>
                  <a:lnTo>
                    <a:pt x="18613" y="5792"/>
                  </a:lnTo>
                  <a:lnTo>
                    <a:pt x="18651" y="5715"/>
                  </a:lnTo>
                  <a:lnTo>
                    <a:pt x="18690" y="5638"/>
                  </a:lnTo>
                  <a:lnTo>
                    <a:pt x="18844" y="5522"/>
                  </a:lnTo>
                  <a:lnTo>
                    <a:pt x="18999" y="5484"/>
                  </a:lnTo>
                  <a:close/>
                  <a:moveTo>
                    <a:pt x="20350" y="6063"/>
                  </a:moveTo>
                  <a:lnTo>
                    <a:pt x="20466" y="6101"/>
                  </a:lnTo>
                  <a:lnTo>
                    <a:pt x="20543" y="6179"/>
                  </a:lnTo>
                  <a:lnTo>
                    <a:pt x="20698" y="6333"/>
                  </a:lnTo>
                  <a:lnTo>
                    <a:pt x="20775" y="6526"/>
                  </a:lnTo>
                  <a:lnTo>
                    <a:pt x="20852" y="6719"/>
                  </a:lnTo>
                  <a:lnTo>
                    <a:pt x="20891" y="6912"/>
                  </a:lnTo>
                  <a:lnTo>
                    <a:pt x="20891" y="6912"/>
                  </a:lnTo>
                  <a:lnTo>
                    <a:pt x="20466" y="6719"/>
                  </a:lnTo>
                  <a:lnTo>
                    <a:pt x="20080" y="6526"/>
                  </a:lnTo>
                  <a:lnTo>
                    <a:pt x="19810" y="6372"/>
                  </a:lnTo>
                  <a:lnTo>
                    <a:pt x="19848" y="6256"/>
                  </a:lnTo>
                  <a:lnTo>
                    <a:pt x="19887" y="6179"/>
                  </a:lnTo>
                  <a:lnTo>
                    <a:pt x="20003" y="6101"/>
                  </a:lnTo>
                  <a:lnTo>
                    <a:pt x="20080" y="6063"/>
                  </a:lnTo>
                  <a:close/>
                  <a:moveTo>
                    <a:pt x="23748" y="5870"/>
                  </a:moveTo>
                  <a:lnTo>
                    <a:pt x="23941" y="5947"/>
                  </a:lnTo>
                  <a:lnTo>
                    <a:pt x="24019" y="5986"/>
                  </a:lnTo>
                  <a:lnTo>
                    <a:pt x="24096" y="5986"/>
                  </a:lnTo>
                  <a:lnTo>
                    <a:pt x="23941" y="6294"/>
                  </a:lnTo>
                  <a:lnTo>
                    <a:pt x="23748" y="6526"/>
                  </a:lnTo>
                  <a:lnTo>
                    <a:pt x="23517" y="6758"/>
                  </a:lnTo>
                  <a:lnTo>
                    <a:pt x="23246" y="6951"/>
                  </a:lnTo>
                  <a:lnTo>
                    <a:pt x="23208" y="6912"/>
                  </a:lnTo>
                  <a:lnTo>
                    <a:pt x="23092" y="6719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3" y="6179"/>
                  </a:lnTo>
                  <a:lnTo>
                    <a:pt x="23131" y="6063"/>
                  </a:lnTo>
                  <a:lnTo>
                    <a:pt x="23208" y="5986"/>
                  </a:lnTo>
                  <a:lnTo>
                    <a:pt x="23285" y="5908"/>
                  </a:lnTo>
                  <a:lnTo>
                    <a:pt x="23517" y="5870"/>
                  </a:lnTo>
                  <a:close/>
                  <a:moveTo>
                    <a:pt x="13245" y="6101"/>
                  </a:moveTo>
                  <a:lnTo>
                    <a:pt x="13477" y="6140"/>
                  </a:lnTo>
                  <a:lnTo>
                    <a:pt x="13593" y="6217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067"/>
                  </a:lnTo>
                  <a:lnTo>
                    <a:pt x="12705" y="7028"/>
                  </a:lnTo>
                  <a:lnTo>
                    <a:pt x="12666" y="6912"/>
                  </a:lnTo>
                  <a:lnTo>
                    <a:pt x="12627" y="6796"/>
                  </a:lnTo>
                  <a:lnTo>
                    <a:pt x="12627" y="6642"/>
                  </a:lnTo>
                  <a:lnTo>
                    <a:pt x="12666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98" y="6179"/>
                  </a:lnTo>
                  <a:lnTo>
                    <a:pt x="13013" y="6140"/>
                  </a:lnTo>
                  <a:lnTo>
                    <a:pt x="13129" y="6101"/>
                  </a:lnTo>
                  <a:close/>
                  <a:moveTo>
                    <a:pt x="22165" y="6565"/>
                  </a:moveTo>
                  <a:lnTo>
                    <a:pt x="22281" y="6603"/>
                  </a:lnTo>
                  <a:lnTo>
                    <a:pt x="22474" y="6681"/>
                  </a:lnTo>
                  <a:lnTo>
                    <a:pt x="22629" y="6835"/>
                  </a:lnTo>
                  <a:lnTo>
                    <a:pt x="22783" y="7028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5"/>
                  </a:lnTo>
                  <a:lnTo>
                    <a:pt x="22937" y="7105"/>
                  </a:lnTo>
                  <a:lnTo>
                    <a:pt x="22551" y="7221"/>
                  </a:lnTo>
                  <a:lnTo>
                    <a:pt x="22165" y="7221"/>
                  </a:lnTo>
                  <a:lnTo>
                    <a:pt x="21779" y="7183"/>
                  </a:lnTo>
                  <a:lnTo>
                    <a:pt x="21393" y="7105"/>
                  </a:lnTo>
                  <a:lnTo>
                    <a:pt x="21509" y="6912"/>
                  </a:lnTo>
                  <a:lnTo>
                    <a:pt x="21625" y="6719"/>
                  </a:lnTo>
                  <a:lnTo>
                    <a:pt x="21818" y="6603"/>
                  </a:lnTo>
                  <a:lnTo>
                    <a:pt x="22049" y="6565"/>
                  </a:lnTo>
                  <a:close/>
                  <a:moveTo>
                    <a:pt x="12280" y="7376"/>
                  </a:moveTo>
                  <a:lnTo>
                    <a:pt x="12473" y="7414"/>
                  </a:lnTo>
                  <a:lnTo>
                    <a:pt x="12125" y="7955"/>
                  </a:lnTo>
                  <a:lnTo>
                    <a:pt x="11816" y="8534"/>
                  </a:lnTo>
                  <a:lnTo>
                    <a:pt x="11701" y="8341"/>
                  </a:lnTo>
                  <a:lnTo>
                    <a:pt x="11662" y="8071"/>
                  </a:lnTo>
                  <a:lnTo>
                    <a:pt x="11662" y="7955"/>
                  </a:lnTo>
                  <a:lnTo>
                    <a:pt x="11701" y="7800"/>
                  </a:lnTo>
                  <a:lnTo>
                    <a:pt x="11739" y="7685"/>
                  </a:lnTo>
                  <a:lnTo>
                    <a:pt x="11816" y="7607"/>
                  </a:lnTo>
                  <a:lnTo>
                    <a:pt x="11932" y="7492"/>
                  </a:lnTo>
                  <a:lnTo>
                    <a:pt x="12048" y="7453"/>
                  </a:lnTo>
                  <a:lnTo>
                    <a:pt x="12164" y="7414"/>
                  </a:lnTo>
                  <a:lnTo>
                    <a:pt x="12280" y="7376"/>
                  </a:lnTo>
                  <a:close/>
                  <a:moveTo>
                    <a:pt x="2240" y="9345"/>
                  </a:moveTo>
                  <a:lnTo>
                    <a:pt x="2394" y="9384"/>
                  </a:lnTo>
                  <a:lnTo>
                    <a:pt x="2472" y="9461"/>
                  </a:lnTo>
                  <a:lnTo>
                    <a:pt x="2549" y="9538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9963"/>
                  </a:lnTo>
                  <a:lnTo>
                    <a:pt x="2124" y="9886"/>
                  </a:lnTo>
                  <a:lnTo>
                    <a:pt x="1661" y="9847"/>
                  </a:lnTo>
                  <a:lnTo>
                    <a:pt x="1699" y="9731"/>
                  </a:lnTo>
                  <a:lnTo>
                    <a:pt x="1738" y="9615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lnTo>
                    <a:pt x="2124" y="9345"/>
                  </a:lnTo>
                  <a:close/>
                  <a:moveTo>
                    <a:pt x="11662" y="8997"/>
                  </a:moveTo>
                  <a:lnTo>
                    <a:pt x="11469" y="9499"/>
                  </a:lnTo>
                  <a:lnTo>
                    <a:pt x="11353" y="10001"/>
                  </a:lnTo>
                  <a:lnTo>
                    <a:pt x="11276" y="10272"/>
                  </a:lnTo>
                  <a:lnTo>
                    <a:pt x="11237" y="10233"/>
                  </a:lnTo>
                  <a:lnTo>
                    <a:pt x="11083" y="10040"/>
                  </a:lnTo>
                  <a:lnTo>
                    <a:pt x="10967" y="9808"/>
                  </a:lnTo>
                  <a:lnTo>
                    <a:pt x="10928" y="9693"/>
                  </a:lnTo>
                  <a:lnTo>
                    <a:pt x="10928" y="9538"/>
                  </a:lnTo>
                  <a:lnTo>
                    <a:pt x="10967" y="9422"/>
                  </a:lnTo>
                  <a:lnTo>
                    <a:pt x="11006" y="9306"/>
                  </a:lnTo>
                  <a:lnTo>
                    <a:pt x="11121" y="9152"/>
                  </a:lnTo>
                  <a:lnTo>
                    <a:pt x="11276" y="9036"/>
                  </a:lnTo>
                  <a:lnTo>
                    <a:pt x="11469" y="8997"/>
                  </a:lnTo>
                  <a:close/>
                  <a:moveTo>
                    <a:pt x="3785" y="9731"/>
                  </a:moveTo>
                  <a:lnTo>
                    <a:pt x="3900" y="9770"/>
                  </a:lnTo>
                  <a:lnTo>
                    <a:pt x="4016" y="9886"/>
                  </a:lnTo>
                  <a:lnTo>
                    <a:pt x="4093" y="10001"/>
                  </a:lnTo>
                  <a:lnTo>
                    <a:pt x="4171" y="10117"/>
                  </a:lnTo>
                  <a:lnTo>
                    <a:pt x="4171" y="10233"/>
                  </a:lnTo>
                  <a:lnTo>
                    <a:pt x="4171" y="10388"/>
                  </a:lnTo>
                  <a:lnTo>
                    <a:pt x="4132" y="10503"/>
                  </a:lnTo>
                  <a:lnTo>
                    <a:pt x="4055" y="10619"/>
                  </a:lnTo>
                  <a:lnTo>
                    <a:pt x="3900" y="10542"/>
                  </a:lnTo>
                  <a:lnTo>
                    <a:pt x="3514" y="10310"/>
                  </a:lnTo>
                  <a:lnTo>
                    <a:pt x="3089" y="10117"/>
                  </a:lnTo>
                  <a:lnTo>
                    <a:pt x="3167" y="10001"/>
                  </a:lnTo>
                  <a:lnTo>
                    <a:pt x="3244" y="9886"/>
                  </a:lnTo>
                  <a:lnTo>
                    <a:pt x="3360" y="9808"/>
                  </a:lnTo>
                  <a:lnTo>
                    <a:pt x="3514" y="9770"/>
                  </a:lnTo>
                  <a:lnTo>
                    <a:pt x="3630" y="9731"/>
                  </a:lnTo>
                  <a:close/>
                  <a:moveTo>
                    <a:pt x="4827" y="10619"/>
                  </a:moveTo>
                  <a:lnTo>
                    <a:pt x="4943" y="10658"/>
                  </a:lnTo>
                  <a:lnTo>
                    <a:pt x="5020" y="10697"/>
                  </a:lnTo>
                  <a:lnTo>
                    <a:pt x="5097" y="10774"/>
                  </a:lnTo>
                  <a:lnTo>
                    <a:pt x="5136" y="10851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97" y="11430"/>
                  </a:lnTo>
                  <a:lnTo>
                    <a:pt x="4402" y="10890"/>
                  </a:lnTo>
                  <a:lnTo>
                    <a:pt x="4441" y="10812"/>
                  </a:lnTo>
                  <a:lnTo>
                    <a:pt x="4518" y="10735"/>
                  </a:lnTo>
                  <a:lnTo>
                    <a:pt x="4673" y="10658"/>
                  </a:lnTo>
                  <a:lnTo>
                    <a:pt x="4827" y="10619"/>
                  </a:lnTo>
                  <a:close/>
                  <a:moveTo>
                    <a:pt x="11160" y="10619"/>
                  </a:moveTo>
                  <a:lnTo>
                    <a:pt x="10967" y="11199"/>
                  </a:lnTo>
                  <a:lnTo>
                    <a:pt x="10735" y="11739"/>
                  </a:lnTo>
                  <a:lnTo>
                    <a:pt x="10697" y="11662"/>
                  </a:lnTo>
                  <a:lnTo>
                    <a:pt x="10504" y="11507"/>
                  </a:lnTo>
                  <a:lnTo>
                    <a:pt x="10426" y="11314"/>
                  </a:lnTo>
                  <a:lnTo>
                    <a:pt x="10388" y="11121"/>
                  </a:lnTo>
                  <a:lnTo>
                    <a:pt x="10465" y="10928"/>
                  </a:lnTo>
                  <a:lnTo>
                    <a:pt x="10581" y="10774"/>
                  </a:lnTo>
                  <a:lnTo>
                    <a:pt x="10735" y="10658"/>
                  </a:lnTo>
                  <a:lnTo>
                    <a:pt x="10928" y="10619"/>
                  </a:lnTo>
                  <a:close/>
                  <a:moveTo>
                    <a:pt x="5754" y="11430"/>
                  </a:moveTo>
                  <a:lnTo>
                    <a:pt x="5986" y="11469"/>
                  </a:lnTo>
                  <a:lnTo>
                    <a:pt x="6063" y="11507"/>
                  </a:lnTo>
                  <a:lnTo>
                    <a:pt x="6179" y="11546"/>
                  </a:lnTo>
                  <a:lnTo>
                    <a:pt x="6256" y="11662"/>
                  </a:lnTo>
                  <a:lnTo>
                    <a:pt x="6333" y="11739"/>
                  </a:lnTo>
                  <a:lnTo>
                    <a:pt x="6410" y="11971"/>
                  </a:lnTo>
                  <a:lnTo>
                    <a:pt x="6410" y="12203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1"/>
                  </a:lnTo>
                  <a:lnTo>
                    <a:pt x="5484" y="11585"/>
                  </a:lnTo>
                  <a:lnTo>
                    <a:pt x="5561" y="11507"/>
                  </a:lnTo>
                  <a:lnTo>
                    <a:pt x="5638" y="11469"/>
                  </a:lnTo>
                  <a:lnTo>
                    <a:pt x="5754" y="11430"/>
                  </a:lnTo>
                  <a:close/>
                  <a:moveTo>
                    <a:pt x="10542" y="12009"/>
                  </a:moveTo>
                  <a:lnTo>
                    <a:pt x="10388" y="12280"/>
                  </a:lnTo>
                  <a:lnTo>
                    <a:pt x="10195" y="12511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27"/>
                  </a:lnTo>
                  <a:lnTo>
                    <a:pt x="9654" y="12473"/>
                  </a:lnTo>
                  <a:lnTo>
                    <a:pt x="9693" y="12318"/>
                  </a:lnTo>
                  <a:lnTo>
                    <a:pt x="9808" y="12203"/>
                  </a:lnTo>
                  <a:lnTo>
                    <a:pt x="9963" y="12125"/>
                  </a:lnTo>
                  <a:lnTo>
                    <a:pt x="10156" y="12087"/>
                  </a:lnTo>
                  <a:lnTo>
                    <a:pt x="10542" y="12009"/>
                  </a:lnTo>
                  <a:close/>
                  <a:moveTo>
                    <a:pt x="7376" y="12473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0"/>
                  </a:lnTo>
                  <a:lnTo>
                    <a:pt x="7878" y="13013"/>
                  </a:lnTo>
                  <a:lnTo>
                    <a:pt x="7878" y="13168"/>
                  </a:lnTo>
                  <a:lnTo>
                    <a:pt x="7337" y="12975"/>
                  </a:lnTo>
                  <a:lnTo>
                    <a:pt x="6835" y="12743"/>
                  </a:lnTo>
                  <a:lnTo>
                    <a:pt x="6990" y="12589"/>
                  </a:lnTo>
                  <a:lnTo>
                    <a:pt x="7183" y="12511"/>
                  </a:lnTo>
                  <a:lnTo>
                    <a:pt x="7376" y="12473"/>
                  </a:lnTo>
                  <a:close/>
                  <a:moveTo>
                    <a:pt x="8959" y="12627"/>
                  </a:moveTo>
                  <a:lnTo>
                    <a:pt x="9113" y="12743"/>
                  </a:lnTo>
                  <a:lnTo>
                    <a:pt x="9229" y="12936"/>
                  </a:lnTo>
                  <a:lnTo>
                    <a:pt x="9268" y="13091"/>
                  </a:lnTo>
                  <a:lnTo>
                    <a:pt x="9268" y="13207"/>
                  </a:lnTo>
                  <a:lnTo>
                    <a:pt x="9036" y="13245"/>
                  </a:lnTo>
                  <a:lnTo>
                    <a:pt x="8804" y="13284"/>
                  </a:lnTo>
                  <a:lnTo>
                    <a:pt x="8302" y="13284"/>
                  </a:lnTo>
                  <a:lnTo>
                    <a:pt x="8341" y="13207"/>
                  </a:lnTo>
                  <a:lnTo>
                    <a:pt x="8341" y="13013"/>
                  </a:lnTo>
                  <a:lnTo>
                    <a:pt x="8418" y="12820"/>
                  </a:lnTo>
                  <a:lnTo>
                    <a:pt x="8573" y="12666"/>
                  </a:lnTo>
                  <a:lnTo>
                    <a:pt x="8650" y="12627"/>
                  </a:lnTo>
                  <a:close/>
                  <a:moveTo>
                    <a:pt x="22899" y="0"/>
                  </a:moveTo>
                  <a:lnTo>
                    <a:pt x="22822" y="77"/>
                  </a:lnTo>
                  <a:lnTo>
                    <a:pt x="22783" y="116"/>
                  </a:lnTo>
                  <a:lnTo>
                    <a:pt x="22744" y="232"/>
                  </a:lnTo>
                  <a:lnTo>
                    <a:pt x="22744" y="309"/>
                  </a:lnTo>
                  <a:lnTo>
                    <a:pt x="22822" y="386"/>
                  </a:lnTo>
                  <a:lnTo>
                    <a:pt x="22860" y="425"/>
                  </a:lnTo>
                  <a:lnTo>
                    <a:pt x="23015" y="618"/>
                  </a:lnTo>
                  <a:lnTo>
                    <a:pt x="22899" y="773"/>
                  </a:lnTo>
                  <a:lnTo>
                    <a:pt x="22783" y="927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629" y="1506"/>
                  </a:lnTo>
                  <a:lnTo>
                    <a:pt x="22629" y="1699"/>
                  </a:lnTo>
                  <a:lnTo>
                    <a:pt x="22629" y="1854"/>
                  </a:lnTo>
                  <a:lnTo>
                    <a:pt x="22706" y="2047"/>
                  </a:lnTo>
                  <a:lnTo>
                    <a:pt x="22860" y="2240"/>
                  </a:lnTo>
                  <a:lnTo>
                    <a:pt x="23053" y="2394"/>
                  </a:lnTo>
                  <a:lnTo>
                    <a:pt x="23285" y="2472"/>
                  </a:lnTo>
                  <a:lnTo>
                    <a:pt x="23517" y="2510"/>
                  </a:lnTo>
                  <a:lnTo>
                    <a:pt x="23401" y="2703"/>
                  </a:lnTo>
                  <a:lnTo>
                    <a:pt x="23362" y="2896"/>
                  </a:lnTo>
                  <a:lnTo>
                    <a:pt x="23324" y="3089"/>
                  </a:lnTo>
                  <a:lnTo>
                    <a:pt x="23362" y="3244"/>
                  </a:lnTo>
                  <a:lnTo>
                    <a:pt x="23439" y="3476"/>
                  </a:lnTo>
                  <a:lnTo>
                    <a:pt x="23594" y="3707"/>
                  </a:lnTo>
                  <a:lnTo>
                    <a:pt x="23748" y="3862"/>
                  </a:lnTo>
                  <a:lnTo>
                    <a:pt x="23980" y="3978"/>
                  </a:lnTo>
                  <a:lnTo>
                    <a:pt x="23748" y="4209"/>
                  </a:lnTo>
                  <a:lnTo>
                    <a:pt x="23555" y="4441"/>
                  </a:lnTo>
                  <a:lnTo>
                    <a:pt x="23478" y="4750"/>
                  </a:lnTo>
                  <a:lnTo>
                    <a:pt x="23439" y="4866"/>
                  </a:lnTo>
                  <a:lnTo>
                    <a:pt x="23439" y="5020"/>
                  </a:lnTo>
                  <a:lnTo>
                    <a:pt x="23517" y="5252"/>
                  </a:lnTo>
                  <a:lnTo>
                    <a:pt x="23633" y="5484"/>
                  </a:lnTo>
                  <a:lnTo>
                    <a:pt x="23401" y="5484"/>
                  </a:lnTo>
                  <a:lnTo>
                    <a:pt x="23169" y="5561"/>
                  </a:lnTo>
                  <a:lnTo>
                    <a:pt x="22976" y="5677"/>
                  </a:lnTo>
                  <a:lnTo>
                    <a:pt x="22822" y="5870"/>
                  </a:lnTo>
                  <a:lnTo>
                    <a:pt x="22706" y="6101"/>
                  </a:lnTo>
                  <a:lnTo>
                    <a:pt x="22629" y="6333"/>
                  </a:lnTo>
                  <a:lnTo>
                    <a:pt x="22474" y="6256"/>
                  </a:lnTo>
                  <a:lnTo>
                    <a:pt x="22320" y="6217"/>
                  </a:lnTo>
                  <a:lnTo>
                    <a:pt x="22165" y="6179"/>
                  </a:lnTo>
                  <a:lnTo>
                    <a:pt x="21972" y="6217"/>
                  </a:lnTo>
                  <a:lnTo>
                    <a:pt x="21740" y="6256"/>
                  </a:lnTo>
                  <a:lnTo>
                    <a:pt x="21547" y="6372"/>
                  </a:lnTo>
                  <a:lnTo>
                    <a:pt x="21354" y="6565"/>
                  </a:lnTo>
                  <a:lnTo>
                    <a:pt x="21200" y="6758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5986"/>
                  </a:lnTo>
                  <a:lnTo>
                    <a:pt x="20736" y="5870"/>
                  </a:lnTo>
                  <a:lnTo>
                    <a:pt x="20582" y="5792"/>
                  </a:lnTo>
                  <a:lnTo>
                    <a:pt x="20428" y="5754"/>
                  </a:lnTo>
                  <a:lnTo>
                    <a:pt x="20080" y="5754"/>
                  </a:lnTo>
                  <a:lnTo>
                    <a:pt x="19887" y="5831"/>
                  </a:lnTo>
                  <a:lnTo>
                    <a:pt x="19771" y="5947"/>
                  </a:lnTo>
                  <a:lnTo>
                    <a:pt x="19732" y="5715"/>
                  </a:lnTo>
                  <a:lnTo>
                    <a:pt x="19617" y="5484"/>
                  </a:lnTo>
                  <a:lnTo>
                    <a:pt x="19462" y="5290"/>
                  </a:lnTo>
                  <a:lnTo>
                    <a:pt x="19385" y="5213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52"/>
                  </a:lnTo>
                  <a:lnTo>
                    <a:pt x="18497" y="5406"/>
                  </a:lnTo>
                  <a:lnTo>
                    <a:pt x="18458" y="5252"/>
                  </a:lnTo>
                  <a:lnTo>
                    <a:pt x="18458" y="5097"/>
                  </a:lnTo>
                  <a:lnTo>
                    <a:pt x="18381" y="4982"/>
                  </a:lnTo>
                  <a:lnTo>
                    <a:pt x="18304" y="4827"/>
                  </a:lnTo>
                  <a:lnTo>
                    <a:pt x="18188" y="4750"/>
                  </a:lnTo>
                  <a:lnTo>
                    <a:pt x="18072" y="4634"/>
                  </a:lnTo>
                  <a:lnTo>
                    <a:pt x="17956" y="4557"/>
                  </a:lnTo>
                  <a:lnTo>
                    <a:pt x="17802" y="4518"/>
                  </a:lnTo>
                  <a:lnTo>
                    <a:pt x="17531" y="4518"/>
                  </a:lnTo>
                  <a:lnTo>
                    <a:pt x="17377" y="4557"/>
                  </a:lnTo>
                  <a:lnTo>
                    <a:pt x="17261" y="4634"/>
                  </a:lnTo>
                  <a:lnTo>
                    <a:pt x="17145" y="4711"/>
                  </a:lnTo>
                  <a:lnTo>
                    <a:pt x="17029" y="4827"/>
                  </a:lnTo>
                  <a:lnTo>
                    <a:pt x="16875" y="5059"/>
                  </a:lnTo>
                  <a:lnTo>
                    <a:pt x="16759" y="4904"/>
                  </a:lnTo>
                  <a:lnTo>
                    <a:pt x="16605" y="4788"/>
                  </a:lnTo>
                  <a:lnTo>
                    <a:pt x="16450" y="4673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27"/>
                  </a:lnTo>
                  <a:lnTo>
                    <a:pt x="15523" y="4982"/>
                  </a:lnTo>
                  <a:lnTo>
                    <a:pt x="15446" y="5136"/>
                  </a:lnTo>
                  <a:lnTo>
                    <a:pt x="15408" y="5290"/>
                  </a:lnTo>
                  <a:lnTo>
                    <a:pt x="15408" y="5484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29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2"/>
                  </a:lnTo>
                  <a:lnTo>
                    <a:pt x="14635" y="4943"/>
                  </a:lnTo>
                  <a:lnTo>
                    <a:pt x="14442" y="4943"/>
                  </a:lnTo>
                  <a:lnTo>
                    <a:pt x="14288" y="5020"/>
                  </a:lnTo>
                  <a:lnTo>
                    <a:pt x="14172" y="5059"/>
                  </a:lnTo>
                  <a:lnTo>
                    <a:pt x="14056" y="5175"/>
                  </a:lnTo>
                  <a:lnTo>
                    <a:pt x="13940" y="5290"/>
                  </a:lnTo>
                  <a:lnTo>
                    <a:pt x="13824" y="5522"/>
                  </a:lnTo>
                  <a:lnTo>
                    <a:pt x="13786" y="5831"/>
                  </a:lnTo>
                  <a:lnTo>
                    <a:pt x="13593" y="5715"/>
                  </a:lnTo>
                  <a:lnTo>
                    <a:pt x="13361" y="5677"/>
                  </a:lnTo>
                  <a:lnTo>
                    <a:pt x="13168" y="5677"/>
                  </a:lnTo>
                  <a:lnTo>
                    <a:pt x="12936" y="5715"/>
                  </a:lnTo>
                  <a:lnTo>
                    <a:pt x="12743" y="5831"/>
                  </a:lnTo>
                  <a:lnTo>
                    <a:pt x="12627" y="5908"/>
                  </a:lnTo>
                  <a:lnTo>
                    <a:pt x="12511" y="6063"/>
                  </a:lnTo>
                  <a:lnTo>
                    <a:pt x="12434" y="6179"/>
                  </a:lnTo>
                  <a:lnTo>
                    <a:pt x="12357" y="6333"/>
                  </a:lnTo>
                  <a:lnTo>
                    <a:pt x="12357" y="6488"/>
                  </a:lnTo>
                  <a:lnTo>
                    <a:pt x="12357" y="6681"/>
                  </a:lnTo>
                  <a:lnTo>
                    <a:pt x="12357" y="6835"/>
                  </a:lnTo>
                  <a:lnTo>
                    <a:pt x="12434" y="6990"/>
                  </a:lnTo>
                  <a:lnTo>
                    <a:pt x="12164" y="6990"/>
                  </a:lnTo>
                  <a:lnTo>
                    <a:pt x="11894" y="7105"/>
                  </a:lnTo>
                  <a:lnTo>
                    <a:pt x="11662" y="7221"/>
                  </a:lnTo>
                  <a:lnTo>
                    <a:pt x="11507" y="7376"/>
                  </a:lnTo>
                  <a:lnTo>
                    <a:pt x="11430" y="7530"/>
                  </a:lnTo>
                  <a:lnTo>
                    <a:pt x="11353" y="7685"/>
                  </a:lnTo>
                  <a:lnTo>
                    <a:pt x="11314" y="7839"/>
                  </a:lnTo>
                  <a:lnTo>
                    <a:pt x="11314" y="7994"/>
                  </a:lnTo>
                  <a:lnTo>
                    <a:pt x="11314" y="8148"/>
                  </a:lnTo>
                  <a:lnTo>
                    <a:pt x="11353" y="8302"/>
                  </a:lnTo>
                  <a:lnTo>
                    <a:pt x="11392" y="8418"/>
                  </a:lnTo>
                  <a:lnTo>
                    <a:pt x="11507" y="8573"/>
                  </a:lnTo>
                  <a:lnTo>
                    <a:pt x="11237" y="8650"/>
                  </a:lnTo>
                  <a:lnTo>
                    <a:pt x="10967" y="8766"/>
                  </a:lnTo>
                  <a:lnTo>
                    <a:pt x="10774" y="8997"/>
                  </a:lnTo>
                  <a:lnTo>
                    <a:pt x="10658" y="9229"/>
                  </a:lnTo>
                  <a:lnTo>
                    <a:pt x="10581" y="9499"/>
                  </a:lnTo>
                  <a:lnTo>
                    <a:pt x="10619" y="9770"/>
                  </a:lnTo>
                  <a:lnTo>
                    <a:pt x="10697" y="10001"/>
                  </a:lnTo>
                  <a:lnTo>
                    <a:pt x="10851" y="10233"/>
                  </a:lnTo>
                  <a:lnTo>
                    <a:pt x="10619" y="10272"/>
                  </a:lnTo>
                  <a:lnTo>
                    <a:pt x="10426" y="10388"/>
                  </a:lnTo>
                  <a:lnTo>
                    <a:pt x="10272" y="10581"/>
                  </a:lnTo>
                  <a:lnTo>
                    <a:pt x="10117" y="10774"/>
                  </a:lnTo>
                  <a:lnTo>
                    <a:pt x="10079" y="10967"/>
                  </a:lnTo>
                  <a:lnTo>
                    <a:pt x="10040" y="11199"/>
                  </a:lnTo>
                  <a:lnTo>
                    <a:pt x="10079" y="11469"/>
                  </a:lnTo>
                  <a:lnTo>
                    <a:pt x="10195" y="11662"/>
                  </a:lnTo>
                  <a:lnTo>
                    <a:pt x="9924" y="11739"/>
                  </a:lnTo>
                  <a:lnTo>
                    <a:pt x="9693" y="11816"/>
                  </a:lnTo>
                  <a:lnTo>
                    <a:pt x="9500" y="11971"/>
                  </a:lnTo>
                  <a:lnTo>
                    <a:pt x="9422" y="12087"/>
                  </a:lnTo>
                  <a:lnTo>
                    <a:pt x="9384" y="12203"/>
                  </a:lnTo>
                  <a:lnTo>
                    <a:pt x="9345" y="12318"/>
                  </a:lnTo>
                  <a:lnTo>
                    <a:pt x="9306" y="12473"/>
                  </a:lnTo>
                  <a:lnTo>
                    <a:pt x="9191" y="12357"/>
                  </a:lnTo>
                  <a:lnTo>
                    <a:pt x="9036" y="12318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18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09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3" y="12241"/>
                  </a:lnTo>
                  <a:lnTo>
                    <a:pt x="7492" y="12164"/>
                  </a:lnTo>
                  <a:lnTo>
                    <a:pt x="7221" y="12164"/>
                  </a:lnTo>
                  <a:lnTo>
                    <a:pt x="6990" y="12241"/>
                  </a:lnTo>
                  <a:lnTo>
                    <a:pt x="6796" y="12396"/>
                  </a:lnTo>
                  <a:lnTo>
                    <a:pt x="6796" y="12048"/>
                  </a:lnTo>
                  <a:lnTo>
                    <a:pt x="6758" y="11855"/>
                  </a:lnTo>
                  <a:lnTo>
                    <a:pt x="6681" y="11701"/>
                  </a:lnTo>
                  <a:lnTo>
                    <a:pt x="6603" y="11546"/>
                  </a:lnTo>
                  <a:lnTo>
                    <a:pt x="6526" y="11392"/>
                  </a:lnTo>
                  <a:lnTo>
                    <a:pt x="6410" y="11276"/>
                  </a:lnTo>
                  <a:lnTo>
                    <a:pt x="6256" y="11199"/>
                  </a:lnTo>
                  <a:lnTo>
                    <a:pt x="6063" y="11160"/>
                  </a:lnTo>
                  <a:lnTo>
                    <a:pt x="5870" y="11121"/>
                  </a:lnTo>
                  <a:lnTo>
                    <a:pt x="5715" y="11160"/>
                  </a:lnTo>
                  <a:lnTo>
                    <a:pt x="5522" y="11199"/>
                  </a:lnTo>
                  <a:lnTo>
                    <a:pt x="5522" y="10928"/>
                  </a:lnTo>
                  <a:lnTo>
                    <a:pt x="5445" y="10697"/>
                  </a:lnTo>
                  <a:lnTo>
                    <a:pt x="5329" y="10503"/>
                  </a:lnTo>
                  <a:lnTo>
                    <a:pt x="5213" y="10426"/>
                  </a:lnTo>
                  <a:lnTo>
                    <a:pt x="5097" y="10349"/>
                  </a:lnTo>
                  <a:lnTo>
                    <a:pt x="4943" y="10310"/>
                  </a:lnTo>
                  <a:lnTo>
                    <a:pt x="4673" y="10310"/>
                  </a:lnTo>
                  <a:lnTo>
                    <a:pt x="4557" y="10349"/>
                  </a:lnTo>
                  <a:lnTo>
                    <a:pt x="4518" y="10156"/>
                  </a:lnTo>
                  <a:lnTo>
                    <a:pt x="4480" y="9924"/>
                  </a:lnTo>
                  <a:lnTo>
                    <a:pt x="4364" y="9731"/>
                  </a:lnTo>
                  <a:lnTo>
                    <a:pt x="4209" y="9577"/>
                  </a:lnTo>
                  <a:lnTo>
                    <a:pt x="4093" y="9461"/>
                  </a:lnTo>
                  <a:lnTo>
                    <a:pt x="3900" y="9422"/>
                  </a:lnTo>
                  <a:lnTo>
                    <a:pt x="3746" y="9384"/>
                  </a:lnTo>
                  <a:lnTo>
                    <a:pt x="3591" y="9422"/>
                  </a:lnTo>
                  <a:lnTo>
                    <a:pt x="3437" y="9461"/>
                  </a:lnTo>
                  <a:lnTo>
                    <a:pt x="3283" y="9538"/>
                  </a:lnTo>
                  <a:lnTo>
                    <a:pt x="3128" y="9615"/>
                  </a:lnTo>
                  <a:lnTo>
                    <a:pt x="3012" y="9731"/>
                  </a:lnTo>
                  <a:lnTo>
                    <a:pt x="2974" y="9615"/>
                  </a:lnTo>
                  <a:lnTo>
                    <a:pt x="2896" y="9422"/>
                  </a:lnTo>
                  <a:lnTo>
                    <a:pt x="2781" y="9268"/>
                  </a:lnTo>
                  <a:lnTo>
                    <a:pt x="2626" y="9113"/>
                  </a:lnTo>
                  <a:lnTo>
                    <a:pt x="2433" y="9036"/>
                  </a:lnTo>
                  <a:lnTo>
                    <a:pt x="2240" y="8997"/>
                  </a:lnTo>
                  <a:lnTo>
                    <a:pt x="2047" y="8997"/>
                  </a:lnTo>
                  <a:lnTo>
                    <a:pt x="1854" y="9075"/>
                  </a:lnTo>
                  <a:lnTo>
                    <a:pt x="1699" y="9191"/>
                  </a:lnTo>
                  <a:lnTo>
                    <a:pt x="1545" y="9345"/>
                  </a:lnTo>
                  <a:lnTo>
                    <a:pt x="1429" y="9499"/>
                  </a:lnTo>
                  <a:lnTo>
                    <a:pt x="1390" y="9693"/>
                  </a:lnTo>
                  <a:lnTo>
                    <a:pt x="1352" y="9886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272"/>
                  </a:lnTo>
                  <a:lnTo>
                    <a:pt x="386" y="10426"/>
                  </a:lnTo>
                  <a:lnTo>
                    <a:pt x="271" y="10542"/>
                  </a:lnTo>
                  <a:lnTo>
                    <a:pt x="116" y="10851"/>
                  </a:lnTo>
                  <a:lnTo>
                    <a:pt x="39" y="11199"/>
                  </a:lnTo>
                  <a:lnTo>
                    <a:pt x="0" y="11546"/>
                  </a:lnTo>
                  <a:lnTo>
                    <a:pt x="77" y="11894"/>
                  </a:lnTo>
                  <a:lnTo>
                    <a:pt x="193" y="12241"/>
                  </a:lnTo>
                  <a:lnTo>
                    <a:pt x="386" y="12511"/>
                  </a:lnTo>
                  <a:lnTo>
                    <a:pt x="618" y="12782"/>
                  </a:lnTo>
                  <a:lnTo>
                    <a:pt x="811" y="12898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124" y="13091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11"/>
                  </a:lnTo>
                  <a:lnTo>
                    <a:pt x="3360" y="12203"/>
                  </a:lnTo>
                  <a:lnTo>
                    <a:pt x="3591" y="12009"/>
                  </a:lnTo>
                  <a:lnTo>
                    <a:pt x="3553" y="11932"/>
                  </a:lnTo>
                  <a:lnTo>
                    <a:pt x="3514" y="11816"/>
                  </a:lnTo>
                  <a:lnTo>
                    <a:pt x="3437" y="11739"/>
                  </a:lnTo>
                  <a:lnTo>
                    <a:pt x="3283" y="11739"/>
                  </a:lnTo>
                  <a:lnTo>
                    <a:pt x="3244" y="11816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7" y="12434"/>
                  </a:lnTo>
                  <a:lnTo>
                    <a:pt x="2317" y="12550"/>
                  </a:lnTo>
                  <a:lnTo>
                    <a:pt x="2047" y="12666"/>
                  </a:lnTo>
                  <a:lnTo>
                    <a:pt x="1429" y="12666"/>
                  </a:lnTo>
                  <a:lnTo>
                    <a:pt x="1159" y="12550"/>
                  </a:lnTo>
                  <a:lnTo>
                    <a:pt x="966" y="12434"/>
                  </a:lnTo>
                  <a:lnTo>
                    <a:pt x="811" y="12318"/>
                  </a:lnTo>
                  <a:lnTo>
                    <a:pt x="695" y="12203"/>
                  </a:lnTo>
                  <a:lnTo>
                    <a:pt x="618" y="12048"/>
                  </a:lnTo>
                  <a:lnTo>
                    <a:pt x="541" y="11855"/>
                  </a:lnTo>
                  <a:lnTo>
                    <a:pt x="502" y="11701"/>
                  </a:lnTo>
                  <a:lnTo>
                    <a:pt x="502" y="11546"/>
                  </a:lnTo>
                  <a:lnTo>
                    <a:pt x="502" y="11353"/>
                  </a:lnTo>
                  <a:lnTo>
                    <a:pt x="541" y="11199"/>
                  </a:lnTo>
                  <a:lnTo>
                    <a:pt x="579" y="11044"/>
                  </a:lnTo>
                  <a:lnTo>
                    <a:pt x="657" y="10890"/>
                  </a:lnTo>
                  <a:lnTo>
                    <a:pt x="773" y="10735"/>
                  </a:lnTo>
                  <a:lnTo>
                    <a:pt x="927" y="10619"/>
                  </a:lnTo>
                  <a:lnTo>
                    <a:pt x="1043" y="10503"/>
                  </a:lnTo>
                  <a:lnTo>
                    <a:pt x="1236" y="10426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317" y="10349"/>
                  </a:lnTo>
                  <a:lnTo>
                    <a:pt x="2587" y="10426"/>
                  </a:lnTo>
                  <a:lnTo>
                    <a:pt x="2858" y="10503"/>
                  </a:lnTo>
                  <a:lnTo>
                    <a:pt x="3128" y="10619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6"/>
                  </a:lnTo>
                  <a:lnTo>
                    <a:pt x="5908" y="12666"/>
                  </a:lnTo>
                  <a:lnTo>
                    <a:pt x="6294" y="12936"/>
                  </a:lnTo>
                  <a:lnTo>
                    <a:pt x="6681" y="13207"/>
                  </a:lnTo>
                  <a:lnTo>
                    <a:pt x="7105" y="13400"/>
                  </a:lnTo>
                  <a:lnTo>
                    <a:pt x="7530" y="13593"/>
                  </a:lnTo>
                  <a:lnTo>
                    <a:pt x="7994" y="13708"/>
                  </a:lnTo>
                  <a:lnTo>
                    <a:pt x="8457" y="13786"/>
                  </a:lnTo>
                  <a:lnTo>
                    <a:pt x="8920" y="13747"/>
                  </a:lnTo>
                  <a:lnTo>
                    <a:pt x="9345" y="13670"/>
                  </a:lnTo>
                  <a:lnTo>
                    <a:pt x="9731" y="13515"/>
                  </a:lnTo>
                  <a:lnTo>
                    <a:pt x="10079" y="13322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34"/>
                  </a:lnTo>
                  <a:lnTo>
                    <a:pt x="11121" y="12087"/>
                  </a:lnTo>
                  <a:lnTo>
                    <a:pt x="11314" y="11739"/>
                  </a:lnTo>
                  <a:lnTo>
                    <a:pt x="11507" y="11199"/>
                  </a:lnTo>
                  <a:lnTo>
                    <a:pt x="11662" y="10658"/>
                  </a:lnTo>
                  <a:lnTo>
                    <a:pt x="11971" y="9615"/>
                  </a:lnTo>
                  <a:lnTo>
                    <a:pt x="12164" y="9075"/>
                  </a:lnTo>
                  <a:lnTo>
                    <a:pt x="12357" y="8573"/>
                  </a:lnTo>
                  <a:lnTo>
                    <a:pt x="12627" y="8109"/>
                  </a:lnTo>
                  <a:lnTo>
                    <a:pt x="12936" y="7646"/>
                  </a:lnTo>
                  <a:lnTo>
                    <a:pt x="13284" y="7298"/>
                  </a:lnTo>
                  <a:lnTo>
                    <a:pt x="13631" y="6951"/>
                  </a:lnTo>
                  <a:lnTo>
                    <a:pt x="14017" y="6681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1"/>
                  </a:lnTo>
                  <a:lnTo>
                    <a:pt x="15832" y="5986"/>
                  </a:lnTo>
                  <a:lnTo>
                    <a:pt x="16296" y="5908"/>
                  </a:lnTo>
                  <a:lnTo>
                    <a:pt x="16914" y="5908"/>
                  </a:lnTo>
                  <a:lnTo>
                    <a:pt x="17454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565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30" y="7492"/>
                  </a:lnTo>
                  <a:lnTo>
                    <a:pt x="21316" y="7607"/>
                  </a:lnTo>
                  <a:lnTo>
                    <a:pt x="21740" y="7685"/>
                  </a:lnTo>
                  <a:lnTo>
                    <a:pt x="22165" y="7723"/>
                  </a:lnTo>
                  <a:lnTo>
                    <a:pt x="22590" y="7723"/>
                  </a:lnTo>
                  <a:lnTo>
                    <a:pt x="22976" y="7646"/>
                  </a:lnTo>
                  <a:lnTo>
                    <a:pt x="23362" y="7492"/>
                  </a:lnTo>
                  <a:lnTo>
                    <a:pt x="23748" y="7260"/>
                  </a:lnTo>
                  <a:lnTo>
                    <a:pt x="24057" y="6990"/>
                  </a:lnTo>
                  <a:lnTo>
                    <a:pt x="24366" y="6642"/>
                  </a:lnTo>
                  <a:lnTo>
                    <a:pt x="24598" y="6294"/>
                  </a:lnTo>
                  <a:lnTo>
                    <a:pt x="24752" y="5870"/>
                  </a:lnTo>
                  <a:lnTo>
                    <a:pt x="24907" y="5484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171"/>
                  </a:lnTo>
                  <a:lnTo>
                    <a:pt x="24984" y="3707"/>
                  </a:lnTo>
                  <a:lnTo>
                    <a:pt x="24907" y="3283"/>
                  </a:lnTo>
                  <a:lnTo>
                    <a:pt x="24791" y="2819"/>
                  </a:lnTo>
                  <a:lnTo>
                    <a:pt x="24637" y="2394"/>
                  </a:lnTo>
                  <a:lnTo>
                    <a:pt x="24482" y="1970"/>
                  </a:lnTo>
                  <a:lnTo>
                    <a:pt x="24250" y="1545"/>
                  </a:lnTo>
                  <a:lnTo>
                    <a:pt x="24057" y="1159"/>
                  </a:lnTo>
                  <a:lnTo>
                    <a:pt x="23826" y="811"/>
                  </a:lnTo>
                  <a:lnTo>
                    <a:pt x="23941" y="348"/>
                  </a:lnTo>
                  <a:lnTo>
                    <a:pt x="23594" y="193"/>
                  </a:lnTo>
                  <a:lnTo>
                    <a:pt x="23208" y="77"/>
                  </a:lnTo>
                  <a:lnTo>
                    <a:pt x="23169" y="39"/>
                  </a:lnTo>
                  <a:lnTo>
                    <a:pt x="2309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3792600" y="960050"/>
              <a:ext cx="625600" cy="344650"/>
            </a:xfrm>
            <a:custGeom>
              <a:avLst/>
              <a:gdLst/>
              <a:ahLst/>
              <a:cxnLst/>
              <a:rect l="l" t="t" r="r" b="b"/>
              <a:pathLst>
                <a:path w="25024" h="13786" extrusionOk="0">
                  <a:moveTo>
                    <a:pt x="23286" y="966"/>
                  </a:moveTo>
                  <a:lnTo>
                    <a:pt x="23633" y="1468"/>
                  </a:lnTo>
                  <a:lnTo>
                    <a:pt x="23942" y="2008"/>
                  </a:lnTo>
                  <a:lnTo>
                    <a:pt x="23788" y="2163"/>
                  </a:lnTo>
                  <a:lnTo>
                    <a:pt x="23633" y="2201"/>
                  </a:lnTo>
                  <a:lnTo>
                    <a:pt x="23479" y="2201"/>
                  </a:lnTo>
                  <a:lnTo>
                    <a:pt x="23324" y="2163"/>
                  </a:lnTo>
                  <a:lnTo>
                    <a:pt x="23208" y="2085"/>
                  </a:lnTo>
                  <a:lnTo>
                    <a:pt x="23093" y="1970"/>
                  </a:lnTo>
                  <a:lnTo>
                    <a:pt x="23015" y="1815"/>
                  </a:lnTo>
                  <a:lnTo>
                    <a:pt x="22977" y="1661"/>
                  </a:lnTo>
                  <a:lnTo>
                    <a:pt x="22977" y="1429"/>
                  </a:lnTo>
                  <a:lnTo>
                    <a:pt x="23054" y="1274"/>
                  </a:lnTo>
                  <a:lnTo>
                    <a:pt x="23170" y="1120"/>
                  </a:lnTo>
                  <a:lnTo>
                    <a:pt x="23286" y="966"/>
                  </a:lnTo>
                  <a:close/>
                  <a:moveTo>
                    <a:pt x="24097" y="2433"/>
                  </a:moveTo>
                  <a:lnTo>
                    <a:pt x="24212" y="2780"/>
                  </a:lnTo>
                  <a:lnTo>
                    <a:pt x="24328" y="3089"/>
                  </a:lnTo>
                  <a:lnTo>
                    <a:pt x="24367" y="3437"/>
                  </a:lnTo>
                  <a:lnTo>
                    <a:pt x="24444" y="3823"/>
                  </a:lnTo>
                  <a:lnTo>
                    <a:pt x="24174" y="3746"/>
                  </a:lnTo>
                  <a:lnTo>
                    <a:pt x="23942" y="3591"/>
                  </a:lnTo>
                  <a:lnTo>
                    <a:pt x="23865" y="3514"/>
                  </a:lnTo>
                  <a:lnTo>
                    <a:pt x="23788" y="3398"/>
                  </a:lnTo>
                  <a:lnTo>
                    <a:pt x="23749" y="3282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8" y="2742"/>
                  </a:lnTo>
                  <a:lnTo>
                    <a:pt x="23942" y="2587"/>
                  </a:lnTo>
                  <a:lnTo>
                    <a:pt x="24097" y="2433"/>
                  </a:lnTo>
                  <a:close/>
                  <a:moveTo>
                    <a:pt x="16296" y="4981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7" y="5290"/>
                  </a:lnTo>
                  <a:lnTo>
                    <a:pt x="16567" y="5406"/>
                  </a:lnTo>
                  <a:lnTo>
                    <a:pt x="16296" y="5445"/>
                  </a:lnTo>
                  <a:lnTo>
                    <a:pt x="15640" y="5522"/>
                  </a:lnTo>
                  <a:lnTo>
                    <a:pt x="15640" y="5483"/>
                  </a:lnTo>
                  <a:lnTo>
                    <a:pt x="15679" y="5368"/>
                  </a:lnTo>
                  <a:lnTo>
                    <a:pt x="15717" y="5252"/>
                  </a:lnTo>
                  <a:lnTo>
                    <a:pt x="15756" y="5175"/>
                  </a:lnTo>
                  <a:lnTo>
                    <a:pt x="15833" y="5097"/>
                  </a:lnTo>
                  <a:lnTo>
                    <a:pt x="15949" y="5020"/>
                  </a:lnTo>
                  <a:lnTo>
                    <a:pt x="16065" y="4981"/>
                  </a:lnTo>
                  <a:close/>
                  <a:moveTo>
                    <a:pt x="24444" y="4248"/>
                  </a:moveTo>
                  <a:lnTo>
                    <a:pt x="24444" y="4673"/>
                  </a:lnTo>
                  <a:lnTo>
                    <a:pt x="24367" y="5097"/>
                  </a:lnTo>
                  <a:lnTo>
                    <a:pt x="24251" y="5522"/>
                  </a:lnTo>
                  <a:lnTo>
                    <a:pt x="24058" y="5445"/>
                  </a:lnTo>
                  <a:lnTo>
                    <a:pt x="23904" y="5290"/>
                  </a:lnTo>
                  <a:lnTo>
                    <a:pt x="23826" y="5097"/>
                  </a:lnTo>
                  <a:lnTo>
                    <a:pt x="23788" y="4981"/>
                  </a:lnTo>
                  <a:lnTo>
                    <a:pt x="23788" y="4866"/>
                  </a:lnTo>
                  <a:lnTo>
                    <a:pt x="23826" y="4750"/>
                  </a:lnTo>
                  <a:lnTo>
                    <a:pt x="23865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6"/>
                  </a:lnTo>
                  <a:lnTo>
                    <a:pt x="18073" y="5638"/>
                  </a:lnTo>
                  <a:lnTo>
                    <a:pt x="17571" y="5522"/>
                  </a:lnTo>
                  <a:lnTo>
                    <a:pt x="17030" y="5445"/>
                  </a:lnTo>
                  <a:lnTo>
                    <a:pt x="17069" y="5290"/>
                  </a:lnTo>
                  <a:lnTo>
                    <a:pt x="17107" y="5175"/>
                  </a:lnTo>
                  <a:lnTo>
                    <a:pt x="17185" y="5059"/>
                  </a:lnTo>
                  <a:lnTo>
                    <a:pt x="17300" y="4943"/>
                  </a:lnTo>
                  <a:lnTo>
                    <a:pt x="17416" y="4904"/>
                  </a:lnTo>
                  <a:lnTo>
                    <a:pt x="17532" y="4866"/>
                  </a:lnTo>
                  <a:lnTo>
                    <a:pt x="17648" y="4827"/>
                  </a:lnTo>
                  <a:close/>
                  <a:moveTo>
                    <a:pt x="14713" y="5329"/>
                  </a:moveTo>
                  <a:lnTo>
                    <a:pt x="14829" y="5368"/>
                  </a:lnTo>
                  <a:lnTo>
                    <a:pt x="14906" y="5445"/>
                  </a:lnTo>
                  <a:lnTo>
                    <a:pt x="15022" y="5561"/>
                  </a:lnTo>
                  <a:lnTo>
                    <a:pt x="15061" y="5677"/>
                  </a:lnTo>
                  <a:lnTo>
                    <a:pt x="14559" y="5870"/>
                  </a:lnTo>
                  <a:lnTo>
                    <a:pt x="14057" y="6101"/>
                  </a:lnTo>
                  <a:lnTo>
                    <a:pt x="14018" y="6063"/>
                  </a:lnTo>
                  <a:lnTo>
                    <a:pt x="14057" y="5831"/>
                  </a:lnTo>
                  <a:lnTo>
                    <a:pt x="14134" y="5599"/>
                  </a:lnTo>
                  <a:lnTo>
                    <a:pt x="14250" y="5445"/>
                  </a:lnTo>
                  <a:lnTo>
                    <a:pt x="14366" y="5368"/>
                  </a:lnTo>
                  <a:lnTo>
                    <a:pt x="14443" y="5329"/>
                  </a:lnTo>
                  <a:close/>
                  <a:moveTo>
                    <a:pt x="18999" y="5483"/>
                  </a:moveTo>
                  <a:lnTo>
                    <a:pt x="19115" y="5522"/>
                  </a:lnTo>
                  <a:lnTo>
                    <a:pt x="19193" y="5561"/>
                  </a:lnTo>
                  <a:lnTo>
                    <a:pt x="19308" y="5677"/>
                  </a:lnTo>
                  <a:lnTo>
                    <a:pt x="19386" y="5831"/>
                  </a:lnTo>
                  <a:lnTo>
                    <a:pt x="19386" y="5985"/>
                  </a:lnTo>
                  <a:lnTo>
                    <a:pt x="19347" y="6179"/>
                  </a:lnTo>
                  <a:lnTo>
                    <a:pt x="18613" y="5831"/>
                  </a:lnTo>
                  <a:lnTo>
                    <a:pt x="18652" y="5754"/>
                  </a:lnTo>
                  <a:lnTo>
                    <a:pt x="18691" y="5677"/>
                  </a:lnTo>
                  <a:lnTo>
                    <a:pt x="18845" y="5522"/>
                  </a:lnTo>
                  <a:lnTo>
                    <a:pt x="18999" y="5483"/>
                  </a:lnTo>
                  <a:close/>
                  <a:moveTo>
                    <a:pt x="20197" y="6063"/>
                  </a:moveTo>
                  <a:lnTo>
                    <a:pt x="20351" y="6101"/>
                  </a:lnTo>
                  <a:lnTo>
                    <a:pt x="20467" y="6140"/>
                  </a:lnTo>
                  <a:lnTo>
                    <a:pt x="20544" y="6179"/>
                  </a:lnTo>
                  <a:lnTo>
                    <a:pt x="20699" y="6333"/>
                  </a:lnTo>
                  <a:lnTo>
                    <a:pt x="20776" y="6526"/>
                  </a:lnTo>
                  <a:lnTo>
                    <a:pt x="20814" y="6719"/>
                  </a:lnTo>
                  <a:lnTo>
                    <a:pt x="20892" y="6951"/>
                  </a:lnTo>
                  <a:lnTo>
                    <a:pt x="20467" y="6758"/>
                  </a:lnTo>
                  <a:lnTo>
                    <a:pt x="20081" y="6565"/>
                  </a:lnTo>
                  <a:lnTo>
                    <a:pt x="19810" y="6410"/>
                  </a:lnTo>
                  <a:lnTo>
                    <a:pt x="19849" y="6294"/>
                  </a:lnTo>
                  <a:lnTo>
                    <a:pt x="19888" y="6179"/>
                  </a:lnTo>
                  <a:lnTo>
                    <a:pt x="20003" y="6140"/>
                  </a:lnTo>
                  <a:lnTo>
                    <a:pt x="20081" y="6101"/>
                  </a:lnTo>
                  <a:lnTo>
                    <a:pt x="20197" y="6063"/>
                  </a:lnTo>
                  <a:close/>
                  <a:moveTo>
                    <a:pt x="23517" y="5870"/>
                  </a:moveTo>
                  <a:lnTo>
                    <a:pt x="23710" y="5908"/>
                  </a:lnTo>
                  <a:lnTo>
                    <a:pt x="23942" y="5985"/>
                  </a:lnTo>
                  <a:lnTo>
                    <a:pt x="24019" y="6024"/>
                  </a:lnTo>
                  <a:lnTo>
                    <a:pt x="24097" y="6024"/>
                  </a:lnTo>
                  <a:lnTo>
                    <a:pt x="23942" y="6294"/>
                  </a:lnTo>
                  <a:lnTo>
                    <a:pt x="23749" y="6565"/>
                  </a:lnTo>
                  <a:lnTo>
                    <a:pt x="23517" y="6796"/>
                  </a:lnTo>
                  <a:lnTo>
                    <a:pt x="23247" y="6989"/>
                  </a:lnTo>
                  <a:lnTo>
                    <a:pt x="23208" y="6951"/>
                  </a:lnTo>
                  <a:lnTo>
                    <a:pt x="23093" y="6758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4" y="6179"/>
                  </a:lnTo>
                  <a:lnTo>
                    <a:pt x="23131" y="6101"/>
                  </a:lnTo>
                  <a:lnTo>
                    <a:pt x="23208" y="6024"/>
                  </a:lnTo>
                  <a:lnTo>
                    <a:pt x="23286" y="5947"/>
                  </a:lnTo>
                  <a:lnTo>
                    <a:pt x="23517" y="5870"/>
                  </a:lnTo>
                  <a:close/>
                  <a:moveTo>
                    <a:pt x="13246" y="6101"/>
                  </a:moveTo>
                  <a:lnTo>
                    <a:pt x="13478" y="6179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9" y="6719"/>
                  </a:lnTo>
                  <a:lnTo>
                    <a:pt x="12782" y="7105"/>
                  </a:lnTo>
                  <a:lnTo>
                    <a:pt x="12705" y="7067"/>
                  </a:lnTo>
                  <a:lnTo>
                    <a:pt x="12667" y="6951"/>
                  </a:lnTo>
                  <a:lnTo>
                    <a:pt x="12628" y="6796"/>
                  </a:lnTo>
                  <a:lnTo>
                    <a:pt x="12628" y="6681"/>
                  </a:lnTo>
                  <a:lnTo>
                    <a:pt x="12667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60" y="6217"/>
                  </a:lnTo>
                  <a:lnTo>
                    <a:pt x="13014" y="6140"/>
                  </a:lnTo>
                  <a:lnTo>
                    <a:pt x="13130" y="6101"/>
                  </a:lnTo>
                  <a:close/>
                  <a:moveTo>
                    <a:pt x="22166" y="6565"/>
                  </a:moveTo>
                  <a:lnTo>
                    <a:pt x="22282" y="6603"/>
                  </a:lnTo>
                  <a:lnTo>
                    <a:pt x="22475" y="6719"/>
                  </a:lnTo>
                  <a:lnTo>
                    <a:pt x="22629" y="6874"/>
                  </a:lnTo>
                  <a:lnTo>
                    <a:pt x="22784" y="7028"/>
                  </a:lnTo>
                  <a:lnTo>
                    <a:pt x="22861" y="7067"/>
                  </a:lnTo>
                  <a:lnTo>
                    <a:pt x="22938" y="7067"/>
                  </a:lnTo>
                  <a:lnTo>
                    <a:pt x="22977" y="7105"/>
                  </a:lnTo>
                  <a:lnTo>
                    <a:pt x="22938" y="7144"/>
                  </a:lnTo>
                  <a:lnTo>
                    <a:pt x="22552" y="7221"/>
                  </a:lnTo>
                  <a:lnTo>
                    <a:pt x="22166" y="7260"/>
                  </a:lnTo>
                  <a:lnTo>
                    <a:pt x="21780" y="7221"/>
                  </a:lnTo>
                  <a:lnTo>
                    <a:pt x="21394" y="7105"/>
                  </a:lnTo>
                  <a:lnTo>
                    <a:pt x="21471" y="6912"/>
                  </a:lnTo>
                  <a:lnTo>
                    <a:pt x="21625" y="6758"/>
                  </a:lnTo>
                  <a:lnTo>
                    <a:pt x="21818" y="6603"/>
                  </a:lnTo>
                  <a:lnTo>
                    <a:pt x="22050" y="6565"/>
                  </a:lnTo>
                  <a:close/>
                  <a:moveTo>
                    <a:pt x="12280" y="7414"/>
                  </a:moveTo>
                  <a:lnTo>
                    <a:pt x="12474" y="7453"/>
                  </a:lnTo>
                  <a:lnTo>
                    <a:pt x="12126" y="7993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63" y="8109"/>
                  </a:lnTo>
                  <a:lnTo>
                    <a:pt x="11663" y="7955"/>
                  </a:lnTo>
                  <a:lnTo>
                    <a:pt x="11663" y="7839"/>
                  </a:lnTo>
                  <a:lnTo>
                    <a:pt x="11740" y="7723"/>
                  </a:lnTo>
                  <a:lnTo>
                    <a:pt x="11817" y="7607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65" y="7414"/>
                  </a:lnTo>
                  <a:close/>
                  <a:moveTo>
                    <a:pt x="2241" y="9384"/>
                  </a:moveTo>
                  <a:lnTo>
                    <a:pt x="2356" y="9422"/>
                  </a:lnTo>
                  <a:lnTo>
                    <a:pt x="2472" y="9499"/>
                  </a:lnTo>
                  <a:lnTo>
                    <a:pt x="2550" y="9577"/>
                  </a:lnTo>
                  <a:lnTo>
                    <a:pt x="2627" y="9770"/>
                  </a:lnTo>
                  <a:lnTo>
                    <a:pt x="2627" y="9886"/>
                  </a:lnTo>
                  <a:lnTo>
                    <a:pt x="2627" y="10001"/>
                  </a:lnTo>
                  <a:lnTo>
                    <a:pt x="2125" y="9886"/>
                  </a:lnTo>
                  <a:lnTo>
                    <a:pt x="1661" y="9886"/>
                  </a:lnTo>
                  <a:lnTo>
                    <a:pt x="1700" y="9770"/>
                  </a:lnTo>
                  <a:lnTo>
                    <a:pt x="1739" y="9654"/>
                  </a:lnTo>
                  <a:lnTo>
                    <a:pt x="1816" y="9538"/>
                  </a:lnTo>
                  <a:lnTo>
                    <a:pt x="1893" y="9461"/>
                  </a:lnTo>
                  <a:lnTo>
                    <a:pt x="2009" y="9384"/>
                  </a:lnTo>
                  <a:close/>
                  <a:moveTo>
                    <a:pt x="11663" y="8997"/>
                  </a:moveTo>
                  <a:lnTo>
                    <a:pt x="11470" y="9499"/>
                  </a:lnTo>
                  <a:lnTo>
                    <a:pt x="11354" y="10040"/>
                  </a:lnTo>
                  <a:lnTo>
                    <a:pt x="11276" y="10272"/>
                  </a:lnTo>
                  <a:lnTo>
                    <a:pt x="11238" y="10272"/>
                  </a:lnTo>
                  <a:lnTo>
                    <a:pt x="11083" y="10079"/>
                  </a:lnTo>
                  <a:lnTo>
                    <a:pt x="10968" y="9847"/>
                  </a:lnTo>
                  <a:lnTo>
                    <a:pt x="10929" y="9692"/>
                  </a:lnTo>
                  <a:lnTo>
                    <a:pt x="10929" y="9577"/>
                  </a:lnTo>
                  <a:lnTo>
                    <a:pt x="10968" y="9461"/>
                  </a:lnTo>
                  <a:lnTo>
                    <a:pt x="11006" y="9345"/>
                  </a:lnTo>
                  <a:lnTo>
                    <a:pt x="11122" y="9152"/>
                  </a:lnTo>
                  <a:lnTo>
                    <a:pt x="11276" y="9075"/>
                  </a:lnTo>
                  <a:lnTo>
                    <a:pt x="11470" y="8997"/>
                  </a:lnTo>
                  <a:close/>
                  <a:moveTo>
                    <a:pt x="3785" y="9770"/>
                  </a:moveTo>
                  <a:lnTo>
                    <a:pt x="3901" y="9808"/>
                  </a:lnTo>
                  <a:lnTo>
                    <a:pt x="4017" y="9886"/>
                  </a:lnTo>
                  <a:lnTo>
                    <a:pt x="4094" y="10001"/>
                  </a:lnTo>
                  <a:lnTo>
                    <a:pt x="4133" y="10117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4" y="10542"/>
                  </a:lnTo>
                  <a:lnTo>
                    <a:pt x="4017" y="10658"/>
                  </a:lnTo>
                  <a:lnTo>
                    <a:pt x="3862" y="10542"/>
                  </a:lnTo>
                  <a:lnTo>
                    <a:pt x="3515" y="10349"/>
                  </a:lnTo>
                  <a:lnTo>
                    <a:pt x="3090" y="10156"/>
                  </a:lnTo>
                  <a:lnTo>
                    <a:pt x="3129" y="10040"/>
                  </a:lnTo>
                  <a:lnTo>
                    <a:pt x="3245" y="9924"/>
                  </a:lnTo>
                  <a:lnTo>
                    <a:pt x="3360" y="9847"/>
                  </a:lnTo>
                  <a:lnTo>
                    <a:pt x="3515" y="9770"/>
                  </a:lnTo>
                  <a:close/>
                  <a:moveTo>
                    <a:pt x="4944" y="10658"/>
                  </a:moveTo>
                  <a:lnTo>
                    <a:pt x="5021" y="10735"/>
                  </a:lnTo>
                  <a:lnTo>
                    <a:pt x="5098" y="10774"/>
                  </a:lnTo>
                  <a:lnTo>
                    <a:pt x="5137" y="10890"/>
                  </a:lnTo>
                  <a:lnTo>
                    <a:pt x="5175" y="11044"/>
                  </a:lnTo>
                  <a:lnTo>
                    <a:pt x="5137" y="11237"/>
                  </a:lnTo>
                  <a:lnTo>
                    <a:pt x="5098" y="11430"/>
                  </a:lnTo>
                  <a:lnTo>
                    <a:pt x="4403" y="10928"/>
                  </a:lnTo>
                  <a:lnTo>
                    <a:pt x="4442" y="10812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1" y="10619"/>
                  </a:moveTo>
                  <a:lnTo>
                    <a:pt x="10968" y="11198"/>
                  </a:lnTo>
                  <a:lnTo>
                    <a:pt x="10736" y="11739"/>
                  </a:lnTo>
                  <a:lnTo>
                    <a:pt x="10659" y="11700"/>
                  </a:lnTo>
                  <a:lnTo>
                    <a:pt x="10504" y="11546"/>
                  </a:lnTo>
                  <a:lnTo>
                    <a:pt x="10427" y="11353"/>
                  </a:lnTo>
                  <a:lnTo>
                    <a:pt x="10388" y="11160"/>
                  </a:lnTo>
                  <a:lnTo>
                    <a:pt x="10466" y="10967"/>
                  </a:lnTo>
                  <a:lnTo>
                    <a:pt x="10581" y="10812"/>
                  </a:lnTo>
                  <a:lnTo>
                    <a:pt x="10736" y="10696"/>
                  </a:lnTo>
                  <a:lnTo>
                    <a:pt x="10929" y="10619"/>
                  </a:lnTo>
                  <a:close/>
                  <a:moveTo>
                    <a:pt x="5986" y="11469"/>
                  </a:moveTo>
                  <a:lnTo>
                    <a:pt x="6063" y="11507"/>
                  </a:lnTo>
                  <a:lnTo>
                    <a:pt x="6179" y="11585"/>
                  </a:lnTo>
                  <a:lnTo>
                    <a:pt x="6257" y="11662"/>
                  </a:lnTo>
                  <a:lnTo>
                    <a:pt x="6334" y="11778"/>
                  </a:lnTo>
                  <a:lnTo>
                    <a:pt x="6372" y="12009"/>
                  </a:lnTo>
                  <a:lnTo>
                    <a:pt x="6411" y="12241"/>
                  </a:lnTo>
                  <a:lnTo>
                    <a:pt x="6372" y="12473"/>
                  </a:lnTo>
                  <a:lnTo>
                    <a:pt x="5909" y="12087"/>
                  </a:lnTo>
                  <a:lnTo>
                    <a:pt x="5407" y="11700"/>
                  </a:lnTo>
                  <a:lnTo>
                    <a:pt x="5446" y="11623"/>
                  </a:lnTo>
                  <a:lnTo>
                    <a:pt x="5561" y="11546"/>
                  </a:lnTo>
                  <a:lnTo>
                    <a:pt x="5639" y="11507"/>
                  </a:lnTo>
                  <a:lnTo>
                    <a:pt x="5755" y="11469"/>
                  </a:lnTo>
                  <a:close/>
                  <a:moveTo>
                    <a:pt x="10543" y="12048"/>
                  </a:moveTo>
                  <a:lnTo>
                    <a:pt x="10388" y="12318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1" y="12936"/>
                  </a:lnTo>
                  <a:lnTo>
                    <a:pt x="9771" y="12859"/>
                  </a:lnTo>
                  <a:lnTo>
                    <a:pt x="9655" y="12666"/>
                  </a:lnTo>
                  <a:lnTo>
                    <a:pt x="9655" y="12473"/>
                  </a:lnTo>
                  <a:lnTo>
                    <a:pt x="9693" y="12357"/>
                  </a:lnTo>
                  <a:lnTo>
                    <a:pt x="9809" y="12241"/>
                  </a:lnTo>
                  <a:lnTo>
                    <a:pt x="9964" y="12164"/>
                  </a:lnTo>
                  <a:lnTo>
                    <a:pt x="10157" y="12087"/>
                  </a:lnTo>
                  <a:lnTo>
                    <a:pt x="10543" y="12048"/>
                  </a:lnTo>
                  <a:close/>
                  <a:moveTo>
                    <a:pt x="7376" y="12511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40" y="12820"/>
                  </a:lnTo>
                  <a:lnTo>
                    <a:pt x="7878" y="13013"/>
                  </a:lnTo>
                  <a:lnTo>
                    <a:pt x="7878" y="13206"/>
                  </a:lnTo>
                  <a:lnTo>
                    <a:pt x="7840" y="13206"/>
                  </a:lnTo>
                  <a:lnTo>
                    <a:pt x="7338" y="13013"/>
                  </a:lnTo>
                  <a:lnTo>
                    <a:pt x="6836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1"/>
                  </a:lnTo>
                  <a:close/>
                  <a:moveTo>
                    <a:pt x="8844" y="12627"/>
                  </a:moveTo>
                  <a:lnTo>
                    <a:pt x="8960" y="12666"/>
                  </a:lnTo>
                  <a:lnTo>
                    <a:pt x="9114" y="12782"/>
                  </a:lnTo>
                  <a:lnTo>
                    <a:pt x="9191" y="12936"/>
                  </a:lnTo>
                  <a:lnTo>
                    <a:pt x="9230" y="13129"/>
                  </a:lnTo>
                  <a:lnTo>
                    <a:pt x="9269" y="13206"/>
                  </a:lnTo>
                  <a:lnTo>
                    <a:pt x="9037" y="13284"/>
                  </a:lnTo>
                  <a:lnTo>
                    <a:pt x="8805" y="13322"/>
                  </a:lnTo>
                  <a:lnTo>
                    <a:pt x="8573" y="13322"/>
                  </a:lnTo>
                  <a:lnTo>
                    <a:pt x="8303" y="13284"/>
                  </a:lnTo>
                  <a:lnTo>
                    <a:pt x="8303" y="13206"/>
                  </a:lnTo>
                  <a:lnTo>
                    <a:pt x="8342" y="13013"/>
                  </a:lnTo>
                  <a:lnTo>
                    <a:pt x="8419" y="12820"/>
                  </a:lnTo>
                  <a:lnTo>
                    <a:pt x="8573" y="12704"/>
                  </a:lnTo>
                  <a:lnTo>
                    <a:pt x="8651" y="12666"/>
                  </a:lnTo>
                  <a:lnTo>
                    <a:pt x="8767" y="12627"/>
                  </a:lnTo>
                  <a:close/>
                  <a:moveTo>
                    <a:pt x="22977" y="0"/>
                  </a:moveTo>
                  <a:lnTo>
                    <a:pt x="22900" y="39"/>
                  </a:lnTo>
                  <a:lnTo>
                    <a:pt x="22822" y="77"/>
                  </a:lnTo>
                  <a:lnTo>
                    <a:pt x="22784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822" y="425"/>
                  </a:lnTo>
                  <a:lnTo>
                    <a:pt x="22861" y="464"/>
                  </a:lnTo>
                  <a:lnTo>
                    <a:pt x="23015" y="657"/>
                  </a:lnTo>
                  <a:lnTo>
                    <a:pt x="22900" y="772"/>
                  </a:lnTo>
                  <a:lnTo>
                    <a:pt x="22784" y="966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1" y="1506"/>
                  </a:lnTo>
                  <a:lnTo>
                    <a:pt x="22591" y="1699"/>
                  </a:lnTo>
                  <a:lnTo>
                    <a:pt x="22629" y="1892"/>
                  </a:lnTo>
                  <a:lnTo>
                    <a:pt x="22706" y="2047"/>
                  </a:lnTo>
                  <a:lnTo>
                    <a:pt x="22861" y="2278"/>
                  </a:lnTo>
                  <a:lnTo>
                    <a:pt x="23054" y="2394"/>
                  </a:lnTo>
                  <a:lnTo>
                    <a:pt x="23247" y="2510"/>
                  </a:lnTo>
                  <a:lnTo>
                    <a:pt x="23479" y="2510"/>
                  </a:lnTo>
                  <a:lnTo>
                    <a:pt x="23402" y="2703"/>
                  </a:lnTo>
                  <a:lnTo>
                    <a:pt x="23363" y="2896"/>
                  </a:lnTo>
                  <a:lnTo>
                    <a:pt x="23324" y="3089"/>
                  </a:lnTo>
                  <a:lnTo>
                    <a:pt x="23363" y="3282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900"/>
                  </a:lnTo>
                  <a:lnTo>
                    <a:pt x="23981" y="4016"/>
                  </a:lnTo>
                  <a:lnTo>
                    <a:pt x="23749" y="4209"/>
                  </a:lnTo>
                  <a:lnTo>
                    <a:pt x="23556" y="4479"/>
                  </a:lnTo>
                  <a:lnTo>
                    <a:pt x="23479" y="4750"/>
                  </a:lnTo>
                  <a:lnTo>
                    <a:pt x="23440" y="4904"/>
                  </a:lnTo>
                  <a:lnTo>
                    <a:pt x="23440" y="5020"/>
                  </a:lnTo>
                  <a:lnTo>
                    <a:pt x="23517" y="5290"/>
                  </a:lnTo>
                  <a:lnTo>
                    <a:pt x="23633" y="5483"/>
                  </a:lnTo>
                  <a:lnTo>
                    <a:pt x="23402" y="5522"/>
                  </a:lnTo>
                  <a:lnTo>
                    <a:pt x="23170" y="5561"/>
                  </a:lnTo>
                  <a:lnTo>
                    <a:pt x="22977" y="5715"/>
                  </a:lnTo>
                  <a:lnTo>
                    <a:pt x="22784" y="5870"/>
                  </a:lnTo>
                  <a:lnTo>
                    <a:pt x="22706" y="6101"/>
                  </a:lnTo>
                  <a:lnTo>
                    <a:pt x="22629" y="6372"/>
                  </a:lnTo>
                  <a:lnTo>
                    <a:pt x="22475" y="6294"/>
                  </a:lnTo>
                  <a:lnTo>
                    <a:pt x="22320" y="6256"/>
                  </a:lnTo>
                  <a:lnTo>
                    <a:pt x="22166" y="6217"/>
                  </a:lnTo>
                  <a:lnTo>
                    <a:pt x="21973" y="6217"/>
                  </a:lnTo>
                  <a:lnTo>
                    <a:pt x="21741" y="6294"/>
                  </a:lnTo>
                  <a:lnTo>
                    <a:pt x="21509" y="6410"/>
                  </a:lnTo>
                  <a:lnTo>
                    <a:pt x="21355" y="6565"/>
                  </a:lnTo>
                  <a:lnTo>
                    <a:pt x="21201" y="6796"/>
                  </a:lnTo>
                  <a:lnTo>
                    <a:pt x="21123" y="6449"/>
                  </a:lnTo>
                  <a:lnTo>
                    <a:pt x="20969" y="6140"/>
                  </a:lnTo>
                  <a:lnTo>
                    <a:pt x="20853" y="6024"/>
                  </a:lnTo>
                  <a:lnTo>
                    <a:pt x="20737" y="5908"/>
                  </a:lnTo>
                  <a:lnTo>
                    <a:pt x="20583" y="5831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81" y="5792"/>
                  </a:lnTo>
                  <a:lnTo>
                    <a:pt x="19888" y="5870"/>
                  </a:lnTo>
                  <a:lnTo>
                    <a:pt x="19772" y="5947"/>
                  </a:lnTo>
                  <a:lnTo>
                    <a:pt x="19733" y="5715"/>
                  </a:lnTo>
                  <a:lnTo>
                    <a:pt x="19617" y="5483"/>
                  </a:lnTo>
                  <a:lnTo>
                    <a:pt x="19463" y="5329"/>
                  </a:lnTo>
                  <a:lnTo>
                    <a:pt x="19386" y="5252"/>
                  </a:lnTo>
                  <a:lnTo>
                    <a:pt x="19270" y="5175"/>
                  </a:lnTo>
                  <a:lnTo>
                    <a:pt x="19038" y="5136"/>
                  </a:lnTo>
                  <a:lnTo>
                    <a:pt x="18845" y="5175"/>
                  </a:lnTo>
                  <a:lnTo>
                    <a:pt x="18652" y="5290"/>
                  </a:lnTo>
                  <a:lnTo>
                    <a:pt x="18497" y="5406"/>
                  </a:lnTo>
                  <a:lnTo>
                    <a:pt x="18459" y="5252"/>
                  </a:lnTo>
                  <a:lnTo>
                    <a:pt x="18420" y="5136"/>
                  </a:lnTo>
                  <a:lnTo>
                    <a:pt x="18382" y="4981"/>
                  </a:lnTo>
                  <a:lnTo>
                    <a:pt x="18304" y="4866"/>
                  </a:lnTo>
                  <a:lnTo>
                    <a:pt x="18189" y="4750"/>
                  </a:lnTo>
                  <a:lnTo>
                    <a:pt x="18073" y="4673"/>
                  </a:lnTo>
                  <a:lnTo>
                    <a:pt x="17957" y="4595"/>
                  </a:lnTo>
                  <a:lnTo>
                    <a:pt x="17802" y="4557"/>
                  </a:lnTo>
                  <a:lnTo>
                    <a:pt x="17648" y="4518"/>
                  </a:lnTo>
                  <a:lnTo>
                    <a:pt x="17493" y="4557"/>
                  </a:lnTo>
                  <a:lnTo>
                    <a:pt x="17378" y="4595"/>
                  </a:lnTo>
                  <a:lnTo>
                    <a:pt x="17262" y="4634"/>
                  </a:lnTo>
                  <a:lnTo>
                    <a:pt x="17146" y="4750"/>
                  </a:lnTo>
                  <a:lnTo>
                    <a:pt x="17030" y="4827"/>
                  </a:lnTo>
                  <a:lnTo>
                    <a:pt x="16876" y="5097"/>
                  </a:lnTo>
                  <a:lnTo>
                    <a:pt x="16760" y="4943"/>
                  </a:lnTo>
                  <a:lnTo>
                    <a:pt x="16605" y="4788"/>
                  </a:lnTo>
                  <a:lnTo>
                    <a:pt x="16451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9" y="4673"/>
                  </a:lnTo>
                  <a:lnTo>
                    <a:pt x="15794" y="4750"/>
                  </a:lnTo>
                  <a:lnTo>
                    <a:pt x="15640" y="4866"/>
                  </a:lnTo>
                  <a:lnTo>
                    <a:pt x="15524" y="4981"/>
                  </a:lnTo>
                  <a:lnTo>
                    <a:pt x="15447" y="5136"/>
                  </a:lnTo>
                  <a:lnTo>
                    <a:pt x="15408" y="5329"/>
                  </a:lnTo>
                  <a:lnTo>
                    <a:pt x="15408" y="5483"/>
                  </a:lnTo>
                  <a:lnTo>
                    <a:pt x="15447" y="5561"/>
                  </a:lnTo>
                  <a:lnTo>
                    <a:pt x="15408" y="5561"/>
                  </a:lnTo>
                  <a:lnTo>
                    <a:pt x="15331" y="5368"/>
                  </a:lnTo>
                  <a:lnTo>
                    <a:pt x="15177" y="5175"/>
                  </a:lnTo>
                  <a:lnTo>
                    <a:pt x="15022" y="5059"/>
                  </a:lnTo>
                  <a:lnTo>
                    <a:pt x="14829" y="4981"/>
                  </a:lnTo>
                  <a:lnTo>
                    <a:pt x="14636" y="4943"/>
                  </a:lnTo>
                  <a:lnTo>
                    <a:pt x="14443" y="4981"/>
                  </a:lnTo>
                  <a:lnTo>
                    <a:pt x="14288" y="5020"/>
                  </a:lnTo>
                  <a:lnTo>
                    <a:pt x="14134" y="5097"/>
                  </a:lnTo>
                  <a:lnTo>
                    <a:pt x="14057" y="5175"/>
                  </a:lnTo>
                  <a:lnTo>
                    <a:pt x="13941" y="5290"/>
                  </a:lnTo>
                  <a:lnTo>
                    <a:pt x="13825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2" y="5715"/>
                  </a:lnTo>
                  <a:lnTo>
                    <a:pt x="13169" y="5715"/>
                  </a:lnTo>
                  <a:lnTo>
                    <a:pt x="12937" y="5754"/>
                  </a:lnTo>
                  <a:lnTo>
                    <a:pt x="12744" y="5831"/>
                  </a:lnTo>
                  <a:lnTo>
                    <a:pt x="12589" y="5947"/>
                  </a:lnTo>
                  <a:lnTo>
                    <a:pt x="12512" y="6063"/>
                  </a:lnTo>
                  <a:lnTo>
                    <a:pt x="12435" y="6217"/>
                  </a:lnTo>
                  <a:lnTo>
                    <a:pt x="12358" y="6372"/>
                  </a:lnTo>
                  <a:lnTo>
                    <a:pt x="12358" y="6526"/>
                  </a:lnTo>
                  <a:lnTo>
                    <a:pt x="12358" y="6681"/>
                  </a:lnTo>
                  <a:lnTo>
                    <a:pt x="12358" y="6835"/>
                  </a:lnTo>
                  <a:lnTo>
                    <a:pt x="12435" y="6989"/>
                  </a:lnTo>
                  <a:lnTo>
                    <a:pt x="12165" y="7028"/>
                  </a:lnTo>
                  <a:lnTo>
                    <a:pt x="11894" y="7105"/>
                  </a:lnTo>
                  <a:lnTo>
                    <a:pt x="11663" y="7221"/>
                  </a:lnTo>
                  <a:lnTo>
                    <a:pt x="11508" y="7414"/>
                  </a:lnTo>
                  <a:lnTo>
                    <a:pt x="11392" y="7530"/>
                  </a:lnTo>
                  <a:lnTo>
                    <a:pt x="11354" y="7685"/>
                  </a:lnTo>
                  <a:lnTo>
                    <a:pt x="11315" y="7839"/>
                  </a:lnTo>
                  <a:lnTo>
                    <a:pt x="11276" y="7993"/>
                  </a:lnTo>
                  <a:lnTo>
                    <a:pt x="11315" y="8148"/>
                  </a:lnTo>
                  <a:lnTo>
                    <a:pt x="11354" y="8302"/>
                  </a:lnTo>
                  <a:lnTo>
                    <a:pt x="11392" y="8457"/>
                  </a:lnTo>
                  <a:lnTo>
                    <a:pt x="11470" y="8611"/>
                  </a:lnTo>
                  <a:lnTo>
                    <a:pt x="11199" y="8650"/>
                  </a:lnTo>
                  <a:lnTo>
                    <a:pt x="10968" y="8804"/>
                  </a:lnTo>
                  <a:lnTo>
                    <a:pt x="10774" y="8997"/>
                  </a:lnTo>
                  <a:lnTo>
                    <a:pt x="10659" y="9229"/>
                  </a:lnTo>
                  <a:lnTo>
                    <a:pt x="10581" y="9499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2" y="10233"/>
                  </a:lnTo>
                  <a:lnTo>
                    <a:pt x="10620" y="10310"/>
                  </a:lnTo>
                  <a:lnTo>
                    <a:pt x="10427" y="10426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79" y="11005"/>
                  </a:lnTo>
                  <a:lnTo>
                    <a:pt x="10041" y="11237"/>
                  </a:lnTo>
                  <a:lnTo>
                    <a:pt x="10079" y="11469"/>
                  </a:lnTo>
                  <a:lnTo>
                    <a:pt x="10195" y="11700"/>
                  </a:lnTo>
                  <a:lnTo>
                    <a:pt x="9925" y="11739"/>
                  </a:lnTo>
                  <a:lnTo>
                    <a:pt x="9693" y="11855"/>
                  </a:lnTo>
                  <a:lnTo>
                    <a:pt x="9500" y="12009"/>
                  </a:lnTo>
                  <a:lnTo>
                    <a:pt x="9423" y="12087"/>
                  </a:lnTo>
                  <a:lnTo>
                    <a:pt x="9384" y="12202"/>
                  </a:lnTo>
                  <a:lnTo>
                    <a:pt x="9346" y="12318"/>
                  </a:lnTo>
                  <a:lnTo>
                    <a:pt x="9307" y="12473"/>
                  </a:lnTo>
                  <a:lnTo>
                    <a:pt x="9191" y="12396"/>
                  </a:lnTo>
                  <a:lnTo>
                    <a:pt x="9037" y="12318"/>
                  </a:lnTo>
                  <a:lnTo>
                    <a:pt x="8882" y="12280"/>
                  </a:lnTo>
                  <a:lnTo>
                    <a:pt x="8728" y="12280"/>
                  </a:lnTo>
                  <a:lnTo>
                    <a:pt x="8535" y="12357"/>
                  </a:lnTo>
                  <a:lnTo>
                    <a:pt x="8380" y="12434"/>
                  </a:lnTo>
                  <a:lnTo>
                    <a:pt x="8265" y="12550"/>
                  </a:lnTo>
                  <a:lnTo>
                    <a:pt x="8187" y="12704"/>
                  </a:lnTo>
                  <a:lnTo>
                    <a:pt x="8110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4" y="12241"/>
                  </a:lnTo>
                  <a:lnTo>
                    <a:pt x="7492" y="12164"/>
                  </a:lnTo>
                  <a:lnTo>
                    <a:pt x="7222" y="12202"/>
                  </a:lnTo>
                  <a:lnTo>
                    <a:pt x="6990" y="12280"/>
                  </a:lnTo>
                  <a:lnTo>
                    <a:pt x="6797" y="12434"/>
                  </a:lnTo>
                  <a:lnTo>
                    <a:pt x="6797" y="12048"/>
                  </a:lnTo>
                  <a:lnTo>
                    <a:pt x="6759" y="11894"/>
                  </a:lnTo>
                  <a:lnTo>
                    <a:pt x="6681" y="11700"/>
                  </a:lnTo>
                  <a:lnTo>
                    <a:pt x="6604" y="11546"/>
                  </a:lnTo>
                  <a:lnTo>
                    <a:pt x="6527" y="11430"/>
                  </a:lnTo>
                  <a:lnTo>
                    <a:pt x="6372" y="11314"/>
                  </a:lnTo>
                  <a:lnTo>
                    <a:pt x="6218" y="11198"/>
                  </a:lnTo>
                  <a:lnTo>
                    <a:pt x="6063" y="11160"/>
                  </a:lnTo>
                  <a:lnTo>
                    <a:pt x="5716" y="11160"/>
                  </a:lnTo>
                  <a:lnTo>
                    <a:pt x="5523" y="11237"/>
                  </a:lnTo>
                  <a:lnTo>
                    <a:pt x="5523" y="10967"/>
                  </a:lnTo>
                  <a:lnTo>
                    <a:pt x="5446" y="10735"/>
                  </a:lnTo>
                  <a:lnTo>
                    <a:pt x="5330" y="10503"/>
                  </a:lnTo>
                  <a:lnTo>
                    <a:pt x="5214" y="10426"/>
                  </a:lnTo>
                  <a:lnTo>
                    <a:pt x="5098" y="10388"/>
                  </a:lnTo>
                  <a:lnTo>
                    <a:pt x="4944" y="10310"/>
                  </a:lnTo>
                  <a:lnTo>
                    <a:pt x="4828" y="10310"/>
                  </a:lnTo>
                  <a:lnTo>
                    <a:pt x="4673" y="10349"/>
                  </a:lnTo>
                  <a:lnTo>
                    <a:pt x="4519" y="10388"/>
                  </a:lnTo>
                  <a:lnTo>
                    <a:pt x="4519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10" y="9577"/>
                  </a:lnTo>
                  <a:lnTo>
                    <a:pt x="4056" y="9499"/>
                  </a:lnTo>
                  <a:lnTo>
                    <a:pt x="3901" y="9461"/>
                  </a:lnTo>
                  <a:lnTo>
                    <a:pt x="3747" y="9422"/>
                  </a:lnTo>
                  <a:lnTo>
                    <a:pt x="3592" y="9422"/>
                  </a:lnTo>
                  <a:lnTo>
                    <a:pt x="3399" y="9461"/>
                  </a:lnTo>
                  <a:lnTo>
                    <a:pt x="3283" y="9538"/>
                  </a:lnTo>
                  <a:lnTo>
                    <a:pt x="3129" y="9615"/>
                  </a:lnTo>
                  <a:lnTo>
                    <a:pt x="3013" y="9770"/>
                  </a:lnTo>
                  <a:lnTo>
                    <a:pt x="2974" y="9615"/>
                  </a:lnTo>
                  <a:lnTo>
                    <a:pt x="2897" y="9461"/>
                  </a:lnTo>
                  <a:lnTo>
                    <a:pt x="2781" y="9268"/>
                  </a:lnTo>
                  <a:lnTo>
                    <a:pt x="2627" y="9152"/>
                  </a:lnTo>
                  <a:lnTo>
                    <a:pt x="2434" y="9036"/>
                  </a:lnTo>
                  <a:lnTo>
                    <a:pt x="2241" y="8997"/>
                  </a:lnTo>
                  <a:lnTo>
                    <a:pt x="2048" y="9036"/>
                  </a:lnTo>
                  <a:lnTo>
                    <a:pt x="1854" y="9113"/>
                  </a:lnTo>
                  <a:lnTo>
                    <a:pt x="1700" y="9190"/>
                  </a:lnTo>
                  <a:lnTo>
                    <a:pt x="1546" y="9345"/>
                  </a:lnTo>
                  <a:lnTo>
                    <a:pt x="1430" y="9538"/>
                  </a:lnTo>
                  <a:lnTo>
                    <a:pt x="1391" y="9731"/>
                  </a:lnTo>
                  <a:lnTo>
                    <a:pt x="1352" y="9924"/>
                  </a:lnTo>
                  <a:lnTo>
                    <a:pt x="1121" y="9963"/>
                  </a:lnTo>
                  <a:lnTo>
                    <a:pt x="928" y="10040"/>
                  </a:lnTo>
                  <a:lnTo>
                    <a:pt x="696" y="10156"/>
                  </a:lnTo>
                  <a:lnTo>
                    <a:pt x="503" y="10310"/>
                  </a:lnTo>
                  <a:lnTo>
                    <a:pt x="387" y="10426"/>
                  </a:lnTo>
                  <a:lnTo>
                    <a:pt x="271" y="10581"/>
                  </a:lnTo>
                  <a:lnTo>
                    <a:pt x="117" y="10890"/>
                  </a:lnTo>
                  <a:lnTo>
                    <a:pt x="1" y="11237"/>
                  </a:lnTo>
                  <a:lnTo>
                    <a:pt x="1" y="11585"/>
                  </a:lnTo>
                  <a:lnTo>
                    <a:pt x="78" y="11932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9" y="12820"/>
                  </a:lnTo>
                  <a:lnTo>
                    <a:pt x="812" y="12936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9" y="13168"/>
                  </a:lnTo>
                  <a:lnTo>
                    <a:pt x="2086" y="13129"/>
                  </a:lnTo>
                  <a:lnTo>
                    <a:pt x="2472" y="12975"/>
                  </a:lnTo>
                  <a:lnTo>
                    <a:pt x="2820" y="12782"/>
                  </a:lnTo>
                  <a:lnTo>
                    <a:pt x="3129" y="12550"/>
                  </a:lnTo>
                  <a:lnTo>
                    <a:pt x="3360" y="12241"/>
                  </a:lnTo>
                  <a:lnTo>
                    <a:pt x="3592" y="12009"/>
                  </a:lnTo>
                  <a:lnTo>
                    <a:pt x="3554" y="11932"/>
                  </a:lnTo>
                  <a:lnTo>
                    <a:pt x="3515" y="11816"/>
                  </a:lnTo>
                  <a:lnTo>
                    <a:pt x="3438" y="11778"/>
                  </a:lnTo>
                  <a:lnTo>
                    <a:pt x="3322" y="11739"/>
                  </a:lnTo>
                  <a:lnTo>
                    <a:pt x="3283" y="11778"/>
                  </a:lnTo>
                  <a:lnTo>
                    <a:pt x="3245" y="11816"/>
                  </a:lnTo>
                  <a:lnTo>
                    <a:pt x="3052" y="12048"/>
                  </a:lnTo>
                  <a:lnTo>
                    <a:pt x="2820" y="12241"/>
                  </a:lnTo>
                  <a:lnTo>
                    <a:pt x="2588" y="12434"/>
                  </a:lnTo>
                  <a:lnTo>
                    <a:pt x="2318" y="12589"/>
                  </a:lnTo>
                  <a:lnTo>
                    <a:pt x="2048" y="12666"/>
                  </a:lnTo>
                  <a:lnTo>
                    <a:pt x="1739" y="12704"/>
                  </a:lnTo>
                  <a:lnTo>
                    <a:pt x="1430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2" y="12357"/>
                  </a:lnTo>
                  <a:lnTo>
                    <a:pt x="696" y="12202"/>
                  </a:lnTo>
                  <a:lnTo>
                    <a:pt x="619" y="12048"/>
                  </a:lnTo>
                  <a:lnTo>
                    <a:pt x="542" y="11894"/>
                  </a:lnTo>
                  <a:lnTo>
                    <a:pt x="503" y="11739"/>
                  </a:lnTo>
                  <a:lnTo>
                    <a:pt x="503" y="11546"/>
                  </a:lnTo>
                  <a:lnTo>
                    <a:pt x="503" y="11392"/>
                  </a:lnTo>
                  <a:lnTo>
                    <a:pt x="542" y="11198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9" y="10619"/>
                  </a:lnTo>
                  <a:lnTo>
                    <a:pt x="1044" y="10542"/>
                  </a:lnTo>
                  <a:lnTo>
                    <a:pt x="1237" y="10465"/>
                  </a:lnTo>
                  <a:lnTo>
                    <a:pt x="1430" y="10388"/>
                  </a:lnTo>
                  <a:lnTo>
                    <a:pt x="1739" y="10349"/>
                  </a:lnTo>
                  <a:lnTo>
                    <a:pt x="2009" y="10349"/>
                  </a:lnTo>
                  <a:lnTo>
                    <a:pt x="2318" y="10388"/>
                  </a:lnTo>
                  <a:lnTo>
                    <a:pt x="2588" y="10426"/>
                  </a:lnTo>
                  <a:lnTo>
                    <a:pt x="2858" y="10542"/>
                  </a:lnTo>
                  <a:lnTo>
                    <a:pt x="3129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5" y="11662"/>
                  </a:lnTo>
                  <a:lnTo>
                    <a:pt x="5523" y="12396"/>
                  </a:lnTo>
                  <a:lnTo>
                    <a:pt x="5870" y="12704"/>
                  </a:lnTo>
                  <a:lnTo>
                    <a:pt x="6257" y="12975"/>
                  </a:lnTo>
                  <a:lnTo>
                    <a:pt x="6681" y="13206"/>
                  </a:lnTo>
                  <a:lnTo>
                    <a:pt x="7106" y="13438"/>
                  </a:lnTo>
                  <a:lnTo>
                    <a:pt x="7531" y="13593"/>
                  </a:lnTo>
                  <a:lnTo>
                    <a:pt x="7994" y="13747"/>
                  </a:lnTo>
                  <a:lnTo>
                    <a:pt x="8458" y="13786"/>
                  </a:lnTo>
                  <a:lnTo>
                    <a:pt x="8921" y="13786"/>
                  </a:lnTo>
                  <a:lnTo>
                    <a:pt x="9346" y="13708"/>
                  </a:lnTo>
                  <a:lnTo>
                    <a:pt x="9732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9" y="12782"/>
                  </a:lnTo>
                  <a:lnTo>
                    <a:pt x="10929" y="12473"/>
                  </a:lnTo>
                  <a:lnTo>
                    <a:pt x="11122" y="12125"/>
                  </a:lnTo>
                  <a:lnTo>
                    <a:pt x="11315" y="11739"/>
                  </a:lnTo>
                  <a:lnTo>
                    <a:pt x="11508" y="11237"/>
                  </a:lnTo>
                  <a:lnTo>
                    <a:pt x="11663" y="10696"/>
                  </a:lnTo>
                  <a:lnTo>
                    <a:pt x="11972" y="9615"/>
                  </a:lnTo>
                  <a:lnTo>
                    <a:pt x="12126" y="9113"/>
                  </a:lnTo>
                  <a:lnTo>
                    <a:pt x="12358" y="8611"/>
                  </a:lnTo>
                  <a:lnTo>
                    <a:pt x="12589" y="8109"/>
                  </a:lnTo>
                  <a:lnTo>
                    <a:pt x="12937" y="7646"/>
                  </a:lnTo>
                  <a:lnTo>
                    <a:pt x="13284" y="7298"/>
                  </a:lnTo>
                  <a:lnTo>
                    <a:pt x="13632" y="6989"/>
                  </a:lnTo>
                  <a:lnTo>
                    <a:pt x="14018" y="6719"/>
                  </a:lnTo>
                  <a:lnTo>
                    <a:pt x="14443" y="6449"/>
                  </a:lnTo>
                  <a:lnTo>
                    <a:pt x="14906" y="6256"/>
                  </a:lnTo>
                  <a:lnTo>
                    <a:pt x="15370" y="6101"/>
                  </a:lnTo>
                  <a:lnTo>
                    <a:pt x="15833" y="5985"/>
                  </a:lnTo>
                  <a:lnTo>
                    <a:pt x="16296" y="5947"/>
                  </a:lnTo>
                  <a:lnTo>
                    <a:pt x="16605" y="5908"/>
                  </a:lnTo>
                  <a:lnTo>
                    <a:pt x="16914" y="5908"/>
                  </a:lnTo>
                  <a:lnTo>
                    <a:pt x="17455" y="5985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3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1"/>
                  </a:lnTo>
                  <a:lnTo>
                    <a:pt x="21316" y="7646"/>
                  </a:lnTo>
                  <a:lnTo>
                    <a:pt x="21741" y="7723"/>
                  </a:lnTo>
                  <a:lnTo>
                    <a:pt x="22166" y="7762"/>
                  </a:lnTo>
                  <a:lnTo>
                    <a:pt x="22591" y="7723"/>
                  </a:lnTo>
                  <a:lnTo>
                    <a:pt x="22977" y="7646"/>
                  </a:lnTo>
                  <a:lnTo>
                    <a:pt x="23363" y="7530"/>
                  </a:lnTo>
                  <a:lnTo>
                    <a:pt x="23710" y="7298"/>
                  </a:lnTo>
                  <a:lnTo>
                    <a:pt x="24058" y="6989"/>
                  </a:lnTo>
                  <a:lnTo>
                    <a:pt x="24367" y="6642"/>
                  </a:lnTo>
                  <a:lnTo>
                    <a:pt x="24599" y="6294"/>
                  </a:lnTo>
                  <a:lnTo>
                    <a:pt x="24753" y="5908"/>
                  </a:lnTo>
                  <a:lnTo>
                    <a:pt x="24869" y="5483"/>
                  </a:lnTo>
                  <a:lnTo>
                    <a:pt x="24985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6" y="3746"/>
                  </a:lnTo>
                  <a:lnTo>
                    <a:pt x="24869" y="3282"/>
                  </a:lnTo>
                  <a:lnTo>
                    <a:pt x="24792" y="2858"/>
                  </a:lnTo>
                  <a:lnTo>
                    <a:pt x="24637" y="2394"/>
                  </a:lnTo>
                  <a:lnTo>
                    <a:pt x="24444" y="1970"/>
                  </a:lnTo>
                  <a:lnTo>
                    <a:pt x="24251" y="1583"/>
                  </a:lnTo>
                  <a:lnTo>
                    <a:pt x="24058" y="1197"/>
                  </a:lnTo>
                  <a:lnTo>
                    <a:pt x="23788" y="811"/>
                  </a:lnTo>
                  <a:lnTo>
                    <a:pt x="23942" y="386"/>
                  </a:lnTo>
                  <a:lnTo>
                    <a:pt x="23595" y="232"/>
                  </a:lnTo>
                  <a:lnTo>
                    <a:pt x="23208" y="116"/>
                  </a:lnTo>
                  <a:lnTo>
                    <a:pt x="23170" y="77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1687125" y="961000"/>
              <a:ext cx="152575" cy="276125"/>
            </a:xfrm>
            <a:custGeom>
              <a:avLst/>
              <a:gdLst/>
              <a:ahLst/>
              <a:cxnLst/>
              <a:rect l="l" t="t" r="r" b="b"/>
              <a:pathLst>
                <a:path w="6103" h="11045" extrusionOk="0">
                  <a:moveTo>
                    <a:pt x="3553" y="1"/>
                  </a:moveTo>
                  <a:lnTo>
                    <a:pt x="3438" y="464"/>
                  </a:lnTo>
                  <a:lnTo>
                    <a:pt x="3785" y="657"/>
                  </a:lnTo>
                  <a:lnTo>
                    <a:pt x="4094" y="889"/>
                  </a:lnTo>
                  <a:lnTo>
                    <a:pt x="4364" y="1159"/>
                  </a:lnTo>
                  <a:lnTo>
                    <a:pt x="4635" y="1468"/>
                  </a:lnTo>
                  <a:lnTo>
                    <a:pt x="4866" y="1777"/>
                  </a:lnTo>
                  <a:lnTo>
                    <a:pt x="5059" y="2086"/>
                  </a:lnTo>
                  <a:lnTo>
                    <a:pt x="5253" y="2472"/>
                  </a:lnTo>
                  <a:lnTo>
                    <a:pt x="5368" y="2820"/>
                  </a:lnTo>
                  <a:lnTo>
                    <a:pt x="5484" y="3206"/>
                  </a:lnTo>
                  <a:lnTo>
                    <a:pt x="5561" y="3592"/>
                  </a:lnTo>
                  <a:lnTo>
                    <a:pt x="5600" y="4017"/>
                  </a:lnTo>
                  <a:lnTo>
                    <a:pt x="5600" y="4403"/>
                  </a:lnTo>
                  <a:lnTo>
                    <a:pt x="5561" y="4828"/>
                  </a:lnTo>
                  <a:lnTo>
                    <a:pt x="5523" y="5214"/>
                  </a:lnTo>
                  <a:lnTo>
                    <a:pt x="5446" y="5639"/>
                  </a:lnTo>
                  <a:lnTo>
                    <a:pt x="5330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1" y="7299"/>
                  </a:lnTo>
                  <a:lnTo>
                    <a:pt x="4519" y="7685"/>
                  </a:lnTo>
                  <a:lnTo>
                    <a:pt x="4249" y="8033"/>
                  </a:lnTo>
                  <a:lnTo>
                    <a:pt x="3940" y="8419"/>
                  </a:lnTo>
                  <a:lnTo>
                    <a:pt x="3631" y="8728"/>
                  </a:lnTo>
                  <a:lnTo>
                    <a:pt x="3283" y="9037"/>
                  </a:lnTo>
                  <a:lnTo>
                    <a:pt x="2936" y="9346"/>
                  </a:lnTo>
                  <a:lnTo>
                    <a:pt x="2549" y="9616"/>
                  </a:lnTo>
                  <a:lnTo>
                    <a:pt x="2163" y="9848"/>
                  </a:lnTo>
                  <a:lnTo>
                    <a:pt x="1739" y="10041"/>
                  </a:lnTo>
                  <a:lnTo>
                    <a:pt x="1352" y="10234"/>
                  </a:lnTo>
                  <a:lnTo>
                    <a:pt x="889" y="10427"/>
                  </a:lnTo>
                  <a:lnTo>
                    <a:pt x="464" y="10543"/>
                  </a:lnTo>
                  <a:lnTo>
                    <a:pt x="1" y="10658"/>
                  </a:lnTo>
                  <a:lnTo>
                    <a:pt x="78" y="11045"/>
                  </a:lnTo>
                  <a:lnTo>
                    <a:pt x="619" y="10967"/>
                  </a:lnTo>
                  <a:lnTo>
                    <a:pt x="1121" y="1085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49" y="10234"/>
                  </a:lnTo>
                  <a:lnTo>
                    <a:pt x="2974" y="9963"/>
                  </a:lnTo>
                  <a:lnTo>
                    <a:pt x="3399" y="9654"/>
                  </a:lnTo>
                  <a:lnTo>
                    <a:pt x="3785" y="9307"/>
                  </a:lnTo>
                  <a:lnTo>
                    <a:pt x="4171" y="8921"/>
                  </a:lnTo>
                  <a:lnTo>
                    <a:pt x="4519" y="8535"/>
                  </a:lnTo>
                  <a:lnTo>
                    <a:pt x="4828" y="8148"/>
                  </a:lnTo>
                  <a:lnTo>
                    <a:pt x="5098" y="7685"/>
                  </a:lnTo>
                  <a:lnTo>
                    <a:pt x="5368" y="7260"/>
                  </a:lnTo>
                  <a:lnTo>
                    <a:pt x="5600" y="6797"/>
                  </a:lnTo>
                  <a:lnTo>
                    <a:pt x="5793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94"/>
                  </a:lnTo>
                  <a:lnTo>
                    <a:pt x="6063" y="3669"/>
                  </a:lnTo>
                  <a:lnTo>
                    <a:pt x="5986" y="3244"/>
                  </a:lnTo>
                  <a:lnTo>
                    <a:pt x="5870" y="2820"/>
                  </a:lnTo>
                  <a:lnTo>
                    <a:pt x="5755" y="2434"/>
                  </a:lnTo>
                  <a:lnTo>
                    <a:pt x="5561" y="2047"/>
                  </a:lnTo>
                  <a:lnTo>
                    <a:pt x="5368" y="1700"/>
                  </a:lnTo>
                  <a:lnTo>
                    <a:pt x="5137" y="1352"/>
                  </a:lnTo>
                  <a:lnTo>
                    <a:pt x="4905" y="1005"/>
                  </a:lnTo>
                  <a:lnTo>
                    <a:pt x="4596" y="734"/>
                  </a:lnTo>
                  <a:lnTo>
                    <a:pt x="4287" y="464"/>
                  </a:lnTo>
                  <a:lnTo>
                    <a:pt x="3940" y="232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4302325" y="96970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0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8"/>
                  </a:lnTo>
                  <a:lnTo>
                    <a:pt x="4364" y="1120"/>
                  </a:lnTo>
                  <a:lnTo>
                    <a:pt x="4634" y="1429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4" y="2433"/>
                  </a:lnTo>
                  <a:lnTo>
                    <a:pt x="5368" y="2819"/>
                  </a:lnTo>
                  <a:lnTo>
                    <a:pt x="5484" y="3205"/>
                  </a:lnTo>
                  <a:lnTo>
                    <a:pt x="5523" y="3591"/>
                  </a:lnTo>
                  <a:lnTo>
                    <a:pt x="5600" y="3978"/>
                  </a:lnTo>
                  <a:lnTo>
                    <a:pt x="5600" y="4402"/>
                  </a:lnTo>
                  <a:lnTo>
                    <a:pt x="5561" y="4789"/>
                  </a:lnTo>
                  <a:lnTo>
                    <a:pt x="5523" y="5213"/>
                  </a:lnTo>
                  <a:lnTo>
                    <a:pt x="5445" y="5599"/>
                  </a:lnTo>
                  <a:lnTo>
                    <a:pt x="5329" y="6024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6"/>
                  </a:lnTo>
                  <a:lnTo>
                    <a:pt x="4210" y="8032"/>
                  </a:lnTo>
                  <a:lnTo>
                    <a:pt x="3939" y="8380"/>
                  </a:lnTo>
                  <a:lnTo>
                    <a:pt x="3630" y="8727"/>
                  </a:lnTo>
                  <a:lnTo>
                    <a:pt x="3283" y="9036"/>
                  </a:lnTo>
                  <a:lnTo>
                    <a:pt x="2935" y="9306"/>
                  </a:lnTo>
                  <a:lnTo>
                    <a:pt x="2549" y="9577"/>
                  </a:lnTo>
                  <a:lnTo>
                    <a:pt x="2163" y="9808"/>
                  </a:lnTo>
                  <a:lnTo>
                    <a:pt x="1738" y="10040"/>
                  </a:lnTo>
                  <a:lnTo>
                    <a:pt x="1313" y="10233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1" y="10658"/>
                  </a:lnTo>
                  <a:lnTo>
                    <a:pt x="78" y="11044"/>
                  </a:lnTo>
                  <a:lnTo>
                    <a:pt x="618" y="10967"/>
                  </a:lnTo>
                  <a:lnTo>
                    <a:pt x="1120" y="1081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4"/>
                  </a:lnTo>
                  <a:lnTo>
                    <a:pt x="3399" y="9615"/>
                  </a:lnTo>
                  <a:lnTo>
                    <a:pt x="3785" y="9268"/>
                  </a:lnTo>
                  <a:lnTo>
                    <a:pt x="4171" y="8920"/>
                  </a:lnTo>
                  <a:lnTo>
                    <a:pt x="4480" y="8534"/>
                  </a:lnTo>
                  <a:lnTo>
                    <a:pt x="4827" y="8109"/>
                  </a:lnTo>
                  <a:lnTo>
                    <a:pt x="5098" y="7685"/>
                  </a:lnTo>
                  <a:lnTo>
                    <a:pt x="5368" y="7221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8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4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6" y="1313"/>
                  </a:lnTo>
                  <a:lnTo>
                    <a:pt x="4905" y="1004"/>
                  </a:lnTo>
                  <a:lnTo>
                    <a:pt x="4596" y="695"/>
                  </a:lnTo>
                  <a:lnTo>
                    <a:pt x="4287" y="425"/>
                  </a:lnTo>
                  <a:lnTo>
                    <a:pt x="3939" y="193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5445325" y="98900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7" y="1005"/>
                  </a:lnTo>
                  <a:lnTo>
                    <a:pt x="7028" y="1314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9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8"/>
                  </a:lnTo>
                  <a:lnTo>
                    <a:pt x="8573" y="3708"/>
                  </a:lnTo>
                  <a:lnTo>
                    <a:pt x="7724" y="3823"/>
                  </a:lnTo>
                  <a:lnTo>
                    <a:pt x="6874" y="3901"/>
                  </a:lnTo>
                  <a:lnTo>
                    <a:pt x="6411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5"/>
                  </a:lnTo>
                  <a:lnTo>
                    <a:pt x="2588" y="3708"/>
                  </a:lnTo>
                  <a:lnTo>
                    <a:pt x="2511" y="3862"/>
                  </a:lnTo>
                  <a:lnTo>
                    <a:pt x="2433" y="4017"/>
                  </a:lnTo>
                  <a:lnTo>
                    <a:pt x="2317" y="4132"/>
                  </a:lnTo>
                  <a:lnTo>
                    <a:pt x="2124" y="4210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7" y="4017"/>
                  </a:lnTo>
                  <a:lnTo>
                    <a:pt x="503" y="3515"/>
                  </a:lnTo>
                  <a:lnTo>
                    <a:pt x="657" y="3013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7" y="1738"/>
                  </a:lnTo>
                  <a:lnTo>
                    <a:pt x="1893" y="1429"/>
                  </a:lnTo>
                  <a:lnTo>
                    <a:pt x="2317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8" y="5638"/>
                  </a:lnTo>
                  <a:lnTo>
                    <a:pt x="11624" y="5986"/>
                  </a:lnTo>
                  <a:lnTo>
                    <a:pt x="11431" y="6140"/>
                  </a:lnTo>
                  <a:lnTo>
                    <a:pt x="11353" y="6218"/>
                  </a:lnTo>
                  <a:lnTo>
                    <a:pt x="11238" y="6256"/>
                  </a:lnTo>
                  <a:lnTo>
                    <a:pt x="11083" y="6295"/>
                  </a:lnTo>
                  <a:lnTo>
                    <a:pt x="10929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20" y="5523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1"/>
                  </a:moveTo>
                  <a:lnTo>
                    <a:pt x="3939" y="39"/>
                  </a:lnTo>
                  <a:lnTo>
                    <a:pt x="3515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2"/>
                  </a:lnTo>
                  <a:lnTo>
                    <a:pt x="1507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8" y="2009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69"/>
                  </a:lnTo>
                  <a:lnTo>
                    <a:pt x="1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9"/>
                  </a:lnTo>
                  <a:lnTo>
                    <a:pt x="1313" y="4596"/>
                  </a:lnTo>
                  <a:lnTo>
                    <a:pt x="1700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1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3" y="3630"/>
                  </a:lnTo>
                  <a:lnTo>
                    <a:pt x="3013" y="2974"/>
                  </a:lnTo>
                  <a:lnTo>
                    <a:pt x="3128" y="773"/>
                  </a:lnTo>
                  <a:lnTo>
                    <a:pt x="3515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1" y="1661"/>
                  </a:lnTo>
                  <a:lnTo>
                    <a:pt x="5059" y="2704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4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6" y="4287"/>
                  </a:lnTo>
                  <a:lnTo>
                    <a:pt x="5870" y="4325"/>
                  </a:lnTo>
                  <a:lnTo>
                    <a:pt x="6218" y="4325"/>
                  </a:lnTo>
                  <a:lnTo>
                    <a:pt x="6565" y="4287"/>
                  </a:lnTo>
                  <a:lnTo>
                    <a:pt x="7608" y="4210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1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2" y="5252"/>
                  </a:lnTo>
                  <a:lnTo>
                    <a:pt x="10427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4" y="5754"/>
                  </a:lnTo>
                  <a:lnTo>
                    <a:pt x="10234" y="5909"/>
                  </a:lnTo>
                  <a:lnTo>
                    <a:pt x="10234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9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7"/>
                  </a:lnTo>
                  <a:lnTo>
                    <a:pt x="11740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3"/>
                  </a:lnTo>
                  <a:lnTo>
                    <a:pt x="12396" y="7222"/>
                  </a:lnTo>
                  <a:lnTo>
                    <a:pt x="12473" y="7569"/>
                  </a:lnTo>
                  <a:lnTo>
                    <a:pt x="12550" y="7917"/>
                  </a:lnTo>
                  <a:lnTo>
                    <a:pt x="12550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5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6" y="9654"/>
                  </a:lnTo>
                  <a:lnTo>
                    <a:pt x="12821" y="9616"/>
                  </a:lnTo>
                  <a:lnTo>
                    <a:pt x="12937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30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724"/>
                  </a:lnTo>
                  <a:lnTo>
                    <a:pt x="12937" y="7183"/>
                  </a:lnTo>
                  <a:lnTo>
                    <a:pt x="12743" y="6681"/>
                  </a:lnTo>
                  <a:lnTo>
                    <a:pt x="12435" y="6218"/>
                  </a:lnTo>
                  <a:lnTo>
                    <a:pt x="12126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30" y="3515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4" y="1931"/>
                  </a:lnTo>
                  <a:lnTo>
                    <a:pt x="8226" y="1584"/>
                  </a:lnTo>
                  <a:lnTo>
                    <a:pt x="7839" y="1275"/>
                  </a:lnTo>
                  <a:lnTo>
                    <a:pt x="7453" y="1005"/>
                  </a:lnTo>
                  <a:lnTo>
                    <a:pt x="7067" y="734"/>
                  </a:lnTo>
                  <a:lnTo>
                    <a:pt x="6642" y="503"/>
                  </a:lnTo>
                  <a:lnTo>
                    <a:pt x="6179" y="348"/>
                  </a:lnTo>
                  <a:lnTo>
                    <a:pt x="5716" y="194"/>
                  </a:lnTo>
                  <a:lnTo>
                    <a:pt x="5291" y="78"/>
                  </a:lnTo>
                  <a:lnTo>
                    <a:pt x="4827" y="39"/>
                  </a:lnTo>
                  <a:lnTo>
                    <a:pt x="44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4674950" y="1001550"/>
              <a:ext cx="375575" cy="387150"/>
            </a:xfrm>
            <a:custGeom>
              <a:avLst/>
              <a:gdLst/>
              <a:ahLst/>
              <a:cxnLst/>
              <a:rect l="l" t="t" r="r" b="b"/>
              <a:pathLst>
                <a:path w="15023" h="15486" extrusionOk="0">
                  <a:moveTo>
                    <a:pt x="7492" y="503"/>
                  </a:moveTo>
                  <a:lnTo>
                    <a:pt x="8033" y="541"/>
                  </a:lnTo>
                  <a:lnTo>
                    <a:pt x="8612" y="580"/>
                  </a:lnTo>
                  <a:lnTo>
                    <a:pt x="9153" y="696"/>
                  </a:lnTo>
                  <a:lnTo>
                    <a:pt x="9693" y="850"/>
                  </a:lnTo>
                  <a:lnTo>
                    <a:pt x="10195" y="1043"/>
                  </a:lnTo>
                  <a:lnTo>
                    <a:pt x="10697" y="1275"/>
                  </a:lnTo>
                  <a:lnTo>
                    <a:pt x="11161" y="1545"/>
                  </a:lnTo>
                  <a:lnTo>
                    <a:pt x="11624" y="1815"/>
                  </a:lnTo>
                  <a:lnTo>
                    <a:pt x="10813" y="2202"/>
                  </a:lnTo>
                  <a:lnTo>
                    <a:pt x="10079" y="2626"/>
                  </a:lnTo>
                  <a:lnTo>
                    <a:pt x="9307" y="3090"/>
                  </a:lnTo>
                  <a:lnTo>
                    <a:pt x="8612" y="3630"/>
                  </a:lnTo>
                  <a:lnTo>
                    <a:pt x="7956" y="4171"/>
                  </a:lnTo>
                  <a:lnTo>
                    <a:pt x="7299" y="4789"/>
                  </a:lnTo>
                  <a:lnTo>
                    <a:pt x="6720" y="5445"/>
                  </a:lnTo>
                  <a:lnTo>
                    <a:pt x="6141" y="6140"/>
                  </a:lnTo>
                  <a:lnTo>
                    <a:pt x="5639" y="6874"/>
                  </a:lnTo>
                  <a:lnTo>
                    <a:pt x="5214" y="7646"/>
                  </a:lnTo>
                  <a:lnTo>
                    <a:pt x="4789" y="8419"/>
                  </a:lnTo>
                  <a:lnTo>
                    <a:pt x="4480" y="9230"/>
                  </a:lnTo>
                  <a:lnTo>
                    <a:pt x="4171" y="10040"/>
                  </a:lnTo>
                  <a:lnTo>
                    <a:pt x="3978" y="10890"/>
                  </a:lnTo>
                  <a:lnTo>
                    <a:pt x="3824" y="11778"/>
                  </a:lnTo>
                  <a:lnTo>
                    <a:pt x="3747" y="12666"/>
                  </a:lnTo>
                  <a:lnTo>
                    <a:pt x="3592" y="12666"/>
                  </a:lnTo>
                  <a:lnTo>
                    <a:pt x="3283" y="11855"/>
                  </a:lnTo>
                  <a:lnTo>
                    <a:pt x="3052" y="11044"/>
                  </a:lnTo>
                  <a:lnTo>
                    <a:pt x="2858" y="10195"/>
                  </a:lnTo>
                  <a:lnTo>
                    <a:pt x="2704" y="9345"/>
                  </a:lnTo>
                  <a:lnTo>
                    <a:pt x="2588" y="8534"/>
                  </a:lnTo>
                  <a:lnTo>
                    <a:pt x="2550" y="7685"/>
                  </a:lnTo>
                  <a:lnTo>
                    <a:pt x="2588" y="6797"/>
                  </a:lnTo>
                  <a:lnTo>
                    <a:pt x="2704" y="5947"/>
                  </a:lnTo>
                  <a:lnTo>
                    <a:pt x="2858" y="5214"/>
                  </a:lnTo>
                  <a:lnTo>
                    <a:pt x="3052" y="4519"/>
                  </a:lnTo>
                  <a:lnTo>
                    <a:pt x="3322" y="3823"/>
                  </a:lnTo>
                  <a:lnTo>
                    <a:pt x="3669" y="3206"/>
                  </a:lnTo>
                  <a:lnTo>
                    <a:pt x="4017" y="2588"/>
                  </a:lnTo>
                  <a:lnTo>
                    <a:pt x="4442" y="1970"/>
                  </a:lnTo>
                  <a:lnTo>
                    <a:pt x="4905" y="1429"/>
                  </a:lnTo>
                  <a:lnTo>
                    <a:pt x="5407" y="889"/>
                  </a:lnTo>
                  <a:lnTo>
                    <a:pt x="5909" y="734"/>
                  </a:lnTo>
                  <a:lnTo>
                    <a:pt x="6411" y="618"/>
                  </a:lnTo>
                  <a:lnTo>
                    <a:pt x="6952" y="541"/>
                  </a:lnTo>
                  <a:lnTo>
                    <a:pt x="7492" y="503"/>
                  </a:lnTo>
                  <a:close/>
                  <a:moveTo>
                    <a:pt x="11972" y="2086"/>
                  </a:moveTo>
                  <a:lnTo>
                    <a:pt x="12358" y="2433"/>
                  </a:lnTo>
                  <a:lnTo>
                    <a:pt x="12705" y="2819"/>
                  </a:lnTo>
                  <a:lnTo>
                    <a:pt x="13053" y="3206"/>
                  </a:lnTo>
                  <a:lnTo>
                    <a:pt x="13323" y="3669"/>
                  </a:lnTo>
                  <a:lnTo>
                    <a:pt x="13593" y="4094"/>
                  </a:lnTo>
                  <a:lnTo>
                    <a:pt x="13864" y="4596"/>
                  </a:lnTo>
                  <a:lnTo>
                    <a:pt x="14057" y="5098"/>
                  </a:lnTo>
                  <a:lnTo>
                    <a:pt x="14211" y="5600"/>
                  </a:lnTo>
                  <a:lnTo>
                    <a:pt x="14327" y="6102"/>
                  </a:lnTo>
                  <a:lnTo>
                    <a:pt x="14443" y="6642"/>
                  </a:lnTo>
                  <a:lnTo>
                    <a:pt x="13671" y="6681"/>
                  </a:lnTo>
                  <a:lnTo>
                    <a:pt x="12898" y="6797"/>
                  </a:lnTo>
                  <a:lnTo>
                    <a:pt x="12165" y="6951"/>
                  </a:lnTo>
                  <a:lnTo>
                    <a:pt x="11392" y="7144"/>
                  </a:lnTo>
                  <a:lnTo>
                    <a:pt x="10659" y="7415"/>
                  </a:lnTo>
                  <a:lnTo>
                    <a:pt x="9964" y="7724"/>
                  </a:lnTo>
                  <a:lnTo>
                    <a:pt x="9230" y="8032"/>
                  </a:lnTo>
                  <a:lnTo>
                    <a:pt x="8535" y="8419"/>
                  </a:lnTo>
                  <a:lnTo>
                    <a:pt x="7878" y="8843"/>
                  </a:lnTo>
                  <a:lnTo>
                    <a:pt x="7261" y="9307"/>
                  </a:lnTo>
                  <a:lnTo>
                    <a:pt x="6643" y="9809"/>
                  </a:lnTo>
                  <a:lnTo>
                    <a:pt x="6102" y="10349"/>
                  </a:lnTo>
                  <a:lnTo>
                    <a:pt x="5561" y="10890"/>
                  </a:lnTo>
                  <a:lnTo>
                    <a:pt x="5098" y="11508"/>
                  </a:lnTo>
                  <a:lnTo>
                    <a:pt x="4635" y="12126"/>
                  </a:lnTo>
                  <a:lnTo>
                    <a:pt x="4249" y="12821"/>
                  </a:lnTo>
                  <a:lnTo>
                    <a:pt x="4133" y="12743"/>
                  </a:lnTo>
                  <a:lnTo>
                    <a:pt x="3978" y="12666"/>
                  </a:lnTo>
                  <a:lnTo>
                    <a:pt x="4094" y="11817"/>
                  </a:lnTo>
                  <a:lnTo>
                    <a:pt x="4326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4" y="8496"/>
                  </a:lnTo>
                  <a:lnTo>
                    <a:pt x="5600" y="7724"/>
                  </a:lnTo>
                  <a:lnTo>
                    <a:pt x="6025" y="6990"/>
                  </a:lnTo>
                  <a:lnTo>
                    <a:pt x="6527" y="6295"/>
                  </a:lnTo>
                  <a:lnTo>
                    <a:pt x="7067" y="5600"/>
                  </a:lnTo>
                  <a:lnTo>
                    <a:pt x="7608" y="4982"/>
                  </a:lnTo>
                  <a:lnTo>
                    <a:pt x="8226" y="4403"/>
                  </a:lnTo>
                  <a:lnTo>
                    <a:pt x="8921" y="3823"/>
                  </a:lnTo>
                  <a:lnTo>
                    <a:pt x="9616" y="3321"/>
                  </a:lnTo>
                  <a:lnTo>
                    <a:pt x="10350" y="2858"/>
                  </a:lnTo>
                  <a:lnTo>
                    <a:pt x="11122" y="2472"/>
                  </a:lnTo>
                  <a:lnTo>
                    <a:pt x="11972" y="2086"/>
                  </a:lnTo>
                  <a:close/>
                  <a:moveTo>
                    <a:pt x="14482" y="6990"/>
                  </a:moveTo>
                  <a:lnTo>
                    <a:pt x="14482" y="7839"/>
                  </a:lnTo>
                  <a:lnTo>
                    <a:pt x="14443" y="8689"/>
                  </a:lnTo>
                  <a:lnTo>
                    <a:pt x="14288" y="9538"/>
                  </a:lnTo>
                  <a:lnTo>
                    <a:pt x="14173" y="9963"/>
                  </a:lnTo>
                  <a:lnTo>
                    <a:pt x="14057" y="10349"/>
                  </a:lnTo>
                  <a:lnTo>
                    <a:pt x="13902" y="10774"/>
                  </a:lnTo>
                  <a:lnTo>
                    <a:pt x="13709" y="11160"/>
                  </a:lnTo>
                  <a:lnTo>
                    <a:pt x="13516" y="11546"/>
                  </a:lnTo>
                  <a:lnTo>
                    <a:pt x="13284" y="11894"/>
                  </a:lnTo>
                  <a:lnTo>
                    <a:pt x="13053" y="12241"/>
                  </a:lnTo>
                  <a:lnTo>
                    <a:pt x="12782" y="12589"/>
                  </a:lnTo>
                  <a:lnTo>
                    <a:pt x="12512" y="12898"/>
                  </a:lnTo>
                  <a:lnTo>
                    <a:pt x="12203" y="13207"/>
                  </a:lnTo>
                  <a:lnTo>
                    <a:pt x="11972" y="13052"/>
                  </a:lnTo>
                  <a:lnTo>
                    <a:pt x="11701" y="12937"/>
                  </a:lnTo>
                  <a:lnTo>
                    <a:pt x="11122" y="12782"/>
                  </a:lnTo>
                  <a:lnTo>
                    <a:pt x="10543" y="12628"/>
                  </a:lnTo>
                  <a:lnTo>
                    <a:pt x="10002" y="12550"/>
                  </a:lnTo>
                  <a:lnTo>
                    <a:pt x="9423" y="12512"/>
                  </a:lnTo>
                  <a:lnTo>
                    <a:pt x="8844" y="12473"/>
                  </a:lnTo>
                  <a:lnTo>
                    <a:pt x="8303" y="12473"/>
                  </a:lnTo>
                  <a:lnTo>
                    <a:pt x="7763" y="12512"/>
                  </a:lnTo>
                  <a:lnTo>
                    <a:pt x="7222" y="12589"/>
                  </a:lnTo>
                  <a:lnTo>
                    <a:pt x="6720" y="12666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61"/>
                  </a:lnTo>
                  <a:lnTo>
                    <a:pt x="4557" y="13130"/>
                  </a:lnTo>
                  <a:lnTo>
                    <a:pt x="4442" y="12937"/>
                  </a:lnTo>
                  <a:lnTo>
                    <a:pt x="4905" y="12319"/>
                  </a:lnTo>
                  <a:lnTo>
                    <a:pt x="5368" y="11739"/>
                  </a:lnTo>
                  <a:lnTo>
                    <a:pt x="5870" y="11160"/>
                  </a:lnTo>
                  <a:lnTo>
                    <a:pt x="6411" y="10620"/>
                  </a:lnTo>
                  <a:lnTo>
                    <a:pt x="6990" y="10118"/>
                  </a:lnTo>
                  <a:lnTo>
                    <a:pt x="7569" y="9654"/>
                  </a:lnTo>
                  <a:lnTo>
                    <a:pt x="8149" y="9230"/>
                  </a:lnTo>
                  <a:lnTo>
                    <a:pt x="8767" y="8805"/>
                  </a:lnTo>
                  <a:lnTo>
                    <a:pt x="9423" y="8457"/>
                  </a:lnTo>
                  <a:lnTo>
                    <a:pt x="10079" y="8110"/>
                  </a:lnTo>
                  <a:lnTo>
                    <a:pt x="10736" y="7839"/>
                  </a:lnTo>
                  <a:lnTo>
                    <a:pt x="11470" y="7569"/>
                  </a:lnTo>
                  <a:lnTo>
                    <a:pt x="12165" y="7376"/>
                  </a:lnTo>
                  <a:lnTo>
                    <a:pt x="12937" y="7183"/>
                  </a:lnTo>
                  <a:lnTo>
                    <a:pt x="13671" y="7067"/>
                  </a:lnTo>
                  <a:lnTo>
                    <a:pt x="14482" y="6990"/>
                  </a:lnTo>
                  <a:close/>
                  <a:moveTo>
                    <a:pt x="4519" y="1236"/>
                  </a:moveTo>
                  <a:lnTo>
                    <a:pt x="4055" y="1854"/>
                  </a:lnTo>
                  <a:lnTo>
                    <a:pt x="3631" y="2472"/>
                  </a:lnTo>
                  <a:lnTo>
                    <a:pt x="3245" y="3128"/>
                  </a:lnTo>
                  <a:lnTo>
                    <a:pt x="2936" y="3823"/>
                  </a:lnTo>
                  <a:lnTo>
                    <a:pt x="2665" y="4519"/>
                  </a:lnTo>
                  <a:lnTo>
                    <a:pt x="2472" y="5291"/>
                  </a:lnTo>
                  <a:lnTo>
                    <a:pt x="2318" y="6025"/>
                  </a:lnTo>
                  <a:lnTo>
                    <a:pt x="2241" y="6797"/>
                  </a:lnTo>
                  <a:lnTo>
                    <a:pt x="2202" y="7569"/>
                  </a:lnTo>
                  <a:lnTo>
                    <a:pt x="2202" y="8341"/>
                  </a:lnTo>
                  <a:lnTo>
                    <a:pt x="2279" y="9114"/>
                  </a:lnTo>
                  <a:lnTo>
                    <a:pt x="2395" y="9886"/>
                  </a:lnTo>
                  <a:lnTo>
                    <a:pt x="2550" y="10620"/>
                  </a:lnTo>
                  <a:lnTo>
                    <a:pt x="2781" y="11353"/>
                  </a:lnTo>
                  <a:lnTo>
                    <a:pt x="3013" y="12087"/>
                  </a:lnTo>
                  <a:lnTo>
                    <a:pt x="3322" y="12743"/>
                  </a:lnTo>
                  <a:lnTo>
                    <a:pt x="3129" y="12898"/>
                  </a:lnTo>
                  <a:lnTo>
                    <a:pt x="2936" y="13052"/>
                  </a:lnTo>
                  <a:lnTo>
                    <a:pt x="2820" y="13245"/>
                  </a:lnTo>
                  <a:lnTo>
                    <a:pt x="2743" y="13439"/>
                  </a:lnTo>
                  <a:lnTo>
                    <a:pt x="2395" y="13014"/>
                  </a:lnTo>
                  <a:lnTo>
                    <a:pt x="2086" y="12550"/>
                  </a:lnTo>
                  <a:lnTo>
                    <a:pt x="1777" y="12087"/>
                  </a:lnTo>
                  <a:lnTo>
                    <a:pt x="1507" y="11624"/>
                  </a:lnTo>
                  <a:lnTo>
                    <a:pt x="1275" y="11122"/>
                  </a:lnTo>
                  <a:lnTo>
                    <a:pt x="1082" y="10620"/>
                  </a:lnTo>
                  <a:lnTo>
                    <a:pt x="889" y="10118"/>
                  </a:lnTo>
                  <a:lnTo>
                    <a:pt x="735" y="9616"/>
                  </a:lnTo>
                  <a:lnTo>
                    <a:pt x="619" y="9114"/>
                  </a:lnTo>
                  <a:lnTo>
                    <a:pt x="542" y="8573"/>
                  </a:lnTo>
                  <a:lnTo>
                    <a:pt x="503" y="8032"/>
                  </a:lnTo>
                  <a:lnTo>
                    <a:pt x="503" y="7492"/>
                  </a:lnTo>
                  <a:lnTo>
                    <a:pt x="542" y="6951"/>
                  </a:lnTo>
                  <a:lnTo>
                    <a:pt x="619" y="6411"/>
                  </a:lnTo>
                  <a:lnTo>
                    <a:pt x="773" y="5870"/>
                  </a:lnTo>
                  <a:lnTo>
                    <a:pt x="928" y="5329"/>
                  </a:lnTo>
                  <a:lnTo>
                    <a:pt x="1198" y="4673"/>
                  </a:lnTo>
                  <a:lnTo>
                    <a:pt x="1546" y="4055"/>
                  </a:lnTo>
                  <a:lnTo>
                    <a:pt x="1932" y="3476"/>
                  </a:lnTo>
                  <a:lnTo>
                    <a:pt x="2356" y="2935"/>
                  </a:lnTo>
                  <a:lnTo>
                    <a:pt x="2858" y="2433"/>
                  </a:lnTo>
                  <a:lnTo>
                    <a:pt x="3360" y="2009"/>
                  </a:lnTo>
                  <a:lnTo>
                    <a:pt x="3940" y="1584"/>
                  </a:lnTo>
                  <a:lnTo>
                    <a:pt x="4519" y="1236"/>
                  </a:lnTo>
                  <a:close/>
                  <a:moveTo>
                    <a:pt x="3862" y="12975"/>
                  </a:moveTo>
                  <a:lnTo>
                    <a:pt x="4017" y="13052"/>
                  </a:lnTo>
                  <a:lnTo>
                    <a:pt x="4171" y="13168"/>
                  </a:lnTo>
                  <a:lnTo>
                    <a:pt x="4287" y="13284"/>
                  </a:lnTo>
                  <a:lnTo>
                    <a:pt x="4326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326" y="13941"/>
                  </a:lnTo>
                  <a:lnTo>
                    <a:pt x="4210" y="14095"/>
                  </a:lnTo>
                  <a:lnTo>
                    <a:pt x="3785" y="13825"/>
                  </a:lnTo>
                  <a:lnTo>
                    <a:pt x="3360" y="13477"/>
                  </a:lnTo>
                  <a:lnTo>
                    <a:pt x="3245" y="13439"/>
                  </a:lnTo>
                  <a:lnTo>
                    <a:pt x="3167" y="13439"/>
                  </a:lnTo>
                  <a:lnTo>
                    <a:pt x="3052" y="13477"/>
                  </a:lnTo>
                  <a:lnTo>
                    <a:pt x="2974" y="13516"/>
                  </a:lnTo>
                  <a:lnTo>
                    <a:pt x="3052" y="13361"/>
                  </a:lnTo>
                  <a:lnTo>
                    <a:pt x="3167" y="13207"/>
                  </a:lnTo>
                  <a:lnTo>
                    <a:pt x="3322" y="13130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9153" y="12859"/>
                  </a:moveTo>
                  <a:lnTo>
                    <a:pt x="9616" y="12898"/>
                  </a:lnTo>
                  <a:lnTo>
                    <a:pt x="10118" y="12975"/>
                  </a:lnTo>
                  <a:lnTo>
                    <a:pt x="10504" y="13014"/>
                  </a:lnTo>
                  <a:lnTo>
                    <a:pt x="11006" y="13130"/>
                  </a:lnTo>
                  <a:lnTo>
                    <a:pt x="11508" y="13245"/>
                  </a:lnTo>
                  <a:lnTo>
                    <a:pt x="11701" y="13361"/>
                  </a:lnTo>
                  <a:lnTo>
                    <a:pt x="11894" y="13477"/>
                  </a:lnTo>
                  <a:lnTo>
                    <a:pt x="11508" y="13786"/>
                  </a:lnTo>
                  <a:lnTo>
                    <a:pt x="11083" y="14018"/>
                  </a:lnTo>
                  <a:lnTo>
                    <a:pt x="10659" y="14249"/>
                  </a:lnTo>
                  <a:lnTo>
                    <a:pt x="10234" y="14443"/>
                  </a:lnTo>
                  <a:lnTo>
                    <a:pt x="9770" y="14636"/>
                  </a:lnTo>
                  <a:lnTo>
                    <a:pt x="9307" y="14751"/>
                  </a:lnTo>
                  <a:lnTo>
                    <a:pt x="8844" y="14867"/>
                  </a:lnTo>
                  <a:lnTo>
                    <a:pt x="8342" y="14945"/>
                  </a:lnTo>
                  <a:lnTo>
                    <a:pt x="7878" y="14983"/>
                  </a:lnTo>
                  <a:lnTo>
                    <a:pt x="7376" y="14983"/>
                  </a:lnTo>
                  <a:lnTo>
                    <a:pt x="6913" y="14945"/>
                  </a:lnTo>
                  <a:lnTo>
                    <a:pt x="6411" y="14867"/>
                  </a:lnTo>
                  <a:lnTo>
                    <a:pt x="5948" y="14790"/>
                  </a:lnTo>
                  <a:lnTo>
                    <a:pt x="5484" y="14636"/>
                  </a:lnTo>
                  <a:lnTo>
                    <a:pt x="5021" y="14481"/>
                  </a:lnTo>
                  <a:lnTo>
                    <a:pt x="4596" y="14288"/>
                  </a:lnTo>
                  <a:lnTo>
                    <a:pt x="4712" y="14018"/>
                  </a:lnTo>
                  <a:lnTo>
                    <a:pt x="4751" y="13747"/>
                  </a:lnTo>
                  <a:lnTo>
                    <a:pt x="4712" y="13593"/>
                  </a:lnTo>
                  <a:lnTo>
                    <a:pt x="5561" y="13323"/>
                  </a:lnTo>
                  <a:lnTo>
                    <a:pt x="6411" y="13091"/>
                  </a:lnTo>
                  <a:lnTo>
                    <a:pt x="7299" y="12937"/>
                  </a:lnTo>
                  <a:lnTo>
                    <a:pt x="8187" y="12859"/>
                  </a:lnTo>
                  <a:close/>
                  <a:moveTo>
                    <a:pt x="7608" y="1"/>
                  </a:moveTo>
                  <a:lnTo>
                    <a:pt x="6990" y="39"/>
                  </a:lnTo>
                  <a:lnTo>
                    <a:pt x="6450" y="116"/>
                  </a:lnTo>
                  <a:lnTo>
                    <a:pt x="5870" y="232"/>
                  </a:lnTo>
                  <a:lnTo>
                    <a:pt x="5330" y="387"/>
                  </a:lnTo>
                  <a:lnTo>
                    <a:pt x="4789" y="580"/>
                  </a:lnTo>
                  <a:lnTo>
                    <a:pt x="4249" y="812"/>
                  </a:lnTo>
                  <a:lnTo>
                    <a:pt x="3785" y="1120"/>
                  </a:lnTo>
                  <a:lnTo>
                    <a:pt x="3283" y="1429"/>
                  </a:lnTo>
                  <a:lnTo>
                    <a:pt x="2820" y="1777"/>
                  </a:lnTo>
                  <a:lnTo>
                    <a:pt x="2395" y="2163"/>
                  </a:lnTo>
                  <a:lnTo>
                    <a:pt x="2009" y="2588"/>
                  </a:lnTo>
                  <a:lnTo>
                    <a:pt x="1623" y="3013"/>
                  </a:lnTo>
                  <a:lnTo>
                    <a:pt x="1275" y="3515"/>
                  </a:lnTo>
                  <a:lnTo>
                    <a:pt x="966" y="4017"/>
                  </a:lnTo>
                  <a:lnTo>
                    <a:pt x="696" y="4596"/>
                  </a:lnTo>
                  <a:lnTo>
                    <a:pt x="426" y="5252"/>
                  </a:lnTo>
                  <a:lnTo>
                    <a:pt x="233" y="5909"/>
                  </a:lnTo>
                  <a:lnTo>
                    <a:pt x="117" y="6565"/>
                  </a:lnTo>
                  <a:lnTo>
                    <a:pt x="40" y="7222"/>
                  </a:lnTo>
                  <a:lnTo>
                    <a:pt x="1" y="7917"/>
                  </a:lnTo>
                  <a:lnTo>
                    <a:pt x="40" y="8612"/>
                  </a:lnTo>
                  <a:lnTo>
                    <a:pt x="117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6" y="11238"/>
                  </a:lnTo>
                  <a:lnTo>
                    <a:pt x="1005" y="11817"/>
                  </a:lnTo>
                  <a:lnTo>
                    <a:pt x="1352" y="12396"/>
                  </a:lnTo>
                  <a:lnTo>
                    <a:pt x="1739" y="12937"/>
                  </a:lnTo>
                  <a:lnTo>
                    <a:pt x="2202" y="13439"/>
                  </a:lnTo>
                  <a:lnTo>
                    <a:pt x="2704" y="13902"/>
                  </a:lnTo>
                  <a:lnTo>
                    <a:pt x="2781" y="13941"/>
                  </a:lnTo>
                  <a:lnTo>
                    <a:pt x="2820" y="13941"/>
                  </a:lnTo>
                  <a:lnTo>
                    <a:pt x="2936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5" y="14520"/>
                  </a:lnTo>
                  <a:lnTo>
                    <a:pt x="4133" y="14597"/>
                  </a:lnTo>
                  <a:lnTo>
                    <a:pt x="4557" y="14829"/>
                  </a:lnTo>
                  <a:lnTo>
                    <a:pt x="4982" y="14983"/>
                  </a:lnTo>
                  <a:lnTo>
                    <a:pt x="5407" y="15138"/>
                  </a:lnTo>
                  <a:lnTo>
                    <a:pt x="5870" y="15292"/>
                  </a:lnTo>
                  <a:lnTo>
                    <a:pt x="6334" y="15369"/>
                  </a:lnTo>
                  <a:lnTo>
                    <a:pt x="6797" y="15447"/>
                  </a:lnTo>
                  <a:lnTo>
                    <a:pt x="7299" y="15485"/>
                  </a:lnTo>
                  <a:lnTo>
                    <a:pt x="7763" y="15485"/>
                  </a:lnTo>
                  <a:lnTo>
                    <a:pt x="8226" y="15447"/>
                  </a:lnTo>
                  <a:lnTo>
                    <a:pt x="8689" y="15408"/>
                  </a:lnTo>
                  <a:lnTo>
                    <a:pt x="9153" y="15331"/>
                  </a:lnTo>
                  <a:lnTo>
                    <a:pt x="9616" y="15215"/>
                  </a:lnTo>
                  <a:lnTo>
                    <a:pt x="10079" y="15060"/>
                  </a:lnTo>
                  <a:lnTo>
                    <a:pt x="10543" y="14867"/>
                  </a:lnTo>
                  <a:lnTo>
                    <a:pt x="10968" y="14674"/>
                  </a:lnTo>
                  <a:lnTo>
                    <a:pt x="11392" y="14443"/>
                  </a:lnTo>
                  <a:lnTo>
                    <a:pt x="11856" y="14134"/>
                  </a:lnTo>
                  <a:lnTo>
                    <a:pt x="12319" y="13786"/>
                  </a:lnTo>
                  <a:lnTo>
                    <a:pt x="12744" y="13400"/>
                  </a:lnTo>
                  <a:lnTo>
                    <a:pt x="13130" y="12975"/>
                  </a:lnTo>
                  <a:lnTo>
                    <a:pt x="13478" y="12550"/>
                  </a:lnTo>
                  <a:lnTo>
                    <a:pt x="13786" y="12048"/>
                  </a:lnTo>
                  <a:lnTo>
                    <a:pt x="14057" y="11585"/>
                  </a:lnTo>
                  <a:lnTo>
                    <a:pt x="14288" y="11044"/>
                  </a:lnTo>
                  <a:lnTo>
                    <a:pt x="14520" y="10542"/>
                  </a:lnTo>
                  <a:lnTo>
                    <a:pt x="14675" y="10002"/>
                  </a:lnTo>
                  <a:lnTo>
                    <a:pt x="14829" y="9423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5022" y="7724"/>
                  </a:lnTo>
                  <a:lnTo>
                    <a:pt x="14983" y="7144"/>
                  </a:lnTo>
                  <a:lnTo>
                    <a:pt x="14945" y="6604"/>
                  </a:lnTo>
                  <a:lnTo>
                    <a:pt x="14829" y="5986"/>
                  </a:lnTo>
                  <a:lnTo>
                    <a:pt x="14675" y="5407"/>
                  </a:lnTo>
                  <a:lnTo>
                    <a:pt x="14482" y="4827"/>
                  </a:lnTo>
                  <a:lnTo>
                    <a:pt x="14250" y="4287"/>
                  </a:lnTo>
                  <a:lnTo>
                    <a:pt x="13980" y="3746"/>
                  </a:lnTo>
                  <a:lnTo>
                    <a:pt x="13671" y="3244"/>
                  </a:lnTo>
                  <a:lnTo>
                    <a:pt x="13323" y="2742"/>
                  </a:lnTo>
                  <a:lnTo>
                    <a:pt x="12937" y="2317"/>
                  </a:lnTo>
                  <a:lnTo>
                    <a:pt x="12512" y="1893"/>
                  </a:lnTo>
                  <a:lnTo>
                    <a:pt x="12049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3" y="618"/>
                  </a:lnTo>
                  <a:lnTo>
                    <a:pt x="9964" y="387"/>
                  </a:lnTo>
                  <a:lnTo>
                    <a:pt x="9384" y="232"/>
                  </a:lnTo>
                  <a:lnTo>
                    <a:pt x="8767" y="116"/>
                  </a:lnTo>
                  <a:lnTo>
                    <a:pt x="8187" y="39"/>
                  </a:lnTo>
                  <a:lnTo>
                    <a:pt x="760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5477175" y="100252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4" y="7298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60" y="7569"/>
                  </a:lnTo>
                  <a:lnTo>
                    <a:pt x="9153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5" y="8573"/>
                  </a:lnTo>
                  <a:lnTo>
                    <a:pt x="9693" y="8882"/>
                  </a:lnTo>
                  <a:lnTo>
                    <a:pt x="9655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60" y="10040"/>
                  </a:lnTo>
                  <a:lnTo>
                    <a:pt x="8689" y="10117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40" y="10079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7"/>
                  </a:lnTo>
                  <a:lnTo>
                    <a:pt x="7029" y="9345"/>
                  </a:lnTo>
                  <a:lnTo>
                    <a:pt x="6952" y="9075"/>
                  </a:lnTo>
                  <a:lnTo>
                    <a:pt x="6913" y="8804"/>
                  </a:lnTo>
                  <a:lnTo>
                    <a:pt x="6952" y="8534"/>
                  </a:lnTo>
                  <a:lnTo>
                    <a:pt x="7029" y="8264"/>
                  </a:lnTo>
                  <a:lnTo>
                    <a:pt x="7145" y="8071"/>
                  </a:lnTo>
                  <a:lnTo>
                    <a:pt x="7299" y="7878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9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6" y="8457"/>
                  </a:lnTo>
                  <a:lnTo>
                    <a:pt x="2974" y="8611"/>
                  </a:lnTo>
                  <a:lnTo>
                    <a:pt x="3051" y="8766"/>
                  </a:lnTo>
                  <a:lnTo>
                    <a:pt x="1545" y="8727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5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7"/>
                  </a:lnTo>
                  <a:lnTo>
                    <a:pt x="6990" y="10079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7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2"/>
                  </a:lnTo>
                  <a:lnTo>
                    <a:pt x="10157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7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1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9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5" y="7337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50" y="8534"/>
                  </a:lnTo>
                  <a:lnTo>
                    <a:pt x="6450" y="8843"/>
                  </a:lnTo>
                  <a:lnTo>
                    <a:pt x="5716" y="8804"/>
                  </a:lnTo>
                  <a:lnTo>
                    <a:pt x="4944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8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80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6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2850400" y="1030525"/>
              <a:ext cx="475950" cy="686400"/>
            </a:xfrm>
            <a:custGeom>
              <a:avLst/>
              <a:gdLst/>
              <a:ahLst/>
              <a:cxnLst/>
              <a:rect l="l" t="t" r="r" b="b"/>
              <a:pathLst>
                <a:path w="19038" h="27456" extrusionOk="0">
                  <a:moveTo>
                    <a:pt x="18690" y="309"/>
                  </a:moveTo>
                  <a:lnTo>
                    <a:pt x="18690" y="463"/>
                  </a:lnTo>
                  <a:lnTo>
                    <a:pt x="18382" y="2047"/>
                  </a:lnTo>
                  <a:lnTo>
                    <a:pt x="17995" y="3668"/>
                  </a:lnTo>
                  <a:lnTo>
                    <a:pt x="17609" y="5252"/>
                  </a:lnTo>
                  <a:lnTo>
                    <a:pt x="17184" y="6873"/>
                  </a:lnTo>
                  <a:lnTo>
                    <a:pt x="16489" y="6873"/>
                  </a:lnTo>
                  <a:lnTo>
                    <a:pt x="16180" y="6835"/>
                  </a:lnTo>
                  <a:lnTo>
                    <a:pt x="15833" y="6758"/>
                  </a:lnTo>
                  <a:lnTo>
                    <a:pt x="15524" y="6680"/>
                  </a:lnTo>
                  <a:lnTo>
                    <a:pt x="15215" y="6565"/>
                  </a:lnTo>
                  <a:lnTo>
                    <a:pt x="14906" y="6410"/>
                  </a:lnTo>
                  <a:lnTo>
                    <a:pt x="14597" y="6217"/>
                  </a:lnTo>
                  <a:lnTo>
                    <a:pt x="14327" y="6024"/>
                  </a:lnTo>
                  <a:lnTo>
                    <a:pt x="14057" y="5792"/>
                  </a:lnTo>
                  <a:lnTo>
                    <a:pt x="13593" y="5329"/>
                  </a:lnTo>
                  <a:lnTo>
                    <a:pt x="13168" y="4788"/>
                  </a:lnTo>
                  <a:lnTo>
                    <a:pt x="12782" y="4248"/>
                  </a:lnTo>
                  <a:lnTo>
                    <a:pt x="13477" y="3668"/>
                  </a:lnTo>
                  <a:lnTo>
                    <a:pt x="14172" y="3128"/>
                  </a:lnTo>
                  <a:lnTo>
                    <a:pt x="14868" y="2587"/>
                  </a:lnTo>
                  <a:lnTo>
                    <a:pt x="15601" y="2085"/>
                  </a:lnTo>
                  <a:lnTo>
                    <a:pt x="16374" y="1622"/>
                  </a:lnTo>
                  <a:lnTo>
                    <a:pt x="17146" y="1158"/>
                  </a:lnTo>
                  <a:lnTo>
                    <a:pt x="17918" y="734"/>
                  </a:lnTo>
                  <a:lnTo>
                    <a:pt x="18690" y="309"/>
                  </a:lnTo>
                  <a:close/>
                  <a:moveTo>
                    <a:pt x="6063" y="12434"/>
                  </a:moveTo>
                  <a:lnTo>
                    <a:pt x="5793" y="13013"/>
                  </a:lnTo>
                  <a:lnTo>
                    <a:pt x="5600" y="13592"/>
                  </a:lnTo>
                  <a:lnTo>
                    <a:pt x="5446" y="14172"/>
                  </a:lnTo>
                  <a:lnTo>
                    <a:pt x="5291" y="14790"/>
                  </a:lnTo>
                  <a:lnTo>
                    <a:pt x="5252" y="15369"/>
                  </a:lnTo>
                  <a:lnTo>
                    <a:pt x="5214" y="15407"/>
                  </a:lnTo>
                  <a:lnTo>
                    <a:pt x="4750" y="16102"/>
                  </a:lnTo>
                  <a:lnTo>
                    <a:pt x="4287" y="16797"/>
                  </a:lnTo>
                  <a:lnTo>
                    <a:pt x="4171" y="17106"/>
                  </a:lnTo>
                  <a:lnTo>
                    <a:pt x="4017" y="17415"/>
                  </a:lnTo>
                  <a:lnTo>
                    <a:pt x="3824" y="17724"/>
                  </a:lnTo>
                  <a:lnTo>
                    <a:pt x="3746" y="17840"/>
                  </a:lnTo>
                  <a:lnTo>
                    <a:pt x="3631" y="17956"/>
                  </a:lnTo>
                  <a:lnTo>
                    <a:pt x="3476" y="18033"/>
                  </a:lnTo>
                  <a:lnTo>
                    <a:pt x="3283" y="18072"/>
                  </a:lnTo>
                  <a:lnTo>
                    <a:pt x="2858" y="18110"/>
                  </a:lnTo>
                  <a:lnTo>
                    <a:pt x="2009" y="18149"/>
                  </a:lnTo>
                  <a:lnTo>
                    <a:pt x="426" y="18342"/>
                  </a:lnTo>
                  <a:lnTo>
                    <a:pt x="426" y="18342"/>
                  </a:lnTo>
                  <a:lnTo>
                    <a:pt x="850" y="17724"/>
                  </a:lnTo>
                  <a:lnTo>
                    <a:pt x="1275" y="17106"/>
                  </a:lnTo>
                  <a:lnTo>
                    <a:pt x="1661" y="16489"/>
                  </a:lnTo>
                  <a:lnTo>
                    <a:pt x="2009" y="15832"/>
                  </a:lnTo>
                  <a:lnTo>
                    <a:pt x="2549" y="14751"/>
                  </a:lnTo>
                  <a:lnTo>
                    <a:pt x="2820" y="14017"/>
                  </a:lnTo>
                  <a:lnTo>
                    <a:pt x="3013" y="13670"/>
                  </a:lnTo>
                  <a:lnTo>
                    <a:pt x="3206" y="13322"/>
                  </a:lnTo>
                  <a:lnTo>
                    <a:pt x="3360" y="13322"/>
                  </a:lnTo>
                  <a:lnTo>
                    <a:pt x="3399" y="13245"/>
                  </a:lnTo>
                  <a:lnTo>
                    <a:pt x="3438" y="13206"/>
                  </a:lnTo>
                  <a:lnTo>
                    <a:pt x="4750" y="12782"/>
                  </a:lnTo>
                  <a:lnTo>
                    <a:pt x="6063" y="12434"/>
                  </a:lnTo>
                  <a:close/>
                  <a:moveTo>
                    <a:pt x="12551" y="4441"/>
                  </a:moveTo>
                  <a:lnTo>
                    <a:pt x="12898" y="5020"/>
                  </a:lnTo>
                  <a:lnTo>
                    <a:pt x="13362" y="5561"/>
                  </a:lnTo>
                  <a:lnTo>
                    <a:pt x="13864" y="6101"/>
                  </a:lnTo>
                  <a:lnTo>
                    <a:pt x="14172" y="6333"/>
                  </a:lnTo>
                  <a:lnTo>
                    <a:pt x="14443" y="6565"/>
                  </a:lnTo>
                  <a:lnTo>
                    <a:pt x="14752" y="6758"/>
                  </a:lnTo>
                  <a:lnTo>
                    <a:pt x="15061" y="6951"/>
                  </a:lnTo>
                  <a:lnTo>
                    <a:pt x="15370" y="7067"/>
                  </a:lnTo>
                  <a:lnTo>
                    <a:pt x="15717" y="7182"/>
                  </a:lnTo>
                  <a:lnTo>
                    <a:pt x="16026" y="7260"/>
                  </a:lnTo>
                  <a:lnTo>
                    <a:pt x="16721" y="7260"/>
                  </a:lnTo>
                  <a:lnTo>
                    <a:pt x="17107" y="7182"/>
                  </a:lnTo>
                  <a:lnTo>
                    <a:pt x="16682" y="8573"/>
                  </a:lnTo>
                  <a:lnTo>
                    <a:pt x="16180" y="9963"/>
                  </a:lnTo>
                  <a:lnTo>
                    <a:pt x="15756" y="11160"/>
                  </a:lnTo>
                  <a:lnTo>
                    <a:pt x="15254" y="12357"/>
                  </a:lnTo>
                  <a:lnTo>
                    <a:pt x="14752" y="13515"/>
                  </a:lnTo>
                  <a:lnTo>
                    <a:pt x="14172" y="14635"/>
                  </a:lnTo>
                  <a:lnTo>
                    <a:pt x="13555" y="15793"/>
                  </a:lnTo>
                  <a:lnTo>
                    <a:pt x="13207" y="16373"/>
                  </a:lnTo>
                  <a:lnTo>
                    <a:pt x="12860" y="16952"/>
                  </a:lnTo>
                  <a:lnTo>
                    <a:pt x="12473" y="17493"/>
                  </a:lnTo>
                  <a:lnTo>
                    <a:pt x="12087" y="17995"/>
                  </a:lnTo>
                  <a:lnTo>
                    <a:pt x="11624" y="18458"/>
                  </a:lnTo>
                  <a:lnTo>
                    <a:pt x="11161" y="18883"/>
                  </a:lnTo>
                  <a:lnTo>
                    <a:pt x="10620" y="19230"/>
                  </a:lnTo>
                  <a:lnTo>
                    <a:pt x="10079" y="19462"/>
                  </a:lnTo>
                  <a:lnTo>
                    <a:pt x="9809" y="19578"/>
                  </a:lnTo>
                  <a:lnTo>
                    <a:pt x="9539" y="19655"/>
                  </a:lnTo>
                  <a:lnTo>
                    <a:pt x="9230" y="19694"/>
                  </a:lnTo>
                  <a:lnTo>
                    <a:pt x="8959" y="19732"/>
                  </a:lnTo>
                  <a:lnTo>
                    <a:pt x="8689" y="19732"/>
                  </a:lnTo>
                  <a:lnTo>
                    <a:pt x="8380" y="19694"/>
                  </a:lnTo>
                  <a:lnTo>
                    <a:pt x="8110" y="19616"/>
                  </a:lnTo>
                  <a:lnTo>
                    <a:pt x="7840" y="19539"/>
                  </a:lnTo>
                  <a:lnTo>
                    <a:pt x="7569" y="19423"/>
                  </a:lnTo>
                  <a:lnTo>
                    <a:pt x="7299" y="19269"/>
                  </a:lnTo>
                  <a:lnTo>
                    <a:pt x="7067" y="19114"/>
                  </a:lnTo>
                  <a:lnTo>
                    <a:pt x="6836" y="18883"/>
                  </a:lnTo>
                  <a:lnTo>
                    <a:pt x="6450" y="18458"/>
                  </a:lnTo>
                  <a:lnTo>
                    <a:pt x="6141" y="17956"/>
                  </a:lnTo>
                  <a:lnTo>
                    <a:pt x="5870" y="17454"/>
                  </a:lnTo>
                  <a:lnTo>
                    <a:pt x="5716" y="16913"/>
                  </a:lnTo>
                  <a:lnTo>
                    <a:pt x="5639" y="16334"/>
                  </a:lnTo>
                  <a:lnTo>
                    <a:pt x="5600" y="15755"/>
                  </a:lnTo>
                  <a:lnTo>
                    <a:pt x="5639" y="15214"/>
                  </a:lnTo>
                  <a:lnTo>
                    <a:pt x="5716" y="14635"/>
                  </a:lnTo>
                  <a:lnTo>
                    <a:pt x="5832" y="14056"/>
                  </a:lnTo>
                  <a:lnTo>
                    <a:pt x="6025" y="13515"/>
                  </a:lnTo>
                  <a:lnTo>
                    <a:pt x="6218" y="13013"/>
                  </a:lnTo>
                  <a:lnTo>
                    <a:pt x="6450" y="12473"/>
                  </a:lnTo>
                  <a:lnTo>
                    <a:pt x="6952" y="11469"/>
                  </a:lnTo>
                  <a:lnTo>
                    <a:pt x="7531" y="10465"/>
                  </a:lnTo>
                  <a:lnTo>
                    <a:pt x="8149" y="9461"/>
                  </a:lnTo>
                  <a:lnTo>
                    <a:pt x="8844" y="8495"/>
                  </a:lnTo>
                  <a:lnTo>
                    <a:pt x="9539" y="7530"/>
                  </a:lnTo>
                  <a:lnTo>
                    <a:pt x="10311" y="6642"/>
                  </a:lnTo>
                  <a:lnTo>
                    <a:pt x="10852" y="6063"/>
                  </a:lnTo>
                  <a:lnTo>
                    <a:pt x="11392" y="5522"/>
                  </a:lnTo>
                  <a:lnTo>
                    <a:pt x="11971" y="4981"/>
                  </a:lnTo>
                  <a:lnTo>
                    <a:pt x="12551" y="4441"/>
                  </a:lnTo>
                  <a:close/>
                  <a:moveTo>
                    <a:pt x="5986" y="18419"/>
                  </a:moveTo>
                  <a:lnTo>
                    <a:pt x="6218" y="18767"/>
                  </a:lnTo>
                  <a:lnTo>
                    <a:pt x="6450" y="19076"/>
                  </a:lnTo>
                  <a:lnTo>
                    <a:pt x="6758" y="19346"/>
                  </a:lnTo>
                  <a:lnTo>
                    <a:pt x="7067" y="19616"/>
                  </a:lnTo>
                  <a:lnTo>
                    <a:pt x="7415" y="19809"/>
                  </a:lnTo>
                  <a:lnTo>
                    <a:pt x="7801" y="19964"/>
                  </a:lnTo>
                  <a:lnTo>
                    <a:pt x="8187" y="20080"/>
                  </a:lnTo>
                  <a:lnTo>
                    <a:pt x="8612" y="20118"/>
                  </a:lnTo>
                  <a:lnTo>
                    <a:pt x="8535" y="20466"/>
                  </a:lnTo>
                  <a:lnTo>
                    <a:pt x="8496" y="20852"/>
                  </a:lnTo>
                  <a:lnTo>
                    <a:pt x="7994" y="20813"/>
                  </a:lnTo>
                  <a:lnTo>
                    <a:pt x="7531" y="20698"/>
                  </a:lnTo>
                  <a:lnTo>
                    <a:pt x="7106" y="20504"/>
                  </a:lnTo>
                  <a:lnTo>
                    <a:pt x="6720" y="20273"/>
                  </a:lnTo>
                  <a:lnTo>
                    <a:pt x="6334" y="20002"/>
                  </a:lnTo>
                  <a:lnTo>
                    <a:pt x="6025" y="19655"/>
                  </a:lnTo>
                  <a:lnTo>
                    <a:pt x="5716" y="19307"/>
                  </a:lnTo>
                  <a:lnTo>
                    <a:pt x="5446" y="18883"/>
                  </a:lnTo>
                  <a:lnTo>
                    <a:pt x="5446" y="18844"/>
                  </a:lnTo>
                  <a:lnTo>
                    <a:pt x="5986" y="18419"/>
                  </a:lnTo>
                  <a:close/>
                  <a:moveTo>
                    <a:pt x="5291" y="18960"/>
                  </a:moveTo>
                  <a:lnTo>
                    <a:pt x="5523" y="19462"/>
                  </a:lnTo>
                  <a:lnTo>
                    <a:pt x="5793" y="19887"/>
                  </a:lnTo>
                  <a:lnTo>
                    <a:pt x="6141" y="20234"/>
                  </a:lnTo>
                  <a:lnTo>
                    <a:pt x="6527" y="20582"/>
                  </a:lnTo>
                  <a:lnTo>
                    <a:pt x="6952" y="20813"/>
                  </a:lnTo>
                  <a:lnTo>
                    <a:pt x="7453" y="21006"/>
                  </a:lnTo>
                  <a:lnTo>
                    <a:pt x="7955" y="21122"/>
                  </a:lnTo>
                  <a:lnTo>
                    <a:pt x="8457" y="21161"/>
                  </a:lnTo>
                  <a:lnTo>
                    <a:pt x="8496" y="21702"/>
                  </a:lnTo>
                  <a:lnTo>
                    <a:pt x="7878" y="21624"/>
                  </a:lnTo>
                  <a:lnTo>
                    <a:pt x="7299" y="21508"/>
                  </a:lnTo>
                  <a:lnTo>
                    <a:pt x="6797" y="21315"/>
                  </a:lnTo>
                  <a:lnTo>
                    <a:pt x="6295" y="21084"/>
                  </a:lnTo>
                  <a:lnTo>
                    <a:pt x="5870" y="20775"/>
                  </a:lnTo>
                  <a:lnTo>
                    <a:pt x="5446" y="20389"/>
                  </a:lnTo>
                  <a:lnTo>
                    <a:pt x="5021" y="19964"/>
                  </a:lnTo>
                  <a:lnTo>
                    <a:pt x="4673" y="19501"/>
                  </a:lnTo>
                  <a:lnTo>
                    <a:pt x="4828" y="19385"/>
                  </a:lnTo>
                  <a:lnTo>
                    <a:pt x="4982" y="19269"/>
                  </a:lnTo>
                  <a:lnTo>
                    <a:pt x="5291" y="18960"/>
                  </a:lnTo>
                  <a:close/>
                  <a:moveTo>
                    <a:pt x="13555" y="16527"/>
                  </a:moveTo>
                  <a:lnTo>
                    <a:pt x="13748" y="17184"/>
                  </a:lnTo>
                  <a:lnTo>
                    <a:pt x="13979" y="17840"/>
                  </a:lnTo>
                  <a:lnTo>
                    <a:pt x="14250" y="18458"/>
                  </a:lnTo>
                  <a:lnTo>
                    <a:pt x="14597" y="19037"/>
                  </a:lnTo>
                  <a:lnTo>
                    <a:pt x="13670" y="20157"/>
                  </a:lnTo>
                  <a:lnTo>
                    <a:pt x="12782" y="21315"/>
                  </a:lnTo>
                  <a:lnTo>
                    <a:pt x="11083" y="23748"/>
                  </a:lnTo>
                  <a:lnTo>
                    <a:pt x="10736" y="22783"/>
                  </a:lnTo>
                  <a:lnTo>
                    <a:pt x="10350" y="21856"/>
                  </a:lnTo>
                  <a:lnTo>
                    <a:pt x="10234" y="21586"/>
                  </a:lnTo>
                  <a:lnTo>
                    <a:pt x="10195" y="21354"/>
                  </a:lnTo>
                  <a:lnTo>
                    <a:pt x="10195" y="21238"/>
                  </a:lnTo>
                  <a:lnTo>
                    <a:pt x="10234" y="21122"/>
                  </a:lnTo>
                  <a:lnTo>
                    <a:pt x="10388" y="20813"/>
                  </a:lnTo>
                  <a:lnTo>
                    <a:pt x="10813" y="20234"/>
                  </a:lnTo>
                  <a:lnTo>
                    <a:pt x="11199" y="19578"/>
                  </a:lnTo>
                  <a:lnTo>
                    <a:pt x="11199" y="19501"/>
                  </a:lnTo>
                  <a:lnTo>
                    <a:pt x="11199" y="19462"/>
                  </a:lnTo>
                  <a:lnTo>
                    <a:pt x="11161" y="19346"/>
                  </a:lnTo>
                  <a:lnTo>
                    <a:pt x="11585" y="18999"/>
                  </a:lnTo>
                  <a:lnTo>
                    <a:pt x="11971" y="18612"/>
                  </a:lnTo>
                  <a:lnTo>
                    <a:pt x="12358" y="18226"/>
                  </a:lnTo>
                  <a:lnTo>
                    <a:pt x="12705" y="17801"/>
                  </a:lnTo>
                  <a:lnTo>
                    <a:pt x="13130" y="17184"/>
                  </a:lnTo>
                  <a:lnTo>
                    <a:pt x="13555" y="16527"/>
                  </a:lnTo>
                  <a:close/>
                  <a:moveTo>
                    <a:pt x="5677" y="21161"/>
                  </a:moveTo>
                  <a:lnTo>
                    <a:pt x="5948" y="21393"/>
                  </a:lnTo>
                  <a:lnTo>
                    <a:pt x="6256" y="21547"/>
                  </a:lnTo>
                  <a:lnTo>
                    <a:pt x="6565" y="21702"/>
                  </a:lnTo>
                  <a:lnTo>
                    <a:pt x="6913" y="21817"/>
                  </a:lnTo>
                  <a:lnTo>
                    <a:pt x="6836" y="22010"/>
                  </a:lnTo>
                  <a:lnTo>
                    <a:pt x="6797" y="22204"/>
                  </a:lnTo>
                  <a:lnTo>
                    <a:pt x="6643" y="22088"/>
                  </a:lnTo>
                  <a:lnTo>
                    <a:pt x="6604" y="22010"/>
                  </a:lnTo>
                  <a:lnTo>
                    <a:pt x="6411" y="22010"/>
                  </a:lnTo>
                  <a:lnTo>
                    <a:pt x="6372" y="22088"/>
                  </a:lnTo>
                  <a:lnTo>
                    <a:pt x="6218" y="22628"/>
                  </a:lnTo>
                  <a:lnTo>
                    <a:pt x="6025" y="23092"/>
                  </a:lnTo>
                  <a:lnTo>
                    <a:pt x="5832" y="23594"/>
                  </a:lnTo>
                  <a:lnTo>
                    <a:pt x="5600" y="24057"/>
                  </a:lnTo>
                  <a:lnTo>
                    <a:pt x="5330" y="24482"/>
                  </a:lnTo>
                  <a:lnTo>
                    <a:pt x="5021" y="24907"/>
                  </a:lnTo>
                  <a:lnTo>
                    <a:pt x="4712" y="25331"/>
                  </a:lnTo>
                  <a:lnTo>
                    <a:pt x="4364" y="25717"/>
                  </a:lnTo>
                  <a:lnTo>
                    <a:pt x="4248" y="25293"/>
                  </a:lnTo>
                  <a:lnTo>
                    <a:pt x="4171" y="24868"/>
                  </a:lnTo>
                  <a:lnTo>
                    <a:pt x="4171" y="24482"/>
                  </a:lnTo>
                  <a:lnTo>
                    <a:pt x="4210" y="24057"/>
                  </a:lnTo>
                  <a:lnTo>
                    <a:pt x="4326" y="23671"/>
                  </a:lnTo>
                  <a:lnTo>
                    <a:pt x="4480" y="23285"/>
                  </a:lnTo>
                  <a:lnTo>
                    <a:pt x="4673" y="22899"/>
                  </a:lnTo>
                  <a:lnTo>
                    <a:pt x="4944" y="22512"/>
                  </a:lnTo>
                  <a:lnTo>
                    <a:pt x="5175" y="22204"/>
                  </a:lnTo>
                  <a:lnTo>
                    <a:pt x="5330" y="21895"/>
                  </a:lnTo>
                  <a:lnTo>
                    <a:pt x="5407" y="21740"/>
                  </a:lnTo>
                  <a:lnTo>
                    <a:pt x="5407" y="21586"/>
                  </a:lnTo>
                  <a:lnTo>
                    <a:pt x="5368" y="21470"/>
                  </a:lnTo>
                  <a:lnTo>
                    <a:pt x="5291" y="21315"/>
                  </a:lnTo>
                  <a:lnTo>
                    <a:pt x="5446" y="21238"/>
                  </a:lnTo>
                  <a:lnTo>
                    <a:pt x="5677" y="21161"/>
                  </a:lnTo>
                  <a:close/>
                  <a:moveTo>
                    <a:pt x="4905" y="20466"/>
                  </a:moveTo>
                  <a:lnTo>
                    <a:pt x="5175" y="20736"/>
                  </a:lnTo>
                  <a:lnTo>
                    <a:pt x="5484" y="21006"/>
                  </a:lnTo>
                  <a:lnTo>
                    <a:pt x="5252" y="21084"/>
                  </a:lnTo>
                  <a:lnTo>
                    <a:pt x="5021" y="21161"/>
                  </a:lnTo>
                  <a:lnTo>
                    <a:pt x="4982" y="21200"/>
                  </a:lnTo>
                  <a:lnTo>
                    <a:pt x="4944" y="21277"/>
                  </a:lnTo>
                  <a:lnTo>
                    <a:pt x="4982" y="21354"/>
                  </a:lnTo>
                  <a:lnTo>
                    <a:pt x="5021" y="21393"/>
                  </a:lnTo>
                  <a:lnTo>
                    <a:pt x="5059" y="21470"/>
                  </a:lnTo>
                  <a:lnTo>
                    <a:pt x="5098" y="21547"/>
                  </a:lnTo>
                  <a:lnTo>
                    <a:pt x="5059" y="21779"/>
                  </a:lnTo>
                  <a:lnTo>
                    <a:pt x="4905" y="22049"/>
                  </a:lnTo>
                  <a:lnTo>
                    <a:pt x="4750" y="22358"/>
                  </a:lnTo>
                  <a:lnTo>
                    <a:pt x="4364" y="22937"/>
                  </a:lnTo>
                  <a:lnTo>
                    <a:pt x="4133" y="23323"/>
                  </a:lnTo>
                  <a:lnTo>
                    <a:pt x="3940" y="23748"/>
                  </a:lnTo>
                  <a:lnTo>
                    <a:pt x="3862" y="24212"/>
                  </a:lnTo>
                  <a:lnTo>
                    <a:pt x="3824" y="24714"/>
                  </a:lnTo>
                  <a:lnTo>
                    <a:pt x="3862" y="25177"/>
                  </a:lnTo>
                  <a:lnTo>
                    <a:pt x="3940" y="25409"/>
                  </a:lnTo>
                  <a:lnTo>
                    <a:pt x="4017" y="25640"/>
                  </a:lnTo>
                  <a:lnTo>
                    <a:pt x="4133" y="25872"/>
                  </a:lnTo>
                  <a:lnTo>
                    <a:pt x="4248" y="26065"/>
                  </a:lnTo>
                  <a:lnTo>
                    <a:pt x="4287" y="26104"/>
                  </a:lnTo>
                  <a:lnTo>
                    <a:pt x="4364" y="26104"/>
                  </a:lnTo>
                  <a:lnTo>
                    <a:pt x="4403" y="26065"/>
                  </a:lnTo>
                  <a:lnTo>
                    <a:pt x="4442" y="25988"/>
                  </a:lnTo>
                  <a:lnTo>
                    <a:pt x="4480" y="25988"/>
                  </a:lnTo>
                  <a:lnTo>
                    <a:pt x="4828" y="25602"/>
                  </a:lnTo>
                  <a:lnTo>
                    <a:pt x="5175" y="25215"/>
                  </a:lnTo>
                  <a:lnTo>
                    <a:pt x="5484" y="24791"/>
                  </a:lnTo>
                  <a:lnTo>
                    <a:pt x="5793" y="24366"/>
                  </a:lnTo>
                  <a:lnTo>
                    <a:pt x="6025" y="23903"/>
                  </a:lnTo>
                  <a:lnTo>
                    <a:pt x="6256" y="23439"/>
                  </a:lnTo>
                  <a:lnTo>
                    <a:pt x="6450" y="22937"/>
                  </a:lnTo>
                  <a:lnTo>
                    <a:pt x="6604" y="22435"/>
                  </a:lnTo>
                  <a:lnTo>
                    <a:pt x="6720" y="22551"/>
                  </a:lnTo>
                  <a:lnTo>
                    <a:pt x="6913" y="22590"/>
                  </a:lnTo>
                  <a:lnTo>
                    <a:pt x="6952" y="22628"/>
                  </a:lnTo>
                  <a:lnTo>
                    <a:pt x="7029" y="22590"/>
                  </a:lnTo>
                  <a:lnTo>
                    <a:pt x="7067" y="22512"/>
                  </a:lnTo>
                  <a:lnTo>
                    <a:pt x="7067" y="22474"/>
                  </a:lnTo>
                  <a:lnTo>
                    <a:pt x="7145" y="21895"/>
                  </a:lnTo>
                  <a:lnTo>
                    <a:pt x="7608" y="22010"/>
                  </a:lnTo>
                  <a:lnTo>
                    <a:pt x="7724" y="22512"/>
                  </a:lnTo>
                  <a:lnTo>
                    <a:pt x="7762" y="23014"/>
                  </a:lnTo>
                  <a:lnTo>
                    <a:pt x="7801" y="23555"/>
                  </a:lnTo>
                  <a:lnTo>
                    <a:pt x="7801" y="24057"/>
                  </a:lnTo>
                  <a:lnTo>
                    <a:pt x="7608" y="23903"/>
                  </a:lnTo>
                  <a:lnTo>
                    <a:pt x="7492" y="23671"/>
                  </a:lnTo>
                  <a:lnTo>
                    <a:pt x="7376" y="23439"/>
                  </a:lnTo>
                  <a:lnTo>
                    <a:pt x="7338" y="23169"/>
                  </a:lnTo>
                  <a:lnTo>
                    <a:pt x="7338" y="23092"/>
                  </a:lnTo>
                  <a:lnTo>
                    <a:pt x="7299" y="23053"/>
                  </a:lnTo>
                  <a:lnTo>
                    <a:pt x="7183" y="23014"/>
                  </a:lnTo>
                  <a:lnTo>
                    <a:pt x="7106" y="23014"/>
                  </a:lnTo>
                  <a:lnTo>
                    <a:pt x="7067" y="23053"/>
                  </a:lnTo>
                  <a:lnTo>
                    <a:pt x="7029" y="23092"/>
                  </a:lnTo>
                  <a:lnTo>
                    <a:pt x="6990" y="23169"/>
                  </a:lnTo>
                  <a:lnTo>
                    <a:pt x="6952" y="23787"/>
                  </a:lnTo>
                  <a:lnTo>
                    <a:pt x="6797" y="24405"/>
                  </a:lnTo>
                  <a:lnTo>
                    <a:pt x="6681" y="24675"/>
                  </a:lnTo>
                  <a:lnTo>
                    <a:pt x="6565" y="24984"/>
                  </a:lnTo>
                  <a:lnTo>
                    <a:pt x="6411" y="25254"/>
                  </a:lnTo>
                  <a:lnTo>
                    <a:pt x="6218" y="25524"/>
                  </a:lnTo>
                  <a:lnTo>
                    <a:pt x="5832" y="25988"/>
                  </a:lnTo>
                  <a:lnTo>
                    <a:pt x="5600" y="26219"/>
                  </a:lnTo>
                  <a:lnTo>
                    <a:pt x="5368" y="26451"/>
                  </a:lnTo>
                  <a:lnTo>
                    <a:pt x="5098" y="26644"/>
                  </a:lnTo>
                  <a:lnTo>
                    <a:pt x="4828" y="26799"/>
                  </a:lnTo>
                  <a:lnTo>
                    <a:pt x="4557" y="26953"/>
                  </a:lnTo>
                  <a:lnTo>
                    <a:pt x="4248" y="27030"/>
                  </a:lnTo>
                  <a:lnTo>
                    <a:pt x="4017" y="27030"/>
                  </a:lnTo>
                  <a:lnTo>
                    <a:pt x="3862" y="26992"/>
                  </a:lnTo>
                  <a:lnTo>
                    <a:pt x="3708" y="26915"/>
                  </a:lnTo>
                  <a:lnTo>
                    <a:pt x="3592" y="26760"/>
                  </a:lnTo>
                  <a:lnTo>
                    <a:pt x="3515" y="26606"/>
                  </a:lnTo>
                  <a:lnTo>
                    <a:pt x="3438" y="26413"/>
                  </a:lnTo>
                  <a:lnTo>
                    <a:pt x="3322" y="25988"/>
                  </a:lnTo>
                  <a:lnTo>
                    <a:pt x="3206" y="25293"/>
                  </a:lnTo>
                  <a:lnTo>
                    <a:pt x="3167" y="24945"/>
                  </a:lnTo>
                  <a:lnTo>
                    <a:pt x="3167" y="24598"/>
                  </a:lnTo>
                  <a:lnTo>
                    <a:pt x="3206" y="24173"/>
                  </a:lnTo>
                  <a:lnTo>
                    <a:pt x="3283" y="23787"/>
                  </a:lnTo>
                  <a:lnTo>
                    <a:pt x="3360" y="23401"/>
                  </a:lnTo>
                  <a:lnTo>
                    <a:pt x="3515" y="23014"/>
                  </a:lnTo>
                  <a:lnTo>
                    <a:pt x="3708" y="22667"/>
                  </a:lnTo>
                  <a:lnTo>
                    <a:pt x="3901" y="22319"/>
                  </a:lnTo>
                  <a:lnTo>
                    <a:pt x="4171" y="22010"/>
                  </a:lnTo>
                  <a:lnTo>
                    <a:pt x="4480" y="21702"/>
                  </a:lnTo>
                  <a:lnTo>
                    <a:pt x="4519" y="21624"/>
                  </a:lnTo>
                  <a:lnTo>
                    <a:pt x="4519" y="21547"/>
                  </a:lnTo>
                  <a:lnTo>
                    <a:pt x="4442" y="21470"/>
                  </a:lnTo>
                  <a:lnTo>
                    <a:pt x="4364" y="21431"/>
                  </a:lnTo>
                  <a:lnTo>
                    <a:pt x="3553" y="21315"/>
                  </a:lnTo>
                  <a:lnTo>
                    <a:pt x="3862" y="21045"/>
                  </a:lnTo>
                  <a:lnTo>
                    <a:pt x="4171" y="20775"/>
                  </a:lnTo>
                  <a:lnTo>
                    <a:pt x="4519" y="20582"/>
                  </a:lnTo>
                  <a:lnTo>
                    <a:pt x="4905" y="20466"/>
                  </a:lnTo>
                  <a:close/>
                  <a:moveTo>
                    <a:pt x="18845" y="0"/>
                  </a:moveTo>
                  <a:lnTo>
                    <a:pt x="18806" y="77"/>
                  </a:lnTo>
                  <a:lnTo>
                    <a:pt x="18729" y="39"/>
                  </a:lnTo>
                  <a:lnTo>
                    <a:pt x="18652" y="39"/>
                  </a:lnTo>
                  <a:lnTo>
                    <a:pt x="17455" y="618"/>
                  </a:lnTo>
                  <a:lnTo>
                    <a:pt x="16296" y="1236"/>
                  </a:lnTo>
                  <a:lnTo>
                    <a:pt x="15215" y="1931"/>
                  </a:lnTo>
                  <a:lnTo>
                    <a:pt x="14134" y="2664"/>
                  </a:lnTo>
                  <a:lnTo>
                    <a:pt x="13091" y="3475"/>
                  </a:lnTo>
                  <a:lnTo>
                    <a:pt x="12087" y="4325"/>
                  </a:lnTo>
                  <a:lnTo>
                    <a:pt x="11161" y="5213"/>
                  </a:lnTo>
                  <a:lnTo>
                    <a:pt x="10272" y="6178"/>
                  </a:lnTo>
                  <a:lnTo>
                    <a:pt x="9384" y="7144"/>
                  </a:lnTo>
                  <a:lnTo>
                    <a:pt x="8573" y="8186"/>
                  </a:lnTo>
                  <a:lnTo>
                    <a:pt x="7840" y="9268"/>
                  </a:lnTo>
                  <a:lnTo>
                    <a:pt x="7145" y="10387"/>
                  </a:lnTo>
                  <a:lnTo>
                    <a:pt x="6643" y="11276"/>
                  </a:lnTo>
                  <a:lnTo>
                    <a:pt x="6179" y="12164"/>
                  </a:lnTo>
                  <a:lnTo>
                    <a:pt x="5368" y="12241"/>
                  </a:lnTo>
                  <a:lnTo>
                    <a:pt x="4557" y="12395"/>
                  </a:lnTo>
                  <a:lnTo>
                    <a:pt x="3785" y="12627"/>
                  </a:lnTo>
                  <a:lnTo>
                    <a:pt x="3013" y="12936"/>
                  </a:lnTo>
                  <a:lnTo>
                    <a:pt x="2936" y="12975"/>
                  </a:lnTo>
                  <a:lnTo>
                    <a:pt x="2897" y="13013"/>
                  </a:lnTo>
                  <a:lnTo>
                    <a:pt x="2897" y="13168"/>
                  </a:lnTo>
                  <a:lnTo>
                    <a:pt x="2704" y="13361"/>
                  </a:lnTo>
                  <a:lnTo>
                    <a:pt x="2549" y="13592"/>
                  </a:lnTo>
                  <a:lnTo>
                    <a:pt x="2395" y="13863"/>
                  </a:lnTo>
                  <a:lnTo>
                    <a:pt x="2279" y="14133"/>
                  </a:lnTo>
                  <a:lnTo>
                    <a:pt x="2086" y="14712"/>
                  </a:lnTo>
                  <a:lnTo>
                    <a:pt x="1854" y="15214"/>
                  </a:lnTo>
                  <a:lnTo>
                    <a:pt x="1430" y="15987"/>
                  </a:lnTo>
                  <a:lnTo>
                    <a:pt x="1005" y="16759"/>
                  </a:lnTo>
                  <a:lnTo>
                    <a:pt x="541" y="17493"/>
                  </a:lnTo>
                  <a:lnTo>
                    <a:pt x="39" y="18226"/>
                  </a:lnTo>
                  <a:lnTo>
                    <a:pt x="1" y="18303"/>
                  </a:lnTo>
                  <a:lnTo>
                    <a:pt x="1" y="18381"/>
                  </a:lnTo>
                  <a:lnTo>
                    <a:pt x="39" y="18419"/>
                  </a:lnTo>
                  <a:lnTo>
                    <a:pt x="117" y="18458"/>
                  </a:lnTo>
                  <a:lnTo>
                    <a:pt x="117" y="18535"/>
                  </a:lnTo>
                  <a:lnTo>
                    <a:pt x="117" y="18612"/>
                  </a:lnTo>
                  <a:lnTo>
                    <a:pt x="155" y="18651"/>
                  </a:lnTo>
                  <a:lnTo>
                    <a:pt x="233" y="18690"/>
                  </a:lnTo>
                  <a:lnTo>
                    <a:pt x="1159" y="18612"/>
                  </a:lnTo>
                  <a:lnTo>
                    <a:pt x="2086" y="18574"/>
                  </a:lnTo>
                  <a:lnTo>
                    <a:pt x="3901" y="18381"/>
                  </a:lnTo>
                  <a:lnTo>
                    <a:pt x="3978" y="18342"/>
                  </a:lnTo>
                  <a:lnTo>
                    <a:pt x="4055" y="18265"/>
                  </a:lnTo>
                  <a:lnTo>
                    <a:pt x="4596" y="17106"/>
                  </a:lnTo>
                  <a:lnTo>
                    <a:pt x="5252" y="15987"/>
                  </a:lnTo>
                  <a:lnTo>
                    <a:pt x="5291" y="16566"/>
                  </a:lnTo>
                  <a:lnTo>
                    <a:pt x="5446" y="17106"/>
                  </a:lnTo>
                  <a:lnTo>
                    <a:pt x="5600" y="17647"/>
                  </a:lnTo>
                  <a:lnTo>
                    <a:pt x="5832" y="18188"/>
                  </a:lnTo>
                  <a:lnTo>
                    <a:pt x="5446" y="18381"/>
                  </a:lnTo>
                  <a:lnTo>
                    <a:pt x="5059" y="18651"/>
                  </a:lnTo>
                  <a:lnTo>
                    <a:pt x="4673" y="18960"/>
                  </a:lnTo>
                  <a:lnTo>
                    <a:pt x="4519" y="19153"/>
                  </a:lnTo>
                  <a:lnTo>
                    <a:pt x="4403" y="19346"/>
                  </a:lnTo>
                  <a:lnTo>
                    <a:pt x="4403" y="19423"/>
                  </a:lnTo>
                  <a:lnTo>
                    <a:pt x="4442" y="19501"/>
                  </a:lnTo>
                  <a:lnTo>
                    <a:pt x="4442" y="19539"/>
                  </a:lnTo>
                  <a:lnTo>
                    <a:pt x="4442" y="19616"/>
                  </a:lnTo>
                  <a:lnTo>
                    <a:pt x="4596" y="19964"/>
                  </a:lnTo>
                  <a:lnTo>
                    <a:pt x="4789" y="20273"/>
                  </a:lnTo>
                  <a:lnTo>
                    <a:pt x="4519" y="20311"/>
                  </a:lnTo>
                  <a:lnTo>
                    <a:pt x="4287" y="20389"/>
                  </a:lnTo>
                  <a:lnTo>
                    <a:pt x="4055" y="20504"/>
                  </a:lnTo>
                  <a:lnTo>
                    <a:pt x="3862" y="20620"/>
                  </a:lnTo>
                  <a:lnTo>
                    <a:pt x="3669" y="20775"/>
                  </a:lnTo>
                  <a:lnTo>
                    <a:pt x="3476" y="20968"/>
                  </a:lnTo>
                  <a:lnTo>
                    <a:pt x="3283" y="21161"/>
                  </a:lnTo>
                  <a:lnTo>
                    <a:pt x="3129" y="21354"/>
                  </a:lnTo>
                  <a:lnTo>
                    <a:pt x="3090" y="21431"/>
                  </a:lnTo>
                  <a:lnTo>
                    <a:pt x="3129" y="21508"/>
                  </a:lnTo>
                  <a:lnTo>
                    <a:pt x="3167" y="21586"/>
                  </a:lnTo>
                  <a:lnTo>
                    <a:pt x="3244" y="21624"/>
                  </a:lnTo>
                  <a:lnTo>
                    <a:pt x="4017" y="21702"/>
                  </a:lnTo>
                  <a:lnTo>
                    <a:pt x="3746" y="22010"/>
                  </a:lnTo>
                  <a:lnTo>
                    <a:pt x="3476" y="22358"/>
                  </a:lnTo>
                  <a:lnTo>
                    <a:pt x="3283" y="22706"/>
                  </a:lnTo>
                  <a:lnTo>
                    <a:pt x="3129" y="23092"/>
                  </a:lnTo>
                  <a:lnTo>
                    <a:pt x="3013" y="23478"/>
                  </a:lnTo>
                  <a:lnTo>
                    <a:pt x="2897" y="23864"/>
                  </a:lnTo>
                  <a:lnTo>
                    <a:pt x="2858" y="24289"/>
                  </a:lnTo>
                  <a:lnTo>
                    <a:pt x="2858" y="24714"/>
                  </a:lnTo>
                  <a:lnTo>
                    <a:pt x="2858" y="25370"/>
                  </a:lnTo>
                  <a:lnTo>
                    <a:pt x="2897" y="25795"/>
                  </a:lnTo>
                  <a:lnTo>
                    <a:pt x="2974" y="26219"/>
                  </a:lnTo>
                  <a:lnTo>
                    <a:pt x="3090" y="26644"/>
                  </a:lnTo>
                  <a:lnTo>
                    <a:pt x="3244" y="26992"/>
                  </a:lnTo>
                  <a:lnTo>
                    <a:pt x="3360" y="27146"/>
                  </a:lnTo>
                  <a:lnTo>
                    <a:pt x="3438" y="27262"/>
                  </a:lnTo>
                  <a:lnTo>
                    <a:pt x="3553" y="27378"/>
                  </a:lnTo>
                  <a:lnTo>
                    <a:pt x="3708" y="27417"/>
                  </a:lnTo>
                  <a:lnTo>
                    <a:pt x="3862" y="27455"/>
                  </a:lnTo>
                  <a:lnTo>
                    <a:pt x="4017" y="27455"/>
                  </a:lnTo>
                  <a:lnTo>
                    <a:pt x="4364" y="27417"/>
                  </a:lnTo>
                  <a:lnTo>
                    <a:pt x="4750" y="27262"/>
                  </a:lnTo>
                  <a:lnTo>
                    <a:pt x="5098" y="27069"/>
                  </a:lnTo>
                  <a:lnTo>
                    <a:pt x="5407" y="26837"/>
                  </a:lnTo>
                  <a:lnTo>
                    <a:pt x="5716" y="26567"/>
                  </a:lnTo>
                  <a:lnTo>
                    <a:pt x="6218" y="26065"/>
                  </a:lnTo>
                  <a:lnTo>
                    <a:pt x="6565" y="25602"/>
                  </a:lnTo>
                  <a:lnTo>
                    <a:pt x="6874" y="25100"/>
                  </a:lnTo>
                  <a:lnTo>
                    <a:pt x="7106" y="24559"/>
                  </a:lnTo>
                  <a:lnTo>
                    <a:pt x="7260" y="23980"/>
                  </a:lnTo>
                  <a:lnTo>
                    <a:pt x="7376" y="24134"/>
                  </a:lnTo>
                  <a:lnTo>
                    <a:pt x="7531" y="24289"/>
                  </a:lnTo>
                  <a:lnTo>
                    <a:pt x="7685" y="24405"/>
                  </a:lnTo>
                  <a:lnTo>
                    <a:pt x="7878" y="24520"/>
                  </a:lnTo>
                  <a:lnTo>
                    <a:pt x="7955" y="24559"/>
                  </a:lnTo>
                  <a:lnTo>
                    <a:pt x="8033" y="24520"/>
                  </a:lnTo>
                  <a:lnTo>
                    <a:pt x="8110" y="24482"/>
                  </a:lnTo>
                  <a:lnTo>
                    <a:pt x="8110" y="24366"/>
                  </a:lnTo>
                  <a:lnTo>
                    <a:pt x="8149" y="23787"/>
                  </a:lnTo>
                  <a:lnTo>
                    <a:pt x="8149" y="23208"/>
                  </a:lnTo>
                  <a:lnTo>
                    <a:pt x="8071" y="22628"/>
                  </a:lnTo>
                  <a:lnTo>
                    <a:pt x="7955" y="22049"/>
                  </a:lnTo>
                  <a:lnTo>
                    <a:pt x="8535" y="22049"/>
                  </a:lnTo>
                  <a:lnTo>
                    <a:pt x="8651" y="22010"/>
                  </a:lnTo>
                  <a:lnTo>
                    <a:pt x="8728" y="21972"/>
                  </a:lnTo>
                  <a:lnTo>
                    <a:pt x="8766" y="21933"/>
                  </a:lnTo>
                  <a:lnTo>
                    <a:pt x="8766" y="21895"/>
                  </a:lnTo>
                  <a:lnTo>
                    <a:pt x="8844" y="21006"/>
                  </a:lnTo>
                  <a:lnTo>
                    <a:pt x="8921" y="20543"/>
                  </a:lnTo>
                  <a:lnTo>
                    <a:pt x="8998" y="20118"/>
                  </a:lnTo>
                  <a:lnTo>
                    <a:pt x="9153" y="20118"/>
                  </a:lnTo>
                  <a:lnTo>
                    <a:pt x="9577" y="20041"/>
                  </a:lnTo>
                  <a:lnTo>
                    <a:pt x="9963" y="19964"/>
                  </a:lnTo>
                  <a:lnTo>
                    <a:pt x="10311" y="19809"/>
                  </a:lnTo>
                  <a:lnTo>
                    <a:pt x="10659" y="19655"/>
                  </a:lnTo>
                  <a:lnTo>
                    <a:pt x="10157" y="20389"/>
                  </a:lnTo>
                  <a:lnTo>
                    <a:pt x="9616" y="21161"/>
                  </a:lnTo>
                  <a:lnTo>
                    <a:pt x="9577" y="21238"/>
                  </a:lnTo>
                  <a:lnTo>
                    <a:pt x="9616" y="21354"/>
                  </a:lnTo>
                  <a:lnTo>
                    <a:pt x="9963" y="22049"/>
                  </a:lnTo>
                  <a:lnTo>
                    <a:pt x="10272" y="22783"/>
                  </a:lnTo>
                  <a:lnTo>
                    <a:pt x="10581" y="23516"/>
                  </a:lnTo>
                  <a:lnTo>
                    <a:pt x="10813" y="24250"/>
                  </a:lnTo>
                  <a:lnTo>
                    <a:pt x="10890" y="24327"/>
                  </a:lnTo>
                  <a:lnTo>
                    <a:pt x="11006" y="24405"/>
                  </a:lnTo>
                  <a:lnTo>
                    <a:pt x="11122" y="24405"/>
                  </a:lnTo>
                  <a:lnTo>
                    <a:pt x="11199" y="24289"/>
                  </a:lnTo>
                  <a:lnTo>
                    <a:pt x="13130" y="21740"/>
                  </a:lnTo>
                  <a:lnTo>
                    <a:pt x="14095" y="20389"/>
                  </a:lnTo>
                  <a:lnTo>
                    <a:pt x="14520" y="19732"/>
                  </a:lnTo>
                  <a:lnTo>
                    <a:pt x="14945" y="19037"/>
                  </a:lnTo>
                  <a:lnTo>
                    <a:pt x="14983" y="18960"/>
                  </a:lnTo>
                  <a:lnTo>
                    <a:pt x="14945" y="18883"/>
                  </a:lnTo>
                  <a:lnTo>
                    <a:pt x="14790" y="18535"/>
                  </a:lnTo>
                  <a:lnTo>
                    <a:pt x="14597" y="18149"/>
                  </a:lnTo>
                  <a:lnTo>
                    <a:pt x="14288" y="17454"/>
                  </a:lnTo>
                  <a:lnTo>
                    <a:pt x="13786" y="16180"/>
                  </a:lnTo>
                  <a:lnTo>
                    <a:pt x="14211" y="15369"/>
                  </a:lnTo>
                  <a:lnTo>
                    <a:pt x="14674" y="14558"/>
                  </a:lnTo>
                  <a:lnTo>
                    <a:pt x="15061" y="13708"/>
                  </a:lnTo>
                  <a:lnTo>
                    <a:pt x="15447" y="12897"/>
                  </a:lnTo>
                  <a:lnTo>
                    <a:pt x="16065" y="11391"/>
                  </a:lnTo>
                  <a:lnTo>
                    <a:pt x="16644" y="9885"/>
                  </a:lnTo>
                  <a:lnTo>
                    <a:pt x="17146" y="8341"/>
                  </a:lnTo>
                  <a:lnTo>
                    <a:pt x="17609" y="6796"/>
                  </a:lnTo>
                  <a:lnTo>
                    <a:pt x="17995" y="5213"/>
                  </a:lnTo>
                  <a:lnTo>
                    <a:pt x="18382" y="3630"/>
                  </a:lnTo>
                  <a:lnTo>
                    <a:pt x="18729" y="2047"/>
                  </a:lnTo>
                  <a:lnTo>
                    <a:pt x="19038" y="463"/>
                  </a:lnTo>
                  <a:lnTo>
                    <a:pt x="19038" y="386"/>
                  </a:lnTo>
                  <a:lnTo>
                    <a:pt x="18999" y="309"/>
                  </a:lnTo>
                  <a:lnTo>
                    <a:pt x="18999" y="232"/>
                  </a:lnTo>
                  <a:lnTo>
                    <a:pt x="18999" y="77"/>
                  </a:lnTo>
                  <a:lnTo>
                    <a:pt x="18961" y="39"/>
                  </a:lnTo>
                  <a:lnTo>
                    <a:pt x="1888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5947325" y="1038225"/>
              <a:ext cx="458575" cy="289650"/>
            </a:xfrm>
            <a:custGeom>
              <a:avLst/>
              <a:gdLst/>
              <a:ahLst/>
              <a:cxnLst/>
              <a:rect l="l" t="t" r="r" b="b"/>
              <a:pathLst>
                <a:path w="18343" h="11586" extrusionOk="0">
                  <a:moveTo>
                    <a:pt x="17068" y="387"/>
                  </a:moveTo>
                  <a:lnTo>
                    <a:pt x="17145" y="426"/>
                  </a:lnTo>
                  <a:lnTo>
                    <a:pt x="17223" y="503"/>
                  </a:lnTo>
                  <a:lnTo>
                    <a:pt x="17300" y="735"/>
                  </a:lnTo>
                  <a:lnTo>
                    <a:pt x="17377" y="928"/>
                  </a:lnTo>
                  <a:lnTo>
                    <a:pt x="17377" y="1121"/>
                  </a:lnTo>
                  <a:lnTo>
                    <a:pt x="17338" y="1314"/>
                  </a:lnTo>
                  <a:lnTo>
                    <a:pt x="17223" y="1546"/>
                  </a:lnTo>
                  <a:lnTo>
                    <a:pt x="16952" y="1893"/>
                  </a:lnTo>
                  <a:lnTo>
                    <a:pt x="16721" y="2125"/>
                  </a:lnTo>
                  <a:lnTo>
                    <a:pt x="16450" y="2356"/>
                  </a:lnTo>
                  <a:lnTo>
                    <a:pt x="16180" y="2550"/>
                  </a:lnTo>
                  <a:lnTo>
                    <a:pt x="15871" y="2665"/>
                  </a:lnTo>
                  <a:lnTo>
                    <a:pt x="15871" y="2086"/>
                  </a:lnTo>
                  <a:lnTo>
                    <a:pt x="15910" y="1777"/>
                  </a:lnTo>
                  <a:lnTo>
                    <a:pt x="15948" y="1468"/>
                  </a:lnTo>
                  <a:lnTo>
                    <a:pt x="16025" y="1198"/>
                  </a:lnTo>
                  <a:lnTo>
                    <a:pt x="16180" y="928"/>
                  </a:lnTo>
                  <a:lnTo>
                    <a:pt x="16334" y="696"/>
                  </a:lnTo>
                  <a:lnTo>
                    <a:pt x="16605" y="503"/>
                  </a:lnTo>
                  <a:lnTo>
                    <a:pt x="16836" y="426"/>
                  </a:lnTo>
                  <a:lnTo>
                    <a:pt x="16991" y="387"/>
                  </a:lnTo>
                  <a:close/>
                  <a:moveTo>
                    <a:pt x="14597" y="2974"/>
                  </a:moveTo>
                  <a:lnTo>
                    <a:pt x="14867" y="3013"/>
                  </a:lnTo>
                  <a:lnTo>
                    <a:pt x="15137" y="3090"/>
                  </a:lnTo>
                  <a:lnTo>
                    <a:pt x="15099" y="3206"/>
                  </a:lnTo>
                  <a:lnTo>
                    <a:pt x="14713" y="3515"/>
                  </a:lnTo>
                  <a:lnTo>
                    <a:pt x="14288" y="3747"/>
                  </a:lnTo>
                  <a:lnTo>
                    <a:pt x="14056" y="3862"/>
                  </a:lnTo>
                  <a:lnTo>
                    <a:pt x="13786" y="3940"/>
                  </a:lnTo>
                  <a:lnTo>
                    <a:pt x="13477" y="4017"/>
                  </a:lnTo>
                  <a:lnTo>
                    <a:pt x="13052" y="4017"/>
                  </a:lnTo>
                  <a:lnTo>
                    <a:pt x="12975" y="3940"/>
                  </a:lnTo>
                  <a:lnTo>
                    <a:pt x="12975" y="3862"/>
                  </a:lnTo>
                  <a:lnTo>
                    <a:pt x="12975" y="3708"/>
                  </a:lnTo>
                  <a:lnTo>
                    <a:pt x="13014" y="3476"/>
                  </a:lnTo>
                  <a:lnTo>
                    <a:pt x="13052" y="3360"/>
                  </a:lnTo>
                  <a:lnTo>
                    <a:pt x="13207" y="3245"/>
                  </a:lnTo>
                  <a:lnTo>
                    <a:pt x="13400" y="3167"/>
                  </a:lnTo>
                  <a:lnTo>
                    <a:pt x="13709" y="3052"/>
                  </a:lnTo>
                  <a:lnTo>
                    <a:pt x="14018" y="3013"/>
                  </a:lnTo>
                  <a:lnTo>
                    <a:pt x="14326" y="2974"/>
                  </a:lnTo>
                  <a:close/>
                  <a:moveTo>
                    <a:pt x="15678" y="3283"/>
                  </a:moveTo>
                  <a:lnTo>
                    <a:pt x="16334" y="3476"/>
                  </a:lnTo>
                  <a:lnTo>
                    <a:pt x="16643" y="3554"/>
                  </a:lnTo>
                  <a:lnTo>
                    <a:pt x="16991" y="3669"/>
                  </a:lnTo>
                  <a:lnTo>
                    <a:pt x="17261" y="3824"/>
                  </a:lnTo>
                  <a:lnTo>
                    <a:pt x="17531" y="4017"/>
                  </a:lnTo>
                  <a:lnTo>
                    <a:pt x="17725" y="4287"/>
                  </a:lnTo>
                  <a:lnTo>
                    <a:pt x="17802" y="4403"/>
                  </a:lnTo>
                  <a:lnTo>
                    <a:pt x="17879" y="4596"/>
                  </a:lnTo>
                  <a:lnTo>
                    <a:pt x="17918" y="4789"/>
                  </a:lnTo>
                  <a:lnTo>
                    <a:pt x="17879" y="4944"/>
                  </a:lnTo>
                  <a:lnTo>
                    <a:pt x="17802" y="5059"/>
                  </a:lnTo>
                  <a:lnTo>
                    <a:pt x="17647" y="5137"/>
                  </a:lnTo>
                  <a:lnTo>
                    <a:pt x="17493" y="5175"/>
                  </a:lnTo>
                  <a:lnTo>
                    <a:pt x="17338" y="5175"/>
                  </a:lnTo>
                  <a:lnTo>
                    <a:pt x="17145" y="5137"/>
                  </a:lnTo>
                  <a:lnTo>
                    <a:pt x="16991" y="5059"/>
                  </a:lnTo>
                  <a:lnTo>
                    <a:pt x="16643" y="4789"/>
                  </a:lnTo>
                  <a:lnTo>
                    <a:pt x="16373" y="4480"/>
                  </a:lnTo>
                  <a:lnTo>
                    <a:pt x="16180" y="4210"/>
                  </a:lnTo>
                  <a:lnTo>
                    <a:pt x="15987" y="3901"/>
                  </a:lnTo>
                  <a:lnTo>
                    <a:pt x="15832" y="3592"/>
                  </a:lnTo>
                  <a:lnTo>
                    <a:pt x="15678" y="3283"/>
                  </a:lnTo>
                  <a:close/>
                  <a:moveTo>
                    <a:pt x="4634" y="542"/>
                  </a:moveTo>
                  <a:lnTo>
                    <a:pt x="5252" y="580"/>
                  </a:lnTo>
                  <a:lnTo>
                    <a:pt x="5831" y="696"/>
                  </a:lnTo>
                  <a:lnTo>
                    <a:pt x="6410" y="850"/>
                  </a:lnTo>
                  <a:lnTo>
                    <a:pt x="6990" y="1121"/>
                  </a:lnTo>
                  <a:lnTo>
                    <a:pt x="7492" y="1430"/>
                  </a:lnTo>
                  <a:lnTo>
                    <a:pt x="7916" y="1739"/>
                  </a:lnTo>
                  <a:lnTo>
                    <a:pt x="8303" y="2086"/>
                  </a:lnTo>
                  <a:lnTo>
                    <a:pt x="8650" y="2472"/>
                  </a:lnTo>
                  <a:lnTo>
                    <a:pt x="8959" y="2858"/>
                  </a:lnTo>
                  <a:lnTo>
                    <a:pt x="9538" y="3669"/>
                  </a:lnTo>
                  <a:lnTo>
                    <a:pt x="10156" y="4480"/>
                  </a:lnTo>
                  <a:lnTo>
                    <a:pt x="10388" y="4828"/>
                  </a:lnTo>
                  <a:lnTo>
                    <a:pt x="10697" y="5137"/>
                  </a:lnTo>
                  <a:lnTo>
                    <a:pt x="11006" y="5446"/>
                  </a:lnTo>
                  <a:lnTo>
                    <a:pt x="11353" y="5677"/>
                  </a:lnTo>
                  <a:lnTo>
                    <a:pt x="11701" y="5870"/>
                  </a:lnTo>
                  <a:lnTo>
                    <a:pt x="12125" y="5986"/>
                  </a:lnTo>
                  <a:lnTo>
                    <a:pt x="12512" y="6025"/>
                  </a:lnTo>
                  <a:lnTo>
                    <a:pt x="12975" y="5986"/>
                  </a:lnTo>
                  <a:lnTo>
                    <a:pt x="13322" y="5870"/>
                  </a:lnTo>
                  <a:lnTo>
                    <a:pt x="13631" y="5755"/>
                  </a:lnTo>
                  <a:lnTo>
                    <a:pt x="13902" y="5600"/>
                  </a:lnTo>
                  <a:lnTo>
                    <a:pt x="14172" y="5407"/>
                  </a:lnTo>
                  <a:lnTo>
                    <a:pt x="14404" y="5214"/>
                  </a:lnTo>
                  <a:lnTo>
                    <a:pt x="14597" y="4982"/>
                  </a:lnTo>
                  <a:lnTo>
                    <a:pt x="14828" y="4712"/>
                  </a:lnTo>
                  <a:lnTo>
                    <a:pt x="14983" y="4442"/>
                  </a:lnTo>
                  <a:lnTo>
                    <a:pt x="14751" y="5253"/>
                  </a:lnTo>
                  <a:lnTo>
                    <a:pt x="14442" y="5986"/>
                  </a:lnTo>
                  <a:lnTo>
                    <a:pt x="14056" y="6720"/>
                  </a:lnTo>
                  <a:lnTo>
                    <a:pt x="13593" y="7415"/>
                  </a:lnTo>
                  <a:lnTo>
                    <a:pt x="13091" y="8071"/>
                  </a:lnTo>
                  <a:lnTo>
                    <a:pt x="12512" y="8651"/>
                  </a:lnTo>
                  <a:lnTo>
                    <a:pt x="11894" y="9191"/>
                  </a:lnTo>
                  <a:lnTo>
                    <a:pt x="11199" y="9693"/>
                  </a:lnTo>
                  <a:lnTo>
                    <a:pt x="10697" y="10002"/>
                  </a:lnTo>
                  <a:lnTo>
                    <a:pt x="10156" y="10272"/>
                  </a:lnTo>
                  <a:lnTo>
                    <a:pt x="9615" y="10466"/>
                  </a:lnTo>
                  <a:lnTo>
                    <a:pt x="9075" y="10659"/>
                  </a:lnTo>
                  <a:lnTo>
                    <a:pt x="8496" y="10774"/>
                  </a:lnTo>
                  <a:lnTo>
                    <a:pt x="7955" y="10890"/>
                  </a:lnTo>
                  <a:lnTo>
                    <a:pt x="7376" y="10929"/>
                  </a:lnTo>
                  <a:lnTo>
                    <a:pt x="6835" y="10929"/>
                  </a:lnTo>
                  <a:lnTo>
                    <a:pt x="6256" y="10890"/>
                  </a:lnTo>
                  <a:lnTo>
                    <a:pt x="5715" y="10774"/>
                  </a:lnTo>
                  <a:lnTo>
                    <a:pt x="5175" y="10620"/>
                  </a:lnTo>
                  <a:lnTo>
                    <a:pt x="4634" y="10466"/>
                  </a:lnTo>
                  <a:lnTo>
                    <a:pt x="4132" y="10195"/>
                  </a:lnTo>
                  <a:lnTo>
                    <a:pt x="3630" y="9925"/>
                  </a:lnTo>
                  <a:lnTo>
                    <a:pt x="3128" y="9577"/>
                  </a:lnTo>
                  <a:lnTo>
                    <a:pt x="2665" y="9191"/>
                  </a:lnTo>
                  <a:lnTo>
                    <a:pt x="2201" y="8767"/>
                  </a:lnTo>
                  <a:lnTo>
                    <a:pt x="1777" y="8303"/>
                  </a:lnTo>
                  <a:lnTo>
                    <a:pt x="1429" y="7801"/>
                  </a:lnTo>
                  <a:lnTo>
                    <a:pt x="1082" y="7261"/>
                  </a:lnTo>
                  <a:lnTo>
                    <a:pt x="811" y="6720"/>
                  </a:lnTo>
                  <a:lnTo>
                    <a:pt x="618" y="6141"/>
                  </a:lnTo>
                  <a:lnTo>
                    <a:pt x="464" y="5523"/>
                  </a:lnTo>
                  <a:lnTo>
                    <a:pt x="425" y="4905"/>
                  </a:lnTo>
                  <a:lnTo>
                    <a:pt x="464" y="4287"/>
                  </a:lnTo>
                  <a:lnTo>
                    <a:pt x="618" y="3708"/>
                  </a:lnTo>
                  <a:lnTo>
                    <a:pt x="811" y="3129"/>
                  </a:lnTo>
                  <a:lnTo>
                    <a:pt x="1120" y="2588"/>
                  </a:lnTo>
                  <a:lnTo>
                    <a:pt x="1468" y="2086"/>
                  </a:lnTo>
                  <a:lnTo>
                    <a:pt x="1892" y="1661"/>
                  </a:lnTo>
                  <a:lnTo>
                    <a:pt x="2356" y="1275"/>
                  </a:lnTo>
                  <a:lnTo>
                    <a:pt x="2896" y="1005"/>
                  </a:lnTo>
                  <a:lnTo>
                    <a:pt x="3476" y="773"/>
                  </a:lnTo>
                  <a:lnTo>
                    <a:pt x="4055" y="619"/>
                  </a:lnTo>
                  <a:lnTo>
                    <a:pt x="4634" y="542"/>
                  </a:lnTo>
                  <a:close/>
                  <a:moveTo>
                    <a:pt x="16875" y="1"/>
                  </a:moveTo>
                  <a:lnTo>
                    <a:pt x="16682" y="40"/>
                  </a:lnTo>
                  <a:lnTo>
                    <a:pt x="16450" y="155"/>
                  </a:lnTo>
                  <a:lnTo>
                    <a:pt x="16257" y="271"/>
                  </a:lnTo>
                  <a:lnTo>
                    <a:pt x="16103" y="426"/>
                  </a:lnTo>
                  <a:lnTo>
                    <a:pt x="15948" y="580"/>
                  </a:lnTo>
                  <a:lnTo>
                    <a:pt x="15832" y="773"/>
                  </a:lnTo>
                  <a:lnTo>
                    <a:pt x="15717" y="1005"/>
                  </a:lnTo>
                  <a:lnTo>
                    <a:pt x="15601" y="1237"/>
                  </a:lnTo>
                  <a:lnTo>
                    <a:pt x="15485" y="1739"/>
                  </a:lnTo>
                  <a:lnTo>
                    <a:pt x="15446" y="2279"/>
                  </a:lnTo>
                  <a:lnTo>
                    <a:pt x="15485" y="2820"/>
                  </a:lnTo>
                  <a:lnTo>
                    <a:pt x="15369" y="2820"/>
                  </a:lnTo>
                  <a:lnTo>
                    <a:pt x="15330" y="2858"/>
                  </a:lnTo>
                  <a:lnTo>
                    <a:pt x="14906" y="2743"/>
                  </a:lnTo>
                  <a:lnTo>
                    <a:pt x="14442" y="2665"/>
                  </a:lnTo>
                  <a:lnTo>
                    <a:pt x="13979" y="2665"/>
                  </a:lnTo>
                  <a:lnTo>
                    <a:pt x="13516" y="2743"/>
                  </a:lnTo>
                  <a:lnTo>
                    <a:pt x="13168" y="2858"/>
                  </a:lnTo>
                  <a:lnTo>
                    <a:pt x="12975" y="2974"/>
                  </a:lnTo>
                  <a:lnTo>
                    <a:pt x="12782" y="3090"/>
                  </a:lnTo>
                  <a:lnTo>
                    <a:pt x="12627" y="3206"/>
                  </a:lnTo>
                  <a:lnTo>
                    <a:pt x="12512" y="3360"/>
                  </a:lnTo>
                  <a:lnTo>
                    <a:pt x="12396" y="3554"/>
                  </a:lnTo>
                  <a:lnTo>
                    <a:pt x="12396" y="3747"/>
                  </a:lnTo>
                  <a:lnTo>
                    <a:pt x="12396" y="3940"/>
                  </a:lnTo>
                  <a:lnTo>
                    <a:pt x="12473" y="4094"/>
                  </a:lnTo>
                  <a:lnTo>
                    <a:pt x="12627" y="4210"/>
                  </a:lnTo>
                  <a:lnTo>
                    <a:pt x="12782" y="4287"/>
                  </a:lnTo>
                  <a:lnTo>
                    <a:pt x="12975" y="4364"/>
                  </a:lnTo>
                  <a:lnTo>
                    <a:pt x="13168" y="4403"/>
                  </a:lnTo>
                  <a:lnTo>
                    <a:pt x="13516" y="4364"/>
                  </a:lnTo>
                  <a:lnTo>
                    <a:pt x="13863" y="4326"/>
                  </a:lnTo>
                  <a:lnTo>
                    <a:pt x="14211" y="4210"/>
                  </a:lnTo>
                  <a:lnTo>
                    <a:pt x="14520" y="4017"/>
                  </a:lnTo>
                  <a:lnTo>
                    <a:pt x="14828" y="3824"/>
                  </a:lnTo>
                  <a:lnTo>
                    <a:pt x="14597" y="4287"/>
                  </a:lnTo>
                  <a:lnTo>
                    <a:pt x="14288" y="4673"/>
                  </a:lnTo>
                  <a:lnTo>
                    <a:pt x="14133" y="4866"/>
                  </a:lnTo>
                  <a:lnTo>
                    <a:pt x="13940" y="5021"/>
                  </a:lnTo>
                  <a:lnTo>
                    <a:pt x="13709" y="5175"/>
                  </a:lnTo>
                  <a:lnTo>
                    <a:pt x="13516" y="5291"/>
                  </a:lnTo>
                  <a:lnTo>
                    <a:pt x="13129" y="5446"/>
                  </a:lnTo>
                  <a:lnTo>
                    <a:pt x="12743" y="5523"/>
                  </a:lnTo>
                  <a:lnTo>
                    <a:pt x="12396" y="5523"/>
                  </a:lnTo>
                  <a:lnTo>
                    <a:pt x="12048" y="5446"/>
                  </a:lnTo>
                  <a:lnTo>
                    <a:pt x="11739" y="5330"/>
                  </a:lnTo>
                  <a:lnTo>
                    <a:pt x="11430" y="5137"/>
                  </a:lnTo>
                  <a:lnTo>
                    <a:pt x="11121" y="4905"/>
                  </a:lnTo>
                  <a:lnTo>
                    <a:pt x="10851" y="4635"/>
                  </a:lnTo>
                  <a:lnTo>
                    <a:pt x="10542" y="4210"/>
                  </a:lnTo>
                  <a:lnTo>
                    <a:pt x="10195" y="3785"/>
                  </a:lnTo>
                  <a:lnTo>
                    <a:pt x="9615" y="2936"/>
                  </a:lnTo>
                  <a:lnTo>
                    <a:pt x="9307" y="2511"/>
                  </a:lnTo>
                  <a:lnTo>
                    <a:pt x="8959" y="2086"/>
                  </a:lnTo>
                  <a:lnTo>
                    <a:pt x="8573" y="1700"/>
                  </a:lnTo>
                  <a:lnTo>
                    <a:pt x="8187" y="1352"/>
                  </a:lnTo>
                  <a:lnTo>
                    <a:pt x="7646" y="966"/>
                  </a:lnTo>
                  <a:lnTo>
                    <a:pt x="7105" y="657"/>
                  </a:lnTo>
                  <a:lnTo>
                    <a:pt x="6526" y="426"/>
                  </a:lnTo>
                  <a:lnTo>
                    <a:pt x="5947" y="271"/>
                  </a:lnTo>
                  <a:lnTo>
                    <a:pt x="5329" y="155"/>
                  </a:lnTo>
                  <a:lnTo>
                    <a:pt x="4750" y="117"/>
                  </a:lnTo>
                  <a:lnTo>
                    <a:pt x="4132" y="155"/>
                  </a:lnTo>
                  <a:lnTo>
                    <a:pt x="3553" y="271"/>
                  </a:lnTo>
                  <a:lnTo>
                    <a:pt x="3283" y="348"/>
                  </a:lnTo>
                  <a:lnTo>
                    <a:pt x="2935" y="464"/>
                  </a:lnTo>
                  <a:lnTo>
                    <a:pt x="2588" y="619"/>
                  </a:lnTo>
                  <a:lnTo>
                    <a:pt x="2279" y="812"/>
                  </a:lnTo>
                  <a:lnTo>
                    <a:pt x="1931" y="1005"/>
                  </a:lnTo>
                  <a:lnTo>
                    <a:pt x="1661" y="1275"/>
                  </a:lnTo>
                  <a:lnTo>
                    <a:pt x="1352" y="1546"/>
                  </a:lnTo>
                  <a:lnTo>
                    <a:pt x="1082" y="1854"/>
                  </a:lnTo>
                  <a:lnTo>
                    <a:pt x="850" y="2163"/>
                  </a:lnTo>
                  <a:lnTo>
                    <a:pt x="541" y="2665"/>
                  </a:lnTo>
                  <a:lnTo>
                    <a:pt x="309" y="3167"/>
                  </a:lnTo>
                  <a:lnTo>
                    <a:pt x="155" y="3669"/>
                  </a:lnTo>
                  <a:lnTo>
                    <a:pt x="78" y="4171"/>
                  </a:lnTo>
                  <a:lnTo>
                    <a:pt x="0" y="4712"/>
                  </a:lnTo>
                  <a:lnTo>
                    <a:pt x="39" y="5214"/>
                  </a:lnTo>
                  <a:lnTo>
                    <a:pt x="78" y="5716"/>
                  </a:lnTo>
                  <a:lnTo>
                    <a:pt x="193" y="6218"/>
                  </a:lnTo>
                  <a:lnTo>
                    <a:pt x="386" y="6720"/>
                  </a:lnTo>
                  <a:lnTo>
                    <a:pt x="580" y="7222"/>
                  </a:lnTo>
                  <a:lnTo>
                    <a:pt x="811" y="7685"/>
                  </a:lnTo>
                  <a:lnTo>
                    <a:pt x="1082" y="8110"/>
                  </a:lnTo>
                  <a:lnTo>
                    <a:pt x="1429" y="8573"/>
                  </a:lnTo>
                  <a:lnTo>
                    <a:pt x="1777" y="8960"/>
                  </a:lnTo>
                  <a:lnTo>
                    <a:pt x="2124" y="9384"/>
                  </a:lnTo>
                  <a:lnTo>
                    <a:pt x="2549" y="9732"/>
                  </a:lnTo>
                  <a:lnTo>
                    <a:pt x="3090" y="10157"/>
                  </a:lnTo>
                  <a:lnTo>
                    <a:pt x="3630" y="10504"/>
                  </a:lnTo>
                  <a:lnTo>
                    <a:pt x="4209" y="10774"/>
                  </a:lnTo>
                  <a:lnTo>
                    <a:pt x="4789" y="11045"/>
                  </a:lnTo>
                  <a:lnTo>
                    <a:pt x="5406" y="11199"/>
                  </a:lnTo>
                  <a:lnTo>
                    <a:pt x="6024" y="11354"/>
                  </a:lnTo>
                  <a:lnTo>
                    <a:pt x="6642" y="11392"/>
                  </a:lnTo>
                  <a:lnTo>
                    <a:pt x="7260" y="11431"/>
                  </a:lnTo>
                  <a:lnTo>
                    <a:pt x="7337" y="11585"/>
                  </a:lnTo>
                  <a:lnTo>
                    <a:pt x="7646" y="11392"/>
                  </a:lnTo>
                  <a:lnTo>
                    <a:pt x="8457" y="11315"/>
                  </a:lnTo>
                  <a:lnTo>
                    <a:pt x="9268" y="11122"/>
                  </a:lnTo>
                  <a:lnTo>
                    <a:pt x="10079" y="10813"/>
                  </a:lnTo>
                  <a:lnTo>
                    <a:pt x="10851" y="10466"/>
                  </a:lnTo>
                  <a:lnTo>
                    <a:pt x="11546" y="10041"/>
                  </a:lnTo>
                  <a:lnTo>
                    <a:pt x="12164" y="9577"/>
                  </a:lnTo>
                  <a:lnTo>
                    <a:pt x="12434" y="9384"/>
                  </a:lnTo>
                  <a:lnTo>
                    <a:pt x="13052" y="8805"/>
                  </a:lnTo>
                  <a:lnTo>
                    <a:pt x="13631" y="8187"/>
                  </a:lnTo>
                  <a:lnTo>
                    <a:pt x="14133" y="7492"/>
                  </a:lnTo>
                  <a:lnTo>
                    <a:pt x="14597" y="6797"/>
                  </a:lnTo>
                  <a:lnTo>
                    <a:pt x="14944" y="6025"/>
                  </a:lnTo>
                  <a:lnTo>
                    <a:pt x="15099" y="5639"/>
                  </a:lnTo>
                  <a:lnTo>
                    <a:pt x="15253" y="5214"/>
                  </a:lnTo>
                  <a:lnTo>
                    <a:pt x="15330" y="4828"/>
                  </a:lnTo>
                  <a:lnTo>
                    <a:pt x="15408" y="4403"/>
                  </a:lnTo>
                  <a:lnTo>
                    <a:pt x="15485" y="4017"/>
                  </a:lnTo>
                  <a:lnTo>
                    <a:pt x="15485" y="3592"/>
                  </a:lnTo>
                  <a:lnTo>
                    <a:pt x="15678" y="4056"/>
                  </a:lnTo>
                  <a:lnTo>
                    <a:pt x="15948" y="4480"/>
                  </a:lnTo>
                  <a:lnTo>
                    <a:pt x="16257" y="4866"/>
                  </a:lnTo>
                  <a:lnTo>
                    <a:pt x="16605" y="5214"/>
                  </a:lnTo>
                  <a:lnTo>
                    <a:pt x="16759" y="5368"/>
                  </a:lnTo>
                  <a:lnTo>
                    <a:pt x="16991" y="5484"/>
                  </a:lnTo>
                  <a:lnTo>
                    <a:pt x="17184" y="5561"/>
                  </a:lnTo>
                  <a:lnTo>
                    <a:pt x="17416" y="5639"/>
                  </a:lnTo>
                  <a:lnTo>
                    <a:pt x="17609" y="5677"/>
                  </a:lnTo>
                  <a:lnTo>
                    <a:pt x="17840" y="5639"/>
                  </a:lnTo>
                  <a:lnTo>
                    <a:pt x="18033" y="5523"/>
                  </a:lnTo>
                  <a:lnTo>
                    <a:pt x="18188" y="5330"/>
                  </a:lnTo>
                  <a:lnTo>
                    <a:pt x="18304" y="5137"/>
                  </a:lnTo>
                  <a:lnTo>
                    <a:pt x="18342" y="4944"/>
                  </a:lnTo>
                  <a:lnTo>
                    <a:pt x="18304" y="4712"/>
                  </a:lnTo>
                  <a:lnTo>
                    <a:pt x="18265" y="4519"/>
                  </a:lnTo>
                  <a:lnTo>
                    <a:pt x="18188" y="4287"/>
                  </a:lnTo>
                  <a:lnTo>
                    <a:pt x="18072" y="4133"/>
                  </a:lnTo>
                  <a:lnTo>
                    <a:pt x="17956" y="3940"/>
                  </a:lnTo>
                  <a:lnTo>
                    <a:pt x="17802" y="3785"/>
                  </a:lnTo>
                  <a:lnTo>
                    <a:pt x="17647" y="3631"/>
                  </a:lnTo>
                  <a:lnTo>
                    <a:pt x="17416" y="3476"/>
                  </a:lnTo>
                  <a:lnTo>
                    <a:pt x="16952" y="3245"/>
                  </a:lnTo>
                  <a:lnTo>
                    <a:pt x="16489" y="3052"/>
                  </a:lnTo>
                  <a:lnTo>
                    <a:pt x="15987" y="2936"/>
                  </a:lnTo>
                  <a:lnTo>
                    <a:pt x="16412" y="2781"/>
                  </a:lnTo>
                  <a:lnTo>
                    <a:pt x="16836" y="2511"/>
                  </a:lnTo>
                  <a:lnTo>
                    <a:pt x="17184" y="2202"/>
                  </a:lnTo>
                  <a:lnTo>
                    <a:pt x="17493" y="1816"/>
                  </a:lnTo>
                  <a:lnTo>
                    <a:pt x="17609" y="1584"/>
                  </a:lnTo>
                  <a:lnTo>
                    <a:pt x="17725" y="1352"/>
                  </a:lnTo>
                  <a:lnTo>
                    <a:pt x="17763" y="1082"/>
                  </a:lnTo>
                  <a:lnTo>
                    <a:pt x="17802" y="850"/>
                  </a:lnTo>
                  <a:lnTo>
                    <a:pt x="17802" y="580"/>
                  </a:lnTo>
                  <a:lnTo>
                    <a:pt x="17725" y="387"/>
                  </a:lnTo>
                  <a:lnTo>
                    <a:pt x="17570" y="194"/>
                  </a:lnTo>
                  <a:lnTo>
                    <a:pt x="17454" y="117"/>
                  </a:lnTo>
                  <a:lnTo>
                    <a:pt x="17338" y="40"/>
                  </a:lnTo>
                  <a:lnTo>
                    <a:pt x="171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5978200" y="1074925"/>
              <a:ext cx="144850" cy="162200"/>
            </a:xfrm>
            <a:custGeom>
              <a:avLst/>
              <a:gdLst/>
              <a:ahLst/>
              <a:cxnLst/>
              <a:rect l="l" t="t" r="r" b="b"/>
              <a:pathLst>
                <a:path w="5794" h="6488" extrusionOk="0">
                  <a:moveTo>
                    <a:pt x="2241" y="425"/>
                  </a:moveTo>
                  <a:lnTo>
                    <a:pt x="2781" y="464"/>
                  </a:lnTo>
                  <a:lnTo>
                    <a:pt x="3283" y="580"/>
                  </a:lnTo>
                  <a:lnTo>
                    <a:pt x="3747" y="734"/>
                  </a:lnTo>
                  <a:lnTo>
                    <a:pt x="4171" y="1004"/>
                  </a:lnTo>
                  <a:lnTo>
                    <a:pt x="4558" y="1313"/>
                  </a:lnTo>
                  <a:lnTo>
                    <a:pt x="4751" y="1506"/>
                  </a:lnTo>
                  <a:lnTo>
                    <a:pt x="4905" y="1738"/>
                  </a:lnTo>
                  <a:lnTo>
                    <a:pt x="5021" y="1931"/>
                  </a:lnTo>
                  <a:lnTo>
                    <a:pt x="5137" y="2163"/>
                  </a:lnTo>
                  <a:lnTo>
                    <a:pt x="5214" y="2433"/>
                  </a:lnTo>
                  <a:lnTo>
                    <a:pt x="5291" y="2703"/>
                  </a:lnTo>
                  <a:lnTo>
                    <a:pt x="5330" y="3167"/>
                  </a:lnTo>
                  <a:lnTo>
                    <a:pt x="5330" y="3630"/>
                  </a:lnTo>
                  <a:lnTo>
                    <a:pt x="5214" y="4132"/>
                  </a:lnTo>
                  <a:lnTo>
                    <a:pt x="5021" y="4557"/>
                  </a:lnTo>
                  <a:lnTo>
                    <a:pt x="4789" y="4982"/>
                  </a:lnTo>
                  <a:lnTo>
                    <a:pt x="4480" y="5329"/>
                  </a:lnTo>
                  <a:lnTo>
                    <a:pt x="4287" y="5484"/>
                  </a:lnTo>
                  <a:lnTo>
                    <a:pt x="4094" y="5638"/>
                  </a:lnTo>
                  <a:lnTo>
                    <a:pt x="3901" y="5754"/>
                  </a:lnTo>
                  <a:lnTo>
                    <a:pt x="3669" y="5831"/>
                  </a:lnTo>
                  <a:lnTo>
                    <a:pt x="3360" y="5947"/>
                  </a:lnTo>
                  <a:lnTo>
                    <a:pt x="3090" y="5986"/>
                  </a:lnTo>
                  <a:lnTo>
                    <a:pt x="2820" y="6024"/>
                  </a:lnTo>
                  <a:lnTo>
                    <a:pt x="2550" y="5986"/>
                  </a:lnTo>
                  <a:lnTo>
                    <a:pt x="2279" y="5947"/>
                  </a:lnTo>
                  <a:lnTo>
                    <a:pt x="2048" y="5870"/>
                  </a:lnTo>
                  <a:lnTo>
                    <a:pt x="1855" y="5754"/>
                  </a:lnTo>
                  <a:lnTo>
                    <a:pt x="1623" y="5638"/>
                  </a:lnTo>
                  <a:lnTo>
                    <a:pt x="1430" y="5484"/>
                  </a:lnTo>
                  <a:lnTo>
                    <a:pt x="1275" y="5291"/>
                  </a:lnTo>
                  <a:lnTo>
                    <a:pt x="1082" y="5097"/>
                  </a:lnTo>
                  <a:lnTo>
                    <a:pt x="966" y="4904"/>
                  </a:lnTo>
                  <a:lnTo>
                    <a:pt x="696" y="4441"/>
                  </a:lnTo>
                  <a:lnTo>
                    <a:pt x="542" y="3900"/>
                  </a:lnTo>
                  <a:lnTo>
                    <a:pt x="426" y="3398"/>
                  </a:lnTo>
                  <a:lnTo>
                    <a:pt x="426" y="2858"/>
                  </a:lnTo>
                  <a:lnTo>
                    <a:pt x="503" y="2317"/>
                  </a:lnTo>
                  <a:lnTo>
                    <a:pt x="542" y="2047"/>
                  </a:lnTo>
                  <a:lnTo>
                    <a:pt x="657" y="1815"/>
                  </a:lnTo>
                  <a:lnTo>
                    <a:pt x="735" y="1584"/>
                  </a:lnTo>
                  <a:lnTo>
                    <a:pt x="889" y="1352"/>
                  </a:lnTo>
                  <a:lnTo>
                    <a:pt x="1044" y="1159"/>
                  </a:lnTo>
                  <a:lnTo>
                    <a:pt x="1237" y="1004"/>
                  </a:lnTo>
                  <a:lnTo>
                    <a:pt x="1430" y="811"/>
                  </a:lnTo>
                  <a:lnTo>
                    <a:pt x="1661" y="695"/>
                  </a:lnTo>
                  <a:lnTo>
                    <a:pt x="1893" y="580"/>
                  </a:lnTo>
                  <a:lnTo>
                    <a:pt x="2202" y="502"/>
                  </a:lnTo>
                  <a:lnTo>
                    <a:pt x="2241" y="464"/>
                  </a:lnTo>
                  <a:lnTo>
                    <a:pt x="2241" y="425"/>
                  </a:lnTo>
                  <a:close/>
                  <a:moveTo>
                    <a:pt x="2279" y="0"/>
                  </a:moveTo>
                  <a:lnTo>
                    <a:pt x="1970" y="39"/>
                  </a:lnTo>
                  <a:lnTo>
                    <a:pt x="1893" y="78"/>
                  </a:lnTo>
                  <a:lnTo>
                    <a:pt x="1816" y="116"/>
                  </a:lnTo>
                  <a:lnTo>
                    <a:pt x="1816" y="193"/>
                  </a:lnTo>
                  <a:lnTo>
                    <a:pt x="1816" y="271"/>
                  </a:lnTo>
                  <a:lnTo>
                    <a:pt x="1507" y="348"/>
                  </a:lnTo>
                  <a:lnTo>
                    <a:pt x="1275" y="464"/>
                  </a:lnTo>
                  <a:lnTo>
                    <a:pt x="1044" y="618"/>
                  </a:lnTo>
                  <a:lnTo>
                    <a:pt x="812" y="773"/>
                  </a:lnTo>
                  <a:lnTo>
                    <a:pt x="619" y="966"/>
                  </a:lnTo>
                  <a:lnTo>
                    <a:pt x="464" y="1197"/>
                  </a:lnTo>
                  <a:lnTo>
                    <a:pt x="349" y="1429"/>
                  </a:lnTo>
                  <a:lnTo>
                    <a:pt x="233" y="1661"/>
                  </a:lnTo>
                  <a:lnTo>
                    <a:pt x="117" y="1931"/>
                  </a:lnTo>
                  <a:lnTo>
                    <a:pt x="78" y="2201"/>
                  </a:lnTo>
                  <a:lnTo>
                    <a:pt x="1" y="2781"/>
                  </a:lnTo>
                  <a:lnTo>
                    <a:pt x="1" y="3360"/>
                  </a:lnTo>
                  <a:lnTo>
                    <a:pt x="78" y="3900"/>
                  </a:lnTo>
                  <a:lnTo>
                    <a:pt x="271" y="4518"/>
                  </a:lnTo>
                  <a:lnTo>
                    <a:pt x="387" y="4827"/>
                  </a:lnTo>
                  <a:lnTo>
                    <a:pt x="542" y="5097"/>
                  </a:lnTo>
                  <a:lnTo>
                    <a:pt x="696" y="5329"/>
                  </a:lnTo>
                  <a:lnTo>
                    <a:pt x="851" y="5561"/>
                  </a:lnTo>
                  <a:lnTo>
                    <a:pt x="1082" y="5793"/>
                  </a:lnTo>
                  <a:lnTo>
                    <a:pt x="1275" y="5986"/>
                  </a:lnTo>
                  <a:lnTo>
                    <a:pt x="1507" y="6140"/>
                  </a:lnTo>
                  <a:lnTo>
                    <a:pt x="1739" y="6256"/>
                  </a:lnTo>
                  <a:lnTo>
                    <a:pt x="2009" y="6372"/>
                  </a:lnTo>
                  <a:lnTo>
                    <a:pt x="2279" y="6449"/>
                  </a:lnTo>
                  <a:lnTo>
                    <a:pt x="2588" y="6488"/>
                  </a:lnTo>
                  <a:lnTo>
                    <a:pt x="2897" y="6488"/>
                  </a:lnTo>
                  <a:lnTo>
                    <a:pt x="3206" y="6449"/>
                  </a:lnTo>
                  <a:lnTo>
                    <a:pt x="3554" y="6372"/>
                  </a:lnTo>
                  <a:lnTo>
                    <a:pt x="3862" y="6256"/>
                  </a:lnTo>
                  <a:lnTo>
                    <a:pt x="4133" y="6140"/>
                  </a:lnTo>
                  <a:lnTo>
                    <a:pt x="4403" y="5986"/>
                  </a:lnTo>
                  <a:lnTo>
                    <a:pt x="4635" y="5793"/>
                  </a:lnTo>
                  <a:lnTo>
                    <a:pt x="4866" y="5599"/>
                  </a:lnTo>
                  <a:lnTo>
                    <a:pt x="5060" y="5368"/>
                  </a:lnTo>
                  <a:lnTo>
                    <a:pt x="5214" y="5136"/>
                  </a:lnTo>
                  <a:lnTo>
                    <a:pt x="5368" y="4866"/>
                  </a:lnTo>
                  <a:lnTo>
                    <a:pt x="5523" y="4634"/>
                  </a:lnTo>
                  <a:lnTo>
                    <a:pt x="5639" y="4325"/>
                  </a:lnTo>
                  <a:lnTo>
                    <a:pt x="5716" y="4055"/>
                  </a:lnTo>
                  <a:lnTo>
                    <a:pt x="5755" y="3746"/>
                  </a:lnTo>
                  <a:lnTo>
                    <a:pt x="5793" y="3437"/>
                  </a:lnTo>
                  <a:lnTo>
                    <a:pt x="5793" y="3128"/>
                  </a:lnTo>
                  <a:lnTo>
                    <a:pt x="5793" y="2858"/>
                  </a:lnTo>
                  <a:lnTo>
                    <a:pt x="5716" y="2549"/>
                  </a:lnTo>
                  <a:lnTo>
                    <a:pt x="5639" y="2240"/>
                  </a:lnTo>
                  <a:lnTo>
                    <a:pt x="5523" y="1931"/>
                  </a:lnTo>
                  <a:lnTo>
                    <a:pt x="5368" y="1661"/>
                  </a:lnTo>
                  <a:lnTo>
                    <a:pt x="5214" y="1390"/>
                  </a:lnTo>
                  <a:lnTo>
                    <a:pt x="5021" y="1159"/>
                  </a:lnTo>
                  <a:lnTo>
                    <a:pt x="4828" y="927"/>
                  </a:lnTo>
                  <a:lnTo>
                    <a:pt x="4596" y="734"/>
                  </a:lnTo>
                  <a:lnTo>
                    <a:pt x="4326" y="541"/>
                  </a:lnTo>
                  <a:lnTo>
                    <a:pt x="4094" y="386"/>
                  </a:lnTo>
                  <a:lnTo>
                    <a:pt x="3824" y="271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5341075" y="1099050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0" y="78"/>
                  </a:lnTo>
                  <a:lnTo>
                    <a:pt x="2510" y="194"/>
                  </a:lnTo>
                  <a:lnTo>
                    <a:pt x="2240" y="310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0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0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9" y="4866"/>
                  </a:lnTo>
                  <a:lnTo>
                    <a:pt x="888" y="4828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7" y="3167"/>
                  </a:lnTo>
                  <a:lnTo>
                    <a:pt x="772" y="2742"/>
                  </a:lnTo>
                  <a:lnTo>
                    <a:pt x="966" y="2318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80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695700" y="1106775"/>
              <a:ext cx="102350" cy="132275"/>
            </a:xfrm>
            <a:custGeom>
              <a:avLst/>
              <a:gdLst/>
              <a:ahLst/>
              <a:cxnLst/>
              <a:rect l="l" t="t" r="r" b="b"/>
              <a:pathLst>
                <a:path w="4094" h="5291" extrusionOk="0">
                  <a:moveTo>
                    <a:pt x="2279" y="1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4" y="1893"/>
                  </a:lnTo>
                  <a:lnTo>
                    <a:pt x="116" y="2279"/>
                  </a:lnTo>
                  <a:lnTo>
                    <a:pt x="39" y="2665"/>
                  </a:lnTo>
                  <a:lnTo>
                    <a:pt x="0" y="3051"/>
                  </a:lnTo>
                  <a:lnTo>
                    <a:pt x="0" y="3823"/>
                  </a:lnTo>
                  <a:lnTo>
                    <a:pt x="0" y="5291"/>
                  </a:lnTo>
                  <a:lnTo>
                    <a:pt x="425" y="5291"/>
                  </a:lnTo>
                  <a:lnTo>
                    <a:pt x="464" y="4750"/>
                  </a:lnTo>
                  <a:lnTo>
                    <a:pt x="464" y="4210"/>
                  </a:lnTo>
                  <a:lnTo>
                    <a:pt x="464" y="3630"/>
                  </a:lnTo>
                  <a:lnTo>
                    <a:pt x="464" y="3090"/>
                  </a:lnTo>
                  <a:lnTo>
                    <a:pt x="541" y="2549"/>
                  </a:lnTo>
                  <a:lnTo>
                    <a:pt x="657" y="2047"/>
                  </a:lnTo>
                  <a:lnTo>
                    <a:pt x="773" y="1816"/>
                  </a:lnTo>
                  <a:lnTo>
                    <a:pt x="889" y="1545"/>
                  </a:lnTo>
                  <a:lnTo>
                    <a:pt x="1043" y="1352"/>
                  </a:lnTo>
                  <a:lnTo>
                    <a:pt x="1198" y="1120"/>
                  </a:lnTo>
                  <a:lnTo>
                    <a:pt x="1391" y="927"/>
                  </a:lnTo>
                  <a:lnTo>
                    <a:pt x="1622" y="773"/>
                  </a:lnTo>
                  <a:lnTo>
                    <a:pt x="1854" y="657"/>
                  </a:lnTo>
                  <a:lnTo>
                    <a:pt x="2124" y="580"/>
                  </a:lnTo>
                  <a:lnTo>
                    <a:pt x="2433" y="541"/>
                  </a:lnTo>
                  <a:lnTo>
                    <a:pt x="2703" y="541"/>
                  </a:lnTo>
                  <a:lnTo>
                    <a:pt x="2974" y="618"/>
                  </a:lnTo>
                  <a:lnTo>
                    <a:pt x="3205" y="773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2" y="1391"/>
                  </a:lnTo>
                  <a:lnTo>
                    <a:pt x="3669" y="1661"/>
                  </a:lnTo>
                  <a:lnTo>
                    <a:pt x="4094" y="1545"/>
                  </a:lnTo>
                  <a:lnTo>
                    <a:pt x="3978" y="1159"/>
                  </a:lnTo>
                  <a:lnTo>
                    <a:pt x="3823" y="812"/>
                  </a:lnTo>
                  <a:lnTo>
                    <a:pt x="3630" y="503"/>
                  </a:lnTo>
                  <a:lnTo>
                    <a:pt x="3399" y="271"/>
                  </a:lnTo>
                  <a:lnTo>
                    <a:pt x="3244" y="194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560550" y="1107750"/>
              <a:ext cx="437325" cy="302175"/>
            </a:xfrm>
            <a:custGeom>
              <a:avLst/>
              <a:gdLst/>
              <a:ahLst/>
              <a:cxnLst/>
              <a:rect l="l" t="t" r="r" b="b"/>
              <a:pathLst>
                <a:path w="17493" h="12087" extrusionOk="0">
                  <a:moveTo>
                    <a:pt x="11971" y="502"/>
                  </a:moveTo>
                  <a:lnTo>
                    <a:pt x="12087" y="541"/>
                  </a:lnTo>
                  <a:lnTo>
                    <a:pt x="12203" y="579"/>
                  </a:lnTo>
                  <a:lnTo>
                    <a:pt x="12280" y="657"/>
                  </a:lnTo>
                  <a:lnTo>
                    <a:pt x="12627" y="888"/>
                  </a:lnTo>
                  <a:lnTo>
                    <a:pt x="12898" y="1159"/>
                  </a:lnTo>
                  <a:lnTo>
                    <a:pt x="13129" y="1506"/>
                  </a:lnTo>
                  <a:lnTo>
                    <a:pt x="13322" y="1854"/>
                  </a:lnTo>
                  <a:lnTo>
                    <a:pt x="13477" y="2278"/>
                  </a:lnTo>
                  <a:lnTo>
                    <a:pt x="13593" y="2665"/>
                  </a:lnTo>
                  <a:lnTo>
                    <a:pt x="13824" y="3437"/>
                  </a:lnTo>
                  <a:lnTo>
                    <a:pt x="13824" y="3437"/>
                  </a:lnTo>
                  <a:lnTo>
                    <a:pt x="13091" y="3012"/>
                  </a:lnTo>
                  <a:lnTo>
                    <a:pt x="12705" y="2780"/>
                  </a:lnTo>
                  <a:lnTo>
                    <a:pt x="12357" y="2510"/>
                  </a:lnTo>
                  <a:lnTo>
                    <a:pt x="12010" y="2124"/>
                  </a:lnTo>
                  <a:lnTo>
                    <a:pt x="11817" y="1931"/>
                  </a:lnTo>
                  <a:lnTo>
                    <a:pt x="11662" y="1738"/>
                  </a:lnTo>
                  <a:lnTo>
                    <a:pt x="11508" y="1429"/>
                  </a:lnTo>
                  <a:lnTo>
                    <a:pt x="11430" y="1081"/>
                  </a:lnTo>
                  <a:lnTo>
                    <a:pt x="11662" y="734"/>
                  </a:lnTo>
                  <a:lnTo>
                    <a:pt x="11739" y="618"/>
                  </a:lnTo>
                  <a:lnTo>
                    <a:pt x="11855" y="541"/>
                  </a:lnTo>
                  <a:lnTo>
                    <a:pt x="11971" y="502"/>
                  </a:lnTo>
                  <a:close/>
                  <a:moveTo>
                    <a:pt x="16296" y="1622"/>
                  </a:moveTo>
                  <a:lnTo>
                    <a:pt x="16412" y="1661"/>
                  </a:lnTo>
                  <a:lnTo>
                    <a:pt x="16489" y="1738"/>
                  </a:lnTo>
                  <a:lnTo>
                    <a:pt x="16566" y="1854"/>
                  </a:lnTo>
                  <a:lnTo>
                    <a:pt x="16605" y="1970"/>
                  </a:lnTo>
                  <a:lnTo>
                    <a:pt x="16643" y="2163"/>
                  </a:lnTo>
                  <a:lnTo>
                    <a:pt x="16643" y="2356"/>
                  </a:lnTo>
                  <a:lnTo>
                    <a:pt x="16605" y="2510"/>
                  </a:lnTo>
                  <a:lnTo>
                    <a:pt x="16528" y="2665"/>
                  </a:lnTo>
                  <a:lnTo>
                    <a:pt x="16412" y="2819"/>
                  </a:lnTo>
                  <a:lnTo>
                    <a:pt x="16296" y="2974"/>
                  </a:lnTo>
                  <a:lnTo>
                    <a:pt x="15948" y="3205"/>
                  </a:lnTo>
                  <a:lnTo>
                    <a:pt x="15524" y="3398"/>
                  </a:lnTo>
                  <a:lnTo>
                    <a:pt x="15137" y="3553"/>
                  </a:lnTo>
                  <a:lnTo>
                    <a:pt x="14713" y="3669"/>
                  </a:lnTo>
                  <a:lnTo>
                    <a:pt x="14365" y="3746"/>
                  </a:lnTo>
                  <a:lnTo>
                    <a:pt x="14481" y="3360"/>
                  </a:lnTo>
                  <a:lnTo>
                    <a:pt x="14635" y="2974"/>
                  </a:lnTo>
                  <a:lnTo>
                    <a:pt x="14828" y="2626"/>
                  </a:lnTo>
                  <a:lnTo>
                    <a:pt x="15060" y="2278"/>
                  </a:lnTo>
                  <a:lnTo>
                    <a:pt x="15408" y="1970"/>
                  </a:lnTo>
                  <a:lnTo>
                    <a:pt x="15639" y="1815"/>
                  </a:lnTo>
                  <a:lnTo>
                    <a:pt x="15871" y="1699"/>
                  </a:lnTo>
                  <a:lnTo>
                    <a:pt x="16103" y="1622"/>
                  </a:lnTo>
                  <a:close/>
                  <a:moveTo>
                    <a:pt x="13824" y="4286"/>
                  </a:moveTo>
                  <a:lnTo>
                    <a:pt x="13670" y="4557"/>
                  </a:lnTo>
                  <a:lnTo>
                    <a:pt x="13477" y="4788"/>
                  </a:lnTo>
                  <a:lnTo>
                    <a:pt x="13245" y="5020"/>
                  </a:lnTo>
                  <a:lnTo>
                    <a:pt x="13014" y="5252"/>
                  </a:lnTo>
                  <a:lnTo>
                    <a:pt x="12666" y="5484"/>
                  </a:lnTo>
                  <a:lnTo>
                    <a:pt x="12125" y="5792"/>
                  </a:lnTo>
                  <a:lnTo>
                    <a:pt x="11855" y="5908"/>
                  </a:lnTo>
                  <a:lnTo>
                    <a:pt x="11623" y="5986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4" y="5870"/>
                  </a:lnTo>
                  <a:lnTo>
                    <a:pt x="10967" y="5792"/>
                  </a:lnTo>
                  <a:lnTo>
                    <a:pt x="10928" y="5715"/>
                  </a:lnTo>
                  <a:lnTo>
                    <a:pt x="10890" y="5638"/>
                  </a:lnTo>
                  <a:lnTo>
                    <a:pt x="10890" y="5445"/>
                  </a:lnTo>
                  <a:lnTo>
                    <a:pt x="10967" y="5290"/>
                  </a:lnTo>
                  <a:lnTo>
                    <a:pt x="11121" y="5097"/>
                  </a:lnTo>
                  <a:lnTo>
                    <a:pt x="11276" y="4943"/>
                  </a:lnTo>
                  <a:lnTo>
                    <a:pt x="11546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7" y="4480"/>
                  </a:lnTo>
                  <a:lnTo>
                    <a:pt x="13245" y="4402"/>
                  </a:lnTo>
                  <a:lnTo>
                    <a:pt x="13554" y="4364"/>
                  </a:lnTo>
                  <a:lnTo>
                    <a:pt x="13824" y="4286"/>
                  </a:lnTo>
                  <a:close/>
                  <a:moveTo>
                    <a:pt x="14404" y="4248"/>
                  </a:moveTo>
                  <a:lnTo>
                    <a:pt x="15060" y="4595"/>
                  </a:lnTo>
                  <a:lnTo>
                    <a:pt x="15408" y="4788"/>
                  </a:lnTo>
                  <a:lnTo>
                    <a:pt x="15717" y="4982"/>
                  </a:lnTo>
                  <a:lnTo>
                    <a:pt x="15910" y="5136"/>
                  </a:lnTo>
                  <a:lnTo>
                    <a:pt x="16141" y="5368"/>
                  </a:lnTo>
                  <a:lnTo>
                    <a:pt x="16412" y="5677"/>
                  </a:lnTo>
                  <a:lnTo>
                    <a:pt x="16643" y="6024"/>
                  </a:lnTo>
                  <a:lnTo>
                    <a:pt x="16875" y="6333"/>
                  </a:lnTo>
                  <a:lnTo>
                    <a:pt x="16991" y="6681"/>
                  </a:lnTo>
                  <a:lnTo>
                    <a:pt x="16991" y="6835"/>
                  </a:lnTo>
                  <a:lnTo>
                    <a:pt x="16991" y="6990"/>
                  </a:lnTo>
                  <a:lnTo>
                    <a:pt x="16952" y="7105"/>
                  </a:lnTo>
                  <a:lnTo>
                    <a:pt x="16836" y="7221"/>
                  </a:lnTo>
                  <a:lnTo>
                    <a:pt x="16759" y="7298"/>
                  </a:lnTo>
                  <a:lnTo>
                    <a:pt x="16643" y="7337"/>
                  </a:lnTo>
                  <a:lnTo>
                    <a:pt x="16373" y="7337"/>
                  </a:lnTo>
                  <a:lnTo>
                    <a:pt x="16141" y="7221"/>
                  </a:lnTo>
                  <a:lnTo>
                    <a:pt x="15871" y="7028"/>
                  </a:lnTo>
                  <a:lnTo>
                    <a:pt x="15601" y="6835"/>
                  </a:lnTo>
                  <a:lnTo>
                    <a:pt x="15369" y="6565"/>
                  </a:lnTo>
                  <a:lnTo>
                    <a:pt x="15060" y="6179"/>
                  </a:lnTo>
                  <a:lnTo>
                    <a:pt x="14828" y="5715"/>
                  </a:lnTo>
                  <a:lnTo>
                    <a:pt x="14635" y="5252"/>
                  </a:lnTo>
                  <a:lnTo>
                    <a:pt x="14520" y="4750"/>
                  </a:lnTo>
                  <a:lnTo>
                    <a:pt x="14404" y="4248"/>
                  </a:lnTo>
                  <a:close/>
                  <a:moveTo>
                    <a:pt x="11855" y="0"/>
                  </a:moveTo>
                  <a:lnTo>
                    <a:pt x="11585" y="77"/>
                  </a:lnTo>
                  <a:lnTo>
                    <a:pt x="11469" y="116"/>
                  </a:lnTo>
                  <a:lnTo>
                    <a:pt x="11353" y="232"/>
                  </a:lnTo>
                  <a:lnTo>
                    <a:pt x="11160" y="425"/>
                  </a:lnTo>
                  <a:lnTo>
                    <a:pt x="11006" y="618"/>
                  </a:lnTo>
                  <a:lnTo>
                    <a:pt x="10928" y="811"/>
                  </a:lnTo>
                  <a:lnTo>
                    <a:pt x="10928" y="1043"/>
                  </a:lnTo>
                  <a:lnTo>
                    <a:pt x="10928" y="1236"/>
                  </a:lnTo>
                  <a:lnTo>
                    <a:pt x="10967" y="1468"/>
                  </a:lnTo>
                  <a:lnTo>
                    <a:pt x="11083" y="1699"/>
                  </a:lnTo>
                  <a:lnTo>
                    <a:pt x="11199" y="1892"/>
                  </a:lnTo>
                  <a:lnTo>
                    <a:pt x="11546" y="2317"/>
                  </a:lnTo>
                  <a:lnTo>
                    <a:pt x="11932" y="2742"/>
                  </a:lnTo>
                  <a:lnTo>
                    <a:pt x="12396" y="3089"/>
                  </a:lnTo>
                  <a:lnTo>
                    <a:pt x="12859" y="3437"/>
                  </a:lnTo>
                  <a:lnTo>
                    <a:pt x="12048" y="3321"/>
                  </a:lnTo>
                  <a:lnTo>
                    <a:pt x="11199" y="3282"/>
                  </a:lnTo>
                  <a:lnTo>
                    <a:pt x="10388" y="3360"/>
                  </a:lnTo>
                  <a:lnTo>
                    <a:pt x="9615" y="3476"/>
                  </a:lnTo>
                  <a:lnTo>
                    <a:pt x="9654" y="3012"/>
                  </a:lnTo>
                  <a:lnTo>
                    <a:pt x="9654" y="2510"/>
                  </a:lnTo>
                  <a:lnTo>
                    <a:pt x="9615" y="2008"/>
                  </a:lnTo>
                  <a:lnTo>
                    <a:pt x="9500" y="1506"/>
                  </a:lnTo>
                  <a:lnTo>
                    <a:pt x="9075" y="1622"/>
                  </a:lnTo>
                  <a:lnTo>
                    <a:pt x="9152" y="2085"/>
                  </a:lnTo>
                  <a:lnTo>
                    <a:pt x="9152" y="2587"/>
                  </a:lnTo>
                  <a:lnTo>
                    <a:pt x="9113" y="3089"/>
                  </a:lnTo>
                  <a:lnTo>
                    <a:pt x="9075" y="3514"/>
                  </a:lnTo>
                  <a:lnTo>
                    <a:pt x="9075" y="3630"/>
                  </a:lnTo>
                  <a:lnTo>
                    <a:pt x="8225" y="3900"/>
                  </a:lnTo>
                  <a:lnTo>
                    <a:pt x="7414" y="4286"/>
                  </a:lnTo>
                  <a:lnTo>
                    <a:pt x="6604" y="4711"/>
                  </a:lnTo>
                  <a:lnTo>
                    <a:pt x="5831" y="5252"/>
                  </a:lnTo>
                  <a:lnTo>
                    <a:pt x="5406" y="5252"/>
                  </a:lnTo>
                  <a:lnTo>
                    <a:pt x="5406" y="5561"/>
                  </a:lnTo>
                  <a:lnTo>
                    <a:pt x="4596" y="6217"/>
                  </a:lnTo>
                  <a:lnTo>
                    <a:pt x="3823" y="6951"/>
                  </a:lnTo>
                  <a:lnTo>
                    <a:pt x="3090" y="7685"/>
                  </a:lnTo>
                  <a:lnTo>
                    <a:pt x="2394" y="8495"/>
                  </a:lnTo>
                  <a:lnTo>
                    <a:pt x="1738" y="9306"/>
                  </a:lnTo>
                  <a:lnTo>
                    <a:pt x="1082" y="10156"/>
                  </a:lnTo>
                  <a:lnTo>
                    <a:pt x="502" y="10967"/>
                  </a:lnTo>
                  <a:lnTo>
                    <a:pt x="0" y="11816"/>
                  </a:lnTo>
                  <a:lnTo>
                    <a:pt x="309" y="12087"/>
                  </a:lnTo>
                  <a:lnTo>
                    <a:pt x="1545" y="10503"/>
                  </a:lnTo>
                  <a:lnTo>
                    <a:pt x="2742" y="8959"/>
                  </a:lnTo>
                  <a:lnTo>
                    <a:pt x="3360" y="8225"/>
                  </a:lnTo>
                  <a:lnTo>
                    <a:pt x="4016" y="7491"/>
                  </a:lnTo>
                  <a:lnTo>
                    <a:pt x="4711" y="6835"/>
                  </a:lnTo>
                  <a:lnTo>
                    <a:pt x="5484" y="6179"/>
                  </a:lnTo>
                  <a:lnTo>
                    <a:pt x="6256" y="5599"/>
                  </a:lnTo>
                  <a:lnTo>
                    <a:pt x="7106" y="5059"/>
                  </a:lnTo>
                  <a:lnTo>
                    <a:pt x="7994" y="4634"/>
                  </a:lnTo>
                  <a:lnTo>
                    <a:pt x="8457" y="4441"/>
                  </a:lnTo>
                  <a:lnTo>
                    <a:pt x="8920" y="4248"/>
                  </a:lnTo>
                  <a:lnTo>
                    <a:pt x="9422" y="4132"/>
                  </a:lnTo>
                  <a:lnTo>
                    <a:pt x="9886" y="4016"/>
                  </a:lnTo>
                  <a:lnTo>
                    <a:pt x="10388" y="3939"/>
                  </a:lnTo>
                  <a:lnTo>
                    <a:pt x="10851" y="3862"/>
                  </a:lnTo>
                  <a:lnTo>
                    <a:pt x="11353" y="3823"/>
                  </a:lnTo>
                  <a:lnTo>
                    <a:pt x="11855" y="3823"/>
                  </a:lnTo>
                  <a:lnTo>
                    <a:pt x="12357" y="3862"/>
                  </a:lnTo>
                  <a:lnTo>
                    <a:pt x="12821" y="3939"/>
                  </a:lnTo>
                  <a:lnTo>
                    <a:pt x="12319" y="4016"/>
                  </a:lnTo>
                  <a:lnTo>
                    <a:pt x="11855" y="4132"/>
                  </a:lnTo>
                  <a:lnTo>
                    <a:pt x="11392" y="4286"/>
                  </a:lnTo>
                  <a:lnTo>
                    <a:pt x="11199" y="4402"/>
                  </a:lnTo>
                  <a:lnTo>
                    <a:pt x="11006" y="4557"/>
                  </a:lnTo>
                  <a:lnTo>
                    <a:pt x="10813" y="4711"/>
                  </a:lnTo>
                  <a:lnTo>
                    <a:pt x="10697" y="4866"/>
                  </a:lnTo>
                  <a:lnTo>
                    <a:pt x="10542" y="5059"/>
                  </a:lnTo>
                  <a:lnTo>
                    <a:pt x="10465" y="5290"/>
                  </a:lnTo>
                  <a:lnTo>
                    <a:pt x="10388" y="5522"/>
                  </a:lnTo>
                  <a:lnTo>
                    <a:pt x="10388" y="5754"/>
                  </a:lnTo>
                  <a:lnTo>
                    <a:pt x="10426" y="5947"/>
                  </a:lnTo>
                  <a:lnTo>
                    <a:pt x="10581" y="6179"/>
                  </a:lnTo>
                  <a:lnTo>
                    <a:pt x="10658" y="6256"/>
                  </a:lnTo>
                  <a:lnTo>
                    <a:pt x="10774" y="6333"/>
                  </a:lnTo>
                  <a:lnTo>
                    <a:pt x="11006" y="6410"/>
                  </a:lnTo>
                  <a:lnTo>
                    <a:pt x="11276" y="6449"/>
                  </a:lnTo>
                  <a:lnTo>
                    <a:pt x="11585" y="6410"/>
                  </a:lnTo>
                  <a:lnTo>
                    <a:pt x="11855" y="6372"/>
                  </a:lnTo>
                  <a:lnTo>
                    <a:pt x="12164" y="6256"/>
                  </a:lnTo>
                  <a:lnTo>
                    <a:pt x="12627" y="6063"/>
                  </a:lnTo>
                  <a:lnTo>
                    <a:pt x="13052" y="5792"/>
                  </a:lnTo>
                  <a:lnTo>
                    <a:pt x="13422" y="5533"/>
                  </a:lnTo>
                  <a:lnTo>
                    <a:pt x="13422" y="5533"/>
                  </a:lnTo>
                  <a:lnTo>
                    <a:pt x="13786" y="5715"/>
                  </a:lnTo>
                  <a:lnTo>
                    <a:pt x="14056" y="4866"/>
                  </a:lnTo>
                  <a:lnTo>
                    <a:pt x="14211" y="5406"/>
                  </a:lnTo>
                  <a:lnTo>
                    <a:pt x="14404" y="5908"/>
                  </a:lnTo>
                  <a:lnTo>
                    <a:pt x="14674" y="6410"/>
                  </a:lnTo>
                  <a:lnTo>
                    <a:pt x="14983" y="6874"/>
                  </a:lnTo>
                  <a:lnTo>
                    <a:pt x="15176" y="7067"/>
                  </a:lnTo>
                  <a:lnTo>
                    <a:pt x="15408" y="7298"/>
                  </a:lnTo>
                  <a:lnTo>
                    <a:pt x="15678" y="7491"/>
                  </a:lnTo>
                  <a:lnTo>
                    <a:pt x="15987" y="7685"/>
                  </a:lnTo>
                  <a:lnTo>
                    <a:pt x="16296" y="7800"/>
                  </a:lnTo>
                  <a:lnTo>
                    <a:pt x="16605" y="7878"/>
                  </a:lnTo>
                  <a:lnTo>
                    <a:pt x="16875" y="7878"/>
                  </a:lnTo>
                  <a:lnTo>
                    <a:pt x="17030" y="7800"/>
                  </a:lnTo>
                  <a:lnTo>
                    <a:pt x="17184" y="7723"/>
                  </a:lnTo>
                  <a:lnTo>
                    <a:pt x="17300" y="7646"/>
                  </a:lnTo>
                  <a:lnTo>
                    <a:pt x="17377" y="7530"/>
                  </a:lnTo>
                  <a:lnTo>
                    <a:pt x="17416" y="7414"/>
                  </a:lnTo>
                  <a:lnTo>
                    <a:pt x="17454" y="7260"/>
                  </a:lnTo>
                  <a:lnTo>
                    <a:pt x="17493" y="6951"/>
                  </a:lnTo>
                  <a:lnTo>
                    <a:pt x="17416" y="6603"/>
                  </a:lnTo>
                  <a:lnTo>
                    <a:pt x="17300" y="6294"/>
                  </a:lnTo>
                  <a:lnTo>
                    <a:pt x="17184" y="5986"/>
                  </a:lnTo>
                  <a:lnTo>
                    <a:pt x="17030" y="5715"/>
                  </a:lnTo>
                  <a:lnTo>
                    <a:pt x="16875" y="5484"/>
                  </a:lnTo>
                  <a:lnTo>
                    <a:pt x="16682" y="5252"/>
                  </a:lnTo>
                  <a:lnTo>
                    <a:pt x="16489" y="5020"/>
                  </a:lnTo>
                  <a:lnTo>
                    <a:pt x="16257" y="4788"/>
                  </a:lnTo>
                  <a:lnTo>
                    <a:pt x="16026" y="4634"/>
                  </a:lnTo>
                  <a:lnTo>
                    <a:pt x="15524" y="4286"/>
                  </a:lnTo>
                  <a:lnTo>
                    <a:pt x="14944" y="4016"/>
                  </a:lnTo>
                  <a:lnTo>
                    <a:pt x="15408" y="3900"/>
                  </a:lnTo>
                  <a:lnTo>
                    <a:pt x="15832" y="3746"/>
                  </a:lnTo>
                  <a:lnTo>
                    <a:pt x="16219" y="3514"/>
                  </a:lnTo>
                  <a:lnTo>
                    <a:pt x="16605" y="3244"/>
                  </a:lnTo>
                  <a:lnTo>
                    <a:pt x="16759" y="3089"/>
                  </a:lnTo>
                  <a:lnTo>
                    <a:pt x="16914" y="2858"/>
                  </a:lnTo>
                  <a:lnTo>
                    <a:pt x="17030" y="2665"/>
                  </a:lnTo>
                  <a:lnTo>
                    <a:pt x="17107" y="2433"/>
                  </a:lnTo>
                  <a:lnTo>
                    <a:pt x="17145" y="2201"/>
                  </a:lnTo>
                  <a:lnTo>
                    <a:pt x="17107" y="1931"/>
                  </a:lnTo>
                  <a:lnTo>
                    <a:pt x="17068" y="1699"/>
                  </a:lnTo>
                  <a:lnTo>
                    <a:pt x="16914" y="1506"/>
                  </a:lnTo>
                  <a:lnTo>
                    <a:pt x="16759" y="1313"/>
                  </a:lnTo>
                  <a:lnTo>
                    <a:pt x="16528" y="1236"/>
                  </a:lnTo>
                  <a:lnTo>
                    <a:pt x="16334" y="1159"/>
                  </a:lnTo>
                  <a:lnTo>
                    <a:pt x="16103" y="1159"/>
                  </a:lnTo>
                  <a:lnTo>
                    <a:pt x="15910" y="1197"/>
                  </a:lnTo>
                  <a:lnTo>
                    <a:pt x="15678" y="1275"/>
                  </a:lnTo>
                  <a:lnTo>
                    <a:pt x="15446" y="1352"/>
                  </a:lnTo>
                  <a:lnTo>
                    <a:pt x="15253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6" y="2587"/>
                  </a:lnTo>
                  <a:lnTo>
                    <a:pt x="14095" y="3012"/>
                  </a:lnTo>
                  <a:lnTo>
                    <a:pt x="13940" y="2433"/>
                  </a:lnTo>
                  <a:lnTo>
                    <a:pt x="13747" y="1892"/>
                  </a:lnTo>
                  <a:lnTo>
                    <a:pt x="13516" y="1352"/>
                  </a:lnTo>
                  <a:lnTo>
                    <a:pt x="13168" y="850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7" y="155"/>
                  </a:lnTo>
                  <a:lnTo>
                    <a:pt x="12087" y="39"/>
                  </a:lnTo>
                  <a:lnTo>
                    <a:pt x="118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5590125" y="113380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39" y="233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3"/>
                  </a:lnTo>
                  <a:lnTo>
                    <a:pt x="1005" y="155"/>
                  </a:lnTo>
                  <a:lnTo>
                    <a:pt x="966" y="117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5491675" y="1139600"/>
              <a:ext cx="21250" cy="8725"/>
            </a:xfrm>
            <a:custGeom>
              <a:avLst/>
              <a:gdLst/>
              <a:ahLst/>
              <a:cxnLst/>
              <a:rect l="l" t="t" r="r" b="b"/>
              <a:pathLst>
                <a:path w="850" h="349" extrusionOk="0">
                  <a:moveTo>
                    <a:pt x="425" y="1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0" y="194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4"/>
                  </a:lnTo>
                  <a:lnTo>
                    <a:pt x="811" y="78"/>
                  </a:lnTo>
                  <a:lnTo>
                    <a:pt x="73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2443975" y="1153125"/>
              <a:ext cx="315725" cy="477875"/>
            </a:xfrm>
            <a:custGeom>
              <a:avLst/>
              <a:gdLst/>
              <a:ahLst/>
              <a:cxnLst/>
              <a:rect l="l" t="t" r="r" b="b"/>
              <a:pathLst>
                <a:path w="12629" h="19115" extrusionOk="0">
                  <a:moveTo>
                    <a:pt x="1005" y="618"/>
                  </a:moveTo>
                  <a:lnTo>
                    <a:pt x="1661" y="850"/>
                  </a:lnTo>
                  <a:lnTo>
                    <a:pt x="2318" y="1120"/>
                  </a:lnTo>
                  <a:lnTo>
                    <a:pt x="2743" y="1352"/>
                  </a:lnTo>
                  <a:lnTo>
                    <a:pt x="3167" y="1583"/>
                  </a:lnTo>
                  <a:lnTo>
                    <a:pt x="3322" y="1699"/>
                  </a:lnTo>
                  <a:lnTo>
                    <a:pt x="3476" y="1854"/>
                  </a:lnTo>
                  <a:lnTo>
                    <a:pt x="3669" y="2124"/>
                  </a:lnTo>
                  <a:lnTo>
                    <a:pt x="3862" y="2471"/>
                  </a:lnTo>
                  <a:lnTo>
                    <a:pt x="4017" y="2819"/>
                  </a:lnTo>
                  <a:lnTo>
                    <a:pt x="5677" y="6796"/>
                  </a:lnTo>
                  <a:lnTo>
                    <a:pt x="9075" y="15021"/>
                  </a:lnTo>
                  <a:lnTo>
                    <a:pt x="9153" y="15098"/>
                  </a:lnTo>
                  <a:lnTo>
                    <a:pt x="9191" y="15137"/>
                  </a:lnTo>
                  <a:lnTo>
                    <a:pt x="9346" y="15137"/>
                  </a:lnTo>
                  <a:lnTo>
                    <a:pt x="8921" y="15369"/>
                  </a:lnTo>
                  <a:lnTo>
                    <a:pt x="7956" y="13515"/>
                  </a:lnTo>
                  <a:lnTo>
                    <a:pt x="6990" y="11662"/>
                  </a:lnTo>
                  <a:lnTo>
                    <a:pt x="5021" y="7955"/>
                  </a:lnTo>
                  <a:lnTo>
                    <a:pt x="3013" y="4286"/>
                  </a:lnTo>
                  <a:lnTo>
                    <a:pt x="1005" y="618"/>
                  </a:lnTo>
                  <a:close/>
                  <a:moveTo>
                    <a:pt x="657" y="502"/>
                  </a:moveTo>
                  <a:lnTo>
                    <a:pt x="657" y="541"/>
                  </a:lnTo>
                  <a:lnTo>
                    <a:pt x="4673" y="8032"/>
                  </a:lnTo>
                  <a:lnTo>
                    <a:pt x="6720" y="11739"/>
                  </a:lnTo>
                  <a:lnTo>
                    <a:pt x="7763" y="13593"/>
                  </a:lnTo>
                  <a:lnTo>
                    <a:pt x="8805" y="15446"/>
                  </a:lnTo>
                  <a:lnTo>
                    <a:pt x="8651" y="15523"/>
                  </a:lnTo>
                  <a:lnTo>
                    <a:pt x="7415" y="13747"/>
                  </a:lnTo>
                  <a:lnTo>
                    <a:pt x="6179" y="12009"/>
                  </a:lnTo>
                  <a:lnTo>
                    <a:pt x="3592" y="8534"/>
                  </a:lnTo>
                  <a:lnTo>
                    <a:pt x="2318" y="6758"/>
                  </a:lnTo>
                  <a:lnTo>
                    <a:pt x="1005" y="4943"/>
                  </a:lnTo>
                  <a:lnTo>
                    <a:pt x="850" y="4711"/>
                  </a:lnTo>
                  <a:lnTo>
                    <a:pt x="735" y="4479"/>
                  </a:lnTo>
                  <a:lnTo>
                    <a:pt x="619" y="4209"/>
                  </a:lnTo>
                  <a:lnTo>
                    <a:pt x="542" y="3939"/>
                  </a:lnTo>
                  <a:lnTo>
                    <a:pt x="464" y="3398"/>
                  </a:lnTo>
                  <a:lnTo>
                    <a:pt x="426" y="2819"/>
                  </a:lnTo>
                  <a:lnTo>
                    <a:pt x="464" y="2240"/>
                  </a:lnTo>
                  <a:lnTo>
                    <a:pt x="503" y="1661"/>
                  </a:lnTo>
                  <a:lnTo>
                    <a:pt x="657" y="502"/>
                  </a:lnTo>
                  <a:close/>
                  <a:moveTo>
                    <a:pt x="11508" y="12280"/>
                  </a:moveTo>
                  <a:lnTo>
                    <a:pt x="11663" y="12357"/>
                  </a:lnTo>
                  <a:lnTo>
                    <a:pt x="11817" y="12434"/>
                  </a:lnTo>
                  <a:lnTo>
                    <a:pt x="12165" y="12859"/>
                  </a:lnTo>
                  <a:lnTo>
                    <a:pt x="12242" y="13052"/>
                  </a:lnTo>
                  <a:lnTo>
                    <a:pt x="12280" y="13245"/>
                  </a:lnTo>
                  <a:lnTo>
                    <a:pt x="12242" y="13438"/>
                  </a:lnTo>
                  <a:lnTo>
                    <a:pt x="12203" y="13631"/>
                  </a:lnTo>
                  <a:lnTo>
                    <a:pt x="12049" y="14017"/>
                  </a:lnTo>
                  <a:lnTo>
                    <a:pt x="11856" y="14365"/>
                  </a:lnTo>
                  <a:lnTo>
                    <a:pt x="11508" y="14790"/>
                  </a:lnTo>
                  <a:lnTo>
                    <a:pt x="11122" y="15176"/>
                  </a:lnTo>
                  <a:lnTo>
                    <a:pt x="10697" y="15523"/>
                  </a:lnTo>
                  <a:lnTo>
                    <a:pt x="10273" y="15871"/>
                  </a:lnTo>
                  <a:lnTo>
                    <a:pt x="10157" y="15871"/>
                  </a:lnTo>
                  <a:lnTo>
                    <a:pt x="10118" y="15987"/>
                  </a:lnTo>
                  <a:lnTo>
                    <a:pt x="9771" y="16180"/>
                  </a:lnTo>
                  <a:lnTo>
                    <a:pt x="9114" y="16604"/>
                  </a:lnTo>
                  <a:lnTo>
                    <a:pt x="8458" y="16952"/>
                  </a:lnTo>
                  <a:lnTo>
                    <a:pt x="7724" y="17261"/>
                  </a:lnTo>
                  <a:lnTo>
                    <a:pt x="6990" y="17493"/>
                  </a:lnTo>
                  <a:lnTo>
                    <a:pt x="6643" y="17608"/>
                  </a:lnTo>
                  <a:lnTo>
                    <a:pt x="6295" y="17647"/>
                  </a:lnTo>
                  <a:lnTo>
                    <a:pt x="5755" y="17647"/>
                  </a:lnTo>
                  <a:lnTo>
                    <a:pt x="5562" y="17570"/>
                  </a:lnTo>
                  <a:lnTo>
                    <a:pt x="5446" y="17493"/>
                  </a:lnTo>
                  <a:lnTo>
                    <a:pt x="5330" y="17415"/>
                  </a:lnTo>
                  <a:lnTo>
                    <a:pt x="5098" y="17184"/>
                  </a:lnTo>
                  <a:lnTo>
                    <a:pt x="4982" y="16875"/>
                  </a:lnTo>
                  <a:lnTo>
                    <a:pt x="4905" y="16604"/>
                  </a:lnTo>
                  <a:lnTo>
                    <a:pt x="4944" y="16411"/>
                  </a:lnTo>
                  <a:lnTo>
                    <a:pt x="4982" y="16218"/>
                  </a:lnTo>
                  <a:lnTo>
                    <a:pt x="5060" y="16064"/>
                  </a:lnTo>
                  <a:lnTo>
                    <a:pt x="5175" y="15948"/>
                  </a:lnTo>
                  <a:lnTo>
                    <a:pt x="5291" y="15832"/>
                  </a:lnTo>
                  <a:lnTo>
                    <a:pt x="5407" y="15755"/>
                  </a:lnTo>
                  <a:lnTo>
                    <a:pt x="5523" y="15716"/>
                  </a:lnTo>
                  <a:lnTo>
                    <a:pt x="5639" y="15755"/>
                  </a:lnTo>
                  <a:lnTo>
                    <a:pt x="5793" y="15832"/>
                  </a:lnTo>
                  <a:lnTo>
                    <a:pt x="5948" y="15948"/>
                  </a:lnTo>
                  <a:lnTo>
                    <a:pt x="6064" y="16141"/>
                  </a:lnTo>
                  <a:lnTo>
                    <a:pt x="6257" y="16373"/>
                  </a:lnTo>
                  <a:lnTo>
                    <a:pt x="6102" y="16411"/>
                  </a:lnTo>
                  <a:lnTo>
                    <a:pt x="6025" y="16450"/>
                  </a:lnTo>
                  <a:lnTo>
                    <a:pt x="6025" y="16566"/>
                  </a:lnTo>
                  <a:lnTo>
                    <a:pt x="6064" y="16643"/>
                  </a:lnTo>
                  <a:lnTo>
                    <a:pt x="6141" y="16643"/>
                  </a:lnTo>
                  <a:lnTo>
                    <a:pt x="6913" y="16566"/>
                  </a:lnTo>
                  <a:lnTo>
                    <a:pt x="7685" y="16373"/>
                  </a:lnTo>
                  <a:lnTo>
                    <a:pt x="8496" y="16064"/>
                  </a:lnTo>
                  <a:lnTo>
                    <a:pt x="9230" y="15716"/>
                  </a:lnTo>
                  <a:lnTo>
                    <a:pt x="9616" y="15485"/>
                  </a:lnTo>
                  <a:lnTo>
                    <a:pt x="9964" y="15253"/>
                  </a:lnTo>
                  <a:lnTo>
                    <a:pt x="10273" y="15021"/>
                  </a:lnTo>
                  <a:lnTo>
                    <a:pt x="10581" y="14751"/>
                  </a:lnTo>
                  <a:lnTo>
                    <a:pt x="10890" y="14481"/>
                  </a:lnTo>
                  <a:lnTo>
                    <a:pt x="11122" y="14172"/>
                  </a:lnTo>
                  <a:lnTo>
                    <a:pt x="11354" y="13824"/>
                  </a:lnTo>
                  <a:lnTo>
                    <a:pt x="11547" y="13515"/>
                  </a:lnTo>
                  <a:lnTo>
                    <a:pt x="11547" y="13438"/>
                  </a:lnTo>
                  <a:lnTo>
                    <a:pt x="11547" y="13361"/>
                  </a:lnTo>
                  <a:lnTo>
                    <a:pt x="11508" y="13284"/>
                  </a:lnTo>
                  <a:lnTo>
                    <a:pt x="11431" y="13245"/>
                  </a:lnTo>
                  <a:lnTo>
                    <a:pt x="11238" y="13245"/>
                  </a:lnTo>
                  <a:lnTo>
                    <a:pt x="11161" y="13322"/>
                  </a:lnTo>
                  <a:lnTo>
                    <a:pt x="10968" y="13670"/>
                  </a:lnTo>
                  <a:lnTo>
                    <a:pt x="10775" y="13554"/>
                  </a:lnTo>
                  <a:lnTo>
                    <a:pt x="10659" y="13438"/>
                  </a:lnTo>
                  <a:lnTo>
                    <a:pt x="10620" y="13284"/>
                  </a:lnTo>
                  <a:lnTo>
                    <a:pt x="10581" y="13168"/>
                  </a:lnTo>
                  <a:lnTo>
                    <a:pt x="10620" y="13013"/>
                  </a:lnTo>
                  <a:lnTo>
                    <a:pt x="10659" y="12859"/>
                  </a:lnTo>
                  <a:lnTo>
                    <a:pt x="10852" y="12627"/>
                  </a:lnTo>
                  <a:lnTo>
                    <a:pt x="10929" y="12473"/>
                  </a:lnTo>
                  <a:lnTo>
                    <a:pt x="11045" y="12357"/>
                  </a:lnTo>
                  <a:lnTo>
                    <a:pt x="11122" y="12318"/>
                  </a:lnTo>
                  <a:lnTo>
                    <a:pt x="11238" y="12280"/>
                  </a:lnTo>
                  <a:close/>
                  <a:moveTo>
                    <a:pt x="426" y="0"/>
                  </a:moveTo>
                  <a:lnTo>
                    <a:pt x="349" y="39"/>
                  </a:lnTo>
                  <a:lnTo>
                    <a:pt x="271" y="116"/>
                  </a:lnTo>
                  <a:lnTo>
                    <a:pt x="233" y="193"/>
                  </a:lnTo>
                  <a:lnTo>
                    <a:pt x="78" y="2587"/>
                  </a:lnTo>
                  <a:lnTo>
                    <a:pt x="40" y="3012"/>
                  </a:lnTo>
                  <a:lnTo>
                    <a:pt x="1" y="3475"/>
                  </a:lnTo>
                  <a:lnTo>
                    <a:pt x="40" y="3900"/>
                  </a:lnTo>
                  <a:lnTo>
                    <a:pt x="117" y="4325"/>
                  </a:lnTo>
                  <a:lnTo>
                    <a:pt x="233" y="4518"/>
                  </a:lnTo>
                  <a:lnTo>
                    <a:pt x="349" y="4750"/>
                  </a:lnTo>
                  <a:lnTo>
                    <a:pt x="619" y="5175"/>
                  </a:lnTo>
                  <a:lnTo>
                    <a:pt x="1237" y="5985"/>
                  </a:lnTo>
                  <a:lnTo>
                    <a:pt x="2665" y="7955"/>
                  </a:lnTo>
                  <a:lnTo>
                    <a:pt x="5446" y="11816"/>
                  </a:lnTo>
                  <a:lnTo>
                    <a:pt x="6874" y="13747"/>
                  </a:lnTo>
                  <a:lnTo>
                    <a:pt x="8342" y="15639"/>
                  </a:lnTo>
                  <a:lnTo>
                    <a:pt x="7492" y="15987"/>
                  </a:lnTo>
                  <a:lnTo>
                    <a:pt x="6643" y="16257"/>
                  </a:lnTo>
                  <a:lnTo>
                    <a:pt x="6643" y="16257"/>
                  </a:lnTo>
                  <a:lnTo>
                    <a:pt x="6681" y="16102"/>
                  </a:lnTo>
                  <a:lnTo>
                    <a:pt x="6681" y="15948"/>
                  </a:lnTo>
                  <a:lnTo>
                    <a:pt x="6643" y="15755"/>
                  </a:lnTo>
                  <a:lnTo>
                    <a:pt x="6565" y="15639"/>
                  </a:lnTo>
                  <a:lnTo>
                    <a:pt x="6488" y="15485"/>
                  </a:lnTo>
                  <a:lnTo>
                    <a:pt x="6334" y="15369"/>
                  </a:lnTo>
                  <a:lnTo>
                    <a:pt x="6179" y="15292"/>
                  </a:lnTo>
                  <a:lnTo>
                    <a:pt x="6025" y="15253"/>
                  </a:lnTo>
                  <a:lnTo>
                    <a:pt x="5716" y="15253"/>
                  </a:lnTo>
                  <a:lnTo>
                    <a:pt x="5484" y="15292"/>
                  </a:lnTo>
                  <a:lnTo>
                    <a:pt x="5214" y="15407"/>
                  </a:lnTo>
                  <a:lnTo>
                    <a:pt x="5021" y="15600"/>
                  </a:lnTo>
                  <a:lnTo>
                    <a:pt x="4828" y="15794"/>
                  </a:lnTo>
                  <a:lnTo>
                    <a:pt x="4712" y="16025"/>
                  </a:lnTo>
                  <a:lnTo>
                    <a:pt x="4596" y="16296"/>
                  </a:lnTo>
                  <a:lnTo>
                    <a:pt x="4596" y="16566"/>
                  </a:lnTo>
                  <a:lnTo>
                    <a:pt x="4635" y="16991"/>
                  </a:lnTo>
                  <a:lnTo>
                    <a:pt x="4751" y="17300"/>
                  </a:lnTo>
                  <a:lnTo>
                    <a:pt x="4905" y="17531"/>
                  </a:lnTo>
                  <a:lnTo>
                    <a:pt x="5098" y="17724"/>
                  </a:lnTo>
                  <a:lnTo>
                    <a:pt x="5368" y="17840"/>
                  </a:lnTo>
                  <a:lnTo>
                    <a:pt x="5677" y="17917"/>
                  </a:lnTo>
                  <a:lnTo>
                    <a:pt x="6025" y="17956"/>
                  </a:lnTo>
                  <a:lnTo>
                    <a:pt x="6372" y="17917"/>
                  </a:lnTo>
                  <a:lnTo>
                    <a:pt x="6720" y="17840"/>
                  </a:lnTo>
                  <a:lnTo>
                    <a:pt x="7106" y="17763"/>
                  </a:lnTo>
                  <a:lnTo>
                    <a:pt x="7878" y="17531"/>
                  </a:lnTo>
                  <a:lnTo>
                    <a:pt x="8573" y="17222"/>
                  </a:lnTo>
                  <a:lnTo>
                    <a:pt x="9153" y="16952"/>
                  </a:lnTo>
                  <a:lnTo>
                    <a:pt x="9230" y="16875"/>
                  </a:lnTo>
                  <a:lnTo>
                    <a:pt x="9462" y="16759"/>
                  </a:lnTo>
                  <a:lnTo>
                    <a:pt x="10234" y="16257"/>
                  </a:lnTo>
                  <a:lnTo>
                    <a:pt x="10813" y="17106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4"/>
                  </a:lnTo>
                  <a:lnTo>
                    <a:pt x="12280" y="19037"/>
                  </a:lnTo>
                  <a:lnTo>
                    <a:pt x="12203" y="18883"/>
                  </a:lnTo>
                  <a:lnTo>
                    <a:pt x="11817" y="18149"/>
                  </a:lnTo>
                  <a:lnTo>
                    <a:pt x="11392" y="17454"/>
                  </a:lnTo>
                  <a:lnTo>
                    <a:pt x="10929" y="16759"/>
                  </a:lnTo>
                  <a:lnTo>
                    <a:pt x="10466" y="16102"/>
                  </a:lnTo>
                  <a:lnTo>
                    <a:pt x="10968" y="15716"/>
                  </a:lnTo>
                  <a:lnTo>
                    <a:pt x="11470" y="15253"/>
                  </a:lnTo>
                  <a:lnTo>
                    <a:pt x="11894" y="14790"/>
                  </a:lnTo>
                  <a:lnTo>
                    <a:pt x="12126" y="14558"/>
                  </a:lnTo>
                  <a:lnTo>
                    <a:pt x="12280" y="14288"/>
                  </a:lnTo>
                  <a:lnTo>
                    <a:pt x="12435" y="14056"/>
                  </a:lnTo>
                  <a:lnTo>
                    <a:pt x="12512" y="13786"/>
                  </a:lnTo>
                  <a:lnTo>
                    <a:pt x="12589" y="13554"/>
                  </a:lnTo>
                  <a:lnTo>
                    <a:pt x="12628" y="13284"/>
                  </a:lnTo>
                  <a:lnTo>
                    <a:pt x="12589" y="13052"/>
                  </a:lnTo>
                  <a:lnTo>
                    <a:pt x="12512" y="12820"/>
                  </a:lnTo>
                  <a:lnTo>
                    <a:pt x="12358" y="12589"/>
                  </a:lnTo>
                  <a:lnTo>
                    <a:pt x="12165" y="12357"/>
                  </a:lnTo>
                  <a:lnTo>
                    <a:pt x="11972" y="12202"/>
                  </a:lnTo>
                  <a:lnTo>
                    <a:pt x="11740" y="12087"/>
                  </a:lnTo>
                  <a:lnTo>
                    <a:pt x="11470" y="12009"/>
                  </a:lnTo>
                  <a:lnTo>
                    <a:pt x="11238" y="12009"/>
                  </a:lnTo>
                  <a:lnTo>
                    <a:pt x="10968" y="12048"/>
                  </a:lnTo>
                  <a:lnTo>
                    <a:pt x="10736" y="12125"/>
                  </a:lnTo>
                  <a:lnTo>
                    <a:pt x="10543" y="12280"/>
                  </a:lnTo>
                  <a:lnTo>
                    <a:pt x="10388" y="12511"/>
                  </a:lnTo>
                  <a:lnTo>
                    <a:pt x="10311" y="12704"/>
                  </a:lnTo>
                  <a:lnTo>
                    <a:pt x="10273" y="12897"/>
                  </a:lnTo>
                  <a:lnTo>
                    <a:pt x="10273" y="13091"/>
                  </a:lnTo>
                  <a:lnTo>
                    <a:pt x="10311" y="13284"/>
                  </a:lnTo>
                  <a:lnTo>
                    <a:pt x="10388" y="13477"/>
                  </a:lnTo>
                  <a:lnTo>
                    <a:pt x="10504" y="13631"/>
                  </a:lnTo>
                  <a:lnTo>
                    <a:pt x="10620" y="13786"/>
                  </a:lnTo>
                  <a:lnTo>
                    <a:pt x="10813" y="13901"/>
                  </a:lnTo>
                  <a:lnTo>
                    <a:pt x="10504" y="14249"/>
                  </a:lnTo>
                  <a:lnTo>
                    <a:pt x="10157" y="14597"/>
                  </a:lnTo>
                  <a:lnTo>
                    <a:pt x="9771" y="14867"/>
                  </a:lnTo>
                  <a:lnTo>
                    <a:pt x="9431" y="15083"/>
                  </a:lnTo>
                  <a:lnTo>
                    <a:pt x="9431" y="15083"/>
                  </a:lnTo>
                  <a:lnTo>
                    <a:pt x="9462" y="15021"/>
                  </a:lnTo>
                  <a:lnTo>
                    <a:pt x="9500" y="14944"/>
                  </a:lnTo>
                  <a:lnTo>
                    <a:pt x="9462" y="14828"/>
                  </a:lnTo>
                  <a:lnTo>
                    <a:pt x="5716" y="5754"/>
                  </a:lnTo>
                  <a:lnTo>
                    <a:pt x="4789" y="3475"/>
                  </a:lnTo>
                  <a:lnTo>
                    <a:pt x="4364" y="2471"/>
                  </a:lnTo>
                  <a:lnTo>
                    <a:pt x="4133" y="1969"/>
                  </a:lnTo>
                  <a:lnTo>
                    <a:pt x="3978" y="1738"/>
                  </a:lnTo>
                  <a:lnTo>
                    <a:pt x="3824" y="1545"/>
                  </a:lnTo>
                  <a:lnTo>
                    <a:pt x="3515" y="1236"/>
                  </a:lnTo>
                  <a:lnTo>
                    <a:pt x="3129" y="965"/>
                  </a:lnTo>
                  <a:lnTo>
                    <a:pt x="2743" y="772"/>
                  </a:lnTo>
                  <a:lnTo>
                    <a:pt x="2279" y="541"/>
                  </a:lnTo>
                  <a:lnTo>
                    <a:pt x="1816" y="386"/>
                  </a:lnTo>
                  <a:lnTo>
                    <a:pt x="1391" y="232"/>
                  </a:lnTo>
                  <a:lnTo>
                    <a:pt x="54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5383550" y="118015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3" y="464"/>
                  </a:moveTo>
                  <a:lnTo>
                    <a:pt x="2085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89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89" y="2472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7" y="3051"/>
                  </a:lnTo>
                  <a:lnTo>
                    <a:pt x="2356" y="3167"/>
                  </a:lnTo>
                  <a:lnTo>
                    <a:pt x="2085" y="3244"/>
                  </a:lnTo>
                  <a:lnTo>
                    <a:pt x="1777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4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80"/>
                  </a:lnTo>
                  <a:lnTo>
                    <a:pt x="1583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8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1" y="271"/>
                  </a:lnTo>
                  <a:lnTo>
                    <a:pt x="850" y="386"/>
                  </a:lnTo>
                  <a:lnTo>
                    <a:pt x="618" y="580"/>
                  </a:lnTo>
                  <a:lnTo>
                    <a:pt x="425" y="773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7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2"/>
                  </a:lnTo>
                  <a:lnTo>
                    <a:pt x="1583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2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6" y="2781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4"/>
                  </a:lnTo>
                  <a:lnTo>
                    <a:pt x="3669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1657200" y="1227450"/>
              <a:ext cx="61825" cy="90775"/>
            </a:xfrm>
            <a:custGeom>
              <a:avLst/>
              <a:gdLst/>
              <a:ahLst/>
              <a:cxnLst/>
              <a:rect l="l" t="t" r="r" b="b"/>
              <a:pathLst>
                <a:path w="2473" h="3631" extrusionOk="0">
                  <a:moveTo>
                    <a:pt x="1198" y="0"/>
                  </a:moveTo>
                  <a:lnTo>
                    <a:pt x="1082" y="39"/>
                  </a:lnTo>
                  <a:lnTo>
                    <a:pt x="1005" y="39"/>
                  </a:lnTo>
                  <a:lnTo>
                    <a:pt x="966" y="116"/>
                  </a:lnTo>
                  <a:lnTo>
                    <a:pt x="966" y="194"/>
                  </a:lnTo>
                  <a:lnTo>
                    <a:pt x="966" y="232"/>
                  </a:lnTo>
                  <a:lnTo>
                    <a:pt x="850" y="271"/>
                  </a:lnTo>
                  <a:lnTo>
                    <a:pt x="773" y="271"/>
                  </a:lnTo>
                  <a:lnTo>
                    <a:pt x="735" y="348"/>
                  </a:lnTo>
                  <a:lnTo>
                    <a:pt x="696" y="425"/>
                  </a:lnTo>
                  <a:lnTo>
                    <a:pt x="696" y="502"/>
                  </a:lnTo>
                  <a:lnTo>
                    <a:pt x="735" y="618"/>
                  </a:lnTo>
                  <a:lnTo>
                    <a:pt x="773" y="657"/>
                  </a:lnTo>
                  <a:lnTo>
                    <a:pt x="850" y="734"/>
                  </a:lnTo>
                  <a:lnTo>
                    <a:pt x="1082" y="811"/>
                  </a:lnTo>
                  <a:lnTo>
                    <a:pt x="1275" y="966"/>
                  </a:lnTo>
                  <a:lnTo>
                    <a:pt x="1468" y="1120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1"/>
                  </a:lnTo>
                  <a:lnTo>
                    <a:pt x="1970" y="2163"/>
                  </a:lnTo>
                  <a:lnTo>
                    <a:pt x="1932" y="2472"/>
                  </a:lnTo>
                  <a:lnTo>
                    <a:pt x="1816" y="2742"/>
                  </a:lnTo>
                  <a:lnTo>
                    <a:pt x="1739" y="2897"/>
                  </a:lnTo>
                  <a:lnTo>
                    <a:pt x="1661" y="2974"/>
                  </a:lnTo>
                  <a:lnTo>
                    <a:pt x="1545" y="3090"/>
                  </a:lnTo>
                  <a:lnTo>
                    <a:pt x="1391" y="3128"/>
                  </a:lnTo>
                  <a:lnTo>
                    <a:pt x="1237" y="3167"/>
                  </a:lnTo>
                  <a:lnTo>
                    <a:pt x="1043" y="3128"/>
                  </a:lnTo>
                  <a:lnTo>
                    <a:pt x="928" y="3012"/>
                  </a:lnTo>
                  <a:lnTo>
                    <a:pt x="850" y="2897"/>
                  </a:lnTo>
                  <a:lnTo>
                    <a:pt x="812" y="2742"/>
                  </a:lnTo>
                  <a:lnTo>
                    <a:pt x="850" y="2626"/>
                  </a:lnTo>
                  <a:lnTo>
                    <a:pt x="928" y="2472"/>
                  </a:lnTo>
                  <a:lnTo>
                    <a:pt x="1082" y="2356"/>
                  </a:lnTo>
                  <a:lnTo>
                    <a:pt x="1159" y="2279"/>
                  </a:lnTo>
                  <a:lnTo>
                    <a:pt x="1159" y="2163"/>
                  </a:lnTo>
                  <a:lnTo>
                    <a:pt x="1159" y="2047"/>
                  </a:lnTo>
                  <a:lnTo>
                    <a:pt x="1082" y="1970"/>
                  </a:lnTo>
                  <a:lnTo>
                    <a:pt x="657" y="1622"/>
                  </a:lnTo>
                  <a:lnTo>
                    <a:pt x="426" y="1468"/>
                  </a:lnTo>
                  <a:lnTo>
                    <a:pt x="194" y="1352"/>
                  </a:lnTo>
                  <a:lnTo>
                    <a:pt x="1" y="1622"/>
                  </a:lnTo>
                  <a:lnTo>
                    <a:pt x="271" y="1893"/>
                  </a:lnTo>
                  <a:lnTo>
                    <a:pt x="580" y="2163"/>
                  </a:lnTo>
                  <a:lnTo>
                    <a:pt x="426" y="2356"/>
                  </a:lnTo>
                  <a:lnTo>
                    <a:pt x="348" y="2626"/>
                  </a:lnTo>
                  <a:lnTo>
                    <a:pt x="348" y="2897"/>
                  </a:lnTo>
                  <a:lnTo>
                    <a:pt x="348" y="3051"/>
                  </a:lnTo>
                  <a:lnTo>
                    <a:pt x="426" y="3167"/>
                  </a:lnTo>
                  <a:lnTo>
                    <a:pt x="541" y="3360"/>
                  </a:lnTo>
                  <a:lnTo>
                    <a:pt x="696" y="3476"/>
                  </a:lnTo>
                  <a:lnTo>
                    <a:pt x="889" y="3553"/>
                  </a:lnTo>
                  <a:lnTo>
                    <a:pt x="1082" y="3630"/>
                  </a:lnTo>
                  <a:lnTo>
                    <a:pt x="1275" y="3630"/>
                  </a:lnTo>
                  <a:lnTo>
                    <a:pt x="1507" y="3592"/>
                  </a:lnTo>
                  <a:lnTo>
                    <a:pt x="1700" y="3514"/>
                  </a:lnTo>
                  <a:lnTo>
                    <a:pt x="1854" y="3437"/>
                  </a:lnTo>
                  <a:lnTo>
                    <a:pt x="2047" y="3244"/>
                  </a:lnTo>
                  <a:lnTo>
                    <a:pt x="2202" y="3090"/>
                  </a:lnTo>
                  <a:lnTo>
                    <a:pt x="2318" y="2897"/>
                  </a:lnTo>
                  <a:lnTo>
                    <a:pt x="2395" y="2703"/>
                  </a:lnTo>
                  <a:lnTo>
                    <a:pt x="2434" y="2472"/>
                  </a:lnTo>
                  <a:lnTo>
                    <a:pt x="2472" y="2279"/>
                  </a:lnTo>
                  <a:lnTo>
                    <a:pt x="2434" y="2047"/>
                  </a:lnTo>
                  <a:lnTo>
                    <a:pt x="2395" y="1815"/>
                  </a:lnTo>
                  <a:lnTo>
                    <a:pt x="2318" y="1622"/>
                  </a:lnTo>
                  <a:lnTo>
                    <a:pt x="2202" y="1391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6055450" y="1230350"/>
              <a:ext cx="302175" cy="155450"/>
            </a:xfrm>
            <a:custGeom>
              <a:avLst/>
              <a:gdLst/>
              <a:ahLst/>
              <a:cxnLst/>
              <a:rect l="l" t="t" r="r" b="b"/>
              <a:pathLst>
                <a:path w="12087" h="6218" extrusionOk="0">
                  <a:moveTo>
                    <a:pt x="11739" y="0"/>
                  </a:moveTo>
                  <a:lnTo>
                    <a:pt x="11662" y="39"/>
                  </a:lnTo>
                  <a:lnTo>
                    <a:pt x="11585" y="78"/>
                  </a:lnTo>
                  <a:lnTo>
                    <a:pt x="11507" y="116"/>
                  </a:lnTo>
                  <a:lnTo>
                    <a:pt x="11469" y="232"/>
                  </a:lnTo>
                  <a:lnTo>
                    <a:pt x="11469" y="309"/>
                  </a:lnTo>
                  <a:lnTo>
                    <a:pt x="11507" y="425"/>
                  </a:lnTo>
                  <a:lnTo>
                    <a:pt x="11585" y="580"/>
                  </a:lnTo>
                  <a:lnTo>
                    <a:pt x="11623" y="773"/>
                  </a:lnTo>
                  <a:lnTo>
                    <a:pt x="11585" y="966"/>
                  </a:lnTo>
                  <a:lnTo>
                    <a:pt x="11507" y="1120"/>
                  </a:lnTo>
                  <a:lnTo>
                    <a:pt x="11392" y="1275"/>
                  </a:lnTo>
                  <a:lnTo>
                    <a:pt x="11276" y="1429"/>
                  </a:lnTo>
                  <a:lnTo>
                    <a:pt x="10928" y="1738"/>
                  </a:lnTo>
                  <a:lnTo>
                    <a:pt x="10503" y="2008"/>
                  </a:lnTo>
                  <a:lnTo>
                    <a:pt x="10079" y="2240"/>
                  </a:lnTo>
                  <a:lnTo>
                    <a:pt x="9422" y="2587"/>
                  </a:lnTo>
                  <a:lnTo>
                    <a:pt x="9036" y="2781"/>
                  </a:lnTo>
                  <a:lnTo>
                    <a:pt x="9036" y="2703"/>
                  </a:lnTo>
                  <a:lnTo>
                    <a:pt x="8959" y="2626"/>
                  </a:lnTo>
                  <a:lnTo>
                    <a:pt x="8495" y="2201"/>
                  </a:lnTo>
                  <a:lnTo>
                    <a:pt x="8109" y="1699"/>
                  </a:lnTo>
                  <a:lnTo>
                    <a:pt x="7839" y="1892"/>
                  </a:lnTo>
                  <a:lnTo>
                    <a:pt x="7993" y="2201"/>
                  </a:lnTo>
                  <a:lnTo>
                    <a:pt x="8187" y="2510"/>
                  </a:lnTo>
                  <a:lnTo>
                    <a:pt x="8418" y="2781"/>
                  </a:lnTo>
                  <a:lnTo>
                    <a:pt x="8650" y="2974"/>
                  </a:lnTo>
                  <a:lnTo>
                    <a:pt x="7607" y="3514"/>
                  </a:lnTo>
                  <a:lnTo>
                    <a:pt x="6565" y="3978"/>
                  </a:lnTo>
                  <a:lnTo>
                    <a:pt x="5252" y="4518"/>
                  </a:lnTo>
                  <a:lnTo>
                    <a:pt x="3939" y="4982"/>
                  </a:lnTo>
                  <a:lnTo>
                    <a:pt x="3669" y="5059"/>
                  </a:lnTo>
                  <a:lnTo>
                    <a:pt x="3707" y="4711"/>
                  </a:lnTo>
                  <a:lnTo>
                    <a:pt x="3630" y="4364"/>
                  </a:lnTo>
                  <a:lnTo>
                    <a:pt x="3514" y="4055"/>
                  </a:lnTo>
                  <a:lnTo>
                    <a:pt x="3321" y="3707"/>
                  </a:lnTo>
                  <a:lnTo>
                    <a:pt x="3012" y="3900"/>
                  </a:lnTo>
                  <a:lnTo>
                    <a:pt x="3128" y="4171"/>
                  </a:lnTo>
                  <a:lnTo>
                    <a:pt x="3205" y="4441"/>
                  </a:lnTo>
                  <a:lnTo>
                    <a:pt x="3244" y="4866"/>
                  </a:lnTo>
                  <a:lnTo>
                    <a:pt x="3244" y="5252"/>
                  </a:lnTo>
                  <a:lnTo>
                    <a:pt x="2356" y="5522"/>
                  </a:lnTo>
                  <a:lnTo>
                    <a:pt x="1892" y="5638"/>
                  </a:lnTo>
                  <a:lnTo>
                    <a:pt x="1429" y="5677"/>
                  </a:lnTo>
                  <a:lnTo>
                    <a:pt x="1043" y="5715"/>
                  </a:lnTo>
                  <a:lnTo>
                    <a:pt x="850" y="5715"/>
                  </a:lnTo>
                  <a:lnTo>
                    <a:pt x="695" y="5677"/>
                  </a:lnTo>
                  <a:lnTo>
                    <a:pt x="579" y="5599"/>
                  </a:lnTo>
                  <a:lnTo>
                    <a:pt x="464" y="5522"/>
                  </a:lnTo>
                  <a:lnTo>
                    <a:pt x="386" y="5406"/>
                  </a:lnTo>
                  <a:lnTo>
                    <a:pt x="348" y="5291"/>
                  </a:lnTo>
                  <a:lnTo>
                    <a:pt x="309" y="5213"/>
                  </a:lnTo>
                  <a:lnTo>
                    <a:pt x="270" y="5175"/>
                  </a:lnTo>
                  <a:lnTo>
                    <a:pt x="155" y="5136"/>
                  </a:lnTo>
                  <a:lnTo>
                    <a:pt x="77" y="5175"/>
                  </a:lnTo>
                  <a:lnTo>
                    <a:pt x="39" y="5213"/>
                  </a:lnTo>
                  <a:lnTo>
                    <a:pt x="0" y="5291"/>
                  </a:lnTo>
                  <a:lnTo>
                    <a:pt x="0" y="5445"/>
                  </a:lnTo>
                  <a:lnTo>
                    <a:pt x="39" y="5599"/>
                  </a:lnTo>
                  <a:lnTo>
                    <a:pt x="77" y="5754"/>
                  </a:lnTo>
                  <a:lnTo>
                    <a:pt x="155" y="5870"/>
                  </a:lnTo>
                  <a:lnTo>
                    <a:pt x="232" y="5947"/>
                  </a:lnTo>
                  <a:lnTo>
                    <a:pt x="309" y="6024"/>
                  </a:lnTo>
                  <a:lnTo>
                    <a:pt x="541" y="6140"/>
                  </a:lnTo>
                  <a:lnTo>
                    <a:pt x="811" y="6179"/>
                  </a:lnTo>
                  <a:lnTo>
                    <a:pt x="1120" y="6217"/>
                  </a:lnTo>
                  <a:lnTo>
                    <a:pt x="1429" y="6179"/>
                  </a:lnTo>
                  <a:lnTo>
                    <a:pt x="1699" y="6140"/>
                  </a:lnTo>
                  <a:lnTo>
                    <a:pt x="2896" y="5831"/>
                  </a:lnTo>
                  <a:lnTo>
                    <a:pt x="4093" y="5445"/>
                  </a:lnTo>
                  <a:lnTo>
                    <a:pt x="5290" y="5020"/>
                  </a:lnTo>
                  <a:lnTo>
                    <a:pt x="6449" y="4557"/>
                  </a:lnTo>
                  <a:lnTo>
                    <a:pt x="7530" y="4093"/>
                  </a:lnTo>
                  <a:lnTo>
                    <a:pt x="8573" y="3591"/>
                  </a:lnTo>
                  <a:lnTo>
                    <a:pt x="9615" y="3051"/>
                  </a:lnTo>
                  <a:lnTo>
                    <a:pt x="10619" y="2472"/>
                  </a:lnTo>
                  <a:lnTo>
                    <a:pt x="10928" y="2279"/>
                  </a:lnTo>
                  <a:lnTo>
                    <a:pt x="11276" y="2047"/>
                  </a:lnTo>
                  <a:lnTo>
                    <a:pt x="11546" y="1777"/>
                  </a:lnTo>
                  <a:lnTo>
                    <a:pt x="11816" y="1506"/>
                  </a:lnTo>
                  <a:lnTo>
                    <a:pt x="12009" y="1197"/>
                  </a:lnTo>
                  <a:lnTo>
                    <a:pt x="12048" y="1043"/>
                  </a:lnTo>
                  <a:lnTo>
                    <a:pt x="12087" y="888"/>
                  </a:lnTo>
                  <a:lnTo>
                    <a:pt x="12087" y="695"/>
                  </a:lnTo>
                  <a:lnTo>
                    <a:pt x="12048" y="502"/>
                  </a:lnTo>
                  <a:lnTo>
                    <a:pt x="12009" y="309"/>
                  </a:lnTo>
                  <a:lnTo>
                    <a:pt x="11894" y="116"/>
                  </a:lnTo>
                  <a:lnTo>
                    <a:pt x="11816" y="39"/>
                  </a:lnTo>
                  <a:lnTo>
                    <a:pt x="1173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4272400" y="1236125"/>
              <a:ext cx="61800" cy="89825"/>
            </a:xfrm>
            <a:custGeom>
              <a:avLst/>
              <a:gdLst/>
              <a:ahLst/>
              <a:cxnLst/>
              <a:rect l="l" t="t" r="r" b="b"/>
              <a:pathLst>
                <a:path w="2472" h="3593" extrusionOk="0">
                  <a:moveTo>
                    <a:pt x="1082" y="1"/>
                  </a:moveTo>
                  <a:lnTo>
                    <a:pt x="1005" y="40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3"/>
                  </a:lnTo>
                  <a:lnTo>
                    <a:pt x="850" y="233"/>
                  </a:lnTo>
                  <a:lnTo>
                    <a:pt x="773" y="271"/>
                  </a:lnTo>
                  <a:lnTo>
                    <a:pt x="734" y="349"/>
                  </a:lnTo>
                  <a:lnTo>
                    <a:pt x="696" y="426"/>
                  </a:lnTo>
                  <a:lnTo>
                    <a:pt x="696" y="503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2"/>
                  </a:lnTo>
                  <a:lnTo>
                    <a:pt x="1275" y="928"/>
                  </a:lnTo>
                  <a:lnTo>
                    <a:pt x="1468" y="1082"/>
                  </a:lnTo>
                  <a:lnTo>
                    <a:pt x="1622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1" y="1932"/>
                  </a:lnTo>
                  <a:lnTo>
                    <a:pt x="1931" y="2163"/>
                  </a:lnTo>
                  <a:lnTo>
                    <a:pt x="1931" y="2434"/>
                  </a:lnTo>
                  <a:lnTo>
                    <a:pt x="1815" y="2743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2"/>
                  </a:lnTo>
                  <a:lnTo>
                    <a:pt x="1391" y="3129"/>
                  </a:lnTo>
                  <a:lnTo>
                    <a:pt x="1198" y="3129"/>
                  </a:lnTo>
                  <a:lnTo>
                    <a:pt x="1043" y="3090"/>
                  </a:lnTo>
                  <a:lnTo>
                    <a:pt x="927" y="3013"/>
                  </a:lnTo>
                  <a:lnTo>
                    <a:pt x="850" y="2897"/>
                  </a:lnTo>
                  <a:lnTo>
                    <a:pt x="811" y="2743"/>
                  </a:lnTo>
                  <a:lnTo>
                    <a:pt x="850" y="2588"/>
                  </a:lnTo>
                  <a:lnTo>
                    <a:pt x="927" y="2434"/>
                  </a:lnTo>
                  <a:lnTo>
                    <a:pt x="1043" y="2318"/>
                  </a:lnTo>
                  <a:lnTo>
                    <a:pt x="1159" y="2241"/>
                  </a:lnTo>
                  <a:lnTo>
                    <a:pt x="1159" y="2125"/>
                  </a:lnTo>
                  <a:lnTo>
                    <a:pt x="1120" y="2009"/>
                  </a:lnTo>
                  <a:lnTo>
                    <a:pt x="1043" y="1932"/>
                  </a:lnTo>
                  <a:lnTo>
                    <a:pt x="657" y="1623"/>
                  </a:lnTo>
                  <a:lnTo>
                    <a:pt x="425" y="1468"/>
                  </a:lnTo>
                  <a:lnTo>
                    <a:pt x="194" y="1314"/>
                  </a:lnTo>
                  <a:lnTo>
                    <a:pt x="1" y="1623"/>
                  </a:lnTo>
                  <a:lnTo>
                    <a:pt x="271" y="1893"/>
                  </a:lnTo>
                  <a:lnTo>
                    <a:pt x="580" y="2125"/>
                  </a:lnTo>
                  <a:lnTo>
                    <a:pt x="425" y="2356"/>
                  </a:lnTo>
                  <a:lnTo>
                    <a:pt x="348" y="2627"/>
                  </a:lnTo>
                  <a:lnTo>
                    <a:pt x="309" y="2897"/>
                  </a:lnTo>
                  <a:lnTo>
                    <a:pt x="348" y="3052"/>
                  </a:lnTo>
                  <a:lnTo>
                    <a:pt x="425" y="3167"/>
                  </a:lnTo>
                  <a:lnTo>
                    <a:pt x="541" y="3322"/>
                  </a:lnTo>
                  <a:lnTo>
                    <a:pt x="696" y="3476"/>
                  </a:lnTo>
                  <a:lnTo>
                    <a:pt x="889" y="3554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4"/>
                  </a:lnTo>
                  <a:lnTo>
                    <a:pt x="1700" y="3515"/>
                  </a:lnTo>
                  <a:lnTo>
                    <a:pt x="1854" y="3399"/>
                  </a:lnTo>
                  <a:lnTo>
                    <a:pt x="2047" y="3245"/>
                  </a:lnTo>
                  <a:lnTo>
                    <a:pt x="2202" y="3052"/>
                  </a:lnTo>
                  <a:lnTo>
                    <a:pt x="2317" y="2858"/>
                  </a:lnTo>
                  <a:lnTo>
                    <a:pt x="2395" y="2665"/>
                  </a:lnTo>
                  <a:lnTo>
                    <a:pt x="2433" y="2472"/>
                  </a:lnTo>
                  <a:lnTo>
                    <a:pt x="2472" y="2241"/>
                  </a:lnTo>
                  <a:lnTo>
                    <a:pt x="2433" y="2009"/>
                  </a:lnTo>
                  <a:lnTo>
                    <a:pt x="2395" y="1816"/>
                  </a:lnTo>
                  <a:lnTo>
                    <a:pt x="2317" y="1584"/>
                  </a:lnTo>
                  <a:lnTo>
                    <a:pt x="2202" y="1391"/>
                  </a:lnTo>
                  <a:lnTo>
                    <a:pt x="1970" y="1005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799000" y="1245800"/>
              <a:ext cx="106200" cy="124550"/>
            </a:xfrm>
            <a:custGeom>
              <a:avLst/>
              <a:gdLst/>
              <a:ahLst/>
              <a:cxnLst/>
              <a:rect l="l" t="t" r="r" b="b"/>
              <a:pathLst>
                <a:path w="4248" h="4982" extrusionOk="0">
                  <a:moveTo>
                    <a:pt x="3862" y="0"/>
                  </a:moveTo>
                  <a:lnTo>
                    <a:pt x="3591" y="579"/>
                  </a:lnTo>
                  <a:lnTo>
                    <a:pt x="3244" y="1159"/>
                  </a:lnTo>
                  <a:lnTo>
                    <a:pt x="2896" y="1699"/>
                  </a:lnTo>
                  <a:lnTo>
                    <a:pt x="2510" y="2201"/>
                  </a:lnTo>
                  <a:lnTo>
                    <a:pt x="1931" y="2858"/>
                  </a:lnTo>
                  <a:lnTo>
                    <a:pt x="1313" y="3475"/>
                  </a:lnTo>
                  <a:lnTo>
                    <a:pt x="1004" y="3784"/>
                  </a:lnTo>
                  <a:lnTo>
                    <a:pt x="657" y="4016"/>
                  </a:lnTo>
                  <a:lnTo>
                    <a:pt x="309" y="4286"/>
                  </a:lnTo>
                  <a:lnTo>
                    <a:pt x="0" y="4595"/>
                  </a:lnTo>
                  <a:lnTo>
                    <a:pt x="39" y="4981"/>
                  </a:lnTo>
                  <a:lnTo>
                    <a:pt x="155" y="4981"/>
                  </a:lnTo>
                  <a:lnTo>
                    <a:pt x="541" y="4788"/>
                  </a:lnTo>
                  <a:lnTo>
                    <a:pt x="927" y="4557"/>
                  </a:lnTo>
                  <a:lnTo>
                    <a:pt x="1313" y="4248"/>
                  </a:lnTo>
                  <a:lnTo>
                    <a:pt x="1699" y="3939"/>
                  </a:lnTo>
                  <a:lnTo>
                    <a:pt x="2008" y="3591"/>
                  </a:lnTo>
                  <a:lnTo>
                    <a:pt x="2356" y="3205"/>
                  </a:lnTo>
                  <a:lnTo>
                    <a:pt x="2896" y="2510"/>
                  </a:lnTo>
                  <a:lnTo>
                    <a:pt x="3321" y="1969"/>
                  </a:lnTo>
                  <a:lnTo>
                    <a:pt x="3669" y="1390"/>
                  </a:lnTo>
                  <a:lnTo>
                    <a:pt x="3978" y="811"/>
                  </a:lnTo>
                  <a:lnTo>
                    <a:pt x="4248" y="193"/>
                  </a:lnTo>
                  <a:lnTo>
                    <a:pt x="386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747825" y="12477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5" y="271"/>
                  </a:moveTo>
                  <a:lnTo>
                    <a:pt x="1236" y="387"/>
                  </a:lnTo>
                  <a:lnTo>
                    <a:pt x="1429" y="541"/>
                  </a:lnTo>
                  <a:lnTo>
                    <a:pt x="1545" y="773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4" y="1197"/>
                  </a:lnTo>
                  <a:lnTo>
                    <a:pt x="1545" y="1313"/>
                  </a:lnTo>
                  <a:lnTo>
                    <a:pt x="1429" y="1391"/>
                  </a:lnTo>
                  <a:lnTo>
                    <a:pt x="1352" y="1468"/>
                  </a:lnTo>
                  <a:lnTo>
                    <a:pt x="1198" y="1545"/>
                  </a:lnTo>
                  <a:lnTo>
                    <a:pt x="966" y="1584"/>
                  </a:lnTo>
                  <a:lnTo>
                    <a:pt x="773" y="1545"/>
                  </a:lnTo>
                  <a:lnTo>
                    <a:pt x="657" y="1468"/>
                  </a:lnTo>
                  <a:lnTo>
                    <a:pt x="580" y="1429"/>
                  </a:lnTo>
                  <a:lnTo>
                    <a:pt x="503" y="1313"/>
                  </a:lnTo>
                  <a:lnTo>
                    <a:pt x="464" y="1197"/>
                  </a:lnTo>
                  <a:lnTo>
                    <a:pt x="425" y="1004"/>
                  </a:lnTo>
                  <a:lnTo>
                    <a:pt x="425" y="773"/>
                  </a:lnTo>
                  <a:lnTo>
                    <a:pt x="541" y="580"/>
                  </a:lnTo>
                  <a:lnTo>
                    <a:pt x="696" y="425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78"/>
                  </a:lnTo>
                  <a:lnTo>
                    <a:pt x="657" y="116"/>
                  </a:lnTo>
                  <a:lnTo>
                    <a:pt x="541" y="78"/>
                  </a:lnTo>
                  <a:lnTo>
                    <a:pt x="425" y="116"/>
                  </a:lnTo>
                  <a:lnTo>
                    <a:pt x="271" y="193"/>
                  </a:lnTo>
                  <a:lnTo>
                    <a:pt x="155" y="348"/>
                  </a:lnTo>
                  <a:lnTo>
                    <a:pt x="78" y="502"/>
                  </a:lnTo>
                  <a:lnTo>
                    <a:pt x="1" y="695"/>
                  </a:lnTo>
                  <a:lnTo>
                    <a:pt x="1" y="889"/>
                  </a:lnTo>
                  <a:lnTo>
                    <a:pt x="1" y="1082"/>
                  </a:lnTo>
                  <a:lnTo>
                    <a:pt x="39" y="1275"/>
                  </a:lnTo>
                  <a:lnTo>
                    <a:pt x="78" y="1429"/>
                  </a:lnTo>
                  <a:lnTo>
                    <a:pt x="194" y="1622"/>
                  </a:lnTo>
                  <a:lnTo>
                    <a:pt x="310" y="1777"/>
                  </a:lnTo>
                  <a:lnTo>
                    <a:pt x="464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043" y="2008"/>
                  </a:lnTo>
                  <a:lnTo>
                    <a:pt x="1236" y="1970"/>
                  </a:lnTo>
                  <a:lnTo>
                    <a:pt x="1429" y="1892"/>
                  </a:lnTo>
                  <a:lnTo>
                    <a:pt x="1584" y="1815"/>
                  </a:lnTo>
                  <a:lnTo>
                    <a:pt x="1738" y="1699"/>
                  </a:lnTo>
                  <a:lnTo>
                    <a:pt x="1893" y="1545"/>
                  </a:lnTo>
                  <a:lnTo>
                    <a:pt x="1970" y="1352"/>
                  </a:lnTo>
                  <a:lnTo>
                    <a:pt x="2047" y="1197"/>
                  </a:lnTo>
                  <a:lnTo>
                    <a:pt x="2086" y="1004"/>
                  </a:lnTo>
                  <a:lnTo>
                    <a:pt x="2047" y="811"/>
                  </a:lnTo>
                  <a:lnTo>
                    <a:pt x="1970" y="580"/>
                  </a:lnTo>
                  <a:lnTo>
                    <a:pt x="1893" y="425"/>
                  </a:lnTo>
                  <a:lnTo>
                    <a:pt x="1738" y="271"/>
                  </a:lnTo>
                  <a:lnTo>
                    <a:pt x="1584" y="155"/>
                  </a:lnTo>
                  <a:lnTo>
                    <a:pt x="1429" y="78"/>
                  </a:lnTo>
                  <a:lnTo>
                    <a:pt x="123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1261400" y="125255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1" y="194"/>
                  </a:lnTo>
                  <a:lnTo>
                    <a:pt x="503" y="927"/>
                  </a:lnTo>
                  <a:lnTo>
                    <a:pt x="1043" y="1622"/>
                  </a:lnTo>
                  <a:lnTo>
                    <a:pt x="1700" y="2240"/>
                  </a:lnTo>
                  <a:lnTo>
                    <a:pt x="2356" y="2858"/>
                  </a:lnTo>
                  <a:lnTo>
                    <a:pt x="3090" y="3360"/>
                  </a:lnTo>
                  <a:lnTo>
                    <a:pt x="3901" y="3823"/>
                  </a:lnTo>
                  <a:lnTo>
                    <a:pt x="4673" y="4209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05"/>
                  </a:lnTo>
                  <a:lnTo>
                    <a:pt x="7685" y="4943"/>
                  </a:lnTo>
                  <a:lnTo>
                    <a:pt x="8110" y="4982"/>
                  </a:lnTo>
                  <a:lnTo>
                    <a:pt x="8535" y="4943"/>
                  </a:lnTo>
                  <a:lnTo>
                    <a:pt x="8998" y="4905"/>
                  </a:lnTo>
                  <a:lnTo>
                    <a:pt x="9423" y="4866"/>
                  </a:lnTo>
                  <a:lnTo>
                    <a:pt x="9848" y="4750"/>
                  </a:lnTo>
                  <a:lnTo>
                    <a:pt x="10272" y="4634"/>
                  </a:lnTo>
                  <a:lnTo>
                    <a:pt x="10658" y="4480"/>
                  </a:lnTo>
                  <a:lnTo>
                    <a:pt x="11083" y="4325"/>
                  </a:lnTo>
                  <a:lnTo>
                    <a:pt x="11469" y="4094"/>
                  </a:lnTo>
                  <a:lnTo>
                    <a:pt x="11856" y="3862"/>
                  </a:lnTo>
                  <a:lnTo>
                    <a:pt x="12242" y="3592"/>
                  </a:lnTo>
                  <a:lnTo>
                    <a:pt x="12319" y="3514"/>
                  </a:lnTo>
                  <a:lnTo>
                    <a:pt x="12435" y="3167"/>
                  </a:lnTo>
                  <a:lnTo>
                    <a:pt x="12280" y="3167"/>
                  </a:lnTo>
                  <a:lnTo>
                    <a:pt x="12203" y="3128"/>
                  </a:lnTo>
                  <a:lnTo>
                    <a:pt x="12126" y="3090"/>
                  </a:lnTo>
                  <a:lnTo>
                    <a:pt x="12010" y="3128"/>
                  </a:lnTo>
                  <a:lnTo>
                    <a:pt x="11933" y="3167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6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03"/>
                  </a:lnTo>
                  <a:lnTo>
                    <a:pt x="8342" y="4441"/>
                  </a:lnTo>
                  <a:lnTo>
                    <a:pt x="7492" y="4441"/>
                  </a:lnTo>
                  <a:lnTo>
                    <a:pt x="7067" y="4403"/>
                  </a:lnTo>
                  <a:lnTo>
                    <a:pt x="6643" y="4325"/>
                  </a:lnTo>
                  <a:lnTo>
                    <a:pt x="6218" y="4248"/>
                  </a:lnTo>
                  <a:lnTo>
                    <a:pt x="5793" y="4132"/>
                  </a:lnTo>
                  <a:lnTo>
                    <a:pt x="5407" y="4016"/>
                  </a:lnTo>
                  <a:lnTo>
                    <a:pt x="4596" y="3669"/>
                  </a:lnTo>
                  <a:lnTo>
                    <a:pt x="3901" y="3283"/>
                  </a:lnTo>
                  <a:lnTo>
                    <a:pt x="3206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8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1569350" y="1258350"/>
              <a:ext cx="92700" cy="136125"/>
            </a:xfrm>
            <a:custGeom>
              <a:avLst/>
              <a:gdLst/>
              <a:ahLst/>
              <a:cxnLst/>
              <a:rect l="l" t="t" r="r" b="b"/>
              <a:pathLst>
                <a:path w="3708" h="5445" extrusionOk="0">
                  <a:moveTo>
                    <a:pt x="3399" y="0"/>
                  </a:moveTo>
                  <a:lnTo>
                    <a:pt x="3360" y="77"/>
                  </a:lnTo>
                  <a:lnTo>
                    <a:pt x="3245" y="116"/>
                  </a:lnTo>
                  <a:lnTo>
                    <a:pt x="3013" y="309"/>
                  </a:lnTo>
                  <a:lnTo>
                    <a:pt x="2781" y="541"/>
                  </a:lnTo>
                  <a:lnTo>
                    <a:pt x="2549" y="772"/>
                  </a:lnTo>
                  <a:lnTo>
                    <a:pt x="2356" y="1004"/>
                  </a:lnTo>
                  <a:lnTo>
                    <a:pt x="2047" y="1236"/>
                  </a:lnTo>
                  <a:lnTo>
                    <a:pt x="1777" y="1467"/>
                  </a:lnTo>
                  <a:lnTo>
                    <a:pt x="1159" y="1815"/>
                  </a:lnTo>
                  <a:lnTo>
                    <a:pt x="1082" y="1892"/>
                  </a:lnTo>
                  <a:lnTo>
                    <a:pt x="1082" y="1969"/>
                  </a:lnTo>
                  <a:lnTo>
                    <a:pt x="1082" y="2008"/>
                  </a:lnTo>
                  <a:lnTo>
                    <a:pt x="1121" y="2085"/>
                  </a:lnTo>
                  <a:lnTo>
                    <a:pt x="1005" y="2085"/>
                  </a:lnTo>
                  <a:lnTo>
                    <a:pt x="889" y="2124"/>
                  </a:lnTo>
                  <a:lnTo>
                    <a:pt x="850" y="2201"/>
                  </a:lnTo>
                  <a:lnTo>
                    <a:pt x="812" y="2278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510"/>
                  </a:lnTo>
                  <a:lnTo>
                    <a:pt x="966" y="2549"/>
                  </a:lnTo>
                  <a:lnTo>
                    <a:pt x="1198" y="2626"/>
                  </a:lnTo>
                  <a:lnTo>
                    <a:pt x="1430" y="2703"/>
                  </a:lnTo>
                  <a:lnTo>
                    <a:pt x="1623" y="2858"/>
                  </a:lnTo>
                  <a:lnTo>
                    <a:pt x="1816" y="3012"/>
                  </a:lnTo>
                  <a:lnTo>
                    <a:pt x="1970" y="3205"/>
                  </a:lnTo>
                  <a:lnTo>
                    <a:pt x="2086" y="3398"/>
                  </a:lnTo>
                  <a:lnTo>
                    <a:pt x="2125" y="3630"/>
                  </a:lnTo>
                  <a:lnTo>
                    <a:pt x="2125" y="3900"/>
                  </a:lnTo>
                  <a:lnTo>
                    <a:pt x="2086" y="4132"/>
                  </a:lnTo>
                  <a:lnTo>
                    <a:pt x="2009" y="4364"/>
                  </a:lnTo>
                  <a:lnTo>
                    <a:pt x="1893" y="4557"/>
                  </a:lnTo>
                  <a:lnTo>
                    <a:pt x="1739" y="4711"/>
                  </a:lnTo>
                  <a:lnTo>
                    <a:pt x="1545" y="4866"/>
                  </a:lnTo>
                  <a:lnTo>
                    <a:pt x="1314" y="4943"/>
                  </a:lnTo>
                  <a:lnTo>
                    <a:pt x="1198" y="4981"/>
                  </a:lnTo>
                  <a:lnTo>
                    <a:pt x="1082" y="4981"/>
                  </a:lnTo>
                  <a:lnTo>
                    <a:pt x="889" y="4904"/>
                  </a:lnTo>
                  <a:lnTo>
                    <a:pt x="773" y="4788"/>
                  </a:lnTo>
                  <a:lnTo>
                    <a:pt x="696" y="4634"/>
                  </a:lnTo>
                  <a:lnTo>
                    <a:pt x="696" y="4441"/>
                  </a:lnTo>
                  <a:lnTo>
                    <a:pt x="735" y="4286"/>
                  </a:lnTo>
                  <a:lnTo>
                    <a:pt x="812" y="4209"/>
                  </a:lnTo>
                  <a:lnTo>
                    <a:pt x="889" y="4171"/>
                  </a:lnTo>
                  <a:lnTo>
                    <a:pt x="966" y="4132"/>
                  </a:lnTo>
                  <a:lnTo>
                    <a:pt x="1121" y="4093"/>
                  </a:lnTo>
                  <a:lnTo>
                    <a:pt x="1237" y="4055"/>
                  </a:lnTo>
                  <a:lnTo>
                    <a:pt x="1314" y="3939"/>
                  </a:lnTo>
                  <a:lnTo>
                    <a:pt x="1314" y="3784"/>
                  </a:lnTo>
                  <a:lnTo>
                    <a:pt x="1275" y="3746"/>
                  </a:lnTo>
                  <a:lnTo>
                    <a:pt x="1237" y="3669"/>
                  </a:lnTo>
                  <a:lnTo>
                    <a:pt x="117" y="2935"/>
                  </a:lnTo>
                  <a:lnTo>
                    <a:pt x="1" y="3282"/>
                  </a:lnTo>
                  <a:lnTo>
                    <a:pt x="657" y="3784"/>
                  </a:lnTo>
                  <a:lnTo>
                    <a:pt x="503" y="3900"/>
                  </a:lnTo>
                  <a:lnTo>
                    <a:pt x="387" y="3977"/>
                  </a:lnTo>
                  <a:lnTo>
                    <a:pt x="310" y="4132"/>
                  </a:lnTo>
                  <a:lnTo>
                    <a:pt x="233" y="4248"/>
                  </a:lnTo>
                  <a:lnTo>
                    <a:pt x="194" y="4402"/>
                  </a:lnTo>
                  <a:lnTo>
                    <a:pt x="194" y="4557"/>
                  </a:lnTo>
                  <a:lnTo>
                    <a:pt x="194" y="4711"/>
                  </a:lnTo>
                  <a:lnTo>
                    <a:pt x="271" y="4904"/>
                  </a:lnTo>
                  <a:lnTo>
                    <a:pt x="387" y="5097"/>
                  </a:lnTo>
                  <a:lnTo>
                    <a:pt x="542" y="5252"/>
                  </a:lnTo>
                  <a:lnTo>
                    <a:pt x="735" y="5368"/>
                  </a:lnTo>
                  <a:lnTo>
                    <a:pt x="966" y="5445"/>
                  </a:lnTo>
                  <a:lnTo>
                    <a:pt x="1198" y="5445"/>
                  </a:lnTo>
                  <a:lnTo>
                    <a:pt x="1430" y="5406"/>
                  </a:lnTo>
                  <a:lnTo>
                    <a:pt x="1623" y="5329"/>
                  </a:lnTo>
                  <a:lnTo>
                    <a:pt x="1854" y="5213"/>
                  </a:lnTo>
                  <a:lnTo>
                    <a:pt x="2086" y="5059"/>
                  </a:lnTo>
                  <a:lnTo>
                    <a:pt x="2241" y="4866"/>
                  </a:lnTo>
                  <a:lnTo>
                    <a:pt x="2395" y="4673"/>
                  </a:lnTo>
                  <a:lnTo>
                    <a:pt x="2511" y="4441"/>
                  </a:lnTo>
                  <a:lnTo>
                    <a:pt x="2588" y="4209"/>
                  </a:lnTo>
                  <a:lnTo>
                    <a:pt x="2588" y="3977"/>
                  </a:lnTo>
                  <a:lnTo>
                    <a:pt x="2588" y="3746"/>
                  </a:lnTo>
                  <a:lnTo>
                    <a:pt x="2549" y="3514"/>
                  </a:lnTo>
                  <a:lnTo>
                    <a:pt x="2472" y="3282"/>
                  </a:lnTo>
                  <a:lnTo>
                    <a:pt x="2395" y="3089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510"/>
                  </a:lnTo>
                  <a:lnTo>
                    <a:pt x="1739" y="2356"/>
                  </a:lnTo>
                  <a:lnTo>
                    <a:pt x="1507" y="2240"/>
                  </a:lnTo>
                  <a:lnTo>
                    <a:pt x="1275" y="2124"/>
                  </a:lnTo>
                  <a:lnTo>
                    <a:pt x="1623" y="2008"/>
                  </a:lnTo>
                  <a:lnTo>
                    <a:pt x="1932" y="1815"/>
                  </a:lnTo>
                  <a:lnTo>
                    <a:pt x="2279" y="1661"/>
                  </a:lnTo>
                  <a:lnTo>
                    <a:pt x="2549" y="1429"/>
                  </a:lnTo>
                  <a:lnTo>
                    <a:pt x="2820" y="1197"/>
                  </a:lnTo>
                  <a:lnTo>
                    <a:pt x="3129" y="966"/>
                  </a:lnTo>
                  <a:lnTo>
                    <a:pt x="3360" y="695"/>
                  </a:lnTo>
                  <a:lnTo>
                    <a:pt x="3438" y="541"/>
                  </a:lnTo>
                  <a:lnTo>
                    <a:pt x="3515" y="386"/>
                  </a:lnTo>
                  <a:lnTo>
                    <a:pt x="3708" y="116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3876600" y="1260275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0" y="232"/>
                  </a:lnTo>
                  <a:lnTo>
                    <a:pt x="502" y="966"/>
                  </a:lnTo>
                  <a:lnTo>
                    <a:pt x="1043" y="1622"/>
                  </a:lnTo>
                  <a:lnTo>
                    <a:pt x="1699" y="2279"/>
                  </a:lnTo>
                  <a:lnTo>
                    <a:pt x="2356" y="2858"/>
                  </a:lnTo>
                  <a:lnTo>
                    <a:pt x="3090" y="3398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4" y="4982"/>
                  </a:lnTo>
                  <a:lnTo>
                    <a:pt x="8998" y="4943"/>
                  </a:lnTo>
                  <a:lnTo>
                    <a:pt x="9422" y="4866"/>
                  </a:lnTo>
                  <a:lnTo>
                    <a:pt x="9847" y="4789"/>
                  </a:lnTo>
                  <a:lnTo>
                    <a:pt x="10272" y="4673"/>
                  </a:lnTo>
                  <a:lnTo>
                    <a:pt x="10658" y="4518"/>
                  </a:lnTo>
                  <a:lnTo>
                    <a:pt x="11083" y="4325"/>
                  </a:lnTo>
                  <a:lnTo>
                    <a:pt x="11469" y="4132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319" y="3553"/>
                  </a:lnTo>
                  <a:lnTo>
                    <a:pt x="12434" y="3205"/>
                  </a:lnTo>
                  <a:lnTo>
                    <a:pt x="12357" y="3167"/>
                  </a:lnTo>
                  <a:lnTo>
                    <a:pt x="12280" y="3205"/>
                  </a:lnTo>
                  <a:lnTo>
                    <a:pt x="12203" y="3128"/>
                  </a:lnTo>
                  <a:lnTo>
                    <a:pt x="12010" y="3128"/>
                  </a:lnTo>
                  <a:lnTo>
                    <a:pt x="11932" y="3205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6" y="4016"/>
                  </a:lnTo>
                  <a:lnTo>
                    <a:pt x="10040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1" y="4480"/>
                  </a:lnTo>
                  <a:lnTo>
                    <a:pt x="7916" y="4480"/>
                  </a:lnTo>
                  <a:lnTo>
                    <a:pt x="7492" y="4441"/>
                  </a:lnTo>
                  <a:lnTo>
                    <a:pt x="7067" y="4402"/>
                  </a:lnTo>
                  <a:lnTo>
                    <a:pt x="6642" y="4364"/>
                  </a:lnTo>
                  <a:lnTo>
                    <a:pt x="6217" y="4248"/>
                  </a:lnTo>
                  <a:lnTo>
                    <a:pt x="5793" y="4171"/>
                  </a:lnTo>
                  <a:lnTo>
                    <a:pt x="5368" y="4016"/>
                  </a:lnTo>
                  <a:lnTo>
                    <a:pt x="4596" y="3707"/>
                  </a:lnTo>
                  <a:lnTo>
                    <a:pt x="3901" y="3283"/>
                  </a:lnTo>
                  <a:lnTo>
                    <a:pt x="3205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4184550" y="1267025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1"/>
                  </a:moveTo>
                  <a:lnTo>
                    <a:pt x="3360" y="78"/>
                  </a:lnTo>
                  <a:lnTo>
                    <a:pt x="3244" y="78"/>
                  </a:lnTo>
                  <a:lnTo>
                    <a:pt x="3013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3" y="1931"/>
                  </a:lnTo>
                  <a:lnTo>
                    <a:pt x="1082" y="2009"/>
                  </a:lnTo>
                  <a:lnTo>
                    <a:pt x="1120" y="2086"/>
                  </a:lnTo>
                  <a:lnTo>
                    <a:pt x="1005" y="2086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1" y="2240"/>
                  </a:lnTo>
                  <a:lnTo>
                    <a:pt x="811" y="2356"/>
                  </a:lnTo>
                  <a:lnTo>
                    <a:pt x="811" y="2433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8" y="2588"/>
                  </a:lnTo>
                  <a:lnTo>
                    <a:pt x="1429" y="2704"/>
                  </a:lnTo>
                  <a:lnTo>
                    <a:pt x="1622" y="2820"/>
                  </a:lnTo>
                  <a:lnTo>
                    <a:pt x="1815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4" y="3630"/>
                  </a:lnTo>
                  <a:lnTo>
                    <a:pt x="2124" y="3901"/>
                  </a:lnTo>
                  <a:lnTo>
                    <a:pt x="2086" y="4094"/>
                  </a:lnTo>
                  <a:lnTo>
                    <a:pt x="2009" y="4326"/>
                  </a:lnTo>
                  <a:lnTo>
                    <a:pt x="1893" y="4519"/>
                  </a:lnTo>
                  <a:lnTo>
                    <a:pt x="1738" y="4712"/>
                  </a:lnTo>
                  <a:lnTo>
                    <a:pt x="1545" y="4828"/>
                  </a:lnTo>
                  <a:lnTo>
                    <a:pt x="1313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6"/>
                  </a:lnTo>
                  <a:lnTo>
                    <a:pt x="657" y="4441"/>
                  </a:lnTo>
                  <a:lnTo>
                    <a:pt x="734" y="4287"/>
                  </a:lnTo>
                  <a:lnTo>
                    <a:pt x="811" y="4210"/>
                  </a:lnTo>
                  <a:lnTo>
                    <a:pt x="889" y="4132"/>
                  </a:lnTo>
                  <a:lnTo>
                    <a:pt x="966" y="4094"/>
                  </a:lnTo>
                  <a:lnTo>
                    <a:pt x="1120" y="4094"/>
                  </a:lnTo>
                  <a:lnTo>
                    <a:pt x="1236" y="4017"/>
                  </a:lnTo>
                  <a:lnTo>
                    <a:pt x="1313" y="3901"/>
                  </a:lnTo>
                  <a:lnTo>
                    <a:pt x="1313" y="3785"/>
                  </a:lnTo>
                  <a:lnTo>
                    <a:pt x="1275" y="3708"/>
                  </a:lnTo>
                  <a:lnTo>
                    <a:pt x="1198" y="3669"/>
                  </a:lnTo>
                  <a:lnTo>
                    <a:pt x="116" y="2935"/>
                  </a:lnTo>
                  <a:lnTo>
                    <a:pt x="1" y="3283"/>
                  </a:lnTo>
                  <a:lnTo>
                    <a:pt x="657" y="3785"/>
                  </a:lnTo>
                  <a:lnTo>
                    <a:pt x="503" y="3862"/>
                  </a:lnTo>
                  <a:lnTo>
                    <a:pt x="387" y="3978"/>
                  </a:lnTo>
                  <a:lnTo>
                    <a:pt x="309" y="4094"/>
                  </a:lnTo>
                  <a:lnTo>
                    <a:pt x="232" y="4248"/>
                  </a:lnTo>
                  <a:lnTo>
                    <a:pt x="194" y="4403"/>
                  </a:lnTo>
                  <a:lnTo>
                    <a:pt x="194" y="4557"/>
                  </a:lnTo>
                  <a:lnTo>
                    <a:pt x="194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1" y="5252"/>
                  </a:lnTo>
                  <a:lnTo>
                    <a:pt x="734" y="5368"/>
                  </a:lnTo>
                  <a:lnTo>
                    <a:pt x="966" y="5407"/>
                  </a:lnTo>
                  <a:lnTo>
                    <a:pt x="1198" y="5407"/>
                  </a:lnTo>
                  <a:lnTo>
                    <a:pt x="1429" y="5368"/>
                  </a:lnTo>
                  <a:lnTo>
                    <a:pt x="1622" y="5330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0" y="4828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6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31" y="2472"/>
                  </a:lnTo>
                  <a:lnTo>
                    <a:pt x="1738" y="2356"/>
                  </a:lnTo>
                  <a:lnTo>
                    <a:pt x="1507" y="2202"/>
                  </a:lnTo>
                  <a:lnTo>
                    <a:pt x="1275" y="2124"/>
                  </a:lnTo>
                  <a:lnTo>
                    <a:pt x="1622" y="1970"/>
                  </a:lnTo>
                  <a:lnTo>
                    <a:pt x="1931" y="1816"/>
                  </a:lnTo>
                  <a:lnTo>
                    <a:pt x="2240" y="1622"/>
                  </a:lnTo>
                  <a:lnTo>
                    <a:pt x="2549" y="1391"/>
                  </a:lnTo>
                  <a:lnTo>
                    <a:pt x="2819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7" y="541"/>
                  </a:lnTo>
                  <a:lnTo>
                    <a:pt x="3515" y="387"/>
                  </a:lnTo>
                  <a:lnTo>
                    <a:pt x="3708" y="78"/>
                  </a:lnTo>
                  <a:lnTo>
                    <a:pt x="351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3067625" y="1293100"/>
              <a:ext cx="105250" cy="105250"/>
            </a:xfrm>
            <a:custGeom>
              <a:avLst/>
              <a:gdLst/>
              <a:ahLst/>
              <a:cxnLst/>
              <a:rect l="l" t="t" r="r" b="b"/>
              <a:pathLst>
                <a:path w="4210" h="4210" extrusionOk="0">
                  <a:moveTo>
                    <a:pt x="2317" y="348"/>
                  </a:moveTo>
                  <a:lnTo>
                    <a:pt x="2472" y="425"/>
                  </a:lnTo>
                  <a:lnTo>
                    <a:pt x="2665" y="464"/>
                  </a:lnTo>
                  <a:lnTo>
                    <a:pt x="2819" y="579"/>
                  </a:lnTo>
                  <a:lnTo>
                    <a:pt x="2974" y="695"/>
                  </a:lnTo>
                  <a:lnTo>
                    <a:pt x="3128" y="811"/>
                  </a:lnTo>
                  <a:lnTo>
                    <a:pt x="3205" y="850"/>
                  </a:lnTo>
                  <a:lnTo>
                    <a:pt x="3360" y="1081"/>
                  </a:lnTo>
                  <a:lnTo>
                    <a:pt x="3553" y="1313"/>
                  </a:lnTo>
                  <a:lnTo>
                    <a:pt x="3669" y="1545"/>
                  </a:lnTo>
                  <a:lnTo>
                    <a:pt x="3784" y="1815"/>
                  </a:lnTo>
                  <a:lnTo>
                    <a:pt x="3823" y="2085"/>
                  </a:lnTo>
                  <a:lnTo>
                    <a:pt x="3823" y="2356"/>
                  </a:lnTo>
                  <a:lnTo>
                    <a:pt x="3784" y="2665"/>
                  </a:lnTo>
                  <a:lnTo>
                    <a:pt x="3669" y="2935"/>
                  </a:lnTo>
                  <a:lnTo>
                    <a:pt x="3476" y="3244"/>
                  </a:lnTo>
                  <a:lnTo>
                    <a:pt x="3205" y="3476"/>
                  </a:lnTo>
                  <a:lnTo>
                    <a:pt x="2896" y="3669"/>
                  </a:lnTo>
                  <a:lnTo>
                    <a:pt x="2587" y="3785"/>
                  </a:lnTo>
                  <a:lnTo>
                    <a:pt x="2201" y="3862"/>
                  </a:lnTo>
                  <a:lnTo>
                    <a:pt x="1854" y="3823"/>
                  </a:lnTo>
                  <a:lnTo>
                    <a:pt x="1506" y="3746"/>
                  </a:lnTo>
                  <a:lnTo>
                    <a:pt x="1197" y="3591"/>
                  </a:lnTo>
                  <a:lnTo>
                    <a:pt x="927" y="3398"/>
                  </a:lnTo>
                  <a:lnTo>
                    <a:pt x="695" y="3167"/>
                  </a:lnTo>
                  <a:lnTo>
                    <a:pt x="541" y="2858"/>
                  </a:lnTo>
                  <a:lnTo>
                    <a:pt x="425" y="2549"/>
                  </a:lnTo>
                  <a:lnTo>
                    <a:pt x="348" y="2240"/>
                  </a:lnTo>
                  <a:lnTo>
                    <a:pt x="348" y="1892"/>
                  </a:lnTo>
                  <a:lnTo>
                    <a:pt x="425" y="1583"/>
                  </a:lnTo>
                  <a:lnTo>
                    <a:pt x="541" y="1275"/>
                  </a:lnTo>
                  <a:lnTo>
                    <a:pt x="772" y="966"/>
                  </a:lnTo>
                  <a:lnTo>
                    <a:pt x="1081" y="695"/>
                  </a:lnTo>
                  <a:lnTo>
                    <a:pt x="1390" y="502"/>
                  </a:lnTo>
                  <a:lnTo>
                    <a:pt x="1738" y="386"/>
                  </a:lnTo>
                  <a:lnTo>
                    <a:pt x="2124" y="348"/>
                  </a:lnTo>
                  <a:close/>
                  <a:moveTo>
                    <a:pt x="1892" y="0"/>
                  </a:moveTo>
                  <a:lnTo>
                    <a:pt x="1545" y="77"/>
                  </a:lnTo>
                  <a:lnTo>
                    <a:pt x="1197" y="232"/>
                  </a:lnTo>
                  <a:lnTo>
                    <a:pt x="850" y="425"/>
                  </a:lnTo>
                  <a:lnTo>
                    <a:pt x="618" y="618"/>
                  </a:lnTo>
                  <a:lnTo>
                    <a:pt x="464" y="811"/>
                  </a:lnTo>
                  <a:lnTo>
                    <a:pt x="309" y="966"/>
                  </a:lnTo>
                  <a:lnTo>
                    <a:pt x="232" y="1159"/>
                  </a:lnTo>
                  <a:lnTo>
                    <a:pt x="116" y="1390"/>
                  </a:lnTo>
                  <a:lnTo>
                    <a:pt x="39" y="1815"/>
                  </a:lnTo>
                  <a:lnTo>
                    <a:pt x="0" y="2240"/>
                  </a:lnTo>
                  <a:lnTo>
                    <a:pt x="77" y="2665"/>
                  </a:lnTo>
                  <a:lnTo>
                    <a:pt x="232" y="3051"/>
                  </a:lnTo>
                  <a:lnTo>
                    <a:pt x="464" y="3437"/>
                  </a:lnTo>
                  <a:lnTo>
                    <a:pt x="618" y="3591"/>
                  </a:lnTo>
                  <a:lnTo>
                    <a:pt x="772" y="3746"/>
                  </a:lnTo>
                  <a:lnTo>
                    <a:pt x="1120" y="3978"/>
                  </a:lnTo>
                  <a:lnTo>
                    <a:pt x="1506" y="4132"/>
                  </a:lnTo>
                  <a:lnTo>
                    <a:pt x="1931" y="4209"/>
                  </a:lnTo>
                  <a:lnTo>
                    <a:pt x="2317" y="4209"/>
                  </a:lnTo>
                  <a:lnTo>
                    <a:pt x="2742" y="4132"/>
                  </a:lnTo>
                  <a:lnTo>
                    <a:pt x="3128" y="3978"/>
                  </a:lnTo>
                  <a:lnTo>
                    <a:pt x="3476" y="3785"/>
                  </a:lnTo>
                  <a:lnTo>
                    <a:pt x="3784" y="3476"/>
                  </a:lnTo>
                  <a:lnTo>
                    <a:pt x="3900" y="3321"/>
                  </a:lnTo>
                  <a:lnTo>
                    <a:pt x="4016" y="3128"/>
                  </a:lnTo>
                  <a:lnTo>
                    <a:pt x="4093" y="2935"/>
                  </a:lnTo>
                  <a:lnTo>
                    <a:pt x="4132" y="2703"/>
                  </a:lnTo>
                  <a:lnTo>
                    <a:pt x="4209" y="2279"/>
                  </a:lnTo>
                  <a:lnTo>
                    <a:pt x="4171" y="1854"/>
                  </a:lnTo>
                  <a:lnTo>
                    <a:pt x="4055" y="1429"/>
                  </a:lnTo>
                  <a:lnTo>
                    <a:pt x="3939" y="1236"/>
                  </a:lnTo>
                  <a:lnTo>
                    <a:pt x="3823" y="1043"/>
                  </a:lnTo>
                  <a:lnTo>
                    <a:pt x="3707" y="888"/>
                  </a:lnTo>
                  <a:lnTo>
                    <a:pt x="3553" y="734"/>
                  </a:lnTo>
                  <a:lnTo>
                    <a:pt x="3360" y="579"/>
                  </a:lnTo>
                  <a:lnTo>
                    <a:pt x="3167" y="502"/>
                  </a:lnTo>
                  <a:lnTo>
                    <a:pt x="3128" y="502"/>
                  </a:lnTo>
                  <a:lnTo>
                    <a:pt x="3051" y="348"/>
                  </a:lnTo>
                  <a:lnTo>
                    <a:pt x="2896" y="232"/>
                  </a:lnTo>
                  <a:lnTo>
                    <a:pt x="2780" y="116"/>
                  </a:lnTo>
                  <a:lnTo>
                    <a:pt x="2626" y="77"/>
                  </a:lnTo>
                  <a:lnTo>
                    <a:pt x="2433" y="39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686050" y="1295025"/>
              <a:ext cx="44425" cy="43475"/>
            </a:xfrm>
            <a:custGeom>
              <a:avLst/>
              <a:gdLst/>
              <a:ahLst/>
              <a:cxnLst/>
              <a:rect l="l" t="t" r="r" b="b"/>
              <a:pathLst>
                <a:path w="1777" h="1739" extrusionOk="0">
                  <a:moveTo>
                    <a:pt x="773" y="309"/>
                  </a:moveTo>
                  <a:lnTo>
                    <a:pt x="966" y="348"/>
                  </a:lnTo>
                  <a:lnTo>
                    <a:pt x="1159" y="464"/>
                  </a:lnTo>
                  <a:lnTo>
                    <a:pt x="1313" y="580"/>
                  </a:lnTo>
                  <a:lnTo>
                    <a:pt x="1390" y="773"/>
                  </a:lnTo>
                  <a:lnTo>
                    <a:pt x="1390" y="966"/>
                  </a:lnTo>
                  <a:lnTo>
                    <a:pt x="1352" y="1043"/>
                  </a:lnTo>
                  <a:lnTo>
                    <a:pt x="1275" y="1159"/>
                  </a:lnTo>
                  <a:lnTo>
                    <a:pt x="1197" y="1236"/>
                  </a:lnTo>
                  <a:lnTo>
                    <a:pt x="1082" y="1275"/>
                  </a:lnTo>
                  <a:lnTo>
                    <a:pt x="888" y="1352"/>
                  </a:lnTo>
                  <a:lnTo>
                    <a:pt x="695" y="1352"/>
                  </a:lnTo>
                  <a:lnTo>
                    <a:pt x="541" y="1236"/>
                  </a:lnTo>
                  <a:lnTo>
                    <a:pt x="425" y="1082"/>
                  </a:lnTo>
                  <a:lnTo>
                    <a:pt x="386" y="889"/>
                  </a:lnTo>
                  <a:lnTo>
                    <a:pt x="386" y="734"/>
                  </a:lnTo>
                  <a:lnTo>
                    <a:pt x="464" y="541"/>
                  </a:lnTo>
                  <a:lnTo>
                    <a:pt x="541" y="387"/>
                  </a:lnTo>
                  <a:lnTo>
                    <a:pt x="541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8" y="39"/>
                  </a:lnTo>
                  <a:lnTo>
                    <a:pt x="464" y="116"/>
                  </a:lnTo>
                  <a:lnTo>
                    <a:pt x="425" y="155"/>
                  </a:lnTo>
                  <a:lnTo>
                    <a:pt x="348" y="155"/>
                  </a:lnTo>
                  <a:lnTo>
                    <a:pt x="232" y="271"/>
                  </a:lnTo>
                  <a:lnTo>
                    <a:pt x="116" y="387"/>
                  </a:lnTo>
                  <a:lnTo>
                    <a:pt x="39" y="502"/>
                  </a:lnTo>
                  <a:lnTo>
                    <a:pt x="0" y="657"/>
                  </a:lnTo>
                  <a:lnTo>
                    <a:pt x="0" y="850"/>
                  </a:lnTo>
                  <a:lnTo>
                    <a:pt x="0" y="1004"/>
                  </a:lnTo>
                  <a:lnTo>
                    <a:pt x="39" y="1159"/>
                  </a:lnTo>
                  <a:lnTo>
                    <a:pt x="116" y="1313"/>
                  </a:lnTo>
                  <a:lnTo>
                    <a:pt x="193" y="1468"/>
                  </a:lnTo>
                  <a:lnTo>
                    <a:pt x="348" y="1584"/>
                  </a:lnTo>
                  <a:lnTo>
                    <a:pt x="464" y="1661"/>
                  </a:lnTo>
                  <a:lnTo>
                    <a:pt x="618" y="1738"/>
                  </a:lnTo>
                  <a:lnTo>
                    <a:pt x="966" y="1738"/>
                  </a:lnTo>
                  <a:lnTo>
                    <a:pt x="1120" y="1700"/>
                  </a:lnTo>
                  <a:lnTo>
                    <a:pt x="1275" y="1622"/>
                  </a:lnTo>
                  <a:lnTo>
                    <a:pt x="1429" y="1545"/>
                  </a:lnTo>
                  <a:lnTo>
                    <a:pt x="1584" y="1391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27"/>
                  </a:lnTo>
                  <a:lnTo>
                    <a:pt x="1777" y="773"/>
                  </a:lnTo>
                  <a:lnTo>
                    <a:pt x="1738" y="580"/>
                  </a:lnTo>
                  <a:lnTo>
                    <a:pt x="1661" y="425"/>
                  </a:lnTo>
                  <a:lnTo>
                    <a:pt x="1545" y="271"/>
                  </a:lnTo>
                  <a:lnTo>
                    <a:pt x="1429" y="155"/>
                  </a:lnTo>
                  <a:lnTo>
                    <a:pt x="1275" y="78"/>
                  </a:lnTo>
                  <a:lnTo>
                    <a:pt x="1120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691825" y="1300825"/>
              <a:ext cx="114925" cy="285775"/>
            </a:xfrm>
            <a:custGeom>
              <a:avLst/>
              <a:gdLst/>
              <a:ahLst/>
              <a:cxnLst/>
              <a:rect l="l" t="t" r="r" b="b"/>
              <a:pathLst>
                <a:path w="4597" h="11431" extrusionOk="0">
                  <a:moveTo>
                    <a:pt x="3631" y="888"/>
                  </a:moveTo>
                  <a:lnTo>
                    <a:pt x="3708" y="2008"/>
                  </a:lnTo>
                  <a:lnTo>
                    <a:pt x="3824" y="3128"/>
                  </a:lnTo>
                  <a:lnTo>
                    <a:pt x="3940" y="4248"/>
                  </a:lnTo>
                  <a:lnTo>
                    <a:pt x="4017" y="5406"/>
                  </a:lnTo>
                  <a:lnTo>
                    <a:pt x="4056" y="6603"/>
                  </a:lnTo>
                  <a:lnTo>
                    <a:pt x="4056" y="7260"/>
                  </a:lnTo>
                  <a:lnTo>
                    <a:pt x="3978" y="7878"/>
                  </a:lnTo>
                  <a:lnTo>
                    <a:pt x="3901" y="8534"/>
                  </a:lnTo>
                  <a:lnTo>
                    <a:pt x="3747" y="9152"/>
                  </a:lnTo>
                  <a:lnTo>
                    <a:pt x="3515" y="9731"/>
                  </a:lnTo>
                  <a:lnTo>
                    <a:pt x="3245" y="10272"/>
                  </a:lnTo>
                  <a:lnTo>
                    <a:pt x="3013" y="10542"/>
                  </a:lnTo>
                  <a:lnTo>
                    <a:pt x="2781" y="10735"/>
                  </a:lnTo>
                  <a:lnTo>
                    <a:pt x="2472" y="10851"/>
                  </a:lnTo>
                  <a:lnTo>
                    <a:pt x="2202" y="10851"/>
                  </a:lnTo>
                  <a:lnTo>
                    <a:pt x="1893" y="10812"/>
                  </a:lnTo>
                  <a:lnTo>
                    <a:pt x="1623" y="10696"/>
                  </a:lnTo>
                  <a:lnTo>
                    <a:pt x="1353" y="10503"/>
                  </a:lnTo>
                  <a:lnTo>
                    <a:pt x="1121" y="10233"/>
                  </a:lnTo>
                  <a:lnTo>
                    <a:pt x="966" y="9963"/>
                  </a:lnTo>
                  <a:lnTo>
                    <a:pt x="851" y="9692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95"/>
                  </a:lnTo>
                  <a:lnTo>
                    <a:pt x="657" y="7878"/>
                  </a:lnTo>
                  <a:lnTo>
                    <a:pt x="657" y="5329"/>
                  </a:lnTo>
                  <a:lnTo>
                    <a:pt x="619" y="4055"/>
                  </a:lnTo>
                  <a:lnTo>
                    <a:pt x="580" y="2780"/>
                  </a:lnTo>
                  <a:lnTo>
                    <a:pt x="542" y="2742"/>
                  </a:lnTo>
                  <a:lnTo>
                    <a:pt x="580" y="2742"/>
                  </a:lnTo>
                  <a:lnTo>
                    <a:pt x="1353" y="2356"/>
                  </a:lnTo>
                  <a:lnTo>
                    <a:pt x="2163" y="1931"/>
                  </a:lnTo>
                  <a:lnTo>
                    <a:pt x="2936" y="1429"/>
                  </a:lnTo>
                  <a:lnTo>
                    <a:pt x="3283" y="1159"/>
                  </a:lnTo>
                  <a:lnTo>
                    <a:pt x="3631" y="888"/>
                  </a:lnTo>
                  <a:close/>
                  <a:moveTo>
                    <a:pt x="3978" y="0"/>
                  </a:moveTo>
                  <a:lnTo>
                    <a:pt x="3901" y="39"/>
                  </a:lnTo>
                  <a:lnTo>
                    <a:pt x="3476" y="309"/>
                  </a:lnTo>
                  <a:lnTo>
                    <a:pt x="3052" y="657"/>
                  </a:lnTo>
                  <a:lnTo>
                    <a:pt x="2627" y="966"/>
                  </a:lnTo>
                  <a:lnTo>
                    <a:pt x="2202" y="1313"/>
                  </a:lnTo>
                  <a:lnTo>
                    <a:pt x="1314" y="1892"/>
                  </a:lnTo>
                  <a:lnTo>
                    <a:pt x="426" y="2472"/>
                  </a:lnTo>
                  <a:lnTo>
                    <a:pt x="349" y="2549"/>
                  </a:lnTo>
                  <a:lnTo>
                    <a:pt x="349" y="2626"/>
                  </a:lnTo>
                  <a:lnTo>
                    <a:pt x="271" y="2665"/>
                  </a:lnTo>
                  <a:lnTo>
                    <a:pt x="233" y="2780"/>
                  </a:lnTo>
                  <a:lnTo>
                    <a:pt x="194" y="3823"/>
                  </a:lnTo>
                  <a:lnTo>
                    <a:pt x="155" y="4827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7"/>
                  </a:lnTo>
                  <a:lnTo>
                    <a:pt x="155" y="7685"/>
                  </a:lnTo>
                  <a:lnTo>
                    <a:pt x="155" y="8418"/>
                  </a:lnTo>
                  <a:lnTo>
                    <a:pt x="233" y="9152"/>
                  </a:lnTo>
                  <a:lnTo>
                    <a:pt x="310" y="9615"/>
                  </a:lnTo>
                  <a:lnTo>
                    <a:pt x="503" y="10079"/>
                  </a:lnTo>
                  <a:lnTo>
                    <a:pt x="735" y="10503"/>
                  </a:lnTo>
                  <a:lnTo>
                    <a:pt x="1044" y="10890"/>
                  </a:lnTo>
                  <a:lnTo>
                    <a:pt x="1198" y="11044"/>
                  </a:lnTo>
                  <a:lnTo>
                    <a:pt x="1391" y="11198"/>
                  </a:lnTo>
                  <a:lnTo>
                    <a:pt x="1623" y="11314"/>
                  </a:lnTo>
                  <a:lnTo>
                    <a:pt x="1816" y="11392"/>
                  </a:lnTo>
                  <a:lnTo>
                    <a:pt x="2048" y="11430"/>
                  </a:lnTo>
                  <a:lnTo>
                    <a:pt x="2279" y="11430"/>
                  </a:lnTo>
                  <a:lnTo>
                    <a:pt x="2550" y="11392"/>
                  </a:lnTo>
                  <a:lnTo>
                    <a:pt x="2820" y="11314"/>
                  </a:lnTo>
                  <a:lnTo>
                    <a:pt x="3052" y="11198"/>
                  </a:lnTo>
                  <a:lnTo>
                    <a:pt x="3283" y="11044"/>
                  </a:lnTo>
                  <a:lnTo>
                    <a:pt x="3476" y="10851"/>
                  </a:lnTo>
                  <a:lnTo>
                    <a:pt x="3669" y="10658"/>
                  </a:lnTo>
                  <a:lnTo>
                    <a:pt x="3824" y="10388"/>
                  </a:lnTo>
                  <a:lnTo>
                    <a:pt x="3978" y="10117"/>
                  </a:lnTo>
                  <a:lnTo>
                    <a:pt x="4171" y="9538"/>
                  </a:lnTo>
                  <a:lnTo>
                    <a:pt x="4326" y="8920"/>
                  </a:lnTo>
                  <a:lnTo>
                    <a:pt x="4442" y="8302"/>
                  </a:lnTo>
                  <a:lnTo>
                    <a:pt x="4519" y="7723"/>
                  </a:lnTo>
                  <a:lnTo>
                    <a:pt x="4558" y="7221"/>
                  </a:lnTo>
                  <a:lnTo>
                    <a:pt x="4596" y="6642"/>
                  </a:lnTo>
                  <a:lnTo>
                    <a:pt x="4596" y="6101"/>
                  </a:lnTo>
                  <a:lnTo>
                    <a:pt x="4519" y="4981"/>
                  </a:lnTo>
                  <a:lnTo>
                    <a:pt x="4442" y="3862"/>
                  </a:lnTo>
                  <a:lnTo>
                    <a:pt x="4326" y="2780"/>
                  </a:lnTo>
                  <a:lnTo>
                    <a:pt x="4287" y="2394"/>
                  </a:lnTo>
                  <a:lnTo>
                    <a:pt x="4210" y="1468"/>
                  </a:lnTo>
                  <a:lnTo>
                    <a:pt x="4133" y="541"/>
                  </a:lnTo>
                  <a:lnTo>
                    <a:pt x="4094" y="386"/>
                  </a:lnTo>
                  <a:lnTo>
                    <a:pt x="4133" y="348"/>
                  </a:lnTo>
                  <a:lnTo>
                    <a:pt x="4171" y="270"/>
                  </a:lnTo>
                  <a:lnTo>
                    <a:pt x="4210" y="193"/>
                  </a:lnTo>
                  <a:lnTo>
                    <a:pt x="4171" y="77"/>
                  </a:lnTo>
                  <a:lnTo>
                    <a:pt x="4094" y="39"/>
                  </a:lnTo>
                  <a:lnTo>
                    <a:pt x="405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635850" y="1347150"/>
              <a:ext cx="42500" cy="41550"/>
            </a:xfrm>
            <a:custGeom>
              <a:avLst/>
              <a:gdLst/>
              <a:ahLst/>
              <a:cxnLst/>
              <a:rect l="l" t="t" r="r" b="b"/>
              <a:pathLst>
                <a:path w="1700" h="1662" extrusionOk="0">
                  <a:moveTo>
                    <a:pt x="1004" y="387"/>
                  </a:moveTo>
                  <a:lnTo>
                    <a:pt x="1120" y="425"/>
                  </a:lnTo>
                  <a:lnTo>
                    <a:pt x="1159" y="464"/>
                  </a:lnTo>
                  <a:lnTo>
                    <a:pt x="1236" y="541"/>
                  </a:lnTo>
                  <a:lnTo>
                    <a:pt x="1313" y="734"/>
                  </a:lnTo>
                  <a:lnTo>
                    <a:pt x="1313" y="927"/>
                  </a:lnTo>
                  <a:lnTo>
                    <a:pt x="1236" y="1082"/>
                  </a:lnTo>
                  <a:lnTo>
                    <a:pt x="1159" y="1159"/>
                  </a:lnTo>
                  <a:lnTo>
                    <a:pt x="1082" y="1236"/>
                  </a:lnTo>
                  <a:lnTo>
                    <a:pt x="888" y="1275"/>
                  </a:lnTo>
                  <a:lnTo>
                    <a:pt x="695" y="1236"/>
                  </a:lnTo>
                  <a:lnTo>
                    <a:pt x="541" y="1121"/>
                  </a:lnTo>
                  <a:lnTo>
                    <a:pt x="464" y="1082"/>
                  </a:lnTo>
                  <a:lnTo>
                    <a:pt x="425" y="966"/>
                  </a:lnTo>
                  <a:lnTo>
                    <a:pt x="386" y="889"/>
                  </a:lnTo>
                  <a:lnTo>
                    <a:pt x="386" y="773"/>
                  </a:lnTo>
                  <a:lnTo>
                    <a:pt x="425" y="541"/>
                  </a:lnTo>
                  <a:lnTo>
                    <a:pt x="541" y="580"/>
                  </a:lnTo>
                  <a:lnTo>
                    <a:pt x="618" y="541"/>
                  </a:lnTo>
                  <a:lnTo>
                    <a:pt x="773" y="425"/>
                  </a:lnTo>
                  <a:lnTo>
                    <a:pt x="927" y="387"/>
                  </a:lnTo>
                  <a:close/>
                  <a:moveTo>
                    <a:pt x="734" y="1"/>
                  </a:moveTo>
                  <a:lnTo>
                    <a:pt x="618" y="39"/>
                  </a:lnTo>
                  <a:lnTo>
                    <a:pt x="502" y="117"/>
                  </a:lnTo>
                  <a:lnTo>
                    <a:pt x="348" y="194"/>
                  </a:lnTo>
                  <a:lnTo>
                    <a:pt x="232" y="310"/>
                  </a:lnTo>
                  <a:lnTo>
                    <a:pt x="155" y="425"/>
                  </a:lnTo>
                  <a:lnTo>
                    <a:pt x="78" y="580"/>
                  </a:lnTo>
                  <a:lnTo>
                    <a:pt x="39" y="696"/>
                  </a:lnTo>
                  <a:lnTo>
                    <a:pt x="0" y="850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3" y="1352"/>
                  </a:lnTo>
                  <a:lnTo>
                    <a:pt x="309" y="1468"/>
                  </a:lnTo>
                  <a:lnTo>
                    <a:pt x="464" y="1584"/>
                  </a:lnTo>
                  <a:lnTo>
                    <a:pt x="657" y="1623"/>
                  </a:lnTo>
                  <a:lnTo>
                    <a:pt x="811" y="1661"/>
                  </a:lnTo>
                  <a:lnTo>
                    <a:pt x="1004" y="1661"/>
                  </a:lnTo>
                  <a:lnTo>
                    <a:pt x="1197" y="1584"/>
                  </a:lnTo>
                  <a:lnTo>
                    <a:pt x="1352" y="1507"/>
                  </a:lnTo>
                  <a:lnTo>
                    <a:pt x="1468" y="1391"/>
                  </a:lnTo>
                  <a:lnTo>
                    <a:pt x="1584" y="1236"/>
                  </a:lnTo>
                  <a:lnTo>
                    <a:pt x="1661" y="1082"/>
                  </a:lnTo>
                  <a:lnTo>
                    <a:pt x="1699" y="927"/>
                  </a:lnTo>
                  <a:lnTo>
                    <a:pt x="1699" y="734"/>
                  </a:lnTo>
                  <a:lnTo>
                    <a:pt x="1661" y="541"/>
                  </a:lnTo>
                  <a:lnTo>
                    <a:pt x="1584" y="387"/>
                  </a:lnTo>
                  <a:lnTo>
                    <a:pt x="1506" y="232"/>
                  </a:lnTo>
                  <a:lnTo>
                    <a:pt x="1390" y="155"/>
                  </a:lnTo>
                  <a:lnTo>
                    <a:pt x="1275" y="78"/>
                  </a:lnTo>
                  <a:lnTo>
                    <a:pt x="100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444700" y="1374175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71" y="1"/>
                  </a:moveTo>
                  <a:lnTo>
                    <a:pt x="116" y="40"/>
                  </a:lnTo>
                  <a:lnTo>
                    <a:pt x="39" y="117"/>
                  </a:lnTo>
                  <a:lnTo>
                    <a:pt x="1" y="233"/>
                  </a:lnTo>
                  <a:lnTo>
                    <a:pt x="39" y="387"/>
                  </a:lnTo>
                  <a:lnTo>
                    <a:pt x="348" y="889"/>
                  </a:lnTo>
                  <a:lnTo>
                    <a:pt x="657" y="1391"/>
                  </a:lnTo>
                  <a:lnTo>
                    <a:pt x="1005" y="1854"/>
                  </a:lnTo>
                  <a:lnTo>
                    <a:pt x="1391" y="2318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4" y="3553"/>
                  </a:lnTo>
                  <a:lnTo>
                    <a:pt x="3167" y="3901"/>
                  </a:lnTo>
                  <a:lnTo>
                    <a:pt x="3553" y="3747"/>
                  </a:lnTo>
                  <a:lnTo>
                    <a:pt x="2781" y="3013"/>
                  </a:lnTo>
                  <a:lnTo>
                    <a:pt x="2047" y="2241"/>
                  </a:lnTo>
                  <a:lnTo>
                    <a:pt x="1352" y="1430"/>
                  </a:lnTo>
                  <a:lnTo>
                    <a:pt x="1043" y="1005"/>
                  </a:lnTo>
                  <a:lnTo>
                    <a:pt x="734" y="542"/>
                  </a:lnTo>
                  <a:lnTo>
                    <a:pt x="1622" y="696"/>
                  </a:lnTo>
                  <a:lnTo>
                    <a:pt x="2511" y="889"/>
                  </a:lnTo>
                  <a:lnTo>
                    <a:pt x="3013" y="1044"/>
                  </a:lnTo>
                  <a:lnTo>
                    <a:pt x="3515" y="1198"/>
                  </a:lnTo>
                  <a:lnTo>
                    <a:pt x="4017" y="1352"/>
                  </a:lnTo>
                  <a:lnTo>
                    <a:pt x="4480" y="1507"/>
                  </a:lnTo>
                  <a:lnTo>
                    <a:pt x="4596" y="1507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5" y="1507"/>
                  </a:lnTo>
                  <a:lnTo>
                    <a:pt x="4943" y="1430"/>
                  </a:lnTo>
                  <a:lnTo>
                    <a:pt x="4634" y="1159"/>
                  </a:lnTo>
                  <a:lnTo>
                    <a:pt x="4171" y="850"/>
                  </a:lnTo>
                  <a:lnTo>
                    <a:pt x="3630" y="619"/>
                  </a:lnTo>
                  <a:lnTo>
                    <a:pt x="3090" y="464"/>
                  </a:lnTo>
                  <a:lnTo>
                    <a:pt x="2511" y="310"/>
                  </a:lnTo>
                  <a:lnTo>
                    <a:pt x="1931" y="194"/>
                  </a:lnTo>
                  <a:lnTo>
                    <a:pt x="1352" y="117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5333350" y="1388675"/>
              <a:ext cx="625575" cy="344650"/>
            </a:xfrm>
            <a:custGeom>
              <a:avLst/>
              <a:gdLst/>
              <a:ahLst/>
              <a:cxnLst/>
              <a:rect l="l" t="t" r="r" b="b"/>
              <a:pathLst>
                <a:path w="25023" h="13786" extrusionOk="0">
                  <a:moveTo>
                    <a:pt x="23285" y="965"/>
                  </a:moveTo>
                  <a:lnTo>
                    <a:pt x="23633" y="1467"/>
                  </a:lnTo>
                  <a:lnTo>
                    <a:pt x="23941" y="2008"/>
                  </a:lnTo>
                  <a:lnTo>
                    <a:pt x="23787" y="2163"/>
                  </a:lnTo>
                  <a:lnTo>
                    <a:pt x="23633" y="2201"/>
                  </a:lnTo>
                  <a:lnTo>
                    <a:pt x="23478" y="2201"/>
                  </a:lnTo>
                  <a:lnTo>
                    <a:pt x="23324" y="2163"/>
                  </a:lnTo>
                  <a:lnTo>
                    <a:pt x="23208" y="2085"/>
                  </a:lnTo>
                  <a:lnTo>
                    <a:pt x="23092" y="1969"/>
                  </a:lnTo>
                  <a:lnTo>
                    <a:pt x="23015" y="1815"/>
                  </a:lnTo>
                  <a:lnTo>
                    <a:pt x="22976" y="1661"/>
                  </a:lnTo>
                  <a:lnTo>
                    <a:pt x="22976" y="1429"/>
                  </a:lnTo>
                  <a:lnTo>
                    <a:pt x="23053" y="1274"/>
                  </a:lnTo>
                  <a:lnTo>
                    <a:pt x="23169" y="1120"/>
                  </a:lnTo>
                  <a:lnTo>
                    <a:pt x="23285" y="965"/>
                  </a:lnTo>
                  <a:close/>
                  <a:moveTo>
                    <a:pt x="24096" y="2433"/>
                  </a:moveTo>
                  <a:lnTo>
                    <a:pt x="24212" y="2780"/>
                  </a:lnTo>
                  <a:lnTo>
                    <a:pt x="24328" y="3089"/>
                  </a:lnTo>
                  <a:lnTo>
                    <a:pt x="24366" y="3437"/>
                  </a:lnTo>
                  <a:lnTo>
                    <a:pt x="24443" y="3823"/>
                  </a:lnTo>
                  <a:lnTo>
                    <a:pt x="24443" y="3823"/>
                  </a:lnTo>
                  <a:lnTo>
                    <a:pt x="24173" y="3746"/>
                  </a:lnTo>
                  <a:lnTo>
                    <a:pt x="23941" y="3591"/>
                  </a:lnTo>
                  <a:lnTo>
                    <a:pt x="23864" y="3514"/>
                  </a:lnTo>
                  <a:lnTo>
                    <a:pt x="23787" y="3398"/>
                  </a:lnTo>
                  <a:lnTo>
                    <a:pt x="23748" y="3282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7" y="2742"/>
                  </a:lnTo>
                  <a:lnTo>
                    <a:pt x="23941" y="2587"/>
                  </a:lnTo>
                  <a:lnTo>
                    <a:pt x="24096" y="2433"/>
                  </a:lnTo>
                  <a:close/>
                  <a:moveTo>
                    <a:pt x="16296" y="4981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6" y="5290"/>
                  </a:lnTo>
                  <a:lnTo>
                    <a:pt x="16566" y="5406"/>
                  </a:lnTo>
                  <a:lnTo>
                    <a:pt x="16296" y="5445"/>
                  </a:lnTo>
                  <a:lnTo>
                    <a:pt x="15639" y="5522"/>
                  </a:lnTo>
                  <a:lnTo>
                    <a:pt x="15639" y="5483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55" y="5175"/>
                  </a:lnTo>
                  <a:lnTo>
                    <a:pt x="15832" y="5097"/>
                  </a:lnTo>
                  <a:lnTo>
                    <a:pt x="15948" y="5020"/>
                  </a:lnTo>
                  <a:lnTo>
                    <a:pt x="16064" y="4981"/>
                  </a:lnTo>
                  <a:close/>
                  <a:moveTo>
                    <a:pt x="24443" y="4248"/>
                  </a:moveTo>
                  <a:lnTo>
                    <a:pt x="24443" y="4673"/>
                  </a:lnTo>
                  <a:lnTo>
                    <a:pt x="24366" y="5097"/>
                  </a:lnTo>
                  <a:lnTo>
                    <a:pt x="24250" y="5522"/>
                  </a:lnTo>
                  <a:lnTo>
                    <a:pt x="24057" y="5445"/>
                  </a:lnTo>
                  <a:lnTo>
                    <a:pt x="23903" y="5290"/>
                  </a:lnTo>
                  <a:lnTo>
                    <a:pt x="23826" y="5097"/>
                  </a:lnTo>
                  <a:lnTo>
                    <a:pt x="23787" y="4981"/>
                  </a:lnTo>
                  <a:lnTo>
                    <a:pt x="23787" y="4866"/>
                  </a:lnTo>
                  <a:lnTo>
                    <a:pt x="23826" y="4750"/>
                  </a:lnTo>
                  <a:lnTo>
                    <a:pt x="23864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48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6"/>
                  </a:lnTo>
                  <a:lnTo>
                    <a:pt x="18072" y="5638"/>
                  </a:lnTo>
                  <a:lnTo>
                    <a:pt x="17570" y="5522"/>
                  </a:lnTo>
                  <a:lnTo>
                    <a:pt x="17029" y="5445"/>
                  </a:lnTo>
                  <a:lnTo>
                    <a:pt x="17068" y="5290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4"/>
                  </a:lnTo>
                  <a:lnTo>
                    <a:pt x="17531" y="4866"/>
                  </a:lnTo>
                  <a:lnTo>
                    <a:pt x="17647" y="4827"/>
                  </a:lnTo>
                  <a:close/>
                  <a:moveTo>
                    <a:pt x="14713" y="5329"/>
                  </a:moveTo>
                  <a:lnTo>
                    <a:pt x="14828" y="5368"/>
                  </a:lnTo>
                  <a:lnTo>
                    <a:pt x="14906" y="5445"/>
                  </a:lnTo>
                  <a:lnTo>
                    <a:pt x="15021" y="5561"/>
                  </a:lnTo>
                  <a:lnTo>
                    <a:pt x="15060" y="5676"/>
                  </a:lnTo>
                  <a:lnTo>
                    <a:pt x="14558" y="5870"/>
                  </a:lnTo>
                  <a:lnTo>
                    <a:pt x="14056" y="6101"/>
                  </a:lnTo>
                  <a:lnTo>
                    <a:pt x="14017" y="6063"/>
                  </a:lnTo>
                  <a:lnTo>
                    <a:pt x="14056" y="5831"/>
                  </a:lnTo>
                  <a:lnTo>
                    <a:pt x="14133" y="5599"/>
                  </a:lnTo>
                  <a:lnTo>
                    <a:pt x="14249" y="5445"/>
                  </a:lnTo>
                  <a:lnTo>
                    <a:pt x="14365" y="5368"/>
                  </a:lnTo>
                  <a:lnTo>
                    <a:pt x="14442" y="5329"/>
                  </a:lnTo>
                  <a:close/>
                  <a:moveTo>
                    <a:pt x="18999" y="5483"/>
                  </a:moveTo>
                  <a:lnTo>
                    <a:pt x="19115" y="5522"/>
                  </a:lnTo>
                  <a:lnTo>
                    <a:pt x="19192" y="5561"/>
                  </a:lnTo>
                  <a:lnTo>
                    <a:pt x="19308" y="5676"/>
                  </a:lnTo>
                  <a:lnTo>
                    <a:pt x="19385" y="5831"/>
                  </a:lnTo>
                  <a:lnTo>
                    <a:pt x="19385" y="5985"/>
                  </a:lnTo>
                  <a:lnTo>
                    <a:pt x="19346" y="6178"/>
                  </a:lnTo>
                  <a:lnTo>
                    <a:pt x="18613" y="5831"/>
                  </a:lnTo>
                  <a:lnTo>
                    <a:pt x="18651" y="5754"/>
                  </a:lnTo>
                  <a:lnTo>
                    <a:pt x="18690" y="5676"/>
                  </a:lnTo>
                  <a:lnTo>
                    <a:pt x="18844" y="5522"/>
                  </a:lnTo>
                  <a:lnTo>
                    <a:pt x="18999" y="5483"/>
                  </a:lnTo>
                  <a:close/>
                  <a:moveTo>
                    <a:pt x="20196" y="6063"/>
                  </a:moveTo>
                  <a:lnTo>
                    <a:pt x="20350" y="6101"/>
                  </a:lnTo>
                  <a:lnTo>
                    <a:pt x="20466" y="6140"/>
                  </a:lnTo>
                  <a:lnTo>
                    <a:pt x="20543" y="6178"/>
                  </a:lnTo>
                  <a:lnTo>
                    <a:pt x="20698" y="6333"/>
                  </a:lnTo>
                  <a:lnTo>
                    <a:pt x="20775" y="6526"/>
                  </a:lnTo>
                  <a:lnTo>
                    <a:pt x="20814" y="6719"/>
                  </a:lnTo>
                  <a:lnTo>
                    <a:pt x="20891" y="6951"/>
                  </a:lnTo>
                  <a:lnTo>
                    <a:pt x="20466" y="6758"/>
                  </a:lnTo>
                  <a:lnTo>
                    <a:pt x="20080" y="6565"/>
                  </a:lnTo>
                  <a:lnTo>
                    <a:pt x="19810" y="6410"/>
                  </a:lnTo>
                  <a:lnTo>
                    <a:pt x="19848" y="6294"/>
                  </a:lnTo>
                  <a:lnTo>
                    <a:pt x="19887" y="6178"/>
                  </a:lnTo>
                  <a:lnTo>
                    <a:pt x="20003" y="6140"/>
                  </a:lnTo>
                  <a:lnTo>
                    <a:pt x="20080" y="6101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8"/>
                  </a:lnTo>
                  <a:lnTo>
                    <a:pt x="23941" y="5985"/>
                  </a:lnTo>
                  <a:lnTo>
                    <a:pt x="24019" y="6024"/>
                  </a:lnTo>
                  <a:lnTo>
                    <a:pt x="24096" y="6024"/>
                  </a:lnTo>
                  <a:lnTo>
                    <a:pt x="23941" y="6294"/>
                  </a:lnTo>
                  <a:lnTo>
                    <a:pt x="23748" y="6565"/>
                  </a:lnTo>
                  <a:lnTo>
                    <a:pt x="23517" y="6796"/>
                  </a:lnTo>
                  <a:lnTo>
                    <a:pt x="23246" y="6989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3" y="6178"/>
                  </a:lnTo>
                  <a:lnTo>
                    <a:pt x="23131" y="6101"/>
                  </a:lnTo>
                  <a:lnTo>
                    <a:pt x="23208" y="6024"/>
                  </a:lnTo>
                  <a:lnTo>
                    <a:pt x="23285" y="5947"/>
                  </a:lnTo>
                  <a:lnTo>
                    <a:pt x="23517" y="5870"/>
                  </a:lnTo>
                  <a:close/>
                  <a:moveTo>
                    <a:pt x="13245" y="6101"/>
                  </a:moveTo>
                  <a:lnTo>
                    <a:pt x="13477" y="6178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105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7" y="6796"/>
                  </a:lnTo>
                  <a:lnTo>
                    <a:pt x="12627" y="6680"/>
                  </a:lnTo>
                  <a:lnTo>
                    <a:pt x="12666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59" y="6217"/>
                  </a:lnTo>
                  <a:lnTo>
                    <a:pt x="13013" y="6140"/>
                  </a:lnTo>
                  <a:lnTo>
                    <a:pt x="13129" y="6101"/>
                  </a:lnTo>
                  <a:close/>
                  <a:moveTo>
                    <a:pt x="22165" y="6565"/>
                  </a:moveTo>
                  <a:lnTo>
                    <a:pt x="22281" y="6603"/>
                  </a:lnTo>
                  <a:lnTo>
                    <a:pt x="22474" y="6719"/>
                  </a:lnTo>
                  <a:lnTo>
                    <a:pt x="22629" y="6874"/>
                  </a:lnTo>
                  <a:lnTo>
                    <a:pt x="22783" y="7028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5"/>
                  </a:lnTo>
                  <a:lnTo>
                    <a:pt x="22937" y="7144"/>
                  </a:lnTo>
                  <a:lnTo>
                    <a:pt x="22551" y="7221"/>
                  </a:lnTo>
                  <a:lnTo>
                    <a:pt x="22165" y="7260"/>
                  </a:lnTo>
                  <a:lnTo>
                    <a:pt x="21779" y="7221"/>
                  </a:lnTo>
                  <a:lnTo>
                    <a:pt x="21393" y="7105"/>
                  </a:lnTo>
                  <a:lnTo>
                    <a:pt x="21470" y="6912"/>
                  </a:lnTo>
                  <a:lnTo>
                    <a:pt x="21625" y="6758"/>
                  </a:lnTo>
                  <a:lnTo>
                    <a:pt x="21818" y="6603"/>
                  </a:lnTo>
                  <a:lnTo>
                    <a:pt x="22049" y="6565"/>
                  </a:lnTo>
                  <a:close/>
                  <a:moveTo>
                    <a:pt x="12280" y="7414"/>
                  </a:moveTo>
                  <a:lnTo>
                    <a:pt x="12473" y="7453"/>
                  </a:lnTo>
                  <a:lnTo>
                    <a:pt x="12125" y="7993"/>
                  </a:lnTo>
                  <a:lnTo>
                    <a:pt x="11816" y="8573"/>
                  </a:lnTo>
                  <a:lnTo>
                    <a:pt x="11701" y="8341"/>
                  </a:lnTo>
                  <a:lnTo>
                    <a:pt x="11662" y="8109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39" y="7723"/>
                  </a:lnTo>
                  <a:lnTo>
                    <a:pt x="11816" y="7607"/>
                  </a:lnTo>
                  <a:lnTo>
                    <a:pt x="11894" y="7530"/>
                  </a:lnTo>
                  <a:lnTo>
                    <a:pt x="12009" y="7453"/>
                  </a:lnTo>
                  <a:lnTo>
                    <a:pt x="12164" y="7414"/>
                  </a:lnTo>
                  <a:close/>
                  <a:moveTo>
                    <a:pt x="2240" y="9384"/>
                  </a:moveTo>
                  <a:lnTo>
                    <a:pt x="2356" y="9422"/>
                  </a:lnTo>
                  <a:lnTo>
                    <a:pt x="2472" y="9499"/>
                  </a:lnTo>
                  <a:lnTo>
                    <a:pt x="2549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10001"/>
                  </a:lnTo>
                  <a:lnTo>
                    <a:pt x="2124" y="9886"/>
                  </a:lnTo>
                  <a:lnTo>
                    <a:pt x="1661" y="9886"/>
                  </a:lnTo>
                  <a:lnTo>
                    <a:pt x="1699" y="9770"/>
                  </a:lnTo>
                  <a:lnTo>
                    <a:pt x="1738" y="9654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close/>
                  <a:moveTo>
                    <a:pt x="11662" y="8997"/>
                  </a:moveTo>
                  <a:lnTo>
                    <a:pt x="11469" y="9499"/>
                  </a:lnTo>
                  <a:lnTo>
                    <a:pt x="11353" y="10040"/>
                  </a:lnTo>
                  <a:lnTo>
                    <a:pt x="11276" y="10272"/>
                  </a:lnTo>
                  <a:lnTo>
                    <a:pt x="11237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8" y="9692"/>
                  </a:lnTo>
                  <a:lnTo>
                    <a:pt x="10928" y="9577"/>
                  </a:lnTo>
                  <a:lnTo>
                    <a:pt x="10967" y="9461"/>
                  </a:lnTo>
                  <a:lnTo>
                    <a:pt x="11006" y="9345"/>
                  </a:lnTo>
                  <a:lnTo>
                    <a:pt x="11121" y="9152"/>
                  </a:lnTo>
                  <a:lnTo>
                    <a:pt x="11276" y="9075"/>
                  </a:lnTo>
                  <a:lnTo>
                    <a:pt x="11469" y="8997"/>
                  </a:lnTo>
                  <a:close/>
                  <a:moveTo>
                    <a:pt x="3785" y="9770"/>
                  </a:moveTo>
                  <a:lnTo>
                    <a:pt x="3900" y="9808"/>
                  </a:lnTo>
                  <a:lnTo>
                    <a:pt x="4016" y="9886"/>
                  </a:lnTo>
                  <a:lnTo>
                    <a:pt x="4093" y="10001"/>
                  </a:lnTo>
                  <a:lnTo>
                    <a:pt x="4132" y="10117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3" y="10542"/>
                  </a:lnTo>
                  <a:lnTo>
                    <a:pt x="4016" y="10658"/>
                  </a:lnTo>
                  <a:lnTo>
                    <a:pt x="3862" y="10542"/>
                  </a:lnTo>
                  <a:lnTo>
                    <a:pt x="3514" y="10349"/>
                  </a:lnTo>
                  <a:lnTo>
                    <a:pt x="3089" y="10156"/>
                  </a:lnTo>
                  <a:lnTo>
                    <a:pt x="3128" y="10040"/>
                  </a:lnTo>
                  <a:lnTo>
                    <a:pt x="3244" y="9924"/>
                  </a:lnTo>
                  <a:lnTo>
                    <a:pt x="3360" y="9847"/>
                  </a:lnTo>
                  <a:lnTo>
                    <a:pt x="3514" y="9770"/>
                  </a:lnTo>
                  <a:close/>
                  <a:moveTo>
                    <a:pt x="4943" y="10658"/>
                  </a:moveTo>
                  <a:lnTo>
                    <a:pt x="5020" y="10735"/>
                  </a:lnTo>
                  <a:lnTo>
                    <a:pt x="5097" y="10774"/>
                  </a:lnTo>
                  <a:lnTo>
                    <a:pt x="5136" y="10889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97" y="11430"/>
                  </a:lnTo>
                  <a:lnTo>
                    <a:pt x="4402" y="10928"/>
                  </a:lnTo>
                  <a:lnTo>
                    <a:pt x="4441" y="10812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19"/>
                  </a:moveTo>
                  <a:lnTo>
                    <a:pt x="10967" y="11198"/>
                  </a:lnTo>
                  <a:lnTo>
                    <a:pt x="10735" y="11739"/>
                  </a:lnTo>
                  <a:lnTo>
                    <a:pt x="10658" y="11700"/>
                  </a:lnTo>
                  <a:lnTo>
                    <a:pt x="10504" y="11546"/>
                  </a:lnTo>
                  <a:lnTo>
                    <a:pt x="10426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2"/>
                  </a:lnTo>
                  <a:lnTo>
                    <a:pt x="10735" y="10696"/>
                  </a:lnTo>
                  <a:lnTo>
                    <a:pt x="10928" y="10619"/>
                  </a:lnTo>
                  <a:close/>
                  <a:moveTo>
                    <a:pt x="5986" y="11469"/>
                  </a:moveTo>
                  <a:lnTo>
                    <a:pt x="6063" y="11507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3" y="11778"/>
                  </a:lnTo>
                  <a:lnTo>
                    <a:pt x="6372" y="12009"/>
                  </a:lnTo>
                  <a:lnTo>
                    <a:pt x="6410" y="12241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0"/>
                  </a:lnTo>
                  <a:lnTo>
                    <a:pt x="5445" y="11623"/>
                  </a:lnTo>
                  <a:lnTo>
                    <a:pt x="5561" y="11546"/>
                  </a:lnTo>
                  <a:lnTo>
                    <a:pt x="5638" y="11507"/>
                  </a:lnTo>
                  <a:lnTo>
                    <a:pt x="5754" y="11469"/>
                  </a:lnTo>
                  <a:close/>
                  <a:moveTo>
                    <a:pt x="10542" y="12048"/>
                  </a:moveTo>
                  <a:lnTo>
                    <a:pt x="10388" y="12318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8" y="12241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76" y="12511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0"/>
                  </a:lnTo>
                  <a:lnTo>
                    <a:pt x="7878" y="13013"/>
                  </a:lnTo>
                  <a:lnTo>
                    <a:pt x="7878" y="13206"/>
                  </a:lnTo>
                  <a:lnTo>
                    <a:pt x="7839" y="13206"/>
                  </a:lnTo>
                  <a:lnTo>
                    <a:pt x="7337" y="13013"/>
                  </a:lnTo>
                  <a:lnTo>
                    <a:pt x="6835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1"/>
                  </a:lnTo>
                  <a:close/>
                  <a:moveTo>
                    <a:pt x="8843" y="12627"/>
                  </a:moveTo>
                  <a:lnTo>
                    <a:pt x="8959" y="12666"/>
                  </a:lnTo>
                  <a:lnTo>
                    <a:pt x="9113" y="12782"/>
                  </a:lnTo>
                  <a:lnTo>
                    <a:pt x="9191" y="12936"/>
                  </a:lnTo>
                  <a:lnTo>
                    <a:pt x="9229" y="13129"/>
                  </a:lnTo>
                  <a:lnTo>
                    <a:pt x="9268" y="13206"/>
                  </a:lnTo>
                  <a:lnTo>
                    <a:pt x="9036" y="13284"/>
                  </a:lnTo>
                  <a:lnTo>
                    <a:pt x="8804" y="13322"/>
                  </a:lnTo>
                  <a:lnTo>
                    <a:pt x="8573" y="13322"/>
                  </a:lnTo>
                  <a:lnTo>
                    <a:pt x="8302" y="13284"/>
                  </a:lnTo>
                  <a:lnTo>
                    <a:pt x="8302" y="13206"/>
                  </a:lnTo>
                  <a:lnTo>
                    <a:pt x="8341" y="13013"/>
                  </a:lnTo>
                  <a:lnTo>
                    <a:pt x="8418" y="12820"/>
                  </a:lnTo>
                  <a:lnTo>
                    <a:pt x="8573" y="12704"/>
                  </a:lnTo>
                  <a:lnTo>
                    <a:pt x="8650" y="12666"/>
                  </a:lnTo>
                  <a:lnTo>
                    <a:pt x="8766" y="12627"/>
                  </a:lnTo>
                  <a:close/>
                  <a:moveTo>
                    <a:pt x="22976" y="0"/>
                  </a:moveTo>
                  <a:lnTo>
                    <a:pt x="22899" y="39"/>
                  </a:lnTo>
                  <a:lnTo>
                    <a:pt x="22822" y="77"/>
                  </a:lnTo>
                  <a:lnTo>
                    <a:pt x="22783" y="155"/>
                  </a:lnTo>
                  <a:lnTo>
                    <a:pt x="22744" y="232"/>
                  </a:lnTo>
                  <a:lnTo>
                    <a:pt x="22744" y="309"/>
                  </a:lnTo>
                  <a:lnTo>
                    <a:pt x="22822" y="425"/>
                  </a:lnTo>
                  <a:lnTo>
                    <a:pt x="22860" y="464"/>
                  </a:lnTo>
                  <a:lnTo>
                    <a:pt x="23015" y="657"/>
                  </a:lnTo>
                  <a:lnTo>
                    <a:pt x="22899" y="772"/>
                  </a:lnTo>
                  <a:lnTo>
                    <a:pt x="22783" y="965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699"/>
                  </a:lnTo>
                  <a:lnTo>
                    <a:pt x="22629" y="1892"/>
                  </a:lnTo>
                  <a:lnTo>
                    <a:pt x="22706" y="2047"/>
                  </a:lnTo>
                  <a:lnTo>
                    <a:pt x="22860" y="2278"/>
                  </a:lnTo>
                  <a:lnTo>
                    <a:pt x="23053" y="2394"/>
                  </a:lnTo>
                  <a:lnTo>
                    <a:pt x="23246" y="2510"/>
                  </a:lnTo>
                  <a:lnTo>
                    <a:pt x="23478" y="2510"/>
                  </a:lnTo>
                  <a:lnTo>
                    <a:pt x="23401" y="2703"/>
                  </a:lnTo>
                  <a:lnTo>
                    <a:pt x="23362" y="2896"/>
                  </a:lnTo>
                  <a:lnTo>
                    <a:pt x="23324" y="3089"/>
                  </a:lnTo>
                  <a:lnTo>
                    <a:pt x="23362" y="3282"/>
                  </a:lnTo>
                  <a:lnTo>
                    <a:pt x="23439" y="3514"/>
                  </a:lnTo>
                  <a:lnTo>
                    <a:pt x="23555" y="3707"/>
                  </a:lnTo>
                  <a:lnTo>
                    <a:pt x="23748" y="3900"/>
                  </a:lnTo>
                  <a:lnTo>
                    <a:pt x="23980" y="4016"/>
                  </a:lnTo>
                  <a:lnTo>
                    <a:pt x="23748" y="4209"/>
                  </a:lnTo>
                  <a:lnTo>
                    <a:pt x="23555" y="4479"/>
                  </a:lnTo>
                  <a:lnTo>
                    <a:pt x="23478" y="4750"/>
                  </a:lnTo>
                  <a:lnTo>
                    <a:pt x="23439" y="4904"/>
                  </a:lnTo>
                  <a:lnTo>
                    <a:pt x="23439" y="5020"/>
                  </a:lnTo>
                  <a:lnTo>
                    <a:pt x="23517" y="5290"/>
                  </a:lnTo>
                  <a:lnTo>
                    <a:pt x="23633" y="5483"/>
                  </a:lnTo>
                  <a:lnTo>
                    <a:pt x="23401" y="5522"/>
                  </a:lnTo>
                  <a:lnTo>
                    <a:pt x="23169" y="5561"/>
                  </a:lnTo>
                  <a:lnTo>
                    <a:pt x="22976" y="5715"/>
                  </a:lnTo>
                  <a:lnTo>
                    <a:pt x="22783" y="5870"/>
                  </a:lnTo>
                  <a:lnTo>
                    <a:pt x="22706" y="6101"/>
                  </a:lnTo>
                  <a:lnTo>
                    <a:pt x="22629" y="6372"/>
                  </a:lnTo>
                  <a:lnTo>
                    <a:pt x="22474" y="6294"/>
                  </a:lnTo>
                  <a:lnTo>
                    <a:pt x="22320" y="6256"/>
                  </a:lnTo>
                  <a:lnTo>
                    <a:pt x="22165" y="6217"/>
                  </a:lnTo>
                  <a:lnTo>
                    <a:pt x="21972" y="6217"/>
                  </a:lnTo>
                  <a:lnTo>
                    <a:pt x="21740" y="6294"/>
                  </a:lnTo>
                  <a:lnTo>
                    <a:pt x="21509" y="6410"/>
                  </a:lnTo>
                  <a:lnTo>
                    <a:pt x="21354" y="6565"/>
                  </a:lnTo>
                  <a:lnTo>
                    <a:pt x="21200" y="6796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6024"/>
                  </a:lnTo>
                  <a:lnTo>
                    <a:pt x="20736" y="5908"/>
                  </a:lnTo>
                  <a:lnTo>
                    <a:pt x="20582" y="5831"/>
                  </a:lnTo>
                  <a:lnTo>
                    <a:pt x="20428" y="5754"/>
                  </a:lnTo>
                  <a:lnTo>
                    <a:pt x="20234" y="5754"/>
                  </a:lnTo>
                  <a:lnTo>
                    <a:pt x="20080" y="5792"/>
                  </a:lnTo>
                  <a:lnTo>
                    <a:pt x="19887" y="5870"/>
                  </a:lnTo>
                  <a:lnTo>
                    <a:pt x="19771" y="5947"/>
                  </a:lnTo>
                  <a:lnTo>
                    <a:pt x="19732" y="5715"/>
                  </a:lnTo>
                  <a:lnTo>
                    <a:pt x="19617" y="5483"/>
                  </a:lnTo>
                  <a:lnTo>
                    <a:pt x="19462" y="5329"/>
                  </a:lnTo>
                  <a:lnTo>
                    <a:pt x="19385" y="5252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90"/>
                  </a:lnTo>
                  <a:lnTo>
                    <a:pt x="18497" y="5406"/>
                  </a:lnTo>
                  <a:lnTo>
                    <a:pt x="18458" y="5252"/>
                  </a:lnTo>
                  <a:lnTo>
                    <a:pt x="18420" y="5136"/>
                  </a:lnTo>
                  <a:lnTo>
                    <a:pt x="18381" y="4981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73"/>
                  </a:lnTo>
                  <a:lnTo>
                    <a:pt x="17956" y="4595"/>
                  </a:lnTo>
                  <a:lnTo>
                    <a:pt x="17802" y="4557"/>
                  </a:lnTo>
                  <a:lnTo>
                    <a:pt x="17647" y="4518"/>
                  </a:lnTo>
                  <a:lnTo>
                    <a:pt x="17493" y="4557"/>
                  </a:lnTo>
                  <a:lnTo>
                    <a:pt x="17377" y="4595"/>
                  </a:lnTo>
                  <a:lnTo>
                    <a:pt x="17261" y="4634"/>
                  </a:lnTo>
                  <a:lnTo>
                    <a:pt x="17145" y="4750"/>
                  </a:lnTo>
                  <a:lnTo>
                    <a:pt x="17029" y="4827"/>
                  </a:lnTo>
                  <a:lnTo>
                    <a:pt x="16875" y="5097"/>
                  </a:lnTo>
                  <a:lnTo>
                    <a:pt x="16759" y="4943"/>
                  </a:lnTo>
                  <a:lnTo>
                    <a:pt x="16605" y="4788"/>
                  </a:lnTo>
                  <a:lnTo>
                    <a:pt x="16450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66"/>
                  </a:lnTo>
                  <a:lnTo>
                    <a:pt x="15523" y="4981"/>
                  </a:lnTo>
                  <a:lnTo>
                    <a:pt x="15446" y="5136"/>
                  </a:lnTo>
                  <a:lnTo>
                    <a:pt x="15408" y="5329"/>
                  </a:lnTo>
                  <a:lnTo>
                    <a:pt x="15408" y="5483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68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1"/>
                  </a:lnTo>
                  <a:lnTo>
                    <a:pt x="14635" y="4943"/>
                  </a:lnTo>
                  <a:lnTo>
                    <a:pt x="14442" y="4981"/>
                  </a:lnTo>
                  <a:lnTo>
                    <a:pt x="14288" y="5020"/>
                  </a:lnTo>
                  <a:lnTo>
                    <a:pt x="14133" y="5097"/>
                  </a:lnTo>
                  <a:lnTo>
                    <a:pt x="14056" y="5175"/>
                  </a:lnTo>
                  <a:lnTo>
                    <a:pt x="13940" y="5290"/>
                  </a:lnTo>
                  <a:lnTo>
                    <a:pt x="13824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5"/>
                  </a:lnTo>
                  <a:lnTo>
                    <a:pt x="13168" y="5715"/>
                  </a:lnTo>
                  <a:lnTo>
                    <a:pt x="12936" y="5754"/>
                  </a:lnTo>
                  <a:lnTo>
                    <a:pt x="12743" y="5831"/>
                  </a:lnTo>
                  <a:lnTo>
                    <a:pt x="12589" y="5947"/>
                  </a:lnTo>
                  <a:lnTo>
                    <a:pt x="12511" y="6063"/>
                  </a:lnTo>
                  <a:lnTo>
                    <a:pt x="12434" y="6217"/>
                  </a:lnTo>
                  <a:lnTo>
                    <a:pt x="12357" y="6372"/>
                  </a:lnTo>
                  <a:lnTo>
                    <a:pt x="12357" y="6526"/>
                  </a:lnTo>
                  <a:lnTo>
                    <a:pt x="12357" y="6680"/>
                  </a:lnTo>
                  <a:lnTo>
                    <a:pt x="12357" y="6835"/>
                  </a:lnTo>
                  <a:lnTo>
                    <a:pt x="12434" y="6989"/>
                  </a:lnTo>
                  <a:lnTo>
                    <a:pt x="12164" y="7028"/>
                  </a:lnTo>
                  <a:lnTo>
                    <a:pt x="11894" y="7105"/>
                  </a:lnTo>
                  <a:lnTo>
                    <a:pt x="11662" y="7221"/>
                  </a:lnTo>
                  <a:lnTo>
                    <a:pt x="11507" y="7414"/>
                  </a:lnTo>
                  <a:lnTo>
                    <a:pt x="11392" y="7530"/>
                  </a:lnTo>
                  <a:lnTo>
                    <a:pt x="11353" y="7684"/>
                  </a:lnTo>
                  <a:lnTo>
                    <a:pt x="11314" y="7839"/>
                  </a:lnTo>
                  <a:lnTo>
                    <a:pt x="11276" y="7993"/>
                  </a:lnTo>
                  <a:lnTo>
                    <a:pt x="11314" y="8148"/>
                  </a:lnTo>
                  <a:lnTo>
                    <a:pt x="11353" y="8302"/>
                  </a:lnTo>
                  <a:lnTo>
                    <a:pt x="11392" y="8457"/>
                  </a:lnTo>
                  <a:lnTo>
                    <a:pt x="11469" y="8611"/>
                  </a:lnTo>
                  <a:lnTo>
                    <a:pt x="11199" y="8650"/>
                  </a:lnTo>
                  <a:lnTo>
                    <a:pt x="10967" y="8804"/>
                  </a:lnTo>
                  <a:lnTo>
                    <a:pt x="10774" y="8997"/>
                  </a:lnTo>
                  <a:lnTo>
                    <a:pt x="10658" y="9229"/>
                  </a:lnTo>
                  <a:lnTo>
                    <a:pt x="10581" y="9499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1" y="10233"/>
                  </a:lnTo>
                  <a:lnTo>
                    <a:pt x="10619" y="10310"/>
                  </a:lnTo>
                  <a:lnTo>
                    <a:pt x="10426" y="10426"/>
                  </a:lnTo>
                  <a:lnTo>
                    <a:pt x="10233" y="10581"/>
                  </a:lnTo>
                  <a:lnTo>
                    <a:pt x="10117" y="10774"/>
                  </a:lnTo>
                  <a:lnTo>
                    <a:pt x="10079" y="11005"/>
                  </a:lnTo>
                  <a:lnTo>
                    <a:pt x="10040" y="11237"/>
                  </a:lnTo>
                  <a:lnTo>
                    <a:pt x="10079" y="11469"/>
                  </a:lnTo>
                  <a:lnTo>
                    <a:pt x="10195" y="11700"/>
                  </a:lnTo>
                  <a:lnTo>
                    <a:pt x="9924" y="11739"/>
                  </a:lnTo>
                  <a:lnTo>
                    <a:pt x="9693" y="11855"/>
                  </a:lnTo>
                  <a:lnTo>
                    <a:pt x="9500" y="12009"/>
                  </a:lnTo>
                  <a:lnTo>
                    <a:pt x="9422" y="12087"/>
                  </a:lnTo>
                  <a:lnTo>
                    <a:pt x="9384" y="12202"/>
                  </a:lnTo>
                  <a:lnTo>
                    <a:pt x="9345" y="12318"/>
                  </a:lnTo>
                  <a:lnTo>
                    <a:pt x="9306" y="12473"/>
                  </a:lnTo>
                  <a:lnTo>
                    <a:pt x="9191" y="12395"/>
                  </a:lnTo>
                  <a:lnTo>
                    <a:pt x="9036" y="12318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57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4"/>
                  </a:lnTo>
                  <a:lnTo>
                    <a:pt x="8109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3" y="12241"/>
                  </a:lnTo>
                  <a:lnTo>
                    <a:pt x="7492" y="12164"/>
                  </a:lnTo>
                  <a:lnTo>
                    <a:pt x="7221" y="12202"/>
                  </a:lnTo>
                  <a:lnTo>
                    <a:pt x="6990" y="12280"/>
                  </a:lnTo>
                  <a:lnTo>
                    <a:pt x="6796" y="12434"/>
                  </a:lnTo>
                  <a:lnTo>
                    <a:pt x="6796" y="12048"/>
                  </a:lnTo>
                  <a:lnTo>
                    <a:pt x="6758" y="11893"/>
                  </a:lnTo>
                  <a:lnTo>
                    <a:pt x="6681" y="11700"/>
                  </a:lnTo>
                  <a:lnTo>
                    <a:pt x="6603" y="11546"/>
                  </a:lnTo>
                  <a:lnTo>
                    <a:pt x="6526" y="11430"/>
                  </a:lnTo>
                  <a:lnTo>
                    <a:pt x="6372" y="11314"/>
                  </a:lnTo>
                  <a:lnTo>
                    <a:pt x="6217" y="11198"/>
                  </a:lnTo>
                  <a:lnTo>
                    <a:pt x="6063" y="11160"/>
                  </a:lnTo>
                  <a:lnTo>
                    <a:pt x="5715" y="11160"/>
                  </a:lnTo>
                  <a:lnTo>
                    <a:pt x="5522" y="11237"/>
                  </a:lnTo>
                  <a:lnTo>
                    <a:pt x="5522" y="10967"/>
                  </a:lnTo>
                  <a:lnTo>
                    <a:pt x="5445" y="10735"/>
                  </a:lnTo>
                  <a:lnTo>
                    <a:pt x="5329" y="10503"/>
                  </a:lnTo>
                  <a:lnTo>
                    <a:pt x="5213" y="10426"/>
                  </a:lnTo>
                  <a:lnTo>
                    <a:pt x="5097" y="10388"/>
                  </a:lnTo>
                  <a:lnTo>
                    <a:pt x="4943" y="10310"/>
                  </a:lnTo>
                  <a:lnTo>
                    <a:pt x="4827" y="10310"/>
                  </a:lnTo>
                  <a:lnTo>
                    <a:pt x="4673" y="10349"/>
                  </a:lnTo>
                  <a:lnTo>
                    <a:pt x="4518" y="10388"/>
                  </a:lnTo>
                  <a:lnTo>
                    <a:pt x="4518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09" y="9577"/>
                  </a:lnTo>
                  <a:lnTo>
                    <a:pt x="4055" y="9499"/>
                  </a:lnTo>
                  <a:lnTo>
                    <a:pt x="3900" y="9461"/>
                  </a:lnTo>
                  <a:lnTo>
                    <a:pt x="3746" y="9422"/>
                  </a:lnTo>
                  <a:lnTo>
                    <a:pt x="3591" y="9422"/>
                  </a:lnTo>
                  <a:lnTo>
                    <a:pt x="3398" y="9461"/>
                  </a:lnTo>
                  <a:lnTo>
                    <a:pt x="3283" y="9538"/>
                  </a:lnTo>
                  <a:lnTo>
                    <a:pt x="3128" y="9615"/>
                  </a:lnTo>
                  <a:lnTo>
                    <a:pt x="3012" y="9770"/>
                  </a:lnTo>
                  <a:lnTo>
                    <a:pt x="2974" y="9615"/>
                  </a:lnTo>
                  <a:lnTo>
                    <a:pt x="2896" y="9461"/>
                  </a:lnTo>
                  <a:lnTo>
                    <a:pt x="2781" y="9268"/>
                  </a:lnTo>
                  <a:lnTo>
                    <a:pt x="2626" y="9152"/>
                  </a:lnTo>
                  <a:lnTo>
                    <a:pt x="2433" y="9036"/>
                  </a:lnTo>
                  <a:lnTo>
                    <a:pt x="2240" y="8997"/>
                  </a:lnTo>
                  <a:lnTo>
                    <a:pt x="2047" y="9036"/>
                  </a:lnTo>
                  <a:lnTo>
                    <a:pt x="1854" y="9113"/>
                  </a:lnTo>
                  <a:lnTo>
                    <a:pt x="1699" y="9190"/>
                  </a:lnTo>
                  <a:lnTo>
                    <a:pt x="1545" y="9345"/>
                  </a:lnTo>
                  <a:lnTo>
                    <a:pt x="1429" y="9538"/>
                  </a:lnTo>
                  <a:lnTo>
                    <a:pt x="1390" y="9731"/>
                  </a:lnTo>
                  <a:lnTo>
                    <a:pt x="1352" y="9924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310"/>
                  </a:lnTo>
                  <a:lnTo>
                    <a:pt x="386" y="10426"/>
                  </a:lnTo>
                  <a:lnTo>
                    <a:pt x="271" y="10581"/>
                  </a:lnTo>
                  <a:lnTo>
                    <a:pt x="116" y="10889"/>
                  </a:lnTo>
                  <a:lnTo>
                    <a:pt x="0" y="11237"/>
                  </a:lnTo>
                  <a:lnTo>
                    <a:pt x="0" y="11585"/>
                  </a:lnTo>
                  <a:lnTo>
                    <a:pt x="77" y="11932"/>
                  </a:lnTo>
                  <a:lnTo>
                    <a:pt x="193" y="12241"/>
                  </a:lnTo>
                  <a:lnTo>
                    <a:pt x="386" y="12550"/>
                  </a:lnTo>
                  <a:lnTo>
                    <a:pt x="618" y="12820"/>
                  </a:lnTo>
                  <a:lnTo>
                    <a:pt x="811" y="12936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085" y="13129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50"/>
                  </a:lnTo>
                  <a:lnTo>
                    <a:pt x="3360" y="12241"/>
                  </a:lnTo>
                  <a:lnTo>
                    <a:pt x="3591" y="12009"/>
                  </a:lnTo>
                  <a:lnTo>
                    <a:pt x="3553" y="11932"/>
                  </a:lnTo>
                  <a:lnTo>
                    <a:pt x="3514" y="11816"/>
                  </a:lnTo>
                  <a:lnTo>
                    <a:pt x="3437" y="11778"/>
                  </a:lnTo>
                  <a:lnTo>
                    <a:pt x="3321" y="11739"/>
                  </a:lnTo>
                  <a:lnTo>
                    <a:pt x="3283" y="11778"/>
                  </a:lnTo>
                  <a:lnTo>
                    <a:pt x="3244" y="11816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7" y="12434"/>
                  </a:lnTo>
                  <a:lnTo>
                    <a:pt x="2317" y="12589"/>
                  </a:lnTo>
                  <a:lnTo>
                    <a:pt x="2047" y="12666"/>
                  </a:lnTo>
                  <a:lnTo>
                    <a:pt x="1738" y="12704"/>
                  </a:lnTo>
                  <a:lnTo>
                    <a:pt x="1429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1" y="12357"/>
                  </a:lnTo>
                  <a:lnTo>
                    <a:pt x="695" y="12202"/>
                  </a:lnTo>
                  <a:lnTo>
                    <a:pt x="618" y="12048"/>
                  </a:lnTo>
                  <a:lnTo>
                    <a:pt x="541" y="11893"/>
                  </a:lnTo>
                  <a:lnTo>
                    <a:pt x="502" y="11739"/>
                  </a:lnTo>
                  <a:lnTo>
                    <a:pt x="502" y="11546"/>
                  </a:lnTo>
                  <a:lnTo>
                    <a:pt x="502" y="11391"/>
                  </a:lnTo>
                  <a:lnTo>
                    <a:pt x="541" y="11198"/>
                  </a:lnTo>
                  <a:lnTo>
                    <a:pt x="579" y="11044"/>
                  </a:lnTo>
                  <a:lnTo>
                    <a:pt x="657" y="10889"/>
                  </a:lnTo>
                  <a:lnTo>
                    <a:pt x="773" y="10774"/>
                  </a:lnTo>
                  <a:lnTo>
                    <a:pt x="888" y="10619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008" y="10349"/>
                  </a:lnTo>
                  <a:lnTo>
                    <a:pt x="2317" y="10388"/>
                  </a:lnTo>
                  <a:lnTo>
                    <a:pt x="2587" y="10426"/>
                  </a:lnTo>
                  <a:lnTo>
                    <a:pt x="2858" y="10542"/>
                  </a:lnTo>
                  <a:lnTo>
                    <a:pt x="3128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5"/>
                  </a:lnTo>
                  <a:lnTo>
                    <a:pt x="5870" y="12704"/>
                  </a:lnTo>
                  <a:lnTo>
                    <a:pt x="6256" y="12975"/>
                  </a:lnTo>
                  <a:lnTo>
                    <a:pt x="6681" y="13206"/>
                  </a:lnTo>
                  <a:lnTo>
                    <a:pt x="7105" y="13438"/>
                  </a:lnTo>
                  <a:lnTo>
                    <a:pt x="7530" y="13593"/>
                  </a:lnTo>
                  <a:lnTo>
                    <a:pt x="7994" y="13747"/>
                  </a:lnTo>
                  <a:lnTo>
                    <a:pt x="8457" y="13786"/>
                  </a:lnTo>
                  <a:lnTo>
                    <a:pt x="8920" y="13786"/>
                  </a:lnTo>
                  <a:lnTo>
                    <a:pt x="9345" y="13708"/>
                  </a:lnTo>
                  <a:lnTo>
                    <a:pt x="9731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73"/>
                  </a:lnTo>
                  <a:lnTo>
                    <a:pt x="11121" y="12125"/>
                  </a:lnTo>
                  <a:lnTo>
                    <a:pt x="11314" y="11739"/>
                  </a:lnTo>
                  <a:lnTo>
                    <a:pt x="11507" y="11237"/>
                  </a:lnTo>
                  <a:lnTo>
                    <a:pt x="11662" y="10696"/>
                  </a:lnTo>
                  <a:lnTo>
                    <a:pt x="11971" y="9615"/>
                  </a:lnTo>
                  <a:lnTo>
                    <a:pt x="12125" y="9113"/>
                  </a:lnTo>
                  <a:lnTo>
                    <a:pt x="12357" y="8611"/>
                  </a:lnTo>
                  <a:lnTo>
                    <a:pt x="12589" y="8109"/>
                  </a:lnTo>
                  <a:lnTo>
                    <a:pt x="12936" y="7646"/>
                  </a:lnTo>
                  <a:lnTo>
                    <a:pt x="13284" y="7298"/>
                  </a:lnTo>
                  <a:lnTo>
                    <a:pt x="13631" y="6989"/>
                  </a:lnTo>
                  <a:lnTo>
                    <a:pt x="14017" y="6719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1"/>
                  </a:lnTo>
                  <a:lnTo>
                    <a:pt x="15832" y="5985"/>
                  </a:lnTo>
                  <a:lnTo>
                    <a:pt x="16296" y="5947"/>
                  </a:lnTo>
                  <a:lnTo>
                    <a:pt x="16605" y="5908"/>
                  </a:lnTo>
                  <a:lnTo>
                    <a:pt x="16914" y="5908"/>
                  </a:lnTo>
                  <a:lnTo>
                    <a:pt x="17454" y="5985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3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30" y="7491"/>
                  </a:lnTo>
                  <a:lnTo>
                    <a:pt x="21316" y="7646"/>
                  </a:lnTo>
                  <a:lnTo>
                    <a:pt x="21740" y="7723"/>
                  </a:lnTo>
                  <a:lnTo>
                    <a:pt x="22165" y="7762"/>
                  </a:lnTo>
                  <a:lnTo>
                    <a:pt x="22590" y="7723"/>
                  </a:lnTo>
                  <a:lnTo>
                    <a:pt x="22976" y="7646"/>
                  </a:lnTo>
                  <a:lnTo>
                    <a:pt x="23362" y="7530"/>
                  </a:lnTo>
                  <a:lnTo>
                    <a:pt x="23710" y="7298"/>
                  </a:lnTo>
                  <a:lnTo>
                    <a:pt x="24057" y="6989"/>
                  </a:lnTo>
                  <a:lnTo>
                    <a:pt x="24366" y="6642"/>
                  </a:lnTo>
                  <a:lnTo>
                    <a:pt x="24598" y="6294"/>
                  </a:lnTo>
                  <a:lnTo>
                    <a:pt x="24752" y="5908"/>
                  </a:lnTo>
                  <a:lnTo>
                    <a:pt x="24868" y="5483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5" y="3746"/>
                  </a:lnTo>
                  <a:lnTo>
                    <a:pt x="24868" y="3282"/>
                  </a:lnTo>
                  <a:lnTo>
                    <a:pt x="24791" y="2858"/>
                  </a:lnTo>
                  <a:lnTo>
                    <a:pt x="24637" y="2394"/>
                  </a:lnTo>
                  <a:lnTo>
                    <a:pt x="24443" y="1969"/>
                  </a:lnTo>
                  <a:lnTo>
                    <a:pt x="24250" y="1583"/>
                  </a:lnTo>
                  <a:lnTo>
                    <a:pt x="24057" y="1197"/>
                  </a:lnTo>
                  <a:lnTo>
                    <a:pt x="23787" y="811"/>
                  </a:lnTo>
                  <a:lnTo>
                    <a:pt x="23941" y="386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69" y="77"/>
                  </a:lnTo>
                  <a:lnTo>
                    <a:pt x="230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5843050" y="1398325"/>
              <a:ext cx="152575" cy="276125"/>
            </a:xfrm>
            <a:custGeom>
              <a:avLst/>
              <a:gdLst/>
              <a:ahLst/>
              <a:cxnLst/>
              <a:rect l="l" t="t" r="r" b="b"/>
              <a:pathLst>
                <a:path w="6103" h="11045" extrusionOk="0">
                  <a:moveTo>
                    <a:pt x="3553" y="0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8"/>
                  </a:lnTo>
                  <a:lnTo>
                    <a:pt x="4364" y="1120"/>
                  </a:lnTo>
                  <a:lnTo>
                    <a:pt x="4635" y="1429"/>
                  </a:lnTo>
                  <a:lnTo>
                    <a:pt x="4866" y="1738"/>
                  </a:lnTo>
                  <a:lnTo>
                    <a:pt x="5059" y="2085"/>
                  </a:lnTo>
                  <a:lnTo>
                    <a:pt x="5214" y="2433"/>
                  </a:lnTo>
                  <a:lnTo>
                    <a:pt x="5368" y="2819"/>
                  </a:lnTo>
                  <a:lnTo>
                    <a:pt x="5484" y="3205"/>
                  </a:lnTo>
                  <a:lnTo>
                    <a:pt x="5523" y="3591"/>
                  </a:lnTo>
                  <a:lnTo>
                    <a:pt x="5600" y="3978"/>
                  </a:lnTo>
                  <a:lnTo>
                    <a:pt x="5600" y="4402"/>
                  </a:lnTo>
                  <a:lnTo>
                    <a:pt x="5561" y="4789"/>
                  </a:lnTo>
                  <a:lnTo>
                    <a:pt x="5523" y="5213"/>
                  </a:lnTo>
                  <a:lnTo>
                    <a:pt x="5446" y="5599"/>
                  </a:lnTo>
                  <a:lnTo>
                    <a:pt x="5330" y="6024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1" y="7260"/>
                  </a:lnTo>
                  <a:lnTo>
                    <a:pt x="4480" y="7646"/>
                  </a:lnTo>
                  <a:lnTo>
                    <a:pt x="4210" y="8032"/>
                  </a:lnTo>
                  <a:lnTo>
                    <a:pt x="3940" y="8380"/>
                  </a:lnTo>
                  <a:lnTo>
                    <a:pt x="3631" y="8727"/>
                  </a:lnTo>
                  <a:lnTo>
                    <a:pt x="3283" y="9036"/>
                  </a:lnTo>
                  <a:lnTo>
                    <a:pt x="2936" y="9306"/>
                  </a:lnTo>
                  <a:lnTo>
                    <a:pt x="2549" y="9577"/>
                  </a:lnTo>
                  <a:lnTo>
                    <a:pt x="2163" y="9808"/>
                  </a:lnTo>
                  <a:lnTo>
                    <a:pt x="1739" y="10040"/>
                  </a:lnTo>
                  <a:lnTo>
                    <a:pt x="1314" y="10233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1" y="10658"/>
                  </a:lnTo>
                  <a:lnTo>
                    <a:pt x="78" y="11044"/>
                  </a:lnTo>
                  <a:lnTo>
                    <a:pt x="619" y="10967"/>
                  </a:lnTo>
                  <a:lnTo>
                    <a:pt x="1121" y="1081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4"/>
                  </a:lnTo>
                  <a:lnTo>
                    <a:pt x="3399" y="9615"/>
                  </a:lnTo>
                  <a:lnTo>
                    <a:pt x="3785" y="9268"/>
                  </a:lnTo>
                  <a:lnTo>
                    <a:pt x="4171" y="8920"/>
                  </a:lnTo>
                  <a:lnTo>
                    <a:pt x="4480" y="8534"/>
                  </a:lnTo>
                  <a:lnTo>
                    <a:pt x="4828" y="8109"/>
                  </a:lnTo>
                  <a:lnTo>
                    <a:pt x="5098" y="7685"/>
                  </a:lnTo>
                  <a:lnTo>
                    <a:pt x="5368" y="7221"/>
                  </a:lnTo>
                  <a:lnTo>
                    <a:pt x="5600" y="6758"/>
                  </a:lnTo>
                  <a:lnTo>
                    <a:pt x="5755" y="6294"/>
                  </a:lnTo>
                  <a:lnTo>
                    <a:pt x="5909" y="5792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8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5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7" y="1313"/>
                  </a:lnTo>
                  <a:lnTo>
                    <a:pt x="4905" y="1004"/>
                  </a:lnTo>
                  <a:lnTo>
                    <a:pt x="4596" y="695"/>
                  </a:lnTo>
                  <a:lnTo>
                    <a:pt x="4287" y="425"/>
                  </a:lnTo>
                  <a:lnTo>
                    <a:pt x="3940" y="193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569225" y="1424375"/>
              <a:ext cx="126500" cy="69550"/>
            </a:xfrm>
            <a:custGeom>
              <a:avLst/>
              <a:gdLst/>
              <a:ahLst/>
              <a:cxnLst/>
              <a:rect l="l" t="t" r="r" b="b"/>
              <a:pathLst>
                <a:path w="5060" h="2782" extrusionOk="0">
                  <a:moveTo>
                    <a:pt x="4905" y="1"/>
                  </a:moveTo>
                  <a:lnTo>
                    <a:pt x="3824" y="657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30" y="1854"/>
                  </a:lnTo>
                  <a:lnTo>
                    <a:pt x="773" y="2125"/>
                  </a:lnTo>
                  <a:lnTo>
                    <a:pt x="117" y="2395"/>
                  </a:lnTo>
                  <a:lnTo>
                    <a:pt x="40" y="2472"/>
                  </a:lnTo>
                  <a:lnTo>
                    <a:pt x="1" y="2588"/>
                  </a:lnTo>
                  <a:lnTo>
                    <a:pt x="40" y="2665"/>
                  </a:lnTo>
                  <a:lnTo>
                    <a:pt x="117" y="2781"/>
                  </a:lnTo>
                  <a:lnTo>
                    <a:pt x="387" y="2781"/>
                  </a:lnTo>
                  <a:lnTo>
                    <a:pt x="1082" y="2627"/>
                  </a:lnTo>
                  <a:lnTo>
                    <a:pt x="1739" y="2356"/>
                  </a:lnTo>
                  <a:lnTo>
                    <a:pt x="2356" y="2047"/>
                  </a:lnTo>
                  <a:lnTo>
                    <a:pt x="2974" y="1739"/>
                  </a:lnTo>
                  <a:lnTo>
                    <a:pt x="3553" y="1430"/>
                  </a:lnTo>
                  <a:lnTo>
                    <a:pt x="4094" y="1082"/>
                  </a:lnTo>
                  <a:lnTo>
                    <a:pt x="4596" y="735"/>
                  </a:lnTo>
                  <a:lnTo>
                    <a:pt x="5059" y="310"/>
                  </a:lnTo>
                  <a:lnTo>
                    <a:pt x="490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512275" y="1467825"/>
              <a:ext cx="66650" cy="99450"/>
            </a:xfrm>
            <a:custGeom>
              <a:avLst/>
              <a:gdLst/>
              <a:ahLst/>
              <a:cxnLst/>
              <a:rect l="l" t="t" r="r" b="b"/>
              <a:pathLst>
                <a:path w="2666" h="3978" extrusionOk="0">
                  <a:moveTo>
                    <a:pt x="850" y="1"/>
                  </a:moveTo>
                  <a:lnTo>
                    <a:pt x="464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2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1" y="2704"/>
                  </a:lnTo>
                  <a:lnTo>
                    <a:pt x="39" y="2974"/>
                  </a:lnTo>
                  <a:lnTo>
                    <a:pt x="78" y="3206"/>
                  </a:lnTo>
                  <a:lnTo>
                    <a:pt x="155" y="3399"/>
                  </a:lnTo>
                  <a:lnTo>
                    <a:pt x="271" y="3592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9" y="3939"/>
                  </a:lnTo>
                  <a:lnTo>
                    <a:pt x="1082" y="3978"/>
                  </a:lnTo>
                  <a:lnTo>
                    <a:pt x="1314" y="3939"/>
                  </a:lnTo>
                  <a:lnTo>
                    <a:pt x="1507" y="3823"/>
                  </a:lnTo>
                  <a:lnTo>
                    <a:pt x="1661" y="3708"/>
                  </a:lnTo>
                  <a:lnTo>
                    <a:pt x="1816" y="3514"/>
                  </a:lnTo>
                  <a:lnTo>
                    <a:pt x="1970" y="3321"/>
                  </a:lnTo>
                  <a:lnTo>
                    <a:pt x="2086" y="3090"/>
                  </a:lnTo>
                  <a:lnTo>
                    <a:pt x="2318" y="2549"/>
                  </a:lnTo>
                  <a:lnTo>
                    <a:pt x="2472" y="2009"/>
                  </a:lnTo>
                  <a:lnTo>
                    <a:pt x="2626" y="1507"/>
                  </a:lnTo>
                  <a:lnTo>
                    <a:pt x="2665" y="1043"/>
                  </a:lnTo>
                  <a:lnTo>
                    <a:pt x="2395" y="1043"/>
                  </a:lnTo>
                  <a:lnTo>
                    <a:pt x="2009" y="2009"/>
                  </a:lnTo>
                  <a:lnTo>
                    <a:pt x="1738" y="2665"/>
                  </a:lnTo>
                  <a:lnTo>
                    <a:pt x="1545" y="3051"/>
                  </a:lnTo>
                  <a:lnTo>
                    <a:pt x="1468" y="3206"/>
                  </a:lnTo>
                  <a:lnTo>
                    <a:pt x="1314" y="3283"/>
                  </a:lnTo>
                  <a:lnTo>
                    <a:pt x="1159" y="3283"/>
                  </a:lnTo>
                  <a:lnTo>
                    <a:pt x="966" y="3206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4"/>
                  </a:lnTo>
                  <a:lnTo>
                    <a:pt x="541" y="2395"/>
                  </a:lnTo>
                  <a:lnTo>
                    <a:pt x="580" y="2047"/>
                  </a:lnTo>
                  <a:lnTo>
                    <a:pt x="618" y="1622"/>
                  </a:lnTo>
                  <a:lnTo>
                    <a:pt x="734" y="1198"/>
                  </a:lnTo>
                  <a:lnTo>
                    <a:pt x="889" y="773"/>
                  </a:lnTo>
                  <a:lnTo>
                    <a:pt x="1043" y="348"/>
                  </a:lnTo>
                  <a:lnTo>
                    <a:pt x="1082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4008850" y="152575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7" y="1004"/>
                  </a:lnTo>
                  <a:lnTo>
                    <a:pt x="7029" y="1313"/>
                  </a:lnTo>
                  <a:lnTo>
                    <a:pt x="7531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9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7"/>
                  </a:lnTo>
                  <a:lnTo>
                    <a:pt x="8573" y="3707"/>
                  </a:lnTo>
                  <a:lnTo>
                    <a:pt x="7724" y="3823"/>
                  </a:lnTo>
                  <a:lnTo>
                    <a:pt x="6874" y="3901"/>
                  </a:lnTo>
                  <a:lnTo>
                    <a:pt x="6411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8" y="3707"/>
                  </a:lnTo>
                  <a:lnTo>
                    <a:pt x="2511" y="3862"/>
                  </a:lnTo>
                  <a:lnTo>
                    <a:pt x="2433" y="4016"/>
                  </a:lnTo>
                  <a:lnTo>
                    <a:pt x="2318" y="4132"/>
                  </a:lnTo>
                  <a:lnTo>
                    <a:pt x="2124" y="4209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1" y="4248"/>
                  </a:lnTo>
                  <a:lnTo>
                    <a:pt x="734" y="4132"/>
                  </a:lnTo>
                  <a:lnTo>
                    <a:pt x="387" y="4016"/>
                  </a:lnTo>
                  <a:lnTo>
                    <a:pt x="503" y="3514"/>
                  </a:lnTo>
                  <a:lnTo>
                    <a:pt x="657" y="3012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7" y="1738"/>
                  </a:lnTo>
                  <a:lnTo>
                    <a:pt x="1893" y="1429"/>
                  </a:lnTo>
                  <a:lnTo>
                    <a:pt x="2318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8" y="5638"/>
                  </a:lnTo>
                  <a:lnTo>
                    <a:pt x="11624" y="5986"/>
                  </a:lnTo>
                  <a:lnTo>
                    <a:pt x="11431" y="6140"/>
                  </a:lnTo>
                  <a:lnTo>
                    <a:pt x="11353" y="6217"/>
                  </a:lnTo>
                  <a:lnTo>
                    <a:pt x="11238" y="6256"/>
                  </a:lnTo>
                  <a:lnTo>
                    <a:pt x="11083" y="6295"/>
                  </a:lnTo>
                  <a:lnTo>
                    <a:pt x="10929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3" y="5947"/>
                  </a:lnTo>
                  <a:lnTo>
                    <a:pt x="10543" y="5870"/>
                  </a:lnTo>
                  <a:lnTo>
                    <a:pt x="10543" y="5754"/>
                  </a:lnTo>
                  <a:lnTo>
                    <a:pt x="10620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0"/>
                  </a:moveTo>
                  <a:lnTo>
                    <a:pt x="3939" y="39"/>
                  </a:lnTo>
                  <a:lnTo>
                    <a:pt x="3515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1"/>
                  </a:lnTo>
                  <a:lnTo>
                    <a:pt x="1507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9" y="2008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7" y="3205"/>
                  </a:lnTo>
                  <a:lnTo>
                    <a:pt x="39" y="3669"/>
                  </a:lnTo>
                  <a:lnTo>
                    <a:pt x="1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8"/>
                  </a:lnTo>
                  <a:lnTo>
                    <a:pt x="1314" y="4596"/>
                  </a:lnTo>
                  <a:lnTo>
                    <a:pt x="1700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1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3" y="3630"/>
                  </a:lnTo>
                  <a:lnTo>
                    <a:pt x="3013" y="2974"/>
                  </a:lnTo>
                  <a:lnTo>
                    <a:pt x="3128" y="773"/>
                  </a:lnTo>
                  <a:lnTo>
                    <a:pt x="3515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1" y="1661"/>
                  </a:lnTo>
                  <a:lnTo>
                    <a:pt x="5059" y="2703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4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6" y="4287"/>
                  </a:lnTo>
                  <a:lnTo>
                    <a:pt x="5870" y="4325"/>
                  </a:lnTo>
                  <a:lnTo>
                    <a:pt x="6218" y="4325"/>
                  </a:lnTo>
                  <a:lnTo>
                    <a:pt x="6565" y="4287"/>
                  </a:lnTo>
                  <a:lnTo>
                    <a:pt x="7608" y="4209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0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7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3" y="5252"/>
                  </a:lnTo>
                  <a:lnTo>
                    <a:pt x="10427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4" y="5754"/>
                  </a:lnTo>
                  <a:lnTo>
                    <a:pt x="10234" y="5908"/>
                  </a:lnTo>
                  <a:lnTo>
                    <a:pt x="10234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9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7" y="6526"/>
                  </a:lnTo>
                  <a:lnTo>
                    <a:pt x="11740" y="6410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2"/>
                  </a:lnTo>
                  <a:lnTo>
                    <a:pt x="12396" y="7221"/>
                  </a:lnTo>
                  <a:lnTo>
                    <a:pt x="12473" y="7569"/>
                  </a:lnTo>
                  <a:lnTo>
                    <a:pt x="12551" y="7916"/>
                  </a:lnTo>
                  <a:lnTo>
                    <a:pt x="12551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5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6" y="9654"/>
                  </a:lnTo>
                  <a:lnTo>
                    <a:pt x="12821" y="9616"/>
                  </a:lnTo>
                  <a:lnTo>
                    <a:pt x="12937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30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5"/>
                  </a:lnTo>
                  <a:lnTo>
                    <a:pt x="13091" y="7723"/>
                  </a:lnTo>
                  <a:lnTo>
                    <a:pt x="12937" y="7183"/>
                  </a:lnTo>
                  <a:lnTo>
                    <a:pt x="12744" y="6681"/>
                  </a:lnTo>
                  <a:lnTo>
                    <a:pt x="12435" y="6217"/>
                  </a:lnTo>
                  <a:lnTo>
                    <a:pt x="12126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9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30" y="3514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5" y="1931"/>
                  </a:lnTo>
                  <a:lnTo>
                    <a:pt x="8226" y="1584"/>
                  </a:lnTo>
                  <a:lnTo>
                    <a:pt x="7839" y="1275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9" y="348"/>
                  </a:lnTo>
                  <a:lnTo>
                    <a:pt x="5716" y="193"/>
                  </a:lnTo>
                  <a:lnTo>
                    <a:pt x="5291" y="78"/>
                  </a:lnTo>
                  <a:lnTo>
                    <a:pt x="4828" y="39"/>
                  </a:lnTo>
                  <a:lnTo>
                    <a:pt x="44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6763050" y="1538300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9" y="5908"/>
                  </a:moveTo>
                  <a:lnTo>
                    <a:pt x="1082" y="5986"/>
                  </a:lnTo>
                  <a:lnTo>
                    <a:pt x="1237" y="6024"/>
                  </a:lnTo>
                  <a:lnTo>
                    <a:pt x="1391" y="6179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1" y="6797"/>
                  </a:lnTo>
                  <a:lnTo>
                    <a:pt x="1237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9" y="6990"/>
                  </a:lnTo>
                  <a:lnTo>
                    <a:pt x="464" y="6835"/>
                  </a:lnTo>
                  <a:lnTo>
                    <a:pt x="426" y="6719"/>
                  </a:lnTo>
                  <a:lnTo>
                    <a:pt x="387" y="6642"/>
                  </a:lnTo>
                  <a:lnTo>
                    <a:pt x="348" y="6488"/>
                  </a:lnTo>
                  <a:lnTo>
                    <a:pt x="387" y="6372"/>
                  </a:lnTo>
                  <a:lnTo>
                    <a:pt x="426" y="6256"/>
                  </a:lnTo>
                  <a:lnTo>
                    <a:pt x="503" y="6179"/>
                  </a:lnTo>
                  <a:lnTo>
                    <a:pt x="696" y="6024"/>
                  </a:lnTo>
                  <a:lnTo>
                    <a:pt x="889" y="5908"/>
                  </a:lnTo>
                  <a:close/>
                  <a:moveTo>
                    <a:pt x="5909" y="0"/>
                  </a:moveTo>
                  <a:lnTo>
                    <a:pt x="5832" y="39"/>
                  </a:lnTo>
                  <a:lnTo>
                    <a:pt x="5523" y="309"/>
                  </a:lnTo>
                  <a:lnTo>
                    <a:pt x="5175" y="618"/>
                  </a:lnTo>
                  <a:lnTo>
                    <a:pt x="4596" y="1313"/>
                  </a:lnTo>
                  <a:lnTo>
                    <a:pt x="4017" y="2047"/>
                  </a:lnTo>
                  <a:lnTo>
                    <a:pt x="3438" y="2781"/>
                  </a:lnTo>
                  <a:lnTo>
                    <a:pt x="2279" y="4132"/>
                  </a:lnTo>
                  <a:lnTo>
                    <a:pt x="1739" y="4866"/>
                  </a:lnTo>
                  <a:lnTo>
                    <a:pt x="1198" y="5561"/>
                  </a:lnTo>
                  <a:lnTo>
                    <a:pt x="1043" y="5522"/>
                  </a:lnTo>
                  <a:lnTo>
                    <a:pt x="889" y="5522"/>
                  </a:lnTo>
                  <a:lnTo>
                    <a:pt x="773" y="5561"/>
                  </a:lnTo>
                  <a:lnTo>
                    <a:pt x="619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10" y="5870"/>
                  </a:lnTo>
                  <a:lnTo>
                    <a:pt x="117" y="6063"/>
                  </a:lnTo>
                  <a:lnTo>
                    <a:pt x="1" y="6333"/>
                  </a:lnTo>
                  <a:lnTo>
                    <a:pt x="1" y="6488"/>
                  </a:lnTo>
                  <a:lnTo>
                    <a:pt x="1" y="6604"/>
                  </a:lnTo>
                  <a:lnTo>
                    <a:pt x="40" y="6797"/>
                  </a:lnTo>
                  <a:lnTo>
                    <a:pt x="117" y="6990"/>
                  </a:lnTo>
                  <a:lnTo>
                    <a:pt x="194" y="7144"/>
                  </a:lnTo>
                  <a:lnTo>
                    <a:pt x="348" y="7260"/>
                  </a:lnTo>
                  <a:lnTo>
                    <a:pt x="503" y="7376"/>
                  </a:lnTo>
                  <a:lnTo>
                    <a:pt x="696" y="7453"/>
                  </a:lnTo>
                  <a:lnTo>
                    <a:pt x="1082" y="7453"/>
                  </a:lnTo>
                  <a:lnTo>
                    <a:pt x="1275" y="7414"/>
                  </a:lnTo>
                  <a:lnTo>
                    <a:pt x="1430" y="7299"/>
                  </a:lnTo>
                  <a:lnTo>
                    <a:pt x="1584" y="7183"/>
                  </a:lnTo>
                  <a:lnTo>
                    <a:pt x="1700" y="7067"/>
                  </a:lnTo>
                  <a:lnTo>
                    <a:pt x="1816" y="6874"/>
                  </a:lnTo>
                  <a:lnTo>
                    <a:pt x="1854" y="6681"/>
                  </a:lnTo>
                  <a:lnTo>
                    <a:pt x="1893" y="6526"/>
                  </a:lnTo>
                  <a:lnTo>
                    <a:pt x="1854" y="6333"/>
                  </a:lnTo>
                  <a:lnTo>
                    <a:pt x="1816" y="6179"/>
                  </a:lnTo>
                  <a:lnTo>
                    <a:pt x="1739" y="6024"/>
                  </a:lnTo>
                  <a:lnTo>
                    <a:pt x="1661" y="5908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3" y="4403"/>
                  </a:lnTo>
                  <a:lnTo>
                    <a:pt x="3940" y="3012"/>
                  </a:lnTo>
                  <a:lnTo>
                    <a:pt x="4480" y="2395"/>
                  </a:lnTo>
                  <a:lnTo>
                    <a:pt x="5098" y="1699"/>
                  </a:lnTo>
                  <a:lnTo>
                    <a:pt x="5639" y="1043"/>
                  </a:lnTo>
                  <a:lnTo>
                    <a:pt x="5909" y="657"/>
                  </a:lnTo>
                  <a:lnTo>
                    <a:pt x="6102" y="309"/>
                  </a:lnTo>
                  <a:lnTo>
                    <a:pt x="6141" y="193"/>
                  </a:lnTo>
                  <a:lnTo>
                    <a:pt x="6063" y="78"/>
                  </a:lnTo>
                  <a:lnTo>
                    <a:pt x="598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4040700" y="153927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5" y="7298"/>
                  </a:moveTo>
                  <a:lnTo>
                    <a:pt x="8496" y="7375"/>
                  </a:lnTo>
                  <a:lnTo>
                    <a:pt x="8728" y="7453"/>
                  </a:lnTo>
                  <a:lnTo>
                    <a:pt x="8960" y="7569"/>
                  </a:lnTo>
                  <a:lnTo>
                    <a:pt x="9153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5" y="8573"/>
                  </a:lnTo>
                  <a:lnTo>
                    <a:pt x="9693" y="8881"/>
                  </a:lnTo>
                  <a:lnTo>
                    <a:pt x="9655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60" y="10040"/>
                  </a:lnTo>
                  <a:lnTo>
                    <a:pt x="8689" y="10117"/>
                  </a:lnTo>
                  <a:lnTo>
                    <a:pt x="8419" y="10194"/>
                  </a:lnTo>
                  <a:lnTo>
                    <a:pt x="8110" y="10156"/>
                  </a:lnTo>
                  <a:lnTo>
                    <a:pt x="7840" y="10078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6"/>
                  </a:lnTo>
                  <a:lnTo>
                    <a:pt x="7029" y="9345"/>
                  </a:lnTo>
                  <a:lnTo>
                    <a:pt x="6952" y="9075"/>
                  </a:lnTo>
                  <a:lnTo>
                    <a:pt x="6913" y="8804"/>
                  </a:lnTo>
                  <a:lnTo>
                    <a:pt x="6952" y="8534"/>
                  </a:lnTo>
                  <a:lnTo>
                    <a:pt x="7029" y="8264"/>
                  </a:lnTo>
                  <a:lnTo>
                    <a:pt x="7145" y="8071"/>
                  </a:lnTo>
                  <a:lnTo>
                    <a:pt x="7299" y="7877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9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6" y="8457"/>
                  </a:lnTo>
                  <a:lnTo>
                    <a:pt x="2974" y="8611"/>
                  </a:lnTo>
                  <a:lnTo>
                    <a:pt x="3052" y="8766"/>
                  </a:lnTo>
                  <a:lnTo>
                    <a:pt x="1546" y="8727"/>
                  </a:lnTo>
                  <a:lnTo>
                    <a:pt x="40" y="8688"/>
                  </a:lnTo>
                  <a:lnTo>
                    <a:pt x="1" y="8688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6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6"/>
                  </a:lnTo>
                  <a:lnTo>
                    <a:pt x="6759" y="9847"/>
                  </a:lnTo>
                  <a:lnTo>
                    <a:pt x="6990" y="10078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0"/>
                  </a:lnTo>
                  <a:lnTo>
                    <a:pt x="8110" y="10658"/>
                  </a:lnTo>
                  <a:lnTo>
                    <a:pt x="8419" y="10696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7"/>
                  </a:lnTo>
                  <a:lnTo>
                    <a:pt x="9539" y="10194"/>
                  </a:lnTo>
                  <a:lnTo>
                    <a:pt x="9771" y="9963"/>
                  </a:lnTo>
                  <a:lnTo>
                    <a:pt x="9925" y="9692"/>
                  </a:lnTo>
                  <a:lnTo>
                    <a:pt x="10079" y="9422"/>
                  </a:lnTo>
                  <a:lnTo>
                    <a:pt x="10157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7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1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9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5" y="7337"/>
                  </a:lnTo>
                  <a:lnTo>
                    <a:pt x="6913" y="7569"/>
                  </a:lnTo>
                  <a:lnTo>
                    <a:pt x="6720" y="7877"/>
                  </a:lnTo>
                  <a:lnTo>
                    <a:pt x="6565" y="8186"/>
                  </a:lnTo>
                  <a:lnTo>
                    <a:pt x="6450" y="8534"/>
                  </a:lnTo>
                  <a:lnTo>
                    <a:pt x="6450" y="8843"/>
                  </a:lnTo>
                  <a:lnTo>
                    <a:pt x="5716" y="8804"/>
                  </a:lnTo>
                  <a:lnTo>
                    <a:pt x="4944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8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79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6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1387875" y="1558575"/>
              <a:ext cx="374575" cy="387125"/>
            </a:xfrm>
            <a:custGeom>
              <a:avLst/>
              <a:gdLst/>
              <a:ahLst/>
              <a:cxnLst/>
              <a:rect l="l" t="t" r="r" b="b"/>
              <a:pathLst>
                <a:path w="14983" h="15485" extrusionOk="0">
                  <a:moveTo>
                    <a:pt x="7453" y="502"/>
                  </a:moveTo>
                  <a:lnTo>
                    <a:pt x="8032" y="541"/>
                  </a:lnTo>
                  <a:lnTo>
                    <a:pt x="8573" y="580"/>
                  </a:lnTo>
                  <a:lnTo>
                    <a:pt x="9152" y="695"/>
                  </a:lnTo>
                  <a:lnTo>
                    <a:pt x="9654" y="850"/>
                  </a:lnTo>
                  <a:lnTo>
                    <a:pt x="10195" y="1043"/>
                  </a:lnTo>
                  <a:lnTo>
                    <a:pt x="10697" y="1275"/>
                  </a:lnTo>
                  <a:lnTo>
                    <a:pt x="11160" y="1545"/>
                  </a:lnTo>
                  <a:lnTo>
                    <a:pt x="11585" y="1854"/>
                  </a:lnTo>
                  <a:lnTo>
                    <a:pt x="10812" y="2201"/>
                  </a:lnTo>
                  <a:lnTo>
                    <a:pt x="10040" y="2626"/>
                  </a:lnTo>
                  <a:lnTo>
                    <a:pt x="9306" y="3090"/>
                  </a:lnTo>
                  <a:lnTo>
                    <a:pt x="8611" y="3630"/>
                  </a:lnTo>
                  <a:lnTo>
                    <a:pt x="7916" y="4171"/>
                  </a:lnTo>
                  <a:lnTo>
                    <a:pt x="7299" y="4789"/>
                  </a:lnTo>
                  <a:lnTo>
                    <a:pt x="6681" y="5445"/>
                  </a:lnTo>
                  <a:lnTo>
                    <a:pt x="6140" y="6140"/>
                  </a:lnTo>
                  <a:lnTo>
                    <a:pt x="5638" y="6874"/>
                  </a:lnTo>
                  <a:lnTo>
                    <a:pt x="5175" y="7646"/>
                  </a:lnTo>
                  <a:lnTo>
                    <a:pt x="4789" y="8418"/>
                  </a:lnTo>
                  <a:lnTo>
                    <a:pt x="4441" y="9229"/>
                  </a:lnTo>
                  <a:lnTo>
                    <a:pt x="4171" y="10040"/>
                  </a:lnTo>
                  <a:lnTo>
                    <a:pt x="3939" y="10890"/>
                  </a:lnTo>
                  <a:lnTo>
                    <a:pt x="3823" y="11778"/>
                  </a:lnTo>
                  <a:lnTo>
                    <a:pt x="3746" y="12666"/>
                  </a:lnTo>
                  <a:lnTo>
                    <a:pt x="3553" y="12666"/>
                  </a:lnTo>
                  <a:lnTo>
                    <a:pt x="3283" y="11855"/>
                  </a:lnTo>
                  <a:lnTo>
                    <a:pt x="3051" y="11044"/>
                  </a:lnTo>
                  <a:lnTo>
                    <a:pt x="2819" y="10195"/>
                  </a:lnTo>
                  <a:lnTo>
                    <a:pt x="2665" y="9384"/>
                  </a:lnTo>
                  <a:lnTo>
                    <a:pt x="2588" y="8534"/>
                  </a:lnTo>
                  <a:lnTo>
                    <a:pt x="2549" y="7685"/>
                  </a:lnTo>
                  <a:lnTo>
                    <a:pt x="2588" y="6797"/>
                  </a:lnTo>
                  <a:lnTo>
                    <a:pt x="2665" y="5947"/>
                  </a:lnTo>
                  <a:lnTo>
                    <a:pt x="2858" y="5213"/>
                  </a:lnTo>
                  <a:lnTo>
                    <a:pt x="3051" y="4518"/>
                  </a:lnTo>
                  <a:lnTo>
                    <a:pt x="3321" y="3823"/>
                  </a:lnTo>
                  <a:lnTo>
                    <a:pt x="3630" y="3205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29"/>
                  </a:lnTo>
                  <a:lnTo>
                    <a:pt x="5406" y="888"/>
                  </a:lnTo>
                  <a:lnTo>
                    <a:pt x="5908" y="734"/>
                  </a:lnTo>
                  <a:lnTo>
                    <a:pt x="6410" y="618"/>
                  </a:lnTo>
                  <a:lnTo>
                    <a:pt x="6912" y="541"/>
                  </a:lnTo>
                  <a:lnTo>
                    <a:pt x="7453" y="502"/>
                  </a:lnTo>
                  <a:close/>
                  <a:moveTo>
                    <a:pt x="11932" y="2086"/>
                  </a:moveTo>
                  <a:lnTo>
                    <a:pt x="12318" y="2433"/>
                  </a:lnTo>
                  <a:lnTo>
                    <a:pt x="12666" y="2819"/>
                  </a:lnTo>
                  <a:lnTo>
                    <a:pt x="13014" y="3205"/>
                  </a:lnTo>
                  <a:lnTo>
                    <a:pt x="13322" y="3669"/>
                  </a:lnTo>
                  <a:lnTo>
                    <a:pt x="13593" y="4093"/>
                  </a:lnTo>
                  <a:lnTo>
                    <a:pt x="13824" y="4595"/>
                  </a:lnTo>
                  <a:lnTo>
                    <a:pt x="14018" y="5097"/>
                  </a:lnTo>
                  <a:lnTo>
                    <a:pt x="14211" y="5599"/>
                  </a:lnTo>
                  <a:lnTo>
                    <a:pt x="14326" y="6101"/>
                  </a:lnTo>
                  <a:lnTo>
                    <a:pt x="14404" y="6642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25" y="6951"/>
                  </a:lnTo>
                  <a:lnTo>
                    <a:pt x="11392" y="7144"/>
                  </a:lnTo>
                  <a:lnTo>
                    <a:pt x="10658" y="7414"/>
                  </a:lnTo>
                  <a:lnTo>
                    <a:pt x="9924" y="7723"/>
                  </a:lnTo>
                  <a:lnTo>
                    <a:pt x="9229" y="8032"/>
                  </a:lnTo>
                  <a:lnTo>
                    <a:pt x="8534" y="8418"/>
                  </a:lnTo>
                  <a:lnTo>
                    <a:pt x="7878" y="8843"/>
                  </a:lnTo>
                  <a:lnTo>
                    <a:pt x="7221" y="9306"/>
                  </a:lnTo>
                  <a:lnTo>
                    <a:pt x="6642" y="9808"/>
                  </a:lnTo>
                  <a:lnTo>
                    <a:pt x="6063" y="10349"/>
                  </a:lnTo>
                  <a:lnTo>
                    <a:pt x="5561" y="10890"/>
                  </a:lnTo>
                  <a:lnTo>
                    <a:pt x="5059" y="11508"/>
                  </a:lnTo>
                  <a:lnTo>
                    <a:pt x="4634" y="12125"/>
                  </a:lnTo>
                  <a:lnTo>
                    <a:pt x="4248" y="12820"/>
                  </a:lnTo>
                  <a:lnTo>
                    <a:pt x="4093" y="12743"/>
                  </a:lnTo>
                  <a:lnTo>
                    <a:pt x="3939" y="12666"/>
                  </a:lnTo>
                  <a:lnTo>
                    <a:pt x="4093" y="11816"/>
                  </a:lnTo>
                  <a:lnTo>
                    <a:pt x="4287" y="10928"/>
                  </a:lnTo>
                  <a:lnTo>
                    <a:pt x="4557" y="10117"/>
                  </a:lnTo>
                  <a:lnTo>
                    <a:pt x="4827" y="9306"/>
                  </a:lnTo>
                  <a:lnTo>
                    <a:pt x="5175" y="8496"/>
                  </a:lnTo>
                  <a:lnTo>
                    <a:pt x="5561" y="7723"/>
                  </a:lnTo>
                  <a:lnTo>
                    <a:pt x="6024" y="6990"/>
                  </a:lnTo>
                  <a:lnTo>
                    <a:pt x="6488" y="6295"/>
                  </a:lnTo>
                  <a:lnTo>
                    <a:pt x="7028" y="5599"/>
                  </a:lnTo>
                  <a:lnTo>
                    <a:pt x="7607" y="4982"/>
                  </a:lnTo>
                  <a:lnTo>
                    <a:pt x="8225" y="4402"/>
                  </a:lnTo>
                  <a:lnTo>
                    <a:pt x="8882" y="3823"/>
                  </a:lnTo>
                  <a:lnTo>
                    <a:pt x="9577" y="3321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32" y="2086"/>
                  </a:lnTo>
                  <a:close/>
                  <a:moveTo>
                    <a:pt x="14442" y="6990"/>
                  </a:moveTo>
                  <a:lnTo>
                    <a:pt x="14481" y="7839"/>
                  </a:lnTo>
                  <a:lnTo>
                    <a:pt x="14404" y="8689"/>
                  </a:lnTo>
                  <a:lnTo>
                    <a:pt x="14249" y="9538"/>
                  </a:lnTo>
                  <a:lnTo>
                    <a:pt x="14172" y="9963"/>
                  </a:lnTo>
                  <a:lnTo>
                    <a:pt x="14018" y="10388"/>
                  </a:lnTo>
                  <a:lnTo>
                    <a:pt x="13863" y="10774"/>
                  </a:lnTo>
                  <a:lnTo>
                    <a:pt x="13709" y="11160"/>
                  </a:lnTo>
                  <a:lnTo>
                    <a:pt x="13516" y="11546"/>
                  </a:lnTo>
                  <a:lnTo>
                    <a:pt x="13284" y="11894"/>
                  </a:lnTo>
                  <a:lnTo>
                    <a:pt x="13052" y="12241"/>
                  </a:lnTo>
                  <a:lnTo>
                    <a:pt x="12782" y="12589"/>
                  </a:lnTo>
                  <a:lnTo>
                    <a:pt x="12473" y="12898"/>
                  </a:lnTo>
                  <a:lnTo>
                    <a:pt x="12203" y="13207"/>
                  </a:lnTo>
                  <a:lnTo>
                    <a:pt x="11932" y="13052"/>
                  </a:lnTo>
                  <a:lnTo>
                    <a:pt x="11662" y="12936"/>
                  </a:lnTo>
                  <a:lnTo>
                    <a:pt x="11083" y="12782"/>
                  </a:lnTo>
                  <a:lnTo>
                    <a:pt x="10542" y="12627"/>
                  </a:lnTo>
                  <a:lnTo>
                    <a:pt x="9963" y="12550"/>
                  </a:lnTo>
                  <a:lnTo>
                    <a:pt x="9384" y="12512"/>
                  </a:lnTo>
                  <a:lnTo>
                    <a:pt x="8843" y="12473"/>
                  </a:lnTo>
                  <a:lnTo>
                    <a:pt x="8303" y="12473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681" y="12666"/>
                  </a:lnTo>
                  <a:lnTo>
                    <a:pt x="6179" y="12782"/>
                  </a:lnTo>
                  <a:lnTo>
                    <a:pt x="5638" y="12975"/>
                  </a:lnTo>
                  <a:lnTo>
                    <a:pt x="5136" y="13129"/>
                  </a:lnTo>
                  <a:lnTo>
                    <a:pt x="4673" y="13361"/>
                  </a:lnTo>
                  <a:lnTo>
                    <a:pt x="4557" y="13129"/>
                  </a:lnTo>
                  <a:lnTo>
                    <a:pt x="4402" y="12936"/>
                  </a:lnTo>
                  <a:lnTo>
                    <a:pt x="4866" y="12318"/>
                  </a:lnTo>
                  <a:lnTo>
                    <a:pt x="5368" y="11739"/>
                  </a:lnTo>
                  <a:lnTo>
                    <a:pt x="5870" y="11160"/>
                  </a:lnTo>
                  <a:lnTo>
                    <a:pt x="6410" y="10619"/>
                  </a:lnTo>
                  <a:lnTo>
                    <a:pt x="6951" y="10117"/>
                  </a:lnTo>
                  <a:lnTo>
                    <a:pt x="7530" y="9654"/>
                  </a:lnTo>
                  <a:lnTo>
                    <a:pt x="8148" y="9229"/>
                  </a:lnTo>
                  <a:lnTo>
                    <a:pt x="8766" y="8804"/>
                  </a:lnTo>
                  <a:lnTo>
                    <a:pt x="9384" y="8457"/>
                  </a:lnTo>
                  <a:lnTo>
                    <a:pt x="10040" y="8109"/>
                  </a:lnTo>
                  <a:lnTo>
                    <a:pt x="10735" y="7839"/>
                  </a:lnTo>
                  <a:lnTo>
                    <a:pt x="11430" y="7569"/>
                  </a:lnTo>
                  <a:lnTo>
                    <a:pt x="12164" y="7376"/>
                  </a:lnTo>
                  <a:lnTo>
                    <a:pt x="12898" y="7183"/>
                  </a:lnTo>
                  <a:lnTo>
                    <a:pt x="13670" y="7067"/>
                  </a:lnTo>
                  <a:lnTo>
                    <a:pt x="14442" y="6990"/>
                  </a:lnTo>
                  <a:close/>
                  <a:moveTo>
                    <a:pt x="4518" y="1275"/>
                  </a:moveTo>
                  <a:lnTo>
                    <a:pt x="4016" y="1854"/>
                  </a:lnTo>
                  <a:lnTo>
                    <a:pt x="3591" y="2472"/>
                  </a:lnTo>
                  <a:lnTo>
                    <a:pt x="3244" y="3128"/>
                  </a:lnTo>
                  <a:lnTo>
                    <a:pt x="2935" y="3823"/>
                  </a:lnTo>
                  <a:lnTo>
                    <a:pt x="2665" y="4518"/>
                  </a:lnTo>
                  <a:lnTo>
                    <a:pt x="2472" y="5291"/>
                  </a:lnTo>
                  <a:lnTo>
                    <a:pt x="2317" y="6024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1"/>
                  </a:lnTo>
                  <a:lnTo>
                    <a:pt x="2279" y="9113"/>
                  </a:lnTo>
                  <a:lnTo>
                    <a:pt x="2356" y="9886"/>
                  </a:lnTo>
                  <a:lnTo>
                    <a:pt x="2549" y="10619"/>
                  </a:lnTo>
                  <a:lnTo>
                    <a:pt x="2742" y="11353"/>
                  </a:lnTo>
                  <a:lnTo>
                    <a:pt x="3012" y="12087"/>
                  </a:lnTo>
                  <a:lnTo>
                    <a:pt x="3283" y="12782"/>
                  </a:lnTo>
                  <a:lnTo>
                    <a:pt x="3089" y="12898"/>
                  </a:lnTo>
                  <a:lnTo>
                    <a:pt x="2935" y="13052"/>
                  </a:lnTo>
                  <a:lnTo>
                    <a:pt x="2819" y="13245"/>
                  </a:lnTo>
                  <a:lnTo>
                    <a:pt x="2703" y="13438"/>
                  </a:lnTo>
                  <a:lnTo>
                    <a:pt x="2394" y="13014"/>
                  </a:lnTo>
                  <a:lnTo>
                    <a:pt x="2047" y="12550"/>
                  </a:lnTo>
                  <a:lnTo>
                    <a:pt x="1777" y="12087"/>
                  </a:lnTo>
                  <a:lnTo>
                    <a:pt x="1506" y="11623"/>
                  </a:lnTo>
                  <a:lnTo>
                    <a:pt x="1275" y="11121"/>
                  </a:lnTo>
                  <a:lnTo>
                    <a:pt x="1043" y="10619"/>
                  </a:lnTo>
                  <a:lnTo>
                    <a:pt x="850" y="10117"/>
                  </a:lnTo>
                  <a:lnTo>
                    <a:pt x="734" y="9615"/>
                  </a:lnTo>
                  <a:lnTo>
                    <a:pt x="618" y="9113"/>
                  </a:lnTo>
                  <a:lnTo>
                    <a:pt x="541" y="8573"/>
                  </a:lnTo>
                  <a:lnTo>
                    <a:pt x="502" y="8032"/>
                  </a:lnTo>
                  <a:lnTo>
                    <a:pt x="502" y="7492"/>
                  </a:lnTo>
                  <a:lnTo>
                    <a:pt x="541" y="6951"/>
                  </a:lnTo>
                  <a:lnTo>
                    <a:pt x="618" y="6410"/>
                  </a:lnTo>
                  <a:lnTo>
                    <a:pt x="734" y="5870"/>
                  </a:lnTo>
                  <a:lnTo>
                    <a:pt x="927" y="5329"/>
                  </a:lnTo>
                  <a:lnTo>
                    <a:pt x="1197" y="4673"/>
                  </a:lnTo>
                  <a:lnTo>
                    <a:pt x="1506" y="4055"/>
                  </a:lnTo>
                  <a:lnTo>
                    <a:pt x="1892" y="3476"/>
                  </a:lnTo>
                  <a:lnTo>
                    <a:pt x="2356" y="2935"/>
                  </a:lnTo>
                  <a:lnTo>
                    <a:pt x="2819" y="2433"/>
                  </a:lnTo>
                  <a:lnTo>
                    <a:pt x="3360" y="2008"/>
                  </a:lnTo>
                  <a:lnTo>
                    <a:pt x="3900" y="1584"/>
                  </a:lnTo>
                  <a:lnTo>
                    <a:pt x="4518" y="1275"/>
                  </a:lnTo>
                  <a:close/>
                  <a:moveTo>
                    <a:pt x="3823" y="12975"/>
                  </a:moveTo>
                  <a:lnTo>
                    <a:pt x="4016" y="13052"/>
                  </a:lnTo>
                  <a:lnTo>
                    <a:pt x="4132" y="13168"/>
                  </a:lnTo>
                  <a:lnTo>
                    <a:pt x="4248" y="13284"/>
                  </a:lnTo>
                  <a:lnTo>
                    <a:pt x="4325" y="13438"/>
                  </a:lnTo>
                  <a:lnTo>
                    <a:pt x="4364" y="13631"/>
                  </a:lnTo>
                  <a:lnTo>
                    <a:pt x="4325" y="13786"/>
                  </a:lnTo>
                  <a:lnTo>
                    <a:pt x="4287" y="13940"/>
                  </a:lnTo>
                  <a:lnTo>
                    <a:pt x="4209" y="14095"/>
                  </a:lnTo>
                  <a:lnTo>
                    <a:pt x="3746" y="13824"/>
                  </a:lnTo>
                  <a:lnTo>
                    <a:pt x="3321" y="13477"/>
                  </a:lnTo>
                  <a:lnTo>
                    <a:pt x="3244" y="13438"/>
                  </a:lnTo>
                  <a:lnTo>
                    <a:pt x="3128" y="13438"/>
                  </a:lnTo>
                  <a:lnTo>
                    <a:pt x="3051" y="13477"/>
                  </a:lnTo>
                  <a:lnTo>
                    <a:pt x="2974" y="13515"/>
                  </a:lnTo>
                  <a:lnTo>
                    <a:pt x="3051" y="13361"/>
                  </a:lnTo>
                  <a:lnTo>
                    <a:pt x="3167" y="13245"/>
                  </a:lnTo>
                  <a:lnTo>
                    <a:pt x="3321" y="13129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9113" y="12859"/>
                  </a:moveTo>
                  <a:lnTo>
                    <a:pt x="9615" y="12898"/>
                  </a:lnTo>
                  <a:lnTo>
                    <a:pt x="10079" y="12975"/>
                  </a:lnTo>
                  <a:lnTo>
                    <a:pt x="10504" y="13014"/>
                  </a:lnTo>
                  <a:lnTo>
                    <a:pt x="11006" y="13129"/>
                  </a:lnTo>
                  <a:lnTo>
                    <a:pt x="11469" y="13245"/>
                  </a:lnTo>
                  <a:lnTo>
                    <a:pt x="11701" y="13361"/>
                  </a:lnTo>
                  <a:lnTo>
                    <a:pt x="11894" y="13477"/>
                  </a:lnTo>
                  <a:lnTo>
                    <a:pt x="11508" y="13786"/>
                  </a:lnTo>
                  <a:lnTo>
                    <a:pt x="11083" y="14017"/>
                  </a:lnTo>
                  <a:lnTo>
                    <a:pt x="10658" y="14249"/>
                  </a:lnTo>
                  <a:lnTo>
                    <a:pt x="10195" y="14442"/>
                  </a:lnTo>
                  <a:lnTo>
                    <a:pt x="9770" y="14635"/>
                  </a:lnTo>
                  <a:lnTo>
                    <a:pt x="9306" y="14751"/>
                  </a:lnTo>
                  <a:lnTo>
                    <a:pt x="8804" y="14867"/>
                  </a:lnTo>
                  <a:lnTo>
                    <a:pt x="8341" y="14944"/>
                  </a:lnTo>
                  <a:lnTo>
                    <a:pt x="7839" y="14983"/>
                  </a:lnTo>
                  <a:lnTo>
                    <a:pt x="7376" y="14983"/>
                  </a:lnTo>
                  <a:lnTo>
                    <a:pt x="6874" y="14944"/>
                  </a:lnTo>
                  <a:lnTo>
                    <a:pt x="6410" y="14867"/>
                  </a:lnTo>
                  <a:lnTo>
                    <a:pt x="5947" y="14790"/>
                  </a:lnTo>
                  <a:lnTo>
                    <a:pt x="5484" y="14674"/>
                  </a:lnTo>
                  <a:lnTo>
                    <a:pt x="5020" y="14481"/>
                  </a:lnTo>
                  <a:lnTo>
                    <a:pt x="4557" y="14288"/>
                  </a:lnTo>
                  <a:lnTo>
                    <a:pt x="4673" y="14017"/>
                  </a:lnTo>
                  <a:lnTo>
                    <a:pt x="4711" y="13747"/>
                  </a:lnTo>
                  <a:lnTo>
                    <a:pt x="4711" y="13593"/>
                  </a:lnTo>
                  <a:lnTo>
                    <a:pt x="5561" y="13322"/>
                  </a:lnTo>
                  <a:lnTo>
                    <a:pt x="6410" y="13091"/>
                  </a:lnTo>
                  <a:lnTo>
                    <a:pt x="7260" y="12936"/>
                  </a:lnTo>
                  <a:lnTo>
                    <a:pt x="8148" y="12859"/>
                  </a:lnTo>
                  <a:close/>
                  <a:moveTo>
                    <a:pt x="7569" y="0"/>
                  </a:moveTo>
                  <a:lnTo>
                    <a:pt x="6990" y="39"/>
                  </a:lnTo>
                  <a:lnTo>
                    <a:pt x="6410" y="116"/>
                  </a:lnTo>
                  <a:lnTo>
                    <a:pt x="5870" y="232"/>
                  </a:lnTo>
                  <a:lnTo>
                    <a:pt x="5291" y="386"/>
                  </a:lnTo>
                  <a:lnTo>
                    <a:pt x="4750" y="580"/>
                  </a:lnTo>
                  <a:lnTo>
                    <a:pt x="4248" y="811"/>
                  </a:lnTo>
                  <a:lnTo>
                    <a:pt x="3746" y="1120"/>
                  </a:lnTo>
                  <a:lnTo>
                    <a:pt x="3283" y="1429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1970" y="2588"/>
                  </a:lnTo>
                  <a:lnTo>
                    <a:pt x="1622" y="3012"/>
                  </a:lnTo>
                  <a:lnTo>
                    <a:pt x="1275" y="3514"/>
                  </a:lnTo>
                  <a:lnTo>
                    <a:pt x="966" y="4016"/>
                  </a:lnTo>
                  <a:lnTo>
                    <a:pt x="657" y="4595"/>
                  </a:lnTo>
                  <a:lnTo>
                    <a:pt x="425" y="5252"/>
                  </a:lnTo>
                  <a:lnTo>
                    <a:pt x="232" y="5908"/>
                  </a:lnTo>
                  <a:lnTo>
                    <a:pt x="116" y="6565"/>
                  </a:lnTo>
                  <a:lnTo>
                    <a:pt x="0" y="7221"/>
                  </a:lnTo>
                  <a:lnTo>
                    <a:pt x="0" y="7916"/>
                  </a:lnTo>
                  <a:lnTo>
                    <a:pt x="39" y="8611"/>
                  </a:lnTo>
                  <a:lnTo>
                    <a:pt x="116" y="9268"/>
                  </a:lnTo>
                  <a:lnTo>
                    <a:pt x="232" y="9924"/>
                  </a:lnTo>
                  <a:lnTo>
                    <a:pt x="425" y="10581"/>
                  </a:lnTo>
                  <a:lnTo>
                    <a:pt x="695" y="11237"/>
                  </a:lnTo>
                  <a:lnTo>
                    <a:pt x="966" y="11855"/>
                  </a:lnTo>
                  <a:lnTo>
                    <a:pt x="1313" y="12396"/>
                  </a:lnTo>
                  <a:lnTo>
                    <a:pt x="1738" y="12975"/>
                  </a:lnTo>
                  <a:lnTo>
                    <a:pt x="2201" y="13477"/>
                  </a:lnTo>
                  <a:lnTo>
                    <a:pt x="2703" y="13902"/>
                  </a:lnTo>
                  <a:lnTo>
                    <a:pt x="2742" y="13940"/>
                  </a:lnTo>
                  <a:lnTo>
                    <a:pt x="2819" y="13940"/>
                  </a:lnTo>
                  <a:lnTo>
                    <a:pt x="2896" y="13902"/>
                  </a:lnTo>
                  <a:lnTo>
                    <a:pt x="3167" y="14133"/>
                  </a:lnTo>
                  <a:lnTo>
                    <a:pt x="3437" y="14326"/>
                  </a:lnTo>
                  <a:lnTo>
                    <a:pt x="3785" y="14519"/>
                  </a:lnTo>
                  <a:lnTo>
                    <a:pt x="4093" y="14597"/>
                  </a:lnTo>
                  <a:lnTo>
                    <a:pt x="4518" y="14828"/>
                  </a:lnTo>
                  <a:lnTo>
                    <a:pt x="4943" y="14983"/>
                  </a:lnTo>
                  <a:lnTo>
                    <a:pt x="5406" y="15137"/>
                  </a:lnTo>
                  <a:lnTo>
                    <a:pt x="5870" y="15292"/>
                  </a:lnTo>
                  <a:lnTo>
                    <a:pt x="6333" y="15369"/>
                  </a:lnTo>
                  <a:lnTo>
                    <a:pt x="6797" y="15446"/>
                  </a:lnTo>
                  <a:lnTo>
                    <a:pt x="7260" y="15485"/>
                  </a:lnTo>
                  <a:lnTo>
                    <a:pt x="7723" y="15485"/>
                  </a:lnTo>
                  <a:lnTo>
                    <a:pt x="8225" y="15446"/>
                  </a:lnTo>
                  <a:lnTo>
                    <a:pt x="8689" y="15408"/>
                  </a:lnTo>
                  <a:lnTo>
                    <a:pt x="9152" y="15330"/>
                  </a:lnTo>
                  <a:lnTo>
                    <a:pt x="9615" y="15215"/>
                  </a:lnTo>
                  <a:lnTo>
                    <a:pt x="10079" y="15060"/>
                  </a:lnTo>
                  <a:lnTo>
                    <a:pt x="10504" y="14906"/>
                  </a:lnTo>
                  <a:lnTo>
                    <a:pt x="10928" y="14674"/>
                  </a:lnTo>
                  <a:lnTo>
                    <a:pt x="11353" y="14442"/>
                  </a:lnTo>
                  <a:lnTo>
                    <a:pt x="11855" y="14133"/>
                  </a:lnTo>
                  <a:lnTo>
                    <a:pt x="12318" y="13786"/>
                  </a:lnTo>
                  <a:lnTo>
                    <a:pt x="12705" y="13400"/>
                  </a:lnTo>
                  <a:lnTo>
                    <a:pt x="13091" y="12975"/>
                  </a:lnTo>
                  <a:lnTo>
                    <a:pt x="13438" y="12550"/>
                  </a:lnTo>
                  <a:lnTo>
                    <a:pt x="13747" y="12048"/>
                  </a:lnTo>
                  <a:lnTo>
                    <a:pt x="14056" y="11585"/>
                  </a:lnTo>
                  <a:lnTo>
                    <a:pt x="14288" y="11044"/>
                  </a:lnTo>
                  <a:lnTo>
                    <a:pt x="14481" y="10542"/>
                  </a:lnTo>
                  <a:lnTo>
                    <a:pt x="14674" y="10002"/>
                  </a:lnTo>
                  <a:lnTo>
                    <a:pt x="14790" y="9422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4983" y="7723"/>
                  </a:lnTo>
                  <a:lnTo>
                    <a:pt x="14983" y="7144"/>
                  </a:lnTo>
                  <a:lnTo>
                    <a:pt x="14906" y="6603"/>
                  </a:lnTo>
                  <a:lnTo>
                    <a:pt x="14828" y="5986"/>
                  </a:lnTo>
                  <a:lnTo>
                    <a:pt x="14674" y="5406"/>
                  </a:lnTo>
                  <a:lnTo>
                    <a:pt x="14481" y="4827"/>
                  </a:lnTo>
                  <a:lnTo>
                    <a:pt x="14249" y="4287"/>
                  </a:lnTo>
                  <a:lnTo>
                    <a:pt x="13979" y="3746"/>
                  </a:lnTo>
                  <a:lnTo>
                    <a:pt x="13631" y="3244"/>
                  </a:lnTo>
                  <a:lnTo>
                    <a:pt x="13284" y="2742"/>
                  </a:lnTo>
                  <a:lnTo>
                    <a:pt x="12898" y="2317"/>
                  </a:lnTo>
                  <a:lnTo>
                    <a:pt x="12512" y="1892"/>
                  </a:lnTo>
                  <a:lnTo>
                    <a:pt x="12048" y="1506"/>
                  </a:lnTo>
                  <a:lnTo>
                    <a:pt x="11546" y="1197"/>
                  </a:lnTo>
                  <a:lnTo>
                    <a:pt x="11044" y="888"/>
                  </a:lnTo>
                  <a:lnTo>
                    <a:pt x="10504" y="618"/>
                  </a:lnTo>
                  <a:lnTo>
                    <a:pt x="9963" y="386"/>
                  </a:lnTo>
                  <a:lnTo>
                    <a:pt x="9345" y="232"/>
                  </a:lnTo>
                  <a:lnTo>
                    <a:pt x="8766" y="116"/>
                  </a:lnTo>
                  <a:lnTo>
                    <a:pt x="8148" y="39"/>
                  </a:lnTo>
                  <a:lnTo>
                    <a:pt x="756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6509175" y="1566300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8" y="5870"/>
                  </a:lnTo>
                  <a:lnTo>
                    <a:pt x="7491" y="6024"/>
                  </a:lnTo>
                  <a:lnTo>
                    <a:pt x="7530" y="6140"/>
                  </a:lnTo>
                  <a:lnTo>
                    <a:pt x="7569" y="6256"/>
                  </a:lnTo>
                  <a:lnTo>
                    <a:pt x="7607" y="6372"/>
                  </a:lnTo>
                  <a:lnTo>
                    <a:pt x="7569" y="6488"/>
                  </a:lnTo>
                  <a:lnTo>
                    <a:pt x="7530" y="6565"/>
                  </a:lnTo>
                  <a:lnTo>
                    <a:pt x="7491" y="6681"/>
                  </a:lnTo>
                  <a:lnTo>
                    <a:pt x="7337" y="6796"/>
                  </a:lnTo>
                  <a:lnTo>
                    <a:pt x="7105" y="6912"/>
                  </a:lnTo>
                  <a:lnTo>
                    <a:pt x="6912" y="6912"/>
                  </a:lnTo>
                  <a:lnTo>
                    <a:pt x="6719" y="6835"/>
                  </a:lnTo>
                  <a:lnTo>
                    <a:pt x="6565" y="6681"/>
                  </a:lnTo>
                  <a:lnTo>
                    <a:pt x="6487" y="6488"/>
                  </a:lnTo>
                  <a:lnTo>
                    <a:pt x="6487" y="6294"/>
                  </a:lnTo>
                  <a:lnTo>
                    <a:pt x="6526" y="6101"/>
                  </a:lnTo>
                  <a:lnTo>
                    <a:pt x="6642" y="5908"/>
                  </a:lnTo>
                  <a:lnTo>
                    <a:pt x="6796" y="5754"/>
                  </a:lnTo>
                  <a:close/>
                  <a:moveTo>
                    <a:pt x="232" y="0"/>
                  </a:moveTo>
                  <a:lnTo>
                    <a:pt x="155" y="39"/>
                  </a:lnTo>
                  <a:lnTo>
                    <a:pt x="77" y="39"/>
                  </a:lnTo>
                  <a:lnTo>
                    <a:pt x="39" y="116"/>
                  </a:lnTo>
                  <a:lnTo>
                    <a:pt x="0" y="232"/>
                  </a:lnTo>
                  <a:lnTo>
                    <a:pt x="0" y="309"/>
                  </a:lnTo>
                  <a:lnTo>
                    <a:pt x="39" y="386"/>
                  </a:lnTo>
                  <a:lnTo>
                    <a:pt x="425" y="773"/>
                  </a:lnTo>
                  <a:lnTo>
                    <a:pt x="811" y="1120"/>
                  </a:lnTo>
                  <a:lnTo>
                    <a:pt x="1622" y="1777"/>
                  </a:lnTo>
                  <a:lnTo>
                    <a:pt x="3398" y="3205"/>
                  </a:lnTo>
                  <a:lnTo>
                    <a:pt x="4866" y="4441"/>
                  </a:lnTo>
                  <a:lnTo>
                    <a:pt x="5638" y="5020"/>
                  </a:lnTo>
                  <a:lnTo>
                    <a:pt x="6410" y="5599"/>
                  </a:lnTo>
                  <a:lnTo>
                    <a:pt x="6294" y="5677"/>
                  </a:lnTo>
                  <a:lnTo>
                    <a:pt x="6217" y="5792"/>
                  </a:lnTo>
                  <a:lnTo>
                    <a:pt x="6101" y="6101"/>
                  </a:lnTo>
                  <a:lnTo>
                    <a:pt x="6063" y="6410"/>
                  </a:lnTo>
                  <a:lnTo>
                    <a:pt x="6101" y="6681"/>
                  </a:lnTo>
                  <a:lnTo>
                    <a:pt x="6179" y="6835"/>
                  </a:lnTo>
                  <a:lnTo>
                    <a:pt x="6294" y="6990"/>
                  </a:lnTo>
                  <a:lnTo>
                    <a:pt x="6410" y="7144"/>
                  </a:lnTo>
                  <a:lnTo>
                    <a:pt x="6565" y="7221"/>
                  </a:lnTo>
                  <a:lnTo>
                    <a:pt x="6719" y="7298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8"/>
                  </a:lnTo>
                  <a:lnTo>
                    <a:pt x="7453" y="7260"/>
                  </a:lnTo>
                  <a:lnTo>
                    <a:pt x="7607" y="7144"/>
                  </a:lnTo>
                  <a:lnTo>
                    <a:pt x="7723" y="7028"/>
                  </a:lnTo>
                  <a:lnTo>
                    <a:pt x="7839" y="6912"/>
                  </a:lnTo>
                  <a:lnTo>
                    <a:pt x="7955" y="6758"/>
                  </a:lnTo>
                  <a:lnTo>
                    <a:pt x="7993" y="6565"/>
                  </a:lnTo>
                  <a:lnTo>
                    <a:pt x="8032" y="6410"/>
                  </a:lnTo>
                  <a:lnTo>
                    <a:pt x="8032" y="6217"/>
                  </a:lnTo>
                  <a:lnTo>
                    <a:pt x="7955" y="6024"/>
                  </a:lnTo>
                  <a:lnTo>
                    <a:pt x="7839" y="5870"/>
                  </a:lnTo>
                  <a:lnTo>
                    <a:pt x="7723" y="5715"/>
                  </a:lnTo>
                  <a:lnTo>
                    <a:pt x="7569" y="5599"/>
                  </a:lnTo>
                  <a:lnTo>
                    <a:pt x="7414" y="5522"/>
                  </a:lnTo>
                  <a:lnTo>
                    <a:pt x="7221" y="5445"/>
                  </a:lnTo>
                  <a:lnTo>
                    <a:pt x="7028" y="5445"/>
                  </a:lnTo>
                  <a:lnTo>
                    <a:pt x="6835" y="5484"/>
                  </a:lnTo>
                  <a:lnTo>
                    <a:pt x="6024" y="4711"/>
                  </a:lnTo>
                  <a:lnTo>
                    <a:pt x="5213" y="4016"/>
                  </a:lnTo>
                  <a:lnTo>
                    <a:pt x="3514" y="2626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4" y="309"/>
                  </a:lnTo>
                  <a:lnTo>
                    <a:pt x="309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2672775" y="1574975"/>
              <a:ext cx="84975" cy="94650"/>
            </a:xfrm>
            <a:custGeom>
              <a:avLst/>
              <a:gdLst/>
              <a:ahLst/>
              <a:cxnLst/>
              <a:rect l="l" t="t" r="r" b="b"/>
              <a:pathLst>
                <a:path w="3399" h="3786" extrusionOk="0">
                  <a:moveTo>
                    <a:pt x="78" y="1"/>
                  </a:moveTo>
                  <a:lnTo>
                    <a:pt x="1" y="78"/>
                  </a:lnTo>
                  <a:lnTo>
                    <a:pt x="1" y="117"/>
                  </a:lnTo>
                  <a:lnTo>
                    <a:pt x="348" y="889"/>
                  </a:lnTo>
                  <a:lnTo>
                    <a:pt x="812" y="1661"/>
                  </a:lnTo>
                  <a:lnTo>
                    <a:pt x="1275" y="2395"/>
                  </a:lnTo>
                  <a:lnTo>
                    <a:pt x="1738" y="3090"/>
                  </a:lnTo>
                  <a:lnTo>
                    <a:pt x="2009" y="3437"/>
                  </a:lnTo>
                  <a:lnTo>
                    <a:pt x="2202" y="3553"/>
                  </a:lnTo>
                  <a:lnTo>
                    <a:pt x="2395" y="3669"/>
                  </a:lnTo>
                  <a:lnTo>
                    <a:pt x="2588" y="3746"/>
                  </a:lnTo>
                  <a:lnTo>
                    <a:pt x="2781" y="3785"/>
                  </a:lnTo>
                  <a:lnTo>
                    <a:pt x="3013" y="3708"/>
                  </a:lnTo>
                  <a:lnTo>
                    <a:pt x="3206" y="3592"/>
                  </a:lnTo>
                  <a:lnTo>
                    <a:pt x="3322" y="3437"/>
                  </a:lnTo>
                  <a:lnTo>
                    <a:pt x="3399" y="3244"/>
                  </a:lnTo>
                  <a:lnTo>
                    <a:pt x="3399" y="3090"/>
                  </a:lnTo>
                  <a:lnTo>
                    <a:pt x="3399" y="2897"/>
                  </a:lnTo>
                  <a:lnTo>
                    <a:pt x="3360" y="2704"/>
                  </a:lnTo>
                  <a:lnTo>
                    <a:pt x="3283" y="2511"/>
                  </a:lnTo>
                  <a:lnTo>
                    <a:pt x="3128" y="2163"/>
                  </a:lnTo>
                  <a:lnTo>
                    <a:pt x="2935" y="2240"/>
                  </a:lnTo>
                  <a:lnTo>
                    <a:pt x="3051" y="2588"/>
                  </a:lnTo>
                  <a:lnTo>
                    <a:pt x="3090" y="2742"/>
                  </a:lnTo>
                  <a:lnTo>
                    <a:pt x="3128" y="2858"/>
                  </a:lnTo>
                  <a:lnTo>
                    <a:pt x="2897" y="3013"/>
                  </a:lnTo>
                  <a:lnTo>
                    <a:pt x="2665" y="3129"/>
                  </a:lnTo>
                  <a:lnTo>
                    <a:pt x="2511" y="3206"/>
                  </a:lnTo>
                  <a:lnTo>
                    <a:pt x="2318" y="3206"/>
                  </a:lnTo>
                  <a:lnTo>
                    <a:pt x="2202" y="3167"/>
                  </a:lnTo>
                  <a:lnTo>
                    <a:pt x="2047" y="3090"/>
                  </a:lnTo>
                  <a:lnTo>
                    <a:pt x="1931" y="2936"/>
                  </a:lnTo>
                  <a:lnTo>
                    <a:pt x="1854" y="2742"/>
                  </a:lnTo>
                  <a:lnTo>
                    <a:pt x="1700" y="2511"/>
                  </a:lnTo>
                  <a:lnTo>
                    <a:pt x="1082" y="1507"/>
                  </a:lnTo>
                  <a:lnTo>
                    <a:pt x="619" y="773"/>
                  </a:lnTo>
                  <a:lnTo>
                    <a:pt x="387" y="387"/>
                  </a:lnTo>
                  <a:lnTo>
                    <a:pt x="117" y="39"/>
                  </a:lnTo>
                  <a:lnTo>
                    <a:pt x="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4909550" y="1580775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8" y="5909"/>
                  </a:moveTo>
                  <a:lnTo>
                    <a:pt x="1082" y="5986"/>
                  </a:lnTo>
                  <a:lnTo>
                    <a:pt x="1236" y="6024"/>
                  </a:lnTo>
                  <a:lnTo>
                    <a:pt x="1390" y="6179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0" y="6797"/>
                  </a:lnTo>
                  <a:lnTo>
                    <a:pt x="1236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90"/>
                  </a:lnTo>
                  <a:lnTo>
                    <a:pt x="464" y="6835"/>
                  </a:lnTo>
                  <a:lnTo>
                    <a:pt x="425" y="6719"/>
                  </a:lnTo>
                  <a:lnTo>
                    <a:pt x="386" y="6642"/>
                  </a:lnTo>
                  <a:lnTo>
                    <a:pt x="348" y="6488"/>
                  </a:lnTo>
                  <a:lnTo>
                    <a:pt x="386" y="6372"/>
                  </a:lnTo>
                  <a:lnTo>
                    <a:pt x="425" y="6256"/>
                  </a:lnTo>
                  <a:lnTo>
                    <a:pt x="502" y="6179"/>
                  </a:lnTo>
                  <a:lnTo>
                    <a:pt x="695" y="6024"/>
                  </a:lnTo>
                  <a:lnTo>
                    <a:pt x="888" y="5909"/>
                  </a:lnTo>
                  <a:close/>
                  <a:moveTo>
                    <a:pt x="5908" y="0"/>
                  </a:moveTo>
                  <a:lnTo>
                    <a:pt x="5831" y="39"/>
                  </a:lnTo>
                  <a:lnTo>
                    <a:pt x="5522" y="309"/>
                  </a:lnTo>
                  <a:lnTo>
                    <a:pt x="5175" y="618"/>
                  </a:lnTo>
                  <a:lnTo>
                    <a:pt x="4596" y="1313"/>
                  </a:lnTo>
                  <a:lnTo>
                    <a:pt x="4016" y="2047"/>
                  </a:lnTo>
                  <a:lnTo>
                    <a:pt x="3437" y="2781"/>
                  </a:lnTo>
                  <a:lnTo>
                    <a:pt x="2279" y="4132"/>
                  </a:lnTo>
                  <a:lnTo>
                    <a:pt x="1738" y="4866"/>
                  </a:lnTo>
                  <a:lnTo>
                    <a:pt x="1197" y="5561"/>
                  </a:lnTo>
                  <a:lnTo>
                    <a:pt x="1043" y="5522"/>
                  </a:lnTo>
                  <a:lnTo>
                    <a:pt x="888" y="5522"/>
                  </a:lnTo>
                  <a:lnTo>
                    <a:pt x="773" y="5561"/>
                  </a:lnTo>
                  <a:lnTo>
                    <a:pt x="618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0" y="6333"/>
                  </a:lnTo>
                  <a:lnTo>
                    <a:pt x="0" y="6488"/>
                  </a:lnTo>
                  <a:lnTo>
                    <a:pt x="0" y="6604"/>
                  </a:lnTo>
                  <a:lnTo>
                    <a:pt x="39" y="6797"/>
                  </a:lnTo>
                  <a:lnTo>
                    <a:pt x="116" y="6990"/>
                  </a:lnTo>
                  <a:lnTo>
                    <a:pt x="193" y="7144"/>
                  </a:lnTo>
                  <a:lnTo>
                    <a:pt x="348" y="7260"/>
                  </a:lnTo>
                  <a:lnTo>
                    <a:pt x="502" y="7376"/>
                  </a:lnTo>
                  <a:lnTo>
                    <a:pt x="695" y="7453"/>
                  </a:lnTo>
                  <a:lnTo>
                    <a:pt x="1082" y="7453"/>
                  </a:lnTo>
                  <a:lnTo>
                    <a:pt x="1275" y="7415"/>
                  </a:lnTo>
                  <a:lnTo>
                    <a:pt x="1429" y="7299"/>
                  </a:lnTo>
                  <a:lnTo>
                    <a:pt x="1584" y="7183"/>
                  </a:lnTo>
                  <a:lnTo>
                    <a:pt x="1699" y="7067"/>
                  </a:lnTo>
                  <a:lnTo>
                    <a:pt x="1815" y="6874"/>
                  </a:lnTo>
                  <a:lnTo>
                    <a:pt x="1854" y="6681"/>
                  </a:lnTo>
                  <a:lnTo>
                    <a:pt x="1892" y="6526"/>
                  </a:lnTo>
                  <a:lnTo>
                    <a:pt x="1854" y="6333"/>
                  </a:lnTo>
                  <a:lnTo>
                    <a:pt x="1815" y="6179"/>
                  </a:lnTo>
                  <a:lnTo>
                    <a:pt x="1738" y="6024"/>
                  </a:lnTo>
                  <a:lnTo>
                    <a:pt x="1661" y="5909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2" y="4403"/>
                  </a:lnTo>
                  <a:lnTo>
                    <a:pt x="3939" y="3012"/>
                  </a:lnTo>
                  <a:lnTo>
                    <a:pt x="4480" y="2395"/>
                  </a:lnTo>
                  <a:lnTo>
                    <a:pt x="5098" y="1700"/>
                  </a:lnTo>
                  <a:lnTo>
                    <a:pt x="5638" y="1043"/>
                  </a:lnTo>
                  <a:lnTo>
                    <a:pt x="5908" y="657"/>
                  </a:lnTo>
                  <a:lnTo>
                    <a:pt x="6101" y="309"/>
                  </a:lnTo>
                  <a:lnTo>
                    <a:pt x="6140" y="194"/>
                  </a:lnTo>
                  <a:lnTo>
                    <a:pt x="6063" y="78"/>
                  </a:lnTo>
                  <a:lnTo>
                    <a:pt x="598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4655650" y="160877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4"/>
                  </a:lnTo>
                  <a:lnTo>
                    <a:pt x="7531" y="6140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1" y="6565"/>
                  </a:lnTo>
                  <a:lnTo>
                    <a:pt x="7492" y="6681"/>
                  </a:lnTo>
                  <a:lnTo>
                    <a:pt x="7337" y="6796"/>
                  </a:lnTo>
                  <a:lnTo>
                    <a:pt x="7106" y="6912"/>
                  </a:lnTo>
                  <a:lnTo>
                    <a:pt x="6913" y="6912"/>
                  </a:lnTo>
                  <a:lnTo>
                    <a:pt x="6720" y="6835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7" y="6101"/>
                  </a:lnTo>
                  <a:lnTo>
                    <a:pt x="6642" y="5908"/>
                  </a:lnTo>
                  <a:lnTo>
                    <a:pt x="6797" y="5754"/>
                  </a:lnTo>
                  <a:close/>
                  <a:moveTo>
                    <a:pt x="232" y="0"/>
                  </a:moveTo>
                  <a:lnTo>
                    <a:pt x="155" y="39"/>
                  </a:lnTo>
                  <a:lnTo>
                    <a:pt x="78" y="39"/>
                  </a:lnTo>
                  <a:lnTo>
                    <a:pt x="39" y="116"/>
                  </a:lnTo>
                  <a:lnTo>
                    <a:pt x="1" y="232"/>
                  </a:lnTo>
                  <a:lnTo>
                    <a:pt x="1" y="309"/>
                  </a:lnTo>
                  <a:lnTo>
                    <a:pt x="39" y="386"/>
                  </a:lnTo>
                  <a:lnTo>
                    <a:pt x="425" y="773"/>
                  </a:lnTo>
                  <a:lnTo>
                    <a:pt x="812" y="1120"/>
                  </a:lnTo>
                  <a:lnTo>
                    <a:pt x="1622" y="1777"/>
                  </a:lnTo>
                  <a:lnTo>
                    <a:pt x="3399" y="3205"/>
                  </a:lnTo>
                  <a:lnTo>
                    <a:pt x="4866" y="4441"/>
                  </a:lnTo>
                  <a:lnTo>
                    <a:pt x="5638" y="5020"/>
                  </a:lnTo>
                  <a:lnTo>
                    <a:pt x="6411" y="5599"/>
                  </a:lnTo>
                  <a:lnTo>
                    <a:pt x="6295" y="5677"/>
                  </a:lnTo>
                  <a:lnTo>
                    <a:pt x="6218" y="5793"/>
                  </a:lnTo>
                  <a:lnTo>
                    <a:pt x="6102" y="6101"/>
                  </a:lnTo>
                  <a:lnTo>
                    <a:pt x="6063" y="6410"/>
                  </a:lnTo>
                  <a:lnTo>
                    <a:pt x="6102" y="6681"/>
                  </a:lnTo>
                  <a:lnTo>
                    <a:pt x="6179" y="6835"/>
                  </a:lnTo>
                  <a:lnTo>
                    <a:pt x="6295" y="6990"/>
                  </a:lnTo>
                  <a:lnTo>
                    <a:pt x="6411" y="7144"/>
                  </a:lnTo>
                  <a:lnTo>
                    <a:pt x="6565" y="7221"/>
                  </a:lnTo>
                  <a:lnTo>
                    <a:pt x="6720" y="7298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8"/>
                  </a:lnTo>
                  <a:lnTo>
                    <a:pt x="7453" y="7260"/>
                  </a:lnTo>
                  <a:lnTo>
                    <a:pt x="7608" y="7144"/>
                  </a:lnTo>
                  <a:lnTo>
                    <a:pt x="7724" y="7028"/>
                  </a:lnTo>
                  <a:lnTo>
                    <a:pt x="7839" y="6912"/>
                  </a:lnTo>
                  <a:lnTo>
                    <a:pt x="7955" y="6758"/>
                  </a:lnTo>
                  <a:lnTo>
                    <a:pt x="7994" y="6565"/>
                  </a:lnTo>
                  <a:lnTo>
                    <a:pt x="8033" y="6410"/>
                  </a:lnTo>
                  <a:lnTo>
                    <a:pt x="8033" y="6217"/>
                  </a:lnTo>
                  <a:lnTo>
                    <a:pt x="7955" y="6024"/>
                  </a:lnTo>
                  <a:lnTo>
                    <a:pt x="7839" y="5870"/>
                  </a:lnTo>
                  <a:lnTo>
                    <a:pt x="7724" y="5715"/>
                  </a:lnTo>
                  <a:lnTo>
                    <a:pt x="7569" y="5599"/>
                  </a:lnTo>
                  <a:lnTo>
                    <a:pt x="7415" y="5522"/>
                  </a:lnTo>
                  <a:lnTo>
                    <a:pt x="7222" y="5445"/>
                  </a:lnTo>
                  <a:lnTo>
                    <a:pt x="7029" y="5445"/>
                  </a:lnTo>
                  <a:lnTo>
                    <a:pt x="6835" y="5484"/>
                  </a:lnTo>
                  <a:lnTo>
                    <a:pt x="6025" y="4711"/>
                  </a:lnTo>
                  <a:lnTo>
                    <a:pt x="5214" y="4016"/>
                  </a:lnTo>
                  <a:lnTo>
                    <a:pt x="3515" y="2626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4" y="309"/>
                  </a:lnTo>
                  <a:lnTo>
                    <a:pt x="310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781625" y="1619400"/>
              <a:ext cx="153500" cy="186325"/>
            </a:xfrm>
            <a:custGeom>
              <a:avLst/>
              <a:gdLst/>
              <a:ahLst/>
              <a:cxnLst/>
              <a:rect l="l" t="t" r="r" b="b"/>
              <a:pathLst>
                <a:path w="6140" h="7453" extrusionOk="0">
                  <a:moveTo>
                    <a:pt x="888" y="5908"/>
                  </a:moveTo>
                  <a:lnTo>
                    <a:pt x="1081" y="5985"/>
                  </a:lnTo>
                  <a:lnTo>
                    <a:pt x="1236" y="6024"/>
                  </a:lnTo>
                  <a:lnTo>
                    <a:pt x="1390" y="6178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0" y="6796"/>
                  </a:lnTo>
                  <a:lnTo>
                    <a:pt x="1236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89"/>
                  </a:lnTo>
                  <a:lnTo>
                    <a:pt x="464" y="6835"/>
                  </a:lnTo>
                  <a:lnTo>
                    <a:pt x="425" y="6719"/>
                  </a:lnTo>
                  <a:lnTo>
                    <a:pt x="386" y="6642"/>
                  </a:lnTo>
                  <a:lnTo>
                    <a:pt x="348" y="6487"/>
                  </a:lnTo>
                  <a:lnTo>
                    <a:pt x="386" y="6371"/>
                  </a:lnTo>
                  <a:lnTo>
                    <a:pt x="425" y="6256"/>
                  </a:lnTo>
                  <a:lnTo>
                    <a:pt x="502" y="6178"/>
                  </a:lnTo>
                  <a:lnTo>
                    <a:pt x="695" y="6024"/>
                  </a:lnTo>
                  <a:lnTo>
                    <a:pt x="888" y="5908"/>
                  </a:lnTo>
                  <a:close/>
                  <a:moveTo>
                    <a:pt x="5908" y="0"/>
                  </a:moveTo>
                  <a:lnTo>
                    <a:pt x="5831" y="39"/>
                  </a:lnTo>
                  <a:lnTo>
                    <a:pt x="5522" y="309"/>
                  </a:lnTo>
                  <a:lnTo>
                    <a:pt x="5175" y="618"/>
                  </a:lnTo>
                  <a:lnTo>
                    <a:pt x="4595" y="1313"/>
                  </a:lnTo>
                  <a:lnTo>
                    <a:pt x="4016" y="2047"/>
                  </a:lnTo>
                  <a:lnTo>
                    <a:pt x="3437" y="2780"/>
                  </a:lnTo>
                  <a:lnTo>
                    <a:pt x="2278" y="4132"/>
                  </a:lnTo>
                  <a:lnTo>
                    <a:pt x="1738" y="4866"/>
                  </a:lnTo>
                  <a:lnTo>
                    <a:pt x="1197" y="5561"/>
                  </a:lnTo>
                  <a:lnTo>
                    <a:pt x="1043" y="5522"/>
                  </a:lnTo>
                  <a:lnTo>
                    <a:pt x="888" y="5522"/>
                  </a:lnTo>
                  <a:lnTo>
                    <a:pt x="772" y="5561"/>
                  </a:lnTo>
                  <a:lnTo>
                    <a:pt x="618" y="5599"/>
                  </a:lnTo>
                  <a:lnTo>
                    <a:pt x="541" y="5676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0" y="6333"/>
                  </a:lnTo>
                  <a:lnTo>
                    <a:pt x="0" y="6487"/>
                  </a:lnTo>
                  <a:lnTo>
                    <a:pt x="0" y="6603"/>
                  </a:lnTo>
                  <a:lnTo>
                    <a:pt x="39" y="6796"/>
                  </a:lnTo>
                  <a:lnTo>
                    <a:pt x="116" y="6989"/>
                  </a:lnTo>
                  <a:lnTo>
                    <a:pt x="193" y="7144"/>
                  </a:lnTo>
                  <a:lnTo>
                    <a:pt x="348" y="7260"/>
                  </a:lnTo>
                  <a:lnTo>
                    <a:pt x="502" y="7375"/>
                  </a:lnTo>
                  <a:lnTo>
                    <a:pt x="695" y="7453"/>
                  </a:lnTo>
                  <a:lnTo>
                    <a:pt x="1081" y="7453"/>
                  </a:lnTo>
                  <a:lnTo>
                    <a:pt x="1274" y="7414"/>
                  </a:lnTo>
                  <a:lnTo>
                    <a:pt x="1429" y="7298"/>
                  </a:lnTo>
                  <a:lnTo>
                    <a:pt x="1583" y="7182"/>
                  </a:lnTo>
                  <a:lnTo>
                    <a:pt x="1699" y="7067"/>
                  </a:lnTo>
                  <a:lnTo>
                    <a:pt x="1815" y="6873"/>
                  </a:lnTo>
                  <a:lnTo>
                    <a:pt x="1854" y="6680"/>
                  </a:lnTo>
                  <a:lnTo>
                    <a:pt x="1892" y="6526"/>
                  </a:lnTo>
                  <a:lnTo>
                    <a:pt x="1854" y="6333"/>
                  </a:lnTo>
                  <a:lnTo>
                    <a:pt x="1815" y="6178"/>
                  </a:lnTo>
                  <a:lnTo>
                    <a:pt x="1738" y="6024"/>
                  </a:lnTo>
                  <a:lnTo>
                    <a:pt x="1661" y="5908"/>
                  </a:lnTo>
                  <a:lnTo>
                    <a:pt x="1545" y="5792"/>
                  </a:lnTo>
                  <a:lnTo>
                    <a:pt x="2163" y="5097"/>
                  </a:lnTo>
                  <a:lnTo>
                    <a:pt x="2742" y="4402"/>
                  </a:lnTo>
                  <a:lnTo>
                    <a:pt x="3939" y="3012"/>
                  </a:lnTo>
                  <a:lnTo>
                    <a:pt x="4479" y="2394"/>
                  </a:lnTo>
                  <a:lnTo>
                    <a:pt x="5097" y="1699"/>
                  </a:lnTo>
                  <a:lnTo>
                    <a:pt x="5638" y="1043"/>
                  </a:lnTo>
                  <a:lnTo>
                    <a:pt x="5908" y="657"/>
                  </a:lnTo>
                  <a:lnTo>
                    <a:pt x="6101" y="309"/>
                  </a:lnTo>
                  <a:lnTo>
                    <a:pt x="6140" y="193"/>
                  </a:lnTo>
                  <a:lnTo>
                    <a:pt x="6063" y="77"/>
                  </a:lnTo>
                  <a:lnTo>
                    <a:pt x="598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1926550" y="1629050"/>
              <a:ext cx="67600" cy="76275"/>
            </a:xfrm>
            <a:custGeom>
              <a:avLst/>
              <a:gdLst/>
              <a:ahLst/>
              <a:cxnLst/>
              <a:rect l="l" t="t" r="r" b="b"/>
              <a:pathLst>
                <a:path w="2704" h="3051" extrusionOk="0">
                  <a:moveTo>
                    <a:pt x="1159" y="425"/>
                  </a:moveTo>
                  <a:lnTo>
                    <a:pt x="1429" y="502"/>
                  </a:lnTo>
                  <a:lnTo>
                    <a:pt x="1661" y="618"/>
                  </a:lnTo>
                  <a:lnTo>
                    <a:pt x="1854" y="773"/>
                  </a:lnTo>
                  <a:lnTo>
                    <a:pt x="2008" y="966"/>
                  </a:lnTo>
                  <a:lnTo>
                    <a:pt x="2124" y="1120"/>
                  </a:lnTo>
                  <a:lnTo>
                    <a:pt x="2201" y="1313"/>
                  </a:lnTo>
                  <a:lnTo>
                    <a:pt x="2317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1" y="2394"/>
                  </a:lnTo>
                  <a:lnTo>
                    <a:pt x="2047" y="2278"/>
                  </a:lnTo>
                  <a:lnTo>
                    <a:pt x="1622" y="2047"/>
                  </a:lnTo>
                  <a:lnTo>
                    <a:pt x="1236" y="1892"/>
                  </a:lnTo>
                  <a:lnTo>
                    <a:pt x="1004" y="1776"/>
                  </a:lnTo>
                  <a:lnTo>
                    <a:pt x="811" y="1661"/>
                  </a:lnTo>
                  <a:lnTo>
                    <a:pt x="618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1"/>
                  </a:lnTo>
                  <a:lnTo>
                    <a:pt x="541" y="657"/>
                  </a:lnTo>
                  <a:lnTo>
                    <a:pt x="618" y="579"/>
                  </a:lnTo>
                  <a:lnTo>
                    <a:pt x="695" y="502"/>
                  </a:lnTo>
                  <a:lnTo>
                    <a:pt x="811" y="464"/>
                  </a:lnTo>
                  <a:lnTo>
                    <a:pt x="927" y="425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1"/>
                  </a:lnTo>
                  <a:lnTo>
                    <a:pt x="193" y="425"/>
                  </a:lnTo>
                  <a:lnTo>
                    <a:pt x="78" y="618"/>
                  </a:lnTo>
                  <a:lnTo>
                    <a:pt x="0" y="811"/>
                  </a:lnTo>
                  <a:lnTo>
                    <a:pt x="0" y="1004"/>
                  </a:lnTo>
                  <a:lnTo>
                    <a:pt x="0" y="1236"/>
                  </a:lnTo>
                  <a:lnTo>
                    <a:pt x="39" y="1429"/>
                  </a:lnTo>
                  <a:lnTo>
                    <a:pt x="155" y="1622"/>
                  </a:lnTo>
                  <a:lnTo>
                    <a:pt x="387" y="1854"/>
                  </a:lnTo>
                  <a:lnTo>
                    <a:pt x="618" y="2047"/>
                  </a:lnTo>
                  <a:lnTo>
                    <a:pt x="889" y="2201"/>
                  </a:lnTo>
                  <a:lnTo>
                    <a:pt x="1197" y="2317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8" y="2742"/>
                  </a:lnTo>
                  <a:lnTo>
                    <a:pt x="2201" y="2974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0" y="3012"/>
                  </a:lnTo>
                  <a:lnTo>
                    <a:pt x="2588" y="2974"/>
                  </a:lnTo>
                  <a:lnTo>
                    <a:pt x="2626" y="2896"/>
                  </a:lnTo>
                  <a:lnTo>
                    <a:pt x="2703" y="2317"/>
                  </a:lnTo>
                  <a:lnTo>
                    <a:pt x="2703" y="2008"/>
                  </a:lnTo>
                  <a:lnTo>
                    <a:pt x="2703" y="1699"/>
                  </a:lnTo>
                  <a:lnTo>
                    <a:pt x="2626" y="1429"/>
                  </a:lnTo>
                  <a:lnTo>
                    <a:pt x="2549" y="1120"/>
                  </a:lnTo>
                  <a:lnTo>
                    <a:pt x="2433" y="850"/>
                  </a:lnTo>
                  <a:lnTo>
                    <a:pt x="2279" y="579"/>
                  </a:lnTo>
                  <a:lnTo>
                    <a:pt x="2124" y="425"/>
                  </a:lnTo>
                  <a:lnTo>
                    <a:pt x="1931" y="271"/>
                  </a:lnTo>
                  <a:lnTo>
                    <a:pt x="1699" y="116"/>
                  </a:lnTo>
                  <a:lnTo>
                    <a:pt x="1506" y="39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3904600" y="1635800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0" y="194"/>
                  </a:lnTo>
                  <a:lnTo>
                    <a:pt x="2240" y="309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1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9" y="4866"/>
                  </a:lnTo>
                  <a:lnTo>
                    <a:pt x="888" y="4827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80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527725" y="164737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5"/>
                  </a:lnTo>
                  <a:lnTo>
                    <a:pt x="7530" y="6141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0" y="6565"/>
                  </a:lnTo>
                  <a:lnTo>
                    <a:pt x="7492" y="6681"/>
                  </a:lnTo>
                  <a:lnTo>
                    <a:pt x="7337" y="6797"/>
                  </a:lnTo>
                  <a:lnTo>
                    <a:pt x="7106" y="6913"/>
                  </a:lnTo>
                  <a:lnTo>
                    <a:pt x="6913" y="6913"/>
                  </a:lnTo>
                  <a:lnTo>
                    <a:pt x="6719" y="6836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6" y="6102"/>
                  </a:lnTo>
                  <a:lnTo>
                    <a:pt x="6642" y="5909"/>
                  </a:lnTo>
                  <a:lnTo>
                    <a:pt x="6797" y="5754"/>
                  </a:lnTo>
                  <a:close/>
                  <a:moveTo>
                    <a:pt x="232" y="1"/>
                  </a:moveTo>
                  <a:lnTo>
                    <a:pt x="155" y="40"/>
                  </a:lnTo>
                  <a:lnTo>
                    <a:pt x="78" y="40"/>
                  </a:lnTo>
                  <a:lnTo>
                    <a:pt x="39" y="117"/>
                  </a:lnTo>
                  <a:lnTo>
                    <a:pt x="0" y="233"/>
                  </a:lnTo>
                  <a:lnTo>
                    <a:pt x="0" y="310"/>
                  </a:lnTo>
                  <a:lnTo>
                    <a:pt x="39" y="387"/>
                  </a:lnTo>
                  <a:lnTo>
                    <a:pt x="425" y="773"/>
                  </a:lnTo>
                  <a:lnTo>
                    <a:pt x="811" y="1121"/>
                  </a:lnTo>
                  <a:lnTo>
                    <a:pt x="1622" y="1777"/>
                  </a:lnTo>
                  <a:lnTo>
                    <a:pt x="3399" y="3206"/>
                  </a:lnTo>
                  <a:lnTo>
                    <a:pt x="4866" y="4442"/>
                  </a:lnTo>
                  <a:lnTo>
                    <a:pt x="5638" y="5021"/>
                  </a:lnTo>
                  <a:lnTo>
                    <a:pt x="6411" y="5600"/>
                  </a:lnTo>
                  <a:lnTo>
                    <a:pt x="6295" y="5677"/>
                  </a:lnTo>
                  <a:lnTo>
                    <a:pt x="6217" y="5793"/>
                  </a:lnTo>
                  <a:lnTo>
                    <a:pt x="6102" y="6102"/>
                  </a:lnTo>
                  <a:lnTo>
                    <a:pt x="6063" y="6411"/>
                  </a:lnTo>
                  <a:lnTo>
                    <a:pt x="6102" y="6681"/>
                  </a:lnTo>
                  <a:lnTo>
                    <a:pt x="6179" y="6836"/>
                  </a:lnTo>
                  <a:lnTo>
                    <a:pt x="6295" y="6990"/>
                  </a:lnTo>
                  <a:lnTo>
                    <a:pt x="6411" y="7145"/>
                  </a:lnTo>
                  <a:lnTo>
                    <a:pt x="6565" y="7222"/>
                  </a:lnTo>
                  <a:lnTo>
                    <a:pt x="6719" y="7299"/>
                  </a:lnTo>
                  <a:lnTo>
                    <a:pt x="6874" y="7338"/>
                  </a:lnTo>
                  <a:lnTo>
                    <a:pt x="7067" y="7338"/>
                  </a:lnTo>
                  <a:lnTo>
                    <a:pt x="7260" y="7299"/>
                  </a:lnTo>
                  <a:lnTo>
                    <a:pt x="7453" y="7260"/>
                  </a:lnTo>
                  <a:lnTo>
                    <a:pt x="7608" y="7145"/>
                  </a:lnTo>
                  <a:lnTo>
                    <a:pt x="7723" y="7029"/>
                  </a:lnTo>
                  <a:lnTo>
                    <a:pt x="7839" y="6913"/>
                  </a:lnTo>
                  <a:lnTo>
                    <a:pt x="7955" y="6758"/>
                  </a:lnTo>
                  <a:lnTo>
                    <a:pt x="7994" y="6565"/>
                  </a:lnTo>
                  <a:lnTo>
                    <a:pt x="8032" y="6411"/>
                  </a:lnTo>
                  <a:lnTo>
                    <a:pt x="8032" y="6218"/>
                  </a:lnTo>
                  <a:lnTo>
                    <a:pt x="7955" y="6025"/>
                  </a:lnTo>
                  <a:lnTo>
                    <a:pt x="7839" y="5870"/>
                  </a:lnTo>
                  <a:lnTo>
                    <a:pt x="7723" y="5716"/>
                  </a:lnTo>
                  <a:lnTo>
                    <a:pt x="7569" y="5600"/>
                  </a:lnTo>
                  <a:lnTo>
                    <a:pt x="7415" y="5523"/>
                  </a:lnTo>
                  <a:lnTo>
                    <a:pt x="7221" y="5446"/>
                  </a:lnTo>
                  <a:lnTo>
                    <a:pt x="7028" y="5446"/>
                  </a:lnTo>
                  <a:lnTo>
                    <a:pt x="6835" y="5484"/>
                  </a:lnTo>
                  <a:lnTo>
                    <a:pt x="6024" y="4712"/>
                  </a:lnTo>
                  <a:lnTo>
                    <a:pt x="5213" y="4017"/>
                  </a:lnTo>
                  <a:lnTo>
                    <a:pt x="3514" y="2627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9"/>
                  </a:lnTo>
                  <a:lnTo>
                    <a:pt x="734" y="310"/>
                  </a:lnTo>
                  <a:lnTo>
                    <a:pt x="309" y="40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5813125" y="1664750"/>
              <a:ext cx="61825" cy="89825"/>
            </a:xfrm>
            <a:custGeom>
              <a:avLst/>
              <a:gdLst/>
              <a:ahLst/>
              <a:cxnLst/>
              <a:rect l="l" t="t" r="r" b="b"/>
              <a:pathLst>
                <a:path w="2473" h="3593" extrusionOk="0">
                  <a:moveTo>
                    <a:pt x="1082" y="1"/>
                  </a:moveTo>
                  <a:lnTo>
                    <a:pt x="1005" y="40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3"/>
                  </a:lnTo>
                  <a:lnTo>
                    <a:pt x="850" y="233"/>
                  </a:lnTo>
                  <a:lnTo>
                    <a:pt x="773" y="271"/>
                  </a:lnTo>
                  <a:lnTo>
                    <a:pt x="735" y="348"/>
                  </a:lnTo>
                  <a:lnTo>
                    <a:pt x="696" y="426"/>
                  </a:lnTo>
                  <a:lnTo>
                    <a:pt x="696" y="503"/>
                  </a:lnTo>
                  <a:lnTo>
                    <a:pt x="735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2"/>
                  </a:lnTo>
                  <a:lnTo>
                    <a:pt x="1275" y="928"/>
                  </a:lnTo>
                  <a:lnTo>
                    <a:pt x="1468" y="1082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2"/>
                  </a:lnTo>
                  <a:lnTo>
                    <a:pt x="1932" y="2163"/>
                  </a:lnTo>
                  <a:lnTo>
                    <a:pt x="1932" y="2434"/>
                  </a:lnTo>
                  <a:lnTo>
                    <a:pt x="1816" y="2743"/>
                  </a:lnTo>
                  <a:lnTo>
                    <a:pt x="1739" y="2858"/>
                  </a:lnTo>
                  <a:lnTo>
                    <a:pt x="1661" y="2974"/>
                  </a:lnTo>
                  <a:lnTo>
                    <a:pt x="1545" y="3052"/>
                  </a:lnTo>
                  <a:lnTo>
                    <a:pt x="1391" y="3129"/>
                  </a:lnTo>
                  <a:lnTo>
                    <a:pt x="1198" y="3129"/>
                  </a:lnTo>
                  <a:lnTo>
                    <a:pt x="1043" y="3090"/>
                  </a:lnTo>
                  <a:lnTo>
                    <a:pt x="928" y="3013"/>
                  </a:lnTo>
                  <a:lnTo>
                    <a:pt x="850" y="2897"/>
                  </a:lnTo>
                  <a:lnTo>
                    <a:pt x="812" y="2743"/>
                  </a:lnTo>
                  <a:lnTo>
                    <a:pt x="850" y="2588"/>
                  </a:lnTo>
                  <a:lnTo>
                    <a:pt x="928" y="2434"/>
                  </a:lnTo>
                  <a:lnTo>
                    <a:pt x="1043" y="2318"/>
                  </a:lnTo>
                  <a:lnTo>
                    <a:pt x="1159" y="2241"/>
                  </a:lnTo>
                  <a:lnTo>
                    <a:pt x="1159" y="2125"/>
                  </a:lnTo>
                  <a:lnTo>
                    <a:pt x="1121" y="2009"/>
                  </a:lnTo>
                  <a:lnTo>
                    <a:pt x="1043" y="1932"/>
                  </a:lnTo>
                  <a:lnTo>
                    <a:pt x="657" y="1623"/>
                  </a:lnTo>
                  <a:lnTo>
                    <a:pt x="426" y="1468"/>
                  </a:lnTo>
                  <a:lnTo>
                    <a:pt x="194" y="1314"/>
                  </a:lnTo>
                  <a:lnTo>
                    <a:pt x="1" y="1623"/>
                  </a:lnTo>
                  <a:lnTo>
                    <a:pt x="271" y="1893"/>
                  </a:lnTo>
                  <a:lnTo>
                    <a:pt x="580" y="2125"/>
                  </a:lnTo>
                  <a:lnTo>
                    <a:pt x="426" y="2356"/>
                  </a:lnTo>
                  <a:lnTo>
                    <a:pt x="348" y="2627"/>
                  </a:lnTo>
                  <a:lnTo>
                    <a:pt x="310" y="2897"/>
                  </a:lnTo>
                  <a:lnTo>
                    <a:pt x="348" y="3052"/>
                  </a:lnTo>
                  <a:lnTo>
                    <a:pt x="426" y="3167"/>
                  </a:lnTo>
                  <a:lnTo>
                    <a:pt x="541" y="3322"/>
                  </a:lnTo>
                  <a:lnTo>
                    <a:pt x="696" y="3476"/>
                  </a:lnTo>
                  <a:lnTo>
                    <a:pt x="889" y="3554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4"/>
                  </a:lnTo>
                  <a:lnTo>
                    <a:pt x="1700" y="3515"/>
                  </a:lnTo>
                  <a:lnTo>
                    <a:pt x="1854" y="3399"/>
                  </a:lnTo>
                  <a:lnTo>
                    <a:pt x="2047" y="3245"/>
                  </a:lnTo>
                  <a:lnTo>
                    <a:pt x="2202" y="3052"/>
                  </a:lnTo>
                  <a:lnTo>
                    <a:pt x="2318" y="2858"/>
                  </a:lnTo>
                  <a:lnTo>
                    <a:pt x="2395" y="2665"/>
                  </a:lnTo>
                  <a:lnTo>
                    <a:pt x="2434" y="2472"/>
                  </a:lnTo>
                  <a:lnTo>
                    <a:pt x="2472" y="2241"/>
                  </a:lnTo>
                  <a:lnTo>
                    <a:pt x="2434" y="2009"/>
                  </a:lnTo>
                  <a:lnTo>
                    <a:pt x="2395" y="1816"/>
                  </a:lnTo>
                  <a:lnTo>
                    <a:pt x="2318" y="1584"/>
                  </a:lnTo>
                  <a:lnTo>
                    <a:pt x="2202" y="1391"/>
                  </a:lnTo>
                  <a:lnTo>
                    <a:pt x="1970" y="1005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4153650" y="167055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2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40" y="232"/>
                  </a:lnTo>
                  <a:lnTo>
                    <a:pt x="1" y="271"/>
                  </a:lnTo>
                  <a:lnTo>
                    <a:pt x="40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4" y="232"/>
                  </a:lnTo>
                  <a:lnTo>
                    <a:pt x="1005" y="155"/>
                  </a:lnTo>
                  <a:lnTo>
                    <a:pt x="966" y="116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4055200" y="1676350"/>
              <a:ext cx="21250" cy="8700"/>
            </a:xfrm>
            <a:custGeom>
              <a:avLst/>
              <a:gdLst/>
              <a:ahLst/>
              <a:cxnLst/>
              <a:rect l="l" t="t" r="r" b="b"/>
              <a:pathLst>
                <a:path w="850" h="348" extrusionOk="0">
                  <a:moveTo>
                    <a:pt x="425" y="0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0" y="193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3"/>
                  </a:lnTo>
                  <a:lnTo>
                    <a:pt x="811" y="78"/>
                  </a:lnTo>
                  <a:lnTo>
                    <a:pt x="73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5417325" y="168890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1" y="232"/>
                  </a:lnTo>
                  <a:lnTo>
                    <a:pt x="503" y="966"/>
                  </a:lnTo>
                  <a:lnTo>
                    <a:pt x="1043" y="1622"/>
                  </a:lnTo>
                  <a:lnTo>
                    <a:pt x="1700" y="2279"/>
                  </a:lnTo>
                  <a:lnTo>
                    <a:pt x="2356" y="2858"/>
                  </a:lnTo>
                  <a:lnTo>
                    <a:pt x="3090" y="3398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5" y="4982"/>
                  </a:lnTo>
                  <a:lnTo>
                    <a:pt x="8998" y="4943"/>
                  </a:lnTo>
                  <a:lnTo>
                    <a:pt x="9423" y="4866"/>
                  </a:lnTo>
                  <a:lnTo>
                    <a:pt x="9848" y="4789"/>
                  </a:lnTo>
                  <a:lnTo>
                    <a:pt x="10272" y="4673"/>
                  </a:lnTo>
                  <a:lnTo>
                    <a:pt x="10658" y="4518"/>
                  </a:lnTo>
                  <a:lnTo>
                    <a:pt x="11083" y="4325"/>
                  </a:lnTo>
                  <a:lnTo>
                    <a:pt x="11469" y="4132"/>
                  </a:lnTo>
                  <a:lnTo>
                    <a:pt x="11856" y="3862"/>
                  </a:lnTo>
                  <a:lnTo>
                    <a:pt x="12242" y="3591"/>
                  </a:lnTo>
                  <a:lnTo>
                    <a:pt x="12319" y="3553"/>
                  </a:lnTo>
                  <a:lnTo>
                    <a:pt x="12435" y="3205"/>
                  </a:lnTo>
                  <a:lnTo>
                    <a:pt x="12358" y="3167"/>
                  </a:lnTo>
                  <a:lnTo>
                    <a:pt x="12280" y="3205"/>
                  </a:lnTo>
                  <a:lnTo>
                    <a:pt x="12203" y="3128"/>
                  </a:lnTo>
                  <a:lnTo>
                    <a:pt x="12010" y="3128"/>
                  </a:lnTo>
                  <a:lnTo>
                    <a:pt x="11933" y="3205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6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2" y="4480"/>
                  </a:lnTo>
                  <a:lnTo>
                    <a:pt x="7917" y="4480"/>
                  </a:lnTo>
                  <a:lnTo>
                    <a:pt x="7492" y="4441"/>
                  </a:lnTo>
                  <a:lnTo>
                    <a:pt x="7067" y="4402"/>
                  </a:lnTo>
                  <a:lnTo>
                    <a:pt x="6643" y="4364"/>
                  </a:lnTo>
                  <a:lnTo>
                    <a:pt x="6218" y="4248"/>
                  </a:lnTo>
                  <a:lnTo>
                    <a:pt x="5793" y="4171"/>
                  </a:lnTo>
                  <a:lnTo>
                    <a:pt x="5368" y="4016"/>
                  </a:lnTo>
                  <a:lnTo>
                    <a:pt x="4596" y="3707"/>
                  </a:lnTo>
                  <a:lnTo>
                    <a:pt x="3901" y="3283"/>
                  </a:lnTo>
                  <a:lnTo>
                    <a:pt x="3206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5725275" y="1695650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1"/>
                  </a:moveTo>
                  <a:lnTo>
                    <a:pt x="3360" y="78"/>
                  </a:lnTo>
                  <a:lnTo>
                    <a:pt x="3245" y="78"/>
                  </a:lnTo>
                  <a:lnTo>
                    <a:pt x="3013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4" y="1931"/>
                  </a:lnTo>
                  <a:lnTo>
                    <a:pt x="1082" y="2009"/>
                  </a:lnTo>
                  <a:lnTo>
                    <a:pt x="1121" y="2086"/>
                  </a:lnTo>
                  <a:lnTo>
                    <a:pt x="1005" y="2086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2" y="2240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8" y="2588"/>
                  </a:lnTo>
                  <a:lnTo>
                    <a:pt x="1430" y="2704"/>
                  </a:lnTo>
                  <a:lnTo>
                    <a:pt x="1623" y="2820"/>
                  </a:lnTo>
                  <a:lnTo>
                    <a:pt x="1816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5" y="3630"/>
                  </a:lnTo>
                  <a:lnTo>
                    <a:pt x="2125" y="3901"/>
                  </a:lnTo>
                  <a:lnTo>
                    <a:pt x="2086" y="4094"/>
                  </a:lnTo>
                  <a:lnTo>
                    <a:pt x="2009" y="4325"/>
                  </a:lnTo>
                  <a:lnTo>
                    <a:pt x="1893" y="4519"/>
                  </a:lnTo>
                  <a:lnTo>
                    <a:pt x="1739" y="4712"/>
                  </a:lnTo>
                  <a:lnTo>
                    <a:pt x="1545" y="4827"/>
                  </a:lnTo>
                  <a:lnTo>
                    <a:pt x="1314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6"/>
                  </a:lnTo>
                  <a:lnTo>
                    <a:pt x="657" y="4441"/>
                  </a:lnTo>
                  <a:lnTo>
                    <a:pt x="735" y="4287"/>
                  </a:lnTo>
                  <a:lnTo>
                    <a:pt x="812" y="4210"/>
                  </a:lnTo>
                  <a:lnTo>
                    <a:pt x="889" y="4132"/>
                  </a:lnTo>
                  <a:lnTo>
                    <a:pt x="966" y="4094"/>
                  </a:lnTo>
                  <a:lnTo>
                    <a:pt x="1121" y="4094"/>
                  </a:lnTo>
                  <a:lnTo>
                    <a:pt x="1237" y="4017"/>
                  </a:lnTo>
                  <a:lnTo>
                    <a:pt x="1314" y="3901"/>
                  </a:lnTo>
                  <a:lnTo>
                    <a:pt x="1314" y="3785"/>
                  </a:lnTo>
                  <a:lnTo>
                    <a:pt x="1275" y="3708"/>
                  </a:lnTo>
                  <a:lnTo>
                    <a:pt x="1198" y="3669"/>
                  </a:lnTo>
                  <a:lnTo>
                    <a:pt x="117" y="2935"/>
                  </a:lnTo>
                  <a:lnTo>
                    <a:pt x="1" y="3283"/>
                  </a:lnTo>
                  <a:lnTo>
                    <a:pt x="657" y="3785"/>
                  </a:lnTo>
                  <a:lnTo>
                    <a:pt x="503" y="3862"/>
                  </a:lnTo>
                  <a:lnTo>
                    <a:pt x="387" y="3978"/>
                  </a:lnTo>
                  <a:lnTo>
                    <a:pt x="310" y="4094"/>
                  </a:lnTo>
                  <a:lnTo>
                    <a:pt x="233" y="4248"/>
                  </a:lnTo>
                  <a:lnTo>
                    <a:pt x="194" y="4403"/>
                  </a:lnTo>
                  <a:lnTo>
                    <a:pt x="194" y="4557"/>
                  </a:lnTo>
                  <a:lnTo>
                    <a:pt x="194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2" y="5252"/>
                  </a:lnTo>
                  <a:lnTo>
                    <a:pt x="735" y="5368"/>
                  </a:lnTo>
                  <a:lnTo>
                    <a:pt x="966" y="5407"/>
                  </a:lnTo>
                  <a:lnTo>
                    <a:pt x="1198" y="5407"/>
                  </a:lnTo>
                  <a:lnTo>
                    <a:pt x="1430" y="5368"/>
                  </a:lnTo>
                  <a:lnTo>
                    <a:pt x="1623" y="5329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1" y="4827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6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472"/>
                  </a:lnTo>
                  <a:lnTo>
                    <a:pt x="1739" y="2356"/>
                  </a:lnTo>
                  <a:lnTo>
                    <a:pt x="1507" y="2202"/>
                  </a:lnTo>
                  <a:lnTo>
                    <a:pt x="1275" y="2124"/>
                  </a:lnTo>
                  <a:lnTo>
                    <a:pt x="1623" y="1970"/>
                  </a:lnTo>
                  <a:lnTo>
                    <a:pt x="1932" y="1816"/>
                  </a:lnTo>
                  <a:lnTo>
                    <a:pt x="2241" y="1622"/>
                  </a:lnTo>
                  <a:lnTo>
                    <a:pt x="2549" y="1391"/>
                  </a:lnTo>
                  <a:lnTo>
                    <a:pt x="2820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8" y="541"/>
                  </a:lnTo>
                  <a:lnTo>
                    <a:pt x="3515" y="387"/>
                  </a:lnTo>
                  <a:lnTo>
                    <a:pt x="3708" y="78"/>
                  </a:lnTo>
                  <a:lnTo>
                    <a:pt x="351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1994125" y="1698550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313" y="387"/>
                  </a:moveTo>
                  <a:lnTo>
                    <a:pt x="1506" y="464"/>
                  </a:lnTo>
                  <a:lnTo>
                    <a:pt x="1661" y="580"/>
                  </a:lnTo>
                  <a:lnTo>
                    <a:pt x="1777" y="734"/>
                  </a:lnTo>
                  <a:lnTo>
                    <a:pt x="1777" y="889"/>
                  </a:lnTo>
                  <a:lnTo>
                    <a:pt x="1777" y="927"/>
                  </a:lnTo>
                  <a:lnTo>
                    <a:pt x="1738" y="1004"/>
                  </a:lnTo>
                  <a:lnTo>
                    <a:pt x="1661" y="1043"/>
                  </a:lnTo>
                  <a:lnTo>
                    <a:pt x="1584" y="1082"/>
                  </a:lnTo>
                  <a:lnTo>
                    <a:pt x="1275" y="1120"/>
                  </a:lnTo>
                  <a:lnTo>
                    <a:pt x="927" y="1120"/>
                  </a:lnTo>
                  <a:lnTo>
                    <a:pt x="618" y="1159"/>
                  </a:lnTo>
                  <a:lnTo>
                    <a:pt x="464" y="1198"/>
                  </a:lnTo>
                  <a:lnTo>
                    <a:pt x="348" y="1275"/>
                  </a:lnTo>
                  <a:lnTo>
                    <a:pt x="348" y="1120"/>
                  </a:lnTo>
                  <a:lnTo>
                    <a:pt x="348" y="1004"/>
                  </a:lnTo>
                  <a:lnTo>
                    <a:pt x="387" y="850"/>
                  </a:lnTo>
                  <a:lnTo>
                    <a:pt x="464" y="734"/>
                  </a:lnTo>
                  <a:lnTo>
                    <a:pt x="580" y="618"/>
                  </a:lnTo>
                  <a:lnTo>
                    <a:pt x="657" y="502"/>
                  </a:lnTo>
                  <a:lnTo>
                    <a:pt x="811" y="425"/>
                  </a:lnTo>
                  <a:lnTo>
                    <a:pt x="966" y="387"/>
                  </a:lnTo>
                  <a:close/>
                  <a:moveTo>
                    <a:pt x="1004" y="0"/>
                  </a:moveTo>
                  <a:lnTo>
                    <a:pt x="811" y="39"/>
                  </a:lnTo>
                  <a:lnTo>
                    <a:pt x="618" y="116"/>
                  </a:lnTo>
                  <a:lnTo>
                    <a:pt x="425" y="232"/>
                  </a:lnTo>
                  <a:lnTo>
                    <a:pt x="271" y="348"/>
                  </a:lnTo>
                  <a:lnTo>
                    <a:pt x="155" y="502"/>
                  </a:lnTo>
                  <a:lnTo>
                    <a:pt x="78" y="696"/>
                  </a:lnTo>
                  <a:lnTo>
                    <a:pt x="39" y="889"/>
                  </a:lnTo>
                  <a:lnTo>
                    <a:pt x="0" y="1082"/>
                  </a:lnTo>
                  <a:lnTo>
                    <a:pt x="0" y="1275"/>
                  </a:lnTo>
                  <a:lnTo>
                    <a:pt x="39" y="1429"/>
                  </a:lnTo>
                  <a:lnTo>
                    <a:pt x="116" y="1622"/>
                  </a:lnTo>
                  <a:lnTo>
                    <a:pt x="155" y="1738"/>
                  </a:lnTo>
                  <a:lnTo>
                    <a:pt x="232" y="1777"/>
                  </a:lnTo>
                  <a:lnTo>
                    <a:pt x="348" y="1815"/>
                  </a:lnTo>
                  <a:lnTo>
                    <a:pt x="425" y="1738"/>
                  </a:lnTo>
                  <a:lnTo>
                    <a:pt x="580" y="1622"/>
                  </a:lnTo>
                  <a:lnTo>
                    <a:pt x="696" y="1545"/>
                  </a:lnTo>
                  <a:lnTo>
                    <a:pt x="889" y="1506"/>
                  </a:lnTo>
                  <a:lnTo>
                    <a:pt x="1429" y="1506"/>
                  </a:lnTo>
                  <a:lnTo>
                    <a:pt x="1584" y="1468"/>
                  </a:lnTo>
                  <a:lnTo>
                    <a:pt x="1777" y="1429"/>
                  </a:lnTo>
                  <a:lnTo>
                    <a:pt x="1931" y="1352"/>
                  </a:lnTo>
                  <a:lnTo>
                    <a:pt x="2047" y="1236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8"/>
                  </a:lnTo>
                  <a:lnTo>
                    <a:pt x="2086" y="464"/>
                  </a:lnTo>
                  <a:lnTo>
                    <a:pt x="1970" y="309"/>
                  </a:lnTo>
                  <a:lnTo>
                    <a:pt x="1815" y="194"/>
                  </a:lnTo>
                  <a:lnTo>
                    <a:pt x="1622" y="78"/>
                  </a:lnTo>
                  <a:lnTo>
                    <a:pt x="142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3947075" y="171690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90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90" y="2471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86" y="3244"/>
                  </a:lnTo>
                  <a:lnTo>
                    <a:pt x="1777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3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79"/>
                  </a:lnTo>
                  <a:lnTo>
                    <a:pt x="1584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7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2" y="270"/>
                  </a:lnTo>
                  <a:lnTo>
                    <a:pt x="850" y="386"/>
                  </a:lnTo>
                  <a:lnTo>
                    <a:pt x="618" y="579"/>
                  </a:lnTo>
                  <a:lnTo>
                    <a:pt x="425" y="772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8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1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6" y="2780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3"/>
                  </a:lnTo>
                  <a:lnTo>
                    <a:pt x="3669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7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2585900" y="1732325"/>
              <a:ext cx="305075" cy="236550"/>
            </a:xfrm>
            <a:custGeom>
              <a:avLst/>
              <a:gdLst/>
              <a:ahLst/>
              <a:cxnLst/>
              <a:rect l="l" t="t" r="r" b="b"/>
              <a:pathLst>
                <a:path w="12203" h="9462" extrusionOk="0">
                  <a:moveTo>
                    <a:pt x="5329" y="349"/>
                  </a:moveTo>
                  <a:lnTo>
                    <a:pt x="5522" y="426"/>
                  </a:lnTo>
                  <a:lnTo>
                    <a:pt x="5600" y="426"/>
                  </a:lnTo>
                  <a:lnTo>
                    <a:pt x="5831" y="657"/>
                  </a:lnTo>
                  <a:lnTo>
                    <a:pt x="5986" y="889"/>
                  </a:lnTo>
                  <a:lnTo>
                    <a:pt x="6063" y="1198"/>
                  </a:lnTo>
                  <a:lnTo>
                    <a:pt x="6102" y="1468"/>
                  </a:lnTo>
                  <a:lnTo>
                    <a:pt x="6140" y="1777"/>
                  </a:lnTo>
                  <a:lnTo>
                    <a:pt x="6102" y="2086"/>
                  </a:lnTo>
                  <a:lnTo>
                    <a:pt x="6024" y="2704"/>
                  </a:lnTo>
                  <a:lnTo>
                    <a:pt x="5715" y="4866"/>
                  </a:lnTo>
                  <a:lnTo>
                    <a:pt x="5715" y="4905"/>
                  </a:lnTo>
                  <a:lnTo>
                    <a:pt x="5561" y="4982"/>
                  </a:lnTo>
                  <a:lnTo>
                    <a:pt x="5291" y="4017"/>
                  </a:lnTo>
                  <a:lnTo>
                    <a:pt x="5020" y="3090"/>
                  </a:lnTo>
                  <a:lnTo>
                    <a:pt x="4750" y="1970"/>
                  </a:lnTo>
                  <a:lnTo>
                    <a:pt x="4673" y="1468"/>
                  </a:lnTo>
                  <a:lnTo>
                    <a:pt x="4673" y="1159"/>
                  </a:lnTo>
                  <a:lnTo>
                    <a:pt x="4673" y="851"/>
                  </a:lnTo>
                  <a:lnTo>
                    <a:pt x="4750" y="619"/>
                  </a:lnTo>
                  <a:lnTo>
                    <a:pt x="4827" y="503"/>
                  </a:lnTo>
                  <a:lnTo>
                    <a:pt x="4904" y="426"/>
                  </a:lnTo>
                  <a:lnTo>
                    <a:pt x="5020" y="349"/>
                  </a:lnTo>
                  <a:close/>
                  <a:moveTo>
                    <a:pt x="11199" y="3515"/>
                  </a:moveTo>
                  <a:lnTo>
                    <a:pt x="11315" y="3554"/>
                  </a:lnTo>
                  <a:lnTo>
                    <a:pt x="11392" y="3592"/>
                  </a:lnTo>
                  <a:lnTo>
                    <a:pt x="11508" y="3708"/>
                  </a:lnTo>
                  <a:lnTo>
                    <a:pt x="11585" y="3824"/>
                  </a:lnTo>
                  <a:lnTo>
                    <a:pt x="11701" y="4133"/>
                  </a:lnTo>
                  <a:lnTo>
                    <a:pt x="11585" y="4287"/>
                  </a:lnTo>
                  <a:lnTo>
                    <a:pt x="11430" y="4403"/>
                  </a:lnTo>
                  <a:lnTo>
                    <a:pt x="11237" y="4519"/>
                  </a:lnTo>
                  <a:lnTo>
                    <a:pt x="11044" y="4596"/>
                  </a:lnTo>
                  <a:lnTo>
                    <a:pt x="10581" y="4751"/>
                  </a:lnTo>
                  <a:lnTo>
                    <a:pt x="10195" y="4866"/>
                  </a:lnTo>
                  <a:lnTo>
                    <a:pt x="9422" y="5021"/>
                  </a:lnTo>
                  <a:lnTo>
                    <a:pt x="8650" y="5137"/>
                  </a:lnTo>
                  <a:lnTo>
                    <a:pt x="7994" y="5175"/>
                  </a:lnTo>
                  <a:lnTo>
                    <a:pt x="7376" y="5175"/>
                  </a:lnTo>
                  <a:lnTo>
                    <a:pt x="6102" y="5137"/>
                  </a:lnTo>
                  <a:lnTo>
                    <a:pt x="7260" y="4673"/>
                  </a:lnTo>
                  <a:lnTo>
                    <a:pt x="8418" y="4249"/>
                  </a:lnTo>
                  <a:lnTo>
                    <a:pt x="9075" y="4017"/>
                  </a:lnTo>
                  <a:lnTo>
                    <a:pt x="9770" y="3824"/>
                  </a:lnTo>
                  <a:lnTo>
                    <a:pt x="10465" y="3631"/>
                  </a:lnTo>
                  <a:lnTo>
                    <a:pt x="10928" y="3554"/>
                  </a:lnTo>
                  <a:lnTo>
                    <a:pt x="11083" y="3515"/>
                  </a:lnTo>
                  <a:close/>
                  <a:moveTo>
                    <a:pt x="5136" y="5909"/>
                  </a:moveTo>
                  <a:lnTo>
                    <a:pt x="4209" y="6797"/>
                  </a:lnTo>
                  <a:lnTo>
                    <a:pt x="3244" y="7685"/>
                  </a:lnTo>
                  <a:lnTo>
                    <a:pt x="2742" y="8110"/>
                  </a:lnTo>
                  <a:lnTo>
                    <a:pt x="2163" y="8535"/>
                  </a:lnTo>
                  <a:lnTo>
                    <a:pt x="1854" y="8728"/>
                  </a:lnTo>
                  <a:lnTo>
                    <a:pt x="1468" y="8921"/>
                  </a:lnTo>
                  <a:lnTo>
                    <a:pt x="1197" y="8998"/>
                  </a:lnTo>
                  <a:lnTo>
                    <a:pt x="1004" y="9037"/>
                  </a:lnTo>
                  <a:lnTo>
                    <a:pt x="888" y="8998"/>
                  </a:lnTo>
                  <a:lnTo>
                    <a:pt x="811" y="8960"/>
                  </a:lnTo>
                  <a:lnTo>
                    <a:pt x="734" y="8844"/>
                  </a:lnTo>
                  <a:lnTo>
                    <a:pt x="695" y="8689"/>
                  </a:lnTo>
                  <a:lnTo>
                    <a:pt x="657" y="8535"/>
                  </a:lnTo>
                  <a:lnTo>
                    <a:pt x="618" y="8419"/>
                  </a:lnTo>
                  <a:lnTo>
                    <a:pt x="657" y="8342"/>
                  </a:lnTo>
                  <a:lnTo>
                    <a:pt x="695" y="8265"/>
                  </a:lnTo>
                  <a:lnTo>
                    <a:pt x="850" y="8110"/>
                  </a:lnTo>
                  <a:lnTo>
                    <a:pt x="1120" y="7956"/>
                  </a:lnTo>
                  <a:lnTo>
                    <a:pt x="1699" y="7608"/>
                  </a:lnTo>
                  <a:lnTo>
                    <a:pt x="2472" y="7222"/>
                  </a:lnTo>
                  <a:lnTo>
                    <a:pt x="3244" y="6874"/>
                  </a:lnTo>
                  <a:lnTo>
                    <a:pt x="4209" y="6411"/>
                  </a:lnTo>
                  <a:lnTo>
                    <a:pt x="4673" y="6179"/>
                  </a:lnTo>
                  <a:lnTo>
                    <a:pt x="5136" y="5909"/>
                  </a:lnTo>
                  <a:close/>
                  <a:moveTo>
                    <a:pt x="5136" y="1"/>
                  </a:moveTo>
                  <a:lnTo>
                    <a:pt x="4943" y="78"/>
                  </a:lnTo>
                  <a:lnTo>
                    <a:pt x="4750" y="194"/>
                  </a:lnTo>
                  <a:lnTo>
                    <a:pt x="4596" y="387"/>
                  </a:lnTo>
                  <a:lnTo>
                    <a:pt x="4441" y="580"/>
                  </a:lnTo>
                  <a:lnTo>
                    <a:pt x="4364" y="812"/>
                  </a:lnTo>
                  <a:lnTo>
                    <a:pt x="4325" y="1044"/>
                  </a:lnTo>
                  <a:lnTo>
                    <a:pt x="4325" y="1507"/>
                  </a:lnTo>
                  <a:lnTo>
                    <a:pt x="4402" y="1970"/>
                  </a:lnTo>
                  <a:lnTo>
                    <a:pt x="4634" y="2897"/>
                  </a:lnTo>
                  <a:lnTo>
                    <a:pt x="4982" y="4017"/>
                  </a:lnTo>
                  <a:lnTo>
                    <a:pt x="5175" y="4558"/>
                  </a:lnTo>
                  <a:lnTo>
                    <a:pt x="5368" y="5098"/>
                  </a:lnTo>
                  <a:lnTo>
                    <a:pt x="5368" y="5214"/>
                  </a:lnTo>
                  <a:lnTo>
                    <a:pt x="5406" y="5330"/>
                  </a:lnTo>
                  <a:lnTo>
                    <a:pt x="4943" y="5600"/>
                  </a:lnTo>
                  <a:lnTo>
                    <a:pt x="4480" y="5870"/>
                  </a:lnTo>
                  <a:lnTo>
                    <a:pt x="3476" y="6334"/>
                  </a:lnTo>
                  <a:lnTo>
                    <a:pt x="2472" y="6797"/>
                  </a:lnTo>
                  <a:lnTo>
                    <a:pt x="1970" y="7029"/>
                  </a:lnTo>
                  <a:lnTo>
                    <a:pt x="1468" y="7299"/>
                  </a:lnTo>
                  <a:lnTo>
                    <a:pt x="966" y="7608"/>
                  </a:lnTo>
                  <a:lnTo>
                    <a:pt x="657" y="7801"/>
                  </a:lnTo>
                  <a:lnTo>
                    <a:pt x="348" y="8071"/>
                  </a:lnTo>
                  <a:lnTo>
                    <a:pt x="116" y="8342"/>
                  </a:lnTo>
                  <a:lnTo>
                    <a:pt x="39" y="8458"/>
                  </a:lnTo>
                  <a:lnTo>
                    <a:pt x="0" y="8612"/>
                  </a:lnTo>
                  <a:lnTo>
                    <a:pt x="0" y="8767"/>
                  </a:lnTo>
                  <a:lnTo>
                    <a:pt x="0" y="8921"/>
                  </a:lnTo>
                  <a:lnTo>
                    <a:pt x="78" y="9037"/>
                  </a:lnTo>
                  <a:lnTo>
                    <a:pt x="232" y="9191"/>
                  </a:lnTo>
                  <a:lnTo>
                    <a:pt x="348" y="9307"/>
                  </a:lnTo>
                  <a:lnTo>
                    <a:pt x="502" y="9384"/>
                  </a:lnTo>
                  <a:lnTo>
                    <a:pt x="618" y="9423"/>
                  </a:lnTo>
                  <a:lnTo>
                    <a:pt x="773" y="9462"/>
                  </a:lnTo>
                  <a:lnTo>
                    <a:pt x="1120" y="9462"/>
                  </a:lnTo>
                  <a:lnTo>
                    <a:pt x="1429" y="9384"/>
                  </a:lnTo>
                  <a:lnTo>
                    <a:pt x="1738" y="9230"/>
                  </a:lnTo>
                  <a:lnTo>
                    <a:pt x="2047" y="9075"/>
                  </a:lnTo>
                  <a:lnTo>
                    <a:pt x="2588" y="8767"/>
                  </a:lnTo>
                  <a:lnTo>
                    <a:pt x="3476" y="8071"/>
                  </a:lnTo>
                  <a:lnTo>
                    <a:pt x="4287" y="7338"/>
                  </a:lnTo>
                  <a:lnTo>
                    <a:pt x="5098" y="6565"/>
                  </a:lnTo>
                  <a:lnTo>
                    <a:pt x="5445" y="6141"/>
                  </a:lnTo>
                  <a:lnTo>
                    <a:pt x="5793" y="5677"/>
                  </a:lnTo>
                  <a:lnTo>
                    <a:pt x="5793" y="5716"/>
                  </a:lnTo>
                  <a:lnTo>
                    <a:pt x="6063" y="6064"/>
                  </a:lnTo>
                  <a:lnTo>
                    <a:pt x="6217" y="6218"/>
                  </a:lnTo>
                  <a:lnTo>
                    <a:pt x="6372" y="6334"/>
                  </a:lnTo>
                  <a:lnTo>
                    <a:pt x="6603" y="6179"/>
                  </a:lnTo>
                  <a:lnTo>
                    <a:pt x="6603" y="6141"/>
                  </a:lnTo>
                  <a:lnTo>
                    <a:pt x="6333" y="5870"/>
                  </a:lnTo>
                  <a:lnTo>
                    <a:pt x="6217" y="5716"/>
                  </a:lnTo>
                  <a:lnTo>
                    <a:pt x="6179" y="5523"/>
                  </a:lnTo>
                  <a:lnTo>
                    <a:pt x="6140" y="5484"/>
                  </a:lnTo>
                  <a:lnTo>
                    <a:pt x="7028" y="5562"/>
                  </a:lnTo>
                  <a:lnTo>
                    <a:pt x="7955" y="5562"/>
                  </a:lnTo>
                  <a:lnTo>
                    <a:pt x="8882" y="5484"/>
                  </a:lnTo>
                  <a:lnTo>
                    <a:pt x="9770" y="5330"/>
                  </a:lnTo>
                  <a:lnTo>
                    <a:pt x="10465" y="5175"/>
                  </a:lnTo>
                  <a:lnTo>
                    <a:pt x="10890" y="5060"/>
                  </a:lnTo>
                  <a:lnTo>
                    <a:pt x="11315" y="4905"/>
                  </a:lnTo>
                  <a:lnTo>
                    <a:pt x="11701" y="4673"/>
                  </a:lnTo>
                  <a:lnTo>
                    <a:pt x="11894" y="4558"/>
                  </a:lnTo>
                  <a:lnTo>
                    <a:pt x="12010" y="4403"/>
                  </a:lnTo>
                  <a:lnTo>
                    <a:pt x="12125" y="4249"/>
                  </a:lnTo>
                  <a:lnTo>
                    <a:pt x="12164" y="4094"/>
                  </a:lnTo>
                  <a:lnTo>
                    <a:pt x="12203" y="3901"/>
                  </a:lnTo>
                  <a:lnTo>
                    <a:pt x="12164" y="3708"/>
                  </a:lnTo>
                  <a:lnTo>
                    <a:pt x="12125" y="3554"/>
                  </a:lnTo>
                  <a:lnTo>
                    <a:pt x="12010" y="3438"/>
                  </a:lnTo>
                  <a:lnTo>
                    <a:pt x="11932" y="3322"/>
                  </a:lnTo>
                  <a:lnTo>
                    <a:pt x="11817" y="3245"/>
                  </a:lnTo>
                  <a:lnTo>
                    <a:pt x="11662" y="3167"/>
                  </a:lnTo>
                  <a:lnTo>
                    <a:pt x="11508" y="3167"/>
                  </a:lnTo>
                  <a:lnTo>
                    <a:pt x="11199" y="3129"/>
                  </a:lnTo>
                  <a:lnTo>
                    <a:pt x="10851" y="3167"/>
                  </a:lnTo>
                  <a:lnTo>
                    <a:pt x="10504" y="3245"/>
                  </a:lnTo>
                  <a:lnTo>
                    <a:pt x="9924" y="3360"/>
                  </a:lnTo>
                  <a:lnTo>
                    <a:pt x="8959" y="3669"/>
                  </a:lnTo>
                  <a:lnTo>
                    <a:pt x="7994" y="3978"/>
                  </a:lnTo>
                  <a:lnTo>
                    <a:pt x="7028" y="4326"/>
                  </a:lnTo>
                  <a:lnTo>
                    <a:pt x="6102" y="4751"/>
                  </a:lnTo>
                  <a:lnTo>
                    <a:pt x="6333" y="3283"/>
                  </a:lnTo>
                  <a:lnTo>
                    <a:pt x="6449" y="2550"/>
                  </a:lnTo>
                  <a:lnTo>
                    <a:pt x="6488" y="1816"/>
                  </a:lnTo>
                  <a:lnTo>
                    <a:pt x="6488" y="1546"/>
                  </a:lnTo>
                  <a:lnTo>
                    <a:pt x="6449" y="1275"/>
                  </a:lnTo>
                  <a:lnTo>
                    <a:pt x="6372" y="1044"/>
                  </a:lnTo>
                  <a:lnTo>
                    <a:pt x="6295" y="851"/>
                  </a:lnTo>
                  <a:lnTo>
                    <a:pt x="6179" y="619"/>
                  </a:lnTo>
                  <a:lnTo>
                    <a:pt x="6024" y="464"/>
                  </a:lnTo>
                  <a:lnTo>
                    <a:pt x="5831" y="310"/>
                  </a:lnTo>
                  <a:lnTo>
                    <a:pt x="5600" y="155"/>
                  </a:lnTo>
                  <a:lnTo>
                    <a:pt x="5484" y="78"/>
                  </a:lnTo>
                  <a:lnTo>
                    <a:pt x="5368" y="40"/>
                  </a:lnTo>
                  <a:lnTo>
                    <a:pt x="51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1851250" y="1767100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0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0"/>
                  </a:lnTo>
                  <a:lnTo>
                    <a:pt x="3862" y="502"/>
                  </a:lnTo>
                  <a:lnTo>
                    <a:pt x="3321" y="772"/>
                  </a:lnTo>
                  <a:lnTo>
                    <a:pt x="2781" y="1081"/>
                  </a:lnTo>
                  <a:lnTo>
                    <a:pt x="2279" y="1429"/>
                  </a:lnTo>
                  <a:lnTo>
                    <a:pt x="1815" y="1854"/>
                  </a:lnTo>
                  <a:lnTo>
                    <a:pt x="1429" y="2278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2" y="3746"/>
                  </a:lnTo>
                  <a:lnTo>
                    <a:pt x="271" y="4248"/>
                  </a:lnTo>
                  <a:lnTo>
                    <a:pt x="116" y="4788"/>
                  </a:lnTo>
                  <a:lnTo>
                    <a:pt x="0" y="5368"/>
                  </a:lnTo>
                  <a:lnTo>
                    <a:pt x="348" y="5406"/>
                  </a:lnTo>
                  <a:lnTo>
                    <a:pt x="464" y="4981"/>
                  </a:lnTo>
                  <a:lnTo>
                    <a:pt x="580" y="4595"/>
                  </a:lnTo>
                  <a:lnTo>
                    <a:pt x="811" y="3977"/>
                  </a:lnTo>
                  <a:lnTo>
                    <a:pt x="1120" y="3398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6"/>
                  </a:lnTo>
                  <a:lnTo>
                    <a:pt x="3399" y="1159"/>
                  </a:lnTo>
                  <a:lnTo>
                    <a:pt x="3978" y="888"/>
                  </a:lnTo>
                  <a:lnTo>
                    <a:pt x="4634" y="657"/>
                  </a:lnTo>
                  <a:lnTo>
                    <a:pt x="5252" y="463"/>
                  </a:lnTo>
                  <a:lnTo>
                    <a:pt x="5909" y="386"/>
                  </a:lnTo>
                  <a:lnTo>
                    <a:pt x="6565" y="386"/>
                  </a:lnTo>
                  <a:lnTo>
                    <a:pt x="7221" y="463"/>
                  </a:lnTo>
                  <a:lnTo>
                    <a:pt x="7878" y="579"/>
                  </a:lnTo>
                  <a:lnTo>
                    <a:pt x="8496" y="811"/>
                  </a:lnTo>
                  <a:lnTo>
                    <a:pt x="9114" y="1081"/>
                  </a:lnTo>
                  <a:lnTo>
                    <a:pt x="9422" y="1274"/>
                  </a:lnTo>
                  <a:lnTo>
                    <a:pt x="9731" y="1506"/>
                  </a:lnTo>
                  <a:lnTo>
                    <a:pt x="10040" y="1699"/>
                  </a:lnTo>
                  <a:lnTo>
                    <a:pt x="10311" y="1931"/>
                  </a:lnTo>
                  <a:lnTo>
                    <a:pt x="10774" y="2471"/>
                  </a:lnTo>
                  <a:lnTo>
                    <a:pt x="11199" y="3012"/>
                  </a:lnTo>
                  <a:lnTo>
                    <a:pt x="11546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4" y="5638"/>
                  </a:lnTo>
                  <a:lnTo>
                    <a:pt x="12628" y="6217"/>
                  </a:lnTo>
                  <a:lnTo>
                    <a:pt x="12859" y="6796"/>
                  </a:lnTo>
                  <a:lnTo>
                    <a:pt x="13129" y="7376"/>
                  </a:lnTo>
                  <a:lnTo>
                    <a:pt x="13438" y="7955"/>
                  </a:lnTo>
                  <a:lnTo>
                    <a:pt x="13825" y="8495"/>
                  </a:lnTo>
                  <a:lnTo>
                    <a:pt x="14249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499"/>
                  </a:lnTo>
                  <a:lnTo>
                    <a:pt x="15292" y="9654"/>
                  </a:lnTo>
                  <a:lnTo>
                    <a:pt x="15755" y="9808"/>
                  </a:lnTo>
                  <a:lnTo>
                    <a:pt x="16219" y="9886"/>
                  </a:lnTo>
                  <a:lnTo>
                    <a:pt x="16721" y="9886"/>
                  </a:lnTo>
                  <a:lnTo>
                    <a:pt x="17184" y="9808"/>
                  </a:lnTo>
                  <a:lnTo>
                    <a:pt x="17609" y="9615"/>
                  </a:lnTo>
                  <a:lnTo>
                    <a:pt x="17841" y="9499"/>
                  </a:lnTo>
                  <a:lnTo>
                    <a:pt x="18034" y="9384"/>
                  </a:lnTo>
                  <a:lnTo>
                    <a:pt x="18188" y="9229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1" y="8611"/>
                  </a:lnTo>
                  <a:lnTo>
                    <a:pt x="18651" y="8534"/>
                  </a:lnTo>
                  <a:lnTo>
                    <a:pt x="18651" y="8457"/>
                  </a:lnTo>
                  <a:lnTo>
                    <a:pt x="18651" y="8380"/>
                  </a:lnTo>
                  <a:lnTo>
                    <a:pt x="18651" y="8341"/>
                  </a:lnTo>
                  <a:lnTo>
                    <a:pt x="18304" y="8341"/>
                  </a:lnTo>
                  <a:lnTo>
                    <a:pt x="18265" y="8418"/>
                  </a:lnTo>
                  <a:lnTo>
                    <a:pt x="18072" y="8727"/>
                  </a:lnTo>
                  <a:lnTo>
                    <a:pt x="17802" y="8997"/>
                  </a:lnTo>
                  <a:lnTo>
                    <a:pt x="17493" y="9190"/>
                  </a:lnTo>
                  <a:lnTo>
                    <a:pt x="17184" y="9345"/>
                  </a:lnTo>
                  <a:lnTo>
                    <a:pt x="16837" y="9422"/>
                  </a:lnTo>
                  <a:lnTo>
                    <a:pt x="16450" y="9461"/>
                  </a:lnTo>
                  <a:lnTo>
                    <a:pt x="16103" y="9422"/>
                  </a:lnTo>
                  <a:lnTo>
                    <a:pt x="15717" y="9345"/>
                  </a:lnTo>
                  <a:lnTo>
                    <a:pt x="15369" y="9190"/>
                  </a:lnTo>
                  <a:lnTo>
                    <a:pt x="15022" y="8997"/>
                  </a:lnTo>
                  <a:lnTo>
                    <a:pt x="14713" y="8766"/>
                  </a:lnTo>
                  <a:lnTo>
                    <a:pt x="14404" y="8495"/>
                  </a:lnTo>
                  <a:lnTo>
                    <a:pt x="14172" y="8186"/>
                  </a:lnTo>
                  <a:lnTo>
                    <a:pt x="13940" y="7839"/>
                  </a:lnTo>
                  <a:lnTo>
                    <a:pt x="13709" y="7530"/>
                  </a:lnTo>
                  <a:lnTo>
                    <a:pt x="13554" y="7182"/>
                  </a:lnTo>
                  <a:lnTo>
                    <a:pt x="13245" y="6526"/>
                  </a:lnTo>
                  <a:lnTo>
                    <a:pt x="12975" y="5831"/>
                  </a:lnTo>
                  <a:lnTo>
                    <a:pt x="12473" y="4479"/>
                  </a:lnTo>
                  <a:lnTo>
                    <a:pt x="12164" y="3823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278"/>
                  </a:lnTo>
                  <a:lnTo>
                    <a:pt x="11006" y="2008"/>
                  </a:lnTo>
                  <a:lnTo>
                    <a:pt x="10542" y="1583"/>
                  </a:lnTo>
                  <a:lnTo>
                    <a:pt x="10079" y="1197"/>
                  </a:lnTo>
                  <a:lnTo>
                    <a:pt x="9577" y="850"/>
                  </a:lnTo>
                  <a:lnTo>
                    <a:pt x="9036" y="579"/>
                  </a:lnTo>
                  <a:lnTo>
                    <a:pt x="8496" y="348"/>
                  </a:lnTo>
                  <a:lnTo>
                    <a:pt x="7916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6591225" y="1769975"/>
              <a:ext cx="353350" cy="159325"/>
            </a:xfrm>
            <a:custGeom>
              <a:avLst/>
              <a:gdLst/>
              <a:ahLst/>
              <a:cxnLst/>
              <a:rect l="l" t="t" r="r" b="b"/>
              <a:pathLst>
                <a:path w="14134" h="6373" extrusionOk="0">
                  <a:moveTo>
                    <a:pt x="11160" y="464"/>
                  </a:moveTo>
                  <a:lnTo>
                    <a:pt x="11624" y="503"/>
                  </a:lnTo>
                  <a:lnTo>
                    <a:pt x="12048" y="542"/>
                  </a:lnTo>
                  <a:lnTo>
                    <a:pt x="12434" y="657"/>
                  </a:lnTo>
                  <a:lnTo>
                    <a:pt x="12628" y="735"/>
                  </a:lnTo>
                  <a:lnTo>
                    <a:pt x="12743" y="812"/>
                  </a:lnTo>
                  <a:lnTo>
                    <a:pt x="12859" y="966"/>
                  </a:lnTo>
                  <a:lnTo>
                    <a:pt x="12936" y="1082"/>
                  </a:lnTo>
                  <a:lnTo>
                    <a:pt x="12975" y="1314"/>
                  </a:lnTo>
                  <a:lnTo>
                    <a:pt x="12975" y="1507"/>
                  </a:lnTo>
                  <a:lnTo>
                    <a:pt x="12936" y="1700"/>
                  </a:lnTo>
                  <a:lnTo>
                    <a:pt x="12821" y="1893"/>
                  </a:lnTo>
                  <a:lnTo>
                    <a:pt x="12705" y="2086"/>
                  </a:lnTo>
                  <a:lnTo>
                    <a:pt x="12589" y="2241"/>
                  </a:lnTo>
                  <a:lnTo>
                    <a:pt x="12241" y="2472"/>
                  </a:lnTo>
                  <a:lnTo>
                    <a:pt x="11817" y="2743"/>
                  </a:lnTo>
                  <a:lnTo>
                    <a:pt x="11392" y="2936"/>
                  </a:lnTo>
                  <a:lnTo>
                    <a:pt x="10658" y="3206"/>
                  </a:lnTo>
                  <a:lnTo>
                    <a:pt x="9924" y="3438"/>
                  </a:lnTo>
                  <a:lnTo>
                    <a:pt x="9152" y="3708"/>
                  </a:lnTo>
                  <a:lnTo>
                    <a:pt x="8380" y="3901"/>
                  </a:lnTo>
                  <a:lnTo>
                    <a:pt x="7608" y="4094"/>
                  </a:lnTo>
                  <a:lnTo>
                    <a:pt x="6797" y="4287"/>
                  </a:lnTo>
                  <a:lnTo>
                    <a:pt x="5909" y="4442"/>
                  </a:lnTo>
                  <a:lnTo>
                    <a:pt x="5020" y="4596"/>
                  </a:lnTo>
                  <a:lnTo>
                    <a:pt x="4132" y="4712"/>
                  </a:lnTo>
                  <a:lnTo>
                    <a:pt x="3244" y="4789"/>
                  </a:lnTo>
                  <a:lnTo>
                    <a:pt x="2201" y="4789"/>
                  </a:lnTo>
                  <a:lnTo>
                    <a:pt x="1854" y="4751"/>
                  </a:lnTo>
                  <a:lnTo>
                    <a:pt x="1506" y="4673"/>
                  </a:lnTo>
                  <a:lnTo>
                    <a:pt x="1198" y="4558"/>
                  </a:lnTo>
                  <a:lnTo>
                    <a:pt x="889" y="4442"/>
                  </a:lnTo>
                  <a:lnTo>
                    <a:pt x="580" y="4249"/>
                  </a:lnTo>
                  <a:lnTo>
                    <a:pt x="657" y="4171"/>
                  </a:lnTo>
                  <a:lnTo>
                    <a:pt x="696" y="4056"/>
                  </a:lnTo>
                  <a:lnTo>
                    <a:pt x="696" y="3940"/>
                  </a:lnTo>
                  <a:lnTo>
                    <a:pt x="734" y="3824"/>
                  </a:lnTo>
                  <a:lnTo>
                    <a:pt x="850" y="3631"/>
                  </a:lnTo>
                  <a:lnTo>
                    <a:pt x="1082" y="3438"/>
                  </a:lnTo>
                  <a:lnTo>
                    <a:pt x="1313" y="3245"/>
                  </a:lnTo>
                  <a:lnTo>
                    <a:pt x="1854" y="2936"/>
                  </a:lnTo>
                  <a:lnTo>
                    <a:pt x="2279" y="2704"/>
                  </a:lnTo>
                  <a:lnTo>
                    <a:pt x="3012" y="2356"/>
                  </a:lnTo>
                  <a:lnTo>
                    <a:pt x="3707" y="2009"/>
                  </a:lnTo>
                  <a:lnTo>
                    <a:pt x="4480" y="1700"/>
                  </a:lnTo>
                  <a:lnTo>
                    <a:pt x="5252" y="1430"/>
                  </a:lnTo>
                  <a:lnTo>
                    <a:pt x="6024" y="1198"/>
                  </a:lnTo>
                  <a:lnTo>
                    <a:pt x="6835" y="1005"/>
                  </a:lnTo>
                  <a:lnTo>
                    <a:pt x="7608" y="812"/>
                  </a:lnTo>
                  <a:lnTo>
                    <a:pt x="8418" y="696"/>
                  </a:lnTo>
                  <a:lnTo>
                    <a:pt x="9229" y="580"/>
                  </a:lnTo>
                  <a:lnTo>
                    <a:pt x="10040" y="542"/>
                  </a:lnTo>
                  <a:lnTo>
                    <a:pt x="10735" y="503"/>
                  </a:lnTo>
                  <a:lnTo>
                    <a:pt x="11160" y="464"/>
                  </a:lnTo>
                  <a:close/>
                  <a:moveTo>
                    <a:pt x="13477" y="1121"/>
                  </a:moveTo>
                  <a:lnTo>
                    <a:pt x="13631" y="1314"/>
                  </a:lnTo>
                  <a:lnTo>
                    <a:pt x="13709" y="1507"/>
                  </a:lnTo>
                  <a:lnTo>
                    <a:pt x="13747" y="1739"/>
                  </a:lnTo>
                  <a:lnTo>
                    <a:pt x="13709" y="2009"/>
                  </a:lnTo>
                  <a:lnTo>
                    <a:pt x="13631" y="2241"/>
                  </a:lnTo>
                  <a:lnTo>
                    <a:pt x="13516" y="2472"/>
                  </a:lnTo>
                  <a:lnTo>
                    <a:pt x="13400" y="2704"/>
                  </a:lnTo>
                  <a:lnTo>
                    <a:pt x="13207" y="2897"/>
                  </a:lnTo>
                  <a:lnTo>
                    <a:pt x="12859" y="3206"/>
                  </a:lnTo>
                  <a:lnTo>
                    <a:pt x="12473" y="3438"/>
                  </a:lnTo>
                  <a:lnTo>
                    <a:pt x="12048" y="3669"/>
                  </a:lnTo>
                  <a:lnTo>
                    <a:pt x="11624" y="3901"/>
                  </a:lnTo>
                  <a:lnTo>
                    <a:pt x="10658" y="4287"/>
                  </a:lnTo>
                  <a:lnTo>
                    <a:pt x="9731" y="4635"/>
                  </a:lnTo>
                  <a:lnTo>
                    <a:pt x="8766" y="4905"/>
                  </a:lnTo>
                  <a:lnTo>
                    <a:pt x="7762" y="5175"/>
                  </a:lnTo>
                  <a:lnTo>
                    <a:pt x="6758" y="5407"/>
                  </a:lnTo>
                  <a:lnTo>
                    <a:pt x="5754" y="5600"/>
                  </a:lnTo>
                  <a:lnTo>
                    <a:pt x="4711" y="5793"/>
                  </a:lnTo>
                  <a:lnTo>
                    <a:pt x="3707" y="5909"/>
                  </a:lnTo>
                  <a:lnTo>
                    <a:pt x="2781" y="5986"/>
                  </a:lnTo>
                  <a:lnTo>
                    <a:pt x="2279" y="5986"/>
                  </a:lnTo>
                  <a:lnTo>
                    <a:pt x="1815" y="5948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9"/>
                  </a:lnTo>
                  <a:lnTo>
                    <a:pt x="696" y="5484"/>
                  </a:lnTo>
                  <a:lnTo>
                    <a:pt x="502" y="5253"/>
                  </a:lnTo>
                  <a:lnTo>
                    <a:pt x="348" y="5021"/>
                  </a:lnTo>
                  <a:lnTo>
                    <a:pt x="309" y="4866"/>
                  </a:lnTo>
                  <a:lnTo>
                    <a:pt x="309" y="4751"/>
                  </a:lnTo>
                  <a:lnTo>
                    <a:pt x="309" y="4596"/>
                  </a:lnTo>
                  <a:lnTo>
                    <a:pt x="348" y="4442"/>
                  </a:lnTo>
                  <a:lnTo>
                    <a:pt x="541" y="4673"/>
                  </a:lnTo>
                  <a:lnTo>
                    <a:pt x="811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2" y="5214"/>
                  </a:lnTo>
                  <a:lnTo>
                    <a:pt x="1931" y="5253"/>
                  </a:lnTo>
                  <a:lnTo>
                    <a:pt x="2588" y="5330"/>
                  </a:lnTo>
                  <a:lnTo>
                    <a:pt x="3244" y="5291"/>
                  </a:lnTo>
                  <a:lnTo>
                    <a:pt x="3939" y="5253"/>
                  </a:lnTo>
                  <a:lnTo>
                    <a:pt x="5136" y="5059"/>
                  </a:lnTo>
                  <a:lnTo>
                    <a:pt x="6913" y="4789"/>
                  </a:lnTo>
                  <a:lnTo>
                    <a:pt x="7839" y="4596"/>
                  </a:lnTo>
                  <a:lnTo>
                    <a:pt x="8727" y="4403"/>
                  </a:lnTo>
                  <a:lnTo>
                    <a:pt x="9616" y="4133"/>
                  </a:lnTo>
                  <a:lnTo>
                    <a:pt x="10504" y="3862"/>
                  </a:lnTo>
                  <a:lnTo>
                    <a:pt x="11353" y="3515"/>
                  </a:lnTo>
                  <a:lnTo>
                    <a:pt x="12164" y="3129"/>
                  </a:lnTo>
                  <a:lnTo>
                    <a:pt x="12434" y="2974"/>
                  </a:lnTo>
                  <a:lnTo>
                    <a:pt x="12705" y="2820"/>
                  </a:lnTo>
                  <a:lnTo>
                    <a:pt x="12936" y="2588"/>
                  </a:lnTo>
                  <a:lnTo>
                    <a:pt x="13129" y="2395"/>
                  </a:lnTo>
                  <a:lnTo>
                    <a:pt x="13323" y="2125"/>
                  </a:lnTo>
                  <a:lnTo>
                    <a:pt x="13438" y="1854"/>
                  </a:lnTo>
                  <a:lnTo>
                    <a:pt x="13516" y="1584"/>
                  </a:lnTo>
                  <a:lnTo>
                    <a:pt x="13516" y="1237"/>
                  </a:lnTo>
                  <a:lnTo>
                    <a:pt x="13477" y="1121"/>
                  </a:lnTo>
                  <a:close/>
                  <a:moveTo>
                    <a:pt x="10658" y="1"/>
                  </a:moveTo>
                  <a:lnTo>
                    <a:pt x="9886" y="40"/>
                  </a:lnTo>
                  <a:lnTo>
                    <a:pt x="9114" y="117"/>
                  </a:lnTo>
                  <a:lnTo>
                    <a:pt x="8303" y="233"/>
                  </a:lnTo>
                  <a:lnTo>
                    <a:pt x="7530" y="348"/>
                  </a:lnTo>
                  <a:lnTo>
                    <a:pt x="6719" y="542"/>
                  </a:lnTo>
                  <a:lnTo>
                    <a:pt x="5909" y="735"/>
                  </a:lnTo>
                  <a:lnTo>
                    <a:pt x="5020" y="1005"/>
                  </a:lnTo>
                  <a:lnTo>
                    <a:pt x="4132" y="1352"/>
                  </a:lnTo>
                  <a:lnTo>
                    <a:pt x="3244" y="1700"/>
                  </a:lnTo>
                  <a:lnTo>
                    <a:pt x="2395" y="2125"/>
                  </a:lnTo>
                  <a:lnTo>
                    <a:pt x="1777" y="2434"/>
                  </a:lnTo>
                  <a:lnTo>
                    <a:pt x="1391" y="2627"/>
                  </a:lnTo>
                  <a:lnTo>
                    <a:pt x="1043" y="2858"/>
                  </a:lnTo>
                  <a:lnTo>
                    <a:pt x="696" y="3090"/>
                  </a:lnTo>
                  <a:lnTo>
                    <a:pt x="464" y="3399"/>
                  </a:lnTo>
                  <a:lnTo>
                    <a:pt x="348" y="3554"/>
                  </a:lnTo>
                  <a:lnTo>
                    <a:pt x="271" y="3708"/>
                  </a:lnTo>
                  <a:lnTo>
                    <a:pt x="232" y="3862"/>
                  </a:lnTo>
                  <a:lnTo>
                    <a:pt x="232" y="4056"/>
                  </a:lnTo>
                  <a:lnTo>
                    <a:pt x="194" y="4133"/>
                  </a:lnTo>
                  <a:lnTo>
                    <a:pt x="194" y="4171"/>
                  </a:lnTo>
                  <a:lnTo>
                    <a:pt x="116" y="4326"/>
                  </a:lnTo>
                  <a:lnTo>
                    <a:pt x="39" y="4480"/>
                  </a:lnTo>
                  <a:lnTo>
                    <a:pt x="0" y="4635"/>
                  </a:lnTo>
                  <a:lnTo>
                    <a:pt x="0" y="4789"/>
                  </a:lnTo>
                  <a:lnTo>
                    <a:pt x="39" y="5137"/>
                  </a:lnTo>
                  <a:lnTo>
                    <a:pt x="194" y="5446"/>
                  </a:lnTo>
                  <a:lnTo>
                    <a:pt x="348" y="5639"/>
                  </a:lnTo>
                  <a:lnTo>
                    <a:pt x="502" y="5832"/>
                  </a:lnTo>
                  <a:lnTo>
                    <a:pt x="696" y="5948"/>
                  </a:lnTo>
                  <a:lnTo>
                    <a:pt x="927" y="6063"/>
                  </a:lnTo>
                  <a:lnTo>
                    <a:pt x="966" y="6257"/>
                  </a:lnTo>
                  <a:lnTo>
                    <a:pt x="1275" y="6179"/>
                  </a:lnTo>
                  <a:lnTo>
                    <a:pt x="1313" y="6218"/>
                  </a:lnTo>
                  <a:lnTo>
                    <a:pt x="1313" y="6257"/>
                  </a:lnTo>
                  <a:lnTo>
                    <a:pt x="1352" y="6295"/>
                  </a:lnTo>
                  <a:lnTo>
                    <a:pt x="1468" y="6257"/>
                  </a:lnTo>
                  <a:lnTo>
                    <a:pt x="1815" y="6295"/>
                  </a:lnTo>
                  <a:lnTo>
                    <a:pt x="2395" y="6334"/>
                  </a:lnTo>
                  <a:lnTo>
                    <a:pt x="3012" y="6372"/>
                  </a:lnTo>
                  <a:lnTo>
                    <a:pt x="3592" y="6334"/>
                  </a:lnTo>
                  <a:lnTo>
                    <a:pt x="4171" y="6295"/>
                  </a:lnTo>
                  <a:lnTo>
                    <a:pt x="5368" y="6102"/>
                  </a:lnTo>
                  <a:lnTo>
                    <a:pt x="6565" y="5870"/>
                  </a:lnTo>
                  <a:lnTo>
                    <a:pt x="6758" y="5832"/>
                  </a:lnTo>
                  <a:lnTo>
                    <a:pt x="7994" y="5523"/>
                  </a:lnTo>
                  <a:lnTo>
                    <a:pt x="9036" y="5253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6" y="4133"/>
                  </a:lnTo>
                  <a:lnTo>
                    <a:pt x="12126" y="4249"/>
                  </a:lnTo>
                  <a:lnTo>
                    <a:pt x="12396" y="4287"/>
                  </a:lnTo>
                  <a:lnTo>
                    <a:pt x="12782" y="4712"/>
                  </a:lnTo>
                  <a:lnTo>
                    <a:pt x="13014" y="4519"/>
                  </a:lnTo>
                  <a:lnTo>
                    <a:pt x="12434" y="3940"/>
                  </a:lnTo>
                  <a:lnTo>
                    <a:pt x="12898" y="3669"/>
                  </a:lnTo>
                  <a:lnTo>
                    <a:pt x="13361" y="3322"/>
                  </a:lnTo>
                  <a:lnTo>
                    <a:pt x="13631" y="3052"/>
                  </a:lnTo>
                  <a:lnTo>
                    <a:pt x="13825" y="2704"/>
                  </a:lnTo>
                  <a:lnTo>
                    <a:pt x="14133" y="2627"/>
                  </a:lnTo>
                  <a:lnTo>
                    <a:pt x="14018" y="2318"/>
                  </a:lnTo>
                  <a:lnTo>
                    <a:pt x="14095" y="2009"/>
                  </a:lnTo>
                  <a:lnTo>
                    <a:pt x="14133" y="1739"/>
                  </a:lnTo>
                  <a:lnTo>
                    <a:pt x="14095" y="1468"/>
                  </a:lnTo>
                  <a:lnTo>
                    <a:pt x="14018" y="1237"/>
                  </a:lnTo>
                  <a:lnTo>
                    <a:pt x="13902" y="1005"/>
                  </a:lnTo>
                  <a:lnTo>
                    <a:pt x="13747" y="812"/>
                  </a:lnTo>
                  <a:lnTo>
                    <a:pt x="13477" y="619"/>
                  </a:lnTo>
                  <a:lnTo>
                    <a:pt x="13168" y="503"/>
                  </a:lnTo>
                  <a:lnTo>
                    <a:pt x="13091" y="503"/>
                  </a:lnTo>
                  <a:lnTo>
                    <a:pt x="12898" y="387"/>
                  </a:lnTo>
                  <a:lnTo>
                    <a:pt x="12666" y="271"/>
                  </a:lnTo>
                  <a:lnTo>
                    <a:pt x="12434" y="155"/>
                  </a:lnTo>
                  <a:lnTo>
                    <a:pt x="12203" y="117"/>
                  </a:lnTo>
                  <a:lnTo>
                    <a:pt x="11817" y="40"/>
                  </a:lnTo>
                  <a:lnTo>
                    <a:pt x="1143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2687250" y="1806675"/>
              <a:ext cx="449900" cy="337900"/>
            </a:xfrm>
            <a:custGeom>
              <a:avLst/>
              <a:gdLst/>
              <a:ahLst/>
              <a:cxnLst/>
              <a:rect l="l" t="t" r="r" b="b"/>
              <a:pathLst>
                <a:path w="17996" h="13516" extrusionOk="0">
                  <a:moveTo>
                    <a:pt x="15794" y="386"/>
                  </a:moveTo>
                  <a:lnTo>
                    <a:pt x="15872" y="425"/>
                  </a:lnTo>
                  <a:lnTo>
                    <a:pt x="15949" y="464"/>
                  </a:lnTo>
                  <a:lnTo>
                    <a:pt x="16103" y="657"/>
                  </a:lnTo>
                  <a:lnTo>
                    <a:pt x="16181" y="850"/>
                  </a:lnTo>
                  <a:lnTo>
                    <a:pt x="16258" y="1043"/>
                  </a:lnTo>
                  <a:lnTo>
                    <a:pt x="16219" y="1236"/>
                  </a:lnTo>
                  <a:lnTo>
                    <a:pt x="16181" y="1468"/>
                  </a:lnTo>
                  <a:lnTo>
                    <a:pt x="15987" y="1892"/>
                  </a:lnTo>
                  <a:lnTo>
                    <a:pt x="15833" y="2163"/>
                  </a:lnTo>
                  <a:lnTo>
                    <a:pt x="15601" y="2433"/>
                  </a:lnTo>
                  <a:lnTo>
                    <a:pt x="15370" y="2665"/>
                  </a:lnTo>
                  <a:lnTo>
                    <a:pt x="15099" y="2896"/>
                  </a:lnTo>
                  <a:lnTo>
                    <a:pt x="14983" y="2279"/>
                  </a:lnTo>
                  <a:lnTo>
                    <a:pt x="14945" y="1970"/>
                  </a:lnTo>
                  <a:lnTo>
                    <a:pt x="14906" y="1699"/>
                  </a:lnTo>
                  <a:lnTo>
                    <a:pt x="14945" y="1390"/>
                  </a:lnTo>
                  <a:lnTo>
                    <a:pt x="15022" y="1120"/>
                  </a:lnTo>
                  <a:lnTo>
                    <a:pt x="15138" y="850"/>
                  </a:lnTo>
                  <a:lnTo>
                    <a:pt x="15331" y="618"/>
                  </a:lnTo>
                  <a:lnTo>
                    <a:pt x="15563" y="464"/>
                  </a:lnTo>
                  <a:lnTo>
                    <a:pt x="15679" y="386"/>
                  </a:lnTo>
                  <a:close/>
                  <a:moveTo>
                    <a:pt x="14481" y="3437"/>
                  </a:moveTo>
                  <a:lnTo>
                    <a:pt x="14443" y="3591"/>
                  </a:lnTo>
                  <a:lnTo>
                    <a:pt x="14134" y="3939"/>
                  </a:lnTo>
                  <a:lnTo>
                    <a:pt x="13786" y="4287"/>
                  </a:lnTo>
                  <a:lnTo>
                    <a:pt x="13593" y="4441"/>
                  </a:lnTo>
                  <a:lnTo>
                    <a:pt x="13362" y="4595"/>
                  </a:lnTo>
                  <a:lnTo>
                    <a:pt x="13091" y="4711"/>
                  </a:lnTo>
                  <a:lnTo>
                    <a:pt x="12782" y="4750"/>
                  </a:lnTo>
                  <a:lnTo>
                    <a:pt x="12667" y="4789"/>
                  </a:lnTo>
                  <a:lnTo>
                    <a:pt x="12589" y="4750"/>
                  </a:lnTo>
                  <a:lnTo>
                    <a:pt x="12551" y="4673"/>
                  </a:lnTo>
                  <a:lnTo>
                    <a:pt x="12512" y="4518"/>
                  </a:lnTo>
                  <a:lnTo>
                    <a:pt x="12474" y="4287"/>
                  </a:lnTo>
                  <a:lnTo>
                    <a:pt x="12512" y="4171"/>
                  </a:lnTo>
                  <a:lnTo>
                    <a:pt x="12628" y="4055"/>
                  </a:lnTo>
                  <a:lnTo>
                    <a:pt x="12821" y="3900"/>
                  </a:lnTo>
                  <a:lnTo>
                    <a:pt x="13091" y="3746"/>
                  </a:lnTo>
                  <a:lnTo>
                    <a:pt x="13362" y="3591"/>
                  </a:lnTo>
                  <a:lnTo>
                    <a:pt x="13632" y="3514"/>
                  </a:lnTo>
                  <a:lnTo>
                    <a:pt x="13941" y="3437"/>
                  </a:lnTo>
                  <a:close/>
                  <a:moveTo>
                    <a:pt x="15061" y="3514"/>
                  </a:moveTo>
                  <a:lnTo>
                    <a:pt x="15717" y="3553"/>
                  </a:lnTo>
                  <a:lnTo>
                    <a:pt x="16065" y="3591"/>
                  </a:lnTo>
                  <a:lnTo>
                    <a:pt x="16412" y="3630"/>
                  </a:lnTo>
                  <a:lnTo>
                    <a:pt x="16721" y="3707"/>
                  </a:lnTo>
                  <a:lnTo>
                    <a:pt x="17030" y="3823"/>
                  </a:lnTo>
                  <a:lnTo>
                    <a:pt x="17262" y="4016"/>
                  </a:lnTo>
                  <a:lnTo>
                    <a:pt x="17378" y="4171"/>
                  </a:lnTo>
                  <a:lnTo>
                    <a:pt x="17493" y="4287"/>
                  </a:lnTo>
                  <a:lnTo>
                    <a:pt x="17571" y="4480"/>
                  </a:lnTo>
                  <a:lnTo>
                    <a:pt x="17571" y="4634"/>
                  </a:lnTo>
                  <a:lnTo>
                    <a:pt x="17493" y="4789"/>
                  </a:lnTo>
                  <a:lnTo>
                    <a:pt x="17378" y="4904"/>
                  </a:lnTo>
                  <a:lnTo>
                    <a:pt x="17262" y="4982"/>
                  </a:lnTo>
                  <a:lnTo>
                    <a:pt x="17069" y="5020"/>
                  </a:lnTo>
                  <a:lnTo>
                    <a:pt x="16914" y="4982"/>
                  </a:lnTo>
                  <a:lnTo>
                    <a:pt x="16721" y="4943"/>
                  </a:lnTo>
                  <a:lnTo>
                    <a:pt x="16335" y="4750"/>
                  </a:lnTo>
                  <a:lnTo>
                    <a:pt x="15987" y="4518"/>
                  </a:lnTo>
                  <a:lnTo>
                    <a:pt x="15717" y="4287"/>
                  </a:lnTo>
                  <a:lnTo>
                    <a:pt x="15485" y="4055"/>
                  </a:lnTo>
                  <a:lnTo>
                    <a:pt x="15254" y="3785"/>
                  </a:lnTo>
                  <a:lnTo>
                    <a:pt x="15061" y="3514"/>
                  </a:lnTo>
                  <a:close/>
                  <a:moveTo>
                    <a:pt x="4866" y="3128"/>
                  </a:moveTo>
                  <a:lnTo>
                    <a:pt x="5484" y="3167"/>
                  </a:lnTo>
                  <a:lnTo>
                    <a:pt x="6102" y="3283"/>
                  </a:lnTo>
                  <a:lnTo>
                    <a:pt x="6681" y="3514"/>
                  </a:lnTo>
                  <a:lnTo>
                    <a:pt x="7145" y="3707"/>
                  </a:lnTo>
                  <a:lnTo>
                    <a:pt x="7569" y="3978"/>
                  </a:lnTo>
                  <a:lnTo>
                    <a:pt x="7994" y="4248"/>
                  </a:lnTo>
                  <a:lnTo>
                    <a:pt x="8380" y="4557"/>
                  </a:lnTo>
                  <a:lnTo>
                    <a:pt x="9153" y="5213"/>
                  </a:lnTo>
                  <a:lnTo>
                    <a:pt x="9925" y="5908"/>
                  </a:lnTo>
                  <a:lnTo>
                    <a:pt x="10234" y="6179"/>
                  </a:lnTo>
                  <a:lnTo>
                    <a:pt x="10581" y="6410"/>
                  </a:lnTo>
                  <a:lnTo>
                    <a:pt x="10968" y="6642"/>
                  </a:lnTo>
                  <a:lnTo>
                    <a:pt x="11354" y="6797"/>
                  </a:lnTo>
                  <a:lnTo>
                    <a:pt x="11740" y="6874"/>
                  </a:lnTo>
                  <a:lnTo>
                    <a:pt x="12165" y="6912"/>
                  </a:lnTo>
                  <a:lnTo>
                    <a:pt x="12589" y="6874"/>
                  </a:lnTo>
                  <a:lnTo>
                    <a:pt x="13014" y="6719"/>
                  </a:lnTo>
                  <a:lnTo>
                    <a:pt x="13323" y="6565"/>
                  </a:lnTo>
                  <a:lnTo>
                    <a:pt x="13593" y="6372"/>
                  </a:lnTo>
                  <a:lnTo>
                    <a:pt x="13825" y="6179"/>
                  </a:lnTo>
                  <a:lnTo>
                    <a:pt x="14018" y="5947"/>
                  </a:lnTo>
                  <a:lnTo>
                    <a:pt x="14211" y="5677"/>
                  </a:lnTo>
                  <a:lnTo>
                    <a:pt x="14366" y="5406"/>
                  </a:lnTo>
                  <a:lnTo>
                    <a:pt x="14520" y="5097"/>
                  </a:lnTo>
                  <a:lnTo>
                    <a:pt x="14636" y="4789"/>
                  </a:lnTo>
                  <a:lnTo>
                    <a:pt x="14559" y="5638"/>
                  </a:lnTo>
                  <a:lnTo>
                    <a:pt x="14404" y="6449"/>
                  </a:lnTo>
                  <a:lnTo>
                    <a:pt x="14211" y="7221"/>
                  </a:lnTo>
                  <a:lnTo>
                    <a:pt x="13941" y="7994"/>
                  </a:lnTo>
                  <a:lnTo>
                    <a:pt x="13593" y="8727"/>
                  </a:lnTo>
                  <a:lnTo>
                    <a:pt x="13169" y="9422"/>
                  </a:lnTo>
                  <a:lnTo>
                    <a:pt x="12667" y="10117"/>
                  </a:lnTo>
                  <a:lnTo>
                    <a:pt x="12087" y="10735"/>
                  </a:lnTo>
                  <a:lnTo>
                    <a:pt x="11624" y="11160"/>
                  </a:lnTo>
                  <a:lnTo>
                    <a:pt x="11199" y="11546"/>
                  </a:lnTo>
                  <a:lnTo>
                    <a:pt x="10697" y="11855"/>
                  </a:lnTo>
                  <a:lnTo>
                    <a:pt x="10195" y="12164"/>
                  </a:lnTo>
                  <a:lnTo>
                    <a:pt x="9693" y="12396"/>
                  </a:lnTo>
                  <a:lnTo>
                    <a:pt x="9153" y="12627"/>
                  </a:lnTo>
                  <a:lnTo>
                    <a:pt x="8612" y="12782"/>
                  </a:lnTo>
                  <a:lnTo>
                    <a:pt x="8071" y="12898"/>
                  </a:lnTo>
                  <a:lnTo>
                    <a:pt x="7531" y="12975"/>
                  </a:lnTo>
                  <a:lnTo>
                    <a:pt x="6990" y="13014"/>
                  </a:lnTo>
                  <a:lnTo>
                    <a:pt x="6411" y="12975"/>
                  </a:lnTo>
                  <a:lnTo>
                    <a:pt x="5870" y="12898"/>
                  </a:lnTo>
                  <a:lnTo>
                    <a:pt x="5291" y="12782"/>
                  </a:lnTo>
                  <a:lnTo>
                    <a:pt x="4751" y="12627"/>
                  </a:lnTo>
                  <a:lnTo>
                    <a:pt x="4171" y="12396"/>
                  </a:lnTo>
                  <a:lnTo>
                    <a:pt x="3631" y="12125"/>
                  </a:lnTo>
                  <a:lnTo>
                    <a:pt x="3090" y="11816"/>
                  </a:lnTo>
                  <a:lnTo>
                    <a:pt x="2588" y="11469"/>
                  </a:lnTo>
                  <a:lnTo>
                    <a:pt x="2125" y="11044"/>
                  </a:lnTo>
                  <a:lnTo>
                    <a:pt x="1700" y="10581"/>
                  </a:lnTo>
                  <a:lnTo>
                    <a:pt x="1314" y="10117"/>
                  </a:lnTo>
                  <a:lnTo>
                    <a:pt x="966" y="9577"/>
                  </a:lnTo>
                  <a:lnTo>
                    <a:pt x="696" y="8998"/>
                  </a:lnTo>
                  <a:lnTo>
                    <a:pt x="542" y="8418"/>
                  </a:lnTo>
                  <a:lnTo>
                    <a:pt x="426" y="7801"/>
                  </a:lnTo>
                  <a:lnTo>
                    <a:pt x="426" y="7221"/>
                  </a:lnTo>
                  <a:lnTo>
                    <a:pt x="503" y="6603"/>
                  </a:lnTo>
                  <a:lnTo>
                    <a:pt x="696" y="6024"/>
                  </a:lnTo>
                  <a:lnTo>
                    <a:pt x="928" y="5484"/>
                  </a:lnTo>
                  <a:lnTo>
                    <a:pt x="1237" y="4943"/>
                  </a:lnTo>
                  <a:lnTo>
                    <a:pt x="1623" y="4480"/>
                  </a:lnTo>
                  <a:lnTo>
                    <a:pt x="2048" y="4055"/>
                  </a:lnTo>
                  <a:lnTo>
                    <a:pt x="2588" y="3707"/>
                  </a:lnTo>
                  <a:lnTo>
                    <a:pt x="3129" y="3437"/>
                  </a:lnTo>
                  <a:lnTo>
                    <a:pt x="3708" y="3244"/>
                  </a:lnTo>
                  <a:lnTo>
                    <a:pt x="4287" y="3167"/>
                  </a:lnTo>
                  <a:lnTo>
                    <a:pt x="4866" y="3128"/>
                  </a:lnTo>
                  <a:close/>
                  <a:moveTo>
                    <a:pt x="15717" y="0"/>
                  </a:moveTo>
                  <a:lnTo>
                    <a:pt x="15524" y="39"/>
                  </a:lnTo>
                  <a:lnTo>
                    <a:pt x="15331" y="155"/>
                  </a:lnTo>
                  <a:lnTo>
                    <a:pt x="15138" y="271"/>
                  </a:lnTo>
                  <a:lnTo>
                    <a:pt x="14983" y="464"/>
                  </a:lnTo>
                  <a:lnTo>
                    <a:pt x="14829" y="618"/>
                  </a:lnTo>
                  <a:lnTo>
                    <a:pt x="14713" y="850"/>
                  </a:lnTo>
                  <a:lnTo>
                    <a:pt x="14636" y="1043"/>
                  </a:lnTo>
                  <a:lnTo>
                    <a:pt x="14597" y="1275"/>
                  </a:lnTo>
                  <a:lnTo>
                    <a:pt x="14559" y="1545"/>
                  </a:lnTo>
                  <a:lnTo>
                    <a:pt x="14520" y="2047"/>
                  </a:lnTo>
                  <a:lnTo>
                    <a:pt x="14597" y="2588"/>
                  </a:lnTo>
                  <a:lnTo>
                    <a:pt x="14752" y="3090"/>
                  </a:lnTo>
                  <a:lnTo>
                    <a:pt x="14713" y="3128"/>
                  </a:lnTo>
                  <a:lnTo>
                    <a:pt x="14675" y="3167"/>
                  </a:lnTo>
                  <a:lnTo>
                    <a:pt x="14636" y="3205"/>
                  </a:lnTo>
                  <a:lnTo>
                    <a:pt x="14173" y="3128"/>
                  </a:lnTo>
                  <a:lnTo>
                    <a:pt x="13709" y="3167"/>
                  </a:lnTo>
                  <a:lnTo>
                    <a:pt x="13246" y="3283"/>
                  </a:lnTo>
                  <a:lnTo>
                    <a:pt x="12821" y="3476"/>
                  </a:lnTo>
                  <a:lnTo>
                    <a:pt x="12512" y="3669"/>
                  </a:lnTo>
                  <a:lnTo>
                    <a:pt x="12358" y="3785"/>
                  </a:lnTo>
                  <a:lnTo>
                    <a:pt x="12203" y="3939"/>
                  </a:lnTo>
                  <a:lnTo>
                    <a:pt x="12049" y="4132"/>
                  </a:lnTo>
                  <a:lnTo>
                    <a:pt x="11972" y="4287"/>
                  </a:lnTo>
                  <a:lnTo>
                    <a:pt x="11933" y="4480"/>
                  </a:lnTo>
                  <a:lnTo>
                    <a:pt x="11933" y="4673"/>
                  </a:lnTo>
                  <a:lnTo>
                    <a:pt x="12010" y="4866"/>
                  </a:lnTo>
                  <a:lnTo>
                    <a:pt x="12126" y="5020"/>
                  </a:lnTo>
                  <a:lnTo>
                    <a:pt x="12280" y="5097"/>
                  </a:lnTo>
                  <a:lnTo>
                    <a:pt x="12435" y="5136"/>
                  </a:lnTo>
                  <a:lnTo>
                    <a:pt x="12628" y="5175"/>
                  </a:lnTo>
                  <a:lnTo>
                    <a:pt x="12821" y="5136"/>
                  </a:lnTo>
                  <a:lnTo>
                    <a:pt x="13207" y="5059"/>
                  </a:lnTo>
                  <a:lnTo>
                    <a:pt x="13516" y="4904"/>
                  </a:lnTo>
                  <a:lnTo>
                    <a:pt x="13825" y="4711"/>
                  </a:lnTo>
                  <a:lnTo>
                    <a:pt x="14095" y="4480"/>
                  </a:lnTo>
                  <a:lnTo>
                    <a:pt x="14366" y="4248"/>
                  </a:lnTo>
                  <a:lnTo>
                    <a:pt x="14211" y="4711"/>
                  </a:lnTo>
                  <a:lnTo>
                    <a:pt x="14018" y="5175"/>
                  </a:lnTo>
                  <a:lnTo>
                    <a:pt x="13864" y="5406"/>
                  </a:lnTo>
                  <a:lnTo>
                    <a:pt x="13709" y="5599"/>
                  </a:lnTo>
                  <a:lnTo>
                    <a:pt x="13555" y="5793"/>
                  </a:lnTo>
                  <a:lnTo>
                    <a:pt x="13362" y="5947"/>
                  </a:lnTo>
                  <a:lnTo>
                    <a:pt x="13053" y="6179"/>
                  </a:lnTo>
                  <a:lnTo>
                    <a:pt x="12705" y="6333"/>
                  </a:lnTo>
                  <a:lnTo>
                    <a:pt x="12358" y="6410"/>
                  </a:lnTo>
                  <a:lnTo>
                    <a:pt x="12010" y="6410"/>
                  </a:lnTo>
                  <a:lnTo>
                    <a:pt x="11663" y="6372"/>
                  </a:lnTo>
                  <a:lnTo>
                    <a:pt x="11315" y="6256"/>
                  </a:lnTo>
                  <a:lnTo>
                    <a:pt x="10968" y="6101"/>
                  </a:lnTo>
                  <a:lnTo>
                    <a:pt x="10659" y="5870"/>
                  </a:lnTo>
                  <a:lnTo>
                    <a:pt x="10234" y="5561"/>
                  </a:lnTo>
                  <a:lnTo>
                    <a:pt x="9809" y="5213"/>
                  </a:lnTo>
                  <a:lnTo>
                    <a:pt x="9037" y="4480"/>
                  </a:lnTo>
                  <a:lnTo>
                    <a:pt x="8651" y="4132"/>
                  </a:lnTo>
                  <a:lnTo>
                    <a:pt x="8226" y="3823"/>
                  </a:lnTo>
                  <a:lnTo>
                    <a:pt x="7801" y="3514"/>
                  </a:lnTo>
                  <a:lnTo>
                    <a:pt x="7299" y="3244"/>
                  </a:lnTo>
                  <a:lnTo>
                    <a:pt x="6720" y="3012"/>
                  </a:lnTo>
                  <a:lnTo>
                    <a:pt x="6102" y="2819"/>
                  </a:lnTo>
                  <a:lnTo>
                    <a:pt x="5523" y="2742"/>
                  </a:lnTo>
                  <a:lnTo>
                    <a:pt x="4905" y="2703"/>
                  </a:lnTo>
                  <a:lnTo>
                    <a:pt x="4287" y="2703"/>
                  </a:lnTo>
                  <a:lnTo>
                    <a:pt x="3708" y="2819"/>
                  </a:lnTo>
                  <a:lnTo>
                    <a:pt x="3129" y="2974"/>
                  </a:lnTo>
                  <a:lnTo>
                    <a:pt x="2549" y="3205"/>
                  </a:lnTo>
                  <a:lnTo>
                    <a:pt x="2318" y="3360"/>
                  </a:lnTo>
                  <a:lnTo>
                    <a:pt x="2009" y="3553"/>
                  </a:lnTo>
                  <a:lnTo>
                    <a:pt x="1700" y="3785"/>
                  </a:lnTo>
                  <a:lnTo>
                    <a:pt x="1430" y="4016"/>
                  </a:lnTo>
                  <a:lnTo>
                    <a:pt x="1159" y="4325"/>
                  </a:lnTo>
                  <a:lnTo>
                    <a:pt x="928" y="4595"/>
                  </a:lnTo>
                  <a:lnTo>
                    <a:pt x="696" y="4943"/>
                  </a:lnTo>
                  <a:lnTo>
                    <a:pt x="503" y="5291"/>
                  </a:lnTo>
                  <a:lnTo>
                    <a:pt x="348" y="5677"/>
                  </a:lnTo>
                  <a:lnTo>
                    <a:pt x="155" y="6217"/>
                  </a:lnTo>
                  <a:lnTo>
                    <a:pt x="40" y="6758"/>
                  </a:lnTo>
                  <a:lnTo>
                    <a:pt x="1" y="7299"/>
                  </a:lnTo>
                  <a:lnTo>
                    <a:pt x="1" y="7801"/>
                  </a:lnTo>
                  <a:lnTo>
                    <a:pt x="78" y="8303"/>
                  </a:lnTo>
                  <a:lnTo>
                    <a:pt x="194" y="8804"/>
                  </a:lnTo>
                  <a:lnTo>
                    <a:pt x="387" y="9306"/>
                  </a:lnTo>
                  <a:lnTo>
                    <a:pt x="580" y="9770"/>
                  </a:lnTo>
                  <a:lnTo>
                    <a:pt x="850" y="10195"/>
                  </a:lnTo>
                  <a:lnTo>
                    <a:pt x="1159" y="10658"/>
                  </a:lnTo>
                  <a:lnTo>
                    <a:pt x="1507" y="11044"/>
                  </a:lnTo>
                  <a:lnTo>
                    <a:pt x="1893" y="11430"/>
                  </a:lnTo>
                  <a:lnTo>
                    <a:pt x="2279" y="11778"/>
                  </a:lnTo>
                  <a:lnTo>
                    <a:pt x="2704" y="12125"/>
                  </a:lnTo>
                  <a:lnTo>
                    <a:pt x="3167" y="12396"/>
                  </a:lnTo>
                  <a:lnTo>
                    <a:pt x="3631" y="12666"/>
                  </a:lnTo>
                  <a:lnTo>
                    <a:pt x="4249" y="12975"/>
                  </a:lnTo>
                  <a:lnTo>
                    <a:pt x="4866" y="13168"/>
                  </a:lnTo>
                  <a:lnTo>
                    <a:pt x="5484" y="13361"/>
                  </a:lnTo>
                  <a:lnTo>
                    <a:pt x="6141" y="13438"/>
                  </a:lnTo>
                  <a:lnTo>
                    <a:pt x="6759" y="13515"/>
                  </a:lnTo>
                  <a:lnTo>
                    <a:pt x="7376" y="13477"/>
                  </a:lnTo>
                  <a:lnTo>
                    <a:pt x="7994" y="13438"/>
                  </a:lnTo>
                  <a:lnTo>
                    <a:pt x="8612" y="13284"/>
                  </a:lnTo>
                  <a:lnTo>
                    <a:pt x="8728" y="13438"/>
                  </a:lnTo>
                  <a:lnTo>
                    <a:pt x="8998" y="13207"/>
                  </a:lnTo>
                  <a:lnTo>
                    <a:pt x="9770" y="12898"/>
                  </a:lnTo>
                  <a:lnTo>
                    <a:pt x="10504" y="12550"/>
                  </a:lnTo>
                  <a:lnTo>
                    <a:pt x="11238" y="12087"/>
                  </a:lnTo>
                  <a:lnTo>
                    <a:pt x="11933" y="11546"/>
                  </a:lnTo>
                  <a:lnTo>
                    <a:pt x="12474" y="11044"/>
                  </a:lnTo>
                  <a:lnTo>
                    <a:pt x="13014" y="10426"/>
                  </a:lnTo>
                  <a:lnTo>
                    <a:pt x="13246" y="10195"/>
                  </a:lnTo>
                  <a:lnTo>
                    <a:pt x="13207" y="10156"/>
                  </a:lnTo>
                  <a:lnTo>
                    <a:pt x="13709" y="9461"/>
                  </a:lnTo>
                  <a:lnTo>
                    <a:pt x="14134" y="8727"/>
                  </a:lnTo>
                  <a:lnTo>
                    <a:pt x="14481" y="7955"/>
                  </a:lnTo>
                  <a:lnTo>
                    <a:pt x="14752" y="7183"/>
                  </a:lnTo>
                  <a:lnTo>
                    <a:pt x="14945" y="6333"/>
                  </a:lnTo>
                  <a:lnTo>
                    <a:pt x="15022" y="5947"/>
                  </a:lnTo>
                  <a:lnTo>
                    <a:pt x="15061" y="5522"/>
                  </a:lnTo>
                  <a:lnTo>
                    <a:pt x="15061" y="5097"/>
                  </a:lnTo>
                  <a:lnTo>
                    <a:pt x="15061" y="4673"/>
                  </a:lnTo>
                  <a:lnTo>
                    <a:pt x="15022" y="4248"/>
                  </a:lnTo>
                  <a:lnTo>
                    <a:pt x="14945" y="3862"/>
                  </a:lnTo>
                  <a:lnTo>
                    <a:pt x="15215" y="4248"/>
                  </a:lnTo>
                  <a:lnTo>
                    <a:pt x="15563" y="4595"/>
                  </a:lnTo>
                  <a:lnTo>
                    <a:pt x="15949" y="4943"/>
                  </a:lnTo>
                  <a:lnTo>
                    <a:pt x="16374" y="5213"/>
                  </a:lnTo>
                  <a:lnTo>
                    <a:pt x="16567" y="5291"/>
                  </a:lnTo>
                  <a:lnTo>
                    <a:pt x="16798" y="5368"/>
                  </a:lnTo>
                  <a:lnTo>
                    <a:pt x="17030" y="5445"/>
                  </a:lnTo>
                  <a:lnTo>
                    <a:pt x="17262" y="5445"/>
                  </a:lnTo>
                  <a:lnTo>
                    <a:pt x="17493" y="5406"/>
                  </a:lnTo>
                  <a:lnTo>
                    <a:pt x="17687" y="5329"/>
                  </a:lnTo>
                  <a:lnTo>
                    <a:pt x="17841" y="5175"/>
                  </a:lnTo>
                  <a:lnTo>
                    <a:pt x="17957" y="4982"/>
                  </a:lnTo>
                  <a:lnTo>
                    <a:pt x="17995" y="4750"/>
                  </a:lnTo>
                  <a:lnTo>
                    <a:pt x="17995" y="4557"/>
                  </a:lnTo>
                  <a:lnTo>
                    <a:pt x="17957" y="4325"/>
                  </a:lnTo>
                  <a:lnTo>
                    <a:pt x="17841" y="4132"/>
                  </a:lnTo>
                  <a:lnTo>
                    <a:pt x="17725" y="3978"/>
                  </a:lnTo>
                  <a:lnTo>
                    <a:pt x="17571" y="3785"/>
                  </a:lnTo>
                  <a:lnTo>
                    <a:pt x="17416" y="3669"/>
                  </a:lnTo>
                  <a:lnTo>
                    <a:pt x="17262" y="3553"/>
                  </a:lnTo>
                  <a:lnTo>
                    <a:pt x="17030" y="3437"/>
                  </a:lnTo>
                  <a:lnTo>
                    <a:pt x="16798" y="3321"/>
                  </a:lnTo>
                  <a:lnTo>
                    <a:pt x="16296" y="3205"/>
                  </a:lnTo>
                  <a:lnTo>
                    <a:pt x="15794" y="3128"/>
                  </a:lnTo>
                  <a:lnTo>
                    <a:pt x="15254" y="3128"/>
                  </a:lnTo>
                  <a:lnTo>
                    <a:pt x="15679" y="2858"/>
                  </a:lnTo>
                  <a:lnTo>
                    <a:pt x="16026" y="2510"/>
                  </a:lnTo>
                  <a:lnTo>
                    <a:pt x="16296" y="2124"/>
                  </a:lnTo>
                  <a:lnTo>
                    <a:pt x="16528" y="1661"/>
                  </a:lnTo>
                  <a:lnTo>
                    <a:pt x="16567" y="1429"/>
                  </a:lnTo>
                  <a:lnTo>
                    <a:pt x="16605" y="1197"/>
                  </a:lnTo>
                  <a:lnTo>
                    <a:pt x="16644" y="927"/>
                  </a:lnTo>
                  <a:lnTo>
                    <a:pt x="16605" y="657"/>
                  </a:lnTo>
                  <a:lnTo>
                    <a:pt x="16528" y="425"/>
                  </a:lnTo>
                  <a:lnTo>
                    <a:pt x="16412" y="232"/>
                  </a:lnTo>
                  <a:lnTo>
                    <a:pt x="16219" y="78"/>
                  </a:lnTo>
                  <a:lnTo>
                    <a:pt x="16103" y="39"/>
                  </a:lnTo>
                  <a:lnTo>
                    <a:pt x="1594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4737700" y="1812475"/>
              <a:ext cx="353350" cy="159300"/>
            </a:xfrm>
            <a:custGeom>
              <a:avLst/>
              <a:gdLst/>
              <a:ahLst/>
              <a:cxnLst/>
              <a:rect l="l" t="t" r="r" b="b"/>
              <a:pathLst>
                <a:path w="14134" h="6372" extrusionOk="0">
                  <a:moveTo>
                    <a:pt x="11161" y="463"/>
                  </a:moveTo>
                  <a:lnTo>
                    <a:pt x="11624" y="502"/>
                  </a:lnTo>
                  <a:lnTo>
                    <a:pt x="12049" y="541"/>
                  </a:lnTo>
                  <a:lnTo>
                    <a:pt x="12435" y="656"/>
                  </a:lnTo>
                  <a:lnTo>
                    <a:pt x="12628" y="734"/>
                  </a:lnTo>
                  <a:lnTo>
                    <a:pt x="12744" y="811"/>
                  </a:lnTo>
                  <a:lnTo>
                    <a:pt x="12860" y="965"/>
                  </a:lnTo>
                  <a:lnTo>
                    <a:pt x="12937" y="1081"/>
                  </a:lnTo>
                  <a:lnTo>
                    <a:pt x="12975" y="1313"/>
                  </a:lnTo>
                  <a:lnTo>
                    <a:pt x="12975" y="1506"/>
                  </a:lnTo>
                  <a:lnTo>
                    <a:pt x="12937" y="1699"/>
                  </a:lnTo>
                  <a:lnTo>
                    <a:pt x="12821" y="1892"/>
                  </a:lnTo>
                  <a:lnTo>
                    <a:pt x="12705" y="2085"/>
                  </a:lnTo>
                  <a:lnTo>
                    <a:pt x="12589" y="2240"/>
                  </a:lnTo>
                  <a:lnTo>
                    <a:pt x="12242" y="2471"/>
                  </a:lnTo>
                  <a:lnTo>
                    <a:pt x="11817" y="2742"/>
                  </a:lnTo>
                  <a:lnTo>
                    <a:pt x="11392" y="2935"/>
                  </a:lnTo>
                  <a:lnTo>
                    <a:pt x="10659" y="3205"/>
                  </a:lnTo>
                  <a:lnTo>
                    <a:pt x="9925" y="3437"/>
                  </a:lnTo>
                  <a:lnTo>
                    <a:pt x="9153" y="3707"/>
                  </a:lnTo>
                  <a:lnTo>
                    <a:pt x="8380" y="3900"/>
                  </a:lnTo>
                  <a:lnTo>
                    <a:pt x="7608" y="4093"/>
                  </a:lnTo>
                  <a:lnTo>
                    <a:pt x="6797" y="4286"/>
                  </a:lnTo>
                  <a:lnTo>
                    <a:pt x="5909" y="4441"/>
                  </a:lnTo>
                  <a:lnTo>
                    <a:pt x="5021" y="4595"/>
                  </a:lnTo>
                  <a:lnTo>
                    <a:pt x="4133" y="4711"/>
                  </a:lnTo>
                  <a:lnTo>
                    <a:pt x="3245" y="4788"/>
                  </a:lnTo>
                  <a:lnTo>
                    <a:pt x="2202" y="4788"/>
                  </a:lnTo>
                  <a:lnTo>
                    <a:pt x="1854" y="4750"/>
                  </a:lnTo>
                  <a:lnTo>
                    <a:pt x="1507" y="4672"/>
                  </a:lnTo>
                  <a:lnTo>
                    <a:pt x="1198" y="4557"/>
                  </a:lnTo>
                  <a:lnTo>
                    <a:pt x="889" y="4441"/>
                  </a:lnTo>
                  <a:lnTo>
                    <a:pt x="580" y="4248"/>
                  </a:lnTo>
                  <a:lnTo>
                    <a:pt x="657" y="4170"/>
                  </a:lnTo>
                  <a:lnTo>
                    <a:pt x="696" y="4055"/>
                  </a:lnTo>
                  <a:lnTo>
                    <a:pt x="696" y="3939"/>
                  </a:lnTo>
                  <a:lnTo>
                    <a:pt x="735" y="3823"/>
                  </a:lnTo>
                  <a:lnTo>
                    <a:pt x="850" y="3630"/>
                  </a:lnTo>
                  <a:lnTo>
                    <a:pt x="1082" y="3437"/>
                  </a:lnTo>
                  <a:lnTo>
                    <a:pt x="1314" y="3244"/>
                  </a:lnTo>
                  <a:lnTo>
                    <a:pt x="1854" y="2935"/>
                  </a:lnTo>
                  <a:lnTo>
                    <a:pt x="2279" y="2703"/>
                  </a:lnTo>
                  <a:lnTo>
                    <a:pt x="3013" y="2356"/>
                  </a:lnTo>
                  <a:lnTo>
                    <a:pt x="3708" y="2008"/>
                  </a:lnTo>
                  <a:lnTo>
                    <a:pt x="4480" y="1699"/>
                  </a:lnTo>
                  <a:lnTo>
                    <a:pt x="5253" y="1429"/>
                  </a:lnTo>
                  <a:lnTo>
                    <a:pt x="6025" y="1197"/>
                  </a:lnTo>
                  <a:lnTo>
                    <a:pt x="6836" y="1004"/>
                  </a:lnTo>
                  <a:lnTo>
                    <a:pt x="7608" y="811"/>
                  </a:lnTo>
                  <a:lnTo>
                    <a:pt x="8419" y="695"/>
                  </a:lnTo>
                  <a:lnTo>
                    <a:pt x="9230" y="579"/>
                  </a:lnTo>
                  <a:lnTo>
                    <a:pt x="10041" y="541"/>
                  </a:lnTo>
                  <a:lnTo>
                    <a:pt x="10736" y="502"/>
                  </a:lnTo>
                  <a:lnTo>
                    <a:pt x="11161" y="463"/>
                  </a:lnTo>
                  <a:close/>
                  <a:moveTo>
                    <a:pt x="13477" y="1120"/>
                  </a:moveTo>
                  <a:lnTo>
                    <a:pt x="13632" y="1313"/>
                  </a:lnTo>
                  <a:lnTo>
                    <a:pt x="13709" y="1506"/>
                  </a:lnTo>
                  <a:lnTo>
                    <a:pt x="13748" y="1738"/>
                  </a:lnTo>
                  <a:lnTo>
                    <a:pt x="13709" y="2008"/>
                  </a:lnTo>
                  <a:lnTo>
                    <a:pt x="13632" y="2240"/>
                  </a:lnTo>
                  <a:lnTo>
                    <a:pt x="13516" y="2471"/>
                  </a:lnTo>
                  <a:lnTo>
                    <a:pt x="13400" y="2703"/>
                  </a:lnTo>
                  <a:lnTo>
                    <a:pt x="13207" y="2896"/>
                  </a:lnTo>
                  <a:lnTo>
                    <a:pt x="12860" y="3205"/>
                  </a:lnTo>
                  <a:lnTo>
                    <a:pt x="12473" y="3437"/>
                  </a:lnTo>
                  <a:lnTo>
                    <a:pt x="12049" y="3668"/>
                  </a:lnTo>
                  <a:lnTo>
                    <a:pt x="11624" y="3900"/>
                  </a:lnTo>
                  <a:lnTo>
                    <a:pt x="10659" y="4286"/>
                  </a:lnTo>
                  <a:lnTo>
                    <a:pt x="9732" y="4634"/>
                  </a:lnTo>
                  <a:lnTo>
                    <a:pt x="8766" y="4904"/>
                  </a:lnTo>
                  <a:lnTo>
                    <a:pt x="7762" y="5174"/>
                  </a:lnTo>
                  <a:lnTo>
                    <a:pt x="6758" y="5406"/>
                  </a:lnTo>
                  <a:lnTo>
                    <a:pt x="5755" y="5599"/>
                  </a:lnTo>
                  <a:lnTo>
                    <a:pt x="4712" y="5792"/>
                  </a:lnTo>
                  <a:lnTo>
                    <a:pt x="3708" y="5908"/>
                  </a:lnTo>
                  <a:lnTo>
                    <a:pt x="2781" y="5985"/>
                  </a:lnTo>
                  <a:lnTo>
                    <a:pt x="2279" y="5985"/>
                  </a:lnTo>
                  <a:lnTo>
                    <a:pt x="1816" y="5947"/>
                  </a:lnTo>
                  <a:lnTo>
                    <a:pt x="1545" y="5869"/>
                  </a:lnTo>
                  <a:lnTo>
                    <a:pt x="1237" y="5792"/>
                  </a:lnTo>
                  <a:lnTo>
                    <a:pt x="928" y="5638"/>
                  </a:lnTo>
                  <a:lnTo>
                    <a:pt x="696" y="5483"/>
                  </a:lnTo>
                  <a:lnTo>
                    <a:pt x="503" y="5252"/>
                  </a:lnTo>
                  <a:lnTo>
                    <a:pt x="348" y="5020"/>
                  </a:lnTo>
                  <a:lnTo>
                    <a:pt x="310" y="4865"/>
                  </a:lnTo>
                  <a:lnTo>
                    <a:pt x="310" y="4750"/>
                  </a:lnTo>
                  <a:lnTo>
                    <a:pt x="310" y="4595"/>
                  </a:lnTo>
                  <a:lnTo>
                    <a:pt x="348" y="4441"/>
                  </a:lnTo>
                  <a:lnTo>
                    <a:pt x="542" y="4672"/>
                  </a:lnTo>
                  <a:lnTo>
                    <a:pt x="812" y="4865"/>
                  </a:lnTo>
                  <a:lnTo>
                    <a:pt x="1043" y="4981"/>
                  </a:lnTo>
                  <a:lnTo>
                    <a:pt x="1352" y="5097"/>
                  </a:lnTo>
                  <a:lnTo>
                    <a:pt x="1623" y="5213"/>
                  </a:lnTo>
                  <a:lnTo>
                    <a:pt x="1932" y="5252"/>
                  </a:lnTo>
                  <a:lnTo>
                    <a:pt x="2588" y="5329"/>
                  </a:lnTo>
                  <a:lnTo>
                    <a:pt x="3245" y="5290"/>
                  </a:lnTo>
                  <a:lnTo>
                    <a:pt x="3940" y="5252"/>
                  </a:lnTo>
                  <a:lnTo>
                    <a:pt x="5137" y="5059"/>
                  </a:lnTo>
                  <a:lnTo>
                    <a:pt x="6913" y="4788"/>
                  </a:lnTo>
                  <a:lnTo>
                    <a:pt x="7840" y="4595"/>
                  </a:lnTo>
                  <a:lnTo>
                    <a:pt x="8728" y="4402"/>
                  </a:lnTo>
                  <a:lnTo>
                    <a:pt x="9616" y="4132"/>
                  </a:lnTo>
                  <a:lnTo>
                    <a:pt x="10504" y="3861"/>
                  </a:lnTo>
                  <a:lnTo>
                    <a:pt x="11354" y="3514"/>
                  </a:lnTo>
                  <a:lnTo>
                    <a:pt x="12165" y="3128"/>
                  </a:lnTo>
                  <a:lnTo>
                    <a:pt x="12435" y="2973"/>
                  </a:lnTo>
                  <a:lnTo>
                    <a:pt x="12705" y="2819"/>
                  </a:lnTo>
                  <a:lnTo>
                    <a:pt x="12937" y="2587"/>
                  </a:lnTo>
                  <a:lnTo>
                    <a:pt x="13130" y="2394"/>
                  </a:lnTo>
                  <a:lnTo>
                    <a:pt x="13323" y="2124"/>
                  </a:lnTo>
                  <a:lnTo>
                    <a:pt x="13439" y="1854"/>
                  </a:lnTo>
                  <a:lnTo>
                    <a:pt x="13516" y="1583"/>
                  </a:lnTo>
                  <a:lnTo>
                    <a:pt x="13516" y="1236"/>
                  </a:lnTo>
                  <a:lnTo>
                    <a:pt x="13477" y="1120"/>
                  </a:lnTo>
                  <a:close/>
                  <a:moveTo>
                    <a:pt x="10659" y="0"/>
                  </a:moveTo>
                  <a:lnTo>
                    <a:pt x="9886" y="39"/>
                  </a:lnTo>
                  <a:lnTo>
                    <a:pt x="9114" y="116"/>
                  </a:lnTo>
                  <a:lnTo>
                    <a:pt x="8303" y="232"/>
                  </a:lnTo>
                  <a:lnTo>
                    <a:pt x="7531" y="348"/>
                  </a:lnTo>
                  <a:lnTo>
                    <a:pt x="6720" y="541"/>
                  </a:lnTo>
                  <a:lnTo>
                    <a:pt x="5909" y="734"/>
                  </a:lnTo>
                  <a:lnTo>
                    <a:pt x="5021" y="1004"/>
                  </a:lnTo>
                  <a:lnTo>
                    <a:pt x="4133" y="1352"/>
                  </a:lnTo>
                  <a:lnTo>
                    <a:pt x="3245" y="1699"/>
                  </a:lnTo>
                  <a:lnTo>
                    <a:pt x="2395" y="2124"/>
                  </a:lnTo>
                  <a:lnTo>
                    <a:pt x="1777" y="2433"/>
                  </a:lnTo>
                  <a:lnTo>
                    <a:pt x="1391" y="2626"/>
                  </a:lnTo>
                  <a:lnTo>
                    <a:pt x="1043" y="2858"/>
                  </a:lnTo>
                  <a:lnTo>
                    <a:pt x="696" y="3089"/>
                  </a:lnTo>
                  <a:lnTo>
                    <a:pt x="464" y="3398"/>
                  </a:lnTo>
                  <a:lnTo>
                    <a:pt x="348" y="3553"/>
                  </a:lnTo>
                  <a:lnTo>
                    <a:pt x="271" y="3707"/>
                  </a:lnTo>
                  <a:lnTo>
                    <a:pt x="233" y="3861"/>
                  </a:lnTo>
                  <a:lnTo>
                    <a:pt x="233" y="4055"/>
                  </a:lnTo>
                  <a:lnTo>
                    <a:pt x="194" y="4132"/>
                  </a:lnTo>
                  <a:lnTo>
                    <a:pt x="194" y="4170"/>
                  </a:lnTo>
                  <a:lnTo>
                    <a:pt x="117" y="4325"/>
                  </a:lnTo>
                  <a:lnTo>
                    <a:pt x="40" y="4479"/>
                  </a:lnTo>
                  <a:lnTo>
                    <a:pt x="1" y="4634"/>
                  </a:lnTo>
                  <a:lnTo>
                    <a:pt x="1" y="4788"/>
                  </a:lnTo>
                  <a:lnTo>
                    <a:pt x="40" y="5136"/>
                  </a:lnTo>
                  <a:lnTo>
                    <a:pt x="194" y="5445"/>
                  </a:lnTo>
                  <a:lnTo>
                    <a:pt x="348" y="5638"/>
                  </a:lnTo>
                  <a:lnTo>
                    <a:pt x="503" y="5831"/>
                  </a:lnTo>
                  <a:lnTo>
                    <a:pt x="696" y="5947"/>
                  </a:lnTo>
                  <a:lnTo>
                    <a:pt x="928" y="6063"/>
                  </a:lnTo>
                  <a:lnTo>
                    <a:pt x="966" y="6256"/>
                  </a:lnTo>
                  <a:lnTo>
                    <a:pt x="1275" y="6178"/>
                  </a:lnTo>
                  <a:lnTo>
                    <a:pt x="1314" y="6217"/>
                  </a:lnTo>
                  <a:lnTo>
                    <a:pt x="1314" y="6256"/>
                  </a:lnTo>
                  <a:lnTo>
                    <a:pt x="1352" y="6294"/>
                  </a:lnTo>
                  <a:lnTo>
                    <a:pt x="1468" y="6256"/>
                  </a:lnTo>
                  <a:lnTo>
                    <a:pt x="1816" y="6294"/>
                  </a:lnTo>
                  <a:lnTo>
                    <a:pt x="2395" y="6333"/>
                  </a:lnTo>
                  <a:lnTo>
                    <a:pt x="3013" y="6371"/>
                  </a:lnTo>
                  <a:lnTo>
                    <a:pt x="3592" y="6333"/>
                  </a:lnTo>
                  <a:lnTo>
                    <a:pt x="4171" y="6294"/>
                  </a:lnTo>
                  <a:lnTo>
                    <a:pt x="5368" y="6101"/>
                  </a:lnTo>
                  <a:lnTo>
                    <a:pt x="6565" y="5869"/>
                  </a:lnTo>
                  <a:lnTo>
                    <a:pt x="6758" y="5831"/>
                  </a:lnTo>
                  <a:lnTo>
                    <a:pt x="7994" y="5522"/>
                  </a:lnTo>
                  <a:lnTo>
                    <a:pt x="9037" y="5252"/>
                  </a:lnTo>
                  <a:lnTo>
                    <a:pt x="10079" y="4981"/>
                  </a:lnTo>
                  <a:lnTo>
                    <a:pt x="11161" y="4595"/>
                  </a:lnTo>
                  <a:lnTo>
                    <a:pt x="11663" y="4363"/>
                  </a:lnTo>
                  <a:lnTo>
                    <a:pt x="12126" y="4132"/>
                  </a:lnTo>
                  <a:lnTo>
                    <a:pt x="12126" y="4248"/>
                  </a:lnTo>
                  <a:lnTo>
                    <a:pt x="12396" y="4286"/>
                  </a:lnTo>
                  <a:lnTo>
                    <a:pt x="12782" y="4711"/>
                  </a:lnTo>
                  <a:lnTo>
                    <a:pt x="13014" y="4518"/>
                  </a:lnTo>
                  <a:lnTo>
                    <a:pt x="12435" y="3939"/>
                  </a:lnTo>
                  <a:lnTo>
                    <a:pt x="12898" y="3668"/>
                  </a:lnTo>
                  <a:lnTo>
                    <a:pt x="13362" y="3321"/>
                  </a:lnTo>
                  <a:lnTo>
                    <a:pt x="13632" y="3051"/>
                  </a:lnTo>
                  <a:lnTo>
                    <a:pt x="13825" y="2703"/>
                  </a:lnTo>
                  <a:lnTo>
                    <a:pt x="14134" y="2626"/>
                  </a:lnTo>
                  <a:lnTo>
                    <a:pt x="14018" y="2317"/>
                  </a:lnTo>
                  <a:lnTo>
                    <a:pt x="14095" y="2008"/>
                  </a:lnTo>
                  <a:lnTo>
                    <a:pt x="14134" y="1738"/>
                  </a:lnTo>
                  <a:lnTo>
                    <a:pt x="14095" y="1467"/>
                  </a:lnTo>
                  <a:lnTo>
                    <a:pt x="14018" y="1236"/>
                  </a:lnTo>
                  <a:lnTo>
                    <a:pt x="13902" y="1004"/>
                  </a:lnTo>
                  <a:lnTo>
                    <a:pt x="13748" y="811"/>
                  </a:lnTo>
                  <a:lnTo>
                    <a:pt x="13477" y="618"/>
                  </a:lnTo>
                  <a:lnTo>
                    <a:pt x="13169" y="502"/>
                  </a:lnTo>
                  <a:lnTo>
                    <a:pt x="13091" y="502"/>
                  </a:lnTo>
                  <a:lnTo>
                    <a:pt x="12898" y="386"/>
                  </a:lnTo>
                  <a:lnTo>
                    <a:pt x="12667" y="270"/>
                  </a:lnTo>
                  <a:lnTo>
                    <a:pt x="12435" y="154"/>
                  </a:lnTo>
                  <a:lnTo>
                    <a:pt x="12203" y="116"/>
                  </a:lnTo>
                  <a:lnTo>
                    <a:pt x="11817" y="39"/>
                  </a:lnTo>
                  <a:lnTo>
                    <a:pt x="1143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2291450" y="1821150"/>
              <a:ext cx="200825" cy="230750"/>
            </a:xfrm>
            <a:custGeom>
              <a:avLst/>
              <a:gdLst/>
              <a:ahLst/>
              <a:cxnLst/>
              <a:rect l="l" t="t" r="r" b="b"/>
              <a:pathLst>
                <a:path w="8033" h="9230" extrusionOk="0">
                  <a:moveTo>
                    <a:pt x="2047" y="1"/>
                  </a:moveTo>
                  <a:lnTo>
                    <a:pt x="1893" y="78"/>
                  </a:lnTo>
                  <a:lnTo>
                    <a:pt x="1738" y="155"/>
                  </a:lnTo>
                  <a:lnTo>
                    <a:pt x="1430" y="425"/>
                  </a:lnTo>
                  <a:lnTo>
                    <a:pt x="1198" y="734"/>
                  </a:lnTo>
                  <a:lnTo>
                    <a:pt x="966" y="1005"/>
                  </a:lnTo>
                  <a:lnTo>
                    <a:pt x="735" y="1352"/>
                  </a:lnTo>
                  <a:lnTo>
                    <a:pt x="503" y="1738"/>
                  </a:lnTo>
                  <a:lnTo>
                    <a:pt x="348" y="2124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39" y="3476"/>
                  </a:lnTo>
                  <a:lnTo>
                    <a:pt x="1" y="3939"/>
                  </a:lnTo>
                  <a:lnTo>
                    <a:pt x="78" y="4441"/>
                  </a:lnTo>
                  <a:lnTo>
                    <a:pt x="155" y="4905"/>
                  </a:lnTo>
                  <a:lnTo>
                    <a:pt x="271" y="5329"/>
                  </a:lnTo>
                  <a:lnTo>
                    <a:pt x="464" y="5793"/>
                  </a:lnTo>
                  <a:lnTo>
                    <a:pt x="696" y="6179"/>
                  </a:lnTo>
                  <a:lnTo>
                    <a:pt x="1043" y="6179"/>
                  </a:lnTo>
                  <a:lnTo>
                    <a:pt x="889" y="5831"/>
                  </a:lnTo>
                  <a:lnTo>
                    <a:pt x="735" y="5484"/>
                  </a:lnTo>
                  <a:lnTo>
                    <a:pt x="657" y="5136"/>
                  </a:lnTo>
                  <a:lnTo>
                    <a:pt x="541" y="4789"/>
                  </a:lnTo>
                  <a:lnTo>
                    <a:pt x="503" y="4403"/>
                  </a:lnTo>
                  <a:lnTo>
                    <a:pt x="464" y="4055"/>
                  </a:lnTo>
                  <a:lnTo>
                    <a:pt x="464" y="3669"/>
                  </a:lnTo>
                  <a:lnTo>
                    <a:pt x="464" y="3321"/>
                  </a:lnTo>
                  <a:lnTo>
                    <a:pt x="541" y="2974"/>
                  </a:lnTo>
                  <a:lnTo>
                    <a:pt x="619" y="2626"/>
                  </a:lnTo>
                  <a:lnTo>
                    <a:pt x="735" y="2279"/>
                  </a:lnTo>
                  <a:lnTo>
                    <a:pt x="850" y="1931"/>
                  </a:lnTo>
                  <a:lnTo>
                    <a:pt x="1043" y="1622"/>
                  </a:lnTo>
                  <a:lnTo>
                    <a:pt x="1236" y="1313"/>
                  </a:lnTo>
                  <a:lnTo>
                    <a:pt x="1468" y="1005"/>
                  </a:lnTo>
                  <a:lnTo>
                    <a:pt x="1777" y="734"/>
                  </a:lnTo>
                  <a:lnTo>
                    <a:pt x="1970" y="580"/>
                  </a:lnTo>
                  <a:lnTo>
                    <a:pt x="2086" y="503"/>
                  </a:lnTo>
                  <a:lnTo>
                    <a:pt x="2202" y="464"/>
                  </a:lnTo>
                  <a:lnTo>
                    <a:pt x="2318" y="580"/>
                  </a:lnTo>
                  <a:lnTo>
                    <a:pt x="2434" y="811"/>
                  </a:lnTo>
                  <a:lnTo>
                    <a:pt x="2588" y="1198"/>
                  </a:lnTo>
                  <a:lnTo>
                    <a:pt x="2742" y="1584"/>
                  </a:lnTo>
                  <a:lnTo>
                    <a:pt x="2858" y="1931"/>
                  </a:lnTo>
                  <a:lnTo>
                    <a:pt x="2974" y="2317"/>
                  </a:lnTo>
                  <a:lnTo>
                    <a:pt x="3051" y="2704"/>
                  </a:lnTo>
                  <a:lnTo>
                    <a:pt x="3090" y="3090"/>
                  </a:lnTo>
                  <a:lnTo>
                    <a:pt x="3090" y="3437"/>
                  </a:lnTo>
                  <a:lnTo>
                    <a:pt x="3051" y="3785"/>
                  </a:lnTo>
                  <a:lnTo>
                    <a:pt x="3013" y="4132"/>
                  </a:lnTo>
                  <a:lnTo>
                    <a:pt x="2897" y="4480"/>
                  </a:lnTo>
                  <a:lnTo>
                    <a:pt x="2781" y="4789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22"/>
                  </a:lnTo>
                  <a:lnTo>
                    <a:pt x="2395" y="5638"/>
                  </a:lnTo>
                  <a:lnTo>
                    <a:pt x="2356" y="5716"/>
                  </a:lnTo>
                  <a:lnTo>
                    <a:pt x="2356" y="5754"/>
                  </a:lnTo>
                  <a:lnTo>
                    <a:pt x="2395" y="5793"/>
                  </a:lnTo>
                  <a:lnTo>
                    <a:pt x="2472" y="5793"/>
                  </a:lnTo>
                  <a:lnTo>
                    <a:pt x="2627" y="5716"/>
                  </a:lnTo>
                  <a:lnTo>
                    <a:pt x="2820" y="5677"/>
                  </a:lnTo>
                  <a:lnTo>
                    <a:pt x="3206" y="5677"/>
                  </a:lnTo>
                  <a:lnTo>
                    <a:pt x="3631" y="5716"/>
                  </a:lnTo>
                  <a:lnTo>
                    <a:pt x="4055" y="5793"/>
                  </a:lnTo>
                  <a:lnTo>
                    <a:pt x="4442" y="5947"/>
                  </a:lnTo>
                  <a:lnTo>
                    <a:pt x="4866" y="6102"/>
                  </a:lnTo>
                  <a:lnTo>
                    <a:pt x="5214" y="6256"/>
                  </a:lnTo>
                  <a:lnTo>
                    <a:pt x="5523" y="6449"/>
                  </a:lnTo>
                  <a:lnTo>
                    <a:pt x="5832" y="6642"/>
                  </a:lnTo>
                  <a:lnTo>
                    <a:pt x="6141" y="6835"/>
                  </a:lnTo>
                  <a:lnTo>
                    <a:pt x="6411" y="7067"/>
                  </a:lnTo>
                  <a:lnTo>
                    <a:pt x="6681" y="7337"/>
                  </a:lnTo>
                  <a:lnTo>
                    <a:pt x="6913" y="7608"/>
                  </a:lnTo>
                  <a:lnTo>
                    <a:pt x="7145" y="7878"/>
                  </a:lnTo>
                  <a:lnTo>
                    <a:pt x="7338" y="8187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95" y="8766"/>
                  </a:lnTo>
                  <a:lnTo>
                    <a:pt x="5870" y="8805"/>
                  </a:lnTo>
                  <a:lnTo>
                    <a:pt x="5484" y="8805"/>
                  </a:lnTo>
                  <a:lnTo>
                    <a:pt x="5059" y="8727"/>
                  </a:lnTo>
                  <a:lnTo>
                    <a:pt x="4673" y="8612"/>
                  </a:lnTo>
                  <a:lnTo>
                    <a:pt x="4248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72" y="7106"/>
                  </a:lnTo>
                  <a:lnTo>
                    <a:pt x="1932" y="6565"/>
                  </a:lnTo>
                  <a:lnTo>
                    <a:pt x="1854" y="6526"/>
                  </a:lnTo>
                  <a:lnTo>
                    <a:pt x="1816" y="6488"/>
                  </a:lnTo>
                  <a:lnTo>
                    <a:pt x="1661" y="6526"/>
                  </a:lnTo>
                  <a:lnTo>
                    <a:pt x="1623" y="6526"/>
                  </a:lnTo>
                  <a:lnTo>
                    <a:pt x="1584" y="6565"/>
                  </a:lnTo>
                  <a:lnTo>
                    <a:pt x="1430" y="6835"/>
                  </a:lnTo>
                  <a:lnTo>
                    <a:pt x="1661" y="6874"/>
                  </a:lnTo>
                  <a:lnTo>
                    <a:pt x="2279" y="7492"/>
                  </a:lnTo>
                  <a:lnTo>
                    <a:pt x="2897" y="8071"/>
                  </a:lnTo>
                  <a:lnTo>
                    <a:pt x="3244" y="8341"/>
                  </a:lnTo>
                  <a:lnTo>
                    <a:pt x="3631" y="8573"/>
                  </a:lnTo>
                  <a:lnTo>
                    <a:pt x="3978" y="8766"/>
                  </a:lnTo>
                  <a:lnTo>
                    <a:pt x="4364" y="8959"/>
                  </a:lnTo>
                  <a:lnTo>
                    <a:pt x="4828" y="9114"/>
                  </a:lnTo>
                  <a:lnTo>
                    <a:pt x="5252" y="9191"/>
                  </a:lnTo>
                  <a:lnTo>
                    <a:pt x="5677" y="9229"/>
                  </a:lnTo>
                  <a:lnTo>
                    <a:pt x="6141" y="9229"/>
                  </a:lnTo>
                  <a:lnTo>
                    <a:pt x="6565" y="9152"/>
                  </a:lnTo>
                  <a:lnTo>
                    <a:pt x="6990" y="9075"/>
                  </a:lnTo>
                  <a:lnTo>
                    <a:pt x="7878" y="8843"/>
                  </a:lnTo>
                  <a:lnTo>
                    <a:pt x="7955" y="8805"/>
                  </a:lnTo>
                  <a:lnTo>
                    <a:pt x="7994" y="8727"/>
                  </a:lnTo>
                  <a:lnTo>
                    <a:pt x="8033" y="8650"/>
                  </a:lnTo>
                  <a:lnTo>
                    <a:pt x="7994" y="8534"/>
                  </a:lnTo>
                  <a:lnTo>
                    <a:pt x="7762" y="8110"/>
                  </a:lnTo>
                  <a:lnTo>
                    <a:pt x="7492" y="7685"/>
                  </a:lnTo>
                  <a:lnTo>
                    <a:pt x="7222" y="7299"/>
                  </a:lnTo>
                  <a:lnTo>
                    <a:pt x="6874" y="6913"/>
                  </a:lnTo>
                  <a:lnTo>
                    <a:pt x="6527" y="6604"/>
                  </a:lnTo>
                  <a:lnTo>
                    <a:pt x="6141" y="6295"/>
                  </a:lnTo>
                  <a:lnTo>
                    <a:pt x="5716" y="6024"/>
                  </a:lnTo>
                  <a:lnTo>
                    <a:pt x="5252" y="5793"/>
                  </a:lnTo>
                  <a:lnTo>
                    <a:pt x="4828" y="5638"/>
                  </a:lnTo>
                  <a:lnTo>
                    <a:pt x="4248" y="5445"/>
                  </a:lnTo>
                  <a:lnTo>
                    <a:pt x="3940" y="5368"/>
                  </a:lnTo>
                  <a:lnTo>
                    <a:pt x="3592" y="5291"/>
                  </a:lnTo>
                  <a:lnTo>
                    <a:pt x="3013" y="5291"/>
                  </a:lnTo>
                  <a:lnTo>
                    <a:pt x="3167" y="4982"/>
                  </a:lnTo>
                  <a:lnTo>
                    <a:pt x="3322" y="4634"/>
                  </a:lnTo>
                  <a:lnTo>
                    <a:pt x="3399" y="4287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06"/>
                  </a:lnTo>
                  <a:lnTo>
                    <a:pt x="3515" y="2858"/>
                  </a:lnTo>
                  <a:lnTo>
                    <a:pt x="3438" y="2472"/>
                  </a:lnTo>
                  <a:lnTo>
                    <a:pt x="3322" y="1970"/>
                  </a:lnTo>
                  <a:lnTo>
                    <a:pt x="3167" y="1468"/>
                  </a:lnTo>
                  <a:lnTo>
                    <a:pt x="2936" y="966"/>
                  </a:lnTo>
                  <a:lnTo>
                    <a:pt x="2704" y="503"/>
                  </a:lnTo>
                  <a:lnTo>
                    <a:pt x="2588" y="271"/>
                  </a:lnTo>
                  <a:lnTo>
                    <a:pt x="2472" y="116"/>
                  </a:lnTo>
                  <a:lnTo>
                    <a:pt x="2356" y="39"/>
                  </a:lnTo>
                  <a:lnTo>
                    <a:pt x="227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6650100" y="1835625"/>
              <a:ext cx="350475" cy="288675"/>
            </a:xfrm>
            <a:custGeom>
              <a:avLst/>
              <a:gdLst/>
              <a:ahLst/>
              <a:cxnLst/>
              <a:rect l="l" t="t" r="r" b="b"/>
              <a:pathLst>
                <a:path w="14019" h="11547" extrusionOk="0">
                  <a:moveTo>
                    <a:pt x="11778" y="1"/>
                  </a:moveTo>
                  <a:lnTo>
                    <a:pt x="11470" y="78"/>
                  </a:lnTo>
                  <a:lnTo>
                    <a:pt x="11856" y="1932"/>
                  </a:lnTo>
                  <a:lnTo>
                    <a:pt x="12280" y="3746"/>
                  </a:lnTo>
                  <a:lnTo>
                    <a:pt x="11508" y="2781"/>
                  </a:lnTo>
                  <a:lnTo>
                    <a:pt x="10659" y="1893"/>
                  </a:lnTo>
                  <a:lnTo>
                    <a:pt x="10427" y="2086"/>
                  </a:lnTo>
                  <a:lnTo>
                    <a:pt x="11470" y="3437"/>
                  </a:lnTo>
                  <a:lnTo>
                    <a:pt x="12551" y="4750"/>
                  </a:lnTo>
                  <a:lnTo>
                    <a:pt x="12860" y="5754"/>
                  </a:lnTo>
                  <a:lnTo>
                    <a:pt x="13169" y="5754"/>
                  </a:lnTo>
                  <a:lnTo>
                    <a:pt x="13207" y="5639"/>
                  </a:lnTo>
                  <a:lnTo>
                    <a:pt x="13169" y="5523"/>
                  </a:lnTo>
                  <a:lnTo>
                    <a:pt x="13439" y="5716"/>
                  </a:lnTo>
                  <a:lnTo>
                    <a:pt x="13593" y="5947"/>
                  </a:lnTo>
                  <a:lnTo>
                    <a:pt x="13671" y="6179"/>
                  </a:lnTo>
                  <a:lnTo>
                    <a:pt x="13709" y="6411"/>
                  </a:lnTo>
                  <a:lnTo>
                    <a:pt x="13632" y="6681"/>
                  </a:lnTo>
                  <a:lnTo>
                    <a:pt x="13516" y="6913"/>
                  </a:lnTo>
                  <a:lnTo>
                    <a:pt x="13362" y="7183"/>
                  </a:lnTo>
                  <a:lnTo>
                    <a:pt x="13169" y="7453"/>
                  </a:lnTo>
                  <a:lnTo>
                    <a:pt x="12744" y="7955"/>
                  </a:lnTo>
                  <a:lnTo>
                    <a:pt x="12203" y="8419"/>
                  </a:lnTo>
                  <a:lnTo>
                    <a:pt x="11740" y="8766"/>
                  </a:lnTo>
                  <a:lnTo>
                    <a:pt x="11354" y="9075"/>
                  </a:lnTo>
                  <a:lnTo>
                    <a:pt x="10543" y="9577"/>
                  </a:lnTo>
                  <a:lnTo>
                    <a:pt x="9655" y="10002"/>
                  </a:lnTo>
                  <a:lnTo>
                    <a:pt x="8767" y="10388"/>
                  </a:lnTo>
                  <a:lnTo>
                    <a:pt x="7878" y="10658"/>
                  </a:lnTo>
                  <a:lnTo>
                    <a:pt x="6952" y="10890"/>
                  </a:lnTo>
                  <a:lnTo>
                    <a:pt x="5986" y="11083"/>
                  </a:lnTo>
                  <a:lnTo>
                    <a:pt x="5021" y="11160"/>
                  </a:lnTo>
                  <a:lnTo>
                    <a:pt x="3631" y="11160"/>
                  </a:lnTo>
                  <a:lnTo>
                    <a:pt x="3013" y="11122"/>
                  </a:lnTo>
                  <a:lnTo>
                    <a:pt x="2356" y="11045"/>
                  </a:lnTo>
                  <a:lnTo>
                    <a:pt x="1661" y="10929"/>
                  </a:lnTo>
                  <a:lnTo>
                    <a:pt x="1352" y="10813"/>
                  </a:lnTo>
                  <a:lnTo>
                    <a:pt x="1082" y="10697"/>
                  </a:lnTo>
                  <a:lnTo>
                    <a:pt x="812" y="10543"/>
                  </a:lnTo>
                  <a:lnTo>
                    <a:pt x="619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2"/>
                  </a:lnTo>
                  <a:lnTo>
                    <a:pt x="387" y="9461"/>
                  </a:lnTo>
                  <a:lnTo>
                    <a:pt x="155" y="9423"/>
                  </a:lnTo>
                  <a:lnTo>
                    <a:pt x="40" y="9654"/>
                  </a:lnTo>
                  <a:lnTo>
                    <a:pt x="1" y="9886"/>
                  </a:lnTo>
                  <a:lnTo>
                    <a:pt x="40" y="10118"/>
                  </a:lnTo>
                  <a:lnTo>
                    <a:pt x="78" y="10311"/>
                  </a:lnTo>
                  <a:lnTo>
                    <a:pt x="194" y="10465"/>
                  </a:lnTo>
                  <a:lnTo>
                    <a:pt x="348" y="10620"/>
                  </a:lnTo>
                  <a:lnTo>
                    <a:pt x="542" y="10774"/>
                  </a:lnTo>
                  <a:lnTo>
                    <a:pt x="773" y="10890"/>
                  </a:lnTo>
                  <a:lnTo>
                    <a:pt x="1237" y="11083"/>
                  </a:lnTo>
                  <a:lnTo>
                    <a:pt x="1739" y="11238"/>
                  </a:lnTo>
                  <a:lnTo>
                    <a:pt x="2202" y="11354"/>
                  </a:lnTo>
                  <a:lnTo>
                    <a:pt x="2627" y="11431"/>
                  </a:lnTo>
                  <a:lnTo>
                    <a:pt x="3322" y="11508"/>
                  </a:lnTo>
                  <a:lnTo>
                    <a:pt x="3978" y="11547"/>
                  </a:lnTo>
                  <a:lnTo>
                    <a:pt x="4673" y="11547"/>
                  </a:lnTo>
                  <a:lnTo>
                    <a:pt x="5368" y="11508"/>
                  </a:lnTo>
                  <a:lnTo>
                    <a:pt x="6063" y="11431"/>
                  </a:lnTo>
                  <a:lnTo>
                    <a:pt x="6759" y="11315"/>
                  </a:lnTo>
                  <a:lnTo>
                    <a:pt x="7415" y="11160"/>
                  </a:lnTo>
                  <a:lnTo>
                    <a:pt x="8071" y="11006"/>
                  </a:lnTo>
                  <a:lnTo>
                    <a:pt x="8728" y="10774"/>
                  </a:lnTo>
                  <a:lnTo>
                    <a:pt x="9346" y="10543"/>
                  </a:lnTo>
                  <a:lnTo>
                    <a:pt x="9964" y="10272"/>
                  </a:lnTo>
                  <a:lnTo>
                    <a:pt x="10543" y="9963"/>
                  </a:lnTo>
                  <a:lnTo>
                    <a:pt x="11122" y="9654"/>
                  </a:lnTo>
                  <a:lnTo>
                    <a:pt x="11701" y="9268"/>
                  </a:lnTo>
                  <a:lnTo>
                    <a:pt x="12242" y="8882"/>
                  </a:lnTo>
                  <a:lnTo>
                    <a:pt x="12744" y="8457"/>
                  </a:lnTo>
                  <a:lnTo>
                    <a:pt x="13169" y="8071"/>
                  </a:lnTo>
                  <a:lnTo>
                    <a:pt x="13555" y="7646"/>
                  </a:lnTo>
                  <a:lnTo>
                    <a:pt x="13748" y="7376"/>
                  </a:lnTo>
                  <a:lnTo>
                    <a:pt x="13864" y="7145"/>
                  </a:lnTo>
                  <a:lnTo>
                    <a:pt x="13980" y="6874"/>
                  </a:lnTo>
                  <a:lnTo>
                    <a:pt x="14018" y="6565"/>
                  </a:lnTo>
                  <a:lnTo>
                    <a:pt x="14018" y="6334"/>
                  </a:lnTo>
                  <a:lnTo>
                    <a:pt x="14018" y="6141"/>
                  </a:lnTo>
                  <a:lnTo>
                    <a:pt x="13941" y="5909"/>
                  </a:lnTo>
                  <a:lnTo>
                    <a:pt x="13864" y="5716"/>
                  </a:lnTo>
                  <a:lnTo>
                    <a:pt x="13748" y="5523"/>
                  </a:lnTo>
                  <a:lnTo>
                    <a:pt x="13593" y="5368"/>
                  </a:lnTo>
                  <a:lnTo>
                    <a:pt x="13439" y="5252"/>
                  </a:lnTo>
                  <a:lnTo>
                    <a:pt x="13246" y="5137"/>
                  </a:lnTo>
                  <a:lnTo>
                    <a:pt x="13091" y="5137"/>
                  </a:lnTo>
                  <a:lnTo>
                    <a:pt x="12821" y="3824"/>
                  </a:lnTo>
                  <a:lnTo>
                    <a:pt x="12512" y="2549"/>
                  </a:lnTo>
                  <a:lnTo>
                    <a:pt x="12165" y="1275"/>
                  </a:lnTo>
                  <a:lnTo>
                    <a:pt x="117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609775" y="1851075"/>
              <a:ext cx="353350" cy="159325"/>
            </a:xfrm>
            <a:custGeom>
              <a:avLst/>
              <a:gdLst/>
              <a:ahLst/>
              <a:cxnLst/>
              <a:rect l="l" t="t" r="r" b="b"/>
              <a:pathLst>
                <a:path w="14134" h="6373" extrusionOk="0">
                  <a:moveTo>
                    <a:pt x="11160" y="464"/>
                  </a:moveTo>
                  <a:lnTo>
                    <a:pt x="11624" y="503"/>
                  </a:lnTo>
                  <a:lnTo>
                    <a:pt x="12049" y="541"/>
                  </a:lnTo>
                  <a:lnTo>
                    <a:pt x="12435" y="657"/>
                  </a:lnTo>
                  <a:lnTo>
                    <a:pt x="12628" y="734"/>
                  </a:lnTo>
                  <a:lnTo>
                    <a:pt x="12744" y="812"/>
                  </a:lnTo>
                  <a:lnTo>
                    <a:pt x="12859" y="966"/>
                  </a:lnTo>
                  <a:lnTo>
                    <a:pt x="12937" y="1082"/>
                  </a:lnTo>
                  <a:lnTo>
                    <a:pt x="12975" y="1314"/>
                  </a:lnTo>
                  <a:lnTo>
                    <a:pt x="12975" y="1507"/>
                  </a:lnTo>
                  <a:lnTo>
                    <a:pt x="12937" y="1700"/>
                  </a:lnTo>
                  <a:lnTo>
                    <a:pt x="12821" y="1893"/>
                  </a:lnTo>
                  <a:lnTo>
                    <a:pt x="12705" y="2086"/>
                  </a:lnTo>
                  <a:lnTo>
                    <a:pt x="12589" y="2240"/>
                  </a:lnTo>
                  <a:lnTo>
                    <a:pt x="12242" y="2472"/>
                  </a:lnTo>
                  <a:lnTo>
                    <a:pt x="11817" y="2742"/>
                  </a:lnTo>
                  <a:lnTo>
                    <a:pt x="11392" y="2935"/>
                  </a:lnTo>
                  <a:lnTo>
                    <a:pt x="10658" y="3206"/>
                  </a:lnTo>
                  <a:lnTo>
                    <a:pt x="9925" y="3437"/>
                  </a:lnTo>
                  <a:lnTo>
                    <a:pt x="9152" y="3708"/>
                  </a:lnTo>
                  <a:lnTo>
                    <a:pt x="8380" y="3901"/>
                  </a:lnTo>
                  <a:lnTo>
                    <a:pt x="7608" y="4094"/>
                  </a:lnTo>
                  <a:lnTo>
                    <a:pt x="6797" y="4287"/>
                  </a:lnTo>
                  <a:lnTo>
                    <a:pt x="5909" y="4441"/>
                  </a:lnTo>
                  <a:lnTo>
                    <a:pt x="5021" y="4596"/>
                  </a:lnTo>
                  <a:lnTo>
                    <a:pt x="4133" y="4712"/>
                  </a:lnTo>
                  <a:lnTo>
                    <a:pt x="3244" y="4789"/>
                  </a:lnTo>
                  <a:lnTo>
                    <a:pt x="2202" y="4789"/>
                  </a:lnTo>
                  <a:lnTo>
                    <a:pt x="1854" y="4750"/>
                  </a:lnTo>
                  <a:lnTo>
                    <a:pt x="1507" y="4673"/>
                  </a:lnTo>
                  <a:lnTo>
                    <a:pt x="1198" y="4557"/>
                  </a:lnTo>
                  <a:lnTo>
                    <a:pt x="889" y="4441"/>
                  </a:lnTo>
                  <a:lnTo>
                    <a:pt x="580" y="4248"/>
                  </a:lnTo>
                  <a:lnTo>
                    <a:pt x="657" y="4171"/>
                  </a:lnTo>
                  <a:lnTo>
                    <a:pt x="696" y="4055"/>
                  </a:lnTo>
                  <a:lnTo>
                    <a:pt x="696" y="3939"/>
                  </a:lnTo>
                  <a:lnTo>
                    <a:pt x="734" y="3823"/>
                  </a:lnTo>
                  <a:lnTo>
                    <a:pt x="850" y="3630"/>
                  </a:lnTo>
                  <a:lnTo>
                    <a:pt x="1082" y="3437"/>
                  </a:lnTo>
                  <a:lnTo>
                    <a:pt x="1314" y="3244"/>
                  </a:lnTo>
                  <a:lnTo>
                    <a:pt x="1854" y="2935"/>
                  </a:lnTo>
                  <a:lnTo>
                    <a:pt x="2279" y="2704"/>
                  </a:lnTo>
                  <a:lnTo>
                    <a:pt x="3013" y="2356"/>
                  </a:lnTo>
                  <a:lnTo>
                    <a:pt x="3708" y="2009"/>
                  </a:lnTo>
                  <a:lnTo>
                    <a:pt x="4480" y="1700"/>
                  </a:lnTo>
                  <a:lnTo>
                    <a:pt x="5252" y="1429"/>
                  </a:lnTo>
                  <a:lnTo>
                    <a:pt x="6025" y="1198"/>
                  </a:lnTo>
                  <a:lnTo>
                    <a:pt x="6836" y="1005"/>
                  </a:lnTo>
                  <a:lnTo>
                    <a:pt x="7608" y="812"/>
                  </a:lnTo>
                  <a:lnTo>
                    <a:pt x="8419" y="696"/>
                  </a:lnTo>
                  <a:lnTo>
                    <a:pt x="9230" y="580"/>
                  </a:lnTo>
                  <a:lnTo>
                    <a:pt x="10041" y="541"/>
                  </a:lnTo>
                  <a:lnTo>
                    <a:pt x="10736" y="503"/>
                  </a:lnTo>
                  <a:lnTo>
                    <a:pt x="11160" y="464"/>
                  </a:lnTo>
                  <a:close/>
                  <a:moveTo>
                    <a:pt x="13477" y="1120"/>
                  </a:moveTo>
                  <a:lnTo>
                    <a:pt x="13632" y="1314"/>
                  </a:lnTo>
                  <a:lnTo>
                    <a:pt x="13709" y="1507"/>
                  </a:lnTo>
                  <a:lnTo>
                    <a:pt x="13748" y="1738"/>
                  </a:lnTo>
                  <a:lnTo>
                    <a:pt x="13709" y="2009"/>
                  </a:lnTo>
                  <a:lnTo>
                    <a:pt x="13632" y="2240"/>
                  </a:lnTo>
                  <a:lnTo>
                    <a:pt x="13516" y="2472"/>
                  </a:lnTo>
                  <a:lnTo>
                    <a:pt x="13400" y="2704"/>
                  </a:lnTo>
                  <a:lnTo>
                    <a:pt x="13207" y="2897"/>
                  </a:lnTo>
                  <a:lnTo>
                    <a:pt x="12859" y="3206"/>
                  </a:lnTo>
                  <a:lnTo>
                    <a:pt x="12473" y="3437"/>
                  </a:lnTo>
                  <a:lnTo>
                    <a:pt x="12049" y="3669"/>
                  </a:lnTo>
                  <a:lnTo>
                    <a:pt x="11624" y="3901"/>
                  </a:lnTo>
                  <a:lnTo>
                    <a:pt x="10658" y="4287"/>
                  </a:lnTo>
                  <a:lnTo>
                    <a:pt x="9732" y="4634"/>
                  </a:lnTo>
                  <a:lnTo>
                    <a:pt x="8766" y="4905"/>
                  </a:lnTo>
                  <a:lnTo>
                    <a:pt x="7762" y="5175"/>
                  </a:lnTo>
                  <a:lnTo>
                    <a:pt x="6758" y="5407"/>
                  </a:lnTo>
                  <a:lnTo>
                    <a:pt x="5754" y="5600"/>
                  </a:lnTo>
                  <a:lnTo>
                    <a:pt x="4712" y="5793"/>
                  </a:lnTo>
                  <a:lnTo>
                    <a:pt x="3708" y="5909"/>
                  </a:lnTo>
                  <a:lnTo>
                    <a:pt x="2781" y="5986"/>
                  </a:lnTo>
                  <a:lnTo>
                    <a:pt x="2279" y="5986"/>
                  </a:lnTo>
                  <a:lnTo>
                    <a:pt x="1816" y="5947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8"/>
                  </a:lnTo>
                  <a:lnTo>
                    <a:pt x="696" y="5484"/>
                  </a:lnTo>
                  <a:lnTo>
                    <a:pt x="503" y="5252"/>
                  </a:lnTo>
                  <a:lnTo>
                    <a:pt x="348" y="5021"/>
                  </a:lnTo>
                  <a:lnTo>
                    <a:pt x="310" y="4866"/>
                  </a:lnTo>
                  <a:lnTo>
                    <a:pt x="310" y="4750"/>
                  </a:lnTo>
                  <a:lnTo>
                    <a:pt x="310" y="4596"/>
                  </a:lnTo>
                  <a:lnTo>
                    <a:pt x="348" y="4441"/>
                  </a:lnTo>
                  <a:lnTo>
                    <a:pt x="541" y="4673"/>
                  </a:lnTo>
                  <a:lnTo>
                    <a:pt x="812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3" y="5214"/>
                  </a:lnTo>
                  <a:lnTo>
                    <a:pt x="1931" y="5252"/>
                  </a:lnTo>
                  <a:lnTo>
                    <a:pt x="2588" y="5329"/>
                  </a:lnTo>
                  <a:lnTo>
                    <a:pt x="3244" y="5291"/>
                  </a:lnTo>
                  <a:lnTo>
                    <a:pt x="3939" y="5252"/>
                  </a:lnTo>
                  <a:lnTo>
                    <a:pt x="5137" y="5059"/>
                  </a:lnTo>
                  <a:lnTo>
                    <a:pt x="6913" y="4789"/>
                  </a:lnTo>
                  <a:lnTo>
                    <a:pt x="7840" y="4596"/>
                  </a:lnTo>
                  <a:lnTo>
                    <a:pt x="8728" y="4403"/>
                  </a:lnTo>
                  <a:lnTo>
                    <a:pt x="9616" y="4132"/>
                  </a:lnTo>
                  <a:lnTo>
                    <a:pt x="10504" y="3862"/>
                  </a:lnTo>
                  <a:lnTo>
                    <a:pt x="11353" y="3515"/>
                  </a:lnTo>
                  <a:lnTo>
                    <a:pt x="12164" y="3128"/>
                  </a:lnTo>
                  <a:lnTo>
                    <a:pt x="12435" y="2974"/>
                  </a:lnTo>
                  <a:lnTo>
                    <a:pt x="12705" y="2819"/>
                  </a:lnTo>
                  <a:lnTo>
                    <a:pt x="12937" y="2588"/>
                  </a:lnTo>
                  <a:lnTo>
                    <a:pt x="13130" y="2395"/>
                  </a:lnTo>
                  <a:lnTo>
                    <a:pt x="13323" y="2124"/>
                  </a:lnTo>
                  <a:lnTo>
                    <a:pt x="13439" y="1854"/>
                  </a:lnTo>
                  <a:lnTo>
                    <a:pt x="13516" y="1584"/>
                  </a:lnTo>
                  <a:lnTo>
                    <a:pt x="13516" y="1236"/>
                  </a:lnTo>
                  <a:lnTo>
                    <a:pt x="13477" y="1120"/>
                  </a:lnTo>
                  <a:close/>
                  <a:moveTo>
                    <a:pt x="10658" y="1"/>
                  </a:moveTo>
                  <a:lnTo>
                    <a:pt x="9886" y="39"/>
                  </a:lnTo>
                  <a:lnTo>
                    <a:pt x="9114" y="116"/>
                  </a:lnTo>
                  <a:lnTo>
                    <a:pt x="8303" y="232"/>
                  </a:lnTo>
                  <a:lnTo>
                    <a:pt x="7531" y="348"/>
                  </a:lnTo>
                  <a:lnTo>
                    <a:pt x="6720" y="541"/>
                  </a:lnTo>
                  <a:lnTo>
                    <a:pt x="5909" y="734"/>
                  </a:lnTo>
                  <a:lnTo>
                    <a:pt x="5021" y="1005"/>
                  </a:lnTo>
                  <a:lnTo>
                    <a:pt x="4133" y="1352"/>
                  </a:lnTo>
                  <a:lnTo>
                    <a:pt x="3244" y="1700"/>
                  </a:lnTo>
                  <a:lnTo>
                    <a:pt x="2395" y="2124"/>
                  </a:lnTo>
                  <a:lnTo>
                    <a:pt x="1777" y="2433"/>
                  </a:lnTo>
                  <a:lnTo>
                    <a:pt x="1391" y="2626"/>
                  </a:lnTo>
                  <a:lnTo>
                    <a:pt x="1043" y="2858"/>
                  </a:lnTo>
                  <a:lnTo>
                    <a:pt x="696" y="3090"/>
                  </a:lnTo>
                  <a:lnTo>
                    <a:pt x="464" y="3399"/>
                  </a:lnTo>
                  <a:lnTo>
                    <a:pt x="348" y="3553"/>
                  </a:lnTo>
                  <a:lnTo>
                    <a:pt x="271" y="3708"/>
                  </a:lnTo>
                  <a:lnTo>
                    <a:pt x="232" y="3862"/>
                  </a:lnTo>
                  <a:lnTo>
                    <a:pt x="232" y="4055"/>
                  </a:lnTo>
                  <a:lnTo>
                    <a:pt x="194" y="4132"/>
                  </a:lnTo>
                  <a:lnTo>
                    <a:pt x="194" y="4171"/>
                  </a:lnTo>
                  <a:lnTo>
                    <a:pt x="117" y="4325"/>
                  </a:lnTo>
                  <a:lnTo>
                    <a:pt x="39" y="4480"/>
                  </a:lnTo>
                  <a:lnTo>
                    <a:pt x="1" y="4634"/>
                  </a:lnTo>
                  <a:lnTo>
                    <a:pt x="1" y="4789"/>
                  </a:lnTo>
                  <a:lnTo>
                    <a:pt x="39" y="5136"/>
                  </a:lnTo>
                  <a:lnTo>
                    <a:pt x="194" y="5445"/>
                  </a:lnTo>
                  <a:lnTo>
                    <a:pt x="348" y="5638"/>
                  </a:lnTo>
                  <a:lnTo>
                    <a:pt x="503" y="5831"/>
                  </a:lnTo>
                  <a:lnTo>
                    <a:pt x="696" y="5947"/>
                  </a:lnTo>
                  <a:lnTo>
                    <a:pt x="927" y="6063"/>
                  </a:lnTo>
                  <a:lnTo>
                    <a:pt x="966" y="6256"/>
                  </a:lnTo>
                  <a:lnTo>
                    <a:pt x="1275" y="6179"/>
                  </a:lnTo>
                  <a:lnTo>
                    <a:pt x="1314" y="6218"/>
                  </a:lnTo>
                  <a:lnTo>
                    <a:pt x="1314" y="6256"/>
                  </a:lnTo>
                  <a:lnTo>
                    <a:pt x="1352" y="6295"/>
                  </a:lnTo>
                  <a:lnTo>
                    <a:pt x="1468" y="6256"/>
                  </a:lnTo>
                  <a:lnTo>
                    <a:pt x="1816" y="6295"/>
                  </a:lnTo>
                  <a:lnTo>
                    <a:pt x="2395" y="6333"/>
                  </a:lnTo>
                  <a:lnTo>
                    <a:pt x="3013" y="6372"/>
                  </a:lnTo>
                  <a:lnTo>
                    <a:pt x="3592" y="6333"/>
                  </a:lnTo>
                  <a:lnTo>
                    <a:pt x="4171" y="6295"/>
                  </a:lnTo>
                  <a:lnTo>
                    <a:pt x="5368" y="6102"/>
                  </a:lnTo>
                  <a:lnTo>
                    <a:pt x="6565" y="5870"/>
                  </a:lnTo>
                  <a:lnTo>
                    <a:pt x="6758" y="5831"/>
                  </a:lnTo>
                  <a:lnTo>
                    <a:pt x="7994" y="5523"/>
                  </a:lnTo>
                  <a:lnTo>
                    <a:pt x="9037" y="5252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6" y="4132"/>
                  </a:lnTo>
                  <a:lnTo>
                    <a:pt x="12126" y="4248"/>
                  </a:lnTo>
                  <a:lnTo>
                    <a:pt x="12396" y="4287"/>
                  </a:lnTo>
                  <a:lnTo>
                    <a:pt x="12782" y="4712"/>
                  </a:lnTo>
                  <a:lnTo>
                    <a:pt x="13014" y="4519"/>
                  </a:lnTo>
                  <a:lnTo>
                    <a:pt x="12435" y="3939"/>
                  </a:lnTo>
                  <a:lnTo>
                    <a:pt x="12898" y="3669"/>
                  </a:lnTo>
                  <a:lnTo>
                    <a:pt x="13361" y="3321"/>
                  </a:lnTo>
                  <a:lnTo>
                    <a:pt x="13632" y="3051"/>
                  </a:lnTo>
                  <a:lnTo>
                    <a:pt x="13825" y="2704"/>
                  </a:lnTo>
                  <a:lnTo>
                    <a:pt x="14134" y="2626"/>
                  </a:lnTo>
                  <a:lnTo>
                    <a:pt x="14018" y="2317"/>
                  </a:lnTo>
                  <a:lnTo>
                    <a:pt x="14095" y="2009"/>
                  </a:lnTo>
                  <a:lnTo>
                    <a:pt x="14134" y="1738"/>
                  </a:lnTo>
                  <a:lnTo>
                    <a:pt x="14095" y="1468"/>
                  </a:lnTo>
                  <a:lnTo>
                    <a:pt x="14018" y="1236"/>
                  </a:lnTo>
                  <a:lnTo>
                    <a:pt x="13902" y="1005"/>
                  </a:lnTo>
                  <a:lnTo>
                    <a:pt x="13748" y="812"/>
                  </a:lnTo>
                  <a:lnTo>
                    <a:pt x="13477" y="618"/>
                  </a:lnTo>
                  <a:lnTo>
                    <a:pt x="13168" y="503"/>
                  </a:lnTo>
                  <a:lnTo>
                    <a:pt x="13091" y="503"/>
                  </a:lnTo>
                  <a:lnTo>
                    <a:pt x="12898" y="387"/>
                  </a:lnTo>
                  <a:lnTo>
                    <a:pt x="12666" y="271"/>
                  </a:lnTo>
                  <a:lnTo>
                    <a:pt x="12435" y="155"/>
                  </a:lnTo>
                  <a:lnTo>
                    <a:pt x="12203" y="116"/>
                  </a:lnTo>
                  <a:lnTo>
                    <a:pt x="11817" y="39"/>
                  </a:lnTo>
                  <a:lnTo>
                    <a:pt x="1143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6883725" y="1876175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6" y="1"/>
                  </a:moveTo>
                  <a:lnTo>
                    <a:pt x="348" y="889"/>
                  </a:lnTo>
                  <a:lnTo>
                    <a:pt x="232" y="1815"/>
                  </a:lnTo>
                  <a:lnTo>
                    <a:pt x="155" y="3630"/>
                  </a:lnTo>
                  <a:lnTo>
                    <a:pt x="1" y="7260"/>
                  </a:lnTo>
                  <a:lnTo>
                    <a:pt x="194" y="7260"/>
                  </a:lnTo>
                  <a:lnTo>
                    <a:pt x="426" y="5484"/>
                  </a:lnTo>
                  <a:lnTo>
                    <a:pt x="580" y="3669"/>
                  </a:lnTo>
                  <a:lnTo>
                    <a:pt x="696" y="1854"/>
                  </a:lnTo>
                  <a:lnTo>
                    <a:pt x="696" y="927"/>
                  </a:lnTo>
                  <a:lnTo>
                    <a:pt x="696" y="39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4796600" y="1878100"/>
              <a:ext cx="350450" cy="288675"/>
            </a:xfrm>
            <a:custGeom>
              <a:avLst/>
              <a:gdLst/>
              <a:ahLst/>
              <a:cxnLst/>
              <a:rect l="l" t="t" r="r" b="b"/>
              <a:pathLst>
                <a:path w="14018" h="11547" extrusionOk="0">
                  <a:moveTo>
                    <a:pt x="11778" y="1"/>
                  </a:moveTo>
                  <a:lnTo>
                    <a:pt x="11469" y="78"/>
                  </a:lnTo>
                  <a:lnTo>
                    <a:pt x="11855" y="1932"/>
                  </a:lnTo>
                  <a:lnTo>
                    <a:pt x="12280" y="3746"/>
                  </a:lnTo>
                  <a:lnTo>
                    <a:pt x="11508" y="2781"/>
                  </a:lnTo>
                  <a:lnTo>
                    <a:pt x="10658" y="1893"/>
                  </a:lnTo>
                  <a:lnTo>
                    <a:pt x="10426" y="2086"/>
                  </a:lnTo>
                  <a:lnTo>
                    <a:pt x="11469" y="3438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9"/>
                  </a:lnTo>
                  <a:lnTo>
                    <a:pt x="13168" y="5523"/>
                  </a:lnTo>
                  <a:lnTo>
                    <a:pt x="13438" y="5716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1"/>
                  </a:lnTo>
                  <a:lnTo>
                    <a:pt x="13631" y="6681"/>
                  </a:lnTo>
                  <a:lnTo>
                    <a:pt x="13516" y="6913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3" y="7955"/>
                  </a:lnTo>
                  <a:lnTo>
                    <a:pt x="12203" y="8419"/>
                  </a:lnTo>
                  <a:lnTo>
                    <a:pt x="11739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2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0" y="11160"/>
                  </a:lnTo>
                  <a:lnTo>
                    <a:pt x="3630" y="11160"/>
                  </a:lnTo>
                  <a:lnTo>
                    <a:pt x="3012" y="11122"/>
                  </a:lnTo>
                  <a:lnTo>
                    <a:pt x="2356" y="11045"/>
                  </a:lnTo>
                  <a:lnTo>
                    <a:pt x="1661" y="10929"/>
                  </a:lnTo>
                  <a:lnTo>
                    <a:pt x="1352" y="10813"/>
                  </a:lnTo>
                  <a:lnTo>
                    <a:pt x="1082" y="10697"/>
                  </a:lnTo>
                  <a:lnTo>
                    <a:pt x="811" y="10543"/>
                  </a:lnTo>
                  <a:lnTo>
                    <a:pt x="618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2"/>
                  </a:lnTo>
                  <a:lnTo>
                    <a:pt x="387" y="9461"/>
                  </a:lnTo>
                  <a:lnTo>
                    <a:pt x="155" y="9423"/>
                  </a:lnTo>
                  <a:lnTo>
                    <a:pt x="39" y="9655"/>
                  </a:lnTo>
                  <a:lnTo>
                    <a:pt x="0" y="9886"/>
                  </a:lnTo>
                  <a:lnTo>
                    <a:pt x="39" y="10118"/>
                  </a:lnTo>
                  <a:lnTo>
                    <a:pt x="78" y="10311"/>
                  </a:lnTo>
                  <a:lnTo>
                    <a:pt x="193" y="10465"/>
                  </a:lnTo>
                  <a:lnTo>
                    <a:pt x="348" y="10620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8"/>
                  </a:lnTo>
                  <a:lnTo>
                    <a:pt x="2201" y="11354"/>
                  </a:lnTo>
                  <a:lnTo>
                    <a:pt x="2626" y="11431"/>
                  </a:lnTo>
                  <a:lnTo>
                    <a:pt x="3321" y="11508"/>
                  </a:lnTo>
                  <a:lnTo>
                    <a:pt x="3978" y="11547"/>
                  </a:lnTo>
                  <a:lnTo>
                    <a:pt x="4673" y="11547"/>
                  </a:lnTo>
                  <a:lnTo>
                    <a:pt x="5368" y="11508"/>
                  </a:lnTo>
                  <a:lnTo>
                    <a:pt x="6063" y="11431"/>
                  </a:lnTo>
                  <a:lnTo>
                    <a:pt x="6758" y="11315"/>
                  </a:lnTo>
                  <a:lnTo>
                    <a:pt x="7414" y="11160"/>
                  </a:lnTo>
                  <a:lnTo>
                    <a:pt x="8071" y="11006"/>
                  </a:lnTo>
                  <a:lnTo>
                    <a:pt x="8727" y="10774"/>
                  </a:lnTo>
                  <a:lnTo>
                    <a:pt x="9345" y="10543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1" y="9655"/>
                  </a:lnTo>
                  <a:lnTo>
                    <a:pt x="11701" y="9268"/>
                  </a:lnTo>
                  <a:lnTo>
                    <a:pt x="12241" y="8882"/>
                  </a:lnTo>
                  <a:lnTo>
                    <a:pt x="12743" y="8457"/>
                  </a:lnTo>
                  <a:lnTo>
                    <a:pt x="13168" y="8071"/>
                  </a:lnTo>
                  <a:lnTo>
                    <a:pt x="13554" y="7647"/>
                  </a:lnTo>
                  <a:lnTo>
                    <a:pt x="13747" y="7376"/>
                  </a:lnTo>
                  <a:lnTo>
                    <a:pt x="13863" y="7145"/>
                  </a:lnTo>
                  <a:lnTo>
                    <a:pt x="13979" y="6874"/>
                  </a:lnTo>
                  <a:lnTo>
                    <a:pt x="14018" y="6565"/>
                  </a:lnTo>
                  <a:lnTo>
                    <a:pt x="14018" y="6334"/>
                  </a:lnTo>
                  <a:lnTo>
                    <a:pt x="14018" y="6141"/>
                  </a:lnTo>
                  <a:lnTo>
                    <a:pt x="13940" y="5909"/>
                  </a:lnTo>
                  <a:lnTo>
                    <a:pt x="13863" y="5716"/>
                  </a:lnTo>
                  <a:lnTo>
                    <a:pt x="13747" y="5523"/>
                  </a:lnTo>
                  <a:lnTo>
                    <a:pt x="13593" y="5368"/>
                  </a:lnTo>
                  <a:lnTo>
                    <a:pt x="13438" y="5252"/>
                  </a:lnTo>
                  <a:lnTo>
                    <a:pt x="13245" y="5137"/>
                  </a:lnTo>
                  <a:lnTo>
                    <a:pt x="13091" y="5137"/>
                  </a:lnTo>
                  <a:lnTo>
                    <a:pt x="12821" y="3824"/>
                  </a:lnTo>
                  <a:lnTo>
                    <a:pt x="12512" y="2549"/>
                  </a:lnTo>
                  <a:lnTo>
                    <a:pt x="12164" y="1275"/>
                  </a:lnTo>
                  <a:lnTo>
                    <a:pt x="117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6050625" y="1898375"/>
              <a:ext cx="329200" cy="241375"/>
            </a:xfrm>
            <a:custGeom>
              <a:avLst/>
              <a:gdLst/>
              <a:ahLst/>
              <a:cxnLst/>
              <a:rect l="l" t="t" r="r" b="b"/>
              <a:pathLst>
                <a:path w="13168" h="9655" extrusionOk="0">
                  <a:moveTo>
                    <a:pt x="5368" y="619"/>
                  </a:moveTo>
                  <a:lnTo>
                    <a:pt x="5947" y="773"/>
                  </a:lnTo>
                  <a:lnTo>
                    <a:pt x="6526" y="1005"/>
                  </a:lnTo>
                  <a:lnTo>
                    <a:pt x="7028" y="1314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5"/>
                  </a:lnTo>
                  <a:lnTo>
                    <a:pt x="8109" y="2356"/>
                  </a:lnTo>
                  <a:lnTo>
                    <a:pt x="8264" y="2627"/>
                  </a:lnTo>
                  <a:lnTo>
                    <a:pt x="8380" y="2858"/>
                  </a:lnTo>
                  <a:lnTo>
                    <a:pt x="8495" y="3129"/>
                  </a:lnTo>
                  <a:lnTo>
                    <a:pt x="8573" y="3437"/>
                  </a:lnTo>
                  <a:lnTo>
                    <a:pt x="8611" y="3708"/>
                  </a:lnTo>
                  <a:lnTo>
                    <a:pt x="8573" y="3708"/>
                  </a:lnTo>
                  <a:lnTo>
                    <a:pt x="7723" y="3824"/>
                  </a:lnTo>
                  <a:lnTo>
                    <a:pt x="6874" y="3901"/>
                  </a:lnTo>
                  <a:lnTo>
                    <a:pt x="6410" y="3939"/>
                  </a:lnTo>
                  <a:lnTo>
                    <a:pt x="6178" y="3939"/>
                  </a:lnTo>
                  <a:lnTo>
                    <a:pt x="5985" y="3901"/>
                  </a:lnTo>
                  <a:lnTo>
                    <a:pt x="5792" y="3862"/>
                  </a:lnTo>
                  <a:lnTo>
                    <a:pt x="5638" y="3746"/>
                  </a:lnTo>
                  <a:lnTo>
                    <a:pt x="5561" y="3553"/>
                  </a:lnTo>
                  <a:lnTo>
                    <a:pt x="5483" y="3283"/>
                  </a:lnTo>
                  <a:lnTo>
                    <a:pt x="5406" y="2627"/>
                  </a:lnTo>
                  <a:lnTo>
                    <a:pt x="5368" y="1970"/>
                  </a:lnTo>
                  <a:lnTo>
                    <a:pt x="5368" y="619"/>
                  </a:lnTo>
                  <a:close/>
                  <a:moveTo>
                    <a:pt x="2742" y="889"/>
                  </a:moveTo>
                  <a:lnTo>
                    <a:pt x="2626" y="3090"/>
                  </a:lnTo>
                  <a:lnTo>
                    <a:pt x="2626" y="3515"/>
                  </a:lnTo>
                  <a:lnTo>
                    <a:pt x="2587" y="3708"/>
                  </a:lnTo>
                  <a:lnTo>
                    <a:pt x="2510" y="3862"/>
                  </a:lnTo>
                  <a:lnTo>
                    <a:pt x="2433" y="3978"/>
                  </a:lnTo>
                  <a:lnTo>
                    <a:pt x="2278" y="4094"/>
                  </a:lnTo>
                  <a:lnTo>
                    <a:pt x="2124" y="4210"/>
                  </a:lnTo>
                  <a:lnTo>
                    <a:pt x="1892" y="4248"/>
                  </a:lnTo>
                  <a:lnTo>
                    <a:pt x="1699" y="4287"/>
                  </a:lnTo>
                  <a:lnTo>
                    <a:pt x="1506" y="4287"/>
                  </a:lnTo>
                  <a:lnTo>
                    <a:pt x="1120" y="4210"/>
                  </a:lnTo>
                  <a:lnTo>
                    <a:pt x="734" y="4133"/>
                  </a:lnTo>
                  <a:lnTo>
                    <a:pt x="386" y="4017"/>
                  </a:lnTo>
                  <a:lnTo>
                    <a:pt x="502" y="3515"/>
                  </a:lnTo>
                  <a:lnTo>
                    <a:pt x="657" y="3013"/>
                  </a:lnTo>
                  <a:lnTo>
                    <a:pt x="888" y="2549"/>
                  </a:lnTo>
                  <a:lnTo>
                    <a:pt x="1159" y="2125"/>
                  </a:lnTo>
                  <a:lnTo>
                    <a:pt x="1506" y="1738"/>
                  </a:lnTo>
                  <a:lnTo>
                    <a:pt x="1892" y="1391"/>
                  </a:lnTo>
                  <a:lnTo>
                    <a:pt x="2317" y="1121"/>
                  </a:lnTo>
                  <a:lnTo>
                    <a:pt x="2742" y="889"/>
                  </a:lnTo>
                  <a:close/>
                  <a:moveTo>
                    <a:pt x="10774" y="5368"/>
                  </a:moveTo>
                  <a:lnTo>
                    <a:pt x="11198" y="5638"/>
                  </a:lnTo>
                  <a:lnTo>
                    <a:pt x="11623" y="5986"/>
                  </a:lnTo>
                  <a:lnTo>
                    <a:pt x="11430" y="6140"/>
                  </a:lnTo>
                  <a:lnTo>
                    <a:pt x="11314" y="6179"/>
                  </a:lnTo>
                  <a:lnTo>
                    <a:pt x="11198" y="6256"/>
                  </a:lnTo>
                  <a:lnTo>
                    <a:pt x="10928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32"/>
                  </a:lnTo>
                  <a:lnTo>
                    <a:pt x="10542" y="5716"/>
                  </a:lnTo>
                  <a:lnTo>
                    <a:pt x="10619" y="5523"/>
                  </a:lnTo>
                  <a:lnTo>
                    <a:pt x="10658" y="5407"/>
                  </a:lnTo>
                  <a:lnTo>
                    <a:pt x="10774" y="5368"/>
                  </a:lnTo>
                  <a:close/>
                  <a:moveTo>
                    <a:pt x="4402" y="1"/>
                  </a:moveTo>
                  <a:lnTo>
                    <a:pt x="3939" y="39"/>
                  </a:lnTo>
                  <a:lnTo>
                    <a:pt x="3514" y="117"/>
                  </a:lnTo>
                  <a:lnTo>
                    <a:pt x="3051" y="194"/>
                  </a:lnTo>
                  <a:lnTo>
                    <a:pt x="2626" y="348"/>
                  </a:lnTo>
                  <a:lnTo>
                    <a:pt x="2240" y="541"/>
                  </a:lnTo>
                  <a:lnTo>
                    <a:pt x="1854" y="773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8" y="1661"/>
                  </a:lnTo>
                  <a:lnTo>
                    <a:pt x="618" y="2009"/>
                  </a:lnTo>
                  <a:lnTo>
                    <a:pt x="386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31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57"/>
                  </a:lnTo>
                  <a:lnTo>
                    <a:pt x="348" y="4287"/>
                  </a:lnTo>
                  <a:lnTo>
                    <a:pt x="965" y="4519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5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364"/>
                  </a:lnTo>
                  <a:lnTo>
                    <a:pt x="2858" y="4248"/>
                  </a:lnTo>
                  <a:lnTo>
                    <a:pt x="2896" y="4094"/>
                  </a:lnTo>
                  <a:lnTo>
                    <a:pt x="2973" y="3939"/>
                  </a:lnTo>
                  <a:lnTo>
                    <a:pt x="3012" y="3631"/>
                  </a:lnTo>
                  <a:lnTo>
                    <a:pt x="3012" y="2974"/>
                  </a:lnTo>
                  <a:lnTo>
                    <a:pt x="3089" y="734"/>
                  </a:lnTo>
                  <a:lnTo>
                    <a:pt x="3514" y="619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7" y="580"/>
                  </a:lnTo>
                  <a:lnTo>
                    <a:pt x="5020" y="1623"/>
                  </a:lnTo>
                  <a:lnTo>
                    <a:pt x="5059" y="2704"/>
                  </a:lnTo>
                  <a:lnTo>
                    <a:pt x="5097" y="3399"/>
                  </a:lnTo>
                  <a:lnTo>
                    <a:pt x="5175" y="3746"/>
                  </a:lnTo>
                  <a:lnTo>
                    <a:pt x="5213" y="3901"/>
                  </a:lnTo>
                  <a:lnTo>
                    <a:pt x="5290" y="4017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70" y="4326"/>
                  </a:lnTo>
                  <a:lnTo>
                    <a:pt x="6217" y="4326"/>
                  </a:lnTo>
                  <a:lnTo>
                    <a:pt x="6565" y="4287"/>
                  </a:lnTo>
                  <a:lnTo>
                    <a:pt x="7607" y="4210"/>
                  </a:lnTo>
                  <a:lnTo>
                    <a:pt x="8650" y="4055"/>
                  </a:lnTo>
                  <a:lnTo>
                    <a:pt x="8650" y="4441"/>
                  </a:lnTo>
                  <a:lnTo>
                    <a:pt x="8611" y="4866"/>
                  </a:lnTo>
                  <a:lnTo>
                    <a:pt x="8611" y="4905"/>
                  </a:lnTo>
                  <a:lnTo>
                    <a:pt x="8611" y="5021"/>
                  </a:lnTo>
                  <a:lnTo>
                    <a:pt x="8650" y="5059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0" y="4905"/>
                  </a:lnTo>
                  <a:lnTo>
                    <a:pt x="9384" y="4905"/>
                  </a:lnTo>
                  <a:lnTo>
                    <a:pt x="9808" y="4982"/>
                  </a:lnTo>
                  <a:lnTo>
                    <a:pt x="10194" y="5098"/>
                  </a:lnTo>
                  <a:lnTo>
                    <a:pt x="10503" y="5252"/>
                  </a:lnTo>
                  <a:lnTo>
                    <a:pt x="10426" y="5330"/>
                  </a:lnTo>
                  <a:lnTo>
                    <a:pt x="10310" y="5445"/>
                  </a:lnTo>
                  <a:lnTo>
                    <a:pt x="10272" y="5600"/>
                  </a:lnTo>
                  <a:lnTo>
                    <a:pt x="10233" y="5716"/>
                  </a:lnTo>
                  <a:lnTo>
                    <a:pt x="10233" y="5870"/>
                  </a:lnTo>
                  <a:lnTo>
                    <a:pt x="10233" y="6025"/>
                  </a:lnTo>
                  <a:lnTo>
                    <a:pt x="10272" y="6179"/>
                  </a:lnTo>
                  <a:lnTo>
                    <a:pt x="10349" y="6334"/>
                  </a:lnTo>
                  <a:lnTo>
                    <a:pt x="10503" y="6488"/>
                  </a:lnTo>
                  <a:lnTo>
                    <a:pt x="10696" y="6565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7"/>
                  </a:lnTo>
                  <a:lnTo>
                    <a:pt x="11739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41" y="6913"/>
                  </a:lnTo>
                  <a:lnTo>
                    <a:pt x="12395" y="7222"/>
                  </a:lnTo>
                  <a:lnTo>
                    <a:pt x="12473" y="7569"/>
                  </a:lnTo>
                  <a:lnTo>
                    <a:pt x="12511" y="7917"/>
                  </a:lnTo>
                  <a:lnTo>
                    <a:pt x="12550" y="8264"/>
                  </a:lnTo>
                  <a:lnTo>
                    <a:pt x="12550" y="8998"/>
                  </a:lnTo>
                  <a:lnTo>
                    <a:pt x="12473" y="8998"/>
                  </a:lnTo>
                  <a:lnTo>
                    <a:pt x="12434" y="9037"/>
                  </a:lnTo>
                  <a:lnTo>
                    <a:pt x="12357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54"/>
                  </a:lnTo>
                  <a:lnTo>
                    <a:pt x="12125" y="9654"/>
                  </a:lnTo>
                  <a:lnTo>
                    <a:pt x="12820" y="9616"/>
                  </a:lnTo>
                  <a:lnTo>
                    <a:pt x="12936" y="9577"/>
                  </a:lnTo>
                  <a:lnTo>
                    <a:pt x="13013" y="9461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091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685"/>
                  </a:lnTo>
                  <a:lnTo>
                    <a:pt x="12936" y="7183"/>
                  </a:lnTo>
                  <a:lnTo>
                    <a:pt x="12704" y="6681"/>
                  </a:lnTo>
                  <a:lnTo>
                    <a:pt x="12434" y="6218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276" y="5098"/>
                  </a:lnTo>
                  <a:lnTo>
                    <a:pt x="10967" y="4905"/>
                  </a:lnTo>
                  <a:lnTo>
                    <a:pt x="10619" y="4750"/>
                  </a:lnTo>
                  <a:lnTo>
                    <a:pt x="10233" y="4596"/>
                  </a:lnTo>
                  <a:lnTo>
                    <a:pt x="9886" y="4480"/>
                  </a:lnTo>
                  <a:lnTo>
                    <a:pt x="9499" y="4403"/>
                  </a:lnTo>
                  <a:lnTo>
                    <a:pt x="9190" y="4441"/>
                  </a:lnTo>
                  <a:lnTo>
                    <a:pt x="9268" y="3978"/>
                  </a:lnTo>
                  <a:lnTo>
                    <a:pt x="9229" y="3515"/>
                  </a:lnTo>
                  <a:lnTo>
                    <a:pt x="9152" y="3090"/>
                  </a:lnTo>
                  <a:lnTo>
                    <a:pt x="8997" y="2665"/>
                  </a:lnTo>
                  <a:lnTo>
                    <a:pt x="8804" y="2279"/>
                  </a:lnTo>
                  <a:lnTo>
                    <a:pt x="8534" y="1931"/>
                  </a:lnTo>
                  <a:lnTo>
                    <a:pt x="8186" y="1584"/>
                  </a:lnTo>
                  <a:lnTo>
                    <a:pt x="7839" y="1275"/>
                  </a:lnTo>
                  <a:lnTo>
                    <a:pt x="7453" y="966"/>
                  </a:lnTo>
                  <a:lnTo>
                    <a:pt x="7067" y="734"/>
                  </a:lnTo>
                  <a:lnTo>
                    <a:pt x="6603" y="503"/>
                  </a:lnTo>
                  <a:lnTo>
                    <a:pt x="6178" y="348"/>
                  </a:lnTo>
                  <a:lnTo>
                    <a:pt x="5715" y="194"/>
                  </a:lnTo>
                  <a:lnTo>
                    <a:pt x="5290" y="78"/>
                  </a:lnTo>
                  <a:lnTo>
                    <a:pt x="482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1849325" y="1901275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7" y="1"/>
                  </a:moveTo>
                  <a:lnTo>
                    <a:pt x="0" y="580"/>
                  </a:lnTo>
                  <a:lnTo>
                    <a:pt x="0" y="1198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9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70" y="5947"/>
                  </a:lnTo>
                  <a:lnTo>
                    <a:pt x="2433" y="6411"/>
                  </a:lnTo>
                  <a:lnTo>
                    <a:pt x="2974" y="6874"/>
                  </a:lnTo>
                  <a:lnTo>
                    <a:pt x="3514" y="7260"/>
                  </a:lnTo>
                  <a:lnTo>
                    <a:pt x="4093" y="7646"/>
                  </a:lnTo>
                  <a:lnTo>
                    <a:pt x="4711" y="7955"/>
                  </a:lnTo>
                  <a:lnTo>
                    <a:pt x="5329" y="8226"/>
                  </a:lnTo>
                  <a:lnTo>
                    <a:pt x="5986" y="8496"/>
                  </a:lnTo>
                  <a:lnTo>
                    <a:pt x="6642" y="8689"/>
                  </a:lnTo>
                  <a:lnTo>
                    <a:pt x="7298" y="8843"/>
                  </a:lnTo>
                  <a:lnTo>
                    <a:pt x="7993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4"/>
                  </a:lnTo>
                  <a:lnTo>
                    <a:pt x="10774" y="9075"/>
                  </a:lnTo>
                  <a:lnTo>
                    <a:pt x="11392" y="8998"/>
                  </a:lnTo>
                  <a:lnTo>
                    <a:pt x="12048" y="8921"/>
                  </a:lnTo>
                  <a:lnTo>
                    <a:pt x="12705" y="8766"/>
                  </a:lnTo>
                  <a:lnTo>
                    <a:pt x="13361" y="8612"/>
                  </a:lnTo>
                  <a:lnTo>
                    <a:pt x="14017" y="8380"/>
                  </a:lnTo>
                  <a:lnTo>
                    <a:pt x="14635" y="8148"/>
                  </a:lnTo>
                  <a:lnTo>
                    <a:pt x="15253" y="7878"/>
                  </a:lnTo>
                  <a:lnTo>
                    <a:pt x="15871" y="7569"/>
                  </a:lnTo>
                  <a:lnTo>
                    <a:pt x="16450" y="7222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5"/>
                  </a:lnTo>
                  <a:lnTo>
                    <a:pt x="19076" y="4287"/>
                  </a:lnTo>
                  <a:lnTo>
                    <a:pt x="19346" y="3669"/>
                  </a:lnTo>
                  <a:lnTo>
                    <a:pt x="19115" y="3630"/>
                  </a:lnTo>
                  <a:lnTo>
                    <a:pt x="18767" y="4171"/>
                  </a:lnTo>
                  <a:lnTo>
                    <a:pt x="18420" y="4634"/>
                  </a:lnTo>
                  <a:lnTo>
                    <a:pt x="18033" y="5098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0" y="6333"/>
                  </a:lnTo>
                  <a:lnTo>
                    <a:pt x="16257" y="6681"/>
                  </a:lnTo>
                  <a:lnTo>
                    <a:pt x="15755" y="7028"/>
                  </a:lnTo>
                  <a:lnTo>
                    <a:pt x="15214" y="7299"/>
                  </a:lnTo>
                  <a:lnTo>
                    <a:pt x="14712" y="7569"/>
                  </a:lnTo>
                  <a:lnTo>
                    <a:pt x="14133" y="7801"/>
                  </a:lnTo>
                  <a:lnTo>
                    <a:pt x="13593" y="8032"/>
                  </a:lnTo>
                  <a:lnTo>
                    <a:pt x="13013" y="8187"/>
                  </a:lnTo>
                  <a:lnTo>
                    <a:pt x="12434" y="8341"/>
                  </a:lnTo>
                  <a:lnTo>
                    <a:pt x="11816" y="8457"/>
                  </a:lnTo>
                  <a:lnTo>
                    <a:pt x="11199" y="8534"/>
                  </a:lnTo>
                  <a:lnTo>
                    <a:pt x="10503" y="8612"/>
                  </a:lnTo>
                  <a:lnTo>
                    <a:pt x="9113" y="8612"/>
                  </a:lnTo>
                  <a:lnTo>
                    <a:pt x="8380" y="8534"/>
                  </a:lnTo>
                  <a:lnTo>
                    <a:pt x="7685" y="8419"/>
                  </a:lnTo>
                  <a:lnTo>
                    <a:pt x="6990" y="8303"/>
                  </a:lnTo>
                  <a:lnTo>
                    <a:pt x="6333" y="8110"/>
                  </a:lnTo>
                  <a:lnTo>
                    <a:pt x="5638" y="7878"/>
                  </a:lnTo>
                  <a:lnTo>
                    <a:pt x="5020" y="7608"/>
                  </a:lnTo>
                  <a:lnTo>
                    <a:pt x="4364" y="7260"/>
                  </a:lnTo>
                  <a:lnTo>
                    <a:pt x="3784" y="6913"/>
                  </a:lnTo>
                  <a:lnTo>
                    <a:pt x="3205" y="6488"/>
                  </a:lnTo>
                  <a:lnTo>
                    <a:pt x="2703" y="6063"/>
                  </a:lnTo>
                  <a:lnTo>
                    <a:pt x="2201" y="5561"/>
                  </a:lnTo>
                  <a:lnTo>
                    <a:pt x="1776" y="4982"/>
                  </a:lnTo>
                  <a:lnTo>
                    <a:pt x="1390" y="4403"/>
                  </a:lnTo>
                  <a:lnTo>
                    <a:pt x="1120" y="3901"/>
                  </a:lnTo>
                  <a:lnTo>
                    <a:pt x="850" y="3360"/>
                  </a:lnTo>
                  <a:lnTo>
                    <a:pt x="695" y="2858"/>
                  </a:lnTo>
                  <a:lnTo>
                    <a:pt x="541" y="2279"/>
                  </a:lnTo>
                  <a:lnTo>
                    <a:pt x="425" y="1738"/>
                  </a:lnTo>
                  <a:lnTo>
                    <a:pt x="386" y="1159"/>
                  </a:lnTo>
                  <a:lnTo>
                    <a:pt x="386" y="618"/>
                  </a:lnTo>
                  <a:lnTo>
                    <a:pt x="425" y="39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1935225" y="1910925"/>
              <a:ext cx="35750" cy="29000"/>
            </a:xfrm>
            <a:custGeom>
              <a:avLst/>
              <a:gdLst/>
              <a:ahLst/>
              <a:cxnLst/>
              <a:rect l="l" t="t" r="r" b="b"/>
              <a:pathLst>
                <a:path w="1430" h="1160" extrusionOk="0">
                  <a:moveTo>
                    <a:pt x="503" y="1"/>
                  </a:moveTo>
                  <a:lnTo>
                    <a:pt x="310" y="117"/>
                  </a:lnTo>
                  <a:lnTo>
                    <a:pt x="194" y="232"/>
                  </a:lnTo>
                  <a:lnTo>
                    <a:pt x="78" y="387"/>
                  </a:lnTo>
                  <a:lnTo>
                    <a:pt x="40" y="541"/>
                  </a:lnTo>
                  <a:lnTo>
                    <a:pt x="1" y="734"/>
                  </a:lnTo>
                  <a:lnTo>
                    <a:pt x="40" y="927"/>
                  </a:lnTo>
                  <a:lnTo>
                    <a:pt x="117" y="1082"/>
                  </a:lnTo>
                  <a:lnTo>
                    <a:pt x="194" y="1159"/>
                  </a:lnTo>
                  <a:lnTo>
                    <a:pt x="348" y="1159"/>
                  </a:lnTo>
                  <a:lnTo>
                    <a:pt x="426" y="1043"/>
                  </a:lnTo>
                  <a:lnTo>
                    <a:pt x="426" y="1005"/>
                  </a:lnTo>
                  <a:lnTo>
                    <a:pt x="387" y="927"/>
                  </a:lnTo>
                  <a:lnTo>
                    <a:pt x="387" y="850"/>
                  </a:lnTo>
                  <a:lnTo>
                    <a:pt x="348" y="773"/>
                  </a:lnTo>
                  <a:lnTo>
                    <a:pt x="426" y="580"/>
                  </a:lnTo>
                  <a:lnTo>
                    <a:pt x="542" y="425"/>
                  </a:lnTo>
                  <a:lnTo>
                    <a:pt x="619" y="387"/>
                  </a:lnTo>
                  <a:lnTo>
                    <a:pt x="773" y="387"/>
                  </a:lnTo>
                  <a:lnTo>
                    <a:pt x="850" y="425"/>
                  </a:lnTo>
                  <a:lnTo>
                    <a:pt x="966" y="580"/>
                  </a:lnTo>
                  <a:lnTo>
                    <a:pt x="1005" y="657"/>
                  </a:lnTo>
                  <a:lnTo>
                    <a:pt x="1005" y="734"/>
                  </a:lnTo>
                  <a:lnTo>
                    <a:pt x="966" y="927"/>
                  </a:lnTo>
                  <a:lnTo>
                    <a:pt x="966" y="1005"/>
                  </a:lnTo>
                  <a:lnTo>
                    <a:pt x="966" y="1082"/>
                  </a:lnTo>
                  <a:lnTo>
                    <a:pt x="1005" y="1121"/>
                  </a:lnTo>
                  <a:lnTo>
                    <a:pt x="1082" y="1159"/>
                  </a:lnTo>
                  <a:lnTo>
                    <a:pt x="1198" y="1159"/>
                  </a:lnTo>
                  <a:lnTo>
                    <a:pt x="1275" y="1121"/>
                  </a:lnTo>
                  <a:lnTo>
                    <a:pt x="1314" y="1082"/>
                  </a:lnTo>
                  <a:lnTo>
                    <a:pt x="1391" y="889"/>
                  </a:lnTo>
                  <a:lnTo>
                    <a:pt x="1430" y="734"/>
                  </a:lnTo>
                  <a:lnTo>
                    <a:pt x="1391" y="541"/>
                  </a:lnTo>
                  <a:lnTo>
                    <a:pt x="1314" y="348"/>
                  </a:lnTo>
                  <a:lnTo>
                    <a:pt x="1198" y="194"/>
                  </a:lnTo>
                  <a:lnTo>
                    <a:pt x="1044" y="78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6081500" y="1911900"/>
              <a:ext cx="255850" cy="266475"/>
            </a:xfrm>
            <a:custGeom>
              <a:avLst/>
              <a:gdLst/>
              <a:ahLst/>
              <a:cxnLst/>
              <a:rect l="l" t="t" r="r" b="b"/>
              <a:pathLst>
                <a:path w="10234" h="10659" extrusionOk="0">
                  <a:moveTo>
                    <a:pt x="8303" y="7299"/>
                  </a:moveTo>
                  <a:lnTo>
                    <a:pt x="8535" y="7376"/>
                  </a:lnTo>
                  <a:lnTo>
                    <a:pt x="8766" y="7453"/>
                  </a:lnTo>
                  <a:lnTo>
                    <a:pt x="8998" y="7569"/>
                  </a:lnTo>
                  <a:lnTo>
                    <a:pt x="9191" y="7723"/>
                  </a:lnTo>
                  <a:lnTo>
                    <a:pt x="9384" y="7878"/>
                  </a:lnTo>
                  <a:lnTo>
                    <a:pt x="9539" y="8109"/>
                  </a:lnTo>
                  <a:lnTo>
                    <a:pt x="9655" y="8341"/>
                  </a:lnTo>
                  <a:lnTo>
                    <a:pt x="9693" y="8573"/>
                  </a:lnTo>
                  <a:lnTo>
                    <a:pt x="9732" y="8843"/>
                  </a:lnTo>
                  <a:lnTo>
                    <a:pt x="9693" y="9152"/>
                  </a:lnTo>
                  <a:lnTo>
                    <a:pt x="9577" y="9422"/>
                  </a:lnTo>
                  <a:lnTo>
                    <a:pt x="9423" y="9654"/>
                  </a:lnTo>
                  <a:lnTo>
                    <a:pt x="9230" y="9847"/>
                  </a:lnTo>
                  <a:lnTo>
                    <a:pt x="8959" y="10002"/>
                  </a:lnTo>
                  <a:lnTo>
                    <a:pt x="8728" y="10117"/>
                  </a:lnTo>
                  <a:lnTo>
                    <a:pt x="8419" y="10156"/>
                  </a:lnTo>
                  <a:lnTo>
                    <a:pt x="8149" y="10156"/>
                  </a:lnTo>
                  <a:lnTo>
                    <a:pt x="7878" y="10079"/>
                  </a:lnTo>
                  <a:lnTo>
                    <a:pt x="7647" y="9963"/>
                  </a:lnTo>
                  <a:lnTo>
                    <a:pt x="7415" y="9770"/>
                  </a:lnTo>
                  <a:lnTo>
                    <a:pt x="7222" y="9577"/>
                  </a:lnTo>
                  <a:lnTo>
                    <a:pt x="7067" y="9345"/>
                  </a:lnTo>
                  <a:lnTo>
                    <a:pt x="6990" y="9075"/>
                  </a:lnTo>
                  <a:lnTo>
                    <a:pt x="6951" y="8805"/>
                  </a:lnTo>
                  <a:lnTo>
                    <a:pt x="6990" y="8496"/>
                  </a:lnTo>
                  <a:lnTo>
                    <a:pt x="7067" y="8264"/>
                  </a:lnTo>
                  <a:lnTo>
                    <a:pt x="7183" y="8071"/>
                  </a:lnTo>
                  <a:lnTo>
                    <a:pt x="7338" y="7878"/>
                  </a:lnTo>
                  <a:lnTo>
                    <a:pt x="7531" y="7723"/>
                  </a:lnTo>
                  <a:lnTo>
                    <a:pt x="7762" y="7569"/>
                  </a:lnTo>
                  <a:lnTo>
                    <a:pt x="8187" y="7337"/>
                  </a:lnTo>
                  <a:lnTo>
                    <a:pt x="8264" y="7299"/>
                  </a:lnTo>
                  <a:close/>
                  <a:moveTo>
                    <a:pt x="2897" y="0"/>
                  </a:moveTo>
                  <a:lnTo>
                    <a:pt x="2704" y="39"/>
                  </a:lnTo>
                  <a:lnTo>
                    <a:pt x="2665" y="78"/>
                  </a:lnTo>
                  <a:lnTo>
                    <a:pt x="2665" y="1313"/>
                  </a:lnTo>
                  <a:lnTo>
                    <a:pt x="2665" y="2588"/>
                  </a:lnTo>
                  <a:lnTo>
                    <a:pt x="2704" y="3823"/>
                  </a:lnTo>
                  <a:lnTo>
                    <a:pt x="2742" y="5059"/>
                  </a:lnTo>
                  <a:lnTo>
                    <a:pt x="2936" y="7492"/>
                  </a:lnTo>
                  <a:lnTo>
                    <a:pt x="2936" y="8148"/>
                  </a:lnTo>
                  <a:lnTo>
                    <a:pt x="2974" y="8457"/>
                  </a:lnTo>
                  <a:lnTo>
                    <a:pt x="3013" y="8611"/>
                  </a:lnTo>
                  <a:lnTo>
                    <a:pt x="3090" y="8766"/>
                  </a:lnTo>
                  <a:lnTo>
                    <a:pt x="1584" y="8689"/>
                  </a:lnTo>
                  <a:lnTo>
                    <a:pt x="1" y="8689"/>
                  </a:lnTo>
                  <a:lnTo>
                    <a:pt x="39" y="8998"/>
                  </a:lnTo>
                  <a:lnTo>
                    <a:pt x="812" y="9113"/>
                  </a:lnTo>
                  <a:lnTo>
                    <a:pt x="1584" y="9152"/>
                  </a:lnTo>
                  <a:lnTo>
                    <a:pt x="3167" y="9229"/>
                  </a:lnTo>
                  <a:lnTo>
                    <a:pt x="4866" y="9306"/>
                  </a:lnTo>
                  <a:lnTo>
                    <a:pt x="5677" y="9306"/>
                  </a:lnTo>
                  <a:lnTo>
                    <a:pt x="6527" y="9229"/>
                  </a:lnTo>
                  <a:lnTo>
                    <a:pt x="6643" y="9538"/>
                  </a:lnTo>
                  <a:lnTo>
                    <a:pt x="6797" y="9847"/>
                  </a:lnTo>
                  <a:lnTo>
                    <a:pt x="6990" y="10079"/>
                  </a:lnTo>
                  <a:lnTo>
                    <a:pt x="7260" y="10310"/>
                  </a:lnTo>
                  <a:lnTo>
                    <a:pt x="7531" y="10465"/>
                  </a:lnTo>
                  <a:lnTo>
                    <a:pt x="7840" y="10581"/>
                  </a:lnTo>
                  <a:lnTo>
                    <a:pt x="8149" y="10658"/>
                  </a:lnTo>
                  <a:lnTo>
                    <a:pt x="8457" y="10658"/>
                  </a:lnTo>
                  <a:lnTo>
                    <a:pt x="8766" y="10619"/>
                  </a:lnTo>
                  <a:lnTo>
                    <a:pt x="9075" y="10504"/>
                  </a:lnTo>
                  <a:lnTo>
                    <a:pt x="9346" y="10388"/>
                  </a:lnTo>
                  <a:lnTo>
                    <a:pt x="9577" y="10195"/>
                  </a:lnTo>
                  <a:lnTo>
                    <a:pt x="9809" y="9963"/>
                  </a:lnTo>
                  <a:lnTo>
                    <a:pt x="9963" y="9693"/>
                  </a:lnTo>
                  <a:lnTo>
                    <a:pt x="10118" y="9422"/>
                  </a:lnTo>
                  <a:lnTo>
                    <a:pt x="10195" y="9113"/>
                  </a:lnTo>
                  <a:lnTo>
                    <a:pt x="10234" y="9113"/>
                  </a:lnTo>
                  <a:lnTo>
                    <a:pt x="10234" y="8766"/>
                  </a:lnTo>
                  <a:lnTo>
                    <a:pt x="10195" y="8380"/>
                  </a:lnTo>
                  <a:lnTo>
                    <a:pt x="10041" y="8071"/>
                  </a:lnTo>
                  <a:lnTo>
                    <a:pt x="9886" y="7762"/>
                  </a:lnTo>
                  <a:lnTo>
                    <a:pt x="9655" y="7492"/>
                  </a:lnTo>
                  <a:lnTo>
                    <a:pt x="9346" y="7260"/>
                  </a:lnTo>
                  <a:lnTo>
                    <a:pt x="9037" y="7105"/>
                  </a:lnTo>
                  <a:lnTo>
                    <a:pt x="8689" y="7028"/>
                  </a:lnTo>
                  <a:lnTo>
                    <a:pt x="8342" y="6990"/>
                  </a:lnTo>
                  <a:lnTo>
                    <a:pt x="8226" y="7067"/>
                  </a:lnTo>
                  <a:lnTo>
                    <a:pt x="8187" y="7028"/>
                  </a:lnTo>
                  <a:lnTo>
                    <a:pt x="8110" y="6990"/>
                  </a:lnTo>
                  <a:lnTo>
                    <a:pt x="7955" y="6990"/>
                  </a:lnTo>
                  <a:lnTo>
                    <a:pt x="7762" y="7028"/>
                  </a:lnTo>
                  <a:lnTo>
                    <a:pt x="7453" y="7144"/>
                  </a:lnTo>
                  <a:lnTo>
                    <a:pt x="7183" y="7337"/>
                  </a:lnTo>
                  <a:lnTo>
                    <a:pt x="6951" y="7569"/>
                  </a:lnTo>
                  <a:lnTo>
                    <a:pt x="6758" y="7878"/>
                  </a:lnTo>
                  <a:lnTo>
                    <a:pt x="6604" y="8187"/>
                  </a:lnTo>
                  <a:lnTo>
                    <a:pt x="6488" y="8496"/>
                  </a:lnTo>
                  <a:lnTo>
                    <a:pt x="6488" y="8843"/>
                  </a:lnTo>
                  <a:lnTo>
                    <a:pt x="5716" y="8766"/>
                  </a:lnTo>
                  <a:lnTo>
                    <a:pt x="3476" y="8766"/>
                  </a:lnTo>
                  <a:lnTo>
                    <a:pt x="3515" y="8689"/>
                  </a:lnTo>
                  <a:lnTo>
                    <a:pt x="3515" y="8650"/>
                  </a:lnTo>
                  <a:lnTo>
                    <a:pt x="3476" y="8573"/>
                  </a:lnTo>
                  <a:lnTo>
                    <a:pt x="3438" y="8496"/>
                  </a:lnTo>
                  <a:lnTo>
                    <a:pt x="3399" y="8457"/>
                  </a:lnTo>
                  <a:lnTo>
                    <a:pt x="3322" y="8457"/>
                  </a:lnTo>
                  <a:lnTo>
                    <a:pt x="3244" y="8496"/>
                  </a:lnTo>
                  <a:lnTo>
                    <a:pt x="3322" y="8380"/>
                  </a:lnTo>
                  <a:lnTo>
                    <a:pt x="3322" y="8225"/>
                  </a:lnTo>
                  <a:lnTo>
                    <a:pt x="3322" y="8071"/>
                  </a:lnTo>
                  <a:lnTo>
                    <a:pt x="3283" y="7955"/>
                  </a:lnTo>
                  <a:lnTo>
                    <a:pt x="3244" y="7337"/>
                  </a:lnTo>
                  <a:lnTo>
                    <a:pt x="3167" y="6410"/>
                  </a:lnTo>
                  <a:lnTo>
                    <a:pt x="3051" y="4325"/>
                  </a:lnTo>
                  <a:lnTo>
                    <a:pt x="2974" y="2201"/>
                  </a:lnTo>
                  <a:lnTo>
                    <a:pt x="2897" y="78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2715250" y="1912850"/>
              <a:ext cx="147725" cy="161250"/>
            </a:xfrm>
            <a:custGeom>
              <a:avLst/>
              <a:gdLst/>
              <a:ahLst/>
              <a:cxnLst/>
              <a:rect l="l" t="t" r="r" b="b"/>
              <a:pathLst>
                <a:path w="5909" h="6450" extrusionOk="0">
                  <a:moveTo>
                    <a:pt x="2781" y="503"/>
                  </a:moveTo>
                  <a:lnTo>
                    <a:pt x="3283" y="580"/>
                  </a:lnTo>
                  <a:lnTo>
                    <a:pt x="3746" y="735"/>
                  </a:lnTo>
                  <a:lnTo>
                    <a:pt x="4210" y="966"/>
                  </a:lnTo>
                  <a:lnTo>
                    <a:pt x="4403" y="1082"/>
                  </a:lnTo>
                  <a:lnTo>
                    <a:pt x="4596" y="1275"/>
                  </a:lnTo>
                  <a:lnTo>
                    <a:pt x="4750" y="1468"/>
                  </a:lnTo>
                  <a:lnTo>
                    <a:pt x="4943" y="1661"/>
                  </a:lnTo>
                  <a:lnTo>
                    <a:pt x="5059" y="1893"/>
                  </a:lnTo>
                  <a:lnTo>
                    <a:pt x="5175" y="2125"/>
                  </a:lnTo>
                  <a:lnTo>
                    <a:pt x="5330" y="2588"/>
                  </a:lnTo>
                  <a:lnTo>
                    <a:pt x="5407" y="3052"/>
                  </a:lnTo>
                  <a:lnTo>
                    <a:pt x="5407" y="3515"/>
                  </a:lnTo>
                  <a:lnTo>
                    <a:pt x="5368" y="4017"/>
                  </a:lnTo>
                  <a:lnTo>
                    <a:pt x="5214" y="4442"/>
                  </a:lnTo>
                  <a:lnTo>
                    <a:pt x="4982" y="4866"/>
                  </a:lnTo>
                  <a:lnTo>
                    <a:pt x="4828" y="5059"/>
                  </a:lnTo>
                  <a:lnTo>
                    <a:pt x="4673" y="5253"/>
                  </a:lnTo>
                  <a:lnTo>
                    <a:pt x="4480" y="5407"/>
                  </a:lnTo>
                  <a:lnTo>
                    <a:pt x="4287" y="5561"/>
                  </a:lnTo>
                  <a:lnTo>
                    <a:pt x="4017" y="5716"/>
                  </a:lnTo>
                  <a:lnTo>
                    <a:pt x="3746" y="5832"/>
                  </a:lnTo>
                  <a:lnTo>
                    <a:pt x="3515" y="5909"/>
                  </a:lnTo>
                  <a:lnTo>
                    <a:pt x="3244" y="5948"/>
                  </a:lnTo>
                  <a:lnTo>
                    <a:pt x="2742" y="5948"/>
                  </a:lnTo>
                  <a:lnTo>
                    <a:pt x="2511" y="5870"/>
                  </a:lnTo>
                  <a:lnTo>
                    <a:pt x="2279" y="5793"/>
                  </a:lnTo>
                  <a:lnTo>
                    <a:pt x="2047" y="5677"/>
                  </a:lnTo>
                  <a:lnTo>
                    <a:pt x="1816" y="5561"/>
                  </a:lnTo>
                  <a:lnTo>
                    <a:pt x="1623" y="5407"/>
                  </a:lnTo>
                  <a:lnTo>
                    <a:pt x="1429" y="5214"/>
                  </a:lnTo>
                  <a:lnTo>
                    <a:pt x="1082" y="4828"/>
                  </a:lnTo>
                  <a:lnTo>
                    <a:pt x="812" y="4364"/>
                  </a:lnTo>
                  <a:lnTo>
                    <a:pt x="619" y="3862"/>
                  </a:lnTo>
                  <a:lnTo>
                    <a:pt x="464" y="3322"/>
                  </a:lnTo>
                  <a:lnTo>
                    <a:pt x="426" y="2820"/>
                  </a:lnTo>
                  <a:lnTo>
                    <a:pt x="426" y="2550"/>
                  </a:lnTo>
                  <a:lnTo>
                    <a:pt x="464" y="2279"/>
                  </a:lnTo>
                  <a:lnTo>
                    <a:pt x="503" y="2048"/>
                  </a:lnTo>
                  <a:lnTo>
                    <a:pt x="619" y="1777"/>
                  </a:lnTo>
                  <a:lnTo>
                    <a:pt x="696" y="1584"/>
                  </a:lnTo>
                  <a:lnTo>
                    <a:pt x="850" y="1352"/>
                  </a:lnTo>
                  <a:lnTo>
                    <a:pt x="1005" y="1159"/>
                  </a:lnTo>
                  <a:lnTo>
                    <a:pt x="1198" y="966"/>
                  </a:lnTo>
                  <a:lnTo>
                    <a:pt x="1429" y="812"/>
                  </a:lnTo>
                  <a:lnTo>
                    <a:pt x="1700" y="657"/>
                  </a:lnTo>
                  <a:lnTo>
                    <a:pt x="1738" y="619"/>
                  </a:lnTo>
                  <a:lnTo>
                    <a:pt x="1738" y="580"/>
                  </a:lnTo>
                  <a:lnTo>
                    <a:pt x="2240" y="503"/>
                  </a:lnTo>
                  <a:close/>
                  <a:moveTo>
                    <a:pt x="2588" y="1"/>
                  </a:moveTo>
                  <a:lnTo>
                    <a:pt x="2279" y="40"/>
                  </a:lnTo>
                  <a:lnTo>
                    <a:pt x="1970" y="78"/>
                  </a:lnTo>
                  <a:lnTo>
                    <a:pt x="1661" y="155"/>
                  </a:lnTo>
                  <a:lnTo>
                    <a:pt x="1391" y="233"/>
                  </a:lnTo>
                  <a:lnTo>
                    <a:pt x="1314" y="310"/>
                  </a:lnTo>
                  <a:lnTo>
                    <a:pt x="1236" y="387"/>
                  </a:lnTo>
                  <a:lnTo>
                    <a:pt x="1236" y="464"/>
                  </a:lnTo>
                  <a:lnTo>
                    <a:pt x="1275" y="542"/>
                  </a:lnTo>
                  <a:lnTo>
                    <a:pt x="1005" y="657"/>
                  </a:lnTo>
                  <a:lnTo>
                    <a:pt x="773" y="850"/>
                  </a:lnTo>
                  <a:lnTo>
                    <a:pt x="580" y="1044"/>
                  </a:lnTo>
                  <a:lnTo>
                    <a:pt x="426" y="1237"/>
                  </a:lnTo>
                  <a:lnTo>
                    <a:pt x="271" y="1468"/>
                  </a:lnTo>
                  <a:lnTo>
                    <a:pt x="155" y="1700"/>
                  </a:lnTo>
                  <a:lnTo>
                    <a:pt x="78" y="1970"/>
                  </a:lnTo>
                  <a:lnTo>
                    <a:pt x="39" y="2241"/>
                  </a:lnTo>
                  <a:lnTo>
                    <a:pt x="1" y="2511"/>
                  </a:lnTo>
                  <a:lnTo>
                    <a:pt x="1" y="2781"/>
                  </a:lnTo>
                  <a:lnTo>
                    <a:pt x="39" y="3360"/>
                  </a:lnTo>
                  <a:lnTo>
                    <a:pt x="155" y="3901"/>
                  </a:lnTo>
                  <a:lnTo>
                    <a:pt x="387" y="4442"/>
                  </a:lnTo>
                  <a:lnTo>
                    <a:pt x="696" y="5021"/>
                  </a:lnTo>
                  <a:lnTo>
                    <a:pt x="889" y="5253"/>
                  </a:lnTo>
                  <a:lnTo>
                    <a:pt x="1082" y="5484"/>
                  </a:lnTo>
                  <a:lnTo>
                    <a:pt x="1275" y="5716"/>
                  </a:lnTo>
                  <a:lnTo>
                    <a:pt x="1507" y="5909"/>
                  </a:lnTo>
                  <a:lnTo>
                    <a:pt x="1738" y="6063"/>
                  </a:lnTo>
                  <a:lnTo>
                    <a:pt x="2009" y="6179"/>
                  </a:lnTo>
                  <a:lnTo>
                    <a:pt x="2240" y="6295"/>
                  </a:lnTo>
                  <a:lnTo>
                    <a:pt x="2511" y="6372"/>
                  </a:lnTo>
                  <a:lnTo>
                    <a:pt x="2820" y="6411"/>
                  </a:lnTo>
                  <a:lnTo>
                    <a:pt x="3090" y="6450"/>
                  </a:lnTo>
                  <a:lnTo>
                    <a:pt x="3399" y="6411"/>
                  </a:lnTo>
                  <a:lnTo>
                    <a:pt x="3669" y="6334"/>
                  </a:lnTo>
                  <a:lnTo>
                    <a:pt x="3978" y="6218"/>
                  </a:lnTo>
                  <a:lnTo>
                    <a:pt x="4326" y="6102"/>
                  </a:lnTo>
                  <a:lnTo>
                    <a:pt x="4557" y="5909"/>
                  </a:lnTo>
                  <a:lnTo>
                    <a:pt x="4828" y="5716"/>
                  </a:lnTo>
                  <a:lnTo>
                    <a:pt x="5021" y="5523"/>
                  </a:lnTo>
                  <a:lnTo>
                    <a:pt x="5214" y="5291"/>
                  </a:lnTo>
                  <a:lnTo>
                    <a:pt x="5407" y="5059"/>
                  </a:lnTo>
                  <a:lnTo>
                    <a:pt x="5561" y="4789"/>
                  </a:lnTo>
                  <a:lnTo>
                    <a:pt x="5677" y="4519"/>
                  </a:lnTo>
                  <a:lnTo>
                    <a:pt x="5754" y="4249"/>
                  </a:lnTo>
                  <a:lnTo>
                    <a:pt x="5832" y="3940"/>
                  </a:lnTo>
                  <a:lnTo>
                    <a:pt x="5870" y="3669"/>
                  </a:lnTo>
                  <a:lnTo>
                    <a:pt x="5909" y="3360"/>
                  </a:lnTo>
                  <a:lnTo>
                    <a:pt x="5870" y="3052"/>
                  </a:lnTo>
                  <a:lnTo>
                    <a:pt x="5832" y="2743"/>
                  </a:lnTo>
                  <a:lnTo>
                    <a:pt x="5793" y="2472"/>
                  </a:lnTo>
                  <a:lnTo>
                    <a:pt x="5716" y="2163"/>
                  </a:lnTo>
                  <a:lnTo>
                    <a:pt x="5600" y="1893"/>
                  </a:lnTo>
                  <a:lnTo>
                    <a:pt x="5445" y="1584"/>
                  </a:lnTo>
                  <a:lnTo>
                    <a:pt x="5252" y="1352"/>
                  </a:lnTo>
                  <a:lnTo>
                    <a:pt x="5059" y="1082"/>
                  </a:lnTo>
                  <a:lnTo>
                    <a:pt x="4828" y="889"/>
                  </a:lnTo>
                  <a:lnTo>
                    <a:pt x="4596" y="696"/>
                  </a:lnTo>
                  <a:lnTo>
                    <a:pt x="4364" y="503"/>
                  </a:lnTo>
                  <a:lnTo>
                    <a:pt x="4094" y="348"/>
                  </a:lnTo>
                  <a:lnTo>
                    <a:pt x="3785" y="233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40"/>
                  </a:lnTo>
                  <a:lnTo>
                    <a:pt x="258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1882150" y="1914800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0"/>
                  </a:moveTo>
                  <a:lnTo>
                    <a:pt x="425" y="39"/>
                  </a:lnTo>
                  <a:lnTo>
                    <a:pt x="232" y="116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1"/>
                  </a:lnTo>
                  <a:lnTo>
                    <a:pt x="77" y="966"/>
                  </a:lnTo>
                  <a:lnTo>
                    <a:pt x="232" y="1081"/>
                  </a:lnTo>
                  <a:lnTo>
                    <a:pt x="386" y="1197"/>
                  </a:lnTo>
                  <a:lnTo>
                    <a:pt x="463" y="1197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3" y="1004"/>
                  </a:lnTo>
                  <a:lnTo>
                    <a:pt x="386" y="927"/>
                  </a:lnTo>
                  <a:lnTo>
                    <a:pt x="348" y="811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6" y="502"/>
                  </a:lnTo>
                  <a:lnTo>
                    <a:pt x="463" y="464"/>
                  </a:lnTo>
                  <a:lnTo>
                    <a:pt x="541" y="386"/>
                  </a:lnTo>
                  <a:lnTo>
                    <a:pt x="772" y="386"/>
                  </a:lnTo>
                  <a:lnTo>
                    <a:pt x="850" y="464"/>
                  </a:lnTo>
                  <a:lnTo>
                    <a:pt x="927" y="541"/>
                  </a:lnTo>
                  <a:lnTo>
                    <a:pt x="965" y="657"/>
                  </a:lnTo>
                  <a:lnTo>
                    <a:pt x="1004" y="850"/>
                  </a:lnTo>
                  <a:lnTo>
                    <a:pt x="1043" y="966"/>
                  </a:lnTo>
                  <a:lnTo>
                    <a:pt x="1081" y="1043"/>
                  </a:lnTo>
                  <a:lnTo>
                    <a:pt x="1159" y="1081"/>
                  </a:lnTo>
                  <a:lnTo>
                    <a:pt x="1197" y="1081"/>
                  </a:lnTo>
                  <a:lnTo>
                    <a:pt x="1274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4" y="386"/>
                  </a:lnTo>
                  <a:lnTo>
                    <a:pt x="1159" y="232"/>
                  </a:lnTo>
                  <a:lnTo>
                    <a:pt x="1004" y="77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6734100" y="1914800"/>
              <a:ext cx="30925" cy="168950"/>
            </a:xfrm>
            <a:custGeom>
              <a:avLst/>
              <a:gdLst/>
              <a:ahLst/>
              <a:cxnLst/>
              <a:rect l="l" t="t" r="r" b="b"/>
              <a:pathLst>
                <a:path w="1237" h="6758" extrusionOk="0">
                  <a:moveTo>
                    <a:pt x="1120" y="0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7"/>
                  </a:lnTo>
                  <a:lnTo>
                    <a:pt x="850" y="116"/>
                  </a:lnTo>
                  <a:lnTo>
                    <a:pt x="541" y="1738"/>
                  </a:lnTo>
                  <a:lnTo>
                    <a:pt x="309" y="3398"/>
                  </a:lnTo>
                  <a:lnTo>
                    <a:pt x="116" y="5059"/>
                  </a:lnTo>
                  <a:lnTo>
                    <a:pt x="0" y="6719"/>
                  </a:lnTo>
                  <a:lnTo>
                    <a:pt x="232" y="6758"/>
                  </a:lnTo>
                  <a:lnTo>
                    <a:pt x="502" y="5136"/>
                  </a:lnTo>
                  <a:lnTo>
                    <a:pt x="773" y="3514"/>
                  </a:lnTo>
                  <a:lnTo>
                    <a:pt x="966" y="1854"/>
                  </a:lnTo>
                  <a:lnTo>
                    <a:pt x="1082" y="232"/>
                  </a:lnTo>
                  <a:lnTo>
                    <a:pt x="1236" y="77"/>
                  </a:lnTo>
                  <a:lnTo>
                    <a:pt x="1236" y="39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668675" y="1916725"/>
              <a:ext cx="350450" cy="288675"/>
            </a:xfrm>
            <a:custGeom>
              <a:avLst/>
              <a:gdLst/>
              <a:ahLst/>
              <a:cxnLst/>
              <a:rect l="l" t="t" r="r" b="b"/>
              <a:pathLst>
                <a:path w="14018" h="11547" extrusionOk="0">
                  <a:moveTo>
                    <a:pt x="11778" y="0"/>
                  </a:moveTo>
                  <a:lnTo>
                    <a:pt x="11469" y="78"/>
                  </a:lnTo>
                  <a:lnTo>
                    <a:pt x="11855" y="1931"/>
                  </a:lnTo>
                  <a:lnTo>
                    <a:pt x="12280" y="3746"/>
                  </a:lnTo>
                  <a:lnTo>
                    <a:pt x="11507" y="2781"/>
                  </a:lnTo>
                  <a:lnTo>
                    <a:pt x="10658" y="1893"/>
                  </a:lnTo>
                  <a:lnTo>
                    <a:pt x="10426" y="2086"/>
                  </a:lnTo>
                  <a:lnTo>
                    <a:pt x="11469" y="3437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8"/>
                  </a:lnTo>
                  <a:lnTo>
                    <a:pt x="13168" y="5522"/>
                  </a:lnTo>
                  <a:lnTo>
                    <a:pt x="13438" y="5715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0"/>
                  </a:lnTo>
                  <a:lnTo>
                    <a:pt x="13631" y="6681"/>
                  </a:lnTo>
                  <a:lnTo>
                    <a:pt x="13515" y="6912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3" y="7955"/>
                  </a:lnTo>
                  <a:lnTo>
                    <a:pt x="12203" y="8418"/>
                  </a:lnTo>
                  <a:lnTo>
                    <a:pt x="11739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2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0" y="11160"/>
                  </a:lnTo>
                  <a:lnTo>
                    <a:pt x="3630" y="11160"/>
                  </a:lnTo>
                  <a:lnTo>
                    <a:pt x="3012" y="11121"/>
                  </a:lnTo>
                  <a:lnTo>
                    <a:pt x="2356" y="11044"/>
                  </a:lnTo>
                  <a:lnTo>
                    <a:pt x="1661" y="10928"/>
                  </a:lnTo>
                  <a:lnTo>
                    <a:pt x="1352" y="10813"/>
                  </a:lnTo>
                  <a:lnTo>
                    <a:pt x="1081" y="10697"/>
                  </a:lnTo>
                  <a:lnTo>
                    <a:pt x="811" y="10542"/>
                  </a:lnTo>
                  <a:lnTo>
                    <a:pt x="618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1"/>
                  </a:lnTo>
                  <a:lnTo>
                    <a:pt x="386" y="9461"/>
                  </a:lnTo>
                  <a:lnTo>
                    <a:pt x="155" y="9422"/>
                  </a:lnTo>
                  <a:lnTo>
                    <a:pt x="39" y="9654"/>
                  </a:lnTo>
                  <a:lnTo>
                    <a:pt x="0" y="9886"/>
                  </a:lnTo>
                  <a:lnTo>
                    <a:pt x="39" y="10117"/>
                  </a:lnTo>
                  <a:lnTo>
                    <a:pt x="77" y="10311"/>
                  </a:lnTo>
                  <a:lnTo>
                    <a:pt x="193" y="10465"/>
                  </a:lnTo>
                  <a:lnTo>
                    <a:pt x="348" y="10619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7"/>
                  </a:lnTo>
                  <a:lnTo>
                    <a:pt x="2201" y="11353"/>
                  </a:lnTo>
                  <a:lnTo>
                    <a:pt x="2626" y="11430"/>
                  </a:lnTo>
                  <a:lnTo>
                    <a:pt x="3321" y="11508"/>
                  </a:lnTo>
                  <a:lnTo>
                    <a:pt x="3978" y="11546"/>
                  </a:lnTo>
                  <a:lnTo>
                    <a:pt x="4673" y="11546"/>
                  </a:lnTo>
                  <a:lnTo>
                    <a:pt x="5368" y="11508"/>
                  </a:lnTo>
                  <a:lnTo>
                    <a:pt x="6063" y="11430"/>
                  </a:lnTo>
                  <a:lnTo>
                    <a:pt x="6758" y="11315"/>
                  </a:lnTo>
                  <a:lnTo>
                    <a:pt x="7414" y="11160"/>
                  </a:lnTo>
                  <a:lnTo>
                    <a:pt x="8071" y="11006"/>
                  </a:lnTo>
                  <a:lnTo>
                    <a:pt x="8727" y="10774"/>
                  </a:lnTo>
                  <a:lnTo>
                    <a:pt x="9345" y="10542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1" y="9654"/>
                  </a:lnTo>
                  <a:lnTo>
                    <a:pt x="11701" y="9268"/>
                  </a:lnTo>
                  <a:lnTo>
                    <a:pt x="12241" y="8882"/>
                  </a:lnTo>
                  <a:lnTo>
                    <a:pt x="12743" y="8457"/>
                  </a:lnTo>
                  <a:lnTo>
                    <a:pt x="13168" y="8071"/>
                  </a:lnTo>
                  <a:lnTo>
                    <a:pt x="13554" y="7646"/>
                  </a:lnTo>
                  <a:lnTo>
                    <a:pt x="13747" y="7376"/>
                  </a:lnTo>
                  <a:lnTo>
                    <a:pt x="13863" y="7144"/>
                  </a:lnTo>
                  <a:lnTo>
                    <a:pt x="13979" y="6874"/>
                  </a:lnTo>
                  <a:lnTo>
                    <a:pt x="14017" y="6565"/>
                  </a:lnTo>
                  <a:lnTo>
                    <a:pt x="14017" y="6333"/>
                  </a:lnTo>
                  <a:lnTo>
                    <a:pt x="14017" y="6140"/>
                  </a:lnTo>
                  <a:lnTo>
                    <a:pt x="13940" y="5908"/>
                  </a:lnTo>
                  <a:lnTo>
                    <a:pt x="13863" y="5715"/>
                  </a:lnTo>
                  <a:lnTo>
                    <a:pt x="13747" y="5522"/>
                  </a:lnTo>
                  <a:lnTo>
                    <a:pt x="13593" y="5368"/>
                  </a:lnTo>
                  <a:lnTo>
                    <a:pt x="13438" y="5252"/>
                  </a:lnTo>
                  <a:lnTo>
                    <a:pt x="13245" y="5136"/>
                  </a:lnTo>
                  <a:lnTo>
                    <a:pt x="13091" y="5136"/>
                  </a:lnTo>
                  <a:lnTo>
                    <a:pt x="12820" y="3823"/>
                  </a:lnTo>
                  <a:lnTo>
                    <a:pt x="12511" y="2549"/>
                  </a:lnTo>
                  <a:lnTo>
                    <a:pt x="12164" y="1275"/>
                  </a:lnTo>
                  <a:lnTo>
                    <a:pt x="117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6761125" y="1916725"/>
              <a:ext cx="121675" cy="144825"/>
            </a:xfrm>
            <a:custGeom>
              <a:avLst/>
              <a:gdLst/>
              <a:ahLst/>
              <a:cxnLst/>
              <a:rect l="l" t="t" r="r" b="b"/>
              <a:pathLst>
                <a:path w="4867" h="5793" extrusionOk="0">
                  <a:moveTo>
                    <a:pt x="155" y="0"/>
                  </a:moveTo>
                  <a:lnTo>
                    <a:pt x="1" y="155"/>
                  </a:lnTo>
                  <a:lnTo>
                    <a:pt x="1198" y="1545"/>
                  </a:lnTo>
                  <a:lnTo>
                    <a:pt x="2356" y="2935"/>
                  </a:lnTo>
                  <a:lnTo>
                    <a:pt x="2897" y="3630"/>
                  </a:lnTo>
                  <a:lnTo>
                    <a:pt x="3476" y="4402"/>
                  </a:lnTo>
                  <a:lnTo>
                    <a:pt x="4055" y="5098"/>
                  </a:lnTo>
                  <a:lnTo>
                    <a:pt x="4326" y="5445"/>
                  </a:lnTo>
                  <a:lnTo>
                    <a:pt x="4634" y="5793"/>
                  </a:lnTo>
                  <a:lnTo>
                    <a:pt x="4828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4" y="5252"/>
                  </a:lnTo>
                  <a:lnTo>
                    <a:pt x="4403" y="4866"/>
                  </a:lnTo>
                  <a:lnTo>
                    <a:pt x="3862" y="4171"/>
                  </a:lnTo>
                  <a:lnTo>
                    <a:pt x="2704" y="2781"/>
                  </a:lnTo>
                  <a:lnTo>
                    <a:pt x="1468" y="1352"/>
                  </a:lnTo>
                  <a:lnTo>
                    <a:pt x="812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5030225" y="1918650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5" y="1"/>
                  </a:moveTo>
                  <a:lnTo>
                    <a:pt x="348" y="889"/>
                  </a:lnTo>
                  <a:lnTo>
                    <a:pt x="232" y="1816"/>
                  </a:lnTo>
                  <a:lnTo>
                    <a:pt x="155" y="3630"/>
                  </a:lnTo>
                  <a:lnTo>
                    <a:pt x="0" y="7260"/>
                  </a:lnTo>
                  <a:lnTo>
                    <a:pt x="193" y="7260"/>
                  </a:lnTo>
                  <a:lnTo>
                    <a:pt x="425" y="5484"/>
                  </a:lnTo>
                  <a:lnTo>
                    <a:pt x="579" y="3669"/>
                  </a:lnTo>
                  <a:lnTo>
                    <a:pt x="695" y="1854"/>
                  </a:lnTo>
                  <a:lnTo>
                    <a:pt x="695" y="927"/>
                  </a:lnTo>
                  <a:lnTo>
                    <a:pt x="695" y="39"/>
                  </a:lnTo>
                  <a:lnTo>
                    <a:pt x="42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6615350" y="1924450"/>
              <a:ext cx="61825" cy="160275"/>
            </a:xfrm>
            <a:custGeom>
              <a:avLst/>
              <a:gdLst/>
              <a:ahLst/>
              <a:cxnLst/>
              <a:rect l="l" t="t" r="r" b="b"/>
              <a:pathLst>
                <a:path w="2473" h="6411" extrusionOk="0">
                  <a:moveTo>
                    <a:pt x="310" y="0"/>
                  </a:moveTo>
                  <a:lnTo>
                    <a:pt x="1" y="78"/>
                  </a:lnTo>
                  <a:lnTo>
                    <a:pt x="194" y="927"/>
                  </a:lnTo>
                  <a:lnTo>
                    <a:pt x="426" y="1777"/>
                  </a:lnTo>
                  <a:lnTo>
                    <a:pt x="657" y="2626"/>
                  </a:lnTo>
                  <a:lnTo>
                    <a:pt x="928" y="3476"/>
                  </a:lnTo>
                  <a:lnTo>
                    <a:pt x="1507" y="5097"/>
                  </a:lnTo>
                  <a:lnTo>
                    <a:pt x="1738" y="5754"/>
                  </a:lnTo>
                  <a:lnTo>
                    <a:pt x="1661" y="5715"/>
                  </a:lnTo>
                  <a:lnTo>
                    <a:pt x="1584" y="5793"/>
                  </a:lnTo>
                  <a:lnTo>
                    <a:pt x="1545" y="5870"/>
                  </a:lnTo>
                  <a:lnTo>
                    <a:pt x="1777" y="5908"/>
                  </a:lnTo>
                  <a:lnTo>
                    <a:pt x="1932" y="6140"/>
                  </a:lnTo>
                  <a:lnTo>
                    <a:pt x="2086" y="6333"/>
                  </a:lnTo>
                  <a:lnTo>
                    <a:pt x="2125" y="6410"/>
                  </a:lnTo>
                  <a:lnTo>
                    <a:pt x="2318" y="6410"/>
                  </a:lnTo>
                  <a:lnTo>
                    <a:pt x="2356" y="6333"/>
                  </a:lnTo>
                  <a:lnTo>
                    <a:pt x="2434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5" y="5599"/>
                  </a:lnTo>
                  <a:lnTo>
                    <a:pt x="1970" y="5213"/>
                  </a:lnTo>
                  <a:lnTo>
                    <a:pt x="1738" y="4441"/>
                  </a:lnTo>
                  <a:lnTo>
                    <a:pt x="1198" y="2935"/>
                  </a:lnTo>
                  <a:lnTo>
                    <a:pt x="734" y="1468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3366875" y="1926375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1" y="2317"/>
                  </a:lnTo>
                  <a:lnTo>
                    <a:pt x="6449" y="3901"/>
                  </a:lnTo>
                  <a:lnTo>
                    <a:pt x="6527" y="6990"/>
                  </a:lnTo>
                  <a:lnTo>
                    <a:pt x="3515" y="6758"/>
                  </a:lnTo>
                  <a:lnTo>
                    <a:pt x="2009" y="6642"/>
                  </a:lnTo>
                  <a:lnTo>
                    <a:pt x="503" y="6604"/>
                  </a:lnTo>
                  <a:lnTo>
                    <a:pt x="1352" y="5986"/>
                  </a:lnTo>
                  <a:lnTo>
                    <a:pt x="2202" y="5291"/>
                  </a:lnTo>
                  <a:lnTo>
                    <a:pt x="2974" y="4557"/>
                  </a:lnTo>
                  <a:lnTo>
                    <a:pt x="3708" y="3823"/>
                  </a:lnTo>
                  <a:lnTo>
                    <a:pt x="4441" y="3090"/>
                  </a:lnTo>
                  <a:lnTo>
                    <a:pt x="5137" y="2356"/>
                  </a:lnTo>
                  <a:lnTo>
                    <a:pt x="5793" y="1584"/>
                  </a:lnTo>
                  <a:lnTo>
                    <a:pt x="6449" y="773"/>
                  </a:lnTo>
                  <a:close/>
                  <a:moveTo>
                    <a:pt x="6720" y="1"/>
                  </a:moveTo>
                  <a:lnTo>
                    <a:pt x="6643" y="39"/>
                  </a:lnTo>
                  <a:lnTo>
                    <a:pt x="6565" y="39"/>
                  </a:lnTo>
                  <a:lnTo>
                    <a:pt x="6488" y="116"/>
                  </a:lnTo>
                  <a:lnTo>
                    <a:pt x="4982" y="1854"/>
                  </a:lnTo>
                  <a:lnTo>
                    <a:pt x="4210" y="2704"/>
                  </a:lnTo>
                  <a:lnTo>
                    <a:pt x="3438" y="3515"/>
                  </a:lnTo>
                  <a:lnTo>
                    <a:pt x="2588" y="4287"/>
                  </a:lnTo>
                  <a:lnTo>
                    <a:pt x="1738" y="5059"/>
                  </a:lnTo>
                  <a:lnTo>
                    <a:pt x="889" y="5793"/>
                  </a:lnTo>
                  <a:lnTo>
                    <a:pt x="39" y="6604"/>
                  </a:lnTo>
                  <a:lnTo>
                    <a:pt x="1" y="6642"/>
                  </a:lnTo>
                  <a:lnTo>
                    <a:pt x="1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1" y="6913"/>
                  </a:lnTo>
                  <a:lnTo>
                    <a:pt x="39" y="6990"/>
                  </a:lnTo>
                  <a:lnTo>
                    <a:pt x="117" y="7144"/>
                  </a:lnTo>
                  <a:lnTo>
                    <a:pt x="387" y="6990"/>
                  </a:lnTo>
                  <a:lnTo>
                    <a:pt x="1893" y="7144"/>
                  </a:lnTo>
                  <a:lnTo>
                    <a:pt x="3438" y="7299"/>
                  </a:lnTo>
                  <a:lnTo>
                    <a:pt x="6527" y="7453"/>
                  </a:lnTo>
                  <a:lnTo>
                    <a:pt x="6565" y="9307"/>
                  </a:lnTo>
                  <a:lnTo>
                    <a:pt x="6527" y="12628"/>
                  </a:lnTo>
                  <a:lnTo>
                    <a:pt x="6951" y="12628"/>
                  </a:lnTo>
                  <a:lnTo>
                    <a:pt x="6990" y="9461"/>
                  </a:lnTo>
                  <a:lnTo>
                    <a:pt x="6990" y="7492"/>
                  </a:lnTo>
                  <a:lnTo>
                    <a:pt x="8651" y="7569"/>
                  </a:lnTo>
                  <a:lnTo>
                    <a:pt x="10311" y="7646"/>
                  </a:lnTo>
                  <a:lnTo>
                    <a:pt x="10311" y="7183"/>
                  </a:lnTo>
                  <a:lnTo>
                    <a:pt x="8651" y="7106"/>
                  </a:lnTo>
                  <a:lnTo>
                    <a:pt x="6990" y="7028"/>
                  </a:lnTo>
                  <a:lnTo>
                    <a:pt x="7029" y="5368"/>
                  </a:lnTo>
                  <a:lnTo>
                    <a:pt x="6990" y="3708"/>
                  </a:lnTo>
                  <a:lnTo>
                    <a:pt x="6951" y="2047"/>
                  </a:lnTo>
                  <a:lnTo>
                    <a:pt x="6797" y="387"/>
                  </a:lnTo>
                  <a:lnTo>
                    <a:pt x="6990" y="194"/>
                  </a:lnTo>
                  <a:lnTo>
                    <a:pt x="6836" y="39"/>
                  </a:lnTo>
                  <a:lnTo>
                    <a:pt x="67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6625000" y="1926375"/>
              <a:ext cx="355300" cy="170900"/>
            </a:xfrm>
            <a:custGeom>
              <a:avLst/>
              <a:gdLst/>
              <a:ahLst/>
              <a:cxnLst/>
              <a:rect l="l" t="t" r="r" b="b"/>
              <a:pathLst>
                <a:path w="14212" h="6836" extrusionOk="0">
                  <a:moveTo>
                    <a:pt x="117" y="1"/>
                  </a:moveTo>
                  <a:lnTo>
                    <a:pt x="1" y="39"/>
                  </a:lnTo>
                  <a:lnTo>
                    <a:pt x="1970" y="3206"/>
                  </a:lnTo>
                  <a:lnTo>
                    <a:pt x="4056" y="6333"/>
                  </a:lnTo>
                  <a:lnTo>
                    <a:pt x="3554" y="6295"/>
                  </a:lnTo>
                  <a:lnTo>
                    <a:pt x="3052" y="6179"/>
                  </a:lnTo>
                  <a:lnTo>
                    <a:pt x="2588" y="6024"/>
                  </a:lnTo>
                  <a:lnTo>
                    <a:pt x="2125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6"/>
                  </a:lnTo>
                  <a:lnTo>
                    <a:pt x="3283" y="6642"/>
                  </a:lnTo>
                  <a:lnTo>
                    <a:pt x="3708" y="6720"/>
                  </a:lnTo>
                  <a:lnTo>
                    <a:pt x="4133" y="6797"/>
                  </a:lnTo>
                  <a:lnTo>
                    <a:pt x="4596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9" y="6642"/>
                  </a:lnTo>
                  <a:lnTo>
                    <a:pt x="8149" y="6488"/>
                  </a:lnTo>
                  <a:lnTo>
                    <a:pt x="8960" y="6295"/>
                  </a:lnTo>
                  <a:lnTo>
                    <a:pt x="9771" y="6024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8" y="4673"/>
                  </a:lnTo>
                  <a:lnTo>
                    <a:pt x="12667" y="4403"/>
                  </a:lnTo>
                  <a:lnTo>
                    <a:pt x="12976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8"/>
                  </a:lnTo>
                  <a:lnTo>
                    <a:pt x="13980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3" y="2163"/>
                  </a:lnTo>
                  <a:lnTo>
                    <a:pt x="14173" y="2124"/>
                  </a:lnTo>
                  <a:lnTo>
                    <a:pt x="13864" y="2124"/>
                  </a:lnTo>
                  <a:lnTo>
                    <a:pt x="13825" y="2163"/>
                  </a:lnTo>
                  <a:lnTo>
                    <a:pt x="13555" y="2704"/>
                  </a:lnTo>
                  <a:lnTo>
                    <a:pt x="13207" y="3167"/>
                  </a:lnTo>
                  <a:lnTo>
                    <a:pt x="12860" y="3630"/>
                  </a:lnTo>
                  <a:lnTo>
                    <a:pt x="12474" y="4016"/>
                  </a:lnTo>
                  <a:lnTo>
                    <a:pt x="12010" y="4364"/>
                  </a:lnTo>
                  <a:lnTo>
                    <a:pt x="11547" y="4712"/>
                  </a:lnTo>
                  <a:lnTo>
                    <a:pt x="11083" y="4982"/>
                  </a:lnTo>
                  <a:lnTo>
                    <a:pt x="10543" y="5252"/>
                  </a:lnTo>
                  <a:lnTo>
                    <a:pt x="10350" y="5252"/>
                  </a:lnTo>
                  <a:lnTo>
                    <a:pt x="10350" y="5368"/>
                  </a:lnTo>
                  <a:lnTo>
                    <a:pt x="10273" y="5368"/>
                  </a:lnTo>
                  <a:lnTo>
                    <a:pt x="10079" y="5407"/>
                  </a:lnTo>
                  <a:lnTo>
                    <a:pt x="10157" y="5445"/>
                  </a:lnTo>
                  <a:lnTo>
                    <a:pt x="9500" y="5677"/>
                  </a:lnTo>
                  <a:lnTo>
                    <a:pt x="8844" y="5870"/>
                  </a:lnTo>
                  <a:lnTo>
                    <a:pt x="7840" y="6102"/>
                  </a:lnTo>
                  <a:lnTo>
                    <a:pt x="6759" y="6295"/>
                  </a:lnTo>
                  <a:lnTo>
                    <a:pt x="6218" y="6333"/>
                  </a:lnTo>
                  <a:lnTo>
                    <a:pt x="5677" y="6411"/>
                  </a:lnTo>
                  <a:lnTo>
                    <a:pt x="4558" y="6411"/>
                  </a:lnTo>
                  <a:lnTo>
                    <a:pt x="4596" y="6295"/>
                  </a:lnTo>
                  <a:lnTo>
                    <a:pt x="4364" y="6256"/>
                  </a:lnTo>
                  <a:lnTo>
                    <a:pt x="3399" y="4634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2"/>
            <p:cNvSpPr/>
            <p:nvPr/>
          </p:nvSpPr>
          <p:spPr>
            <a:xfrm>
              <a:off x="3536800" y="1931200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3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6" y="7492"/>
                  </a:lnTo>
                  <a:lnTo>
                    <a:pt x="6371" y="7453"/>
                  </a:lnTo>
                  <a:lnTo>
                    <a:pt x="6371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59" y="12087"/>
                  </a:lnTo>
                  <a:lnTo>
                    <a:pt x="1583" y="14983"/>
                  </a:lnTo>
                  <a:lnTo>
                    <a:pt x="772" y="16451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50"/>
                  </a:lnTo>
                  <a:lnTo>
                    <a:pt x="1158" y="16759"/>
                  </a:lnTo>
                  <a:lnTo>
                    <a:pt x="1969" y="15369"/>
                  </a:lnTo>
                  <a:lnTo>
                    <a:pt x="2780" y="13979"/>
                  </a:lnTo>
                  <a:lnTo>
                    <a:pt x="3591" y="12589"/>
                  </a:lnTo>
                  <a:lnTo>
                    <a:pt x="4441" y="11199"/>
                  </a:lnTo>
                  <a:lnTo>
                    <a:pt x="5290" y="9809"/>
                  </a:lnTo>
                  <a:lnTo>
                    <a:pt x="5715" y="9191"/>
                  </a:lnTo>
                  <a:lnTo>
                    <a:pt x="6178" y="8612"/>
                  </a:lnTo>
                  <a:lnTo>
                    <a:pt x="6603" y="8033"/>
                  </a:lnTo>
                  <a:lnTo>
                    <a:pt x="6989" y="7453"/>
                  </a:lnTo>
                  <a:lnTo>
                    <a:pt x="6989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89" y="7067"/>
                  </a:lnTo>
                  <a:lnTo>
                    <a:pt x="6873" y="7029"/>
                  </a:lnTo>
                  <a:lnTo>
                    <a:pt x="6835" y="7029"/>
                  </a:lnTo>
                  <a:lnTo>
                    <a:pt x="6101" y="6102"/>
                  </a:lnTo>
                  <a:lnTo>
                    <a:pt x="5290" y="5175"/>
                  </a:lnTo>
                  <a:lnTo>
                    <a:pt x="3668" y="3437"/>
                  </a:lnTo>
                  <a:lnTo>
                    <a:pt x="1969" y="1700"/>
                  </a:lnTo>
                  <a:lnTo>
                    <a:pt x="1081" y="812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2"/>
            <p:cNvSpPr/>
            <p:nvPr/>
          </p:nvSpPr>
          <p:spPr>
            <a:xfrm>
              <a:off x="902300" y="1957275"/>
              <a:ext cx="17400" cy="181500"/>
            </a:xfrm>
            <a:custGeom>
              <a:avLst/>
              <a:gdLst/>
              <a:ahLst/>
              <a:cxnLst/>
              <a:rect l="l" t="t" r="r" b="b"/>
              <a:pathLst>
                <a:path w="696" h="7260" extrusionOk="0">
                  <a:moveTo>
                    <a:pt x="425" y="0"/>
                  </a:moveTo>
                  <a:lnTo>
                    <a:pt x="348" y="888"/>
                  </a:lnTo>
                  <a:lnTo>
                    <a:pt x="232" y="1815"/>
                  </a:lnTo>
                  <a:lnTo>
                    <a:pt x="154" y="3630"/>
                  </a:lnTo>
                  <a:lnTo>
                    <a:pt x="0" y="7260"/>
                  </a:lnTo>
                  <a:lnTo>
                    <a:pt x="193" y="7260"/>
                  </a:lnTo>
                  <a:lnTo>
                    <a:pt x="425" y="5484"/>
                  </a:lnTo>
                  <a:lnTo>
                    <a:pt x="579" y="3669"/>
                  </a:lnTo>
                  <a:lnTo>
                    <a:pt x="695" y="1854"/>
                  </a:lnTo>
                  <a:lnTo>
                    <a:pt x="695" y="927"/>
                  </a:lnTo>
                  <a:lnTo>
                    <a:pt x="695" y="39"/>
                  </a:lnTo>
                  <a:lnTo>
                    <a:pt x="42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2"/>
            <p:cNvSpPr/>
            <p:nvPr/>
          </p:nvSpPr>
          <p:spPr>
            <a:xfrm>
              <a:off x="4880575" y="1957275"/>
              <a:ext cx="30925" cy="168950"/>
            </a:xfrm>
            <a:custGeom>
              <a:avLst/>
              <a:gdLst/>
              <a:ahLst/>
              <a:cxnLst/>
              <a:rect l="l" t="t" r="r" b="b"/>
              <a:pathLst>
                <a:path w="1237" h="6758" extrusionOk="0">
                  <a:moveTo>
                    <a:pt x="1121" y="0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7"/>
                  </a:lnTo>
                  <a:lnTo>
                    <a:pt x="850" y="116"/>
                  </a:lnTo>
                  <a:lnTo>
                    <a:pt x="542" y="1738"/>
                  </a:lnTo>
                  <a:lnTo>
                    <a:pt x="310" y="3398"/>
                  </a:lnTo>
                  <a:lnTo>
                    <a:pt x="117" y="5059"/>
                  </a:lnTo>
                  <a:lnTo>
                    <a:pt x="1" y="6719"/>
                  </a:lnTo>
                  <a:lnTo>
                    <a:pt x="233" y="6758"/>
                  </a:lnTo>
                  <a:lnTo>
                    <a:pt x="503" y="5136"/>
                  </a:lnTo>
                  <a:lnTo>
                    <a:pt x="773" y="3514"/>
                  </a:lnTo>
                  <a:lnTo>
                    <a:pt x="966" y="1854"/>
                  </a:lnTo>
                  <a:lnTo>
                    <a:pt x="1082" y="232"/>
                  </a:lnTo>
                  <a:lnTo>
                    <a:pt x="1237" y="77"/>
                  </a:lnTo>
                  <a:lnTo>
                    <a:pt x="1237" y="39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/>
            <p:nvPr/>
          </p:nvSpPr>
          <p:spPr>
            <a:xfrm>
              <a:off x="4907625" y="1959200"/>
              <a:ext cx="121650" cy="144825"/>
            </a:xfrm>
            <a:custGeom>
              <a:avLst/>
              <a:gdLst/>
              <a:ahLst/>
              <a:cxnLst/>
              <a:rect l="l" t="t" r="r" b="b"/>
              <a:pathLst>
                <a:path w="4866" h="5793" extrusionOk="0">
                  <a:moveTo>
                    <a:pt x="155" y="0"/>
                  </a:moveTo>
                  <a:lnTo>
                    <a:pt x="0" y="155"/>
                  </a:lnTo>
                  <a:lnTo>
                    <a:pt x="1197" y="1545"/>
                  </a:lnTo>
                  <a:lnTo>
                    <a:pt x="2356" y="2935"/>
                  </a:lnTo>
                  <a:lnTo>
                    <a:pt x="2896" y="3630"/>
                  </a:lnTo>
                  <a:lnTo>
                    <a:pt x="3475" y="4403"/>
                  </a:lnTo>
                  <a:lnTo>
                    <a:pt x="4055" y="5098"/>
                  </a:lnTo>
                  <a:lnTo>
                    <a:pt x="4325" y="5445"/>
                  </a:lnTo>
                  <a:lnTo>
                    <a:pt x="4634" y="5793"/>
                  </a:lnTo>
                  <a:lnTo>
                    <a:pt x="4827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4" y="5252"/>
                  </a:lnTo>
                  <a:lnTo>
                    <a:pt x="4402" y="4866"/>
                  </a:lnTo>
                  <a:lnTo>
                    <a:pt x="3862" y="4171"/>
                  </a:lnTo>
                  <a:lnTo>
                    <a:pt x="2703" y="2781"/>
                  </a:lnTo>
                  <a:lnTo>
                    <a:pt x="1467" y="1352"/>
                  </a:lnTo>
                  <a:lnTo>
                    <a:pt x="811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4761850" y="1966925"/>
              <a:ext cx="61800" cy="160275"/>
            </a:xfrm>
            <a:custGeom>
              <a:avLst/>
              <a:gdLst/>
              <a:ahLst/>
              <a:cxnLst/>
              <a:rect l="l" t="t" r="r" b="b"/>
              <a:pathLst>
                <a:path w="2472" h="6411" extrusionOk="0">
                  <a:moveTo>
                    <a:pt x="309" y="0"/>
                  </a:moveTo>
                  <a:lnTo>
                    <a:pt x="0" y="78"/>
                  </a:lnTo>
                  <a:lnTo>
                    <a:pt x="193" y="927"/>
                  </a:lnTo>
                  <a:lnTo>
                    <a:pt x="425" y="1777"/>
                  </a:lnTo>
                  <a:lnTo>
                    <a:pt x="657" y="2626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4"/>
                  </a:lnTo>
                  <a:lnTo>
                    <a:pt x="1661" y="5715"/>
                  </a:lnTo>
                  <a:lnTo>
                    <a:pt x="1583" y="5793"/>
                  </a:lnTo>
                  <a:lnTo>
                    <a:pt x="1545" y="5870"/>
                  </a:lnTo>
                  <a:lnTo>
                    <a:pt x="1777" y="5908"/>
                  </a:lnTo>
                  <a:lnTo>
                    <a:pt x="1931" y="6140"/>
                  </a:lnTo>
                  <a:lnTo>
                    <a:pt x="2085" y="6333"/>
                  </a:lnTo>
                  <a:lnTo>
                    <a:pt x="2124" y="6410"/>
                  </a:lnTo>
                  <a:lnTo>
                    <a:pt x="2317" y="6410"/>
                  </a:lnTo>
                  <a:lnTo>
                    <a:pt x="2356" y="6333"/>
                  </a:lnTo>
                  <a:lnTo>
                    <a:pt x="2433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4" y="5600"/>
                  </a:lnTo>
                  <a:lnTo>
                    <a:pt x="1970" y="5213"/>
                  </a:lnTo>
                  <a:lnTo>
                    <a:pt x="1738" y="4441"/>
                  </a:lnTo>
                  <a:lnTo>
                    <a:pt x="1197" y="2935"/>
                  </a:lnTo>
                  <a:lnTo>
                    <a:pt x="734" y="1468"/>
                  </a:lnTo>
                  <a:lnTo>
                    <a:pt x="30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4771500" y="1968850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1"/>
                  </a:moveTo>
                  <a:lnTo>
                    <a:pt x="0" y="39"/>
                  </a:lnTo>
                  <a:lnTo>
                    <a:pt x="1970" y="3206"/>
                  </a:lnTo>
                  <a:lnTo>
                    <a:pt x="4055" y="6333"/>
                  </a:lnTo>
                  <a:lnTo>
                    <a:pt x="3553" y="6295"/>
                  </a:lnTo>
                  <a:lnTo>
                    <a:pt x="3051" y="6179"/>
                  </a:lnTo>
                  <a:lnTo>
                    <a:pt x="2588" y="6025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7"/>
                  </a:lnTo>
                  <a:lnTo>
                    <a:pt x="3283" y="6642"/>
                  </a:lnTo>
                  <a:lnTo>
                    <a:pt x="3707" y="6720"/>
                  </a:lnTo>
                  <a:lnTo>
                    <a:pt x="4132" y="6797"/>
                  </a:lnTo>
                  <a:lnTo>
                    <a:pt x="4596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9" y="6642"/>
                  </a:lnTo>
                  <a:lnTo>
                    <a:pt x="8148" y="6488"/>
                  </a:lnTo>
                  <a:lnTo>
                    <a:pt x="8959" y="6295"/>
                  </a:lnTo>
                  <a:lnTo>
                    <a:pt x="9770" y="6025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7" y="4673"/>
                  </a:lnTo>
                  <a:lnTo>
                    <a:pt x="12666" y="4403"/>
                  </a:lnTo>
                  <a:lnTo>
                    <a:pt x="12975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8"/>
                  </a:lnTo>
                  <a:lnTo>
                    <a:pt x="13979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2" y="2163"/>
                  </a:lnTo>
                  <a:lnTo>
                    <a:pt x="14172" y="2124"/>
                  </a:lnTo>
                  <a:lnTo>
                    <a:pt x="13863" y="2124"/>
                  </a:lnTo>
                  <a:lnTo>
                    <a:pt x="13825" y="2163"/>
                  </a:lnTo>
                  <a:lnTo>
                    <a:pt x="13554" y="2704"/>
                  </a:lnTo>
                  <a:lnTo>
                    <a:pt x="13207" y="3167"/>
                  </a:lnTo>
                  <a:lnTo>
                    <a:pt x="12859" y="3630"/>
                  </a:lnTo>
                  <a:lnTo>
                    <a:pt x="12473" y="4017"/>
                  </a:lnTo>
                  <a:lnTo>
                    <a:pt x="12010" y="4364"/>
                  </a:lnTo>
                  <a:lnTo>
                    <a:pt x="11546" y="4712"/>
                  </a:lnTo>
                  <a:lnTo>
                    <a:pt x="11083" y="4982"/>
                  </a:lnTo>
                  <a:lnTo>
                    <a:pt x="10542" y="5252"/>
                  </a:lnTo>
                  <a:lnTo>
                    <a:pt x="10349" y="5252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7"/>
                  </a:lnTo>
                  <a:lnTo>
                    <a:pt x="10156" y="5445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2"/>
                  </a:lnTo>
                  <a:lnTo>
                    <a:pt x="6758" y="6295"/>
                  </a:lnTo>
                  <a:lnTo>
                    <a:pt x="6217" y="6333"/>
                  </a:lnTo>
                  <a:lnTo>
                    <a:pt x="5677" y="6411"/>
                  </a:lnTo>
                  <a:lnTo>
                    <a:pt x="4557" y="6411"/>
                  </a:lnTo>
                  <a:lnTo>
                    <a:pt x="4596" y="6295"/>
                  </a:lnTo>
                  <a:lnTo>
                    <a:pt x="4364" y="6256"/>
                  </a:lnTo>
                  <a:lnTo>
                    <a:pt x="3399" y="4634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5286050" y="1976575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0" y="2317"/>
                  </a:lnTo>
                  <a:lnTo>
                    <a:pt x="6449" y="3901"/>
                  </a:lnTo>
                  <a:lnTo>
                    <a:pt x="6526" y="6990"/>
                  </a:lnTo>
                  <a:lnTo>
                    <a:pt x="3514" y="6758"/>
                  </a:lnTo>
                  <a:lnTo>
                    <a:pt x="2008" y="6642"/>
                  </a:lnTo>
                  <a:lnTo>
                    <a:pt x="502" y="6604"/>
                  </a:lnTo>
                  <a:lnTo>
                    <a:pt x="1352" y="5986"/>
                  </a:lnTo>
                  <a:lnTo>
                    <a:pt x="2201" y="5291"/>
                  </a:lnTo>
                  <a:lnTo>
                    <a:pt x="2973" y="4557"/>
                  </a:lnTo>
                  <a:lnTo>
                    <a:pt x="3707" y="3823"/>
                  </a:lnTo>
                  <a:lnTo>
                    <a:pt x="4441" y="3090"/>
                  </a:lnTo>
                  <a:lnTo>
                    <a:pt x="5136" y="2356"/>
                  </a:lnTo>
                  <a:lnTo>
                    <a:pt x="5792" y="1584"/>
                  </a:lnTo>
                  <a:lnTo>
                    <a:pt x="6449" y="773"/>
                  </a:lnTo>
                  <a:close/>
                  <a:moveTo>
                    <a:pt x="6719" y="1"/>
                  </a:moveTo>
                  <a:lnTo>
                    <a:pt x="6642" y="39"/>
                  </a:lnTo>
                  <a:lnTo>
                    <a:pt x="6565" y="39"/>
                  </a:lnTo>
                  <a:lnTo>
                    <a:pt x="6487" y="116"/>
                  </a:lnTo>
                  <a:lnTo>
                    <a:pt x="4981" y="1854"/>
                  </a:lnTo>
                  <a:lnTo>
                    <a:pt x="4209" y="2704"/>
                  </a:lnTo>
                  <a:lnTo>
                    <a:pt x="3437" y="3514"/>
                  </a:lnTo>
                  <a:lnTo>
                    <a:pt x="2587" y="4287"/>
                  </a:lnTo>
                  <a:lnTo>
                    <a:pt x="1738" y="5059"/>
                  </a:lnTo>
                  <a:lnTo>
                    <a:pt x="888" y="5793"/>
                  </a:lnTo>
                  <a:lnTo>
                    <a:pt x="39" y="6604"/>
                  </a:lnTo>
                  <a:lnTo>
                    <a:pt x="0" y="6642"/>
                  </a:lnTo>
                  <a:lnTo>
                    <a:pt x="0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0" y="6913"/>
                  </a:lnTo>
                  <a:lnTo>
                    <a:pt x="39" y="6990"/>
                  </a:lnTo>
                  <a:lnTo>
                    <a:pt x="116" y="7144"/>
                  </a:lnTo>
                  <a:lnTo>
                    <a:pt x="386" y="6990"/>
                  </a:lnTo>
                  <a:lnTo>
                    <a:pt x="1892" y="7144"/>
                  </a:lnTo>
                  <a:lnTo>
                    <a:pt x="3437" y="7299"/>
                  </a:lnTo>
                  <a:lnTo>
                    <a:pt x="6526" y="7453"/>
                  </a:lnTo>
                  <a:lnTo>
                    <a:pt x="6565" y="9307"/>
                  </a:lnTo>
                  <a:lnTo>
                    <a:pt x="6526" y="12628"/>
                  </a:lnTo>
                  <a:lnTo>
                    <a:pt x="6951" y="12628"/>
                  </a:lnTo>
                  <a:lnTo>
                    <a:pt x="6989" y="9461"/>
                  </a:lnTo>
                  <a:lnTo>
                    <a:pt x="6989" y="7492"/>
                  </a:lnTo>
                  <a:lnTo>
                    <a:pt x="8650" y="7569"/>
                  </a:lnTo>
                  <a:lnTo>
                    <a:pt x="10310" y="7646"/>
                  </a:lnTo>
                  <a:lnTo>
                    <a:pt x="10310" y="7183"/>
                  </a:lnTo>
                  <a:lnTo>
                    <a:pt x="8650" y="7106"/>
                  </a:lnTo>
                  <a:lnTo>
                    <a:pt x="6989" y="7028"/>
                  </a:lnTo>
                  <a:lnTo>
                    <a:pt x="7028" y="5368"/>
                  </a:lnTo>
                  <a:lnTo>
                    <a:pt x="6989" y="3708"/>
                  </a:lnTo>
                  <a:lnTo>
                    <a:pt x="6951" y="2047"/>
                  </a:lnTo>
                  <a:lnTo>
                    <a:pt x="6796" y="387"/>
                  </a:lnTo>
                  <a:lnTo>
                    <a:pt x="6989" y="194"/>
                  </a:lnTo>
                  <a:lnTo>
                    <a:pt x="6835" y="39"/>
                  </a:lnTo>
                  <a:lnTo>
                    <a:pt x="679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5455950" y="1981400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4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7" y="7492"/>
                  </a:lnTo>
                  <a:lnTo>
                    <a:pt x="6372" y="7453"/>
                  </a:lnTo>
                  <a:lnTo>
                    <a:pt x="6372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60" y="12087"/>
                  </a:lnTo>
                  <a:lnTo>
                    <a:pt x="1584" y="14983"/>
                  </a:lnTo>
                  <a:lnTo>
                    <a:pt x="773" y="16450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50"/>
                  </a:lnTo>
                  <a:lnTo>
                    <a:pt x="1159" y="16759"/>
                  </a:lnTo>
                  <a:lnTo>
                    <a:pt x="1970" y="15369"/>
                  </a:lnTo>
                  <a:lnTo>
                    <a:pt x="2781" y="13979"/>
                  </a:lnTo>
                  <a:lnTo>
                    <a:pt x="3592" y="12589"/>
                  </a:lnTo>
                  <a:lnTo>
                    <a:pt x="4441" y="11199"/>
                  </a:lnTo>
                  <a:lnTo>
                    <a:pt x="5291" y="9809"/>
                  </a:lnTo>
                  <a:lnTo>
                    <a:pt x="5715" y="9191"/>
                  </a:lnTo>
                  <a:lnTo>
                    <a:pt x="6179" y="8612"/>
                  </a:lnTo>
                  <a:lnTo>
                    <a:pt x="6603" y="8032"/>
                  </a:lnTo>
                  <a:lnTo>
                    <a:pt x="6990" y="7453"/>
                  </a:lnTo>
                  <a:lnTo>
                    <a:pt x="6990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90" y="7067"/>
                  </a:lnTo>
                  <a:lnTo>
                    <a:pt x="6874" y="7028"/>
                  </a:lnTo>
                  <a:lnTo>
                    <a:pt x="6835" y="7028"/>
                  </a:lnTo>
                  <a:lnTo>
                    <a:pt x="6102" y="6102"/>
                  </a:lnTo>
                  <a:lnTo>
                    <a:pt x="5291" y="5175"/>
                  </a:lnTo>
                  <a:lnTo>
                    <a:pt x="3669" y="3437"/>
                  </a:lnTo>
                  <a:lnTo>
                    <a:pt x="1970" y="1700"/>
                  </a:lnTo>
                  <a:lnTo>
                    <a:pt x="1082" y="812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752650" y="1995875"/>
              <a:ext cx="30925" cy="168975"/>
            </a:xfrm>
            <a:custGeom>
              <a:avLst/>
              <a:gdLst/>
              <a:ahLst/>
              <a:cxnLst/>
              <a:rect l="l" t="t" r="r" b="b"/>
              <a:pathLst>
                <a:path w="1237" h="6759" extrusionOk="0">
                  <a:moveTo>
                    <a:pt x="1121" y="1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8"/>
                  </a:lnTo>
                  <a:lnTo>
                    <a:pt x="850" y="117"/>
                  </a:lnTo>
                  <a:lnTo>
                    <a:pt x="541" y="1738"/>
                  </a:lnTo>
                  <a:lnTo>
                    <a:pt x="310" y="3399"/>
                  </a:lnTo>
                  <a:lnTo>
                    <a:pt x="117" y="5059"/>
                  </a:lnTo>
                  <a:lnTo>
                    <a:pt x="1" y="6720"/>
                  </a:lnTo>
                  <a:lnTo>
                    <a:pt x="232" y="6758"/>
                  </a:lnTo>
                  <a:lnTo>
                    <a:pt x="503" y="5137"/>
                  </a:lnTo>
                  <a:lnTo>
                    <a:pt x="773" y="3515"/>
                  </a:lnTo>
                  <a:lnTo>
                    <a:pt x="966" y="1854"/>
                  </a:lnTo>
                  <a:lnTo>
                    <a:pt x="1082" y="233"/>
                  </a:lnTo>
                  <a:lnTo>
                    <a:pt x="1236" y="78"/>
                  </a:lnTo>
                  <a:lnTo>
                    <a:pt x="1236" y="39"/>
                  </a:lnTo>
                  <a:lnTo>
                    <a:pt x="11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779675" y="1997825"/>
              <a:ext cx="121675" cy="144825"/>
            </a:xfrm>
            <a:custGeom>
              <a:avLst/>
              <a:gdLst/>
              <a:ahLst/>
              <a:cxnLst/>
              <a:rect l="l" t="t" r="r" b="b"/>
              <a:pathLst>
                <a:path w="4867" h="5793" extrusionOk="0">
                  <a:moveTo>
                    <a:pt x="155" y="0"/>
                  </a:moveTo>
                  <a:lnTo>
                    <a:pt x="1" y="155"/>
                  </a:lnTo>
                  <a:lnTo>
                    <a:pt x="1198" y="1545"/>
                  </a:lnTo>
                  <a:lnTo>
                    <a:pt x="2356" y="2935"/>
                  </a:lnTo>
                  <a:lnTo>
                    <a:pt x="2897" y="3630"/>
                  </a:lnTo>
                  <a:lnTo>
                    <a:pt x="3476" y="4402"/>
                  </a:lnTo>
                  <a:lnTo>
                    <a:pt x="4056" y="5097"/>
                  </a:lnTo>
                  <a:lnTo>
                    <a:pt x="4326" y="5445"/>
                  </a:lnTo>
                  <a:lnTo>
                    <a:pt x="4635" y="5792"/>
                  </a:lnTo>
                  <a:lnTo>
                    <a:pt x="4828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5" y="5252"/>
                  </a:lnTo>
                  <a:lnTo>
                    <a:pt x="4403" y="4866"/>
                  </a:lnTo>
                  <a:lnTo>
                    <a:pt x="3862" y="4170"/>
                  </a:lnTo>
                  <a:lnTo>
                    <a:pt x="2704" y="2780"/>
                  </a:lnTo>
                  <a:lnTo>
                    <a:pt x="1468" y="1352"/>
                  </a:lnTo>
                  <a:lnTo>
                    <a:pt x="812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2839800" y="2000700"/>
              <a:ext cx="270325" cy="209525"/>
            </a:xfrm>
            <a:custGeom>
              <a:avLst/>
              <a:gdLst/>
              <a:ahLst/>
              <a:cxnLst/>
              <a:rect l="l" t="t" r="r" b="b"/>
              <a:pathLst>
                <a:path w="10813" h="8381" extrusionOk="0">
                  <a:moveTo>
                    <a:pt x="10233" y="1"/>
                  </a:moveTo>
                  <a:lnTo>
                    <a:pt x="10156" y="78"/>
                  </a:lnTo>
                  <a:lnTo>
                    <a:pt x="10117" y="155"/>
                  </a:lnTo>
                  <a:lnTo>
                    <a:pt x="10079" y="233"/>
                  </a:lnTo>
                  <a:lnTo>
                    <a:pt x="10079" y="348"/>
                  </a:lnTo>
                  <a:lnTo>
                    <a:pt x="10156" y="426"/>
                  </a:lnTo>
                  <a:lnTo>
                    <a:pt x="10272" y="580"/>
                  </a:lnTo>
                  <a:lnTo>
                    <a:pt x="10310" y="735"/>
                  </a:lnTo>
                  <a:lnTo>
                    <a:pt x="10349" y="928"/>
                  </a:lnTo>
                  <a:lnTo>
                    <a:pt x="10310" y="1121"/>
                  </a:lnTo>
                  <a:lnTo>
                    <a:pt x="10233" y="1275"/>
                  </a:lnTo>
                  <a:lnTo>
                    <a:pt x="10156" y="1468"/>
                  </a:lnTo>
                  <a:lnTo>
                    <a:pt x="9847" y="1854"/>
                  </a:lnTo>
                  <a:lnTo>
                    <a:pt x="9538" y="2202"/>
                  </a:lnTo>
                  <a:lnTo>
                    <a:pt x="9152" y="2511"/>
                  </a:lnTo>
                  <a:lnTo>
                    <a:pt x="8611" y="3013"/>
                  </a:lnTo>
                  <a:lnTo>
                    <a:pt x="8264" y="3283"/>
                  </a:lnTo>
                  <a:lnTo>
                    <a:pt x="8225" y="3206"/>
                  </a:lnTo>
                  <a:lnTo>
                    <a:pt x="8148" y="3129"/>
                  </a:lnTo>
                  <a:lnTo>
                    <a:pt x="7607" y="2820"/>
                  </a:lnTo>
                  <a:lnTo>
                    <a:pt x="7144" y="2434"/>
                  </a:lnTo>
                  <a:lnTo>
                    <a:pt x="6912" y="2665"/>
                  </a:lnTo>
                  <a:lnTo>
                    <a:pt x="7105" y="2936"/>
                  </a:lnTo>
                  <a:lnTo>
                    <a:pt x="7376" y="3167"/>
                  </a:lnTo>
                  <a:lnTo>
                    <a:pt x="7646" y="3399"/>
                  </a:lnTo>
                  <a:lnTo>
                    <a:pt x="7955" y="3553"/>
                  </a:lnTo>
                  <a:lnTo>
                    <a:pt x="7028" y="4287"/>
                  </a:lnTo>
                  <a:lnTo>
                    <a:pt x="6101" y="4982"/>
                  </a:lnTo>
                  <a:lnTo>
                    <a:pt x="4943" y="5793"/>
                  </a:lnTo>
                  <a:lnTo>
                    <a:pt x="3746" y="6527"/>
                  </a:lnTo>
                  <a:lnTo>
                    <a:pt x="3553" y="6681"/>
                  </a:lnTo>
                  <a:lnTo>
                    <a:pt x="3475" y="6334"/>
                  </a:lnTo>
                  <a:lnTo>
                    <a:pt x="3321" y="6025"/>
                  </a:lnTo>
                  <a:lnTo>
                    <a:pt x="3128" y="5716"/>
                  </a:lnTo>
                  <a:lnTo>
                    <a:pt x="2896" y="5446"/>
                  </a:lnTo>
                  <a:lnTo>
                    <a:pt x="2626" y="5677"/>
                  </a:lnTo>
                  <a:lnTo>
                    <a:pt x="2819" y="5909"/>
                  </a:lnTo>
                  <a:lnTo>
                    <a:pt x="2935" y="6179"/>
                  </a:lnTo>
                  <a:lnTo>
                    <a:pt x="3051" y="6565"/>
                  </a:lnTo>
                  <a:lnTo>
                    <a:pt x="3128" y="6952"/>
                  </a:lnTo>
                  <a:lnTo>
                    <a:pt x="2317" y="7376"/>
                  </a:lnTo>
                  <a:lnTo>
                    <a:pt x="1892" y="7608"/>
                  </a:lnTo>
                  <a:lnTo>
                    <a:pt x="1467" y="7762"/>
                  </a:lnTo>
                  <a:lnTo>
                    <a:pt x="1081" y="7878"/>
                  </a:lnTo>
                  <a:lnTo>
                    <a:pt x="927" y="7917"/>
                  </a:lnTo>
                  <a:lnTo>
                    <a:pt x="772" y="7917"/>
                  </a:lnTo>
                  <a:lnTo>
                    <a:pt x="618" y="7878"/>
                  </a:lnTo>
                  <a:lnTo>
                    <a:pt x="502" y="7840"/>
                  </a:lnTo>
                  <a:lnTo>
                    <a:pt x="386" y="7724"/>
                  </a:lnTo>
                  <a:lnTo>
                    <a:pt x="309" y="7608"/>
                  </a:lnTo>
                  <a:lnTo>
                    <a:pt x="270" y="7569"/>
                  </a:lnTo>
                  <a:lnTo>
                    <a:pt x="232" y="7531"/>
                  </a:lnTo>
                  <a:lnTo>
                    <a:pt x="116" y="7492"/>
                  </a:lnTo>
                  <a:lnTo>
                    <a:pt x="39" y="7569"/>
                  </a:lnTo>
                  <a:lnTo>
                    <a:pt x="0" y="7608"/>
                  </a:lnTo>
                  <a:lnTo>
                    <a:pt x="0" y="7685"/>
                  </a:lnTo>
                  <a:lnTo>
                    <a:pt x="39" y="7840"/>
                  </a:lnTo>
                  <a:lnTo>
                    <a:pt x="77" y="7994"/>
                  </a:lnTo>
                  <a:lnTo>
                    <a:pt x="155" y="8110"/>
                  </a:lnTo>
                  <a:lnTo>
                    <a:pt x="270" y="8226"/>
                  </a:lnTo>
                  <a:lnTo>
                    <a:pt x="348" y="8264"/>
                  </a:lnTo>
                  <a:lnTo>
                    <a:pt x="463" y="8342"/>
                  </a:lnTo>
                  <a:lnTo>
                    <a:pt x="734" y="8380"/>
                  </a:lnTo>
                  <a:lnTo>
                    <a:pt x="1004" y="8380"/>
                  </a:lnTo>
                  <a:lnTo>
                    <a:pt x="1274" y="8342"/>
                  </a:lnTo>
                  <a:lnTo>
                    <a:pt x="1545" y="8264"/>
                  </a:lnTo>
                  <a:lnTo>
                    <a:pt x="1815" y="8149"/>
                  </a:lnTo>
                  <a:lnTo>
                    <a:pt x="2935" y="7569"/>
                  </a:lnTo>
                  <a:lnTo>
                    <a:pt x="4055" y="6952"/>
                  </a:lnTo>
                  <a:lnTo>
                    <a:pt x="5097" y="6295"/>
                  </a:lnTo>
                  <a:lnTo>
                    <a:pt x="6140" y="5561"/>
                  </a:lnTo>
                  <a:lnTo>
                    <a:pt x="7067" y="4866"/>
                  </a:lnTo>
                  <a:lnTo>
                    <a:pt x="7993" y="4171"/>
                  </a:lnTo>
                  <a:lnTo>
                    <a:pt x="8881" y="3399"/>
                  </a:lnTo>
                  <a:lnTo>
                    <a:pt x="9731" y="2627"/>
                  </a:lnTo>
                  <a:lnTo>
                    <a:pt x="10001" y="2356"/>
                  </a:lnTo>
                  <a:lnTo>
                    <a:pt x="10272" y="2047"/>
                  </a:lnTo>
                  <a:lnTo>
                    <a:pt x="10503" y="1739"/>
                  </a:lnTo>
                  <a:lnTo>
                    <a:pt x="10696" y="1430"/>
                  </a:lnTo>
                  <a:lnTo>
                    <a:pt x="10812" y="1082"/>
                  </a:lnTo>
                  <a:lnTo>
                    <a:pt x="10812" y="928"/>
                  </a:lnTo>
                  <a:lnTo>
                    <a:pt x="10812" y="735"/>
                  </a:lnTo>
                  <a:lnTo>
                    <a:pt x="10774" y="580"/>
                  </a:lnTo>
                  <a:lnTo>
                    <a:pt x="10735" y="387"/>
                  </a:lnTo>
                  <a:lnTo>
                    <a:pt x="10619" y="233"/>
                  </a:lnTo>
                  <a:lnTo>
                    <a:pt x="10465" y="40"/>
                  </a:lnTo>
                  <a:lnTo>
                    <a:pt x="103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633925" y="2005525"/>
              <a:ext cx="61800" cy="160300"/>
            </a:xfrm>
            <a:custGeom>
              <a:avLst/>
              <a:gdLst/>
              <a:ahLst/>
              <a:cxnLst/>
              <a:rect l="l" t="t" r="r" b="b"/>
              <a:pathLst>
                <a:path w="2472" h="6412" extrusionOk="0">
                  <a:moveTo>
                    <a:pt x="309" y="1"/>
                  </a:moveTo>
                  <a:lnTo>
                    <a:pt x="0" y="78"/>
                  </a:lnTo>
                  <a:lnTo>
                    <a:pt x="193" y="928"/>
                  </a:lnTo>
                  <a:lnTo>
                    <a:pt x="425" y="1777"/>
                  </a:lnTo>
                  <a:lnTo>
                    <a:pt x="657" y="2627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5"/>
                  </a:lnTo>
                  <a:lnTo>
                    <a:pt x="1661" y="5716"/>
                  </a:lnTo>
                  <a:lnTo>
                    <a:pt x="1583" y="5793"/>
                  </a:lnTo>
                  <a:lnTo>
                    <a:pt x="1545" y="5870"/>
                  </a:lnTo>
                  <a:lnTo>
                    <a:pt x="1776" y="5909"/>
                  </a:lnTo>
                  <a:lnTo>
                    <a:pt x="1931" y="6141"/>
                  </a:lnTo>
                  <a:lnTo>
                    <a:pt x="2085" y="6334"/>
                  </a:lnTo>
                  <a:lnTo>
                    <a:pt x="2124" y="6411"/>
                  </a:lnTo>
                  <a:lnTo>
                    <a:pt x="2317" y="6411"/>
                  </a:lnTo>
                  <a:lnTo>
                    <a:pt x="2356" y="6334"/>
                  </a:lnTo>
                  <a:lnTo>
                    <a:pt x="2433" y="6295"/>
                  </a:lnTo>
                  <a:lnTo>
                    <a:pt x="2471" y="6257"/>
                  </a:lnTo>
                  <a:lnTo>
                    <a:pt x="2356" y="5948"/>
                  </a:lnTo>
                  <a:lnTo>
                    <a:pt x="2278" y="5948"/>
                  </a:lnTo>
                  <a:lnTo>
                    <a:pt x="2124" y="5600"/>
                  </a:lnTo>
                  <a:lnTo>
                    <a:pt x="1969" y="5214"/>
                  </a:lnTo>
                  <a:lnTo>
                    <a:pt x="1738" y="4442"/>
                  </a:lnTo>
                  <a:lnTo>
                    <a:pt x="1197" y="2936"/>
                  </a:lnTo>
                  <a:lnTo>
                    <a:pt x="734" y="1468"/>
                  </a:lnTo>
                  <a:lnTo>
                    <a:pt x="30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2"/>
            <p:cNvSpPr/>
            <p:nvPr/>
          </p:nvSpPr>
          <p:spPr>
            <a:xfrm>
              <a:off x="643575" y="2007475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0"/>
                  </a:moveTo>
                  <a:lnTo>
                    <a:pt x="0" y="39"/>
                  </a:lnTo>
                  <a:lnTo>
                    <a:pt x="1970" y="3205"/>
                  </a:lnTo>
                  <a:lnTo>
                    <a:pt x="4055" y="6333"/>
                  </a:lnTo>
                  <a:lnTo>
                    <a:pt x="3553" y="6294"/>
                  </a:lnTo>
                  <a:lnTo>
                    <a:pt x="3051" y="6179"/>
                  </a:lnTo>
                  <a:lnTo>
                    <a:pt x="2587" y="6024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5" y="6179"/>
                  </a:lnTo>
                  <a:lnTo>
                    <a:pt x="2472" y="6372"/>
                  </a:lnTo>
                  <a:lnTo>
                    <a:pt x="2858" y="6526"/>
                  </a:lnTo>
                  <a:lnTo>
                    <a:pt x="3283" y="6642"/>
                  </a:lnTo>
                  <a:lnTo>
                    <a:pt x="3707" y="6719"/>
                  </a:lnTo>
                  <a:lnTo>
                    <a:pt x="4132" y="6796"/>
                  </a:lnTo>
                  <a:lnTo>
                    <a:pt x="4595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8" y="6642"/>
                  </a:lnTo>
                  <a:lnTo>
                    <a:pt x="8148" y="6487"/>
                  </a:lnTo>
                  <a:lnTo>
                    <a:pt x="8959" y="6294"/>
                  </a:lnTo>
                  <a:lnTo>
                    <a:pt x="9770" y="6024"/>
                  </a:lnTo>
                  <a:lnTo>
                    <a:pt x="10581" y="5715"/>
                  </a:lnTo>
                  <a:lnTo>
                    <a:pt x="11314" y="5368"/>
                  </a:lnTo>
                  <a:lnTo>
                    <a:pt x="12009" y="4904"/>
                  </a:lnTo>
                  <a:lnTo>
                    <a:pt x="12357" y="4673"/>
                  </a:lnTo>
                  <a:lnTo>
                    <a:pt x="12666" y="4402"/>
                  </a:lnTo>
                  <a:lnTo>
                    <a:pt x="12975" y="4093"/>
                  </a:lnTo>
                  <a:lnTo>
                    <a:pt x="13284" y="3784"/>
                  </a:lnTo>
                  <a:lnTo>
                    <a:pt x="13515" y="3476"/>
                  </a:lnTo>
                  <a:lnTo>
                    <a:pt x="13786" y="3128"/>
                  </a:lnTo>
                  <a:lnTo>
                    <a:pt x="13979" y="2780"/>
                  </a:lnTo>
                  <a:lnTo>
                    <a:pt x="14211" y="2394"/>
                  </a:lnTo>
                  <a:lnTo>
                    <a:pt x="14211" y="2278"/>
                  </a:lnTo>
                  <a:lnTo>
                    <a:pt x="14172" y="2163"/>
                  </a:lnTo>
                  <a:lnTo>
                    <a:pt x="14172" y="2124"/>
                  </a:lnTo>
                  <a:lnTo>
                    <a:pt x="13863" y="2124"/>
                  </a:lnTo>
                  <a:lnTo>
                    <a:pt x="13824" y="2163"/>
                  </a:lnTo>
                  <a:lnTo>
                    <a:pt x="13554" y="2703"/>
                  </a:lnTo>
                  <a:lnTo>
                    <a:pt x="13207" y="3167"/>
                  </a:lnTo>
                  <a:lnTo>
                    <a:pt x="12859" y="3630"/>
                  </a:lnTo>
                  <a:lnTo>
                    <a:pt x="12473" y="4016"/>
                  </a:lnTo>
                  <a:lnTo>
                    <a:pt x="12009" y="4364"/>
                  </a:lnTo>
                  <a:lnTo>
                    <a:pt x="11546" y="4711"/>
                  </a:lnTo>
                  <a:lnTo>
                    <a:pt x="11083" y="4982"/>
                  </a:lnTo>
                  <a:lnTo>
                    <a:pt x="10542" y="5252"/>
                  </a:lnTo>
                  <a:lnTo>
                    <a:pt x="10349" y="5252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6"/>
                  </a:lnTo>
                  <a:lnTo>
                    <a:pt x="10156" y="5445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1"/>
                  </a:lnTo>
                  <a:lnTo>
                    <a:pt x="6758" y="6294"/>
                  </a:lnTo>
                  <a:lnTo>
                    <a:pt x="6217" y="6333"/>
                  </a:lnTo>
                  <a:lnTo>
                    <a:pt x="5677" y="6410"/>
                  </a:lnTo>
                  <a:lnTo>
                    <a:pt x="4557" y="6410"/>
                  </a:lnTo>
                  <a:lnTo>
                    <a:pt x="4595" y="6294"/>
                  </a:lnTo>
                  <a:lnTo>
                    <a:pt x="4364" y="6256"/>
                  </a:lnTo>
                  <a:lnTo>
                    <a:pt x="3398" y="4634"/>
                  </a:lnTo>
                  <a:lnTo>
                    <a:pt x="2356" y="3012"/>
                  </a:lnTo>
                  <a:lnTo>
                    <a:pt x="1275" y="1468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5946350" y="2008425"/>
              <a:ext cx="112975" cy="132300"/>
            </a:xfrm>
            <a:custGeom>
              <a:avLst/>
              <a:gdLst/>
              <a:ahLst/>
              <a:cxnLst/>
              <a:rect l="l" t="t" r="r" b="b"/>
              <a:pathLst>
                <a:path w="4519" h="5292" extrusionOk="0">
                  <a:moveTo>
                    <a:pt x="3360" y="1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1" y="155"/>
                  </a:lnTo>
                  <a:lnTo>
                    <a:pt x="2240" y="271"/>
                  </a:lnTo>
                  <a:lnTo>
                    <a:pt x="2009" y="426"/>
                  </a:lnTo>
                  <a:lnTo>
                    <a:pt x="1738" y="580"/>
                  </a:lnTo>
                  <a:lnTo>
                    <a:pt x="1507" y="773"/>
                  </a:lnTo>
                  <a:lnTo>
                    <a:pt x="1082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9"/>
                  </a:lnTo>
                  <a:lnTo>
                    <a:pt x="39" y="3708"/>
                  </a:lnTo>
                  <a:lnTo>
                    <a:pt x="1" y="4055"/>
                  </a:lnTo>
                  <a:lnTo>
                    <a:pt x="1" y="4364"/>
                  </a:lnTo>
                  <a:lnTo>
                    <a:pt x="39" y="4673"/>
                  </a:lnTo>
                  <a:lnTo>
                    <a:pt x="117" y="4905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700" y="5291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789"/>
                  </a:lnTo>
                  <a:lnTo>
                    <a:pt x="696" y="4712"/>
                  </a:lnTo>
                  <a:lnTo>
                    <a:pt x="580" y="4557"/>
                  </a:lnTo>
                  <a:lnTo>
                    <a:pt x="541" y="4442"/>
                  </a:lnTo>
                  <a:lnTo>
                    <a:pt x="503" y="4248"/>
                  </a:lnTo>
                  <a:lnTo>
                    <a:pt x="541" y="4055"/>
                  </a:lnTo>
                  <a:lnTo>
                    <a:pt x="580" y="3592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27" y="2318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16" y="1159"/>
                  </a:lnTo>
                  <a:lnTo>
                    <a:pt x="2202" y="889"/>
                  </a:lnTo>
                  <a:lnTo>
                    <a:pt x="2627" y="696"/>
                  </a:lnTo>
                  <a:lnTo>
                    <a:pt x="3090" y="580"/>
                  </a:lnTo>
                  <a:lnTo>
                    <a:pt x="3592" y="541"/>
                  </a:lnTo>
                  <a:lnTo>
                    <a:pt x="4094" y="580"/>
                  </a:lnTo>
                  <a:lnTo>
                    <a:pt x="4248" y="541"/>
                  </a:lnTo>
                  <a:lnTo>
                    <a:pt x="4326" y="464"/>
                  </a:lnTo>
                  <a:lnTo>
                    <a:pt x="4441" y="464"/>
                  </a:lnTo>
                  <a:lnTo>
                    <a:pt x="4519" y="426"/>
                  </a:lnTo>
                  <a:lnTo>
                    <a:pt x="4519" y="348"/>
                  </a:lnTo>
                  <a:lnTo>
                    <a:pt x="4519" y="155"/>
                  </a:lnTo>
                  <a:lnTo>
                    <a:pt x="4210" y="155"/>
                  </a:lnTo>
                  <a:lnTo>
                    <a:pt x="3901" y="78"/>
                  </a:lnTo>
                  <a:lnTo>
                    <a:pt x="363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6195425" y="2043175"/>
              <a:ext cx="25125" cy="11625"/>
            </a:xfrm>
            <a:custGeom>
              <a:avLst/>
              <a:gdLst/>
              <a:ahLst/>
              <a:cxnLst/>
              <a:rect l="l" t="t" r="r" b="b"/>
              <a:pathLst>
                <a:path w="1005" h="465" extrusionOk="0">
                  <a:moveTo>
                    <a:pt x="773" y="1"/>
                  </a:moveTo>
                  <a:lnTo>
                    <a:pt x="541" y="40"/>
                  </a:lnTo>
                  <a:lnTo>
                    <a:pt x="309" y="78"/>
                  </a:lnTo>
                  <a:lnTo>
                    <a:pt x="78" y="155"/>
                  </a:lnTo>
                  <a:lnTo>
                    <a:pt x="39" y="194"/>
                  </a:lnTo>
                  <a:lnTo>
                    <a:pt x="0" y="271"/>
                  </a:lnTo>
                  <a:lnTo>
                    <a:pt x="0" y="348"/>
                  </a:lnTo>
                  <a:lnTo>
                    <a:pt x="78" y="426"/>
                  </a:lnTo>
                  <a:lnTo>
                    <a:pt x="116" y="464"/>
                  </a:lnTo>
                  <a:lnTo>
                    <a:pt x="193" y="464"/>
                  </a:lnTo>
                  <a:lnTo>
                    <a:pt x="386" y="387"/>
                  </a:lnTo>
                  <a:lnTo>
                    <a:pt x="580" y="348"/>
                  </a:lnTo>
                  <a:lnTo>
                    <a:pt x="773" y="387"/>
                  </a:lnTo>
                  <a:lnTo>
                    <a:pt x="850" y="348"/>
                  </a:lnTo>
                  <a:lnTo>
                    <a:pt x="966" y="348"/>
                  </a:lnTo>
                  <a:lnTo>
                    <a:pt x="1004" y="271"/>
                  </a:lnTo>
                  <a:lnTo>
                    <a:pt x="1004" y="233"/>
                  </a:lnTo>
                  <a:lnTo>
                    <a:pt x="1004" y="155"/>
                  </a:lnTo>
                  <a:lnTo>
                    <a:pt x="966" y="78"/>
                  </a:lnTo>
                  <a:lnTo>
                    <a:pt x="888" y="40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6096950" y="2048975"/>
              <a:ext cx="21275" cy="8725"/>
            </a:xfrm>
            <a:custGeom>
              <a:avLst/>
              <a:gdLst/>
              <a:ahLst/>
              <a:cxnLst/>
              <a:rect l="l" t="t" r="r" b="b"/>
              <a:pathLst>
                <a:path w="851" h="349" extrusionOk="0">
                  <a:moveTo>
                    <a:pt x="155" y="1"/>
                  </a:moveTo>
                  <a:lnTo>
                    <a:pt x="116" y="39"/>
                  </a:lnTo>
                  <a:lnTo>
                    <a:pt x="39" y="78"/>
                  </a:lnTo>
                  <a:lnTo>
                    <a:pt x="1" y="155"/>
                  </a:lnTo>
                  <a:lnTo>
                    <a:pt x="39" y="271"/>
                  </a:lnTo>
                  <a:lnTo>
                    <a:pt x="116" y="310"/>
                  </a:lnTo>
                  <a:lnTo>
                    <a:pt x="155" y="310"/>
                  </a:lnTo>
                  <a:lnTo>
                    <a:pt x="425" y="348"/>
                  </a:lnTo>
                  <a:lnTo>
                    <a:pt x="734" y="348"/>
                  </a:lnTo>
                  <a:lnTo>
                    <a:pt x="812" y="271"/>
                  </a:lnTo>
                  <a:lnTo>
                    <a:pt x="850" y="155"/>
                  </a:lnTo>
                  <a:lnTo>
                    <a:pt x="812" y="78"/>
                  </a:lnTo>
                  <a:lnTo>
                    <a:pt x="73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5988825" y="2089525"/>
              <a:ext cx="93675" cy="93675"/>
            </a:xfrm>
            <a:custGeom>
              <a:avLst/>
              <a:gdLst/>
              <a:ahLst/>
              <a:cxnLst/>
              <a:rect l="l" t="t" r="r" b="b"/>
              <a:pathLst>
                <a:path w="3747" h="3747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8" y="580"/>
                  </a:lnTo>
                  <a:lnTo>
                    <a:pt x="2549" y="696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90" y="1159"/>
                  </a:lnTo>
                  <a:lnTo>
                    <a:pt x="3206" y="1429"/>
                  </a:lnTo>
                  <a:lnTo>
                    <a:pt x="3244" y="1661"/>
                  </a:lnTo>
                  <a:lnTo>
                    <a:pt x="3244" y="1931"/>
                  </a:lnTo>
                  <a:lnTo>
                    <a:pt x="3206" y="2201"/>
                  </a:lnTo>
                  <a:lnTo>
                    <a:pt x="3090" y="2433"/>
                  </a:lnTo>
                  <a:lnTo>
                    <a:pt x="2974" y="2665"/>
                  </a:lnTo>
                  <a:lnTo>
                    <a:pt x="2781" y="2858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47" y="3244"/>
                  </a:lnTo>
                  <a:lnTo>
                    <a:pt x="1777" y="3244"/>
                  </a:lnTo>
                  <a:lnTo>
                    <a:pt x="1468" y="3167"/>
                  </a:lnTo>
                  <a:lnTo>
                    <a:pt x="1198" y="3051"/>
                  </a:lnTo>
                  <a:lnTo>
                    <a:pt x="966" y="2897"/>
                  </a:lnTo>
                  <a:lnTo>
                    <a:pt x="773" y="2665"/>
                  </a:lnTo>
                  <a:lnTo>
                    <a:pt x="619" y="2433"/>
                  </a:lnTo>
                  <a:lnTo>
                    <a:pt x="503" y="2124"/>
                  </a:lnTo>
                  <a:lnTo>
                    <a:pt x="464" y="1854"/>
                  </a:lnTo>
                  <a:lnTo>
                    <a:pt x="503" y="1584"/>
                  </a:lnTo>
                  <a:lnTo>
                    <a:pt x="619" y="1352"/>
                  </a:lnTo>
                  <a:lnTo>
                    <a:pt x="734" y="1120"/>
                  </a:lnTo>
                  <a:lnTo>
                    <a:pt x="928" y="889"/>
                  </a:lnTo>
                  <a:lnTo>
                    <a:pt x="1121" y="734"/>
                  </a:lnTo>
                  <a:lnTo>
                    <a:pt x="1352" y="580"/>
                  </a:lnTo>
                  <a:lnTo>
                    <a:pt x="1584" y="464"/>
                  </a:lnTo>
                  <a:close/>
                  <a:moveTo>
                    <a:pt x="1700" y="0"/>
                  </a:moveTo>
                  <a:lnTo>
                    <a:pt x="1545" y="78"/>
                  </a:lnTo>
                  <a:lnTo>
                    <a:pt x="1352" y="116"/>
                  </a:lnTo>
                  <a:lnTo>
                    <a:pt x="1314" y="155"/>
                  </a:lnTo>
                  <a:lnTo>
                    <a:pt x="1082" y="271"/>
                  </a:lnTo>
                  <a:lnTo>
                    <a:pt x="812" y="387"/>
                  </a:lnTo>
                  <a:lnTo>
                    <a:pt x="619" y="541"/>
                  </a:lnTo>
                  <a:lnTo>
                    <a:pt x="426" y="734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8" y="1468"/>
                  </a:lnTo>
                  <a:lnTo>
                    <a:pt x="1" y="1738"/>
                  </a:lnTo>
                  <a:lnTo>
                    <a:pt x="1" y="2047"/>
                  </a:lnTo>
                  <a:lnTo>
                    <a:pt x="1" y="2086"/>
                  </a:lnTo>
                  <a:lnTo>
                    <a:pt x="39" y="2279"/>
                  </a:lnTo>
                  <a:lnTo>
                    <a:pt x="117" y="2472"/>
                  </a:lnTo>
                  <a:lnTo>
                    <a:pt x="310" y="2819"/>
                  </a:lnTo>
                  <a:lnTo>
                    <a:pt x="541" y="3128"/>
                  </a:lnTo>
                  <a:lnTo>
                    <a:pt x="850" y="3399"/>
                  </a:lnTo>
                  <a:lnTo>
                    <a:pt x="1198" y="3592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07"/>
                  </a:lnTo>
                  <a:lnTo>
                    <a:pt x="2356" y="3669"/>
                  </a:lnTo>
                  <a:lnTo>
                    <a:pt x="2627" y="3553"/>
                  </a:lnTo>
                  <a:lnTo>
                    <a:pt x="2897" y="3399"/>
                  </a:lnTo>
                  <a:lnTo>
                    <a:pt x="3129" y="3244"/>
                  </a:lnTo>
                  <a:lnTo>
                    <a:pt x="3322" y="3012"/>
                  </a:lnTo>
                  <a:lnTo>
                    <a:pt x="3476" y="2742"/>
                  </a:lnTo>
                  <a:lnTo>
                    <a:pt x="3631" y="2472"/>
                  </a:lnTo>
                  <a:lnTo>
                    <a:pt x="3708" y="2201"/>
                  </a:lnTo>
                  <a:lnTo>
                    <a:pt x="3746" y="1893"/>
                  </a:lnTo>
                  <a:lnTo>
                    <a:pt x="3708" y="1584"/>
                  </a:lnTo>
                  <a:lnTo>
                    <a:pt x="3669" y="1275"/>
                  </a:lnTo>
                  <a:lnTo>
                    <a:pt x="3515" y="966"/>
                  </a:lnTo>
                  <a:lnTo>
                    <a:pt x="3322" y="696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5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2"/>
            <p:cNvSpPr/>
            <p:nvPr/>
          </p:nvSpPr>
          <p:spPr>
            <a:xfrm>
              <a:off x="3369775" y="2101100"/>
              <a:ext cx="174750" cy="292550"/>
            </a:xfrm>
            <a:custGeom>
              <a:avLst/>
              <a:gdLst/>
              <a:ahLst/>
              <a:cxnLst/>
              <a:rect l="l" t="t" r="r" b="b"/>
              <a:pathLst>
                <a:path w="6990" h="11702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3" y="6256"/>
                  </a:lnTo>
                  <a:lnTo>
                    <a:pt x="5214" y="9346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3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1" y="11508"/>
                  </a:lnTo>
                  <a:lnTo>
                    <a:pt x="6951" y="11392"/>
                  </a:lnTo>
                  <a:lnTo>
                    <a:pt x="6990" y="11354"/>
                  </a:lnTo>
                  <a:lnTo>
                    <a:pt x="6681" y="11122"/>
                  </a:lnTo>
                  <a:lnTo>
                    <a:pt x="6758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5" y="5639"/>
                  </a:lnTo>
                  <a:lnTo>
                    <a:pt x="6411" y="5639"/>
                  </a:lnTo>
                  <a:lnTo>
                    <a:pt x="6411" y="6758"/>
                  </a:lnTo>
                  <a:lnTo>
                    <a:pt x="6333" y="8573"/>
                  </a:lnTo>
                  <a:lnTo>
                    <a:pt x="6295" y="9500"/>
                  </a:lnTo>
                  <a:lnTo>
                    <a:pt x="6256" y="10427"/>
                  </a:lnTo>
                  <a:lnTo>
                    <a:pt x="5986" y="9886"/>
                  </a:lnTo>
                  <a:lnTo>
                    <a:pt x="5252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3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2"/>
            <p:cNvSpPr/>
            <p:nvPr/>
          </p:nvSpPr>
          <p:spPr>
            <a:xfrm>
              <a:off x="4221225" y="2127175"/>
              <a:ext cx="103325" cy="132275"/>
            </a:xfrm>
            <a:custGeom>
              <a:avLst/>
              <a:gdLst/>
              <a:ahLst/>
              <a:cxnLst/>
              <a:rect l="l" t="t" r="r" b="b"/>
              <a:pathLst>
                <a:path w="4133" h="5291" extrusionOk="0">
                  <a:moveTo>
                    <a:pt x="2511" y="0"/>
                  </a:moveTo>
                  <a:lnTo>
                    <a:pt x="2279" y="39"/>
                  </a:lnTo>
                  <a:lnTo>
                    <a:pt x="2048" y="39"/>
                  </a:lnTo>
                  <a:lnTo>
                    <a:pt x="1816" y="116"/>
                  </a:lnTo>
                  <a:lnTo>
                    <a:pt x="1430" y="271"/>
                  </a:lnTo>
                  <a:lnTo>
                    <a:pt x="1121" y="464"/>
                  </a:lnTo>
                  <a:lnTo>
                    <a:pt x="850" y="695"/>
                  </a:lnTo>
                  <a:lnTo>
                    <a:pt x="619" y="966"/>
                  </a:lnTo>
                  <a:lnTo>
                    <a:pt x="464" y="1236"/>
                  </a:lnTo>
                  <a:lnTo>
                    <a:pt x="310" y="1584"/>
                  </a:lnTo>
                  <a:lnTo>
                    <a:pt x="194" y="1931"/>
                  </a:lnTo>
                  <a:lnTo>
                    <a:pt x="117" y="2279"/>
                  </a:lnTo>
                  <a:lnTo>
                    <a:pt x="40" y="2665"/>
                  </a:lnTo>
                  <a:lnTo>
                    <a:pt x="1" y="3051"/>
                  </a:lnTo>
                  <a:lnTo>
                    <a:pt x="1" y="3823"/>
                  </a:lnTo>
                  <a:lnTo>
                    <a:pt x="1" y="5291"/>
                  </a:lnTo>
                  <a:lnTo>
                    <a:pt x="426" y="5291"/>
                  </a:lnTo>
                  <a:lnTo>
                    <a:pt x="464" y="4750"/>
                  </a:lnTo>
                  <a:lnTo>
                    <a:pt x="464" y="4209"/>
                  </a:lnTo>
                  <a:lnTo>
                    <a:pt x="464" y="3669"/>
                  </a:lnTo>
                  <a:lnTo>
                    <a:pt x="503" y="3128"/>
                  </a:lnTo>
                  <a:lnTo>
                    <a:pt x="542" y="2588"/>
                  </a:lnTo>
                  <a:lnTo>
                    <a:pt x="696" y="2047"/>
                  </a:lnTo>
                  <a:lnTo>
                    <a:pt x="773" y="1815"/>
                  </a:lnTo>
                  <a:lnTo>
                    <a:pt x="889" y="1584"/>
                  </a:lnTo>
                  <a:lnTo>
                    <a:pt x="1044" y="1352"/>
                  </a:lnTo>
                  <a:lnTo>
                    <a:pt x="1198" y="1159"/>
                  </a:lnTo>
                  <a:lnTo>
                    <a:pt x="1391" y="966"/>
                  </a:lnTo>
                  <a:lnTo>
                    <a:pt x="1623" y="811"/>
                  </a:lnTo>
                  <a:lnTo>
                    <a:pt x="1893" y="657"/>
                  </a:lnTo>
                  <a:lnTo>
                    <a:pt x="2163" y="580"/>
                  </a:lnTo>
                  <a:lnTo>
                    <a:pt x="2434" y="541"/>
                  </a:lnTo>
                  <a:lnTo>
                    <a:pt x="2704" y="580"/>
                  </a:lnTo>
                  <a:lnTo>
                    <a:pt x="2974" y="657"/>
                  </a:lnTo>
                  <a:lnTo>
                    <a:pt x="3206" y="811"/>
                  </a:lnTo>
                  <a:lnTo>
                    <a:pt x="3360" y="966"/>
                  </a:lnTo>
                  <a:lnTo>
                    <a:pt x="3515" y="1197"/>
                  </a:lnTo>
                  <a:lnTo>
                    <a:pt x="3592" y="1429"/>
                  </a:lnTo>
                  <a:lnTo>
                    <a:pt x="3669" y="1661"/>
                  </a:lnTo>
                  <a:lnTo>
                    <a:pt x="4133" y="1584"/>
                  </a:lnTo>
                  <a:lnTo>
                    <a:pt x="4017" y="1197"/>
                  </a:lnTo>
                  <a:lnTo>
                    <a:pt x="3862" y="850"/>
                  </a:lnTo>
                  <a:lnTo>
                    <a:pt x="3631" y="541"/>
                  </a:lnTo>
                  <a:lnTo>
                    <a:pt x="3399" y="309"/>
                  </a:lnTo>
                  <a:lnTo>
                    <a:pt x="3245" y="194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4" y="39"/>
                  </a:lnTo>
                  <a:lnTo>
                    <a:pt x="25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2"/>
            <p:cNvSpPr/>
            <p:nvPr/>
          </p:nvSpPr>
          <p:spPr>
            <a:xfrm>
              <a:off x="4086075" y="2129100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41"/>
                  </a:lnTo>
                  <a:lnTo>
                    <a:pt x="12319" y="618"/>
                  </a:lnTo>
                  <a:lnTo>
                    <a:pt x="12628" y="850"/>
                  </a:lnTo>
                  <a:lnTo>
                    <a:pt x="12898" y="1120"/>
                  </a:lnTo>
                  <a:lnTo>
                    <a:pt x="13130" y="1468"/>
                  </a:lnTo>
                  <a:lnTo>
                    <a:pt x="13323" y="1854"/>
                  </a:lnTo>
                  <a:lnTo>
                    <a:pt x="13477" y="2240"/>
                  </a:lnTo>
                  <a:lnTo>
                    <a:pt x="13632" y="2665"/>
                  </a:lnTo>
                  <a:lnTo>
                    <a:pt x="13864" y="3437"/>
                  </a:lnTo>
                  <a:lnTo>
                    <a:pt x="13091" y="3013"/>
                  </a:lnTo>
                  <a:lnTo>
                    <a:pt x="12705" y="2742"/>
                  </a:lnTo>
                  <a:lnTo>
                    <a:pt x="12358" y="2472"/>
                  </a:lnTo>
                  <a:lnTo>
                    <a:pt x="12010" y="2124"/>
                  </a:lnTo>
                  <a:lnTo>
                    <a:pt x="11817" y="1893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696"/>
                  </a:lnTo>
                  <a:lnTo>
                    <a:pt x="11778" y="618"/>
                  </a:lnTo>
                  <a:lnTo>
                    <a:pt x="11856" y="541"/>
                  </a:lnTo>
                  <a:lnTo>
                    <a:pt x="11971" y="503"/>
                  </a:lnTo>
                  <a:close/>
                  <a:moveTo>
                    <a:pt x="16296" y="1584"/>
                  </a:moveTo>
                  <a:lnTo>
                    <a:pt x="16412" y="1661"/>
                  </a:lnTo>
                  <a:lnTo>
                    <a:pt x="16489" y="1700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18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35"/>
                  </a:lnTo>
                  <a:lnTo>
                    <a:pt x="15949" y="3167"/>
                  </a:lnTo>
                  <a:lnTo>
                    <a:pt x="15563" y="3360"/>
                  </a:lnTo>
                  <a:lnTo>
                    <a:pt x="15138" y="3515"/>
                  </a:lnTo>
                  <a:lnTo>
                    <a:pt x="14713" y="3630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1" y="3322"/>
                  </a:lnTo>
                  <a:lnTo>
                    <a:pt x="14636" y="2974"/>
                  </a:lnTo>
                  <a:lnTo>
                    <a:pt x="14829" y="2588"/>
                  </a:lnTo>
                  <a:lnTo>
                    <a:pt x="15099" y="2279"/>
                  </a:lnTo>
                  <a:lnTo>
                    <a:pt x="15408" y="1931"/>
                  </a:lnTo>
                  <a:lnTo>
                    <a:pt x="15640" y="1777"/>
                  </a:lnTo>
                  <a:lnTo>
                    <a:pt x="15872" y="1661"/>
                  </a:lnTo>
                  <a:lnTo>
                    <a:pt x="16103" y="1584"/>
                  </a:lnTo>
                  <a:close/>
                  <a:moveTo>
                    <a:pt x="13864" y="4287"/>
                  </a:moveTo>
                  <a:lnTo>
                    <a:pt x="13671" y="4519"/>
                  </a:lnTo>
                  <a:lnTo>
                    <a:pt x="13477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09"/>
                  </a:lnTo>
                  <a:lnTo>
                    <a:pt x="11083" y="5870"/>
                  </a:lnTo>
                  <a:lnTo>
                    <a:pt x="10967" y="5793"/>
                  </a:lnTo>
                  <a:lnTo>
                    <a:pt x="10929" y="5677"/>
                  </a:lnTo>
                  <a:lnTo>
                    <a:pt x="10890" y="5600"/>
                  </a:lnTo>
                  <a:lnTo>
                    <a:pt x="10890" y="5445"/>
                  </a:lnTo>
                  <a:lnTo>
                    <a:pt x="11006" y="5252"/>
                  </a:lnTo>
                  <a:lnTo>
                    <a:pt x="11122" y="5098"/>
                  </a:lnTo>
                  <a:lnTo>
                    <a:pt x="11276" y="4943"/>
                  </a:lnTo>
                  <a:lnTo>
                    <a:pt x="11547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8" y="4441"/>
                  </a:lnTo>
                  <a:lnTo>
                    <a:pt x="13246" y="4403"/>
                  </a:lnTo>
                  <a:lnTo>
                    <a:pt x="13555" y="4326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57"/>
                  </a:lnTo>
                  <a:lnTo>
                    <a:pt x="15408" y="4750"/>
                  </a:lnTo>
                  <a:lnTo>
                    <a:pt x="15717" y="4943"/>
                  </a:lnTo>
                  <a:lnTo>
                    <a:pt x="15910" y="5136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82" y="5986"/>
                  </a:lnTo>
                  <a:lnTo>
                    <a:pt x="16876" y="6333"/>
                  </a:lnTo>
                  <a:lnTo>
                    <a:pt x="16991" y="6642"/>
                  </a:lnTo>
                  <a:lnTo>
                    <a:pt x="16991" y="6797"/>
                  </a:lnTo>
                  <a:lnTo>
                    <a:pt x="16991" y="6951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528" y="7337"/>
                  </a:lnTo>
                  <a:lnTo>
                    <a:pt x="16374" y="7299"/>
                  </a:lnTo>
                  <a:lnTo>
                    <a:pt x="16142" y="7183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408" y="6565"/>
                  </a:lnTo>
                  <a:lnTo>
                    <a:pt x="15061" y="6140"/>
                  </a:lnTo>
                  <a:lnTo>
                    <a:pt x="14829" y="5677"/>
                  </a:lnTo>
                  <a:lnTo>
                    <a:pt x="14636" y="5214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69" y="117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45" y="580"/>
                  </a:lnTo>
                  <a:lnTo>
                    <a:pt x="10967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29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1" y="2704"/>
                  </a:lnTo>
                  <a:lnTo>
                    <a:pt x="12396" y="3090"/>
                  </a:lnTo>
                  <a:lnTo>
                    <a:pt x="12898" y="3399"/>
                  </a:lnTo>
                  <a:lnTo>
                    <a:pt x="12898" y="3399"/>
                  </a:lnTo>
                  <a:lnTo>
                    <a:pt x="12049" y="3283"/>
                  </a:lnTo>
                  <a:lnTo>
                    <a:pt x="11199" y="3244"/>
                  </a:lnTo>
                  <a:lnTo>
                    <a:pt x="10427" y="3322"/>
                  </a:lnTo>
                  <a:lnTo>
                    <a:pt x="9616" y="3476"/>
                  </a:lnTo>
                  <a:lnTo>
                    <a:pt x="9655" y="2974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584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51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48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14"/>
                  </a:lnTo>
                  <a:lnTo>
                    <a:pt x="5407" y="5523"/>
                  </a:lnTo>
                  <a:lnTo>
                    <a:pt x="4596" y="6179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18"/>
                  </a:lnTo>
                  <a:lnTo>
                    <a:pt x="541" y="10967"/>
                  </a:lnTo>
                  <a:lnTo>
                    <a:pt x="1" y="11778"/>
                  </a:lnTo>
                  <a:lnTo>
                    <a:pt x="348" y="12048"/>
                  </a:lnTo>
                  <a:lnTo>
                    <a:pt x="1545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40"/>
                  </a:lnTo>
                  <a:lnTo>
                    <a:pt x="6256" y="5561"/>
                  </a:lnTo>
                  <a:lnTo>
                    <a:pt x="7106" y="5059"/>
                  </a:lnTo>
                  <a:lnTo>
                    <a:pt x="8033" y="4596"/>
                  </a:lnTo>
                  <a:lnTo>
                    <a:pt x="8458" y="4403"/>
                  </a:lnTo>
                  <a:lnTo>
                    <a:pt x="8960" y="4248"/>
                  </a:lnTo>
                  <a:lnTo>
                    <a:pt x="9423" y="4094"/>
                  </a:lnTo>
                  <a:lnTo>
                    <a:pt x="9886" y="3978"/>
                  </a:lnTo>
                  <a:lnTo>
                    <a:pt x="10388" y="3901"/>
                  </a:lnTo>
                  <a:lnTo>
                    <a:pt x="10852" y="3824"/>
                  </a:lnTo>
                  <a:lnTo>
                    <a:pt x="12358" y="3824"/>
                  </a:lnTo>
                  <a:lnTo>
                    <a:pt x="12860" y="3901"/>
                  </a:lnTo>
                  <a:lnTo>
                    <a:pt x="12358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19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5" y="5252"/>
                  </a:lnTo>
                  <a:lnTo>
                    <a:pt x="10388" y="5484"/>
                  </a:lnTo>
                  <a:lnTo>
                    <a:pt x="10388" y="5716"/>
                  </a:lnTo>
                  <a:lnTo>
                    <a:pt x="10465" y="5947"/>
                  </a:lnTo>
                  <a:lnTo>
                    <a:pt x="10581" y="6140"/>
                  </a:lnTo>
                  <a:lnTo>
                    <a:pt x="10659" y="6256"/>
                  </a:lnTo>
                  <a:lnTo>
                    <a:pt x="10774" y="6333"/>
                  </a:lnTo>
                  <a:lnTo>
                    <a:pt x="11006" y="6411"/>
                  </a:lnTo>
                  <a:lnTo>
                    <a:pt x="11276" y="6449"/>
                  </a:lnTo>
                  <a:lnTo>
                    <a:pt x="11585" y="6411"/>
                  </a:lnTo>
                  <a:lnTo>
                    <a:pt x="11894" y="6333"/>
                  </a:lnTo>
                  <a:lnTo>
                    <a:pt x="12165" y="6256"/>
                  </a:lnTo>
                  <a:lnTo>
                    <a:pt x="12628" y="6025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677"/>
                  </a:lnTo>
                  <a:lnTo>
                    <a:pt x="14057" y="4866"/>
                  </a:lnTo>
                  <a:lnTo>
                    <a:pt x="14211" y="5368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3" y="6835"/>
                  </a:lnTo>
                  <a:lnTo>
                    <a:pt x="15177" y="7067"/>
                  </a:lnTo>
                  <a:lnTo>
                    <a:pt x="15408" y="7260"/>
                  </a:lnTo>
                  <a:lnTo>
                    <a:pt x="15678" y="7492"/>
                  </a:lnTo>
                  <a:lnTo>
                    <a:pt x="15987" y="7646"/>
                  </a:lnTo>
                  <a:lnTo>
                    <a:pt x="16296" y="7801"/>
                  </a:lnTo>
                  <a:lnTo>
                    <a:pt x="16605" y="7839"/>
                  </a:lnTo>
                  <a:lnTo>
                    <a:pt x="16876" y="7839"/>
                  </a:lnTo>
                  <a:lnTo>
                    <a:pt x="17030" y="7801"/>
                  </a:lnTo>
                  <a:lnTo>
                    <a:pt x="17184" y="7724"/>
                  </a:lnTo>
                  <a:lnTo>
                    <a:pt x="17300" y="7608"/>
                  </a:lnTo>
                  <a:lnTo>
                    <a:pt x="17378" y="7492"/>
                  </a:lnTo>
                  <a:lnTo>
                    <a:pt x="17455" y="7376"/>
                  </a:lnTo>
                  <a:lnTo>
                    <a:pt x="17455" y="7222"/>
                  </a:lnTo>
                  <a:lnTo>
                    <a:pt x="17493" y="6913"/>
                  </a:lnTo>
                  <a:lnTo>
                    <a:pt x="17416" y="6604"/>
                  </a:lnTo>
                  <a:lnTo>
                    <a:pt x="17339" y="6256"/>
                  </a:lnTo>
                  <a:lnTo>
                    <a:pt x="17184" y="5947"/>
                  </a:lnTo>
                  <a:lnTo>
                    <a:pt x="17030" y="5677"/>
                  </a:lnTo>
                  <a:lnTo>
                    <a:pt x="16914" y="5484"/>
                  </a:lnTo>
                  <a:lnTo>
                    <a:pt x="16721" y="5214"/>
                  </a:lnTo>
                  <a:lnTo>
                    <a:pt x="16489" y="4982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08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26"/>
                  </a:lnTo>
                  <a:lnTo>
                    <a:pt x="17107" y="2395"/>
                  </a:lnTo>
                  <a:lnTo>
                    <a:pt x="17146" y="2163"/>
                  </a:lnTo>
                  <a:lnTo>
                    <a:pt x="17146" y="1931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20"/>
                  </a:lnTo>
                  <a:lnTo>
                    <a:pt x="15910" y="1159"/>
                  </a:lnTo>
                  <a:lnTo>
                    <a:pt x="15678" y="1236"/>
                  </a:lnTo>
                  <a:lnTo>
                    <a:pt x="15485" y="1314"/>
                  </a:lnTo>
                  <a:lnTo>
                    <a:pt x="15292" y="1429"/>
                  </a:lnTo>
                  <a:lnTo>
                    <a:pt x="14906" y="1777"/>
                  </a:lnTo>
                  <a:lnTo>
                    <a:pt x="14597" y="2124"/>
                  </a:lnTo>
                  <a:lnTo>
                    <a:pt x="14327" y="2549"/>
                  </a:lnTo>
                  <a:lnTo>
                    <a:pt x="14095" y="3013"/>
                  </a:lnTo>
                  <a:lnTo>
                    <a:pt x="13979" y="2433"/>
                  </a:lnTo>
                  <a:lnTo>
                    <a:pt x="13748" y="1854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25"/>
                  </a:lnTo>
                  <a:lnTo>
                    <a:pt x="12589" y="271"/>
                  </a:lnTo>
                  <a:lnTo>
                    <a:pt x="12358" y="117"/>
                  </a:lnTo>
                  <a:lnTo>
                    <a:pt x="121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5288925" y="2151300"/>
              <a:ext cx="174775" cy="292550"/>
            </a:xfrm>
            <a:custGeom>
              <a:avLst/>
              <a:gdLst/>
              <a:ahLst/>
              <a:cxnLst/>
              <a:rect l="l" t="t" r="r" b="b"/>
              <a:pathLst>
                <a:path w="6991" h="11702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4" y="6256"/>
                  </a:lnTo>
                  <a:lnTo>
                    <a:pt x="4403" y="7801"/>
                  </a:lnTo>
                  <a:lnTo>
                    <a:pt x="5214" y="9346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4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2" y="11508"/>
                  </a:lnTo>
                  <a:lnTo>
                    <a:pt x="6952" y="11392"/>
                  </a:lnTo>
                  <a:lnTo>
                    <a:pt x="6990" y="11354"/>
                  </a:lnTo>
                  <a:lnTo>
                    <a:pt x="6681" y="11122"/>
                  </a:lnTo>
                  <a:lnTo>
                    <a:pt x="6759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6" y="5639"/>
                  </a:lnTo>
                  <a:lnTo>
                    <a:pt x="6411" y="5639"/>
                  </a:lnTo>
                  <a:lnTo>
                    <a:pt x="6411" y="6758"/>
                  </a:lnTo>
                  <a:lnTo>
                    <a:pt x="6334" y="8573"/>
                  </a:lnTo>
                  <a:lnTo>
                    <a:pt x="6295" y="9500"/>
                  </a:lnTo>
                  <a:lnTo>
                    <a:pt x="6257" y="10427"/>
                  </a:lnTo>
                  <a:lnTo>
                    <a:pt x="5986" y="9886"/>
                  </a:lnTo>
                  <a:lnTo>
                    <a:pt x="5253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3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2"/>
            <p:cNvSpPr/>
            <p:nvPr/>
          </p:nvSpPr>
          <p:spPr>
            <a:xfrm>
              <a:off x="1498900" y="2189925"/>
              <a:ext cx="329200" cy="242325"/>
            </a:xfrm>
            <a:custGeom>
              <a:avLst/>
              <a:gdLst/>
              <a:ahLst/>
              <a:cxnLst/>
              <a:rect l="l" t="t" r="r" b="b"/>
              <a:pathLst>
                <a:path w="13168" h="9693" extrusionOk="0">
                  <a:moveTo>
                    <a:pt x="5367" y="618"/>
                  </a:moveTo>
                  <a:lnTo>
                    <a:pt x="5947" y="773"/>
                  </a:lnTo>
                  <a:lnTo>
                    <a:pt x="6526" y="1004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6"/>
                  </a:lnTo>
                  <a:lnTo>
                    <a:pt x="8495" y="3167"/>
                  </a:lnTo>
                  <a:lnTo>
                    <a:pt x="8573" y="3437"/>
                  </a:lnTo>
                  <a:lnTo>
                    <a:pt x="8611" y="3707"/>
                  </a:lnTo>
                  <a:lnTo>
                    <a:pt x="8573" y="3707"/>
                  </a:lnTo>
                  <a:lnTo>
                    <a:pt x="7723" y="3823"/>
                  </a:lnTo>
                  <a:lnTo>
                    <a:pt x="6873" y="3900"/>
                  </a:lnTo>
                  <a:lnTo>
                    <a:pt x="6410" y="3939"/>
                  </a:lnTo>
                  <a:lnTo>
                    <a:pt x="6178" y="3939"/>
                  </a:lnTo>
                  <a:lnTo>
                    <a:pt x="5985" y="3900"/>
                  </a:lnTo>
                  <a:lnTo>
                    <a:pt x="5792" y="3862"/>
                  </a:lnTo>
                  <a:lnTo>
                    <a:pt x="5676" y="3746"/>
                  </a:lnTo>
                  <a:lnTo>
                    <a:pt x="5561" y="3553"/>
                  </a:lnTo>
                  <a:lnTo>
                    <a:pt x="5483" y="3321"/>
                  </a:lnTo>
                  <a:lnTo>
                    <a:pt x="5406" y="2626"/>
                  </a:lnTo>
                  <a:lnTo>
                    <a:pt x="5367" y="1970"/>
                  </a:lnTo>
                  <a:lnTo>
                    <a:pt x="5367" y="618"/>
                  </a:lnTo>
                  <a:close/>
                  <a:moveTo>
                    <a:pt x="2780" y="889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7" y="3707"/>
                  </a:lnTo>
                  <a:lnTo>
                    <a:pt x="2510" y="3862"/>
                  </a:lnTo>
                  <a:lnTo>
                    <a:pt x="2433" y="4016"/>
                  </a:lnTo>
                  <a:lnTo>
                    <a:pt x="2317" y="4132"/>
                  </a:lnTo>
                  <a:lnTo>
                    <a:pt x="2124" y="4209"/>
                  </a:lnTo>
                  <a:lnTo>
                    <a:pt x="1892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6" y="4016"/>
                  </a:lnTo>
                  <a:lnTo>
                    <a:pt x="502" y="3514"/>
                  </a:lnTo>
                  <a:lnTo>
                    <a:pt x="656" y="3012"/>
                  </a:lnTo>
                  <a:lnTo>
                    <a:pt x="888" y="2549"/>
                  </a:lnTo>
                  <a:lnTo>
                    <a:pt x="1158" y="2124"/>
                  </a:lnTo>
                  <a:lnTo>
                    <a:pt x="1506" y="1738"/>
                  </a:lnTo>
                  <a:lnTo>
                    <a:pt x="1892" y="1429"/>
                  </a:lnTo>
                  <a:lnTo>
                    <a:pt x="2317" y="1120"/>
                  </a:lnTo>
                  <a:lnTo>
                    <a:pt x="2780" y="889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3" y="5986"/>
                  </a:lnTo>
                  <a:lnTo>
                    <a:pt x="11430" y="6140"/>
                  </a:lnTo>
                  <a:lnTo>
                    <a:pt x="11353" y="6217"/>
                  </a:lnTo>
                  <a:lnTo>
                    <a:pt x="11237" y="6256"/>
                  </a:lnTo>
                  <a:lnTo>
                    <a:pt x="11082" y="6295"/>
                  </a:lnTo>
                  <a:lnTo>
                    <a:pt x="10928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0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19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2" y="0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4" y="387"/>
                  </a:lnTo>
                  <a:lnTo>
                    <a:pt x="2240" y="580"/>
                  </a:lnTo>
                  <a:lnTo>
                    <a:pt x="1854" y="811"/>
                  </a:lnTo>
                  <a:lnTo>
                    <a:pt x="1506" y="1043"/>
                  </a:lnTo>
                  <a:lnTo>
                    <a:pt x="1158" y="1352"/>
                  </a:lnTo>
                  <a:lnTo>
                    <a:pt x="888" y="1661"/>
                  </a:lnTo>
                  <a:lnTo>
                    <a:pt x="618" y="2008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5"/>
                  </a:lnTo>
                  <a:lnTo>
                    <a:pt x="39" y="3669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6" y="4287"/>
                  </a:lnTo>
                  <a:lnTo>
                    <a:pt x="965" y="4518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402"/>
                  </a:lnTo>
                  <a:lnTo>
                    <a:pt x="2858" y="4248"/>
                  </a:lnTo>
                  <a:lnTo>
                    <a:pt x="2896" y="4132"/>
                  </a:lnTo>
                  <a:lnTo>
                    <a:pt x="2973" y="3978"/>
                  </a:lnTo>
                  <a:lnTo>
                    <a:pt x="3012" y="3630"/>
                  </a:lnTo>
                  <a:lnTo>
                    <a:pt x="3012" y="2974"/>
                  </a:lnTo>
                  <a:lnTo>
                    <a:pt x="3128" y="773"/>
                  </a:lnTo>
                  <a:lnTo>
                    <a:pt x="3514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7" y="580"/>
                  </a:lnTo>
                  <a:lnTo>
                    <a:pt x="5020" y="1661"/>
                  </a:lnTo>
                  <a:lnTo>
                    <a:pt x="5059" y="2703"/>
                  </a:lnTo>
                  <a:lnTo>
                    <a:pt x="5097" y="3398"/>
                  </a:lnTo>
                  <a:lnTo>
                    <a:pt x="5174" y="3746"/>
                  </a:lnTo>
                  <a:lnTo>
                    <a:pt x="5213" y="3900"/>
                  </a:lnTo>
                  <a:lnTo>
                    <a:pt x="5290" y="4055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69" y="4325"/>
                  </a:lnTo>
                  <a:lnTo>
                    <a:pt x="6217" y="4325"/>
                  </a:lnTo>
                  <a:lnTo>
                    <a:pt x="6565" y="4287"/>
                  </a:lnTo>
                  <a:lnTo>
                    <a:pt x="7607" y="4209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1" y="4866"/>
                  </a:lnTo>
                  <a:lnTo>
                    <a:pt x="8611" y="4904"/>
                  </a:lnTo>
                  <a:lnTo>
                    <a:pt x="8611" y="5020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6" y="4943"/>
                  </a:lnTo>
                  <a:lnTo>
                    <a:pt x="9190" y="4904"/>
                  </a:lnTo>
                  <a:lnTo>
                    <a:pt x="9383" y="4904"/>
                  </a:lnTo>
                  <a:lnTo>
                    <a:pt x="9808" y="4982"/>
                  </a:lnTo>
                  <a:lnTo>
                    <a:pt x="10194" y="5098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0" y="5445"/>
                  </a:lnTo>
                  <a:lnTo>
                    <a:pt x="10272" y="5600"/>
                  </a:lnTo>
                  <a:lnTo>
                    <a:pt x="10233" y="5754"/>
                  </a:lnTo>
                  <a:lnTo>
                    <a:pt x="10233" y="5908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3" y="6488"/>
                  </a:lnTo>
                  <a:lnTo>
                    <a:pt x="10696" y="6604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6"/>
                  </a:lnTo>
                  <a:lnTo>
                    <a:pt x="11739" y="6410"/>
                  </a:lnTo>
                  <a:lnTo>
                    <a:pt x="11855" y="6256"/>
                  </a:lnTo>
                  <a:lnTo>
                    <a:pt x="12086" y="6565"/>
                  </a:lnTo>
                  <a:lnTo>
                    <a:pt x="12280" y="6912"/>
                  </a:lnTo>
                  <a:lnTo>
                    <a:pt x="12395" y="7221"/>
                  </a:lnTo>
                  <a:lnTo>
                    <a:pt x="12473" y="7569"/>
                  </a:lnTo>
                  <a:lnTo>
                    <a:pt x="12550" y="7916"/>
                  </a:lnTo>
                  <a:lnTo>
                    <a:pt x="12550" y="8264"/>
                  </a:lnTo>
                  <a:lnTo>
                    <a:pt x="12588" y="8998"/>
                  </a:lnTo>
                  <a:lnTo>
                    <a:pt x="12511" y="8998"/>
                  </a:lnTo>
                  <a:lnTo>
                    <a:pt x="12434" y="9075"/>
                  </a:lnTo>
                  <a:lnTo>
                    <a:pt x="12395" y="9113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5" y="9654"/>
                  </a:lnTo>
                  <a:lnTo>
                    <a:pt x="12820" y="9615"/>
                  </a:lnTo>
                  <a:lnTo>
                    <a:pt x="12936" y="9577"/>
                  </a:lnTo>
                  <a:lnTo>
                    <a:pt x="13013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5"/>
                  </a:lnTo>
                  <a:lnTo>
                    <a:pt x="13090" y="7723"/>
                  </a:lnTo>
                  <a:lnTo>
                    <a:pt x="12936" y="7183"/>
                  </a:lnTo>
                  <a:lnTo>
                    <a:pt x="12743" y="6681"/>
                  </a:lnTo>
                  <a:lnTo>
                    <a:pt x="12434" y="6217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314" y="5098"/>
                  </a:lnTo>
                  <a:lnTo>
                    <a:pt x="10967" y="4904"/>
                  </a:lnTo>
                  <a:lnTo>
                    <a:pt x="10619" y="4750"/>
                  </a:lnTo>
                  <a:lnTo>
                    <a:pt x="10272" y="4596"/>
                  </a:lnTo>
                  <a:lnTo>
                    <a:pt x="9885" y="4480"/>
                  </a:lnTo>
                  <a:lnTo>
                    <a:pt x="9538" y="4441"/>
                  </a:lnTo>
                  <a:lnTo>
                    <a:pt x="9190" y="4441"/>
                  </a:lnTo>
                  <a:lnTo>
                    <a:pt x="9268" y="3978"/>
                  </a:lnTo>
                  <a:lnTo>
                    <a:pt x="9229" y="3514"/>
                  </a:lnTo>
                  <a:lnTo>
                    <a:pt x="9152" y="3090"/>
                  </a:lnTo>
                  <a:lnTo>
                    <a:pt x="8997" y="2665"/>
                  </a:lnTo>
                  <a:lnTo>
                    <a:pt x="8804" y="2279"/>
                  </a:lnTo>
                  <a:lnTo>
                    <a:pt x="8534" y="1931"/>
                  </a:lnTo>
                  <a:lnTo>
                    <a:pt x="8225" y="1584"/>
                  </a:lnTo>
                  <a:lnTo>
                    <a:pt x="7839" y="1275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8" y="348"/>
                  </a:lnTo>
                  <a:lnTo>
                    <a:pt x="5715" y="193"/>
                  </a:lnTo>
                  <a:lnTo>
                    <a:pt x="5290" y="78"/>
                  </a:lnTo>
                  <a:lnTo>
                    <a:pt x="4827" y="39"/>
                  </a:lnTo>
                  <a:lnTo>
                    <a:pt x="440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2"/>
            <p:cNvSpPr/>
            <p:nvPr/>
          </p:nvSpPr>
          <p:spPr>
            <a:xfrm>
              <a:off x="1530750" y="2203425"/>
              <a:ext cx="254875" cy="267450"/>
            </a:xfrm>
            <a:custGeom>
              <a:avLst/>
              <a:gdLst/>
              <a:ahLst/>
              <a:cxnLst/>
              <a:rect l="l" t="t" r="r" b="b"/>
              <a:pathLst>
                <a:path w="10195" h="10698" extrusionOk="0">
                  <a:moveTo>
                    <a:pt x="8264" y="7299"/>
                  </a:moveTo>
                  <a:lnTo>
                    <a:pt x="8496" y="7376"/>
                  </a:lnTo>
                  <a:lnTo>
                    <a:pt x="8727" y="7454"/>
                  </a:lnTo>
                  <a:lnTo>
                    <a:pt x="8959" y="7569"/>
                  </a:lnTo>
                  <a:lnTo>
                    <a:pt x="9152" y="7724"/>
                  </a:lnTo>
                  <a:lnTo>
                    <a:pt x="9345" y="7917"/>
                  </a:lnTo>
                  <a:lnTo>
                    <a:pt x="9500" y="8110"/>
                  </a:lnTo>
                  <a:lnTo>
                    <a:pt x="9615" y="8342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3"/>
                  </a:lnTo>
                  <a:lnTo>
                    <a:pt x="9538" y="9423"/>
                  </a:lnTo>
                  <a:lnTo>
                    <a:pt x="9384" y="9655"/>
                  </a:lnTo>
                  <a:lnTo>
                    <a:pt x="9191" y="9848"/>
                  </a:lnTo>
                  <a:lnTo>
                    <a:pt x="8959" y="10041"/>
                  </a:lnTo>
                  <a:lnTo>
                    <a:pt x="8689" y="10118"/>
                  </a:lnTo>
                  <a:lnTo>
                    <a:pt x="8418" y="10195"/>
                  </a:lnTo>
                  <a:lnTo>
                    <a:pt x="8109" y="10157"/>
                  </a:lnTo>
                  <a:lnTo>
                    <a:pt x="7839" y="10079"/>
                  </a:lnTo>
                  <a:lnTo>
                    <a:pt x="7607" y="9964"/>
                  </a:lnTo>
                  <a:lnTo>
                    <a:pt x="7376" y="9809"/>
                  </a:lnTo>
                  <a:lnTo>
                    <a:pt x="7183" y="9577"/>
                  </a:lnTo>
                  <a:lnTo>
                    <a:pt x="7028" y="9346"/>
                  </a:lnTo>
                  <a:lnTo>
                    <a:pt x="6951" y="9075"/>
                  </a:lnTo>
                  <a:lnTo>
                    <a:pt x="6912" y="8805"/>
                  </a:lnTo>
                  <a:lnTo>
                    <a:pt x="6951" y="8535"/>
                  </a:lnTo>
                  <a:lnTo>
                    <a:pt x="7028" y="8265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4"/>
                  </a:lnTo>
                  <a:lnTo>
                    <a:pt x="7723" y="7569"/>
                  </a:lnTo>
                  <a:lnTo>
                    <a:pt x="8148" y="7338"/>
                  </a:lnTo>
                  <a:lnTo>
                    <a:pt x="8225" y="7299"/>
                  </a:lnTo>
                  <a:close/>
                  <a:moveTo>
                    <a:pt x="2858" y="1"/>
                  </a:moveTo>
                  <a:lnTo>
                    <a:pt x="2665" y="40"/>
                  </a:lnTo>
                  <a:lnTo>
                    <a:pt x="2665" y="78"/>
                  </a:lnTo>
                  <a:lnTo>
                    <a:pt x="2626" y="1353"/>
                  </a:lnTo>
                  <a:lnTo>
                    <a:pt x="2626" y="2588"/>
                  </a:lnTo>
                  <a:lnTo>
                    <a:pt x="2665" y="3824"/>
                  </a:lnTo>
                  <a:lnTo>
                    <a:pt x="2703" y="5098"/>
                  </a:lnTo>
                  <a:lnTo>
                    <a:pt x="2896" y="7492"/>
                  </a:lnTo>
                  <a:lnTo>
                    <a:pt x="2896" y="8149"/>
                  </a:lnTo>
                  <a:lnTo>
                    <a:pt x="2935" y="8458"/>
                  </a:lnTo>
                  <a:lnTo>
                    <a:pt x="2974" y="8612"/>
                  </a:lnTo>
                  <a:lnTo>
                    <a:pt x="3051" y="8767"/>
                  </a:lnTo>
                  <a:lnTo>
                    <a:pt x="1545" y="8728"/>
                  </a:lnTo>
                  <a:lnTo>
                    <a:pt x="39" y="8689"/>
                  </a:lnTo>
                  <a:lnTo>
                    <a:pt x="0" y="8689"/>
                  </a:lnTo>
                  <a:lnTo>
                    <a:pt x="0" y="9037"/>
                  </a:lnTo>
                  <a:lnTo>
                    <a:pt x="773" y="9114"/>
                  </a:lnTo>
                  <a:lnTo>
                    <a:pt x="1545" y="9153"/>
                  </a:lnTo>
                  <a:lnTo>
                    <a:pt x="3128" y="9230"/>
                  </a:lnTo>
                  <a:lnTo>
                    <a:pt x="4827" y="9307"/>
                  </a:lnTo>
                  <a:lnTo>
                    <a:pt x="5677" y="9307"/>
                  </a:lnTo>
                  <a:lnTo>
                    <a:pt x="6488" y="9269"/>
                  </a:lnTo>
                  <a:lnTo>
                    <a:pt x="6603" y="9577"/>
                  </a:lnTo>
                  <a:lnTo>
                    <a:pt x="6758" y="9848"/>
                  </a:lnTo>
                  <a:lnTo>
                    <a:pt x="6990" y="10079"/>
                  </a:lnTo>
                  <a:lnTo>
                    <a:pt x="7221" y="10311"/>
                  </a:lnTo>
                  <a:lnTo>
                    <a:pt x="7492" y="10466"/>
                  </a:lnTo>
                  <a:lnTo>
                    <a:pt x="7801" y="10581"/>
                  </a:lnTo>
                  <a:lnTo>
                    <a:pt x="8109" y="10659"/>
                  </a:lnTo>
                  <a:lnTo>
                    <a:pt x="8418" y="10697"/>
                  </a:lnTo>
                  <a:lnTo>
                    <a:pt x="8727" y="10620"/>
                  </a:lnTo>
                  <a:lnTo>
                    <a:pt x="9036" y="10543"/>
                  </a:lnTo>
                  <a:lnTo>
                    <a:pt x="9306" y="10388"/>
                  </a:lnTo>
                  <a:lnTo>
                    <a:pt x="9538" y="10195"/>
                  </a:lnTo>
                  <a:lnTo>
                    <a:pt x="9770" y="9964"/>
                  </a:lnTo>
                  <a:lnTo>
                    <a:pt x="9924" y="9693"/>
                  </a:lnTo>
                  <a:lnTo>
                    <a:pt x="10079" y="9423"/>
                  </a:lnTo>
                  <a:lnTo>
                    <a:pt x="10156" y="9153"/>
                  </a:lnTo>
                  <a:lnTo>
                    <a:pt x="10195" y="9153"/>
                  </a:lnTo>
                  <a:lnTo>
                    <a:pt x="10195" y="8767"/>
                  </a:lnTo>
                  <a:lnTo>
                    <a:pt x="10156" y="8419"/>
                  </a:lnTo>
                  <a:lnTo>
                    <a:pt x="10040" y="8071"/>
                  </a:lnTo>
                  <a:lnTo>
                    <a:pt x="9847" y="7763"/>
                  </a:lnTo>
                  <a:lnTo>
                    <a:pt x="9615" y="7492"/>
                  </a:lnTo>
                  <a:lnTo>
                    <a:pt x="9306" y="7261"/>
                  </a:lnTo>
                  <a:lnTo>
                    <a:pt x="8998" y="7106"/>
                  </a:lnTo>
                  <a:lnTo>
                    <a:pt x="8650" y="7029"/>
                  </a:lnTo>
                  <a:lnTo>
                    <a:pt x="8303" y="7029"/>
                  </a:lnTo>
                  <a:lnTo>
                    <a:pt x="8187" y="7067"/>
                  </a:lnTo>
                  <a:lnTo>
                    <a:pt x="8148" y="7029"/>
                  </a:lnTo>
                  <a:lnTo>
                    <a:pt x="8071" y="6990"/>
                  </a:lnTo>
                  <a:lnTo>
                    <a:pt x="7916" y="6990"/>
                  </a:lnTo>
                  <a:lnTo>
                    <a:pt x="7723" y="7029"/>
                  </a:lnTo>
                  <a:lnTo>
                    <a:pt x="7414" y="7145"/>
                  </a:lnTo>
                  <a:lnTo>
                    <a:pt x="7144" y="7338"/>
                  </a:lnTo>
                  <a:lnTo>
                    <a:pt x="6912" y="7569"/>
                  </a:lnTo>
                  <a:lnTo>
                    <a:pt x="6719" y="7878"/>
                  </a:lnTo>
                  <a:lnTo>
                    <a:pt x="6565" y="8187"/>
                  </a:lnTo>
                  <a:lnTo>
                    <a:pt x="6449" y="8535"/>
                  </a:lnTo>
                  <a:lnTo>
                    <a:pt x="6449" y="8844"/>
                  </a:lnTo>
                  <a:lnTo>
                    <a:pt x="5715" y="8805"/>
                  </a:lnTo>
                  <a:lnTo>
                    <a:pt x="4943" y="8767"/>
                  </a:lnTo>
                  <a:lnTo>
                    <a:pt x="3476" y="8767"/>
                  </a:lnTo>
                  <a:lnTo>
                    <a:pt x="3476" y="8728"/>
                  </a:lnTo>
                  <a:lnTo>
                    <a:pt x="3476" y="8651"/>
                  </a:lnTo>
                  <a:lnTo>
                    <a:pt x="3476" y="8573"/>
                  </a:lnTo>
                  <a:lnTo>
                    <a:pt x="3437" y="8535"/>
                  </a:lnTo>
                  <a:lnTo>
                    <a:pt x="3360" y="8496"/>
                  </a:lnTo>
                  <a:lnTo>
                    <a:pt x="3283" y="8496"/>
                  </a:lnTo>
                  <a:lnTo>
                    <a:pt x="3205" y="8535"/>
                  </a:lnTo>
                  <a:lnTo>
                    <a:pt x="3283" y="8380"/>
                  </a:lnTo>
                  <a:lnTo>
                    <a:pt x="3283" y="8226"/>
                  </a:lnTo>
                  <a:lnTo>
                    <a:pt x="3283" y="8110"/>
                  </a:lnTo>
                  <a:lnTo>
                    <a:pt x="3283" y="7956"/>
                  </a:lnTo>
                  <a:lnTo>
                    <a:pt x="3205" y="7338"/>
                  </a:lnTo>
                  <a:lnTo>
                    <a:pt x="3128" y="6450"/>
                  </a:lnTo>
                  <a:lnTo>
                    <a:pt x="3012" y="4326"/>
                  </a:lnTo>
                  <a:lnTo>
                    <a:pt x="2935" y="2202"/>
                  </a:lnTo>
                  <a:lnTo>
                    <a:pt x="2896" y="78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2"/>
            <p:cNvSpPr/>
            <p:nvPr/>
          </p:nvSpPr>
          <p:spPr>
            <a:xfrm>
              <a:off x="4324525" y="22671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20"/>
                  </a:lnTo>
                  <a:lnTo>
                    <a:pt x="2897" y="1661"/>
                  </a:lnTo>
                  <a:lnTo>
                    <a:pt x="2511" y="2202"/>
                  </a:lnTo>
                  <a:lnTo>
                    <a:pt x="1970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80" y="4750"/>
                  </a:lnTo>
                  <a:lnTo>
                    <a:pt x="966" y="4518"/>
                  </a:lnTo>
                  <a:lnTo>
                    <a:pt x="1314" y="4210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935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3"/>
                  </a:lnTo>
                  <a:lnTo>
                    <a:pt x="4248" y="155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2"/>
            <p:cNvSpPr/>
            <p:nvPr/>
          </p:nvSpPr>
          <p:spPr>
            <a:xfrm>
              <a:off x="4273375" y="22681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0"/>
                  </a:moveTo>
                  <a:lnTo>
                    <a:pt x="1004" y="309"/>
                  </a:lnTo>
                  <a:lnTo>
                    <a:pt x="1236" y="386"/>
                  </a:lnTo>
                  <a:lnTo>
                    <a:pt x="1429" y="579"/>
                  </a:lnTo>
                  <a:lnTo>
                    <a:pt x="1583" y="772"/>
                  </a:lnTo>
                  <a:lnTo>
                    <a:pt x="1622" y="1004"/>
                  </a:lnTo>
                  <a:lnTo>
                    <a:pt x="1622" y="1120"/>
                  </a:lnTo>
                  <a:lnTo>
                    <a:pt x="1583" y="1197"/>
                  </a:lnTo>
                  <a:lnTo>
                    <a:pt x="1545" y="1313"/>
                  </a:lnTo>
                  <a:lnTo>
                    <a:pt x="1468" y="1390"/>
                  </a:lnTo>
                  <a:lnTo>
                    <a:pt x="1352" y="1506"/>
                  </a:lnTo>
                  <a:lnTo>
                    <a:pt x="1197" y="1545"/>
                  </a:lnTo>
                  <a:lnTo>
                    <a:pt x="966" y="1583"/>
                  </a:lnTo>
                  <a:lnTo>
                    <a:pt x="772" y="1545"/>
                  </a:lnTo>
                  <a:lnTo>
                    <a:pt x="657" y="1506"/>
                  </a:lnTo>
                  <a:lnTo>
                    <a:pt x="579" y="1429"/>
                  </a:lnTo>
                  <a:lnTo>
                    <a:pt x="502" y="1352"/>
                  </a:lnTo>
                  <a:lnTo>
                    <a:pt x="464" y="1236"/>
                  </a:lnTo>
                  <a:lnTo>
                    <a:pt x="425" y="1004"/>
                  </a:lnTo>
                  <a:lnTo>
                    <a:pt x="464" y="811"/>
                  </a:lnTo>
                  <a:lnTo>
                    <a:pt x="541" y="618"/>
                  </a:lnTo>
                  <a:lnTo>
                    <a:pt x="695" y="425"/>
                  </a:lnTo>
                  <a:lnTo>
                    <a:pt x="734" y="348"/>
                  </a:lnTo>
                  <a:lnTo>
                    <a:pt x="734" y="309"/>
                  </a:lnTo>
                  <a:lnTo>
                    <a:pt x="888" y="270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116"/>
                  </a:lnTo>
                  <a:lnTo>
                    <a:pt x="541" y="77"/>
                  </a:lnTo>
                  <a:lnTo>
                    <a:pt x="464" y="116"/>
                  </a:lnTo>
                  <a:lnTo>
                    <a:pt x="270" y="232"/>
                  </a:lnTo>
                  <a:lnTo>
                    <a:pt x="155" y="386"/>
                  </a:lnTo>
                  <a:lnTo>
                    <a:pt x="77" y="541"/>
                  </a:lnTo>
                  <a:lnTo>
                    <a:pt x="39" y="734"/>
                  </a:lnTo>
                  <a:lnTo>
                    <a:pt x="0" y="888"/>
                  </a:lnTo>
                  <a:lnTo>
                    <a:pt x="0" y="1081"/>
                  </a:lnTo>
                  <a:lnTo>
                    <a:pt x="39" y="1274"/>
                  </a:lnTo>
                  <a:lnTo>
                    <a:pt x="77" y="1468"/>
                  </a:lnTo>
                  <a:lnTo>
                    <a:pt x="193" y="1661"/>
                  </a:lnTo>
                  <a:lnTo>
                    <a:pt x="309" y="1776"/>
                  </a:lnTo>
                  <a:lnTo>
                    <a:pt x="502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236" y="2008"/>
                  </a:lnTo>
                  <a:lnTo>
                    <a:pt x="1429" y="1931"/>
                  </a:lnTo>
                  <a:lnTo>
                    <a:pt x="1622" y="1815"/>
                  </a:lnTo>
                  <a:lnTo>
                    <a:pt x="1776" y="1699"/>
                  </a:lnTo>
                  <a:lnTo>
                    <a:pt x="1892" y="1545"/>
                  </a:lnTo>
                  <a:lnTo>
                    <a:pt x="1970" y="1390"/>
                  </a:lnTo>
                  <a:lnTo>
                    <a:pt x="2047" y="1197"/>
                  </a:lnTo>
                  <a:lnTo>
                    <a:pt x="2085" y="1004"/>
                  </a:lnTo>
                  <a:lnTo>
                    <a:pt x="2047" y="811"/>
                  </a:lnTo>
                  <a:lnTo>
                    <a:pt x="1970" y="618"/>
                  </a:lnTo>
                  <a:lnTo>
                    <a:pt x="1892" y="425"/>
                  </a:lnTo>
                  <a:lnTo>
                    <a:pt x="1738" y="270"/>
                  </a:lnTo>
                  <a:lnTo>
                    <a:pt x="1583" y="155"/>
                  </a:lnTo>
                  <a:lnTo>
                    <a:pt x="1429" y="77"/>
                  </a:lnTo>
                  <a:lnTo>
                    <a:pt x="1236" y="39"/>
                  </a:lnTo>
                  <a:lnTo>
                    <a:pt x="104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2"/>
            <p:cNvSpPr/>
            <p:nvPr/>
          </p:nvSpPr>
          <p:spPr>
            <a:xfrm>
              <a:off x="1394625" y="2299975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0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1" y="194"/>
                  </a:lnTo>
                  <a:lnTo>
                    <a:pt x="2240" y="309"/>
                  </a:lnTo>
                  <a:lnTo>
                    <a:pt x="2009" y="425"/>
                  </a:lnTo>
                  <a:lnTo>
                    <a:pt x="1738" y="580"/>
                  </a:lnTo>
                  <a:lnTo>
                    <a:pt x="1507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9"/>
                  </a:lnTo>
                  <a:lnTo>
                    <a:pt x="39" y="3746"/>
                  </a:lnTo>
                  <a:lnTo>
                    <a:pt x="1" y="4055"/>
                  </a:lnTo>
                  <a:lnTo>
                    <a:pt x="1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700" y="5291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827"/>
                  </a:lnTo>
                  <a:lnTo>
                    <a:pt x="734" y="4711"/>
                  </a:lnTo>
                  <a:lnTo>
                    <a:pt x="580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80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54" y="1159"/>
                  </a:lnTo>
                  <a:lnTo>
                    <a:pt x="2202" y="889"/>
                  </a:lnTo>
                  <a:lnTo>
                    <a:pt x="2626" y="696"/>
                  </a:lnTo>
                  <a:lnTo>
                    <a:pt x="3090" y="580"/>
                  </a:lnTo>
                  <a:lnTo>
                    <a:pt x="3592" y="541"/>
                  </a:lnTo>
                  <a:lnTo>
                    <a:pt x="4094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3" y="502"/>
                  </a:lnTo>
                  <a:lnTo>
                    <a:pt x="4480" y="464"/>
                  </a:lnTo>
                  <a:lnTo>
                    <a:pt x="4519" y="425"/>
                  </a:lnTo>
                  <a:lnTo>
                    <a:pt x="4519" y="348"/>
                  </a:lnTo>
                  <a:lnTo>
                    <a:pt x="4519" y="194"/>
                  </a:lnTo>
                  <a:lnTo>
                    <a:pt x="4210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2"/>
            <p:cNvSpPr/>
            <p:nvPr/>
          </p:nvSpPr>
          <p:spPr>
            <a:xfrm>
              <a:off x="4211575" y="2315425"/>
              <a:ext cx="44450" cy="44425"/>
            </a:xfrm>
            <a:custGeom>
              <a:avLst/>
              <a:gdLst/>
              <a:ahLst/>
              <a:cxnLst/>
              <a:rect l="l" t="t" r="r" b="b"/>
              <a:pathLst>
                <a:path w="1778" h="1777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8"/>
                  </a:lnTo>
                  <a:lnTo>
                    <a:pt x="1391" y="811"/>
                  </a:lnTo>
                  <a:lnTo>
                    <a:pt x="1391" y="966"/>
                  </a:lnTo>
                  <a:lnTo>
                    <a:pt x="1352" y="1082"/>
                  </a:lnTo>
                  <a:lnTo>
                    <a:pt x="1275" y="1159"/>
                  </a:lnTo>
                  <a:lnTo>
                    <a:pt x="1198" y="1236"/>
                  </a:lnTo>
                  <a:lnTo>
                    <a:pt x="1082" y="1313"/>
                  </a:lnTo>
                  <a:lnTo>
                    <a:pt x="889" y="1390"/>
                  </a:lnTo>
                  <a:lnTo>
                    <a:pt x="734" y="1352"/>
                  </a:lnTo>
                  <a:lnTo>
                    <a:pt x="541" y="1275"/>
                  </a:lnTo>
                  <a:lnTo>
                    <a:pt x="426" y="1082"/>
                  </a:lnTo>
                  <a:lnTo>
                    <a:pt x="387" y="927"/>
                  </a:lnTo>
                  <a:lnTo>
                    <a:pt x="387" y="734"/>
                  </a:lnTo>
                  <a:lnTo>
                    <a:pt x="464" y="580"/>
                  </a:lnTo>
                  <a:lnTo>
                    <a:pt x="541" y="386"/>
                  </a:lnTo>
                  <a:lnTo>
                    <a:pt x="541" y="348"/>
                  </a:lnTo>
                  <a:lnTo>
                    <a:pt x="580" y="348"/>
                  </a:lnTo>
                  <a:lnTo>
                    <a:pt x="773" y="309"/>
                  </a:lnTo>
                  <a:close/>
                  <a:moveTo>
                    <a:pt x="966" y="0"/>
                  </a:moveTo>
                  <a:lnTo>
                    <a:pt x="773" y="39"/>
                  </a:lnTo>
                  <a:lnTo>
                    <a:pt x="619" y="78"/>
                  </a:lnTo>
                  <a:lnTo>
                    <a:pt x="464" y="155"/>
                  </a:lnTo>
                  <a:lnTo>
                    <a:pt x="426" y="193"/>
                  </a:lnTo>
                  <a:lnTo>
                    <a:pt x="387" y="193"/>
                  </a:lnTo>
                  <a:lnTo>
                    <a:pt x="232" y="271"/>
                  </a:lnTo>
                  <a:lnTo>
                    <a:pt x="117" y="386"/>
                  </a:lnTo>
                  <a:lnTo>
                    <a:pt x="39" y="541"/>
                  </a:lnTo>
                  <a:lnTo>
                    <a:pt x="1" y="695"/>
                  </a:lnTo>
                  <a:lnTo>
                    <a:pt x="1" y="850"/>
                  </a:lnTo>
                  <a:lnTo>
                    <a:pt x="1" y="1004"/>
                  </a:lnTo>
                  <a:lnTo>
                    <a:pt x="39" y="1197"/>
                  </a:lnTo>
                  <a:lnTo>
                    <a:pt x="117" y="1313"/>
                  </a:lnTo>
                  <a:lnTo>
                    <a:pt x="194" y="1468"/>
                  </a:lnTo>
                  <a:lnTo>
                    <a:pt x="348" y="1584"/>
                  </a:lnTo>
                  <a:lnTo>
                    <a:pt x="464" y="1699"/>
                  </a:lnTo>
                  <a:lnTo>
                    <a:pt x="619" y="1738"/>
                  </a:lnTo>
                  <a:lnTo>
                    <a:pt x="812" y="1777"/>
                  </a:lnTo>
                  <a:lnTo>
                    <a:pt x="966" y="1777"/>
                  </a:lnTo>
                  <a:lnTo>
                    <a:pt x="1121" y="1738"/>
                  </a:lnTo>
                  <a:lnTo>
                    <a:pt x="1314" y="1661"/>
                  </a:lnTo>
                  <a:lnTo>
                    <a:pt x="1430" y="1545"/>
                  </a:lnTo>
                  <a:lnTo>
                    <a:pt x="1584" y="1429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66"/>
                  </a:lnTo>
                  <a:lnTo>
                    <a:pt x="1777" y="773"/>
                  </a:lnTo>
                  <a:lnTo>
                    <a:pt x="1738" y="618"/>
                  </a:lnTo>
                  <a:lnTo>
                    <a:pt x="1661" y="425"/>
                  </a:lnTo>
                  <a:lnTo>
                    <a:pt x="1545" y="309"/>
                  </a:lnTo>
                  <a:lnTo>
                    <a:pt x="1430" y="193"/>
                  </a:lnTo>
                  <a:lnTo>
                    <a:pt x="1275" y="116"/>
                  </a:lnTo>
                  <a:lnTo>
                    <a:pt x="1121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2"/>
            <p:cNvSpPr/>
            <p:nvPr/>
          </p:nvSpPr>
          <p:spPr>
            <a:xfrm>
              <a:off x="2413100" y="2319275"/>
              <a:ext cx="84975" cy="222075"/>
            </a:xfrm>
            <a:custGeom>
              <a:avLst/>
              <a:gdLst/>
              <a:ahLst/>
              <a:cxnLst/>
              <a:rect l="l" t="t" r="r" b="b"/>
              <a:pathLst>
                <a:path w="3399" h="8883" extrusionOk="0">
                  <a:moveTo>
                    <a:pt x="1043" y="7376"/>
                  </a:moveTo>
                  <a:lnTo>
                    <a:pt x="1197" y="7453"/>
                  </a:lnTo>
                  <a:lnTo>
                    <a:pt x="1352" y="7608"/>
                  </a:lnTo>
                  <a:lnTo>
                    <a:pt x="1429" y="7685"/>
                  </a:lnTo>
                  <a:lnTo>
                    <a:pt x="1468" y="7801"/>
                  </a:lnTo>
                  <a:lnTo>
                    <a:pt x="1468" y="8033"/>
                  </a:lnTo>
                  <a:lnTo>
                    <a:pt x="1390" y="8226"/>
                  </a:lnTo>
                  <a:lnTo>
                    <a:pt x="1313" y="8342"/>
                  </a:lnTo>
                  <a:lnTo>
                    <a:pt x="1236" y="8419"/>
                  </a:lnTo>
                  <a:lnTo>
                    <a:pt x="1159" y="8457"/>
                  </a:lnTo>
                  <a:lnTo>
                    <a:pt x="1043" y="8496"/>
                  </a:lnTo>
                  <a:lnTo>
                    <a:pt x="811" y="8496"/>
                  </a:lnTo>
                  <a:lnTo>
                    <a:pt x="618" y="8419"/>
                  </a:lnTo>
                  <a:lnTo>
                    <a:pt x="541" y="8342"/>
                  </a:lnTo>
                  <a:lnTo>
                    <a:pt x="464" y="8264"/>
                  </a:lnTo>
                  <a:lnTo>
                    <a:pt x="386" y="8148"/>
                  </a:lnTo>
                  <a:lnTo>
                    <a:pt x="386" y="8033"/>
                  </a:lnTo>
                  <a:lnTo>
                    <a:pt x="386" y="7917"/>
                  </a:lnTo>
                  <a:lnTo>
                    <a:pt x="386" y="7801"/>
                  </a:lnTo>
                  <a:lnTo>
                    <a:pt x="502" y="7569"/>
                  </a:lnTo>
                  <a:lnTo>
                    <a:pt x="695" y="7415"/>
                  </a:lnTo>
                  <a:lnTo>
                    <a:pt x="850" y="7376"/>
                  </a:lnTo>
                  <a:close/>
                  <a:moveTo>
                    <a:pt x="3128" y="1"/>
                  </a:moveTo>
                  <a:lnTo>
                    <a:pt x="3089" y="39"/>
                  </a:lnTo>
                  <a:lnTo>
                    <a:pt x="3051" y="78"/>
                  </a:lnTo>
                  <a:lnTo>
                    <a:pt x="2819" y="503"/>
                  </a:lnTo>
                  <a:lnTo>
                    <a:pt x="2665" y="889"/>
                  </a:lnTo>
                  <a:lnTo>
                    <a:pt x="2356" y="1777"/>
                  </a:lnTo>
                  <a:lnTo>
                    <a:pt x="2085" y="2665"/>
                  </a:lnTo>
                  <a:lnTo>
                    <a:pt x="1854" y="3515"/>
                  </a:lnTo>
                  <a:lnTo>
                    <a:pt x="1313" y="5252"/>
                  </a:lnTo>
                  <a:lnTo>
                    <a:pt x="1043" y="6102"/>
                  </a:lnTo>
                  <a:lnTo>
                    <a:pt x="811" y="6990"/>
                  </a:lnTo>
                  <a:lnTo>
                    <a:pt x="657" y="6990"/>
                  </a:lnTo>
                  <a:lnTo>
                    <a:pt x="541" y="7029"/>
                  </a:lnTo>
                  <a:lnTo>
                    <a:pt x="386" y="7106"/>
                  </a:lnTo>
                  <a:lnTo>
                    <a:pt x="309" y="7222"/>
                  </a:lnTo>
                  <a:lnTo>
                    <a:pt x="271" y="7299"/>
                  </a:lnTo>
                  <a:lnTo>
                    <a:pt x="271" y="7376"/>
                  </a:lnTo>
                  <a:lnTo>
                    <a:pt x="116" y="7608"/>
                  </a:lnTo>
                  <a:lnTo>
                    <a:pt x="0" y="7840"/>
                  </a:lnTo>
                  <a:lnTo>
                    <a:pt x="0" y="8110"/>
                  </a:lnTo>
                  <a:lnTo>
                    <a:pt x="39" y="8264"/>
                  </a:lnTo>
                  <a:lnTo>
                    <a:pt x="78" y="8419"/>
                  </a:lnTo>
                  <a:lnTo>
                    <a:pt x="193" y="8573"/>
                  </a:lnTo>
                  <a:lnTo>
                    <a:pt x="348" y="8689"/>
                  </a:lnTo>
                  <a:lnTo>
                    <a:pt x="502" y="8805"/>
                  </a:lnTo>
                  <a:lnTo>
                    <a:pt x="657" y="8882"/>
                  </a:lnTo>
                  <a:lnTo>
                    <a:pt x="1043" y="8882"/>
                  </a:lnTo>
                  <a:lnTo>
                    <a:pt x="1236" y="8844"/>
                  </a:lnTo>
                  <a:lnTo>
                    <a:pt x="1429" y="8766"/>
                  </a:lnTo>
                  <a:lnTo>
                    <a:pt x="1584" y="8650"/>
                  </a:lnTo>
                  <a:lnTo>
                    <a:pt x="1699" y="8496"/>
                  </a:lnTo>
                  <a:lnTo>
                    <a:pt x="1777" y="8342"/>
                  </a:lnTo>
                  <a:lnTo>
                    <a:pt x="1854" y="8148"/>
                  </a:lnTo>
                  <a:lnTo>
                    <a:pt x="1854" y="7955"/>
                  </a:lnTo>
                  <a:lnTo>
                    <a:pt x="1854" y="7762"/>
                  </a:lnTo>
                  <a:lnTo>
                    <a:pt x="1815" y="7608"/>
                  </a:lnTo>
                  <a:lnTo>
                    <a:pt x="1738" y="7415"/>
                  </a:lnTo>
                  <a:lnTo>
                    <a:pt x="1622" y="7299"/>
                  </a:lnTo>
                  <a:lnTo>
                    <a:pt x="1506" y="7183"/>
                  </a:lnTo>
                  <a:lnTo>
                    <a:pt x="1352" y="7106"/>
                  </a:lnTo>
                  <a:lnTo>
                    <a:pt x="1197" y="7029"/>
                  </a:lnTo>
                  <a:lnTo>
                    <a:pt x="1545" y="6179"/>
                  </a:lnTo>
                  <a:lnTo>
                    <a:pt x="1815" y="5330"/>
                  </a:lnTo>
                  <a:lnTo>
                    <a:pt x="2394" y="3592"/>
                  </a:lnTo>
                  <a:lnTo>
                    <a:pt x="2665" y="2781"/>
                  </a:lnTo>
                  <a:lnTo>
                    <a:pt x="2974" y="1932"/>
                  </a:lnTo>
                  <a:lnTo>
                    <a:pt x="3244" y="1082"/>
                  </a:lnTo>
                  <a:lnTo>
                    <a:pt x="3321" y="657"/>
                  </a:lnTo>
                  <a:lnTo>
                    <a:pt x="3398" y="232"/>
                  </a:lnTo>
                  <a:lnTo>
                    <a:pt x="3360" y="117"/>
                  </a:lnTo>
                  <a:lnTo>
                    <a:pt x="3244" y="39"/>
                  </a:lnTo>
                  <a:lnTo>
                    <a:pt x="312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2"/>
            <p:cNvSpPr/>
            <p:nvPr/>
          </p:nvSpPr>
          <p:spPr>
            <a:xfrm>
              <a:off x="4217375" y="2321200"/>
              <a:ext cx="114900" cy="286750"/>
            </a:xfrm>
            <a:custGeom>
              <a:avLst/>
              <a:gdLst/>
              <a:ahLst/>
              <a:cxnLst/>
              <a:rect l="l" t="t" r="r" b="b"/>
              <a:pathLst>
                <a:path w="4596" h="11470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67"/>
                  </a:lnTo>
                  <a:lnTo>
                    <a:pt x="3939" y="4287"/>
                  </a:lnTo>
                  <a:lnTo>
                    <a:pt x="4016" y="5407"/>
                  </a:lnTo>
                  <a:lnTo>
                    <a:pt x="4055" y="6643"/>
                  </a:lnTo>
                  <a:lnTo>
                    <a:pt x="4055" y="7261"/>
                  </a:lnTo>
                  <a:lnTo>
                    <a:pt x="3978" y="7917"/>
                  </a:lnTo>
                  <a:lnTo>
                    <a:pt x="3901" y="8535"/>
                  </a:lnTo>
                  <a:lnTo>
                    <a:pt x="3746" y="9153"/>
                  </a:lnTo>
                  <a:lnTo>
                    <a:pt x="3553" y="9732"/>
                  </a:lnTo>
                  <a:lnTo>
                    <a:pt x="3244" y="10273"/>
                  </a:lnTo>
                  <a:lnTo>
                    <a:pt x="3012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4"/>
                  </a:lnTo>
                  <a:lnTo>
                    <a:pt x="850" y="9693"/>
                  </a:lnTo>
                  <a:lnTo>
                    <a:pt x="773" y="9423"/>
                  </a:lnTo>
                  <a:lnTo>
                    <a:pt x="734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6"/>
                  </a:lnTo>
                  <a:lnTo>
                    <a:pt x="580" y="2781"/>
                  </a:lnTo>
                  <a:lnTo>
                    <a:pt x="618" y="2781"/>
                  </a:lnTo>
                  <a:lnTo>
                    <a:pt x="1391" y="2395"/>
                  </a:lnTo>
                  <a:lnTo>
                    <a:pt x="2163" y="1970"/>
                  </a:lnTo>
                  <a:lnTo>
                    <a:pt x="2935" y="1468"/>
                  </a:lnTo>
                  <a:lnTo>
                    <a:pt x="3283" y="1198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40"/>
                  </a:lnTo>
                  <a:lnTo>
                    <a:pt x="3476" y="349"/>
                  </a:lnTo>
                  <a:lnTo>
                    <a:pt x="3051" y="657"/>
                  </a:lnTo>
                  <a:lnTo>
                    <a:pt x="2626" y="1005"/>
                  </a:lnTo>
                  <a:lnTo>
                    <a:pt x="2202" y="1314"/>
                  </a:lnTo>
                  <a:lnTo>
                    <a:pt x="1313" y="1893"/>
                  </a:lnTo>
                  <a:lnTo>
                    <a:pt x="425" y="2472"/>
                  </a:lnTo>
                  <a:lnTo>
                    <a:pt x="348" y="2550"/>
                  </a:lnTo>
                  <a:lnTo>
                    <a:pt x="348" y="2665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4"/>
                  </a:lnTo>
                  <a:lnTo>
                    <a:pt x="155" y="4866"/>
                  </a:lnTo>
                  <a:lnTo>
                    <a:pt x="0" y="4944"/>
                  </a:lnTo>
                  <a:lnTo>
                    <a:pt x="155" y="5291"/>
                  </a:lnTo>
                  <a:lnTo>
                    <a:pt x="155" y="6257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3"/>
                  </a:lnTo>
                  <a:lnTo>
                    <a:pt x="309" y="9616"/>
                  </a:lnTo>
                  <a:lnTo>
                    <a:pt x="502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429" y="11199"/>
                  </a:lnTo>
                  <a:lnTo>
                    <a:pt x="1622" y="11315"/>
                  </a:lnTo>
                  <a:lnTo>
                    <a:pt x="1815" y="11392"/>
                  </a:lnTo>
                  <a:lnTo>
                    <a:pt x="2047" y="11431"/>
                  </a:lnTo>
                  <a:lnTo>
                    <a:pt x="2279" y="11470"/>
                  </a:lnTo>
                  <a:lnTo>
                    <a:pt x="2549" y="11431"/>
                  </a:lnTo>
                  <a:lnTo>
                    <a:pt x="2819" y="11354"/>
                  </a:lnTo>
                  <a:lnTo>
                    <a:pt x="3051" y="11238"/>
                  </a:lnTo>
                  <a:lnTo>
                    <a:pt x="3283" y="11083"/>
                  </a:lnTo>
                  <a:lnTo>
                    <a:pt x="3476" y="10890"/>
                  </a:lnTo>
                  <a:lnTo>
                    <a:pt x="3669" y="10659"/>
                  </a:lnTo>
                  <a:lnTo>
                    <a:pt x="3823" y="10427"/>
                  </a:lnTo>
                  <a:lnTo>
                    <a:pt x="3978" y="10157"/>
                  </a:lnTo>
                  <a:lnTo>
                    <a:pt x="4171" y="9577"/>
                  </a:lnTo>
                  <a:lnTo>
                    <a:pt x="4325" y="8960"/>
                  </a:lnTo>
                  <a:lnTo>
                    <a:pt x="4441" y="8342"/>
                  </a:lnTo>
                  <a:lnTo>
                    <a:pt x="4518" y="7763"/>
                  </a:lnTo>
                  <a:lnTo>
                    <a:pt x="4557" y="7222"/>
                  </a:lnTo>
                  <a:lnTo>
                    <a:pt x="4596" y="6681"/>
                  </a:lnTo>
                  <a:lnTo>
                    <a:pt x="4596" y="6102"/>
                  </a:lnTo>
                  <a:lnTo>
                    <a:pt x="4557" y="5021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2"/>
                  </a:lnTo>
                  <a:lnTo>
                    <a:pt x="4094" y="426"/>
                  </a:lnTo>
                  <a:lnTo>
                    <a:pt x="4171" y="349"/>
                  </a:lnTo>
                  <a:lnTo>
                    <a:pt x="4210" y="271"/>
                  </a:lnTo>
                  <a:lnTo>
                    <a:pt x="4210" y="233"/>
                  </a:lnTo>
                  <a:lnTo>
                    <a:pt x="4171" y="78"/>
                  </a:lnTo>
                  <a:lnTo>
                    <a:pt x="4132" y="40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2"/>
            <p:cNvSpPr/>
            <p:nvPr/>
          </p:nvSpPr>
          <p:spPr>
            <a:xfrm>
              <a:off x="1643700" y="2334725"/>
              <a:ext cx="26075" cy="11600"/>
            </a:xfrm>
            <a:custGeom>
              <a:avLst/>
              <a:gdLst/>
              <a:ahLst/>
              <a:cxnLst/>
              <a:rect l="l" t="t" r="r" b="b"/>
              <a:pathLst>
                <a:path w="1043" h="464" extrusionOk="0">
                  <a:moveTo>
                    <a:pt x="773" y="1"/>
                  </a:moveTo>
                  <a:lnTo>
                    <a:pt x="541" y="39"/>
                  </a:lnTo>
                  <a:lnTo>
                    <a:pt x="309" y="78"/>
                  </a:lnTo>
                  <a:lnTo>
                    <a:pt x="77" y="194"/>
                  </a:lnTo>
                  <a:lnTo>
                    <a:pt x="39" y="232"/>
                  </a:lnTo>
                  <a:lnTo>
                    <a:pt x="0" y="271"/>
                  </a:lnTo>
                  <a:lnTo>
                    <a:pt x="39" y="387"/>
                  </a:lnTo>
                  <a:lnTo>
                    <a:pt x="77" y="464"/>
                  </a:lnTo>
                  <a:lnTo>
                    <a:pt x="193" y="464"/>
                  </a:lnTo>
                  <a:lnTo>
                    <a:pt x="386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4" y="271"/>
                  </a:lnTo>
                  <a:lnTo>
                    <a:pt x="1043" y="232"/>
                  </a:lnTo>
                  <a:lnTo>
                    <a:pt x="1004" y="155"/>
                  </a:lnTo>
                  <a:lnTo>
                    <a:pt x="966" y="116"/>
                  </a:lnTo>
                  <a:lnTo>
                    <a:pt x="888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2"/>
            <p:cNvSpPr/>
            <p:nvPr/>
          </p:nvSpPr>
          <p:spPr>
            <a:xfrm>
              <a:off x="5914500" y="2336650"/>
              <a:ext cx="309900" cy="605325"/>
            </a:xfrm>
            <a:custGeom>
              <a:avLst/>
              <a:gdLst/>
              <a:ahLst/>
              <a:cxnLst/>
              <a:rect l="l" t="t" r="r" b="b"/>
              <a:pathLst>
                <a:path w="12396" h="24213" extrusionOk="0">
                  <a:moveTo>
                    <a:pt x="7955" y="464"/>
                  </a:moveTo>
                  <a:lnTo>
                    <a:pt x="8496" y="503"/>
                  </a:lnTo>
                  <a:lnTo>
                    <a:pt x="9036" y="619"/>
                  </a:lnTo>
                  <a:lnTo>
                    <a:pt x="9500" y="812"/>
                  </a:lnTo>
                  <a:lnTo>
                    <a:pt x="9924" y="1043"/>
                  </a:lnTo>
                  <a:lnTo>
                    <a:pt x="10311" y="1352"/>
                  </a:lnTo>
                  <a:lnTo>
                    <a:pt x="10658" y="1700"/>
                  </a:lnTo>
                  <a:lnTo>
                    <a:pt x="10967" y="2086"/>
                  </a:lnTo>
                  <a:lnTo>
                    <a:pt x="11237" y="2511"/>
                  </a:lnTo>
                  <a:lnTo>
                    <a:pt x="11469" y="2974"/>
                  </a:lnTo>
                  <a:lnTo>
                    <a:pt x="11662" y="3438"/>
                  </a:lnTo>
                  <a:lnTo>
                    <a:pt x="11778" y="3940"/>
                  </a:lnTo>
                  <a:lnTo>
                    <a:pt x="11855" y="4442"/>
                  </a:lnTo>
                  <a:lnTo>
                    <a:pt x="11894" y="4982"/>
                  </a:lnTo>
                  <a:lnTo>
                    <a:pt x="11894" y="5484"/>
                  </a:lnTo>
                  <a:lnTo>
                    <a:pt x="11817" y="5986"/>
                  </a:lnTo>
                  <a:lnTo>
                    <a:pt x="11701" y="6488"/>
                  </a:lnTo>
                  <a:lnTo>
                    <a:pt x="11546" y="6990"/>
                  </a:lnTo>
                  <a:lnTo>
                    <a:pt x="11315" y="7453"/>
                  </a:lnTo>
                  <a:lnTo>
                    <a:pt x="11083" y="7917"/>
                  </a:lnTo>
                  <a:lnTo>
                    <a:pt x="10813" y="8342"/>
                  </a:lnTo>
                  <a:lnTo>
                    <a:pt x="10504" y="8766"/>
                  </a:lnTo>
                  <a:lnTo>
                    <a:pt x="10195" y="9153"/>
                  </a:lnTo>
                  <a:lnTo>
                    <a:pt x="9847" y="9500"/>
                  </a:lnTo>
                  <a:lnTo>
                    <a:pt x="9461" y="9848"/>
                  </a:lnTo>
                  <a:lnTo>
                    <a:pt x="9036" y="10157"/>
                  </a:lnTo>
                  <a:lnTo>
                    <a:pt x="8650" y="10465"/>
                  </a:lnTo>
                  <a:lnTo>
                    <a:pt x="8187" y="10736"/>
                  </a:lnTo>
                  <a:lnTo>
                    <a:pt x="7762" y="11006"/>
                  </a:lnTo>
                  <a:lnTo>
                    <a:pt x="6835" y="11469"/>
                  </a:lnTo>
                  <a:lnTo>
                    <a:pt x="5870" y="11856"/>
                  </a:lnTo>
                  <a:lnTo>
                    <a:pt x="5677" y="11856"/>
                  </a:lnTo>
                  <a:lnTo>
                    <a:pt x="5638" y="11933"/>
                  </a:lnTo>
                  <a:lnTo>
                    <a:pt x="5600" y="11933"/>
                  </a:lnTo>
                  <a:lnTo>
                    <a:pt x="4982" y="11276"/>
                  </a:lnTo>
                  <a:lnTo>
                    <a:pt x="4441" y="10543"/>
                  </a:lnTo>
                  <a:lnTo>
                    <a:pt x="3978" y="9809"/>
                  </a:lnTo>
                  <a:lnTo>
                    <a:pt x="3746" y="9384"/>
                  </a:lnTo>
                  <a:lnTo>
                    <a:pt x="3592" y="8998"/>
                  </a:lnTo>
                  <a:lnTo>
                    <a:pt x="3437" y="8612"/>
                  </a:lnTo>
                  <a:lnTo>
                    <a:pt x="3283" y="8187"/>
                  </a:lnTo>
                  <a:lnTo>
                    <a:pt x="3167" y="7762"/>
                  </a:lnTo>
                  <a:lnTo>
                    <a:pt x="3090" y="7299"/>
                  </a:lnTo>
                  <a:lnTo>
                    <a:pt x="3051" y="6874"/>
                  </a:lnTo>
                  <a:lnTo>
                    <a:pt x="3012" y="6411"/>
                  </a:lnTo>
                  <a:lnTo>
                    <a:pt x="3051" y="5948"/>
                  </a:lnTo>
                  <a:lnTo>
                    <a:pt x="3090" y="5484"/>
                  </a:lnTo>
                  <a:lnTo>
                    <a:pt x="3167" y="5021"/>
                  </a:lnTo>
                  <a:lnTo>
                    <a:pt x="3244" y="4557"/>
                  </a:lnTo>
                  <a:lnTo>
                    <a:pt x="3399" y="4094"/>
                  </a:lnTo>
                  <a:lnTo>
                    <a:pt x="3592" y="3669"/>
                  </a:lnTo>
                  <a:lnTo>
                    <a:pt x="3785" y="3206"/>
                  </a:lnTo>
                  <a:lnTo>
                    <a:pt x="4055" y="2820"/>
                  </a:lnTo>
                  <a:lnTo>
                    <a:pt x="4325" y="2395"/>
                  </a:lnTo>
                  <a:lnTo>
                    <a:pt x="4634" y="2047"/>
                  </a:lnTo>
                  <a:lnTo>
                    <a:pt x="4943" y="1700"/>
                  </a:lnTo>
                  <a:lnTo>
                    <a:pt x="5329" y="1391"/>
                  </a:lnTo>
                  <a:lnTo>
                    <a:pt x="5715" y="1082"/>
                  </a:lnTo>
                  <a:lnTo>
                    <a:pt x="6102" y="850"/>
                  </a:lnTo>
                  <a:lnTo>
                    <a:pt x="6526" y="696"/>
                  </a:lnTo>
                  <a:lnTo>
                    <a:pt x="6990" y="541"/>
                  </a:lnTo>
                  <a:lnTo>
                    <a:pt x="7453" y="464"/>
                  </a:lnTo>
                  <a:close/>
                  <a:moveTo>
                    <a:pt x="5561" y="12280"/>
                  </a:moveTo>
                  <a:lnTo>
                    <a:pt x="5600" y="12319"/>
                  </a:lnTo>
                  <a:lnTo>
                    <a:pt x="5677" y="12358"/>
                  </a:lnTo>
                  <a:lnTo>
                    <a:pt x="5793" y="12898"/>
                  </a:lnTo>
                  <a:lnTo>
                    <a:pt x="5098" y="12589"/>
                  </a:lnTo>
                  <a:lnTo>
                    <a:pt x="5561" y="12280"/>
                  </a:lnTo>
                  <a:close/>
                  <a:moveTo>
                    <a:pt x="3321" y="12975"/>
                  </a:moveTo>
                  <a:lnTo>
                    <a:pt x="3476" y="13477"/>
                  </a:lnTo>
                  <a:lnTo>
                    <a:pt x="3553" y="13979"/>
                  </a:lnTo>
                  <a:lnTo>
                    <a:pt x="3012" y="13979"/>
                  </a:lnTo>
                  <a:lnTo>
                    <a:pt x="2781" y="13941"/>
                  </a:lnTo>
                  <a:lnTo>
                    <a:pt x="2510" y="13825"/>
                  </a:lnTo>
                  <a:lnTo>
                    <a:pt x="2935" y="13400"/>
                  </a:lnTo>
                  <a:lnTo>
                    <a:pt x="3321" y="12975"/>
                  </a:lnTo>
                  <a:close/>
                  <a:moveTo>
                    <a:pt x="3939" y="14327"/>
                  </a:moveTo>
                  <a:lnTo>
                    <a:pt x="5098" y="14520"/>
                  </a:lnTo>
                  <a:lnTo>
                    <a:pt x="4441" y="15485"/>
                  </a:lnTo>
                  <a:lnTo>
                    <a:pt x="4287" y="15215"/>
                  </a:lnTo>
                  <a:lnTo>
                    <a:pt x="4171" y="14945"/>
                  </a:lnTo>
                  <a:lnTo>
                    <a:pt x="4055" y="14636"/>
                  </a:lnTo>
                  <a:lnTo>
                    <a:pt x="3978" y="14366"/>
                  </a:lnTo>
                  <a:lnTo>
                    <a:pt x="3939" y="14327"/>
                  </a:lnTo>
                  <a:close/>
                  <a:moveTo>
                    <a:pt x="3746" y="14597"/>
                  </a:moveTo>
                  <a:lnTo>
                    <a:pt x="3823" y="14945"/>
                  </a:lnTo>
                  <a:lnTo>
                    <a:pt x="3978" y="15292"/>
                  </a:lnTo>
                  <a:lnTo>
                    <a:pt x="4132" y="15601"/>
                  </a:lnTo>
                  <a:lnTo>
                    <a:pt x="4287" y="15910"/>
                  </a:lnTo>
                  <a:lnTo>
                    <a:pt x="4364" y="15987"/>
                  </a:lnTo>
                  <a:lnTo>
                    <a:pt x="4055" y="16412"/>
                  </a:lnTo>
                  <a:lnTo>
                    <a:pt x="3746" y="16875"/>
                  </a:lnTo>
                  <a:lnTo>
                    <a:pt x="3592" y="16412"/>
                  </a:lnTo>
                  <a:lnTo>
                    <a:pt x="3476" y="15949"/>
                  </a:lnTo>
                  <a:lnTo>
                    <a:pt x="3476" y="15717"/>
                  </a:lnTo>
                  <a:lnTo>
                    <a:pt x="3476" y="15447"/>
                  </a:lnTo>
                  <a:lnTo>
                    <a:pt x="3514" y="15215"/>
                  </a:lnTo>
                  <a:lnTo>
                    <a:pt x="3553" y="14983"/>
                  </a:lnTo>
                  <a:lnTo>
                    <a:pt x="3746" y="14597"/>
                  </a:lnTo>
                  <a:close/>
                  <a:moveTo>
                    <a:pt x="4480" y="16335"/>
                  </a:moveTo>
                  <a:lnTo>
                    <a:pt x="4673" y="16760"/>
                  </a:lnTo>
                  <a:lnTo>
                    <a:pt x="4789" y="17223"/>
                  </a:lnTo>
                  <a:lnTo>
                    <a:pt x="4364" y="17107"/>
                  </a:lnTo>
                  <a:lnTo>
                    <a:pt x="3939" y="17030"/>
                  </a:lnTo>
                  <a:lnTo>
                    <a:pt x="4480" y="16335"/>
                  </a:lnTo>
                  <a:close/>
                  <a:moveTo>
                    <a:pt x="2472" y="16875"/>
                  </a:moveTo>
                  <a:lnTo>
                    <a:pt x="3399" y="17107"/>
                  </a:lnTo>
                  <a:lnTo>
                    <a:pt x="3476" y="17262"/>
                  </a:lnTo>
                  <a:lnTo>
                    <a:pt x="3321" y="17377"/>
                  </a:lnTo>
                  <a:lnTo>
                    <a:pt x="3167" y="17571"/>
                  </a:lnTo>
                  <a:lnTo>
                    <a:pt x="2897" y="17918"/>
                  </a:lnTo>
                  <a:lnTo>
                    <a:pt x="2665" y="17416"/>
                  </a:lnTo>
                  <a:lnTo>
                    <a:pt x="2472" y="16875"/>
                  </a:lnTo>
                  <a:close/>
                  <a:moveTo>
                    <a:pt x="3360" y="19733"/>
                  </a:moveTo>
                  <a:lnTo>
                    <a:pt x="4055" y="20428"/>
                  </a:lnTo>
                  <a:lnTo>
                    <a:pt x="3553" y="20660"/>
                  </a:lnTo>
                  <a:lnTo>
                    <a:pt x="3012" y="20969"/>
                  </a:lnTo>
                  <a:lnTo>
                    <a:pt x="3012" y="20969"/>
                  </a:lnTo>
                  <a:lnTo>
                    <a:pt x="3167" y="20351"/>
                  </a:lnTo>
                  <a:lnTo>
                    <a:pt x="3360" y="19733"/>
                  </a:lnTo>
                  <a:close/>
                  <a:moveTo>
                    <a:pt x="5677" y="20119"/>
                  </a:moveTo>
                  <a:lnTo>
                    <a:pt x="5986" y="20196"/>
                  </a:lnTo>
                  <a:lnTo>
                    <a:pt x="5715" y="20891"/>
                  </a:lnTo>
                  <a:lnTo>
                    <a:pt x="5368" y="21548"/>
                  </a:lnTo>
                  <a:lnTo>
                    <a:pt x="4673" y="20583"/>
                  </a:lnTo>
                  <a:lnTo>
                    <a:pt x="4634" y="20544"/>
                  </a:lnTo>
                  <a:lnTo>
                    <a:pt x="4673" y="20235"/>
                  </a:lnTo>
                  <a:lnTo>
                    <a:pt x="5020" y="20158"/>
                  </a:lnTo>
                  <a:lnTo>
                    <a:pt x="5329" y="20119"/>
                  </a:lnTo>
                  <a:close/>
                  <a:moveTo>
                    <a:pt x="7453" y="1"/>
                  </a:moveTo>
                  <a:lnTo>
                    <a:pt x="7067" y="39"/>
                  </a:lnTo>
                  <a:lnTo>
                    <a:pt x="6719" y="155"/>
                  </a:lnTo>
                  <a:lnTo>
                    <a:pt x="6333" y="271"/>
                  </a:lnTo>
                  <a:lnTo>
                    <a:pt x="5986" y="426"/>
                  </a:lnTo>
                  <a:lnTo>
                    <a:pt x="5638" y="580"/>
                  </a:lnTo>
                  <a:lnTo>
                    <a:pt x="5291" y="812"/>
                  </a:lnTo>
                  <a:lnTo>
                    <a:pt x="4943" y="1043"/>
                  </a:lnTo>
                  <a:lnTo>
                    <a:pt x="4634" y="1314"/>
                  </a:lnTo>
                  <a:lnTo>
                    <a:pt x="4364" y="1623"/>
                  </a:lnTo>
                  <a:lnTo>
                    <a:pt x="4094" y="1893"/>
                  </a:lnTo>
                  <a:lnTo>
                    <a:pt x="3823" y="2240"/>
                  </a:lnTo>
                  <a:lnTo>
                    <a:pt x="3592" y="2549"/>
                  </a:lnTo>
                  <a:lnTo>
                    <a:pt x="3399" y="2897"/>
                  </a:lnTo>
                  <a:lnTo>
                    <a:pt x="3205" y="3283"/>
                  </a:lnTo>
                  <a:lnTo>
                    <a:pt x="3051" y="3631"/>
                  </a:lnTo>
                  <a:lnTo>
                    <a:pt x="2897" y="4017"/>
                  </a:lnTo>
                  <a:lnTo>
                    <a:pt x="2781" y="4403"/>
                  </a:lnTo>
                  <a:lnTo>
                    <a:pt x="2703" y="4789"/>
                  </a:lnTo>
                  <a:lnTo>
                    <a:pt x="2626" y="5175"/>
                  </a:lnTo>
                  <a:lnTo>
                    <a:pt x="2588" y="5600"/>
                  </a:lnTo>
                  <a:lnTo>
                    <a:pt x="2549" y="5986"/>
                  </a:lnTo>
                  <a:lnTo>
                    <a:pt x="2549" y="6411"/>
                  </a:lnTo>
                  <a:lnTo>
                    <a:pt x="2549" y="6836"/>
                  </a:lnTo>
                  <a:lnTo>
                    <a:pt x="2665" y="7724"/>
                  </a:lnTo>
                  <a:lnTo>
                    <a:pt x="2742" y="8149"/>
                  </a:lnTo>
                  <a:lnTo>
                    <a:pt x="2858" y="8573"/>
                  </a:lnTo>
                  <a:lnTo>
                    <a:pt x="3012" y="8998"/>
                  </a:lnTo>
                  <a:lnTo>
                    <a:pt x="3167" y="9384"/>
                  </a:lnTo>
                  <a:lnTo>
                    <a:pt x="3321" y="9809"/>
                  </a:lnTo>
                  <a:lnTo>
                    <a:pt x="3553" y="10195"/>
                  </a:lnTo>
                  <a:lnTo>
                    <a:pt x="3746" y="10543"/>
                  </a:lnTo>
                  <a:lnTo>
                    <a:pt x="4016" y="10929"/>
                  </a:lnTo>
                  <a:lnTo>
                    <a:pt x="4287" y="11238"/>
                  </a:lnTo>
                  <a:lnTo>
                    <a:pt x="4596" y="11547"/>
                  </a:lnTo>
                  <a:lnTo>
                    <a:pt x="4905" y="11856"/>
                  </a:lnTo>
                  <a:lnTo>
                    <a:pt x="5252" y="12087"/>
                  </a:lnTo>
                  <a:lnTo>
                    <a:pt x="4557" y="12473"/>
                  </a:lnTo>
                  <a:lnTo>
                    <a:pt x="4480" y="12551"/>
                  </a:lnTo>
                  <a:lnTo>
                    <a:pt x="4441" y="12666"/>
                  </a:lnTo>
                  <a:lnTo>
                    <a:pt x="4480" y="12782"/>
                  </a:lnTo>
                  <a:lnTo>
                    <a:pt x="4596" y="12860"/>
                  </a:lnTo>
                  <a:lnTo>
                    <a:pt x="5020" y="13014"/>
                  </a:lnTo>
                  <a:lnTo>
                    <a:pt x="4673" y="13168"/>
                  </a:lnTo>
                  <a:lnTo>
                    <a:pt x="4403" y="13362"/>
                  </a:lnTo>
                  <a:lnTo>
                    <a:pt x="4094" y="13555"/>
                  </a:lnTo>
                  <a:lnTo>
                    <a:pt x="3862" y="13786"/>
                  </a:lnTo>
                  <a:lnTo>
                    <a:pt x="3823" y="13477"/>
                  </a:lnTo>
                  <a:lnTo>
                    <a:pt x="3746" y="13168"/>
                  </a:lnTo>
                  <a:lnTo>
                    <a:pt x="3630" y="12860"/>
                  </a:lnTo>
                  <a:lnTo>
                    <a:pt x="3514" y="12551"/>
                  </a:lnTo>
                  <a:lnTo>
                    <a:pt x="3476" y="12473"/>
                  </a:lnTo>
                  <a:lnTo>
                    <a:pt x="3360" y="12435"/>
                  </a:lnTo>
                  <a:lnTo>
                    <a:pt x="3283" y="12473"/>
                  </a:lnTo>
                  <a:lnTo>
                    <a:pt x="3205" y="12512"/>
                  </a:lnTo>
                  <a:lnTo>
                    <a:pt x="2665" y="13168"/>
                  </a:lnTo>
                  <a:lnTo>
                    <a:pt x="2086" y="13748"/>
                  </a:lnTo>
                  <a:lnTo>
                    <a:pt x="2047" y="13825"/>
                  </a:lnTo>
                  <a:lnTo>
                    <a:pt x="2008" y="13902"/>
                  </a:lnTo>
                  <a:lnTo>
                    <a:pt x="2047" y="13979"/>
                  </a:lnTo>
                  <a:lnTo>
                    <a:pt x="2086" y="14057"/>
                  </a:lnTo>
                  <a:lnTo>
                    <a:pt x="2395" y="14211"/>
                  </a:lnTo>
                  <a:lnTo>
                    <a:pt x="2742" y="14288"/>
                  </a:lnTo>
                  <a:lnTo>
                    <a:pt x="3051" y="14366"/>
                  </a:lnTo>
                  <a:lnTo>
                    <a:pt x="3399" y="14366"/>
                  </a:lnTo>
                  <a:lnTo>
                    <a:pt x="3244" y="14636"/>
                  </a:lnTo>
                  <a:lnTo>
                    <a:pt x="3128" y="14945"/>
                  </a:lnTo>
                  <a:lnTo>
                    <a:pt x="3090" y="15176"/>
                  </a:lnTo>
                  <a:lnTo>
                    <a:pt x="3051" y="15408"/>
                  </a:lnTo>
                  <a:lnTo>
                    <a:pt x="3051" y="15872"/>
                  </a:lnTo>
                  <a:lnTo>
                    <a:pt x="3128" y="16296"/>
                  </a:lnTo>
                  <a:lnTo>
                    <a:pt x="3244" y="16760"/>
                  </a:lnTo>
                  <a:lnTo>
                    <a:pt x="2781" y="16567"/>
                  </a:lnTo>
                  <a:lnTo>
                    <a:pt x="2279" y="16412"/>
                  </a:lnTo>
                  <a:lnTo>
                    <a:pt x="2201" y="16412"/>
                  </a:lnTo>
                  <a:lnTo>
                    <a:pt x="2124" y="16451"/>
                  </a:lnTo>
                  <a:lnTo>
                    <a:pt x="2047" y="16528"/>
                  </a:lnTo>
                  <a:lnTo>
                    <a:pt x="2047" y="16644"/>
                  </a:lnTo>
                  <a:lnTo>
                    <a:pt x="2163" y="17107"/>
                  </a:lnTo>
                  <a:lnTo>
                    <a:pt x="2279" y="17532"/>
                  </a:lnTo>
                  <a:lnTo>
                    <a:pt x="2472" y="17957"/>
                  </a:lnTo>
                  <a:lnTo>
                    <a:pt x="2703" y="18381"/>
                  </a:lnTo>
                  <a:lnTo>
                    <a:pt x="2781" y="18459"/>
                  </a:lnTo>
                  <a:lnTo>
                    <a:pt x="2858" y="18497"/>
                  </a:lnTo>
                  <a:lnTo>
                    <a:pt x="2935" y="18459"/>
                  </a:lnTo>
                  <a:lnTo>
                    <a:pt x="3012" y="18381"/>
                  </a:lnTo>
                  <a:lnTo>
                    <a:pt x="3321" y="18034"/>
                  </a:lnTo>
                  <a:lnTo>
                    <a:pt x="3514" y="17802"/>
                  </a:lnTo>
                  <a:lnTo>
                    <a:pt x="3630" y="17609"/>
                  </a:lnTo>
                  <a:lnTo>
                    <a:pt x="3707" y="17764"/>
                  </a:lnTo>
                  <a:lnTo>
                    <a:pt x="3978" y="18343"/>
                  </a:lnTo>
                  <a:lnTo>
                    <a:pt x="4132" y="18961"/>
                  </a:lnTo>
                  <a:lnTo>
                    <a:pt x="4248" y="19540"/>
                  </a:lnTo>
                  <a:lnTo>
                    <a:pt x="4248" y="20158"/>
                  </a:lnTo>
                  <a:lnTo>
                    <a:pt x="3437" y="19308"/>
                  </a:lnTo>
                  <a:lnTo>
                    <a:pt x="3399" y="19270"/>
                  </a:lnTo>
                  <a:lnTo>
                    <a:pt x="3205" y="19270"/>
                  </a:lnTo>
                  <a:lnTo>
                    <a:pt x="3167" y="19347"/>
                  </a:lnTo>
                  <a:lnTo>
                    <a:pt x="2974" y="19810"/>
                  </a:lnTo>
                  <a:lnTo>
                    <a:pt x="2781" y="20274"/>
                  </a:lnTo>
                  <a:lnTo>
                    <a:pt x="2665" y="20776"/>
                  </a:lnTo>
                  <a:lnTo>
                    <a:pt x="2626" y="21316"/>
                  </a:lnTo>
                  <a:lnTo>
                    <a:pt x="2626" y="21393"/>
                  </a:lnTo>
                  <a:lnTo>
                    <a:pt x="2703" y="21471"/>
                  </a:lnTo>
                  <a:lnTo>
                    <a:pt x="2781" y="21509"/>
                  </a:lnTo>
                  <a:lnTo>
                    <a:pt x="2897" y="21471"/>
                  </a:lnTo>
                  <a:lnTo>
                    <a:pt x="3514" y="21162"/>
                  </a:lnTo>
                  <a:lnTo>
                    <a:pt x="4171" y="20776"/>
                  </a:lnTo>
                  <a:lnTo>
                    <a:pt x="4171" y="20776"/>
                  </a:lnTo>
                  <a:lnTo>
                    <a:pt x="4055" y="21162"/>
                  </a:lnTo>
                  <a:lnTo>
                    <a:pt x="3901" y="21548"/>
                  </a:lnTo>
                  <a:lnTo>
                    <a:pt x="3669" y="22050"/>
                  </a:lnTo>
                  <a:lnTo>
                    <a:pt x="3321" y="22552"/>
                  </a:lnTo>
                  <a:lnTo>
                    <a:pt x="2897" y="23015"/>
                  </a:lnTo>
                  <a:lnTo>
                    <a:pt x="2626" y="23247"/>
                  </a:lnTo>
                  <a:lnTo>
                    <a:pt x="2395" y="23401"/>
                  </a:lnTo>
                  <a:lnTo>
                    <a:pt x="2124" y="23594"/>
                  </a:lnTo>
                  <a:lnTo>
                    <a:pt x="1854" y="23710"/>
                  </a:lnTo>
                  <a:lnTo>
                    <a:pt x="1584" y="23788"/>
                  </a:lnTo>
                  <a:lnTo>
                    <a:pt x="1313" y="23788"/>
                  </a:lnTo>
                  <a:lnTo>
                    <a:pt x="1082" y="23749"/>
                  </a:lnTo>
                  <a:lnTo>
                    <a:pt x="811" y="23672"/>
                  </a:lnTo>
                  <a:lnTo>
                    <a:pt x="541" y="23517"/>
                  </a:lnTo>
                  <a:lnTo>
                    <a:pt x="309" y="23286"/>
                  </a:lnTo>
                  <a:lnTo>
                    <a:pt x="232" y="23247"/>
                  </a:lnTo>
                  <a:lnTo>
                    <a:pt x="78" y="23247"/>
                  </a:lnTo>
                  <a:lnTo>
                    <a:pt x="39" y="23363"/>
                  </a:lnTo>
                  <a:lnTo>
                    <a:pt x="0" y="23401"/>
                  </a:lnTo>
                  <a:lnTo>
                    <a:pt x="39" y="23479"/>
                  </a:lnTo>
                  <a:lnTo>
                    <a:pt x="155" y="23633"/>
                  </a:lnTo>
                  <a:lnTo>
                    <a:pt x="271" y="23788"/>
                  </a:lnTo>
                  <a:lnTo>
                    <a:pt x="387" y="23903"/>
                  </a:lnTo>
                  <a:lnTo>
                    <a:pt x="541" y="24019"/>
                  </a:lnTo>
                  <a:lnTo>
                    <a:pt x="695" y="24096"/>
                  </a:lnTo>
                  <a:lnTo>
                    <a:pt x="889" y="24135"/>
                  </a:lnTo>
                  <a:lnTo>
                    <a:pt x="1236" y="24212"/>
                  </a:lnTo>
                  <a:lnTo>
                    <a:pt x="1584" y="24174"/>
                  </a:lnTo>
                  <a:lnTo>
                    <a:pt x="1970" y="24096"/>
                  </a:lnTo>
                  <a:lnTo>
                    <a:pt x="2317" y="23942"/>
                  </a:lnTo>
                  <a:lnTo>
                    <a:pt x="2665" y="23749"/>
                  </a:lnTo>
                  <a:lnTo>
                    <a:pt x="3012" y="23479"/>
                  </a:lnTo>
                  <a:lnTo>
                    <a:pt x="3321" y="23208"/>
                  </a:lnTo>
                  <a:lnTo>
                    <a:pt x="3630" y="22861"/>
                  </a:lnTo>
                  <a:lnTo>
                    <a:pt x="3901" y="22513"/>
                  </a:lnTo>
                  <a:lnTo>
                    <a:pt x="4132" y="22127"/>
                  </a:lnTo>
                  <a:lnTo>
                    <a:pt x="4325" y="21702"/>
                  </a:lnTo>
                  <a:lnTo>
                    <a:pt x="4480" y="21316"/>
                  </a:lnTo>
                  <a:lnTo>
                    <a:pt x="4596" y="20853"/>
                  </a:lnTo>
                  <a:lnTo>
                    <a:pt x="5213" y="21973"/>
                  </a:lnTo>
                  <a:lnTo>
                    <a:pt x="5291" y="22050"/>
                  </a:lnTo>
                  <a:lnTo>
                    <a:pt x="5368" y="22088"/>
                  </a:lnTo>
                  <a:lnTo>
                    <a:pt x="5445" y="22050"/>
                  </a:lnTo>
                  <a:lnTo>
                    <a:pt x="5522" y="22011"/>
                  </a:lnTo>
                  <a:lnTo>
                    <a:pt x="5793" y="21548"/>
                  </a:lnTo>
                  <a:lnTo>
                    <a:pt x="6024" y="21084"/>
                  </a:lnTo>
                  <a:lnTo>
                    <a:pt x="6410" y="20119"/>
                  </a:lnTo>
                  <a:lnTo>
                    <a:pt x="6410" y="20042"/>
                  </a:lnTo>
                  <a:lnTo>
                    <a:pt x="6410" y="19965"/>
                  </a:lnTo>
                  <a:lnTo>
                    <a:pt x="6372" y="19926"/>
                  </a:lnTo>
                  <a:lnTo>
                    <a:pt x="6295" y="19887"/>
                  </a:lnTo>
                  <a:lnTo>
                    <a:pt x="5908" y="19772"/>
                  </a:lnTo>
                  <a:lnTo>
                    <a:pt x="5484" y="19733"/>
                  </a:lnTo>
                  <a:lnTo>
                    <a:pt x="5098" y="19733"/>
                  </a:lnTo>
                  <a:lnTo>
                    <a:pt x="4673" y="19849"/>
                  </a:lnTo>
                  <a:lnTo>
                    <a:pt x="4634" y="19231"/>
                  </a:lnTo>
                  <a:lnTo>
                    <a:pt x="4518" y="18652"/>
                  </a:lnTo>
                  <a:lnTo>
                    <a:pt x="4287" y="18034"/>
                  </a:lnTo>
                  <a:lnTo>
                    <a:pt x="4055" y="17455"/>
                  </a:lnTo>
                  <a:lnTo>
                    <a:pt x="4518" y="17532"/>
                  </a:lnTo>
                  <a:lnTo>
                    <a:pt x="4982" y="17609"/>
                  </a:lnTo>
                  <a:lnTo>
                    <a:pt x="5059" y="17609"/>
                  </a:lnTo>
                  <a:lnTo>
                    <a:pt x="5098" y="17532"/>
                  </a:lnTo>
                  <a:lnTo>
                    <a:pt x="5136" y="17493"/>
                  </a:lnTo>
                  <a:lnTo>
                    <a:pt x="5136" y="17377"/>
                  </a:lnTo>
                  <a:lnTo>
                    <a:pt x="5098" y="17030"/>
                  </a:lnTo>
                  <a:lnTo>
                    <a:pt x="4982" y="16644"/>
                  </a:lnTo>
                  <a:lnTo>
                    <a:pt x="4827" y="16296"/>
                  </a:lnTo>
                  <a:lnTo>
                    <a:pt x="4673" y="15987"/>
                  </a:lnTo>
                  <a:lnTo>
                    <a:pt x="4596" y="15910"/>
                  </a:lnTo>
                  <a:lnTo>
                    <a:pt x="4634" y="15910"/>
                  </a:lnTo>
                  <a:lnTo>
                    <a:pt x="5600" y="14481"/>
                  </a:lnTo>
                  <a:lnTo>
                    <a:pt x="5638" y="14366"/>
                  </a:lnTo>
                  <a:lnTo>
                    <a:pt x="5600" y="14288"/>
                  </a:lnTo>
                  <a:lnTo>
                    <a:pt x="5561" y="14211"/>
                  </a:lnTo>
                  <a:lnTo>
                    <a:pt x="5445" y="14172"/>
                  </a:lnTo>
                  <a:lnTo>
                    <a:pt x="4209" y="13979"/>
                  </a:lnTo>
                  <a:lnTo>
                    <a:pt x="4480" y="13748"/>
                  </a:lnTo>
                  <a:lnTo>
                    <a:pt x="4789" y="13555"/>
                  </a:lnTo>
                  <a:lnTo>
                    <a:pt x="5098" y="13362"/>
                  </a:lnTo>
                  <a:lnTo>
                    <a:pt x="5406" y="13168"/>
                  </a:lnTo>
                  <a:lnTo>
                    <a:pt x="6024" y="13400"/>
                  </a:lnTo>
                  <a:lnTo>
                    <a:pt x="6140" y="13439"/>
                  </a:lnTo>
                  <a:lnTo>
                    <a:pt x="6217" y="13362"/>
                  </a:lnTo>
                  <a:lnTo>
                    <a:pt x="6256" y="13284"/>
                  </a:lnTo>
                  <a:lnTo>
                    <a:pt x="6295" y="13168"/>
                  </a:lnTo>
                  <a:lnTo>
                    <a:pt x="6179" y="12705"/>
                  </a:lnTo>
                  <a:lnTo>
                    <a:pt x="6063" y="12242"/>
                  </a:lnTo>
                  <a:lnTo>
                    <a:pt x="6912" y="11933"/>
                  </a:lnTo>
                  <a:lnTo>
                    <a:pt x="7723" y="11585"/>
                  </a:lnTo>
                  <a:lnTo>
                    <a:pt x="8534" y="11122"/>
                  </a:lnTo>
                  <a:lnTo>
                    <a:pt x="9268" y="10620"/>
                  </a:lnTo>
                  <a:lnTo>
                    <a:pt x="9963" y="10079"/>
                  </a:lnTo>
                  <a:lnTo>
                    <a:pt x="10311" y="9770"/>
                  </a:lnTo>
                  <a:lnTo>
                    <a:pt x="10620" y="9423"/>
                  </a:lnTo>
                  <a:lnTo>
                    <a:pt x="10890" y="9075"/>
                  </a:lnTo>
                  <a:lnTo>
                    <a:pt x="11160" y="8728"/>
                  </a:lnTo>
                  <a:lnTo>
                    <a:pt x="11392" y="8342"/>
                  </a:lnTo>
                  <a:lnTo>
                    <a:pt x="11623" y="7955"/>
                  </a:lnTo>
                  <a:lnTo>
                    <a:pt x="11817" y="7569"/>
                  </a:lnTo>
                  <a:lnTo>
                    <a:pt x="11971" y="7183"/>
                  </a:lnTo>
                  <a:lnTo>
                    <a:pt x="12125" y="6758"/>
                  </a:lnTo>
                  <a:lnTo>
                    <a:pt x="12241" y="6334"/>
                  </a:lnTo>
                  <a:lnTo>
                    <a:pt x="12319" y="5948"/>
                  </a:lnTo>
                  <a:lnTo>
                    <a:pt x="12357" y="5523"/>
                  </a:lnTo>
                  <a:lnTo>
                    <a:pt x="12396" y="5098"/>
                  </a:lnTo>
                  <a:lnTo>
                    <a:pt x="12396" y="4673"/>
                  </a:lnTo>
                  <a:lnTo>
                    <a:pt x="12357" y="4248"/>
                  </a:lnTo>
                  <a:lnTo>
                    <a:pt x="12280" y="3824"/>
                  </a:lnTo>
                  <a:lnTo>
                    <a:pt x="12203" y="3438"/>
                  </a:lnTo>
                  <a:lnTo>
                    <a:pt x="12048" y="3051"/>
                  </a:lnTo>
                  <a:lnTo>
                    <a:pt x="11894" y="2665"/>
                  </a:lnTo>
                  <a:lnTo>
                    <a:pt x="11701" y="2279"/>
                  </a:lnTo>
                  <a:lnTo>
                    <a:pt x="11469" y="1893"/>
                  </a:lnTo>
                  <a:lnTo>
                    <a:pt x="11160" y="1545"/>
                  </a:lnTo>
                  <a:lnTo>
                    <a:pt x="10890" y="1275"/>
                  </a:lnTo>
                  <a:lnTo>
                    <a:pt x="10620" y="1005"/>
                  </a:lnTo>
                  <a:lnTo>
                    <a:pt x="10311" y="773"/>
                  </a:lnTo>
                  <a:lnTo>
                    <a:pt x="9963" y="580"/>
                  </a:lnTo>
                  <a:lnTo>
                    <a:pt x="9654" y="387"/>
                  </a:lnTo>
                  <a:lnTo>
                    <a:pt x="9307" y="233"/>
                  </a:lnTo>
                  <a:lnTo>
                    <a:pt x="8920" y="117"/>
                  </a:lnTo>
                  <a:lnTo>
                    <a:pt x="8573" y="39"/>
                  </a:lnTo>
                  <a:lnTo>
                    <a:pt x="81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2"/>
            <p:cNvSpPr/>
            <p:nvPr/>
          </p:nvSpPr>
          <p:spPr>
            <a:xfrm>
              <a:off x="1545225" y="2340525"/>
              <a:ext cx="21275" cy="8700"/>
            </a:xfrm>
            <a:custGeom>
              <a:avLst/>
              <a:gdLst/>
              <a:ahLst/>
              <a:cxnLst/>
              <a:rect l="l" t="t" r="r" b="b"/>
              <a:pathLst>
                <a:path w="851" h="348" extrusionOk="0">
                  <a:moveTo>
                    <a:pt x="425" y="0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1" y="193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3"/>
                  </a:lnTo>
                  <a:lnTo>
                    <a:pt x="811" y="78"/>
                  </a:lnTo>
                  <a:lnTo>
                    <a:pt x="73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2"/>
            <p:cNvSpPr/>
            <p:nvPr/>
          </p:nvSpPr>
          <p:spPr>
            <a:xfrm>
              <a:off x="6777550" y="234825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26"/>
                  </a:lnTo>
                  <a:lnTo>
                    <a:pt x="0" y="3012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52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30"/>
                  </a:lnTo>
                  <a:lnTo>
                    <a:pt x="463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776"/>
                  </a:lnTo>
                  <a:lnTo>
                    <a:pt x="888" y="1545"/>
                  </a:lnTo>
                  <a:lnTo>
                    <a:pt x="1043" y="1313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3"/>
                  </a:lnTo>
                  <a:lnTo>
                    <a:pt x="1854" y="657"/>
                  </a:lnTo>
                  <a:lnTo>
                    <a:pt x="2124" y="541"/>
                  </a:lnTo>
                  <a:lnTo>
                    <a:pt x="2433" y="502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3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1" y="1390"/>
                  </a:lnTo>
                  <a:lnTo>
                    <a:pt x="3669" y="1661"/>
                  </a:lnTo>
                  <a:lnTo>
                    <a:pt x="4132" y="1545"/>
                  </a:lnTo>
                  <a:lnTo>
                    <a:pt x="4016" y="1159"/>
                  </a:lnTo>
                  <a:lnTo>
                    <a:pt x="3823" y="811"/>
                  </a:lnTo>
                  <a:lnTo>
                    <a:pt x="3630" y="502"/>
                  </a:lnTo>
                  <a:lnTo>
                    <a:pt x="3398" y="271"/>
                  </a:lnTo>
                  <a:lnTo>
                    <a:pt x="3244" y="155"/>
                  </a:lnTo>
                  <a:lnTo>
                    <a:pt x="3089" y="77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2"/>
            <p:cNvSpPr/>
            <p:nvPr/>
          </p:nvSpPr>
          <p:spPr>
            <a:xfrm>
              <a:off x="6642400" y="2349200"/>
              <a:ext cx="437325" cy="301225"/>
            </a:xfrm>
            <a:custGeom>
              <a:avLst/>
              <a:gdLst/>
              <a:ahLst/>
              <a:cxnLst/>
              <a:rect l="l" t="t" r="r" b="b"/>
              <a:pathLst>
                <a:path w="17493" h="12049" extrusionOk="0">
                  <a:moveTo>
                    <a:pt x="12086" y="503"/>
                  </a:moveTo>
                  <a:lnTo>
                    <a:pt x="12202" y="580"/>
                  </a:lnTo>
                  <a:lnTo>
                    <a:pt x="12280" y="657"/>
                  </a:lnTo>
                  <a:lnTo>
                    <a:pt x="12627" y="850"/>
                  </a:lnTo>
                  <a:lnTo>
                    <a:pt x="12897" y="1159"/>
                  </a:lnTo>
                  <a:lnTo>
                    <a:pt x="13129" y="1507"/>
                  </a:lnTo>
                  <a:lnTo>
                    <a:pt x="13322" y="1854"/>
                  </a:lnTo>
                  <a:lnTo>
                    <a:pt x="13477" y="2240"/>
                  </a:lnTo>
                  <a:lnTo>
                    <a:pt x="13631" y="2665"/>
                  </a:lnTo>
                  <a:lnTo>
                    <a:pt x="13824" y="3438"/>
                  </a:lnTo>
                  <a:lnTo>
                    <a:pt x="13090" y="3013"/>
                  </a:lnTo>
                  <a:lnTo>
                    <a:pt x="12704" y="2781"/>
                  </a:lnTo>
                  <a:lnTo>
                    <a:pt x="12357" y="2472"/>
                  </a:lnTo>
                  <a:lnTo>
                    <a:pt x="12009" y="2125"/>
                  </a:lnTo>
                  <a:lnTo>
                    <a:pt x="11816" y="1932"/>
                  </a:lnTo>
                  <a:lnTo>
                    <a:pt x="11662" y="1700"/>
                  </a:lnTo>
                  <a:lnTo>
                    <a:pt x="11507" y="1391"/>
                  </a:lnTo>
                  <a:lnTo>
                    <a:pt x="11430" y="1043"/>
                  </a:lnTo>
                  <a:lnTo>
                    <a:pt x="11662" y="735"/>
                  </a:lnTo>
                  <a:lnTo>
                    <a:pt x="11739" y="619"/>
                  </a:lnTo>
                  <a:lnTo>
                    <a:pt x="11855" y="541"/>
                  </a:lnTo>
                  <a:lnTo>
                    <a:pt x="11971" y="503"/>
                  </a:lnTo>
                  <a:close/>
                  <a:moveTo>
                    <a:pt x="16218" y="1584"/>
                  </a:moveTo>
                  <a:lnTo>
                    <a:pt x="16296" y="1623"/>
                  </a:lnTo>
                  <a:lnTo>
                    <a:pt x="16411" y="1661"/>
                  </a:lnTo>
                  <a:lnTo>
                    <a:pt x="16489" y="1738"/>
                  </a:lnTo>
                  <a:lnTo>
                    <a:pt x="16566" y="1816"/>
                  </a:lnTo>
                  <a:lnTo>
                    <a:pt x="16604" y="1970"/>
                  </a:lnTo>
                  <a:lnTo>
                    <a:pt x="16643" y="2163"/>
                  </a:lnTo>
                  <a:lnTo>
                    <a:pt x="16643" y="2356"/>
                  </a:lnTo>
                  <a:lnTo>
                    <a:pt x="16604" y="2511"/>
                  </a:lnTo>
                  <a:lnTo>
                    <a:pt x="16527" y="2665"/>
                  </a:lnTo>
                  <a:lnTo>
                    <a:pt x="16411" y="2820"/>
                  </a:lnTo>
                  <a:lnTo>
                    <a:pt x="16296" y="2974"/>
                  </a:lnTo>
                  <a:lnTo>
                    <a:pt x="15948" y="3206"/>
                  </a:lnTo>
                  <a:lnTo>
                    <a:pt x="15562" y="3399"/>
                  </a:lnTo>
                  <a:lnTo>
                    <a:pt x="15137" y="3553"/>
                  </a:lnTo>
                  <a:lnTo>
                    <a:pt x="14712" y="3669"/>
                  </a:lnTo>
                  <a:lnTo>
                    <a:pt x="14365" y="3746"/>
                  </a:lnTo>
                  <a:lnTo>
                    <a:pt x="14481" y="3360"/>
                  </a:lnTo>
                  <a:lnTo>
                    <a:pt x="14635" y="2974"/>
                  </a:lnTo>
                  <a:lnTo>
                    <a:pt x="14828" y="2627"/>
                  </a:lnTo>
                  <a:lnTo>
                    <a:pt x="15098" y="2279"/>
                  </a:lnTo>
                  <a:lnTo>
                    <a:pt x="15407" y="1970"/>
                  </a:lnTo>
                  <a:lnTo>
                    <a:pt x="15639" y="1816"/>
                  </a:lnTo>
                  <a:lnTo>
                    <a:pt x="15871" y="1661"/>
                  </a:lnTo>
                  <a:lnTo>
                    <a:pt x="16102" y="1623"/>
                  </a:lnTo>
                  <a:lnTo>
                    <a:pt x="16218" y="1584"/>
                  </a:lnTo>
                  <a:close/>
                  <a:moveTo>
                    <a:pt x="13824" y="4287"/>
                  </a:moveTo>
                  <a:lnTo>
                    <a:pt x="13670" y="4557"/>
                  </a:lnTo>
                  <a:lnTo>
                    <a:pt x="13477" y="4789"/>
                  </a:lnTo>
                  <a:lnTo>
                    <a:pt x="13245" y="5021"/>
                  </a:lnTo>
                  <a:lnTo>
                    <a:pt x="13013" y="5214"/>
                  </a:lnTo>
                  <a:lnTo>
                    <a:pt x="12666" y="5484"/>
                  </a:lnTo>
                  <a:lnTo>
                    <a:pt x="12164" y="5754"/>
                  </a:lnTo>
                  <a:lnTo>
                    <a:pt x="11893" y="5870"/>
                  </a:lnTo>
                  <a:lnTo>
                    <a:pt x="11623" y="5948"/>
                  </a:lnTo>
                  <a:lnTo>
                    <a:pt x="11391" y="5986"/>
                  </a:lnTo>
                  <a:lnTo>
                    <a:pt x="11198" y="5948"/>
                  </a:lnTo>
                  <a:lnTo>
                    <a:pt x="11044" y="5870"/>
                  </a:lnTo>
                  <a:lnTo>
                    <a:pt x="10967" y="5793"/>
                  </a:lnTo>
                  <a:lnTo>
                    <a:pt x="10928" y="5716"/>
                  </a:lnTo>
                  <a:lnTo>
                    <a:pt x="10889" y="5639"/>
                  </a:lnTo>
                  <a:lnTo>
                    <a:pt x="10889" y="5446"/>
                  </a:lnTo>
                  <a:lnTo>
                    <a:pt x="10967" y="5252"/>
                  </a:lnTo>
                  <a:lnTo>
                    <a:pt x="11121" y="5098"/>
                  </a:lnTo>
                  <a:lnTo>
                    <a:pt x="11276" y="4944"/>
                  </a:lnTo>
                  <a:lnTo>
                    <a:pt x="11546" y="4750"/>
                  </a:lnTo>
                  <a:lnTo>
                    <a:pt x="11816" y="4635"/>
                  </a:lnTo>
                  <a:lnTo>
                    <a:pt x="12086" y="4557"/>
                  </a:lnTo>
                  <a:lnTo>
                    <a:pt x="12627" y="4480"/>
                  </a:lnTo>
                  <a:lnTo>
                    <a:pt x="13245" y="4403"/>
                  </a:lnTo>
                  <a:lnTo>
                    <a:pt x="13554" y="4364"/>
                  </a:lnTo>
                  <a:lnTo>
                    <a:pt x="13824" y="4287"/>
                  </a:lnTo>
                  <a:close/>
                  <a:moveTo>
                    <a:pt x="14403" y="4248"/>
                  </a:moveTo>
                  <a:lnTo>
                    <a:pt x="15098" y="4596"/>
                  </a:lnTo>
                  <a:lnTo>
                    <a:pt x="15407" y="4789"/>
                  </a:lnTo>
                  <a:lnTo>
                    <a:pt x="15716" y="4982"/>
                  </a:lnTo>
                  <a:lnTo>
                    <a:pt x="15909" y="5137"/>
                  </a:lnTo>
                  <a:lnTo>
                    <a:pt x="16141" y="5368"/>
                  </a:lnTo>
                  <a:lnTo>
                    <a:pt x="16411" y="5677"/>
                  </a:lnTo>
                  <a:lnTo>
                    <a:pt x="16643" y="5986"/>
                  </a:lnTo>
                  <a:lnTo>
                    <a:pt x="16875" y="6334"/>
                  </a:lnTo>
                  <a:lnTo>
                    <a:pt x="16991" y="6681"/>
                  </a:lnTo>
                  <a:lnTo>
                    <a:pt x="16991" y="6836"/>
                  </a:lnTo>
                  <a:lnTo>
                    <a:pt x="16991" y="6990"/>
                  </a:lnTo>
                  <a:lnTo>
                    <a:pt x="16952" y="7106"/>
                  </a:lnTo>
                  <a:lnTo>
                    <a:pt x="16836" y="7222"/>
                  </a:lnTo>
                  <a:lnTo>
                    <a:pt x="16759" y="7299"/>
                  </a:lnTo>
                  <a:lnTo>
                    <a:pt x="16643" y="7338"/>
                  </a:lnTo>
                  <a:lnTo>
                    <a:pt x="16373" y="7338"/>
                  </a:lnTo>
                  <a:lnTo>
                    <a:pt x="16141" y="7222"/>
                  </a:lnTo>
                  <a:lnTo>
                    <a:pt x="15871" y="7029"/>
                  </a:lnTo>
                  <a:lnTo>
                    <a:pt x="15600" y="6797"/>
                  </a:lnTo>
                  <a:lnTo>
                    <a:pt x="15369" y="6565"/>
                  </a:lnTo>
                  <a:lnTo>
                    <a:pt x="15060" y="6141"/>
                  </a:lnTo>
                  <a:lnTo>
                    <a:pt x="14828" y="5716"/>
                  </a:lnTo>
                  <a:lnTo>
                    <a:pt x="14635" y="5252"/>
                  </a:lnTo>
                  <a:lnTo>
                    <a:pt x="14519" y="4750"/>
                  </a:lnTo>
                  <a:lnTo>
                    <a:pt x="14403" y="4248"/>
                  </a:lnTo>
                  <a:close/>
                  <a:moveTo>
                    <a:pt x="11855" y="1"/>
                  </a:moveTo>
                  <a:lnTo>
                    <a:pt x="11584" y="39"/>
                  </a:lnTo>
                  <a:lnTo>
                    <a:pt x="11469" y="117"/>
                  </a:lnTo>
                  <a:lnTo>
                    <a:pt x="11353" y="194"/>
                  </a:lnTo>
                  <a:lnTo>
                    <a:pt x="11160" y="387"/>
                  </a:lnTo>
                  <a:lnTo>
                    <a:pt x="11005" y="619"/>
                  </a:lnTo>
                  <a:lnTo>
                    <a:pt x="10928" y="812"/>
                  </a:lnTo>
                  <a:lnTo>
                    <a:pt x="10928" y="1005"/>
                  </a:lnTo>
                  <a:lnTo>
                    <a:pt x="10928" y="1236"/>
                  </a:lnTo>
                  <a:lnTo>
                    <a:pt x="11005" y="1468"/>
                  </a:lnTo>
                  <a:lnTo>
                    <a:pt x="11082" y="1661"/>
                  </a:lnTo>
                  <a:lnTo>
                    <a:pt x="11198" y="1893"/>
                  </a:lnTo>
                  <a:lnTo>
                    <a:pt x="11546" y="2318"/>
                  </a:lnTo>
                  <a:lnTo>
                    <a:pt x="11932" y="2742"/>
                  </a:lnTo>
                  <a:lnTo>
                    <a:pt x="12395" y="3090"/>
                  </a:lnTo>
                  <a:lnTo>
                    <a:pt x="12859" y="3399"/>
                  </a:lnTo>
                  <a:lnTo>
                    <a:pt x="12859" y="3399"/>
                  </a:lnTo>
                  <a:lnTo>
                    <a:pt x="12048" y="3283"/>
                  </a:lnTo>
                  <a:lnTo>
                    <a:pt x="11198" y="3283"/>
                  </a:lnTo>
                  <a:lnTo>
                    <a:pt x="10387" y="3322"/>
                  </a:lnTo>
                  <a:lnTo>
                    <a:pt x="9615" y="3476"/>
                  </a:lnTo>
                  <a:lnTo>
                    <a:pt x="9654" y="3013"/>
                  </a:lnTo>
                  <a:lnTo>
                    <a:pt x="9654" y="2511"/>
                  </a:lnTo>
                  <a:lnTo>
                    <a:pt x="9615" y="2009"/>
                  </a:lnTo>
                  <a:lnTo>
                    <a:pt x="9538" y="1507"/>
                  </a:lnTo>
                  <a:lnTo>
                    <a:pt x="9075" y="1623"/>
                  </a:lnTo>
                  <a:lnTo>
                    <a:pt x="9152" y="2086"/>
                  </a:lnTo>
                  <a:lnTo>
                    <a:pt x="9152" y="2588"/>
                  </a:lnTo>
                  <a:lnTo>
                    <a:pt x="9152" y="3090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5" y="3901"/>
                  </a:lnTo>
                  <a:lnTo>
                    <a:pt x="7414" y="4287"/>
                  </a:lnTo>
                  <a:lnTo>
                    <a:pt x="6603" y="4712"/>
                  </a:lnTo>
                  <a:lnTo>
                    <a:pt x="5831" y="5214"/>
                  </a:lnTo>
                  <a:lnTo>
                    <a:pt x="5406" y="5252"/>
                  </a:lnTo>
                  <a:lnTo>
                    <a:pt x="5406" y="5561"/>
                  </a:lnTo>
                  <a:lnTo>
                    <a:pt x="4595" y="6218"/>
                  </a:lnTo>
                  <a:lnTo>
                    <a:pt x="3823" y="6913"/>
                  </a:lnTo>
                  <a:lnTo>
                    <a:pt x="3089" y="7685"/>
                  </a:lnTo>
                  <a:lnTo>
                    <a:pt x="2394" y="8496"/>
                  </a:lnTo>
                  <a:lnTo>
                    <a:pt x="1738" y="9307"/>
                  </a:lnTo>
                  <a:lnTo>
                    <a:pt x="1081" y="10157"/>
                  </a:lnTo>
                  <a:lnTo>
                    <a:pt x="502" y="10967"/>
                  </a:lnTo>
                  <a:lnTo>
                    <a:pt x="0" y="11778"/>
                  </a:lnTo>
                  <a:lnTo>
                    <a:pt x="348" y="12049"/>
                  </a:lnTo>
                  <a:lnTo>
                    <a:pt x="1545" y="10504"/>
                  </a:lnTo>
                  <a:lnTo>
                    <a:pt x="2742" y="8959"/>
                  </a:lnTo>
                  <a:lnTo>
                    <a:pt x="3360" y="8226"/>
                  </a:lnTo>
                  <a:lnTo>
                    <a:pt x="4016" y="7492"/>
                  </a:lnTo>
                  <a:lnTo>
                    <a:pt x="4711" y="6797"/>
                  </a:lnTo>
                  <a:lnTo>
                    <a:pt x="5483" y="6179"/>
                  </a:lnTo>
                  <a:lnTo>
                    <a:pt x="6256" y="5561"/>
                  </a:lnTo>
                  <a:lnTo>
                    <a:pt x="7105" y="5059"/>
                  </a:lnTo>
                  <a:lnTo>
                    <a:pt x="7993" y="4596"/>
                  </a:lnTo>
                  <a:lnTo>
                    <a:pt x="8457" y="4442"/>
                  </a:lnTo>
                  <a:lnTo>
                    <a:pt x="8920" y="4248"/>
                  </a:lnTo>
                  <a:lnTo>
                    <a:pt x="9422" y="4133"/>
                  </a:lnTo>
                  <a:lnTo>
                    <a:pt x="9885" y="4017"/>
                  </a:lnTo>
                  <a:lnTo>
                    <a:pt x="10387" y="3901"/>
                  </a:lnTo>
                  <a:lnTo>
                    <a:pt x="10851" y="3862"/>
                  </a:lnTo>
                  <a:lnTo>
                    <a:pt x="11353" y="3824"/>
                  </a:lnTo>
                  <a:lnTo>
                    <a:pt x="11855" y="3824"/>
                  </a:lnTo>
                  <a:lnTo>
                    <a:pt x="12357" y="3862"/>
                  </a:lnTo>
                  <a:lnTo>
                    <a:pt x="12859" y="3901"/>
                  </a:lnTo>
                  <a:lnTo>
                    <a:pt x="12318" y="3978"/>
                  </a:lnTo>
                  <a:lnTo>
                    <a:pt x="11855" y="4094"/>
                  </a:lnTo>
                  <a:lnTo>
                    <a:pt x="11391" y="4287"/>
                  </a:lnTo>
                  <a:lnTo>
                    <a:pt x="11198" y="4403"/>
                  </a:lnTo>
                  <a:lnTo>
                    <a:pt x="11005" y="4557"/>
                  </a:lnTo>
                  <a:lnTo>
                    <a:pt x="10851" y="4673"/>
                  </a:lnTo>
                  <a:lnTo>
                    <a:pt x="10696" y="4866"/>
                  </a:lnTo>
                  <a:lnTo>
                    <a:pt x="10542" y="5059"/>
                  </a:lnTo>
                  <a:lnTo>
                    <a:pt x="10465" y="5291"/>
                  </a:lnTo>
                  <a:lnTo>
                    <a:pt x="10387" y="5523"/>
                  </a:lnTo>
                  <a:lnTo>
                    <a:pt x="10387" y="5754"/>
                  </a:lnTo>
                  <a:lnTo>
                    <a:pt x="10426" y="5948"/>
                  </a:lnTo>
                  <a:lnTo>
                    <a:pt x="10581" y="6179"/>
                  </a:lnTo>
                  <a:lnTo>
                    <a:pt x="10658" y="6256"/>
                  </a:lnTo>
                  <a:lnTo>
                    <a:pt x="10774" y="6334"/>
                  </a:lnTo>
                  <a:lnTo>
                    <a:pt x="11005" y="6411"/>
                  </a:lnTo>
                  <a:lnTo>
                    <a:pt x="11276" y="6449"/>
                  </a:lnTo>
                  <a:lnTo>
                    <a:pt x="11584" y="6411"/>
                  </a:lnTo>
                  <a:lnTo>
                    <a:pt x="11855" y="6372"/>
                  </a:lnTo>
                  <a:lnTo>
                    <a:pt x="12164" y="6256"/>
                  </a:lnTo>
                  <a:lnTo>
                    <a:pt x="12627" y="6063"/>
                  </a:lnTo>
                  <a:lnTo>
                    <a:pt x="13052" y="5793"/>
                  </a:lnTo>
                  <a:lnTo>
                    <a:pt x="13438" y="5484"/>
                  </a:lnTo>
                  <a:lnTo>
                    <a:pt x="13399" y="5523"/>
                  </a:lnTo>
                  <a:lnTo>
                    <a:pt x="13786" y="5716"/>
                  </a:lnTo>
                  <a:lnTo>
                    <a:pt x="14056" y="4866"/>
                  </a:lnTo>
                  <a:lnTo>
                    <a:pt x="14210" y="5407"/>
                  </a:lnTo>
                  <a:lnTo>
                    <a:pt x="14403" y="5909"/>
                  </a:lnTo>
                  <a:lnTo>
                    <a:pt x="14674" y="6411"/>
                  </a:lnTo>
                  <a:lnTo>
                    <a:pt x="14983" y="6874"/>
                  </a:lnTo>
                  <a:lnTo>
                    <a:pt x="15176" y="7067"/>
                  </a:lnTo>
                  <a:lnTo>
                    <a:pt x="15407" y="7299"/>
                  </a:lnTo>
                  <a:lnTo>
                    <a:pt x="15678" y="7492"/>
                  </a:lnTo>
                  <a:lnTo>
                    <a:pt x="15987" y="7685"/>
                  </a:lnTo>
                  <a:lnTo>
                    <a:pt x="16296" y="7801"/>
                  </a:lnTo>
                  <a:lnTo>
                    <a:pt x="16604" y="7878"/>
                  </a:lnTo>
                  <a:lnTo>
                    <a:pt x="16759" y="7878"/>
                  </a:lnTo>
                  <a:lnTo>
                    <a:pt x="16875" y="7840"/>
                  </a:lnTo>
                  <a:lnTo>
                    <a:pt x="17029" y="7801"/>
                  </a:lnTo>
                  <a:lnTo>
                    <a:pt x="17184" y="7724"/>
                  </a:lnTo>
                  <a:lnTo>
                    <a:pt x="17299" y="7647"/>
                  </a:lnTo>
                  <a:lnTo>
                    <a:pt x="17377" y="7531"/>
                  </a:lnTo>
                  <a:lnTo>
                    <a:pt x="17415" y="7376"/>
                  </a:lnTo>
                  <a:lnTo>
                    <a:pt x="17454" y="7260"/>
                  </a:lnTo>
                  <a:lnTo>
                    <a:pt x="17493" y="6951"/>
                  </a:lnTo>
                  <a:lnTo>
                    <a:pt x="17415" y="6604"/>
                  </a:lnTo>
                  <a:lnTo>
                    <a:pt x="17299" y="6295"/>
                  </a:lnTo>
                  <a:lnTo>
                    <a:pt x="17184" y="5986"/>
                  </a:lnTo>
                  <a:lnTo>
                    <a:pt x="17029" y="5716"/>
                  </a:lnTo>
                  <a:lnTo>
                    <a:pt x="16875" y="5484"/>
                  </a:lnTo>
                  <a:lnTo>
                    <a:pt x="16682" y="5252"/>
                  </a:lnTo>
                  <a:lnTo>
                    <a:pt x="16489" y="5021"/>
                  </a:lnTo>
                  <a:lnTo>
                    <a:pt x="16257" y="4789"/>
                  </a:lnTo>
                  <a:lnTo>
                    <a:pt x="16025" y="4596"/>
                  </a:lnTo>
                  <a:lnTo>
                    <a:pt x="15523" y="4287"/>
                  </a:lnTo>
                  <a:lnTo>
                    <a:pt x="14944" y="4017"/>
                  </a:lnTo>
                  <a:lnTo>
                    <a:pt x="15407" y="3901"/>
                  </a:lnTo>
                  <a:lnTo>
                    <a:pt x="15832" y="3746"/>
                  </a:lnTo>
                  <a:lnTo>
                    <a:pt x="16218" y="3515"/>
                  </a:lnTo>
                  <a:lnTo>
                    <a:pt x="16604" y="3244"/>
                  </a:lnTo>
                  <a:lnTo>
                    <a:pt x="16759" y="3051"/>
                  </a:lnTo>
                  <a:lnTo>
                    <a:pt x="16913" y="2858"/>
                  </a:lnTo>
                  <a:lnTo>
                    <a:pt x="17029" y="2665"/>
                  </a:lnTo>
                  <a:lnTo>
                    <a:pt x="17106" y="2434"/>
                  </a:lnTo>
                  <a:lnTo>
                    <a:pt x="17145" y="2163"/>
                  </a:lnTo>
                  <a:lnTo>
                    <a:pt x="17106" y="1932"/>
                  </a:lnTo>
                  <a:lnTo>
                    <a:pt x="17068" y="1700"/>
                  </a:lnTo>
                  <a:lnTo>
                    <a:pt x="16913" y="1468"/>
                  </a:lnTo>
                  <a:lnTo>
                    <a:pt x="16759" y="1314"/>
                  </a:lnTo>
                  <a:lnTo>
                    <a:pt x="16566" y="1198"/>
                  </a:lnTo>
                  <a:lnTo>
                    <a:pt x="16334" y="1159"/>
                  </a:lnTo>
                  <a:lnTo>
                    <a:pt x="16102" y="1159"/>
                  </a:lnTo>
                  <a:lnTo>
                    <a:pt x="15909" y="1198"/>
                  </a:lnTo>
                  <a:lnTo>
                    <a:pt x="15678" y="1236"/>
                  </a:lnTo>
                  <a:lnTo>
                    <a:pt x="15446" y="1352"/>
                  </a:lnTo>
                  <a:lnTo>
                    <a:pt x="15253" y="1468"/>
                  </a:lnTo>
                  <a:lnTo>
                    <a:pt x="14905" y="1777"/>
                  </a:lnTo>
                  <a:lnTo>
                    <a:pt x="14596" y="2163"/>
                  </a:lnTo>
                  <a:lnTo>
                    <a:pt x="14326" y="2588"/>
                  </a:lnTo>
                  <a:lnTo>
                    <a:pt x="14094" y="3013"/>
                  </a:lnTo>
                  <a:lnTo>
                    <a:pt x="13940" y="2434"/>
                  </a:lnTo>
                  <a:lnTo>
                    <a:pt x="13747" y="1893"/>
                  </a:lnTo>
                  <a:lnTo>
                    <a:pt x="13515" y="1352"/>
                  </a:lnTo>
                  <a:lnTo>
                    <a:pt x="13168" y="850"/>
                  </a:lnTo>
                  <a:lnTo>
                    <a:pt x="13013" y="657"/>
                  </a:lnTo>
                  <a:lnTo>
                    <a:pt x="12820" y="464"/>
                  </a:lnTo>
                  <a:lnTo>
                    <a:pt x="12588" y="271"/>
                  </a:lnTo>
                  <a:lnTo>
                    <a:pt x="12357" y="117"/>
                  </a:lnTo>
                  <a:lnTo>
                    <a:pt x="12086" y="39"/>
                  </a:lnTo>
                  <a:lnTo>
                    <a:pt x="118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2"/>
            <p:cNvSpPr/>
            <p:nvPr/>
          </p:nvSpPr>
          <p:spPr>
            <a:xfrm>
              <a:off x="4161375" y="2367550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3" y="387"/>
                  </a:moveTo>
                  <a:lnTo>
                    <a:pt x="1121" y="425"/>
                  </a:lnTo>
                  <a:lnTo>
                    <a:pt x="1198" y="464"/>
                  </a:lnTo>
                  <a:lnTo>
                    <a:pt x="1236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6" y="1120"/>
                  </a:lnTo>
                  <a:lnTo>
                    <a:pt x="1159" y="1198"/>
                  </a:lnTo>
                  <a:lnTo>
                    <a:pt x="1082" y="1236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1" y="1159"/>
                  </a:lnTo>
                  <a:lnTo>
                    <a:pt x="464" y="1082"/>
                  </a:lnTo>
                  <a:lnTo>
                    <a:pt x="426" y="1004"/>
                  </a:lnTo>
                  <a:lnTo>
                    <a:pt x="387" y="889"/>
                  </a:lnTo>
                  <a:lnTo>
                    <a:pt x="387" y="773"/>
                  </a:lnTo>
                  <a:lnTo>
                    <a:pt x="464" y="580"/>
                  </a:lnTo>
                  <a:lnTo>
                    <a:pt x="541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7"/>
                  </a:lnTo>
                  <a:close/>
                  <a:moveTo>
                    <a:pt x="889" y="1"/>
                  </a:moveTo>
                  <a:lnTo>
                    <a:pt x="735" y="39"/>
                  </a:lnTo>
                  <a:lnTo>
                    <a:pt x="619" y="78"/>
                  </a:lnTo>
                  <a:lnTo>
                    <a:pt x="503" y="155"/>
                  </a:lnTo>
                  <a:lnTo>
                    <a:pt x="348" y="232"/>
                  </a:lnTo>
                  <a:lnTo>
                    <a:pt x="233" y="309"/>
                  </a:lnTo>
                  <a:lnTo>
                    <a:pt x="155" y="464"/>
                  </a:lnTo>
                  <a:lnTo>
                    <a:pt x="78" y="580"/>
                  </a:lnTo>
                  <a:lnTo>
                    <a:pt x="39" y="734"/>
                  </a:lnTo>
                  <a:lnTo>
                    <a:pt x="1" y="889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4" y="1352"/>
                  </a:lnTo>
                  <a:lnTo>
                    <a:pt x="310" y="1468"/>
                  </a:lnTo>
                  <a:lnTo>
                    <a:pt x="464" y="1584"/>
                  </a:lnTo>
                  <a:lnTo>
                    <a:pt x="657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45"/>
                  </a:lnTo>
                  <a:lnTo>
                    <a:pt x="1507" y="1429"/>
                  </a:lnTo>
                  <a:lnTo>
                    <a:pt x="1584" y="1275"/>
                  </a:lnTo>
                  <a:lnTo>
                    <a:pt x="1661" y="1120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80"/>
                  </a:lnTo>
                  <a:lnTo>
                    <a:pt x="1584" y="387"/>
                  </a:lnTo>
                  <a:lnTo>
                    <a:pt x="1507" y="271"/>
                  </a:lnTo>
                  <a:lnTo>
                    <a:pt x="1391" y="194"/>
                  </a:lnTo>
                  <a:lnTo>
                    <a:pt x="1275" y="116"/>
                  </a:lnTo>
                  <a:lnTo>
                    <a:pt x="1005" y="39"/>
                  </a:lnTo>
                  <a:lnTo>
                    <a:pt x="88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2"/>
            <p:cNvSpPr/>
            <p:nvPr/>
          </p:nvSpPr>
          <p:spPr>
            <a:xfrm>
              <a:off x="4673025" y="2378175"/>
              <a:ext cx="330175" cy="176675"/>
            </a:xfrm>
            <a:custGeom>
              <a:avLst/>
              <a:gdLst/>
              <a:ahLst/>
              <a:cxnLst/>
              <a:rect l="l" t="t" r="r" b="b"/>
              <a:pathLst>
                <a:path w="13207" h="7067" extrusionOk="0">
                  <a:moveTo>
                    <a:pt x="8110" y="309"/>
                  </a:moveTo>
                  <a:lnTo>
                    <a:pt x="8226" y="348"/>
                  </a:lnTo>
                  <a:lnTo>
                    <a:pt x="8380" y="425"/>
                  </a:lnTo>
                  <a:lnTo>
                    <a:pt x="8535" y="541"/>
                  </a:lnTo>
                  <a:lnTo>
                    <a:pt x="8612" y="579"/>
                  </a:lnTo>
                  <a:lnTo>
                    <a:pt x="8728" y="888"/>
                  </a:lnTo>
                  <a:lnTo>
                    <a:pt x="8766" y="1197"/>
                  </a:lnTo>
                  <a:lnTo>
                    <a:pt x="8728" y="1468"/>
                  </a:lnTo>
                  <a:lnTo>
                    <a:pt x="8650" y="1777"/>
                  </a:lnTo>
                  <a:lnTo>
                    <a:pt x="8496" y="2047"/>
                  </a:lnTo>
                  <a:lnTo>
                    <a:pt x="8380" y="2317"/>
                  </a:lnTo>
                  <a:lnTo>
                    <a:pt x="8033" y="2858"/>
                  </a:lnTo>
                  <a:lnTo>
                    <a:pt x="6836" y="4711"/>
                  </a:lnTo>
                  <a:lnTo>
                    <a:pt x="6681" y="4711"/>
                  </a:lnTo>
                  <a:lnTo>
                    <a:pt x="6797" y="3746"/>
                  </a:lnTo>
                  <a:lnTo>
                    <a:pt x="6990" y="2781"/>
                  </a:lnTo>
                  <a:lnTo>
                    <a:pt x="7222" y="1661"/>
                  </a:lnTo>
                  <a:lnTo>
                    <a:pt x="7338" y="1197"/>
                  </a:lnTo>
                  <a:lnTo>
                    <a:pt x="7453" y="888"/>
                  </a:lnTo>
                  <a:lnTo>
                    <a:pt x="7608" y="618"/>
                  </a:lnTo>
                  <a:lnTo>
                    <a:pt x="7762" y="425"/>
                  </a:lnTo>
                  <a:lnTo>
                    <a:pt x="7878" y="348"/>
                  </a:lnTo>
                  <a:lnTo>
                    <a:pt x="7994" y="309"/>
                  </a:lnTo>
                  <a:close/>
                  <a:moveTo>
                    <a:pt x="5909" y="5406"/>
                  </a:moveTo>
                  <a:lnTo>
                    <a:pt x="4673" y="5831"/>
                  </a:lnTo>
                  <a:lnTo>
                    <a:pt x="3437" y="6217"/>
                  </a:lnTo>
                  <a:lnTo>
                    <a:pt x="2781" y="6372"/>
                  </a:lnTo>
                  <a:lnTo>
                    <a:pt x="2125" y="6526"/>
                  </a:lnTo>
                  <a:lnTo>
                    <a:pt x="1700" y="6565"/>
                  </a:lnTo>
                  <a:lnTo>
                    <a:pt x="1314" y="6603"/>
                  </a:lnTo>
                  <a:lnTo>
                    <a:pt x="1043" y="6565"/>
                  </a:lnTo>
                  <a:lnTo>
                    <a:pt x="812" y="6488"/>
                  </a:lnTo>
                  <a:lnTo>
                    <a:pt x="734" y="6449"/>
                  </a:lnTo>
                  <a:lnTo>
                    <a:pt x="696" y="6333"/>
                  </a:lnTo>
                  <a:lnTo>
                    <a:pt x="696" y="6217"/>
                  </a:lnTo>
                  <a:lnTo>
                    <a:pt x="696" y="6063"/>
                  </a:lnTo>
                  <a:lnTo>
                    <a:pt x="696" y="5908"/>
                  </a:lnTo>
                  <a:lnTo>
                    <a:pt x="734" y="5792"/>
                  </a:lnTo>
                  <a:lnTo>
                    <a:pt x="812" y="5715"/>
                  </a:lnTo>
                  <a:lnTo>
                    <a:pt x="889" y="5677"/>
                  </a:lnTo>
                  <a:lnTo>
                    <a:pt x="1082" y="5599"/>
                  </a:lnTo>
                  <a:lnTo>
                    <a:pt x="1391" y="5561"/>
                  </a:lnTo>
                  <a:lnTo>
                    <a:pt x="2047" y="5484"/>
                  </a:lnTo>
                  <a:lnTo>
                    <a:pt x="2897" y="5445"/>
                  </a:lnTo>
                  <a:lnTo>
                    <a:pt x="5368" y="5445"/>
                  </a:lnTo>
                  <a:lnTo>
                    <a:pt x="5909" y="5406"/>
                  </a:lnTo>
                  <a:close/>
                  <a:moveTo>
                    <a:pt x="7067" y="5097"/>
                  </a:moveTo>
                  <a:lnTo>
                    <a:pt x="8342" y="5136"/>
                  </a:lnTo>
                  <a:lnTo>
                    <a:pt x="9577" y="5252"/>
                  </a:lnTo>
                  <a:lnTo>
                    <a:pt x="10272" y="5329"/>
                  </a:lnTo>
                  <a:lnTo>
                    <a:pt x="11006" y="5445"/>
                  </a:lnTo>
                  <a:lnTo>
                    <a:pt x="11701" y="5561"/>
                  </a:lnTo>
                  <a:lnTo>
                    <a:pt x="12164" y="5677"/>
                  </a:lnTo>
                  <a:lnTo>
                    <a:pt x="12280" y="5715"/>
                  </a:lnTo>
                  <a:lnTo>
                    <a:pt x="12396" y="5754"/>
                  </a:lnTo>
                  <a:lnTo>
                    <a:pt x="12473" y="5831"/>
                  </a:lnTo>
                  <a:lnTo>
                    <a:pt x="12551" y="5908"/>
                  </a:lnTo>
                  <a:lnTo>
                    <a:pt x="12589" y="6024"/>
                  </a:lnTo>
                  <a:lnTo>
                    <a:pt x="12628" y="6179"/>
                  </a:lnTo>
                  <a:lnTo>
                    <a:pt x="12589" y="6526"/>
                  </a:lnTo>
                  <a:lnTo>
                    <a:pt x="12435" y="6603"/>
                  </a:lnTo>
                  <a:lnTo>
                    <a:pt x="12242" y="6642"/>
                  </a:lnTo>
                  <a:lnTo>
                    <a:pt x="12010" y="6681"/>
                  </a:lnTo>
                  <a:lnTo>
                    <a:pt x="11778" y="6681"/>
                  </a:lnTo>
                  <a:lnTo>
                    <a:pt x="11315" y="6603"/>
                  </a:lnTo>
                  <a:lnTo>
                    <a:pt x="10929" y="6526"/>
                  </a:lnTo>
                  <a:lnTo>
                    <a:pt x="10156" y="6372"/>
                  </a:lnTo>
                  <a:lnTo>
                    <a:pt x="9423" y="6140"/>
                  </a:lnTo>
                  <a:lnTo>
                    <a:pt x="8805" y="5908"/>
                  </a:lnTo>
                  <a:lnTo>
                    <a:pt x="8226" y="5677"/>
                  </a:lnTo>
                  <a:lnTo>
                    <a:pt x="7067" y="5097"/>
                  </a:lnTo>
                  <a:close/>
                  <a:moveTo>
                    <a:pt x="8148" y="0"/>
                  </a:moveTo>
                  <a:lnTo>
                    <a:pt x="7917" y="39"/>
                  </a:lnTo>
                  <a:lnTo>
                    <a:pt x="7724" y="116"/>
                  </a:lnTo>
                  <a:lnTo>
                    <a:pt x="7492" y="271"/>
                  </a:lnTo>
                  <a:lnTo>
                    <a:pt x="7338" y="425"/>
                  </a:lnTo>
                  <a:lnTo>
                    <a:pt x="7183" y="618"/>
                  </a:lnTo>
                  <a:lnTo>
                    <a:pt x="6990" y="1043"/>
                  </a:lnTo>
                  <a:lnTo>
                    <a:pt x="6874" y="1506"/>
                  </a:lnTo>
                  <a:lnTo>
                    <a:pt x="6681" y="2433"/>
                  </a:lnTo>
                  <a:lnTo>
                    <a:pt x="6527" y="3591"/>
                  </a:lnTo>
                  <a:lnTo>
                    <a:pt x="6488" y="4171"/>
                  </a:lnTo>
                  <a:lnTo>
                    <a:pt x="6449" y="4750"/>
                  </a:lnTo>
                  <a:lnTo>
                    <a:pt x="6411" y="4866"/>
                  </a:lnTo>
                  <a:lnTo>
                    <a:pt x="6411" y="4982"/>
                  </a:lnTo>
                  <a:lnTo>
                    <a:pt x="5870" y="5020"/>
                  </a:lnTo>
                  <a:lnTo>
                    <a:pt x="5291" y="5059"/>
                  </a:lnTo>
                  <a:lnTo>
                    <a:pt x="2549" y="5059"/>
                  </a:lnTo>
                  <a:lnTo>
                    <a:pt x="2009" y="5097"/>
                  </a:lnTo>
                  <a:lnTo>
                    <a:pt x="1391" y="5175"/>
                  </a:lnTo>
                  <a:lnTo>
                    <a:pt x="1005" y="5213"/>
                  </a:lnTo>
                  <a:lnTo>
                    <a:pt x="657" y="5329"/>
                  </a:lnTo>
                  <a:lnTo>
                    <a:pt x="310" y="5484"/>
                  </a:lnTo>
                  <a:lnTo>
                    <a:pt x="194" y="5599"/>
                  </a:lnTo>
                  <a:lnTo>
                    <a:pt x="78" y="5677"/>
                  </a:lnTo>
                  <a:lnTo>
                    <a:pt x="1" y="5831"/>
                  </a:lnTo>
                  <a:lnTo>
                    <a:pt x="1" y="5947"/>
                  </a:lnTo>
                  <a:lnTo>
                    <a:pt x="1" y="6140"/>
                  </a:lnTo>
                  <a:lnTo>
                    <a:pt x="39" y="6294"/>
                  </a:lnTo>
                  <a:lnTo>
                    <a:pt x="117" y="6449"/>
                  </a:lnTo>
                  <a:lnTo>
                    <a:pt x="232" y="6603"/>
                  </a:lnTo>
                  <a:lnTo>
                    <a:pt x="348" y="6681"/>
                  </a:lnTo>
                  <a:lnTo>
                    <a:pt x="464" y="6796"/>
                  </a:lnTo>
                  <a:lnTo>
                    <a:pt x="773" y="6912"/>
                  </a:lnTo>
                  <a:lnTo>
                    <a:pt x="1082" y="6990"/>
                  </a:lnTo>
                  <a:lnTo>
                    <a:pt x="1777" y="6990"/>
                  </a:lnTo>
                  <a:lnTo>
                    <a:pt x="2395" y="6912"/>
                  </a:lnTo>
                  <a:lnTo>
                    <a:pt x="3476" y="6642"/>
                  </a:lnTo>
                  <a:lnTo>
                    <a:pt x="4519" y="6333"/>
                  </a:lnTo>
                  <a:lnTo>
                    <a:pt x="5600" y="5947"/>
                  </a:lnTo>
                  <a:lnTo>
                    <a:pt x="6102" y="5715"/>
                  </a:lnTo>
                  <a:lnTo>
                    <a:pt x="6565" y="5484"/>
                  </a:lnTo>
                  <a:lnTo>
                    <a:pt x="6604" y="5484"/>
                  </a:lnTo>
                  <a:lnTo>
                    <a:pt x="6681" y="5908"/>
                  </a:lnTo>
                  <a:lnTo>
                    <a:pt x="6758" y="6101"/>
                  </a:lnTo>
                  <a:lnTo>
                    <a:pt x="6836" y="6294"/>
                  </a:lnTo>
                  <a:lnTo>
                    <a:pt x="7106" y="6256"/>
                  </a:lnTo>
                  <a:lnTo>
                    <a:pt x="7106" y="6217"/>
                  </a:lnTo>
                  <a:lnTo>
                    <a:pt x="6990" y="5870"/>
                  </a:lnTo>
                  <a:lnTo>
                    <a:pt x="6951" y="5677"/>
                  </a:lnTo>
                  <a:lnTo>
                    <a:pt x="6990" y="5484"/>
                  </a:lnTo>
                  <a:lnTo>
                    <a:pt x="6990" y="5406"/>
                  </a:lnTo>
                  <a:lnTo>
                    <a:pt x="7762" y="5870"/>
                  </a:lnTo>
                  <a:lnTo>
                    <a:pt x="8612" y="6256"/>
                  </a:lnTo>
                  <a:lnTo>
                    <a:pt x="9461" y="6565"/>
                  </a:lnTo>
                  <a:lnTo>
                    <a:pt x="10349" y="6796"/>
                  </a:lnTo>
                  <a:lnTo>
                    <a:pt x="11045" y="6951"/>
                  </a:lnTo>
                  <a:lnTo>
                    <a:pt x="11469" y="7028"/>
                  </a:lnTo>
                  <a:lnTo>
                    <a:pt x="11933" y="7067"/>
                  </a:lnTo>
                  <a:lnTo>
                    <a:pt x="12396" y="7028"/>
                  </a:lnTo>
                  <a:lnTo>
                    <a:pt x="12589" y="6990"/>
                  </a:lnTo>
                  <a:lnTo>
                    <a:pt x="12782" y="6912"/>
                  </a:lnTo>
                  <a:lnTo>
                    <a:pt x="12937" y="6796"/>
                  </a:lnTo>
                  <a:lnTo>
                    <a:pt x="13053" y="6681"/>
                  </a:lnTo>
                  <a:lnTo>
                    <a:pt x="13130" y="6526"/>
                  </a:lnTo>
                  <a:lnTo>
                    <a:pt x="13207" y="6333"/>
                  </a:lnTo>
                  <a:lnTo>
                    <a:pt x="13207" y="6179"/>
                  </a:lnTo>
                  <a:lnTo>
                    <a:pt x="13168" y="6024"/>
                  </a:lnTo>
                  <a:lnTo>
                    <a:pt x="13130" y="5870"/>
                  </a:lnTo>
                  <a:lnTo>
                    <a:pt x="13053" y="5754"/>
                  </a:lnTo>
                  <a:lnTo>
                    <a:pt x="12975" y="5638"/>
                  </a:lnTo>
                  <a:lnTo>
                    <a:pt x="12821" y="5561"/>
                  </a:lnTo>
                  <a:lnTo>
                    <a:pt x="12551" y="5406"/>
                  </a:lnTo>
                  <a:lnTo>
                    <a:pt x="12242" y="5290"/>
                  </a:lnTo>
                  <a:lnTo>
                    <a:pt x="11894" y="5213"/>
                  </a:lnTo>
                  <a:lnTo>
                    <a:pt x="11315" y="5097"/>
                  </a:lnTo>
                  <a:lnTo>
                    <a:pt x="10311" y="4943"/>
                  </a:lnTo>
                  <a:lnTo>
                    <a:pt x="9268" y="4827"/>
                  </a:lnTo>
                  <a:lnTo>
                    <a:pt x="8264" y="4750"/>
                  </a:lnTo>
                  <a:lnTo>
                    <a:pt x="7260" y="4711"/>
                  </a:lnTo>
                  <a:lnTo>
                    <a:pt x="8071" y="3514"/>
                  </a:lnTo>
                  <a:lnTo>
                    <a:pt x="8496" y="2858"/>
                  </a:lnTo>
                  <a:lnTo>
                    <a:pt x="8844" y="2201"/>
                  </a:lnTo>
                  <a:lnTo>
                    <a:pt x="8921" y="1970"/>
                  </a:lnTo>
                  <a:lnTo>
                    <a:pt x="8998" y="1738"/>
                  </a:lnTo>
                  <a:lnTo>
                    <a:pt x="9037" y="1506"/>
                  </a:lnTo>
                  <a:lnTo>
                    <a:pt x="9075" y="1275"/>
                  </a:lnTo>
                  <a:lnTo>
                    <a:pt x="9037" y="1004"/>
                  </a:lnTo>
                  <a:lnTo>
                    <a:pt x="8959" y="811"/>
                  </a:lnTo>
                  <a:lnTo>
                    <a:pt x="8882" y="579"/>
                  </a:lnTo>
                  <a:lnTo>
                    <a:pt x="8728" y="348"/>
                  </a:lnTo>
                  <a:lnTo>
                    <a:pt x="8650" y="232"/>
                  </a:lnTo>
                  <a:lnTo>
                    <a:pt x="8573" y="155"/>
                  </a:lnTo>
                  <a:lnTo>
                    <a:pt x="8380" y="39"/>
                  </a:lnTo>
                  <a:lnTo>
                    <a:pt x="814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2"/>
            <p:cNvSpPr/>
            <p:nvPr/>
          </p:nvSpPr>
          <p:spPr>
            <a:xfrm>
              <a:off x="1437100" y="2381075"/>
              <a:ext cx="93675" cy="93650"/>
            </a:xfrm>
            <a:custGeom>
              <a:avLst/>
              <a:gdLst/>
              <a:ahLst/>
              <a:cxnLst/>
              <a:rect l="l" t="t" r="r" b="b"/>
              <a:pathLst>
                <a:path w="3747" h="3746" extrusionOk="0">
                  <a:moveTo>
                    <a:pt x="1584" y="463"/>
                  </a:moveTo>
                  <a:lnTo>
                    <a:pt x="2086" y="541"/>
                  </a:lnTo>
                  <a:lnTo>
                    <a:pt x="2318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5"/>
                  </a:lnTo>
                  <a:lnTo>
                    <a:pt x="3090" y="1197"/>
                  </a:lnTo>
                  <a:lnTo>
                    <a:pt x="3206" y="1429"/>
                  </a:lnTo>
                  <a:lnTo>
                    <a:pt x="3244" y="1699"/>
                  </a:lnTo>
                  <a:lnTo>
                    <a:pt x="3244" y="1969"/>
                  </a:lnTo>
                  <a:lnTo>
                    <a:pt x="3206" y="2201"/>
                  </a:lnTo>
                  <a:lnTo>
                    <a:pt x="3090" y="2471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86" y="3244"/>
                  </a:lnTo>
                  <a:lnTo>
                    <a:pt x="1777" y="3244"/>
                  </a:lnTo>
                  <a:lnTo>
                    <a:pt x="1507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9" y="2433"/>
                  </a:lnTo>
                  <a:lnTo>
                    <a:pt x="503" y="2163"/>
                  </a:lnTo>
                  <a:lnTo>
                    <a:pt x="503" y="1854"/>
                  </a:lnTo>
                  <a:lnTo>
                    <a:pt x="503" y="1583"/>
                  </a:lnTo>
                  <a:lnTo>
                    <a:pt x="619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79"/>
                  </a:lnTo>
                  <a:lnTo>
                    <a:pt x="1584" y="463"/>
                  </a:lnTo>
                  <a:close/>
                  <a:moveTo>
                    <a:pt x="1893" y="0"/>
                  </a:moveTo>
                  <a:lnTo>
                    <a:pt x="1700" y="39"/>
                  </a:lnTo>
                  <a:lnTo>
                    <a:pt x="1545" y="77"/>
                  </a:lnTo>
                  <a:lnTo>
                    <a:pt x="1352" y="155"/>
                  </a:lnTo>
                  <a:lnTo>
                    <a:pt x="1314" y="193"/>
                  </a:lnTo>
                  <a:lnTo>
                    <a:pt x="1082" y="270"/>
                  </a:lnTo>
                  <a:lnTo>
                    <a:pt x="850" y="386"/>
                  </a:lnTo>
                  <a:lnTo>
                    <a:pt x="619" y="579"/>
                  </a:lnTo>
                  <a:lnTo>
                    <a:pt x="425" y="772"/>
                  </a:lnTo>
                  <a:lnTo>
                    <a:pt x="271" y="965"/>
                  </a:lnTo>
                  <a:lnTo>
                    <a:pt x="155" y="1236"/>
                  </a:lnTo>
                  <a:lnTo>
                    <a:pt x="78" y="1467"/>
                  </a:lnTo>
                  <a:lnTo>
                    <a:pt x="1" y="1738"/>
                  </a:lnTo>
                  <a:lnTo>
                    <a:pt x="1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7" y="2510"/>
                  </a:lnTo>
                  <a:lnTo>
                    <a:pt x="310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8" y="3591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7" y="3437"/>
                  </a:lnTo>
                  <a:lnTo>
                    <a:pt x="3128" y="3244"/>
                  </a:lnTo>
                  <a:lnTo>
                    <a:pt x="3322" y="3012"/>
                  </a:lnTo>
                  <a:lnTo>
                    <a:pt x="3476" y="2780"/>
                  </a:lnTo>
                  <a:lnTo>
                    <a:pt x="3630" y="2510"/>
                  </a:lnTo>
                  <a:lnTo>
                    <a:pt x="3708" y="2201"/>
                  </a:lnTo>
                  <a:lnTo>
                    <a:pt x="3746" y="1931"/>
                  </a:lnTo>
                  <a:lnTo>
                    <a:pt x="3746" y="1583"/>
                  </a:lnTo>
                  <a:lnTo>
                    <a:pt x="3669" y="1313"/>
                  </a:lnTo>
                  <a:lnTo>
                    <a:pt x="3515" y="1004"/>
                  </a:lnTo>
                  <a:lnTo>
                    <a:pt x="3322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5" y="77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2"/>
            <p:cNvSpPr/>
            <p:nvPr/>
          </p:nvSpPr>
          <p:spPr>
            <a:xfrm>
              <a:off x="3476925" y="2391675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7" y="1159"/>
                  </a:lnTo>
                  <a:lnTo>
                    <a:pt x="1391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6" y="1816"/>
                  </a:lnTo>
                  <a:lnTo>
                    <a:pt x="387" y="1700"/>
                  </a:lnTo>
                  <a:lnTo>
                    <a:pt x="348" y="1584"/>
                  </a:lnTo>
                  <a:lnTo>
                    <a:pt x="387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2" y="1623"/>
                  </a:lnTo>
                  <a:lnTo>
                    <a:pt x="3669" y="1700"/>
                  </a:lnTo>
                  <a:lnTo>
                    <a:pt x="3747" y="1816"/>
                  </a:lnTo>
                  <a:lnTo>
                    <a:pt x="3747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9" y="2356"/>
                  </a:lnTo>
                  <a:lnTo>
                    <a:pt x="3206" y="2434"/>
                  </a:lnTo>
                  <a:lnTo>
                    <a:pt x="3013" y="2395"/>
                  </a:lnTo>
                  <a:lnTo>
                    <a:pt x="2820" y="2356"/>
                  </a:lnTo>
                  <a:lnTo>
                    <a:pt x="2627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1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90" y="1468"/>
                  </a:lnTo>
                  <a:close/>
                  <a:moveTo>
                    <a:pt x="3747" y="4750"/>
                  </a:moveTo>
                  <a:lnTo>
                    <a:pt x="3901" y="4789"/>
                  </a:lnTo>
                  <a:lnTo>
                    <a:pt x="4017" y="4828"/>
                  </a:lnTo>
                  <a:lnTo>
                    <a:pt x="4094" y="4944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3" y="5368"/>
                  </a:lnTo>
                  <a:lnTo>
                    <a:pt x="4094" y="5484"/>
                  </a:lnTo>
                  <a:lnTo>
                    <a:pt x="3978" y="5600"/>
                  </a:lnTo>
                  <a:lnTo>
                    <a:pt x="3785" y="5754"/>
                  </a:lnTo>
                  <a:lnTo>
                    <a:pt x="3515" y="5870"/>
                  </a:lnTo>
                  <a:lnTo>
                    <a:pt x="3129" y="5870"/>
                  </a:lnTo>
                  <a:lnTo>
                    <a:pt x="2743" y="5793"/>
                  </a:lnTo>
                  <a:lnTo>
                    <a:pt x="2936" y="5368"/>
                  </a:lnTo>
                  <a:lnTo>
                    <a:pt x="3051" y="5214"/>
                  </a:lnTo>
                  <a:lnTo>
                    <a:pt x="3206" y="5021"/>
                  </a:lnTo>
                  <a:lnTo>
                    <a:pt x="3476" y="4866"/>
                  </a:lnTo>
                  <a:lnTo>
                    <a:pt x="3631" y="4789"/>
                  </a:lnTo>
                  <a:lnTo>
                    <a:pt x="3747" y="4750"/>
                  </a:lnTo>
                  <a:close/>
                  <a:moveTo>
                    <a:pt x="1121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3" y="6102"/>
                  </a:lnTo>
                  <a:lnTo>
                    <a:pt x="1430" y="6256"/>
                  </a:lnTo>
                  <a:lnTo>
                    <a:pt x="1237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6" y="6334"/>
                  </a:lnTo>
                  <a:lnTo>
                    <a:pt x="503" y="6179"/>
                  </a:lnTo>
                  <a:lnTo>
                    <a:pt x="426" y="6025"/>
                  </a:lnTo>
                  <a:lnTo>
                    <a:pt x="426" y="5909"/>
                  </a:lnTo>
                  <a:lnTo>
                    <a:pt x="464" y="5754"/>
                  </a:lnTo>
                  <a:lnTo>
                    <a:pt x="580" y="5677"/>
                  </a:lnTo>
                  <a:lnTo>
                    <a:pt x="696" y="5600"/>
                  </a:lnTo>
                  <a:lnTo>
                    <a:pt x="850" y="5523"/>
                  </a:lnTo>
                  <a:close/>
                  <a:moveTo>
                    <a:pt x="5716" y="6218"/>
                  </a:moveTo>
                  <a:lnTo>
                    <a:pt x="5870" y="6334"/>
                  </a:lnTo>
                  <a:lnTo>
                    <a:pt x="5948" y="6411"/>
                  </a:lnTo>
                  <a:lnTo>
                    <a:pt x="5986" y="6527"/>
                  </a:lnTo>
                  <a:lnTo>
                    <a:pt x="6025" y="6681"/>
                  </a:lnTo>
                  <a:lnTo>
                    <a:pt x="5986" y="6797"/>
                  </a:lnTo>
                  <a:lnTo>
                    <a:pt x="5909" y="7067"/>
                  </a:lnTo>
                  <a:lnTo>
                    <a:pt x="5793" y="7260"/>
                  </a:lnTo>
                  <a:lnTo>
                    <a:pt x="5677" y="7492"/>
                  </a:lnTo>
                  <a:lnTo>
                    <a:pt x="5484" y="7647"/>
                  </a:lnTo>
                  <a:lnTo>
                    <a:pt x="5291" y="7801"/>
                  </a:lnTo>
                  <a:lnTo>
                    <a:pt x="5059" y="7917"/>
                  </a:lnTo>
                  <a:lnTo>
                    <a:pt x="5098" y="7878"/>
                  </a:lnTo>
                  <a:lnTo>
                    <a:pt x="5021" y="7415"/>
                  </a:lnTo>
                  <a:lnTo>
                    <a:pt x="4982" y="7183"/>
                  </a:lnTo>
                  <a:lnTo>
                    <a:pt x="5021" y="6952"/>
                  </a:lnTo>
                  <a:lnTo>
                    <a:pt x="5137" y="6681"/>
                  </a:lnTo>
                  <a:lnTo>
                    <a:pt x="5214" y="6527"/>
                  </a:lnTo>
                  <a:lnTo>
                    <a:pt x="5330" y="6372"/>
                  </a:lnTo>
                  <a:lnTo>
                    <a:pt x="5446" y="6256"/>
                  </a:lnTo>
                  <a:lnTo>
                    <a:pt x="5600" y="6218"/>
                  </a:lnTo>
                  <a:close/>
                  <a:moveTo>
                    <a:pt x="8960" y="8071"/>
                  </a:moveTo>
                  <a:lnTo>
                    <a:pt x="9153" y="8110"/>
                  </a:lnTo>
                  <a:lnTo>
                    <a:pt x="9268" y="8187"/>
                  </a:lnTo>
                  <a:lnTo>
                    <a:pt x="9346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1"/>
                  </a:lnTo>
                  <a:lnTo>
                    <a:pt x="9268" y="8921"/>
                  </a:lnTo>
                  <a:lnTo>
                    <a:pt x="9037" y="9153"/>
                  </a:lnTo>
                  <a:lnTo>
                    <a:pt x="8805" y="9346"/>
                  </a:lnTo>
                  <a:lnTo>
                    <a:pt x="8689" y="9384"/>
                  </a:lnTo>
                  <a:lnTo>
                    <a:pt x="8612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2" y="9346"/>
                  </a:lnTo>
                  <a:lnTo>
                    <a:pt x="8264" y="9346"/>
                  </a:lnTo>
                  <a:lnTo>
                    <a:pt x="8226" y="8960"/>
                  </a:lnTo>
                  <a:lnTo>
                    <a:pt x="8226" y="8766"/>
                  </a:lnTo>
                  <a:lnTo>
                    <a:pt x="8264" y="8573"/>
                  </a:lnTo>
                  <a:lnTo>
                    <a:pt x="8342" y="8342"/>
                  </a:lnTo>
                  <a:lnTo>
                    <a:pt x="8496" y="8187"/>
                  </a:lnTo>
                  <a:lnTo>
                    <a:pt x="8728" y="8110"/>
                  </a:lnTo>
                  <a:lnTo>
                    <a:pt x="8844" y="8071"/>
                  </a:lnTo>
                  <a:close/>
                  <a:moveTo>
                    <a:pt x="4944" y="8380"/>
                  </a:moveTo>
                  <a:lnTo>
                    <a:pt x="4944" y="8419"/>
                  </a:lnTo>
                  <a:lnTo>
                    <a:pt x="4751" y="8805"/>
                  </a:lnTo>
                  <a:lnTo>
                    <a:pt x="4596" y="8960"/>
                  </a:lnTo>
                  <a:lnTo>
                    <a:pt x="4442" y="9153"/>
                  </a:lnTo>
                  <a:lnTo>
                    <a:pt x="4210" y="9307"/>
                  </a:lnTo>
                  <a:lnTo>
                    <a:pt x="3940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9" y="9346"/>
                  </a:lnTo>
                  <a:lnTo>
                    <a:pt x="3322" y="9191"/>
                  </a:lnTo>
                  <a:lnTo>
                    <a:pt x="3322" y="9075"/>
                  </a:lnTo>
                  <a:lnTo>
                    <a:pt x="3322" y="8960"/>
                  </a:lnTo>
                  <a:lnTo>
                    <a:pt x="3399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5" y="8458"/>
                  </a:lnTo>
                  <a:lnTo>
                    <a:pt x="4055" y="8380"/>
                  </a:lnTo>
                  <a:lnTo>
                    <a:pt x="4326" y="8380"/>
                  </a:lnTo>
                  <a:lnTo>
                    <a:pt x="4905" y="8419"/>
                  </a:lnTo>
                  <a:lnTo>
                    <a:pt x="4944" y="8380"/>
                  </a:lnTo>
                  <a:close/>
                  <a:moveTo>
                    <a:pt x="7994" y="10002"/>
                  </a:moveTo>
                  <a:lnTo>
                    <a:pt x="7956" y="10195"/>
                  </a:lnTo>
                  <a:lnTo>
                    <a:pt x="7917" y="10350"/>
                  </a:lnTo>
                  <a:lnTo>
                    <a:pt x="7840" y="10543"/>
                  </a:lnTo>
                  <a:lnTo>
                    <a:pt x="7724" y="10697"/>
                  </a:lnTo>
                  <a:lnTo>
                    <a:pt x="7608" y="10813"/>
                  </a:lnTo>
                  <a:lnTo>
                    <a:pt x="7492" y="10929"/>
                  </a:lnTo>
                  <a:lnTo>
                    <a:pt x="7338" y="11045"/>
                  </a:lnTo>
                  <a:lnTo>
                    <a:pt x="7145" y="11083"/>
                  </a:lnTo>
                  <a:lnTo>
                    <a:pt x="6952" y="11122"/>
                  </a:lnTo>
                  <a:lnTo>
                    <a:pt x="6797" y="11083"/>
                  </a:lnTo>
                  <a:lnTo>
                    <a:pt x="6720" y="11045"/>
                  </a:lnTo>
                  <a:lnTo>
                    <a:pt x="6681" y="10967"/>
                  </a:lnTo>
                  <a:lnTo>
                    <a:pt x="6643" y="10890"/>
                  </a:lnTo>
                  <a:lnTo>
                    <a:pt x="6604" y="10813"/>
                  </a:lnTo>
                  <a:lnTo>
                    <a:pt x="6643" y="10620"/>
                  </a:lnTo>
                  <a:lnTo>
                    <a:pt x="6720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2" y="10157"/>
                  </a:lnTo>
                  <a:lnTo>
                    <a:pt x="7492" y="10079"/>
                  </a:lnTo>
                  <a:lnTo>
                    <a:pt x="7724" y="10041"/>
                  </a:lnTo>
                  <a:lnTo>
                    <a:pt x="7994" y="10002"/>
                  </a:lnTo>
                  <a:close/>
                  <a:moveTo>
                    <a:pt x="2202" y="1"/>
                  </a:moveTo>
                  <a:lnTo>
                    <a:pt x="2009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1" y="812"/>
                  </a:lnTo>
                  <a:lnTo>
                    <a:pt x="1237" y="773"/>
                  </a:lnTo>
                  <a:lnTo>
                    <a:pt x="1043" y="735"/>
                  </a:lnTo>
                  <a:lnTo>
                    <a:pt x="696" y="735"/>
                  </a:lnTo>
                  <a:lnTo>
                    <a:pt x="541" y="812"/>
                  </a:lnTo>
                  <a:lnTo>
                    <a:pt x="387" y="889"/>
                  </a:lnTo>
                  <a:lnTo>
                    <a:pt x="233" y="1005"/>
                  </a:lnTo>
                  <a:lnTo>
                    <a:pt x="117" y="1159"/>
                  </a:lnTo>
                  <a:lnTo>
                    <a:pt x="39" y="1314"/>
                  </a:lnTo>
                  <a:lnTo>
                    <a:pt x="1" y="1468"/>
                  </a:lnTo>
                  <a:lnTo>
                    <a:pt x="1" y="1623"/>
                  </a:lnTo>
                  <a:lnTo>
                    <a:pt x="1" y="1777"/>
                  </a:lnTo>
                  <a:lnTo>
                    <a:pt x="78" y="1932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6" y="2279"/>
                  </a:lnTo>
                  <a:lnTo>
                    <a:pt x="580" y="2356"/>
                  </a:lnTo>
                  <a:lnTo>
                    <a:pt x="735" y="2395"/>
                  </a:lnTo>
                  <a:lnTo>
                    <a:pt x="1043" y="2434"/>
                  </a:lnTo>
                  <a:lnTo>
                    <a:pt x="1391" y="2395"/>
                  </a:lnTo>
                  <a:lnTo>
                    <a:pt x="1700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9" y="4635"/>
                  </a:lnTo>
                  <a:lnTo>
                    <a:pt x="1777" y="5021"/>
                  </a:lnTo>
                  <a:lnTo>
                    <a:pt x="1893" y="5368"/>
                  </a:lnTo>
                  <a:lnTo>
                    <a:pt x="1584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3" y="5252"/>
                  </a:lnTo>
                  <a:lnTo>
                    <a:pt x="387" y="5330"/>
                  </a:lnTo>
                  <a:lnTo>
                    <a:pt x="271" y="5446"/>
                  </a:lnTo>
                  <a:lnTo>
                    <a:pt x="155" y="5561"/>
                  </a:lnTo>
                  <a:lnTo>
                    <a:pt x="78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8" y="6218"/>
                  </a:lnTo>
                  <a:lnTo>
                    <a:pt x="155" y="6334"/>
                  </a:lnTo>
                  <a:lnTo>
                    <a:pt x="233" y="6450"/>
                  </a:lnTo>
                  <a:lnTo>
                    <a:pt x="348" y="6565"/>
                  </a:lnTo>
                  <a:lnTo>
                    <a:pt x="503" y="6643"/>
                  </a:lnTo>
                  <a:lnTo>
                    <a:pt x="657" y="6720"/>
                  </a:lnTo>
                  <a:lnTo>
                    <a:pt x="812" y="6758"/>
                  </a:lnTo>
                  <a:lnTo>
                    <a:pt x="1121" y="6758"/>
                  </a:lnTo>
                  <a:lnTo>
                    <a:pt x="1430" y="6681"/>
                  </a:lnTo>
                  <a:lnTo>
                    <a:pt x="1700" y="6527"/>
                  </a:lnTo>
                  <a:lnTo>
                    <a:pt x="1932" y="6295"/>
                  </a:lnTo>
                  <a:lnTo>
                    <a:pt x="2125" y="6063"/>
                  </a:lnTo>
                  <a:lnTo>
                    <a:pt x="2395" y="6527"/>
                  </a:lnTo>
                  <a:lnTo>
                    <a:pt x="2743" y="6990"/>
                  </a:lnTo>
                  <a:lnTo>
                    <a:pt x="3129" y="7376"/>
                  </a:lnTo>
                  <a:lnTo>
                    <a:pt x="3592" y="7762"/>
                  </a:lnTo>
                  <a:lnTo>
                    <a:pt x="4017" y="7994"/>
                  </a:lnTo>
                  <a:lnTo>
                    <a:pt x="3824" y="8033"/>
                  </a:lnTo>
                  <a:lnTo>
                    <a:pt x="3631" y="8110"/>
                  </a:lnTo>
                  <a:lnTo>
                    <a:pt x="3438" y="8187"/>
                  </a:lnTo>
                  <a:lnTo>
                    <a:pt x="3283" y="8342"/>
                  </a:lnTo>
                  <a:lnTo>
                    <a:pt x="3167" y="8458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6" y="8882"/>
                  </a:lnTo>
                  <a:lnTo>
                    <a:pt x="2897" y="9075"/>
                  </a:lnTo>
                  <a:lnTo>
                    <a:pt x="2936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2" y="9770"/>
                  </a:lnTo>
                  <a:lnTo>
                    <a:pt x="3515" y="9848"/>
                  </a:lnTo>
                  <a:lnTo>
                    <a:pt x="3708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9" y="9770"/>
                  </a:lnTo>
                  <a:lnTo>
                    <a:pt x="4403" y="9693"/>
                  </a:lnTo>
                  <a:lnTo>
                    <a:pt x="4673" y="9461"/>
                  </a:lnTo>
                  <a:lnTo>
                    <a:pt x="4905" y="9153"/>
                  </a:lnTo>
                  <a:lnTo>
                    <a:pt x="5098" y="8844"/>
                  </a:lnTo>
                  <a:lnTo>
                    <a:pt x="5214" y="8496"/>
                  </a:lnTo>
                  <a:lnTo>
                    <a:pt x="6527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6" y="9655"/>
                  </a:lnTo>
                  <a:lnTo>
                    <a:pt x="7762" y="9655"/>
                  </a:lnTo>
                  <a:lnTo>
                    <a:pt x="7569" y="9693"/>
                  </a:lnTo>
                  <a:lnTo>
                    <a:pt x="7145" y="9809"/>
                  </a:lnTo>
                  <a:lnTo>
                    <a:pt x="6797" y="9963"/>
                  </a:lnTo>
                  <a:lnTo>
                    <a:pt x="6643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5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5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6" y="11508"/>
                  </a:lnTo>
                  <a:lnTo>
                    <a:pt x="7029" y="11508"/>
                  </a:lnTo>
                  <a:lnTo>
                    <a:pt x="7222" y="11469"/>
                  </a:lnTo>
                  <a:lnTo>
                    <a:pt x="7415" y="11392"/>
                  </a:lnTo>
                  <a:lnTo>
                    <a:pt x="7569" y="11315"/>
                  </a:lnTo>
                  <a:lnTo>
                    <a:pt x="7724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10" y="10697"/>
                  </a:lnTo>
                  <a:lnTo>
                    <a:pt x="8226" y="10465"/>
                  </a:lnTo>
                  <a:lnTo>
                    <a:pt x="8264" y="10234"/>
                  </a:lnTo>
                  <a:lnTo>
                    <a:pt x="8303" y="9963"/>
                  </a:lnTo>
                  <a:lnTo>
                    <a:pt x="8342" y="9925"/>
                  </a:lnTo>
                  <a:lnTo>
                    <a:pt x="8728" y="10272"/>
                  </a:lnTo>
                  <a:lnTo>
                    <a:pt x="9075" y="10659"/>
                  </a:lnTo>
                  <a:lnTo>
                    <a:pt x="9346" y="11122"/>
                  </a:lnTo>
                  <a:lnTo>
                    <a:pt x="9462" y="11354"/>
                  </a:lnTo>
                  <a:lnTo>
                    <a:pt x="9539" y="11585"/>
                  </a:lnTo>
                  <a:lnTo>
                    <a:pt x="9655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5" y="12937"/>
                  </a:lnTo>
                  <a:lnTo>
                    <a:pt x="9577" y="13284"/>
                  </a:lnTo>
                  <a:lnTo>
                    <a:pt x="9462" y="13593"/>
                  </a:lnTo>
                  <a:lnTo>
                    <a:pt x="9191" y="14211"/>
                  </a:lnTo>
                  <a:lnTo>
                    <a:pt x="9153" y="14288"/>
                  </a:lnTo>
                  <a:lnTo>
                    <a:pt x="9153" y="14327"/>
                  </a:lnTo>
                  <a:lnTo>
                    <a:pt x="9230" y="14404"/>
                  </a:lnTo>
                  <a:lnTo>
                    <a:pt x="9307" y="14443"/>
                  </a:lnTo>
                  <a:lnTo>
                    <a:pt x="9423" y="14404"/>
                  </a:lnTo>
                  <a:lnTo>
                    <a:pt x="9577" y="14250"/>
                  </a:lnTo>
                  <a:lnTo>
                    <a:pt x="9732" y="14057"/>
                  </a:lnTo>
                  <a:lnTo>
                    <a:pt x="9848" y="13902"/>
                  </a:lnTo>
                  <a:lnTo>
                    <a:pt x="9925" y="13671"/>
                  </a:lnTo>
                  <a:lnTo>
                    <a:pt x="10079" y="13246"/>
                  </a:lnTo>
                  <a:lnTo>
                    <a:pt x="10118" y="12782"/>
                  </a:lnTo>
                  <a:lnTo>
                    <a:pt x="10118" y="12319"/>
                  </a:lnTo>
                  <a:lnTo>
                    <a:pt x="10041" y="11856"/>
                  </a:lnTo>
                  <a:lnTo>
                    <a:pt x="9925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7" y="10272"/>
                  </a:lnTo>
                  <a:lnTo>
                    <a:pt x="9037" y="9963"/>
                  </a:lnTo>
                  <a:lnTo>
                    <a:pt x="8728" y="9693"/>
                  </a:lnTo>
                  <a:lnTo>
                    <a:pt x="8960" y="9577"/>
                  </a:lnTo>
                  <a:lnTo>
                    <a:pt x="9230" y="9423"/>
                  </a:lnTo>
                  <a:lnTo>
                    <a:pt x="9462" y="9191"/>
                  </a:lnTo>
                  <a:lnTo>
                    <a:pt x="9616" y="8921"/>
                  </a:lnTo>
                  <a:lnTo>
                    <a:pt x="9732" y="8612"/>
                  </a:lnTo>
                  <a:lnTo>
                    <a:pt x="9732" y="8496"/>
                  </a:lnTo>
                  <a:lnTo>
                    <a:pt x="9732" y="8342"/>
                  </a:lnTo>
                  <a:lnTo>
                    <a:pt x="9693" y="8187"/>
                  </a:lnTo>
                  <a:lnTo>
                    <a:pt x="9616" y="8071"/>
                  </a:lnTo>
                  <a:lnTo>
                    <a:pt x="9500" y="7956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7" y="7724"/>
                  </a:lnTo>
                  <a:lnTo>
                    <a:pt x="8689" y="7724"/>
                  </a:lnTo>
                  <a:lnTo>
                    <a:pt x="8535" y="7762"/>
                  </a:lnTo>
                  <a:lnTo>
                    <a:pt x="8380" y="7840"/>
                  </a:lnTo>
                  <a:lnTo>
                    <a:pt x="8226" y="7956"/>
                  </a:lnTo>
                  <a:lnTo>
                    <a:pt x="8110" y="8071"/>
                  </a:lnTo>
                  <a:lnTo>
                    <a:pt x="7956" y="8264"/>
                  </a:lnTo>
                  <a:lnTo>
                    <a:pt x="7878" y="8535"/>
                  </a:lnTo>
                  <a:lnTo>
                    <a:pt x="7840" y="8766"/>
                  </a:lnTo>
                  <a:lnTo>
                    <a:pt x="7840" y="9037"/>
                  </a:lnTo>
                  <a:lnTo>
                    <a:pt x="7222" y="8766"/>
                  </a:lnTo>
                  <a:lnTo>
                    <a:pt x="6643" y="8496"/>
                  </a:lnTo>
                  <a:lnTo>
                    <a:pt x="5368" y="8033"/>
                  </a:lnTo>
                  <a:lnTo>
                    <a:pt x="5639" y="7878"/>
                  </a:lnTo>
                  <a:lnTo>
                    <a:pt x="5870" y="7685"/>
                  </a:lnTo>
                  <a:lnTo>
                    <a:pt x="6063" y="7454"/>
                  </a:lnTo>
                  <a:lnTo>
                    <a:pt x="6218" y="7183"/>
                  </a:lnTo>
                  <a:lnTo>
                    <a:pt x="6334" y="6874"/>
                  </a:lnTo>
                  <a:lnTo>
                    <a:pt x="6334" y="6720"/>
                  </a:lnTo>
                  <a:lnTo>
                    <a:pt x="6334" y="6527"/>
                  </a:lnTo>
                  <a:lnTo>
                    <a:pt x="6334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5" y="5948"/>
                  </a:lnTo>
                  <a:lnTo>
                    <a:pt x="5870" y="5870"/>
                  </a:lnTo>
                  <a:lnTo>
                    <a:pt x="5716" y="5832"/>
                  </a:lnTo>
                  <a:lnTo>
                    <a:pt x="5561" y="5870"/>
                  </a:lnTo>
                  <a:lnTo>
                    <a:pt x="5407" y="5909"/>
                  </a:lnTo>
                  <a:lnTo>
                    <a:pt x="5253" y="5986"/>
                  </a:lnTo>
                  <a:lnTo>
                    <a:pt x="5137" y="6063"/>
                  </a:lnTo>
                  <a:lnTo>
                    <a:pt x="4905" y="6334"/>
                  </a:lnTo>
                  <a:lnTo>
                    <a:pt x="4751" y="6643"/>
                  </a:lnTo>
                  <a:lnTo>
                    <a:pt x="4635" y="7029"/>
                  </a:lnTo>
                  <a:lnTo>
                    <a:pt x="4635" y="7222"/>
                  </a:lnTo>
                  <a:lnTo>
                    <a:pt x="4635" y="7415"/>
                  </a:lnTo>
                  <a:lnTo>
                    <a:pt x="4635" y="7608"/>
                  </a:lnTo>
                  <a:lnTo>
                    <a:pt x="4712" y="7762"/>
                  </a:lnTo>
                  <a:lnTo>
                    <a:pt x="4094" y="7454"/>
                  </a:lnTo>
                  <a:lnTo>
                    <a:pt x="3824" y="7299"/>
                  </a:lnTo>
                  <a:lnTo>
                    <a:pt x="3553" y="7106"/>
                  </a:lnTo>
                  <a:lnTo>
                    <a:pt x="3322" y="6874"/>
                  </a:lnTo>
                  <a:lnTo>
                    <a:pt x="3090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2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3" y="5986"/>
                  </a:lnTo>
                  <a:lnTo>
                    <a:pt x="4249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9" y="5407"/>
                  </a:lnTo>
                  <a:lnTo>
                    <a:pt x="4557" y="5214"/>
                  </a:lnTo>
                  <a:lnTo>
                    <a:pt x="4519" y="5059"/>
                  </a:lnTo>
                  <a:lnTo>
                    <a:pt x="4480" y="4866"/>
                  </a:lnTo>
                  <a:lnTo>
                    <a:pt x="4403" y="4712"/>
                  </a:lnTo>
                  <a:lnTo>
                    <a:pt x="4287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1" y="4364"/>
                  </a:lnTo>
                  <a:lnTo>
                    <a:pt x="3708" y="4364"/>
                  </a:lnTo>
                  <a:lnTo>
                    <a:pt x="3553" y="4403"/>
                  </a:lnTo>
                  <a:lnTo>
                    <a:pt x="3399" y="4442"/>
                  </a:lnTo>
                  <a:lnTo>
                    <a:pt x="3245" y="4519"/>
                  </a:lnTo>
                  <a:lnTo>
                    <a:pt x="3090" y="4635"/>
                  </a:lnTo>
                  <a:lnTo>
                    <a:pt x="2820" y="4905"/>
                  </a:lnTo>
                  <a:lnTo>
                    <a:pt x="2588" y="5214"/>
                  </a:lnTo>
                  <a:lnTo>
                    <a:pt x="2434" y="5561"/>
                  </a:lnTo>
                  <a:lnTo>
                    <a:pt x="2395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6" y="4326"/>
                  </a:lnTo>
                  <a:lnTo>
                    <a:pt x="2047" y="3940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5" y="2318"/>
                  </a:lnTo>
                  <a:lnTo>
                    <a:pt x="2356" y="2511"/>
                  </a:lnTo>
                  <a:lnTo>
                    <a:pt x="2588" y="2627"/>
                  </a:lnTo>
                  <a:lnTo>
                    <a:pt x="2820" y="2743"/>
                  </a:lnTo>
                  <a:lnTo>
                    <a:pt x="3129" y="2781"/>
                  </a:lnTo>
                  <a:lnTo>
                    <a:pt x="3283" y="2743"/>
                  </a:lnTo>
                  <a:lnTo>
                    <a:pt x="3476" y="2704"/>
                  </a:lnTo>
                  <a:lnTo>
                    <a:pt x="3631" y="2627"/>
                  </a:lnTo>
                  <a:lnTo>
                    <a:pt x="3785" y="2549"/>
                  </a:lnTo>
                  <a:lnTo>
                    <a:pt x="3901" y="2434"/>
                  </a:lnTo>
                  <a:lnTo>
                    <a:pt x="4017" y="2279"/>
                  </a:lnTo>
                  <a:lnTo>
                    <a:pt x="4094" y="2125"/>
                  </a:lnTo>
                  <a:lnTo>
                    <a:pt x="4133" y="1970"/>
                  </a:lnTo>
                  <a:lnTo>
                    <a:pt x="4094" y="1777"/>
                  </a:lnTo>
                  <a:lnTo>
                    <a:pt x="4055" y="1623"/>
                  </a:lnTo>
                  <a:lnTo>
                    <a:pt x="4017" y="1507"/>
                  </a:lnTo>
                  <a:lnTo>
                    <a:pt x="3901" y="1352"/>
                  </a:lnTo>
                  <a:lnTo>
                    <a:pt x="3785" y="1237"/>
                  </a:lnTo>
                  <a:lnTo>
                    <a:pt x="3631" y="1159"/>
                  </a:lnTo>
                  <a:lnTo>
                    <a:pt x="3515" y="1121"/>
                  </a:lnTo>
                  <a:lnTo>
                    <a:pt x="3322" y="1082"/>
                  </a:lnTo>
                  <a:lnTo>
                    <a:pt x="3167" y="1043"/>
                  </a:lnTo>
                  <a:lnTo>
                    <a:pt x="3013" y="1082"/>
                  </a:lnTo>
                  <a:lnTo>
                    <a:pt x="2743" y="1159"/>
                  </a:lnTo>
                  <a:lnTo>
                    <a:pt x="2472" y="1314"/>
                  </a:lnTo>
                  <a:lnTo>
                    <a:pt x="2241" y="1545"/>
                  </a:lnTo>
                  <a:lnTo>
                    <a:pt x="2511" y="78"/>
                  </a:lnTo>
                  <a:lnTo>
                    <a:pt x="220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2"/>
            <p:cNvSpPr/>
            <p:nvPr/>
          </p:nvSpPr>
          <p:spPr>
            <a:xfrm>
              <a:off x="3971200" y="2394575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32" y="1"/>
                  </a:moveTo>
                  <a:lnTo>
                    <a:pt x="117" y="39"/>
                  </a:lnTo>
                  <a:lnTo>
                    <a:pt x="1" y="155"/>
                  </a:lnTo>
                  <a:lnTo>
                    <a:pt x="1" y="271"/>
                  </a:lnTo>
                  <a:lnTo>
                    <a:pt x="1" y="387"/>
                  </a:lnTo>
                  <a:lnTo>
                    <a:pt x="310" y="889"/>
                  </a:lnTo>
                  <a:lnTo>
                    <a:pt x="657" y="1391"/>
                  </a:lnTo>
                  <a:lnTo>
                    <a:pt x="1005" y="1893"/>
                  </a:lnTo>
                  <a:lnTo>
                    <a:pt x="1352" y="2356"/>
                  </a:lnTo>
                  <a:lnTo>
                    <a:pt x="1777" y="2781"/>
                  </a:lnTo>
                  <a:lnTo>
                    <a:pt x="2202" y="3206"/>
                  </a:lnTo>
                  <a:lnTo>
                    <a:pt x="2665" y="3592"/>
                  </a:lnTo>
                  <a:lnTo>
                    <a:pt x="3167" y="3901"/>
                  </a:lnTo>
                  <a:lnTo>
                    <a:pt x="3515" y="3785"/>
                  </a:lnTo>
                  <a:lnTo>
                    <a:pt x="2742" y="3013"/>
                  </a:lnTo>
                  <a:lnTo>
                    <a:pt x="2009" y="2240"/>
                  </a:lnTo>
                  <a:lnTo>
                    <a:pt x="1314" y="1429"/>
                  </a:lnTo>
                  <a:lnTo>
                    <a:pt x="1005" y="1005"/>
                  </a:lnTo>
                  <a:lnTo>
                    <a:pt x="696" y="580"/>
                  </a:lnTo>
                  <a:lnTo>
                    <a:pt x="1584" y="696"/>
                  </a:lnTo>
                  <a:lnTo>
                    <a:pt x="2472" y="889"/>
                  </a:lnTo>
                  <a:lnTo>
                    <a:pt x="2974" y="1043"/>
                  </a:lnTo>
                  <a:lnTo>
                    <a:pt x="3476" y="1236"/>
                  </a:lnTo>
                  <a:lnTo>
                    <a:pt x="3978" y="1391"/>
                  </a:lnTo>
                  <a:lnTo>
                    <a:pt x="4480" y="1507"/>
                  </a:lnTo>
                  <a:lnTo>
                    <a:pt x="4557" y="1507"/>
                  </a:lnTo>
                  <a:lnTo>
                    <a:pt x="4634" y="1584"/>
                  </a:lnTo>
                  <a:lnTo>
                    <a:pt x="4789" y="1584"/>
                  </a:lnTo>
                  <a:lnTo>
                    <a:pt x="4866" y="1507"/>
                  </a:lnTo>
                  <a:lnTo>
                    <a:pt x="4943" y="1429"/>
                  </a:lnTo>
                  <a:lnTo>
                    <a:pt x="4596" y="1159"/>
                  </a:lnTo>
                  <a:lnTo>
                    <a:pt x="4132" y="889"/>
                  </a:lnTo>
                  <a:lnTo>
                    <a:pt x="3592" y="657"/>
                  </a:lnTo>
                  <a:lnTo>
                    <a:pt x="3051" y="464"/>
                  </a:lnTo>
                  <a:lnTo>
                    <a:pt x="2511" y="310"/>
                  </a:lnTo>
                  <a:lnTo>
                    <a:pt x="1893" y="194"/>
                  </a:lnTo>
                  <a:lnTo>
                    <a:pt x="1314" y="117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2"/>
            <p:cNvSpPr/>
            <p:nvPr/>
          </p:nvSpPr>
          <p:spPr>
            <a:xfrm>
              <a:off x="591450" y="239845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26"/>
                  </a:lnTo>
                  <a:lnTo>
                    <a:pt x="0" y="3012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52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30"/>
                  </a:lnTo>
                  <a:lnTo>
                    <a:pt x="463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776"/>
                  </a:lnTo>
                  <a:lnTo>
                    <a:pt x="888" y="1545"/>
                  </a:lnTo>
                  <a:lnTo>
                    <a:pt x="1043" y="1313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2"/>
                  </a:lnTo>
                  <a:lnTo>
                    <a:pt x="1854" y="657"/>
                  </a:lnTo>
                  <a:lnTo>
                    <a:pt x="2124" y="541"/>
                  </a:lnTo>
                  <a:lnTo>
                    <a:pt x="2433" y="502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2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1" y="1390"/>
                  </a:lnTo>
                  <a:lnTo>
                    <a:pt x="3668" y="1661"/>
                  </a:lnTo>
                  <a:lnTo>
                    <a:pt x="4132" y="1545"/>
                  </a:lnTo>
                  <a:lnTo>
                    <a:pt x="4016" y="1159"/>
                  </a:lnTo>
                  <a:lnTo>
                    <a:pt x="3823" y="811"/>
                  </a:lnTo>
                  <a:lnTo>
                    <a:pt x="3630" y="502"/>
                  </a:lnTo>
                  <a:lnTo>
                    <a:pt x="3398" y="270"/>
                  </a:lnTo>
                  <a:lnTo>
                    <a:pt x="3244" y="155"/>
                  </a:lnTo>
                  <a:lnTo>
                    <a:pt x="3089" y="77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2"/>
            <p:cNvSpPr/>
            <p:nvPr/>
          </p:nvSpPr>
          <p:spPr>
            <a:xfrm>
              <a:off x="456275" y="2399400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80"/>
                  </a:lnTo>
                  <a:lnTo>
                    <a:pt x="12280" y="657"/>
                  </a:lnTo>
                  <a:lnTo>
                    <a:pt x="12628" y="850"/>
                  </a:lnTo>
                  <a:lnTo>
                    <a:pt x="12898" y="1159"/>
                  </a:lnTo>
                  <a:lnTo>
                    <a:pt x="13130" y="1507"/>
                  </a:lnTo>
                  <a:lnTo>
                    <a:pt x="13323" y="1854"/>
                  </a:lnTo>
                  <a:lnTo>
                    <a:pt x="13478" y="2240"/>
                  </a:lnTo>
                  <a:lnTo>
                    <a:pt x="13632" y="2665"/>
                  </a:lnTo>
                  <a:lnTo>
                    <a:pt x="13825" y="3438"/>
                  </a:lnTo>
                  <a:lnTo>
                    <a:pt x="13825" y="3438"/>
                  </a:lnTo>
                  <a:lnTo>
                    <a:pt x="13091" y="3013"/>
                  </a:lnTo>
                  <a:lnTo>
                    <a:pt x="12705" y="2781"/>
                  </a:lnTo>
                  <a:lnTo>
                    <a:pt x="12358" y="2472"/>
                  </a:lnTo>
                  <a:lnTo>
                    <a:pt x="12010" y="2125"/>
                  </a:lnTo>
                  <a:lnTo>
                    <a:pt x="11817" y="1932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734"/>
                  </a:lnTo>
                  <a:lnTo>
                    <a:pt x="11740" y="619"/>
                  </a:lnTo>
                  <a:lnTo>
                    <a:pt x="11856" y="541"/>
                  </a:lnTo>
                  <a:lnTo>
                    <a:pt x="11972" y="503"/>
                  </a:lnTo>
                  <a:close/>
                  <a:moveTo>
                    <a:pt x="16219" y="1584"/>
                  </a:moveTo>
                  <a:lnTo>
                    <a:pt x="16296" y="1623"/>
                  </a:lnTo>
                  <a:lnTo>
                    <a:pt x="16412" y="1661"/>
                  </a:lnTo>
                  <a:lnTo>
                    <a:pt x="16490" y="1738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56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74"/>
                  </a:lnTo>
                  <a:lnTo>
                    <a:pt x="15949" y="3206"/>
                  </a:lnTo>
                  <a:lnTo>
                    <a:pt x="15563" y="3399"/>
                  </a:lnTo>
                  <a:lnTo>
                    <a:pt x="15138" y="3553"/>
                  </a:lnTo>
                  <a:lnTo>
                    <a:pt x="14713" y="3669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2" y="3360"/>
                  </a:lnTo>
                  <a:lnTo>
                    <a:pt x="14636" y="2974"/>
                  </a:lnTo>
                  <a:lnTo>
                    <a:pt x="14829" y="2627"/>
                  </a:lnTo>
                  <a:lnTo>
                    <a:pt x="15099" y="2279"/>
                  </a:lnTo>
                  <a:lnTo>
                    <a:pt x="15408" y="1970"/>
                  </a:lnTo>
                  <a:lnTo>
                    <a:pt x="15640" y="1816"/>
                  </a:lnTo>
                  <a:lnTo>
                    <a:pt x="15872" y="1661"/>
                  </a:lnTo>
                  <a:lnTo>
                    <a:pt x="16103" y="1623"/>
                  </a:lnTo>
                  <a:lnTo>
                    <a:pt x="16219" y="1584"/>
                  </a:lnTo>
                  <a:close/>
                  <a:moveTo>
                    <a:pt x="13825" y="4287"/>
                  </a:moveTo>
                  <a:lnTo>
                    <a:pt x="13671" y="4557"/>
                  </a:lnTo>
                  <a:lnTo>
                    <a:pt x="13478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5" y="5870"/>
                  </a:lnTo>
                  <a:lnTo>
                    <a:pt x="10968" y="5793"/>
                  </a:lnTo>
                  <a:lnTo>
                    <a:pt x="10929" y="5716"/>
                  </a:lnTo>
                  <a:lnTo>
                    <a:pt x="10890" y="5639"/>
                  </a:lnTo>
                  <a:lnTo>
                    <a:pt x="10890" y="5445"/>
                  </a:lnTo>
                  <a:lnTo>
                    <a:pt x="10968" y="5252"/>
                  </a:lnTo>
                  <a:lnTo>
                    <a:pt x="11122" y="5098"/>
                  </a:lnTo>
                  <a:lnTo>
                    <a:pt x="11277" y="4943"/>
                  </a:lnTo>
                  <a:lnTo>
                    <a:pt x="11547" y="4750"/>
                  </a:lnTo>
                  <a:lnTo>
                    <a:pt x="11817" y="4635"/>
                  </a:lnTo>
                  <a:lnTo>
                    <a:pt x="12087" y="4557"/>
                  </a:lnTo>
                  <a:lnTo>
                    <a:pt x="12628" y="4480"/>
                  </a:lnTo>
                  <a:lnTo>
                    <a:pt x="13246" y="4403"/>
                  </a:lnTo>
                  <a:lnTo>
                    <a:pt x="13555" y="4364"/>
                  </a:lnTo>
                  <a:lnTo>
                    <a:pt x="13825" y="4287"/>
                  </a:lnTo>
                  <a:close/>
                  <a:moveTo>
                    <a:pt x="14404" y="4248"/>
                  </a:moveTo>
                  <a:lnTo>
                    <a:pt x="15099" y="4596"/>
                  </a:lnTo>
                  <a:lnTo>
                    <a:pt x="15408" y="4789"/>
                  </a:lnTo>
                  <a:lnTo>
                    <a:pt x="15717" y="4982"/>
                  </a:lnTo>
                  <a:lnTo>
                    <a:pt x="15910" y="5137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44" y="5986"/>
                  </a:lnTo>
                  <a:lnTo>
                    <a:pt x="16876" y="6334"/>
                  </a:lnTo>
                  <a:lnTo>
                    <a:pt x="16992" y="6681"/>
                  </a:lnTo>
                  <a:lnTo>
                    <a:pt x="16992" y="6836"/>
                  </a:lnTo>
                  <a:lnTo>
                    <a:pt x="16992" y="6990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8"/>
                  </a:lnTo>
                  <a:lnTo>
                    <a:pt x="16374" y="7338"/>
                  </a:lnTo>
                  <a:lnTo>
                    <a:pt x="16142" y="7222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370" y="6565"/>
                  </a:lnTo>
                  <a:lnTo>
                    <a:pt x="15061" y="6141"/>
                  </a:lnTo>
                  <a:lnTo>
                    <a:pt x="14829" y="5716"/>
                  </a:lnTo>
                  <a:lnTo>
                    <a:pt x="14636" y="5252"/>
                  </a:lnTo>
                  <a:lnTo>
                    <a:pt x="14520" y="4750"/>
                  </a:lnTo>
                  <a:lnTo>
                    <a:pt x="14404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70" y="117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06" y="619"/>
                  </a:lnTo>
                  <a:lnTo>
                    <a:pt x="10929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68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33" y="2742"/>
                  </a:lnTo>
                  <a:lnTo>
                    <a:pt x="12396" y="3090"/>
                  </a:lnTo>
                  <a:lnTo>
                    <a:pt x="12860" y="3399"/>
                  </a:lnTo>
                  <a:lnTo>
                    <a:pt x="12860" y="3399"/>
                  </a:lnTo>
                  <a:lnTo>
                    <a:pt x="12049" y="3283"/>
                  </a:lnTo>
                  <a:lnTo>
                    <a:pt x="11199" y="3283"/>
                  </a:lnTo>
                  <a:lnTo>
                    <a:pt x="10388" y="3322"/>
                  </a:lnTo>
                  <a:lnTo>
                    <a:pt x="9616" y="3476"/>
                  </a:lnTo>
                  <a:lnTo>
                    <a:pt x="9655" y="3013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623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90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87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52"/>
                  </a:lnTo>
                  <a:lnTo>
                    <a:pt x="5407" y="5561"/>
                  </a:lnTo>
                  <a:lnTo>
                    <a:pt x="4596" y="6218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082" y="10156"/>
                  </a:lnTo>
                  <a:lnTo>
                    <a:pt x="503" y="10967"/>
                  </a:lnTo>
                  <a:lnTo>
                    <a:pt x="1" y="11778"/>
                  </a:lnTo>
                  <a:lnTo>
                    <a:pt x="348" y="12049"/>
                  </a:lnTo>
                  <a:lnTo>
                    <a:pt x="1546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79"/>
                  </a:lnTo>
                  <a:lnTo>
                    <a:pt x="6257" y="5561"/>
                  </a:lnTo>
                  <a:lnTo>
                    <a:pt x="7106" y="5059"/>
                  </a:lnTo>
                  <a:lnTo>
                    <a:pt x="7994" y="4596"/>
                  </a:lnTo>
                  <a:lnTo>
                    <a:pt x="8458" y="4441"/>
                  </a:lnTo>
                  <a:lnTo>
                    <a:pt x="8921" y="4248"/>
                  </a:lnTo>
                  <a:lnTo>
                    <a:pt x="9423" y="4133"/>
                  </a:lnTo>
                  <a:lnTo>
                    <a:pt x="9886" y="4017"/>
                  </a:lnTo>
                  <a:lnTo>
                    <a:pt x="10388" y="3901"/>
                  </a:lnTo>
                  <a:lnTo>
                    <a:pt x="10852" y="3862"/>
                  </a:lnTo>
                  <a:lnTo>
                    <a:pt x="11354" y="3824"/>
                  </a:lnTo>
                  <a:lnTo>
                    <a:pt x="11856" y="3824"/>
                  </a:lnTo>
                  <a:lnTo>
                    <a:pt x="12358" y="3862"/>
                  </a:lnTo>
                  <a:lnTo>
                    <a:pt x="12860" y="3901"/>
                  </a:lnTo>
                  <a:lnTo>
                    <a:pt x="12319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57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6" y="5291"/>
                  </a:lnTo>
                  <a:lnTo>
                    <a:pt x="10388" y="5523"/>
                  </a:lnTo>
                  <a:lnTo>
                    <a:pt x="10388" y="5754"/>
                  </a:lnTo>
                  <a:lnTo>
                    <a:pt x="10427" y="5947"/>
                  </a:lnTo>
                  <a:lnTo>
                    <a:pt x="10581" y="6179"/>
                  </a:lnTo>
                  <a:lnTo>
                    <a:pt x="10659" y="6256"/>
                  </a:lnTo>
                  <a:lnTo>
                    <a:pt x="10775" y="6334"/>
                  </a:lnTo>
                  <a:lnTo>
                    <a:pt x="11006" y="6411"/>
                  </a:lnTo>
                  <a:lnTo>
                    <a:pt x="11277" y="6449"/>
                  </a:lnTo>
                  <a:lnTo>
                    <a:pt x="11585" y="6411"/>
                  </a:lnTo>
                  <a:lnTo>
                    <a:pt x="11856" y="6372"/>
                  </a:lnTo>
                  <a:lnTo>
                    <a:pt x="12165" y="6256"/>
                  </a:lnTo>
                  <a:lnTo>
                    <a:pt x="12628" y="6063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716"/>
                  </a:lnTo>
                  <a:lnTo>
                    <a:pt x="14057" y="4866"/>
                  </a:lnTo>
                  <a:lnTo>
                    <a:pt x="14211" y="5407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4" y="6874"/>
                  </a:lnTo>
                  <a:lnTo>
                    <a:pt x="15177" y="7067"/>
                  </a:lnTo>
                  <a:lnTo>
                    <a:pt x="15408" y="7299"/>
                  </a:lnTo>
                  <a:lnTo>
                    <a:pt x="15679" y="7492"/>
                  </a:lnTo>
                  <a:lnTo>
                    <a:pt x="15988" y="7685"/>
                  </a:lnTo>
                  <a:lnTo>
                    <a:pt x="16296" y="7801"/>
                  </a:lnTo>
                  <a:lnTo>
                    <a:pt x="16605" y="7878"/>
                  </a:lnTo>
                  <a:lnTo>
                    <a:pt x="16760" y="7878"/>
                  </a:lnTo>
                  <a:lnTo>
                    <a:pt x="16876" y="7840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47"/>
                  </a:lnTo>
                  <a:lnTo>
                    <a:pt x="17378" y="7531"/>
                  </a:lnTo>
                  <a:lnTo>
                    <a:pt x="17416" y="7376"/>
                  </a:lnTo>
                  <a:lnTo>
                    <a:pt x="17455" y="7260"/>
                  </a:lnTo>
                  <a:lnTo>
                    <a:pt x="17493" y="6951"/>
                  </a:lnTo>
                  <a:lnTo>
                    <a:pt x="17416" y="6604"/>
                  </a:lnTo>
                  <a:lnTo>
                    <a:pt x="17300" y="6295"/>
                  </a:lnTo>
                  <a:lnTo>
                    <a:pt x="17185" y="5986"/>
                  </a:lnTo>
                  <a:lnTo>
                    <a:pt x="17030" y="5716"/>
                  </a:lnTo>
                  <a:lnTo>
                    <a:pt x="16876" y="5484"/>
                  </a:lnTo>
                  <a:lnTo>
                    <a:pt x="16683" y="5252"/>
                  </a:lnTo>
                  <a:lnTo>
                    <a:pt x="16490" y="5021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46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65"/>
                  </a:lnTo>
                  <a:lnTo>
                    <a:pt x="17107" y="2434"/>
                  </a:lnTo>
                  <a:lnTo>
                    <a:pt x="17146" y="2163"/>
                  </a:lnTo>
                  <a:lnTo>
                    <a:pt x="17107" y="1932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59"/>
                  </a:lnTo>
                  <a:lnTo>
                    <a:pt x="15910" y="1198"/>
                  </a:lnTo>
                  <a:lnTo>
                    <a:pt x="15679" y="1236"/>
                  </a:lnTo>
                  <a:lnTo>
                    <a:pt x="15447" y="1352"/>
                  </a:lnTo>
                  <a:lnTo>
                    <a:pt x="15254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7" y="2588"/>
                  </a:lnTo>
                  <a:lnTo>
                    <a:pt x="14095" y="3013"/>
                  </a:lnTo>
                  <a:lnTo>
                    <a:pt x="13941" y="2434"/>
                  </a:lnTo>
                  <a:lnTo>
                    <a:pt x="13748" y="1893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8" y="117"/>
                  </a:lnTo>
                  <a:lnTo>
                    <a:pt x="12087" y="39"/>
                  </a:lnTo>
                  <a:lnTo>
                    <a:pt x="118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2"/>
            <p:cNvSpPr/>
            <p:nvPr/>
          </p:nvSpPr>
          <p:spPr>
            <a:xfrm>
              <a:off x="5396100" y="2441875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6" y="1159"/>
                  </a:lnTo>
                  <a:lnTo>
                    <a:pt x="1390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5" y="1816"/>
                  </a:lnTo>
                  <a:lnTo>
                    <a:pt x="386" y="1700"/>
                  </a:lnTo>
                  <a:lnTo>
                    <a:pt x="348" y="1584"/>
                  </a:lnTo>
                  <a:lnTo>
                    <a:pt x="386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1" y="1623"/>
                  </a:lnTo>
                  <a:lnTo>
                    <a:pt x="3669" y="1700"/>
                  </a:lnTo>
                  <a:lnTo>
                    <a:pt x="3746" y="1816"/>
                  </a:lnTo>
                  <a:lnTo>
                    <a:pt x="3746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8" y="2356"/>
                  </a:lnTo>
                  <a:lnTo>
                    <a:pt x="3205" y="2434"/>
                  </a:lnTo>
                  <a:lnTo>
                    <a:pt x="3012" y="2395"/>
                  </a:lnTo>
                  <a:lnTo>
                    <a:pt x="2819" y="2356"/>
                  </a:lnTo>
                  <a:lnTo>
                    <a:pt x="2626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0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89" y="1468"/>
                  </a:lnTo>
                  <a:close/>
                  <a:moveTo>
                    <a:pt x="3746" y="4750"/>
                  </a:moveTo>
                  <a:lnTo>
                    <a:pt x="3900" y="4789"/>
                  </a:lnTo>
                  <a:lnTo>
                    <a:pt x="4016" y="4828"/>
                  </a:lnTo>
                  <a:lnTo>
                    <a:pt x="4093" y="4944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2" y="5368"/>
                  </a:lnTo>
                  <a:lnTo>
                    <a:pt x="4093" y="5484"/>
                  </a:lnTo>
                  <a:lnTo>
                    <a:pt x="3978" y="5600"/>
                  </a:lnTo>
                  <a:lnTo>
                    <a:pt x="3784" y="5754"/>
                  </a:lnTo>
                  <a:lnTo>
                    <a:pt x="3514" y="5870"/>
                  </a:lnTo>
                  <a:lnTo>
                    <a:pt x="3128" y="5870"/>
                  </a:lnTo>
                  <a:lnTo>
                    <a:pt x="2742" y="5793"/>
                  </a:lnTo>
                  <a:lnTo>
                    <a:pt x="2935" y="5368"/>
                  </a:lnTo>
                  <a:lnTo>
                    <a:pt x="3051" y="5214"/>
                  </a:lnTo>
                  <a:lnTo>
                    <a:pt x="3205" y="5021"/>
                  </a:lnTo>
                  <a:lnTo>
                    <a:pt x="3476" y="4866"/>
                  </a:lnTo>
                  <a:lnTo>
                    <a:pt x="3630" y="4789"/>
                  </a:lnTo>
                  <a:lnTo>
                    <a:pt x="3746" y="4750"/>
                  </a:lnTo>
                  <a:close/>
                  <a:moveTo>
                    <a:pt x="1120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2" y="6102"/>
                  </a:lnTo>
                  <a:lnTo>
                    <a:pt x="1429" y="6256"/>
                  </a:lnTo>
                  <a:lnTo>
                    <a:pt x="1236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5" y="6334"/>
                  </a:lnTo>
                  <a:lnTo>
                    <a:pt x="502" y="6179"/>
                  </a:lnTo>
                  <a:lnTo>
                    <a:pt x="425" y="6025"/>
                  </a:lnTo>
                  <a:lnTo>
                    <a:pt x="425" y="5909"/>
                  </a:lnTo>
                  <a:lnTo>
                    <a:pt x="464" y="5754"/>
                  </a:lnTo>
                  <a:lnTo>
                    <a:pt x="579" y="5677"/>
                  </a:lnTo>
                  <a:lnTo>
                    <a:pt x="695" y="5600"/>
                  </a:lnTo>
                  <a:lnTo>
                    <a:pt x="850" y="5523"/>
                  </a:lnTo>
                  <a:close/>
                  <a:moveTo>
                    <a:pt x="5715" y="6218"/>
                  </a:moveTo>
                  <a:lnTo>
                    <a:pt x="5870" y="6334"/>
                  </a:lnTo>
                  <a:lnTo>
                    <a:pt x="5947" y="6411"/>
                  </a:lnTo>
                  <a:lnTo>
                    <a:pt x="5986" y="6527"/>
                  </a:lnTo>
                  <a:lnTo>
                    <a:pt x="6024" y="6681"/>
                  </a:lnTo>
                  <a:lnTo>
                    <a:pt x="5986" y="6797"/>
                  </a:lnTo>
                  <a:lnTo>
                    <a:pt x="5908" y="7067"/>
                  </a:lnTo>
                  <a:lnTo>
                    <a:pt x="5792" y="7260"/>
                  </a:lnTo>
                  <a:lnTo>
                    <a:pt x="5677" y="7492"/>
                  </a:lnTo>
                  <a:lnTo>
                    <a:pt x="5484" y="7647"/>
                  </a:lnTo>
                  <a:lnTo>
                    <a:pt x="5290" y="7801"/>
                  </a:lnTo>
                  <a:lnTo>
                    <a:pt x="5059" y="7917"/>
                  </a:lnTo>
                  <a:lnTo>
                    <a:pt x="5097" y="7878"/>
                  </a:lnTo>
                  <a:lnTo>
                    <a:pt x="5020" y="7415"/>
                  </a:lnTo>
                  <a:lnTo>
                    <a:pt x="4982" y="7183"/>
                  </a:lnTo>
                  <a:lnTo>
                    <a:pt x="5020" y="6952"/>
                  </a:lnTo>
                  <a:lnTo>
                    <a:pt x="5136" y="6681"/>
                  </a:lnTo>
                  <a:lnTo>
                    <a:pt x="5213" y="6527"/>
                  </a:lnTo>
                  <a:lnTo>
                    <a:pt x="5329" y="6372"/>
                  </a:lnTo>
                  <a:lnTo>
                    <a:pt x="5445" y="6256"/>
                  </a:lnTo>
                  <a:lnTo>
                    <a:pt x="5599" y="6218"/>
                  </a:lnTo>
                  <a:close/>
                  <a:moveTo>
                    <a:pt x="8959" y="8071"/>
                  </a:moveTo>
                  <a:lnTo>
                    <a:pt x="9152" y="8110"/>
                  </a:lnTo>
                  <a:lnTo>
                    <a:pt x="9268" y="8187"/>
                  </a:lnTo>
                  <a:lnTo>
                    <a:pt x="9345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1"/>
                  </a:lnTo>
                  <a:lnTo>
                    <a:pt x="9268" y="8921"/>
                  </a:lnTo>
                  <a:lnTo>
                    <a:pt x="9036" y="9153"/>
                  </a:lnTo>
                  <a:lnTo>
                    <a:pt x="8804" y="9346"/>
                  </a:lnTo>
                  <a:lnTo>
                    <a:pt x="8689" y="9384"/>
                  </a:lnTo>
                  <a:lnTo>
                    <a:pt x="8611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1" y="9346"/>
                  </a:lnTo>
                  <a:lnTo>
                    <a:pt x="8264" y="9346"/>
                  </a:lnTo>
                  <a:lnTo>
                    <a:pt x="8225" y="8959"/>
                  </a:lnTo>
                  <a:lnTo>
                    <a:pt x="8225" y="8766"/>
                  </a:lnTo>
                  <a:lnTo>
                    <a:pt x="8264" y="8573"/>
                  </a:lnTo>
                  <a:lnTo>
                    <a:pt x="8341" y="8342"/>
                  </a:lnTo>
                  <a:lnTo>
                    <a:pt x="8496" y="8187"/>
                  </a:lnTo>
                  <a:lnTo>
                    <a:pt x="8727" y="8110"/>
                  </a:lnTo>
                  <a:lnTo>
                    <a:pt x="8843" y="8071"/>
                  </a:lnTo>
                  <a:close/>
                  <a:moveTo>
                    <a:pt x="4943" y="8380"/>
                  </a:moveTo>
                  <a:lnTo>
                    <a:pt x="4943" y="8419"/>
                  </a:lnTo>
                  <a:lnTo>
                    <a:pt x="4750" y="8805"/>
                  </a:lnTo>
                  <a:lnTo>
                    <a:pt x="4595" y="8959"/>
                  </a:lnTo>
                  <a:lnTo>
                    <a:pt x="4441" y="9153"/>
                  </a:lnTo>
                  <a:lnTo>
                    <a:pt x="4209" y="9307"/>
                  </a:lnTo>
                  <a:lnTo>
                    <a:pt x="3939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8" y="9346"/>
                  </a:lnTo>
                  <a:lnTo>
                    <a:pt x="3321" y="9191"/>
                  </a:lnTo>
                  <a:lnTo>
                    <a:pt x="3321" y="9075"/>
                  </a:lnTo>
                  <a:lnTo>
                    <a:pt x="3321" y="8959"/>
                  </a:lnTo>
                  <a:lnTo>
                    <a:pt x="3398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4" y="8457"/>
                  </a:lnTo>
                  <a:lnTo>
                    <a:pt x="4055" y="8380"/>
                  </a:lnTo>
                  <a:lnTo>
                    <a:pt x="4325" y="8380"/>
                  </a:lnTo>
                  <a:lnTo>
                    <a:pt x="4904" y="8419"/>
                  </a:lnTo>
                  <a:lnTo>
                    <a:pt x="4943" y="8380"/>
                  </a:lnTo>
                  <a:close/>
                  <a:moveTo>
                    <a:pt x="7994" y="10002"/>
                  </a:moveTo>
                  <a:lnTo>
                    <a:pt x="7955" y="10195"/>
                  </a:lnTo>
                  <a:lnTo>
                    <a:pt x="7916" y="10350"/>
                  </a:lnTo>
                  <a:lnTo>
                    <a:pt x="7839" y="10543"/>
                  </a:lnTo>
                  <a:lnTo>
                    <a:pt x="7723" y="10697"/>
                  </a:lnTo>
                  <a:lnTo>
                    <a:pt x="7607" y="10813"/>
                  </a:lnTo>
                  <a:lnTo>
                    <a:pt x="7492" y="10929"/>
                  </a:lnTo>
                  <a:lnTo>
                    <a:pt x="7337" y="11045"/>
                  </a:lnTo>
                  <a:lnTo>
                    <a:pt x="7144" y="11083"/>
                  </a:lnTo>
                  <a:lnTo>
                    <a:pt x="6951" y="11122"/>
                  </a:lnTo>
                  <a:lnTo>
                    <a:pt x="6796" y="11083"/>
                  </a:lnTo>
                  <a:lnTo>
                    <a:pt x="6719" y="11045"/>
                  </a:lnTo>
                  <a:lnTo>
                    <a:pt x="6681" y="10967"/>
                  </a:lnTo>
                  <a:lnTo>
                    <a:pt x="6642" y="10890"/>
                  </a:lnTo>
                  <a:lnTo>
                    <a:pt x="6603" y="10813"/>
                  </a:lnTo>
                  <a:lnTo>
                    <a:pt x="6642" y="10620"/>
                  </a:lnTo>
                  <a:lnTo>
                    <a:pt x="6719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1" y="10157"/>
                  </a:lnTo>
                  <a:lnTo>
                    <a:pt x="7492" y="10079"/>
                  </a:lnTo>
                  <a:lnTo>
                    <a:pt x="7723" y="10041"/>
                  </a:lnTo>
                  <a:lnTo>
                    <a:pt x="7994" y="10002"/>
                  </a:lnTo>
                  <a:close/>
                  <a:moveTo>
                    <a:pt x="2201" y="1"/>
                  </a:moveTo>
                  <a:lnTo>
                    <a:pt x="2008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0" y="812"/>
                  </a:lnTo>
                  <a:lnTo>
                    <a:pt x="1236" y="773"/>
                  </a:lnTo>
                  <a:lnTo>
                    <a:pt x="1043" y="735"/>
                  </a:lnTo>
                  <a:lnTo>
                    <a:pt x="695" y="735"/>
                  </a:lnTo>
                  <a:lnTo>
                    <a:pt x="541" y="812"/>
                  </a:lnTo>
                  <a:lnTo>
                    <a:pt x="386" y="889"/>
                  </a:lnTo>
                  <a:lnTo>
                    <a:pt x="232" y="1005"/>
                  </a:lnTo>
                  <a:lnTo>
                    <a:pt x="116" y="1159"/>
                  </a:lnTo>
                  <a:lnTo>
                    <a:pt x="39" y="1314"/>
                  </a:lnTo>
                  <a:lnTo>
                    <a:pt x="0" y="1468"/>
                  </a:lnTo>
                  <a:lnTo>
                    <a:pt x="0" y="1623"/>
                  </a:lnTo>
                  <a:lnTo>
                    <a:pt x="0" y="1777"/>
                  </a:lnTo>
                  <a:lnTo>
                    <a:pt x="77" y="1932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5" y="2279"/>
                  </a:lnTo>
                  <a:lnTo>
                    <a:pt x="579" y="2356"/>
                  </a:lnTo>
                  <a:lnTo>
                    <a:pt x="734" y="2395"/>
                  </a:lnTo>
                  <a:lnTo>
                    <a:pt x="1043" y="2434"/>
                  </a:lnTo>
                  <a:lnTo>
                    <a:pt x="1390" y="2395"/>
                  </a:lnTo>
                  <a:lnTo>
                    <a:pt x="1699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8" y="4635"/>
                  </a:lnTo>
                  <a:lnTo>
                    <a:pt x="1777" y="5021"/>
                  </a:lnTo>
                  <a:lnTo>
                    <a:pt x="1892" y="5368"/>
                  </a:lnTo>
                  <a:lnTo>
                    <a:pt x="1583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2" y="5252"/>
                  </a:lnTo>
                  <a:lnTo>
                    <a:pt x="386" y="5330"/>
                  </a:lnTo>
                  <a:lnTo>
                    <a:pt x="271" y="5446"/>
                  </a:lnTo>
                  <a:lnTo>
                    <a:pt x="155" y="5561"/>
                  </a:lnTo>
                  <a:lnTo>
                    <a:pt x="77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7" y="6218"/>
                  </a:lnTo>
                  <a:lnTo>
                    <a:pt x="155" y="6334"/>
                  </a:lnTo>
                  <a:lnTo>
                    <a:pt x="232" y="6450"/>
                  </a:lnTo>
                  <a:lnTo>
                    <a:pt x="348" y="6565"/>
                  </a:lnTo>
                  <a:lnTo>
                    <a:pt x="502" y="6643"/>
                  </a:lnTo>
                  <a:lnTo>
                    <a:pt x="657" y="6720"/>
                  </a:lnTo>
                  <a:lnTo>
                    <a:pt x="811" y="6758"/>
                  </a:lnTo>
                  <a:lnTo>
                    <a:pt x="1120" y="6758"/>
                  </a:lnTo>
                  <a:lnTo>
                    <a:pt x="1429" y="6681"/>
                  </a:lnTo>
                  <a:lnTo>
                    <a:pt x="1699" y="6527"/>
                  </a:lnTo>
                  <a:lnTo>
                    <a:pt x="1931" y="6295"/>
                  </a:lnTo>
                  <a:lnTo>
                    <a:pt x="2124" y="6063"/>
                  </a:lnTo>
                  <a:lnTo>
                    <a:pt x="2394" y="6527"/>
                  </a:lnTo>
                  <a:lnTo>
                    <a:pt x="2742" y="6990"/>
                  </a:lnTo>
                  <a:lnTo>
                    <a:pt x="3128" y="7376"/>
                  </a:lnTo>
                  <a:lnTo>
                    <a:pt x="3591" y="7762"/>
                  </a:lnTo>
                  <a:lnTo>
                    <a:pt x="4016" y="7994"/>
                  </a:lnTo>
                  <a:lnTo>
                    <a:pt x="3823" y="8033"/>
                  </a:lnTo>
                  <a:lnTo>
                    <a:pt x="3630" y="8110"/>
                  </a:lnTo>
                  <a:lnTo>
                    <a:pt x="3437" y="8187"/>
                  </a:lnTo>
                  <a:lnTo>
                    <a:pt x="3282" y="8342"/>
                  </a:lnTo>
                  <a:lnTo>
                    <a:pt x="3167" y="8457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5" y="8882"/>
                  </a:lnTo>
                  <a:lnTo>
                    <a:pt x="2896" y="9075"/>
                  </a:lnTo>
                  <a:lnTo>
                    <a:pt x="2935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1" y="9770"/>
                  </a:lnTo>
                  <a:lnTo>
                    <a:pt x="3514" y="9848"/>
                  </a:lnTo>
                  <a:lnTo>
                    <a:pt x="3707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8" y="9770"/>
                  </a:lnTo>
                  <a:lnTo>
                    <a:pt x="4402" y="9693"/>
                  </a:lnTo>
                  <a:lnTo>
                    <a:pt x="4673" y="9461"/>
                  </a:lnTo>
                  <a:lnTo>
                    <a:pt x="4904" y="9153"/>
                  </a:lnTo>
                  <a:lnTo>
                    <a:pt x="5097" y="8844"/>
                  </a:lnTo>
                  <a:lnTo>
                    <a:pt x="5213" y="8496"/>
                  </a:lnTo>
                  <a:lnTo>
                    <a:pt x="6526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5" y="9655"/>
                  </a:lnTo>
                  <a:lnTo>
                    <a:pt x="7762" y="9655"/>
                  </a:lnTo>
                  <a:lnTo>
                    <a:pt x="7569" y="9693"/>
                  </a:lnTo>
                  <a:lnTo>
                    <a:pt x="7144" y="9809"/>
                  </a:lnTo>
                  <a:lnTo>
                    <a:pt x="6796" y="9963"/>
                  </a:lnTo>
                  <a:lnTo>
                    <a:pt x="6642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4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4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5" y="11508"/>
                  </a:lnTo>
                  <a:lnTo>
                    <a:pt x="7028" y="11508"/>
                  </a:lnTo>
                  <a:lnTo>
                    <a:pt x="7221" y="11469"/>
                  </a:lnTo>
                  <a:lnTo>
                    <a:pt x="7414" y="11392"/>
                  </a:lnTo>
                  <a:lnTo>
                    <a:pt x="7569" y="11315"/>
                  </a:lnTo>
                  <a:lnTo>
                    <a:pt x="7723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09" y="10697"/>
                  </a:lnTo>
                  <a:lnTo>
                    <a:pt x="8225" y="10465"/>
                  </a:lnTo>
                  <a:lnTo>
                    <a:pt x="8264" y="10234"/>
                  </a:lnTo>
                  <a:lnTo>
                    <a:pt x="8302" y="9963"/>
                  </a:lnTo>
                  <a:lnTo>
                    <a:pt x="8341" y="9925"/>
                  </a:lnTo>
                  <a:lnTo>
                    <a:pt x="8727" y="10272"/>
                  </a:lnTo>
                  <a:lnTo>
                    <a:pt x="9075" y="10659"/>
                  </a:lnTo>
                  <a:lnTo>
                    <a:pt x="9345" y="11122"/>
                  </a:lnTo>
                  <a:lnTo>
                    <a:pt x="9461" y="11354"/>
                  </a:lnTo>
                  <a:lnTo>
                    <a:pt x="9538" y="11585"/>
                  </a:lnTo>
                  <a:lnTo>
                    <a:pt x="9654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4" y="12937"/>
                  </a:lnTo>
                  <a:lnTo>
                    <a:pt x="9577" y="13284"/>
                  </a:lnTo>
                  <a:lnTo>
                    <a:pt x="9461" y="13593"/>
                  </a:lnTo>
                  <a:lnTo>
                    <a:pt x="9191" y="14211"/>
                  </a:lnTo>
                  <a:lnTo>
                    <a:pt x="9152" y="14288"/>
                  </a:lnTo>
                  <a:lnTo>
                    <a:pt x="9152" y="14327"/>
                  </a:lnTo>
                  <a:lnTo>
                    <a:pt x="9229" y="14404"/>
                  </a:lnTo>
                  <a:lnTo>
                    <a:pt x="9306" y="14443"/>
                  </a:lnTo>
                  <a:lnTo>
                    <a:pt x="9422" y="14404"/>
                  </a:lnTo>
                  <a:lnTo>
                    <a:pt x="9577" y="14250"/>
                  </a:lnTo>
                  <a:lnTo>
                    <a:pt x="9731" y="14057"/>
                  </a:lnTo>
                  <a:lnTo>
                    <a:pt x="9847" y="13902"/>
                  </a:lnTo>
                  <a:lnTo>
                    <a:pt x="9924" y="13670"/>
                  </a:lnTo>
                  <a:lnTo>
                    <a:pt x="10079" y="13246"/>
                  </a:lnTo>
                  <a:lnTo>
                    <a:pt x="10117" y="12782"/>
                  </a:lnTo>
                  <a:lnTo>
                    <a:pt x="10117" y="12319"/>
                  </a:lnTo>
                  <a:lnTo>
                    <a:pt x="10040" y="11856"/>
                  </a:lnTo>
                  <a:lnTo>
                    <a:pt x="9924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6" y="10272"/>
                  </a:lnTo>
                  <a:lnTo>
                    <a:pt x="9036" y="9963"/>
                  </a:lnTo>
                  <a:lnTo>
                    <a:pt x="8727" y="9693"/>
                  </a:lnTo>
                  <a:lnTo>
                    <a:pt x="8959" y="9577"/>
                  </a:lnTo>
                  <a:lnTo>
                    <a:pt x="9229" y="9423"/>
                  </a:lnTo>
                  <a:lnTo>
                    <a:pt x="9461" y="9191"/>
                  </a:lnTo>
                  <a:lnTo>
                    <a:pt x="9615" y="8921"/>
                  </a:lnTo>
                  <a:lnTo>
                    <a:pt x="9731" y="8612"/>
                  </a:lnTo>
                  <a:lnTo>
                    <a:pt x="9731" y="8496"/>
                  </a:lnTo>
                  <a:lnTo>
                    <a:pt x="9731" y="8342"/>
                  </a:lnTo>
                  <a:lnTo>
                    <a:pt x="9693" y="8187"/>
                  </a:lnTo>
                  <a:lnTo>
                    <a:pt x="9615" y="8071"/>
                  </a:lnTo>
                  <a:lnTo>
                    <a:pt x="9499" y="7955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6" y="7724"/>
                  </a:lnTo>
                  <a:lnTo>
                    <a:pt x="8689" y="7724"/>
                  </a:lnTo>
                  <a:lnTo>
                    <a:pt x="8534" y="7762"/>
                  </a:lnTo>
                  <a:lnTo>
                    <a:pt x="8380" y="7840"/>
                  </a:lnTo>
                  <a:lnTo>
                    <a:pt x="8225" y="7955"/>
                  </a:lnTo>
                  <a:lnTo>
                    <a:pt x="8109" y="8071"/>
                  </a:lnTo>
                  <a:lnTo>
                    <a:pt x="7955" y="8264"/>
                  </a:lnTo>
                  <a:lnTo>
                    <a:pt x="7878" y="8535"/>
                  </a:lnTo>
                  <a:lnTo>
                    <a:pt x="7839" y="8766"/>
                  </a:lnTo>
                  <a:lnTo>
                    <a:pt x="7839" y="9037"/>
                  </a:lnTo>
                  <a:lnTo>
                    <a:pt x="7221" y="8766"/>
                  </a:lnTo>
                  <a:lnTo>
                    <a:pt x="6642" y="8496"/>
                  </a:lnTo>
                  <a:lnTo>
                    <a:pt x="5368" y="8033"/>
                  </a:lnTo>
                  <a:lnTo>
                    <a:pt x="5638" y="7878"/>
                  </a:lnTo>
                  <a:lnTo>
                    <a:pt x="5870" y="7685"/>
                  </a:lnTo>
                  <a:lnTo>
                    <a:pt x="6063" y="7453"/>
                  </a:lnTo>
                  <a:lnTo>
                    <a:pt x="6217" y="7183"/>
                  </a:lnTo>
                  <a:lnTo>
                    <a:pt x="6333" y="6874"/>
                  </a:lnTo>
                  <a:lnTo>
                    <a:pt x="6333" y="6720"/>
                  </a:lnTo>
                  <a:lnTo>
                    <a:pt x="6333" y="6527"/>
                  </a:lnTo>
                  <a:lnTo>
                    <a:pt x="6333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4" y="5948"/>
                  </a:lnTo>
                  <a:lnTo>
                    <a:pt x="5870" y="5870"/>
                  </a:lnTo>
                  <a:lnTo>
                    <a:pt x="5715" y="5832"/>
                  </a:lnTo>
                  <a:lnTo>
                    <a:pt x="5561" y="5870"/>
                  </a:lnTo>
                  <a:lnTo>
                    <a:pt x="5406" y="5909"/>
                  </a:lnTo>
                  <a:lnTo>
                    <a:pt x="5252" y="5986"/>
                  </a:lnTo>
                  <a:lnTo>
                    <a:pt x="5136" y="6063"/>
                  </a:lnTo>
                  <a:lnTo>
                    <a:pt x="4904" y="6334"/>
                  </a:lnTo>
                  <a:lnTo>
                    <a:pt x="4750" y="6643"/>
                  </a:lnTo>
                  <a:lnTo>
                    <a:pt x="4634" y="7029"/>
                  </a:lnTo>
                  <a:lnTo>
                    <a:pt x="4634" y="7222"/>
                  </a:lnTo>
                  <a:lnTo>
                    <a:pt x="4634" y="7415"/>
                  </a:lnTo>
                  <a:lnTo>
                    <a:pt x="4634" y="7608"/>
                  </a:lnTo>
                  <a:lnTo>
                    <a:pt x="4711" y="7762"/>
                  </a:lnTo>
                  <a:lnTo>
                    <a:pt x="4093" y="7453"/>
                  </a:lnTo>
                  <a:lnTo>
                    <a:pt x="3823" y="7299"/>
                  </a:lnTo>
                  <a:lnTo>
                    <a:pt x="3553" y="7106"/>
                  </a:lnTo>
                  <a:lnTo>
                    <a:pt x="3321" y="6874"/>
                  </a:lnTo>
                  <a:lnTo>
                    <a:pt x="3089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1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2" y="5986"/>
                  </a:lnTo>
                  <a:lnTo>
                    <a:pt x="4248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8" y="5407"/>
                  </a:lnTo>
                  <a:lnTo>
                    <a:pt x="4557" y="5214"/>
                  </a:lnTo>
                  <a:lnTo>
                    <a:pt x="4518" y="5059"/>
                  </a:lnTo>
                  <a:lnTo>
                    <a:pt x="4480" y="4866"/>
                  </a:lnTo>
                  <a:lnTo>
                    <a:pt x="4402" y="4712"/>
                  </a:lnTo>
                  <a:lnTo>
                    <a:pt x="4286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0" y="4364"/>
                  </a:lnTo>
                  <a:lnTo>
                    <a:pt x="3707" y="4364"/>
                  </a:lnTo>
                  <a:lnTo>
                    <a:pt x="3553" y="4403"/>
                  </a:lnTo>
                  <a:lnTo>
                    <a:pt x="3398" y="4442"/>
                  </a:lnTo>
                  <a:lnTo>
                    <a:pt x="3244" y="4519"/>
                  </a:lnTo>
                  <a:lnTo>
                    <a:pt x="3089" y="4635"/>
                  </a:lnTo>
                  <a:lnTo>
                    <a:pt x="2819" y="4905"/>
                  </a:lnTo>
                  <a:lnTo>
                    <a:pt x="2587" y="5214"/>
                  </a:lnTo>
                  <a:lnTo>
                    <a:pt x="2433" y="5561"/>
                  </a:lnTo>
                  <a:lnTo>
                    <a:pt x="2394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5" y="4326"/>
                  </a:lnTo>
                  <a:lnTo>
                    <a:pt x="2047" y="3940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4" y="2318"/>
                  </a:lnTo>
                  <a:lnTo>
                    <a:pt x="2356" y="2511"/>
                  </a:lnTo>
                  <a:lnTo>
                    <a:pt x="2587" y="2627"/>
                  </a:lnTo>
                  <a:lnTo>
                    <a:pt x="2819" y="2742"/>
                  </a:lnTo>
                  <a:lnTo>
                    <a:pt x="3128" y="2781"/>
                  </a:lnTo>
                  <a:lnTo>
                    <a:pt x="3282" y="2742"/>
                  </a:lnTo>
                  <a:lnTo>
                    <a:pt x="3476" y="2704"/>
                  </a:lnTo>
                  <a:lnTo>
                    <a:pt x="3630" y="2627"/>
                  </a:lnTo>
                  <a:lnTo>
                    <a:pt x="3784" y="2549"/>
                  </a:lnTo>
                  <a:lnTo>
                    <a:pt x="3900" y="2434"/>
                  </a:lnTo>
                  <a:lnTo>
                    <a:pt x="4016" y="2279"/>
                  </a:lnTo>
                  <a:lnTo>
                    <a:pt x="4093" y="2125"/>
                  </a:lnTo>
                  <a:lnTo>
                    <a:pt x="4132" y="1970"/>
                  </a:lnTo>
                  <a:lnTo>
                    <a:pt x="4093" y="1777"/>
                  </a:lnTo>
                  <a:lnTo>
                    <a:pt x="4055" y="1623"/>
                  </a:lnTo>
                  <a:lnTo>
                    <a:pt x="4016" y="1507"/>
                  </a:lnTo>
                  <a:lnTo>
                    <a:pt x="3900" y="1352"/>
                  </a:lnTo>
                  <a:lnTo>
                    <a:pt x="3784" y="1237"/>
                  </a:lnTo>
                  <a:lnTo>
                    <a:pt x="3630" y="1159"/>
                  </a:lnTo>
                  <a:lnTo>
                    <a:pt x="3514" y="1121"/>
                  </a:lnTo>
                  <a:lnTo>
                    <a:pt x="3321" y="1082"/>
                  </a:lnTo>
                  <a:lnTo>
                    <a:pt x="3167" y="1043"/>
                  </a:lnTo>
                  <a:lnTo>
                    <a:pt x="3012" y="1082"/>
                  </a:lnTo>
                  <a:lnTo>
                    <a:pt x="2742" y="1159"/>
                  </a:lnTo>
                  <a:lnTo>
                    <a:pt x="2472" y="1314"/>
                  </a:lnTo>
                  <a:lnTo>
                    <a:pt x="2240" y="1545"/>
                  </a:lnTo>
                  <a:lnTo>
                    <a:pt x="2510" y="78"/>
                  </a:lnTo>
                  <a:lnTo>
                    <a:pt x="220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2"/>
            <p:cNvSpPr/>
            <p:nvPr/>
          </p:nvSpPr>
          <p:spPr>
            <a:xfrm>
              <a:off x="4094775" y="2444775"/>
              <a:ext cx="126475" cy="70500"/>
            </a:xfrm>
            <a:custGeom>
              <a:avLst/>
              <a:gdLst/>
              <a:ahLst/>
              <a:cxnLst/>
              <a:rect l="l" t="t" r="r" b="b"/>
              <a:pathLst>
                <a:path w="5059" h="2820" extrusionOk="0">
                  <a:moveTo>
                    <a:pt x="4904" y="1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42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5"/>
                  </a:lnTo>
                  <a:lnTo>
                    <a:pt x="116" y="2433"/>
                  </a:lnTo>
                  <a:lnTo>
                    <a:pt x="39" y="2511"/>
                  </a:lnTo>
                  <a:lnTo>
                    <a:pt x="0" y="2588"/>
                  </a:lnTo>
                  <a:lnTo>
                    <a:pt x="39" y="2704"/>
                  </a:lnTo>
                  <a:lnTo>
                    <a:pt x="116" y="2781"/>
                  </a:lnTo>
                  <a:lnTo>
                    <a:pt x="387" y="2820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95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121"/>
                  </a:lnTo>
                  <a:lnTo>
                    <a:pt x="4596" y="734"/>
                  </a:lnTo>
                  <a:lnTo>
                    <a:pt x="5059" y="348"/>
                  </a:lnTo>
                  <a:lnTo>
                    <a:pt x="490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2"/>
            <p:cNvSpPr/>
            <p:nvPr/>
          </p:nvSpPr>
          <p:spPr>
            <a:xfrm>
              <a:off x="6880825" y="24872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5" y="1159"/>
                  </a:lnTo>
                  <a:lnTo>
                    <a:pt x="2897" y="1700"/>
                  </a:lnTo>
                  <a:lnTo>
                    <a:pt x="2511" y="2202"/>
                  </a:lnTo>
                  <a:lnTo>
                    <a:pt x="1932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96"/>
                  </a:lnTo>
                  <a:lnTo>
                    <a:pt x="40" y="4943"/>
                  </a:lnTo>
                  <a:lnTo>
                    <a:pt x="155" y="4943"/>
                  </a:lnTo>
                  <a:lnTo>
                    <a:pt x="542" y="4789"/>
                  </a:lnTo>
                  <a:lnTo>
                    <a:pt x="966" y="4519"/>
                  </a:lnTo>
                  <a:lnTo>
                    <a:pt x="1314" y="4248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897" y="2511"/>
                  </a:lnTo>
                  <a:lnTo>
                    <a:pt x="3322" y="1970"/>
                  </a:lnTo>
                  <a:lnTo>
                    <a:pt x="3669" y="1391"/>
                  </a:lnTo>
                  <a:lnTo>
                    <a:pt x="3978" y="812"/>
                  </a:lnTo>
                  <a:lnTo>
                    <a:pt x="4249" y="194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2"/>
            <p:cNvSpPr/>
            <p:nvPr/>
          </p:nvSpPr>
          <p:spPr>
            <a:xfrm>
              <a:off x="4037825" y="2489175"/>
              <a:ext cx="66625" cy="98500"/>
            </a:xfrm>
            <a:custGeom>
              <a:avLst/>
              <a:gdLst/>
              <a:ahLst/>
              <a:cxnLst/>
              <a:rect l="l" t="t" r="r" b="b"/>
              <a:pathLst>
                <a:path w="2665" h="3940" extrusionOk="0">
                  <a:moveTo>
                    <a:pt x="850" y="1"/>
                  </a:moveTo>
                  <a:lnTo>
                    <a:pt x="502" y="117"/>
                  </a:lnTo>
                  <a:lnTo>
                    <a:pt x="618" y="194"/>
                  </a:lnTo>
                  <a:lnTo>
                    <a:pt x="463" y="580"/>
                  </a:lnTo>
                  <a:lnTo>
                    <a:pt x="270" y="1082"/>
                  </a:lnTo>
                  <a:lnTo>
                    <a:pt x="155" y="1584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36"/>
                  </a:lnTo>
                  <a:lnTo>
                    <a:pt x="77" y="3167"/>
                  </a:lnTo>
                  <a:lnTo>
                    <a:pt x="193" y="3399"/>
                  </a:lnTo>
                  <a:lnTo>
                    <a:pt x="309" y="3554"/>
                  </a:lnTo>
                  <a:lnTo>
                    <a:pt x="463" y="3708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40"/>
                  </a:lnTo>
                  <a:lnTo>
                    <a:pt x="1313" y="3901"/>
                  </a:lnTo>
                  <a:lnTo>
                    <a:pt x="1506" y="3824"/>
                  </a:lnTo>
                  <a:lnTo>
                    <a:pt x="1661" y="3669"/>
                  </a:lnTo>
                  <a:lnTo>
                    <a:pt x="1815" y="3476"/>
                  </a:lnTo>
                  <a:lnTo>
                    <a:pt x="1969" y="3283"/>
                  </a:lnTo>
                  <a:lnTo>
                    <a:pt x="2124" y="3052"/>
                  </a:lnTo>
                  <a:lnTo>
                    <a:pt x="2317" y="2511"/>
                  </a:lnTo>
                  <a:lnTo>
                    <a:pt x="2510" y="1970"/>
                  </a:lnTo>
                  <a:lnTo>
                    <a:pt x="2626" y="1468"/>
                  </a:lnTo>
                  <a:lnTo>
                    <a:pt x="2665" y="1044"/>
                  </a:lnTo>
                  <a:lnTo>
                    <a:pt x="2394" y="1005"/>
                  </a:lnTo>
                  <a:lnTo>
                    <a:pt x="2008" y="2009"/>
                  </a:lnTo>
                  <a:lnTo>
                    <a:pt x="1738" y="2665"/>
                  </a:lnTo>
                  <a:lnTo>
                    <a:pt x="1545" y="3013"/>
                  </a:lnTo>
                  <a:lnTo>
                    <a:pt x="1467" y="3206"/>
                  </a:lnTo>
                  <a:lnTo>
                    <a:pt x="1352" y="3283"/>
                  </a:lnTo>
                  <a:lnTo>
                    <a:pt x="1159" y="3283"/>
                  </a:lnTo>
                  <a:lnTo>
                    <a:pt x="1004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897"/>
                  </a:lnTo>
                  <a:lnTo>
                    <a:pt x="541" y="2665"/>
                  </a:lnTo>
                  <a:lnTo>
                    <a:pt x="541" y="2356"/>
                  </a:lnTo>
                  <a:lnTo>
                    <a:pt x="579" y="2048"/>
                  </a:lnTo>
                  <a:lnTo>
                    <a:pt x="657" y="1623"/>
                  </a:lnTo>
                  <a:lnTo>
                    <a:pt x="734" y="1159"/>
                  </a:lnTo>
                  <a:lnTo>
                    <a:pt x="888" y="773"/>
                  </a:lnTo>
                  <a:lnTo>
                    <a:pt x="1043" y="349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5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2"/>
            <p:cNvSpPr/>
            <p:nvPr/>
          </p:nvSpPr>
          <p:spPr>
            <a:xfrm>
              <a:off x="6829675" y="248917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4" y="271"/>
                  </a:moveTo>
                  <a:lnTo>
                    <a:pt x="1236" y="387"/>
                  </a:lnTo>
                  <a:lnTo>
                    <a:pt x="1429" y="542"/>
                  </a:lnTo>
                  <a:lnTo>
                    <a:pt x="1545" y="735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4" y="1198"/>
                  </a:lnTo>
                  <a:lnTo>
                    <a:pt x="1545" y="1275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6"/>
                  </a:lnTo>
                  <a:lnTo>
                    <a:pt x="966" y="1584"/>
                  </a:lnTo>
                  <a:lnTo>
                    <a:pt x="773" y="1546"/>
                  </a:lnTo>
                  <a:lnTo>
                    <a:pt x="580" y="1391"/>
                  </a:lnTo>
                  <a:lnTo>
                    <a:pt x="502" y="1314"/>
                  </a:lnTo>
                  <a:lnTo>
                    <a:pt x="464" y="1198"/>
                  </a:lnTo>
                  <a:lnTo>
                    <a:pt x="425" y="966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387"/>
                  </a:lnTo>
                  <a:lnTo>
                    <a:pt x="734" y="349"/>
                  </a:lnTo>
                  <a:lnTo>
                    <a:pt x="734" y="271"/>
                  </a:lnTo>
                  <a:close/>
                  <a:moveTo>
                    <a:pt x="850" y="1"/>
                  </a:moveTo>
                  <a:lnTo>
                    <a:pt x="657" y="78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78"/>
                  </a:lnTo>
                  <a:lnTo>
                    <a:pt x="271" y="194"/>
                  </a:lnTo>
                  <a:lnTo>
                    <a:pt x="155" y="349"/>
                  </a:lnTo>
                  <a:lnTo>
                    <a:pt x="78" y="503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8" y="1430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893"/>
                  </a:lnTo>
                  <a:lnTo>
                    <a:pt x="1584" y="1816"/>
                  </a:lnTo>
                  <a:lnTo>
                    <a:pt x="1738" y="1661"/>
                  </a:lnTo>
                  <a:lnTo>
                    <a:pt x="1892" y="1546"/>
                  </a:lnTo>
                  <a:lnTo>
                    <a:pt x="1970" y="1352"/>
                  </a:lnTo>
                  <a:lnTo>
                    <a:pt x="2047" y="1159"/>
                  </a:lnTo>
                  <a:lnTo>
                    <a:pt x="2086" y="966"/>
                  </a:lnTo>
                  <a:lnTo>
                    <a:pt x="2047" y="773"/>
                  </a:lnTo>
                  <a:lnTo>
                    <a:pt x="1970" y="580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4" y="155"/>
                  </a:lnTo>
                  <a:lnTo>
                    <a:pt x="1429" y="40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2"/>
            <p:cNvSpPr/>
            <p:nvPr/>
          </p:nvSpPr>
          <p:spPr>
            <a:xfrm>
              <a:off x="2130250" y="2495950"/>
              <a:ext cx="246175" cy="107175"/>
            </a:xfrm>
            <a:custGeom>
              <a:avLst/>
              <a:gdLst/>
              <a:ahLst/>
              <a:cxnLst/>
              <a:rect l="l" t="t" r="r" b="b"/>
              <a:pathLst>
                <a:path w="9847" h="4287" extrusionOk="0">
                  <a:moveTo>
                    <a:pt x="8882" y="2742"/>
                  </a:moveTo>
                  <a:lnTo>
                    <a:pt x="9113" y="2819"/>
                  </a:lnTo>
                  <a:lnTo>
                    <a:pt x="9229" y="2896"/>
                  </a:lnTo>
                  <a:lnTo>
                    <a:pt x="9306" y="3012"/>
                  </a:lnTo>
                  <a:lnTo>
                    <a:pt x="9384" y="3089"/>
                  </a:lnTo>
                  <a:lnTo>
                    <a:pt x="9384" y="3205"/>
                  </a:lnTo>
                  <a:lnTo>
                    <a:pt x="9422" y="3321"/>
                  </a:lnTo>
                  <a:lnTo>
                    <a:pt x="9384" y="3437"/>
                  </a:lnTo>
                  <a:lnTo>
                    <a:pt x="9268" y="3630"/>
                  </a:lnTo>
                  <a:lnTo>
                    <a:pt x="9113" y="3785"/>
                  </a:lnTo>
                  <a:lnTo>
                    <a:pt x="8920" y="3862"/>
                  </a:lnTo>
                  <a:lnTo>
                    <a:pt x="8727" y="3862"/>
                  </a:lnTo>
                  <a:lnTo>
                    <a:pt x="8573" y="3785"/>
                  </a:lnTo>
                  <a:lnTo>
                    <a:pt x="8418" y="3630"/>
                  </a:lnTo>
                  <a:lnTo>
                    <a:pt x="8302" y="3437"/>
                  </a:lnTo>
                  <a:lnTo>
                    <a:pt x="8302" y="3244"/>
                  </a:lnTo>
                  <a:lnTo>
                    <a:pt x="8341" y="3051"/>
                  </a:lnTo>
                  <a:lnTo>
                    <a:pt x="8380" y="2858"/>
                  </a:lnTo>
                  <a:lnTo>
                    <a:pt x="8418" y="2819"/>
                  </a:lnTo>
                  <a:lnTo>
                    <a:pt x="8650" y="2742"/>
                  </a:lnTo>
                  <a:close/>
                  <a:moveTo>
                    <a:pt x="155" y="0"/>
                  </a:moveTo>
                  <a:lnTo>
                    <a:pt x="77" y="39"/>
                  </a:lnTo>
                  <a:lnTo>
                    <a:pt x="39" y="78"/>
                  </a:lnTo>
                  <a:lnTo>
                    <a:pt x="0" y="155"/>
                  </a:lnTo>
                  <a:lnTo>
                    <a:pt x="39" y="271"/>
                  </a:lnTo>
                  <a:lnTo>
                    <a:pt x="77" y="348"/>
                  </a:lnTo>
                  <a:lnTo>
                    <a:pt x="116" y="386"/>
                  </a:lnTo>
                  <a:lnTo>
                    <a:pt x="618" y="618"/>
                  </a:lnTo>
                  <a:lnTo>
                    <a:pt x="1120" y="773"/>
                  </a:lnTo>
                  <a:lnTo>
                    <a:pt x="2124" y="1081"/>
                  </a:lnTo>
                  <a:lnTo>
                    <a:pt x="4286" y="1738"/>
                  </a:lnTo>
                  <a:lnTo>
                    <a:pt x="6101" y="2317"/>
                  </a:lnTo>
                  <a:lnTo>
                    <a:pt x="7028" y="2587"/>
                  </a:lnTo>
                  <a:lnTo>
                    <a:pt x="7993" y="2819"/>
                  </a:lnTo>
                  <a:lnTo>
                    <a:pt x="7916" y="2974"/>
                  </a:lnTo>
                  <a:lnTo>
                    <a:pt x="7878" y="3089"/>
                  </a:lnTo>
                  <a:lnTo>
                    <a:pt x="7878" y="3398"/>
                  </a:lnTo>
                  <a:lnTo>
                    <a:pt x="7993" y="3707"/>
                  </a:lnTo>
                  <a:lnTo>
                    <a:pt x="8109" y="3939"/>
                  </a:lnTo>
                  <a:lnTo>
                    <a:pt x="8225" y="4093"/>
                  </a:lnTo>
                  <a:lnTo>
                    <a:pt x="8380" y="4171"/>
                  </a:lnTo>
                  <a:lnTo>
                    <a:pt x="8573" y="4248"/>
                  </a:lnTo>
                  <a:lnTo>
                    <a:pt x="8727" y="4287"/>
                  </a:lnTo>
                  <a:lnTo>
                    <a:pt x="8920" y="4287"/>
                  </a:lnTo>
                  <a:lnTo>
                    <a:pt x="9075" y="4248"/>
                  </a:lnTo>
                  <a:lnTo>
                    <a:pt x="9268" y="4209"/>
                  </a:lnTo>
                  <a:lnTo>
                    <a:pt x="9422" y="4093"/>
                  </a:lnTo>
                  <a:lnTo>
                    <a:pt x="9538" y="3978"/>
                  </a:lnTo>
                  <a:lnTo>
                    <a:pt x="9654" y="3823"/>
                  </a:lnTo>
                  <a:lnTo>
                    <a:pt x="9770" y="3669"/>
                  </a:lnTo>
                  <a:lnTo>
                    <a:pt x="9808" y="3514"/>
                  </a:lnTo>
                  <a:lnTo>
                    <a:pt x="9847" y="3321"/>
                  </a:lnTo>
                  <a:lnTo>
                    <a:pt x="9847" y="3128"/>
                  </a:lnTo>
                  <a:lnTo>
                    <a:pt x="9770" y="2974"/>
                  </a:lnTo>
                  <a:lnTo>
                    <a:pt x="9692" y="2781"/>
                  </a:lnTo>
                  <a:lnTo>
                    <a:pt x="9577" y="2665"/>
                  </a:lnTo>
                  <a:lnTo>
                    <a:pt x="9422" y="2549"/>
                  </a:lnTo>
                  <a:lnTo>
                    <a:pt x="9229" y="2433"/>
                  </a:lnTo>
                  <a:lnTo>
                    <a:pt x="9075" y="2394"/>
                  </a:lnTo>
                  <a:lnTo>
                    <a:pt x="8688" y="2394"/>
                  </a:lnTo>
                  <a:lnTo>
                    <a:pt x="8495" y="2472"/>
                  </a:lnTo>
                  <a:lnTo>
                    <a:pt x="8341" y="2549"/>
                  </a:lnTo>
                  <a:lnTo>
                    <a:pt x="7298" y="2163"/>
                  </a:lnTo>
                  <a:lnTo>
                    <a:pt x="6294" y="1815"/>
                  </a:lnTo>
                  <a:lnTo>
                    <a:pt x="4209" y="1159"/>
                  </a:lnTo>
                  <a:lnTo>
                    <a:pt x="3244" y="850"/>
                  </a:lnTo>
                  <a:lnTo>
                    <a:pt x="2240" y="502"/>
                  </a:lnTo>
                  <a:lnTo>
                    <a:pt x="1236" y="193"/>
                  </a:lnTo>
                  <a:lnTo>
                    <a:pt x="734" y="78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2"/>
            <p:cNvSpPr/>
            <p:nvPr/>
          </p:nvSpPr>
          <p:spPr>
            <a:xfrm>
              <a:off x="4737700" y="2534550"/>
              <a:ext cx="459550" cy="296400"/>
            </a:xfrm>
            <a:custGeom>
              <a:avLst/>
              <a:gdLst/>
              <a:ahLst/>
              <a:cxnLst/>
              <a:rect l="l" t="t" r="r" b="b"/>
              <a:pathLst>
                <a:path w="18382" h="11856" extrusionOk="0">
                  <a:moveTo>
                    <a:pt x="17648" y="2936"/>
                  </a:moveTo>
                  <a:lnTo>
                    <a:pt x="17725" y="2974"/>
                  </a:lnTo>
                  <a:lnTo>
                    <a:pt x="17802" y="3051"/>
                  </a:lnTo>
                  <a:lnTo>
                    <a:pt x="17841" y="3129"/>
                  </a:lnTo>
                  <a:lnTo>
                    <a:pt x="17880" y="3322"/>
                  </a:lnTo>
                  <a:lnTo>
                    <a:pt x="17918" y="3553"/>
                  </a:lnTo>
                  <a:lnTo>
                    <a:pt x="17880" y="3746"/>
                  </a:lnTo>
                  <a:lnTo>
                    <a:pt x="17764" y="3940"/>
                  </a:lnTo>
                  <a:lnTo>
                    <a:pt x="17648" y="4133"/>
                  </a:lnTo>
                  <a:lnTo>
                    <a:pt x="17300" y="4403"/>
                  </a:lnTo>
                  <a:lnTo>
                    <a:pt x="17030" y="4596"/>
                  </a:lnTo>
                  <a:lnTo>
                    <a:pt x="16721" y="4750"/>
                  </a:lnTo>
                  <a:lnTo>
                    <a:pt x="16412" y="4866"/>
                  </a:lnTo>
                  <a:lnTo>
                    <a:pt x="16065" y="4944"/>
                  </a:lnTo>
                  <a:lnTo>
                    <a:pt x="16181" y="4364"/>
                  </a:lnTo>
                  <a:lnTo>
                    <a:pt x="16296" y="4055"/>
                  </a:lnTo>
                  <a:lnTo>
                    <a:pt x="16412" y="3785"/>
                  </a:lnTo>
                  <a:lnTo>
                    <a:pt x="16528" y="3515"/>
                  </a:lnTo>
                  <a:lnTo>
                    <a:pt x="16721" y="3283"/>
                  </a:lnTo>
                  <a:lnTo>
                    <a:pt x="16953" y="3129"/>
                  </a:lnTo>
                  <a:lnTo>
                    <a:pt x="17223" y="2974"/>
                  </a:lnTo>
                  <a:lnTo>
                    <a:pt x="17493" y="2936"/>
                  </a:lnTo>
                  <a:close/>
                  <a:moveTo>
                    <a:pt x="14211" y="4866"/>
                  </a:moveTo>
                  <a:lnTo>
                    <a:pt x="14481" y="4905"/>
                  </a:lnTo>
                  <a:lnTo>
                    <a:pt x="14752" y="4982"/>
                  </a:lnTo>
                  <a:lnTo>
                    <a:pt x="15022" y="5059"/>
                  </a:lnTo>
                  <a:lnTo>
                    <a:pt x="15254" y="5175"/>
                  </a:lnTo>
                  <a:lnTo>
                    <a:pt x="15177" y="5330"/>
                  </a:lnTo>
                  <a:lnTo>
                    <a:pt x="14752" y="5523"/>
                  </a:lnTo>
                  <a:lnTo>
                    <a:pt x="14288" y="5677"/>
                  </a:lnTo>
                  <a:lnTo>
                    <a:pt x="14018" y="5716"/>
                  </a:lnTo>
                  <a:lnTo>
                    <a:pt x="13748" y="5754"/>
                  </a:lnTo>
                  <a:lnTo>
                    <a:pt x="13477" y="5754"/>
                  </a:lnTo>
                  <a:lnTo>
                    <a:pt x="13169" y="5677"/>
                  </a:lnTo>
                  <a:lnTo>
                    <a:pt x="13053" y="5677"/>
                  </a:lnTo>
                  <a:lnTo>
                    <a:pt x="12975" y="5600"/>
                  </a:lnTo>
                  <a:lnTo>
                    <a:pt x="12975" y="5484"/>
                  </a:lnTo>
                  <a:lnTo>
                    <a:pt x="13053" y="5368"/>
                  </a:lnTo>
                  <a:lnTo>
                    <a:pt x="13091" y="5137"/>
                  </a:lnTo>
                  <a:lnTo>
                    <a:pt x="13169" y="5021"/>
                  </a:lnTo>
                  <a:lnTo>
                    <a:pt x="13323" y="4944"/>
                  </a:lnTo>
                  <a:lnTo>
                    <a:pt x="13555" y="4905"/>
                  </a:lnTo>
                  <a:lnTo>
                    <a:pt x="13864" y="4866"/>
                  </a:lnTo>
                  <a:close/>
                  <a:moveTo>
                    <a:pt x="15756" y="5523"/>
                  </a:moveTo>
                  <a:lnTo>
                    <a:pt x="16374" y="5832"/>
                  </a:lnTo>
                  <a:lnTo>
                    <a:pt x="16644" y="5986"/>
                  </a:lnTo>
                  <a:lnTo>
                    <a:pt x="16953" y="6179"/>
                  </a:lnTo>
                  <a:lnTo>
                    <a:pt x="17185" y="6372"/>
                  </a:lnTo>
                  <a:lnTo>
                    <a:pt x="17416" y="6604"/>
                  </a:lnTo>
                  <a:lnTo>
                    <a:pt x="17571" y="6913"/>
                  </a:lnTo>
                  <a:lnTo>
                    <a:pt x="17609" y="7067"/>
                  </a:lnTo>
                  <a:lnTo>
                    <a:pt x="17609" y="7222"/>
                  </a:lnTo>
                  <a:lnTo>
                    <a:pt x="17609" y="7454"/>
                  </a:lnTo>
                  <a:lnTo>
                    <a:pt x="17532" y="7569"/>
                  </a:lnTo>
                  <a:lnTo>
                    <a:pt x="17455" y="7685"/>
                  </a:lnTo>
                  <a:lnTo>
                    <a:pt x="17300" y="7724"/>
                  </a:lnTo>
                  <a:lnTo>
                    <a:pt x="17146" y="7724"/>
                  </a:lnTo>
                  <a:lnTo>
                    <a:pt x="16953" y="7685"/>
                  </a:lnTo>
                  <a:lnTo>
                    <a:pt x="16798" y="7608"/>
                  </a:lnTo>
                  <a:lnTo>
                    <a:pt x="16644" y="7492"/>
                  </a:lnTo>
                  <a:lnTo>
                    <a:pt x="16412" y="7183"/>
                  </a:lnTo>
                  <a:lnTo>
                    <a:pt x="16181" y="6797"/>
                  </a:lnTo>
                  <a:lnTo>
                    <a:pt x="16026" y="6488"/>
                  </a:lnTo>
                  <a:lnTo>
                    <a:pt x="15910" y="6179"/>
                  </a:lnTo>
                  <a:lnTo>
                    <a:pt x="15833" y="5832"/>
                  </a:lnTo>
                  <a:lnTo>
                    <a:pt x="15756" y="5523"/>
                  </a:lnTo>
                  <a:close/>
                  <a:moveTo>
                    <a:pt x="4944" y="464"/>
                  </a:moveTo>
                  <a:lnTo>
                    <a:pt x="5561" y="503"/>
                  </a:lnTo>
                  <a:lnTo>
                    <a:pt x="6141" y="657"/>
                  </a:lnTo>
                  <a:lnTo>
                    <a:pt x="6681" y="889"/>
                  </a:lnTo>
                  <a:lnTo>
                    <a:pt x="7222" y="1198"/>
                  </a:lnTo>
                  <a:lnTo>
                    <a:pt x="7685" y="1545"/>
                  </a:lnTo>
                  <a:lnTo>
                    <a:pt x="8149" y="1970"/>
                  </a:lnTo>
                  <a:lnTo>
                    <a:pt x="8496" y="2395"/>
                  </a:lnTo>
                  <a:lnTo>
                    <a:pt x="8766" y="2781"/>
                  </a:lnTo>
                  <a:lnTo>
                    <a:pt x="9037" y="3206"/>
                  </a:lnTo>
                  <a:lnTo>
                    <a:pt x="9268" y="3669"/>
                  </a:lnTo>
                  <a:lnTo>
                    <a:pt x="9693" y="4596"/>
                  </a:lnTo>
                  <a:lnTo>
                    <a:pt x="10079" y="5523"/>
                  </a:lnTo>
                  <a:lnTo>
                    <a:pt x="10272" y="5909"/>
                  </a:lnTo>
                  <a:lnTo>
                    <a:pt x="10504" y="6295"/>
                  </a:lnTo>
                  <a:lnTo>
                    <a:pt x="10736" y="6643"/>
                  </a:lnTo>
                  <a:lnTo>
                    <a:pt x="11006" y="6913"/>
                  </a:lnTo>
                  <a:lnTo>
                    <a:pt x="11354" y="7183"/>
                  </a:lnTo>
                  <a:lnTo>
                    <a:pt x="11701" y="7376"/>
                  </a:lnTo>
                  <a:lnTo>
                    <a:pt x="12087" y="7492"/>
                  </a:lnTo>
                  <a:lnTo>
                    <a:pt x="12551" y="7569"/>
                  </a:lnTo>
                  <a:lnTo>
                    <a:pt x="12898" y="7531"/>
                  </a:lnTo>
                  <a:lnTo>
                    <a:pt x="13207" y="7492"/>
                  </a:lnTo>
                  <a:lnTo>
                    <a:pt x="13516" y="7415"/>
                  </a:lnTo>
                  <a:lnTo>
                    <a:pt x="13825" y="7260"/>
                  </a:lnTo>
                  <a:lnTo>
                    <a:pt x="14095" y="7106"/>
                  </a:lnTo>
                  <a:lnTo>
                    <a:pt x="14366" y="6952"/>
                  </a:lnTo>
                  <a:lnTo>
                    <a:pt x="14597" y="6720"/>
                  </a:lnTo>
                  <a:lnTo>
                    <a:pt x="14829" y="6488"/>
                  </a:lnTo>
                  <a:lnTo>
                    <a:pt x="14829" y="6488"/>
                  </a:lnTo>
                  <a:lnTo>
                    <a:pt x="14404" y="7222"/>
                  </a:lnTo>
                  <a:lnTo>
                    <a:pt x="13941" y="7878"/>
                  </a:lnTo>
                  <a:lnTo>
                    <a:pt x="13439" y="8535"/>
                  </a:lnTo>
                  <a:lnTo>
                    <a:pt x="12860" y="9114"/>
                  </a:lnTo>
                  <a:lnTo>
                    <a:pt x="12242" y="9616"/>
                  </a:lnTo>
                  <a:lnTo>
                    <a:pt x="11547" y="10079"/>
                  </a:lnTo>
                  <a:lnTo>
                    <a:pt x="10813" y="10504"/>
                  </a:lnTo>
                  <a:lnTo>
                    <a:pt x="10041" y="10813"/>
                  </a:lnTo>
                  <a:lnTo>
                    <a:pt x="9462" y="11006"/>
                  </a:lnTo>
                  <a:lnTo>
                    <a:pt x="8882" y="11161"/>
                  </a:lnTo>
                  <a:lnTo>
                    <a:pt x="8303" y="11276"/>
                  </a:lnTo>
                  <a:lnTo>
                    <a:pt x="7724" y="11315"/>
                  </a:lnTo>
                  <a:lnTo>
                    <a:pt x="7145" y="11354"/>
                  </a:lnTo>
                  <a:lnTo>
                    <a:pt x="6604" y="11315"/>
                  </a:lnTo>
                  <a:lnTo>
                    <a:pt x="6025" y="11238"/>
                  </a:lnTo>
                  <a:lnTo>
                    <a:pt x="5484" y="11122"/>
                  </a:lnTo>
                  <a:lnTo>
                    <a:pt x="4944" y="10967"/>
                  </a:lnTo>
                  <a:lnTo>
                    <a:pt x="4442" y="10736"/>
                  </a:lnTo>
                  <a:lnTo>
                    <a:pt x="3940" y="10504"/>
                  </a:lnTo>
                  <a:lnTo>
                    <a:pt x="3476" y="10195"/>
                  </a:lnTo>
                  <a:lnTo>
                    <a:pt x="3013" y="9848"/>
                  </a:lnTo>
                  <a:lnTo>
                    <a:pt x="2549" y="9461"/>
                  </a:lnTo>
                  <a:lnTo>
                    <a:pt x="2163" y="9037"/>
                  </a:lnTo>
                  <a:lnTo>
                    <a:pt x="1777" y="8573"/>
                  </a:lnTo>
                  <a:lnTo>
                    <a:pt x="1430" y="8033"/>
                  </a:lnTo>
                  <a:lnTo>
                    <a:pt x="1121" y="7492"/>
                  </a:lnTo>
                  <a:lnTo>
                    <a:pt x="850" y="6913"/>
                  </a:lnTo>
                  <a:lnTo>
                    <a:pt x="657" y="6334"/>
                  </a:lnTo>
                  <a:lnTo>
                    <a:pt x="503" y="5754"/>
                  </a:lnTo>
                  <a:lnTo>
                    <a:pt x="426" y="5137"/>
                  </a:lnTo>
                  <a:lnTo>
                    <a:pt x="426" y="4519"/>
                  </a:lnTo>
                  <a:lnTo>
                    <a:pt x="503" y="3862"/>
                  </a:lnTo>
                  <a:lnTo>
                    <a:pt x="696" y="3283"/>
                  </a:lnTo>
                  <a:lnTo>
                    <a:pt x="928" y="2743"/>
                  </a:lnTo>
                  <a:lnTo>
                    <a:pt x="1275" y="2241"/>
                  </a:lnTo>
                  <a:lnTo>
                    <a:pt x="1661" y="1777"/>
                  </a:lnTo>
                  <a:lnTo>
                    <a:pt x="2086" y="1352"/>
                  </a:lnTo>
                  <a:lnTo>
                    <a:pt x="2588" y="1043"/>
                  </a:lnTo>
                  <a:lnTo>
                    <a:pt x="3129" y="773"/>
                  </a:lnTo>
                  <a:lnTo>
                    <a:pt x="3708" y="580"/>
                  </a:lnTo>
                  <a:lnTo>
                    <a:pt x="4326" y="464"/>
                  </a:lnTo>
                  <a:close/>
                  <a:moveTo>
                    <a:pt x="4519" y="1"/>
                  </a:moveTo>
                  <a:lnTo>
                    <a:pt x="4249" y="39"/>
                  </a:lnTo>
                  <a:lnTo>
                    <a:pt x="3901" y="78"/>
                  </a:lnTo>
                  <a:lnTo>
                    <a:pt x="3515" y="155"/>
                  </a:lnTo>
                  <a:lnTo>
                    <a:pt x="3167" y="271"/>
                  </a:lnTo>
                  <a:lnTo>
                    <a:pt x="2820" y="426"/>
                  </a:lnTo>
                  <a:lnTo>
                    <a:pt x="2472" y="580"/>
                  </a:lnTo>
                  <a:lnTo>
                    <a:pt x="2125" y="773"/>
                  </a:lnTo>
                  <a:lnTo>
                    <a:pt x="1777" y="1043"/>
                  </a:lnTo>
                  <a:lnTo>
                    <a:pt x="1468" y="1314"/>
                  </a:lnTo>
                  <a:lnTo>
                    <a:pt x="1082" y="1700"/>
                  </a:lnTo>
                  <a:lnTo>
                    <a:pt x="773" y="2163"/>
                  </a:lnTo>
                  <a:lnTo>
                    <a:pt x="503" y="2627"/>
                  </a:lnTo>
                  <a:lnTo>
                    <a:pt x="310" y="3090"/>
                  </a:lnTo>
                  <a:lnTo>
                    <a:pt x="155" y="3592"/>
                  </a:lnTo>
                  <a:lnTo>
                    <a:pt x="40" y="4094"/>
                  </a:lnTo>
                  <a:lnTo>
                    <a:pt x="1" y="4596"/>
                  </a:lnTo>
                  <a:lnTo>
                    <a:pt x="1" y="5137"/>
                  </a:lnTo>
                  <a:lnTo>
                    <a:pt x="78" y="5639"/>
                  </a:lnTo>
                  <a:lnTo>
                    <a:pt x="155" y="6179"/>
                  </a:lnTo>
                  <a:lnTo>
                    <a:pt x="310" y="6681"/>
                  </a:lnTo>
                  <a:lnTo>
                    <a:pt x="464" y="7183"/>
                  </a:lnTo>
                  <a:lnTo>
                    <a:pt x="696" y="7685"/>
                  </a:lnTo>
                  <a:lnTo>
                    <a:pt x="966" y="8149"/>
                  </a:lnTo>
                  <a:lnTo>
                    <a:pt x="1237" y="8612"/>
                  </a:lnTo>
                  <a:lnTo>
                    <a:pt x="1545" y="9037"/>
                  </a:lnTo>
                  <a:lnTo>
                    <a:pt x="2009" y="9577"/>
                  </a:lnTo>
                  <a:lnTo>
                    <a:pt x="2472" y="10041"/>
                  </a:lnTo>
                  <a:lnTo>
                    <a:pt x="2974" y="10427"/>
                  </a:lnTo>
                  <a:lnTo>
                    <a:pt x="3476" y="10813"/>
                  </a:lnTo>
                  <a:lnTo>
                    <a:pt x="4055" y="11083"/>
                  </a:lnTo>
                  <a:lnTo>
                    <a:pt x="4596" y="11354"/>
                  </a:lnTo>
                  <a:lnTo>
                    <a:pt x="5214" y="11547"/>
                  </a:lnTo>
                  <a:lnTo>
                    <a:pt x="5832" y="11701"/>
                  </a:lnTo>
                  <a:lnTo>
                    <a:pt x="5870" y="11856"/>
                  </a:lnTo>
                  <a:lnTo>
                    <a:pt x="6218" y="11778"/>
                  </a:lnTo>
                  <a:lnTo>
                    <a:pt x="7029" y="11817"/>
                  </a:lnTo>
                  <a:lnTo>
                    <a:pt x="7840" y="11817"/>
                  </a:lnTo>
                  <a:lnTo>
                    <a:pt x="8689" y="11701"/>
                  </a:lnTo>
                  <a:lnTo>
                    <a:pt x="9539" y="11508"/>
                  </a:lnTo>
                  <a:lnTo>
                    <a:pt x="10272" y="11238"/>
                  </a:lnTo>
                  <a:lnTo>
                    <a:pt x="11006" y="10929"/>
                  </a:lnTo>
                  <a:lnTo>
                    <a:pt x="11315" y="10813"/>
                  </a:lnTo>
                  <a:lnTo>
                    <a:pt x="11315" y="10774"/>
                  </a:lnTo>
                  <a:lnTo>
                    <a:pt x="12049" y="10350"/>
                  </a:lnTo>
                  <a:lnTo>
                    <a:pt x="12705" y="9848"/>
                  </a:lnTo>
                  <a:lnTo>
                    <a:pt x="13362" y="9307"/>
                  </a:lnTo>
                  <a:lnTo>
                    <a:pt x="13941" y="8689"/>
                  </a:lnTo>
                  <a:lnTo>
                    <a:pt x="14481" y="8033"/>
                  </a:lnTo>
                  <a:lnTo>
                    <a:pt x="14713" y="7685"/>
                  </a:lnTo>
                  <a:lnTo>
                    <a:pt x="14906" y="7299"/>
                  </a:lnTo>
                  <a:lnTo>
                    <a:pt x="15099" y="6952"/>
                  </a:lnTo>
                  <a:lnTo>
                    <a:pt x="15254" y="6565"/>
                  </a:lnTo>
                  <a:lnTo>
                    <a:pt x="15408" y="6179"/>
                  </a:lnTo>
                  <a:lnTo>
                    <a:pt x="15524" y="5754"/>
                  </a:lnTo>
                  <a:lnTo>
                    <a:pt x="15601" y="6256"/>
                  </a:lnTo>
                  <a:lnTo>
                    <a:pt x="15756" y="6720"/>
                  </a:lnTo>
                  <a:lnTo>
                    <a:pt x="15987" y="7145"/>
                  </a:lnTo>
                  <a:lnTo>
                    <a:pt x="16258" y="7569"/>
                  </a:lnTo>
                  <a:lnTo>
                    <a:pt x="16374" y="7762"/>
                  </a:lnTo>
                  <a:lnTo>
                    <a:pt x="16567" y="7917"/>
                  </a:lnTo>
                  <a:lnTo>
                    <a:pt x="16760" y="8071"/>
                  </a:lnTo>
                  <a:lnTo>
                    <a:pt x="16953" y="8187"/>
                  </a:lnTo>
                  <a:lnTo>
                    <a:pt x="17146" y="8264"/>
                  </a:lnTo>
                  <a:lnTo>
                    <a:pt x="17378" y="8264"/>
                  </a:lnTo>
                  <a:lnTo>
                    <a:pt x="17571" y="8187"/>
                  </a:lnTo>
                  <a:lnTo>
                    <a:pt x="17802" y="8033"/>
                  </a:lnTo>
                  <a:lnTo>
                    <a:pt x="17918" y="7878"/>
                  </a:lnTo>
                  <a:lnTo>
                    <a:pt x="17995" y="7685"/>
                  </a:lnTo>
                  <a:lnTo>
                    <a:pt x="18034" y="7454"/>
                  </a:lnTo>
                  <a:lnTo>
                    <a:pt x="18034" y="7260"/>
                  </a:lnTo>
                  <a:lnTo>
                    <a:pt x="17995" y="7029"/>
                  </a:lnTo>
                  <a:lnTo>
                    <a:pt x="17918" y="6836"/>
                  </a:lnTo>
                  <a:lnTo>
                    <a:pt x="17841" y="6643"/>
                  </a:lnTo>
                  <a:lnTo>
                    <a:pt x="17725" y="6450"/>
                  </a:lnTo>
                  <a:lnTo>
                    <a:pt x="17571" y="6256"/>
                  </a:lnTo>
                  <a:lnTo>
                    <a:pt x="17416" y="6063"/>
                  </a:lnTo>
                  <a:lnTo>
                    <a:pt x="17030" y="5716"/>
                  </a:lnTo>
                  <a:lnTo>
                    <a:pt x="16567" y="5446"/>
                  </a:lnTo>
                  <a:lnTo>
                    <a:pt x="16103" y="5252"/>
                  </a:lnTo>
                  <a:lnTo>
                    <a:pt x="16605" y="5175"/>
                  </a:lnTo>
                  <a:lnTo>
                    <a:pt x="17030" y="4982"/>
                  </a:lnTo>
                  <a:lnTo>
                    <a:pt x="17455" y="4750"/>
                  </a:lnTo>
                  <a:lnTo>
                    <a:pt x="17841" y="4442"/>
                  </a:lnTo>
                  <a:lnTo>
                    <a:pt x="17995" y="4248"/>
                  </a:lnTo>
                  <a:lnTo>
                    <a:pt x="18150" y="4055"/>
                  </a:lnTo>
                  <a:lnTo>
                    <a:pt x="18266" y="3824"/>
                  </a:lnTo>
                  <a:lnTo>
                    <a:pt x="18343" y="3553"/>
                  </a:lnTo>
                  <a:lnTo>
                    <a:pt x="18382" y="3322"/>
                  </a:lnTo>
                  <a:lnTo>
                    <a:pt x="18343" y="3090"/>
                  </a:lnTo>
                  <a:lnTo>
                    <a:pt x="18227" y="2858"/>
                  </a:lnTo>
                  <a:lnTo>
                    <a:pt x="18150" y="2781"/>
                  </a:lnTo>
                  <a:lnTo>
                    <a:pt x="18034" y="2704"/>
                  </a:lnTo>
                  <a:lnTo>
                    <a:pt x="17841" y="2588"/>
                  </a:lnTo>
                  <a:lnTo>
                    <a:pt x="17609" y="2549"/>
                  </a:lnTo>
                  <a:lnTo>
                    <a:pt x="17416" y="2549"/>
                  </a:lnTo>
                  <a:lnTo>
                    <a:pt x="17185" y="2588"/>
                  </a:lnTo>
                  <a:lnTo>
                    <a:pt x="16953" y="2704"/>
                  </a:lnTo>
                  <a:lnTo>
                    <a:pt x="16760" y="2781"/>
                  </a:lnTo>
                  <a:lnTo>
                    <a:pt x="16567" y="2936"/>
                  </a:lnTo>
                  <a:lnTo>
                    <a:pt x="16412" y="3090"/>
                  </a:lnTo>
                  <a:lnTo>
                    <a:pt x="16258" y="3283"/>
                  </a:lnTo>
                  <a:lnTo>
                    <a:pt x="16103" y="3476"/>
                  </a:lnTo>
                  <a:lnTo>
                    <a:pt x="15872" y="3978"/>
                  </a:lnTo>
                  <a:lnTo>
                    <a:pt x="15717" y="4480"/>
                  </a:lnTo>
                  <a:lnTo>
                    <a:pt x="15640" y="4982"/>
                  </a:lnTo>
                  <a:lnTo>
                    <a:pt x="15601" y="4982"/>
                  </a:lnTo>
                  <a:lnTo>
                    <a:pt x="15563" y="5021"/>
                  </a:lnTo>
                  <a:lnTo>
                    <a:pt x="15524" y="5021"/>
                  </a:lnTo>
                  <a:lnTo>
                    <a:pt x="15099" y="4789"/>
                  </a:lnTo>
                  <a:lnTo>
                    <a:pt x="14675" y="4635"/>
                  </a:lnTo>
                  <a:lnTo>
                    <a:pt x="14211" y="4519"/>
                  </a:lnTo>
                  <a:lnTo>
                    <a:pt x="13748" y="4519"/>
                  </a:lnTo>
                  <a:lnTo>
                    <a:pt x="13362" y="4596"/>
                  </a:lnTo>
                  <a:lnTo>
                    <a:pt x="13169" y="4635"/>
                  </a:lnTo>
                  <a:lnTo>
                    <a:pt x="12975" y="4712"/>
                  </a:lnTo>
                  <a:lnTo>
                    <a:pt x="12782" y="4789"/>
                  </a:lnTo>
                  <a:lnTo>
                    <a:pt x="12628" y="4944"/>
                  </a:lnTo>
                  <a:lnTo>
                    <a:pt x="12512" y="5098"/>
                  </a:lnTo>
                  <a:lnTo>
                    <a:pt x="12435" y="5252"/>
                  </a:lnTo>
                  <a:lnTo>
                    <a:pt x="12396" y="5446"/>
                  </a:lnTo>
                  <a:lnTo>
                    <a:pt x="12473" y="5639"/>
                  </a:lnTo>
                  <a:lnTo>
                    <a:pt x="12551" y="5793"/>
                  </a:lnTo>
                  <a:lnTo>
                    <a:pt x="12705" y="5909"/>
                  </a:lnTo>
                  <a:lnTo>
                    <a:pt x="12860" y="5986"/>
                  </a:lnTo>
                  <a:lnTo>
                    <a:pt x="13053" y="6063"/>
                  </a:lnTo>
                  <a:lnTo>
                    <a:pt x="13439" y="6141"/>
                  </a:lnTo>
                  <a:lnTo>
                    <a:pt x="13786" y="6141"/>
                  </a:lnTo>
                  <a:lnTo>
                    <a:pt x="14134" y="6102"/>
                  </a:lnTo>
                  <a:lnTo>
                    <a:pt x="14481" y="5986"/>
                  </a:lnTo>
                  <a:lnTo>
                    <a:pt x="14790" y="5870"/>
                  </a:lnTo>
                  <a:lnTo>
                    <a:pt x="14481" y="6256"/>
                  </a:lnTo>
                  <a:lnTo>
                    <a:pt x="14095" y="6565"/>
                  </a:lnTo>
                  <a:lnTo>
                    <a:pt x="13902" y="6720"/>
                  </a:lnTo>
                  <a:lnTo>
                    <a:pt x="13671" y="6836"/>
                  </a:lnTo>
                  <a:lnTo>
                    <a:pt x="13439" y="6952"/>
                  </a:lnTo>
                  <a:lnTo>
                    <a:pt x="13207" y="7029"/>
                  </a:lnTo>
                  <a:lnTo>
                    <a:pt x="12821" y="7067"/>
                  </a:lnTo>
                  <a:lnTo>
                    <a:pt x="12435" y="7067"/>
                  </a:lnTo>
                  <a:lnTo>
                    <a:pt x="12087" y="6990"/>
                  </a:lnTo>
                  <a:lnTo>
                    <a:pt x="11778" y="6874"/>
                  </a:lnTo>
                  <a:lnTo>
                    <a:pt x="11470" y="6681"/>
                  </a:lnTo>
                  <a:lnTo>
                    <a:pt x="11199" y="6411"/>
                  </a:lnTo>
                  <a:lnTo>
                    <a:pt x="10968" y="6141"/>
                  </a:lnTo>
                  <a:lnTo>
                    <a:pt x="10774" y="5793"/>
                  </a:lnTo>
                  <a:lnTo>
                    <a:pt x="10504" y="5330"/>
                  </a:lnTo>
                  <a:lnTo>
                    <a:pt x="10311" y="4828"/>
                  </a:lnTo>
                  <a:lnTo>
                    <a:pt x="9886" y="3862"/>
                  </a:lnTo>
                  <a:lnTo>
                    <a:pt x="9655" y="3399"/>
                  </a:lnTo>
                  <a:lnTo>
                    <a:pt x="9423" y="2936"/>
                  </a:lnTo>
                  <a:lnTo>
                    <a:pt x="9153" y="2472"/>
                  </a:lnTo>
                  <a:lnTo>
                    <a:pt x="8844" y="2047"/>
                  </a:lnTo>
                  <a:lnTo>
                    <a:pt x="8380" y="1545"/>
                  </a:lnTo>
                  <a:lnTo>
                    <a:pt x="7917" y="1159"/>
                  </a:lnTo>
                  <a:lnTo>
                    <a:pt x="7415" y="812"/>
                  </a:lnTo>
                  <a:lnTo>
                    <a:pt x="6874" y="503"/>
                  </a:lnTo>
                  <a:lnTo>
                    <a:pt x="6295" y="271"/>
                  </a:lnTo>
                  <a:lnTo>
                    <a:pt x="5716" y="117"/>
                  </a:lnTo>
                  <a:lnTo>
                    <a:pt x="5137" y="39"/>
                  </a:lnTo>
                  <a:lnTo>
                    <a:pt x="451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2"/>
            <p:cNvSpPr/>
            <p:nvPr/>
          </p:nvSpPr>
          <p:spPr>
            <a:xfrm>
              <a:off x="6767875" y="2536500"/>
              <a:ext cx="44450" cy="43450"/>
            </a:xfrm>
            <a:custGeom>
              <a:avLst/>
              <a:gdLst/>
              <a:ahLst/>
              <a:cxnLst/>
              <a:rect l="l" t="t" r="r" b="b"/>
              <a:pathLst>
                <a:path w="1778" h="1738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25"/>
                  </a:lnTo>
                  <a:lnTo>
                    <a:pt x="1314" y="579"/>
                  </a:lnTo>
                  <a:lnTo>
                    <a:pt x="1391" y="772"/>
                  </a:lnTo>
                  <a:lnTo>
                    <a:pt x="1391" y="965"/>
                  </a:lnTo>
                  <a:lnTo>
                    <a:pt x="1352" y="1043"/>
                  </a:lnTo>
                  <a:lnTo>
                    <a:pt x="1275" y="1120"/>
                  </a:lnTo>
                  <a:lnTo>
                    <a:pt x="1198" y="1197"/>
                  </a:lnTo>
                  <a:lnTo>
                    <a:pt x="1082" y="1274"/>
                  </a:lnTo>
                  <a:lnTo>
                    <a:pt x="889" y="1352"/>
                  </a:lnTo>
                  <a:lnTo>
                    <a:pt x="696" y="1313"/>
                  </a:lnTo>
                  <a:lnTo>
                    <a:pt x="542" y="1236"/>
                  </a:lnTo>
                  <a:lnTo>
                    <a:pt x="426" y="1081"/>
                  </a:lnTo>
                  <a:lnTo>
                    <a:pt x="387" y="888"/>
                  </a:lnTo>
                  <a:lnTo>
                    <a:pt x="387" y="734"/>
                  </a:lnTo>
                  <a:lnTo>
                    <a:pt x="464" y="541"/>
                  </a:lnTo>
                  <a:lnTo>
                    <a:pt x="542" y="386"/>
                  </a:lnTo>
                  <a:lnTo>
                    <a:pt x="542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9" y="39"/>
                  </a:lnTo>
                  <a:lnTo>
                    <a:pt x="464" y="116"/>
                  </a:lnTo>
                  <a:lnTo>
                    <a:pt x="426" y="155"/>
                  </a:lnTo>
                  <a:lnTo>
                    <a:pt x="348" y="155"/>
                  </a:lnTo>
                  <a:lnTo>
                    <a:pt x="233" y="232"/>
                  </a:lnTo>
                  <a:lnTo>
                    <a:pt x="117" y="348"/>
                  </a:lnTo>
                  <a:lnTo>
                    <a:pt x="40" y="502"/>
                  </a:lnTo>
                  <a:lnTo>
                    <a:pt x="1" y="657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40" y="1159"/>
                  </a:lnTo>
                  <a:lnTo>
                    <a:pt x="117" y="1313"/>
                  </a:lnTo>
                  <a:lnTo>
                    <a:pt x="194" y="1467"/>
                  </a:lnTo>
                  <a:lnTo>
                    <a:pt x="348" y="1583"/>
                  </a:lnTo>
                  <a:lnTo>
                    <a:pt x="464" y="1661"/>
                  </a:lnTo>
                  <a:lnTo>
                    <a:pt x="619" y="1699"/>
                  </a:lnTo>
                  <a:lnTo>
                    <a:pt x="812" y="1738"/>
                  </a:lnTo>
                  <a:lnTo>
                    <a:pt x="966" y="1738"/>
                  </a:lnTo>
                  <a:lnTo>
                    <a:pt x="1121" y="1699"/>
                  </a:lnTo>
                  <a:lnTo>
                    <a:pt x="1275" y="1622"/>
                  </a:lnTo>
                  <a:lnTo>
                    <a:pt x="1430" y="1506"/>
                  </a:lnTo>
                  <a:lnTo>
                    <a:pt x="1584" y="1390"/>
                  </a:lnTo>
                  <a:lnTo>
                    <a:pt x="1661" y="1236"/>
                  </a:lnTo>
                  <a:lnTo>
                    <a:pt x="1739" y="1081"/>
                  </a:lnTo>
                  <a:lnTo>
                    <a:pt x="1777" y="927"/>
                  </a:lnTo>
                  <a:lnTo>
                    <a:pt x="1777" y="772"/>
                  </a:lnTo>
                  <a:lnTo>
                    <a:pt x="1739" y="579"/>
                  </a:lnTo>
                  <a:lnTo>
                    <a:pt x="1661" y="425"/>
                  </a:lnTo>
                  <a:lnTo>
                    <a:pt x="1546" y="270"/>
                  </a:lnTo>
                  <a:lnTo>
                    <a:pt x="1430" y="155"/>
                  </a:lnTo>
                  <a:lnTo>
                    <a:pt x="1275" y="77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2"/>
            <p:cNvSpPr/>
            <p:nvPr/>
          </p:nvSpPr>
          <p:spPr>
            <a:xfrm>
              <a:off x="694725" y="25374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59"/>
                  </a:lnTo>
                  <a:lnTo>
                    <a:pt x="2897" y="1700"/>
                  </a:lnTo>
                  <a:lnTo>
                    <a:pt x="2511" y="2202"/>
                  </a:lnTo>
                  <a:lnTo>
                    <a:pt x="1932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96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41" y="4789"/>
                  </a:lnTo>
                  <a:lnTo>
                    <a:pt x="966" y="4519"/>
                  </a:lnTo>
                  <a:lnTo>
                    <a:pt x="1314" y="4248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897" y="2511"/>
                  </a:lnTo>
                  <a:lnTo>
                    <a:pt x="3322" y="1970"/>
                  </a:lnTo>
                  <a:lnTo>
                    <a:pt x="3669" y="1391"/>
                  </a:lnTo>
                  <a:lnTo>
                    <a:pt x="3978" y="812"/>
                  </a:lnTo>
                  <a:lnTo>
                    <a:pt x="4248" y="194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2"/>
            <p:cNvSpPr/>
            <p:nvPr/>
          </p:nvSpPr>
          <p:spPr>
            <a:xfrm>
              <a:off x="643575" y="253937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4" y="271"/>
                  </a:moveTo>
                  <a:lnTo>
                    <a:pt x="1236" y="387"/>
                  </a:lnTo>
                  <a:lnTo>
                    <a:pt x="1429" y="542"/>
                  </a:lnTo>
                  <a:lnTo>
                    <a:pt x="1545" y="735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3" y="1198"/>
                  </a:lnTo>
                  <a:lnTo>
                    <a:pt x="1545" y="1275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6"/>
                  </a:lnTo>
                  <a:lnTo>
                    <a:pt x="966" y="1584"/>
                  </a:lnTo>
                  <a:lnTo>
                    <a:pt x="773" y="1546"/>
                  </a:lnTo>
                  <a:lnTo>
                    <a:pt x="657" y="1468"/>
                  </a:lnTo>
                  <a:lnTo>
                    <a:pt x="579" y="1391"/>
                  </a:lnTo>
                  <a:lnTo>
                    <a:pt x="502" y="1314"/>
                  </a:lnTo>
                  <a:lnTo>
                    <a:pt x="464" y="1198"/>
                  </a:lnTo>
                  <a:lnTo>
                    <a:pt x="425" y="966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387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850" y="1"/>
                  </a:moveTo>
                  <a:lnTo>
                    <a:pt x="657" y="78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78"/>
                  </a:lnTo>
                  <a:lnTo>
                    <a:pt x="271" y="194"/>
                  </a:lnTo>
                  <a:lnTo>
                    <a:pt x="155" y="348"/>
                  </a:lnTo>
                  <a:lnTo>
                    <a:pt x="77" y="503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7" y="1430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893"/>
                  </a:lnTo>
                  <a:lnTo>
                    <a:pt x="1583" y="1816"/>
                  </a:lnTo>
                  <a:lnTo>
                    <a:pt x="1738" y="1661"/>
                  </a:lnTo>
                  <a:lnTo>
                    <a:pt x="1892" y="1546"/>
                  </a:lnTo>
                  <a:lnTo>
                    <a:pt x="1970" y="1352"/>
                  </a:lnTo>
                  <a:lnTo>
                    <a:pt x="2047" y="1159"/>
                  </a:lnTo>
                  <a:lnTo>
                    <a:pt x="2085" y="966"/>
                  </a:lnTo>
                  <a:lnTo>
                    <a:pt x="2047" y="773"/>
                  </a:lnTo>
                  <a:lnTo>
                    <a:pt x="1970" y="580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3" y="155"/>
                  </a:lnTo>
                  <a:lnTo>
                    <a:pt x="1429" y="40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2"/>
            <p:cNvSpPr/>
            <p:nvPr/>
          </p:nvSpPr>
          <p:spPr>
            <a:xfrm>
              <a:off x="2323325" y="2542275"/>
              <a:ext cx="309900" cy="249100"/>
            </a:xfrm>
            <a:custGeom>
              <a:avLst/>
              <a:gdLst/>
              <a:ahLst/>
              <a:cxnLst/>
              <a:rect l="l" t="t" r="r" b="b"/>
              <a:pathLst>
                <a:path w="12396" h="9964" extrusionOk="0">
                  <a:moveTo>
                    <a:pt x="10079" y="426"/>
                  </a:moveTo>
                  <a:lnTo>
                    <a:pt x="10272" y="464"/>
                  </a:lnTo>
                  <a:lnTo>
                    <a:pt x="10465" y="503"/>
                  </a:lnTo>
                  <a:lnTo>
                    <a:pt x="10581" y="541"/>
                  </a:lnTo>
                  <a:lnTo>
                    <a:pt x="10735" y="657"/>
                  </a:lnTo>
                  <a:lnTo>
                    <a:pt x="10851" y="850"/>
                  </a:lnTo>
                  <a:lnTo>
                    <a:pt x="10928" y="1043"/>
                  </a:lnTo>
                  <a:lnTo>
                    <a:pt x="10928" y="1236"/>
                  </a:lnTo>
                  <a:lnTo>
                    <a:pt x="10928" y="1430"/>
                  </a:lnTo>
                  <a:lnTo>
                    <a:pt x="10890" y="1661"/>
                  </a:lnTo>
                  <a:lnTo>
                    <a:pt x="10812" y="1854"/>
                  </a:lnTo>
                  <a:lnTo>
                    <a:pt x="10619" y="2202"/>
                  </a:lnTo>
                  <a:lnTo>
                    <a:pt x="10310" y="2588"/>
                  </a:lnTo>
                  <a:lnTo>
                    <a:pt x="9963" y="2936"/>
                  </a:lnTo>
                  <a:lnTo>
                    <a:pt x="9422" y="3476"/>
                  </a:lnTo>
                  <a:lnTo>
                    <a:pt x="8843" y="3978"/>
                  </a:lnTo>
                  <a:lnTo>
                    <a:pt x="8186" y="4480"/>
                  </a:lnTo>
                  <a:lnTo>
                    <a:pt x="7569" y="4982"/>
                  </a:lnTo>
                  <a:lnTo>
                    <a:pt x="6912" y="5484"/>
                  </a:lnTo>
                  <a:lnTo>
                    <a:pt x="6256" y="5947"/>
                  </a:lnTo>
                  <a:lnTo>
                    <a:pt x="5483" y="6411"/>
                  </a:lnTo>
                  <a:lnTo>
                    <a:pt x="4711" y="6874"/>
                  </a:lnTo>
                  <a:lnTo>
                    <a:pt x="3939" y="7299"/>
                  </a:lnTo>
                  <a:lnTo>
                    <a:pt x="3128" y="7724"/>
                  </a:lnTo>
                  <a:lnTo>
                    <a:pt x="2471" y="7994"/>
                  </a:lnTo>
                  <a:lnTo>
                    <a:pt x="2163" y="8110"/>
                  </a:lnTo>
                  <a:lnTo>
                    <a:pt x="1815" y="8226"/>
                  </a:lnTo>
                  <a:lnTo>
                    <a:pt x="1506" y="8264"/>
                  </a:lnTo>
                  <a:lnTo>
                    <a:pt x="1159" y="8303"/>
                  </a:lnTo>
                  <a:lnTo>
                    <a:pt x="811" y="8303"/>
                  </a:lnTo>
                  <a:lnTo>
                    <a:pt x="463" y="8226"/>
                  </a:lnTo>
                  <a:lnTo>
                    <a:pt x="502" y="8148"/>
                  </a:lnTo>
                  <a:lnTo>
                    <a:pt x="463" y="8033"/>
                  </a:lnTo>
                  <a:lnTo>
                    <a:pt x="463" y="7917"/>
                  </a:lnTo>
                  <a:lnTo>
                    <a:pt x="463" y="7801"/>
                  </a:lnTo>
                  <a:lnTo>
                    <a:pt x="502" y="7569"/>
                  </a:lnTo>
                  <a:lnTo>
                    <a:pt x="618" y="7299"/>
                  </a:lnTo>
                  <a:lnTo>
                    <a:pt x="772" y="7029"/>
                  </a:lnTo>
                  <a:lnTo>
                    <a:pt x="1159" y="6565"/>
                  </a:lnTo>
                  <a:lnTo>
                    <a:pt x="1467" y="6179"/>
                  </a:lnTo>
                  <a:lnTo>
                    <a:pt x="2008" y="5561"/>
                  </a:lnTo>
                  <a:lnTo>
                    <a:pt x="2549" y="4982"/>
                  </a:lnTo>
                  <a:lnTo>
                    <a:pt x="3128" y="4441"/>
                  </a:lnTo>
                  <a:lnTo>
                    <a:pt x="3746" y="3862"/>
                  </a:lnTo>
                  <a:lnTo>
                    <a:pt x="4364" y="3360"/>
                  </a:lnTo>
                  <a:lnTo>
                    <a:pt x="5020" y="2858"/>
                  </a:lnTo>
                  <a:lnTo>
                    <a:pt x="5715" y="2434"/>
                  </a:lnTo>
                  <a:lnTo>
                    <a:pt x="6410" y="1970"/>
                  </a:lnTo>
                  <a:lnTo>
                    <a:pt x="7105" y="1584"/>
                  </a:lnTo>
                  <a:lnTo>
                    <a:pt x="7839" y="1236"/>
                  </a:lnTo>
                  <a:lnTo>
                    <a:pt x="8457" y="928"/>
                  </a:lnTo>
                  <a:lnTo>
                    <a:pt x="8843" y="734"/>
                  </a:lnTo>
                  <a:lnTo>
                    <a:pt x="9268" y="580"/>
                  </a:lnTo>
                  <a:lnTo>
                    <a:pt x="9692" y="464"/>
                  </a:lnTo>
                  <a:lnTo>
                    <a:pt x="10079" y="426"/>
                  </a:lnTo>
                  <a:close/>
                  <a:moveTo>
                    <a:pt x="11237" y="464"/>
                  </a:moveTo>
                  <a:lnTo>
                    <a:pt x="11430" y="580"/>
                  </a:lnTo>
                  <a:lnTo>
                    <a:pt x="11585" y="773"/>
                  </a:lnTo>
                  <a:lnTo>
                    <a:pt x="11700" y="966"/>
                  </a:lnTo>
                  <a:lnTo>
                    <a:pt x="11778" y="1236"/>
                  </a:lnTo>
                  <a:lnTo>
                    <a:pt x="11778" y="1468"/>
                  </a:lnTo>
                  <a:lnTo>
                    <a:pt x="11778" y="1738"/>
                  </a:lnTo>
                  <a:lnTo>
                    <a:pt x="11739" y="1970"/>
                  </a:lnTo>
                  <a:lnTo>
                    <a:pt x="11662" y="2240"/>
                  </a:lnTo>
                  <a:lnTo>
                    <a:pt x="11430" y="2627"/>
                  </a:lnTo>
                  <a:lnTo>
                    <a:pt x="11160" y="3013"/>
                  </a:lnTo>
                  <a:lnTo>
                    <a:pt x="10851" y="3399"/>
                  </a:lnTo>
                  <a:lnTo>
                    <a:pt x="10542" y="3746"/>
                  </a:lnTo>
                  <a:lnTo>
                    <a:pt x="9847" y="4480"/>
                  </a:lnTo>
                  <a:lnTo>
                    <a:pt x="9075" y="5137"/>
                  </a:lnTo>
                  <a:lnTo>
                    <a:pt x="8264" y="5793"/>
                  </a:lnTo>
                  <a:lnTo>
                    <a:pt x="7453" y="6372"/>
                  </a:lnTo>
                  <a:lnTo>
                    <a:pt x="6603" y="6990"/>
                  </a:lnTo>
                  <a:lnTo>
                    <a:pt x="5754" y="7569"/>
                  </a:lnTo>
                  <a:lnTo>
                    <a:pt x="4866" y="8110"/>
                  </a:lnTo>
                  <a:lnTo>
                    <a:pt x="3977" y="8612"/>
                  </a:lnTo>
                  <a:lnTo>
                    <a:pt x="3128" y="9037"/>
                  </a:lnTo>
                  <a:lnTo>
                    <a:pt x="2703" y="9191"/>
                  </a:lnTo>
                  <a:lnTo>
                    <a:pt x="2240" y="9346"/>
                  </a:lnTo>
                  <a:lnTo>
                    <a:pt x="1969" y="9384"/>
                  </a:lnTo>
                  <a:lnTo>
                    <a:pt x="1661" y="9423"/>
                  </a:lnTo>
                  <a:lnTo>
                    <a:pt x="1313" y="9384"/>
                  </a:lnTo>
                  <a:lnTo>
                    <a:pt x="1004" y="9346"/>
                  </a:lnTo>
                  <a:lnTo>
                    <a:pt x="734" y="9191"/>
                  </a:lnTo>
                  <a:lnTo>
                    <a:pt x="541" y="9037"/>
                  </a:lnTo>
                  <a:lnTo>
                    <a:pt x="463" y="8921"/>
                  </a:lnTo>
                  <a:lnTo>
                    <a:pt x="386" y="8805"/>
                  </a:lnTo>
                  <a:lnTo>
                    <a:pt x="348" y="8650"/>
                  </a:lnTo>
                  <a:lnTo>
                    <a:pt x="309" y="8496"/>
                  </a:lnTo>
                  <a:lnTo>
                    <a:pt x="579" y="8612"/>
                  </a:lnTo>
                  <a:lnTo>
                    <a:pt x="888" y="8728"/>
                  </a:lnTo>
                  <a:lnTo>
                    <a:pt x="1197" y="8766"/>
                  </a:lnTo>
                  <a:lnTo>
                    <a:pt x="1506" y="8766"/>
                  </a:lnTo>
                  <a:lnTo>
                    <a:pt x="1815" y="8728"/>
                  </a:lnTo>
                  <a:lnTo>
                    <a:pt x="2124" y="8650"/>
                  </a:lnTo>
                  <a:lnTo>
                    <a:pt x="2742" y="8457"/>
                  </a:lnTo>
                  <a:lnTo>
                    <a:pt x="3321" y="8187"/>
                  </a:lnTo>
                  <a:lnTo>
                    <a:pt x="3939" y="7917"/>
                  </a:lnTo>
                  <a:lnTo>
                    <a:pt x="4981" y="7299"/>
                  </a:lnTo>
                  <a:lnTo>
                    <a:pt x="6526" y="6372"/>
                  </a:lnTo>
                  <a:lnTo>
                    <a:pt x="7298" y="5832"/>
                  </a:lnTo>
                  <a:lnTo>
                    <a:pt x="8071" y="5291"/>
                  </a:lnTo>
                  <a:lnTo>
                    <a:pt x="8804" y="4750"/>
                  </a:lnTo>
                  <a:lnTo>
                    <a:pt x="9499" y="4133"/>
                  </a:lnTo>
                  <a:lnTo>
                    <a:pt x="10156" y="3515"/>
                  </a:lnTo>
                  <a:lnTo>
                    <a:pt x="10774" y="2820"/>
                  </a:lnTo>
                  <a:lnTo>
                    <a:pt x="10967" y="2588"/>
                  </a:lnTo>
                  <a:lnTo>
                    <a:pt x="11121" y="2356"/>
                  </a:lnTo>
                  <a:lnTo>
                    <a:pt x="11276" y="2047"/>
                  </a:lnTo>
                  <a:lnTo>
                    <a:pt x="11391" y="1777"/>
                  </a:lnTo>
                  <a:lnTo>
                    <a:pt x="11469" y="1468"/>
                  </a:lnTo>
                  <a:lnTo>
                    <a:pt x="11507" y="1159"/>
                  </a:lnTo>
                  <a:lnTo>
                    <a:pt x="11430" y="889"/>
                  </a:lnTo>
                  <a:lnTo>
                    <a:pt x="11314" y="580"/>
                  </a:lnTo>
                  <a:lnTo>
                    <a:pt x="11237" y="464"/>
                  </a:lnTo>
                  <a:close/>
                  <a:moveTo>
                    <a:pt x="9924" y="1"/>
                  </a:moveTo>
                  <a:lnTo>
                    <a:pt x="9654" y="39"/>
                  </a:lnTo>
                  <a:lnTo>
                    <a:pt x="9306" y="117"/>
                  </a:lnTo>
                  <a:lnTo>
                    <a:pt x="8920" y="194"/>
                  </a:lnTo>
                  <a:lnTo>
                    <a:pt x="8186" y="503"/>
                  </a:lnTo>
                  <a:lnTo>
                    <a:pt x="7491" y="850"/>
                  </a:lnTo>
                  <a:lnTo>
                    <a:pt x="6835" y="1198"/>
                  </a:lnTo>
                  <a:lnTo>
                    <a:pt x="6101" y="1584"/>
                  </a:lnTo>
                  <a:lnTo>
                    <a:pt x="5406" y="2009"/>
                  </a:lnTo>
                  <a:lnTo>
                    <a:pt x="4750" y="2472"/>
                  </a:lnTo>
                  <a:lnTo>
                    <a:pt x="4093" y="2974"/>
                  </a:lnTo>
                  <a:lnTo>
                    <a:pt x="3360" y="3553"/>
                  </a:lnTo>
                  <a:lnTo>
                    <a:pt x="2665" y="4210"/>
                  </a:lnTo>
                  <a:lnTo>
                    <a:pt x="1969" y="4866"/>
                  </a:lnTo>
                  <a:lnTo>
                    <a:pt x="1352" y="5600"/>
                  </a:lnTo>
                  <a:lnTo>
                    <a:pt x="888" y="6141"/>
                  </a:lnTo>
                  <a:lnTo>
                    <a:pt x="618" y="6449"/>
                  </a:lnTo>
                  <a:lnTo>
                    <a:pt x="348" y="6797"/>
                  </a:lnTo>
                  <a:lnTo>
                    <a:pt x="155" y="7145"/>
                  </a:lnTo>
                  <a:lnTo>
                    <a:pt x="0" y="7492"/>
                  </a:lnTo>
                  <a:lnTo>
                    <a:pt x="0" y="7685"/>
                  </a:lnTo>
                  <a:lnTo>
                    <a:pt x="0" y="7840"/>
                  </a:lnTo>
                  <a:lnTo>
                    <a:pt x="0" y="8033"/>
                  </a:lnTo>
                  <a:lnTo>
                    <a:pt x="77" y="8187"/>
                  </a:lnTo>
                  <a:lnTo>
                    <a:pt x="77" y="8264"/>
                  </a:lnTo>
                  <a:lnTo>
                    <a:pt x="77" y="8342"/>
                  </a:lnTo>
                  <a:lnTo>
                    <a:pt x="39" y="8496"/>
                  </a:lnTo>
                  <a:lnTo>
                    <a:pt x="39" y="8650"/>
                  </a:lnTo>
                  <a:lnTo>
                    <a:pt x="77" y="8805"/>
                  </a:lnTo>
                  <a:lnTo>
                    <a:pt x="116" y="8959"/>
                  </a:lnTo>
                  <a:lnTo>
                    <a:pt x="309" y="9230"/>
                  </a:lnTo>
                  <a:lnTo>
                    <a:pt x="541" y="9500"/>
                  </a:lnTo>
                  <a:lnTo>
                    <a:pt x="734" y="9616"/>
                  </a:lnTo>
                  <a:lnTo>
                    <a:pt x="965" y="9732"/>
                  </a:lnTo>
                  <a:lnTo>
                    <a:pt x="1236" y="9770"/>
                  </a:lnTo>
                  <a:lnTo>
                    <a:pt x="1467" y="9809"/>
                  </a:lnTo>
                  <a:lnTo>
                    <a:pt x="1583" y="9963"/>
                  </a:lnTo>
                  <a:lnTo>
                    <a:pt x="1815" y="9770"/>
                  </a:lnTo>
                  <a:lnTo>
                    <a:pt x="1892" y="9770"/>
                  </a:lnTo>
                  <a:lnTo>
                    <a:pt x="1892" y="9848"/>
                  </a:lnTo>
                  <a:lnTo>
                    <a:pt x="1931" y="9848"/>
                  </a:lnTo>
                  <a:lnTo>
                    <a:pt x="2008" y="9770"/>
                  </a:lnTo>
                  <a:lnTo>
                    <a:pt x="2394" y="9654"/>
                  </a:lnTo>
                  <a:lnTo>
                    <a:pt x="2935" y="9500"/>
                  </a:lnTo>
                  <a:lnTo>
                    <a:pt x="3514" y="9268"/>
                  </a:lnTo>
                  <a:lnTo>
                    <a:pt x="4055" y="9037"/>
                  </a:lnTo>
                  <a:lnTo>
                    <a:pt x="4557" y="8766"/>
                  </a:lnTo>
                  <a:lnTo>
                    <a:pt x="5599" y="8148"/>
                  </a:lnTo>
                  <a:lnTo>
                    <a:pt x="6603" y="7492"/>
                  </a:lnTo>
                  <a:lnTo>
                    <a:pt x="6758" y="7376"/>
                  </a:lnTo>
                  <a:lnTo>
                    <a:pt x="7839" y="6643"/>
                  </a:lnTo>
                  <a:lnTo>
                    <a:pt x="8688" y="5986"/>
                  </a:lnTo>
                  <a:lnTo>
                    <a:pt x="9538" y="5330"/>
                  </a:lnTo>
                  <a:lnTo>
                    <a:pt x="10388" y="4596"/>
                  </a:lnTo>
                  <a:lnTo>
                    <a:pt x="10774" y="4171"/>
                  </a:lnTo>
                  <a:lnTo>
                    <a:pt x="11121" y="3785"/>
                  </a:lnTo>
                  <a:lnTo>
                    <a:pt x="11160" y="3901"/>
                  </a:lnTo>
                  <a:lnTo>
                    <a:pt x="11430" y="3824"/>
                  </a:lnTo>
                  <a:lnTo>
                    <a:pt x="11932" y="4094"/>
                  </a:lnTo>
                  <a:lnTo>
                    <a:pt x="12087" y="3824"/>
                  </a:lnTo>
                  <a:lnTo>
                    <a:pt x="11353" y="3476"/>
                  </a:lnTo>
                  <a:lnTo>
                    <a:pt x="11662" y="3051"/>
                  </a:lnTo>
                  <a:lnTo>
                    <a:pt x="11932" y="2588"/>
                  </a:lnTo>
                  <a:lnTo>
                    <a:pt x="12087" y="2202"/>
                  </a:lnTo>
                  <a:lnTo>
                    <a:pt x="12164" y="1816"/>
                  </a:lnTo>
                  <a:lnTo>
                    <a:pt x="12395" y="1623"/>
                  </a:lnTo>
                  <a:lnTo>
                    <a:pt x="12164" y="1391"/>
                  </a:lnTo>
                  <a:lnTo>
                    <a:pt x="12125" y="1082"/>
                  </a:lnTo>
                  <a:lnTo>
                    <a:pt x="12048" y="812"/>
                  </a:lnTo>
                  <a:lnTo>
                    <a:pt x="11932" y="580"/>
                  </a:lnTo>
                  <a:lnTo>
                    <a:pt x="11778" y="387"/>
                  </a:lnTo>
                  <a:lnTo>
                    <a:pt x="11585" y="194"/>
                  </a:lnTo>
                  <a:lnTo>
                    <a:pt x="11353" y="78"/>
                  </a:lnTo>
                  <a:lnTo>
                    <a:pt x="11044" y="39"/>
                  </a:lnTo>
                  <a:lnTo>
                    <a:pt x="10735" y="39"/>
                  </a:lnTo>
                  <a:lnTo>
                    <a:pt x="10619" y="78"/>
                  </a:lnTo>
                  <a:lnTo>
                    <a:pt x="1038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2"/>
            <p:cNvSpPr/>
            <p:nvPr/>
          </p:nvSpPr>
          <p:spPr>
            <a:xfrm>
              <a:off x="6773675" y="254227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4" y="3129"/>
                  </a:lnTo>
                  <a:lnTo>
                    <a:pt x="3939" y="4248"/>
                  </a:lnTo>
                  <a:lnTo>
                    <a:pt x="4017" y="5368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878"/>
                  </a:lnTo>
                  <a:lnTo>
                    <a:pt x="3901" y="8535"/>
                  </a:lnTo>
                  <a:lnTo>
                    <a:pt x="3746" y="9114"/>
                  </a:lnTo>
                  <a:lnTo>
                    <a:pt x="3515" y="9693"/>
                  </a:lnTo>
                  <a:lnTo>
                    <a:pt x="3244" y="10234"/>
                  </a:lnTo>
                  <a:lnTo>
                    <a:pt x="3013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52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465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54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57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580" y="2742"/>
                  </a:lnTo>
                  <a:lnTo>
                    <a:pt x="1352" y="2356"/>
                  </a:lnTo>
                  <a:lnTo>
                    <a:pt x="2163" y="1932"/>
                  </a:lnTo>
                  <a:lnTo>
                    <a:pt x="2935" y="1430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01" y="1"/>
                  </a:moveTo>
                  <a:lnTo>
                    <a:pt x="3476" y="310"/>
                  </a:lnTo>
                  <a:lnTo>
                    <a:pt x="3051" y="619"/>
                  </a:lnTo>
                  <a:lnTo>
                    <a:pt x="2626" y="966"/>
                  </a:lnTo>
                  <a:lnTo>
                    <a:pt x="2202" y="1275"/>
                  </a:lnTo>
                  <a:lnTo>
                    <a:pt x="1314" y="1893"/>
                  </a:lnTo>
                  <a:lnTo>
                    <a:pt x="425" y="2434"/>
                  </a:lnTo>
                  <a:lnTo>
                    <a:pt x="348" y="2511"/>
                  </a:lnTo>
                  <a:lnTo>
                    <a:pt x="348" y="2627"/>
                  </a:lnTo>
                  <a:lnTo>
                    <a:pt x="271" y="2665"/>
                  </a:lnTo>
                  <a:lnTo>
                    <a:pt x="232" y="2781"/>
                  </a:lnTo>
                  <a:lnTo>
                    <a:pt x="194" y="3785"/>
                  </a:lnTo>
                  <a:lnTo>
                    <a:pt x="155" y="4828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577"/>
                  </a:lnTo>
                  <a:lnTo>
                    <a:pt x="503" y="10041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391" y="11160"/>
                  </a:lnTo>
                  <a:lnTo>
                    <a:pt x="1622" y="11276"/>
                  </a:lnTo>
                  <a:lnTo>
                    <a:pt x="1816" y="11354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20" y="11315"/>
                  </a:lnTo>
                  <a:lnTo>
                    <a:pt x="3051" y="11199"/>
                  </a:lnTo>
                  <a:lnTo>
                    <a:pt x="3283" y="11045"/>
                  </a:lnTo>
                  <a:lnTo>
                    <a:pt x="3476" y="10852"/>
                  </a:lnTo>
                  <a:lnTo>
                    <a:pt x="3669" y="10620"/>
                  </a:lnTo>
                  <a:lnTo>
                    <a:pt x="3824" y="10388"/>
                  </a:lnTo>
                  <a:lnTo>
                    <a:pt x="3978" y="10118"/>
                  </a:lnTo>
                  <a:lnTo>
                    <a:pt x="4171" y="9539"/>
                  </a:lnTo>
                  <a:lnTo>
                    <a:pt x="4326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183"/>
                  </a:lnTo>
                  <a:lnTo>
                    <a:pt x="4596" y="6643"/>
                  </a:lnTo>
                  <a:lnTo>
                    <a:pt x="4596" y="6102"/>
                  </a:lnTo>
                  <a:lnTo>
                    <a:pt x="4519" y="4982"/>
                  </a:lnTo>
                  <a:lnTo>
                    <a:pt x="4441" y="3862"/>
                  </a:lnTo>
                  <a:lnTo>
                    <a:pt x="4326" y="2742"/>
                  </a:lnTo>
                  <a:lnTo>
                    <a:pt x="4287" y="2395"/>
                  </a:lnTo>
                  <a:lnTo>
                    <a:pt x="4210" y="1430"/>
                  </a:lnTo>
                  <a:lnTo>
                    <a:pt x="4132" y="503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2"/>
            <p:cNvSpPr/>
            <p:nvPr/>
          </p:nvSpPr>
          <p:spPr>
            <a:xfrm>
              <a:off x="4769575" y="2562550"/>
              <a:ext cx="144825" cy="164150"/>
            </a:xfrm>
            <a:custGeom>
              <a:avLst/>
              <a:gdLst/>
              <a:ahLst/>
              <a:cxnLst/>
              <a:rect l="l" t="t" r="r" b="b"/>
              <a:pathLst>
                <a:path w="5793" h="6566" extrusionOk="0">
                  <a:moveTo>
                    <a:pt x="2858" y="464"/>
                  </a:moveTo>
                  <a:lnTo>
                    <a:pt x="3360" y="619"/>
                  </a:lnTo>
                  <a:lnTo>
                    <a:pt x="3823" y="812"/>
                  </a:lnTo>
                  <a:lnTo>
                    <a:pt x="4248" y="1082"/>
                  </a:lnTo>
                  <a:lnTo>
                    <a:pt x="4634" y="1429"/>
                  </a:lnTo>
                  <a:lnTo>
                    <a:pt x="4943" y="1854"/>
                  </a:lnTo>
                  <a:lnTo>
                    <a:pt x="5059" y="2047"/>
                  </a:lnTo>
                  <a:lnTo>
                    <a:pt x="5175" y="2279"/>
                  </a:lnTo>
                  <a:lnTo>
                    <a:pt x="5252" y="2511"/>
                  </a:lnTo>
                  <a:lnTo>
                    <a:pt x="5290" y="2781"/>
                  </a:lnTo>
                  <a:lnTo>
                    <a:pt x="5329" y="3051"/>
                  </a:lnTo>
                  <a:lnTo>
                    <a:pt x="5329" y="3322"/>
                  </a:lnTo>
                  <a:lnTo>
                    <a:pt x="5290" y="3785"/>
                  </a:lnTo>
                  <a:lnTo>
                    <a:pt x="5175" y="4248"/>
                  </a:lnTo>
                  <a:lnTo>
                    <a:pt x="4982" y="4712"/>
                  </a:lnTo>
                  <a:lnTo>
                    <a:pt x="4711" y="5098"/>
                  </a:lnTo>
                  <a:lnTo>
                    <a:pt x="4364" y="5445"/>
                  </a:lnTo>
                  <a:lnTo>
                    <a:pt x="4016" y="5716"/>
                  </a:lnTo>
                  <a:lnTo>
                    <a:pt x="3784" y="5832"/>
                  </a:lnTo>
                  <a:lnTo>
                    <a:pt x="3553" y="5947"/>
                  </a:lnTo>
                  <a:lnTo>
                    <a:pt x="3321" y="6025"/>
                  </a:lnTo>
                  <a:lnTo>
                    <a:pt x="3089" y="6063"/>
                  </a:lnTo>
                  <a:lnTo>
                    <a:pt x="2780" y="6102"/>
                  </a:lnTo>
                  <a:lnTo>
                    <a:pt x="2510" y="6102"/>
                  </a:lnTo>
                  <a:lnTo>
                    <a:pt x="2201" y="6063"/>
                  </a:lnTo>
                  <a:lnTo>
                    <a:pt x="1970" y="5986"/>
                  </a:lnTo>
                  <a:lnTo>
                    <a:pt x="1738" y="5870"/>
                  </a:lnTo>
                  <a:lnTo>
                    <a:pt x="1506" y="5754"/>
                  </a:lnTo>
                  <a:lnTo>
                    <a:pt x="1313" y="5600"/>
                  </a:lnTo>
                  <a:lnTo>
                    <a:pt x="1159" y="5445"/>
                  </a:lnTo>
                  <a:lnTo>
                    <a:pt x="1004" y="5252"/>
                  </a:lnTo>
                  <a:lnTo>
                    <a:pt x="850" y="5021"/>
                  </a:lnTo>
                  <a:lnTo>
                    <a:pt x="734" y="4789"/>
                  </a:lnTo>
                  <a:lnTo>
                    <a:pt x="618" y="4557"/>
                  </a:lnTo>
                  <a:lnTo>
                    <a:pt x="502" y="4055"/>
                  </a:lnTo>
                  <a:lnTo>
                    <a:pt x="425" y="3515"/>
                  </a:lnTo>
                  <a:lnTo>
                    <a:pt x="464" y="2974"/>
                  </a:lnTo>
                  <a:lnTo>
                    <a:pt x="541" y="2433"/>
                  </a:lnTo>
                  <a:lnTo>
                    <a:pt x="734" y="1931"/>
                  </a:lnTo>
                  <a:lnTo>
                    <a:pt x="850" y="1700"/>
                  </a:lnTo>
                  <a:lnTo>
                    <a:pt x="966" y="1507"/>
                  </a:lnTo>
                  <a:lnTo>
                    <a:pt x="1120" y="1275"/>
                  </a:lnTo>
                  <a:lnTo>
                    <a:pt x="1313" y="1121"/>
                  </a:lnTo>
                  <a:lnTo>
                    <a:pt x="1506" y="927"/>
                  </a:lnTo>
                  <a:lnTo>
                    <a:pt x="1738" y="812"/>
                  </a:lnTo>
                  <a:lnTo>
                    <a:pt x="1970" y="696"/>
                  </a:lnTo>
                  <a:lnTo>
                    <a:pt x="2201" y="580"/>
                  </a:lnTo>
                  <a:lnTo>
                    <a:pt x="2472" y="541"/>
                  </a:lnTo>
                  <a:lnTo>
                    <a:pt x="2780" y="503"/>
                  </a:lnTo>
                  <a:lnTo>
                    <a:pt x="2819" y="503"/>
                  </a:lnTo>
                  <a:lnTo>
                    <a:pt x="2858" y="464"/>
                  </a:lnTo>
                  <a:close/>
                  <a:moveTo>
                    <a:pt x="2665" y="1"/>
                  </a:moveTo>
                  <a:lnTo>
                    <a:pt x="2587" y="39"/>
                  </a:lnTo>
                  <a:lnTo>
                    <a:pt x="2510" y="78"/>
                  </a:lnTo>
                  <a:lnTo>
                    <a:pt x="2472" y="155"/>
                  </a:lnTo>
                  <a:lnTo>
                    <a:pt x="2433" y="232"/>
                  </a:lnTo>
                  <a:lnTo>
                    <a:pt x="2163" y="271"/>
                  </a:lnTo>
                  <a:lnTo>
                    <a:pt x="1854" y="310"/>
                  </a:lnTo>
                  <a:lnTo>
                    <a:pt x="1622" y="387"/>
                  </a:lnTo>
                  <a:lnTo>
                    <a:pt x="1390" y="503"/>
                  </a:lnTo>
                  <a:lnTo>
                    <a:pt x="1159" y="657"/>
                  </a:lnTo>
                  <a:lnTo>
                    <a:pt x="966" y="850"/>
                  </a:lnTo>
                  <a:lnTo>
                    <a:pt x="772" y="1043"/>
                  </a:lnTo>
                  <a:lnTo>
                    <a:pt x="618" y="1236"/>
                  </a:lnTo>
                  <a:lnTo>
                    <a:pt x="464" y="1507"/>
                  </a:lnTo>
                  <a:lnTo>
                    <a:pt x="348" y="1738"/>
                  </a:lnTo>
                  <a:lnTo>
                    <a:pt x="155" y="2279"/>
                  </a:lnTo>
                  <a:lnTo>
                    <a:pt x="39" y="2858"/>
                  </a:lnTo>
                  <a:lnTo>
                    <a:pt x="0" y="3399"/>
                  </a:lnTo>
                  <a:lnTo>
                    <a:pt x="39" y="4055"/>
                  </a:lnTo>
                  <a:lnTo>
                    <a:pt x="116" y="4364"/>
                  </a:lnTo>
                  <a:lnTo>
                    <a:pt x="193" y="4673"/>
                  </a:lnTo>
                  <a:lnTo>
                    <a:pt x="309" y="4943"/>
                  </a:lnTo>
                  <a:lnTo>
                    <a:pt x="425" y="5214"/>
                  </a:lnTo>
                  <a:lnTo>
                    <a:pt x="579" y="5445"/>
                  </a:lnTo>
                  <a:lnTo>
                    <a:pt x="734" y="5677"/>
                  </a:lnTo>
                  <a:lnTo>
                    <a:pt x="927" y="5870"/>
                  </a:lnTo>
                  <a:lnTo>
                    <a:pt x="1120" y="6063"/>
                  </a:lnTo>
                  <a:lnTo>
                    <a:pt x="1390" y="6218"/>
                  </a:lnTo>
                  <a:lnTo>
                    <a:pt x="1622" y="6372"/>
                  </a:lnTo>
                  <a:lnTo>
                    <a:pt x="1892" y="6449"/>
                  </a:lnTo>
                  <a:lnTo>
                    <a:pt x="2201" y="6527"/>
                  </a:lnTo>
                  <a:lnTo>
                    <a:pt x="2549" y="6565"/>
                  </a:lnTo>
                  <a:lnTo>
                    <a:pt x="2896" y="6565"/>
                  </a:lnTo>
                  <a:lnTo>
                    <a:pt x="3205" y="6527"/>
                  </a:lnTo>
                  <a:lnTo>
                    <a:pt x="3476" y="6449"/>
                  </a:lnTo>
                  <a:lnTo>
                    <a:pt x="3784" y="6334"/>
                  </a:lnTo>
                  <a:lnTo>
                    <a:pt x="4055" y="6218"/>
                  </a:lnTo>
                  <a:lnTo>
                    <a:pt x="4325" y="6063"/>
                  </a:lnTo>
                  <a:lnTo>
                    <a:pt x="4557" y="5909"/>
                  </a:lnTo>
                  <a:lnTo>
                    <a:pt x="4788" y="5716"/>
                  </a:lnTo>
                  <a:lnTo>
                    <a:pt x="4982" y="5484"/>
                  </a:lnTo>
                  <a:lnTo>
                    <a:pt x="5175" y="5252"/>
                  </a:lnTo>
                  <a:lnTo>
                    <a:pt x="5329" y="4982"/>
                  </a:lnTo>
                  <a:lnTo>
                    <a:pt x="5483" y="4750"/>
                  </a:lnTo>
                  <a:lnTo>
                    <a:pt x="5599" y="4441"/>
                  </a:lnTo>
                  <a:lnTo>
                    <a:pt x="5677" y="4171"/>
                  </a:lnTo>
                  <a:lnTo>
                    <a:pt x="5754" y="3862"/>
                  </a:lnTo>
                  <a:lnTo>
                    <a:pt x="5792" y="3553"/>
                  </a:lnTo>
                  <a:lnTo>
                    <a:pt x="5792" y="3244"/>
                  </a:lnTo>
                  <a:lnTo>
                    <a:pt x="5792" y="2935"/>
                  </a:lnTo>
                  <a:lnTo>
                    <a:pt x="5715" y="2626"/>
                  </a:lnTo>
                  <a:lnTo>
                    <a:pt x="5638" y="2318"/>
                  </a:lnTo>
                  <a:lnTo>
                    <a:pt x="5561" y="2047"/>
                  </a:lnTo>
                  <a:lnTo>
                    <a:pt x="5406" y="1777"/>
                  </a:lnTo>
                  <a:lnTo>
                    <a:pt x="5252" y="1507"/>
                  </a:lnTo>
                  <a:lnTo>
                    <a:pt x="5059" y="1275"/>
                  </a:lnTo>
                  <a:lnTo>
                    <a:pt x="4866" y="1043"/>
                  </a:lnTo>
                  <a:lnTo>
                    <a:pt x="4634" y="812"/>
                  </a:lnTo>
                  <a:lnTo>
                    <a:pt x="4402" y="619"/>
                  </a:lnTo>
                  <a:lnTo>
                    <a:pt x="4132" y="464"/>
                  </a:lnTo>
                  <a:lnTo>
                    <a:pt x="3862" y="310"/>
                  </a:lnTo>
                  <a:lnTo>
                    <a:pt x="3591" y="194"/>
                  </a:lnTo>
                  <a:lnTo>
                    <a:pt x="3282" y="117"/>
                  </a:lnTo>
                  <a:lnTo>
                    <a:pt x="2974" y="39"/>
                  </a:lnTo>
                  <a:lnTo>
                    <a:pt x="266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2"/>
            <p:cNvSpPr/>
            <p:nvPr/>
          </p:nvSpPr>
          <p:spPr>
            <a:xfrm>
              <a:off x="2452675" y="2582825"/>
              <a:ext cx="296400" cy="356250"/>
            </a:xfrm>
            <a:custGeom>
              <a:avLst/>
              <a:gdLst/>
              <a:ahLst/>
              <a:cxnLst/>
              <a:rect l="l" t="t" r="r" b="b"/>
              <a:pathLst>
                <a:path w="11856" h="14250" extrusionOk="0">
                  <a:moveTo>
                    <a:pt x="7221" y="1"/>
                  </a:moveTo>
                  <a:lnTo>
                    <a:pt x="6990" y="194"/>
                  </a:lnTo>
                  <a:lnTo>
                    <a:pt x="8032" y="1777"/>
                  </a:lnTo>
                  <a:lnTo>
                    <a:pt x="9114" y="3283"/>
                  </a:lnTo>
                  <a:lnTo>
                    <a:pt x="8032" y="2704"/>
                  </a:lnTo>
                  <a:lnTo>
                    <a:pt x="6913" y="2202"/>
                  </a:lnTo>
                  <a:lnTo>
                    <a:pt x="6758" y="2472"/>
                  </a:lnTo>
                  <a:lnTo>
                    <a:pt x="8225" y="3283"/>
                  </a:lnTo>
                  <a:lnTo>
                    <a:pt x="9731" y="4094"/>
                  </a:lnTo>
                  <a:lnTo>
                    <a:pt x="10388" y="4905"/>
                  </a:lnTo>
                  <a:lnTo>
                    <a:pt x="10388" y="4943"/>
                  </a:lnTo>
                  <a:lnTo>
                    <a:pt x="10697" y="4827"/>
                  </a:lnTo>
                  <a:lnTo>
                    <a:pt x="10658" y="4712"/>
                  </a:lnTo>
                  <a:lnTo>
                    <a:pt x="10620" y="4596"/>
                  </a:lnTo>
                  <a:lnTo>
                    <a:pt x="10620" y="4596"/>
                  </a:lnTo>
                  <a:lnTo>
                    <a:pt x="10929" y="4712"/>
                  </a:lnTo>
                  <a:lnTo>
                    <a:pt x="11160" y="4827"/>
                  </a:lnTo>
                  <a:lnTo>
                    <a:pt x="11315" y="5021"/>
                  </a:lnTo>
                  <a:lnTo>
                    <a:pt x="11431" y="5252"/>
                  </a:lnTo>
                  <a:lnTo>
                    <a:pt x="11469" y="5484"/>
                  </a:lnTo>
                  <a:lnTo>
                    <a:pt x="11469" y="5754"/>
                  </a:lnTo>
                  <a:lnTo>
                    <a:pt x="11431" y="6063"/>
                  </a:lnTo>
                  <a:lnTo>
                    <a:pt x="11353" y="6372"/>
                  </a:lnTo>
                  <a:lnTo>
                    <a:pt x="11083" y="7028"/>
                  </a:lnTo>
                  <a:lnTo>
                    <a:pt x="10813" y="7646"/>
                  </a:lnTo>
                  <a:lnTo>
                    <a:pt x="10504" y="8148"/>
                  </a:lnTo>
                  <a:lnTo>
                    <a:pt x="10233" y="8573"/>
                  </a:lnTo>
                  <a:lnTo>
                    <a:pt x="9654" y="9345"/>
                  </a:lnTo>
                  <a:lnTo>
                    <a:pt x="9036" y="10079"/>
                  </a:lnTo>
                  <a:lnTo>
                    <a:pt x="8380" y="10736"/>
                  </a:lnTo>
                  <a:lnTo>
                    <a:pt x="7646" y="11353"/>
                  </a:lnTo>
                  <a:lnTo>
                    <a:pt x="6874" y="11933"/>
                  </a:lnTo>
                  <a:lnTo>
                    <a:pt x="6024" y="12435"/>
                  </a:lnTo>
                  <a:lnTo>
                    <a:pt x="5175" y="12898"/>
                  </a:lnTo>
                  <a:lnTo>
                    <a:pt x="4287" y="13284"/>
                  </a:lnTo>
                  <a:lnTo>
                    <a:pt x="3862" y="13439"/>
                  </a:lnTo>
                  <a:lnTo>
                    <a:pt x="3283" y="13632"/>
                  </a:lnTo>
                  <a:lnTo>
                    <a:pt x="2665" y="13786"/>
                  </a:lnTo>
                  <a:lnTo>
                    <a:pt x="1970" y="13941"/>
                  </a:lnTo>
                  <a:lnTo>
                    <a:pt x="1043" y="13941"/>
                  </a:lnTo>
                  <a:lnTo>
                    <a:pt x="811" y="13863"/>
                  </a:lnTo>
                  <a:lnTo>
                    <a:pt x="580" y="13709"/>
                  </a:lnTo>
                  <a:lnTo>
                    <a:pt x="425" y="13554"/>
                  </a:lnTo>
                  <a:lnTo>
                    <a:pt x="309" y="13323"/>
                  </a:lnTo>
                  <a:lnTo>
                    <a:pt x="232" y="13052"/>
                  </a:lnTo>
                  <a:lnTo>
                    <a:pt x="1" y="13130"/>
                  </a:lnTo>
                  <a:lnTo>
                    <a:pt x="1" y="13400"/>
                  </a:lnTo>
                  <a:lnTo>
                    <a:pt x="39" y="13632"/>
                  </a:lnTo>
                  <a:lnTo>
                    <a:pt x="155" y="13825"/>
                  </a:lnTo>
                  <a:lnTo>
                    <a:pt x="271" y="13941"/>
                  </a:lnTo>
                  <a:lnTo>
                    <a:pt x="464" y="14056"/>
                  </a:lnTo>
                  <a:lnTo>
                    <a:pt x="657" y="14172"/>
                  </a:lnTo>
                  <a:lnTo>
                    <a:pt x="889" y="14211"/>
                  </a:lnTo>
                  <a:lnTo>
                    <a:pt x="1120" y="14249"/>
                  </a:lnTo>
                  <a:lnTo>
                    <a:pt x="1661" y="14249"/>
                  </a:lnTo>
                  <a:lnTo>
                    <a:pt x="2163" y="14211"/>
                  </a:lnTo>
                  <a:lnTo>
                    <a:pt x="2665" y="14134"/>
                  </a:lnTo>
                  <a:lnTo>
                    <a:pt x="3051" y="14056"/>
                  </a:lnTo>
                  <a:lnTo>
                    <a:pt x="3708" y="13863"/>
                  </a:lnTo>
                  <a:lnTo>
                    <a:pt x="4364" y="13632"/>
                  </a:lnTo>
                  <a:lnTo>
                    <a:pt x="5020" y="13361"/>
                  </a:lnTo>
                  <a:lnTo>
                    <a:pt x="5638" y="13091"/>
                  </a:lnTo>
                  <a:lnTo>
                    <a:pt x="6256" y="12743"/>
                  </a:lnTo>
                  <a:lnTo>
                    <a:pt x="6835" y="12396"/>
                  </a:lnTo>
                  <a:lnTo>
                    <a:pt x="7415" y="12010"/>
                  </a:lnTo>
                  <a:lnTo>
                    <a:pt x="7955" y="11585"/>
                  </a:lnTo>
                  <a:lnTo>
                    <a:pt x="8457" y="11160"/>
                  </a:lnTo>
                  <a:lnTo>
                    <a:pt x="8959" y="10697"/>
                  </a:lnTo>
                  <a:lnTo>
                    <a:pt x="9423" y="10234"/>
                  </a:lnTo>
                  <a:lnTo>
                    <a:pt x="9847" y="9732"/>
                  </a:lnTo>
                  <a:lnTo>
                    <a:pt x="10272" y="9191"/>
                  </a:lnTo>
                  <a:lnTo>
                    <a:pt x="10620" y="8650"/>
                  </a:lnTo>
                  <a:lnTo>
                    <a:pt x="11006" y="8071"/>
                  </a:lnTo>
                  <a:lnTo>
                    <a:pt x="11315" y="7492"/>
                  </a:lnTo>
                  <a:lnTo>
                    <a:pt x="11546" y="6951"/>
                  </a:lnTo>
                  <a:lnTo>
                    <a:pt x="11778" y="6411"/>
                  </a:lnTo>
                  <a:lnTo>
                    <a:pt x="11817" y="6102"/>
                  </a:lnTo>
                  <a:lnTo>
                    <a:pt x="11855" y="5831"/>
                  </a:lnTo>
                  <a:lnTo>
                    <a:pt x="11855" y="5523"/>
                  </a:lnTo>
                  <a:lnTo>
                    <a:pt x="11778" y="5252"/>
                  </a:lnTo>
                  <a:lnTo>
                    <a:pt x="11701" y="5021"/>
                  </a:lnTo>
                  <a:lnTo>
                    <a:pt x="11585" y="4866"/>
                  </a:lnTo>
                  <a:lnTo>
                    <a:pt x="11469" y="4673"/>
                  </a:lnTo>
                  <a:lnTo>
                    <a:pt x="11315" y="4519"/>
                  </a:lnTo>
                  <a:lnTo>
                    <a:pt x="11122" y="4403"/>
                  </a:lnTo>
                  <a:lnTo>
                    <a:pt x="10929" y="4325"/>
                  </a:lnTo>
                  <a:lnTo>
                    <a:pt x="10735" y="4248"/>
                  </a:lnTo>
                  <a:lnTo>
                    <a:pt x="10504" y="4210"/>
                  </a:lnTo>
                  <a:lnTo>
                    <a:pt x="10465" y="4248"/>
                  </a:lnTo>
                  <a:lnTo>
                    <a:pt x="10388" y="4248"/>
                  </a:lnTo>
                  <a:lnTo>
                    <a:pt x="9654" y="3167"/>
                  </a:lnTo>
                  <a:lnTo>
                    <a:pt x="8882" y="2086"/>
                  </a:lnTo>
                  <a:lnTo>
                    <a:pt x="8032" y="1043"/>
                  </a:lnTo>
                  <a:lnTo>
                    <a:pt x="72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2"/>
            <p:cNvSpPr/>
            <p:nvPr/>
          </p:nvSpPr>
          <p:spPr>
            <a:xfrm>
              <a:off x="581775" y="2586700"/>
              <a:ext cx="44450" cy="43450"/>
            </a:xfrm>
            <a:custGeom>
              <a:avLst/>
              <a:gdLst/>
              <a:ahLst/>
              <a:cxnLst/>
              <a:rect l="l" t="t" r="r" b="b"/>
              <a:pathLst>
                <a:path w="1778" h="1738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25"/>
                  </a:lnTo>
                  <a:lnTo>
                    <a:pt x="1314" y="579"/>
                  </a:lnTo>
                  <a:lnTo>
                    <a:pt x="1391" y="772"/>
                  </a:lnTo>
                  <a:lnTo>
                    <a:pt x="1391" y="965"/>
                  </a:lnTo>
                  <a:lnTo>
                    <a:pt x="1352" y="1043"/>
                  </a:lnTo>
                  <a:lnTo>
                    <a:pt x="1275" y="1120"/>
                  </a:lnTo>
                  <a:lnTo>
                    <a:pt x="1198" y="1197"/>
                  </a:lnTo>
                  <a:lnTo>
                    <a:pt x="1082" y="1274"/>
                  </a:lnTo>
                  <a:lnTo>
                    <a:pt x="889" y="1352"/>
                  </a:lnTo>
                  <a:lnTo>
                    <a:pt x="696" y="1313"/>
                  </a:lnTo>
                  <a:lnTo>
                    <a:pt x="542" y="1236"/>
                  </a:lnTo>
                  <a:lnTo>
                    <a:pt x="426" y="1081"/>
                  </a:lnTo>
                  <a:lnTo>
                    <a:pt x="387" y="888"/>
                  </a:lnTo>
                  <a:lnTo>
                    <a:pt x="387" y="734"/>
                  </a:lnTo>
                  <a:lnTo>
                    <a:pt x="464" y="541"/>
                  </a:lnTo>
                  <a:lnTo>
                    <a:pt x="542" y="386"/>
                  </a:lnTo>
                  <a:lnTo>
                    <a:pt x="542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9" y="39"/>
                  </a:lnTo>
                  <a:lnTo>
                    <a:pt x="464" y="116"/>
                  </a:lnTo>
                  <a:lnTo>
                    <a:pt x="426" y="155"/>
                  </a:lnTo>
                  <a:lnTo>
                    <a:pt x="348" y="155"/>
                  </a:lnTo>
                  <a:lnTo>
                    <a:pt x="233" y="232"/>
                  </a:lnTo>
                  <a:lnTo>
                    <a:pt x="117" y="348"/>
                  </a:lnTo>
                  <a:lnTo>
                    <a:pt x="40" y="502"/>
                  </a:lnTo>
                  <a:lnTo>
                    <a:pt x="1" y="657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40" y="1159"/>
                  </a:lnTo>
                  <a:lnTo>
                    <a:pt x="117" y="1313"/>
                  </a:lnTo>
                  <a:lnTo>
                    <a:pt x="194" y="1467"/>
                  </a:lnTo>
                  <a:lnTo>
                    <a:pt x="348" y="1583"/>
                  </a:lnTo>
                  <a:lnTo>
                    <a:pt x="464" y="1660"/>
                  </a:lnTo>
                  <a:lnTo>
                    <a:pt x="619" y="1699"/>
                  </a:lnTo>
                  <a:lnTo>
                    <a:pt x="812" y="1738"/>
                  </a:lnTo>
                  <a:lnTo>
                    <a:pt x="966" y="1738"/>
                  </a:lnTo>
                  <a:lnTo>
                    <a:pt x="1121" y="1699"/>
                  </a:lnTo>
                  <a:lnTo>
                    <a:pt x="1275" y="1622"/>
                  </a:lnTo>
                  <a:lnTo>
                    <a:pt x="1430" y="1506"/>
                  </a:lnTo>
                  <a:lnTo>
                    <a:pt x="1584" y="1390"/>
                  </a:lnTo>
                  <a:lnTo>
                    <a:pt x="1661" y="1236"/>
                  </a:lnTo>
                  <a:lnTo>
                    <a:pt x="1739" y="1081"/>
                  </a:lnTo>
                  <a:lnTo>
                    <a:pt x="1777" y="927"/>
                  </a:lnTo>
                  <a:lnTo>
                    <a:pt x="1777" y="772"/>
                  </a:lnTo>
                  <a:lnTo>
                    <a:pt x="1739" y="579"/>
                  </a:lnTo>
                  <a:lnTo>
                    <a:pt x="1661" y="425"/>
                  </a:lnTo>
                  <a:lnTo>
                    <a:pt x="1545" y="270"/>
                  </a:lnTo>
                  <a:lnTo>
                    <a:pt x="1430" y="155"/>
                  </a:lnTo>
                  <a:lnTo>
                    <a:pt x="1275" y="77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2"/>
            <p:cNvSpPr/>
            <p:nvPr/>
          </p:nvSpPr>
          <p:spPr>
            <a:xfrm>
              <a:off x="6717675" y="2588625"/>
              <a:ext cx="42525" cy="41525"/>
            </a:xfrm>
            <a:custGeom>
              <a:avLst/>
              <a:gdLst/>
              <a:ahLst/>
              <a:cxnLst/>
              <a:rect l="l" t="t" r="r" b="b"/>
              <a:pathLst>
                <a:path w="1701" h="1661" extrusionOk="0">
                  <a:moveTo>
                    <a:pt x="1121" y="386"/>
                  </a:moveTo>
                  <a:lnTo>
                    <a:pt x="1198" y="464"/>
                  </a:lnTo>
                  <a:lnTo>
                    <a:pt x="1237" y="541"/>
                  </a:lnTo>
                  <a:lnTo>
                    <a:pt x="1314" y="695"/>
                  </a:lnTo>
                  <a:lnTo>
                    <a:pt x="1314" y="927"/>
                  </a:lnTo>
                  <a:lnTo>
                    <a:pt x="1237" y="1082"/>
                  </a:lnTo>
                  <a:lnTo>
                    <a:pt x="1159" y="1159"/>
                  </a:lnTo>
                  <a:lnTo>
                    <a:pt x="1082" y="1197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2" y="1120"/>
                  </a:lnTo>
                  <a:lnTo>
                    <a:pt x="464" y="1043"/>
                  </a:lnTo>
                  <a:lnTo>
                    <a:pt x="426" y="966"/>
                  </a:lnTo>
                  <a:lnTo>
                    <a:pt x="387" y="850"/>
                  </a:lnTo>
                  <a:lnTo>
                    <a:pt x="387" y="773"/>
                  </a:lnTo>
                  <a:lnTo>
                    <a:pt x="426" y="541"/>
                  </a:lnTo>
                  <a:lnTo>
                    <a:pt x="542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735" y="0"/>
                  </a:moveTo>
                  <a:lnTo>
                    <a:pt x="619" y="39"/>
                  </a:lnTo>
                  <a:lnTo>
                    <a:pt x="503" y="116"/>
                  </a:lnTo>
                  <a:lnTo>
                    <a:pt x="349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41"/>
                  </a:lnTo>
                  <a:lnTo>
                    <a:pt x="40" y="695"/>
                  </a:lnTo>
                  <a:lnTo>
                    <a:pt x="1" y="850"/>
                  </a:lnTo>
                  <a:lnTo>
                    <a:pt x="40" y="1004"/>
                  </a:lnTo>
                  <a:lnTo>
                    <a:pt x="78" y="1159"/>
                  </a:lnTo>
                  <a:lnTo>
                    <a:pt x="194" y="1313"/>
                  </a:lnTo>
                  <a:lnTo>
                    <a:pt x="310" y="1468"/>
                  </a:lnTo>
                  <a:lnTo>
                    <a:pt x="464" y="1545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583"/>
                  </a:lnTo>
                  <a:lnTo>
                    <a:pt x="1353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2"/>
                  </a:lnTo>
                  <a:lnTo>
                    <a:pt x="1700" y="888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8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2"/>
            <p:cNvSpPr/>
            <p:nvPr/>
          </p:nvSpPr>
          <p:spPr>
            <a:xfrm>
              <a:off x="587575" y="259247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29"/>
                  </a:lnTo>
                  <a:lnTo>
                    <a:pt x="3939" y="4248"/>
                  </a:lnTo>
                  <a:lnTo>
                    <a:pt x="4017" y="5368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878"/>
                  </a:lnTo>
                  <a:lnTo>
                    <a:pt x="3901" y="8535"/>
                  </a:lnTo>
                  <a:lnTo>
                    <a:pt x="3746" y="9114"/>
                  </a:lnTo>
                  <a:lnTo>
                    <a:pt x="3515" y="9693"/>
                  </a:lnTo>
                  <a:lnTo>
                    <a:pt x="3244" y="10234"/>
                  </a:lnTo>
                  <a:lnTo>
                    <a:pt x="3013" y="10543"/>
                  </a:lnTo>
                  <a:lnTo>
                    <a:pt x="2781" y="10736"/>
                  </a:lnTo>
                  <a:lnTo>
                    <a:pt x="2472" y="10851"/>
                  </a:lnTo>
                  <a:lnTo>
                    <a:pt x="2202" y="10851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465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54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57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580" y="2742"/>
                  </a:lnTo>
                  <a:lnTo>
                    <a:pt x="1352" y="2356"/>
                  </a:lnTo>
                  <a:lnTo>
                    <a:pt x="2163" y="1931"/>
                  </a:lnTo>
                  <a:lnTo>
                    <a:pt x="2935" y="1429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01" y="1"/>
                  </a:moveTo>
                  <a:lnTo>
                    <a:pt x="3476" y="310"/>
                  </a:lnTo>
                  <a:lnTo>
                    <a:pt x="3051" y="619"/>
                  </a:lnTo>
                  <a:lnTo>
                    <a:pt x="2626" y="966"/>
                  </a:lnTo>
                  <a:lnTo>
                    <a:pt x="2202" y="1275"/>
                  </a:lnTo>
                  <a:lnTo>
                    <a:pt x="1313" y="1893"/>
                  </a:lnTo>
                  <a:lnTo>
                    <a:pt x="425" y="2433"/>
                  </a:lnTo>
                  <a:lnTo>
                    <a:pt x="348" y="2511"/>
                  </a:lnTo>
                  <a:lnTo>
                    <a:pt x="348" y="2627"/>
                  </a:lnTo>
                  <a:lnTo>
                    <a:pt x="271" y="2665"/>
                  </a:lnTo>
                  <a:lnTo>
                    <a:pt x="232" y="2781"/>
                  </a:lnTo>
                  <a:lnTo>
                    <a:pt x="194" y="3785"/>
                  </a:lnTo>
                  <a:lnTo>
                    <a:pt x="155" y="4828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577"/>
                  </a:lnTo>
                  <a:lnTo>
                    <a:pt x="503" y="10041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391" y="11160"/>
                  </a:lnTo>
                  <a:lnTo>
                    <a:pt x="1622" y="11276"/>
                  </a:lnTo>
                  <a:lnTo>
                    <a:pt x="1815" y="11353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19" y="11315"/>
                  </a:lnTo>
                  <a:lnTo>
                    <a:pt x="3051" y="11199"/>
                  </a:lnTo>
                  <a:lnTo>
                    <a:pt x="3283" y="11045"/>
                  </a:lnTo>
                  <a:lnTo>
                    <a:pt x="3476" y="10851"/>
                  </a:lnTo>
                  <a:lnTo>
                    <a:pt x="3669" y="10620"/>
                  </a:lnTo>
                  <a:lnTo>
                    <a:pt x="3823" y="10388"/>
                  </a:lnTo>
                  <a:lnTo>
                    <a:pt x="3978" y="10118"/>
                  </a:lnTo>
                  <a:lnTo>
                    <a:pt x="4171" y="9539"/>
                  </a:lnTo>
                  <a:lnTo>
                    <a:pt x="4325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183"/>
                  </a:lnTo>
                  <a:lnTo>
                    <a:pt x="4596" y="6642"/>
                  </a:lnTo>
                  <a:lnTo>
                    <a:pt x="4596" y="6102"/>
                  </a:lnTo>
                  <a:lnTo>
                    <a:pt x="4519" y="4982"/>
                  </a:lnTo>
                  <a:lnTo>
                    <a:pt x="4441" y="3862"/>
                  </a:lnTo>
                  <a:lnTo>
                    <a:pt x="4325" y="2742"/>
                  </a:lnTo>
                  <a:lnTo>
                    <a:pt x="4287" y="2395"/>
                  </a:lnTo>
                  <a:lnTo>
                    <a:pt x="4210" y="1429"/>
                  </a:lnTo>
                  <a:lnTo>
                    <a:pt x="4132" y="503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2"/>
            <p:cNvSpPr/>
            <p:nvPr/>
          </p:nvSpPr>
          <p:spPr>
            <a:xfrm>
              <a:off x="6526550" y="261565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116" y="1"/>
                  </a:moveTo>
                  <a:lnTo>
                    <a:pt x="39" y="116"/>
                  </a:lnTo>
                  <a:lnTo>
                    <a:pt x="0" y="232"/>
                  </a:lnTo>
                  <a:lnTo>
                    <a:pt x="39" y="348"/>
                  </a:lnTo>
                  <a:lnTo>
                    <a:pt x="348" y="850"/>
                  </a:lnTo>
                  <a:lnTo>
                    <a:pt x="657" y="1352"/>
                  </a:lnTo>
                  <a:lnTo>
                    <a:pt x="1004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3" y="3553"/>
                  </a:lnTo>
                  <a:lnTo>
                    <a:pt x="3205" y="3901"/>
                  </a:lnTo>
                  <a:lnTo>
                    <a:pt x="3553" y="3746"/>
                  </a:lnTo>
                  <a:lnTo>
                    <a:pt x="2781" y="2974"/>
                  </a:lnTo>
                  <a:lnTo>
                    <a:pt x="2047" y="2202"/>
                  </a:lnTo>
                  <a:lnTo>
                    <a:pt x="1352" y="1429"/>
                  </a:lnTo>
                  <a:lnTo>
                    <a:pt x="1043" y="966"/>
                  </a:lnTo>
                  <a:lnTo>
                    <a:pt x="734" y="541"/>
                  </a:lnTo>
                  <a:lnTo>
                    <a:pt x="1622" y="657"/>
                  </a:lnTo>
                  <a:lnTo>
                    <a:pt x="2510" y="850"/>
                  </a:lnTo>
                  <a:lnTo>
                    <a:pt x="3012" y="1004"/>
                  </a:lnTo>
                  <a:lnTo>
                    <a:pt x="3514" y="1198"/>
                  </a:lnTo>
                  <a:lnTo>
                    <a:pt x="4016" y="1352"/>
                  </a:lnTo>
                  <a:lnTo>
                    <a:pt x="4480" y="1506"/>
                  </a:lnTo>
                  <a:lnTo>
                    <a:pt x="4595" y="1468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4" y="1506"/>
                  </a:lnTo>
                  <a:lnTo>
                    <a:pt x="4982" y="1391"/>
                  </a:lnTo>
                  <a:lnTo>
                    <a:pt x="4634" y="1120"/>
                  </a:lnTo>
                  <a:lnTo>
                    <a:pt x="4171" y="850"/>
                  </a:lnTo>
                  <a:lnTo>
                    <a:pt x="3630" y="618"/>
                  </a:lnTo>
                  <a:lnTo>
                    <a:pt x="3089" y="425"/>
                  </a:lnTo>
                  <a:lnTo>
                    <a:pt x="2510" y="309"/>
                  </a:lnTo>
                  <a:lnTo>
                    <a:pt x="1931" y="194"/>
                  </a:lnTo>
                  <a:lnTo>
                    <a:pt x="1352" y="116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2"/>
            <p:cNvSpPr/>
            <p:nvPr/>
          </p:nvSpPr>
          <p:spPr>
            <a:xfrm>
              <a:off x="1725750" y="2629175"/>
              <a:ext cx="67600" cy="76275"/>
            </a:xfrm>
            <a:custGeom>
              <a:avLst/>
              <a:gdLst/>
              <a:ahLst/>
              <a:cxnLst/>
              <a:rect l="l" t="t" r="r" b="b"/>
              <a:pathLst>
                <a:path w="2704" h="3051" extrusionOk="0">
                  <a:moveTo>
                    <a:pt x="1159" y="425"/>
                  </a:moveTo>
                  <a:lnTo>
                    <a:pt x="1429" y="502"/>
                  </a:lnTo>
                  <a:lnTo>
                    <a:pt x="1661" y="618"/>
                  </a:lnTo>
                  <a:lnTo>
                    <a:pt x="1854" y="772"/>
                  </a:lnTo>
                  <a:lnTo>
                    <a:pt x="2008" y="965"/>
                  </a:lnTo>
                  <a:lnTo>
                    <a:pt x="2124" y="1120"/>
                  </a:lnTo>
                  <a:lnTo>
                    <a:pt x="2202" y="1313"/>
                  </a:lnTo>
                  <a:lnTo>
                    <a:pt x="2317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2" y="2394"/>
                  </a:lnTo>
                  <a:lnTo>
                    <a:pt x="2047" y="2278"/>
                  </a:lnTo>
                  <a:lnTo>
                    <a:pt x="1622" y="2047"/>
                  </a:lnTo>
                  <a:lnTo>
                    <a:pt x="1236" y="1892"/>
                  </a:lnTo>
                  <a:lnTo>
                    <a:pt x="1004" y="1776"/>
                  </a:lnTo>
                  <a:lnTo>
                    <a:pt x="811" y="1661"/>
                  </a:lnTo>
                  <a:lnTo>
                    <a:pt x="618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1"/>
                  </a:lnTo>
                  <a:lnTo>
                    <a:pt x="541" y="657"/>
                  </a:lnTo>
                  <a:lnTo>
                    <a:pt x="618" y="579"/>
                  </a:lnTo>
                  <a:lnTo>
                    <a:pt x="696" y="502"/>
                  </a:lnTo>
                  <a:lnTo>
                    <a:pt x="811" y="463"/>
                  </a:lnTo>
                  <a:lnTo>
                    <a:pt x="927" y="425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0"/>
                  </a:lnTo>
                  <a:lnTo>
                    <a:pt x="194" y="425"/>
                  </a:lnTo>
                  <a:lnTo>
                    <a:pt x="78" y="618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1" y="1236"/>
                  </a:lnTo>
                  <a:lnTo>
                    <a:pt x="39" y="1429"/>
                  </a:lnTo>
                  <a:lnTo>
                    <a:pt x="155" y="1622"/>
                  </a:lnTo>
                  <a:lnTo>
                    <a:pt x="387" y="1854"/>
                  </a:lnTo>
                  <a:lnTo>
                    <a:pt x="618" y="2047"/>
                  </a:lnTo>
                  <a:lnTo>
                    <a:pt x="889" y="2201"/>
                  </a:lnTo>
                  <a:lnTo>
                    <a:pt x="1198" y="2317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8" y="2742"/>
                  </a:lnTo>
                  <a:lnTo>
                    <a:pt x="2202" y="2973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0" y="3012"/>
                  </a:lnTo>
                  <a:lnTo>
                    <a:pt x="2588" y="2973"/>
                  </a:lnTo>
                  <a:lnTo>
                    <a:pt x="2626" y="2896"/>
                  </a:lnTo>
                  <a:lnTo>
                    <a:pt x="2704" y="2317"/>
                  </a:lnTo>
                  <a:lnTo>
                    <a:pt x="2704" y="2008"/>
                  </a:lnTo>
                  <a:lnTo>
                    <a:pt x="2704" y="1699"/>
                  </a:lnTo>
                  <a:lnTo>
                    <a:pt x="2626" y="1429"/>
                  </a:lnTo>
                  <a:lnTo>
                    <a:pt x="2549" y="1120"/>
                  </a:lnTo>
                  <a:lnTo>
                    <a:pt x="2433" y="850"/>
                  </a:lnTo>
                  <a:lnTo>
                    <a:pt x="2279" y="579"/>
                  </a:lnTo>
                  <a:lnTo>
                    <a:pt x="2124" y="425"/>
                  </a:lnTo>
                  <a:lnTo>
                    <a:pt x="1931" y="270"/>
                  </a:lnTo>
                  <a:lnTo>
                    <a:pt x="1700" y="116"/>
                  </a:lnTo>
                  <a:lnTo>
                    <a:pt x="1506" y="39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2"/>
            <p:cNvSpPr/>
            <p:nvPr/>
          </p:nvSpPr>
          <p:spPr>
            <a:xfrm>
              <a:off x="2602300" y="2637850"/>
              <a:ext cx="63750" cy="173800"/>
            </a:xfrm>
            <a:custGeom>
              <a:avLst/>
              <a:gdLst/>
              <a:ahLst/>
              <a:cxnLst/>
              <a:rect l="l" t="t" r="r" b="b"/>
              <a:pathLst>
                <a:path w="2550" h="6952" extrusionOk="0">
                  <a:moveTo>
                    <a:pt x="271" y="1"/>
                  </a:moveTo>
                  <a:lnTo>
                    <a:pt x="1" y="78"/>
                  </a:lnTo>
                  <a:lnTo>
                    <a:pt x="232" y="927"/>
                  </a:lnTo>
                  <a:lnTo>
                    <a:pt x="503" y="1816"/>
                  </a:lnTo>
                  <a:lnTo>
                    <a:pt x="1082" y="3515"/>
                  </a:lnTo>
                  <a:lnTo>
                    <a:pt x="2318" y="6951"/>
                  </a:lnTo>
                  <a:lnTo>
                    <a:pt x="2549" y="6874"/>
                  </a:lnTo>
                  <a:lnTo>
                    <a:pt x="2047" y="5136"/>
                  </a:lnTo>
                  <a:lnTo>
                    <a:pt x="1507" y="3399"/>
                  </a:lnTo>
                  <a:lnTo>
                    <a:pt x="928" y="1661"/>
                  </a:lnTo>
                  <a:lnTo>
                    <a:pt x="619" y="81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2"/>
            <p:cNvSpPr/>
            <p:nvPr/>
          </p:nvSpPr>
          <p:spPr>
            <a:xfrm>
              <a:off x="531575" y="263882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121" y="386"/>
                  </a:moveTo>
                  <a:lnTo>
                    <a:pt x="1198" y="464"/>
                  </a:lnTo>
                  <a:lnTo>
                    <a:pt x="1237" y="541"/>
                  </a:lnTo>
                  <a:lnTo>
                    <a:pt x="1314" y="695"/>
                  </a:lnTo>
                  <a:lnTo>
                    <a:pt x="1314" y="927"/>
                  </a:lnTo>
                  <a:lnTo>
                    <a:pt x="1237" y="1081"/>
                  </a:lnTo>
                  <a:lnTo>
                    <a:pt x="1159" y="1159"/>
                  </a:lnTo>
                  <a:lnTo>
                    <a:pt x="1082" y="1197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2" y="1120"/>
                  </a:lnTo>
                  <a:lnTo>
                    <a:pt x="464" y="1043"/>
                  </a:lnTo>
                  <a:lnTo>
                    <a:pt x="426" y="966"/>
                  </a:lnTo>
                  <a:lnTo>
                    <a:pt x="387" y="850"/>
                  </a:lnTo>
                  <a:lnTo>
                    <a:pt x="387" y="773"/>
                  </a:lnTo>
                  <a:lnTo>
                    <a:pt x="426" y="541"/>
                  </a:lnTo>
                  <a:lnTo>
                    <a:pt x="542" y="579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735" y="0"/>
                  </a:moveTo>
                  <a:lnTo>
                    <a:pt x="619" y="39"/>
                  </a:lnTo>
                  <a:lnTo>
                    <a:pt x="503" y="116"/>
                  </a:lnTo>
                  <a:lnTo>
                    <a:pt x="348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41"/>
                  </a:lnTo>
                  <a:lnTo>
                    <a:pt x="40" y="695"/>
                  </a:lnTo>
                  <a:lnTo>
                    <a:pt x="1" y="850"/>
                  </a:lnTo>
                  <a:lnTo>
                    <a:pt x="40" y="1004"/>
                  </a:lnTo>
                  <a:lnTo>
                    <a:pt x="78" y="1159"/>
                  </a:lnTo>
                  <a:lnTo>
                    <a:pt x="194" y="1313"/>
                  </a:lnTo>
                  <a:lnTo>
                    <a:pt x="310" y="1468"/>
                  </a:lnTo>
                  <a:lnTo>
                    <a:pt x="464" y="1545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583"/>
                  </a:lnTo>
                  <a:lnTo>
                    <a:pt x="1352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1"/>
                  </a:lnTo>
                  <a:lnTo>
                    <a:pt x="1700" y="888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7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2"/>
            <p:cNvSpPr/>
            <p:nvPr/>
          </p:nvSpPr>
          <p:spPr>
            <a:xfrm>
              <a:off x="340450" y="266585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116" y="0"/>
                  </a:moveTo>
                  <a:lnTo>
                    <a:pt x="39" y="116"/>
                  </a:lnTo>
                  <a:lnTo>
                    <a:pt x="0" y="232"/>
                  </a:lnTo>
                  <a:lnTo>
                    <a:pt x="39" y="348"/>
                  </a:lnTo>
                  <a:lnTo>
                    <a:pt x="348" y="850"/>
                  </a:lnTo>
                  <a:lnTo>
                    <a:pt x="657" y="1352"/>
                  </a:lnTo>
                  <a:lnTo>
                    <a:pt x="1004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3" y="3553"/>
                  </a:lnTo>
                  <a:lnTo>
                    <a:pt x="3205" y="3901"/>
                  </a:lnTo>
                  <a:lnTo>
                    <a:pt x="3553" y="3746"/>
                  </a:lnTo>
                  <a:lnTo>
                    <a:pt x="2780" y="2974"/>
                  </a:lnTo>
                  <a:lnTo>
                    <a:pt x="2047" y="2202"/>
                  </a:lnTo>
                  <a:lnTo>
                    <a:pt x="1352" y="1429"/>
                  </a:lnTo>
                  <a:lnTo>
                    <a:pt x="1043" y="966"/>
                  </a:lnTo>
                  <a:lnTo>
                    <a:pt x="734" y="541"/>
                  </a:lnTo>
                  <a:lnTo>
                    <a:pt x="1622" y="657"/>
                  </a:lnTo>
                  <a:lnTo>
                    <a:pt x="2510" y="850"/>
                  </a:lnTo>
                  <a:lnTo>
                    <a:pt x="3012" y="1004"/>
                  </a:lnTo>
                  <a:lnTo>
                    <a:pt x="3514" y="1198"/>
                  </a:lnTo>
                  <a:lnTo>
                    <a:pt x="4016" y="1352"/>
                  </a:lnTo>
                  <a:lnTo>
                    <a:pt x="4480" y="1506"/>
                  </a:lnTo>
                  <a:lnTo>
                    <a:pt x="4595" y="1468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4" y="1506"/>
                  </a:lnTo>
                  <a:lnTo>
                    <a:pt x="4981" y="1391"/>
                  </a:lnTo>
                  <a:lnTo>
                    <a:pt x="4634" y="1120"/>
                  </a:lnTo>
                  <a:lnTo>
                    <a:pt x="4171" y="850"/>
                  </a:lnTo>
                  <a:lnTo>
                    <a:pt x="3630" y="618"/>
                  </a:lnTo>
                  <a:lnTo>
                    <a:pt x="3089" y="425"/>
                  </a:lnTo>
                  <a:lnTo>
                    <a:pt x="2510" y="309"/>
                  </a:lnTo>
                  <a:lnTo>
                    <a:pt x="1931" y="194"/>
                  </a:lnTo>
                  <a:lnTo>
                    <a:pt x="1352" y="116"/>
                  </a:lnTo>
                  <a:lnTo>
                    <a:pt x="27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2"/>
            <p:cNvSpPr/>
            <p:nvPr/>
          </p:nvSpPr>
          <p:spPr>
            <a:xfrm>
              <a:off x="6651075" y="2665850"/>
              <a:ext cx="126500" cy="69525"/>
            </a:xfrm>
            <a:custGeom>
              <a:avLst/>
              <a:gdLst/>
              <a:ahLst/>
              <a:cxnLst/>
              <a:rect l="l" t="t" r="r" b="b"/>
              <a:pathLst>
                <a:path w="5060" h="2781" extrusionOk="0">
                  <a:moveTo>
                    <a:pt x="4905" y="0"/>
                  </a:moveTo>
                  <a:lnTo>
                    <a:pt x="3823" y="618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395"/>
                  </a:lnTo>
                  <a:lnTo>
                    <a:pt x="39" y="2472"/>
                  </a:lnTo>
                  <a:lnTo>
                    <a:pt x="1" y="2588"/>
                  </a:lnTo>
                  <a:lnTo>
                    <a:pt x="39" y="2665"/>
                  </a:lnTo>
                  <a:lnTo>
                    <a:pt x="116" y="2742"/>
                  </a:lnTo>
                  <a:lnTo>
                    <a:pt x="387" y="2781"/>
                  </a:lnTo>
                  <a:lnTo>
                    <a:pt x="1082" y="2588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2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2"/>
            <p:cNvSpPr/>
            <p:nvPr/>
          </p:nvSpPr>
          <p:spPr>
            <a:xfrm>
              <a:off x="1793325" y="2698675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313" y="387"/>
                  </a:moveTo>
                  <a:lnTo>
                    <a:pt x="1507" y="464"/>
                  </a:lnTo>
                  <a:lnTo>
                    <a:pt x="1661" y="580"/>
                  </a:lnTo>
                  <a:lnTo>
                    <a:pt x="1777" y="734"/>
                  </a:lnTo>
                  <a:lnTo>
                    <a:pt x="1777" y="889"/>
                  </a:lnTo>
                  <a:lnTo>
                    <a:pt x="1777" y="927"/>
                  </a:lnTo>
                  <a:lnTo>
                    <a:pt x="1738" y="1004"/>
                  </a:lnTo>
                  <a:lnTo>
                    <a:pt x="1661" y="1043"/>
                  </a:lnTo>
                  <a:lnTo>
                    <a:pt x="1584" y="1082"/>
                  </a:lnTo>
                  <a:lnTo>
                    <a:pt x="1275" y="1120"/>
                  </a:lnTo>
                  <a:lnTo>
                    <a:pt x="927" y="1120"/>
                  </a:lnTo>
                  <a:lnTo>
                    <a:pt x="618" y="1159"/>
                  </a:lnTo>
                  <a:lnTo>
                    <a:pt x="464" y="1197"/>
                  </a:lnTo>
                  <a:lnTo>
                    <a:pt x="348" y="1275"/>
                  </a:lnTo>
                  <a:lnTo>
                    <a:pt x="348" y="1120"/>
                  </a:lnTo>
                  <a:lnTo>
                    <a:pt x="348" y="1004"/>
                  </a:lnTo>
                  <a:lnTo>
                    <a:pt x="387" y="850"/>
                  </a:lnTo>
                  <a:lnTo>
                    <a:pt x="464" y="734"/>
                  </a:lnTo>
                  <a:lnTo>
                    <a:pt x="580" y="618"/>
                  </a:lnTo>
                  <a:lnTo>
                    <a:pt x="657" y="502"/>
                  </a:lnTo>
                  <a:lnTo>
                    <a:pt x="811" y="425"/>
                  </a:lnTo>
                  <a:lnTo>
                    <a:pt x="966" y="387"/>
                  </a:lnTo>
                  <a:close/>
                  <a:moveTo>
                    <a:pt x="1005" y="0"/>
                  </a:moveTo>
                  <a:lnTo>
                    <a:pt x="811" y="39"/>
                  </a:lnTo>
                  <a:lnTo>
                    <a:pt x="618" y="116"/>
                  </a:lnTo>
                  <a:lnTo>
                    <a:pt x="425" y="232"/>
                  </a:lnTo>
                  <a:lnTo>
                    <a:pt x="271" y="348"/>
                  </a:lnTo>
                  <a:lnTo>
                    <a:pt x="155" y="502"/>
                  </a:lnTo>
                  <a:lnTo>
                    <a:pt x="78" y="695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29"/>
                  </a:lnTo>
                  <a:lnTo>
                    <a:pt x="116" y="1622"/>
                  </a:lnTo>
                  <a:lnTo>
                    <a:pt x="155" y="1738"/>
                  </a:lnTo>
                  <a:lnTo>
                    <a:pt x="232" y="1777"/>
                  </a:lnTo>
                  <a:lnTo>
                    <a:pt x="348" y="1815"/>
                  </a:lnTo>
                  <a:lnTo>
                    <a:pt x="425" y="1738"/>
                  </a:lnTo>
                  <a:lnTo>
                    <a:pt x="580" y="1622"/>
                  </a:lnTo>
                  <a:lnTo>
                    <a:pt x="696" y="1545"/>
                  </a:lnTo>
                  <a:lnTo>
                    <a:pt x="889" y="1506"/>
                  </a:lnTo>
                  <a:lnTo>
                    <a:pt x="1429" y="1506"/>
                  </a:lnTo>
                  <a:lnTo>
                    <a:pt x="1584" y="1468"/>
                  </a:lnTo>
                  <a:lnTo>
                    <a:pt x="1777" y="1429"/>
                  </a:lnTo>
                  <a:lnTo>
                    <a:pt x="1931" y="1352"/>
                  </a:lnTo>
                  <a:lnTo>
                    <a:pt x="2047" y="1236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8"/>
                  </a:lnTo>
                  <a:lnTo>
                    <a:pt x="2086" y="464"/>
                  </a:lnTo>
                  <a:lnTo>
                    <a:pt x="1970" y="309"/>
                  </a:lnTo>
                  <a:lnTo>
                    <a:pt x="1815" y="193"/>
                  </a:lnTo>
                  <a:lnTo>
                    <a:pt x="1622" y="78"/>
                  </a:lnTo>
                  <a:lnTo>
                    <a:pt x="142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2"/>
            <p:cNvSpPr/>
            <p:nvPr/>
          </p:nvSpPr>
          <p:spPr>
            <a:xfrm>
              <a:off x="2371575" y="2703500"/>
              <a:ext cx="351425" cy="207575"/>
            </a:xfrm>
            <a:custGeom>
              <a:avLst/>
              <a:gdLst/>
              <a:ahLst/>
              <a:cxnLst/>
              <a:rect l="l" t="t" r="r" b="b"/>
              <a:pathLst>
                <a:path w="14057" h="8303" extrusionOk="0">
                  <a:moveTo>
                    <a:pt x="13941" y="0"/>
                  </a:moveTo>
                  <a:lnTo>
                    <a:pt x="13632" y="116"/>
                  </a:lnTo>
                  <a:lnTo>
                    <a:pt x="13632" y="155"/>
                  </a:lnTo>
                  <a:lnTo>
                    <a:pt x="13555" y="773"/>
                  </a:lnTo>
                  <a:lnTo>
                    <a:pt x="13439" y="1313"/>
                  </a:lnTo>
                  <a:lnTo>
                    <a:pt x="13284" y="1854"/>
                  </a:lnTo>
                  <a:lnTo>
                    <a:pt x="13053" y="2395"/>
                  </a:lnTo>
                  <a:lnTo>
                    <a:pt x="12782" y="2897"/>
                  </a:lnTo>
                  <a:lnTo>
                    <a:pt x="12473" y="3360"/>
                  </a:lnTo>
                  <a:lnTo>
                    <a:pt x="12126" y="3823"/>
                  </a:lnTo>
                  <a:lnTo>
                    <a:pt x="11778" y="4248"/>
                  </a:lnTo>
                  <a:lnTo>
                    <a:pt x="11547" y="4325"/>
                  </a:lnTo>
                  <a:lnTo>
                    <a:pt x="11585" y="4441"/>
                  </a:lnTo>
                  <a:lnTo>
                    <a:pt x="11547" y="4480"/>
                  </a:lnTo>
                  <a:lnTo>
                    <a:pt x="11392" y="4557"/>
                  </a:lnTo>
                  <a:lnTo>
                    <a:pt x="11469" y="4557"/>
                  </a:lnTo>
                  <a:lnTo>
                    <a:pt x="10967" y="5020"/>
                  </a:lnTo>
                  <a:lnTo>
                    <a:pt x="10427" y="5445"/>
                  </a:lnTo>
                  <a:lnTo>
                    <a:pt x="9539" y="6063"/>
                  </a:lnTo>
                  <a:lnTo>
                    <a:pt x="8612" y="6642"/>
                  </a:lnTo>
                  <a:lnTo>
                    <a:pt x="8149" y="6912"/>
                  </a:lnTo>
                  <a:lnTo>
                    <a:pt x="7647" y="7144"/>
                  </a:lnTo>
                  <a:lnTo>
                    <a:pt x="7145" y="7376"/>
                  </a:lnTo>
                  <a:lnTo>
                    <a:pt x="6643" y="7569"/>
                  </a:lnTo>
                  <a:lnTo>
                    <a:pt x="6604" y="7453"/>
                  </a:lnTo>
                  <a:lnTo>
                    <a:pt x="6411" y="7492"/>
                  </a:lnTo>
                  <a:lnTo>
                    <a:pt x="4905" y="6372"/>
                  </a:lnTo>
                  <a:lnTo>
                    <a:pt x="3322" y="5291"/>
                  </a:lnTo>
                  <a:lnTo>
                    <a:pt x="1739" y="4248"/>
                  </a:lnTo>
                  <a:lnTo>
                    <a:pt x="78" y="3321"/>
                  </a:lnTo>
                  <a:lnTo>
                    <a:pt x="1" y="3399"/>
                  </a:lnTo>
                  <a:lnTo>
                    <a:pt x="3051" y="5600"/>
                  </a:lnTo>
                  <a:lnTo>
                    <a:pt x="6141" y="7723"/>
                  </a:lnTo>
                  <a:lnTo>
                    <a:pt x="5639" y="7839"/>
                  </a:lnTo>
                  <a:lnTo>
                    <a:pt x="5175" y="7916"/>
                  </a:lnTo>
                  <a:lnTo>
                    <a:pt x="4673" y="7955"/>
                  </a:lnTo>
                  <a:lnTo>
                    <a:pt x="4210" y="7994"/>
                  </a:lnTo>
                  <a:lnTo>
                    <a:pt x="4094" y="7994"/>
                  </a:lnTo>
                  <a:lnTo>
                    <a:pt x="4055" y="8071"/>
                  </a:lnTo>
                  <a:lnTo>
                    <a:pt x="4248" y="8303"/>
                  </a:lnTo>
                  <a:lnTo>
                    <a:pt x="5098" y="8303"/>
                  </a:lnTo>
                  <a:lnTo>
                    <a:pt x="5523" y="8264"/>
                  </a:lnTo>
                  <a:lnTo>
                    <a:pt x="5948" y="8187"/>
                  </a:lnTo>
                  <a:lnTo>
                    <a:pt x="6372" y="8110"/>
                  </a:lnTo>
                  <a:lnTo>
                    <a:pt x="6797" y="7955"/>
                  </a:lnTo>
                  <a:lnTo>
                    <a:pt x="7647" y="7646"/>
                  </a:lnTo>
                  <a:lnTo>
                    <a:pt x="8458" y="7221"/>
                  </a:lnTo>
                  <a:lnTo>
                    <a:pt x="9230" y="6758"/>
                  </a:lnTo>
                  <a:lnTo>
                    <a:pt x="10002" y="6295"/>
                  </a:lnTo>
                  <a:lnTo>
                    <a:pt x="10659" y="5793"/>
                  </a:lnTo>
                  <a:lnTo>
                    <a:pt x="11315" y="5252"/>
                  </a:lnTo>
                  <a:lnTo>
                    <a:pt x="11933" y="4673"/>
                  </a:lnTo>
                  <a:lnTo>
                    <a:pt x="12512" y="4055"/>
                  </a:lnTo>
                  <a:lnTo>
                    <a:pt x="12975" y="3360"/>
                  </a:lnTo>
                  <a:lnTo>
                    <a:pt x="13207" y="3012"/>
                  </a:lnTo>
                  <a:lnTo>
                    <a:pt x="13400" y="2665"/>
                  </a:lnTo>
                  <a:lnTo>
                    <a:pt x="13555" y="2279"/>
                  </a:lnTo>
                  <a:lnTo>
                    <a:pt x="13709" y="1893"/>
                  </a:lnTo>
                  <a:lnTo>
                    <a:pt x="13864" y="1506"/>
                  </a:lnTo>
                  <a:lnTo>
                    <a:pt x="13941" y="1082"/>
                  </a:lnTo>
                  <a:lnTo>
                    <a:pt x="14018" y="657"/>
                  </a:lnTo>
                  <a:lnTo>
                    <a:pt x="14057" y="232"/>
                  </a:lnTo>
                  <a:lnTo>
                    <a:pt x="14018" y="116"/>
                  </a:lnTo>
                  <a:lnTo>
                    <a:pt x="13941" y="39"/>
                  </a:lnTo>
                  <a:lnTo>
                    <a:pt x="1394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2"/>
            <p:cNvSpPr/>
            <p:nvPr/>
          </p:nvSpPr>
          <p:spPr>
            <a:xfrm>
              <a:off x="6594125" y="2709300"/>
              <a:ext cx="66625" cy="99450"/>
            </a:xfrm>
            <a:custGeom>
              <a:avLst/>
              <a:gdLst/>
              <a:ahLst/>
              <a:cxnLst/>
              <a:rect l="l" t="t" r="r" b="b"/>
              <a:pathLst>
                <a:path w="2665" h="3978" extrusionOk="0">
                  <a:moveTo>
                    <a:pt x="850" y="0"/>
                  </a:moveTo>
                  <a:lnTo>
                    <a:pt x="502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1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0" y="2703"/>
                  </a:lnTo>
                  <a:lnTo>
                    <a:pt x="39" y="2935"/>
                  </a:lnTo>
                  <a:lnTo>
                    <a:pt x="78" y="3167"/>
                  </a:lnTo>
                  <a:lnTo>
                    <a:pt x="155" y="3398"/>
                  </a:lnTo>
                  <a:lnTo>
                    <a:pt x="309" y="3591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8" y="3939"/>
                  </a:lnTo>
                  <a:lnTo>
                    <a:pt x="1120" y="3977"/>
                  </a:lnTo>
                  <a:lnTo>
                    <a:pt x="1313" y="3900"/>
                  </a:lnTo>
                  <a:lnTo>
                    <a:pt x="1506" y="3823"/>
                  </a:lnTo>
                  <a:lnTo>
                    <a:pt x="1661" y="3669"/>
                  </a:lnTo>
                  <a:lnTo>
                    <a:pt x="1815" y="3514"/>
                  </a:lnTo>
                  <a:lnTo>
                    <a:pt x="1970" y="3282"/>
                  </a:lnTo>
                  <a:lnTo>
                    <a:pt x="2085" y="3051"/>
                  </a:lnTo>
                  <a:lnTo>
                    <a:pt x="2317" y="2549"/>
                  </a:lnTo>
                  <a:lnTo>
                    <a:pt x="2472" y="2008"/>
                  </a:lnTo>
                  <a:lnTo>
                    <a:pt x="2626" y="1467"/>
                  </a:lnTo>
                  <a:lnTo>
                    <a:pt x="2665" y="1043"/>
                  </a:lnTo>
                  <a:lnTo>
                    <a:pt x="2394" y="1004"/>
                  </a:lnTo>
                  <a:lnTo>
                    <a:pt x="2008" y="2008"/>
                  </a:lnTo>
                  <a:lnTo>
                    <a:pt x="1738" y="2665"/>
                  </a:lnTo>
                  <a:lnTo>
                    <a:pt x="1545" y="3012"/>
                  </a:lnTo>
                  <a:lnTo>
                    <a:pt x="1468" y="3205"/>
                  </a:lnTo>
                  <a:lnTo>
                    <a:pt x="1313" y="3282"/>
                  </a:lnTo>
                  <a:lnTo>
                    <a:pt x="1159" y="3282"/>
                  </a:lnTo>
                  <a:lnTo>
                    <a:pt x="966" y="3205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3"/>
                  </a:lnTo>
                  <a:lnTo>
                    <a:pt x="541" y="2356"/>
                  </a:lnTo>
                  <a:lnTo>
                    <a:pt x="580" y="2047"/>
                  </a:lnTo>
                  <a:lnTo>
                    <a:pt x="618" y="1622"/>
                  </a:lnTo>
                  <a:lnTo>
                    <a:pt x="734" y="1197"/>
                  </a:lnTo>
                  <a:lnTo>
                    <a:pt x="888" y="772"/>
                  </a:lnTo>
                  <a:lnTo>
                    <a:pt x="1043" y="348"/>
                  </a:lnTo>
                  <a:lnTo>
                    <a:pt x="1082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2"/>
            <p:cNvSpPr/>
            <p:nvPr/>
          </p:nvSpPr>
          <p:spPr>
            <a:xfrm>
              <a:off x="464975" y="2716050"/>
              <a:ext cx="126500" cy="69525"/>
            </a:xfrm>
            <a:custGeom>
              <a:avLst/>
              <a:gdLst/>
              <a:ahLst/>
              <a:cxnLst/>
              <a:rect l="l" t="t" r="r" b="b"/>
              <a:pathLst>
                <a:path w="5060" h="2781" extrusionOk="0">
                  <a:moveTo>
                    <a:pt x="4905" y="0"/>
                  </a:moveTo>
                  <a:lnTo>
                    <a:pt x="3823" y="618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395"/>
                  </a:lnTo>
                  <a:lnTo>
                    <a:pt x="39" y="2472"/>
                  </a:lnTo>
                  <a:lnTo>
                    <a:pt x="0" y="2588"/>
                  </a:lnTo>
                  <a:lnTo>
                    <a:pt x="39" y="2665"/>
                  </a:lnTo>
                  <a:lnTo>
                    <a:pt x="116" y="2742"/>
                  </a:lnTo>
                  <a:lnTo>
                    <a:pt x="387" y="2781"/>
                  </a:lnTo>
                  <a:lnTo>
                    <a:pt x="1082" y="2588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2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2"/>
            <p:cNvSpPr/>
            <p:nvPr/>
          </p:nvSpPr>
          <p:spPr>
            <a:xfrm>
              <a:off x="2488400" y="2725700"/>
              <a:ext cx="48275" cy="165100"/>
            </a:xfrm>
            <a:custGeom>
              <a:avLst/>
              <a:gdLst/>
              <a:ahLst/>
              <a:cxnLst/>
              <a:rect l="l" t="t" r="r" b="b"/>
              <a:pathLst>
                <a:path w="1931" h="6604" extrusionOk="0">
                  <a:moveTo>
                    <a:pt x="271" y="1"/>
                  </a:moveTo>
                  <a:lnTo>
                    <a:pt x="193" y="39"/>
                  </a:lnTo>
                  <a:lnTo>
                    <a:pt x="155" y="39"/>
                  </a:lnTo>
                  <a:lnTo>
                    <a:pt x="0" y="155"/>
                  </a:lnTo>
                  <a:lnTo>
                    <a:pt x="0" y="194"/>
                  </a:lnTo>
                  <a:lnTo>
                    <a:pt x="348" y="1815"/>
                  </a:lnTo>
                  <a:lnTo>
                    <a:pt x="773" y="3437"/>
                  </a:lnTo>
                  <a:lnTo>
                    <a:pt x="1236" y="5021"/>
                  </a:lnTo>
                  <a:lnTo>
                    <a:pt x="1738" y="6604"/>
                  </a:lnTo>
                  <a:lnTo>
                    <a:pt x="1931" y="6565"/>
                  </a:lnTo>
                  <a:lnTo>
                    <a:pt x="1622" y="4982"/>
                  </a:lnTo>
                  <a:lnTo>
                    <a:pt x="1236" y="3360"/>
                  </a:lnTo>
                  <a:lnTo>
                    <a:pt x="773" y="1777"/>
                  </a:lnTo>
                  <a:lnTo>
                    <a:pt x="271" y="194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2"/>
            <p:cNvSpPr/>
            <p:nvPr/>
          </p:nvSpPr>
          <p:spPr>
            <a:xfrm>
              <a:off x="2495150" y="2725700"/>
              <a:ext cx="165100" cy="91725"/>
            </a:xfrm>
            <a:custGeom>
              <a:avLst/>
              <a:gdLst/>
              <a:ahLst/>
              <a:cxnLst/>
              <a:rect l="l" t="t" r="r" b="b"/>
              <a:pathLst>
                <a:path w="6604" h="3669" extrusionOk="0">
                  <a:moveTo>
                    <a:pt x="116" y="1"/>
                  </a:moveTo>
                  <a:lnTo>
                    <a:pt x="1" y="194"/>
                  </a:lnTo>
                  <a:lnTo>
                    <a:pt x="1622" y="1043"/>
                  </a:lnTo>
                  <a:lnTo>
                    <a:pt x="3244" y="1893"/>
                  </a:lnTo>
                  <a:lnTo>
                    <a:pt x="4017" y="2356"/>
                  </a:lnTo>
                  <a:lnTo>
                    <a:pt x="4827" y="2819"/>
                  </a:lnTo>
                  <a:lnTo>
                    <a:pt x="5638" y="3283"/>
                  </a:lnTo>
                  <a:lnTo>
                    <a:pt x="6024" y="3476"/>
                  </a:lnTo>
                  <a:lnTo>
                    <a:pt x="6449" y="3669"/>
                  </a:lnTo>
                  <a:lnTo>
                    <a:pt x="6604" y="3592"/>
                  </a:lnTo>
                  <a:lnTo>
                    <a:pt x="6604" y="3515"/>
                  </a:lnTo>
                  <a:lnTo>
                    <a:pt x="6565" y="3437"/>
                  </a:lnTo>
                  <a:lnTo>
                    <a:pt x="6218" y="3167"/>
                  </a:lnTo>
                  <a:lnTo>
                    <a:pt x="5870" y="2935"/>
                  </a:lnTo>
                  <a:lnTo>
                    <a:pt x="5098" y="2472"/>
                  </a:lnTo>
                  <a:lnTo>
                    <a:pt x="3515" y="1622"/>
                  </a:lnTo>
                  <a:lnTo>
                    <a:pt x="1815" y="773"/>
                  </a:lnTo>
                  <a:lnTo>
                    <a:pt x="966" y="387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2"/>
            <p:cNvSpPr/>
            <p:nvPr/>
          </p:nvSpPr>
          <p:spPr>
            <a:xfrm>
              <a:off x="4212550" y="2732450"/>
              <a:ext cx="315700" cy="477900"/>
            </a:xfrm>
            <a:custGeom>
              <a:avLst/>
              <a:gdLst/>
              <a:ahLst/>
              <a:cxnLst/>
              <a:rect l="l" t="t" r="r" b="b"/>
              <a:pathLst>
                <a:path w="12628" h="19116" extrusionOk="0">
                  <a:moveTo>
                    <a:pt x="1004" y="619"/>
                  </a:moveTo>
                  <a:lnTo>
                    <a:pt x="1661" y="850"/>
                  </a:lnTo>
                  <a:lnTo>
                    <a:pt x="2317" y="1121"/>
                  </a:lnTo>
                  <a:lnTo>
                    <a:pt x="2742" y="1352"/>
                  </a:lnTo>
                  <a:lnTo>
                    <a:pt x="3167" y="1584"/>
                  </a:lnTo>
                  <a:lnTo>
                    <a:pt x="3321" y="1700"/>
                  </a:lnTo>
                  <a:lnTo>
                    <a:pt x="3476" y="1854"/>
                  </a:lnTo>
                  <a:lnTo>
                    <a:pt x="3669" y="2125"/>
                  </a:lnTo>
                  <a:lnTo>
                    <a:pt x="3862" y="2472"/>
                  </a:lnTo>
                  <a:lnTo>
                    <a:pt x="4016" y="2820"/>
                  </a:lnTo>
                  <a:lnTo>
                    <a:pt x="5677" y="6797"/>
                  </a:lnTo>
                  <a:lnTo>
                    <a:pt x="9075" y="15022"/>
                  </a:lnTo>
                  <a:lnTo>
                    <a:pt x="9152" y="15099"/>
                  </a:lnTo>
                  <a:lnTo>
                    <a:pt x="9191" y="15138"/>
                  </a:lnTo>
                  <a:lnTo>
                    <a:pt x="9345" y="15138"/>
                  </a:lnTo>
                  <a:lnTo>
                    <a:pt x="8920" y="15370"/>
                  </a:lnTo>
                  <a:lnTo>
                    <a:pt x="7955" y="13516"/>
                  </a:lnTo>
                  <a:lnTo>
                    <a:pt x="6990" y="11663"/>
                  </a:lnTo>
                  <a:lnTo>
                    <a:pt x="5020" y="7956"/>
                  </a:lnTo>
                  <a:lnTo>
                    <a:pt x="3012" y="4287"/>
                  </a:lnTo>
                  <a:lnTo>
                    <a:pt x="1004" y="619"/>
                  </a:lnTo>
                  <a:close/>
                  <a:moveTo>
                    <a:pt x="657" y="503"/>
                  </a:moveTo>
                  <a:lnTo>
                    <a:pt x="657" y="541"/>
                  </a:lnTo>
                  <a:lnTo>
                    <a:pt x="4673" y="8033"/>
                  </a:lnTo>
                  <a:lnTo>
                    <a:pt x="6719" y="11740"/>
                  </a:lnTo>
                  <a:lnTo>
                    <a:pt x="7762" y="13593"/>
                  </a:lnTo>
                  <a:lnTo>
                    <a:pt x="8805" y="15447"/>
                  </a:lnTo>
                  <a:lnTo>
                    <a:pt x="8650" y="15524"/>
                  </a:lnTo>
                  <a:lnTo>
                    <a:pt x="7414" y="13748"/>
                  </a:lnTo>
                  <a:lnTo>
                    <a:pt x="6179" y="12010"/>
                  </a:lnTo>
                  <a:lnTo>
                    <a:pt x="3592" y="8535"/>
                  </a:lnTo>
                  <a:lnTo>
                    <a:pt x="2317" y="6758"/>
                  </a:lnTo>
                  <a:lnTo>
                    <a:pt x="1004" y="4944"/>
                  </a:lnTo>
                  <a:lnTo>
                    <a:pt x="850" y="4712"/>
                  </a:lnTo>
                  <a:lnTo>
                    <a:pt x="734" y="4480"/>
                  </a:lnTo>
                  <a:lnTo>
                    <a:pt x="618" y="4210"/>
                  </a:lnTo>
                  <a:lnTo>
                    <a:pt x="541" y="3940"/>
                  </a:lnTo>
                  <a:lnTo>
                    <a:pt x="464" y="3399"/>
                  </a:lnTo>
                  <a:lnTo>
                    <a:pt x="425" y="2820"/>
                  </a:lnTo>
                  <a:lnTo>
                    <a:pt x="464" y="2241"/>
                  </a:lnTo>
                  <a:lnTo>
                    <a:pt x="502" y="1661"/>
                  </a:lnTo>
                  <a:lnTo>
                    <a:pt x="657" y="503"/>
                  </a:lnTo>
                  <a:close/>
                  <a:moveTo>
                    <a:pt x="11508" y="12280"/>
                  </a:moveTo>
                  <a:lnTo>
                    <a:pt x="11662" y="12358"/>
                  </a:lnTo>
                  <a:lnTo>
                    <a:pt x="11817" y="12435"/>
                  </a:lnTo>
                  <a:lnTo>
                    <a:pt x="12164" y="12860"/>
                  </a:lnTo>
                  <a:lnTo>
                    <a:pt x="12241" y="13053"/>
                  </a:lnTo>
                  <a:lnTo>
                    <a:pt x="12280" y="13246"/>
                  </a:lnTo>
                  <a:lnTo>
                    <a:pt x="12241" y="13439"/>
                  </a:lnTo>
                  <a:lnTo>
                    <a:pt x="12203" y="13632"/>
                  </a:lnTo>
                  <a:lnTo>
                    <a:pt x="12048" y="14018"/>
                  </a:lnTo>
                  <a:lnTo>
                    <a:pt x="11855" y="14366"/>
                  </a:lnTo>
                  <a:lnTo>
                    <a:pt x="11508" y="14790"/>
                  </a:lnTo>
                  <a:lnTo>
                    <a:pt x="11121" y="15176"/>
                  </a:lnTo>
                  <a:lnTo>
                    <a:pt x="10697" y="15524"/>
                  </a:lnTo>
                  <a:lnTo>
                    <a:pt x="10272" y="15872"/>
                  </a:lnTo>
                  <a:lnTo>
                    <a:pt x="10156" y="15872"/>
                  </a:lnTo>
                  <a:lnTo>
                    <a:pt x="10118" y="15987"/>
                  </a:lnTo>
                  <a:lnTo>
                    <a:pt x="9770" y="16180"/>
                  </a:lnTo>
                  <a:lnTo>
                    <a:pt x="9114" y="16605"/>
                  </a:lnTo>
                  <a:lnTo>
                    <a:pt x="8457" y="16953"/>
                  </a:lnTo>
                  <a:lnTo>
                    <a:pt x="7723" y="17262"/>
                  </a:lnTo>
                  <a:lnTo>
                    <a:pt x="6990" y="17493"/>
                  </a:lnTo>
                  <a:lnTo>
                    <a:pt x="6642" y="17609"/>
                  </a:lnTo>
                  <a:lnTo>
                    <a:pt x="6295" y="17648"/>
                  </a:lnTo>
                  <a:lnTo>
                    <a:pt x="5754" y="17648"/>
                  </a:lnTo>
                  <a:lnTo>
                    <a:pt x="5561" y="17571"/>
                  </a:lnTo>
                  <a:lnTo>
                    <a:pt x="5445" y="17493"/>
                  </a:lnTo>
                  <a:lnTo>
                    <a:pt x="5329" y="17416"/>
                  </a:lnTo>
                  <a:lnTo>
                    <a:pt x="5098" y="17184"/>
                  </a:lnTo>
                  <a:lnTo>
                    <a:pt x="4982" y="16876"/>
                  </a:lnTo>
                  <a:lnTo>
                    <a:pt x="4904" y="16605"/>
                  </a:lnTo>
                  <a:lnTo>
                    <a:pt x="4943" y="16412"/>
                  </a:lnTo>
                  <a:lnTo>
                    <a:pt x="4982" y="16219"/>
                  </a:lnTo>
                  <a:lnTo>
                    <a:pt x="5059" y="16065"/>
                  </a:lnTo>
                  <a:lnTo>
                    <a:pt x="5175" y="15949"/>
                  </a:lnTo>
                  <a:lnTo>
                    <a:pt x="5291" y="15833"/>
                  </a:lnTo>
                  <a:lnTo>
                    <a:pt x="5406" y="15756"/>
                  </a:lnTo>
                  <a:lnTo>
                    <a:pt x="5522" y="15717"/>
                  </a:lnTo>
                  <a:lnTo>
                    <a:pt x="5638" y="15756"/>
                  </a:lnTo>
                  <a:lnTo>
                    <a:pt x="5793" y="15833"/>
                  </a:lnTo>
                  <a:lnTo>
                    <a:pt x="5947" y="15949"/>
                  </a:lnTo>
                  <a:lnTo>
                    <a:pt x="6063" y="16142"/>
                  </a:lnTo>
                  <a:lnTo>
                    <a:pt x="6256" y="16374"/>
                  </a:lnTo>
                  <a:lnTo>
                    <a:pt x="6102" y="16412"/>
                  </a:lnTo>
                  <a:lnTo>
                    <a:pt x="6024" y="16451"/>
                  </a:lnTo>
                  <a:lnTo>
                    <a:pt x="6024" y="16567"/>
                  </a:lnTo>
                  <a:lnTo>
                    <a:pt x="6063" y="16644"/>
                  </a:lnTo>
                  <a:lnTo>
                    <a:pt x="6140" y="16644"/>
                  </a:lnTo>
                  <a:lnTo>
                    <a:pt x="6912" y="16567"/>
                  </a:lnTo>
                  <a:lnTo>
                    <a:pt x="7685" y="16374"/>
                  </a:lnTo>
                  <a:lnTo>
                    <a:pt x="8496" y="16065"/>
                  </a:lnTo>
                  <a:lnTo>
                    <a:pt x="9229" y="15717"/>
                  </a:lnTo>
                  <a:lnTo>
                    <a:pt x="9616" y="15485"/>
                  </a:lnTo>
                  <a:lnTo>
                    <a:pt x="9963" y="15254"/>
                  </a:lnTo>
                  <a:lnTo>
                    <a:pt x="10272" y="15022"/>
                  </a:lnTo>
                  <a:lnTo>
                    <a:pt x="10581" y="14752"/>
                  </a:lnTo>
                  <a:lnTo>
                    <a:pt x="10890" y="14481"/>
                  </a:lnTo>
                  <a:lnTo>
                    <a:pt x="11121" y="14173"/>
                  </a:lnTo>
                  <a:lnTo>
                    <a:pt x="11353" y="13825"/>
                  </a:lnTo>
                  <a:lnTo>
                    <a:pt x="11546" y="13516"/>
                  </a:lnTo>
                  <a:lnTo>
                    <a:pt x="11546" y="13439"/>
                  </a:lnTo>
                  <a:lnTo>
                    <a:pt x="11546" y="13362"/>
                  </a:lnTo>
                  <a:lnTo>
                    <a:pt x="11508" y="13284"/>
                  </a:lnTo>
                  <a:lnTo>
                    <a:pt x="11430" y="13246"/>
                  </a:lnTo>
                  <a:lnTo>
                    <a:pt x="11237" y="13246"/>
                  </a:lnTo>
                  <a:lnTo>
                    <a:pt x="11160" y="13323"/>
                  </a:lnTo>
                  <a:lnTo>
                    <a:pt x="10967" y="13671"/>
                  </a:lnTo>
                  <a:lnTo>
                    <a:pt x="10774" y="13555"/>
                  </a:lnTo>
                  <a:lnTo>
                    <a:pt x="10658" y="13439"/>
                  </a:lnTo>
                  <a:lnTo>
                    <a:pt x="10619" y="13284"/>
                  </a:lnTo>
                  <a:lnTo>
                    <a:pt x="10581" y="13169"/>
                  </a:lnTo>
                  <a:lnTo>
                    <a:pt x="10619" y="13014"/>
                  </a:lnTo>
                  <a:lnTo>
                    <a:pt x="10658" y="12860"/>
                  </a:lnTo>
                  <a:lnTo>
                    <a:pt x="10851" y="12628"/>
                  </a:lnTo>
                  <a:lnTo>
                    <a:pt x="10928" y="12473"/>
                  </a:lnTo>
                  <a:lnTo>
                    <a:pt x="11044" y="12358"/>
                  </a:lnTo>
                  <a:lnTo>
                    <a:pt x="11121" y="12319"/>
                  </a:lnTo>
                  <a:lnTo>
                    <a:pt x="11237" y="12280"/>
                  </a:lnTo>
                  <a:close/>
                  <a:moveTo>
                    <a:pt x="425" y="1"/>
                  </a:moveTo>
                  <a:lnTo>
                    <a:pt x="348" y="40"/>
                  </a:lnTo>
                  <a:lnTo>
                    <a:pt x="271" y="117"/>
                  </a:lnTo>
                  <a:lnTo>
                    <a:pt x="232" y="194"/>
                  </a:lnTo>
                  <a:lnTo>
                    <a:pt x="78" y="2588"/>
                  </a:lnTo>
                  <a:lnTo>
                    <a:pt x="39" y="3013"/>
                  </a:lnTo>
                  <a:lnTo>
                    <a:pt x="0" y="3476"/>
                  </a:lnTo>
                  <a:lnTo>
                    <a:pt x="39" y="3901"/>
                  </a:lnTo>
                  <a:lnTo>
                    <a:pt x="116" y="4326"/>
                  </a:lnTo>
                  <a:lnTo>
                    <a:pt x="232" y="4519"/>
                  </a:lnTo>
                  <a:lnTo>
                    <a:pt x="348" y="4751"/>
                  </a:lnTo>
                  <a:lnTo>
                    <a:pt x="618" y="5175"/>
                  </a:lnTo>
                  <a:lnTo>
                    <a:pt x="1236" y="5986"/>
                  </a:lnTo>
                  <a:lnTo>
                    <a:pt x="2665" y="7956"/>
                  </a:lnTo>
                  <a:lnTo>
                    <a:pt x="5445" y="11817"/>
                  </a:lnTo>
                  <a:lnTo>
                    <a:pt x="6874" y="13748"/>
                  </a:lnTo>
                  <a:lnTo>
                    <a:pt x="8341" y="15640"/>
                  </a:lnTo>
                  <a:lnTo>
                    <a:pt x="7492" y="15987"/>
                  </a:lnTo>
                  <a:lnTo>
                    <a:pt x="6642" y="16258"/>
                  </a:lnTo>
                  <a:lnTo>
                    <a:pt x="6681" y="16103"/>
                  </a:lnTo>
                  <a:lnTo>
                    <a:pt x="6681" y="15949"/>
                  </a:lnTo>
                  <a:lnTo>
                    <a:pt x="6642" y="15756"/>
                  </a:lnTo>
                  <a:lnTo>
                    <a:pt x="6565" y="15640"/>
                  </a:lnTo>
                  <a:lnTo>
                    <a:pt x="6488" y="15485"/>
                  </a:lnTo>
                  <a:lnTo>
                    <a:pt x="6333" y="15370"/>
                  </a:lnTo>
                  <a:lnTo>
                    <a:pt x="6179" y="15292"/>
                  </a:lnTo>
                  <a:lnTo>
                    <a:pt x="6024" y="15254"/>
                  </a:lnTo>
                  <a:lnTo>
                    <a:pt x="5715" y="15254"/>
                  </a:lnTo>
                  <a:lnTo>
                    <a:pt x="5484" y="15292"/>
                  </a:lnTo>
                  <a:lnTo>
                    <a:pt x="5213" y="15408"/>
                  </a:lnTo>
                  <a:lnTo>
                    <a:pt x="5020" y="15601"/>
                  </a:lnTo>
                  <a:lnTo>
                    <a:pt x="4827" y="15794"/>
                  </a:lnTo>
                  <a:lnTo>
                    <a:pt x="4711" y="16026"/>
                  </a:lnTo>
                  <a:lnTo>
                    <a:pt x="4596" y="16296"/>
                  </a:lnTo>
                  <a:lnTo>
                    <a:pt x="4596" y="16567"/>
                  </a:lnTo>
                  <a:lnTo>
                    <a:pt x="4634" y="16991"/>
                  </a:lnTo>
                  <a:lnTo>
                    <a:pt x="4750" y="17300"/>
                  </a:lnTo>
                  <a:lnTo>
                    <a:pt x="4904" y="17532"/>
                  </a:lnTo>
                  <a:lnTo>
                    <a:pt x="5098" y="17725"/>
                  </a:lnTo>
                  <a:lnTo>
                    <a:pt x="5368" y="17841"/>
                  </a:lnTo>
                  <a:lnTo>
                    <a:pt x="5677" y="17918"/>
                  </a:lnTo>
                  <a:lnTo>
                    <a:pt x="6024" y="17957"/>
                  </a:lnTo>
                  <a:lnTo>
                    <a:pt x="6372" y="17918"/>
                  </a:lnTo>
                  <a:lnTo>
                    <a:pt x="6719" y="17841"/>
                  </a:lnTo>
                  <a:lnTo>
                    <a:pt x="7106" y="17764"/>
                  </a:lnTo>
                  <a:lnTo>
                    <a:pt x="7878" y="17532"/>
                  </a:lnTo>
                  <a:lnTo>
                    <a:pt x="8573" y="17223"/>
                  </a:lnTo>
                  <a:lnTo>
                    <a:pt x="9152" y="16953"/>
                  </a:lnTo>
                  <a:lnTo>
                    <a:pt x="9229" y="16876"/>
                  </a:lnTo>
                  <a:lnTo>
                    <a:pt x="9461" y="16760"/>
                  </a:lnTo>
                  <a:lnTo>
                    <a:pt x="10233" y="16258"/>
                  </a:lnTo>
                  <a:lnTo>
                    <a:pt x="10813" y="17107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5"/>
                  </a:lnTo>
                  <a:lnTo>
                    <a:pt x="12280" y="19038"/>
                  </a:lnTo>
                  <a:lnTo>
                    <a:pt x="12203" y="18884"/>
                  </a:lnTo>
                  <a:lnTo>
                    <a:pt x="11817" y="18150"/>
                  </a:lnTo>
                  <a:lnTo>
                    <a:pt x="11392" y="17455"/>
                  </a:lnTo>
                  <a:lnTo>
                    <a:pt x="10928" y="16760"/>
                  </a:lnTo>
                  <a:lnTo>
                    <a:pt x="10465" y="16103"/>
                  </a:lnTo>
                  <a:lnTo>
                    <a:pt x="10967" y="15717"/>
                  </a:lnTo>
                  <a:lnTo>
                    <a:pt x="11469" y="15254"/>
                  </a:lnTo>
                  <a:lnTo>
                    <a:pt x="11894" y="14790"/>
                  </a:lnTo>
                  <a:lnTo>
                    <a:pt x="12125" y="14559"/>
                  </a:lnTo>
                  <a:lnTo>
                    <a:pt x="12280" y="14288"/>
                  </a:lnTo>
                  <a:lnTo>
                    <a:pt x="12434" y="14057"/>
                  </a:lnTo>
                  <a:lnTo>
                    <a:pt x="12512" y="13786"/>
                  </a:lnTo>
                  <a:lnTo>
                    <a:pt x="12589" y="13555"/>
                  </a:lnTo>
                  <a:lnTo>
                    <a:pt x="12627" y="13284"/>
                  </a:lnTo>
                  <a:lnTo>
                    <a:pt x="12589" y="13053"/>
                  </a:lnTo>
                  <a:lnTo>
                    <a:pt x="12512" y="12821"/>
                  </a:lnTo>
                  <a:lnTo>
                    <a:pt x="12357" y="12589"/>
                  </a:lnTo>
                  <a:lnTo>
                    <a:pt x="12164" y="12358"/>
                  </a:lnTo>
                  <a:lnTo>
                    <a:pt x="11971" y="12203"/>
                  </a:lnTo>
                  <a:lnTo>
                    <a:pt x="11739" y="12087"/>
                  </a:lnTo>
                  <a:lnTo>
                    <a:pt x="11469" y="12010"/>
                  </a:lnTo>
                  <a:lnTo>
                    <a:pt x="11237" y="12010"/>
                  </a:lnTo>
                  <a:lnTo>
                    <a:pt x="10967" y="12049"/>
                  </a:lnTo>
                  <a:lnTo>
                    <a:pt x="10735" y="12126"/>
                  </a:lnTo>
                  <a:lnTo>
                    <a:pt x="10542" y="12280"/>
                  </a:lnTo>
                  <a:lnTo>
                    <a:pt x="10388" y="12512"/>
                  </a:lnTo>
                  <a:lnTo>
                    <a:pt x="10311" y="12705"/>
                  </a:lnTo>
                  <a:lnTo>
                    <a:pt x="10272" y="12898"/>
                  </a:lnTo>
                  <a:lnTo>
                    <a:pt x="10272" y="13091"/>
                  </a:lnTo>
                  <a:lnTo>
                    <a:pt x="10311" y="13284"/>
                  </a:lnTo>
                  <a:lnTo>
                    <a:pt x="10388" y="13477"/>
                  </a:lnTo>
                  <a:lnTo>
                    <a:pt x="10504" y="13632"/>
                  </a:lnTo>
                  <a:lnTo>
                    <a:pt x="10619" y="13786"/>
                  </a:lnTo>
                  <a:lnTo>
                    <a:pt x="10813" y="13902"/>
                  </a:lnTo>
                  <a:lnTo>
                    <a:pt x="10504" y="14250"/>
                  </a:lnTo>
                  <a:lnTo>
                    <a:pt x="10156" y="14597"/>
                  </a:lnTo>
                  <a:lnTo>
                    <a:pt x="9770" y="14868"/>
                  </a:lnTo>
                  <a:lnTo>
                    <a:pt x="9430" y="15084"/>
                  </a:lnTo>
                  <a:lnTo>
                    <a:pt x="9461" y="15022"/>
                  </a:lnTo>
                  <a:lnTo>
                    <a:pt x="9500" y="14945"/>
                  </a:lnTo>
                  <a:lnTo>
                    <a:pt x="9461" y="14829"/>
                  </a:lnTo>
                  <a:lnTo>
                    <a:pt x="5715" y="5754"/>
                  </a:lnTo>
                  <a:lnTo>
                    <a:pt x="4789" y="3476"/>
                  </a:lnTo>
                  <a:lnTo>
                    <a:pt x="4364" y="2472"/>
                  </a:lnTo>
                  <a:lnTo>
                    <a:pt x="4132" y="1970"/>
                  </a:lnTo>
                  <a:lnTo>
                    <a:pt x="3978" y="1739"/>
                  </a:lnTo>
                  <a:lnTo>
                    <a:pt x="3823" y="1545"/>
                  </a:lnTo>
                  <a:lnTo>
                    <a:pt x="3514" y="1237"/>
                  </a:lnTo>
                  <a:lnTo>
                    <a:pt x="3128" y="966"/>
                  </a:lnTo>
                  <a:lnTo>
                    <a:pt x="2742" y="773"/>
                  </a:lnTo>
                  <a:lnTo>
                    <a:pt x="2279" y="541"/>
                  </a:lnTo>
                  <a:lnTo>
                    <a:pt x="1815" y="387"/>
                  </a:lnTo>
                  <a:lnTo>
                    <a:pt x="1391" y="233"/>
                  </a:lnTo>
                  <a:lnTo>
                    <a:pt x="54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2"/>
            <p:cNvSpPr/>
            <p:nvPr/>
          </p:nvSpPr>
          <p:spPr>
            <a:xfrm>
              <a:off x="3419975" y="2751775"/>
              <a:ext cx="68575" cy="77250"/>
            </a:xfrm>
            <a:custGeom>
              <a:avLst/>
              <a:gdLst/>
              <a:ahLst/>
              <a:cxnLst/>
              <a:rect l="l" t="t" r="r" b="b"/>
              <a:pathLst>
                <a:path w="2743" h="3090" extrusionOk="0">
                  <a:moveTo>
                    <a:pt x="1198" y="464"/>
                  </a:moveTo>
                  <a:lnTo>
                    <a:pt x="1429" y="502"/>
                  </a:lnTo>
                  <a:lnTo>
                    <a:pt x="1700" y="618"/>
                  </a:lnTo>
                  <a:lnTo>
                    <a:pt x="1893" y="772"/>
                  </a:lnTo>
                  <a:lnTo>
                    <a:pt x="2047" y="966"/>
                  </a:lnTo>
                  <a:lnTo>
                    <a:pt x="2163" y="1159"/>
                  </a:lnTo>
                  <a:lnTo>
                    <a:pt x="2240" y="1352"/>
                  </a:lnTo>
                  <a:lnTo>
                    <a:pt x="2356" y="1738"/>
                  </a:lnTo>
                  <a:lnTo>
                    <a:pt x="2395" y="2163"/>
                  </a:lnTo>
                  <a:lnTo>
                    <a:pt x="2395" y="2587"/>
                  </a:lnTo>
                  <a:lnTo>
                    <a:pt x="2240" y="2433"/>
                  </a:lnTo>
                  <a:lnTo>
                    <a:pt x="2047" y="2278"/>
                  </a:lnTo>
                  <a:lnTo>
                    <a:pt x="1661" y="2085"/>
                  </a:lnTo>
                  <a:lnTo>
                    <a:pt x="1275" y="1931"/>
                  </a:lnTo>
                  <a:lnTo>
                    <a:pt x="1043" y="1815"/>
                  </a:lnTo>
                  <a:lnTo>
                    <a:pt x="850" y="1699"/>
                  </a:lnTo>
                  <a:lnTo>
                    <a:pt x="657" y="1545"/>
                  </a:lnTo>
                  <a:lnTo>
                    <a:pt x="503" y="1390"/>
                  </a:lnTo>
                  <a:lnTo>
                    <a:pt x="425" y="1197"/>
                  </a:lnTo>
                  <a:lnTo>
                    <a:pt x="425" y="1081"/>
                  </a:lnTo>
                  <a:lnTo>
                    <a:pt x="425" y="966"/>
                  </a:lnTo>
                  <a:lnTo>
                    <a:pt x="503" y="811"/>
                  </a:lnTo>
                  <a:lnTo>
                    <a:pt x="541" y="695"/>
                  </a:lnTo>
                  <a:lnTo>
                    <a:pt x="618" y="618"/>
                  </a:lnTo>
                  <a:lnTo>
                    <a:pt x="734" y="541"/>
                  </a:lnTo>
                  <a:lnTo>
                    <a:pt x="850" y="464"/>
                  </a:lnTo>
                  <a:close/>
                  <a:moveTo>
                    <a:pt x="1043" y="0"/>
                  </a:moveTo>
                  <a:lnTo>
                    <a:pt x="812" y="77"/>
                  </a:lnTo>
                  <a:lnTo>
                    <a:pt x="580" y="155"/>
                  </a:lnTo>
                  <a:lnTo>
                    <a:pt x="387" y="309"/>
                  </a:lnTo>
                  <a:lnTo>
                    <a:pt x="232" y="464"/>
                  </a:lnTo>
                  <a:lnTo>
                    <a:pt x="116" y="618"/>
                  </a:lnTo>
                  <a:lnTo>
                    <a:pt x="39" y="811"/>
                  </a:lnTo>
                  <a:lnTo>
                    <a:pt x="1" y="1043"/>
                  </a:lnTo>
                  <a:lnTo>
                    <a:pt x="39" y="1236"/>
                  </a:lnTo>
                  <a:lnTo>
                    <a:pt x="78" y="1468"/>
                  </a:lnTo>
                  <a:lnTo>
                    <a:pt x="194" y="1661"/>
                  </a:lnTo>
                  <a:lnTo>
                    <a:pt x="387" y="1892"/>
                  </a:lnTo>
                  <a:lnTo>
                    <a:pt x="657" y="2085"/>
                  </a:lnTo>
                  <a:lnTo>
                    <a:pt x="927" y="2201"/>
                  </a:lnTo>
                  <a:lnTo>
                    <a:pt x="1236" y="2317"/>
                  </a:lnTo>
                  <a:lnTo>
                    <a:pt x="1507" y="2433"/>
                  </a:lnTo>
                  <a:lnTo>
                    <a:pt x="1777" y="2587"/>
                  </a:lnTo>
                  <a:lnTo>
                    <a:pt x="2009" y="2780"/>
                  </a:lnTo>
                  <a:lnTo>
                    <a:pt x="2240" y="3012"/>
                  </a:lnTo>
                  <a:lnTo>
                    <a:pt x="2317" y="3051"/>
                  </a:lnTo>
                  <a:lnTo>
                    <a:pt x="2395" y="3089"/>
                  </a:lnTo>
                  <a:lnTo>
                    <a:pt x="2472" y="3051"/>
                  </a:lnTo>
                  <a:lnTo>
                    <a:pt x="2549" y="3012"/>
                  </a:lnTo>
                  <a:lnTo>
                    <a:pt x="2588" y="3012"/>
                  </a:lnTo>
                  <a:lnTo>
                    <a:pt x="2626" y="2935"/>
                  </a:lnTo>
                  <a:lnTo>
                    <a:pt x="2704" y="2356"/>
                  </a:lnTo>
                  <a:lnTo>
                    <a:pt x="2742" y="2047"/>
                  </a:lnTo>
                  <a:lnTo>
                    <a:pt x="2704" y="1738"/>
                  </a:lnTo>
                  <a:lnTo>
                    <a:pt x="2665" y="1429"/>
                  </a:lnTo>
                  <a:lnTo>
                    <a:pt x="2588" y="1159"/>
                  </a:lnTo>
                  <a:lnTo>
                    <a:pt x="2472" y="888"/>
                  </a:lnTo>
                  <a:lnTo>
                    <a:pt x="2317" y="618"/>
                  </a:lnTo>
                  <a:lnTo>
                    <a:pt x="2124" y="425"/>
                  </a:lnTo>
                  <a:lnTo>
                    <a:pt x="1931" y="270"/>
                  </a:lnTo>
                  <a:lnTo>
                    <a:pt x="1738" y="155"/>
                  </a:lnTo>
                  <a:lnTo>
                    <a:pt x="1507" y="77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2"/>
            <p:cNvSpPr/>
            <p:nvPr/>
          </p:nvSpPr>
          <p:spPr>
            <a:xfrm>
              <a:off x="408025" y="2759500"/>
              <a:ext cx="66625" cy="99450"/>
            </a:xfrm>
            <a:custGeom>
              <a:avLst/>
              <a:gdLst/>
              <a:ahLst/>
              <a:cxnLst/>
              <a:rect l="l" t="t" r="r" b="b"/>
              <a:pathLst>
                <a:path w="2665" h="3978" extrusionOk="0">
                  <a:moveTo>
                    <a:pt x="850" y="0"/>
                  </a:moveTo>
                  <a:lnTo>
                    <a:pt x="502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1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0" y="2703"/>
                  </a:lnTo>
                  <a:lnTo>
                    <a:pt x="39" y="2935"/>
                  </a:lnTo>
                  <a:lnTo>
                    <a:pt x="77" y="3167"/>
                  </a:lnTo>
                  <a:lnTo>
                    <a:pt x="155" y="3398"/>
                  </a:lnTo>
                  <a:lnTo>
                    <a:pt x="309" y="3591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8" y="3939"/>
                  </a:lnTo>
                  <a:lnTo>
                    <a:pt x="1120" y="3977"/>
                  </a:lnTo>
                  <a:lnTo>
                    <a:pt x="1313" y="3900"/>
                  </a:lnTo>
                  <a:lnTo>
                    <a:pt x="1506" y="3823"/>
                  </a:lnTo>
                  <a:lnTo>
                    <a:pt x="1661" y="3669"/>
                  </a:lnTo>
                  <a:lnTo>
                    <a:pt x="1815" y="3514"/>
                  </a:lnTo>
                  <a:lnTo>
                    <a:pt x="1970" y="3282"/>
                  </a:lnTo>
                  <a:lnTo>
                    <a:pt x="2085" y="3051"/>
                  </a:lnTo>
                  <a:lnTo>
                    <a:pt x="2317" y="2549"/>
                  </a:lnTo>
                  <a:lnTo>
                    <a:pt x="2472" y="2008"/>
                  </a:lnTo>
                  <a:lnTo>
                    <a:pt x="2626" y="1467"/>
                  </a:lnTo>
                  <a:lnTo>
                    <a:pt x="2665" y="1043"/>
                  </a:lnTo>
                  <a:lnTo>
                    <a:pt x="2394" y="1004"/>
                  </a:lnTo>
                  <a:lnTo>
                    <a:pt x="2008" y="2008"/>
                  </a:lnTo>
                  <a:lnTo>
                    <a:pt x="1738" y="2665"/>
                  </a:lnTo>
                  <a:lnTo>
                    <a:pt x="1545" y="3012"/>
                  </a:lnTo>
                  <a:lnTo>
                    <a:pt x="1468" y="3205"/>
                  </a:lnTo>
                  <a:lnTo>
                    <a:pt x="1313" y="3282"/>
                  </a:lnTo>
                  <a:lnTo>
                    <a:pt x="1159" y="3282"/>
                  </a:lnTo>
                  <a:lnTo>
                    <a:pt x="966" y="3205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3"/>
                  </a:lnTo>
                  <a:lnTo>
                    <a:pt x="541" y="2356"/>
                  </a:lnTo>
                  <a:lnTo>
                    <a:pt x="579" y="2047"/>
                  </a:lnTo>
                  <a:lnTo>
                    <a:pt x="618" y="1622"/>
                  </a:lnTo>
                  <a:lnTo>
                    <a:pt x="734" y="1197"/>
                  </a:lnTo>
                  <a:lnTo>
                    <a:pt x="888" y="772"/>
                  </a:lnTo>
                  <a:lnTo>
                    <a:pt x="1043" y="348"/>
                  </a:lnTo>
                  <a:lnTo>
                    <a:pt x="1081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2"/>
            <p:cNvSpPr/>
            <p:nvPr/>
          </p:nvSpPr>
          <p:spPr>
            <a:xfrm>
              <a:off x="1650450" y="2767225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0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0"/>
                  </a:lnTo>
                  <a:lnTo>
                    <a:pt x="3862" y="502"/>
                  </a:lnTo>
                  <a:lnTo>
                    <a:pt x="3321" y="772"/>
                  </a:lnTo>
                  <a:lnTo>
                    <a:pt x="2781" y="1081"/>
                  </a:lnTo>
                  <a:lnTo>
                    <a:pt x="2279" y="1429"/>
                  </a:lnTo>
                  <a:lnTo>
                    <a:pt x="1815" y="1854"/>
                  </a:lnTo>
                  <a:lnTo>
                    <a:pt x="1429" y="2278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3" y="3746"/>
                  </a:lnTo>
                  <a:lnTo>
                    <a:pt x="271" y="4248"/>
                  </a:lnTo>
                  <a:lnTo>
                    <a:pt x="116" y="4788"/>
                  </a:lnTo>
                  <a:lnTo>
                    <a:pt x="1" y="5367"/>
                  </a:lnTo>
                  <a:lnTo>
                    <a:pt x="348" y="5406"/>
                  </a:lnTo>
                  <a:lnTo>
                    <a:pt x="464" y="4981"/>
                  </a:lnTo>
                  <a:lnTo>
                    <a:pt x="580" y="4595"/>
                  </a:lnTo>
                  <a:lnTo>
                    <a:pt x="811" y="3977"/>
                  </a:lnTo>
                  <a:lnTo>
                    <a:pt x="1120" y="3398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6"/>
                  </a:lnTo>
                  <a:lnTo>
                    <a:pt x="3399" y="1158"/>
                  </a:lnTo>
                  <a:lnTo>
                    <a:pt x="3978" y="888"/>
                  </a:lnTo>
                  <a:lnTo>
                    <a:pt x="4634" y="656"/>
                  </a:lnTo>
                  <a:lnTo>
                    <a:pt x="5252" y="463"/>
                  </a:lnTo>
                  <a:lnTo>
                    <a:pt x="5909" y="386"/>
                  </a:lnTo>
                  <a:lnTo>
                    <a:pt x="6565" y="386"/>
                  </a:lnTo>
                  <a:lnTo>
                    <a:pt x="7222" y="463"/>
                  </a:lnTo>
                  <a:lnTo>
                    <a:pt x="7878" y="579"/>
                  </a:lnTo>
                  <a:lnTo>
                    <a:pt x="8496" y="811"/>
                  </a:lnTo>
                  <a:lnTo>
                    <a:pt x="9114" y="1081"/>
                  </a:lnTo>
                  <a:lnTo>
                    <a:pt x="9423" y="1274"/>
                  </a:lnTo>
                  <a:lnTo>
                    <a:pt x="9731" y="1506"/>
                  </a:lnTo>
                  <a:lnTo>
                    <a:pt x="10040" y="1699"/>
                  </a:lnTo>
                  <a:lnTo>
                    <a:pt x="10311" y="1931"/>
                  </a:lnTo>
                  <a:lnTo>
                    <a:pt x="10774" y="2471"/>
                  </a:lnTo>
                  <a:lnTo>
                    <a:pt x="11199" y="3012"/>
                  </a:lnTo>
                  <a:lnTo>
                    <a:pt x="11546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5" y="5638"/>
                  </a:lnTo>
                  <a:lnTo>
                    <a:pt x="12628" y="6217"/>
                  </a:lnTo>
                  <a:lnTo>
                    <a:pt x="12859" y="6796"/>
                  </a:lnTo>
                  <a:lnTo>
                    <a:pt x="13130" y="7375"/>
                  </a:lnTo>
                  <a:lnTo>
                    <a:pt x="13439" y="7955"/>
                  </a:lnTo>
                  <a:lnTo>
                    <a:pt x="13825" y="8495"/>
                  </a:lnTo>
                  <a:lnTo>
                    <a:pt x="14249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499"/>
                  </a:lnTo>
                  <a:lnTo>
                    <a:pt x="15292" y="9654"/>
                  </a:lnTo>
                  <a:lnTo>
                    <a:pt x="15755" y="9808"/>
                  </a:lnTo>
                  <a:lnTo>
                    <a:pt x="16219" y="9885"/>
                  </a:lnTo>
                  <a:lnTo>
                    <a:pt x="16721" y="9885"/>
                  </a:lnTo>
                  <a:lnTo>
                    <a:pt x="17184" y="9808"/>
                  </a:lnTo>
                  <a:lnTo>
                    <a:pt x="17609" y="9615"/>
                  </a:lnTo>
                  <a:lnTo>
                    <a:pt x="17841" y="9499"/>
                  </a:lnTo>
                  <a:lnTo>
                    <a:pt x="18034" y="9383"/>
                  </a:lnTo>
                  <a:lnTo>
                    <a:pt x="18188" y="9229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2" y="8611"/>
                  </a:lnTo>
                  <a:lnTo>
                    <a:pt x="18652" y="8534"/>
                  </a:lnTo>
                  <a:lnTo>
                    <a:pt x="18652" y="8457"/>
                  </a:lnTo>
                  <a:lnTo>
                    <a:pt x="18652" y="8379"/>
                  </a:lnTo>
                  <a:lnTo>
                    <a:pt x="18652" y="8341"/>
                  </a:lnTo>
                  <a:lnTo>
                    <a:pt x="18304" y="8341"/>
                  </a:lnTo>
                  <a:lnTo>
                    <a:pt x="18265" y="8418"/>
                  </a:lnTo>
                  <a:lnTo>
                    <a:pt x="18072" y="8727"/>
                  </a:lnTo>
                  <a:lnTo>
                    <a:pt x="17802" y="8997"/>
                  </a:lnTo>
                  <a:lnTo>
                    <a:pt x="17493" y="9190"/>
                  </a:lnTo>
                  <a:lnTo>
                    <a:pt x="17184" y="9345"/>
                  </a:lnTo>
                  <a:lnTo>
                    <a:pt x="16837" y="9422"/>
                  </a:lnTo>
                  <a:lnTo>
                    <a:pt x="16450" y="9461"/>
                  </a:lnTo>
                  <a:lnTo>
                    <a:pt x="16103" y="9422"/>
                  </a:lnTo>
                  <a:lnTo>
                    <a:pt x="15717" y="9345"/>
                  </a:lnTo>
                  <a:lnTo>
                    <a:pt x="15369" y="9190"/>
                  </a:lnTo>
                  <a:lnTo>
                    <a:pt x="15022" y="8997"/>
                  </a:lnTo>
                  <a:lnTo>
                    <a:pt x="14713" y="8766"/>
                  </a:lnTo>
                  <a:lnTo>
                    <a:pt x="14404" y="8495"/>
                  </a:lnTo>
                  <a:lnTo>
                    <a:pt x="14172" y="8186"/>
                  </a:lnTo>
                  <a:lnTo>
                    <a:pt x="13941" y="7839"/>
                  </a:lnTo>
                  <a:lnTo>
                    <a:pt x="13709" y="7530"/>
                  </a:lnTo>
                  <a:lnTo>
                    <a:pt x="13554" y="7182"/>
                  </a:lnTo>
                  <a:lnTo>
                    <a:pt x="13245" y="6526"/>
                  </a:lnTo>
                  <a:lnTo>
                    <a:pt x="12975" y="5831"/>
                  </a:lnTo>
                  <a:lnTo>
                    <a:pt x="12473" y="4479"/>
                  </a:lnTo>
                  <a:lnTo>
                    <a:pt x="12164" y="3823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278"/>
                  </a:lnTo>
                  <a:lnTo>
                    <a:pt x="11006" y="2008"/>
                  </a:lnTo>
                  <a:lnTo>
                    <a:pt x="10542" y="1583"/>
                  </a:lnTo>
                  <a:lnTo>
                    <a:pt x="10079" y="1197"/>
                  </a:lnTo>
                  <a:lnTo>
                    <a:pt x="9577" y="850"/>
                  </a:lnTo>
                  <a:lnTo>
                    <a:pt x="9036" y="579"/>
                  </a:lnTo>
                  <a:lnTo>
                    <a:pt x="8496" y="348"/>
                  </a:lnTo>
                  <a:lnTo>
                    <a:pt x="7917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2"/>
            <p:cNvSpPr/>
            <p:nvPr/>
          </p:nvSpPr>
          <p:spPr>
            <a:xfrm>
              <a:off x="4802400" y="2781700"/>
              <a:ext cx="320525" cy="97525"/>
            </a:xfrm>
            <a:custGeom>
              <a:avLst/>
              <a:gdLst/>
              <a:ahLst/>
              <a:cxnLst/>
              <a:rect l="l" t="t" r="r" b="b"/>
              <a:pathLst>
                <a:path w="12821" h="3901" extrusionOk="0">
                  <a:moveTo>
                    <a:pt x="12550" y="0"/>
                  </a:moveTo>
                  <a:lnTo>
                    <a:pt x="12434" y="39"/>
                  </a:lnTo>
                  <a:lnTo>
                    <a:pt x="12357" y="77"/>
                  </a:lnTo>
                  <a:lnTo>
                    <a:pt x="12318" y="155"/>
                  </a:lnTo>
                  <a:lnTo>
                    <a:pt x="12280" y="271"/>
                  </a:lnTo>
                  <a:lnTo>
                    <a:pt x="12318" y="348"/>
                  </a:lnTo>
                  <a:lnTo>
                    <a:pt x="12357" y="541"/>
                  </a:lnTo>
                  <a:lnTo>
                    <a:pt x="12318" y="734"/>
                  </a:lnTo>
                  <a:lnTo>
                    <a:pt x="12280" y="888"/>
                  </a:lnTo>
                  <a:lnTo>
                    <a:pt x="12164" y="1043"/>
                  </a:lnTo>
                  <a:lnTo>
                    <a:pt x="12009" y="1197"/>
                  </a:lnTo>
                  <a:lnTo>
                    <a:pt x="11855" y="1313"/>
                  </a:lnTo>
                  <a:lnTo>
                    <a:pt x="11430" y="1545"/>
                  </a:lnTo>
                  <a:lnTo>
                    <a:pt x="11005" y="1699"/>
                  </a:lnTo>
                  <a:lnTo>
                    <a:pt x="10542" y="1854"/>
                  </a:lnTo>
                  <a:lnTo>
                    <a:pt x="9808" y="2047"/>
                  </a:lnTo>
                  <a:lnTo>
                    <a:pt x="9422" y="2163"/>
                  </a:lnTo>
                  <a:lnTo>
                    <a:pt x="9384" y="2085"/>
                  </a:lnTo>
                  <a:lnTo>
                    <a:pt x="9345" y="2008"/>
                  </a:lnTo>
                  <a:lnTo>
                    <a:pt x="8997" y="1468"/>
                  </a:lnTo>
                  <a:lnTo>
                    <a:pt x="8727" y="927"/>
                  </a:lnTo>
                  <a:lnTo>
                    <a:pt x="8418" y="1043"/>
                  </a:lnTo>
                  <a:lnTo>
                    <a:pt x="8495" y="1390"/>
                  </a:lnTo>
                  <a:lnTo>
                    <a:pt x="8611" y="1699"/>
                  </a:lnTo>
                  <a:lnTo>
                    <a:pt x="8804" y="2008"/>
                  </a:lnTo>
                  <a:lnTo>
                    <a:pt x="8997" y="2279"/>
                  </a:lnTo>
                  <a:lnTo>
                    <a:pt x="7839" y="2587"/>
                  </a:lnTo>
                  <a:lnTo>
                    <a:pt x="6719" y="2819"/>
                  </a:lnTo>
                  <a:lnTo>
                    <a:pt x="5329" y="3051"/>
                  </a:lnTo>
                  <a:lnTo>
                    <a:pt x="3939" y="3244"/>
                  </a:lnTo>
                  <a:lnTo>
                    <a:pt x="3669" y="3282"/>
                  </a:lnTo>
                  <a:lnTo>
                    <a:pt x="3746" y="2935"/>
                  </a:lnTo>
                  <a:lnTo>
                    <a:pt x="3784" y="2587"/>
                  </a:lnTo>
                  <a:lnTo>
                    <a:pt x="3707" y="2240"/>
                  </a:lnTo>
                  <a:lnTo>
                    <a:pt x="3630" y="1892"/>
                  </a:lnTo>
                  <a:lnTo>
                    <a:pt x="3282" y="1970"/>
                  </a:lnTo>
                  <a:lnTo>
                    <a:pt x="3321" y="2279"/>
                  </a:lnTo>
                  <a:lnTo>
                    <a:pt x="3360" y="2587"/>
                  </a:lnTo>
                  <a:lnTo>
                    <a:pt x="3282" y="2974"/>
                  </a:lnTo>
                  <a:lnTo>
                    <a:pt x="3205" y="3321"/>
                  </a:lnTo>
                  <a:lnTo>
                    <a:pt x="2278" y="3398"/>
                  </a:lnTo>
                  <a:lnTo>
                    <a:pt x="1815" y="3437"/>
                  </a:lnTo>
                  <a:lnTo>
                    <a:pt x="1352" y="3398"/>
                  </a:lnTo>
                  <a:lnTo>
                    <a:pt x="965" y="3360"/>
                  </a:lnTo>
                  <a:lnTo>
                    <a:pt x="772" y="3282"/>
                  </a:lnTo>
                  <a:lnTo>
                    <a:pt x="618" y="3244"/>
                  </a:lnTo>
                  <a:lnTo>
                    <a:pt x="502" y="3128"/>
                  </a:lnTo>
                  <a:lnTo>
                    <a:pt x="425" y="3051"/>
                  </a:lnTo>
                  <a:lnTo>
                    <a:pt x="386" y="2935"/>
                  </a:lnTo>
                  <a:lnTo>
                    <a:pt x="348" y="2781"/>
                  </a:lnTo>
                  <a:lnTo>
                    <a:pt x="348" y="2703"/>
                  </a:lnTo>
                  <a:lnTo>
                    <a:pt x="309" y="2665"/>
                  </a:lnTo>
                  <a:lnTo>
                    <a:pt x="232" y="2587"/>
                  </a:lnTo>
                  <a:lnTo>
                    <a:pt x="116" y="2626"/>
                  </a:lnTo>
                  <a:lnTo>
                    <a:pt x="77" y="2626"/>
                  </a:lnTo>
                  <a:lnTo>
                    <a:pt x="39" y="2703"/>
                  </a:lnTo>
                  <a:lnTo>
                    <a:pt x="0" y="2858"/>
                  </a:lnTo>
                  <a:lnTo>
                    <a:pt x="0" y="3012"/>
                  </a:lnTo>
                  <a:lnTo>
                    <a:pt x="0" y="3167"/>
                  </a:lnTo>
                  <a:lnTo>
                    <a:pt x="39" y="3282"/>
                  </a:lnTo>
                  <a:lnTo>
                    <a:pt x="116" y="3398"/>
                  </a:lnTo>
                  <a:lnTo>
                    <a:pt x="193" y="3514"/>
                  </a:lnTo>
                  <a:lnTo>
                    <a:pt x="386" y="3669"/>
                  </a:lnTo>
                  <a:lnTo>
                    <a:pt x="657" y="3746"/>
                  </a:lnTo>
                  <a:lnTo>
                    <a:pt x="927" y="3823"/>
                  </a:lnTo>
                  <a:lnTo>
                    <a:pt x="1236" y="3862"/>
                  </a:lnTo>
                  <a:lnTo>
                    <a:pt x="1506" y="3900"/>
                  </a:lnTo>
                  <a:lnTo>
                    <a:pt x="2780" y="3823"/>
                  </a:lnTo>
                  <a:lnTo>
                    <a:pt x="4016" y="3746"/>
                  </a:lnTo>
                  <a:lnTo>
                    <a:pt x="5252" y="3553"/>
                  </a:lnTo>
                  <a:lnTo>
                    <a:pt x="6487" y="3360"/>
                  </a:lnTo>
                  <a:lnTo>
                    <a:pt x="7646" y="3128"/>
                  </a:lnTo>
                  <a:lnTo>
                    <a:pt x="8766" y="2858"/>
                  </a:lnTo>
                  <a:lnTo>
                    <a:pt x="9885" y="2510"/>
                  </a:lnTo>
                  <a:lnTo>
                    <a:pt x="11005" y="2163"/>
                  </a:lnTo>
                  <a:lnTo>
                    <a:pt x="11353" y="2047"/>
                  </a:lnTo>
                  <a:lnTo>
                    <a:pt x="11700" y="1892"/>
                  </a:lnTo>
                  <a:lnTo>
                    <a:pt x="12048" y="1699"/>
                  </a:lnTo>
                  <a:lnTo>
                    <a:pt x="12357" y="1506"/>
                  </a:lnTo>
                  <a:lnTo>
                    <a:pt x="12627" y="1236"/>
                  </a:lnTo>
                  <a:lnTo>
                    <a:pt x="12704" y="1081"/>
                  </a:lnTo>
                  <a:lnTo>
                    <a:pt x="12782" y="927"/>
                  </a:lnTo>
                  <a:lnTo>
                    <a:pt x="12820" y="773"/>
                  </a:lnTo>
                  <a:lnTo>
                    <a:pt x="12820" y="579"/>
                  </a:lnTo>
                  <a:lnTo>
                    <a:pt x="12820" y="386"/>
                  </a:lnTo>
                  <a:lnTo>
                    <a:pt x="12743" y="155"/>
                  </a:lnTo>
                  <a:lnTo>
                    <a:pt x="12704" y="77"/>
                  </a:lnTo>
                  <a:lnTo>
                    <a:pt x="12627" y="39"/>
                  </a:lnTo>
                  <a:lnTo>
                    <a:pt x="125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2"/>
            <p:cNvSpPr/>
            <p:nvPr/>
          </p:nvSpPr>
          <p:spPr>
            <a:xfrm>
              <a:off x="2362900" y="2786525"/>
              <a:ext cx="114900" cy="130350"/>
            </a:xfrm>
            <a:custGeom>
              <a:avLst/>
              <a:gdLst/>
              <a:ahLst/>
              <a:cxnLst/>
              <a:rect l="l" t="t" r="r" b="b"/>
              <a:pathLst>
                <a:path w="4596" h="5214" extrusionOk="0">
                  <a:moveTo>
                    <a:pt x="232" y="0"/>
                  </a:moveTo>
                  <a:lnTo>
                    <a:pt x="0" y="193"/>
                  </a:lnTo>
                  <a:lnTo>
                    <a:pt x="502" y="888"/>
                  </a:lnTo>
                  <a:lnTo>
                    <a:pt x="1004" y="1622"/>
                  </a:lnTo>
                  <a:lnTo>
                    <a:pt x="1545" y="2279"/>
                  </a:lnTo>
                  <a:lnTo>
                    <a:pt x="2124" y="2974"/>
                  </a:lnTo>
                  <a:lnTo>
                    <a:pt x="3283" y="4248"/>
                  </a:lnTo>
                  <a:lnTo>
                    <a:pt x="3746" y="4789"/>
                  </a:lnTo>
                  <a:lnTo>
                    <a:pt x="3630" y="4789"/>
                  </a:lnTo>
                  <a:lnTo>
                    <a:pt x="3592" y="4866"/>
                  </a:lnTo>
                  <a:lnTo>
                    <a:pt x="3592" y="4982"/>
                  </a:lnTo>
                  <a:lnTo>
                    <a:pt x="3823" y="4904"/>
                  </a:lnTo>
                  <a:lnTo>
                    <a:pt x="4055" y="5059"/>
                  </a:lnTo>
                  <a:lnTo>
                    <a:pt x="4287" y="5213"/>
                  </a:lnTo>
                  <a:lnTo>
                    <a:pt x="4441" y="5213"/>
                  </a:lnTo>
                  <a:lnTo>
                    <a:pt x="4518" y="5175"/>
                  </a:lnTo>
                  <a:lnTo>
                    <a:pt x="4557" y="5097"/>
                  </a:lnTo>
                  <a:lnTo>
                    <a:pt x="4557" y="5059"/>
                  </a:lnTo>
                  <a:lnTo>
                    <a:pt x="4595" y="4982"/>
                  </a:lnTo>
                  <a:lnTo>
                    <a:pt x="4402" y="4750"/>
                  </a:lnTo>
                  <a:lnTo>
                    <a:pt x="4325" y="4750"/>
                  </a:lnTo>
                  <a:lnTo>
                    <a:pt x="4016" y="4480"/>
                  </a:lnTo>
                  <a:lnTo>
                    <a:pt x="3746" y="4171"/>
                  </a:lnTo>
                  <a:lnTo>
                    <a:pt x="3244" y="3553"/>
                  </a:lnTo>
                  <a:lnTo>
                    <a:pt x="2201" y="2394"/>
                  </a:lnTo>
                  <a:lnTo>
                    <a:pt x="1197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2"/>
            <p:cNvSpPr/>
            <p:nvPr/>
          </p:nvSpPr>
          <p:spPr>
            <a:xfrm>
              <a:off x="2090650" y="2821275"/>
              <a:ext cx="200825" cy="230750"/>
            </a:xfrm>
            <a:custGeom>
              <a:avLst/>
              <a:gdLst/>
              <a:ahLst/>
              <a:cxnLst/>
              <a:rect l="l" t="t" r="r" b="b"/>
              <a:pathLst>
                <a:path w="8033" h="9230" extrusionOk="0">
                  <a:moveTo>
                    <a:pt x="2048" y="0"/>
                  </a:moveTo>
                  <a:lnTo>
                    <a:pt x="1893" y="78"/>
                  </a:lnTo>
                  <a:lnTo>
                    <a:pt x="1739" y="155"/>
                  </a:lnTo>
                  <a:lnTo>
                    <a:pt x="1430" y="425"/>
                  </a:lnTo>
                  <a:lnTo>
                    <a:pt x="1198" y="734"/>
                  </a:lnTo>
                  <a:lnTo>
                    <a:pt x="966" y="1004"/>
                  </a:lnTo>
                  <a:lnTo>
                    <a:pt x="735" y="1352"/>
                  </a:lnTo>
                  <a:lnTo>
                    <a:pt x="503" y="1738"/>
                  </a:lnTo>
                  <a:lnTo>
                    <a:pt x="348" y="2124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40" y="3476"/>
                  </a:lnTo>
                  <a:lnTo>
                    <a:pt x="1" y="3939"/>
                  </a:lnTo>
                  <a:lnTo>
                    <a:pt x="78" y="4441"/>
                  </a:lnTo>
                  <a:lnTo>
                    <a:pt x="155" y="4905"/>
                  </a:lnTo>
                  <a:lnTo>
                    <a:pt x="271" y="5329"/>
                  </a:lnTo>
                  <a:lnTo>
                    <a:pt x="464" y="5793"/>
                  </a:lnTo>
                  <a:lnTo>
                    <a:pt x="696" y="6179"/>
                  </a:lnTo>
                  <a:lnTo>
                    <a:pt x="1044" y="6179"/>
                  </a:lnTo>
                  <a:lnTo>
                    <a:pt x="889" y="5831"/>
                  </a:lnTo>
                  <a:lnTo>
                    <a:pt x="735" y="5484"/>
                  </a:lnTo>
                  <a:lnTo>
                    <a:pt x="657" y="5136"/>
                  </a:lnTo>
                  <a:lnTo>
                    <a:pt x="542" y="4789"/>
                  </a:lnTo>
                  <a:lnTo>
                    <a:pt x="503" y="4403"/>
                  </a:lnTo>
                  <a:lnTo>
                    <a:pt x="464" y="4055"/>
                  </a:lnTo>
                  <a:lnTo>
                    <a:pt x="464" y="3669"/>
                  </a:lnTo>
                  <a:lnTo>
                    <a:pt x="464" y="3321"/>
                  </a:lnTo>
                  <a:lnTo>
                    <a:pt x="542" y="2974"/>
                  </a:lnTo>
                  <a:lnTo>
                    <a:pt x="619" y="2626"/>
                  </a:lnTo>
                  <a:lnTo>
                    <a:pt x="735" y="2279"/>
                  </a:lnTo>
                  <a:lnTo>
                    <a:pt x="850" y="1931"/>
                  </a:lnTo>
                  <a:lnTo>
                    <a:pt x="1044" y="1622"/>
                  </a:lnTo>
                  <a:lnTo>
                    <a:pt x="1237" y="1313"/>
                  </a:lnTo>
                  <a:lnTo>
                    <a:pt x="1468" y="1004"/>
                  </a:lnTo>
                  <a:lnTo>
                    <a:pt x="1777" y="734"/>
                  </a:lnTo>
                  <a:lnTo>
                    <a:pt x="1970" y="580"/>
                  </a:lnTo>
                  <a:lnTo>
                    <a:pt x="2086" y="502"/>
                  </a:lnTo>
                  <a:lnTo>
                    <a:pt x="2202" y="464"/>
                  </a:lnTo>
                  <a:lnTo>
                    <a:pt x="2318" y="580"/>
                  </a:lnTo>
                  <a:lnTo>
                    <a:pt x="2434" y="811"/>
                  </a:lnTo>
                  <a:lnTo>
                    <a:pt x="2588" y="1198"/>
                  </a:lnTo>
                  <a:lnTo>
                    <a:pt x="2743" y="1584"/>
                  </a:lnTo>
                  <a:lnTo>
                    <a:pt x="2858" y="1931"/>
                  </a:lnTo>
                  <a:lnTo>
                    <a:pt x="2974" y="2317"/>
                  </a:lnTo>
                  <a:lnTo>
                    <a:pt x="3052" y="2703"/>
                  </a:lnTo>
                  <a:lnTo>
                    <a:pt x="3090" y="3090"/>
                  </a:lnTo>
                  <a:lnTo>
                    <a:pt x="3090" y="3437"/>
                  </a:lnTo>
                  <a:lnTo>
                    <a:pt x="3052" y="3785"/>
                  </a:lnTo>
                  <a:lnTo>
                    <a:pt x="3013" y="4132"/>
                  </a:lnTo>
                  <a:lnTo>
                    <a:pt x="2897" y="4480"/>
                  </a:lnTo>
                  <a:lnTo>
                    <a:pt x="2781" y="4789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22"/>
                  </a:lnTo>
                  <a:lnTo>
                    <a:pt x="2395" y="5638"/>
                  </a:lnTo>
                  <a:lnTo>
                    <a:pt x="2356" y="5715"/>
                  </a:lnTo>
                  <a:lnTo>
                    <a:pt x="2356" y="5754"/>
                  </a:lnTo>
                  <a:lnTo>
                    <a:pt x="2395" y="5793"/>
                  </a:lnTo>
                  <a:lnTo>
                    <a:pt x="2472" y="5793"/>
                  </a:lnTo>
                  <a:lnTo>
                    <a:pt x="2627" y="5715"/>
                  </a:lnTo>
                  <a:lnTo>
                    <a:pt x="2820" y="5677"/>
                  </a:lnTo>
                  <a:lnTo>
                    <a:pt x="3206" y="5677"/>
                  </a:lnTo>
                  <a:lnTo>
                    <a:pt x="3631" y="5715"/>
                  </a:lnTo>
                  <a:lnTo>
                    <a:pt x="4055" y="5793"/>
                  </a:lnTo>
                  <a:lnTo>
                    <a:pt x="4442" y="5947"/>
                  </a:lnTo>
                  <a:lnTo>
                    <a:pt x="4866" y="6102"/>
                  </a:lnTo>
                  <a:lnTo>
                    <a:pt x="5214" y="6256"/>
                  </a:lnTo>
                  <a:lnTo>
                    <a:pt x="5523" y="6449"/>
                  </a:lnTo>
                  <a:lnTo>
                    <a:pt x="5832" y="6642"/>
                  </a:lnTo>
                  <a:lnTo>
                    <a:pt x="6141" y="6835"/>
                  </a:lnTo>
                  <a:lnTo>
                    <a:pt x="6411" y="7067"/>
                  </a:lnTo>
                  <a:lnTo>
                    <a:pt x="6681" y="7337"/>
                  </a:lnTo>
                  <a:lnTo>
                    <a:pt x="6913" y="7608"/>
                  </a:lnTo>
                  <a:lnTo>
                    <a:pt x="7145" y="7878"/>
                  </a:lnTo>
                  <a:lnTo>
                    <a:pt x="7338" y="8187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95" y="8766"/>
                  </a:lnTo>
                  <a:lnTo>
                    <a:pt x="5870" y="8805"/>
                  </a:lnTo>
                  <a:lnTo>
                    <a:pt x="5484" y="8805"/>
                  </a:lnTo>
                  <a:lnTo>
                    <a:pt x="5059" y="8727"/>
                  </a:lnTo>
                  <a:lnTo>
                    <a:pt x="4673" y="8612"/>
                  </a:lnTo>
                  <a:lnTo>
                    <a:pt x="4249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72" y="7106"/>
                  </a:lnTo>
                  <a:lnTo>
                    <a:pt x="1932" y="6565"/>
                  </a:lnTo>
                  <a:lnTo>
                    <a:pt x="1854" y="6526"/>
                  </a:lnTo>
                  <a:lnTo>
                    <a:pt x="1816" y="6488"/>
                  </a:lnTo>
                  <a:lnTo>
                    <a:pt x="1661" y="6526"/>
                  </a:lnTo>
                  <a:lnTo>
                    <a:pt x="1623" y="6526"/>
                  </a:lnTo>
                  <a:lnTo>
                    <a:pt x="1584" y="6565"/>
                  </a:lnTo>
                  <a:lnTo>
                    <a:pt x="1430" y="6835"/>
                  </a:lnTo>
                  <a:lnTo>
                    <a:pt x="1661" y="6874"/>
                  </a:lnTo>
                  <a:lnTo>
                    <a:pt x="2279" y="7492"/>
                  </a:lnTo>
                  <a:lnTo>
                    <a:pt x="2897" y="8071"/>
                  </a:lnTo>
                  <a:lnTo>
                    <a:pt x="3245" y="8341"/>
                  </a:lnTo>
                  <a:lnTo>
                    <a:pt x="3631" y="8573"/>
                  </a:lnTo>
                  <a:lnTo>
                    <a:pt x="3978" y="8766"/>
                  </a:lnTo>
                  <a:lnTo>
                    <a:pt x="4364" y="8959"/>
                  </a:lnTo>
                  <a:lnTo>
                    <a:pt x="4828" y="9114"/>
                  </a:lnTo>
                  <a:lnTo>
                    <a:pt x="5253" y="9191"/>
                  </a:lnTo>
                  <a:lnTo>
                    <a:pt x="5677" y="9229"/>
                  </a:lnTo>
                  <a:lnTo>
                    <a:pt x="6141" y="9229"/>
                  </a:lnTo>
                  <a:lnTo>
                    <a:pt x="6565" y="9152"/>
                  </a:lnTo>
                  <a:lnTo>
                    <a:pt x="6990" y="9075"/>
                  </a:lnTo>
                  <a:lnTo>
                    <a:pt x="7878" y="8843"/>
                  </a:lnTo>
                  <a:lnTo>
                    <a:pt x="7956" y="8805"/>
                  </a:lnTo>
                  <a:lnTo>
                    <a:pt x="7994" y="8727"/>
                  </a:lnTo>
                  <a:lnTo>
                    <a:pt x="8033" y="8650"/>
                  </a:lnTo>
                  <a:lnTo>
                    <a:pt x="7994" y="8534"/>
                  </a:lnTo>
                  <a:lnTo>
                    <a:pt x="7763" y="8110"/>
                  </a:lnTo>
                  <a:lnTo>
                    <a:pt x="7492" y="7685"/>
                  </a:lnTo>
                  <a:lnTo>
                    <a:pt x="7222" y="7299"/>
                  </a:lnTo>
                  <a:lnTo>
                    <a:pt x="6874" y="6912"/>
                  </a:lnTo>
                  <a:lnTo>
                    <a:pt x="6527" y="6604"/>
                  </a:lnTo>
                  <a:lnTo>
                    <a:pt x="6141" y="6295"/>
                  </a:lnTo>
                  <a:lnTo>
                    <a:pt x="5716" y="6024"/>
                  </a:lnTo>
                  <a:lnTo>
                    <a:pt x="5253" y="5793"/>
                  </a:lnTo>
                  <a:lnTo>
                    <a:pt x="4828" y="5638"/>
                  </a:lnTo>
                  <a:lnTo>
                    <a:pt x="4249" y="5445"/>
                  </a:lnTo>
                  <a:lnTo>
                    <a:pt x="3940" y="5368"/>
                  </a:lnTo>
                  <a:lnTo>
                    <a:pt x="3592" y="5291"/>
                  </a:lnTo>
                  <a:lnTo>
                    <a:pt x="3013" y="5291"/>
                  </a:lnTo>
                  <a:lnTo>
                    <a:pt x="3167" y="4982"/>
                  </a:lnTo>
                  <a:lnTo>
                    <a:pt x="3322" y="4634"/>
                  </a:lnTo>
                  <a:lnTo>
                    <a:pt x="3399" y="4287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05"/>
                  </a:lnTo>
                  <a:lnTo>
                    <a:pt x="3515" y="2858"/>
                  </a:lnTo>
                  <a:lnTo>
                    <a:pt x="3438" y="2472"/>
                  </a:lnTo>
                  <a:lnTo>
                    <a:pt x="3322" y="1970"/>
                  </a:lnTo>
                  <a:lnTo>
                    <a:pt x="3167" y="1468"/>
                  </a:lnTo>
                  <a:lnTo>
                    <a:pt x="2936" y="966"/>
                  </a:lnTo>
                  <a:lnTo>
                    <a:pt x="2704" y="502"/>
                  </a:lnTo>
                  <a:lnTo>
                    <a:pt x="2588" y="271"/>
                  </a:lnTo>
                  <a:lnTo>
                    <a:pt x="2472" y="116"/>
                  </a:lnTo>
                  <a:lnTo>
                    <a:pt x="2356" y="39"/>
                  </a:lnTo>
                  <a:lnTo>
                    <a:pt x="227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2"/>
            <p:cNvSpPr/>
            <p:nvPr/>
          </p:nvSpPr>
          <p:spPr>
            <a:xfrm>
              <a:off x="3488525" y="2821275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120" y="387"/>
                  </a:moveTo>
                  <a:lnTo>
                    <a:pt x="1313" y="425"/>
                  </a:lnTo>
                  <a:lnTo>
                    <a:pt x="1506" y="464"/>
                  </a:lnTo>
                  <a:lnTo>
                    <a:pt x="1661" y="580"/>
                  </a:lnTo>
                  <a:lnTo>
                    <a:pt x="1738" y="734"/>
                  </a:lnTo>
                  <a:lnTo>
                    <a:pt x="1777" y="889"/>
                  </a:lnTo>
                  <a:lnTo>
                    <a:pt x="1738" y="966"/>
                  </a:lnTo>
                  <a:lnTo>
                    <a:pt x="1699" y="1004"/>
                  </a:lnTo>
                  <a:lnTo>
                    <a:pt x="1661" y="1082"/>
                  </a:lnTo>
                  <a:lnTo>
                    <a:pt x="1545" y="1120"/>
                  </a:lnTo>
                  <a:lnTo>
                    <a:pt x="1236" y="1159"/>
                  </a:lnTo>
                  <a:lnTo>
                    <a:pt x="927" y="1159"/>
                  </a:lnTo>
                  <a:lnTo>
                    <a:pt x="579" y="1198"/>
                  </a:lnTo>
                  <a:lnTo>
                    <a:pt x="464" y="1236"/>
                  </a:lnTo>
                  <a:lnTo>
                    <a:pt x="309" y="1313"/>
                  </a:lnTo>
                  <a:lnTo>
                    <a:pt x="309" y="1159"/>
                  </a:lnTo>
                  <a:lnTo>
                    <a:pt x="348" y="1004"/>
                  </a:lnTo>
                  <a:lnTo>
                    <a:pt x="386" y="850"/>
                  </a:lnTo>
                  <a:lnTo>
                    <a:pt x="464" y="734"/>
                  </a:lnTo>
                  <a:lnTo>
                    <a:pt x="541" y="618"/>
                  </a:lnTo>
                  <a:lnTo>
                    <a:pt x="657" y="541"/>
                  </a:lnTo>
                  <a:lnTo>
                    <a:pt x="811" y="464"/>
                  </a:lnTo>
                  <a:lnTo>
                    <a:pt x="927" y="425"/>
                  </a:lnTo>
                  <a:lnTo>
                    <a:pt x="1120" y="387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79" y="116"/>
                  </a:lnTo>
                  <a:lnTo>
                    <a:pt x="425" y="232"/>
                  </a:lnTo>
                  <a:lnTo>
                    <a:pt x="271" y="387"/>
                  </a:lnTo>
                  <a:lnTo>
                    <a:pt x="155" y="541"/>
                  </a:lnTo>
                  <a:lnTo>
                    <a:pt x="77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0" y="1275"/>
                  </a:lnTo>
                  <a:lnTo>
                    <a:pt x="39" y="1468"/>
                  </a:lnTo>
                  <a:lnTo>
                    <a:pt x="116" y="1661"/>
                  </a:lnTo>
                  <a:lnTo>
                    <a:pt x="155" y="1738"/>
                  </a:lnTo>
                  <a:lnTo>
                    <a:pt x="232" y="1815"/>
                  </a:lnTo>
                  <a:lnTo>
                    <a:pt x="309" y="1815"/>
                  </a:lnTo>
                  <a:lnTo>
                    <a:pt x="425" y="1777"/>
                  </a:lnTo>
                  <a:lnTo>
                    <a:pt x="541" y="1661"/>
                  </a:lnTo>
                  <a:lnTo>
                    <a:pt x="695" y="1584"/>
                  </a:lnTo>
                  <a:lnTo>
                    <a:pt x="850" y="1545"/>
                  </a:lnTo>
                  <a:lnTo>
                    <a:pt x="1043" y="1545"/>
                  </a:lnTo>
                  <a:lnTo>
                    <a:pt x="1390" y="1506"/>
                  </a:lnTo>
                  <a:lnTo>
                    <a:pt x="1583" y="1506"/>
                  </a:lnTo>
                  <a:lnTo>
                    <a:pt x="1738" y="1468"/>
                  </a:lnTo>
                  <a:lnTo>
                    <a:pt x="1931" y="1391"/>
                  </a:lnTo>
                  <a:lnTo>
                    <a:pt x="2047" y="1275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811"/>
                  </a:lnTo>
                  <a:lnTo>
                    <a:pt x="2124" y="657"/>
                  </a:lnTo>
                  <a:lnTo>
                    <a:pt x="2047" y="502"/>
                  </a:lnTo>
                  <a:lnTo>
                    <a:pt x="1970" y="348"/>
                  </a:lnTo>
                  <a:lnTo>
                    <a:pt x="1777" y="194"/>
                  </a:lnTo>
                  <a:lnTo>
                    <a:pt x="1622" y="116"/>
                  </a:lnTo>
                  <a:lnTo>
                    <a:pt x="1429" y="39"/>
                  </a:lnTo>
                  <a:lnTo>
                    <a:pt x="11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2"/>
            <p:cNvSpPr/>
            <p:nvPr/>
          </p:nvSpPr>
          <p:spPr>
            <a:xfrm>
              <a:off x="3345650" y="2889825"/>
              <a:ext cx="466300" cy="248125"/>
            </a:xfrm>
            <a:custGeom>
              <a:avLst/>
              <a:gdLst/>
              <a:ahLst/>
              <a:cxnLst/>
              <a:rect l="l" t="t" r="r" b="b"/>
              <a:pathLst>
                <a:path w="18652" h="9925" extrusionOk="0">
                  <a:moveTo>
                    <a:pt x="6140" y="0"/>
                  </a:moveTo>
                  <a:lnTo>
                    <a:pt x="5561" y="39"/>
                  </a:lnTo>
                  <a:lnTo>
                    <a:pt x="4982" y="155"/>
                  </a:lnTo>
                  <a:lnTo>
                    <a:pt x="4402" y="309"/>
                  </a:lnTo>
                  <a:lnTo>
                    <a:pt x="3862" y="502"/>
                  </a:lnTo>
                  <a:lnTo>
                    <a:pt x="3283" y="772"/>
                  </a:lnTo>
                  <a:lnTo>
                    <a:pt x="2781" y="1081"/>
                  </a:lnTo>
                  <a:lnTo>
                    <a:pt x="2279" y="1467"/>
                  </a:lnTo>
                  <a:lnTo>
                    <a:pt x="1815" y="1892"/>
                  </a:lnTo>
                  <a:lnTo>
                    <a:pt x="1390" y="2317"/>
                  </a:lnTo>
                  <a:lnTo>
                    <a:pt x="1043" y="2780"/>
                  </a:lnTo>
                  <a:lnTo>
                    <a:pt x="734" y="3244"/>
                  </a:lnTo>
                  <a:lnTo>
                    <a:pt x="464" y="3746"/>
                  </a:lnTo>
                  <a:lnTo>
                    <a:pt x="271" y="4286"/>
                  </a:lnTo>
                  <a:lnTo>
                    <a:pt x="116" y="4827"/>
                  </a:lnTo>
                  <a:lnTo>
                    <a:pt x="0" y="5368"/>
                  </a:lnTo>
                  <a:lnTo>
                    <a:pt x="348" y="5445"/>
                  </a:lnTo>
                  <a:lnTo>
                    <a:pt x="425" y="5020"/>
                  </a:lnTo>
                  <a:lnTo>
                    <a:pt x="541" y="4595"/>
                  </a:lnTo>
                  <a:lnTo>
                    <a:pt x="773" y="4016"/>
                  </a:lnTo>
                  <a:lnTo>
                    <a:pt x="1081" y="3437"/>
                  </a:lnTo>
                  <a:lnTo>
                    <a:pt x="1468" y="2896"/>
                  </a:lnTo>
                  <a:lnTo>
                    <a:pt x="1892" y="2394"/>
                  </a:lnTo>
                  <a:lnTo>
                    <a:pt x="2356" y="1931"/>
                  </a:lnTo>
                  <a:lnTo>
                    <a:pt x="2858" y="1545"/>
                  </a:lnTo>
                  <a:lnTo>
                    <a:pt x="3398" y="1197"/>
                  </a:lnTo>
                  <a:lnTo>
                    <a:pt x="3978" y="888"/>
                  </a:lnTo>
                  <a:lnTo>
                    <a:pt x="4595" y="657"/>
                  </a:lnTo>
                  <a:lnTo>
                    <a:pt x="5252" y="502"/>
                  </a:lnTo>
                  <a:lnTo>
                    <a:pt x="5908" y="425"/>
                  </a:lnTo>
                  <a:lnTo>
                    <a:pt x="6565" y="386"/>
                  </a:lnTo>
                  <a:lnTo>
                    <a:pt x="7221" y="463"/>
                  </a:lnTo>
                  <a:lnTo>
                    <a:pt x="7839" y="618"/>
                  </a:lnTo>
                  <a:lnTo>
                    <a:pt x="8457" y="811"/>
                  </a:lnTo>
                  <a:lnTo>
                    <a:pt x="9075" y="1120"/>
                  </a:lnTo>
                  <a:lnTo>
                    <a:pt x="9422" y="1313"/>
                  </a:lnTo>
                  <a:lnTo>
                    <a:pt x="9731" y="1506"/>
                  </a:lnTo>
                  <a:lnTo>
                    <a:pt x="10002" y="1738"/>
                  </a:lnTo>
                  <a:lnTo>
                    <a:pt x="10272" y="1969"/>
                  </a:lnTo>
                  <a:lnTo>
                    <a:pt x="10774" y="2471"/>
                  </a:lnTo>
                  <a:lnTo>
                    <a:pt x="11199" y="3051"/>
                  </a:lnTo>
                  <a:lnTo>
                    <a:pt x="11546" y="3630"/>
                  </a:lnTo>
                  <a:lnTo>
                    <a:pt x="11855" y="4286"/>
                  </a:lnTo>
                  <a:lnTo>
                    <a:pt x="12164" y="4943"/>
                  </a:lnTo>
                  <a:lnTo>
                    <a:pt x="12396" y="5638"/>
                  </a:lnTo>
                  <a:lnTo>
                    <a:pt x="12627" y="6217"/>
                  </a:lnTo>
                  <a:lnTo>
                    <a:pt x="12859" y="6835"/>
                  </a:lnTo>
                  <a:lnTo>
                    <a:pt x="13129" y="7414"/>
                  </a:lnTo>
                  <a:lnTo>
                    <a:pt x="13438" y="7993"/>
                  </a:lnTo>
                  <a:lnTo>
                    <a:pt x="13786" y="8495"/>
                  </a:lnTo>
                  <a:lnTo>
                    <a:pt x="14211" y="8959"/>
                  </a:lnTo>
                  <a:lnTo>
                    <a:pt x="14442" y="9190"/>
                  </a:lnTo>
                  <a:lnTo>
                    <a:pt x="14713" y="9383"/>
                  </a:lnTo>
                  <a:lnTo>
                    <a:pt x="14983" y="9538"/>
                  </a:lnTo>
                  <a:lnTo>
                    <a:pt x="15253" y="9692"/>
                  </a:lnTo>
                  <a:lnTo>
                    <a:pt x="15717" y="9847"/>
                  </a:lnTo>
                  <a:lnTo>
                    <a:pt x="16219" y="9924"/>
                  </a:lnTo>
                  <a:lnTo>
                    <a:pt x="16682" y="9885"/>
                  </a:lnTo>
                  <a:lnTo>
                    <a:pt x="17145" y="9808"/>
                  </a:lnTo>
                  <a:lnTo>
                    <a:pt x="17609" y="9654"/>
                  </a:lnTo>
                  <a:lnTo>
                    <a:pt x="17802" y="9538"/>
                  </a:lnTo>
                  <a:lnTo>
                    <a:pt x="17995" y="9383"/>
                  </a:lnTo>
                  <a:lnTo>
                    <a:pt x="18188" y="9229"/>
                  </a:lnTo>
                  <a:lnTo>
                    <a:pt x="18342" y="9075"/>
                  </a:lnTo>
                  <a:lnTo>
                    <a:pt x="18497" y="8881"/>
                  </a:lnTo>
                  <a:lnTo>
                    <a:pt x="18613" y="8650"/>
                  </a:lnTo>
                  <a:lnTo>
                    <a:pt x="18651" y="8573"/>
                  </a:lnTo>
                  <a:lnTo>
                    <a:pt x="18613" y="8457"/>
                  </a:lnTo>
                  <a:lnTo>
                    <a:pt x="18651" y="8418"/>
                  </a:lnTo>
                  <a:lnTo>
                    <a:pt x="18613" y="8341"/>
                  </a:lnTo>
                  <a:lnTo>
                    <a:pt x="18304" y="8380"/>
                  </a:lnTo>
                  <a:lnTo>
                    <a:pt x="18265" y="8418"/>
                  </a:lnTo>
                  <a:lnTo>
                    <a:pt x="18033" y="8766"/>
                  </a:lnTo>
                  <a:lnTo>
                    <a:pt x="17802" y="8997"/>
                  </a:lnTo>
                  <a:lnTo>
                    <a:pt x="17493" y="9229"/>
                  </a:lnTo>
                  <a:lnTo>
                    <a:pt x="17184" y="9345"/>
                  </a:lnTo>
                  <a:lnTo>
                    <a:pt x="16798" y="9461"/>
                  </a:lnTo>
                  <a:lnTo>
                    <a:pt x="16064" y="9461"/>
                  </a:lnTo>
                  <a:lnTo>
                    <a:pt x="15717" y="9383"/>
                  </a:lnTo>
                  <a:lnTo>
                    <a:pt x="15330" y="9229"/>
                  </a:lnTo>
                  <a:lnTo>
                    <a:pt x="15021" y="9036"/>
                  </a:lnTo>
                  <a:lnTo>
                    <a:pt x="14674" y="8766"/>
                  </a:lnTo>
                  <a:lnTo>
                    <a:pt x="14404" y="8495"/>
                  </a:lnTo>
                  <a:lnTo>
                    <a:pt x="14133" y="8186"/>
                  </a:lnTo>
                  <a:lnTo>
                    <a:pt x="13902" y="7878"/>
                  </a:lnTo>
                  <a:lnTo>
                    <a:pt x="13709" y="7530"/>
                  </a:lnTo>
                  <a:lnTo>
                    <a:pt x="13515" y="7182"/>
                  </a:lnTo>
                  <a:lnTo>
                    <a:pt x="13207" y="6526"/>
                  </a:lnTo>
                  <a:lnTo>
                    <a:pt x="12936" y="5870"/>
                  </a:lnTo>
                  <a:lnTo>
                    <a:pt x="12434" y="4518"/>
                  </a:lnTo>
                  <a:lnTo>
                    <a:pt x="12164" y="3862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317"/>
                  </a:lnTo>
                  <a:lnTo>
                    <a:pt x="11005" y="2047"/>
                  </a:lnTo>
                  <a:lnTo>
                    <a:pt x="10542" y="1583"/>
                  </a:lnTo>
                  <a:lnTo>
                    <a:pt x="10040" y="1197"/>
                  </a:lnTo>
                  <a:lnTo>
                    <a:pt x="9538" y="888"/>
                  </a:lnTo>
                  <a:lnTo>
                    <a:pt x="9036" y="579"/>
                  </a:lnTo>
                  <a:lnTo>
                    <a:pt x="8457" y="386"/>
                  </a:lnTo>
                  <a:lnTo>
                    <a:pt x="7916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2"/>
            <p:cNvSpPr/>
            <p:nvPr/>
          </p:nvSpPr>
          <p:spPr>
            <a:xfrm>
              <a:off x="6719625" y="2898500"/>
              <a:ext cx="625575" cy="344675"/>
            </a:xfrm>
            <a:custGeom>
              <a:avLst/>
              <a:gdLst/>
              <a:ahLst/>
              <a:cxnLst/>
              <a:rect l="l" t="t" r="r" b="b"/>
              <a:pathLst>
                <a:path w="25023" h="13787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41" y="2009"/>
                  </a:lnTo>
                  <a:lnTo>
                    <a:pt x="23787" y="2163"/>
                  </a:lnTo>
                  <a:lnTo>
                    <a:pt x="23633" y="2202"/>
                  </a:lnTo>
                  <a:lnTo>
                    <a:pt x="23478" y="2202"/>
                  </a:lnTo>
                  <a:lnTo>
                    <a:pt x="23324" y="2163"/>
                  </a:lnTo>
                  <a:lnTo>
                    <a:pt x="23208" y="2086"/>
                  </a:lnTo>
                  <a:lnTo>
                    <a:pt x="23092" y="1970"/>
                  </a:lnTo>
                  <a:lnTo>
                    <a:pt x="23015" y="1816"/>
                  </a:lnTo>
                  <a:lnTo>
                    <a:pt x="22976" y="1661"/>
                  </a:lnTo>
                  <a:lnTo>
                    <a:pt x="22976" y="1429"/>
                  </a:lnTo>
                  <a:lnTo>
                    <a:pt x="23053" y="1275"/>
                  </a:lnTo>
                  <a:lnTo>
                    <a:pt x="23169" y="1120"/>
                  </a:lnTo>
                  <a:lnTo>
                    <a:pt x="23285" y="966"/>
                  </a:lnTo>
                  <a:close/>
                  <a:moveTo>
                    <a:pt x="24096" y="2433"/>
                  </a:moveTo>
                  <a:lnTo>
                    <a:pt x="24212" y="2781"/>
                  </a:lnTo>
                  <a:lnTo>
                    <a:pt x="24328" y="3090"/>
                  </a:lnTo>
                  <a:lnTo>
                    <a:pt x="24366" y="3437"/>
                  </a:lnTo>
                  <a:lnTo>
                    <a:pt x="24443" y="3823"/>
                  </a:lnTo>
                  <a:lnTo>
                    <a:pt x="24173" y="3746"/>
                  </a:lnTo>
                  <a:lnTo>
                    <a:pt x="23941" y="3592"/>
                  </a:lnTo>
                  <a:lnTo>
                    <a:pt x="23864" y="3515"/>
                  </a:lnTo>
                  <a:lnTo>
                    <a:pt x="23787" y="3399"/>
                  </a:lnTo>
                  <a:lnTo>
                    <a:pt x="23748" y="3283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7" y="2742"/>
                  </a:lnTo>
                  <a:lnTo>
                    <a:pt x="23941" y="2588"/>
                  </a:lnTo>
                  <a:lnTo>
                    <a:pt x="24096" y="2433"/>
                  </a:lnTo>
                  <a:close/>
                  <a:moveTo>
                    <a:pt x="16296" y="4982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6" y="5291"/>
                  </a:lnTo>
                  <a:lnTo>
                    <a:pt x="16566" y="5407"/>
                  </a:lnTo>
                  <a:lnTo>
                    <a:pt x="16296" y="5445"/>
                  </a:lnTo>
                  <a:lnTo>
                    <a:pt x="15639" y="5523"/>
                  </a:lnTo>
                  <a:lnTo>
                    <a:pt x="15639" y="5484"/>
                  </a:lnTo>
                  <a:lnTo>
                    <a:pt x="15678" y="5368"/>
                  </a:lnTo>
                  <a:lnTo>
                    <a:pt x="15716" y="5252"/>
                  </a:lnTo>
                  <a:lnTo>
                    <a:pt x="15755" y="5175"/>
                  </a:lnTo>
                  <a:lnTo>
                    <a:pt x="15832" y="5098"/>
                  </a:lnTo>
                  <a:lnTo>
                    <a:pt x="15948" y="5021"/>
                  </a:lnTo>
                  <a:lnTo>
                    <a:pt x="16064" y="4982"/>
                  </a:lnTo>
                  <a:close/>
                  <a:moveTo>
                    <a:pt x="24443" y="4248"/>
                  </a:moveTo>
                  <a:lnTo>
                    <a:pt x="24443" y="4673"/>
                  </a:lnTo>
                  <a:lnTo>
                    <a:pt x="24366" y="5098"/>
                  </a:lnTo>
                  <a:lnTo>
                    <a:pt x="24250" y="5523"/>
                  </a:lnTo>
                  <a:lnTo>
                    <a:pt x="24057" y="5445"/>
                  </a:lnTo>
                  <a:lnTo>
                    <a:pt x="23903" y="5291"/>
                  </a:lnTo>
                  <a:lnTo>
                    <a:pt x="23826" y="5098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50"/>
                  </a:lnTo>
                  <a:lnTo>
                    <a:pt x="23864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48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1"/>
                  </a:lnTo>
                  <a:lnTo>
                    <a:pt x="18111" y="5214"/>
                  </a:lnTo>
                  <a:lnTo>
                    <a:pt x="18111" y="5407"/>
                  </a:lnTo>
                  <a:lnTo>
                    <a:pt x="18072" y="5638"/>
                  </a:lnTo>
                  <a:lnTo>
                    <a:pt x="17570" y="5523"/>
                  </a:lnTo>
                  <a:lnTo>
                    <a:pt x="17029" y="5445"/>
                  </a:lnTo>
                  <a:lnTo>
                    <a:pt x="17068" y="5291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5"/>
                  </a:lnTo>
                  <a:lnTo>
                    <a:pt x="17531" y="4866"/>
                  </a:lnTo>
                  <a:lnTo>
                    <a:pt x="17647" y="4827"/>
                  </a:lnTo>
                  <a:close/>
                  <a:moveTo>
                    <a:pt x="14712" y="5329"/>
                  </a:moveTo>
                  <a:lnTo>
                    <a:pt x="14828" y="5368"/>
                  </a:lnTo>
                  <a:lnTo>
                    <a:pt x="14906" y="5445"/>
                  </a:lnTo>
                  <a:lnTo>
                    <a:pt x="15021" y="5561"/>
                  </a:lnTo>
                  <a:lnTo>
                    <a:pt x="15060" y="5677"/>
                  </a:lnTo>
                  <a:lnTo>
                    <a:pt x="14558" y="5870"/>
                  </a:lnTo>
                  <a:lnTo>
                    <a:pt x="14056" y="6102"/>
                  </a:lnTo>
                  <a:lnTo>
                    <a:pt x="14017" y="6063"/>
                  </a:lnTo>
                  <a:lnTo>
                    <a:pt x="14056" y="5831"/>
                  </a:lnTo>
                  <a:lnTo>
                    <a:pt x="14133" y="5600"/>
                  </a:lnTo>
                  <a:lnTo>
                    <a:pt x="14249" y="5445"/>
                  </a:lnTo>
                  <a:lnTo>
                    <a:pt x="14365" y="5368"/>
                  </a:lnTo>
                  <a:lnTo>
                    <a:pt x="14442" y="5329"/>
                  </a:lnTo>
                  <a:close/>
                  <a:moveTo>
                    <a:pt x="18999" y="5484"/>
                  </a:moveTo>
                  <a:lnTo>
                    <a:pt x="19115" y="5523"/>
                  </a:lnTo>
                  <a:lnTo>
                    <a:pt x="19192" y="5561"/>
                  </a:lnTo>
                  <a:lnTo>
                    <a:pt x="19308" y="5677"/>
                  </a:lnTo>
                  <a:lnTo>
                    <a:pt x="19385" y="5831"/>
                  </a:lnTo>
                  <a:lnTo>
                    <a:pt x="19385" y="5986"/>
                  </a:lnTo>
                  <a:lnTo>
                    <a:pt x="19346" y="6179"/>
                  </a:lnTo>
                  <a:lnTo>
                    <a:pt x="18613" y="5831"/>
                  </a:lnTo>
                  <a:lnTo>
                    <a:pt x="18651" y="5754"/>
                  </a:lnTo>
                  <a:lnTo>
                    <a:pt x="18690" y="5677"/>
                  </a:lnTo>
                  <a:lnTo>
                    <a:pt x="18844" y="5523"/>
                  </a:lnTo>
                  <a:lnTo>
                    <a:pt x="18999" y="5484"/>
                  </a:lnTo>
                  <a:close/>
                  <a:moveTo>
                    <a:pt x="20196" y="6063"/>
                  </a:moveTo>
                  <a:lnTo>
                    <a:pt x="20350" y="6102"/>
                  </a:lnTo>
                  <a:lnTo>
                    <a:pt x="20466" y="6140"/>
                  </a:lnTo>
                  <a:lnTo>
                    <a:pt x="20543" y="6179"/>
                  </a:lnTo>
                  <a:lnTo>
                    <a:pt x="20698" y="6333"/>
                  </a:lnTo>
                  <a:lnTo>
                    <a:pt x="20775" y="6527"/>
                  </a:lnTo>
                  <a:lnTo>
                    <a:pt x="20814" y="6720"/>
                  </a:lnTo>
                  <a:lnTo>
                    <a:pt x="20891" y="6951"/>
                  </a:lnTo>
                  <a:lnTo>
                    <a:pt x="20466" y="6758"/>
                  </a:lnTo>
                  <a:lnTo>
                    <a:pt x="20080" y="6565"/>
                  </a:lnTo>
                  <a:lnTo>
                    <a:pt x="19810" y="6411"/>
                  </a:lnTo>
                  <a:lnTo>
                    <a:pt x="19848" y="6295"/>
                  </a:lnTo>
                  <a:lnTo>
                    <a:pt x="19887" y="6179"/>
                  </a:lnTo>
                  <a:lnTo>
                    <a:pt x="20003" y="6140"/>
                  </a:lnTo>
                  <a:lnTo>
                    <a:pt x="20080" y="6102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9"/>
                  </a:lnTo>
                  <a:lnTo>
                    <a:pt x="23941" y="5986"/>
                  </a:lnTo>
                  <a:lnTo>
                    <a:pt x="24019" y="6025"/>
                  </a:lnTo>
                  <a:lnTo>
                    <a:pt x="24096" y="6025"/>
                  </a:lnTo>
                  <a:lnTo>
                    <a:pt x="23941" y="6295"/>
                  </a:lnTo>
                  <a:lnTo>
                    <a:pt x="23748" y="6565"/>
                  </a:lnTo>
                  <a:lnTo>
                    <a:pt x="23517" y="6797"/>
                  </a:lnTo>
                  <a:lnTo>
                    <a:pt x="23246" y="6990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7"/>
                  </a:lnTo>
                  <a:lnTo>
                    <a:pt x="23015" y="6295"/>
                  </a:lnTo>
                  <a:lnTo>
                    <a:pt x="23053" y="6179"/>
                  </a:lnTo>
                  <a:lnTo>
                    <a:pt x="23131" y="6102"/>
                  </a:lnTo>
                  <a:lnTo>
                    <a:pt x="23208" y="6025"/>
                  </a:lnTo>
                  <a:lnTo>
                    <a:pt x="23285" y="5947"/>
                  </a:lnTo>
                  <a:lnTo>
                    <a:pt x="23517" y="5870"/>
                  </a:lnTo>
                  <a:close/>
                  <a:moveTo>
                    <a:pt x="13245" y="6102"/>
                  </a:moveTo>
                  <a:lnTo>
                    <a:pt x="13477" y="6179"/>
                  </a:lnTo>
                  <a:lnTo>
                    <a:pt x="13593" y="6256"/>
                  </a:lnTo>
                  <a:lnTo>
                    <a:pt x="13708" y="6333"/>
                  </a:lnTo>
                  <a:lnTo>
                    <a:pt x="13168" y="6720"/>
                  </a:lnTo>
                  <a:lnTo>
                    <a:pt x="12782" y="7106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7" y="6797"/>
                  </a:lnTo>
                  <a:lnTo>
                    <a:pt x="12627" y="6681"/>
                  </a:lnTo>
                  <a:lnTo>
                    <a:pt x="12666" y="6527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59" y="6218"/>
                  </a:lnTo>
                  <a:lnTo>
                    <a:pt x="13013" y="6140"/>
                  </a:lnTo>
                  <a:lnTo>
                    <a:pt x="13129" y="6102"/>
                  </a:lnTo>
                  <a:close/>
                  <a:moveTo>
                    <a:pt x="22165" y="6565"/>
                  </a:moveTo>
                  <a:lnTo>
                    <a:pt x="22281" y="6604"/>
                  </a:lnTo>
                  <a:lnTo>
                    <a:pt x="22474" y="6720"/>
                  </a:lnTo>
                  <a:lnTo>
                    <a:pt x="22629" y="6874"/>
                  </a:lnTo>
                  <a:lnTo>
                    <a:pt x="22783" y="7029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6"/>
                  </a:lnTo>
                  <a:lnTo>
                    <a:pt x="22937" y="7144"/>
                  </a:lnTo>
                  <a:lnTo>
                    <a:pt x="22551" y="7222"/>
                  </a:lnTo>
                  <a:lnTo>
                    <a:pt x="22165" y="7260"/>
                  </a:lnTo>
                  <a:lnTo>
                    <a:pt x="21779" y="7222"/>
                  </a:lnTo>
                  <a:lnTo>
                    <a:pt x="21393" y="7106"/>
                  </a:lnTo>
                  <a:lnTo>
                    <a:pt x="21470" y="6913"/>
                  </a:lnTo>
                  <a:lnTo>
                    <a:pt x="21625" y="6758"/>
                  </a:lnTo>
                  <a:lnTo>
                    <a:pt x="21818" y="6604"/>
                  </a:lnTo>
                  <a:lnTo>
                    <a:pt x="22049" y="6565"/>
                  </a:lnTo>
                  <a:close/>
                  <a:moveTo>
                    <a:pt x="12280" y="7415"/>
                  </a:moveTo>
                  <a:lnTo>
                    <a:pt x="12473" y="7453"/>
                  </a:lnTo>
                  <a:lnTo>
                    <a:pt x="12125" y="7994"/>
                  </a:lnTo>
                  <a:lnTo>
                    <a:pt x="11816" y="8573"/>
                  </a:lnTo>
                  <a:lnTo>
                    <a:pt x="11701" y="8341"/>
                  </a:lnTo>
                  <a:lnTo>
                    <a:pt x="11662" y="8110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39" y="7724"/>
                  </a:lnTo>
                  <a:lnTo>
                    <a:pt x="11816" y="7608"/>
                  </a:lnTo>
                  <a:lnTo>
                    <a:pt x="11894" y="7531"/>
                  </a:lnTo>
                  <a:lnTo>
                    <a:pt x="12009" y="7453"/>
                  </a:lnTo>
                  <a:lnTo>
                    <a:pt x="12164" y="7415"/>
                  </a:lnTo>
                  <a:close/>
                  <a:moveTo>
                    <a:pt x="2240" y="9384"/>
                  </a:moveTo>
                  <a:lnTo>
                    <a:pt x="2356" y="9423"/>
                  </a:lnTo>
                  <a:lnTo>
                    <a:pt x="2472" y="9500"/>
                  </a:lnTo>
                  <a:lnTo>
                    <a:pt x="2549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10002"/>
                  </a:lnTo>
                  <a:lnTo>
                    <a:pt x="2124" y="9886"/>
                  </a:lnTo>
                  <a:lnTo>
                    <a:pt x="1661" y="9886"/>
                  </a:lnTo>
                  <a:lnTo>
                    <a:pt x="1699" y="9770"/>
                  </a:lnTo>
                  <a:lnTo>
                    <a:pt x="1738" y="9654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close/>
                  <a:moveTo>
                    <a:pt x="11662" y="8998"/>
                  </a:moveTo>
                  <a:lnTo>
                    <a:pt x="11469" y="9500"/>
                  </a:lnTo>
                  <a:lnTo>
                    <a:pt x="11353" y="10040"/>
                  </a:lnTo>
                  <a:lnTo>
                    <a:pt x="11276" y="10272"/>
                  </a:lnTo>
                  <a:lnTo>
                    <a:pt x="11237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8" y="9693"/>
                  </a:lnTo>
                  <a:lnTo>
                    <a:pt x="10928" y="9577"/>
                  </a:lnTo>
                  <a:lnTo>
                    <a:pt x="10967" y="9461"/>
                  </a:lnTo>
                  <a:lnTo>
                    <a:pt x="11005" y="9345"/>
                  </a:lnTo>
                  <a:lnTo>
                    <a:pt x="11121" y="9152"/>
                  </a:lnTo>
                  <a:lnTo>
                    <a:pt x="11276" y="9075"/>
                  </a:lnTo>
                  <a:lnTo>
                    <a:pt x="11469" y="8998"/>
                  </a:lnTo>
                  <a:close/>
                  <a:moveTo>
                    <a:pt x="3784" y="9770"/>
                  </a:moveTo>
                  <a:lnTo>
                    <a:pt x="3900" y="9809"/>
                  </a:lnTo>
                  <a:lnTo>
                    <a:pt x="4016" y="9886"/>
                  </a:lnTo>
                  <a:lnTo>
                    <a:pt x="4093" y="10002"/>
                  </a:lnTo>
                  <a:lnTo>
                    <a:pt x="4132" y="10118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3" y="10542"/>
                  </a:lnTo>
                  <a:lnTo>
                    <a:pt x="4016" y="10658"/>
                  </a:lnTo>
                  <a:lnTo>
                    <a:pt x="3862" y="10542"/>
                  </a:lnTo>
                  <a:lnTo>
                    <a:pt x="3514" y="10349"/>
                  </a:lnTo>
                  <a:lnTo>
                    <a:pt x="3089" y="10156"/>
                  </a:lnTo>
                  <a:lnTo>
                    <a:pt x="3128" y="10040"/>
                  </a:lnTo>
                  <a:lnTo>
                    <a:pt x="3244" y="9925"/>
                  </a:lnTo>
                  <a:lnTo>
                    <a:pt x="3360" y="9847"/>
                  </a:lnTo>
                  <a:lnTo>
                    <a:pt x="3514" y="9770"/>
                  </a:lnTo>
                  <a:close/>
                  <a:moveTo>
                    <a:pt x="4943" y="10658"/>
                  </a:moveTo>
                  <a:lnTo>
                    <a:pt x="5020" y="10736"/>
                  </a:lnTo>
                  <a:lnTo>
                    <a:pt x="5097" y="10774"/>
                  </a:lnTo>
                  <a:lnTo>
                    <a:pt x="5136" y="10890"/>
                  </a:lnTo>
                  <a:lnTo>
                    <a:pt x="5175" y="11044"/>
                  </a:lnTo>
                  <a:lnTo>
                    <a:pt x="5136" y="11238"/>
                  </a:lnTo>
                  <a:lnTo>
                    <a:pt x="5097" y="11431"/>
                  </a:lnTo>
                  <a:lnTo>
                    <a:pt x="4402" y="10929"/>
                  </a:lnTo>
                  <a:lnTo>
                    <a:pt x="4441" y="10813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20"/>
                  </a:moveTo>
                  <a:lnTo>
                    <a:pt x="10967" y="11199"/>
                  </a:lnTo>
                  <a:lnTo>
                    <a:pt x="10735" y="11740"/>
                  </a:lnTo>
                  <a:lnTo>
                    <a:pt x="10658" y="11701"/>
                  </a:lnTo>
                  <a:lnTo>
                    <a:pt x="10503" y="11546"/>
                  </a:lnTo>
                  <a:lnTo>
                    <a:pt x="10426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3"/>
                  </a:lnTo>
                  <a:lnTo>
                    <a:pt x="10735" y="10697"/>
                  </a:lnTo>
                  <a:lnTo>
                    <a:pt x="10928" y="10620"/>
                  </a:lnTo>
                  <a:close/>
                  <a:moveTo>
                    <a:pt x="5986" y="11469"/>
                  </a:moveTo>
                  <a:lnTo>
                    <a:pt x="6063" y="11508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3" y="11778"/>
                  </a:lnTo>
                  <a:lnTo>
                    <a:pt x="6372" y="12010"/>
                  </a:lnTo>
                  <a:lnTo>
                    <a:pt x="6410" y="12242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1"/>
                  </a:lnTo>
                  <a:lnTo>
                    <a:pt x="5445" y="11624"/>
                  </a:lnTo>
                  <a:lnTo>
                    <a:pt x="5561" y="11546"/>
                  </a:lnTo>
                  <a:lnTo>
                    <a:pt x="5638" y="11508"/>
                  </a:lnTo>
                  <a:lnTo>
                    <a:pt x="5754" y="11469"/>
                  </a:lnTo>
                  <a:close/>
                  <a:moveTo>
                    <a:pt x="10542" y="12048"/>
                  </a:moveTo>
                  <a:lnTo>
                    <a:pt x="10388" y="12319"/>
                  </a:lnTo>
                  <a:lnTo>
                    <a:pt x="10195" y="12550"/>
                  </a:lnTo>
                  <a:lnTo>
                    <a:pt x="10001" y="12744"/>
                  </a:lnTo>
                  <a:lnTo>
                    <a:pt x="9770" y="12937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8" y="12242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76" y="12512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1"/>
                  </a:lnTo>
                  <a:lnTo>
                    <a:pt x="7878" y="13014"/>
                  </a:lnTo>
                  <a:lnTo>
                    <a:pt x="7878" y="13207"/>
                  </a:lnTo>
                  <a:lnTo>
                    <a:pt x="7839" y="13207"/>
                  </a:lnTo>
                  <a:lnTo>
                    <a:pt x="7337" y="13014"/>
                  </a:lnTo>
                  <a:lnTo>
                    <a:pt x="6835" y="12744"/>
                  </a:lnTo>
                  <a:lnTo>
                    <a:pt x="6990" y="12628"/>
                  </a:lnTo>
                  <a:lnTo>
                    <a:pt x="7183" y="12550"/>
                  </a:lnTo>
                  <a:lnTo>
                    <a:pt x="7376" y="12512"/>
                  </a:lnTo>
                  <a:close/>
                  <a:moveTo>
                    <a:pt x="8843" y="12628"/>
                  </a:moveTo>
                  <a:lnTo>
                    <a:pt x="8959" y="12666"/>
                  </a:lnTo>
                  <a:lnTo>
                    <a:pt x="9113" y="12782"/>
                  </a:lnTo>
                  <a:lnTo>
                    <a:pt x="9191" y="12937"/>
                  </a:lnTo>
                  <a:lnTo>
                    <a:pt x="9229" y="13130"/>
                  </a:lnTo>
                  <a:lnTo>
                    <a:pt x="9268" y="13207"/>
                  </a:lnTo>
                  <a:lnTo>
                    <a:pt x="9036" y="13284"/>
                  </a:lnTo>
                  <a:lnTo>
                    <a:pt x="8804" y="13323"/>
                  </a:lnTo>
                  <a:lnTo>
                    <a:pt x="8573" y="13323"/>
                  </a:lnTo>
                  <a:lnTo>
                    <a:pt x="8302" y="13284"/>
                  </a:lnTo>
                  <a:lnTo>
                    <a:pt x="8302" y="13207"/>
                  </a:lnTo>
                  <a:lnTo>
                    <a:pt x="8341" y="13014"/>
                  </a:lnTo>
                  <a:lnTo>
                    <a:pt x="8418" y="12821"/>
                  </a:lnTo>
                  <a:lnTo>
                    <a:pt x="8573" y="12705"/>
                  </a:lnTo>
                  <a:lnTo>
                    <a:pt x="8650" y="12666"/>
                  </a:lnTo>
                  <a:lnTo>
                    <a:pt x="8766" y="12628"/>
                  </a:lnTo>
                  <a:close/>
                  <a:moveTo>
                    <a:pt x="22976" y="1"/>
                  </a:moveTo>
                  <a:lnTo>
                    <a:pt x="22899" y="39"/>
                  </a:lnTo>
                  <a:lnTo>
                    <a:pt x="22822" y="78"/>
                  </a:lnTo>
                  <a:lnTo>
                    <a:pt x="22783" y="155"/>
                  </a:lnTo>
                  <a:lnTo>
                    <a:pt x="22744" y="232"/>
                  </a:lnTo>
                  <a:lnTo>
                    <a:pt x="22744" y="310"/>
                  </a:lnTo>
                  <a:lnTo>
                    <a:pt x="22822" y="425"/>
                  </a:lnTo>
                  <a:lnTo>
                    <a:pt x="22860" y="464"/>
                  </a:lnTo>
                  <a:lnTo>
                    <a:pt x="23015" y="657"/>
                  </a:lnTo>
                  <a:lnTo>
                    <a:pt x="22899" y="773"/>
                  </a:lnTo>
                  <a:lnTo>
                    <a:pt x="22783" y="966"/>
                  </a:lnTo>
                  <a:lnTo>
                    <a:pt x="22706" y="1120"/>
                  </a:lnTo>
                  <a:lnTo>
                    <a:pt x="22629" y="1314"/>
                  </a:lnTo>
                  <a:lnTo>
                    <a:pt x="22590" y="1507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60" y="2279"/>
                  </a:lnTo>
                  <a:lnTo>
                    <a:pt x="23053" y="2395"/>
                  </a:lnTo>
                  <a:lnTo>
                    <a:pt x="23246" y="2511"/>
                  </a:lnTo>
                  <a:lnTo>
                    <a:pt x="23478" y="2511"/>
                  </a:lnTo>
                  <a:lnTo>
                    <a:pt x="23401" y="2704"/>
                  </a:lnTo>
                  <a:lnTo>
                    <a:pt x="23362" y="2897"/>
                  </a:lnTo>
                  <a:lnTo>
                    <a:pt x="23324" y="3090"/>
                  </a:lnTo>
                  <a:lnTo>
                    <a:pt x="23362" y="3283"/>
                  </a:lnTo>
                  <a:lnTo>
                    <a:pt x="23439" y="3515"/>
                  </a:lnTo>
                  <a:lnTo>
                    <a:pt x="23555" y="3708"/>
                  </a:lnTo>
                  <a:lnTo>
                    <a:pt x="23748" y="3901"/>
                  </a:lnTo>
                  <a:lnTo>
                    <a:pt x="23980" y="4017"/>
                  </a:lnTo>
                  <a:lnTo>
                    <a:pt x="23748" y="4210"/>
                  </a:lnTo>
                  <a:lnTo>
                    <a:pt x="23555" y="4480"/>
                  </a:lnTo>
                  <a:lnTo>
                    <a:pt x="23478" y="4750"/>
                  </a:lnTo>
                  <a:lnTo>
                    <a:pt x="23439" y="4905"/>
                  </a:lnTo>
                  <a:lnTo>
                    <a:pt x="23439" y="5021"/>
                  </a:lnTo>
                  <a:lnTo>
                    <a:pt x="23517" y="5291"/>
                  </a:lnTo>
                  <a:lnTo>
                    <a:pt x="23633" y="5484"/>
                  </a:lnTo>
                  <a:lnTo>
                    <a:pt x="23401" y="5523"/>
                  </a:lnTo>
                  <a:lnTo>
                    <a:pt x="23169" y="5561"/>
                  </a:lnTo>
                  <a:lnTo>
                    <a:pt x="22976" y="5716"/>
                  </a:lnTo>
                  <a:lnTo>
                    <a:pt x="22783" y="5870"/>
                  </a:lnTo>
                  <a:lnTo>
                    <a:pt x="22706" y="6102"/>
                  </a:lnTo>
                  <a:lnTo>
                    <a:pt x="22629" y="6372"/>
                  </a:lnTo>
                  <a:lnTo>
                    <a:pt x="22474" y="6295"/>
                  </a:lnTo>
                  <a:lnTo>
                    <a:pt x="22320" y="6256"/>
                  </a:lnTo>
                  <a:lnTo>
                    <a:pt x="22165" y="6218"/>
                  </a:lnTo>
                  <a:lnTo>
                    <a:pt x="21972" y="6218"/>
                  </a:lnTo>
                  <a:lnTo>
                    <a:pt x="21740" y="6295"/>
                  </a:lnTo>
                  <a:lnTo>
                    <a:pt x="21509" y="6411"/>
                  </a:lnTo>
                  <a:lnTo>
                    <a:pt x="21354" y="6565"/>
                  </a:lnTo>
                  <a:lnTo>
                    <a:pt x="21200" y="6797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6025"/>
                  </a:lnTo>
                  <a:lnTo>
                    <a:pt x="20736" y="5909"/>
                  </a:lnTo>
                  <a:lnTo>
                    <a:pt x="20582" y="5831"/>
                  </a:lnTo>
                  <a:lnTo>
                    <a:pt x="20427" y="5754"/>
                  </a:lnTo>
                  <a:lnTo>
                    <a:pt x="20234" y="5754"/>
                  </a:lnTo>
                  <a:lnTo>
                    <a:pt x="20080" y="5793"/>
                  </a:lnTo>
                  <a:lnTo>
                    <a:pt x="19887" y="5870"/>
                  </a:lnTo>
                  <a:lnTo>
                    <a:pt x="19771" y="5947"/>
                  </a:lnTo>
                  <a:lnTo>
                    <a:pt x="19732" y="5716"/>
                  </a:lnTo>
                  <a:lnTo>
                    <a:pt x="19617" y="5484"/>
                  </a:lnTo>
                  <a:lnTo>
                    <a:pt x="19462" y="5329"/>
                  </a:lnTo>
                  <a:lnTo>
                    <a:pt x="19385" y="5252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91"/>
                  </a:lnTo>
                  <a:lnTo>
                    <a:pt x="18497" y="5407"/>
                  </a:lnTo>
                  <a:lnTo>
                    <a:pt x="18458" y="5252"/>
                  </a:lnTo>
                  <a:lnTo>
                    <a:pt x="18420" y="5136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73"/>
                  </a:lnTo>
                  <a:lnTo>
                    <a:pt x="17956" y="4596"/>
                  </a:lnTo>
                  <a:lnTo>
                    <a:pt x="17802" y="4557"/>
                  </a:lnTo>
                  <a:lnTo>
                    <a:pt x="17647" y="4519"/>
                  </a:lnTo>
                  <a:lnTo>
                    <a:pt x="17493" y="4557"/>
                  </a:lnTo>
                  <a:lnTo>
                    <a:pt x="17377" y="4596"/>
                  </a:lnTo>
                  <a:lnTo>
                    <a:pt x="17261" y="4634"/>
                  </a:lnTo>
                  <a:lnTo>
                    <a:pt x="17145" y="4750"/>
                  </a:lnTo>
                  <a:lnTo>
                    <a:pt x="17029" y="4827"/>
                  </a:lnTo>
                  <a:lnTo>
                    <a:pt x="16875" y="5098"/>
                  </a:lnTo>
                  <a:lnTo>
                    <a:pt x="16759" y="4943"/>
                  </a:lnTo>
                  <a:lnTo>
                    <a:pt x="16605" y="4789"/>
                  </a:lnTo>
                  <a:lnTo>
                    <a:pt x="16450" y="4712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66"/>
                  </a:lnTo>
                  <a:lnTo>
                    <a:pt x="15523" y="4982"/>
                  </a:lnTo>
                  <a:lnTo>
                    <a:pt x="15446" y="5136"/>
                  </a:lnTo>
                  <a:lnTo>
                    <a:pt x="15408" y="5329"/>
                  </a:lnTo>
                  <a:lnTo>
                    <a:pt x="15408" y="5484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68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2"/>
                  </a:lnTo>
                  <a:lnTo>
                    <a:pt x="14635" y="4943"/>
                  </a:lnTo>
                  <a:lnTo>
                    <a:pt x="14442" y="4982"/>
                  </a:lnTo>
                  <a:lnTo>
                    <a:pt x="14288" y="5021"/>
                  </a:lnTo>
                  <a:lnTo>
                    <a:pt x="14133" y="5098"/>
                  </a:lnTo>
                  <a:lnTo>
                    <a:pt x="14056" y="5175"/>
                  </a:lnTo>
                  <a:lnTo>
                    <a:pt x="13940" y="5291"/>
                  </a:lnTo>
                  <a:lnTo>
                    <a:pt x="13824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6"/>
                  </a:lnTo>
                  <a:lnTo>
                    <a:pt x="13168" y="5716"/>
                  </a:lnTo>
                  <a:lnTo>
                    <a:pt x="12936" y="5754"/>
                  </a:lnTo>
                  <a:lnTo>
                    <a:pt x="12743" y="5831"/>
                  </a:lnTo>
                  <a:lnTo>
                    <a:pt x="12589" y="5947"/>
                  </a:lnTo>
                  <a:lnTo>
                    <a:pt x="12511" y="6063"/>
                  </a:lnTo>
                  <a:lnTo>
                    <a:pt x="12434" y="6218"/>
                  </a:lnTo>
                  <a:lnTo>
                    <a:pt x="12357" y="6372"/>
                  </a:lnTo>
                  <a:lnTo>
                    <a:pt x="12357" y="6527"/>
                  </a:lnTo>
                  <a:lnTo>
                    <a:pt x="12357" y="6681"/>
                  </a:lnTo>
                  <a:lnTo>
                    <a:pt x="12357" y="6835"/>
                  </a:lnTo>
                  <a:lnTo>
                    <a:pt x="12434" y="6990"/>
                  </a:lnTo>
                  <a:lnTo>
                    <a:pt x="12164" y="7029"/>
                  </a:lnTo>
                  <a:lnTo>
                    <a:pt x="11894" y="7106"/>
                  </a:lnTo>
                  <a:lnTo>
                    <a:pt x="11662" y="7222"/>
                  </a:lnTo>
                  <a:lnTo>
                    <a:pt x="11507" y="7415"/>
                  </a:lnTo>
                  <a:lnTo>
                    <a:pt x="11392" y="7531"/>
                  </a:lnTo>
                  <a:lnTo>
                    <a:pt x="11353" y="7685"/>
                  </a:lnTo>
                  <a:lnTo>
                    <a:pt x="11314" y="7839"/>
                  </a:lnTo>
                  <a:lnTo>
                    <a:pt x="11276" y="7994"/>
                  </a:lnTo>
                  <a:lnTo>
                    <a:pt x="11314" y="8148"/>
                  </a:lnTo>
                  <a:lnTo>
                    <a:pt x="11353" y="8303"/>
                  </a:lnTo>
                  <a:lnTo>
                    <a:pt x="11392" y="8457"/>
                  </a:lnTo>
                  <a:lnTo>
                    <a:pt x="11469" y="8612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58" y="9230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1" y="10234"/>
                  </a:lnTo>
                  <a:lnTo>
                    <a:pt x="10619" y="10311"/>
                  </a:lnTo>
                  <a:lnTo>
                    <a:pt x="10426" y="10427"/>
                  </a:lnTo>
                  <a:lnTo>
                    <a:pt x="10233" y="10581"/>
                  </a:lnTo>
                  <a:lnTo>
                    <a:pt x="10117" y="10774"/>
                  </a:lnTo>
                  <a:lnTo>
                    <a:pt x="10079" y="11006"/>
                  </a:lnTo>
                  <a:lnTo>
                    <a:pt x="10040" y="11238"/>
                  </a:lnTo>
                  <a:lnTo>
                    <a:pt x="10079" y="11469"/>
                  </a:lnTo>
                  <a:lnTo>
                    <a:pt x="10195" y="11701"/>
                  </a:lnTo>
                  <a:lnTo>
                    <a:pt x="9924" y="11740"/>
                  </a:lnTo>
                  <a:lnTo>
                    <a:pt x="9693" y="11855"/>
                  </a:lnTo>
                  <a:lnTo>
                    <a:pt x="9499" y="12010"/>
                  </a:lnTo>
                  <a:lnTo>
                    <a:pt x="9422" y="12087"/>
                  </a:lnTo>
                  <a:lnTo>
                    <a:pt x="9384" y="12203"/>
                  </a:lnTo>
                  <a:lnTo>
                    <a:pt x="9345" y="12319"/>
                  </a:lnTo>
                  <a:lnTo>
                    <a:pt x="9306" y="12473"/>
                  </a:lnTo>
                  <a:lnTo>
                    <a:pt x="9191" y="12396"/>
                  </a:lnTo>
                  <a:lnTo>
                    <a:pt x="9036" y="12319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57"/>
                  </a:lnTo>
                  <a:lnTo>
                    <a:pt x="8380" y="12435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09" y="12550"/>
                  </a:lnTo>
                  <a:lnTo>
                    <a:pt x="7993" y="12435"/>
                  </a:lnTo>
                  <a:lnTo>
                    <a:pt x="7878" y="12319"/>
                  </a:lnTo>
                  <a:lnTo>
                    <a:pt x="7723" y="12242"/>
                  </a:lnTo>
                  <a:lnTo>
                    <a:pt x="7492" y="12164"/>
                  </a:lnTo>
                  <a:lnTo>
                    <a:pt x="7221" y="12203"/>
                  </a:lnTo>
                  <a:lnTo>
                    <a:pt x="6990" y="12280"/>
                  </a:lnTo>
                  <a:lnTo>
                    <a:pt x="6796" y="12435"/>
                  </a:lnTo>
                  <a:lnTo>
                    <a:pt x="6796" y="12048"/>
                  </a:lnTo>
                  <a:lnTo>
                    <a:pt x="6758" y="11894"/>
                  </a:lnTo>
                  <a:lnTo>
                    <a:pt x="6681" y="11701"/>
                  </a:lnTo>
                  <a:lnTo>
                    <a:pt x="6603" y="11546"/>
                  </a:lnTo>
                  <a:lnTo>
                    <a:pt x="6526" y="11431"/>
                  </a:lnTo>
                  <a:lnTo>
                    <a:pt x="6372" y="11315"/>
                  </a:lnTo>
                  <a:lnTo>
                    <a:pt x="6217" y="11199"/>
                  </a:lnTo>
                  <a:lnTo>
                    <a:pt x="6063" y="11160"/>
                  </a:lnTo>
                  <a:lnTo>
                    <a:pt x="5715" y="11160"/>
                  </a:lnTo>
                  <a:lnTo>
                    <a:pt x="5522" y="11238"/>
                  </a:lnTo>
                  <a:lnTo>
                    <a:pt x="5522" y="10967"/>
                  </a:lnTo>
                  <a:lnTo>
                    <a:pt x="5445" y="10736"/>
                  </a:lnTo>
                  <a:lnTo>
                    <a:pt x="5329" y="10504"/>
                  </a:lnTo>
                  <a:lnTo>
                    <a:pt x="5213" y="10427"/>
                  </a:lnTo>
                  <a:lnTo>
                    <a:pt x="5097" y="10388"/>
                  </a:lnTo>
                  <a:lnTo>
                    <a:pt x="4943" y="10311"/>
                  </a:lnTo>
                  <a:lnTo>
                    <a:pt x="4827" y="10311"/>
                  </a:lnTo>
                  <a:lnTo>
                    <a:pt x="4673" y="10349"/>
                  </a:lnTo>
                  <a:lnTo>
                    <a:pt x="4518" y="10388"/>
                  </a:lnTo>
                  <a:lnTo>
                    <a:pt x="4518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09" y="9577"/>
                  </a:lnTo>
                  <a:lnTo>
                    <a:pt x="4055" y="9500"/>
                  </a:lnTo>
                  <a:lnTo>
                    <a:pt x="3900" y="9461"/>
                  </a:lnTo>
                  <a:lnTo>
                    <a:pt x="3746" y="9423"/>
                  </a:lnTo>
                  <a:lnTo>
                    <a:pt x="3591" y="9423"/>
                  </a:lnTo>
                  <a:lnTo>
                    <a:pt x="3398" y="9461"/>
                  </a:lnTo>
                  <a:lnTo>
                    <a:pt x="3282" y="9538"/>
                  </a:lnTo>
                  <a:lnTo>
                    <a:pt x="3128" y="9616"/>
                  </a:lnTo>
                  <a:lnTo>
                    <a:pt x="3012" y="9770"/>
                  </a:lnTo>
                  <a:lnTo>
                    <a:pt x="2974" y="9616"/>
                  </a:lnTo>
                  <a:lnTo>
                    <a:pt x="2896" y="9461"/>
                  </a:lnTo>
                  <a:lnTo>
                    <a:pt x="2780" y="9268"/>
                  </a:lnTo>
                  <a:lnTo>
                    <a:pt x="2626" y="9152"/>
                  </a:lnTo>
                  <a:lnTo>
                    <a:pt x="2433" y="9036"/>
                  </a:lnTo>
                  <a:lnTo>
                    <a:pt x="2240" y="8998"/>
                  </a:lnTo>
                  <a:lnTo>
                    <a:pt x="2047" y="9036"/>
                  </a:lnTo>
                  <a:lnTo>
                    <a:pt x="1854" y="9114"/>
                  </a:lnTo>
                  <a:lnTo>
                    <a:pt x="1699" y="9191"/>
                  </a:lnTo>
                  <a:lnTo>
                    <a:pt x="1545" y="9345"/>
                  </a:lnTo>
                  <a:lnTo>
                    <a:pt x="1429" y="9538"/>
                  </a:lnTo>
                  <a:lnTo>
                    <a:pt x="1390" y="9732"/>
                  </a:lnTo>
                  <a:lnTo>
                    <a:pt x="1352" y="9925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311"/>
                  </a:lnTo>
                  <a:lnTo>
                    <a:pt x="386" y="10427"/>
                  </a:lnTo>
                  <a:lnTo>
                    <a:pt x="271" y="10581"/>
                  </a:lnTo>
                  <a:lnTo>
                    <a:pt x="116" y="10890"/>
                  </a:lnTo>
                  <a:lnTo>
                    <a:pt x="0" y="11238"/>
                  </a:lnTo>
                  <a:lnTo>
                    <a:pt x="0" y="11585"/>
                  </a:lnTo>
                  <a:lnTo>
                    <a:pt x="77" y="11933"/>
                  </a:lnTo>
                  <a:lnTo>
                    <a:pt x="193" y="12242"/>
                  </a:lnTo>
                  <a:lnTo>
                    <a:pt x="386" y="12550"/>
                  </a:lnTo>
                  <a:lnTo>
                    <a:pt x="618" y="12821"/>
                  </a:lnTo>
                  <a:lnTo>
                    <a:pt x="811" y="12937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52" y="13130"/>
                  </a:lnTo>
                  <a:lnTo>
                    <a:pt x="1738" y="13168"/>
                  </a:lnTo>
                  <a:lnTo>
                    <a:pt x="2085" y="13130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50"/>
                  </a:lnTo>
                  <a:lnTo>
                    <a:pt x="3360" y="12242"/>
                  </a:lnTo>
                  <a:lnTo>
                    <a:pt x="3591" y="12010"/>
                  </a:lnTo>
                  <a:lnTo>
                    <a:pt x="3553" y="11933"/>
                  </a:lnTo>
                  <a:lnTo>
                    <a:pt x="3514" y="11817"/>
                  </a:lnTo>
                  <a:lnTo>
                    <a:pt x="3437" y="11778"/>
                  </a:lnTo>
                  <a:lnTo>
                    <a:pt x="3321" y="11740"/>
                  </a:lnTo>
                  <a:lnTo>
                    <a:pt x="3282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19" y="12242"/>
                  </a:lnTo>
                  <a:lnTo>
                    <a:pt x="2587" y="12435"/>
                  </a:lnTo>
                  <a:lnTo>
                    <a:pt x="2317" y="12589"/>
                  </a:lnTo>
                  <a:lnTo>
                    <a:pt x="2047" y="12666"/>
                  </a:lnTo>
                  <a:lnTo>
                    <a:pt x="1738" y="12705"/>
                  </a:lnTo>
                  <a:lnTo>
                    <a:pt x="1429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1" y="12357"/>
                  </a:lnTo>
                  <a:lnTo>
                    <a:pt x="695" y="12203"/>
                  </a:lnTo>
                  <a:lnTo>
                    <a:pt x="618" y="12048"/>
                  </a:lnTo>
                  <a:lnTo>
                    <a:pt x="541" y="11894"/>
                  </a:lnTo>
                  <a:lnTo>
                    <a:pt x="502" y="11740"/>
                  </a:lnTo>
                  <a:lnTo>
                    <a:pt x="502" y="11546"/>
                  </a:lnTo>
                  <a:lnTo>
                    <a:pt x="502" y="11392"/>
                  </a:lnTo>
                  <a:lnTo>
                    <a:pt x="541" y="11199"/>
                  </a:lnTo>
                  <a:lnTo>
                    <a:pt x="579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8" y="10620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008" y="10349"/>
                  </a:lnTo>
                  <a:lnTo>
                    <a:pt x="2317" y="10388"/>
                  </a:lnTo>
                  <a:lnTo>
                    <a:pt x="2587" y="10427"/>
                  </a:lnTo>
                  <a:lnTo>
                    <a:pt x="2858" y="10542"/>
                  </a:lnTo>
                  <a:lnTo>
                    <a:pt x="3128" y="10658"/>
                  </a:lnTo>
                  <a:lnTo>
                    <a:pt x="3669" y="10929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6"/>
                  </a:lnTo>
                  <a:lnTo>
                    <a:pt x="5870" y="12705"/>
                  </a:lnTo>
                  <a:lnTo>
                    <a:pt x="6256" y="12975"/>
                  </a:lnTo>
                  <a:lnTo>
                    <a:pt x="6681" y="13207"/>
                  </a:lnTo>
                  <a:lnTo>
                    <a:pt x="7105" y="13439"/>
                  </a:lnTo>
                  <a:lnTo>
                    <a:pt x="7530" y="13593"/>
                  </a:lnTo>
                  <a:lnTo>
                    <a:pt x="7993" y="13747"/>
                  </a:lnTo>
                  <a:lnTo>
                    <a:pt x="8457" y="13786"/>
                  </a:lnTo>
                  <a:lnTo>
                    <a:pt x="8920" y="13786"/>
                  </a:lnTo>
                  <a:lnTo>
                    <a:pt x="9345" y="13709"/>
                  </a:lnTo>
                  <a:lnTo>
                    <a:pt x="9731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73"/>
                  </a:lnTo>
                  <a:lnTo>
                    <a:pt x="11121" y="12126"/>
                  </a:lnTo>
                  <a:lnTo>
                    <a:pt x="11314" y="11740"/>
                  </a:lnTo>
                  <a:lnTo>
                    <a:pt x="11507" y="11238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5" y="9114"/>
                  </a:lnTo>
                  <a:lnTo>
                    <a:pt x="12357" y="8612"/>
                  </a:lnTo>
                  <a:lnTo>
                    <a:pt x="12589" y="8110"/>
                  </a:lnTo>
                  <a:lnTo>
                    <a:pt x="12936" y="7646"/>
                  </a:lnTo>
                  <a:lnTo>
                    <a:pt x="13284" y="7299"/>
                  </a:lnTo>
                  <a:lnTo>
                    <a:pt x="13631" y="6990"/>
                  </a:lnTo>
                  <a:lnTo>
                    <a:pt x="14017" y="6720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2"/>
                  </a:lnTo>
                  <a:lnTo>
                    <a:pt x="15832" y="5986"/>
                  </a:lnTo>
                  <a:lnTo>
                    <a:pt x="16296" y="5947"/>
                  </a:lnTo>
                  <a:lnTo>
                    <a:pt x="16605" y="5909"/>
                  </a:lnTo>
                  <a:lnTo>
                    <a:pt x="16914" y="5909"/>
                  </a:lnTo>
                  <a:lnTo>
                    <a:pt x="17454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4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29" y="7492"/>
                  </a:lnTo>
                  <a:lnTo>
                    <a:pt x="21316" y="7646"/>
                  </a:lnTo>
                  <a:lnTo>
                    <a:pt x="21740" y="7724"/>
                  </a:lnTo>
                  <a:lnTo>
                    <a:pt x="22165" y="7762"/>
                  </a:lnTo>
                  <a:lnTo>
                    <a:pt x="22590" y="7724"/>
                  </a:lnTo>
                  <a:lnTo>
                    <a:pt x="22976" y="7646"/>
                  </a:lnTo>
                  <a:lnTo>
                    <a:pt x="23362" y="7531"/>
                  </a:lnTo>
                  <a:lnTo>
                    <a:pt x="23710" y="7299"/>
                  </a:lnTo>
                  <a:lnTo>
                    <a:pt x="24057" y="6990"/>
                  </a:lnTo>
                  <a:lnTo>
                    <a:pt x="24366" y="6642"/>
                  </a:lnTo>
                  <a:lnTo>
                    <a:pt x="24598" y="6295"/>
                  </a:lnTo>
                  <a:lnTo>
                    <a:pt x="24752" y="5909"/>
                  </a:lnTo>
                  <a:lnTo>
                    <a:pt x="24868" y="5484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210"/>
                  </a:lnTo>
                  <a:lnTo>
                    <a:pt x="24945" y="3746"/>
                  </a:lnTo>
                  <a:lnTo>
                    <a:pt x="24868" y="3283"/>
                  </a:lnTo>
                  <a:lnTo>
                    <a:pt x="24791" y="2858"/>
                  </a:lnTo>
                  <a:lnTo>
                    <a:pt x="24637" y="2395"/>
                  </a:lnTo>
                  <a:lnTo>
                    <a:pt x="24443" y="1970"/>
                  </a:lnTo>
                  <a:lnTo>
                    <a:pt x="24250" y="1584"/>
                  </a:lnTo>
                  <a:lnTo>
                    <a:pt x="24057" y="1198"/>
                  </a:lnTo>
                  <a:lnTo>
                    <a:pt x="23787" y="812"/>
                  </a:lnTo>
                  <a:lnTo>
                    <a:pt x="23941" y="387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69" y="78"/>
                  </a:lnTo>
                  <a:lnTo>
                    <a:pt x="230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2"/>
            <p:cNvSpPr/>
            <p:nvPr/>
          </p:nvSpPr>
          <p:spPr>
            <a:xfrm>
              <a:off x="1648525" y="2901400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8" y="0"/>
                  </a:moveTo>
                  <a:lnTo>
                    <a:pt x="0" y="580"/>
                  </a:lnTo>
                  <a:lnTo>
                    <a:pt x="0" y="1198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9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70" y="5947"/>
                  </a:lnTo>
                  <a:lnTo>
                    <a:pt x="2433" y="6411"/>
                  </a:lnTo>
                  <a:lnTo>
                    <a:pt x="2974" y="6874"/>
                  </a:lnTo>
                  <a:lnTo>
                    <a:pt x="3514" y="7260"/>
                  </a:lnTo>
                  <a:lnTo>
                    <a:pt x="4093" y="7646"/>
                  </a:lnTo>
                  <a:lnTo>
                    <a:pt x="4711" y="7955"/>
                  </a:lnTo>
                  <a:lnTo>
                    <a:pt x="5329" y="8225"/>
                  </a:lnTo>
                  <a:lnTo>
                    <a:pt x="5986" y="8496"/>
                  </a:lnTo>
                  <a:lnTo>
                    <a:pt x="6642" y="8689"/>
                  </a:lnTo>
                  <a:lnTo>
                    <a:pt x="7299" y="8843"/>
                  </a:lnTo>
                  <a:lnTo>
                    <a:pt x="7994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4"/>
                  </a:lnTo>
                  <a:lnTo>
                    <a:pt x="10774" y="9075"/>
                  </a:lnTo>
                  <a:lnTo>
                    <a:pt x="11392" y="8998"/>
                  </a:lnTo>
                  <a:lnTo>
                    <a:pt x="12048" y="8920"/>
                  </a:lnTo>
                  <a:lnTo>
                    <a:pt x="12705" y="8766"/>
                  </a:lnTo>
                  <a:lnTo>
                    <a:pt x="13361" y="8612"/>
                  </a:lnTo>
                  <a:lnTo>
                    <a:pt x="14018" y="8380"/>
                  </a:lnTo>
                  <a:lnTo>
                    <a:pt x="14635" y="8148"/>
                  </a:lnTo>
                  <a:lnTo>
                    <a:pt x="15253" y="7878"/>
                  </a:lnTo>
                  <a:lnTo>
                    <a:pt x="15871" y="7569"/>
                  </a:lnTo>
                  <a:lnTo>
                    <a:pt x="16450" y="7221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5"/>
                  </a:lnTo>
                  <a:lnTo>
                    <a:pt x="19076" y="4287"/>
                  </a:lnTo>
                  <a:lnTo>
                    <a:pt x="19346" y="3669"/>
                  </a:lnTo>
                  <a:lnTo>
                    <a:pt x="19115" y="3630"/>
                  </a:lnTo>
                  <a:lnTo>
                    <a:pt x="18767" y="4171"/>
                  </a:lnTo>
                  <a:lnTo>
                    <a:pt x="18420" y="4634"/>
                  </a:lnTo>
                  <a:lnTo>
                    <a:pt x="18033" y="5098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1" y="6333"/>
                  </a:lnTo>
                  <a:lnTo>
                    <a:pt x="16257" y="6681"/>
                  </a:lnTo>
                  <a:lnTo>
                    <a:pt x="15755" y="7028"/>
                  </a:lnTo>
                  <a:lnTo>
                    <a:pt x="15215" y="7299"/>
                  </a:lnTo>
                  <a:lnTo>
                    <a:pt x="14713" y="7569"/>
                  </a:lnTo>
                  <a:lnTo>
                    <a:pt x="14133" y="7801"/>
                  </a:lnTo>
                  <a:lnTo>
                    <a:pt x="13593" y="8032"/>
                  </a:lnTo>
                  <a:lnTo>
                    <a:pt x="13014" y="8187"/>
                  </a:lnTo>
                  <a:lnTo>
                    <a:pt x="12434" y="8341"/>
                  </a:lnTo>
                  <a:lnTo>
                    <a:pt x="11816" y="8457"/>
                  </a:lnTo>
                  <a:lnTo>
                    <a:pt x="11199" y="8534"/>
                  </a:lnTo>
                  <a:lnTo>
                    <a:pt x="10504" y="8612"/>
                  </a:lnTo>
                  <a:lnTo>
                    <a:pt x="9113" y="8612"/>
                  </a:lnTo>
                  <a:lnTo>
                    <a:pt x="8380" y="8534"/>
                  </a:lnTo>
                  <a:lnTo>
                    <a:pt x="7685" y="8418"/>
                  </a:lnTo>
                  <a:lnTo>
                    <a:pt x="6990" y="8303"/>
                  </a:lnTo>
                  <a:lnTo>
                    <a:pt x="6333" y="8110"/>
                  </a:lnTo>
                  <a:lnTo>
                    <a:pt x="5638" y="7878"/>
                  </a:lnTo>
                  <a:lnTo>
                    <a:pt x="5020" y="7608"/>
                  </a:lnTo>
                  <a:lnTo>
                    <a:pt x="4364" y="7260"/>
                  </a:lnTo>
                  <a:lnTo>
                    <a:pt x="3785" y="6913"/>
                  </a:lnTo>
                  <a:lnTo>
                    <a:pt x="3205" y="6488"/>
                  </a:lnTo>
                  <a:lnTo>
                    <a:pt x="2703" y="6063"/>
                  </a:lnTo>
                  <a:lnTo>
                    <a:pt x="2201" y="5561"/>
                  </a:lnTo>
                  <a:lnTo>
                    <a:pt x="1777" y="4982"/>
                  </a:lnTo>
                  <a:lnTo>
                    <a:pt x="1390" y="4403"/>
                  </a:lnTo>
                  <a:lnTo>
                    <a:pt x="1120" y="3901"/>
                  </a:lnTo>
                  <a:lnTo>
                    <a:pt x="850" y="3360"/>
                  </a:lnTo>
                  <a:lnTo>
                    <a:pt x="695" y="2858"/>
                  </a:lnTo>
                  <a:lnTo>
                    <a:pt x="541" y="2279"/>
                  </a:lnTo>
                  <a:lnTo>
                    <a:pt x="425" y="1738"/>
                  </a:lnTo>
                  <a:lnTo>
                    <a:pt x="386" y="1159"/>
                  </a:lnTo>
                  <a:lnTo>
                    <a:pt x="386" y="618"/>
                  </a:lnTo>
                  <a:lnTo>
                    <a:pt x="425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2"/>
            <p:cNvSpPr/>
            <p:nvPr/>
          </p:nvSpPr>
          <p:spPr>
            <a:xfrm>
              <a:off x="7229325" y="290815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1"/>
                  </a:moveTo>
                  <a:lnTo>
                    <a:pt x="3399" y="426"/>
                  </a:lnTo>
                  <a:lnTo>
                    <a:pt x="3785" y="619"/>
                  </a:lnTo>
                  <a:lnTo>
                    <a:pt x="4094" y="889"/>
                  </a:lnTo>
                  <a:lnTo>
                    <a:pt x="4364" y="1121"/>
                  </a:lnTo>
                  <a:lnTo>
                    <a:pt x="4635" y="1430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4" y="2434"/>
                  </a:lnTo>
                  <a:lnTo>
                    <a:pt x="5368" y="2820"/>
                  </a:lnTo>
                  <a:lnTo>
                    <a:pt x="5484" y="3206"/>
                  </a:lnTo>
                  <a:lnTo>
                    <a:pt x="5523" y="3592"/>
                  </a:lnTo>
                  <a:lnTo>
                    <a:pt x="5600" y="3978"/>
                  </a:lnTo>
                  <a:lnTo>
                    <a:pt x="5600" y="4403"/>
                  </a:lnTo>
                  <a:lnTo>
                    <a:pt x="5561" y="4789"/>
                  </a:lnTo>
                  <a:lnTo>
                    <a:pt x="5523" y="5214"/>
                  </a:lnTo>
                  <a:lnTo>
                    <a:pt x="5446" y="5600"/>
                  </a:lnTo>
                  <a:lnTo>
                    <a:pt x="5330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7"/>
                  </a:lnTo>
                  <a:lnTo>
                    <a:pt x="4210" y="8033"/>
                  </a:lnTo>
                  <a:lnTo>
                    <a:pt x="3940" y="8380"/>
                  </a:lnTo>
                  <a:lnTo>
                    <a:pt x="3631" y="8728"/>
                  </a:lnTo>
                  <a:lnTo>
                    <a:pt x="3283" y="9037"/>
                  </a:lnTo>
                  <a:lnTo>
                    <a:pt x="2936" y="9307"/>
                  </a:lnTo>
                  <a:lnTo>
                    <a:pt x="2549" y="9577"/>
                  </a:lnTo>
                  <a:lnTo>
                    <a:pt x="2163" y="9809"/>
                  </a:lnTo>
                  <a:lnTo>
                    <a:pt x="1739" y="10041"/>
                  </a:lnTo>
                  <a:lnTo>
                    <a:pt x="1314" y="10234"/>
                  </a:lnTo>
                  <a:lnTo>
                    <a:pt x="889" y="10388"/>
                  </a:lnTo>
                  <a:lnTo>
                    <a:pt x="464" y="10543"/>
                  </a:lnTo>
                  <a:lnTo>
                    <a:pt x="1" y="10658"/>
                  </a:lnTo>
                  <a:lnTo>
                    <a:pt x="78" y="11045"/>
                  </a:lnTo>
                  <a:lnTo>
                    <a:pt x="619" y="10967"/>
                  </a:lnTo>
                  <a:lnTo>
                    <a:pt x="1121" y="10813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5"/>
                  </a:lnTo>
                  <a:lnTo>
                    <a:pt x="3399" y="9616"/>
                  </a:lnTo>
                  <a:lnTo>
                    <a:pt x="3785" y="9268"/>
                  </a:lnTo>
                  <a:lnTo>
                    <a:pt x="4171" y="8921"/>
                  </a:lnTo>
                  <a:lnTo>
                    <a:pt x="4480" y="8535"/>
                  </a:lnTo>
                  <a:lnTo>
                    <a:pt x="4828" y="8110"/>
                  </a:lnTo>
                  <a:lnTo>
                    <a:pt x="5098" y="7685"/>
                  </a:lnTo>
                  <a:lnTo>
                    <a:pt x="5368" y="7222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55"/>
                  </a:lnTo>
                  <a:lnTo>
                    <a:pt x="6063" y="3631"/>
                  </a:lnTo>
                  <a:lnTo>
                    <a:pt x="5986" y="3244"/>
                  </a:lnTo>
                  <a:lnTo>
                    <a:pt x="5870" y="2820"/>
                  </a:lnTo>
                  <a:lnTo>
                    <a:pt x="5754" y="2434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7" y="1314"/>
                  </a:lnTo>
                  <a:lnTo>
                    <a:pt x="4905" y="1005"/>
                  </a:lnTo>
                  <a:lnTo>
                    <a:pt x="4596" y="696"/>
                  </a:lnTo>
                  <a:lnTo>
                    <a:pt x="4287" y="426"/>
                  </a:lnTo>
                  <a:lnTo>
                    <a:pt x="3940" y="194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2"/>
            <p:cNvSpPr/>
            <p:nvPr/>
          </p:nvSpPr>
          <p:spPr>
            <a:xfrm>
              <a:off x="1734450" y="2911050"/>
              <a:ext cx="35725" cy="29000"/>
            </a:xfrm>
            <a:custGeom>
              <a:avLst/>
              <a:gdLst/>
              <a:ahLst/>
              <a:cxnLst/>
              <a:rect l="l" t="t" r="r" b="b"/>
              <a:pathLst>
                <a:path w="1429" h="1160" extrusionOk="0">
                  <a:moveTo>
                    <a:pt x="502" y="1"/>
                  </a:moveTo>
                  <a:lnTo>
                    <a:pt x="309" y="116"/>
                  </a:lnTo>
                  <a:lnTo>
                    <a:pt x="193" y="232"/>
                  </a:lnTo>
                  <a:lnTo>
                    <a:pt x="77" y="387"/>
                  </a:lnTo>
                  <a:lnTo>
                    <a:pt x="39" y="541"/>
                  </a:lnTo>
                  <a:lnTo>
                    <a:pt x="0" y="734"/>
                  </a:lnTo>
                  <a:lnTo>
                    <a:pt x="39" y="927"/>
                  </a:lnTo>
                  <a:lnTo>
                    <a:pt x="116" y="1082"/>
                  </a:lnTo>
                  <a:lnTo>
                    <a:pt x="193" y="1159"/>
                  </a:lnTo>
                  <a:lnTo>
                    <a:pt x="348" y="1159"/>
                  </a:lnTo>
                  <a:lnTo>
                    <a:pt x="425" y="1043"/>
                  </a:lnTo>
                  <a:lnTo>
                    <a:pt x="425" y="1005"/>
                  </a:lnTo>
                  <a:lnTo>
                    <a:pt x="386" y="927"/>
                  </a:lnTo>
                  <a:lnTo>
                    <a:pt x="386" y="850"/>
                  </a:lnTo>
                  <a:lnTo>
                    <a:pt x="348" y="773"/>
                  </a:lnTo>
                  <a:lnTo>
                    <a:pt x="425" y="580"/>
                  </a:lnTo>
                  <a:lnTo>
                    <a:pt x="541" y="425"/>
                  </a:lnTo>
                  <a:lnTo>
                    <a:pt x="618" y="387"/>
                  </a:lnTo>
                  <a:lnTo>
                    <a:pt x="772" y="387"/>
                  </a:lnTo>
                  <a:lnTo>
                    <a:pt x="850" y="425"/>
                  </a:lnTo>
                  <a:lnTo>
                    <a:pt x="965" y="580"/>
                  </a:lnTo>
                  <a:lnTo>
                    <a:pt x="1004" y="657"/>
                  </a:lnTo>
                  <a:lnTo>
                    <a:pt x="1004" y="734"/>
                  </a:lnTo>
                  <a:lnTo>
                    <a:pt x="965" y="927"/>
                  </a:lnTo>
                  <a:lnTo>
                    <a:pt x="965" y="1005"/>
                  </a:lnTo>
                  <a:lnTo>
                    <a:pt x="965" y="1082"/>
                  </a:lnTo>
                  <a:lnTo>
                    <a:pt x="1004" y="1120"/>
                  </a:lnTo>
                  <a:lnTo>
                    <a:pt x="1081" y="1159"/>
                  </a:lnTo>
                  <a:lnTo>
                    <a:pt x="1197" y="1159"/>
                  </a:lnTo>
                  <a:lnTo>
                    <a:pt x="1274" y="1120"/>
                  </a:lnTo>
                  <a:lnTo>
                    <a:pt x="1313" y="1082"/>
                  </a:lnTo>
                  <a:lnTo>
                    <a:pt x="1390" y="889"/>
                  </a:lnTo>
                  <a:lnTo>
                    <a:pt x="1429" y="734"/>
                  </a:lnTo>
                  <a:lnTo>
                    <a:pt x="1390" y="541"/>
                  </a:lnTo>
                  <a:lnTo>
                    <a:pt x="1313" y="348"/>
                  </a:lnTo>
                  <a:lnTo>
                    <a:pt x="1197" y="194"/>
                  </a:lnTo>
                  <a:lnTo>
                    <a:pt x="1043" y="78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2"/>
            <p:cNvSpPr/>
            <p:nvPr/>
          </p:nvSpPr>
          <p:spPr>
            <a:xfrm>
              <a:off x="6320925" y="2913950"/>
              <a:ext cx="315700" cy="477875"/>
            </a:xfrm>
            <a:custGeom>
              <a:avLst/>
              <a:gdLst/>
              <a:ahLst/>
              <a:cxnLst/>
              <a:rect l="l" t="t" r="r" b="b"/>
              <a:pathLst>
                <a:path w="12628" h="19115" extrusionOk="0">
                  <a:moveTo>
                    <a:pt x="1004" y="618"/>
                  </a:moveTo>
                  <a:lnTo>
                    <a:pt x="1661" y="850"/>
                  </a:lnTo>
                  <a:lnTo>
                    <a:pt x="2317" y="1120"/>
                  </a:lnTo>
                  <a:lnTo>
                    <a:pt x="2742" y="1352"/>
                  </a:lnTo>
                  <a:lnTo>
                    <a:pt x="3167" y="1584"/>
                  </a:lnTo>
                  <a:lnTo>
                    <a:pt x="3321" y="1700"/>
                  </a:lnTo>
                  <a:lnTo>
                    <a:pt x="3476" y="1854"/>
                  </a:lnTo>
                  <a:lnTo>
                    <a:pt x="3669" y="2124"/>
                  </a:lnTo>
                  <a:lnTo>
                    <a:pt x="3862" y="2472"/>
                  </a:lnTo>
                  <a:lnTo>
                    <a:pt x="4016" y="2819"/>
                  </a:lnTo>
                  <a:lnTo>
                    <a:pt x="5677" y="6797"/>
                  </a:lnTo>
                  <a:lnTo>
                    <a:pt x="9075" y="15022"/>
                  </a:lnTo>
                  <a:lnTo>
                    <a:pt x="9152" y="15099"/>
                  </a:lnTo>
                  <a:lnTo>
                    <a:pt x="9191" y="15137"/>
                  </a:lnTo>
                  <a:lnTo>
                    <a:pt x="9345" y="15137"/>
                  </a:lnTo>
                  <a:lnTo>
                    <a:pt x="8920" y="15369"/>
                  </a:lnTo>
                  <a:lnTo>
                    <a:pt x="7955" y="13516"/>
                  </a:lnTo>
                  <a:lnTo>
                    <a:pt x="6990" y="11662"/>
                  </a:lnTo>
                  <a:lnTo>
                    <a:pt x="5020" y="7955"/>
                  </a:lnTo>
                  <a:lnTo>
                    <a:pt x="3012" y="4287"/>
                  </a:lnTo>
                  <a:lnTo>
                    <a:pt x="1004" y="618"/>
                  </a:lnTo>
                  <a:close/>
                  <a:moveTo>
                    <a:pt x="657" y="502"/>
                  </a:moveTo>
                  <a:lnTo>
                    <a:pt x="657" y="541"/>
                  </a:lnTo>
                  <a:lnTo>
                    <a:pt x="4673" y="8032"/>
                  </a:lnTo>
                  <a:lnTo>
                    <a:pt x="6719" y="11739"/>
                  </a:lnTo>
                  <a:lnTo>
                    <a:pt x="7762" y="13593"/>
                  </a:lnTo>
                  <a:lnTo>
                    <a:pt x="8804" y="15446"/>
                  </a:lnTo>
                  <a:lnTo>
                    <a:pt x="8650" y="15524"/>
                  </a:lnTo>
                  <a:lnTo>
                    <a:pt x="7414" y="13747"/>
                  </a:lnTo>
                  <a:lnTo>
                    <a:pt x="6179" y="12010"/>
                  </a:lnTo>
                  <a:lnTo>
                    <a:pt x="3591" y="8534"/>
                  </a:lnTo>
                  <a:lnTo>
                    <a:pt x="2317" y="6758"/>
                  </a:lnTo>
                  <a:lnTo>
                    <a:pt x="1004" y="4943"/>
                  </a:lnTo>
                  <a:lnTo>
                    <a:pt x="850" y="4711"/>
                  </a:lnTo>
                  <a:lnTo>
                    <a:pt x="734" y="4480"/>
                  </a:lnTo>
                  <a:lnTo>
                    <a:pt x="618" y="4209"/>
                  </a:lnTo>
                  <a:lnTo>
                    <a:pt x="541" y="3939"/>
                  </a:lnTo>
                  <a:lnTo>
                    <a:pt x="464" y="3399"/>
                  </a:lnTo>
                  <a:lnTo>
                    <a:pt x="425" y="2819"/>
                  </a:lnTo>
                  <a:lnTo>
                    <a:pt x="464" y="2240"/>
                  </a:lnTo>
                  <a:lnTo>
                    <a:pt x="502" y="1661"/>
                  </a:lnTo>
                  <a:lnTo>
                    <a:pt x="657" y="502"/>
                  </a:lnTo>
                  <a:close/>
                  <a:moveTo>
                    <a:pt x="11508" y="12280"/>
                  </a:moveTo>
                  <a:lnTo>
                    <a:pt x="11662" y="12357"/>
                  </a:lnTo>
                  <a:lnTo>
                    <a:pt x="11816" y="12434"/>
                  </a:lnTo>
                  <a:lnTo>
                    <a:pt x="12164" y="12859"/>
                  </a:lnTo>
                  <a:lnTo>
                    <a:pt x="12241" y="13052"/>
                  </a:lnTo>
                  <a:lnTo>
                    <a:pt x="12280" y="13245"/>
                  </a:lnTo>
                  <a:lnTo>
                    <a:pt x="12241" y="13438"/>
                  </a:lnTo>
                  <a:lnTo>
                    <a:pt x="12203" y="13631"/>
                  </a:lnTo>
                  <a:lnTo>
                    <a:pt x="12048" y="14018"/>
                  </a:lnTo>
                  <a:lnTo>
                    <a:pt x="11855" y="14365"/>
                  </a:lnTo>
                  <a:lnTo>
                    <a:pt x="11508" y="14790"/>
                  </a:lnTo>
                  <a:lnTo>
                    <a:pt x="11121" y="15176"/>
                  </a:lnTo>
                  <a:lnTo>
                    <a:pt x="10697" y="15524"/>
                  </a:lnTo>
                  <a:lnTo>
                    <a:pt x="10272" y="15871"/>
                  </a:lnTo>
                  <a:lnTo>
                    <a:pt x="10156" y="15871"/>
                  </a:lnTo>
                  <a:lnTo>
                    <a:pt x="10117" y="15987"/>
                  </a:lnTo>
                  <a:lnTo>
                    <a:pt x="9770" y="16180"/>
                  </a:lnTo>
                  <a:lnTo>
                    <a:pt x="9113" y="16605"/>
                  </a:lnTo>
                  <a:lnTo>
                    <a:pt x="8457" y="16952"/>
                  </a:lnTo>
                  <a:lnTo>
                    <a:pt x="7723" y="17261"/>
                  </a:lnTo>
                  <a:lnTo>
                    <a:pt x="6990" y="17493"/>
                  </a:lnTo>
                  <a:lnTo>
                    <a:pt x="6642" y="17609"/>
                  </a:lnTo>
                  <a:lnTo>
                    <a:pt x="6294" y="17647"/>
                  </a:lnTo>
                  <a:lnTo>
                    <a:pt x="5754" y="17647"/>
                  </a:lnTo>
                  <a:lnTo>
                    <a:pt x="5561" y="17570"/>
                  </a:lnTo>
                  <a:lnTo>
                    <a:pt x="5445" y="17493"/>
                  </a:lnTo>
                  <a:lnTo>
                    <a:pt x="5329" y="17416"/>
                  </a:lnTo>
                  <a:lnTo>
                    <a:pt x="5097" y="17184"/>
                  </a:lnTo>
                  <a:lnTo>
                    <a:pt x="4982" y="16875"/>
                  </a:lnTo>
                  <a:lnTo>
                    <a:pt x="4904" y="16605"/>
                  </a:lnTo>
                  <a:lnTo>
                    <a:pt x="4943" y="16412"/>
                  </a:lnTo>
                  <a:lnTo>
                    <a:pt x="4982" y="16219"/>
                  </a:lnTo>
                  <a:lnTo>
                    <a:pt x="5059" y="16064"/>
                  </a:lnTo>
                  <a:lnTo>
                    <a:pt x="5175" y="15948"/>
                  </a:lnTo>
                  <a:lnTo>
                    <a:pt x="5291" y="15833"/>
                  </a:lnTo>
                  <a:lnTo>
                    <a:pt x="5406" y="15755"/>
                  </a:lnTo>
                  <a:lnTo>
                    <a:pt x="5522" y="15717"/>
                  </a:lnTo>
                  <a:lnTo>
                    <a:pt x="5638" y="15755"/>
                  </a:lnTo>
                  <a:lnTo>
                    <a:pt x="5793" y="15833"/>
                  </a:lnTo>
                  <a:lnTo>
                    <a:pt x="5947" y="15948"/>
                  </a:lnTo>
                  <a:lnTo>
                    <a:pt x="6063" y="16141"/>
                  </a:lnTo>
                  <a:lnTo>
                    <a:pt x="6256" y="16373"/>
                  </a:lnTo>
                  <a:lnTo>
                    <a:pt x="6101" y="16412"/>
                  </a:lnTo>
                  <a:lnTo>
                    <a:pt x="6024" y="16450"/>
                  </a:lnTo>
                  <a:lnTo>
                    <a:pt x="6024" y="16566"/>
                  </a:lnTo>
                  <a:lnTo>
                    <a:pt x="6063" y="16643"/>
                  </a:lnTo>
                  <a:lnTo>
                    <a:pt x="6140" y="16643"/>
                  </a:lnTo>
                  <a:lnTo>
                    <a:pt x="6912" y="16566"/>
                  </a:lnTo>
                  <a:lnTo>
                    <a:pt x="7685" y="16373"/>
                  </a:lnTo>
                  <a:lnTo>
                    <a:pt x="8496" y="16064"/>
                  </a:lnTo>
                  <a:lnTo>
                    <a:pt x="9229" y="15717"/>
                  </a:lnTo>
                  <a:lnTo>
                    <a:pt x="9615" y="15485"/>
                  </a:lnTo>
                  <a:lnTo>
                    <a:pt x="9963" y="15253"/>
                  </a:lnTo>
                  <a:lnTo>
                    <a:pt x="10272" y="15022"/>
                  </a:lnTo>
                  <a:lnTo>
                    <a:pt x="10581" y="14751"/>
                  </a:lnTo>
                  <a:lnTo>
                    <a:pt x="10890" y="14481"/>
                  </a:lnTo>
                  <a:lnTo>
                    <a:pt x="11121" y="14172"/>
                  </a:lnTo>
                  <a:lnTo>
                    <a:pt x="11353" y="13825"/>
                  </a:lnTo>
                  <a:lnTo>
                    <a:pt x="11546" y="13516"/>
                  </a:lnTo>
                  <a:lnTo>
                    <a:pt x="11546" y="13438"/>
                  </a:lnTo>
                  <a:lnTo>
                    <a:pt x="11546" y="13361"/>
                  </a:lnTo>
                  <a:lnTo>
                    <a:pt x="11508" y="13284"/>
                  </a:lnTo>
                  <a:lnTo>
                    <a:pt x="11430" y="13245"/>
                  </a:lnTo>
                  <a:lnTo>
                    <a:pt x="11237" y="13245"/>
                  </a:lnTo>
                  <a:lnTo>
                    <a:pt x="11160" y="13323"/>
                  </a:lnTo>
                  <a:lnTo>
                    <a:pt x="10967" y="13670"/>
                  </a:lnTo>
                  <a:lnTo>
                    <a:pt x="10774" y="13554"/>
                  </a:lnTo>
                  <a:lnTo>
                    <a:pt x="10658" y="13438"/>
                  </a:lnTo>
                  <a:lnTo>
                    <a:pt x="10619" y="13284"/>
                  </a:lnTo>
                  <a:lnTo>
                    <a:pt x="10581" y="13168"/>
                  </a:lnTo>
                  <a:lnTo>
                    <a:pt x="10619" y="13014"/>
                  </a:lnTo>
                  <a:lnTo>
                    <a:pt x="10658" y="12859"/>
                  </a:lnTo>
                  <a:lnTo>
                    <a:pt x="10851" y="12627"/>
                  </a:lnTo>
                  <a:lnTo>
                    <a:pt x="10928" y="12473"/>
                  </a:lnTo>
                  <a:lnTo>
                    <a:pt x="11044" y="12357"/>
                  </a:lnTo>
                  <a:lnTo>
                    <a:pt x="11121" y="12319"/>
                  </a:lnTo>
                  <a:lnTo>
                    <a:pt x="11237" y="12280"/>
                  </a:lnTo>
                  <a:close/>
                  <a:moveTo>
                    <a:pt x="425" y="0"/>
                  </a:moveTo>
                  <a:lnTo>
                    <a:pt x="348" y="39"/>
                  </a:lnTo>
                  <a:lnTo>
                    <a:pt x="271" y="116"/>
                  </a:lnTo>
                  <a:lnTo>
                    <a:pt x="232" y="194"/>
                  </a:lnTo>
                  <a:lnTo>
                    <a:pt x="78" y="2588"/>
                  </a:lnTo>
                  <a:lnTo>
                    <a:pt x="39" y="3012"/>
                  </a:lnTo>
                  <a:lnTo>
                    <a:pt x="0" y="3476"/>
                  </a:lnTo>
                  <a:lnTo>
                    <a:pt x="39" y="3901"/>
                  </a:lnTo>
                  <a:lnTo>
                    <a:pt x="116" y="4325"/>
                  </a:lnTo>
                  <a:lnTo>
                    <a:pt x="232" y="4518"/>
                  </a:lnTo>
                  <a:lnTo>
                    <a:pt x="348" y="4750"/>
                  </a:lnTo>
                  <a:lnTo>
                    <a:pt x="618" y="5175"/>
                  </a:lnTo>
                  <a:lnTo>
                    <a:pt x="1236" y="5986"/>
                  </a:lnTo>
                  <a:lnTo>
                    <a:pt x="2665" y="7955"/>
                  </a:lnTo>
                  <a:lnTo>
                    <a:pt x="5445" y="11817"/>
                  </a:lnTo>
                  <a:lnTo>
                    <a:pt x="6874" y="13747"/>
                  </a:lnTo>
                  <a:lnTo>
                    <a:pt x="8341" y="15639"/>
                  </a:lnTo>
                  <a:lnTo>
                    <a:pt x="7492" y="15987"/>
                  </a:lnTo>
                  <a:lnTo>
                    <a:pt x="6642" y="16257"/>
                  </a:lnTo>
                  <a:lnTo>
                    <a:pt x="6642" y="16257"/>
                  </a:lnTo>
                  <a:lnTo>
                    <a:pt x="6681" y="16103"/>
                  </a:lnTo>
                  <a:lnTo>
                    <a:pt x="6681" y="15948"/>
                  </a:lnTo>
                  <a:lnTo>
                    <a:pt x="6642" y="15755"/>
                  </a:lnTo>
                  <a:lnTo>
                    <a:pt x="6565" y="15639"/>
                  </a:lnTo>
                  <a:lnTo>
                    <a:pt x="6488" y="15485"/>
                  </a:lnTo>
                  <a:lnTo>
                    <a:pt x="6333" y="15369"/>
                  </a:lnTo>
                  <a:lnTo>
                    <a:pt x="6179" y="15292"/>
                  </a:lnTo>
                  <a:lnTo>
                    <a:pt x="6024" y="15253"/>
                  </a:lnTo>
                  <a:lnTo>
                    <a:pt x="5715" y="15253"/>
                  </a:lnTo>
                  <a:lnTo>
                    <a:pt x="5484" y="15292"/>
                  </a:lnTo>
                  <a:lnTo>
                    <a:pt x="5213" y="15408"/>
                  </a:lnTo>
                  <a:lnTo>
                    <a:pt x="5020" y="15601"/>
                  </a:lnTo>
                  <a:lnTo>
                    <a:pt x="4827" y="15794"/>
                  </a:lnTo>
                  <a:lnTo>
                    <a:pt x="4711" y="16026"/>
                  </a:lnTo>
                  <a:lnTo>
                    <a:pt x="4595" y="16296"/>
                  </a:lnTo>
                  <a:lnTo>
                    <a:pt x="4595" y="16566"/>
                  </a:lnTo>
                  <a:lnTo>
                    <a:pt x="4634" y="16991"/>
                  </a:lnTo>
                  <a:lnTo>
                    <a:pt x="4750" y="17300"/>
                  </a:lnTo>
                  <a:lnTo>
                    <a:pt x="4904" y="17532"/>
                  </a:lnTo>
                  <a:lnTo>
                    <a:pt x="5097" y="17725"/>
                  </a:lnTo>
                  <a:lnTo>
                    <a:pt x="5368" y="17840"/>
                  </a:lnTo>
                  <a:lnTo>
                    <a:pt x="5677" y="17918"/>
                  </a:lnTo>
                  <a:lnTo>
                    <a:pt x="6024" y="17956"/>
                  </a:lnTo>
                  <a:lnTo>
                    <a:pt x="6372" y="17918"/>
                  </a:lnTo>
                  <a:lnTo>
                    <a:pt x="6719" y="17840"/>
                  </a:lnTo>
                  <a:lnTo>
                    <a:pt x="7105" y="17763"/>
                  </a:lnTo>
                  <a:lnTo>
                    <a:pt x="7878" y="17532"/>
                  </a:lnTo>
                  <a:lnTo>
                    <a:pt x="8573" y="17223"/>
                  </a:lnTo>
                  <a:lnTo>
                    <a:pt x="9152" y="16952"/>
                  </a:lnTo>
                  <a:lnTo>
                    <a:pt x="9229" y="16875"/>
                  </a:lnTo>
                  <a:lnTo>
                    <a:pt x="9461" y="16759"/>
                  </a:lnTo>
                  <a:lnTo>
                    <a:pt x="10233" y="16257"/>
                  </a:lnTo>
                  <a:lnTo>
                    <a:pt x="10812" y="17107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5"/>
                  </a:lnTo>
                  <a:lnTo>
                    <a:pt x="12280" y="19038"/>
                  </a:lnTo>
                  <a:lnTo>
                    <a:pt x="12203" y="18883"/>
                  </a:lnTo>
                  <a:lnTo>
                    <a:pt x="11816" y="18149"/>
                  </a:lnTo>
                  <a:lnTo>
                    <a:pt x="11392" y="17454"/>
                  </a:lnTo>
                  <a:lnTo>
                    <a:pt x="10928" y="16759"/>
                  </a:lnTo>
                  <a:lnTo>
                    <a:pt x="10465" y="16103"/>
                  </a:lnTo>
                  <a:lnTo>
                    <a:pt x="10967" y="15717"/>
                  </a:lnTo>
                  <a:lnTo>
                    <a:pt x="11469" y="15253"/>
                  </a:lnTo>
                  <a:lnTo>
                    <a:pt x="11894" y="14790"/>
                  </a:lnTo>
                  <a:lnTo>
                    <a:pt x="12125" y="14558"/>
                  </a:lnTo>
                  <a:lnTo>
                    <a:pt x="12280" y="14288"/>
                  </a:lnTo>
                  <a:lnTo>
                    <a:pt x="12434" y="14056"/>
                  </a:lnTo>
                  <a:lnTo>
                    <a:pt x="12511" y="13786"/>
                  </a:lnTo>
                  <a:lnTo>
                    <a:pt x="12589" y="13554"/>
                  </a:lnTo>
                  <a:lnTo>
                    <a:pt x="12627" y="13284"/>
                  </a:lnTo>
                  <a:lnTo>
                    <a:pt x="12589" y="13052"/>
                  </a:lnTo>
                  <a:lnTo>
                    <a:pt x="12511" y="12821"/>
                  </a:lnTo>
                  <a:lnTo>
                    <a:pt x="12357" y="12589"/>
                  </a:lnTo>
                  <a:lnTo>
                    <a:pt x="12164" y="12357"/>
                  </a:lnTo>
                  <a:lnTo>
                    <a:pt x="11971" y="12203"/>
                  </a:lnTo>
                  <a:lnTo>
                    <a:pt x="11739" y="12087"/>
                  </a:lnTo>
                  <a:lnTo>
                    <a:pt x="11469" y="12010"/>
                  </a:lnTo>
                  <a:lnTo>
                    <a:pt x="11237" y="12010"/>
                  </a:lnTo>
                  <a:lnTo>
                    <a:pt x="10967" y="12048"/>
                  </a:lnTo>
                  <a:lnTo>
                    <a:pt x="10735" y="12126"/>
                  </a:lnTo>
                  <a:lnTo>
                    <a:pt x="10542" y="12280"/>
                  </a:lnTo>
                  <a:lnTo>
                    <a:pt x="10388" y="12512"/>
                  </a:lnTo>
                  <a:lnTo>
                    <a:pt x="10310" y="12705"/>
                  </a:lnTo>
                  <a:lnTo>
                    <a:pt x="10272" y="12898"/>
                  </a:lnTo>
                  <a:lnTo>
                    <a:pt x="10272" y="13091"/>
                  </a:lnTo>
                  <a:lnTo>
                    <a:pt x="10310" y="13284"/>
                  </a:lnTo>
                  <a:lnTo>
                    <a:pt x="10388" y="13477"/>
                  </a:lnTo>
                  <a:lnTo>
                    <a:pt x="10504" y="13631"/>
                  </a:lnTo>
                  <a:lnTo>
                    <a:pt x="10619" y="13786"/>
                  </a:lnTo>
                  <a:lnTo>
                    <a:pt x="10812" y="13902"/>
                  </a:lnTo>
                  <a:lnTo>
                    <a:pt x="10504" y="14249"/>
                  </a:lnTo>
                  <a:lnTo>
                    <a:pt x="10156" y="14597"/>
                  </a:lnTo>
                  <a:lnTo>
                    <a:pt x="9770" y="14867"/>
                  </a:lnTo>
                  <a:lnTo>
                    <a:pt x="9430" y="15083"/>
                  </a:lnTo>
                  <a:lnTo>
                    <a:pt x="9461" y="15022"/>
                  </a:lnTo>
                  <a:lnTo>
                    <a:pt x="9500" y="14944"/>
                  </a:lnTo>
                  <a:lnTo>
                    <a:pt x="9461" y="14829"/>
                  </a:lnTo>
                  <a:lnTo>
                    <a:pt x="5715" y="5754"/>
                  </a:lnTo>
                  <a:lnTo>
                    <a:pt x="4789" y="3476"/>
                  </a:lnTo>
                  <a:lnTo>
                    <a:pt x="4364" y="2472"/>
                  </a:lnTo>
                  <a:lnTo>
                    <a:pt x="4132" y="1970"/>
                  </a:lnTo>
                  <a:lnTo>
                    <a:pt x="3978" y="1738"/>
                  </a:lnTo>
                  <a:lnTo>
                    <a:pt x="3823" y="1545"/>
                  </a:lnTo>
                  <a:lnTo>
                    <a:pt x="3514" y="1236"/>
                  </a:lnTo>
                  <a:lnTo>
                    <a:pt x="3128" y="966"/>
                  </a:lnTo>
                  <a:lnTo>
                    <a:pt x="2742" y="773"/>
                  </a:lnTo>
                  <a:lnTo>
                    <a:pt x="2279" y="541"/>
                  </a:lnTo>
                  <a:lnTo>
                    <a:pt x="1815" y="387"/>
                  </a:lnTo>
                  <a:lnTo>
                    <a:pt x="1390" y="232"/>
                  </a:lnTo>
                  <a:lnTo>
                    <a:pt x="54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2"/>
            <p:cNvSpPr/>
            <p:nvPr/>
          </p:nvSpPr>
          <p:spPr>
            <a:xfrm>
              <a:off x="1681350" y="2914925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0"/>
                  </a:moveTo>
                  <a:lnTo>
                    <a:pt x="425" y="39"/>
                  </a:lnTo>
                  <a:lnTo>
                    <a:pt x="232" y="116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1"/>
                  </a:lnTo>
                  <a:lnTo>
                    <a:pt x="77" y="965"/>
                  </a:lnTo>
                  <a:lnTo>
                    <a:pt x="232" y="1081"/>
                  </a:lnTo>
                  <a:lnTo>
                    <a:pt x="386" y="1197"/>
                  </a:lnTo>
                  <a:lnTo>
                    <a:pt x="464" y="1197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4" y="1004"/>
                  </a:lnTo>
                  <a:lnTo>
                    <a:pt x="386" y="927"/>
                  </a:lnTo>
                  <a:lnTo>
                    <a:pt x="348" y="811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6" y="502"/>
                  </a:lnTo>
                  <a:lnTo>
                    <a:pt x="464" y="463"/>
                  </a:lnTo>
                  <a:lnTo>
                    <a:pt x="541" y="386"/>
                  </a:lnTo>
                  <a:lnTo>
                    <a:pt x="773" y="386"/>
                  </a:lnTo>
                  <a:lnTo>
                    <a:pt x="850" y="463"/>
                  </a:lnTo>
                  <a:lnTo>
                    <a:pt x="927" y="541"/>
                  </a:lnTo>
                  <a:lnTo>
                    <a:pt x="966" y="657"/>
                  </a:lnTo>
                  <a:lnTo>
                    <a:pt x="1004" y="850"/>
                  </a:lnTo>
                  <a:lnTo>
                    <a:pt x="1043" y="965"/>
                  </a:lnTo>
                  <a:lnTo>
                    <a:pt x="1081" y="1043"/>
                  </a:lnTo>
                  <a:lnTo>
                    <a:pt x="1159" y="1081"/>
                  </a:lnTo>
                  <a:lnTo>
                    <a:pt x="1197" y="1081"/>
                  </a:lnTo>
                  <a:lnTo>
                    <a:pt x="1275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5" y="386"/>
                  </a:lnTo>
                  <a:lnTo>
                    <a:pt x="1159" y="232"/>
                  </a:lnTo>
                  <a:lnTo>
                    <a:pt x="1004" y="77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2"/>
            <p:cNvSpPr/>
            <p:nvPr/>
          </p:nvSpPr>
          <p:spPr>
            <a:xfrm>
              <a:off x="3785850" y="2943875"/>
              <a:ext cx="199850" cy="231725"/>
            </a:xfrm>
            <a:custGeom>
              <a:avLst/>
              <a:gdLst/>
              <a:ahLst/>
              <a:cxnLst/>
              <a:rect l="l" t="t" r="r" b="b"/>
              <a:pathLst>
                <a:path w="7994" h="9269" extrusionOk="0">
                  <a:moveTo>
                    <a:pt x="2163" y="1"/>
                  </a:moveTo>
                  <a:lnTo>
                    <a:pt x="2009" y="39"/>
                  </a:lnTo>
                  <a:lnTo>
                    <a:pt x="1854" y="78"/>
                  </a:lnTo>
                  <a:lnTo>
                    <a:pt x="1700" y="194"/>
                  </a:lnTo>
                  <a:lnTo>
                    <a:pt x="1429" y="425"/>
                  </a:lnTo>
                  <a:lnTo>
                    <a:pt x="1159" y="734"/>
                  </a:lnTo>
                  <a:lnTo>
                    <a:pt x="966" y="1005"/>
                  </a:lnTo>
                  <a:lnTo>
                    <a:pt x="696" y="1391"/>
                  </a:lnTo>
                  <a:lnTo>
                    <a:pt x="503" y="1777"/>
                  </a:lnTo>
                  <a:lnTo>
                    <a:pt x="310" y="2163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1" y="3514"/>
                  </a:lnTo>
                  <a:lnTo>
                    <a:pt x="1" y="3978"/>
                  </a:lnTo>
                  <a:lnTo>
                    <a:pt x="39" y="4441"/>
                  </a:lnTo>
                  <a:lnTo>
                    <a:pt x="155" y="4905"/>
                  </a:lnTo>
                  <a:lnTo>
                    <a:pt x="271" y="5368"/>
                  </a:lnTo>
                  <a:lnTo>
                    <a:pt x="464" y="5793"/>
                  </a:lnTo>
                  <a:lnTo>
                    <a:pt x="696" y="6218"/>
                  </a:lnTo>
                  <a:lnTo>
                    <a:pt x="1005" y="6179"/>
                  </a:lnTo>
                  <a:lnTo>
                    <a:pt x="850" y="5870"/>
                  </a:lnTo>
                  <a:lnTo>
                    <a:pt x="734" y="5522"/>
                  </a:lnTo>
                  <a:lnTo>
                    <a:pt x="618" y="5175"/>
                  </a:lnTo>
                  <a:lnTo>
                    <a:pt x="541" y="4789"/>
                  </a:lnTo>
                  <a:lnTo>
                    <a:pt x="503" y="4441"/>
                  </a:lnTo>
                  <a:lnTo>
                    <a:pt x="464" y="4055"/>
                  </a:lnTo>
                  <a:lnTo>
                    <a:pt x="464" y="3708"/>
                  </a:lnTo>
                  <a:lnTo>
                    <a:pt x="464" y="3360"/>
                  </a:lnTo>
                  <a:lnTo>
                    <a:pt x="503" y="2974"/>
                  </a:lnTo>
                  <a:lnTo>
                    <a:pt x="580" y="2626"/>
                  </a:lnTo>
                  <a:lnTo>
                    <a:pt x="696" y="2279"/>
                  </a:lnTo>
                  <a:lnTo>
                    <a:pt x="850" y="1931"/>
                  </a:lnTo>
                  <a:lnTo>
                    <a:pt x="1005" y="1622"/>
                  </a:lnTo>
                  <a:lnTo>
                    <a:pt x="1236" y="1313"/>
                  </a:lnTo>
                  <a:lnTo>
                    <a:pt x="1468" y="1043"/>
                  </a:lnTo>
                  <a:lnTo>
                    <a:pt x="1738" y="773"/>
                  </a:lnTo>
                  <a:lnTo>
                    <a:pt x="1970" y="580"/>
                  </a:lnTo>
                  <a:lnTo>
                    <a:pt x="2086" y="503"/>
                  </a:lnTo>
                  <a:lnTo>
                    <a:pt x="2202" y="503"/>
                  </a:lnTo>
                  <a:lnTo>
                    <a:pt x="2279" y="618"/>
                  </a:lnTo>
                  <a:lnTo>
                    <a:pt x="2395" y="850"/>
                  </a:lnTo>
                  <a:lnTo>
                    <a:pt x="2588" y="1236"/>
                  </a:lnTo>
                  <a:lnTo>
                    <a:pt x="2742" y="1584"/>
                  </a:lnTo>
                  <a:lnTo>
                    <a:pt x="2858" y="1970"/>
                  </a:lnTo>
                  <a:lnTo>
                    <a:pt x="2974" y="2356"/>
                  </a:lnTo>
                  <a:lnTo>
                    <a:pt x="3051" y="2742"/>
                  </a:lnTo>
                  <a:lnTo>
                    <a:pt x="3090" y="3090"/>
                  </a:lnTo>
                  <a:lnTo>
                    <a:pt x="3090" y="3476"/>
                  </a:lnTo>
                  <a:lnTo>
                    <a:pt x="3051" y="3823"/>
                  </a:lnTo>
                  <a:lnTo>
                    <a:pt x="2974" y="4171"/>
                  </a:lnTo>
                  <a:lnTo>
                    <a:pt x="2897" y="4480"/>
                  </a:lnTo>
                  <a:lnTo>
                    <a:pt x="2742" y="4827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61"/>
                  </a:lnTo>
                  <a:lnTo>
                    <a:pt x="2395" y="5638"/>
                  </a:lnTo>
                  <a:lnTo>
                    <a:pt x="2356" y="5716"/>
                  </a:lnTo>
                  <a:lnTo>
                    <a:pt x="2356" y="5754"/>
                  </a:lnTo>
                  <a:lnTo>
                    <a:pt x="2356" y="5793"/>
                  </a:lnTo>
                  <a:lnTo>
                    <a:pt x="2395" y="5831"/>
                  </a:lnTo>
                  <a:lnTo>
                    <a:pt x="2433" y="5793"/>
                  </a:lnTo>
                  <a:lnTo>
                    <a:pt x="2626" y="5754"/>
                  </a:lnTo>
                  <a:lnTo>
                    <a:pt x="2781" y="5716"/>
                  </a:lnTo>
                  <a:lnTo>
                    <a:pt x="3167" y="5677"/>
                  </a:lnTo>
                  <a:lnTo>
                    <a:pt x="3592" y="5716"/>
                  </a:lnTo>
                  <a:lnTo>
                    <a:pt x="4017" y="5831"/>
                  </a:lnTo>
                  <a:lnTo>
                    <a:pt x="4441" y="5947"/>
                  </a:lnTo>
                  <a:lnTo>
                    <a:pt x="4827" y="6102"/>
                  </a:lnTo>
                  <a:lnTo>
                    <a:pt x="5214" y="6295"/>
                  </a:lnTo>
                  <a:lnTo>
                    <a:pt x="5523" y="6449"/>
                  </a:lnTo>
                  <a:lnTo>
                    <a:pt x="5831" y="6642"/>
                  </a:lnTo>
                  <a:lnTo>
                    <a:pt x="6140" y="6874"/>
                  </a:lnTo>
                  <a:lnTo>
                    <a:pt x="6411" y="7106"/>
                  </a:lnTo>
                  <a:lnTo>
                    <a:pt x="6681" y="7337"/>
                  </a:lnTo>
                  <a:lnTo>
                    <a:pt x="6913" y="7646"/>
                  </a:lnTo>
                  <a:lnTo>
                    <a:pt x="7144" y="7917"/>
                  </a:lnTo>
                  <a:lnTo>
                    <a:pt x="7337" y="8225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56" y="8805"/>
                  </a:lnTo>
                  <a:lnTo>
                    <a:pt x="5870" y="8843"/>
                  </a:lnTo>
                  <a:lnTo>
                    <a:pt x="5445" y="8805"/>
                  </a:lnTo>
                  <a:lnTo>
                    <a:pt x="5059" y="8766"/>
                  </a:lnTo>
                  <a:lnTo>
                    <a:pt x="4634" y="8650"/>
                  </a:lnTo>
                  <a:lnTo>
                    <a:pt x="4248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33" y="7106"/>
                  </a:lnTo>
                  <a:lnTo>
                    <a:pt x="1931" y="6604"/>
                  </a:lnTo>
                  <a:lnTo>
                    <a:pt x="1854" y="6526"/>
                  </a:lnTo>
                  <a:lnTo>
                    <a:pt x="1777" y="6526"/>
                  </a:lnTo>
                  <a:lnTo>
                    <a:pt x="1661" y="6565"/>
                  </a:lnTo>
                  <a:lnTo>
                    <a:pt x="1622" y="6565"/>
                  </a:lnTo>
                  <a:lnTo>
                    <a:pt x="1584" y="6604"/>
                  </a:lnTo>
                  <a:lnTo>
                    <a:pt x="1429" y="6874"/>
                  </a:lnTo>
                  <a:lnTo>
                    <a:pt x="1622" y="6913"/>
                  </a:lnTo>
                  <a:lnTo>
                    <a:pt x="2240" y="7492"/>
                  </a:lnTo>
                  <a:lnTo>
                    <a:pt x="2897" y="8071"/>
                  </a:lnTo>
                  <a:lnTo>
                    <a:pt x="3244" y="8341"/>
                  </a:lnTo>
                  <a:lnTo>
                    <a:pt x="3592" y="8573"/>
                  </a:lnTo>
                  <a:lnTo>
                    <a:pt x="3978" y="8805"/>
                  </a:lnTo>
                  <a:lnTo>
                    <a:pt x="4364" y="8998"/>
                  </a:lnTo>
                  <a:lnTo>
                    <a:pt x="4789" y="9152"/>
                  </a:lnTo>
                  <a:lnTo>
                    <a:pt x="5252" y="9229"/>
                  </a:lnTo>
                  <a:lnTo>
                    <a:pt x="5677" y="9268"/>
                  </a:lnTo>
                  <a:lnTo>
                    <a:pt x="6102" y="9229"/>
                  </a:lnTo>
                  <a:lnTo>
                    <a:pt x="6565" y="9191"/>
                  </a:lnTo>
                  <a:lnTo>
                    <a:pt x="6990" y="9114"/>
                  </a:lnTo>
                  <a:lnTo>
                    <a:pt x="7878" y="8882"/>
                  </a:lnTo>
                  <a:lnTo>
                    <a:pt x="7955" y="8805"/>
                  </a:lnTo>
                  <a:lnTo>
                    <a:pt x="7994" y="8727"/>
                  </a:lnTo>
                  <a:lnTo>
                    <a:pt x="7994" y="8650"/>
                  </a:lnTo>
                  <a:lnTo>
                    <a:pt x="7994" y="8573"/>
                  </a:lnTo>
                  <a:lnTo>
                    <a:pt x="7762" y="8110"/>
                  </a:lnTo>
                  <a:lnTo>
                    <a:pt x="7492" y="7685"/>
                  </a:lnTo>
                  <a:lnTo>
                    <a:pt x="7183" y="7299"/>
                  </a:lnTo>
                  <a:lnTo>
                    <a:pt x="6874" y="6951"/>
                  </a:lnTo>
                  <a:lnTo>
                    <a:pt x="6488" y="6604"/>
                  </a:lnTo>
                  <a:lnTo>
                    <a:pt x="6102" y="6295"/>
                  </a:lnTo>
                  <a:lnTo>
                    <a:pt x="5677" y="6063"/>
                  </a:lnTo>
                  <a:lnTo>
                    <a:pt x="5252" y="5831"/>
                  </a:lnTo>
                  <a:lnTo>
                    <a:pt x="4827" y="5638"/>
                  </a:lnTo>
                  <a:lnTo>
                    <a:pt x="4248" y="5445"/>
                  </a:lnTo>
                  <a:lnTo>
                    <a:pt x="3901" y="5368"/>
                  </a:lnTo>
                  <a:lnTo>
                    <a:pt x="3592" y="5329"/>
                  </a:lnTo>
                  <a:lnTo>
                    <a:pt x="3283" y="5291"/>
                  </a:lnTo>
                  <a:lnTo>
                    <a:pt x="2974" y="5291"/>
                  </a:lnTo>
                  <a:lnTo>
                    <a:pt x="3167" y="4982"/>
                  </a:lnTo>
                  <a:lnTo>
                    <a:pt x="3283" y="4673"/>
                  </a:lnTo>
                  <a:lnTo>
                    <a:pt x="3399" y="4325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44"/>
                  </a:lnTo>
                  <a:lnTo>
                    <a:pt x="3476" y="2858"/>
                  </a:lnTo>
                  <a:lnTo>
                    <a:pt x="3437" y="2510"/>
                  </a:lnTo>
                  <a:lnTo>
                    <a:pt x="3322" y="1970"/>
                  </a:lnTo>
                  <a:lnTo>
                    <a:pt x="3128" y="1468"/>
                  </a:lnTo>
                  <a:lnTo>
                    <a:pt x="2935" y="1005"/>
                  </a:lnTo>
                  <a:lnTo>
                    <a:pt x="2704" y="503"/>
                  </a:lnTo>
                  <a:lnTo>
                    <a:pt x="2588" y="309"/>
                  </a:lnTo>
                  <a:lnTo>
                    <a:pt x="2433" y="116"/>
                  </a:lnTo>
                  <a:lnTo>
                    <a:pt x="2356" y="78"/>
                  </a:lnTo>
                  <a:lnTo>
                    <a:pt x="227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2"/>
            <p:cNvSpPr/>
            <p:nvPr/>
          </p:nvSpPr>
          <p:spPr>
            <a:xfrm>
              <a:off x="1264300" y="2944850"/>
              <a:ext cx="455675" cy="657425"/>
            </a:xfrm>
            <a:custGeom>
              <a:avLst/>
              <a:gdLst/>
              <a:ahLst/>
              <a:cxnLst/>
              <a:rect l="l" t="t" r="r" b="b"/>
              <a:pathLst>
                <a:path w="18227" h="26297" extrusionOk="0">
                  <a:moveTo>
                    <a:pt x="310" y="348"/>
                  </a:moveTo>
                  <a:lnTo>
                    <a:pt x="425" y="386"/>
                  </a:lnTo>
                  <a:lnTo>
                    <a:pt x="1700" y="1429"/>
                  </a:lnTo>
                  <a:lnTo>
                    <a:pt x="2974" y="2510"/>
                  </a:lnTo>
                  <a:lnTo>
                    <a:pt x="4210" y="3591"/>
                  </a:lnTo>
                  <a:lnTo>
                    <a:pt x="5445" y="4673"/>
                  </a:lnTo>
                  <a:lnTo>
                    <a:pt x="5098" y="5290"/>
                  </a:lnTo>
                  <a:lnTo>
                    <a:pt x="4943" y="5599"/>
                  </a:lnTo>
                  <a:lnTo>
                    <a:pt x="4712" y="5831"/>
                  </a:lnTo>
                  <a:lnTo>
                    <a:pt x="4519" y="6101"/>
                  </a:lnTo>
                  <a:lnTo>
                    <a:pt x="4248" y="6294"/>
                  </a:lnTo>
                  <a:lnTo>
                    <a:pt x="3978" y="6526"/>
                  </a:lnTo>
                  <a:lnTo>
                    <a:pt x="3669" y="6680"/>
                  </a:lnTo>
                  <a:lnTo>
                    <a:pt x="3360" y="6835"/>
                  </a:lnTo>
                  <a:lnTo>
                    <a:pt x="3051" y="6989"/>
                  </a:lnTo>
                  <a:lnTo>
                    <a:pt x="2395" y="7182"/>
                  </a:lnTo>
                  <a:lnTo>
                    <a:pt x="1738" y="7298"/>
                  </a:lnTo>
                  <a:lnTo>
                    <a:pt x="1082" y="7414"/>
                  </a:lnTo>
                  <a:lnTo>
                    <a:pt x="889" y="6526"/>
                  </a:lnTo>
                  <a:lnTo>
                    <a:pt x="734" y="5677"/>
                  </a:lnTo>
                  <a:lnTo>
                    <a:pt x="580" y="4788"/>
                  </a:lnTo>
                  <a:lnTo>
                    <a:pt x="464" y="3900"/>
                  </a:lnTo>
                  <a:lnTo>
                    <a:pt x="387" y="3012"/>
                  </a:lnTo>
                  <a:lnTo>
                    <a:pt x="348" y="2124"/>
                  </a:lnTo>
                  <a:lnTo>
                    <a:pt x="310" y="1236"/>
                  </a:lnTo>
                  <a:lnTo>
                    <a:pt x="310" y="348"/>
                  </a:lnTo>
                  <a:close/>
                  <a:moveTo>
                    <a:pt x="12357" y="12318"/>
                  </a:moveTo>
                  <a:lnTo>
                    <a:pt x="13014" y="12473"/>
                  </a:lnTo>
                  <a:lnTo>
                    <a:pt x="13709" y="12550"/>
                  </a:lnTo>
                  <a:lnTo>
                    <a:pt x="14404" y="12589"/>
                  </a:lnTo>
                  <a:lnTo>
                    <a:pt x="15060" y="12550"/>
                  </a:lnTo>
                  <a:lnTo>
                    <a:pt x="15640" y="13901"/>
                  </a:lnTo>
                  <a:lnTo>
                    <a:pt x="16296" y="15214"/>
                  </a:lnTo>
                  <a:lnTo>
                    <a:pt x="17648" y="17840"/>
                  </a:lnTo>
                  <a:lnTo>
                    <a:pt x="16644" y="17686"/>
                  </a:lnTo>
                  <a:lnTo>
                    <a:pt x="15640" y="17647"/>
                  </a:lnTo>
                  <a:lnTo>
                    <a:pt x="15331" y="17608"/>
                  </a:lnTo>
                  <a:lnTo>
                    <a:pt x="15099" y="17531"/>
                  </a:lnTo>
                  <a:lnTo>
                    <a:pt x="14983" y="17493"/>
                  </a:lnTo>
                  <a:lnTo>
                    <a:pt x="14906" y="17415"/>
                  </a:lnTo>
                  <a:lnTo>
                    <a:pt x="14751" y="17106"/>
                  </a:lnTo>
                  <a:lnTo>
                    <a:pt x="14365" y="16489"/>
                  </a:lnTo>
                  <a:lnTo>
                    <a:pt x="13979" y="15832"/>
                  </a:lnTo>
                  <a:lnTo>
                    <a:pt x="13941" y="15794"/>
                  </a:lnTo>
                  <a:lnTo>
                    <a:pt x="13902" y="15755"/>
                  </a:lnTo>
                  <a:lnTo>
                    <a:pt x="13747" y="15755"/>
                  </a:lnTo>
                  <a:lnTo>
                    <a:pt x="13670" y="15214"/>
                  </a:lnTo>
                  <a:lnTo>
                    <a:pt x="13516" y="14712"/>
                  </a:lnTo>
                  <a:lnTo>
                    <a:pt x="13323" y="14172"/>
                  </a:lnTo>
                  <a:lnTo>
                    <a:pt x="13091" y="13670"/>
                  </a:lnTo>
                  <a:lnTo>
                    <a:pt x="12744" y="13013"/>
                  </a:lnTo>
                  <a:lnTo>
                    <a:pt x="12357" y="12318"/>
                  </a:lnTo>
                  <a:close/>
                  <a:moveTo>
                    <a:pt x="5677" y="4904"/>
                  </a:moveTo>
                  <a:lnTo>
                    <a:pt x="6720" y="5947"/>
                  </a:lnTo>
                  <a:lnTo>
                    <a:pt x="7762" y="6989"/>
                  </a:lnTo>
                  <a:lnTo>
                    <a:pt x="8612" y="7916"/>
                  </a:lnTo>
                  <a:lnTo>
                    <a:pt x="9423" y="8920"/>
                  </a:lnTo>
                  <a:lnTo>
                    <a:pt x="10234" y="9886"/>
                  </a:lnTo>
                  <a:lnTo>
                    <a:pt x="10967" y="10928"/>
                  </a:lnTo>
                  <a:lnTo>
                    <a:pt x="11701" y="12009"/>
                  </a:lnTo>
                  <a:lnTo>
                    <a:pt x="12087" y="12550"/>
                  </a:lnTo>
                  <a:lnTo>
                    <a:pt x="12396" y="13129"/>
                  </a:lnTo>
                  <a:lnTo>
                    <a:pt x="12705" y="13708"/>
                  </a:lnTo>
                  <a:lnTo>
                    <a:pt x="12975" y="14326"/>
                  </a:lnTo>
                  <a:lnTo>
                    <a:pt x="13207" y="14944"/>
                  </a:lnTo>
                  <a:lnTo>
                    <a:pt x="13361" y="15562"/>
                  </a:lnTo>
                  <a:lnTo>
                    <a:pt x="13439" y="16180"/>
                  </a:lnTo>
                  <a:lnTo>
                    <a:pt x="13400" y="16759"/>
                  </a:lnTo>
                  <a:lnTo>
                    <a:pt x="13361" y="17068"/>
                  </a:lnTo>
                  <a:lnTo>
                    <a:pt x="13284" y="17338"/>
                  </a:lnTo>
                  <a:lnTo>
                    <a:pt x="13207" y="17608"/>
                  </a:lnTo>
                  <a:lnTo>
                    <a:pt x="13091" y="17879"/>
                  </a:lnTo>
                  <a:lnTo>
                    <a:pt x="12975" y="18149"/>
                  </a:lnTo>
                  <a:lnTo>
                    <a:pt x="12821" y="18381"/>
                  </a:lnTo>
                  <a:lnTo>
                    <a:pt x="12628" y="18612"/>
                  </a:lnTo>
                  <a:lnTo>
                    <a:pt x="12435" y="18806"/>
                  </a:lnTo>
                  <a:lnTo>
                    <a:pt x="12203" y="18999"/>
                  </a:lnTo>
                  <a:lnTo>
                    <a:pt x="11971" y="19153"/>
                  </a:lnTo>
                  <a:lnTo>
                    <a:pt x="11662" y="19308"/>
                  </a:lnTo>
                  <a:lnTo>
                    <a:pt x="11392" y="19423"/>
                  </a:lnTo>
                  <a:lnTo>
                    <a:pt x="10813" y="19539"/>
                  </a:lnTo>
                  <a:lnTo>
                    <a:pt x="10234" y="19616"/>
                  </a:lnTo>
                  <a:lnTo>
                    <a:pt x="9693" y="19578"/>
                  </a:lnTo>
                  <a:lnTo>
                    <a:pt x="9114" y="19462"/>
                  </a:lnTo>
                  <a:lnTo>
                    <a:pt x="8573" y="19308"/>
                  </a:lnTo>
                  <a:lnTo>
                    <a:pt x="8032" y="19076"/>
                  </a:lnTo>
                  <a:lnTo>
                    <a:pt x="7531" y="18767"/>
                  </a:lnTo>
                  <a:lnTo>
                    <a:pt x="7067" y="18458"/>
                  </a:lnTo>
                  <a:lnTo>
                    <a:pt x="6642" y="18072"/>
                  </a:lnTo>
                  <a:lnTo>
                    <a:pt x="6256" y="17686"/>
                  </a:lnTo>
                  <a:lnTo>
                    <a:pt x="5870" y="17261"/>
                  </a:lnTo>
                  <a:lnTo>
                    <a:pt x="5484" y="16798"/>
                  </a:lnTo>
                  <a:lnTo>
                    <a:pt x="4827" y="15871"/>
                  </a:lnTo>
                  <a:lnTo>
                    <a:pt x="4210" y="14944"/>
                  </a:lnTo>
                  <a:lnTo>
                    <a:pt x="3592" y="13901"/>
                  </a:lnTo>
                  <a:lnTo>
                    <a:pt x="3051" y="12859"/>
                  </a:lnTo>
                  <a:lnTo>
                    <a:pt x="2549" y="11778"/>
                  </a:lnTo>
                  <a:lnTo>
                    <a:pt x="2086" y="10696"/>
                  </a:lnTo>
                  <a:lnTo>
                    <a:pt x="1816" y="9963"/>
                  </a:lnTo>
                  <a:lnTo>
                    <a:pt x="1584" y="9190"/>
                  </a:lnTo>
                  <a:lnTo>
                    <a:pt x="1352" y="8457"/>
                  </a:lnTo>
                  <a:lnTo>
                    <a:pt x="1159" y="7723"/>
                  </a:lnTo>
                  <a:lnTo>
                    <a:pt x="1816" y="7646"/>
                  </a:lnTo>
                  <a:lnTo>
                    <a:pt x="2549" y="7491"/>
                  </a:lnTo>
                  <a:lnTo>
                    <a:pt x="3244" y="7298"/>
                  </a:lnTo>
                  <a:lnTo>
                    <a:pt x="3592" y="7144"/>
                  </a:lnTo>
                  <a:lnTo>
                    <a:pt x="3901" y="6989"/>
                  </a:lnTo>
                  <a:lnTo>
                    <a:pt x="4248" y="6796"/>
                  </a:lnTo>
                  <a:lnTo>
                    <a:pt x="4519" y="6603"/>
                  </a:lnTo>
                  <a:lnTo>
                    <a:pt x="4789" y="6410"/>
                  </a:lnTo>
                  <a:lnTo>
                    <a:pt x="5059" y="6140"/>
                  </a:lnTo>
                  <a:lnTo>
                    <a:pt x="5252" y="5870"/>
                  </a:lnTo>
                  <a:lnTo>
                    <a:pt x="5445" y="5599"/>
                  </a:lnTo>
                  <a:lnTo>
                    <a:pt x="5561" y="5252"/>
                  </a:lnTo>
                  <a:lnTo>
                    <a:pt x="5677" y="4904"/>
                  </a:lnTo>
                  <a:close/>
                  <a:moveTo>
                    <a:pt x="13284" y="18381"/>
                  </a:moveTo>
                  <a:lnTo>
                    <a:pt x="13593" y="18612"/>
                  </a:lnTo>
                  <a:lnTo>
                    <a:pt x="13902" y="18844"/>
                  </a:lnTo>
                  <a:lnTo>
                    <a:pt x="13632" y="19230"/>
                  </a:lnTo>
                  <a:lnTo>
                    <a:pt x="13323" y="19578"/>
                  </a:lnTo>
                  <a:lnTo>
                    <a:pt x="12975" y="19887"/>
                  </a:lnTo>
                  <a:lnTo>
                    <a:pt x="12589" y="20157"/>
                  </a:lnTo>
                  <a:lnTo>
                    <a:pt x="12164" y="20350"/>
                  </a:lnTo>
                  <a:lnTo>
                    <a:pt x="11701" y="20505"/>
                  </a:lnTo>
                  <a:lnTo>
                    <a:pt x="11238" y="20582"/>
                  </a:lnTo>
                  <a:lnTo>
                    <a:pt x="10736" y="20620"/>
                  </a:lnTo>
                  <a:lnTo>
                    <a:pt x="10697" y="20620"/>
                  </a:lnTo>
                  <a:lnTo>
                    <a:pt x="10581" y="19964"/>
                  </a:lnTo>
                  <a:lnTo>
                    <a:pt x="10967" y="19887"/>
                  </a:lnTo>
                  <a:lnTo>
                    <a:pt x="11392" y="19810"/>
                  </a:lnTo>
                  <a:lnTo>
                    <a:pt x="11740" y="19694"/>
                  </a:lnTo>
                  <a:lnTo>
                    <a:pt x="12126" y="19501"/>
                  </a:lnTo>
                  <a:lnTo>
                    <a:pt x="12473" y="19308"/>
                  </a:lnTo>
                  <a:lnTo>
                    <a:pt x="12782" y="19037"/>
                  </a:lnTo>
                  <a:lnTo>
                    <a:pt x="13052" y="18728"/>
                  </a:lnTo>
                  <a:lnTo>
                    <a:pt x="13284" y="18381"/>
                  </a:lnTo>
                  <a:close/>
                  <a:moveTo>
                    <a:pt x="14172" y="18999"/>
                  </a:moveTo>
                  <a:lnTo>
                    <a:pt x="14636" y="19230"/>
                  </a:lnTo>
                  <a:lnTo>
                    <a:pt x="14327" y="19732"/>
                  </a:lnTo>
                  <a:lnTo>
                    <a:pt x="13941" y="20157"/>
                  </a:lnTo>
                  <a:lnTo>
                    <a:pt x="13516" y="20543"/>
                  </a:lnTo>
                  <a:lnTo>
                    <a:pt x="13091" y="20852"/>
                  </a:lnTo>
                  <a:lnTo>
                    <a:pt x="12589" y="21122"/>
                  </a:lnTo>
                  <a:lnTo>
                    <a:pt x="12087" y="21315"/>
                  </a:lnTo>
                  <a:lnTo>
                    <a:pt x="11508" y="21470"/>
                  </a:lnTo>
                  <a:lnTo>
                    <a:pt x="10929" y="21624"/>
                  </a:lnTo>
                  <a:lnTo>
                    <a:pt x="10929" y="21393"/>
                  </a:lnTo>
                  <a:lnTo>
                    <a:pt x="10851" y="21200"/>
                  </a:lnTo>
                  <a:lnTo>
                    <a:pt x="10736" y="20814"/>
                  </a:lnTo>
                  <a:lnTo>
                    <a:pt x="11276" y="20852"/>
                  </a:lnTo>
                  <a:lnTo>
                    <a:pt x="11778" y="20775"/>
                  </a:lnTo>
                  <a:lnTo>
                    <a:pt x="12280" y="20659"/>
                  </a:lnTo>
                  <a:lnTo>
                    <a:pt x="12744" y="20427"/>
                  </a:lnTo>
                  <a:lnTo>
                    <a:pt x="13168" y="20157"/>
                  </a:lnTo>
                  <a:lnTo>
                    <a:pt x="13554" y="19810"/>
                  </a:lnTo>
                  <a:lnTo>
                    <a:pt x="13863" y="19423"/>
                  </a:lnTo>
                  <a:lnTo>
                    <a:pt x="14172" y="18999"/>
                  </a:lnTo>
                  <a:close/>
                  <a:moveTo>
                    <a:pt x="14018" y="20659"/>
                  </a:moveTo>
                  <a:lnTo>
                    <a:pt x="14172" y="20852"/>
                  </a:lnTo>
                  <a:lnTo>
                    <a:pt x="14288" y="20968"/>
                  </a:lnTo>
                  <a:lnTo>
                    <a:pt x="14134" y="21007"/>
                  </a:lnTo>
                  <a:lnTo>
                    <a:pt x="14056" y="21045"/>
                  </a:lnTo>
                  <a:lnTo>
                    <a:pt x="14018" y="21122"/>
                  </a:lnTo>
                  <a:lnTo>
                    <a:pt x="13979" y="21200"/>
                  </a:lnTo>
                  <a:lnTo>
                    <a:pt x="14018" y="21277"/>
                  </a:lnTo>
                  <a:lnTo>
                    <a:pt x="14404" y="21663"/>
                  </a:lnTo>
                  <a:lnTo>
                    <a:pt x="14751" y="22049"/>
                  </a:lnTo>
                  <a:lnTo>
                    <a:pt x="15099" y="22435"/>
                  </a:lnTo>
                  <a:lnTo>
                    <a:pt x="15408" y="22860"/>
                  </a:lnTo>
                  <a:lnTo>
                    <a:pt x="15678" y="23285"/>
                  </a:lnTo>
                  <a:lnTo>
                    <a:pt x="15910" y="23748"/>
                  </a:lnTo>
                  <a:lnTo>
                    <a:pt x="16142" y="24250"/>
                  </a:lnTo>
                  <a:lnTo>
                    <a:pt x="16335" y="24714"/>
                  </a:lnTo>
                  <a:lnTo>
                    <a:pt x="15871" y="24636"/>
                  </a:lnTo>
                  <a:lnTo>
                    <a:pt x="15485" y="24521"/>
                  </a:lnTo>
                  <a:lnTo>
                    <a:pt x="15099" y="24327"/>
                  </a:lnTo>
                  <a:lnTo>
                    <a:pt x="14790" y="24096"/>
                  </a:lnTo>
                  <a:lnTo>
                    <a:pt x="14481" y="23825"/>
                  </a:lnTo>
                  <a:lnTo>
                    <a:pt x="14211" y="23517"/>
                  </a:lnTo>
                  <a:lnTo>
                    <a:pt x="13979" y="23169"/>
                  </a:lnTo>
                  <a:lnTo>
                    <a:pt x="13747" y="22744"/>
                  </a:lnTo>
                  <a:lnTo>
                    <a:pt x="13593" y="22397"/>
                  </a:lnTo>
                  <a:lnTo>
                    <a:pt x="13400" y="22126"/>
                  </a:lnTo>
                  <a:lnTo>
                    <a:pt x="13284" y="22011"/>
                  </a:lnTo>
                  <a:lnTo>
                    <a:pt x="13130" y="21895"/>
                  </a:lnTo>
                  <a:lnTo>
                    <a:pt x="12975" y="21856"/>
                  </a:lnTo>
                  <a:lnTo>
                    <a:pt x="12821" y="21895"/>
                  </a:lnTo>
                  <a:lnTo>
                    <a:pt x="12821" y="21702"/>
                  </a:lnTo>
                  <a:lnTo>
                    <a:pt x="12898" y="21470"/>
                  </a:lnTo>
                  <a:lnTo>
                    <a:pt x="13207" y="21315"/>
                  </a:lnTo>
                  <a:lnTo>
                    <a:pt x="13477" y="21122"/>
                  </a:lnTo>
                  <a:lnTo>
                    <a:pt x="13786" y="20891"/>
                  </a:lnTo>
                  <a:lnTo>
                    <a:pt x="14018" y="20659"/>
                  </a:lnTo>
                  <a:close/>
                  <a:moveTo>
                    <a:pt x="5291" y="17145"/>
                  </a:moveTo>
                  <a:lnTo>
                    <a:pt x="5677" y="17608"/>
                  </a:lnTo>
                  <a:lnTo>
                    <a:pt x="6102" y="18072"/>
                  </a:lnTo>
                  <a:lnTo>
                    <a:pt x="6565" y="18497"/>
                  </a:lnTo>
                  <a:lnTo>
                    <a:pt x="7029" y="18883"/>
                  </a:lnTo>
                  <a:lnTo>
                    <a:pt x="7531" y="19192"/>
                  </a:lnTo>
                  <a:lnTo>
                    <a:pt x="7531" y="19230"/>
                  </a:lnTo>
                  <a:lnTo>
                    <a:pt x="7917" y="19964"/>
                  </a:lnTo>
                  <a:lnTo>
                    <a:pt x="8380" y="20698"/>
                  </a:lnTo>
                  <a:lnTo>
                    <a:pt x="8573" y="20968"/>
                  </a:lnTo>
                  <a:lnTo>
                    <a:pt x="8805" y="21238"/>
                  </a:lnTo>
                  <a:lnTo>
                    <a:pt x="8998" y="21509"/>
                  </a:lnTo>
                  <a:lnTo>
                    <a:pt x="9036" y="21663"/>
                  </a:lnTo>
                  <a:lnTo>
                    <a:pt x="9075" y="21817"/>
                  </a:lnTo>
                  <a:lnTo>
                    <a:pt x="9075" y="22011"/>
                  </a:lnTo>
                  <a:lnTo>
                    <a:pt x="9036" y="22204"/>
                  </a:lnTo>
                  <a:lnTo>
                    <a:pt x="8882" y="22590"/>
                  </a:lnTo>
                  <a:lnTo>
                    <a:pt x="8496" y="23362"/>
                  </a:lnTo>
                  <a:lnTo>
                    <a:pt x="7955" y="24868"/>
                  </a:lnTo>
                  <a:lnTo>
                    <a:pt x="7608" y="24173"/>
                  </a:lnTo>
                  <a:lnTo>
                    <a:pt x="7260" y="23555"/>
                  </a:lnTo>
                  <a:lnTo>
                    <a:pt x="6874" y="22899"/>
                  </a:lnTo>
                  <a:lnTo>
                    <a:pt x="6488" y="22281"/>
                  </a:lnTo>
                  <a:lnTo>
                    <a:pt x="5716" y="21315"/>
                  </a:lnTo>
                  <a:lnTo>
                    <a:pt x="5214" y="20736"/>
                  </a:lnTo>
                  <a:lnTo>
                    <a:pt x="4982" y="20389"/>
                  </a:lnTo>
                  <a:lnTo>
                    <a:pt x="4789" y="20080"/>
                  </a:lnTo>
                  <a:lnTo>
                    <a:pt x="4827" y="20003"/>
                  </a:lnTo>
                  <a:lnTo>
                    <a:pt x="4827" y="19925"/>
                  </a:lnTo>
                  <a:lnTo>
                    <a:pt x="4827" y="19887"/>
                  </a:lnTo>
                  <a:lnTo>
                    <a:pt x="4750" y="19810"/>
                  </a:lnTo>
                  <a:lnTo>
                    <a:pt x="5021" y="18458"/>
                  </a:lnTo>
                  <a:lnTo>
                    <a:pt x="5291" y="17145"/>
                  </a:lnTo>
                  <a:close/>
                  <a:moveTo>
                    <a:pt x="14481" y="20157"/>
                  </a:moveTo>
                  <a:lnTo>
                    <a:pt x="15022" y="20273"/>
                  </a:lnTo>
                  <a:lnTo>
                    <a:pt x="15485" y="20466"/>
                  </a:lnTo>
                  <a:lnTo>
                    <a:pt x="15987" y="20659"/>
                  </a:lnTo>
                  <a:lnTo>
                    <a:pt x="16451" y="20891"/>
                  </a:lnTo>
                  <a:lnTo>
                    <a:pt x="16180" y="21007"/>
                  </a:lnTo>
                  <a:lnTo>
                    <a:pt x="15949" y="21007"/>
                  </a:lnTo>
                  <a:lnTo>
                    <a:pt x="15678" y="20968"/>
                  </a:lnTo>
                  <a:lnTo>
                    <a:pt x="15447" y="20891"/>
                  </a:lnTo>
                  <a:lnTo>
                    <a:pt x="15292" y="20891"/>
                  </a:lnTo>
                  <a:lnTo>
                    <a:pt x="15176" y="20968"/>
                  </a:lnTo>
                  <a:lnTo>
                    <a:pt x="15176" y="21045"/>
                  </a:lnTo>
                  <a:lnTo>
                    <a:pt x="15176" y="21084"/>
                  </a:lnTo>
                  <a:lnTo>
                    <a:pt x="15215" y="21161"/>
                  </a:lnTo>
                  <a:lnTo>
                    <a:pt x="15253" y="21200"/>
                  </a:lnTo>
                  <a:lnTo>
                    <a:pt x="15794" y="21547"/>
                  </a:lnTo>
                  <a:lnTo>
                    <a:pt x="16257" y="21972"/>
                  </a:lnTo>
                  <a:lnTo>
                    <a:pt x="16489" y="22204"/>
                  </a:lnTo>
                  <a:lnTo>
                    <a:pt x="16682" y="22435"/>
                  </a:lnTo>
                  <a:lnTo>
                    <a:pt x="16837" y="22706"/>
                  </a:lnTo>
                  <a:lnTo>
                    <a:pt x="16991" y="22976"/>
                  </a:lnTo>
                  <a:lnTo>
                    <a:pt x="17223" y="23517"/>
                  </a:lnTo>
                  <a:lnTo>
                    <a:pt x="17339" y="23825"/>
                  </a:lnTo>
                  <a:lnTo>
                    <a:pt x="17416" y="24173"/>
                  </a:lnTo>
                  <a:lnTo>
                    <a:pt x="17493" y="24482"/>
                  </a:lnTo>
                  <a:lnTo>
                    <a:pt x="17532" y="24791"/>
                  </a:lnTo>
                  <a:lnTo>
                    <a:pt x="17493" y="25100"/>
                  </a:lnTo>
                  <a:lnTo>
                    <a:pt x="17455" y="25409"/>
                  </a:lnTo>
                  <a:lnTo>
                    <a:pt x="17339" y="25602"/>
                  </a:lnTo>
                  <a:lnTo>
                    <a:pt x="17223" y="25756"/>
                  </a:lnTo>
                  <a:lnTo>
                    <a:pt x="17068" y="25833"/>
                  </a:lnTo>
                  <a:lnTo>
                    <a:pt x="16914" y="25872"/>
                  </a:lnTo>
                  <a:lnTo>
                    <a:pt x="16528" y="25872"/>
                  </a:lnTo>
                  <a:lnTo>
                    <a:pt x="16103" y="25756"/>
                  </a:lnTo>
                  <a:lnTo>
                    <a:pt x="15447" y="25563"/>
                  </a:lnTo>
                  <a:lnTo>
                    <a:pt x="15099" y="25409"/>
                  </a:lnTo>
                  <a:lnTo>
                    <a:pt x="14790" y="25254"/>
                  </a:lnTo>
                  <a:lnTo>
                    <a:pt x="14443" y="25061"/>
                  </a:lnTo>
                  <a:lnTo>
                    <a:pt x="14095" y="24829"/>
                  </a:lnTo>
                  <a:lnTo>
                    <a:pt x="13786" y="24559"/>
                  </a:lnTo>
                  <a:lnTo>
                    <a:pt x="13516" y="24250"/>
                  </a:lnTo>
                  <a:lnTo>
                    <a:pt x="13284" y="23903"/>
                  </a:lnTo>
                  <a:lnTo>
                    <a:pt x="13091" y="23555"/>
                  </a:lnTo>
                  <a:lnTo>
                    <a:pt x="12937" y="23208"/>
                  </a:lnTo>
                  <a:lnTo>
                    <a:pt x="12821" y="22783"/>
                  </a:lnTo>
                  <a:lnTo>
                    <a:pt x="12744" y="22706"/>
                  </a:lnTo>
                  <a:lnTo>
                    <a:pt x="12666" y="22667"/>
                  </a:lnTo>
                  <a:lnTo>
                    <a:pt x="12589" y="22706"/>
                  </a:lnTo>
                  <a:lnTo>
                    <a:pt x="12512" y="22744"/>
                  </a:lnTo>
                  <a:lnTo>
                    <a:pt x="12048" y="23439"/>
                  </a:lnTo>
                  <a:lnTo>
                    <a:pt x="11933" y="23053"/>
                  </a:lnTo>
                  <a:lnTo>
                    <a:pt x="11855" y="22628"/>
                  </a:lnTo>
                  <a:lnTo>
                    <a:pt x="11855" y="22242"/>
                  </a:lnTo>
                  <a:lnTo>
                    <a:pt x="11894" y="21817"/>
                  </a:lnTo>
                  <a:lnTo>
                    <a:pt x="12280" y="21740"/>
                  </a:lnTo>
                  <a:lnTo>
                    <a:pt x="12666" y="21586"/>
                  </a:lnTo>
                  <a:lnTo>
                    <a:pt x="12589" y="21817"/>
                  </a:lnTo>
                  <a:lnTo>
                    <a:pt x="12589" y="22049"/>
                  </a:lnTo>
                  <a:lnTo>
                    <a:pt x="12589" y="22126"/>
                  </a:lnTo>
                  <a:lnTo>
                    <a:pt x="12628" y="22165"/>
                  </a:lnTo>
                  <a:lnTo>
                    <a:pt x="12937" y="22165"/>
                  </a:lnTo>
                  <a:lnTo>
                    <a:pt x="13130" y="22319"/>
                  </a:lnTo>
                  <a:lnTo>
                    <a:pt x="13323" y="22551"/>
                  </a:lnTo>
                  <a:lnTo>
                    <a:pt x="13516" y="22821"/>
                  </a:lnTo>
                  <a:lnTo>
                    <a:pt x="13863" y="23439"/>
                  </a:lnTo>
                  <a:lnTo>
                    <a:pt x="14095" y="23825"/>
                  </a:lnTo>
                  <a:lnTo>
                    <a:pt x="14404" y="24173"/>
                  </a:lnTo>
                  <a:lnTo>
                    <a:pt x="14751" y="24482"/>
                  </a:lnTo>
                  <a:lnTo>
                    <a:pt x="15176" y="24752"/>
                  </a:lnTo>
                  <a:lnTo>
                    <a:pt x="15640" y="24907"/>
                  </a:lnTo>
                  <a:lnTo>
                    <a:pt x="15871" y="24945"/>
                  </a:lnTo>
                  <a:lnTo>
                    <a:pt x="16103" y="24984"/>
                  </a:lnTo>
                  <a:lnTo>
                    <a:pt x="16566" y="24984"/>
                  </a:lnTo>
                  <a:lnTo>
                    <a:pt x="16644" y="24945"/>
                  </a:lnTo>
                  <a:lnTo>
                    <a:pt x="16644" y="24907"/>
                  </a:lnTo>
                  <a:lnTo>
                    <a:pt x="16644" y="24829"/>
                  </a:lnTo>
                  <a:lnTo>
                    <a:pt x="16605" y="24791"/>
                  </a:lnTo>
                  <a:lnTo>
                    <a:pt x="16605" y="24752"/>
                  </a:lnTo>
                  <a:lnTo>
                    <a:pt x="16451" y="24250"/>
                  </a:lnTo>
                  <a:lnTo>
                    <a:pt x="16257" y="23748"/>
                  </a:lnTo>
                  <a:lnTo>
                    <a:pt x="16026" y="23285"/>
                  </a:lnTo>
                  <a:lnTo>
                    <a:pt x="15755" y="22821"/>
                  </a:lnTo>
                  <a:lnTo>
                    <a:pt x="15485" y="22397"/>
                  </a:lnTo>
                  <a:lnTo>
                    <a:pt x="15176" y="22011"/>
                  </a:lnTo>
                  <a:lnTo>
                    <a:pt x="14829" y="21586"/>
                  </a:lnTo>
                  <a:lnTo>
                    <a:pt x="14443" y="21238"/>
                  </a:lnTo>
                  <a:lnTo>
                    <a:pt x="14597" y="21161"/>
                  </a:lnTo>
                  <a:lnTo>
                    <a:pt x="14713" y="21045"/>
                  </a:lnTo>
                  <a:lnTo>
                    <a:pt x="14751" y="20968"/>
                  </a:lnTo>
                  <a:lnTo>
                    <a:pt x="14751" y="20929"/>
                  </a:lnTo>
                  <a:lnTo>
                    <a:pt x="14713" y="20852"/>
                  </a:lnTo>
                  <a:lnTo>
                    <a:pt x="14674" y="20814"/>
                  </a:lnTo>
                  <a:lnTo>
                    <a:pt x="14211" y="20505"/>
                  </a:lnTo>
                  <a:lnTo>
                    <a:pt x="14481" y="20157"/>
                  </a:lnTo>
                  <a:close/>
                  <a:moveTo>
                    <a:pt x="155" y="0"/>
                  </a:moveTo>
                  <a:lnTo>
                    <a:pt x="116" y="39"/>
                  </a:lnTo>
                  <a:lnTo>
                    <a:pt x="78" y="77"/>
                  </a:lnTo>
                  <a:lnTo>
                    <a:pt x="116" y="155"/>
                  </a:lnTo>
                  <a:lnTo>
                    <a:pt x="78" y="193"/>
                  </a:lnTo>
                  <a:lnTo>
                    <a:pt x="39" y="270"/>
                  </a:lnTo>
                  <a:lnTo>
                    <a:pt x="1" y="1583"/>
                  </a:lnTo>
                  <a:lnTo>
                    <a:pt x="39" y="2896"/>
                  </a:lnTo>
                  <a:lnTo>
                    <a:pt x="116" y="4171"/>
                  </a:lnTo>
                  <a:lnTo>
                    <a:pt x="310" y="5483"/>
                  </a:lnTo>
                  <a:lnTo>
                    <a:pt x="541" y="6758"/>
                  </a:lnTo>
                  <a:lnTo>
                    <a:pt x="850" y="8032"/>
                  </a:lnTo>
                  <a:lnTo>
                    <a:pt x="1198" y="9306"/>
                  </a:lnTo>
                  <a:lnTo>
                    <a:pt x="1622" y="10542"/>
                  </a:lnTo>
                  <a:lnTo>
                    <a:pt x="2124" y="11739"/>
                  </a:lnTo>
                  <a:lnTo>
                    <a:pt x="2665" y="12936"/>
                  </a:lnTo>
                  <a:lnTo>
                    <a:pt x="3283" y="14095"/>
                  </a:lnTo>
                  <a:lnTo>
                    <a:pt x="3978" y="15214"/>
                  </a:lnTo>
                  <a:lnTo>
                    <a:pt x="4519" y="16064"/>
                  </a:lnTo>
                  <a:lnTo>
                    <a:pt x="5098" y="16913"/>
                  </a:lnTo>
                  <a:lnTo>
                    <a:pt x="4827" y="17686"/>
                  </a:lnTo>
                  <a:lnTo>
                    <a:pt x="4596" y="18458"/>
                  </a:lnTo>
                  <a:lnTo>
                    <a:pt x="4441" y="19269"/>
                  </a:lnTo>
                  <a:lnTo>
                    <a:pt x="4325" y="20080"/>
                  </a:lnTo>
                  <a:lnTo>
                    <a:pt x="4325" y="20157"/>
                  </a:lnTo>
                  <a:lnTo>
                    <a:pt x="4364" y="20196"/>
                  </a:lnTo>
                  <a:lnTo>
                    <a:pt x="4480" y="20273"/>
                  </a:lnTo>
                  <a:lnTo>
                    <a:pt x="4596" y="20543"/>
                  </a:lnTo>
                  <a:lnTo>
                    <a:pt x="4712" y="20775"/>
                  </a:lnTo>
                  <a:lnTo>
                    <a:pt x="4905" y="21045"/>
                  </a:lnTo>
                  <a:lnTo>
                    <a:pt x="5059" y="21277"/>
                  </a:lnTo>
                  <a:lnTo>
                    <a:pt x="5484" y="21702"/>
                  </a:lnTo>
                  <a:lnTo>
                    <a:pt x="5831" y="22165"/>
                  </a:lnTo>
                  <a:lnTo>
                    <a:pt x="6333" y="22860"/>
                  </a:lnTo>
                  <a:lnTo>
                    <a:pt x="6835" y="23594"/>
                  </a:lnTo>
                  <a:lnTo>
                    <a:pt x="7260" y="24366"/>
                  </a:lnTo>
                  <a:lnTo>
                    <a:pt x="7646" y="25138"/>
                  </a:lnTo>
                  <a:lnTo>
                    <a:pt x="7724" y="25216"/>
                  </a:lnTo>
                  <a:lnTo>
                    <a:pt x="7878" y="25216"/>
                  </a:lnTo>
                  <a:lnTo>
                    <a:pt x="7917" y="25177"/>
                  </a:lnTo>
                  <a:lnTo>
                    <a:pt x="7994" y="25216"/>
                  </a:lnTo>
                  <a:lnTo>
                    <a:pt x="8110" y="25216"/>
                  </a:lnTo>
                  <a:lnTo>
                    <a:pt x="8187" y="25138"/>
                  </a:lnTo>
                  <a:lnTo>
                    <a:pt x="8534" y="24327"/>
                  </a:lnTo>
                  <a:lnTo>
                    <a:pt x="8921" y="23478"/>
                  </a:lnTo>
                  <a:lnTo>
                    <a:pt x="9577" y="21779"/>
                  </a:lnTo>
                  <a:lnTo>
                    <a:pt x="9577" y="21663"/>
                  </a:lnTo>
                  <a:lnTo>
                    <a:pt x="9538" y="21586"/>
                  </a:lnTo>
                  <a:lnTo>
                    <a:pt x="8766" y="20543"/>
                  </a:lnTo>
                  <a:lnTo>
                    <a:pt x="8071" y="19462"/>
                  </a:lnTo>
                  <a:lnTo>
                    <a:pt x="8612" y="19694"/>
                  </a:lnTo>
                  <a:lnTo>
                    <a:pt x="9152" y="19848"/>
                  </a:lnTo>
                  <a:lnTo>
                    <a:pt x="9732" y="19925"/>
                  </a:lnTo>
                  <a:lnTo>
                    <a:pt x="10311" y="19964"/>
                  </a:lnTo>
                  <a:lnTo>
                    <a:pt x="10311" y="20389"/>
                  </a:lnTo>
                  <a:lnTo>
                    <a:pt x="10349" y="20852"/>
                  </a:lnTo>
                  <a:lnTo>
                    <a:pt x="10465" y="21315"/>
                  </a:lnTo>
                  <a:lnTo>
                    <a:pt x="10542" y="21547"/>
                  </a:lnTo>
                  <a:lnTo>
                    <a:pt x="10697" y="21740"/>
                  </a:lnTo>
                  <a:lnTo>
                    <a:pt x="10736" y="21779"/>
                  </a:lnTo>
                  <a:lnTo>
                    <a:pt x="10813" y="21779"/>
                  </a:lnTo>
                  <a:lnTo>
                    <a:pt x="10851" y="21856"/>
                  </a:lnTo>
                  <a:lnTo>
                    <a:pt x="10929" y="21856"/>
                  </a:lnTo>
                  <a:lnTo>
                    <a:pt x="11315" y="21895"/>
                  </a:lnTo>
                  <a:lnTo>
                    <a:pt x="11662" y="21856"/>
                  </a:lnTo>
                  <a:lnTo>
                    <a:pt x="11624" y="22126"/>
                  </a:lnTo>
                  <a:lnTo>
                    <a:pt x="11585" y="22358"/>
                  </a:lnTo>
                  <a:lnTo>
                    <a:pt x="11546" y="22590"/>
                  </a:lnTo>
                  <a:lnTo>
                    <a:pt x="11585" y="22860"/>
                  </a:lnTo>
                  <a:lnTo>
                    <a:pt x="11624" y="23092"/>
                  </a:lnTo>
                  <a:lnTo>
                    <a:pt x="11662" y="23323"/>
                  </a:lnTo>
                  <a:lnTo>
                    <a:pt x="11778" y="23594"/>
                  </a:lnTo>
                  <a:lnTo>
                    <a:pt x="11894" y="23825"/>
                  </a:lnTo>
                  <a:lnTo>
                    <a:pt x="11933" y="23903"/>
                  </a:lnTo>
                  <a:lnTo>
                    <a:pt x="12010" y="23903"/>
                  </a:lnTo>
                  <a:lnTo>
                    <a:pt x="12087" y="23864"/>
                  </a:lnTo>
                  <a:lnTo>
                    <a:pt x="12164" y="23825"/>
                  </a:lnTo>
                  <a:lnTo>
                    <a:pt x="12589" y="23208"/>
                  </a:lnTo>
                  <a:lnTo>
                    <a:pt x="12744" y="23594"/>
                  </a:lnTo>
                  <a:lnTo>
                    <a:pt x="12937" y="23941"/>
                  </a:lnTo>
                  <a:lnTo>
                    <a:pt x="13168" y="24289"/>
                  </a:lnTo>
                  <a:lnTo>
                    <a:pt x="13439" y="24598"/>
                  </a:lnTo>
                  <a:lnTo>
                    <a:pt x="13709" y="24907"/>
                  </a:lnTo>
                  <a:lnTo>
                    <a:pt x="14018" y="25177"/>
                  </a:lnTo>
                  <a:lnTo>
                    <a:pt x="14365" y="25409"/>
                  </a:lnTo>
                  <a:lnTo>
                    <a:pt x="14713" y="25602"/>
                  </a:lnTo>
                  <a:lnTo>
                    <a:pt x="15331" y="25911"/>
                  </a:lnTo>
                  <a:lnTo>
                    <a:pt x="15717" y="26027"/>
                  </a:lnTo>
                  <a:lnTo>
                    <a:pt x="16142" y="26181"/>
                  </a:lnTo>
                  <a:lnTo>
                    <a:pt x="16566" y="26258"/>
                  </a:lnTo>
                  <a:lnTo>
                    <a:pt x="16953" y="26297"/>
                  </a:lnTo>
                  <a:lnTo>
                    <a:pt x="17146" y="26297"/>
                  </a:lnTo>
                  <a:lnTo>
                    <a:pt x="17300" y="26258"/>
                  </a:lnTo>
                  <a:lnTo>
                    <a:pt x="17416" y="26181"/>
                  </a:lnTo>
                  <a:lnTo>
                    <a:pt x="17570" y="26104"/>
                  </a:lnTo>
                  <a:lnTo>
                    <a:pt x="17648" y="25949"/>
                  </a:lnTo>
                  <a:lnTo>
                    <a:pt x="17725" y="25833"/>
                  </a:lnTo>
                  <a:lnTo>
                    <a:pt x="17841" y="25486"/>
                  </a:lnTo>
                  <a:lnTo>
                    <a:pt x="17879" y="25100"/>
                  </a:lnTo>
                  <a:lnTo>
                    <a:pt x="17841" y="24675"/>
                  </a:lnTo>
                  <a:lnTo>
                    <a:pt x="17802" y="24289"/>
                  </a:lnTo>
                  <a:lnTo>
                    <a:pt x="17686" y="23903"/>
                  </a:lnTo>
                  <a:lnTo>
                    <a:pt x="17493" y="23246"/>
                  </a:lnTo>
                  <a:lnTo>
                    <a:pt x="17223" y="22706"/>
                  </a:lnTo>
                  <a:lnTo>
                    <a:pt x="16914" y="22204"/>
                  </a:lnTo>
                  <a:lnTo>
                    <a:pt x="16528" y="21740"/>
                  </a:lnTo>
                  <a:lnTo>
                    <a:pt x="16103" y="21354"/>
                  </a:lnTo>
                  <a:lnTo>
                    <a:pt x="16296" y="21315"/>
                  </a:lnTo>
                  <a:lnTo>
                    <a:pt x="16489" y="21277"/>
                  </a:lnTo>
                  <a:lnTo>
                    <a:pt x="16682" y="21161"/>
                  </a:lnTo>
                  <a:lnTo>
                    <a:pt x="16875" y="21045"/>
                  </a:lnTo>
                  <a:lnTo>
                    <a:pt x="16914" y="21007"/>
                  </a:lnTo>
                  <a:lnTo>
                    <a:pt x="16953" y="20929"/>
                  </a:lnTo>
                  <a:lnTo>
                    <a:pt x="16914" y="20814"/>
                  </a:lnTo>
                  <a:lnTo>
                    <a:pt x="16875" y="20775"/>
                  </a:lnTo>
                  <a:lnTo>
                    <a:pt x="16335" y="20466"/>
                  </a:lnTo>
                  <a:lnTo>
                    <a:pt x="15833" y="20196"/>
                  </a:lnTo>
                  <a:lnTo>
                    <a:pt x="15292" y="20003"/>
                  </a:lnTo>
                  <a:lnTo>
                    <a:pt x="14713" y="19848"/>
                  </a:lnTo>
                  <a:lnTo>
                    <a:pt x="14983" y="19346"/>
                  </a:lnTo>
                  <a:lnTo>
                    <a:pt x="14983" y="19230"/>
                  </a:lnTo>
                  <a:lnTo>
                    <a:pt x="14983" y="19114"/>
                  </a:lnTo>
                  <a:lnTo>
                    <a:pt x="14983" y="19076"/>
                  </a:lnTo>
                  <a:lnTo>
                    <a:pt x="14945" y="19037"/>
                  </a:lnTo>
                  <a:lnTo>
                    <a:pt x="14172" y="18574"/>
                  </a:lnTo>
                  <a:lnTo>
                    <a:pt x="13825" y="18342"/>
                  </a:lnTo>
                  <a:lnTo>
                    <a:pt x="13477" y="18033"/>
                  </a:lnTo>
                  <a:lnTo>
                    <a:pt x="13554" y="17879"/>
                  </a:lnTo>
                  <a:lnTo>
                    <a:pt x="13670" y="17493"/>
                  </a:lnTo>
                  <a:lnTo>
                    <a:pt x="13747" y="17106"/>
                  </a:lnTo>
                  <a:lnTo>
                    <a:pt x="13786" y="16720"/>
                  </a:lnTo>
                  <a:lnTo>
                    <a:pt x="13825" y="16334"/>
                  </a:lnTo>
                  <a:lnTo>
                    <a:pt x="14249" y="17106"/>
                  </a:lnTo>
                  <a:lnTo>
                    <a:pt x="14674" y="17956"/>
                  </a:lnTo>
                  <a:lnTo>
                    <a:pt x="14751" y="18033"/>
                  </a:lnTo>
                  <a:lnTo>
                    <a:pt x="14867" y="18033"/>
                  </a:lnTo>
                  <a:lnTo>
                    <a:pt x="15640" y="18072"/>
                  </a:lnTo>
                  <a:lnTo>
                    <a:pt x="16412" y="18110"/>
                  </a:lnTo>
                  <a:lnTo>
                    <a:pt x="17184" y="18188"/>
                  </a:lnTo>
                  <a:lnTo>
                    <a:pt x="17957" y="18304"/>
                  </a:lnTo>
                  <a:lnTo>
                    <a:pt x="18111" y="18304"/>
                  </a:lnTo>
                  <a:lnTo>
                    <a:pt x="18188" y="18226"/>
                  </a:lnTo>
                  <a:lnTo>
                    <a:pt x="18227" y="18110"/>
                  </a:lnTo>
                  <a:lnTo>
                    <a:pt x="18188" y="17995"/>
                  </a:lnTo>
                  <a:lnTo>
                    <a:pt x="16798" y="15099"/>
                  </a:lnTo>
                  <a:lnTo>
                    <a:pt x="16064" y="13631"/>
                  </a:lnTo>
                  <a:lnTo>
                    <a:pt x="15678" y="12936"/>
                  </a:lnTo>
                  <a:lnTo>
                    <a:pt x="15253" y="12241"/>
                  </a:lnTo>
                  <a:lnTo>
                    <a:pt x="15176" y="12202"/>
                  </a:lnTo>
                  <a:lnTo>
                    <a:pt x="15099" y="12202"/>
                  </a:lnTo>
                  <a:lnTo>
                    <a:pt x="14713" y="12164"/>
                  </a:lnTo>
                  <a:lnTo>
                    <a:pt x="14288" y="12164"/>
                  </a:lnTo>
                  <a:lnTo>
                    <a:pt x="13516" y="12125"/>
                  </a:lnTo>
                  <a:lnTo>
                    <a:pt x="12164" y="12009"/>
                  </a:lnTo>
                  <a:lnTo>
                    <a:pt x="11662" y="11198"/>
                  </a:lnTo>
                  <a:lnTo>
                    <a:pt x="11122" y="10465"/>
                  </a:lnTo>
                  <a:lnTo>
                    <a:pt x="10542" y="9731"/>
                  </a:lnTo>
                  <a:lnTo>
                    <a:pt x="10002" y="8997"/>
                  </a:lnTo>
                  <a:lnTo>
                    <a:pt x="8959" y="7762"/>
                  </a:lnTo>
                  <a:lnTo>
                    <a:pt x="7839" y="6565"/>
                  </a:lnTo>
                  <a:lnTo>
                    <a:pt x="6720" y="5406"/>
                  </a:lnTo>
                  <a:lnTo>
                    <a:pt x="5561" y="4286"/>
                  </a:lnTo>
                  <a:lnTo>
                    <a:pt x="4325" y="3205"/>
                  </a:lnTo>
                  <a:lnTo>
                    <a:pt x="3128" y="2163"/>
                  </a:lnTo>
                  <a:lnTo>
                    <a:pt x="1854" y="1120"/>
                  </a:lnTo>
                  <a:lnTo>
                    <a:pt x="580" y="116"/>
                  </a:lnTo>
                  <a:lnTo>
                    <a:pt x="541" y="77"/>
                  </a:lnTo>
                  <a:lnTo>
                    <a:pt x="464" y="77"/>
                  </a:lnTo>
                  <a:lnTo>
                    <a:pt x="348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2"/>
            <p:cNvSpPr/>
            <p:nvPr/>
          </p:nvSpPr>
          <p:spPr>
            <a:xfrm>
              <a:off x="668675" y="2948700"/>
              <a:ext cx="256800" cy="152550"/>
            </a:xfrm>
            <a:custGeom>
              <a:avLst/>
              <a:gdLst/>
              <a:ahLst/>
              <a:cxnLst/>
              <a:rect l="l" t="t" r="r" b="b"/>
              <a:pathLst>
                <a:path w="10272" h="6102" extrusionOk="0">
                  <a:moveTo>
                    <a:pt x="541" y="1"/>
                  </a:moveTo>
                  <a:lnTo>
                    <a:pt x="425" y="39"/>
                  </a:lnTo>
                  <a:lnTo>
                    <a:pt x="348" y="116"/>
                  </a:lnTo>
                  <a:lnTo>
                    <a:pt x="232" y="194"/>
                  </a:lnTo>
                  <a:lnTo>
                    <a:pt x="155" y="348"/>
                  </a:lnTo>
                  <a:lnTo>
                    <a:pt x="77" y="503"/>
                  </a:lnTo>
                  <a:lnTo>
                    <a:pt x="0" y="889"/>
                  </a:lnTo>
                  <a:lnTo>
                    <a:pt x="0" y="1275"/>
                  </a:lnTo>
                  <a:lnTo>
                    <a:pt x="0" y="1622"/>
                  </a:lnTo>
                  <a:lnTo>
                    <a:pt x="0" y="2047"/>
                  </a:lnTo>
                  <a:lnTo>
                    <a:pt x="77" y="2511"/>
                  </a:lnTo>
                  <a:lnTo>
                    <a:pt x="155" y="2935"/>
                  </a:lnTo>
                  <a:lnTo>
                    <a:pt x="309" y="3321"/>
                  </a:lnTo>
                  <a:lnTo>
                    <a:pt x="502" y="3785"/>
                  </a:lnTo>
                  <a:lnTo>
                    <a:pt x="734" y="4171"/>
                  </a:lnTo>
                  <a:lnTo>
                    <a:pt x="1004" y="4557"/>
                  </a:lnTo>
                  <a:lnTo>
                    <a:pt x="1313" y="4905"/>
                  </a:lnTo>
                  <a:lnTo>
                    <a:pt x="1699" y="5214"/>
                  </a:lnTo>
                  <a:lnTo>
                    <a:pt x="2047" y="5523"/>
                  </a:lnTo>
                  <a:lnTo>
                    <a:pt x="2472" y="5754"/>
                  </a:lnTo>
                  <a:lnTo>
                    <a:pt x="2896" y="5947"/>
                  </a:lnTo>
                  <a:lnTo>
                    <a:pt x="3167" y="5716"/>
                  </a:lnTo>
                  <a:lnTo>
                    <a:pt x="2819" y="5561"/>
                  </a:lnTo>
                  <a:lnTo>
                    <a:pt x="2510" y="5368"/>
                  </a:lnTo>
                  <a:lnTo>
                    <a:pt x="2240" y="5136"/>
                  </a:lnTo>
                  <a:lnTo>
                    <a:pt x="1931" y="4905"/>
                  </a:lnTo>
                  <a:lnTo>
                    <a:pt x="1661" y="4634"/>
                  </a:lnTo>
                  <a:lnTo>
                    <a:pt x="1429" y="4364"/>
                  </a:lnTo>
                  <a:lnTo>
                    <a:pt x="1197" y="4094"/>
                  </a:lnTo>
                  <a:lnTo>
                    <a:pt x="1004" y="3785"/>
                  </a:lnTo>
                  <a:lnTo>
                    <a:pt x="811" y="3476"/>
                  </a:lnTo>
                  <a:lnTo>
                    <a:pt x="657" y="3128"/>
                  </a:lnTo>
                  <a:lnTo>
                    <a:pt x="541" y="2781"/>
                  </a:lnTo>
                  <a:lnTo>
                    <a:pt x="464" y="2433"/>
                  </a:lnTo>
                  <a:lnTo>
                    <a:pt x="425" y="2086"/>
                  </a:lnTo>
                  <a:lnTo>
                    <a:pt x="386" y="1700"/>
                  </a:lnTo>
                  <a:lnTo>
                    <a:pt x="425" y="1352"/>
                  </a:lnTo>
                  <a:lnTo>
                    <a:pt x="464" y="966"/>
                  </a:lnTo>
                  <a:lnTo>
                    <a:pt x="541" y="696"/>
                  </a:lnTo>
                  <a:lnTo>
                    <a:pt x="579" y="541"/>
                  </a:lnTo>
                  <a:lnTo>
                    <a:pt x="657" y="464"/>
                  </a:lnTo>
                  <a:lnTo>
                    <a:pt x="811" y="503"/>
                  </a:lnTo>
                  <a:lnTo>
                    <a:pt x="1043" y="618"/>
                  </a:lnTo>
                  <a:lnTo>
                    <a:pt x="1429" y="812"/>
                  </a:lnTo>
                  <a:lnTo>
                    <a:pt x="1738" y="1005"/>
                  </a:lnTo>
                  <a:lnTo>
                    <a:pt x="2085" y="1236"/>
                  </a:lnTo>
                  <a:lnTo>
                    <a:pt x="2394" y="1468"/>
                  </a:lnTo>
                  <a:lnTo>
                    <a:pt x="2665" y="1738"/>
                  </a:lnTo>
                  <a:lnTo>
                    <a:pt x="2935" y="2009"/>
                  </a:lnTo>
                  <a:lnTo>
                    <a:pt x="3167" y="2279"/>
                  </a:lnTo>
                  <a:lnTo>
                    <a:pt x="3360" y="2588"/>
                  </a:lnTo>
                  <a:lnTo>
                    <a:pt x="3514" y="2897"/>
                  </a:lnTo>
                  <a:lnTo>
                    <a:pt x="3630" y="3244"/>
                  </a:lnTo>
                  <a:lnTo>
                    <a:pt x="3707" y="3592"/>
                  </a:lnTo>
                  <a:lnTo>
                    <a:pt x="3784" y="3939"/>
                  </a:lnTo>
                  <a:lnTo>
                    <a:pt x="3784" y="4325"/>
                  </a:lnTo>
                  <a:lnTo>
                    <a:pt x="3823" y="4403"/>
                  </a:lnTo>
                  <a:lnTo>
                    <a:pt x="3939" y="4480"/>
                  </a:lnTo>
                  <a:lnTo>
                    <a:pt x="3939" y="4557"/>
                  </a:lnTo>
                  <a:lnTo>
                    <a:pt x="3978" y="4596"/>
                  </a:lnTo>
                  <a:lnTo>
                    <a:pt x="4016" y="4596"/>
                  </a:lnTo>
                  <a:lnTo>
                    <a:pt x="4055" y="4557"/>
                  </a:lnTo>
                  <a:lnTo>
                    <a:pt x="4171" y="4403"/>
                  </a:lnTo>
                  <a:lnTo>
                    <a:pt x="4286" y="4287"/>
                  </a:lnTo>
                  <a:lnTo>
                    <a:pt x="4595" y="4017"/>
                  </a:lnTo>
                  <a:lnTo>
                    <a:pt x="4943" y="3785"/>
                  </a:lnTo>
                  <a:lnTo>
                    <a:pt x="5329" y="3630"/>
                  </a:lnTo>
                  <a:lnTo>
                    <a:pt x="5754" y="3476"/>
                  </a:lnTo>
                  <a:lnTo>
                    <a:pt x="6179" y="3360"/>
                  </a:lnTo>
                  <a:lnTo>
                    <a:pt x="6565" y="3283"/>
                  </a:lnTo>
                  <a:lnTo>
                    <a:pt x="6912" y="3206"/>
                  </a:lnTo>
                  <a:lnTo>
                    <a:pt x="7260" y="3167"/>
                  </a:lnTo>
                  <a:lnTo>
                    <a:pt x="7646" y="3167"/>
                  </a:lnTo>
                  <a:lnTo>
                    <a:pt x="7994" y="3206"/>
                  </a:lnTo>
                  <a:lnTo>
                    <a:pt x="8380" y="3244"/>
                  </a:lnTo>
                  <a:lnTo>
                    <a:pt x="8727" y="3321"/>
                  </a:lnTo>
                  <a:lnTo>
                    <a:pt x="9075" y="3399"/>
                  </a:lnTo>
                  <a:lnTo>
                    <a:pt x="9422" y="3553"/>
                  </a:lnTo>
                  <a:lnTo>
                    <a:pt x="9770" y="3669"/>
                  </a:lnTo>
                  <a:lnTo>
                    <a:pt x="9499" y="4017"/>
                  </a:lnTo>
                  <a:lnTo>
                    <a:pt x="9229" y="4364"/>
                  </a:lnTo>
                  <a:lnTo>
                    <a:pt x="8920" y="4634"/>
                  </a:lnTo>
                  <a:lnTo>
                    <a:pt x="8611" y="4905"/>
                  </a:lnTo>
                  <a:lnTo>
                    <a:pt x="8264" y="5136"/>
                  </a:lnTo>
                  <a:lnTo>
                    <a:pt x="7916" y="5329"/>
                  </a:lnTo>
                  <a:lnTo>
                    <a:pt x="7530" y="5484"/>
                  </a:lnTo>
                  <a:lnTo>
                    <a:pt x="7105" y="5600"/>
                  </a:lnTo>
                  <a:lnTo>
                    <a:pt x="6719" y="5638"/>
                  </a:lnTo>
                  <a:lnTo>
                    <a:pt x="6333" y="5677"/>
                  </a:lnTo>
                  <a:lnTo>
                    <a:pt x="5599" y="5677"/>
                  </a:lnTo>
                  <a:lnTo>
                    <a:pt x="4866" y="5600"/>
                  </a:lnTo>
                  <a:lnTo>
                    <a:pt x="4093" y="5484"/>
                  </a:lnTo>
                  <a:lnTo>
                    <a:pt x="4016" y="5484"/>
                  </a:lnTo>
                  <a:lnTo>
                    <a:pt x="3978" y="5523"/>
                  </a:lnTo>
                  <a:lnTo>
                    <a:pt x="3900" y="5638"/>
                  </a:lnTo>
                  <a:lnTo>
                    <a:pt x="3862" y="5638"/>
                  </a:lnTo>
                  <a:lnTo>
                    <a:pt x="3862" y="5716"/>
                  </a:lnTo>
                  <a:lnTo>
                    <a:pt x="3900" y="6025"/>
                  </a:lnTo>
                  <a:lnTo>
                    <a:pt x="4093" y="5909"/>
                  </a:lnTo>
                  <a:lnTo>
                    <a:pt x="4943" y="6025"/>
                  </a:lnTo>
                  <a:lnTo>
                    <a:pt x="5792" y="6102"/>
                  </a:lnTo>
                  <a:lnTo>
                    <a:pt x="6217" y="6102"/>
                  </a:lnTo>
                  <a:lnTo>
                    <a:pt x="6642" y="6063"/>
                  </a:lnTo>
                  <a:lnTo>
                    <a:pt x="7105" y="6025"/>
                  </a:lnTo>
                  <a:lnTo>
                    <a:pt x="7530" y="5947"/>
                  </a:lnTo>
                  <a:lnTo>
                    <a:pt x="7955" y="5793"/>
                  </a:lnTo>
                  <a:lnTo>
                    <a:pt x="8341" y="5600"/>
                  </a:lnTo>
                  <a:lnTo>
                    <a:pt x="8727" y="5368"/>
                  </a:lnTo>
                  <a:lnTo>
                    <a:pt x="9075" y="5098"/>
                  </a:lnTo>
                  <a:lnTo>
                    <a:pt x="9384" y="4789"/>
                  </a:lnTo>
                  <a:lnTo>
                    <a:pt x="9654" y="4441"/>
                  </a:lnTo>
                  <a:lnTo>
                    <a:pt x="10233" y="3746"/>
                  </a:lnTo>
                  <a:lnTo>
                    <a:pt x="10272" y="3630"/>
                  </a:lnTo>
                  <a:lnTo>
                    <a:pt x="10272" y="3553"/>
                  </a:lnTo>
                  <a:lnTo>
                    <a:pt x="10233" y="3476"/>
                  </a:lnTo>
                  <a:lnTo>
                    <a:pt x="10156" y="3399"/>
                  </a:lnTo>
                  <a:lnTo>
                    <a:pt x="9693" y="3206"/>
                  </a:lnTo>
                  <a:lnTo>
                    <a:pt x="9229" y="3013"/>
                  </a:lnTo>
                  <a:lnTo>
                    <a:pt x="8766" y="2897"/>
                  </a:lnTo>
                  <a:lnTo>
                    <a:pt x="8264" y="2781"/>
                  </a:lnTo>
                  <a:lnTo>
                    <a:pt x="7800" y="2742"/>
                  </a:lnTo>
                  <a:lnTo>
                    <a:pt x="7298" y="2742"/>
                  </a:lnTo>
                  <a:lnTo>
                    <a:pt x="6796" y="2781"/>
                  </a:lnTo>
                  <a:lnTo>
                    <a:pt x="6294" y="2858"/>
                  </a:lnTo>
                  <a:lnTo>
                    <a:pt x="5870" y="3013"/>
                  </a:lnTo>
                  <a:lnTo>
                    <a:pt x="5290" y="3206"/>
                  </a:lnTo>
                  <a:lnTo>
                    <a:pt x="4982" y="3321"/>
                  </a:lnTo>
                  <a:lnTo>
                    <a:pt x="4673" y="3476"/>
                  </a:lnTo>
                  <a:lnTo>
                    <a:pt x="4402" y="3630"/>
                  </a:lnTo>
                  <a:lnTo>
                    <a:pt x="4209" y="3823"/>
                  </a:lnTo>
                  <a:lnTo>
                    <a:pt x="4132" y="3476"/>
                  </a:lnTo>
                  <a:lnTo>
                    <a:pt x="4055" y="3128"/>
                  </a:lnTo>
                  <a:lnTo>
                    <a:pt x="3939" y="2781"/>
                  </a:lnTo>
                  <a:lnTo>
                    <a:pt x="3784" y="2472"/>
                  </a:lnTo>
                  <a:lnTo>
                    <a:pt x="3591" y="2163"/>
                  </a:lnTo>
                  <a:lnTo>
                    <a:pt x="3360" y="1854"/>
                  </a:lnTo>
                  <a:lnTo>
                    <a:pt x="3128" y="1584"/>
                  </a:lnTo>
                  <a:lnTo>
                    <a:pt x="2858" y="1314"/>
                  </a:lnTo>
                  <a:lnTo>
                    <a:pt x="2472" y="966"/>
                  </a:lnTo>
                  <a:lnTo>
                    <a:pt x="2008" y="696"/>
                  </a:lnTo>
                  <a:lnTo>
                    <a:pt x="1545" y="425"/>
                  </a:lnTo>
                  <a:lnTo>
                    <a:pt x="1081" y="194"/>
                  </a:lnTo>
                  <a:lnTo>
                    <a:pt x="850" y="78"/>
                  </a:lnTo>
                  <a:lnTo>
                    <a:pt x="657" y="39"/>
                  </a:lnTo>
                  <a:lnTo>
                    <a:pt x="54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2"/>
            <p:cNvSpPr/>
            <p:nvPr/>
          </p:nvSpPr>
          <p:spPr>
            <a:xfrm>
              <a:off x="3343725" y="3024000"/>
              <a:ext cx="482700" cy="227850"/>
            </a:xfrm>
            <a:custGeom>
              <a:avLst/>
              <a:gdLst/>
              <a:ahLst/>
              <a:cxnLst/>
              <a:rect l="l" t="t" r="r" b="b"/>
              <a:pathLst>
                <a:path w="19308" h="9114" extrusionOk="0">
                  <a:moveTo>
                    <a:pt x="77" y="1"/>
                  </a:moveTo>
                  <a:lnTo>
                    <a:pt x="0" y="618"/>
                  </a:lnTo>
                  <a:lnTo>
                    <a:pt x="0" y="1236"/>
                  </a:lnTo>
                  <a:lnTo>
                    <a:pt x="39" y="1854"/>
                  </a:lnTo>
                  <a:lnTo>
                    <a:pt x="154" y="2472"/>
                  </a:lnTo>
                  <a:lnTo>
                    <a:pt x="309" y="3090"/>
                  </a:lnTo>
                  <a:lnTo>
                    <a:pt x="502" y="3669"/>
                  </a:lnTo>
                  <a:lnTo>
                    <a:pt x="772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69" y="5947"/>
                  </a:lnTo>
                  <a:lnTo>
                    <a:pt x="2433" y="6449"/>
                  </a:lnTo>
                  <a:lnTo>
                    <a:pt x="2935" y="6913"/>
                  </a:lnTo>
                  <a:lnTo>
                    <a:pt x="3514" y="7299"/>
                  </a:lnTo>
                  <a:lnTo>
                    <a:pt x="4093" y="7646"/>
                  </a:lnTo>
                  <a:lnTo>
                    <a:pt x="4672" y="7994"/>
                  </a:lnTo>
                  <a:lnTo>
                    <a:pt x="5329" y="8264"/>
                  </a:lnTo>
                  <a:lnTo>
                    <a:pt x="5947" y="8496"/>
                  </a:lnTo>
                  <a:lnTo>
                    <a:pt x="6642" y="8689"/>
                  </a:lnTo>
                  <a:lnTo>
                    <a:pt x="7298" y="8843"/>
                  </a:lnTo>
                  <a:lnTo>
                    <a:pt x="7993" y="8998"/>
                  </a:lnTo>
                  <a:lnTo>
                    <a:pt x="8688" y="9075"/>
                  </a:lnTo>
                  <a:lnTo>
                    <a:pt x="9383" y="9114"/>
                  </a:lnTo>
                  <a:lnTo>
                    <a:pt x="10079" y="9114"/>
                  </a:lnTo>
                  <a:lnTo>
                    <a:pt x="10735" y="9075"/>
                  </a:lnTo>
                  <a:lnTo>
                    <a:pt x="11391" y="9036"/>
                  </a:lnTo>
                  <a:lnTo>
                    <a:pt x="12048" y="8921"/>
                  </a:lnTo>
                  <a:lnTo>
                    <a:pt x="12704" y="8805"/>
                  </a:lnTo>
                  <a:lnTo>
                    <a:pt x="13361" y="8612"/>
                  </a:lnTo>
                  <a:lnTo>
                    <a:pt x="14017" y="8419"/>
                  </a:lnTo>
                  <a:lnTo>
                    <a:pt x="14635" y="8187"/>
                  </a:lnTo>
                  <a:lnTo>
                    <a:pt x="15253" y="7917"/>
                  </a:lnTo>
                  <a:lnTo>
                    <a:pt x="15871" y="7569"/>
                  </a:lnTo>
                  <a:lnTo>
                    <a:pt x="16411" y="7222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28" y="4905"/>
                  </a:lnTo>
                  <a:lnTo>
                    <a:pt x="19076" y="4325"/>
                  </a:lnTo>
                  <a:lnTo>
                    <a:pt x="19307" y="3708"/>
                  </a:lnTo>
                  <a:lnTo>
                    <a:pt x="19114" y="3669"/>
                  </a:lnTo>
                  <a:lnTo>
                    <a:pt x="18767" y="4171"/>
                  </a:lnTo>
                  <a:lnTo>
                    <a:pt x="18381" y="4673"/>
                  </a:lnTo>
                  <a:lnTo>
                    <a:pt x="17995" y="5136"/>
                  </a:lnTo>
                  <a:lnTo>
                    <a:pt x="17608" y="5561"/>
                  </a:lnTo>
                  <a:lnTo>
                    <a:pt x="17145" y="5986"/>
                  </a:lnTo>
                  <a:lnTo>
                    <a:pt x="16720" y="6372"/>
                  </a:lnTo>
                  <a:lnTo>
                    <a:pt x="16218" y="6720"/>
                  </a:lnTo>
                  <a:lnTo>
                    <a:pt x="15716" y="7028"/>
                  </a:lnTo>
                  <a:lnTo>
                    <a:pt x="15214" y="7337"/>
                  </a:lnTo>
                  <a:lnTo>
                    <a:pt x="14674" y="7608"/>
                  </a:lnTo>
                  <a:lnTo>
                    <a:pt x="14133" y="7839"/>
                  </a:lnTo>
                  <a:lnTo>
                    <a:pt x="13554" y="8032"/>
                  </a:lnTo>
                  <a:lnTo>
                    <a:pt x="12975" y="8225"/>
                  </a:lnTo>
                  <a:lnTo>
                    <a:pt x="12395" y="8380"/>
                  </a:lnTo>
                  <a:lnTo>
                    <a:pt x="11816" y="8496"/>
                  </a:lnTo>
                  <a:lnTo>
                    <a:pt x="11198" y="8573"/>
                  </a:lnTo>
                  <a:lnTo>
                    <a:pt x="10503" y="8612"/>
                  </a:lnTo>
                  <a:lnTo>
                    <a:pt x="9808" y="8650"/>
                  </a:lnTo>
                  <a:lnTo>
                    <a:pt x="9075" y="8612"/>
                  </a:lnTo>
                  <a:lnTo>
                    <a:pt x="8379" y="8573"/>
                  </a:lnTo>
                  <a:lnTo>
                    <a:pt x="7684" y="8457"/>
                  </a:lnTo>
                  <a:lnTo>
                    <a:pt x="6989" y="8303"/>
                  </a:lnTo>
                  <a:lnTo>
                    <a:pt x="6294" y="8110"/>
                  </a:lnTo>
                  <a:lnTo>
                    <a:pt x="5638" y="7878"/>
                  </a:lnTo>
                  <a:lnTo>
                    <a:pt x="4981" y="7608"/>
                  </a:lnTo>
                  <a:lnTo>
                    <a:pt x="4364" y="7299"/>
                  </a:lnTo>
                  <a:lnTo>
                    <a:pt x="3784" y="6951"/>
                  </a:lnTo>
                  <a:lnTo>
                    <a:pt x="3205" y="6526"/>
                  </a:lnTo>
                  <a:lnTo>
                    <a:pt x="2664" y="6063"/>
                  </a:lnTo>
                  <a:lnTo>
                    <a:pt x="2201" y="5561"/>
                  </a:lnTo>
                  <a:lnTo>
                    <a:pt x="1738" y="5020"/>
                  </a:lnTo>
                  <a:lnTo>
                    <a:pt x="1352" y="4403"/>
                  </a:lnTo>
                  <a:lnTo>
                    <a:pt x="1081" y="3901"/>
                  </a:lnTo>
                  <a:lnTo>
                    <a:pt x="850" y="3399"/>
                  </a:lnTo>
                  <a:lnTo>
                    <a:pt x="656" y="2858"/>
                  </a:lnTo>
                  <a:lnTo>
                    <a:pt x="502" y="2317"/>
                  </a:lnTo>
                  <a:lnTo>
                    <a:pt x="425" y="1777"/>
                  </a:lnTo>
                  <a:lnTo>
                    <a:pt x="348" y="1198"/>
                  </a:lnTo>
                  <a:lnTo>
                    <a:pt x="386" y="618"/>
                  </a:lnTo>
                  <a:lnTo>
                    <a:pt x="425" y="78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2"/>
            <p:cNvSpPr/>
            <p:nvPr/>
          </p:nvSpPr>
          <p:spPr>
            <a:xfrm>
              <a:off x="238125" y="3026900"/>
              <a:ext cx="84975" cy="55050"/>
            </a:xfrm>
            <a:custGeom>
              <a:avLst/>
              <a:gdLst/>
              <a:ahLst/>
              <a:cxnLst/>
              <a:rect l="l" t="t" r="r" b="b"/>
              <a:pathLst>
                <a:path w="3399" h="2202" extrusionOk="0">
                  <a:moveTo>
                    <a:pt x="1506" y="425"/>
                  </a:moveTo>
                  <a:lnTo>
                    <a:pt x="1738" y="502"/>
                  </a:lnTo>
                  <a:lnTo>
                    <a:pt x="1931" y="580"/>
                  </a:lnTo>
                  <a:lnTo>
                    <a:pt x="2124" y="657"/>
                  </a:lnTo>
                  <a:lnTo>
                    <a:pt x="2433" y="927"/>
                  </a:lnTo>
                  <a:lnTo>
                    <a:pt x="2742" y="1236"/>
                  </a:lnTo>
                  <a:lnTo>
                    <a:pt x="2973" y="1545"/>
                  </a:lnTo>
                  <a:lnTo>
                    <a:pt x="2549" y="1545"/>
                  </a:lnTo>
                  <a:lnTo>
                    <a:pt x="2085" y="1584"/>
                  </a:lnTo>
                  <a:lnTo>
                    <a:pt x="1699" y="1699"/>
                  </a:lnTo>
                  <a:lnTo>
                    <a:pt x="1467" y="1777"/>
                  </a:lnTo>
                  <a:lnTo>
                    <a:pt x="965" y="1777"/>
                  </a:lnTo>
                  <a:lnTo>
                    <a:pt x="772" y="1738"/>
                  </a:lnTo>
                  <a:lnTo>
                    <a:pt x="579" y="1622"/>
                  </a:lnTo>
                  <a:lnTo>
                    <a:pt x="502" y="1545"/>
                  </a:lnTo>
                  <a:lnTo>
                    <a:pt x="463" y="1429"/>
                  </a:lnTo>
                  <a:lnTo>
                    <a:pt x="386" y="1313"/>
                  </a:lnTo>
                  <a:lnTo>
                    <a:pt x="386" y="1159"/>
                  </a:lnTo>
                  <a:lnTo>
                    <a:pt x="386" y="1043"/>
                  </a:lnTo>
                  <a:lnTo>
                    <a:pt x="425" y="927"/>
                  </a:lnTo>
                  <a:lnTo>
                    <a:pt x="463" y="811"/>
                  </a:lnTo>
                  <a:lnTo>
                    <a:pt x="541" y="734"/>
                  </a:lnTo>
                  <a:lnTo>
                    <a:pt x="734" y="580"/>
                  </a:lnTo>
                  <a:lnTo>
                    <a:pt x="1004" y="502"/>
                  </a:lnTo>
                  <a:lnTo>
                    <a:pt x="1236" y="425"/>
                  </a:lnTo>
                  <a:close/>
                  <a:moveTo>
                    <a:pt x="1004" y="0"/>
                  </a:moveTo>
                  <a:lnTo>
                    <a:pt x="772" y="78"/>
                  </a:lnTo>
                  <a:lnTo>
                    <a:pt x="541" y="193"/>
                  </a:lnTo>
                  <a:lnTo>
                    <a:pt x="386" y="309"/>
                  </a:lnTo>
                  <a:lnTo>
                    <a:pt x="193" y="502"/>
                  </a:lnTo>
                  <a:lnTo>
                    <a:pt x="77" y="734"/>
                  </a:lnTo>
                  <a:lnTo>
                    <a:pt x="0" y="927"/>
                  </a:lnTo>
                  <a:lnTo>
                    <a:pt x="0" y="1159"/>
                  </a:lnTo>
                  <a:lnTo>
                    <a:pt x="0" y="1391"/>
                  </a:lnTo>
                  <a:lnTo>
                    <a:pt x="77" y="1584"/>
                  </a:lnTo>
                  <a:lnTo>
                    <a:pt x="154" y="1777"/>
                  </a:lnTo>
                  <a:lnTo>
                    <a:pt x="309" y="1931"/>
                  </a:lnTo>
                  <a:lnTo>
                    <a:pt x="463" y="2047"/>
                  </a:lnTo>
                  <a:lnTo>
                    <a:pt x="695" y="2163"/>
                  </a:lnTo>
                  <a:lnTo>
                    <a:pt x="1004" y="2201"/>
                  </a:lnTo>
                  <a:lnTo>
                    <a:pt x="1274" y="2201"/>
                  </a:lnTo>
                  <a:lnTo>
                    <a:pt x="1583" y="2163"/>
                  </a:lnTo>
                  <a:lnTo>
                    <a:pt x="1892" y="2086"/>
                  </a:lnTo>
                  <a:lnTo>
                    <a:pt x="2201" y="2008"/>
                  </a:lnTo>
                  <a:lnTo>
                    <a:pt x="2510" y="1931"/>
                  </a:lnTo>
                  <a:lnTo>
                    <a:pt x="2819" y="1931"/>
                  </a:lnTo>
                  <a:lnTo>
                    <a:pt x="3089" y="2008"/>
                  </a:lnTo>
                  <a:lnTo>
                    <a:pt x="3205" y="2008"/>
                  </a:lnTo>
                  <a:lnTo>
                    <a:pt x="3282" y="1970"/>
                  </a:lnTo>
                  <a:lnTo>
                    <a:pt x="3359" y="1893"/>
                  </a:lnTo>
                  <a:lnTo>
                    <a:pt x="3359" y="1815"/>
                  </a:lnTo>
                  <a:lnTo>
                    <a:pt x="3398" y="1777"/>
                  </a:lnTo>
                  <a:lnTo>
                    <a:pt x="3398" y="1699"/>
                  </a:lnTo>
                  <a:lnTo>
                    <a:pt x="3089" y="1159"/>
                  </a:lnTo>
                  <a:lnTo>
                    <a:pt x="2935" y="927"/>
                  </a:lnTo>
                  <a:lnTo>
                    <a:pt x="2742" y="695"/>
                  </a:lnTo>
                  <a:lnTo>
                    <a:pt x="2510" y="464"/>
                  </a:lnTo>
                  <a:lnTo>
                    <a:pt x="2278" y="309"/>
                  </a:lnTo>
                  <a:lnTo>
                    <a:pt x="2008" y="155"/>
                  </a:lnTo>
                  <a:lnTo>
                    <a:pt x="1738" y="39"/>
                  </a:lnTo>
                  <a:lnTo>
                    <a:pt x="150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2"/>
            <p:cNvSpPr/>
            <p:nvPr/>
          </p:nvSpPr>
          <p:spPr>
            <a:xfrm>
              <a:off x="3429625" y="3033650"/>
              <a:ext cx="35750" cy="29950"/>
            </a:xfrm>
            <a:custGeom>
              <a:avLst/>
              <a:gdLst/>
              <a:ahLst/>
              <a:cxnLst/>
              <a:rect l="l" t="t" r="r" b="b"/>
              <a:pathLst>
                <a:path w="1430" h="1198" extrusionOk="0">
                  <a:moveTo>
                    <a:pt x="657" y="1"/>
                  </a:moveTo>
                  <a:lnTo>
                    <a:pt x="464" y="39"/>
                  </a:lnTo>
                  <a:lnTo>
                    <a:pt x="310" y="117"/>
                  </a:lnTo>
                  <a:lnTo>
                    <a:pt x="194" y="232"/>
                  </a:lnTo>
                  <a:lnTo>
                    <a:pt x="78" y="387"/>
                  </a:lnTo>
                  <a:lnTo>
                    <a:pt x="1" y="580"/>
                  </a:lnTo>
                  <a:lnTo>
                    <a:pt x="1" y="773"/>
                  </a:lnTo>
                  <a:lnTo>
                    <a:pt x="39" y="927"/>
                  </a:lnTo>
                  <a:lnTo>
                    <a:pt x="117" y="1121"/>
                  </a:lnTo>
                  <a:lnTo>
                    <a:pt x="155" y="1159"/>
                  </a:lnTo>
                  <a:lnTo>
                    <a:pt x="232" y="1198"/>
                  </a:lnTo>
                  <a:lnTo>
                    <a:pt x="348" y="1159"/>
                  </a:lnTo>
                  <a:lnTo>
                    <a:pt x="387" y="1082"/>
                  </a:lnTo>
                  <a:lnTo>
                    <a:pt x="426" y="1005"/>
                  </a:lnTo>
                  <a:lnTo>
                    <a:pt x="387" y="966"/>
                  </a:lnTo>
                  <a:lnTo>
                    <a:pt x="348" y="850"/>
                  </a:lnTo>
                  <a:lnTo>
                    <a:pt x="348" y="773"/>
                  </a:lnTo>
                  <a:lnTo>
                    <a:pt x="387" y="580"/>
                  </a:lnTo>
                  <a:lnTo>
                    <a:pt x="503" y="464"/>
                  </a:lnTo>
                  <a:lnTo>
                    <a:pt x="580" y="425"/>
                  </a:lnTo>
                  <a:lnTo>
                    <a:pt x="696" y="387"/>
                  </a:lnTo>
                  <a:lnTo>
                    <a:pt x="773" y="425"/>
                  </a:lnTo>
                  <a:lnTo>
                    <a:pt x="850" y="464"/>
                  </a:lnTo>
                  <a:lnTo>
                    <a:pt x="966" y="580"/>
                  </a:lnTo>
                  <a:lnTo>
                    <a:pt x="1005" y="696"/>
                  </a:lnTo>
                  <a:lnTo>
                    <a:pt x="1005" y="773"/>
                  </a:lnTo>
                  <a:lnTo>
                    <a:pt x="966" y="966"/>
                  </a:lnTo>
                  <a:lnTo>
                    <a:pt x="928" y="1043"/>
                  </a:lnTo>
                  <a:lnTo>
                    <a:pt x="966" y="1082"/>
                  </a:lnTo>
                  <a:lnTo>
                    <a:pt x="1005" y="1121"/>
                  </a:lnTo>
                  <a:lnTo>
                    <a:pt x="1043" y="1159"/>
                  </a:lnTo>
                  <a:lnTo>
                    <a:pt x="1236" y="1159"/>
                  </a:lnTo>
                  <a:lnTo>
                    <a:pt x="1314" y="1082"/>
                  </a:lnTo>
                  <a:lnTo>
                    <a:pt x="1391" y="927"/>
                  </a:lnTo>
                  <a:lnTo>
                    <a:pt x="1430" y="734"/>
                  </a:lnTo>
                  <a:lnTo>
                    <a:pt x="1391" y="541"/>
                  </a:lnTo>
                  <a:lnTo>
                    <a:pt x="1314" y="387"/>
                  </a:lnTo>
                  <a:lnTo>
                    <a:pt x="1159" y="232"/>
                  </a:lnTo>
                  <a:lnTo>
                    <a:pt x="1005" y="117"/>
                  </a:lnTo>
                  <a:lnTo>
                    <a:pt x="850" y="39"/>
                  </a:lnTo>
                  <a:lnTo>
                    <a:pt x="65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2"/>
            <p:cNvSpPr/>
            <p:nvPr/>
          </p:nvSpPr>
          <p:spPr>
            <a:xfrm>
              <a:off x="3375575" y="3037525"/>
              <a:ext cx="34775" cy="29950"/>
            </a:xfrm>
            <a:custGeom>
              <a:avLst/>
              <a:gdLst/>
              <a:ahLst/>
              <a:cxnLst/>
              <a:rect l="l" t="t" r="r" b="b"/>
              <a:pathLst>
                <a:path w="1391" h="1198" extrusionOk="0">
                  <a:moveTo>
                    <a:pt x="657" y="0"/>
                  </a:moveTo>
                  <a:lnTo>
                    <a:pt x="425" y="39"/>
                  </a:lnTo>
                  <a:lnTo>
                    <a:pt x="271" y="116"/>
                  </a:lnTo>
                  <a:lnTo>
                    <a:pt x="116" y="270"/>
                  </a:lnTo>
                  <a:lnTo>
                    <a:pt x="39" y="425"/>
                  </a:lnTo>
                  <a:lnTo>
                    <a:pt x="0" y="618"/>
                  </a:lnTo>
                  <a:lnTo>
                    <a:pt x="39" y="811"/>
                  </a:lnTo>
                  <a:lnTo>
                    <a:pt x="116" y="1004"/>
                  </a:lnTo>
                  <a:lnTo>
                    <a:pt x="232" y="1120"/>
                  </a:lnTo>
                  <a:lnTo>
                    <a:pt x="425" y="1197"/>
                  </a:lnTo>
                  <a:lnTo>
                    <a:pt x="502" y="1197"/>
                  </a:lnTo>
                  <a:lnTo>
                    <a:pt x="541" y="1159"/>
                  </a:lnTo>
                  <a:lnTo>
                    <a:pt x="541" y="1081"/>
                  </a:lnTo>
                  <a:lnTo>
                    <a:pt x="502" y="1004"/>
                  </a:lnTo>
                  <a:lnTo>
                    <a:pt x="425" y="927"/>
                  </a:lnTo>
                  <a:lnTo>
                    <a:pt x="386" y="850"/>
                  </a:lnTo>
                  <a:lnTo>
                    <a:pt x="386" y="734"/>
                  </a:lnTo>
                  <a:lnTo>
                    <a:pt x="386" y="618"/>
                  </a:lnTo>
                  <a:lnTo>
                    <a:pt x="425" y="541"/>
                  </a:lnTo>
                  <a:lnTo>
                    <a:pt x="464" y="464"/>
                  </a:lnTo>
                  <a:lnTo>
                    <a:pt x="580" y="425"/>
                  </a:lnTo>
                  <a:lnTo>
                    <a:pt x="695" y="386"/>
                  </a:lnTo>
                  <a:lnTo>
                    <a:pt x="811" y="425"/>
                  </a:lnTo>
                  <a:lnTo>
                    <a:pt x="888" y="464"/>
                  </a:lnTo>
                  <a:lnTo>
                    <a:pt x="927" y="579"/>
                  </a:lnTo>
                  <a:lnTo>
                    <a:pt x="966" y="657"/>
                  </a:lnTo>
                  <a:lnTo>
                    <a:pt x="1043" y="888"/>
                  </a:lnTo>
                  <a:lnTo>
                    <a:pt x="1082" y="966"/>
                  </a:lnTo>
                  <a:lnTo>
                    <a:pt x="1120" y="1081"/>
                  </a:lnTo>
                  <a:lnTo>
                    <a:pt x="1159" y="1120"/>
                  </a:lnTo>
                  <a:lnTo>
                    <a:pt x="1236" y="1120"/>
                  </a:lnTo>
                  <a:lnTo>
                    <a:pt x="1313" y="1043"/>
                  </a:lnTo>
                  <a:lnTo>
                    <a:pt x="1352" y="966"/>
                  </a:lnTo>
                  <a:lnTo>
                    <a:pt x="1390" y="850"/>
                  </a:lnTo>
                  <a:lnTo>
                    <a:pt x="1352" y="618"/>
                  </a:lnTo>
                  <a:lnTo>
                    <a:pt x="1313" y="425"/>
                  </a:lnTo>
                  <a:lnTo>
                    <a:pt x="1197" y="232"/>
                  </a:lnTo>
                  <a:lnTo>
                    <a:pt x="1043" y="116"/>
                  </a:lnTo>
                  <a:lnTo>
                    <a:pt x="850" y="39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2"/>
            <p:cNvSpPr/>
            <p:nvPr/>
          </p:nvSpPr>
          <p:spPr>
            <a:xfrm>
              <a:off x="333675" y="3041375"/>
              <a:ext cx="49275" cy="56025"/>
            </a:xfrm>
            <a:custGeom>
              <a:avLst/>
              <a:gdLst/>
              <a:ahLst/>
              <a:cxnLst/>
              <a:rect l="l" t="t" r="r" b="b"/>
              <a:pathLst>
                <a:path w="1971" h="2241" extrusionOk="0">
                  <a:moveTo>
                    <a:pt x="1237" y="425"/>
                  </a:moveTo>
                  <a:lnTo>
                    <a:pt x="1391" y="464"/>
                  </a:lnTo>
                  <a:lnTo>
                    <a:pt x="1507" y="580"/>
                  </a:lnTo>
                  <a:lnTo>
                    <a:pt x="1545" y="657"/>
                  </a:lnTo>
                  <a:lnTo>
                    <a:pt x="1545" y="734"/>
                  </a:lnTo>
                  <a:lnTo>
                    <a:pt x="1507" y="812"/>
                  </a:lnTo>
                  <a:lnTo>
                    <a:pt x="1468" y="889"/>
                  </a:lnTo>
                  <a:lnTo>
                    <a:pt x="1275" y="1082"/>
                  </a:lnTo>
                  <a:lnTo>
                    <a:pt x="1005" y="1314"/>
                  </a:lnTo>
                  <a:lnTo>
                    <a:pt x="773" y="1507"/>
                  </a:lnTo>
                  <a:lnTo>
                    <a:pt x="657" y="1661"/>
                  </a:lnTo>
                  <a:lnTo>
                    <a:pt x="619" y="1777"/>
                  </a:lnTo>
                  <a:lnTo>
                    <a:pt x="503" y="1661"/>
                  </a:lnTo>
                  <a:lnTo>
                    <a:pt x="464" y="1545"/>
                  </a:lnTo>
                  <a:lnTo>
                    <a:pt x="387" y="1391"/>
                  </a:lnTo>
                  <a:lnTo>
                    <a:pt x="387" y="1236"/>
                  </a:lnTo>
                  <a:lnTo>
                    <a:pt x="387" y="1082"/>
                  </a:lnTo>
                  <a:lnTo>
                    <a:pt x="426" y="966"/>
                  </a:lnTo>
                  <a:lnTo>
                    <a:pt x="464" y="812"/>
                  </a:lnTo>
                  <a:lnTo>
                    <a:pt x="580" y="696"/>
                  </a:lnTo>
                  <a:lnTo>
                    <a:pt x="696" y="580"/>
                  </a:lnTo>
                  <a:lnTo>
                    <a:pt x="850" y="464"/>
                  </a:lnTo>
                  <a:lnTo>
                    <a:pt x="1043" y="425"/>
                  </a:lnTo>
                  <a:close/>
                  <a:moveTo>
                    <a:pt x="1121" y="1"/>
                  </a:moveTo>
                  <a:lnTo>
                    <a:pt x="928" y="39"/>
                  </a:lnTo>
                  <a:lnTo>
                    <a:pt x="735" y="116"/>
                  </a:lnTo>
                  <a:lnTo>
                    <a:pt x="541" y="232"/>
                  </a:lnTo>
                  <a:lnTo>
                    <a:pt x="348" y="348"/>
                  </a:lnTo>
                  <a:lnTo>
                    <a:pt x="233" y="503"/>
                  </a:lnTo>
                  <a:lnTo>
                    <a:pt x="117" y="696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68"/>
                  </a:lnTo>
                  <a:lnTo>
                    <a:pt x="117" y="1622"/>
                  </a:lnTo>
                  <a:lnTo>
                    <a:pt x="233" y="1816"/>
                  </a:lnTo>
                  <a:lnTo>
                    <a:pt x="348" y="1931"/>
                  </a:lnTo>
                  <a:lnTo>
                    <a:pt x="503" y="2086"/>
                  </a:lnTo>
                  <a:lnTo>
                    <a:pt x="657" y="2163"/>
                  </a:lnTo>
                  <a:lnTo>
                    <a:pt x="735" y="2240"/>
                  </a:lnTo>
                  <a:lnTo>
                    <a:pt x="850" y="2240"/>
                  </a:lnTo>
                  <a:lnTo>
                    <a:pt x="928" y="2202"/>
                  </a:lnTo>
                  <a:lnTo>
                    <a:pt x="966" y="2086"/>
                  </a:lnTo>
                  <a:lnTo>
                    <a:pt x="1005" y="1931"/>
                  </a:lnTo>
                  <a:lnTo>
                    <a:pt x="1082" y="1777"/>
                  </a:lnTo>
                  <a:lnTo>
                    <a:pt x="1198" y="1661"/>
                  </a:lnTo>
                  <a:lnTo>
                    <a:pt x="1314" y="1507"/>
                  </a:lnTo>
                  <a:lnTo>
                    <a:pt x="1623" y="1314"/>
                  </a:lnTo>
                  <a:lnTo>
                    <a:pt x="1739" y="1198"/>
                  </a:lnTo>
                  <a:lnTo>
                    <a:pt x="1854" y="1043"/>
                  </a:lnTo>
                  <a:lnTo>
                    <a:pt x="1932" y="889"/>
                  </a:lnTo>
                  <a:lnTo>
                    <a:pt x="1970" y="696"/>
                  </a:lnTo>
                  <a:lnTo>
                    <a:pt x="1932" y="541"/>
                  </a:lnTo>
                  <a:lnTo>
                    <a:pt x="1893" y="387"/>
                  </a:lnTo>
                  <a:lnTo>
                    <a:pt x="1777" y="271"/>
                  </a:lnTo>
                  <a:lnTo>
                    <a:pt x="1661" y="155"/>
                  </a:lnTo>
                  <a:lnTo>
                    <a:pt x="1507" y="78"/>
                  </a:lnTo>
                  <a:lnTo>
                    <a:pt x="1352" y="39"/>
                  </a:lnTo>
                  <a:lnTo>
                    <a:pt x="11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2"/>
            <p:cNvSpPr/>
            <p:nvPr/>
          </p:nvSpPr>
          <p:spPr>
            <a:xfrm>
              <a:off x="312450" y="3078050"/>
              <a:ext cx="440225" cy="234625"/>
            </a:xfrm>
            <a:custGeom>
              <a:avLst/>
              <a:gdLst/>
              <a:ahLst/>
              <a:cxnLst/>
              <a:rect l="l" t="t" r="r" b="b"/>
              <a:pathLst>
                <a:path w="17609" h="9385" extrusionOk="0">
                  <a:moveTo>
                    <a:pt x="6256" y="1"/>
                  </a:moveTo>
                  <a:lnTo>
                    <a:pt x="5638" y="40"/>
                  </a:lnTo>
                  <a:lnTo>
                    <a:pt x="5059" y="155"/>
                  </a:lnTo>
                  <a:lnTo>
                    <a:pt x="4480" y="271"/>
                  </a:lnTo>
                  <a:lnTo>
                    <a:pt x="3939" y="503"/>
                  </a:lnTo>
                  <a:lnTo>
                    <a:pt x="3398" y="735"/>
                  </a:lnTo>
                  <a:lnTo>
                    <a:pt x="2896" y="1044"/>
                  </a:lnTo>
                  <a:lnTo>
                    <a:pt x="2433" y="1391"/>
                  </a:lnTo>
                  <a:lnTo>
                    <a:pt x="1970" y="1777"/>
                  </a:lnTo>
                  <a:lnTo>
                    <a:pt x="1584" y="2202"/>
                  </a:lnTo>
                  <a:lnTo>
                    <a:pt x="1197" y="2665"/>
                  </a:lnTo>
                  <a:lnTo>
                    <a:pt x="888" y="3206"/>
                  </a:lnTo>
                  <a:lnTo>
                    <a:pt x="618" y="3747"/>
                  </a:lnTo>
                  <a:lnTo>
                    <a:pt x="386" y="4287"/>
                  </a:lnTo>
                  <a:lnTo>
                    <a:pt x="193" y="4905"/>
                  </a:lnTo>
                  <a:lnTo>
                    <a:pt x="78" y="5484"/>
                  </a:lnTo>
                  <a:lnTo>
                    <a:pt x="0" y="6102"/>
                  </a:lnTo>
                  <a:lnTo>
                    <a:pt x="0" y="6681"/>
                  </a:lnTo>
                  <a:lnTo>
                    <a:pt x="39" y="7261"/>
                  </a:lnTo>
                  <a:lnTo>
                    <a:pt x="155" y="7801"/>
                  </a:lnTo>
                  <a:lnTo>
                    <a:pt x="309" y="8342"/>
                  </a:lnTo>
                  <a:lnTo>
                    <a:pt x="502" y="8882"/>
                  </a:lnTo>
                  <a:lnTo>
                    <a:pt x="734" y="9384"/>
                  </a:lnTo>
                  <a:lnTo>
                    <a:pt x="1043" y="9230"/>
                  </a:lnTo>
                  <a:lnTo>
                    <a:pt x="888" y="8844"/>
                  </a:lnTo>
                  <a:lnTo>
                    <a:pt x="734" y="8458"/>
                  </a:lnTo>
                  <a:lnTo>
                    <a:pt x="541" y="7801"/>
                  </a:lnTo>
                  <a:lnTo>
                    <a:pt x="425" y="7183"/>
                  </a:lnTo>
                  <a:lnTo>
                    <a:pt x="425" y="6527"/>
                  </a:lnTo>
                  <a:lnTo>
                    <a:pt x="425" y="5870"/>
                  </a:lnTo>
                  <a:lnTo>
                    <a:pt x="541" y="5253"/>
                  </a:lnTo>
                  <a:lnTo>
                    <a:pt x="695" y="4596"/>
                  </a:lnTo>
                  <a:lnTo>
                    <a:pt x="927" y="3978"/>
                  </a:lnTo>
                  <a:lnTo>
                    <a:pt x="1236" y="3399"/>
                  </a:lnTo>
                  <a:lnTo>
                    <a:pt x="1584" y="2858"/>
                  </a:lnTo>
                  <a:lnTo>
                    <a:pt x="2008" y="2318"/>
                  </a:lnTo>
                  <a:lnTo>
                    <a:pt x="2472" y="1854"/>
                  </a:lnTo>
                  <a:lnTo>
                    <a:pt x="2974" y="1468"/>
                  </a:lnTo>
                  <a:lnTo>
                    <a:pt x="3553" y="1121"/>
                  </a:lnTo>
                  <a:lnTo>
                    <a:pt x="4132" y="851"/>
                  </a:lnTo>
                  <a:lnTo>
                    <a:pt x="4750" y="657"/>
                  </a:lnTo>
                  <a:lnTo>
                    <a:pt x="5406" y="503"/>
                  </a:lnTo>
                  <a:lnTo>
                    <a:pt x="5793" y="464"/>
                  </a:lnTo>
                  <a:lnTo>
                    <a:pt x="6912" y="464"/>
                  </a:lnTo>
                  <a:lnTo>
                    <a:pt x="7607" y="580"/>
                  </a:lnTo>
                  <a:lnTo>
                    <a:pt x="8264" y="773"/>
                  </a:lnTo>
                  <a:lnTo>
                    <a:pt x="8920" y="1044"/>
                  </a:lnTo>
                  <a:lnTo>
                    <a:pt x="9538" y="1352"/>
                  </a:lnTo>
                  <a:lnTo>
                    <a:pt x="10195" y="1739"/>
                  </a:lnTo>
                  <a:lnTo>
                    <a:pt x="10813" y="2125"/>
                  </a:lnTo>
                  <a:lnTo>
                    <a:pt x="11315" y="2472"/>
                  </a:lnTo>
                  <a:lnTo>
                    <a:pt x="11894" y="2781"/>
                  </a:lnTo>
                  <a:lnTo>
                    <a:pt x="12434" y="3090"/>
                  </a:lnTo>
                  <a:lnTo>
                    <a:pt x="13052" y="3360"/>
                  </a:lnTo>
                  <a:lnTo>
                    <a:pt x="13631" y="3554"/>
                  </a:lnTo>
                  <a:lnTo>
                    <a:pt x="14249" y="3708"/>
                  </a:lnTo>
                  <a:lnTo>
                    <a:pt x="14867" y="3708"/>
                  </a:lnTo>
                  <a:lnTo>
                    <a:pt x="15215" y="3669"/>
                  </a:lnTo>
                  <a:lnTo>
                    <a:pt x="15524" y="3631"/>
                  </a:lnTo>
                  <a:lnTo>
                    <a:pt x="15987" y="3476"/>
                  </a:lnTo>
                  <a:lnTo>
                    <a:pt x="16412" y="3245"/>
                  </a:lnTo>
                  <a:lnTo>
                    <a:pt x="16798" y="2936"/>
                  </a:lnTo>
                  <a:lnTo>
                    <a:pt x="17107" y="2588"/>
                  </a:lnTo>
                  <a:lnTo>
                    <a:pt x="17377" y="2202"/>
                  </a:lnTo>
                  <a:lnTo>
                    <a:pt x="17454" y="1970"/>
                  </a:lnTo>
                  <a:lnTo>
                    <a:pt x="17531" y="1739"/>
                  </a:lnTo>
                  <a:lnTo>
                    <a:pt x="17609" y="1507"/>
                  </a:lnTo>
                  <a:lnTo>
                    <a:pt x="17609" y="1275"/>
                  </a:lnTo>
                  <a:lnTo>
                    <a:pt x="17609" y="1044"/>
                  </a:lnTo>
                  <a:lnTo>
                    <a:pt x="17570" y="773"/>
                  </a:lnTo>
                  <a:lnTo>
                    <a:pt x="17531" y="696"/>
                  </a:lnTo>
                  <a:lnTo>
                    <a:pt x="17493" y="657"/>
                  </a:lnTo>
                  <a:lnTo>
                    <a:pt x="17454" y="580"/>
                  </a:lnTo>
                  <a:lnTo>
                    <a:pt x="17416" y="542"/>
                  </a:lnTo>
                  <a:lnTo>
                    <a:pt x="17145" y="773"/>
                  </a:lnTo>
                  <a:lnTo>
                    <a:pt x="17145" y="851"/>
                  </a:lnTo>
                  <a:lnTo>
                    <a:pt x="17184" y="1198"/>
                  </a:lnTo>
                  <a:lnTo>
                    <a:pt x="17145" y="1584"/>
                  </a:lnTo>
                  <a:lnTo>
                    <a:pt x="17030" y="1893"/>
                  </a:lnTo>
                  <a:lnTo>
                    <a:pt x="16836" y="2241"/>
                  </a:lnTo>
                  <a:lnTo>
                    <a:pt x="16605" y="2511"/>
                  </a:lnTo>
                  <a:lnTo>
                    <a:pt x="16334" y="2743"/>
                  </a:lnTo>
                  <a:lnTo>
                    <a:pt x="16026" y="2936"/>
                  </a:lnTo>
                  <a:lnTo>
                    <a:pt x="15678" y="3090"/>
                  </a:lnTo>
                  <a:lnTo>
                    <a:pt x="15292" y="3206"/>
                  </a:lnTo>
                  <a:lnTo>
                    <a:pt x="14906" y="3245"/>
                  </a:lnTo>
                  <a:lnTo>
                    <a:pt x="14520" y="3245"/>
                  </a:lnTo>
                  <a:lnTo>
                    <a:pt x="14133" y="3206"/>
                  </a:lnTo>
                  <a:lnTo>
                    <a:pt x="13747" y="3129"/>
                  </a:lnTo>
                  <a:lnTo>
                    <a:pt x="13361" y="3013"/>
                  </a:lnTo>
                  <a:lnTo>
                    <a:pt x="12975" y="2858"/>
                  </a:lnTo>
                  <a:lnTo>
                    <a:pt x="12627" y="2704"/>
                  </a:lnTo>
                  <a:lnTo>
                    <a:pt x="12010" y="2356"/>
                  </a:lnTo>
                  <a:lnTo>
                    <a:pt x="11353" y="1970"/>
                  </a:lnTo>
                  <a:lnTo>
                    <a:pt x="10156" y="1198"/>
                  </a:lnTo>
                  <a:lnTo>
                    <a:pt x="9538" y="851"/>
                  </a:lnTo>
                  <a:lnTo>
                    <a:pt x="8882" y="542"/>
                  </a:lnTo>
                  <a:lnTo>
                    <a:pt x="8225" y="271"/>
                  </a:lnTo>
                  <a:lnTo>
                    <a:pt x="7878" y="155"/>
                  </a:lnTo>
                  <a:lnTo>
                    <a:pt x="7492" y="78"/>
                  </a:lnTo>
                  <a:lnTo>
                    <a:pt x="687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2"/>
            <p:cNvSpPr/>
            <p:nvPr/>
          </p:nvSpPr>
          <p:spPr>
            <a:xfrm>
              <a:off x="330800" y="3096400"/>
              <a:ext cx="446975" cy="310875"/>
            </a:xfrm>
            <a:custGeom>
              <a:avLst/>
              <a:gdLst/>
              <a:ahLst/>
              <a:cxnLst/>
              <a:rect l="l" t="t" r="r" b="b"/>
              <a:pathLst>
                <a:path w="17879" h="12435" extrusionOk="0">
                  <a:moveTo>
                    <a:pt x="17608" y="1"/>
                  </a:moveTo>
                  <a:lnTo>
                    <a:pt x="17415" y="117"/>
                  </a:lnTo>
                  <a:lnTo>
                    <a:pt x="17454" y="734"/>
                  </a:lnTo>
                  <a:lnTo>
                    <a:pt x="17454" y="1352"/>
                  </a:lnTo>
                  <a:lnTo>
                    <a:pt x="17415" y="1931"/>
                  </a:lnTo>
                  <a:lnTo>
                    <a:pt x="17338" y="2549"/>
                  </a:lnTo>
                  <a:lnTo>
                    <a:pt x="17261" y="3128"/>
                  </a:lnTo>
                  <a:lnTo>
                    <a:pt x="17106" y="3708"/>
                  </a:lnTo>
                  <a:lnTo>
                    <a:pt x="16952" y="4287"/>
                  </a:lnTo>
                  <a:lnTo>
                    <a:pt x="16720" y="4828"/>
                  </a:lnTo>
                  <a:lnTo>
                    <a:pt x="16489" y="5368"/>
                  </a:lnTo>
                  <a:lnTo>
                    <a:pt x="16257" y="5909"/>
                  </a:lnTo>
                  <a:lnTo>
                    <a:pt x="15948" y="6449"/>
                  </a:lnTo>
                  <a:lnTo>
                    <a:pt x="15600" y="6951"/>
                  </a:lnTo>
                  <a:lnTo>
                    <a:pt x="15253" y="7415"/>
                  </a:lnTo>
                  <a:lnTo>
                    <a:pt x="14867" y="7917"/>
                  </a:lnTo>
                  <a:lnTo>
                    <a:pt x="14481" y="8341"/>
                  </a:lnTo>
                  <a:lnTo>
                    <a:pt x="14017" y="8805"/>
                  </a:lnTo>
                  <a:lnTo>
                    <a:pt x="13515" y="9268"/>
                  </a:lnTo>
                  <a:lnTo>
                    <a:pt x="12975" y="9693"/>
                  </a:lnTo>
                  <a:lnTo>
                    <a:pt x="12395" y="10118"/>
                  </a:lnTo>
                  <a:lnTo>
                    <a:pt x="11778" y="10465"/>
                  </a:lnTo>
                  <a:lnTo>
                    <a:pt x="11160" y="10813"/>
                  </a:lnTo>
                  <a:lnTo>
                    <a:pt x="10503" y="11122"/>
                  </a:lnTo>
                  <a:lnTo>
                    <a:pt x="9847" y="11392"/>
                  </a:lnTo>
                  <a:lnTo>
                    <a:pt x="9190" y="11585"/>
                  </a:lnTo>
                  <a:lnTo>
                    <a:pt x="8495" y="11778"/>
                  </a:lnTo>
                  <a:lnTo>
                    <a:pt x="7839" y="11894"/>
                  </a:lnTo>
                  <a:lnTo>
                    <a:pt x="7144" y="11971"/>
                  </a:lnTo>
                  <a:lnTo>
                    <a:pt x="6449" y="11971"/>
                  </a:lnTo>
                  <a:lnTo>
                    <a:pt x="5754" y="11933"/>
                  </a:lnTo>
                  <a:lnTo>
                    <a:pt x="5059" y="11817"/>
                  </a:lnTo>
                  <a:lnTo>
                    <a:pt x="4364" y="11624"/>
                  </a:lnTo>
                  <a:lnTo>
                    <a:pt x="3668" y="11392"/>
                  </a:lnTo>
                  <a:lnTo>
                    <a:pt x="3166" y="11160"/>
                  </a:lnTo>
                  <a:lnTo>
                    <a:pt x="2664" y="10890"/>
                  </a:lnTo>
                  <a:lnTo>
                    <a:pt x="2201" y="10581"/>
                  </a:lnTo>
                  <a:lnTo>
                    <a:pt x="1738" y="10234"/>
                  </a:lnTo>
                  <a:lnTo>
                    <a:pt x="1352" y="9847"/>
                  </a:lnTo>
                  <a:lnTo>
                    <a:pt x="965" y="9423"/>
                  </a:lnTo>
                  <a:lnTo>
                    <a:pt x="618" y="8959"/>
                  </a:lnTo>
                  <a:lnTo>
                    <a:pt x="309" y="8496"/>
                  </a:lnTo>
                  <a:lnTo>
                    <a:pt x="0" y="8650"/>
                  </a:lnTo>
                  <a:lnTo>
                    <a:pt x="309" y="9191"/>
                  </a:lnTo>
                  <a:lnTo>
                    <a:pt x="695" y="9693"/>
                  </a:lnTo>
                  <a:lnTo>
                    <a:pt x="1081" y="10156"/>
                  </a:lnTo>
                  <a:lnTo>
                    <a:pt x="1545" y="10581"/>
                  </a:lnTo>
                  <a:lnTo>
                    <a:pt x="2047" y="10967"/>
                  </a:lnTo>
                  <a:lnTo>
                    <a:pt x="2549" y="11315"/>
                  </a:lnTo>
                  <a:lnTo>
                    <a:pt x="3128" y="11624"/>
                  </a:lnTo>
                  <a:lnTo>
                    <a:pt x="3746" y="11894"/>
                  </a:lnTo>
                  <a:lnTo>
                    <a:pt x="4402" y="12126"/>
                  </a:lnTo>
                  <a:lnTo>
                    <a:pt x="5097" y="12280"/>
                  </a:lnTo>
                  <a:lnTo>
                    <a:pt x="5754" y="12357"/>
                  </a:lnTo>
                  <a:lnTo>
                    <a:pt x="6449" y="12435"/>
                  </a:lnTo>
                  <a:lnTo>
                    <a:pt x="7144" y="12396"/>
                  </a:lnTo>
                  <a:lnTo>
                    <a:pt x="7800" y="12357"/>
                  </a:lnTo>
                  <a:lnTo>
                    <a:pt x="8495" y="12242"/>
                  </a:lnTo>
                  <a:lnTo>
                    <a:pt x="9152" y="12087"/>
                  </a:lnTo>
                  <a:lnTo>
                    <a:pt x="9808" y="11894"/>
                  </a:lnTo>
                  <a:lnTo>
                    <a:pt x="10465" y="11662"/>
                  </a:lnTo>
                  <a:lnTo>
                    <a:pt x="11121" y="11353"/>
                  </a:lnTo>
                  <a:lnTo>
                    <a:pt x="11739" y="11044"/>
                  </a:lnTo>
                  <a:lnTo>
                    <a:pt x="12318" y="10697"/>
                  </a:lnTo>
                  <a:lnTo>
                    <a:pt x="12897" y="10311"/>
                  </a:lnTo>
                  <a:lnTo>
                    <a:pt x="13477" y="9925"/>
                  </a:lnTo>
                  <a:lnTo>
                    <a:pt x="13979" y="9461"/>
                  </a:lnTo>
                  <a:lnTo>
                    <a:pt x="14481" y="9037"/>
                  </a:lnTo>
                  <a:lnTo>
                    <a:pt x="14944" y="8573"/>
                  </a:lnTo>
                  <a:lnTo>
                    <a:pt x="15369" y="8071"/>
                  </a:lnTo>
                  <a:lnTo>
                    <a:pt x="15794" y="7531"/>
                  </a:lnTo>
                  <a:lnTo>
                    <a:pt x="16180" y="6990"/>
                  </a:lnTo>
                  <a:lnTo>
                    <a:pt x="16566" y="6411"/>
                  </a:lnTo>
                  <a:lnTo>
                    <a:pt x="16875" y="5793"/>
                  </a:lnTo>
                  <a:lnTo>
                    <a:pt x="17184" y="5214"/>
                  </a:lnTo>
                  <a:lnTo>
                    <a:pt x="17415" y="4557"/>
                  </a:lnTo>
                  <a:lnTo>
                    <a:pt x="17608" y="3939"/>
                  </a:lnTo>
                  <a:lnTo>
                    <a:pt x="17763" y="3283"/>
                  </a:lnTo>
                  <a:lnTo>
                    <a:pt x="17840" y="2626"/>
                  </a:lnTo>
                  <a:lnTo>
                    <a:pt x="17879" y="1970"/>
                  </a:lnTo>
                  <a:lnTo>
                    <a:pt x="17840" y="1314"/>
                  </a:lnTo>
                  <a:lnTo>
                    <a:pt x="17763" y="657"/>
                  </a:lnTo>
                  <a:lnTo>
                    <a:pt x="1760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2"/>
            <p:cNvSpPr/>
            <p:nvPr/>
          </p:nvSpPr>
          <p:spPr>
            <a:xfrm>
              <a:off x="4441350" y="3154325"/>
              <a:ext cx="84975" cy="94625"/>
            </a:xfrm>
            <a:custGeom>
              <a:avLst/>
              <a:gdLst/>
              <a:ahLst/>
              <a:cxnLst/>
              <a:rect l="l" t="t" r="r" b="b"/>
              <a:pathLst>
                <a:path w="3399" h="3785" extrusionOk="0">
                  <a:moveTo>
                    <a:pt x="77" y="1"/>
                  </a:moveTo>
                  <a:lnTo>
                    <a:pt x="0" y="78"/>
                  </a:lnTo>
                  <a:lnTo>
                    <a:pt x="0" y="116"/>
                  </a:lnTo>
                  <a:lnTo>
                    <a:pt x="348" y="889"/>
                  </a:lnTo>
                  <a:lnTo>
                    <a:pt x="811" y="1661"/>
                  </a:lnTo>
                  <a:lnTo>
                    <a:pt x="1274" y="2395"/>
                  </a:lnTo>
                  <a:lnTo>
                    <a:pt x="1738" y="3090"/>
                  </a:lnTo>
                  <a:lnTo>
                    <a:pt x="2008" y="3437"/>
                  </a:lnTo>
                  <a:lnTo>
                    <a:pt x="2201" y="3553"/>
                  </a:lnTo>
                  <a:lnTo>
                    <a:pt x="2394" y="3669"/>
                  </a:lnTo>
                  <a:lnTo>
                    <a:pt x="2587" y="3746"/>
                  </a:lnTo>
                  <a:lnTo>
                    <a:pt x="2780" y="3785"/>
                  </a:lnTo>
                  <a:lnTo>
                    <a:pt x="3012" y="3708"/>
                  </a:lnTo>
                  <a:lnTo>
                    <a:pt x="3205" y="3592"/>
                  </a:lnTo>
                  <a:lnTo>
                    <a:pt x="3321" y="3437"/>
                  </a:lnTo>
                  <a:lnTo>
                    <a:pt x="3398" y="3244"/>
                  </a:lnTo>
                  <a:lnTo>
                    <a:pt x="3398" y="3090"/>
                  </a:lnTo>
                  <a:lnTo>
                    <a:pt x="3398" y="2897"/>
                  </a:lnTo>
                  <a:lnTo>
                    <a:pt x="3360" y="2704"/>
                  </a:lnTo>
                  <a:lnTo>
                    <a:pt x="3282" y="2511"/>
                  </a:lnTo>
                  <a:lnTo>
                    <a:pt x="3128" y="2163"/>
                  </a:lnTo>
                  <a:lnTo>
                    <a:pt x="2935" y="2240"/>
                  </a:lnTo>
                  <a:lnTo>
                    <a:pt x="3051" y="2588"/>
                  </a:lnTo>
                  <a:lnTo>
                    <a:pt x="3089" y="2742"/>
                  </a:lnTo>
                  <a:lnTo>
                    <a:pt x="3128" y="2858"/>
                  </a:lnTo>
                  <a:lnTo>
                    <a:pt x="2896" y="3012"/>
                  </a:lnTo>
                  <a:lnTo>
                    <a:pt x="2665" y="3128"/>
                  </a:lnTo>
                  <a:lnTo>
                    <a:pt x="2510" y="3206"/>
                  </a:lnTo>
                  <a:lnTo>
                    <a:pt x="2317" y="3206"/>
                  </a:lnTo>
                  <a:lnTo>
                    <a:pt x="2201" y="3167"/>
                  </a:lnTo>
                  <a:lnTo>
                    <a:pt x="2047" y="3090"/>
                  </a:lnTo>
                  <a:lnTo>
                    <a:pt x="1931" y="2935"/>
                  </a:lnTo>
                  <a:lnTo>
                    <a:pt x="1854" y="2742"/>
                  </a:lnTo>
                  <a:lnTo>
                    <a:pt x="1699" y="2511"/>
                  </a:lnTo>
                  <a:lnTo>
                    <a:pt x="1081" y="1507"/>
                  </a:lnTo>
                  <a:lnTo>
                    <a:pt x="618" y="773"/>
                  </a:lnTo>
                  <a:lnTo>
                    <a:pt x="386" y="387"/>
                  </a:lnTo>
                  <a:lnTo>
                    <a:pt x="116" y="39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2"/>
            <p:cNvSpPr/>
            <p:nvPr/>
          </p:nvSpPr>
          <p:spPr>
            <a:xfrm>
              <a:off x="7199400" y="3174600"/>
              <a:ext cx="61825" cy="89800"/>
            </a:xfrm>
            <a:custGeom>
              <a:avLst/>
              <a:gdLst/>
              <a:ahLst/>
              <a:cxnLst/>
              <a:rect l="l" t="t" r="r" b="b"/>
              <a:pathLst>
                <a:path w="2473" h="3592" extrusionOk="0">
                  <a:moveTo>
                    <a:pt x="1082" y="0"/>
                  </a:moveTo>
                  <a:lnTo>
                    <a:pt x="1005" y="39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2"/>
                  </a:lnTo>
                  <a:lnTo>
                    <a:pt x="850" y="232"/>
                  </a:lnTo>
                  <a:lnTo>
                    <a:pt x="773" y="271"/>
                  </a:lnTo>
                  <a:lnTo>
                    <a:pt x="734" y="348"/>
                  </a:lnTo>
                  <a:lnTo>
                    <a:pt x="696" y="425"/>
                  </a:lnTo>
                  <a:lnTo>
                    <a:pt x="696" y="502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1"/>
                  </a:lnTo>
                  <a:lnTo>
                    <a:pt x="1275" y="927"/>
                  </a:lnTo>
                  <a:lnTo>
                    <a:pt x="1468" y="1082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1"/>
                  </a:lnTo>
                  <a:lnTo>
                    <a:pt x="1932" y="2163"/>
                  </a:lnTo>
                  <a:lnTo>
                    <a:pt x="1932" y="2433"/>
                  </a:lnTo>
                  <a:lnTo>
                    <a:pt x="1816" y="2742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1"/>
                  </a:lnTo>
                  <a:lnTo>
                    <a:pt x="1391" y="3128"/>
                  </a:lnTo>
                  <a:lnTo>
                    <a:pt x="1198" y="3128"/>
                  </a:lnTo>
                  <a:lnTo>
                    <a:pt x="1043" y="3090"/>
                  </a:lnTo>
                  <a:lnTo>
                    <a:pt x="928" y="3012"/>
                  </a:lnTo>
                  <a:lnTo>
                    <a:pt x="850" y="2897"/>
                  </a:lnTo>
                  <a:lnTo>
                    <a:pt x="812" y="2742"/>
                  </a:lnTo>
                  <a:lnTo>
                    <a:pt x="850" y="2588"/>
                  </a:lnTo>
                  <a:lnTo>
                    <a:pt x="928" y="2433"/>
                  </a:lnTo>
                  <a:lnTo>
                    <a:pt x="1043" y="2317"/>
                  </a:lnTo>
                  <a:lnTo>
                    <a:pt x="1159" y="2240"/>
                  </a:lnTo>
                  <a:lnTo>
                    <a:pt x="1159" y="2124"/>
                  </a:lnTo>
                  <a:lnTo>
                    <a:pt x="1121" y="2008"/>
                  </a:lnTo>
                  <a:lnTo>
                    <a:pt x="1043" y="1931"/>
                  </a:lnTo>
                  <a:lnTo>
                    <a:pt x="657" y="1622"/>
                  </a:lnTo>
                  <a:lnTo>
                    <a:pt x="426" y="1468"/>
                  </a:lnTo>
                  <a:lnTo>
                    <a:pt x="194" y="1313"/>
                  </a:lnTo>
                  <a:lnTo>
                    <a:pt x="1" y="1622"/>
                  </a:lnTo>
                  <a:lnTo>
                    <a:pt x="271" y="1893"/>
                  </a:lnTo>
                  <a:lnTo>
                    <a:pt x="580" y="2124"/>
                  </a:lnTo>
                  <a:lnTo>
                    <a:pt x="426" y="2356"/>
                  </a:lnTo>
                  <a:lnTo>
                    <a:pt x="348" y="2626"/>
                  </a:lnTo>
                  <a:lnTo>
                    <a:pt x="310" y="2897"/>
                  </a:lnTo>
                  <a:lnTo>
                    <a:pt x="348" y="3051"/>
                  </a:lnTo>
                  <a:lnTo>
                    <a:pt x="426" y="3167"/>
                  </a:lnTo>
                  <a:lnTo>
                    <a:pt x="541" y="3321"/>
                  </a:lnTo>
                  <a:lnTo>
                    <a:pt x="696" y="3476"/>
                  </a:lnTo>
                  <a:lnTo>
                    <a:pt x="889" y="3553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3"/>
                  </a:lnTo>
                  <a:lnTo>
                    <a:pt x="1700" y="3514"/>
                  </a:lnTo>
                  <a:lnTo>
                    <a:pt x="1854" y="3399"/>
                  </a:lnTo>
                  <a:lnTo>
                    <a:pt x="2047" y="3244"/>
                  </a:lnTo>
                  <a:lnTo>
                    <a:pt x="2202" y="3051"/>
                  </a:lnTo>
                  <a:lnTo>
                    <a:pt x="2318" y="2858"/>
                  </a:lnTo>
                  <a:lnTo>
                    <a:pt x="2395" y="2665"/>
                  </a:lnTo>
                  <a:lnTo>
                    <a:pt x="2434" y="2472"/>
                  </a:lnTo>
                  <a:lnTo>
                    <a:pt x="2472" y="2240"/>
                  </a:lnTo>
                  <a:lnTo>
                    <a:pt x="2434" y="2008"/>
                  </a:lnTo>
                  <a:lnTo>
                    <a:pt x="2395" y="1815"/>
                  </a:lnTo>
                  <a:lnTo>
                    <a:pt x="2318" y="1584"/>
                  </a:lnTo>
                  <a:lnTo>
                    <a:pt x="2202" y="1391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2"/>
            <p:cNvSpPr/>
            <p:nvPr/>
          </p:nvSpPr>
          <p:spPr>
            <a:xfrm>
              <a:off x="6803600" y="3198725"/>
              <a:ext cx="310875" cy="124575"/>
            </a:xfrm>
            <a:custGeom>
              <a:avLst/>
              <a:gdLst/>
              <a:ahLst/>
              <a:cxnLst/>
              <a:rect l="l" t="t" r="r" b="b"/>
              <a:pathLst>
                <a:path w="12435" h="4983" extrusionOk="0">
                  <a:moveTo>
                    <a:pt x="232" y="1"/>
                  </a:moveTo>
                  <a:lnTo>
                    <a:pt x="1" y="233"/>
                  </a:lnTo>
                  <a:lnTo>
                    <a:pt x="503" y="966"/>
                  </a:lnTo>
                  <a:lnTo>
                    <a:pt x="1043" y="1623"/>
                  </a:lnTo>
                  <a:lnTo>
                    <a:pt x="1700" y="2279"/>
                  </a:lnTo>
                  <a:lnTo>
                    <a:pt x="2356" y="2858"/>
                  </a:lnTo>
                  <a:lnTo>
                    <a:pt x="3090" y="3399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44"/>
                  </a:lnTo>
                  <a:lnTo>
                    <a:pt x="7685" y="4982"/>
                  </a:lnTo>
                  <a:lnTo>
                    <a:pt x="8535" y="4982"/>
                  </a:lnTo>
                  <a:lnTo>
                    <a:pt x="8998" y="4944"/>
                  </a:lnTo>
                  <a:lnTo>
                    <a:pt x="9423" y="4866"/>
                  </a:lnTo>
                  <a:lnTo>
                    <a:pt x="9848" y="4789"/>
                  </a:lnTo>
                  <a:lnTo>
                    <a:pt x="10272" y="4673"/>
                  </a:lnTo>
                  <a:lnTo>
                    <a:pt x="10658" y="4519"/>
                  </a:lnTo>
                  <a:lnTo>
                    <a:pt x="11083" y="4326"/>
                  </a:lnTo>
                  <a:lnTo>
                    <a:pt x="11469" y="4133"/>
                  </a:lnTo>
                  <a:lnTo>
                    <a:pt x="11855" y="3862"/>
                  </a:lnTo>
                  <a:lnTo>
                    <a:pt x="12242" y="3592"/>
                  </a:lnTo>
                  <a:lnTo>
                    <a:pt x="12319" y="3553"/>
                  </a:lnTo>
                  <a:lnTo>
                    <a:pt x="12435" y="3206"/>
                  </a:lnTo>
                  <a:lnTo>
                    <a:pt x="12357" y="3167"/>
                  </a:lnTo>
                  <a:lnTo>
                    <a:pt x="12280" y="3206"/>
                  </a:lnTo>
                  <a:lnTo>
                    <a:pt x="12203" y="3129"/>
                  </a:lnTo>
                  <a:lnTo>
                    <a:pt x="12010" y="3129"/>
                  </a:lnTo>
                  <a:lnTo>
                    <a:pt x="11933" y="3206"/>
                  </a:lnTo>
                  <a:lnTo>
                    <a:pt x="11585" y="3438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7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2"/>
                  </a:lnTo>
                  <a:lnTo>
                    <a:pt x="8342" y="4480"/>
                  </a:lnTo>
                  <a:lnTo>
                    <a:pt x="7917" y="4480"/>
                  </a:lnTo>
                  <a:lnTo>
                    <a:pt x="7492" y="4442"/>
                  </a:lnTo>
                  <a:lnTo>
                    <a:pt x="7067" y="4403"/>
                  </a:lnTo>
                  <a:lnTo>
                    <a:pt x="6642" y="4364"/>
                  </a:lnTo>
                  <a:lnTo>
                    <a:pt x="6218" y="4248"/>
                  </a:lnTo>
                  <a:lnTo>
                    <a:pt x="5793" y="4171"/>
                  </a:lnTo>
                  <a:lnTo>
                    <a:pt x="5368" y="4017"/>
                  </a:lnTo>
                  <a:lnTo>
                    <a:pt x="4596" y="3708"/>
                  </a:lnTo>
                  <a:lnTo>
                    <a:pt x="3901" y="3283"/>
                  </a:lnTo>
                  <a:lnTo>
                    <a:pt x="3206" y="2820"/>
                  </a:lnTo>
                  <a:lnTo>
                    <a:pt x="2588" y="2318"/>
                  </a:lnTo>
                  <a:lnTo>
                    <a:pt x="1970" y="1777"/>
                  </a:lnTo>
                  <a:lnTo>
                    <a:pt x="1391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2"/>
            <p:cNvSpPr/>
            <p:nvPr/>
          </p:nvSpPr>
          <p:spPr>
            <a:xfrm>
              <a:off x="7111550" y="3205500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0"/>
                  </a:moveTo>
                  <a:lnTo>
                    <a:pt x="3360" y="77"/>
                  </a:lnTo>
                  <a:lnTo>
                    <a:pt x="3245" y="77"/>
                  </a:lnTo>
                  <a:lnTo>
                    <a:pt x="3013" y="270"/>
                  </a:lnTo>
                  <a:lnTo>
                    <a:pt x="2781" y="502"/>
                  </a:lnTo>
                  <a:lnTo>
                    <a:pt x="2549" y="772"/>
                  </a:lnTo>
                  <a:lnTo>
                    <a:pt x="2356" y="1004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5"/>
                  </a:lnTo>
                  <a:lnTo>
                    <a:pt x="1082" y="1854"/>
                  </a:lnTo>
                  <a:lnTo>
                    <a:pt x="1043" y="1931"/>
                  </a:lnTo>
                  <a:lnTo>
                    <a:pt x="1082" y="2008"/>
                  </a:lnTo>
                  <a:lnTo>
                    <a:pt x="1121" y="2085"/>
                  </a:lnTo>
                  <a:lnTo>
                    <a:pt x="1005" y="2085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2" y="2240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471"/>
                  </a:lnTo>
                  <a:lnTo>
                    <a:pt x="966" y="2510"/>
                  </a:lnTo>
                  <a:lnTo>
                    <a:pt x="1198" y="2587"/>
                  </a:lnTo>
                  <a:lnTo>
                    <a:pt x="1430" y="2703"/>
                  </a:lnTo>
                  <a:lnTo>
                    <a:pt x="1623" y="2819"/>
                  </a:lnTo>
                  <a:lnTo>
                    <a:pt x="1816" y="2973"/>
                  </a:lnTo>
                  <a:lnTo>
                    <a:pt x="1970" y="3167"/>
                  </a:lnTo>
                  <a:lnTo>
                    <a:pt x="2047" y="3398"/>
                  </a:lnTo>
                  <a:lnTo>
                    <a:pt x="2125" y="3630"/>
                  </a:lnTo>
                  <a:lnTo>
                    <a:pt x="2125" y="3900"/>
                  </a:lnTo>
                  <a:lnTo>
                    <a:pt x="2086" y="4093"/>
                  </a:lnTo>
                  <a:lnTo>
                    <a:pt x="2009" y="4325"/>
                  </a:lnTo>
                  <a:lnTo>
                    <a:pt x="1893" y="4518"/>
                  </a:lnTo>
                  <a:lnTo>
                    <a:pt x="1739" y="4711"/>
                  </a:lnTo>
                  <a:lnTo>
                    <a:pt x="1545" y="4827"/>
                  </a:lnTo>
                  <a:lnTo>
                    <a:pt x="1314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5"/>
                  </a:lnTo>
                  <a:lnTo>
                    <a:pt x="657" y="4441"/>
                  </a:lnTo>
                  <a:lnTo>
                    <a:pt x="735" y="4286"/>
                  </a:lnTo>
                  <a:lnTo>
                    <a:pt x="812" y="4209"/>
                  </a:lnTo>
                  <a:lnTo>
                    <a:pt x="889" y="4132"/>
                  </a:lnTo>
                  <a:lnTo>
                    <a:pt x="966" y="4093"/>
                  </a:lnTo>
                  <a:lnTo>
                    <a:pt x="1121" y="4093"/>
                  </a:lnTo>
                  <a:lnTo>
                    <a:pt x="1237" y="4016"/>
                  </a:lnTo>
                  <a:lnTo>
                    <a:pt x="1314" y="3900"/>
                  </a:lnTo>
                  <a:lnTo>
                    <a:pt x="1314" y="3784"/>
                  </a:lnTo>
                  <a:lnTo>
                    <a:pt x="1275" y="3707"/>
                  </a:lnTo>
                  <a:lnTo>
                    <a:pt x="1198" y="3669"/>
                  </a:lnTo>
                  <a:lnTo>
                    <a:pt x="117" y="2935"/>
                  </a:lnTo>
                  <a:lnTo>
                    <a:pt x="1" y="3282"/>
                  </a:lnTo>
                  <a:lnTo>
                    <a:pt x="657" y="3784"/>
                  </a:lnTo>
                  <a:lnTo>
                    <a:pt x="503" y="3862"/>
                  </a:lnTo>
                  <a:lnTo>
                    <a:pt x="387" y="3977"/>
                  </a:lnTo>
                  <a:lnTo>
                    <a:pt x="310" y="4093"/>
                  </a:lnTo>
                  <a:lnTo>
                    <a:pt x="233" y="4248"/>
                  </a:lnTo>
                  <a:lnTo>
                    <a:pt x="194" y="4402"/>
                  </a:lnTo>
                  <a:lnTo>
                    <a:pt x="194" y="4557"/>
                  </a:lnTo>
                  <a:lnTo>
                    <a:pt x="194" y="4711"/>
                  </a:lnTo>
                  <a:lnTo>
                    <a:pt x="271" y="4866"/>
                  </a:lnTo>
                  <a:lnTo>
                    <a:pt x="387" y="5097"/>
                  </a:lnTo>
                  <a:lnTo>
                    <a:pt x="541" y="5252"/>
                  </a:lnTo>
                  <a:lnTo>
                    <a:pt x="735" y="5368"/>
                  </a:lnTo>
                  <a:lnTo>
                    <a:pt x="966" y="5406"/>
                  </a:lnTo>
                  <a:lnTo>
                    <a:pt x="1198" y="5406"/>
                  </a:lnTo>
                  <a:lnTo>
                    <a:pt x="1430" y="5368"/>
                  </a:lnTo>
                  <a:lnTo>
                    <a:pt x="1623" y="5329"/>
                  </a:lnTo>
                  <a:lnTo>
                    <a:pt x="1854" y="5213"/>
                  </a:lnTo>
                  <a:lnTo>
                    <a:pt x="2086" y="5020"/>
                  </a:lnTo>
                  <a:lnTo>
                    <a:pt x="2241" y="4827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09"/>
                  </a:lnTo>
                  <a:lnTo>
                    <a:pt x="2588" y="3977"/>
                  </a:lnTo>
                  <a:lnTo>
                    <a:pt x="2588" y="3746"/>
                  </a:lnTo>
                  <a:lnTo>
                    <a:pt x="2549" y="3514"/>
                  </a:lnTo>
                  <a:lnTo>
                    <a:pt x="2472" y="3282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471"/>
                  </a:lnTo>
                  <a:lnTo>
                    <a:pt x="1739" y="2356"/>
                  </a:lnTo>
                  <a:lnTo>
                    <a:pt x="1507" y="2201"/>
                  </a:lnTo>
                  <a:lnTo>
                    <a:pt x="1275" y="2124"/>
                  </a:lnTo>
                  <a:lnTo>
                    <a:pt x="1623" y="1969"/>
                  </a:lnTo>
                  <a:lnTo>
                    <a:pt x="1932" y="1815"/>
                  </a:lnTo>
                  <a:lnTo>
                    <a:pt x="2241" y="1622"/>
                  </a:lnTo>
                  <a:lnTo>
                    <a:pt x="2549" y="1390"/>
                  </a:lnTo>
                  <a:lnTo>
                    <a:pt x="2820" y="1197"/>
                  </a:lnTo>
                  <a:lnTo>
                    <a:pt x="3090" y="965"/>
                  </a:lnTo>
                  <a:lnTo>
                    <a:pt x="3360" y="657"/>
                  </a:lnTo>
                  <a:lnTo>
                    <a:pt x="3438" y="541"/>
                  </a:lnTo>
                  <a:lnTo>
                    <a:pt x="3515" y="386"/>
                  </a:lnTo>
                  <a:lnTo>
                    <a:pt x="3708" y="77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2"/>
            <p:cNvSpPr/>
            <p:nvPr/>
          </p:nvSpPr>
          <p:spPr>
            <a:xfrm>
              <a:off x="1402350" y="3219000"/>
              <a:ext cx="106225" cy="103325"/>
            </a:xfrm>
            <a:custGeom>
              <a:avLst/>
              <a:gdLst/>
              <a:ahLst/>
              <a:cxnLst/>
              <a:rect l="l" t="t" r="r" b="b"/>
              <a:pathLst>
                <a:path w="4249" h="4133" extrusionOk="0">
                  <a:moveTo>
                    <a:pt x="2317" y="387"/>
                  </a:moveTo>
                  <a:lnTo>
                    <a:pt x="2588" y="425"/>
                  </a:lnTo>
                  <a:lnTo>
                    <a:pt x="2858" y="503"/>
                  </a:lnTo>
                  <a:lnTo>
                    <a:pt x="3128" y="619"/>
                  </a:lnTo>
                  <a:lnTo>
                    <a:pt x="3321" y="812"/>
                  </a:lnTo>
                  <a:lnTo>
                    <a:pt x="3553" y="1043"/>
                  </a:lnTo>
                  <a:lnTo>
                    <a:pt x="3708" y="1352"/>
                  </a:lnTo>
                  <a:lnTo>
                    <a:pt x="3823" y="1700"/>
                  </a:lnTo>
                  <a:lnTo>
                    <a:pt x="3862" y="2047"/>
                  </a:lnTo>
                  <a:lnTo>
                    <a:pt x="3785" y="2395"/>
                  </a:lnTo>
                  <a:lnTo>
                    <a:pt x="3708" y="2742"/>
                  </a:lnTo>
                  <a:lnTo>
                    <a:pt x="3514" y="3051"/>
                  </a:lnTo>
                  <a:lnTo>
                    <a:pt x="3283" y="3322"/>
                  </a:lnTo>
                  <a:lnTo>
                    <a:pt x="3012" y="3515"/>
                  </a:lnTo>
                  <a:lnTo>
                    <a:pt x="2704" y="3669"/>
                  </a:lnTo>
                  <a:lnTo>
                    <a:pt x="2395" y="3746"/>
                  </a:lnTo>
                  <a:lnTo>
                    <a:pt x="2047" y="3785"/>
                  </a:lnTo>
                  <a:lnTo>
                    <a:pt x="1738" y="3746"/>
                  </a:lnTo>
                  <a:lnTo>
                    <a:pt x="1391" y="3631"/>
                  </a:lnTo>
                  <a:lnTo>
                    <a:pt x="1120" y="3476"/>
                  </a:lnTo>
                  <a:lnTo>
                    <a:pt x="850" y="3283"/>
                  </a:lnTo>
                  <a:lnTo>
                    <a:pt x="618" y="3013"/>
                  </a:lnTo>
                  <a:lnTo>
                    <a:pt x="464" y="2665"/>
                  </a:lnTo>
                  <a:lnTo>
                    <a:pt x="348" y="2318"/>
                  </a:lnTo>
                  <a:lnTo>
                    <a:pt x="348" y="1931"/>
                  </a:lnTo>
                  <a:lnTo>
                    <a:pt x="387" y="1545"/>
                  </a:lnTo>
                  <a:lnTo>
                    <a:pt x="541" y="1236"/>
                  </a:lnTo>
                  <a:lnTo>
                    <a:pt x="618" y="1082"/>
                  </a:lnTo>
                  <a:lnTo>
                    <a:pt x="734" y="927"/>
                  </a:lnTo>
                  <a:lnTo>
                    <a:pt x="889" y="812"/>
                  </a:lnTo>
                  <a:lnTo>
                    <a:pt x="1043" y="696"/>
                  </a:lnTo>
                  <a:lnTo>
                    <a:pt x="1236" y="619"/>
                  </a:lnTo>
                  <a:lnTo>
                    <a:pt x="1429" y="541"/>
                  </a:lnTo>
                  <a:lnTo>
                    <a:pt x="1468" y="503"/>
                  </a:lnTo>
                  <a:lnTo>
                    <a:pt x="1777" y="425"/>
                  </a:lnTo>
                  <a:lnTo>
                    <a:pt x="2047" y="387"/>
                  </a:lnTo>
                  <a:close/>
                  <a:moveTo>
                    <a:pt x="1931" y="1"/>
                  </a:moveTo>
                  <a:lnTo>
                    <a:pt x="1738" y="39"/>
                  </a:lnTo>
                  <a:lnTo>
                    <a:pt x="1507" y="117"/>
                  </a:lnTo>
                  <a:lnTo>
                    <a:pt x="1313" y="232"/>
                  </a:lnTo>
                  <a:lnTo>
                    <a:pt x="1159" y="348"/>
                  </a:lnTo>
                  <a:lnTo>
                    <a:pt x="1120" y="387"/>
                  </a:lnTo>
                  <a:lnTo>
                    <a:pt x="966" y="387"/>
                  </a:lnTo>
                  <a:lnTo>
                    <a:pt x="773" y="464"/>
                  </a:lnTo>
                  <a:lnTo>
                    <a:pt x="657" y="541"/>
                  </a:lnTo>
                  <a:lnTo>
                    <a:pt x="503" y="657"/>
                  </a:lnTo>
                  <a:lnTo>
                    <a:pt x="387" y="773"/>
                  </a:lnTo>
                  <a:lnTo>
                    <a:pt x="309" y="927"/>
                  </a:lnTo>
                  <a:lnTo>
                    <a:pt x="155" y="1236"/>
                  </a:lnTo>
                  <a:lnTo>
                    <a:pt x="39" y="1623"/>
                  </a:lnTo>
                  <a:lnTo>
                    <a:pt x="1" y="2009"/>
                  </a:lnTo>
                  <a:lnTo>
                    <a:pt x="39" y="2356"/>
                  </a:lnTo>
                  <a:lnTo>
                    <a:pt x="78" y="2704"/>
                  </a:lnTo>
                  <a:lnTo>
                    <a:pt x="155" y="2897"/>
                  </a:lnTo>
                  <a:lnTo>
                    <a:pt x="271" y="3090"/>
                  </a:lnTo>
                  <a:lnTo>
                    <a:pt x="387" y="3283"/>
                  </a:lnTo>
                  <a:lnTo>
                    <a:pt x="541" y="3437"/>
                  </a:lnTo>
                  <a:lnTo>
                    <a:pt x="850" y="3746"/>
                  </a:lnTo>
                  <a:lnTo>
                    <a:pt x="1236" y="3939"/>
                  </a:lnTo>
                  <a:lnTo>
                    <a:pt x="1661" y="4094"/>
                  </a:lnTo>
                  <a:lnTo>
                    <a:pt x="2086" y="4133"/>
                  </a:lnTo>
                  <a:lnTo>
                    <a:pt x="2510" y="4094"/>
                  </a:lnTo>
                  <a:lnTo>
                    <a:pt x="2742" y="4055"/>
                  </a:lnTo>
                  <a:lnTo>
                    <a:pt x="2974" y="3978"/>
                  </a:lnTo>
                  <a:lnTo>
                    <a:pt x="3321" y="3746"/>
                  </a:lnTo>
                  <a:lnTo>
                    <a:pt x="3630" y="3476"/>
                  </a:lnTo>
                  <a:lnTo>
                    <a:pt x="3862" y="3167"/>
                  </a:lnTo>
                  <a:lnTo>
                    <a:pt x="4055" y="2781"/>
                  </a:lnTo>
                  <a:lnTo>
                    <a:pt x="4171" y="2395"/>
                  </a:lnTo>
                  <a:lnTo>
                    <a:pt x="4248" y="2009"/>
                  </a:lnTo>
                  <a:lnTo>
                    <a:pt x="4210" y="1584"/>
                  </a:lnTo>
                  <a:lnTo>
                    <a:pt x="4094" y="1198"/>
                  </a:lnTo>
                  <a:lnTo>
                    <a:pt x="3978" y="1005"/>
                  </a:lnTo>
                  <a:lnTo>
                    <a:pt x="3862" y="812"/>
                  </a:lnTo>
                  <a:lnTo>
                    <a:pt x="3708" y="657"/>
                  </a:lnTo>
                  <a:lnTo>
                    <a:pt x="3553" y="503"/>
                  </a:lnTo>
                  <a:lnTo>
                    <a:pt x="3206" y="232"/>
                  </a:lnTo>
                  <a:lnTo>
                    <a:pt x="2781" y="78"/>
                  </a:lnTo>
                  <a:lnTo>
                    <a:pt x="23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2"/>
            <p:cNvSpPr/>
            <p:nvPr/>
          </p:nvSpPr>
          <p:spPr>
            <a:xfrm>
              <a:off x="4924025" y="3220925"/>
              <a:ext cx="335975" cy="782950"/>
            </a:xfrm>
            <a:custGeom>
              <a:avLst/>
              <a:gdLst/>
              <a:ahLst/>
              <a:cxnLst/>
              <a:rect l="l" t="t" r="r" b="b"/>
              <a:pathLst>
                <a:path w="13439" h="31318" extrusionOk="0">
                  <a:moveTo>
                    <a:pt x="6488" y="387"/>
                  </a:moveTo>
                  <a:lnTo>
                    <a:pt x="6526" y="464"/>
                  </a:lnTo>
                  <a:lnTo>
                    <a:pt x="7144" y="2009"/>
                  </a:lnTo>
                  <a:lnTo>
                    <a:pt x="7685" y="3554"/>
                  </a:lnTo>
                  <a:lnTo>
                    <a:pt x="8226" y="5137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2"/>
                  </a:lnTo>
                  <a:lnTo>
                    <a:pt x="7530" y="7338"/>
                  </a:lnTo>
                  <a:lnTo>
                    <a:pt x="7222" y="7454"/>
                  </a:lnTo>
                  <a:lnTo>
                    <a:pt x="6913" y="7531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1"/>
                  </a:lnTo>
                  <a:lnTo>
                    <a:pt x="5522" y="7492"/>
                  </a:lnTo>
                  <a:lnTo>
                    <a:pt x="4866" y="7338"/>
                  </a:lnTo>
                  <a:lnTo>
                    <a:pt x="4210" y="7106"/>
                  </a:lnTo>
                  <a:lnTo>
                    <a:pt x="3592" y="6874"/>
                  </a:lnTo>
                  <a:lnTo>
                    <a:pt x="3862" y="6025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4"/>
                  </a:lnTo>
                  <a:lnTo>
                    <a:pt x="5214" y="2743"/>
                  </a:lnTo>
                  <a:lnTo>
                    <a:pt x="5600" y="1932"/>
                  </a:lnTo>
                  <a:lnTo>
                    <a:pt x="6024" y="1159"/>
                  </a:lnTo>
                  <a:lnTo>
                    <a:pt x="6488" y="387"/>
                  </a:lnTo>
                  <a:close/>
                  <a:moveTo>
                    <a:pt x="8805" y="7029"/>
                  </a:moveTo>
                  <a:lnTo>
                    <a:pt x="9230" y="8419"/>
                  </a:lnTo>
                  <a:lnTo>
                    <a:pt x="9577" y="9848"/>
                  </a:lnTo>
                  <a:lnTo>
                    <a:pt x="9847" y="11083"/>
                  </a:lnTo>
                  <a:lnTo>
                    <a:pt x="10079" y="12358"/>
                  </a:lnTo>
                  <a:lnTo>
                    <a:pt x="10234" y="13632"/>
                  </a:lnTo>
                  <a:lnTo>
                    <a:pt x="10388" y="14906"/>
                  </a:lnTo>
                  <a:lnTo>
                    <a:pt x="10465" y="16181"/>
                  </a:lnTo>
                  <a:lnTo>
                    <a:pt x="10504" y="16837"/>
                  </a:lnTo>
                  <a:lnTo>
                    <a:pt x="10504" y="17493"/>
                  </a:lnTo>
                  <a:lnTo>
                    <a:pt x="10504" y="18189"/>
                  </a:lnTo>
                  <a:lnTo>
                    <a:pt x="10427" y="18845"/>
                  </a:lnTo>
                  <a:lnTo>
                    <a:pt x="10311" y="19463"/>
                  </a:lnTo>
                  <a:lnTo>
                    <a:pt x="10118" y="20081"/>
                  </a:lnTo>
                  <a:lnTo>
                    <a:pt x="9886" y="20660"/>
                  </a:lnTo>
                  <a:lnTo>
                    <a:pt x="9538" y="21162"/>
                  </a:lnTo>
                  <a:lnTo>
                    <a:pt x="9384" y="21394"/>
                  </a:lnTo>
                  <a:lnTo>
                    <a:pt x="9152" y="21587"/>
                  </a:lnTo>
                  <a:lnTo>
                    <a:pt x="8959" y="21780"/>
                  </a:lnTo>
                  <a:lnTo>
                    <a:pt x="8728" y="21973"/>
                  </a:lnTo>
                  <a:lnTo>
                    <a:pt x="8496" y="22127"/>
                  </a:lnTo>
                  <a:lnTo>
                    <a:pt x="8226" y="22243"/>
                  </a:lnTo>
                  <a:lnTo>
                    <a:pt x="7955" y="22359"/>
                  </a:lnTo>
                  <a:lnTo>
                    <a:pt x="7685" y="22436"/>
                  </a:lnTo>
                  <a:lnTo>
                    <a:pt x="7415" y="22475"/>
                  </a:lnTo>
                  <a:lnTo>
                    <a:pt x="6797" y="22475"/>
                  </a:lnTo>
                  <a:lnTo>
                    <a:pt x="6488" y="22436"/>
                  </a:lnTo>
                  <a:lnTo>
                    <a:pt x="5909" y="22282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5"/>
                  </a:lnTo>
                  <a:lnTo>
                    <a:pt x="4094" y="20930"/>
                  </a:lnTo>
                  <a:lnTo>
                    <a:pt x="3785" y="20467"/>
                  </a:lnTo>
                  <a:lnTo>
                    <a:pt x="3476" y="19965"/>
                  </a:lnTo>
                  <a:lnTo>
                    <a:pt x="3244" y="19424"/>
                  </a:lnTo>
                  <a:lnTo>
                    <a:pt x="3051" y="18884"/>
                  </a:lnTo>
                  <a:lnTo>
                    <a:pt x="2897" y="18343"/>
                  </a:lnTo>
                  <a:lnTo>
                    <a:pt x="2781" y="17802"/>
                  </a:lnTo>
                  <a:lnTo>
                    <a:pt x="2704" y="17223"/>
                  </a:lnTo>
                  <a:lnTo>
                    <a:pt x="2588" y="16103"/>
                  </a:lnTo>
                  <a:lnTo>
                    <a:pt x="2511" y="14945"/>
                  </a:lnTo>
                  <a:lnTo>
                    <a:pt x="2511" y="13748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3"/>
                  </a:lnTo>
                  <a:lnTo>
                    <a:pt x="3128" y="8689"/>
                  </a:lnTo>
                  <a:lnTo>
                    <a:pt x="3283" y="7917"/>
                  </a:lnTo>
                  <a:lnTo>
                    <a:pt x="3515" y="7183"/>
                  </a:lnTo>
                  <a:lnTo>
                    <a:pt x="4132" y="7454"/>
                  </a:lnTo>
                  <a:lnTo>
                    <a:pt x="4827" y="7685"/>
                  </a:lnTo>
                  <a:lnTo>
                    <a:pt x="5522" y="7840"/>
                  </a:lnTo>
                  <a:lnTo>
                    <a:pt x="5909" y="7917"/>
                  </a:lnTo>
                  <a:lnTo>
                    <a:pt x="6256" y="7917"/>
                  </a:lnTo>
                  <a:lnTo>
                    <a:pt x="6604" y="7956"/>
                  </a:lnTo>
                  <a:lnTo>
                    <a:pt x="6990" y="7917"/>
                  </a:lnTo>
                  <a:lnTo>
                    <a:pt x="7299" y="7878"/>
                  </a:lnTo>
                  <a:lnTo>
                    <a:pt x="7646" y="7763"/>
                  </a:lnTo>
                  <a:lnTo>
                    <a:pt x="7955" y="7647"/>
                  </a:lnTo>
                  <a:lnTo>
                    <a:pt x="8264" y="7492"/>
                  </a:lnTo>
                  <a:lnTo>
                    <a:pt x="8573" y="7261"/>
                  </a:lnTo>
                  <a:lnTo>
                    <a:pt x="8805" y="7029"/>
                  </a:lnTo>
                  <a:close/>
                  <a:moveTo>
                    <a:pt x="8650" y="22475"/>
                  </a:moveTo>
                  <a:lnTo>
                    <a:pt x="8766" y="22822"/>
                  </a:lnTo>
                  <a:lnTo>
                    <a:pt x="8921" y="23170"/>
                  </a:lnTo>
                  <a:lnTo>
                    <a:pt x="8496" y="23402"/>
                  </a:lnTo>
                  <a:lnTo>
                    <a:pt x="8071" y="23556"/>
                  </a:lnTo>
                  <a:lnTo>
                    <a:pt x="7608" y="23633"/>
                  </a:lnTo>
                  <a:lnTo>
                    <a:pt x="7144" y="23672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3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5"/>
                  </a:lnTo>
                  <a:lnTo>
                    <a:pt x="5870" y="22629"/>
                  </a:lnTo>
                  <a:lnTo>
                    <a:pt x="6256" y="22784"/>
                  </a:lnTo>
                  <a:lnTo>
                    <a:pt x="6681" y="22861"/>
                  </a:lnTo>
                  <a:lnTo>
                    <a:pt x="7067" y="22900"/>
                  </a:lnTo>
                  <a:lnTo>
                    <a:pt x="7453" y="22861"/>
                  </a:lnTo>
                  <a:lnTo>
                    <a:pt x="7878" y="22822"/>
                  </a:lnTo>
                  <a:lnTo>
                    <a:pt x="8264" y="22668"/>
                  </a:lnTo>
                  <a:lnTo>
                    <a:pt x="8650" y="22475"/>
                  </a:lnTo>
                  <a:close/>
                  <a:moveTo>
                    <a:pt x="10890" y="16798"/>
                  </a:moveTo>
                  <a:lnTo>
                    <a:pt x="11392" y="17262"/>
                  </a:lnTo>
                  <a:lnTo>
                    <a:pt x="11933" y="17648"/>
                  </a:lnTo>
                  <a:lnTo>
                    <a:pt x="12512" y="18034"/>
                  </a:lnTo>
                  <a:lnTo>
                    <a:pt x="13091" y="18343"/>
                  </a:lnTo>
                  <a:lnTo>
                    <a:pt x="12937" y="19772"/>
                  </a:lnTo>
                  <a:lnTo>
                    <a:pt x="12821" y="21239"/>
                  </a:lnTo>
                  <a:lnTo>
                    <a:pt x="12705" y="24212"/>
                  </a:lnTo>
                  <a:lnTo>
                    <a:pt x="11894" y="23595"/>
                  </a:lnTo>
                  <a:lnTo>
                    <a:pt x="11044" y="23015"/>
                  </a:lnTo>
                  <a:lnTo>
                    <a:pt x="10813" y="22861"/>
                  </a:lnTo>
                  <a:lnTo>
                    <a:pt x="10620" y="22668"/>
                  </a:lnTo>
                  <a:lnTo>
                    <a:pt x="10581" y="22591"/>
                  </a:lnTo>
                  <a:lnTo>
                    <a:pt x="10542" y="22436"/>
                  </a:lnTo>
                  <a:lnTo>
                    <a:pt x="10542" y="22127"/>
                  </a:lnTo>
                  <a:lnTo>
                    <a:pt x="10542" y="21394"/>
                  </a:lnTo>
                  <a:lnTo>
                    <a:pt x="10504" y="20660"/>
                  </a:lnTo>
                  <a:lnTo>
                    <a:pt x="10504" y="20583"/>
                  </a:lnTo>
                  <a:lnTo>
                    <a:pt x="10465" y="20544"/>
                  </a:lnTo>
                  <a:lnTo>
                    <a:pt x="10388" y="20467"/>
                  </a:lnTo>
                  <a:lnTo>
                    <a:pt x="10542" y="19965"/>
                  </a:lnTo>
                  <a:lnTo>
                    <a:pt x="10697" y="19424"/>
                  </a:lnTo>
                  <a:lnTo>
                    <a:pt x="10774" y="18884"/>
                  </a:lnTo>
                  <a:lnTo>
                    <a:pt x="10851" y="18304"/>
                  </a:lnTo>
                  <a:lnTo>
                    <a:pt x="10890" y="17571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5"/>
                  </a:lnTo>
                  <a:lnTo>
                    <a:pt x="6140" y="23826"/>
                  </a:lnTo>
                  <a:lnTo>
                    <a:pt x="6642" y="23942"/>
                  </a:lnTo>
                  <a:lnTo>
                    <a:pt x="7144" y="23981"/>
                  </a:lnTo>
                  <a:lnTo>
                    <a:pt x="7646" y="23981"/>
                  </a:lnTo>
                  <a:lnTo>
                    <a:pt x="8148" y="23865"/>
                  </a:lnTo>
                  <a:lnTo>
                    <a:pt x="8612" y="23710"/>
                  </a:lnTo>
                  <a:lnTo>
                    <a:pt x="9075" y="23440"/>
                  </a:lnTo>
                  <a:lnTo>
                    <a:pt x="9384" y="23904"/>
                  </a:lnTo>
                  <a:lnTo>
                    <a:pt x="8843" y="24174"/>
                  </a:lnTo>
                  <a:lnTo>
                    <a:pt x="8303" y="24367"/>
                  </a:lnTo>
                  <a:lnTo>
                    <a:pt x="7762" y="24483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4"/>
                  </a:lnTo>
                  <a:lnTo>
                    <a:pt x="5561" y="24290"/>
                  </a:lnTo>
                  <a:lnTo>
                    <a:pt x="4982" y="24097"/>
                  </a:lnTo>
                  <a:lnTo>
                    <a:pt x="5059" y="23904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8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3"/>
                  </a:lnTo>
                  <a:lnTo>
                    <a:pt x="2974" y="19772"/>
                  </a:lnTo>
                  <a:lnTo>
                    <a:pt x="3244" y="20312"/>
                  </a:lnTo>
                  <a:lnTo>
                    <a:pt x="3244" y="20351"/>
                  </a:lnTo>
                  <a:lnTo>
                    <a:pt x="3206" y="21200"/>
                  </a:lnTo>
                  <a:lnTo>
                    <a:pt x="3244" y="22050"/>
                  </a:lnTo>
                  <a:lnTo>
                    <a:pt x="3283" y="22359"/>
                  </a:lnTo>
                  <a:lnTo>
                    <a:pt x="3321" y="22706"/>
                  </a:lnTo>
                  <a:lnTo>
                    <a:pt x="3321" y="23054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9"/>
                  </a:lnTo>
                  <a:lnTo>
                    <a:pt x="3051" y="23633"/>
                  </a:lnTo>
                  <a:lnTo>
                    <a:pt x="2704" y="23904"/>
                  </a:lnTo>
                  <a:lnTo>
                    <a:pt x="2009" y="24406"/>
                  </a:lnTo>
                  <a:lnTo>
                    <a:pt x="773" y="25409"/>
                  </a:lnTo>
                  <a:lnTo>
                    <a:pt x="811" y="24676"/>
                  </a:lnTo>
                  <a:lnTo>
                    <a:pt x="850" y="23942"/>
                  </a:lnTo>
                  <a:lnTo>
                    <a:pt x="811" y="23170"/>
                  </a:lnTo>
                  <a:lnTo>
                    <a:pt x="773" y="22436"/>
                  </a:lnTo>
                  <a:lnTo>
                    <a:pt x="657" y="21239"/>
                  </a:lnTo>
                  <a:lnTo>
                    <a:pt x="503" y="20467"/>
                  </a:lnTo>
                  <a:lnTo>
                    <a:pt x="425" y="20081"/>
                  </a:lnTo>
                  <a:lnTo>
                    <a:pt x="464" y="19695"/>
                  </a:lnTo>
                  <a:lnTo>
                    <a:pt x="503" y="19656"/>
                  </a:lnTo>
                  <a:lnTo>
                    <a:pt x="541" y="19579"/>
                  </a:lnTo>
                  <a:lnTo>
                    <a:pt x="541" y="19540"/>
                  </a:lnTo>
                  <a:lnTo>
                    <a:pt x="541" y="19463"/>
                  </a:lnTo>
                  <a:lnTo>
                    <a:pt x="1429" y="18420"/>
                  </a:lnTo>
                  <a:lnTo>
                    <a:pt x="2356" y="17378"/>
                  </a:lnTo>
                  <a:close/>
                  <a:moveTo>
                    <a:pt x="8148" y="24830"/>
                  </a:moveTo>
                  <a:lnTo>
                    <a:pt x="8148" y="25062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8"/>
                  </a:lnTo>
                  <a:lnTo>
                    <a:pt x="7878" y="25216"/>
                  </a:lnTo>
                  <a:lnTo>
                    <a:pt x="7839" y="25294"/>
                  </a:lnTo>
                  <a:lnTo>
                    <a:pt x="7839" y="25371"/>
                  </a:lnTo>
                  <a:lnTo>
                    <a:pt x="7994" y="25873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60"/>
                  </a:lnTo>
                  <a:lnTo>
                    <a:pt x="8148" y="28962"/>
                  </a:lnTo>
                  <a:lnTo>
                    <a:pt x="8071" y="29503"/>
                  </a:lnTo>
                  <a:lnTo>
                    <a:pt x="7762" y="29194"/>
                  </a:lnTo>
                  <a:lnTo>
                    <a:pt x="7453" y="28885"/>
                  </a:lnTo>
                  <a:lnTo>
                    <a:pt x="7260" y="28537"/>
                  </a:lnTo>
                  <a:lnTo>
                    <a:pt x="7067" y="28190"/>
                  </a:lnTo>
                  <a:lnTo>
                    <a:pt x="6951" y="27804"/>
                  </a:lnTo>
                  <a:lnTo>
                    <a:pt x="6874" y="27417"/>
                  </a:lnTo>
                  <a:lnTo>
                    <a:pt x="6835" y="26954"/>
                  </a:lnTo>
                  <a:lnTo>
                    <a:pt x="6835" y="26491"/>
                  </a:lnTo>
                  <a:lnTo>
                    <a:pt x="6874" y="26105"/>
                  </a:lnTo>
                  <a:lnTo>
                    <a:pt x="6874" y="25757"/>
                  </a:lnTo>
                  <a:lnTo>
                    <a:pt x="6835" y="25603"/>
                  </a:lnTo>
                  <a:lnTo>
                    <a:pt x="6758" y="25487"/>
                  </a:lnTo>
                  <a:lnTo>
                    <a:pt x="6642" y="25371"/>
                  </a:lnTo>
                  <a:lnTo>
                    <a:pt x="6488" y="25294"/>
                  </a:lnTo>
                  <a:lnTo>
                    <a:pt x="6604" y="25101"/>
                  </a:lnTo>
                  <a:lnTo>
                    <a:pt x="6720" y="24985"/>
                  </a:lnTo>
                  <a:lnTo>
                    <a:pt x="7106" y="24985"/>
                  </a:lnTo>
                  <a:lnTo>
                    <a:pt x="7453" y="24946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5"/>
                  </a:lnTo>
                  <a:lnTo>
                    <a:pt x="9500" y="25409"/>
                  </a:lnTo>
                  <a:lnTo>
                    <a:pt x="9809" y="25796"/>
                  </a:lnTo>
                  <a:lnTo>
                    <a:pt x="10118" y="26259"/>
                  </a:lnTo>
                  <a:lnTo>
                    <a:pt x="9847" y="26220"/>
                  </a:lnTo>
                  <a:lnTo>
                    <a:pt x="9616" y="26105"/>
                  </a:lnTo>
                  <a:lnTo>
                    <a:pt x="9423" y="25950"/>
                  </a:lnTo>
                  <a:lnTo>
                    <a:pt x="9230" y="25757"/>
                  </a:lnTo>
                  <a:lnTo>
                    <a:pt x="9191" y="25680"/>
                  </a:lnTo>
                  <a:lnTo>
                    <a:pt x="8998" y="25680"/>
                  </a:lnTo>
                  <a:lnTo>
                    <a:pt x="8959" y="25718"/>
                  </a:lnTo>
                  <a:lnTo>
                    <a:pt x="8921" y="25796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1"/>
                  </a:lnTo>
                  <a:lnTo>
                    <a:pt x="9423" y="27070"/>
                  </a:lnTo>
                  <a:lnTo>
                    <a:pt x="9500" y="27379"/>
                  </a:lnTo>
                  <a:lnTo>
                    <a:pt x="9538" y="27688"/>
                  </a:lnTo>
                  <a:lnTo>
                    <a:pt x="9538" y="27997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80"/>
                  </a:lnTo>
                  <a:lnTo>
                    <a:pt x="9230" y="29889"/>
                  </a:lnTo>
                  <a:lnTo>
                    <a:pt x="9075" y="30159"/>
                  </a:lnTo>
                  <a:lnTo>
                    <a:pt x="8921" y="30429"/>
                  </a:lnTo>
                  <a:lnTo>
                    <a:pt x="8728" y="30661"/>
                  </a:lnTo>
                  <a:lnTo>
                    <a:pt x="8534" y="30777"/>
                  </a:lnTo>
                  <a:lnTo>
                    <a:pt x="8341" y="30854"/>
                  </a:lnTo>
                  <a:lnTo>
                    <a:pt x="8187" y="30854"/>
                  </a:lnTo>
                  <a:lnTo>
                    <a:pt x="7994" y="30777"/>
                  </a:lnTo>
                  <a:lnTo>
                    <a:pt x="7839" y="30700"/>
                  </a:lnTo>
                  <a:lnTo>
                    <a:pt x="7685" y="30584"/>
                  </a:lnTo>
                  <a:lnTo>
                    <a:pt x="7376" y="30275"/>
                  </a:lnTo>
                  <a:lnTo>
                    <a:pt x="6874" y="29773"/>
                  </a:lnTo>
                  <a:lnTo>
                    <a:pt x="6681" y="29503"/>
                  </a:lnTo>
                  <a:lnTo>
                    <a:pt x="6488" y="29194"/>
                  </a:lnTo>
                  <a:lnTo>
                    <a:pt x="6295" y="28846"/>
                  </a:lnTo>
                  <a:lnTo>
                    <a:pt x="6102" y="28460"/>
                  </a:lnTo>
                  <a:lnTo>
                    <a:pt x="5986" y="28074"/>
                  </a:lnTo>
                  <a:lnTo>
                    <a:pt x="5909" y="27688"/>
                  </a:lnTo>
                  <a:lnTo>
                    <a:pt x="5870" y="27263"/>
                  </a:lnTo>
                  <a:lnTo>
                    <a:pt x="5870" y="26877"/>
                  </a:lnTo>
                  <a:lnTo>
                    <a:pt x="5909" y="26491"/>
                  </a:lnTo>
                  <a:lnTo>
                    <a:pt x="6024" y="26066"/>
                  </a:lnTo>
                  <a:lnTo>
                    <a:pt x="6024" y="25950"/>
                  </a:lnTo>
                  <a:lnTo>
                    <a:pt x="5947" y="25911"/>
                  </a:lnTo>
                  <a:lnTo>
                    <a:pt x="5870" y="25873"/>
                  </a:lnTo>
                  <a:lnTo>
                    <a:pt x="5793" y="25873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8"/>
                  </a:lnTo>
                  <a:lnTo>
                    <a:pt x="5445" y="25101"/>
                  </a:lnTo>
                  <a:lnTo>
                    <a:pt x="5716" y="24753"/>
                  </a:lnTo>
                  <a:lnTo>
                    <a:pt x="6102" y="24869"/>
                  </a:lnTo>
                  <a:lnTo>
                    <a:pt x="6488" y="24946"/>
                  </a:lnTo>
                  <a:lnTo>
                    <a:pt x="6333" y="25101"/>
                  </a:lnTo>
                  <a:lnTo>
                    <a:pt x="6179" y="25294"/>
                  </a:lnTo>
                  <a:lnTo>
                    <a:pt x="6179" y="25371"/>
                  </a:lnTo>
                  <a:lnTo>
                    <a:pt x="6179" y="25448"/>
                  </a:lnTo>
                  <a:lnTo>
                    <a:pt x="6256" y="25487"/>
                  </a:lnTo>
                  <a:lnTo>
                    <a:pt x="6295" y="25487"/>
                  </a:lnTo>
                  <a:lnTo>
                    <a:pt x="6372" y="25525"/>
                  </a:lnTo>
                  <a:lnTo>
                    <a:pt x="6449" y="25603"/>
                  </a:lnTo>
                  <a:lnTo>
                    <a:pt x="6526" y="25796"/>
                  </a:lnTo>
                  <a:lnTo>
                    <a:pt x="6565" y="26105"/>
                  </a:lnTo>
                  <a:lnTo>
                    <a:pt x="6604" y="26452"/>
                  </a:lnTo>
                  <a:lnTo>
                    <a:pt x="6604" y="27147"/>
                  </a:lnTo>
                  <a:lnTo>
                    <a:pt x="6604" y="27611"/>
                  </a:lnTo>
                  <a:lnTo>
                    <a:pt x="6681" y="28074"/>
                  </a:lnTo>
                  <a:lnTo>
                    <a:pt x="6835" y="28499"/>
                  </a:lnTo>
                  <a:lnTo>
                    <a:pt x="7067" y="28923"/>
                  </a:lnTo>
                  <a:lnTo>
                    <a:pt x="7376" y="29310"/>
                  </a:lnTo>
                  <a:lnTo>
                    <a:pt x="7569" y="29464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50"/>
                  </a:lnTo>
                  <a:lnTo>
                    <a:pt x="8264" y="29850"/>
                  </a:lnTo>
                  <a:lnTo>
                    <a:pt x="8303" y="29812"/>
                  </a:lnTo>
                  <a:lnTo>
                    <a:pt x="8303" y="29734"/>
                  </a:lnTo>
                  <a:lnTo>
                    <a:pt x="8303" y="29696"/>
                  </a:lnTo>
                  <a:lnTo>
                    <a:pt x="8303" y="29657"/>
                  </a:lnTo>
                  <a:lnTo>
                    <a:pt x="8419" y="29155"/>
                  </a:lnTo>
                  <a:lnTo>
                    <a:pt x="8496" y="28615"/>
                  </a:lnTo>
                  <a:lnTo>
                    <a:pt x="8534" y="28113"/>
                  </a:lnTo>
                  <a:lnTo>
                    <a:pt x="8534" y="27572"/>
                  </a:lnTo>
                  <a:lnTo>
                    <a:pt x="8534" y="27070"/>
                  </a:lnTo>
                  <a:lnTo>
                    <a:pt x="8457" y="26568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7"/>
                  </a:lnTo>
                  <a:lnTo>
                    <a:pt x="8650" y="25409"/>
                  </a:lnTo>
                  <a:lnTo>
                    <a:pt x="8650" y="25371"/>
                  </a:lnTo>
                  <a:lnTo>
                    <a:pt x="8612" y="25294"/>
                  </a:lnTo>
                  <a:lnTo>
                    <a:pt x="8380" y="24792"/>
                  </a:lnTo>
                  <a:lnTo>
                    <a:pt x="8805" y="24637"/>
                  </a:lnTo>
                  <a:close/>
                  <a:moveTo>
                    <a:pt x="6449" y="1"/>
                  </a:moveTo>
                  <a:lnTo>
                    <a:pt x="6411" y="40"/>
                  </a:lnTo>
                  <a:lnTo>
                    <a:pt x="6411" y="117"/>
                  </a:lnTo>
                  <a:lnTo>
                    <a:pt x="6333" y="117"/>
                  </a:lnTo>
                  <a:lnTo>
                    <a:pt x="6295" y="194"/>
                  </a:lnTo>
                  <a:lnTo>
                    <a:pt x="5600" y="1275"/>
                  </a:lnTo>
                  <a:lnTo>
                    <a:pt x="4943" y="2434"/>
                  </a:lnTo>
                  <a:lnTo>
                    <a:pt x="4403" y="3592"/>
                  </a:lnTo>
                  <a:lnTo>
                    <a:pt x="3901" y="4828"/>
                  </a:lnTo>
                  <a:lnTo>
                    <a:pt x="3437" y="6063"/>
                  </a:lnTo>
                  <a:lnTo>
                    <a:pt x="3090" y="7299"/>
                  </a:lnTo>
                  <a:lnTo>
                    <a:pt x="2742" y="8573"/>
                  </a:lnTo>
                  <a:lnTo>
                    <a:pt x="2511" y="9848"/>
                  </a:lnTo>
                  <a:lnTo>
                    <a:pt x="2317" y="11161"/>
                  </a:lnTo>
                  <a:lnTo>
                    <a:pt x="2202" y="12474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9"/>
                  </a:lnTo>
                  <a:lnTo>
                    <a:pt x="541" y="18806"/>
                  </a:lnTo>
                  <a:lnTo>
                    <a:pt x="39" y="19463"/>
                  </a:lnTo>
                  <a:lnTo>
                    <a:pt x="1" y="19501"/>
                  </a:lnTo>
                  <a:lnTo>
                    <a:pt x="1" y="19579"/>
                  </a:lnTo>
                  <a:lnTo>
                    <a:pt x="78" y="19695"/>
                  </a:lnTo>
                  <a:lnTo>
                    <a:pt x="39" y="19965"/>
                  </a:lnTo>
                  <a:lnTo>
                    <a:pt x="39" y="20274"/>
                  </a:lnTo>
                  <a:lnTo>
                    <a:pt x="39" y="20544"/>
                  </a:lnTo>
                  <a:lnTo>
                    <a:pt x="78" y="20853"/>
                  </a:lnTo>
                  <a:lnTo>
                    <a:pt x="194" y="21432"/>
                  </a:lnTo>
                  <a:lnTo>
                    <a:pt x="309" y="22011"/>
                  </a:lnTo>
                  <a:lnTo>
                    <a:pt x="387" y="22900"/>
                  </a:lnTo>
                  <a:lnTo>
                    <a:pt x="425" y="23749"/>
                  </a:lnTo>
                  <a:lnTo>
                    <a:pt x="425" y="24637"/>
                  </a:lnTo>
                  <a:lnTo>
                    <a:pt x="387" y="25487"/>
                  </a:lnTo>
                  <a:lnTo>
                    <a:pt x="387" y="25603"/>
                  </a:lnTo>
                  <a:lnTo>
                    <a:pt x="464" y="25641"/>
                  </a:lnTo>
                  <a:lnTo>
                    <a:pt x="503" y="25680"/>
                  </a:lnTo>
                  <a:lnTo>
                    <a:pt x="580" y="25680"/>
                  </a:lnTo>
                  <a:lnTo>
                    <a:pt x="618" y="25757"/>
                  </a:lnTo>
                  <a:lnTo>
                    <a:pt x="696" y="25796"/>
                  </a:lnTo>
                  <a:lnTo>
                    <a:pt x="811" y="25796"/>
                  </a:lnTo>
                  <a:lnTo>
                    <a:pt x="1584" y="25255"/>
                  </a:lnTo>
                  <a:lnTo>
                    <a:pt x="2279" y="24714"/>
                  </a:lnTo>
                  <a:lnTo>
                    <a:pt x="3746" y="23595"/>
                  </a:lnTo>
                  <a:lnTo>
                    <a:pt x="3785" y="23479"/>
                  </a:lnTo>
                  <a:lnTo>
                    <a:pt x="3785" y="23363"/>
                  </a:lnTo>
                  <a:lnTo>
                    <a:pt x="3630" y="22089"/>
                  </a:lnTo>
                  <a:lnTo>
                    <a:pt x="3592" y="20814"/>
                  </a:lnTo>
                  <a:lnTo>
                    <a:pt x="3939" y="21278"/>
                  </a:lnTo>
                  <a:lnTo>
                    <a:pt x="4364" y="21664"/>
                  </a:lnTo>
                  <a:lnTo>
                    <a:pt x="4789" y="22050"/>
                  </a:lnTo>
                  <a:lnTo>
                    <a:pt x="5252" y="22359"/>
                  </a:lnTo>
                  <a:lnTo>
                    <a:pt x="5059" y="22745"/>
                  </a:lnTo>
                  <a:lnTo>
                    <a:pt x="4866" y="23170"/>
                  </a:lnTo>
                  <a:lnTo>
                    <a:pt x="4712" y="23633"/>
                  </a:lnTo>
                  <a:lnTo>
                    <a:pt x="4673" y="23865"/>
                  </a:lnTo>
                  <a:lnTo>
                    <a:pt x="4712" y="24097"/>
                  </a:lnTo>
                  <a:lnTo>
                    <a:pt x="4750" y="24174"/>
                  </a:lnTo>
                  <a:lnTo>
                    <a:pt x="4789" y="24212"/>
                  </a:lnTo>
                  <a:lnTo>
                    <a:pt x="4827" y="24251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6"/>
                  </a:lnTo>
                  <a:lnTo>
                    <a:pt x="5329" y="24869"/>
                  </a:lnTo>
                  <a:lnTo>
                    <a:pt x="5175" y="25062"/>
                  </a:lnTo>
                  <a:lnTo>
                    <a:pt x="5020" y="25255"/>
                  </a:lnTo>
                  <a:lnTo>
                    <a:pt x="4905" y="25487"/>
                  </a:lnTo>
                  <a:lnTo>
                    <a:pt x="4827" y="25718"/>
                  </a:lnTo>
                  <a:lnTo>
                    <a:pt x="4750" y="25950"/>
                  </a:lnTo>
                  <a:lnTo>
                    <a:pt x="4712" y="26220"/>
                  </a:lnTo>
                  <a:lnTo>
                    <a:pt x="4712" y="26491"/>
                  </a:lnTo>
                  <a:lnTo>
                    <a:pt x="4712" y="26568"/>
                  </a:lnTo>
                  <a:lnTo>
                    <a:pt x="4789" y="26645"/>
                  </a:lnTo>
                  <a:lnTo>
                    <a:pt x="4943" y="26645"/>
                  </a:lnTo>
                  <a:lnTo>
                    <a:pt x="5638" y="26298"/>
                  </a:lnTo>
                  <a:lnTo>
                    <a:pt x="5561" y="26722"/>
                  </a:lnTo>
                  <a:lnTo>
                    <a:pt x="5561" y="27147"/>
                  </a:lnTo>
                  <a:lnTo>
                    <a:pt x="5561" y="27533"/>
                  </a:lnTo>
                  <a:lnTo>
                    <a:pt x="5638" y="27958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7"/>
                  </a:lnTo>
                  <a:lnTo>
                    <a:pt x="6256" y="29464"/>
                  </a:lnTo>
                  <a:lnTo>
                    <a:pt x="6642" y="30005"/>
                  </a:lnTo>
                  <a:lnTo>
                    <a:pt x="6913" y="30352"/>
                  </a:lnTo>
                  <a:lnTo>
                    <a:pt x="7183" y="30661"/>
                  </a:lnTo>
                  <a:lnTo>
                    <a:pt x="7530" y="30970"/>
                  </a:lnTo>
                  <a:lnTo>
                    <a:pt x="7839" y="31163"/>
                  </a:lnTo>
                  <a:lnTo>
                    <a:pt x="7994" y="31240"/>
                  </a:lnTo>
                  <a:lnTo>
                    <a:pt x="8148" y="31318"/>
                  </a:lnTo>
                  <a:lnTo>
                    <a:pt x="8303" y="31318"/>
                  </a:lnTo>
                  <a:lnTo>
                    <a:pt x="8457" y="31279"/>
                  </a:lnTo>
                  <a:lnTo>
                    <a:pt x="8612" y="31240"/>
                  </a:lnTo>
                  <a:lnTo>
                    <a:pt x="8766" y="31163"/>
                  </a:lnTo>
                  <a:lnTo>
                    <a:pt x="8998" y="30893"/>
                  </a:lnTo>
                  <a:lnTo>
                    <a:pt x="9230" y="30584"/>
                  </a:lnTo>
                  <a:lnTo>
                    <a:pt x="9423" y="30236"/>
                  </a:lnTo>
                  <a:lnTo>
                    <a:pt x="9577" y="29850"/>
                  </a:lnTo>
                  <a:lnTo>
                    <a:pt x="9693" y="29464"/>
                  </a:lnTo>
                  <a:lnTo>
                    <a:pt x="9847" y="28808"/>
                  </a:lnTo>
                  <a:lnTo>
                    <a:pt x="9886" y="28228"/>
                  </a:lnTo>
                  <a:lnTo>
                    <a:pt x="9847" y="27611"/>
                  </a:lnTo>
                  <a:lnTo>
                    <a:pt x="9770" y="27031"/>
                  </a:lnTo>
                  <a:lnTo>
                    <a:pt x="9577" y="26491"/>
                  </a:lnTo>
                  <a:lnTo>
                    <a:pt x="9770" y="26529"/>
                  </a:lnTo>
                  <a:lnTo>
                    <a:pt x="9963" y="26568"/>
                  </a:lnTo>
                  <a:lnTo>
                    <a:pt x="10156" y="26607"/>
                  </a:lnTo>
                  <a:lnTo>
                    <a:pt x="10388" y="26607"/>
                  </a:lnTo>
                  <a:lnTo>
                    <a:pt x="10465" y="26568"/>
                  </a:lnTo>
                  <a:lnTo>
                    <a:pt x="10542" y="26529"/>
                  </a:lnTo>
                  <a:lnTo>
                    <a:pt x="10542" y="26452"/>
                  </a:lnTo>
                  <a:lnTo>
                    <a:pt x="10542" y="26336"/>
                  </a:lnTo>
                  <a:lnTo>
                    <a:pt x="10234" y="25834"/>
                  </a:lnTo>
                  <a:lnTo>
                    <a:pt x="9925" y="25332"/>
                  </a:lnTo>
                  <a:lnTo>
                    <a:pt x="9538" y="24869"/>
                  </a:lnTo>
                  <a:lnTo>
                    <a:pt x="9114" y="24483"/>
                  </a:lnTo>
                  <a:lnTo>
                    <a:pt x="9616" y="24135"/>
                  </a:lnTo>
                  <a:lnTo>
                    <a:pt x="9693" y="24058"/>
                  </a:lnTo>
                  <a:lnTo>
                    <a:pt x="9732" y="23981"/>
                  </a:lnTo>
                  <a:lnTo>
                    <a:pt x="9770" y="23942"/>
                  </a:lnTo>
                  <a:lnTo>
                    <a:pt x="9732" y="23865"/>
                  </a:lnTo>
                  <a:lnTo>
                    <a:pt x="9307" y="23093"/>
                  </a:lnTo>
                  <a:lnTo>
                    <a:pt x="9114" y="22706"/>
                  </a:lnTo>
                  <a:lnTo>
                    <a:pt x="8959" y="22282"/>
                  </a:lnTo>
                  <a:lnTo>
                    <a:pt x="9114" y="22204"/>
                  </a:lnTo>
                  <a:lnTo>
                    <a:pt x="9423" y="21934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9"/>
                  </a:lnTo>
                  <a:lnTo>
                    <a:pt x="10118" y="21896"/>
                  </a:lnTo>
                  <a:lnTo>
                    <a:pt x="10040" y="22822"/>
                  </a:lnTo>
                  <a:lnTo>
                    <a:pt x="10079" y="22900"/>
                  </a:lnTo>
                  <a:lnTo>
                    <a:pt x="10156" y="22977"/>
                  </a:lnTo>
                  <a:lnTo>
                    <a:pt x="10813" y="23402"/>
                  </a:lnTo>
                  <a:lnTo>
                    <a:pt x="11469" y="23826"/>
                  </a:lnTo>
                  <a:lnTo>
                    <a:pt x="12126" y="24290"/>
                  </a:lnTo>
                  <a:lnTo>
                    <a:pt x="12743" y="24753"/>
                  </a:lnTo>
                  <a:lnTo>
                    <a:pt x="12859" y="24830"/>
                  </a:lnTo>
                  <a:lnTo>
                    <a:pt x="12975" y="24792"/>
                  </a:lnTo>
                  <a:lnTo>
                    <a:pt x="13052" y="24753"/>
                  </a:lnTo>
                  <a:lnTo>
                    <a:pt x="13091" y="24637"/>
                  </a:lnTo>
                  <a:lnTo>
                    <a:pt x="13323" y="21394"/>
                  </a:lnTo>
                  <a:lnTo>
                    <a:pt x="13400" y="19772"/>
                  </a:lnTo>
                  <a:lnTo>
                    <a:pt x="13439" y="18961"/>
                  </a:lnTo>
                  <a:lnTo>
                    <a:pt x="13400" y="18189"/>
                  </a:lnTo>
                  <a:lnTo>
                    <a:pt x="13361" y="18073"/>
                  </a:lnTo>
                  <a:lnTo>
                    <a:pt x="13323" y="18034"/>
                  </a:lnTo>
                  <a:lnTo>
                    <a:pt x="13284" y="18034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5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5" y="14559"/>
                  </a:lnTo>
                  <a:lnTo>
                    <a:pt x="10620" y="13632"/>
                  </a:lnTo>
                  <a:lnTo>
                    <a:pt x="10504" y="12705"/>
                  </a:lnTo>
                  <a:lnTo>
                    <a:pt x="10234" y="11122"/>
                  </a:lnTo>
                  <a:lnTo>
                    <a:pt x="9886" y="9539"/>
                  </a:lnTo>
                  <a:lnTo>
                    <a:pt x="9500" y="7956"/>
                  </a:lnTo>
                  <a:lnTo>
                    <a:pt x="9036" y="6411"/>
                  </a:lnTo>
                  <a:lnTo>
                    <a:pt x="8534" y="4866"/>
                  </a:lnTo>
                  <a:lnTo>
                    <a:pt x="7994" y="3322"/>
                  </a:lnTo>
                  <a:lnTo>
                    <a:pt x="7415" y="1816"/>
                  </a:lnTo>
                  <a:lnTo>
                    <a:pt x="6835" y="310"/>
                  </a:lnTo>
                  <a:lnTo>
                    <a:pt x="6797" y="233"/>
                  </a:lnTo>
                  <a:lnTo>
                    <a:pt x="6720" y="194"/>
                  </a:lnTo>
                  <a:lnTo>
                    <a:pt x="6642" y="155"/>
                  </a:lnTo>
                  <a:lnTo>
                    <a:pt x="6604" y="40"/>
                  </a:lnTo>
                  <a:lnTo>
                    <a:pt x="65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2"/>
            <p:cNvSpPr/>
            <p:nvPr/>
          </p:nvSpPr>
          <p:spPr>
            <a:xfrm>
              <a:off x="2672775" y="3239275"/>
              <a:ext cx="330175" cy="176700"/>
            </a:xfrm>
            <a:custGeom>
              <a:avLst/>
              <a:gdLst/>
              <a:ahLst/>
              <a:cxnLst/>
              <a:rect l="l" t="t" r="r" b="b"/>
              <a:pathLst>
                <a:path w="13207" h="7068" extrusionOk="0">
                  <a:moveTo>
                    <a:pt x="8110" y="310"/>
                  </a:moveTo>
                  <a:lnTo>
                    <a:pt x="8226" y="348"/>
                  </a:lnTo>
                  <a:lnTo>
                    <a:pt x="8380" y="425"/>
                  </a:lnTo>
                  <a:lnTo>
                    <a:pt x="8535" y="541"/>
                  </a:lnTo>
                  <a:lnTo>
                    <a:pt x="8612" y="580"/>
                  </a:lnTo>
                  <a:lnTo>
                    <a:pt x="8728" y="889"/>
                  </a:lnTo>
                  <a:lnTo>
                    <a:pt x="8766" y="1198"/>
                  </a:lnTo>
                  <a:lnTo>
                    <a:pt x="8728" y="1468"/>
                  </a:lnTo>
                  <a:lnTo>
                    <a:pt x="8650" y="1777"/>
                  </a:lnTo>
                  <a:lnTo>
                    <a:pt x="8496" y="2047"/>
                  </a:lnTo>
                  <a:lnTo>
                    <a:pt x="8380" y="2318"/>
                  </a:lnTo>
                  <a:lnTo>
                    <a:pt x="8033" y="2858"/>
                  </a:lnTo>
                  <a:lnTo>
                    <a:pt x="6836" y="4712"/>
                  </a:lnTo>
                  <a:lnTo>
                    <a:pt x="6681" y="4712"/>
                  </a:lnTo>
                  <a:lnTo>
                    <a:pt x="6797" y="3746"/>
                  </a:lnTo>
                  <a:lnTo>
                    <a:pt x="6990" y="2781"/>
                  </a:lnTo>
                  <a:lnTo>
                    <a:pt x="7222" y="1661"/>
                  </a:lnTo>
                  <a:lnTo>
                    <a:pt x="7338" y="1198"/>
                  </a:lnTo>
                  <a:lnTo>
                    <a:pt x="7453" y="889"/>
                  </a:lnTo>
                  <a:lnTo>
                    <a:pt x="7608" y="618"/>
                  </a:lnTo>
                  <a:lnTo>
                    <a:pt x="7762" y="425"/>
                  </a:lnTo>
                  <a:lnTo>
                    <a:pt x="7878" y="348"/>
                  </a:lnTo>
                  <a:lnTo>
                    <a:pt x="7994" y="310"/>
                  </a:lnTo>
                  <a:close/>
                  <a:moveTo>
                    <a:pt x="5909" y="5407"/>
                  </a:moveTo>
                  <a:lnTo>
                    <a:pt x="4673" y="5831"/>
                  </a:lnTo>
                  <a:lnTo>
                    <a:pt x="3437" y="6218"/>
                  </a:lnTo>
                  <a:lnTo>
                    <a:pt x="2781" y="6372"/>
                  </a:lnTo>
                  <a:lnTo>
                    <a:pt x="2125" y="6527"/>
                  </a:lnTo>
                  <a:lnTo>
                    <a:pt x="1700" y="6565"/>
                  </a:lnTo>
                  <a:lnTo>
                    <a:pt x="1314" y="6604"/>
                  </a:lnTo>
                  <a:lnTo>
                    <a:pt x="1043" y="6565"/>
                  </a:lnTo>
                  <a:lnTo>
                    <a:pt x="812" y="6488"/>
                  </a:lnTo>
                  <a:lnTo>
                    <a:pt x="734" y="6449"/>
                  </a:lnTo>
                  <a:lnTo>
                    <a:pt x="696" y="6333"/>
                  </a:lnTo>
                  <a:lnTo>
                    <a:pt x="696" y="6218"/>
                  </a:lnTo>
                  <a:lnTo>
                    <a:pt x="696" y="6063"/>
                  </a:lnTo>
                  <a:lnTo>
                    <a:pt x="696" y="5909"/>
                  </a:lnTo>
                  <a:lnTo>
                    <a:pt x="734" y="5793"/>
                  </a:lnTo>
                  <a:lnTo>
                    <a:pt x="812" y="5716"/>
                  </a:lnTo>
                  <a:lnTo>
                    <a:pt x="889" y="5677"/>
                  </a:lnTo>
                  <a:lnTo>
                    <a:pt x="1082" y="5600"/>
                  </a:lnTo>
                  <a:lnTo>
                    <a:pt x="1391" y="5561"/>
                  </a:lnTo>
                  <a:lnTo>
                    <a:pt x="2047" y="5484"/>
                  </a:lnTo>
                  <a:lnTo>
                    <a:pt x="2897" y="5445"/>
                  </a:lnTo>
                  <a:lnTo>
                    <a:pt x="5368" y="5445"/>
                  </a:lnTo>
                  <a:lnTo>
                    <a:pt x="5909" y="5407"/>
                  </a:lnTo>
                  <a:close/>
                  <a:moveTo>
                    <a:pt x="7067" y="5098"/>
                  </a:moveTo>
                  <a:lnTo>
                    <a:pt x="8342" y="5136"/>
                  </a:lnTo>
                  <a:lnTo>
                    <a:pt x="9577" y="5252"/>
                  </a:lnTo>
                  <a:lnTo>
                    <a:pt x="10272" y="5329"/>
                  </a:lnTo>
                  <a:lnTo>
                    <a:pt x="11006" y="5445"/>
                  </a:lnTo>
                  <a:lnTo>
                    <a:pt x="11701" y="5561"/>
                  </a:lnTo>
                  <a:lnTo>
                    <a:pt x="12164" y="5677"/>
                  </a:lnTo>
                  <a:lnTo>
                    <a:pt x="12280" y="5716"/>
                  </a:lnTo>
                  <a:lnTo>
                    <a:pt x="12396" y="5754"/>
                  </a:lnTo>
                  <a:lnTo>
                    <a:pt x="12473" y="5831"/>
                  </a:lnTo>
                  <a:lnTo>
                    <a:pt x="12551" y="5909"/>
                  </a:lnTo>
                  <a:lnTo>
                    <a:pt x="12589" y="6025"/>
                  </a:lnTo>
                  <a:lnTo>
                    <a:pt x="12628" y="6179"/>
                  </a:lnTo>
                  <a:lnTo>
                    <a:pt x="12589" y="6527"/>
                  </a:lnTo>
                  <a:lnTo>
                    <a:pt x="12435" y="6604"/>
                  </a:lnTo>
                  <a:lnTo>
                    <a:pt x="12242" y="6642"/>
                  </a:lnTo>
                  <a:lnTo>
                    <a:pt x="12010" y="6681"/>
                  </a:lnTo>
                  <a:lnTo>
                    <a:pt x="11778" y="6681"/>
                  </a:lnTo>
                  <a:lnTo>
                    <a:pt x="11315" y="6604"/>
                  </a:lnTo>
                  <a:lnTo>
                    <a:pt x="10929" y="6527"/>
                  </a:lnTo>
                  <a:lnTo>
                    <a:pt x="10156" y="6372"/>
                  </a:lnTo>
                  <a:lnTo>
                    <a:pt x="9423" y="6140"/>
                  </a:lnTo>
                  <a:lnTo>
                    <a:pt x="8805" y="5909"/>
                  </a:lnTo>
                  <a:lnTo>
                    <a:pt x="8226" y="5677"/>
                  </a:lnTo>
                  <a:lnTo>
                    <a:pt x="7067" y="5098"/>
                  </a:lnTo>
                  <a:close/>
                  <a:moveTo>
                    <a:pt x="8148" y="1"/>
                  </a:moveTo>
                  <a:lnTo>
                    <a:pt x="7917" y="39"/>
                  </a:lnTo>
                  <a:lnTo>
                    <a:pt x="7724" y="116"/>
                  </a:lnTo>
                  <a:lnTo>
                    <a:pt x="7492" y="271"/>
                  </a:lnTo>
                  <a:lnTo>
                    <a:pt x="7338" y="425"/>
                  </a:lnTo>
                  <a:lnTo>
                    <a:pt x="7183" y="618"/>
                  </a:lnTo>
                  <a:lnTo>
                    <a:pt x="6990" y="1043"/>
                  </a:lnTo>
                  <a:lnTo>
                    <a:pt x="6874" y="1507"/>
                  </a:lnTo>
                  <a:lnTo>
                    <a:pt x="6681" y="2433"/>
                  </a:lnTo>
                  <a:lnTo>
                    <a:pt x="6527" y="3592"/>
                  </a:lnTo>
                  <a:lnTo>
                    <a:pt x="6488" y="4171"/>
                  </a:lnTo>
                  <a:lnTo>
                    <a:pt x="6449" y="4750"/>
                  </a:lnTo>
                  <a:lnTo>
                    <a:pt x="6411" y="4866"/>
                  </a:lnTo>
                  <a:lnTo>
                    <a:pt x="6411" y="4982"/>
                  </a:lnTo>
                  <a:lnTo>
                    <a:pt x="5870" y="5021"/>
                  </a:lnTo>
                  <a:lnTo>
                    <a:pt x="5291" y="5059"/>
                  </a:lnTo>
                  <a:lnTo>
                    <a:pt x="2549" y="5059"/>
                  </a:lnTo>
                  <a:lnTo>
                    <a:pt x="2009" y="5098"/>
                  </a:lnTo>
                  <a:lnTo>
                    <a:pt x="1391" y="5175"/>
                  </a:lnTo>
                  <a:lnTo>
                    <a:pt x="1005" y="5214"/>
                  </a:lnTo>
                  <a:lnTo>
                    <a:pt x="657" y="5329"/>
                  </a:lnTo>
                  <a:lnTo>
                    <a:pt x="310" y="5484"/>
                  </a:lnTo>
                  <a:lnTo>
                    <a:pt x="194" y="5600"/>
                  </a:lnTo>
                  <a:lnTo>
                    <a:pt x="78" y="5677"/>
                  </a:lnTo>
                  <a:lnTo>
                    <a:pt x="1" y="5831"/>
                  </a:lnTo>
                  <a:lnTo>
                    <a:pt x="1" y="5947"/>
                  </a:lnTo>
                  <a:lnTo>
                    <a:pt x="1" y="6140"/>
                  </a:lnTo>
                  <a:lnTo>
                    <a:pt x="39" y="6295"/>
                  </a:lnTo>
                  <a:lnTo>
                    <a:pt x="117" y="6449"/>
                  </a:lnTo>
                  <a:lnTo>
                    <a:pt x="232" y="6604"/>
                  </a:lnTo>
                  <a:lnTo>
                    <a:pt x="348" y="6681"/>
                  </a:lnTo>
                  <a:lnTo>
                    <a:pt x="464" y="6797"/>
                  </a:lnTo>
                  <a:lnTo>
                    <a:pt x="773" y="6913"/>
                  </a:lnTo>
                  <a:lnTo>
                    <a:pt x="1082" y="6990"/>
                  </a:lnTo>
                  <a:lnTo>
                    <a:pt x="1777" y="6990"/>
                  </a:lnTo>
                  <a:lnTo>
                    <a:pt x="2395" y="6913"/>
                  </a:lnTo>
                  <a:lnTo>
                    <a:pt x="3476" y="6642"/>
                  </a:lnTo>
                  <a:lnTo>
                    <a:pt x="4519" y="6333"/>
                  </a:lnTo>
                  <a:lnTo>
                    <a:pt x="5600" y="5947"/>
                  </a:lnTo>
                  <a:lnTo>
                    <a:pt x="6102" y="5716"/>
                  </a:lnTo>
                  <a:lnTo>
                    <a:pt x="6565" y="5484"/>
                  </a:lnTo>
                  <a:lnTo>
                    <a:pt x="6604" y="5484"/>
                  </a:lnTo>
                  <a:lnTo>
                    <a:pt x="6681" y="5909"/>
                  </a:lnTo>
                  <a:lnTo>
                    <a:pt x="6758" y="6102"/>
                  </a:lnTo>
                  <a:lnTo>
                    <a:pt x="6836" y="6295"/>
                  </a:lnTo>
                  <a:lnTo>
                    <a:pt x="7106" y="6256"/>
                  </a:lnTo>
                  <a:lnTo>
                    <a:pt x="7106" y="6218"/>
                  </a:lnTo>
                  <a:lnTo>
                    <a:pt x="6990" y="5870"/>
                  </a:lnTo>
                  <a:lnTo>
                    <a:pt x="6951" y="5677"/>
                  </a:lnTo>
                  <a:lnTo>
                    <a:pt x="6990" y="5484"/>
                  </a:lnTo>
                  <a:lnTo>
                    <a:pt x="6990" y="5407"/>
                  </a:lnTo>
                  <a:lnTo>
                    <a:pt x="7762" y="5870"/>
                  </a:lnTo>
                  <a:lnTo>
                    <a:pt x="8612" y="6256"/>
                  </a:lnTo>
                  <a:lnTo>
                    <a:pt x="9461" y="6565"/>
                  </a:lnTo>
                  <a:lnTo>
                    <a:pt x="10349" y="6797"/>
                  </a:lnTo>
                  <a:lnTo>
                    <a:pt x="11045" y="6951"/>
                  </a:lnTo>
                  <a:lnTo>
                    <a:pt x="11469" y="7029"/>
                  </a:lnTo>
                  <a:lnTo>
                    <a:pt x="11933" y="7067"/>
                  </a:lnTo>
                  <a:lnTo>
                    <a:pt x="12396" y="7029"/>
                  </a:lnTo>
                  <a:lnTo>
                    <a:pt x="12589" y="6990"/>
                  </a:lnTo>
                  <a:lnTo>
                    <a:pt x="12782" y="6913"/>
                  </a:lnTo>
                  <a:lnTo>
                    <a:pt x="12937" y="6797"/>
                  </a:lnTo>
                  <a:lnTo>
                    <a:pt x="13053" y="6681"/>
                  </a:lnTo>
                  <a:lnTo>
                    <a:pt x="13130" y="6527"/>
                  </a:lnTo>
                  <a:lnTo>
                    <a:pt x="13207" y="6333"/>
                  </a:lnTo>
                  <a:lnTo>
                    <a:pt x="13207" y="6179"/>
                  </a:lnTo>
                  <a:lnTo>
                    <a:pt x="13168" y="6025"/>
                  </a:lnTo>
                  <a:lnTo>
                    <a:pt x="13130" y="5870"/>
                  </a:lnTo>
                  <a:lnTo>
                    <a:pt x="13053" y="5754"/>
                  </a:lnTo>
                  <a:lnTo>
                    <a:pt x="12975" y="5638"/>
                  </a:lnTo>
                  <a:lnTo>
                    <a:pt x="12821" y="5561"/>
                  </a:lnTo>
                  <a:lnTo>
                    <a:pt x="12551" y="5407"/>
                  </a:lnTo>
                  <a:lnTo>
                    <a:pt x="12242" y="5291"/>
                  </a:lnTo>
                  <a:lnTo>
                    <a:pt x="11894" y="5214"/>
                  </a:lnTo>
                  <a:lnTo>
                    <a:pt x="11315" y="5098"/>
                  </a:lnTo>
                  <a:lnTo>
                    <a:pt x="10311" y="4943"/>
                  </a:lnTo>
                  <a:lnTo>
                    <a:pt x="9268" y="4827"/>
                  </a:lnTo>
                  <a:lnTo>
                    <a:pt x="8264" y="4750"/>
                  </a:lnTo>
                  <a:lnTo>
                    <a:pt x="7260" y="4712"/>
                  </a:lnTo>
                  <a:lnTo>
                    <a:pt x="8071" y="3515"/>
                  </a:lnTo>
                  <a:lnTo>
                    <a:pt x="8496" y="2858"/>
                  </a:lnTo>
                  <a:lnTo>
                    <a:pt x="8843" y="2202"/>
                  </a:lnTo>
                  <a:lnTo>
                    <a:pt x="8921" y="1970"/>
                  </a:lnTo>
                  <a:lnTo>
                    <a:pt x="8998" y="1738"/>
                  </a:lnTo>
                  <a:lnTo>
                    <a:pt x="9037" y="1507"/>
                  </a:lnTo>
                  <a:lnTo>
                    <a:pt x="9075" y="1275"/>
                  </a:lnTo>
                  <a:lnTo>
                    <a:pt x="9037" y="1005"/>
                  </a:lnTo>
                  <a:lnTo>
                    <a:pt x="8959" y="812"/>
                  </a:lnTo>
                  <a:lnTo>
                    <a:pt x="8882" y="580"/>
                  </a:lnTo>
                  <a:lnTo>
                    <a:pt x="8728" y="348"/>
                  </a:lnTo>
                  <a:lnTo>
                    <a:pt x="8650" y="232"/>
                  </a:lnTo>
                  <a:lnTo>
                    <a:pt x="8573" y="155"/>
                  </a:lnTo>
                  <a:lnTo>
                    <a:pt x="8380" y="39"/>
                  </a:lnTo>
                  <a:lnTo>
                    <a:pt x="814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2"/>
            <p:cNvSpPr/>
            <p:nvPr/>
          </p:nvSpPr>
          <p:spPr>
            <a:xfrm>
              <a:off x="410925" y="3256650"/>
              <a:ext cx="35725" cy="33825"/>
            </a:xfrm>
            <a:custGeom>
              <a:avLst/>
              <a:gdLst/>
              <a:ahLst/>
              <a:cxnLst/>
              <a:rect l="l" t="t" r="r" b="b"/>
              <a:pathLst>
                <a:path w="1429" h="1353" extrusionOk="0">
                  <a:moveTo>
                    <a:pt x="579" y="1"/>
                  </a:moveTo>
                  <a:lnTo>
                    <a:pt x="425" y="39"/>
                  </a:lnTo>
                  <a:lnTo>
                    <a:pt x="232" y="117"/>
                  </a:lnTo>
                  <a:lnTo>
                    <a:pt x="116" y="271"/>
                  </a:lnTo>
                  <a:lnTo>
                    <a:pt x="39" y="425"/>
                  </a:lnTo>
                  <a:lnTo>
                    <a:pt x="0" y="619"/>
                  </a:lnTo>
                  <a:lnTo>
                    <a:pt x="0" y="812"/>
                  </a:lnTo>
                  <a:lnTo>
                    <a:pt x="77" y="966"/>
                  </a:lnTo>
                  <a:lnTo>
                    <a:pt x="155" y="1121"/>
                  </a:lnTo>
                  <a:lnTo>
                    <a:pt x="309" y="1275"/>
                  </a:lnTo>
                  <a:lnTo>
                    <a:pt x="463" y="1352"/>
                  </a:lnTo>
                  <a:lnTo>
                    <a:pt x="618" y="1352"/>
                  </a:lnTo>
                  <a:lnTo>
                    <a:pt x="695" y="1236"/>
                  </a:lnTo>
                  <a:lnTo>
                    <a:pt x="695" y="1121"/>
                  </a:lnTo>
                  <a:lnTo>
                    <a:pt x="657" y="1082"/>
                  </a:lnTo>
                  <a:lnTo>
                    <a:pt x="579" y="1043"/>
                  </a:lnTo>
                  <a:lnTo>
                    <a:pt x="502" y="1005"/>
                  </a:lnTo>
                  <a:lnTo>
                    <a:pt x="463" y="927"/>
                  </a:lnTo>
                  <a:lnTo>
                    <a:pt x="386" y="773"/>
                  </a:lnTo>
                  <a:lnTo>
                    <a:pt x="386" y="580"/>
                  </a:lnTo>
                  <a:lnTo>
                    <a:pt x="425" y="503"/>
                  </a:lnTo>
                  <a:lnTo>
                    <a:pt x="502" y="425"/>
                  </a:lnTo>
                  <a:lnTo>
                    <a:pt x="579" y="387"/>
                  </a:lnTo>
                  <a:lnTo>
                    <a:pt x="657" y="387"/>
                  </a:lnTo>
                  <a:lnTo>
                    <a:pt x="850" y="425"/>
                  </a:lnTo>
                  <a:lnTo>
                    <a:pt x="927" y="464"/>
                  </a:lnTo>
                  <a:lnTo>
                    <a:pt x="965" y="541"/>
                  </a:lnTo>
                  <a:lnTo>
                    <a:pt x="1043" y="696"/>
                  </a:lnTo>
                  <a:lnTo>
                    <a:pt x="1081" y="773"/>
                  </a:lnTo>
                  <a:lnTo>
                    <a:pt x="1120" y="812"/>
                  </a:lnTo>
                  <a:lnTo>
                    <a:pt x="1274" y="812"/>
                  </a:lnTo>
                  <a:lnTo>
                    <a:pt x="1352" y="734"/>
                  </a:lnTo>
                  <a:lnTo>
                    <a:pt x="1390" y="696"/>
                  </a:lnTo>
                  <a:lnTo>
                    <a:pt x="1429" y="619"/>
                  </a:lnTo>
                  <a:lnTo>
                    <a:pt x="1390" y="425"/>
                  </a:lnTo>
                  <a:lnTo>
                    <a:pt x="1274" y="271"/>
                  </a:lnTo>
                  <a:lnTo>
                    <a:pt x="1159" y="117"/>
                  </a:lnTo>
                  <a:lnTo>
                    <a:pt x="965" y="39"/>
                  </a:lnTo>
                  <a:lnTo>
                    <a:pt x="77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2"/>
            <p:cNvSpPr/>
            <p:nvPr/>
          </p:nvSpPr>
          <p:spPr>
            <a:xfrm>
              <a:off x="5445325" y="3267275"/>
              <a:ext cx="624625" cy="344650"/>
            </a:xfrm>
            <a:custGeom>
              <a:avLst/>
              <a:gdLst/>
              <a:ahLst/>
              <a:cxnLst/>
              <a:rect l="l" t="t" r="r" b="b"/>
              <a:pathLst>
                <a:path w="24985" h="13786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03" y="2008"/>
                  </a:lnTo>
                  <a:lnTo>
                    <a:pt x="23787" y="2124"/>
                  </a:lnTo>
                  <a:lnTo>
                    <a:pt x="23633" y="2202"/>
                  </a:lnTo>
                  <a:lnTo>
                    <a:pt x="23478" y="2202"/>
                  </a:lnTo>
                  <a:lnTo>
                    <a:pt x="23324" y="2163"/>
                  </a:lnTo>
                  <a:lnTo>
                    <a:pt x="23170" y="2086"/>
                  </a:lnTo>
                  <a:lnTo>
                    <a:pt x="23054" y="1970"/>
                  </a:lnTo>
                  <a:lnTo>
                    <a:pt x="22976" y="1815"/>
                  </a:lnTo>
                  <a:lnTo>
                    <a:pt x="22938" y="1622"/>
                  </a:lnTo>
                  <a:lnTo>
                    <a:pt x="22976" y="1429"/>
                  </a:lnTo>
                  <a:lnTo>
                    <a:pt x="23015" y="1236"/>
                  </a:lnTo>
                  <a:lnTo>
                    <a:pt x="23131" y="1082"/>
                  </a:lnTo>
                  <a:lnTo>
                    <a:pt x="23285" y="966"/>
                  </a:lnTo>
                  <a:close/>
                  <a:moveTo>
                    <a:pt x="24096" y="2433"/>
                  </a:moveTo>
                  <a:lnTo>
                    <a:pt x="24212" y="2742"/>
                  </a:lnTo>
                  <a:lnTo>
                    <a:pt x="24289" y="3090"/>
                  </a:lnTo>
                  <a:lnTo>
                    <a:pt x="24367" y="3437"/>
                  </a:lnTo>
                  <a:lnTo>
                    <a:pt x="24405" y="3785"/>
                  </a:lnTo>
                  <a:lnTo>
                    <a:pt x="24173" y="3707"/>
                  </a:lnTo>
                  <a:lnTo>
                    <a:pt x="23942" y="3592"/>
                  </a:lnTo>
                  <a:lnTo>
                    <a:pt x="23826" y="3514"/>
                  </a:lnTo>
                  <a:lnTo>
                    <a:pt x="23787" y="3399"/>
                  </a:lnTo>
                  <a:lnTo>
                    <a:pt x="23710" y="3283"/>
                  </a:lnTo>
                  <a:lnTo>
                    <a:pt x="23672" y="3128"/>
                  </a:lnTo>
                  <a:lnTo>
                    <a:pt x="23710" y="2897"/>
                  </a:lnTo>
                  <a:lnTo>
                    <a:pt x="23787" y="2704"/>
                  </a:lnTo>
                  <a:lnTo>
                    <a:pt x="23903" y="2549"/>
                  </a:lnTo>
                  <a:lnTo>
                    <a:pt x="24096" y="2433"/>
                  </a:lnTo>
                  <a:close/>
                  <a:moveTo>
                    <a:pt x="16142" y="4943"/>
                  </a:moveTo>
                  <a:lnTo>
                    <a:pt x="16257" y="4982"/>
                  </a:lnTo>
                  <a:lnTo>
                    <a:pt x="16412" y="5059"/>
                  </a:lnTo>
                  <a:lnTo>
                    <a:pt x="16489" y="5136"/>
                  </a:lnTo>
                  <a:lnTo>
                    <a:pt x="16528" y="5252"/>
                  </a:lnTo>
                  <a:lnTo>
                    <a:pt x="16566" y="5407"/>
                  </a:lnTo>
                  <a:lnTo>
                    <a:pt x="16296" y="5407"/>
                  </a:lnTo>
                  <a:lnTo>
                    <a:pt x="15640" y="5522"/>
                  </a:lnTo>
                  <a:lnTo>
                    <a:pt x="15640" y="5484"/>
                  </a:lnTo>
                  <a:lnTo>
                    <a:pt x="15640" y="5368"/>
                  </a:lnTo>
                  <a:lnTo>
                    <a:pt x="15678" y="5252"/>
                  </a:lnTo>
                  <a:lnTo>
                    <a:pt x="15755" y="5136"/>
                  </a:lnTo>
                  <a:lnTo>
                    <a:pt x="15833" y="5059"/>
                  </a:lnTo>
                  <a:lnTo>
                    <a:pt x="15949" y="5020"/>
                  </a:lnTo>
                  <a:lnTo>
                    <a:pt x="16026" y="4982"/>
                  </a:lnTo>
                  <a:lnTo>
                    <a:pt x="16142" y="4943"/>
                  </a:lnTo>
                  <a:close/>
                  <a:moveTo>
                    <a:pt x="24444" y="4248"/>
                  </a:moveTo>
                  <a:lnTo>
                    <a:pt x="24405" y="4673"/>
                  </a:lnTo>
                  <a:lnTo>
                    <a:pt x="24367" y="5098"/>
                  </a:lnTo>
                  <a:lnTo>
                    <a:pt x="24251" y="5522"/>
                  </a:lnTo>
                  <a:lnTo>
                    <a:pt x="24058" y="5407"/>
                  </a:lnTo>
                  <a:lnTo>
                    <a:pt x="23903" y="5252"/>
                  </a:lnTo>
                  <a:lnTo>
                    <a:pt x="23787" y="5059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11"/>
                  </a:lnTo>
                  <a:lnTo>
                    <a:pt x="23865" y="4596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763" y="4866"/>
                  </a:lnTo>
                  <a:lnTo>
                    <a:pt x="17879" y="4905"/>
                  </a:lnTo>
                  <a:lnTo>
                    <a:pt x="17957" y="4982"/>
                  </a:lnTo>
                  <a:lnTo>
                    <a:pt x="18072" y="5175"/>
                  </a:lnTo>
                  <a:lnTo>
                    <a:pt x="18111" y="5407"/>
                  </a:lnTo>
                  <a:lnTo>
                    <a:pt x="18072" y="5638"/>
                  </a:lnTo>
                  <a:lnTo>
                    <a:pt x="17570" y="5484"/>
                  </a:lnTo>
                  <a:lnTo>
                    <a:pt x="17030" y="5407"/>
                  </a:lnTo>
                  <a:lnTo>
                    <a:pt x="17030" y="5291"/>
                  </a:lnTo>
                  <a:lnTo>
                    <a:pt x="17107" y="5136"/>
                  </a:lnTo>
                  <a:lnTo>
                    <a:pt x="17184" y="5059"/>
                  </a:lnTo>
                  <a:lnTo>
                    <a:pt x="17261" y="4943"/>
                  </a:lnTo>
                  <a:lnTo>
                    <a:pt x="17377" y="4866"/>
                  </a:lnTo>
                  <a:lnTo>
                    <a:pt x="17493" y="4827"/>
                  </a:lnTo>
                  <a:close/>
                  <a:moveTo>
                    <a:pt x="14558" y="5291"/>
                  </a:moveTo>
                  <a:lnTo>
                    <a:pt x="14674" y="5329"/>
                  </a:lnTo>
                  <a:lnTo>
                    <a:pt x="14790" y="5368"/>
                  </a:lnTo>
                  <a:lnTo>
                    <a:pt x="14906" y="5445"/>
                  </a:lnTo>
                  <a:lnTo>
                    <a:pt x="14983" y="5522"/>
                  </a:lnTo>
                  <a:lnTo>
                    <a:pt x="15060" y="5677"/>
                  </a:lnTo>
                  <a:lnTo>
                    <a:pt x="14520" y="5870"/>
                  </a:lnTo>
                  <a:lnTo>
                    <a:pt x="14056" y="6102"/>
                  </a:lnTo>
                  <a:lnTo>
                    <a:pt x="14018" y="6024"/>
                  </a:lnTo>
                  <a:lnTo>
                    <a:pt x="14018" y="5793"/>
                  </a:lnTo>
                  <a:lnTo>
                    <a:pt x="14095" y="5600"/>
                  </a:lnTo>
                  <a:lnTo>
                    <a:pt x="14249" y="5445"/>
                  </a:lnTo>
                  <a:lnTo>
                    <a:pt x="14327" y="5368"/>
                  </a:lnTo>
                  <a:lnTo>
                    <a:pt x="14443" y="5329"/>
                  </a:lnTo>
                  <a:lnTo>
                    <a:pt x="14558" y="5291"/>
                  </a:lnTo>
                  <a:close/>
                  <a:moveTo>
                    <a:pt x="19076" y="5484"/>
                  </a:moveTo>
                  <a:lnTo>
                    <a:pt x="19192" y="5522"/>
                  </a:lnTo>
                  <a:lnTo>
                    <a:pt x="19308" y="5638"/>
                  </a:lnTo>
                  <a:lnTo>
                    <a:pt x="19347" y="5793"/>
                  </a:lnTo>
                  <a:lnTo>
                    <a:pt x="19385" y="5986"/>
                  </a:lnTo>
                  <a:lnTo>
                    <a:pt x="19347" y="6140"/>
                  </a:lnTo>
                  <a:lnTo>
                    <a:pt x="18574" y="5831"/>
                  </a:lnTo>
                  <a:lnTo>
                    <a:pt x="18613" y="5715"/>
                  </a:lnTo>
                  <a:lnTo>
                    <a:pt x="18652" y="5638"/>
                  </a:lnTo>
                  <a:lnTo>
                    <a:pt x="18806" y="5522"/>
                  </a:lnTo>
                  <a:lnTo>
                    <a:pt x="18999" y="5484"/>
                  </a:lnTo>
                  <a:close/>
                  <a:moveTo>
                    <a:pt x="20312" y="6063"/>
                  </a:moveTo>
                  <a:lnTo>
                    <a:pt x="20428" y="6102"/>
                  </a:lnTo>
                  <a:lnTo>
                    <a:pt x="20544" y="6179"/>
                  </a:lnTo>
                  <a:lnTo>
                    <a:pt x="20660" y="6333"/>
                  </a:lnTo>
                  <a:lnTo>
                    <a:pt x="20775" y="6526"/>
                  </a:lnTo>
                  <a:lnTo>
                    <a:pt x="20814" y="6719"/>
                  </a:lnTo>
                  <a:lnTo>
                    <a:pt x="20853" y="6913"/>
                  </a:lnTo>
                  <a:lnTo>
                    <a:pt x="20466" y="6719"/>
                  </a:lnTo>
                  <a:lnTo>
                    <a:pt x="20080" y="6526"/>
                  </a:lnTo>
                  <a:lnTo>
                    <a:pt x="19810" y="6372"/>
                  </a:lnTo>
                  <a:lnTo>
                    <a:pt x="19810" y="6256"/>
                  </a:lnTo>
                  <a:lnTo>
                    <a:pt x="19887" y="6179"/>
                  </a:lnTo>
                  <a:lnTo>
                    <a:pt x="19964" y="6102"/>
                  </a:lnTo>
                  <a:lnTo>
                    <a:pt x="20080" y="6063"/>
                  </a:lnTo>
                  <a:close/>
                  <a:moveTo>
                    <a:pt x="23710" y="5870"/>
                  </a:moveTo>
                  <a:lnTo>
                    <a:pt x="23942" y="5986"/>
                  </a:lnTo>
                  <a:lnTo>
                    <a:pt x="24058" y="5986"/>
                  </a:lnTo>
                  <a:lnTo>
                    <a:pt x="23903" y="6295"/>
                  </a:lnTo>
                  <a:lnTo>
                    <a:pt x="23710" y="6565"/>
                  </a:lnTo>
                  <a:lnTo>
                    <a:pt x="23478" y="6797"/>
                  </a:lnTo>
                  <a:lnTo>
                    <a:pt x="23247" y="6990"/>
                  </a:lnTo>
                  <a:lnTo>
                    <a:pt x="23208" y="6913"/>
                  </a:lnTo>
                  <a:lnTo>
                    <a:pt x="23054" y="6758"/>
                  </a:lnTo>
                  <a:lnTo>
                    <a:pt x="23015" y="6526"/>
                  </a:lnTo>
                  <a:lnTo>
                    <a:pt x="23015" y="6295"/>
                  </a:lnTo>
                  <a:lnTo>
                    <a:pt x="23054" y="6179"/>
                  </a:lnTo>
                  <a:lnTo>
                    <a:pt x="23092" y="6063"/>
                  </a:lnTo>
                  <a:lnTo>
                    <a:pt x="23170" y="5986"/>
                  </a:lnTo>
                  <a:lnTo>
                    <a:pt x="23285" y="5947"/>
                  </a:lnTo>
                  <a:lnTo>
                    <a:pt x="23478" y="5870"/>
                  </a:lnTo>
                  <a:close/>
                  <a:moveTo>
                    <a:pt x="13207" y="6102"/>
                  </a:moveTo>
                  <a:lnTo>
                    <a:pt x="13477" y="6140"/>
                  </a:lnTo>
                  <a:lnTo>
                    <a:pt x="13593" y="6217"/>
                  </a:lnTo>
                  <a:lnTo>
                    <a:pt x="13670" y="6333"/>
                  </a:lnTo>
                  <a:lnTo>
                    <a:pt x="13130" y="6719"/>
                  </a:lnTo>
                  <a:lnTo>
                    <a:pt x="12782" y="7067"/>
                  </a:lnTo>
                  <a:lnTo>
                    <a:pt x="12705" y="7028"/>
                  </a:lnTo>
                  <a:lnTo>
                    <a:pt x="12666" y="6913"/>
                  </a:lnTo>
                  <a:lnTo>
                    <a:pt x="12628" y="6797"/>
                  </a:lnTo>
                  <a:lnTo>
                    <a:pt x="12628" y="6642"/>
                  </a:lnTo>
                  <a:lnTo>
                    <a:pt x="12666" y="6526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59" y="6179"/>
                  </a:lnTo>
                  <a:lnTo>
                    <a:pt x="12975" y="6140"/>
                  </a:lnTo>
                  <a:lnTo>
                    <a:pt x="13091" y="6102"/>
                  </a:lnTo>
                  <a:close/>
                  <a:moveTo>
                    <a:pt x="22166" y="6565"/>
                  </a:moveTo>
                  <a:lnTo>
                    <a:pt x="22281" y="6604"/>
                  </a:lnTo>
                  <a:lnTo>
                    <a:pt x="22436" y="6681"/>
                  </a:lnTo>
                  <a:lnTo>
                    <a:pt x="22629" y="6874"/>
                  </a:lnTo>
                  <a:lnTo>
                    <a:pt x="22783" y="7028"/>
                  </a:lnTo>
                  <a:lnTo>
                    <a:pt x="22861" y="7067"/>
                  </a:lnTo>
                  <a:lnTo>
                    <a:pt x="22899" y="7067"/>
                  </a:lnTo>
                  <a:lnTo>
                    <a:pt x="22976" y="7106"/>
                  </a:lnTo>
                  <a:lnTo>
                    <a:pt x="22938" y="7106"/>
                  </a:lnTo>
                  <a:lnTo>
                    <a:pt x="22552" y="7221"/>
                  </a:lnTo>
                  <a:lnTo>
                    <a:pt x="22166" y="7221"/>
                  </a:lnTo>
                  <a:lnTo>
                    <a:pt x="21779" y="7183"/>
                  </a:lnTo>
                  <a:lnTo>
                    <a:pt x="21393" y="7106"/>
                  </a:lnTo>
                  <a:lnTo>
                    <a:pt x="21470" y="6913"/>
                  </a:lnTo>
                  <a:lnTo>
                    <a:pt x="21625" y="6719"/>
                  </a:lnTo>
                  <a:lnTo>
                    <a:pt x="21779" y="6604"/>
                  </a:lnTo>
                  <a:lnTo>
                    <a:pt x="22011" y="6565"/>
                  </a:lnTo>
                  <a:close/>
                  <a:moveTo>
                    <a:pt x="12280" y="7376"/>
                  </a:moveTo>
                  <a:lnTo>
                    <a:pt x="12473" y="7415"/>
                  </a:lnTo>
                  <a:lnTo>
                    <a:pt x="12087" y="7955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24" y="8071"/>
                  </a:lnTo>
                  <a:lnTo>
                    <a:pt x="11624" y="7955"/>
                  </a:lnTo>
                  <a:lnTo>
                    <a:pt x="11662" y="7839"/>
                  </a:lnTo>
                  <a:lnTo>
                    <a:pt x="11701" y="7723"/>
                  </a:lnTo>
                  <a:lnTo>
                    <a:pt x="11778" y="7608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26" y="7415"/>
                  </a:lnTo>
                  <a:lnTo>
                    <a:pt x="12280" y="7376"/>
                  </a:lnTo>
                  <a:close/>
                  <a:moveTo>
                    <a:pt x="2240" y="9345"/>
                  </a:moveTo>
                  <a:lnTo>
                    <a:pt x="2356" y="9422"/>
                  </a:lnTo>
                  <a:lnTo>
                    <a:pt x="2433" y="9461"/>
                  </a:lnTo>
                  <a:lnTo>
                    <a:pt x="2511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588" y="10002"/>
                  </a:lnTo>
                  <a:lnTo>
                    <a:pt x="2124" y="9886"/>
                  </a:lnTo>
                  <a:lnTo>
                    <a:pt x="1622" y="9886"/>
                  </a:lnTo>
                  <a:lnTo>
                    <a:pt x="1661" y="9731"/>
                  </a:lnTo>
                  <a:lnTo>
                    <a:pt x="1738" y="9616"/>
                  </a:lnTo>
                  <a:lnTo>
                    <a:pt x="1815" y="9538"/>
                  </a:lnTo>
                  <a:lnTo>
                    <a:pt x="1893" y="9461"/>
                  </a:lnTo>
                  <a:lnTo>
                    <a:pt x="2009" y="9384"/>
                  </a:lnTo>
                  <a:lnTo>
                    <a:pt x="2124" y="9345"/>
                  </a:lnTo>
                  <a:close/>
                  <a:moveTo>
                    <a:pt x="11624" y="8998"/>
                  </a:moveTo>
                  <a:lnTo>
                    <a:pt x="11469" y="9500"/>
                  </a:lnTo>
                  <a:lnTo>
                    <a:pt x="11315" y="10002"/>
                  </a:lnTo>
                  <a:lnTo>
                    <a:pt x="11238" y="10272"/>
                  </a:lnTo>
                  <a:lnTo>
                    <a:pt x="11044" y="10079"/>
                  </a:lnTo>
                  <a:lnTo>
                    <a:pt x="10967" y="9809"/>
                  </a:lnTo>
                  <a:lnTo>
                    <a:pt x="10929" y="9693"/>
                  </a:lnTo>
                  <a:lnTo>
                    <a:pt x="10929" y="9577"/>
                  </a:lnTo>
                  <a:lnTo>
                    <a:pt x="10929" y="9422"/>
                  </a:lnTo>
                  <a:lnTo>
                    <a:pt x="11006" y="9307"/>
                  </a:lnTo>
                  <a:lnTo>
                    <a:pt x="11122" y="9152"/>
                  </a:lnTo>
                  <a:lnTo>
                    <a:pt x="11276" y="9036"/>
                  </a:lnTo>
                  <a:lnTo>
                    <a:pt x="11469" y="8998"/>
                  </a:lnTo>
                  <a:close/>
                  <a:moveTo>
                    <a:pt x="3746" y="9731"/>
                  </a:moveTo>
                  <a:lnTo>
                    <a:pt x="3901" y="9809"/>
                  </a:lnTo>
                  <a:lnTo>
                    <a:pt x="4017" y="9886"/>
                  </a:lnTo>
                  <a:lnTo>
                    <a:pt x="4094" y="10002"/>
                  </a:lnTo>
                  <a:lnTo>
                    <a:pt x="4132" y="10118"/>
                  </a:lnTo>
                  <a:lnTo>
                    <a:pt x="4171" y="10233"/>
                  </a:lnTo>
                  <a:lnTo>
                    <a:pt x="4132" y="10388"/>
                  </a:lnTo>
                  <a:lnTo>
                    <a:pt x="4094" y="10504"/>
                  </a:lnTo>
                  <a:lnTo>
                    <a:pt x="4017" y="10620"/>
                  </a:lnTo>
                  <a:lnTo>
                    <a:pt x="3862" y="10542"/>
                  </a:lnTo>
                  <a:lnTo>
                    <a:pt x="3476" y="10311"/>
                  </a:lnTo>
                  <a:lnTo>
                    <a:pt x="3051" y="10156"/>
                  </a:lnTo>
                  <a:lnTo>
                    <a:pt x="3128" y="10002"/>
                  </a:lnTo>
                  <a:lnTo>
                    <a:pt x="3244" y="9924"/>
                  </a:lnTo>
                  <a:lnTo>
                    <a:pt x="3360" y="9809"/>
                  </a:lnTo>
                  <a:lnTo>
                    <a:pt x="3476" y="9770"/>
                  </a:lnTo>
                  <a:lnTo>
                    <a:pt x="3630" y="9731"/>
                  </a:lnTo>
                  <a:close/>
                  <a:moveTo>
                    <a:pt x="4827" y="10620"/>
                  </a:moveTo>
                  <a:lnTo>
                    <a:pt x="4905" y="10658"/>
                  </a:lnTo>
                  <a:lnTo>
                    <a:pt x="4982" y="10697"/>
                  </a:lnTo>
                  <a:lnTo>
                    <a:pt x="5059" y="10774"/>
                  </a:lnTo>
                  <a:lnTo>
                    <a:pt x="5136" y="10851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59" y="11430"/>
                  </a:lnTo>
                  <a:lnTo>
                    <a:pt x="4403" y="10890"/>
                  </a:lnTo>
                  <a:lnTo>
                    <a:pt x="4441" y="10813"/>
                  </a:lnTo>
                  <a:lnTo>
                    <a:pt x="4480" y="10735"/>
                  </a:lnTo>
                  <a:lnTo>
                    <a:pt x="4634" y="10658"/>
                  </a:lnTo>
                  <a:lnTo>
                    <a:pt x="4827" y="10620"/>
                  </a:lnTo>
                  <a:close/>
                  <a:moveTo>
                    <a:pt x="11160" y="10620"/>
                  </a:moveTo>
                  <a:lnTo>
                    <a:pt x="10929" y="11199"/>
                  </a:lnTo>
                  <a:lnTo>
                    <a:pt x="10697" y="11739"/>
                  </a:lnTo>
                  <a:lnTo>
                    <a:pt x="10658" y="11701"/>
                  </a:lnTo>
                  <a:lnTo>
                    <a:pt x="10465" y="11508"/>
                  </a:lnTo>
                  <a:lnTo>
                    <a:pt x="10388" y="11315"/>
                  </a:lnTo>
                  <a:lnTo>
                    <a:pt x="10388" y="11122"/>
                  </a:lnTo>
                  <a:lnTo>
                    <a:pt x="10427" y="10967"/>
                  </a:lnTo>
                  <a:lnTo>
                    <a:pt x="10542" y="10774"/>
                  </a:lnTo>
                  <a:lnTo>
                    <a:pt x="10697" y="10658"/>
                  </a:lnTo>
                  <a:lnTo>
                    <a:pt x="10929" y="10620"/>
                  </a:lnTo>
                  <a:close/>
                  <a:moveTo>
                    <a:pt x="5947" y="11469"/>
                  </a:moveTo>
                  <a:lnTo>
                    <a:pt x="6063" y="11508"/>
                  </a:lnTo>
                  <a:lnTo>
                    <a:pt x="6140" y="11546"/>
                  </a:lnTo>
                  <a:lnTo>
                    <a:pt x="6218" y="11662"/>
                  </a:lnTo>
                  <a:lnTo>
                    <a:pt x="6295" y="11739"/>
                  </a:lnTo>
                  <a:lnTo>
                    <a:pt x="6372" y="11971"/>
                  </a:lnTo>
                  <a:lnTo>
                    <a:pt x="6411" y="12203"/>
                  </a:lnTo>
                  <a:lnTo>
                    <a:pt x="6372" y="12473"/>
                  </a:lnTo>
                  <a:lnTo>
                    <a:pt x="5870" y="12087"/>
                  </a:lnTo>
                  <a:lnTo>
                    <a:pt x="5407" y="11701"/>
                  </a:lnTo>
                  <a:lnTo>
                    <a:pt x="5445" y="11585"/>
                  </a:lnTo>
                  <a:lnTo>
                    <a:pt x="5523" y="11508"/>
                  </a:lnTo>
                  <a:lnTo>
                    <a:pt x="5638" y="11469"/>
                  </a:lnTo>
                  <a:close/>
                  <a:moveTo>
                    <a:pt x="10542" y="12048"/>
                  </a:moveTo>
                  <a:lnTo>
                    <a:pt x="10388" y="12280"/>
                  </a:lnTo>
                  <a:lnTo>
                    <a:pt x="10195" y="12550"/>
                  </a:lnTo>
                  <a:lnTo>
                    <a:pt x="9963" y="12743"/>
                  </a:lnTo>
                  <a:lnTo>
                    <a:pt x="9770" y="12936"/>
                  </a:lnTo>
                  <a:lnTo>
                    <a:pt x="9732" y="12859"/>
                  </a:lnTo>
                  <a:lnTo>
                    <a:pt x="9654" y="12666"/>
                  </a:lnTo>
                  <a:lnTo>
                    <a:pt x="9616" y="12473"/>
                  </a:lnTo>
                  <a:lnTo>
                    <a:pt x="9693" y="12319"/>
                  </a:lnTo>
                  <a:lnTo>
                    <a:pt x="9809" y="12203"/>
                  </a:lnTo>
                  <a:lnTo>
                    <a:pt x="9963" y="12126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37" y="12473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01" y="12821"/>
                  </a:lnTo>
                  <a:lnTo>
                    <a:pt x="7878" y="13014"/>
                  </a:lnTo>
                  <a:lnTo>
                    <a:pt x="7839" y="13207"/>
                  </a:lnTo>
                  <a:lnTo>
                    <a:pt x="7299" y="13014"/>
                  </a:lnTo>
                  <a:lnTo>
                    <a:pt x="6835" y="12743"/>
                  </a:lnTo>
                  <a:lnTo>
                    <a:pt x="6990" y="12589"/>
                  </a:lnTo>
                  <a:lnTo>
                    <a:pt x="7144" y="12512"/>
                  </a:lnTo>
                  <a:lnTo>
                    <a:pt x="7337" y="12473"/>
                  </a:lnTo>
                  <a:close/>
                  <a:moveTo>
                    <a:pt x="8843" y="12628"/>
                  </a:moveTo>
                  <a:lnTo>
                    <a:pt x="8921" y="12666"/>
                  </a:lnTo>
                  <a:lnTo>
                    <a:pt x="9075" y="12743"/>
                  </a:lnTo>
                  <a:lnTo>
                    <a:pt x="9191" y="12936"/>
                  </a:lnTo>
                  <a:lnTo>
                    <a:pt x="9230" y="13130"/>
                  </a:lnTo>
                  <a:lnTo>
                    <a:pt x="9230" y="13207"/>
                  </a:lnTo>
                  <a:lnTo>
                    <a:pt x="9036" y="13245"/>
                  </a:lnTo>
                  <a:lnTo>
                    <a:pt x="8805" y="13284"/>
                  </a:lnTo>
                  <a:lnTo>
                    <a:pt x="8303" y="13284"/>
                  </a:lnTo>
                  <a:lnTo>
                    <a:pt x="8303" y="13207"/>
                  </a:lnTo>
                  <a:lnTo>
                    <a:pt x="8303" y="13014"/>
                  </a:lnTo>
                  <a:lnTo>
                    <a:pt x="8419" y="12821"/>
                  </a:lnTo>
                  <a:lnTo>
                    <a:pt x="8534" y="12666"/>
                  </a:lnTo>
                  <a:lnTo>
                    <a:pt x="8650" y="12628"/>
                  </a:lnTo>
                  <a:close/>
                  <a:moveTo>
                    <a:pt x="22861" y="0"/>
                  </a:moveTo>
                  <a:lnTo>
                    <a:pt x="22822" y="78"/>
                  </a:lnTo>
                  <a:lnTo>
                    <a:pt x="22745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783" y="387"/>
                  </a:lnTo>
                  <a:lnTo>
                    <a:pt x="22822" y="387"/>
                  </a:lnTo>
                  <a:lnTo>
                    <a:pt x="22861" y="464"/>
                  </a:lnTo>
                  <a:lnTo>
                    <a:pt x="23015" y="618"/>
                  </a:lnTo>
                  <a:lnTo>
                    <a:pt x="22899" y="773"/>
                  </a:lnTo>
                  <a:lnTo>
                    <a:pt x="22783" y="927"/>
                  </a:lnTo>
                  <a:lnTo>
                    <a:pt x="22668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22" y="2240"/>
                  </a:lnTo>
                  <a:lnTo>
                    <a:pt x="23015" y="2395"/>
                  </a:lnTo>
                  <a:lnTo>
                    <a:pt x="23247" y="2472"/>
                  </a:lnTo>
                  <a:lnTo>
                    <a:pt x="23478" y="2510"/>
                  </a:lnTo>
                  <a:lnTo>
                    <a:pt x="23401" y="2704"/>
                  </a:lnTo>
                  <a:lnTo>
                    <a:pt x="23363" y="2897"/>
                  </a:lnTo>
                  <a:lnTo>
                    <a:pt x="23324" y="3090"/>
                  </a:lnTo>
                  <a:lnTo>
                    <a:pt x="23324" y="3244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862"/>
                  </a:lnTo>
                  <a:lnTo>
                    <a:pt x="23942" y="4016"/>
                  </a:lnTo>
                  <a:lnTo>
                    <a:pt x="23710" y="4209"/>
                  </a:lnTo>
                  <a:lnTo>
                    <a:pt x="23556" y="4480"/>
                  </a:lnTo>
                  <a:lnTo>
                    <a:pt x="23440" y="4750"/>
                  </a:lnTo>
                  <a:lnTo>
                    <a:pt x="23440" y="4866"/>
                  </a:lnTo>
                  <a:lnTo>
                    <a:pt x="23440" y="5020"/>
                  </a:lnTo>
                  <a:lnTo>
                    <a:pt x="23478" y="5252"/>
                  </a:lnTo>
                  <a:lnTo>
                    <a:pt x="23633" y="5484"/>
                  </a:lnTo>
                  <a:lnTo>
                    <a:pt x="23401" y="5484"/>
                  </a:lnTo>
                  <a:lnTo>
                    <a:pt x="23170" y="5561"/>
                  </a:lnTo>
                  <a:lnTo>
                    <a:pt x="22938" y="5677"/>
                  </a:lnTo>
                  <a:lnTo>
                    <a:pt x="22783" y="5870"/>
                  </a:lnTo>
                  <a:lnTo>
                    <a:pt x="22668" y="6102"/>
                  </a:lnTo>
                  <a:lnTo>
                    <a:pt x="22629" y="6333"/>
                  </a:lnTo>
                  <a:lnTo>
                    <a:pt x="22474" y="6256"/>
                  </a:lnTo>
                  <a:lnTo>
                    <a:pt x="22320" y="6217"/>
                  </a:lnTo>
                  <a:lnTo>
                    <a:pt x="21972" y="6217"/>
                  </a:lnTo>
                  <a:lnTo>
                    <a:pt x="21741" y="6256"/>
                  </a:lnTo>
                  <a:lnTo>
                    <a:pt x="21509" y="6411"/>
                  </a:lnTo>
                  <a:lnTo>
                    <a:pt x="21316" y="6565"/>
                  </a:lnTo>
                  <a:lnTo>
                    <a:pt x="21200" y="6758"/>
                  </a:lnTo>
                  <a:lnTo>
                    <a:pt x="21084" y="6449"/>
                  </a:lnTo>
                  <a:lnTo>
                    <a:pt x="20930" y="6140"/>
                  </a:lnTo>
                  <a:lnTo>
                    <a:pt x="20853" y="5986"/>
                  </a:lnTo>
                  <a:lnTo>
                    <a:pt x="20698" y="5870"/>
                  </a:lnTo>
                  <a:lnTo>
                    <a:pt x="20582" y="5793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42" y="5793"/>
                  </a:lnTo>
                  <a:lnTo>
                    <a:pt x="19887" y="5831"/>
                  </a:lnTo>
                  <a:lnTo>
                    <a:pt x="19733" y="5947"/>
                  </a:lnTo>
                  <a:lnTo>
                    <a:pt x="19694" y="5715"/>
                  </a:lnTo>
                  <a:lnTo>
                    <a:pt x="19617" y="5484"/>
                  </a:lnTo>
                  <a:lnTo>
                    <a:pt x="19462" y="5291"/>
                  </a:lnTo>
                  <a:lnTo>
                    <a:pt x="19347" y="5213"/>
                  </a:lnTo>
                  <a:lnTo>
                    <a:pt x="19231" y="5175"/>
                  </a:lnTo>
                  <a:lnTo>
                    <a:pt x="19038" y="5136"/>
                  </a:lnTo>
                  <a:lnTo>
                    <a:pt x="18806" y="5175"/>
                  </a:lnTo>
                  <a:lnTo>
                    <a:pt x="18613" y="5252"/>
                  </a:lnTo>
                  <a:lnTo>
                    <a:pt x="18458" y="5407"/>
                  </a:lnTo>
                  <a:lnTo>
                    <a:pt x="18458" y="5252"/>
                  </a:lnTo>
                  <a:lnTo>
                    <a:pt x="18420" y="5098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34"/>
                  </a:lnTo>
                  <a:lnTo>
                    <a:pt x="17957" y="4557"/>
                  </a:lnTo>
                  <a:lnTo>
                    <a:pt x="17802" y="4518"/>
                  </a:lnTo>
                  <a:lnTo>
                    <a:pt x="17493" y="4518"/>
                  </a:lnTo>
                  <a:lnTo>
                    <a:pt x="17377" y="4557"/>
                  </a:lnTo>
                  <a:lnTo>
                    <a:pt x="17223" y="4634"/>
                  </a:lnTo>
                  <a:lnTo>
                    <a:pt x="17107" y="4711"/>
                  </a:lnTo>
                  <a:lnTo>
                    <a:pt x="17030" y="4827"/>
                  </a:lnTo>
                  <a:lnTo>
                    <a:pt x="16875" y="5059"/>
                  </a:lnTo>
                  <a:lnTo>
                    <a:pt x="16759" y="4905"/>
                  </a:lnTo>
                  <a:lnTo>
                    <a:pt x="16605" y="4789"/>
                  </a:lnTo>
                  <a:lnTo>
                    <a:pt x="16451" y="4673"/>
                  </a:lnTo>
                  <a:lnTo>
                    <a:pt x="16257" y="4634"/>
                  </a:lnTo>
                  <a:lnTo>
                    <a:pt x="16103" y="4634"/>
                  </a:lnTo>
                  <a:lnTo>
                    <a:pt x="15910" y="4673"/>
                  </a:lnTo>
                  <a:lnTo>
                    <a:pt x="15755" y="4750"/>
                  </a:lnTo>
                  <a:lnTo>
                    <a:pt x="15640" y="4827"/>
                  </a:lnTo>
                  <a:lnTo>
                    <a:pt x="15524" y="4982"/>
                  </a:lnTo>
                  <a:lnTo>
                    <a:pt x="15447" y="5136"/>
                  </a:lnTo>
                  <a:lnTo>
                    <a:pt x="15408" y="5291"/>
                  </a:lnTo>
                  <a:lnTo>
                    <a:pt x="15374" y="5460"/>
                  </a:lnTo>
                  <a:lnTo>
                    <a:pt x="15331" y="5329"/>
                  </a:lnTo>
                  <a:lnTo>
                    <a:pt x="15176" y="5175"/>
                  </a:lnTo>
                  <a:lnTo>
                    <a:pt x="15022" y="5059"/>
                  </a:lnTo>
                  <a:lnTo>
                    <a:pt x="14829" y="4982"/>
                  </a:lnTo>
                  <a:lnTo>
                    <a:pt x="14597" y="4943"/>
                  </a:lnTo>
                  <a:lnTo>
                    <a:pt x="14404" y="4943"/>
                  </a:lnTo>
                  <a:lnTo>
                    <a:pt x="14249" y="5020"/>
                  </a:lnTo>
                  <a:lnTo>
                    <a:pt x="14134" y="5098"/>
                  </a:lnTo>
                  <a:lnTo>
                    <a:pt x="14018" y="5175"/>
                  </a:lnTo>
                  <a:lnTo>
                    <a:pt x="13941" y="5291"/>
                  </a:lnTo>
                  <a:lnTo>
                    <a:pt x="13825" y="5522"/>
                  </a:lnTo>
                  <a:lnTo>
                    <a:pt x="13747" y="5831"/>
                  </a:lnTo>
                  <a:lnTo>
                    <a:pt x="13593" y="5754"/>
                  </a:lnTo>
                  <a:lnTo>
                    <a:pt x="13361" y="5677"/>
                  </a:lnTo>
                  <a:lnTo>
                    <a:pt x="13130" y="5677"/>
                  </a:lnTo>
                  <a:lnTo>
                    <a:pt x="12937" y="5715"/>
                  </a:lnTo>
                  <a:lnTo>
                    <a:pt x="12705" y="5831"/>
                  </a:lnTo>
                  <a:lnTo>
                    <a:pt x="12589" y="5947"/>
                  </a:lnTo>
                  <a:lnTo>
                    <a:pt x="12473" y="6063"/>
                  </a:lnTo>
                  <a:lnTo>
                    <a:pt x="12396" y="6217"/>
                  </a:lnTo>
                  <a:lnTo>
                    <a:pt x="12357" y="6333"/>
                  </a:lnTo>
                  <a:lnTo>
                    <a:pt x="12319" y="6526"/>
                  </a:lnTo>
                  <a:lnTo>
                    <a:pt x="12319" y="6681"/>
                  </a:lnTo>
                  <a:lnTo>
                    <a:pt x="12357" y="6835"/>
                  </a:lnTo>
                  <a:lnTo>
                    <a:pt x="12396" y="6990"/>
                  </a:lnTo>
                  <a:lnTo>
                    <a:pt x="12126" y="7028"/>
                  </a:lnTo>
                  <a:lnTo>
                    <a:pt x="11894" y="7106"/>
                  </a:lnTo>
                  <a:lnTo>
                    <a:pt x="11662" y="7221"/>
                  </a:lnTo>
                  <a:lnTo>
                    <a:pt x="11469" y="7376"/>
                  </a:lnTo>
                  <a:lnTo>
                    <a:pt x="11392" y="7530"/>
                  </a:lnTo>
                  <a:lnTo>
                    <a:pt x="11315" y="7685"/>
                  </a:lnTo>
                  <a:lnTo>
                    <a:pt x="11276" y="7839"/>
                  </a:lnTo>
                  <a:lnTo>
                    <a:pt x="11276" y="7994"/>
                  </a:lnTo>
                  <a:lnTo>
                    <a:pt x="11276" y="8148"/>
                  </a:lnTo>
                  <a:lnTo>
                    <a:pt x="11315" y="8303"/>
                  </a:lnTo>
                  <a:lnTo>
                    <a:pt x="11392" y="8457"/>
                  </a:lnTo>
                  <a:lnTo>
                    <a:pt x="11469" y="8573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20" y="9229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02"/>
                  </a:lnTo>
                  <a:lnTo>
                    <a:pt x="10851" y="10233"/>
                  </a:lnTo>
                  <a:lnTo>
                    <a:pt x="10620" y="10272"/>
                  </a:lnTo>
                  <a:lnTo>
                    <a:pt x="10388" y="10388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40" y="11006"/>
                  </a:lnTo>
                  <a:lnTo>
                    <a:pt x="10040" y="11237"/>
                  </a:lnTo>
                  <a:lnTo>
                    <a:pt x="10079" y="11469"/>
                  </a:lnTo>
                  <a:lnTo>
                    <a:pt x="10156" y="11701"/>
                  </a:lnTo>
                  <a:lnTo>
                    <a:pt x="9925" y="11739"/>
                  </a:lnTo>
                  <a:lnTo>
                    <a:pt x="9693" y="11817"/>
                  </a:lnTo>
                  <a:lnTo>
                    <a:pt x="9500" y="11971"/>
                  </a:lnTo>
                  <a:lnTo>
                    <a:pt x="9423" y="12087"/>
                  </a:lnTo>
                  <a:lnTo>
                    <a:pt x="9345" y="12203"/>
                  </a:lnTo>
                  <a:lnTo>
                    <a:pt x="9307" y="12319"/>
                  </a:lnTo>
                  <a:lnTo>
                    <a:pt x="9307" y="12473"/>
                  </a:lnTo>
                  <a:lnTo>
                    <a:pt x="9152" y="12357"/>
                  </a:lnTo>
                  <a:lnTo>
                    <a:pt x="9036" y="12319"/>
                  </a:lnTo>
                  <a:lnTo>
                    <a:pt x="8882" y="12280"/>
                  </a:lnTo>
                  <a:lnTo>
                    <a:pt x="8689" y="12280"/>
                  </a:lnTo>
                  <a:lnTo>
                    <a:pt x="8534" y="12319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48" y="12705"/>
                  </a:lnTo>
                  <a:lnTo>
                    <a:pt x="8071" y="12550"/>
                  </a:lnTo>
                  <a:lnTo>
                    <a:pt x="7994" y="12434"/>
                  </a:lnTo>
                  <a:lnTo>
                    <a:pt x="7839" y="12319"/>
                  </a:lnTo>
                  <a:lnTo>
                    <a:pt x="7724" y="12241"/>
                  </a:lnTo>
                  <a:lnTo>
                    <a:pt x="7453" y="12164"/>
                  </a:lnTo>
                  <a:lnTo>
                    <a:pt x="7222" y="12164"/>
                  </a:lnTo>
                  <a:lnTo>
                    <a:pt x="6990" y="12241"/>
                  </a:lnTo>
                  <a:lnTo>
                    <a:pt x="6758" y="12396"/>
                  </a:lnTo>
                  <a:lnTo>
                    <a:pt x="6758" y="12048"/>
                  </a:lnTo>
                  <a:lnTo>
                    <a:pt x="6720" y="11855"/>
                  </a:lnTo>
                  <a:lnTo>
                    <a:pt x="6681" y="11701"/>
                  </a:lnTo>
                  <a:lnTo>
                    <a:pt x="6604" y="11546"/>
                  </a:lnTo>
                  <a:lnTo>
                    <a:pt x="6488" y="11392"/>
                  </a:lnTo>
                  <a:lnTo>
                    <a:pt x="6372" y="11276"/>
                  </a:lnTo>
                  <a:lnTo>
                    <a:pt x="6218" y="11199"/>
                  </a:lnTo>
                  <a:lnTo>
                    <a:pt x="6063" y="11160"/>
                  </a:lnTo>
                  <a:lnTo>
                    <a:pt x="5870" y="11122"/>
                  </a:lnTo>
                  <a:lnTo>
                    <a:pt x="5677" y="11160"/>
                  </a:lnTo>
                  <a:lnTo>
                    <a:pt x="5523" y="11199"/>
                  </a:lnTo>
                  <a:lnTo>
                    <a:pt x="5523" y="10967"/>
                  </a:lnTo>
                  <a:lnTo>
                    <a:pt x="5445" y="10697"/>
                  </a:lnTo>
                  <a:lnTo>
                    <a:pt x="5291" y="10504"/>
                  </a:lnTo>
                  <a:lnTo>
                    <a:pt x="5214" y="10426"/>
                  </a:lnTo>
                  <a:lnTo>
                    <a:pt x="5098" y="10349"/>
                  </a:lnTo>
                  <a:lnTo>
                    <a:pt x="4943" y="10311"/>
                  </a:lnTo>
                  <a:lnTo>
                    <a:pt x="4673" y="10311"/>
                  </a:lnTo>
                  <a:lnTo>
                    <a:pt x="4519" y="10349"/>
                  </a:lnTo>
                  <a:lnTo>
                    <a:pt x="4519" y="10156"/>
                  </a:lnTo>
                  <a:lnTo>
                    <a:pt x="4480" y="9924"/>
                  </a:lnTo>
                  <a:lnTo>
                    <a:pt x="4364" y="9731"/>
                  </a:lnTo>
                  <a:lnTo>
                    <a:pt x="4210" y="9577"/>
                  </a:lnTo>
                  <a:lnTo>
                    <a:pt x="4055" y="9500"/>
                  </a:lnTo>
                  <a:lnTo>
                    <a:pt x="3901" y="9422"/>
                  </a:lnTo>
                  <a:lnTo>
                    <a:pt x="3553" y="9422"/>
                  </a:lnTo>
                  <a:lnTo>
                    <a:pt x="3399" y="9461"/>
                  </a:lnTo>
                  <a:lnTo>
                    <a:pt x="3244" y="9538"/>
                  </a:lnTo>
                  <a:lnTo>
                    <a:pt x="3128" y="9616"/>
                  </a:lnTo>
                  <a:lnTo>
                    <a:pt x="2974" y="9731"/>
                  </a:lnTo>
                  <a:lnTo>
                    <a:pt x="2974" y="9616"/>
                  </a:lnTo>
                  <a:lnTo>
                    <a:pt x="2897" y="9422"/>
                  </a:lnTo>
                  <a:lnTo>
                    <a:pt x="2742" y="9268"/>
                  </a:lnTo>
                  <a:lnTo>
                    <a:pt x="2588" y="9114"/>
                  </a:lnTo>
                  <a:lnTo>
                    <a:pt x="2433" y="9036"/>
                  </a:lnTo>
                  <a:lnTo>
                    <a:pt x="2202" y="8998"/>
                  </a:lnTo>
                  <a:lnTo>
                    <a:pt x="2009" y="8998"/>
                  </a:lnTo>
                  <a:lnTo>
                    <a:pt x="1815" y="9075"/>
                  </a:lnTo>
                  <a:lnTo>
                    <a:pt x="1661" y="9191"/>
                  </a:lnTo>
                  <a:lnTo>
                    <a:pt x="1545" y="9345"/>
                  </a:lnTo>
                  <a:lnTo>
                    <a:pt x="1429" y="9500"/>
                  </a:lnTo>
                  <a:lnTo>
                    <a:pt x="1352" y="9693"/>
                  </a:lnTo>
                  <a:lnTo>
                    <a:pt x="1352" y="9886"/>
                  </a:lnTo>
                  <a:lnTo>
                    <a:pt x="1120" y="9963"/>
                  </a:lnTo>
                  <a:lnTo>
                    <a:pt x="889" y="10040"/>
                  </a:lnTo>
                  <a:lnTo>
                    <a:pt x="696" y="10156"/>
                  </a:lnTo>
                  <a:lnTo>
                    <a:pt x="503" y="10311"/>
                  </a:lnTo>
                  <a:lnTo>
                    <a:pt x="348" y="10426"/>
                  </a:lnTo>
                  <a:lnTo>
                    <a:pt x="232" y="10581"/>
                  </a:lnTo>
                  <a:lnTo>
                    <a:pt x="78" y="10890"/>
                  </a:lnTo>
                  <a:lnTo>
                    <a:pt x="1" y="11199"/>
                  </a:lnTo>
                  <a:lnTo>
                    <a:pt x="1" y="11546"/>
                  </a:lnTo>
                  <a:lnTo>
                    <a:pt x="39" y="11894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8" y="12782"/>
                  </a:lnTo>
                  <a:lnTo>
                    <a:pt x="773" y="12898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13" y="13130"/>
                  </a:lnTo>
                  <a:lnTo>
                    <a:pt x="1700" y="13168"/>
                  </a:lnTo>
                  <a:lnTo>
                    <a:pt x="2086" y="13091"/>
                  </a:lnTo>
                  <a:lnTo>
                    <a:pt x="2472" y="12975"/>
                  </a:lnTo>
                  <a:lnTo>
                    <a:pt x="2781" y="12782"/>
                  </a:lnTo>
                  <a:lnTo>
                    <a:pt x="3090" y="12512"/>
                  </a:lnTo>
                  <a:lnTo>
                    <a:pt x="3360" y="12241"/>
                  </a:lnTo>
                  <a:lnTo>
                    <a:pt x="3592" y="12010"/>
                  </a:lnTo>
                  <a:lnTo>
                    <a:pt x="3515" y="11932"/>
                  </a:lnTo>
                  <a:lnTo>
                    <a:pt x="3515" y="11817"/>
                  </a:lnTo>
                  <a:lnTo>
                    <a:pt x="3437" y="11739"/>
                  </a:lnTo>
                  <a:lnTo>
                    <a:pt x="3321" y="11739"/>
                  </a:lnTo>
                  <a:lnTo>
                    <a:pt x="3283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8" y="12434"/>
                  </a:lnTo>
                  <a:lnTo>
                    <a:pt x="2317" y="12550"/>
                  </a:lnTo>
                  <a:lnTo>
                    <a:pt x="2009" y="12666"/>
                  </a:lnTo>
                  <a:lnTo>
                    <a:pt x="1738" y="12705"/>
                  </a:lnTo>
                  <a:lnTo>
                    <a:pt x="1429" y="12666"/>
                  </a:lnTo>
                  <a:lnTo>
                    <a:pt x="1120" y="12550"/>
                  </a:lnTo>
                  <a:lnTo>
                    <a:pt x="966" y="12434"/>
                  </a:lnTo>
                  <a:lnTo>
                    <a:pt x="812" y="12319"/>
                  </a:lnTo>
                  <a:lnTo>
                    <a:pt x="696" y="12203"/>
                  </a:lnTo>
                  <a:lnTo>
                    <a:pt x="580" y="12048"/>
                  </a:lnTo>
                  <a:lnTo>
                    <a:pt x="541" y="11855"/>
                  </a:lnTo>
                  <a:lnTo>
                    <a:pt x="503" y="11701"/>
                  </a:lnTo>
                  <a:lnTo>
                    <a:pt x="464" y="11546"/>
                  </a:lnTo>
                  <a:lnTo>
                    <a:pt x="464" y="11353"/>
                  </a:lnTo>
                  <a:lnTo>
                    <a:pt x="503" y="11199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35"/>
                  </a:lnTo>
                  <a:lnTo>
                    <a:pt x="889" y="10620"/>
                  </a:lnTo>
                  <a:lnTo>
                    <a:pt x="1043" y="10504"/>
                  </a:lnTo>
                  <a:lnTo>
                    <a:pt x="1236" y="10426"/>
                  </a:lnTo>
                  <a:lnTo>
                    <a:pt x="1429" y="10388"/>
                  </a:lnTo>
                  <a:lnTo>
                    <a:pt x="1700" y="10349"/>
                  </a:lnTo>
                  <a:lnTo>
                    <a:pt x="2279" y="10349"/>
                  </a:lnTo>
                  <a:lnTo>
                    <a:pt x="2588" y="10426"/>
                  </a:lnTo>
                  <a:lnTo>
                    <a:pt x="2858" y="10504"/>
                  </a:lnTo>
                  <a:lnTo>
                    <a:pt x="3128" y="10620"/>
                  </a:lnTo>
                  <a:lnTo>
                    <a:pt x="3630" y="10928"/>
                  </a:lnTo>
                  <a:lnTo>
                    <a:pt x="4132" y="11276"/>
                  </a:lnTo>
                  <a:lnTo>
                    <a:pt x="4634" y="11662"/>
                  </a:lnTo>
                  <a:lnTo>
                    <a:pt x="5523" y="12396"/>
                  </a:lnTo>
                  <a:lnTo>
                    <a:pt x="5870" y="12666"/>
                  </a:lnTo>
                  <a:lnTo>
                    <a:pt x="6256" y="12936"/>
                  </a:lnTo>
                  <a:lnTo>
                    <a:pt x="6681" y="13207"/>
                  </a:lnTo>
                  <a:lnTo>
                    <a:pt x="7106" y="13400"/>
                  </a:lnTo>
                  <a:lnTo>
                    <a:pt x="7530" y="13593"/>
                  </a:lnTo>
                  <a:lnTo>
                    <a:pt x="7994" y="13709"/>
                  </a:lnTo>
                  <a:lnTo>
                    <a:pt x="8419" y="13786"/>
                  </a:lnTo>
                  <a:lnTo>
                    <a:pt x="8921" y="13786"/>
                  </a:lnTo>
                  <a:lnTo>
                    <a:pt x="9345" y="13670"/>
                  </a:lnTo>
                  <a:lnTo>
                    <a:pt x="9693" y="13554"/>
                  </a:lnTo>
                  <a:lnTo>
                    <a:pt x="10040" y="13323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890" y="12473"/>
                  </a:lnTo>
                  <a:lnTo>
                    <a:pt x="11122" y="12087"/>
                  </a:lnTo>
                  <a:lnTo>
                    <a:pt x="11315" y="11739"/>
                  </a:lnTo>
                  <a:lnTo>
                    <a:pt x="11508" y="11199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6" y="9075"/>
                  </a:lnTo>
                  <a:lnTo>
                    <a:pt x="12319" y="8573"/>
                  </a:lnTo>
                  <a:lnTo>
                    <a:pt x="12589" y="8110"/>
                  </a:lnTo>
                  <a:lnTo>
                    <a:pt x="12937" y="7646"/>
                  </a:lnTo>
                  <a:lnTo>
                    <a:pt x="13245" y="7299"/>
                  </a:lnTo>
                  <a:lnTo>
                    <a:pt x="13632" y="6951"/>
                  </a:lnTo>
                  <a:lnTo>
                    <a:pt x="14018" y="6681"/>
                  </a:lnTo>
                  <a:lnTo>
                    <a:pt x="14443" y="6449"/>
                  </a:lnTo>
                  <a:lnTo>
                    <a:pt x="14867" y="6256"/>
                  </a:lnTo>
                  <a:lnTo>
                    <a:pt x="15331" y="6102"/>
                  </a:lnTo>
                  <a:lnTo>
                    <a:pt x="15794" y="5986"/>
                  </a:lnTo>
                  <a:lnTo>
                    <a:pt x="16296" y="5909"/>
                  </a:lnTo>
                  <a:lnTo>
                    <a:pt x="16875" y="5909"/>
                  </a:lnTo>
                  <a:lnTo>
                    <a:pt x="17455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565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2"/>
                  </a:lnTo>
                  <a:lnTo>
                    <a:pt x="21316" y="7608"/>
                  </a:lnTo>
                  <a:lnTo>
                    <a:pt x="21741" y="7723"/>
                  </a:lnTo>
                  <a:lnTo>
                    <a:pt x="22127" y="7762"/>
                  </a:lnTo>
                  <a:lnTo>
                    <a:pt x="22552" y="7723"/>
                  </a:lnTo>
                  <a:lnTo>
                    <a:pt x="22976" y="7646"/>
                  </a:lnTo>
                  <a:lnTo>
                    <a:pt x="23363" y="7492"/>
                  </a:lnTo>
                  <a:lnTo>
                    <a:pt x="23710" y="7260"/>
                  </a:lnTo>
                  <a:lnTo>
                    <a:pt x="24058" y="6990"/>
                  </a:lnTo>
                  <a:lnTo>
                    <a:pt x="24328" y="6642"/>
                  </a:lnTo>
                  <a:lnTo>
                    <a:pt x="24560" y="6295"/>
                  </a:lnTo>
                  <a:lnTo>
                    <a:pt x="24753" y="5909"/>
                  </a:lnTo>
                  <a:lnTo>
                    <a:pt x="24869" y="5484"/>
                  </a:lnTo>
                  <a:lnTo>
                    <a:pt x="24946" y="5059"/>
                  </a:lnTo>
                  <a:lnTo>
                    <a:pt x="24984" y="4634"/>
                  </a:lnTo>
                  <a:lnTo>
                    <a:pt x="24984" y="4171"/>
                  </a:lnTo>
                  <a:lnTo>
                    <a:pt x="24946" y="3707"/>
                  </a:lnTo>
                  <a:lnTo>
                    <a:pt x="24869" y="3283"/>
                  </a:lnTo>
                  <a:lnTo>
                    <a:pt x="24753" y="2819"/>
                  </a:lnTo>
                  <a:lnTo>
                    <a:pt x="24637" y="2395"/>
                  </a:lnTo>
                  <a:lnTo>
                    <a:pt x="24444" y="1970"/>
                  </a:lnTo>
                  <a:lnTo>
                    <a:pt x="24251" y="1545"/>
                  </a:lnTo>
                  <a:lnTo>
                    <a:pt x="24019" y="1159"/>
                  </a:lnTo>
                  <a:lnTo>
                    <a:pt x="23787" y="811"/>
                  </a:lnTo>
                  <a:lnTo>
                    <a:pt x="23942" y="348"/>
                  </a:lnTo>
                  <a:lnTo>
                    <a:pt x="23556" y="232"/>
                  </a:lnTo>
                  <a:lnTo>
                    <a:pt x="23170" y="78"/>
                  </a:lnTo>
                  <a:lnTo>
                    <a:pt x="23131" y="39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2"/>
            <p:cNvSpPr/>
            <p:nvPr/>
          </p:nvSpPr>
          <p:spPr>
            <a:xfrm>
              <a:off x="5955050" y="3275975"/>
              <a:ext cx="152550" cy="277075"/>
            </a:xfrm>
            <a:custGeom>
              <a:avLst/>
              <a:gdLst/>
              <a:ahLst/>
              <a:cxnLst/>
              <a:rect l="l" t="t" r="r" b="b"/>
              <a:pathLst>
                <a:path w="6102" h="11083" extrusionOk="0">
                  <a:moveTo>
                    <a:pt x="3553" y="0"/>
                  </a:moveTo>
                  <a:lnTo>
                    <a:pt x="3398" y="463"/>
                  </a:lnTo>
                  <a:lnTo>
                    <a:pt x="3746" y="656"/>
                  </a:lnTo>
                  <a:lnTo>
                    <a:pt x="4093" y="888"/>
                  </a:lnTo>
                  <a:lnTo>
                    <a:pt x="4364" y="1158"/>
                  </a:lnTo>
                  <a:lnTo>
                    <a:pt x="4634" y="1467"/>
                  </a:lnTo>
                  <a:lnTo>
                    <a:pt x="4866" y="1776"/>
                  </a:lnTo>
                  <a:lnTo>
                    <a:pt x="5059" y="2124"/>
                  </a:lnTo>
                  <a:lnTo>
                    <a:pt x="5213" y="2471"/>
                  </a:lnTo>
                  <a:lnTo>
                    <a:pt x="5368" y="2819"/>
                  </a:lnTo>
                  <a:lnTo>
                    <a:pt x="5445" y="3205"/>
                  </a:lnTo>
                  <a:lnTo>
                    <a:pt x="5522" y="3630"/>
                  </a:lnTo>
                  <a:lnTo>
                    <a:pt x="5561" y="4016"/>
                  </a:lnTo>
                  <a:lnTo>
                    <a:pt x="5561" y="4441"/>
                  </a:lnTo>
                  <a:lnTo>
                    <a:pt x="5561" y="4827"/>
                  </a:lnTo>
                  <a:lnTo>
                    <a:pt x="5522" y="5252"/>
                  </a:lnTo>
                  <a:lnTo>
                    <a:pt x="5406" y="5638"/>
                  </a:lnTo>
                  <a:lnTo>
                    <a:pt x="5290" y="6024"/>
                  </a:lnTo>
                  <a:lnTo>
                    <a:pt x="5136" y="6449"/>
                  </a:lnTo>
                  <a:lnTo>
                    <a:pt x="4943" y="6873"/>
                  </a:lnTo>
                  <a:lnTo>
                    <a:pt x="4711" y="7298"/>
                  </a:lnTo>
                  <a:lnTo>
                    <a:pt x="4480" y="7684"/>
                  </a:lnTo>
                  <a:lnTo>
                    <a:pt x="4209" y="8070"/>
                  </a:lnTo>
                  <a:lnTo>
                    <a:pt x="3900" y="8418"/>
                  </a:lnTo>
                  <a:lnTo>
                    <a:pt x="3591" y="8727"/>
                  </a:lnTo>
                  <a:lnTo>
                    <a:pt x="3244" y="9036"/>
                  </a:lnTo>
                  <a:lnTo>
                    <a:pt x="2896" y="9345"/>
                  </a:lnTo>
                  <a:lnTo>
                    <a:pt x="2549" y="9615"/>
                  </a:lnTo>
                  <a:lnTo>
                    <a:pt x="2124" y="9847"/>
                  </a:lnTo>
                  <a:lnTo>
                    <a:pt x="1738" y="10078"/>
                  </a:lnTo>
                  <a:lnTo>
                    <a:pt x="1313" y="10272"/>
                  </a:lnTo>
                  <a:lnTo>
                    <a:pt x="888" y="10426"/>
                  </a:lnTo>
                  <a:lnTo>
                    <a:pt x="464" y="10542"/>
                  </a:lnTo>
                  <a:lnTo>
                    <a:pt x="0" y="10658"/>
                  </a:lnTo>
                  <a:lnTo>
                    <a:pt x="77" y="11082"/>
                  </a:lnTo>
                  <a:lnTo>
                    <a:pt x="579" y="10967"/>
                  </a:lnTo>
                  <a:lnTo>
                    <a:pt x="1081" y="10851"/>
                  </a:lnTo>
                  <a:lnTo>
                    <a:pt x="1583" y="10696"/>
                  </a:lnTo>
                  <a:lnTo>
                    <a:pt x="2047" y="10465"/>
                  </a:lnTo>
                  <a:lnTo>
                    <a:pt x="2510" y="10233"/>
                  </a:lnTo>
                  <a:lnTo>
                    <a:pt x="2935" y="9963"/>
                  </a:lnTo>
                  <a:lnTo>
                    <a:pt x="3360" y="9654"/>
                  </a:lnTo>
                  <a:lnTo>
                    <a:pt x="3784" y="9306"/>
                  </a:lnTo>
                  <a:lnTo>
                    <a:pt x="4132" y="8959"/>
                  </a:lnTo>
                  <a:lnTo>
                    <a:pt x="4480" y="8572"/>
                  </a:lnTo>
                  <a:lnTo>
                    <a:pt x="4788" y="8148"/>
                  </a:lnTo>
                  <a:lnTo>
                    <a:pt x="5097" y="7723"/>
                  </a:lnTo>
                  <a:lnTo>
                    <a:pt x="5329" y="7260"/>
                  </a:lnTo>
                  <a:lnTo>
                    <a:pt x="5561" y="6796"/>
                  </a:lnTo>
                  <a:lnTo>
                    <a:pt x="5754" y="6294"/>
                  </a:lnTo>
                  <a:lnTo>
                    <a:pt x="5908" y="5792"/>
                  </a:lnTo>
                  <a:lnTo>
                    <a:pt x="5986" y="5367"/>
                  </a:lnTo>
                  <a:lnTo>
                    <a:pt x="6063" y="4943"/>
                  </a:lnTo>
                  <a:lnTo>
                    <a:pt x="6101" y="4518"/>
                  </a:lnTo>
                  <a:lnTo>
                    <a:pt x="6063" y="4093"/>
                  </a:lnTo>
                  <a:lnTo>
                    <a:pt x="6024" y="3668"/>
                  </a:lnTo>
                  <a:lnTo>
                    <a:pt x="5986" y="3244"/>
                  </a:lnTo>
                  <a:lnTo>
                    <a:pt x="5870" y="2858"/>
                  </a:lnTo>
                  <a:lnTo>
                    <a:pt x="5715" y="2433"/>
                  </a:lnTo>
                  <a:lnTo>
                    <a:pt x="5561" y="2047"/>
                  </a:lnTo>
                  <a:lnTo>
                    <a:pt x="5368" y="1699"/>
                  </a:lnTo>
                  <a:lnTo>
                    <a:pt x="5136" y="1352"/>
                  </a:lnTo>
                  <a:lnTo>
                    <a:pt x="4866" y="1043"/>
                  </a:lnTo>
                  <a:lnTo>
                    <a:pt x="4595" y="734"/>
                  </a:lnTo>
                  <a:lnTo>
                    <a:pt x="4286" y="463"/>
                  </a:lnTo>
                  <a:lnTo>
                    <a:pt x="3939" y="232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2"/>
            <p:cNvSpPr/>
            <p:nvPr/>
          </p:nvSpPr>
          <p:spPr>
            <a:xfrm>
              <a:off x="369400" y="3292375"/>
              <a:ext cx="35750" cy="31875"/>
            </a:xfrm>
            <a:custGeom>
              <a:avLst/>
              <a:gdLst/>
              <a:ahLst/>
              <a:cxnLst/>
              <a:rect l="l" t="t" r="r" b="b"/>
              <a:pathLst>
                <a:path w="1430" h="1275" extrusionOk="0">
                  <a:moveTo>
                    <a:pt x="618" y="0"/>
                  </a:moveTo>
                  <a:lnTo>
                    <a:pt x="425" y="39"/>
                  </a:lnTo>
                  <a:lnTo>
                    <a:pt x="271" y="116"/>
                  </a:lnTo>
                  <a:lnTo>
                    <a:pt x="116" y="271"/>
                  </a:lnTo>
                  <a:lnTo>
                    <a:pt x="39" y="464"/>
                  </a:lnTo>
                  <a:lnTo>
                    <a:pt x="1" y="657"/>
                  </a:lnTo>
                  <a:lnTo>
                    <a:pt x="39" y="850"/>
                  </a:lnTo>
                  <a:lnTo>
                    <a:pt x="116" y="1004"/>
                  </a:lnTo>
                  <a:lnTo>
                    <a:pt x="271" y="1159"/>
                  </a:lnTo>
                  <a:lnTo>
                    <a:pt x="425" y="1236"/>
                  </a:lnTo>
                  <a:lnTo>
                    <a:pt x="618" y="1275"/>
                  </a:lnTo>
                  <a:lnTo>
                    <a:pt x="812" y="1236"/>
                  </a:lnTo>
                  <a:lnTo>
                    <a:pt x="850" y="1198"/>
                  </a:lnTo>
                  <a:lnTo>
                    <a:pt x="889" y="1120"/>
                  </a:lnTo>
                  <a:lnTo>
                    <a:pt x="812" y="1043"/>
                  </a:lnTo>
                  <a:lnTo>
                    <a:pt x="734" y="1004"/>
                  </a:lnTo>
                  <a:lnTo>
                    <a:pt x="657" y="1004"/>
                  </a:lnTo>
                  <a:lnTo>
                    <a:pt x="541" y="966"/>
                  </a:lnTo>
                  <a:lnTo>
                    <a:pt x="464" y="889"/>
                  </a:lnTo>
                  <a:lnTo>
                    <a:pt x="425" y="811"/>
                  </a:lnTo>
                  <a:lnTo>
                    <a:pt x="387" y="696"/>
                  </a:lnTo>
                  <a:lnTo>
                    <a:pt x="425" y="618"/>
                  </a:lnTo>
                  <a:lnTo>
                    <a:pt x="464" y="502"/>
                  </a:lnTo>
                  <a:lnTo>
                    <a:pt x="541" y="425"/>
                  </a:lnTo>
                  <a:lnTo>
                    <a:pt x="618" y="387"/>
                  </a:lnTo>
                  <a:lnTo>
                    <a:pt x="812" y="387"/>
                  </a:lnTo>
                  <a:lnTo>
                    <a:pt x="927" y="464"/>
                  </a:lnTo>
                  <a:lnTo>
                    <a:pt x="1082" y="618"/>
                  </a:lnTo>
                  <a:lnTo>
                    <a:pt x="1198" y="657"/>
                  </a:lnTo>
                  <a:lnTo>
                    <a:pt x="1275" y="696"/>
                  </a:lnTo>
                  <a:lnTo>
                    <a:pt x="1352" y="696"/>
                  </a:lnTo>
                  <a:lnTo>
                    <a:pt x="1391" y="657"/>
                  </a:lnTo>
                  <a:lnTo>
                    <a:pt x="1429" y="541"/>
                  </a:lnTo>
                  <a:lnTo>
                    <a:pt x="1391" y="464"/>
                  </a:lnTo>
                  <a:lnTo>
                    <a:pt x="1352" y="348"/>
                  </a:lnTo>
                  <a:lnTo>
                    <a:pt x="1198" y="194"/>
                  </a:lnTo>
                  <a:lnTo>
                    <a:pt x="1005" y="78"/>
                  </a:lnTo>
                  <a:lnTo>
                    <a:pt x="81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2"/>
            <p:cNvSpPr/>
            <p:nvPr/>
          </p:nvSpPr>
          <p:spPr>
            <a:xfrm>
              <a:off x="6549700" y="3335825"/>
              <a:ext cx="85000" cy="94625"/>
            </a:xfrm>
            <a:custGeom>
              <a:avLst/>
              <a:gdLst/>
              <a:ahLst/>
              <a:cxnLst/>
              <a:rect l="l" t="t" r="r" b="b"/>
              <a:pathLst>
                <a:path w="3400" h="3785" extrusionOk="0">
                  <a:moveTo>
                    <a:pt x="78" y="0"/>
                  </a:moveTo>
                  <a:lnTo>
                    <a:pt x="1" y="77"/>
                  </a:lnTo>
                  <a:lnTo>
                    <a:pt x="1" y="116"/>
                  </a:lnTo>
                  <a:lnTo>
                    <a:pt x="349" y="888"/>
                  </a:lnTo>
                  <a:lnTo>
                    <a:pt x="812" y="1661"/>
                  </a:lnTo>
                  <a:lnTo>
                    <a:pt x="1275" y="2394"/>
                  </a:lnTo>
                  <a:lnTo>
                    <a:pt x="1739" y="3089"/>
                  </a:lnTo>
                  <a:lnTo>
                    <a:pt x="2009" y="3437"/>
                  </a:lnTo>
                  <a:lnTo>
                    <a:pt x="2202" y="3553"/>
                  </a:lnTo>
                  <a:lnTo>
                    <a:pt x="2395" y="3669"/>
                  </a:lnTo>
                  <a:lnTo>
                    <a:pt x="2588" y="3746"/>
                  </a:lnTo>
                  <a:lnTo>
                    <a:pt x="2781" y="3784"/>
                  </a:lnTo>
                  <a:lnTo>
                    <a:pt x="3013" y="3707"/>
                  </a:lnTo>
                  <a:lnTo>
                    <a:pt x="3206" y="3591"/>
                  </a:lnTo>
                  <a:lnTo>
                    <a:pt x="3322" y="3437"/>
                  </a:lnTo>
                  <a:lnTo>
                    <a:pt x="3399" y="3244"/>
                  </a:lnTo>
                  <a:lnTo>
                    <a:pt x="3399" y="3089"/>
                  </a:lnTo>
                  <a:lnTo>
                    <a:pt x="3399" y="2896"/>
                  </a:lnTo>
                  <a:lnTo>
                    <a:pt x="3360" y="2703"/>
                  </a:lnTo>
                  <a:lnTo>
                    <a:pt x="3283" y="2510"/>
                  </a:lnTo>
                  <a:lnTo>
                    <a:pt x="3129" y="2163"/>
                  </a:lnTo>
                  <a:lnTo>
                    <a:pt x="2936" y="2240"/>
                  </a:lnTo>
                  <a:lnTo>
                    <a:pt x="3052" y="2587"/>
                  </a:lnTo>
                  <a:lnTo>
                    <a:pt x="3090" y="2742"/>
                  </a:lnTo>
                  <a:lnTo>
                    <a:pt x="3129" y="2858"/>
                  </a:lnTo>
                  <a:lnTo>
                    <a:pt x="2897" y="3012"/>
                  </a:lnTo>
                  <a:lnTo>
                    <a:pt x="2665" y="3128"/>
                  </a:lnTo>
                  <a:lnTo>
                    <a:pt x="2511" y="3205"/>
                  </a:lnTo>
                  <a:lnTo>
                    <a:pt x="2318" y="3205"/>
                  </a:lnTo>
                  <a:lnTo>
                    <a:pt x="2202" y="3167"/>
                  </a:lnTo>
                  <a:lnTo>
                    <a:pt x="2048" y="3089"/>
                  </a:lnTo>
                  <a:lnTo>
                    <a:pt x="1932" y="2935"/>
                  </a:lnTo>
                  <a:lnTo>
                    <a:pt x="1855" y="2742"/>
                  </a:lnTo>
                  <a:lnTo>
                    <a:pt x="1700" y="2510"/>
                  </a:lnTo>
                  <a:lnTo>
                    <a:pt x="1082" y="1506"/>
                  </a:lnTo>
                  <a:lnTo>
                    <a:pt x="619" y="772"/>
                  </a:lnTo>
                  <a:lnTo>
                    <a:pt x="387" y="386"/>
                  </a:lnTo>
                  <a:lnTo>
                    <a:pt x="117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2"/>
            <p:cNvSpPr/>
            <p:nvPr/>
          </p:nvSpPr>
          <p:spPr>
            <a:xfrm>
              <a:off x="2268300" y="338120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70"/>
                  </a:lnTo>
                  <a:lnTo>
                    <a:pt x="1120" y="463"/>
                  </a:lnTo>
                  <a:lnTo>
                    <a:pt x="850" y="656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64"/>
                  </a:lnTo>
                  <a:lnTo>
                    <a:pt x="0" y="3051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90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68"/>
                  </a:lnTo>
                  <a:lnTo>
                    <a:pt x="502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815"/>
                  </a:lnTo>
                  <a:lnTo>
                    <a:pt x="888" y="1583"/>
                  </a:lnTo>
                  <a:lnTo>
                    <a:pt x="1043" y="1352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2"/>
                  </a:lnTo>
                  <a:lnTo>
                    <a:pt x="1892" y="656"/>
                  </a:lnTo>
                  <a:lnTo>
                    <a:pt x="2124" y="579"/>
                  </a:lnTo>
                  <a:lnTo>
                    <a:pt x="2433" y="541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2"/>
                  </a:lnTo>
                  <a:lnTo>
                    <a:pt x="3360" y="965"/>
                  </a:lnTo>
                  <a:lnTo>
                    <a:pt x="3514" y="1158"/>
                  </a:lnTo>
                  <a:lnTo>
                    <a:pt x="3591" y="1390"/>
                  </a:lnTo>
                  <a:lnTo>
                    <a:pt x="3668" y="1660"/>
                  </a:lnTo>
                  <a:lnTo>
                    <a:pt x="4132" y="1583"/>
                  </a:lnTo>
                  <a:lnTo>
                    <a:pt x="4016" y="1197"/>
                  </a:lnTo>
                  <a:lnTo>
                    <a:pt x="3823" y="811"/>
                  </a:lnTo>
                  <a:lnTo>
                    <a:pt x="3630" y="541"/>
                  </a:lnTo>
                  <a:lnTo>
                    <a:pt x="3398" y="270"/>
                  </a:lnTo>
                  <a:lnTo>
                    <a:pt x="3244" y="193"/>
                  </a:lnTo>
                  <a:lnTo>
                    <a:pt x="3089" y="116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2"/>
            <p:cNvSpPr/>
            <p:nvPr/>
          </p:nvSpPr>
          <p:spPr>
            <a:xfrm>
              <a:off x="2133125" y="3382150"/>
              <a:ext cx="437350" cy="302200"/>
            </a:xfrm>
            <a:custGeom>
              <a:avLst/>
              <a:gdLst/>
              <a:ahLst/>
              <a:cxnLst/>
              <a:rect l="l" t="t" r="r" b="b"/>
              <a:pathLst>
                <a:path w="17494" h="12088" extrusionOk="0">
                  <a:moveTo>
                    <a:pt x="12087" y="541"/>
                  </a:moveTo>
                  <a:lnTo>
                    <a:pt x="12203" y="580"/>
                  </a:lnTo>
                  <a:lnTo>
                    <a:pt x="12319" y="657"/>
                  </a:lnTo>
                  <a:lnTo>
                    <a:pt x="12628" y="889"/>
                  </a:lnTo>
                  <a:lnTo>
                    <a:pt x="12898" y="1159"/>
                  </a:lnTo>
                  <a:lnTo>
                    <a:pt x="13130" y="1507"/>
                  </a:lnTo>
                  <a:lnTo>
                    <a:pt x="13323" y="1893"/>
                  </a:lnTo>
                  <a:lnTo>
                    <a:pt x="13478" y="2279"/>
                  </a:lnTo>
                  <a:lnTo>
                    <a:pt x="13632" y="2665"/>
                  </a:lnTo>
                  <a:lnTo>
                    <a:pt x="13825" y="3476"/>
                  </a:lnTo>
                  <a:lnTo>
                    <a:pt x="13091" y="3013"/>
                  </a:lnTo>
                  <a:lnTo>
                    <a:pt x="12705" y="2781"/>
                  </a:lnTo>
                  <a:lnTo>
                    <a:pt x="12358" y="2511"/>
                  </a:lnTo>
                  <a:lnTo>
                    <a:pt x="12010" y="2124"/>
                  </a:lnTo>
                  <a:lnTo>
                    <a:pt x="11817" y="1931"/>
                  </a:lnTo>
                  <a:lnTo>
                    <a:pt x="11663" y="1738"/>
                  </a:lnTo>
                  <a:lnTo>
                    <a:pt x="11508" y="1429"/>
                  </a:lnTo>
                  <a:lnTo>
                    <a:pt x="11431" y="1082"/>
                  </a:lnTo>
                  <a:lnTo>
                    <a:pt x="11663" y="734"/>
                  </a:lnTo>
                  <a:lnTo>
                    <a:pt x="11779" y="618"/>
                  </a:lnTo>
                  <a:lnTo>
                    <a:pt x="11856" y="541"/>
                  </a:lnTo>
                  <a:close/>
                  <a:moveTo>
                    <a:pt x="16296" y="1622"/>
                  </a:moveTo>
                  <a:lnTo>
                    <a:pt x="16412" y="1661"/>
                  </a:lnTo>
                  <a:lnTo>
                    <a:pt x="16490" y="1738"/>
                  </a:lnTo>
                  <a:lnTo>
                    <a:pt x="16567" y="1854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56"/>
                  </a:lnTo>
                  <a:lnTo>
                    <a:pt x="16605" y="2511"/>
                  </a:lnTo>
                  <a:lnTo>
                    <a:pt x="16528" y="2704"/>
                  </a:lnTo>
                  <a:lnTo>
                    <a:pt x="16412" y="2820"/>
                  </a:lnTo>
                  <a:lnTo>
                    <a:pt x="16296" y="2974"/>
                  </a:lnTo>
                  <a:lnTo>
                    <a:pt x="15949" y="3206"/>
                  </a:lnTo>
                  <a:lnTo>
                    <a:pt x="15563" y="3399"/>
                  </a:lnTo>
                  <a:lnTo>
                    <a:pt x="15138" y="3553"/>
                  </a:lnTo>
                  <a:lnTo>
                    <a:pt x="14713" y="3669"/>
                  </a:lnTo>
                  <a:lnTo>
                    <a:pt x="14366" y="3746"/>
                  </a:lnTo>
                  <a:lnTo>
                    <a:pt x="14482" y="3360"/>
                  </a:lnTo>
                  <a:lnTo>
                    <a:pt x="14636" y="2974"/>
                  </a:lnTo>
                  <a:lnTo>
                    <a:pt x="14829" y="2626"/>
                  </a:lnTo>
                  <a:lnTo>
                    <a:pt x="15099" y="2279"/>
                  </a:lnTo>
                  <a:lnTo>
                    <a:pt x="15408" y="1970"/>
                  </a:lnTo>
                  <a:lnTo>
                    <a:pt x="15640" y="1816"/>
                  </a:lnTo>
                  <a:lnTo>
                    <a:pt x="15872" y="1700"/>
                  </a:lnTo>
                  <a:lnTo>
                    <a:pt x="16103" y="1622"/>
                  </a:lnTo>
                  <a:close/>
                  <a:moveTo>
                    <a:pt x="13864" y="4287"/>
                  </a:moveTo>
                  <a:lnTo>
                    <a:pt x="13671" y="4557"/>
                  </a:lnTo>
                  <a:lnTo>
                    <a:pt x="13478" y="4789"/>
                  </a:lnTo>
                  <a:lnTo>
                    <a:pt x="13246" y="5021"/>
                  </a:lnTo>
                  <a:lnTo>
                    <a:pt x="13014" y="5252"/>
                  </a:lnTo>
                  <a:lnTo>
                    <a:pt x="12667" y="5484"/>
                  </a:lnTo>
                  <a:lnTo>
                    <a:pt x="12165" y="5793"/>
                  </a:lnTo>
                  <a:lnTo>
                    <a:pt x="11894" y="5909"/>
                  </a:lnTo>
                  <a:lnTo>
                    <a:pt x="11624" y="5986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5" y="5870"/>
                  </a:lnTo>
                  <a:lnTo>
                    <a:pt x="10968" y="5793"/>
                  </a:lnTo>
                  <a:lnTo>
                    <a:pt x="10929" y="5716"/>
                  </a:lnTo>
                  <a:lnTo>
                    <a:pt x="10890" y="5638"/>
                  </a:lnTo>
                  <a:lnTo>
                    <a:pt x="10890" y="5445"/>
                  </a:lnTo>
                  <a:lnTo>
                    <a:pt x="10968" y="5291"/>
                  </a:lnTo>
                  <a:lnTo>
                    <a:pt x="11122" y="5098"/>
                  </a:lnTo>
                  <a:lnTo>
                    <a:pt x="11277" y="4982"/>
                  </a:lnTo>
                  <a:lnTo>
                    <a:pt x="11547" y="4750"/>
                  </a:lnTo>
                  <a:lnTo>
                    <a:pt x="11817" y="4673"/>
                  </a:lnTo>
                  <a:lnTo>
                    <a:pt x="12087" y="4557"/>
                  </a:lnTo>
                  <a:lnTo>
                    <a:pt x="12628" y="4480"/>
                  </a:lnTo>
                  <a:lnTo>
                    <a:pt x="13246" y="4403"/>
                  </a:lnTo>
                  <a:lnTo>
                    <a:pt x="13555" y="4364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96"/>
                  </a:lnTo>
                  <a:lnTo>
                    <a:pt x="15408" y="4789"/>
                  </a:lnTo>
                  <a:lnTo>
                    <a:pt x="15717" y="4982"/>
                  </a:lnTo>
                  <a:lnTo>
                    <a:pt x="15910" y="5136"/>
                  </a:lnTo>
                  <a:lnTo>
                    <a:pt x="16142" y="5407"/>
                  </a:lnTo>
                  <a:lnTo>
                    <a:pt x="16412" y="5677"/>
                  </a:lnTo>
                  <a:lnTo>
                    <a:pt x="16644" y="6025"/>
                  </a:lnTo>
                  <a:lnTo>
                    <a:pt x="16876" y="6333"/>
                  </a:lnTo>
                  <a:lnTo>
                    <a:pt x="16992" y="6681"/>
                  </a:lnTo>
                  <a:lnTo>
                    <a:pt x="16992" y="6835"/>
                  </a:lnTo>
                  <a:lnTo>
                    <a:pt x="16992" y="6990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374" y="7337"/>
                  </a:lnTo>
                  <a:lnTo>
                    <a:pt x="16142" y="7222"/>
                  </a:lnTo>
                  <a:lnTo>
                    <a:pt x="15872" y="7029"/>
                  </a:lnTo>
                  <a:lnTo>
                    <a:pt x="15601" y="6835"/>
                  </a:lnTo>
                  <a:lnTo>
                    <a:pt x="15370" y="6565"/>
                  </a:lnTo>
                  <a:lnTo>
                    <a:pt x="15061" y="6179"/>
                  </a:lnTo>
                  <a:lnTo>
                    <a:pt x="14829" y="5716"/>
                  </a:lnTo>
                  <a:lnTo>
                    <a:pt x="14636" y="5252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78"/>
                  </a:lnTo>
                  <a:lnTo>
                    <a:pt x="11470" y="116"/>
                  </a:lnTo>
                  <a:lnTo>
                    <a:pt x="11354" y="232"/>
                  </a:lnTo>
                  <a:lnTo>
                    <a:pt x="11161" y="425"/>
                  </a:lnTo>
                  <a:lnTo>
                    <a:pt x="11006" y="618"/>
                  </a:lnTo>
                  <a:lnTo>
                    <a:pt x="10929" y="812"/>
                  </a:lnTo>
                  <a:lnTo>
                    <a:pt x="10929" y="1043"/>
                  </a:lnTo>
                  <a:lnTo>
                    <a:pt x="10929" y="1236"/>
                  </a:lnTo>
                  <a:lnTo>
                    <a:pt x="11006" y="1468"/>
                  </a:lnTo>
                  <a:lnTo>
                    <a:pt x="11083" y="1700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2" y="2742"/>
                  </a:lnTo>
                  <a:lnTo>
                    <a:pt x="12396" y="3090"/>
                  </a:lnTo>
                  <a:lnTo>
                    <a:pt x="12860" y="3437"/>
                  </a:lnTo>
                  <a:lnTo>
                    <a:pt x="12860" y="3437"/>
                  </a:lnTo>
                  <a:lnTo>
                    <a:pt x="12049" y="3322"/>
                  </a:lnTo>
                  <a:lnTo>
                    <a:pt x="11199" y="3283"/>
                  </a:lnTo>
                  <a:lnTo>
                    <a:pt x="10388" y="3360"/>
                  </a:lnTo>
                  <a:lnTo>
                    <a:pt x="9616" y="3476"/>
                  </a:lnTo>
                  <a:lnTo>
                    <a:pt x="9655" y="3013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45"/>
                  </a:lnTo>
                  <a:lnTo>
                    <a:pt x="9075" y="1622"/>
                  </a:lnTo>
                  <a:lnTo>
                    <a:pt x="9153" y="2124"/>
                  </a:lnTo>
                  <a:lnTo>
                    <a:pt x="9153" y="2626"/>
                  </a:lnTo>
                  <a:lnTo>
                    <a:pt x="9153" y="3090"/>
                  </a:lnTo>
                  <a:lnTo>
                    <a:pt x="9075" y="3515"/>
                  </a:lnTo>
                  <a:lnTo>
                    <a:pt x="9075" y="3630"/>
                  </a:lnTo>
                  <a:lnTo>
                    <a:pt x="8226" y="3901"/>
                  </a:lnTo>
                  <a:lnTo>
                    <a:pt x="7415" y="4287"/>
                  </a:lnTo>
                  <a:lnTo>
                    <a:pt x="6604" y="4750"/>
                  </a:lnTo>
                  <a:lnTo>
                    <a:pt x="5832" y="5252"/>
                  </a:lnTo>
                  <a:lnTo>
                    <a:pt x="5407" y="5252"/>
                  </a:lnTo>
                  <a:lnTo>
                    <a:pt x="5407" y="5561"/>
                  </a:lnTo>
                  <a:lnTo>
                    <a:pt x="4596" y="6218"/>
                  </a:lnTo>
                  <a:lnTo>
                    <a:pt x="3824" y="6951"/>
                  </a:lnTo>
                  <a:lnTo>
                    <a:pt x="3090" y="7724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56"/>
                  </a:lnTo>
                  <a:lnTo>
                    <a:pt x="542" y="10967"/>
                  </a:lnTo>
                  <a:lnTo>
                    <a:pt x="1" y="11817"/>
                  </a:lnTo>
                  <a:lnTo>
                    <a:pt x="349" y="12087"/>
                  </a:lnTo>
                  <a:lnTo>
                    <a:pt x="1546" y="10542"/>
                  </a:lnTo>
                  <a:lnTo>
                    <a:pt x="2743" y="8998"/>
                  </a:lnTo>
                  <a:lnTo>
                    <a:pt x="3360" y="8226"/>
                  </a:lnTo>
                  <a:lnTo>
                    <a:pt x="4017" y="7531"/>
                  </a:lnTo>
                  <a:lnTo>
                    <a:pt x="4712" y="6835"/>
                  </a:lnTo>
                  <a:lnTo>
                    <a:pt x="5484" y="6179"/>
                  </a:lnTo>
                  <a:lnTo>
                    <a:pt x="6257" y="5600"/>
                  </a:lnTo>
                  <a:lnTo>
                    <a:pt x="7106" y="5059"/>
                  </a:lnTo>
                  <a:lnTo>
                    <a:pt x="7994" y="4634"/>
                  </a:lnTo>
                  <a:lnTo>
                    <a:pt x="8458" y="4441"/>
                  </a:lnTo>
                  <a:lnTo>
                    <a:pt x="8921" y="4287"/>
                  </a:lnTo>
                  <a:lnTo>
                    <a:pt x="9423" y="4132"/>
                  </a:lnTo>
                  <a:lnTo>
                    <a:pt x="9886" y="4017"/>
                  </a:lnTo>
                  <a:lnTo>
                    <a:pt x="10388" y="3939"/>
                  </a:lnTo>
                  <a:lnTo>
                    <a:pt x="10852" y="3862"/>
                  </a:lnTo>
                  <a:lnTo>
                    <a:pt x="11354" y="3823"/>
                  </a:lnTo>
                  <a:lnTo>
                    <a:pt x="11856" y="3823"/>
                  </a:lnTo>
                  <a:lnTo>
                    <a:pt x="12358" y="3862"/>
                  </a:lnTo>
                  <a:lnTo>
                    <a:pt x="12860" y="3939"/>
                  </a:lnTo>
                  <a:lnTo>
                    <a:pt x="12358" y="4017"/>
                  </a:lnTo>
                  <a:lnTo>
                    <a:pt x="11856" y="4132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57"/>
                  </a:lnTo>
                  <a:lnTo>
                    <a:pt x="10852" y="4712"/>
                  </a:lnTo>
                  <a:lnTo>
                    <a:pt x="10697" y="4866"/>
                  </a:lnTo>
                  <a:lnTo>
                    <a:pt x="10543" y="5098"/>
                  </a:lnTo>
                  <a:lnTo>
                    <a:pt x="10466" y="5291"/>
                  </a:lnTo>
                  <a:lnTo>
                    <a:pt x="10388" y="5523"/>
                  </a:lnTo>
                  <a:lnTo>
                    <a:pt x="10388" y="5754"/>
                  </a:lnTo>
                  <a:lnTo>
                    <a:pt x="10427" y="5986"/>
                  </a:lnTo>
                  <a:lnTo>
                    <a:pt x="10581" y="6179"/>
                  </a:lnTo>
                  <a:lnTo>
                    <a:pt x="10659" y="6256"/>
                  </a:lnTo>
                  <a:lnTo>
                    <a:pt x="10775" y="6333"/>
                  </a:lnTo>
                  <a:lnTo>
                    <a:pt x="11006" y="6449"/>
                  </a:lnTo>
                  <a:lnTo>
                    <a:pt x="11585" y="6449"/>
                  </a:lnTo>
                  <a:lnTo>
                    <a:pt x="11894" y="6372"/>
                  </a:lnTo>
                  <a:lnTo>
                    <a:pt x="12165" y="6295"/>
                  </a:lnTo>
                  <a:lnTo>
                    <a:pt x="12628" y="6063"/>
                  </a:lnTo>
                  <a:lnTo>
                    <a:pt x="13053" y="5831"/>
                  </a:lnTo>
                  <a:lnTo>
                    <a:pt x="13439" y="5523"/>
                  </a:lnTo>
                  <a:lnTo>
                    <a:pt x="13400" y="5561"/>
                  </a:lnTo>
                  <a:lnTo>
                    <a:pt x="13786" y="5716"/>
                  </a:lnTo>
                  <a:lnTo>
                    <a:pt x="14057" y="4866"/>
                  </a:lnTo>
                  <a:lnTo>
                    <a:pt x="14211" y="5407"/>
                  </a:lnTo>
                  <a:lnTo>
                    <a:pt x="14404" y="5947"/>
                  </a:lnTo>
                  <a:lnTo>
                    <a:pt x="14675" y="6411"/>
                  </a:lnTo>
                  <a:lnTo>
                    <a:pt x="14984" y="6874"/>
                  </a:lnTo>
                  <a:lnTo>
                    <a:pt x="15177" y="7067"/>
                  </a:lnTo>
                  <a:lnTo>
                    <a:pt x="15408" y="7299"/>
                  </a:lnTo>
                  <a:lnTo>
                    <a:pt x="15679" y="7492"/>
                  </a:lnTo>
                  <a:lnTo>
                    <a:pt x="15988" y="7685"/>
                  </a:lnTo>
                  <a:lnTo>
                    <a:pt x="16296" y="7801"/>
                  </a:lnTo>
                  <a:lnTo>
                    <a:pt x="16605" y="7878"/>
                  </a:lnTo>
                  <a:lnTo>
                    <a:pt x="16876" y="7878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46"/>
                  </a:lnTo>
                  <a:lnTo>
                    <a:pt x="17378" y="7531"/>
                  </a:lnTo>
                  <a:lnTo>
                    <a:pt x="17416" y="7415"/>
                  </a:lnTo>
                  <a:lnTo>
                    <a:pt x="17455" y="7260"/>
                  </a:lnTo>
                  <a:lnTo>
                    <a:pt x="17494" y="6951"/>
                  </a:lnTo>
                  <a:lnTo>
                    <a:pt x="17416" y="6642"/>
                  </a:lnTo>
                  <a:lnTo>
                    <a:pt x="17300" y="6295"/>
                  </a:lnTo>
                  <a:lnTo>
                    <a:pt x="17185" y="5986"/>
                  </a:lnTo>
                  <a:lnTo>
                    <a:pt x="17030" y="5716"/>
                  </a:lnTo>
                  <a:lnTo>
                    <a:pt x="16876" y="5484"/>
                  </a:lnTo>
                  <a:lnTo>
                    <a:pt x="16683" y="5252"/>
                  </a:lnTo>
                  <a:lnTo>
                    <a:pt x="16490" y="5021"/>
                  </a:lnTo>
                  <a:lnTo>
                    <a:pt x="16258" y="4827"/>
                  </a:lnTo>
                  <a:lnTo>
                    <a:pt x="16026" y="4634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39"/>
                  </a:lnTo>
                  <a:lnTo>
                    <a:pt x="15833" y="3746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90"/>
                  </a:lnTo>
                  <a:lnTo>
                    <a:pt x="16914" y="2897"/>
                  </a:lnTo>
                  <a:lnTo>
                    <a:pt x="17030" y="2665"/>
                  </a:lnTo>
                  <a:lnTo>
                    <a:pt x="17107" y="2433"/>
                  </a:lnTo>
                  <a:lnTo>
                    <a:pt x="17146" y="2202"/>
                  </a:lnTo>
                  <a:lnTo>
                    <a:pt x="17107" y="1931"/>
                  </a:lnTo>
                  <a:lnTo>
                    <a:pt x="17069" y="1700"/>
                  </a:lnTo>
                  <a:lnTo>
                    <a:pt x="16914" y="1507"/>
                  </a:lnTo>
                  <a:lnTo>
                    <a:pt x="16760" y="1352"/>
                  </a:lnTo>
                  <a:lnTo>
                    <a:pt x="16567" y="1236"/>
                  </a:lnTo>
                  <a:lnTo>
                    <a:pt x="16335" y="1159"/>
                  </a:lnTo>
                  <a:lnTo>
                    <a:pt x="16103" y="1159"/>
                  </a:lnTo>
                  <a:lnTo>
                    <a:pt x="15910" y="1198"/>
                  </a:lnTo>
                  <a:lnTo>
                    <a:pt x="15679" y="1275"/>
                  </a:lnTo>
                  <a:lnTo>
                    <a:pt x="15447" y="1352"/>
                  </a:lnTo>
                  <a:lnTo>
                    <a:pt x="15254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7" y="2588"/>
                  </a:lnTo>
                  <a:lnTo>
                    <a:pt x="14095" y="3013"/>
                  </a:lnTo>
                  <a:lnTo>
                    <a:pt x="13980" y="2472"/>
                  </a:lnTo>
                  <a:lnTo>
                    <a:pt x="13748" y="1893"/>
                  </a:lnTo>
                  <a:lnTo>
                    <a:pt x="13516" y="1352"/>
                  </a:lnTo>
                  <a:lnTo>
                    <a:pt x="13169" y="889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8" y="155"/>
                  </a:lnTo>
                  <a:lnTo>
                    <a:pt x="12087" y="39"/>
                  </a:lnTo>
                  <a:lnTo>
                    <a:pt x="118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2"/>
            <p:cNvSpPr/>
            <p:nvPr/>
          </p:nvSpPr>
          <p:spPr>
            <a:xfrm>
              <a:off x="2737450" y="3395675"/>
              <a:ext cx="459550" cy="296375"/>
            </a:xfrm>
            <a:custGeom>
              <a:avLst/>
              <a:gdLst/>
              <a:ahLst/>
              <a:cxnLst/>
              <a:rect l="l" t="t" r="r" b="b"/>
              <a:pathLst>
                <a:path w="18382" h="11855" extrusionOk="0">
                  <a:moveTo>
                    <a:pt x="17648" y="2935"/>
                  </a:moveTo>
                  <a:lnTo>
                    <a:pt x="17725" y="2974"/>
                  </a:lnTo>
                  <a:lnTo>
                    <a:pt x="17802" y="3051"/>
                  </a:lnTo>
                  <a:lnTo>
                    <a:pt x="17841" y="3128"/>
                  </a:lnTo>
                  <a:lnTo>
                    <a:pt x="17880" y="3321"/>
                  </a:lnTo>
                  <a:lnTo>
                    <a:pt x="17918" y="3553"/>
                  </a:lnTo>
                  <a:lnTo>
                    <a:pt x="17880" y="3746"/>
                  </a:lnTo>
                  <a:lnTo>
                    <a:pt x="17764" y="3939"/>
                  </a:lnTo>
                  <a:lnTo>
                    <a:pt x="17648" y="4132"/>
                  </a:lnTo>
                  <a:lnTo>
                    <a:pt x="17300" y="4402"/>
                  </a:lnTo>
                  <a:lnTo>
                    <a:pt x="17030" y="4595"/>
                  </a:lnTo>
                  <a:lnTo>
                    <a:pt x="16721" y="4750"/>
                  </a:lnTo>
                  <a:lnTo>
                    <a:pt x="16412" y="4866"/>
                  </a:lnTo>
                  <a:lnTo>
                    <a:pt x="16065" y="4943"/>
                  </a:lnTo>
                  <a:lnTo>
                    <a:pt x="16181" y="4364"/>
                  </a:lnTo>
                  <a:lnTo>
                    <a:pt x="16296" y="4055"/>
                  </a:lnTo>
                  <a:lnTo>
                    <a:pt x="16412" y="3784"/>
                  </a:lnTo>
                  <a:lnTo>
                    <a:pt x="16528" y="3514"/>
                  </a:lnTo>
                  <a:lnTo>
                    <a:pt x="16721" y="3282"/>
                  </a:lnTo>
                  <a:lnTo>
                    <a:pt x="16953" y="3128"/>
                  </a:lnTo>
                  <a:lnTo>
                    <a:pt x="17223" y="2974"/>
                  </a:lnTo>
                  <a:lnTo>
                    <a:pt x="17493" y="2935"/>
                  </a:lnTo>
                  <a:close/>
                  <a:moveTo>
                    <a:pt x="14211" y="4866"/>
                  </a:moveTo>
                  <a:lnTo>
                    <a:pt x="14481" y="4904"/>
                  </a:lnTo>
                  <a:lnTo>
                    <a:pt x="14752" y="4982"/>
                  </a:lnTo>
                  <a:lnTo>
                    <a:pt x="15022" y="5059"/>
                  </a:lnTo>
                  <a:lnTo>
                    <a:pt x="15254" y="5175"/>
                  </a:lnTo>
                  <a:lnTo>
                    <a:pt x="15177" y="5329"/>
                  </a:lnTo>
                  <a:lnTo>
                    <a:pt x="14752" y="5522"/>
                  </a:lnTo>
                  <a:lnTo>
                    <a:pt x="14288" y="5677"/>
                  </a:lnTo>
                  <a:lnTo>
                    <a:pt x="14018" y="5715"/>
                  </a:lnTo>
                  <a:lnTo>
                    <a:pt x="13748" y="5754"/>
                  </a:lnTo>
                  <a:lnTo>
                    <a:pt x="13477" y="5754"/>
                  </a:lnTo>
                  <a:lnTo>
                    <a:pt x="13169" y="5677"/>
                  </a:lnTo>
                  <a:lnTo>
                    <a:pt x="13053" y="5677"/>
                  </a:lnTo>
                  <a:lnTo>
                    <a:pt x="12975" y="5599"/>
                  </a:lnTo>
                  <a:lnTo>
                    <a:pt x="12975" y="5484"/>
                  </a:lnTo>
                  <a:lnTo>
                    <a:pt x="13053" y="5368"/>
                  </a:lnTo>
                  <a:lnTo>
                    <a:pt x="13091" y="5136"/>
                  </a:lnTo>
                  <a:lnTo>
                    <a:pt x="13169" y="5020"/>
                  </a:lnTo>
                  <a:lnTo>
                    <a:pt x="13323" y="4943"/>
                  </a:lnTo>
                  <a:lnTo>
                    <a:pt x="13555" y="4904"/>
                  </a:lnTo>
                  <a:lnTo>
                    <a:pt x="13864" y="4866"/>
                  </a:lnTo>
                  <a:close/>
                  <a:moveTo>
                    <a:pt x="15756" y="5522"/>
                  </a:moveTo>
                  <a:lnTo>
                    <a:pt x="16374" y="5831"/>
                  </a:lnTo>
                  <a:lnTo>
                    <a:pt x="16644" y="5986"/>
                  </a:lnTo>
                  <a:lnTo>
                    <a:pt x="16953" y="6179"/>
                  </a:lnTo>
                  <a:lnTo>
                    <a:pt x="17185" y="6372"/>
                  </a:lnTo>
                  <a:lnTo>
                    <a:pt x="17416" y="6603"/>
                  </a:lnTo>
                  <a:lnTo>
                    <a:pt x="17571" y="6912"/>
                  </a:lnTo>
                  <a:lnTo>
                    <a:pt x="17609" y="7067"/>
                  </a:lnTo>
                  <a:lnTo>
                    <a:pt x="17609" y="7221"/>
                  </a:lnTo>
                  <a:lnTo>
                    <a:pt x="17609" y="7453"/>
                  </a:lnTo>
                  <a:lnTo>
                    <a:pt x="17532" y="7569"/>
                  </a:lnTo>
                  <a:lnTo>
                    <a:pt x="17455" y="7685"/>
                  </a:lnTo>
                  <a:lnTo>
                    <a:pt x="17300" y="7723"/>
                  </a:lnTo>
                  <a:lnTo>
                    <a:pt x="17146" y="7723"/>
                  </a:lnTo>
                  <a:lnTo>
                    <a:pt x="16953" y="7685"/>
                  </a:lnTo>
                  <a:lnTo>
                    <a:pt x="16798" y="7607"/>
                  </a:lnTo>
                  <a:lnTo>
                    <a:pt x="16644" y="7492"/>
                  </a:lnTo>
                  <a:lnTo>
                    <a:pt x="16412" y="7183"/>
                  </a:lnTo>
                  <a:lnTo>
                    <a:pt x="16181" y="6796"/>
                  </a:lnTo>
                  <a:lnTo>
                    <a:pt x="16026" y="6488"/>
                  </a:lnTo>
                  <a:lnTo>
                    <a:pt x="15910" y="6179"/>
                  </a:lnTo>
                  <a:lnTo>
                    <a:pt x="15833" y="5831"/>
                  </a:lnTo>
                  <a:lnTo>
                    <a:pt x="15756" y="5522"/>
                  </a:lnTo>
                  <a:close/>
                  <a:moveTo>
                    <a:pt x="4944" y="464"/>
                  </a:moveTo>
                  <a:lnTo>
                    <a:pt x="5561" y="502"/>
                  </a:lnTo>
                  <a:lnTo>
                    <a:pt x="6141" y="657"/>
                  </a:lnTo>
                  <a:lnTo>
                    <a:pt x="6681" y="888"/>
                  </a:lnTo>
                  <a:lnTo>
                    <a:pt x="7222" y="1197"/>
                  </a:lnTo>
                  <a:lnTo>
                    <a:pt x="7685" y="1545"/>
                  </a:lnTo>
                  <a:lnTo>
                    <a:pt x="8149" y="1970"/>
                  </a:lnTo>
                  <a:lnTo>
                    <a:pt x="8496" y="2394"/>
                  </a:lnTo>
                  <a:lnTo>
                    <a:pt x="8766" y="2781"/>
                  </a:lnTo>
                  <a:lnTo>
                    <a:pt x="9037" y="3205"/>
                  </a:lnTo>
                  <a:lnTo>
                    <a:pt x="9268" y="3669"/>
                  </a:lnTo>
                  <a:lnTo>
                    <a:pt x="9693" y="4595"/>
                  </a:lnTo>
                  <a:lnTo>
                    <a:pt x="10079" y="5522"/>
                  </a:lnTo>
                  <a:lnTo>
                    <a:pt x="10272" y="5908"/>
                  </a:lnTo>
                  <a:lnTo>
                    <a:pt x="10504" y="6294"/>
                  </a:lnTo>
                  <a:lnTo>
                    <a:pt x="10736" y="6642"/>
                  </a:lnTo>
                  <a:lnTo>
                    <a:pt x="11006" y="6912"/>
                  </a:lnTo>
                  <a:lnTo>
                    <a:pt x="11354" y="7183"/>
                  </a:lnTo>
                  <a:lnTo>
                    <a:pt x="11701" y="7376"/>
                  </a:lnTo>
                  <a:lnTo>
                    <a:pt x="12087" y="7492"/>
                  </a:lnTo>
                  <a:lnTo>
                    <a:pt x="12551" y="7569"/>
                  </a:lnTo>
                  <a:lnTo>
                    <a:pt x="12898" y="7530"/>
                  </a:lnTo>
                  <a:lnTo>
                    <a:pt x="13207" y="7492"/>
                  </a:lnTo>
                  <a:lnTo>
                    <a:pt x="13516" y="7414"/>
                  </a:lnTo>
                  <a:lnTo>
                    <a:pt x="13825" y="7260"/>
                  </a:lnTo>
                  <a:lnTo>
                    <a:pt x="14095" y="7105"/>
                  </a:lnTo>
                  <a:lnTo>
                    <a:pt x="14366" y="6951"/>
                  </a:lnTo>
                  <a:lnTo>
                    <a:pt x="14597" y="6719"/>
                  </a:lnTo>
                  <a:lnTo>
                    <a:pt x="14829" y="6488"/>
                  </a:lnTo>
                  <a:lnTo>
                    <a:pt x="14404" y="7221"/>
                  </a:lnTo>
                  <a:lnTo>
                    <a:pt x="13941" y="7878"/>
                  </a:lnTo>
                  <a:lnTo>
                    <a:pt x="13439" y="8534"/>
                  </a:lnTo>
                  <a:lnTo>
                    <a:pt x="12860" y="9113"/>
                  </a:lnTo>
                  <a:lnTo>
                    <a:pt x="12242" y="9615"/>
                  </a:lnTo>
                  <a:lnTo>
                    <a:pt x="11547" y="10079"/>
                  </a:lnTo>
                  <a:lnTo>
                    <a:pt x="10813" y="10503"/>
                  </a:lnTo>
                  <a:lnTo>
                    <a:pt x="10041" y="10812"/>
                  </a:lnTo>
                  <a:lnTo>
                    <a:pt x="9462" y="11005"/>
                  </a:lnTo>
                  <a:lnTo>
                    <a:pt x="8882" y="11160"/>
                  </a:lnTo>
                  <a:lnTo>
                    <a:pt x="8303" y="11276"/>
                  </a:lnTo>
                  <a:lnTo>
                    <a:pt x="7724" y="11314"/>
                  </a:lnTo>
                  <a:lnTo>
                    <a:pt x="7145" y="11353"/>
                  </a:lnTo>
                  <a:lnTo>
                    <a:pt x="6604" y="11314"/>
                  </a:lnTo>
                  <a:lnTo>
                    <a:pt x="6025" y="11237"/>
                  </a:lnTo>
                  <a:lnTo>
                    <a:pt x="5484" y="11121"/>
                  </a:lnTo>
                  <a:lnTo>
                    <a:pt x="4944" y="10967"/>
                  </a:lnTo>
                  <a:lnTo>
                    <a:pt x="4442" y="10735"/>
                  </a:lnTo>
                  <a:lnTo>
                    <a:pt x="3940" y="10503"/>
                  </a:lnTo>
                  <a:lnTo>
                    <a:pt x="3476" y="10195"/>
                  </a:lnTo>
                  <a:lnTo>
                    <a:pt x="3013" y="9847"/>
                  </a:lnTo>
                  <a:lnTo>
                    <a:pt x="2549" y="9461"/>
                  </a:lnTo>
                  <a:lnTo>
                    <a:pt x="2163" y="9036"/>
                  </a:lnTo>
                  <a:lnTo>
                    <a:pt x="1777" y="8573"/>
                  </a:lnTo>
                  <a:lnTo>
                    <a:pt x="1430" y="8032"/>
                  </a:lnTo>
                  <a:lnTo>
                    <a:pt x="1121" y="7492"/>
                  </a:lnTo>
                  <a:lnTo>
                    <a:pt x="850" y="6912"/>
                  </a:lnTo>
                  <a:lnTo>
                    <a:pt x="657" y="6333"/>
                  </a:lnTo>
                  <a:lnTo>
                    <a:pt x="503" y="5754"/>
                  </a:lnTo>
                  <a:lnTo>
                    <a:pt x="426" y="5136"/>
                  </a:lnTo>
                  <a:lnTo>
                    <a:pt x="426" y="4518"/>
                  </a:lnTo>
                  <a:lnTo>
                    <a:pt x="503" y="3862"/>
                  </a:lnTo>
                  <a:lnTo>
                    <a:pt x="696" y="3282"/>
                  </a:lnTo>
                  <a:lnTo>
                    <a:pt x="928" y="2742"/>
                  </a:lnTo>
                  <a:lnTo>
                    <a:pt x="1275" y="2240"/>
                  </a:lnTo>
                  <a:lnTo>
                    <a:pt x="1661" y="1777"/>
                  </a:lnTo>
                  <a:lnTo>
                    <a:pt x="2086" y="1352"/>
                  </a:lnTo>
                  <a:lnTo>
                    <a:pt x="2588" y="1043"/>
                  </a:lnTo>
                  <a:lnTo>
                    <a:pt x="3129" y="773"/>
                  </a:lnTo>
                  <a:lnTo>
                    <a:pt x="3708" y="579"/>
                  </a:lnTo>
                  <a:lnTo>
                    <a:pt x="4326" y="464"/>
                  </a:lnTo>
                  <a:close/>
                  <a:moveTo>
                    <a:pt x="4519" y="0"/>
                  </a:moveTo>
                  <a:lnTo>
                    <a:pt x="4249" y="39"/>
                  </a:lnTo>
                  <a:lnTo>
                    <a:pt x="3901" y="77"/>
                  </a:lnTo>
                  <a:lnTo>
                    <a:pt x="3515" y="155"/>
                  </a:lnTo>
                  <a:lnTo>
                    <a:pt x="3167" y="271"/>
                  </a:lnTo>
                  <a:lnTo>
                    <a:pt x="2820" y="425"/>
                  </a:lnTo>
                  <a:lnTo>
                    <a:pt x="2472" y="579"/>
                  </a:lnTo>
                  <a:lnTo>
                    <a:pt x="2125" y="773"/>
                  </a:lnTo>
                  <a:lnTo>
                    <a:pt x="1777" y="1043"/>
                  </a:lnTo>
                  <a:lnTo>
                    <a:pt x="1468" y="1313"/>
                  </a:lnTo>
                  <a:lnTo>
                    <a:pt x="1082" y="1699"/>
                  </a:lnTo>
                  <a:lnTo>
                    <a:pt x="773" y="2163"/>
                  </a:lnTo>
                  <a:lnTo>
                    <a:pt x="503" y="2626"/>
                  </a:lnTo>
                  <a:lnTo>
                    <a:pt x="310" y="3089"/>
                  </a:lnTo>
                  <a:lnTo>
                    <a:pt x="155" y="3591"/>
                  </a:lnTo>
                  <a:lnTo>
                    <a:pt x="40" y="4093"/>
                  </a:lnTo>
                  <a:lnTo>
                    <a:pt x="1" y="4595"/>
                  </a:lnTo>
                  <a:lnTo>
                    <a:pt x="1" y="5136"/>
                  </a:lnTo>
                  <a:lnTo>
                    <a:pt x="78" y="5638"/>
                  </a:lnTo>
                  <a:lnTo>
                    <a:pt x="155" y="6179"/>
                  </a:lnTo>
                  <a:lnTo>
                    <a:pt x="310" y="6681"/>
                  </a:lnTo>
                  <a:lnTo>
                    <a:pt x="464" y="7183"/>
                  </a:lnTo>
                  <a:lnTo>
                    <a:pt x="696" y="7685"/>
                  </a:lnTo>
                  <a:lnTo>
                    <a:pt x="966" y="8148"/>
                  </a:lnTo>
                  <a:lnTo>
                    <a:pt x="1237" y="8611"/>
                  </a:lnTo>
                  <a:lnTo>
                    <a:pt x="1545" y="9036"/>
                  </a:lnTo>
                  <a:lnTo>
                    <a:pt x="2009" y="9577"/>
                  </a:lnTo>
                  <a:lnTo>
                    <a:pt x="2472" y="10040"/>
                  </a:lnTo>
                  <a:lnTo>
                    <a:pt x="2974" y="10426"/>
                  </a:lnTo>
                  <a:lnTo>
                    <a:pt x="3476" y="10812"/>
                  </a:lnTo>
                  <a:lnTo>
                    <a:pt x="4055" y="11083"/>
                  </a:lnTo>
                  <a:lnTo>
                    <a:pt x="4596" y="11353"/>
                  </a:lnTo>
                  <a:lnTo>
                    <a:pt x="5214" y="11546"/>
                  </a:lnTo>
                  <a:lnTo>
                    <a:pt x="5832" y="11701"/>
                  </a:lnTo>
                  <a:lnTo>
                    <a:pt x="5870" y="11855"/>
                  </a:lnTo>
                  <a:lnTo>
                    <a:pt x="6218" y="11778"/>
                  </a:lnTo>
                  <a:lnTo>
                    <a:pt x="7029" y="11816"/>
                  </a:lnTo>
                  <a:lnTo>
                    <a:pt x="7840" y="11816"/>
                  </a:lnTo>
                  <a:lnTo>
                    <a:pt x="8689" y="11701"/>
                  </a:lnTo>
                  <a:lnTo>
                    <a:pt x="9539" y="11507"/>
                  </a:lnTo>
                  <a:lnTo>
                    <a:pt x="10272" y="11237"/>
                  </a:lnTo>
                  <a:lnTo>
                    <a:pt x="11006" y="10928"/>
                  </a:lnTo>
                  <a:lnTo>
                    <a:pt x="11315" y="10812"/>
                  </a:lnTo>
                  <a:lnTo>
                    <a:pt x="11315" y="10774"/>
                  </a:lnTo>
                  <a:lnTo>
                    <a:pt x="12049" y="10349"/>
                  </a:lnTo>
                  <a:lnTo>
                    <a:pt x="12705" y="9847"/>
                  </a:lnTo>
                  <a:lnTo>
                    <a:pt x="13362" y="9306"/>
                  </a:lnTo>
                  <a:lnTo>
                    <a:pt x="13941" y="8689"/>
                  </a:lnTo>
                  <a:lnTo>
                    <a:pt x="14481" y="8032"/>
                  </a:lnTo>
                  <a:lnTo>
                    <a:pt x="14713" y="7685"/>
                  </a:lnTo>
                  <a:lnTo>
                    <a:pt x="14906" y="7298"/>
                  </a:lnTo>
                  <a:lnTo>
                    <a:pt x="15099" y="6951"/>
                  </a:lnTo>
                  <a:lnTo>
                    <a:pt x="15254" y="6565"/>
                  </a:lnTo>
                  <a:lnTo>
                    <a:pt x="15408" y="6179"/>
                  </a:lnTo>
                  <a:lnTo>
                    <a:pt x="15524" y="5754"/>
                  </a:lnTo>
                  <a:lnTo>
                    <a:pt x="15601" y="6256"/>
                  </a:lnTo>
                  <a:lnTo>
                    <a:pt x="15756" y="6719"/>
                  </a:lnTo>
                  <a:lnTo>
                    <a:pt x="15987" y="7144"/>
                  </a:lnTo>
                  <a:lnTo>
                    <a:pt x="16258" y="7569"/>
                  </a:lnTo>
                  <a:lnTo>
                    <a:pt x="16374" y="7762"/>
                  </a:lnTo>
                  <a:lnTo>
                    <a:pt x="16567" y="7916"/>
                  </a:lnTo>
                  <a:lnTo>
                    <a:pt x="16760" y="8071"/>
                  </a:lnTo>
                  <a:lnTo>
                    <a:pt x="16953" y="8187"/>
                  </a:lnTo>
                  <a:lnTo>
                    <a:pt x="17146" y="8264"/>
                  </a:lnTo>
                  <a:lnTo>
                    <a:pt x="17378" y="8264"/>
                  </a:lnTo>
                  <a:lnTo>
                    <a:pt x="17571" y="8187"/>
                  </a:lnTo>
                  <a:lnTo>
                    <a:pt x="17802" y="8032"/>
                  </a:lnTo>
                  <a:lnTo>
                    <a:pt x="17918" y="7878"/>
                  </a:lnTo>
                  <a:lnTo>
                    <a:pt x="17995" y="7685"/>
                  </a:lnTo>
                  <a:lnTo>
                    <a:pt x="18034" y="7453"/>
                  </a:lnTo>
                  <a:lnTo>
                    <a:pt x="18034" y="7260"/>
                  </a:lnTo>
                  <a:lnTo>
                    <a:pt x="17995" y="7028"/>
                  </a:lnTo>
                  <a:lnTo>
                    <a:pt x="17918" y="6835"/>
                  </a:lnTo>
                  <a:lnTo>
                    <a:pt x="17841" y="6642"/>
                  </a:lnTo>
                  <a:lnTo>
                    <a:pt x="17725" y="6449"/>
                  </a:lnTo>
                  <a:lnTo>
                    <a:pt x="17571" y="6256"/>
                  </a:lnTo>
                  <a:lnTo>
                    <a:pt x="17416" y="6063"/>
                  </a:lnTo>
                  <a:lnTo>
                    <a:pt x="17030" y="5715"/>
                  </a:lnTo>
                  <a:lnTo>
                    <a:pt x="16567" y="5445"/>
                  </a:lnTo>
                  <a:lnTo>
                    <a:pt x="16103" y="5252"/>
                  </a:lnTo>
                  <a:lnTo>
                    <a:pt x="16605" y="5175"/>
                  </a:lnTo>
                  <a:lnTo>
                    <a:pt x="17030" y="4982"/>
                  </a:lnTo>
                  <a:lnTo>
                    <a:pt x="17455" y="4750"/>
                  </a:lnTo>
                  <a:lnTo>
                    <a:pt x="17841" y="4441"/>
                  </a:lnTo>
                  <a:lnTo>
                    <a:pt x="17995" y="4248"/>
                  </a:lnTo>
                  <a:lnTo>
                    <a:pt x="18150" y="4055"/>
                  </a:lnTo>
                  <a:lnTo>
                    <a:pt x="18266" y="3823"/>
                  </a:lnTo>
                  <a:lnTo>
                    <a:pt x="18343" y="3553"/>
                  </a:lnTo>
                  <a:lnTo>
                    <a:pt x="18382" y="3321"/>
                  </a:lnTo>
                  <a:lnTo>
                    <a:pt x="18343" y="3089"/>
                  </a:lnTo>
                  <a:lnTo>
                    <a:pt x="18227" y="2858"/>
                  </a:lnTo>
                  <a:lnTo>
                    <a:pt x="18150" y="2781"/>
                  </a:lnTo>
                  <a:lnTo>
                    <a:pt x="18034" y="2703"/>
                  </a:lnTo>
                  <a:lnTo>
                    <a:pt x="17841" y="2587"/>
                  </a:lnTo>
                  <a:lnTo>
                    <a:pt x="17609" y="2549"/>
                  </a:lnTo>
                  <a:lnTo>
                    <a:pt x="17416" y="2549"/>
                  </a:lnTo>
                  <a:lnTo>
                    <a:pt x="17185" y="2587"/>
                  </a:lnTo>
                  <a:lnTo>
                    <a:pt x="16953" y="2703"/>
                  </a:lnTo>
                  <a:lnTo>
                    <a:pt x="16760" y="2781"/>
                  </a:lnTo>
                  <a:lnTo>
                    <a:pt x="16567" y="2935"/>
                  </a:lnTo>
                  <a:lnTo>
                    <a:pt x="16412" y="3089"/>
                  </a:lnTo>
                  <a:lnTo>
                    <a:pt x="16258" y="3282"/>
                  </a:lnTo>
                  <a:lnTo>
                    <a:pt x="16103" y="3476"/>
                  </a:lnTo>
                  <a:lnTo>
                    <a:pt x="15872" y="3978"/>
                  </a:lnTo>
                  <a:lnTo>
                    <a:pt x="15717" y="4480"/>
                  </a:lnTo>
                  <a:lnTo>
                    <a:pt x="15640" y="4982"/>
                  </a:lnTo>
                  <a:lnTo>
                    <a:pt x="15601" y="4982"/>
                  </a:lnTo>
                  <a:lnTo>
                    <a:pt x="15563" y="5020"/>
                  </a:lnTo>
                  <a:lnTo>
                    <a:pt x="15524" y="5020"/>
                  </a:lnTo>
                  <a:lnTo>
                    <a:pt x="15099" y="4788"/>
                  </a:lnTo>
                  <a:lnTo>
                    <a:pt x="14675" y="4634"/>
                  </a:lnTo>
                  <a:lnTo>
                    <a:pt x="14211" y="4518"/>
                  </a:lnTo>
                  <a:lnTo>
                    <a:pt x="13748" y="4518"/>
                  </a:lnTo>
                  <a:lnTo>
                    <a:pt x="13362" y="4595"/>
                  </a:lnTo>
                  <a:lnTo>
                    <a:pt x="13169" y="4634"/>
                  </a:lnTo>
                  <a:lnTo>
                    <a:pt x="12975" y="4711"/>
                  </a:lnTo>
                  <a:lnTo>
                    <a:pt x="12782" y="4788"/>
                  </a:lnTo>
                  <a:lnTo>
                    <a:pt x="12628" y="4943"/>
                  </a:lnTo>
                  <a:lnTo>
                    <a:pt x="12512" y="5097"/>
                  </a:lnTo>
                  <a:lnTo>
                    <a:pt x="12435" y="5252"/>
                  </a:lnTo>
                  <a:lnTo>
                    <a:pt x="12396" y="5445"/>
                  </a:lnTo>
                  <a:lnTo>
                    <a:pt x="12473" y="5638"/>
                  </a:lnTo>
                  <a:lnTo>
                    <a:pt x="12551" y="5792"/>
                  </a:lnTo>
                  <a:lnTo>
                    <a:pt x="12705" y="5908"/>
                  </a:lnTo>
                  <a:lnTo>
                    <a:pt x="12860" y="5986"/>
                  </a:lnTo>
                  <a:lnTo>
                    <a:pt x="13053" y="6063"/>
                  </a:lnTo>
                  <a:lnTo>
                    <a:pt x="13439" y="6140"/>
                  </a:lnTo>
                  <a:lnTo>
                    <a:pt x="13786" y="6140"/>
                  </a:lnTo>
                  <a:lnTo>
                    <a:pt x="14134" y="6101"/>
                  </a:lnTo>
                  <a:lnTo>
                    <a:pt x="14481" y="5986"/>
                  </a:lnTo>
                  <a:lnTo>
                    <a:pt x="14790" y="5870"/>
                  </a:lnTo>
                  <a:lnTo>
                    <a:pt x="14481" y="6256"/>
                  </a:lnTo>
                  <a:lnTo>
                    <a:pt x="14095" y="6565"/>
                  </a:lnTo>
                  <a:lnTo>
                    <a:pt x="13902" y="6719"/>
                  </a:lnTo>
                  <a:lnTo>
                    <a:pt x="13671" y="6835"/>
                  </a:lnTo>
                  <a:lnTo>
                    <a:pt x="13439" y="6951"/>
                  </a:lnTo>
                  <a:lnTo>
                    <a:pt x="13207" y="7028"/>
                  </a:lnTo>
                  <a:lnTo>
                    <a:pt x="12821" y="7067"/>
                  </a:lnTo>
                  <a:lnTo>
                    <a:pt x="12435" y="7067"/>
                  </a:lnTo>
                  <a:lnTo>
                    <a:pt x="12087" y="6990"/>
                  </a:lnTo>
                  <a:lnTo>
                    <a:pt x="11778" y="6874"/>
                  </a:lnTo>
                  <a:lnTo>
                    <a:pt x="11470" y="6681"/>
                  </a:lnTo>
                  <a:lnTo>
                    <a:pt x="11199" y="6410"/>
                  </a:lnTo>
                  <a:lnTo>
                    <a:pt x="10968" y="6140"/>
                  </a:lnTo>
                  <a:lnTo>
                    <a:pt x="10774" y="5792"/>
                  </a:lnTo>
                  <a:lnTo>
                    <a:pt x="10504" y="5329"/>
                  </a:lnTo>
                  <a:lnTo>
                    <a:pt x="10311" y="4827"/>
                  </a:lnTo>
                  <a:lnTo>
                    <a:pt x="9886" y="3862"/>
                  </a:lnTo>
                  <a:lnTo>
                    <a:pt x="9655" y="3398"/>
                  </a:lnTo>
                  <a:lnTo>
                    <a:pt x="9423" y="2935"/>
                  </a:lnTo>
                  <a:lnTo>
                    <a:pt x="9153" y="2472"/>
                  </a:lnTo>
                  <a:lnTo>
                    <a:pt x="8844" y="2047"/>
                  </a:lnTo>
                  <a:lnTo>
                    <a:pt x="8380" y="1545"/>
                  </a:lnTo>
                  <a:lnTo>
                    <a:pt x="7917" y="1159"/>
                  </a:lnTo>
                  <a:lnTo>
                    <a:pt x="7415" y="811"/>
                  </a:lnTo>
                  <a:lnTo>
                    <a:pt x="6874" y="502"/>
                  </a:lnTo>
                  <a:lnTo>
                    <a:pt x="6295" y="271"/>
                  </a:lnTo>
                  <a:lnTo>
                    <a:pt x="5716" y="116"/>
                  </a:lnTo>
                  <a:lnTo>
                    <a:pt x="5137" y="39"/>
                  </a:lnTo>
                  <a:lnTo>
                    <a:pt x="451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2"/>
            <p:cNvSpPr/>
            <p:nvPr/>
          </p:nvSpPr>
          <p:spPr>
            <a:xfrm>
              <a:off x="2769325" y="3423675"/>
              <a:ext cx="144825" cy="164125"/>
            </a:xfrm>
            <a:custGeom>
              <a:avLst/>
              <a:gdLst/>
              <a:ahLst/>
              <a:cxnLst/>
              <a:rect l="l" t="t" r="r" b="b"/>
              <a:pathLst>
                <a:path w="5793" h="6565" extrusionOk="0">
                  <a:moveTo>
                    <a:pt x="2858" y="463"/>
                  </a:moveTo>
                  <a:lnTo>
                    <a:pt x="3360" y="618"/>
                  </a:lnTo>
                  <a:lnTo>
                    <a:pt x="3823" y="811"/>
                  </a:lnTo>
                  <a:lnTo>
                    <a:pt x="4248" y="1081"/>
                  </a:lnTo>
                  <a:lnTo>
                    <a:pt x="4634" y="1429"/>
                  </a:lnTo>
                  <a:lnTo>
                    <a:pt x="4943" y="1854"/>
                  </a:lnTo>
                  <a:lnTo>
                    <a:pt x="5059" y="2047"/>
                  </a:lnTo>
                  <a:lnTo>
                    <a:pt x="5175" y="2278"/>
                  </a:lnTo>
                  <a:lnTo>
                    <a:pt x="5252" y="2510"/>
                  </a:lnTo>
                  <a:lnTo>
                    <a:pt x="5290" y="2780"/>
                  </a:lnTo>
                  <a:lnTo>
                    <a:pt x="5329" y="3051"/>
                  </a:lnTo>
                  <a:lnTo>
                    <a:pt x="5329" y="3321"/>
                  </a:lnTo>
                  <a:lnTo>
                    <a:pt x="5290" y="3784"/>
                  </a:lnTo>
                  <a:lnTo>
                    <a:pt x="5175" y="4248"/>
                  </a:lnTo>
                  <a:lnTo>
                    <a:pt x="4981" y="4711"/>
                  </a:lnTo>
                  <a:lnTo>
                    <a:pt x="4711" y="5097"/>
                  </a:lnTo>
                  <a:lnTo>
                    <a:pt x="4364" y="5445"/>
                  </a:lnTo>
                  <a:lnTo>
                    <a:pt x="4016" y="5715"/>
                  </a:lnTo>
                  <a:lnTo>
                    <a:pt x="3784" y="5831"/>
                  </a:lnTo>
                  <a:lnTo>
                    <a:pt x="3553" y="5947"/>
                  </a:lnTo>
                  <a:lnTo>
                    <a:pt x="3321" y="6024"/>
                  </a:lnTo>
                  <a:lnTo>
                    <a:pt x="3089" y="6063"/>
                  </a:lnTo>
                  <a:lnTo>
                    <a:pt x="2780" y="6101"/>
                  </a:lnTo>
                  <a:lnTo>
                    <a:pt x="2510" y="6101"/>
                  </a:lnTo>
                  <a:lnTo>
                    <a:pt x="2201" y="6063"/>
                  </a:lnTo>
                  <a:lnTo>
                    <a:pt x="1970" y="5985"/>
                  </a:lnTo>
                  <a:lnTo>
                    <a:pt x="1738" y="5870"/>
                  </a:lnTo>
                  <a:lnTo>
                    <a:pt x="1506" y="5754"/>
                  </a:lnTo>
                  <a:lnTo>
                    <a:pt x="1313" y="5599"/>
                  </a:lnTo>
                  <a:lnTo>
                    <a:pt x="1159" y="5445"/>
                  </a:lnTo>
                  <a:lnTo>
                    <a:pt x="1004" y="5252"/>
                  </a:lnTo>
                  <a:lnTo>
                    <a:pt x="850" y="5020"/>
                  </a:lnTo>
                  <a:lnTo>
                    <a:pt x="734" y="4788"/>
                  </a:lnTo>
                  <a:lnTo>
                    <a:pt x="618" y="4557"/>
                  </a:lnTo>
                  <a:lnTo>
                    <a:pt x="502" y="4055"/>
                  </a:lnTo>
                  <a:lnTo>
                    <a:pt x="425" y="3514"/>
                  </a:lnTo>
                  <a:lnTo>
                    <a:pt x="464" y="2973"/>
                  </a:lnTo>
                  <a:lnTo>
                    <a:pt x="541" y="2433"/>
                  </a:lnTo>
                  <a:lnTo>
                    <a:pt x="734" y="1931"/>
                  </a:lnTo>
                  <a:lnTo>
                    <a:pt x="850" y="1699"/>
                  </a:lnTo>
                  <a:lnTo>
                    <a:pt x="966" y="1506"/>
                  </a:lnTo>
                  <a:lnTo>
                    <a:pt x="1120" y="1274"/>
                  </a:lnTo>
                  <a:lnTo>
                    <a:pt x="1313" y="1120"/>
                  </a:lnTo>
                  <a:lnTo>
                    <a:pt x="1506" y="927"/>
                  </a:lnTo>
                  <a:lnTo>
                    <a:pt x="1738" y="811"/>
                  </a:lnTo>
                  <a:lnTo>
                    <a:pt x="1970" y="695"/>
                  </a:lnTo>
                  <a:lnTo>
                    <a:pt x="2201" y="579"/>
                  </a:lnTo>
                  <a:lnTo>
                    <a:pt x="2472" y="541"/>
                  </a:lnTo>
                  <a:lnTo>
                    <a:pt x="2780" y="502"/>
                  </a:lnTo>
                  <a:lnTo>
                    <a:pt x="2819" y="502"/>
                  </a:lnTo>
                  <a:lnTo>
                    <a:pt x="2858" y="463"/>
                  </a:lnTo>
                  <a:close/>
                  <a:moveTo>
                    <a:pt x="2665" y="0"/>
                  </a:moveTo>
                  <a:lnTo>
                    <a:pt x="2587" y="39"/>
                  </a:lnTo>
                  <a:lnTo>
                    <a:pt x="2510" y="77"/>
                  </a:lnTo>
                  <a:lnTo>
                    <a:pt x="2472" y="155"/>
                  </a:lnTo>
                  <a:lnTo>
                    <a:pt x="2433" y="232"/>
                  </a:lnTo>
                  <a:lnTo>
                    <a:pt x="2163" y="270"/>
                  </a:lnTo>
                  <a:lnTo>
                    <a:pt x="1854" y="309"/>
                  </a:lnTo>
                  <a:lnTo>
                    <a:pt x="1622" y="386"/>
                  </a:lnTo>
                  <a:lnTo>
                    <a:pt x="1390" y="502"/>
                  </a:lnTo>
                  <a:lnTo>
                    <a:pt x="1159" y="657"/>
                  </a:lnTo>
                  <a:lnTo>
                    <a:pt x="966" y="850"/>
                  </a:lnTo>
                  <a:lnTo>
                    <a:pt x="772" y="1043"/>
                  </a:lnTo>
                  <a:lnTo>
                    <a:pt x="618" y="1236"/>
                  </a:lnTo>
                  <a:lnTo>
                    <a:pt x="464" y="1506"/>
                  </a:lnTo>
                  <a:lnTo>
                    <a:pt x="348" y="1738"/>
                  </a:lnTo>
                  <a:lnTo>
                    <a:pt x="155" y="2278"/>
                  </a:lnTo>
                  <a:lnTo>
                    <a:pt x="39" y="2858"/>
                  </a:lnTo>
                  <a:lnTo>
                    <a:pt x="0" y="3398"/>
                  </a:lnTo>
                  <a:lnTo>
                    <a:pt x="39" y="4055"/>
                  </a:lnTo>
                  <a:lnTo>
                    <a:pt x="116" y="4364"/>
                  </a:lnTo>
                  <a:lnTo>
                    <a:pt x="193" y="4672"/>
                  </a:lnTo>
                  <a:lnTo>
                    <a:pt x="309" y="4943"/>
                  </a:lnTo>
                  <a:lnTo>
                    <a:pt x="425" y="5213"/>
                  </a:lnTo>
                  <a:lnTo>
                    <a:pt x="579" y="5445"/>
                  </a:lnTo>
                  <a:lnTo>
                    <a:pt x="734" y="5676"/>
                  </a:lnTo>
                  <a:lnTo>
                    <a:pt x="927" y="5870"/>
                  </a:lnTo>
                  <a:lnTo>
                    <a:pt x="1120" y="6063"/>
                  </a:lnTo>
                  <a:lnTo>
                    <a:pt x="1390" y="6217"/>
                  </a:lnTo>
                  <a:lnTo>
                    <a:pt x="1622" y="6372"/>
                  </a:lnTo>
                  <a:lnTo>
                    <a:pt x="1892" y="6449"/>
                  </a:lnTo>
                  <a:lnTo>
                    <a:pt x="2201" y="6526"/>
                  </a:lnTo>
                  <a:lnTo>
                    <a:pt x="2549" y="6565"/>
                  </a:lnTo>
                  <a:lnTo>
                    <a:pt x="2896" y="6565"/>
                  </a:lnTo>
                  <a:lnTo>
                    <a:pt x="3205" y="6526"/>
                  </a:lnTo>
                  <a:lnTo>
                    <a:pt x="3476" y="6449"/>
                  </a:lnTo>
                  <a:lnTo>
                    <a:pt x="3784" y="6333"/>
                  </a:lnTo>
                  <a:lnTo>
                    <a:pt x="4055" y="6217"/>
                  </a:lnTo>
                  <a:lnTo>
                    <a:pt x="4325" y="6063"/>
                  </a:lnTo>
                  <a:lnTo>
                    <a:pt x="4557" y="5908"/>
                  </a:lnTo>
                  <a:lnTo>
                    <a:pt x="4788" y="5715"/>
                  </a:lnTo>
                  <a:lnTo>
                    <a:pt x="4981" y="5483"/>
                  </a:lnTo>
                  <a:lnTo>
                    <a:pt x="5175" y="5252"/>
                  </a:lnTo>
                  <a:lnTo>
                    <a:pt x="5329" y="4981"/>
                  </a:lnTo>
                  <a:lnTo>
                    <a:pt x="5483" y="4750"/>
                  </a:lnTo>
                  <a:lnTo>
                    <a:pt x="5599" y="4441"/>
                  </a:lnTo>
                  <a:lnTo>
                    <a:pt x="5677" y="4170"/>
                  </a:lnTo>
                  <a:lnTo>
                    <a:pt x="5754" y="3862"/>
                  </a:lnTo>
                  <a:lnTo>
                    <a:pt x="5792" y="3553"/>
                  </a:lnTo>
                  <a:lnTo>
                    <a:pt x="5792" y="3244"/>
                  </a:lnTo>
                  <a:lnTo>
                    <a:pt x="5792" y="2935"/>
                  </a:lnTo>
                  <a:lnTo>
                    <a:pt x="5715" y="2626"/>
                  </a:lnTo>
                  <a:lnTo>
                    <a:pt x="5638" y="2317"/>
                  </a:lnTo>
                  <a:lnTo>
                    <a:pt x="5561" y="2047"/>
                  </a:lnTo>
                  <a:lnTo>
                    <a:pt x="5406" y="1776"/>
                  </a:lnTo>
                  <a:lnTo>
                    <a:pt x="5252" y="1506"/>
                  </a:lnTo>
                  <a:lnTo>
                    <a:pt x="5059" y="1274"/>
                  </a:lnTo>
                  <a:lnTo>
                    <a:pt x="4866" y="1043"/>
                  </a:lnTo>
                  <a:lnTo>
                    <a:pt x="4634" y="811"/>
                  </a:lnTo>
                  <a:lnTo>
                    <a:pt x="4402" y="618"/>
                  </a:lnTo>
                  <a:lnTo>
                    <a:pt x="4132" y="463"/>
                  </a:lnTo>
                  <a:lnTo>
                    <a:pt x="3862" y="309"/>
                  </a:lnTo>
                  <a:lnTo>
                    <a:pt x="3591" y="193"/>
                  </a:lnTo>
                  <a:lnTo>
                    <a:pt x="3282" y="116"/>
                  </a:lnTo>
                  <a:lnTo>
                    <a:pt x="2974" y="39"/>
                  </a:lnTo>
                  <a:lnTo>
                    <a:pt x="266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2"/>
            <p:cNvSpPr/>
            <p:nvPr/>
          </p:nvSpPr>
          <p:spPr>
            <a:xfrm>
              <a:off x="3889150" y="344490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6" y="1005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8"/>
                  </a:lnTo>
                  <a:lnTo>
                    <a:pt x="8573" y="3708"/>
                  </a:lnTo>
                  <a:lnTo>
                    <a:pt x="7723" y="3823"/>
                  </a:lnTo>
                  <a:lnTo>
                    <a:pt x="6874" y="3901"/>
                  </a:lnTo>
                  <a:lnTo>
                    <a:pt x="6410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5"/>
                  </a:lnTo>
                  <a:lnTo>
                    <a:pt x="2588" y="3708"/>
                  </a:lnTo>
                  <a:lnTo>
                    <a:pt x="2510" y="3862"/>
                  </a:lnTo>
                  <a:lnTo>
                    <a:pt x="2433" y="4017"/>
                  </a:lnTo>
                  <a:lnTo>
                    <a:pt x="2317" y="4132"/>
                  </a:lnTo>
                  <a:lnTo>
                    <a:pt x="2124" y="4210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7" y="4017"/>
                  </a:lnTo>
                  <a:lnTo>
                    <a:pt x="502" y="3515"/>
                  </a:lnTo>
                  <a:lnTo>
                    <a:pt x="657" y="3013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6" y="1738"/>
                  </a:lnTo>
                  <a:lnTo>
                    <a:pt x="1893" y="1429"/>
                  </a:lnTo>
                  <a:lnTo>
                    <a:pt x="2317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4" y="5986"/>
                  </a:lnTo>
                  <a:lnTo>
                    <a:pt x="11430" y="6140"/>
                  </a:lnTo>
                  <a:lnTo>
                    <a:pt x="11353" y="6218"/>
                  </a:lnTo>
                  <a:lnTo>
                    <a:pt x="11237" y="6256"/>
                  </a:lnTo>
                  <a:lnTo>
                    <a:pt x="11083" y="6295"/>
                  </a:lnTo>
                  <a:lnTo>
                    <a:pt x="10928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20" y="5523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1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2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8" y="2009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69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9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2" y="3630"/>
                  </a:lnTo>
                  <a:lnTo>
                    <a:pt x="3012" y="2974"/>
                  </a:lnTo>
                  <a:lnTo>
                    <a:pt x="3128" y="773"/>
                  </a:lnTo>
                  <a:lnTo>
                    <a:pt x="3514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0" y="1661"/>
                  </a:lnTo>
                  <a:lnTo>
                    <a:pt x="5059" y="2704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3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70" y="4325"/>
                  </a:lnTo>
                  <a:lnTo>
                    <a:pt x="6217" y="4325"/>
                  </a:lnTo>
                  <a:lnTo>
                    <a:pt x="6565" y="4287"/>
                  </a:lnTo>
                  <a:lnTo>
                    <a:pt x="7608" y="4210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1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3" y="5754"/>
                  </a:lnTo>
                  <a:lnTo>
                    <a:pt x="10233" y="5909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6"/>
                  </a:lnTo>
                  <a:lnTo>
                    <a:pt x="11739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3"/>
                  </a:lnTo>
                  <a:lnTo>
                    <a:pt x="12396" y="7222"/>
                  </a:lnTo>
                  <a:lnTo>
                    <a:pt x="12473" y="7569"/>
                  </a:lnTo>
                  <a:lnTo>
                    <a:pt x="12550" y="7917"/>
                  </a:lnTo>
                  <a:lnTo>
                    <a:pt x="12550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4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5" y="9654"/>
                  </a:lnTo>
                  <a:lnTo>
                    <a:pt x="12821" y="9616"/>
                  </a:lnTo>
                  <a:lnTo>
                    <a:pt x="12936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724"/>
                  </a:lnTo>
                  <a:lnTo>
                    <a:pt x="12936" y="7183"/>
                  </a:lnTo>
                  <a:lnTo>
                    <a:pt x="12743" y="6681"/>
                  </a:lnTo>
                  <a:lnTo>
                    <a:pt x="12434" y="6218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29" y="3515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4" y="1931"/>
                  </a:lnTo>
                  <a:lnTo>
                    <a:pt x="8225" y="1584"/>
                  </a:lnTo>
                  <a:lnTo>
                    <a:pt x="7839" y="1275"/>
                  </a:lnTo>
                  <a:lnTo>
                    <a:pt x="7453" y="1005"/>
                  </a:lnTo>
                  <a:lnTo>
                    <a:pt x="7067" y="734"/>
                  </a:lnTo>
                  <a:lnTo>
                    <a:pt x="6642" y="503"/>
                  </a:lnTo>
                  <a:lnTo>
                    <a:pt x="6179" y="348"/>
                  </a:lnTo>
                  <a:lnTo>
                    <a:pt x="5715" y="194"/>
                  </a:lnTo>
                  <a:lnTo>
                    <a:pt x="5291" y="78"/>
                  </a:lnTo>
                  <a:lnTo>
                    <a:pt x="4827" y="39"/>
                  </a:lnTo>
                  <a:lnTo>
                    <a:pt x="44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2"/>
            <p:cNvSpPr/>
            <p:nvPr/>
          </p:nvSpPr>
          <p:spPr>
            <a:xfrm>
              <a:off x="4428800" y="3447800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0" y="2317"/>
                  </a:lnTo>
                  <a:lnTo>
                    <a:pt x="6449" y="3901"/>
                  </a:lnTo>
                  <a:lnTo>
                    <a:pt x="6526" y="6990"/>
                  </a:lnTo>
                  <a:lnTo>
                    <a:pt x="3514" y="6758"/>
                  </a:lnTo>
                  <a:lnTo>
                    <a:pt x="2008" y="6642"/>
                  </a:lnTo>
                  <a:lnTo>
                    <a:pt x="502" y="6604"/>
                  </a:lnTo>
                  <a:lnTo>
                    <a:pt x="1352" y="5986"/>
                  </a:lnTo>
                  <a:lnTo>
                    <a:pt x="2201" y="5291"/>
                  </a:lnTo>
                  <a:lnTo>
                    <a:pt x="2973" y="4557"/>
                  </a:lnTo>
                  <a:lnTo>
                    <a:pt x="3707" y="3823"/>
                  </a:lnTo>
                  <a:lnTo>
                    <a:pt x="4441" y="3090"/>
                  </a:lnTo>
                  <a:lnTo>
                    <a:pt x="5136" y="2356"/>
                  </a:lnTo>
                  <a:lnTo>
                    <a:pt x="5792" y="1584"/>
                  </a:lnTo>
                  <a:lnTo>
                    <a:pt x="6449" y="773"/>
                  </a:lnTo>
                  <a:close/>
                  <a:moveTo>
                    <a:pt x="6719" y="0"/>
                  </a:moveTo>
                  <a:lnTo>
                    <a:pt x="6642" y="39"/>
                  </a:lnTo>
                  <a:lnTo>
                    <a:pt x="6565" y="39"/>
                  </a:lnTo>
                  <a:lnTo>
                    <a:pt x="6487" y="116"/>
                  </a:lnTo>
                  <a:lnTo>
                    <a:pt x="4981" y="1854"/>
                  </a:lnTo>
                  <a:lnTo>
                    <a:pt x="4209" y="2703"/>
                  </a:lnTo>
                  <a:lnTo>
                    <a:pt x="3437" y="3514"/>
                  </a:lnTo>
                  <a:lnTo>
                    <a:pt x="2587" y="4287"/>
                  </a:lnTo>
                  <a:lnTo>
                    <a:pt x="1738" y="5059"/>
                  </a:lnTo>
                  <a:lnTo>
                    <a:pt x="888" y="5793"/>
                  </a:lnTo>
                  <a:lnTo>
                    <a:pt x="39" y="6604"/>
                  </a:lnTo>
                  <a:lnTo>
                    <a:pt x="0" y="6642"/>
                  </a:lnTo>
                  <a:lnTo>
                    <a:pt x="0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0" y="6912"/>
                  </a:lnTo>
                  <a:lnTo>
                    <a:pt x="39" y="6990"/>
                  </a:lnTo>
                  <a:lnTo>
                    <a:pt x="116" y="7144"/>
                  </a:lnTo>
                  <a:lnTo>
                    <a:pt x="386" y="6990"/>
                  </a:lnTo>
                  <a:lnTo>
                    <a:pt x="1892" y="7144"/>
                  </a:lnTo>
                  <a:lnTo>
                    <a:pt x="3437" y="7299"/>
                  </a:lnTo>
                  <a:lnTo>
                    <a:pt x="6526" y="7453"/>
                  </a:lnTo>
                  <a:lnTo>
                    <a:pt x="6565" y="9307"/>
                  </a:lnTo>
                  <a:lnTo>
                    <a:pt x="6526" y="12627"/>
                  </a:lnTo>
                  <a:lnTo>
                    <a:pt x="6951" y="12627"/>
                  </a:lnTo>
                  <a:lnTo>
                    <a:pt x="6989" y="9461"/>
                  </a:lnTo>
                  <a:lnTo>
                    <a:pt x="6989" y="7492"/>
                  </a:lnTo>
                  <a:lnTo>
                    <a:pt x="8650" y="7569"/>
                  </a:lnTo>
                  <a:lnTo>
                    <a:pt x="10310" y="7646"/>
                  </a:lnTo>
                  <a:lnTo>
                    <a:pt x="10310" y="7183"/>
                  </a:lnTo>
                  <a:lnTo>
                    <a:pt x="8650" y="7106"/>
                  </a:lnTo>
                  <a:lnTo>
                    <a:pt x="6989" y="7028"/>
                  </a:lnTo>
                  <a:lnTo>
                    <a:pt x="7028" y="5368"/>
                  </a:lnTo>
                  <a:lnTo>
                    <a:pt x="6989" y="3707"/>
                  </a:lnTo>
                  <a:lnTo>
                    <a:pt x="6951" y="2047"/>
                  </a:lnTo>
                  <a:lnTo>
                    <a:pt x="6796" y="387"/>
                  </a:lnTo>
                  <a:lnTo>
                    <a:pt x="6989" y="194"/>
                  </a:lnTo>
                  <a:lnTo>
                    <a:pt x="6835" y="39"/>
                  </a:lnTo>
                  <a:lnTo>
                    <a:pt x="679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2"/>
            <p:cNvSpPr/>
            <p:nvPr/>
          </p:nvSpPr>
          <p:spPr>
            <a:xfrm>
              <a:off x="4598700" y="3452625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4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7" y="7492"/>
                  </a:lnTo>
                  <a:lnTo>
                    <a:pt x="6372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60" y="12087"/>
                  </a:lnTo>
                  <a:lnTo>
                    <a:pt x="1584" y="14983"/>
                  </a:lnTo>
                  <a:lnTo>
                    <a:pt x="773" y="16450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49"/>
                  </a:lnTo>
                  <a:lnTo>
                    <a:pt x="1159" y="16759"/>
                  </a:lnTo>
                  <a:lnTo>
                    <a:pt x="1970" y="15369"/>
                  </a:lnTo>
                  <a:lnTo>
                    <a:pt x="2781" y="13979"/>
                  </a:lnTo>
                  <a:lnTo>
                    <a:pt x="3592" y="12589"/>
                  </a:lnTo>
                  <a:lnTo>
                    <a:pt x="4441" y="11199"/>
                  </a:lnTo>
                  <a:lnTo>
                    <a:pt x="5291" y="9809"/>
                  </a:lnTo>
                  <a:lnTo>
                    <a:pt x="5715" y="9191"/>
                  </a:lnTo>
                  <a:lnTo>
                    <a:pt x="6179" y="8612"/>
                  </a:lnTo>
                  <a:lnTo>
                    <a:pt x="6603" y="8032"/>
                  </a:lnTo>
                  <a:lnTo>
                    <a:pt x="6990" y="7453"/>
                  </a:lnTo>
                  <a:lnTo>
                    <a:pt x="6990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90" y="7067"/>
                  </a:lnTo>
                  <a:lnTo>
                    <a:pt x="6874" y="7028"/>
                  </a:lnTo>
                  <a:lnTo>
                    <a:pt x="6835" y="7028"/>
                  </a:lnTo>
                  <a:lnTo>
                    <a:pt x="6102" y="6102"/>
                  </a:lnTo>
                  <a:lnTo>
                    <a:pt x="5291" y="5175"/>
                  </a:lnTo>
                  <a:lnTo>
                    <a:pt x="3669" y="3437"/>
                  </a:lnTo>
                  <a:lnTo>
                    <a:pt x="1970" y="1700"/>
                  </a:lnTo>
                  <a:lnTo>
                    <a:pt x="1082" y="811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2"/>
            <p:cNvSpPr/>
            <p:nvPr/>
          </p:nvSpPr>
          <p:spPr>
            <a:xfrm>
              <a:off x="3921000" y="345842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4" y="7298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59" y="7569"/>
                  </a:lnTo>
                  <a:lnTo>
                    <a:pt x="9152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59" y="10040"/>
                  </a:lnTo>
                  <a:lnTo>
                    <a:pt x="8689" y="10117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40" y="10079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7"/>
                  </a:lnTo>
                  <a:lnTo>
                    <a:pt x="7029" y="9345"/>
                  </a:lnTo>
                  <a:lnTo>
                    <a:pt x="6951" y="9075"/>
                  </a:lnTo>
                  <a:lnTo>
                    <a:pt x="6913" y="8804"/>
                  </a:lnTo>
                  <a:lnTo>
                    <a:pt x="6951" y="8534"/>
                  </a:lnTo>
                  <a:lnTo>
                    <a:pt x="7029" y="8264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8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5" y="8457"/>
                  </a:lnTo>
                  <a:lnTo>
                    <a:pt x="2974" y="8611"/>
                  </a:lnTo>
                  <a:lnTo>
                    <a:pt x="3051" y="8766"/>
                  </a:lnTo>
                  <a:lnTo>
                    <a:pt x="1545" y="8727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5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7"/>
                  </a:lnTo>
                  <a:lnTo>
                    <a:pt x="6990" y="10079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6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2"/>
                  </a:lnTo>
                  <a:lnTo>
                    <a:pt x="10156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6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0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8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4" y="7337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49" y="8534"/>
                  </a:lnTo>
                  <a:lnTo>
                    <a:pt x="6449" y="8843"/>
                  </a:lnTo>
                  <a:lnTo>
                    <a:pt x="5716" y="8804"/>
                  </a:lnTo>
                  <a:lnTo>
                    <a:pt x="4943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7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80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5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2"/>
            <p:cNvSpPr/>
            <p:nvPr/>
          </p:nvSpPr>
          <p:spPr>
            <a:xfrm>
              <a:off x="1220850" y="3492200"/>
              <a:ext cx="274200" cy="516500"/>
            </a:xfrm>
            <a:custGeom>
              <a:avLst/>
              <a:gdLst/>
              <a:ahLst/>
              <a:cxnLst/>
              <a:rect l="l" t="t" r="r" b="b"/>
              <a:pathLst>
                <a:path w="10968" h="20660" extrusionOk="0">
                  <a:moveTo>
                    <a:pt x="1468" y="657"/>
                  </a:moveTo>
                  <a:lnTo>
                    <a:pt x="2086" y="1005"/>
                  </a:lnTo>
                  <a:lnTo>
                    <a:pt x="2665" y="1391"/>
                  </a:lnTo>
                  <a:lnTo>
                    <a:pt x="3052" y="1661"/>
                  </a:lnTo>
                  <a:lnTo>
                    <a:pt x="3438" y="1970"/>
                  </a:lnTo>
                  <a:lnTo>
                    <a:pt x="3592" y="2125"/>
                  </a:lnTo>
                  <a:lnTo>
                    <a:pt x="3708" y="2279"/>
                  </a:lnTo>
                  <a:lnTo>
                    <a:pt x="3862" y="2588"/>
                  </a:lnTo>
                  <a:lnTo>
                    <a:pt x="3978" y="2935"/>
                  </a:lnTo>
                  <a:lnTo>
                    <a:pt x="4055" y="3322"/>
                  </a:lnTo>
                  <a:lnTo>
                    <a:pt x="5098" y="7492"/>
                  </a:lnTo>
                  <a:lnTo>
                    <a:pt x="7222" y="16180"/>
                  </a:lnTo>
                  <a:lnTo>
                    <a:pt x="7261" y="16258"/>
                  </a:lnTo>
                  <a:lnTo>
                    <a:pt x="7299" y="16296"/>
                  </a:lnTo>
                  <a:lnTo>
                    <a:pt x="7369" y="16331"/>
                  </a:lnTo>
                  <a:lnTo>
                    <a:pt x="7369" y="16331"/>
                  </a:lnTo>
                  <a:lnTo>
                    <a:pt x="6990" y="16489"/>
                  </a:lnTo>
                  <a:lnTo>
                    <a:pt x="6334" y="14481"/>
                  </a:lnTo>
                  <a:lnTo>
                    <a:pt x="5677" y="12512"/>
                  </a:lnTo>
                  <a:lnTo>
                    <a:pt x="4287" y="8573"/>
                  </a:lnTo>
                  <a:lnTo>
                    <a:pt x="2858" y="4634"/>
                  </a:lnTo>
                  <a:lnTo>
                    <a:pt x="1468" y="657"/>
                  </a:lnTo>
                  <a:close/>
                  <a:moveTo>
                    <a:pt x="1121" y="503"/>
                  </a:moveTo>
                  <a:lnTo>
                    <a:pt x="1121" y="580"/>
                  </a:lnTo>
                  <a:lnTo>
                    <a:pt x="3940" y="8573"/>
                  </a:lnTo>
                  <a:lnTo>
                    <a:pt x="5368" y="12551"/>
                  </a:lnTo>
                  <a:lnTo>
                    <a:pt x="6102" y="14558"/>
                  </a:lnTo>
                  <a:lnTo>
                    <a:pt x="6874" y="16528"/>
                  </a:lnTo>
                  <a:lnTo>
                    <a:pt x="6681" y="16566"/>
                  </a:lnTo>
                  <a:lnTo>
                    <a:pt x="5755" y="14636"/>
                  </a:lnTo>
                  <a:lnTo>
                    <a:pt x="4789" y="12705"/>
                  </a:lnTo>
                  <a:lnTo>
                    <a:pt x="2820" y="8882"/>
                  </a:lnTo>
                  <a:lnTo>
                    <a:pt x="1777" y="6951"/>
                  </a:lnTo>
                  <a:lnTo>
                    <a:pt x="773" y="4982"/>
                  </a:lnTo>
                  <a:lnTo>
                    <a:pt x="657" y="4712"/>
                  </a:lnTo>
                  <a:lnTo>
                    <a:pt x="580" y="4441"/>
                  </a:lnTo>
                  <a:lnTo>
                    <a:pt x="542" y="4171"/>
                  </a:lnTo>
                  <a:lnTo>
                    <a:pt x="503" y="3901"/>
                  </a:lnTo>
                  <a:lnTo>
                    <a:pt x="503" y="3322"/>
                  </a:lnTo>
                  <a:lnTo>
                    <a:pt x="542" y="2781"/>
                  </a:lnTo>
                  <a:lnTo>
                    <a:pt x="657" y="2202"/>
                  </a:lnTo>
                  <a:lnTo>
                    <a:pt x="812" y="1623"/>
                  </a:lnTo>
                  <a:lnTo>
                    <a:pt x="1121" y="503"/>
                  </a:lnTo>
                  <a:close/>
                  <a:moveTo>
                    <a:pt x="9886" y="13786"/>
                  </a:moveTo>
                  <a:lnTo>
                    <a:pt x="10041" y="13825"/>
                  </a:lnTo>
                  <a:lnTo>
                    <a:pt x="10157" y="13902"/>
                  </a:lnTo>
                  <a:lnTo>
                    <a:pt x="10311" y="14018"/>
                  </a:lnTo>
                  <a:lnTo>
                    <a:pt x="10581" y="14481"/>
                  </a:lnTo>
                  <a:lnTo>
                    <a:pt x="10620" y="14674"/>
                  </a:lnTo>
                  <a:lnTo>
                    <a:pt x="10620" y="14906"/>
                  </a:lnTo>
                  <a:lnTo>
                    <a:pt x="10581" y="15099"/>
                  </a:lnTo>
                  <a:lnTo>
                    <a:pt x="10504" y="15254"/>
                  </a:lnTo>
                  <a:lnTo>
                    <a:pt x="10311" y="15640"/>
                  </a:lnTo>
                  <a:lnTo>
                    <a:pt x="10041" y="15910"/>
                  </a:lnTo>
                  <a:lnTo>
                    <a:pt x="9655" y="16296"/>
                  </a:lnTo>
                  <a:lnTo>
                    <a:pt x="9191" y="16605"/>
                  </a:lnTo>
                  <a:lnTo>
                    <a:pt x="8728" y="16914"/>
                  </a:lnTo>
                  <a:lnTo>
                    <a:pt x="8265" y="17184"/>
                  </a:lnTo>
                  <a:lnTo>
                    <a:pt x="8149" y="17184"/>
                  </a:lnTo>
                  <a:lnTo>
                    <a:pt x="8071" y="17262"/>
                  </a:lnTo>
                  <a:lnTo>
                    <a:pt x="7724" y="17416"/>
                  </a:lnTo>
                  <a:lnTo>
                    <a:pt x="7029" y="17725"/>
                  </a:lnTo>
                  <a:lnTo>
                    <a:pt x="6295" y="17995"/>
                  </a:lnTo>
                  <a:lnTo>
                    <a:pt x="5523" y="18150"/>
                  </a:lnTo>
                  <a:lnTo>
                    <a:pt x="4789" y="18304"/>
                  </a:lnTo>
                  <a:lnTo>
                    <a:pt x="4403" y="18343"/>
                  </a:lnTo>
                  <a:lnTo>
                    <a:pt x="4055" y="18343"/>
                  </a:lnTo>
                  <a:lnTo>
                    <a:pt x="3669" y="18266"/>
                  </a:lnTo>
                  <a:lnTo>
                    <a:pt x="3515" y="18227"/>
                  </a:lnTo>
                  <a:lnTo>
                    <a:pt x="3360" y="18150"/>
                  </a:lnTo>
                  <a:lnTo>
                    <a:pt x="3245" y="18034"/>
                  </a:lnTo>
                  <a:lnTo>
                    <a:pt x="3129" y="17957"/>
                  </a:lnTo>
                  <a:lnTo>
                    <a:pt x="2974" y="17686"/>
                  </a:lnTo>
                  <a:lnTo>
                    <a:pt x="2858" y="17377"/>
                  </a:lnTo>
                  <a:lnTo>
                    <a:pt x="2858" y="17068"/>
                  </a:lnTo>
                  <a:lnTo>
                    <a:pt x="2897" y="16875"/>
                  </a:lnTo>
                  <a:lnTo>
                    <a:pt x="2974" y="16721"/>
                  </a:lnTo>
                  <a:lnTo>
                    <a:pt x="3090" y="16566"/>
                  </a:lnTo>
                  <a:lnTo>
                    <a:pt x="3206" y="16451"/>
                  </a:lnTo>
                  <a:lnTo>
                    <a:pt x="3322" y="16373"/>
                  </a:lnTo>
                  <a:lnTo>
                    <a:pt x="3476" y="16296"/>
                  </a:lnTo>
                  <a:lnTo>
                    <a:pt x="3592" y="16296"/>
                  </a:lnTo>
                  <a:lnTo>
                    <a:pt x="3708" y="16335"/>
                  </a:lnTo>
                  <a:lnTo>
                    <a:pt x="3824" y="16451"/>
                  </a:lnTo>
                  <a:lnTo>
                    <a:pt x="3940" y="16605"/>
                  </a:lnTo>
                  <a:lnTo>
                    <a:pt x="4094" y="16798"/>
                  </a:lnTo>
                  <a:lnTo>
                    <a:pt x="4210" y="17068"/>
                  </a:lnTo>
                  <a:lnTo>
                    <a:pt x="4055" y="17068"/>
                  </a:lnTo>
                  <a:lnTo>
                    <a:pt x="3978" y="17107"/>
                  </a:lnTo>
                  <a:lnTo>
                    <a:pt x="3940" y="17184"/>
                  </a:lnTo>
                  <a:lnTo>
                    <a:pt x="3978" y="17300"/>
                  </a:lnTo>
                  <a:lnTo>
                    <a:pt x="4055" y="17339"/>
                  </a:lnTo>
                  <a:lnTo>
                    <a:pt x="4828" y="17339"/>
                  </a:lnTo>
                  <a:lnTo>
                    <a:pt x="5639" y="17262"/>
                  </a:lnTo>
                  <a:lnTo>
                    <a:pt x="6450" y="17107"/>
                  </a:lnTo>
                  <a:lnTo>
                    <a:pt x="7261" y="16875"/>
                  </a:lnTo>
                  <a:lnTo>
                    <a:pt x="7647" y="16721"/>
                  </a:lnTo>
                  <a:lnTo>
                    <a:pt x="8033" y="16528"/>
                  </a:lnTo>
                  <a:lnTo>
                    <a:pt x="8419" y="16335"/>
                  </a:lnTo>
                  <a:lnTo>
                    <a:pt x="8728" y="16103"/>
                  </a:lnTo>
                  <a:lnTo>
                    <a:pt x="9075" y="15871"/>
                  </a:lnTo>
                  <a:lnTo>
                    <a:pt x="9384" y="15601"/>
                  </a:lnTo>
                  <a:lnTo>
                    <a:pt x="9616" y="15331"/>
                  </a:lnTo>
                  <a:lnTo>
                    <a:pt x="9886" y="15022"/>
                  </a:lnTo>
                  <a:lnTo>
                    <a:pt x="9886" y="14945"/>
                  </a:lnTo>
                  <a:lnTo>
                    <a:pt x="9886" y="14906"/>
                  </a:lnTo>
                  <a:lnTo>
                    <a:pt x="9848" y="14829"/>
                  </a:lnTo>
                  <a:lnTo>
                    <a:pt x="9809" y="14790"/>
                  </a:lnTo>
                  <a:lnTo>
                    <a:pt x="9732" y="14752"/>
                  </a:lnTo>
                  <a:lnTo>
                    <a:pt x="9616" y="14752"/>
                  </a:lnTo>
                  <a:lnTo>
                    <a:pt x="9539" y="14790"/>
                  </a:lnTo>
                  <a:lnTo>
                    <a:pt x="9307" y="15099"/>
                  </a:lnTo>
                  <a:lnTo>
                    <a:pt x="9114" y="14945"/>
                  </a:lnTo>
                  <a:lnTo>
                    <a:pt x="9037" y="14829"/>
                  </a:lnTo>
                  <a:lnTo>
                    <a:pt x="8998" y="14674"/>
                  </a:lnTo>
                  <a:lnTo>
                    <a:pt x="8998" y="14558"/>
                  </a:lnTo>
                  <a:lnTo>
                    <a:pt x="9037" y="14404"/>
                  </a:lnTo>
                  <a:lnTo>
                    <a:pt x="9114" y="14288"/>
                  </a:lnTo>
                  <a:lnTo>
                    <a:pt x="9346" y="14056"/>
                  </a:lnTo>
                  <a:lnTo>
                    <a:pt x="9462" y="13941"/>
                  </a:lnTo>
                  <a:lnTo>
                    <a:pt x="9539" y="13825"/>
                  </a:lnTo>
                  <a:lnTo>
                    <a:pt x="9655" y="13786"/>
                  </a:lnTo>
                  <a:close/>
                  <a:moveTo>
                    <a:pt x="889" y="1"/>
                  </a:moveTo>
                  <a:lnTo>
                    <a:pt x="812" y="78"/>
                  </a:lnTo>
                  <a:lnTo>
                    <a:pt x="773" y="155"/>
                  </a:lnTo>
                  <a:lnTo>
                    <a:pt x="194" y="2511"/>
                  </a:lnTo>
                  <a:lnTo>
                    <a:pt x="117" y="2897"/>
                  </a:lnTo>
                  <a:lnTo>
                    <a:pt x="40" y="3322"/>
                  </a:lnTo>
                  <a:lnTo>
                    <a:pt x="1" y="3746"/>
                  </a:lnTo>
                  <a:lnTo>
                    <a:pt x="1" y="4210"/>
                  </a:lnTo>
                  <a:lnTo>
                    <a:pt x="78" y="4441"/>
                  </a:lnTo>
                  <a:lnTo>
                    <a:pt x="155" y="4673"/>
                  </a:lnTo>
                  <a:lnTo>
                    <a:pt x="348" y="5136"/>
                  </a:lnTo>
                  <a:lnTo>
                    <a:pt x="850" y="6025"/>
                  </a:lnTo>
                  <a:lnTo>
                    <a:pt x="1970" y="8187"/>
                  </a:lnTo>
                  <a:lnTo>
                    <a:pt x="4133" y="12435"/>
                  </a:lnTo>
                  <a:lnTo>
                    <a:pt x="5253" y="14558"/>
                  </a:lnTo>
                  <a:lnTo>
                    <a:pt x="6411" y="16682"/>
                  </a:lnTo>
                  <a:lnTo>
                    <a:pt x="5484" y="16875"/>
                  </a:lnTo>
                  <a:lnTo>
                    <a:pt x="4596" y="16991"/>
                  </a:lnTo>
                  <a:lnTo>
                    <a:pt x="4596" y="16991"/>
                  </a:lnTo>
                  <a:lnTo>
                    <a:pt x="4673" y="16837"/>
                  </a:lnTo>
                  <a:lnTo>
                    <a:pt x="4712" y="16682"/>
                  </a:lnTo>
                  <a:lnTo>
                    <a:pt x="4712" y="16528"/>
                  </a:lnTo>
                  <a:lnTo>
                    <a:pt x="4635" y="16373"/>
                  </a:lnTo>
                  <a:lnTo>
                    <a:pt x="4557" y="16219"/>
                  </a:lnTo>
                  <a:lnTo>
                    <a:pt x="4442" y="16103"/>
                  </a:lnTo>
                  <a:lnTo>
                    <a:pt x="4326" y="15987"/>
                  </a:lnTo>
                  <a:lnTo>
                    <a:pt x="4133" y="15910"/>
                  </a:lnTo>
                  <a:lnTo>
                    <a:pt x="3862" y="15871"/>
                  </a:lnTo>
                  <a:lnTo>
                    <a:pt x="3592" y="15871"/>
                  </a:lnTo>
                  <a:lnTo>
                    <a:pt x="3322" y="15949"/>
                  </a:lnTo>
                  <a:lnTo>
                    <a:pt x="3090" y="16103"/>
                  </a:lnTo>
                  <a:lnTo>
                    <a:pt x="2897" y="16258"/>
                  </a:lnTo>
                  <a:lnTo>
                    <a:pt x="2743" y="16489"/>
                  </a:lnTo>
                  <a:lnTo>
                    <a:pt x="2588" y="16721"/>
                  </a:lnTo>
                  <a:lnTo>
                    <a:pt x="2550" y="16991"/>
                  </a:lnTo>
                  <a:lnTo>
                    <a:pt x="2511" y="17416"/>
                  </a:lnTo>
                  <a:lnTo>
                    <a:pt x="2550" y="17725"/>
                  </a:lnTo>
                  <a:lnTo>
                    <a:pt x="2704" y="17995"/>
                  </a:lnTo>
                  <a:lnTo>
                    <a:pt x="2858" y="18227"/>
                  </a:lnTo>
                  <a:lnTo>
                    <a:pt x="3129" y="18381"/>
                  </a:lnTo>
                  <a:lnTo>
                    <a:pt x="3399" y="18497"/>
                  </a:lnTo>
                  <a:lnTo>
                    <a:pt x="3747" y="18574"/>
                  </a:lnTo>
                  <a:lnTo>
                    <a:pt x="4094" y="18613"/>
                  </a:lnTo>
                  <a:lnTo>
                    <a:pt x="4442" y="18613"/>
                  </a:lnTo>
                  <a:lnTo>
                    <a:pt x="4828" y="18574"/>
                  </a:lnTo>
                  <a:lnTo>
                    <a:pt x="5639" y="18420"/>
                  </a:lnTo>
                  <a:lnTo>
                    <a:pt x="6334" y="18266"/>
                  </a:lnTo>
                  <a:lnTo>
                    <a:pt x="6952" y="18072"/>
                  </a:lnTo>
                  <a:lnTo>
                    <a:pt x="7067" y="18034"/>
                  </a:lnTo>
                  <a:lnTo>
                    <a:pt x="7299" y="17957"/>
                  </a:lnTo>
                  <a:lnTo>
                    <a:pt x="8149" y="17570"/>
                  </a:lnTo>
                  <a:lnTo>
                    <a:pt x="8612" y="18497"/>
                  </a:lnTo>
                  <a:lnTo>
                    <a:pt x="9037" y="19463"/>
                  </a:lnTo>
                  <a:lnTo>
                    <a:pt x="9269" y="20003"/>
                  </a:lnTo>
                  <a:lnTo>
                    <a:pt x="9423" y="20351"/>
                  </a:lnTo>
                  <a:lnTo>
                    <a:pt x="9539" y="20660"/>
                  </a:lnTo>
                  <a:lnTo>
                    <a:pt x="9770" y="20621"/>
                  </a:lnTo>
                  <a:lnTo>
                    <a:pt x="9693" y="20428"/>
                  </a:lnTo>
                  <a:lnTo>
                    <a:pt x="9423" y="19656"/>
                  </a:lnTo>
                  <a:lnTo>
                    <a:pt x="9114" y="18922"/>
                  </a:lnTo>
                  <a:lnTo>
                    <a:pt x="8767" y="18150"/>
                  </a:lnTo>
                  <a:lnTo>
                    <a:pt x="8419" y="17416"/>
                  </a:lnTo>
                  <a:lnTo>
                    <a:pt x="8960" y="17107"/>
                  </a:lnTo>
                  <a:lnTo>
                    <a:pt x="9539" y="16760"/>
                  </a:lnTo>
                  <a:lnTo>
                    <a:pt x="10041" y="16373"/>
                  </a:lnTo>
                  <a:lnTo>
                    <a:pt x="10272" y="16180"/>
                  </a:lnTo>
                  <a:lnTo>
                    <a:pt x="10466" y="15949"/>
                  </a:lnTo>
                  <a:lnTo>
                    <a:pt x="10659" y="15717"/>
                  </a:lnTo>
                  <a:lnTo>
                    <a:pt x="10813" y="15485"/>
                  </a:lnTo>
                  <a:lnTo>
                    <a:pt x="10929" y="15254"/>
                  </a:lnTo>
                  <a:lnTo>
                    <a:pt x="10968" y="14983"/>
                  </a:lnTo>
                  <a:lnTo>
                    <a:pt x="10968" y="14752"/>
                  </a:lnTo>
                  <a:lnTo>
                    <a:pt x="10929" y="14520"/>
                  </a:lnTo>
                  <a:lnTo>
                    <a:pt x="10852" y="14250"/>
                  </a:lnTo>
                  <a:lnTo>
                    <a:pt x="10659" y="13979"/>
                  </a:lnTo>
                  <a:lnTo>
                    <a:pt x="10504" y="13825"/>
                  </a:lnTo>
                  <a:lnTo>
                    <a:pt x="10272" y="13670"/>
                  </a:lnTo>
                  <a:lnTo>
                    <a:pt x="10041" y="13555"/>
                  </a:lnTo>
                  <a:lnTo>
                    <a:pt x="9809" y="13516"/>
                  </a:lnTo>
                  <a:lnTo>
                    <a:pt x="9539" y="13516"/>
                  </a:lnTo>
                  <a:lnTo>
                    <a:pt x="9307" y="13555"/>
                  </a:lnTo>
                  <a:lnTo>
                    <a:pt x="9075" y="13670"/>
                  </a:lnTo>
                  <a:lnTo>
                    <a:pt x="8882" y="13863"/>
                  </a:lnTo>
                  <a:lnTo>
                    <a:pt x="8767" y="14056"/>
                  </a:lnTo>
                  <a:lnTo>
                    <a:pt x="8728" y="14250"/>
                  </a:lnTo>
                  <a:lnTo>
                    <a:pt x="8689" y="14443"/>
                  </a:lnTo>
                  <a:lnTo>
                    <a:pt x="8689" y="14636"/>
                  </a:lnTo>
                  <a:lnTo>
                    <a:pt x="8728" y="14829"/>
                  </a:lnTo>
                  <a:lnTo>
                    <a:pt x="8805" y="15022"/>
                  </a:lnTo>
                  <a:lnTo>
                    <a:pt x="8921" y="15176"/>
                  </a:lnTo>
                  <a:lnTo>
                    <a:pt x="9075" y="15331"/>
                  </a:lnTo>
                  <a:lnTo>
                    <a:pt x="8728" y="15640"/>
                  </a:lnTo>
                  <a:lnTo>
                    <a:pt x="8342" y="15871"/>
                  </a:lnTo>
                  <a:lnTo>
                    <a:pt x="7917" y="16103"/>
                  </a:lnTo>
                  <a:lnTo>
                    <a:pt x="7454" y="16296"/>
                  </a:lnTo>
                  <a:lnTo>
                    <a:pt x="7531" y="16258"/>
                  </a:lnTo>
                  <a:lnTo>
                    <a:pt x="7608" y="16219"/>
                  </a:lnTo>
                  <a:lnTo>
                    <a:pt x="7608" y="16142"/>
                  </a:lnTo>
                  <a:lnTo>
                    <a:pt x="7608" y="16026"/>
                  </a:lnTo>
                  <a:lnTo>
                    <a:pt x="5330" y="6488"/>
                  </a:lnTo>
                  <a:lnTo>
                    <a:pt x="4712" y="4094"/>
                  </a:lnTo>
                  <a:lnTo>
                    <a:pt x="4480" y="3013"/>
                  </a:lnTo>
                  <a:lnTo>
                    <a:pt x="4326" y="2511"/>
                  </a:lnTo>
                  <a:lnTo>
                    <a:pt x="4249" y="2240"/>
                  </a:lnTo>
                  <a:lnTo>
                    <a:pt x="4094" y="2009"/>
                  </a:lnTo>
                  <a:lnTo>
                    <a:pt x="3824" y="1700"/>
                  </a:lnTo>
                  <a:lnTo>
                    <a:pt x="3515" y="1352"/>
                  </a:lnTo>
                  <a:lnTo>
                    <a:pt x="3129" y="1082"/>
                  </a:lnTo>
                  <a:lnTo>
                    <a:pt x="2704" y="812"/>
                  </a:lnTo>
                  <a:lnTo>
                    <a:pt x="2318" y="580"/>
                  </a:lnTo>
                  <a:lnTo>
                    <a:pt x="1854" y="387"/>
                  </a:lnTo>
                  <a:lnTo>
                    <a:pt x="108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2"/>
            <p:cNvSpPr/>
            <p:nvPr/>
          </p:nvSpPr>
          <p:spPr>
            <a:xfrm>
              <a:off x="319200" y="3515375"/>
              <a:ext cx="324400" cy="208550"/>
            </a:xfrm>
            <a:custGeom>
              <a:avLst/>
              <a:gdLst/>
              <a:ahLst/>
              <a:cxnLst/>
              <a:rect l="l" t="t" r="r" b="b"/>
              <a:pathLst>
                <a:path w="12976" h="8342" extrusionOk="0">
                  <a:moveTo>
                    <a:pt x="6758" y="309"/>
                  </a:moveTo>
                  <a:lnTo>
                    <a:pt x="6874" y="348"/>
                  </a:lnTo>
                  <a:lnTo>
                    <a:pt x="7029" y="387"/>
                  </a:lnTo>
                  <a:lnTo>
                    <a:pt x="7222" y="502"/>
                  </a:lnTo>
                  <a:lnTo>
                    <a:pt x="7299" y="502"/>
                  </a:lnTo>
                  <a:lnTo>
                    <a:pt x="7453" y="773"/>
                  </a:lnTo>
                  <a:lnTo>
                    <a:pt x="7569" y="1043"/>
                  </a:lnTo>
                  <a:lnTo>
                    <a:pt x="7608" y="1352"/>
                  </a:lnTo>
                  <a:lnTo>
                    <a:pt x="7569" y="1661"/>
                  </a:lnTo>
                  <a:lnTo>
                    <a:pt x="7492" y="1970"/>
                  </a:lnTo>
                  <a:lnTo>
                    <a:pt x="7415" y="2240"/>
                  </a:lnTo>
                  <a:lnTo>
                    <a:pt x="7222" y="2858"/>
                  </a:lnTo>
                  <a:lnTo>
                    <a:pt x="6411" y="4905"/>
                  </a:lnTo>
                  <a:lnTo>
                    <a:pt x="6411" y="4943"/>
                  </a:lnTo>
                  <a:lnTo>
                    <a:pt x="6295" y="4943"/>
                  </a:lnTo>
                  <a:lnTo>
                    <a:pt x="6218" y="3978"/>
                  </a:lnTo>
                  <a:lnTo>
                    <a:pt x="6140" y="2974"/>
                  </a:lnTo>
                  <a:lnTo>
                    <a:pt x="6140" y="1854"/>
                  </a:lnTo>
                  <a:lnTo>
                    <a:pt x="6179" y="1352"/>
                  </a:lnTo>
                  <a:lnTo>
                    <a:pt x="6218" y="1043"/>
                  </a:lnTo>
                  <a:lnTo>
                    <a:pt x="6295" y="734"/>
                  </a:lnTo>
                  <a:lnTo>
                    <a:pt x="6449" y="502"/>
                  </a:lnTo>
                  <a:lnTo>
                    <a:pt x="6527" y="425"/>
                  </a:lnTo>
                  <a:lnTo>
                    <a:pt x="6642" y="348"/>
                  </a:lnTo>
                  <a:lnTo>
                    <a:pt x="6758" y="309"/>
                  </a:lnTo>
                  <a:close/>
                  <a:moveTo>
                    <a:pt x="11971" y="4711"/>
                  </a:moveTo>
                  <a:lnTo>
                    <a:pt x="12087" y="4750"/>
                  </a:lnTo>
                  <a:lnTo>
                    <a:pt x="12164" y="4827"/>
                  </a:lnTo>
                  <a:lnTo>
                    <a:pt x="12280" y="4905"/>
                  </a:lnTo>
                  <a:lnTo>
                    <a:pt x="12319" y="4982"/>
                  </a:lnTo>
                  <a:lnTo>
                    <a:pt x="12396" y="5136"/>
                  </a:lnTo>
                  <a:lnTo>
                    <a:pt x="12435" y="5484"/>
                  </a:lnTo>
                  <a:lnTo>
                    <a:pt x="12319" y="5600"/>
                  </a:lnTo>
                  <a:lnTo>
                    <a:pt x="12126" y="5677"/>
                  </a:lnTo>
                  <a:lnTo>
                    <a:pt x="11933" y="5754"/>
                  </a:lnTo>
                  <a:lnTo>
                    <a:pt x="11701" y="5793"/>
                  </a:lnTo>
                  <a:lnTo>
                    <a:pt x="11199" y="5831"/>
                  </a:lnTo>
                  <a:lnTo>
                    <a:pt x="10041" y="5831"/>
                  </a:lnTo>
                  <a:lnTo>
                    <a:pt x="9230" y="5754"/>
                  </a:lnTo>
                  <a:lnTo>
                    <a:pt x="8612" y="5677"/>
                  </a:lnTo>
                  <a:lnTo>
                    <a:pt x="7994" y="5561"/>
                  </a:lnTo>
                  <a:lnTo>
                    <a:pt x="6758" y="5252"/>
                  </a:lnTo>
                  <a:lnTo>
                    <a:pt x="7955" y="5020"/>
                  </a:lnTo>
                  <a:lnTo>
                    <a:pt x="9191" y="4866"/>
                  </a:lnTo>
                  <a:lnTo>
                    <a:pt x="9925" y="4789"/>
                  </a:lnTo>
                  <a:lnTo>
                    <a:pt x="10658" y="4750"/>
                  </a:lnTo>
                  <a:lnTo>
                    <a:pt x="11353" y="4711"/>
                  </a:lnTo>
                  <a:close/>
                  <a:moveTo>
                    <a:pt x="5638" y="5754"/>
                  </a:moveTo>
                  <a:lnTo>
                    <a:pt x="4557" y="6449"/>
                  </a:lnTo>
                  <a:lnTo>
                    <a:pt x="3437" y="7106"/>
                  </a:lnTo>
                  <a:lnTo>
                    <a:pt x="2820" y="7376"/>
                  </a:lnTo>
                  <a:lnTo>
                    <a:pt x="2202" y="7685"/>
                  </a:lnTo>
                  <a:lnTo>
                    <a:pt x="1816" y="7801"/>
                  </a:lnTo>
                  <a:lnTo>
                    <a:pt x="1429" y="7917"/>
                  </a:lnTo>
                  <a:lnTo>
                    <a:pt x="1120" y="7955"/>
                  </a:lnTo>
                  <a:lnTo>
                    <a:pt x="927" y="7917"/>
                  </a:lnTo>
                  <a:lnTo>
                    <a:pt x="850" y="7878"/>
                  </a:lnTo>
                  <a:lnTo>
                    <a:pt x="773" y="7801"/>
                  </a:lnTo>
                  <a:lnTo>
                    <a:pt x="734" y="7685"/>
                  </a:lnTo>
                  <a:lnTo>
                    <a:pt x="696" y="7530"/>
                  </a:lnTo>
                  <a:lnTo>
                    <a:pt x="696" y="7376"/>
                  </a:lnTo>
                  <a:lnTo>
                    <a:pt x="696" y="7221"/>
                  </a:lnTo>
                  <a:lnTo>
                    <a:pt x="734" y="7144"/>
                  </a:lnTo>
                  <a:lnTo>
                    <a:pt x="812" y="7067"/>
                  </a:lnTo>
                  <a:lnTo>
                    <a:pt x="1005" y="6990"/>
                  </a:lnTo>
                  <a:lnTo>
                    <a:pt x="1275" y="6874"/>
                  </a:lnTo>
                  <a:lnTo>
                    <a:pt x="1893" y="6642"/>
                  </a:lnTo>
                  <a:lnTo>
                    <a:pt x="2742" y="6449"/>
                  </a:lnTo>
                  <a:lnTo>
                    <a:pt x="3592" y="6295"/>
                  </a:lnTo>
                  <a:lnTo>
                    <a:pt x="4634" y="6063"/>
                  </a:lnTo>
                  <a:lnTo>
                    <a:pt x="5136" y="5909"/>
                  </a:lnTo>
                  <a:lnTo>
                    <a:pt x="5638" y="5754"/>
                  </a:lnTo>
                  <a:close/>
                  <a:moveTo>
                    <a:pt x="6951" y="0"/>
                  </a:moveTo>
                  <a:lnTo>
                    <a:pt x="6720" y="39"/>
                  </a:lnTo>
                  <a:lnTo>
                    <a:pt x="6527" y="116"/>
                  </a:lnTo>
                  <a:lnTo>
                    <a:pt x="6333" y="232"/>
                  </a:lnTo>
                  <a:lnTo>
                    <a:pt x="6140" y="425"/>
                  </a:lnTo>
                  <a:lnTo>
                    <a:pt x="5986" y="618"/>
                  </a:lnTo>
                  <a:lnTo>
                    <a:pt x="5909" y="811"/>
                  </a:lnTo>
                  <a:lnTo>
                    <a:pt x="5793" y="1275"/>
                  </a:lnTo>
                  <a:lnTo>
                    <a:pt x="5793" y="1777"/>
                  </a:lnTo>
                  <a:lnTo>
                    <a:pt x="5831" y="2742"/>
                  </a:lnTo>
                  <a:lnTo>
                    <a:pt x="5909" y="3901"/>
                  </a:lnTo>
                  <a:lnTo>
                    <a:pt x="5986" y="4480"/>
                  </a:lnTo>
                  <a:lnTo>
                    <a:pt x="6063" y="5020"/>
                  </a:lnTo>
                  <a:lnTo>
                    <a:pt x="6025" y="5136"/>
                  </a:lnTo>
                  <a:lnTo>
                    <a:pt x="6063" y="5252"/>
                  </a:lnTo>
                  <a:lnTo>
                    <a:pt x="5523" y="5445"/>
                  </a:lnTo>
                  <a:lnTo>
                    <a:pt x="4982" y="5561"/>
                  </a:lnTo>
                  <a:lnTo>
                    <a:pt x="3939" y="5831"/>
                  </a:lnTo>
                  <a:lnTo>
                    <a:pt x="2858" y="6024"/>
                  </a:lnTo>
                  <a:lnTo>
                    <a:pt x="2318" y="6179"/>
                  </a:lnTo>
                  <a:lnTo>
                    <a:pt x="1777" y="6295"/>
                  </a:lnTo>
                  <a:lnTo>
                    <a:pt x="1198" y="6488"/>
                  </a:lnTo>
                  <a:lnTo>
                    <a:pt x="850" y="6642"/>
                  </a:lnTo>
                  <a:lnTo>
                    <a:pt x="503" y="6835"/>
                  </a:lnTo>
                  <a:lnTo>
                    <a:pt x="232" y="7028"/>
                  </a:lnTo>
                  <a:lnTo>
                    <a:pt x="116" y="7144"/>
                  </a:lnTo>
                  <a:lnTo>
                    <a:pt x="39" y="7299"/>
                  </a:lnTo>
                  <a:lnTo>
                    <a:pt x="1" y="7415"/>
                  </a:lnTo>
                  <a:lnTo>
                    <a:pt x="1" y="7569"/>
                  </a:lnTo>
                  <a:lnTo>
                    <a:pt x="39" y="7723"/>
                  </a:lnTo>
                  <a:lnTo>
                    <a:pt x="116" y="7917"/>
                  </a:lnTo>
                  <a:lnTo>
                    <a:pt x="232" y="8032"/>
                  </a:lnTo>
                  <a:lnTo>
                    <a:pt x="348" y="8148"/>
                  </a:lnTo>
                  <a:lnTo>
                    <a:pt x="503" y="8225"/>
                  </a:lnTo>
                  <a:lnTo>
                    <a:pt x="618" y="8264"/>
                  </a:lnTo>
                  <a:lnTo>
                    <a:pt x="927" y="8341"/>
                  </a:lnTo>
                  <a:lnTo>
                    <a:pt x="1275" y="8341"/>
                  </a:lnTo>
                  <a:lnTo>
                    <a:pt x="1622" y="8303"/>
                  </a:lnTo>
                  <a:lnTo>
                    <a:pt x="1931" y="8187"/>
                  </a:lnTo>
                  <a:lnTo>
                    <a:pt x="2549" y="7994"/>
                  </a:lnTo>
                  <a:lnTo>
                    <a:pt x="3553" y="7530"/>
                  </a:lnTo>
                  <a:lnTo>
                    <a:pt x="4519" y="6990"/>
                  </a:lnTo>
                  <a:lnTo>
                    <a:pt x="5445" y="6372"/>
                  </a:lnTo>
                  <a:lnTo>
                    <a:pt x="5909" y="6063"/>
                  </a:lnTo>
                  <a:lnTo>
                    <a:pt x="6333" y="5715"/>
                  </a:lnTo>
                  <a:lnTo>
                    <a:pt x="6527" y="6102"/>
                  </a:lnTo>
                  <a:lnTo>
                    <a:pt x="6642" y="6295"/>
                  </a:lnTo>
                  <a:lnTo>
                    <a:pt x="6758" y="6449"/>
                  </a:lnTo>
                  <a:lnTo>
                    <a:pt x="7029" y="6372"/>
                  </a:lnTo>
                  <a:lnTo>
                    <a:pt x="7029" y="6333"/>
                  </a:lnTo>
                  <a:lnTo>
                    <a:pt x="6835" y="5986"/>
                  </a:lnTo>
                  <a:lnTo>
                    <a:pt x="6758" y="5831"/>
                  </a:lnTo>
                  <a:lnTo>
                    <a:pt x="6720" y="5638"/>
                  </a:lnTo>
                  <a:lnTo>
                    <a:pt x="6720" y="5561"/>
                  </a:lnTo>
                  <a:lnTo>
                    <a:pt x="7569" y="5831"/>
                  </a:lnTo>
                  <a:lnTo>
                    <a:pt x="8496" y="6063"/>
                  </a:lnTo>
                  <a:lnTo>
                    <a:pt x="9384" y="6179"/>
                  </a:lnTo>
                  <a:lnTo>
                    <a:pt x="10311" y="6217"/>
                  </a:lnTo>
                  <a:lnTo>
                    <a:pt x="11006" y="6217"/>
                  </a:lnTo>
                  <a:lnTo>
                    <a:pt x="11469" y="6179"/>
                  </a:lnTo>
                  <a:lnTo>
                    <a:pt x="11933" y="6140"/>
                  </a:lnTo>
                  <a:lnTo>
                    <a:pt x="12357" y="5986"/>
                  </a:lnTo>
                  <a:lnTo>
                    <a:pt x="12512" y="5909"/>
                  </a:lnTo>
                  <a:lnTo>
                    <a:pt x="12666" y="5793"/>
                  </a:lnTo>
                  <a:lnTo>
                    <a:pt x="12821" y="5677"/>
                  </a:lnTo>
                  <a:lnTo>
                    <a:pt x="12898" y="5522"/>
                  </a:lnTo>
                  <a:lnTo>
                    <a:pt x="12975" y="5368"/>
                  </a:lnTo>
                  <a:lnTo>
                    <a:pt x="12975" y="5175"/>
                  </a:lnTo>
                  <a:lnTo>
                    <a:pt x="12975" y="4982"/>
                  </a:lnTo>
                  <a:lnTo>
                    <a:pt x="12898" y="4827"/>
                  </a:lnTo>
                  <a:lnTo>
                    <a:pt x="12821" y="4711"/>
                  </a:lnTo>
                  <a:lnTo>
                    <a:pt x="12744" y="4634"/>
                  </a:lnTo>
                  <a:lnTo>
                    <a:pt x="12628" y="4518"/>
                  </a:lnTo>
                  <a:lnTo>
                    <a:pt x="12473" y="4480"/>
                  </a:lnTo>
                  <a:lnTo>
                    <a:pt x="12164" y="4364"/>
                  </a:lnTo>
                  <a:lnTo>
                    <a:pt x="11817" y="4325"/>
                  </a:lnTo>
                  <a:lnTo>
                    <a:pt x="11469" y="4325"/>
                  </a:lnTo>
                  <a:lnTo>
                    <a:pt x="10890" y="4364"/>
                  </a:lnTo>
                  <a:lnTo>
                    <a:pt x="9847" y="4403"/>
                  </a:lnTo>
                  <a:lnTo>
                    <a:pt x="8843" y="4480"/>
                  </a:lnTo>
                  <a:lnTo>
                    <a:pt x="7839" y="4634"/>
                  </a:lnTo>
                  <a:lnTo>
                    <a:pt x="6835" y="4827"/>
                  </a:lnTo>
                  <a:lnTo>
                    <a:pt x="7376" y="3476"/>
                  </a:lnTo>
                  <a:lnTo>
                    <a:pt x="7646" y="2742"/>
                  </a:lnTo>
                  <a:lnTo>
                    <a:pt x="7839" y="2047"/>
                  </a:lnTo>
                  <a:lnTo>
                    <a:pt x="7917" y="1815"/>
                  </a:lnTo>
                  <a:lnTo>
                    <a:pt x="7917" y="1545"/>
                  </a:lnTo>
                  <a:lnTo>
                    <a:pt x="7917" y="1313"/>
                  </a:lnTo>
                  <a:lnTo>
                    <a:pt x="7878" y="1082"/>
                  </a:lnTo>
                  <a:lnTo>
                    <a:pt x="7801" y="850"/>
                  </a:lnTo>
                  <a:lnTo>
                    <a:pt x="7685" y="618"/>
                  </a:lnTo>
                  <a:lnTo>
                    <a:pt x="7531" y="425"/>
                  </a:lnTo>
                  <a:lnTo>
                    <a:pt x="7337" y="271"/>
                  </a:lnTo>
                  <a:lnTo>
                    <a:pt x="7260" y="155"/>
                  </a:lnTo>
                  <a:lnTo>
                    <a:pt x="7144" y="78"/>
                  </a:lnTo>
                  <a:lnTo>
                    <a:pt x="695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2"/>
            <p:cNvSpPr/>
            <p:nvPr/>
          </p:nvSpPr>
          <p:spPr>
            <a:xfrm>
              <a:off x="2371575" y="3521175"/>
              <a:ext cx="106225" cy="123575"/>
            </a:xfrm>
            <a:custGeom>
              <a:avLst/>
              <a:gdLst/>
              <a:ahLst/>
              <a:cxnLst/>
              <a:rect l="l" t="t" r="r" b="b"/>
              <a:pathLst>
                <a:path w="4249" h="4943" extrusionOk="0">
                  <a:moveTo>
                    <a:pt x="3862" y="0"/>
                  </a:moveTo>
                  <a:lnTo>
                    <a:pt x="3592" y="541"/>
                  </a:lnTo>
                  <a:lnTo>
                    <a:pt x="3245" y="1120"/>
                  </a:lnTo>
                  <a:lnTo>
                    <a:pt x="2897" y="1661"/>
                  </a:lnTo>
                  <a:lnTo>
                    <a:pt x="2511" y="2163"/>
                  </a:lnTo>
                  <a:lnTo>
                    <a:pt x="1932" y="2858"/>
                  </a:lnTo>
                  <a:lnTo>
                    <a:pt x="1314" y="3475"/>
                  </a:lnTo>
                  <a:lnTo>
                    <a:pt x="1005" y="3746"/>
                  </a:lnTo>
                  <a:lnTo>
                    <a:pt x="657" y="4016"/>
                  </a:lnTo>
                  <a:lnTo>
                    <a:pt x="310" y="4248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41" y="4750"/>
                  </a:lnTo>
                  <a:lnTo>
                    <a:pt x="966" y="4518"/>
                  </a:lnTo>
                  <a:lnTo>
                    <a:pt x="1314" y="4209"/>
                  </a:lnTo>
                  <a:lnTo>
                    <a:pt x="1700" y="3900"/>
                  </a:lnTo>
                  <a:lnTo>
                    <a:pt x="2009" y="3553"/>
                  </a:lnTo>
                  <a:lnTo>
                    <a:pt x="2356" y="3167"/>
                  </a:lnTo>
                  <a:lnTo>
                    <a:pt x="2897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2"/>
                  </a:lnTo>
                  <a:lnTo>
                    <a:pt x="4248" y="155"/>
                  </a:lnTo>
                  <a:lnTo>
                    <a:pt x="386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2"/>
            <p:cNvSpPr/>
            <p:nvPr/>
          </p:nvSpPr>
          <p:spPr>
            <a:xfrm>
              <a:off x="2320425" y="35221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1"/>
                  </a:moveTo>
                  <a:lnTo>
                    <a:pt x="1004" y="310"/>
                  </a:lnTo>
                  <a:lnTo>
                    <a:pt x="1236" y="387"/>
                  </a:lnTo>
                  <a:lnTo>
                    <a:pt x="1429" y="541"/>
                  </a:lnTo>
                  <a:lnTo>
                    <a:pt x="1545" y="773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3" y="1198"/>
                  </a:lnTo>
                  <a:lnTo>
                    <a:pt x="1545" y="1314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5"/>
                  </a:lnTo>
                  <a:lnTo>
                    <a:pt x="966" y="1584"/>
                  </a:lnTo>
                  <a:lnTo>
                    <a:pt x="773" y="1545"/>
                  </a:lnTo>
                  <a:lnTo>
                    <a:pt x="657" y="1507"/>
                  </a:lnTo>
                  <a:lnTo>
                    <a:pt x="579" y="1430"/>
                  </a:lnTo>
                  <a:lnTo>
                    <a:pt x="502" y="1314"/>
                  </a:lnTo>
                  <a:lnTo>
                    <a:pt x="464" y="1236"/>
                  </a:lnTo>
                  <a:lnTo>
                    <a:pt x="425" y="1005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426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1043" y="1"/>
                  </a:moveTo>
                  <a:lnTo>
                    <a:pt x="850" y="39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117"/>
                  </a:lnTo>
                  <a:lnTo>
                    <a:pt x="271" y="232"/>
                  </a:lnTo>
                  <a:lnTo>
                    <a:pt x="155" y="348"/>
                  </a:lnTo>
                  <a:lnTo>
                    <a:pt x="77" y="541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7" y="1468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932"/>
                  </a:lnTo>
                  <a:lnTo>
                    <a:pt x="1622" y="1816"/>
                  </a:lnTo>
                  <a:lnTo>
                    <a:pt x="1777" y="1700"/>
                  </a:lnTo>
                  <a:lnTo>
                    <a:pt x="1892" y="1545"/>
                  </a:lnTo>
                  <a:lnTo>
                    <a:pt x="1970" y="1352"/>
                  </a:lnTo>
                  <a:lnTo>
                    <a:pt x="2047" y="1198"/>
                  </a:lnTo>
                  <a:lnTo>
                    <a:pt x="2085" y="1005"/>
                  </a:lnTo>
                  <a:lnTo>
                    <a:pt x="2047" y="812"/>
                  </a:lnTo>
                  <a:lnTo>
                    <a:pt x="1970" y="619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3" y="155"/>
                  </a:lnTo>
                  <a:lnTo>
                    <a:pt x="1429" y="78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2"/>
            <p:cNvSpPr/>
            <p:nvPr/>
          </p:nvSpPr>
          <p:spPr>
            <a:xfrm>
              <a:off x="5925125" y="3542400"/>
              <a:ext cx="60825" cy="90775"/>
            </a:xfrm>
            <a:custGeom>
              <a:avLst/>
              <a:gdLst/>
              <a:ahLst/>
              <a:cxnLst/>
              <a:rect l="l" t="t" r="r" b="b"/>
              <a:pathLst>
                <a:path w="2433" h="3631" extrusionOk="0">
                  <a:moveTo>
                    <a:pt x="1197" y="1"/>
                  </a:moveTo>
                  <a:lnTo>
                    <a:pt x="1081" y="39"/>
                  </a:lnTo>
                  <a:lnTo>
                    <a:pt x="1004" y="78"/>
                  </a:lnTo>
                  <a:lnTo>
                    <a:pt x="966" y="117"/>
                  </a:lnTo>
                  <a:lnTo>
                    <a:pt x="927" y="194"/>
                  </a:lnTo>
                  <a:lnTo>
                    <a:pt x="927" y="271"/>
                  </a:lnTo>
                  <a:lnTo>
                    <a:pt x="850" y="271"/>
                  </a:lnTo>
                  <a:lnTo>
                    <a:pt x="772" y="310"/>
                  </a:lnTo>
                  <a:lnTo>
                    <a:pt x="734" y="348"/>
                  </a:lnTo>
                  <a:lnTo>
                    <a:pt x="695" y="425"/>
                  </a:lnTo>
                  <a:lnTo>
                    <a:pt x="695" y="541"/>
                  </a:lnTo>
                  <a:lnTo>
                    <a:pt x="695" y="619"/>
                  </a:lnTo>
                  <a:lnTo>
                    <a:pt x="772" y="696"/>
                  </a:lnTo>
                  <a:lnTo>
                    <a:pt x="850" y="734"/>
                  </a:lnTo>
                  <a:lnTo>
                    <a:pt x="1081" y="812"/>
                  </a:lnTo>
                  <a:lnTo>
                    <a:pt x="1274" y="966"/>
                  </a:lnTo>
                  <a:lnTo>
                    <a:pt x="1468" y="1121"/>
                  </a:lnTo>
                  <a:lnTo>
                    <a:pt x="1622" y="1275"/>
                  </a:lnTo>
                  <a:lnTo>
                    <a:pt x="1738" y="1507"/>
                  </a:lnTo>
                  <a:lnTo>
                    <a:pt x="1854" y="1700"/>
                  </a:lnTo>
                  <a:lnTo>
                    <a:pt x="1892" y="1931"/>
                  </a:lnTo>
                  <a:lnTo>
                    <a:pt x="1931" y="2163"/>
                  </a:lnTo>
                  <a:lnTo>
                    <a:pt x="1892" y="2472"/>
                  </a:lnTo>
                  <a:lnTo>
                    <a:pt x="1815" y="2742"/>
                  </a:lnTo>
                  <a:lnTo>
                    <a:pt x="1738" y="2897"/>
                  </a:lnTo>
                  <a:lnTo>
                    <a:pt x="1622" y="2974"/>
                  </a:lnTo>
                  <a:lnTo>
                    <a:pt x="1506" y="3090"/>
                  </a:lnTo>
                  <a:lnTo>
                    <a:pt x="1390" y="3128"/>
                  </a:lnTo>
                  <a:lnTo>
                    <a:pt x="1197" y="3167"/>
                  </a:lnTo>
                  <a:lnTo>
                    <a:pt x="1043" y="3128"/>
                  </a:lnTo>
                  <a:lnTo>
                    <a:pt x="927" y="3013"/>
                  </a:lnTo>
                  <a:lnTo>
                    <a:pt x="850" y="2897"/>
                  </a:lnTo>
                  <a:lnTo>
                    <a:pt x="811" y="2781"/>
                  </a:lnTo>
                  <a:lnTo>
                    <a:pt x="811" y="2626"/>
                  </a:lnTo>
                  <a:lnTo>
                    <a:pt x="888" y="2472"/>
                  </a:lnTo>
                  <a:lnTo>
                    <a:pt x="1043" y="2356"/>
                  </a:lnTo>
                  <a:lnTo>
                    <a:pt x="1120" y="2279"/>
                  </a:lnTo>
                  <a:lnTo>
                    <a:pt x="1159" y="2163"/>
                  </a:lnTo>
                  <a:lnTo>
                    <a:pt x="1120" y="2047"/>
                  </a:lnTo>
                  <a:lnTo>
                    <a:pt x="1043" y="1970"/>
                  </a:lnTo>
                  <a:lnTo>
                    <a:pt x="618" y="1623"/>
                  </a:lnTo>
                  <a:lnTo>
                    <a:pt x="425" y="1468"/>
                  </a:lnTo>
                  <a:lnTo>
                    <a:pt x="193" y="1352"/>
                  </a:lnTo>
                  <a:lnTo>
                    <a:pt x="0" y="1623"/>
                  </a:lnTo>
                  <a:lnTo>
                    <a:pt x="270" y="1893"/>
                  </a:lnTo>
                  <a:lnTo>
                    <a:pt x="541" y="2163"/>
                  </a:lnTo>
                  <a:lnTo>
                    <a:pt x="386" y="2395"/>
                  </a:lnTo>
                  <a:lnTo>
                    <a:pt x="309" y="2626"/>
                  </a:lnTo>
                  <a:lnTo>
                    <a:pt x="309" y="2935"/>
                  </a:lnTo>
                  <a:lnTo>
                    <a:pt x="348" y="3051"/>
                  </a:lnTo>
                  <a:lnTo>
                    <a:pt x="425" y="3206"/>
                  </a:lnTo>
                  <a:lnTo>
                    <a:pt x="541" y="3360"/>
                  </a:lnTo>
                  <a:lnTo>
                    <a:pt x="695" y="3476"/>
                  </a:lnTo>
                  <a:lnTo>
                    <a:pt x="850" y="3592"/>
                  </a:lnTo>
                  <a:lnTo>
                    <a:pt x="1081" y="3630"/>
                  </a:lnTo>
                  <a:lnTo>
                    <a:pt x="1274" y="3630"/>
                  </a:lnTo>
                  <a:lnTo>
                    <a:pt x="1468" y="3592"/>
                  </a:lnTo>
                  <a:lnTo>
                    <a:pt x="1661" y="3515"/>
                  </a:lnTo>
                  <a:lnTo>
                    <a:pt x="1854" y="3437"/>
                  </a:lnTo>
                  <a:lnTo>
                    <a:pt x="2047" y="3283"/>
                  </a:lnTo>
                  <a:lnTo>
                    <a:pt x="2201" y="3090"/>
                  </a:lnTo>
                  <a:lnTo>
                    <a:pt x="2317" y="2897"/>
                  </a:lnTo>
                  <a:lnTo>
                    <a:pt x="2394" y="2704"/>
                  </a:lnTo>
                  <a:lnTo>
                    <a:pt x="2433" y="2472"/>
                  </a:lnTo>
                  <a:lnTo>
                    <a:pt x="2433" y="2279"/>
                  </a:lnTo>
                  <a:lnTo>
                    <a:pt x="2433" y="2047"/>
                  </a:lnTo>
                  <a:lnTo>
                    <a:pt x="2356" y="1816"/>
                  </a:lnTo>
                  <a:lnTo>
                    <a:pt x="2317" y="1623"/>
                  </a:lnTo>
                  <a:lnTo>
                    <a:pt x="2201" y="1391"/>
                  </a:lnTo>
                  <a:lnTo>
                    <a:pt x="1931" y="1005"/>
                  </a:lnTo>
                  <a:lnTo>
                    <a:pt x="1622" y="657"/>
                  </a:lnTo>
                  <a:lnTo>
                    <a:pt x="1274" y="425"/>
                  </a:lnTo>
                  <a:lnTo>
                    <a:pt x="11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2"/>
            <p:cNvSpPr/>
            <p:nvPr/>
          </p:nvSpPr>
          <p:spPr>
            <a:xfrm>
              <a:off x="5032150" y="3545300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3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7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0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5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8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4"/>
                  </a:lnTo>
                  <a:lnTo>
                    <a:pt x="1159" y="541"/>
                  </a:lnTo>
                  <a:lnTo>
                    <a:pt x="1352" y="425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8"/>
                  </a:lnTo>
                  <a:lnTo>
                    <a:pt x="309" y="927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5"/>
                  </a:lnTo>
                  <a:lnTo>
                    <a:pt x="0" y="2009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4" y="2858"/>
                  </a:lnTo>
                  <a:lnTo>
                    <a:pt x="425" y="3244"/>
                  </a:lnTo>
                  <a:lnTo>
                    <a:pt x="695" y="3553"/>
                  </a:lnTo>
                  <a:lnTo>
                    <a:pt x="1043" y="3823"/>
                  </a:lnTo>
                  <a:lnTo>
                    <a:pt x="1468" y="4016"/>
                  </a:lnTo>
                  <a:lnTo>
                    <a:pt x="1661" y="4094"/>
                  </a:lnTo>
                  <a:lnTo>
                    <a:pt x="1893" y="4132"/>
                  </a:lnTo>
                  <a:lnTo>
                    <a:pt x="2317" y="4132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2"/>
                  </a:lnTo>
                  <a:lnTo>
                    <a:pt x="4171" y="1429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6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2"/>
            <p:cNvSpPr/>
            <p:nvPr/>
          </p:nvSpPr>
          <p:spPr>
            <a:xfrm>
              <a:off x="3784900" y="3554950"/>
              <a:ext cx="112950" cy="132275"/>
            </a:xfrm>
            <a:custGeom>
              <a:avLst/>
              <a:gdLst/>
              <a:ahLst/>
              <a:cxnLst/>
              <a:rect l="l" t="t" r="r" b="b"/>
              <a:pathLst>
                <a:path w="4518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0" y="78"/>
                  </a:lnTo>
                  <a:lnTo>
                    <a:pt x="2510" y="194"/>
                  </a:lnTo>
                  <a:lnTo>
                    <a:pt x="2240" y="310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3" y="2163"/>
                  </a:lnTo>
                  <a:lnTo>
                    <a:pt x="270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0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5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8" y="4866"/>
                  </a:lnTo>
                  <a:lnTo>
                    <a:pt x="888" y="4828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6" y="3167"/>
                  </a:lnTo>
                  <a:lnTo>
                    <a:pt x="772" y="2742"/>
                  </a:lnTo>
                  <a:lnTo>
                    <a:pt x="965" y="2318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79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2"/>
            <p:cNvSpPr/>
            <p:nvPr/>
          </p:nvSpPr>
          <p:spPr>
            <a:xfrm>
              <a:off x="5529325" y="356750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1"/>
                  </a:moveTo>
                  <a:lnTo>
                    <a:pt x="0" y="232"/>
                  </a:lnTo>
                  <a:lnTo>
                    <a:pt x="463" y="927"/>
                  </a:lnTo>
                  <a:lnTo>
                    <a:pt x="1043" y="1622"/>
                  </a:lnTo>
                  <a:lnTo>
                    <a:pt x="1661" y="2279"/>
                  </a:lnTo>
                  <a:lnTo>
                    <a:pt x="2356" y="2858"/>
                  </a:lnTo>
                  <a:lnTo>
                    <a:pt x="3089" y="3360"/>
                  </a:lnTo>
                  <a:lnTo>
                    <a:pt x="3862" y="3824"/>
                  </a:lnTo>
                  <a:lnTo>
                    <a:pt x="4672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21" y="4905"/>
                  </a:lnTo>
                  <a:lnTo>
                    <a:pt x="7684" y="4943"/>
                  </a:lnTo>
                  <a:lnTo>
                    <a:pt x="8109" y="4982"/>
                  </a:lnTo>
                  <a:lnTo>
                    <a:pt x="8534" y="4943"/>
                  </a:lnTo>
                  <a:lnTo>
                    <a:pt x="8959" y="4905"/>
                  </a:lnTo>
                  <a:lnTo>
                    <a:pt x="9383" y="4866"/>
                  </a:lnTo>
                  <a:lnTo>
                    <a:pt x="9808" y="4750"/>
                  </a:lnTo>
                  <a:lnTo>
                    <a:pt x="10233" y="4634"/>
                  </a:lnTo>
                  <a:lnTo>
                    <a:pt x="10658" y="4480"/>
                  </a:lnTo>
                  <a:lnTo>
                    <a:pt x="11044" y="4326"/>
                  </a:lnTo>
                  <a:lnTo>
                    <a:pt x="11469" y="4094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280" y="3553"/>
                  </a:lnTo>
                  <a:lnTo>
                    <a:pt x="12434" y="3167"/>
                  </a:lnTo>
                  <a:lnTo>
                    <a:pt x="12241" y="3167"/>
                  </a:lnTo>
                  <a:lnTo>
                    <a:pt x="12202" y="3128"/>
                  </a:lnTo>
                  <a:lnTo>
                    <a:pt x="12009" y="3128"/>
                  </a:lnTo>
                  <a:lnTo>
                    <a:pt x="11893" y="3167"/>
                  </a:lnTo>
                  <a:lnTo>
                    <a:pt x="11546" y="3437"/>
                  </a:lnTo>
                  <a:lnTo>
                    <a:pt x="11198" y="3669"/>
                  </a:lnTo>
                  <a:lnTo>
                    <a:pt x="10812" y="3862"/>
                  </a:lnTo>
                  <a:lnTo>
                    <a:pt x="10426" y="4017"/>
                  </a:lnTo>
                  <a:lnTo>
                    <a:pt x="10001" y="4171"/>
                  </a:lnTo>
                  <a:lnTo>
                    <a:pt x="9615" y="4287"/>
                  </a:lnTo>
                  <a:lnTo>
                    <a:pt x="9190" y="4364"/>
                  </a:lnTo>
                  <a:lnTo>
                    <a:pt x="8766" y="4403"/>
                  </a:lnTo>
                  <a:lnTo>
                    <a:pt x="8341" y="4441"/>
                  </a:lnTo>
                  <a:lnTo>
                    <a:pt x="7916" y="4480"/>
                  </a:lnTo>
                  <a:lnTo>
                    <a:pt x="7453" y="4441"/>
                  </a:lnTo>
                  <a:lnTo>
                    <a:pt x="7028" y="4403"/>
                  </a:lnTo>
                  <a:lnTo>
                    <a:pt x="6603" y="4326"/>
                  </a:lnTo>
                  <a:lnTo>
                    <a:pt x="6178" y="4248"/>
                  </a:lnTo>
                  <a:lnTo>
                    <a:pt x="5792" y="4132"/>
                  </a:lnTo>
                  <a:lnTo>
                    <a:pt x="5368" y="4017"/>
                  </a:lnTo>
                  <a:lnTo>
                    <a:pt x="4595" y="3669"/>
                  </a:lnTo>
                  <a:lnTo>
                    <a:pt x="3862" y="3283"/>
                  </a:lnTo>
                  <a:lnTo>
                    <a:pt x="3205" y="2820"/>
                  </a:lnTo>
                  <a:lnTo>
                    <a:pt x="2549" y="2318"/>
                  </a:lnTo>
                  <a:lnTo>
                    <a:pt x="1969" y="1777"/>
                  </a:lnTo>
                  <a:lnTo>
                    <a:pt x="1352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2"/>
            <p:cNvSpPr/>
            <p:nvPr/>
          </p:nvSpPr>
          <p:spPr>
            <a:xfrm>
              <a:off x="2258625" y="3569425"/>
              <a:ext cx="44450" cy="43475"/>
            </a:xfrm>
            <a:custGeom>
              <a:avLst/>
              <a:gdLst/>
              <a:ahLst/>
              <a:cxnLst/>
              <a:rect l="l" t="t" r="r" b="b"/>
              <a:pathLst>
                <a:path w="1778" h="1739" extrusionOk="0">
                  <a:moveTo>
                    <a:pt x="773" y="310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9"/>
                  </a:lnTo>
                  <a:lnTo>
                    <a:pt x="1391" y="773"/>
                  </a:lnTo>
                  <a:lnTo>
                    <a:pt x="1391" y="966"/>
                  </a:lnTo>
                  <a:lnTo>
                    <a:pt x="1352" y="1044"/>
                  </a:lnTo>
                  <a:lnTo>
                    <a:pt x="1275" y="1159"/>
                  </a:lnTo>
                  <a:lnTo>
                    <a:pt x="1198" y="1237"/>
                  </a:lnTo>
                  <a:lnTo>
                    <a:pt x="1082" y="1314"/>
                  </a:lnTo>
                  <a:lnTo>
                    <a:pt x="889" y="1352"/>
                  </a:lnTo>
                  <a:lnTo>
                    <a:pt x="696" y="1352"/>
                  </a:lnTo>
                  <a:lnTo>
                    <a:pt x="542" y="1237"/>
                  </a:lnTo>
                  <a:lnTo>
                    <a:pt x="426" y="1082"/>
                  </a:lnTo>
                  <a:lnTo>
                    <a:pt x="387" y="889"/>
                  </a:lnTo>
                  <a:lnTo>
                    <a:pt x="387" y="735"/>
                  </a:lnTo>
                  <a:lnTo>
                    <a:pt x="464" y="580"/>
                  </a:lnTo>
                  <a:lnTo>
                    <a:pt x="542" y="387"/>
                  </a:lnTo>
                  <a:lnTo>
                    <a:pt x="542" y="348"/>
                  </a:lnTo>
                  <a:lnTo>
                    <a:pt x="773" y="310"/>
                  </a:lnTo>
                  <a:close/>
                  <a:moveTo>
                    <a:pt x="773" y="1"/>
                  </a:moveTo>
                  <a:lnTo>
                    <a:pt x="619" y="40"/>
                  </a:lnTo>
                  <a:lnTo>
                    <a:pt x="464" y="117"/>
                  </a:lnTo>
                  <a:lnTo>
                    <a:pt x="426" y="155"/>
                  </a:lnTo>
                  <a:lnTo>
                    <a:pt x="348" y="194"/>
                  </a:lnTo>
                  <a:lnTo>
                    <a:pt x="233" y="271"/>
                  </a:lnTo>
                  <a:lnTo>
                    <a:pt x="117" y="387"/>
                  </a:lnTo>
                  <a:lnTo>
                    <a:pt x="40" y="503"/>
                  </a:lnTo>
                  <a:lnTo>
                    <a:pt x="1" y="657"/>
                  </a:lnTo>
                  <a:lnTo>
                    <a:pt x="1" y="850"/>
                  </a:lnTo>
                  <a:lnTo>
                    <a:pt x="1" y="1005"/>
                  </a:lnTo>
                  <a:lnTo>
                    <a:pt x="40" y="1159"/>
                  </a:lnTo>
                  <a:lnTo>
                    <a:pt x="117" y="1314"/>
                  </a:lnTo>
                  <a:lnTo>
                    <a:pt x="194" y="1468"/>
                  </a:lnTo>
                  <a:lnTo>
                    <a:pt x="348" y="1584"/>
                  </a:lnTo>
                  <a:lnTo>
                    <a:pt x="464" y="1661"/>
                  </a:lnTo>
                  <a:lnTo>
                    <a:pt x="619" y="1739"/>
                  </a:lnTo>
                  <a:lnTo>
                    <a:pt x="966" y="1739"/>
                  </a:lnTo>
                  <a:lnTo>
                    <a:pt x="1121" y="1700"/>
                  </a:lnTo>
                  <a:lnTo>
                    <a:pt x="1275" y="1623"/>
                  </a:lnTo>
                  <a:lnTo>
                    <a:pt x="1430" y="1545"/>
                  </a:lnTo>
                  <a:lnTo>
                    <a:pt x="1584" y="1430"/>
                  </a:lnTo>
                  <a:lnTo>
                    <a:pt x="1661" y="1275"/>
                  </a:lnTo>
                  <a:lnTo>
                    <a:pt x="1739" y="1121"/>
                  </a:lnTo>
                  <a:lnTo>
                    <a:pt x="1777" y="928"/>
                  </a:lnTo>
                  <a:lnTo>
                    <a:pt x="1777" y="773"/>
                  </a:lnTo>
                  <a:lnTo>
                    <a:pt x="1739" y="580"/>
                  </a:lnTo>
                  <a:lnTo>
                    <a:pt x="1661" y="426"/>
                  </a:lnTo>
                  <a:lnTo>
                    <a:pt x="1546" y="271"/>
                  </a:lnTo>
                  <a:lnTo>
                    <a:pt x="1430" y="155"/>
                  </a:lnTo>
                  <a:lnTo>
                    <a:pt x="1275" y="78"/>
                  </a:lnTo>
                  <a:lnTo>
                    <a:pt x="1121" y="40"/>
                  </a:lnTo>
                  <a:lnTo>
                    <a:pt x="96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2"/>
            <p:cNvSpPr/>
            <p:nvPr/>
          </p:nvSpPr>
          <p:spPr>
            <a:xfrm>
              <a:off x="5836300" y="3573300"/>
              <a:ext cx="93675" cy="136150"/>
            </a:xfrm>
            <a:custGeom>
              <a:avLst/>
              <a:gdLst/>
              <a:ahLst/>
              <a:cxnLst/>
              <a:rect l="l" t="t" r="r" b="b"/>
              <a:pathLst>
                <a:path w="3747" h="5446" extrusionOk="0">
                  <a:moveTo>
                    <a:pt x="3515" y="0"/>
                  </a:moveTo>
                  <a:lnTo>
                    <a:pt x="3437" y="39"/>
                  </a:lnTo>
                  <a:lnTo>
                    <a:pt x="3360" y="78"/>
                  </a:lnTo>
                  <a:lnTo>
                    <a:pt x="3283" y="116"/>
                  </a:lnTo>
                  <a:lnTo>
                    <a:pt x="3013" y="309"/>
                  </a:lnTo>
                  <a:lnTo>
                    <a:pt x="2781" y="541"/>
                  </a:lnTo>
                  <a:lnTo>
                    <a:pt x="2588" y="773"/>
                  </a:lnTo>
                  <a:lnTo>
                    <a:pt x="2356" y="1004"/>
                  </a:lnTo>
                  <a:lnTo>
                    <a:pt x="2086" y="1236"/>
                  </a:lnTo>
                  <a:lnTo>
                    <a:pt x="1777" y="1468"/>
                  </a:lnTo>
                  <a:lnTo>
                    <a:pt x="1159" y="1815"/>
                  </a:lnTo>
                  <a:lnTo>
                    <a:pt x="1120" y="1892"/>
                  </a:lnTo>
                  <a:lnTo>
                    <a:pt x="1082" y="1970"/>
                  </a:lnTo>
                  <a:lnTo>
                    <a:pt x="1082" y="2047"/>
                  </a:lnTo>
                  <a:lnTo>
                    <a:pt x="1120" y="2086"/>
                  </a:lnTo>
                  <a:lnTo>
                    <a:pt x="1005" y="2086"/>
                  </a:lnTo>
                  <a:lnTo>
                    <a:pt x="927" y="2124"/>
                  </a:lnTo>
                  <a:lnTo>
                    <a:pt x="850" y="2201"/>
                  </a:lnTo>
                  <a:lnTo>
                    <a:pt x="812" y="2279"/>
                  </a:lnTo>
                  <a:lnTo>
                    <a:pt x="812" y="2356"/>
                  </a:lnTo>
                  <a:lnTo>
                    <a:pt x="850" y="2433"/>
                  </a:lnTo>
                  <a:lnTo>
                    <a:pt x="889" y="2510"/>
                  </a:lnTo>
                  <a:lnTo>
                    <a:pt x="1005" y="2549"/>
                  </a:lnTo>
                  <a:lnTo>
                    <a:pt x="1236" y="2626"/>
                  </a:lnTo>
                  <a:lnTo>
                    <a:pt x="1468" y="2703"/>
                  </a:lnTo>
                  <a:lnTo>
                    <a:pt x="1661" y="2858"/>
                  </a:lnTo>
                  <a:lnTo>
                    <a:pt x="1854" y="3012"/>
                  </a:lnTo>
                  <a:lnTo>
                    <a:pt x="1970" y="3205"/>
                  </a:lnTo>
                  <a:lnTo>
                    <a:pt x="2086" y="3398"/>
                  </a:lnTo>
                  <a:lnTo>
                    <a:pt x="2163" y="3669"/>
                  </a:lnTo>
                  <a:lnTo>
                    <a:pt x="2163" y="3900"/>
                  </a:lnTo>
                  <a:lnTo>
                    <a:pt x="2124" y="4132"/>
                  </a:lnTo>
                  <a:lnTo>
                    <a:pt x="2047" y="4364"/>
                  </a:lnTo>
                  <a:lnTo>
                    <a:pt x="1931" y="4557"/>
                  </a:lnTo>
                  <a:lnTo>
                    <a:pt x="1777" y="4711"/>
                  </a:lnTo>
                  <a:lnTo>
                    <a:pt x="1584" y="4866"/>
                  </a:lnTo>
                  <a:lnTo>
                    <a:pt x="1352" y="4943"/>
                  </a:lnTo>
                  <a:lnTo>
                    <a:pt x="1236" y="4982"/>
                  </a:lnTo>
                  <a:lnTo>
                    <a:pt x="1120" y="4982"/>
                  </a:lnTo>
                  <a:lnTo>
                    <a:pt x="927" y="4904"/>
                  </a:lnTo>
                  <a:lnTo>
                    <a:pt x="773" y="4789"/>
                  </a:lnTo>
                  <a:lnTo>
                    <a:pt x="696" y="4634"/>
                  </a:lnTo>
                  <a:lnTo>
                    <a:pt x="696" y="4441"/>
                  </a:lnTo>
                  <a:lnTo>
                    <a:pt x="773" y="4287"/>
                  </a:lnTo>
                  <a:lnTo>
                    <a:pt x="812" y="4209"/>
                  </a:lnTo>
                  <a:lnTo>
                    <a:pt x="889" y="4171"/>
                  </a:lnTo>
                  <a:lnTo>
                    <a:pt x="1005" y="4132"/>
                  </a:lnTo>
                  <a:lnTo>
                    <a:pt x="1120" y="4094"/>
                  </a:lnTo>
                  <a:lnTo>
                    <a:pt x="1275" y="4055"/>
                  </a:lnTo>
                  <a:lnTo>
                    <a:pt x="1352" y="3939"/>
                  </a:lnTo>
                  <a:lnTo>
                    <a:pt x="1314" y="3823"/>
                  </a:lnTo>
                  <a:lnTo>
                    <a:pt x="1314" y="3746"/>
                  </a:lnTo>
                  <a:lnTo>
                    <a:pt x="1236" y="3669"/>
                  </a:lnTo>
                  <a:lnTo>
                    <a:pt x="155" y="2935"/>
                  </a:lnTo>
                  <a:lnTo>
                    <a:pt x="1" y="3321"/>
                  </a:lnTo>
                  <a:lnTo>
                    <a:pt x="657" y="3785"/>
                  </a:lnTo>
                  <a:lnTo>
                    <a:pt x="541" y="3900"/>
                  </a:lnTo>
                  <a:lnTo>
                    <a:pt x="425" y="4016"/>
                  </a:lnTo>
                  <a:lnTo>
                    <a:pt x="310" y="4132"/>
                  </a:lnTo>
                  <a:lnTo>
                    <a:pt x="271" y="4248"/>
                  </a:lnTo>
                  <a:lnTo>
                    <a:pt x="232" y="4402"/>
                  </a:lnTo>
                  <a:lnTo>
                    <a:pt x="194" y="4557"/>
                  </a:lnTo>
                  <a:lnTo>
                    <a:pt x="232" y="4750"/>
                  </a:lnTo>
                  <a:lnTo>
                    <a:pt x="271" y="4904"/>
                  </a:lnTo>
                  <a:lnTo>
                    <a:pt x="425" y="5136"/>
                  </a:lnTo>
                  <a:lnTo>
                    <a:pt x="580" y="5291"/>
                  </a:lnTo>
                  <a:lnTo>
                    <a:pt x="773" y="5368"/>
                  </a:lnTo>
                  <a:lnTo>
                    <a:pt x="966" y="5445"/>
                  </a:lnTo>
                  <a:lnTo>
                    <a:pt x="1198" y="5445"/>
                  </a:lnTo>
                  <a:lnTo>
                    <a:pt x="1429" y="5406"/>
                  </a:lnTo>
                  <a:lnTo>
                    <a:pt x="1661" y="5329"/>
                  </a:lnTo>
                  <a:lnTo>
                    <a:pt x="1854" y="5213"/>
                  </a:lnTo>
                  <a:lnTo>
                    <a:pt x="2086" y="5059"/>
                  </a:lnTo>
                  <a:lnTo>
                    <a:pt x="2279" y="4866"/>
                  </a:lnTo>
                  <a:lnTo>
                    <a:pt x="2433" y="4673"/>
                  </a:lnTo>
                  <a:lnTo>
                    <a:pt x="2511" y="4441"/>
                  </a:lnTo>
                  <a:lnTo>
                    <a:pt x="2588" y="4209"/>
                  </a:lnTo>
                  <a:lnTo>
                    <a:pt x="2626" y="3978"/>
                  </a:lnTo>
                  <a:lnTo>
                    <a:pt x="2626" y="3746"/>
                  </a:lnTo>
                  <a:lnTo>
                    <a:pt x="2588" y="3514"/>
                  </a:lnTo>
                  <a:lnTo>
                    <a:pt x="2511" y="3283"/>
                  </a:lnTo>
                  <a:lnTo>
                    <a:pt x="2395" y="3090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70" y="2510"/>
                  </a:lnTo>
                  <a:lnTo>
                    <a:pt x="1777" y="2356"/>
                  </a:lnTo>
                  <a:lnTo>
                    <a:pt x="1545" y="2240"/>
                  </a:lnTo>
                  <a:lnTo>
                    <a:pt x="1314" y="2124"/>
                  </a:lnTo>
                  <a:lnTo>
                    <a:pt x="1661" y="2008"/>
                  </a:lnTo>
                  <a:lnTo>
                    <a:pt x="1970" y="1854"/>
                  </a:lnTo>
                  <a:lnTo>
                    <a:pt x="2279" y="1661"/>
                  </a:lnTo>
                  <a:lnTo>
                    <a:pt x="2588" y="1429"/>
                  </a:lnTo>
                  <a:lnTo>
                    <a:pt x="2858" y="1236"/>
                  </a:lnTo>
                  <a:lnTo>
                    <a:pt x="3128" y="966"/>
                  </a:lnTo>
                  <a:lnTo>
                    <a:pt x="3360" y="695"/>
                  </a:lnTo>
                  <a:lnTo>
                    <a:pt x="3476" y="541"/>
                  </a:lnTo>
                  <a:lnTo>
                    <a:pt x="3553" y="387"/>
                  </a:lnTo>
                  <a:lnTo>
                    <a:pt x="3746" y="116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2"/>
            <p:cNvSpPr/>
            <p:nvPr/>
          </p:nvSpPr>
          <p:spPr>
            <a:xfrm>
              <a:off x="2264425" y="357522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28"/>
                  </a:lnTo>
                  <a:lnTo>
                    <a:pt x="3939" y="4248"/>
                  </a:lnTo>
                  <a:lnTo>
                    <a:pt x="4017" y="5407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917"/>
                  </a:lnTo>
                  <a:lnTo>
                    <a:pt x="3901" y="8534"/>
                  </a:lnTo>
                  <a:lnTo>
                    <a:pt x="3746" y="9152"/>
                  </a:lnTo>
                  <a:lnTo>
                    <a:pt x="3515" y="9732"/>
                  </a:lnTo>
                  <a:lnTo>
                    <a:pt x="3244" y="10272"/>
                  </a:lnTo>
                  <a:lnTo>
                    <a:pt x="3013" y="10542"/>
                  </a:lnTo>
                  <a:lnTo>
                    <a:pt x="2781" y="10735"/>
                  </a:lnTo>
                  <a:lnTo>
                    <a:pt x="2472" y="10851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93"/>
                  </a:lnTo>
                  <a:lnTo>
                    <a:pt x="773" y="9384"/>
                  </a:lnTo>
                  <a:lnTo>
                    <a:pt x="696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29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618" y="2742"/>
                  </a:lnTo>
                  <a:lnTo>
                    <a:pt x="1391" y="2395"/>
                  </a:lnTo>
                  <a:lnTo>
                    <a:pt x="2163" y="1931"/>
                  </a:lnTo>
                  <a:lnTo>
                    <a:pt x="2935" y="1429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39"/>
                  </a:lnTo>
                  <a:lnTo>
                    <a:pt x="3476" y="310"/>
                  </a:lnTo>
                  <a:lnTo>
                    <a:pt x="3051" y="657"/>
                  </a:lnTo>
                  <a:lnTo>
                    <a:pt x="2626" y="966"/>
                  </a:lnTo>
                  <a:lnTo>
                    <a:pt x="2202" y="1313"/>
                  </a:lnTo>
                  <a:lnTo>
                    <a:pt x="1314" y="1893"/>
                  </a:lnTo>
                  <a:lnTo>
                    <a:pt x="425" y="2472"/>
                  </a:lnTo>
                  <a:lnTo>
                    <a:pt x="348" y="2549"/>
                  </a:lnTo>
                  <a:lnTo>
                    <a:pt x="348" y="2626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3"/>
                  </a:lnTo>
                  <a:lnTo>
                    <a:pt x="155" y="4866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616"/>
                  </a:lnTo>
                  <a:lnTo>
                    <a:pt x="503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4"/>
                  </a:lnTo>
                  <a:lnTo>
                    <a:pt x="1391" y="11199"/>
                  </a:lnTo>
                  <a:lnTo>
                    <a:pt x="1622" y="11315"/>
                  </a:lnTo>
                  <a:lnTo>
                    <a:pt x="1816" y="11392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19" y="11353"/>
                  </a:lnTo>
                  <a:lnTo>
                    <a:pt x="3051" y="11237"/>
                  </a:lnTo>
                  <a:lnTo>
                    <a:pt x="3283" y="11044"/>
                  </a:lnTo>
                  <a:lnTo>
                    <a:pt x="3476" y="10890"/>
                  </a:lnTo>
                  <a:lnTo>
                    <a:pt x="3669" y="10658"/>
                  </a:lnTo>
                  <a:lnTo>
                    <a:pt x="3823" y="10388"/>
                  </a:lnTo>
                  <a:lnTo>
                    <a:pt x="3978" y="10156"/>
                  </a:lnTo>
                  <a:lnTo>
                    <a:pt x="4171" y="9538"/>
                  </a:lnTo>
                  <a:lnTo>
                    <a:pt x="4325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222"/>
                  </a:lnTo>
                  <a:lnTo>
                    <a:pt x="4596" y="6642"/>
                  </a:lnTo>
                  <a:lnTo>
                    <a:pt x="4596" y="6102"/>
                  </a:lnTo>
                  <a:lnTo>
                    <a:pt x="4557" y="4982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1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39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2"/>
            <p:cNvSpPr/>
            <p:nvPr/>
          </p:nvSpPr>
          <p:spPr>
            <a:xfrm>
              <a:off x="4033950" y="358970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39" y="233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3"/>
                  </a:lnTo>
                  <a:lnTo>
                    <a:pt x="1005" y="155"/>
                  </a:lnTo>
                  <a:lnTo>
                    <a:pt x="966" y="117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2"/>
            <p:cNvSpPr/>
            <p:nvPr/>
          </p:nvSpPr>
          <p:spPr>
            <a:xfrm>
              <a:off x="3935475" y="3595500"/>
              <a:ext cx="21275" cy="8725"/>
            </a:xfrm>
            <a:custGeom>
              <a:avLst/>
              <a:gdLst/>
              <a:ahLst/>
              <a:cxnLst/>
              <a:rect l="l" t="t" r="r" b="b"/>
              <a:pathLst>
                <a:path w="851" h="349" extrusionOk="0">
                  <a:moveTo>
                    <a:pt x="426" y="1"/>
                  </a:moveTo>
                  <a:lnTo>
                    <a:pt x="155" y="39"/>
                  </a:lnTo>
                  <a:lnTo>
                    <a:pt x="117" y="39"/>
                  </a:lnTo>
                  <a:lnTo>
                    <a:pt x="40" y="78"/>
                  </a:lnTo>
                  <a:lnTo>
                    <a:pt x="1" y="194"/>
                  </a:lnTo>
                  <a:lnTo>
                    <a:pt x="40" y="271"/>
                  </a:lnTo>
                  <a:lnTo>
                    <a:pt x="117" y="309"/>
                  </a:lnTo>
                  <a:lnTo>
                    <a:pt x="155" y="348"/>
                  </a:lnTo>
                  <a:lnTo>
                    <a:pt x="735" y="348"/>
                  </a:lnTo>
                  <a:lnTo>
                    <a:pt x="812" y="271"/>
                  </a:lnTo>
                  <a:lnTo>
                    <a:pt x="850" y="194"/>
                  </a:lnTo>
                  <a:lnTo>
                    <a:pt x="812" y="78"/>
                  </a:lnTo>
                  <a:lnTo>
                    <a:pt x="73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2"/>
            <p:cNvSpPr/>
            <p:nvPr/>
          </p:nvSpPr>
          <p:spPr>
            <a:xfrm>
              <a:off x="6924275" y="3599350"/>
              <a:ext cx="335975" cy="782950"/>
            </a:xfrm>
            <a:custGeom>
              <a:avLst/>
              <a:gdLst/>
              <a:ahLst/>
              <a:cxnLst/>
              <a:rect l="l" t="t" r="r" b="b"/>
              <a:pathLst>
                <a:path w="13439" h="31318" extrusionOk="0">
                  <a:moveTo>
                    <a:pt x="6488" y="387"/>
                  </a:moveTo>
                  <a:lnTo>
                    <a:pt x="6526" y="464"/>
                  </a:lnTo>
                  <a:lnTo>
                    <a:pt x="7144" y="2009"/>
                  </a:lnTo>
                  <a:lnTo>
                    <a:pt x="7685" y="3554"/>
                  </a:lnTo>
                  <a:lnTo>
                    <a:pt x="8226" y="5137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2"/>
                  </a:lnTo>
                  <a:lnTo>
                    <a:pt x="7530" y="7338"/>
                  </a:lnTo>
                  <a:lnTo>
                    <a:pt x="7222" y="7454"/>
                  </a:lnTo>
                  <a:lnTo>
                    <a:pt x="6913" y="7531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1"/>
                  </a:lnTo>
                  <a:lnTo>
                    <a:pt x="5522" y="7492"/>
                  </a:lnTo>
                  <a:lnTo>
                    <a:pt x="4866" y="7338"/>
                  </a:lnTo>
                  <a:lnTo>
                    <a:pt x="4210" y="7106"/>
                  </a:lnTo>
                  <a:lnTo>
                    <a:pt x="3592" y="6874"/>
                  </a:lnTo>
                  <a:lnTo>
                    <a:pt x="3862" y="6025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4"/>
                  </a:lnTo>
                  <a:lnTo>
                    <a:pt x="5214" y="2743"/>
                  </a:lnTo>
                  <a:lnTo>
                    <a:pt x="5600" y="1932"/>
                  </a:lnTo>
                  <a:lnTo>
                    <a:pt x="6024" y="1159"/>
                  </a:lnTo>
                  <a:lnTo>
                    <a:pt x="6488" y="387"/>
                  </a:lnTo>
                  <a:close/>
                  <a:moveTo>
                    <a:pt x="8805" y="7029"/>
                  </a:moveTo>
                  <a:lnTo>
                    <a:pt x="9230" y="8419"/>
                  </a:lnTo>
                  <a:lnTo>
                    <a:pt x="9577" y="9848"/>
                  </a:lnTo>
                  <a:lnTo>
                    <a:pt x="9847" y="11083"/>
                  </a:lnTo>
                  <a:lnTo>
                    <a:pt x="10079" y="12358"/>
                  </a:lnTo>
                  <a:lnTo>
                    <a:pt x="10234" y="13632"/>
                  </a:lnTo>
                  <a:lnTo>
                    <a:pt x="10388" y="14906"/>
                  </a:lnTo>
                  <a:lnTo>
                    <a:pt x="10465" y="16181"/>
                  </a:lnTo>
                  <a:lnTo>
                    <a:pt x="10504" y="16837"/>
                  </a:lnTo>
                  <a:lnTo>
                    <a:pt x="10504" y="17493"/>
                  </a:lnTo>
                  <a:lnTo>
                    <a:pt x="10504" y="18189"/>
                  </a:lnTo>
                  <a:lnTo>
                    <a:pt x="10427" y="18845"/>
                  </a:lnTo>
                  <a:lnTo>
                    <a:pt x="10311" y="19463"/>
                  </a:lnTo>
                  <a:lnTo>
                    <a:pt x="10118" y="20081"/>
                  </a:lnTo>
                  <a:lnTo>
                    <a:pt x="9886" y="20660"/>
                  </a:lnTo>
                  <a:lnTo>
                    <a:pt x="9538" y="21162"/>
                  </a:lnTo>
                  <a:lnTo>
                    <a:pt x="9384" y="21394"/>
                  </a:lnTo>
                  <a:lnTo>
                    <a:pt x="9152" y="21587"/>
                  </a:lnTo>
                  <a:lnTo>
                    <a:pt x="8959" y="21780"/>
                  </a:lnTo>
                  <a:lnTo>
                    <a:pt x="8728" y="21973"/>
                  </a:lnTo>
                  <a:lnTo>
                    <a:pt x="8496" y="22127"/>
                  </a:lnTo>
                  <a:lnTo>
                    <a:pt x="8226" y="22243"/>
                  </a:lnTo>
                  <a:lnTo>
                    <a:pt x="7955" y="22359"/>
                  </a:lnTo>
                  <a:lnTo>
                    <a:pt x="7685" y="22436"/>
                  </a:lnTo>
                  <a:lnTo>
                    <a:pt x="7415" y="22475"/>
                  </a:lnTo>
                  <a:lnTo>
                    <a:pt x="6797" y="22475"/>
                  </a:lnTo>
                  <a:lnTo>
                    <a:pt x="6488" y="22436"/>
                  </a:lnTo>
                  <a:lnTo>
                    <a:pt x="5909" y="22282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5"/>
                  </a:lnTo>
                  <a:lnTo>
                    <a:pt x="4094" y="20930"/>
                  </a:lnTo>
                  <a:lnTo>
                    <a:pt x="3785" y="20467"/>
                  </a:lnTo>
                  <a:lnTo>
                    <a:pt x="3476" y="19965"/>
                  </a:lnTo>
                  <a:lnTo>
                    <a:pt x="3244" y="19424"/>
                  </a:lnTo>
                  <a:lnTo>
                    <a:pt x="3051" y="18884"/>
                  </a:lnTo>
                  <a:lnTo>
                    <a:pt x="2897" y="18343"/>
                  </a:lnTo>
                  <a:lnTo>
                    <a:pt x="2781" y="17802"/>
                  </a:lnTo>
                  <a:lnTo>
                    <a:pt x="2704" y="17223"/>
                  </a:lnTo>
                  <a:lnTo>
                    <a:pt x="2588" y="16103"/>
                  </a:lnTo>
                  <a:lnTo>
                    <a:pt x="2511" y="14945"/>
                  </a:lnTo>
                  <a:lnTo>
                    <a:pt x="2511" y="13748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3"/>
                  </a:lnTo>
                  <a:lnTo>
                    <a:pt x="3128" y="8689"/>
                  </a:lnTo>
                  <a:lnTo>
                    <a:pt x="3283" y="7917"/>
                  </a:lnTo>
                  <a:lnTo>
                    <a:pt x="3515" y="7183"/>
                  </a:lnTo>
                  <a:lnTo>
                    <a:pt x="4132" y="7454"/>
                  </a:lnTo>
                  <a:lnTo>
                    <a:pt x="4827" y="7685"/>
                  </a:lnTo>
                  <a:lnTo>
                    <a:pt x="5522" y="7840"/>
                  </a:lnTo>
                  <a:lnTo>
                    <a:pt x="5909" y="7917"/>
                  </a:lnTo>
                  <a:lnTo>
                    <a:pt x="6256" y="7917"/>
                  </a:lnTo>
                  <a:lnTo>
                    <a:pt x="6604" y="7956"/>
                  </a:lnTo>
                  <a:lnTo>
                    <a:pt x="6990" y="7917"/>
                  </a:lnTo>
                  <a:lnTo>
                    <a:pt x="7299" y="7878"/>
                  </a:lnTo>
                  <a:lnTo>
                    <a:pt x="7646" y="7763"/>
                  </a:lnTo>
                  <a:lnTo>
                    <a:pt x="7955" y="7647"/>
                  </a:lnTo>
                  <a:lnTo>
                    <a:pt x="8264" y="7492"/>
                  </a:lnTo>
                  <a:lnTo>
                    <a:pt x="8573" y="7261"/>
                  </a:lnTo>
                  <a:lnTo>
                    <a:pt x="8805" y="7029"/>
                  </a:lnTo>
                  <a:close/>
                  <a:moveTo>
                    <a:pt x="8650" y="22475"/>
                  </a:moveTo>
                  <a:lnTo>
                    <a:pt x="8766" y="22822"/>
                  </a:lnTo>
                  <a:lnTo>
                    <a:pt x="8921" y="23170"/>
                  </a:lnTo>
                  <a:lnTo>
                    <a:pt x="8496" y="23402"/>
                  </a:lnTo>
                  <a:lnTo>
                    <a:pt x="8071" y="23556"/>
                  </a:lnTo>
                  <a:lnTo>
                    <a:pt x="7608" y="23633"/>
                  </a:lnTo>
                  <a:lnTo>
                    <a:pt x="7144" y="23672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3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5"/>
                  </a:lnTo>
                  <a:lnTo>
                    <a:pt x="5870" y="22629"/>
                  </a:lnTo>
                  <a:lnTo>
                    <a:pt x="6256" y="22784"/>
                  </a:lnTo>
                  <a:lnTo>
                    <a:pt x="6681" y="22861"/>
                  </a:lnTo>
                  <a:lnTo>
                    <a:pt x="7067" y="22900"/>
                  </a:lnTo>
                  <a:lnTo>
                    <a:pt x="7453" y="22861"/>
                  </a:lnTo>
                  <a:lnTo>
                    <a:pt x="7878" y="22822"/>
                  </a:lnTo>
                  <a:lnTo>
                    <a:pt x="8264" y="22668"/>
                  </a:lnTo>
                  <a:lnTo>
                    <a:pt x="8650" y="22475"/>
                  </a:lnTo>
                  <a:close/>
                  <a:moveTo>
                    <a:pt x="10890" y="16798"/>
                  </a:moveTo>
                  <a:lnTo>
                    <a:pt x="11392" y="17262"/>
                  </a:lnTo>
                  <a:lnTo>
                    <a:pt x="11933" y="17648"/>
                  </a:lnTo>
                  <a:lnTo>
                    <a:pt x="12512" y="18034"/>
                  </a:lnTo>
                  <a:lnTo>
                    <a:pt x="13091" y="18343"/>
                  </a:lnTo>
                  <a:lnTo>
                    <a:pt x="12937" y="19772"/>
                  </a:lnTo>
                  <a:lnTo>
                    <a:pt x="12821" y="21239"/>
                  </a:lnTo>
                  <a:lnTo>
                    <a:pt x="12705" y="24212"/>
                  </a:lnTo>
                  <a:lnTo>
                    <a:pt x="11894" y="23595"/>
                  </a:lnTo>
                  <a:lnTo>
                    <a:pt x="11044" y="23015"/>
                  </a:lnTo>
                  <a:lnTo>
                    <a:pt x="10813" y="22861"/>
                  </a:lnTo>
                  <a:lnTo>
                    <a:pt x="10620" y="22668"/>
                  </a:lnTo>
                  <a:lnTo>
                    <a:pt x="10581" y="22591"/>
                  </a:lnTo>
                  <a:lnTo>
                    <a:pt x="10542" y="22436"/>
                  </a:lnTo>
                  <a:lnTo>
                    <a:pt x="10542" y="22127"/>
                  </a:lnTo>
                  <a:lnTo>
                    <a:pt x="10542" y="21394"/>
                  </a:lnTo>
                  <a:lnTo>
                    <a:pt x="10504" y="20660"/>
                  </a:lnTo>
                  <a:lnTo>
                    <a:pt x="10504" y="20583"/>
                  </a:lnTo>
                  <a:lnTo>
                    <a:pt x="10465" y="20544"/>
                  </a:lnTo>
                  <a:lnTo>
                    <a:pt x="10388" y="20467"/>
                  </a:lnTo>
                  <a:lnTo>
                    <a:pt x="10542" y="19965"/>
                  </a:lnTo>
                  <a:lnTo>
                    <a:pt x="10697" y="19424"/>
                  </a:lnTo>
                  <a:lnTo>
                    <a:pt x="10774" y="18884"/>
                  </a:lnTo>
                  <a:lnTo>
                    <a:pt x="10851" y="18304"/>
                  </a:lnTo>
                  <a:lnTo>
                    <a:pt x="10890" y="17571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5"/>
                  </a:lnTo>
                  <a:lnTo>
                    <a:pt x="6140" y="23826"/>
                  </a:lnTo>
                  <a:lnTo>
                    <a:pt x="6642" y="23942"/>
                  </a:lnTo>
                  <a:lnTo>
                    <a:pt x="7144" y="23981"/>
                  </a:lnTo>
                  <a:lnTo>
                    <a:pt x="7646" y="23981"/>
                  </a:lnTo>
                  <a:lnTo>
                    <a:pt x="8148" y="23865"/>
                  </a:lnTo>
                  <a:lnTo>
                    <a:pt x="8612" y="23710"/>
                  </a:lnTo>
                  <a:lnTo>
                    <a:pt x="9075" y="23440"/>
                  </a:lnTo>
                  <a:lnTo>
                    <a:pt x="9384" y="23904"/>
                  </a:lnTo>
                  <a:lnTo>
                    <a:pt x="8843" y="24174"/>
                  </a:lnTo>
                  <a:lnTo>
                    <a:pt x="8303" y="24367"/>
                  </a:lnTo>
                  <a:lnTo>
                    <a:pt x="7762" y="24483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4"/>
                  </a:lnTo>
                  <a:lnTo>
                    <a:pt x="5561" y="24290"/>
                  </a:lnTo>
                  <a:lnTo>
                    <a:pt x="4982" y="24097"/>
                  </a:lnTo>
                  <a:lnTo>
                    <a:pt x="5059" y="23904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8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3"/>
                  </a:lnTo>
                  <a:lnTo>
                    <a:pt x="2974" y="19772"/>
                  </a:lnTo>
                  <a:lnTo>
                    <a:pt x="3244" y="20312"/>
                  </a:lnTo>
                  <a:lnTo>
                    <a:pt x="3244" y="20351"/>
                  </a:lnTo>
                  <a:lnTo>
                    <a:pt x="3206" y="21200"/>
                  </a:lnTo>
                  <a:lnTo>
                    <a:pt x="3244" y="22050"/>
                  </a:lnTo>
                  <a:lnTo>
                    <a:pt x="3283" y="22359"/>
                  </a:lnTo>
                  <a:lnTo>
                    <a:pt x="3321" y="22706"/>
                  </a:lnTo>
                  <a:lnTo>
                    <a:pt x="3321" y="23054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9"/>
                  </a:lnTo>
                  <a:lnTo>
                    <a:pt x="3051" y="23633"/>
                  </a:lnTo>
                  <a:lnTo>
                    <a:pt x="2704" y="23904"/>
                  </a:lnTo>
                  <a:lnTo>
                    <a:pt x="2009" y="24405"/>
                  </a:lnTo>
                  <a:lnTo>
                    <a:pt x="773" y="25409"/>
                  </a:lnTo>
                  <a:lnTo>
                    <a:pt x="811" y="24676"/>
                  </a:lnTo>
                  <a:lnTo>
                    <a:pt x="850" y="23942"/>
                  </a:lnTo>
                  <a:lnTo>
                    <a:pt x="811" y="23170"/>
                  </a:lnTo>
                  <a:lnTo>
                    <a:pt x="773" y="22436"/>
                  </a:lnTo>
                  <a:lnTo>
                    <a:pt x="657" y="21239"/>
                  </a:lnTo>
                  <a:lnTo>
                    <a:pt x="503" y="20467"/>
                  </a:lnTo>
                  <a:lnTo>
                    <a:pt x="425" y="20081"/>
                  </a:lnTo>
                  <a:lnTo>
                    <a:pt x="464" y="19694"/>
                  </a:lnTo>
                  <a:lnTo>
                    <a:pt x="503" y="19656"/>
                  </a:lnTo>
                  <a:lnTo>
                    <a:pt x="541" y="19579"/>
                  </a:lnTo>
                  <a:lnTo>
                    <a:pt x="541" y="19540"/>
                  </a:lnTo>
                  <a:lnTo>
                    <a:pt x="541" y="19463"/>
                  </a:lnTo>
                  <a:lnTo>
                    <a:pt x="1429" y="18420"/>
                  </a:lnTo>
                  <a:lnTo>
                    <a:pt x="2356" y="17378"/>
                  </a:lnTo>
                  <a:close/>
                  <a:moveTo>
                    <a:pt x="8148" y="24830"/>
                  </a:moveTo>
                  <a:lnTo>
                    <a:pt x="8148" y="25062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8"/>
                  </a:lnTo>
                  <a:lnTo>
                    <a:pt x="7878" y="25216"/>
                  </a:lnTo>
                  <a:lnTo>
                    <a:pt x="7839" y="25294"/>
                  </a:lnTo>
                  <a:lnTo>
                    <a:pt x="7839" y="25371"/>
                  </a:lnTo>
                  <a:lnTo>
                    <a:pt x="7994" y="25873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60"/>
                  </a:lnTo>
                  <a:lnTo>
                    <a:pt x="8148" y="28962"/>
                  </a:lnTo>
                  <a:lnTo>
                    <a:pt x="8071" y="29503"/>
                  </a:lnTo>
                  <a:lnTo>
                    <a:pt x="7762" y="29194"/>
                  </a:lnTo>
                  <a:lnTo>
                    <a:pt x="7453" y="28885"/>
                  </a:lnTo>
                  <a:lnTo>
                    <a:pt x="7260" y="28537"/>
                  </a:lnTo>
                  <a:lnTo>
                    <a:pt x="7067" y="28190"/>
                  </a:lnTo>
                  <a:lnTo>
                    <a:pt x="6951" y="27804"/>
                  </a:lnTo>
                  <a:lnTo>
                    <a:pt x="6874" y="27417"/>
                  </a:lnTo>
                  <a:lnTo>
                    <a:pt x="6835" y="26954"/>
                  </a:lnTo>
                  <a:lnTo>
                    <a:pt x="6835" y="26491"/>
                  </a:lnTo>
                  <a:lnTo>
                    <a:pt x="6874" y="26105"/>
                  </a:lnTo>
                  <a:lnTo>
                    <a:pt x="6874" y="25757"/>
                  </a:lnTo>
                  <a:lnTo>
                    <a:pt x="6835" y="25603"/>
                  </a:lnTo>
                  <a:lnTo>
                    <a:pt x="6758" y="25487"/>
                  </a:lnTo>
                  <a:lnTo>
                    <a:pt x="6642" y="25371"/>
                  </a:lnTo>
                  <a:lnTo>
                    <a:pt x="6488" y="25294"/>
                  </a:lnTo>
                  <a:lnTo>
                    <a:pt x="6604" y="25101"/>
                  </a:lnTo>
                  <a:lnTo>
                    <a:pt x="6720" y="24985"/>
                  </a:lnTo>
                  <a:lnTo>
                    <a:pt x="7106" y="24985"/>
                  </a:lnTo>
                  <a:lnTo>
                    <a:pt x="7453" y="24946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5"/>
                  </a:lnTo>
                  <a:lnTo>
                    <a:pt x="9500" y="25409"/>
                  </a:lnTo>
                  <a:lnTo>
                    <a:pt x="9809" y="25796"/>
                  </a:lnTo>
                  <a:lnTo>
                    <a:pt x="10118" y="26259"/>
                  </a:lnTo>
                  <a:lnTo>
                    <a:pt x="9847" y="26220"/>
                  </a:lnTo>
                  <a:lnTo>
                    <a:pt x="9616" y="26105"/>
                  </a:lnTo>
                  <a:lnTo>
                    <a:pt x="9423" y="25950"/>
                  </a:lnTo>
                  <a:lnTo>
                    <a:pt x="9230" y="25757"/>
                  </a:lnTo>
                  <a:lnTo>
                    <a:pt x="9191" y="25680"/>
                  </a:lnTo>
                  <a:lnTo>
                    <a:pt x="8998" y="25680"/>
                  </a:lnTo>
                  <a:lnTo>
                    <a:pt x="8959" y="25718"/>
                  </a:lnTo>
                  <a:lnTo>
                    <a:pt x="8921" y="25796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1"/>
                  </a:lnTo>
                  <a:lnTo>
                    <a:pt x="9423" y="27070"/>
                  </a:lnTo>
                  <a:lnTo>
                    <a:pt x="9500" y="27379"/>
                  </a:lnTo>
                  <a:lnTo>
                    <a:pt x="9538" y="27688"/>
                  </a:lnTo>
                  <a:lnTo>
                    <a:pt x="9538" y="27997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80"/>
                  </a:lnTo>
                  <a:lnTo>
                    <a:pt x="9230" y="29889"/>
                  </a:lnTo>
                  <a:lnTo>
                    <a:pt x="9075" y="30159"/>
                  </a:lnTo>
                  <a:lnTo>
                    <a:pt x="8921" y="30429"/>
                  </a:lnTo>
                  <a:lnTo>
                    <a:pt x="8728" y="30661"/>
                  </a:lnTo>
                  <a:lnTo>
                    <a:pt x="8534" y="30777"/>
                  </a:lnTo>
                  <a:lnTo>
                    <a:pt x="8341" y="30854"/>
                  </a:lnTo>
                  <a:lnTo>
                    <a:pt x="8187" y="30854"/>
                  </a:lnTo>
                  <a:lnTo>
                    <a:pt x="7994" y="30777"/>
                  </a:lnTo>
                  <a:lnTo>
                    <a:pt x="7839" y="30700"/>
                  </a:lnTo>
                  <a:lnTo>
                    <a:pt x="7685" y="30584"/>
                  </a:lnTo>
                  <a:lnTo>
                    <a:pt x="7376" y="30275"/>
                  </a:lnTo>
                  <a:lnTo>
                    <a:pt x="6874" y="29773"/>
                  </a:lnTo>
                  <a:lnTo>
                    <a:pt x="6681" y="29503"/>
                  </a:lnTo>
                  <a:lnTo>
                    <a:pt x="6488" y="29194"/>
                  </a:lnTo>
                  <a:lnTo>
                    <a:pt x="6295" y="28846"/>
                  </a:lnTo>
                  <a:lnTo>
                    <a:pt x="6102" y="28460"/>
                  </a:lnTo>
                  <a:lnTo>
                    <a:pt x="5986" y="28074"/>
                  </a:lnTo>
                  <a:lnTo>
                    <a:pt x="5909" y="27688"/>
                  </a:lnTo>
                  <a:lnTo>
                    <a:pt x="5870" y="27263"/>
                  </a:lnTo>
                  <a:lnTo>
                    <a:pt x="5870" y="26877"/>
                  </a:lnTo>
                  <a:lnTo>
                    <a:pt x="5909" y="26491"/>
                  </a:lnTo>
                  <a:lnTo>
                    <a:pt x="6024" y="26066"/>
                  </a:lnTo>
                  <a:lnTo>
                    <a:pt x="6024" y="25950"/>
                  </a:lnTo>
                  <a:lnTo>
                    <a:pt x="5947" y="25911"/>
                  </a:lnTo>
                  <a:lnTo>
                    <a:pt x="5870" y="25873"/>
                  </a:lnTo>
                  <a:lnTo>
                    <a:pt x="5793" y="25873"/>
                  </a:lnTo>
                  <a:lnTo>
                    <a:pt x="5059" y="26220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8"/>
                  </a:lnTo>
                  <a:lnTo>
                    <a:pt x="5445" y="25101"/>
                  </a:lnTo>
                  <a:lnTo>
                    <a:pt x="5716" y="24753"/>
                  </a:lnTo>
                  <a:lnTo>
                    <a:pt x="6102" y="24869"/>
                  </a:lnTo>
                  <a:lnTo>
                    <a:pt x="6488" y="24946"/>
                  </a:lnTo>
                  <a:lnTo>
                    <a:pt x="6333" y="25101"/>
                  </a:lnTo>
                  <a:lnTo>
                    <a:pt x="6179" y="25294"/>
                  </a:lnTo>
                  <a:lnTo>
                    <a:pt x="6179" y="25371"/>
                  </a:lnTo>
                  <a:lnTo>
                    <a:pt x="6179" y="25448"/>
                  </a:lnTo>
                  <a:lnTo>
                    <a:pt x="6256" y="25487"/>
                  </a:lnTo>
                  <a:lnTo>
                    <a:pt x="6295" y="25487"/>
                  </a:lnTo>
                  <a:lnTo>
                    <a:pt x="6372" y="25525"/>
                  </a:lnTo>
                  <a:lnTo>
                    <a:pt x="6449" y="25603"/>
                  </a:lnTo>
                  <a:lnTo>
                    <a:pt x="6526" y="25796"/>
                  </a:lnTo>
                  <a:lnTo>
                    <a:pt x="6565" y="26105"/>
                  </a:lnTo>
                  <a:lnTo>
                    <a:pt x="6604" y="26452"/>
                  </a:lnTo>
                  <a:lnTo>
                    <a:pt x="6604" y="27147"/>
                  </a:lnTo>
                  <a:lnTo>
                    <a:pt x="6604" y="27611"/>
                  </a:lnTo>
                  <a:lnTo>
                    <a:pt x="6681" y="28074"/>
                  </a:lnTo>
                  <a:lnTo>
                    <a:pt x="6835" y="28499"/>
                  </a:lnTo>
                  <a:lnTo>
                    <a:pt x="7067" y="28923"/>
                  </a:lnTo>
                  <a:lnTo>
                    <a:pt x="7376" y="29310"/>
                  </a:lnTo>
                  <a:lnTo>
                    <a:pt x="7569" y="29464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50"/>
                  </a:lnTo>
                  <a:lnTo>
                    <a:pt x="8264" y="29850"/>
                  </a:lnTo>
                  <a:lnTo>
                    <a:pt x="8303" y="29812"/>
                  </a:lnTo>
                  <a:lnTo>
                    <a:pt x="8303" y="29734"/>
                  </a:lnTo>
                  <a:lnTo>
                    <a:pt x="8303" y="29696"/>
                  </a:lnTo>
                  <a:lnTo>
                    <a:pt x="8303" y="29657"/>
                  </a:lnTo>
                  <a:lnTo>
                    <a:pt x="8419" y="29155"/>
                  </a:lnTo>
                  <a:lnTo>
                    <a:pt x="8496" y="28615"/>
                  </a:lnTo>
                  <a:lnTo>
                    <a:pt x="8534" y="28113"/>
                  </a:lnTo>
                  <a:lnTo>
                    <a:pt x="8534" y="27572"/>
                  </a:lnTo>
                  <a:lnTo>
                    <a:pt x="8534" y="27070"/>
                  </a:lnTo>
                  <a:lnTo>
                    <a:pt x="8457" y="26568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7"/>
                  </a:lnTo>
                  <a:lnTo>
                    <a:pt x="8650" y="25409"/>
                  </a:lnTo>
                  <a:lnTo>
                    <a:pt x="8650" y="25371"/>
                  </a:lnTo>
                  <a:lnTo>
                    <a:pt x="8612" y="25294"/>
                  </a:lnTo>
                  <a:lnTo>
                    <a:pt x="8380" y="24792"/>
                  </a:lnTo>
                  <a:lnTo>
                    <a:pt x="8805" y="24637"/>
                  </a:lnTo>
                  <a:close/>
                  <a:moveTo>
                    <a:pt x="6449" y="1"/>
                  </a:moveTo>
                  <a:lnTo>
                    <a:pt x="6411" y="40"/>
                  </a:lnTo>
                  <a:lnTo>
                    <a:pt x="6411" y="117"/>
                  </a:lnTo>
                  <a:lnTo>
                    <a:pt x="6333" y="117"/>
                  </a:lnTo>
                  <a:lnTo>
                    <a:pt x="6295" y="194"/>
                  </a:lnTo>
                  <a:lnTo>
                    <a:pt x="5600" y="1275"/>
                  </a:lnTo>
                  <a:lnTo>
                    <a:pt x="4943" y="2434"/>
                  </a:lnTo>
                  <a:lnTo>
                    <a:pt x="4403" y="3592"/>
                  </a:lnTo>
                  <a:lnTo>
                    <a:pt x="3901" y="4828"/>
                  </a:lnTo>
                  <a:lnTo>
                    <a:pt x="3437" y="6063"/>
                  </a:lnTo>
                  <a:lnTo>
                    <a:pt x="3090" y="7299"/>
                  </a:lnTo>
                  <a:lnTo>
                    <a:pt x="2742" y="8573"/>
                  </a:lnTo>
                  <a:lnTo>
                    <a:pt x="2511" y="9848"/>
                  </a:lnTo>
                  <a:lnTo>
                    <a:pt x="2317" y="11161"/>
                  </a:lnTo>
                  <a:lnTo>
                    <a:pt x="2202" y="12474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9"/>
                  </a:lnTo>
                  <a:lnTo>
                    <a:pt x="541" y="18806"/>
                  </a:lnTo>
                  <a:lnTo>
                    <a:pt x="39" y="19463"/>
                  </a:lnTo>
                  <a:lnTo>
                    <a:pt x="1" y="19501"/>
                  </a:lnTo>
                  <a:lnTo>
                    <a:pt x="1" y="19579"/>
                  </a:lnTo>
                  <a:lnTo>
                    <a:pt x="78" y="19694"/>
                  </a:lnTo>
                  <a:lnTo>
                    <a:pt x="39" y="19965"/>
                  </a:lnTo>
                  <a:lnTo>
                    <a:pt x="39" y="20274"/>
                  </a:lnTo>
                  <a:lnTo>
                    <a:pt x="39" y="20544"/>
                  </a:lnTo>
                  <a:lnTo>
                    <a:pt x="78" y="20853"/>
                  </a:lnTo>
                  <a:lnTo>
                    <a:pt x="194" y="21432"/>
                  </a:lnTo>
                  <a:lnTo>
                    <a:pt x="309" y="22011"/>
                  </a:lnTo>
                  <a:lnTo>
                    <a:pt x="387" y="22900"/>
                  </a:lnTo>
                  <a:lnTo>
                    <a:pt x="425" y="23749"/>
                  </a:lnTo>
                  <a:lnTo>
                    <a:pt x="425" y="24637"/>
                  </a:lnTo>
                  <a:lnTo>
                    <a:pt x="387" y="25487"/>
                  </a:lnTo>
                  <a:lnTo>
                    <a:pt x="387" y="25603"/>
                  </a:lnTo>
                  <a:lnTo>
                    <a:pt x="464" y="25641"/>
                  </a:lnTo>
                  <a:lnTo>
                    <a:pt x="503" y="25680"/>
                  </a:lnTo>
                  <a:lnTo>
                    <a:pt x="580" y="25680"/>
                  </a:lnTo>
                  <a:lnTo>
                    <a:pt x="618" y="25757"/>
                  </a:lnTo>
                  <a:lnTo>
                    <a:pt x="696" y="25796"/>
                  </a:lnTo>
                  <a:lnTo>
                    <a:pt x="811" y="25796"/>
                  </a:lnTo>
                  <a:lnTo>
                    <a:pt x="1584" y="25255"/>
                  </a:lnTo>
                  <a:lnTo>
                    <a:pt x="2279" y="24714"/>
                  </a:lnTo>
                  <a:lnTo>
                    <a:pt x="3746" y="23595"/>
                  </a:lnTo>
                  <a:lnTo>
                    <a:pt x="3785" y="23479"/>
                  </a:lnTo>
                  <a:lnTo>
                    <a:pt x="3785" y="23363"/>
                  </a:lnTo>
                  <a:lnTo>
                    <a:pt x="3630" y="22089"/>
                  </a:lnTo>
                  <a:lnTo>
                    <a:pt x="3592" y="20814"/>
                  </a:lnTo>
                  <a:lnTo>
                    <a:pt x="3939" y="21278"/>
                  </a:lnTo>
                  <a:lnTo>
                    <a:pt x="4364" y="21664"/>
                  </a:lnTo>
                  <a:lnTo>
                    <a:pt x="4789" y="22050"/>
                  </a:lnTo>
                  <a:lnTo>
                    <a:pt x="5252" y="22359"/>
                  </a:lnTo>
                  <a:lnTo>
                    <a:pt x="5059" y="22745"/>
                  </a:lnTo>
                  <a:lnTo>
                    <a:pt x="4866" y="23170"/>
                  </a:lnTo>
                  <a:lnTo>
                    <a:pt x="4712" y="23633"/>
                  </a:lnTo>
                  <a:lnTo>
                    <a:pt x="4673" y="23865"/>
                  </a:lnTo>
                  <a:lnTo>
                    <a:pt x="4712" y="24097"/>
                  </a:lnTo>
                  <a:lnTo>
                    <a:pt x="4750" y="24174"/>
                  </a:lnTo>
                  <a:lnTo>
                    <a:pt x="4789" y="24212"/>
                  </a:lnTo>
                  <a:lnTo>
                    <a:pt x="4827" y="24251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6"/>
                  </a:lnTo>
                  <a:lnTo>
                    <a:pt x="5329" y="24869"/>
                  </a:lnTo>
                  <a:lnTo>
                    <a:pt x="5175" y="25062"/>
                  </a:lnTo>
                  <a:lnTo>
                    <a:pt x="5021" y="25255"/>
                  </a:lnTo>
                  <a:lnTo>
                    <a:pt x="4905" y="25487"/>
                  </a:lnTo>
                  <a:lnTo>
                    <a:pt x="4827" y="25718"/>
                  </a:lnTo>
                  <a:lnTo>
                    <a:pt x="4750" y="25950"/>
                  </a:lnTo>
                  <a:lnTo>
                    <a:pt x="4712" y="26220"/>
                  </a:lnTo>
                  <a:lnTo>
                    <a:pt x="4712" y="26491"/>
                  </a:lnTo>
                  <a:lnTo>
                    <a:pt x="4712" y="26568"/>
                  </a:lnTo>
                  <a:lnTo>
                    <a:pt x="4789" y="26645"/>
                  </a:lnTo>
                  <a:lnTo>
                    <a:pt x="4943" y="26645"/>
                  </a:lnTo>
                  <a:lnTo>
                    <a:pt x="5638" y="26298"/>
                  </a:lnTo>
                  <a:lnTo>
                    <a:pt x="5561" y="26722"/>
                  </a:lnTo>
                  <a:lnTo>
                    <a:pt x="5561" y="27147"/>
                  </a:lnTo>
                  <a:lnTo>
                    <a:pt x="5561" y="27533"/>
                  </a:lnTo>
                  <a:lnTo>
                    <a:pt x="5638" y="27958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6"/>
                  </a:lnTo>
                  <a:lnTo>
                    <a:pt x="6256" y="29464"/>
                  </a:lnTo>
                  <a:lnTo>
                    <a:pt x="6642" y="30005"/>
                  </a:lnTo>
                  <a:lnTo>
                    <a:pt x="6913" y="30352"/>
                  </a:lnTo>
                  <a:lnTo>
                    <a:pt x="7183" y="30661"/>
                  </a:lnTo>
                  <a:lnTo>
                    <a:pt x="7530" y="30970"/>
                  </a:lnTo>
                  <a:lnTo>
                    <a:pt x="7839" y="31163"/>
                  </a:lnTo>
                  <a:lnTo>
                    <a:pt x="7994" y="31240"/>
                  </a:lnTo>
                  <a:lnTo>
                    <a:pt x="8148" y="31318"/>
                  </a:lnTo>
                  <a:lnTo>
                    <a:pt x="8303" y="31318"/>
                  </a:lnTo>
                  <a:lnTo>
                    <a:pt x="8457" y="31279"/>
                  </a:lnTo>
                  <a:lnTo>
                    <a:pt x="8612" y="31240"/>
                  </a:lnTo>
                  <a:lnTo>
                    <a:pt x="8766" y="31163"/>
                  </a:lnTo>
                  <a:lnTo>
                    <a:pt x="8998" y="30893"/>
                  </a:lnTo>
                  <a:lnTo>
                    <a:pt x="9230" y="30584"/>
                  </a:lnTo>
                  <a:lnTo>
                    <a:pt x="9423" y="30236"/>
                  </a:lnTo>
                  <a:lnTo>
                    <a:pt x="9577" y="29850"/>
                  </a:lnTo>
                  <a:lnTo>
                    <a:pt x="9693" y="29464"/>
                  </a:lnTo>
                  <a:lnTo>
                    <a:pt x="9847" y="28808"/>
                  </a:lnTo>
                  <a:lnTo>
                    <a:pt x="9886" y="28228"/>
                  </a:lnTo>
                  <a:lnTo>
                    <a:pt x="9847" y="27611"/>
                  </a:lnTo>
                  <a:lnTo>
                    <a:pt x="9770" y="27031"/>
                  </a:lnTo>
                  <a:lnTo>
                    <a:pt x="9577" y="26491"/>
                  </a:lnTo>
                  <a:lnTo>
                    <a:pt x="9770" y="26529"/>
                  </a:lnTo>
                  <a:lnTo>
                    <a:pt x="9963" y="26568"/>
                  </a:lnTo>
                  <a:lnTo>
                    <a:pt x="10156" y="26607"/>
                  </a:lnTo>
                  <a:lnTo>
                    <a:pt x="10388" y="26607"/>
                  </a:lnTo>
                  <a:lnTo>
                    <a:pt x="10465" y="26568"/>
                  </a:lnTo>
                  <a:lnTo>
                    <a:pt x="10542" y="26529"/>
                  </a:lnTo>
                  <a:lnTo>
                    <a:pt x="10542" y="26452"/>
                  </a:lnTo>
                  <a:lnTo>
                    <a:pt x="10542" y="26336"/>
                  </a:lnTo>
                  <a:lnTo>
                    <a:pt x="10234" y="25834"/>
                  </a:lnTo>
                  <a:lnTo>
                    <a:pt x="9925" y="25332"/>
                  </a:lnTo>
                  <a:lnTo>
                    <a:pt x="9538" y="24869"/>
                  </a:lnTo>
                  <a:lnTo>
                    <a:pt x="9114" y="24483"/>
                  </a:lnTo>
                  <a:lnTo>
                    <a:pt x="9616" y="24135"/>
                  </a:lnTo>
                  <a:lnTo>
                    <a:pt x="9693" y="24058"/>
                  </a:lnTo>
                  <a:lnTo>
                    <a:pt x="9732" y="23981"/>
                  </a:lnTo>
                  <a:lnTo>
                    <a:pt x="9770" y="23942"/>
                  </a:lnTo>
                  <a:lnTo>
                    <a:pt x="9732" y="23865"/>
                  </a:lnTo>
                  <a:lnTo>
                    <a:pt x="9307" y="23093"/>
                  </a:lnTo>
                  <a:lnTo>
                    <a:pt x="9114" y="22706"/>
                  </a:lnTo>
                  <a:lnTo>
                    <a:pt x="8959" y="22282"/>
                  </a:lnTo>
                  <a:lnTo>
                    <a:pt x="9114" y="22204"/>
                  </a:lnTo>
                  <a:lnTo>
                    <a:pt x="9423" y="21934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9"/>
                  </a:lnTo>
                  <a:lnTo>
                    <a:pt x="10118" y="21896"/>
                  </a:lnTo>
                  <a:lnTo>
                    <a:pt x="10040" y="22822"/>
                  </a:lnTo>
                  <a:lnTo>
                    <a:pt x="10079" y="22900"/>
                  </a:lnTo>
                  <a:lnTo>
                    <a:pt x="10156" y="22977"/>
                  </a:lnTo>
                  <a:lnTo>
                    <a:pt x="10813" y="23402"/>
                  </a:lnTo>
                  <a:lnTo>
                    <a:pt x="11469" y="23826"/>
                  </a:lnTo>
                  <a:lnTo>
                    <a:pt x="12126" y="24290"/>
                  </a:lnTo>
                  <a:lnTo>
                    <a:pt x="12743" y="24753"/>
                  </a:lnTo>
                  <a:lnTo>
                    <a:pt x="12859" y="24830"/>
                  </a:lnTo>
                  <a:lnTo>
                    <a:pt x="12975" y="24792"/>
                  </a:lnTo>
                  <a:lnTo>
                    <a:pt x="13052" y="24753"/>
                  </a:lnTo>
                  <a:lnTo>
                    <a:pt x="13091" y="24637"/>
                  </a:lnTo>
                  <a:lnTo>
                    <a:pt x="13323" y="21394"/>
                  </a:lnTo>
                  <a:lnTo>
                    <a:pt x="13400" y="19772"/>
                  </a:lnTo>
                  <a:lnTo>
                    <a:pt x="13439" y="18961"/>
                  </a:lnTo>
                  <a:lnTo>
                    <a:pt x="13400" y="18189"/>
                  </a:lnTo>
                  <a:lnTo>
                    <a:pt x="13361" y="18073"/>
                  </a:lnTo>
                  <a:lnTo>
                    <a:pt x="13323" y="18034"/>
                  </a:lnTo>
                  <a:lnTo>
                    <a:pt x="13284" y="18034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5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6" y="14559"/>
                  </a:lnTo>
                  <a:lnTo>
                    <a:pt x="10620" y="13632"/>
                  </a:lnTo>
                  <a:lnTo>
                    <a:pt x="10504" y="12705"/>
                  </a:lnTo>
                  <a:lnTo>
                    <a:pt x="10234" y="11122"/>
                  </a:lnTo>
                  <a:lnTo>
                    <a:pt x="9886" y="9539"/>
                  </a:lnTo>
                  <a:lnTo>
                    <a:pt x="9500" y="7956"/>
                  </a:lnTo>
                  <a:lnTo>
                    <a:pt x="9036" y="6411"/>
                  </a:lnTo>
                  <a:lnTo>
                    <a:pt x="8534" y="4866"/>
                  </a:lnTo>
                  <a:lnTo>
                    <a:pt x="7994" y="3322"/>
                  </a:lnTo>
                  <a:lnTo>
                    <a:pt x="7415" y="1816"/>
                  </a:lnTo>
                  <a:lnTo>
                    <a:pt x="6835" y="310"/>
                  </a:lnTo>
                  <a:lnTo>
                    <a:pt x="6797" y="233"/>
                  </a:lnTo>
                  <a:lnTo>
                    <a:pt x="6720" y="194"/>
                  </a:lnTo>
                  <a:lnTo>
                    <a:pt x="6642" y="155"/>
                  </a:lnTo>
                  <a:lnTo>
                    <a:pt x="6604" y="40"/>
                  </a:lnTo>
                  <a:lnTo>
                    <a:pt x="65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"/>
            <p:cNvSpPr/>
            <p:nvPr/>
          </p:nvSpPr>
          <p:spPr>
            <a:xfrm>
              <a:off x="2208425" y="362157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4" y="386"/>
                  </a:moveTo>
                  <a:lnTo>
                    <a:pt x="1121" y="425"/>
                  </a:lnTo>
                  <a:lnTo>
                    <a:pt x="1198" y="463"/>
                  </a:lnTo>
                  <a:lnTo>
                    <a:pt x="1237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7" y="1120"/>
                  </a:lnTo>
                  <a:lnTo>
                    <a:pt x="1159" y="1159"/>
                  </a:lnTo>
                  <a:lnTo>
                    <a:pt x="1082" y="1236"/>
                  </a:lnTo>
                  <a:lnTo>
                    <a:pt x="889" y="1274"/>
                  </a:lnTo>
                  <a:lnTo>
                    <a:pt x="696" y="1236"/>
                  </a:lnTo>
                  <a:lnTo>
                    <a:pt x="542" y="1159"/>
                  </a:lnTo>
                  <a:lnTo>
                    <a:pt x="464" y="1081"/>
                  </a:lnTo>
                  <a:lnTo>
                    <a:pt x="426" y="965"/>
                  </a:lnTo>
                  <a:lnTo>
                    <a:pt x="387" y="888"/>
                  </a:lnTo>
                  <a:lnTo>
                    <a:pt x="387" y="772"/>
                  </a:lnTo>
                  <a:lnTo>
                    <a:pt x="426" y="579"/>
                  </a:lnTo>
                  <a:lnTo>
                    <a:pt x="542" y="579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850" y="0"/>
                  </a:moveTo>
                  <a:lnTo>
                    <a:pt x="735" y="39"/>
                  </a:lnTo>
                  <a:lnTo>
                    <a:pt x="619" y="77"/>
                  </a:lnTo>
                  <a:lnTo>
                    <a:pt x="503" y="116"/>
                  </a:lnTo>
                  <a:lnTo>
                    <a:pt x="348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79"/>
                  </a:lnTo>
                  <a:lnTo>
                    <a:pt x="40" y="734"/>
                  </a:lnTo>
                  <a:lnTo>
                    <a:pt x="1" y="888"/>
                  </a:lnTo>
                  <a:lnTo>
                    <a:pt x="40" y="1043"/>
                  </a:lnTo>
                  <a:lnTo>
                    <a:pt x="78" y="1197"/>
                  </a:lnTo>
                  <a:lnTo>
                    <a:pt x="194" y="1352"/>
                  </a:lnTo>
                  <a:lnTo>
                    <a:pt x="310" y="1467"/>
                  </a:lnTo>
                  <a:lnTo>
                    <a:pt x="464" y="1583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1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7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2"/>
            <p:cNvSpPr/>
            <p:nvPr/>
          </p:nvSpPr>
          <p:spPr>
            <a:xfrm>
              <a:off x="4431675" y="3622525"/>
              <a:ext cx="174775" cy="292525"/>
            </a:xfrm>
            <a:custGeom>
              <a:avLst/>
              <a:gdLst/>
              <a:ahLst/>
              <a:cxnLst/>
              <a:rect l="l" t="t" r="r" b="b"/>
              <a:pathLst>
                <a:path w="6991" h="11701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4" y="6256"/>
                  </a:lnTo>
                  <a:lnTo>
                    <a:pt x="4403" y="7801"/>
                  </a:lnTo>
                  <a:lnTo>
                    <a:pt x="5214" y="9345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4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2" y="11508"/>
                  </a:lnTo>
                  <a:lnTo>
                    <a:pt x="6952" y="11392"/>
                  </a:lnTo>
                  <a:lnTo>
                    <a:pt x="6990" y="11353"/>
                  </a:lnTo>
                  <a:lnTo>
                    <a:pt x="6681" y="11122"/>
                  </a:lnTo>
                  <a:lnTo>
                    <a:pt x="6759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6" y="5638"/>
                  </a:lnTo>
                  <a:lnTo>
                    <a:pt x="6411" y="5638"/>
                  </a:lnTo>
                  <a:lnTo>
                    <a:pt x="6411" y="6758"/>
                  </a:lnTo>
                  <a:lnTo>
                    <a:pt x="6334" y="8573"/>
                  </a:lnTo>
                  <a:lnTo>
                    <a:pt x="6295" y="9500"/>
                  </a:lnTo>
                  <a:lnTo>
                    <a:pt x="6257" y="10427"/>
                  </a:lnTo>
                  <a:lnTo>
                    <a:pt x="5986" y="9886"/>
                  </a:lnTo>
                  <a:lnTo>
                    <a:pt x="5253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2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2"/>
            <p:cNvSpPr/>
            <p:nvPr/>
          </p:nvSpPr>
          <p:spPr>
            <a:xfrm>
              <a:off x="3827375" y="363605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3" y="464"/>
                  </a:moveTo>
                  <a:lnTo>
                    <a:pt x="2085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89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89" y="2472"/>
                  </a:lnTo>
                  <a:lnTo>
                    <a:pt x="2973" y="2665"/>
                  </a:lnTo>
                  <a:lnTo>
                    <a:pt x="2780" y="2896"/>
                  </a:lnTo>
                  <a:lnTo>
                    <a:pt x="2587" y="3051"/>
                  </a:lnTo>
                  <a:lnTo>
                    <a:pt x="2356" y="3167"/>
                  </a:lnTo>
                  <a:lnTo>
                    <a:pt x="2085" y="3244"/>
                  </a:lnTo>
                  <a:lnTo>
                    <a:pt x="1776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5" y="2896"/>
                  </a:lnTo>
                  <a:lnTo>
                    <a:pt x="772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4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80"/>
                  </a:lnTo>
                  <a:lnTo>
                    <a:pt x="1583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8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1" y="271"/>
                  </a:lnTo>
                  <a:lnTo>
                    <a:pt x="850" y="386"/>
                  </a:lnTo>
                  <a:lnTo>
                    <a:pt x="618" y="580"/>
                  </a:lnTo>
                  <a:lnTo>
                    <a:pt x="425" y="773"/>
                  </a:lnTo>
                  <a:lnTo>
                    <a:pt x="270" y="966"/>
                  </a:lnTo>
                  <a:lnTo>
                    <a:pt x="155" y="1236"/>
                  </a:lnTo>
                  <a:lnTo>
                    <a:pt x="77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1"/>
                  </a:lnTo>
                  <a:lnTo>
                    <a:pt x="1583" y="3707"/>
                  </a:lnTo>
                  <a:lnTo>
                    <a:pt x="1969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5" y="2781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4"/>
                  </a:lnTo>
                  <a:lnTo>
                    <a:pt x="3668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2"/>
            <p:cNvSpPr/>
            <p:nvPr/>
          </p:nvSpPr>
          <p:spPr>
            <a:xfrm>
              <a:off x="2802150" y="3642800"/>
              <a:ext cx="320525" cy="97525"/>
            </a:xfrm>
            <a:custGeom>
              <a:avLst/>
              <a:gdLst/>
              <a:ahLst/>
              <a:cxnLst/>
              <a:rect l="l" t="t" r="r" b="b"/>
              <a:pathLst>
                <a:path w="12821" h="3901" extrusionOk="0">
                  <a:moveTo>
                    <a:pt x="12550" y="1"/>
                  </a:moveTo>
                  <a:lnTo>
                    <a:pt x="12434" y="39"/>
                  </a:lnTo>
                  <a:lnTo>
                    <a:pt x="12357" y="78"/>
                  </a:lnTo>
                  <a:lnTo>
                    <a:pt x="12318" y="155"/>
                  </a:lnTo>
                  <a:lnTo>
                    <a:pt x="12280" y="271"/>
                  </a:lnTo>
                  <a:lnTo>
                    <a:pt x="12318" y="348"/>
                  </a:lnTo>
                  <a:lnTo>
                    <a:pt x="12357" y="541"/>
                  </a:lnTo>
                  <a:lnTo>
                    <a:pt x="12318" y="734"/>
                  </a:lnTo>
                  <a:lnTo>
                    <a:pt x="12280" y="889"/>
                  </a:lnTo>
                  <a:lnTo>
                    <a:pt x="12164" y="1043"/>
                  </a:lnTo>
                  <a:lnTo>
                    <a:pt x="12009" y="1198"/>
                  </a:lnTo>
                  <a:lnTo>
                    <a:pt x="11855" y="1314"/>
                  </a:lnTo>
                  <a:lnTo>
                    <a:pt x="11430" y="1545"/>
                  </a:lnTo>
                  <a:lnTo>
                    <a:pt x="11005" y="1700"/>
                  </a:lnTo>
                  <a:lnTo>
                    <a:pt x="10542" y="1854"/>
                  </a:lnTo>
                  <a:lnTo>
                    <a:pt x="9808" y="2047"/>
                  </a:lnTo>
                  <a:lnTo>
                    <a:pt x="9422" y="2163"/>
                  </a:lnTo>
                  <a:lnTo>
                    <a:pt x="9383" y="2086"/>
                  </a:lnTo>
                  <a:lnTo>
                    <a:pt x="9345" y="2009"/>
                  </a:lnTo>
                  <a:lnTo>
                    <a:pt x="8997" y="1468"/>
                  </a:lnTo>
                  <a:lnTo>
                    <a:pt x="8727" y="927"/>
                  </a:lnTo>
                  <a:lnTo>
                    <a:pt x="8418" y="1043"/>
                  </a:lnTo>
                  <a:lnTo>
                    <a:pt x="8495" y="1391"/>
                  </a:lnTo>
                  <a:lnTo>
                    <a:pt x="8611" y="1700"/>
                  </a:lnTo>
                  <a:lnTo>
                    <a:pt x="8804" y="2009"/>
                  </a:lnTo>
                  <a:lnTo>
                    <a:pt x="8997" y="2279"/>
                  </a:lnTo>
                  <a:lnTo>
                    <a:pt x="7839" y="2588"/>
                  </a:lnTo>
                  <a:lnTo>
                    <a:pt x="6719" y="2820"/>
                  </a:lnTo>
                  <a:lnTo>
                    <a:pt x="5329" y="3051"/>
                  </a:lnTo>
                  <a:lnTo>
                    <a:pt x="3939" y="3244"/>
                  </a:lnTo>
                  <a:lnTo>
                    <a:pt x="3668" y="3283"/>
                  </a:lnTo>
                  <a:lnTo>
                    <a:pt x="3746" y="2935"/>
                  </a:lnTo>
                  <a:lnTo>
                    <a:pt x="3784" y="2588"/>
                  </a:lnTo>
                  <a:lnTo>
                    <a:pt x="3707" y="2240"/>
                  </a:lnTo>
                  <a:lnTo>
                    <a:pt x="3630" y="1893"/>
                  </a:lnTo>
                  <a:lnTo>
                    <a:pt x="3282" y="1970"/>
                  </a:lnTo>
                  <a:lnTo>
                    <a:pt x="3321" y="2279"/>
                  </a:lnTo>
                  <a:lnTo>
                    <a:pt x="3360" y="2588"/>
                  </a:lnTo>
                  <a:lnTo>
                    <a:pt x="3282" y="2974"/>
                  </a:lnTo>
                  <a:lnTo>
                    <a:pt x="3205" y="3321"/>
                  </a:lnTo>
                  <a:lnTo>
                    <a:pt x="2278" y="3399"/>
                  </a:lnTo>
                  <a:lnTo>
                    <a:pt x="1815" y="3437"/>
                  </a:lnTo>
                  <a:lnTo>
                    <a:pt x="1352" y="3399"/>
                  </a:lnTo>
                  <a:lnTo>
                    <a:pt x="965" y="3360"/>
                  </a:lnTo>
                  <a:lnTo>
                    <a:pt x="772" y="3283"/>
                  </a:lnTo>
                  <a:lnTo>
                    <a:pt x="618" y="3244"/>
                  </a:lnTo>
                  <a:lnTo>
                    <a:pt x="502" y="3128"/>
                  </a:lnTo>
                  <a:lnTo>
                    <a:pt x="425" y="3051"/>
                  </a:lnTo>
                  <a:lnTo>
                    <a:pt x="386" y="2935"/>
                  </a:lnTo>
                  <a:lnTo>
                    <a:pt x="348" y="2781"/>
                  </a:lnTo>
                  <a:lnTo>
                    <a:pt x="348" y="2704"/>
                  </a:lnTo>
                  <a:lnTo>
                    <a:pt x="309" y="2665"/>
                  </a:lnTo>
                  <a:lnTo>
                    <a:pt x="232" y="2588"/>
                  </a:lnTo>
                  <a:lnTo>
                    <a:pt x="116" y="2626"/>
                  </a:lnTo>
                  <a:lnTo>
                    <a:pt x="77" y="2626"/>
                  </a:lnTo>
                  <a:lnTo>
                    <a:pt x="39" y="2704"/>
                  </a:lnTo>
                  <a:lnTo>
                    <a:pt x="0" y="2858"/>
                  </a:lnTo>
                  <a:lnTo>
                    <a:pt x="0" y="3013"/>
                  </a:lnTo>
                  <a:lnTo>
                    <a:pt x="0" y="3167"/>
                  </a:lnTo>
                  <a:lnTo>
                    <a:pt x="39" y="3283"/>
                  </a:lnTo>
                  <a:lnTo>
                    <a:pt x="116" y="3399"/>
                  </a:lnTo>
                  <a:lnTo>
                    <a:pt x="193" y="3515"/>
                  </a:lnTo>
                  <a:lnTo>
                    <a:pt x="386" y="3669"/>
                  </a:lnTo>
                  <a:lnTo>
                    <a:pt x="657" y="3746"/>
                  </a:lnTo>
                  <a:lnTo>
                    <a:pt x="927" y="3823"/>
                  </a:lnTo>
                  <a:lnTo>
                    <a:pt x="1236" y="3862"/>
                  </a:lnTo>
                  <a:lnTo>
                    <a:pt x="1506" y="3901"/>
                  </a:lnTo>
                  <a:lnTo>
                    <a:pt x="2780" y="3823"/>
                  </a:lnTo>
                  <a:lnTo>
                    <a:pt x="4016" y="3746"/>
                  </a:lnTo>
                  <a:lnTo>
                    <a:pt x="5252" y="3553"/>
                  </a:lnTo>
                  <a:lnTo>
                    <a:pt x="6487" y="3360"/>
                  </a:lnTo>
                  <a:lnTo>
                    <a:pt x="7646" y="3128"/>
                  </a:lnTo>
                  <a:lnTo>
                    <a:pt x="8766" y="2858"/>
                  </a:lnTo>
                  <a:lnTo>
                    <a:pt x="9885" y="2511"/>
                  </a:lnTo>
                  <a:lnTo>
                    <a:pt x="11005" y="2163"/>
                  </a:lnTo>
                  <a:lnTo>
                    <a:pt x="11353" y="2047"/>
                  </a:lnTo>
                  <a:lnTo>
                    <a:pt x="11700" y="1893"/>
                  </a:lnTo>
                  <a:lnTo>
                    <a:pt x="12048" y="1700"/>
                  </a:lnTo>
                  <a:lnTo>
                    <a:pt x="12357" y="1507"/>
                  </a:lnTo>
                  <a:lnTo>
                    <a:pt x="12627" y="1236"/>
                  </a:lnTo>
                  <a:lnTo>
                    <a:pt x="12704" y="1082"/>
                  </a:lnTo>
                  <a:lnTo>
                    <a:pt x="12782" y="927"/>
                  </a:lnTo>
                  <a:lnTo>
                    <a:pt x="12820" y="773"/>
                  </a:lnTo>
                  <a:lnTo>
                    <a:pt x="12820" y="580"/>
                  </a:lnTo>
                  <a:lnTo>
                    <a:pt x="12820" y="387"/>
                  </a:lnTo>
                  <a:lnTo>
                    <a:pt x="12743" y="155"/>
                  </a:lnTo>
                  <a:lnTo>
                    <a:pt x="12704" y="78"/>
                  </a:lnTo>
                  <a:lnTo>
                    <a:pt x="12627" y="39"/>
                  </a:lnTo>
                  <a:lnTo>
                    <a:pt x="125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2"/>
            <p:cNvSpPr/>
            <p:nvPr/>
          </p:nvSpPr>
          <p:spPr>
            <a:xfrm>
              <a:off x="2017300" y="364860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271" y="0"/>
                  </a:moveTo>
                  <a:lnTo>
                    <a:pt x="155" y="39"/>
                  </a:lnTo>
                  <a:lnTo>
                    <a:pt x="39" y="116"/>
                  </a:lnTo>
                  <a:lnTo>
                    <a:pt x="0" y="232"/>
                  </a:lnTo>
                  <a:lnTo>
                    <a:pt x="39" y="386"/>
                  </a:lnTo>
                  <a:lnTo>
                    <a:pt x="348" y="888"/>
                  </a:lnTo>
                  <a:lnTo>
                    <a:pt x="657" y="1390"/>
                  </a:lnTo>
                  <a:lnTo>
                    <a:pt x="1043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205"/>
                  </a:lnTo>
                  <a:lnTo>
                    <a:pt x="2703" y="3553"/>
                  </a:lnTo>
                  <a:lnTo>
                    <a:pt x="3205" y="3900"/>
                  </a:lnTo>
                  <a:lnTo>
                    <a:pt x="3553" y="3746"/>
                  </a:lnTo>
                  <a:lnTo>
                    <a:pt x="2780" y="3012"/>
                  </a:lnTo>
                  <a:lnTo>
                    <a:pt x="2047" y="2240"/>
                  </a:lnTo>
                  <a:lnTo>
                    <a:pt x="1352" y="1429"/>
                  </a:lnTo>
                  <a:lnTo>
                    <a:pt x="1043" y="1004"/>
                  </a:lnTo>
                  <a:lnTo>
                    <a:pt x="734" y="541"/>
                  </a:lnTo>
                  <a:lnTo>
                    <a:pt x="1622" y="695"/>
                  </a:lnTo>
                  <a:lnTo>
                    <a:pt x="2510" y="888"/>
                  </a:lnTo>
                  <a:lnTo>
                    <a:pt x="3012" y="1043"/>
                  </a:lnTo>
                  <a:lnTo>
                    <a:pt x="3514" y="1197"/>
                  </a:lnTo>
                  <a:lnTo>
                    <a:pt x="4016" y="1390"/>
                  </a:lnTo>
                  <a:lnTo>
                    <a:pt x="4518" y="1506"/>
                  </a:lnTo>
                  <a:lnTo>
                    <a:pt x="4595" y="1506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84"/>
                  </a:lnTo>
                  <a:lnTo>
                    <a:pt x="4904" y="1506"/>
                  </a:lnTo>
                  <a:lnTo>
                    <a:pt x="4982" y="1429"/>
                  </a:lnTo>
                  <a:lnTo>
                    <a:pt x="4634" y="1159"/>
                  </a:lnTo>
                  <a:lnTo>
                    <a:pt x="4171" y="888"/>
                  </a:lnTo>
                  <a:lnTo>
                    <a:pt x="3630" y="657"/>
                  </a:lnTo>
                  <a:lnTo>
                    <a:pt x="3089" y="464"/>
                  </a:lnTo>
                  <a:lnTo>
                    <a:pt x="2510" y="309"/>
                  </a:lnTo>
                  <a:lnTo>
                    <a:pt x="1931" y="193"/>
                  </a:lnTo>
                  <a:lnTo>
                    <a:pt x="1352" y="116"/>
                  </a:lnTo>
                  <a:lnTo>
                    <a:pt x="27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2"/>
            <p:cNvSpPr/>
            <p:nvPr/>
          </p:nvSpPr>
          <p:spPr>
            <a:xfrm>
              <a:off x="1564525" y="3658250"/>
              <a:ext cx="248125" cy="295425"/>
            </a:xfrm>
            <a:custGeom>
              <a:avLst/>
              <a:gdLst/>
              <a:ahLst/>
              <a:cxnLst/>
              <a:rect l="l" t="t" r="r" b="b"/>
              <a:pathLst>
                <a:path w="9925" h="11817" extrusionOk="0">
                  <a:moveTo>
                    <a:pt x="3785" y="850"/>
                  </a:moveTo>
                  <a:lnTo>
                    <a:pt x="4326" y="2279"/>
                  </a:lnTo>
                  <a:lnTo>
                    <a:pt x="4944" y="3746"/>
                  </a:lnTo>
                  <a:lnTo>
                    <a:pt x="6179" y="6565"/>
                  </a:lnTo>
                  <a:lnTo>
                    <a:pt x="3322" y="7492"/>
                  </a:lnTo>
                  <a:lnTo>
                    <a:pt x="1893" y="7955"/>
                  </a:lnTo>
                  <a:lnTo>
                    <a:pt x="464" y="8457"/>
                  </a:lnTo>
                  <a:lnTo>
                    <a:pt x="464" y="8457"/>
                  </a:lnTo>
                  <a:lnTo>
                    <a:pt x="1043" y="7569"/>
                  </a:lnTo>
                  <a:lnTo>
                    <a:pt x="1507" y="6604"/>
                  </a:lnTo>
                  <a:lnTo>
                    <a:pt x="1970" y="5638"/>
                  </a:lnTo>
                  <a:lnTo>
                    <a:pt x="2395" y="4673"/>
                  </a:lnTo>
                  <a:lnTo>
                    <a:pt x="2781" y="3746"/>
                  </a:lnTo>
                  <a:lnTo>
                    <a:pt x="3167" y="2781"/>
                  </a:lnTo>
                  <a:lnTo>
                    <a:pt x="3476" y="1815"/>
                  </a:lnTo>
                  <a:lnTo>
                    <a:pt x="3785" y="850"/>
                  </a:lnTo>
                  <a:close/>
                  <a:moveTo>
                    <a:pt x="3824" y="0"/>
                  </a:moveTo>
                  <a:lnTo>
                    <a:pt x="3746" y="39"/>
                  </a:lnTo>
                  <a:lnTo>
                    <a:pt x="3708" y="78"/>
                  </a:lnTo>
                  <a:lnTo>
                    <a:pt x="3592" y="116"/>
                  </a:lnTo>
                  <a:lnTo>
                    <a:pt x="3553" y="194"/>
                  </a:lnTo>
                  <a:lnTo>
                    <a:pt x="2820" y="2395"/>
                  </a:lnTo>
                  <a:lnTo>
                    <a:pt x="2434" y="3476"/>
                  </a:lnTo>
                  <a:lnTo>
                    <a:pt x="2009" y="4518"/>
                  </a:lnTo>
                  <a:lnTo>
                    <a:pt x="1545" y="5561"/>
                  </a:lnTo>
                  <a:lnTo>
                    <a:pt x="1043" y="6604"/>
                  </a:lnTo>
                  <a:lnTo>
                    <a:pt x="503" y="7608"/>
                  </a:lnTo>
                  <a:lnTo>
                    <a:pt x="39" y="8650"/>
                  </a:lnTo>
                  <a:lnTo>
                    <a:pt x="1" y="8689"/>
                  </a:lnTo>
                  <a:lnTo>
                    <a:pt x="39" y="8766"/>
                  </a:lnTo>
                  <a:lnTo>
                    <a:pt x="117" y="8805"/>
                  </a:lnTo>
                  <a:lnTo>
                    <a:pt x="117" y="8843"/>
                  </a:lnTo>
                  <a:lnTo>
                    <a:pt x="117" y="8920"/>
                  </a:lnTo>
                  <a:lnTo>
                    <a:pt x="155" y="8998"/>
                  </a:lnTo>
                  <a:lnTo>
                    <a:pt x="310" y="9114"/>
                  </a:lnTo>
                  <a:lnTo>
                    <a:pt x="464" y="8882"/>
                  </a:lnTo>
                  <a:lnTo>
                    <a:pt x="1970" y="8457"/>
                  </a:lnTo>
                  <a:lnTo>
                    <a:pt x="3438" y="7994"/>
                  </a:lnTo>
                  <a:lnTo>
                    <a:pt x="6372" y="7028"/>
                  </a:lnTo>
                  <a:lnTo>
                    <a:pt x="7106" y="8689"/>
                  </a:lnTo>
                  <a:lnTo>
                    <a:pt x="8303" y="11817"/>
                  </a:lnTo>
                  <a:lnTo>
                    <a:pt x="8689" y="11662"/>
                  </a:lnTo>
                  <a:lnTo>
                    <a:pt x="7531" y="8689"/>
                  </a:lnTo>
                  <a:lnTo>
                    <a:pt x="6797" y="6874"/>
                  </a:lnTo>
                  <a:lnTo>
                    <a:pt x="8380" y="6333"/>
                  </a:lnTo>
                  <a:lnTo>
                    <a:pt x="9925" y="5754"/>
                  </a:lnTo>
                  <a:lnTo>
                    <a:pt x="9770" y="5329"/>
                  </a:lnTo>
                  <a:lnTo>
                    <a:pt x="8187" y="5909"/>
                  </a:lnTo>
                  <a:lnTo>
                    <a:pt x="6643" y="6449"/>
                  </a:lnTo>
                  <a:lnTo>
                    <a:pt x="6025" y="4905"/>
                  </a:lnTo>
                  <a:lnTo>
                    <a:pt x="5407" y="3360"/>
                  </a:lnTo>
                  <a:lnTo>
                    <a:pt x="4712" y="1854"/>
                  </a:lnTo>
                  <a:lnTo>
                    <a:pt x="3978" y="348"/>
                  </a:lnTo>
                  <a:lnTo>
                    <a:pt x="4055" y="78"/>
                  </a:lnTo>
                  <a:lnTo>
                    <a:pt x="3862" y="39"/>
                  </a:lnTo>
                  <a:lnTo>
                    <a:pt x="382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2"/>
            <p:cNvSpPr/>
            <p:nvPr/>
          </p:nvSpPr>
          <p:spPr>
            <a:xfrm>
              <a:off x="1663975" y="3660175"/>
              <a:ext cx="229775" cy="419975"/>
            </a:xfrm>
            <a:custGeom>
              <a:avLst/>
              <a:gdLst/>
              <a:ahLst/>
              <a:cxnLst/>
              <a:rect l="l" t="t" r="r" b="b"/>
              <a:pathLst>
                <a:path w="9191" h="16799" extrusionOk="0">
                  <a:moveTo>
                    <a:pt x="77" y="1"/>
                  </a:moveTo>
                  <a:lnTo>
                    <a:pt x="0" y="271"/>
                  </a:lnTo>
                  <a:lnTo>
                    <a:pt x="2124" y="1275"/>
                  </a:lnTo>
                  <a:lnTo>
                    <a:pt x="4286" y="2240"/>
                  </a:lnTo>
                  <a:lnTo>
                    <a:pt x="5290" y="2742"/>
                  </a:lnTo>
                  <a:lnTo>
                    <a:pt x="6294" y="3244"/>
                  </a:lnTo>
                  <a:lnTo>
                    <a:pt x="7298" y="3746"/>
                  </a:lnTo>
                  <a:lnTo>
                    <a:pt x="8302" y="4248"/>
                  </a:lnTo>
                  <a:lnTo>
                    <a:pt x="7028" y="4750"/>
                  </a:lnTo>
                  <a:lnTo>
                    <a:pt x="5792" y="5252"/>
                  </a:lnTo>
                  <a:lnTo>
                    <a:pt x="5947" y="5677"/>
                  </a:lnTo>
                  <a:lnTo>
                    <a:pt x="7298" y="5175"/>
                  </a:lnTo>
                  <a:lnTo>
                    <a:pt x="7955" y="4905"/>
                  </a:lnTo>
                  <a:lnTo>
                    <a:pt x="8611" y="4596"/>
                  </a:lnTo>
                  <a:lnTo>
                    <a:pt x="8457" y="5136"/>
                  </a:lnTo>
                  <a:lnTo>
                    <a:pt x="8341" y="5638"/>
                  </a:lnTo>
                  <a:lnTo>
                    <a:pt x="8148" y="6681"/>
                  </a:lnTo>
                  <a:lnTo>
                    <a:pt x="7839" y="8380"/>
                  </a:lnTo>
                  <a:lnTo>
                    <a:pt x="7569" y="10041"/>
                  </a:lnTo>
                  <a:lnTo>
                    <a:pt x="7028" y="13361"/>
                  </a:lnTo>
                  <a:lnTo>
                    <a:pt x="6796" y="15060"/>
                  </a:lnTo>
                  <a:lnTo>
                    <a:pt x="6681" y="15871"/>
                  </a:lnTo>
                  <a:lnTo>
                    <a:pt x="6642" y="16721"/>
                  </a:lnTo>
                  <a:lnTo>
                    <a:pt x="6989" y="16798"/>
                  </a:lnTo>
                  <a:lnTo>
                    <a:pt x="7298" y="15215"/>
                  </a:lnTo>
                  <a:lnTo>
                    <a:pt x="7530" y="13593"/>
                  </a:lnTo>
                  <a:lnTo>
                    <a:pt x="7723" y="12010"/>
                  </a:lnTo>
                  <a:lnTo>
                    <a:pt x="7955" y="10427"/>
                  </a:lnTo>
                  <a:lnTo>
                    <a:pt x="8225" y="8805"/>
                  </a:lnTo>
                  <a:lnTo>
                    <a:pt x="8495" y="7183"/>
                  </a:lnTo>
                  <a:lnTo>
                    <a:pt x="8689" y="6488"/>
                  </a:lnTo>
                  <a:lnTo>
                    <a:pt x="8882" y="5793"/>
                  </a:lnTo>
                  <a:lnTo>
                    <a:pt x="9036" y="5059"/>
                  </a:lnTo>
                  <a:lnTo>
                    <a:pt x="9152" y="4364"/>
                  </a:lnTo>
                  <a:lnTo>
                    <a:pt x="9152" y="4287"/>
                  </a:lnTo>
                  <a:lnTo>
                    <a:pt x="9190" y="4210"/>
                  </a:lnTo>
                  <a:lnTo>
                    <a:pt x="9113" y="4094"/>
                  </a:lnTo>
                  <a:lnTo>
                    <a:pt x="9036" y="4017"/>
                  </a:lnTo>
                  <a:lnTo>
                    <a:pt x="8920" y="4017"/>
                  </a:lnTo>
                  <a:lnTo>
                    <a:pt x="8882" y="4055"/>
                  </a:lnTo>
                  <a:lnTo>
                    <a:pt x="7839" y="3437"/>
                  </a:lnTo>
                  <a:lnTo>
                    <a:pt x="6758" y="2897"/>
                  </a:lnTo>
                  <a:lnTo>
                    <a:pt x="4595" y="1893"/>
                  </a:lnTo>
                  <a:lnTo>
                    <a:pt x="2356" y="927"/>
                  </a:lnTo>
                  <a:lnTo>
                    <a:pt x="1236" y="464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2"/>
            <p:cNvSpPr/>
            <p:nvPr/>
          </p:nvSpPr>
          <p:spPr>
            <a:xfrm>
              <a:off x="406075" y="3667900"/>
              <a:ext cx="458600" cy="289650"/>
            </a:xfrm>
            <a:custGeom>
              <a:avLst/>
              <a:gdLst/>
              <a:ahLst/>
              <a:cxnLst/>
              <a:rect l="l" t="t" r="r" b="b"/>
              <a:pathLst>
                <a:path w="18344" h="11586" extrusionOk="0">
                  <a:moveTo>
                    <a:pt x="17069" y="387"/>
                  </a:moveTo>
                  <a:lnTo>
                    <a:pt x="17146" y="425"/>
                  </a:lnTo>
                  <a:lnTo>
                    <a:pt x="17223" y="503"/>
                  </a:lnTo>
                  <a:lnTo>
                    <a:pt x="17300" y="734"/>
                  </a:lnTo>
                  <a:lnTo>
                    <a:pt x="17378" y="927"/>
                  </a:lnTo>
                  <a:lnTo>
                    <a:pt x="17378" y="1120"/>
                  </a:lnTo>
                  <a:lnTo>
                    <a:pt x="17339" y="1314"/>
                  </a:lnTo>
                  <a:lnTo>
                    <a:pt x="17223" y="1545"/>
                  </a:lnTo>
                  <a:lnTo>
                    <a:pt x="16953" y="1893"/>
                  </a:lnTo>
                  <a:lnTo>
                    <a:pt x="16721" y="2124"/>
                  </a:lnTo>
                  <a:lnTo>
                    <a:pt x="16451" y="2356"/>
                  </a:lnTo>
                  <a:lnTo>
                    <a:pt x="16181" y="2549"/>
                  </a:lnTo>
                  <a:lnTo>
                    <a:pt x="15872" y="2665"/>
                  </a:lnTo>
                  <a:lnTo>
                    <a:pt x="15872" y="2086"/>
                  </a:lnTo>
                  <a:lnTo>
                    <a:pt x="15910" y="1777"/>
                  </a:lnTo>
                  <a:lnTo>
                    <a:pt x="15949" y="1468"/>
                  </a:lnTo>
                  <a:lnTo>
                    <a:pt x="16026" y="1198"/>
                  </a:lnTo>
                  <a:lnTo>
                    <a:pt x="16181" y="927"/>
                  </a:lnTo>
                  <a:lnTo>
                    <a:pt x="16335" y="696"/>
                  </a:lnTo>
                  <a:lnTo>
                    <a:pt x="16605" y="503"/>
                  </a:lnTo>
                  <a:lnTo>
                    <a:pt x="16837" y="425"/>
                  </a:lnTo>
                  <a:lnTo>
                    <a:pt x="16992" y="387"/>
                  </a:lnTo>
                  <a:close/>
                  <a:moveTo>
                    <a:pt x="14597" y="2974"/>
                  </a:moveTo>
                  <a:lnTo>
                    <a:pt x="14868" y="3013"/>
                  </a:lnTo>
                  <a:lnTo>
                    <a:pt x="15138" y="3090"/>
                  </a:lnTo>
                  <a:lnTo>
                    <a:pt x="15099" y="3206"/>
                  </a:lnTo>
                  <a:lnTo>
                    <a:pt x="14713" y="3515"/>
                  </a:lnTo>
                  <a:lnTo>
                    <a:pt x="14288" y="3746"/>
                  </a:lnTo>
                  <a:lnTo>
                    <a:pt x="14057" y="3862"/>
                  </a:lnTo>
                  <a:lnTo>
                    <a:pt x="13786" y="3939"/>
                  </a:lnTo>
                  <a:lnTo>
                    <a:pt x="13478" y="4017"/>
                  </a:lnTo>
                  <a:lnTo>
                    <a:pt x="13053" y="4017"/>
                  </a:lnTo>
                  <a:lnTo>
                    <a:pt x="12976" y="3939"/>
                  </a:lnTo>
                  <a:lnTo>
                    <a:pt x="12976" y="3862"/>
                  </a:lnTo>
                  <a:lnTo>
                    <a:pt x="12976" y="3708"/>
                  </a:lnTo>
                  <a:lnTo>
                    <a:pt x="13014" y="3476"/>
                  </a:lnTo>
                  <a:lnTo>
                    <a:pt x="13053" y="3360"/>
                  </a:lnTo>
                  <a:lnTo>
                    <a:pt x="13207" y="3244"/>
                  </a:lnTo>
                  <a:lnTo>
                    <a:pt x="13400" y="3167"/>
                  </a:lnTo>
                  <a:lnTo>
                    <a:pt x="13709" y="3051"/>
                  </a:lnTo>
                  <a:lnTo>
                    <a:pt x="14018" y="3013"/>
                  </a:lnTo>
                  <a:lnTo>
                    <a:pt x="14327" y="2974"/>
                  </a:lnTo>
                  <a:close/>
                  <a:moveTo>
                    <a:pt x="15679" y="3283"/>
                  </a:moveTo>
                  <a:lnTo>
                    <a:pt x="16335" y="3476"/>
                  </a:lnTo>
                  <a:lnTo>
                    <a:pt x="16644" y="3553"/>
                  </a:lnTo>
                  <a:lnTo>
                    <a:pt x="16992" y="3669"/>
                  </a:lnTo>
                  <a:lnTo>
                    <a:pt x="17262" y="3823"/>
                  </a:lnTo>
                  <a:lnTo>
                    <a:pt x="17532" y="4017"/>
                  </a:lnTo>
                  <a:lnTo>
                    <a:pt x="17725" y="4287"/>
                  </a:lnTo>
                  <a:lnTo>
                    <a:pt x="17802" y="4403"/>
                  </a:lnTo>
                  <a:lnTo>
                    <a:pt x="17880" y="4596"/>
                  </a:lnTo>
                  <a:lnTo>
                    <a:pt x="17918" y="4789"/>
                  </a:lnTo>
                  <a:lnTo>
                    <a:pt x="17880" y="4943"/>
                  </a:lnTo>
                  <a:lnTo>
                    <a:pt x="17802" y="5059"/>
                  </a:lnTo>
                  <a:lnTo>
                    <a:pt x="17648" y="5136"/>
                  </a:lnTo>
                  <a:lnTo>
                    <a:pt x="17494" y="5175"/>
                  </a:lnTo>
                  <a:lnTo>
                    <a:pt x="17339" y="5175"/>
                  </a:lnTo>
                  <a:lnTo>
                    <a:pt x="17146" y="5136"/>
                  </a:lnTo>
                  <a:lnTo>
                    <a:pt x="16992" y="5059"/>
                  </a:lnTo>
                  <a:lnTo>
                    <a:pt x="16644" y="4789"/>
                  </a:lnTo>
                  <a:lnTo>
                    <a:pt x="16374" y="4480"/>
                  </a:lnTo>
                  <a:lnTo>
                    <a:pt x="16181" y="4210"/>
                  </a:lnTo>
                  <a:lnTo>
                    <a:pt x="15988" y="3901"/>
                  </a:lnTo>
                  <a:lnTo>
                    <a:pt x="15833" y="3592"/>
                  </a:lnTo>
                  <a:lnTo>
                    <a:pt x="15679" y="3283"/>
                  </a:lnTo>
                  <a:close/>
                  <a:moveTo>
                    <a:pt x="4635" y="541"/>
                  </a:moveTo>
                  <a:lnTo>
                    <a:pt x="5253" y="580"/>
                  </a:lnTo>
                  <a:lnTo>
                    <a:pt x="5832" y="696"/>
                  </a:lnTo>
                  <a:lnTo>
                    <a:pt x="6411" y="850"/>
                  </a:lnTo>
                  <a:lnTo>
                    <a:pt x="6990" y="1120"/>
                  </a:lnTo>
                  <a:lnTo>
                    <a:pt x="7492" y="1429"/>
                  </a:lnTo>
                  <a:lnTo>
                    <a:pt x="7917" y="1738"/>
                  </a:lnTo>
                  <a:lnTo>
                    <a:pt x="8303" y="2086"/>
                  </a:lnTo>
                  <a:lnTo>
                    <a:pt x="8651" y="2472"/>
                  </a:lnTo>
                  <a:lnTo>
                    <a:pt x="8960" y="2858"/>
                  </a:lnTo>
                  <a:lnTo>
                    <a:pt x="9539" y="3669"/>
                  </a:lnTo>
                  <a:lnTo>
                    <a:pt x="10157" y="4480"/>
                  </a:lnTo>
                  <a:lnTo>
                    <a:pt x="10388" y="4827"/>
                  </a:lnTo>
                  <a:lnTo>
                    <a:pt x="10697" y="5136"/>
                  </a:lnTo>
                  <a:lnTo>
                    <a:pt x="11006" y="5445"/>
                  </a:lnTo>
                  <a:lnTo>
                    <a:pt x="11354" y="5677"/>
                  </a:lnTo>
                  <a:lnTo>
                    <a:pt x="11701" y="5870"/>
                  </a:lnTo>
                  <a:lnTo>
                    <a:pt x="12126" y="5986"/>
                  </a:lnTo>
                  <a:lnTo>
                    <a:pt x="12512" y="6025"/>
                  </a:lnTo>
                  <a:lnTo>
                    <a:pt x="12976" y="5986"/>
                  </a:lnTo>
                  <a:lnTo>
                    <a:pt x="13323" y="5870"/>
                  </a:lnTo>
                  <a:lnTo>
                    <a:pt x="13632" y="5754"/>
                  </a:lnTo>
                  <a:lnTo>
                    <a:pt x="13902" y="5600"/>
                  </a:lnTo>
                  <a:lnTo>
                    <a:pt x="14173" y="5407"/>
                  </a:lnTo>
                  <a:lnTo>
                    <a:pt x="14404" y="5214"/>
                  </a:lnTo>
                  <a:lnTo>
                    <a:pt x="14597" y="4982"/>
                  </a:lnTo>
                  <a:lnTo>
                    <a:pt x="14829" y="4712"/>
                  </a:lnTo>
                  <a:lnTo>
                    <a:pt x="14984" y="4441"/>
                  </a:lnTo>
                  <a:lnTo>
                    <a:pt x="14752" y="5252"/>
                  </a:lnTo>
                  <a:lnTo>
                    <a:pt x="14443" y="5986"/>
                  </a:lnTo>
                  <a:lnTo>
                    <a:pt x="14057" y="6720"/>
                  </a:lnTo>
                  <a:lnTo>
                    <a:pt x="13593" y="7415"/>
                  </a:lnTo>
                  <a:lnTo>
                    <a:pt x="13091" y="8071"/>
                  </a:lnTo>
                  <a:lnTo>
                    <a:pt x="12512" y="8650"/>
                  </a:lnTo>
                  <a:lnTo>
                    <a:pt x="11894" y="9191"/>
                  </a:lnTo>
                  <a:lnTo>
                    <a:pt x="11199" y="9693"/>
                  </a:lnTo>
                  <a:lnTo>
                    <a:pt x="10697" y="10002"/>
                  </a:lnTo>
                  <a:lnTo>
                    <a:pt x="10157" y="10272"/>
                  </a:lnTo>
                  <a:lnTo>
                    <a:pt x="9616" y="10465"/>
                  </a:lnTo>
                  <a:lnTo>
                    <a:pt x="9075" y="10658"/>
                  </a:lnTo>
                  <a:lnTo>
                    <a:pt x="8496" y="10774"/>
                  </a:lnTo>
                  <a:lnTo>
                    <a:pt x="7956" y="10890"/>
                  </a:lnTo>
                  <a:lnTo>
                    <a:pt x="7376" y="10929"/>
                  </a:lnTo>
                  <a:lnTo>
                    <a:pt x="6836" y="10929"/>
                  </a:lnTo>
                  <a:lnTo>
                    <a:pt x="6257" y="10890"/>
                  </a:lnTo>
                  <a:lnTo>
                    <a:pt x="5716" y="10774"/>
                  </a:lnTo>
                  <a:lnTo>
                    <a:pt x="5175" y="10620"/>
                  </a:lnTo>
                  <a:lnTo>
                    <a:pt x="4635" y="10465"/>
                  </a:lnTo>
                  <a:lnTo>
                    <a:pt x="4133" y="10195"/>
                  </a:lnTo>
                  <a:lnTo>
                    <a:pt x="3631" y="9925"/>
                  </a:lnTo>
                  <a:lnTo>
                    <a:pt x="3129" y="9577"/>
                  </a:lnTo>
                  <a:lnTo>
                    <a:pt x="2665" y="9191"/>
                  </a:lnTo>
                  <a:lnTo>
                    <a:pt x="2202" y="8766"/>
                  </a:lnTo>
                  <a:lnTo>
                    <a:pt x="1777" y="8303"/>
                  </a:lnTo>
                  <a:lnTo>
                    <a:pt x="1430" y="7801"/>
                  </a:lnTo>
                  <a:lnTo>
                    <a:pt x="1082" y="7260"/>
                  </a:lnTo>
                  <a:lnTo>
                    <a:pt x="812" y="6720"/>
                  </a:lnTo>
                  <a:lnTo>
                    <a:pt x="619" y="6140"/>
                  </a:lnTo>
                  <a:lnTo>
                    <a:pt x="464" y="5523"/>
                  </a:lnTo>
                  <a:lnTo>
                    <a:pt x="426" y="4905"/>
                  </a:lnTo>
                  <a:lnTo>
                    <a:pt x="464" y="4287"/>
                  </a:lnTo>
                  <a:lnTo>
                    <a:pt x="619" y="3708"/>
                  </a:lnTo>
                  <a:lnTo>
                    <a:pt x="812" y="3128"/>
                  </a:lnTo>
                  <a:lnTo>
                    <a:pt x="1121" y="2588"/>
                  </a:lnTo>
                  <a:lnTo>
                    <a:pt x="1468" y="2086"/>
                  </a:lnTo>
                  <a:lnTo>
                    <a:pt x="1893" y="1661"/>
                  </a:lnTo>
                  <a:lnTo>
                    <a:pt x="2356" y="1275"/>
                  </a:lnTo>
                  <a:lnTo>
                    <a:pt x="2897" y="1005"/>
                  </a:lnTo>
                  <a:lnTo>
                    <a:pt x="3476" y="773"/>
                  </a:lnTo>
                  <a:lnTo>
                    <a:pt x="4056" y="618"/>
                  </a:lnTo>
                  <a:lnTo>
                    <a:pt x="4635" y="541"/>
                  </a:lnTo>
                  <a:close/>
                  <a:moveTo>
                    <a:pt x="16876" y="1"/>
                  </a:moveTo>
                  <a:lnTo>
                    <a:pt x="16683" y="39"/>
                  </a:lnTo>
                  <a:lnTo>
                    <a:pt x="16451" y="155"/>
                  </a:lnTo>
                  <a:lnTo>
                    <a:pt x="16258" y="271"/>
                  </a:lnTo>
                  <a:lnTo>
                    <a:pt x="16103" y="425"/>
                  </a:lnTo>
                  <a:lnTo>
                    <a:pt x="15949" y="580"/>
                  </a:lnTo>
                  <a:lnTo>
                    <a:pt x="15833" y="773"/>
                  </a:lnTo>
                  <a:lnTo>
                    <a:pt x="15717" y="1005"/>
                  </a:lnTo>
                  <a:lnTo>
                    <a:pt x="15601" y="1236"/>
                  </a:lnTo>
                  <a:lnTo>
                    <a:pt x="15486" y="1738"/>
                  </a:lnTo>
                  <a:lnTo>
                    <a:pt x="15447" y="2279"/>
                  </a:lnTo>
                  <a:lnTo>
                    <a:pt x="15486" y="2819"/>
                  </a:lnTo>
                  <a:lnTo>
                    <a:pt x="15370" y="2819"/>
                  </a:lnTo>
                  <a:lnTo>
                    <a:pt x="15331" y="2858"/>
                  </a:lnTo>
                  <a:lnTo>
                    <a:pt x="14906" y="2742"/>
                  </a:lnTo>
                  <a:lnTo>
                    <a:pt x="14443" y="2665"/>
                  </a:lnTo>
                  <a:lnTo>
                    <a:pt x="13980" y="2665"/>
                  </a:lnTo>
                  <a:lnTo>
                    <a:pt x="13516" y="2742"/>
                  </a:lnTo>
                  <a:lnTo>
                    <a:pt x="13169" y="2858"/>
                  </a:lnTo>
                  <a:lnTo>
                    <a:pt x="12976" y="2974"/>
                  </a:lnTo>
                  <a:lnTo>
                    <a:pt x="12783" y="3090"/>
                  </a:lnTo>
                  <a:lnTo>
                    <a:pt x="12628" y="3206"/>
                  </a:lnTo>
                  <a:lnTo>
                    <a:pt x="12512" y="3360"/>
                  </a:lnTo>
                  <a:lnTo>
                    <a:pt x="12396" y="3553"/>
                  </a:lnTo>
                  <a:lnTo>
                    <a:pt x="12396" y="3746"/>
                  </a:lnTo>
                  <a:lnTo>
                    <a:pt x="12396" y="3939"/>
                  </a:lnTo>
                  <a:lnTo>
                    <a:pt x="12474" y="4094"/>
                  </a:lnTo>
                  <a:lnTo>
                    <a:pt x="12628" y="4210"/>
                  </a:lnTo>
                  <a:lnTo>
                    <a:pt x="12783" y="4287"/>
                  </a:lnTo>
                  <a:lnTo>
                    <a:pt x="12976" y="4364"/>
                  </a:lnTo>
                  <a:lnTo>
                    <a:pt x="13169" y="4403"/>
                  </a:lnTo>
                  <a:lnTo>
                    <a:pt x="13516" y="4364"/>
                  </a:lnTo>
                  <a:lnTo>
                    <a:pt x="13864" y="4325"/>
                  </a:lnTo>
                  <a:lnTo>
                    <a:pt x="14211" y="4210"/>
                  </a:lnTo>
                  <a:lnTo>
                    <a:pt x="14520" y="4017"/>
                  </a:lnTo>
                  <a:lnTo>
                    <a:pt x="14829" y="3823"/>
                  </a:lnTo>
                  <a:lnTo>
                    <a:pt x="14597" y="4287"/>
                  </a:lnTo>
                  <a:lnTo>
                    <a:pt x="14288" y="4673"/>
                  </a:lnTo>
                  <a:lnTo>
                    <a:pt x="14134" y="4866"/>
                  </a:lnTo>
                  <a:lnTo>
                    <a:pt x="13941" y="5021"/>
                  </a:lnTo>
                  <a:lnTo>
                    <a:pt x="13709" y="5175"/>
                  </a:lnTo>
                  <a:lnTo>
                    <a:pt x="13516" y="5291"/>
                  </a:lnTo>
                  <a:lnTo>
                    <a:pt x="13130" y="5445"/>
                  </a:lnTo>
                  <a:lnTo>
                    <a:pt x="12744" y="5523"/>
                  </a:lnTo>
                  <a:lnTo>
                    <a:pt x="12396" y="5523"/>
                  </a:lnTo>
                  <a:lnTo>
                    <a:pt x="12049" y="5445"/>
                  </a:lnTo>
                  <a:lnTo>
                    <a:pt x="11740" y="5329"/>
                  </a:lnTo>
                  <a:lnTo>
                    <a:pt x="11431" y="5136"/>
                  </a:lnTo>
                  <a:lnTo>
                    <a:pt x="11122" y="4905"/>
                  </a:lnTo>
                  <a:lnTo>
                    <a:pt x="10852" y="4634"/>
                  </a:lnTo>
                  <a:lnTo>
                    <a:pt x="10543" y="4210"/>
                  </a:lnTo>
                  <a:lnTo>
                    <a:pt x="10195" y="3785"/>
                  </a:lnTo>
                  <a:lnTo>
                    <a:pt x="9616" y="2935"/>
                  </a:lnTo>
                  <a:lnTo>
                    <a:pt x="9307" y="2511"/>
                  </a:lnTo>
                  <a:lnTo>
                    <a:pt x="8960" y="2086"/>
                  </a:lnTo>
                  <a:lnTo>
                    <a:pt x="8573" y="1700"/>
                  </a:lnTo>
                  <a:lnTo>
                    <a:pt x="8187" y="1352"/>
                  </a:lnTo>
                  <a:lnTo>
                    <a:pt x="7647" y="966"/>
                  </a:lnTo>
                  <a:lnTo>
                    <a:pt x="7106" y="657"/>
                  </a:lnTo>
                  <a:lnTo>
                    <a:pt x="6527" y="425"/>
                  </a:lnTo>
                  <a:lnTo>
                    <a:pt x="5948" y="271"/>
                  </a:lnTo>
                  <a:lnTo>
                    <a:pt x="5330" y="155"/>
                  </a:lnTo>
                  <a:lnTo>
                    <a:pt x="4751" y="116"/>
                  </a:lnTo>
                  <a:lnTo>
                    <a:pt x="4133" y="155"/>
                  </a:lnTo>
                  <a:lnTo>
                    <a:pt x="3554" y="271"/>
                  </a:lnTo>
                  <a:lnTo>
                    <a:pt x="3283" y="348"/>
                  </a:lnTo>
                  <a:lnTo>
                    <a:pt x="2936" y="464"/>
                  </a:lnTo>
                  <a:lnTo>
                    <a:pt x="2588" y="618"/>
                  </a:lnTo>
                  <a:lnTo>
                    <a:pt x="2279" y="812"/>
                  </a:lnTo>
                  <a:lnTo>
                    <a:pt x="1932" y="1005"/>
                  </a:lnTo>
                  <a:lnTo>
                    <a:pt x="1661" y="1275"/>
                  </a:lnTo>
                  <a:lnTo>
                    <a:pt x="1353" y="1545"/>
                  </a:lnTo>
                  <a:lnTo>
                    <a:pt x="1082" y="1854"/>
                  </a:lnTo>
                  <a:lnTo>
                    <a:pt x="851" y="2163"/>
                  </a:lnTo>
                  <a:lnTo>
                    <a:pt x="542" y="2665"/>
                  </a:lnTo>
                  <a:lnTo>
                    <a:pt x="310" y="3167"/>
                  </a:lnTo>
                  <a:lnTo>
                    <a:pt x="155" y="3669"/>
                  </a:lnTo>
                  <a:lnTo>
                    <a:pt x="78" y="4171"/>
                  </a:lnTo>
                  <a:lnTo>
                    <a:pt x="1" y="4712"/>
                  </a:lnTo>
                  <a:lnTo>
                    <a:pt x="40" y="5214"/>
                  </a:lnTo>
                  <a:lnTo>
                    <a:pt x="78" y="5716"/>
                  </a:lnTo>
                  <a:lnTo>
                    <a:pt x="194" y="6218"/>
                  </a:lnTo>
                  <a:lnTo>
                    <a:pt x="387" y="6720"/>
                  </a:lnTo>
                  <a:lnTo>
                    <a:pt x="580" y="7222"/>
                  </a:lnTo>
                  <a:lnTo>
                    <a:pt x="812" y="7685"/>
                  </a:lnTo>
                  <a:lnTo>
                    <a:pt x="1082" y="8110"/>
                  </a:lnTo>
                  <a:lnTo>
                    <a:pt x="1430" y="8573"/>
                  </a:lnTo>
                  <a:lnTo>
                    <a:pt x="1777" y="8959"/>
                  </a:lnTo>
                  <a:lnTo>
                    <a:pt x="2125" y="9384"/>
                  </a:lnTo>
                  <a:lnTo>
                    <a:pt x="2550" y="9732"/>
                  </a:lnTo>
                  <a:lnTo>
                    <a:pt x="3090" y="10156"/>
                  </a:lnTo>
                  <a:lnTo>
                    <a:pt x="3631" y="10504"/>
                  </a:lnTo>
                  <a:lnTo>
                    <a:pt x="4210" y="10774"/>
                  </a:lnTo>
                  <a:lnTo>
                    <a:pt x="4789" y="11044"/>
                  </a:lnTo>
                  <a:lnTo>
                    <a:pt x="5407" y="11199"/>
                  </a:lnTo>
                  <a:lnTo>
                    <a:pt x="6025" y="11353"/>
                  </a:lnTo>
                  <a:lnTo>
                    <a:pt x="6643" y="11392"/>
                  </a:lnTo>
                  <a:lnTo>
                    <a:pt x="7261" y="11431"/>
                  </a:lnTo>
                  <a:lnTo>
                    <a:pt x="7338" y="11585"/>
                  </a:lnTo>
                  <a:lnTo>
                    <a:pt x="7647" y="11392"/>
                  </a:lnTo>
                  <a:lnTo>
                    <a:pt x="8458" y="11315"/>
                  </a:lnTo>
                  <a:lnTo>
                    <a:pt x="9269" y="11122"/>
                  </a:lnTo>
                  <a:lnTo>
                    <a:pt x="10079" y="10813"/>
                  </a:lnTo>
                  <a:lnTo>
                    <a:pt x="10852" y="10465"/>
                  </a:lnTo>
                  <a:lnTo>
                    <a:pt x="11547" y="10040"/>
                  </a:lnTo>
                  <a:lnTo>
                    <a:pt x="12165" y="9577"/>
                  </a:lnTo>
                  <a:lnTo>
                    <a:pt x="12435" y="9384"/>
                  </a:lnTo>
                  <a:lnTo>
                    <a:pt x="13053" y="8805"/>
                  </a:lnTo>
                  <a:lnTo>
                    <a:pt x="13632" y="8187"/>
                  </a:lnTo>
                  <a:lnTo>
                    <a:pt x="14134" y="7492"/>
                  </a:lnTo>
                  <a:lnTo>
                    <a:pt x="14597" y="6797"/>
                  </a:lnTo>
                  <a:lnTo>
                    <a:pt x="14945" y="6025"/>
                  </a:lnTo>
                  <a:lnTo>
                    <a:pt x="15099" y="5638"/>
                  </a:lnTo>
                  <a:lnTo>
                    <a:pt x="15254" y="5214"/>
                  </a:lnTo>
                  <a:lnTo>
                    <a:pt x="15331" y="4827"/>
                  </a:lnTo>
                  <a:lnTo>
                    <a:pt x="15408" y="4403"/>
                  </a:lnTo>
                  <a:lnTo>
                    <a:pt x="15486" y="4017"/>
                  </a:lnTo>
                  <a:lnTo>
                    <a:pt x="15486" y="3592"/>
                  </a:lnTo>
                  <a:lnTo>
                    <a:pt x="15679" y="4055"/>
                  </a:lnTo>
                  <a:lnTo>
                    <a:pt x="15949" y="4480"/>
                  </a:lnTo>
                  <a:lnTo>
                    <a:pt x="16258" y="4866"/>
                  </a:lnTo>
                  <a:lnTo>
                    <a:pt x="16605" y="5214"/>
                  </a:lnTo>
                  <a:lnTo>
                    <a:pt x="16760" y="5368"/>
                  </a:lnTo>
                  <a:lnTo>
                    <a:pt x="16992" y="5484"/>
                  </a:lnTo>
                  <a:lnTo>
                    <a:pt x="17185" y="5561"/>
                  </a:lnTo>
                  <a:lnTo>
                    <a:pt x="17416" y="5638"/>
                  </a:lnTo>
                  <a:lnTo>
                    <a:pt x="17609" y="5677"/>
                  </a:lnTo>
                  <a:lnTo>
                    <a:pt x="17841" y="5638"/>
                  </a:lnTo>
                  <a:lnTo>
                    <a:pt x="18034" y="5523"/>
                  </a:lnTo>
                  <a:lnTo>
                    <a:pt x="18189" y="5329"/>
                  </a:lnTo>
                  <a:lnTo>
                    <a:pt x="18304" y="5136"/>
                  </a:lnTo>
                  <a:lnTo>
                    <a:pt x="18343" y="4943"/>
                  </a:lnTo>
                  <a:lnTo>
                    <a:pt x="18304" y="4712"/>
                  </a:lnTo>
                  <a:lnTo>
                    <a:pt x="18266" y="4519"/>
                  </a:lnTo>
                  <a:lnTo>
                    <a:pt x="18189" y="4287"/>
                  </a:lnTo>
                  <a:lnTo>
                    <a:pt x="18073" y="4132"/>
                  </a:lnTo>
                  <a:lnTo>
                    <a:pt x="17957" y="3939"/>
                  </a:lnTo>
                  <a:lnTo>
                    <a:pt x="17802" y="3785"/>
                  </a:lnTo>
                  <a:lnTo>
                    <a:pt x="17648" y="3630"/>
                  </a:lnTo>
                  <a:lnTo>
                    <a:pt x="17416" y="3476"/>
                  </a:lnTo>
                  <a:lnTo>
                    <a:pt x="16953" y="3244"/>
                  </a:lnTo>
                  <a:lnTo>
                    <a:pt x="16490" y="3051"/>
                  </a:lnTo>
                  <a:lnTo>
                    <a:pt x="15988" y="2935"/>
                  </a:lnTo>
                  <a:lnTo>
                    <a:pt x="16412" y="2781"/>
                  </a:lnTo>
                  <a:lnTo>
                    <a:pt x="16837" y="2511"/>
                  </a:lnTo>
                  <a:lnTo>
                    <a:pt x="17185" y="2202"/>
                  </a:lnTo>
                  <a:lnTo>
                    <a:pt x="17494" y="1816"/>
                  </a:lnTo>
                  <a:lnTo>
                    <a:pt x="17609" y="1584"/>
                  </a:lnTo>
                  <a:lnTo>
                    <a:pt x="17725" y="1352"/>
                  </a:lnTo>
                  <a:lnTo>
                    <a:pt x="17764" y="1082"/>
                  </a:lnTo>
                  <a:lnTo>
                    <a:pt x="17802" y="850"/>
                  </a:lnTo>
                  <a:lnTo>
                    <a:pt x="17802" y="580"/>
                  </a:lnTo>
                  <a:lnTo>
                    <a:pt x="17725" y="387"/>
                  </a:lnTo>
                  <a:lnTo>
                    <a:pt x="17571" y="194"/>
                  </a:lnTo>
                  <a:lnTo>
                    <a:pt x="17455" y="116"/>
                  </a:lnTo>
                  <a:lnTo>
                    <a:pt x="17339" y="39"/>
                  </a:lnTo>
                  <a:lnTo>
                    <a:pt x="171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2"/>
            <p:cNvSpPr/>
            <p:nvPr/>
          </p:nvSpPr>
          <p:spPr>
            <a:xfrm>
              <a:off x="2141825" y="3698800"/>
              <a:ext cx="126500" cy="70500"/>
            </a:xfrm>
            <a:custGeom>
              <a:avLst/>
              <a:gdLst/>
              <a:ahLst/>
              <a:cxnLst/>
              <a:rect l="l" t="t" r="r" b="b"/>
              <a:pathLst>
                <a:path w="5060" h="2820" extrusionOk="0">
                  <a:moveTo>
                    <a:pt x="4905" y="0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3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433"/>
                  </a:lnTo>
                  <a:lnTo>
                    <a:pt x="39" y="2510"/>
                  </a:lnTo>
                  <a:lnTo>
                    <a:pt x="1" y="2587"/>
                  </a:lnTo>
                  <a:lnTo>
                    <a:pt x="39" y="2703"/>
                  </a:lnTo>
                  <a:lnTo>
                    <a:pt x="116" y="2781"/>
                  </a:lnTo>
                  <a:lnTo>
                    <a:pt x="387" y="2819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1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2"/>
            <p:cNvSpPr/>
            <p:nvPr/>
          </p:nvSpPr>
          <p:spPr>
            <a:xfrm>
              <a:off x="436975" y="3704575"/>
              <a:ext cx="144825" cy="162225"/>
            </a:xfrm>
            <a:custGeom>
              <a:avLst/>
              <a:gdLst/>
              <a:ahLst/>
              <a:cxnLst/>
              <a:rect l="l" t="t" r="r" b="b"/>
              <a:pathLst>
                <a:path w="5793" h="6489" extrusionOk="0">
                  <a:moveTo>
                    <a:pt x="2240" y="426"/>
                  </a:moveTo>
                  <a:lnTo>
                    <a:pt x="2781" y="464"/>
                  </a:lnTo>
                  <a:lnTo>
                    <a:pt x="3283" y="580"/>
                  </a:lnTo>
                  <a:lnTo>
                    <a:pt x="3746" y="735"/>
                  </a:lnTo>
                  <a:lnTo>
                    <a:pt x="4171" y="1005"/>
                  </a:lnTo>
                  <a:lnTo>
                    <a:pt x="4557" y="1314"/>
                  </a:lnTo>
                  <a:lnTo>
                    <a:pt x="4750" y="1507"/>
                  </a:lnTo>
                  <a:lnTo>
                    <a:pt x="4905" y="1739"/>
                  </a:lnTo>
                  <a:lnTo>
                    <a:pt x="5021" y="1932"/>
                  </a:lnTo>
                  <a:lnTo>
                    <a:pt x="5136" y="2163"/>
                  </a:lnTo>
                  <a:lnTo>
                    <a:pt x="5214" y="2434"/>
                  </a:lnTo>
                  <a:lnTo>
                    <a:pt x="5291" y="2704"/>
                  </a:lnTo>
                  <a:lnTo>
                    <a:pt x="5330" y="3167"/>
                  </a:lnTo>
                  <a:lnTo>
                    <a:pt x="5330" y="3631"/>
                  </a:lnTo>
                  <a:lnTo>
                    <a:pt x="5214" y="4133"/>
                  </a:lnTo>
                  <a:lnTo>
                    <a:pt x="5021" y="4558"/>
                  </a:lnTo>
                  <a:lnTo>
                    <a:pt x="4789" y="4982"/>
                  </a:lnTo>
                  <a:lnTo>
                    <a:pt x="4480" y="5330"/>
                  </a:lnTo>
                  <a:lnTo>
                    <a:pt x="4287" y="5484"/>
                  </a:lnTo>
                  <a:lnTo>
                    <a:pt x="4094" y="5639"/>
                  </a:lnTo>
                  <a:lnTo>
                    <a:pt x="3901" y="5755"/>
                  </a:lnTo>
                  <a:lnTo>
                    <a:pt x="3669" y="5832"/>
                  </a:lnTo>
                  <a:lnTo>
                    <a:pt x="3360" y="5948"/>
                  </a:lnTo>
                  <a:lnTo>
                    <a:pt x="3090" y="5986"/>
                  </a:lnTo>
                  <a:lnTo>
                    <a:pt x="2820" y="6025"/>
                  </a:lnTo>
                  <a:lnTo>
                    <a:pt x="2549" y="5986"/>
                  </a:lnTo>
                  <a:lnTo>
                    <a:pt x="2279" y="5948"/>
                  </a:lnTo>
                  <a:lnTo>
                    <a:pt x="2047" y="5870"/>
                  </a:lnTo>
                  <a:lnTo>
                    <a:pt x="1854" y="5755"/>
                  </a:lnTo>
                  <a:lnTo>
                    <a:pt x="1622" y="5639"/>
                  </a:lnTo>
                  <a:lnTo>
                    <a:pt x="1429" y="5484"/>
                  </a:lnTo>
                  <a:lnTo>
                    <a:pt x="1275" y="5291"/>
                  </a:lnTo>
                  <a:lnTo>
                    <a:pt x="1082" y="5098"/>
                  </a:lnTo>
                  <a:lnTo>
                    <a:pt x="966" y="4905"/>
                  </a:lnTo>
                  <a:lnTo>
                    <a:pt x="696" y="4442"/>
                  </a:lnTo>
                  <a:lnTo>
                    <a:pt x="541" y="3901"/>
                  </a:lnTo>
                  <a:lnTo>
                    <a:pt x="425" y="3399"/>
                  </a:lnTo>
                  <a:lnTo>
                    <a:pt x="425" y="2858"/>
                  </a:lnTo>
                  <a:lnTo>
                    <a:pt x="503" y="2318"/>
                  </a:lnTo>
                  <a:lnTo>
                    <a:pt x="541" y="2048"/>
                  </a:lnTo>
                  <a:lnTo>
                    <a:pt x="657" y="1816"/>
                  </a:lnTo>
                  <a:lnTo>
                    <a:pt x="734" y="1584"/>
                  </a:lnTo>
                  <a:lnTo>
                    <a:pt x="889" y="1352"/>
                  </a:lnTo>
                  <a:lnTo>
                    <a:pt x="1043" y="1159"/>
                  </a:lnTo>
                  <a:lnTo>
                    <a:pt x="1236" y="1005"/>
                  </a:lnTo>
                  <a:lnTo>
                    <a:pt x="1429" y="812"/>
                  </a:lnTo>
                  <a:lnTo>
                    <a:pt x="1661" y="696"/>
                  </a:lnTo>
                  <a:lnTo>
                    <a:pt x="1893" y="580"/>
                  </a:lnTo>
                  <a:lnTo>
                    <a:pt x="2202" y="503"/>
                  </a:lnTo>
                  <a:lnTo>
                    <a:pt x="2240" y="464"/>
                  </a:lnTo>
                  <a:lnTo>
                    <a:pt x="2240" y="426"/>
                  </a:lnTo>
                  <a:close/>
                  <a:moveTo>
                    <a:pt x="2279" y="1"/>
                  </a:moveTo>
                  <a:lnTo>
                    <a:pt x="1970" y="40"/>
                  </a:lnTo>
                  <a:lnTo>
                    <a:pt x="1893" y="78"/>
                  </a:lnTo>
                  <a:lnTo>
                    <a:pt x="1816" y="117"/>
                  </a:lnTo>
                  <a:lnTo>
                    <a:pt x="1816" y="194"/>
                  </a:lnTo>
                  <a:lnTo>
                    <a:pt x="1816" y="271"/>
                  </a:lnTo>
                  <a:lnTo>
                    <a:pt x="1507" y="349"/>
                  </a:lnTo>
                  <a:lnTo>
                    <a:pt x="1275" y="464"/>
                  </a:lnTo>
                  <a:lnTo>
                    <a:pt x="1043" y="619"/>
                  </a:lnTo>
                  <a:lnTo>
                    <a:pt x="812" y="773"/>
                  </a:lnTo>
                  <a:lnTo>
                    <a:pt x="619" y="966"/>
                  </a:lnTo>
                  <a:lnTo>
                    <a:pt x="464" y="1198"/>
                  </a:lnTo>
                  <a:lnTo>
                    <a:pt x="348" y="1430"/>
                  </a:lnTo>
                  <a:lnTo>
                    <a:pt x="232" y="1661"/>
                  </a:lnTo>
                  <a:lnTo>
                    <a:pt x="117" y="1932"/>
                  </a:lnTo>
                  <a:lnTo>
                    <a:pt x="78" y="2202"/>
                  </a:lnTo>
                  <a:lnTo>
                    <a:pt x="1" y="2781"/>
                  </a:lnTo>
                  <a:lnTo>
                    <a:pt x="1" y="3360"/>
                  </a:lnTo>
                  <a:lnTo>
                    <a:pt x="78" y="3901"/>
                  </a:lnTo>
                  <a:lnTo>
                    <a:pt x="271" y="4519"/>
                  </a:lnTo>
                  <a:lnTo>
                    <a:pt x="387" y="4828"/>
                  </a:lnTo>
                  <a:lnTo>
                    <a:pt x="541" y="5098"/>
                  </a:lnTo>
                  <a:lnTo>
                    <a:pt x="696" y="5330"/>
                  </a:lnTo>
                  <a:lnTo>
                    <a:pt x="850" y="5561"/>
                  </a:lnTo>
                  <a:lnTo>
                    <a:pt x="1082" y="5793"/>
                  </a:lnTo>
                  <a:lnTo>
                    <a:pt x="1275" y="5986"/>
                  </a:lnTo>
                  <a:lnTo>
                    <a:pt x="1507" y="6141"/>
                  </a:lnTo>
                  <a:lnTo>
                    <a:pt x="1738" y="6257"/>
                  </a:lnTo>
                  <a:lnTo>
                    <a:pt x="2009" y="6372"/>
                  </a:lnTo>
                  <a:lnTo>
                    <a:pt x="2279" y="6450"/>
                  </a:lnTo>
                  <a:lnTo>
                    <a:pt x="2588" y="6488"/>
                  </a:lnTo>
                  <a:lnTo>
                    <a:pt x="2897" y="6488"/>
                  </a:lnTo>
                  <a:lnTo>
                    <a:pt x="3206" y="6450"/>
                  </a:lnTo>
                  <a:lnTo>
                    <a:pt x="3553" y="6372"/>
                  </a:lnTo>
                  <a:lnTo>
                    <a:pt x="3862" y="6257"/>
                  </a:lnTo>
                  <a:lnTo>
                    <a:pt x="4132" y="6141"/>
                  </a:lnTo>
                  <a:lnTo>
                    <a:pt x="4403" y="5986"/>
                  </a:lnTo>
                  <a:lnTo>
                    <a:pt x="4634" y="5793"/>
                  </a:lnTo>
                  <a:lnTo>
                    <a:pt x="4866" y="5600"/>
                  </a:lnTo>
                  <a:lnTo>
                    <a:pt x="5059" y="5368"/>
                  </a:lnTo>
                  <a:lnTo>
                    <a:pt x="5214" y="5137"/>
                  </a:lnTo>
                  <a:lnTo>
                    <a:pt x="5368" y="4866"/>
                  </a:lnTo>
                  <a:lnTo>
                    <a:pt x="5523" y="4635"/>
                  </a:lnTo>
                  <a:lnTo>
                    <a:pt x="5638" y="4326"/>
                  </a:lnTo>
                  <a:lnTo>
                    <a:pt x="5716" y="4056"/>
                  </a:lnTo>
                  <a:lnTo>
                    <a:pt x="5754" y="3747"/>
                  </a:lnTo>
                  <a:lnTo>
                    <a:pt x="5793" y="3438"/>
                  </a:lnTo>
                  <a:lnTo>
                    <a:pt x="5793" y="3129"/>
                  </a:lnTo>
                  <a:lnTo>
                    <a:pt x="5793" y="2858"/>
                  </a:lnTo>
                  <a:lnTo>
                    <a:pt x="5716" y="2550"/>
                  </a:lnTo>
                  <a:lnTo>
                    <a:pt x="5638" y="2241"/>
                  </a:lnTo>
                  <a:lnTo>
                    <a:pt x="5523" y="1932"/>
                  </a:lnTo>
                  <a:lnTo>
                    <a:pt x="5368" y="1661"/>
                  </a:lnTo>
                  <a:lnTo>
                    <a:pt x="5214" y="1391"/>
                  </a:lnTo>
                  <a:lnTo>
                    <a:pt x="5021" y="1159"/>
                  </a:lnTo>
                  <a:lnTo>
                    <a:pt x="4828" y="928"/>
                  </a:lnTo>
                  <a:lnTo>
                    <a:pt x="4596" y="735"/>
                  </a:lnTo>
                  <a:lnTo>
                    <a:pt x="4326" y="542"/>
                  </a:lnTo>
                  <a:lnTo>
                    <a:pt x="4094" y="387"/>
                  </a:lnTo>
                  <a:lnTo>
                    <a:pt x="3824" y="271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2"/>
            <p:cNvSpPr/>
            <p:nvPr/>
          </p:nvSpPr>
          <p:spPr>
            <a:xfrm>
              <a:off x="6171275" y="3733550"/>
              <a:ext cx="103325" cy="132275"/>
            </a:xfrm>
            <a:custGeom>
              <a:avLst/>
              <a:gdLst/>
              <a:ahLst/>
              <a:cxnLst/>
              <a:rect l="l" t="t" r="r" b="b"/>
              <a:pathLst>
                <a:path w="4133" h="5291" extrusionOk="0">
                  <a:moveTo>
                    <a:pt x="2511" y="0"/>
                  </a:moveTo>
                  <a:lnTo>
                    <a:pt x="2279" y="39"/>
                  </a:lnTo>
                  <a:lnTo>
                    <a:pt x="2048" y="39"/>
                  </a:lnTo>
                  <a:lnTo>
                    <a:pt x="1816" y="116"/>
                  </a:lnTo>
                  <a:lnTo>
                    <a:pt x="1430" y="271"/>
                  </a:lnTo>
                  <a:lnTo>
                    <a:pt x="1121" y="464"/>
                  </a:lnTo>
                  <a:lnTo>
                    <a:pt x="850" y="695"/>
                  </a:lnTo>
                  <a:lnTo>
                    <a:pt x="619" y="966"/>
                  </a:lnTo>
                  <a:lnTo>
                    <a:pt x="464" y="1236"/>
                  </a:lnTo>
                  <a:lnTo>
                    <a:pt x="310" y="1584"/>
                  </a:lnTo>
                  <a:lnTo>
                    <a:pt x="194" y="1931"/>
                  </a:lnTo>
                  <a:lnTo>
                    <a:pt x="117" y="2279"/>
                  </a:lnTo>
                  <a:lnTo>
                    <a:pt x="40" y="2665"/>
                  </a:lnTo>
                  <a:lnTo>
                    <a:pt x="1" y="3051"/>
                  </a:lnTo>
                  <a:lnTo>
                    <a:pt x="1" y="3823"/>
                  </a:lnTo>
                  <a:lnTo>
                    <a:pt x="1" y="5291"/>
                  </a:lnTo>
                  <a:lnTo>
                    <a:pt x="426" y="5291"/>
                  </a:lnTo>
                  <a:lnTo>
                    <a:pt x="464" y="4750"/>
                  </a:lnTo>
                  <a:lnTo>
                    <a:pt x="464" y="4209"/>
                  </a:lnTo>
                  <a:lnTo>
                    <a:pt x="464" y="3669"/>
                  </a:lnTo>
                  <a:lnTo>
                    <a:pt x="503" y="3128"/>
                  </a:lnTo>
                  <a:lnTo>
                    <a:pt x="542" y="2588"/>
                  </a:lnTo>
                  <a:lnTo>
                    <a:pt x="696" y="2047"/>
                  </a:lnTo>
                  <a:lnTo>
                    <a:pt x="773" y="1815"/>
                  </a:lnTo>
                  <a:lnTo>
                    <a:pt x="889" y="1584"/>
                  </a:lnTo>
                  <a:lnTo>
                    <a:pt x="1044" y="1352"/>
                  </a:lnTo>
                  <a:lnTo>
                    <a:pt x="1198" y="1159"/>
                  </a:lnTo>
                  <a:lnTo>
                    <a:pt x="1391" y="966"/>
                  </a:lnTo>
                  <a:lnTo>
                    <a:pt x="1623" y="811"/>
                  </a:lnTo>
                  <a:lnTo>
                    <a:pt x="1893" y="657"/>
                  </a:lnTo>
                  <a:lnTo>
                    <a:pt x="2163" y="580"/>
                  </a:lnTo>
                  <a:lnTo>
                    <a:pt x="2434" y="541"/>
                  </a:lnTo>
                  <a:lnTo>
                    <a:pt x="2704" y="580"/>
                  </a:lnTo>
                  <a:lnTo>
                    <a:pt x="2974" y="657"/>
                  </a:lnTo>
                  <a:lnTo>
                    <a:pt x="3206" y="811"/>
                  </a:lnTo>
                  <a:lnTo>
                    <a:pt x="3360" y="966"/>
                  </a:lnTo>
                  <a:lnTo>
                    <a:pt x="3515" y="1197"/>
                  </a:lnTo>
                  <a:lnTo>
                    <a:pt x="3592" y="1429"/>
                  </a:lnTo>
                  <a:lnTo>
                    <a:pt x="3669" y="1661"/>
                  </a:lnTo>
                  <a:lnTo>
                    <a:pt x="4133" y="1584"/>
                  </a:lnTo>
                  <a:lnTo>
                    <a:pt x="4017" y="1197"/>
                  </a:lnTo>
                  <a:lnTo>
                    <a:pt x="3862" y="850"/>
                  </a:lnTo>
                  <a:lnTo>
                    <a:pt x="3631" y="541"/>
                  </a:lnTo>
                  <a:lnTo>
                    <a:pt x="3399" y="309"/>
                  </a:lnTo>
                  <a:lnTo>
                    <a:pt x="3245" y="193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4" y="39"/>
                  </a:lnTo>
                  <a:lnTo>
                    <a:pt x="25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2"/>
            <p:cNvSpPr/>
            <p:nvPr/>
          </p:nvSpPr>
          <p:spPr>
            <a:xfrm>
              <a:off x="6036125" y="3735475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41"/>
                  </a:lnTo>
                  <a:lnTo>
                    <a:pt x="12319" y="618"/>
                  </a:lnTo>
                  <a:lnTo>
                    <a:pt x="12628" y="850"/>
                  </a:lnTo>
                  <a:lnTo>
                    <a:pt x="12898" y="1120"/>
                  </a:lnTo>
                  <a:lnTo>
                    <a:pt x="13130" y="1468"/>
                  </a:lnTo>
                  <a:lnTo>
                    <a:pt x="13323" y="1854"/>
                  </a:lnTo>
                  <a:lnTo>
                    <a:pt x="13477" y="2240"/>
                  </a:lnTo>
                  <a:lnTo>
                    <a:pt x="13632" y="2665"/>
                  </a:lnTo>
                  <a:lnTo>
                    <a:pt x="13864" y="3437"/>
                  </a:lnTo>
                  <a:lnTo>
                    <a:pt x="13091" y="3013"/>
                  </a:lnTo>
                  <a:lnTo>
                    <a:pt x="12705" y="2742"/>
                  </a:lnTo>
                  <a:lnTo>
                    <a:pt x="12358" y="2472"/>
                  </a:lnTo>
                  <a:lnTo>
                    <a:pt x="12010" y="2124"/>
                  </a:lnTo>
                  <a:lnTo>
                    <a:pt x="11817" y="1893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696"/>
                  </a:lnTo>
                  <a:lnTo>
                    <a:pt x="11778" y="618"/>
                  </a:lnTo>
                  <a:lnTo>
                    <a:pt x="11856" y="541"/>
                  </a:lnTo>
                  <a:lnTo>
                    <a:pt x="11971" y="503"/>
                  </a:lnTo>
                  <a:close/>
                  <a:moveTo>
                    <a:pt x="16296" y="1584"/>
                  </a:moveTo>
                  <a:lnTo>
                    <a:pt x="16412" y="1661"/>
                  </a:lnTo>
                  <a:lnTo>
                    <a:pt x="16489" y="1700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18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35"/>
                  </a:lnTo>
                  <a:lnTo>
                    <a:pt x="15949" y="3167"/>
                  </a:lnTo>
                  <a:lnTo>
                    <a:pt x="15563" y="3360"/>
                  </a:lnTo>
                  <a:lnTo>
                    <a:pt x="15138" y="3515"/>
                  </a:lnTo>
                  <a:lnTo>
                    <a:pt x="14713" y="3630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1" y="3322"/>
                  </a:lnTo>
                  <a:lnTo>
                    <a:pt x="14636" y="2974"/>
                  </a:lnTo>
                  <a:lnTo>
                    <a:pt x="14829" y="2588"/>
                  </a:lnTo>
                  <a:lnTo>
                    <a:pt x="15099" y="2279"/>
                  </a:lnTo>
                  <a:lnTo>
                    <a:pt x="15408" y="1931"/>
                  </a:lnTo>
                  <a:lnTo>
                    <a:pt x="15640" y="1777"/>
                  </a:lnTo>
                  <a:lnTo>
                    <a:pt x="15872" y="1661"/>
                  </a:lnTo>
                  <a:lnTo>
                    <a:pt x="16103" y="1584"/>
                  </a:lnTo>
                  <a:close/>
                  <a:moveTo>
                    <a:pt x="13864" y="4287"/>
                  </a:moveTo>
                  <a:lnTo>
                    <a:pt x="13671" y="4519"/>
                  </a:lnTo>
                  <a:lnTo>
                    <a:pt x="13477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09"/>
                  </a:lnTo>
                  <a:lnTo>
                    <a:pt x="11083" y="5870"/>
                  </a:lnTo>
                  <a:lnTo>
                    <a:pt x="10968" y="5793"/>
                  </a:lnTo>
                  <a:lnTo>
                    <a:pt x="10929" y="5677"/>
                  </a:lnTo>
                  <a:lnTo>
                    <a:pt x="10890" y="5600"/>
                  </a:lnTo>
                  <a:lnTo>
                    <a:pt x="10890" y="5445"/>
                  </a:lnTo>
                  <a:lnTo>
                    <a:pt x="11006" y="5252"/>
                  </a:lnTo>
                  <a:lnTo>
                    <a:pt x="11122" y="5098"/>
                  </a:lnTo>
                  <a:lnTo>
                    <a:pt x="11276" y="4943"/>
                  </a:lnTo>
                  <a:lnTo>
                    <a:pt x="11547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8" y="4441"/>
                  </a:lnTo>
                  <a:lnTo>
                    <a:pt x="13246" y="4403"/>
                  </a:lnTo>
                  <a:lnTo>
                    <a:pt x="13555" y="4325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57"/>
                  </a:lnTo>
                  <a:lnTo>
                    <a:pt x="15408" y="4750"/>
                  </a:lnTo>
                  <a:lnTo>
                    <a:pt x="15717" y="4943"/>
                  </a:lnTo>
                  <a:lnTo>
                    <a:pt x="15910" y="5136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83" y="5986"/>
                  </a:lnTo>
                  <a:lnTo>
                    <a:pt x="16876" y="6333"/>
                  </a:lnTo>
                  <a:lnTo>
                    <a:pt x="16991" y="6642"/>
                  </a:lnTo>
                  <a:lnTo>
                    <a:pt x="16991" y="6797"/>
                  </a:lnTo>
                  <a:lnTo>
                    <a:pt x="16991" y="6951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528" y="7337"/>
                  </a:lnTo>
                  <a:lnTo>
                    <a:pt x="16374" y="7299"/>
                  </a:lnTo>
                  <a:lnTo>
                    <a:pt x="16142" y="7183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408" y="6565"/>
                  </a:lnTo>
                  <a:lnTo>
                    <a:pt x="15061" y="6140"/>
                  </a:lnTo>
                  <a:lnTo>
                    <a:pt x="14829" y="5677"/>
                  </a:lnTo>
                  <a:lnTo>
                    <a:pt x="14636" y="5214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70" y="116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45" y="580"/>
                  </a:lnTo>
                  <a:lnTo>
                    <a:pt x="10968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29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1" y="2704"/>
                  </a:lnTo>
                  <a:lnTo>
                    <a:pt x="12396" y="3090"/>
                  </a:lnTo>
                  <a:lnTo>
                    <a:pt x="12898" y="3399"/>
                  </a:lnTo>
                  <a:lnTo>
                    <a:pt x="12049" y="3283"/>
                  </a:lnTo>
                  <a:lnTo>
                    <a:pt x="11199" y="3244"/>
                  </a:lnTo>
                  <a:lnTo>
                    <a:pt x="10427" y="3322"/>
                  </a:lnTo>
                  <a:lnTo>
                    <a:pt x="9616" y="3476"/>
                  </a:lnTo>
                  <a:lnTo>
                    <a:pt x="9616" y="3476"/>
                  </a:lnTo>
                  <a:lnTo>
                    <a:pt x="9655" y="2974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584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51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48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14"/>
                  </a:lnTo>
                  <a:lnTo>
                    <a:pt x="5407" y="5523"/>
                  </a:lnTo>
                  <a:lnTo>
                    <a:pt x="4596" y="6179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18"/>
                  </a:lnTo>
                  <a:lnTo>
                    <a:pt x="541" y="10967"/>
                  </a:lnTo>
                  <a:lnTo>
                    <a:pt x="1" y="11778"/>
                  </a:lnTo>
                  <a:lnTo>
                    <a:pt x="348" y="12048"/>
                  </a:lnTo>
                  <a:lnTo>
                    <a:pt x="1545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40"/>
                  </a:lnTo>
                  <a:lnTo>
                    <a:pt x="6256" y="5561"/>
                  </a:lnTo>
                  <a:lnTo>
                    <a:pt x="7106" y="5059"/>
                  </a:lnTo>
                  <a:lnTo>
                    <a:pt x="8033" y="4596"/>
                  </a:lnTo>
                  <a:lnTo>
                    <a:pt x="8458" y="4403"/>
                  </a:lnTo>
                  <a:lnTo>
                    <a:pt x="8960" y="4248"/>
                  </a:lnTo>
                  <a:lnTo>
                    <a:pt x="9423" y="4094"/>
                  </a:lnTo>
                  <a:lnTo>
                    <a:pt x="9886" y="3978"/>
                  </a:lnTo>
                  <a:lnTo>
                    <a:pt x="10388" y="3901"/>
                  </a:lnTo>
                  <a:lnTo>
                    <a:pt x="10852" y="3824"/>
                  </a:lnTo>
                  <a:lnTo>
                    <a:pt x="12358" y="3824"/>
                  </a:lnTo>
                  <a:lnTo>
                    <a:pt x="12860" y="3901"/>
                  </a:lnTo>
                  <a:lnTo>
                    <a:pt x="12358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19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6" y="5252"/>
                  </a:lnTo>
                  <a:lnTo>
                    <a:pt x="10388" y="5484"/>
                  </a:lnTo>
                  <a:lnTo>
                    <a:pt x="10388" y="5716"/>
                  </a:lnTo>
                  <a:lnTo>
                    <a:pt x="10466" y="5947"/>
                  </a:lnTo>
                  <a:lnTo>
                    <a:pt x="10581" y="6140"/>
                  </a:lnTo>
                  <a:lnTo>
                    <a:pt x="10659" y="6256"/>
                  </a:lnTo>
                  <a:lnTo>
                    <a:pt x="10774" y="6333"/>
                  </a:lnTo>
                  <a:lnTo>
                    <a:pt x="11006" y="6411"/>
                  </a:lnTo>
                  <a:lnTo>
                    <a:pt x="11276" y="6449"/>
                  </a:lnTo>
                  <a:lnTo>
                    <a:pt x="11585" y="6411"/>
                  </a:lnTo>
                  <a:lnTo>
                    <a:pt x="11894" y="6333"/>
                  </a:lnTo>
                  <a:lnTo>
                    <a:pt x="12165" y="6256"/>
                  </a:lnTo>
                  <a:lnTo>
                    <a:pt x="12628" y="6025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677"/>
                  </a:lnTo>
                  <a:lnTo>
                    <a:pt x="14057" y="4866"/>
                  </a:lnTo>
                  <a:lnTo>
                    <a:pt x="14211" y="5368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3" y="6835"/>
                  </a:lnTo>
                  <a:lnTo>
                    <a:pt x="15177" y="7067"/>
                  </a:lnTo>
                  <a:lnTo>
                    <a:pt x="15408" y="7260"/>
                  </a:lnTo>
                  <a:lnTo>
                    <a:pt x="15679" y="7492"/>
                  </a:lnTo>
                  <a:lnTo>
                    <a:pt x="15987" y="7646"/>
                  </a:lnTo>
                  <a:lnTo>
                    <a:pt x="16296" y="7801"/>
                  </a:lnTo>
                  <a:lnTo>
                    <a:pt x="16605" y="7839"/>
                  </a:lnTo>
                  <a:lnTo>
                    <a:pt x="16876" y="7839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08"/>
                  </a:lnTo>
                  <a:lnTo>
                    <a:pt x="17378" y="7492"/>
                  </a:lnTo>
                  <a:lnTo>
                    <a:pt x="17455" y="7376"/>
                  </a:lnTo>
                  <a:lnTo>
                    <a:pt x="17455" y="7222"/>
                  </a:lnTo>
                  <a:lnTo>
                    <a:pt x="17493" y="6913"/>
                  </a:lnTo>
                  <a:lnTo>
                    <a:pt x="17416" y="6604"/>
                  </a:lnTo>
                  <a:lnTo>
                    <a:pt x="17339" y="6256"/>
                  </a:lnTo>
                  <a:lnTo>
                    <a:pt x="17185" y="5947"/>
                  </a:lnTo>
                  <a:lnTo>
                    <a:pt x="17030" y="5677"/>
                  </a:lnTo>
                  <a:lnTo>
                    <a:pt x="16914" y="5484"/>
                  </a:lnTo>
                  <a:lnTo>
                    <a:pt x="16721" y="5214"/>
                  </a:lnTo>
                  <a:lnTo>
                    <a:pt x="16489" y="4982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08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26"/>
                  </a:lnTo>
                  <a:lnTo>
                    <a:pt x="17107" y="2395"/>
                  </a:lnTo>
                  <a:lnTo>
                    <a:pt x="17146" y="2163"/>
                  </a:lnTo>
                  <a:lnTo>
                    <a:pt x="17146" y="1931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20"/>
                  </a:lnTo>
                  <a:lnTo>
                    <a:pt x="15910" y="1159"/>
                  </a:lnTo>
                  <a:lnTo>
                    <a:pt x="15679" y="1236"/>
                  </a:lnTo>
                  <a:lnTo>
                    <a:pt x="15485" y="1314"/>
                  </a:lnTo>
                  <a:lnTo>
                    <a:pt x="15292" y="1429"/>
                  </a:lnTo>
                  <a:lnTo>
                    <a:pt x="14906" y="1777"/>
                  </a:lnTo>
                  <a:lnTo>
                    <a:pt x="14597" y="2124"/>
                  </a:lnTo>
                  <a:lnTo>
                    <a:pt x="14327" y="2549"/>
                  </a:lnTo>
                  <a:lnTo>
                    <a:pt x="14095" y="3013"/>
                  </a:lnTo>
                  <a:lnTo>
                    <a:pt x="13979" y="2433"/>
                  </a:lnTo>
                  <a:lnTo>
                    <a:pt x="13748" y="1854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25"/>
                  </a:lnTo>
                  <a:lnTo>
                    <a:pt x="12589" y="271"/>
                  </a:lnTo>
                  <a:lnTo>
                    <a:pt x="12358" y="116"/>
                  </a:lnTo>
                  <a:lnTo>
                    <a:pt x="121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2"/>
            <p:cNvSpPr/>
            <p:nvPr/>
          </p:nvSpPr>
          <p:spPr>
            <a:xfrm>
              <a:off x="2084875" y="3742225"/>
              <a:ext cx="66625" cy="99475"/>
            </a:xfrm>
            <a:custGeom>
              <a:avLst/>
              <a:gdLst/>
              <a:ahLst/>
              <a:cxnLst/>
              <a:rect l="l" t="t" r="r" b="b"/>
              <a:pathLst>
                <a:path w="2665" h="3979" extrusionOk="0">
                  <a:moveTo>
                    <a:pt x="850" y="1"/>
                  </a:moveTo>
                  <a:lnTo>
                    <a:pt x="502" y="155"/>
                  </a:lnTo>
                  <a:lnTo>
                    <a:pt x="618" y="233"/>
                  </a:lnTo>
                  <a:lnTo>
                    <a:pt x="464" y="619"/>
                  </a:lnTo>
                  <a:lnTo>
                    <a:pt x="271" y="1082"/>
                  </a:lnTo>
                  <a:lnTo>
                    <a:pt x="116" y="1623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74"/>
                  </a:lnTo>
                  <a:lnTo>
                    <a:pt x="77" y="3206"/>
                  </a:lnTo>
                  <a:lnTo>
                    <a:pt x="155" y="3399"/>
                  </a:lnTo>
                  <a:lnTo>
                    <a:pt x="309" y="3592"/>
                  </a:lnTo>
                  <a:lnTo>
                    <a:pt x="464" y="3747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78"/>
                  </a:lnTo>
                  <a:lnTo>
                    <a:pt x="1313" y="3940"/>
                  </a:lnTo>
                  <a:lnTo>
                    <a:pt x="1506" y="3824"/>
                  </a:lnTo>
                  <a:lnTo>
                    <a:pt x="1661" y="3708"/>
                  </a:lnTo>
                  <a:lnTo>
                    <a:pt x="1815" y="3515"/>
                  </a:lnTo>
                  <a:lnTo>
                    <a:pt x="1970" y="3322"/>
                  </a:lnTo>
                  <a:lnTo>
                    <a:pt x="2085" y="3090"/>
                  </a:lnTo>
                  <a:lnTo>
                    <a:pt x="2317" y="2550"/>
                  </a:lnTo>
                  <a:lnTo>
                    <a:pt x="2510" y="2009"/>
                  </a:lnTo>
                  <a:lnTo>
                    <a:pt x="2626" y="1507"/>
                  </a:lnTo>
                  <a:lnTo>
                    <a:pt x="2665" y="1082"/>
                  </a:lnTo>
                  <a:lnTo>
                    <a:pt x="2394" y="1044"/>
                  </a:lnTo>
                  <a:lnTo>
                    <a:pt x="2008" y="2048"/>
                  </a:lnTo>
                  <a:lnTo>
                    <a:pt x="1738" y="2704"/>
                  </a:lnTo>
                  <a:lnTo>
                    <a:pt x="1545" y="3052"/>
                  </a:lnTo>
                  <a:lnTo>
                    <a:pt x="1468" y="3206"/>
                  </a:lnTo>
                  <a:lnTo>
                    <a:pt x="1313" y="3322"/>
                  </a:lnTo>
                  <a:lnTo>
                    <a:pt x="1159" y="3322"/>
                  </a:lnTo>
                  <a:lnTo>
                    <a:pt x="966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936"/>
                  </a:lnTo>
                  <a:lnTo>
                    <a:pt x="541" y="2704"/>
                  </a:lnTo>
                  <a:lnTo>
                    <a:pt x="541" y="2395"/>
                  </a:lnTo>
                  <a:lnTo>
                    <a:pt x="579" y="2086"/>
                  </a:lnTo>
                  <a:lnTo>
                    <a:pt x="618" y="1623"/>
                  </a:lnTo>
                  <a:lnTo>
                    <a:pt x="734" y="1198"/>
                  </a:lnTo>
                  <a:lnTo>
                    <a:pt x="888" y="773"/>
                  </a:lnTo>
                  <a:lnTo>
                    <a:pt x="1043" y="348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6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2"/>
            <p:cNvSpPr/>
            <p:nvPr/>
          </p:nvSpPr>
          <p:spPr>
            <a:xfrm>
              <a:off x="3315725" y="3754775"/>
              <a:ext cx="374575" cy="387150"/>
            </a:xfrm>
            <a:custGeom>
              <a:avLst/>
              <a:gdLst/>
              <a:ahLst/>
              <a:cxnLst/>
              <a:rect l="l" t="t" r="r" b="b"/>
              <a:pathLst>
                <a:path w="14983" h="15486" extrusionOk="0">
                  <a:moveTo>
                    <a:pt x="7453" y="503"/>
                  </a:moveTo>
                  <a:lnTo>
                    <a:pt x="8032" y="542"/>
                  </a:lnTo>
                  <a:lnTo>
                    <a:pt x="8611" y="580"/>
                  </a:lnTo>
                  <a:lnTo>
                    <a:pt x="9152" y="696"/>
                  </a:lnTo>
                  <a:lnTo>
                    <a:pt x="9693" y="850"/>
                  </a:lnTo>
                  <a:lnTo>
                    <a:pt x="10195" y="1044"/>
                  </a:lnTo>
                  <a:lnTo>
                    <a:pt x="10697" y="1275"/>
                  </a:lnTo>
                  <a:lnTo>
                    <a:pt x="11160" y="1546"/>
                  </a:lnTo>
                  <a:lnTo>
                    <a:pt x="11623" y="1816"/>
                  </a:lnTo>
                  <a:lnTo>
                    <a:pt x="10812" y="2202"/>
                  </a:lnTo>
                  <a:lnTo>
                    <a:pt x="10040" y="2627"/>
                  </a:lnTo>
                  <a:lnTo>
                    <a:pt x="9306" y="3090"/>
                  </a:lnTo>
                  <a:lnTo>
                    <a:pt x="8611" y="3631"/>
                  </a:lnTo>
                  <a:lnTo>
                    <a:pt x="7955" y="4171"/>
                  </a:lnTo>
                  <a:lnTo>
                    <a:pt x="7298" y="4789"/>
                  </a:lnTo>
                  <a:lnTo>
                    <a:pt x="6719" y="5446"/>
                  </a:lnTo>
                  <a:lnTo>
                    <a:pt x="6140" y="6141"/>
                  </a:lnTo>
                  <a:lnTo>
                    <a:pt x="5638" y="6874"/>
                  </a:lnTo>
                  <a:lnTo>
                    <a:pt x="5213" y="7647"/>
                  </a:lnTo>
                  <a:lnTo>
                    <a:pt x="4788" y="8419"/>
                  </a:lnTo>
                  <a:lnTo>
                    <a:pt x="4480" y="9230"/>
                  </a:lnTo>
                  <a:lnTo>
                    <a:pt x="4171" y="10041"/>
                  </a:lnTo>
                  <a:lnTo>
                    <a:pt x="3978" y="10890"/>
                  </a:lnTo>
                  <a:lnTo>
                    <a:pt x="3823" y="11778"/>
                  </a:lnTo>
                  <a:lnTo>
                    <a:pt x="3746" y="12667"/>
                  </a:lnTo>
                  <a:lnTo>
                    <a:pt x="3553" y="12667"/>
                  </a:lnTo>
                  <a:lnTo>
                    <a:pt x="3282" y="11856"/>
                  </a:lnTo>
                  <a:lnTo>
                    <a:pt x="3051" y="11045"/>
                  </a:lnTo>
                  <a:lnTo>
                    <a:pt x="2858" y="10195"/>
                  </a:lnTo>
                  <a:lnTo>
                    <a:pt x="2703" y="9346"/>
                  </a:lnTo>
                  <a:lnTo>
                    <a:pt x="2587" y="8535"/>
                  </a:lnTo>
                  <a:lnTo>
                    <a:pt x="2549" y="7685"/>
                  </a:lnTo>
                  <a:lnTo>
                    <a:pt x="2587" y="6797"/>
                  </a:lnTo>
                  <a:lnTo>
                    <a:pt x="2703" y="5948"/>
                  </a:lnTo>
                  <a:lnTo>
                    <a:pt x="2858" y="5214"/>
                  </a:lnTo>
                  <a:lnTo>
                    <a:pt x="3051" y="4519"/>
                  </a:lnTo>
                  <a:lnTo>
                    <a:pt x="3321" y="3824"/>
                  </a:lnTo>
                  <a:lnTo>
                    <a:pt x="3669" y="3206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30"/>
                  </a:lnTo>
                  <a:lnTo>
                    <a:pt x="5406" y="889"/>
                  </a:lnTo>
                  <a:lnTo>
                    <a:pt x="5908" y="735"/>
                  </a:lnTo>
                  <a:lnTo>
                    <a:pt x="6410" y="619"/>
                  </a:lnTo>
                  <a:lnTo>
                    <a:pt x="6951" y="542"/>
                  </a:lnTo>
                  <a:lnTo>
                    <a:pt x="7453" y="503"/>
                  </a:lnTo>
                  <a:close/>
                  <a:moveTo>
                    <a:pt x="11932" y="2086"/>
                  </a:moveTo>
                  <a:lnTo>
                    <a:pt x="12357" y="2434"/>
                  </a:lnTo>
                  <a:lnTo>
                    <a:pt x="12704" y="2820"/>
                  </a:lnTo>
                  <a:lnTo>
                    <a:pt x="13013" y="3206"/>
                  </a:lnTo>
                  <a:lnTo>
                    <a:pt x="13322" y="3669"/>
                  </a:lnTo>
                  <a:lnTo>
                    <a:pt x="13593" y="4094"/>
                  </a:lnTo>
                  <a:lnTo>
                    <a:pt x="13863" y="4596"/>
                  </a:lnTo>
                  <a:lnTo>
                    <a:pt x="14056" y="5098"/>
                  </a:lnTo>
                  <a:lnTo>
                    <a:pt x="14210" y="5600"/>
                  </a:lnTo>
                  <a:lnTo>
                    <a:pt x="14326" y="6102"/>
                  </a:lnTo>
                  <a:lnTo>
                    <a:pt x="14442" y="6643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64" y="6952"/>
                  </a:lnTo>
                  <a:lnTo>
                    <a:pt x="11392" y="7145"/>
                  </a:lnTo>
                  <a:lnTo>
                    <a:pt x="10658" y="7415"/>
                  </a:lnTo>
                  <a:lnTo>
                    <a:pt x="9924" y="7724"/>
                  </a:lnTo>
                  <a:lnTo>
                    <a:pt x="9229" y="8033"/>
                  </a:lnTo>
                  <a:lnTo>
                    <a:pt x="8534" y="8419"/>
                  </a:lnTo>
                  <a:lnTo>
                    <a:pt x="7878" y="8844"/>
                  </a:lnTo>
                  <a:lnTo>
                    <a:pt x="7260" y="9307"/>
                  </a:lnTo>
                  <a:lnTo>
                    <a:pt x="6642" y="9809"/>
                  </a:lnTo>
                  <a:lnTo>
                    <a:pt x="6101" y="10350"/>
                  </a:lnTo>
                  <a:lnTo>
                    <a:pt x="5561" y="10890"/>
                  </a:lnTo>
                  <a:lnTo>
                    <a:pt x="5097" y="11508"/>
                  </a:lnTo>
                  <a:lnTo>
                    <a:pt x="4634" y="12126"/>
                  </a:lnTo>
                  <a:lnTo>
                    <a:pt x="4248" y="12821"/>
                  </a:lnTo>
                  <a:lnTo>
                    <a:pt x="4132" y="12744"/>
                  </a:lnTo>
                  <a:lnTo>
                    <a:pt x="3978" y="12667"/>
                  </a:lnTo>
                  <a:lnTo>
                    <a:pt x="4093" y="11817"/>
                  </a:lnTo>
                  <a:lnTo>
                    <a:pt x="4325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3" y="8496"/>
                  </a:lnTo>
                  <a:lnTo>
                    <a:pt x="5599" y="7724"/>
                  </a:lnTo>
                  <a:lnTo>
                    <a:pt x="6024" y="6990"/>
                  </a:lnTo>
                  <a:lnTo>
                    <a:pt x="6526" y="6295"/>
                  </a:lnTo>
                  <a:lnTo>
                    <a:pt x="7067" y="5600"/>
                  </a:lnTo>
                  <a:lnTo>
                    <a:pt x="7607" y="4982"/>
                  </a:lnTo>
                  <a:lnTo>
                    <a:pt x="8225" y="4403"/>
                  </a:lnTo>
                  <a:lnTo>
                    <a:pt x="8920" y="3824"/>
                  </a:lnTo>
                  <a:lnTo>
                    <a:pt x="9615" y="3322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32" y="2086"/>
                  </a:lnTo>
                  <a:close/>
                  <a:moveTo>
                    <a:pt x="14481" y="6990"/>
                  </a:moveTo>
                  <a:lnTo>
                    <a:pt x="14481" y="7840"/>
                  </a:lnTo>
                  <a:lnTo>
                    <a:pt x="14442" y="8689"/>
                  </a:lnTo>
                  <a:lnTo>
                    <a:pt x="14288" y="9539"/>
                  </a:lnTo>
                  <a:lnTo>
                    <a:pt x="14172" y="9964"/>
                  </a:lnTo>
                  <a:lnTo>
                    <a:pt x="14056" y="10350"/>
                  </a:lnTo>
                  <a:lnTo>
                    <a:pt x="13902" y="10774"/>
                  </a:lnTo>
                  <a:lnTo>
                    <a:pt x="13708" y="11161"/>
                  </a:lnTo>
                  <a:lnTo>
                    <a:pt x="13515" y="11547"/>
                  </a:lnTo>
                  <a:lnTo>
                    <a:pt x="13284" y="11894"/>
                  </a:lnTo>
                  <a:lnTo>
                    <a:pt x="13052" y="12242"/>
                  </a:lnTo>
                  <a:lnTo>
                    <a:pt x="12782" y="12589"/>
                  </a:lnTo>
                  <a:lnTo>
                    <a:pt x="12511" y="12898"/>
                  </a:lnTo>
                  <a:lnTo>
                    <a:pt x="12202" y="13207"/>
                  </a:lnTo>
                  <a:lnTo>
                    <a:pt x="11971" y="13053"/>
                  </a:lnTo>
                  <a:lnTo>
                    <a:pt x="11701" y="12937"/>
                  </a:lnTo>
                  <a:lnTo>
                    <a:pt x="11121" y="12782"/>
                  </a:lnTo>
                  <a:lnTo>
                    <a:pt x="10542" y="12628"/>
                  </a:lnTo>
                  <a:lnTo>
                    <a:pt x="10001" y="12551"/>
                  </a:lnTo>
                  <a:lnTo>
                    <a:pt x="9422" y="12512"/>
                  </a:lnTo>
                  <a:lnTo>
                    <a:pt x="8843" y="12474"/>
                  </a:lnTo>
                  <a:lnTo>
                    <a:pt x="8302" y="12474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681" y="12667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62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40"/>
                  </a:lnTo>
                  <a:lnTo>
                    <a:pt x="5870" y="11161"/>
                  </a:lnTo>
                  <a:lnTo>
                    <a:pt x="6410" y="10620"/>
                  </a:lnTo>
                  <a:lnTo>
                    <a:pt x="6989" y="10118"/>
                  </a:lnTo>
                  <a:lnTo>
                    <a:pt x="7530" y="9655"/>
                  </a:lnTo>
                  <a:lnTo>
                    <a:pt x="8148" y="9230"/>
                  </a:lnTo>
                  <a:lnTo>
                    <a:pt x="8766" y="8805"/>
                  </a:lnTo>
                  <a:lnTo>
                    <a:pt x="9422" y="8458"/>
                  </a:lnTo>
                  <a:lnTo>
                    <a:pt x="10079" y="8110"/>
                  </a:lnTo>
                  <a:lnTo>
                    <a:pt x="10735" y="7840"/>
                  </a:lnTo>
                  <a:lnTo>
                    <a:pt x="11469" y="7569"/>
                  </a:lnTo>
                  <a:lnTo>
                    <a:pt x="12164" y="7376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7"/>
                  </a:moveTo>
                  <a:lnTo>
                    <a:pt x="4055" y="1854"/>
                  </a:lnTo>
                  <a:lnTo>
                    <a:pt x="3630" y="2472"/>
                  </a:lnTo>
                  <a:lnTo>
                    <a:pt x="3244" y="3129"/>
                  </a:lnTo>
                  <a:lnTo>
                    <a:pt x="2935" y="3824"/>
                  </a:lnTo>
                  <a:lnTo>
                    <a:pt x="2665" y="4519"/>
                  </a:lnTo>
                  <a:lnTo>
                    <a:pt x="2472" y="5291"/>
                  </a:lnTo>
                  <a:lnTo>
                    <a:pt x="2317" y="6025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2"/>
                  </a:lnTo>
                  <a:lnTo>
                    <a:pt x="2278" y="9114"/>
                  </a:lnTo>
                  <a:lnTo>
                    <a:pt x="2394" y="9886"/>
                  </a:lnTo>
                  <a:lnTo>
                    <a:pt x="2549" y="10620"/>
                  </a:lnTo>
                  <a:lnTo>
                    <a:pt x="2742" y="11354"/>
                  </a:lnTo>
                  <a:lnTo>
                    <a:pt x="3012" y="12087"/>
                  </a:lnTo>
                  <a:lnTo>
                    <a:pt x="3321" y="12744"/>
                  </a:lnTo>
                  <a:lnTo>
                    <a:pt x="3128" y="12898"/>
                  </a:lnTo>
                  <a:lnTo>
                    <a:pt x="2935" y="13053"/>
                  </a:lnTo>
                  <a:lnTo>
                    <a:pt x="2819" y="13246"/>
                  </a:lnTo>
                  <a:lnTo>
                    <a:pt x="2742" y="13439"/>
                  </a:lnTo>
                  <a:lnTo>
                    <a:pt x="2394" y="13014"/>
                  </a:lnTo>
                  <a:lnTo>
                    <a:pt x="2085" y="12551"/>
                  </a:lnTo>
                  <a:lnTo>
                    <a:pt x="1776" y="12087"/>
                  </a:lnTo>
                  <a:lnTo>
                    <a:pt x="1506" y="11624"/>
                  </a:lnTo>
                  <a:lnTo>
                    <a:pt x="1274" y="11122"/>
                  </a:lnTo>
                  <a:lnTo>
                    <a:pt x="1081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114"/>
                  </a:lnTo>
                  <a:lnTo>
                    <a:pt x="541" y="8573"/>
                  </a:lnTo>
                  <a:lnTo>
                    <a:pt x="502" y="8033"/>
                  </a:lnTo>
                  <a:lnTo>
                    <a:pt x="502" y="7492"/>
                  </a:lnTo>
                  <a:lnTo>
                    <a:pt x="541" y="6952"/>
                  </a:lnTo>
                  <a:lnTo>
                    <a:pt x="618" y="6411"/>
                  </a:lnTo>
                  <a:lnTo>
                    <a:pt x="772" y="5870"/>
                  </a:lnTo>
                  <a:lnTo>
                    <a:pt x="927" y="5330"/>
                  </a:lnTo>
                  <a:lnTo>
                    <a:pt x="1197" y="4673"/>
                  </a:lnTo>
                  <a:lnTo>
                    <a:pt x="1545" y="4055"/>
                  </a:lnTo>
                  <a:lnTo>
                    <a:pt x="1931" y="3476"/>
                  </a:lnTo>
                  <a:lnTo>
                    <a:pt x="2356" y="2936"/>
                  </a:lnTo>
                  <a:lnTo>
                    <a:pt x="2819" y="2434"/>
                  </a:lnTo>
                  <a:lnTo>
                    <a:pt x="3360" y="2009"/>
                  </a:lnTo>
                  <a:lnTo>
                    <a:pt x="3939" y="1584"/>
                  </a:lnTo>
                  <a:lnTo>
                    <a:pt x="4518" y="1237"/>
                  </a:lnTo>
                  <a:close/>
                  <a:moveTo>
                    <a:pt x="3862" y="12976"/>
                  </a:moveTo>
                  <a:lnTo>
                    <a:pt x="4016" y="13053"/>
                  </a:lnTo>
                  <a:lnTo>
                    <a:pt x="4171" y="13169"/>
                  </a:lnTo>
                  <a:lnTo>
                    <a:pt x="4286" y="13284"/>
                  </a:lnTo>
                  <a:lnTo>
                    <a:pt x="4325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286" y="13941"/>
                  </a:lnTo>
                  <a:lnTo>
                    <a:pt x="4209" y="14095"/>
                  </a:lnTo>
                  <a:lnTo>
                    <a:pt x="3784" y="13825"/>
                  </a:lnTo>
                  <a:lnTo>
                    <a:pt x="3360" y="13477"/>
                  </a:lnTo>
                  <a:lnTo>
                    <a:pt x="3244" y="13439"/>
                  </a:lnTo>
                  <a:lnTo>
                    <a:pt x="3167" y="13439"/>
                  </a:lnTo>
                  <a:lnTo>
                    <a:pt x="3051" y="13477"/>
                  </a:lnTo>
                  <a:lnTo>
                    <a:pt x="2974" y="13516"/>
                  </a:lnTo>
                  <a:lnTo>
                    <a:pt x="3051" y="13362"/>
                  </a:lnTo>
                  <a:lnTo>
                    <a:pt x="3167" y="13207"/>
                  </a:lnTo>
                  <a:lnTo>
                    <a:pt x="3321" y="13130"/>
                  </a:lnTo>
                  <a:lnTo>
                    <a:pt x="3476" y="13014"/>
                  </a:lnTo>
                  <a:lnTo>
                    <a:pt x="3669" y="12976"/>
                  </a:lnTo>
                  <a:close/>
                  <a:moveTo>
                    <a:pt x="9152" y="12860"/>
                  </a:moveTo>
                  <a:lnTo>
                    <a:pt x="9615" y="12898"/>
                  </a:lnTo>
                  <a:lnTo>
                    <a:pt x="10117" y="12976"/>
                  </a:lnTo>
                  <a:lnTo>
                    <a:pt x="10503" y="13014"/>
                  </a:lnTo>
                  <a:lnTo>
                    <a:pt x="11005" y="13130"/>
                  </a:lnTo>
                  <a:lnTo>
                    <a:pt x="11507" y="13246"/>
                  </a:lnTo>
                  <a:lnTo>
                    <a:pt x="11701" y="13362"/>
                  </a:lnTo>
                  <a:lnTo>
                    <a:pt x="11894" y="13477"/>
                  </a:lnTo>
                  <a:lnTo>
                    <a:pt x="11507" y="13786"/>
                  </a:lnTo>
                  <a:lnTo>
                    <a:pt x="11083" y="14018"/>
                  </a:lnTo>
                  <a:lnTo>
                    <a:pt x="10658" y="14250"/>
                  </a:lnTo>
                  <a:lnTo>
                    <a:pt x="10233" y="14443"/>
                  </a:lnTo>
                  <a:lnTo>
                    <a:pt x="9770" y="14636"/>
                  </a:lnTo>
                  <a:lnTo>
                    <a:pt x="9306" y="14752"/>
                  </a:lnTo>
                  <a:lnTo>
                    <a:pt x="8843" y="14868"/>
                  </a:lnTo>
                  <a:lnTo>
                    <a:pt x="8341" y="14945"/>
                  </a:lnTo>
                  <a:lnTo>
                    <a:pt x="7878" y="14983"/>
                  </a:lnTo>
                  <a:lnTo>
                    <a:pt x="7376" y="14983"/>
                  </a:lnTo>
                  <a:lnTo>
                    <a:pt x="6912" y="14945"/>
                  </a:lnTo>
                  <a:lnTo>
                    <a:pt x="6410" y="14868"/>
                  </a:lnTo>
                  <a:lnTo>
                    <a:pt x="5947" y="14790"/>
                  </a:lnTo>
                  <a:lnTo>
                    <a:pt x="5484" y="14636"/>
                  </a:lnTo>
                  <a:lnTo>
                    <a:pt x="5020" y="14481"/>
                  </a:lnTo>
                  <a:lnTo>
                    <a:pt x="4595" y="14288"/>
                  </a:lnTo>
                  <a:lnTo>
                    <a:pt x="4711" y="14018"/>
                  </a:lnTo>
                  <a:lnTo>
                    <a:pt x="4711" y="13748"/>
                  </a:lnTo>
                  <a:lnTo>
                    <a:pt x="4711" y="13593"/>
                  </a:lnTo>
                  <a:lnTo>
                    <a:pt x="5561" y="13323"/>
                  </a:lnTo>
                  <a:lnTo>
                    <a:pt x="6410" y="13091"/>
                  </a:lnTo>
                  <a:lnTo>
                    <a:pt x="7298" y="12937"/>
                  </a:lnTo>
                  <a:lnTo>
                    <a:pt x="8187" y="12860"/>
                  </a:lnTo>
                  <a:close/>
                  <a:moveTo>
                    <a:pt x="7569" y="1"/>
                  </a:moveTo>
                  <a:lnTo>
                    <a:pt x="6989" y="40"/>
                  </a:lnTo>
                  <a:lnTo>
                    <a:pt x="6449" y="117"/>
                  </a:lnTo>
                  <a:lnTo>
                    <a:pt x="5870" y="233"/>
                  </a:lnTo>
                  <a:lnTo>
                    <a:pt x="5329" y="387"/>
                  </a:lnTo>
                  <a:lnTo>
                    <a:pt x="4788" y="580"/>
                  </a:lnTo>
                  <a:lnTo>
                    <a:pt x="4248" y="812"/>
                  </a:lnTo>
                  <a:lnTo>
                    <a:pt x="3746" y="1121"/>
                  </a:lnTo>
                  <a:lnTo>
                    <a:pt x="3282" y="1430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2008" y="2588"/>
                  </a:lnTo>
                  <a:lnTo>
                    <a:pt x="1622" y="3013"/>
                  </a:lnTo>
                  <a:lnTo>
                    <a:pt x="1274" y="3515"/>
                  </a:lnTo>
                  <a:lnTo>
                    <a:pt x="966" y="4017"/>
                  </a:lnTo>
                  <a:lnTo>
                    <a:pt x="695" y="4596"/>
                  </a:lnTo>
                  <a:lnTo>
                    <a:pt x="425" y="5253"/>
                  </a:lnTo>
                  <a:lnTo>
                    <a:pt x="232" y="5909"/>
                  </a:lnTo>
                  <a:lnTo>
                    <a:pt x="116" y="6565"/>
                  </a:lnTo>
                  <a:lnTo>
                    <a:pt x="39" y="7222"/>
                  </a:lnTo>
                  <a:lnTo>
                    <a:pt x="0" y="7917"/>
                  </a:lnTo>
                  <a:lnTo>
                    <a:pt x="39" y="8612"/>
                  </a:lnTo>
                  <a:lnTo>
                    <a:pt x="116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5" y="11238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0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4" y="14520"/>
                  </a:lnTo>
                  <a:lnTo>
                    <a:pt x="4093" y="14597"/>
                  </a:lnTo>
                  <a:lnTo>
                    <a:pt x="4518" y="14829"/>
                  </a:lnTo>
                  <a:lnTo>
                    <a:pt x="4982" y="14983"/>
                  </a:lnTo>
                  <a:lnTo>
                    <a:pt x="5406" y="15138"/>
                  </a:lnTo>
                  <a:lnTo>
                    <a:pt x="5870" y="15292"/>
                  </a:lnTo>
                  <a:lnTo>
                    <a:pt x="6333" y="15370"/>
                  </a:lnTo>
                  <a:lnTo>
                    <a:pt x="6796" y="15447"/>
                  </a:lnTo>
                  <a:lnTo>
                    <a:pt x="7260" y="15485"/>
                  </a:lnTo>
                  <a:lnTo>
                    <a:pt x="7762" y="15485"/>
                  </a:lnTo>
                  <a:lnTo>
                    <a:pt x="8225" y="15447"/>
                  </a:lnTo>
                  <a:lnTo>
                    <a:pt x="8689" y="15408"/>
                  </a:lnTo>
                  <a:lnTo>
                    <a:pt x="9152" y="15331"/>
                  </a:lnTo>
                  <a:lnTo>
                    <a:pt x="9615" y="15215"/>
                  </a:lnTo>
                  <a:lnTo>
                    <a:pt x="10079" y="15061"/>
                  </a:lnTo>
                  <a:lnTo>
                    <a:pt x="10542" y="14868"/>
                  </a:lnTo>
                  <a:lnTo>
                    <a:pt x="10967" y="14675"/>
                  </a:lnTo>
                  <a:lnTo>
                    <a:pt x="11392" y="14443"/>
                  </a:lnTo>
                  <a:lnTo>
                    <a:pt x="11855" y="14134"/>
                  </a:lnTo>
                  <a:lnTo>
                    <a:pt x="12318" y="13786"/>
                  </a:lnTo>
                  <a:lnTo>
                    <a:pt x="12743" y="13400"/>
                  </a:lnTo>
                  <a:lnTo>
                    <a:pt x="13129" y="12976"/>
                  </a:lnTo>
                  <a:lnTo>
                    <a:pt x="13477" y="12551"/>
                  </a:lnTo>
                  <a:lnTo>
                    <a:pt x="13786" y="12049"/>
                  </a:lnTo>
                  <a:lnTo>
                    <a:pt x="14056" y="11585"/>
                  </a:lnTo>
                  <a:lnTo>
                    <a:pt x="14288" y="11045"/>
                  </a:lnTo>
                  <a:lnTo>
                    <a:pt x="14519" y="10543"/>
                  </a:lnTo>
                  <a:lnTo>
                    <a:pt x="14674" y="10002"/>
                  </a:lnTo>
                  <a:lnTo>
                    <a:pt x="14828" y="9423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4983" y="7724"/>
                  </a:lnTo>
                  <a:lnTo>
                    <a:pt x="14983" y="7145"/>
                  </a:lnTo>
                  <a:lnTo>
                    <a:pt x="14944" y="6604"/>
                  </a:lnTo>
                  <a:lnTo>
                    <a:pt x="14828" y="5986"/>
                  </a:lnTo>
                  <a:lnTo>
                    <a:pt x="14674" y="5407"/>
                  </a:lnTo>
                  <a:lnTo>
                    <a:pt x="14481" y="4828"/>
                  </a:lnTo>
                  <a:lnTo>
                    <a:pt x="14249" y="4287"/>
                  </a:lnTo>
                  <a:lnTo>
                    <a:pt x="13979" y="3747"/>
                  </a:lnTo>
                  <a:lnTo>
                    <a:pt x="13670" y="3245"/>
                  </a:lnTo>
                  <a:lnTo>
                    <a:pt x="13322" y="2743"/>
                  </a:lnTo>
                  <a:lnTo>
                    <a:pt x="12936" y="2318"/>
                  </a:lnTo>
                  <a:lnTo>
                    <a:pt x="12511" y="1893"/>
                  </a:lnTo>
                  <a:lnTo>
                    <a:pt x="12048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2" y="619"/>
                  </a:lnTo>
                  <a:lnTo>
                    <a:pt x="9963" y="387"/>
                  </a:lnTo>
                  <a:lnTo>
                    <a:pt x="9384" y="233"/>
                  </a:lnTo>
                  <a:lnTo>
                    <a:pt x="8766" y="117"/>
                  </a:lnTo>
                  <a:lnTo>
                    <a:pt x="8187" y="40"/>
                  </a:lnTo>
                  <a:lnTo>
                    <a:pt x="756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2"/>
            <p:cNvSpPr/>
            <p:nvPr/>
          </p:nvSpPr>
          <p:spPr>
            <a:xfrm>
              <a:off x="514200" y="3860000"/>
              <a:ext cx="302200" cy="155450"/>
            </a:xfrm>
            <a:custGeom>
              <a:avLst/>
              <a:gdLst/>
              <a:ahLst/>
              <a:cxnLst/>
              <a:rect l="l" t="t" r="r" b="b"/>
              <a:pathLst>
                <a:path w="12088" h="6218" extrusionOk="0">
                  <a:moveTo>
                    <a:pt x="11740" y="1"/>
                  </a:moveTo>
                  <a:lnTo>
                    <a:pt x="11663" y="40"/>
                  </a:lnTo>
                  <a:lnTo>
                    <a:pt x="11585" y="78"/>
                  </a:lnTo>
                  <a:lnTo>
                    <a:pt x="11508" y="117"/>
                  </a:lnTo>
                  <a:lnTo>
                    <a:pt x="11469" y="233"/>
                  </a:lnTo>
                  <a:lnTo>
                    <a:pt x="11469" y="310"/>
                  </a:lnTo>
                  <a:lnTo>
                    <a:pt x="11508" y="426"/>
                  </a:lnTo>
                  <a:lnTo>
                    <a:pt x="11585" y="580"/>
                  </a:lnTo>
                  <a:lnTo>
                    <a:pt x="11624" y="773"/>
                  </a:lnTo>
                  <a:lnTo>
                    <a:pt x="11585" y="966"/>
                  </a:lnTo>
                  <a:lnTo>
                    <a:pt x="11508" y="1121"/>
                  </a:lnTo>
                  <a:lnTo>
                    <a:pt x="11392" y="1275"/>
                  </a:lnTo>
                  <a:lnTo>
                    <a:pt x="11276" y="1430"/>
                  </a:lnTo>
                  <a:lnTo>
                    <a:pt x="10929" y="1739"/>
                  </a:lnTo>
                  <a:lnTo>
                    <a:pt x="10504" y="2009"/>
                  </a:lnTo>
                  <a:lnTo>
                    <a:pt x="10079" y="2241"/>
                  </a:lnTo>
                  <a:lnTo>
                    <a:pt x="9423" y="2588"/>
                  </a:lnTo>
                  <a:lnTo>
                    <a:pt x="9037" y="2781"/>
                  </a:lnTo>
                  <a:lnTo>
                    <a:pt x="9037" y="2704"/>
                  </a:lnTo>
                  <a:lnTo>
                    <a:pt x="8960" y="2627"/>
                  </a:lnTo>
                  <a:lnTo>
                    <a:pt x="8496" y="2202"/>
                  </a:lnTo>
                  <a:lnTo>
                    <a:pt x="8110" y="1700"/>
                  </a:lnTo>
                  <a:lnTo>
                    <a:pt x="7840" y="1893"/>
                  </a:lnTo>
                  <a:lnTo>
                    <a:pt x="7994" y="2202"/>
                  </a:lnTo>
                  <a:lnTo>
                    <a:pt x="8187" y="2511"/>
                  </a:lnTo>
                  <a:lnTo>
                    <a:pt x="8419" y="2781"/>
                  </a:lnTo>
                  <a:lnTo>
                    <a:pt x="8651" y="2974"/>
                  </a:lnTo>
                  <a:lnTo>
                    <a:pt x="7608" y="3515"/>
                  </a:lnTo>
                  <a:lnTo>
                    <a:pt x="6565" y="3978"/>
                  </a:lnTo>
                  <a:lnTo>
                    <a:pt x="5252" y="4519"/>
                  </a:lnTo>
                  <a:lnTo>
                    <a:pt x="3940" y="4982"/>
                  </a:lnTo>
                  <a:lnTo>
                    <a:pt x="3669" y="5059"/>
                  </a:lnTo>
                  <a:lnTo>
                    <a:pt x="3708" y="4712"/>
                  </a:lnTo>
                  <a:lnTo>
                    <a:pt x="3631" y="4364"/>
                  </a:lnTo>
                  <a:lnTo>
                    <a:pt x="3515" y="4055"/>
                  </a:lnTo>
                  <a:lnTo>
                    <a:pt x="3322" y="3708"/>
                  </a:lnTo>
                  <a:lnTo>
                    <a:pt x="3013" y="3901"/>
                  </a:lnTo>
                  <a:lnTo>
                    <a:pt x="3129" y="4171"/>
                  </a:lnTo>
                  <a:lnTo>
                    <a:pt x="3206" y="4442"/>
                  </a:lnTo>
                  <a:lnTo>
                    <a:pt x="3245" y="4866"/>
                  </a:lnTo>
                  <a:lnTo>
                    <a:pt x="3245" y="5253"/>
                  </a:lnTo>
                  <a:lnTo>
                    <a:pt x="2356" y="5523"/>
                  </a:lnTo>
                  <a:lnTo>
                    <a:pt x="1893" y="5639"/>
                  </a:lnTo>
                  <a:lnTo>
                    <a:pt x="1430" y="5677"/>
                  </a:lnTo>
                  <a:lnTo>
                    <a:pt x="1043" y="5716"/>
                  </a:lnTo>
                  <a:lnTo>
                    <a:pt x="850" y="5716"/>
                  </a:lnTo>
                  <a:lnTo>
                    <a:pt x="696" y="5677"/>
                  </a:lnTo>
                  <a:lnTo>
                    <a:pt x="580" y="5600"/>
                  </a:lnTo>
                  <a:lnTo>
                    <a:pt x="464" y="5523"/>
                  </a:lnTo>
                  <a:lnTo>
                    <a:pt x="387" y="5407"/>
                  </a:lnTo>
                  <a:lnTo>
                    <a:pt x="348" y="5291"/>
                  </a:lnTo>
                  <a:lnTo>
                    <a:pt x="310" y="5214"/>
                  </a:lnTo>
                  <a:lnTo>
                    <a:pt x="271" y="5175"/>
                  </a:lnTo>
                  <a:lnTo>
                    <a:pt x="155" y="5137"/>
                  </a:lnTo>
                  <a:lnTo>
                    <a:pt x="78" y="5175"/>
                  </a:lnTo>
                  <a:lnTo>
                    <a:pt x="39" y="5214"/>
                  </a:lnTo>
                  <a:lnTo>
                    <a:pt x="1" y="5291"/>
                  </a:lnTo>
                  <a:lnTo>
                    <a:pt x="1" y="5446"/>
                  </a:lnTo>
                  <a:lnTo>
                    <a:pt x="39" y="5600"/>
                  </a:lnTo>
                  <a:lnTo>
                    <a:pt x="78" y="5755"/>
                  </a:lnTo>
                  <a:lnTo>
                    <a:pt x="155" y="5870"/>
                  </a:lnTo>
                  <a:lnTo>
                    <a:pt x="233" y="5948"/>
                  </a:lnTo>
                  <a:lnTo>
                    <a:pt x="310" y="6025"/>
                  </a:lnTo>
                  <a:lnTo>
                    <a:pt x="541" y="6141"/>
                  </a:lnTo>
                  <a:lnTo>
                    <a:pt x="812" y="6179"/>
                  </a:lnTo>
                  <a:lnTo>
                    <a:pt x="1121" y="6218"/>
                  </a:lnTo>
                  <a:lnTo>
                    <a:pt x="1430" y="6179"/>
                  </a:lnTo>
                  <a:lnTo>
                    <a:pt x="1700" y="6141"/>
                  </a:lnTo>
                  <a:lnTo>
                    <a:pt x="2897" y="5832"/>
                  </a:lnTo>
                  <a:lnTo>
                    <a:pt x="4094" y="5446"/>
                  </a:lnTo>
                  <a:lnTo>
                    <a:pt x="5291" y="5021"/>
                  </a:lnTo>
                  <a:lnTo>
                    <a:pt x="6450" y="4557"/>
                  </a:lnTo>
                  <a:lnTo>
                    <a:pt x="7531" y="4094"/>
                  </a:lnTo>
                  <a:lnTo>
                    <a:pt x="8573" y="3592"/>
                  </a:lnTo>
                  <a:lnTo>
                    <a:pt x="9616" y="3052"/>
                  </a:lnTo>
                  <a:lnTo>
                    <a:pt x="10620" y="2472"/>
                  </a:lnTo>
                  <a:lnTo>
                    <a:pt x="10929" y="2279"/>
                  </a:lnTo>
                  <a:lnTo>
                    <a:pt x="11276" y="2048"/>
                  </a:lnTo>
                  <a:lnTo>
                    <a:pt x="11547" y="1777"/>
                  </a:lnTo>
                  <a:lnTo>
                    <a:pt x="11817" y="1507"/>
                  </a:lnTo>
                  <a:lnTo>
                    <a:pt x="12010" y="1198"/>
                  </a:lnTo>
                  <a:lnTo>
                    <a:pt x="12049" y="1044"/>
                  </a:lnTo>
                  <a:lnTo>
                    <a:pt x="12087" y="889"/>
                  </a:lnTo>
                  <a:lnTo>
                    <a:pt x="12087" y="696"/>
                  </a:lnTo>
                  <a:lnTo>
                    <a:pt x="12049" y="503"/>
                  </a:lnTo>
                  <a:lnTo>
                    <a:pt x="12010" y="310"/>
                  </a:lnTo>
                  <a:lnTo>
                    <a:pt x="11894" y="117"/>
                  </a:lnTo>
                  <a:lnTo>
                    <a:pt x="11817" y="40"/>
                  </a:lnTo>
                  <a:lnTo>
                    <a:pt x="1174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2"/>
            <p:cNvSpPr/>
            <p:nvPr/>
          </p:nvSpPr>
          <p:spPr>
            <a:xfrm>
              <a:off x="6274575" y="3873525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20"/>
                  </a:lnTo>
                  <a:lnTo>
                    <a:pt x="2897" y="1661"/>
                  </a:lnTo>
                  <a:lnTo>
                    <a:pt x="2511" y="2202"/>
                  </a:lnTo>
                  <a:lnTo>
                    <a:pt x="1970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6"/>
                  </a:lnTo>
                  <a:lnTo>
                    <a:pt x="310" y="4287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80" y="4750"/>
                  </a:lnTo>
                  <a:lnTo>
                    <a:pt x="966" y="4518"/>
                  </a:lnTo>
                  <a:lnTo>
                    <a:pt x="1314" y="4210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935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3"/>
                  </a:lnTo>
                  <a:lnTo>
                    <a:pt x="4248" y="155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2"/>
            <p:cNvSpPr/>
            <p:nvPr/>
          </p:nvSpPr>
          <p:spPr>
            <a:xfrm>
              <a:off x="6223425" y="3874500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0"/>
                  </a:moveTo>
                  <a:lnTo>
                    <a:pt x="1004" y="309"/>
                  </a:lnTo>
                  <a:lnTo>
                    <a:pt x="1236" y="386"/>
                  </a:lnTo>
                  <a:lnTo>
                    <a:pt x="1429" y="579"/>
                  </a:lnTo>
                  <a:lnTo>
                    <a:pt x="1583" y="772"/>
                  </a:lnTo>
                  <a:lnTo>
                    <a:pt x="1622" y="1004"/>
                  </a:lnTo>
                  <a:lnTo>
                    <a:pt x="1622" y="1120"/>
                  </a:lnTo>
                  <a:lnTo>
                    <a:pt x="1583" y="1197"/>
                  </a:lnTo>
                  <a:lnTo>
                    <a:pt x="1545" y="1313"/>
                  </a:lnTo>
                  <a:lnTo>
                    <a:pt x="1468" y="1390"/>
                  </a:lnTo>
                  <a:lnTo>
                    <a:pt x="1352" y="1506"/>
                  </a:lnTo>
                  <a:lnTo>
                    <a:pt x="1197" y="1545"/>
                  </a:lnTo>
                  <a:lnTo>
                    <a:pt x="966" y="1583"/>
                  </a:lnTo>
                  <a:lnTo>
                    <a:pt x="772" y="1545"/>
                  </a:lnTo>
                  <a:lnTo>
                    <a:pt x="657" y="1506"/>
                  </a:lnTo>
                  <a:lnTo>
                    <a:pt x="579" y="1429"/>
                  </a:lnTo>
                  <a:lnTo>
                    <a:pt x="502" y="1352"/>
                  </a:lnTo>
                  <a:lnTo>
                    <a:pt x="464" y="1236"/>
                  </a:lnTo>
                  <a:lnTo>
                    <a:pt x="425" y="1004"/>
                  </a:lnTo>
                  <a:lnTo>
                    <a:pt x="464" y="811"/>
                  </a:lnTo>
                  <a:lnTo>
                    <a:pt x="541" y="618"/>
                  </a:lnTo>
                  <a:lnTo>
                    <a:pt x="695" y="425"/>
                  </a:lnTo>
                  <a:lnTo>
                    <a:pt x="734" y="348"/>
                  </a:lnTo>
                  <a:lnTo>
                    <a:pt x="734" y="309"/>
                  </a:lnTo>
                  <a:lnTo>
                    <a:pt x="888" y="270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116"/>
                  </a:lnTo>
                  <a:lnTo>
                    <a:pt x="541" y="77"/>
                  </a:lnTo>
                  <a:lnTo>
                    <a:pt x="464" y="116"/>
                  </a:lnTo>
                  <a:lnTo>
                    <a:pt x="270" y="232"/>
                  </a:lnTo>
                  <a:lnTo>
                    <a:pt x="155" y="386"/>
                  </a:lnTo>
                  <a:lnTo>
                    <a:pt x="77" y="541"/>
                  </a:lnTo>
                  <a:lnTo>
                    <a:pt x="39" y="734"/>
                  </a:lnTo>
                  <a:lnTo>
                    <a:pt x="0" y="888"/>
                  </a:lnTo>
                  <a:lnTo>
                    <a:pt x="0" y="1081"/>
                  </a:lnTo>
                  <a:lnTo>
                    <a:pt x="39" y="1274"/>
                  </a:lnTo>
                  <a:lnTo>
                    <a:pt x="77" y="1468"/>
                  </a:lnTo>
                  <a:lnTo>
                    <a:pt x="193" y="1661"/>
                  </a:lnTo>
                  <a:lnTo>
                    <a:pt x="309" y="1776"/>
                  </a:lnTo>
                  <a:lnTo>
                    <a:pt x="502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236" y="2008"/>
                  </a:lnTo>
                  <a:lnTo>
                    <a:pt x="1429" y="1931"/>
                  </a:lnTo>
                  <a:lnTo>
                    <a:pt x="1622" y="1815"/>
                  </a:lnTo>
                  <a:lnTo>
                    <a:pt x="1776" y="1699"/>
                  </a:lnTo>
                  <a:lnTo>
                    <a:pt x="1892" y="1545"/>
                  </a:lnTo>
                  <a:lnTo>
                    <a:pt x="1970" y="1390"/>
                  </a:lnTo>
                  <a:lnTo>
                    <a:pt x="2047" y="1197"/>
                  </a:lnTo>
                  <a:lnTo>
                    <a:pt x="2085" y="1004"/>
                  </a:lnTo>
                  <a:lnTo>
                    <a:pt x="2047" y="811"/>
                  </a:lnTo>
                  <a:lnTo>
                    <a:pt x="1970" y="618"/>
                  </a:lnTo>
                  <a:lnTo>
                    <a:pt x="1892" y="425"/>
                  </a:lnTo>
                  <a:lnTo>
                    <a:pt x="1738" y="270"/>
                  </a:lnTo>
                  <a:lnTo>
                    <a:pt x="1583" y="155"/>
                  </a:lnTo>
                  <a:lnTo>
                    <a:pt x="1429" y="77"/>
                  </a:lnTo>
                  <a:lnTo>
                    <a:pt x="1236" y="39"/>
                  </a:lnTo>
                  <a:lnTo>
                    <a:pt x="104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2"/>
            <p:cNvSpPr/>
            <p:nvPr/>
          </p:nvSpPr>
          <p:spPr>
            <a:xfrm>
              <a:off x="1572250" y="3880275"/>
              <a:ext cx="267450" cy="210475"/>
            </a:xfrm>
            <a:custGeom>
              <a:avLst/>
              <a:gdLst/>
              <a:ahLst/>
              <a:cxnLst/>
              <a:rect l="l" t="t" r="r" b="b"/>
              <a:pathLst>
                <a:path w="10698" h="8419" extrusionOk="0">
                  <a:moveTo>
                    <a:pt x="155" y="1"/>
                  </a:moveTo>
                  <a:lnTo>
                    <a:pt x="1" y="233"/>
                  </a:lnTo>
                  <a:lnTo>
                    <a:pt x="1391" y="1314"/>
                  </a:lnTo>
                  <a:lnTo>
                    <a:pt x="2781" y="2395"/>
                  </a:lnTo>
                  <a:lnTo>
                    <a:pt x="4210" y="3476"/>
                  </a:lnTo>
                  <a:lnTo>
                    <a:pt x="5600" y="4596"/>
                  </a:lnTo>
                  <a:lnTo>
                    <a:pt x="6951" y="5677"/>
                  </a:lnTo>
                  <a:lnTo>
                    <a:pt x="8303" y="6797"/>
                  </a:lnTo>
                  <a:lnTo>
                    <a:pt x="9616" y="7917"/>
                  </a:lnTo>
                  <a:lnTo>
                    <a:pt x="9963" y="8226"/>
                  </a:lnTo>
                  <a:lnTo>
                    <a:pt x="10118" y="8342"/>
                  </a:lnTo>
                  <a:lnTo>
                    <a:pt x="10311" y="8419"/>
                  </a:lnTo>
                  <a:lnTo>
                    <a:pt x="10658" y="8380"/>
                  </a:lnTo>
                  <a:lnTo>
                    <a:pt x="10697" y="8264"/>
                  </a:lnTo>
                  <a:lnTo>
                    <a:pt x="10697" y="8149"/>
                  </a:lnTo>
                  <a:lnTo>
                    <a:pt x="10658" y="8033"/>
                  </a:lnTo>
                  <a:lnTo>
                    <a:pt x="10658" y="7994"/>
                  </a:lnTo>
                  <a:lnTo>
                    <a:pt x="10311" y="7917"/>
                  </a:lnTo>
                  <a:lnTo>
                    <a:pt x="10002" y="6952"/>
                  </a:lnTo>
                  <a:lnTo>
                    <a:pt x="9654" y="5986"/>
                  </a:lnTo>
                  <a:lnTo>
                    <a:pt x="8882" y="4094"/>
                  </a:lnTo>
                  <a:lnTo>
                    <a:pt x="8380" y="2781"/>
                  </a:lnTo>
                  <a:lnTo>
                    <a:pt x="7994" y="2936"/>
                  </a:lnTo>
                  <a:lnTo>
                    <a:pt x="8419" y="3940"/>
                  </a:lnTo>
                  <a:lnTo>
                    <a:pt x="9037" y="5677"/>
                  </a:lnTo>
                  <a:lnTo>
                    <a:pt x="9346" y="6565"/>
                  </a:lnTo>
                  <a:lnTo>
                    <a:pt x="9654" y="7415"/>
                  </a:lnTo>
                  <a:lnTo>
                    <a:pt x="9230" y="7029"/>
                  </a:lnTo>
                  <a:lnTo>
                    <a:pt x="7994" y="5986"/>
                  </a:lnTo>
                  <a:lnTo>
                    <a:pt x="6720" y="4905"/>
                  </a:lnTo>
                  <a:lnTo>
                    <a:pt x="5407" y="3862"/>
                  </a:lnTo>
                  <a:lnTo>
                    <a:pt x="4133" y="2858"/>
                  </a:lnTo>
                  <a:lnTo>
                    <a:pt x="2820" y="1854"/>
                  </a:lnTo>
                  <a:lnTo>
                    <a:pt x="1507" y="928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2"/>
            <p:cNvSpPr/>
            <p:nvPr/>
          </p:nvSpPr>
          <p:spPr>
            <a:xfrm>
              <a:off x="4538850" y="3913100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6" y="1159"/>
                  </a:lnTo>
                  <a:lnTo>
                    <a:pt x="1390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5" y="1816"/>
                  </a:lnTo>
                  <a:lnTo>
                    <a:pt x="386" y="1700"/>
                  </a:lnTo>
                  <a:lnTo>
                    <a:pt x="348" y="1584"/>
                  </a:lnTo>
                  <a:lnTo>
                    <a:pt x="386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1" y="1623"/>
                  </a:lnTo>
                  <a:lnTo>
                    <a:pt x="3669" y="1700"/>
                  </a:lnTo>
                  <a:lnTo>
                    <a:pt x="3746" y="1816"/>
                  </a:lnTo>
                  <a:lnTo>
                    <a:pt x="3746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8" y="2356"/>
                  </a:lnTo>
                  <a:lnTo>
                    <a:pt x="3205" y="2433"/>
                  </a:lnTo>
                  <a:lnTo>
                    <a:pt x="3012" y="2395"/>
                  </a:lnTo>
                  <a:lnTo>
                    <a:pt x="2819" y="2356"/>
                  </a:lnTo>
                  <a:lnTo>
                    <a:pt x="2626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0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89" y="1468"/>
                  </a:lnTo>
                  <a:close/>
                  <a:moveTo>
                    <a:pt x="3746" y="4750"/>
                  </a:moveTo>
                  <a:lnTo>
                    <a:pt x="3900" y="4789"/>
                  </a:lnTo>
                  <a:lnTo>
                    <a:pt x="4016" y="4828"/>
                  </a:lnTo>
                  <a:lnTo>
                    <a:pt x="4093" y="4943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2" y="5368"/>
                  </a:lnTo>
                  <a:lnTo>
                    <a:pt x="4093" y="5484"/>
                  </a:lnTo>
                  <a:lnTo>
                    <a:pt x="3978" y="5600"/>
                  </a:lnTo>
                  <a:lnTo>
                    <a:pt x="3784" y="5754"/>
                  </a:lnTo>
                  <a:lnTo>
                    <a:pt x="3514" y="5870"/>
                  </a:lnTo>
                  <a:lnTo>
                    <a:pt x="3128" y="5870"/>
                  </a:lnTo>
                  <a:lnTo>
                    <a:pt x="2742" y="5793"/>
                  </a:lnTo>
                  <a:lnTo>
                    <a:pt x="2935" y="5368"/>
                  </a:lnTo>
                  <a:lnTo>
                    <a:pt x="3051" y="5214"/>
                  </a:lnTo>
                  <a:lnTo>
                    <a:pt x="3205" y="5021"/>
                  </a:lnTo>
                  <a:lnTo>
                    <a:pt x="3476" y="4866"/>
                  </a:lnTo>
                  <a:lnTo>
                    <a:pt x="3630" y="4789"/>
                  </a:lnTo>
                  <a:lnTo>
                    <a:pt x="3746" y="4750"/>
                  </a:lnTo>
                  <a:close/>
                  <a:moveTo>
                    <a:pt x="1120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2" y="6102"/>
                  </a:lnTo>
                  <a:lnTo>
                    <a:pt x="1429" y="6256"/>
                  </a:lnTo>
                  <a:lnTo>
                    <a:pt x="1236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5" y="6334"/>
                  </a:lnTo>
                  <a:lnTo>
                    <a:pt x="502" y="6179"/>
                  </a:lnTo>
                  <a:lnTo>
                    <a:pt x="425" y="6025"/>
                  </a:lnTo>
                  <a:lnTo>
                    <a:pt x="425" y="5909"/>
                  </a:lnTo>
                  <a:lnTo>
                    <a:pt x="464" y="5754"/>
                  </a:lnTo>
                  <a:lnTo>
                    <a:pt x="579" y="5677"/>
                  </a:lnTo>
                  <a:lnTo>
                    <a:pt x="695" y="5600"/>
                  </a:lnTo>
                  <a:lnTo>
                    <a:pt x="850" y="5523"/>
                  </a:lnTo>
                  <a:close/>
                  <a:moveTo>
                    <a:pt x="5715" y="6218"/>
                  </a:moveTo>
                  <a:lnTo>
                    <a:pt x="5870" y="6334"/>
                  </a:lnTo>
                  <a:lnTo>
                    <a:pt x="5947" y="6411"/>
                  </a:lnTo>
                  <a:lnTo>
                    <a:pt x="5986" y="6527"/>
                  </a:lnTo>
                  <a:lnTo>
                    <a:pt x="6024" y="6681"/>
                  </a:lnTo>
                  <a:lnTo>
                    <a:pt x="5986" y="6797"/>
                  </a:lnTo>
                  <a:lnTo>
                    <a:pt x="5908" y="7067"/>
                  </a:lnTo>
                  <a:lnTo>
                    <a:pt x="5792" y="7260"/>
                  </a:lnTo>
                  <a:lnTo>
                    <a:pt x="5677" y="7492"/>
                  </a:lnTo>
                  <a:lnTo>
                    <a:pt x="5484" y="7646"/>
                  </a:lnTo>
                  <a:lnTo>
                    <a:pt x="5290" y="7801"/>
                  </a:lnTo>
                  <a:lnTo>
                    <a:pt x="5059" y="7917"/>
                  </a:lnTo>
                  <a:lnTo>
                    <a:pt x="5097" y="7878"/>
                  </a:lnTo>
                  <a:lnTo>
                    <a:pt x="5020" y="7415"/>
                  </a:lnTo>
                  <a:lnTo>
                    <a:pt x="4982" y="7183"/>
                  </a:lnTo>
                  <a:lnTo>
                    <a:pt x="5020" y="6951"/>
                  </a:lnTo>
                  <a:lnTo>
                    <a:pt x="5136" y="6681"/>
                  </a:lnTo>
                  <a:lnTo>
                    <a:pt x="5213" y="6527"/>
                  </a:lnTo>
                  <a:lnTo>
                    <a:pt x="5329" y="6372"/>
                  </a:lnTo>
                  <a:lnTo>
                    <a:pt x="5445" y="6256"/>
                  </a:lnTo>
                  <a:lnTo>
                    <a:pt x="5599" y="6218"/>
                  </a:lnTo>
                  <a:close/>
                  <a:moveTo>
                    <a:pt x="8959" y="8071"/>
                  </a:moveTo>
                  <a:lnTo>
                    <a:pt x="9152" y="8110"/>
                  </a:lnTo>
                  <a:lnTo>
                    <a:pt x="9268" y="8187"/>
                  </a:lnTo>
                  <a:lnTo>
                    <a:pt x="9345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0"/>
                  </a:lnTo>
                  <a:lnTo>
                    <a:pt x="9268" y="8921"/>
                  </a:lnTo>
                  <a:lnTo>
                    <a:pt x="9036" y="9152"/>
                  </a:lnTo>
                  <a:lnTo>
                    <a:pt x="8804" y="9346"/>
                  </a:lnTo>
                  <a:lnTo>
                    <a:pt x="8689" y="9384"/>
                  </a:lnTo>
                  <a:lnTo>
                    <a:pt x="8611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1" y="9346"/>
                  </a:lnTo>
                  <a:lnTo>
                    <a:pt x="8264" y="9346"/>
                  </a:lnTo>
                  <a:lnTo>
                    <a:pt x="8225" y="8959"/>
                  </a:lnTo>
                  <a:lnTo>
                    <a:pt x="8225" y="8766"/>
                  </a:lnTo>
                  <a:lnTo>
                    <a:pt x="8264" y="8573"/>
                  </a:lnTo>
                  <a:lnTo>
                    <a:pt x="8341" y="8342"/>
                  </a:lnTo>
                  <a:lnTo>
                    <a:pt x="8496" y="8187"/>
                  </a:lnTo>
                  <a:lnTo>
                    <a:pt x="8727" y="8110"/>
                  </a:lnTo>
                  <a:lnTo>
                    <a:pt x="8843" y="8071"/>
                  </a:lnTo>
                  <a:close/>
                  <a:moveTo>
                    <a:pt x="4943" y="8380"/>
                  </a:moveTo>
                  <a:lnTo>
                    <a:pt x="4943" y="8419"/>
                  </a:lnTo>
                  <a:lnTo>
                    <a:pt x="4750" y="8805"/>
                  </a:lnTo>
                  <a:lnTo>
                    <a:pt x="4595" y="8959"/>
                  </a:lnTo>
                  <a:lnTo>
                    <a:pt x="4441" y="9152"/>
                  </a:lnTo>
                  <a:lnTo>
                    <a:pt x="4209" y="9307"/>
                  </a:lnTo>
                  <a:lnTo>
                    <a:pt x="3939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8" y="9346"/>
                  </a:lnTo>
                  <a:lnTo>
                    <a:pt x="3321" y="9191"/>
                  </a:lnTo>
                  <a:lnTo>
                    <a:pt x="3321" y="9075"/>
                  </a:lnTo>
                  <a:lnTo>
                    <a:pt x="3321" y="8959"/>
                  </a:lnTo>
                  <a:lnTo>
                    <a:pt x="3398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4" y="8457"/>
                  </a:lnTo>
                  <a:lnTo>
                    <a:pt x="4055" y="8380"/>
                  </a:lnTo>
                  <a:lnTo>
                    <a:pt x="4325" y="8380"/>
                  </a:lnTo>
                  <a:lnTo>
                    <a:pt x="4904" y="8419"/>
                  </a:lnTo>
                  <a:lnTo>
                    <a:pt x="4943" y="8380"/>
                  </a:lnTo>
                  <a:close/>
                  <a:moveTo>
                    <a:pt x="7994" y="10002"/>
                  </a:moveTo>
                  <a:lnTo>
                    <a:pt x="7955" y="10195"/>
                  </a:lnTo>
                  <a:lnTo>
                    <a:pt x="7916" y="10350"/>
                  </a:lnTo>
                  <a:lnTo>
                    <a:pt x="7839" y="10543"/>
                  </a:lnTo>
                  <a:lnTo>
                    <a:pt x="7723" y="10697"/>
                  </a:lnTo>
                  <a:lnTo>
                    <a:pt x="7607" y="10813"/>
                  </a:lnTo>
                  <a:lnTo>
                    <a:pt x="7492" y="10929"/>
                  </a:lnTo>
                  <a:lnTo>
                    <a:pt x="7337" y="11045"/>
                  </a:lnTo>
                  <a:lnTo>
                    <a:pt x="7144" y="11083"/>
                  </a:lnTo>
                  <a:lnTo>
                    <a:pt x="6951" y="11122"/>
                  </a:lnTo>
                  <a:lnTo>
                    <a:pt x="6796" y="11083"/>
                  </a:lnTo>
                  <a:lnTo>
                    <a:pt x="6719" y="11045"/>
                  </a:lnTo>
                  <a:lnTo>
                    <a:pt x="6681" y="10967"/>
                  </a:lnTo>
                  <a:lnTo>
                    <a:pt x="6642" y="10890"/>
                  </a:lnTo>
                  <a:lnTo>
                    <a:pt x="6603" y="10813"/>
                  </a:lnTo>
                  <a:lnTo>
                    <a:pt x="6642" y="10620"/>
                  </a:lnTo>
                  <a:lnTo>
                    <a:pt x="6719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1" y="10156"/>
                  </a:lnTo>
                  <a:lnTo>
                    <a:pt x="7492" y="10079"/>
                  </a:lnTo>
                  <a:lnTo>
                    <a:pt x="7723" y="10041"/>
                  </a:lnTo>
                  <a:lnTo>
                    <a:pt x="7994" y="10002"/>
                  </a:lnTo>
                  <a:close/>
                  <a:moveTo>
                    <a:pt x="2201" y="1"/>
                  </a:moveTo>
                  <a:lnTo>
                    <a:pt x="2008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0" y="812"/>
                  </a:lnTo>
                  <a:lnTo>
                    <a:pt x="1236" y="773"/>
                  </a:lnTo>
                  <a:lnTo>
                    <a:pt x="1043" y="734"/>
                  </a:lnTo>
                  <a:lnTo>
                    <a:pt x="695" y="734"/>
                  </a:lnTo>
                  <a:lnTo>
                    <a:pt x="541" y="812"/>
                  </a:lnTo>
                  <a:lnTo>
                    <a:pt x="386" y="889"/>
                  </a:lnTo>
                  <a:lnTo>
                    <a:pt x="232" y="1005"/>
                  </a:lnTo>
                  <a:lnTo>
                    <a:pt x="116" y="1159"/>
                  </a:lnTo>
                  <a:lnTo>
                    <a:pt x="39" y="1314"/>
                  </a:lnTo>
                  <a:lnTo>
                    <a:pt x="0" y="1468"/>
                  </a:lnTo>
                  <a:lnTo>
                    <a:pt x="0" y="1623"/>
                  </a:lnTo>
                  <a:lnTo>
                    <a:pt x="0" y="1777"/>
                  </a:lnTo>
                  <a:lnTo>
                    <a:pt x="77" y="1931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5" y="2279"/>
                  </a:lnTo>
                  <a:lnTo>
                    <a:pt x="579" y="2356"/>
                  </a:lnTo>
                  <a:lnTo>
                    <a:pt x="734" y="2395"/>
                  </a:lnTo>
                  <a:lnTo>
                    <a:pt x="1043" y="2433"/>
                  </a:lnTo>
                  <a:lnTo>
                    <a:pt x="1390" y="2395"/>
                  </a:lnTo>
                  <a:lnTo>
                    <a:pt x="1699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8" y="4635"/>
                  </a:lnTo>
                  <a:lnTo>
                    <a:pt x="1777" y="5021"/>
                  </a:lnTo>
                  <a:lnTo>
                    <a:pt x="1892" y="5368"/>
                  </a:lnTo>
                  <a:lnTo>
                    <a:pt x="1583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2" y="5252"/>
                  </a:lnTo>
                  <a:lnTo>
                    <a:pt x="386" y="5330"/>
                  </a:lnTo>
                  <a:lnTo>
                    <a:pt x="271" y="5445"/>
                  </a:lnTo>
                  <a:lnTo>
                    <a:pt x="155" y="5561"/>
                  </a:lnTo>
                  <a:lnTo>
                    <a:pt x="77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7" y="6218"/>
                  </a:lnTo>
                  <a:lnTo>
                    <a:pt x="155" y="6334"/>
                  </a:lnTo>
                  <a:lnTo>
                    <a:pt x="232" y="6449"/>
                  </a:lnTo>
                  <a:lnTo>
                    <a:pt x="348" y="6565"/>
                  </a:lnTo>
                  <a:lnTo>
                    <a:pt x="502" y="6643"/>
                  </a:lnTo>
                  <a:lnTo>
                    <a:pt x="657" y="6720"/>
                  </a:lnTo>
                  <a:lnTo>
                    <a:pt x="811" y="6758"/>
                  </a:lnTo>
                  <a:lnTo>
                    <a:pt x="1120" y="6758"/>
                  </a:lnTo>
                  <a:lnTo>
                    <a:pt x="1429" y="6681"/>
                  </a:lnTo>
                  <a:lnTo>
                    <a:pt x="1699" y="6527"/>
                  </a:lnTo>
                  <a:lnTo>
                    <a:pt x="1931" y="6295"/>
                  </a:lnTo>
                  <a:lnTo>
                    <a:pt x="2124" y="6063"/>
                  </a:lnTo>
                  <a:lnTo>
                    <a:pt x="2394" y="6527"/>
                  </a:lnTo>
                  <a:lnTo>
                    <a:pt x="2742" y="6990"/>
                  </a:lnTo>
                  <a:lnTo>
                    <a:pt x="3128" y="7376"/>
                  </a:lnTo>
                  <a:lnTo>
                    <a:pt x="3591" y="7762"/>
                  </a:lnTo>
                  <a:lnTo>
                    <a:pt x="4016" y="7994"/>
                  </a:lnTo>
                  <a:lnTo>
                    <a:pt x="3823" y="8033"/>
                  </a:lnTo>
                  <a:lnTo>
                    <a:pt x="3630" y="8110"/>
                  </a:lnTo>
                  <a:lnTo>
                    <a:pt x="3437" y="8187"/>
                  </a:lnTo>
                  <a:lnTo>
                    <a:pt x="3282" y="8342"/>
                  </a:lnTo>
                  <a:lnTo>
                    <a:pt x="3167" y="8457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5" y="8882"/>
                  </a:lnTo>
                  <a:lnTo>
                    <a:pt x="2896" y="9075"/>
                  </a:lnTo>
                  <a:lnTo>
                    <a:pt x="2935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1" y="9770"/>
                  </a:lnTo>
                  <a:lnTo>
                    <a:pt x="3514" y="9848"/>
                  </a:lnTo>
                  <a:lnTo>
                    <a:pt x="3707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8" y="9770"/>
                  </a:lnTo>
                  <a:lnTo>
                    <a:pt x="4402" y="9693"/>
                  </a:lnTo>
                  <a:lnTo>
                    <a:pt x="4673" y="9461"/>
                  </a:lnTo>
                  <a:lnTo>
                    <a:pt x="4904" y="9152"/>
                  </a:lnTo>
                  <a:lnTo>
                    <a:pt x="5097" y="8844"/>
                  </a:lnTo>
                  <a:lnTo>
                    <a:pt x="5213" y="8496"/>
                  </a:lnTo>
                  <a:lnTo>
                    <a:pt x="6526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5" y="9654"/>
                  </a:lnTo>
                  <a:lnTo>
                    <a:pt x="7762" y="9654"/>
                  </a:lnTo>
                  <a:lnTo>
                    <a:pt x="7569" y="9693"/>
                  </a:lnTo>
                  <a:lnTo>
                    <a:pt x="7144" y="9809"/>
                  </a:lnTo>
                  <a:lnTo>
                    <a:pt x="6796" y="9963"/>
                  </a:lnTo>
                  <a:lnTo>
                    <a:pt x="6642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4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4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5" y="11508"/>
                  </a:lnTo>
                  <a:lnTo>
                    <a:pt x="7028" y="11508"/>
                  </a:lnTo>
                  <a:lnTo>
                    <a:pt x="7221" y="11469"/>
                  </a:lnTo>
                  <a:lnTo>
                    <a:pt x="7414" y="11392"/>
                  </a:lnTo>
                  <a:lnTo>
                    <a:pt x="7569" y="11315"/>
                  </a:lnTo>
                  <a:lnTo>
                    <a:pt x="7723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09" y="10697"/>
                  </a:lnTo>
                  <a:lnTo>
                    <a:pt x="8225" y="10465"/>
                  </a:lnTo>
                  <a:lnTo>
                    <a:pt x="8264" y="10234"/>
                  </a:lnTo>
                  <a:lnTo>
                    <a:pt x="8302" y="9963"/>
                  </a:lnTo>
                  <a:lnTo>
                    <a:pt x="8341" y="9925"/>
                  </a:lnTo>
                  <a:lnTo>
                    <a:pt x="8727" y="10272"/>
                  </a:lnTo>
                  <a:lnTo>
                    <a:pt x="9075" y="10658"/>
                  </a:lnTo>
                  <a:lnTo>
                    <a:pt x="9345" y="11122"/>
                  </a:lnTo>
                  <a:lnTo>
                    <a:pt x="9461" y="11354"/>
                  </a:lnTo>
                  <a:lnTo>
                    <a:pt x="9538" y="11585"/>
                  </a:lnTo>
                  <a:lnTo>
                    <a:pt x="9654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4" y="12937"/>
                  </a:lnTo>
                  <a:lnTo>
                    <a:pt x="9577" y="13284"/>
                  </a:lnTo>
                  <a:lnTo>
                    <a:pt x="9461" y="13593"/>
                  </a:lnTo>
                  <a:lnTo>
                    <a:pt x="9191" y="14211"/>
                  </a:lnTo>
                  <a:lnTo>
                    <a:pt x="9152" y="14288"/>
                  </a:lnTo>
                  <a:lnTo>
                    <a:pt x="9152" y="14327"/>
                  </a:lnTo>
                  <a:lnTo>
                    <a:pt x="9229" y="14404"/>
                  </a:lnTo>
                  <a:lnTo>
                    <a:pt x="9306" y="14443"/>
                  </a:lnTo>
                  <a:lnTo>
                    <a:pt x="9422" y="14404"/>
                  </a:lnTo>
                  <a:lnTo>
                    <a:pt x="9577" y="14250"/>
                  </a:lnTo>
                  <a:lnTo>
                    <a:pt x="9731" y="14057"/>
                  </a:lnTo>
                  <a:lnTo>
                    <a:pt x="9847" y="13902"/>
                  </a:lnTo>
                  <a:lnTo>
                    <a:pt x="9924" y="13670"/>
                  </a:lnTo>
                  <a:lnTo>
                    <a:pt x="10079" y="13246"/>
                  </a:lnTo>
                  <a:lnTo>
                    <a:pt x="10117" y="12782"/>
                  </a:lnTo>
                  <a:lnTo>
                    <a:pt x="10117" y="12319"/>
                  </a:lnTo>
                  <a:lnTo>
                    <a:pt x="10040" y="11855"/>
                  </a:lnTo>
                  <a:lnTo>
                    <a:pt x="9924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6" y="10272"/>
                  </a:lnTo>
                  <a:lnTo>
                    <a:pt x="9036" y="9963"/>
                  </a:lnTo>
                  <a:lnTo>
                    <a:pt x="8727" y="9693"/>
                  </a:lnTo>
                  <a:lnTo>
                    <a:pt x="8959" y="9577"/>
                  </a:lnTo>
                  <a:lnTo>
                    <a:pt x="9229" y="9423"/>
                  </a:lnTo>
                  <a:lnTo>
                    <a:pt x="9461" y="9191"/>
                  </a:lnTo>
                  <a:lnTo>
                    <a:pt x="9615" y="8921"/>
                  </a:lnTo>
                  <a:lnTo>
                    <a:pt x="9731" y="8612"/>
                  </a:lnTo>
                  <a:lnTo>
                    <a:pt x="9731" y="8496"/>
                  </a:lnTo>
                  <a:lnTo>
                    <a:pt x="9731" y="8342"/>
                  </a:lnTo>
                  <a:lnTo>
                    <a:pt x="9693" y="8187"/>
                  </a:lnTo>
                  <a:lnTo>
                    <a:pt x="9615" y="8071"/>
                  </a:lnTo>
                  <a:lnTo>
                    <a:pt x="9499" y="7955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6" y="7724"/>
                  </a:lnTo>
                  <a:lnTo>
                    <a:pt x="8689" y="7724"/>
                  </a:lnTo>
                  <a:lnTo>
                    <a:pt x="8534" y="7762"/>
                  </a:lnTo>
                  <a:lnTo>
                    <a:pt x="8380" y="7840"/>
                  </a:lnTo>
                  <a:lnTo>
                    <a:pt x="8225" y="7955"/>
                  </a:lnTo>
                  <a:lnTo>
                    <a:pt x="8109" y="8071"/>
                  </a:lnTo>
                  <a:lnTo>
                    <a:pt x="7955" y="8264"/>
                  </a:lnTo>
                  <a:lnTo>
                    <a:pt x="7878" y="8535"/>
                  </a:lnTo>
                  <a:lnTo>
                    <a:pt x="7839" y="8766"/>
                  </a:lnTo>
                  <a:lnTo>
                    <a:pt x="7839" y="9037"/>
                  </a:lnTo>
                  <a:lnTo>
                    <a:pt x="7221" y="8766"/>
                  </a:lnTo>
                  <a:lnTo>
                    <a:pt x="6642" y="8496"/>
                  </a:lnTo>
                  <a:lnTo>
                    <a:pt x="5368" y="8033"/>
                  </a:lnTo>
                  <a:lnTo>
                    <a:pt x="5638" y="7878"/>
                  </a:lnTo>
                  <a:lnTo>
                    <a:pt x="5870" y="7685"/>
                  </a:lnTo>
                  <a:lnTo>
                    <a:pt x="6063" y="7453"/>
                  </a:lnTo>
                  <a:lnTo>
                    <a:pt x="6217" y="7183"/>
                  </a:lnTo>
                  <a:lnTo>
                    <a:pt x="6333" y="6874"/>
                  </a:lnTo>
                  <a:lnTo>
                    <a:pt x="6333" y="6720"/>
                  </a:lnTo>
                  <a:lnTo>
                    <a:pt x="6333" y="6527"/>
                  </a:lnTo>
                  <a:lnTo>
                    <a:pt x="6333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4" y="5947"/>
                  </a:lnTo>
                  <a:lnTo>
                    <a:pt x="5870" y="5870"/>
                  </a:lnTo>
                  <a:lnTo>
                    <a:pt x="5715" y="5832"/>
                  </a:lnTo>
                  <a:lnTo>
                    <a:pt x="5561" y="5870"/>
                  </a:lnTo>
                  <a:lnTo>
                    <a:pt x="5406" y="5909"/>
                  </a:lnTo>
                  <a:lnTo>
                    <a:pt x="5252" y="5986"/>
                  </a:lnTo>
                  <a:lnTo>
                    <a:pt x="5136" y="6063"/>
                  </a:lnTo>
                  <a:lnTo>
                    <a:pt x="4904" y="6334"/>
                  </a:lnTo>
                  <a:lnTo>
                    <a:pt x="4750" y="6643"/>
                  </a:lnTo>
                  <a:lnTo>
                    <a:pt x="4634" y="7029"/>
                  </a:lnTo>
                  <a:lnTo>
                    <a:pt x="4634" y="7222"/>
                  </a:lnTo>
                  <a:lnTo>
                    <a:pt x="4634" y="7415"/>
                  </a:lnTo>
                  <a:lnTo>
                    <a:pt x="4634" y="7608"/>
                  </a:lnTo>
                  <a:lnTo>
                    <a:pt x="4711" y="7762"/>
                  </a:lnTo>
                  <a:lnTo>
                    <a:pt x="4093" y="7453"/>
                  </a:lnTo>
                  <a:lnTo>
                    <a:pt x="3823" y="7299"/>
                  </a:lnTo>
                  <a:lnTo>
                    <a:pt x="3553" y="7106"/>
                  </a:lnTo>
                  <a:lnTo>
                    <a:pt x="3321" y="6874"/>
                  </a:lnTo>
                  <a:lnTo>
                    <a:pt x="3089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1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2" y="5986"/>
                  </a:lnTo>
                  <a:lnTo>
                    <a:pt x="4248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8" y="5407"/>
                  </a:lnTo>
                  <a:lnTo>
                    <a:pt x="4557" y="5214"/>
                  </a:lnTo>
                  <a:lnTo>
                    <a:pt x="4518" y="5059"/>
                  </a:lnTo>
                  <a:lnTo>
                    <a:pt x="4480" y="4866"/>
                  </a:lnTo>
                  <a:lnTo>
                    <a:pt x="4402" y="4712"/>
                  </a:lnTo>
                  <a:lnTo>
                    <a:pt x="4286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0" y="4364"/>
                  </a:lnTo>
                  <a:lnTo>
                    <a:pt x="3707" y="4364"/>
                  </a:lnTo>
                  <a:lnTo>
                    <a:pt x="3553" y="4403"/>
                  </a:lnTo>
                  <a:lnTo>
                    <a:pt x="3398" y="4441"/>
                  </a:lnTo>
                  <a:lnTo>
                    <a:pt x="3244" y="4519"/>
                  </a:lnTo>
                  <a:lnTo>
                    <a:pt x="3089" y="4635"/>
                  </a:lnTo>
                  <a:lnTo>
                    <a:pt x="2819" y="4905"/>
                  </a:lnTo>
                  <a:lnTo>
                    <a:pt x="2587" y="5214"/>
                  </a:lnTo>
                  <a:lnTo>
                    <a:pt x="2433" y="5561"/>
                  </a:lnTo>
                  <a:lnTo>
                    <a:pt x="2394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5" y="4326"/>
                  </a:lnTo>
                  <a:lnTo>
                    <a:pt x="2047" y="3939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4" y="2318"/>
                  </a:lnTo>
                  <a:lnTo>
                    <a:pt x="2356" y="2511"/>
                  </a:lnTo>
                  <a:lnTo>
                    <a:pt x="2587" y="2627"/>
                  </a:lnTo>
                  <a:lnTo>
                    <a:pt x="2819" y="2742"/>
                  </a:lnTo>
                  <a:lnTo>
                    <a:pt x="3128" y="2781"/>
                  </a:lnTo>
                  <a:lnTo>
                    <a:pt x="3282" y="2742"/>
                  </a:lnTo>
                  <a:lnTo>
                    <a:pt x="3476" y="2704"/>
                  </a:lnTo>
                  <a:lnTo>
                    <a:pt x="3630" y="2627"/>
                  </a:lnTo>
                  <a:lnTo>
                    <a:pt x="3784" y="2549"/>
                  </a:lnTo>
                  <a:lnTo>
                    <a:pt x="3900" y="2433"/>
                  </a:lnTo>
                  <a:lnTo>
                    <a:pt x="4016" y="2279"/>
                  </a:lnTo>
                  <a:lnTo>
                    <a:pt x="4093" y="2125"/>
                  </a:lnTo>
                  <a:lnTo>
                    <a:pt x="4132" y="1970"/>
                  </a:lnTo>
                  <a:lnTo>
                    <a:pt x="4093" y="1777"/>
                  </a:lnTo>
                  <a:lnTo>
                    <a:pt x="4055" y="1623"/>
                  </a:lnTo>
                  <a:lnTo>
                    <a:pt x="4016" y="1507"/>
                  </a:lnTo>
                  <a:lnTo>
                    <a:pt x="3900" y="1352"/>
                  </a:lnTo>
                  <a:lnTo>
                    <a:pt x="3784" y="1236"/>
                  </a:lnTo>
                  <a:lnTo>
                    <a:pt x="3630" y="1159"/>
                  </a:lnTo>
                  <a:lnTo>
                    <a:pt x="3514" y="1121"/>
                  </a:lnTo>
                  <a:lnTo>
                    <a:pt x="3321" y="1082"/>
                  </a:lnTo>
                  <a:lnTo>
                    <a:pt x="3167" y="1043"/>
                  </a:lnTo>
                  <a:lnTo>
                    <a:pt x="3012" y="1082"/>
                  </a:lnTo>
                  <a:lnTo>
                    <a:pt x="2742" y="1159"/>
                  </a:lnTo>
                  <a:lnTo>
                    <a:pt x="2472" y="1314"/>
                  </a:lnTo>
                  <a:lnTo>
                    <a:pt x="2240" y="1545"/>
                  </a:lnTo>
                  <a:lnTo>
                    <a:pt x="2510" y="78"/>
                  </a:lnTo>
                  <a:lnTo>
                    <a:pt x="220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2"/>
            <p:cNvSpPr/>
            <p:nvPr/>
          </p:nvSpPr>
          <p:spPr>
            <a:xfrm>
              <a:off x="6161625" y="3921800"/>
              <a:ext cx="44450" cy="44425"/>
            </a:xfrm>
            <a:custGeom>
              <a:avLst/>
              <a:gdLst/>
              <a:ahLst/>
              <a:cxnLst/>
              <a:rect l="l" t="t" r="r" b="b"/>
              <a:pathLst>
                <a:path w="1778" h="1777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8"/>
                  </a:lnTo>
                  <a:lnTo>
                    <a:pt x="1391" y="811"/>
                  </a:lnTo>
                  <a:lnTo>
                    <a:pt x="1391" y="966"/>
                  </a:lnTo>
                  <a:lnTo>
                    <a:pt x="1352" y="1082"/>
                  </a:lnTo>
                  <a:lnTo>
                    <a:pt x="1275" y="1159"/>
                  </a:lnTo>
                  <a:lnTo>
                    <a:pt x="1198" y="1236"/>
                  </a:lnTo>
                  <a:lnTo>
                    <a:pt x="1082" y="1313"/>
                  </a:lnTo>
                  <a:lnTo>
                    <a:pt x="889" y="1390"/>
                  </a:lnTo>
                  <a:lnTo>
                    <a:pt x="735" y="1352"/>
                  </a:lnTo>
                  <a:lnTo>
                    <a:pt x="541" y="1275"/>
                  </a:lnTo>
                  <a:lnTo>
                    <a:pt x="426" y="1082"/>
                  </a:lnTo>
                  <a:lnTo>
                    <a:pt x="387" y="927"/>
                  </a:lnTo>
                  <a:lnTo>
                    <a:pt x="387" y="734"/>
                  </a:lnTo>
                  <a:lnTo>
                    <a:pt x="464" y="580"/>
                  </a:lnTo>
                  <a:lnTo>
                    <a:pt x="541" y="386"/>
                  </a:lnTo>
                  <a:lnTo>
                    <a:pt x="541" y="348"/>
                  </a:lnTo>
                  <a:lnTo>
                    <a:pt x="580" y="348"/>
                  </a:lnTo>
                  <a:lnTo>
                    <a:pt x="773" y="309"/>
                  </a:lnTo>
                  <a:close/>
                  <a:moveTo>
                    <a:pt x="966" y="0"/>
                  </a:moveTo>
                  <a:lnTo>
                    <a:pt x="773" y="39"/>
                  </a:lnTo>
                  <a:lnTo>
                    <a:pt x="619" y="78"/>
                  </a:lnTo>
                  <a:lnTo>
                    <a:pt x="464" y="155"/>
                  </a:lnTo>
                  <a:lnTo>
                    <a:pt x="426" y="193"/>
                  </a:lnTo>
                  <a:lnTo>
                    <a:pt x="387" y="193"/>
                  </a:lnTo>
                  <a:lnTo>
                    <a:pt x="233" y="271"/>
                  </a:lnTo>
                  <a:lnTo>
                    <a:pt x="117" y="386"/>
                  </a:lnTo>
                  <a:lnTo>
                    <a:pt x="39" y="541"/>
                  </a:lnTo>
                  <a:lnTo>
                    <a:pt x="1" y="695"/>
                  </a:lnTo>
                  <a:lnTo>
                    <a:pt x="1" y="850"/>
                  </a:lnTo>
                  <a:lnTo>
                    <a:pt x="1" y="1004"/>
                  </a:lnTo>
                  <a:lnTo>
                    <a:pt x="39" y="1197"/>
                  </a:lnTo>
                  <a:lnTo>
                    <a:pt x="117" y="1313"/>
                  </a:lnTo>
                  <a:lnTo>
                    <a:pt x="194" y="1468"/>
                  </a:lnTo>
                  <a:lnTo>
                    <a:pt x="348" y="1583"/>
                  </a:lnTo>
                  <a:lnTo>
                    <a:pt x="464" y="1699"/>
                  </a:lnTo>
                  <a:lnTo>
                    <a:pt x="619" y="1738"/>
                  </a:lnTo>
                  <a:lnTo>
                    <a:pt x="812" y="1777"/>
                  </a:lnTo>
                  <a:lnTo>
                    <a:pt x="966" y="1777"/>
                  </a:lnTo>
                  <a:lnTo>
                    <a:pt x="1121" y="1738"/>
                  </a:lnTo>
                  <a:lnTo>
                    <a:pt x="1314" y="1661"/>
                  </a:lnTo>
                  <a:lnTo>
                    <a:pt x="1430" y="1545"/>
                  </a:lnTo>
                  <a:lnTo>
                    <a:pt x="1584" y="1429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66"/>
                  </a:lnTo>
                  <a:lnTo>
                    <a:pt x="1777" y="773"/>
                  </a:lnTo>
                  <a:lnTo>
                    <a:pt x="1738" y="618"/>
                  </a:lnTo>
                  <a:lnTo>
                    <a:pt x="1661" y="425"/>
                  </a:lnTo>
                  <a:lnTo>
                    <a:pt x="1545" y="309"/>
                  </a:lnTo>
                  <a:lnTo>
                    <a:pt x="1430" y="193"/>
                  </a:lnTo>
                  <a:lnTo>
                    <a:pt x="1275" y="116"/>
                  </a:lnTo>
                  <a:lnTo>
                    <a:pt x="1121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2"/>
            <p:cNvSpPr/>
            <p:nvPr/>
          </p:nvSpPr>
          <p:spPr>
            <a:xfrm>
              <a:off x="7032400" y="3923725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3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7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0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6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8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4"/>
                  </a:lnTo>
                  <a:lnTo>
                    <a:pt x="1159" y="541"/>
                  </a:lnTo>
                  <a:lnTo>
                    <a:pt x="1352" y="425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8"/>
                  </a:lnTo>
                  <a:lnTo>
                    <a:pt x="309" y="927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5"/>
                  </a:lnTo>
                  <a:lnTo>
                    <a:pt x="0" y="2008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4" y="2858"/>
                  </a:lnTo>
                  <a:lnTo>
                    <a:pt x="425" y="3244"/>
                  </a:lnTo>
                  <a:lnTo>
                    <a:pt x="696" y="3553"/>
                  </a:lnTo>
                  <a:lnTo>
                    <a:pt x="1043" y="3823"/>
                  </a:lnTo>
                  <a:lnTo>
                    <a:pt x="1468" y="4016"/>
                  </a:lnTo>
                  <a:lnTo>
                    <a:pt x="1661" y="4094"/>
                  </a:lnTo>
                  <a:lnTo>
                    <a:pt x="1893" y="4132"/>
                  </a:lnTo>
                  <a:lnTo>
                    <a:pt x="2317" y="4132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2"/>
                  </a:lnTo>
                  <a:lnTo>
                    <a:pt x="4171" y="1429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6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2"/>
            <p:cNvSpPr/>
            <p:nvPr/>
          </p:nvSpPr>
          <p:spPr>
            <a:xfrm>
              <a:off x="6167425" y="3927575"/>
              <a:ext cx="114900" cy="286750"/>
            </a:xfrm>
            <a:custGeom>
              <a:avLst/>
              <a:gdLst/>
              <a:ahLst/>
              <a:cxnLst/>
              <a:rect l="l" t="t" r="r" b="b"/>
              <a:pathLst>
                <a:path w="4596" h="11470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67"/>
                  </a:lnTo>
                  <a:lnTo>
                    <a:pt x="3939" y="4287"/>
                  </a:lnTo>
                  <a:lnTo>
                    <a:pt x="4016" y="5407"/>
                  </a:lnTo>
                  <a:lnTo>
                    <a:pt x="4055" y="6643"/>
                  </a:lnTo>
                  <a:lnTo>
                    <a:pt x="4055" y="7261"/>
                  </a:lnTo>
                  <a:lnTo>
                    <a:pt x="3978" y="7917"/>
                  </a:lnTo>
                  <a:lnTo>
                    <a:pt x="3901" y="8535"/>
                  </a:lnTo>
                  <a:lnTo>
                    <a:pt x="3746" y="9153"/>
                  </a:lnTo>
                  <a:lnTo>
                    <a:pt x="3553" y="9732"/>
                  </a:lnTo>
                  <a:lnTo>
                    <a:pt x="3244" y="10273"/>
                  </a:lnTo>
                  <a:lnTo>
                    <a:pt x="3012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4"/>
                  </a:lnTo>
                  <a:lnTo>
                    <a:pt x="850" y="9693"/>
                  </a:lnTo>
                  <a:lnTo>
                    <a:pt x="773" y="9423"/>
                  </a:lnTo>
                  <a:lnTo>
                    <a:pt x="734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6"/>
                  </a:lnTo>
                  <a:lnTo>
                    <a:pt x="580" y="2781"/>
                  </a:lnTo>
                  <a:lnTo>
                    <a:pt x="618" y="2781"/>
                  </a:lnTo>
                  <a:lnTo>
                    <a:pt x="1391" y="2395"/>
                  </a:lnTo>
                  <a:lnTo>
                    <a:pt x="2163" y="1970"/>
                  </a:lnTo>
                  <a:lnTo>
                    <a:pt x="2935" y="1468"/>
                  </a:lnTo>
                  <a:lnTo>
                    <a:pt x="3283" y="1198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40"/>
                  </a:lnTo>
                  <a:lnTo>
                    <a:pt x="3476" y="349"/>
                  </a:lnTo>
                  <a:lnTo>
                    <a:pt x="3051" y="657"/>
                  </a:lnTo>
                  <a:lnTo>
                    <a:pt x="2626" y="1005"/>
                  </a:lnTo>
                  <a:lnTo>
                    <a:pt x="2202" y="1314"/>
                  </a:lnTo>
                  <a:lnTo>
                    <a:pt x="1313" y="1893"/>
                  </a:lnTo>
                  <a:lnTo>
                    <a:pt x="425" y="2472"/>
                  </a:lnTo>
                  <a:lnTo>
                    <a:pt x="348" y="2550"/>
                  </a:lnTo>
                  <a:lnTo>
                    <a:pt x="348" y="2665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4"/>
                  </a:lnTo>
                  <a:lnTo>
                    <a:pt x="155" y="4866"/>
                  </a:lnTo>
                  <a:lnTo>
                    <a:pt x="1" y="4944"/>
                  </a:lnTo>
                  <a:lnTo>
                    <a:pt x="155" y="5291"/>
                  </a:lnTo>
                  <a:lnTo>
                    <a:pt x="155" y="6257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3"/>
                  </a:lnTo>
                  <a:lnTo>
                    <a:pt x="309" y="9616"/>
                  </a:lnTo>
                  <a:lnTo>
                    <a:pt x="503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429" y="11199"/>
                  </a:lnTo>
                  <a:lnTo>
                    <a:pt x="1622" y="11315"/>
                  </a:lnTo>
                  <a:lnTo>
                    <a:pt x="1815" y="11392"/>
                  </a:lnTo>
                  <a:lnTo>
                    <a:pt x="2047" y="11431"/>
                  </a:lnTo>
                  <a:lnTo>
                    <a:pt x="2279" y="11470"/>
                  </a:lnTo>
                  <a:lnTo>
                    <a:pt x="2549" y="11431"/>
                  </a:lnTo>
                  <a:lnTo>
                    <a:pt x="2819" y="11354"/>
                  </a:lnTo>
                  <a:lnTo>
                    <a:pt x="3051" y="11238"/>
                  </a:lnTo>
                  <a:lnTo>
                    <a:pt x="3283" y="11083"/>
                  </a:lnTo>
                  <a:lnTo>
                    <a:pt x="3476" y="10890"/>
                  </a:lnTo>
                  <a:lnTo>
                    <a:pt x="3669" y="10659"/>
                  </a:lnTo>
                  <a:lnTo>
                    <a:pt x="3823" y="10427"/>
                  </a:lnTo>
                  <a:lnTo>
                    <a:pt x="3978" y="10157"/>
                  </a:lnTo>
                  <a:lnTo>
                    <a:pt x="4171" y="9577"/>
                  </a:lnTo>
                  <a:lnTo>
                    <a:pt x="4325" y="8960"/>
                  </a:lnTo>
                  <a:lnTo>
                    <a:pt x="4441" y="8342"/>
                  </a:lnTo>
                  <a:lnTo>
                    <a:pt x="4518" y="7763"/>
                  </a:lnTo>
                  <a:lnTo>
                    <a:pt x="4557" y="7222"/>
                  </a:lnTo>
                  <a:lnTo>
                    <a:pt x="4596" y="6681"/>
                  </a:lnTo>
                  <a:lnTo>
                    <a:pt x="4596" y="6102"/>
                  </a:lnTo>
                  <a:lnTo>
                    <a:pt x="4557" y="5021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2"/>
                  </a:lnTo>
                  <a:lnTo>
                    <a:pt x="4094" y="426"/>
                  </a:lnTo>
                  <a:lnTo>
                    <a:pt x="4171" y="349"/>
                  </a:lnTo>
                  <a:lnTo>
                    <a:pt x="4210" y="271"/>
                  </a:lnTo>
                  <a:lnTo>
                    <a:pt x="4210" y="233"/>
                  </a:lnTo>
                  <a:lnTo>
                    <a:pt x="4171" y="78"/>
                  </a:lnTo>
                  <a:lnTo>
                    <a:pt x="4132" y="40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2"/>
            <p:cNvSpPr/>
            <p:nvPr/>
          </p:nvSpPr>
          <p:spPr>
            <a:xfrm>
              <a:off x="1394625" y="3943025"/>
              <a:ext cx="74350" cy="103325"/>
            </a:xfrm>
            <a:custGeom>
              <a:avLst/>
              <a:gdLst/>
              <a:ahLst/>
              <a:cxnLst/>
              <a:rect l="l" t="t" r="r" b="b"/>
              <a:pathLst>
                <a:path w="2974" h="4133" extrusionOk="0">
                  <a:moveTo>
                    <a:pt x="116" y="1"/>
                  </a:moveTo>
                  <a:lnTo>
                    <a:pt x="1" y="39"/>
                  </a:lnTo>
                  <a:lnTo>
                    <a:pt x="1" y="78"/>
                  </a:lnTo>
                  <a:lnTo>
                    <a:pt x="271" y="928"/>
                  </a:lnTo>
                  <a:lnTo>
                    <a:pt x="580" y="1738"/>
                  </a:lnTo>
                  <a:lnTo>
                    <a:pt x="927" y="2549"/>
                  </a:lnTo>
                  <a:lnTo>
                    <a:pt x="1275" y="3283"/>
                  </a:lnTo>
                  <a:lnTo>
                    <a:pt x="1507" y="3669"/>
                  </a:lnTo>
                  <a:lnTo>
                    <a:pt x="1661" y="3824"/>
                  </a:lnTo>
                  <a:lnTo>
                    <a:pt x="1854" y="3978"/>
                  </a:lnTo>
                  <a:lnTo>
                    <a:pt x="2009" y="4055"/>
                  </a:lnTo>
                  <a:lnTo>
                    <a:pt x="2240" y="4133"/>
                  </a:lnTo>
                  <a:lnTo>
                    <a:pt x="2433" y="4094"/>
                  </a:lnTo>
                  <a:lnTo>
                    <a:pt x="2665" y="4017"/>
                  </a:lnTo>
                  <a:lnTo>
                    <a:pt x="2781" y="3862"/>
                  </a:lnTo>
                  <a:lnTo>
                    <a:pt x="2897" y="3708"/>
                  </a:lnTo>
                  <a:lnTo>
                    <a:pt x="2935" y="3515"/>
                  </a:lnTo>
                  <a:lnTo>
                    <a:pt x="2974" y="3360"/>
                  </a:lnTo>
                  <a:lnTo>
                    <a:pt x="2935" y="3129"/>
                  </a:lnTo>
                  <a:lnTo>
                    <a:pt x="2897" y="2936"/>
                  </a:lnTo>
                  <a:lnTo>
                    <a:pt x="2819" y="2588"/>
                  </a:lnTo>
                  <a:lnTo>
                    <a:pt x="2588" y="2627"/>
                  </a:lnTo>
                  <a:lnTo>
                    <a:pt x="2665" y="2974"/>
                  </a:lnTo>
                  <a:lnTo>
                    <a:pt x="2704" y="3129"/>
                  </a:lnTo>
                  <a:lnTo>
                    <a:pt x="2665" y="3283"/>
                  </a:lnTo>
                  <a:lnTo>
                    <a:pt x="2433" y="3399"/>
                  </a:lnTo>
                  <a:lnTo>
                    <a:pt x="2202" y="3476"/>
                  </a:lnTo>
                  <a:lnTo>
                    <a:pt x="2009" y="3515"/>
                  </a:lnTo>
                  <a:lnTo>
                    <a:pt x="1854" y="3476"/>
                  </a:lnTo>
                  <a:lnTo>
                    <a:pt x="1700" y="3438"/>
                  </a:lnTo>
                  <a:lnTo>
                    <a:pt x="1584" y="3322"/>
                  </a:lnTo>
                  <a:lnTo>
                    <a:pt x="1507" y="3167"/>
                  </a:lnTo>
                  <a:lnTo>
                    <a:pt x="1468" y="2974"/>
                  </a:lnTo>
                  <a:lnTo>
                    <a:pt x="1352" y="2704"/>
                  </a:lnTo>
                  <a:lnTo>
                    <a:pt x="889" y="1623"/>
                  </a:lnTo>
                  <a:lnTo>
                    <a:pt x="541" y="812"/>
                  </a:lnTo>
                  <a:lnTo>
                    <a:pt x="348" y="426"/>
                  </a:lnTo>
                  <a:lnTo>
                    <a:pt x="155" y="39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2"/>
            <p:cNvSpPr/>
            <p:nvPr/>
          </p:nvSpPr>
          <p:spPr>
            <a:xfrm>
              <a:off x="2923775" y="3946900"/>
              <a:ext cx="335975" cy="782925"/>
            </a:xfrm>
            <a:custGeom>
              <a:avLst/>
              <a:gdLst/>
              <a:ahLst/>
              <a:cxnLst/>
              <a:rect l="l" t="t" r="r" b="b"/>
              <a:pathLst>
                <a:path w="13439" h="31317" extrusionOk="0">
                  <a:moveTo>
                    <a:pt x="6488" y="386"/>
                  </a:moveTo>
                  <a:lnTo>
                    <a:pt x="6526" y="464"/>
                  </a:lnTo>
                  <a:lnTo>
                    <a:pt x="7144" y="2008"/>
                  </a:lnTo>
                  <a:lnTo>
                    <a:pt x="7685" y="3553"/>
                  </a:lnTo>
                  <a:lnTo>
                    <a:pt x="8226" y="5136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1"/>
                  </a:lnTo>
                  <a:lnTo>
                    <a:pt x="7530" y="7337"/>
                  </a:lnTo>
                  <a:lnTo>
                    <a:pt x="7222" y="7453"/>
                  </a:lnTo>
                  <a:lnTo>
                    <a:pt x="6913" y="7530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0"/>
                  </a:lnTo>
                  <a:lnTo>
                    <a:pt x="5522" y="7492"/>
                  </a:lnTo>
                  <a:lnTo>
                    <a:pt x="4866" y="7337"/>
                  </a:lnTo>
                  <a:lnTo>
                    <a:pt x="4210" y="7105"/>
                  </a:lnTo>
                  <a:lnTo>
                    <a:pt x="3592" y="6874"/>
                  </a:lnTo>
                  <a:lnTo>
                    <a:pt x="3862" y="6024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3"/>
                  </a:lnTo>
                  <a:lnTo>
                    <a:pt x="5214" y="2742"/>
                  </a:lnTo>
                  <a:lnTo>
                    <a:pt x="5600" y="1931"/>
                  </a:lnTo>
                  <a:lnTo>
                    <a:pt x="6024" y="1159"/>
                  </a:lnTo>
                  <a:lnTo>
                    <a:pt x="6488" y="386"/>
                  </a:lnTo>
                  <a:close/>
                  <a:moveTo>
                    <a:pt x="8805" y="7028"/>
                  </a:moveTo>
                  <a:lnTo>
                    <a:pt x="9230" y="8418"/>
                  </a:lnTo>
                  <a:lnTo>
                    <a:pt x="9577" y="9847"/>
                  </a:lnTo>
                  <a:lnTo>
                    <a:pt x="9847" y="11083"/>
                  </a:lnTo>
                  <a:lnTo>
                    <a:pt x="10079" y="12357"/>
                  </a:lnTo>
                  <a:lnTo>
                    <a:pt x="10233" y="13631"/>
                  </a:lnTo>
                  <a:lnTo>
                    <a:pt x="10388" y="14906"/>
                  </a:lnTo>
                  <a:lnTo>
                    <a:pt x="10465" y="16180"/>
                  </a:lnTo>
                  <a:lnTo>
                    <a:pt x="10504" y="16836"/>
                  </a:lnTo>
                  <a:lnTo>
                    <a:pt x="10504" y="17493"/>
                  </a:lnTo>
                  <a:lnTo>
                    <a:pt x="10504" y="18188"/>
                  </a:lnTo>
                  <a:lnTo>
                    <a:pt x="10427" y="18844"/>
                  </a:lnTo>
                  <a:lnTo>
                    <a:pt x="10311" y="19462"/>
                  </a:lnTo>
                  <a:lnTo>
                    <a:pt x="10118" y="20080"/>
                  </a:lnTo>
                  <a:lnTo>
                    <a:pt x="9886" y="20659"/>
                  </a:lnTo>
                  <a:lnTo>
                    <a:pt x="9538" y="21161"/>
                  </a:lnTo>
                  <a:lnTo>
                    <a:pt x="9384" y="21393"/>
                  </a:lnTo>
                  <a:lnTo>
                    <a:pt x="9152" y="21586"/>
                  </a:lnTo>
                  <a:lnTo>
                    <a:pt x="8959" y="21779"/>
                  </a:lnTo>
                  <a:lnTo>
                    <a:pt x="8728" y="21972"/>
                  </a:lnTo>
                  <a:lnTo>
                    <a:pt x="8496" y="22127"/>
                  </a:lnTo>
                  <a:lnTo>
                    <a:pt x="8226" y="22242"/>
                  </a:lnTo>
                  <a:lnTo>
                    <a:pt x="7955" y="22358"/>
                  </a:lnTo>
                  <a:lnTo>
                    <a:pt x="7685" y="22435"/>
                  </a:lnTo>
                  <a:lnTo>
                    <a:pt x="7415" y="22474"/>
                  </a:lnTo>
                  <a:lnTo>
                    <a:pt x="6797" y="22474"/>
                  </a:lnTo>
                  <a:lnTo>
                    <a:pt x="6488" y="22435"/>
                  </a:lnTo>
                  <a:lnTo>
                    <a:pt x="5909" y="22281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4"/>
                  </a:lnTo>
                  <a:lnTo>
                    <a:pt x="4094" y="20929"/>
                  </a:lnTo>
                  <a:lnTo>
                    <a:pt x="3785" y="20466"/>
                  </a:lnTo>
                  <a:lnTo>
                    <a:pt x="3476" y="19964"/>
                  </a:lnTo>
                  <a:lnTo>
                    <a:pt x="3244" y="19424"/>
                  </a:lnTo>
                  <a:lnTo>
                    <a:pt x="3051" y="18883"/>
                  </a:lnTo>
                  <a:lnTo>
                    <a:pt x="2897" y="18342"/>
                  </a:lnTo>
                  <a:lnTo>
                    <a:pt x="2781" y="17802"/>
                  </a:lnTo>
                  <a:lnTo>
                    <a:pt x="2704" y="17222"/>
                  </a:lnTo>
                  <a:lnTo>
                    <a:pt x="2588" y="16103"/>
                  </a:lnTo>
                  <a:lnTo>
                    <a:pt x="2511" y="14944"/>
                  </a:lnTo>
                  <a:lnTo>
                    <a:pt x="2511" y="13747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2"/>
                  </a:lnTo>
                  <a:lnTo>
                    <a:pt x="3128" y="8689"/>
                  </a:lnTo>
                  <a:lnTo>
                    <a:pt x="3283" y="7916"/>
                  </a:lnTo>
                  <a:lnTo>
                    <a:pt x="3515" y="7183"/>
                  </a:lnTo>
                  <a:lnTo>
                    <a:pt x="4132" y="7453"/>
                  </a:lnTo>
                  <a:lnTo>
                    <a:pt x="4827" y="7685"/>
                  </a:lnTo>
                  <a:lnTo>
                    <a:pt x="5522" y="7839"/>
                  </a:lnTo>
                  <a:lnTo>
                    <a:pt x="5909" y="7916"/>
                  </a:lnTo>
                  <a:lnTo>
                    <a:pt x="6256" y="7916"/>
                  </a:lnTo>
                  <a:lnTo>
                    <a:pt x="6604" y="7955"/>
                  </a:lnTo>
                  <a:lnTo>
                    <a:pt x="6990" y="7916"/>
                  </a:lnTo>
                  <a:lnTo>
                    <a:pt x="7299" y="7878"/>
                  </a:lnTo>
                  <a:lnTo>
                    <a:pt x="7646" y="7762"/>
                  </a:lnTo>
                  <a:lnTo>
                    <a:pt x="7955" y="7646"/>
                  </a:lnTo>
                  <a:lnTo>
                    <a:pt x="8264" y="7492"/>
                  </a:lnTo>
                  <a:lnTo>
                    <a:pt x="8573" y="7260"/>
                  </a:lnTo>
                  <a:lnTo>
                    <a:pt x="8805" y="7028"/>
                  </a:lnTo>
                  <a:close/>
                  <a:moveTo>
                    <a:pt x="8650" y="22474"/>
                  </a:moveTo>
                  <a:lnTo>
                    <a:pt x="8766" y="22822"/>
                  </a:lnTo>
                  <a:lnTo>
                    <a:pt x="8921" y="23169"/>
                  </a:lnTo>
                  <a:lnTo>
                    <a:pt x="8496" y="23401"/>
                  </a:lnTo>
                  <a:lnTo>
                    <a:pt x="8071" y="23555"/>
                  </a:lnTo>
                  <a:lnTo>
                    <a:pt x="7608" y="23633"/>
                  </a:lnTo>
                  <a:lnTo>
                    <a:pt x="7144" y="23671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2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4"/>
                  </a:lnTo>
                  <a:lnTo>
                    <a:pt x="5870" y="22629"/>
                  </a:lnTo>
                  <a:lnTo>
                    <a:pt x="6256" y="22783"/>
                  </a:lnTo>
                  <a:lnTo>
                    <a:pt x="6681" y="22860"/>
                  </a:lnTo>
                  <a:lnTo>
                    <a:pt x="7067" y="22899"/>
                  </a:lnTo>
                  <a:lnTo>
                    <a:pt x="7453" y="22860"/>
                  </a:lnTo>
                  <a:lnTo>
                    <a:pt x="7878" y="22822"/>
                  </a:lnTo>
                  <a:lnTo>
                    <a:pt x="8264" y="22667"/>
                  </a:lnTo>
                  <a:lnTo>
                    <a:pt x="8650" y="22474"/>
                  </a:lnTo>
                  <a:close/>
                  <a:moveTo>
                    <a:pt x="10890" y="16798"/>
                  </a:moveTo>
                  <a:lnTo>
                    <a:pt x="11392" y="17261"/>
                  </a:lnTo>
                  <a:lnTo>
                    <a:pt x="11933" y="17647"/>
                  </a:lnTo>
                  <a:lnTo>
                    <a:pt x="12512" y="18033"/>
                  </a:lnTo>
                  <a:lnTo>
                    <a:pt x="13091" y="18342"/>
                  </a:lnTo>
                  <a:lnTo>
                    <a:pt x="12937" y="19771"/>
                  </a:lnTo>
                  <a:lnTo>
                    <a:pt x="12821" y="21238"/>
                  </a:lnTo>
                  <a:lnTo>
                    <a:pt x="12705" y="24212"/>
                  </a:lnTo>
                  <a:lnTo>
                    <a:pt x="11894" y="23594"/>
                  </a:lnTo>
                  <a:lnTo>
                    <a:pt x="11044" y="23015"/>
                  </a:lnTo>
                  <a:lnTo>
                    <a:pt x="10813" y="22860"/>
                  </a:lnTo>
                  <a:lnTo>
                    <a:pt x="10620" y="22667"/>
                  </a:lnTo>
                  <a:lnTo>
                    <a:pt x="10581" y="22590"/>
                  </a:lnTo>
                  <a:lnTo>
                    <a:pt x="10542" y="22435"/>
                  </a:lnTo>
                  <a:lnTo>
                    <a:pt x="10542" y="22127"/>
                  </a:lnTo>
                  <a:lnTo>
                    <a:pt x="10542" y="21393"/>
                  </a:lnTo>
                  <a:lnTo>
                    <a:pt x="10504" y="20659"/>
                  </a:lnTo>
                  <a:lnTo>
                    <a:pt x="10504" y="20582"/>
                  </a:lnTo>
                  <a:lnTo>
                    <a:pt x="10465" y="20543"/>
                  </a:lnTo>
                  <a:lnTo>
                    <a:pt x="10388" y="20466"/>
                  </a:lnTo>
                  <a:lnTo>
                    <a:pt x="10542" y="19964"/>
                  </a:lnTo>
                  <a:lnTo>
                    <a:pt x="10697" y="19424"/>
                  </a:lnTo>
                  <a:lnTo>
                    <a:pt x="10774" y="18883"/>
                  </a:lnTo>
                  <a:lnTo>
                    <a:pt x="10851" y="18304"/>
                  </a:lnTo>
                  <a:lnTo>
                    <a:pt x="10890" y="17570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4"/>
                  </a:lnTo>
                  <a:lnTo>
                    <a:pt x="6140" y="23826"/>
                  </a:lnTo>
                  <a:lnTo>
                    <a:pt x="6642" y="23941"/>
                  </a:lnTo>
                  <a:lnTo>
                    <a:pt x="7144" y="23980"/>
                  </a:lnTo>
                  <a:lnTo>
                    <a:pt x="7646" y="23980"/>
                  </a:lnTo>
                  <a:lnTo>
                    <a:pt x="8148" y="23864"/>
                  </a:lnTo>
                  <a:lnTo>
                    <a:pt x="8612" y="23710"/>
                  </a:lnTo>
                  <a:lnTo>
                    <a:pt x="9075" y="23439"/>
                  </a:lnTo>
                  <a:lnTo>
                    <a:pt x="9384" y="23903"/>
                  </a:lnTo>
                  <a:lnTo>
                    <a:pt x="8843" y="24173"/>
                  </a:lnTo>
                  <a:lnTo>
                    <a:pt x="8303" y="24366"/>
                  </a:lnTo>
                  <a:lnTo>
                    <a:pt x="7762" y="24482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3"/>
                  </a:lnTo>
                  <a:lnTo>
                    <a:pt x="5561" y="24289"/>
                  </a:lnTo>
                  <a:lnTo>
                    <a:pt x="4982" y="24096"/>
                  </a:lnTo>
                  <a:lnTo>
                    <a:pt x="5059" y="23903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7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2"/>
                  </a:lnTo>
                  <a:lnTo>
                    <a:pt x="2974" y="19771"/>
                  </a:lnTo>
                  <a:lnTo>
                    <a:pt x="3244" y="20312"/>
                  </a:lnTo>
                  <a:lnTo>
                    <a:pt x="3244" y="20350"/>
                  </a:lnTo>
                  <a:lnTo>
                    <a:pt x="3206" y="21200"/>
                  </a:lnTo>
                  <a:lnTo>
                    <a:pt x="3244" y="22049"/>
                  </a:lnTo>
                  <a:lnTo>
                    <a:pt x="3283" y="22358"/>
                  </a:lnTo>
                  <a:lnTo>
                    <a:pt x="3321" y="22706"/>
                  </a:lnTo>
                  <a:lnTo>
                    <a:pt x="3321" y="23053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8"/>
                  </a:lnTo>
                  <a:lnTo>
                    <a:pt x="3051" y="23633"/>
                  </a:lnTo>
                  <a:lnTo>
                    <a:pt x="2704" y="23903"/>
                  </a:lnTo>
                  <a:lnTo>
                    <a:pt x="2009" y="24405"/>
                  </a:lnTo>
                  <a:lnTo>
                    <a:pt x="773" y="25409"/>
                  </a:lnTo>
                  <a:lnTo>
                    <a:pt x="811" y="24675"/>
                  </a:lnTo>
                  <a:lnTo>
                    <a:pt x="850" y="23941"/>
                  </a:lnTo>
                  <a:lnTo>
                    <a:pt x="811" y="23169"/>
                  </a:lnTo>
                  <a:lnTo>
                    <a:pt x="773" y="22435"/>
                  </a:lnTo>
                  <a:lnTo>
                    <a:pt x="657" y="21238"/>
                  </a:lnTo>
                  <a:lnTo>
                    <a:pt x="503" y="20466"/>
                  </a:lnTo>
                  <a:lnTo>
                    <a:pt x="425" y="20080"/>
                  </a:lnTo>
                  <a:lnTo>
                    <a:pt x="464" y="19694"/>
                  </a:lnTo>
                  <a:lnTo>
                    <a:pt x="503" y="19655"/>
                  </a:lnTo>
                  <a:lnTo>
                    <a:pt x="541" y="19578"/>
                  </a:lnTo>
                  <a:lnTo>
                    <a:pt x="541" y="19539"/>
                  </a:lnTo>
                  <a:lnTo>
                    <a:pt x="541" y="19462"/>
                  </a:lnTo>
                  <a:lnTo>
                    <a:pt x="1429" y="18420"/>
                  </a:lnTo>
                  <a:lnTo>
                    <a:pt x="2356" y="17377"/>
                  </a:lnTo>
                  <a:close/>
                  <a:moveTo>
                    <a:pt x="8148" y="24830"/>
                  </a:moveTo>
                  <a:lnTo>
                    <a:pt x="8148" y="25061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7"/>
                  </a:lnTo>
                  <a:lnTo>
                    <a:pt x="7878" y="25216"/>
                  </a:lnTo>
                  <a:lnTo>
                    <a:pt x="7839" y="25293"/>
                  </a:lnTo>
                  <a:lnTo>
                    <a:pt x="7839" y="25370"/>
                  </a:lnTo>
                  <a:lnTo>
                    <a:pt x="7994" y="25872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59"/>
                  </a:lnTo>
                  <a:lnTo>
                    <a:pt x="8148" y="28961"/>
                  </a:lnTo>
                  <a:lnTo>
                    <a:pt x="8071" y="29502"/>
                  </a:lnTo>
                  <a:lnTo>
                    <a:pt x="7762" y="29193"/>
                  </a:lnTo>
                  <a:lnTo>
                    <a:pt x="7453" y="28884"/>
                  </a:lnTo>
                  <a:lnTo>
                    <a:pt x="7260" y="28537"/>
                  </a:lnTo>
                  <a:lnTo>
                    <a:pt x="7067" y="28189"/>
                  </a:lnTo>
                  <a:lnTo>
                    <a:pt x="6951" y="27803"/>
                  </a:lnTo>
                  <a:lnTo>
                    <a:pt x="6874" y="27417"/>
                  </a:lnTo>
                  <a:lnTo>
                    <a:pt x="6835" y="26953"/>
                  </a:lnTo>
                  <a:lnTo>
                    <a:pt x="6835" y="26490"/>
                  </a:lnTo>
                  <a:lnTo>
                    <a:pt x="6874" y="26104"/>
                  </a:lnTo>
                  <a:lnTo>
                    <a:pt x="6874" y="25756"/>
                  </a:lnTo>
                  <a:lnTo>
                    <a:pt x="6835" y="25602"/>
                  </a:lnTo>
                  <a:lnTo>
                    <a:pt x="6758" y="25486"/>
                  </a:lnTo>
                  <a:lnTo>
                    <a:pt x="6642" y="25370"/>
                  </a:lnTo>
                  <a:lnTo>
                    <a:pt x="6488" y="25293"/>
                  </a:lnTo>
                  <a:lnTo>
                    <a:pt x="6604" y="25100"/>
                  </a:lnTo>
                  <a:lnTo>
                    <a:pt x="6720" y="24984"/>
                  </a:lnTo>
                  <a:lnTo>
                    <a:pt x="7106" y="24984"/>
                  </a:lnTo>
                  <a:lnTo>
                    <a:pt x="7453" y="24945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4"/>
                  </a:lnTo>
                  <a:lnTo>
                    <a:pt x="9500" y="25409"/>
                  </a:lnTo>
                  <a:lnTo>
                    <a:pt x="9809" y="25795"/>
                  </a:lnTo>
                  <a:lnTo>
                    <a:pt x="10118" y="26258"/>
                  </a:lnTo>
                  <a:lnTo>
                    <a:pt x="9847" y="26220"/>
                  </a:lnTo>
                  <a:lnTo>
                    <a:pt x="9616" y="26104"/>
                  </a:lnTo>
                  <a:lnTo>
                    <a:pt x="9423" y="25949"/>
                  </a:lnTo>
                  <a:lnTo>
                    <a:pt x="9230" y="25756"/>
                  </a:lnTo>
                  <a:lnTo>
                    <a:pt x="9191" y="25679"/>
                  </a:lnTo>
                  <a:lnTo>
                    <a:pt x="8998" y="25679"/>
                  </a:lnTo>
                  <a:lnTo>
                    <a:pt x="8959" y="25718"/>
                  </a:lnTo>
                  <a:lnTo>
                    <a:pt x="8921" y="25795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0"/>
                  </a:lnTo>
                  <a:lnTo>
                    <a:pt x="9423" y="27069"/>
                  </a:lnTo>
                  <a:lnTo>
                    <a:pt x="9500" y="27378"/>
                  </a:lnTo>
                  <a:lnTo>
                    <a:pt x="9538" y="27687"/>
                  </a:lnTo>
                  <a:lnTo>
                    <a:pt x="9538" y="27996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79"/>
                  </a:lnTo>
                  <a:lnTo>
                    <a:pt x="9230" y="29888"/>
                  </a:lnTo>
                  <a:lnTo>
                    <a:pt x="9075" y="30158"/>
                  </a:lnTo>
                  <a:lnTo>
                    <a:pt x="8921" y="30429"/>
                  </a:lnTo>
                  <a:lnTo>
                    <a:pt x="8728" y="30660"/>
                  </a:lnTo>
                  <a:lnTo>
                    <a:pt x="8534" y="30776"/>
                  </a:lnTo>
                  <a:lnTo>
                    <a:pt x="8341" y="30853"/>
                  </a:lnTo>
                  <a:lnTo>
                    <a:pt x="8187" y="30853"/>
                  </a:lnTo>
                  <a:lnTo>
                    <a:pt x="7994" y="30776"/>
                  </a:lnTo>
                  <a:lnTo>
                    <a:pt x="7839" y="30699"/>
                  </a:lnTo>
                  <a:lnTo>
                    <a:pt x="7685" y="30583"/>
                  </a:lnTo>
                  <a:lnTo>
                    <a:pt x="7376" y="30274"/>
                  </a:lnTo>
                  <a:lnTo>
                    <a:pt x="6874" y="29772"/>
                  </a:lnTo>
                  <a:lnTo>
                    <a:pt x="6681" y="29502"/>
                  </a:lnTo>
                  <a:lnTo>
                    <a:pt x="6488" y="29193"/>
                  </a:lnTo>
                  <a:lnTo>
                    <a:pt x="6295" y="28846"/>
                  </a:lnTo>
                  <a:lnTo>
                    <a:pt x="6102" y="28459"/>
                  </a:lnTo>
                  <a:lnTo>
                    <a:pt x="5986" y="28073"/>
                  </a:lnTo>
                  <a:lnTo>
                    <a:pt x="5909" y="27687"/>
                  </a:lnTo>
                  <a:lnTo>
                    <a:pt x="5870" y="27262"/>
                  </a:lnTo>
                  <a:lnTo>
                    <a:pt x="5870" y="26876"/>
                  </a:lnTo>
                  <a:lnTo>
                    <a:pt x="5909" y="26490"/>
                  </a:lnTo>
                  <a:lnTo>
                    <a:pt x="6024" y="26065"/>
                  </a:lnTo>
                  <a:lnTo>
                    <a:pt x="6024" y="25949"/>
                  </a:lnTo>
                  <a:lnTo>
                    <a:pt x="5947" y="25911"/>
                  </a:lnTo>
                  <a:lnTo>
                    <a:pt x="5870" y="25872"/>
                  </a:lnTo>
                  <a:lnTo>
                    <a:pt x="5793" y="25872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7"/>
                  </a:lnTo>
                  <a:lnTo>
                    <a:pt x="5445" y="25100"/>
                  </a:lnTo>
                  <a:lnTo>
                    <a:pt x="5716" y="24752"/>
                  </a:lnTo>
                  <a:lnTo>
                    <a:pt x="6102" y="24868"/>
                  </a:lnTo>
                  <a:lnTo>
                    <a:pt x="6488" y="24945"/>
                  </a:lnTo>
                  <a:lnTo>
                    <a:pt x="6333" y="25100"/>
                  </a:lnTo>
                  <a:lnTo>
                    <a:pt x="6179" y="25293"/>
                  </a:lnTo>
                  <a:lnTo>
                    <a:pt x="6179" y="25370"/>
                  </a:lnTo>
                  <a:lnTo>
                    <a:pt x="6179" y="25447"/>
                  </a:lnTo>
                  <a:lnTo>
                    <a:pt x="6256" y="25486"/>
                  </a:lnTo>
                  <a:lnTo>
                    <a:pt x="6295" y="25486"/>
                  </a:lnTo>
                  <a:lnTo>
                    <a:pt x="6372" y="25525"/>
                  </a:lnTo>
                  <a:lnTo>
                    <a:pt x="6449" y="25602"/>
                  </a:lnTo>
                  <a:lnTo>
                    <a:pt x="6526" y="25795"/>
                  </a:lnTo>
                  <a:lnTo>
                    <a:pt x="6565" y="26104"/>
                  </a:lnTo>
                  <a:lnTo>
                    <a:pt x="6604" y="26451"/>
                  </a:lnTo>
                  <a:lnTo>
                    <a:pt x="6604" y="27146"/>
                  </a:lnTo>
                  <a:lnTo>
                    <a:pt x="6604" y="27610"/>
                  </a:lnTo>
                  <a:lnTo>
                    <a:pt x="6681" y="28073"/>
                  </a:lnTo>
                  <a:lnTo>
                    <a:pt x="6835" y="28498"/>
                  </a:lnTo>
                  <a:lnTo>
                    <a:pt x="7067" y="28923"/>
                  </a:lnTo>
                  <a:lnTo>
                    <a:pt x="7376" y="29309"/>
                  </a:lnTo>
                  <a:lnTo>
                    <a:pt x="7569" y="29463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49"/>
                  </a:lnTo>
                  <a:lnTo>
                    <a:pt x="8264" y="29849"/>
                  </a:lnTo>
                  <a:lnTo>
                    <a:pt x="8303" y="29811"/>
                  </a:lnTo>
                  <a:lnTo>
                    <a:pt x="8303" y="29734"/>
                  </a:lnTo>
                  <a:lnTo>
                    <a:pt x="8303" y="29695"/>
                  </a:lnTo>
                  <a:lnTo>
                    <a:pt x="8303" y="29656"/>
                  </a:lnTo>
                  <a:lnTo>
                    <a:pt x="8419" y="29154"/>
                  </a:lnTo>
                  <a:lnTo>
                    <a:pt x="8496" y="28614"/>
                  </a:lnTo>
                  <a:lnTo>
                    <a:pt x="8534" y="28112"/>
                  </a:lnTo>
                  <a:lnTo>
                    <a:pt x="8534" y="27571"/>
                  </a:lnTo>
                  <a:lnTo>
                    <a:pt x="8534" y="27069"/>
                  </a:lnTo>
                  <a:lnTo>
                    <a:pt x="8457" y="26567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6"/>
                  </a:lnTo>
                  <a:lnTo>
                    <a:pt x="8650" y="25409"/>
                  </a:lnTo>
                  <a:lnTo>
                    <a:pt x="8650" y="25370"/>
                  </a:lnTo>
                  <a:lnTo>
                    <a:pt x="8612" y="25293"/>
                  </a:lnTo>
                  <a:lnTo>
                    <a:pt x="8380" y="24791"/>
                  </a:lnTo>
                  <a:lnTo>
                    <a:pt x="8805" y="24637"/>
                  </a:lnTo>
                  <a:close/>
                  <a:moveTo>
                    <a:pt x="6449" y="0"/>
                  </a:moveTo>
                  <a:lnTo>
                    <a:pt x="6411" y="39"/>
                  </a:lnTo>
                  <a:lnTo>
                    <a:pt x="6411" y="116"/>
                  </a:lnTo>
                  <a:lnTo>
                    <a:pt x="6333" y="116"/>
                  </a:lnTo>
                  <a:lnTo>
                    <a:pt x="6295" y="193"/>
                  </a:lnTo>
                  <a:lnTo>
                    <a:pt x="5600" y="1275"/>
                  </a:lnTo>
                  <a:lnTo>
                    <a:pt x="4943" y="2433"/>
                  </a:lnTo>
                  <a:lnTo>
                    <a:pt x="4403" y="3591"/>
                  </a:lnTo>
                  <a:lnTo>
                    <a:pt x="3901" y="4827"/>
                  </a:lnTo>
                  <a:lnTo>
                    <a:pt x="3437" y="6063"/>
                  </a:lnTo>
                  <a:lnTo>
                    <a:pt x="3090" y="7298"/>
                  </a:lnTo>
                  <a:lnTo>
                    <a:pt x="2742" y="8573"/>
                  </a:lnTo>
                  <a:lnTo>
                    <a:pt x="2511" y="9847"/>
                  </a:lnTo>
                  <a:lnTo>
                    <a:pt x="2317" y="11160"/>
                  </a:lnTo>
                  <a:lnTo>
                    <a:pt x="2202" y="12473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8"/>
                  </a:lnTo>
                  <a:lnTo>
                    <a:pt x="541" y="18806"/>
                  </a:lnTo>
                  <a:lnTo>
                    <a:pt x="39" y="19462"/>
                  </a:lnTo>
                  <a:lnTo>
                    <a:pt x="1" y="19501"/>
                  </a:lnTo>
                  <a:lnTo>
                    <a:pt x="1" y="19578"/>
                  </a:lnTo>
                  <a:lnTo>
                    <a:pt x="78" y="19694"/>
                  </a:lnTo>
                  <a:lnTo>
                    <a:pt x="39" y="19964"/>
                  </a:lnTo>
                  <a:lnTo>
                    <a:pt x="39" y="20273"/>
                  </a:lnTo>
                  <a:lnTo>
                    <a:pt x="39" y="20543"/>
                  </a:lnTo>
                  <a:lnTo>
                    <a:pt x="78" y="20852"/>
                  </a:lnTo>
                  <a:lnTo>
                    <a:pt x="194" y="21431"/>
                  </a:lnTo>
                  <a:lnTo>
                    <a:pt x="309" y="22011"/>
                  </a:lnTo>
                  <a:lnTo>
                    <a:pt x="387" y="22899"/>
                  </a:lnTo>
                  <a:lnTo>
                    <a:pt x="425" y="23748"/>
                  </a:lnTo>
                  <a:lnTo>
                    <a:pt x="425" y="24637"/>
                  </a:lnTo>
                  <a:lnTo>
                    <a:pt x="387" y="25486"/>
                  </a:lnTo>
                  <a:lnTo>
                    <a:pt x="387" y="25602"/>
                  </a:lnTo>
                  <a:lnTo>
                    <a:pt x="464" y="25640"/>
                  </a:lnTo>
                  <a:lnTo>
                    <a:pt x="503" y="25679"/>
                  </a:lnTo>
                  <a:lnTo>
                    <a:pt x="580" y="25679"/>
                  </a:lnTo>
                  <a:lnTo>
                    <a:pt x="618" y="25756"/>
                  </a:lnTo>
                  <a:lnTo>
                    <a:pt x="696" y="25795"/>
                  </a:lnTo>
                  <a:lnTo>
                    <a:pt x="811" y="25795"/>
                  </a:lnTo>
                  <a:lnTo>
                    <a:pt x="1584" y="25254"/>
                  </a:lnTo>
                  <a:lnTo>
                    <a:pt x="2279" y="24714"/>
                  </a:lnTo>
                  <a:lnTo>
                    <a:pt x="3746" y="23594"/>
                  </a:lnTo>
                  <a:lnTo>
                    <a:pt x="3785" y="23478"/>
                  </a:lnTo>
                  <a:lnTo>
                    <a:pt x="3785" y="23362"/>
                  </a:lnTo>
                  <a:lnTo>
                    <a:pt x="3630" y="22088"/>
                  </a:lnTo>
                  <a:lnTo>
                    <a:pt x="3592" y="20814"/>
                  </a:lnTo>
                  <a:lnTo>
                    <a:pt x="3939" y="21277"/>
                  </a:lnTo>
                  <a:lnTo>
                    <a:pt x="4364" y="21663"/>
                  </a:lnTo>
                  <a:lnTo>
                    <a:pt x="4789" y="22049"/>
                  </a:lnTo>
                  <a:lnTo>
                    <a:pt x="5252" y="22358"/>
                  </a:lnTo>
                  <a:lnTo>
                    <a:pt x="5059" y="22744"/>
                  </a:lnTo>
                  <a:lnTo>
                    <a:pt x="4866" y="23169"/>
                  </a:lnTo>
                  <a:lnTo>
                    <a:pt x="4712" y="23633"/>
                  </a:lnTo>
                  <a:lnTo>
                    <a:pt x="4673" y="23864"/>
                  </a:lnTo>
                  <a:lnTo>
                    <a:pt x="4712" y="24096"/>
                  </a:lnTo>
                  <a:lnTo>
                    <a:pt x="4750" y="24173"/>
                  </a:lnTo>
                  <a:lnTo>
                    <a:pt x="4789" y="24212"/>
                  </a:lnTo>
                  <a:lnTo>
                    <a:pt x="4827" y="24250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5"/>
                  </a:lnTo>
                  <a:lnTo>
                    <a:pt x="5329" y="24868"/>
                  </a:lnTo>
                  <a:lnTo>
                    <a:pt x="5175" y="25061"/>
                  </a:lnTo>
                  <a:lnTo>
                    <a:pt x="5020" y="25254"/>
                  </a:lnTo>
                  <a:lnTo>
                    <a:pt x="4905" y="25486"/>
                  </a:lnTo>
                  <a:lnTo>
                    <a:pt x="4827" y="25718"/>
                  </a:lnTo>
                  <a:lnTo>
                    <a:pt x="4750" y="25949"/>
                  </a:lnTo>
                  <a:lnTo>
                    <a:pt x="4712" y="26220"/>
                  </a:lnTo>
                  <a:lnTo>
                    <a:pt x="4712" y="26490"/>
                  </a:lnTo>
                  <a:lnTo>
                    <a:pt x="4712" y="26567"/>
                  </a:lnTo>
                  <a:lnTo>
                    <a:pt x="4789" y="26644"/>
                  </a:lnTo>
                  <a:lnTo>
                    <a:pt x="4943" y="26644"/>
                  </a:lnTo>
                  <a:lnTo>
                    <a:pt x="5638" y="26297"/>
                  </a:lnTo>
                  <a:lnTo>
                    <a:pt x="5638" y="26297"/>
                  </a:lnTo>
                  <a:lnTo>
                    <a:pt x="5561" y="26722"/>
                  </a:lnTo>
                  <a:lnTo>
                    <a:pt x="5561" y="27146"/>
                  </a:lnTo>
                  <a:lnTo>
                    <a:pt x="5561" y="27533"/>
                  </a:lnTo>
                  <a:lnTo>
                    <a:pt x="5638" y="27957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6"/>
                  </a:lnTo>
                  <a:lnTo>
                    <a:pt x="6256" y="29463"/>
                  </a:lnTo>
                  <a:lnTo>
                    <a:pt x="6642" y="30004"/>
                  </a:lnTo>
                  <a:lnTo>
                    <a:pt x="6913" y="30351"/>
                  </a:lnTo>
                  <a:lnTo>
                    <a:pt x="7183" y="30660"/>
                  </a:lnTo>
                  <a:lnTo>
                    <a:pt x="7530" y="30969"/>
                  </a:lnTo>
                  <a:lnTo>
                    <a:pt x="7839" y="31162"/>
                  </a:lnTo>
                  <a:lnTo>
                    <a:pt x="7994" y="31240"/>
                  </a:lnTo>
                  <a:lnTo>
                    <a:pt x="8148" y="31317"/>
                  </a:lnTo>
                  <a:lnTo>
                    <a:pt x="8303" y="31317"/>
                  </a:lnTo>
                  <a:lnTo>
                    <a:pt x="8457" y="31278"/>
                  </a:lnTo>
                  <a:lnTo>
                    <a:pt x="8612" y="31240"/>
                  </a:lnTo>
                  <a:lnTo>
                    <a:pt x="8766" y="31162"/>
                  </a:lnTo>
                  <a:lnTo>
                    <a:pt x="8998" y="30892"/>
                  </a:lnTo>
                  <a:lnTo>
                    <a:pt x="9230" y="30583"/>
                  </a:lnTo>
                  <a:lnTo>
                    <a:pt x="9423" y="30236"/>
                  </a:lnTo>
                  <a:lnTo>
                    <a:pt x="9577" y="29849"/>
                  </a:lnTo>
                  <a:lnTo>
                    <a:pt x="9693" y="29463"/>
                  </a:lnTo>
                  <a:lnTo>
                    <a:pt x="9847" y="28807"/>
                  </a:lnTo>
                  <a:lnTo>
                    <a:pt x="9886" y="28228"/>
                  </a:lnTo>
                  <a:lnTo>
                    <a:pt x="9847" y="27610"/>
                  </a:lnTo>
                  <a:lnTo>
                    <a:pt x="9770" y="27031"/>
                  </a:lnTo>
                  <a:lnTo>
                    <a:pt x="9577" y="26490"/>
                  </a:lnTo>
                  <a:lnTo>
                    <a:pt x="9770" y="26529"/>
                  </a:lnTo>
                  <a:lnTo>
                    <a:pt x="9963" y="26567"/>
                  </a:lnTo>
                  <a:lnTo>
                    <a:pt x="10156" y="26606"/>
                  </a:lnTo>
                  <a:lnTo>
                    <a:pt x="10388" y="26606"/>
                  </a:lnTo>
                  <a:lnTo>
                    <a:pt x="10465" y="26567"/>
                  </a:lnTo>
                  <a:lnTo>
                    <a:pt x="10542" y="26529"/>
                  </a:lnTo>
                  <a:lnTo>
                    <a:pt x="10542" y="26451"/>
                  </a:lnTo>
                  <a:lnTo>
                    <a:pt x="10542" y="26336"/>
                  </a:lnTo>
                  <a:lnTo>
                    <a:pt x="10233" y="25834"/>
                  </a:lnTo>
                  <a:lnTo>
                    <a:pt x="9925" y="25332"/>
                  </a:lnTo>
                  <a:lnTo>
                    <a:pt x="9538" y="24868"/>
                  </a:lnTo>
                  <a:lnTo>
                    <a:pt x="9114" y="24482"/>
                  </a:lnTo>
                  <a:lnTo>
                    <a:pt x="9616" y="24135"/>
                  </a:lnTo>
                  <a:lnTo>
                    <a:pt x="9693" y="24057"/>
                  </a:lnTo>
                  <a:lnTo>
                    <a:pt x="9732" y="23980"/>
                  </a:lnTo>
                  <a:lnTo>
                    <a:pt x="9770" y="23941"/>
                  </a:lnTo>
                  <a:lnTo>
                    <a:pt x="9732" y="23864"/>
                  </a:lnTo>
                  <a:lnTo>
                    <a:pt x="9307" y="23092"/>
                  </a:lnTo>
                  <a:lnTo>
                    <a:pt x="9114" y="22706"/>
                  </a:lnTo>
                  <a:lnTo>
                    <a:pt x="8959" y="22281"/>
                  </a:lnTo>
                  <a:lnTo>
                    <a:pt x="9114" y="22204"/>
                  </a:lnTo>
                  <a:lnTo>
                    <a:pt x="9423" y="21933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8"/>
                  </a:lnTo>
                  <a:lnTo>
                    <a:pt x="10118" y="21895"/>
                  </a:lnTo>
                  <a:lnTo>
                    <a:pt x="10040" y="22822"/>
                  </a:lnTo>
                  <a:lnTo>
                    <a:pt x="10079" y="22899"/>
                  </a:lnTo>
                  <a:lnTo>
                    <a:pt x="10156" y="22976"/>
                  </a:lnTo>
                  <a:lnTo>
                    <a:pt x="10813" y="23401"/>
                  </a:lnTo>
                  <a:lnTo>
                    <a:pt x="11469" y="23826"/>
                  </a:lnTo>
                  <a:lnTo>
                    <a:pt x="12126" y="24289"/>
                  </a:lnTo>
                  <a:lnTo>
                    <a:pt x="12743" y="24752"/>
                  </a:lnTo>
                  <a:lnTo>
                    <a:pt x="12859" y="24830"/>
                  </a:lnTo>
                  <a:lnTo>
                    <a:pt x="12975" y="24791"/>
                  </a:lnTo>
                  <a:lnTo>
                    <a:pt x="13052" y="24752"/>
                  </a:lnTo>
                  <a:lnTo>
                    <a:pt x="13091" y="24637"/>
                  </a:lnTo>
                  <a:lnTo>
                    <a:pt x="13323" y="21393"/>
                  </a:lnTo>
                  <a:lnTo>
                    <a:pt x="13400" y="19771"/>
                  </a:lnTo>
                  <a:lnTo>
                    <a:pt x="13439" y="18960"/>
                  </a:lnTo>
                  <a:lnTo>
                    <a:pt x="13400" y="18188"/>
                  </a:lnTo>
                  <a:lnTo>
                    <a:pt x="13361" y="18072"/>
                  </a:lnTo>
                  <a:lnTo>
                    <a:pt x="13323" y="18033"/>
                  </a:lnTo>
                  <a:lnTo>
                    <a:pt x="13284" y="18033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4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5" y="14558"/>
                  </a:lnTo>
                  <a:lnTo>
                    <a:pt x="10620" y="13631"/>
                  </a:lnTo>
                  <a:lnTo>
                    <a:pt x="10504" y="12705"/>
                  </a:lnTo>
                  <a:lnTo>
                    <a:pt x="10233" y="11121"/>
                  </a:lnTo>
                  <a:lnTo>
                    <a:pt x="9886" y="9538"/>
                  </a:lnTo>
                  <a:lnTo>
                    <a:pt x="9500" y="7955"/>
                  </a:lnTo>
                  <a:lnTo>
                    <a:pt x="9036" y="6410"/>
                  </a:lnTo>
                  <a:lnTo>
                    <a:pt x="8534" y="4866"/>
                  </a:lnTo>
                  <a:lnTo>
                    <a:pt x="7994" y="3321"/>
                  </a:lnTo>
                  <a:lnTo>
                    <a:pt x="7415" y="1815"/>
                  </a:lnTo>
                  <a:lnTo>
                    <a:pt x="6835" y="309"/>
                  </a:lnTo>
                  <a:lnTo>
                    <a:pt x="6797" y="232"/>
                  </a:lnTo>
                  <a:lnTo>
                    <a:pt x="6720" y="193"/>
                  </a:lnTo>
                  <a:lnTo>
                    <a:pt x="6642" y="155"/>
                  </a:lnTo>
                  <a:lnTo>
                    <a:pt x="6604" y="39"/>
                  </a:lnTo>
                  <a:lnTo>
                    <a:pt x="652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2"/>
            <p:cNvSpPr/>
            <p:nvPr/>
          </p:nvSpPr>
          <p:spPr>
            <a:xfrm>
              <a:off x="6111425" y="397392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3" y="387"/>
                  </a:moveTo>
                  <a:lnTo>
                    <a:pt x="1121" y="425"/>
                  </a:lnTo>
                  <a:lnTo>
                    <a:pt x="1198" y="464"/>
                  </a:lnTo>
                  <a:lnTo>
                    <a:pt x="1237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7" y="1120"/>
                  </a:lnTo>
                  <a:lnTo>
                    <a:pt x="1159" y="1198"/>
                  </a:lnTo>
                  <a:lnTo>
                    <a:pt x="1082" y="1236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1" y="1159"/>
                  </a:lnTo>
                  <a:lnTo>
                    <a:pt x="464" y="1082"/>
                  </a:lnTo>
                  <a:lnTo>
                    <a:pt x="426" y="1004"/>
                  </a:lnTo>
                  <a:lnTo>
                    <a:pt x="387" y="889"/>
                  </a:lnTo>
                  <a:lnTo>
                    <a:pt x="387" y="773"/>
                  </a:lnTo>
                  <a:lnTo>
                    <a:pt x="464" y="580"/>
                  </a:lnTo>
                  <a:lnTo>
                    <a:pt x="541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7"/>
                  </a:lnTo>
                  <a:close/>
                  <a:moveTo>
                    <a:pt x="889" y="0"/>
                  </a:moveTo>
                  <a:lnTo>
                    <a:pt x="735" y="39"/>
                  </a:lnTo>
                  <a:lnTo>
                    <a:pt x="619" y="78"/>
                  </a:lnTo>
                  <a:lnTo>
                    <a:pt x="503" y="155"/>
                  </a:lnTo>
                  <a:lnTo>
                    <a:pt x="348" y="232"/>
                  </a:lnTo>
                  <a:lnTo>
                    <a:pt x="233" y="309"/>
                  </a:lnTo>
                  <a:lnTo>
                    <a:pt x="155" y="464"/>
                  </a:lnTo>
                  <a:lnTo>
                    <a:pt x="78" y="580"/>
                  </a:lnTo>
                  <a:lnTo>
                    <a:pt x="39" y="734"/>
                  </a:lnTo>
                  <a:lnTo>
                    <a:pt x="1" y="889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4" y="1352"/>
                  </a:lnTo>
                  <a:lnTo>
                    <a:pt x="310" y="1468"/>
                  </a:lnTo>
                  <a:lnTo>
                    <a:pt x="464" y="1584"/>
                  </a:lnTo>
                  <a:lnTo>
                    <a:pt x="657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45"/>
                  </a:lnTo>
                  <a:lnTo>
                    <a:pt x="1507" y="1429"/>
                  </a:lnTo>
                  <a:lnTo>
                    <a:pt x="1584" y="1275"/>
                  </a:lnTo>
                  <a:lnTo>
                    <a:pt x="1661" y="1120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80"/>
                  </a:lnTo>
                  <a:lnTo>
                    <a:pt x="1584" y="387"/>
                  </a:lnTo>
                  <a:lnTo>
                    <a:pt x="1507" y="271"/>
                  </a:lnTo>
                  <a:lnTo>
                    <a:pt x="1391" y="194"/>
                  </a:lnTo>
                  <a:lnTo>
                    <a:pt x="1275" y="116"/>
                  </a:lnTo>
                  <a:lnTo>
                    <a:pt x="1005" y="39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2"/>
            <p:cNvSpPr/>
            <p:nvPr/>
          </p:nvSpPr>
          <p:spPr>
            <a:xfrm>
              <a:off x="5921250" y="4000950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32" y="1"/>
                  </a:moveTo>
                  <a:lnTo>
                    <a:pt x="117" y="39"/>
                  </a:lnTo>
                  <a:lnTo>
                    <a:pt x="1" y="155"/>
                  </a:lnTo>
                  <a:lnTo>
                    <a:pt x="1" y="271"/>
                  </a:lnTo>
                  <a:lnTo>
                    <a:pt x="1" y="387"/>
                  </a:lnTo>
                  <a:lnTo>
                    <a:pt x="310" y="889"/>
                  </a:lnTo>
                  <a:lnTo>
                    <a:pt x="657" y="1391"/>
                  </a:lnTo>
                  <a:lnTo>
                    <a:pt x="1005" y="1893"/>
                  </a:lnTo>
                  <a:lnTo>
                    <a:pt x="1352" y="2356"/>
                  </a:lnTo>
                  <a:lnTo>
                    <a:pt x="1777" y="2781"/>
                  </a:lnTo>
                  <a:lnTo>
                    <a:pt x="2202" y="3206"/>
                  </a:lnTo>
                  <a:lnTo>
                    <a:pt x="2665" y="3592"/>
                  </a:lnTo>
                  <a:lnTo>
                    <a:pt x="3167" y="3901"/>
                  </a:lnTo>
                  <a:lnTo>
                    <a:pt x="3515" y="3785"/>
                  </a:lnTo>
                  <a:lnTo>
                    <a:pt x="2742" y="3013"/>
                  </a:lnTo>
                  <a:lnTo>
                    <a:pt x="2009" y="2240"/>
                  </a:lnTo>
                  <a:lnTo>
                    <a:pt x="1314" y="1429"/>
                  </a:lnTo>
                  <a:lnTo>
                    <a:pt x="1005" y="1005"/>
                  </a:lnTo>
                  <a:lnTo>
                    <a:pt x="696" y="580"/>
                  </a:lnTo>
                  <a:lnTo>
                    <a:pt x="1584" y="696"/>
                  </a:lnTo>
                  <a:lnTo>
                    <a:pt x="2472" y="889"/>
                  </a:lnTo>
                  <a:lnTo>
                    <a:pt x="2974" y="1043"/>
                  </a:lnTo>
                  <a:lnTo>
                    <a:pt x="3476" y="1236"/>
                  </a:lnTo>
                  <a:lnTo>
                    <a:pt x="3978" y="1391"/>
                  </a:lnTo>
                  <a:lnTo>
                    <a:pt x="4480" y="1507"/>
                  </a:lnTo>
                  <a:lnTo>
                    <a:pt x="4557" y="1507"/>
                  </a:lnTo>
                  <a:lnTo>
                    <a:pt x="4635" y="1584"/>
                  </a:lnTo>
                  <a:lnTo>
                    <a:pt x="4789" y="1584"/>
                  </a:lnTo>
                  <a:lnTo>
                    <a:pt x="4866" y="1507"/>
                  </a:lnTo>
                  <a:lnTo>
                    <a:pt x="4943" y="1429"/>
                  </a:lnTo>
                  <a:lnTo>
                    <a:pt x="4596" y="1159"/>
                  </a:lnTo>
                  <a:lnTo>
                    <a:pt x="4133" y="889"/>
                  </a:lnTo>
                  <a:lnTo>
                    <a:pt x="3592" y="657"/>
                  </a:lnTo>
                  <a:lnTo>
                    <a:pt x="3051" y="464"/>
                  </a:lnTo>
                  <a:lnTo>
                    <a:pt x="2511" y="310"/>
                  </a:lnTo>
                  <a:lnTo>
                    <a:pt x="1893" y="194"/>
                  </a:lnTo>
                  <a:lnTo>
                    <a:pt x="1314" y="117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2"/>
            <p:cNvSpPr/>
            <p:nvPr/>
          </p:nvSpPr>
          <p:spPr>
            <a:xfrm>
              <a:off x="6044825" y="4051150"/>
              <a:ext cx="126475" cy="70500"/>
            </a:xfrm>
            <a:custGeom>
              <a:avLst/>
              <a:gdLst/>
              <a:ahLst/>
              <a:cxnLst/>
              <a:rect l="l" t="t" r="r" b="b"/>
              <a:pathLst>
                <a:path w="5059" h="2820" extrusionOk="0">
                  <a:moveTo>
                    <a:pt x="4905" y="1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42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433"/>
                  </a:lnTo>
                  <a:lnTo>
                    <a:pt x="39" y="2511"/>
                  </a:lnTo>
                  <a:lnTo>
                    <a:pt x="0" y="2588"/>
                  </a:lnTo>
                  <a:lnTo>
                    <a:pt x="39" y="2704"/>
                  </a:lnTo>
                  <a:lnTo>
                    <a:pt x="116" y="2781"/>
                  </a:lnTo>
                  <a:lnTo>
                    <a:pt x="387" y="2820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95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121"/>
                  </a:lnTo>
                  <a:lnTo>
                    <a:pt x="4596" y="734"/>
                  </a:lnTo>
                  <a:lnTo>
                    <a:pt x="5059" y="348"/>
                  </a:lnTo>
                  <a:lnTo>
                    <a:pt x="490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2"/>
            <p:cNvSpPr/>
            <p:nvPr/>
          </p:nvSpPr>
          <p:spPr>
            <a:xfrm>
              <a:off x="1792350" y="4089775"/>
              <a:ext cx="345650" cy="269350"/>
            </a:xfrm>
            <a:custGeom>
              <a:avLst/>
              <a:gdLst/>
              <a:ahLst/>
              <a:cxnLst/>
              <a:rect l="l" t="t" r="r" b="b"/>
              <a:pathLst>
                <a:path w="13826" h="10774" extrusionOk="0">
                  <a:moveTo>
                    <a:pt x="3438" y="1004"/>
                  </a:moveTo>
                  <a:lnTo>
                    <a:pt x="3515" y="1081"/>
                  </a:lnTo>
                  <a:lnTo>
                    <a:pt x="3631" y="1159"/>
                  </a:lnTo>
                  <a:lnTo>
                    <a:pt x="3669" y="1275"/>
                  </a:lnTo>
                  <a:lnTo>
                    <a:pt x="3669" y="1429"/>
                  </a:lnTo>
                  <a:lnTo>
                    <a:pt x="3592" y="1661"/>
                  </a:lnTo>
                  <a:lnTo>
                    <a:pt x="3515" y="1815"/>
                  </a:lnTo>
                  <a:lnTo>
                    <a:pt x="3360" y="1931"/>
                  </a:lnTo>
                  <a:lnTo>
                    <a:pt x="3167" y="1970"/>
                  </a:lnTo>
                  <a:lnTo>
                    <a:pt x="2974" y="2008"/>
                  </a:lnTo>
                  <a:lnTo>
                    <a:pt x="2781" y="2008"/>
                  </a:lnTo>
                  <a:lnTo>
                    <a:pt x="2356" y="1931"/>
                  </a:lnTo>
                  <a:lnTo>
                    <a:pt x="2395" y="1892"/>
                  </a:lnTo>
                  <a:lnTo>
                    <a:pt x="2472" y="1661"/>
                  </a:lnTo>
                  <a:lnTo>
                    <a:pt x="2588" y="1429"/>
                  </a:lnTo>
                  <a:lnTo>
                    <a:pt x="2704" y="1236"/>
                  </a:lnTo>
                  <a:lnTo>
                    <a:pt x="2897" y="1081"/>
                  </a:lnTo>
                  <a:lnTo>
                    <a:pt x="3013" y="1004"/>
                  </a:lnTo>
                  <a:close/>
                  <a:moveTo>
                    <a:pt x="1044" y="1468"/>
                  </a:moveTo>
                  <a:lnTo>
                    <a:pt x="1237" y="1545"/>
                  </a:lnTo>
                  <a:lnTo>
                    <a:pt x="1430" y="1622"/>
                  </a:lnTo>
                  <a:lnTo>
                    <a:pt x="1623" y="1777"/>
                  </a:lnTo>
                  <a:lnTo>
                    <a:pt x="1816" y="1892"/>
                  </a:lnTo>
                  <a:lnTo>
                    <a:pt x="1507" y="2201"/>
                  </a:lnTo>
                  <a:lnTo>
                    <a:pt x="1314" y="2356"/>
                  </a:lnTo>
                  <a:lnTo>
                    <a:pt x="1121" y="2433"/>
                  </a:lnTo>
                  <a:lnTo>
                    <a:pt x="966" y="2472"/>
                  </a:lnTo>
                  <a:lnTo>
                    <a:pt x="812" y="2472"/>
                  </a:lnTo>
                  <a:lnTo>
                    <a:pt x="696" y="2433"/>
                  </a:lnTo>
                  <a:lnTo>
                    <a:pt x="580" y="2394"/>
                  </a:lnTo>
                  <a:lnTo>
                    <a:pt x="464" y="2317"/>
                  </a:lnTo>
                  <a:lnTo>
                    <a:pt x="387" y="2201"/>
                  </a:lnTo>
                  <a:lnTo>
                    <a:pt x="387" y="2085"/>
                  </a:lnTo>
                  <a:lnTo>
                    <a:pt x="426" y="1892"/>
                  </a:lnTo>
                  <a:lnTo>
                    <a:pt x="503" y="1699"/>
                  </a:lnTo>
                  <a:lnTo>
                    <a:pt x="657" y="1545"/>
                  </a:lnTo>
                  <a:lnTo>
                    <a:pt x="850" y="1468"/>
                  </a:lnTo>
                  <a:close/>
                  <a:moveTo>
                    <a:pt x="4866" y="3823"/>
                  </a:moveTo>
                  <a:lnTo>
                    <a:pt x="5021" y="3862"/>
                  </a:lnTo>
                  <a:lnTo>
                    <a:pt x="5137" y="3939"/>
                  </a:lnTo>
                  <a:lnTo>
                    <a:pt x="5253" y="4055"/>
                  </a:lnTo>
                  <a:lnTo>
                    <a:pt x="5330" y="4171"/>
                  </a:lnTo>
                  <a:lnTo>
                    <a:pt x="5330" y="4325"/>
                  </a:lnTo>
                  <a:lnTo>
                    <a:pt x="5330" y="4441"/>
                  </a:lnTo>
                  <a:lnTo>
                    <a:pt x="5291" y="4557"/>
                  </a:lnTo>
                  <a:lnTo>
                    <a:pt x="5137" y="4788"/>
                  </a:lnTo>
                  <a:lnTo>
                    <a:pt x="4944" y="4982"/>
                  </a:lnTo>
                  <a:lnTo>
                    <a:pt x="4751" y="5097"/>
                  </a:lnTo>
                  <a:lnTo>
                    <a:pt x="4557" y="5136"/>
                  </a:lnTo>
                  <a:lnTo>
                    <a:pt x="4171" y="5213"/>
                  </a:lnTo>
                  <a:lnTo>
                    <a:pt x="4171" y="5213"/>
                  </a:lnTo>
                  <a:lnTo>
                    <a:pt x="4210" y="4750"/>
                  </a:lnTo>
                  <a:lnTo>
                    <a:pt x="4287" y="4557"/>
                  </a:lnTo>
                  <a:lnTo>
                    <a:pt x="4364" y="4325"/>
                  </a:lnTo>
                  <a:lnTo>
                    <a:pt x="4519" y="4055"/>
                  </a:lnTo>
                  <a:lnTo>
                    <a:pt x="4635" y="3978"/>
                  </a:lnTo>
                  <a:lnTo>
                    <a:pt x="4751" y="3900"/>
                  </a:lnTo>
                  <a:lnTo>
                    <a:pt x="4866" y="3823"/>
                  </a:lnTo>
                  <a:close/>
                  <a:moveTo>
                    <a:pt x="7299" y="4518"/>
                  </a:moveTo>
                  <a:lnTo>
                    <a:pt x="7415" y="4595"/>
                  </a:lnTo>
                  <a:lnTo>
                    <a:pt x="7492" y="4673"/>
                  </a:lnTo>
                  <a:lnTo>
                    <a:pt x="7531" y="4788"/>
                  </a:lnTo>
                  <a:lnTo>
                    <a:pt x="7569" y="4943"/>
                  </a:lnTo>
                  <a:lnTo>
                    <a:pt x="7608" y="5175"/>
                  </a:lnTo>
                  <a:lnTo>
                    <a:pt x="7569" y="5445"/>
                  </a:lnTo>
                  <a:lnTo>
                    <a:pt x="7531" y="5677"/>
                  </a:lnTo>
                  <a:lnTo>
                    <a:pt x="7454" y="5908"/>
                  </a:lnTo>
                  <a:lnTo>
                    <a:pt x="7299" y="6101"/>
                  </a:lnTo>
                  <a:lnTo>
                    <a:pt x="7145" y="6294"/>
                  </a:lnTo>
                  <a:lnTo>
                    <a:pt x="6913" y="5870"/>
                  </a:lnTo>
                  <a:lnTo>
                    <a:pt x="6797" y="5677"/>
                  </a:lnTo>
                  <a:lnTo>
                    <a:pt x="6759" y="5445"/>
                  </a:lnTo>
                  <a:lnTo>
                    <a:pt x="6720" y="5136"/>
                  </a:lnTo>
                  <a:lnTo>
                    <a:pt x="6759" y="4943"/>
                  </a:lnTo>
                  <a:lnTo>
                    <a:pt x="6797" y="4788"/>
                  </a:lnTo>
                  <a:lnTo>
                    <a:pt x="6874" y="4634"/>
                  </a:lnTo>
                  <a:lnTo>
                    <a:pt x="6990" y="4557"/>
                  </a:lnTo>
                  <a:lnTo>
                    <a:pt x="7106" y="4518"/>
                  </a:lnTo>
                  <a:close/>
                  <a:moveTo>
                    <a:pt x="11161" y="4982"/>
                  </a:moveTo>
                  <a:lnTo>
                    <a:pt x="11276" y="5059"/>
                  </a:lnTo>
                  <a:lnTo>
                    <a:pt x="11354" y="5136"/>
                  </a:lnTo>
                  <a:lnTo>
                    <a:pt x="11392" y="5252"/>
                  </a:lnTo>
                  <a:lnTo>
                    <a:pt x="11431" y="5368"/>
                  </a:lnTo>
                  <a:lnTo>
                    <a:pt x="11392" y="5677"/>
                  </a:lnTo>
                  <a:lnTo>
                    <a:pt x="11315" y="5986"/>
                  </a:lnTo>
                  <a:lnTo>
                    <a:pt x="11161" y="6217"/>
                  </a:lnTo>
                  <a:lnTo>
                    <a:pt x="11083" y="6333"/>
                  </a:lnTo>
                  <a:lnTo>
                    <a:pt x="10968" y="6372"/>
                  </a:lnTo>
                  <a:lnTo>
                    <a:pt x="10890" y="6410"/>
                  </a:lnTo>
                  <a:lnTo>
                    <a:pt x="10736" y="6410"/>
                  </a:lnTo>
                  <a:lnTo>
                    <a:pt x="10697" y="6449"/>
                  </a:lnTo>
                  <a:lnTo>
                    <a:pt x="10659" y="6449"/>
                  </a:lnTo>
                  <a:lnTo>
                    <a:pt x="10466" y="6101"/>
                  </a:lnTo>
                  <a:lnTo>
                    <a:pt x="10388" y="5947"/>
                  </a:lnTo>
                  <a:lnTo>
                    <a:pt x="10350" y="5715"/>
                  </a:lnTo>
                  <a:lnTo>
                    <a:pt x="10350" y="5484"/>
                  </a:lnTo>
                  <a:lnTo>
                    <a:pt x="10427" y="5252"/>
                  </a:lnTo>
                  <a:lnTo>
                    <a:pt x="10581" y="5097"/>
                  </a:lnTo>
                  <a:lnTo>
                    <a:pt x="10697" y="5059"/>
                  </a:lnTo>
                  <a:lnTo>
                    <a:pt x="10813" y="4982"/>
                  </a:lnTo>
                  <a:close/>
                  <a:moveTo>
                    <a:pt x="3052" y="5522"/>
                  </a:moveTo>
                  <a:lnTo>
                    <a:pt x="3476" y="5561"/>
                  </a:lnTo>
                  <a:lnTo>
                    <a:pt x="3283" y="5947"/>
                  </a:lnTo>
                  <a:lnTo>
                    <a:pt x="3167" y="6140"/>
                  </a:lnTo>
                  <a:lnTo>
                    <a:pt x="3013" y="6294"/>
                  </a:lnTo>
                  <a:lnTo>
                    <a:pt x="2858" y="6410"/>
                  </a:lnTo>
                  <a:lnTo>
                    <a:pt x="2704" y="6488"/>
                  </a:lnTo>
                  <a:lnTo>
                    <a:pt x="2472" y="6488"/>
                  </a:lnTo>
                  <a:lnTo>
                    <a:pt x="2279" y="6410"/>
                  </a:lnTo>
                  <a:lnTo>
                    <a:pt x="2125" y="6294"/>
                  </a:lnTo>
                  <a:lnTo>
                    <a:pt x="2086" y="6179"/>
                  </a:lnTo>
                  <a:lnTo>
                    <a:pt x="2086" y="6063"/>
                  </a:lnTo>
                  <a:lnTo>
                    <a:pt x="2125" y="5908"/>
                  </a:lnTo>
                  <a:lnTo>
                    <a:pt x="2241" y="5792"/>
                  </a:lnTo>
                  <a:lnTo>
                    <a:pt x="2356" y="5677"/>
                  </a:lnTo>
                  <a:lnTo>
                    <a:pt x="2472" y="5599"/>
                  </a:lnTo>
                  <a:lnTo>
                    <a:pt x="2588" y="5561"/>
                  </a:lnTo>
                  <a:lnTo>
                    <a:pt x="2820" y="5522"/>
                  </a:lnTo>
                  <a:close/>
                  <a:moveTo>
                    <a:pt x="7222" y="6796"/>
                  </a:moveTo>
                  <a:lnTo>
                    <a:pt x="7183" y="7260"/>
                  </a:lnTo>
                  <a:lnTo>
                    <a:pt x="7106" y="7453"/>
                  </a:lnTo>
                  <a:lnTo>
                    <a:pt x="7029" y="7685"/>
                  </a:lnTo>
                  <a:lnTo>
                    <a:pt x="6874" y="7916"/>
                  </a:lnTo>
                  <a:lnTo>
                    <a:pt x="6681" y="8148"/>
                  </a:lnTo>
                  <a:lnTo>
                    <a:pt x="6565" y="8225"/>
                  </a:lnTo>
                  <a:lnTo>
                    <a:pt x="6450" y="8264"/>
                  </a:lnTo>
                  <a:lnTo>
                    <a:pt x="6295" y="8302"/>
                  </a:lnTo>
                  <a:lnTo>
                    <a:pt x="6141" y="8225"/>
                  </a:lnTo>
                  <a:lnTo>
                    <a:pt x="6025" y="8148"/>
                  </a:lnTo>
                  <a:lnTo>
                    <a:pt x="5948" y="8032"/>
                  </a:lnTo>
                  <a:lnTo>
                    <a:pt x="5909" y="7916"/>
                  </a:lnTo>
                  <a:lnTo>
                    <a:pt x="5909" y="7800"/>
                  </a:lnTo>
                  <a:lnTo>
                    <a:pt x="5948" y="7646"/>
                  </a:lnTo>
                  <a:lnTo>
                    <a:pt x="6025" y="7530"/>
                  </a:lnTo>
                  <a:lnTo>
                    <a:pt x="6179" y="7298"/>
                  </a:lnTo>
                  <a:lnTo>
                    <a:pt x="6411" y="7144"/>
                  </a:lnTo>
                  <a:lnTo>
                    <a:pt x="6643" y="7028"/>
                  </a:lnTo>
                  <a:lnTo>
                    <a:pt x="7183" y="6835"/>
                  </a:lnTo>
                  <a:lnTo>
                    <a:pt x="7183" y="6796"/>
                  </a:lnTo>
                  <a:close/>
                  <a:moveTo>
                    <a:pt x="10620" y="7144"/>
                  </a:moveTo>
                  <a:lnTo>
                    <a:pt x="10659" y="7337"/>
                  </a:lnTo>
                  <a:lnTo>
                    <a:pt x="10697" y="7530"/>
                  </a:lnTo>
                  <a:lnTo>
                    <a:pt x="10697" y="7685"/>
                  </a:lnTo>
                  <a:lnTo>
                    <a:pt x="10659" y="7878"/>
                  </a:lnTo>
                  <a:lnTo>
                    <a:pt x="10620" y="8032"/>
                  </a:lnTo>
                  <a:lnTo>
                    <a:pt x="10504" y="8187"/>
                  </a:lnTo>
                  <a:lnTo>
                    <a:pt x="10427" y="8341"/>
                  </a:lnTo>
                  <a:lnTo>
                    <a:pt x="10272" y="8457"/>
                  </a:lnTo>
                  <a:lnTo>
                    <a:pt x="10118" y="8573"/>
                  </a:lnTo>
                  <a:lnTo>
                    <a:pt x="9925" y="8611"/>
                  </a:lnTo>
                  <a:lnTo>
                    <a:pt x="9848" y="8573"/>
                  </a:lnTo>
                  <a:lnTo>
                    <a:pt x="9770" y="8573"/>
                  </a:lnTo>
                  <a:lnTo>
                    <a:pt x="9732" y="8496"/>
                  </a:lnTo>
                  <a:lnTo>
                    <a:pt x="9655" y="8418"/>
                  </a:lnTo>
                  <a:lnTo>
                    <a:pt x="9616" y="8225"/>
                  </a:lnTo>
                  <a:lnTo>
                    <a:pt x="9655" y="8071"/>
                  </a:lnTo>
                  <a:lnTo>
                    <a:pt x="9732" y="7916"/>
                  </a:lnTo>
                  <a:lnTo>
                    <a:pt x="9809" y="7762"/>
                  </a:lnTo>
                  <a:lnTo>
                    <a:pt x="10002" y="7569"/>
                  </a:lnTo>
                  <a:lnTo>
                    <a:pt x="10195" y="7414"/>
                  </a:lnTo>
                  <a:lnTo>
                    <a:pt x="10388" y="7260"/>
                  </a:lnTo>
                  <a:lnTo>
                    <a:pt x="10620" y="7144"/>
                  </a:lnTo>
                  <a:close/>
                  <a:moveTo>
                    <a:pt x="1854" y="0"/>
                  </a:moveTo>
                  <a:lnTo>
                    <a:pt x="1507" y="39"/>
                  </a:lnTo>
                  <a:lnTo>
                    <a:pt x="1584" y="734"/>
                  </a:lnTo>
                  <a:lnTo>
                    <a:pt x="1700" y="1429"/>
                  </a:lnTo>
                  <a:lnTo>
                    <a:pt x="1584" y="1313"/>
                  </a:lnTo>
                  <a:lnTo>
                    <a:pt x="1430" y="1236"/>
                  </a:lnTo>
                  <a:lnTo>
                    <a:pt x="1275" y="1159"/>
                  </a:lnTo>
                  <a:lnTo>
                    <a:pt x="1082" y="1120"/>
                  </a:lnTo>
                  <a:lnTo>
                    <a:pt x="889" y="1120"/>
                  </a:lnTo>
                  <a:lnTo>
                    <a:pt x="735" y="1159"/>
                  </a:lnTo>
                  <a:lnTo>
                    <a:pt x="542" y="1236"/>
                  </a:lnTo>
                  <a:lnTo>
                    <a:pt x="387" y="1313"/>
                  </a:lnTo>
                  <a:lnTo>
                    <a:pt x="271" y="1429"/>
                  </a:lnTo>
                  <a:lnTo>
                    <a:pt x="155" y="1545"/>
                  </a:lnTo>
                  <a:lnTo>
                    <a:pt x="78" y="1738"/>
                  </a:lnTo>
                  <a:lnTo>
                    <a:pt x="40" y="1892"/>
                  </a:lnTo>
                  <a:lnTo>
                    <a:pt x="1" y="2085"/>
                  </a:lnTo>
                  <a:lnTo>
                    <a:pt x="40" y="2240"/>
                  </a:lnTo>
                  <a:lnTo>
                    <a:pt x="78" y="2394"/>
                  </a:lnTo>
                  <a:lnTo>
                    <a:pt x="155" y="2549"/>
                  </a:lnTo>
                  <a:lnTo>
                    <a:pt x="271" y="2665"/>
                  </a:lnTo>
                  <a:lnTo>
                    <a:pt x="387" y="2742"/>
                  </a:lnTo>
                  <a:lnTo>
                    <a:pt x="542" y="2819"/>
                  </a:lnTo>
                  <a:lnTo>
                    <a:pt x="735" y="2858"/>
                  </a:lnTo>
                  <a:lnTo>
                    <a:pt x="1044" y="2858"/>
                  </a:lnTo>
                  <a:lnTo>
                    <a:pt x="1352" y="2742"/>
                  </a:lnTo>
                  <a:lnTo>
                    <a:pt x="1661" y="2587"/>
                  </a:lnTo>
                  <a:lnTo>
                    <a:pt x="1932" y="2356"/>
                  </a:lnTo>
                  <a:lnTo>
                    <a:pt x="2163" y="3089"/>
                  </a:lnTo>
                  <a:lnTo>
                    <a:pt x="2434" y="3823"/>
                  </a:lnTo>
                  <a:lnTo>
                    <a:pt x="2820" y="4518"/>
                  </a:lnTo>
                  <a:lnTo>
                    <a:pt x="3013" y="4827"/>
                  </a:lnTo>
                  <a:lnTo>
                    <a:pt x="3245" y="5136"/>
                  </a:lnTo>
                  <a:lnTo>
                    <a:pt x="2936" y="5136"/>
                  </a:lnTo>
                  <a:lnTo>
                    <a:pt x="2588" y="5175"/>
                  </a:lnTo>
                  <a:lnTo>
                    <a:pt x="2318" y="5252"/>
                  </a:lnTo>
                  <a:lnTo>
                    <a:pt x="2048" y="5445"/>
                  </a:lnTo>
                  <a:lnTo>
                    <a:pt x="1932" y="5561"/>
                  </a:lnTo>
                  <a:lnTo>
                    <a:pt x="1854" y="5677"/>
                  </a:lnTo>
                  <a:lnTo>
                    <a:pt x="1777" y="5831"/>
                  </a:lnTo>
                  <a:lnTo>
                    <a:pt x="1739" y="5986"/>
                  </a:lnTo>
                  <a:lnTo>
                    <a:pt x="1700" y="6140"/>
                  </a:lnTo>
                  <a:lnTo>
                    <a:pt x="1739" y="6294"/>
                  </a:lnTo>
                  <a:lnTo>
                    <a:pt x="1777" y="6449"/>
                  </a:lnTo>
                  <a:lnTo>
                    <a:pt x="1893" y="6603"/>
                  </a:lnTo>
                  <a:lnTo>
                    <a:pt x="2009" y="6681"/>
                  </a:lnTo>
                  <a:lnTo>
                    <a:pt x="2125" y="6758"/>
                  </a:lnTo>
                  <a:lnTo>
                    <a:pt x="2279" y="6835"/>
                  </a:lnTo>
                  <a:lnTo>
                    <a:pt x="2434" y="6874"/>
                  </a:lnTo>
                  <a:lnTo>
                    <a:pt x="2588" y="6874"/>
                  </a:lnTo>
                  <a:lnTo>
                    <a:pt x="2743" y="6835"/>
                  </a:lnTo>
                  <a:lnTo>
                    <a:pt x="2897" y="6796"/>
                  </a:lnTo>
                  <a:lnTo>
                    <a:pt x="3052" y="6719"/>
                  </a:lnTo>
                  <a:lnTo>
                    <a:pt x="3283" y="6526"/>
                  </a:lnTo>
                  <a:lnTo>
                    <a:pt x="3476" y="6294"/>
                  </a:lnTo>
                  <a:lnTo>
                    <a:pt x="3631" y="5986"/>
                  </a:lnTo>
                  <a:lnTo>
                    <a:pt x="3747" y="5677"/>
                  </a:lnTo>
                  <a:lnTo>
                    <a:pt x="4171" y="6024"/>
                  </a:lnTo>
                  <a:lnTo>
                    <a:pt x="4635" y="6333"/>
                  </a:lnTo>
                  <a:lnTo>
                    <a:pt x="5137" y="6565"/>
                  </a:lnTo>
                  <a:lnTo>
                    <a:pt x="5716" y="6719"/>
                  </a:lnTo>
                  <a:lnTo>
                    <a:pt x="6218" y="6796"/>
                  </a:lnTo>
                  <a:lnTo>
                    <a:pt x="6025" y="6912"/>
                  </a:lnTo>
                  <a:lnTo>
                    <a:pt x="5870" y="7028"/>
                  </a:lnTo>
                  <a:lnTo>
                    <a:pt x="5755" y="7183"/>
                  </a:lnTo>
                  <a:lnTo>
                    <a:pt x="5639" y="7376"/>
                  </a:lnTo>
                  <a:lnTo>
                    <a:pt x="5561" y="7530"/>
                  </a:lnTo>
                  <a:lnTo>
                    <a:pt x="5523" y="7685"/>
                  </a:lnTo>
                  <a:lnTo>
                    <a:pt x="5523" y="7878"/>
                  </a:lnTo>
                  <a:lnTo>
                    <a:pt x="5523" y="8032"/>
                  </a:lnTo>
                  <a:lnTo>
                    <a:pt x="5561" y="8187"/>
                  </a:lnTo>
                  <a:lnTo>
                    <a:pt x="5639" y="8341"/>
                  </a:lnTo>
                  <a:lnTo>
                    <a:pt x="5755" y="8457"/>
                  </a:lnTo>
                  <a:lnTo>
                    <a:pt x="5909" y="8573"/>
                  </a:lnTo>
                  <a:lnTo>
                    <a:pt x="6063" y="8650"/>
                  </a:lnTo>
                  <a:lnTo>
                    <a:pt x="6257" y="8689"/>
                  </a:lnTo>
                  <a:lnTo>
                    <a:pt x="6411" y="8689"/>
                  </a:lnTo>
                  <a:lnTo>
                    <a:pt x="6604" y="8650"/>
                  </a:lnTo>
                  <a:lnTo>
                    <a:pt x="6759" y="8573"/>
                  </a:lnTo>
                  <a:lnTo>
                    <a:pt x="6952" y="8457"/>
                  </a:lnTo>
                  <a:lnTo>
                    <a:pt x="7067" y="8341"/>
                  </a:lnTo>
                  <a:lnTo>
                    <a:pt x="7183" y="8187"/>
                  </a:lnTo>
                  <a:lnTo>
                    <a:pt x="7376" y="7878"/>
                  </a:lnTo>
                  <a:lnTo>
                    <a:pt x="7492" y="7530"/>
                  </a:lnTo>
                  <a:lnTo>
                    <a:pt x="7531" y="7183"/>
                  </a:lnTo>
                  <a:lnTo>
                    <a:pt x="7531" y="6796"/>
                  </a:lnTo>
                  <a:lnTo>
                    <a:pt x="8882" y="6719"/>
                  </a:lnTo>
                  <a:lnTo>
                    <a:pt x="9577" y="6719"/>
                  </a:lnTo>
                  <a:lnTo>
                    <a:pt x="10272" y="6796"/>
                  </a:lnTo>
                  <a:lnTo>
                    <a:pt x="10466" y="6835"/>
                  </a:lnTo>
                  <a:lnTo>
                    <a:pt x="10311" y="6912"/>
                  </a:lnTo>
                  <a:lnTo>
                    <a:pt x="10118" y="7028"/>
                  </a:lnTo>
                  <a:lnTo>
                    <a:pt x="9809" y="7260"/>
                  </a:lnTo>
                  <a:lnTo>
                    <a:pt x="9539" y="7569"/>
                  </a:lnTo>
                  <a:lnTo>
                    <a:pt x="9423" y="7723"/>
                  </a:lnTo>
                  <a:lnTo>
                    <a:pt x="9346" y="7916"/>
                  </a:lnTo>
                  <a:lnTo>
                    <a:pt x="9307" y="8109"/>
                  </a:lnTo>
                  <a:lnTo>
                    <a:pt x="9269" y="8264"/>
                  </a:lnTo>
                  <a:lnTo>
                    <a:pt x="9307" y="8457"/>
                  </a:lnTo>
                  <a:lnTo>
                    <a:pt x="9384" y="8611"/>
                  </a:lnTo>
                  <a:lnTo>
                    <a:pt x="9462" y="8766"/>
                  </a:lnTo>
                  <a:lnTo>
                    <a:pt x="9616" y="8882"/>
                  </a:lnTo>
                  <a:lnTo>
                    <a:pt x="9770" y="8959"/>
                  </a:lnTo>
                  <a:lnTo>
                    <a:pt x="9964" y="8998"/>
                  </a:lnTo>
                  <a:lnTo>
                    <a:pt x="10157" y="8959"/>
                  </a:lnTo>
                  <a:lnTo>
                    <a:pt x="10311" y="8882"/>
                  </a:lnTo>
                  <a:lnTo>
                    <a:pt x="10466" y="8804"/>
                  </a:lnTo>
                  <a:lnTo>
                    <a:pt x="10620" y="8650"/>
                  </a:lnTo>
                  <a:lnTo>
                    <a:pt x="10736" y="8534"/>
                  </a:lnTo>
                  <a:lnTo>
                    <a:pt x="10852" y="8341"/>
                  </a:lnTo>
                  <a:lnTo>
                    <a:pt x="10929" y="8187"/>
                  </a:lnTo>
                  <a:lnTo>
                    <a:pt x="11006" y="7994"/>
                  </a:lnTo>
                  <a:lnTo>
                    <a:pt x="11045" y="7762"/>
                  </a:lnTo>
                  <a:lnTo>
                    <a:pt x="11045" y="7492"/>
                  </a:lnTo>
                  <a:lnTo>
                    <a:pt x="10968" y="7221"/>
                  </a:lnTo>
                  <a:lnTo>
                    <a:pt x="10890" y="6990"/>
                  </a:lnTo>
                  <a:lnTo>
                    <a:pt x="10929" y="6951"/>
                  </a:lnTo>
                  <a:lnTo>
                    <a:pt x="11431" y="7105"/>
                  </a:lnTo>
                  <a:lnTo>
                    <a:pt x="11894" y="7376"/>
                  </a:lnTo>
                  <a:lnTo>
                    <a:pt x="12319" y="7685"/>
                  </a:lnTo>
                  <a:lnTo>
                    <a:pt x="12512" y="7839"/>
                  </a:lnTo>
                  <a:lnTo>
                    <a:pt x="12705" y="8032"/>
                  </a:lnTo>
                  <a:lnTo>
                    <a:pt x="12898" y="8341"/>
                  </a:lnTo>
                  <a:lnTo>
                    <a:pt x="13091" y="8650"/>
                  </a:lnTo>
                  <a:lnTo>
                    <a:pt x="13207" y="8920"/>
                  </a:lnTo>
                  <a:lnTo>
                    <a:pt x="13284" y="9268"/>
                  </a:lnTo>
                  <a:lnTo>
                    <a:pt x="13323" y="9577"/>
                  </a:lnTo>
                  <a:lnTo>
                    <a:pt x="13362" y="9924"/>
                  </a:lnTo>
                  <a:lnTo>
                    <a:pt x="13323" y="10619"/>
                  </a:lnTo>
                  <a:lnTo>
                    <a:pt x="13323" y="10658"/>
                  </a:lnTo>
                  <a:lnTo>
                    <a:pt x="13362" y="10735"/>
                  </a:lnTo>
                  <a:lnTo>
                    <a:pt x="13439" y="10774"/>
                  </a:lnTo>
                  <a:lnTo>
                    <a:pt x="13555" y="10774"/>
                  </a:lnTo>
                  <a:lnTo>
                    <a:pt x="13632" y="10697"/>
                  </a:lnTo>
                  <a:lnTo>
                    <a:pt x="13709" y="10465"/>
                  </a:lnTo>
                  <a:lnTo>
                    <a:pt x="13786" y="10272"/>
                  </a:lnTo>
                  <a:lnTo>
                    <a:pt x="13825" y="10040"/>
                  </a:lnTo>
                  <a:lnTo>
                    <a:pt x="13825" y="9808"/>
                  </a:lnTo>
                  <a:lnTo>
                    <a:pt x="13786" y="9384"/>
                  </a:lnTo>
                  <a:lnTo>
                    <a:pt x="13671" y="8920"/>
                  </a:lnTo>
                  <a:lnTo>
                    <a:pt x="13478" y="8496"/>
                  </a:lnTo>
                  <a:lnTo>
                    <a:pt x="13246" y="8109"/>
                  </a:lnTo>
                  <a:lnTo>
                    <a:pt x="12976" y="7723"/>
                  </a:lnTo>
                  <a:lnTo>
                    <a:pt x="12667" y="7414"/>
                  </a:lnTo>
                  <a:lnTo>
                    <a:pt x="12319" y="7144"/>
                  </a:lnTo>
                  <a:lnTo>
                    <a:pt x="11972" y="6912"/>
                  </a:lnTo>
                  <a:lnTo>
                    <a:pt x="11585" y="6719"/>
                  </a:lnTo>
                  <a:lnTo>
                    <a:pt x="11199" y="6565"/>
                  </a:lnTo>
                  <a:lnTo>
                    <a:pt x="11392" y="6410"/>
                  </a:lnTo>
                  <a:lnTo>
                    <a:pt x="11585" y="6140"/>
                  </a:lnTo>
                  <a:lnTo>
                    <a:pt x="11701" y="5831"/>
                  </a:lnTo>
                  <a:lnTo>
                    <a:pt x="11740" y="5522"/>
                  </a:lnTo>
                  <a:lnTo>
                    <a:pt x="11740" y="5213"/>
                  </a:lnTo>
                  <a:lnTo>
                    <a:pt x="11701" y="5059"/>
                  </a:lnTo>
                  <a:lnTo>
                    <a:pt x="11624" y="4943"/>
                  </a:lnTo>
                  <a:lnTo>
                    <a:pt x="11547" y="4827"/>
                  </a:lnTo>
                  <a:lnTo>
                    <a:pt x="11431" y="4750"/>
                  </a:lnTo>
                  <a:lnTo>
                    <a:pt x="11276" y="4673"/>
                  </a:lnTo>
                  <a:lnTo>
                    <a:pt x="11122" y="4634"/>
                  </a:lnTo>
                  <a:lnTo>
                    <a:pt x="10774" y="4634"/>
                  </a:lnTo>
                  <a:lnTo>
                    <a:pt x="10581" y="4711"/>
                  </a:lnTo>
                  <a:lnTo>
                    <a:pt x="10427" y="4788"/>
                  </a:lnTo>
                  <a:lnTo>
                    <a:pt x="10311" y="4866"/>
                  </a:lnTo>
                  <a:lnTo>
                    <a:pt x="10195" y="5020"/>
                  </a:lnTo>
                  <a:lnTo>
                    <a:pt x="10079" y="5136"/>
                  </a:lnTo>
                  <a:lnTo>
                    <a:pt x="10002" y="5329"/>
                  </a:lnTo>
                  <a:lnTo>
                    <a:pt x="9964" y="5561"/>
                  </a:lnTo>
                  <a:lnTo>
                    <a:pt x="9964" y="5831"/>
                  </a:lnTo>
                  <a:lnTo>
                    <a:pt x="10041" y="6063"/>
                  </a:lnTo>
                  <a:lnTo>
                    <a:pt x="10118" y="6333"/>
                  </a:lnTo>
                  <a:lnTo>
                    <a:pt x="9462" y="6256"/>
                  </a:lnTo>
                  <a:lnTo>
                    <a:pt x="8805" y="6256"/>
                  </a:lnTo>
                  <a:lnTo>
                    <a:pt x="7492" y="6333"/>
                  </a:lnTo>
                  <a:lnTo>
                    <a:pt x="7685" y="6063"/>
                  </a:lnTo>
                  <a:lnTo>
                    <a:pt x="7801" y="5792"/>
                  </a:lnTo>
                  <a:lnTo>
                    <a:pt x="7878" y="5522"/>
                  </a:lnTo>
                  <a:lnTo>
                    <a:pt x="7956" y="5213"/>
                  </a:lnTo>
                  <a:lnTo>
                    <a:pt x="7917" y="4866"/>
                  </a:lnTo>
                  <a:lnTo>
                    <a:pt x="7878" y="4711"/>
                  </a:lnTo>
                  <a:lnTo>
                    <a:pt x="7801" y="4557"/>
                  </a:lnTo>
                  <a:lnTo>
                    <a:pt x="7724" y="4402"/>
                  </a:lnTo>
                  <a:lnTo>
                    <a:pt x="7608" y="4287"/>
                  </a:lnTo>
                  <a:lnTo>
                    <a:pt x="7492" y="4209"/>
                  </a:lnTo>
                  <a:lnTo>
                    <a:pt x="7299" y="4132"/>
                  </a:lnTo>
                  <a:lnTo>
                    <a:pt x="6990" y="4132"/>
                  </a:lnTo>
                  <a:lnTo>
                    <a:pt x="6836" y="4209"/>
                  </a:lnTo>
                  <a:lnTo>
                    <a:pt x="6720" y="4325"/>
                  </a:lnTo>
                  <a:lnTo>
                    <a:pt x="6604" y="4441"/>
                  </a:lnTo>
                  <a:lnTo>
                    <a:pt x="6527" y="4595"/>
                  </a:lnTo>
                  <a:lnTo>
                    <a:pt x="6411" y="4904"/>
                  </a:lnTo>
                  <a:lnTo>
                    <a:pt x="6372" y="5252"/>
                  </a:lnTo>
                  <a:lnTo>
                    <a:pt x="6411" y="5638"/>
                  </a:lnTo>
                  <a:lnTo>
                    <a:pt x="6450" y="5831"/>
                  </a:lnTo>
                  <a:lnTo>
                    <a:pt x="6527" y="6024"/>
                  </a:lnTo>
                  <a:lnTo>
                    <a:pt x="6643" y="6179"/>
                  </a:lnTo>
                  <a:lnTo>
                    <a:pt x="6759" y="6333"/>
                  </a:lnTo>
                  <a:lnTo>
                    <a:pt x="6102" y="6256"/>
                  </a:lnTo>
                  <a:lnTo>
                    <a:pt x="5755" y="6217"/>
                  </a:lnTo>
                  <a:lnTo>
                    <a:pt x="5446" y="6140"/>
                  </a:lnTo>
                  <a:lnTo>
                    <a:pt x="5137" y="6024"/>
                  </a:lnTo>
                  <a:lnTo>
                    <a:pt x="4828" y="5870"/>
                  </a:lnTo>
                  <a:lnTo>
                    <a:pt x="4519" y="5715"/>
                  </a:lnTo>
                  <a:lnTo>
                    <a:pt x="4210" y="5522"/>
                  </a:lnTo>
                  <a:lnTo>
                    <a:pt x="4557" y="5484"/>
                  </a:lnTo>
                  <a:lnTo>
                    <a:pt x="4905" y="5406"/>
                  </a:lnTo>
                  <a:lnTo>
                    <a:pt x="5175" y="5252"/>
                  </a:lnTo>
                  <a:lnTo>
                    <a:pt x="5446" y="5020"/>
                  </a:lnTo>
                  <a:lnTo>
                    <a:pt x="5561" y="4866"/>
                  </a:lnTo>
                  <a:lnTo>
                    <a:pt x="5639" y="4711"/>
                  </a:lnTo>
                  <a:lnTo>
                    <a:pt x="5677" y="4518"/>
                  </a:lnTo>
                  <a:lnTo>
                    <a:pt x="5716" y="4364"/>
                  </a:lnTo>
                  <a:lnTo>
                    <a:pt x="5716" y="4171"/>
                  </a:lnTo>
                  <a:lnTo>
                    <a:pt x="5639" y="4016"/>
                  </a:lnTo>
                  <a:lnTo>
                    <a:pt x="5561" y="3862"/>
                  </a:lnTo>
                  <a:lnTo>
                    <a:pt x="5446" y="3707"/>
                  </a:lnTo>
                  <a:lnTo>
                    <a:pt x="5330" y="3591"/>
                  </a:lnTo>
                  <a:lnTo>
                    <a:pt x="5175" y="3514"/>
                  </a:lnTo>
                  <a:lnTo>
                    <a:pt x="5021" y="3476"/>
                  </a:lnTo>
                  <a:lnTo>
                    <a:pt x="4866" y="3437"/>
                  </a:lnTo>
                  <a:lnTo>
                    <a:pt x="4712" y="3476"/>
                  </a:lnTo>
                  <a:lnTo>
                    <a:pt x="4557" y="3514"/>
                  </a:lnTo>
                  <a:lnTo>
                    <a:pt x="4442" y="3630"/>
                  </a:lnTo>
                  <a:lnTo>
                    <a:pt x="4287" y="3707"/>
                  </a:lnTo>
                  <a:lnTo>
                    <a:pt x="4171" y="3862"/>
                  </a:lnTo>
                  <a:lnTo>
                    <a:pt x="4055" y="4016"/>
                  </a:lnTo>
                  <a:lnTo>
                    <a:pt x="3940" y="4364"/>
                  </a:lnTo>
                  <a:lnTo>
                    <a:pt x="3824" y="4750"/>
                  </a:lnTo>
                  <a:lnTo>
                    <a:pt x="3785" y="5097"/>
                  </a:lnTo>
                  <a:lnTo>
                    <a:pt x="3515" y="4788"/>
                  </a:lnTo>
                  <a:lnTo>
                    <a:pt x="3283" y="4441"/>
                  </a:lnTo>
                  <a:lnTo>
                    <a:pt x="3052" y="4093"/>
                  </a:lnTo>
                  <a:lnTo>
                    <a:pt x="2858" y="3746"/>
                  </a:lnTo>
                  <a:lnTo>
                    <a:pt x="2704" y="3398"/>
                  </a:lnTo>
                  <a:lnTo>
                    <a:pt x="2550" y="3012"/>
                  </a:lnTo>
                  <a:lnTo>
                    <a:pt x="2318" y="2240"/>
                  </a:lnTo>
                  <a:lnTo>
                    <a:pt x="2318" y="2240"/>
                  </a:lnTo>
                  <a:lnTo>
                    <a:pt x="2588" y="2317"/>
                  </a:lnTo>
                  <a:lnTo>
                    <a:pt x="2858" y="2356"/>
                  </a:lnTo>
                  <a:lnTo>
                    <a:pt x="3129" y="2356"/>
                  </a:lnTo>
                  <a:lnTo>
                    <a:pt x="3399" y="2279"/>
                  </a:lnTo>
                  <a:lnTo>
                    <a:pt x="3554" y="2201"/>
                  </a:lnTo>
                  <a:lnTo>
                    <a:pt x="3708" y="2085"/>
                  </a:lnTo>
                  <a:lnTo>
                    <a:pt x="3824" y="1970"/>
                  </a:lnTo>
                  <a:lnTo>
                    <a:pt x="3940" y="1815"/>
                  </a:lnTo>
                  <a:lnTo>
                    <a:pt x="4017" y="1661"/>
                  </a:lnTo>
                  <a:lnTo>
                    <a:pt x="4055" y="1506"/>
                  </a:lnTo>
                  <a:lnTo>
                    <a:pt x="4055" y="1313"/>
                  </a:lnTo>
                  <a:lnTo>
                    <a:pt x="4017" y="1159"/>
                  </a:lnTo>
                  <a:lnTo>
                    <a:pt x="3978" y="1004"/>
                  </a:lnTo>
                  <a:lnTo>
                    <a:pt x="3862" y="850"/>
                  </a:lnTo>
                  <a:lnTo>
                    <a:pt x="3747" y="773"/>
                  </a:lnTo>
                  <a:lnTo>
                    <a:pt x="3592" y="695"/>
                  </a:lnTo>
                  <a:lnTo>
                    <a:pt x="3438" y="618"/>
                  </a:lnTo>
                  <a:lnTo>
                    <a:pt x="3283" y="579"/>
                  </a:lnTo>
                  <a:lnTo>
                    <a:pt x="3129" y="579"/>
                  </a:lnTo>
                  <a:lnTo>
                    <a:pt x="2974" y="618"/>
                  </a:lnTo>
                  <a:lnTo>
                    <a:pt x="2820" y="657"/>
                  </a:lnTo>
                  <a:lnTo>
                    <a:pt x="2665" y="734"/>
                  </a:lnTo>
                  <a:lnTo>
                    <a:pt x="2434" y="927"/>
                  </a:lnTo>
                  <a:lnTo>
                    <a:pt x="2241" y="1159"/>
                  </a:lnTo>
                  <a:lnTo>
                    <a:pt x="2125" y="1468"/>
                  </a:lnTo>
                  <a:lnTo>
                    <a:pt x="18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2"/>
            <p:cNvSpPr/>
            <p:nvPr/>
          </p:nvSpPr>
          <p:spPr>
            <a:xfrm>
              <a:off x="5987875" y="4095550"/>
              <a:ext cx="66625" cy="98500"/>
            </a:xfrm>
            <a:custGeom>
              <a:avLst/>
              <a:gdLst/>
              <a:ahLst/>
              <a:cxnLst/>
              <a:rect l="l" t="t" r="r" b="b"/>
              <a:pathLst>
                <a:path w="2665" h="3940" extrusionOk="0">
                  <a:moveTo>
                    <a:pt x="850" y="1"/>
                  </a:moveTo>
                  <a:lnTo>
                    <a:pt x="502" y="117"/>
                  </a:lnTo>
                  <a:lnTo>
                    <a:pt x="618" y="194"/>
                  </a:lnTo>
                  <a:lnTo>
                    <a:pt x="464" y="580"/>
                  </a:lnTo>
                  <a:lnTo>
                    <a:pt x="270" y="1082"/>
                  </a:lnTo>
                  <a:lnTo>
                    <a:pt x="155" y="1584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36"/>
                  </a:lnTo>
                  <a:lnTo>
                    <a:pt x="77" y="3167"/>
                  </a:lnTo>
                  <a:lnTo>
                    <a:pt x="193" y="3399"/>
                  </a:lnTo>
                  <a:lnTo>
                    <a:pt x="309" y="3554"/>
                  </a:lnTo>
                  <a:lnTo>
                    <a:pt x="464" y="3708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40"/>
                  </a:lnTo>
                  <a:lnTo>
                    <a:pt x="1313" y="3901"/>
                  </a:lnTo>
                  <a:lnTo>
                    <a:pt x="1506" y="3824"/>
                  </a:lnTo>
                  <a:lnTo>
                    <a:pt x="1661" y="3669"/>
                  </a:lnTo>
                  <a:lnTo>
                    <a:pt x="1815" y="3476"/>
                  </a:lnTo>
                  <a:lnTo>
                    <a:pt x="1970" y="3283"/>
                  </a:lnTo>
                  <a:lnTo>
                    <a:pt x="2124" y="3052"/>
                  </a:lnTo>
                  <a:lnTo>
                    <a:pt x="2317" y="2511"/>
                  </a:lnTo>
                  <a:lnTo>
                    <a:pt x="2510" y="1970"/>
                  </a:lnTo>
                  <a:lnTo>
                    <a:pt x="2626" y="1468"/>
                  </a:lnTo>
                  <a:lnTo>
                    <a:pt x="2665" y="1044"/>
                  </a:lnTo>
                  <a:lnTo>
                    <a:pt x="2394" y="1005"/>
                  </a:lnTo>
                  <a:lnTo>
                    <a:pt x="2008" y="2009"/>
                  </a:lnTo>
                  <a:lnTo>
                    <a:pt x="1738" y="2665"/>
                  </a:lnTo>
                  <a:lnTo>
                    <a:pt x="1545" y="3013"/>
                  </a:lnTo>
                  <a:lnTo>
                    <a:pt x="1468" y="3206"/>
                  </a:lnTo>
                  <a:lnTo>
                    <a:pt x="1352" y="3283"/>
                  </a:lnTo>
                  <a:lnTo>
                    <a:pt x="1159" y="3283"/>
                  </a:lnTo>
                  <a:lnTo>
                    <a:pt x="1004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897"/>
                  </a:lnTo>
                  <a:lnTo>
                    <a:pt x="541" y="2665"/>
                  </a:lnTo>
                  <a:lnTo>
                    <a:pt x="541" y="2356"/>
                  </a:lnTo>
                  <a:lnTo>
                    <a:pt x="579" y="2048"/>
                  </a:lnTo>
                  <a:lnTo>
                    <a:pt x="657" y="1623"/>
                  </a:lnTo>
                  <a:lnTo>
                    <a:pt x="734" y="1159"/>
                  </a:lnTo>
                  <a:lnTo>
                    <a:pt x="888" y="773"/>
                  </a:lnTo>
                  <a:lnTo>
                    <a:pt x="1043" y="348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6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"/>
            <p:cNvSpPr/>
            <p:nvPr/>
          </p:nvSpPr>
          <p:spPr>
            <a:xfrm>
              <a:off x="4079325" y="4191125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9" y="5909"/>
                  </a:moveTo>
                  <a:lnTo>
                    <a:pt x="1082" y="5986"/>
                  </a:lnTo>
                  <a:lnTo>
                    <a:pt x="1236" y="6025"/>
                  </a:lnTo>
                  <a:lnTo>
                    <a:pt x="1391" y="6179"/>
                  </a:lnTo>
                  <a:lnTo>
                    <a:pt x="1468" y="6334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1" y="6797"/>
                  </a:lnTo>
                  <a:lnTo>
                    <a:pt x="1236" y="6951"/>
                  </a:lnTo>
                  <a:lnTo>
                    <a:pt x="1159" y="7029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90"/>
                  </a:lnTo>
                  <a:lnTo>
                    <a:pt x="464" y="6836"/>
                  </a:lnTo>
                  <a:lnTo>
                    <a:pt x="425" y="6720"/>
                  </a:lnTo>
                  <a:lnTo>
                    <a:pt x="387" y="6643"/>
                  </a:lnTo>
                  <a:lnTo>
                    <a:pt x="348" y="6488"/>
                  </a:lnTo>
                  <a:lnTo>
                    <a:pt x="387" y="6372"/>
                  </a:lnTo>
                  <a:lnTo>
                    <a:pt x="425" y="6256"/>
                  </a:lnTo>
                  <a:lnTo>
                    <a:pt x="503" y="6179"/>
                  </a:lnTo>
                  <a:lnTo>
                    <a:pt x="696" y="6025"/>
                  </a:lnTo>
                  <a:lnTo>
                    <a:pt x="889" y="5909"/>
                  </a:lnTo>
                  <a:close/>
                  <a:moveTo>
                    <a:pt x="5909" y="1"/>
                  </a:moveTo>
                  <a:lnTo>
                    <a:pt x="5831" y="39"/>
                  </a:lnTo>
                  <a:lnTo>
                    <a:pt x="5522" y="310"/>
                  </a:lnTo>
                  <a:lnTo>
                    <a:pt x="5175" y="619"/>
                  </a:lnTo>
                  <a:lnTo>
                    <a:pt x="4596" y="1314"/>
                  </a:lnTo>
                  <a:lnTo>
                    <a:pt x="4017" y="2047"/>
                  </a:lnTo>
                  <a:lnTo>
                    <a:pt x="3437" y="2781"/>
                  </a:lnTo>
                  <a:lnTo>
                    <a:pt x="2279" y="4133"/>
                  </a:lnTo>
                  <a:lnTo>
                    <a:pt x="1738" y="4866"/>
                  </a:lnTo>
                  <a:lnTo>
                    <a:pt x="1198" y="5561"/>
                  </a:lnTo>
                  <a:lnTo>
                    <a:pt x="1043" y="5523"/>
                  </a:lnTo>
                  <a:lnTo>
                    <a:pt x="889" y="5523"/>
                  </a:lnTo>
                  <a:lnTo>
                    <a:pt x="773" y="5561"/>
                  </a:lnTo>
                  <a:lnTo>
                    <a:pt x="618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1" y="6334"/>
                  </a:lnTo>
                  <a:lnTo>
                    <a:pt x="1" y="6488"/>
                  </a:lnTo>
                  <a:lnTo>
                    <a:pt x="1" y="6604"/>
                  </a:lnTo>
                  <a:lnTo>
                    <a:pt x="39" y="6797"/>
                  </a:lnTo>
                  <a:lnTo>
                    <a:pt x="116" y="6990"/>
                  </a:lnTo>
                  <a:lnTo>
                    <a:pt x="194" y="7145"/>
                  </a:lnTo>
                  <a:lnTo>
                    <a:pt x="348" y="7260"/>
                  </a:lnTo>
                  <a:lnTo>
                    <a:pt x="503" y="7376"/>
                  </a:lnTo>
                  <a:lnTo>
                    <a:pt x="696" y="7453"/>
                  </a:lnTo>
                  <a:lnTo>
                    <a:pt x="1082" y="7453"/>
                  </a:lnTo>
                  <a:lnTo>
                    <a:pt x="1275" y="7415"/>
                  </a:lnTo>
                  <a:lnTo>
                    <a:pt x="1429" y="7299"/>
                  </a:lnTo>
                  <a:lnTo>
                    <a:pt x="1584" y="7183"/>
                  </a:lnTo>
                  <a:lnTo>
                    <a:pt x="1700" y="7067"/>
                  </a:lnTo>
                  <a:lnTo>
                    <a:pt x="1815" y="6874"/>
                  </a:lnTo>
                  <a:lnTo>
                    <a:pt x="1854" y="6681"/>
                  </a:lnTo>
                  <a:lnTo>
                    <a:pt x="1893" y="6527"/>
                  </a:lnTo>
                  <a:lnTo>
                    <a:pt x="1854" y="6334"/>
                  </a:lnTo>
                  <a:lnTo>
                    <a:pt x="1815" y="6179"/>
                  </a:lnTo>
                  <a:lnTo>
                    <a:pt x="1738" y="6025"/>
                  </a:lnTo>
                  <a:lnTo>
                    <a:pt x="1661" y="5909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2" y="4403"/>
                  </a:lnTo>
                  <a:lnTo>
                    <a:pt x="3939" y="3013"/>
                  </a:lnTo>
                  <a:lnTo>
                    <a:pt x="4480" y="2395"/>
                  </a:lnTo>
                  <a:lnTo>
                    <a:pt x="5098" y="1700"/>
                  </a:lnTo>
                  <a:lnTo>
                    <a:pt x="5638" y="1043"/>
                  </a:lnTo>
                  <a:lnTo>
                    <a:pt x="5909" y="657"/>
                  </a:lnTo>
                  <a:lnTo>
                    <a:pt x="6102" y="310"/>
                  </a:lnTo>
                  <a:lnTo>
                    <a:pt x="6140" y="194"/>
                  </a:lnTo>
                  <a:lnTo>
                    <a:pt x="6063" y="78"/>
                  </a:lnTo>
                  <a:lnTo>
                    <a:pt x="598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2"/>
            <p:cNvSpPr/>
            <p:nvPr/>
          </p:nvSpPr>
          <p:spPr>
            <a:xfrm>
              <a:off x="3825425" y="421912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5"/>
                  </a:lnTo>
                  <a:lnTo>
                    <a:pt x="7531" y="6140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1" y="6565"/>
                  </a:lnTo>
                  <a:lnTo>
                    <a:pt x="7492" y="6681"/>
                  </a:lnTo>
                  <a:lnTo>
                    <a:pt x="7338" y="6797"/>
                  </a:lnTo>
                  <a:lnTo>
                    <a:pt x="7106" y="6913"/>
                  </a:lnTo>
                  <a:lnTo>
                    <a:pt x="6913" y="6913"/>
                  </a:lnTo>
                  <a:lnTo>
                    <a:pt x="6720" y="6835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7" y="6102"/>
                  </a:lnTo>
                  <a:lnTo>
                    <a:pt x="6643" y="5909"/>
                  </a:lnTo>
                  <a:lnTo>
                    <a:pt x="6797" y="5754"/>
                  </a:lnTo>
                  <a:close/>
                  <a:moveTo>
                    <a:pt x="233" y="1"/>
                  </a:moveTo>
                  <a:lnTo>
                    <a:pt x="155" y="39"/>
                  </a:lnTo>
                  <a:lnTo>
                    <a:pt x="78" y="39"/>
                  </a:lnTo>
                  <a:lnTo>
                    <a:pt x="39" y="116"/>
                  </a:lnTo>
                  <a:lnTo>
                    <a:pt x="1" y="232"/>
                  </a:lnTo>
                  <a:lnTo>
                    <a:pt x="1" y="310"/>
                  </a:lnTo>
                  <a:lnTo>
                    <a:pt x="39" y="387"/>
                  </a:lnTo>
                  <a:lnTo>
                    <a:pt x="426" y="773"/>
                  </a:lnTo>
                  <a:lnTo>
                    <a:pt x="812" y="1120"/>
                  </a:lnTo>
                  <a:lnTo>
                    <a:pt x="1623" y="1777"/>
                  </a:lnTo>
                  <a:lnTo>
                    <a:pt x="3399" y="3206"/>
                  </a:lnTo>
                  <a:lnTo>
                    <a:pt x="4866" y="4441"/>
                  </a:lnTo>
                  <a:lnTo>
                    <a:pt x="5639" y="5021"/>
                  </a:lnTo>
                  <a:lnTo>
                    <a:pt x="6411" y="5600"/>
                  </a:lnTo>
                  <a:lnTo>
                    <a:pt x="6295" y="5677"/>
                  </a:lnTo>
                  <a:lnTo>
                    <a:pt x="6218" y="5793"/>
                  </a:lnTo>
                  <a:lnTo>
                    <a:pt x="6102" y="6102"/>
                  </a:lnTo>
                  <a:lnTo>
                    <a:pt x="6063" y="6411"/>
                  </a:lnTo>
                  <a:lnTo>
                    <a:pt x="6102" y="6681"/>
                  </a:lnTo>
                  <a:lnTo>
                    <a:pt x="6179" y="6835"/>
                  </a:lnTo>
                  <a:lnTo>
                    <a:pt x="6295" y="6990"/>
                  </a:lnTo>
                  <a:lnTo>
                    <a:pt x="6411" y="7144"/>
                  </a:lnTo>
                  <a:lnTo>
                    <a:pt x="6565" y="7222"/>
                  </a:lnTo>
                  <a:lnTo>
                    <a:pt x="6720" y="7299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9"/>
                  </a:lnTo>
                  <a:lnTo>
                    <a:pt x="7454" y="7260"/>
                  </a:lnTo>
                  <a:lnTo>
                    <a:pt x="7608" y="7144"/>
                  </a:lnTo>
                  <a:lnTo>
                    <a:pt x="7724" y="7029"/>
                  </a:lnTo>
                  <a:lnTo>
                    <a:pt x="7840" y="6913"/>
                  </a:lnTo>
                  <a:lnTo>
                    <a:pt x="7956" y="6758"/>
                  </a:lnTo>
                  <a:lnTo>
                    <a:pt x="7994" y="6565"/>
                  </a:lnTo>
                  <a:lnTo>
                    <a:pt x="8033" y="6411"/>
                  </a:lnTo>
                  <a:lnTo>
                    <a:pt x="8033" y="6218"/>
                  </a:lnTo>
                  <a:lnTo>
                    <a:pt x="7956" y="6025"/>
                  </a:lnTo>
                  <a:lnTo>
                    <a:pt x="7840" y="5870"/>
                  </a:lnTo>
                  <a:lnTo>
                    <a:pt x="7724" y="5716"/>
                  </a:lnTo>
                  <a:lnTo>
                    <a:pt x="7569" y="5600"/>
                  </a:lnTo>
                  <a:lnTo>
                    <a:pt x="7415" y="5523"/>
                  </a:lnTo>
                  <a:lnTo>
                    <a:pt x="7222" y="5445"/>
                  </a:lnTo>
                  <a:lnTo>
                    <a:pt x="7029" y="5445"/>
                  </a:lnTo>
                  <a:lnTo>
                    <a:pt x="6836" y="5484"/>
                  </a:lnTo>
                  <a:lnTo>
                    <a:pt x="6025" y="4712"/>
                  </a:lnTo>
                  <a:lnTo>
                    <a:pt x="5214" y="4017"/>
                  </a:lnTo>
                  <a:lnTo>
                    <a:pt x="3515" y="2626"/>
                  </a:lnTo>
                  <a:lnTo>
                    <a:pt x="2743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5" y="310"/>
                  </a:lnTo>
                  <a:lnTo>
                    <a:pt x="310" y="39"/>
                  </a:lnTo>
                  <a:lnTo>
                    <a:pt x="23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2"/>
            <p:cNvSpPr/>
            <p:nvPr/>
          </p:nvSpPr>
          <p:spPr>
            <a:xfrm>
              <a:off x="3401625" y="4223000"/>
              <a:ext cx="240425" cy="634250"/>
            </a:xfrm>
            <a:custGeom>
              <a:avLst/>
              <a:gdLst/>
              <a:ahLst/>
              <a:cxnLst/>
              <a:rect l="l" t="t" r="r" b="b"/>
              <a:pathLst>
                <a:path w="9617" h="25370" extrusionOk="0">
                  <a:moveTo>
                    <a:pt x="4751" y="463"/>
                  </a:moveTo>
                  <a:lnTo>
                    <a:pt x="5291" y="502"/>
                  </a:lnTo>
                  <a:lnTo>
                    <a:pt x="5755" y="579"/>
                  </a:lnTo>
                  <a:lnTo>
                    <a:pt x="6218" y="772"/>
                  </a:lnTo>
                  <a:lnTo>
                    <a:pt x="6681" y="965"/>
                  </a:lnTo>
                  <a:lnTo>
                    <a:pt x="7067" y="1236"/>
                  </a:lnTo>
                  <a:lnTo>
                    <a:pt x="7454" y="1583"/>
                  </a:lnTo>
                  <a:lnTo>
                    <a:pt x="7801" y="1931"/>
                  </a:lnTo>
                  <a:lnTo>
                    <a:pt x="8149" y="2356"/>
                  </a:lnTo>
                  <a:lnTo>
                    <a:pt x="8419" y="2780"/>
                  </a:lnTo>
                  <a:lnTo>
                    <a:pt x="8651" y="3244"/>
                  </a:lnTo>
                  <a:lnTo>
                    <a:pt x="8844" y="3707"/>
                  </a:lnTo>
                  <a:lnTo>
                    <a:pt x="8998" y="4209"/>
                  </a:lnTo>
                  <a:lnTo>
                    <a:pt x="9075" y="4711"/>
                  </a:lnTo>
                  <a:lnTo>
                    <a:pt x="9114" y="5213"/>
                  </a:lnTo>
                  <a:lnTo>
                    <a:pt x="9114" y="5754"/>
                  </a:lnTo>
                  <a:lnTo>
                    <a:pt x="9075" y="6256"/>
                  </a:lnTo>
                  <a:lnTo>
                    <a:pt x="8998" y="6758"/>
                  </a:lnTo>
                  <a:lnTo>
                    <a:pt x="8882" y="7260"/>
                  </a:lnTo>
                  <a:lnTo>
                    <a:pt x="8689" y="7723"/>
                  </a:lnTo>
                  <a:lnTo>
                    <a:pt x="8496" y="8225"/>
                  </a:lnTo>
                  <a:lnTo>
                    <a:pt x="8303" y="8650"/>
                  </a:lnTo>
                  <a:lnTo>
                    <a:pt x="8033" y="9113"/>
                  </a:lnTo>
                  <a:lnTo>
                    <a:pt x="7763" y="9538"/>
                  </a:lnTo>
                  <a:lnTo>
                    <a:pt x="7454" y="9924"/>
                  </a:lnTo>
                  <a:lnTo>
                    <a:pt x="7106" y="10349"/>
                  </a:lnTo>
                  <a:lnTo>
                    <a:pt x="6759" y="10735"/>
                  </a:lnTo>
                  <a:lnTo>
                    <a:pt x="6025" y="11469"/>
                  </a:lnTo>
                  <a:lnTo>
                    <a:pt x="5253" y="12125"/>
                  </a:lnTo>
                  <a:lnTo>
                    <a:pt x="5098" y="12125"/>
                  </a:lnTo>
                  <a:lnTo>
                    <a:pt x="5059" y="12202"/>
                  </a:lnTo>
                  <a:lnTo>
                    <a:pt x="5021" y="12241"/>
                  </a:lnTo>
                  <a:lnTo>
                    <a:pt x="5021" y="12280"/>
                  </a:lnTo>
                  <a:lnTo>
                    <a:pt x="4210" y="11816"/>
                  </a:lnTo>
                  <a:lnTo>
                    <a:pt x="3476" y="11314"/>
                  </a:lnTo>
                  <a:lnTo>
                    <a:pt x="2781" y="10735"/>
                  </a:lnTo>
                  <a:lnTo>
                    <a:pt x="2472" y="10426"/>
                  </a:lnTo>
                  <a:lnTo>
                    <a:pt x="2163" y="10117"/>
                  </a:lnTo>
                  <a:lnTo>
                    <a:pt x="1893" y="9770"/>
                  </a:lnTo>
                  <a:lnTo>
                    <a:pt x="1661" y="9422"/>
                  </a:lnTo>
                  <a:lnTo>
                    <a:pt x="1430" y="9036"/>
                  </a:lnTo>
                  <a:lnTo>
                    <a:pt x="1198" y="8650"/>
                  </a:lnTo>
                  <a:lnTo>
                    <a:pt x="1005" y="8264"/>
                  </a:lnTo>
                  <a:lnTo>
                    <a:pt x="850" y="7839"/>
                  </a:lnTo>
                  <a:lnTo>
                    <a:pt x="735" y="7376"/>
                  </a:lnTo>
                  <a:lnTo>
                    <a:pt x="619" y="6912"/>
                  </a:lnTo>
                  <a:lnTo>
                    <a:pt x="542" y="6449"/>
                  </a:lnTo>
                  <a:lnTo>
                    <a:pt x="503" y="5985"/>
                  </a:lnTo>
                  <a:lnTo>
                    <a:pt x="503" y="5522"/>
                  </a:lnTo>
                  <a:lnTo>
                    <a:pt x="542" y="5020"/>
                  </a:lnTo>
                  <a:lnTo>
                    <a:pt x="619" y="4557"/>
                  </a:lnTo>
                  <a:lnTo>
                    <a:pt x="696" y="4055"/>
                  </a:lnTo>
                  <a:lnTo>
                    <a:pt x="850" y="3591"/>
                  </a:lnTo>
                  <a:lnTo>
                    <a:pt x="1005" y="3167"/>
                  </a:lnTo>
                  <a:lnTo>
                    <a:pt x="1237" y="2742"/>
                  </a:lnTo>
                  <a:lnTo>
                    <a:pt x="1468" y="2317"/>
                  </a:lnTo>
                  <a:lnTo>
                    <a:pt x="1739" y="1931"/>
                  </a:lnTo>
                  <a:lnTo>
                    <a:pt x="2086" y="1583"/>
                  </a:lnTo>
                  <a:lnTo>
                    <a:pt x="2434" y="1274"/>
                  </a:lnTo>
                  <a:lnTo>
                    <a:pt x="2820" y="1004"/>
                  </a:lnTo>
                  <a:lnTo>
                    <a:pt x="3245" y="811"/>
                  </a:lnTo>
                  <a:lnTo>
                    <a:pt x="3708" y="618"/>
                  </a:lnTo>
                  <a:lnTo>
                    <a:pt x="4249" y="502"/>
                  </a:lnTo>
                  <a:lnTo>
                    <a:pt x="4751" y="463"/>
                  </a:lnTo>
                  <a:close/>
                  <a:moveTo>
                    <a:pt x="5137" y="12627"/>
                  </a:moveTo>
                  <a:lnTo>
                    <a:pt x="5214" y="12666"/>
                  </a:lnTo>
                  <a:lnTo>
                    <a:pt x="5484" y="13129"/>
                  </a:lnTo>
                  <a:lnTo>
                    <a:pt x="4751" y="13052"/>
                  </a:lnTo>
                  <a:lnTo>
                    <a:pt x="5059" y="12627"/>
                  </a:lnTo>
                  <a:close/>
                  <a:moveTo>
                    <a:pt x="3167" y="13979"/>
                  </a:moveTo>
                  <a:lnTo>
                    <a:pt x="3476" y="14403"/>
                  </a:lnTo>
                  <a:lnTo>
                    <a:pt x="3708" y="14828"/>
                  </a:lnTo>
                  <a:lnTo>
                    <a:pt x="3669" y="14867"/>
                  </a:lnTo>
                  <a:lnTo>
                    <a:pt x="3438" y="14944"/>
                  </a:lnTo>
                  <a:lnTo>
                    <a:pt x="3167" y="15021"/>
                  </a:lnTo>
                  <a:lnTo>
                    <a:pt x="2936" y="15060"/>
                  </a:lnTo>
                  <a:lnTo>
                    <a:pt x="2665" y="15021"/>
                  </a:lnTo>
                  <a:lnTo>
                    <a:pt x="2936" y="14519"/>
                  </a:lnTo>
                  <a:lnTo>
                    <a:pt x="3167" y="13979"/>
                  </a:lnTo>
                  <a:close/>
                  <a:moveTo>
                    <a:pt x="5330" y="14867"/>
                  </a:moveTo>
                  <a:lnTo>
                    <a:pt x="5021" y="15987"/>
                  </a:lnTo>
                  <a:lnTo>
                    <a:pt x="4789" y="15794"/>
                  </a:lnTo>
                  <a:lnTo>
                    <a:pt x="4557" y="15562"/>
                  </a:lnTo>
                  <a:lnTo>
                    <a:pt x="4364" y="15330"/>
                  </a:lnTo>
                  <a:lnTo>
                    <a:pt x="4210" y="15098"/>
                  </a:lnTo>
                  <a:lnTo>
                    <a:pt x="4171" y="15060"/>
                  </a:lnTo>
                  <a:lnTo>
                    <a:pt x="5330" y="14867"/>
                  </a:lnTo>
                  <a:close/>
                  <a:moveTo>
                    <a:pt x="4055" y="15407"/>
                  </a:moveTo>
                  <a:lnTo>
                    <a:pt x="4249" y="15678"/>
                  </a:lnTo>
                  <a:lnTo>
                    <a:pt x="4480" y="15948"/>
                  </a:lnTo>
                  <a:lnTo>
                    <a:pt x="4712" y="16218"/>
                  </a:lnTo>
                  <a:lnTo>
                    <a:pt x="4982" y="16450"/>
                  </a:lnTo>
                  <a:lnTo>
                    <a:pt x="5098" y="16489"/>
                  </a:lnTo>
                  <a:lnTo>
                    <a:pt x="4905" y="16991"/>
                  </a:lnTo>
                  <a:lnTo>
                    <a:pt x="4789" y="17531"/>
                  </a:lnTo>
                  <a:lnTo>
                    <a:pt x="4480" y="17145"/>
                  </a:lnTo>
                  <a:lnTo>
                    <a:pt x="4249" y="16759"/>
                  </a:lnTo>
                  <a:lnTo>
                    <a:pt x="4133" y="16527"/>
                  </a:lnTo>
                  <a:lnTo>
                    <a:pt x="4055" y="16296"/>
                  </a:lnTo>
                  <a:lnTo>
                    <a:pt x="4017" y="16064"/>
                  </a:lnTo>
                  <a:lnTo>
                    <a:pt x="4017" y="15794"/>
                  </a:lnTo>
                  <a:lnTo>
                    <a:pt x="4055" y="15407"/>
                  </a:lnTo>
                  <a:close/>
                  <a:moveTo>
                    <a:pt x="5291" y="16798"/>
                  </a:moveTo>
                  <a:lnTo>
                    <a:pt x="5600" y="17145"/>
                  </a:lnTo>
                  <a:lnTo>
                    <a:pt x="5870" y="17531"/>
                  </a:lnTo>
                  <a:lnTo>
                    <a:pt x="5446" y="17570"/>
                  </a:lnTo>
                  <a:lnTo>
                    <a:pt x="5021" y="17647"/>
                  </a:lnTo>
                  <a:lnTo>
                    <a:pt x="5291" y="16798"/>
                  </a:lnTo>
                  <a:close/>
                  <a:moveTo>
                    <a:pt x="4557" y="17879"/>
                  </a:moveTo>
                  <a:lnTo>
                    <a:pt x="4635" y="17995"/>
                  </a:lnTo>
                  <a:lnTo>
                    <a:pt x="4519" y="18149"/>
                  </a:lnTo>
                  <a:lnTo>
                    <a:pt x="4403" y="18381"/>
                  </a:lnTo>
                  <a:lnTo>
                    <a:pt x="4287" y="18805"/>
                  </a:lnTo>
                  <a:lnTo>
                    <a:pt x="3901" y="18381"/>
                  </a:lnTo>
                  <a:lnTo>
                    <a:pt x="3553" y="17917"/>
                  </a:lnTo>
                  <a:lnTo>
                    <a:pt x="4557" y="17879"/>
                  </a:lnTo>
                  <a:close/>
                  <a:moveTo>
                    <a:pt x="7917" y="20003"/>
                  </a:moveTo>
                  <a:lnTo>
                    <a:pt x="7878" y="20736"/>
                  </a:lnTo>
                  <a:lnTo>
                    <a:pt x="7763" y="21509"/>
                  </a:lnTo>
                  <a:lnTo>
                    <a:pt x="6797" y="20775"/>
                  </a:lnTo>
                  <a:lnTo>
                    <a:pt x="6759" y="20736"/>
                  </a:lnTo>
                  <a:lnTo>
                    <a:pt x="6681" y="20466"/>
                  </a:lnTo>
                  <a:lnTo>
                    <a:pt x="6990" y="20273"/>
                  </a:lnTo>
                  <a:lnTo>
                    <a:pt x="7299" y="20118"/>
                  </a:lnTo>
                  <a:lnTo>
                    <a:pt x="7608" y="20041"/>
                  </a:lnTo>
                  <a:lnTo>
                    <a:pt x="7917" y="20003"/>
                  </a:lnTo>
                  <a:close/>
                  <a:moveTo>
                    <a:pt x="5330" y="20389"/>
                  </a:moveTo>
                  <a:lnTo>
                    <a:pt x="6179" y="20813"/>
                  </a:lnTo>
                  <a:lnTo>
                    <a:pt x="5755" y="21200"/>
                  </a:lnTo>
                  <a:lnTo>
                    <a:pt x="5368" y="21663"/>
                  </a:lnTo>
                  <a:lnTo>
                    <a:pt x="5291" y="21007"/>
                  </a:lnTo>
                  <a:lnTo>
                    <a:pt x="5330" y="20389"/>
                  </a:lnTo>
                  <a:close/>
                  <a:moveTo>
                    <a:pt x="4905" y="0"/>
                  </a:moveTo>
                  <a:lnTo>
                    <a:pt x="4519" y="39"/>
                  </a:lnTo>
                  <a:lnTo>
                    <a:pt x="4171" y="39"/>
                  </a:lnTo>
                  <a:lnTo>
                    <a:pt x="3785" y="116"/>
                  </a:lnTo>
                  <a:lnTo>
                    <a:pt x="3438" y="232"/>
                  </a:lnTo>
                  <a:lnTo>
                    <a:pt x="3090" y="348"/>
                  </a:lnTo>
                  <a:lnTo>
                    <a:pt x="2743" y="502"/>
                  </a:lnTo>
                  <a:lnTo>
                    <a:pt x="2434" y="695"/>
                  </a:lnTo>
                  <a:lnTo>
                    <a:pt x="2086" y="927"/>
                  </a:lnTo>
                  <a:lnTo>
                    <a:pt x="1816" y="1197"/>
                  </a:lnTo>
                  <a:lnTo>
                    <a:pt x="1507" y="1506"/>
                  </a:lnTo>
                  <a:lnTo>
                    <a:pt x="1275" y="1815"/>
                  </a:lnTo>
                  <a:lnTo>
                    <a:pt x="1044" y="2124"/>
                  </a:lnTo>
                  <a:lnTo>
                    <a:pt x="812" y="2471"/>
                  </a:lnTo>
                  <a:lnTo>
                    <a:pt x="619" y="2858"/>
                  </a:lnTo>
                  <a:lnTo>
                    <a:pt x="464" y="3205"/>
                  </a:lnTo>
                  <a:lnTo>
                    <a:pt x="310" y="3591"/>
                  </a:lnTo>
                  <a:lnTo>
                    <a:pt x="233" y="3977"/>
                  </a:lnTo>
                  <a:lnTo>
                    <a:pt x="117" y="4364"/>
                  </a:lnTo>
                  <a:lnTo>
                    <a:pt x="78" y="4750"/>
                  </a:lnTo>
                  <a:lnTo>
                    <a:pt x="1" y="5174"/>
                  </a:lnTo>
                  <a:lnTo>
                    <a:pt x="1" y="5561"/>
                  </a:lnTo>
                  <a:lnTo>
                    <a:pt x="1" y="5985"/>
                  </a:lnTo>
                  <a:lnTo>
                    <a:pt x="40" y="6372"/>
                  </a:lnTo>
                  <a:lnTo>
                    <a:pt x="78" y="6796"/>
                  </a:lnTo>
                  <a:lnTo>
                    <a:pt x="155" y="7182"/>
                  </a:lnTo>
                  <a:lnTo>
                    <a:pt x="271" y="7569"/>
                  </a:lnTo>
                  <a:lnTo>
                    <a:pt x="387" y="7993"/>
                  </a:lnTo>
                  <a:lnTo>
                    <a:pt x="542" y="8380"/>
                  </a:lnTo>
                  <a:lnTo>
                    <a:pt x="928" y="9152"/>
                  </a:lnTo>
                  <a:lnTo>
                    <a:pt x="1121" y="9538"/>
                  </a:lnTo>
                  <a:lnTo>
                    <a:pt x="1352" y="9924"/>
                  </a:lnTo>
                  <a:lnTo>
                    <a:pt x="1623" y="10272"/>
                  </a:lnTo>
                  <a:lnTo>
                    <a:pt x="1893" y="10619"/>
                  </a:lnTo>
                  <a:lnTo>
                    <a:pt x="2202" y="10928"/>
                  </a:lnTo>
                  <a:lnTo>
                    <a:pt x="2511" y="11237"/>
                  </a:lnTo>
                  <a:lnTo>
                    <a:pt x="2820" y="11546"/>
                  </a:lnTo>
                  <a:lnTo>
                    <a:pt x="3167" y="11778"/>
                  </a:lnTo>
                  <a:lnTo>
                    <a:pt x="3553" y="12009"/>
                  </a:lnTo>
                  <a:lnTo>
                    <a:pt x="3940" y="12241"/>
                  </a:lnTo>
                  <a:lnTo>
                    <a:pt x="4326" y="12395"/>
                  </a:lnTo>
                  <a:lnTo>
                    <a:pt x="4712" y="12550"/>
                  </a:lnTo>
                  <a:lnTo>
                    <a:pt x="4171" y="13091"/>
                  </a:lnTo>
                  <a:lnTo>
                    <a:pt x="4133" y="13206"/>
                  </a:lnTo>
                  <a:lnTo>
                    <a:pt x="4133" y="13322"/>
                  </a:lnTo>
                  <a:lnTo>
                    <a:pt x="4210" y="13399"/>
                  </a:lnTo>
                  <a:lnTo>
                    <a:pt x="4326" y="13438"/>
                  </a:lnTo>
                  <a:lnTo>
                    <a:pt x="4789" y="13477"/>
                  </a:lnTo>
                  <a:lnTo>
                    <a:pt x="4519" y="13747"/>
                  </a:lnTo>
                  <a:lnTo>
                    <a:pt x="4287" y="13979"/>
                  </a:lnTo>
                  <a:lnTo>
                    <a:pt x="4094" y="14288"/>
                  </a:lnTo>
                  <a:lnTo>
                    <a:pt x="3940" y="14596"/>
                  </a:lnTo>
                  <a:lnTo>
                    <a:pt x="3785" y="14288"/>
                  </a:lnTo>
                  <a:lnTo>
                    <a:pt x="3631" y="14017"/>
                  </a:lnTo>
                  <a:lnTo>
                    <a:pt x="3438" y="13747"/>
                  </a:lnTo>
                  <a:lnTo>
                    <a:pt x="3206" y="13477"/>
                  </a:lnTo>
                  <a:lnTo>
                    <a:pt x="3129" y="13438"/>
                  </a:lnTo>
                  <a:lnTo>
                    <a:pt x="3051" y="13438"/>
                  </a:lnTo>
                  <a:lnTo>
                    <a:pt x="2974" y="13477"/>
                  </a:lnTo>
                  <a:lnTo>
                    <a:pt x="2897" y="13593"/>
                  </a:lnTo>
                  <a:lnTo>
                    <a:pt x="2588" y="14326"/>
                  </a:lnTo>
                  <a:lnTo>
                    <a:pt x="2241" y="15098"/>
                  </a:lnTo>
                  <a:lnTo>
                    <a:pt x="2202" y="15176"/>
                  </a:lnTo>
                  <a:lnTo>
                    <a:pt x="2202" y="15253"/>
                  </a:lnTo>
                  <a:lnTo>
                    <a:pt x="2241" y="15330"/>
                  </a:lnTo>
                  <a:lnTo>
                    <a:pt x="2318" y="15369"/>
                  </a:lnTo>
                  <a:lnTo>
                    <a:pt x="2665" y="15407"/>
                  </a:lnTo>
                  <a:lnTo>
                    <a:pt x="3013" y="15407"/>
                  </a:lnTo>
                  <a:lnTo>
                    <a:pt x="3360" y="15369"/>
                  </a:lnTo>
                  <a:lnTo>
                    <a:pt x="3669" y="15253"/>
                  </a:lnTo>
                  <a:lnTo>
                    <a:pt x="3669" y="15253"/>
                  </a:lnTo>
                  <a:lnTo>
                    <a:pt x="3631" y="15562"/>
                  </a:lnTo>
                  <a:lnTo>
                    <a:pt x="3592" y="15909"/>
                  </a:lnTo>
                  <a:lnTo>
                    <a:pt x="3631" y="16141"/>
                  </a:lnTo>
                  <a:lnTo>
                    <a:pt x="3669" y="16373"/>
                  </a:lnTo>
                  <a:lnTo>
                    <a:pt x="3785" y="16798"/>
                  </a:lnTo>
                  <a:lnTo>
                    <a:pt x="4017" y="17184"/>
                  </a:lnTo>
                  <a:lnTo>
                    <a:pt x="4287" y="17570"/>
                  </a:lnTo>
                  <a:lnTo>
                    <a:pt x="3245" y="17570"/>
                  </a:lnTo>
                  <a:lnTo>
                    <a:pt x="3167" y="17608"/>
                  </a:lnTo>
                  <a:lnTo>
                    <a:pt x="3090" y="17647"/>
                  </a:lnTo>
                  <a:lnTo>
                    <a:pt x="3051" y="17763"/>
                  </a:lnTo>
                  <a:lnTo>
                    <a:pt x="3090" y="17840"/>
                  </a:lnTo>
                  <a:lnTo>
                    <a:pt x="3322" y="18265"/>
                  </a:lnTo>
                  <a:lnTo>
                    <a:pt x="3592" y="18612"/>
                  </a:lnTo>
                  <a:lnTo>
                    <a:pt x="3901" y="18960"/>
                  </a:lnTo>
                  <a:lnTo>
                    <a:pt x="4249" y="19307"/>
                  </a:lnTo>
                  <a:lnTo>
                    <a:pt x="4326" y="19346"/>
                  </a:lnTo>
                  <a:lnTo>
                    <a:pt x="4442" y="19346"/>
                  </a:lnTo>
                  <a:lnTo>
                    <a:pt x="4519" y="19307"/>
                  </a:lnTo>
                  <a:lnTo>
                    <a:pt x="4557" y="19230"/>
                  </a:lnTo>
                  <a:lnTo>
                    <a:pt x="4751" y="18767"/>
                  </a:lnTo>
                  <a:lnTo>
                    <a:pt x="4828" y="18497"/>
                  </a:lnTo>
                  <a:lnTo>
                    <a:pt x="4905" y="18265"/>
                  </a:lnTo>
                  <a:lnTo>
                    <a:pt x="5021" y="18381"/>
                  </a:lnTo>
                  <a:lnTo>
                    <a:pt x="5446" y="18883"/>
                  </a:lnTo>
                  <a:lnTo>
                    <a:pt x="5793" y="19385"/>
                  </a:lnTo>
                  <a:lnTo>
                    <a:pt x="6063" y="19964"/>
                  </a:lnTo>
                  <a:lnTo>
                    <a:pt x="6257" y="20543"/>
                  </a:lnTo>
                  <a:lnTo>
                    <a:pt x="5253" y="19964"/>
                  </a:lnTo>
                  <a:lnTo>
                    <a:pt x="5175" y="19925"/>
                  </a:lnTo>
                  <a:lnTo>
                    <a:pt x="5098" y="19925"/>
                  </a:lnTo>
                  <a:lnTo>
                    <a:pt x="5021" y="20003"/>
                  </a:lnTo>
                  <a:lnTo>
                    <a:pt x="4982" y="20041"/>
                  </a:lnTo>
                  <a:lnTo>
                    <a:pt x="4944" y="20582"/>
                  </a:lnTo>
                  <a:lnTo>
                    <a:pt x="4944" y="21084"/>
                  </a:lnTo>
                  <a:lnTo>
                    <a:pt x="4982" y="21586"/>
                  </a:lnTo>
                  <a:lnTo>
                    <a:pt x="5059" y="22088"/>
                  </a:lnTo>
                  <a:lnTo>
                    <a:pt x="5098" y="22204"/>
                  </a:lnTo>
                  <a:lnTo>
                    <a:pt x="5214" y="22242"/>
                  </a:lnTo>
                  <a:lnTo>
                    <a:pt x="5291" y="22242"/>
                  </a:lnTo>
                  <a:lnTo>
                    <a:pt x="5368" y="22165"/>
                  </a:lnTo>
                  <a:lnTo>
                    <a:pt x="5870" y="21663"/>
                  </a:lnTo>
                  <a:lnTo>
                    <a:pt x="6372" y="21161"/>
                  </a:lnTo>
                  <a:lnTo>
                    <a:pt x="6411" y="21547"/>
                  </a:lnTo>
                  <a:lnTo>
                    <a:pt x="6372" y="21933"/>
                  </a:lnTo>
                  <a:lnTo>
                    <a:pt x="6295" y="22474"/>
                  </a:lnTo>
                  <a:lnTo>
                    <a:pt x="6102" y="23053"/>
                  </a:lnTo>
                  <a:lnTo>
                    <a:pt x="5870" y="23671"/>
                  </a:lnTo>
                  <a:lnTo>
                    <a:pt x="5677" y="23941"/>
                  </a:lnTo>
                  <a:lnTo>
                    <a:pt x="5523" y="24173"/>
                  </a:lnTo>
                  <a:lnTo>
                    <a:pt x="5330" y="24405"/>
                  </a:lnTo>
                  <a:lnTo>
                    <a:pt x="5098" y="24598"/>
                  </a:lnTo>
                  <a:lnTo>
                    <a:pt x="4866" y="24752"/>
                  </a:lnTo>
                  <a:lnTo>
                    <a:pt x="4635" y="24868"/>
                  </a:lnTo>
                  <a:lnTo>
                    <a:pt x="4364" y="24945"/>
                  </a:lnTo>
                  <a:lnTo>
                    <a:pt x="4094" y="24907"/>
                  </a:lnTo>
                  <a:lnTo>
                    <a:pt x="3785" y="24868"/>
                  </a:lnTo>
                  <a:lnTo>
                    <a:pt x="3476" y="24714"/>
                  </a:lnTo>
                  <a:lnTo>
                    <a:pt x="3399" y="24675"/>
                  </a:lnTo>
                  <a:lnTo>
                    <a:pt x="3360" y="24675"/>
                  </a:lnTo>
                  <a:lnTo>
                    <a:pt x="3283" y="24752"/>
                  </a:lnTo>
                  <a:lnTo>
                    <a:pt x="3245" y="24868"/>
                  </a:lnTo>
                  <a:lnTo>
                    <a:pt x="3245" y="24907"/>
                  </a:lnTo>
                  <a:lnTo>
                    <a:pt x="3283" y="24945"/>
                  </a:lnTo>
                  <a:lnTo>
                    <a:pt x="3438" y="25100"/>
                  </a:lnTo>
                  <a:lnTo>
                    <a:pt x="3592" y="25216"/>
                  </a:lnTo>
                  <a:lnTo>
                    <a:pt x="3785" y="25293"/>
                  </a:lnTo>
                  <a:lnTo>
                    <a:pt x="3940" y="25331"/>
                  </a:lnTo>
                  <a:lnTo>
                    <a:pt x="4133" y="25370"/>
                  </a:lnTo>
                  <a:lnTo>
                    <a:pt x="4287" y="25370"/>
                  </a:lnTo>
                  <a:lnTo>
                    <a:pt x="4635" y="25293"/>
                  </a:lnTo>
                  <a:lnTo>
                    <a:pt x="4982" y="25138"/>
                  </a:lnTo>
                  <a:lnTo>
                    <a:pt x="5330" y="24945"/>
                  </a:lnTo>
                  <a:lnTo>
                    <a:pt x="5600" y="24714"/>
                  </a:lnTo>
                  <a:lnTo>
                    <a:pt x="5870" y="24443"/>
                  </a:lnTo>
                  <a:lnTo>
                    <a:pt x="6141" y="24057"/>
                  </a:lnTo>
                  <a:lnTo>
                    <a:pt x="6334" y="23671"/>
                  </a:lnTo>
                  <a:lnTo>
                    <a:pt x="6527" y="23285"/>
                  </a:lnTo>
                  <a:lnTo>
                    <a:pt x="6643" y="22860"/>
                  </a:lnTo>
                  <a:lnTo>
                    <a:pt x="6759" y="22435"/>
                  </a:lnTo>
                  <a:lnTo>
                    <a:pt x="6797" y="21972"/>
                  </a:lnTo>
                  <a:lnTo>
                    <a:pt x="6836" y="21547"/>
                  </a:lnTo>
                  <a:lnTo>
                    <a:pt x="6797" y="21084"/>
                  </a:lnTo>
                  <a:lnTo>
                    <a:pt x="7763" y="21933"/>
                  </a:lnTo>
                  <a:lnTo>
                    <a:pt x="7840" y="21972"/>
                  </a:lnTo>
                  <a:lnTo>
                    <a:pt x="7917" y="21972"/>
                  </a:lnTo>
                  <a:lnTo>
                    <a:pt x="7994" y="21933"/>
                  </a:lnTo>
                  <a:lnTo>
                    <a:pt x="8071" y="21856"/>
                  </a:lnTo>
                  <a:lnTo>
                    <a:pt x="8149" y="21354"/>
                  </a:lnTo>
                  <a:lnTo>
                    <a:pt x="8226" y="20852"/>
                  </a:lnTo>
                  <a:lnTo>
                    <a:pt x="8303" y="19809"/>
                  </a:lnTo>
                  <a:lnTo>
                    <a:pt x="8303" y="19732"/>
                  </a:lnTo>
                  <a:lnTo>
                    <a:pt x="8265" y="19694"/>
                  </a:lnTo>
                  <a:lnTo>
                    <a:pt x="8187" y="19655"/>
                  </a:lnTo>
                  <a:lnTo>
                    <a:pt x="8149" y="19616"/>
                  </a:lnTo>
                  <a:lnTo>
                    <a:pt x="7724" y="19655"/>
                  </a:lnTo>
                  <a:lnTo>
                    <a:pt x="7299" y="19732"/>
                  </a:lnTo>
                  <a:lnTo>
                    <a:pt x="6952" y="19848"/>
                  </a:lnTo>
                  <a:lnTo>
                    <a:pt x="6604" y="20080"/>
                  </a:lnTo>
                  <a:lnTo>
                    <a:pt x="6334" y="19539"/>
                  </a:lnTo>
                  <a:lnTo>
                    <a:pt x="6025" y="18999"/>
                  </a:lnTo>
                  <a:lnTo>
                    <a:pt x="5677" y="18497"/>
                  </a:lnTo>
                  <a:lnTo>
                    <a:pt x="5253" y="18033"/>
                  </a:lnTo>
                  <a:lnTo>
                    <a:pt x="5214" y="17995"/>
                  </a:lnTo>
                  <a:lnTo>
                    <a:pt x="5716" y="17956"/>
                  </a:lnTo>
                  <a:lnTo>
                    <a:pt x="6179" y="17879"/>
                  </a:lnTo>
                  <a:lnTo>
                    <a:pt x="6257" y="17840"/>
                  </a:lnTo>
                  <a:lnTo>
                    <a:pt x="6295" y="17763"/>
                  </a:lnTo>
                  <a:lnTo>
                    <a:pt x="6295" y="17686"/>
                  </a:lnTo>
                  <a:lnTo>
                    <a:pt x="6257" y="17608"/>
                  </a:lnTo>
                  <a:lnTo>
                    <a:pt x="6102" y="17261"/>
                  </a:lnTo>
                  <a:lnTo>
                    <a:pt x="5870" y="16952"/>
                  </a:lnTo>
                  <a:lnTo>
                    <a:pt x="5639" y="16682"/>
                  </a:lnTo>
                  <a:lnTo>
                    <a:pt x="5368" y="16411"/>
                  </a:lnTo>
                  <a:lnTo>
                    <a:pt x="5291" y="16373"/>
                  </a:lnTo>
                  <a:lnTo>
                    <a:pt x="5793" y="14674"/>
                  </a:lnTo>
                  <a:lnTo>
                    <a:pt x="5793" y="14558"/>
                  </a:lnTo>
                  <a:lnTo>
                    <a:pt x="5755" y="14481"/>
                  </a:lnTo>
                  <a:lnTo>
                    <a:pt x="5677" y="14442"/>
                  </a:lnTo>
                  <a:lnTo>
                    <a:pt x="5561" y="14442"/>
                  </a:lnTo>
                  <a:lnTo>
                    <a:pt x="4326" y="14674"/>
                  </a:lnTo>
                  <a:lnTo>
                    <a:pt x="4326" y="14674"/>
                  </a:lnTo>
                  <a:lnTo>
                    <a:pt x="4519" y="14326"/>
                  </a:lnTo>
                  <a:lnTo>
                    <a:pt x="4751" y="14056"/>
                  </a:lnTo>
                  <a:lnTo>
                    <a:pt x="4982" y="13786"/>
                  </a:lnTo>
                  <a:lnTo>
                    <a:pt x="5214" y="13515"/>
                  </a:lnTo>
                  <a:lnTo>
                    <a:pt x="5870" y="13554"/>
                  </a:lnTo>
                  <a:lnTo>
                    <a:pt x="5986" y="13515"/>
                  </a:lnTo>
                  <a:lnTo>
                    <a:pt x="6025" y="13438"/>
                  </a:lnTo>
                  <a:lnTo>
                    <a:pt x="6063" y="13361"/>
                  </a:lnTo>
                  <a:lnTo>
                    <a:pt x="6025" y="13245"/>
                  </a:lnTo>
                  <a:lnTo>
                    <a:pt x="5832" y="12820"/>
                  </a:lnTo>
                  <a:lnTo>
                    <a:pt x="5561" y="12434"/>
                  </a:lnTo>
                  <a:lnTo>
                    <a:pt x="6257" y="11893"/>
                  </a:lnTo>
                  <a:lnTo>
                    <a:pt x="6913" y="11276"/>
                  </a:lnTo>
                  <a:lnTo>
                    <a:pt x="7531" y="10619"/>
                  </a:lnTo>
                  <a:lnTo>
                    <a:pt x="8110" y="9885"/>
                  </a:lnTo>
                  <a:lnTo>
                    <a:pt x="8573" y="9152"/>
                  </a:lnTo>
                  <a:lnTo>
                    <a:pt x="8805" y="8766"/>
                  </a:lnTo>
                  <a:lnTo>
                    <a:pt x="8998" y="8341"/>
                  </a:lnTo>
                  <a:lnTo>
                    <a:pt x="9153" y="7916"/>
                  </a:lnTo>
                  <a:lnTo>
                    <a:pt x="9307" y="7491"/>
                  </a:lnTo>
                  <a:lnTo>
                    <a:pt x="9423" y="7067"/>
                  </a:lnTo>
                  <a:lnTo>
                    <a:pt x="9500" y="6642"/>
                  </a:lnTo>
                  <a:lnTo>
                    <a:pt x="9577" y="6217"/>
                  </a:lnTo>
                  <a:lnTo>
                    <a:pt x="9616" y="5754"/>
                  </a:lnTo>
                  <a:lnTo>
                    <a:pt x="9616" y="5329"/>
                  </a:lnTo>
                  <a:lnTo>
                    <a:pt x="9577" y="4904"/>
                  </a:lnTo>
                  <a:lnTo>
                    <a:pt x="9539" y="4479"/>
                  </a:lnTo>
                  <a:lnTo>
                    <a:pt x="9462" y="4093"/>
                  </a:lnTo>
                  <a:lnTo>
                    <a:pt x="9346" y="3669"/>
                  </a:lnTo>
                  <a:lnTo>
                    <a:pt x="9230" y="3282"/>
                  </a:lnTo>
                  <a:lnTo>
                    <a:pt x="9037" y="2896"/>
                  </a:lnTo>
                  <a:lnTo>
                    <a:pt x="8882" y="2510"/>
                  </a:lnTo>
                  <a:lnTo>
                    <a:pt x="8651" y="2163"/>
                  </a:lnTo>
                  <a:lnTo>
                    <a:pt x="8380" y="1815"/>
                  </a:lnTo>
                  <a:lnTo>
                    <a:pt x="8110" y="1506"/>
                  </a:lnTo>
                  <a:lnTo>
                    <a:pt x="7801" y="1197"/>
                  </a:lnTo>
                  <a:lnTo>
                    <a:pt x="7492" y="927"/>
                  </a:lnTo>
                  <a:lnTo>
                    <a:pt x="7106" y="695"/>
                  </a:lnTo>
                  <a:lnTo>
                    <a:pt x="6759" y="502"/>
                  </a:lnTo>
                  <a:lnTo>
                    <a:pt x="6411" y="348"/>
                  </a:lnTo>
                  <a:lnTo>
                    <a:pt x="6025" y="193"/>
                  </a:lnTo>
                  <a:lnTo>
                    <a:pt x="5639" y="116"/>
                  </a:lnTo>
                  <a:lnTo>
                    <a:pt x="5291" y="3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"/>
            <p:cNvSpPr/>
            <p:nvPr/>
          </p:nvSpPr>
          <p:spPr>
            <a:xfrm>
              <a:off x="3031900" y="4271250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4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8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1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5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9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5"/>
                  </a:lnTo>
                  <a:lnTo>
                    <a:pt x="1159" y="541"/>
                  </a:lnTo>
                  <a:lnTo>
                    <a:pt x="1352" y="426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9"/>
                  </a:lnTo>
                  <a:lnTo>
                    <a:pt x="309" y="928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6"/>
                  </a:lnTo>
                  <a:lnTo>
                    <a:pt x="0" y="2009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3" y="2858"/>
                  </a:lnTo>
                  <a:lnTo>
                    <a:pt x="425" y="3244"/>
                  </a:lnTo>
                  <a:lnTo>
                    <a:pt x="695" y="3553"/>
                  </a:lnTo>
                  <a:lnTo>
                    <a:pt x="1043" y="3824"/>
                  </a:lnTo>
                  <a:lnTo>
                    <a:pt x="1468" y="4017"/>
                  </a:lnTo>
                  <a:lnTo>
                    <a:pt x="1661" y="4094"/>
                  </a:lnTo>
                  <a:lnTo>
                    <a:pt x="1893" y="4133"/>
                  </a:lnTo>
                  <a:lnTo>
                    <a:pt x="2317" y="4133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3"/>
                  </a:lnTo>
                  <a:lnTo>
                    <a:pt x="4171" y="1430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7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2"/>
            <p:cNvSpPr/>
            <p:nvPr/>
          </p:nvSpPr>
          <p:spPr>
            <a:xfrm>
              <a:off x="5567925" y="4274150"/>
              <a:ext cx="67600" cy="76300"/>
            </a:xfrm>
            <a:custGeom>
              <a:avLst/>
              <a:gdLst/>
              <a:ahLst/>
              <a:cxnLst/>
              <a:rect l="l" t="t" r="r" b="b"/>
              <a:pathLst>
                <a:path w="2704" h="3052" extrusionOk="0">
                  <a:moveTo>
                    <a:pt x="1159" y="425"/>
                  </a:moveTo>
                  <a:lnTo>
                    <a:pt x="1429" y="503"/>
                  </a:lnTo>
                  <a:lnTo>
                    <a:pt x="1661" y="619"/>
                  </a:lnTo>
                  <a:lnTo>
                    <a:pt x="1854" y="773"/>
                  </a:lnTo>
                  <a:lnTo>
                    <a:pt x="2009" y="966"/>
                  </a:lnTo>
                  <a:lnTo>
                    <a:pt x="2124" y="1121"/>
                  </a:lnTo>
                  <a:lnTo>
                    <a:pt x="2202" y="1314"/>
                  </a:lnTo>
                  <a:lnTo>
                    <a:pt x="2318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2" y="2395"/>
                  </a:lnTo>
                  <a:lnTo>
                    <a:pt x="2047" y="2279"/>
                  </a:lnTo>
                  <a:lnTo>
                    <a:pt x="1623" y="2047"/>
                  </a:lnTo>
                  <a:lnTo>
                    <a:pt x="1236" y="1893"/>
                  </a:lnTo>
                  <a:lnTo>
                    <a:pt x="1005" y="1777"/>
                  </a:lnTo>
                  <a:lnTo>
                    <a:pt x="812" y="1661"/>
                  </a:lnTo>
                  <a:lnTo>
                    <a:pt x="619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2"/>
                  </a:lnTo>
                  <a:lnTo>
                    <a:pt x="541" y="657"/>
                  </a:lnTo>
                  <a:lnTo>
                    <a:pt x="619" y="580"/>
                  </a:lnTo>
                  <a:lnTo>
                    <a:pt x="696" y="503"/>
                  </a:lnTo>
                  <a:lnTo>
                    <a:pt x="812" y="464"/>
                  </a:lnTo>
                  <a:lnTo>
                    <a:pt x="927" y="425"/>
                  </a:lnTo>
                  <a:close/>
                  <a:moveTo>
                    <a:pt x="1005" y="1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1"/>
                  </a:lnTo>
                  <a:lnTo>
                    <a:pt x="194" y="425"/>
                  </a:lnTo>
                  <a:lnTo>
                    <a:pt x="78" y="619"/>
                  </a:lnTo>
                  <a:lnTo>
                    <a:pt x="1" y="812"/>
                  </a:lnTo>
                  <a:lnTo>
                    <a:pt x="1" y="1005"/>
                  </a:lnTo>
                  <a:lnTo>
                    <a:pt x="1" y="1236"/>
                  </a:lnTo>
                  <a:lnTo>
                    <a:pt x="39" y="1429"/>
                  </a:lnTo>
                  <a:lnTo>
                    <a:pt x="155" y="1623"/>
                  </a:lnTo>
                  <a:lnTo>
                    <a:pt x="387" y="1854"/>
                  </a:lnTo>
                  <a:lnTo>
                    <a:pt x="619" y="2047"/>
                  </a:lnTo>
                  <a:lnTo>
                    <a:pt x="889" y="2202"/>
                  </a:lnTo>
                  <a:lnTo>
                    <a:pt x="1198" y="2318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9" y="2742"/>
                  </a:lnTo>
                  <a:lnTo>
                    <a:pt x="2202" y="2974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1" y="3013"/>
                  </a:lnTo>
                  <a:lnTo>
                    <a:pt x="2588" y="2974"/>
                  </a:lnTo>
                  <a:lnTo>
                    <a:pt x="2626" y="2897"/>
                  </a:lnTo>
                  <a:lnTo>
                    <a:pt x="2704" y="2318"/>
                  </a:lnTo>
                  <a:lnTo>
                    <a:pt x="2704" y="2009"/>
                  </a:lnTo>
                  <a:lnTo>
                    <a:pt x="2704" y="1700"/>
                  </a:lnTo>
                  <a:lnTo>
                    <a:pt x="2626" y="1429"/>
                  </a:lnTo>
                  <a:lnTo>
                    <a:pt x="2549" y="1121"/>
                  </a:lnTo>
                  <a:lnTo>
                    <a:pt x="2433" y="850"/>
                  </a:lnTo>
                  <a:lnTo>
                    <a:pt x="2279" y="580"/>
                  </a:lnTo>
                  <a:lnTo>
                    <a:pt x="2124" y="425"/>
                  </a:lnTo>
                  <a:lnTo>
                    <a:pt x="1931" y="271"/>
                  </a:lnTo>
                  <a:lnTo>
                    <a:pt x="1700" y="117"/>
                  </a:lnTo>
                  <a:lnTo>
                    <a:pt x="1507" y="39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2"/>
            <p:cNvSpPr/>
            <p:nvPr/>
          </p:nvSpPr>
          <p:spPr>
            <a:xfrm>
              <a:off x="2254775" y="4312775"/>
              <a:ext cx="326325" cy="190200"/>
            </a:xfrm>
            <a:custGeom>
              <a:avLst/>
              <a:gdLst/>
              <a:ahLst/>
              <a:cxnLst/>
              <a:rect l="l" t="t" r="r" b="b"/>
              <a:pathLst>
                <a:path w="13053" h="7608" extrusionOk="0">
                  <a:moveTo>
                    <a:pt x="8920" y="271"/>
                  </a:moveTo>
                  <a:lnTo>
                    <a:pt x="9036" y="348"/>
                  </a:lnTo>
                  <a:lnTo>
                    <a:pt x="9191" y="464"/>
                  </a:lnTo>
                  <a:lnTo>
                    <a:pt x="9307" y="618"/>
                  </a:lnTo>
                  <a:lnTo>
                    <a:pt x="9384" y="657"/>
                  </a:lnTo>
                  <a:lnTo>
                    <a:pt x="9422" y="966"/>
                  </a:lnTo>
                  <a:lnTo>
                    <a:pt x="9422" y="1275"/>
                  </a:lnTo>
                  <a:lnTo>
                    <a:pt x="9345" y="1545"/>
                  </a:lnTo>
                  <a:lnTo>
                    <a:pt x="9229" y="1815"/>
                  </a:lnTo>
                  <a:lnTo>
                    <a:pt x="9036" y="2085"/>
                  </a:lnTo>
                  <a:lnTo>
                    <a:pt x="8882" y="2317"/>
                  </a:lnTo>
                  <a:lnTo>
                    <a:pt x="8457" y="2781"/>
                  </a:lnTo>
                  <a:lnTo>
                    <a:pt x="6990" y="4441"/>
                  </a:lnTo>
                  <a:lnTo>
                    <a:pt x="6835" y="4441"/>
                  </a:lnTo>
                  <a:lnTo>
                    <a:pt x="7106" y="3476"/>
                  </a:lnTo>
                  <a:lnTo>
                    <a:pt x="7415" y="2549"/>
                  </a:lnTo>
                  <a:lnTo>
                    <a:pt x="7801" y="1506"/>
                  </a:lnTo>
                  <a:lnTo>
                    <a:pt x="8032" y="1043"/>
                  </a:lnTo>
                  <a:lnTo>
                    <a:pt x="8187" y="773"/>
                  </a:lnTo>
                  <a:lnTo>
                    <a:pt x="8380" y="502"/>
                  </a:lnTo>
                  <a:lnTo>
                    <a:pt x="8573" y="348"/>
                  </a:lnTo>
                  <a:lnTo>
                    <a:pt x="8689" y="271"/>
                  </a:lnTo>
                  <a:close/>
                  <a:moveTo>
                    <a:pt x="2124" y="4441"/>
                  </a:moveTo>
                  <a:lnTo>
                    <a:pt x="2974" y="4557"/>
                  </a:lnTo>
                  <a:lnTo>
                    <a:pt x="3823" y="4711"/>
                  </a:lnTo>
                  <a:lnTo>
                    <a:pt x="4905" y="4866"/>
                  </a:lnTo>
                  <a:lnTo>
                    <a:pt x="5407" y="4943"/>
                  </a:lnTo>
                  <a:lnTo>
                    <a:pt x="5947" y="4982"/>
                  </a:lnTo>
                  <a:lnTo>
                    <a:pt x="4673" y="5213"/>
                  </a:lnTo>
                  <a:lnTo>
                    <a:pt x="3399" y="5406"/>
                  </a:lnTo>
                  <a:lnTo>
                    <a:pt x="2703" y="5484"/>
                  </a:lnTo>
                  <a:lnTo>
                    <a:pt x="1622" y="5484"/>
                  </a:lnTo>
                  <a:lnTo>
                    <a:pt x="1236" y="5445"/>
                  </a:lnTo>
                  <a:lnTo>
                    <a:pt x="966" y="5368"/>
                  </a:lnTo>
                  <a:lnTo>
                    <a:pt x="773" y="5291"/>
                  </a:lnTo>
                  <a:lnTo>
                    <a:pt x="696" y="5213"/>
                  </a:lnTo>
                  <a:lnTo>
                    <a:pt x="657" y="5097"/>
                  </a:lnTo>
                  <a:lnTo>
                    <a:pt x="657" y="4982"/>
                  </a:lnTo>
                  <a:lnTo>
                    <a:pt x="696" y="4827"/>
                  </a:lnTo>
                  <a:lnTo>
                    <a:pt x="734" y="4673"/>
                  </a:lnTo>
                  <a:lnTo>
                    <a:pt x="811" y="4557"/>
                  </a:lnTo>
                  <a:lnTo>
                    <a:pt x="889" y="4480"/>
                  </a:lnTo>
                  <a:lnTo>
                    <a:pt x="966" y="4441"/>
                  </a:lnTo>
                  <a:close/>
                  <a:moveTo>
                    <a:pt x="7183" y="4866"/>
                  </a:moveTo>
                  <a:lnTo>
                    <a:pt x="8380" y="5097"/>
                  </a:lnTo>
                  <a:lnTo>
                    <a:pt x="9616" y="5406"/>
                  </a:lnTo>
                  <a:lnTo>
                    <a:pt x="10272" y="5599"/>
                  </a:lnTo>
                  <a:lnTo>
                    <a:pt x="10967" y="5792"/>
                  </a:lnTo>
                  <a:lnTo>
                    <a:pt x="11662" y="6024"/>
                  </a:lnTo>
                  <a:lnTo>
                    <a:pt x="12087" y="6217"/>
                  </a:lnTo>
                  <a:lnTo>
                    <a:pt x="12203" y="6256"/>
                  </a:lnTo>
                  <a:lnTo>
                    <a:pt x="12319" y="6333"/>
                  </a:lnTo>
                  <a:lnTo>
                    <a:pt x="12396" y="6410"/>
                  </a:lnTo>
                  <a:lnTo>
                    <a:pt x="12434" y="6526"/>
                  </a:lnTo>
                  <a:lnTo>
                    <a:pt x="12473" y="6642"/>
                  </a:lnTo>
                  <a:lnTo>
                    <a:pt x="12473" y="6796"/>
                  </a:lnTo>
                  <a:lnTo>
                    <a:pt x="12396" y="7144"/>
                  </a:lnTo>
                  <a:lnTo>
                    <a:pt x="12241" y="7183"/>
                  </a:lnTo>
                  <a:lnTo>
                    <a:pt x="12010" y="7221"/>
                  </a:lnTo>
                  <a:lnTo>
                    <a:pt x="11817" y="7183"/>
                  </a:lnTo>
                  <a:lnTo>
                    <a:pt x="11585" y="7144"/>
                  </a:lnTo>
                  <a:lnTo>
                    <a:pt x="11122" y="7028"/>
                  </a:lnTo>
                  <a:lnTo>
                    <a:pt x="10735" y="6874"/>
                  </a:lnTo>
                  <a:lnTo>
                    <a:pt x="10002" y="6603"/>
                  </a:lnTo>
                  <a:lnTo>
                    <a:pt x="9307" y="6256"/>
                  </a:lnTo>
                  <a:lnTo>
                    <a:pt x="8766" y="5947"/>
                  </a:lnTo>
                  <a:lnTo>
                    <a:pt x="8225" y="5599"/>
                  </a:lnTo>
                  <a:lnTo>
                    <a:pt x="7183" y="4866"/>
                  </a:lnTo>
                  <a:close/>
                  <a:moveTo>
                    <a:pt x="8805" y="0"/>
                  </a:moveTo>
                  <a:lnTo>
                    <a:pt x="8573" y="39"/>
                  </a:lnTo>
                  <a:lnTo>
                    <a:pt x="8341" y="155"/>
                  </a:lnTo>
                  <a:lnTo>
                    <a:pt x="8110" y="271"/>
                  </a:lnTo>
                  <a:lnTo>
                    <a:pt x="7955" y="464"/>
                  </a:lnTo>
                  <a:lnTo>
                    <a:pt x="7723" y="850"/>
                  </a:lnTo>
                  <a:lnTo>
                    <a:pt x="7492" y="1275"/>
                  </a:lnTo>
                  <a:lnTo>
                    <a:pt x="7183" y="2201"/>
                  </a:lnTo>
                  <a:lnTo>
                    <a:pt x="6835" y="3321"/>
                  </a:lnTo>
                  <a:lnTo>
                    <a:pt x="6719" y="3862"/>
                  </a:lnTo>
                  <a:lnTo>
                    <a:pt x="6604" y="4441"/>
                  </a:lnTo>
                  <a:lnTo>
                    <a:pt x="6526" y="4518"/>
                  </a:lnTo>
                  <a:lnTo>
                    <a:pt x="6526" y="4634"/>
                  </a:lnTo>
                  <a:lnTo>
                    <a:pt x="5947" y="4595"/>
                  </a:lnTo>
                  <a:lnTo>
                    <a:pt x="5407" y="4557"/>
                  </a:lnTo>
                  <a:lnTo>
                    <a:pt x="4325" y="4402"/>
                  </a:lnTo>
                  <a:lnTo>
                    <a:pt x="3244" y="4209"/>
                  </a:lnTo>
                  <a:lnTo>
                    <a:pt x="2703" y="4132"/>
                  </a:lnTo>
                  <a:lnTo>
                    <a:pt x="2124" y="4093"/>
                  </a:lnTo>
                  <a:lnTo>
                    <a:pt x="1545" y="4055"/>
                  </a:lnTo>
                  <a:lnTo>
                    <a:pt x="1159" y="4055"/>
                  </a:lnTo>
                  <a:lnTo>
                    <a:pt x="773" y="4093"/>
                  </a:lnTo>
                  <a:lnTo>
                    <a:pt x="425" y="4209"/>
                  </a:lnTo>
                  <a:lnTo>
                    <a:pt x="271" y="4287"/>
                  </a:lnTo>
                  <a:lnTo>
                    <a:pt x="155" y="4364"/>
                  </a:lnTo>
                  <a:lnTo>
                    <a:pt x="78" y="4480"/>
                  </a:lnTo>
                  <a:lnTo>
                    <a:pt x="0" y="4634"/>
                  </a:lnTo>
                  <a:lnTo>
                    <a:pt x="0" y="4789"/>
                  </a:lnTo>
                  <a:lnTo>
                    <a:pt x="39" y="4982"/>
                  </a:lnTo>
                  <a:lnTo>
                    <a:pt x="78" y="5136"/>
                  </a:lnTo>
                  <a:lnTo>
                    <a:pt x="155" y="5252"/>
                  </a:lnTo>
                  <a:lnTo>
                    <a:pt x="232" y="5406"/>
                  </a:lnTo>
                  <a:lnTo>
                    <a:pt x="348" y="5522"/>
                  </a:lnTo>
                  <a:lnTo>
                    <a:pt x="618" y="5677"/>
                  </a:lnTo>
                  <a:lnTo>
                    <a:pt x="927" y="5792"/>
                  </a:lnTo>
                  <a:lnTo>
                    <a:pt x="1275" y="5870"/>
                  </a:lnTo>
                  <a:lnTo>
                    <a:pt x="1622" y="5908"/>
                  </a:lnTo>
                  <a:lnTo>
                    <a:pt x="2240" y="5908"/>
                  </a:lnTo>
                  <a:lnTo>
                    <a:pt x="3360" y="5831"/>
                  </a:lnTo>
                  <a:lnTo>
                    <a:pt x="4441" y="5715"/>
                  </a:lnTo>
                  <a:lnTo>
                    <a:pt x="5561" y="5484"/>
                  </a:lnTo>
                  <a:lnTo>
                    <a:pt x="6102" y="5329"/>
                  </a:lnTo>
                  <a:lnTo>
                    <a:pt x="6604" y="5136"/>
                  </a:lnTo>
                  <a:lnTo>
                    <a:pt x="6604" y="5175"/>
                  </a:lnTo>
                  <a:lnTo>
                    <a:pt x="6642" y="5599"/>
                  </a:lnTo>
                  <a:lnTo>
                    <a:pt x="6681" y="5792"/>
                  </a:lnTo>
                  <a:lnTo>
                    <a:pt x="6758" y="5986"/>
                  </a:lnTo>
                  <a:lnTo>
                    <a:pt x="7028" y="6024"/>
                  </a:lnTo>
                  <a:lnTo>
                    <a:pt x="7028" y="5986"/>
                  </a:lnTo>
                  <a:lnTo>
                    <a:pt x="6951" y="5599"/>
                  </a:lnTo>
                  <a:lnTo>
                    <a:pt x="6951" y="5406"/>
                  </a:lnTo>
                  <a:lnTo>
                    <a:pt x="6990" y="5213"/>
                  </a:lnTo>
                  <a:lnTo>
                    <a:pt x="7028" y="5175"/>
                  </a:lnTo>
                  <a:lnTo>
                    <a:pt x="7723" y="5754"/>
                  </a:lnTo>
                  <a:lnTo>
                    <a:pt x="8496" y="6256"/>
                  </a:lnTo>
                  <a:lnTo>
                    <a:pt x="9307" y="6681"/>
                  </a:lnTo>
                  <a:lnTo>
                    <a:pt x="10118" y="7067"/>
                  </a:lnTo>
                  <a:lnTo>
                    <a:pt x="10774" y="7337"/>
                  </a:lnTo>
                  <a:lnTo>
                    <a:pt x="11237" y="7453"/>
                  </a:lnTo>
                  <a:lnTo>
                    <a:pt x="11662" y="7569"/>
                  </a:lnTo>
                  <a:lnTo>
                    <a:pt x="12126" y="7607"/>
                  </a:lnTo>
                  <a:lnTo>
                    <a:pt x="12319" y="7569"/>
                  </a:lnTo>
                  <a:lnTo>
                    <a:pt x="12512" y="7530"/>
                  </a:lnTo>
                  <a:lnTo>
                    <a:pt x="12666" y="7453"/>
                  </a:lnTo>
                  <a:lnTo>
                    <a:pt x="12821" y="7376"/>
                  </a:lnTo>
                  <a:lnTo>
                    <a:pt x="12936" y="7221"/>
                  </a:lnTo>
                  <a:lnTo>
                    <a:pt x="13014" y="7028"/>
                  </a:lnTo>
                  <a:lnTo>
                    <a:pt x="13052" y="6874"/>
                  </a:lnTo>
                  <a:lnTo>
                    <a:pt x="13052" y="6719"/>
                  </a:lnTo>
                  <a:lnTo>
                    <a:pt x="13014" y="6565"/>
                  </a:lnTo>
                  <a:lnTo>
                    <a:pt x="12975" y="6449"/>
                  </a:lnTo>
                  <a:lnTo>
                    <a:pt x="12898" y="6333"/>
                  </a:lnTo>
                  <a:lnTo>
                    <a:pt x="12782" y="6217"/>
                  </a:lnTo>
                  <a:lnTo>
                    <a:pt x="12512" y="6024"/>
                  </a:lnTo>
                  <a:lnTo>
                    <a:pt x="12241" y="5870"/>
                  </a:lnTo>
                  <a:lnTo>
                    <a:pt x="11894" y="5715"/>
                  </a:lnTo>
                  <a:lnTo>
                    <a:pt x="11353" y="5522"/>
                  </a:lnTo>
                  <a:lnTo>
                    <a:pt x="10388" y="5213"/>
                  </a:lnTo>
                  <a:lnTo>
                    <a:pt x="9384" y="4943"/>
                  </a:lnTo>
                  <a:lnTo>
                    <a:pt x="8380" y="4711"/>
                  </a:lnTo>
                  <a:lnTo>
                    <a:pt x="7376" y="4518"/>
                  </a:lnTo>
                  <a:lnTo>
                    <a:pt x="8418" y="3437"/>
                  </a:lnTo>
                  <a:lnTo>
                    <a:pt x="8882" y="2896"/>
                  </a:lnTo>
                  <a:lnTo>
                    <a:pt x="9345" y="2279"/>
                  </a:lnTo>
                  <a:lnTo>
                    <a:pt x="9461" y="2085"/>
                  </a:lnTo>
                  <a:lnTo>
                    <a:pt x="9577" y="1854"/>
                  </a:lnTo>
                  <a:lnTo>
                    <a:pt x="9654" y="1622"/>
                  </a:lnTo>
                  <a:lnTo>
                    <a:pt x="9731" y="1390"/>
                  </a:lnTo>
                  <a:lnTo>
                    <a:pt x="9731" y="1159"/>
                  </a:lnTo>
                  <a:lnTo>
                    <a:pt x="9693" y="927"/>
                  </a:lnTo>
                  <a:lnTo>
                    <a:pt x="9654" y="657"/>
                  </a:lnTo>
                  <a:lnTo>
                    <a:pt x="9500" y="464"/>
                  </a:lnTo>
                  <a:lnTo>
                    <a:pt x="9461" y="309"/>
                  </a:lnTo>
                  <a:lnTo>
                    <a:pt x="9384" y="232"/>
                  </a:lnTo>
                  <a:lnTo>
                    <a:pt x="9229" y="78"/>
                  </a:lnTo>
                  <a:lnTo>
                    <a:pt x="903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"/>
            <p:cNvSpPr/>
            <p:nvPr/>
          </p:nvSpPr>
          <p:spPr>
            <a:xfrm>
              <a:off x="1058675" y="4315675"/>
              <a:ext cx="594700" cy="534825"/>
            </a:xfrm>
            <a:custGeom>
              <a:avLst/>
              <a:gdLst/>
              <a:ahLst/>
              <a:cxnLst/>
              <a:rect l="l" t="t" r="r" b="b"/>
              <a:pathLst>
                <a:path w="23788" h="21393" extrusionOk="0">
                  <a:moveTo>
                    <a:pt x="23478" y="270"/>
                  </a:moveTo>
                  <a:lnTo>
                    <a:pt x="23401" y="386"/>
                  </a:lnTo>
                  <a:lnTo>
                    <a:pt x="22590" y="1815"/>
                  </a:lnTo>
                  <a:lnTo>
                    <a:pt x="21741" y="3205"/>
                  </a:lnTo>
                  <a:lnTo>
                    <a:pt x="20853" y="4595"/>
                  </a:lnTo>
                  <a:lnTo>
                    <a:pt x="19926" y="5985"/>
                  </a:lnTo>
                  <a:lnTo>
                    <a:pt x="19269" y="5754"/>
                  </a:lnTo>
                  <a:lnTo>
                    <a:pt x="18999" y="5638"/>
                  </a:lnTo>
                  <a:lnTo>
                    <a:pt x="18690" y="5483"/>
                  </a:lnTo>
                  <a:lnTo>
                    <a:pt x="18420" y="5290"/>
                  </a:lnTo>
                  <a:lnTo>
                    <a:pt x="18150" y="5059"/>
                  </a:lnTo>
                  <a:lnTo>
                    <a:pt x="17918" y="4827"/>
                  </a:lnTo>
                  <a:lnTo>
                    <a:pt x="17686" y="4557"/>
                  </a:lnTo>
                  <a:lnTo>
                    <a:pt x="17493" y="4286"/>
                  </a:lnTo>
                  <a:lnTo>
                    <a:pt x="17339" y="3977"/>
                  </a:lnTo>
                  <a:lnTo>
                    <a:pt x="17030" y="3360"/>
                  </a:lnTo>
                  <a:lnTo>
                    <a:pt x="16798" y="2742"/>
                  </a:lnTo>
                  <a:lnTo>
                    <a:pt x="16605" y="2085"/>
                  </a:lnTo>
                  <a:lnTo>
                    <a:pt x="17416" y="1776"/>
                  </a:lnTo>
                  <a:lnTo>
                    <a:pt x="18265" y="1467"/>
                  </a:lnTo>
                  <a:lnTo>
                    <a:pt x="19115" y="1197"/>
                  </a:lnTo>
                  <a:lnTo>
                    <a:pt x="19965" y="965"/>
                  </a:lnTo>
                  <a:lnTo>
                    <a:pt x="20853" y="772"/>
                  </a:lnTo>
                  <a:lnTo>
                    <a:pt x="21702" y="579"/>
                  </a:lnTo>
                  <a:lnTo>
                    <a:pt x="22590" y="425"/>
                  </a:lnTo>
                  <a:lnTo>
                    <a:pt x="23478" y="270"/>
                  </a:lnTo>
                  <a:close/>
                  <a:moveTo>
                    <a:pt x="4866" y="7607"/>
                  </a:moveTo>
                  <a:lnTo>
                    <a:pt x="6256" y="7646"/>
                  </a:lnTo>
                  <a:lnTo>
                    <a:pt x="7608" y="7723"/>
                  </a:lnTo>
                  <a:lnTo>
                    <a:pt x="7222" y="8186"/>
                  </a:lnTo>
                  <a:lnTo>
                    <a:pt x="6835" y="8650"/>
                  </a:lnTo>
                  <a:lnTo>
                    <a:pt x="6488" y="9190"/>
                  </a:lnTo>
                  <a:lnTo>
                    <a:pt x="6140" y="9692"/>
                  </a:lnTo>
                  <a:lnTo>
                    <a:pt x="5909" y="10233"/>
                  </a:lnTo>
                  <a:lnTo>
                    <a:pt x="5870" y="10272"/>
                  </a:lnTo>
                  <a:lnTo>
                    <a:pt x="5214" y="10774"/>
                  </a:lnTo>
                  <a:lnTo>
                    <a:pt x="4557" y="11314"/>
                  </a:lnTo>
                  <a:lnTo>
                    <a:pt x="4326" y="11546"/>
                  </a:lnTo>
                  <a:lnTo>
                    <a:pt x="4094" y="11816"/>
                  </a:lnTo>
                  <a:lnTo>
                    <a:pt x="3824" y="12048"/>
                  </a:lnTo>
                  <a:lnTo>
                    <a:pt x="3708" y="12125"/>
                  </a:lnTo>
                  <a:lnTo>
                    <a:pt x="3553" y="12164"/>
                  </a:lnTo>
                  <a:lnTo>
                    <a:pt x="3399" y="12202"/>
                  </a:lnTo>
                  <a:lnTo>
                    <a:pt x="3206" y="12164"/>
                  </a:lnTo>
                  <a:lnTo>
                    <a:pt x="2742" y="12087"/>
                  </a:lnTo>
                  <a:lnTo>
                    <a:pt x="1970" y="11855"/>
                  </a:lnTo>
                  <a:lnTo>
                    <a:pt x="387" y="11507"/>
                  </a:lnTo>
                  <a:lnTo>
                    <a:pt x="1005" y="11083"/>
                  </a:lnTo>
                  <a:lnTo>
                    <a:pt x="1584" y="10658"/>
                  </a:lnTo>
                  <a:lnTo>
                    <a:pt x="2163" y="10156"/>
                  </a:lnTo>
                  <a:lnTo>
                    <a:pt x="2704" y="9654"/>
                  </a:lnTo>
                  <a:lnTo>
                    <a:pt x="3553" y="8804"/>
                  </a:lnTo>
                  <a:lnTo>
                    <a:pt x="4055" y="8186"/>
                  </a:lnTo>
                  <a:lnTo>
                    <a:pt x="4326" y="7916"/>
                  </a:lnTo>
                  <a:lnTo>
                    <a:pt x="4634" y="7684"/>
                  </a:lnTo>
                  <a:lnTo>
                    <a:pt x="4789" y="7684"/>
                  </a:lnTo>
                  <a:lnTo>
                    <a:pt x="4827" y="7646"/>
                  </a:lnTo>
                  <a:lnTo>
                    <a:pt x="4866" y="7607"/>
                  </a:lnTo>
                  <a:close/>
                  <a:moveTo>
                    <a:pt x="16296" y="2201"/>
                  </a:moveTo>
                  <a:lnTo>
                    <a:pt x="16489" y="2858"/>
                  </a:lnTo>
                  <a:lnTo>
                    <a:pt x="16721" y="3553"/>
                  </a:lnTo>
                  <a:lnTo>
                    <a:pt x="17030" y="4209"/>
                  </a:lnTo>
                  <a:lnTo>
                    <a:pt x="17223" y="4518"/>
                  </a:lnTo>
                  <a:lnTo>
                    <a:pt x="17455" y="4827"/>
                  </a:lnTo>
                  <a:lnTo>
                    <a:pt x="17648" y="5136"/>
                  </a:lnTo>
                  <a:lnTo>
                    <a:pt x="17879" y="5368"/>
                  </a:lnTo>
                  <a:lnTo>
                    <a:pt x="18150" y="5599"/>
                  </a:lnTo>
                  <a:lnTo>
                    <a:pt x="18420" y="5831"/>
                  </a:lnTo>
                  <a:lnTo>
                    <a:pt x="18729" y="5985"/>
                  </a:lnTo>
                  <a:lnTo>
                    <a:pt x="19038" y="6140"/>
                  </a:lnTo>
                  <a:lnTo>
                    <a:pt x="19385" y="6217"/>
                  </a:lnTo>
                  <a:lnTo>
                    <a:pt x="19771" y="6256"/>
                  </a:lnTo>
                  <a:lnTo>
                    <a:pt x="18922" y="7453"/>
                  </a:lnTo>
                  <a:lnTo>
                    <a:pt x="18034" y="8611"/>
                  </a:lnTo>
                  <a:lnTo>
                    <a:pt x="17223" y="9615"/>
                  </a:lnTo>
                  <a:lnTo>
                    <a:pt x="16373" y="10581"/>
                  </a:lnTo>
                  <a:lnTo>
                    <a:pt x="15524" y="11507"/>
                  </a:lnTo>
                  <a:lnTo>
                    <a:pt x="14597" y="12395"/>
                  </a:lnTo>
                  <a:lnTo>
                    <a:pt x="13670" y="13284"/>
                  </a:lnTo>
                  <a:lnTo>
                    <a:pt x="13168" y="13747"/>
                  </a:lnTo>
                  <a:lnTo>
                    <a:pt x="12628" y="14172"/>
                  </a:lnTo>
                  <a:lnTo>
                    <a:pt x="12126" y="14558"/>
                  </a:lnTo>
                  <a:lnTo>
                    <a:pt x="11546" y="14905"/>
                  </a:lnTo>
                  <a:lnTo>
                    <a:pt x="10967" y="15214"/>
                  </a:lnTo>
                  <a:lnTo>
                    <a:pt x="10388" y="15446"/>
                  </a:lnTo>
                  <a:lnTo>
                    <a:pt x="9809" y="15600"/>
                  </a:lnTo>
                  <a:lnTo>
                    <a:pt x="9191" y="15678"/>
                  </a:lnTo>
                  <a:lnTo>
                    <a:pt x="8612" y="15678"/>
                  </a:lnTo>
                  <a:lnTo>
                    <a:pt x="8341" y="15639"/>
                  </a:lnTo>
                  <a:lnTo>
                    <a:pt x="8033" y="15562"/>
                  </a:lnTo>
                  <a:lnTo>
                    <a:pt x="7762" y="15446"/>
                  </a:lnTo>
                  <a:lnTo>
                    <a:pt x="7531" y="15330"/>
                  </a:lnTo>
                  <a:lnTo>
                    <a:pt x="7260" y="15214"/>
                  </a:lnTo>
                  <a:lnTo>
                    <a:pt x="7029" y="15021"/>
                  </a:lnTo>
                  <a:lnTo>
                    <a:pt x="6835" y="14828"/>
                  </a:lnTo>
                  <a:lnTo>
                    <a:pt x="6642" y="14597"/>
                  </a:lnTo>
                  <a:lnTo>
                    <a:pt x="6449" y="14365"/>
                  </a:lnTo>
                  <a:lnTo>
                    <a:pt x="6295" y="14095"/>
                  </a:lnTo>
                  <a:lnTo>
                    <a:pt x="6063" y="13554"/>
                  </a:lnTo>
                  <a:lnTo>
                    <a:pt x="5909" y="13013"/>
                  </a:lnTo>
                  <a:lnTo>
                    <a:pt x="5870" y="12434"/>
                  </a:lnTo>
                  <a:lnTo>
                    <a:pt x="5870" y="11855"/>
                  </a:lnTo>
                  <a:lnTo>
                    <a:pt x="5986" y="11314"/>
                  </a:lnTo>
                  <a:lnTo>
                    <a:pt x="6140" y="10735"/>
                  </a:lnTo>
                  <a:lnTo>
                    <a:pt x="6333" y="10194"/>
                  </a:lnTo>
                  <a:lnTo>
                    <a:pt x="6604" y="9692"/>
                  </a:lnTo>
                  <a:lnTo>
                    <a:pt x="6913" y="9229"/>
                  </a:lnTo>
                  <a:lnTo>
                    <a:pt x="7222" y="8766"/>
                  </a:lnTo>
                  <a:lnTo>
                    <a:pt x="7569" y="8302"/>
                  </a:lnTo>
                  <a:lnTo>
                    <a:pt x="7955" y="7878"/>
                  </a:lnTo>
                  <a:lnTo>
                    <a:pt x="8766" y="7067"/>
                  </a:lnTo>
                  <a:lnTo>
                    <a:pt x="9616" y="6333"/>
                  </a:lnTo>
                  <a:lnTo>
                    <a:pt x="10542" y="5561"/>
                  </a:lnTo>
                  <a:lnTo>
                    <a:pt x="11508" y="4866"/>
                  </a:lnTo>
                  <a:lnTo>
                    <a:pt x="12473" y="4209"/>
                  </a:lnTo>
                  <a:lnTo>
                    <a:pt x="13516" y="3591"/>
                  </a:lnTo>
                  <a:lnTo>
                    <a:pt x="14211" y="3205"/>
                  </a:lnTo>
                  <a:lnTo>
                    <a:pt x="14906" y="2858"/>
                  </a:lnTo>
                  <a:lnTo>
                    <a:pt x="15601" y="2510"/>
                  </a:lnTo>
                  <a:lnTo>
                    <a:pt x="16296" y="2201"/>
                  </a:lnTo>
                  <a:close/>
                  <a:moveTo>
                    <a:pt x="5638" y="13361"/>
                  </a:moveTo>
                  <a:lnTo>
                    <a:pt x="5754" y="13747"/>
                  </a:lnTo>
                  <a:lnTo>
                    <a:pt x="5870" y="14133"/>
                  </a:lnTo>
                  <a:lnTo>
                    <a:pt x="6063" y="14519"/>
                  </a:lnTo>
                  <a:lnTo>
                    <a:pt x="6295" y="14828"/>
                  </a:lnTo>
                  <a:lnTo>
                    <a:pt x="6565" y="15137"/>
                  </a:lnTo>
                  <a:lnTo>
                    <a:pt x="6874" y="15407"/>
                  </a:lnTo>
                  <a:lnTo>
                    <a:pt x="7222" y="15639"/>
                  </a:lnTo>
                  <a:lnTo>
                    <a:pt x="7608" y="15832"/>
                  </a:lnTo>
                  <a:lnTo>
                    <a:pt x="7415" y="16141"/>
                  </a:lnTo>
                  <a:lnTo>
                    <a:pt x="7260" y="16489"/>
                  </a:lnTo>
                  <a:lnTo>
                    <a:pt x="6797" y="16296"/>
                  </a:lnTo>
                  <a:lnTo>
                    <a:pt x="6411" y="16025"/>
                  </a:lnTo>
                  <a:lnTo>
                    <a:pt x="6025" y="15716"/>
                  </a:lnTo>
                  <a:lnTo>
                    <a:pt x="5716" y="15369"/>
                  </a:lnTo>
                  <a:lnTo>
                    <a:pt x="5484" y="14983"/>
                  </a:lnTo>
                  <a:lnTo>
                    <a:pt x="5252" y="14558"/>
                  </a:lnTo>
                  <a:lnTo>
                    <a:pt x="5098" y="14133"/>
                  </a:lnTo>
                  <a:lnTo>
                    <a:pt x="5021" y="13631"/>
                  </a:lnTo>
                  <a:lnTo>
                    <a:pt x="4982" y="13593"/>
                  </a:lnTo>
                  <a:lnTo>
                    <a:pt x="5638" y="13361"/>
                  </a:lnTo>
                  <a:close/>
                  <a:moveTo>
                    <a:pt x="4827" y="13670"/>
                  </a:moveTo>
                  <a:lnTo>
                    <a:pt x="4866" y="14210"/>
                  </a:lnTo>
                  <a:lnTo>
                    <a:pt x="4982" y="14712"/>
                  </a:lnTo>
                  <a:lnTo>
                    <a:pt x="5214" y="15176"/>
                  </a:lnTo>
                  <a:lnTo>
                    <a:pt x="5484" y="15600"/>
                  </a:lnTo>
                  <a:lnTo>
                    <a:pt x="5831" y="15948"/>
                  </a:lnTo>
                  <a:lnTo>
                    <a:pt x="6218" y="16296"/>
                  </a:lnTo>
                  <a:lnTo>
                    <a:pt x="6642" y="16566"/>
                  </a:lnTo>
                  <a:lnTo>
                    <a:pt x="7106" y="16759"/>
                  </a:lnTo>
                  <a:lnTo>
                    <a:pt x="6951" y="17300"/>
                  </a:lnTo>
                  <a:lnTo>
                    <a:pt x="6411" y="17029"/>
                  </a:lnTo>
                  <a:lnTo>
                    <a:pt x="5909" y="16720"/>
                  </a:lnTo>
                  <a:lnTo>
                    <a:pt x="5484" y="16373"/>
                  </a:lnTo>
                  <a:lnTo>
                    <a:pt x="5098" y="15987"/>
                  </a:lnTo>
                  <a:lnTo>
                    <a:pt x="4789" y="15562"/>
                  </a:lnTo>
                  <a:lnTo>
                    <a:pt x="4480" y="15060"/>
                  </a:lnTo>
                  <a:lnTo>
                    <a:pt x="4248" y="14558"/>
                  </a:lnTo>
                  <a:lnTo>
                    <a:pt x="4055" y="13979"/>
                  </a:lnTo>
                  <a:lnTo>
                    <a:pt x="4248" y="13940"/>
                  </a:lnTo>
                  <a:lnTo>
                    <a:pt x="4441" y="13863"/>
                  </a:lnTo>
                  <a:lnTo>
                    <a:pt x="4827" y="13670"/>
                  </a:lnTo>
                  <a:close/>
                  <a:moveTo>
                    <a:pt x="4441" y="15871"/>
                  </a:moveTo>
                  <a:lnTo>
                    <a:pt x="4673" y="16180"/>
                  </a:lnTo>
                  <a:lnTo>
                    <a:pt x="4905" y="16450"/>
                  </a:lnTo>
                  <a:lnTo>
                    <a:pt x="5175" y="16682"/>
                  </a:lnTo>
                  <a:lnTo>
                    <a:pt x="5445" y="16913"/>
                  </a:lnTo>
                  <a:lnTo>
                    <a:pt x="5291" y="17029"/>
                  </a:lnTo>
                  <a:lnTo>
                    <a:pt x="5214" y="17222"/>
                  </a:lnTo>
                  <a:lnTo>
                    <a:pt x="5098" y="17068"/>
                  </a:lnTo>
                  <a:lnTo>
                    <a:pt x="5059" y="16991"/>
                  </a:lnTo>
                  <a:lnTo>
                    <a:pt x="4982" y="16952"/>
                  </a:lnTo>
                  <a:lnTo>
                    <a:pt x="4905" y="16952"/>
                  </a:lnTo>
                  <a:lnTo>
                    <a:pt x="4827" y="16991"/>
                  </a:lnTo>
                  <a:lnTo>
                    <a:pt x="4519" y="17415"/>
                  </a:lnTo>
                  <a:lnTo>
                    <a:pt x="4210" y="17840"/>
                  </a:lnTo>
                  <a:lnTo>
                    <a:pt x="3862" y="18226"/>
                  </a:lnTo>
                  <a:lnTo>
                    <a:pt x="3476" y="18574"/>
                  </a:lnTo>
                  <a:lnTo>
                    <a:pt x="3090" y="18921"/>
                  </a:lnTo>
                  <a:lnTo>
                    <a:pt x="2665" y="19230"/>
                  </a:lnTo>
                  <a:lnTo>
                    <a:pt x="2240" y="19501"/>
                  </a:lnTo>
                  <a:lnTo>
                    <a:pt x="1777" y="19771"/>
                  </a:lnTo>
                  <a:lnTo>
                    <a:pt x="1777" y="19771"/>
                  </a:lnTo>
                  <a:lnTo>
                    <a:pt x="1816" y="19346"/>
                  </a:lnTo>
                  <a:lnTo>
                    <a:pt x="1854" y="18921"/>
                  </a:lnTo>
                  <a:lnTo>
                    <a:pt x="2009" y="18535"/>
                  </a:lnTo>
                  <a:lnTo>
                    <a:pt x="2163" y="18188"/>
                  </a:lnTo>
                  <a:lnTo>
                    <a:pt x="2395" y="17840"/>
                  </a:lnTo>
                  <a:lnTo>
                    <a:pt x="2665" y="17531"/>
                  </a:lnTo>
                  <a:lnTo>
                    <a:pt x="2974" y="17222"/>
                  </a:lnTo>
                  <a:lnTo>
                    <a:pt x="3360" y="16913"/>
                  </a:lnTo>
                  <a:lnTo>
                    <a:pt x="3669" y="16720"/>
                  </a:lnTo>
                  <a:lnTo>
                    <a:pt x="3939" y="16489"/>
                  </a:lnTo>
                  <a:lnTo>
                    <a:pt x="4017" y="16334"/>
                  </a:lnTo>
                  <a:lnTo>
                    <a:pt x="4094" y="16218"/>
                  </a:lnTo>
                  <a:lnTo>
                    <a:pt x="4094" y="16064"/>
                  </a:lnTo>
                  <a:lnTo>
                    <a:pt x="4055" y="15871"/>
                  </a:lnTo>
                  <a:close/>
                  <a:moveTo>
                    <a:pt x="13439" y="13979"/>
                  </a:moveTo>
                  <a:lnTo>
                    <a:pt x="13400" y="14674"/>
                  </a:lnTo>
                  <a:lnTo>
                    <a:pt x="13400" y="15369"/>
                  </a:lnTo>
                  <a:lnTo>
                    <a:pt x="13477" y="16025"/>
                  </a:lnTo>
                  <a:lnTo>
                    <a:pt x="13632" y="16682"/>
                  </a:lnTo>
                  <a:lnTo>
                    <a:pt x="12396" y="17454"/>
                  </a:lnTo>
                  <a:lnTo>
                    <a:pt x="11160" y="18304"/>
                  </a:lnTo>
                  <a:lnTo>
                    <a:pt x="8805" y="20041"/>
                  </a:lnTo>
                  <a:lnTo>
                    <a:pt x="8766" y="19037"/>
                  </a:lnTo>
                  <a:lnTo>
                    <a:pt x="8689" y="18033"/>
                  </a:lnTo>
                  <a:lnTo>
                    <a:pt x="8650" y="17724"/>
                  </a:lnTo>
                  <a:lnTo>
                    <a:pt x="8689" y="17493"/>
                  </a:lnTo>
                  <a:lnTo>
                    <a:pt x="8728" y="17377"/>
                  </a:lnTo>
                  <a:lnTo>
                    <a:pt x="8805" y="17261"/>
                  </a:lnTo>
                  <a:lnTo>
                    <a:pt x="9037" y="17068"/>
                  </a:lnTo>
                  <a:lnTo>
                    <a:pt x="9654" y="16604"/>
                  </a:lnTo>
                  <a:lnTo>
                    <a:pt x="10195" y="16141"/>
                  </a:lnTo>
                  <a:lnTo>
                    <a:pt x="10234" y="16064"/>
                  </a:lnTo>
                  <a:lnTo>
                    <a:pt x="10272" y="16025"/>
                  </a:lnTo>
                  <a:lnTo>
                    <a:pt x="10234" y="15909"/>
                  </a:lnTo>
                  <a:lnTo>
                    <a:pt x="10774" y="15716"/>
                  </a:lnTo>
                  <a:lnTo>
                    <a:pt x="11276" y="15485"/>
                  </a:lnTo>
                  <a:lnTo>
                    <a:pt x="11740" y="15214"/>
                  </a:lnTo>
                  <a:lnTo>
                    <a:pt x="12203" y="14905"/>
                  </a:lnTo>
                  <a:lnTo>
                    <a:pt x="12821" y="14481"/>
                  </a:lnTo>
                  <a:lnTo>
                    <a:pt x="13439" y="13979"/>
                  </a:lnTo>
                  <a:close/>
                  <a:moveTo>
                    <a:pt x="3978" y="14944"/>
                  </a:moveTo>
                  <a:lnTo>
                    <a:pt x="4132" y="15330"/>
                  </a:lnTo>
                  <a:lnTo>
                    <a:pt x="4326" y="15678"/>
                  </a:lnTo>
                  <a:lnTo>
                    <a:pt x="3862" y="15678"/>
                  </a:lnTo>
                  <a:lnTo>
                    <a:pt x="3785" y="15716"/>
                  </a:lnTo>
                  <a:lnTo>
                    <a:pt x="3746" y="15755"/>
                  </a:lnTo>
                  <a:lnTo>
                    <a:pt x="3746" y="15832"/>
                  </a:lnTo>
                  <a:lnTo>
                    <a:pt x="3785" y="15871"/>
                  </a:lnTo>
                  <a:lnTo>
                    <a:pt x="3785" y="15948"/>
                  </a:lnTo>
                  <a:lnTo>
                    <a:pt x="3785" y="16064"/>
                  </a:lnTo>
                  <a:lnTo>
                    <a:pt x="3669" y="16257"/>
                  </a:lnTo>
                  <a:lnTo>
                    <a:pt x="3476" y="16489"/>
                  </a:lnTo>
                  <a:lnTo>
                    <a:pt x="3206" y="16720"/>
                  </a:lnTo>
                  <a:lnTo>
                    <a:pt x="2665" y="17145"/>
                  </a:lnTo>
                  <a:lnTo>
                    <a:pt x="2318" y="17415"/>
                  </a:lnTo>
                  <a:lnTo>
                    <a:pt x="2009" y="17802"/>
                  </a:lnTo>
                  <a:lnTo>
                    <a:pt x="1777" y="18188"/>
                  </a:lnTo>
                  <a:lnTo>
                    <a:pt x="1584" y="18651"/>
                  </a:lnTo>
                  <a:lnTo>
                    <a:pt x="1507" y="19114"/>
                  </a:lnTo>
                  <a:lnTo>
                    <a:pt x="1468" y="19346"/>
                  </a:lnTo>
                  <a:lnTo>
                    <a:pt x="1468" y="19578"/>
                  </a:lnTo>
                  <a:lnTo>
                    <a:pt x="1507" y="19848"/>
                  </a:lnTo>
                  <a:lnTo>
                    <a:pt x="1545" y="20080"/>
                  </a:lnTo>
                  <a:lnTo>
                    <a:pt x="1622" y="20118"/>
                  </a:lnTo>
                  <a:lnTo>
                    <a:pt x="1738" y="20118"/>
                  </a:lnTo>
                  <a:lnTo>
                    <a:pt x="1777" y="20041"/>
                  </a:lnTo>
                  <a:lnTo>
                    <a:pt x="2279" y="19809"/>
                  </a:lnTo>
                  <a:lnTo>
                    <a:pt x="2742" y="19578"/>
                  </a:lnTo>
                  <a:lnTo>
                    <a:pt x="3167" y="19269"/>
                  </a:lnTo>
                  <a:lnTo>
                    <a:pt x="3553" y="18960"/>
                  </a:lnTo>
                  <a:lnTo>
                    <a:pt x="3939" y="18612"/>
                  </a:lnTo>
                  <a:lnTo>
                    <a:pt x="4287" y="18226"/>
                  </a:lnTo>
                  <a:lnTo>
                    <a:pt x="4634" y="17802"/>
                  </a:lnTo>
                  <a:lnTo>
                    <a:pt x="4943" y="17377"/>
                  </a:lnTo>
                  <a:lnTo>
                    <a:pt x="5059" y="17531"/>
                  </a:lnTo>
                  <a:lnTo>
                    <a:pt x="5175" y="17647"/>
                  </a:lnTo>
                  <a:lnTo>
                    <a:pt x="5291" y="17647"/>
                  </a:lnTo>
                  <a:lnTo>
                    <a:pt x="5368" y="17608"/>
                  </a:lnTo>
                  <a:lnTo>
                    <a:pt x="5368" y="17531"/>
                  </a:lnTo>
                  <a:lnTo>
                    <a:pt x="5638" y="17068"/>
                  </a:lnTo>
                  <a:lnTo>
                    <a:pt x="6025" y="17300"/>
                  </a:lnTo>
                  <a:lnTo>
                    <a:pt x="5986" y="17802"/>
                  </a:lnTo>
                  <a:lnTo>
                    <a:pt x="5870" y="18304"/>
                  </a:lnTo>
                  <a:lnTo>
                    <a:pt x="5754" y="18806"/>
                  </a:lnTo>
                  <a:lnTo>
                    <a:pt x="5561" y="19308"/>
                  </a:lnTo>
                  <a:lnTo>
                    <a:pt x="5445" y="19076"/>
                  </a:lnTo>
                  <a:lnTo>
                    <a:pt x="5407" y="18844"/>
                  </a:lnTo>
                  <a:lnTo>
                    <a:pt x="5368" y="18574"/>
                  </a:lnTo>
                  <a:lnTo>
                    <a:pt x="5407" y="18304"/>
                  </a:lnTo>
                  <a:lnTo>
                    <a:pt x="5445" y="18226"/>
                  </a:lnTo>
                  <a:lnTo>
                    <a:pt x="5407" y="18188"/>
                  </a:lnTo>
                  <a:lnTo>
                    <a:pt x="5329" y="18110"/>
                  </a:lnTo>
                  <a:lnTo>
                    <a:pt x="5252" y="18072"/>
                  </a:lnTo>
                  <a:lnTo>
                    <a:pt x="5214" y="18110"/>
                  </a:lnTo>
                  <a:lnTo>
                    <a:pt x="5136" y="18110"/>
                  </a:lnTo>
                  <a:lnTo>
                    <a:pt x="5098" y="18188"/>
                  </a:lnTo>
                  <a:lnTo>
                    <a:pt x="4827" y="18767"/>
                  </a:lnTo>
                  <a:lnTo>
                    <a:pt x="4519" y="19308"/>
                  </a:lnTo>
                  <a:lnTo>
                    <a:pt x="4326" y="19539"/>
                  </a:lnTo>
                  <a:lnTo>
                    <a:pt x="4094" y="19771"/>
                  </a:lnTo>
                  <a:lnTo>
                    <a:pt x="3862" y="19964"/>
                  </a:lnTo>
                  <a:lnTo>
                    <a:pt x="3592" y="20196"/>
                  </a:lnTo>
                  <a:lnTo>
                    <a:pt x="3090" y="20505"/>
                  </a:lnTo>
                  <a:lnTo>
                    <a:pt x="2820" y="20659"/>
                  </a:lnTo>
                  <a:lnTo>
                    <a:pt x="2511" y="20775"/>
                  </a:lnTo>
                  <a:lnTo>
                    <a:pt x="2202" y="20891"/>
                  </a:lnTo>
                  <a:lnTo>
                    <a:pt x="1893" y="20968"/>
                  </a:lnTo>
                  <a:lnTo>
                    <a:pt x="1584" y="21007"/>
                  </a:lnTo>
                  <a:lnTo>
                    <a:pt x="1275" y="20968"/>
                  </a:lnTo>
                  <a:lnTo>
                    <a:pt x="1043" y="20929"/>
                  </a:lnTo>
                  <a:lnTo>
                    <a:pt x="889" y="20813"/>
                  </a:lnTo>
                  <a:lnTo>
                    <a:pt x="773" y="20698"/>
                  </a:lnTo>
                  <a:lnTo>
                    <a:pt x="734" y="20543"/>
                  </a:lnTo>
                  <a:lnTo>
                    <a:pt x="696" y="20350"/>
                  </a:lnTo>
                  <a:lnTo>
                    <a:pt x="696" y="20157"/>
                  </a:lnTo>
                  <a:lnTo>
                    <a:pt x="734" y="19732"/>
                  </a:lnTo>
                  <a:lnTo>
                    <a:pt x="812" y="19037"/>
                  </a:lnTo>
                  <a:lnTo>
                    <a:pt x="889" y="18690"/>
                  </a:lnTo>
                  <a:lnTo>
                    <a:pt x="1005" y="18342"/>
                  </a:lnTo>
                  <a:lnTo>
                    <a:pt x="1159" y="17956"/>
                  </a:lnTo>
                  <a:lnTo>
                    <a:pt x="1352" y="17608"/>
                  </a:lnTo>
                  <a:lnTo>
                    <a:pt x="1584" y="17261"/>
                  </a:lnTo>
                  <a:lnTo>
                    <a:pt x="1854" y="16952"/>
                  </a:lnTo>
                  <a:lnTo>
                    <a:pt x="2124" y="16682"/>
                  </a:lnTo>
                  <a:lnTo>
                    <a:pt x="2433" y="16411"/>
                  </a:lnTo>
                  <a:lnTo>
                    <a:pt x="2781" y="16180"/>
                  </a:lnTo>
                  <a:lnTo>
                    <a:pt x="3167" y="16025"/>
                  </a:lnTo>
                  <a:lnTo>
                    <a:pt x="3244" y="15948"/>
                  </a:lnTo>
                  <a:lnTo>
                    <a:pt x="3244" y="15871"/>
                  </a:lnTo>
                  <a:lnTo>
                    <a:pt x="3206" y="15794"/>
                  </a:lnTo>
                  <a:lnTo>
                    <a:pt x="3167" y="15716"/>
                  </a:lnTo>
                  <a:lnTo>
                    <a:pt x="2433" y="15369"/>
                  </a:lnTo>
                  <a:lnTo>
                    <a:pt x="2781" y="15176"/>
                  </a:lnTo>
                  <a:lnTo>
                    <a:pt x="3167" y="15021"/>
                  </a:lnTo>
                  <a:lnTo>
                    <a:pt x="3553" y="14983"/>
                  </a:lnTo>
                  <a:lnTo>
                    <a:pt x="3978" y="14944"/>
                  </a:lnTo>
                  <a:close/>
                  <a:moveTo>
                    <a:pt x="23478" y="0"/>
                  </a:moveTo>
                  <a:lnTo>
                    <a:pt x="22204" y="155"/>
                  </a:lnTo>
                  <a:lnTo>
                    <a:pt x="20891" y="386"/>
                  </a:lnTo>
                  <a:lnTo>
                    <a:pt x="19617" y="657"/>
                  </a:lnTo>
                  <a:lnTo>
                    <a:pt x="18381" y="1043"/>
                  </a:lnTo>
                  <a:lnTo>
                    <a:pt x="17146" y="1467"/>
                  </a:lnTo>
                  <a:lnTo>
                    <a:pt x="15949" y="1969"/>
                  </a:lnTo>
                  <a:lnTo>
                    <a:pt x="14752" y="2510"/>
                  </a:lnTo>
                  <a:lnTo>
                    <a:pt x="13593" y="3128"/>
                  </a:lnTo>
                  <a:lnTo>
                    <a:pt x="12473" y="3784"/>
                  </a:lnTo>
                  <a:lnTo>
                    <a:pt x="11353" y="4518"/>
                  </a:lnTo>
                  <a:lnTo>
                    <a:pt x="10311" y="5290"/>
                  </a:lnTo>
                  <a:lnTo>
                    <a:pt x="9307" y="6140"/>
                  </a:lnTo>
                  <a:lnTo>
                    <a:pt x="8535" y="6796"/>
                  </a:lnTo>
                  <a:lnTo>
                    <a:pt x="7801" y="7491"/>
                  </a:lnTo>
                  <a:lnTo>
                    <a:pt x="7029" y="7337"/>
                  </a:lnTo>
                  <a:lnTo>
                    <a:pt x="6218" y="7221"/>
                  </a:lnTo>
                  <a:lnTo>
                    <a:pt x="5407" y="7182"/>
                  </a:lnTo>
                  <a:lnTo>
                    <a:pt x="4557" y="7221"/>
                  </a:lnTo>
                  <a:lnTo>
                    <a:pt x="4519" y="7221"/>
                  </a:lnTo>
                  <a:lnTo>
                    <a:pt x="4441" y="7260"/>
                  </a:lnTo>
                  <a:lnTo>
                    <a:pt x="4403" y="7414"/>
                  </a:lnTo>
                  <a:lnTo>
                    <a:pt x="4171" y="7530"/>
                  </a:lnTo>
                  <a:lnTo>
                    <a:pt x="3939" y="7723"/>
                  </a:lnTo>
                  <a:lnTo>
                    <a:pt x="3708" y="7916"/>
                  </a:lnTo>
                  <a:lnTo>
                    <a:pt x="3515" y="8148"/>
                  </a:lnTo>
                  <a:lnTo>
                    <a:pt x="3128" y="8611"/>
                  </a:lnTo>
                  <a:lnTo>
                    <a:pt x="2742" y="9036"/>
                  </a:lnTo>
                  <a:lnTo>
                    <a:pt x="2124" y="9654"/>
                  </a:lnTo>
                  <a:lnTo>
                    <a:pt x="1468" y="10194"/>
                  </a:lnTo>
                  <a:lnTo>
                    <a:pt x="773" y="10774"/>
                  </a:lnTo>
                  <a:lnTo>
                    <a:pt x="78" y="11276"/>
                  </a:lnTo>
                  <a:lnTo>
                    <a:pt x="1" y="11353"/>
                  </a:lnTo>
                  <a:lnTo>
                    <a:pt x="1" y="11430"/>
                  </a:lnTo>
                  <a:lnTo>
                    <a:pt x="1" y="11507"/>
                  </a:lnTo>
                  <a:lnTo>
                    <a:pt x="39" y="11546"/>
                  </a:lnTo>
                  <a:lnTo>
                    <a:pt x="39" y="11623"/>
                  </a:lnTo>
                  <a:lnTo>
                    <a:pt x="39" y="11700"/>
                  </a:lnTo>
                  <a:lnTo>
                    <a:pt x="78" y="11739"/>
                  </a:lnTo>
                  <a:lnTo>
                    <a:pt x="116" y="11778"/>
                  </a:lnTo>
                  <a:lnTo>
                    <a:pt x="1005" y="12048"/>
                  </a:lnTo>
                  <a:lnTo>
                    <a:pt x="1893" y="12280"/>
                  </a:lnTo>
                  <a:lnTo>
                    <a:pt x="3669" y="12666"/>
                  </a:lnTo>
                  <a:lnTo>
                    <a:pt x="3785" y="12666"/>
                  </a:lnTo>
                  <a:lnTo>
                    <a:pt x="3862" y="12589"/>
                  </a:lnTo>
                  <a:lnTo>
                    <a:pt x="4750" y="11700"/>
                  </a:lnTo>
                  <a:lnTo>
                    <a:pt x="5716" y="10851"/>
                  </a:lnTo>
                  <a:lnTo>
                    <a:pt x="5600" y="11391"/>
                  </a:lnTo>
                  <a:lnTo>
                    <a:pt x="5523" y="11971"/>
                  </a:lnTo>
                  <a:lnTo>
                    <a:pt x="5523" y="12550"/>
                  </a:lnTo>
                  <a:lnTo>
                    <a:pt x="5600" y="13091"/>
                  </a:lnTo>
                  <a:lnTo>
                    <a:pt x="5136" y="13168"/>
                  </a:lnTo>
                  <a:lnTo>
                    <a:pt x="4712" y="13284"/>
                  </a:lnTo>
                  <a:lnTo>
                    <a:pt x="4248" y="13477"/>
                  </a:lnTo>
                  <a:lnTo>
                    <a:pt x="4017" y="13593"/>
                  </a:lnTo>
                  <a:lnTo>
                    <a:pt x="3862" y="13747"/>
                  </a:lnTo>
                  <a:lnTo>
                    <a:pt x="3824" y="13824"/>
                  </a:lnTo>
                  <a:lnTo>
                    <a:pt x="3862" y="13901"/>
                  </a:lnTo>
                  <a:lnTo>
                    <a:pt x="3824" y="13940"/>
                  </a:lnTo>
                  <a:lnTo>
                    <a:pt x="3785" y="14017"/>
                  </a:lnTo>
                  <a:lnTo>
                    <a:pt x="3824" y="14403"/>
                  </a:lnTo>
                  <a:lnTo>
                    <a:pt x="3901" y="14751"/>
                  </a:lnTo>
                  <a:lnTo>
                    <a:pt x="3669" y="14712"/>
                  </a:lnTo>
                  <a:lnTo>
                    <a:pt x="3399" y="14712"/>
                  </a:lnTo>
                  <a:lnTo>
                    <a:pt x="3167" y="14751"/>
                  </a:lnTo>
                  <a:lnTo>
                    <a:pt x="2935" y="14790"/>
                  </a:lnTo>
                  <a:lnTo>
                    <a:pt x="2665" y="14867"/>
                  </a:lnTo>
                  <a:lnTo>
                    <a:pt x="2433" y="14983"/>
                  </a:lnTo>
                  <a:lnTo>
                    <a:pt x="2240" y="15098"/>
                  </a:lnTo>
                  <a:lnTo>
                    <a:pt x="2009" y="15253"/>
                  </a:lnTo>
                  <a:lnTo>
                    <a:pt x="1931" y="15330"/>
                  </a:lnTo>
                  <a:lnTo>
                    <a:pt x="1931" y="15407"/>
                  </a:lnTo>
                  <a:lnTo>
                    <a:pt x="1970" y="15485"/>
                  </a:lnTo>
                  <a:lnTo>
                    <a:pt x="2047" y="15523"/>
                  </a:lnTo>
                  <a:lnTo>
                    <a:pt x="2704" y="15871"/>
                  </a:lnTo>
                  <a:lnTo>
                    <a:pt x="2356" y="16064"/>
                  </a:lnTo>
                  <a:lnTo>
                    <a:pt x="2047" y="16334"/>
                  </a:lnTo>
                  <a:lnTo>
                    <a:pt x="1738" y="16604"/>
                  </a:lnTo>
                  <a:lnTo>
                    <a:pt x="1468" y="16875"/>
                  </a:lnTo>
                  <a:lnTo>
                    <a:pt x="1198" y="17222"/>
                  </a:lnTo>
                  <a:lnTo>
                    <a:pt x="1005" y="17570"/>
                  </a:lnTo>
                  <a:lnTo>
                    <a:pt x="812" y="17956"/>
                  </a:lnTo>
                  <a:lnTo>
                    <a:pt x="657" y="18342"/>
                  </a:lnTo>
                  <a:lnTo>
                    <a:pt x="464" y="18960"/>
                  </a:lnTo>
                  <a:lnTo>
                    <a:pt x="387" y="19385"/>
                  </a:lnTo>
                  <a:lnTo>
                    <a:pt x="310" y="19809"/>
                  </a:lnTo>
                  <a:lnTo>
                    <a:pt x="271" y="20234"/>
                  </a:lnTo>
                  <a:lnTo>
                    <a:pt x="310" y="20659"/>
                  </a:lnTo>
                  <a:lnTo>
                    <a:pt x="348" y="20813"/>
                  </a:lnTo>
                  <a:lnTo>
                    <a:pt x="425" y="20968"/>
                  </a:lnTo>
                  <a:lnTo>
                    <a:pt x="503" y="21084"/>
                  </a:lnTo>
                  <a:lnTo>
                    <a:pt x="618" y="21200"/>
                  </a:lnTo>
                  <a:lnTo>
                    <a:pt x="773" y="21277"/>
                  </a:lnTo>
                  <a:lnTo>
                    <a:pt x="927" y="21315"/>
                  </a:lnTo>
                  <a:lnTo>
                    <a:pt x="1275" y="21393"/>
                  </a:lnTo>
                  <a:lnTo>
                    <a:pt x="1661" y="21354"/>
                  </a:lnTo>
                  <a:lnTo>
                    <a:pt x="2047" y="21277"/>
                  </a:lnTo>
                  <a:lnTo>
                    <a:pt x="2433" y="21161"/>
                  </a:lnTo>
                  <a:lnTo>
                    <a:pt x="2820" y="21007"/>
                  </a:lnTo>
                  <a:lnTo>
                    <a:pt x="3437" y="20698"/>
                  </a:lnTo>
                  <a:lnTo>
                    <a:pt x="3901" y="20389"/>
                  </a:lnTo>
                  <a:lnTo>
                    <a:pt x="4364" y="20003"/>
                  </a:lnTo>
                  <a:lnTo>
                    <a:pt x="4750" y="19539"/>
                  </a:lnTo>
                  <a:lnTo>
                    <a:pt x="5098" y="19037"/>
                  </a:lnTo>
                  <a:lnTo>
                    <a:pt x="5136" y="19230"/>
                  </a:lnTo>
                  <a:lnTo>
                    <a:pt x="5214" y="19423"/>
                  </a:lnTo>
                  <a:lnTo>
                    <a:pt x="5329" y="19578"/>
                  </a:lnTo>
                  <a:lnTo>
                    <a:pt x="5484" y="19771"/>
                  </a:lnTo>
                  <a:lnTo>
                    <a:pt x="5561" y="19809"/>
                  </a:lnTo>
                  <a:lnTo>
                    <a:pt x="5638" y="19809"/>
                  </a:lnTo>
                  <a:lnTo>
                    <a:pt x="5716" y="19771"/>
                  </a:lnTo>
                  <a:lnTo>
                    <a:pt x="5793" y="19694"/>
                  </a:lnTo>
                  <a:lnTo>
                    <a:pt x="5986" y="19153"/>
                  </a:lnTo>
                  <a:lnTo>
                    <a:pt x="6179" y="18612"/>
                  </a:lnTo>
                  <a:lnTo>
                    <a:pt x="6295" y="18033"/>
                  </a:lnTo>
                  <a:lnTo>
                    <a:pt x="6372" y="17454"/>
                  </a:lnTo>
                  <a:lnTo>
                    <a:pt x="6913" y="17608"/>
                  </a:lnTo>
                  <a:lnTo>
                    <a:pt x="7183" y="17608"/>
                  </a:lnTo>
                  <a:lnTo>
                    <a:pt x="7183" y="17531"/>
                  </a:lnTo>
                  <a:lnTo>
                    <a:pt x="7531" y="16720"/>
                  </a:lnTo>
                  <a:lnTo>
                    <a:pt x="7724" y="16334"/>
                  </a:lnTo>
                  <a:lnTo>
                    <a:pt x="7955" y="15948"/>
                  </a:lnTo>
                  <a:lnTo>
                    <a:pt x="8110" y="15987"/>
                  </a:lnTo>
                  <a:lnTo>
                    <a:pt x="8535" y="16064"/>
                  </a:lnTo>
                  <a:lnTo>
                    <a:pt x="8921" y="16102"/>
                  </a:lnTo>
                  <a:lnTo>
                    <a:pt x="9307" y="16064"/>
                  </a:lnTo>
                  <a:lnTo>
                    <a:pt x="9693" y="16025"/>
                  </a:lnTo>
                  <a:lnTo>
                    <a:pt x="9693" y="16025"/>
                  </a:lnTo>
                  <a:lnTo>
                    <a:pt x="8998" y="16604"/>
                  </a:lnTo>
                  <a:lnTo>
                    <a:pt x="8226" y="17106"/>
                  </a:lnTo>
                  <a:lnTo>
                    <a:pt x="8148" y="17222"/>
                  </a:lnTo>
                  <a:lnTo>
                    <a:pt x="8148" y="17300"/>
                  </a:lnTo>
                  <a:lnTo>
                    <a:pt x="8264" y="18110"/>
                  </a:lnTo>
                  <a:lnTo>
                    <a:pt x="8341" y="18883"/>
                  </a:lnTo>
                  <a:lnTo>
                    <a:pt x="8380" y="19655"/>
                  </a:lnTo>
                  <a:lnTo>
                    <a:pt x="8380" y="20427"/>
                  </a:lnTo>
                  <a:lnTo>
                    <a:pt x="8419" y="20543"/>
                  </a:lnTo>
                  <a:lnTo>
                    <a:pt x="8496" y="20620"/>
                  </a:lnTo>
                  <a:lnTo>
                    <a:pt x="8612" y="20659"/>
                  </a:lnTo>
                  <a:lnTo>
                    <a:pt x="8728" y="20620"/>
                  </a:lnTo>
                  <a:lnTo>
                    <a:pt x="11392" y="18806"/>
                  </a:lnTo>
                  <a:lnTo>
                    <a:pt x="12705" y="17840"/>
                  </a:lnTo>
                  <a:lnTo>
                    <a:pt x="13323" y="17338"/>
                  </a:lnTo>
                  <a:lnTo>
                    <a:pt x="13941" y="16836"/>
                  </a:lnTo>
                  <a:lnTo>
                    <a:pt x="13979" y="16759"/>
                  </a:lnTo>
                  <a:lnTo>
                    <a:pt x="13979" y="16682"/>
                  </a:lnTo>
                  <a:lnTo>
                    <a:pt x="13979" y="16643"/>
                  </a:lnTo>
                  <a:lnTo>
                    <a:pt x="13941" y="16257"/>
                  </a:lnTo>
                  <a:lnTo>
                    <a:pt x="13902" y="15871"/>
                  </a:lnTo>
                  <a:lnTo>
                    <a:pt x="13825" y="15098"/>
                  </a:lnTo>
                  <a:lnTo>
                    <a:pt x="13748" y="13747"/>
                  </a:lnTo>
                  <a:lnTo>
                    <a:pt x="14443" y="13129"/>
                  </a:lnTo>
                  <a:lnTo>
                    <a:pt x="15099" y="12473"/>
                  </a:lnTo>
                  <a:lnTo>
                    <a:pt x="15756" y="11816"/>
                  </a:lnTo>
                  <a:lnTo>
                    <a:pt x="16373" y="11121"/>
                  </a:lnTo>
                  <a:lnTo>
                    <a:pt x="17455" y="9924"/>
                  </a:lnTo>
                  <a:lnTo>
                    <a:pt x="18459" y="8650"/>
                  </a:lnTo>
                  <a:lnTo>
                    <a:pt x="19424" y="7376"/>
                  </a:lnTo>
                  <a:lnTo>
                    <a:pt x="20351" y="6024"/>
                  </a:lnTo>
                  <a:lnTo>
                    <a:pt x="21239" y="4673"/>
                  </a:lnTo>
                  <a:lnTo>
                    <a:pt x="22088" y="3321"/>
                  </a:lnTo>
                  <a:lnTo>
                    <a:pt x="22938" y="1931"/>
                  </a:lnTo>
                  <a:lnTo>
                    <a:pt x="23749" y="502"/>
                  </a:lnTo>
                  <a:lnTo>
                    <a:pt x="23749" y="425"/>
                  </a:lnTo>
                  <a:lnTo>
                    <a:pt x="23749" y="348"/>
                  </a:lnTo>
                  <a:lnTo>
                    <a:pt x="23749" y="270"/>
                  </a:lnTo>
                  <a:lnTo>
                    <a:pt x="23787" y="155"/>
                  </a:lnTo>
                  <a:lnTo>
                    <a:pt x="23787" y="77"/>
                  </a:lnTo>
                  <a:lnTo>
                    <a:pt x="23749" y="39"/>
                  </a:lnTo>
                  <a:lnTo>
                    <a:pt x="23672" y="0"/>
                  </a:lnTo>
                  <a:lnTo>
                    <a:pt x="23633" y="39"/>
                  </a:lnTo>
                  <a:lnTo>
                    <a:pt x="23633" y="77"/>
                  </a:lnTo>
                  <a:lnTo>
                    <a:pt x="2355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2"/>
            <p:cNvSpPr/>
            <p:nvPr/>
          </p:nvSpPr>
          <p:spPr>
            <a:xfrm>
              <a:off x="5635500" y="4343650"/>
              <a:ext cx="54100" cy="45400"/>
            </a:xfrm>
            <a:custGeom>
              <a:avLst/>
              <a:gdLst/>
              <a:ahLst/>
              <a:cxnLst/>
              <a:rect l="l" t="t" r="r" b="b"/>
              <a:pathLst>
                <a:path w="2164" h="1816" extrusionOk="0">
                  <a:moveTo>
                    <a:pt x="1314" y="387"/>
                  </a:moveTo>
                  <a:lnTo>
                    <a:pt x="1507" y="464"/>
                  </a:lnTo>
                  <a:lnTo>
                    <a:pt x="1661" y="580"/>
                  </a:lnTo>
                  <a:lnTo>
                    <a:pt x="1777" y="735"/>
                  </a:lnTo>
                  <a:lnTo>
                    <a:pt x="1777" y="889"/>
                  </a:lnTo>
                  <a:lnTo>
                    <a:pt x="1777" y="928"/>
                  </a:lnTo>
                  <a:lnTo>
                    <a:pt x="1738" y="1005"/>
                  </a:lnTo>
                  <a:lnTo>
                    <a:pt x="1661" y="1044"/>
                  </a:lnTo>
                  <a:lnTo>
                    <a:pt x="1584" y="1082"/>
                  </a:lnTo>
                  <a:lnTo>
                    <a:pt x="1275" y="1121"/>
                  </a:lnTo>
                  <a:lnTo>
                    <a:pt x="927" y="1121"/>
                  </a:lnTo>
                  <a:lnTo>
                    <a:pt x="619" y="1159"/>
                  </a:lnTo>
                  <a:lnTo>
                    <a:pt x="464" y="1198"/>
                  </a:lnTo>
                  <a:lnTo>
                    <a:pt x="348" y="1275"/>
                  </a:lnTo>
                  <a:lnTo>
                    <a:pt x="348" y="1121"/>
                  </a:lnTo>
                  <a:lnTo>
                    <a:pt x="348" y="1005"/>
                  </a:lnTo>
                  <a:lnTo>
                    <a:pt x="387" y="850"/>
                  </a:lnTo>
                  <a:lnTo>
                    <a:pt x="464" y="735"/>
                  </a:lnTo>
                  <a:lnTo>
                    <a:pt x="580" y="619"/>
                  </a:lnTo>
                  <a:lnTo>
                    <a:pt x="657" y="503"/>
                  </a:lnTo>
                  <a:lnTo>
                    <a:pt x="812" y="426"/>
                  </a:lnTo>
                  <a:lnTo>
                    <a:pt x="966" y="387"/>
                  </a:lnTo>
                  <a:close/>
                  <a:moveTo>
                    <a:pt x="1005" y="1"/>
                  </a:moveTo>
                  <a:lnTo>
                    <a:pt x="812" y="40"/>
                  </a:lnTo>
                  <a:lnTo>
                    <a:pt x="619" y="117"/>
                  </a:lnTo>
                  <a:lnTo>
                    <a:pt x="425" y="233"/>
                  </a:lnTo>
                  <a:lnTo>
                    <a:pt x="271" y="348"/>
                  </a:lnTo>
                  <a:lnTo>
                    <a:pt x="155" y="503"/>
                  </a:lnTo>
                  <a:lnTo>
                    <a:pt x="78" y="696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30"/>
                  </a:lnTo>
                  <a:lnTo>
                    <a:pt x="117" y="1623"/>
                  </a:lnTo>
                  <a:lnTo>
                    <a:pt x="155" y="1739"/>
                  </a:lnTo>
                  <a:lnTo>
                    <a:pt x="232" y="1777"/>
                  </a:lnTo>
                  <a:lnTo>
                    <a:pt x="348" y="1816"/>
                  </a:lnTo>
                  <a:lnTo>
                    <a:pt x="425" y="1739"/>
                  </a:lnTo>
                  <a:lnTo>
                    <a:pt x="580" y="1623"/>
                  </a:lnTo>
                  <a:lnTo>
                    <a:pt x="696" y="1546"/>
                  </a:lnTo>
                  <a:lnTo>
                    <a:pt x="889" y="1507"/>
                  </a:lnTo>
                  <a:lnTo>
                    <a:pt x="1429" y="1507"/>
                  </a:lnTo>
                  <a:lnTo>
                    <a:pt x="1584" y="1468"/>
                  </a:lnTo>
                  <a:lnTo>
                    <a:pt x="1777" y="1430"/>
                  </a:lnTo>
                  <a:lnTo>
                    <a:pt x="1931" y="1352"/>
                  </a:lnTo>
                  <a:lnTo>
                    <a:pt x="2047" y="1237"/>
                  </a:lnTo>
                  <a:lnTo>
                    <a:pt x="2125" y="1121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9"/>
                  </a:lnTo>
                  <a:lnTo>
                    <a:pt x="2086" y="464"/>
                  </a:lnTo>
                  <a:lnTo>
                    <a:pt x="1970" y="310"/>
                  </a:lnTo>
                  <a:lnTo>
                    <a:pt x="1816" y="194"/>
                  </a:lnTo>
                  <a:lnTo>
                    <a:pt x="1623" y="78"/>
                  </a:lnTo>
                  <a:lnTo>
                    <a:pt x="142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2"/>
            <p:cNvSpPr/>
            <p:nvPr/>
          </p:nvSpPr>
          <p:spPr>
            <a:xfrm>
              <a:off x="4572625" y="4377450"/>
              <a:ext cx="625600" cy="344650"/>
            </a:xfrm>
            <a:custGeom>
              <a:avLst/>
              <a:gdLst/>
              <a:ahLst/>
              <a:cxnLst/>
              <a:rect l="l" t="t" r="r" b="b"/>
              <a:pathLst>
                <a:path w="25024" h="13786" extrusionOk="0">
                  <a:moveTo>
                    <a:pt x="23286" y="966"/>
                  </a:moveTo>
                  <a:lnTo>
                    <a:pt x="23633" y="1468"/>
                  </a:lnTo>
                  <a:lnTo>
                    <a:pt x="23942" y="2008"/>
                  </a:lnTo>
                  <a:lnTo>
                    <a:pt x="23788" y="2163"/>
                  </a:lnTo>
                  <a:lnTo>
                    <a:pt x="23633" y="2202"/>
                  </a:lnTo>
                  <a:lnTo>
                    <a:pt x="23479" y="2202"/>
                  </a:lnTo>
                  <a:lnTo>
                    <a:pt x="23324" y="2163"/>
                  </a:lnTo>
                  <a:lnTo>
                    <a:pt x="23208" y="2086"/>
                  </a:lnTo>
                  <a:lnTo>
                    <a:pt x="23092" y="1970"/>
                  </a:lnTo>
                  <a:lnTo>
                    <a:pt x="23015" y="1815"/>
                  </a:lnTo>
                  <a:lnTo>
                    <a:pt x="22977" y="1661"/>
                  </a:lnTo>
                  <a:lnTo>
                    <a:pt x="22977" y="1429"/>
                  </a:lnTo>
                  <a:lnTo>
                    <a:pt x="23054" y="1275"/>
                  </a:lnTo>
                  <a:lnTo>
                    <a:pt x="23170" y="1120"/>
                  </a:lnTo>
                  <a:lnTo>
                    <a:pt x="23286" y="966"/>
                  </a:lnTo>
                  <a:close/>
                  <a:moveTo>
                    <a:pt x="24096" y="2433"/>
                  </a:moveTo>
                  <a:lnTo>
                    <a:pt x="24212" y="2781"/>
                  </a:lnTo>
                  <a:lnTo>
                    <a:pt x="24328" y="3090"/>
                  </a:lnTo>
                  <a:lnTo>
                    <a:pt x="24367" y="3437"/>
                  </a:lnTo>
                  <a:lnTo>
                    <a:pt x="24444" y="3823"/>
                  </a:lnTo>
                  <a:lnTo>
                    <a:pt x="24174" y="3746"/>
                  </a:lnTo>
                  <a:lnTo>
                    <a:pt x="23942" y="3592"/>
                  </a:lnTo>
                  <a:lnTo>
                    <a:pt x="23865" y="3514"/>
                  </a:lnTo>
                  <a:lnTo>
                    <a:pt x="23788" y="3399"/>
                  </a:lnTo>
                  <a:lnTo>
                    <a:pt x="23749" y="3283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8" y="2742"/>
                  </a:lnTo>
                  <a:lnTo>
                    <a:pt x="23942" y="2588"/>
                  </a:lnTo>
                  <a:lnTo>
                    <a:pt x="24096" y="2433"/>
                  </a:lnTo>
                  <a:close/>
                  <a:moveTo>
                    <a:pt x="16296" y="4982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7" y="5291"/>
                  </a:lnTo>
                  <a:lnTo>
                    <a:pt x="16567" y="5407"/>
                  </a:lnTo>
                  <a:lnTo>
                    <a:pt x="16296" y="5445"/>
                  </a:lnTo>
                  <a:lnTo>
                    <a:pt x="15640" y="5522"/>
                  </a:lnTo>
                  <a:lnTo>
                    <a:pt x="15640" y="5484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56" y="5175"/>
                  </a:lnTo>
                  <a:lnTo>
                    <a:pt x="15833" y="5098"/>
                  </a:lnTo>
                  <a:lnTo>
                    <a:pt x="15949" y="5020"/>
                  </a:lnTo>
                  <a:lnTo>
                    <a:pt x="16065" y="4982"/>
                  </a:lnTo>
                  <a:close/>
                  <a:moveTo>
                    <a:pt x="24444" y="4248"/>
                  </a:moveTo>
                  <a:lnTo>
                    <a:pt x="24444" y="4673"/>
                  </a:lnTo>
                  <a:lnTo>
                    <a:pt x="24367" y="5098"/>
                  </a:lnTo>
                  <a:lnTo>
                    <a:pt x="24251" y="5522"/>
                  </a:lnTo>
                  <a:lnTo>
                    <a:pt x="24058" y="5445"/>
                  </a:lnTo>
                  <a:lnTo>
                    <a:pt x="23903" y="5291"/>
                  </a:lnTo>
                  <a:lnTo>
                    <a:pt x="23826" y="5098"/>
                  </a:lnTo>
                  <a:lnTo>
                    <a:pt x="23788" y="4982"/>
                  </a:lnTo>
                  <a:lnTo>
                    <a:pt x="23788" y="4866"/>
                  </a:lnTo>
                  <a:lnTo>
                    <a:pt x="23826" y="4750"/>
                  </a:lnTo>
                  <a:lnTo>
                    <a:pt x="23865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7"/>
                  </a:lnTo>
                  <a:lnTo>
                    <a:pt x="18073" y="5638"/>
                  </a:lnTo>
                  <a:lnTo>
                    <a:pt x="17571" y="5522"/>
                  </a:lnTo>
                  <a:lnTo>
                    <a:pt x="17030" y="5445"/>
                  </a:lnTo>
                  <a:lnTo>
                    <a:pt x="17069" y="5291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5"/>
                  </a:lnTo>
                  <a:lnTo>
                    <a:pt x="17532" y="4866"/>
                  </a:lnTo>
                  <a:lnTo>
                    <a:pt x="17648" y="4827"/>
                  </a:lnTo>
                  <a:close/>
                  <a:moveTo>
                    <a:pt x="14713" y="5329"/>
                  </a:moveTo>
                  <a:lnTo>
                    <a:pt x="14829" y="5368"/>
                  </a:lnTo>
                  <a:lnTo>
                    <a:pt x="14906" y="5445"/>
                  </a:lnTo>
                  <a:lnTo>
                    <a:pt x="15022" y="5561"/>
                  </a:lnTo>
                  <a:lnTo>
                    <a:pt x="15061" y="5677"/>
                  </a:lnTo>
                  <a:lnTo>
                    <a:pt x="14559" y="5870"/>
                  </a:lnTo>
                  <a:lnTo>
                    <a:pt x="14057" y="6102"/>
                  </a:lnTo>
                  <a:lnTo>
                    <a:pt x="14018" y="6063"/>
                  </a:lnTo>
                  <a:lnTo>
                    <a:pt x="14057" y="5831"/>
                  </a:lnTo>
                  <a:lnTo>
                    <a:pt x="14134" y="5600"/>
                  </a:lnTo>
                  <a:lnTo>
                    <a:pt x="14250" y="5445"/>
                  </a:lnTo>
                  <a:lnTo>
                    <a:pt x="14365" y="5368"/>
                  </a:lnTo>
                  <a:lnTo>
                    <a:pt x="14443" y="5329"/>
                  </a:lnTo>
                  <a:close/>
                  <a:moveTo>
                    <a:pt x="18999" y="5484"/>
                  </a:moveTo>
                  <a:lnTo>
                    <a:pt x="19115" y="5522"/>
                  </a:lnTo>
                  <a:lnTo>
                    <a:pt x="19192" y="5561"/>
                  </a:lnTo>
                  <a:lnTo>
                    <a:pt x="19308" y="5677"/>
                  </a:lnTo>
                  <a:lnTo>
                    <a:pt x="19385" y="5831"/>
                  </a:lnTo>
                  <a:lnTo>
                    <a:pt x="19385" y="5986"/>
                  </a:lnTo>
                  <a:lnTo>
                    <a:pt x="19347" y="6179"/>
                  </a:lnTo>
                  <a:lnTo>
                    <a:pt x="18613" y="5831"/>
                  </a:lnTo>
                  <a:lnTo>
                    <a:pt x="18652" y="5754"/>
                  </a:lnTo>
                  <a:lnTo>
                    <a:pt x="18690" y="5677"/>
                  </a:lnTo>
                  <a:lnTo>
                    <a:pt x="18845" y="5522"/>
                  </a:lnTo>
                  <a:lnTo>
                    <a:pt x="18999" y="5484"/>
                  </a:lnTo>
                  <a:close/>
                  <a:moveTo>
                    <a:pt x="20196" y="6063"/>
                  </a:moveTo>
                  <a:lnTo>
                    <a:pt x="20351" y="6102"/>
                  </a:lnTo>
                  <a:lnTo>
                    <a:pt x="20467" y="6140"/>
                  </a:lnTo>
                  <a:lnTo>
                    <a:pt x="20544" y="6179"/>
                  </a:lnTo>
                  <a:lnTo>
                    <a:pt x="20698" y="6333"/>
                  </a:lnTo>
                  <a:lnTo>
                    <a:pt x="20776" y="6526"/>
                  </a:lnTo>
                  <a:lnTo>
                    <a:pt x="20814" y="6719"/>
                  </a:lnTo>
                  <a:lnTo>
                    <a:pt x="20891" y="6951"/>
                  </a:lnTo>
                  <a:lnTo>
                    <a:pt x="20891" y="6951"/>
                  </a:lnTo>
                  <a:lnTo>
                    <a:pt x="20467" y="6758"/>
                  </a:lnTo>
                  <a:lnTo>
                    <a:pt x="20080" y="6565"/>
                  </a:lnTo>
                  <a:lnTo>
                    <a:pt x="19810" y="6411"/>
                  </a:lnTo>
                  <a:lnTo>
                    <a:pt x="19849" y="6295"/>
                  </a:lnTo>
                  <a:lnTo>
                    <a:pt x="19887" y="6179"/>
                  </a:lnTo>
                  <a:lnTo>
                    <a:pt x="20003" y="6140"/>
                  </a:lnTo>
                  <a:lnTo>
                    <a:pt x="20080" y="6102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9"/>
                  </a:lnTo>
                  <a:lnTo>
                    <a:pt x="23942" y="5986"/>
                  </a:lnTo>
                  <a:lnTo>
                    <a:pt x="24019" y="6024"/>
                  </a:lnTo>
                  <a:lnTo>
                    <a:pt x="24096" y="6024"/>
                  </a:lnTo>
                  <a:lnTo>
                    <a:pt x="23942" y="6295"/>
                  </a:lnTo>
                  <a:lnTo>
                    <a:pt x="23749" y="6565"/>
                  </a:lnTo>
                  <a:lnTo>
                    <a:pt x="23517" y="6797"/>
                  </a:lnTo>
                  <a:lnTo>
                    <a:pt x="23247" y="6990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6"/>
                  </a:lnTo>
                  <a:lnTo>
                    <a:pt x="23015" y="6295"/>
                  </a:lnTo>
                  <a:lnTo>
                    <a:pt x="23054" y="6179"/>
                  </a:lnTo>
                  <a:lnTo>
                    <a:pt x="23131" y="6102"/>
                  </a:lnTo>
                  <a:lnTo>
                    <a:pt x="23208" y="6024"/>
                  </a:lnTo>
                  <a:lnTo>
                    <a:pt x="23286" y="5947"/>
                  </a:lnTo>
                  <a:lnTo>
                    <a:pt x="23517" y="5870"/>
                  </a:lnTo>
                  <a:close/>
                  <a:moveTo>
                    <a:pt x="13246" y="6102"/>
                  </a:moveTo>
                  <a:lnTo>
                    <a:pt x="13477" y="6179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106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8" y="6797"/>
                  </a:lnTo>
                  <a:lnTo>
                    <a:pt x="12628" y="6681"/>
                  </a:lnTo>
                  <a:lnTo>
                    <a:pt x="12666" y="6526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60" y="6217"/>
                  </a:lnTo>
                  <a:lnTo>
                    <a:pt x="13014" y="6140"/>
                  </a:lnTo>
                  <a:lnTo>
                    <a:pt x="13130" y="6102"/>
                  </a:lnTo>
                  <a:close/>
                  <a:moveTo>
                    <a:pt x="22166" y="6565"/>
                  </a:moveTo>
                  <a:lnTo>
                    <a:pt x="22282" y="6604"/>
                  </a:lnTo>
                  <a:lnTo>
                    <a:pt x="22475" y="6719"/>
                  </a:lnTo>
                  <a:lnTo>
                    <a:pt x="22629" y="6874"/>
                  </a:lnTo>
                  <a:lnTo>
                    <a:pt x="22784" y="7028"/>
                  </a:lnTo>
                  <a:lnTo>
                    <a:pt x="22861" y="7067"/>
                  </a:lnTo>
                  <a:lnTo>
                    <a:pt x="22938" y="7067"/>
                  </a:lnTo>
                  <a:lnTo>
                    <a:pt x="22977" y="7106"/>
                  </a:lnTo>
                  <a:lnTo>
                    <a:pt x="22938" y="7144"/>
                  </a:lnTo>
                  <a:lnTo>
                    <a:pt x="22552" y="7221"/>
                  </a:lnTo>
                  <a:lnTo>
                    <a:pt x="22166" y="7260"/>
                  </a:lnTo>
                  <a:lnTo>
                    <a:pt x="21780" y="7221"/>
                  </a:lnTo>
                  <a:lnTo>
                    <a:pt x="21393" y="7106"/>
                  </a:lnTo>
                  <a:lnTo>
                    <a:pt x="21471" y="6913"/>
                  </a:lnTo>
                  <a:lnTo>
                    <a:pt x="21625" y="6758"/>
                  </a:lnTo>
                  <a:lnTo>
                    <a:pt x="21818" y="6604"/>
                  </a:lnTo>
                  <a:lnTo>
                    <a:pt x="22050" y="6565"/>
                  </a:lnTo>
                  <a:close/>
                  <a:moveTo>
                    <a:pt x="12280" y="7415"/>
                  </a:moveTo>
                  <a:lnTo>
                    <a:pt x="12473" y="7453"/>
                  </a:lnTo>
                  <a:lnTo>
                    <a:pt x="12126" y="7994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62" y="8110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40" y="7723"/>
                  </a:lnTo>
                  <a:lnTo>
                    <a:pt x="11817" y="7608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64" y="7415"/>
                  </a:lnTo>
                  <a:close/>
                  <a:moveTo>
                    <a:pt x="2240" y="9384"/>
                  </a:moveTo>
                  <a:lnTo>
                    <a:pt x="2356" y="9422"/>
                  </a:lnTo>
                  <a:lnTo>
                    <a:pt x="2472" y="9500"/>
                  </a:lnTo>
                  <a:lnTo>
                    <a:pt x="2549" y="9577"/>
                  </a:lnTo>
                  <a:lnTo>
                    <a:pt x="2627" y="9770"/>
                  </a:lnTo>
                  <a:lnTo>
                    <a:pt x="2627" y="9886"/>
                  </a:lnTo>
                  <a:lnTo>
                    <a:pt x="2627" y="10002"/>
                  </a:lnTo>
                  <a:lnTo>
                    <a:pt x="2125" y="9886"/>
                  </a:lnTo>
                  <a:lnTo>
                    <a:pt x="1661" y="9886"/>
                  </a:lnTo>
                  <a:lnTo>
                    <a:pt x="1700" y="9770"/>
                  </a:lnTo>
                  <a:lnTo>
                    <a:pt x="1738" y="9654"/>
                  </a:lnTo>
                  <a:lnTo>
                    <a:pt x="1816" y="9538"/>
                  </a:lnTo>
                  <a:lnTo>
                    <a:pt x="1893" y="9461"/>
                  </a:lnTo>
                  <a:lnTo>
                    <a:pt x="2009" y="9384"/>
                  </a:lnTo>
                  <a:close/>
                  <a:moveTo>
                    <a:pt x="11662" y="8998"/>
                  </a:moveTo>
                  <a:lnTo>
                    <a:pt x="11469" y="9500"/>
                  </a:lnTo>
                  <a:lnTo>
                    <a:pt x="11354" y="10040"/>
                  </a:lnTo>
                  <a:lnTo>
                    <a:pt x="11276" y="10272"/>
                  </a:lnTo>
                  <a:lnTo>
                    <a:pt x="11238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9" y="9693"/>
                  </a:lnTo>
                  <a:lnTo>
                    <a:pt x="10929" y="9577"/>
                  </a:lnTo>
                  <a:lnTo>
                    <a:pt x="10967" y="9461"/>
                  </a:lnTo>
                  <a:lnTo>
                    <a:pt x="11006" y="9345"/>
                  </a:lnTo>
                  <a:lnTo>
                    <a:pt x="11122" y="9152"/>
                  </a:lnTo>
                  <a:lnTo>
                    <a:pt x="11276" y="9075"/>
                  </a:lnTo>
                  <a:lnTo>
                    <a:pt x="11469" y="8998"/>
                  </a:lnTo>
                  <a:close/>
                  <a:moveTo>
                    <a:pt x="3785" y="9770"/>
                  </a:moveTo>
                  <a:lnTo>
                    <a:pt x="3901" y="9809"/>
                  </a:lnTo>
                  <a:lnTo>
                    <a:pt x="4017" y="9886"/>
                  </a:lnTo>
                  <a:lnTo>
                    <a:pt x="4094" y="10002"/>
                  </a:lnTo>
                  <a:lnTo>
                    <a:pt x="4133" y="10118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4" y="10542"/>
                  </a:lnTo>
                  <a:lnTo>
                    <a:pt x="4017" y="10658"/>
                  </a:lnTo>
                  <a:lnTo>
                    <a:pt x="3862" y="10542"/>
                  </a:lnTo>
                  <a:lnTo>
                    <a:pt x="3515" y="10349"/>
                  </a:lnTo>
                  <a:lnTo>
                    <a:pt x="3090" y="10156"/>
                  </a:lnTo>
                  <a:lnTo>
                    <a:pt x="3129" y="10040"/>
                  </a:lnTo>
                  <a:lnTo>
                    <a:pt x="3244" y="9924"/>
                  </a:lnTo>
                  <a:lnTo>
                    <a:pt x="3360" y="9847"/>
                  </a:lnTo>
                  <a:lnTo>
                    <a:pt x="3515" y="9770"/>
                  </a:lnTo>
                  <a:close/>
                  <a:moveTo>
                    <a:pt x="4943" y="10658"/>
                  </a:moveTo>
                  <a:lnTo>
                    <a:pt x="5021" y="10735"/>
                  </a:lnTo>
                  <a:lnTo>
                    <a:pt x="5098" y="10774"/>
                  </a:lnTo>
                  <a:lnTo>
                    <a:pt x="5137" y="10890"/>
                  </a:lnTo>
                  <a:lnTo>
                    <a:pt x="5175" y="11044"/>
                  </a:lnTo>
                  <a:lnTo>
                    <a:pt x="5137" y="11237"/>
                  </a:lnTo>
                  <a:lnTo>
                    <a:pt x="5098" y="11430"/>
                  </a:lnTo>
                  <a:lnTo>
                    <a:pt x="4403" y="10928"/>
                  </a:lnTo>
                  <a:lnTo>
                    <a:pt x="4441" y="10813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20"/>
                  </a:moveTo>
                  <a:lnTo>
                    <a:pt x="10967" y="11199"/>
                  </a:lnTo>
                  <a:lnTo>
                    <a:pt x="10736" y="11739"/>
                  </a:lnTo>
                  <a:lnTo>
                    <a:pt x="10658" y="11701"/>
                  </a:lnTo>
                  <a:lnTo>
                    <a:pt x="10504" y="11546"/>
                  </a:lnTo>
                  <a:lnTo>
                    <a:pt x="10427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3"/>
                  </a:lnTo>
                  <a:lnTo>
                    <a:pt x="10736" y="10697"/>
                  </a:lnTo>
                  <a:lnTo>
                    <a:pt x="10929" y="10620"/>
                  </a:lnTo>
                  <a:close/>
                  <a:moveTo>
                    <a:pt x="5986" y="11469"/>
                  </a:moveTo>
                  <a:lnTo>
                    <a:pt x="6063" y="11508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4" y="11778"/>
                  </a:lnTo>
                  <a:lnTo>
                    <a:pt x="6372" y="12010"/>
                  </a:lnTo>
                  <a:lnTo>
                    <a:pt x="6411" y="12241"/>
                  </a:lnTo>
                  <a:lnTo>
                    <a:pt x="6372" y="12473"/>
                  </a:lnTo>
                  <a:lnTo>
                    <a:pt x="5909" y="12087"/>
                  </a:lnTo>
                  <a:lnTo>
                    <a:pt x="5407" y="11701"/>
                  </a:lnTo>
                  <a:lnTo>
                    <a:pt x="5445" y="11624"/>
                  </a:lnTo>
                  <a:lnTo>
                    <a:pt x="5561" y="11546"/>
                  </a:lnTo>
                  <a:lnTo>
                    <a:pt x="5639" y="11508"/>
                  </a:lnTo>
                  <a:lnTo>
                    <a:pt x="5754" y="11469"/>
                  </a:lnTo>
                  <a:close/>
                  <a:moveTo>
                    <a:pt x="10543" y="12048"/>
                  </a:moveTo>
                  <a:lnTo>
                    <a:pt x="10388" y="12319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9" y="12241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3" y="12048"/>
                  </a:lnTo>
                  <a:close/>
                  <a:moveTo>
                    <a:pt x="7376" y="12512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40" y="12821"/>
                  </a:lnTo>
                  <a:lnTo>
                    <a:pt x="7878" y="13014"/>
                  </a:lnTo>
                  <a:lnTo>
                    <a:pt x="7878" y="13207"/>
                  </a:lnTo>
                  <a:lnTo>
                    <a:pt x="7840" y="13207"/>
                  </a:lnTo>
                  <a:lnTo>
                    <a:pt x="7338" y="13014"/>
                  </a:lnTo>
                  <a:lnTo>
                    <a:pt x="6836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2"/>
                  </a:lnTo>
                  <a:close/>
                  <a:moveTo>
                    <a:pt x="8844" y="12627"/>
                  </a:moveTo>
                  <a:lnTo>
                    <a:pt x="8959" y="12666"/>
                  </a:lnTo>
                  <a:lnTo>
                    <a:pt x="9114" y="12782"/>
                  </a:lnTo>
                  <a:lnTo>
                    <a:pt x="9191" y="12936"/>
                  </a:lnTo>
                  <a:lnTo>
                    <a:pt x="9230" y="13129"/>
                  </a:lnTo>
                  <a:lnTo>
                    <a:pt x="9268" y="13207"/>
                  </a:lnTo>
                  <a:lnTo>
                    <a:pt x="9037" y="13284"/>
                  </a:lnTo>
                  <a:lnTo>
                    <a:pt x="8805" y="13323"/>
                  </a:lnTo>
                  <a:lnTo>
                    <a:pt x="8573" y="13323"/>
                  </a:lnTo>
                  <a:lnTo>
                    <a:pt x="8303" y="13284"/>
                  </a:lnTo>
                  <a:lnTo>
                    <a:pt x="8303" y="13207"/>
                  </a:lnTo>
                  <a:lnTo>
                    <a:pt x="8342" y="13014"/>
                  </a:lnTo>
                  <a:lnTo>
                    <a:pt x="8419" y="12821"/>
                  </a:lnTo>
                  <a:lnTo>
                    <a:pt x="8573" y="12705"/>
                  </a:lnTo>
                  <a:lnTo>
                    <a:pt x="8650" y="12666"/>
                  </a:lnTo>
                  <a:lnTo>
                    <a:pt x="8766" y="12627"/>
                  </a:lnTo>
                  <a:close/>
                  <a:moveTo>
                    <a:pt x="22977" y="0"/>
                  </a:moveTo>
                  <a:lnTo>
                    <a:pt x="22899" y="39"/>
                  </a:lnTo>
                  <a:lnTo>
                    <a:pt x="22822" y="78"/>
                  </a:lnTo>
                  <a:lnTo>
                    <a:pt x="22784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822" y="425"/>
                  </a:lnTo>
                  <a:lnTo>
                    <a:pt x="22861" y="464"/>
                  </a:lnTo>
                  <a:lnTo>
                    <a:pt x="23015" y="657"/>
                  </a:lnTo>
                  <a:lnTo>
                    <a:pt x="22899" y="773"/>
                  </a:lnTo>
                  <a:lnTo>
                    <a:pt x="22784" y="966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61" y="2279"/>
                  </a:lnTo>
                  <a:lnTo>
                    <a:pt x="23054" y="2395"/>
                  </a:lnTo>
                  <a:lnTo>
                    <a:pt x="23247" y="2510"/>
                  </a:lnTo>
                  <a:lnTo>
                    <a:pt x="23479" y="2510"/>
                  </a:lnTo>
                  <a:lnTo>
                    <a:pt x="23401" y="2704"/>
                  </a:lnTo>
                  <a:lnTo>
                    <a:pt x="23363" y="2897"/>
                  </a:lnTo>
                  <a:lnTo>
                    <a:pt x="23324" y="3090"/>
                  </a:lnTo>
                  <a:lnTo>
                    <a:pt x="23363" y="3283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901"/>
                  </a:lnTo>
                  <a:lnTo>
                    <a:pt x="23981" y="4016"/>
                  </a:lnTo>
                  <a:lnTo>
                    <a:pt x="23749" y="4209"/>
                  </a:lnTo>
                  <a:lnTo>
                    <a:pt x="23556" y="4480"/>
                  </a:lnTo>
                  <a:lnTo>
                    <a:pt x="23479" y="4750"/>
                  </a:lnTo>
                  <a:lnTo>
                    <a:pt x="23440" y="4905"/>
                  </a:lnTo>
                  <a:lnTo>
                    <a:pt x="23440" y="5020"/>
                  </a:lnTo>
                  <a:lnTo>
                    <a:pt x="23517" y="5291"/>
                  </a:lnTo>
                  <a:lnTo>
                    <a:pt x="23633" y="5484"/>
                  </a:lnTo>
                  <a:lnTo>
                    <a:pt x="23401" y="5522"/>
                  </a:lnTo>
                  <a:lnTo>
                    <a:pt x="23170" y="5561"/>
                  </a:lnTo>
                  <a:lnTo>
                    <a:pt x="22977" y="5715"/>
                  </a:lnTo>
                  <a:lnTo>
                    <a:pt x="22784" y="5870"/>
                  </a:lnTo>
                  <a:lnTo>
                    <a:pt x="22706" y="6102"/>
                  </a:lnTo>
                  <a:lnTo>
                    <a:pt x="22629" y="6372"/>
                  </a:lnTo>
                  <a:lnTo>
                    <a:pt x="22475" y="6295"/>
                  </a:lnTo>
                  <a:lnTo>
                    <a:pt x="22320" y="6256"/>
                  </a:lnTo>
                  <a:lnTo>
                    <a:pt x="22166" y="6217"/>
                  </a:lnTo>
                  <a:lnTo>
                    <a:pt x="21973" y="6217"/>
                  </a:lnTo>
                  <a:lnTo>
                    <a:pt x="21741" y="6295"/>
                  </a:lnTo>
                  <a:lnTo>
                    <a:pt x="21509" y="6411"/>
                  </a:lnTo>
                  <a:lnTo>
                    <a:pt x="21355" y="6565"/>
                  </a:lnTo>
                  <a:lnTo>
                    <a:pt x="21200" y="6797"/>
                  </a:lnTo>
                  <a:lnTo>
                    <a:pt x="21123" y="6449"/>
                  </a:lnTo>
                  <a:lnTo>
                    <a:pt x="20969" y="6140"/>
                  </a:lnTo>
                  <a:lnTo>
                    <a:pt x="20853" y="6024"/>
                  </a:lnTo>
                  <a:lnTo>
                    <a:pt x="20737" y="5909"/>
                  </a:lnTo>
                  <a:lnTo>
                    <a:pt x="20582" y="5831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80" y="5793"/>
                  </a:lnTo>
                  <a:lnTo>
                    <a:pt x="19887" y="5870"/>
                  </a:lnTo>
                  <a:lnTo>
                    <a:pt x="19772" y="5947"/>
                  </a:lnTo>
                  <a:lnTo>
                    <a:pt x="19733" y="5715"/>
                  </a:lnTo>
                  <a:lnTo>
                    <a:pt x="19617" y="5484"/>
                  </a:lnTo>
                  <a:lnTo>
                    <a:pt x="19463" y="5329"/>
                  </a:lnTo>
                  <a:lnTo>
                    <a:pt x="19385" y="5252"/>
                  </a:lnTo>
                  <a:lnTo>
                    <a:pt x="19270" y="5175"/>
                  </a:lnTo>
                  <a:lnTo>
                    <a:pt x="19038" y="5136"/>
                  </a:lnTo>
                  <a:lnTo>
                    <a:pt x="18845" y="5175"/>
                  </a:lnTo>
                  <a:lnTo>
                    <a:pt x="18652" y="5291"/>
                  </a:lnTo>
                  <a:lnTo>
                    <a:pt x="18497" y="5407"/>
                  </a:lnTo>
                  <a:lnTo>
                    <a:pt x="18459" y="5252"/>
                  </a:lnTo>
                  <a:lnTo>
                    <a:pt x="18420" y="5136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3" y="4673"/>
                  </a:lnTo>
                  <a:lnTo>
                    <a:pt x="17957" y="4596"/>
                  </a:lnTo>
                  <a:lnTo>
                    <a:pt x="17802" y="4557"/>
                  </a:lnTo>
                  <a:lnTo>
                    <a:pt x="17648" y="4518"/>
                  </a:lnTo>
                  <a:lnTo>
                    <a:pt x="17493" y="4557"/>
                  </a:lnTo>
                  <a:lnTo>
                    <a:pt x="17377" y="4596"/>
                  </a:lnTo>
                  <a:lnTo>
                    <a:pt x="17262" y="4634"/>
                  </a:lnTo>
                  <a:lnTo>
                    <a:pt x="17146" y="4750"/>
                  </a:lnTo>
                  <a:lnTo>
                    <a:pt x="17030" y="4827"/>
                  </a:lnTo>
                  <a:lnTo>
                    <a:pt x="16875" y="5098"/>
                  </a:lnTo>
                  <a:lnTo>
                    <a:pt x="16760" y="4943"/>
                  </a:lnTo>
                  <a:lnTo>
                    <a:pt x="16605" y="4789"/>
                  </a:lnTo>
                  <a:lnTo>
                    <a:pt x="16451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9" y="4673"/>
                  </a:lnTo>
                  <a:lnTo>
                    <a:pt x="15794" y="4750"/>
                  </a:lnTo>
                  <a:lnTo>
                    <a:pt x="15640" y="4866"/>
                  </a:lnTo>
                  <a:lnTo>
                    <a:pt x="15524" y="4982"/>
                  </a:lnTo>
                  <a:lnTo>
                    <a:pt x="15447" y="5136"/>
                  </a:lnTo>
                  <a:lnTo>
                    <a:pt x="15408" y="5329"/>
                  </a:lnTo>
                  <a:lnTo>
                    <a:pt x="15408" y="5484"/>
                  </a:lnTo>
                  <a:lnTo>
                    <a:pt x="15447" y="5561"/>
                  </a:lnTo>
                  <a:lnTo>
                    <a:pt x="15408" y="5561"/>
                  </a:lnTo>
                  <a:lnTo>
                    <a:pt x="15331" y="5368"/>
                  </a:lnTo>
                  <a:lnTo>
                    <a:pt x="15176" y="5175"/>
                  </a:lnTo>
                  <a:lnTo>
                    <a:pt x="15022" y="5059"/>
                  </a:lnTo>
                  <a:lnTo>
                    <a:pt x="14829" y="4982"/>
                  </a:lnTo>
                  <a:lnTo>
                    <a:pt x="14636" y="4943"/>
                  </a:lnTo>
                  <a:lnTo>
                    <a:pt x="14443" y="4982"/>
                  </a:lnTo>
                  <a:lnTo>
                    <a:pt x="14288" y="5020"/>
                  </a:lnTo>
                  <a:lnTo>
                    <a:pt x="14134" y="5098"/>
                  </a:lnTo>
                  <a:lnTo>
                    <a:pt x="14057" y="5175"/>
                  </a:lnTo>
                  <a:lnTo>
                    <a:pt x="13941" y="5291"/>
                  </a:lnTo>
                  <a:lnTo>
                    <a:pt x="13825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5"/>
                  </a:lnTo>
                  <a:lnTo>
                    <a:pt x="13168" y="5715"/>
                  </a:lnTo>
                  <a:lnTo>
                    <a:pt x="12937" y="5754"/>
                  </a:lnTo>
                  <a:lnTo>
                    <a:pt x="12744" y="5831"/>
                  </a:lnTo>
                  <a:lnTo>
                    <a:pt x="12589" y="5947"/>
                  </a:lnTo>
                  <a:lnTo>
                    <a:pt x="12512" y="6063"/>
                  </a:lnTo>
                  <a:lnTo>
                    <a:pt x="12435" y="6217"/>
                  </a:lnTo>
                  <a:lnTo>
                    <a:pt x="12358" y="6372"/>
                  </a:lnTo>
                  <a:lnTo>
                    <a:pt x="12358" y="6526"/>
                  </a:lnTo>
                  <a:lnTo>
                    <a:pt x="12358" y="6681"/>
                  </a:lnTo>
                  <a:lnTo>
                    <a:pt x="12358" y="6835"/>
                  </a:lnTo>
                  <a:lnTo>
                    <a:pt x="12435" y="6990"/>
                  </a:lnTo>
                  <a:lnTo>
                    <a:pt x="12164" y="7028"/>
                  </a:lnTo>
                  <a:lnTo>
                    <a:pt x="11894" y="7106"/>
                  </a:lnTo>
                  <a:lnTo>
                    <a:pt x="11662" y="7221"/>
                  </a:lnTo>
                  <a:lnTo>
                    <a:pt x="11508" y="7415"/>
                  </a:lnTo>
                  <a:lnTo>
                    <a:pt x="11392" y="7530"/>
                  </a:lnTo>
                  <a:lnTo>
                    <a:pt x="11354" y="7685"/>
                  </a:lnTo>
                  <a:lnTo>
                    <a:pt x="11315" y="7839"/>
                  </a:lnTo>
                  <a:lnTo>
                    <a:pt x="11276" y="7994"/>
                  </a:lnTo>
                  <a:lnTo>
                    <a:pt x="11315" y="8148"/>
                  </a:lnTo>
                  <a:lnTo>
                    <a:pt x="11354" y="8303"/>
                  </a:lnTo>
                  <a:lnTo>
                    <a:pt x="11392" y="8457"/>
                  </a:lnTo>
                  <a:lnTo>
                    <a:pt x="11469" y="8612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58" y="9229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2" y="10233"/>
                  </a:lnTo>
                  <a:lnTo>
                    <a:pt x="10620" y="10311"/>
                  </a:lnTo>
                  <a:lnTo>
                    <a:pt x="10427" y="10426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79" y="11006"/>
                  </a:lnTo>
                  <a:lnTo>
                    <a:pt x="10041" y="11237"/>
                  </a:lnTo>
                  <a:lnTo>
                    <a:pt x="10079" y="11469"/>
                  </a:lnTo>
                  <a:lnTo>
                    <a:pt x="10195" y="11701"/>
                  </a:lnTo>
                  <a:lnTo>
                    <a:pt x="9925" y="11739"/>
                  </a:lnTo>
                  <a:lnTo>
                    <a:pt x="9693" y="11855"/>
                  </a:lnTo>
                  <a:lnTo>
                    <a:pt x="9500" y="12010"/>
                  </a:lnTo>
                  <a:lnTo>
                    <a:pt x="9423" y="12087"/>
                  </a:lnTo>
                  <a:lnTo>
                    <a:pt x="9384" y="12203"/>
                  </a:lnTo>
                  <a:lnTo>
                    <a:pt x="9346" y="12319"/>
                  </a:lnTo>
                  <a:lnTo>
                    <a:pt x="9307" y="12473"/>
                  </a:lnTo>
                  <a:lnTo>
                    <a:pt x="9191" y="12396"/>
                  </a:lnTo>
                  <a:lnTo>
                    <a:pt x="9037" y="12319"/>
                  </a:lnTo>
                  <a:lnTo>
                    <a:pt x="8882" y="12280"/>
                  </a:lnTo>
                  <a:lnTo>
                    <a:pt x="8728" y="12280"/>
                  </a:lnTo>
                  <a:lnTo>
                    <a:pt x="8535" y="12357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10" y="12550"/>
                  </a:lnTo>
                  <a:lnTo>
                    <a:pt x="7994" y="12434"/>
                  </a:lnTo>
                  <a:lnTo>
                    <a:pt x="7878" y="12319"/>
                  </a:lnTo>
                  <a:lnTo>
                    <a:pt x="7724" y="12241"/>
                  </a:lnTo>
                  <a:lnTo>
                    <a:pt x="7492" y="12164"/>
                  </a:lnTo>
                  <a:lnTo>
                    <a:pt x="7222" y="12203"/>
                  </a:lnTo>
                  <a:lnTo>
                    <a:pt x="6990" y="12280"/>
                  </a:lnTo>
                  <a:lnTo>
                    <a:pt x="6797" y="12434"/>
                  </a:lnTo>
                  <a:lnTo>
                    <a:pt x="6797" y="12048"/>
                  </a:lnTo>
                  <a:lnTo>
                    <a:pt x="6758" y="11894"/>
                  </a:lnTo>
                  <a:lnTo>
                    <a:pt x="6681" y="11701"/>
                  </a:lnTo>
                  <a:lnTo>
                    <a:pt x="6604" y="11546"/>
                  </a:lnTo>
                  <a:lnTo>
                    <a:pt x="6527" y="11430"/>
                  </a:lnTo>
                  <a:lnTo>
                    <a:pt x="6372" y="11315"/>
                  </a:lnTo>
                  <a:lnTo>
                    <a:pt x="6218" y="11199"/>
                  </a:lnTo>
                  <a:lnTo>
                    <a:pt x="6063" y="11160"/>
                  </a:lnTo>
                  <a:lnTo>
                    <a:pt x="5716" y="11160"/>
                  </a:lnTo>
                  <a:lnTo>
                    <a:pt x="5523" y="11237"/>
                  </a:lnTo>
                  <a:lnTo>
                    <a:pt x="5523" y="10967"/>
                  </a:lnTo>
                  <a:lnTo>
                    <a:pt x="5445" y="10735"/>
                  </a:lnTo>
                  <a:lnTo>
                    <a:pt x="5330" y="10504"/>
                  </a:lnTo>
                  <a:lnTo>
                    <a:pt x="5214" y="10426"/>
                  </a:lnTo>
                  <a:lnTo>
                    <a:pt x="5098" y="10388"/>
                  </a:lnTo>
                  <a:lnTo>
                    <a:pt x="4943" y="10311"/>
                  </a:lnTo>
                  <a:lnTo>
                    <a:pt x="4828" y="10311"/>
                  </a:lnTo>
                  <a:lnTo>
                    <a:pt x="4673" y="10349"/>
                  </a:lnTo>
                  <a:lnTo>
                    <a:pt x="4519" y="10388"/>
                  </a:lnTo>
                  <a:lnTo>
                    <a:pt x="4519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10" y="9577"/>
                  </a:lnTo>
                  <a:lnTo>
                    <a:pt x="4055" y="9500"/>
                  </a:lnTo>
                  <a:lnTo>
                    <a:pt x="3901" y="9461"/>
                  </a:lnTo>
                  <a:lnTo>
                    <a:pt x="3746" y="9422"/>
                  </a:lnTo>
                  <a:lnTo>
                    <a:pt x="3592" y="9422"/>
                  </a:lnTo>
                  <a:lnTo>
                    <a:pt x="3399" y="9461"/>
                  </a:lnTo>
                  <a:lnTo>
                    <a:pt x="3283" y="9538"/>
                  </a:lnTo>
                  <a:lnTo>
                    <a:pt x="3129" y="9616"/>
                  </a:lnTo>
                  <a:lnTo>
                    <a:pt x="3013" y="9770"/>
                  </a:lnTo>
                  <a:lnTo>
                    <a:pt x="2974" y="9616"/>
                  </a:lnTo>
                  <a:lnTo>
                    <a:pt x="2897" y="9461"/>
                  </a:lnTo>
                  <a:lnTo>
                    <a:pt x="2781" y="9268"/>
                  </a:lnTo>
                  <a:lnTo>
                    <a:pt x="2627" y="9152"/>
                  </a:lnTo>
                  <a:lnTo>
                    <a:pt x="2433" y="9036"/>
                  </a:lnTo>
                  <a:lnTo>
                    <a:pt x="2240" y="8998"/>
                  </a:lnTo>
                  <a:lnTo>
                    <a:pt x="2047" y="9036"/>
                  </a:lnTo>
                  <a:lnTo>
                    <a:pt x="1854" y="9114"/>
                  </a:lnTo>
                  <a:lnTo>
                    <a:pt x="1700" y="9191"/>
                  </a:lnTo>
                  <a:lnTo>
                    <a:pt x="1545" y="9345"/>
                  </a:lnTo>
                  <a:lnTo>
                    <a:pt x="1430" y="9538"/>
                  </a:lnTo>
                  <a:lnTo>
                    <a:pt x="1391" y="9731"/>
                  </a:lnTo>
                  <a:lnTo>
                    <a:pt x="1352" y="9924"/>
                  </a:lnTo>
                  <a:lnTo>
                    <a:pt x="1121" y="9963"/>
                  </a:lnTo>
                  <a:lnTo>
                    <a:pt x="928" y="10040"/>
                  </a:lnTo>
                  <a:lnTo>
                    <a:pt x="696" y="10156"/>
                  </a:lnTo>
                  <a:lnTo>
                    <a:pt x="503" y="10311"/>
                  </a:lnTo>
                  <a:lnTo>
                    <a:pt x="387" y="10426"/>
                  </a:lnTo>
                  <a:lnTo>
                    <a:pt x="271" y="10581"/>
                  </a:lnTo>
                  <a:lnTo>
                    <a:pt x="117" y="10890"/>
                  </a:lnTo>
                  <a:lnTo>
                    <a:pt x="1" y="11237"/>
                  </a:lnTo>
                  <a:lnTo>
                    <a:pt x="1" y="11585"/>
                  </a:lnTo>
                  <a:lnTo>
                    <a:pt x="78" y="11932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9" y="12821"/>
                  </a:lnTo>
                  <a:lnTo>
                    <a:pt x="812" y="12936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086" y="13129"/>
                  </a:lnTo>
                  <a:lnTo>
                    <a:pt x="2472" y="12975"/>
                  </a:lnTo>
                  <a:lnTo>
                    <a:pt x="2820" y="12782"/>
                  </a:lnTo>
                  <a:lnTo>
                    <a:pt x="3129" y="12550"/>
                  </a:lnTo>
                  <a:lnTo>
                    <a:pt x="3360" y="12241"/>
                  </a:lnTo>
                  <a:lnTo>
                    <a:pt x="3592" y="12010"/>
                  </a:lnTo>
                  <a:lnTo>
                    <a:pt x="3553" y="11932"/>
                  </a:lnTo>
                  <a:lnTo>
                    <a:pt x="3515" y="11817"/>
                  </a:lnTo>
                  <a:lnTo>
                    <a:pt x="3437" y="11778"/>
                  </a:lnTo>
                  <a:lnTo>
                    <a:pt x="3322" y="11739"/>
                  </a:lnTo>
                  <a:lnTo>
                    <a:pt x="3283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20" y="12241"/>
                  </a:lnTo>
                  <a:lnTo>
                    <a:pt x="2588" y="12434"/>
                  </a:lnTo>
                  <a:lnTo>
                    <a:pt x="2318" y="12589"/>
                  </a:lnTo>
                  <a:lnTo>
                    <a:pt x="2047" y="12666"/>
                  </a:lnTo>
                  <a:lnTo>
                    <a:pt x="1738" y="12705"/>
                  </a:lnTo>
                  <a:lnTo>
                    <a:pt x="1430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2" y="12357"/>
                  </a:lnTo>
                  <a:lnTo>
                    <a:pt x="696" y="12203"/>
                  </a:lnTo>
                  <a:lnTo>
                    <a:pt x="619" y="12048"/>
                  </a:lnTo>
                  <a:lnTo>
                    <a:pt x="541" y="11894"/>
                  </a:lnTo>
                  <a:lnTo>
                    <a:pt x="503" y="11739"/>
                  </a:lnTo>
                  <a:lnTo>
                    <a:pt x="503" y="11546"/>
                  </a:lnTo>
                  <a:lnTo>
                    <a:pt x="503" y="11392"/>
                  </a:lnTo>
                  <a:lnTo>
                    <a:pt x="541" y="11199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9" y="10620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30" y="10388"/>
                  </a:lnTo>
                  <a:lnTo>
                    <a:pt x="1738" y="10349"/>
                  </a:lnTo>
                  <a:lnTo>
                    <a:pt x="2009" y="10349"/>
                  </a:lnTo>
                  <a:lnTo>
                    <a:pt x="2318" y="10388"/>
                  </a:lnTo>
                  <a:lnTo>
                    <a:pt x="2588" y="10426"/>
                  </a:lnTo>
                  <a:lnTo>
                    <a:pt x="2858" y="10542"/>
                  </a:lnTo>
                  <a:lnTo>
                    <a:pt x="3129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5" y="11662"/>
                  </a:lnTo>
                  <a:lnTo>
                    <a:pt x="5523" y="12396"/>
                  </a:lnTo>
                  <a:lnTo>
                    <a:pt x="5870" y="12705"/>
                  </a:lnTo>
                  <a:lnTo>
                    <a:pt x="6256" y="12975"/>
                  </a:lnTo>
                  <a:lnTo>
                    <a:pt x="6681" y="13207"/>
                  </a:lnTo>
                  <a:lnTo>
                    <a:pt x="7106" y="13438"/>
                  </a:lnTo>
                  <a:lnTo>
                    <a:pt x="7531" y="13593"/>
                  </a:lnTo>
                  <a:lnTo>
                    <a:pt x="7994" y="13747"/>
                  </a:lnTo>
                  <a:lnTo>
                    <a:pt x="8457" y="13786"/>
                  </a:lnTo>
                  <a:lnTo>
                    <a:pt x="8921" y="13786"/>
                  </a:lnTo>
                  <a:lnTo>
                    <a:pt x="9346" y="13709"/>
                  </a:lnTo>
                  <a:lnTo>
                    <a:pt x="9732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9" y="12473"/>
                  </a:lnTo>
                  <a:lnTo>
                    <a:pt x="11122" y="12126"/>
                  </a:lnTo>
                  <a:lnTo>
                    <a:pt x="11315" y="11739"/>
                  </a:lnTo>
                  <a:lnTo>
                    <a:pt x="11508" y="11237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6" y="9114"/>
                  </a:lnTo>
                  <a:lnTo>
                    <a:pt x="12358" y="8612"/>
                  </a:lnTo>
                  <a:lnTo>
                    <a:pt x="12589" y="8110"/>
                  </a:lnTo>
                  <a:lnTo>
                    <a:pt x="12937" y="7646"/>
                  </a:lnTo>
                  <a:lnTo>
                    <a:pt x="13284" y="7299"/>
                  </a:lnTo>
                  <a:lnTo>
                    <a:pt x="13632" y="6990"/>
                  </a:lnTo>
                  <a:lnTo>
                    <a:pt x="14018" y="6719"/>
                  </a:lnTo>
                  <a:lnTo>
                    <a:pt x="14443" y="6449"/>
                  </a:lnTo>
                  <a:lnTo>
                    <a:pt x="14906" y="6256"/>
                  </a:lnTo>
                  <a:lnTo>
                    <a:pt x="15369" y="6102"/>
                  </a:lnTo>
                  <a:lnTo>
                    <a:pt x="15833" y="5986"/>
                  </a:lnTo>
                  <a:lnTo>
                    <a:pt x="16296" y="5947"/>
                  </a:lnTo>
                  <a:lnTo>
                    <a:pt x="16605" y="5909"/>
                  </a:lnTo>
                  <a:lnTo>
                    <a:pt x="16914" y="5909"/>
                  </a:lnTo>
                  <a:lnTo>
                    <a:pt x="17455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4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2"/>
                  </a:lnTo>
                  <a:lnTo>
                    <a:pt x="21316" y="7646"/>
                  </a:lnTo>
                  <a:lnTo>
                    <a:pt x="21741" y="7723"/>
                  </a:lnTo>
                  <a:lnTo>
                    <a:pt x="22166" y="7762"/>
                  </a:lnTo>
                  <a:lnTo>
                    <a:pt x="22590" y="7723"/>
                  </a:lnTo>
                  <a:lnTo>
                    <a:pt x="22977" y="7646"/>
                  </a:lnTo>
                  <a:lnTo>
                    <a:pt x="23363" y="7530"/>
                  </a:lnTo>
                  <a:lnTo>
                    <a:pt x="23710" y="7299"/>
                  </a:lnTo>
                  <a:lnTo>
                    <a:pt x="24058" y="6990"/>
                  </a:lnTo>
                  <a:lnTo>
                    <a:pt x="24367" y="6642"/>
                  </a:lnTo>
                  <a:lnTo>
                    <a:pt x="24598" y="6295"/>
                  </a:lnTo>
                  <a:lnTo>
                    <a:pt x="24753" y="5909"/>
                  </a:lnTo>
                  <a:lnTo>
                    <a:pt x="24869" y="5484"/>
                  </a:lnTo>
                  <a:lnTo>
                    <a:pt x="24985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6" y="3746"/>
                  </a:lnTo>
                  <a:lnTo>
                    <a:pt x="24869" y="3283"/>
                  </a:lnTo>
                  <a:lnTo>
                    <a:pt x="24791" y="2858"/>
                  </a:lnTo>
                  <a:lnTo>
                    <a:pt x="24637" y="2395"/>
                  </a:lnTo>
                  <a:lnTo>
                    <a:pt x="24444" y="1970"/>
                  </a:lnTo>
                  <a:lnTo>
                    <a:pt x="24251" y="1584"/>
                  </a:lnTo>
                  <a:lnTo>
                    <a:pt x="24058" y="1198"/>
                  </a:lnTo>
                  <a:lnTo>
                    <a:pt x="23788" y="811"/>
                  </a:lnTo>
                  <a:lnTo>
                    <a:pt x="23942" y="387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70" y="78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"/>
            <p:cNvSpPr/>
            <p:nvPr/>
          </p:nvSpPr>
          <p:spPr>
            <a:xfrm>
              <a:off x="5082350" y="438710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1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9"/>
                  </a:lnTo>
                  <a:lnTo>
                    <a:pt x="4364" y="1120"/>
                  </a:lnTo>
                  <a:lnTo>
                    <a:pt x="4634" y="1429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3" y="2433"/>
                  </a:lnTo>
                  <a:lnTo>
                    <a:pt x="5368" y="2819"/>
                  </a:lnTo>
                  <a:lnTo>
                    <a:pt x="5484" y="3206"/>
                  </a:lnTo>
                  <a:lnTo>
                    <a:pt x="5522" y="3592"/>
                  </a:lnTo>
                  <a:lnTo>
                    <a:pt x="5600" y="3978"/>
                  </a:lnTo>
                  <a:lnTo>
                    <a:pt x="5600" y="4403"/>
                  </a:lnTo>
                  <a:lnTo>
                    <a:pt x="5561" y="4789"/>
                  </a:lnTo>
                  <a:lnTo>
                    <a:pt x="5522" y="5214"/>
                  </a:lnTo>
                  <a:lnTo>
                    <a:pt x="5445" y="5600"/>
                  </a:lnTo>
                  <a:lnTo>
                    <a:pt x="5329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6"/>
                  </a:lnTo>
                  <a:lnTo>
                    <a:pt x="4209" y="8032"/>
                  </a:lnTo>
                  <a:lnTo>
                    <a:pt x="3939" y="8380"/>
                  </a:lnTo>
                  <a:lnTo>
                    <a:pt x="3630" y="8728"/>
                  </a:lnTo>
                  <a:lnTo>
                    <a:pt x="3283" y="9036"/>
                  </a:lnTo>
                  <a:lnTo>
                    <a:pt x="2935" y="9307"/>
                  </a:lnTo>
                  <a:lnTo>
                    <a:pt x="2549" y="9577"/>
                  </a:lnTo>
                  <a:lnTo>
                    <a:pt x="2163" y="9809"/>
                  </a:lnTo>
                  <a:lnTo>
                    <a:pt x="1738" y="10040"/>
                  </a:lnTo>
                  <a:lnTo>
                    <a:pt x="1313" y="10234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0" y="10658"/>
                  </a:lnTo>
                  <a:lnTo>
                    <a:pt x="78" y="11044"/>
                  </a:lnTo>
                  <a:lnTo>
                    <a:pt x="618" y="10967"/>
                  </a:lnTo>
                  <a:lnTo>
                    <a:pt x="1120" y="10813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0" y="10195"/>
                  </a:lnTo>
                  <a:lnTo>
                    <a:pt x="2974" y="9925"/>
                  </a:lnTo>
                  <a:lnTo>
                    <a:pt x="3399" y="9616"/>
                  </a:lnTo>
                  <a:lnTo>
                    <a:pt x="3785" y="9268"/>
                  </a:lnTo>
                  <a:lnTo>
                    <a:pt x="4171" y="8921"/>
                  </a:lnTo>
                  <a:lnTo>
                    <a:pt x="4480" y="8534"/>
                  </a:lnTo>
                  <a:lnTo>
                    <a:pt x="4827" y="8110"/>
                  </a:lnTo>
                  <a:lnTo>
                    <a:pt x="5098" y="7685"/>
                  </a:lnTo>
                  <a:lnTo>
                    <a:pt x="5368" y="7222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8" y="5793"/>
                  </a:lnTo>
                  <a:lnTo>
                    <a:pt x="6024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4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6" y="1314"/>
                  </a:lnTo>
                  <a:lnTo>
                    <a:pt x="4904" y="1005"/>
                  </a:lnTo>
                  <a:lnTo>
                    <a:pt x="4596" y="696"/>
                  </a:lnTo>
                  <a:lnTo>
                    <a:pt x="4287" y="425"/>
                  </a:lnTo>
                  <a:lnTo>
                    <a:pt x="3939" y="194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2"/>
            <p:cNvSpPr/>
            <p:nvPr/>
          </p:nvSpPr>
          <p:spPr>
            <a:xfrm>
              <a:off x="5492625" y="4412200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1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1"/>
                  </a:lnTo>
                  <a:lnTo>
                    <a:pt x="3862" y="503"/>
                  </a:lnTo>
                  <a:lnTo>
                    <a:pt x="3322" y="773"/>
                  </a:lnTo>
                  <a:lnTo>
                    <a:pt x="2781" y="1082"/>
                  </a:lnTo>
                  <a:lnTo>
                    <a:pt x="2279" y="1429"/>
                  </a:lnTo>
                  <a:lnTo>
                    <a:pt x="1816" y="1854"/>
                  </a:lnTo>
                  <a:lnTo>
                    <a:pt x="1429" y="2279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3" y="3746"/>
                  </a:lnTo>
                  <a:lnTo>
                    <a:pt x="271" y="4248"/>
                  </a:lnTo>
                  <a:lnTo>
                    <a:pt x="117" y="4789"/>
                  </a:lnTo>
                  <a:lnTo>
                    <a:pt x="1" y="5368"/>
                  </a:lnTo>
                  <a:lnTo>
                    <a:pt x="348" y="5407"/>
                  </a:lnTo>
                  <a:lnTo>
                    <a:pt x="464" y="4982"/>
                  </a:lnTo>
                  <a:lnTo>
                    <a:pt x="580" y="4596"/>
                  </a:lnTo>
                  <a:lnTo>
                    <a:pt x="812" y="3978"/>
                  </a:lnTo>
                  <a:lnTo>
                    <a:pt x="1121" y="3399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7"/>
                  </a:lnTo>
                  <a:lnTo>
                    <a:pt x="3399" y="1159"/>
                  </a:lnTo>
                  <a:lnTo>
                    <a:pt x="3978" y="889"/>
                  </a:lnTo>
                  <a:lnTo>
                    <a:pt x="4635" y="657"/>
                  </a:lnTo>
                  <a:lnTo>
                    <a:pt x="5252" y="464"/>
                  </a:lnTo>
                  <a:lnTo>
                    <a:pt x="5909" y="387"/>
                  </a:lnTo>
                  <a:lnTo>
                    <a:pt x="6565" y="387"/>
                  </a:lnTo>
                  <a:lnTo>
                    <a:pt x="7222" y="464"/>
                  </a:lnTo>
                  <a:lnTo>
                    <a:pt x="7878" y="580"/>
                  </a:lnTo>
                  <a:lnTo>
                    <a:pt x="8496" y="812"/>
                  </a:lnTo>
                  <a:lnTo>
                    <a:pt x="9114" y="1082"/>
                  </a:lnTo>
                  <a:lnTo>
                    <a:pt x="9423" y="1275"/>
                  </a:lnTo>
                  <a:lnTo>
                    <a:pt x="9732" y="1507"/>
                  </a:lnTo>
                  <a:lnTo>
                    <a:pt x="10041" y="1700"/>
                  </a:lnTo>
                  <a:lnTo>
                    <a:pt x="10311" y="1931"/>
                  </a:lnTo>
                  <a:lnTo>
                    <a:pt x="10774" y="2472"/>
                  </a:lnTo>
                  <a:lnTo>
                    <a:pt x="11199" y="3013"/>
                  </a:lnTo>
                  <a:lnTo>
                    <a:pt x="11547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5" y="5638"/>
                  </a:lnTo>
                  <a:lnTo>
                    <a:pt x="12628" y="6218"/>
                  </a:lnTo>
                  <a:lnTo>
                    <a:pt x="12859" y="6797"/>
                  </a:lnTo>
                  <a:lnTo>
                    <a:pt x="13130" y="7376"/>
                  </a:lnTo>
                  <a:lnTo>
                    <a:pt x="13439" y="7955"/>
                  </a:lnTo>
                  <a:lnTo>
                    <a:pt x="13825" y="8496"/>
                  </a:lnTo>
                  <a:lnTo>
                    <a:pt x="14250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500"/>
                  </a:lnTo>
                  <a:lnTo>
                    <a:pt x="15292" y="9654"/>
                  </a:lnTo>
                  <a:lnTo>
                    <a:pt x="15756" y="9809"/>
                  </a:lnTo>
                  <a:lnTo>
                    <a:pt x="16219" y="9886"/>
                  </a:lnTo>
                  <a:lnTo>
                    <a:pt x="16721" y="9886"/>
                  </a:lnTo>
                  <a:lnTo>
                    <a:pt x="17184" y="9809"/>
                  </a:lnTo>
                  <a:lnTo>
                    <a:pt x="17609" y="9616"/>
                  </a:lnTo>
                  <a:lnTo>
                    <a:pt x="17841" y="9500"/>
                  </a:lnTo>
                  <a:lnTo>
                    <a:pt x="18034" y="9384"/>
                  </a:lnTo>
                  <a:lnTo>
                    <a:pt x="18188" y="9230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2" y="8612"/>
                  </a:lnTo>
                  <a:lnTo>
                    <a:pt x="18652" y="8534"/>
                  </a:lnTo>
                  <a:lnTo>
                    <a:pt x="18652" y="8457"/>
                  </a:lnTo>
                  <a:lnTo>
                    <a:pt x="18652" y="8380"/>
                  </a:lnTo>
                  <a:lnTo>
                    <a:pt x="18652" y="8341"/>
                  </a:lnTo>
                  <a:lnTo>
                    <a:pt x="18304" y="8341"/>
                  </a:lnTo>
                  <a:lnTo>
                    <a:pt x="18266" y="8419"/>
                  </a:lnTo>
                  <a:lnTo>
                    <a:pt x="18072" y="8728"/>
                  </a:lnTo>
                  <a:lnTo>
                    <a:pt x="17802" y="8998"/>
                  </a:lnTo>
                  <a:lnTo>
                    <a:pt x="17493" y="9191"/>
                  </a:lnTo>
                  <a:lnTo>
                    <a:pt x="17184" y="9345"/>
                  </a:lnTo>
                  <a:lnTo>
                    <a:pt x="16837" y="9423"/>
                  </a:lnTo>
                  <a:lnTo>
                    <a:pt x="16451" y="9461"/>
                  </a:lnTo>
                  <a:lnTo>
                    <a:pt x="16103" y="9423"/>
                  </a:lnTo>
                  <a:lnTo>
                    <a:pt x="15717" y="9345"/>
                  </a:lnTo>
                  <a:lnTo>
                    <a:pt x="15369" y="9191"/>
                  </a:lnTo>
                  <a:lnTo>
                    <a:pt x="15022" y="8998"/>
                  </a:lnTo>
                  <a:lnTo>
                    <a:pt x="14713" y="8766"/>
                  </a:lnTo>
                  <a:lnTo>
                    <a:pt x="14404" y="8496"/>
                  </a:lnTo>
                  <a:lnTo>
                    <a:pt x="14172" y="8187"/>
                  </a:lnTo>
                  <a:lnTo>
                    <a:pt x="13941" y="7839"/>
                  </a:lnTo>
                  <a:lnTo>
                    <a:pt x="13709" y="7530"/>
                  </a:lnTo>
                  <a:lnTo>
                    <a:pt x="13555" y="7183"/>
                  </a:lnTo>
                  <a:lnTo>
                    <a:pt x="13246" y="6526"/>
                  </a:lnTo>
                  <a:lnTo>
                    <a:pt x="12975" y="5831"/>
                  </a:lnTo>
                  <a:lnTo>
                    <a:pt x="12473" y="4480"/>
                  </a:lnTo>
                  <a:lnTo>
                    <a:pt x="12164" y="3823"/>
                  </a:lnTo>
                  <a:lnTo>
                    <a:pt x="11855" y="3206"/>
                  </a:lnTo>
                  <a:lnTo>
                    <a:pt x="11469" y="2588"/>
                  </a:lnTo>
                  <a:lnTo>
                    <a:pt x="11238" y="2279"/>
                  </a:lnTo>
                  <a:lnTo>
                    <a:pt x="11006" y="2009"/>
                  </a:lnTo>
                  <a:lnTo>
                    <a:pt x="10543" y="1584"/>
                  </a:lnTo>
                  <a:lnTo>
                    <a:pt x="10079" y="1198"/>
                  </a:lnTo>
                  <a:lnTo>
                    <a:pt x="9577" y="850"/>
                  </a:lnTo>
                  <a:lnTo>
                    <a:pt x="9037" y="580"/>
                  </a:lnTo>
                  <a:lnTo>
                    <a:pt x="8496" y="348"/>
                  </a:lnTo>
                  <a:lnTo>
                    <a:pt x="7917" y="194"/>
                  </a:lnTo>
                  <a:lnTo>
                    <a:pt x="7338" y="78"/>
                  </a:lnTo>
                  <a:lnTo>
                    <a:pt x="67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2"/>
            <p:cNvSpPr/>
            <p:nvPr/>
          </p:nvSpPr>
          <p:spPr>
            <a:xfrm>
              <a:off x="3907500" y="4422825"/>
              <a:ext cx="353350" cy="159300"/>
            </a:xfrm>
            <a:custGeom>
              <a:avLst/>
              <a:gdLst/>
              <a:ahLst/>
              <a:cxnLst/>
              <a:rect l="l" t="t" r="r" b="b"/>
              <a:pathLst>
                <a:path w="14134" h="6372" extrusionOk="0">
                  <a:moveTo>
                    <a:pt x="11160" y="464"/>
                  </a:moveTo>
                  <a:lnTo>
                    <a:pt x="11623" y="502"/>
                  </a:lnTo>
                  <a:lnTo>
                    <a:pt x="12048" y="541"/>
                  </a:lnTo>
                  <a:lnTo>
                    <a:pt x="12434" y="657"/>
                  </a:lnTo>
                  <a:lnTo>
                    <a:pt x="12627" y="734"/>
                  </a:lnTo>
                  <a:lnTo>
                    <a:pt x="12743" y="811"/>
                  </a:lnTo>
                  <a:lnTo>
                    <a:pt x="12859" y="966"/>
                  </a:lnTo>
                  <a:lnTo>
                    <a:pt x="12936" y="1082"/>
                  </a:lnTo>
                  <a:lnTo>
                    <a:pt x="12975" y="1313"/>
                  </a:lnTo>
                  <a:lnTo>
                    <a:pt x="12975" y="1506"/>
                  </a:lnTo>
                  <a:lnTo>
                    <a:pt x="12936" y="1699"/>
                  </a:lnTo>
                  <a:lnTo>
                    <a:pt x="12820" y="1892"/>
                  </a:lnTo>
                  <a:lnTo>
                    <a:pt x="12704" y="2086"/>
                  </a:lnTo>
                  <a:lnTo>
                    <a:pt x="12589" y="2240"/>
                  </a:lnTo>
                  <a:lnTo>
                    <a:pt x="12241" y="2472"/>
                  </a:lnTo>
                  <a:lnTo>
                    <a:pt x="11816" y="2742"/>
                  </a:lnTo>
                  <a:lnTo>
                    <a:pt x="11391" y="2935"/>
                  </a:lnTo>
                  <a:lnTo>
                    <a:pt x="10658" y="3205"/>
                  </a:lnTo>
                  <a:lnTo>
                    <a:pt x="9924" y="3437"/>
                  </a:lnTo>
                  <a:lnTo>
                    <a:pt x="9152" y="3707"/>
                  </a:lnTo>
                  <a:lnTo>
                    <a:pt x="8380" y="3900"/>
                  </a:lnTo>
                  <a:lnTo>
                    <a:pt x="7607" y="4094"/>
                  </a:lnTo>
                  <a:lnTo>
                    <a:pt x="6796" y="4287"/>
                  </a:lnTo>
                  <a:lnTo>
                    <a:pt x="5908" y="4441"/>
                  </a:lnTo>
                  <a:lnTo>
                    <a:pt x="5020" y="4596"/>
                  </a:lnTo>
                  <a:lnTo>
                    <a:pt x="4132" y="4711"/>
                  </a:lnTo>
                  <a:lnTo>
                    <a:pt x="3244" y="4789"/>
                  </a:lnTo>
                  <a:lnTo>
                    <a:pt x="2201" y="4789"/>
                  </a:lnTo>
                  <a:lnTo>
                    <a:pt x="1854" y="4750"/>
                  </a:lnTo>
                  <a:lnTo>
                    <a:pt x="1506" y="4673"/>
                  </a:lnTo>
                  <a:lnTo>
                    <a:pt x="1197" y="4557"/>
                  </a:lnTo>
                  <a:lnTo>
                    <a:pt x="888" y="4441"/>
                  </a:lnTo>
                  <a:lnTo>
                    <a:pt x="579" y="4248"/>
                  </a:lnTo>
                  <a:lnTo>
                    <a:pt x="657" y="4171"/>
                  </a:lnTo>
                  <a:lnTo>
                    <a:pt x="695" y="4055"/>
                  </a:lnTo>
                  <a:lnTo>
                    <a:pt x="695" y="3939"/>
                  </a:lnTo>
                  <a:lnTo>
                    <a:pt x="734" y="3823"/>
                  </a:lnTo>
                  <a:lnTo>
                    <a:pt x="850" y="3630"/>
                  </a:lnTo>
                  <a:lnTo>
                    <a:pt x="1081" y="3437"/>
                  </a:lnTo>
                  <a:lnTo>
                    <a:pt x="1313" y="3244"/>
                  </a:lnTo>
                  <a:lnTo>
                    <a:pt x="1854" y="2935"/>
                  </a:lnTo>
                  <a:lnTo>
                    <a:pt x="2278" y="2703"/>
                  </a:lnTo>
                  <a:lnTo>
                    <a:pt x="3012" y="2356"/>
                  </a:lnTo>
                  <a:lnTo>
                    <a:pt x="3707" y="2008"/>
                  </a:lnTo>
                  <a:lnTo>
                    <a:pt x="4479" y="1699"/>
                  </a:lnTo>
                  <a:lnTo>
                    <a:pt x="5252" y="1429"/>
                  </a:lnTo>
                  <a:lnTo>
                    <a:pt x="6024" y="1197"/>
                  </a:lnTo>
                  <a:lnTo>
                    <a:pt x="6835" y="1004"/>
                  </a:lnTo>
                  <a:lnTo>
                    <a:pt x="7607" y="811"/>
                  </a:lnTo>
                  <a:lnTo>
                    <a:pt x="8418" y="695"/>
                  </a:lnTo>
                  <a:lnTo>
                    <a:pt x="9229" y="580"/>
                  </a:lnTo>
                  <a:lnTo>
                    <a:pt x="10040" y="541"/>
                  </a:lnTo>
                  <a:lnTo>
                    <a:pt x="10735" y="502"/>
                  </a:lnTo>
                  <a:lnTo>
                    <a:pt x="11160" y="464"/>
                  </a:lnTo>
                  <a:close/>
                  <a:moveTo>
                    <a:pt x="13477" y="1120"/>
                  </a:moveTo>
                  <a:lnTo>
                    <a:pt x="13631" y="1313"/>
                  </a:lnTo>
                  <a:lnTo>
                    <a:pt x="13708" y="1506"/>
                  </a:lnTo>
                  <a:lnTo>
                    <a:pt x="13747" y="1738"/>
                  </a:lnTo>
                  <a:lnTo>
                    <a:pt x="13708" y="2008"/>
                  </a:lnTo>
                  <a:lnTo>
                    <a:pt x="13631" y="2240"/>
                  </a:lnTo>
                  <a:lnTo>
                    <a:pt x="13515" y="2472"/>
                  </a:lnTo>
                  <a:lnTo>
                    <a:pt x="13399" y="2703"/>
                  </a:lnTo>
                  <a:lnTo>
                    <a:pt x="13206" y="2896"/>
                  </a:lnTo>
                  <a:lnTo>
                    <a:pt x="12859" y="3205"/>
                  </a:lnTo>
                  <a:lnTo>
                    <a:pt x="12473" y="3437"/>
                  </a:lnTo>
                  <a:lnTo>
                    <a:pt x="12048" y="3669"/>
                  </a:lnTo>
                  <a:lnTo>
                    <a:pt x="11623" y="3900"/>
                  </a:lnTo>
                  <a:lnTo>
                    <a:pt x="10658" y="4287"/>
                  </a:lnTo>
                  <a:lnTo>
                    <a:pt x="9731" y="4634"/>
                  </a:lnTo>
                  <a:lnTo>
                    <a:pt x="8766" y="4904"/>
                  </a:lnTo>
                  <a:lnTo>
                    <a:pt x="7762" y="5175"/>
                  </a:lnTo>
                  <a:lnTo>
                    <a:pt x="6758" y="5406"/>
                  </a:lnTo>
                  <a:lnTo>
                    <a:pt x="5754" y="5600"/>
                  </a:lnTo>
                  <a:lnTo>
                    <a:pt x="4711" y="5793"/>
                  </a:lnTo>
                  <a:lnTo>
                    <a:pt x="3707" y="5908"/>
                  </a:lnTo>
                  <a:lnTo>
                    <a:pt x="2780" y="5986"/>
                  </a:lnTo>
                  <a:lnTo>
                    <a:pt x="2278" y="5986"/>
                  </a:lnTo>
                  <a:lnTo>
                    <a:pt x="1815" y="5947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8"/>
                  </a:lnTo>
                  <a:lnTo>
                    <a:pt x="695" y="5484"/>
                  </a:lnTo>
                  <a:lnTo>
                    <a:pt x="502" y="5252"/>
                  </a:lnTo>
                  <a:lnTo>
                    <a:pt x="348" y="5020"/>
                  </a:lnTo>
                  <a:lnTo>
                    <a:pt x="309" y="4866"/>
                  </a:lnTo>
                  <a:lnTo>
                    <a:pt x="309" y="4750"/>
                  </a:lnTo>
                  <a:lnTo>
                    <a:pt x="309" y="4596"/>
                  </a:lnTo>
                  <a:lnTo>
                    <a:pt x="348" y="4441"/>
                  </a:lnTo>
                  <a:lnTo>
                    <a:pt x="541" y="4673"/>
                  </a:lnTo>
                  <a:lnTo>
                    <a:pt x="811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2" y="5213"/>
                  </a:lnTo>
                  <a:lnTo>
                    <a:pt x="1931" y="5252"/>
                  </a:lnTo>
                  <a:lnTo>
                    <a:pt x="2587" y="5329"/>
                  </a:lnTo>
                  <a:lnTo>
                    <a:pt x="3244" y="5291"/>
                  </a:lnTo>
                  <a:lnTo>
                    <a:pt x="3939" y="5252"/>
                  </a:lnTo>
                  <a:lnTo>
                    <a:pt x="5136" y="5059"/>
                  </a:lnTo>
                  <a:lnTo>
                    <a:pt x="6912" y="4789"/>
                  </a:lnTo>
                  <a:lnTo>
                    <a:pt x="7839" y="4596"/>
                  </a:lnTo>
                  <a:lnTo>
                    <a:pt x="8727" y="4402"/>
                  </a:lnTo>
                  <a:lnTo>
                    <a:pt x="9615" y="4132"/>
                  </a:lnTo>
                  <a:lnTo>
                    <a:pt x="10503" y="3862"/>
                  </a:lnTo>
                  <a:lnTo>
                    <a:pt x="11353" y="3514"/>
                  </a:lnTo>
                  <a:lnTo>
                    <a:pt x="12164" y="3128"/>
                  </a:lnTo>
                  <a:lnTo>
                    <a:pt x="12434" y="2974"/>
                  </a:lnTo>
                  <a:lnTo>
                    <a:pt x="12704" y="2819"/>
                  </a:lnTo>
                  <a:lnTo>
                    <a:pt x="12936" y="2588"/>
                  </a:lnTo>
                  <a:lnTo>
                    <a:pt x="13129" y="2394"/>
                  </a:lnTo>
                  <a:lnTo>
                    <a:pt x="13322" y="2124"/>
                  </a:lnTo>
                  <a:lnTo>
                    <a:pt x="13438" y="1854"/>
                  </a:lnTo>
                  <a:lnTo>
                    <a:pt x="13515" y="1584"/>
                  </a:lnTo>
                  <a:lnTo>
                    <a:pt x="13515" y="1236"/>
                  </a:lnTo>
                  <a:lnTo>
                    <a:pt x="13477" y="1120"/>
                  </a:lnTo>
                  <a:close/>
                  <a:moveTo>
                    <a:pt x="10658" y="0"/>
                  </a:moveTo>
                  <a:lnTo>
                    <a:pt x="9886" y="39"/>
                  </a:lnTo>
                  <a:lnTo>
                    <a:pt x="9113" y="116"/>
                  </a:lnTo>
                  <a:lnTo>
                    <a:pt x="8302" y="232"/>
                  </a:lnTo>
                  <a:lnTo>
                    <a:pt x="7530" y="348"/>
                  </a:lnTo>
                  <a:lnTo>
                    <a:pt x="6719" y="541"/>
                  </a:lnTo>
                  <a:lnTo>
                    <a:pt x="5908" y="734"/>
                  </a:lnTo>
                  <a:lnTo>
                    <a:pt x="5020" y="1004"/>
                  </a:lnTo>
                  <a:lnTo>
                    <a:pt x="4132" y="1352"/>
                  </a:lnTo>
                  <a:lnTo>
                    <a:pt x="3244" y="1699"/>
                  </a:lnTo>
                  <a:lnTo>
                    <a:pt x="2394" y="2124"/>
                  </a:lnTo>
                  <a:lnTo>
                    <a:pt x="1776" y="2433"/>
                  </a:lnTo>
                  <a:lnTo>
                    <a:pt x="1390" y="2626"/>
                  </a:lnTo>
                  <a:lnTo>
                    <a:pt x="1043" y="2858"/>
                  </a:lnTo>
                  <a:lnTo>
                    <a:pt x="695" y="3090"/>
                  </a:lnTo>
                  <a:lnTo>
                    <a:pt x="463" y="3398"/>
                  </a:lnTo>
                  <a:lnTo>
                    <a:pt x="348" y="3553"/>
                  </a:lnTo>
                  <a:lnTo>
                    <a:pt x="270" y="3707"/>
                  </a:lnTo>
                  <a:lnTo>
                    <a:pt x="232" y="3862"/>
                  </a:lnTo>
                  <a:lnTo>
                    <a:pt x="232" y="4055"/>
                  </a:lnTo>
                  <a:lnTo>
                    <a:pt x="193" y="4132"/>
                  </a:lnTo>
                  <a:lnTo>
                    <a:pt x="193" y="4171"/>
                  </a:lnTo>
                  <a:lnTo>
                    <a:pt x="116" y="4325"/>
                  </a:lnTo>
                  <a:lnTo>
                    <a:pt x="39" y="4480"/>
                  </a:lnTo>
                  <a:lnTo>
                    <a:pt x="0" y="4634"/>
                  </a:lnTo>
                  <a:lnTo>
                    <a:pt x="0" y="4789"/>
                  </a:lnTo>
                  <a:lnTo>
                    <a:pt x="39" y="5136"/>
                  </a:lnTo>
                  <a:lnTo>
                    <a:pt x="193" y="5445"/>
                  </a:lnTo>
                  <a:lnTo>
                    <a:pt x="348" y="5638"/>
                  </a:lnTo>
                  <a:lnTo>
                    <a:pt x="502" y="5831"/>
                  </a:lnTo>
                  <a:lnTo>
                    <a:pt x="695" y="5947"/>
                  </a:lnTo>
                  <a:lnTo>
                    <a:pt x="927" y="6063"/>
                  </a:lnTo>
                  <a:lnTo>
                    <a:pt x="965" y="6256"/>
                  </a:lnTo>
                  <a:lnTo>
                    <a:pt x="1274" y="6179"/>
                  </a:lnTo>
                  <a:lnTo>
                    <a:pt x="1313" y="6217"/>
                  </a:lnTo>
                  <a:lnTo>
                    <a:pt x="1313" y="6256"/>
                  </a:lnTo>
                  <a:lnTo>
                    <a:pt x="1352" y="6295"/>
                  </a:lnTo>
                  <a:lnTo>
                    <a:pt x="1467" y="6256"/>
                  </a:lnTo>
                  <a:lnTo>
                    <a:pt x="1815" y="6295"/>
                  </a:lnTo>
                  <a:lnTo>
                    <a:pt x="2394" y="6333"/>
                  </a:lnTo>
                  <a:lnTo>
                    <a:pt x="3012" y="6372"/>
                  </a:lnTo>
                  <a:lnTo>
                    <a:pt x="3591" y="6333"/>
                  </a:lnTo>
                  <a:lnTo>
                    <a:pt x="4171" y="6295"/>
                  </a:lnTo>
                  <a:lnTo>
                    <a:pt x="5368" y="6101"/>
                  </a:lnTo>
                  <a:lnTo>
                    <a:pt x="6565" y="5870"/>
                  </a:lnTo>
                  <a:lnTo>
                    <a:pt x="6758" y="5831"/>
                  </a:lnTo>
                  <a:lnTo>
                    <a:pt x="7993" y="5522"/>
                  </a:lnTo>
                  <a:lnTo>
                    <a:pt x="9036" y="5252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5" y="4132"/>
                  </a:lnTo>
                  <a:lnTo>
                    <a:pt x="12125" y="4248"/>
                  </a:lnTo>
                  <a:lnTo>
                    <a:pt x="12395" y="4287"/>
                  </a:lnTo>
                  <a:lnTo>
                    <a:pt x="12782" y="4711"/>
                  </a:lnTo>
                  <a:lnTo>
                    <a:pt x="13013" y="4518"/>
                  </a:lnTo>
                  <a:lnTo>
                    <a:pt x="12434" y="3939"/>
                  </a:lnTo>
                  <a:lnTo>
                    <a:pt x="12897" y="3669"/>
                  </a:lnTo>
                  <a:lnTo>
                    <a:pt x="13361" y="3321"/>
                  </a:lnTo>
                  <a:lnTo>
                    <a:pt x="13631" y="3051"/>
                  </a:lnTo>
                  <a:lnTo>
                    <a:pt x="13824" y="2703"/>
                  </a:lnTo>
                  <a:lnTo>
                    <a:pt x="14133" y="2626"/>
                  </a:lnTo>
                  <a:lnTo>
                    <a:pt x="14017" y="2317"/>
                  </a:lnTo>
                  <a:lnTo>
                    <a:pt x="14095" y="2008"/>
                  </a:lnTo>
                  <a:lnTo>
                    <a:pt x="14133" y="1738"/>
                  </a:lnTo>
                  <a:lnTo>
                    <a:pt x="14095" y="1468"/>
                  </a:lnTo>
                  <a:lnTo>
                    <a:pt x="14017" y="1236"/>
                  </a:lnTo>
                  <a:lnTo>
                    <a:pt x="13901" y="1004"/>
                  </a:lnTo>
                  <a:lnTo>
                    <a:pt x="13747" y="811"/>
                  </a:lnTo>
                  <a:lnTo>
                    <a:pt x="13477" y="618"/>
                  </a:lnTo>
                  <a:lnTo>
                    <a:pt x="13168" y="502"/>
                  </a:lnTo>
                  <a:lnTo>
                    <a:pt x="13091" y="502"/>
                  </a:lnTo>
                  <a:lnTo>
                    <a:pt x="12897" y="387"/>
                  </a:lnTo>
                  <a:lnTo>
                    <a:pt x="12666" y="271"/>
                  </a:lnTo>
                  <a:lnTo>
                    <a:pt x="12434" y="155"/>
                  </a:lnTo>
                  <a:lnTo>
                    <a:pt x="12202" y="116"/>
                  </a:lnTo>
                  <a:lnTo>
                    <a:pt x="11816" y="39"/>
                  </a:lnTo>
                  <a:lnTo>
                    <a:pt x="1143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2"/>
            <p:cNvSpPr/>
            <p:nvPr/>
          </p:nvSpPr>
          <p:spPr>
            <a:xfrm>
              <a:off x="299900" y="4449850"/>
              <a:ext cx="375550" cy="386175"/>
            </a:xfrm>
            <a:custGeom>
              <a:avLst/>
              <a:gdLst/>
              <a:ahLst/>
              <a:cxnLst/>
              <a:rect l="l" t="t" r="r" b="b"/>
              <a:pathLst>
                <a:path w="15022" h="15447" extrusionOk="0">
                  <a:moveTo>
                    <a:pt x="8032" y="503"/>
                  </a:moveTo>
                  <a:lnTo>
                    <a:pt x="8611" y="580"/>
                  </a:lnTo>
                  <a:lnTo>
                    <a:pt x="9152" y="696"/>
                  </a:lnTo>
                  <a:lnTo>
                    <a:pt x="9693" y="850"/>
                  </a:lnTo>
                  <a:lnTo>
                    <a:pt x="10195" y="1005"/>
                  </a:lnTo>
                  <a:lnTo>
                    <a:pt x="10697" y="1236"/>
                  </a:lnTo>
                  <a:lnTo>
                    <a:pt x="11160" y="1507"/>
                  </a:lnTo>
                  <a:lnTo>
                    <a:pt x="11623" y="1815"/>
                  </a:lnTo>
                  <a:lnTo>
                    <a:pt x="10813" y="2163"/>
                  </a:lnTo>
                  <a:lnTo>
                    <a:pt x="10079" y="2588"/>
                  </a:lnTo>
                  <a:lnTo>
                    <a:pt x="9307" y="3090"/>
                  </a:lnTo>
                  <a:lnTo>
                    <a:pt x="8611" y="3592"/>
                  </a:lnTo>
                  <a:lnTo>
                    <a:pt x="7955" y="4171"/>
                  </a:lnTo>
                  <a:lnTo>
                    <a:pt x="7299" y="4789"/>
                  </a:lnTo>
                  <a:lnTo>
                    <a:pt x="6719" y="5445"/>
                  </a:lnTo>
                  <a:lnTo>
                    <a:pt x="6140" y="6140"/>
                  </a:lnTo>
                  <a:lnTo>
                    <a:pt x="5638" y="6835"/>
                  </a:lnTo>
                  <a:lnTo>
                    <a:pt x="5213" y="7608"/>
                  </a:lnTo>
                  <a:lnTo>
                    <a:pt x="4789" y="8380"/>
                  </a:lnTo>
                  <a:lnTo>
                    <a:pt x="4480" y="9191"/>
                  </a:lnTo>
                  <a:lnTo>
                    <a:pt x="4171" y="10040"/>
                  </a:lnTo>
                  <a:lnTo>
                    <a:pt x="3978" y="10890"/>
                  </a:lnTo>
                  <a:lnTo>
                    <a:pt x="3823" y="11739"/>
                  </a:lnTo>
                  <a:lnTo>
                    <a:pt x="3746" y="12628"/>
                  </a:lnTo>
                  <a:lnTo>
                    <a:pt x="3592" y="12666"/>
                  </a:lnTo>
                  <a:lnTo>
                    <a:pt x="3283" y="11817"/>
                  </a:lnTo>
                  <a:lnTo>
                    <a:pt x="3051" y="11006"/>
                  </a:lnTo>
                  <a:lnTo>
                    <a:pt x="2858" y="10195"/>
                  </a:lnTo>
                  <a:lnTo>
                    <a:pt x="2703" y="9345"/>
                  </a:lnTo>
                  <a:lnTo>
                    <a:pt x="2588" y="8496"/>
                  </a:lnTo>
                  <a:lnTo>
                    <a:pt x="2549" y="7646"/>
                  </a:lnTo>
                  <a:lnTo>
                    <a:pt x="2588" y="6797"/>
                  </a:lnTo>
                  <a:lnTo>
                    <a:pt x="2703" y="5909"/>
                  </a:lnTo>
                  <a:lnTo>
                    <a:pt x="2858" y="5214"/>
                  </a:lnTo>
                  <a:lnTo>
                    <a:pt x="3051" y="4480"/>
                  </a:lnTo>
                  <a:lnTo>
                    <a:pt x="3321" y="3823"/>
                  </a:lnTo>
                  <a:lnTo>
                    <a:pt x="3669" y="3167"/>
                  </a:lnTo>
                  <a:lnTo>
                    <a:pt x="4016" y="2549"/>
                  </a:lnTo>
                  <a:lnTo>
                    <a:pt x="4441" y="1970"/>
                  </a:lnTo>
                  <a:lnTo>
                    <a:pt x="4904" y="1391"/>
                  </a:lnTo>
                  <a:lnTo>
                    <a:pt x="5406" y="850"/>
                  </a:lnTo>
                  <a:lnTo>
                    <a:pt x="5908" y="696"/>
                  </a:lnTo>
                  <a:lnTo>
                    <a:pt x="6410" y="618"/>
                  </a:lnTo>
                  <a:lnTo>
                    <a:pt x="6951" y="541"/>
                  </a:lnTo>
                  <a:lnTo>
                    <a:pt x="7492" y="503"/>
                  </a:lnTo>
                  <a:close/>
                  <a:moveTo>
                    <a:pt x="11971" y="2086"/>
                  </a:moveTo>
                  <a:lnTo>
                    <a:pt x="12357" y="2433"/>
                  </a:lnTo>
                  <a:lnTo>
                    <a:pt x="12705" y="2781"/>
                  </a:lnTo>
                  <a:lnTo>
                    <a:pt x="13052" y="3206"/>
                  </a:lnTo>
                  <a:lnTo>
                    <a:pt x="13322" y="3630"/>
                  </a:lnTo>
                  <a:lnTo>
                    <a:pt x="13593" y="4094"/>
                  </a:lnTo>
                  <a:lnTo>
                    <a:pt x="13863" y="4557"/>
                  </a:lnTo>
                  <a:lnTo>
                    <a:pt x="14056" y="5059"/>
                  </a:lnTo>
                  <a:lnTo>
                    <a:pt x="14211" y="5600"/>
                  </a:lnTo>
                  <a:lnTo>
                    <a:pt x="14326" y="6102"/>
                  </a:lnTo>
                  <a:lnTo>
                    <a:pt x="14442" y="6604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64" y="6951"/>
                  </a:lnTo>
                  <a:lnTo>
                    <a:pt x="11392" y="7144"/>
                  </a:lnTo>
                  <a:lnTo>
                    <a:pt x="10658" y="7376"/>
                  </a:lnTo>
                  <a:lnTo>
                    <a:pt x="9963" y="7685"/>
                  </a:lnTo>
                  <a:lnTo>
                    <a:pt x="9229" y="8032"/>
                  </a:lnTo>
                  <a:lnTo>
                    <a:pt x="8534" y="8419"/>
                  </a:lnTo>
                  <a:lnTo>
                    <a:pt x="7878" y="8843"/>
                  </a:lnTo>
                  <a:lnTo>
                    <a:pt x="7260" y="9268"/>
                  </a:lnTo>
                  <a:lnTo>
                    <a:pt x="6642" y="9770"/>
                  </a:lnTo>
                  <a:lnTo>
                    <a:pt x="6102" y="10311"/>
                  </a:lnTo>
                  <a:lnTo>
                    <a:pt x="5561" y="10890"/>
                  </a:lnTo>
                  <a:lnTo>
                    <a:pt x="5098" y="11469"/>
                  </a:lnTo>
                  <a:lnTo>
                    <a:pt x="4634" y="12126"/>
                  </a:lnTo>
                  <a:lnTo>
                    <a:pt x="4248" y="12782"/>
                  </a:lnTo>
                  <a:lnTo>
                    <a:pt x="4132" y="12705"/>
                  </a:lnTo>
                  <a:lnTo>
                    <a:pt x="3978" y="12666"/>
                  </a:lnTo>
                  <a:lnTo>
                    <a:pt x="4094" y="11778"/>
                  </a:lnTo>
                  <a:lnTo>
                    <a:pt x="4325" y="10929"/>
                  </a:lnTo>
                  <a:lnTo>
                    <a:pt x="4557" y="10079"/>
                  </a:lnTo>
                  <a:lnTo>
                    <a:pt x="4866" y="9268"/>
                  </a:lnTo>
                  <a:lnTo>
                    <a:pt x="5213" y="8496"/>
                  </a:lnTo>
                  <a:lnTo>
                    <a:pt x="5600" y="7724"/>
                  </a:lnTo>
                  <a:lnTo>
                    <a:pt x="6024" y="6990"/>
                  </a:lnTo>
                  <a:lnTo>
                    <a:pt x="6526" y="6256"/>
                  </a:lnTo>
                  <a:lnTo>
                    <a:pt x="7067" y="5600"/>
                  </a:lnTo>
                  <a:lnTo>
                    <a:pt x="7607" y="4943"/>
                  </a:lnTo>
                  <a:lnTo>
                    <a:pt x="8225" y="4364"/>
                  </a:lnTo>
                  <a:lnTo>
                    <a:pt x="8920" y="3823"/>
                  </a:lnTo>
                  <a:lnTo>
                    <a:pt x="9615" y="3321"/>
                  </a:lnTo>
                  <a:lnTo>
                    <a:pt x="10349" y="2858"/>
                  </a:lnTo>
                  <a:lnTo>
                    <a:pt x="11121" y="2433"/>
                  </a:lnTo>
                  <a:lnTo>
                    <a:pt x="11971" y="2086"/>
                  </a:lnTo>
                  <a:close/>
                  <a:moveTo>
                    <a:pt x="14481" y="6990"/>
                  </a:moveTo>
                  <a:lnTo>
                    <a:pt x="14481" y="7839"/>
                  </a:lnTo>
                  <a:lnTo>
                    <a:pt x="14442" y="8689"/>
                  </a:lnTo>
                  <a:lnTo>
                    <a:pt x="14288" y="9538"/>
                  </a:lnTo>
                  <a:lnTo>
                    <a:pt x="14172" y="9925"/>
                  </a:lnTo>
                  <a:lnTo>
                    <a:pt x="14056" y="10349"/>
                  </a:lnTo>
                  <a:lnTo>
                    <a:pt x="13902" y="10735"/>
                  </a:lnTo>
                  <a:lnTo>
                    <a:pt x="13709" y="11122"/>
                  </a:lnTo>
                  <a:lnTo>
                    <a:pt x="13516" y="11508"/>
                  </a:lnTo>
                  <a:lnTo>
                    <a:pt x="13284" y="11894"/>
                  </a:lnTo>
                  <a:lnTo>
                    <a:pt x="13052" y="12241"/>
                  </a:lnTo>
                  <a:lnTo>
                    <a:pt x="12782" y="12550"/>
                  </a:lnTo>
                  <a:lnTo>
                    <a:pt x="12512" y="12898"/>
                  </a:lnTo>
                  <a:lnTo>
                    <a:pt x="12203" y="13207"/>
                  </a:lnTo>
                  <a:lnTo>
                    <a:pt x="11971" y="13014"/>
                  </a:lnTo>
                  <a:lnTo>
                    <a:pt x="11701" y="12898"/>
                  </a:lnTo>
                  <a:lnTo>
                    <a:pt x="11121" y="12743"/>
                  </a:lnTo>
                  <a:lnTo>
                    <a:pt x="10542" y="12628"/>
                  </a:lnTo>
                  <a:lnTo>
                    <a:pt x="10002" y="12550"/>
                  </a:lnTo>
                  <a:lnTo>
                    <a:pt x="9422" y="12473"/>
                  </a:lnTo>
                  <a:lnTo>
                    <a:pt x="8843" y="12435"/>
                  </a:lnTo>
                  <a:lnTo>
                    <a:pt x="8303" y="12435"/>
                  </a:lnTo>
                  <a:lnTo>
                    <a:pt x="7762" y="12473"/>
                  </a:lnTo>
                  <a:lnTo>
                    <a:pt x="7221" y="12550"/>
                  </a:lnTo>
                  <a:lnTo>
                    <a:pt x="6719" y="12666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23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01"/>
                  </a:lnTo>
                  <a:lnTo>
                    <a:pt x="5870" y="11160"/>
                  </a:lnTo>
                  <a:lnTo>
                    <a:pt x="6410" y="10620"/>
                  </a:lnTo>
                  <a:lnTo>
                    <a:pt x="6990" y="10118"/>
                  </a:lnTo>
                  <a:lnTo>
                    <a:pt x="7569" y="9616"/>
                  </a:lnTo>
                  <a:lnTo>
                    <a:pt x="8148" y="9191"/>
                  </a:lnTo>
                  <a:lnTo>
                    <a:pt x="8766" y="8805"/>
                  </a:lnTo>
                  <a:lnTo>
                    <a:pt x="9422" y="8419"/>
                  </a:lnTo>
                  <a:lnTo>
                    <a:pt x="10079" y="8110"/>
                  </a:lnTo>
                  <a:lnTo>
                    <a:pt x="10735" y="7801"/>
                  </a:lnTo>
                  <a:lnTo>
                    <a:pt x="11469" y="7569"/>
                  </a:lnTo>
                  <a:lnTo>
                    <a:pt x="12164" y="7337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6"/>
                  </a:moveTo>
                  <a:lnTo>
                    <a:pt x="4055" y="1815"/>
                  </a:lnTo>
                  <a:lnTo>
                    <a:pt x="3630" y="2433"/>
                  </a:lnTo>
                  <a:lnTo>
                    <a:pt x="3244" y="3090"/>
                  </a:lnTo>
                  <a:lnTo>
                    <a:pt x="2935" y="3785"/>
                  </a:lnTo>
                  <a:lnTo>
                    <a:pt x="2665" y="4519"/>
                  </a:lnTo>
                  <a:lnTo>
                    <a:pt x="2472" y="5252"/>
                  </a:lnTo>
                  <a:lnTo>
                    <a:pt x="2317" y="6024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1"/>
                  </a:lnTo>
                  <a:lnTo>
                    <a:pt x="2279" y="9114"/>
                  </a:lnTo>
                  <a:lnTo>
                    <a:pt x="2394" y="9847"/>
                  </a:lnTo>
                  <a:lnTo>
                    <a:pt x="2549" y="10620"/>
                  </a:lnTo>
                  <a:lnTo>
                    <a:pt x="2781" y="11353"/>
                  </a:lnTo>
                  <a:lnTo>
                    <a:pt x="3012" y="12048"/>
                  </a:lnTo>
                  <a:lnTo>
                    <a:pt x="3321" y="12743"/>
                  </a:lnTo>
                  <a:lnTo>
                    <a:pt x="3128" y="12859"/>
                  </a:lnTo>
                  <a:lnTo>
                    <a:pt x="2935" y="13014"/>
                  </a:lnTo>
                  <a:lnTo>
                    <a:pt x="2819" y="13207"/>
                  </a:lnTo>
                  <a:lnTo>
                    <a:pt x="2742" y="13439"/>
                  </a:lnTo>
                  <a:lnTo>
                    <a:pt x="2394" y="12975"/>
                  </a:lnTo>
                  <a:lnTo>
                    <a:pt x="2086" y="12550"/>
                  </a:lnTo>
                  <a:lnTo>
                    <a:pt x="1777" y="12087"/>
                  </a:lnTo>
                  <a:lnTo>
                    <a:pt x="1506" y="11585"/>
                  </a:lnTo>
                  <a:lnTo>
                    <a:pt x="1275" y="11122"/>
                  </a:lnTo>
                  <a:lnTo>
                    <a:pt x="1082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075"/>
                  </a:lnTo>
                  <a:lnTo>
                    <a:pt x="541" y="8534"/>
                  </a:lnTo>
                  <a:lnTo>
                    <a:pt x="502" y="8032"/>
                  </a:lnTo>
                  <a:lnTo>
                    <a:pt x="502" y="7492"/>
                  </a:lnTo>
                  <a:lnTo>
                    <a:pt x="541" y="6951"/>
                  </a:lnTo>
                  <a:lnTo>
                    <a:pt x="618" y="6411"/>
                  </a:lnTo>
                  <a:lnTo>
                    <a:pt x="773" y="5870"/>
                  </a:lnTo>
                  <a:lnTo>
                    <a:pt x="927" y="5291"/>
                  </a:lnTo>
                  <a:lnTo>
                    <a:pt x="1197" y="4673"/>
                  </a:lnTo>
                  <a:lnTo>
                    <a:pt x="1545" y="4055"/>
                  </a:lnTo>
                  <a:lnTo>
                    <a:pt x="1931" y="3476"/>
                  </a:lnTo>
                  <a:lnTo>
                    <a:pt x="2356" y="2935"/>
                  </a:lnTo>
                  <a:lnTo>
                    <a:pt x="2858" y="2433"/>
                  </a:lnTo>
                  <a:lnTo>
                    <a:pt x="3360" y="1970"/>
                  </a:lnTo>
                  <a:lnTo>
                    <a:pt x="3939" y="1584"/>
                  </a:lnTo>
                  <a:lnTo>
                    <a:pt x="4518" y="1236"/>
                  </a:lnTo>
                  <a:close/>
                  <a:moveTo>
                    <a:pt x="3862" y="12975"/>
                  </a:moveTo>
                  <a:lnTo>
                    <a:pt x="4016" y="13014"/>
                  </a:lnTo>
                  <a:lnTo>
                    <a:pt x="4171" y="13130"/>
                  </a:lnTo>
                  <a:lnTo>
                    <a:pt x="4287" y="13284"/>
                  </a:lnTo>
                  <a:lnTo>
                    <a:pt x="4325" y="13439"/>
                  </a:lnTo>
                  <a:lnTo>
                    <a:pt x="4364" y="13593"/>
                  </a:lnTo>
                  <a:lnTo>
                    <a:pt x="4364" y="13786"/>
                  </a:lnTo>
                  <a:lnTo>
                    <a:pt x="4325" y="13941"/>
                  </a:lnTo>
                  <a:lnTo>
                    <a:pt x="4209" y="14095"/>
                  </a:lnTo>
                  <a:lnTo>
                    <a:pt x="3785" y="13786"/>
                  </a:lnTo>
                  <a:lnTo>
                    <a:pt x="3360" y="13477"/>
                  </a:lnTo>
                  <a:lnTo>
                    <a:pt x="3244" y="13439"/>
                  </a:lnTo>
                  <a:lnTo>
                    <a:pt x="3167" y="13400"/>
                  </a:lnTo>
                  <a:lnTo>
                    <a:pt x="3051" y="13439"/>
                  </a:lnTo>
                  <a:lnTo>
                    <a:pt x="2974" y="13516"/>
                  </a:lnTo>
                  <a:lnTo>
                    <a:pt x="3051" y="13361"/>
                  </a:lnTo>
                  <a:lnTo>
                    <a:pt x="3167" y="13207"/>
                  </a:lnTo>
                  <a:lnTo>
                    <a:pt x="3321" y="13091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8187" y="12821"/>
                  </a:moveTo>
                  <a:lnTo>
                    <a:pt x="9152" y="12859"/>
                  </a:lnTo>
                  <a:lnTo>
                    <a:pt x="9615" y="12898"/>
                  </a:lnTo>
                  <a:lnTo>
                    <a:pt x="10117" y="12937"/>
                  </a:lnTo>
                  <a:lnTo>
                    <a:pt x="10504" y="13014"/>
                  </a:lnTo>
                  <a:lnTo>
                    <a:pt x="11006" y="13091"/>
                  </a:lnTo>
                  <a:lnTo>
                    <a:pt x="11508" y="13245"/>
                  </a:lnTo>
                  <a:lnTo>
                    <a:pt x="11701" y="13323"/>
                  </a:lnTo>
                  <a:lnTo>
                    <a:pt x="11894" y="13439"/>
                  </a:lnTo>
                  <a:lnTo>
                    <a:pt x="11508" y="13747"/>
                  </a:lnTo>
                  <a:lnTo>
                    <a:pt x="11083" y="14018"/>
                  </a:lnTo>
                  <a:lnTo>
                    <a:pt x="10658" y="14249"/>
                  </a:lnTo>
                  <a:lnTo>
                    <a:pt x="10233" y="14442"/>
                  </a:lnTo>
                  <a:lnTo>
                    <a:pt x="9770" y="14597"/>
                  </a:lnTo>
                  <a:lnTo>
                    <a:pt x="9307" y="14751"/>
                  </a:lnTo>
                  <a:lnTo>
                    <a:pt x="8843" y="14829"/>
                  </a:lnTo>
                  <a:lnTo>
                    <a:pt x="8341" y="14906"/>
                  </a:lnTo>
                  <a:lnTo>
                    <a:pt x="7878" y="14944"/>
                  </a:lnTo>
                  <a:lnTo>
                    <a:pt x="7376" y="14944"/>
                  </a:lnTo>
                  <a:lnTo>
                    <a:pt x="6912" y="14906"/>
                  </a:lnTo>
                  <a:lnTo>
                    <a:pt x="6410" y="14867"/>
                  </a:lnTo>
                  <a:lnTo>
                    <a:pt x="5947" y="14751"/>
                  </a:lnTo>
                  <a:lnTo>
                    <a:pt x="5484" y="14636"/>
                  </a:lnTo>
                  <a:lnTo>
                    <a:pt x="5020" y="14481"/>
                  </a:lnTo>
                  <a:lnTo>
                    <a:pt x="4596" y="14288"/>
                  </a:lnTo>
                  <a:lnTo>
                    <a:pt x="4711" y="14018"/>
                  </a:lnTo>
                  <a:lnTo>
                    <a:pt x="4750" y="13709"/>
                  </a:lnTo>
                  <a:lnTo>
                    <a:pt x="4711" y="13593"/>
                  </a:lnTo>
                  <a:lnTo>
                    <a:pt x="5561" y="13284"/>
                  </a:lnTo>
                  <a:lnTo>
                    <a:pt x="6410" y="13091"/>
                  </a:lnTo>
                  <a:lnTo>
                    <a:pt x="7299" y="12937"/>
                  </a:lnTo>
                  <a:lnTo>
                    <a:pt x="8187" y="12821"/>
                  </a:lnTo>
                  <a:close/>
                  <a:moveTo>
                    <a:pt x="6990" y="1"/>
                  </a:moveTo>
                  <a:lnTo>
                    <a:pt x="6449" y="78"/>
                  </a:lnTo>
                  <a:lnTo>
                    <a:pt x="5870" y="194"/>
                  </a:lnTo>
                  <a:lnTo>
                    <a:pt x="5329" y="348"/>
                  </a:lnTo>
                  <a:lnTo>
                    <a:pt x="4789" y="580"/>
                  </a:lnTo>
                  <a:lnTo>
                    <a:pt x="4248" y="811"/>
                  </a:lnTo>
                  <a:lnTo>
                    <a:pt x="3785" y="1082"/>
                  </a:lnTo>
                  <a:lnTo>
                    <a:pt x="3283" y="1391"/>
                  </a:lnTo>
                  <a:lnTo>
                    <a:pt x="2819" y="1738"/>
                  </a:lnTo>
                  <a:lnTo>
                    <a:pt x="2394" y="2124"/>
                  </a:lnTo>
                  <a:lnTo>
                    <a:pt x="2008" y="2549"/>
                  </a:lnTo>
                  <a:lnTo>
                    <a:pt x="1622" y="3013"/>
                  </a:lnTo>
                  <a:lnTo>
                    <a:pt x="1275" y="3476"/>
                  </a:lnTo>
                  <a:lnTo>
                    <a:pt x="966" y="3978"/>
                  </a:lnTo>
                  <a:lnTo>
                    <a:pt x="695" y="4596"/>
                  </a:lnTo>
                  <a:lnTo>
                    <a:pt x="425" y="5214"/>
                  </a:lnTo>
                  <a:lnTo>
                    <a:pt x="232" y="5870"/>
                  </a:lnTo>
                  <a:lnTo>
                    <a:pt x="116" y="6526"/>
                  </a:lnTo>
                  <a:lnTo>
                    <a:pt x="39" y="7222"/>
                  </a:lnTo>
                  <a:lnTo>
                    <a:pt x="0" y="7878"/>
                  </a:lnTo>
                  <a:lnTo>
                    <a:pt x="39" y="8573"/>
                  </a:lnTo>
                  <a:lnTo>
                    <a:pt x="116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5" y="11199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1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5" y="14481"/>
                  </a:lnTo>
                  <a:lnTo>
                    <a:pt x="4132" y="14597"/>
                  </a:lnTo>
                  <a:lnTo>
                    <a:pt x="4557" y="14790"/>
                  </a:lnTo>
                  <a:lnTo>
                    <a:pt x="4982" y="14983"/>
                  </a:lnTo>
                  <a:lnTo>
                    <a:pt x="5406" y="15138"/>
                  </a:lnTo>
                  <a:lnTo>
                    <a:pt x="5870" y="15253"/>
                  </a:lnTo>
                  <a:lnTo>
                    <a:pt x="6333" y="15369"/>
                  </a:lnTo>
                  <a:lnTo>
                    <a:pt x="6797" y="15408"/>
                  </a:lnTo>
                  <a:lnTo>
                    <a:pt x="7299" y="15446"/>
                  </a:lnTo>
                  <a:lnTo>
                    <a:pt x="8225" y="15446"/>
                  </a:lnTo>
                  <a:lnTo>
                    <a:pt x="8689" y="15369"/>
                  </a:lnTo>
                  <a:lnTo>
                    <a:pt x="9152" y="15292"/>
                  </a:lnTo>
                  <a:lnTo>
                    <a:pt x="9615" y="15176"/>
                  </a:lnTo>
                  <a:lnTo>
                    <a:pt x="10079" y="15022"/>
                  </a:lnTo>
                  <a:lnTo>
                    <a:pt x="10542" y="14867"/>
                  </a:lnTo>
                  <a:lnTo>
                    <a:pt x="10967" y="14674"/>
                  </a:lnTo>
                  <a:lnTo>
                    <a:pt x="11392" y="14442"/>
                  </a:lnTo>
                  <a:lnTo>
                    <a:pt x="11855" y="14134"/>
                  </a:lnTo>
                  <a:lnTo>
                    <a:pt x="12318" y="13747"/>
                  </a:lnTo>
                  <a:lnTo>
                    <a:pt x="12743" y="13361"/>
                  </a:lnTo>
                  <a:lnTo>
                    <a:pt x="13129" y="12975"/>
                  </a:lnTo>
                  <a:lnTo>
                    <a:pt x="13477" y="12512"/>
                  </a:lnTo>
                  <a:lnTo>
                    <a:pt x="13786" y="12048"/>
                  </a:lnTo>
                  <a:lnTo>
                    <a:pt x="14056" y="11546"/>
                  </a:lnTo>
                  <a:lnTo>
                    <a:pt x="14288" y="11044"/>
                  </a:lnTo>
                  <a:lnTo>
                    <a:pt x="14520" y="10504"/>
                  </a:lnTo>
                  <a:lnTo>
                    <a:pt x="14674" y="9963"/>
                  </a:lnTo>
                  <a:lnTo>
                    <a:pt x="14828" y="9423"/>
                  </a:lnTo>
                  <a:lnTo>
                    <a:pt x="14906" y="8843"/>
                  </a:lnTo>
                  <a:lnTo>
                    <a:pt x="14983" y="8264"/>
                  </a:lnTo>
                  <a:lnTo>
                    <a:pt x="15022" y="7724"/>
                  </a:lnTo>
                  <a:lnTo>
                    <a:pt x="14983" y="7144"/>
                  </a:lnTo>
                  <a:lnTo>
                    <a:pt x="14944" y="6565"/>
                  </a:lnTo>
                  <a:lnTo>
                    <a:pt x="14828" y="5986"/>
                  </a:lnTo>
                  <a:lnTo>
                    <a:pt x="14674" y="5368"/>
                  </a:lnTo>
                  <a:lnTo>
                    <a:pt x="14481" y="4789"/>
                  </a:lnTo>
                  <a:lnTo>
                    <a:pt x="14249" y="4248"/>
                  </a:lnTo>
                  <a:lnTo>
                    <a:pt x="13979" y="3708"/>
                  </a:lnTo>
                  <a:lnTo>
                    <a:pt x="13670" y="3206"/>
                  </a:lnTo>
                  <a:lnTo>
                    <a:pt x="13322" y="2742"/>
                  </a:lnTo>
                  <a:lnTo>
                    <a:pt x="12936" y="2279"/>
                  </a:lnTo>
                  <a:lnTo>
                    <a:pt x="12512" y="1893"/>
                  </a:lnTo>
                  <a:lnTo>
                    <a:pt x="12048" y="1507"/>
                  </a:lnTo>
                  <a:lnTo>
                    <a:pt x="11585" y="1159"/>
                  </a:lnTo>
                  <a:lnTo>
                    <a:pt x="11083" y="850"/>
                  </a:lnTo>
                  <a:lnTo>
                    <a:pt x="10542" y="580"/>
                  </a:lnTo>
                  <a:lnTo>
                    <a:pt x="9963" y="387"/>
                  </a:lnTo>
                  <a:lnTo>
                    <a:pt x="9384" y="194"/>
                  </a:lnTo>
                  <a:lnTo>
                    <a:pt x="8766" y="78"/>
                  </a:lnTo>
                  <a:lnTo>
                    <a:pt x="81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"/>
            <p:cNvSpPr/>
            <p:nvPr/>
          </p:nvSpPr>
          <p:spPr>
            <a:xfrm>
              <a:off x="2298225" y="4462400"/>
              <a:ext cx="461475" cy="306050"/>
            </a:xfrm>
            <a:custGeom>
              <a:avLst/>
              <a:gdLst/>
              <a:ahLst/>
              <a:cxnLst/>
              <a:rect l="l" t="t" r="r" b="b"/>
              <a:pathLst>
                <a:path w="18459" h="12242" extrusionOk="0">
                  <a:moveTo>
                    <a:pt x="17609" y="4943"/>
                  </a:moveTo>
                  <a:lnTo>
                    <a:pt x="17763" y="4982"/>
                  </a:lnTo>
                  <a:lnTo>
                    <a:pt x="17879" y="5020"/>
                  </a:lnTo>
                  <a:lnTo>
                    <a:pt x="17917" y="5098"/>
                  </a:lnTo>
                  <a:lnTo>
                    <a:pt x="17956" y="5175"/>
                  </a:lnTo>
                  <a:lnTo>
                    <a:pt x="17956" y="5407"/>
                  </a:lnTo>
                  <a:lnTo>
                    <a:pt x="17956" y="5638"/>
                  </a:lnTo>
                  <a:lnTo>
                    <a:pt x="17879" y="5793"/>
                  </a:lnTo>
                  <a:lnTo>
                    <a:pt x="17763" y="5986"/>
                  </a:lnTo>
                  <a:lnTo>
                    <a:pt x="17570" y="6140"/>
                  </a:lnTo>
                  <a:lnTo>
                    <a:pt x="17222" y="6372"/>
                  </a:lnTo>
                  <a:lnTo>
                    <a:pt x="16913" y="6526"/>
                  </a:lnTo>
                  <a:lnTo>
                    <a:pt x="16566" y="6642"/>
                  </a:lnTo>
                  <a:lnTo>
                    <a:pt x="16257" y="6681"/>
                  </a:lnTo>
                  <a:lnTo>
                    <a:pt x="15909" y="6720"/>
                  </a:lnTo>
                  <a:lnTo>
                    <a:pt x="16141" y="6140"/>
                  </a:lnTo>
                  <a:lnTo>
                    <a:pt x="16257" y="5870"/>
                  </a:lnTo>
                  <a:lnTo>
                    <a:pt x="16411" y="5600"/>
                  </a:lnTo>
                  <a:lnTo>
                    <a:pt x="16605" y="5368"/>
                  </a:lnTo>
                  <a:lnTo>
                    <a:pt x="16798" y="5175"/>
                  </a:lnTo>
                  <a:lnTo>
                    <a:pt x="17068" y="5059"/>
                  </a:lnTo>
                  <a:lnTo>
                    <a:pt x="17377" y="4943"/>
                  </a:lnTo>
                  <a:close/>
                  <a:moveTo>
                    <a:pt x="13747" y="6295"/>
                  </a:moveTo>
                  <a:lnTo>
                    <a:pt x="14056" y="6333"/>
                  </a:lnTo>
                  <a:lnTo>
                    <a:pt x="14365" y="6411"/>
                  </a:lnTo>
                  <a:lnTo>
                    <a:pt x="14597" y="6526"/>
                  </a:lnTo>
                  <a:lnTo>
                    <a:pt x="14828" y="6681"/>
                  </a:lnTo>
                  <a:lnTo>
                    <a:pt x="15060" y="6835"/>
                  </a:lnTo>
                  <a:lnTo>
                    <a:pt x="14983" y="6951"/>
                  </a:lnTo>
                  <a:lnTo>
                    <a:pt x="14519" y="7067"/>
                  </a:lnTo>
                  <a:lnTo>
                    <a:pt x="14056" y="7144"/>
                  </a:lnTo>
                  <a:lnTo>
                    <a:pt x="13515" y="7144"/>
                  </a:lnTo>
                  <a:lnTo>
                    <a:pt x="13206" y="7106"/>
                  </a:lnTo>
                  <a:lnTo>
                    <a:pt x="12936" y="6990"/>
                  </a:lnTo>
                  <a:lnTo>
                    <a:pt x="12820" y="6951"/>
                  </a:lnTo>
                  <a:lnTo>
                    <a:pt x="12782" y="6874"/>
                  </a:lnTo>
                  <a:lnTo>
                    <a:pt x="12782" y="6758"/>
                  </a:lnTo>
                  <a:lnTo>
                    <a:pt x="12859" y="6642"/>
                  </a:lnTo>
                  <a:lnTo>
                    <a:pt x="12936" y="6449"/>
                  </a:lnTo>
                  <a:lnTo>
                    <a:pt x="13052" y="6333"/>
                  </a:lnTo>
                  <a:lnTo>
                    <a:pt x="13206" y="6295"/>
                  </a:lnTo>
                  <a:close/>
                  <a:moveTo>
                    <a:pt x="15523" y="7222"/>
                  </a:moveTo>
                  <a:lnTo>
                    <a:pt x="16064" y="7608"/>
                  </a:lnTo>
                  <a:lnTo>
                    <a:pt x="16334" y="7839"/>
                  </a:lnTo>
                  <a:lnTo>
                    <a:pt x="16566" y="8071"/>
                  </a:lnTo>
                  <a:lnTo>
                    <a:pt x="16798" y="8303"/>
                  </a:lnTo>
                  <a:lnTo>
                    <a:pt x="16991" y="8573"/>
                  </a:lnTo>
                  <a:lnTo>
                    <a:pt x="17068" y="8882"/>
                  </a:lnTo>
                  <a:lnTo>
                    <a:pt x="17107" y="9036"/>
                  </a:lnTo>
                  <a:lnTo>
                    <a:pt x="17107" y="9229"/>
                  </a:lnTo>
                  <a:lnTo>
                    <a:pt x="17068" y="9423"/>
                  </a:lnTo>
                  <a:lnTo>
                    <a:pt x="16952" y="9538"/>
                  </a:lnTo>
                  <a:lnTo>
                    <a:pt x="16836" y="9616"/>
                  </a:lnTo>
                  <a:lnTo>
                    <a:pt x="16682" y="9654"/>
                  </a:lnTo>
                  <a:lnTo>
                    <a:pt x="16527" y="9654"/>
                  </a:lnTo>
                  <a:lnTo>
                    <a:pt x="16373" y="9577"/>
                  </a:lnTo>
                  <a:lnTo>
                    <a:pt x="16218" y="9461"/>
                  </a:lnTo>
                  <a:lnTo>
                    <a:pt x="16103" y="9307"/>
                  </a:lnTo>
                  <a:lnTo>
                    <a:pt x="15909" y="8959"/>
                  </a:lnTo>
                  <a:lnTo>
                    <a:pt x="15716" y="8573"/>
                  </a:lnTo>
                  <a:lnTo>
                    <a:pt x="15639" y="8226"/>
                  </a:lnTo>
                  <a:lnTo>
                    <a:pt x="15562" y="7917"/>
                  </a:lnTo>
                  <a:lnTo>
                    <a:pt x="15523" y="7569"/>
                  </a:lnTo>
                  <a:lnTo>
                    <a:pt x="15523" y="7222"/>
                  </a:lnTo>
                  <a:close/>
                  <a:moveTo>
                    <a:pt x="5020" y="464"/>
                  </a:moveTo>
                  <a:lnTo>
                    <a:pt x="5638" y="541"/>
                  </a:lnTo>
                  <a:lnTo>
                    <a:pt x="6217" y="696"/>
                  </a:lnTo>
                  <a:lnTo>
                    <a:pt x="6758" y="927"/>
                  </a:lnTo>
                  <a:lnTo>
                    <a:pt x="7260" y="1236"/>
                  </a:lnTo>
                  <a:lnTo>
                    <a:pt x="7723" y="1622"/>
                  </a:lnTo>
                  <a:lnTo>
                    <a:pt x="8186" y="2047"/>
                  </a:lnTo>
                  <a:lnTo>
                    <a:pt x="8534" y="2549"/>
                  </a:lnTo>
                  <a:lnTo>
                    <a:pt x="8804" y="3013"/>
                  </a:lnTo>
                  <a:lnTo>
                    <a:pt x="9036" y="3437"/>
                  </a:lnTo>
                  <a:lnTo>
                    <a:pt x="9229" y="3901"/>
                  </a:lnTo>
                  <a:lnTo>
                    <a:pt x="9384" y="4403"/>
                  </a:lnTo>
                  <a:lnTo>
                    <a:pt x="9654" y="5368"/>
                  </a:lnTo>
                  <a:lnTo>
                    <a:pt x="9924" y="6333"/>
                  </a:lnTo>
                  <a:lnTo>
                    <a:pt x="10040" y="6758"/>
                  </a:lnTo>
                  <a:lnTo>
                    <a:pt x="10194" y="7144"/>
                  </a:lnTo>
                  <a:lnTo>
                    <a:pt x="10388" y="7530"/>
                  </a:lnTo>
                  <a:lnTo>
                    <a:pt x="10619" y="7878"/>
                  </a:lnTo>
                  <a:lnTo>
                    <a:pt x="10890" y="8187"/>
                  </a:lnTo>
                  <a:lnTo>
                    <a:pt x="11198" y="8419"/>
                  </a:lnTo>
                  <a:lnTo>
                    <a:pt x="11585" y="8612"/>
                  </a:lnTo>
                  <a:lnTo>
                    <a:pt x="12009" y="8766"/>
                  </a:lnTo>
                  <a:lnTo>
                    <a:pt x="12357" y="8805"/>
                  </a:lnTo>
                  <a:lnTo>
                    <a:pt x="12704" y="8766"/>
                  </a:lnTo>
                  <a:lnTo>
                    <a:pt x="13013" y="8728"/>
                  </a:lnTo>
                  <a:lnTo>
                    <a:pt x="13322" y="8650"/>
                  </a:lnTo>
                  <a:lnTo>
                    <a:pt x="13631" y="8534"/>
                  </a:lnTo>
                  <a:lnTo>
                    <a:pt x="13901" y="8419"/>
                  </a:lnTo>
                  <a:lnTo>
                    <a:pt x="14172" y="8226"/>
                  </a:lnTo>
                  <a:lnTo>
                    <a:pt x="14442" y="8071"/>
                  </a:lnTo>
                  <a:lnTo>
                    <a:pt x="13940" y="8689"/>
                  </a:lnTo>
                  <a:lnTo>
                    <a:pt x="13361" y="9307"/>
                  </a:lnTo>
                  <a:lnTo>
                    <a:pt x="12743" y="9847"/>
                  </a:lnTo>
                  <a:lnTo>
                    <a:pt x="12087" y="10311"/>
                  </a:lnTo>
                  <a:lnTo>
                    <a:pt x="11392" y="10735"/>
                  </a:lnTo>
                  <a:lnTo>
                    <a:pt x="10658" y="11083"/>
                  </a:lnTo>
                  <a:lnTo>
                    <a:pt x="9847" y="11353"/>
                  </a:lnTo>
                  <a:lnTo>
                    <a:pt x="9036" y="11585"/>
                  </a:lnTo>
                  <a:lnTo>
                    <a:pt x="8418" y="11662"/>
                  </a:lnTo>
                  <a:lnTo>
                    <a:pt x="7839" y="11739"/>
                  </a:lnTo>
                  <a:lnTo>
                    <a:pt x="7260" y="11739"/>
                  </a:lnTo>
                  <a:lnTo>
                    <a:pt x="6680" y="11701"/>
                  </a:lnTo>
                  <a:lnTo>
                    <a:pt x="6101" y="11624"/>
                  </a:lnTo>
                  <a:lnTo>
                    <a:pt x="5561" y="11508"/>
                  </a:lnTo>
                  <a:lnTo>
                    <a:pt x="5020" y="11353"/>
                  </a:lnTo>
                  <a:lnTo>
                    <a:pt x="4518" y="11160"/>
                  </a:lnTo>
                  <a:lnTo>
                    <a:pt x="4016" y="10929"/>
                  </a:lnTo>
                  <a:lnTo>
                    <a:pt x="3514" y="10620"/>
                  </a:lnTo>
                  <a:lnTo>
                    <a:pt x="3089" y="10311"/>
                  </a:lnTo>
                  <a:lnTo>
                    <a:pt x="2626" y="9925"/>
                  </a:lnTo>
                  <a:lnTo>
                    <a:pt x="2240" y="9538"/>
                  </a:lnTo>
                  <a:lnTo>
                    <a:pt x="1854" y="9075"/>
                  </a:lnTo>
                  <a:lnTo>
                    <a:pt x="1545" y="8573"/>
                  </a:lnTo>
                  <a:lnTo>
                    <a:pt x="1236" y="8071"/>
                  </a:lnTo>
                  <a:lnTo>
                    <a:pt x="965" y="7492"/>
                  </a:lnTo>
                  <a:lnTo>
                    <a:pt x="734" y="6913"/>
                  </a:lnTo>
                  <a:lnTo>
                    <a:pt x="579" y="6295"/>
                  </a:lnTo>
                  <a:lnTo>
                    <a:pt x="464" y="5677"/>
                  </a:lnTo>
                  <a:lnTo>
                    <a:pt x="425" y="5059"/>
                  </a:lnTo>
                  <a:lnTo>
                    <a:pt x="425" y="4441"/>
                  </a:lnTo>
                  <a:lnTo>
                    <a:pt x="541" y="3823"/>
                  </a:lnTo>
                  <a:lnTo>
                    <a:pt x="695" y="3244"/>
                  </a:lnTo>
                  <a:lnTo>
                    <a:pt x="965" y="2704"/>
                  </a:lnTo>
                  <a:lnTo>
                    <a:pt x="1313" y="2163"/>
                  </a:lnTo>
                  <a:lnTo>
                    <a:pt x="1699" y="1738"/>
                  </a:lnTo>
                  <a:lnTo>
                    <a:pt x="2163" y="1313"/>
                  </a:lnTo>
                  <a:lnTo>
                    <a:pt x="2665" y="1005"/>
                  </a:lnTo>
                  <a:lnTo>
                    <a:pt x="3205" y="734"/>
                  </a:lnTo>
                  <a:lnTo>
                    <a:pt x="3784" y="580"/>
                  </a:lnTo>
                  <a:lnTo>
                    <a:pt x="4402" y="464"/>
                  </a:lnTo>
                  <a:close/>
                  <a:moveTo>
                    <a:pt x="4634" y="1"/>
                  </a:moveTo>
                  <a:lnTo>
                    <a:pt x="4248" y="39"/>
                  </a:lnTo>
                  <a:lnTo>
                    <a:pt x="3900" y="78"/>
                  </a:lnTo>
                  <a:lnTo>
                    <a:pt x="3514" y="155"/>
                  </a:lnTo>
                  <a:lnTo>
                    <a:pt x="3128" y="271"/>
                  </a:lnTo>
                  <a:lnTo>
                    <a:pt x="2780" y="425"/>
                  </a:lnTo>
                  <a:lnTo>
                    <a:pt x="2433" y="618"/>
                  </a:lnTo>
                  <a:lnTo>
                    <a:pt x="2085" y="850"/>
                  </a:lnTo>
                  <a:lnTo>
                    <a:pt x="1622" y="1198"/>
                  </a:lnTo>
                  <a:lnTo>
                    <a:pt x="1236" y="1584"/>
                  </a:lnTo>
                  <a:lnTo>
                    <a:pt x="888" y="2009"/>
                  </a:lnTo>
                  <a:lnTo>
                    <a:pt x="618" y="2433"/>
                  </a:lnTo>
                  <a:lnTo>
                    <a:pt x="386" y="2897"/>
                  </a:lnTo>
                  <a:lnTo>
                    <a:pt x="232" y="3399"/>
                  </a:lnTo>
                  <a:lnTo>
                    <a:pt x="77" y="3901"/>
                  </a:lnTo>
                  <a:lnTo>
                    <a:pt x="0" y="4403"/>
                  </a:lnTo>
                  <a:lnTo>
                    <a:pt x="0" y="4905"/>
                  </a:lnTo>
                  <a:lnTo>
                    <a:pt x="0" y="5445"/>
                  </a:lnTo>
                  <a:lnTo>
                    <a:pt x="77" y="5986"/>
                  </a:lnTo>
                  <a:lnTo>
                    <a:pt x="155" y="6488"/>
                  </a:lnTo>
                  <a:lnTo>
                    <a:pt x="309" y="7028"/>
                  </a:lnTo>
                  <a:lnTo>
                    <a:pt x="464" y="7530"/>
                  </a:lnTo>
                  <a:lnTo>
                    <a:pt x="695" y="8032"/>
                  </a:lnTo>
                  <a:lnTo>
                    <a:pt x="927" y="8496"/>
                  </a:lnTo>
                  <a:lnTo>
                    <a:pt x="1274" y="9075"/>
                  </a:lnTo>
                  <a:lnTo>
                    <a:pt x="1661" y="9616"/>
                  </a:lnTo>
                  <a:lnTo>
                    <a:pt x="2124" y="10079"/>
                  </a:lnTo>
                  <a:lnTo>
                    <a:pt x="2587" y="10542"/>
                  </a:lnTo>
                  <a:lnTo>
                    <a:pt x="3089" y="10929"/>
                  </a:lnTo>
                  <a:lnTo>
                    <a:pt x="3591" y="11276"/>
                  </a:lnTo>
                  <a:lnTo>
                    <a:pt x="4171" y="11546"/>
                  </a:lnTo>
                  <a:lnTo>
                    <a:pt x="4750" y="11778"/>
                  </a:lnTo>
                  <a:lnTo>
                    <a:pt x="4750" y="11933"/>
                  </a:lnTo>
                  <a:lnTo>
                    <a:pt x="5097" y="11894"/>
                  </a:lnTo>
                  <a:lnTo>
                    <a:pt x="5908" y="12087"/>
                  </a:lnTo>
                  <a:lnTo>
                    <a:pt x="6719" y="12203"/>
                  </a:lnTo>
                  <a:lnTo>
                    <a:pt x="7569" y="12241"/>
                  </a:lnTo>
                  <a:lnTo>
                    <a:pt x="8418" y="12164"/>
                  </a:lnTo>
                  <a:lnTo>
                    <a:pt x="9190" y="12048"/>
                  </a:lnTo>
                  <a:lnTo>
                    <a:pt x="9963" y="11855"/>
                  </a:lnTo>
                  <a:lnTo>
                    <a:pt x="10310" y="11739"/>
                  </a:lnTo>
                  <a:lnTo>
                    <a:pt x="10272" y="11739"/>
                  </a:lnTo>
                  <a:lnTo>
                    <a:pt x="11083" y="11431"/>
                  </a:lnTo>
                  <a:lnTo>
                    <a:pt x="11855" y="11044"/>
                  </a:lnTo>
                  <a:lnTo>
                    <a:pt x="12550" y="10581"/>
                  </a:lnTo>
                  <a:lnTo>
                    <a:pt x="13245" y="10079"/>
                  </a:lnTo>
                  <a:lnTo>
                    <a:pt x="13863" y="9500"/>
                  </a:lnTo>
                  <a:lnTo>
                    <a:pt x="14133" y="9191"/>
                  </a:lnTo>
                  <a:lnTo>
                    <a:pt x="14403" y="8882"/>
                  </a:lnTo>
                  <a:lnTo>
                    <a:pt x="14635" y="8534"/>
                  </a:lnTo>
                  <a:lnTo>
                    <a:pt x="14867" y="8187"/>
                  </a:lnTo>
                  <a:lnTo>
                    <a:pt x="15060" y="7801"/>
                  </a:lnTo>
                  <a:lnTo>
                    <a:pt x="15253" y="7415"/>
                  </a:lnTo>
                  <a:lnTo>
                    <a:pt x="15253" y="7917"/>
                  </a:lnTo>
                  <a:lnTo>
                    <a:pt x="15330" y="8419"/>
                  </a:lnTo>
                  <a:lnTo>
                    <a:pt x="15485" y="8882"/>
                  </a:lnTo>
                  <a:lnTo>
                    <a:pt x="15678" y="9345"/>
                  </a:lnTo>
                  <a:lnTo>
                    <a:pt x="15794" y="9538"/>
                  </a:lnTo>
                  <a:lnTo>
                    <a:pt x="15948" y="9731"/>
                  </a:lnTo>
                  <a:lnTo>
                    <a:pt x="16103" y="9886"/>
                  </a:lnTo>
                  <a:lnTo>
                    <a:pt x="16257" y="10040"/>
                  </a:lnTo>
                  <a:lnTo>
                    <a:pt x="16489" y="10156"/>
                  </a:lnTo>
                  <a:lnTo>
                    <a:pt x="16682" y="10195"/>
                  </a:lnTo>
                  <a:lnTo>
                    <a:pt x="16913" y="10156"/>
                  </a:lnTo>
                  <a:lnTo>
                    <a:pt x="17107" y="10040"/>
                  </a:lnTo>
                  <a:lnTo>
                    <a:pt x="17300" y="9886"/>
                  </a:lnTo>
                  <a:lnTo>
                    <a:pt x="17377" y="9693"/>
                  </a:lnTo>
                  <a:lnTo>
                    <a:pt x="17454" y="9500"/>
                  </a:lnTo>
                  <a:lnTo>
                    <a:pt x="17493" y="9268"/>
                  </a:lnTo>
                  <a:lnTo>
                    <a:pt x="17493" y="9075"/>
                  </a:lnTo>
                  <a:lnTo>
                    <a:pt x="17454" y="8843"/>
                  </a:lnTo>
                  <a:lnTo>
                    <a:pt x="17415" y="8650"/>
                  </a:lnTo>
                  <a:lnTo>
                    <a:pt x="17338" y="8457"/>
                  </a:lnTo>
                  <a:lnTo>
                    <a:pt x="17222" y="8226"/>
                  </a:lnTo>
                  <a:lnTo>
                    <a:pt x="17068" y="8032"/>
                  </a:lnTo>
                  <a:lnTo>
                    <a:pt x="16720" y="7646"/>
                  </a:lnTo>
                  <a:lnTo>
                    <a:pt x="16334" y="7299"/>
                  </a:lnTo>
                  <a:lnTo>
                    <a:pt x="15909" y="6990"/>
                  </a:lnTo>
                  <a:lnTo>
                    <a:pt x="16373" y="6990"/>
                  </a:lnTo>
                  <a:lnTo>
                    <a:pt x="16875" y="6913"/>
                  </a:lnTo>
                  <a:lnTo>
                    <a:pt x="17338" y="6720"/>
                  </a:lnTo>
                  <a:lnTo>
                    <a:pt x="17763" y="6488"/>
                  </a:lnTo>
                  <a:lnTo>
                    <a:pt x="17917" y="6333"/>
                  </a:lnTo>
                  <a:lnTo>
                    <a:pt x="18110" y="6140"/>
                  </a:lnTo>
                  <a:lnTo>
                    <a:pt x="18265" y="5947"/>
                  </a:lnTo>
                  <a:lnTo>
                    <a:pt x="18381" y="5716"/>
                  </a:lnTo>
                  <a:lnTo>
                    <a:pt x="18458" y="5484"/>
                  </a:lnTo>
                  <a:lnTo>
                    <a:pt x="18458" y="5214"/>
                  </a:lnTo>
                  <a:lnTo>
                    <a:pt x="18381" y="4982"/>
                  </a:lnTo>
                  <a:lnTo>
                    <a:pt x="18304" y="4905"/>
                  </a:lnTo>
                  <a:lnTo>
                    <a:pt x="18226" y="4789"/>
                  </a:lnTo>
                  <a:lnTo>
                    <a:pt x="18033" y="4673"/>
                  </a:lnTo>
                  <a:lnTo>
                    <a:pt x="17802" y="4596"/>
                  </a:lnTo>
                  <a:lnTo>
                    <a:pt x="17609" y="4557"/>
                  </a:lnTo>
                  <a:lnTo>
                    <a:pt x="17377" y="4557"/>
                  </a:lnTo>
                  <a:lnTo>
                    <a:pt x="17145" y="4634"/>
                  </a:lnTo>
                  <a:lnTo>
                    <a:pt x="16913" y="4712"/>
                  </a:lnTo>
                  <a:lnTo>
                    <a:pt x="16720" y="4789"/>
                  </a:lnTo>
                  <a:lnTo>
                    <a:pt x="16566" y="4905"/>
                  </a:lnTo>
                  <a:lnTo>
                    <a:pt x="16373" y="5098"/>
                  </a:lnTo>
                  <a:lnTo>
                    <a:pt x="16180" y="5291"/>
                  </a:lnTo>
                  <a:lnTo>
                    <a:pt x="15871" y="5716"/>
                  </a:lnTo>
                  <a:lnTo>
                    <a:pt x="15639" y="6179"/>
                  </a:lnTo>
                  <a:lnTo>
                    <a:pt x="15485" y="6681"/>
                  </a:lnTo>
                  <a:lnTo>
                    <a:pt x="15407" y="6681"/>
                  </a:lnTo>
                  <a:lnTo>
                    <a:pt x="15330" y="6720"/>
                  </a:lnTo>
                  <a:lnTo>
                    <a:pt x="14983" y="6411"/>
                  </a:lnTo>
                  <a:lnTo>
                    <a:pt x="14597" y="6179"/>
                  </a:lnTo>
                  <a:lnTo>
                    <a:pt x="14172" y="6024"/>
                  </a:lnTo>
                  <a:lnTo>
                    <a:pt x="13708" y="5947"/>
                  </a:lnTo>
                  <a:lnTo>
                    <a:pt x="13322" y="5909"/>
                  </a:lnTo>
                  <a:lnTo>
                    <a:pt x="13091" y="5947"/>
                  </a:lnTo>
                  <a:lnTo>
                    <a:pt x="12897" y="5986"/>
                  </a:lnTo>
                  <a:lnTo>
                    <a:pt x="12704" y="6063"/>
                  </a:lnTo>
                  <a:lnTo>
                    <a:pt x="12511" y="6140"/>
                  </a:lnTo>
                  <a:lnTo>
                    <a:pt x="12357" y="6295"/>
                  </a:lnTo>
                  <a:lnTo>
                    <a:pt x="12280" y="6449"/>
                  </a:lnTo>
                  <a:lnTo>
                    <a:pt x="12202" y="6642"/>
                  </a:lnTo>
                  <a:lnTo>
                    <a:pt x="12241" y="6835"/>
                  </a:lnTo>
                  <a:lnTo>
                    <a:pt x="12318" y="6990"/>
                  </a:lnTo>
                  <a:lnTo>
                    <a:pt x="12434" y="7106"/>
                  </a:lnTo>
                  <a:lnTo>
                    <a:pt x="12589" y="7260"/>
                  </a:lnTo>
                  <a:lnTo>
                    <a:pt x="12782" y="7337"/>
                  </a:lnTo>
                  <a:lnTo>
                    <a:pt x="13129" y="7453"/>
                  </a:lnTo>
                  <a:lnTo>
                    <a:pt x="13477" y="7530"/>
                  </a:lnTo>
                  <a:lnTo>
                    <a:pt x="13824" y="7530"/>
                  </a:lnTo>
                  <a:lnTo>
                    <a:pt x="14172" y="7492"/>
                  </a:lnTo>
                  <a:lnTo>
                    <a:pt x="14519" y="7415"/>
                  </a:lnTo>
                  <a:lnTo>
                    <a:pt x="14133" y="7762"/>
                  </a:lnTo>
                  <a:lnTo>
                    <a:pt x="13708" y="8032"/>
                  </a:lnTo>
                  <a:lnTo>
                    <a:pt x="13477" y="8110"/>
                  </a:lnTo>
                  <a:lnTo>
                    <a:pt x="13245" y="8226"/>
                  </a:lnTo>
                  <a:lnTo>
                    <a:pt x="13013" y="8264"/>
                  </a:lnTo>
                  <a:lnTo>
                    <a:pt x="12743" y="8303"/>
                  </a:lnTo>
                  <a:lnTo>
                    <a:pt x="12357" y="8303"/>
                  </a:lnTo>
                  <a:lnTo>
                    <a:pt x="11971" y="8264"/>
                  </a:lnTo>
                  <a:lnTo>
                    <a:pt x="11662" y="8110"/>
                  </a:lnTo>
                  <a:lnTo>
                    <a:pt x="11353" y="7955"/>
                  </a:lnTo>
                  <a:lnTo>
                    <a:pt x="11083" y="7685"/>
                  </a:lnTo>
                  <a:lnTo>
                    <a:pt x="10890" y="7415"/>
                  </a:lnTo>
                  <a:lnTo>
                    <a:pt x="10696" y="7106"/>
                  </a:lnTo>
                  <a:lnTo>
                    <a:pt x="10542" y="6720"/>
                  </a:lnTo>
                  <a:lnTo>
                    <a:pt x="10388" y="6218"/>
                  </a:lnTo>
                  <a:lnTo>
                    <a:pt x="10233" y="5716"/>
                  </a:lnTo>
                  <a:lnTo>
                    <a:pt x="9963" y="4673"/>
                  </a:lnTo>
                  <a:lnTo>
                    <a:pt x="9847" y="4171"/>
                  </a:lnTo>
                  <a:lnTo>
                    <a:pt x="9654" y="3669"/>
                  </a:lnTo>
                  <a:lnTo>
                    <a:pt x="9461" y="3167"/>
                  </a:lnTo>
                  <a:lnTo>
                    <a:pt x="9229" y="2704"/>
                  </a:lnTo>
                  <a:lnTo>
                    <a:pt x="8843" y="2163"/>
                  </a:lnTo>
                  <a:lnTo>
                    <a:pt x="8457" y="1700"/>
                  </a:lnTo>
                  <a:lnTo>
                    <a:pt x="7993" y="1275"/>
                  </a:lnTo>
                  <a:lnTo>
                    <a:pt x="7530" y="889"/>
                  </a:lnTo>
                  <a:lnTo>
                    <a:pt x="6989" y="580"/>
                  </a:lnTo>
                  <a:lnTo>
                    <a:pt x="6449" y="348"/>
                  </a:lnTo>
                  <a:lnTo>
                    <a:pt x="5870" y="155"/>
                  </a:lnTo>
                  <a:lnTo>
                    <a:pt x="5290" y="39"/>
                  </a:lnTo>
                  <a:lnTo>
                    <a:pt x="502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2"/>
            <p:cNvSpPr/>
            <p:nvPr/>
          </p:nvSpPr>
          <p:spPr>
            <a:xfrm>
              <a:off x="5932850" y="4466275"/>
              <a:ext cx="200800" cy="230725"/>
            </a:xfrm>
            <a:custGeom>
              <a:avLst/>
              <a:gdLst/>
              <a:ahLst/>
              <a:cxnLst/>
              <a:rect l="l" t="t" r="r" b="b"/>
              <a:pathLst>
                <a:path w="8032" h="9229" extrusionOk="0">
                  <a:moveTo>
                    <a:pt x="2047" y="0"/>
                  </a:moveTo>
                  <a:lnTo>
                    <a:pt x="1892" y="77"/>
                  </a:lnTo>
                  <a:lnTo>
                    <a:pt x="1738" y="154"/>
                  </a:lnTo>
                  <a:lnTo>
                    <a:pt x="1429" y="425"/>
                  </a:lnTo>
                  <a:lnTo>
                    <a:pt x="1197" y="734"/>
                  </a:lnTo>
                  <a:lnTo>
                    <a:pt x="965" y="1004"/>
                  </a:lnTo>
                  <a:lnTo>
                    <a:pt x="734" y="1352"/>
                  </a:lnTo>
                  <a:lnTo>
                    <a:pt x="502" y="1738"/>
                  </a:lnTo>
                  <a:lnTo>
                    <a:pt x="348" y="2124"/>
                  </a:lnTo>
                  <a:lnTo>
                    <a:pt x="193" y="2549"/>
                  </a:lnTo>
                  <a:lnTo>
                    <a:pt x="77" y="3012"/>
                  </a:lnTo>
                  <a:lnTo>
                    <a:pt x="39" y="3475"/>
                  </a:lnTo>
                  <a:lnTo>
                    <a:pt x="0" y="3939"/>
                  </a:lnTo>
                  <a:lnTo>
                    <a:pt x="77" y="4441"/>
                  </a:lnTo>
                  <a:lnTo>
                    <a:pt x="155" y="4904"/>
                  </a:lnTo>
                  <a:lnTo>
                    <a:pt x="270" y="5329"/>
                  </a:lnTo>
                  <a:lnTo>
                    <a:pt x="463" y="5792"/>
                  </a:lnTo>
                  <a:lnTo>
                    <a:pt x="695" y="6178"/>
                  </a:lnTo>
                  <a:lnTo>
                    <a:pt x="1043" y="6178"/>
                  </a:lnTo>
                  <a:lnTo>
                    <a:pt x="888" y="5831"/>
                  </a:lnTo>
                  <a:lnTo>
                    <a:pt x="734" y="5483"/>
                  </a:lnTo>
                  <a:lnTo>
                    <a:pt x="657" y="5136"/>
                  </a:lnTo>
                  <a:lnTo>
                    <a:pt x="541" y="4788"/>
                  </a:lnTo>
                  <a:lnTo>
                    <a:pt x="502" y="4402"/>
                  </a:lnTo>
                  <a:lnTo>
                    <a:pt x="463" y="4055"/>
                  </a:lnTo>
                  <a:lnTo>
                    <a:pt x="463" y="3668"/>
                  </a:lnTo>
                  <a:lnTo>
                    <a:pt x="463" y="3321"/>
                  </a:lnTo>
                  <a:lnTo>
                    <a:pt x="541" y="2973"/>
                  </a:lnTo>
                  <a:lnTo>
                    <a:pt x="618" y="2626"/>
                  </a:lnTo>
                  <a:lnTo>
                    <a:pt x="734" y="2278"/>
                  </a:lnTo>
                  <a:lnTo>
                    <a:pt x="850" y="1931"/>
                  </a:lnTo>
                  <a:lnTo>
                    <a:pt x="1043" y="1622"/>
                  </a:lnTo>
                  <a:lnTo>
                    <a:pt x="1236" y="1313"/>
                  </a:lnTo>
                  <a:lnTo>
                    <a:pt x="1467" y="1004"/>
                  </a:lnTo>
                  <a:lnTo>
                    <a:pt x="1776" y="734"/>
                  </a:lnTo>
                  <a:lnTo>
                    <a:pt x="1969" y="579"/>
                  </a:lnTo>
                  <a:lnTo>
                    <a:pt x="2085" y="502"/>
                  </a:lnTo>
                  <a:lnTo>
                    <a:pt x="2201" y="463"/>
                  </a:lnTo>
                  <a:lnTo>
                    <a:pt x="2317" y="579"/>
                  </a:lnTo>
                  <a:lnTo>
                    <a:pt x="2433" y="811"/>
                  </a:lnTo>
                  <a:lnTo>
                    <a:pt x="2587" y="1197"/>
                  </a:lnTo>
                  <a:lnTo>
                    <a:pt x="2742" y="1583"/>
                  </a:lnTo>
                  <a:lnTo>
                    <a:pt x="2858" y="1931"/>
                  </a:lnTo>
                  <a:lnTo>
                    <a:pt x="2973" y="2317"/>
                  </a:lnTo>
                  <a:lnTo>
                    <a:pt x="3051" y="2703"/>
                  </a:lnTo>
                  <a:lnTo>
                    <a:pt x="3089" y="3089"/>
                  </a:lnTo>
                  <a:lnTo>
                    <a:pt x="3089" y="3437"/>
                  </a:lnTo>
                  <a:lnTo>
                    <a:pt x="3051" y="3784"/>
                  </a:lnTo>
                  <a:lnTo>
                    <a:pt x="3012" y="4132"/>
                  </a:lnTo>
                  <a:lnTo>
                    <a:pt x="2896" y="4479"/>
                  </a:lnTo>
                  <a:lnTo>
                    <a:pt x="2780" y="4788"/>
                  </a:lnTo>
                  <a:lnTo>
                    <a:pt x="2587" y="5136"/>
                  </a:lnTo>
                  <a:lnTo>
                    <a:pt x="2394" y="5445"/>
                  </a:lnTo>
                  <a:lnTo>
                    <a:pt x="2356" y="5522"/>
                  </a:lnTo>
                  <a:lnTo>
                    <a:pt x="2394" y="5638"/>
                  </a:lnTo>
                  <a:lnTo>
                    <a:pt x="2356" y="5715"/>
                  </a:lnTo>
                  <a:lnTo>
                    <a:pt x="2356" y="5754"/>
                  </a:lnTo>
                  <a:lnTo>
                    <a:pt x="2394" y="5792"/>
                  </a:lnTo>
                  <a:lnTo>
                    <a:pt x="2471" y="5792"/>
                  </a:lnTo>
                  <a:lnTo>
                    <a:pt x="2626" y="5715"/>
                  </a:lnTo>
                  <a:lnTo>
                    <a:pt x="2819" y="5676"/>
                  </a:lnTo>
                  <a:lnTo>
                    <a:pt x="3205" y="5676"/>
                  </a:lnTo>
                  <a:lnTo>
                    <a:pt x="3630" y="5715"/>
                  </a:lnTo>
                  <a:lnTo>
                    <a:pt x="4055" y="5792"/>
                  </a:lnTo>
                  <a:lnTo>
                    <a:pt x="4441" y="5947"/>
                  </a:lnTo>
                  <a:lnTo>
                    <a:pt x="4866" y="6101"/>
                  </a:lnTo>
                  <a:lnTo>
                    <a:pt x="5213" y="6256"/>
                  </a:lnTo>
                  <a:lnTo>
                    <a:pt x="5522" y="6449"/>
                  </a:lnTo>
                  <a:lnTo>
                    <a:pt x="5831" y="6642"/>
                  </a:lnTo>
                  <a:lnTo>
                    <a:pt x="6140" y="6835"/>
                  </a:lnTo>
                  <a:lnTo>
                    <a:pt x="6410" y="7067"/>
                  </a:lnTo>
                  <a:lnTo>
                    <a:pt x="6680" y="7337"/>
                  </a:lnTo>
                  <a:lnTo>
                    <a:pt x="6912" y="7607"/>
                  </a:lnTo>
                  <a:lnTo>
                    <a:pt x="7144" y="7877"/>
                  </a:lnTo>
                  <a:lnTo>
                    <a:pt x="7337" y="8186"/>
                  </a:lnTo>
                  <a:lnTo>
                    <a:pt x="7530" y="8534"/>
                  </a:lnTo>
                  <a:lnTo>
                    <a:pt x="7105" y="8650"/>
                  </a:lnTo>
                  <a:lnTo>
                    <a:pt x="6680" y="8727"/>
                  </a:lnTo>
                  <a:lnTo>
                    <a:pt x="6294" y="8766"/>
                  </a:lnTo>
                  <a:lnTo>
                    <a:pt x="5870" y="8804"/>
                  </a:lnTo>
                  <a:lnTo>
                    <a:pt x="5483" y="8804"/>
                  </a:lnTo>
                  <a:lnTo>
                    <a:pt x="5059" y="8727"/>
                  </a:lnTo>
                  <a:lnTo>
                    <a:pt x="4672" y="8611"/>
                  </a:lnTo>
                  <a:lnTo>
                    <a:pt x="4248" y="8457"/>
                  </a:lnTo>
                  <a:lnTo>
                    <a:pt x="3900" y="8264"/>
                  </a:lnTo>
                  <a:lnTo>
                    <a:pt x="3591" y="8071"/>
                  </a:lnTo>
                  <a:lnTo>
                    <a:pt x="3012" y="7607"/>
                  </a:lnTo>
                  <a:lnTo>
                    <a:pt x="2471" y="7105"/>
                  </a:lnTo>
                  <a:lnTo>
                    <a:pt x="1931" y="6565"/>
                  </a:lnTo>
                  <a:lnTo>
                    <a:pt x="1854" y="6526"/>
                  </a:lnTo>
                  <a:lnTo>
                    <a:pt x="1815" y="6487"/>
                  </a:lnTo>
                  <a:lnTo>
                    <a:pt x="1661" y="6526"/>
                  </a:lnTo>
                  <a:lnTo>
                    <a:pt x="1622" y="6526"/>
                  </a:lnTo>
                  <a:lnTo>
                    <a:pt x="1583" y="6565"/>
                  </a:lnTo>
                  <a:lnTo>
                    <a:pt x="1429" y="6835"/>
                  </a:lnTo>
                  <a:lnTo>
                    <a:pt x="1661" y="6873"/>
                  </a:lnTo>
                  <a:lnTo>
                    <a:pt x="2278" y="7491"/>
                  </a:lnTo>
                  <a:lnTo>
                    <a:pt x="2896" y="8071"/>
                  </a:lnTo>
                  <a:lnTo>
                    <a:pt x="3244" y="8341"/>
                  </a:lnTo>
                  <a:lnTo>
                    <a:pt x="3630" y="8573"/>
                  </a:lnTo>
                  <a:lnTo>
                    <a:pt x="3977" y="8766"/>
                  </a:lnTo>
                  <a:lnTo>
                    <a:pt x="4364" y="8959"/>
                  </a:lnTo>
                  <a:lnTo>
                    <a:pt x="4827" y="9113"/>
                  </a:lnTo>
                  <a:lnTo>
                    <a:pt x="5252" y="9190"/>
                  </a:lnTo>
                  <a:lnTo>
                    <a:pt x="5676" y="9229"/>
                  </a:lnTo>
                  <a:lnTo>
                    <a:pt x="6140" y="9229"/>
                  </a:lnTo>
                  <a:lnTo>
                    <a:pt x="6565" y="9152"/>
                  </a:lnTo>
                  <a:lnTo>
                    <a:pt x="6989" y="9074"/>
                  </a:lnTo>
                  <a:lnTo>
                    <a:pt x="7878" y="8843"/>
                  </a:lnTo>
                  <a:lnTo>
                    <a:pt x="7955" y="8804"/>
                  </a:lnTo>
                  <a:lnTo>
                    <a:pt x="7993" y="8727"/>
                  </a:lnTo>
                  <a:lnTo>
                    <a:pt x="8032" y="8650"/>
                  </a:lnTo>
                  <a:lnTo>
                    <a:pt x="7993" y="8534"/>
                  </a:lnTo>
                  <a:lnTo>
                    <a:pt x="7762" y="8109"/>
                  </a:lnTo>
                  <a:lnTo>
                    <a:pt x="7491" y="7684"/>
                  </a:lnTo>
                  <a:lnTo>
                    <a:pt x="7221" y="7298"/>
                  </a:lnTo>
                  <a:lnTo>
                    <a:pt x="6874" y="6912"/>
                  </a:lnTo>
                  <a:lnTo>
                    <a:pt x="6526" y="6603"/>
                  </a:lnTo>
                  <a:lnTo>
                    <a:pt x="6140" y="6294"/>
                  </a:lnTo>
                  <a:lnTo>
                    <a:pt x="5715" y="6024"/>
                  </a:lnTo>
                  <a:lnTo>
                    <a:pt x="5252" y="5792"/>
                  </a:lnTo>
                  <a:lnTo>
                    <a:pt x="4827" y="5638"/>
                  </a:lnTo>
                  <a:lnTo>
                    <a:pt x="4248" y="5445"/>
                  </a:lnTo>
                  <a:lnTo>
                    <a:pt x="3939" y="5367"/>
                  </a:lnTo>
                  <a:lnTo>
                    <a:pt x="3591" y="5290"/>
                  </a:lnTo>
                  <a:lnTo>
                    <a:pt x="3012" y="5290"/>
                  </a:lnTo>
                  <a:lnTo>
                    <a:pt x="3167" y="4981"/>
                  </a:lnTo>
                  <a:lnTo>
                    <a:pt x="3321" y="4634"/>
                  </a:lnTo>
                  <a:lnTo>
                    <a:pt x="3398" y="4286"/>
                  </a:lnTo>
                  <a:lnTo>
                    <a:pt x="3475" y="3939"/>
                  </a:lnTo>
                  <a:lnTo>
                    <a:pt x="3514" y="3591"/>
                  </a:lnTo>
                  <a:lnTo>
                    <a:pt x="3514" y="3205"/>
                  </a:lnTo>
                  <a:lnTo>
                    <a:pt x="3514" y="2858"/>
                  </a:lnTo>
                  <a:lnTo>
                    <a:pt x="3437" y="2471"/>
                  </a:lnTo>
                  <a:lnTo>
                    <a:pt x="3321" y="1969"/>
                  </a:lnTo>
                  <a:lnTo>
                    <a:pt x="3167" y="1467"/>
                  </a:lnTo>
                  <a:lnTo>
                    <a:pt x="2935" y="965"/>
                  </a:lnTo>
                  <a:lnTo>
                    <a:pt x="2703" y="502"/>
                  </a:lnTo>
                  <a:lnTo>
                    <a:pt x="2587" y="270"/>
                  </a:lnTo>
                  <a:lnTo>
                    <a:pt x="2471" y="116"/>
                  </a:lnTo>
                  <a:lnTo>
                    <a:pt x="2356" y="39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"/>
            <p:cNvSpPr/>
            <p:nvPr/>
          </p:nvSpPr>
          <p:spPr>
            <a:xfrm>
              <a:off x="2331050" y="4488475"/>
              <a:ext cx="145775" cy="163175"/>
            </a:xfrm>
            <a:custGeom>
              <a:avLst/>
              <a:gdLst/>
              <a:ahLst/>
              <a:cxnLst/>
              <a:rect l="l" t="t" r="r" b="b"/>
              <a:pathLst>
                <a:path w="5831" h="6527" extrusionOk="0">
                  <a:moveTo>
                    <a:pt x="3321" y="502"/>
                  </a:moveTo>
                  <a:lnTo>
                    <a:pt x="3784" y="695"/>
                  </a:lnTo>
                  <a:lnTo>
                    <a:pt x="4248" y="1004"/>
                  </a:lnTo>
                  <a:lnTo>
                    <a:pt x="4595" y="1313"/>
                  </a:lnTo>
                  <a:lnTo>
                    <a:pt x="4904" y="1738"/>
                  </a:lnTo>
                  <a:lnTo>
                    <a:pt x="5174" y="2163"/>
                  </a:lnTo>
                  <a:lnTo>
                    <a:pt x="5252" y="2394"/>
                  </a:lnTo>
                  <a:lnTo>
                    <a:pt x="5329" y="2665"/>
                  </a:lnTo>
                  <a:lnTo>
                    <a:pt x="5367" y="2896"/>
                  </a:lnTo>
                  <a:lnTo>
                    <a:pt x="5367" y="3167"/>
                  </a:lnTo>
                  <a:lnTo>
                    <a:pt x="5367" y="3437"/>
                  </a:lnTo>
                  <a:lnTo>
                    <a:pt x="5329" y="3707"/>
                  </a:lnTo>
                  <a:lnTo>
                    <a:pt x="5213" y="4171"/>
                  </a:lnTo>
                  <a:lnTo>
                    <a:pt x="5020" y="4595"/>
                  </a:lnTo>
                  <a:lnTo>
                    <a:pt x="4750" y="4981"/>
                  </a:lnTo>
                  <a:lnTo>
                    <a:pt x="4441" y="5368"/>
                  </a:lnTo>
                  <a:lnTo>
                    <a:pt x="4055" y="5638"/>
                  </a:lnTo>
                  <a:lnTo>
                    <a:pt x="3630" y="5870"/>
                  </a:lnTo>
                  <a:lnTo>
                    <a:pt x="3398" y="5947"/>
                  </a:lnTo>
                  <a:lnTo>
                    <a:pt x="3166" y="6024"/>
                  </a:lnTo>
                  <a:lnTo>
                    <a:pt x="2935" y="6024"/>
                  </a:lnTo>
                  <a:lnTo>
                    <a:pt x="2703" y="6063"/>
                  </a:lnTo>
                  <a:lnTo>
                    <a:pt x="2394" y="6024"/>
                  </a:lnTo>
                  <a:lnTo>
                    <a:pt x="2085" y="5985"/>
                  </a:lnTo>
                  <a:lnTo>
                    <a:pt x="1815" y="5908"/>
                  </a:lnTo>
                  <a:lnTo>
                    <a:pt x="1583" y="5792"/>
                  </a:lnTo>
                  <a:lnTo>
                    <a:pt x="1390" y="5677"/>
                  </a:lnTo>
                  <a:lnTo>
                    <a:pt x="1197" y="5522"/>
                  </a:lnTo>
                  <a:lnTo>
                    <a:pt x="1004" y="5329"/>
                  </a:lnTo>
                  <a:lnTo>
                    <a:pt x="850" y="5136"/>
                  </a:lnTo>
                  <a:lnTo>
                    <a:pt x="734" y="4904"/>
                  </a:lnTo>
                  <a:lnTo>
                    <a:pt x="656" y="4673"/>
                  </a:lnTo>
                  <a:lnTo>
                    <a:pt x="541" y="4441"/>
                  </a:lnTo>
                  <a:lnTo>
                    <a:pt x="502" y="4209"/>
                  </a:lnTo>
                  <a:lnTo>
                    <a:pt x="425" y="3669"/>
                  </a:lnTo>
                  <a:lnTo>
                    <a:pt x="463" y="3128"/>
                  </a:lnTo>
                  <a:lnTo>
                    <a:pt x="579" y="2587"/>
                  </a:lnTo>
                  <a:lnTo>
                    <a:pt x="734" y="2085"/>
                  </a:lnTo>
                  <a:lnTo>
                    <a:pt x="1004" y="1622"/>
                  </a:lnTo>
                  <a:lnTo>
                    <a:pt x="1158" y="1390"/>
                  </a:lnTo>
                  <a:lnTo>
                    <a:pt x="1313" y="1197"/>
                  </a:lnTo>
                  <a:lnTo>
                    <a:pt x="1506" y="1043"/>
                  </a:lnTo>
                  <a:lnTo>
                    <a:pt x="1699" y="888"/>
                  </a:lnTo>
                  <a:lnTo>
                    <a:pt x="1931" y="734"/>
                  </a:lnTo>
                  <a:lnTo>
                    <a:pt x="2162" y="657"/>
                  </a:lnTo>
                  <a:lnTo>
                    <a:pt x="2394" y="579"/>
                  </a:lnTo>
                  <a:lnTo>
                    <a:pt x="2664" y="502"/>
                  </a:lnTo>
                  <a:lnTo>
                    <a:pt x="2935" y="502"/>
                  </a:lnTo>
                  <a:lnTo>
                    <a:pt x="3244" y="541"/>
                  </a:lnTo>
                  <a:lnTo>
                    <a:pt x="3282" y="502"/>
                  </a:lnTo>
                  <a:close/>
                  <a:moveTo>
                    <a:pt x="3128" y="0"/>
                  </a:moveTo>
                  <a:lnTo>
                    <a:pt x="3051" y="39"/>
                  </a:lnTo>
                  <a:lnTo>
                    <a:pt x="2973" y="116"/>
                  </a:lnTo>
                  <a:lnTo>
                    <a:pt x="2973" y="193"/>
                  </a:lnTo>
                  <a:lnTo>
                    <a:pt x="2664" y="155"/>
                  </a:lnTo>
                  <a:lnTo>
                    <a:pt x="2394" y="193"/>
                  </a:lnTo>
                  <a:lnTo>
                    <a:pt x="2124" y="232"/>
                  </a:lnTo>
                  <a:lnTo>
                    <a:pt x="1854" y="309"/>
                  </a:lnTo>
                  <a:lnTo>
                    <a:pt x="1622" y="425"/>
                  </a:lnTo>
                  <a:lnTo>
                    <a:pt x="1390" y="579"/>
                  </a:lnTo>
                  <a:lnTo>
                    <a:pt x="1197" y="734"/>
                  </a:lnTo>
                  <a:lnTo>
                    <a:pt x="965" y="927"/>
                  </a:lnTo>
                  <a:lnTo>
                    <a:pt x="811" y="1120"/>
                  </a:lnTo>
                  <a:lnTo>
                    <a:pt x="656" y="1352"/>
                  </a:lnTo>
                  <a:lnTo>
                    <a:pt x="386" y="1854"/>
                  </a:lnTo>
                  <a:lnTo>
                    <a:pt x="154" y="2394"/>
                  </a:lnTo>
                  <a:lnTo>
                    <a:pt x="39" y="2974"/>
                  </a:lnTo>
                  <a:lnTo>
                    <a:pt x="0" y="3591"/>
                  </a:lnTo>
                  <a:lnTo>
                    <a:pt x="0" y="3900"/>
                  </a:lnTo>
                  <a:lnTo>
                    <a:pt x="39" y="4209"/>
                  </a:lnTo>
                  <a:lnTo>
                    <a:pt x="116" y="4518"/>
                  </a:lnTo>
                  <a:lnTo>
                    <a:pt x="193" y="4788"/>
                  </a:lnTo>
                  <a:lnTo>
                    <a:pt x="270" y="5059"/>
                  </a:lnTo>
                  <a:lnTo>
                    <a:pt x="425" y="5329"/>
                  </a:lnTo>
                  <a:lnTo>
                    <a:pt x="579" y="5561"/>
                  </a:lnTo>
                  <a:lnTo>
                    <a:pt x="772" y="5754"/>
                  </a:lnTo>
                  <a:lnTo>
                    <a:pt x="965" y="5947"/>
                  </a:lnTo>
                  <a:lnTo>
                    <a:pt x="1197" y="6101"/>
                  </a:lnTo>
                  <a:lnTo>
                    <a:pt x="1467" y="6256"/>
                  </a:lnTo>
                  <a:lnTo>
                    <a:pt x="1738" y="6372"/>
                  </a:lnTo>
                  <a:lnTo>
                    <a:pt x="2085" y="6449"/>
                  </a:lnTo>
                  <a:lnTo>
                    <a:pt x="2394" y="6487"/>
                  </a:lnTo>
                  <a:lnTo>
                    <a:pt x="2742" y="6526"/>
                  </a:lnTo>
                  <a:lnTo>
                    <a:pt x="3012" y="6487"/>
                  </a:lnTo>
                  <a:lnTo>
                    <a:pt x="3321" y="6449"/>
                  </a:lnTo>
                  <a:lnTo>
                    <a:pt x="3630" y="6372"/>
                  </a:lnTo>
                  <a:lnTo>
                    <a:pt x="3900" y="6256"/>
                  </a:lnTo>
                  <a:lnTo>
                    <a:pt x="4170" y="6101"/>
                  </a:lnTo>
                  <a:lnTo>
                    <a:pt x="4402" y="5947"/>
                  </a:lnTo>
                  <a:lnTo>
                    <a:pt x="4634" y="5792"/>
                  </a:lnTo>
                  <a:lnTo>
                    <a:pt x="4866" y="5561"/>
                  </a:lnTo>
                  <a:lnTo>
                    <a:pt x="5059" y="5368"/>
                  </a:lnTo>
                  <a:lnTo>
                    <a:pt x="5252" y="5097"/>
                  </a:lnTo>
                  <a:lnTo>
                    <a:pt x="5406" y="4866"/>
                  </a:lnTo>
                  <a:lnTo>
                    <a:pt x="5522" y="4595"/>
                  </a:lnTo>
                  <a:lnTo>
                    <a:pt x="5638" y="4286"/>
                  </a:lnTo>
                  <a:lnTo>
                    <a:pt x="5754" y="4016"/>
                  </a:lnTo>
                  <a:lnTo>
                    <a:pt x="5792" y="3707"/>
                  </a:lnTo>
                  <a:lnTo>
                    <a:pt x="5831" y="3398"/>
                  </a:lnTo>
                  <a:lnTo>
                    <a:pt x="5831" y="3089"/>
                  </a:lnTo>
                  <a:lnTo>
                    <a:pt x="5792" y="2780"/>
                  </a:lnTo>
                  <a:lnTo>
                    <a:pt x="5754" y="2472"/>
                  </a:lnTo>
                  <a:lnTo>
                    <a:pt x="5638" y="2163"/>
                  </a:lnTo>
                  <a:lnTo>
                    <a:pt x="5522" y="1892"/>
                  </a:lnTo>
                  <a:lnTo>
                    <a:pt x="5406" y="1622"/>
                  </a:lnTo>
                  <a:lnTo>
                    <a:pt x="5213" y="1352"/>
                  </a:lnTo>
                  <a:lnTo>
                    <a:pt x="5020" y="1120"/>
                  </a:lnTo>
                  <a:lnTo>
                    <a:pt x="4827" y="888"/>
                  </a:lnTo>
                  <a:lnTo>
                    <a:pt x="4595" y="695"/>
                  </a:lnTo>
                  <a:lnTo>
                    <a:pt x="4364" y="502"/>
                  </a:lnTo>
                  <a:lnTo>
                    <a:pt x="4093" y="348"/>
                  </a:lnTo>
                  <a:lnTo>
                    <a:pt x="3823" y="193"/>
                  </a:lnTo>
                  <a:lnTo>
                    <a:pt x="3514" y="116"/>
                  </a:lnTo>
                  <a:lnTo>
                    <a:pt x="32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"/>
            <p:cNvSpPr/>
            <p:nvPr/>
          </p:nvSpPr>
          <p:spPr>
            <a:xfrm>
              <a:off x="3966375" y="4488475"/>
              <a:ext cx="350450" cy="288650"/>
            </a:xfrm>
            <a:custGeom>
              <a:avLst/>
              <a:gdLst/>
              <a:ahLst/>
              <a:cxnLst/>
              <a:rect l="l" t="t" r="r" b="b"/>
              <a:pathLst>
                <a:path w="14018" h="11546" extrusionOk="0">
                  <a:moveTo>
                    <a:pt x="11778" y="0"/>
                  </a:moveTo>
                  <a:lnTo>
                    <a:pt x="11469" y="77"/>
                  </a:lnTo>
                  <a:lnTo>
                    <a:pt x="11855" y="1931"/>
                  </a:lnTo>
                  <a:lnTo>
                    <a:pt x="12280" y="3746"/>
                  </a:lnTo>
                  <a:lnTo>
                    <a:pt x="11508" y="2780"/>
                  </a:lnTo>
                  <a:lnTo>
                    <a:pt x="10658" y="1892"/>
                  </a:lnTo>
                  <a:lnTo>
                    <a:pt x="10427" y="2085"/>
                  </a:lnTo>
                  <a:lnTo>
                    <a:pt x="11469" y="3437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8"/>
                  </a:lnTo>
                  <a:lnTo>
                    <a:pt x="13168" y="5522"/>
                  </a:lnTo>
                  <a:lnTo>
                    <a:pt x="13168" y="5522"/>
                  </a:lnTo>
                  <a:lnTo>
                    <a:pt x="13439" y="5715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0"/>
                  </a:lnTo>
                  <a:lnTo>
                    <a:pt x="13632" y="6681"/>
                  </a:lnTo>
                  <a:lnTo>
                    <a:pt x="13516" y="6912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4" y="7955"/>
                  </a:lnTo>
                  <a:lnTo>
                    <a:pt x="12203" y="8418"/>
                  </a:lnTo>
                  <a:lnTo>
                    <a:pt x="11740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1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1" y="11160"/>
                  </a:lnTo>
                  <a:lnTo>
                    <a:pt x="3630" y="11160"/>
                  </a:lnTo>
                  <a:lnTo>
                    <a:pt x="3013" y="11121"/>
                  </a:lnTo>
                  <a:lnTo>
                    <a:pt x="2356" y="11044"/>
                  </a:lnTo>
                  <a:lnTo>
                    <a:pt x="1661" y="10928"/>
                  </a:lnTo>
                  <a:lnTo>
                    <a:pt x="1352" y="10812"/>
                  </a:lnTo>
                  <a:lnTo>
                    <a:pt x="1082" y="10696"/>
                  </a:lnTo>
                  <a:lnTo>
                    <a:pt x="812" y="10542"/>
                  </a:lnTo>
                  <a:lnTo>
                    <a:pt x="618" y="10388"/>
                  </a:lnTo>
                  <a:lnTo>
                    <a:pt x="464" y="10194"/>
                  </a:lnTo>
                  <a:lnTo>
                    <a:pt x="348" y="9963"/>
                  </a:lnTo>
                  <a:lnTo>
                    <a:pt x="348" y="9731"/>
                  </a:lnTo>
                  <a:lnTo>
                    <a:pt x="387" y="9461"/>
                  </a:lnTo>
                  <a:lnTo>
                    <a:pt x="155" y="9422"/>
                  </a:lnTo>
                  <a:lnTo>
                    <a:pt x="39" y="9654"/>
                  </a:lnTo>
                  <a:lnTo>
                    <a:pt x="1" y="9886"/>
                  </a:lnTo>
                  <a:lnTo>
                    <a:pt x="39" y="10117"/>
                  </a:lnTo>
                  <a:lnTo>
                    <a:pt x="78" y="10310"/>
                  </a:lnTo>
                  <a:lnTo>
                    <a:pt x="194" y="10465"/>
                  </a:lnTo>
                  <a:lnTo>
                    <a:pt x="348" y="10619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7"/>
                  </a:lnTo>
                  <a:lnTo>
                    <a:pt x="2202" y="11353"/>
                  </a:lnTo>
                  <a:lnTo>
                    <a:pt x="2626" y="11430"/>
                  </a:lnTo>
                  <a:lnTo>
                    <a:pt x="3321" y="11507"/>
                  </a:lnTo>
                  <a:lnTo>
                    <a:pt x="3978" y="11546"/>
                  </a:lnTo>
                  <a:lnTo>
                    <a:pt x="4673" y="11546"/>
                  </a:lnTo>
                  <a:lnTo>
                    <a:pt x="5368" y="11507"/>
                  </a:lnTo>
                  <a:lnTo>
                    <a:pt x="6063" y="11430"/>
                  </a:lnTo>
                  <a:lnTo>
                    <a:pt x="6758" y="11314"/>
                  </a:lnTo>
                  <a:lnTo>
                    <a:pt x="7415" y="11160"/>
                  </a:lnTo>
                  <a:lnTo>
                    <a:pt x="8071" y="11005"/>
                  </a:lnTo>
                  <a:lnTo>
                    <a:pt x="8728" y="10774"/>
                  </a:lnTo>
                  <a:lnTo>
                    <a:pt x="9345" y="10542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2" y="9654"/>
                  </a:lnTo>
                  <a:lnTo>
                    <a:pt x="11701" y="9268"/>
                  </a:lnTo>
                  <a:lnTo>
                    <a:pt x="12242" y="8882"/>
                  </a:lnTo>
                  <a:lnTo>
                    <a:pt x="12744" y="8457"/>
                  </a:lnTo>
                  <a:lnTo>
                    <a:pt x="13168" y="8071"/>
                  </a:lnTo>
                  <a:lnTo>
                    <a:pt x="13554" y="7646"/>
                  </a:lnTo>
                  <a:lnTo>
                    <a:pt x="13748" y="7376"/>
                  </a:lnTo>
                  <a:lnTo>
                    <a:pt x="13863" y="7144"/>
                  </a:lnTo>
                  <a:lnTo>
                    <a:pt x="13979" y="6874"/>
                  </a:lnTo>
                  <a:lnTo>
                    <a:pt x="14018" y="6565"/>
                  </a:lnTo>
                  <a:lnTo>
                    <a:pt x="14018" y="6333"/>
                  </a:lnTo>
                  <a:lnTo>
                    <a:pt x="14018" y="6140"/>
                  </a:lnTo>
                  <a:lnTo>
                    <a:pt x="13941" y="5908"/>
                  </a:lnTo>
                  <a:lnTo>
                    <a:pt x="13863" y="5715"/>
                  </a:lnTo>
                  <a:lnTo>
                    <a:pt x="13748" y="5522"/>
                  </a:lnTo>
                  <a:lnTo>
                    <a:pt x="13593" y="5368"/>
                  </a:lnTo>
                  <a:lnTo>
                    <a:pt x="13439" y="5252"/>
                  </a:lnTo>
                  <a:lnTo>
                    <a:pt x="13246" y="5136"/>
                  </a:lnTo>
                  <a:lnTo>
                    <a:pt x="13091" y="5136"/>
                  </a:lnTo>
                  <a:lnTo>
                    <a:pt x="12821" y="3823"/>
                  </a:lnTo>
                  <a:lnTo>
                    <a:pt x="12512" y="2549"/>
                  </a:lnTo>
                  <a:lnTo>
                    <a:pt x="12164" y="1274"/>
                  </a:lnTo>
                  <a:lnTo>
                    <a:pt x="117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2"/>
            <p:cNvSpPr/>
            <p:nvPr/>
          </p:nvSpPr>
          <p:spPr>
            <a:xfrm>
              <a:off x="1307750" y="4498125"/>
              <a:ext cx="103325" cy="105250"/>
            </a:xfrm>
            <a:custGeom>
              <a:avLst/>
              <a:gdLst/>
              <a:ahLst/>
              <a:cxnLst/>
              <a:rect l="l" t="t" r="r" b="b"/>
              <a:pathLst>
                <a:path w="4133" h="4210" extrusionOk="0">
                  <a:moveTo>
                    <a:pt x="2317" y="348"/>
                  </a:moveTo>
                  <a:lnTo>
                    <a:pt x="2665" y="425"/>
                  </a:lnTo>
                  <a:lnTo>
                    <a:pt x="2819" y="502"/>
                  </a:lnTo>
                  <a:lnTo>
                    <a:pt x="2974" y="618"/>
                  </a:lnTo>
                  <a:lnTo>
                    <a:pt x="3128" y="734"/>
                  </a:lnTo>
                  <a:lnTo>
                    <a:pt x="3244" y="850"/>
                  </a:lnTo>
                  <a:lnTo>
                    <a:pt x="3360" y="1043"/>
                  </a:lnTo>
                  <a:lnTo>
                    <a:pt x="3476" y="1197"/>
                  </a:lnTo>
                  <a:lnTo>
                    <a:pt x="3514" y="1236"/>
                  </a:lnTo>
                  <a:lnTo>
                    <a:pt x="3630" y="1545"/>
                  </a:lnTo>
                  <a:lnTo>
                    <a:pt x="3707" y="1815"/>
                  </a:lnTo>
                  <a:lnTo>
                    <a:pt x="3746" y="2086"/>
                  </a:lnTo>
                  <a:lnTo>
                    <a:pt x="3746" y="2356"/>
                  </a:lnTo>
                  <a:lnTo>
                    <a:pt x="3707" y="2626"/>
                  </a:lnTo>
                  <a:lnTo>
                    <a:pt x="3630" y="2896"/>
                  </a:lnTo>
                  <a:lnTo>
                    <a:pt x="3514" y="3128"/>
                  </a:lnTo>
                  <a:lnTo>
                    <a:pt x="3283" y="3398"/>
                  </a:lnTo>
                  <a:lnTo>
                    <a:pt x="3012" y="3591"/>
                  </a:lnTo>
                  <a:lnTo>
                    <a:pt x="2703" y="3746"/>
                  </a:lnTo>
                  <a:lnTo>
                    <a:pt x="2356" y="3823"/>
                  </a:lnTo>
                  <a:lnTo>
                    <a:pt x="2008" y="3862"/>
                  </a:lnTo>
                  <a:lnTo>
                    <a:pt x="1661" y="3785"/>
                  </a:lnTo>
                  <a:lnTo>
                    <a:pt x="1313" y="3669"/>
                  </a:lnTo>
                  <a:lnTo>
                    <a:pt x="1004" y="3476"/>
                  </a:lnTo>
                  <a:lnTo>
                    <a:pt x="734" y="3244"/>
                  </a:lnTo>
                  <a:lnTo>
                    <a:pt x="579" y="2935"/>
                  </a:lnTo>
                  <a:lnTo>
                    <a:pt x="425" y="2665"/>
                  </a:lnTo>
                  <a:lnTo>
                    <a:pt x="386" y="2317"/>
                  </a:lnTo>
                  <a:lnTo>
                    <a:pt x="348" y="2008"/>
                  </a:lnTo>
                  <a:lnTo>
                    <a:pt x="386" y="1661"/>
                  </a:lnTo>
                  <a:lnTo>
                    <a:pt x="502" y="1352"/>
                  </a:lnTo>
                  <a:lnTo>
                    <a:pt x="657" y="1043"/>
                  </a:lnTo>
                  <a:lnTo>
                    <a:pt x="888" y="811"/>
                  </a:lnTo>
                  <a:lnTo>
                    <a:pt x="1197" y="580"/>
                  </a:lnTo>
                  <a:lnTo>
                    <a:pt x="1545" y="425"/>
                  </a:lnTo>
                  <a:lnTo>
                    <a:pt x="1931" y="348"/>
                  </a:lnTo>
                  <a:close/>
                  <a:moveTo>
                    <a:pt x="2201" y="0"/>
                  </a:moveTo>
                  <a:lnTo>
                    <a:pt x="1815" y="39"/>
                  </a:lnTo>
                  <a:lnTo>
                    <a:pt x="1468" y="116"/>
                  </a:lnTo>
                  <a:lnTo>
                    <a:pt x="1120" y="232"/>
                  </a:lnTo>
                  <a:lnTo>
                    <a:pt x="927" y="348"/>
                  </a:lnTo>
                  <a:lnTo>
                    <a:pt x="773" y="464"/>
                  </a:lnTo>
                  <a:lnTo>
                    <a:pt x="579" y="618"/>
                  </a:lnTo>
                  <a:lnTo>
                    <a:pt x="464" y="773"/>
                  </a:lnTo>
                  <a:lnTo>
                    <a:pt x="232" y="1159"/>
                  </a:lnTo>
                  <a:lnTo>
                    <a:pt x="78" y="1545"/>
                  </a:lnTo>
                  <a:lnTo>
                    <a:pt x="0" y="1970"/>
                  </a:lnTo>
                  <a:lnTo>
                    <a:pt x="0" y="2394"/>
                  </a:lnTo>
                  <a:lnTo>
                    <a:pt x="116" y="2858"/>
                  </a:lnTo>
                  <a:lnTo>
                    <a:pt x="193" y="3051"/>
                  </a:lnTo>
                  <a:lnTo>
                    <a:pt x="309" y="3244"/>
                  </a:lnTo>
                  <a:lnTo>
                    <a:pt x="579" y="3553"/>
                  </a:lnTo>
                  <a:lnTo>
                    <a:pt x="888" y="3823"/>
                  </a:lnTo>
                  <a:lnTo>
                    <a:pt x="1236" y="4016"/>
                  </a:lnTo>
                  <a:lnTo>
                    <a:pt x="1622" y="4171"/>
                  </a:lnTo>
                  <a:lnTo>
                    <a:pt x="2047" y="4209"/>
                  </a:lnTo>
                  <a:lnTo>
                    <a:pt x="2472" y="4209"/>
                  </a:lnTo>
                  <a:lnTo>
                    <a:pt x="2858" y="4093"/>
                  </a:lnTo>
                  <a:lnTo>
                    <a:pt x="3244" y="3939"/>
                  </a:lnTo>
                  <a:lnTo>
                    <a:pt x="3398" y="3823"/>
                  </a:lnTo>
                  <a:lnTo>
                    <a:pt x="3553" y="3669"/>
                  </a:lnTo>
                  <a:lnTo>
                    <a:pt x="3707" y="3514"/>
                  </a:lnTo>
                  <a:lnTo>
                    <a:pt x="3823" y="3321"/>
                  </a:lnTo>
                  <a:lnTo>
                    <a:pt x="4016" y="2935"/>
                  </a:lnTo>
                  <a:lnTo>
                    <a:pt x="4132" y="2510"/>
                  </a:lnTo>
                  <a:lnTo>
                    <a:pt x="4132" y="2047"/>
                  </a:lnTo>
                  <a:lnTo>
                    <a:pt x="4132" y="1854"/>
                  </a:lnTo>
                  <a:lnTo>
                    <a:pt x="4055" y="1622"/>
                  </a:lnTo>
                  <a:lnTo>
                    <a:pt x="4016" y="1429"/>
                  </a:lnTo>
                  <a:lnTo>
                    <a:pt x="3900" y="1236"/>
                  </a:lnTo>
                  <a:lnTo>
                    <a:pt x="3785" y="1082"/>
                  </a:lnTo>
                  <a:lnTo>
                    <a:pt x="3630" y="927"/>
                  </a:lnTo>
                  <a:lnTo>
                    <a:pt x="3591" y="888"/>
                  </a:lnTo>
                  <a:lnTo>
                    <a:pt x="3553" y="734"/>
                  </a:lnTo>
                  <a:lnTo>
                    <a:pt x="3437" y="580"/>
                  </a:lnTo>
                  <a:lnTo>
                    <a:pt x="3360" y="425"/>
                  </a:lnTo>
                  <a:lnTo>
                    <a:pt x="3244" y="348"/>
                  </a:lnTo>
                  <a:lnTo>
                    <a:pt x="3089" y="232"/>
                  </a:lnTo>
                  <a:lnTo>
                    <a:pt x="2935" y="155"/>
                  </a:lnTo>
                  <a:lnTo>
                    <a:pt x="2587" y="39"/>
                  </a:lnTo>
                  <a:lnTo>
                    <a:pt x="220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"/>
            <p:cNvSpPr/>
            <p:nvPr/>
          </p:nvSpPr>
          <p:spPr>
            <a:xfrm>
              <a:off x="6468625" y="4526125"/>
              <a:ext cx="329200" cy="242325"/>
            </a:xfrm>
            <a:custGeom>
              <a:avLst/>
              <a:gdLst/>
              <a:ahLst/>
              <a:cxnLst/>
              <a:rect l="l" t="t" r="r" b="b"/>
              <a:pathLst>
                <a:path w="13168" h="9693" extrusionOk="0">
                  <a:moveTo>
                    <a:pt x="5368" y="618"/>
                  </a:moveTo>
                  <a:lnTo>
                    <a:pt x="5947" y="772"/>
                  </a:lnTo>
                  <a:lnTo>
                    <a:pt x="6526" y="1004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2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6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1" y="3707"/>
                  </a:lnTo>
                  <a:lnTo>
                    <a:pt x="8573" y="3707"/>
                  </a:lnTo>
                  <a:lnTo>
                    <a:pt x="7723" y="3823"/>
                  </a:lnTo>
                  <a:lnTo>
                    <a:pt x="6874" y="3900"/>
                  </a:lnTo>
                  <a:lnTo>
                    <a:pt x="6410" y="3939"/>
                  </a:lnTo>
                  <a:lnTo>
                    <a:pt x="6179" y="3939"/>
                  </a:lnTo>
                  <a:lnTo>
                    <a:pt x="5986" y="3900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6" y="2626"/>
                  </a:lnTo>
                  <a:lnTo>
                    <a:pt x="5368" y="1969"/>
                  </a:lnTo>
                  <a:lnTo>
                    <a:pt x="5368" y="618"/>
                  </a:lnTo>
                  <a:close/>
                  <a:moveTo>
                    <a:pt x="2781" y="888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8" y="3707"/>
                  </a:lnTo>
                  <a:lnTo>
                    <a:pt x="2510" y="3862"/>
                  </a:lnTo>
                  <a:lnTo>
                    <a:pt x="2433" y="4016"/>
                  </a:lnTo>
                  <a:lnTo>
                    <a:pt x="2317" y="4132"/>
                  </a:lnTo>
                  <a:lnTo>
                    <a:pt x="2124" y="4209"/>
                  </a:lnTo>
                  <a:lnTo>
                    <a:pt x="1892" y="4286"/>
                  </a:lnTo>
                  <a:lnTo>
                    <a:pt x="1545" y="4286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6" y="4016"/>
                  </a:lnTo>
                  <a:lnTo>
                    <a:pt x="502" y="3514"/>
                  </a:lnTo>
                  <a:lnTo>
                    <a:pt x="657" y="3012"/>
                  </a:lnTo>
                  <a:lnTo>
                    <a:pt x="888" y="2549"/>
                  </a:lnTo>
                  <a:lnTo>
                    <a:pt x="1159" y="2124"/>
                  </a:lnTo>
                  <a:lnTo>
                    <a:pt x="1506" y="1738"/>
                  </a:lnTo>
                  <a:lnTo>
                    <a:pt x="1892" y="1429"/>
                  </a:lnTo>
                  <a:lnTo>
                    <a:pt x="2317" y="1120"/>
                  </a:lnTo>
                  <a:lnTo>
                    <a:pt x="2781" y="888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3" y="5985"/>
                  </a:lnTo>
                  <a:lnTo>
                    <a:pt x="11430" y="6140"/>
                  </a:lnTo>
                  <a:lnTo>
                    <a:pt x="11353" y="6217"/>
                  </a:lnTo>
                  <a:lnTo>
                    <a:pt x="11237" y="6256"/>
                  </a:lnTo>
                  <a:lnTo>
                    <a:pt x="11083" y="6294"/>
                  </a:lnTo>
                  <a:lnTo>
                    <a:pt x="10928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19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2" y="0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5" y="386"/>
                  </a:lnTo>
                  <a:lnTo>
                    <a:pt x="2240" y="579"/>
                  </a:lnTo>
                  <a:lnTo>
                    <a:pt x="1854" y="811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8" y="1661"/>
                  </a:lnTo>
                  <a:lnTo>
                    <a:pt x="618" y="2008"/>
                  </a:lnTo>
                  <a:lnTo>
                    <a:pt x="425" y="2394"/>
                  </a:lnTo>
                  <a:lnTo>
                    <a:pt x="232" y="2780"/>
                  </a:lnTo>
                  <a:lnTo>
                    <a:pt x="116" y="3205"/>
                  </a:lnTo>
                  <a:lnTo>
                    <a:pt x="39" y="3669"/>
                  </a:lnTo>
                  <a:lnTo>
                    <a:pt x="0" y="4093"/>
                  </a:lnTo>
                  <a:lnTo>
                    <a:pt x="39" y="4557"/>
                  </a:lnTo>
                  <a:lnTo>
                    <a:pt x="348" y="4595"/>
                  </a:lnTo>
                  <a:lnTo>
                    <a:pt x="386" y="4286"/>
                  </a:lnTo>
                  <a:lnTo>
                    <a:pt x="966" y="4518"/>
                  </a:lnTo>
                  <a:lnTo>
                    <a:pt x="1313" y="4595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79"/>
                  </a:lnTo>
                  <a:lnTo>
                    <a:pt x="2742" y="4402"/>
                  </a:lnTo>
                  <a:lnTo>
                    <a:pt x="2858" y="4248"/>
                  </a:lnTo>
                  <a:lnTo>
                    <a:pt x="2896" y="4132"/>
                  </a:lnTo>
                  <a:lnTo>
                    <a:pt x="2974" y="3977"/>
                  </a:lnTo>
                  <a:lnTo>
                    <a:pt x="3012" y="3630"/>
                  </a:lnTo>
                  <a:lnTo>
                    <a:pt x="3012" y="2973"/>
                  </a:lnTo>
                  <a:lnTo>
                    <a:pt x="3128" y="772"/>
                  </a:lnTo>
                  <a:lnTo>
                    <a:pt x="3514" y="657"/>
                  </a:lnTo>
                  <a:lnTo>
                    <a:pt x="3939" y="579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8" y="579"/>
                  </a:lnTo>
                  <a:lnTo>
                    <a:pt x="5020" y="1661"/>
                  </a:lnTo>
                  <a:lnTo>
                    <a:pt x="5059" y="2703"/>
                  </a:lnTo>
                  <a:lnTo>
                    <a:pt x="5098" y="3398"/>
                  </a:lnTo>
                  <a:lnTo>
                    <a:pt x="5175" y="3746"/>
                  </a:lnTo>
                  <a:lnTo>
                    <a:pt x="5213" y="3900"/>
                  </a:lnTo>
                  <a:lnTo>
                    <a:pt x="5291" y="4055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6"/>
                  </a:lnTo>
                  <a:lnTo>
                    <a:pt x="5870" y="4325"/>
                  </a:lnTo>
                  <a:lnTo>
                    <a:pt x="6217" y="4325"/>
                  </a:lnTo>
                  <a:lnTo>
                    <a:pt x="6565" y="4286"/>
                  </a:lnTo>
                  <a:lnTo>
                    <a:pt x="7607" y="4209"/>
                  </a:lnTo>
                  <a:lnTo>
                    <a:pt x="8650" y="4093"/>
                  </a:lnTo>
                  <a:lnTo>
                    <a:pt x="8650" y="4479"/>
                  </a:lnTo>
                  <a:lnTo>
                    <a:pt x="8611" y="4866"/>
                  </a:lnTo>
                  <a:lnTo>
                    <a:pt x="8611" y="4904"/>
                  </a:lnTo>
                  <a:lnTo>
                    <a:pt x="8611" y="5020"/>
                  </a:lnTo>
                  <a:lnTo>
                    <a:pt x="8650" y="5097"/>
                  </a:lnTo>
                  <a:lnTo>
                    <a:pt x="8766" y="5097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6" y="4943"/>
                  </a:lnTo>
                  <a:lnTo>
                    <a:pt x="9191" y="4904"/>
                  </a:lnTo>
                  <a:lnTo>
                    <a:pt x="9384" y="4904"/>
                  </a:lnTo>
                  <a:lnTo>
                    <a:pt x="9809" y="4981"/>
                  </a:lnTo>
                  <a:lnTo>
                    <a:pt x="10195" y="5097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1" y="5445"/>
                  </a:lnTo>
                  <a:lnTo>
                    <a:pt x="10272" y="5599"/>
                  </a:lnTo>
                  <a:lnTo>
                    <a:pt x="10233" y="5754"/>
                  </a:lnTo>
                  <a:lnTo>
                    <a:pt x="10233" y="5908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7"/>
                  </a:lnTo>
                  <a:lnTo>
                    <a:pt x="10697" y="6603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3"/>
                  </a:lnTo>
                  <a:lnTo>
                    <a:pt x="11546" y="6526"/>
                  </a:lnTo>
                  <a:lnTo>
                    <a:pt x="11739" y="6410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2"/>
                  </a:lnTo>
                  <a:lnTo>
                    <a:pt x="12396" y="7221"/>
                  </a:lnTo>
                  <a:lnTo>
                    <a:pt x="12473" y="7569"/>
                  </a:lnTo>
                  <a:lnTo>
                    <a:pt x="12550" y="7916"/>
                  </a:lnTo>
                  <a:lnTo>
                    <a:pt x="12550" y="8264"/>
                  </a:lnTo>
                  <a:lnTo>
                    <a:pt x="12589" y="8997"/>
                  </a:lnTo>
                  <a:lnTo>
                    <a:pt x="12512" y="8997"/>
                  </a:lnTo>
                  <a:lnTo>
                    <a:pt x="12434" y="9075"/>
                  </a:lnTo>
                  <a:lnTo>
                    <a:pt x="12396" y="9113"/>
                  </a:lnTo>
                  <a:lnTo>
                    <a:pt x="12357" y="9190"/>
                  </a:lnTo>
                  <a:lnTo>
                    <a:pt x="11469" y="9306"/>
                  </a:lnTo>
                  <a:lnTo>
                    <a:pt x="11469" y="9692"/>
                  </a:lnTo>
                  <a:lnTo>
                    <a:pt x="12125" y="9654"/>
                  </a:lnTo>
                  <a:lnTo>
                    <a:pt x="12820" y="9615"/>
                  </a:lnTo>
                  <a:lnTo>
                    <a:pt x="12936" y="9577"/>
                  </a:lnTo>
                  <a:lnTo>
                    <a:pt x="13014" y="9499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7"/>
                  </a:lnTo>
                  <a:lnTo>
                    <a:pt x="13168" y="8766"/>
                  </a:lnTo>
                  <a:lnTo>
                    <a:pt x="13168" y="8495"/>
                  </a:lnTo>
                  <a:lnTo>
                    <a:pt x="13168" y="8225"/>
                  </a:lnTo>
                  <a:lnTo>
                    <a:pt x="13091" y="7723"/>
                  </a:lnTo>
                  <a:lnTo>
                    <a:pt x="12936" y="7182"/>
                  </a:lnTo>
                  <a:lnTo>
                    <a:pt x="12743" y="6680"/>
                  </a:lnTo>
                  <a:lnTo>
                    <a:pt x="12434" y="6217"/>
                  </a:lnTo>
                  <a:lnTo>
                    <a:pt x="12125" y="5792"/>
                  </a:lnTo>
                  <a:lnTo>
                    <a:pt x="11778" y="5445"/>
                  </a:lnTo>
                  <a:lnTo>
                    <a:pt x="11315" y="5097"/>
                  </a:lnTo>
                  <a:lnTo>
                    <a:pt x="10967" y="4904"/>
                  </a:lnTo>
                  <a:lnTo>
                    <a:pt x="10619" y="4750"/>
                  </a:lnTo>
                  <a:lnTo>
                    <a:pt x="10272" y="4595"/>
                  </a:lnTo>
                  <a:lnTo>
                    <a:pt x="9886" y="4479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7"/>
                  </a:lnTo>
                  <a:lnTo>
                    <a:pt x="9229" y="3514"/>
                  </a:lnTo>
                  <a:lnTo>
                    <a:pt x="9152" y="3089"/>
                  </a:lnTo>
                  <a:lnTo>
                    <a:pt x="8998" y="2665"/>
                  </a:lnTo>
                  <a:lnTo>
                    <a:pt x="8805" y="2278"/>
                  </a:lnTo>
                  <a:lnTo>
                    <a:pt x="8534" y="1931"/>
                  </a:lnTo>
                  <a:lnTo>
                    <a:pt x="8225" y="1583"/>
                  </a:lnTo>
                  <a:lnTo>
                    <a:pt x="7839" y="1274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9" y="348"/>
                  </a:lnTo>
                  <a:lnTo>
                    <a:pt x="5715" y="193"/>
                  </a:lnTo>
                  <a:lnTo>
                    <a:pt x="5291" y="77"/>
                  </a:lnTo>
                  <a:lnTo>
                    <a:pt x="4827" y="39"/>
                  </a:lnTo>
                  <a:lnTo>
                    <a:pt x="440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"/>
            <p:cNvSpPr/>
            <p:nvPr/>
          </p:nvSpPr>
          <p:spPr>
            <a:xfrm>
              <a:off x="4200000" y="4529000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5" y="1"/>
                  </a:moveTo>
                  <a:lnTo>
                    <a:pt x="348" y="889"/>
                  </a:lnTo>
                  <a:lnTo>
                    <a:pt x="232" y="1816"/>
                  </a:lnTo>
                  <a:lnTo>
                    <a:pt x="155" y="3631"/>
                  </a:lnTo>
                  <a:lnTo>
                    <a:pt x="0" y="7261"/>
                  </a:lnTo>
                  <a:lnTo>
                    <a:pt x="193" y="7261"/>
                  </a:lnTo>
                  <a:lnTo>
                    <a:pt x="425" y="5484"/>
                  </a:lnTo>
                  <a:lnTo>
                    <a:pt x="580" y="3669"/>
                  </a:lnTo>
                  <a:lnTo>
                    <a:pt x="695" y="1854"/>
                  </a:lnTo>
                  <a:lnTo>
                    <a:pt x="695" y="928"/>
                  </a:lnTo>
                  <a:lnTo>
                    <a:pt x="695" y="40"/>
                  </a:lnTo>
                  <a:lnTo>
                    <a:pt x="42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2"/>
            <p:cNvSpPr/>
            <p:nvPr/>
          </p:nvSpPr>
          <p:spPr>
            <a:xfrm>
              <a:off x="6500475" y="4539625"/>
              <a:ext cx="254875" cy="267450"/>
            </a:xfrm>
            <a:custGeom>
              <a:avLst/>
              <a:gdLst/>
              <a:ahLst/>
              <a:cxnLst/>
              <a:rect l="l" t="t" r="r" b="b"/>
              <a:pathLst>
                <a:path w="10195" h="10698" extrusionOk="0">
                  <a:moveTo>
                    <a:pt x="8264" y="7299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59" y="7569"/>
                  </a:lnTo>
                  <a:lnTo>
                    <a:pt x="9152" y="7724"/>
                  </a:lnTo>
                  <a:lnTo>
                    <a:pt x="9345" y="7917"/>
                  </a:lnTo>
                  <a:lnTo>
                    <a:pt x="9500" y="8110"/>
                  </a:lnTo>
                  <a:lnTo>
                    <a:pt x="9616" y="8342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2"/>
                  </a:lnTo>
                  <a:lnTo>
                    <a:pt x="9539" y="9423"/>
                  </a:lnTo>
                  <a:lnTo>
                    <a:pt x="9384" y="9654"/>
                  </a:lnTo>
                  <a:lnTo>
                    <a:pt x="9191" y="9848"/>
                  </a:lnTo>
                  <a:lnTo>
                    <a:pt x="8959" y="10041"/>
                  </a:lnTo>
                  <a:lnTo>
                    <a:pt x="8689" y="10118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39" y="10079"/>
                  </a:lnTo>
                  <a:lnTo>
                    <a:pt x="7608" y="9963"/>
                  </a:lnTo>
                  <a:lnTo>
                    <a:pt x="7376" y="9809"/>
                  </a:lnTo>
                  <a:lnTo>
                    <a:pt x="7183" y="9577"/>
                  </a:lnTo>
                  <a:lnTo>
                    <a:pt x="7029" y="9346"/>
                  </a:lnTo>
                  <a:lnTo>
                    <a:pt x="6951" y="9075"/>
                  </a:lnTo>
                  <a:lnTo>
                    <a:pt x="6913" y="8805"/>
                  </a:lnTo>
                  <a:lnTo>
                    <a:pt x="6951" y="8535"/>
                  </a:lnTo>
                  <a:lnTo>
                    <a:pt x="7029" y="8264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4"/>
                  </a:lnTo>
                  <a:lnTo>
                    <a:pt x="7724" y="7569"/>
                  </a:lnTo>
                  <a:lnTo>
                    <a:pt x="8148" y="7338"/>
                  </a:lnTo>
                  <a:lnTo>
                    <a:pt x="8226" y="7299"/>
                  </a:lnTo>
                  <a:close/>
                  <a:moveTo>
                    <a:pt x="2858" y="1"/>
                  </a:moveTo>
                  <a:lnTo>
                    <a:pt x="2665" y="39"/>
                  </a:lnTo>
                  <a:lnTo>
                    <a:pt x="2665" y="78"/>
                  </a:lnTo>
                  <a:lnTo>
                    <a:pt x="2626" y="1352"/>
                  </a:lnTo>
                  <a:lnTo>
                    <a:pt x="2626" y="2588"/>
                  </a:lnTo>
                  <a:lnTo>
                    <a:pt x="2665" y="3824"/>
                  </a:lnTo>
                  <a:lnTo>
                    <a:pt x="2704" y="5098"/>
                  </a:lnTo>
                  <a:lnTo>
                    <a:pt x="2897" y="7492"/>
                  </a:lnTo>
                  <a:lnTo>
                    <a:pt x="2897" y="8148"/>
                  </a:lnTo>
                  <a:lnTo>
                    <a:pt x="2935" y="8457"/>
                  </a:lnTo>
                  <a:lnTo>
                    <a:pt x="2974" y="8612"/>
                  </a:lnTo>
                  <a:lnTo>
                    <a:pt x="3051" y="8766"/>
                  </a:lnTo>
                  <a:lnTo>
                    <a:pt x="1545" y="8728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7"/>
                  </a:lnTo>
                  <a:lnTo>
                    <a:pt x="773" y="9114"/>
                  </a:lnTo>
                  <a:lnTo>
                    <a:pt x="1545" y="9152"/>
                  </a:lnTo>
                  <a:lnTo>
                    <a:pt x="3128" y="9230"/>
                  </a:lnTo>
                  <a:lnTo>
                    <a:pt x="4828" y="9307"/>
                  </a:lnTo>
                  <a:lnTo>
                    <a:pt x="5677" y="9307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8"/>
                  </a:lnTo>
                  <a:lnTo>
                    <a:pt x="6990" y="10079"/>
                  </a:lnTo>
                  <a:lnTo>
                    <a:pt x="7222" y="10311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7"/>
                  </a:lnTo>
                  <a:lnTo>
                    <a:pt x="8728" y="10620"/>
                  </a:lnTo>
                  <a:lnTo>
                    <a:pt x="9037" y="10543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3"/>
                  </a:lnTo>
                  <a:lnTo>
                    <a:pt x="10156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6" y="8419"/>
                  </a:lnTo>
                  <a:lnTo>
                    <a:pt x="10041" y="8071"/>
                  </a:lnTo>
                  <a:lnTo>
                    <a:pt x="9847" y="7762"/>
                  </a:lnTo>
                  <a:lnTo>
                    <a:pt x="9616" y="7492"/>
                  </a:lnTo>
                  <a:lnTo>
                    <a:pt x="9307" y="7260"/>
                  </a:lnTo>
                  <a:lnTo>
                    <a:pt x="8998" y="7106"/>
                  </a:lnTo>
                  <a:lnTo>
                    <a:pt x="8650" y="7029"/>
                  </a:lnTo>
                  <a:lnTo>
                    <a:pt x="8303" y="7029"/>
                  </a:lnTo>
                  <a:lnTo>
                    <a:pt x="8187" y="7067"/>
                  </a:lnTo>
                  <a:lnTo>
                    <a:pt x="8148" y="7029"/>
                  </a:lnTo>
                  <a:lnTo>
                    <a:pt x="8071" y="6990"/>
                  </a:lnTo>
                  <a:lnTo>
                    <a:pt x="7917" y="6990"/>
                  </a:lnTo>
                  <a:lnTo>
                    <a:pt x="7724" y="7029"/>
                  </a:lnTo>
                  <a:lnTo>
                    <a:pt x="7415" y="7144"/>
                  </a:lnTo>
                  <a:lnTo>
                    <a:pt x="7144" y="7338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49" y="8535"/>
                  </a:lnTo>
                  <a:lnTo>
                    <a:pt x="6449" y="8844"/>
                  </a:lnTo>
                  <a:lnTo>
                    <a:pt x="5716" y="8805"/>
                  </a:lnTo>
                  <a:lnTo>
                    <a:pt x="4943" y="8766"/>
                  </a:lnTo>
                  <a:lnTo>
                    <a:pt x="3476" y="8766"/>
                  </a:lnTo>
                  <a:lnTo>
                    <a:pt x="3476" y="8728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7" y="8535"/>
                  </a:lnTo>
                  <a:lnTo>
                    <a:pt x="3360" y="8496"/>
                  </a:lnTo>
                  <a:lnTo>
                    <a:pt x="3283" y="8496"/>
                  </a:lnTo>
                  <a:lnTo>
                    <a:pt x="3206" y="8535"/>
                  </a:lnTo>
                  <a:lnTo>
                    <a:pt x="3206" y="8535"/>
                  </a:lnTo>
                  <a:lnTo>
                    <a:pt x="3283" y="8380"/>
                  </a:lnTo>
                  <a:lnTo>
                    <a:pt x="3283" y="8226"/>
                  </a:lnTo>
                  <a:lnTo>
                    <a:pt x="3283" y="8110"/>
                  </a:lnTo>
                  <a:lnTo>
                    <a:pt x="3283" y="7955"/>
                  </a:lnTo>
                  <a:lnTo>
                    <a:pt x="3206" y="7338"/>
                  </a:lnTo>
                  <a:lnTo>
                    <a:pt x="3128" y="6449"/>
                  </a:lnTo>
                  <a:lnTo>
                    <a:pt x="3013" y="4326"/>
                  </a:lnTo>
                  <a:lnTo>
                    <a:pt x="2935" y="2202"/>
                  </a:lnTo>
                  <a:lnTo>
                    <a:pt x="2897" y="78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2"/>
            <p:cNvSpPr/>
            <p:nvPr/>
          </p:nvSpPr>
          <p:spPr>
            <a:xfrm>
              <a:off x="5490700" y="4546400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8" y="0"/>
                  </a:moveTo>
                  <a:lnTo>
                    <a:pt x="0" y="579"/>
                  </a:lnTo>
                  <a:lnTo>
                    <a:pt x="0" y="1197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8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6"/>
                  </a:lnTo>
                  <a:lnTo>
                    <a:pt x="1970" y="5947"/>
                  </a:lnTo>
                  <a:lnTo>
                    <a:pt x="2433" y="6410"/>
                  </a:lnTo>
                  <a:lnTo>
                    <a:pt x="2974" y="6873"/>
                  </a:lnTo>
                  <a:lnTo>
                    <a:pt x="3514" y="7260"/>
                  </a:lnTo>
                  <a:lnTo>
                    <a:pt x="4094" y="7646"/>
                  </a:lnTo>
                  <a:lnTo>
                    <a:pt x="4712" y="7955"/>
                  </a:lnTo>
                  <a:lnTo>
                    <a:pt x="5329" y="8225"/>
                  </a:lnTo>
                  <a:lnTo>
                    <a:pt x="5986" y="8495"/>
                  </a:lnTo>
                  <a:lnTo>
                    <a:pt x="6642" y="8688"/>
                  </a:lnTo>
                  <a:lnTo>
                    <a:pt x="7299" y="8843"/>
                  </a:lnTo>
                  <a:lnTo>
                    <a:pt x="7994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3"/>
                  </a:lnTo>
                  <a:lnTo>
                    <a:pt x="10774" y="9075"/>
                  </a:lnTo>
                  <a:lnTo>
                    <a:pt x="11392" y="8997"/>
                  </a:lnTo>
                  <a:lnTo>
                    <a:pt x="12048" y="8920"/>
                  </a:lnTo>
                  <a:lnTo>
                    <a:pt x="12705" y="8766"/>
                  </a:lnTo>
                  <a:lnTo>
                    <a:pt x="13361" y="8611"/>
                  </a:lnTo>
                  <a:lnTo>
                    <a:pt x="14018" y="8379"/>
                  </a:lnTo>
                  <a:lnTo>
                    <a:pt x="14636" y="8148"/>
                  </a:lnTo>
                  <a:lnTo>
                    <a:pt x="15253" y="7877"/>
                  </a:lnTo>
                  <a:lnTo>
                    <a:pt x="15871" y="7569"/>
                  </a:lnTo>
                  <a:lnTo>
                    <a:pt x="16450" y="7221"/>
                  </a:lnTo>
                  <a:lnTo>
                    <a:pt x="16991" y="6835"/>
                  </a:lnTo>
                  <a:lnTo>
                    <a:pt x="17493" y="6410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4"/>
                  </a:lnTo>
                  <a:lnTo>
                    <a:pt x="19076" y="4286"/>
                  </a:lnTo>
                  <a:lnTo>
                    <a:pt x="19347" y="3668"/>
                  </a:lnTo>
                  <a:lnTo>
                    <a:pt x="19115" y="3630"/>
                  </a:lnTo>
                  <a:lnTo>
                    <a:pt x="18767" y="4170"/>
                  </a:lnTo>
                  <a:lnTo>
                    <a:pt x="18420" y="4634"/>
                  </a:lnTo>
                  <a:lnTo>
                    <a:pt x="18034" y="5097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1" y="6333"/>
                  </a:lnTo>
                  <a:lnTo>
                    <a:pt x="16257" y="6680"/>
                  </a:lnTo>
                  <a:lnTo>
                    <a:pt x="15755" y="7028"/>
                  </a:lnTo>
                  <a:lnTo>
                    <a:pt x="15215" y="7298"/>
                  </a:lnTo>
                  <a:lnTo>
                    <a:pt x="14713" y="7569"/>
                  </a:lnTo>
                  <a:lnTo>
                    <a:pt x="14134" y="7800"/>
                  </a:lnTo>
                  <a:lnTo>
                    <a:pt x="13593" y="8032"/>
                  </a:lnTo>
                  <a:lnTo>
                    <a:pt x="13014" y="8186"/>
                  </a:lnTo>
                  <a:lnTo>
                    <a:pt x="12434" y="8341"/>
                  </a:lnTo>
                  <a:lnTo>
                    <a:pt x="11817" y="8457"/>
                  </a:lnTo>
                  <a:lnTo>
                    <a:pt x="11199" y="8534"/>
                  </a:lnTo>
                  <a:lnTo>
                    <a:pt x="10504" y="8611"/>
                  </a:lnTo>
                  <a:lnTo>
                    <a:pt x="9114" y="8611"/>
                  </a:lnTo>
                  <a:lnTo>
                    <a:pt x="8380" y="8534"/>
                  </a:lnTo>
                  <a:lnTo>
                    <a:pt x="7685" y="8418"/>
                  </a:lnTo>
                  <a:lnTo>
                    <a:pt x="6990" y="8302"/>
                  </a:lnTo>
                  <a:lnTo>
                    <a:pt x="6333" y="8109"/>
                  </a:lnTo>
                  <a:lnTo>
                    <a:pt x="5638" y="7877"/>
                  </a:lnTo>
                  <a:lnTo>
                    <a:pt x="5020" y="7607"/>
                  </a:lnTo>
                  <a:lnTo>
                    <a:pt x="4364" y="7260"/>
                  </a:lnTo>
                  <a:lnTo>
                    <a:pt x="3785" y="6912"/>
                  </a:lnTo>
                  <a:lnTo>
                    <a:pt x="3206" y="6487"/>
                  </a:lnTo>
                  <a:lnTo>
                    <a:pt x="2704" y="6063"/>
                  </a:lnTo>
                  <a:lnTo>
                    <a:pt x="2202" y="5561"/>
                  </a:lnTo>
                  <a:lnTo>
                    <a:pt x="1777" y="4981"/>
                  </a:lnTo>
                  <a:lnTo>
                    <a:pt x="1391" y="4402"/>
                  </a:lnTo>
                  <a:lnTo>
                    <a:pt x="1120" y="3900"/>
                  </a:lnTo>
                  <a:lnTo>
                    <a:pt x="850" y="3360"/>
                  </a:lnTo>
                  <a:lnTo>
                    <a:pt x="696" y="2858"/>
                  </a:lnTo>
                  <a:lnTo>
                    <a:pt x="541" y="2278"/>
                  </a:lnTo>
                  <a:lnTo>
                    <a:pt x="425" y="1738"/>
                  </a:lnTo>
                  <a:lnTo>
                    <a:pt x="387" y="1158"/>
                  </a:lnTo>
                  <a:lnTo>
                    <a:pt x="387" y="618"/>
                  </a:lnTo>
                  <a:lnTo>
                    <a:pt x="425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"/>
            <p:cNvSpPr/>
            <p:nvPr/>
          </p:nvSpPr>
          <p:spPr>
            <a:xfrm>
              <a:off x="5576625" y="4556050"/>
              <a:ext cx="35725" cy="28975"/>
            </a:xfrm>
            <a:custGeom>
              <a:avLst/>
              <a:gdLst/>
              <a:ahLst/>
              <a:cxnLst/>
              <a:rect l="l" t="t" r="r" b="b"/>
              <a:pathLst>
                <a:path w="1429" h="1159" extrusionOk="0">
                  <a:moveTo>
                    <a:pt x="502" y="0"/>
                  </a:moveTo>
                  <a:lnTo>
                    <a:pt x="309" y="116"/>
                  </a:lnTo>
                  <a:lnTo>
                    <a:pt x="193" y="232"/>
                  </a:lnTo>
                  <a:lnTo>
                    <a:pt x="77" y="386"/>
                  </a:lnTo>
                  <a:lnTo>
                    <a:pt x="39" y="541"/>
                  </a:lnTo>
                  <a:lnTo>
                    <a:pt x="0" y="734"/>
                  </a:lnTo>
                  <a:lnTo>
                    <a:pt x="39" y="927"/>
                  </a:lnTo>
                  <a:lnTo>
                    <a:pt x="116" y="1081"/>
                  </a:lnTo>
                  <a:lnTo>
                    <a:pt x="193" y="1159"/>
                  </a:lnTo>
                  <a:lnTo>
                    <a:pt x="348" y="1159"/>
                  </a:lnTo>
                  <a:lnTo>
                    <a:pt x="425" y="1043"/>
                  </a:lnTo>
                  <a:lnTo>
                    <a:pt x="425" y="1004"/>
                  </a:lnTo>
                  <a:lnTo>
                    <a:pt x="386" y="927"/>
                  </a:lnTo>
                  <a:lnTo>
                    <a:pt x="386" y="850"/>
                  </a:lnTo>
                  <a:lnTo>
                    <a:pt x="348" y="772"/>
                  </a:lnTo>
                  <a:lnTo>
                    <a:pt x="425" y="579"/>
                  </a:lnTo>
                  <a:lnTo>
                    <a:pt x="541" y="425"/>
                  </a:lnTo>
                  <a:lnTo>
                    <a:pt x="618" y="386"/>
                  </a:lnTo>
                  <a:lnTo>
                    <a:pt x="773" y="386"/>
                  </a:lnTo>
                  <a:lnTo>
                    <a:pt x="850" y="425"/>
                  </a:lnTo>
                  <a:lnTo>
                    <a:pt x="966" y="579"/>
                  </a:lnTo>
                  <a:lnTo>
                    <a:pt x="1004" y="657"/>
                  </a:lnTo>
                  <a:lnTo>
                    <a:pt x="1004" y="734"/>
                  </a:lnTo>
                  <a:lnTo>
                    <a:pt x="966" y="927"/>
                  </a:lnTo>
                  <a:lnTo>
                    <a:pt x="966" y="1004"/>
                  </a:lnTo>
                  <a:lnTo>
                    <a:pt x="966" y="1081"/>
                  </a:lnTo>
                  <a:lnTo>
                    <a:pt x="1004" y="1120"/>
                  </a:lnTo>
                  <a:lnTo>
                    <a:pt x="1081" y="1159"/>
                  </a:lnTo>
                  <a:lnTo>
                    <a:pt x="1197" y="1159"/>
                  </a:lnTo>
                  <a:lnTo>
                    <a:pt x="1275" y="1120"/>
                  </a:lnTo>
                  <a:lnTo>
                    <a:pt x="1313" y="1081"/>
                  </a:lnTo>
                  <a:lnTo>
                    <a:pt x="1390" y="888"/>
                  </a:lnTo>
                  <a:lnTo>
                    <a:pt x="1429" y="734"/>
                  </a:lnTo>
                  <a:lnTo>
                    <a:pt x="1390" y="541"/>
                  </a:lnTo>
                  <a:lnTo>
                    <a:pt x="1313" y="348"/>
                  </a:lnTo>
                  <a:lnTo>
                    <a:pt x="1197" y="193"/>
                  </a:lnTo>
                  <a:lnTo>
                    <a:pt x="1043" y="77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2"/>
            <p:cNvSpPr/>
            <p:nvPr/>
          </p:nvSpPr>
          <p:spPr>
            <a:xfrm>
              <a:off x="5523525" y="4559900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1"/>
                  </a:moveTo>
                  <a:lnTo>
                    <a:pt x="425" y="39"/>
                  </a:lnTo>
                  <a:lnTo>
                    <a:pt x="232" y="117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2"/>
                  </a:lnTo>
                  <a:lnTo>
                    <a:pt x="78" y="966"/>
                  </a:lnTo>
                  <a:lnTo>
                    <a:pt x="232" y="1082"/>
                  </a:lnTo>
                  <a:lnTo>
                    <a:pt x="387" y="1198"/>
                  </a:lnTo>
                  <a:lnTo>
                    <a:pt x="464" y="1198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4" y="1005"/>
                  </a:lnTo>
                  <a:lnTo>
                    <a:pt x="387" y="927"/>
                  </a:lnTo>
                  <a:lnTo>
                    <a:pt x="348" y="812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7" y="503"/>
                  </a:lnTo>
                  <a:lnTo>
                    <a:pt x="464" y="464"/>
                  </a:lnTo>
                  <a:lnTo>
                    <a:pt x="541" y="387"/>
                  </a:lnTo>
                  <a:lnTo>
                    <a:pt x="773" y="387"/>
                  </a:lnTo>
                  <a:lnTo>
                    <a:pt x="850" y="464"/>
                  </a:lnTo>
                  <a:lnTo>
                    <a:pt x="927" y="541"/>
                  </a:lnTo>
                  <a:lnTo>
                    <a:pt x="966" y="657"/>
                  </a:lnTo>
                  <a:lnTo>
                    <a:pt x="1004" y="850"/>
                  </a:lnTo>
                  <a:lnTo>
                    <a:pt x="1043" y="966"/>
                  </a:lnTo>
                  <a:lnTo>
                    <a:pt x="1082" y="1043"/>
                  </a:lnTo>
                  <a:lnTo>
                    <a:pt x="1159" y="1082"/>
                  </a:lnTo>
                  <a:lnTo>
                    <a:pt x="1197" y="1082"/>
                  </a:lnTo>
                  <a:lnTo>
                    <a:pt x="1275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5" y="387"/>
                  </a:lnTo>
                  <a:lnTo>
                    <a:pt x="1159" y="232"/>
                  </a:lnTo>
                  <a:lnTo>
                    <a:pt x="1004" y="78"/>
                  </a:lnTo>
                  <a:lnTo>
                    <a:pt x="81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2"/>
            <p:cNvSpPr/>
            <p:nvPr/>
          </p:nvSpPr>
          <p:spPr>
            <a:xfrm>
              <a:off x="4050375" y="4567625"/>
              <a:ext cx="30900" cy="168975"/>
            </a:xfrm>
            <a:custGeom>
              <a:avLst/>
              <a:gdLst/>
              <a:ahLst/>
              <a:cxnLst/>
              <a:rect l="l" t="t" r="r" b="b"/>
              <a:pathLst>
                <a:path w="1236" h="6759" extrusionOk="0">
                  <a:moveTo>
                    <a:pt x="1120" y="1"/>
                  </a:moveTo>
                  <a:lnTo>
                    <a:pt x="1081" y="39"/>
                  </a:lnTo>
                  <a:lnTo>
                    <a:pt x="1043" y="39"/>
                  </a:lnTo>
                  <a:lnTo>
                    <a:pt x="850" y="78"/>
                  </a:lnTo>
                  <a:lnTo>
                    <a:pt x="850" y="116"/>
                  </a:lnTo>
                  <a:lnTo>
                    <a:pt x="541" y="1738"/>
                  </a:lnTo>
                  <a:lnTo>
                    <a:pt x="309" y="3399"/>
                  </a:lnTo>
                  <a:lnTo>
                    <a:pt x="116" y="5059"/>
                  </a:lnTo>
                  <a:lnTo>
                    <a:pt x="0" y="6720"/>
                  </a:lnTo>
                  <a:lnTo>
                    <a:pt x="232" y="6758"/>
                  </a:lnTo>
                  <a:lnTo>
                    <a:pt x="502" y="5136"/>
                  </a:lnTo>
                  <a:lnTo>
                    <a:pt x="772" y="3515"/>
                  </a:lnTo>
                  <a:lnTo>
                    <a:pt x="965" y="1854"/>
                  </a:lnTo>
                  <a:lnTo>
                    <a:pt x="1081" y="232"/>
                  </a:lnTo>
                  <a:lnTo>
                    <a:pt x="1236" y="78"/>
                  </a:lnTo>
                  <a:lnTo>
                    <a:pt x="1236" y="39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2"/>
            <p:cNvSpPr/>
            <p:nvPr/>
          </p:nvSpPr>
          <p:spPr>
            <a:xfrm>
              <a:off x="4077400" y="4569550"/>
              <a:ext cx="121650" cy="144850"/>
            </a:xfrm>
            <a:custGeom>
              <a:avLst/>
              <a:gdLst/>
              <a:ahLst/>
              <a:cxnLst/>
              <a:rect l="l" t="t" r="r" b="b"/>
              <a:pathLst>
                <a:path w="4866" h="5794" extrusionOk="0">
                  <a:moveTo>
                    <a:pt x="155" y="1"/>
                  </a:moveTo>
                  <a:lnTo>
                    <a:pt x="0" y="155"/>
                  </a:lnTo>
                  <a:lnTo>
                    <a:pt x="1197" y="1545"/>
                  </a:lnTo>
                  <a:lnTo>
                    <a:pt x="2356" y="2936"/>
                  </a:lnTo>
                  <a:lnTo>
                    <a:pt x="2896" y="3631"/>
                  </a:lnTo>
                  <a:lnTo>
                    <a:pt x="3476" y="4403"/>
                  </a:lnTo>
                  <a:lnTo>
                    <a:pt x="4055" y="5098"/>
                  </a:lnTo>
                  <a:lnTo>
                    <a:pt x="4325" y="5445"/>
                  </a:lnTo>
                  <a:lnTo>
                    <a:pt x="4634" y="5793"/>
                  </a:lnTo>
                  <a:lnTo>
                    <a:pt x="4827" y="5754"/>
                  </a:lnTo>
                  <a:lnTo>
                    <a:pt x="4866" y="5716"/>
                  </a:lnTo>
                  <a:lnTo>
                    <a:pt x="4866" y="5639"/>
                  </a:lnTo>
                  <a:lnTo>
                    <a:pt x="4634" y="5252"/>
                  </a:lnTo>
                  <a:lnTo>
                    <a:pt x="4402" y="4866"/>
                  </a:lnTo>
                  <a:lnTo>
                    <a:pt x="3862" y="4171"/>
                  </a:lnTo>
                  <a:lnTo>
                    <a:pt x="2703" y="2781"/>
                  </a:lnTo>
                  <a:lnTo>
                    <a:pt x="1468" y="1352"/>
                  </a:lnTo>
                  <a:lnTo>
                    <a:pt x="811" y="657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2"/>
            <p:cNvSpPr/>
            <p:nvPr/>
          </p:nvSpPr>
          <p:spPr>
            <a:xfrm>
              <a:off x="3931625" y="4577275"/>
              <a:ext cx="61800" cy="160275"/>
            </a:xfrm>
            <a:custGeom>
              <a:avLst/>
              <a:gdLst/>
              <a:ahLst/>
              <a:cxnLst/>
              <a:rect l="l" t="t" r="r" b="b"/>
              <a:pathLst>
                <a:path w="2472" h="6411" extrusionOk="0">
                  <a:moveTo>
                    <a:pt x="309" y="1"/>
                  </a:moveTo>
                  <a:lnTo>
                    <a:pt x="0" y="78"/>
                  </a:lnTo>
                  <a:lnTo>
                    <a:pt x="194" y="927"/>
                  </a:lnTo>
                  <a:lnTo>
                    <a:pt x="425" y="1777"/>
                  </a:lnTo>
                  <a:lnTo>
                    <a:pt x="657" y="2627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4"/>
                  </a:lnTo>
                  <a:lnTo>
                    <a:pt x="1661" y="5716"/>
                  </a:lnTo>
                  <a:lnTo>
                    <a:pt x="1584" y="5793"/>
                  </a:lnTo>
                  <a:lnTo>
                    <a:pt x="1545" y="5870"/>
                  </a:lnTo>
                  <a:lnTo>
                    <a:pt x="1777" y="5909"/>
                  </a:lnTo>
                  <a:lnTo>
                    <a:pt x="1931" y="6140"/>
                  </a:lnTo>
                  <a:lnTo>
                    <a:pt x="2086" y="6334"/>
                  </a:lnTo>
                  <a:lnTo>
                    <a:pt x="2124" y="6411"/>
                  </a:lnTo>
                  <a:lnTo>
                    <a:pt x="2317" y="6411"/>
                  </a:lnTo>
                  <a:lnTo>
                    <a:pt x="2356" y="6334"/>
                  </a:lnTo>
                  <a:lnTo>
                    <a:pt x="2433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4" y="5600"/>
                  </a:lnTo>
                  <a:lnTo>
                    <a:pt x="1970" y="5214"/>
                  </a:lnTo>
                  <a:lnTo>
                    <a:pt x="1738" y="4441"/>
                  </a:lnTo>
                  <a:lnTo>
                    <a:pt x="1198" y="2935"/>
                  </a:lnTo>
                  <a:lnTo>
                    <a:pt x="734" y="1468"/>
                  </a:lnTo>
                  <a:lnTo>
                    <a:pt x="30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2"/>
            <p:cNvSpPr/>
            <p:nvPr/>
          </p:nvSpPr>
          <p:spPr>
            <a:xfrm>
              <a:off x="3941275" y="4579200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1"/>
                  </a:moveTo>
                  <a:lnTo>
                    <a:pt x="1" y="40"/>
                  </a:lnTo>
                  <a:lnTo>
                    <a:pt x="1970" y="3206"/>
                  </a:lnTo>
                  <a:lnTo>
                    <a:pt x="4055" y="6334"/>
                  </a:lnTo>
                  <a:lnTo>
                    <a:pt x="4055" y="6334"/>
                  </a:lnTo>
                  <a:lnTo>
                    <a:pt x="3553" y="6295"/>
                  </a:lnTo>
                  <a:lnTo>
                    <a:pt x="3051" y="6179"/>
                  </a:lnTo>
                  <a:lnTo>
                    <a:pt x="2588" y="6025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7"/>
                  </a:lnTo>
                  <a:lnTo>
                    <a:pt x="3283" y="6643"/>
                  </a:lnTo>
                  <a:lnTo>
                    <a:pt x="3708" y="6720"/>
                  </a:lnTo>
                  <a:lnTo>
                    <a:pt x="4132" y="6797"/>
                  </a:lnTo>
                  <a:lnTo>
                    <a:pt x="4596" y="6836"/>
                  </a:lnTo>
                  <a:lnTo>
                    <a:pt x="5484" y="6836"/>
                  </a:lnTo>
                  <a:lnTo>
                    <a:pt x="6372" y="6759"/>
                  </a:lnTo>
                  <a:lnTo>
                    <a:pt x="7299" y="6643"/>
                  </a:lnTo>
                  <a:lnTo>
                    <a:pt x="8148" y="6488"/>
                  </a:lnTo>
                  <a:lnTo>
                    <a:pt x="8959" y="6295"/>
                  </a:lnTo>
                  <a:lnTo>
                    <a:pt x="9770" y="6025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7" y="4673"/>
                  </a:lnTo>
                  <a:lnTo>
                    <a:pt x="12666" y="4403"/>
                  </a:lnTo>
                  <a:lnTo>
                    <a:pt x="12975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9"/>
                  </a:lnTo>
                  <a:lnTo>
                    <a:pt x="13979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2" y="2163"/>
                  </a:lnTo>
                  <a:lnTo>
                    <a:pt x="14172" y="2125"/>
                  </a:lnTo>
                  <a:lnTo>
                    <a:pt x="13863" y="2125"/>
                  </a:lnTo>
                  <a:lnTo>
                    <a:pt x="13825" y="2163"/>
                  </a:lnTo>
                  <a:lnTo>
                    <a:pt x="13554" y="2704"/>
                  </a:lnTo>
                  <a:lnTo>
                    <a:pt x="13207" y="3167"/>
                  </a:lnTo>
                  <a:lnTo>
                    <a:pt x="12859" y="3631"/>
                  </a:lnTo>
                  <a:lnTo>
                    <a:pt x="12473" y="4017"/>
                  </a:lnTo>
                  <a:lnTo>
                    <a:pt x="12010" y="4364"/>
                  </a:lnTo>
                  <a:lnTo>
                    <a:pt x="11546" y="4712"/>
                  </a:lnTo>
                  <a:lnTo>
                    <a:pt x="11083" y="4982"/>
                  </a:lnTo>
                  <a:lnTo>
                    <a:pt x="10542" y="5253"/>
                  </a:lnTo>
                  <a:lnTo>
                    <a:pt x="10349" y="5253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7"/>
                  </a:lnTo>
                  <a:lnTo>
                    <a:pt x="10156" y="5446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2"/>
                  </a:lnTo>
                  <a:lnTo>
                    <a:pt x="6758" y="6295"/>
                  </a:lnTo>
                  <a:lnTo>
                    <a:pt x="6218" y="6334"/>
                  </a:lnTo>
                  <a:lnTo>
                    <a:pt x="5677" y="6411"/>
                  </a:lnTo>
                  <a:lnTo>
                    <a:pt x="4557" y="6411"/>
                  </a:lnTo>
                  <a:lnTo>
                    <a:pt x="4596" y="6295"/>
                  </a:lnTo>
                  <a:lnTo>
                    <a:pt x="4364" y="6257"/>
                  </a:lnTo>
                  <a:lnTo>
                    <a:pt x="3399" y="4635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2"/>
            <p:cNvSpPr/>
            <p:nvPr/>
          </p:nvSpPr>
          <p:spPr>
            <a:xfrm>
              <a:off x="6364350" y="4636175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0"/>
                  </a:moveTo>
                  <a:lnTo>
                    <a:pt x="3052" y="39"/>
                  </a:lnTo>
                  <a:lnTo>
                    <a:pt x="2781" y="77"/>
                  </a:lnTo>
                  <a:lnTo>
                    <a:pt x="2511" y="193"/>
                  </a:lnTo>
                  <a:lnTo>
                    <a:pt x="2241" y="309"/>
                  </a:lnTo>
                  <a:lnTo>
                    <a:pt x="2009" y="425"/>
                  </a:lnTo>
                  <a:lnTo>
                    <a:pt x="1739" y="579"/>
                  </a:lnTo>
                  <a:lnTo>
                    <a:pt x="1507" y="773"/>
                  </a:lnTo>
                  <a:lnTo>
                    <a:pt x="1121" y="1197"/>
                  </a:lnTo>
                  <a:lnTo>
                    <a:pt x="735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8"/>
                  </a:lnTo>
                  <a:lnTo>
                    <a:pt x="40" y="3746"/>
                  </a:lnTo>
                  <a:lnTo>
                    <a:pt x="1" y="4055"/>
                  </a:lnTo>
                  <a:lnTo>
                    <a:pt x="1" y="4402"/>
                  </a:lnTo>
                  <a:lnTo>
                    <a:pt x="40" y="4673"/>
                  </a:lnTo>
                  <a:lnTo>
                    <a:pt x="117" y="4904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5" y="5252"/>
                  </a:lnTo>
                  <a:lnTo>
                    <a:pt x="966" y="5290"/>
                  </a:lnTo>
                  <a:lnTo>
                    <a:pt x="1700" y="5290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827"/>
                  </a:lnTo>
                  <a:lnTo>
                    <a:pt x="735" y="4711"/>
                  </a:lnTo>
                  <a:lnTo>
                    <a:pt x="580" y="4595"/>
                  </a:lnTo>
                  <a:lnTo>
                    <a:pt x="542" y="4441"/>
                  </a:lnTo>
                  <a:lnTo>
                    <a:pt x="542" y="4248"/>
                  </a:lnTo>
                  <a:lnTo>
                    <a:pt x="542" y="4055"/>
                  </a:lnTo>
                  <a:lnTo>
                    <a:pt x="580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54" y="1159"/>
                  </a:lnTo>
                  <a:lnTo>
                    <a:pt x="2202" y="888"/>
                  </a:lnTo>
                  <a:lnTo>
                    <a:pt x="2627" y="695"/>
                  </a:lnTo>
                  <a:lnTo>
                    <a:pt x="3090" y="579"/>
                  </a:lnTo>
                  <a:lnTo>
                    <a:pt x="3592" y="541"/>
                  </a:lnTo>
                  <a:lnTo>
                    <a:pt x="4094" y="579"/>
                  </a:lnTo>
                  <a:lnTo>
                    <a:pt x="4249" y="541"/>
                  </a:lnTo>
                  <a:lnTo>
                    <a:pt x="4326" y="464"/>
                  </a:lnTo>
                  <a:lnTo>
                    <a:pt x="4403" y="502"/>
                  </a:lnTo>
                  <a:lnTo>
                    <a:pt x="4480" y="464"/>
                  </a:lnTo>
                  <a:lnTo>
                    <a:pt x="4519" y="425"/>
                  </a:lnTo>
                  <a:lnTo>
                    <a:pt x="4519" y="348"/>
                  </a:lnTo>
                  <a:lnTo>
                    <a:pt x="4519" y="193"/>
                  </a:lnTo>
                  <a:lnTo>
                    <a:pt x="4210" y="155"/>
                  </a:lnTo>
                  <a:lnTo>
                    <a:pt x="3940" y="77"/>
                  </a:lnTo>
                  <a:lnTo>
                    <a:pt x="3631" y="39"/>
                  </a:lnTo>
                  <a:lnTo>
                    <a:pt x="336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2"/>
            <p:cNvSpPr/>
            <p:nvPr/>
          </p:nvSpPr>
          <p:spPr>
            <a:xfrm>
              <a:off x="5052425" y="4653550"/>
              <a:ext cx="61800" cy="89800"/>
            </a:xfrm>
            <a:custGeom>
              <a:avLst/>
              <a:gdLst/>
              <a:ahLst/>
              <a:cxnLst/>
              <a:rect l="l" t="t" r="r" b="b"/>
              <a:pathLst>
                <a:path w="2472" h="3592" extrusionOk="0">
                  <a:moveTo>
                    <a:pt x="1082" y="0"/>
                  </a:moveTo>
                  <a:lnTo>
                    <a:pt x="1004" y="39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2"/>
                  </a:lnTo>
                  <a:lnTo>
                    <a:pt x="850" y="232"/>
                  </a:lnTo>
                  <a:lnTo>
                    <a:pt x="773" y="271"/>
                  </a:lnTo>
                  <a:lnTo>
                    <a:pt x="734" y="348"/>
                  </a:lnTo>
                  <a:lnTo>
                    <a:pt x="695" y="425"/>
                  </a:lnTo>
                  <a:lnTo>
                    <a:pt x="695" y="502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5"/>
                  </a:lnTo>
                  <a:lnTo>
                    <a:pt x="1082" y="811"/>
                  </a:lnTo>
                  <a:lnTo>
                    <a:pt x="1275" y="927"/>
                  </a:lnTo>
                  <a:lnTo>
                    <a:pt x="1468" y="1082"/>
                  </a:lnTo>
                  <a:lnTo>
                    <a:pt x="1622" y="1275"/>
                  </a:lnTo>
                  <a:lnTo>
                    <a:pt x="1777" y="1468"/>
                  </a:lnTo>
                  <a:lnTo>
                    <a:pt x="1854" y="1699"/>
                  </a:lnTo>
                  <a:lnTo>
                    <a:pt x="1931" y="1931"/>
                  </a:lnTo>
                  <a:lnTo>
                    <a:pt x="1931" y="2163"/>
                  </a:lnTo>
                  <a:lnTo>
                    <a:pt x="1931" y="2433"/>
                  </a:lnTo>
                  <a:lnTo>
                    <a:pt x="1815" y="2742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1"/>
                  </a:lnTo>
                  <a:lnTo>
                    <a:pt x="1390" y="3128"/>
                  </a:lnTo>
                  <a:lnTo>
                    <a:pt x="1197" y="3128"/>
                  </a:lnTo>
                  <a:lnTo>
                    <a:pt x="1043" y="3089"/>
                  </a:lnTo>
                  <a:lnTo>
                    <a:pt x="927" y="3012"/>
                  </a:lnTo>
                  <a:lnTo>
                    <a:pt x="850" y="2896"/>
                  </a:lnTo>
                  <a:lnTo>
                    <a:pt x="811" y="2742"/>
                  </a:lnTo>
                  <a:lnTo>
                    <a:pt x="850" y="2587"/>
                  </a:lnTo>
                  <a:lnTo>
                    <a:pt x="927" y="2433"/>
                  </a:lnTo>
                  <a:lnTo>
                    <a:pt x="1043" y="2317"/>
                  </a:lnTo>
                  <a:lnTo>
                    <a:pt x="1159" y="2240"/>
                  </a:lnTo>
                  <a:lnTo>
                    <a:pt x="1159" y="2124"/>
                  </a:lnTo>
                  <a:lnTo>
                    <a:pt x="1120" y="2008"/>
                  </a:lnTo>
                  <a:lnTo>
                    <a:pt x="1043" y="1931"/>
                  </a:lnTo>
                  <a:lnTo>
                    <a:pt x="657" y="1622"/>
                  </a:lnTo>
                  <a:lnTo>
                    <a:pt x="425" y="1468"/>
                  </a:lnTo>
                  <a:lnTo>
                    <a:pt x="193" y="1313"/>
                  </a:lnTo>
                  <a:lnTo>
                    <a:pt x="0" y="1622"/>
                  </a:lnTo>
                  <a:lnTo>
                    <a:pt x="271" y="1892"/>
                  </a:lnTo>
                  <a:lnTo>
                    <a:pt x="580" y="2124"/>
                  </a:lnTo>
                  <a:lnTo>
                    <a:pt x="425" y="2356"/>
                  </a:lnTo>
                  <a:lnTo>
                    <a:pt x="348" y="2626"/>
                  </a:lnTo>
                  <a:lnTo>
                    <a:pt x="309" y="2896"/>
                  </a:lnTo>
                  <a:lnTo>
                    <a:pt x="348" y="3051"/>
                  </a:lnTo>
                  <a:lnTo>
                    <a:pt x="425" y="3167"/>
                  </a:lnTo>
                  <a:lnTo>
                    <a:pt x="541" y="3321"/>
                  </a:lnTo>
                  <a:lnTo>
                    <a:pt x="695" y="3476"/>
                  </a:lnTo>
                  <a:lnTo>
                    <a:pt x="888" y="3553"/>
                  </a:lnTo>
                  <a:lnTo>
                    <a:pt x="1082" y="3591"/>
                  </a:lnTo>
                  <a:lnTo>
                    <a:pt x="1275" y="3591"/>
                  </a:lnTo>
                  <a:lnTo>
                    <a:pt x="1506" y="3553"/>
                  </a:lnTo>
                  <a:lnTo>
                    <a:pt x="1699" y="3514"/>
                  </a:lnTo>
                  <a:lnTo>
                    <a:pt x="1854" y="3398"/>
                  </a:lnTo>
                  <a:lnTo>
                    <a:pt x="2047" y="3244"/>
                  </a:lnTo>
                  <a:lnTo>
                    <a:pt x="2201" y="3051"/>
                  </a:lnTo>
                  <a:lnTo>
                    <a:pt x="2317" y="2858"/>
                  </a:lnTo>
                  <a:lnTo>
                    <a:pt x="2394" y="2665"/>
                  </a:lnTo>
                  <a:lnTo>
                    <a:pt x="2433" y="2472"/>
                  </a:lnTo>
                  <a:lnTo>
                    <a:pt x="2472" y="2240"/>
                  </a:lnTo>
                  <a:lnTo>
                    <a:pt x="2433" y="2008"/>
                  </a:lnTo>
                  <a:lnTo>
                    <a:pt x="2394" y="1815"/>
                  </a:lnTo>
                  <a:lnTo>
                    <a:pt x="2317" y="1583"/>
                  </a:lnTo>
                  <a:lnTo>
                    <a:pt x="2201" y="1390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6"/>
                  </a:lnTo>
                  <a:lnTo>
                    <a:pt x="11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2"/>
            <p:cNvSpPr/>
            <p:nvPr/>
          </p:nvSpPr>
          <p:spPr>
            <a:xfrm>
              <a:off x="6613425" y="4670925"/>
              <a:ext cx="26100" cy="11600"/>
            </a:xfrm>
            <a:custGeom>
              <a:avLst/>
              <a:gdLst/>
              <a:ahLst/>
              <a:cxnLst/>
              <a:rect l="l" t="t" r="r" b="b"/>
              <a:pathLst>
                <a:path w="1044" h="464" extrusionOk="0">
                  <a:moveTo>
                    <a:pt x="773" y="0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3"/>
                  </a:lnTo>
                  <a:lnTo>
                    <a:pt x="39" y="232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2"/>
                  </a:lnTo>
                  <a:lnTo>
                    <a:pt x="1005" y="155"/>
                  </a:lnTo>
                  <a:lnTo>
                    <a:pt x="966" y="116"/>
                  </a:lnTo>
                  <a:lnTo>
                    <a:pt x="889" y="39"/>
                  </a:lnTo>
                  <a:lnTo>
                    <a:pt x="77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2"/>
            <p:cNvSpPr/>
            <p:nvPr/>
          </p:nvSpPr>
          <p:spPr>
            <a:xfrm>
              <a:off x="6514950" y="4676725"/>
              <a:ext cx="21275" cy="8700"/>
            </a:xfrm>
            <a:custGeom>
              <a:avLst/>
              <a:gdLst/>
              <a:ahLst/>
              <a:cxnLst/>
              <a:rect l="l" t="t" r="r" b="b"/>
              <a:pathLst>
                <a:path w="851" h="348" extrusionOk="0">
                  <a:moveTo>
                    <a:pt x="426" y="0"/>
                  </a:moveTo>
                  <a:lnTo>
                    <a:pt x="155" y="39"/>
                  </a:lnTo>
                  <a:lnTo>
                    <a:pt x="117" y="39"/>
                  </a:lnTo>
                  <a:lnTo>
                    <a:pt x="39" y="77"/>
                  </a:lnTo>
                  <a:lnTo>
                    <a:pt x="1" y="193"/>
                  </a:lnTo>
                  <a:lnTo>
                    <a:pt x="39" y="270"/>
                  </a:lnTo>
                  <a:lnTo>
                    <a:pt x="117" y="309"/>
                  </a:lnTo>
                  <a:lnTo>
                    <a:pt x="155" y="348"/>
                  </a:lnTo>
                  <a:lnTo>
                    <a:pt x="735" y="348"/>
                  </a:lnTo>
                  <a:lnTo>
                    <a:pt x="812" y="270"/>
                  </a:lnTo>
                  <a:lnTo>
                    <a:pt x="850" y="193"/>
                  </a:lnTo>
                  <a:lnTo>
                    <a:pt x="812" y="77"/>
                  </a:lnTo>
                  <a:lnTo>
                    <a:pt x="73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2"/>
            <p:cNvSpPr/>
            <p:nvPr/>
          </p:nvSpPr>
          <p:spPr>
            <a:xfrm>
              <a:off x="4656625" y="4677675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1"/>
                  </a:moveTo>
                  <a:lnTo>
                    <a:pt x="0" y="232"/>
                  </a:lnTo>
                  <a:lnTo>
                    <a:pt x="502" y="966"/>
                  </a:lnTo>
                  <a:lnTo>
                    <a:pt x="1043" y="1622"/>
                  </a:lnTo>
                  <a:lnTo>
                    <a:pt x="1699" y="2279"/>
                  </a:lnTo>
                  <a:lnTo>
                    <a:pt x="2356" y="2858"/>
                  </a:lnTo>
                  <a:lnTo>
                    <a:pt x="3089" y="3399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4" y="4982"/>
                  </a:lnTo>
                  <a:lnTo>
                    <a:pt x="8998" y="4943"/>
                  </a:lnTo>
                  <a:lnTo>
                    <a:pt x="9422" y="4866"/>
                  </a:lnTo>
                  <a:lnTo>
                    <a:pt x="9847" y="4789"/>
                  </a:lnTo>
                  <a:lnTo>
                    <a:pt x="10272" y="4673"/>
                  </a:lnTo>
                  <a:lnTo>
                    <a:pt x="10658" y="4519"/>
                  </a:lnTo>
                  <a:lnTo>
                    <a:pt x="11083" y="4326"/>
                  </a:lnTo>
                  <a:lnTo>
                    <a:pt x="11469" y="4132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318" y="3553"/>
                  </a:lnTo>
                  <a:lnTo>
                    <a:pt x="12434" y="3206"/>
                  </a:lnTo>
                  <a:lnTo>
                    <a:pt x="12357" y="3167"/>
                  </a:lnTo>
                  <a:lnTo>
                    <a:pt x="12280" y="3206"/>
                  </a:lnTo>
                  <a:lnTo>
                    <a:pt x="12203" y="3128"/>
                  </a:lnTo>
                  <a:lnTo>
                    <a:pt x="12009" y="3128"/>
                  </a:lnTo>
                  <a:lnTo>
                    <a:pt x="11932" y="3206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2" y="3862"/>
                  </a:lnTo>
                  <a:lnTo>
                    <a:pt x="10426" y="4017"/>
                  </a:lnTo>
                  <a:lnTo>
                    <a:pt x="10040" y="4171"/>
                  </a:lnTo>
                  <a:lnTo>
                    <a:pt x="9615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1" y="4480"/>
                  </a:lnTo>
                  <a:lnTo>
                    <a:pt x="7916" y="4480"/>
                  </a:lnTo>
                  <a:lnTo>
                    <a:pt x="7492" y="4441"/>
                  </a:lnTo>
                  <a:lnTo>
                    <a:pt x="7067" y="4403"/>
                  </a:lnTo>
                  <a:lnTo>
                    <a:pt x="6642" y="4364"/>
                  </a:lnTo>
                  <a:lnTo>
                    <a:pt x="6217" y="4248"/>
                  </a:lnTo>
                  <a:lnTo>
                    <a:pt x="5792" y="4171"/>
                  </a:lnTo>
                  <a:lnTo>
                    <a:pt x="5368" y="4017"/>
                  </a:lnTo>
                  <a:lnTo>
                    <a:pt x="4595" y="3708"/>
                  </a:lnTo>
                  <a:lnTo>
                    <a:pt x="3900" y="3283"/>
                  </a:lnTo>
                  <a:lnTo>
                    <a:pt x="3205" y="2820"/>
                  </a:lnTo>
                  <a:lnTo>
                    <a:pt x="2587" y="2318"/>
                  </a:lnTo>
                  <a:lnTo>
                    <a:pt x="1970" y="1777"/>
                  </a:lnTo>
                  <a:lnTo>
                    <a:pt x="1390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2"/>
            <p:cNvSpPr/>
            <p:nvPr/>
          </p:nvSpPr>
          <p:spPr>
            <a:xfrm>
              <a:off x="4964575" y="4684425"/>
              <a:ext cx="92700" cy="135200"/>
            </a:xfrm>
            <a:custGeom>
              <a:avLst/>
              <a:gdLst/>
              <a:ahLst/>
              <a:cxnLst/>
              <a:rect l="l" t="t" r="r" b="b"/>
              <a:pathLst>
                <a:path w="3708" h="5408" extrusionOk="0">
                  <a:moveTo>
                    <a:pt x="3398" y="1"/>
                  </a:moveTo>
                  <a:lnTo>
                    <a:pt x="3360" y="78"/>
                  </a:lnTo>
                  <a:lnTo>
                    <a:pt x="3244" y="78"/>
                  </a:lnTo>
                  <a:lnTo>
                    <a:pt x="3012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7"/>
                  </a:lnTo>
                  <a:lnTo>
                    <a:pt x="1777" y="1430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3" y="1932"/>
                  </a:lnTo>
                  <a:lnTo>
                    <a:pt x="1082" y="2009"/>
                  </a:lnTo>
                  <a:lnTo>
                    <a:pt x="1120" y="2086"/>
                  </a:lnTo>
                  <a:lnTo>
                    <a:pt x="1004" y="2086"/>
                  </a:lnTo>
                  <a:lnTo>
                    <a:pt x="889" y="2125"/>
                  </a:lnTo>
                  <a:lnTo>
                    <a:pt x="850" y="2163"/>
                  </a:lnTo>
                  <a:lnTo>
                    <a:pt x="811" y="2241"/>
                  </a:lnTo>
                  <a:lnTo>
                    <a:pt x="811" y="2356"/>
                  </a:lnTo>
                  <a:lnTo>
                    <a:pt x="811" y="2434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7" y="2588"/>
                  </a:lnTo>
                  <a:lnTo>
                    <a:pt x="1429" y="2704"/>
                  </a:lnTo>
                  <a:lnTo>
                    <a:pt x="1622" y="2820"/>
                  </a:lnTo>
                  <a:lnTo>
                    <a:pt x="1815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4" y="3631"/>
                  </a:lnTo>
                  <a:lnTo>
                    <a:pt x="2124" y="3901"/>
                  </a:lnTo>
                  <a:lnTo>
                    <a:pt x="2086" y="4094"/>
                  </a:lnTo>
                  <a:lnTo>
                    <a:pt x="2008" y="4326"/>
                  </a:lnTo>
                  <a:lnTo>
                    <a:pt x="1893" y="4519"/>
                  </a:lnTo>
                  <a:lnTo>
                    <a:pt x="1738" y="4712"/>
                  </a:lnTo>
                  <a:lnTo>
                    <a:pt x="1545" y="4828"/>
                  </a:lnTo>
                  <a:lnTo>
                    <a:pt x="1313" y="4944"/>
                  </a:lnTo>
                  <a:lnTo>
                    <a:pt x="1082" y="4944"/>
                  </a:lnTo>
                  <a:lnTo>
                    <a:pt x="889" y="4866"/>
                  </a:lnTo>
                  <a:lnTo>
                    <a:pt x="773" y="4751"/>
                  </a:lnTo>
                  <a:lnTo>
                    <a:pt x="695" y="4596"/>
                  </a:lnTo>
                  <a:lnTo>
                    <a:pt x="657" y="4442"/>
                  </a:lnTo>
                  <a:lnTo>
                    <a:pt x="734" y="4287"/>
                  </a:lnTo>
                  <a:lnTo>
                    <a:pt x="811" y="4210"/>
                  </a:lnTo>
                  <a:lnTo>
                    <a:pt x="889" y="4133"/>
                  </a:lnTo>
                  <a:lnTo>
                    <a:pt x="966" y="4094"/>
                  </a:lnTo>
                  <a:lnTo>
                    <a:pt x="1120" y="4094"/>
                  </a:lnTo>
                  <a:lnTo>
                    <a:pt x="1236" y="4017"/>
                  </a:lnTo>
                  <a:lnTo>
                    <a:pt x="1313" y="3901"/>
                  </a:lnTo>
                  <a:lnTo>
                    <a:pt x="1313" y="3785"/>
                  </a:lnTo>
                  <a:lnTo>
                    <a:pt x="1275" y="3708"/>
                  </a:lnTo>
                  <a:lnTo>
                    <a:pt x="1197" y="3669"/>
                  </a:lnTo>
                  <a:lnTo>
                    <a:pt x="116" y="2936"/>
                  </a:lnTo>
                  <a:lnTo>
                    <a:pt x="0" y="3283"/>
                  </a:lnTo>
                  <a:lnTo>
                    <a:pt x="657" y="3785"/>
                  </a:lnTo>
                  <a:lnTo>
                    <a:pt x="502" y="3862"/>
                  </a:lnTo>
                  <a:lnTo>
                    <a:pt x="387" y="3978"/>
                  </a:lnTo>
                  <a:lnTo>
                    <a:pt x="309" y="4094"/>
                  </a:lnTo>
                  <a:lnTo>
                    <a:pt x="232" y="4249"/>
                  </a:lnTo>
                  <a:lnTo>
                    <a:pt x="193" y="4403"/>
                  </a:lnTo>
                  <a:lnTo>
                    <a:pt x="193" y="4558"/>
                  </a:lnTo>
                  <a:lnTo>
                    <a:pt x="193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1" y="5253"/>
                  </a:lnTo>
                  <a:lnTo>
                    <a:pt x="734" y="5368"/>
                  </a:lnTo>
                  <a:lnTo>
                    <a:pt x="966" y="5407"/>
                  </a:lnTo>
                  <a:lnTo>
                    <a:pt x="1197" y="5407"/>
                  </a:lnTo>
                  <a:lnTo>
                    <a:pt x="1429" y="5368"/>
                  </a:lnTo>
                  <a:lnTo>
                    <a:pt x="1622" y="5330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0" y="4828"/>
                  </a:lnTo>
                  <a:lnTo>
                    <a:pt x="2395" y="4635"/>
                  </a:lnTo>
                  <a:lnTo>
                    <a:pt x="2510" y="4442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7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2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31" y="2472"/>
                  </a:lnTo>
                  <a:lnTo>
                    <a:pt x="1738" y="2356"/>
                  </a:lnTo>
                  <a:lnTo>
                    <a:pt x="1506" y="2202"/>
                  </a:lnTo>
                  <a:lnTo>
                    <a:pt x="1275" y="2125"/>
                  </a:lnTo>
                  <a:lnTo>
                    <a:pt x="1622" y="1970"/>
                  </a:lnTo>
                  <a:lnTo>
                    <a:pt x="1931" y="1816"/>
                  </a:lnTo>
                  <a:lnTo>
                    <a:pt x="2240" y="1623"/>
                  </a:lnTo>
                  <a:lnTo>
                    <a:pt x="2549" y="1391"/>
                  </a:lnTo>
                  <a:lnTo>
                    <a:pt x="2819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7" y="542"/>
                  </a:lnTo>
                  <a:lnTo>
                    <a:pt x="3514" y="387"/>
                  </a:lnTo>
                  <a:lnTo>
                    <a:pt x="3707" y="78"/>
                  </a:lnTo>
                  <a:lnTo>
                    <a:pt x="351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2"/>
            <p:cNvSpPr/>
            <p:nvPr/>
          </p:nvSpPr>
          <p:spPr>
            <a:xfrm>
              <a:off x="6406825" y="4717250"/>
              <a:ext cx="93675" cy="93675"/>
            </a:xfrm>
            <a:custGeom>
              <a:avLst/>
              <a:gdLst/>
              <a:ahLst/>
              <a:cxnLst/>
              <a:rect l="l" t="t" r="r" b="b"/>
              <a:pathLst>
                <a:path w="3747" h="3747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8" y="619"/>
                  </a:lnTo>
                  <a:lnTo>
                    <a:pt x="2550" y="696"/>
                  </a:lnTo>
                  <a:lnTo>
                    <a:pt x="2743" y="812"/>
                  </a:lnTo>
                  <a:lnTo>
                    <a:pt x="2936" y="966"/>
                  </a:lnTo>
                  <a:lnTo>
                    <a:pt x="3090" y="1198"/>
                  </a:lnTo>
                  <a:lnTo>
                    <a:pt x="3206" y="1430"/>
                  </a:lnTo>
                  <a:lnTo>
                    <a:pt x="3245" y="1700"/>
                  </a:lnTo>
                  <a:lnTo>
                    <a:pt x="3245" y="1970"/>
                  </a:lnTo>
                  <a:lnTo>
                    <a:pt x="3206" y="2202"/>
                  </a:lnTo>
                  <a:lnTo>
                    <a:pt x="3090" y="2472"/>
                  </a:lnTo>
                  <a:lnTo>
                    <a:pt x="2974" y="2665"/>
                  </a:lnTo>
                  <a:lnTo>
                    <a:pt x="2781" y="2897"/>
                  </a:lnTo>
                  <a:lnTo>
                    <a:pt x="2588" y="3051"/>
                  </a:lnTo>
                  <a:lnTo>
                    <a:pt x="2357" y="3167"/>
                  </a:lnTo>
                  <a:lnTo>
                    <a:pt x="2086" y="3245"/>
                  </a:lnTo>
                  <a:lnTo>
                    <a:pt x="1777" y="3245"/>
                  </a:lnTo>
                  <a:lnTo>
                    <a:pt x="1507" y="3167"/>
                  </a:lnTo>
                  <a:lnTo>
                    <a:pt x="1237" y="3051"/>
                  </a:lnTo>
                  <a:lnTo>
                    <a:pt x="966" y="2897"/>
                  </a:lnTo>
                  <a:lnTo>
                    <a:pt x="773" y="2665"/>
                  </a:lnTo>
                  <a:lnTo>
                    <a:pt x="619" y="2434"/>
                  </a:lnTo>
                  <a:lnTo>
                    <a:pt x="503" y="2163"/>
                  </a:lnTo>
                  <a:lnTo>
                    <a:pt x="503" y="1854"/>
                  </a:lnTo>
                  <a:lnTo>
                    <a:pt x="503" y="1584"/>
                  </a:lnTo>
                  <a:lnTo>
                    <a:pt x="619" y="1352"/>
                  </a:lnTo>
                  <a:lnTo>
                    <a:pt x="735" y="1121"/>
                  </a:lnTo>
                  <a:lnTo>
                    <a:pt x="928" y="928"/>
                  </a:lnTo>
                  <a:lnTo>
                    <a:pt x="1121" y="735"/>
                  </a:lnTo>
                  <a:lnTo>
                    <a:pt x="1353" y="580"/>
                  </a:lnTo>
                  <a:lnTo>
                    <a:pt x="1584" y="464"/>
                  </a:lnTo>
                  <a:close/>
                  <a:moveTo>
                    <a:pt x="1893" y="1"/>
                  </a:moveTo>
                  <a:lnTo>
                    <a:pt x="1700" y="39"/>
                  </a:lnTo>
                  <a:lnTo>
                    <a:pt x="1546" y="78"/>
                  </a:lnTo>
                  <a:lnTo>
                    <a:pt x="1353" y="155"/>
                  </a:lnTo>
                  <a:lnTo>
                    <a:pt x="1314" y="194"/>
                  </a:lnTo>
                  <a:lnTo>
                    <a:pt x="1082" y="271"/>
                  </a:lnTo>
                  <a:lnTo>
                    <a:pt x="851" y="387"/>
                  </a:lnTo>
                  <a:lnTo>
                    <a:pt x="619" y="580"/>
                  </a:lnTo>
                  <a:lnTo>
                    <a:pt x="426" y="773"/>
                  </a:lnTo>
                  <a:lnTo>
                    <a:pt x="271" y="966"/>
                  </a:lnTo>
                  <a:lnTo>
                    <a:pt x="155" y="1237"/>
                  </a:lnTo>
                  <a:lnTo>
                    <a:pt x="78" y="1468"/>
                  </a:lnTo>
                  <a:lnTo>
                    <a:pt x="1" y="1739"/>
                  </a:lnTo>
                  <a:lnTo>
                    <a:pt x="1" y="2047"/>
                  </a:lnTo>
                  <a:lnTo>
                    <a:pt x="40" y="2125"/>
                  </a:lnTo>
                  <a:lnTo>
                    <a:pt x="40" y="2318"/>
                  </a:lnTo>
                  <a:lnTo>
                    <a:pt x="117" y="2511"/>
                  </a:lnTo>
                  <a:lnTo>
                    <a:pt x="310" y="2858"/>
                  </a:lnTo>
                  <a:lnTo>
                    <a:pt x="542" y="3167"/>
                  </a:lnTo>
                  <a:lnTo>
                    <a:pt x="851" y="3399"/>
                  </a:lnTo>
                  <a:lnTo>
                    <a:pt x="1198" y="3592"/>
                  </a:lnTo>
                  <a:lnTo>
                    <a:pt x="1584" y="3708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7" y="3669"/>
                  </a:lnTo>
                  <a:lnTo>
                    <a:pt x="2627" y="3592"/>
                  </a:lnTo>
                  <a:lnTo>
                    <a:pt x="2897" y="3438"/>
                  </a:lnTo>
                  <a:lnTo>
                    <a:pt x="3129" y="3245"/>
                  </a:lnTo>
                  <a:lnTo>
                    <a:pt x="3322" y="3013"/>
                  </a:lnTo>
                  <a:lnTo>
                    <a:pt x="3476" y="2781"/>
                  </a:lnTo>
                  <a:lnTo>
                    <a:pt x="3631" y="2511"/>
                  </a:lnTo>
                  <a:lnTo>
                    <a:pt x="3708" y="2202"/>
                  </a:lnTo>
                  <a:lnTo>
                    <a:pt x="3747" y="1932"/>
                  </a:lnTo>
                  <a:lnTo>
                    <a:pt x="3747" y="1584"/>
                  </a:lnTo>
                  <a:lnTo>
                    <a:pt x="3669" y="1314"/>
                  </a:lnTo>
                  <a:lnTo>
                    <a:pt x="3515" y="1005"/>
                  </a:lnTo>
                  <a:lnTo>
                    <a:pt x="3322" y="696"/>
                  </a:lnTo>
                  <a:lnTo>
                    <a:pt x="3052" y="426"/>
                  </a:lnTo>
                  <a:lnTo>
                    <a:pt x="2743" y="233"/>
                  </a:lnTo>
                  <a:lnTo>
                    <a:pt x="2395" y="78"/>
                  </a:lnTo>
                  <a:lnTo>
                    <a:pt x="204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"/>
            <p:cNvSpPr/>
            <p:nvPr/>
          </p:nvSpPr>
          <p:spPr>
            <a:xfrm>
              <a:off x="2332000" y="4749125"/>
              <a:ext cx="326325" cy="58900"/>
            </a:xfrm>
            <a:custGeom>
              <a:avLst/>
              <a:gdLst/>
              <a:ahLst/>
              <a:cxnLst/>
              <a:rect l="l" t="t" r="r" b="b"/>
              <a:pathLst>
                <a:path w="13053" h="2356" extrusionOk="0">
                  <a:moveTo>
                    <a:pt x="12782" y="0"/>
                  </a:moveTo>
                  <a:lnTo>
                    <a:pt x="12705" y="39"/>
                  </a:lnTo>
                  <a:lnTo>
                    <a:pt x="12628" y="116"/>
                  </a:lnTo>
                  <a:lnTo>
                    <a:pt x="12589" y="193"/>
                  </a:lnTo>
                  <a:lnTo>
                    <a:pt x="12589" y="309"/>
                  </a:lnTo>
                  <a:lnTo>
                    <a:pt x="12589" y="502"/>
                  </a:lnTo>
                  <a:lnTo>
                    <a:pt x="12550" y="657"/>
                  </a:lnTo>
                  <a:lnTo>
                    <a:pt x="12435" y="811"/>
                  </a:lnTo>
                  <a:lnTo>
                    <a:pt x="12319" y="966"/>
                  </a:lnTo>
                  <a:lnTo>
                    <a:pt x="12164" y="1081"/>
                  </a:lnTo>
                  <a:lnTo>
                    <a:pt x="11971" y="1159"/>
                  </a:lnTo>
                  <a:lnTo>
                    <a:pt x="11546" y="1313"/>
                  </a:lnTo>
                  <a:lnTo>
                    <a:pt x="11083" y="1429"/>
                  </a:lnTo>
                  <a:lnTo>
                    <a:pt x="10581" y="1506"/>
                  </a:lnTo>
                  <a:lnTo>
                    <a:pt x="9847" y="1583"/>
                  </a:lnTo>
                  <a:lnTo>
                    <a:pt x="9423" y="1622"/>
                  </a:lnTo>
                  <a:lnTo>
                    <a:pt x="9423" y="1545"/>
                  </a:lnTo>
                  <a:lnTo>
                    <a:pt x="9423" y="1468"/>
                  </a:lnTo>
                  <a:lnTo>
                    <a:pt x="9152" y="888"/>
                  </a:lnTo>
                  <a:lnTo>
                    <a:pt x="8959" y="270"/>
                  </a:lnTo>
                  <a:lnTo>
                    <a:pt x="8612" y="386"/>
                  </a:lnTo>
                  <a:lnTo>
                    <a:pt x="8650" y="695"/>
                  </a:lnTo>
                  <a:lnTo>
                    <a:pt x="8728" y="1043"/>
                  </a:lnTo>
                  <a:lnTo>
                    <a:pt x="8843" y="1390"/>
                  </a:lnTo>
                  <a:lnTo>
                    <a:pt x="8998" y="1661"/>
                  </a:lnTo>
                  <a:lnTo>
                    <a:pt x="7839" y="1776"/>
                  </a:lnTo>
                  <a:lnTo>
                    <a:pt x="6681" y="1854"/>
                  </a:lnTo>
                  <a:lnTo>
                    <a:pt x="5252" y="1892"/>
                  </a:lnTo>
                  <a:lnTo>
                    <a:pt x="3862" y="1854"/>
                  </a:lnTo>
                  <a:lnTo>
                    <a:pt x="3592" y="1815"/>
                  </a:lnTo>
                  <a:lnTo>
                    <a:pt x="3746" y="1506"/>
                  </a:lnTo>
                  <a:lnTo>
                    <a:pt x="3785" y="1159"/>
                  </a:lnTo>
                  <a:lnTo>
                    <a:pt x="3785" y="811"/>
                  </a:lnTo>
                  <a:lnTo>
                    <a:pt x="3746" y="425"/>
                  </a:lnTo>
                  <a:lnTo>
                    <a:pt x="3399" y="464"/>
                  </a:lnTo>
                  <a:lnTo>
                    <a:pt x="3399" y="772"/>
                  </a:lnTo>
                  <a:lnTo>
                    <a:pt x="3360" y="1081"/>
                  </a:lnTo>
                  <a:lnTo>
                    <a:pt x="3244" y="1468"/>
                  </a:lnTo>
                  <a:lnTo>
                    <a:pt x="3128" y="1815"/>
                  </a:lnTo>
                  <a:lnTo>
                    <a:pt x="2202" y="1738"/>
                  </a:lnTo>
                  <a:lnTo>
                    <a:pt x="1738" y="1699"/>
                  </a:lnTo>
                  <a:lnTo>
                    <a:pt x="1275" y="1622"/>
                  </a:lnTo>
                  <a:lnTo>
                    <a:pt x="889" y="1468"/>
                  </a:lnTo>
                  <a:lnTo>
                    <a:pt x="734" y="1390"/>
                  </a:lnTo>
                  <a:lnTo>
                    <a:pt x="618" y="1313"/>
                  </a:lnTo>
                  <a:lnTo>
                    <a:pt x="503" y="1197"/>
                  </a:lnTo>
                  <a:lnTo>
                    <a:pt x="425" y="1081"/>
                  </a:lnTo>
                  <a:lnTo>
                    <a:pt x="387" y="966"/>
                  </a:lnTo>
                  <a:lnTo>
                    <a:pt x="387" y="811"/>
                  </a:lnTo>
                  <a:lnTo>
                    <a:pt x="387" y="772"/>
                  </a:lnTo>
                  <a:lnTo>
                    <a:pt x="387" y="695"/>
                  </a:lnTo>
                  <a:lnTo>
                    <a:pt x="310" y="618"/>
                  </a:lnTo>
                  <a:lnTo>
                    <a:pt x="194" y="618"/>
                  </a:lnTo>
                  <a:lnTo>
                    <a:pt x="155" y="657"/>
                  </a:lnTo>
                  <a:lnTo>
                    <a:pt x="116" y="695"/>
                  </a:lnTo>
                  <a:lnTo>
                    <a:pt x="39" y="850"/>
                  </a:lnTo>
                  <a:lnTo>
                    <a:pt x="1" y="1004"/>
                  </a:lnTo>
                  <a:lnTo>
                    <a:pt x="1" y="1159"/>
                  </a:lnTo>
                  <a:lnTo>
                    <a:pt x="1" y="1274"/>
                  </a:lnTo>
                  <a:lnTo>
                    <a:pt x="39" y="1390"/>
                  </a:lnTo>
                  <a:lnTo>
                    <a:pt x="116" y="1506"/>
                  </a:lnTo>
                  <a:lnTo>
                    <a:pt x="310" y="1699"/>
                  </a:lnTo>
                  <a:lnTo>
                    <a:pt x="541" y="1854"/>
                  </a:lnTo>
                  <a:lnTo>
                    <a:pt x="812" y="1970"/>
                  </a:lnTo>
                  <a:lnTo>
                    <a:pt x="1082" y="2047"/>
                  </a:lnTo>
                  <a:lnTo>
                    <a:pt x="1352" y="2085"/>
                  </a:lnTo>
                  <a:lnTo>
                    <a:pt x="2626" y="2240"/>
                  </a:lnTo>
                  <a:lnTo>
                    <a:pt x="3862" y="2317"/>
                  </a:lnTo>
                  <a:lnTo>
                    <a:pt x="5136" y="2356"/>
                  </a:lnTo>
                  <a:lnTo>
                    <a:pt x="6372" y="2356"/>
                  </a:lnTo>
                  <a:lnTo>
                    <a:pt x="7531" y="2278"/>
                  </a:lnTo>
                  <a:lnTo>
                    <a:pt x="8689" y="2201"/>
                  </a:lnTo>
                  <a:lnTo>
                    <a:pt x="9847" y="2047"/>
                  </a:lnTo>
                  <a:lnTo>
                    <a:pt x="11006" y="1892"/>
                  </a:lnTo>
                  <a:lnTo>
                    <a:pt x="11392" y="1815"/>
                  </a:lnTo>
                  <a:lnTo>
                    <a:pt x="11740" y="1738"/>
                  </a:lnTo>
                  <a:lnTo>
                    <a:pt x="12126" y="1583"/>
                  </a:lnTo>
                  <a:lnTo>
                    <a:pt x="12473" y="1429"/>
                  </a:lnTo>
                  <a:lnTo>
                    <a:pt x="12744" y="1236"/>
                  </a:lnTo>
                  <a:lnTo>
                    <a:pt x="12859" y="1081"/>
                  </a:lnTo>
                  <a:lnTo>
                    <a:pt x="12937" y="927"/>
                  </a:lnTo>
                  <a:lnTo>
                    <a:pt x="13014" y="772"/>
                  </a:lnTo>
                  <a:lnTo>
                    <a:pt x="13052" y="579"/>
                  </a:lnTo>
                  <a:lnTo>
                    <a:pt x="13052" y="386"/>
                  </a:lnTo>
                  <a:lnTo>
                    <a:pt x="13052" y="155"/>
                  </a:lnTo>
                  <a:lnTo>
                    <a:pt x="13014" y="77"/>
                  </a:lnTo>
                  <a:lnTo>
                    <a:pt x="1293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4" name="Google Shape;284;p2"/>
          <p:cNvSpPr txBox="1">
            <a:spLocks noGrp="1"/>
          </p:cNvSpPr>
          <p:nvPr>
            <p:ph type="ctrTitle"/>
          </p:nvPr>
        </p:nvSpPr>
        <p:spPr>
          <a:xfrm>
            <a:off x="1471500" y="1104275"/>
            <a:ext cx="6201000" cy="2097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500"/>
              <a:buFont typeface="Loved by the King"/>
              <a:buNone/>
              <a:defRPr sz="5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5" name="Google Shape;285;p2"/>
          <p:cNvSpPr txBox="1">
            <a:spLocks noGrp="1"/>
          </p:cNvSpPr>
          <p:nvPr>
            <p:ph type="subTitle" idx="1"/>
          </p:nvPr>
        </p:nvSpPr>
        <p:spPr>
          <a:xfrm>
            <a:off x="1853550" y="3216325"/>
            <a:ext cx="5436900" cy="365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7" name="Google Shape;287;p3"/>
          <p:cNvGrpSpPr/>
          <p:nvPr/>
        </p:nvGrpSpPr>
        <p:grpSpPr>
          <a:xfrm flipH="1">
            <a:off x="162878" y="103243"/>
            <a:ext cx="8818245" cy="4937014"/>
            <a:chOff x="238125" y="857725"/>
            <a:chExt cx="7143750" cy="3999525"/>
          </a:xfrm>
        </p:grpSpPr>
        <p:sp>
          <p:nvSpPr>
            <p:cNvPr id="288" name="Google Shape;288;p3"/>
            <p:cNvSpPr/>
            <p:nvPr/>
          </p:nvSpPr>
          <p:spPr>
            <a:xfrm>
              <a:off x="3447000" y="857725"/>
              <a:ext cx="309925" cy="605300"/>
            </a:xfrm>
            <a:custGeom>
              <a:avLst/>
              <a:gdLst/>
              <a:ahLst/>
              <a:cxnLst/>
              <a:rect l="l" t="t" r="r" b="b"/>
              <a:pathLst>
                <a:path w="12397" h="24212" extrusionOk="0">
                  <a:moveTo>
                    <a:pt x="7955" y="463"/>
                  </a:moveTo>
                  <a:lnTo>
                    <a:pt x="8496" y="502"/>
                  </a:lnTo>
                  <a:lnTo>
                    <a:pt x="9037" y="618"/>
                  </a:lnTo>
                  <a:lnTo>
                    <a:pt x="9500" y="811"/>
                  </a:lnTo>
                  <a:lnTo>
                    <a:pt x="9925" y="1043"/>
                  </a:lnTo>
                  <a:lnTo>
                    <a:pt x="10311" y="1352"/>
                  </a:lnTo>
                  <a:lnTo>
                    <a:pt x="10659" y="1699"/>
                  </a:lnTo>
                  <a:lnTo>
                    <a:pt x="10967" y="2085"/>
                  </a:lnTo>
                  <a:lnTo>
                    <a:pt x="11238" y="2510"/>
                  </a:lnTo>
                  <a:lnTo>
                    <a:pt x="11469" y="2973"/>
                  </a:lnTo>
                  <a:lnTo>
                    <a:pt x="11663" y="3437"/>
                  </a:lnTo>
                  <a:lnTo>
                    <a:pt x="11778" y="3939"/>
                  </a:lnTo>
                  <a:lnTo>
                    <a:pt x="11856" y="4441"/>
                  </a:lnTo>
                  <a:lnTo>
                    <a:pt x="11894" y="4981"/>
                  </a:lnTo>
                  <a:lnTo>
                    <a:pt x="11894" y="5483"/>
                  </a:lnTo>
                  <a:lnTo>
                    <a:pt x="11817" y="5985"/>
                  </a:lnTo>
                  <a:lnTo>
                    <a:pt x="11701" y="6487"/>
                  </a:lnTo>
                  <a:lnTo>
                    <a:pt x="11547" y="6989"/>
                  </a:lnTo>
                  <a:lnTo>
                    <a:pt x="11315" y="7453"/>
                  </a:lnTo>
                  <a:lnTo>
                    <a:pt x="11083" y="7916"/>
                  </a:lnTo>
                  <a:lnTo>
                    <a:pt x="10813" y="8341"/>
                  </a:lnTo>
                  <a:lnTo>
                    <a:pt x="10504" y="8766"/>
                  </a:lnTo>
                  <a:lnTo>
                    <a:pt x="10195" y="9152"/>
                  </a:lnTo>
                  <a:lnTo>
                    <a:pt x="9848" y="9499"/>
                  </a:lnTo>
                  <a:lnTo>
                    <a:pt x="9461" y="9847"/>
                  </a:lnTo>
                  <a:lnTo>
                    <a:pt x="9037" y="10156"/>
                  </a:lnTo>
                  <a:lnTo>
                    <a:pt x="8651" y="10465"/>
                  </a:lnTo>
                  <a:lnTo>
                    <a:pt x="8187" y="10735"/>
                  </a:lnTo>
                  <a:lnTo>
                    <a:pt x="7762" y="11005"/>
                  </a:lnTo>
                  <a:lnTo>
                    <a:pt x="6836" y="11469"/>
                  </a:lnTo>
                  <a:lnTo>
                    <a:pt x="5870" y="11855"/>
                  </a:lnTo>
                  <a:lnTo>
                    <a:pt x="5677" y="11855"/>
                  </a:lnTo>
                  <a:lnTo>
                    <a:pt x="5639" y="11932"/>
                  </a:lnTo>
                  <a:lnTo>
                    <a:pt x="5600" y="11932"/>
                  </a:lnTo>
                  <a:lnTo>
                    <a:pt x="4982" y="11276"/>
                  </a:lnTo>
                  <a:lnTo>
                    <a:pt x="4442" y="10542"/>
                  </a:lnTo>
                  <a:lnTo>
                    <a:pt x="3978" y="9808"/>
                  </a:lnTo>
                  <a:lnTo>
                    <a:pt x="3746" y="9383"/>
                  </a:lnTo>
                  <a:lnTo>
                    <a:pt x="3592" y="8997"/>
                  </a:lnTo>
                  <a:lnTo>
                    <a:pt x="3438" y="8611"/>
                  </a:lnTo>
                  <a:lnTo>
                    <a:pt x="3283" y="8186"/>
                  </a:lnTo>
                  <a:lnTo>
                    <a:pt x="3167" y="7762"/>
                  </a:lnTo>
                  <a:lnTo>
                    <a:pt x="3090" y="7298"/>
                  </a:lnTo>
                  <a:lnTo>
                    <a:pt x="3051" y="6873"/>
                  </a:lnTo>
                  <a:lnTo>
                    <a:pt x="3013" y="6410"/>
                  </a:lnTo>
                  <a:lnTo>
                    <a:pt x="3051" y="5947"/>
                  </a:lnTo>
                  <a:lnTo>
                    <a:pt x="3090" y="5483"/>
                  </a:lnTo>
                  <a:lnTo>
                    <a:pt x="3167" y="5020"/>
                  </a:lnTo>
                  <a:lnTo>
                    <a:pt x="3244" y="4557"/>
                  </a:lnTo>
                  <a:lnTo>
                    <a:pt x="3399" y="4093"/>
                  </a:lnTo>
                  <a:lnTo>
                    <a:pt x="3592" y="3668"/>
                  </a:lnTo>
                  <a:lnTo>
                    <a:pt x="3785" y="3205"/>
                  </a:lnTo>
                  <a:lnTo>
                    <a:pt x="4055" y="2819"/>
                  </a:lnTo>
                  <a:lnTo>
                    <a:pt x="4326" y="2394"/>
                  </a:lnTo>
                  <a:lnTo>
                    <a:pt x="4635" y="2047"/>
                  </a:lnTo>
                  <a:lnTo>
                    <a:pt x="4944" y="1699"/>
                  </a:lnTo>
                  <a:lnTo>
                    <a:pt x="5330" y="1390"/>
                  </a:lnTo>
                  <a:lnTo>
                    <a:pt x="5716" y="1081"/>
                  </a:lnTo>
                  <a:lnTo>
                    <a:pt x="6102" y="850"/>
                  </a:lnTo>
                  <a:lnTo>
                    <a:pt x="6527" y="695"/>
                  </a:lnTo>
                  <a:lnTo>
                    <a:pt x="6990" y="541"/>
                  </a:lnTo>
                  <a:lnTo>
                    <a:pt x="7453" y="463"/>
                  </a:lnTo>
                  <a:close/>
                  <a:moveTo>
                    <a:pt x="5561" y="12279"/>
                  </a:moveTo>
                  <a:lnTo>
                    <a:pt x="5600" y="12318"/>
                  </a:lnTo>
                  <a:lnTo>
                    <a:pt x="5677" y="12357"/>
                  </a:lnTo>
                  <a:lnTo>
                    <a:pt x="5793" y="12897"/>
                  </a:lnTo>
                  <a:lnTo>
                    <a:pt x="5793" y="12897"/>
                  </a:lnTo>
                  <a:lnTo>
                    <a:pt x="5098" y="12588"/>
                  </a:lnTo>
                  <a:lnTo>
                    <a:pt x="5561" y="12279"/>
                  </a:lnTo>
                  <a:close/>
                  <a:moveTo>
                    <a:pt x="3322" y="12975"/>
                  </a:moveTo>
                  <a:lnTo>
                    <a:pt x="3476" y="13477"/>
                  </a:lnTo>
                  <a:lnTo>
                    <a:pt x="3553" y="13979"/>
                  </a:lnTo>
                  <a:lnTo>
                    <a:pt x="3013" y="13979"/>
                  </a:lnTo>
                  <a:lnTo>
                    <a:pt x="2781" y="13940"/>
                  </a:lnTo>
                  <a:lnTo>
                    <a:pt x="2511" y="13824"/>
                  </a:lnTo>
                  <a:lnTo>
                    <a:pt x="2936" y="13399"/>
                  </a:lnTo>
                  <a:lnTo>
                    <a:pt x="3322" y="12975"/>
                  </a:lnTo>
                  <a:close/>
                  <a:moveTo>
                    <a:pt x="3940" y="14326"/>
                  </a:moveTo>
                  <a:lnTo>
                    <a:pt x="5098" y="14519"/>
                  </a:lnTo>
                  <a:lnTo>
                    <a:pt x="4442" y="15485"/>
                  </a:lnTo>
                  <a:lnTo>
                    <a:pt x="4287" y="15214"/>
                  </a:lnTo>
                  <a:lnTo>
                    <a:pt x="4171" y="14944"/>
                  </a:lnTo>
                  <a:lnTo>
                    <a:pt x="4055" y="14635"/>
                  </a:lnTo>
                  <a:lnTo>
                    <a:pt x="3978" y="14365"/>
                  </a:lnTo>
                  <a:lnTo>
                    <a:pt x="3940" y="14326"/>
                  </a:lnTo>
                  <a:close/>
                  <a:moveTo>
                    <a:pt x="3746" y="14596"/>
                  </a:moveTo>
                  <a:lnTo>
                    <a:pt x="3824" y="14944"/>
                  </a:lnTo>
                  <a:lnTo>
                    <a:pt x="3978" y="15291"/>
                  </a:lnTo>
                  <a:lnTo>
                    <a:pt x="4133" y="15600"/>
                  </a:lnTo>
                  <a:lnTo>
                    <a:pt x="4287" y="15909"/>
                  </a:lnTo>
                  <a:lnTo>
                    <a:pt x="4364" y="15987"/>
                  </a:lnTo>
                  <a:lnTo>
                    <a:pt x="4055" y="16411"/>
                  </a:lnTo>
                  <a:lnTo>
                    <a:pt x="3746" y="16875"/>
                  </a:lnTo>
                  <a:lnTo>
                    <a:pt x="3592" y="16411"/>
                  </a:lnTo>
                  <a:lnTo>
                    <a:pt x="3476" y="15948"/>
                  </a:lnTo>
                  <a:lnTo>
                    <a:pt x="3476" y="15716"/>
                  </a:lnTo>
                  <a:lnTo>
                    <a:pt x="3476" y="15446"/>
                  </a:lnTo>
                  <a:lnTo>
                    <a:pt x="3515" y="15214"/>
                  </a:lnTo>
                  <a:lnTo>
                    <a:pt x="3553" y="14983"/>
                  </a:lnTo>
                  <a:lnTo>
                    <a:pt x="3746" y="14596"/>
                  </a:lnTo>
                  <a:close/>
                  <a:moveTo>
                    <a:pt x="4480" y="16334"/>
                  </a:moveTo>
                  <a:lnTo>
                    <a:pt x="4673" y="16759"/>
                  </a:lnTo>
                  <a:lnTo>
                    <a:pt x="4789" y="17222"/>
                  </a:lnTo>
                  <a:lnTo>
                    <a:pt x="4789" y="17222"/>
                  </a:lnTo>
                  <a:lnTo>
                    <a:pt x="4364" y="17106"/>
                  </a:lnTo>
                  <a:lnTo>
                    <a:pt x="3940" y="17029"/>
                  </a:lnTo>
                  <a:lnTo>
                    <a:pt x="4480" y="16334"/>
                  </a:lnTo>
                  <a:close/>
                  <a:moveTo>
                    <a:pt x="2472" y="16875"/>
                  </a:moveTo>
                  <a:lnTo>
                    <a:pt x="3399" y="17106"/>
                  </a:lnTo>
                  <a:lnTo>
                    <a:pt x="3476" y="17261"/>
                  </a:lnTo>
                  <a:lnTo>
                    <a:pt x="3322" y="17377"/>
                  </a:lnTo>
                  <a:lnTo>
                    <a:pt x="3167" y="17570"/>
                  </a:lnTo>
                  <a:lnTo>
                    <a:pt x="2897" y="17917"/>
                  </a:lnTo>
                  <a:lnTo>
                    <a:pt x="2665" y="17415"/>
                  </a:lnTo>
                  <a:lnTo>
                    <a:pt x="2472" y="16875"/>
                  </a:lnTo>
                  <a:close/>
                  <a:moveTo>
                    <a:pt x="3360" y="19732"/>
                  </a:moveTo>
                  <a:lnTo>
                    <a:pt x="4055" y="20427"/>
                  </a:lnTo>
                  <a:lnTo>
                    <a:pt x="3553" y="20659"/>
                  </a:lnTo>
                  <a:lnTo>
                    <a:pt x="3013" y="20968"/>
                  </a:lnTo>
                  <a:lnTo>
                    <a:pt x="3167" y="20350"/>
                  </a:lnTo>
                  <a:lnTo>
                    <a:pt x="3360" y="19732"/>
                  </a:lnTo>
                  <a:close/>
                  <a:moveTo>
                    <a:pt x="5677" y="20118"/>
                  </a:moveTo>
                  <a:lnTo>
                    <a:pt x="5986" y="20196"/>
                  </a:lnTo>
                  <a:lnTo>
                    <a:pt x="5716" y="20891"/>
                  </a:lnTo>
                  <a:lnTo>
                    <a:pt x="5368" y="21547"/>
                  </a:lnTo>
                  <a:lnTo>
                    <a:pt x="4673" y="20582"/>
                  </a:lnTo>
                  <a:lnTo>
                    <a:pt x="4635" y="20543"/>
                  </a:lnTo>
                  <a:lnTo>
                    <a:pt x="4673" y="20234"/>
                  </a:lnTo>
                  <a:lnTo>
                    <a:pt x="5021" y="20157"/>
                  </a:lnTo>
                  <a:lnTo>
                    <a:pt x="5330" y="20118"/>
                  </a:lnTo>
                  <a:close/>
                  <a:moveTo>
                    <a:pt x="7453" y="0"/>
                  </a:moveTo>
                  <a:lnTo>
                    <a:pt x="7067" y="39"/>
                  </a:lnTo>
                  <a:lnTo>
                    <a:pt x="6720" y="154"/>
                  </a:lnTo>
                  <a:lnTo>
                    <a:pt x="6334" y="270"/>
                  </a:lnTo>
                  <a:lnTo>
                    <a:pt x="5986" y="425"/>
                  </a:lnTo>
                  <a:lnTo>
                    <a:pt x="5639" y="579"/>
                  </a:lnTo>
                  <a:lnTo>
                    <a:pt x="5291" y="811"/>
                  </a:lnTo>
                  <a:lnTo>
                    <a:pt x="4944" y="1043"/>
                  </a:lnTo>
                  <a:lnTo>
                    <a:pt x="4635" y="1313"/>
                  </a:lnTo>
                  <a:lnTo>
                    <a:pt x="4364" y="1622"/>
                  </a:lnTo>
                  <a:lnTo>
                    <a:pt x="4094" y="1892"/>
                  </a:lnTo>
                  <a:lnTo>
                    <a:pt x="3824" y="2240"/>
                  </a:lnTo>
                  <a:lnTo>
                    <a:pt x="3592" y="2549"/>
                  </a:lnTo>
                  <a:lnTo>
                    <a:pt x="3399" y="2896"/>
                  </a:lnTo>
                  <a:lnTo>
                    <a:pt x="3206" y="3282"/>
                  </a:lnTo>
                  <a:lnTo>
                    <a:pt x="3051" y="3630"/>
                  </a:lnTo>
                  <a:lnTo>
                    <a:pt x="2897" y="4016"/>
                  </a:lnTo>
                  <a:lnTo>
                    <a:pt x="2781" y="4402"/>
                  </a:lnTo>
                  <a:lnTo>
                    <a:pt x="2704" y="4788"/>
                  </a:lnTo>
                  <a:lnTo>
                    <a:pt x="2627" y="5174"/>
                  </a:lnTo>
                  <a:lnTo>
                    <a:pt x="2588" y="5599"/>
                  </a:lnTo>
                  <a:lnTo>
                    <a:pt x="2549" y="5985"/>
                  </a:lnTo>
                  <a:lnTo>
                    <a:pt x="2549" y="6410"/>
                  </a:lnTo>
                  <a:lnTo>
                    <a:pt x="2549" y="6835"/>
                  </a:lnTo>
                  <a:lnTo>
                    <a:pt x="2665" y="7723"/>
                  </a:lnTo>
                  <a:lnTo>
                    <a:pt x="2742" y="8148"/>
                  </a:lnTo>
                  <a:lnTo>
                    <a:pt x="2858" y="8572"/>
                  </a:lnTo>
                  <a:lnTo>
                    <a:pt x="3013" y="8997"/>
                  </a:lnTo>
                  <a:lnTo>
                    <a:pt x="3167" y="9383"/>
                  </a:lnTo>
                  <a:lnTo>
                    <a:pt x="3322" y="9808"/>
                  </a:lnTo>
                  <a:lnTo>
                    <a:pt x="3553" y="10194"/>
                  </a:lnTo>
                  <a:lnTo>
                    <a:pt x="3746" y="10542"/>
                  </a:lnTo>
                  <a:lnTo>
                    <a:pt x="4017" y="10928"/>
                  </a:lnTo>
                  <a:lnTo>
                    <a:pt x="4287" y="11237"/>
                  </a:lnTo>
                  <a:lnTo>
                    <a:pt x="4596" y="11546"/>
                  </a:lnTo>
                  <a:lnTo>
                    <a:pt x="4905" y="11855"/>
                  </a:lnTo>
                  <a:lnTo>
                    <a:pt x="5252" y="12086"/>
                  </a:lnTo>
                  <a:lnTo>
                    <a:pt x="4557" y="12473"/>
                  </a:lnTo>
                  <a:lnTo>
                    <a:pt x="4480" y="12550"/>
                  </a:lnTo>
                  <a:lnTo>
                    <a:pt x="4442" y="12666"/>
                  </a:lnTo>
                  <a:lnTo>
                    <a:pt x="4480" y="12781"/>
                  </a:lnTo>
                  <a:lnTo>
                    <a:pt x="4596" y="12859"/>
                  </a:lnTo>
                  <a:lnTo>
                    <a:pt x="5021" y="13013"/>
                  </a:lnTo>
                  <a:lnTo>
                    <a:pt x="4673" y="13168"/>
                  </a:lnTo>
                  <a:lnTo>
                    <a:pt x="4403" y="13361"/>
                  </a:lnTo>
                  <a:lnTo>
                    <a:pt x="4094" y="13554"/>
                  </a:lnTo>
                  <a:lnTo>
                    <a:pt x="3862" y="13785"/>
                  </a:lnTo>
                  <a:lnTo>
                    <a:pt x="3824" y="13477"/>
                  </a:lnTo>
                  <a:lnTo>
                    <a:pt x="3746" y="13168"/>
                  </a:lnTo>
                  <a:lnTo>
                    <a:pt x="3631" y="12859"/>
                  </a:lnTo>
                  <a:lnTo>
                    <a:pt x="3515" y="12550"/>
                  </a:lnTo>
                  <a:lnTo>
                    <a:pt x="3476" y="12473"/>
                  </a:lnTo>
                  <a:lnTo>
                    <a:pt x="3360" y="12434"/>
                  </a:lnTo>
                  <a:lnTo>
                    <a:pt x="3283" y="12473"/>
                  </a:lnTo>
                  <a:lnTo>
                    <a:pt x="3206" y="12511"/>
                  </a:lnTo>
                  <a:lnTo>
                    <a:pt x="2665" y="13168"/>
                  </a:lnTo>
                  <a:lnTo>
                    <a:pt x="2086" y="13747"/>
                  </a:lnTo>
                  <a:lnTo>
                    <a:pt x="2047" y="13824"/>
                  </a:lnTo>
                  <a:lnTo>
                    <a:pt x="2009" y="13901"/>
                  </a:lnTo>
                  <a:lnTo>
                    <a:pt x="2047" y="13979"/>
                  </a:lnTo>
                  <a:lnTo>
                    <a:pt x="2086" y="14056"/>
                  </a:lnTo>
                  <a:lnTo>
                    <a:pt x="2395" y="14210"/>
                  </a:lnTo>
                  <a:lnTo>
                    <a:pt x="2742" y="14287"/>
                  </a:lnTo>
                  <a:lnTo>
                    <a:pt x="3051" y="14365"/>
                  </a:lnTo>
                  <a:lnTo>
                    <a:pt x="3399" y="14365"/>
                  </a:lnTo>
                  <a:lnTo>
                    <a:pt x="3244" y="14635"/>
                  </a:lnTo>
                  <a:lnTo>
                    <a:pt x="3129" y="14944"/>
                  </a:lnTo>
                  <a:lnTo>
                    <a:pt x="3090" y="15176"/>
                  </a:lnTo>
                  <a:lnTo>
                    <a:pt x="3051" y="15407"/>
                  </a:lnTo>
                  <a:lnTo>
                    <a:pt x="3051" y="15871"/>
                  </a:lnTo>
                  <a:lnTo>
                    <a:pt x="3129" y="16295"/>
                  </a:lnTo>
                  <a:lnTo>
                    <a:pt x="3244" y="16759"/>
                  </a:lnTo>
                  <a:lnTo>
                    <a:pt x="2781" y="16566"/>
                  </a:lnTo>
                  <a:lnTo>
                    <a:pt x="2279" y="16411"/>
                  </a:lnTo>
                  <a:lnTo>
                    <a:pt x="2202" y="16411"/>
                  </a:lnTo>
                  <a:lnTo>
                    <a:pt x="2125" y="16450"/>
                  </a:lnTo>
                  <a:lnTo>
                    <a:pt x="2047" y="16527"/>
                  </a:lnTo>
                  <a:lnTo>
                    <a:pt x="2047" y="16643"/>
                  </a:lnTo>
                  <a:lnTo>
                    <a:pt x="2163" y="17106"/>
                  </a:lnTo>
                  <a:lnTo>
                    <a:pt x="2279" y="17531"/>
                  </a:lnTo>
                  <a:lnTo>
                    <a:pt x="2472" y="17956"/>
                  </a:lnTo>
                  <a:lnTo>
                    <a:pt x="2704" y="18381"/>
                  </a:lnTo>
                  <a:lnTo>
                    <a:pt x="2781" y="18458"/>
                  </a:lnTo>
                  <a:lnTo>
                    <a:pt x="2858" y="18496"/>
                  </a:lnTo>
                  <a:lnTo>
                    <a:pt x="2936" y="18458"/>
                  </a:lnTo>
                  <a:lnTo>
                    <a:pt x="3013" y="18381"/>
                  </a:lnTo>
                  <a:lnTo>
                    <a:pt x="3322" y="18033"/>
                  </a:lnTo>
                  <a:lnTo>
                    <a:pt x="3515" y="17801"/>
                  </a:lnTo>
                  <a:lnTo>
                    <a:pt x="3631" y="17608"/>
                  </a:lnTo>
                  <a:lnTo>
                    <a:pt x="3708" y="17763"/>
                  </a:lnTo>
                  <a:lnTo>
                    <a:pt x="3978" y="18342"/>
                  </a:lnTo>
                  <a:lnTo>
                    <a:pt x="4133" y="18960"/>
                  </a:lnTo>
                  <a:lnTo>
                    <a:pt x="4248" y="19539"/>
                  </a:lnTo>
                  <a:lnTo>
                    <a:pt x="4248" y="20157"/>
                  </a:lnTo>
                  <a:lnTo>
                    <a:pt x="3438" y="19307"/>
                  </a:lnTo>
                  <a:lnTo>
                    <a:pt x="3399" y="19269"/>
                  </a:lnTo>
                  <a:lnTo>
                    <a:pt x="3206" y="19269"/>
                  </a:lnTo>
                  <a:lnTo>
                    <a:pt x="3167" y="19346"/>
                  </a:lnTo>
                  <a:lnTo>
                    <a:pt x="2974" y="19809"/>
                  </a:lnTo>
                  <a:lnTo>
                    <a:pt x="2781" y="20273"/>
                  </a:lnTo>
                  <a:lnTo>
                    <a:pt x="2665" y="20775"/>
                  </a:lnTo>
                  <a:lnTo>
                    <a:pt x="2627" y="21315"/>
                  </a:lnTo>
                  <a:lnTo>
                    <a:pt x="2627" y="21393"/>
                  </a:lnTo>
                  <a:lnTo>
                    <a:pt x="2704" y="21470"/>
                  </a:lnTo>
                  <a:lnTo>
                    <a:pt x="2781" y="21508"/>
                  </a:lnTo>
                  <a:lnTo>
                    <a:pt x="2897" y="21470"/>
                  </a:lnTo>
                  <a:lnTo>
                    <a:pt x="3515" y="21161"/>
                  </a:lnTo>
                  <a:lnTo>
                    <a:pt x="4171" y="20775"/>
                  </a:lnTo>
                  <a:lnTo>
                    <a:pt x="4055" y="21161"/>
                  </a:lnTo>
                  <a:lnTo>
                    <a:pt x="3901" y="21547"/>
                  </a:lnTo>
                  <a:lnTo>
                    <a:pt x="3669" y="22049"/>
                  </a:lnTo>
                  <a:lnTo>
                    <a:pt x="3322" y="22551"/>
                  </a:lnTo>
                  <a:lnTo>
                    <a:pt x="2897" y="23014"/>
                  </a:lnTo>
                  <a:lnTo>
                    <a:pt x="2627" y="23246"/>
                  </a:lnTo>
                  <a:lnTo>
                    <a:pt x="2395" y="23401"/>
                  </a:lnTo>
                  <a:lnTo>
                    <a:pt x="2125" y="23594"/>
                  </a:lnTo>
                  <a:lnTo>
                    <a:pt x="1854" y="23709"/>
                  </a:lnTo>
                  <a:lnTo>
                    <a:pt x="1584" y="23787"/>
                  </a:lnTo>
                  <a:lnTo>
                    <a:pt x="1314" y="23787"/>
                  </a:lnTo>
                  <a:lnTo>
                    <a:pt x="1082" y="23748"/>
                  </a:lnTo>
                  <a:lnTo>
                    <a:pt x="812" y="23671"/>
                  </a:lnTo>
                  <a:lnTo>
                    <a:pt x="541" y="23516"/>
                  </a:lnTo>
                  <a:lnTo>
                    <a:pt x="310" y="23285"/>
                  </a:lnTo>
                  <a:lnTo>
                    <a:pt x="233" y="23246"/>
                  </a:lnTo>
                  <a:lnTo>
                    <a:pt x="78" y="23246"/>
                  </a:lnTo>
                  <a:lnTo>
                    <a:pt x="39" y="23362"/>
                  </a:lnTo>
                  <a:lnTo>
                    <a:pt x="1" y="23401"/>
                  </a:lnTo>
                  <a:lnTo>
                    <a:pt x="39" y="23478"/>
                  </a:lnTo>
                  <a:lnTo>
                    <a:pt x="155" y="23632"/>
                  </a:lnTo>
                  <a:lnTo>
                    <a:pt x="271" y="23787"/>
                  </a:lnTo>
                  <a:lnTo>
                    <a:pt x="387" y="23903"/>
                  </a:lnTo>
                  <a:lnTo>
                    <a:pt x="541" y="24018"/>
                  </a:lnTo>
                  <a:lnTo>
                    <a:pt x="696" y="24096"/>
                  </a:lnTo>
                  <a:lnTo>
                    <a:pt x="889" y="24134"/>
                  </a:lnTo>
                  <a:lnTo>
                    <a:pt x="1236" y="24211"/>
                  </a:lnTo>
                  <a:lnTo>
                    <a:pt x="1584" y="24173"/>
                  </a:lnTo>
                  <a:lnTo>
                    <a:pt x="1970" y="24096"/>
                  </a:lnTo>
                  <a:lnTo>
                    <a:pt x="2318" y="23941"/>
                  </a:lnTo>
                  <a:lnTo>
                    <a:pt x="2665" y="23748"/>
                  </a:lnTo>
                  <a:lnTo>
                    <a:pt x="3013" y="23478"/>
                  </a:lnTo>
                  <a:lnTo>
                    <a:pt x="3322" y="23207"/>
                  </a:lnTo>
                  <a:lnTo>
                    <a:pt x="3631" y="22860"/>
                  </a:lnTo>
                  <a:lnTo>
                    <a:pt x="3901" y="22512"/>
                  </a:lnTo>
                  <a:lnTo>
                    <a:pt x="4133" y="22126"/>
                  </a:lnTo>
                  <a:lnTo>
                    <a:pt x="4326" y="21702"/>
                  </a:lnTo>
                  <a:lnTo>
                    <a:pt x="4480" y="21315"/>
                  </a:lnTo>
                  <a:lnTo>
                    <a:pt x="4596" y="20852"/>
                  </a:lnTo>
                  <a:lnTo>
                    <a:pt x="5214" y="21972"/>
                  </a:lnTo>
                  <a:lnTo>
                    <a:pt x="5291" y="22049"/>
                  </a:lnTo>
                  <a:lnTo>
                    <a:pt x="5368" y="22088"/>
                  </a:lnTo>
                  <a:lnTo>
                    <a:pt x="5446" y="22049"/>
                  </a:lnTo>
                  <a:lnTo>
                    <a:pt x="5523" y="22010"/>
                  </a:lnTo>
                  <a:lnTo>
                    <a:pt x="5793" y="21547"/>
                  </a:lnTo>
                  <a:lnTo>
                    <a:pt x="6025" y="21084"/>
                  </a:lnTo>
                  <a:lnTo>
                    <a:pt x="6411" y="20118"/>
                  </a:lnTo>
                  <a:lnTo>
                    <a:pt x="6411" y="20041"/>
                  </a:lnTo>
                  <a:lnTo>
                    <a:pt x="6411" y="19964"/>
                  </a:lnTo>
                  <a:lnTo>
                    <a:pt x="6372" y="19925"/>
                  </a:lnTo>
                  <a:lnTo>
                    <a:pt x="6295" y="19887"/>
                  </a:lnTo>
                  <a:lnTo>
                    <a:pt x="5909" y="19771"/>
                  </a:lnTo>
                  <a:lnTo>
                    <a:pt x="5484" y="19732"/>
                  </a:lnTo>
                  <a:lnTo>
                    <a:pt x="5098" y="19732"/>
                  </a:lnTo>
                  <a:lnTo>
                    <a:pt x="4673" y="19848"/>
                  </a:lnTo>
                  <a:lnTo>
                    <a:pt x="4635" y="19230"/>
                  </a:lnTo>
                  <a:lnTo>
                    <a:pt x="4519" y="18651"/>
                  </a:lnTo>
                  <a:lnTo>
                    <a:pt x="4287" y="18033"/>
                  </a:lnTo>
                  <a:lnTo>
                    <a:pt x="4055" y="17454"/>
                  </a:lnTo>
                  <a:lnTo>
                    <a:pt x="4055" y="17454"/>
                  </a:lnTo>
                  <a:lnTo>
                    <a:pt x="4519" y="17531"/>
                  </a:lnTo>
                  <a:lnTo>
                    <a:pt x="4982" y="17608"/>
                  </a:lnTo>
                  <a:lnTo>
                    <a:pt x="5059" y="17608"/>
                  </a:lnTo>
                  <a:lnTo>
                    <a:pt x="5098" y="17531"/>
                  </a:lnTo>
                  <a:lnTo>
                    <a:pt x="5137" y="17492"/>
                  </a:lnTo>
                  <a:lnTo>
                    <a:pt x="5137" y="17377"/>
                  </a:lnTo>
                  <a:lnTo>
                    <a:pt x="5098" y="17029"/>
                  </a:lnTo>
                  <a:lnTo>
                    <a:pt x="4982" y="16643"/>
                  </a:lnTo>
                  <a:lnTo>
                    <a:pt x="4828" y="16295"/>
                  </a:lnTo>
                  <a:lnTo>
                    <a:pt x="4673" y="15987"/>
                  </a:lnTo>
                  <a:lnTo>
                    <a:pt x="4596" y="15909"/>
                  </a:lnTo>
                  <a:lnTo>
                    <a:pt x="4635" y="15909"/>
                  </a:lnTo>
                  <a:lnTo>
                    <a:pt x="5600" y="14481"/>
                  </a:lnTo>
                  <a:lnTo>
                    <a:pt x="5639" y="14365"/>
                  </a:lnTo>
                  <a:lnTo>
                    <a:pt x="5600" y="14287"/>
                  </a:lnTo>
                  <a:lnTo>
                    <a:pt x="5561" y="14210"/>
                  </a:lnTo>
                  <a:lnTo>
                    <a:pt x="5446" y="14172"/>
                  </a:lnTo>
                  <a:lnTo>
                    <a:pt x="4210" y="13979"/>
                  </a:lnTo>
                  <a:lnTo>
                    <a:pt x="4480" y="13747"/>
                  </a:lnTo>
                  <a:lnTo>
                    <a:pt x="4789" y="13554"/>
                  </a:lnTo>
                  <a:lnTo>
                    <a:pt x="5098" y="13361"/>
                  </a:lnTo>
                  <a:lnTo>
                    <a:pt x="5407" y="13168"/>
                  </a:lnTo>
                  <a:lnTo>
                    <a:pt x="6025" y="13399"/>
                  </a:lnTo>
                  <a:lnTo>
                    <a:pt x="6141" y="13438"/>
                  </a:lnTo>
                  <a:lnTo>
                    <a:pt x="6218" y="13361"/>
                  </a:lnTo>
                  <a:lnTo>
                    <a:pt x="6256" y="13283"/>
                  </a:lnTo>
                  <a:lnTo>
                    <a:pt x="6295" y="13168"/>
                  </a:lnTo>
                  <a:lnTo>
                    <a:pt x="6179" y="12704"/>
                  </a:lnTo>
                  <a:lnTo>
                    <a:pt x="6063" y="12241"/>
                  </a:lnTo>
                  <a:lnTo>
                    <a:pt x="6913" y="11932"/>
                  </a:lnTo>
                  <a:lnTo>
                    <a:pt x="7724" y="11584"/>
                  </a:lnTo>
                  <a:lnTo>
                    <a:pt x="8535" y="11121"/>
                  </a:lnTo>
                  <a:lnTo>
                    <a:pt x="9268" y="10619"/>
                  </a:lnTo>
                  <a:lnTo>
                    <a:pt x="9963" y="10078"/>
                  </a:lnTo>
                  <a:lnTo>
                    <a:pt x="10311" y="9770"/>
                  </a:lnTo>
                  <a:lnTo>
                    <a:pt x="10620" y="9422"/>
                  </a:lnTo>
                  <a:lnTo>
                    <a:pt x="10890" y="9074"/>
                  </a:lnTo>
                  <a:lnTo>
                    <a:pt x="11161" y="8727"/>
                  </a:lnTo>
                  <a:lnTo>
                    <a:pt x="11392" y="8341"/>
                  </a:lnTo>
                  <a:lnTo>
                    <a:pt x="11624" y="7955"/>
                  </a:lnTo>
                  <a:lnTo>
                    <a:pt x="11817" y="7568"/>
                  </a:lnTo>
                  <a:lnTo>
                    <a:pt x="11971" y="7182"/>
                  </a:lnTo>
                  <a:lnTo>
                    <a:pt x="12126" y="6758"/>
                  </a:lnTo>
                  <a:lnTo>
                    <a:pt x="12242" y="6333"/>
                  </a:lnTo>
                  <a:lnTo>
                    <a:pt x="12319" y="5947"/>
                  </a:lnTo>
                  <a:lnTo>
                    <a:pt x="12358" y="5522"/>
                  </a:lnTo>
                  <a:lnTo>
                    <a:pt x="12396" y="5097"/>
                  </a:lnTo>
                  <a:lnTo>
                    <a:pt x="12396" y="4672"/>
                  </a:lnTo>
                  <a:lnTo>
                    <a:pt x="12358" y="4248"/>
                  </a:lnTo>
                  <a:lnTo>
                    <a:pt x="12280" y="3823"/>
                  </a:lnTo>
                  <a:lnTo>
                    <a:pt x="12203" y="3437"/>
                  </a:lnTo>
                  <a:lnTo>
                    <a:pt x="12049" y="3051"/>
                  </a:lnTo>
                  <a:lnTo>
                    <a:pt x="11894" y="2664"/>
                  </a:lnTo>
                  <a:lnTo>
                    <a:pt x="11701" y="2278"/>
                  </a:lnTo>
                  <a:lnTo>
                    <a:pt x="11469" y="1892"/>
                  </a:lnTo>
                  <a:lnTo>
                    <a:pt x="11161" y="1545"/>
                  </a:lnTo>
                  <a:lnTo>
                    <a:pt x="10890" y="1274"/>
                  </a:lnTo>
                  <a:lnTo>
                    <a:pt x="10620" y="1004"/>
                  </a:lnTo>
                  <a:lnTo>
                    <a:pt x="10311" y="772"/>
                  </a:lnTo>
                  <a:lnTo>
                    <a:pt x="9963" y="579"/>
                  </a:lnTo>
                  <a:lnTo>
                    <a:pt x="9655" y="386"/>
                  </a:lnTo>
                  <a:lnTo>
                    <a:pt x="9307" y="232"/>
                  </a:lnTo>
                  <a:lnTo>
                    <a:pt x="8921" y="116"/>
                  </a:lnTo>
                  <a:lnTo>
                    <a:pt x="8573" y="39"/>
                  </a:lnTo>
                  <a:lnTo>
                    <a:pt x="818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3"/>
            <p:cNvSpPr/>
            <p:nvPr/>
          </p:nvSpPr>
          <p:spPr>
            <a:xfrm>
              <a:off x="5860425" y="885700"/>
              <a:ext cx="324400" cy="208550"/>
            </a:xfrm>
            <a:custGeom>
              <a:avLst/>
              <a:gdLst/>
              <a:ahLst/>
              <a:cxnLst/>
              <a:rect l="l" t="t" r="r" b="b"/>
              <a:pathLst>
                <a:path w="12976" h="8342" extrusionOk="0">
                  <a:moveTo>
                    <a:pt x="6759" y="310"/>
                  </a:moveTo>
                  <a:lnTo>
                    <a:pt x="6874" y="348"/>
                  </a:lnTo>
                  <a:lnTo>
                    <a:pt x="7029" y="387"/>
                  </a:lnTo>
                  <a:lnTo>
                    <a:pt x="7222" y="503"/>
                  </a:lnTo>
                  <a:lnTo>
                    <a:pt x="7299" y="503"/>
                  </a:lnTo>
                  <a:lnTo>
                    <a:pt x="7454" y="773"/>
                  </a:lnTo>
                  <a:lnTo>
                    <a:pt x="7569" y="1043"/>
                  </a:lnTo>
                  <a:lnTo>
                    <a:pt x="7608" y="1352"/>
                  </a:lnTo>
                  <a:lnTo>
                    <a:pt x="7569" y="1661"/>
                  </a:lnTo>
                  <a:lnTo>
                    <a:pt x="7492" y="1970"/>
                  </a:lnTo>
                  <a:lnTo>
                    <a:pt x="7415" y="2240"/>
                  </a:lnTo>
                  <a:lnTo>
                    <a:pt x="7222" y="2858"/>
                  </a:lnTo>
                  <a:lnTo>
                    <a:pt x="6411" y="4905"/>
                  </a:lnTo>
                  <a:lnTo>
                    <a:pt x="6411" y="4944"/>
                  </a:lnTo>
                  <a:lnTo>
                    <a:pt x="6295" y="4944"/>
                  </a:lnTo>
                  <a:lnTo>
                    <a:pt x="6218" y="3978"/>
                  </a:lnTo>
                  <a:lnTo>
                    <a:pt x="6141" y="2974"/>
                  </a:lnTo>
                  <a:lnTo>
                    <a:pt x="6141" y="1854"/>
                  </a:lnTo>
                  <a:lnTo>
                    <a:pt x="6179" y="1352"/>
                  </a:lnTo>
                  <a:lnTo>
                    <a:pt x="6218" y="1043"/>
                  </a:lnTo>
                  <a:lnTo>
                    <a:pt x="6295" y="735"/>
                  </a:lnTo>
                  <a:lnTo>
                    <a:pt x="6450" y="503"/>
                  </a:lnTo>
                  <a:lnTo>
                    <a:pt x="6527" y="426"/>
                  </a:lnTo>
                  <a:lnTo>
                    <a:pt x="6643" y="348"/>
                  </a:lnTo>
                  <a:lnTo>
                    <a:pt x="6759" y="310"/>
                  </a:lnTo>
                  <a:close/>
                  <a:moveTo>
                    <a:pt x="11972" y="4712"/>
                  </a:moveTo>
                  <a:lnTo>
                    <a:pt x="12087" y="4750"/>
                  </a:lnTo>
                  <a:lnTo>
                    <a:pt x="12165" y="4828"/>
                  </a:lnTo>
                  <a:lnTo>
                    <a:pt x="12281" y="4905"/>
                  </a:lnTo>
                  <a:lnTo>
                    <a:pt x="12319" y="4982"/>
                  </a:lnTo>
                  <a:lnTo>
                    <a:pt x="12396" y="5137"/>
                  </a:lnTo>
                  <a:lnTo>
                    <a:pt x="12435" y="5484"/>
                  </a:lnTo>
                  <a:lnTo>
                    <a:pt x="12319" y="5600"/>
                  </a:lnTo>
                  <a:lnTo>
                    <a:pt x="12126" y="5677"/>
                  </a:lnTo>
                  <a:lnTo>
                    <a:pt x="11933" y="5754"/>
                  </a:lnTo>
                  <a:lnTo>
                    <a:pt x="11701" y="5793"/>
                  </a:lnTo>
                  <a:lnTo>
                    <a:pt x="11199" y="5832"/>
                  </a:lnTo>
                  <a:lnTo>
                    <a:pt x="10041" y="5832"/>
                  </a:lnTo>
                  <a:lnTo>
                    <a:pt x="9230" y="5754"/>
                  </a:lnTo>
                  <a:lnTo>
                    <a:pt x="8612" y="5677"/>
                  </a:lnTo>
                  <a:lnTo>
                    <a:pt x="7994" y="5561"/>
                  </a:lnTo>
                  <a:lnTo>
                    <a:pt x="6759" y="5252"/>
                  </a:lnTo>
                  <a:lnTo>
                    <a:pt x="7956" y="5021"/>
                  </a:lnTo>
                  <a:lnTo>
                    <a:pt x="9191" y="4866"/>
                  </a:lnTo>
                  <a:lnTo>
                    <a:pt x="9925" y="4789"/>
                  </a:lnTo>
                  <a:lnTo>
                    <a:pt x="10659" y="4750"/>
                  </a:lnTo>
                  <a:lnTo>
                    <a:pt x="11354" y="4712"/>
                  </a:lnTo>
                  <a:close/>
                  <a:moveTo>
                    <a:pt x="5639" y="5754"/>
                  </a:moveTo>
                  <a:lnTo>
                    <a:pt x="4558" y="6449"/>
                  </a:lnTo>
                  <a:lnTo>
                    <a:pt x="3438" y="7106"/>
                  </a:lnTo>
                  <a:lnTo>
                    <a:pt x="2820" y="7376"/>
                  </a:lnTo>
                  <a:lnTo>
                    <a:pt x="2202" y="7685"/>
                  </a:lnTo>
                  <a:lnTo>
                    <a:pt x="1816" y="7801"/>
                  </a:lnTo>
                  <a:lnTo>
                    <a:pt x="1430" y="7917"/>
                  </a:lnTo>
                  <a:lnTo>
                    <a:pt x="1121" y="7955"/>
                  </a:lnTo>
                  <a:lnTo>
                    <a:pt x="928" y="7917"/>
                  </a:lnTo>
                  <a:lnTo>
                    <a:pt x="851" y="7878"/>
                  </a:lnTo>
                  <a:lnTo>
                    <a:pt x="773" y="7801"/>
                  </a:lnTo>
                  <a:lnTo>
                    <a:pt x="735" y="7685"/>
                  </a:lnTo>
                  <a:lnTo>
                    <a:pt x="696" y="7531"/>
                  </a:lnTo>
                  <a:lnTo>
                    <a:pt x="696" y="7376"/>
                  </a:lnTo>
                  <a:lnTo>
                    <a:pt x="696" y="7222"/>
                  </a:lnTo>
                  <a:lnTo>
                    <a:pt x="735" y="7145"/>
                  </a:lnTo>
                  <a:lnTo>
                    <a:pt x="812" y="7067"/>
                  </a:lnTo>
                  <a:lnTo>
                    <a:pt x="1005" y="6990"/>
                  </a:lnTo>
                  <a:lnTo>
                    <a:pt x="1275" y="6874"/>
                  </a:lnTo>
                  <a:lnTo>
                    <a:pt x="1893" y="6643"/>
                  </a:lnTo>
                  <a:lnTo>
                    <a:pt x="2743" y="6449"/>
                  </a:lnTo>
                  <a:lnTo>
                    <a:pt x="3592" y="6295"/>
                  </a:lnTo>
                  <a:lnTo>
                    <a:pt x="4635" y="6063"/>
                  </a:lnTo>
                  <a:lnTo>
                    <a:pt x="5137" y="5909"/>
                  </a:lnTo>
                  <a:lnTo>
                    <a:pt x="5639" y="5754"/>
                  </a:lnTo>
                  <a:close/>
                  <a:moveTo>
                    <a:pt x="6952" y="1"/>
                  </a:moveTo>
                  <a:lnTo>
                    <a:pt x="6720" y="39"/>
                  </a:lnTo>
                  <a:lnTo>
                    <a:pt x="6527" y="117"/>
                  </a:lnTo>
                  <a:lnTo>
                    <a:pt x="6334" y="233"/>
                  </a:lnTo>
                  <a:lnTo>
                    <a:pt x="6141" y="426"/>
                  </a:lnTo>
                  <a:lnTo>
                    <a:pt x="5986" y="619"/>
                  </a:lnTo>
                  <a:lnTo>
                    <a:pt x="5909" y="812"/>
                  </a:lnTo>
                  <a:lnTo>
                    <a:pt x="5793" y="1275"/>
                  </a:lnTo>
                  <a:lnTo>
                    <a:pt x="5793" y="1777"/>
                  </a:lnTo>
                  <a:lnTo>
                    <a:pt x="5832" y="2742"/>
                  </a:lnTo>
                  <a:lnTo>
                    <a:pt x="5909" y="3901"/>
                  </a:lnTo>
                  <a:lnTo>
                    <a:pt x="5986" y="4480"/>
                  </a:lnTo>
                  <a:lnTo>
                    <a:pt x="6064" y="5021"/>
                  </a:lnTo>
                  <a:lnTo>
                    <a:pt x="6025" y="5137"/>
                  </a:lnTo>
                  <a:lnTo>
                    <a:pt x="6064" y="5252"/>
                  </a:lnTo>
                  <a:lnTo>
                    <a:pt x="5523" y="5446"/>
                  </a:lnTo>
                  <a:lnTo>
                    <a:pt x="4982" y="5561"/>
                  </a:lnTo>
                  <a:lnTo>
                    <a:pt x="3940" y="5832"/>
                  </a:lnTo>
                  <a:lnTo>
                    <a:pt x="2858" y="6025"/>
                  </a:lnTo>
                  <a:lnTo>
                    <a:pt x="2318" y="6179"/>
                  </a:lnTo>
                  <a:lnTo>
                    <a:pt x="1777" y="6295"/>
                  </a:lnTo>
                  <a:lnTo>
                    <a:pt x="1198" y="6488"/>
                  </a:lnTo>
                  <a:lnTo>
                    <a:pt x="851" y="6643"/>
                  </a:lnTo>
                  <a:lnTo>
                    <a:pt x="503" y="6836"/>
                  </a:lnTo>
                  <a:lnTo>
                    <a:pt x="233" y="7029"/>
                  </a:lnTo>
                  <a:lnTo>
                    <a:pt x="117" y="7145"/>
                  </a:lnTo>
                  <a:lnTo>
                    <a:pt x="40" y="7299"/>
                  </a:lnTo>
                  <a:lnTo>
                    <a:pt x="1" y="7415"/>
                  </a:lnTo>
                  <a:lnTo>
                    <a:pt x="1" y="7569"/>
                  </a:lnTo>
                  <a:lnTo>
                    <a:pt x="40" y="7724"/>
                  </a:lnTo>
                  <a:lnTo>
                    <a:pt x="117" y="7917"/>
                  </a:lnTo>
                  <a:lnTo>
                    <a:pt x="233" y="8033"/>
                  </a:lnTo>
                  <a:lnTo>
                    <a:pt x="349" y="8149"/>
                  </a:lnTo>
                  <a:lnTo>
                    <a:pt x="503" y="8226"/>
                  </a:lnTo>
                  <a:lnTo>
                    <a:pt x="619" y="8264"/>
                  </a:lnTo>
                  <a:lnTo>
                    <a:pt x="928" y="8342"/>
                  </a:lnTo>
                  <a:lnTo>
                    <a:pt x="1275" y="8342"/>
                  </a:lnTo>
                  <a:lnTo>
                    <a:pt x="1623" y="8303"/>
                  </a:lnTo>
                  <a:lnTo>
                    <a:pt x="1932" y="8187"/>
                  </a:lnTo>
                  <a:lnTo>
                    <a:pt x="2550" y="7994"/>
                  </a:lnTo>
                  <a:lnTo>
                    <a:pt x="3554" y="7531"/>
                  </a:lnTo>
                  <a:lnTo>
                    <a:pt x="4519" y="6990"/>
                  </a:lnTo>
                  <a:lnTo>
                    <a:pt x="5446" y="6372"/>
                  </a:lnTo>
                  <a:lnTo>
                    <a:pt x="5909" y="6063"/>
                  </a:lnTo>
                  <a:lnTo>
                    <a:pt x="6334" y="5716"/>
                  </a:lnTo>
                  <a:lnTo>
                    <a:pt x="6527" y="6102"/>
                  </a:lnTo>
                  <a:lnTo>
                    <a:pt x="6643" y="6295"/>
                  </a:lnTo>
                  <a:lnTo>
                    <a:pt x="6759" y="6449"/>
                  </a:lnTo>
                  <a:lnTo>
                    <a:pt x="7029" y="6372"/>
                  </a:lnTo>
                  <a:lnTo>
                    <a:pt x="7029" y="6334"/>
                  </a:lnTo>
                  <a:lnTo>
                    <a:pt x="6836" y="5986"/>
                  </a:lnTo>
                  <a:lnTo>
                    <a:pt x="6759" y="5832"/>
                  </a:lnTo>
                  <a:lnTo>
                    <a:pt x="6720" y="5639"/>
                  </a:lnTo>
                  <a:lnTo>
                    <a:pt x="6720" y="5561"/>
                  </a:lnTo>
                  <a:lnTo>
                    <a:pt x="7569" y="5832"/>
                  </a:lnTo>
                  <a:lnTo>
                    <a:pt x="8496" y="6063"/>
                  </a:lnTo>
                  <a:lnTo>
                    <a:pt x="9384" y="6179"/>
                  </a:lnTo>
                  <a:lnTo>
                    <a:pt x="10311" y="6218"/>
                  </a:lnTo>
                  <a:lnTo>
                    <a:pt x="11006" y="6218"/>
                  </a:lnTo>
                  <a:lnTo>
                    <a:pt x="11470" y="6179"/>
                  </a:lnTo>
                  <a:lnTo>
                    <a:pt x="11933" y="6141"/>
                  </a:lnTo>
                  <a:lnTo>
                    <a:pt x="12358" y="5986"/>
                  </a:lnTo>
                  <a:lnTo>
                    <a:pt x="12512" y="5909"/>
                  </a:lnTo>
                  <a:lnTo>
                    <a:pt x="12667" y="5793"/>
                  </a:lnTo>
                  <a:lnTo>
                    <a:pt x="12821" y="5677"/>
                  </a:lnTo>
                  <a:lnTo>
                    <a:pt x="12898" y="5523"/>
                  </a:lnTo>
                  <a:lnTo>
                    <a:pt x="12976" y="5368"/>
                  </a:lnTo>
                  <a:lnTo>
                    <a:pt x="12976" y="5175"/>
                  </a:lnTo>
                  <a:lnTo>
                    <a:pt x="12976" y="4982"/>
                  </a:lnTo>
                  <a:lnTo>
                    <a:pt x="12898" y="4828"/>
                  </a:lnTo>
                  <a:lnTo>
                    <a:pt x="12821" y="4712"/>
                  </a:lnTo>
                  <a:lnTo>
                    <a:pt x="12744" y="4635"/>
                  </a:lnTo>
                  <a:lnTo>
                    <a:pt x="12628" y="4519"/>
                  </a:lnTo>
                  <a:lnTo>
                    <a:pt x="12474" y="4480"/>
                  </a:lnTo>
                  <a:lnTo>
                    <a:pt x="12165" y="4364"/>
                  </a:lnTo>
                  <a:lnTo>
                    <a:pt x="11817" y="4326"/>
                  </a:lnTo>
                  <a:lnTo>
                    <a:pt x="11470" y="4326"/>
                  </a:lnTo>
                  <a:lnTo>
                    <a:pt x="10890" y="4364"/>
                  </a:lnTo>
                  <a:lnTo>
                    <a:pt x="9848" y="4403"/>
                  </a:lnTo>
                  <a:lnTo>
                    <a:pt x="8844" y="4480"/>
                  </a:lnTo>
                  <a:lnTo>
                    <a:pt x="7840" y="4635"/>
                  </a:lnTo>
                  <a:lnTo>
                    <a:pt x="6836" y="4828"/>
                  </a:lnTo>
                  <a:lnTo>
                    <a:pt x="7376" y="3476"/>
                  </a:lnTo>
                  <a:lnTo>
                    <a:pt x="7647" y="2742"/>
                  </a:lnTo>
                  <a:lnTo>
                    <a:pt x="7840" y="2047"/>
                  </a:lnTo>
                  <a:lnTo>
                    <a:pt x="7917" y="1816"/>
                  </a:lnTo>
                  <a:lnTo>
                    <a:pt x="7917" y="1545"/>
                  </a:lnTo>
                  <a:lnTo>
                    <a:pt x="7917" y="1314"/>
                  </a:lnTo>
                  <a:lnTo>
                    <a:pt x="7878" y="1082"/>
                  </a:lnTo>
                  <a:lnTo>
                    <a:pt x="7801" y="850"/>
                  </a:lnTo>
                  <a:lnTo>
                    <a:pt x="7685" y="619"/>
                  </a:lnTo>
                  <a:lnTo>
                    <a:pt x="7531" y="426"/>
                  </a:lnTo>
                  <a:lnTo>
                    <a:pt x="7338" y="271"/>
                  </a:lnTo>
                  <a:lnTo>
                    <a:pt x="7261" y="155"/>
                  </a:lnTo>
                  <a:lnTo>
                    <a:pt x="7145" y="78"/>
                  </a:lnTo>
                  <a:lnTo>
                    <a:pt x="695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3"/>
            <p:cNvSpPr/>
            <p:nvPr/>
          </p:nvSpPr>
          <p:spPr>
            <a:xfrm>
              <a:off x="6760175" y="920450"/>
              <a:ext cx="375550" cy="387150"/>
            </a:xfrm>
            <a:custGeom>
              <a:avLst/>
              <a:gdLst/>
              <a:ahLst/>
              <a:cxnLst/>
              <a:rect l="l" t="t" r="r" b="b"/>
              <a:pathLst>
                <a:path w="15022" h="15486" extrusionOk="0">
                  <a:moveTo>
                    <a:pt x="7491" y="503"/>
                  </a:moveTo>
                  <a:lnTo>
                    <a:pt x="8032" y="542"/>
                  </a:lnTo>
                  <a:lnTo>
                    <a:pt x="8611" y="580"/>
                  </a:lnTo>
                  <a:lnTo>
                    <a:pt x="9152" y="696"/>
                  </a:lnTo>
                  <a:lnTo>
                    <a:pt x="9692" y="850"/>
                  </a:lnTo>
                  <a:lnTo>
                    <a:pt x="10194" y="1044"/>
                  </a:lnTo>
                  <a:lnTo>
                    <a:pt x="10696" y="1275"/>
                  </a:lnTo>
                  <a:lnTo>
                    <a:pt x="11160" y="1546"/>
                  </a:lnTo>
                  <a:lnTo>
                    <a:pt x="11623" y="1816"/>
                  </a:lnTo>
                  <a:lnTo>
                    <a:pt x="10812" y="2202"/>
                  </a:lnTo>
                  <a:lnTo>
                    <a:pt x="10079" y="2627"/>
                  </a:lnTo>
                  <a:lnTo>
                    <a:pt x="9306" y="3090"/>
                  </a:lnTo>
                  <a:lnTo>
                    <a:pt x="8611" y="3631"/>
                  </a:lnTo>
                  <a:lnTo>
                    <a:pt x="7955" y="4171"/>
                  </a:lnTo>
                  <a:lnTo>
                    <a:pt x="7298" y="4789"/>
                  </a:lnTo>
                  <a:lnTo>
                    <a:pt x="6719" y="5446"/>
                  </a:lnTo>
                  <a:lnTo>
                    <a:pt x="6140" y="6141"/>
                  </a:lnTo>
                  <a:lnTo>
                    <a:pt x="5638" y="6874"/>
                  </a:lnTo>
                  <a:lnTo>
                    <a:pt x="5213" y="7647"/>
                  </a:lnTo>
                  <a:lnTo>
                    <a:pt x="4788" y="8419"/>
                  </a:lnTo>
                  <a:lnTo>
                    <a:pt x="4479" y="9230"/>
                  </a:lnTo>
                  <a:lnTo>
                    <a:pt x="4170" y="10041"/>
                  </a:lnTo>
                  <a:lnTo>
                    <a:pt x="3977" y="10890"/>
                  </a:lnTo>
                  <a:lnTo>
                    <a:pt x="3823" y="11778"/>
                  </a:lnTo>
                  <a:lnTo>
                    <a:pt x="3746" y="12667"/>
                  </a:lnTo>
                  <a:lnTo>
                    <a:pt x="3591" y="12667"/>
                  </a:lnTo>
                  <a:lnTo>
                    <a:pt x="3282" y="11856"/>
                  </a:lnTo>
                  <a:lnTo>
                    <a:pt x="3051" y="11045"/>
                  </a:lnTo>
                  <a:lnTo>
                    <a:pt x="2858" y="10195"/>
                  </a:lnTo>
                  <a:lnTo>
                    <a:pt x="2703" y="9346"/>
                  </a:lnTo>
                  <a:lnTo>
                    <a:pt x="2587" y="8535"/>
                  </a:lnTo>
                  <a:lnTo>
                    <a:pt x="2549" y="7685"/>
                  </a:lnTo>
                  <a:lnTo>
                    <a:pt x="2587" y="6797"/>
                  </a:lnTo>
                  <a:lnTo>
                    <a:pt x="2703" y="5948"/>
                  </a:lnTo>
                  <a:lnTo>
                    <a:pt x="2858" y="5214"/>
                  </a:lnTo>
                  <a:lnTo>
                    <a:pt x="3051" y="4519"/>
                  </a:lnTo>
                  <a:lnTo>
                    <a:pt x="3321" y="3824"/>
                  </a:lnTo>
                  <a:lnTo>
                    <a:pt x="3668" y="3206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30"/>
                  </a:lnTo>
                  <a:lnTo>
                    <a:pt x="5406" y="889"/>
                  </a:lnTo>
                  <a:lnTo>
                    <a:pt x="5908" y="735"/>
                  </a:lnTo>
                  <a:lnTo>
                    <a:pt x="6410" y="619"/>
                  </a:lnTo>
                  <a:lnTo>
                    <a:pt x="6951" y="542"/>
                  </a:lnTo>
                  <a:lnTo>
                    <a:pt x="7491" y="503"/>
                  </a:lnTo>
                  <a:close/>
                  <a:moveTo>
                    <a:pt x="11971" y="2086"/>
                  </a:moveTo>
                  <a:lnTo>
                    <a:pt x="12357" y="2434"/>
                  </a:lnTo>
                  <a:lnTo>
                    <a:pt x="12704" y="2820"/>
                  </a:lnTo>
                  <a:lnTo>
                    <a:pt x="13052" y="3206"/>
                  </a:lnTo>
                  <a:lnTo>
                    <a:pt x="13322" y="3669"/>
                  </a:lnTo>
                  <a:lnTo>
                    <a:pt x="13592" y="4094"/>
                  </a:lnTo>
                  <a:lnTo>
                    <a:pt x="13863" y="4596"/>
                  </a:lnTo>
                  <a:lnTo>
                    <a:pt x="14056" y="5098"/>
                  </a:lnTo>
                  <a:lnTo>
                    <a:pt x="14210" y="5600"/>
                  </a:lnTo>
                  <a:lnTo>
                    <a:pt x="14326" y="6102"/>
                  </a:lnTo>
                  <a:lnTo>
                    <a:pt x="14442" y="6643"/>
                  </a:lnTo>
                  <a:lnTo>
                    <a:pt x="13670" y="6681"/>
                  </a:lnTo>
                  <a:lnTo>
                    <a:pt x="12897" y="6797"/>
                  </a:lnTo>
                  <a:lnTo>
                    <a:pt x="12164" y="6952"/>
                  </a:lnTo>
                  <a:lnTo>
                    <a:pt x="11391" y="7145"/>
                  </a:lnTo>
                  <a:lnTo>
                    <a:pt x="10658" y="7415"/>
                  </a:lnTo>
                  <a:lnTo>
                    <a:pt x="9963" y="7724"/>
                  </a:lnTo>
                  <a:lnTo>
                    <a:pt x="9229" y="8033"/>
                  </a:lnTo>
                  <a:lnTo>
                    <a:pt x="8534" y="8419"/>
                  </a:lnTo>
                  <a:lnTo>
                    <a:pt x="7877" y="8844"/>
                  </a:lnTo>
                  <a:lnTo>
                    <a:pt x="7260" y="9307"/>
                  </a:lnTo>
                  <a:lnTo>
                    <a:pt x="6642" y="9809"/>
                  </a:lnTo>
                  <a:lnTo>
                    <a:pt x="6101" y="10350"/>
                  </a:lnTo>
                  <a:lnTo>
                    <a:pt x="5561" y="10890"/>
                  </a:lnTo>
                  <a:lnTo>
                    <a:pt x="5097" y="11508"/>
                  </a:lnTo>
                  <a:lnTo>
                    <a:pt x="4634" y="12126"/>
                  </a:lnTo>
                  <a:lnTo>
                    <a:pt x="4248" y="12821"/>
                  </a:lnTo>
                  <a:lnTo>
                    <a:pt x="4132" y="12744"/>
                  </a:lnTo>
                  <a:lnTo>
                    <a:pt x="3977" y="12667"/>
                  </a:lnTo>
                  <a:lnTo>
                    <a:pt x="4093" y="11817"/>
                  </a:lnTo>
                  <a:lnTo>
                    <a:pt x="4325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3" y="8496"/>
                  </a:lnTo>
                  <a:lnTo>
                    <a:pt x="5599" y="7724"/>
                  </a:lnTo>
                  <a:lnTo>
                    <a:pt x="6024" y="6990"/>
                  </a:lnTo>
                  <a:lnTo>
                    <a:pt x="6526" y="6295"/>
                  </a:lnTo>
                  <a:lnTo>
                    <a:pt x="7067" y="5600"/>
                  </a:lnTo>
                  <a:lnTo>
                    <a:pt x="7607" y="4982"/>
                  </a:lnTo>
                  <a:lnTo>
                    <a:pt x="8225" y="4403"/>
                  </a:lnTo>
                  <a:lnTo>
                    <a:pt x="8920" y="3824"/>
                  </a:lnTo>
                  <a:lnTo>
                    <a:pt x="9615" y="3322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71" y="2086"/>
                  </a:lnTo>
                  <a:close/>
                  <a:moveTo>
                    <a:pt x="14481" y="6990"/>
                  </a:moveTo>
                  <a:lnTo>
                    <a:pt x="14481" y="7840"/>
                  </a:lnTo>
                  <a:lnTo>
                    <a:pt x="14442" y="8689"/>
                  </a:lnTo>
                  <a:lnTo>
                    <a:pt x="14288" y="9539"/>
                  </a:lnTo>
                  <a:lnTo>
                    <a:pt x="14172" y="9964"/>
                  </a:lnTo>
                  <a:lnTo>
                    <a:pt x="14056" y="10350"/>
                  </a:lnTo>
                  <a:lnTo>
                    <a:pt x="13901" y="10774"/>
                  </a:lnTo>
                  <a:lnTo>
                    <a:pt x="13708" y="11161"/>
                  </a:lnTo>
                  <a:lnTo>
                    <a:pt x="13515" y="11547"/>
                  </a:lnTo>
                  <a:lnTo>
                    <a:pt x="13284" y="11894"/>
                  </a:lnTo>
                  <a:lnTo>
                    <a:pt x="13052" y="12242"/>
                  </a:lnTo>
                  <a:lnTo>
                    <a:pt x="12782" y="12589"/>
                  </a:lnTo>
                  <a:lnTo>
                    <a:pt x="12511" y="12898"/>
                  </a:lnTo>
                  <a:lnTo>
                    <a:pt x="12202" y="13207"/>
                  </a:lnTo>
                  <a:lnTo>
                    <a:pt x="11971" y="13053"/>
                  </a:lnTo>
                  <a:lnTo>
                    <a:pt x="11700" y="12937"/>
                  </a:lnTo>
                  <a:lnTo>
                    <a:pt x="11121" y="12782"/>
                  </a:lnTo>
                  <a:lnTo>
                    <a:pt x="10542" y="12628"/>
                  </a:lnTo>
                  <a:lnTo>
                    <a:pt x="10001" y="12551"/>
                  </a:lnTo>
                  <a:lnTo>
                    <a:pt x="9422" y="12512"/>
                  </a:lnTo>
                  <a:lnTo>
                    <a:pt x="8843" y="12474"/>
                  </a:lnTo>
                  <a:lnTo>
                    <a:pt x="8302" y="12474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719" y="12667"/>
                  </a:lnTo>
                  <a:lnTo>
                    <a:pt x="6178" y="12782"/>
                  </a:lnTo>
                  <a:lnTo>
                    <a:pt x="5676" y="12937"/>
                  </a:lnTo>
                  <a:lnTo>
                    <a:pt x="5174" y="13130"/>
                  </a:lnTo>
                  <a:lnTo>
                    <a:pt x="4672" y="13362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40"/>
                  </a:lnTo>
                  <a:lnTo>
                    <a:pt x="5870" y="11161"/>
                  </a:lnTo>
                  <a:lnTo>
                    <a:pt x="6410" y="10620"/>
                  </a:lnTo>
                  <a:lnTo>
                    <a:pt x="6989" y="10118"/>
                  </a:lnTo>
                  <a:lnTo>
                    <a:pt x="7569" y="9655"/>
                  </a:lnTo>
                  <a:lnTo>
                    <a:pt x="8148" y="9230"/>
                  </a:lnTo>
                  <a:lnTo>
                    <a:pt x="8766" y="8805"/>
                  </a:lnTo>
                  <a:lnTo>
                    <a:pt x="9422" y="8458"/>
                  </a:lnTo>
                  <a:lnTo>
                    <a:pt x="10079" y="8110"/>
                  </a:lnTo>
                  <a:lnTo>
                    <a:pt x="10735" y="7840"/>
                  </a:lnTo>
                  <a:lnTo>
                    <a:pt x="11469" y="7569"/>
                  </a:lnTo>
                  <a:lnTo>
                    <a:pt x="12164" y="7376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7"/>
                  </a:moveTo>
                  <a:lnTo>
                    <a:pt x="4055" y="1854"/>
                  </a:lnTo>
                  <a:lnTo>
                    <a:pt x="3630" y="2472"/>
                  </a:lnTo>
                  <a:lnTo>
                    <a:pt x="3244" y="3129"/>
                  </a:lnTo>
                  <a:lnTo>
                    <a:pt x="2935" y="3824"/>
                  </a:lnTo>
                  <a:lnTo>
                    <a:pt x="2664" y="4519"/>
                  </a:lnTo>
                  <a:lnTo>
                    <a:pt x="2471" y="5291"/>
                  </a:lnTo>
                  <a:lnTo>
                    <a:pt x="2317" y="6025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2"/>
                  </a:lnTo>
                  <a:lnTo>
                    <a:pt x="2278" y="9114"/>
                  </a:lnTo>
                  <a:lnTo>
                    <a:pt x="2394" y="9886"/>
                  </a:lnTo>
                  <a:lnTo>
                    <a:pt x="2549" y="10620"/>
                  </a:lnTo>
                  <a:lnTo>
                    <a:pt x="2780" y="11354"/>
                  </a:lnTo>
                  <a:lnTo>
                    <a:pt x="3012" y="12087"/>
                  </a:lnTo>
                  <a:lnTo>
                    <a:pt x="3321" y="12744"/>
                  </a:lnTo>
                  <a:lnTo>
                    <a:pt x="3128" y="12898"/>
                  </a:lnTo>
                  <a:lnTo>
                    <a:pt x="2935" y="13053"/>
                  </a:lnTo>
                  <a:lnTo>
                    <a:pt x="2819" y="13246"/>
                  </a:lnTo>
                  <a:lnTo>
                    <a:pt x="2742" y="13439"/>
                  </a:lnTo>
                  <a:lnTo>
                    <a:pt x="2394" y="13014"/>
                  </a:lnTo>
                  <a:lnTo>
                    <a:pt x="2085" y="12551"/>
                  </a:lnTo>
                  <a:lnTo>
                    <a:pt x="1776" y="12087"/>
                  </a:lnTo>
                  <a:lnTo>
                    <a:pt x="1506" y="11624"/>
                  </a:lnTo>
                  <a:lnTo>
                    <a:pt x="1274" y="11122"/>
                  </a:lnTo>
                  <a:lnTo>
                    <a:pt x="1081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114"/>
                  </a:lnTo>
                  <a:lnTo>
                    <a:pt x="541" y="8573"/>
                  </a:lnTo>
                  <a:lnTo>
                    <a:pt x="502" y="8033"/>
                  </a:lnTo>
                  <a:lnTo>
                    <a:pt x="502" y="7492"/>
                  </a:lnTo>
                  <a:lnTo>
                    <a:pt x="541" y="6952"/>
                  </a:lnTo>
                  <a:lnTo>
                    <a:pt x="618" y="6411"/>
                  </a:lnTo>
                  <a:lnTo>
                    <a:pt x="772" y="5870"/>
                  </a:lnTo>
                  <a:lnTo>
                    <a:pt x="927" y="5330"/>
                  </a:lnTo>
                  <a:lnTo>
                    <a:pt x="1197" y="4673"/>
                  </a:lnTo>
                  <a:lnTo>
                    <a:pt x="1545" y="4056"/>
                  </a:lnTo>
                  <a:lnTo>
                    <a:pt x="1931" y="3476"/>
                  </a:lnTo>
                  <a:lnTo>
                    <a:pt x="2356" y="2936"/>
                  </a:lnTo>
                  <a:lnTo>
                    <a:pt x="2858" y="2434"/>
                  </a:lnTo>
                  <a:lnTo>
                    <a:pt x="3360" y="2009"/>
                  </a:lnTo>
                  <a:lnTo>
                    <a:pt x="3939" y="1584"/>
                  </a:lnTo>
                  <a:lnTo>
                    <a:pt x="4518" y="1237"/>
                  </a:lnTo>
                  <a:close/>
                  <a:moveTo>
                    <a:pt x="3862" y="12976"/>
                  </a:moveTo>
                  <a:lnTo>
                    <a:pt x="4016" y="13053"/>
                  </a:lnTo>
                  <a:lnTo>
                    <a:pt x="4170" y="13169"/>
                  </a:lnTo>
                  <a:lnTo>
                    <a:pt x="4286" y="13284"/>
                  </a:lnTo>
                  <a:lnTo>
                    <a:pt x="4325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325" y="13941"/>
                  </a:lnTo>
                  <a:lnTo>
                    <a:pt x="4209" y="14095"/>
                  </a:lnTo>
                  <a:lnTo>
                    <a:pt x="3784" y="13825"/>
                  </a:lnTo>
                  <a:lnTo>
                    <a:pt x="3360" y="13478"/>
                  </a:lnTo>
                  <a:lnTo>
                    <a:pt x="3244" y="13439"/>
                  </a:lnTo>
                  <a:lnTo>
                    <a:pt x="3166" y="13439"/>
                  </a:lnTo>
                  <a:lnTo>
                    <a:pt x="3051" y="13478"/>
                  </a:lnTo>
                  <a:lnTo>
                    <a:pt x="2973" y="13516"/>
                  </a:lnTo>
                  <a:lnTo>
                    <a:pt x="3051" y="13362"/>
                  </a:lnTo>
                  <a:lnTo>
                    <a:pt x="3166" y="13207"/>
                  </a:lnTo>
                  <a:lnTo>
                    <a:pt x="3321" y="13130"/>
                  </a:lnTo>
                  <a:lnTo>
                    <a:pt x="3475" y="13014"/>
                  </a:lnTo>
                  <a:lnTo>
                    <a:pt x="3668" y="12976"/>
                  </a:lnTo>
                  <a:close/>
                  <a:moveTo>
                    <a:pt x="9152" y="12860"/>
                  </a:moveTo>
                  <a:lnTo>
                    <a:pt x="9615" y="12898"/>
                  </a:lnTo>
                  <a:lnTo>
                    <a:pt x="10117" y="12976"/>
                  </a:lnTo>
                  <a:lnTo>
                    <a:pt x="10503" y="13014"/>
                  </a:lnTo>
                  <a:lnTo>
                    <a:pt x="11005" y="13130"/>
                  </a:lnTo>
                  <a:lnTo>
                    <a:pt x="11507" y="13246"/>
                  </a:lnTo>
                  <a:lnTo>
                    <a:pt x="11700" y="13362"/>
                  </a:lnTo>
                  <a:lnTo>
                    <a:pt x="11893" y="13478"/>
                  </a:lnTo>
                  <a:lnTo>
                    <a:pt x="11507" y="13786"/>
                  </a:lnTo>
                  <a:lnTo>
                    <a:pt x="11083" y="14018"/>
                  </a:lnTo>
                  <a:lnTo>
                    <a:pt x="10658" y="14250"/>
                  </a:lnTo>
                  <a:lnTo>
                    <a:pt x="10233" y="14443"/>
                  </a:lnTo>
                  <a:lnTo>
                    <a:pt x="9770" y="14636"/>
                  </a:lnTo>
                  <a:lnTo>
                    <a:pt x="9306" y="14752"/>
                  </a:lnTo>
                  <a:lnTo>
                    <a:pt x="8843" y="14868"/>
                  </a:lnTo>
                  <a:lnTo>
                    <a:pt x="8341" y="14945"/>
                  </a:lnTo>
                  <a:lnTo>
                    <a:pt x="7877" y="14983"/>
                  </a:lnTo>
                  <a:lnTo>
                    <a:pt x="7375" y="14983"/>
                  </a:lnTo>
                  <a:lnTo>
                    <a:pt x="6912" y="14945"/>
                  </a:lnTo>
                  <a:lnTo>
                    <a:pt x="6410" y="14868"/>
                  </a:lnTo>
                  <a:lnTo>
                    <a:pt x="5947" y="14790"/>
                  </a:lnTo>
                  <a:lnTo>
                    <a:pt x="5483" y="14636"/>
                  </a:lnTo>
                  <a:lnTo>
                    <a:pt x="5020" y="14482"/>
                  </a:lnTo>
                  <a:lnTo>
                    <a:pt x="4595" y="14288"/>
                  </a:lnTo>
                  <a:lnTo>
                    <a:pt x="4711" y="14018"/>
                  </a:lnTo>
                  <a:lnTo>
                    <a:pt x="4750" y="13748"/>
                  </a:lnTo>
                  <a:lnTo>
                    <a:pt x="4711" y="13593"/>
                  </a:lnTo>
                  <a:lnTo>
                    <a:pt x="5561" y="13323"/>
                  </a:lnTo>
                  <a:lnTo>
                    <a:pt x="6410" y="13091"/>
                  </a:lnTo>
                  <a:lnTo>
                    <a:pt x="7298" y="12937"/>
                  </a:lnTo>
                  <a:lnTo>
                    <a:pt x="8186" y="12860"/>
                  </a:lnTo>
                  <a:close/>
                  <a:moveTo>
                    <a:pt x="7607" y="1"/>
                  </a:moveTo>
                  <a:lnTo>
                    <a:pt x="6989" y="40"/>
                  </a:lnTo>
                  <a:lnTo>
                    <a:pt x="6449" y="117"/>
                  </a:lnTo>
                  <a:lnTo>
                    <a:pt x="5870" y="233"/>
                  </a:lnTo>
                  <a:lnTo>
                    <a:pt x="5329" y="387"/>
                  </a:lnTo>
                  <a:lnTo>
                    <a:pt x="4788" y="580"/>
                  </a:lnTo>
                  <a:lnTo>
                    <a:pt x="4248" y="812"/>
                  </a:lnTo>
                  <a:lnTo>
                    <a:pt x="3784" y="1121"/>
                  </a:lnTo>
                  <a:lnTo>
                    <a:pt x="3282" y="1430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2008" y="2588"/>
                  </a:lnTo>
                  <a:lnTo>
                    <a:pt x="1622" y="3013"/>
                  </a:lnTo>
                  <a:lnTo>
                    <a:pt x="1274" y="3515"/>
                  </a:lnTo>
                  <a:lnTo>
                    <a:pt x="965" y="4017"/>
                  </a:lnTo>
                  <a:lnTo>
                    <a:pt x="695" y="4596"/>
                  </a:lnTo>
                  <a:lnTo>
                    <a:pt x="425" y="5253"/>
                  </a:lnTo>
                  <a:lnTo>
                    <a:pt x="232" y="5909"/>
                  </a:lnTo>
                  <a:lnTo>
                    <a:pt x="116" y="6565"/>
                  </a:lnTo>
                  <a:lnTo>
                    <a:pt x="39" y="7222"/>
                  </a:lnTo>
                  <a:lnTo>
                    <a:pt x="0" y="7917"/>
                  </a:lnTo>
                  <a:lnTo>
                    <a:pt x="39" y="8612"/>
                  </a:lnTo>
                  <a:lnTo>
                    <a:pt x="116" y="9269"/>
                  </a:lnTo>
                  <a:lnTo>
                    <a:pt x="270" y="9925"/>
                  </a:lnTo>
                  <a:lnTo>
                    <a:pt x="463" y="10581"/>
                  </a:lnTo>
                  <a:lnTo>
                    <a:pt x="695" y="11238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0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6" y="14134"/>
                  </a:lnTo>
                  <a:lnTo>
                    <a:pt x="3475" y="14327"/>
                  </a:lnTo>
                  <a:lnTo>
                    <a:pt x="3784" y="14520"/>
                  </a:lnTo>
                  <a:lnTo>
                    <a:pt x="4132" y="14597"/>
                  </a:lnTo>
                  <a:lnTo>
                    <a:pt x="4557" y="14829"/>
                  </a:lnTo>
                  <a:lnTo>
                    <a:pt x="4981" y="14983"/>
                  </a:lnTo>
                  <a:lnTo>
                    <a:pt x="5406" y="15138"/>
                  </a:lnTo>
                  <a:lnTo>
                    <a:pt x="5870" y="15292"/>
                  </a:lnTo>
                  <a:lnTo>
                    <a:pt x="6333" y="15370"/>
                  </a:lnTo>
                  <a:lnTo>
                    <a:pt x="6796" y="15447"/>
                  </a:lnTo>
                  <a:lnTo>
                    <a:pt x="7298" y="15485"/>
                  </a:lnTo>
                  <a:lnTo>
                    <a:pt x="7762" y="15485"/>
                  </a:lnTo>
                  <a:lnTo>
                    <a:pt x="8225" y="15447"/>
                  </a:lnTo>
                  <a:lnTo>
                    <a:pt x="8688" y="15408"/>
                  </a:lnTo>
                  <a:lnTo>
                    <a:pt x="9152" y="15331"/>
                  </a:lnTo>
                  <a:lnTo>
                    <a:pt x="9615" y="15215"/>
                  </a:lnTo>
                  <a:lnTo>
                    <a:pt x="10079" y="15061"/>
                  </a:lnTo>
                  <a:lnTo>
                    <a:pt x="10542" y="14868"/>
                  </a:lnTo>
                  <a:lnTo>
                    <a:pt x="10967" y="14675"/>
                  </a:lnTo>
                  <a:lnTo>
                    <a:pt x="11391" y="14443"/>
                  </a:lnTo>
                  <a:lnTo>
                    <a:pt x="11855" y="14134"/>
                  </a:lnTo>
                  <a:lnTo>
                    <a:pt x="12318" y="13786"/>
                  </a:lnTo>
                  <a:lnTo>
                    <a:pt x="12743" y="13400"/>
                  </a:lnTo>
                  <a:lnTo>
                    <a:pt x="13129" y="12976"/>
                  </a:lnTo>
                  <a:lnTo>
                    <a:pt x="13477" y="12551"/>
                  </a:lnTo>
                  <a:lnTo>
                    <a:pt x="13786" y="12049"/>
                  </a:lnTo>
                  <a:lnTo>
                    <a:pt x="14056" y="11585"/>
                  </a:lnTo>
                  <a:lnTo>
                    <a:pt x="14288" y="11045"/>
                  </a:lnTo>
                  <a:lnTo>
                    <a:pt x="14519" y="10543"/>
                  </a:lnTo>
                  <a:lnTo>
                    <a:pt x="14674" y="10002"/>
                  </a:lnTo>
                  <a:lnTo>
                    <a:pt x="14828" y="9423"/>
                  </a:lnTo>
                  <a:lnTo>
                    <a:pt x="14905" y="8882"/>
                  </a:lnTo>
                  <a:lnTo>
                    <a:pt x="14983" y="8303"/>
                  </a:lnTo>
                  <a:lnTo>
                    <a:pt x="15021" y="7724"/>
                  </a:lnTo>
                  <a:lnTo>
                    <a:pt x="14983" y="7145"/>
                  </a:lnTo>
                  <a:lnTo>
                    <a:pt x="14944" y="6604"/>
                  </a:lnTo>
                  <a:lnTo>
                    <a:pt x="14828" y="5986"/>
                  </a:lnTo>
                  <a:lnTo>
                    <a:pt x="14674" y="5407"/>
                  </a:lnTo>
                  <a:lnTo>
                    <a:pt x="14481" y="4828"/>
                  </a:lnTo>
                  <a:lnTo>
                    <a:pt x="14249" y="4287"/>
                  </a:lnTo>
                  <a:lnTo>
                    <a:pt x="13979" y="3747"/>
                  </a:lnTo>
                  <a:lnTo>
                    <a:pt x="13670" y="3245"/>
                  </a:lnTo>
                  <a:lnTo>
                    <a:pt x="13322" y="2743"/>
                  </a:lnTo>
                  <a:lnTo>
                    <a:pt x="12936" y="2318"/>
                  </a:lnTo>
                  <a:lnTo>
                    <a:pt x="12511" y="1893"/>
                  </a:lnTo>
                  <a:lnTo>
                    <a:pt x="12048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2" y="619"/>
                  </a:lnTo>
                  <a:lnTo>
                    <a:pt x="9963" y="387"/>
                  </a:lnTo>
                  <a:lnTo>
                    <a:pt x="9383" y="233"/>
                  </a:lnTo>
                  <a:lnTo>
                    <a:pt x="8766" y="117"/>
                  </a:lnTo>
                  <a:lnTo>
                    <a:pt x="8186" y="40"/>
                  </a:lnTo>
                  <a:lnTo>
                    <a:pt x="76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3"/>
            <p:cNvSpPr/>
            <p:nvPr/>
          </p:nvSpPr>
          <p:spPr>
            <a:xfrm>
              <a:off x="1177425" y="952325"/>
              <a:ext cx="625575" cy="344650"/>
            </a:xfrm>
            <a:custGeom>
              <a:avLst/>
              <a:gdLst/>
              <a:ahLst/>
              <a:cxnLst/>
              <a:rect l="l" t="t" r="r" b="b"/>
              <a:pathLst>
                <a:path w="25023" h="13786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41" y="2008"/>
                  </a:lnTo>
                  <a:lnTo>
                    <a:pt x="23787" y="2124"/>
                  </a:lnTo>
                  <a:lnTo>
                    <a:pt x="23633" y="2201"/>
                  </a:lnTo>
                  <a:lnTo>
                    <a:pt x="23478" y="2201"/>
                  </a:lnTo>
                  <a:lnTo>
                    <a:pt x="23324" y="2163"/>
                  </a:lnTo>
                  <a:lnTo>
                    <a:pt x="23208" y="2047"/>
                  </a:lnTo>
                  <a:lnTo>
                    <a:pt x="23092" y="1931"/>
                  </a:lnTo>
                  <a:lnTo>
                    <a:pt x="23015" y="1815"/>
                  </a:lnTo>
                  <a:lnTo>
                    <a:pt x="22976" y="1622"/>
                  </a:lnTo>
                  <a:lnTo>
                    <a:pt x="22976" y="1429"/>
                  </a:lnTo>
                  <a:lnTo>
                    <a:pt x="23053" y="1236"/>
                  </a:lnTo>
                  <a:lnTo>
                    <a:pt x="23169" y="1081"/>
                  </a:lnTo>
                  <a:lnTo>
                    <a:pt x="23285" y="966"/>
                  </a:lnTo>
                  <a:close/>
                  <a:moveTo>
                    <a:pt x="24096" y="2394"/>
                  </a:moveTo>
                  <a:lnTo>
                    <a:pt x="24212" y="2742"/>
                  </a:lnTo>
                  <a:lnTo>
                    <a:pt x="24328" y="3089"/>
                  </a:lnTo>
                  <a:lnTo>
                    <a:pt x="24366" y="3437"/>
                  </a:lnTo>
                  <a:lnTo>
                    <a:pt x="24443" y="3784"/>
                  </a:lnTo>
                  <a:lnTo>
                    <a:pt x="24173" y="3707"/>
                  </a:lnTo>
                  <a:lnTo>
                    <a:pt x="23941" y="3591"/>
                  </a:lnTo>
                  <a:lnTo>
                    <a:pt x="23864" y="3514"/>
                  </a:lnTo>
                  <a:lnTo>
                    <a:pt x="23787" y="3398"/>
                  </a:lnTo>
                  <a:lnTo>
                    <a:pt x="23748" y="3283"/>
                  </a:lnTo>
                  <a:lnTo>
                    <a:pt x="23710" y="3128"/>
                  </a:lnTo>
                  <a:lnTo>
                    <a:pt x="23710" y="2896"/>
                  </a:lnTo>
                  <a:lnTo>
                    <a:pt x="23787" y="2703"/>
                  </a:lnTo>
                  <a:lnTo>
                    <a:pt x="23941" y="2549"/>
                  </a:lnTo>
                  <a:lnTo>
                    <a:pt x="24096" y="2394"/>
                  </a:lnTo>
                  <a:close/>
                  <a:moveTo>
                    <a:pt x="16180" y="4943"/>
                  </a:moveTo>
                  <a:lnTo>
                    <a:pt x="16296" y="4982"/>
                  </a:lnTo>
                  <a:lnTo>
                    <a:pt x="16412" y="5059"/>
                  </a:lnTo>
                  <a:lnTo>
                    <a:pt x="16489" y="5136"/>
                  </a:lnTo>
                  <a:lnTo>
                    <a:pt x="16566" y="5252"/>
                  </a:lnTo>
                  <a:lnTo>
                    <a:pt x="16566" y="5406"/>
                  </a:lnTo>
                  <a:lnTo>
                    <a:pt x="16296" y="5406"/>
                  </a:lnTo>
                  <a:lnTo>
                    <a:pt x="15678" y="5479"/>
                  </a:lnTo>
                  <a:lnTo>
                    <a:pt x="15678" y="5479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94" y="5136"/>
                  </a:lnTo>
                  <a:lnTo>
                    <a:pt x="15871" y="5059"/>
                  </a:lnTo>
                  <a:lnTo>
                    <a:pt x="15948" y="5020"/>
                  </a:lnTo>
                  <a:lnTo>
                    <a:pt x="16064" y="4943"/>
                  </a:lnTo>
                  <a:close/>
                  <a:moveTo>
                    <a:pt x="24443" y="4209"/>
                  </a:moveTo>
                  <a:lnTo>
                    <a:pt x="24443" y="4673"/>
                  </a:lnTo>
                  <a:lnTo>
                    <a:pt x="24366" y="5097"/>
                  </a:lnTo>
                  <a:lnTo>
                    <a:pt x="24250" y="5484"/>
                  </a:lnTo>
                  <a:lnTo>
                    <a:pt x="24057" y="5406"/>
                  </a:lnTo>
                  <a:lnTo>
                    <a:pt x="23903" y="5252"/>
                  </a:lnTo>
                  <a:lnTo>
                    <a:pt x="23826" y="5059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11"/>
                  </a:lnTo>
                  <a:lnTo>
                    <a:pt x="23903" y="4595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09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04"/>
                  </a:lnTo>
                  <a:lnTo>
                    <a:pt x="17995" y="4982"/>
                  </a:lnTo>
                  <a:lnTo>
                    <a:pt x="18111" y="5175"/>
                  </a:lnTo>
                  <a:lnTo>
                    <a:pt x="18149" y="5406"/>
                  </a:lnTo>
                  <a:lnTo>
                    <a:pt x="18072" y="5599"/>
                  </a:lnTo>
                  <a:lnTo>
                    <a:pt x="17570" y="5484"/>
                  </a:lnTo>
                  <a:lnTo>
                    <a:pt x="17029" y="5406"/>
                  </a:lnTo>
                  <a:lnTo>
                    <a:pt x="17068" y="5290"/>
                  </a:lnTo>
                  <a:lnTo>
                    <a:pt x="17107" y="5136"/>
                  </a:lnTo>
                  <a:lnTo>
                    <a:pt x="17184" y="5020"/>
                  </a:lnTo>
                  <a:lnTo>
                    <a:pt x="17300" y="4943"/>
                  </a:lnTo>
                  <a:lnTo>
                    <a:pt x="17416" y="4866"/>
                  </a:lnTo>
                  <a:lnTo>
                    <a:pt x="17531" y="4827"/>
                  </a:lnTo>
                  <a:close/>
                  <a:moveTo>
                    <a:pt x="14597" y="5290"/>
                  </a:moveTo>
                  <a:lnTo>
                    <a:pt x="14713" y="5329"/>
                  </a:lnTo>
                  <a:lnTo>
                    <a:pt x="14828" y="5368"/>
                  </a:lnTo>
                  <a:lnTo>
                    <a:pt x="14944" y="5445"/>
                  </a:lnTo>
                  <a:lnTo>
                    <a:pt x="15021" y="5522"/>
                  </a:lnTo>
                  <a:lnTo>
                    <a:pt x="15060" y="5638"/>
                  </a:lnTo>
                  <a:lnTo>
                    <a:pt x="14558" y="5870"/>
                  </a:lnTo>
                  <a:lnTo>
                    <a:pt x="14056" y="6101"/>
                  </a:lnTo>
                  <a:lnTo>
                    <a:pt x="14017" y="6024"/>
                  </a:lnTo>
                  <a:lnTo>
                    <a:pt x="14056" y="5792"/>
                  </a:lnTo>
                  <a:lnTo>
                    <a:pt x="14133" y="5599"/>
                  </a:lnTo>
                  <a:lnTo>
                    <a:pt x="14249" y="5406"/>
                  </a:lnTo>
                  <a:lnTo>
                    <a:pt x="14365" y="5368"/>
                  </a:lnTo>
                  <a:lnTo>
                    <a:pt x="14481" y="5329"/>
                  </a:lnTo>
                  <a:lnTo>
                    <a:pt x="14597" y="5290"/>
                  </a:lnTo>
                  <a:close/>
                  <a:moveTo>
                    <a:pt x="19115" y="5484"/>
                  </a:moveTo>
                  <a:lnTo>
                    <a:pt x="19192" y="5522"/>
                  </a:lnTo>
                  <a:lnTo>
                    <a:pt x="19308" y="5638"/>
                  </a:lnTo>
                  <a:lnTo>
                    <a:pt x="19385" y="5792"/>
                  </a:lnTo>
                  <a:lnTo>
                    <a:pt x="19385" y="5986"/>
                  </a:lnTo>
                  <a:lnTo>
                    <a:pt x="19346" y="6140"/>
                  </a:lnTo>
                  <a:lnTo>
                    <a:pt x="18613" y="5792"/>
                  </a:lnTo>
                  <a:lnTo>
                    <a:pt x="18651" y="5715"/>
                  </a:lnTo>
                  <a:lnTo>
                    <a:pt x="18690" y="5638"/>
                  </a:lnTo>
                  <a:lnTo>
                    <a:pt x="18844" y="5522"/>
                  </a:lnTo>
                  <a:lnTo>
                    <a:pt x="18999" y="5484"/>
                  </a:lnTo>
                  <a:close/>
                  <a:moveTo>
                    <a:pt x="20350" y="6063"/>
                  </a:moveTo>
                  <a:lnTo>
                    <a:pt x="20466" y="6101"/>
                  </a:lnTo>
                  <a:lnTo>
                    <a:pt x="20543" y="6179"/>
                  </a:lnTo>
                  <a:lnTo>
                    <a:pt x="20698" y="6333"/>
                  </a:lnTo>
                  <a:lnTo>
                    <a:pt x="20775" y="6526"/>
                  </a:lnTo>
                  <a:lnTo>
                    <a:pt x="20852" y="6719"/>
                  </a:lnTo>
                  <a:lnTo>
                    <a:pt x="20891" y="6912"/>
                  </a:lnTo>
                  <a:lnTo>
                    <a:pt x="20891" y="6912"/>
                  </a:lnTo>
                  <a:lnTo>
                    <a:pt x="20466" y="6719"/>
                  </a:lnTo>
                  <a:lnTo>
                    <a:pt x="20080" y="6526"/>
                  </a:lnTo>
                  <a:lnTo>
                    <a:pt x="19810" y="6372"/>
                  </a:lnTo>
                  <a:lnTo>
                    <a:pt x="19848" y="6256"/>
                  </a:lnTo>
                  <a:lnTo>
                    <a:pt x="19887" y="6179"/>
                  </a:lnTo>
                  <a:lnTo>
                    <a:pt x="20003" y="6101"/>
                  </a:lnTo>
                  <a:lnTo>
                    <a:pt x="20080" y="6063"/>
                  </a:lnTo>
                  <a:close/>
                  <a:moveTo>
                    <a:pt x="23748" y="5870"/>
                  </a:moveTo>
                  <a:lnTo>
                    <a:pt x="23941" y="5947"/>
                  </a:lnTo>
                  <a:lnTo>
                    <a:pt x="24019" y="5986"/>
                  </a:lnTo>
                  <a:lnTo>
                    <a:pt x="24096" y="5986"/>
                  </a:lnTo>
                  <a:lnTo>
                    <a:pt x="23941" y="6294"/>
                  </a:lnTo>
                  <a:lnTo>
                    <a:pt x="23748" y="6526"/>
                  </a:lnTo>
                  <a:lnTo>
                    <a:pt x="23517" y="6758"/>
                  </a:lnTo>
                  <a:lnTo>
                    <a:pt x="23246" y="6951"/>
                  </a:lnTo>
                  <a:lnTo>
                    <a:pt x="23208" y="6912"/>
                  </a:lnTo>
                  <a:lnTo>
                    <a:pt x="23092" y="6719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3" y="6179"/>
                  </a:lnTo>
                  <a:lnTo>
                    <a:pt x="23131" y="6063"/>
                  </a:lnTo>
                  <a:lnTo>
                    <a:pt x="23208" y="5986"/>
                  </a:lnTo>
                  <a:lnTo>
                    <a:pt x="23285" y="5908"/>
                  </a:lnTo>
                  <a:lnTo>
                    <a:pt x="23517" y="5870"/>
                  </a:lnTo>
                  <a:close/>
                  <a:moveTo>
                    <a:pt x="13245" y="6101"/>
                  </a:moveTo>
                  <a:lnTo>
                    <a:pt x="13477" y="6140"/>
                  </a:lnTo>
                  <a:lnTo>
                    <a:pt x="13593" y="6217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067"/>
                  </a:lnTo>
                  <a:lnTo>
                    <a:pt x="12705" y="7028"/>
                  </a:lnTo>
                  <a:lnTo>
                    <a:pt x="12666" y="6912"/>
                  </a:lnTo>
                  <a:lnTo>
                    <a:pt x="12627" y="6796"/>
                  </a:lnTo>
                  <a:lnTo>
                    <a:pt x="12627" y="6642"/>
                  </a:lnTo>
                  <a:lnTo>
                    <a:pt x="12666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98" y="6179"/>
                  </a:lnTo>
                  <a:lnTo>
                    <a:pt x="13013" y="6140"/>
                  </a:lnTo>
                  <a:lnTo>
                    <a:pt x="13129" y="6101"/>
                  </a:lnTo>
                  <a:close/>
                  <a:moveTo>
                    <a:pt x="22165" y="6565"/>
                  </a:moveTo>
                  <a:lnTo>
                    <a:pt x="22281" y="6603"/>
                  </a:lnTo>
                  <a:lnTo>
                    <a:pt x="22474" y="6681"/>
                  </a:lnTo>
                  <a:lnTo>
                    <a:pt x="22629" y="6835"/>
                  </a:lnTo>
                  <a:lnTo>
                    <a:pt x="22783" y="7028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5"/>
                  </a:lnTo>
                  <a:lnTo>
                    <a:pt x="22937" y="7105"/>
                  </a:lnTo>
                  <a:lnTo>
                    <a:pt x="22551" y="7221"/>
                  </a:lnTo>
                  <a:lnTo>
                    <a:pt x="22165" y="7221"/>
                  </a:lnTo>
                  <a:lnTo>
                    <a:pt x="21779" y="7183"/>
                  </a:lnTo>
                  <a:lnTo>
                    <a:pt x="21393" y="7105"/>
                  </a:lnTo>
                  <a:lnTo>
                    <a:pt x="21509" y="6912"/>
                  </a:lnTo>
                  <a:lnTo>
                    <a:pt x="21625" y="6719"/>
                  </a:lnTo>
                  <a:lnTo>
                    <a:pt x="21818" y="6603"/>
                  </a:lnTo>
                  <a:lnTo>
                    <a:pt x="22049" y="6565"/>
                  </a:lnTo>
                  <a:close/>
                  <a:moveTo>
                    <a:pt x="12280" y="7376"/>
                  </a:moveTo>
                  <a:lnTo>
                    <a:pt x="12473" y="7414"/>
                  </a:lnTo>
                  <a:lnTo>
                    <a:pt x="12125" y="7955"/>
                  </a:lnTo>
                  <a:lnTo>
                    <a:pt x="11816" y="8534"/>
                  </a:lnTo>
                  <a:lnTo>
                    <a:pt x="11701" y="8341"/>
                  </a:lnTo>
                  <a:lnTo>
                    <a:pt x="11662" y="8071"/>
                  </a:lnTo>
                  <a:lnTo>
                    <a:pt x="11662" y="7955"/>
                  </a:lnTo>
                  <a:lnTo>
                    <a:pt x="11701" y="7800"/>
                  </a:lnTo>
                  <a:lnTo>
                    <a:pt x="11739" y="7685"/>
                  </a:lnTo>
                  <a:lnTo>
                    <a:pt x="11816" y="7607"/>
                  </a:lnTo>
                  <a:lnTo>
                    <a:pt x="11932" y="7492"/>
                  </a:lnTo>
                  <a:lnTo>
                    <a:pt x="12048" y="7453"/>
                  </a:lnTo>
                  <a:lnTo>
                    <a:pt x="12164" y="7414"/>
                  </a:lnTo>
                  <a:lnTo>
                    <a:pt x="12280" y="7376"/>
                  </a:lnTo>
                  <a:close/>
                  <a:moveTo>
                    <a:pt x="2240" y="9345"/>
                  </a:moveTo>
                  <a:lnTo>
                    <a:pt x="2394" y="9384"/>
                  </a:lnTo>
                  <a:lnTo>
                    <a:pt x="2472" y="9461"/>
                  </a:lnTo>
                  <a:lnTo>
                    <a:pt x="2549" y="9538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9963"/>
                  </a:lnTo>
                  <a:lnTo>
                    <a:pt x="2124" y="9886"/>
                  </a:lnTo>
                  <a:lnTo>
                    <a:pt x="1661" y="9847"/>
                  </a:lnTo>
                  <a:lnTo>
                    <a:pt x="1699" y="9731"/>
                  </a:lnTo>
                  <a:lnTo>
                    <a:pt x="1738" y="9615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lnTo>
                    <a:pt x="2124" y="9345"/>
                  </a:lnTo>
                  <a:close/>
                  <a:moveTo>
                    <a:pt x="11662" y="8997"/>
                  </a:moveTo>
                  <a:lnTo>
                    <a:pt x="11469" y="9499"/>
                  </a:lnTo>
                  <a:lnTo>
                    <a:pt x="11353" y="10001"/>
                  </a:lnTo>
                  <a:lnTo>
                    <a:pt x="11276" y="10272"/>
                  </a:lnTo>
                  <a:lnTo>
                    <a:pt x="11237" y="10233"/>
                  </a:lnTo>
                  <a:lnTo>
                    <a:pt x="11083" y="10040"/>
                  </a:lnTo>
                  <a:lnTo>
                    <a:pt x="10967" y="9808"/>
                  </a:lnTo>
                  <a:lnTo>
                    <a:pt x="10928" y="9693"/>
                  </a:lnTo>
                  <a:lnTo>
                    <a:pt x="10928" y="9538"/>
                  </a:lnTo>
                  <a:lnTo>
                    <a:pt x="10967" y="9422"/>
                  </a:lnTo>
                  <a:lnTo>
                    <a:pt x="11006" y="9306"/>
                  </a:lnTo>
                  <a:lnTo>
                    <a:pt x="11121" y="9152"/>
                  </a:lnTo>
                  <a:lnTo>
                    <a:pt x="11276" y="9036"/>
                  </a:lnTo>
                  <a:lnTo>
                    <a:pt x="11469" y="8997"/>
                  </a:lnTo>
                  <a:close/>
                  <a:moveTo>
                    <a:pt x="3785" y="9731"/>
                  </a:moveTo>
                  <a:lnTo>
                    <a:pt x="3900" y="9770"/>
                  </a:lnTo>
                  <a:lnTo>
                    <a:pt x="4016" y="9886"/>
                  </a:lnTo>
                  <a:lnTo>
                    <a:pt x="4093" y="10001"/>
                  </a:lnTo>
                  <a:lnTo>
                    <a:pt x="4171" y="10117"/>
                  </a:lnTo>
                  <a:lnTo>
                    <a:pt x="4171" y="10233"/>
                  </a:lnTo>
                  <a:lnTo>
                    <a:pt x="4171" y="10388"/>
                  </a:lnTo>
                  <a:lnTo>
                    <a:pt x="4132" y="10503"/>
                  </a:lnTo>
                  <a:lnTo>
                    <a:pt x="4055" y="10619"/>
                  </a:lnTo>
                  <a:lnTo>
                    <a:pt x="3900" y="10542"/>
                  </a:lnTo>
                  <a:lnTo>
                    <a:pt x="3514" y="10310"/>
                  </a:lnTo>
                  <a:lnTo>
                    <a:pt x="3089" y="10117"/>
                  </a:lnTo>
                  <a:lnTo>
                    <a:pt x="3167" y="10001"/>
                  </a:lnTo>
                  <a:lnTo>
                    <a:pt x="3244" y="9886"/>
                  </a:lnTo>
                  <a:lnTo>
                    <a:pt x="3360" y="9808"/>
                  </a:lnTo>
                  <a:lnTo>
                    <a:pt x="3514" y="9770"/>
                  </a:lnTo>
                  <a:lnTo>
                    <a:pt x="3630" y="9731"/>
                  </a:lnTo>
                  <a:close/>
                  <a:moveTo>
                    <a:pt x="4827" y="10619"/>
                  </a:moveTo>
                  <a:lnTo>
                    <a:pt x="4943" y="10658"/>
                  </a:lnTo>
                  <a:lnTo>
                    <a:pt x="5020" y="10697"/>
                  </a:lnTo>
                  <a:lnTo>
                    <a:pt x="5097" y="10774"/>
                  </a:lnTo>
                  <a:lnTo>
                    <a:pt x="5136" y="10851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97" y="11430"/>
                  </a:lnTo>
                  <a:lnTo>
                    <a:pt x="4402" y="10890"/>
                  </a:lnTo>
                  <a:lnTo>
                    <a:pt x="4441" y="10812"/>
                  </a:lnTo>
                  <a:lnTo>
                    <a:pt x="4518" y="10735"/>
                  </a:lnTo>
                  <a:lnTo>
                    <a:pt x="4673" y="10658"/>
                  </a:lnTo>
                  <a:lnTo>
                    <a:pt x="4827" y="10619"/>
                  </a:lnTo>
                  <a:close/>
                  <a:moveTo>
                    <a:pt x="11160" y="10619"/>
                  </a:moveTo>
                  <a:lnTo>
                    <a:pt x="10967" y="11199"/>
                  </a:lnTo>
                  <a:lnTo>
                    <a:pt x="10735" y="11739"/>
                  </a:lnTo>
                  <a:lnTo>
                    <a:pt x="10697" y="11662"/>
                  </a:lnTo>
                  <a:lnTo>
                    <a:pt x="10504" y="11507"/>
                  </a:lnTo>
                  <a:lnTo>
                    <a:pt x="10426" y="11314"/>
                  </a:lnTo>
                  <a:lnTo>
                    <a:pt x="10388" y="11121"/>
                  </a:lnTo>
                  <a:lnTo>
                    <a:pt x="10465" y="10928"/>
                  </a:lnTo>
                  <a:lnTo>
                    <a:pt x="10581" y="10774"/>
                  </a:lnTo>
                  <a:lnTo>
                    <a:pt x="10735" y="10658"/>
                  </a:lnTo>
                  <a:lnTo>
                    <a:pt x="10928" y="10619"/>
                  </a:lnTo>
                  <a:close/>
                  <a:moveTo>
                    <a:pt x="5754" y="11430"/>
                  </a:moveTo>
                  <a:lnTo>
                    <a:pt x="5986" y="11469"/>
                  </a:lnTo>
                  <a:lnTo>
                    <a:pt x="6063" y="11507"/>
                  </a:lnTo>
                  <a:lnTo>
                    <a:pt x="6179" y="11546"/>
                  </a:lnTo>
                  <a:lnTo>
                    <a:pt x="6256" y="11662"/>
                  </a:lnTo>
                  <a:lnTo>
                    <a:pt x="6333" y="11739"/>
                  </a:lnTo>
                  <a:lnTo>
                    <a:pt x="6410" y="11971"/>
                  </a:lnTo>
                  <a:lnTo>
                    <a:pt x="6410" y="12203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1"/>
                  </a:lnTo>
                  <a:lnTo>
                    <a:pt x="5484" y="11585"/>
                  </a:lnTo>
                  <a:lnTo>
                    <a:pt x="5561" y="11507"/>
                  </a:lnTo>
                  <a:lnTo>
                    <a:pt x="5638" y="11469"/>
                  </a:lnTo>
                  <a:lnTo>
                    <a:pt x="5754" y="11430"/>
                  </a:lnTo>
                  <a:close/>
                  <a:moveTo>
                    <a:pt x="10542" y="12009"/>
                  </a:moveTo>
                  <a:lnTo>
                    <a:pt x="10388" y="12280"/>
                  </a:lnTo>
                  <a:lnTo>
                    <a:pt x="10195" y="12511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27"/>
                  </a:lnTo>
                  <a:lnTo>
                    <a:pt x="9654" y="12473"/>
                  </a:lnTo>
                  <a:lnTo>
                    <a:pt x="9693" y="12318"/>
                  </a:lnTo>
                  <a:lnTo>
                    <a:pt x="9808" y="12203"/>
                  </a:lnTo>
                  <a:lnTo>
                    <a:pt x="9963" y="12125"/>
                  </a:lnTo>
                  <a:lnTo>
                    <a:pt x="10156" y="12087"/>
                  </a:lnTo>
                  <a:lnTo>
                    <a:pt x="10542" y="12009"/>
                  </a:lnTo>
                  <a:close/>
                  <a:moveTo>
                    <a:pt x="7376" y="12473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0"/>
                  </a:lnTo>
                  <a:lnTo>
                    <a:pt x="7878" y="13013"/>
                  </a:lnTo>
                  <a:lnTo>
                    <a:pt x="7878" y="13168"/>
                  </a:lnTo>
                  <a:lnTo>
                    <a:pt x="7337" y="12975"/>
                  </a:lnTo>
                  <a:lnTo>
                    <a:pt x="6835" y="12743"/>
                  </a:lnTo>
                  <a:lnTo>
                    <a:pt x="6990" y="12589"/>
                  </a:lnTo>
                  <a:lnTo>
                    <a:pt x="7183" y="12511"/>
                  </a:lnTo>
                  <a:lnTo>
                    <a:pt x="7376" y="12473"/>
                  </a:lnTo>
                  <a:close/>
                  <a:moveTo>
                    <a:pt x="8959" y="12627"/>
                  </a:moveTo>
                  <a:lnTo>
                    <a:pt x="9113" y="12743"/>
                  </a:lnTo>
                  <a:lnTo>
                    <a:pt x="9229" y="12936"/>
                  </a:lnTo>
                  <a:lnTo>
                    <a:pt x="9268" y="13091"/>
                  </a:lnTo>
                  <a:lnTo>
                    <a:pt x="9268" y="13207"/>
                  </a:lnTo>
                  <a:lnTo>
                    <a:pt x="9036" y="13245"/>
                  </a:lnTo>
                  <a:lnTo>
                    <a:pt x="8804" y="13284"/>
                  </a:lnTo>
                  <a:lnTo>
                    <a:pt x="8302" y="13284"/>
                  </a:lnTo>
                  <a:lnTo>
                    <a:pt x="8341" y="13207"/>
                  </a:lnTo>
                  <a:lnTo>
                    <a:pt x="8341" y="13013"/>
                  </a:lnTo>
                  <a:lnTo>
                    <a:pt x="8418" y="12820"/>
                  </a:lnTo>
                  <a:lnTo>
                    <a:pt x="8573" y="12666"/>
                  </a:lnTo>
                  <a:lnTo>
                    <a:pt x="8650" y="12627"/>
                  </a:lnTo>
                  <a:close/>
                  <a:moveTo>
                    <a:pt x="22899" y="0"/>
                  </a:moveTo>
                  <a:lnTo>
                    <a:pt x="22822" y="77"/>
                  </a:lnTo>
                  <a:lnTo>
                    <a:pt x="22783" y="116"/>
                  </a:lnTo>
                  <a:lnTo>
                    <a:pt x="22744" y="232"/>
                  </a:lnTo>
                  <a:lnTo>
                    <a:pt x="22744" y="309"/>
                  </a:lnTo>
                  <a:lnTo>
                    <a:pt x="22822" y="386"/>
                  </a:lnTo>
                  <a:lnTo>
                    <a:pt x="22860" y="425"/>
                  </a:lnTo>
                  <a:lnTo>
                    <a:pt x="23015" y="618"/>
                  </a:lnTo>
                  <a:lnTo>
                    <a:pt x="22899" y="773"/>
                  </a:lnTo>
                  <a:lnTo>
                    <a:pt x="22783" y="927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629" y="1506"/>
                  </a:lnTo>
                  <a:lnTo>
                    <a:pt x="22629" y="1699"/>
                  </a:lnTo>
                  <a:lnTo>
                    <a:pt x="22629" y="1854"/>
                  </a:lnTo>
                  <a:lnTo>
                    <a:pt x="22706" y="2047"/>
                  </a:lnTo>
                  <a:lnTo>
                    <a:pt x="22860" y="2240"/>
                  </a:lnTo>
                  <a:lnTo>
                    <a:pt x="23053" y="2394"/>
                  </a:lnTo>
                  <a:lnTo>
                    <a:pt x="23285" y="2472"/>
                  </a:lnTo>
                  <a:lnTo>
                    <a:pt x="23517" y="2510"/>
                  </a:lnTo>
                  <a:lnTo>
                    <a:pt x="23401" y="2703"/>
                  </a:lnTo>
                  <a:lnTo>
                    <a:pt x="23362" y="2896"/>
                  </a:lnTo>
                  <a:lnTo>
                    <a:pt x="23324" y="3089"/>
                  </a:lnTo>
                  <a:lnTo>
                    <a:pt x="23362" y="3244"/>
                  </a:lnTo>
                  <a:lnTo>
                    <a:pt x="23439" y="3476"/>
                  </a:lnTo>
                  <a:lnTo>
                    <a:pt x="23594" y="3707"/>
                  </a:lnTo>
                  <a:lnTo>
                    <a:pt x="23748" y="3862"/>
                  </a:lnTo>
                  <a:lnTo>
                    <a:pt x="23980" y="3978"/>
                  </a:lnTo>
                  <a:lnTo>
                    <a:pt x="23748" y="4209"/>
                  </a:lnTo>
                  <a:lnTo>
                    <a:pt x="23555" y="4441"/>
                  </a:lnTo>
                  <a:lnTo>
                    <a:pt x="23478" y="4750"/>
                  </a:lnTo>
                  <a:lnTo>
                    <a:pt x="23439" y="4866"/>
                  </a:lnTo>
                  <a:lnTo>
                    <a:pt x="23439" y="5020"/>
                  </a:lnTo>
                  <a:lnTo>
                    <a:pt x="23517" y="5252"/>
                  </a:lnTo>
                  <a:lnTo>
                    <a:pt x="23633" y="5484"/>
                  </a:lnTo>
                  <a:lnTo>
                    <a:pt x="23401" y="5484"/>
                  </a:lnTo>
                  <a:lnTo>
                    <a:pt x="23169" y="5561"/>
                  </a:lnTo>
                  <a:lnTo>
                    <a:pt x="22976" y="5677"/>
                  </a:lnTo>
                  <a:lnTo>
                    <a:pt x="22822" y="5870"/>
                  </a:lnTo>
                  <a:lnTo>
                    <a:pt x="22706" y="6101"/>
                  </a:lnTo>
                  <a:lnTo>
                    <a:pt x="22629" y="6333"/>
                  </a:lnTo>
                  <a:lnTo>
                    <a:pt x="22474" y="6256"/>
                  </a:lnTo>
                  <a:lnTo>
                    <a:pt x="22320" y="6217"/>
                  </a:lnTo>
                  <a:lnTo>
                    <a:pt x="22165" y="6179"/>
                  </a:lnTo>
                  <a:lnTo>
                    <a:pt x="21972" y="6217"/>
                  </a:lnTo>
                  <a:lnTo>
                    <a:pt x="21740" y="6256"/>
                  </a:lnTo>
                  <a:lnTo>
                    <a:pt x="21547" y="6372"/>
                  </a:lnTo>
                  <a:lnTo>
                    <a:pt x="21354" y="6565"/>
                  </a:lnTo>
                  <a:lnTo>
                    <a:pt x="21200" y="6758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5986"/>
                  </a:lnTo>
                  <a:lnTo>
                    <a:pt x="20736" y="5870"/>
                  </a:lnTo>
                  <a:lnTo>
                    <a:pt x="20582" y="5792"/>
                  </a:lnTo>
                  <a:lnTo>
                    <a:pt x="20428" y="5754"/>
                  </a:lnTo>
                  <a:lnTo>
                    <a:pt x="20080" y="5754"/>
                  </a:lnTo>
                  <a:lnTo>
                    <a:pt x="19887" y="5831"/>
                  </a:lnTo>
                  <a:lnTo>
                    <a:pt x="19771" y="5947"/>
                  </a:lnTo>
                  <a:lnTo>
                    <a:pt x="19732" y="5715"/>
                  </a:lnTo>
                  <a:lnTo>
                    <a:pt x="19617" y="5484"/>
                  </a:lnTo>
                  <a:lnTo>
                    <a:pt x="19462" y="5290"/>
                  </a:lnTo>
                  <a:lnTo>
                    <a:pt x="19385" y="5213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52"/>
                  </a:lnTo>
                  <a:lnTo>
                    <a:pt x="18497" y="5406"/>
                  </a:lnTo>
                  <a:lnTo>
                    <a:pt x="18458" y="5252"/>
                  </a:lnTo>
                  <a:lnTo>
                    <a:pt x="18458" y="5097"/>
                  </a:lnTo>
                  <a:lnTo>
                    <a:pt x="18381" y="4982"/>
                  </a:lnTo>
                  <a:lnTo>
                    <a:pt x="18304" y="4827"/>
                  </a:lnTo>
                  <a:lnTo>
                    <a:pt x="18188" y="4750"/>
                  </a:lnTo>
                  <a:lnTo>
                    <a:pt x="18072" y="4634"/>
                  </a:lnTo>
                  <a:lnTo>
                    <a:pt x="17956" y="4557"/>
                  </a:lnTo>
                  <a:lnTo>
                    <a:pt x="17802" y="4518"/>
                  </a:lnTo>
                  <a:lnTo>
                    <a:pt x="17531" y="4518"/>
                  </a:lnTo>
                  <a:lnTo>
                    <a:pt x="17377" y="4557"/>
                  </a:lnTo>
                  <a:lnTo>
                    <a:pt x="17261" y="4634"/>
                  </a:lnTo>
                  <a:lnTo>
                    <a:pt x="17145" y="4711"/>
                  </a:lnTo>
                  <a:lnTo>
                    <a:pt x="17029" y="4827"/>
                  </a:lnTo>
                  <a:lnTo>
                    <a:pt x="16875" y="5059"/>
                  </a:lnTo>
                  <a:lnTo>
                    <a:pt x="16759" y="4904"/>
                  </a:lnTo>
                  <a:lnTo>
                    <a:pt x="16605" y="4788"/>
                  </a:lnTo>
                  <a:lnTo>
                    <a:pt x="16450" y="4673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27"/>
                  </a:lnTo>
                  <a:lnTo>
                    <a:pt x="15523" y="4982"/>
                  </a:lnTo>
                  <a:lnTo>
                    <a:pt x="15446" y="5136"/>
                  </a:lnTo>
                  <a:lnTo>
                    <a:pt x="15408" y="5290"/>
                  </a:lnTo>
                  <a:lnTo>
                    <a:pt x="15408" y="5484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29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2"/>
                  </a:lnTo>
                  <a:lnTo>
                    <a:pt x="14635" y="4943"/>
                  </a:lnTo>
                  <a:lnTo>
                    <a:pt x="14442" y="4943"/>
                  </a:lnTo>
                  <a:lnTo>
                    <a:pt x="14288" y="5020"/>
                  </a:lnTo>
                  <a:lnTo>
                    <a:pt x="14172" y="5059"/>
                  </a:lnTo>
                  <a:lnTo>
                    <a:pt x="14056" y="5175"/>
                  </a:lnTo>
                  <a:lnTo>
                    <a:pt x="13940" y="5290"/>
                  </a:lnTo>
                  <a:lnTo>
                    <a:pt x="13824" y="5522"/>
                  </a:lnTo>
                  <a:lnTo>
                    <a:pt x="13786" y="5831"/>
                  </a:lnTo>
                  <a:lnTo>
                    <a:pt x="13593" y="5715"/>
                  </a:lnTo>
                  <a:lnTo>
                    <a:pt x="13361" y="5677"/>
                  </a:lnTo>
                  <a:lnTo>
                    <a:pt x="13168" y="5677"/>
                  </a:lnTo>
                  <a:lnTo>
                    <a:pt x="12936" y="5715"/>
                  </a:lnTo>
                  <a:lnTo>
                    <a:pt x="12743" y="5831"/>
                  </a:lnTo>
                  <a:lnTo>
                    <a:pt x="12627" y="5908"/>
                  </a:lnTo>
                  <a:lnTo>
                    <a:pt x="12511" y="6063"/>
                  </a:lnTo>
                  <a:lnTo>
                    <a:pt x="12434" y="6179"/>
                  </a:lnTo>
                  <a:lnTo>
                    <a:pt x="12357" y="6333"/>
                  </a:lnTo>
                  <a:lnTo>
                    <a:pt x="12357" y="6488"/>
                  </a:lnTo>
                  <a:lnTo>
                    <a:pt x="12357" y="6681"/>
                  </a:lnTo>
                  <a:lnTo>
                    <a:pt x="12357" y="6835"/>
                  </a:lnTo>
                  <a:lnTo>
                    <a:pt x="12434" y="6990"/>
                  </a:lnTo>
                  <a:lnTo>
                    <a:pt x="12164" y="6990"/>
                  </a:lnTo>
                  <a:lnTo>
                    <a:pt x="11894" y="7105"/>
                  </a:lnTo>
                  <a:lnTo>
                    <a:pt x="11662" y="7221"/>
                  </a:lnTo>
                  <a:lnTo>
                    <a:pt x="11507" y="7376"/>
                  </a:lnTo>
                  <a:lnTo>
                    <a:pt x="11430" y="7530"/>
                  </a:lnTo>
                  <a:lnTo>
                    <a:pt x="11353" y="7685"/>
                  </a:lnTo>
                  <a:lnTo>
                    <a:pt x="11314" y="7839"/>
                  </a:lnTo>
                  <a:lnTo>
                    <a:pt x="11314" y="7994"/>
                  </a:lnTo>
                  <a:lnTo>
                    <a:pt x="11314" y="8148"/>
                  </a:lnTo>
                  <a:lnTo>
                    <a:pt x="11353" y="8302"/>
                  </a:lnTo>
                  <a:lnTo>
                    <a:pt x="11392" y="8418"/>
                  </a:lnTo>
                  <a:lnTo>
                    <a:pt x="11507" y="8573"/>
                  </a:lnTo>
                  <a:lnTo>
                    <a:pt x="11237" y="8650"/>
                  </a:lnTo>
                  <a:lnTo>
                    <a:pt x="10967" y="8766"/>
                  </a:lnTo>
                  <a:lnTo>
                    <a:pt x="10774" y="8997"/>
                  </a:lnTo>
                  <a:lnTo>
                    <a:pt x="10658" y="9229"/>
                  </a:lnTo>
                  <a:lnTo>
                    <a:pt x="10581" y="9499"/>
                  </a:lnTo>
                  <a:lnTo>
                    <a:pt x="10619" y="9770"/>
                  </a:lnTo>
                  <a:lnTo>
                    <a:pt x="10697" y="10001"/>
                  </a:lnTo>
                  <a:lnTo>
                    <a:pt x="10851" y="10233"/>
                  </a:lnTo>
                  <a:lnTo>
                    <a:pt x="10619" y="10272"/>
                  </a:lnTo>
                  <a:lnTo>
                    <a:pt x="10426" y="10388"/>
                  </a:lnTo>
                  <a:lnTo>
                    <a:pt x="10272" y="10581"/>
                  </a:lnTo>
                  <a:lnTo>
                    <a:pt x="10117" y="10774"/>
                  </a:lnTo>
                  <a:lnTo>
                    <a:pt x="10079" y="10967"/>
                  </a:lnTo>
                  <a:lnTo>
                    <a:pt x="10040" y="11199"/>
                  </a:lnTo>
                  <a:lnTo>
                    <a:pt x="10079" y="11469"/>
                  </a:lnTo>
                  <a:lnTo>
                    <a:pt x="10195" y="11662"/>
                  </a:lnTo>
                  <a:lnTo>
                    <a:pt x="9924" y="11739"/>
                  </a:lnTo>
                  <a:lnTo>
                    <a:pt x="9693" y="11816"/>
                  </a:lnTo>
                  <a:lnTo>
                    <a:pt x="9500" y="11971"/>
                  </a:lnTo>
                  <a:lnTo>
                    <a:pt x="9422" y="12087"/>
                  </a:lnTo>
                  <a:lnTo>
                    <a:pt x="9384" y="12203"/>
                  </a:lnTo>
                  <a:lnTo>
                    <a:pt x="9345" y="12318"/>
                  </a:lnTo>
                  <a:lnTo>
                    <a:pt x="9306" y="12473"/>
                  </a:lnTo>
                  <a:lnTo>
                    <a:pt x="9191" y="12357"/>
                  </a:lnTo>
                  <a:lnTo>
                    <a:pt x="9036" y="12318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18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09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3" y="12241"/>
                  </a:lnTo>
                  <a:lnTo>
                    <a:pt x="7492" y="12164"/>
                  </a:lnTo>
                  <a:lnTo>
                    <a:pt x="7221" y="12164"/>
                  </a:lnTo>
                  <a:lnTo>
                    <a:pt x="6990" y="12241"/>
                  </a:lnTo>
                  <a:lnTo>
                    <a:pt x="6796" y="12396"/>
                  </a:lnTo>
                  <a:lnTo>
                    <a:pt x="6796" y="12048"/>
                  </a:lnTo>
                  <a:lnTo>
                    <a:pt x="6758" y="11855"/>
                  </a:lnTo>
                  <a:lnTo>
                    <a:pt x="6681" y="11701"/>
                  </a:lnTo>
                  <a:lnTo>
                    <a:pt x="6603" y="11546"/>
                  </a:lnTo>
                  <a:lnTo>
                    <a:pt x="6526" y="11392"/>
                  </a:lnTo>
                  <a:lnTo>
                    <a:pt x="6410" y="11276"/>
                  </a:lnTo>
                  <a:lnTo>
                    <a:pt x="6256" y="11199"/>
                  </a:lnTo>
                  <a:lnTo>
                    <a:pt x="6063" y="11160"/>
                  </a:lnTo>
                  <a:lnTo>
                    <a:pt x="5870" y="11121"/>
                  </a:lnTo>
                  <a:lnTo>
                    <a:pt x="5715" y="11160"/>
                  </a:lnTo>
                  <a:lnTo>
                    <a:pt x="5522" y="11199"/>
                  </a:lnTo>
                  <a:lnTo>
                    <a:pt x="5522" y="10928"/>
                  </a:lnTo>
                  <a:lnTo>
                    <a:pt x="5445" y="10697"/>
                  </a:lnTo>
                  <a:lnTo>
                    <a:pt x="5329" y="10503"/>
                  </a:lnTo>
                  <a:lnTo>
                    <a:pt x="5213" y="10426"/>
                  </a:lnTo>
                  <a:lnTo>
                    <a:pt x="5097" y="10349"/>
                  </a:lnTo>
                  <a:lnTo>
                    <a:pt x="4943" y="10310"/>
                  </a:lnTo>
                  <a:lnTo>
                    <a:pt x="4673" y="10310"/>
                  </a:lnTo>
                  <a:lnTo>
                    <a:pt x="4557" y="10349"/>
                  </a:lnTo>
                  <a:lnTo>
                    <a:pt x="4518" y="10156"/>
                  </a:lnTo>
                  <a:lnTo>
                    <a:pt x="4480" y="9924"/>
                  </a:lnTo>
                  <a:lnTo>
                    <a:pt x="4364" y="9731"/>
                  </a:lnTo>
                  <a:lnTo>
                    <a:pt x="4209" y="9577"/>
                  </a:lnTo>
                  <a:lnTo>
                    <a:pt x="4093" y="9461"/>
                  </a:lnTo>
                  <a:lnTo>
                    <a:pt x="3900" y="9422"/>
                  </a:lnTo>
                  <a:lnTo>
                    <a:pt x="3746" y="9384"/>
                  </a:lnTo>
                  <a:lnTo>
                    <a:pt x="3591" y="9422"/>
                  </a:lnTo>
                  <a:lnTo>
                    <a:pt x="3437" y="9461"/>
                  </a:lnTo>
                  <a:lnTo>
                    <a:pt x="3283" y="9538"/>
                  </a:lnTo>
                  <a:lnTo>
                    <a:pt x="3128" y="9615"/>
                  </a:lnTo>
                  <a:lnTo>
                    <a:pt x="3012" y="9731"/>
                  </a:lnTo>
                  <a:lnTo>
                    <a:pt x="2974" y="9615"/>
                  </a:lnTo>
                  <a:lnTo>
                    <a:pt x="2896" y="9422"/>
                  </a:lnTo>
                  <a:lnTo>
                    <a:pt x="2781" y="9268"/>
                  </a:lnTo>
                  <a:lnTo>
                    <a:pt x="2626" y="9113"/>
                  </a:lnTo>
                  <a:lnTo>
                    <a:pt x="2433" y="9036"/>
                  </a:lnTo>
                  <a:lnTo>
                    <a:pt x="2240" y="8997"/>
                  </a:lnTo>
                  <a:lnTo>
                    <a:pt x="2047" y="8997"/>
                  </a:lnTo>
                  <a:lnTo>
                    <a:pt x="1854" y="9075"/>
                  </a:lnTo>
                  <a:lnTo>
                    <a:pt x="1699" y="9191"/>
                  </a:lnTo>
                  <a:lnTo>
                    <a:pt x="1545" y="9345"/>
                  </a:lnTo>
                  <a:lnTo>
                    <a:pt x="1429" y="9499"/>
                  </a:lnTo>
                  <a:lnTo>
                    <a:pt x="1390" y="9693"/>
                  </a:lnTo>
                  <a:lnTo>
                    <a:pt x="1352" y="9886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272"/>
                  </a:lnTo>
                  <a:lnTo>
                    <a:pt x="386" y="10426"/>
                  </a:lnTo>
                  <a:lnTo>
                    <a:pt x="271" y="10542"/>
                  </a:lnTo>
                  <a:lnTo>
                    <a:pt x="116" y="10851"/>
                  </a:lnTo>
                  <a:lnTo>
                    <a:pt x="39" y="11199"/>
                  </a:lnTo>
                  <a:lnTo>
                    <a:pt x="0" y="11546"/>
                  </a:lnTo>
                  <a:lnTo>
                    <a:pt x="77" y="11894"/>
                  </a:lnTo>
                  <a:lnTo>
                    <a:pt x="193" y="12241"/>
                  </a:lnTo>
                  <a:lnTo>
                    <a:pt x="386" y="12511"/>
                  </a:lnTo>
                  <a:lnTo>
                    <a:pt x="618" y="12782"/>
                  </a:lnTo>
                  <a:lnTo>
                    <a:pt x="811" y="12898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124" y="13091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11"/>
                  </a:lnTo>
                  <a:lnTo>
                    <a:pt x="3360" y="12203"/>
                  </a:lnTo>
                  <a:lnTo>
                    <a:pt x="3591" y="12009"/>
                  </a:lnTo>
                  <a:lnTo>
                    <a:pt x="3553" y="11932"/>
                  </a:lnTo>
                  <a:lnTo>
                    <a:pt x="3514" y="11816"/>
                  </a:lnTo>
                  <a:lnTo>
                    <a:pt x="3437" y="11739"/>
                  </a:lnTo>
                  <a:lnTo>
                    <a:pt x="3283" y="11739"/>
                  </a:lnTo>
                  <a:lnTo>
                    <a:pt x="3244" y="11816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7" y="12434"/>
                  </a:lnTo>
                  <a:lnTo>
                    <a:pt x="2317" y="12550"/>
                  </a:lnTo>
                  <a:lnTo>
                    <a:pt x="2047" y="12666"/>
                  </a:lnTo>
                  <a:lnTo>
                    <a:pt x="1429" y="12666"/>
                  </a:lnTo>
                  <a:lnTo>
                    <a:pt x="1159" y="12550"/>
                  </a:lnTo>
                  <a:lnTo>
                    <a:pt x="966" y="12434"/>
                  </a:lnTo>
                  <a:lnTo>
                    <a:pt x="811" y="12318"/>
                  </a:lnTo>
                  <a:lnTo>
                    <a:pt x="695" y="12203"/>
                  </a:lnTo>
                  <a:lnTo>
                    <a:pt x="618" y="12048"/>
                  </a:lnTo>
                  <a:lnTo>
                    <a:pt x="541" y="11855"/>
                  </a:lnTo>
                  <a:lnTo>
                    <a:pt x="502" y="11701"/>
                  </a:lnTo>
                  <a:lnTo>
                    <a:pt x="502" y="11546"/>
                  </a:lnTo>
                  <a:lnTo>
                    <a:pt x="502" y="11353"/>
                  </a:lnTo>
                  <a:lnTo>
                    <a:pt x="541" y="11199"/>
                  </a:lnTo>
                  <a:lnTo>
                    <a:pt x="579" y="11044"/>
                  </a:lnTo>
                  <a:lnTo>
                    <a:pt x="657" y="10890"/>
                  </a:lnTo>
                  <a:lnTo>
                    <a:pt x="773" y="10735"/>
                  </a:lnTo>
                  <a:lnTo>
                    <a:pt x="927" y="10619"/>
                  </a:lnTo>
                  <a:lnTo>
                    <a:pt x="1043" y="10503"/>
                  </a:lnTo>
                  <a:lnTo>
                    <a:pt x="1236" y="10426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317" y="10349"/>
                  </a:lnTo>
                  <a:lnTo>
                    <a:pt x="2587" y="10426"/>
                  </a:lnTo>
                  <a:lnTo>
                    <a:pt x="2858" y="10503"/>
                  </a:lnTo>
                  <a:lnTo>
                    <a:pt x="3128" y="10619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6"/>
                  </a:lnTo>
                  <a:lnTo>
                    <a:pt x="5908" y="12666"/>
                  </a:lnTo>
                  <a:lnTo>
                    <a:pt x="6294" y="12936"/>
                  </a:lnTo>
                  <a:lnTo>
                    <a:pt x="6681" y="13207"/>
                  </a:lnTo>
                  <a:lnTo>
                    <a:pt x="7105" y="13400"/>
                  </a:lnTo>
                  <a:lnTo>
                    <a:pt x="7530" y="13593"/>
                  </a:lnTo>
                  <a:lnTo>
                    <a:pt x="7994" y="13708"/>
                  </a:lnTo>
                  <a:lnTo>
                    <a:pt x="8457" y="13786"/>
                  </a:lnTo>
                  <a:lnTo>
                    <a:pt x="8920" y="13747"/>
                  </a:lnTo>
                  <a:lnTo>
                    <a:pt x="9345" y="13670"/>
                  </a:lnTo>
                  <a:lnTo>
                    <a:pt x="9731" y="13515"/>
                  </a:lnTo>
                  <a:lnTo>
                    <a:pt x="10079" y="13322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34"/>
                  </a:lnTo>
                  <a:lnTo>
                    <a:pt x="11121" y="12087"/>
                  </a:lnTo>
                  <a:lnTo>
                    <a:pt x="11314" y="11739"/>
                  </a:lnTo>
                  <a:lnTo>
                    <a:pt x="11507" y="11199"/>
                  </a:lnTo>
                  <a:lnTo>
                    <a:pt x="11662" y="10658"/>
                  </a:lnTo>
                  <a:lnTo>
                    <a:pt x="11971" y="9615"/>
                  </a:lnTo>
                  <a:lnTo>
                    <a:pt x="12164" y="9075"/>
                  </a:lnTo>
                  <a:lnTo>
                    <a:pt x="12357" y="8573"/>
                  </a:lnTo>
                  <a:lnTo>
                    <a:pt x="12627" y="8109"/>
                  </a:lnTo>
                  <a:lnTo>
                    <a:pt x="12936" y="7646"/>
                  </a:lnTo>
                  <a:lnTo>
                    <a:pt x="13284" y="7298"/>
                  </a:lnTo>
                  <a:lnTo>
                    <a:pt x="13631" y="6951"/>
                  </a:lnTo>
                  <a:lnTo>
                    <a:pt x="14017" y="6681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1"/>
                  </a:lnTo>
                  <a:lnTo>
                    <a:pt x="15832" y="5986"/>
                  </a:lnTo>
                  <a:lnTo>
                    <a:pt x="16296" y="5908"/>
                  </a:lnTo>
                  <a:lnTo>
                    <a:pt x="16914" y="5908"/>
                  </a:lnTo>
                  <a:lnTo>
                    <a:pt x="17454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565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30" y="7492"/>
                  </a:lnTo>
                  <a:lnTo>
                    <a:pt x="21316" y="7607"/>
                  </a:lnTo>
                  <a:lnTo>
                    <a:pt x="21740" y="7685"/>
                  </a:lnTo>
                  <a:lnTo>
                    <a:pt x="22165" y="7723"/>
                  </a:lnTo>
                  <a:lnTo>
                    <a:pt x="22590" y="7723"/>
                  </a:lnTo>
                  <a:lnTo>
                    <a:pt x="22976" y="7646"/>
                  </a:lnTo>
                  <a:lnTo>
                    <a:pt x="23362" y="7492"/>
                  </a:lnTo>
                  <a:lnTo>
                    <a:pt x="23748" y="7260"/>
                  </a:lnTo>
                  <a:lnTo>
                    <a:pt x="24057" y="6990"/>
                  </a:lnTo>
                  <a:lnTo>
                    <a:pt x="24366" y="6642"/>
                  </a:lnTo>
                  <a:lnTo>
                    <a:pt x="24598" y="6294"/>
                  </a:lnTo>
                  <a:lnTo>
                    <a:pt x="24752" y="5870"/>
                  </a:lnTo>
                  <a:lnTo>
                    <a:pt x="24907" y="5484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171"/>
                  </a:lnTo>
                  <a:lnTo>
                    <a:pt x="24984" y="3707"/>
                  </a:lnTo>
                  <a:lnTo>
                    <a:pt x="24907" y="3283"/>
                  </a:lnTo>
                  <a:lnTo>
                    <a:pt x="24791" y="2819"/>
                  </a:lnTo>
                  <a:lnTo>
                    <a:pt x="24637" y="2394"/>
                  </a:lnTo>
                  <a:lnTo>
                    <a:pt x="24482" y="1970"/>
                  </a:lnTo>
                  <a:lnTo>
                    <a:pt x="24250" y="1545"/>
                  </a:lnTo>
                  <a:lnTo>
                    <a:pt x="24057" y="1159"/>
                  </a:lnTo>
                  <a:lnTo>
                    <a:pt x="23826" y="811"/>
                  </a:lnTo>
                  <a:lnTo>
                    <a:pt x="23941" y="348"/>
                  </a:lnTo>
                  <a:lnTo>
                    <a:pt x="23594" y="193"/>
                  </a:lnTo>
                  <a:lnTo>
                    <a:pt x="23208" y="77"/>
                  </a:lnTo>
                  <a:lnTo>
                    <a:pt x="23169" y="39"/>
                  </a:lnTo>
                  <a:lnTo>
                    <a:pt x="2309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3"/>
            <p:cNvSpPr/>
            <p:nvPr/>
          </p:nvSpPr>
          <p:spPr>
            <a:xfrm>
              <a:off x="3792600" y="960050"/>
              <a:ext cx="625600" cy="344650"/>
            </a:xfrm>
            <a:custGeom>
              <a:avLst/>
              <a:gdLst/>
              <a:ahLst/>
              <a:cxnLst/>
              <a:rect l="l" t="t" r="r" b="b"/>
              <a:pathLst>
                <a:path w="25024" h="13786" extrusionOk="0">
                  <a:moveTo>
                    <a:pt x="23286" y="966"/>
                  </a:moveTo>
                  <a:lnTo>
                    <a:pt x="23633" y="1468"/>
                  </a:lnTo>
                  <a:lnTo>
                    <a:pt x="23942" y="2008"/>
                  </a:lnTo>
                  <a:lnTo>
                    <a:pt x="23788" y="2163"/>
                  </a:lnTo>
                  <a:lnTo>
                    <a:pt x="23633" y="2201"/>
                  </a:lnTo>
                  <a:lnTo>
                    <a:pt x="23479" y="2201"/>
                  </a:lnTo>
                  <a:lnTo>
                    <a:pt x="23324" y="2163"/>
                  </a:lnTo>
                  <a:lnTo>
                    <a:pt x="23208" y="2085"/>
                  </a:lnTo>
                  <a:lnTo>
                    <a:pt x="23093" y="1970"/>
                  </a:lnTo>
                  <a:lnTo>
                    <a:pt x="23015" y="1815"/>
                  </a:lnTo>
                  <a:lnTo>
                    <a:pt x="22977" y="1661"/>
                  </a:lnTo>
                  <a:lnTo>
                    <a:pt x="22977" y="1429"/>
                  </a:lnTo>
                  <a:lnTo>
                    <a:pt x="23054" y="1274"/>
                  </a:lnTo>
                  <a:lnTo>
                    <a:pt x="23170" y="1120"/>
                  </a:lnTo>
                  <a:lnTo>
                    <a:pt x="23286" y="966"/>
                  </a:lnTo>
                  <a:close/>
                  <a:moveTo>
                    <a:pt x="24097" y="2433"/>
                  </a:moveTo>
                  <a:lnTo>
                    <a:pt x="24212" y="2780"/>
                  </a:lnTo>
                  <a:lnTo>
                    <a:pt x="24328" y="3089"/>
                  </a:lnTo>
                  <a:lnTo>
                    <a:pt x="24367" y="3437"/>
                  </a:lnTo>
                  <a:lnTo>
                    <a:pt x="24444" y="3823"/>
                  </a:lnTo>
                  <a:lnTo>
                    <a:pt x="24174" y="3746"/>
                  </a:lnTo>
                  <a:lnTo>
                    <a:pt x="23942" y="3591"/>
                  </a:lnTo>
                  <a:lnTo>
                    <a:pt x="23865" y="3514"/>
                  </a:lnTo>
                  <a:lnTo>
                    <a:pt x="23788" y="3398"/>
                  </a:lnTo>
                  <a:lnTo>
                    <a:pt x="23749" y="3282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8" y="2742"/>
                  </a:lnTo>
                  <a:lnTo>
                    <a:pt x="23942" y="2587"/>
                  </a:lnTo>
                  <a:lnTo>
                    <a:pt x="24097" y="2433"/>
                  </a:lnTo>
                  <a:close/>
                  <a:moveTo>
                    <a:pt x="16296" y="4981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7" y="5290"/>
                  </a:lnTo>
                  <a:lnTo>
                    <a:pt x="16567" y="5406"/>
                  </a:lnTo>
                  <a:lnTo>
                    <a:pt x="16296" y="5445"/>
                  </a:lnTo>
                  <a:lnTo>
                    <a:pt x="15640" y="5522"/>
                  </a:lnTo>
                  <a:lnTo>
                    <a:pt x="15640" y="5483"/>
                  </a:lnTo>
                  <a:lnTo>
                    <a:pt x="15679" y="5368"/>
                  </a:lnTo>
                  <a:lnTo>
                    <a:pt x="15717" y="5252"/>
                  </a:lnTo>
                  <a:lnTo>
                    <a:pt x="15756" y="5175"/>
                  </a:lnTo>
                  <a:lnTo>
                    <a:pt x="15833" y="5097"/>
                  </a:lnTo>
                  <a:lnTo>
                    <a:pt x="15949" y="5020"/>
                  </a:lnTo>
                  <a:lnTo>
                    <a:pt x="16065" y="4981"/>
                  </a:lnTo>
                  <a:close/>
                  <a:moveTo>
                    <a:pt x="24444" y="4248"/>
                  </a:moveTo>
                  <a:lnTo>
                    <a:pt x="24444" y="4673"/>
                  </a:lnTo>
                  <a:lnTo>
                    <a:pt x="24367" y="5097"/>
                  </a:lnTo>
                  <a:lnTo>
                    <a:pt x="24251" y="5522"/>
                  </a:lnTo>
                  <a:lnTo>
                    <a:pt x="24058" y="5445"/>
                  </a:lnTo>
                  <a:lnTo>
                    <a:pt x="23904" y="5290"/>
                  </a:lnTo>
                  <a:lnTo>
                    <a:pt x="23826" y="5097"/>
                  </a:lnTo>
                  <a:lnTo>
                    <a:pt x="23788" y="4981"/>
                  </a:lnTo>
                  <a:lnTo>
                    <a:pt x="23788" y="4866"/>
                  </a:lnTo>
                  <a:lnTo>
                    <a:pt x="23826" y="4750"/>
                  </a:lnTo>
                  <a:lnTo>
                    <a:pt x="23865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6"/>
                  </a:lnTo>
                  <a:lnTo>
                    <a:pt x="18073" y="5638"/>
                  </a:lnTo>
                  <a:lnTo>
                    <a:pt x="17571" y="5522"/>
                  </a:lnTo>
                  <a:lnTo>
                    <a:pt x="17030" y="5445"/>
                  </a:lnTo>
                  <a:lnTo>
                    <a:pt x="17069" y="5290"/>
                  </a:lnTo>
                  <a:lnTo>
                    <a:pt x="17107" y="5175"/>
                  </a:lnTo>
                  <a:lnTo>
                    <a:pt x="17185" y="5059"/>
                  </a:lnTo>
                  <a:lnTo>
                    <a:pt x="17300" y="4943"/>
                  </a:lnTo>
                  <a:lnTo>
                    <a:pt x="17416" y="4904"/>
                  </a:lnTo>
                  <a:lnTo>
                    <a:pt x="17532" y="4866"/>
                  </a:lnTo>
                  <a:lnTo>
                    <a:pt x="17648" y="4827"/>
                  </a:lnTo>
                  <a:close/>
                  <a:moveTo>
                    <a:pt x="14713" y="5329"/>
                  </a:moveTo>
                  <a:lnTo>
                    <a:pt x="14829" y="5368"/>
                  </a:lnTo>
                  <a:lnTo>
                    <a:pt x="14906" y="5445"/>
                  </a:lnTo>
                  <a:lnTo>
                    <a:pt x="15022" y="5561"/>
                  </a:lnTo>
                  <a:lnTo>
                    <a:pt x="15061" y="5677"/>
                  </a:lnTo>
                  <a:lnTo>
                    <a:pt x="14559" y="5870"/>
                  </a:lnTo>
                  <a:lnTo>
                    <a:pt x="14057" y="6101"/>
                  </a:lnTo>
                  <a:lnTo>
                    <a:pt x="14018" y="6063"/>
                  </a:lnTo>
                  <a:lnTo>
                    <a:pt x="14057" y="5831"/>
                  </a:lnTo>
                  <a:lnTo>
                    <a:pt x="14134" y="5599"/>
                  </a:lnTo>
                  <a:lnTo>
                    <a:pt x="14250" y="5445"/>
                  </a:lnTo>
                  <a:lnTo>
                    <a:pt x="14366" y="5368"/>
                  </a:lnTo>
                  <a:lnTo>
                    <a:pt x="14443" y="5329"/>
                  </a:lnTo>
                  <a:close/>
                  <a:moveTo>
                    <a:pt x="18999" y="5483"/>
                  </a:moveTo>
                  <a:lnTo>
                    <a:pt x="19115" y="5522"/>
                  </a:lnTo>
                  <a:lnTo>
                    <a:pt x="19193" y="5561"/>
                  </a:lnTo>
                  <a:lnTo>
                    <a:pt x="19308" y="5677"/>
                  </a:lnTo>
                  <a:lnTo>
                    <a:pt x="19386" y="5831"/>
                  </a:lnTo>
                  <a:lnTo>
                    <a:pt x="19386" y="5985"/>
                  </a:lnTo>
                  <a:lnTo>
                    <a:pt x="19347" y="6179"/>
                  </a:lnTo>
                  <a:lnTo>
                    <a:pt x="18613" y="5831"/>
                  </a:lnTo>
                  <a:lnTo>
                    <a:pt x="18652" y="5754"/>
                  </a:lnTo>
                  <a:lnTo>
                    <a:pt x="18691" y="5677"/>
                  </a:lnTo>
                  <a:lnTo>
                    <a:pt x="18845" y="5522"/>
                  </a:lnTo>
                  <a:lnTo>
                    <a:pt x="18999" y="5483"/>
                  </a:lnTo>
                  <a:close/>
                  <a:moveTo>
                    <a:pt x="20197" y="6063"/>
                  </a:moveTo>
                  <a:lnTo>
                    <a:pt x="20351" y="6101"/>
                  </a:lnTo>
                  <a:lnTo>
                    <a:pt x="20467" y="6140"/>
                  </a:lnTo>
                  <a:lnTo>
                    <a:pt x="20544" y="6179"/>
                  </a:lnTo>
                  <a:lnTo>
                    <a:pt x="20699" y="6333"/>
                  </a:lnTo>
                  <a:lnTo>
                    <a:pt x="20776" y="6526"/>
                  </a:lnTo>
                  <a:lnTo>
                    <a:pt x="20814" y="6719"/>
                  </a:lnTo>
                  <a:lnTo>
                    <a:pt x="20892" y="6951"/>
                  </a:lnTo>
                  <a:lnTo>
                    <a:pt x="20467" y="6758"/>
                  </a:lnTo>
                  <a:lnTo>
                    <a:pt x="20081" y="6565"/>
                  </a:lnTo>
                  <a:lnTo>
                    <a:pt x="19810" y="6410"/>
                  </a:lnTo>
                  <a:lnTo>
                    <a:pt x="19849" y="6294"/>
                  </a:lnTo>
                  <a:lnTo>
                    <a:pt x="19888" y="6179"/>
                  </a:lnTo>
                  <a:lnTo>
                    <a:pt x="20003" y="6140"/>
                  </a:lnTo>
                  <a:lnTo>
                    <a:pt x="20081" y="6101"/>
                  </a:lnTo>
                  <a:lnTo>
                    <a:pt x="20197" y="6063"/>
                  </a:lnTo>
                  <a:close/>
                  <a:moveTo>
                    <a:pt x="23517" y="5870"/>
                  </a:moveTo>
                  <a:lnTo>
                    <a:pt x="23710" y="5908"/>
                  </a:lnTo>
                  <a:lnTo>
                    <a:pt x="23942" y="5985"/>
                  </a:lnTo>
                  <a:lnTo>
                    <a:pt x="24019" y="6024"/>
                  </a:lnTo>
                  <a:lnTo>
                    <a:pt x="24097" y="6024"/>
                  </a:lnTo>
                  <a:lnTo>
                    <a:pt x="23942" y="6294"/>
                  </a:lnTo>
                  <a:lnTo>
                    <a:pt x="23749" y="6565"/>
                  </a:lnTo>
                  <a:lnTo>
                    <a:pt x="23517" y="6796"/>
                  </a:lnTo>
                  <a:lnTo>
                    <a:pt x="23247" y="6989"/>
                  </a:lnTo>
                  <a:lnTo>
                    <a:pt x="23208" y="6951"/>
                  </a:lnTo>
                  <a:lnTo>
                    <a:pt x="23093" y="6758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4" y="6179"/>
                  </a:lnTo>
                  <a:lnTo>
                    <a:pt x="23131" y="6101"/>
                  </a:lnTo>
                  <a:lnTo>
                    <a:pt x="23208" y="6024"/>
                  </a:lnTo>
                  <a:lnTo>
                    <a:pt x="23286" y="5947"/>
                  </a:lnTo>
                  <a:lnTo>
                    <a:pt x="23517" y="5870"/>
                  </a:lnTo>
                  <a:close/>
                  <a:moveTo>
                    <a:pt x="13246" y="6101"/>
                  </a:moveTo>
                  <a:lnTo>
                    <a:pt x="13478" y="6179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9" y="6719"/>
                  </a:lnTo>
                  <a:lnTo>
                    <a:pt x="12782" y="7105"/>
                  </a:lnTo>
                  <a:lnTo>
                    <a:pt x="12705" y="7067"/>
                  </a:lnTo>
                  <a:lnTo>
                    <a:pt x="12667" y="6951"/>
                  </a:lnTo>
                  <a:lnTo>
                    <a:pt x="12628" y="6796"/>
                  </a:lnTo>
                  <a:lnTo>
                    <a:pt x="12628" y="6681"/>
                  </a:lnTo>
                  <a:lnTo>
                    <a:pt x="12667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60" y="6217"/>
                  </a:lnTo>
                  <a:lnTo>
                    <a:pt x="13014" y="6140"/>
                  </a:lnTo>
                  <a:lnTo>
                    <a:pt x="13130" y="6101"/>
                  </a:lnTo>
                  <a:close/>
                  <a:moveTo>
                    <a:pt x="22166" y="6565"/>
                  </a:moveTo>
                  <a:lnTo>
                    <a:pt x="22282" y="6603"/>
                  </a:lnTo>
                  <a:lnTo>
                    <a:pt x="22475" y="6719"/>
                  </a:lnTo>
                  <a:lnTo>
                    <a:pt x="22629" y="6874"/>
                  </a:lnTo>
                  <a:lnTo>
                    <a:pt x="22784" y="7028"/>
                  </a:lnTo>
                  <a:lnTo>
                    <a:pt x="22861" y="7067"/>
                  </a:lnTo>
                  <a:lnTo>
                    <a:pt x="22938" y="7067"/>
                  </a:lnTo>
                  <a:lnTo>
                    <a:pt x="22977" y="7105"/>
                  </a:lnTo>
                  <a:lnTo>
                    <a:pt x="22938" y="7144"/>
                  </a:lnTo>
                  <a:lnTo>
                    <a:pt x="22552" y="7221"/>
                  </a:lnTo>
                  <a:lnTo>
                    <a:pt x="22166" y="7260"/>
                  </a:lnTo>
                  <a:lnTo>
                    <a:pt x="21780" y="7221"/>
                  </a:lnTo>
                  <a:lnTo>
                    <a:pt x="21394" y="7105"/>
                  </a:lnTo>
                  <a:lnTo>
                    <a:pt x="21471" y="6912"/>
                  </a:lnTo>
                  <a:lnTo>
                    <a:pt x="21625" y="6758"/>
                  </a:lnTo>
                  <a:lnTo>
                    <a:pt x="21818" y="6603"/>
                  </a:lnTo>
                  <a:lnTo>
                    <a:pt x="22050" y="6565"/>
                  </a:lnTo>
                  <a:close/>
                  <a:moveTo>
                    <a:pt x="12280" y="7414"/>
                  </a:moveTo>
                  <a:lnTo>
                    <a:pt x="12474" y="7453"/>
                  </a:lnTo>
                  <a:lnTo>
                    <a:pt x="12126" y="7993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63" y="8109"/>
                  </a:lnTo>
                  <a:lnTo>
                    <a:pt x="11663" y="7955"/>
                  </a:lnTo>
                  <a:lnTo>
                    <a:pt x="11663" y="7839"/>
                  </a:lnTo>
                  <a:lnTo>
                    <a:pt x="11740" y="7723"/>
                  </a:lnTo>
                  <a:lnTo>
                    <a:pt x="11817" y="7607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65" y="7414"/>
                  </a:lnTo>
                  <a:close/>
                  <a:moveTo>
                    <a:pt x="2241" y="9384"/>
                  </a:moveTo>
                  <a:lnTo>
                    <a:pt x="2356" y="9422"/>
                  </a:lnTo>
                  <a:lnTo>
                    <a:pt x="2472" y="9499"/>
                  </a:lnTo>
                  <a:lnTo>
                    <a:pt x="2550" y="9577"/>
                  </a:lnTo>
                  <a:lnTo>
                    <a:pt x="2627" y="9770"/>
                  </a:lnTo>
                  <a:lnTo>
                    <a:pt x="2627" y="9886"/>
                  </a:lnTo>
                  <a:lnTo>
                    <a:pt x="2627" y="10001"/>
                  </a:lnTo>
                  <a:lnTo>
                    <a:pt x="2125" y="9886"/>
                  </a:lnTo>
                  <a:lnTo>
                    <a:pt x="1661" y="9886"/>
                  </a:lnTo>
                  <a:lnTo>
                    <a:pt x="1700" y="9770"/>
                  </a:lnTo>
                  <a:lnTo>
                    <a:pt x="1739" y="9654"/>
                  </a:lnTo>
                  <a:lnTo>
                    <a:pt x="1816" y="9538"/>
                  </a:lnTo>
                  <a:lnTo>
                    <a:pt x="1893" y="9461"/>
                  </a:lnTo>
                  <a:lnTo>
                    <a:pt x="2009" y="9384"/>
                  </a:lnTo>
                  <a:close/>
                  <a:moveTo>
                    <a:pt x="11663" y="8997"/>
                  </a:moveTo>
                  <a:lnTo>
                    <a:pt x="11470" y="9499"/>
                  </a:lnTo>
                  <a:lnTo>
                    <a:pt x="11354" y="10040"/>
                  </a:lnTo>
                  <a:lnTo>
                    <a:pt x="11276" y="10272"/>
                  </a:lnTo>
                  <a:lnTo>
                    <a:pt x="11238" y="10272"/>
                  </a:lnTo>
                  <a:lnTo>
                    <a:pt x="11083" y="10079"/>
                  </a:lnTo>
                  <a:lnTo>
                    <a:pt x="10968" y="9847"/>
                  </a:lnTo>
                  <a:lnTo>
                    <a:pt x="10929" y="9692"/>
                  </a:lnTo>
                  <a:lnTo>
                    <a:pt x="10929" y="9577"/>
                  </a:lnTo>
                  <a:lnTo>
                    <a:pt x="10968" y="9461"/>
                  </a:lnTo>
                  <a:lnTo>
                    <a:pt x="11006" y="9345"/>
                  </a:lnTo>
                  <a:lnTo>
                    <a:pt x="11122" y="9152"/>
                  </a:lnTo>
                  <a:lnTo>
                    <a:pt x="11276" y="9075"/>
                  </a:lnTo>
                  <a:lnTo>
                    <a:pt x="11470" y="8997"/>
                  </a:lnTo>
                  <a:close/>
                  <a:moveTo>
                    <a:pt x="3785" y="9770"/>
                  </a:moveTo>
                  <a:lnTo>
                    <a:pt x="3901" y="9808"/>
                  </a:lnTo>
                  <a:lnTo>
                    <a:pt x="4017" y="9886"/>
                  </a:lnTo>
                  <a:lnTo>
                    <a:pt x="4094" y="10001"/>
                  </a:lnTo>
                  <a:lnTo>
                    <a:pt x="4133" y="10117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4" y="10542"/>
                  </a:lnTo>
                  <a:lnTo>
                    <a:pt x="4017" y="10658"/>
                  </a:lnTo>
                  <a:lnTo>
                    <a:pt x="3862" y="10542"/>
                  </a:lnTo>
                  <a:lnTo>
                    <a:pt x="3515" y="10349"/>
                  </a:lnTo>
                  <a:lnTo>
                    <a:pt x="3090" y="10156"/>
                  </a:lnTo>
                  <a:lnTo>
                    <a:pt x="3129" y="10040"/>
                  </a:lnTo>
                  <a:lnTo>
                    <a:pt x="3245" y="9924"/>
                  </a:lnTo>
                  <a:lnTo>
                    <a:pt x="3360" y="9847"/>
                  </a:lnTo>
                  <a:lnTo>
                    <a:pt x="3515" y="9770"/>
                  </a:lnTo>
                  <a:close/>
                  <a:moveTo>
                    <a:pt x="4944" y="10658"/>
                  </a:moveTo>
                  <a:lnTo>
                    <a:pt x="5021" y="10735"/>
                  </a:lnTo>
                  <a:lnTo>
                    <a:pt x="5098" y="10774"/>
                  </a:lnTo>
                  <a:lnTo>
                    <a:pt x="5137" y="10890"/>
                  </a:lnTo>
                  <a:lnTo>
                    <a:pt x="5175" y="11044"/>
                  </a:lnTo>
                  <a:lnTo>
                    <a:pt x="5137" y="11237"/>
                  </a:lnTo>
                  <a:lnTo>
                    <a:pt x="5098" y="11430"/>
                  </a:lnTo>
                  <a:lnTo>
                    <a:pt x="4403" y="10928"/>
                  </a:lnTo>
                  <a:lnTo>
                    <a:pt x="4442" y="10812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1" y="10619"/>
                  </a:moveTo>
                  <a:lnTo>
                    <a:pt x="10968" y="11198"/>
                  </a:lnTo>
                  <a:lnTo>
                    <a:pt x="10736" y="11739"/>
                  </a:lnTo>
                  <a:lnTo>
                    <a:pt x="10659" y="11700"/>
                  </a:lnTo>
                  <a:lnTo>
                    <a:pt x="10504" y="11546"/>
                  </a:lnTo>
                  <a:lnTo>
                    <a:pt x="10427" y="11353"/>
                  </a:lnTo>
                  <a:lnTo>
                    <a:pt x="10388" y="11160"/>
                  </a:lnTo>
                  <a:lnTo>
                    <a:pt x="10466" y="10967"/>
                  </a:lnTo>
                  <a:lnTo>
                    <a:pt x="10581" y="10812"/>
                  </a:lnTo>
                  <a:lnTo>
                    <a:pt x="10736" y="10696"/>
                  </a:lnTo>
                  <a:lnTo>
                    <a:pt x="10929" y="10619"/>
                  </a:lnTo>
                  <a:close/>
                  <a:moveTo>
                    <a:pt x="5986" y="11469"/>
                  </a:moveTo>
                  <a:lnTo>
                    <a:pt x="6063" y="11507"/>
                  </a:lnTo>
                  <a:lnTo>
                    <a:pt x="6179" y="11585"/>
                  </a:lnTo>
                  <a:lnTo>
                    <a:pt x="6257" y="11662"/>
                  </a:lnTo>
                  <a:lnTo>
                    <a:pt x="6334" y="11778"/>
                  </a:lnTo>
                  <a:lnTo>
                    <a:pt x="6372" y="12009"/>
                  </a:lnTo>
                  <a:lnTo>
                    <a:pt x="6411" y="12241"/>
                  </a:lnTo>
                  <a:lnTo>
                    <a:pt x="6372" y="12473"/>
                  </a:lnTo>
                  <a:lnTo>
                    <a:pt x="5909" y="12087"/>
                  </a:lnTo>
                  <a:lnTo>
                    <a:pt x="5407" y="11700"/>
                  </a:lnTo>
                  <a:lnTo>
                    <a:pt x="5446" y="11623"/>
                  </a:lnTo>
                  <a:lnTo>
                    <a:pt x="5561" y="11546"/>
                  </a:lnTo>
                  <a:lnTo>
                    <a:pt x="5639" y="11507"/>
                  </a:lnTo>
                  <a:lnTo>
                    <a:pt x="5755" y="11469"/>
                  </a:lnTo>
                  <a:close/>
                  <a:moveTo>
                    <a:pt x="10543" y="12048"/>
                  </a:moveTo>
                  <a:lnTo>
                    <a:pt x="10388" y="12318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1" y="12936"/>
                  </a:lnTo>
                  <a:lnTo>
                    <a:pt x="9771" y="12859"/>
                  </a:lnTo>
                  <a:lnTo>
                    <a:pt x="9655" y="12666"/>
                  </a:lnTo>
                  <a:lnTo>
                    <a:pt x="9655" y="12473"/>
                  </a:lnTo>
                  <a:lnTo>
                    <a:pt x="9693" y="12357"/>
                  </a:lnTo>
                  <a:lnTo>
                    <a:pt x="9809" y="12241"/>
                  </a:lnTo>
                  <a:lnTo>
                    <a:pt x="9964" y="12164"/>
                  </a:lnTo>
                  <a:lnTo>
                    <a:pt x="10157" y="12087"/>
                  </a:lnTo>
                  <a:lnTo>
                    <a:pt x="10543" y="12048"/>
                  </a:lnTo>
                  <a:close/>
                  <a:moveTo>
                    <a:pt x="7376" y="12511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40" y="12820"/>
                  </a:lnTo>
                  <a:lnTo>
                    <a:pt x="7878" y="13013"/>
                  </a:lnTo>
                  <a:lnTo>
                    <a:pt x="7878" y="13206"/>
                  </a:lnTo>
                  <a:lnTo>
                    <a:pt x="7840" y="13206"/>
                  </a:lnTo>
                  <a:lnTo>
                    <a:pt x="7338" y="13013"/>
                  </a:lnTo>
                  <a:lnTo>
                    <a:pt x="6836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1"/>
                  </a:lnTo>
                  <a:close/>
                  <a:moveTo>
                    <a:pt x="8844" y="12627"/>
                  </a:moveTo>
                  <a:lnTo>
                    <a:pt x="8960" y="12666"/>
                  </a:lnTo>
                  <a:lnTo>
                    <a:pt x="9114" y="12782"/>
                  </a:lnTo>
                  <a:lnTo>
                    <a:pt x="9191" y="12936"/>
                  </a:lnTo>
                  <a:lnTo>
                    <a:pt x="9230" y="13129"/>
                  </a:lnTo>
                  <a:lnTo>
                    <a:pt x="9269" y="13206"/>
                  </a:lnTo>
                  <a:lnTo>
                    <a:pt x="9037" y="13284"/>
                  </a:lnTo>
                  <a:lnTo>
                    <a:pt x="8805" y="13322"/>
                  </a:lnTo>
                  <a:lnTo>
                    <a:pt x="8573" y="13322"/>
                  </a:lnTo>
                  <a:lnTo>
                    <a:pt x="8303" y="13284"/>
                  </a:lnTo>
                  <a:lnTo>
                    <a:pt x="8303" y="13206"/>
                  </a:lnTo>
                  <a:lnTo>
                    <a:pt x="8342" y="13013"/>
                  </a:lnTo>
                  <a:lnTo>
                    <a:pt x="8419" y="12820"/>
                  </a:lnTo>
                  <a:lnTo>
                    <a:pt x="8573" y="12704"/>
                  </a:lnTo>
                  <a:lnTo>
                    <a:pt x="8651" y="12666"/>
                  </a:lnTo>
                  <a:lnTo>
                    <a:pt x="8767" y="12627"/>
                  </a:lnTo>
                  <a:close/>
                  <a:moveTo>
                    <a:pt x="22977" y="0"/>
                  </a:moveTo>
                  <a:lnTo>
                    <a:pt x="22900" y="39"/>
                  </a:lnTo>
                  <a:lnTo>
                    <a:pt x="22822" y="77"/>
                  </a:lnTo>
                  <a:lnTo>
                    <a:pt x="22784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822" y="425"/>
                  </a:lnTo>
                  <a:lnTo>
                    <a:pt x="22861" y="464"/>
                  </a:lnTo>
                  <a:lnTo>
                    <a:pt x="23015" y="657"/>
                  </a:lnTo>
                  <a:lnTo>
                    <a:pt x="22900" y="772"/>
                  </a:lnTo>
                  <a:lnTo>
                    <a:pt x="22784" y="966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1" y="1506"/>
                  </a:lnTo>
                  <a:lnTo>
                    <a:pt x="22591" y="1699"/>
                  </a:lnTo>
                  <a:lnTo>
                    <a:pt x="22629" y="1892"/>
                  </a:lnTo>
                  <a:lnTo>
                    <a:pt x="22706" y="2047"/>
                  </a:lnTo>
                  <a:lnTo>
                    <a:pt x="22861" y="2278"/>
                  </a:lnTo>
                  <a:lnTo>
                    <a:pt x="23054" y="2394"/>
                  </a:lnTo>
                  <a:lnTo>
                    <a:pt x="23247" y="2510"/>
                  </a:lnTo>
                  <a:lnTo>
                    <a:pt x="23479" y="2510"/>
                  </a:lnTo>
                  <a:lnTo>
                    <a:pt x="23402" y="2703"/>
                  </a:lnTo>
                  <a:lnTo>
                    <a:pt x="23363" y="2896"/>
                  </a:lnTo>
                  <a:lnTo>
                    <a:pt x="23324" y="3089"/>
                  </a:lnTo>
                  <a:lnTo>
                    <a:pt x="23363" y="3282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900"/>
                  </a:lnTo>
                  <a:lnTo>
                    <a:pt x="23981" y="4016"/>
                  </a:lnTo>
                  <a:lnTo>
                    <a:pt x="23749" y="4209"/>
                  </a:lnTo>
                  <a:lnTo>
                    <a:pt x="23556" y="4479"/>
                  </a:lnTo>
                  <a:lnTo>
                    <a:pt x="23479" y="4750"/>
                  </a:lnTo>
                  <a:lnTo>
                    <a:pt x="23440" y="4904"/>
                  </a:lnTo>
                  <a:lnTo>
                    <a:pt x="23440" y="5020"/>
                  </a:lnTo>
                  <a:lnTo>
                    <a:pt x="23517" y="5290"/>
                  </a:lnTo>
                  <a:lnTo>
                    <a:pt x="23633" y="5483"/>
                  </a:lnTo>
                  <a:lnTo>
                    <a:pt x="23402" y="5522"/>
                  </a:lnTo>
                  <a:lnTo>
                    <a:pt x="23170" y="5561"/>
                  </a:lnTo>
                  <a:lnTo>
                    <a:pt x="22977" y="5715"/>
                  </a:lnTo>
                  <a:lnTo>
                    <a:pt x="22784" y="5870"/>
                  </a:lnTo>
                  <a:lnTo>
                    <a:pt x="22706" y="6101"/>
                  </a:lnTo>
                  <a:lnTo>
                    <a:pt x="22629" y="6372"/>
                  </a:lnTo>
                  <a:lnTo>
                    <a:pt x="22475" y="6294"/>
                  </a:lnTo>
                  <a:lnTo>
                    <a:pt x="22320" y="6256"/>
                  </a:lnTo>
                  <a:lnTo>
                    <a:pt x="22166" y="6217"/>
                  </a:lnTo>
                  <a:lnTo>
                    <a:pt x="21973" y="6217"/>
                  </a:lnTo>
                  <a:lnTo>
                    <a:pt x="21741" y="6294"/>
                  </a:lnTo>
                  <a:lnTo>
                    <a:pt x="21509" y="6410"/>
                  </a:lnTo>
                  <a:lnTo>
                    <a:pt x="21355" y="6565"/>
                  </a:lnTo>
                  <a:lnTo>
                    <a:pt x="21201" y="6796"/>
                  </a:lnTo>
                  <a:lnTo>
                    <a:pt x="21123" y="6449"/>
                  </a:lnTo>
                  <a:lnTo>
                    <a:pt x="20969" y="6140"/>
                  </a:lnTo>
                  <a:lnTo>
                    <a:pt x="20853" y="6024"/>
                  </a:lnTo>
                  <a:lnTo>
                    <a:pt x="20737" y="5908"/>
                  </a:lnTo>
                  <a:lnTo>
                    <a:pt x="20583" y="5831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81" y="5792"/>
                  </a:lnTo>
                  <a:lnTo>
                    <a:pt x="19888" y="5870"/>
                  </a:lnTo>
                  <a:lnTo>
                    <a:pt x="19772" y="5947"/>
                  </a:lnTo>
                  <a:lnTo>
                    <a:pt x="19733" y="5715"/>
                  </a:lnTo>
                  <a:lnTo>
                    <a:pt x="19617" y="5483"/>
                  </a:lnTo>
                  <a:lnTo>
                    <a:pt x="19463" y="5329"/>
                  </a:lnTo>
                  <a:lnTo>
                    <a:pt x="19386" y="5252"/>
                  </a:lnTo>
                  <a:lnTo>
                    <a:pt x="19270" y="5175"/>
                  </a:lnTo>
                  <a:lnTo>
                    <a:pt x="19038" y="5136"/>
                  </a:lnTo>
                  <a:lnTo>
                    <a:pt x="18845" y="5175"/>
                  </a:lnTo>
                  <a:lnTo>
                    <a:pt x="18652" y="5290"/>
                  </a:lnTo>
                  <a:lnTo>
                    <a:pt x="18497" y="5406"/>
                  </a:lnTo>
                  <a:lnTo>
                    <a:pt x="18459" y="5252"/>
                  </a:lnTo>
                  <a:lnTo>
                    <a:pt x="18420" y="5136"/>
                  </a:lnTo>
                  <a:lnTo>
                    <a:pt x="18382" y="4981"/>
                  </a:lnTo>
                  <a:lnTo>
                    <a:pt x="18304" y="4866"/>
                  </a:lnTo>
                  <a:lnTo>
                    <a:pt x="18189" y="4750"/>
                  </a:lnTo>
                  <a:lnTo>
                    <a:pt x="18073" y="4673"/>
                  </a:lnTo>
                  <a:lnTo>
                    <a:pt x="17957" y="4595"/>
                  </a:lnTo>
                  <a:lnTo>
                    <a:pt x="17802" y="4557"/>
                  </a:lnTo>
                  <a:lnTo>
                    <a:pt x="17648" y="4518"/>
                  </a:lnTo>
                  <a:lnTo>
                    <a:pt x="17493" y="4557"/>
                  </a:lnTo>
                  <a:lnTo>
                    <a:pt x="17378" y="4595"/>
                  </a:lnTo>
                  <a:lnTo>
                    <a:pt x="17262" y="4634"/>
                  </a:lnTo>
                  <a:lnTo>
                    <a:pt x="17146" y="4750"/>
                  </a:lnTo>
                  <a:lnTo>
                    <a:pt x="17030" y="4827"/>
                  </a:lnTo>
                  <a:lnTo>
                    <a:pt x="16876" y="5097"/>
                  </a:lnTo>
                  <a:lnTo>
                    <a:pt x="16760" y="4943"/>
                  </a:lnTo>
                  <a:lnTo>
                    <a:pt x="16605" y="4788"/>
                  </a:lnTo>
                  <a:lnTo>
                    <a:pt x="16451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9" y="4673"/>
                  </a:lnTo>
                  <a:lnTo>
                    <a:pt x="15794" y="4750"/>
                  </a:lnTo>
                  <a:lnTo>
                    <a:pt x="15640" y="4866"/>
                  </a:lnTo>
                  <a:lnTo>
                    <a:pt x="15524" y="4981"/>
                  </a:lnTo>
                  <a:lnTo>
                    <a:pt x="15447" y="5136"/>
                  </a:lnTo>
                  <a:lnTo>
                    <a:pt x="15408" y="5329"/>
                  </a:lnTo>
                  <a:lnTo>
                    <a:pt x="15408" y="5483"/>
                  </a:lnTo>
                  <a:lnTo>
                    <a:pt x="15447" y="5561"/>
                  </a:lnTo>
                  <a:lnTo>
                    <a:pt x="15408" y="5561"/>
                  </a:lnTo>
                  <a:lnTo>
                    <a:pt x="15331" y="5368"/>
                  </a:lnTo>
                  <a:lnTo>
                    <a:pt x="15177" y="5175"/>
                  </a:lnTo>
                  <a:lnTo>
                    <a:pt x="15022" y="5059"/>
                  </a:lnTo>
                  <a:lnTo>
                    <a:pt x="14829" y="4981"/>
                  </a:lnTo>
                  <a:lnTo>
                    <a:pt x="14636" y="4943"/>
                  </a:lnTo>
                  <a:lnTo>
                    <a:pt x="14443" y="4981"/>
                  </a:lnTo>
                  <a:lnTo>
                    <a:pt x="14288" y="5020"/>
                  </a:lnTo>
                  <a:lnTo>
                    <a:pt x="14134" y="5097"/>
                  </a:lnTo>
                  <a:lnTo>
                    <a:pt x="14057" y="5175"/>
                  </a:lnTo>
                  <a:lnTo>
                    <a:pt x="13941" y="5290"/>
                  </a:lnTo>
                  <a:lnTo>
                    <a:pt x="13825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2" y="5715"/>
                  </a:lnTo>
                  <a:lnTo>
                    <a:pt x="13169" y="5715"/>
                  </a:lnTo>
                  <a:lnTo>
                    <a:pt x="12937" y="5754"/>
                  </a:lnTo>
                  <a:lnTo>
                    <a:pt x="12744" y="5831"/>
                  </a:lnTo>
                  <a:lnTo>
                    <a:pt x="12589" y="5947"/>
                  </a:lnTo>
                  <a:lnTo>
                    <a:pt x="12512" y="6063"/>
                  </a:lnTo>
                  <a:lnTo>
                    <a:pt x="12435" y="6217"/>
                  </a:lnTo>
                  <a:lnTo>
                    <a:pt x="12358" y="6372"/>
                  </a:lnTo>
                  <a:lnTo>
                    <a:pt x="12358" y="6526"/>
                  </a:lnTo>
                  <a:lnTo>
                    <a:pt x="12358" y="6681"/>
                  </a:lnTo>
                  <a:lnTo>
                    <a:pt x="12358" y="6835"/>
                  </a:lnTo>
                  <a:lnTo>
                    <a:pt x="12435" y="6989"/>
                  </a:lnTo>
                  <a:lnTo>
                    <a:pt x="12165" y="7028"/>
                  </a:lnTo>
                  <a:lnTo>
                    <a:pt x="11894" y="7105"/>
                  </a:lnTo>
                  <a:lnTo>
                    <a:pt x="11663" y="7221"/>
                  </a:lnTo>
                  <a:lnTo>
                    <a:pt x="11508" y="7414"/>
                  </a:lnTo>
                  <a:lnTo>
                    <a:pt x="11392" y="7530"/>
                  </a:lnTo>
                  <a:lnTo>
                    <a:pt x="11354" y="7685"/>
                  </a:lnTo>
                  <a:lnTo>
                    <a:pt x="11315" y="7839"/>
                  </a:lnTo>
                  <a:lnTo>
                    <a:pt x="11276" y="7993"/>
                  </a:lnTo>
                  <a:lnTo>
                    <a:pt x="11315" y="8148"/>
                  </a:lnTo>
                  <a:lnTo>
                    <a:pt x="11354" y="8302"/>
                  </a:lnTo>
                  <a:lnTo>
                    <a:pt x="11392" y="8457"/>
                  </a:lnTo>
                  <a:lnTo>
                    <a:pt x="11470" y="8611"/>
                  </a:lnTo>
                  <a:lnTo>
                    <a:pt x="11199" y="8650"/>
                  </a:lnTo>
                  <a:lnTo>
                    <a:pt x="10968" y="8804"/>
                  </a:lnTo>
                  <a:lnTo>
                    <a:pt x="10774" y="8997"/>
                  </a:lnTo>
                  <a:lnTo>
                    <a:pt x="10659" y="9229"/>
                  </a:lnTo>
                  <a:lnTo>
                    <a:pt x="10581" y="9499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2" y="10233"/>
                  </a:lnTo>
                  <a:lnTo>
                    <a:pt x="10620" y="10310"/>
                  </a:lnTo>
                  <a:lnTo>
                    <a:pt x="10427" y="10426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79" y="11005"/>
                  </a:lnTo>
                  <a:lnTo>
                    <a:pt x="10041" y="11237"/>
                  </a:lnTo>
                  <a:lnTo>
                    <a:pt x="10079" y="11469"/>
                  </a:lnTo>
                  <a:lnTo>
                    <a:pt x="10195" y="11700"/>
                  </a:lnTo>
                  <a:lnTo>
                    <a:pt x="9925" y="11739"/>
                  </a:lnTo>
                  <a:lnTo>
                    <a:pt x="9693" y="11855"/>
                  </a:lnTo>
                  <a:lnTo>
                    <a:pt x="9500" y="12009"/>
                  </a:lnTo>
                  <a:lnTo>
                    <a:pt x="9423" y="12087"/>
                  </a:lnTo>
                  <a:lnTo>
                    <a:pt x="9384" y="12202"/>
                  </a:lnTo>
                  <a:lnTo>
                    <a:pt x="9346" y="12318"/>
                  </a:lnTo>
                  <a:lnTo>
                    <a:pt x="9307" y="12473"/>
                  </a:lnTo>
                  <a:lnTo>
                    <a:pt x="9191" y="12396"/>
                  </a:lnTo>
                  <a:lnTo>
                    <a:pt x="9037" y="12318"/>
                  </a:lnTo>
                  <a:lnTo>
                    <a:pt x="8882" y="12280"/>
                  </a:lnTo>
                  <a:lnTo>
                    <a:pt x="8728" y="12280"/>
                  </a:lnTo>
                  <a:lnTo>
                    <a:pt x="8535" y="12357"/>
                  </a:lnTo>
                  <a:lnTo>
                    <a:pt x="8380" y="12434"/>
                  </a:lnTo>
                  <a:lnTo>
                    <a:pt x="8265" y="12550"/>
                  </a:lnTo>
                  <a:lnTo>
                    <a:pt x="8187" y="12704"/>
                  </a:lnTo>
                  <a:lnTo>
                    <a:pt x="8110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4" y="12241"/>
                  </a:lnTo>
                  <a:lnTo>
                    <a:pt x="7492" y="12164"/>
                  </a:lnTo>
                  <a:lnTo>
                    <a:pt x="7222" y="12202"/>
                  </a:lnTo>
                  <a:lnTo>
                    <a:pt x="6990" y="12280"/>
                  </a:lnTo>
                  <a:lnTo>
                    <a:pt x="6797" y="12434"/>
                  </a:lnTo>
                  <a:lnTo>
                    <a:pt x="6797" y="12048"/>
                  </a:lnTo>
                  <a:lnTo>
                    <a:pt x="6759" y="11894"/>
                  </a:lnTo>
                  <a:lnTo>
                    <a:pt x="6681" y="11700"/>
                  </a:lnTo>
                  <a:lnTo>
                    <a:pt x="6604" y="11546"/>
                  </a:lnTo>
                  <a:lnTo>
                    <a:pt x="6527" y="11430"/>
                  </a:lnTo>
                  <a:lnTo>
                    <a:pt x="6372" y="11314"/>
                  </a:lnTo>
                  <a:lnTo>
                    <a:pt x="6218" y="11198"/>
                  </a:lnTo>
                  <a:lnTo>
                    <a:pt x="6063" y="11160"/>
                  </a:lnTo>
                  <a:lnTo>
                    <a:pt x="5716" y="11160"/>
                  </a:lnTo>
                  <a:lnTo>
                    <a:pt x="5523" y="11237"/>
                  </a:lnTo>
                  <a:lnTo>
                    <a:pt x="5523" y="10967"/>
                  </a:lnTo>
                  <a:lnTo>
                    <a:pt x="5446" y="10735"/>
                  </a:lnTo>
                  <a:lnTo>
                    <a:pt x="5330" y="10503"/>
                  </a:lnTo>
                  <a:lnTo>
                    <a:pt x="5214" y="10426"/>
                  </a:lnTo>
                  <a:lnTo>
                    <a:pt x="5098" y="10388"/>
                  </a:lnTo>
                  <a:lnTo>
                    <a:pt x="4944" y="10310"/>
                  </a:lnTo>
                  <a:lnTo>
                    <a:pt x="4828" y="10310"/>
                  </a:lnTo>
                  <a:lnTo>
                    <a:pt x="4673" y="10349"/>
                  </a:lnTo>
                  <a:lnTo>
                    <a:pt x="4519" y="10388"/>
                  </a:lnTo>
                  <a:lnTo>
                    <a:pt x="4519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10" y="9577"/>
                  </a:lnTo>
                  <a:lnTo>
                    <a:pt x="4056" y="9499"/>
                  </a:lnTo>
                  <a:lnTo>
                    <a:pt x="3901" y="9461"/>
                  </a:lnTo>
                  <a:lnTo>
                    <a:pt x="3747" y="9422"/>
                  </a:lnTo>
                  <a:lnTo>
                    <a:pt x="3592" y="9422"/>
                  </a:lnTo>
                  <a:lnTo>
                    <a:pt x="3399" y="9461"/>
                  </a:lnTo>
                  <a:lnTo>
                    <a:pt x="3283" y="9538"/>
                  </a:lnTo>
                  <a:lnTo>
                    <a:pt x="3129" y="9615"/>
                  </a:lnTo>
                  <a:lnTo>
                    <a:pt x="3013" y="9770"/>
                  </a:lnTo>
                  <a:lnTo>
                    <a:pt x="2974" y="9615"/>
                  </a:lnTo>
                  <a:lnTo>
                    <a:pt x="2897" y="9461"/>
                  </a:lnTo>
                  <a:lnTo>
                    <a:pt x="2781" y="9268"/>
                  </a:lnTo>
                  <a:lnTo>
                    <a:pt x="2627" y="9152"/>
                  </a:lnTo>
                  <a:lnTo>
                    <a:pt x="2434" y="9036"/>
                  </a:lnTo>
                  <a:lnTo>
                    <a:pt x="2241" y="8997"/>
                  </a:lnTo>
                  <a:lnTo>
                    <a:pt x="2048" y="9036"/>
                  </a:lnTo>
                  <a:lnTo>
                    <a:pt x="1854" y="9113"/>
                  </a:lnTo>
                  <a:lnTo>
                    <a:pt x="1700" y="9190"/>
                  </a:lnTo>
                  <a:lnTo>
                    <a:pt x="1546" y="9345"/>
                  </a:lnTo>
                  <a:lnTo>
                    <a:pt x="1430" y="9538"/>
                  </a:lnTo>
                  <a:lnTo>
                    <a:pt x="1391" y="9731"/>
                  </a:lnTo>
                  <a:lnTo>
                    <a:pt x="1352" y="9924"/>
                  </a:lnTo>
                  <a:lnTo>
                    <a:pt x="1121" y="9963"/>
                  </a:lnTo>
                  <a:lnTo>
                    <a:pt x="928" y="10040"/>
                  </a:lnTo>
                  <a:lnTo>
                    <a:pt x="696" y="10156"/>
                  </a:lnTo>
                  <a:lnTo>
                    <a:pt x="503" y="10310"/>
                  </a:lnTo>
                  <a:lnTo>
                    <a:pt x="387" y="10426"/>
                  </a:lnTo>
                  <a:lnTo>
                    <a:pt x="271" y="10581"/>
                  </a:lnTo>
                  <a:lnTo>
                    <a:pt x="117" y="10890"/>
                  </a:lnTo>
                  <a:lnTo>
                    <a:pt x="1" y="11237"/>
                  </a:lnTo>
                  <a:lnTo>
                    <a:pt x="1" y="11585"/>
                  </a:lnTo>
                  <a:lnTo>
                    <a:pt x="78" y="11932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9" y="12820"/>
                  </a:lnTo>
                  <a:lnTo>
                    <a:pt x="812" y="12936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9" y="13168"/>
                  </a:lnTo>
                  <a:lnTo>
                    <a:pt x="2086" y="13129"/>
                  </a:lnTo>
                  <a:lnTo>
                    <a:pt x="2472" y="12975"/>
                  </a:lnTo>
                  <a:lnTo>
                    <a:pt x="2820" y="12782"/>
                  </a:lnTo>
                  <a:lnTo>
                    <a:pt x="3129" y="12550"/>
                  </a:lnTo>
                  <a:lnTo>
                    <a:pt x="3360" y="12241"/>
                  </a:lnTo>
                  <a:lnTo>
                    <a:pt x="3592" y="12009"/>
                  </a:lnTo>
                  <a:lnTo>
                    <a:pt x="3554" y="11932"/>
                  </a:lnTo>
                  <a:lnTo>
                    <a:pt x="3515" y="11816"/>
                  </a:lnTo>
                  <a:lnTo>
                    <a:pt x="3438" y="11778"/>
                  </a:lnTo>
                  <a:lnTo>
                    <a:pt x="3322" y="11739"/>
                  </a:lnTo>
                  <a:lnTo>
                    <a:pt x="3283" y="11778"/>
                  </a:lnTo>
                  <a:lnTo>
                    <a:pt x="3245" y="11816"/>
                  </a:lnTo>
                  <a:lnTo>
                    <a:pt x="3052" y="12048"/>
                  </a:lnTo>
                  <a:lnTo>
                    <a:pt x="2820" y="12241"/>
                  </a:lnTo>
                  <a:lnTo>
                    <a:pt x="2588" y="12434"/>
                  </a:lnTo>
                  <a:lnTo>
                    <a:pt x="2318" y="12589"/>
                  </a:lnTo>
                  <a:lnTo>
                    <a:pt x="2048" y="12666"/>
                  </a:lnTo>
                  <a:lnTo>
                    <a:pt x="1739" y="12704"/>
                  </a:lnTo>
                  <a:lnTo>
                    <a:pt x="1430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2" y="12357"/>
                  </a:lnTo>
                  <a:lnTo>
                    <a:pt x="696" y="12202"/>
                  </a:lnTo>
                  <a:lnTo>
                    <a:pt x="619" y="12048"/>
                  </a:lnTo>
                  <a:lnTo>
                    <a:pt x="542" y="11894"/>
                  </a:lnTo>
                  <a:lnTo>
                    <a:pt x="503" y="11739"/>
                  </a:lnTo>
                  <a:lnTo>
                    <a:pt x="503" y="11546"/>
                  </a:lnTo>
                  <a:lnTo>
                    <a:pt x="503" y="11392"/>
                  </a:lnTo>
                  <a:lnTo>
                    <a:pt x="542" y="11198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9" y="10619"/>
                  </a:lnTo>
                  <a:lnTo>
                    <a:pt x="1044" y="10542"/>
                  </a:lnTo>
                  <a:lnTo>
                    <a:pt x="1237" y="10465"/>
                  </a:lnTo>
                  <a:lnTo>
                    <a:pt x="1430" y="10388"/>
                  </a:lnTo>
                  <a:lnTo>
                    <a:pt x="1739" y="10349"/>
                  </a:lnTo>
                  <a:lnTo>
                    <a:pt x="2009" y="10349"/>
                  </a:lnTo>
                  <a:lnTo>
                    <a:pt x="2318" y="10388"/>
                  </a:lnTo>
                  <a:lnTo>
                    <a:pt x="2588" y="10426"/>
                  </a:lnTo>
                  <a:lnTo>
                    <a:pt x="2858" y="10542"/>
                  </a:lnTo>
                  <a:lnTo>
                    <a:pt x="3129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5" y="11662"/>
                  </a:lnTo>
                  <a:lnTo>
                    <a:pt x="5523" y="12396"/>
                  </a:lnTo>
                  <a:lnTo>
                    <a:pt x="5870" y="12704"/>
                  </a:lnTo>
                  <a:lnTo>
                    <a:pt x="6257" y="12975"/>
                  </a:lnTo>
                  <a:lnTo>
                    <a:pt x="6681" y="13206"/>
                  </a:lnTo>
                  <a:lnTo>
                    <a:pt x="7106" y="13438"/>
                  </a:lnTo>
                  <a:lnTo>
                    <a:pt x="7531" y="13593"/>
                  </a:lnTo>
                  <a:lnTo>
                    <a:pt x="7994" y="13747"/>
                  </a:lnTo>
                  <a:lnTo>
                    <a:pt x="8458" y="13786"/>
                  </a:lnTo>
                  <a:lnTo>
                    <a:pt x="8921" y="13786"/>
                  </a:lnTo>
                  <a:lnTo>
                    <a:pt x="9346" y="13708"/>
                  </a:lnTo>
                  <a:lnTo>
                    <a:pt x="9732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9" y="12782"/>
                  </a:lnTo>
                  <a:lnTo>
                    <a:pt x="10929" y="12473"/>
                  </a:lnTo>
                  <a:lnTo>
                    <a:pt x="11122" y="12125"/>
                  </a:lnTo>
                  <a:lnTo>
                    <a:pt x="11315" y="11739"/>
                  </a:lnTo>
                  <a:lnTo>
                    <a:pt x="11508" y="11237"/>
                  </a:lnTo>
                  <a:lnTo>
                    <a:pt x="11663" y="10696"/>
                  </a:lnTo>
                  <a:lnTo>
                    <a:pt x="11972" y="9615"/>
                  </a:lnTo>
                  <a:lnTo>
                    <a:pt x="12126" y="9113"/>
                  </a:lnTo>
                  <a:lnTo>
                    <a:pt x="12358" y="8611"/>
                  </a:lnTo>
                  <a:lnTo>
                    <a:pt x="12589" y="8109"/>
                  </a:lnTo>
                  <a:lnTo>
                    <a:pt x="12937" y="7646"/>
                  </a:lnTo>
                  <a:lnTo>
                    <a:pt x="13284" y="7298"/>
                  </a:lnTo>
                  <a:lnTo>
                    <a:pt x="13632" y="6989"/>
                  </a:lnTo>
                  <a:lnTo>
                    <a:pt x="14018" y="6719"/>
                  </a:lnTo>
                  <a:lnTo>
                    <a:pt x="14443" y="6449"/>
                  </a:lnTo>
                  <a:lnTo>
                    <a:pt x="14906" y="6256"/>
                  </a:lnTo>
                  <a:lnTo>
                    <a:pt x="15370" y="6101"/>
                  </a:lnTo>
                  <a:lnTo>
                    <a:pt x="15833" y="5985"/>
                  </a:lnTo>
                  <a:lnTo>
                    <a:pt x="16296" y="5947"/>
                  </a:lnTo>
                  <a:lnTo>
                    <a:pt x="16605" y="5908"/>
                  </a:lnTo>
                  <a:lnTo>
                    <a:pt x="16914" y="5908"/>
                  </a:lnTo>
                  <a:lnTo>
                    <a:pt x="17455" y="5985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3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1"/>
                  </a:lnTo>
                  <a:lnTo>
                    <a:pt x="21316" y="7646"/>
                  </a:lnTo>
                  <a:lnTo>
                    <a:pt x="21741" y="7723"/>
                  </a:lnTo>
                  <a:lnTo>
                    <a:pt x="22166" y="7762"/>
                  </a:lnTo>
                  <a:lnTo>
                    <a:pt x="22591" y="7723"/>
                  </a:lnTo>
                  <a:lnTo>
                    <a:pt x="22977" y="7646"/>
                  </a:lnTo>
                  <a:lnTo>
                    <a:pt x="23363" y="7530"/>
                  </a:lnTo>
                  <a:lnTo>
                    <a:pt x="23710" y="7298"/>
                  </a:lnTo>
                  <a:lnTo>
                    <a:pt x="24058" y="6989"/>
                  </a:lnTo>
                  <a:lnTo>
                    <a:pt x="24367" y="6642"/>
                  </a:lnTo>
                  <a:lnTo>
                    <a:pt x="24599" y="6294"/>
                  </a:lnTo>
                  <a:lnTo>
                    <a:pt x="24753" y="5908"/>
                  </a:lnTo>
                  <a:lnTo>
                    <a:pt x="24869" y="5483"/>
                  </a:lnTo>
                  <a:lnTo>
                    <a:pt x="24985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6" y="3746"/>
                  </a:lnTo>
                  <a:lnTo>
                    <a:pt x="24869" y="3282"/>
                  </a:lnTo>
                  <a:lnTo>
                    <a:pt x="24792" y="2858"/>
                  </a:lnTo>
                  <a:lnTo>
                    <a:pt x="24637" y="2394"/>
                  </a:lnTo>
                  <a:lnTo>
                    <a:pt x="24444" y="1970"/>
                  </a:lnTo>
                  <a:lnTo>
                    <a:pt x="24251" y="1583"/>
                  </a:lnTo>
                  <a:lnTo>
                    <a:pt x="24058" y="1197"/>
                  </a:lnTo>
                  <a:lnTo>
                    <a:pt x="23788" y="811"/>
                  </a:lnTo>
                  <a:lnTo>
                    <a:pt x="23942" y="386"/>
                  </a:lnTo>
                  <a:lnTo>
                    <a:pt x="23595" y="232"/>
                  </a:lnTo>
                  <a:lnTo>
                    <a:pt x="23208" y="116"/>
                  </a:lnTo>
                  <a:lnTo>
                    <a:pt x="23170" y="77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3"/>
            <p:cNvSpPr/>
            <p:nvPr/>
          </p:nvSpPr>
          <p:spPr>
            <a:xfrm>
              <a:off x="1687125" y="961000"/>
              <a:ext cx="152575" cy="276125"/>
            </a:xfrm>
            <a:custGeom>
              <a:avLst/>
              <a:gdLst/>
              <a:ahLst/>
              <a:cxnLst/>
              <a:rect l="l" t="t" r="r" b="b"/>
              <a:pathLst>
                <a:path w="6103" h="11045" extrusionOk="0">
                  <a:moveTo>
                    <a:pt x="3553" y="1"/>
                  </a:moveTo>
                  <a:lnTo>
                    <a:pt x="3438" y="464"/>
                  </a:lnTo>
                  <a:lnTo>
                    <a:pt x="3785" y="657"/>
                  </a:lnTo>
                  <a:lnTo>
                    <a:pt x="4094" y="889"/>
                  </a:lnTo>
                  <a:lnTo>
                    <a:pt x="4364" y="1159"/>
                  </a:lnTo>
                  <a:lnTo>
                    <a:pt x="4635" y="1468"/>
                  </a:lnTo>
                  <a:lnTo>
                    <a:pt x="4866" y="1777"/>
                  </a:lnTo>
                  <a:lnTo>
                    <a:pt x="5059" y="2086"/>
                  </a:lnTo>
                  <a:lnTo>
                    <a:pt x="5253" y="2472"/>
                  </a:lnTo>
                  <a:lnTo>
                    <a:pt x="5368" y="2820"/>
                  </a:lnTo>
                  <a:lnTo>
                    <a:pt x="5484" y="3206"/>
                  </a:lnTo>
                  <a:lnTo>
                    <a:pt x="5561" y="3592"/>
                  </a:lnTo>
                  <a:lnTo>
                    <a:pt x="5600" y="4017"/>
                  </a:lnTo>
                  <a:lnTo>
                    <a:pt x="5600" y="4403"/>
                  </a:lnTo>
                  <a:lnTo>
                    <a:pt x="5561" y="4828"/>
                  </a:lnTo>
                  <a:lnTo>
                    <a:pt x="5523" y="5214"/>
                  </a:lnTo>
                  <a:lnTo>
                    <a:pt x="5446" y="5639"/>
                  </a:lnTo>
                  <a:lnTo>
                    <a:pt x="5330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1" y="7299"/>
                  </a:lnTo>
                  <a:lnTo>
                    <a:pt x="4519" y="7685"/>
                  </a:lnTo>
                  <a:lnTo>
                    <a:pt x="4249" y="8033"/>
                  </a:lnTo>
                  <a:lnTo>
                    <a:pt x="3940" y="8419"/>
                  </a:lnTo>
                  <a:lnTo>
                    <a:pt x="3631" y="8728"/>
                  </a:lnTo>
                  <a:lnTo>
                    <a:pt x="3283" y="9037"/>
                  </a:lnTo>
                  <a:lnTo>
                    <a:pt x="2936" y="9346"/>
                  </a:lnTo>
                  <a:lnTo>
                    <a:pt x="2549" y="9616"/>
                  </a:lnTo>
                  <a:lnTo>
                    <a:pt x="2163" y="9848"/>
                  </a:lnTo>
                  <a:lnTo>
                    <a:pt x="1739" y="10041"/>
                  </a:lnTo>
                  <a:lnTo>
                    <a:pt x="1352" y="10234"/>
                  </a:lnTo>
                  <a:lnTo>
                    <a:pt x="889" y="10427"/>
                  </a:lnTo>
                  <a:lnTo>
                    <a:pt x="464" y="10543"/>
                  </a:lnTo>
                  <a:lnTo>
                    <a:pt x="1" y="10658"/>
                  </a:lnTo>
                  <a:lnTo>
                    <a:pt x="78" y="11045"/>
                  </a:lnTo>
                  <a:lnTo>
                    <a:pt x="619" y="10967"/>
                  </a:lnTo>
                  <a:lnTo>
                    <a:pt x="1121" y="1085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49" y="10234"/>
                  </a:lnTo>
                  <a:lnTo>
                    <a:pt x="2974" y="9963"/>
                  </a:lnTo>
                  <a:lnTo>
                    <a:pt x="3399" y="9654"/>
                  </a:lnTo>
                  <a:lnTo>
                    <a:pt x="3785" y="9307"/>
                  </a:lnTo>
                  <a:lnTo>
                    <a:pt x="4171" y="8921"/>
                  </a:lnTo>
                  <a:lnTo>
                    <a:pt x="4519" y="8535"/>
                  </a:lnTo>
                  <a:lnTo>
                    <a:pt x="4828" y="8148"/>
                  </a:lnTo>
                  <a:lnTo>
                    <a:pt x="5098" y="7685"/>
                  </a:lnTo>
                  <a:lnTo>
                    <a:pt x="5368" y="7260"/>
                  </a:lnTo>
                  <a:lnTo>
                    <a:pt x="5600" y="6797"/>
                  </a:lnTo>
                  <a:lnTo>
                    <a:pt x="5793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94"/>
                  </a:lnTo>
                  <a:lnTo>
                    <a:pt x="6063" y="3669"/>
                  </a:lnTo>
                  <a:lnTo>
                    <a:pt x="5986" y="3244"/>
                  </a:lnTo>
                  <a:lnTo>
                    <a:pt x="5870" y="2820"/>
                  </a:lnTo>
                  <a:lnTo>
                    <a:pt x="5755" y="2434"/>
                  </a:lnTo>
                  <a:lnTo>
                    <a:pt x="5561" y="2047"/>
                  </a:lnTo>
                  <a:lnTo>
                    <a:pt x="5368" y="1700"/>
                  </a:lnTo>
                  <a:lnTo>
                    <a:pt x="5137" y="1352"/>
                  </a:lnTo>
                  <a:lnTo>
                    <a:pt x="4905" y="1005"/>
                  </a:lnTo>
                  <a:lnTo>
                    <a:pt x="4596" y="734"/>
                  </a:lnTo>
                  <a:lnTo>
                    <a:pt x="4287" y="464"/>
                  </a:lnTo>
                  <a:lnTo>
                    <a:pt x="3940" y="232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3"/>
            <p:cNvSpPr/>
            <p:nvPr/>
          </p:nvSpPr>
          <p:spPr>
            <a:xfrm>
              <a:off x="4302325" y="96970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0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8"/>
                  </a:lnTo>
                  <a:lnTo>
                    <a:pt x="4364" y="1120"/>
                  </a:lnTo>
                  <a:lnTo>
                    <a:pt x="4634" y="1429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4" y="2433"/>
                  </a:lnTo>
                  <a:lnTo>
                    <a:pt x="5368" y="2819"/>
                  </a:lnTo>
                  <a:lnTo>
                    <a:pt x="5484" y="3205"/>
                  </a:lnTo>
                  <a:lnTo>
                    <a:pt x="5523" y="3591"/>
                  </a:lnTo>
                  <a:lnTo>
                    <a:pt x="5600" y="3978"/>
                  </a:lnTo>
                  <a:lnTo>
                    <a:pt x="5600" y="4402"/>
                  </a:lnTo>
                  <a:lnTo>
                    <a:pt x="5561" y="4789"/>
                  </a:lnTo>
                  <a:lnTo>
                    <a:pt x="5523" y="5213"/>
                  </a:lnTo>
                  <a:lnTo>
                    <a:pt x="5445" y="5599"/>
                  </a:lnTo>
                  <a:lnTo>
                    <a:pt x="5329" y="6024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6"/>
                  </a:lnTo>
                  <a:lnTo>
                    <a:pt x="4210" y="8032"/>
                  </a:lnTo>
                  <a:lnTo>
                    <a:pt x="3939" y="8380"/>
                  </a:lnTo>
                  <a:lnTo>
                    <a:pt x="3630" y="8727"/>
                  </a:lnTo>
                  <a:lnTo>
                    <a:pt x="3283" y="9036"/>
                  </a:lnTo>
                  <a:lnTo>
                    <a:pt x="2935" y="9306"/>
                  </a:lnTo>
                  <a:lnTo>
                    <a:pt x="2549" y="9577"/>
                  </a:lnTo>
                  <a:lnTo>
                    <a:pt x="2163" y="9808"/>
                  </a:lnTo>
                  <a:lnTo>
                    <a:pt x="1738" y="10040"/>
                  </a:lnTo>
                  <a:lnTo>
                    <a:pt x="1313" y="10233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1" y="10658"/>
                  </a:lnTo>
                  <a:lnTo>
                    <a:pt x="78" y="11044"/>
                  </a:lnTo>
                  <a:lnTo>
                    <a:pt x="618" y="10967"/>
                  </a:lnTo>
                  <a:lnTo>
                    <a:pt x="1120" y="1081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4"/>
                  </a:lnTo>
                  <a:lnTo>
                    <a:pt x="3399" y="9615"/>
                  </a:lnTo>
                  <a:lnTo>
                    <a:pt x="3785" y="9268"/>
                  </a:lnTo>
                  <a:lnTo>
                    <a:pt x="4171" y="8920"/>
                  </a:lnTo>
                  <a:lnTo>
                    <a:pt x="4480" y="8534"/>
                  </a:lnTo>
                  <a:lnTo>
                    <a:pt x="4827" y="8109"/>
                  </a:lnTo>
                  <a:lnTo>
                    <a:pt x="5098" y="7685"/>
                  </a:lnTo>
                  <a:lnTo>
                    <a:pt x="5368" y="7221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8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4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6" y="1313"/>
                  </a:lnTo>
                  <a:lnTo>
                    <a:pt x="4905" y="1004"/>
                  </a:lnTo>
                  <a:lnTo>
                    <a:pt x="4596" y="695"/>
                  </a:lnTo>
                  <a:lnTo>
                    <a:pt x="4287" y="425"/>
                  </a:lnTo>
                  <a:lnTo>
                    <a:pt x="3939" y="193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3"/>
            <p:cNvSpPr/>
            <p:nvPr/>
          </p:nvSpPr>
          <p:spPr>
            <a:xfrm>
              <a:off x="5445325" y="98900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7" y="1005"/>
                  </a:lnTo>
                  <a:lnTo>
                    <a:pt x="7028" y="1314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9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8"/>
                  </a:lnTo>
                  <a:lnTo>
                    <a:pt x="8573" y="3708"/>
                  </a:lnTo>
                  <a:lnTo>
                    <a:pt x="7724" y="3823"/>
                  </a:lnTo>
                  <a:lnTo>
                    <a:pt x="6874" y="3901"/>
                  </a:lnTo>
                  <a:lnTo>
                    <a:pt x="6411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5"/>
                  </a:lnTo>
                  <a:lnTo>
                    <a:pt x="2588" y="3708"/>
                  </a:lnTo>
                  <a:lnTo>
                    <a:pt x="2511" y="3862"/>
                  </a:lnTo>
                  <a:lnTo>
                    <a:pt x="2433" y="4017"/>
                  </a:lnTo>
                  <a:lnTo>
                    <a:pt x="2317" y="4132"/>
                  </a:lnTo>
                  <a:lnTo>
                    <a:pt x="2124" y="4210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7" y="4017"/>
                  </a:lnTo>
                  <a:lnTo>
                    <a:pt x="503" y="3515"/>
                  </a:lnTo>
                  <a:lnTo>
                    <a:pt x="657" y="3013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7" y="1738"/>
                  </a:lnTo>
                  <a:lnTo>
                    <a:pt x="1893" y="1429"/>
                  </a:lnTo>
                  <a:lnTo>
                    <a:pt x="2317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8" y="5638"/>
                  </a:lnTo>
                  <a:lnTo>
                    <a:pt x="11624" y="5986"/>
                  </a:lnTo>
                  <a:lnTo>
                    <a:pt x="11431" y="6140"/>
                  </a:lnTo>
                  <a:lnTo>
                    <a:pt x="11353" y="6218"/>
                  </a:lnTo>
                  <a:lnTo>
                    <a:pt x="11238" y="6256"/>
                  </a:lnTo>
                  <a:lnTo>
                    <a:pt x="11083" y="6295"/>
                  </a:lnTo>
                  <a:lnTo>
                    <a:pt x="10929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20" y="5523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1"/>
                  </a:moveTo>
                  <a:lnTo>
                    <a:pt x="3939" y="39"/>
                  </a:lnTo>
                  <a:lnTo>
                    <a:pt x="3515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2"/>
                  </a:lnTo>
                  <a:lnTo>
                    <a:pt x="1507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8" y="2009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69"/>
                  </a:lnTo>
                  <a:lnTo>
                    <a:pt x="1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9"/>
                  </a:lnTo>
                  <a:lnTo>
                    <a:pt x="1313" y="4596"/>
                  </a:lnTo>
                  <a:lnTo>
                    <a:pt x="1700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1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3" y="3630"/>
                  </a:lnTo>
                  <a:lnTo>
                    <a:pt x="3013" y="2974"/>
                  </a:lnTo>
                  <a:lnTo>
                    <a:pt x="3128" y="773"/>
                  </a:lnTo>
                  <a:lnTo>
                    <a:pt x="3515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1" y="1661"/>
                  </a:lnTo>
                  <a:lnTo>
                    <a:pt x="5059" y="2704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4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6" y="4287"/>
                  </a:lnTo>
                  <a:lnTo>
                    <a:pt x="5870" y="4325"/>
                  </a:lnTo>
                  <a:lnTo>
                    <a:pt x="6218" y="4325"/>
                  </a:lnTo>
                  <a:lnTo>
                    <a:pt x="6565" y="4287"/>
                  </a:lnTo>
                  <a:lnTo>
                    <a:pt x="7608" y="4210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1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2" y="5252"/>
                  </a:lnTo>
                  <a:lnTo>
                    <a:pt x="10427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4" y="5754"/>
                  </a:lnTo>
                  <a:lnTo>
                    <a:pt x="10234" y="5909"/>
                  </a:lnTo>
                  <a:lnTo>
                    <a:pt x="10234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9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7"/>
                  </a:lnTo>
                  <a:lnTo>
                    <a:pt x="11740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3"/>
                  </a:lnTo>
                  <a:lnTo>
                    <a:pt x="12396" y="7222"/>
                  </a:lnTo>
                  <a:lnTo>
                    <a:pt x="12473" y="7569"/>
                  </a:lnTo>
                  <a:lnTo>
                    <a:pt x="12550" y="7917"/>
                  </a:lnTo>
                  <a:lnTo>
                    <a:pt x="12550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5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6" y="9654"/>
                  </a:lnTo>
                  <a:lnTo>
                    <a:pt x="12821" y="9616"/>
                  </a:lnTo>
                  <a:lnTo>
                    <a:pt x="12937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30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724"/>
                  </a:lnTo>
                  <a:lnTo>
                    <a:pt x="12937" y="7183"/>
                  </a:lnTo>
                  <a:lnTo>
                    <a:pt x="12743" y="6681"/>
                  </a:lnTo>
                  <a:lnTo>
                    <a:pt x="12435" y="6218"/>
                  </a:lnTo>
                  <a:lnTo>
                    <a:pt x="12126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30" y="3515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4" y="1931"/>
                  </a:lnTo>
                  <a:lnTo>
                    <a:pt x="8226" y="1584"/>
                  </a:lnTo>
                  <a:lnTo>
                    <a:pt x="7839" y="1275"/>
                  </a:lnTo>
                  <a:lnTo>
                    <a:pt x="7453" y="1005"/>
                  </a:lnTo>
                  <a:lnTo>
                    <a:pt x="7067" y="734"/>
                  </a:lnTo>
                  <a:lnTo>
                    <a:pt x="6642" y="503"/>
                  </a:lnTo>
                  <a:lnTo>
                    <a:pt x="6179" y="348"/>
                  </a:lnTo>
                  <a:lnTo>
                    <a:pt x="5716" y="194"/>
                  </a:lnTo>
                  <a:lnTo>
                    <a:pt x="5291" y="78"/>
                  </a:lnTo>
                  <a:lnTo>
                    <a:pt x="4827" y="39"/>
                  </a:lnTo>
                  <a:lnTo>
                    <a:pt x="44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3"/>
            <p:cNvSpPr/>
            <p:nvPr/>
          </p:nvSpPr>
          <p:spPr>
            <a:xfrm>
              <a:off x="4674950" y="1001550"/>
              <a:ext cx="375575" cy="387150"/>
            </a:xfrm>
            <a:custGeom>
              <a:avLst/>
              <a:gdLst/>
              <a:ahLst/>
              <a:cxnLst/>
              <a:rect l="l" t="t" r="r" b="b"/>
              <a:pathLst>
                <a:path w="15023" h="15486" extrusionOk="0">
                  <a:moveTo>
                    <a:pt x="7492" y="503"/>
                  </a:moveTo>
                  <a:lnTo>
                    <a:pt x="8033" y="541"/>
                  </a:lnTo>
                  <a:lnTo>
                    <a:pt x="8612" y="580"/>
                  </a:lnTo>
                  <a:lnTo>
                    <a:pt x="9153" y="696"/>
                  </a:lnTo>
                  <a:lnTo>
                    <a:pt x="9693" y="850"/>
                  </a:lnTo>
                  <a:lnTo>
                    <a:pt x="10195" y="1043"/>
                  </a:lnTo>
                  <a:lnTo>
                    <a:pt x="10697" y="1275"/>
                  </a:lnTo>
                  <a:lnTo>
                    <a:pt x="11161" y="1545"/>
                  </a:lnTo>
                  <a:lnTo>
                    <a:pt x="11624" y="1815"/>
                  </a:lnTo>
                  <a:lnTo>
                    <a:pt x="10813" y="2202"/>
                  </a:lnTo>
                  <a:lnTo>
                    <a:pt x="10079" y="2626"/>
                  </a:lnTo>
                  <a:lnTo>
                    <a:pt x="9307" y="3090"/>
                  </a:lnTo>
                  <a:lnTo>
                    <a:pt x="8612" y="3630"/>
                  </a:lnTo>
                  <a:lnTo>
                    <a:pt x="7956" y="4171"/>
                  </a:lnTo>
                  <a:lnTo>
                    <a:pt x="7299" y="4789"/>
                  </a:lnTo>
                  <a:lnTo>
                    <a:pt x="6720" y="5445"/>
                  </a:lnTo>
                  <a:lnTo>
                    <a:pt x="6141" y="6140"/>
                  </a:lnTo>
                  <a:lnTo>
                    <a:pt x="5639" y="6874"/>
                  </a:lnTo>
                  <a:lnTo>
                    <a:pt x="5214" y="7646"/>
                  </a:lnTo>
                  <a:lnTo>
                    <a:pt x="4789" y="8419"/>
                  </a:lnTo>
                  <a:lnTo>
                    <a:pt x="4480" y="9230"/>
                  </a:lnTo>
                  <a:lnTo>
                    <a:pt x="4171" y="10040"/>
                  </a:lnTo>
                  <a:lnTo>
                    <a:pt x="3978" y="10890"/>
                  </a:lnTo>
                  <a:lnTo>
                    <a:pt x="3824" y="11778"/>
                  </a:lnTo>
                  <a:lnTo>
                    <a:pt x="3747" y="12666"/>
                  </a:lnTo>
                  <a:lnTo>
                    <a:pt x="3592" y="12666"/>
                  </a:lnTo>
                  <a:lnTo>
                    <a:pt x="3283" y="11855"/>
                  </a:lnTo>
                  <a:lnTo>
                    <a:pt x="3052" y="11044"/>
                  </a:lnTo>
                  <a:lnTo>
                    <a:pt x="2858" y="10195"/>
                  </a:lnTo>
                  <a:lnTo>
                    <a:pt x="2704" y="9345"/>
                  </a:lnTo>
                  <a:lnTo>
                    <a:pt x="2588" y="8534"/>
                  </a:lnTo>
                  <a:lnTo>
                    <a:pt x="2550" y="7685"/>
                  </a:lnTo>
                  <a:lnTo>
                    <a:pt x="2588" y="6797"/>
                  </a:lnTo>
                  <a:lnTo>
                    <a:pt x="2704" y="5947"/>
                  </a:lnTo>
                  <a:lnTo>
                    <a:pt x="2858" y="5214"/>
                  </a:lnTo>
                  <a:lnTo>
                    <a:pt x="3052" y="4519"/>
                  </a:lnTo>
                  <a:lnTo>
                    <a:pt x="3322" y="3823"/>
                  </a:lnTo>
                  <a:lnTo>
                    <a:pt x="3669" y="3206"/>
                  </a:lnTo>
                  <a:lnTo>
                    <a:pt x="4017" y="2588"/>
                  </a:lnTo>
                  <a:lnTo>
                    <a:pt x="4442" y="1970"/>
                  </a:lnTo>
                  <a:lnTo>
                    <a:pt x="4905" y="1429"/>
                  </a:lnTo>
                  <a:lnTo>
                    <a:pt x="5407" y="889"/>
                  </a:lnTo>
                  <a:lnTo>
                    <a:pt x="5909" y="734"/>
                  </a:lnTo>
                  <a:lnTo>
                    <a:pt x="6411" y="618"/>
                  </a:lnTo>
                  <a:lnTo>
                    <a:pt x="6952" y="541"/>
                  </a:lnTo>
                  <a:lnTo>
                    <a:pt x="7492" y="503"/>
                  </a:lnTo>
                  <a:close/>
                  <a:moveTo>
                    <a:pt x="11972" y="2086"/>
                  </a:moveTo>
                  <a:lnTo>
                    <a:pt x="12358" y="2433"/>
                  </a:lnTo>
                  <a:lnTo>
                    <a:pt x="12705" y="2819"/>
                  </a:lnTo>
                  <a:lnTo>
                    <a:pt x="13053" y="3206"/>
                  </a:lnTo>
                  <a:lnTo>
                    <a:pt x="13323" y="3669"/>
                  </a:lnTo>
                  <a:lnTo>
                    <a:pt x="13593" y="4094"/>
                  </a:lnTo>
                  <a:lnTo>
                    <a:pt x="13864" y="4596"/>
                  </a:lnTo>
                  <a:lnTo>
                    <a:pt x="14057" y="5098"/>
                  </a:lnTo>
                  <a:lnTo>
                    <a:pt x="14211" y="5600"/>
                  </a:lnTo>
                  <a:lnTo>
                    <a:pt x="14327" y="6102"/>
                  </a:lnTo>
                  <a:lnTo>
                    <a:pt x="14443" y="6642"/>
                  </a:lnTo>
                  <a:lnTo>
                    <a:pt x="13671" y="6681"/>
                  </a:lnTo>
                  <a:lnTo>
                    <a:pt x="12898" y="6797"/>
                  </a:lnTo>
                  <a:lnTo>
                    <a:pt x="12165" y="6951"/>
                  </a:lnTo>
                  <a:lnTo>
                    <a:pt x="11392" y="7144"/>
                  </a:lnTo>
                  <a:lnTo>
                    <a:pt x="10659" y="7415"/>
                  </a:lnTo>
                  <a:lnTo>
                    <a:pt x="9964" y="7724"/>
                  </a:lnTo>
                  <a:lnTo>
                    <a:pt x="9230" y="8032"/>
                  </a:lnTo>
                  <a:lnTo>
                    <a:pt x="8535" y="8419"/>
                  </a:lnTo>
                  <a:lnTo>
                    <a:pt x="7878" y="8843"/>
                  </a:lnTo>
                  <a:lnTo>
                    <a:pt x="7261" y="9307"/>
                  </a:lnTo>
                  <a:lnTo>
                    <a:pt x="6643" y="9809"/>
                  </a:lnTo>
                  <a:lnTo>
                    <a:pt x="6102" y="10349"/>
                  </a:lnTo>
                  <a:lnTo>
                    <a:pt x="5561" y="10890"/>
                  </a:lnTo>
                  <a:lnTo>
                    <a:pt x="5098" y="11508"/>
                  </a:lnTo>
                  <a:lnTo>
                    <a:pt x="4635" y="12126"/>
                  </a:lnTo>
                  <a:lnTo>
                    <a:pt x="4249" y="12821"/>
                  </a:lnTo>
                  <a:lnTo>
                    <a:pt x="4133" y="12743"/>
                  </a:lnTo>
                  <a:lnTo>
                    <a:pt x="3978" y="12666"/>
                  </a:lnTo>
                  <a:lnTo>
                    <a:pt x="4094" y="11817"/>
                  </a:lnTo>
                  <a:lnTo>
                    <a:pt x="4326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4" y="8496"/>
                  </a:lnTo>
                  <a:lnTo>
                    <a:pt x="5600" y="7724"/>
                  </a:lnTo>
                  <a:lnTo>
                    <a:pt x="6025" y="6990"/>
                  </a:lnTo>
                  <a:lnTo>
                    <a:pt x="6527" y="6295"/>
                  </a:lnTo>
                  <a:lnTo>
                    <a:pt x="7067" y="5600"/>
                  </a:lnTo>
                  <a:lnTo>
                    <a:pt x="7608" y="4982"/>
                  </a:lnTo>
                  <a:lnTo>
                    <a:pt x="8226" y="4403"/>
                  </a:lnTo>
                  <a:lnTo>
                    <a:pt x="8921" y="3823"/>
                  </a:lnTo>
                  <a:lnTo>
                    <a:pt x="9616" y="3321"/>
                  </a:lnTo>
                  <a:lnTo>
                    <a:pt x="10350" y="2858"/>
                  </a:lnTo>
                  <a:lnTo>
                    <a:pt x="11122" y="2472"/>
                  </a:lnTo>
                  <a:lnTo>
                    <a:pt x="11972" y="2086"/>
                  </a:lnTo>
                  <a:close/>
                  <a:moveTo>
                    <a:pt x="14482" y="6990"/>
                  </a:moveTo>
                  <a:lnTo>
                    <a:pt x="14482" y="7839"/>
                  </a:lnTo>
                  <a:lnTo>
                    <a:pt x="14443" y="8689"/>
                  </a:lnTo>
                  <a:lnTo>
                    <a:pt x="14288" y="9538"/>
                  </a:lnTo>
                  <a:lnTo>
                    <a:pt x="14173" y="9963"/>
                  </a:lnTo>
                  <a:lnTo>
                    <a:pt x="14057" y="10349"/>
                  </a:lnTo>
                  <a:lnTo>
                    <a:pt x="13902" y="10774"/>
                  </a:lnTo>
                  <a:lnTo>
                    <a:pt x="13709" y="11160"/>
                  </a:lnTo>
                  <a:lnTo>
                    <a:pt x="13516" y="11546"/>
                  </a:lnTo>
                  <a:lnTo>
                    <a:pt x="13284" y="11894"/>
                  </a:lnTo>
                  <a:lnTo>
                    <a:pt x="13053" y="12241"/>
                  </a:lnTo>
                  <a:lnTo>
                    <a:pt x="12782" y="12589"/>
                  </a:lnTo>
                  <a:lnTo>
                    <a:pt x="12512" y="12898"/>
                  </a:lnTo>
                  <a:lnTo>
                    <a:pt x="12203" y="13207"/>
                  </a:lnTo>
                  <a:lnTo>
                    <a:pt x="11972" y="13052"/>
                  </a:lnTo>
                  <a:lnTo>
                    <a:pt x="11701" y="12937"/>
                  </a:lnTo>
                  <a:lnTo>
                    <a:pt x="11122" y="12782"/>
                  </a:lnTo>
                  <a:lnTo>
                    <a:pt x="10543" y="12628"/>
                  </a:lnTo>
                  <a:lnTo>
                    <a:pt x="10002" y="12550"/>
                  </a:lnTo>
                  <a:lnTo>
                    <a:pt x="9423" y="12512"/>
                  </a:lnTo>
                  <a:lnTo>
                    <a:pt x="8844" y="12473"/>
                  </a:lnTo>
                  <a:lnTo>
                    <a:pt x="8303" y="12473"/>
                  </a:lnTo>
                  <a:lnTo>
                    <a:pt x="7763" y="12512"/>
                  </a:lnTo>
                  <a:lnTo>
                    <a:pt x="7222" y="12589"/>
                  </a:lnTo>
                  <a:lnTo>
                    <a:pt x="6720" y="12666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61"/>
                  </a:lnTo>
                  <a:lnTo>
                    <a:pt x="4557" y="13130"/>
                  </a:lnTo>
                  <a:lnTo>
                    <a:pt x="4442" y="12937"/>
                  </a:lnTo>
                  <a:lnTo>
                    <a:pt x="4905" y="12319"/>
                  </a:lnTo>
                  <a:lnTo>
                    <a:pt x="5368" y="11739"/>
                  </a:lnTo>
                  <a:lnTo>
                    <a:pt x="5870" y="11160"/>
                  </a:lnTo>
                  <a:lnTo>
                    <a:pt x="6411" y="10620"/>
                  </a:lnTo>
                  <a:lnTo>
                    <a:pt x="6990" y="10118"/>
                  </a:lnTo>
                  <a:lnTo>
                    <a:pt x="7569" y="9654"/>
                  </a:lnTo>
                  <a:lnTo>
                    <a:pt x="8149" y="9230"/>
                  </a:lnTo>
                  <a:lnTo>
                    <a:pt x="8767" y="8805"/>
                  </a:lnTo>
                  <a:lnTo>
                    <a:pt x="9423" y="8457"/>
                  </a:lnTo>
                  <a:lnTo>
                    <a:pt x="10079" y="8110"/>
                  </a:lnTo>
                  <a:lnTo>
                    <a:pt x="10736" y="7839"/>
                  </a:lnTo>
                  <a:lnTo>
                    <a:pt x="11470" y="7569"/>
                  </a:lnTo>
                  <a:lnTo>
                    <a:pt x="12165" y="7376"/>
                  </a:lnTo>
                  <a:lnTo>
                    <a:pt x="12937" y="7183"/>
                  </a:lnTo>
                  <a:lnTo>
                    <a:pt x="13671" y="7067"/>
                  </a:lnTo>
                  <a:lnTo>
                    <a:pt x="14482" y="6990"/>
                  </a:lnTo>
                  <a:close/>
                  <a:moveTo>
                    <a:pt x="4519" y="1236"/>
                  </a:moveTo>
                  <a:lnTo>
                    <a:pt x="4055" y="1854"/>
                  </a:lnTo>
                  <a:lnTo>
                    <a:pt x="3631" y="2472"/>
                  </a:lnTo>
                  <a:lnTo>
                    <a:pt x="3245" y="3128"/>
                  </a:lnTo>
                  <a:lnTo>
                    <a:pt x="2936" y="3823"/>
                  </a:lnTo>
                  <a:lnTo>
                    <a:pt x="2665" y="4519"/>
                  </a:lnTo>
                  <a:lnTo>
                    <a:pt x="2472" y="5291"/>
                  </a:lnTo>
                  <a:lnTo>
                    <a:pt x="2318" y="6025"/>
                  </a:lnTo>
                  <a:lnTo>
                    <a:pt x="2241" y="6797"/>
                  </a:lnTo>
                  <a:lnTo>
                    <a:pt x="2202" y="7569"/>
                  </a:lnTo>
                  <a:lnTo>
                    <a:pt x="2202" y="8341"/>
                  </a:lnTo>
                  <a:lnTo>
                    <a:pt x="2279" y="9114"/>
                  </a:lnTo>
                  <a:lnTo>
                    <a:pt x="2395" y="9886"/>
                  </a:lnTo>
                  <a:lnTo>
                    <a:pt x="2550" y="10620"/>
                  </a:lnTo>
                  <a:lnTo>
                    <a:pt x="2781" y="11353"/>
                  </a:lnTo>
                  <a:lnTo>
                    <a:pt x="3013" y="12087"/>
                  </a:lnTo>
                  <a:lnTo>
                    <a:pt x="3322" y="12743"/>
                  </a:lnTo>
                  <a:lnTo>
                    <a:pt x="3129" y="12898"/>
                  </a:lnTo>
                  <a:lnTo>
                    <a:pt x="2936" y="13052"/>
                  </a:lnTo>
                  <a:lnTo>
                    <a:pt x="2820" y="13245"/>
                  </a:lnTo>
                  <a:lnTo>
                    <a:pt x="2743" y="13439"/>
                  </a:lnTo>
                  <a:lnTo>
                    <a:pt x="2395" y="13014"/>
                  </a:lnTo>
                  <a:lnTo>
                    <a:pt x="2086" y="12550"/>
                  </a:lnTo>
                  <a:lnTo>
                    <a:pt x="1777" y="12087"/>
                  </a:lnTo>
                  <a:lnTo>
                    <a:pt x="1507" y="11624"/>
                  </a:lnTo>
                  <a:lnTo>
                    <a:pt x="1275" y="11122"/>
                  </a:lnTo>
                  <a:lnTo>
                    <a:pt x="1082" y="10620"/>
                  </a:lnTo>
                  <a:lnTo>
                    <a:pt x="889" y="10118"/>
                  </a:lnTo>
                  <a:lnTo>
                    <a:pt x="735" y="9616"/>
                  </a:lnTo>
                  <a:lnTo>
                    <a:pt x="619" y="9114"/>
                  </a:lnTo>
                  <a:lnTo>
                    <a:pt x="542" y="8573"/>
                  </a:lnTo>
                  <a:lnTo>
                    <a:pt x="503" y="8032"/>
                  </a:lnTo>
                  <a:lnTo>
                    <a:pt x="503" y="7492"/>
                  </a:lnTo>
                  <a:lnTo>
                    <a:pt x="542" y="6951"/>
                  </a:lnTo>
                  <a:lnTo>
                    <a:pt x="619" y="6411"/>
                  </a:lnTo>
                  <a:lnTo>
                    <a:pt x="773" y="5870"/>
                  </a:lnTo>
                  <a:lnTo>
                    <a:pt x="928" y="5329"/>
                  </a:lnTo>
                  <a:lnTo>
                    <a:pt x="1198" y="4673"/>
                  </a:lnTo>
                  <a:lnTo>
                    <a:pt x="1546" y="4055"/>
                  </a:lnTo>
                  <a:lnTo>
                    <a:pt x="1932" y="3476"/>
                  </a:lnTo>
                  <a:lnTo>
                    <a:pt x="2356" y="2935"/>
                  </a:lnTo>
                  <a:lnTo>
                    <a:pt x="2858" y="2433"/>
                  </a:lnTo>
                  <a:lnTo>
                    <a:pt x="3360" y="2009"/>
                  </a:lnTo>
                  <a:lnTo>
                    <a:pt x="3940" y="1584"/>
                  </a:lnTo>
                  <a:lnTo>
                    <a:pt x="4519" y="1236"/>
                  </a:lnTo>
                  <a:close/>
                  <a:moveTo>
                    <a:pt x="3862" y="12975"/>
                  </a:moveTo>
                  <a:lnTo>
                    <a:pt x="4017" y="13052"/>
                  </a:lnTo>
                  <a:lnTo>
                    <a:pt x="4171" y="13168"/>
                  </a:lnTo>
                  <a:lnTo>
                    <a:pt x="4287" y="13284"/>
                  </a:lnTo>
                  <a:lnTo>
                    <a:pt x="4326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326" y="13941"/>
                  </a:lnTo>
                  <a:lnTo>
                    <a:pt x="4210" y="14095"/>
                  </a:lnTo>
                  <a:lnTo>
                    <a:pt x="3785" y="13825"/>
                  </a:lnTo>
                  <a:lnTo>
                    <a:pt x="3360" y="13477"/>
                  </a:lnTo>
                  <a:lnTo>
                    <a:pt x="3245" y="13439"/>
                  </a:lnTo>
                  <a:lnTo>
                    <a:pt x="3167" y="13439"/>
                  </a:lnTo>
                  <a:lnTo>
                    <a:pt x="3052" y="13477"/>
                  </a:lnTo>
                  <a:lnTo>
                    <a:pt x="2974" y="13516"/>
                  </a:lnTo>
                  <a:lnTo>
                    <a:pt x="3052" y="13361"/>
                  </a:lnTo>
                  <a:lnTo>
                    <a:pt x="3167" y="13207"/>
                  </a:lnTo>
                  <a:lnTo>
                    <a:pt x="3322" y="13130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9153" y="12859"/>
                  </a:moveTo>
                  <a:lnTo>
                    <a:pt x="9616" y="12898"/>
                  </a:lnTo>
                  <a:lnTo>
                    <a:pt x="10118" y="12975"/>
                  </a:lnTo>
                  <a:lnTo>
                    <a:pt x="10504" y="13014"/>
                  </a:lnTo>
                  <a:lnTo>
                    <a:pt x="11006" y="13130"/>
                  </a:lnTo>
                  <a:lnTo>
                    <a:pt x="11508" y="13245"/>
                  </a:lnTo>
                  <a:lnTo>
                    <a:pt x="11701" y="13361"/>
                  </a:lnTo>
                  <a:lnTo>
                    <a:pt x="11894" y="13477"/>
                  </a:lnTo>
                  <a:lnTo>
                    <a:pt x="11508" y="13786"/>
                  </a:lnTo>
                  <a:lnTo>
                    <a:pt x="11083" y="14018"/>
                  </a:lnTo>
                  <a:lnTo>
                    <a:pt x="10659" y="14249"/>
                  </a:lnTo>
                  <a:lnTo>
                    <a:pt x="10234" y="14443"/>
                  </a:lnTo>
                  <a:lnTo>
                    <a:pt x="9770" y="14636"/>
                  </a:lnTo>
                  <a:lnTo>
                    <a:pt x="9307" y="14751"/>
                  </a:lnTo>
                  <a:lnTo>
                    <a:pt x="8844" y="14867"/>
                  </a:lnTo>
                  <a:lnTo>
                    <a:pt x="8342" y="14945"/>
                  </a:lnTo>
                  <a:lnTo>
                    <a:pt x="7878" y="14983"/>
                  </a:lnTo>
                  <a:lnTo>
                    <a:pt x="7376" y="14983"/>
                  </a:lnTo>
                  <a:lnTo>
                    <a:pt x="6913" y="14945"/>
                  </a:lnTo>
                  <a:lnTo>
                    <a:pt x="6411" y="14867"/>
                  </a:lnTo>
                  <a:lnTo>
                    <a:pt x="5948" y="14790"/>
                  </a:lnTo>
                  <a:lnTo>
                    <a:pt x="5484" y="14636"/>
                  </a:lnTo>
                  <a:lnTo>
                    <a:pt x="5021" y="14481"/>
                  </a:lnTo>
                  <a:lnTo>
                    <a:pt x="4596" y="14288"/>
                  </a:lnTo>
                  <a:lnTo>
                    <a:pt x="4712" y="14018"/>
                  </a:lnTo>
                  <a:lnTo>
                    <a:pt x="4751" y="13747"/>
                  </a:lnTo>
                  <a:lnTo>
                    <a:pt x="4712" y="13593"/>
                  </a:lnTo>
                  <a:lnTo>
                    <a:pt x="5561" y="13323"/>
                  </a:lnTo>
                  <a:lnTo>
                    <a:pt x="6411" y="13091"/>
                  </a:lnTo>
                  <a:lnTo>
                    <a:pt x="7299" y="12937"/>
                  </a:lnTo>
                  <a:lnTo>
                    <a:pt x="8187" y="12859"/>
                  </a:lnTo>
                  <a:close/>
                  <a:moveTo>
                    <a:pt x="7608" y="1"/>
                  </a:moveTo>
                  <a:lnTo>
                    <a:pt x="6990" y="39"/>
                  </a:lnTo>
                  <a:lnTo>
                    <a:pt x="6450" y="116"/>
                  </a:lnTo>
                  <a:lnTo>
                    <a:pt x="5870" y="232"/>
                  </a:lnTo>
                  <a:lnTo>
                    <a:pt x="5330" y="387"/>
                  </a:lnTo>
                  <a:lnTo>
                    <a:pt x="4789" y="580"/>
                  </a:lnTo>
                  <a:lnTo>
                    <a:pt x="4249" y="812"/>
                  </a:lnTo>
                  <a:lnTo>
                    <a:pt x="3785" y="1120"/>
                  </a:lnTo>
                  <a:lnTo>
                    <a:pt x="3283" y="1429"/>
                  </a:lnTo>
                  <a:lnTo>
                    <a:pt x="2820" y="1777"/>
                  </a:lnTo>
                  <a:lnTo>
                    <a:pt x="2395" y="2163"/>
                  </a:lnTo>
                  <a:lnTo>
                    <a:pt x="2009" y="2588"/>
                  </a:lnTo>
                  <a:lnTo>
                    <a:pt x="1623" y="3013"/>
                  </a:lnTo>
                  <a:lnTo>
                    <a:pt x="1275" y="3515"/>
                  </a:lnTo>
                  <a:lnTo>
                    <a:pt x="966" y="4017"/>
                  </a:lnTo>
                  <a:lnTo>
                    <a:pt x="696" y="4596"/>
                  </a:lnTo>
                  <a:lnTo>
                    <a:pt x="426" y="5252"/>
                  </a:lnTo>
                  <a:lnTo>
                    <a:pt x="233" y="5909"/>
                  </a:lnTo>
                  <a:lnTo>
                    <a:pt x="117" y="6565"/>
                  </a:lnTo>
                  <a:lnTo>
                    <a:pt x="40" y="7222"/>
                  </a:lnTo>
                  <a:lnTo>
                    <a:pt x="1" y="7917"/>
                  </a:lnTo>
                  <a:lnTo>
                    <a:pt x="40" y="8612"/>
                  </a:lnTo>
                  <a:lnTo>
                    <a:pt x="117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6" y="11238"/>
                  </a:lnTo>
                  <a:lnTo>
                    <a:pt x="1005" y="11817"/>
                  </a:lnTo>
                  <a:lnTo>
                    <a:pt x="1352" y="12396"/>
                  </a:lnTo>
                  <a:lnTo>
                    <a:pt x="1739" y="12937"/>
                  </a:lnTo>
                  <a:lnTo>
                    <a:pt x="2202" y="13439"/>
                  </a:lnTo>
                  <a:lnTo>
                    <a:pt x="2704" y="13902"/>
                  </a:lnTo>
                  <a:lnTo>
                    <a:pt x="2781" y="13941"/>
                  </a:lnTo>
                  <a:lnTo>
                    <a:pt x="2820" y="13941"/>
                  </a:lnTo>
                  <a:lnTo>
                    <a:pt x="2936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5" y="14520"/>
                  </a:lnTo>
                  <a:lnTo>
                    <a:pt x="4133" y="14597"/>
                  </a:lnTo>
                  <a:lnTo>
                    <a:pt x="4557" y="14829"/>
                  </a:lnTo>
                  <a:lnTo>
                    <a:pt x="4982" y="14983"/>
                  </a:lnTo>
                  <a:lnTo>
                    <a:pt x="5407" y="15138"/>
                  </a:lnTo>
                  <a:lnTo>
                    <a:pt x="5870" y="15292"/>
                  </a:lnTo>
                  <a:lnTo>
                    <a:pt x="6334" y="15369"/>
                  </a:lnTo>
                  <a:lnTo>
                    <a:pt x="6797" y="15447"/>
                  </a:lnTo>
                  <a:lnTo>
                    <a:pt x="7299" y="15485"/>
                  </a:lnTo>
                  <a:lnTo>
                    <a:pt x="7763" y="15485"/>
                  </a:lnTo>
                  <a:lnTo>
                    <a:pt x="8226" y="15447"/>
                  </a:lnTo>
                  <a:lnTo>
                    <a:pt x="8689" y="15408"/>
                  </a:lnTo>
                  <a:lnTo>
                    <a:pt x="9153" y="15331"/>
                  </a:lnTo>
                  <a:lnTo>
                    <a:pt x="9616" y="15215"/>
                  </a:lnTo>
                  <a:lnTo>
                    <a:pt x="10079" y="15060"/>
                  </a:lnTo>
                  <a:lnTo>
                    <a:pt x="10543" y="14867"/>
                  </a:lnTo>
                  <a:lnTo>
                    <a:pt x="10968" y="14674"/>
                  </a:lnTo>
                  <a:lnTo>
                    <a:pt x="11392" y="14443"/>
                  </a:lnTo>
                  <a:lnTo>
                    <a:pt x="11856" y="14134"/>
                  </a:lnTo>
                  <a:lnTo>
                    <a:pt x="12319" y="13786"/>
                  </a:lnTo>
                  <a:lnTo>
                    <a:pt x="12744" y="13400"/>
                  </a:lnTo>
                  <a:lnTo>
                    <a:pt x="13130" y="12975"/>
                  </a:lnTo>
                  <a:lnTo>
                    <a:pt x="13478" y="12550"/>
                  </a:lnTo>
                  <a:lnTo>
                    <a:pt x="13786" y="12048"/>
                  </a:lnTo>
                  <a:lnTo>
                    <a:pt x="14057" y="11585"/>
                  </a:lnTo>
                  <a:lnTo>
                    <a:pt x="14288" y="11044"/>
                  </a:lnTo>
                  <a:lnTo>
                    <a:pt x="14520" y="10542"/>
                  </a:lnTo>
                  <a:lnTo>
                    <a:pt x="14675" y="10002"/>
                  </a:lnTo>
                  <a:lnTo>
                    <a:pt x="14829" y="9423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5022" y="7724"/>
                  </a:lnTo>
                  <a:lnTo>
                    <a:pt x="14983" y="7144"/>
                  </a:lnTo>
                  <a:lnTo>
                    <a:pt x="14945" y="6604"/>
                  </a:lnTo>
                  <a:lnTo>
                    <a:pt x="14829" y="5986"/>
                  </a:lnTo>
                  <a:lnTo>
                    <a:pt x="14675" y="5407"/>
                  </a:lnTo>
                  <a:lnTo>
                    <a:pt x="14482" y="4827"/>
                  </a:lnTo>
                  <a:lnTo>
                    <a:pt x="14250" y="4287"/>
                  </a:lnTo>
                  <a:lnTo>
                    <a:pt x="13980" y="3746"/>
                  </a:lnTo>
                  <a:lnTo>
                    <a:pt x="13671" y="3244"/>
                  </a:lnTo>
                  <a:lnTo>
                    <a:pt x="13323" y="2742"/>
                  </a:lnTo>
                  <a:lnTo>
                    <a:pt x="12937" y="2317"/>
                  </a:lnTo>
                  <a:lnTo>
                    <a:pt x="12512" y="1893"/>
                  </a:lnTo>
                  <a:lnTo>
                    <a:pt x="12049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3" y="618"/>
                  </a:lnTo>
                  <a:lnTo>
                    <a:pt x="9964" y="387"/>
                  </a:lnTo>
                  <a:lnTo>
                    <a:pt x="9384" y="232"/>
                  </a:lnTo>
                  <a:lnTo>
                    <a:pt x="8767" y="116"/>
                  </a:lnTo>
                  <a:lnTo>
                    <a:pt x="8187" y="39"/>
                  </a:lnTo>
                  <a:lnTo>
                    <a:pt x="760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3"/>
            <p:cNvSpPr/>
            <p:nvPr/>
          </p:nvSpPr>
          <p:spPr>
            <a:xfrm>
              <a:off x="5477175" y="100252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4" y="7298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60" y="7569"/>
                  </a:lnTo>
                  <a:lnTo>
                    <a:pt x="9153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5" y="8573"/>
                  </a:lnTo>
                  <a:lnTo>
                    <a:pt x="9693" y="8882"/>
                  </a:lnTo>
                  <a:lnTo>
                    <a:pt x="9655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60" y="10040"/>
                  </a:lnTo>
                  <a:lnTo>
                    <a:pt x="8689" y="10117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40" y="10079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7"/>
                  </a:lnTo>
                  <a:lnTo>
                    <a:pt x="7029" y="9345"/>
                  </a:lnTo>
                  <a:lnTo>
                    <a:pt x="6952" y="9075"/>
                  </a:lnTo>
                  <a:lnTo>
                    <a:pt x="6913" y="8804"/>
                  </a:lnTo>
                  <a:lnTo>
                    <a:pt x="6952" y="8534"/>
                  </a:lnTo>
                  <a:lnTo>
                    <a:pt x="7029" y="8264"/>
                  </a:lnTo>
                  <a:lnTo>
                    <a:pt x="7145" y="8071"/>
                  </a:lnTo>
                  <a:lnTo>
                    <a:pt x="7299" y="7878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9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6" y="8457"/>
                  </a:lnTo>
                  <a:lnTo>
                    <a:pt x="2974" y="8611"/>
                  </a:lnTo>
                  <a:lnTo>
                    <a:pt x="3051" y="8766"/>
                  </a:lnTo>
                  <a:lnTo>
                    <a:pt x="1545" y="8727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5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7"/>
                  </a:lnTo>
                  <a:lnTo>
                    <a:pt x="6990" y="10079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7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2"/>
                  </a:lnTo>
                  <a:lnTo>
                    <a:pt x="10157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7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1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9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5" y="7337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50" y="8534"/>
                  </a:lnTo>
                  <a:lnTo>
                    <a:pt x="6450" y="8843"/>
                  </a:lnTo>
                  <a:lnTo>
                    <a:pt x="5716" y="8804"/>
                  </a:lnTo>
                  <a:lnTo>
                    <a:pt x="4944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8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80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6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3"/>
            <p:cNvSpPr/>
            <p:nvPr/>
          </p:nvSpPr>
          <p:spPr>
            <a:xfrm>
              <a:off x="2850400" y="1030525"/>
              <a:ext cx="475950" cy="686400"/>
            </a:xfrm>
            <a:custGeom>
              <a:avLst/>
              <a:gdLst/>
              <a:ahLst/>
              <a:cxnLst/>
              <a:rect l="l" t="t" r="r" b="b"/>
              <a:pathLst>
                <a:path w="19038" h="27456" extrusionOk="0">
                  <a:moveTo>
                    <a:pt x="18690" y="309"/>
                  </a:moveTo>
                  <a:lnTo>
                    <a:pt x="18690" y="463"/>
                  </a:lnTo>
                  <a:lnTo>
                    <a:pt x="18382" y="2047"/>
                  </a:lnTo>
                  <a:lnTo>
                    <a:pt x="17995" y="3668"/>
                  </a:lnTo>
                  <a:lnTo>
                    <a:pt x="17609" y="5252"/>
                  </a:lnTo>
                  <a:lnTo>
                    <a:pt x="17184" y="6873"/>
                  </a:lnTo>
                  <a:lnTo>
                    <a:pt x="16489" y="6873"/>
                  </a:lnTo>
                  <a:lnTo>
                    <a:pt x="16180" y="6835"/>
                  </a:lnTo>
                  <a:lnTo>
                    <a:pt x="15833" y="6758"/>
                  </a:lnTo>
                  <a:lnTo>
                    <a:pt x="15524" y="6680"/>
                  </a:lnTo>
                  <a:lnTo>
                    <a:pt x="15215" y="6565"/>
                  </a:lnTo>
                  <a:lnTo>
                    <a:pt x="14906" y="6410"/>
                  </a:lnTo>
                  <a:lnTo>
                    <a:pt x="14597" y="6217"/>
                  </a:lnTo>
                  <a:lnTo>
                    <a:pt x="14327" y="6024"/>
                  </a:lnTo>
                  <a:lnTo>
                    <a:pt x="14057" y="5792"/>
                  </a:lnTo>
                  <a:lnTo>
                    <a:pt x="13593" y="5329"/>
                  </a:lnTo>
                  <a:lnTo>
                    <a:pt x="13168" y="4788"/>
                  </a:lnTo>
                  <a:lnTo>
                    <a:pt x="12782" y="4248"/>
                  </a:lnTo>
                  <a:lnTo>
                    <a:pt x="13477" y="3668"/>
                  </a:lnTo>
                  <a:lnTo>
                    <a:pt x="14172" y="3128"/>
                  </a:lnTo>
                  <a:lnTo>
                    <a:pt x="14868" y="2587"/>
                  </a:lnTo>
                  <a:lnTo>
                    <a:pt x="15601" y="2085"/>
                  </a:lnTo>
                  <a:lnTo>
                    <a:pt x="16374" y="1622"/>
                  </a:lnTo>
                  <a:lnTo>
                    <a:pt x="17146" y="1158"/>
                  </a:lnTo>
                  <a:lnTo>
                    <a:pt x="17918" y="734"/>
                  </a:lnTo>
                  <a:lnTo>
                    <a:pt x="18690" y="309"/>
                  </a:lnTo>
                  <a:close/>
                  <a:moveTo>
                    <a:pt x="6063" y="12434"/>
                  </a:moveTo>
                  <a:lnTo>
                    <a:pt x="5793" y="13013"/>
                  </a:lnTo>
                  <a:lnTo>
                    <a:pt x="5600" y="13592"/>
                  </a:lnTo>
                  <a:lnTo>
                    <a:pt x="5446" y="14172"/>
                  </a:lnTo>
                  <a:lnTo>
                    <a:pt x="5291" y="14790"/>
                  </a:lnTo>
                  <a:lnTo>
                    <a:pt x="5252" y="15369"/>
                  </a:lnTo>
                  <a:lnTo>
                    <a:pt x="5214" y="15407"/>
                  </a:lnTo>
                  <a:lnTo>
                    <a:pt x="4750" y="16102"/>
                  </a:lnTo>
                  <a:lnTo>
                    <a:pt x="4287" y="16797"/>
                  </a:lnTo>
                  <a:lnTo>
                    <a:pt x="4171" y="17106"/>
                  </a:lnTo>
                  <a:lnTo>
                    <a:pt x="4017" y="17415"/>
                  </a:lnTo>
                  <a:lnTo>
                    <a:pt x="3824" y="17724"/>
                  </a:lnTo>
                  <a:lnTo>
                    <a:pt x="3746" y="17840"/>
                  </a:lnTo>
                  <a:lnTo>
                    <a:pt x="3631" y="17956"/>
                  </a:lnTo>
                  <a:lnTo>
                    <a:pt x="3476" y="18033"/>
                  </a:lnTo>
                  <a:lnTo>
                    <a:pt x="3283" y="18072"/>
                  </a:lnTo>
                  <a:lnTo>
                    <a:pt x="2858" y="18110"/>
                  </a:lnTo>
                  <a:lnTo>
                    <a:pt x="2009" y="18149"/>
                  </a:lnTo>
                  <a:lnTo>
                    <a:pt x="426" y="18342"/>
                  </a:lnTo>
                  <a:lnTo>
                    <a:pt x="426" y="18342"/>
                  </a:lnTo>
                  <a:lnTo>
                    <a:pt x="850" y="17724"/>
                  </a:lnTo>
                  <a:lnTo>
                    <a:pt x="1275" y="17106"/>
                  </a:lnTo>
                  <a:lnTo>
                    <a:pt x="1661" y="16489"/>
                  </a:lnTo>
                  <a:lnTo>
                    <a:pt x="2009" y="15832"/>
                  </a:lnTo>
                  <a:lnTo>
                    <a:pt x="2549" y="14751"/>
                  </a:lnTo>
                  <a:lnTo>
                    <a:pt x="2820" y="14017"/>
                  </a:lnTo>
                  <a:lnTo>
                    <a:pt x="3013" y="13670"/>
                  </a:lnTo>
                  <a:lnTo>
                    <a:pt x="3206" y="13322"/>
                  </a:lnTo>
                  <a:lnTo>
                    <a:pt x="3360" y="13322"/>
                  </a:lnTo>
                  <a:lnTo>
                    <a:pt x="3399" y="13245"/>
                  </a:lnTo>
                  <a:lnTo>
                    <a:pt x="3438" y="13206"/>
                  </a:lnTo>
                  <a:lnTo>
                    <a:pt x="4750" y="12782"/>
                  </a:lnTo>
                  <a:lnTo>
                    <a:pt x="6063" y="12434"/>
                  </a:lnTo>
                  <a:close/>
                  <a:moveTo>
                    <a:pt x="12551" y="4441"/>
                  </a:moveTo>
                  <a:lnTo>
                    <a:pt x="12898" y="5020"/>
                  </a:lnTo>
                  <a:lnTo>
                    <a:pt x="13362" y="5561"/>
                  </a:lnTo>
                  <a:lnTo>
                    <a:pt x="13864" y="6101"/>
                  </a:lnTo>
                  <a:lnTo>
                    <a:pt x="14172" y="6333"/>
                  </a:lnTo>
                  <a:lnTo>
                    <a:pt x="14443" y="6565"/>
                  </a:lnTo>
                  <a:lnTo>
                    <a:pt x="14752" y="6758"/>
                  </a:lnTo>
                  <a:lnTo>
                    <a:pt x="15061" y="6951"/>
                  </a:lnTo>
                  <a:lnTo>
                    <a:pt x="15370" y="7067"/>
                  </a:lnTo>
                  <a:lnTo>
                    <a:pt x="15717" y="7182"/>
                  </a:lnTo>
                  <a:lnTo>
                    <a:pt x="16026" y="7260"/>
                  </a:lnTo>
                  <a:lnTo>
                    <a:pt x="16721" y="7260"/>
                  </a:lnTo>
                  <a:lnTo>
                    <a:pt x="17107" y="7182"/>
                  </a:lnTo>
                  <a:lnTo>
                    <a:pt x="16682" y="8573"/>
                  </a:lnTo>
                  <a:lnTo>
                    <a:pt x="16180" y="9963"/>
                  </a:lnTo>
                  <a:lnTo>
                    <a:pt x="15756" y="11160"/>
                  </a:lnTo>
                  <a:lnTo>
                    <a:pt x="15254" y="12357"/>
                  </a:lnTo>
                  <a:lnTo>
                    <a:pt x="14752" y="13515"/>
                  </a:lnTo>
                  <a:lnTo>
                    <a:pt x="14172" y="14635"/>
                  </a:lnTo>
                  <a:lnTo>
                    <a:pt x="13555" y="15793"/>
                  </a:lnTo>
                  <a:lnTo>
                    <a:pt x="13207" y="16373"/>
                  </a:lnTo>
                  <a:lnTo>
                    <a:pt x="12860" y="16952"/>
                  </a:lnTo>
                  <a:lnTo>
                    <a:pt x="12473" y="17493"/>
                  </a:lnTo>
                  <a:lnTo>
                    <a:pt x="12087" y="17995"/>
                  </a:lnTo>
                  <a:lnTo>
                    <a:pt x="11624" y="18458"/>
                  </a:lnTo>
                  <a:lnTo>
                    <a:pt x="11161" y="18883"/>
                  </a:lnTo>
                  <a:lnTo>
                    <a:pt x="10620" y="19230"/>
                  </a:lnTo>
                  <a:lnTo>
                    <a:pt x="10079" y="19462"/>
                  </a:lnTo>
                  <a:lnTo>
                    <a:pt x="9809" y="19578"/>
                  </a:lnTo>
                  <a:lnTo>
                    <a:pt x="9539" y="19655"/>
                  </a:lnTo>
                  <a:lnTo>
                    <a:pt x="9230" y="19694"/>
                  </a:lnTo>
                  <a:lnTo>
                    <a:pt x="8959" y="19732"/>
                  </a:lnTo>
                  <a:lnTo>
                    <a:pt x="8689" y="19732"/>
                  </a:lnTo>
                  <a:lnTo>
                    <a:pt x="8380" y="19694"/>
                  </a:lnTo>
                  <a:lnTo>
                    <a:pt x="8110" y="19616"/>
                  </a:lnTo>
                  <a:lnTo>
                    <a:pt x="7840" y="19539"/>
                  </a:lnTo>
                  <a:lnTo>
                    <a:pt x="7569" y="19423"/>
                  </a:lnTo>
                  <a:lnTo>
                    <a:pt x="7299" y="19269"/>
                  </a:lnTo>
                  <a:lnTo>
                    <a:pt x="7067" y="19114"/>
                  </a:lnTo>
                  <a:lnTo>
                    <a:pt x="6836" y="18883"/>
                  </a:lnTo>
                  <a:lnTo>
                    <a:pt x="6450" y="18458"/>
                  </a:lnTo>
                  <a:lnTo>
                    <a:pt x="6141" y="17956"/>
                  </a:lnTo>
                  <a:lnTo>
                    <a:pt x="5870" y="17454"/>
                  </a:lnTo>
                  <a:lnTo>
                    <a:pt x="5716" y="16913"/>
                  </a:lnTo>
                  <a:lnTo>
                    <a:pt x="5639" y="16334"/>
                  </a:lnTo>
                  <a:lnTo>
                    <a:pt x="5600" y="15755"/>
                  </a:lnTo>
                  <a:lnTo>
                    <a:pt x="5639" y="15214"/>
                  </a:lnTo>
                  <a:lnTo>
                    <a:pt x="5716" y="14635"/>
                  </a:lnTo>
                  <a:lnTo>
                    <a:pt x="5832" y="14056"/>
                  </a:lnTo>
                  <a:lnTo>
                    <a:pt x="6025" y="13515"/>
                  </a:lnTo>
                  <a:lnTo>
                    <a:pt x="6218" y="13013"/>
                  </a:lnTo>
                  <a:lnTo>
                    <a:pt x="6450" y="12473"/>
                  </a:lnTo>
                  <a:lnTo>
                    <a:pt x="6952" y="11469"/>
                  </a:lnTo>
                  <a:lnTo>
                    <a:pt x="7531" y="10465"/>
                  </a:lnTo>
                  <a:lnTo>
                    <a:pt x="8149" y="9461"/>
                  </a:lnTo>
                  <a:lnTo>
                    <a:pt x="8844" y="8495"/>
                  </a:lnTo>
                  <a:lnTo>
                    <a:pt x="9539" y="7530"/>
                  </a:lnTo>
                  <a:lnTo>
                    <a:pt x="10311" y="6642"/>
                  </a:lnTo>
                  <a:lnTo>
                    <a:pt x="10852" y="6063"/>
                  </a:lnTo>
                  <a:lnTo>
                    <a:pt x="11392" y="5522"/>
                  </a:lnTo>
                  <a:lnTo>
                    <a:pt x="11971" y="4981"/>
                  </a:lnTo>
                  <a:lnTo>
                    <a:pt x="12551" y="4441"/>
                  </a:lnTo>
                  <a:close/>
                  <a:moveTo>
                    <a:pt x="5986" y="18419"/>
                  </a:moveTo>
                  <a:lnTo>
                    <a:pt x="6218" y="18767"/>
                  </a:lnTo>
                  <a:lnTo>
                    <a:pt x="6450" y="19076"/>
                  </a:lnTo>
                  <a:lnTo>
                    <a:pt x="6758" y="19346"/>
                  </a:lnTo>
                  <a:lnTo>
                    <a:pt x="7067" y="19616"/>
                  </a:lnTo>
                  <a:lnTo>
                    <a:pt x="7415" y="19809"/>
                  </a:lnTo>
                  <a:lnTo>
                    <a:pt x="7801" y="19964"/>
                  </a:lnTo>
                  <a:lnTo>
                    <a:pt x="8187" y="20080"/>
                  </a:lnTo>
                  <a:lnTo>
                    <a:pt x="8612" y="20118"/>
                  </a:lnTo>
                  <a:lnTo>
                    <a:pt x="8535" y="20466"/>
                  </a:lnTo>
                  <a:lnTo>
                    <a:pt x="8496" y="20852"/>
                  </a:lnTo>
                  <a:lnTo>
                    <a:pt x="7994" y="20813"/>
                  </a:lnTo>
                  <a:lnTo>
                    <a:pt x="7531" y="20698"/>
                  </a:lnTo>
                  <a:lnTo>
                    <a:pt x="7106" y="20504"/>
                  </a:lnTo>
                  <a:lnTo>
                    <a:pt x="6720" y="20273"/>
                  </a:lnTo>
                  <a:lnTo>
                    <a:pt x="6334" y="20002"/>
                  </a:lnTo>
                  <a:lnTo>
                    <a:pt x="6025" y="19655"/>
                  </a:lnTo>
                  <a:lnTo>
                    <a:pt x="5716" y="19307"/>
                  </a:lnTo>
                  <a:lnTo>
                    <a:pt x="5446" y="18883"/>
                  </a:lnTo>
                  <a:lnTo>
                    <a:pt x="5446" y="18844"/>
                  </a:lnTo>
                  <a:lnTo>
                    <a:pt x="5986" y="18419"/>
                  </a:lnTo>
                  <a:close/>
                  <a:moveTo>
                    <a:pt x="5291" y="18960"/>
                  </a:moveTo>
                  <a:lnTo>
                    <a:pt x="5523" y="19462"/>
                  </a:lnTo>
                  <a:lnTo>
                    <a:pt x="5793" y="19887"/>
                  </a:lnTo>
                  <a:lnTo>
                    <a:pt x="6141" y="20234"/>
                  </a:lnTo>
                  <a:lnTo>
                    <a:pt x="6527" y="20582"/>
                  </a:lnTo>
                  <a:lnTo>
                    <a:pt x="6952" y="20813"/>
                  </a:lnTo>
                  <a:lnTo>
                    <a:pt x="7453" y="21006"/>
                  </a:lnTo>
                  <a:lnTo>
                    <a:pt x="7955" y="21122"/>
                  </a:lnTo>
                  <a:lnTo>
                    <a:pt x="8457" y="21161"/>
                  </a:lnTo>
                  <a:lnTo>
                    <a:pt x="8496" y="21702"/>
                  </a:lnTo>
                  <a:lnTo>
                    <a:pt x="7878" y="21624"/>
                  </a:lnTo>
                  <a:lnTo>
                    <a:pt x="7299" y="21508"/>
                  </a:lnTo>
                  <a:lnTo>
                    <a:pt x="6797" y="21315"/>
                  </a:lnTo>
                  <a:lnTo>
                    <a:pt x="6295" y="21084"/>
                  </a:lnTo>
                  <a:lnTo>
                    <a:pt x="5870" y="20775"/>
                  </a:lnTo>
                  <a:lnTo>
                    <a:pt x="5446" y="20389"/>
                  </a:lnTo>
                  <a:lnTo>
                    <a:pt x="5021" y="19964"/>
                  </a:lnTo>
                  <a:lnTo>
                    <a:pt x="4673" y="19501"/>
                  </a:lnTo>
                  <a:lnTo>
                    <a:pt x="4828" y="19385"/>
                  </a:lnTo>
                  <a:lnTo>
                    <a:pt x="4982" y="19269"/>
                  </a:lnTo>
                  <a:lnTo>
                    <a:pt x="5291" y="18960"/>
                  </a:lnTo>
                  <a:close/>
                  <a:moveTo>
                    <a:pt x="13555" y="16527"/>
                  </a:moveTo>
                  <a:lnTo>
                    <a:pt x="13748" y="17184"/>
                  </a:lnTo>
                  <a:lnTo>
                    <a:pt x="13979" y="17840"/>
                  </a:lnTo>
                  <a:lnTo>
                    <a:pt x="14250" y="18458"/>
                  </a:lnTo>
                  <a:lnTo>
                    <a:pt x="14597" y="19037"/>
                  </a:lnTo>
                  <a:lnTo>
                    <a:pt x="13670" y="20157"/>
                  </a:lnTo>
                  <a:lnTo>
                    <a:pt x="12782" y="21315"/>
                  </a:lnTo>
                  <a:lnTo>
                    <a:pt x="11083" y="23748"/>
                  </a:lnTo>
                  <a:lnTo>
                    <a:pt x="10736" y="22783"/>
                  </a:lnTo>
                  <a:lnTo>
                    <a:pt x="10350" y="21856"/>
                  </a:lnTo>
                  <a:lnTo>
                    <a:pt x="10234" y="21586"/>
                  </a:lnTo>
                  <a:lnTo>
                    <a:pt x="10195" y="21354"/>
                  </a:lnTo>
                  <a:lnTo>
                    <a:pt x="10195" y="21238"/>
                  </a:lnTo>
                  <a:lnTo>
                    <a:pt x="10234" y="21122"/>
                  </a:lnTo>
                  <a:lnTo>
                    <a:pt x="10388" y="20813"/>
                  </a:lnTo>
                  <a:lnTo>
                    <a:pt x="10813" y="20234"/>
                  </a:lnTo>
                  <a:lnTo>
                    <a:pt x="11199" y="19578"/>
                  </a:lnTo>
                  <a:lnTo>
                    <a:pt x="11199" y="19501"/>
                  </a:lnTo>
                  <a:lnTo>
                    <a:pt x="11199" y="19462"/>
                  </a:lnTo>
                  <a:lnTo>
                    <a:pt x="11161" y="19346"/>
                  </a:lnTo>
                  <a:lnTo>
                    <a:pt x="11585" y="18999"/>
                  </a:lnTo>
                  <a:lnTo>
                    <a:pt x="11971" y="18612"/>
                  </a:lnTo>
                  <a:lnTo>
                    <a:pt x="12358" y="18226"/>
                  </a:lnTo>
                  <a:lnTo>
                    <a:pt x="12705" y="17801"/>
                  </a:lnTo>
                  <a:lnTo>
                    <a:pt x="13130" y="17184"/>
                  </a:lnTo>
                  <a:lnTo>
                    <a:pt x="13555" y="16527"/>
                  </a:lnTo>
                  <a:close/>
                  <a:moveTo>
                    <a:pt x="5677" y="21161"/>
                  </a:moveTo>
                  <a:lnTo>
                    <a:pt x="5948" y="21393"/>
                  </a:lnTo>
                  <a:lnTo>
                    <a:pt x="6256" y="21547"/>
                  </a:lnTo>
                  <a:lnTo>
                    <a:pt x="6565" y="21702"/>
                  </a:lnTo>
                  <a:lnTo>
                    <a:pt x="6913" y="21817"/>
                  </a:lnTo>
                  <a:lnTo>
                    <a:pt x="6836" y="22010"/>
                  </a:lnTo>
                  <a:lnTo>
                    <a:pt x="6797" y="22204"/>
                  </a:lnTo>
                  <a:lnTo>
                    <a:pt x="6643" y="22088"/>
                  </a:lnTo>
                  <a:lnTo>
                    <a:pt x="6604" y="22010"/>
                  </a:lnTo>
                  <a:lnTo>
                    <a:pt x="6411" y="22010"/>
                  </a:lnTo>
                  <a:lnTo>
                    <a:pt x="6372" y="22088"/>
                  </a:lnTo>
                  <a:lnTo>
                    <a:pt x="6218" y="22628"/>
                  </a:lnTo>
                  <a:lnTo>
                    <a:pt x="6025" y="23092"/>
                  </a:lnTo>
                  <a:lnTo>
                    <a:pt x="5832" y="23594"/>
                  </a:lnTo>
                  <a:lnTo>
                    <a:pt x="5600" y="24057"/>
                  </a:lnTo>
                  <a:lnTo>
                    <a:pt x="5330" y="24482"/>
                  </a:lnTo>
                  <a:lnTo>
                    <a:pt x="5021" y="24907"/>
                  </a:lnTo>
                  <a:lnTo>
                    <a:pt x="4712" y="25331"/>
                  </a:lnTo>
                  <a:lnTo>
                    <a:pt x="4364" y="25717"/>
                  </a:lnTo>
                  <a:lnTo>
                    <a:pt x="4248" y="25293"/>
                  </a:lnTo>
                  <a:lnTo>
                    <a:pt x="4171" y="24868"/>
                  </a:lnTo>
                  <a:lnTo>
                    <a:pt x="4171" y="24482"/>
                  </a:lnTo>
                  <a:lnTo>
                    <a:pt x="4210" y="24057"/>
                  </a:lnTo>
                  <a:lnTo>
                    <a:pt x="4326" y="23671"/>
                  </a:lnTo>
                  <a:lnTo>
                    <a:pt x="4480" y="23285"/>
                  </a:lnTo>
                  <a:lnTo>
                    <a:pt x="4673" y="22899"/>
                  </a:lnTo>
                  <a:lnTo>
                    <a:pt x="4944" y="22512"/>
                  </a:lnTo>
                  <a:lnTo>
                    <a:pt x="5175" y="22204"/>
                  </a:lnTo>
                  <a:lnTo>
                    <a:pt x="5330" y="21895"/>
                  </a:lnTo>
                  <a:lnTo>
                    <a:pt x="5407" y="21740"/>
                  </a:lnTo>
                  <a:lnTo>
                    <a:pt x="5407" y="21586"/>
                  </a:lnTo>
                  <a:lnTo>
                    <a:pt x="5368" y="21470"/>
                  </a:lnTo>
                  <a:lnTo>
                    <a:pt x="5291" y="21315"/>
                  </a:lnTo>
                  <a:lnTo>
                    <a:pt x="5446" y="21238"/>
                  </a:lnTo>
                  <a:lnTo>
                    <a:pt x="5677" y="21161"/>
                  </a:lnTo>
                  <a:close/>
                  <a:moveTo>
                    <a:pt x="4905" y="20466"/>
                  </a:moveTo>
                  <a:lnTo>
                    <a:pt x="5175" y="20736"/>
                  </a:lnTo>
                  <a:lnTo>
                    <a:pt x="5484" y="21006"/>
                  </a:lnTo>
                  <a:lnTo>
                    <a:pt x="5252" y="21084"/>
                  </a:lnTo>
                  <a:lnTo>
                    <a:pt x="5021" y="21161"/>
                  </a:lnTo>
                  <a:lnTo>
                    <a:pt x="4982" y="21200"/>
                  </a:lnTo>
                  <a:lnTo>
                    <a:pt x="4944" y="21277"/>
                  </a:lnTo>
                  <a:lnTo>
                    <a:pt x="4982" y="21354"/>
                  </a:lnTo>
                  <a:lnTo>
                    <a:pt x="5021" y="21393"/>
                  </a:lnTo>
                  <a:lnTo>
                    <a:pt x="5059" y="21470"/>
                  </a:lnTo>
                  <a:lnTo>
                    <a:pt x="5098" y="21547"/>
                  </a:lnTo>
                  <a:lnTo>
                    <a:pt x="5059" y="21779"/>
                  </a:lnTo>
                  <a:lnTo>
                    <a:pt x="4905" y="22049"/>
                  </a:lnTo>
                  <a:lnTo>
                    <a:pt x="4750" y="22358"/>
                  </a:lnTo>
                  <a:lnTo>
                    <a:pt x="4364" y="22937"/>
                  </a:lnTo>
                  <a:lnTo>
                    <a:pt x="4133" y="23323"/>
                  </a:lnTo>
                  <a:lnTo>
                    <a:pt x="3940" y="23748"/>
                  </a:lnTo>
                  <a:lnTo>
                    <a:pt x="3862" y="24212"/>
                  </a:lnTo>
                  <a:lnTo>
                    <a:pt x="3824" y="24714"/>
                  </a:lnTo>
                  <a:lnTo>
                    <a:pt x="3862" y="25177"/>
                  </a:lnTo>
                  <a:lnTo>
                    <a:pt x="3940" y="25409"/>
                  </a:lnTo>
                  <a:lnTo>
                    <a:pt x="4017" y="25640"/>
                  </a:lnTo>
                  <a:lnTo>
                    <a:pt x="4133" y="25872"/>
                  </a:lnTo>
                  <a:lnTo>
                    <a:pt x="4248" y="26065"/>
                  </a:lnTo>
                  <a:lnTo>
                    <a:pt x="4287" y="26104"/>
                  </a:lnTo>
                  <a:lnTo>
                    <a:pt x="4364" y="26104"/>
                  </a:lnTo>
                  <a:lnTo>
                    <a:pt x="4403" y="26065"/>
                  </a:lnTo>
                  <a:lnTo>
                    <a:pt x="4442" y="25988"/>
                  </a:lnTo>
                  <a:lnTo>
                    <a:pt x="4480" y="25988"/>
                  </a:lnTo>
                  <a:lnTo>
                    <a:pt x="4828" y="25602"/>
                  </a:lnTo>
                  <a:lnTo>
                    <a:pt x="5175" y="25215"/>
                  </a:lnTo>
                  <a:lnTo>
                    <a:pt x="5484" y="24791"/>
                  </a:lnTo>
                  <a:lnTo>
                    <a:pt x="5793" y="24366"/>
                  </a:lnTo>
                  <a:lnTo>
                    <a:pt x="6025" y="23903"/>
                  </a:lnTo>
                  <a:lnTo>
                    <a:pt x="6256" y="23439"/>
                  </a:lnTo>
                  <a:lnTo>
                    <a:pt x="6450" y="22937"/>
                  </a:lnTo>
                  <a:lnTo>
                    <a:pt x="6604" y="22435"/>
                  </a:lnTo>
                  <a:lnTo>
                    <a:pt x="6720" y="22551"/>
                  </a:lnTo>
                  <a:lnTo>
                    <a:pt x="6913" y="22590"/>
                  </a:lnTo>
                  <a:lnTo>
                    <a:pt x="6952" y="22628"/>
                  </a:lnTo>
                  <a:lnTo>
                    <a:pt x="7029" y="22590"/>
                  </a:lnTo>
                  <a:lnTo>
                    <a:pt x="7067" y="22512"/>
                  </a:lnTo>
                  <a:lnTo>
                    <a:pt x="7067" y="22474"/>
                  </a:lnTo>
                  <a:lnTo>
                    <a:pt x="7145" y="21895"/>
                  </a:lnTo>
                  <a:lnTo>
                    <a:pt x="7608" y="22010"/>
                  </a:lnTo>
                  <a:lnTo>
                    <a:pt x="7724" y="22512"/>
                  </a:lnTo>
                  <a:lnTo>
                    <a:pt x="7762" y="23014"/>
                  </a:lnTo>
                  <a:lnTo>
                    <a:pt x="7801" y="23555"/>
                  </a:lnTo>
                  <a:lnTo>
                    <a:pt x="7801" y="24057"/>
                  </a:lnTo>
                  <a:lnTo>
                    <a:pt x="7608" y="23903"/>
                  </a:lnTo>
                  <a:lnTo>
                    <a:pt x="7492" y="23671"/>
                  </a:lnTo>
                  <a:lnTo>
                    <a:pt x="7376" y="23439"/>
                  </a:lnTo>
                  <a:lnTo>
                    <a:pt x="7338" y="23169"/>
                  </a:lnTo>
                  <a:lnTo>
                    <a:pt x="7338" y="23092"/>
                  </a:lnTo>
                  <a:lnTo>
                    <a:pt x="7299" y="23053"/>
                  </a:lnTo>
                  <a:lnTo>
                    <a:pt x="7183" y="23014"/>
                  </a:lnTo>
                  <a:lnTo>
                    <a:pt x="7106" y="23014"/>
                  </a:lnTo>
                  <a:lnTo>
                    <a:pt x="7067" y="23053"/>
                  </a:lnTo>
                  <a:lnTo>
                    <a:pt x="7029" y="23092"/>
                  </a:lnTo>
                  <a:lnTo>
                    <a:pt x="6990" y="23169"/>
                  </a:lnTo>
                  <a:lnTo>
                    <a:pt x="6952" y="23787"/>
                  </a:lnTo>
                  <a:lnTo>
                    <a:pt x="6797" y="24405"/>
                  </a:lnTo>
                  <a:lnTo>
                    <a:pt x="6681" y="24675"/>
                  </a:lnTo>
                  <a:lnTo>
                    <a:pt x="6565" y="24984"/>
                  </a:lnTo>
                  <a:lnTo>
                    <a:pt x="6411" y="25254"/>
                  </a:lnTo>
                  <a:lnTo>
                    <a:pt x="6218" y="25524"/>
                  </a:lnTo>
                  <a:lnTo>
                    <a:pt x="5832" y="25988"/>
                  </a:lnTo>
                  <a:lnTo>
                    <a:pt x="5600" y="26219"/>
                  </a:lnTo>
                  <a:lnTo>
                    <a:pt x="5368" y="26451"/>
                  </a:lnTo>
                  <a:lnTo>
                    <a:pt x="5098" y="26644"/>
                  </a:lnTo>
                  <a:lnTo>
                    <a:pt x="4828" y="26799"/>
                  </a:lnTo>
                  <a:lnTo>
                    <a:pt x="4557" y="26953"/>
                  </a:lnTo>
                  <a:lnTo>
                    <a:pt x="4248" y="27030"/>
                  </a:lnTo>
                  <a:lnTo>
                    <a:pt x="4017" y="27030"/>
                  </a:lnTo>
                  <a:lnTo>
                    <a:pt x="3862" y="26992"/>
                  </a:lnTo>
                  <a:lnTo>
                    <a:pt x="3708" y="26915"/>
                  </a:lnTo>
                  <a:lnTo>
                    <a:pt x="3592" y="26760"/>
                  </a:lnTo>
                  <a:lnTo>
                    <a:pt x="3515" y="26606"/>
                  </a:lnTo>
                  <a:lnTo>
                    <a:pt x="3438" y="26413"/>
                  </a:lnTo>
                  <a:lnTo>
                    <a:pt x="3322" y="25988"/>
                  </a:lnTo>
                  <a:lnTo>
                    <a:pt x="3206" y="25293"/>
                  </a:lnTo>
                  <a:lnTo>
                    <a:pt x="3167" y="24945"/>
                  </a:lnTo>
                  <a:lnTo>
                    <a:pt x="3167" y="24598"/>
                  </a:lnTo>
                  <a:lnTo>
                    <a:pt x="3206" y="24173"/>
                  </a:lnTo>
                  <a:lnTo>
                    <a:pt x="3283" y="23787"/>
                  </a:lnTo>
                  <a:lnTo>
                    <a:pt x="3360" y="23401"/>
                  </a:lnTo>
                  <a:lnTo>
                    <a:pt x="3515" y="23014"/>
                  </a:lnTo>
                  <a:lnTo>
                    <a:pt x="3708" y="22667"/>
                  </a:lnTo>
                  <a:lnTo>
                    <a:pt x="3901" y="22319"/>
                  </a:lnTo>
                  <a:lnTo>
                    <a:pt x="4171" y="22010"/>
                  </a:lnTo>
                  <a:lnTo>
                    <a:pt x="4480" y="21702"/>
                  </a:lnTo>
                  <a:lnTo>
                    <a:pt x="4519" y="21624"/>
                  </a:lnTo>
                  <a:lnTo>
                    <a:pt x="4519" y="21547"/>
                  </a:lnTo>
                  <a:lnTo>
                    <a:pt x="4442" y="21470"/>
                  </a:lnTo>
                  <a:lnTo>
                    <a:pt x="4364" y="21431"/>
                  </a:lnTo>
                  <a:lnTo>
                    <a:pt x="3553" y="21315"/>
                  </a:lnTo>
                  <a:lnTo>
                    <a:pt x="3862" y="21045"/>
                  </a:lnTo>
                  <a:lnTo>
                    <a:pt x="4171" y="20775"/>
                  </a:lnTo>
                  <a:lnTo>
                    <a:pt x="4519" y="20582"/>
                  </a:lnTo>
                  <a:lnTo>
                    <a:pt x="4905" y="20466"/>
                  </a:lnTo>
                  <a:close/>
                  <a:moveTo>
                    <a:pt x="18845" y="0"/>
                  </a:moveTo>
                  <a:lnTo>
                    <a:pt x="18806" y="77"/>
                  </a:lnTo>
                  <a:lnTo>
                    <a:pt x="18729" y="39"/>
                  </a:lnTo>
                  <a:lnTo>
                    <a:pt x="18652" y="39"/>
                  </a:lnTo>
                  <a:lnTo>
                    <a:pt x="17455" y="618"/>
                  </a:lnTo>
                  <a:lnTo>
                    <a:pt x="16296" y="1236"/>
                  </a:lnTo>
                  <a:lnTo>
                    <a:pt x="15215" y="1931"/>
                  </a:lnTo>
                  <a:lnTo>
                    <a:pt x="14134" y="2664"/>
                  </a:lnTo>
                  <a:lnTo>
                    <a:pt x="13091" y="3475"/>
                  </a:lnTo>
                  <a:lnTo>
                    <a:pt x="12087" y="4325"/>
                  </a:lnTo>
                  <a:lnTo>
                    <a:pt x="11161" y="5213"/>
                  </a:lnTo>
                  <a:lnTo>
                    <a:pt x="10272" y="6178"/>
                  </a:lnTo>
                  <a:lnTo>
                    <a:pt x="9384" y="7144"/>
                  </a:lnTo>
                  <a:lnTo>
                    <a:pt x="8573" y="8186"/>
                  </a:lnTo>
                  <a:lnTo>
                    <a:pt x="7840" y="9268"/>
                  </a:lnTo>
                  <a:lnTo>
                    <a:pt x="7145" y="10387"/>
                  </a:lnTo>
                  <a:lnTo>
                    <a:pt x="6643" y="11276"/>
                  </a:lnTo>
                  <a:lnTo>
                    <a:pt x="6179" y="12164"/>
                  </a:lnTo>
                  <a:lnTo>
                    <a:pt x="5368" y="12241"/>
                  </a:lnTo>
                  <a:lnTo>
                    <a:pt x="4557" y="12395"/>
                  </a:lnTo>
                  <a:lnTo>
                    <a:pt x="3785" y="12627"/>
                  </a:lnTo>
                  <a:lnTo>
                    <a:pt x="3013" y="12936"/>
                  </a:lnTo>
                  <a:lnTo>
                    <a:pt x="2936" y="12975"/>
                  </a:lnTo>
                  <a:lnTo>
                    <a:pt x="2897" y="13013"/>
                  </a:lnTo>
                  <a:lnTo>
                    <a:pt x="2897" y="13168"/>
                  </a:lnTo>
                  <a:lnTo>
                    <a:pt x="2704" y="13361"/>
                  </a:lnTo>
                  <a:lnTo>
                    <a:pt x="2549" y="13592"/>
                  </a:lnTo>
                  <a:lnTo>
                    <a:pt x="2395" y="13863"/>
                  </a:lnTo>
                  <a:lnTo>
                    <a:pt x="2279" y="14133"/>
                  </a:lnTo>
                  <a:lnTo>
                    <a:pt x="2086" y="14712"/>
                  </a:lnTo>
                  <a:lnTo>
                    <a:pt x="1854" y="15214"/>
                  </a:lnTo>
                  <a:lnTo>
                    <a:pt x="1430" y="15987"/>
                  </a:lnTo>
                  <a:lnTo>
                    <a:pt x="1005" y="16759"/>
                  </a:lnTo>
                  <a:lnTo>
                    <a:pt x="541" y="17493"/>
                  </a:lnTo>
                  <a:lnTo>
                    <a:pt x="39" y="18226"/>
                  </a:lnTo>
                  <a:lnTo>
                    <a:pt x="1" y="18303"/>
                  </a:lnTo>
                  <a:lnTo>
                    <a:pt x="1" y="18381"/>
                  </a:lnTo>
                  <a:lnTo>
                    <a:pt x="39" y="18419"/>
                  </a:lnTo>
                  <a:lnTo>
                    <a:pt x="117" y="18458"/>
                  </a:lnTo>
                  <a:lnTo>
                    <a:pt x="117" y="18535"/>
                  </a:lnTo>
                  <a:lnTo>
                    <a:pt x="117" y="18612"/>
                  </a:lnTo>
                  <a:lnTo>
                    <a:pt x="155" y="18651"/>
                  </a:lnTo>
                  <a:lnTo>
                    <a:pt x="233" y="18690"/>
                  </a:lnTo>
                  <a:lnTo>
                    <a:pt x="1159" y="18612"/>
                  </a:lnTo>
                  <a:lnTo>
                    <a:pt x="2086" y="18574"/>
                  </a:lnTo>
                  <a:lnTo>
                    <a:pt x="3901" y="18381"/>
                  </a:lnTo>
                  <a:lnTo>
                    <a:pt x="3978" y="18342"/>
                  </a:lnTo>
                  <a:lnTo>
                    <a:pt x="4055" y="18265"/>
                  </a:lnTo>
                  <a:lnTo>
                    <a:pt x="4596" y="17106"/>
                  </a:lnTo>
                  <a:lnTo>
                    <a:pt x="5252" y="15987"/>
                  </a:lnTo>
                  <a:lnTo>
                    <a:pt x="5291" y="16566"/>
                  </a:lnTo>
                  <a:lnTo>
                    <a:pt x="5446" y="17106"/>
                  </a:lnTo>
                  <a:lnTo>
                    <a:pt x="5600" y="17647"/>
                  </a:lnTo>
                  <a:lnTo>
                    <a:pt x="5832" y="18188"/>
                  </a:lnTo>
                  <a:lnTo>
                    <a:pt x="5446" y="18381"/>
                  </a:lnTo>
                  <a:lnTo>
                    <a:pt x="5059" y="18651"/>
                  </a:lnTo>
                  <a:lnTo>
                    <a:pt x="4673" y="18960"/>
                  </a:lnTo>
                  <a:lnTo>
                    <a:pt x="4519" y="19153"/>
                  </a:lnTo>
                  <a:lnTo>
                    <a:pt x="4403" y="19346"/>
                  </a:lnTo>
                  <a:lnTo>
                    <a:pt x="4403" y="19423"/>
                  </a:lnTo>
                  <a:lnTo>
                    <a:pt x="4442" y="19501"/>
                  </a:lnTo>
                  <a:lnTo>
                    <a:pt x="4442" y="19539"/>
                  </a:lnTo>
                  <a:lnTo>
                    <a:pt x="4442" y="19616"/>
                  </a:lnTo>
                  <a:lnTo>
                    <a:pt x="4596" y="19964"/>
                  </a:lnTo>
                  <a:lnTo>
                    <a:pt x="4789" y="20273"/>
                  </a:lnTo>
                  <a:lnTo>
                    <a:pt x="4519" y="20311"/>
                  </a:lnTo>
                  <a:lnTo>
                    <a:pt x="4287" y="20389"/>
                  </a:lnTo>
                  <a:lnTo>
                    <a:pt x="4055" y="20504"/>
                  </a:lnTo>
                  <a:lnTo>
                    <a:pt x="3862" y="20620"/>
                  </a:lnTo>
                  <a:lnTo>
                    <a:pt x="3669" y="20775"/>
                  </a:lnTo>
                  <a:lnTo>
                    <a:pt x="3476" y="20968"/>
                  </a:lnTo>
                  <a:lnTo>
                    <a:pt x="3283" y="21161"/>
                  </a:lnTo>
                  <a:lnTo>
                    <a:pt x="3129" y="21354"/>
                  </a:lnTo>
                  <a:lnTo>
                    <a:pt x="3090" y="21431"/>
                  </a:lnTo>
                  <a:lnTo>
                    <a:pt x="3129" y="21508"/>
                  </a:lnTo>
                  <a:lnTo>
                    <a:pt x="3167" y="21586"/>
                  </a:lnTo>
                  <a:lnTo>
                    <a:pt x="3244" y="21624"/>
                  </a:lnTo>
                  <a:lnTo>
                    <a:pt x="4017" y="21702"/>
                  </a:lnTo>
                  <a:lnTo>
                    <a:pt x="3746" y="22010"/>
                  </a:lnTo>
                  <a:lnTo>
                    <a:pt x="3476" y="22358"/>
                  </a:lnTo>
                  <a:lnTo>
                    <a:pt x="3283" y="22706"/>
                  </a:lnTo>
                  <a:lnTo>
                    <a:pt x="3129" y="23092"/>
                  </a:lnTo>
                  <a:lnTo>
                    <a:pt x="3013" y="23478"/>
                  </a:lnTo>
                  <a:lnTo>
                    <a:pt x="2897" y="23864"/>
                  </a:lnTo>
                  <a:lnTo>
                    <a:pt x="2858" y="24289"/>
                  </a:lnTo>
                  <a:lnTo>
                    <a:pt x="2858" y="24714"/>
                  </a:lnTo>
                  <a:lnTo>
                    <a:pt x="2858" y="25370"/>
                  </a:lnTo>
                  <a:lnTo>
                    <a:pt x="2897" y="25795"/>
                  </a:lnTo>
                  <a:lnTo>
                    <a:pt x="2974" y="26219"/>
                  </a:lnTo>
                  <a:lnTo>
                    <a:pt x="3090" y="26644"/>
                  </a:lnTo>
                  <a:lnTo>
                    <a:pt x="3244" y="26992"/>
                  </a:lnTo>
                  <a:lnTo>
                    <a:pt x="3360" y="27146"/>
                  </a:lnTo>
                  <a:lnTo>
                    <a:pt x="3438" y="27262"/>
                  </a:lnTo>
                  <a:lnTo>
                    <a:pt x="3553" y="27378"/>
                  </a:lnTo>
                  <a:lnTo>
                    <a:pt x="3708" y="27417"/>
                  </a:lnTo>
                  <a:lnTo>
                    <a:pt x="3862" y="27455"/>
                  </a:lnTo>
                  <a:lnTo>
                    <a:pt x="4017" y="27455"/>
                  </a:lnTo>
                  <a:lnTo>
                    <a:pt x="4364" y="27417"/>
                  </a:lnTo>
                  <a:lnTo>
                    <a:pt x="4750" y="27262"/>
                  </a:lnTo>
                  <a:lnTo>
                    <a:pt x="5098" y="27069"/>
                  </a:lnTo>
                  <a:lnTo>
                    <a:pt x="5407" y="26837"/>
                  </a:lnTo>
                  <a:lnTo>
                    <a:pt x="5716" y="26567"/>
                  </a:lnTo>
                  <a:lnTo>
                    <a:pt x="6218" y="26065"/>
                  </a:lnTo>
                  <a:lnTo>
                    <a:pt x="6565" y="25602"/>
                  </a:lnTo>
                  <a:lnTo>
                    <a:pt x="6874" y="25100"/>
                  </a:lnTo>
                  <a:lnTo>
                    <a:pt x="7106" y="24559"/>
                  </a:lnTo>
                  <a:lnTo>
                    <a:pt x="7260" y="23980"/>
                  </a:lnTo>
                  <a:lnTo>
                    <a:pt x="7376" y="24134"/>
                  </a:lnTo>
                  <a:lnTo>
                    <a:pt x="7531" y="24289"/>
                  </a:lnTo>
                  <a:lnTo>
                    <a:pt x="7685" y="24405"/>
                  </a:lnTo>
                  <a:lnTo>
                    <a:pt x="7878" y="24520"/>
                  </a:lnTo>
                  <a:lnTo>
                    <a:pt x="7955" y="24559"/>
                  </a:lnTo>
                  <a:lnTo>
                    <a:pt x="8033" y="24520"/>
                  </a:lnTo>
                  <a:lnTo>
                    <a:pt x="8110" y="24482"/>
                  </a:lnTo>
                  <a:lnTo>
                    <a:pt x="8110" y="24366"/>
                  </a:lnTo>
                  <a:lnTo>
                    <a:pt x="8149" y="23787"/>
                  </a:lnTo>
                  <a:lnTo>
                    <a:pt x="8149" y="23208"/>
                  </a:lnTo>
                  <a:lnTo>
                    <a:pt x="8071" y="22628"/>
                  </a:lnTo>
                  <a:lnTo>
                    <a:pt x="7955" y="22049"/>
                  </a:lnTo>
                  <a:lnTo>
                    <a:pt x="8535" y="22049"/>
                  </a:lnTo>
                  <a:lnTo>
                    <a:pt x="8651" y="22010"/>
                  </a:lnTo>
                  <a:lnTo>
                    <a:pt x="8728" y="21972"/>
                  </a:lnTo>
                  <a:lnTo>
                    <a:pt x="8766" y="21933"/>
                  </a:lnTo>
                  <a:lnTo>
                    <a:pt x="8766" y="21895"/>
                  </a:lnTo>
                  <a:lnTo>
                    <a:pt x="8844" y="21006"/>
                  </a:lnTo>
                  <a:lnTo>
                    <a:pt x="8921" y="20543"/>
                  </a:lnTo>
                  <a:lnTo>
                    <a:pt x="8998" y="20118"/>
                  </a:lnTo>
                  <a:lnTo>
                    <a:pt x="9153" y="20118"/>
                  </a:lnTo>
                  <a:lnTo>
                    <a:pt x="9577" y="20041"/>
                  </a:lnTo>
                  <a:lnTo>
                    <a:pt x="9963" y="19964"/>
                  </a:lnTo>
                  <a:lnTo>
                    <a:pt x="10311" y="19809"/>
                  </a:lnTo>
                  <a:lnTo>
                    <a:pt x="10659" y="19655"/>
                  </a:lnTo>
                  <a:lnTo>
                    <a:pt x="10157" y="20389"/>
                  </a:lnTo>
                  <a:lnTo>
                    <a:pt x="9616" y="21161"/>
                  </a:lnTo>
                  <a:lnTo>
                    <a:pt x="9577" y="21238"/>
                  </a:lnTo>
                  <a:lnTo>
                    <a:pt x="9616" y="21354"/>
                  </a:lnTo>
                  <a:lnTo>
                    <a:pt x="9963" y="22049"/>
                  </a:lnTo>
                  <a:lnTo>
                    <a:pt x="10272" y="22783"/>
                  </a:lnTo>
                  <a:lnTo>
                    <a:pt x="10581" y="23516"/>
                  </a:lnTo>
                  <a:lnTo>
                    <a:pt x="10813" y="24250"/>
                  </a:lnTo>
                  <a:lnTo>
                    <a:pt x="10890" y="24327"/>
                  </a:lnTo>
                  <a:lnTo>
                    <a:pt x="11006" y="24405"/>
                  </a:lnTo>
                  <a:lnTo>
                    <a:pt x="11122" y="24405"/>
                  </a:lnTo>
                  <a:lnTo>
                    <a:pt x="11199" y="24289"/>
                  </a:lnTo>
                  <a:lnTo>
                    <a:pt x="13130" y="21740"/>
                  </a:lnTo>
                  <a:lnTo>
                    <a:pt x="14095" y="20389"/>
                  </a:lnTo>
                  <a:lnTo>
                    <a:pt x="14520" y="19732"/>
                  </a:lnTo>
                  <a:lnTo>
                    <a:pt x="14945" y="19037"/>
                  </a:lnTo>
                  <a:lnTo>
                    <a:pt x="14983" y="18960"/>
                  </a:lnTo>
                  <a:lnTo>
                    <a:pt x="14945" y="18883"/>
                  </a:lnTo>
                  <a:lnTo>
                    <a:pt x="14790" y="18535"/>
                  </a:lnTo>
                  <a:lnTo>
                    <a:pt x="14597" y="18149"/>
                  </a:lnTo>
                  <a:lnTo>
                    <a:pt x="14288" y="17454"/>
                  </a:lnTo>
                  <a:lnTo>
                    <a:pt x="13786" y="16180"/>
                  </a:lnTo>
                  <a:lnTo>
                    <a:pt x="14211" y="15369"/>
                  </a:lnTo>
                  <a:lnTo>
                    <a:pt x="14674" y="14558"/>
                  </a:lnTo>
                  <a:lnTo>
                    <a:pt x="15061" y="13708"/>
                  </a:lnTo>
                  <a:lnTo>
                    <a:pt x="15447" y="12897"/>
                  </a:lnTo>
                  <a:lnTo>
                    <a:pt x="16065" y="11391"/>
                  </a:lnTo>
                  <a:lnTo>
                    <a:pt x="16644" y="9885"/>
                  </a:lnTo>
                  <a:lnTo>
                    <a:pt x="17146" y="8341"/>
                  </a:lnTo>
                  <a:lnTo>
                    <a:pt x="17609" y="6796"/>
                  </a:lnTo>
                  <a:lnTo>
                    <a:pt x="17995" y="5213"/>
                  </a:lnTo>
                  <a:lnTo>
                    <a:pt x="18382" y="3630"/>
                  </a:lnTo>
                  <a:lnTo>
                    <a:pt x="18729" y="2047"/>
                  </a:lnTo>
                  <a:lnTo>
                    <a:pt x="19038" y="463"/>
                  </a:lnTo>
                  <a:lnTo>
                    <a:pt x="19038" y="386"/>
                  </a:lnTo>
                  <a:lnTo>
                    <a:pt x="18999" y="309"/>
                  </a:lnTo>
                  <a:lnTo>
                    <a:pt x="18999" y="232"/>
                  </a:lnTo>
                  <a:lnTo>
                    <a:pt x="18999" y="77"/>
                  </a:lnTo>
                  <a:lnTo>
                    <a:pt x="18961" y="39"/>
                  </a:lnTo>
                  <a:lnTo>
                    <a:pt x="1888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3"/>
            <p:cNvSpPr/>
            <p:nvPr/>
          </p:nvSpPr>
          <p:spPr>
            <a:xfrm>
              <a:off x="5947325" y="1038225"/>
              <a:ext cx="458575" cy="289650"/>
            </a:xfrm>
            <a:custGeom>
              <a:avLst/>
              <a:gdLst/>
              <a:ahLst/>
              <a:cxnLst/>
              <a:rect l="l" t="t" r="r" b="b"/>
              <a:pathLst>
                <a:path w="18343" h="11586" extrusionOk="0">
                  <a:moveTo>
                    <a:pt x="17068" y="387"/>
                  </a:moveTo>
                  <a:lnTo>
                    <a:pt x="17145" y="426"/>
                  </a:lnTo>
                  <a:lnTo>
                    <a:pt x="17223" y="503"/>
                  </a:lnTo>
                  <a:lnTo>
                    <a:pt x="17300" y="735"/>
                  </a:lnTo>
                  <a:lnTo>
                    <a:pt x="17377" y="928"/>
                  </a:lnTo>
                  <a:lnTo>
                    <a:pt x="17377" y="1121"/>
                  </a:lnTo>
                  <a:lnTo>
                    <a:pt x="17338" y="1314"/>
                  </a:lnTo>
                  <a:lnTo>
                    <a:pt x="17223" y="1546"/>
                  </a:lnTo>
                  <a:lnTo>
                    <a:pt x="16952" y="1893"/>
                  </a:lnTo>
                  <a:lnTo>
                    <a:pt x="16721" y="2125"/>
                  </a:lnTo>
                  <a:lnTo>
                    <a:pt x="16450" y="2356"/>
                  </a:lnTo>
                  <a:lnTo>
                    <a:pt x="16180" y="2550"/>
                  </a:lnTo>
                  <a:lnTo>
                    <a:pt x="15871" y="2665"/>
                  </a:lnTo>
                  <a:lnTo>
                    <a:pt x="15871" y="2086"/>
                  </a:lnTo>
                  <a:lnTo>
                    <a:pt x="15910" y="1777"/>
                  </a:lnTo>
                  <a:lnTo>
                    <a:pt x="15948" y="1468"/>
                  </a:lnTo>
                  <a:lnTo>
                    <a:pt x="16025" y="1198"/>
                  </a:lnTo>
                  <a:lnTo>
                    <a:pt x="16180" y="928"/>
                  </a:lnTo>
                  <a:lnTo>
                    <a:pt x="16334" y="696"/>
                  </a:lnTo>
                  <a:lnTo>
                    <a:pt x="16605" y="503"/>
                  </a:lnTo>
                  <a:lnTo>
                    <a:pt x="16836" y="426"/>
                  </a:lnTo>
                  <a:lnTo>
                    <a:pt x="16991" y="387"/>
                  </a:lnTo>
                  <a:close/>
                  <a:moveTo>
                    <a:pt x="14597" y="2974"/>
                  </a:moveTo>
                  <a:lnTo>
                    <a:pt x="14867" y="3013"/>
                  </a:lnTo>
                  <a:lnTo>
                    <a:pt x="15137" y="3090"/>
                  </a:lnTo>
                  <a:lnTo>
                    <a:pt x="15099" y="3206"/>
                  </a:lnTo>
                  <a:lnTo>
                    <a:pt x="14713" y="3515"/>
                  </a:lnTo>
                  <a:lnTo>
                    <a:pt x="14288" y="3747"/>
                  </a:lnTo>
                  <a:lnTo>
                    <a:pt x="14056" y="3862"/>
                  </a:lnTo>
                  <a:lnTo>
                    <a:pt x="13786" y="3940"/>
                  </a:lnTo>
                  <a:lnTo>
                    <a:pt x="13477" y="4017"/>
                  </a:lnTo>
                  <a:lnTo>
                    <a:pt x="13052" y="4017"/>
                  </a:lnTo>
                  <a:lnTo>
                    <a:pt x="12975" y="3940"/>
                  </a:lnTo>
                  <a:lnTo>
                    <a:pt x="12975" y="3862"/>
                  </a:lnTo>
                  <a:lnTo>
                    <a:pt x="12975" y="3708"/>
                  </a:lnTo>
                  <a:lnTo>
                    <a:pt x="13014" y="3476"/>
                  </a:lnTo>
                  <a:lnTo>
                    <a:pt x="13052" y="3360"/>
                  </a:lnTo>
                  <a:lnTo>
                    <a:pt x="13207" y="3245"/>
                  </a:lnTo>
                  <a:lnTo>
                    <a:pt x="13400" y="3167"/>
                  </a:lnTo>
                  <a:lnTo>
                    <a:pt x="13709" y="3052"/>
                  </a:lnTo>
                  <a:lnTo>
                    <a:pt x="14018" y="3013"/>
                  </a:lnTo>
                  <a:lnTo>
                    <a:pt x="14326" y="2974"/>
                  </a:lnTo>
                  <a:close/>
                  <a:moveTo>
                    <a:pt x="15678" y="3283"/>
                  </a:moveTo>
                  <a:lnTo>
                    <a:pt x="16334" y="3476"/>
                  </a:lnTo>
                  <a:lnTo>
                    <a:pt x="16643" y="3554"/>
                  </a:lnTo>
                  <a:lnTo>
                    <a:pt x="16991" y="3669"/>
                  </a:lnTo>
                  <a:lnTo>
                    <a:pt x="17261" y="3824"/>
                  </a:lnTo>
                  <a:lnTo>
                    <a:pt x="17531" y="4017"/>
                  </a:lnTo>
                  <a:lnTo>
                    <a:pt x="17725" y="4287"/>
                  </a:lnTo>
                  <a:lnTo>
                    <a:pt x="17802" y="4403"/>
                  </a:lnTo>
                  <a:lnTo>
                    <a:pt x="17879" y="4596"/>
                  </a:lnTo>
                  <a:lnTo>
                    <a:pt x="17918" y="4789"/>
                  </a:lnTo>
                  <a:lnTo>
                    <a:pt x="17879" y="4944"/>
                  </a:lnTo>
                  <a:lnTo>
                    <a:pt x="17802" y="5059"/>
                  </a:lnTo>
                  <a:lnTo>
                    <a:pt x="17647" y="5137"/>
                  </a:lnTo>
                  <a:lnTo>
                    <a:pt x="17493" y="5175"/>
                  </a:lnTo>
                  <a:lnTo>
                    <a:pt x="17338" y="5175"/>
                  </a:lnTo>
                  <a:lnTo>
                    <a:pt x="17145" y="5137"/>
                  </a:lnTo>
                  <a:lnTo>
                    <a:pt x="16991" y="5059"/>
                  </a:lnTo>
                  <a:lnTo>
                    <a:pt x="16643" y="4789"/>
                  </a:lnTo>
                  <a:lnTo>
                    <a:pt x="16373" y="4480"/>
                  </a:lnTo>
                  <a:lnTo>
                    <a:pt x="16180" y="4210"/>
                  </a:lnTo>
                  <a:lnTo>
                    <a:pt x="15987" y="3901"/>
                  </a:lnTo>
                  <a:lnTo>
                    <a:pt x="15832" y="3592"/>
                  </a:lnTo>
                  <a:lnTo>
                    <a:pt x="15678" y="3283"/>
                  </a:lnTo>
                  <a:close/>
                  <a:moveTo>
                    <a:pt x="4634" y="542"/>
                  </a:moveTo>
                  <a:lnTo>
                    <a:pt x="5252" y="580"/>
                  </a:lnTo>
                  <a:lnTo>
                    <a:pt x="5831" y="696"/>
                  </a:lnTo>
                  <a:lnTo>
                    <a:pt x="6410" y="850"/>
                  </a:lnTo>
                  <a:lnTo>
                    <a:pt x="6990" y="1121"/>
                  </a:lnTo>
                  <a:lnTo>
                    <a:pt x="7492" y="1430"/>
                  </a:lnTo>
                  <a:lnTo>
                    <a:pt x="7916" y="1739"/>
                  </a:lnTo>
                  <a:lnTo>
                    <a:pt x="8303" y="2086"/>
                  </a:lnTo>
                  <a:lnTo>
                    <a:pt x="8650" y="2472"/>
                  </a:lnTo>
                  <a:lnTo>
                    <a:pt x="8959" y="2858"/>
                  </a:lnTo>
                  <a:lnTo>
                    <a:pt x="9538" y="3669"/>
                  </a:lnTo>
                  <a:lnTo>
                    <a:pt x="10156" y="4480"/>
                  </a:lnTo>
                  <a:lnTo>
                    <a:pt x="10388" y="4828"/>
                  </a:lnTo>
                  <a:lnTo>
                    <a:pt x="10697" y="5137"/>
                  </a:lnTo>
                  <a:lnTo>
                    <a:pt x="11006" y="5446"/>
                  </a:lnTo>
                  <a:lnTo>
                    <a:pt x="11353" y="5677"/>
                  </a:lnTo>
                  <a:lnTo>
                    <a:pt x="11701" y="5870"/>
                  </a:lnTo>
                  <a:lnTo>
                    <a:pt x="12125" y="5986"/>
                  </a:lnTo>
                  <a:lnTo>
                    <a:pt x="12512" y="6025"/>
                  </a:lnTo>
                  <a:lnTo>
                    <a:pt x="12975" y="5986"/>
                  </a:lnTo>
                  <a:lnTo>
                    <a:pt x="13322" y="5870"/>
                  </a:lnTo>
                  <a:lnTo>
                    <a:pt x="13631" y="5755"/>
                  </a:lnTo>
                  <a:lnTo>
                    <a:pt x="13902" y="5600"/>
                  </a:lnTo>
                  <a:lnTo>
                    <a:pt x="14172" y="5407"/>
                  </a:lnTo>
                  <a:lnTo>
                    <a:pt x="14404" y="5214"/>
                  </a:lnTo>
                  <a:lnTo>
                    <a:pt x="14597" y="4982"/>
                  </a:lnTo>
                  <a:lnTo>
                    <a:pt x="14828" y="4712"/>
                  </a:lnTo>
                  <a:lnTo>
                    <a:pt x="14983" y="4442"/>
                  </a:lnTo>
                  <a:lnTo>
                    <a:pt x="14751" y="5253"/>
                  </a:lnTo>
                  <a:lnTo>
                    <a:pt x="14442" y="5986"/>
                  </a:lnTo>
                  <a:lnTo>
                    <a:pt x="14056" y="6720"/>
                  </a:lnTo>
                  <a:lnTo>
                    <a:pt x="13593" y="7415"/>
                  </a:lnTo>
                  <a:lnTo>
                    <a:pt x="13091" y="8071"/>
                  </a:lnTo>
                  <a:lnTo>
                    <a:pt x="12512" y="8651"/>
                  </a:lnTo>
                  <a:lnTo>
                    <a:pt x="11894" y="9191"/>
                  </a:lnTo>
                  <a:lnTo>
                    <a:pt x="11199" y="9693"/>
                  </a:lnTo>
                  <a:lnTo>
                    <a:pt x="10697" y="10002"/>
                  </a:lnTo>
                  <a:lnTo>
                    <a:pt x="10156" y="10272"/>
                  </a:lnTo>
                  <a:lnTo>
                    <a:pt x="9615" y="10466"/>
                  </a:lnTo>
                  <a:lnTo>
                    <a:pt x="9075" y="10659"/>
                  </a:lnTo>
                  <a:lnTo>
                    <a:pt x="8496" y="10774"/>
                  </a:lnTo>
                  <a:lnTo>
                    <a:pt x="7955" y="10890"/>
                  </a:lnTo>
                  <a:lnTo>
                    <a:pt x="7376" y="10929"/>
                  </a:lnTo>
                  <a:lnTo>
                    <a:pt x="6835" y="10929"/>
                  </a:lnTo>
                  <a:lnTo>
                    <a:pt x="6256" y="10890"/>
                  </a:lnTo>
                  <a:lnTo>
                    <a:pt x="5715" y="10774"/>
                  </a:lnTo>
                  <a:lnTo>
                    <a:pt x="5175" y="10620"/>
                  </a:lnTo>
                  <a:lnTo>
                    <a:pt x="4634" y="10466"/>
                  </a:lnTo>
                  <a:lnTo>
                    <a:pt x="4132" y="10195"/>
                  </a:lnTo>
                  <a:lnTo>
                    <a:pt x="3630" y="9925"/>
                  </a:lnTo>
                  <a:lnTo>
                    <a:pt x="3128" y="9577"/>
                  </a:lnTo>
                  <a:lnTo>
                    <a:pt x="2665" y="9191"/>
                  </a:lnTo>
                  <a:lnTo>
                    <a:pt x="2201" y="8767"/>
                  </a:lnTo>
                  <a:lnTo>
                    <a:pt x="1777" y="8303"/>
                  </a:lnTo>
                  <a:lnTo>
                    <a:pt x="1429" y="7801"/>
                  </a:lnTo>
                  <a:lnTo>
                    <a:pt x="1082" y="7261"/>
                  </a:lnTo>
                  <a:lnTo>
                    <a:pt x="811" y="6720"/>
                  </a:lnTo>
                  <a:lnTo>
                    <a:pt x="618" y="6141"/>
                  </a:lnTo>
                  <a:lnTo>
                    <a:pt x="464" y="5523"/>
                  </a:lnTo>
                  <a:lnTo>
                    <a:pt x="425" y="4905"/>
                  </a:lnTo>
                  <a:lnTo>
                    <a:pt x="464" y="4287"/>
                  </a:lnTo>
                  <a:lnTo>
                    <a:pt x="618" y="3708"/>
                  </a:lnTo>
                  <a:lnTo>
                    <a:pt x="811" y="3129"/>
                  </a:lnTo>
                  <a:lnTo>
                    <a:pt x="1120" y="2588"/>
                  </a:lnTo>
                  <a:lnTo>
                    <a:pt x="1468" y="2086"/>
                  </a:lnTo>
                  <a:lnTo>
                    <a:pt x="1892" y="1661"/>
                  </a:lnTo>
                  <a:lnTo>
                    <a:pt x="2356" y="1275"/>
                  </a:lnTo>
                  <a:lnTo>
                    <a:pt x="2896" y="1005"/>
                  </a:lnTo>
                  <a:lnTo>
                    <a:pt x="3476" y="773"/>
                  </a:lnTo>
                  <a:lnTo>
                    <a:pt x="4055" y="619"/>
                  </a:lnTo>
                  <a:lnTo>
                    <a:pt x="4634" y="542"/>
                  </a:lnTo>
                  <a:close/>
                  <a:moveTo>
                    <a:pt x="16875" y="1"/>
                  </a:moveTo>
                  <a:lnTo>
                    <a:pt x="16682" y="40"/>
                  </a:lnTo>
                  <a:lnTo>
                    <a:pt x="16450" y="155"/>
                  </a:lnTo>
                  <a:lnTo>
                    <a:pt x="16257" y="271"/>
                  </a:lnTo>
                  <a:lnTo>
                    <a:pt x="16103" y="426"/>
                  </a:lnTo>
                  <a:lnTo>
                    <a:pt x="15948" y="580"/>
                  </a:lnTo>
                  <a:lnTo>
                    <a:pt x="15832" y="773"/>
                  </a:lnTo>
                  <a:lnTo>
                    <a:pt x="15717" y="1005"/>
                  </a:lnTo>
                  <a:lnTo>
                    <a:pt x="15601" y="1237"/>
                  </a:lnTo>
                  <a:lnTo>
                    <a:pt x="15485" y="1739"/>
                  </a:lnTo>
                  <a:lnTo>
                    <a:pt x="15446" y="2279"/>
                  </a:lnTo>
                  <a:lnTo>
                    <a:pt x="15485" y="2820"/>
                  </a:lnTo>
                  <a:lnTo>
                    <a:pt x="15369" y="2820"/>
                  </a:lnTo>
                  <a:lnTo>
                    <a:pt x="15330" y="2858"/>
                  </a:lnTo>
                  <a:lnTo>
                    <a:pt x="14906" y="2743"/>
                  </a:lnTo>
                  <a:lnTo>
                    <a:pt x="14442" y="2665"/>
                  </a:lnTo>
                  <a:lnTo>
                    <a:pt x="13979" y="2665"/>
                  </a:lnTo>
                  <a:lnTo>
                    <a:pt x="13516" y="2743"/>
                  </a:lnTo>
                  <a:lnTo>
                    <a:pt x="13168" y="2858"/>
                  </a:lnTo>
                  <a:lnTo>
                    <a:pt x="12975" y="2974"/>
                  </a:lnTo>
                  <a:lnTo>
                    <a:pt x="12782" y="3090"/>
                  </a:lnTo>
                  <a:lnTo>
                    <a:pt x="12627" y="3206"/>
                  </a:lnTo>
                  <a:lnTo>
                    <a:pt x="12512" y="3360"/>
                  </a:lnTo>
                  <a:lnTo>
                    <a:pt x="12396" y="3554"/>
                  </a:lnTo>
                  <a:lnTo>
                    <a:pt x="12396" y="3747"/>
                  </a:lnTo>
                  <a:lnTo>
                    <a:pt x="12396" y="3940"/>
                  </a:lnTo>
                  <a:lnTo>
                    <a:pt x="12473" y="4094"/>
                  </a:lnTo>
                  <a:lnTo>
                    <a:pt x="12627" y="4210"/>
                  </a:lnTo>
                  <a:lnTo>
                    <a:pt x="12782" y="4287"/>
                  </a:lnTo>
                  <a:lnTo>
                    <a:pt x="12975" y="4364"/>
                  </a:lnTo>
                  <a:lnTo>
                    <a:pt x="13168" y="4403"/>
                  </a:lnTo>
                  <a:lnTo>
                    <a:pt x="13516" y="4364"/>
                  </a:lnTo>
                  <a:lnTo>
                    <a:pt x="13863" y="4326"/>
                  </a:lnTo>
                  <a:lnTo>
                    <a:pt x="14211" y="4210"/>
                  </a:lnTo>
                  <a:lnTo>
                    <a:pt x="14520" y="4017"/>
                  </a:lnTo>
                  <a:lnTo>
                    <a:pt x="14828" y="3824"/>
                  </a:lnTo>
                  <a:lnTo>
                    <a:pt x="14597" y="4287"/>
                  </a:lnTo>
                  <a:lnTo>
                    <a:pt x="14288" y="4673"/>
                  </a:lnTo>
                  <a:lnTo>
                    <a:pt x="14133" y="4866"/>
                  </a:lnTo>
                  <a:lnTo>
                    <a:pt x="13940" y="5021"/>
                  </a:lnTo>
                  <a:lnTo>
                    <a:pt x="13709" y="5175"/>
                  </a:lnTo>
                  <a:lnTo>
                    <a:pt x="13516" y="5291"/>
                  </a:lnTo>
                  <a:lnTo>
                    <a:pt x="13129" y="5446"/>
                  </a:lnTo>
                  <a:lnTo>
                    <a:pt x="12743" y="5523"/>
                  </a:lnTo>
                  <a:lnTo>
                    <a:pt x="12396" y="5523"/>
                  </a:lnTo>
                  <a:lnTo>
                    <a:pt x="12048" y="5446"/>
                  </a:lnTo>
                  <a:lnTo>
                    <a:pt x="11739" y="5330"/>
                  </a:lnTo>
                  <a:lnTo>
                    <a:pt x="11430" y="5137"/>
                  </a:lnTo>
                  <a:lnTo>
                    <a:pt x="11121" y="4905"/>
                  </a:lnTo>
                  <a:lnTo>
                    <a:pt x="10851" y="4635"/>
                  </a:lnTo>
                  <a:lnTo>
                    <a:pt x="10542" y="4210"/>
                  </a:lnTo>
                  <a:lnTo>
                    <a:pt x="10195" y="3785"/>
                  </a:lnTo>
                  <a:lnTo>
                    <a:pt x="9615" y="2936"/>
                  </a:lnTo>
                  <a:lnTo>
                    <a:pt x="9307" y="2511"/>
                  </a:lnTo>
                  <a:lnTo>
                    <a:pt x="8959" y="2086"/>
                  </a:lnTo>
                  <a:lnTo>
                    <a:pt x="8573" y="1700"/>
                  </a:lnTo>
                  <a:lnTo>
                    <a:pt x="8187" y="1352"/>
                  </a:lnTo>
                  <a:lnTo>
                    <a:pt x="7646" y="966"/>
                  </a:lnTo>
                  <a:lnTo>
                    <a:pt x="7105" y="657"/>
                  </a:lnTo>
                  <a:lnTo>
                    <a:pt x="6526" y="426"/>
                  </a:lnTo>
                  <a:lnTo>
                    <a:pt x="5947" y="271"/>
                  </a:lnTo>
                  <a:lnTo>
                    <a:pt x="5329" y="155"/>
                  </a:lnTo>
                  <a:lnTo>
                    <a:pt x="4750" y="117"/>
                  </a:lnTo>
                  <a:lnTo>
                    <a:pt x="4132" y="155"/>
                  </a:lnTo>
                  <a:lnTo>
                    <a:pt x="3553" y="271"/>
                  </a:lnTo>
                  <a:lnTo>
                    <a:pt x="3283" y="348"/>
                  </a:lnTo>
                  <a:lnTo>
                    <a:pt x="2935" y="464"/>
                  </a:lnTo>
                  <a:lnTo>
                    <a:pt x="2588" y="619"/>
                  </a:lnTo>
                  <a:lnTo>
                    <a:pt x="2279" y="812"/>
                  </a:lnTo>
                  <a:lnTo>
                    <a:pt x="1931" y="1005"/>
                  </a:lnTo>
                  <a:lnTo>
                    <a:pt x="1661" y="1275"/>
                  </a:lnTo>
                  <a:lnTo>
                    <a:pt x="1352" y="1546"/>
                  </a:lnTo>
                  <a:lnTo>
                    <a:pt x="1082" y="1854"/>
                  </a:lnTo>
                  <a:lnTo>
                    <a:pt x="850" y="2163"/>
                  </a:lnTo>
                  <a:lnTo>
                    <a:pt x="541" y="2665"/>
                  </a:lnTo>
                  <a:lnTo>
                    <a:pt x="309" y="3167"/>
                  </a:lnTo>
                  <a:lnTo>
                    <a:pt x="155" y="3669"/>
                  </a:lnTo>
                  <a:lnTo>
                    <a:pt x="78" y="4171"/>
                  </a:lnTo>
                  <a:lnTo>
                    <a:pt x="0" y="4712"/>
                  </a:lnTo>
                  <a:lnTo>
                    <a:pt x="39" y="5214"/>
                  </a:lnTo>
                  <a:lnTo>
                    <a:pt x="78" y="5716"/>
                  </a:lnTo>
                  <a:lnTo>
                    <a:pt x="193" y="6218"/>
                  </a:lnTo>
                  <a:lnTo>
                    <a:pt x="386" y="6720"/>
                  </a:lnTo>
                  <a:lnTo>
                    <a:pt x="580" y="7222"/>
                  </a:lnTo>
                  <a:lnTo>
                    <a:pt x="811" y="7685"/>
                  </a:lnTo>
                  <a:lnTo>
                    <a:pt x="1082" y="8110"/>
                  </a:lnTo>
                  <a:lnTo>
                    <a:pt x="1429" y="8573"/>
                  </a:lnTo>
                  <a:lnTo>
                    <a:pt x="1777" y="8960"/>
                  </a:lnTo>
                  <a:lnTo>
                    <a:pt x="2124" y="9384"/>
                  </a:lnTo>
                  <a:lnTo>
                    <a:pt x="2549" y="9732"/>
                  </a:lnTo>
                  <a:lnTo>
                    <a:pt x="3090" y="10157"/>
                  </a:lnTo>
                  <a:lnTo>
                    <a:pt x="3630" y="10504"/>
                  </a:lnTo>
                  <a:lnTo>
                    <a:pt x="4209" y="10774"/>
                  </a:lnTo>
                  <a:lnTo>
                    <a:pt x="4789" y="11045"/>
                  </a:lnTo>
                  <a:lnTo>
                    <a:pt x="5406" y="11199"/>
                  </a:lnTo>
                  <a:lnTo>
                    <a:pt x="6024" y="11354"/>
                  </a:lnTo>
                  <a:lnTo>
                    <a:pt x="6642" y="11392"/>
                  </a:lnTo>
                  <a:lnTo>
                    <a:pt x="7260" y="11431"/>
                  </a:lnTo>
                  <a:lnTo>
                    <a:pt x="7337" y="11585"/>
                  </a:lnTo>
                  <a:lnTo>
                    <a:pt x="7646" y="11392"/>
                  </a:lnTo>
                  <a:lnTo>
                    <a:pt x="8457" y="11315"/>
                  </a:lnTo>
                  <a:lnTo>
                    <a:pt x="9268" y="11122"/>
                  </a:lnTo>
                  <a:lnTo>
                    <a:pt x="10079" y="10813"/>
                  </a:lnTo>
                  <a:lnTo>
                    <a:pt x="10851" y="10466"/>
                  </a:lnTo>
                  <a:lnTo>
                    <a:pt x="11546" y="10041"/>
                  </a:lnTo>
                  <a:lnTo>
                    <a:pt x="12164" y="9577"/>
                  </a:lnTo>
                  <a:lnTo>
                    <a:pt x="12434" y="9384"/>
                  </a:lnTo>
                  <a:lnTo>
                    <a:pt x="13052" y="8805"/>
                  </a:lnTo>
                  <a:lnTo>
                    <a:pt x="13631" y="8187"/>
                  </a:lnTo>
                  <a:lnTo>
                    <a:pt x="14133" y="7492"/>
                  </a:lnTo>
                  <a:lnTo>
                    <a:pt x="14597" y="6797"/>
                  </a:lnTo>
                  <a:lnTo>
                    <a:pt x="14944" y="6025"/>
                  </a:lnTo>
                  <a:lnTo>
                    <a:pt x="15099" y="5639"/>
                  </a:lnTo>
                  <a:lnTo>
                    <a:pt x="15253" y="5214"/>
                  </a:lnTo>
                  <a:lnTo>
                    <a:pt x="15330" y="4828"/>
                  </a:lnTo>
                  <a:lnTo>
                    <a:pt x="15408" y="4403"/>
                  </a:lnTo>
                  <a:lnTo>
                    <a:pt x="15485" y="4017"/>
                  </a:lnTo>
                  <a:lnTo>
                    <a:pt x="15485" y="3592"/>
                  </a:lnTo>
                  <a:lnTo>
                    <a:pt x="15678" y="4056"/>
                  </a:lnTo>
                  <a:lnTo>
                    <a:pt x="15948" y="4480"/>
                  </a:lnTo>
                  <a:lnTo>
                    <a:pt x="16257" y="4866"/>
                  </a:lnTo>
                  <a:lnTo>
                    <a:pt x="16605" y="5214"/>
                  </a:lnTo>
                  <a:lnTo>
                    <a:pt x="16759" y="5368"/>
                  </a:lnTo>
                  <a:lnTo>
                    <a:pt x="16991" y="5484"/>
                  </a:lnTo>
                  <a:lnTo>
                    <a:pt x="17184" y="5561"/>
                  </a:lnTo>
                  <a:lnTo>
                    <a:pt x="17416" y="5639"/>
                  </a:lnTo>
                  <a:lnTo>
                    <a:pt x="17609" y="5677"/>
                  </a:lnTo>
                  <a:lnTo>
                    <a:pt x="17840" y="5639"/>
                  </a:lnTo>
                  <a:lnTo>
                    <a:pt x="18033" y="5523"/>
                  </a:lnTo>
                  <a:lnTo>
                    <a:pt x="18188" y="5330"/>
                  </a:lnTo>
                  <a:lnTo>
                    <a:pt x="18304" y="5137"/>
                  </a:lnTo>
                  <a:lnTo>
                    <a:pt x="18342" y="4944"/>
                  </a:lnTo>
                  <a:lnTo>
                    <a:pt x="18304" y="4712"/>
                  </a:lnTo>
                  <a:lnTo>
                    <a:pt x="18265" y="4519"/>
                  </a:lnTo>
                  <a:lnTo>
                    <a:pt x="18188" y="4287"/>
                  </a:lnTo>
                  <a:lnTo>
                    <a:pt x="18072" y="4133"/>
                  </a:lnTo>
                  <a:lnTo>
                    <a:pt x="17956" y="3940"/>
                  </a:lnTo>
                  <a:lnTo>
                    <a:pt x="17802" y="3785"/>
                  </a:lnTo>
                  <a:lnTo>
                    <a:pt x="17647" y="3631"/>
                  </a:lnTo>
                  <a:lnTo>
                    <a:pt x="17416" y="3476"/>
                  </a:lnTo>
                  <a:lnTo>
                    <a:pt x="16952" y="3245"/>
                  </a:lnTo>
                  <a:lnTo>
                    <a:pt x="16489" y="3052"/>
                  </a:lnTo>
                  <a:lnTo>
                    <a:pt x="15987" y="2936"/>
                  </a:lnTo>
                  <a:lnTo>
                    <a:pt x="16412" y="2781"/>
                  </a:lnTo>
                  <a:lnTo>
                    <a:pt x="16836" y="2511"/>
                  </a:lnTo>
                  <a:lnTo>
                    <a:pt x="17184" y="2202"/>
                  </a:lnTo>
                  <a:lnTo>
                    <a:pt x="17493" y="1816"/>
                  </a:lnTo>
                  <a:lnTo>
                    <a:pt x="17609" y="1584"/>
                  </a:lnTo>
                  <a:lnTo>
                    <a:pt x="17725" y="1352"/>
                  </a:lnTo>
                  <a:lnTo>
                    <a:pt x="17763" y="1082"/>
                  </a:lnTo>
                  <a:lnTo>
                    <a:pt x="17802" y="850"/>
                  </a:lnTo>
                  <a:lnTo>
                    <a:pt x="17802" y="580"/>
                  </a:lnTo>
                  <a:lnTo>
                    <a:pt x="17725" y="387"/>
                  </a:lnTo>
                  <a:lnTo>
                    <a:pt x="17570" y="194"/>
                  </a:lnTo>
                  <a:lnTo>
                    <a:pt x="17454" y="117"/>
                  </a:lnTo>
                  <a:lnTo>
                    <a:pt x="17338" y="40"/>
                  </a:lnTo>
                  <a:lnTo>
                    <a:pt x="171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3"/>
            <p:cNvSpPr/>
            <p:nvPr/>
          </p:nvSpPr>
          <p:spPr>
            <a:xfrm>
              <a:off x="5978200" y="1074925"/>
              <a:ext cx="144850" cy="162200"/>
            </a:xfrm>
            <a:custGeom>
              <a:avLst/>
              <a:gdLst/>
              <a:ahLst/>
              <a:cxnLst/>
              <a:rect l="l" t="t" r="r" b="b"/>
              <a:pathLst>
                <a:path w="5794" h="6488" extrusionOk="0">
                  <a:moveTo>
                    <a:pt x="2241" y="425"/>
                  </a:moveTo>
                  <a:lnTo>
                    <a:pt x="2781" y="464"/>
                  </a:lnTo>
                  <a:lnTo>
                    <a:pt x="3283" y="580"/>
                  </a:lnTo>
                  <a:lnTo>
                    <a:pt x="3747" y="734"/>
                  </a:lnTo>
                  <a:lnTo>
                    <a:pt x="4171" y="1004"/>
                  </a:lnTo>
                  <a:lnTo>
                    <a:pt x="4558" y="1313"/>
                  </a:lnTo>
                  <a:lnTo>
                    <a:pt x="4751" y="1506"/>
                  </a:lnTo>
                  <a:lnTo>
                    <a:pt x="4905" y="1738"/>
                  </a:lnTo>
                  <a:lnTo>
                    <a:pt x="5021" y="1931"/>
                  </a:lnTo>
                  <a:lnTo>
                    <a:pt x="5137" y="2163"/>
                  </a:lnTo>
                  <a:lnTo>
                    <a:pt x="5214" y="2433"/>
                  </a:lnTo>
                  <a:lnTo>
                    <a:pt x="5291" y="2703"/>
                  </a:lnTo>
                  <a:lnTo>
                    <a:pt x="5330" y="3167"/>
                  </a:lnTo>
                  <a:lnTo>
                    <a:pt x="5330" y="3630"/>
                  </a:lnTo>
                  <a:lnTo>
                    <a:pt x="5214" y="4132"/>
                  </a:lnTo>
                  <a:lnTo>
                    <a:pt x="5021" y="4557"/>
                  </a:lnTo>
                  <a:lnTo>
                    <a:pt x="4789" y="4982"/>
                  </a:lnTo>
                  <a:lnTo>
                    <a:pt x="4480" y="5329"/>
                  </a:lnTo>
                  <a:lnTo>
                    <a:pt x="4287" y="5484"/>
                  </a:lnTo>
                  <a:lnTo>
                    <a:pt x="4094" y="5638"/>
                  </a:lnTo>
                  <a:lnTo>
                    <a:pt x="3901" y="5754"/>
                  </a:lnTo>
                  <a:lnTo>
                    <a:pt x="3669" y="5831"/>
                  </a:lnTo>
                  <a:lnTo>
                    <a:pt x="3360" y="5947"/>
                  </a:lnTo>
                  <a:lnTo>
                    <a:pt x="3090" y="5986"/>
                  </a:lnTo>
                  <a:lnTo>
                    <a:pt x="2820" y="6024"/>
                  </a:lnTo>
                  <a:lnTo>
                    <a:pt x="2550" y="5986"/>
                  </a:lnTo>
                  <a:lnTo>
                    <a:pt x="2279" y="5947"/>
                  </a:lnTo>
                  <a:lnTo>
                    <a:pt x="2048" y="5870"/>
                  </a:lnTo>
                  <a:lnTo>
                    <a:pt x="1855" y="5754"/>
                  </a:lnTo>
                  <a:lnTo>
                    <a:pt x="1623" y="5638"/>
                  </a:lnTo>
                  <a:lnTo>
                    <a:pt x="1430" y="5484"/>
                  </a:lnTo>
                  <a:lnTo>
                    <a:pt x="1275" y="5291"/>
                  </a:lnTo>
                  <a:lnTo>
                    <a:pt x="1082" y="5097"/>
                  </a:lnTo>
                  <a:lnTo>
                    <a:pt x="966" y="4904"/>
                  </a:lnTo>
                  <a:lnTo>
                    <a:pt x="696" y="4441"/>
                  </a:lnTo>
                  <a:lnTo>
                    <a:pt x="542" y="3900"/>
                  </a:lnTo>
                  <a:lnTo>
                    <a:pt x="426" y="3398"/>
                  </a:lnTo>
                  <a:lnTo>
                    <a:pt x="426" y="2858"/>
                  </a:lnTo>
                  <a:lnTo>
                    <a:pt x="503" y="2317"/>
                  </a:lnTo>
                  <a:lnTo>
                    <a:pt x="542" y="2047"/>
                  </a:lnTo>
                  <a:lnTo>
                    <a:pt x="657" y="1815"/>
                  </a:lnTo>
                  <a:lnTo>
                    <a:pt x="735" y="1584"/>
                  </a:lnTo>
                  <a:lnTo>
                    <a:pt x="889" y="1352"/>
                  </a:lnTo>
                  <a:lnTo>
                    <a:pt x="1044" y="1159"/>
                  </a:lnTo>
                  <a:lnTo>
                    <a:pt x="1237" y="1004"/>
                  </a:lnTo>
                  <a:lnTo>
                    <a:pt x="1430" y="811"/>
                  </a:lnTo>
                  <a:lnTo>
                    <a:pt x="1661" y="695"/>
                  </a:lnTo>
                  <a:lnTo>
                    <a:pt x="1893" y="580"/>
                  </a:lnTo>
                  <a:lnTo>
                    <a:pt x="2202" y="502"/>
                  </a:lnTo>
                  <a:lnTo>
                    <a:pt x="2241" y="464"/>
                  </a:lnTo>
                  <a:lnTo>
                    <a:pt x="2241" y="425"/>
                  </a:lnTo>
                  <a:close/>
                  <a:moveTo>
                    <a:pt x="2279" y="0"/>
                  </a:moveTo>
                  <a:lnTo>
                    <a:pt x="1970" y="39"/>
                  </a:lnTo>
                  <a:lnTo>
                    <a:pt x="1893" y="78"/>
                  </a:lnTo>
                  <a:lnTo>
                    <a:pt x="1816" y="116"/>
                  </a:lnTo>
                  <a:lnTo>
                    <a:pt x="1816" y="193"/>
                  </a:lnTo>
                  <a:lnTo>
                    <a:pt x="1816" y="271"/>
                  </a:lnTo>
                  <a:lnTo>
                    <a:pt x="1507" y="348"/>
                  </a:lnTo>
                  <a:lnTo>
                    <a:pt x="1275" y="464"/>
                  </a:lnTo>
                  <a:lnTo>
                    <a:pt x="1044" y="618"/>
                  </a:lnTo>
                  <a:lnTo>
                    <a:pt x="812" y="773"/>
                  </a:lnTo>
                  <a:lnTo>
                    <a:pt x="619" y="966"/>
                  </a:lnTo>
                  <a:lnTo>
                    <a:pt x="464" y="1197"/>
                  </a:lnTo>
                  <a:lnTo>
                    <a:pt x="349" y="1429"/>
                  </a:lnTo>
                  <a:lnTo>
                    <a:pt x="233" y="1661"/>
                  </a:lnTo>
                  <a:lnTo>
                    <a:pt x="117" y="1931"/>
                  </a:lnTo>
                  <a:lnTo>
                    <a:pt x="78" y="2201"/>
                  </a:lnTo>
                  <a:lnTo>
                    <a:pt x="1" y="2781"/>
                  </a:lnTo>
                  <a:lnTo>
                    <a:pt x="1" y="3360"/>
                  </a:lnTo>
                  <a:lnTo>
                    <a:pt x="78" y="3900"/>
                  </a:lnTo>
                  <a:lnTo>
                    <a:pt x="271" y="4518"/>
                  </a:lnTo>
                  <a:lnTo>
                    <a:pt x="387" y="4827"/>
                  </a:lnTo>
                  <a:lnTo>
                    <a:pt x="542" y="5097"/>
                  </a:lnTo>
                  <a:lnTo>
                    <a:pt x="696" y="5329"/>
                  </a:lnTo>
                  <a:lnTo>
                    <a:pt x="851" y="5561"/>
                  </a:lnTo>
                  <a:lnTo>
                    <a:pt x="1082" y="5793"/>
                  </a:lnTo>
                  <a:lnTo>
                    <a:pt x="1275" y="5986"/>
                  </a:lnTo>
                  <a:lnTo>
                    <a:pt x="1507" y="6140"/>
                  </a:lnTo>
                  <a:lnTo>
                    <a:pt x="1739" y="6256"/>
                  </a:lnTo>
                  <a:lnTo>
                    <a:pt x="2009" y="6372"/>
                  </a:lnTo>
                  <a:lnTo>
                    <a:pt x="2279" y="6449"/>
                  </a:lnTo>
                  <a:lnTo>
                    <a:pt x="2588" y="6488"/>
                  </a:lnTo>
                  <a:lnTo>
                    <a:pt x="2897" y="6488"/>
                  </a:lnTo>
                  <a:lnTo>
                    <a:pt x="3206" y="6449"/>
                  </a:lnTo>
                  <a:lnTo>
                    <a:pt x="3554" y="6372"/>
                  </a:lnTo>
                  <a:lnTo>
                    <a:pt x="3862" y="6256"/>
                  </a:lnTo>
                  <a:lnTo>
                    <a:pt x="4133" y="6140"/>
                  </a:lnTo>
                  <a:lnTo>
                    <a:pt x="4403" y="5986"/>
                  </a:lnTo>
                  <a:lnTo>
                    <a:pt x="4635" y="5793"/>
                  </a:lnTo>
                  <a:lnTo>
                    <a:pt x="4866" y="5599"/>
                  </a:lnTo>
                  <a:lnTo>
                    <a:pt x="5060" y="5368"/>
                  </a:lnTo>
                  <a:lnTo>
                    <a:pt x="5214" y="5136"/>
                  </a:lnTo>
                  <a:lnTo>
                    <a:pt x="5368" y="4866"/>
                  </a:lnTo>
                  <a:lnTo>
                    <a:pt x="5523" y="4634"/>
                  </a:lnTo>
                  <a:lnTo>
                    <a:pt x="5639" y="4325"/>
                  </a:lnTo>
                  <a:lnTo>
                    <a:pt x="5716" y="4055"/>
                  </a:lnTo>
                  <a:lnTo>
                    <a:pt x="5755" y="3746"/>
                  </a:lnTo>
                  <a:lnTo>
                    <a:pt x="5793" y="3437"/>
                  </a:lnTo>
                  <a:lnTo>
                    <a:pt x="5793" y="3128"/>
                  </a:lnTo>
                  <a:lnTo>
                    <a:pt x="5793" y="2858"/>
                  </a:lnTo>
                  <a:lnTo>
                    <a:pt x="5716" y="2549"/>
                  </a:lnTo>
                  <a:lnTo>
                    <a:pt x="5639" y="2240"/>
                  </a:lnTo>
                  <a:lnTo>
                    <a:pt x="5523" y="1931"/>
                  </a:lnTo>
                  <a:lnTo>
                    <a:pt x="5368" y="1661"/>
                  </a:lnTo>
                  <a:lnTo>
                    <a:pt x="5214" y="1390"/>
                  </a:lnTo>
                  <a:lnTo>
                    <a:pt x="5021" y="1159"/>
                  </a:lnTo>
                  <a:lnTo>
                    <a:pt x="4828" y="927"/>
                  </a:lnTo>
                  <a:lnTo>
                    <a:pt x="4596" y="734"/>
                  </a:lnTo>
                  <a:lnTo>
                    <a:pt x="4326" y="541"/>
                  </a:lnTo>
                  <a:lnTo>
                    <a:pt x="4094" y="386"/>
                  </a:lnTo>
                  <a:lnTo>
                    <a:pt x="3824" y="271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3"/>
            <p:cNvSpPr/>
            <p:nvPr/>
          </p:nvSpPr>
          <p:spPr>
            <a:xfrm>
              <a:off x="5341075" y="1099050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0" y="78"/>
                  </a:lnTo>
                  <a:lnTo>
                    <a:pt x="2510" y="194"/>
                  </a:lnTo>
                  <a:lnTo>
                    <a:pt x="2240" y="310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0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0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9" y="4866"/>
                  </a:lnTo>
                  <a:lnTo>
                    <a:pt x="888" y="4828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7" y="3167"/>
                  </a:lnTo>
                  <a:lnTo>
                    <a:pt x="772" y="2742"/>
                  </a:lnTo>
                  <a:lnTo>
                    <a:pt x="966" y="2318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80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3"/>
            <p:cNvSpPr/>
            <p:nvPr/>
          </p:nvSpPr>
          <p:spPr>
            <a:xfrm>
              <a:off x="695700" y="1106775"/>
              <a:ext cx="102350" cy="132275"/>
            </a:xfrm>
            <a:custGeom>
              <a:avLst/>
              <a:gdLst/>
              <a:ahLst/>
              <a:cxnLst/>
              <a:rect l="l" t="t" r="r" b="b"/>
              <a:pathLst>
                <a:path w="4094" h="5291" extrusionOk="0">
                  <a:moveTo>
                    <a:pt x="2279" y="1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4" y="1893"/>
                  </a:lnTo>
                  <a:lnTo>
                    <a:pt x="116" y="2279"/>
                  </a:lnTo>
                  <a:lnTo>
                    <a:pt x="39" y="2665"/>
                  </a:lnTo>
                  <a:lnTo>
                    <a:pt x="0" y="3051"/>
                  </a:lnTo>
                  <a:lnTo>
                    <a:pt x="0" y="3823"/>
                  </a:lnTo>
                  <a:lnTo>
                    <a:pt x="0" y="5291"/>
                  </a:lnTo>
                  <a:lnTo>
                    <a:pt x="425" y="5291"/>
                  </a:lnTo>
                  <a:lnTo>
                    <a:pt x="464" y="4750"/>
                  </a:lnTo>
                  <a:lnTo>
                    <a:pt x="464" y="4210"/>
                  </a:lnTo>
                  <a:lnTo>
                    <a:pt x="464" y="3630"/>
                  </a:lnTo>
                  <a:lnTo>
                    <a:pt x="464" y="3090"/>
                  </a:lnTo>
                  <a:lnTo>
                    <a:pt x="541" y="2549"/>
                  </a:lnTo>
                  <a:lnTo>
                    <a:pt x="657" y="2047"/>
                  </a:lnTo>
                  <a:lnTo>
                    <a:pt x="773" y="1816"/>
                  </a:lnTo>
                  <a:lnTo>
                    <a:pt x="889" y="1545"/>
                  </a:lnTo>
                  <a:lnTo>
                    <a:pt x="1043" y="1352"/>
                  </a:lnTo>
                  <a:lnTo>
                    <a:pt x="1198" y="1120"/>
                  </a:lnTo>
                  <a:lnTo>
                    <a:pt x="1391" y="927"/>
                  </a:lnTo>
                  <a:lnTo>
                    <a:pt x="1622" y="773"/>
                  </a:lnTo>
                  <a:lnTo>
                    <a:pt x="1854" y="657"/>
                  </a:lnTo>
                  <a:lnTo>
                    <a:pt x="2124" y="580"/>
                  </a:lnTo>
                  <a:lnTo>
                    <a:pt x="2433" y="541"/>
                  </a:lnTo>
                  <a:lnTo>
                    <a:pt x="2703" y="541"/>
                  </a:lnTo>
                  <a:lnTo>
                    <a:pt x="2974" y="618"/>
                  </a:lnTo>
                  <a:lnTo>
                    <a:pt x="3205" y="773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2" y="1391"/>
                  </a:lnTo>
                  <a:lnTo>
                    <a:pt x="3669" y="1661"/>
                  </a:lnTo>
                  <a:lnTo>
                    <a:pt x="4094" y="1545"/>
                  </a:lnTo>
                  <a:lnTo>
                    <a:pt x="3978" y="1159"/>
                  </a:lnTo>
                  <a:lnTo>
                    <a:pt x="3823" y="812"/>
                  </a:lnTo>
                  <a:lnTo>
                    <a:pt x="3630" y="503"/>
                  </a:lnTo>
                  <a:lnTo>
                    <a:pt x="3399" y="271"/>
                  </a:lnTo>
                  <a:lnTo>
                    <a:pt x="3244" y="194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3"/>
            <p:cNvSpPr/>
            <p:nvPr/>
          </p:nvSpPr>
          <p:spPr>
            <a:xfrm>
              <a:off x="560550" y="1107750"/>
              <a:ext cx="437325" cy="302175"/>
            </a:xfrm>
            <a:custGeom>
              <a:avLst/>
              <a:gdLst/>
              <a:ahLst/>
              <a:cxnLst/>
              <a:rect l="l" t="t" r="r" b="b"/>
              <a:pathLst>
                <a:path w="17493" h="12087" extrusionOk="0">
                  <a:moveTo>
                    <a:pt x="11971" y="502"/>
                  </a:moveTo>
                  <a:lnTo>
                    <a:pt x="12087" y="541"/>
                  </a:lnTo>
                  <a:lnTo>
                    <a:pt x="12203" y="579"/>
                  </a:lnTo>
                  <a:lnTo>
                    <a:pt x="12280" y="657"/>
                  </a:lnTo>
                  <a:lnTo>
                    <a:pt x="12627" y="888"/>
                  </a:lnTo>
                  <a:lnTo>
                    <a:pt x="12898" y="1159"/>
                  </a:lnTo>
                  <a:lnTo>
                    <a:pt x="13129" y="1506"/>
                  </a:lnTo>
                  <a:lnTo>
                    <a:pt x="13322" y="1854"/>
                  </a:lnTo>
                  <a:lnTo>
                    <a:pt x="13477" y="2278"/>
                  </a:lnTo>
                  <a:lnTo>
                    <a:pt x="13593" y="2665"/>
                  </a:lnTo>
                  <a:lnTo>
                    <a:pt x="13824" y="3437"/>
                  </a:lnTo>
                  <a:lnTo>
                    <a:pt x="13824" y="3437"/>
                  </a:lnTo>
                  <a:lnTo>
                    <a:pt x="13091" y="3012"/>
                  </a:lnTo>
                  <a:lnTo>
                    <a:pt x="12705" y="2780"/>
                  </a:lnTo>
                  <a:lnTo>
                    <a:pt x="12357" y="2510"/>
                  </a:lnTo>
                  <a:lnTo>
                    <a:pt x="12010" y="2124"/>
                  </a:lnTo>
                  <a:lnTo>
                    <a:pt x="11817" y="1931"/>
                  </a:lnTo>
                  <a:lnTo>
                    <a:pt x="11662" y="1738"/>
                  </a:lnTo>
                  <a:lnTo>
                    <a:pt x="11508" y="1429"/>
                  </a:lnTo>
                  <a:lnTo>
                    <a:pt x="11430" y="1081"/>
                  </a:lnTo>
                  <a:lnTo>
                    <a:pt x="11662" y="734"/>
                  </a:lnTo>
                  <a:lnTo>
                    <a:pt x="11739" y="618"/>
                  </a:lnTo>
                  <a:lnTo>
                    <a:pt x="11855" y="541"/>
                  </a:lnTo>
                  <a:lnTo>
                    <a:pt x="11971" y="502"/>
                  </a:lnTo>
                  <a:close/>
                  <a:moveTo>
                    <a:pt x="16296" y="1622"/>
                  </a:moveTo>
                  <a:lnTo>
                    <a:pt x="16412" y="1661"/>
                  </a:lnTo>
                  <a:lnTo>
                    <a:pt x="16489" y="1738"/>
                  </a:lnTo>
                  <a:lnTo>
                    <a:pt x="16566" y="1854"/>
                  </a:lnTo>
                  <a:lnTo>
                    <a:pt x="16605" y="1970"/>
                  </a:lnTo>
                  <a:lnTo>
                    <a:pt x="16643" y="2163"/>
                  </a:lnTo>
                  <a:lnTo>
                    <a:pt x="16643" y="2356"/>
                  </a:lnTo>
                  <a:lnTo>
                    <a:pt x="16605" y="2510"/>
                  </a:lnTo>
                  <a:lnTo>
                    <a:pt x="16528" y="2665"/>
                  </a:lnTo>
                  <a:lnTo>
                    <a:pt x="16412" y="2819"/>
                  </a:lnTo>
                  <a:lnTo>
                    <a:pt x="16296" y="2974"/>
                  </a:lnTo>
                  <a:lnTo>
                    <a:pt x="15948" y="3205"/>
                  </a:lnTo>
                  <a:lnTo>
                    <a:pt x="15524" y="3398"/>
                  </a:lnTo>
                  <a:lnTo>
                    <a:pt x="15137" y="3553"/>
                  </a:lnTo>
                  <a:lnTo>
                    <a:pt x="14713" y="3669"/>
                  </a:lnTo>
                  <a:lnTo>
                    <a:pt x="14365" y="3746"/>
                  </a:lnTo>
                  <a:lnTo>
                    <a:pt x="14481" y="3360"/>
                  </a:lnTo>
                  <a:lnTo>
                    <a:pt x="14635" y="2974"/>
                  </a:lnTo>
                  <a:lnTo>
                    <a:pt x="14828" y="2626"/>
                  </a:lnTo>
                  <a:lnTo>
                    <a:pt x="15060" y="2278"/>
                  </a:lnTo>
                  <a:lnTo>
                    <a:pt x="15408" y="1970"/>
                  </a:lnTo>
                  <a:lnTo>
                    <a:pt x="15639" y="1815"/>
                  </a:lnTo>
                  <a:lnTo>
                    <a:pt x="15871" y="1699"/>
                  </a:lnTo>
                  <a:lnTo>
                    <a:pt x="16103" y="1622"/>
                  </a:lnTo>
                  <a:close/>
                  <a:moveTo>
                    <a:pt x="13824" y="4286"/>
                  </a:moveTo>
                  <a:lnTo>
                    <a:pt x="13670" y="4557"/>
                  </a:lnTo>
                  <a:lnTo>
                    <a:pt x="13477" y="4788"/>
                  </a:lnTo>
                  <a:lnTo>
                    <a:pt x="13245" y="5020"/>
                  </a:lnTo>
                  <a:lnTo>
                    <a:pt x="13014" y="5252"/>
                  </a:lnTo>
                  <a:lnTo>
                    <a:pt x="12666" y="5484"/>
                  </a:lnTo>
                  <a:lnTo>
                    <a:pt x="12125" y="5792"/>
                  </a:lnTo>
                  <a:lnTo>
                    <a:pt x="11855" y="5908"/>
                  </a:lnTo>
                  <a:lnTo>
                    <a:pt x="11623" y="5986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4" y="5870"/>
                  </a:lnTo>
                  <a:lnTo>
                    <a:pt x="10967" y="5792"/>
                  </a:lnTo>
                  <a:lnTo>
                    <a:pt x="10928" y="5715"/>
                  </a:lnTo>
                  <a:lnTo>
                    <a:pt x="10890" y="5638"/>
                  </a:lnTo>
                  <a:lnTo>
                    <a:pt x="10890" y="5445"/>
                  </a:lnTo>
                  <a:lnTo>
                    <a:pt x="10967" y="5290"/>
                  </a:lnTo>
                  <a:lnTo>
                    <a:pt x="11121" y="5097"/>
                  </a:lnTo>
                  <a:lnTo>
                    <a:pt x="11276" y="4943"/>
                  </a:lnTo>
                  <a:lnTo>
                    <a:pt x="11546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7" y="4480"/>
                  </a:lnTo>
                  <a:lnTo>
                    <a:pt x="13245" y="4402"/>
                  </a:lnTo>
                  <a:lnTo>
                    <a:pt x="13554" y="4364"/>
                  </a:lnTo>
                  <a:lnTo>
                    <a:pt x="13824" y="4286"/>
                  </a:lnTo>
                  <a:close/>
                  <a:moveTo>
                    <a:pt x="14404" y="4248"/>
                  </a:moveTo>
                  <a:lnTo>
                    <a:pt x="15060" y="4595"/>
                  </a:lnTo>
                  <a:lnTo>
                    <a:pt x="15408" y="4788"/>
                  </a:lnTo>
                  <a:lnTo>
                    <a:pt x="15717" y="4982"/>
                  </a:lnTo>
                  <a:lnTo>
                    <a:pt x="15910" y="5136"/>
                  </a:lnTo>
                  <a:lnTo>
                    <a:pt x="16141" y="5368"/>
                  </a:lnTo>
                  <a:lnTo>
                    <a:pt x="16412" y="5677"/>
                  </a:lnTo>
                  <a:lnTo>
                    <a:pt x="16643" y="6024"/>
                  </a:lnTo>
                  <a:lnTo>
                    <a:pt x="16875" y="6333"/>
                  </a:lnTo>
                  <a:lnTo>
                    <a:pt x="16991" y="6681"/>
                  </a:lnTo>
                  <a:lnTo>
                    <a:pt x="16991" y="6835"/>
                  </a:lnTo>
                  <a:lnTo>
                    <a:pt x="16991" y="6990"/>
                  </a:lnTo>
                  <a:lnTo>
                    <a:pt x="16952" y="7105"/>
                  </a:lnTo>
                  <a:lnTo>
                    <a:pt x="16836" y="7221"/>
                  </a:lnTo>
                  <a:lnTo>
                    <a:pt x="16759" y="7298"/>
                  </a:lnTo>
                  <a:lnTo>
                    <a:pt x="16643" y="7337"/>
                  </a:lnTo>
                  <a:lnTo>
                    <a:pt x="16373" y="7337"/>
                  </a:lnTo>
                  <a:lnTo>
                    <a:pt x="16141" y="7221"/>
                  </a:lnTo>
                  <a:lnTo>
                    <a:pt x="15871" y="7028"/>
                  </a:lnTo>
                  <a:lnTo>
                    <a:pt x="15601" y="6835"/>
                  </a:lnTo>
                  <a:lnTo>
                    <a:pt x="15369" y="6565"/>
                  </a:lnTo>
                  <a:lnTo>
                    <a:pt x="15060" y="6179"/>
                  </a:lnTo>
                  <a:lnTo>
                    <a:pt x="14828" y="5715"/>
                  </a:lnTo>
                  <a:lnTo>
                    <a:pt x="14635" y="5252"/>
                  </a:lnTo>
                  <a:lnTo>
                    <a:pt x="14520" y="4750"/>
                  </a:lnTo>
                  <a:lnTo>
                    <a:pt x="14404" y="4248"/>
                  </a:lnTo>
                  <a:close/>
                  <a:moveTo>
                    <a:pt x="11855" y="0"/>
                  </a:moveTo>
                  <a:lnTo>
                    <a:pt x="11585" y="77"/>
                  </a:lnTo>
                  <a:lnTo>
                    <a:pt x="11469" y="116"/>
                  </a:lnTo>
                  <a:lnTo>
                    <a:pt x="11353" y="232"/>
                  </a:lnTo>
                  <a:lnTo>
                    <a:pt x="11160" y="425"/>
                  </a:lnTo>
                  <a:lnTo>
                    <a:pt x="11006" y="618"/>
                  </a:lnTo>
                  <a:lnTo>
                    <a:pt x="10928" y="811"/>
                  </a:lnTo>
                  <a:lnTo>
                    <a:pt x="10928" y="1043"/>
                  </a:lnTo>
                  <a:lnTo>
                    <a:pt x="10928" y="1236"/>
                  </a:lnTo>
                  <a:lnTo>
                    <a:pt x="10967" y="1468"/>
                  </a:lnTo>
                  <a:lnTo>
                    <a:pt x="11083" y="1699"/>
                  </a:lnTo>
                  <a:lnTo>
                    <a:pt x="11199" y="1892"/>
                  </a:lnTo>
                  <a:lnTo>
                    <a:pt x="11546" y="2317"/>
                  </a:lnTo>
                  <a:lnTo>
                    <a:pt x="11932" y="2742"/>
                  </a:lnTo>
                  <a:lnTo>
                    <a:pt x="12396" y="3089"/>
                  </a:lnTo>
                  <a:lnTo>
                    <a:pt x="12859" y="3437"/>
                  </a:lnTo>
                  <a:lnTo>
                    <a:pt x="12048" y="3321"/>
                  </a:lnTo>
                  <a:lnTo>
                    <a:pt x="11199" y="3282"/>
                  </a:lnTo>
                  <a:lnTo>
                    <a:pt x="10388" y="3360"/>
                  </a:lnTo>
                  <a:lnTo>
                    <a:pt x="9615" y="3476"/>
                  </a:lnTo>
                  <a:lnTo>
                    <a:pt x="9654" y="3012"/>
                  </a:lnTo>
                  <a:lnTo>
                    <a:pt x="9654" y="2510"/>
                  </a:lnTo>
                  <a:lnTo>
                    <a:pt x="9615" y="2008"/>
                  </a:lnTo>
                  <a:lnTo>
                    <a:pt x="9500" y="1506"/>
                  </a:lnTo>
                  <a:lnTo>
                    <a:pt x="9075" y="1622"/>
                  </a:lnTo>
                  <a:lnTo>
                    <a:pt x="9152" y="2085"/>
                  </a:lnTo>
                  <a:lnTo>
                    <a:pt x="9152" y="2587"/>
                  </a:lnTo>
                  <a:lnTo>
                    <a:pt x="9113" y="3089"/>
                  </a:lnTo>
                  <a:lnTo>
                    <a:pt x="9075" y="3514"/>
                  </a:lnTo>
                  <a:lnTo>
                    <a:pt x="9075" y="3630"/>
                  </a:lnTo>
                  <a:lnTo>
                    <a:pt x="8225" y="3900"/>
                  </a:lnTo>
                  <a:lnTo>
                    <a:pt x="7414" y="4286"/>
                  </a:lnTo>
                  <a:lnTo>
                    <a:pt x="6604" y="4711"/>
                  </a:lnTo>
                  <a:lnTo>
                    <a:pt x="5831" y="5252"/>
                  </a:lnTo>
                  <a:lnTo>
                    <a:pt x="5406" y="5252"/>
                  </a:lnTo>
                  <a:lnTo>
                    <a:pt x="5406" y="5561"/>
                  </a:lnTo>
                  <a:lnTo>
                    <a:pt x="4596" y="6217"/>
                  </a:lnTo>
                  <a:lnTo>
                    <a:pt x="3823" y="6951"/>
                  </a:lnTo>
                  <a:lnTo>
                    <a:pt x="3090" y="7685"/>
                  </a:lnTo>
                  <a:lnTo>
                    <a:pt x="2394" y="8495"/>
                  </a:lnTo>
                  <a:lnTo>
                    <a:pt x="1738" y="9306"/>
                  </a:lnTo>
                  <a:lnTo>
                    <a:pt x="1082" y="10156"/>
                  </a:lnTo>
                  <a:lnTo>
                    <a:pt x="502" y="10967"/>
                  </a:lnTo>
                  <a:lnTo>
                    <a:pt x="0" y="11816"/>
                  </a:lnTo>
                  <a:lnTo>
                    <a:pt x="309" y="12087"/>
                  </a:lnTo>
                  <a:lnTo>
                    <a:pt x="1545" y="10503"/>
                  </a:lnTo>
                  <a:lnTo>
                    <a:pt x="2742" y="8959"/>
                  </a:lnTo>
                  <a:lnTo>
                    <a:pt x="3360" y="8225"/>
                  </a:lnTo>
                  <a:lnTo>
                    <a:pt x="4016" y="7491"/>
                  </a:lnTo>
                  <a:lnTo>
                    <a:pt x="4711" y="6835"/>
                  </a:lnTo>
                  <a:lnTo>
                    <a:pt x="5484" y="6179"/>
                  </a:lnTo>
                  <a:lnTo>
                    <a:pt x="6256" y="5599"/>
                  </a:lnTo>
                  <a:lnTo>
                    <a:pt x="7106" y="5059"/>
                  </a:lnTo>
                  <a:lnTo>
                    <a:pt x="7994" y="4634"/>
                  </a:lnTo>
                  <a:lnTo>
                    <a:pt x="8457" y="4441"/>
                  </a:lnTo>
                  <a:lnTo>
                    <a:pt x="8920" y="4248"/>
                  </a:lnTo>
                  <a:lnTo>
                    <a:pt x="9422" y="4132"/>
                  </a:lnTo>
                  <a:lnTo>
                    <a:pt x="9886" y="4016"/>
                  </a:lnTo>
                  <a:lnTo>
                    <a:pt x="10388" y="3939"/>
                  </a:lnTo>
                  <a:lnTo>
                    <a:pt x="10851" y="3862"/>
                  </a:lnTo>
                  <a:lnTo>
                    <a:pt x="11353" y="3823"/>
                  </a:lnTo>
                  <a:lnTo>
                    <a:pt x="11855" y="3823"/>
                  </a:lnTo>
                  <a:lnTo>
                    <a:pt x="12357" y="3862"/>
                  </a:lnTo>
                  <a:lnTo>
                    <a:pt x="12821" y="3939"/>
                  </a:lnTo>
                  <a:lnTo>
                    <a:pt x="12319" y="4016"/>
                  </a:lnTo>
                  <a:lnTo>
                    <a:pt x="11855" y="4132"/>
                  </a:lnTo>
                  <a:lnTo>
                    <a:pt x="11392" y="4286"/>
                  </a:lnTo>
                  <a:lnTo>
                    <a:pt x="11199" y="4402"/>
                  </a:lnTo>
                  <a:lnTo>
                    <a:pt x="11006" y="4557"/>
                  </a:lnTo>
                  <a:lnTo>
                    <a:pt x="10813" y="4711"/>
                  </a:lnTo>
                  <a:lnTo>
                    <a:pt x="10697" y="4866"/>
                  </a:lnTo>
                  <a:lnTo>
                    <a:pt x="10542" y="5059"/>
                  </a:lnTo>
                  <a:lnTo>
                    <a:pt x="10465" y="5290"/>
                  </a:lnTo>
                  <a:lnTo>
                    <a:pt x="10388" y="5522"/>
                  </a:lnTo>
                  <a:lnTo>
                    <a:pt x="10388" y="5754"/>
                  </a:lnTo>
                  <a:lnTo>
                    <a:pt x="10426" y="5947"/>
                  </a:lnTo>
                  <a:lnTo>
                    <a:pt x="10581" y="6179"/>
                  </a:lnTo>
                  <a:lnTo>
                    <a:pt x="10658" y="6256"/>
                  </a:lnTo>
                  <a:lnTo>
                    <a:pt x="10774" y="6333"/>
                  </a:lnTo>
                  <a:lnTo>
                    <a:pt x="11006" y="6410"/>
                  </a:lnTo>
                  <a:lnTo>
                    <a:pt x="11276" y="6449"/>
                  </a:lnTo>
                  <a:lnTo>
                    <a:pt x="11585" y="6410"/>
                  </a:lnTo>
                  <a:lnTo>
                    <a:pt x="11855" y="6372"/>
                  </a:lnTo>
                  <a:lnTo>
                    <a:pt x="12164" y="6256"/>
                  </a:lnTo>
                  <a:lnTo>
                    <a:pt x="12627" y="6063"/>
                  </a:lnTo>
                  <a:lnTo>
                    <a:pt x="13052" y="5792"/>
                  </a:lnTo>
                  <a:lnTo>
                    <a:pt x="13422" y="5533"/>
                  </a:lnTo>
                  <a:lnTo>
                    <a:pt x="13422" y="5533"/>
                  </a:lnTo>
                  <a:lnTo>
                    <a:pt x="13786" y="5715"/>
                  </a:lnTo>
                  <a:lnTo>
                    <a:pt x="14056" y="4866"/>
                  </a:lnTo>
                  <a:lnTo>
                    <a:pt x="14211" y="5406"/>
                  </a:lnTo>
                  <a:lnTo>
                    <a:pt x="14404" y="5908"/>
                  </a:lnTo>
                  <a:lnTo>
                    <a:pt x="14674" y="6410"/>
                  </a:lnTo>
                  <a:lnTo>
                    <a:pt x="14983" y="6874"/>
                  </a:lnTo>
                  <a:lnTo>
                    <a:pt x="15176" y="7067"/>
                  </a:lnTo>
                  <a:lnTo>
                    <a:pt x="15408" y="7298"/>
                  </a:lnTo>
                  <a:lnTo>
                    <a:pt x="15678" y="7491"/>
                  </a:lnTo>
                  <a:lnTo>
                    <a:pt x="15987" y="7685"/>
                  </a:lnTo>
                  <a:lnTo>
                    <a:pt x="16296" y="7800"/>
                  </a:lnTo>
                  <a:lnTo>
                    <a:pt x="16605" y="7878"/>
                  </a:lnTo>
                  <a:lnTo>
                    <a:pt x="16875" y="7878"/>
                  </a:lnTo>
                  <a:lnTo>
                    <a:pt x="17030" y="7800"/>
                  </a:lnTo>
                  <a:lnTo>
                    <a:pt x="17184" y="7723"/>
                  </a:lnTo>
                  <a:lnTo>
                    <a:pt x="17300" y="7646"/>
                  </a:lnTo>
                  <a:lnTo>
                    <a:pt x="17377" y="7530"/>
                  </a:lnTo>
                  <a:lnTo>
                    <a:pt x="17416" y="7414"/>
                  </a:lnTo>
                  <a:lnTo>
                    <a:pt x="17454" y="7260"/>
                  </a:lnTo>
                  <a:lnTo>
                    <a:pt x="17493" y="6951"/>
                  </a:lnTo>
                  <a:lnTo>
                    <a:pt x="17416" y="6603"/>
                  </a:lnTo>
                  <a:lnTo>
                    <a:pt x="17300" y="6294"/>
                  </a:lnTo>
                  <a:lnTo>
                    <a:pt x="17184" y="5986"/>
                  </a:lnTo>
                  <a:lnTo>
                    <a:pt x="17030" y="5715"/>
                  </a:lnTo>
                  <a:lnTo>
                    <a:pt x="16875" y="5484"/>
                  </a:lnTo>
                  <a:lnTo>
                    <a:pt x="16682" y="5252"/>
                  </a:lnTo>
                  <a:lnTo>
                    <a:pt x="16489" y="5020"/>
                  </a:lnTo>
                  <a:lnTo>
                    <a:pt x="16257" y="4788"/>
                  </a:lnTo>
                  <a:lnTo>
                    <a:pt x="16026" y="4634"/>
                  </a:lnTo>
                  <a:lnTo>
                    <a:pt x="15524" y="4286"/>
                  </a:lnTo>
                  <a:lnTo>
                    <a:pt x="14944" y="4016"/>
                  </a:lnTo>
                  <a:lnTo>
                    <a:pt x="15408" y="3900"/>
                  </a:lnTo>
                  <a:lnTo>
                    <a:pt x="15832" y="3746"/>
                  </a:lnTo>
                  <a:lnTo>
                    <a:pt x="16219" y="3514"/>
                  </a:lnTo>
                  <a:lnTo>
                    <a:pt x="16605" y="3244"/>
                  </a:lnTo>
                  <a:lnTo>
                    <a:pt x="16759" y="3089"/>
                  </a:lnTo>
                  <a:lnTo>
                    <a:pt x="16914" y="2858"/>
                  </a:lnTo>
                  <a:lnTo>
                    <a:pt x="17030" y="2665"/>
                  </a:lnTo>
                  <a:lnTo>
                    <a:pt x="17107" y="2433"/>
                  </a:lnTo>
                  <a:lnTo>
                    <a:pt x="17145" y="2201"/>
                  </a:lnTo>
                  <a:lnTo>
                    <a:pt x="17107" y="1931"/>
                  </a:lnTo>
                  <a:lnTo>
                    <a:pt x="17068" y="1699"/>
                  </a:lnTo>
                  <a:lnTo>
                    <a:pt x="16914" y="1506"/>
                  </a:lnTo>
                  <a:lnTo>
                    <a:pt x="16759" y="1313"/>
                  </a:lnTo>
                  <a:lnTo>
                    <a:pt x="16528" y="1236"/>
                  </a:lnTo>
                  <a:lnTo>
                    <a:pt x="16334" y="1159"/>
                  </a:lnTo>
                  <a:lnTo>
                    <a:pt x="16103" y="1159"/>
                  </a:lnTo>
                  <a:lnTo>
                    <a:pt x="15910" y="1197"/>
                  </a:lnTo>
                  <a:lnTo>
                    <a:pt x="15678" y="1275"/>
                  </a:lnTo>
                  <a:lnTo>
                    <a:pt x="15446" y="1352"/>
                  </a:lnTo>
                  <a:lnTo>
                    <a:pt x="15253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6" y="2587"/>
                  </a:lnTo>
                  <a:lnTo>
                    <a:pt x="14095" y="3012"/>
                  </a:lnTo>
                  <a:lnTo>
                    <a:pt x="13940" y="2433"/>
                  </a:lnTo>
                  <a:lnTo>
                    <a:pt x="13747" y="1892"/>
                  </a:lnTo>
                  <a:lnTo>
                    <a:pt x="13516" y="1352"/>
                  </a:lnTo>
                  <a:lnTo>
                    <a:pt x="13168" y="850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7" y="155"/>
                  </a:lnTo>
                  <a:lnTo>
                    <a:pt x="12087" y="39"/>
                  </a:lnTo>
                  <a:lnTo>
                    <a:pt x="118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"/>
            <p:cNvSpPr/>
            <p:nvPr/>
          </p:nvSpPr>
          <p:spPr>
            <a:xfrm>
              <a:off x="5590125" y="113380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39" y="233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3"/>
                  </a:lnTo>
                  <a:lnTo>
                    <a:pt x="1005" y="155"/>
                  </a:lnTo>
                  <a:lnTo>
                    <a:pt x="966" y="117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3"/>
            <p:cNvSpPr/>
            <p:nvPr/>
          </p:nvSpPr>
          <p:spPr>
            <a:xfrm>
              <a:off x="5491675" y="1139600"/>
              <a:ext cx="21250" cy="8725"/>
            </a:xfrm>
            <a:custGeom>
              <a:avLst/>
              <a:gdLst/>
              <a:ahLst/>
              <a:cxnLst/>
              <a:rect l="l" t="t" r="r" b="b"/>
              <a:pathLst>
                <a:path w="850" h="349" extrusionOk="0">
                  <a:moveTo>
                    <a:pt x="425" y="1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0" y="194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4"/>
                  </a:lnTo>
                  <a:lnTo>
                    <a:pt x="811" y="78"/>
                  </a:lnTo>
                  <a:lnTo>
                    <a:pt x="73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3"/>
            <p:cNvSpPr/>
            <p:nvPr/>
          </p:nvSpPr>
          <p:spPr>
            <a:xfrm>
              <a:off x="2443975" y="1153125"/>
              <a:ext cx="315725" cy="477875"/>
            </a:xfrm>
            <a:custGeom>
              <a:avLst/>
              <a:gdLst/>
              <a:ahLst/>
              <a:cxnLst/>
              <a:rect l="l" t="t" r="r" b="b"/>
              <a:pathLst>
                <a:path w="12629" h="19115" extrusionOk="0">
                  <a:moveTo>
                    <a:pt x="1005" y="618"/>
                  </a:moveTo>
                  <a:lnTo>
                    <a:pt x="1661" y="850"/>
                  </a:lnTo>
                  <a:lnTo>
                    <a:pt x="2318" y="1120"/>
                  </a:lnTo>
                  <a:lnTo>
                    <a:pt x="2743" y="1352"/>
                  </a:lnTo>
                  <a:lnTo>
                    <a:pt x="3167" y="1583"/>
                  </a:lnTo>
                  <a:lnTo>
                    <a:pt x="3322" y="1699"/>
                  </a:lnTo>
                  <a:lnTo>
                    <a:pt x="3476" y="1854"/>
                  </a:lnTo>
                  <a:lnTo>
                    <a:pt x="3669" y="2124"/>
                  </a:lnTo>
                  <a:lnTo>
                    <a:pt x="3862" y="2471"/>
                  </a:lnTo>
                  <a:lnTo>
                    <a:pt x="4017" y="2819"/>
                  </a:lnTo>
                  <a:lnTo>
                    <a:pt x="5677" y="6796"/>
                  </a:lnTo>
                  <a:lnTo>
                    <a:pt x="9075" y="15021"/>
                  </a:lnTo>
                  <a:lnTo>
                    <a:pt x="9153" y="15098"/>
                  </a:lnTo>
                  <a:lnTo>
                    <a:pt x="9191" y="15137"/>
                  </a:lnTo>
                  <a:lnTo>
                    <a:pt x="9346" y="15137"/>
                  </a:lnTo>
                  <a:lnTo>
                    <a:pt x="8921" y="15369"/>
                  </a:lnTo>
                  <a:lnTo>
                    <a:pt x="7956" y="13515"/>
                  </a:lnTo>
                  <a:lnTo>
                    <a:pt x="6990" y="11662"/>
                  </a:lnTo>
                  <a:lnTo>
                    <a:pt x="5021" y="7955"/>
                  </a:lnTo>
                  <a:lnTo>
                    <a:pt x="3013" y="4286"/>
                  </a:lnTo>
                  <a:lnTo>
                    <a:pt x="1005" y="618"/>
                  </a:lnTo>
                  <a:close/>
                  <a:moveTo>
                    <a:pt x="657" y="502"/>
                  </a:moveTo>
                  <a:lnTo>
                    <a:pt x="657" y="541"/>
                  </a:lnTo>
                  <a:lnTo>
                    <a:pt x="4673" y="8032"/>
                  </a:lnTo>
                  <a:lnTo>
                    <a:pt x="6720" y="11739"/>
                  </a:lnTo>
                  <a:lnTo>
                    <a:pt x="7763" y="13593"/>
                  </a:lnTo>
                  <a:lnTo>
                    <a:pt x="8805" y="15446"/>
                  </a:lnTo>
                  <a:lnTo>
                    <a:pt x="8651" y="15523"/>
                  </a:lnTo>
                  <a:lnTo>
                    <a:pt x="7415" y="13747"/>
                  </a:lnTo>
                  <a:lnTo>
                    <a:pt x="6179" y="12009"/>
                  </a:lnTo>
                  <a:lnTo>
                    <a:pt x="3592" y="8534"/>
                  </a:lnTo>
                  <a:lnTo>
                    <a:pt x="2318" y="6758"/>
                  </a:lnTo>
                  <a:lnTo>
                    <a:pt x="1005" y="4943"/>
                  </a:lnTo>
                  <a:lnTo>
                    <a:pt x="850" y="4711"/>
                  </a:lnTo>
                  <a:lnTo>
                    <a:pt x="735" y="4479"/>
                  </a:lnTo>
                  <a:lnTo>
                    <a:pt x="619" y="4209"/>
                  </a:lnTo>
                  <a:lnTo>
                    <a:pt x="542" y="3939"/>
                  </a:lnTo>
                  <a:lnTo>
                    <a:pt x="464" y="3398"/>
                  </a:lnTo>
                  <a:lnTo>
                    <a:pt x="426" y="2819"/>
                  </a:lnTo>
                  <a:lnTo>
                    <a:pt x="464" y="2240"/>
                  </a:lnTo>
                  <a:lnTo>
                    <a:pt x="503" y="1661"/>
                  </a:lnTo>
                  <a:lnTo>
                    <a:pt x="657" y="502"/>
                  </a:lnTo>
                  <a:close/>
                  <a:moveTo>
                    <a:pt x="11508" y="12280"/>
                  </a:moveTo>
                  <a:lnTo>
                    <a:pt x="11663" y="12357"/>
                  </a:lnTo>
                  <a:lnTo>
                    <a:pt x="11817" y="12434"/>
                  </a:lnTo>
                  <a:lnTo>
                    <a:pt x="12165" y="12859"/>
                  </a:lnTo>
                  <a:lnTo>
                    <a:pt x="12242" y="13052"/>
                  </a:lnTo>
                  <a:lnTo>
                    <a:pt x="12280" y="13245"/>
                  </a:lnTo>
                  <a:lnTo>
                    <a:pt x="12242" y="13438"/>
                  </a:lnTo>
                  <a:lnTo>
                    <a:pt x="12203" y="13631"/>
                  </a:lnTo>
                  <a:lnTo>
                    <a:pt x="12049" y="14017"/>
                  </a:lnTo>
                  <a:lnTo>
                    <a:pt x="11856" y="14365"/>
                  </a:lnTo>
                  <a:lnTo>
                    <a:pt x="11508" y="14790"/>
                  </a:lnTo>
                  <a:lnTo>
                    <a:pt x="11122" y="15176"/>
                  </a:lnTo>
                  <a:lnTo>
                    <a:pt x="10697" y="15523"/>
                  </a:lnTo>
                  <a:lnTo>
                    <a:pt x="10273" y="15871"/>
                  </a:lnTo>
                  <a:lnTo>
                    <a:pt x="10157" y="15871"/>
                  </a:lnTo>
                  <a:lnTo>
                    <a:pt x="10118" y="15987"/>
                  </a:lnTo>
                  <a:lnTo>
                    <a:pt x="9771" y="16180"/>
                  </a:lnTo>
                  <a:lnTo>
                    <a:pt x="9114" y="16604"/>
                  </a:lnTo>
                  <a:lnTo>
                    <a:pt x="8458" y="16952"/>
                  </a:lnTo>
                  <a:lnTo>
                    <a:pt x="7724" y="17261"/>
                  </a:lnTo>
                  <a:lnTo>
                    <a:pt x="6990" y="17493"/>
                  </a:lnTo>
                  <a:lnTo>
                    <a:pt x="6643" y="17608"/>
                  </a:lnTo>
                  <a:lnTo>
                    <a:pt x="6295" y="17647"/>
                  </a:lnTo>
                  <a:lnTo>
                    <a:pt x="5755" y="17647"/>
                  </a:lnTo>
                  <a:lnTo>
                    <a:pt x="5562" y="17570"/>
                  </a:lnTo>
                  <a:lnTo>
                    <a:pt x="5446" y="17493"/>
                  </a:lnTo>
                  <a:lnTo>
                    <a:pt x="5330" y="17415"/>
                  </a:lnTo>
                  <a:lnTo>
                    <a:pt x="5098" y="17184"/>
                  </a:lnTo>
                  <a:lnTo>
                    <a:pt x="4982" y="16875"/>
                  </a:lnTo>
                  <a:lnTo>
                    <a:pt x="4905" y="16604"/>
                  </a:lnTo>
                  <a:lnTo>
                    <a:pt x="4944" y="16411"/>
                  </a:lnTo>
                  <a:lnTo>
                    <a:pt x="4982" y="16218"/>
                  </a:lnTo>
                  <a:lnTo>
                    <a:pt x="5060" y="16064"/>
                  </a:lnTo>
                  <a:lnTo>
                    <a:pt x="5175" y="15948"/>
                  </a:lnTo>
                  <a:lnTo>
                    <a:pt x="5291" y="15832"/>
                  </a:lnTo>
                  <a:lnTo>
                    <a:pt x="5407" y="15755"/>
                  </a:lnTo>
                  <a:lnTo>
                    <a:pt x="5523" y="15716"/>
                  </a:lnTo>
                  <a:lnTo>
                    <a:pt x="5639" y="15755"/>
                  </a:lnTo>
                  <a:lnTo>
                    <a:pt x="5793" y="15832"/>
                  </a:lnTo>
                  <a:lnTo>
                    <a:pt x="5948" y="15948"/>
                  </a:lnTo>
                  <a:lnTo>
                    <a:pt x="6064" y="16141"/>
                  </a:lnTo>
                  <a:lnTo>
                    <a:pt x="6257" y="16373"/>
                  </a:lnTo>
                  <a:lnTo>
                    <a:pt x="6102" y="16411"/>
                  </a:lnTo>
                  <a:lnTo>
                    <a:pt x="6025" y="16450"/>
                  </a:lnTo>
                  <a:lnTo>
                    <a:pt x="6025" y="16566"/>
                  </a:lnTo>
                  <a:lnTo>
                    <a:pt x="6064" y="16643"/>
                  </a:lnTo>
                  <a:lnTo>
                    <a:pt x="6141" y="16643"/>
                  </a:lnTo>
                  <a:lnTo>
                    <a:pt x="6913" y="16566"/>
                  </a:lnTo>
                  <a:lnTo>
                    <a:pt x="7685" y="16373"/>
                  </a:lnTo>
                  <a:lnTo>
                    <a:pt x="8496" y="16064"/>
                  </a:lnTo>
                  <a:lnTo>
                    <a:pt x="9230" y="15716"/>
                  </a:lnTo>
                  <a:lnTo>
                    <a:pt x="9616" y="15485"/>
                  </a:lnTo>
                  <a:lnTo>
                    <a:pt x="9964" y="15253"/>
                  </a:lnTo>
                  <a:lnTo>
                    <a:pt x="10273" y="15021"/>
                  </a:lnTo>
                  <a:lnTo>
                    <a:pt x="10581" y="14751"/>
                  </a:lnTo>
                  <a:lnTo>
                    <a:pt x="10890" y="14481"/>
                  </a:lnTo>
                  <a:lnTo>
                    <a:pt x="11122" y="14172"/>
                  </a:lnTo>
                  <a:lnTo>
                    <a:pt x="11354" y="13824"/>
                  </a:lnTo>
                  <a:lnTo>
                    <a:pt x="11547" y="13515"/>
                  </a:lnTo>
                  <a:lnTo>
                    <a:pt x="11547" y="13438"/>
                  </a:lnTo>
                  <a:lnTo>
                    <a:pt x="11547" y="13361"/>
                  </a:lnTo>
                  <a:lnTo>
                    <a:pt x="11508" y="13284"/>
                  </a:lnTo>
                  <a:lnTo>
                    <a:pt x="11431" y="13245"/>
                  </a:lnTo>
                  <a:lnTo>
                    <a:pt x="11238" y="13245"/>
                  </a:lnTo>
                  <a:lnTo>
                    <a:pt x="11161" y="13322"/>
                  </a:lnTo>
                  <a:lnTo>
                    <a:pt x="10968" y="13670"/>
                  </a:lnTo>
                  <a:lnTo>
                    <a:pt x="10775" y="13554"/>
                  </a:lnTo>
                  <a:lnTo>
                    <a:pt x="10659" y="13438"/>
                  </a:lnTo>
                  <a:lnTo>
                    <a:pt x="10620" y="13284"/>
                  </a:lnTo>
                  <a:lnTo>
                    <a:pt x="10581" y="13168"/>
                  </a:lnTo>
                  <a:lnTo>
                    <a:pt x="10620" y="13013"/>
                  </a:lnTo>
                  <a:lnTo>
                    <a:pt x="10659" y="12859"/>
                  </a:lnTo>
                  <a:lnTo>
                    <a:pt x="10852" y="12627"/>
                  </a:lnTo>
                  <a:lnTo>
                    <a:pt x="10929" y="12473"/>
                  </a:lnTo>
                  <a:lnTo>
                    <a:pt x="11045" y="12357"/>
                  </a:lnTo>
                  <a:lnTo>
                    <a:pt x="11122" y="12318"/>
                  </a:lnTo>
                  <a:lnTo>
                    <a:pt x="11238" y="12280"/>
                  </a:lnTo>
                  <a:close/>
                  <a:moveTo>
                    <a:pt x="426" y="0"/>
                  </a:moveTo>
                  <a:lnTo>
                    <a:pt x="349" y="39"/>
                  </a:lnTo>
                  <a:lnTo>
                    <a:pt x="271" y="116"/>
                  </a:lnTo>
                  <a:lnTo>
                    <a:pt x="233" y="193"/>
                  </a:lnTo>
                  <a:lnTo>
                    <a:pt x="78" y="2587"/>
                  </a:lnTo>
                  <a:lnTo>
                    <a:pt x="40" y="3012"/>
                  </a:lnTo>
                  <a:lnTo>
                    <a:pt x="1" y="3475"/>
                  </a:lnTo>
                  <a:lnTo>
                    <a:pt x="40" y="3900"/>
                  </a:lnTo>
                  <a:lnTo>
                    <a:pt x="117" y="4325"/>
                  </a:lnTo>
                  <a:lnTo>
                    <a:pt x="233" y="4518"/>
                  </a:lnTo>
                  <a:lnTo>
                    <a:pt x="349" y="4750"/>
                  </a:lnTo>
                  <a:lnTo>
                    <a:pt x="619" y="5175"/>
                  </a:lnTo>
                  <a:lnTo>
                    <a:pt x="1237" y="5985"/>
                  </a:lnTo>
                  <a:lnTo>
                    <a:pt x="2665" y="7955"/>
                  </a:lnTo>
                  <a:lnTo>
                    <a:pt x="5446" y="11816"/>
                  </a:lnTo>
                  <a:lnTo>
                    <a:pt x="6874" y="13747"/>
                  </a:lnTo>
                  <a:lnTo>
                    <a:pt x="8342" y="15639"/>
                  </a:lnTo>
                  <a:lnTo>
                    <a:pt x="7492" y="15987"/>
                  </a:lnTo>
                  <a:lnTo>
                    <a:pt x="6643" y="16257"/>
                  </a:lnTo>
                  <a:lnTo>
                    <a:pt x="6643" y="16257"/>
                  </a:lnTo>
                  <a:lnTo>
                    <a:pt x="6681" y="16102"/>
                  </a:lnTo>
                  <a:lnTo>
                    <a:pt x="6681" y="15948"/>
                  </a:lnTo>
                  <a:lnTo>
                    <a:pt x="6643" y="15755"/>
                  </a:lnTo>
                  <a:lnTo>
                    <a:pt x="6565" y="15639"/>
                  </a:lnTo>
                  <a:lnTo>
                    <a:pt x="6488" y="15485"/>
                  </a:lnTo>
                  <a:lnTo>
                    <a:pt x="6334" y="15369"/>
                  </a:lnTo>
                  <a:lnTo>
                    <a:pt x="6179" y="15292"/>
                  </a:lnTo>
                  <a:lnTo>
                    <a:pt x="6025" y="15253"/>
                  </a:lnTo>
                  <a:lnTo>
                    <a:pt x="5716" y="15253"/>
                  </a:lnTo>
                  <a:lnTo>
                    <a:pt x="5484" y="15292"/>
                  </a:lnTo>
                  <a:lnTo>
                    <a:pt x="5214" y="15407"/>
                  </a:lnTo>
                  <a:lnTo>
                    <a:pt x="5021" y="15600"/>
                  </a:lnTo>
                  <a:lnTo>
                    <a:pt x="4828" y="15794"/>
                  </a:lnTo>
                  <a:lnTo>
                    <a:pt x="4712" y="16025"/>
                  </a:lnTo>
                  <a:lnTo>
                    <a:pt x="4596" y="16296"/>
                  </a:lnTo>
                  <a:lnTo>
                    <a:pt x="4596" y="16566"/>
                  </a:lnTo>
                  <a:lnTo>
                    <a:pt x="4635" y="16991"/>
                  </a:lnTo>
                  <a:lnTo>
                    <a:pt x="4751" y="17300"/>
                  </a:lnTo>
                  <a:lnTo>
                    <a:pt x="4905" y="17531"/>
                  </a:lnTo>
                  <a:lnTo>
                    <a:pt x="5098" y="17724"/>
                  </a:lnTo>
                  <a:lnTo>
                    <a:pt x="5368" y="17840"/>
                  </a:lnTo>
                  <a:lnTo>
                    <a:pt x="5677" y="17917"/>
                  </a:lnTo>
                  <a:lnTo>
                    <a:pt x="6025" y="17956"/>
                  </a:lnTo>
                  <a:lnTo>
                    <a:pt x="6372" y="17917"/>
                  </a:lnTo>
                  <a:lnTo>
                    <a:pt x="6720" y="17840"/>
                  </a:lnTo>
                  <a:lnTo>
                    <a:pt x="7106" y="17763"/>
                  </a:lnTo>
                  <a:lnTo>
                    <a:pt x="7878" y="17531"/>
                  </a:lnTo>
                  <a:lnTo>
                    <a:pt x="8573" y="17222"/>
                  </a:lnTo>
                  <a:lnTo>
                    <a:pt x="9153" y="16952"/>
                  </a:lnTo>
                  <a:lnTo>
                    <a:pt x="9230" y="16875"/>
                  </a:lnTo>
                  <a:lnTo>
                    <a:pt x="9462" y="16759"/>
                  </a:lnTo>
                  <a:lnTo>
                    <a:pt x="10234" y="16257"/>
                  </a:lnTo>
                  <a:lnTo>
                    <a:pt x="10813" y="17106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4"/>
                  </a:lnTo>
                  <a:lnTo>
                    <a:pt x="12280" y="19037"/>
                  </a:lnTo>
                  <a:lnTo>
                    <a:pt x="12203" y="18883"/>
                  </a:lnTo>
                  <a:lnTo>
                    <a:pt x="11817" y="18149"/>
                  </a:lnTo>
                  <a:lnTo>
                    <a:pt x="11392" y="17454"/>
                  </a:lnTo>
                  <a:lnTo>
                    <a:pt x="10929" y="16759"/>
                  </a:lnTo>
                  <a:lnTo>
                    <a:pt x="10466" y="16102"/>
                  </a:lnTo>
                  <a:lnTo>
                    <a:pt x="10968" y="15716"/>
                  </a:lnTo>
                  <a:lnTo>
                    <a:pt x="11470" y="15253"/>
                  </a:lnTo>
                  <a:lnTo>
                    <a:pt x="11894" y="14790"/>
                  </a:lnTo>
                  <a:lnTo>
                    <a:pt x="12126" y="14558"/>
                  </a:lnTo>
                  <a:lnTo>
                    <a:pt x="12280" y="14288"/>
                  </a:lnTo>
                  <a:lnTo>
                    <a:pt x="12435" y="14056"/>
                  </a:lnTo>
                  <a:lnTo>
                    <a:pt x="12512" y="13786"/>
                  </a:lnTo>
                  <a:lnTo>
                    <a:pt x="12589" y="13554"/>
                  </a:lnTo>
                  <a:lnTo>
                    <a:pt x="12628" y="13284"/>
                  </a:lnTo>
                  <a:lnTo>
                    <a:pt x="12589" y="13052"/>
                  </a:lnTo>
                  <a:lnTo>
                    <a:pt x="12512" y="12820"/>
                  </a:lnTo>
                  <a:lnTo>
                    <a:pt x="12358" y="12589"/>
                  </a:lnTo>
                  <a:lnTo>
                    <a:pt x="12165" y="12357"/>
                  </a:lnTo>
                  <a:lnTo>
                    <a:pt x="11972" y="12202"/>
                  </a:lnTo>
                  <a:lnTo>
                    <a:pt x="11740" y="12087"/>
                  </a:lnTo>
                  <a:lnTo>
                    <a:pt x="11470" y="12009"/>
                  </a:lnTo>
                  <a:lnTo>
                    <a:pt x="11238" y="12009"/>
                  </a:lnTo>
                  <a:lnTo>
                    <a:pt x="10968" y="12048"/>
                  </a:lnTo>
                  <a:lnTo>
                    <a:pt x="10736" y="12125"/>
                  </a:lnTo>
                  <a:lnTo>
                    <a:pt x="10543" y="12280"/>
                  </a:lnTo>
                  <a:lnTo>
                    <a:pt x="10388" y="12511"/>
                  </a:lnTo>
                  <a:lnTo>
                    <a:pt x="10311" y="12704"/>
                  </a:lnTo>
                  <a:lnTo>
                    <a:pt x="10273" y="12897"/>
                  </a:lnTo>
                  <a:lnTo>
                    <a:pt x="10273" y="13091"/>
                  </a:lnTo>
                  <a:lnTo>
                    <a:pt x="10311" y="13284"/>
                  </a:lnTo>
                  <a:lnTo>
                    <a:pt x="10388" y="13477"/>
                  </a:lnTo>
                  <a:lnTo>
                    <a:pt x="10504" y="13631"/>
                  </a:lnTo>
                  <a:lnTo>
                    <a:pt x="10620" y="13786"/>
                  </a:lnTo>
                  <a:lnTo>
                    <a:pt x="10813" y="13901"/>
                  </a:lnTo>
                  <a:lnTo>
                    <a:pt x="10504" y="14249"/>
                  </a:lnTo>
                  <a:lnTo>
                    <a:pt x="10157" y="14597"/>
                  </a:lnTo>
                  <a:lnTo>
                    <a:pt x="9771" y="14867"/>
                  </a:lnTo>
                  <a:lnTo>
                    <a:pt x="9431" y="15083"/>
                  </a:lnTo>
                  <a:lnTo>
                    <a:pt x="9431" y="15083"/>
                  </a:lnTo>
                  <a:lnTo>
                    <a:pt x="9462" y="15021"/>
                  </a:lnTo>
                  <a:lnTo>
                    <a:pt x="9500" y="14944"/>
                  </a:lnTo>
                  <a:lnTo>
                    <a:pt x="9462" y="14828"/>
                  </a:lnTo>
                  <a:lnTo>
                    <a:pt x="5716" y="5754"/>
                  </a:lnTo>
                  <a:lnTo>
                    <a:pt x="4789" y="3475"/>
                  </a:lnTo>
                  <a:lnTo>
                    <a:pt x="4364" y="2471"/>
                  </a:lnTo>
                  <a:lnTo>
                    <a:pt x="4133" y="1969"/>
                  </a:lnTo>
                  <a:lnTo>
                    <a:pt x="3978" y="1738"/>
                  </a:lnTo>
                  <a:lnTo>
                    <a:pt x="3824" y="1545"/>
                  </a:lnTo>
                  <a:lnTo>
                    <a:pt x="3515" y="1236"/>
                  </a:lnTo>
                  <a:lnTo>
                    <a:pt x="3129" y="965"/>
                  </a:lnTo>
                  <a:lnTo>
                    <a:pt x="2743" y="772"/>
                  </a:lnTo>
                  <a:lnTo>
                    <a:pt x="2279" y="541"/>
                  </a:lnTo>
                  <a:lnTo>
                    <a:pt x="1816" y="386"/>
                  </a:lnTo>
                  <a:lnTo>
                    <a:pt x="1391" y="232"/>
                  </a:lnTo>
                  <a:lnTo>
                    <a:pt x="54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3"/>
            <p:cNvSpPr/>
            <p:nvPr/>
          </p:nvSpPr>
          <p:spPr>
            <a:xfrm>
              <a:off x="5383550" y="118015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3" y="464"/>
                  </a:moveTo>
                  <a:lnTo>
                    <a:pt x="2085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89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89" y="2472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7" y="3051"/>
                  </a:lnTo>
                  <a:lnTo>
                    <a:pt x="2356" y="3167"/>
                  </a:lnTo>
                  <a:lnTo>
                    <a:pt x="2085" y="3244"/>
                  </a:lnTo>
                  <a:lnTo>
                    <a:pt x="1777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4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80"/>
                  </a:lnTo>
                  <a:lnTo>
                    <a:pt x="1583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8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1" y="271"/>
                  </a:lnTo>
                  <a:lnTo>
                    <a:pt x="850" y="386"/>
                  </a:lnTo>
                  <a:lnTo>
                    <a:pt x="618" y="580"/>
                  </a:lnTo>
                  <a:lnTo>
                    <a:pt x="425" y="773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7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2"/>
                  </a:lnTo>
                  <a:lnTo>
                    <a:pt x="1583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2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6" y="2781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4"/>
                  </a:lnTo>
                  <a:lnTo>
                    <a:pt x="3669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3"/>
            <p:cNvSpPr/>
            <p:nvPr/>
          </p:nvSpPr>
          <p:spPr>
            <a:xfrm>
              <a:off x="1657200" y="1227450"/>
              <a:ext cx="61825" cy="90775"/>
            </a:xfrm>
            <a:custGeom>
              <a:avLst/>
              <a:gdLst/>
              <a:ahLst/>
              <a:cxnLst/>
              <a:rect l="l" t="t" r="r" b="b"/>
              <a:pathLst>
                <a:path w="2473" h="3631" extrusionOk="0">
                  <a:moveTo>
                    <a:pt x="1198" y="0"/>
                  </a:moveTo>
                  <a:lnTo>
                    <a:pt x="1082" y="39"/>
                  </a:lnTo>
                  <a:lnTo>
                    <a:pt x="1005" y="39"/>
                  </a:lnTo>
                  <a:lnTo>
                    <a:pt x="966" y="116"/>
                  </a:lnTo>
                  <a:lnTo>
                    <a:pt x="966" y="194"/>
                  </a:lnTo>
                  <a:lnTo>
                    <a:pt x="966" y="232"/>
                  </a:lnTo>
                  <a:lnTo>
                    <a:pt x="850" y="271"/>
                  </a:lnTo>
                  <a:lnTo>
                    <a:pt x="773" y="271"/>
                  </a:lnTo>
                  <a:lnTo>
                    <a:pt x="735" y="348"/>
                  </a:lnTo>
                  <a:lnTo>
                    <a:pt x="696" y="425"/>
                  </a:lnTo>
                  <a:lnTo>
                    <a:pt x="696" y="502"/>
                  </a:lnTo>
                  <a:lnTo>
                    <a:pt x="735" y="618"/>
                  </a:lnTo>
                  <a:lnTo>
                    <a:pt x="773" y="657"/>
                  </a:lnTo>
                  <a:lnTo>
                    <a:pt x="850" y="734"/>
                  </a:lnTo>
                  <a:lnTo>
                    <a:pt x="1082" y="811"/>
                  </a:lnTo>
                  <a:lnTo>
                    <a:pt x="1275" y="966"/>
                  </a:lnTo>
                  <a:lnTo>
                    <a:pt x="1468" y="1120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1"/>
                  </a:lnTo>
                  <a:lnTo>
                    <a:pt x="1970" y="2163"/>
                  </a:lnTo>
                  <a:lnTo>
                    <a:pt x="1932" y="2472"/>
                  </a:lnTo>
                  <a:lnTo>
                    <a:pt x="1816" y="2742"/>
                  </a:lnTo>
                  <a:lnTo>
                    <a:pt x="1739" y="2897"/>
                  </a:lnTo>
                  <a:lnTo>
                    <a:pt x="1661" y="2974"/>
                  </a:lnTo>
                  <a:lnTo>
                    <a:pt x="1545" y="3090"/>
                  </a:lnTo>
                  <a:lnTo>
                    <a:pt x="1391" y="3128"/>
                  </a:lnTo>
                  <a:lnTo>
                    <a:pt x="1237" y="3167"/>
                  </a:lnTo>
                  <a:lnTo>
                    <a:pt x="1043" y="3128"/>
                  </a:lnTo>
                  <a:lnTo>
                    <a:pt x="928" y="3012"/>
                  </a:lnTo>
                  <a:lnTo>
                    <a:pt x="850" y="2897"/>
                  </a:lnTo>
                  <a:lnTo>
                    <a:pt x="812" y="2742"/>
                  </a:lnTo>
                  <a:lnTo>
                    <a:pt x="850" y="2626"/>
                  </a:lnTo>
                  <a:lnTo>
                    <a:pt x="928" y="2472"/>
                  </a:lnTo>
                  <a:lnTo>
                    <a:pt x="1082" y="2356"/>
                  </a:lnTo>
                  <a:lnTo>
                    <a:pt x="1159" y="2279"/>
                  </a:lnTo>
                  <a:lnTo>
                    <a:pt x="1159" y="2163"/>
                  </a:lnTo>
                  <a:lnTo>
                    <a:pt x="1159" y="2047"/>
                  </a:lnTo>
                  <a:lnTo>
                    <a:pt x="1082" y="1970"/>
                  </a:lnTo>
                  <a:lnTo>
                    <a:pt x="657" y="1622"/>
                  </a:lnTo>
                  <a:lnTo>
                    <a:pt x="426" y="1468"/>
                  </a:lnTo>
                  <a:lnTo>
                    <a:pt x="194" y="1352"/>
                  </a:lnTo>
                  <a:lnTo>
                    <a:pt x="1" y="1622"/>
                  </a:lnTo>
                  <a:lnTo>
                    <a:pt x="271" y="1893"/>
                  </a:lnTo>
                  <a:lnTo>
                    <a:pt x="580" y="2163"/>
                  </a:lnTo>
                  <a:lnTo>
                    <a:pt x="426" y="2356"/>
                  </a:lnTo>
                  <a:lnTo>
                    <a:pt x="348" y="2626"/>
                  </a:lnTo>
                  <a:lnTo>
                    <a:pt x="348" y="2897"/>
                  </a:lnTo>
                  <a:lnTo>
                    <a:pt x="348" y="3051"/>
                  </a:lnTo>
                  <a:lnTo>
                    <a:pt x="426" y="3167"/>
                  </a:lnTo>
                  <a:lnTo>
                    <a:pt x="541" y="3360"/>
                  </a:lnTo>
                  <a:lnTo>
                    <a:pt x="696" y="3476"/>
                  </a:lnTo>
                  <a:lnTo>
                    <a:pt x="889" y="3553"/>
                  </a:lnTo>
                  <a:lnTo>
                    <a:pt x="1082" y="3630"/>
                  </a:lnTo>
                  <a:lnTo>
                    <a:pt x="1275" y="3630"/>
                  </a:lnTo>
                  <a:lnTo>
                    <a:pt x="1507" y="3592"/>
                  </a:lnTo>
                  <a:lnTo>
                    <a:pt x="1700" y="3514"/>
                  </a:lnTo>
                  <a:lnTo>
                    <a:pt x="1854" y="3437"/>
                  </a:lnTo>
                  <a:lnTo>
                    <a:pt x="2047" y="3244"/>
                  </a:lnTo>
                  <a:lnTo>
                    <a:pt x="2202" y="3090"/>
                  </a:lnTo>
                  <a:lnTo>
                    <a:pt x="2318" y="2897"/>
                  </a:lnTo>
                  <a:lnTo>
                    <a:pt x="2395" y="2703"/>
                  </a:lnTo>
                  <a:lnTo>
                    <a:pt x="2434" y="2472"/>
                  </a:lnTo>
                  <a:lnTo>
                    <a:pt x="2472" y="2279"/>
                  </a:lnTo>
                  <a:lnTo>
                    <a:pt x="2434" y="2047"/>
                  </a:lnTo>
                  <a:lnTo>
                    <a:pt x="2395" y="1815"/>
                  </a:lnTo>
                  <a:lnTo>
                    <a:pt x="2318" y="1622"/>
                  </a:lnTo>
                  <a:lnTo>
                    <a:pt x="2202" y="1391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3"/>
            <p:cNvSpPr/>
            <p:nvPr/>
          </p:nvSpPr>
          <p:spPr>
            <a:xfrm>
              <a:off x="6055450" y="1230350"/>
              <a:ext cx="302175" cy="155450"/>
            </a:xfrm>
            <a:custGeom>
              <a:avLst/>
              <a:gdLst/>
              <a:ahLst/>
              <a:cxnLst/>
              <a:rect l="l" t="t" r="r" b="b"/>
              <a:pathLst>
                <a:path w="12087" h="6218" extrusionOk="0">
                  <a:moveTo>
                    <a:pt x="11739" y="0"/>
                  </a:moveTo>
                  <a:lnTo>
                    <a:pt x="11662" y="39"/>
                  </a:lnTo>
                  <a:lnTo>
                    <a:pt x="11585" y="78"/>
                  </a:lnTo>
                  <a:lnTo>
                    <a:pt x="11507" y="116"/>
                  </a:lnTo>
                  <a:lnTo>
                    <a:pt x="11469" y="232"/>
                  </a:lnTo>
                  <a:lnTo>
                    <a:pt x="11469" y="309"/>
                  </a:lnTo>
                  <a:lnTo>
                    <a:pt x="11507" y="425"/>
                  </a:lnTo>
                  <a:lnTo>
                    <a:pt x="11585" y="580"/>
                  </a:lnTo>
                  <a:lnTo>
                    <a:pt x="11623" y="773"/>
                  </a:lnTo>
                  <a:lnTo>
                    <a:pt x="11585" y="966"/>
                  </a:lnTo>
                  <a:lnTo>
                    <a:pt x="11507" y="1120"/>
                  </a:lnTo>
                  <a:lnTo>
                    <a:pt x="11392" y="1275"/>
                  </a:lnTo>
                  <a:lnTo>
                    <a:pt x="11276" y="1429"/>
                  </a:lnTo>
                  <a:lnTo>
                    <a:pt x="10928" y="1738"/>
                  </a:lnTo>
                  <a:lnTo>
                    <a:pt x="10503" y="2008"/>
                  </a:lnTo>
                  <a:lnTo>
                    <a:pt x="10079" y="2240"/>
                  </a:lnTo>
                  <a:lnTo>
                    <a:pt x="9422" y="2587"/>
                  </a:lnTo>
                  <a:lnTo>
                    <a:pt x="9036" y="2781"/>
                  </a:lnTo>
                  <a:lnTo>
                    <a:pt x="9036" y="2703"/>
                  </a:lnTo>
                  <a:lnTo>
                    <a:pt x="8959" y="2626"/>
                  </a:lnTo>
                  <a:lnTo>
                    <a:pt x="8495" y="2201"/>
                  </a:lnTo>
                  <a:lnTo>
                    <a:pt x="8109" y="1699"/>
                  </a:lnTo>
                  <a:lnTo>
                    <a:pt x="7839" y="1892"/>
                  </a:lnTo>
                  <a:lnTo>
                    <a:pt x="7993" y="2201"/>
                  </a:lnTo>
                  <a:lnTo>
                    <a:pt x="8187" y="2510"/>
                  </a:lnTo>
                  <a:lnTo>
                    <a:pt x="8418" y="2781"/>
                  </a:lnTo>
                  <a:lnTo>
                    <a:pt x="8650" y="2974"/>
                  </a:lnTo>
                  <a:lnTo>
                    <a:pt x="7607" y="3514"/>
                  </a:lnTo>
                  <a:lnTo>
                    <a:pt x="6565" y="3978"/>
                  </a:lnTo>
                  <a:lnTo>
                    <a:pt x="5252" y="4518"/>
                  </a:lnTo>
                  <a:lnTo>
                    <a:pt x="3939" y="4982"/>
                  </a:lnTo>
                  <a:lnTo>
                    <a:pt x="3669" y="5059"/>
                  </a:lnTo>
                  <a:lnTo>
                    <a:pt x="3707" y="4711"/>
                  </a:lnTo>
                  <a:lnTo>
                    <a:pt x="3630" y="4364"/>
                  </a:lnTo>
                  <a:lnTo>
                    <a:pt x="3514" y="4055"/>
                  </a:lnTo>
                  <a:lnTo>
                    <a:pt x="3321" y="3707"/>
                  </a:lnTo>
                  <a:lnTo>
                    <a:pt x="3012" y="3900"/>
                  </a:lnTo>
                  <a:lnTo>
                    <a:pt x="3128" y="4171"/>
                  </a:lnTo>
                  <a:lnTo>
                    <a:pt x="3205" y="4441"/>
                  </a:lnTo>
                  <a:lnTo>
                    <a:pt x="3244" y="4866"/>
                  </a:lnTo>
                  <a:lnTo>
                    <a:pt x="3244" y="5252"/>
                  </a:lnTo>
                  <a:lnTo>
                    <a:pt x="2356" y="5522"/>
                  </a:lnTo>
                  <a:lnTo>
                    <a:pt x="1892" y="5638"/>
                  </a:lnTo>
                  <a:lnTo>
                    <a:pt x="1429" y="5677"/>
                  </a:lnTo>
                  <a:lnTo>
                    <a:pt x="1043" y="5715"/>
                  </a:lnTo>
                  <a:lnTo>
                    <a:pt x="850" y="5715"/>
                  </a:lnTo>
                  <a:lnTo>
                    <a:pt x="695" y="5677"/>
                  </a:lnTo>
                  <a:lnTo>
                    <a:pt x="579" y="5599"/>
                  </a:lnTo>
                  <a:lnTo>
                    <a:pt x="464" y="5522"/>
                  </a:lnTo>
                  <a:lnTo>
                    <a:pt x="386" y="5406"/>
                  </a:lnTo>
                  <a:lnTo>
                    <a:pt x="348" y="5291"/>
                  </a:lnTo>
                  <a:lnTo>
                    <a:pt x="309" y="5213"/>
                  </a:lnTo>
                  <a:lnTo>
                    <a:pt x="270" y="5175"/>
                  </a:lnTo>
                  <a:lnTo>
                    <a:pt x="155" y="5136"/>
                  </a:lnTo>
                  <a:lnTo>
                    <a:pt x="77" y="5175"/>
                  </a:lnTo>
                  <a:lnTo>
                    <a:pt x="39" y="5213"/>
                  </a:lnTo>
                  <a:lnTo>
                    <a:pt x="0" y="5291"/>
                  </a:lnTo>
                  <a:lnTo>
                    <a:pt x="0" y="5445"/>
                  </a:lnTo>
                  <a:lnTo>
                    <a:pt x="39" y="5599"/>
                  </a:lnTo>
                  <a:lnTo>
                    <a:pt x="77" y="5754"/>
                  </a:lnTo>
                  <a:lnTo>
                    <a:pt x="155" y="5870"/>
                  </a:lnTo>
                  <a:lnTo>
                    <a:pt x="232" y="5947"/>
                  </a:lnTo>
                  <a:lnTo>
                    <a:pt x="309" y="6024"/>
                  </a:lnTo>
                  <a:lnTo>
                    <a:pt x="541" y="6140"/>
                  </a:lnTo>
                  <a:lnTo>
                    <a:pt x="811" y="6179"/>
                  </a:lnTo>
                  <a:lnTo>
                    <a:pt x="1120" y="6217"/>
                  </a:lnTo>
                  <a:lnTo>
                    <a:pt x="1429" y="6179"/>
                  </a:lnTo>
                  <a:lnTo>
                    <a:pt x="1699" y="6140"/>
                  </a:lnTo>
                  <a:lnTo>
                    <a:pt x="2896" y="5831"/>
                  </a:lnTo>
                  <a:lnTo>
                    <a:pt x="4093" y="5445"/>
                  </a:lnTo>
                  <a:lnTo>
                    <a:pt x="5290" y="5020"/>
                  </a:lnTo>
                  <a:lnTo>
                    <a:pt x="6449" y="4557"/>
                  </a:lnTo>
                  <a:lnTo>
                    <a:pt x="7530" y="4093"/>
                  </a:lnTo>
                  <a:lnTo>
                    <a:pt x="8573" y="3591"/>
                  </a:lnTo>
                  <a:lnTo>
                    <a:pt x="9615" y="3051"/>
                  </a:lnTo>
                  <a:lnTo>
                    <a:pt x="10619" y="2472"/>
                  </a:lnTo>
                  <a:lnTo>
                    <a:pt x="10928" y="2279"/>
                  </a:lnTo>
                  <a:lnTo>
                    <a:pt x="11276" y="2047"/>
                  </a:lnTo>
                  <a:lnTo>
                    <a:pt x="11546" y="1777"/>
                  </a:lnTo>
                  <a:lnTo>
                    <a:pt x="11816" y="1506"/>
                  </a:lnTo>
                  <a:lnTo>
                    <a:pt x="12009" y="1197"/>
                  </a:lnTo>
                  <a:lnTo>
                    <a:pt x="12048" y="1043"/>
                  </a:lnTo>
                  <a:lnTo>
                    <a:pt x="12087" y="888"/>
                  </a:lnTo>
                  <a:lnTo>
                    <a:pt x="12087" y="695"/>
                  </a:lnTo>
                  <a:lnTo>
                    <a:pt x="12048" y="502"/>
                  </a:lnTo>
                  <a:lnTo>
                    <a:pt x="12009" y="309"/>
                  </a:lnTo>
                  <a:lnTo>
                    <a:pt x="11894" y="116"/>
                  </a:lnTo>
                  <a:lnTo>
                    <a:pt x="11816" y="39"/>
                  </a:lnTo>
                  <a:lnTo>
                    <a:pt x="1173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3"/>
            <p:cNvSpPr/>
            <p:nvPr/>
          </p:nvSpPr>
          <p:spPr>
            <a:xfrm>
              <a:off x="4272400" y="1236125"/>
              <a:ext cx="61800" cy="89825"/>
            </a:xfrm>
            <a:custGeom>
              <a:avLst/>
              <a:gdLst/>
              <a:ahLst/>
              <a:cxnLst/>
              <a:rect l="l" t="t" r="r" b="b"/>
              <a:pathLst>
                <a:path w="2472" h="3593" extrusionOk="0">
                  <a:moveTo>
                    <a:pt x="1082" y="1"/>
                  </a:moveTo>
                  <a:lnTo>
                    <a:pt x="1005" y="40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3"/>
                  </a:lnTo>
                  <a:lnTo>
                    <a:pt x="850" y="233"/>
                  </a:lnTo>
                  <a:lnTo>
                    <a:pt x="773" y="271"/>
                  </a:lnTo>
                  <a:lnTo>
                    <a:pt x="734" y="349"/>
                  </a:lnTo>
                  <a:lnTo>
                    <a:pt x="696" y="426"/>
                  </a:lnTo>
                  <a:lnTo>
                    <a:pt x="696" y="503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2"/>
                  </a:lnTo>
                  <a:lnTo>
                    <a:pt x="1275" y="928"/>
                  </a:lnTo>
                  <a:lnTo>
                    <a:pt x="1468" y="1082"/>
                  </a:lnTo>
                  <a:lnTo>
                    <a:pt x="1622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1" y="1932"/>
                  </a:lnTo>
                  <a:lnTo>
                    <a:pt x="1931" y="2163"/>
                  </a:lnTo>
                  <a:lnTo>
                    <a:pt x="1931" y="2434"/>
                  </a:lnTo>
                  <a:lnTo>
                    <a:pt x="1815" y="2743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2"/>
                  </a:lnTo>
                  <a:lnTo>
                    <a:pt x="1391" y="3129"/>
                  </a:lnTo>
                  <a:lnTo>
                    <a:pt x="1198" y="3129"/>
                  </a:lnTo>
                  <a:lnTo>
                    <a:pt x="1043" y="3090"/>
                  </a:lnTo>
                  <a:lnTo>
                    <a:pt x="927" y="3013"/>
                  </a:lnTo>
                  <a:lnTo>
                    <a:pt x="850" y="2897"/>
                  </a:lnTo>
                  <a:lnTo>
                    <a:pt x="811" y="2743"/>
                  </a:lnTo>
                  <a:lnTo>
                    <a:pt x="850" y="2588"/>
                  </a:lnTo>
                  <a:lnTo>
                    <a:pt x="927" y="2434"/>
                  </a:lnTo>
                  <a:lnTo>
                    <a:pt x="1043" y="2318"/>
                  </a:lnTo>
                  <a:lnTo>
                    <a:pt x="1159" y="2241"/>
                  </a:lnTo>
                  <a:lnTo>
                    <a:pt x="1159" y="2125"/>
                  </a:lnTo>
                  <a:lnTo>
                    <a:pt x="1120" y="2009"/>
                  </a:lnTo>
                  <a:lnTo>
                    <a:pt x="1043" y="1932"/>
                  </a:lnTo>
                  <a:lnTo>
                    <a:pt x="657" y="1623"/>
                  </a:lnTo>
                  <a:lnTo>
                    <a:pt x="425" y="1468"/>
                  </a:lnTo>
                  <a:lnTo>
                    <a:pt x="194" y="1314"/>
                  </a:lnTo>
                  <a:lnTo>
                    <a:pt x="1" y="1623"/>
                  </a:lnTo>
                  <a:lnTo>
                    <a:pt x="271" y="1893"/>
                  </a:lnTo>
                  <a:lnTo>
                    <a:pt x="580" y="2125"/>
                  </a:lnTo>
                  <a:lnTo>
                    <a:pt x="425" y="2356"/>
                  </a:lnTo>
                  <a:lnTo>
                    <a:pt x="348" y="2627"/>
                  </a:lnTo>
                  <a:lnTo>
                    <a:pt x="309" y="2897"/>
                  </a:lnTo>
                  <a:lnTo>
                    <a:pt x="348" y="3052"/>
                  </a:lnTo>
                  <a:lnTo>
                    <a:pt x="425" y="3167"/>
                  </a:lnTo>
                  <a:lnTo>
                    <a:pt x="541" y="3322"/>
                  </a:lnTo>
                  <a:lnTo>
                    <a:pt x="696" y="3476"/>
                  </a:lnTo>
                  <a:lnTo>
                    <a:pt x="889" y="3554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4"/>
                  </a:lnTo>
                  <a:lnTo>
                    <a:pt x="1700" y="3515"/>
                  </a:lnTo>
                  <a:lnTo>
                    <a:pt x="1854" y="3399"/>
                  </a:lnTo>
                  <a:lnTo>
                    <a:pt x="2047" y="3245"/>
                  </a:lnTo>
                  <a:lnTo>
                    <a:pt x="2202" y="3052"/>
                  </a:lnTo>
                  <a:lnTo>
                    <a:pt x="2317" y="2858"/>
                  </a:lnTo>
                  <a:lnTo>
                    <a:pt x="2395" y="2665"/>
                  </a:lnTo>
                  <a:lnTo>
                    <a:pt x="2433" y="2472"/>
                  </a:lnTo>
                  <a:lnTo>
                    <a:pt x="2472" y="2241"/>
                  </a:lnTo>
                  <a:lnTo>
                    <a:pt x="2433" y="2009"/>
                  </a:lnTo>
                  <a:lnTo>
                    <a:pt x="2395" y="1816"/>
                  </a:lnTo>
                  <a:lnTo>
                    <a:pt x="2317" y="1584"/>
                  </a:lnTo>
                  <a:lnTo>
                    <a:pt x="2202" y="1391"/>
                  </a:lnTo>
                  <a:lnTo>
                    <a:pt x="1970" y="1005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3"/>
            <p:cNvSpPr/>
            <p:nvPr/>
          </p:nvSpPr>
          <p:spPr>
            <a:xfrm>
              <a:off x="799000" y="1245800"/>
              <a:ext cx="106200" cy="124550"/>
            </a:xfrm>
            <a:custGeom>
              <a:avLst/>
              <a:gdLst/>
              <a:ahLst/>
              <a:cxnLst/>
              <a:rect l="l" t="t" r="r" b="b"/>
              <a:pathLst>
                <a:path w="4248" h="4982" extrusionOk="0">
                  <a:moveTo>
                    <a:pt x="3862" y="0"/>
                  </a:moveTo>
                  <a:lnTo>
                    <a:pt x="3591" y="579"/>
                  </a:lnTo>
                  <a:lnTo>
                    <a:pt x="3244" y="1159"/>
                  </a:lnTo>
                  <a:lnTo>
                    <a:pt x="2896" y="1699"/>
                  </a:lnTo>
                  <a:lnTo>
                    <a:pt x="2510" y="2201"/>
                  </a:lnTo>
                  <a:lnTo>
                    <a:pt x="1931" y="2858"/>
                  </a:lnTo>
                  <a:lnTo>
                    <a:pt x="1313" y="3475"/>
                  </a:lnTo>
                  <a:lnTo>
                    <a:pt x="1004" y="3784"/>
                  </a:lnTo>
                  <a:lnTo>
                    <a:pt x="657" y="4016"/>
                  </a:lnTo>
                  <a:lnTo>
                    <a:pt x="309" y="4286"/>
                  </a:lnTo>
                  <a:lnTo>
                    <a:pt x="0" y="4595"/>
                  </a:lnTo>
                  <a:lnTo>
                    <a:pt x="39" y="4981"/>
                  </a:lnTo>
                  <a:lnTo>
                    <a:pt x="155" y="4981"/>
                  </a:lnTo>
                  <a:lnTo>
                    <a:pt x="541" y="4788"/>
                  </a:lnTo>
                  <a:lnTo>
                    <a:pt x="927" y="4557"/>
                  </a:lnTo>
                  <a:lnTo>
                    <a:pt x="1313" y="4248"/>
                  </a:lnTo>
                  <a:lnTo>
                    <a:pt x="1699" y="3939"/>
                  </a:lnTo>
                  <a:lnTo>
                    <a:pt x="2008" y="3591"/>
                  </a:lnTo>
                  <a:lnTo>
                    <a:pt x="2356" y="3205"/>
                  </a:lnTo>
                  <a:lnTo>
                    <a:pt x="2896" y="2510"/>
                  </a:lnTo>
                  <a:lnTo>
                    <a:pt x="3321" y="1969"/>
                  </a:lnTo>
                  <a:lnTo>
                    <a:pt x="3669" y="1390"/>
                  </a:lnTo>
                  <a:lnTo>
                    <a:pt x="3978" y="811"/>
                  </a:lnTo>
                  <a:lnTo>
                    <a:pt x="4248" y="193"/>
                  </a:lnTo>
                  <a:lnTo>
                    <a:pt x="386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3"/>
            <p:cNvSpPr/>
            <p:nvPr/>
          </p:nvSpPr>
          <p:spPr>
            <a:xfrm>
              <a:off x="747825" y="12477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5" y="271"/>
                  </a:moveTo>
                  <a:lnTo>
                    <a:pt x="1236" y="387"/>
                  </a:lnTo>
                  <a:lnTo>
                    <a:pt x="1429" y="541"/>
                  </a:lnTo>
                  <a:lnTo>
                    <a:pt x="1545" y="773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4" y="1197"/>
                  </a:lnTo>
                  <a:lnTo>
                    <a:pt x="1545" y="1313"/>
                  </a:lnTo>
                  <a:lnTo>
                    <a:pt x="1429" y="1391"/>
                  </a:lnTo>
                  <a:lnTo>
                    <a:pt x="1352" y="1468"/>
                  </a:lnTo>
                  <a:lnTo>
                    <a:pt x="1198" y="1545"/>
                  </a:lnTo>
                  <a:lnTo>
                    <a:pt x="966" y="1584"/>
                  </a:lnTo>
                  <a:lnTo>
                    <a:pt x="773" y="1545"/>
                  </a:lnTo>
                  <a:lnTo>
                    <a:pt x="657" y="1468"/>
                  </a:lnTo>
                  <a:lnTo>
                    <a:pt x="580" y="1429"/>
                  </a:lnTo>
                  <a:lnTo>
                    <a:pt x="503" y="1313"/>
                  </a:lnTo>
                  <a:lnTo>
                    <a:pt x="464" y="1197"/>
                  </a:lnTo>
                  <a:lnTo>
                    <a:pt x="425" y="1004"/>
                  </a:lnTo>
                  <a:lnTo>
                    <a:pt x="425" y="773"/>
                  </a:lnTo>
                  <a:lnTo>
                    <a:pt x="541" y="580"/>
                  </a:lnTo>
                  <a:lnTo>
                    <a:pt x="696" y="425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78"/>
                  </a:lnTo>
                  <a:lnTo>
                    <a:pt x="657" y="116"/>
                  </a:lnTo>
                  <a:lnTo>
                    <a:pt x="541" y="78"/>
                  </a:lnTo>
                  <a:lnTo>
                    <a:pt x="425" y="116"/>
                  </a:lnTo>
                  <a:lnTo>
                    <a:pt x="271" y="193"/>
                  </a:lnTo>
                  <a:lnTo>
                    <a:pt x="155" y="348"/>
                  </a:lnTo>
                  <a:lnTo>
                    <a:pt x="78" y="502"/>
                  </a:lnTo>
                  <a:lnTo>
                    <a:pt x="1" y="695"/>
                  </a:lnTo>
                  <a:lnTo>
                    <a:pt x="1" y="889"/>
                  </a:lnTo>
                  <a:lnTo>
                    <a:pt x="1" y="1082"/>
                  </a:lnTo>
                  <a:lnTo>
                    <a:pt x="39" y="1275"/>
                  </a:lnTo>
                  <a:lnTo>
                    <a:pt x="78" y="1429"/>
                  </a:lnTo>
                  <a:lnTo>
                    <a:pt x="194" y="1622"/>
                  </a:lnTo>
                  <a:lnTo>
                    <a:pt x="310" y="1777"/>
                  </a:lnTo>
                  <a:lnTo>
                    <a:pt x="464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043" y="2008"/>
                  </a:lnTo>
                  <a:lnTo>
                    <a:pt x="1236" y="1970"/>
                  </a:lnTo>
                  <a:lnTo>
                    <a:pt x="1429" y="1892"/>
                  </a:lnTo>
                  <a:lnTo>
                    <a:pt x="1584" y="1815"/>
                  </a:lnTo>
                  <a:lnTo>
                    <a:pt x="1738" y="1699"/>
                  </a:lnTo>
                  <a:lnTo>
                    <a:pt x="1893" y="1545"/>
                  </a:lnTo>
                  <a:lnTo>
                    <a:pt x="1970" y="1352"/>
                  </a:lnTo>
                  <a:lnTo>
                    <a:pt x="2047" y="1197"/>
                  </a:lnTo>
                  <a:lnTo>
                    <a:pt x="2086" y="1004"/>
                  </a:lnTo>
                  <a:lnTo>
                    <a:pt x="2047" y="811"/>
                  </a:lnTo>
                  <a:lnTo>
                    <a:pt x="1970" y="580"/>
                  </a:lnTo>
                  <a:lnTo>
                    <a:pt x="1893" y="425"/>
                  </a:lnTo>
                  <a:lnTo>
                    <a:pt x="1738" y="271"/>
                  </a:lnTo>
                  <a:lnTo>
                    <a:pt x="1584" y="155"/>
                  </a:lnTo>
                  <a:lnTo>
                    <a:pt x="1429" y="78"/>
                  </a:lnTo>
                  <a:lnTo>
                    <a:pt x="123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3"/>
            <p:cNvSpPr/>
            <p:nvPr/>
          </p:nvSpPr>
          <p:spPr>
            <a:xfrm>
              <a:off x="1261400" y="125255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1" y="194"/>
                  </a:lnTo>
                  <a:lnTo>
                    <a:pt x="503" y="927"/>
                  </a:lnTo>
                  <a:lnTo>
                    <a:pt x="1043" y="1622"/>
                  </a:lnTo>
                  <a:lnTo>
                    <a:pt x="1700" y="2240"/>
                  </a:lnTo>
                  <a:lnTo>
                    <a:pt x="2356" y="2858"/>
                  </a:lnTo>
                  <a:lnTo>
                    <a:pt x="3090" y="3360"/>
                  </a:lnTo>
                  <a:lnTo>
                    <a:pt x="3901" y="3823"/>
                  </a:lnTo>
                  <a:lnTo>
                    <a:pt x="4673" y="4209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05"/>
                  </a:lnTo>
                  <a:lnTo>
                    <a:pt x="7685" y="4943"/>
                  </a:lnTo>
                  <a:lnTo>
                    <a:pt x="8110" y="4982"/>
                  </a:lnTo>
                  <a:lnTo>
                    <a:pt x="8535" y="4943"/>
                  </a:lnTo>
                  <a:lnTo>
                    <a:pt x="8998" y="4905"/>
                  </a:lnTo>
                  <a:lnTo>
                    <a:pt x="9423" y="4866"/>
                  </a:lnTo>
                  <a:lnTo>
                    <a:pt x="9848" y="4750"/>
                  </a:lnTo>
                  <a:lnTo>
                    <a:pt x="10272" y="4634"/>
                  </a:lnTo>
                  <a:lnTo>
                    <a:pt x="10658" y="4480"/>
                  </a:lnTo>
                  <a:lnTo>
                    <a:pt x="11083" y="4325"/>
                  </a:lnTo>
                  <a:lnTo>
                    <a:pt x="11469" y="4094"/>
                  </a:lnTo>
                  <a:lnTo>
                    <a:pt x="11856" y="3862"/>
                  </a:lnTo>
                  <a:lnTo>
                    <a:pt x="12242" y="3592"/>
                  </a:lnTo>
                  <a:lnTo>
                    <a:pt x="12319" y="3514"/>
                  </a:lnTo>
                  <a:lnTo>
                    <a:pt x="12435" y="3167"/>
                  </a:lnTo>
                  <a:lnTo>
                    <a:pt x="12280" y="3167"/>
                  </a:lnTo>
                  <a:lnTo>
                    <a:pt x="12203" y="3128"/>
                  </a:lnTo>
                  <a:lnTo>
                    <a:pt x="12126" y="3090"/>
                  </a:lnTo>
                  <a:lnTo>
                    <a:pt x="12010" y="3128"/>
                  </a:lnTo>
                  <a:lnTo>
                    <a:pt x="11933" y="3167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6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03"/>
                  </a:lnTo>
                  <a:lnTo>
                    <a:pt x="8342" y="4441"/>
                  </a:lnTo>
                  <a:lnTo>
                    <a:pt x="7492" y="4441"/>
                  </a:lnTo>
                  <a:lnTo>
                    <a:pt x="7067" y="4403"/>
                  </a:lnTo>
                  <a:lnTo>
                    <a:pt x="6643" y="4325"/>
                  </a:lnTo>
                  <a:lnTo>
                    <a:pt x="6218" y="4248"/>
                  </a:lnTo>
                  <a:lnTo>
                    <a:pt x="5793" y="4132"/>
                  </a:lnTo>
                  <a:lnTo>
                    <a:pt x="5407" y="4016"/>
                  </a:lnTo>
                  <a:lnTo>
                    <a:pt x="4596" y="3669"/>
                  </a:lnTo>
                  <a:lnTo>
                    <a:pt x="3901" y="3283"/>
                  </a:lnTo>
                  <a:lnTo>
                    <a:pt x="3206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8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3"/>
            <p:cNvSpPr/>
            <p:nvPr/>
          </p:nvSpPr>
          <p:spPr>
            <a:xfrm>
              <a:off x="1569350" y="1258350"/>
              <a:ext cx="92700" cy="136125"/>
            </a:xfrm>
            <a:custGeom>
              <a:avLst/>
              <a:gdLst/>
              <a:ahLst/>
              <a:cxnLst/>
              <a:rect l="l" t="t" r="r" b="b"/>
              <a:pathLst>
                <a:path w="3708" h="5445" extrusionOk="0">
                  <a:moveTo>
                    <a:pt x="3399" y="0"/>
                  </a:moveTo>
                  <a:lnTo>
                    <a:pt x="3360" y="77"/>
                  </a:lnTo>
                  <a:lnTo>
                    <a:pt x="3245" y="116"/>
                  </a:lnTo>
                  <a:lnTo>
                    <a:pt x="3013" y="309"/>
                  </a:lnTo>
                  <a:lnTo>
                    <a:pt x="2781" y="541"/>
                  </a:lnTo>
                  <a:lnTo>
                    <a:pt x="2549" y="772"/>
                  </a:lnTo>
                  <a:lnTo>
                    <a:pt x="2356" y="1004"/>
                  </a:lnTo>
                  <a:lnTo>
                    <a:pt x="2047" y="1236"/>
                  </a:lnTo>
                  <a:lnTo>
                    <a:pt x="1777" y="1467"/>
                  </a:lnTo>
                  <a:lnTo>
                    <a:pt x="1159" y="1815"/>
                  </a:lnTo>
                  <a:lnTo>
                    <a:pt x="1082" y="1892"/>
                  </a:lnTo>
                  <a:lnTo>
                    <a:pt x="1082" y="1969"/>
                  </a:lnTo>
                  <a:lnTo>
                    <a:pt x="1082" y="2008"/>
                  </a:lnTo>
                  <a:lnTo>
                    <a:pt x="1121" y="2085"/>
                  </a:lnTo>
                  <a:lnTo>
                    <a:pt x="1005" y="2085"/>
                  </a:lnTo>
                  <a:lnTo>
                    <a:pt x="889" y="2124"/>
                  </a:lnTo>
                  <a:lnTo>
                    <a:pt x="850" y="2201"/>
                  </a:lnTo>
                  <a:lnTo>
                    <a:pt x="812" y="2278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510"/>
                  </a:lnTo>
                  <a:lnTo>
                    <a:pt x="966" y="2549"/>
                  </a:lnTo>
                  <a:lnTo>
                    <a:pt x="1198" y="2626"/>
                  </a:lnTo>
                  <a:lnTo>
                    <a:pt x="1430" y="2703"/>
                  </a:lnTo>
                  <a:lnTo>
                    <a:pt x="1623" y="2858"/>
                  </a:lnTo>
                  <a:lnTo>
                    <a:pt x="1816" y="3012"/>
                  </a:lnTo>
                  <a:lnTo>
                    <a:pt x="1970" y="3205"/>
                  </a:lnTo>
                  <a:lnTo>
                    <a:pt x="2086" y="3398"/>
                  </a:lnTo>
                  <a:lnTo>
                    <a:pt x="2125" y="3630"/>
                  </a:lnTo>
                  <a:lnTo>
                    <a:pt x="2125" y="3900"/>
                  </a:lnTo>
                  <a:lnTo>
                    <a:pt x="2086" y="4132"/>
                  </a:lnTo>
                  <a:lnTo>
                    <a:pt x="2009" y="4364"/>
                  </a:lnTo>
                  <a:lnTo>
                    <a:pt x="1893" y="4557"/>
                  </a:lnTo>
                  <a:lnTo>
                    <a:pt x="1739" y="4711"/>
                  </a:lnTo>
                  <a:lnTo>
                    <a:pt x="1545" y="4866"/>
                  </a:lnTo>
                  <a:lnTo>
                    <a:pt x="1314" y="4943"/>
                  </a:lnTo>
                  <a:lnTo>
                    <a:pt x="1198" y="4981"/>
                  </a:lnTo>
                  <a:lnTo>
                    <a:pt x="1082" y="4981"/>
                  </a:lnTo>
                  <a:lnTo>
                    <a:pt x="889" y="4904"/>
                  </a:lnTo>
                  <a:lnTo>
                    <a:pt x="773" y="4788"/>
                  </a:lnTo>
                  <a:lnTo>
                    <a:pt x="696" y="4634"/>
                  </a:lnTo>
                  <a:lnTo>
                    <a:pt x="696" y="4441"/>
                  </a:lnTo>
                  <a:lnTo>
                    <a:pt x="735" y="4286"/>
                  </a:lnTo>
                  <a:lnTo>
                    <a:pt x="812" y="4209"/>
                  </a:lnTo>
                  <a:lnTo>
                    <a:pt x="889" y="4171"/>
                  </a:lnTo>
                  <a:lnTo>
                    <a:pt x="966" y="4132"/>
                  </a:lnTo>
                  <a:lnTo>
                    <a:pt x="1121" y="4093"/>
                  </a:lnTo>
                  <a:lnTo>
                    <a:pt x="1237" y="4055"/>
                  </a:lnTo>
                  <a:lnTo>
                    <a:pt x="1314" y="3939"/>
                  </a:lnTo>
                  <a:lnTo>
                    <a:pt x="1314" y="3784"/>
                  </a:lnTo>
                  <a:lnTo>
                    <a:pt x="1275" y="3746"/>
                  </a:lnTo>
                  <a:lnTo>
                    <a:pt x="1237" y="3669"/>
                  </a:lnTo>
                  <a:lnTo>
                    <a:pt x="117" y="2935"/>
                  </a:lnTo>
                  <a:lnTo>
                    <a:pt x="1" y="3282"/>
                  </a:lnTo>
                  <a:lnTo>
                    <a:pt x="657" y="3784"/>
                  </a:lnTo>
                  <a:lnTo>
                    <a:pt x="503" y="3900"/>
                  </a:lnTo>
                  <a:lnTo>
                    <a:pt x="387" y="3977"/>
                  </a:lnTo>
                  <a:lnTo>
                    <a:pt x="310" y="4132"/>
                  </a:lnTo>
                  <a:lnTo>
                    <a:pt x="233" y="4248"/>
                  </a:lnTo>
                  <a:lnTo>
                    <a:pt x="194" y="4402"/>
                  </a:lnTo>
                  <a:lnTo>
                    <a:pt x="194" y="4557"/>
                  </a:lnTo>
                  <a:lnTo>
                    <a:pt x="194" y="4711"/>
                  </a:lnTo>
                  <a:lnTo>
                    <a:pt x="271" y="4904"/>
                  </a:lnTo>
                  <a:lnTo>
                    <a:pt x="387" y="5097"/>
                  </a:lnTo>
                  <a:lnTo>
                    <a:pt x="542" y="5252"/>
                  </a:lnTo>
                  <a:lnTo>
                    <a:pt x="735" y="5368"/>
                  </a:lnTo>
                  <a:lnTo>
                    <a:pt x="966" y="5445"/>
                  </a:lnTo>
                  <a:lnTo>
                    <a:pt x="1198" y="5445"/>
                  </a:lnTo>
                  <a:lnTo>
                    <a:pt x="1430" y="5406"/>
                  </a:lnTo>
                  <a:lnTo>
                    <a:pt x="1623" y="5329"/>
                  </a:lnTo>
                  <a:lnTo>
                    <a:pt x="1854" y="5213"/>
                  </a:lnTo>
                  <a:lnTo>
                    <a:pt x="2086" y="5059"/>
                  </a:lnTo>
                  <a:lnTo>
                    <a:pt x="2241" y="4866"/>
                  </a:lnTo>
                  <a:lnTo>
                    <a:pt x="2395" y="4673"/>
                  </a:lnTo>
                  <a:lnTo>
                    <a:pt x="2511" y="4441"/>
                  </a:lnTo>
                  <a:lnTo>
                    <a:pt x="2588" y="4209"/>
                  </a:lnTo>
                  <a:lnTo>
                    <a:pt x="2588" y="3977"/>
                  </a:lnTo>
                  <a:lnTo>
                    <a:pt x="2588" y="3746"/>
                  </a:lnTo>
                  <a:lnTo>
                    <a:pt x="2549" y="3514"/>
                  </a:lnTo>
                  <a:lnTo>
                    <a:pt x="2472" y="3282"/>
                  </a:lnTo>
                  <a:lnTo>
                    <a:pt x="2395" y="3089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510"/>
                  </a:lnTo>
                  <a:lnTo>
                    <a:pt x="1739" y="2356"/>
                  </a:lnTo>
                  <a:lnTo>
                    <a:pt x="1507" y="2240"/>
                  </a:lnTo>
                  <a:lnTo>
                    <a:pt x="1275" y="2124"/>
                  </a:lnTo>
                  <a:lnTo>
                    <a:pt x="1623" y="2008"/>
                  </a:lnTo>
                  <a:lnTo>
                    <a:pt x="1932" y="1815"/>
                  </a:lnTo>
                  <a:lnTo>
                    <a:pt x="2279" y="1661"/>
                  </a:lnTo>
                  <a:lnTo>
                    <a:pt x="2549" y="1429"/>
                  </a:lnTo>
                  <a:lnTo>
                    <a:pt x="2820" y="1197"/>
                  </a:lnTo>
                  <a:lnTo>
                    <a:pt x="3129" y="966"/>
                  </a:lnTo>
                  <a:lnTo>
                    <a:pt x="3360" y="695"/>
                  </a:lnTo>
                  <a:lnTo>
                    <a:pt x="3438" y="541"/>
                  </a:lnTo>
                  <a:lnTo>
                    <a:pt x="3515" y="386"/>
                  </a:lnTo>
                  <a:lnTo>
                    <a:pt x="3708" y="116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"/>
            <p:cNvSpPr/>
            <p:nvPr/>
          </p:nvSpPr>
          <p:spPr>
            <a:xfrm>
              <a:off x="3876600" y="1260275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0" y="232"/>
                  </a:lnTo>
                  <a:lnTo>
                    <a:pt x="502" y="966"/>
                  </a:lnTo>
                  <a:lnTo>
                    <a:pt x="1043" y="1622"/>
                  </a:lnTo>
                  <a:lnTo>
                    <a:pt x="1699" y="2279"/>
                  </a:lnTo>
                  <a:lnTo>
                    <a:pt x="2356" y="2858"/>
                  </a:lnTo>
                  <a:lnTo>
                    <a:pt x="3090" y="3398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4" y="4982"/>
                  </a:lnTo>
                  <a:lnTo>
                    <a:pt x="8998" y="4943"/>
                  </a:lnTo>
                  <a:lnTo>
                    <a:pt x="9422" y="4866"/>
                  </a:lnTo>
                  <a:lnTo>
                    <a:pt x="9847" y="4789"/>
                  </a:lnTo>
                  <a:lnTo>
                    <a:pt x="10272" y="4673"/>
                  </a:lnTo>
                  <a:lnTo>
                    <a:pt x="10658" y="4518"/>
                  </a:lnTo>
                  <a:lnTo>
                    <a:pt x="11083" y="4325"/>
                  </a:lnTo>
                  <a:lnTo>
                    <a:pt x="11469" y="4132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319" y="3553"/>
                  </a:lnTo>
                  <a:lnTo>
                    <a:pt x="12434" y="3205"/>
                  </a:lnTo>
                  <a:lnTo>
                    <a:pt x="12357" y="3167"/>
                  </a:lnTo>
                  <a:lnTo>
                    <a:pt x="12280" y="3205"/>
                  </a:lnTo>
                  <a:lnTo>
                    <a:pt x="12203" y="3128"/>
                  </a:lnTo>
                  <a:lnTo>
                    <a:pt x="12010" y="3128"/>
                  </a:lnTo>
                  <a:lnTo>
                    <a:pt x="11932" y="3205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6" y="4016"/>
                  </a:lnTo>
                  <a:lnTo>
                    <a:pt x="10040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1" y="4480"/>
                  </a:lnTo>
                  <a:lnTo>
                    <a:pt x="7916" y="4480"/>
                  </a:lnTo>
                  <a:lnTo>
                    <a:pt x="7492" y="4441"/>
                  </a:lnTo>
                  <a:lnTo>
                    <a:pt x="7067" y="4402"/>
                  </a:lnTo>
                  <a:lnTo>
                    <a:pt x="6642" y="4364"/>
                  </a:lnTo>
                  <a:lnTo>
                    <a:pt x="6217" y="4248"/>
                  </a:lnTo>
                  <a:lnTo>
                    <a:pt x="5793" y="4171"/>
                  </a:lnTo>
                  <a:lnTo>
                    <a:pt x="5368" y="4016"/>
                  </a:lnTo>
                  <a:lnTo>
                    <a:pt x="4596" y="3707"/>
                  </a:lnTo>
                  <a:lnTo>
                    <a:pt x="3901" y="3283"/>
                  </a:lnTo>
                  <a:lnTo>
                    <a:pt x="3205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"/>
            <p:cNvSpPr/>
            <p:nvPr/>
          </p:nvSpPr>
          <p:spPr>
            <a:xfrm>
              <a:off x="4184550" y="1267025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1"/>
                  </a:moveTo>
                  <a:lnTo>
                    <a:pt x="3360" y="78"/>
                  </a:lnTo>
                  <a:lnTo>
                    <a:pt x="3244" y="78"/>
                  </a:lnTo>
                  <a:lnTo>
                    <a:pt x="3013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3" y="1931"/>
                  </a:lnTo>
                  <a:lnTo>
                    <a:pt x="1082" y="2009"/>
                  </a:lnTo>
                  <a:lnTo>
                    <a:pt x="1120" y="2086"/>
                  </a:lnTo>
                  <a:lnTo>
                    <a:pt x="1005" y="2086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1" y="2240"/>
                  </a:lnTo>
                  <a:lnTo>
                    <a:pt x="811" y="2356"/>
                  </a:lnTo>
                  <a:lnTo>
                    <a:pt x="811" y="2433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8" y="2588"/>
                  </a:lnTo>
                  <a:lnTo>
                    <a:pt x="1429" y="2704"/>
                  </a:lnTo>
                  <a:lnTo>
                    <a:pt x="1622" y="2820"/>
                  </a:lnTo>
                  <a:lnTo>
                    <a:pt x="1815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4" y="3630"/>
                  </a:lnTo>
                  <a:lnTo>
                    <a:pt x="2124" y="3901"/>
                  </a:lnTo>
                  <a:lnTo>
                    <a:pt x="2086" y="4094"/>
                  </a:lnTo>
                  <a:lnTo>
                    <a:pt x="2009" y="4326"/>
                  </a:lnTo>
                  <a:lnTo>
                    <a:pt x="1893" y="4519"/>
                  </a:lnTo>
                  <a:lnTo>
                    <a:pt x="1738" y="4712"/>
                  </a:lnTo>
                  <a:lnTo>
                    <a:pt x="1545" y="4828"/>
                  </a:lnTo>
                  <a:lnTo>
                    <a:pt x="1313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6"/>
                  </a:lnTo>
                  <a:lnTo>
                    <a:pt x="657" y="4441"/>
                  </a:lnTo>
                  <a:lnTo>
                    <a:pt x="734" y="4287"/>
                  </a:lnTo>
                  <a:lnTo>
                    <a:pt x="811" y="4210"/>
                  </a:lnTo>
                  <a:lnTo>
                    <a:pt x="889" y="4132"/>
                  </a:lnTo>
                  <a:lnTo>
                    <a:pt x="966" y="4094"/>
                  </a:lnTo>
                  <a:lnTo>
                    <a:pt x="1120" y="4094"/>
                  </a:lnTo>
                  <a:lnTo>
                    <a:pt x="1236" y="4017"/>
                  </a:lnTo>
                  <a:lnTo>
                    <a:pt x="1313" y="3901"/>
                  </a:lnTo>
                  <a:lnTo>
                    <a:pt x="1313" y="3785"/>
                  </a:lnTo>
                  <a:lnTo>
                    <a:pt x="1275" y="3708"/>
                  </a:lnTo>
                  <a:lnTo>
                    <a:pt x="1198" y="3669"/>
                  </a:lnTo>
                  <a:lnTo>
                    <a:pt x="116" y="2935"/>
                  </a:lnTo>
                  <a:lnTo>
                    <a:pt x="1" y="3283"/>
                  </a:lnTo>
                  <a:lnTo>
                    <a:pt x="657" y="3785"/>
                  </a:lnTo>
                  <a:lnTo>
                    <a:pt x="503" y="3862"/>
                  </a:lnTo>
                  <a:lnTo>
                    <a:pt x="387" y="3978"/>
                  </a:lnTo>
                  <a:lnTo>
                    <a:pt x="309" y="4094"/>
                  </a:lnTo>
                  <a:lnTo>
                    <a:pt x="232" y="4248"/>
                  </a:lnTo>
                  <a:lnTo>
                    <a:pt x="194" y="4403"/>
                  </a:lnTo>
                  <a:lnTo>
                    <a:pt x="194" y="4557"/>
                  </a:lnTo>
                  <a:lnTo>
                    <a:pt x="194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1" y="5252"/>
                  </a:lnTo>
                  <a:lnTo>
                    <a:pt x="734" y="5368"/>
                  </a:lnTo>
                  <a:lnTo>
                    <a:pt x="966" y="5407"/>
                  </a:lnTo>
                  <a:lnTo>
                    <a:pt x="1198" y="5407"/>
                  </a:lnTo>
                  <a:lnTo>
                    <a:pt x="1429" y="5368"/>
                  </a:lnTo>
                  <a:lnTo>
                    <a:pt x="1622" y="5330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0" y="4828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6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31" y="2472"/>
                  </a:lnTo>
                  <a:lnTo>
                    <a:pt x="1738" y="2356"/>
                  </a:lnTo>
                  <a:lnTo>
                    <a:pt x="1507" y="2202"/>
                  </a:lnTo>
                  <a:lnTo>
                    <a:pt x="1275" y="2124"/>
                  </a:lnTo>
                  <a:lnTo>
                    <a:pt x="1622" y="1970"/>
                  </a:lnTo>
                  <a:lnTo>
                    <a:pt x="1931" y="1816"/>
                  </a:lnTo>
                  <a:lnTo>
                    <a:pt x="2240" y="1622"/>
                  </a:lnTo>
                  <a:lnTo>
                    <a:pt x="2549" y="1391"/>
                  </a:lnTo>
                  <a:lnTo>
                    <a:pt x="2819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7" y="541"/>
                  </a:lnTo>
                  <a:lnTo>
                    <a:pt x="3515" y="387"/>
                  </a:lnTo>
                  <a:lnTo>
                    <a:pt x="3708" y="78"/>
                  </a:lnTo>
                  <a:lnTo>
                    <a:pt x="351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"/>
            <p:cNvSpPr/>
            <p:nvPr/>
          </p:nvSpPr>
          <p:spPr>
            <a:xfrm>
              <a:off x="3067625" y="1293100"/>
              <a:ext cx="105250" cy="105250"/>
            </a:xfrm>
            <a:custGeom>
              <a:avLst/>
              <a:gdLst/>
              <a:ahLst/>
              <a:cxnLst/>
              <a:rect l="l" t="t" r="r" b="b"/>
              <a:pathLst>
                <a:path w="4210" h="4210" extrusionOk="0">
                  <a:moveTo>
                    <a:pt x="2317" y="348"/>
                  </a:moveTo>
                  <a:lnTo>
                    <a:pt x="2472" y="425"/>
                  </a:lnTo>
                  <a:lnTo>
                    <a:pt x="2665" y="464"/>
                  </a:lnTo>
                  <a:lnTo>
                    <a:pt x="2819" y="579"/>
                  </a:lnTo>
                  <a:lnTo>
                    <a:pt x="2974" y="695"/>
                  </a:lnTo>
                  <a:lnTo>
                    <a:pt x="3128" y="811"/>
                  </a:lnTo>
                  <a:lnTo>
                    <a:pt x="3205" y="850"/>
                  </a:lnTo>
                  <a:lnTo>
                    <a:pt x="3360" y="1081"/>
                  </a:lnTo>
                  <a:lnTo>
                    <a:pt x="3553" y="1313"/>
                  </a:lnTo>
                  <a:lnTo>
                    <a:pt x="3669" y="1545"/>
                  </a:lnTo>
                  <a:lnTo>
                    <a:pt x="3784" y="1815"/>
                  </a:lnTo>
                  <a:lnTo>
                    <a:pt x="3823" y="2085"/>
                  </a:lnTo>
                  <a:lnTo>
                    <a:pt x="3823" y="2356"/>
                  </a:lnTo>
                  <a:lnTo>
                    <a:pt x="3784" y="2665"/>
                  </a:lnTo>
                  <a:lnTo>
                    <a:pt x="3669" y="2935"/>
                  </a:lnTo>
                  <a:lnTo>
                    <a:pt x="3476" y="3244"/>
                  </a:lnTo>
                  <a:lnTo>
                    <a:pt x="3205" y="3476"/>
                  </a:lnTo>
                  <a:lnTo>
                    <a:pt x="2896" y="3669"/>
                  </a:lnTo>
                  <a:lnTo>
                    <a:pt x="2587" y="3785"/>
                  </a:lnTo>
                  <a:lnTo>
                    <a:pt x="2201" y="3862"/>
                  </a:lnTo>
                  <a:lnTo>
                    <a:pt x="1854" y="3823"/>
                  </a:lnTo>
                  <a:lnTo>
                    <a:pt x="1506" y="3746"/>
                  </a:lnTo>
                  <a:lnTo>
                    <a:pt x="1197" y="3591"/>
                  </a:lnTo>
                  <a:lnTo>
                    <a:pt x="927" y="3398"/>
                  </a:lnTo>
                  <a:lnTo>
                    <a:pt x="695" y="3167"/>
                  </a:lnTo>
                  <a:lnTo>
                    <a:pt x="541" y="2858"/>
                  </a:lnTo>
                  <a:lnTo>
                    <a:pt x="425" y="2549"/>
                  </a:lnTo>
                  <a:lnTo>
                    <a:pt x="348" y="2240"/>
                  </a:lnTo>
                  <a:lnTo>
                    <a:pt x="348" y="1892"/>
                  </a:lnTo>
                  <a:lnTo>
                    <a:pt x="425" y="1583"/>
                  </a:lnTo>
                  <a:lnTo>
                    <a:pt x="541" y="1275"/>
                  </a:lnTo>
                  <a:lnTo>
                    <a:pt x="772" y="966"/>
                  </a:lnTo>
                  <a:lnTo>
                    <a:pt x="1081" y="695"/>
                  </a:lnTo>
                  <a:lnTo>
                    <a:pt x="1390" y="502"/>
                  </a:lnTo>
                  <a:lnTo>
                    <a:pt x="1738" y="386"/>
                  </a:lnTo>
                  <a:lnTo>
                    <a:pt x="2124" y="348"/>
                  </a:lnTo>
                  <a:close/>
                  <a:moveTo>
                    <a:pt x="1892" y="0"/>
                  </a:moveTo>
                  <a:lnTo>
                    <a:pt x="1545" y="77"/>
                  </a:lnTo>
                  <a:lnTo>
                    <a:pt x="1197" y="232"/>
                  </a:lnTo>
                  <a:lnTo>
                    <a:pt x="850" y="425"/>
                  </a:lnTo>
                  <a:lnTo>
                    <a:pt x="618" y="618"/>
                  </a:lnTo>
                  <a:lnTo>
                    <a:pt x="464" y="811"/>
                  </a:lnTo>
                  <a:lnTo>
                    <a:pt x="309" y="966"/>
                  </a:lnTo>
                  <a:lnTo>
                    <a:pt x="232" y="1159"/>
                  </a:lnTo>
                  <a:lnTo>
                    <a:pt x="116" y="1390"/>
                  </a:lnTo>
                  <a:lnTo>
                    <a:pt x="39" y="1815"/>
                  </a:lnTo>
                  <a:lnTo>
                    <a:pt x="0" y="2240"/>
                  </a:lnTo>
                  <a:lnTo>
                    <a:pt x="77" y="2665"/>
                  </a:lnTo>
                  <a:lnTo>
                    <a:pt x="232" y="3051"/>
                  </a:lnTo>
                  <a:lnTo>
                    <a:pt x="464" y="3437"/>
                  </a:lnTo>
                  <a:lnTo>
                    <a:pt x="618" y="3591"/>
                  </a:lnTo>
                  <a:lnTo>
                    <a:pt x="772" y="3746"/>
                  </a:lnTo>
                  <a:lnTo>
                    <a:pt x="1120" y="3978"/>
                  </a:lnTo>
                  <a:lnTo>
                    <a:pt x="1506" y="4132"/>
                  </a:lnTo>
                  <a:lnTo>
                    <a:pt x="1931" y="4209"/>
                  </a:lnTo>
                  <a:lnTo>
                    <a:pt x="2317" y="4209"/>
                  </a:lnTo>
                  <a:lnTo>
                    <a:pt x="2742" y="4132"/>
                  </a:lnTo>
                  <a:lnTo>
                    <a:pt x="3128" y="3978"/>
                  </a:lnTo>
                  <a:lnTo>
                    <a:pt x="3476" y="3785"/>
                  </a:lnTo>
                  <a:lnTo>
                    <a:pt x="3784" y="3476"/>
                  </a:lnTo>
                  <a:lnTo>
                    <a:pt x="3900" y="3321"/>
                  </a:lnTo>
                  <a:lnTo>
                    <a:pt x="4016" y="3128"/>
                  </a:lnTo>
                  <a:lnTo>
                    <a:pt x="4093" y="2935"/>
                  </a:lnTo>
                  <a:lnTo>
                    <a:pt x="4132" y="2703"/>
                  </a:lnTo>
                  <a:lnTo>
                    <a:pt x="4209" y="2279"/>
                  </a:lnTo>
                  <a:lnTo>
                    <a:pt x="4171" y="1854"/>
                  </a:lnTo>
                  <a:lnTo>
                    <a:pt x="4055" y="1429"/>
                  </a:lnTo>
                  <a:lnTo>
                    <a:pt x="3939" y="1236"/>
                  </a:lnTo>
                  <a:lnTo>
                    <a:pt x="3823" y="1043"/>
                  </a:lnTo>
                  <a:lnTo>
                    <a:pt x="3707" y="888"/>
                  </a:lnTo>
                  <a:lnTo>
                    <a:pt x="3553" y="734"/>
                  </a:lnTo>
                  <a:lnTo>
                    <a:pt x="3360" y="579"/>
                  </a:lnTo>
                  <a:lnTo>
                    <a:pt x="3167" y="502"/>
                  </a:lnTo>
                  <a:lnTo>
                    <a:pt x="3128" y="502"/>
                  </a:lnTo>
                  <a:lnTo>
                    <a:pt x="3051" y="348"/>
                  </a:lnTo>
                  <a:lnTo>
                    <a:pt x="2896" y="232"/>
                  </a:lnTo>
                  <a:lnTo>
                    <a:pt x="2780" y="116"/>
                  </a:lnTo>
                  <a:lnTo>
                    <a:pt x="2626" y="77"/>
                  </a:lnTo>
                  <a:lnTo>
                    <a:pt x="2433" y="39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3"/>
            <p:cNvSpPr/>
            <p:nvPr/>
          </p:nvSpPr>
          <p:spPr>
            <a:xfrm>
              <a:off x="686050" y="1295025"/>
              <a:ext cx="44425" cy="43475"/>
            </a:xfrm>
            <a:custGeom>
              <a:avLst/>
              <a:gdLst/>
              <a:ahLst/>
              <a:cxnLst/>
              <a:rect l="l" t="t" r="r" b="b"/>
              <a:pathLst>
                <a:path w="1777" h="1739" extrusionOk="0">
                  <a:moveTo>
                    <a:pt x="773" y="309"/>
                  </a:moveTo>
                  <a:lnTo>
                    <a:pt x="966" y="348"/>
                  </a:lnTo>
                  <a:lnTo>
                    <a:pt x="1159" y="464"/>
                  </a:lnTo>
                  <a:lnTo>
                    <a:pt x="1313" y="580"/>
                  </a:lnTo>
                  <a:lnTo>
                    <a:pt x="1390" y="773"/>
                  </a:lnTo>
                  <a:lnTo>
                    <a:pt x="1390" y="966"/>
                  </a:lnTo>
                  <a:lnTo>
                    <a:pt x="1352" y="1043"/>
                  </a:lnTo>
                  <a:lnTo>
                    <a:pt x="1275" y="1159"/>
                  </a:lnTo>
                  <a:lnTo>
                    <a:pt x="1197" y="1236"/>
                  </a:lnTo>
                  <a:lnTo>
                    <a:pt x="1082" y="1275"/>
                  </a:lnTo>
                  <a:lnTo>
                    <a:pt x="888" y="1352"/>
                  </a:lnTo>
                  <a:lnTo>
                    <a:pt x="695" y="1352"/>
                  </a:lnTo>
                  <a:lnTo>
                    <a:pt x="541" y="1236"/>
                  </a:lnTo>
                  <a:lnTo>
                    <a:pt x="425" y="1082"/>
                  </a:lnTo>
                  <a:lnTo>
                    <a:pt x="386" y="889"/>
                  </a:lnTo>
                  <a:lnTo>
                    <a:pt x="386" y="734"/>
                  </a:lnTo>
                  <a:lnTo>
                    <a:pt x="464" y="541"/>
                  </a:lnTo>
                  <a:lnTo>
                    <a:pt x="541" y="387"/>
                  </a:lnTo>
                  <a:lnTo>
                    <a:pt x="541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8" y="39"/>
                  </a:lnTo>
                  <a:lnTo>
                    <a:pt x="464" y="116"/>
                  </a:lnTo>
                  <a:lnTo>
                    <a:pt x="425" y="155"/>
                  </a:lnTo>
                  <a:lnTo>
                    <a:pt x="348" y="155"/>
                  </a:lnTo>
                  <a:lnTo>
                    <a:pt x="232" y="271"/>
                  </a:lnTo>
                  <a:lnTo>
                    <a:pt x="116" y="387"/>
                  </a:lnTo>
                  <a:lnTo>
                    <a:pt x="39" y="502"/>
                  </a:lnTo>
                  <a:lnTo>
                    <a:pt x="0" y="657"/>
                  </a:lnTo>
                  <a:lnTo>
                    <a:pt x="0" y="850"/>
                  </a:lnTo>
                  <a:lnTo>
                    <a:pt x="0" y="1004"/>
                  </a:lnTo>
                  <a:lnTo>
                    <a:pt x="39" y="1159"/>
                  </a:lnTo>
                  <a:lnTo>
                    <a:pt x="116" y="1313"/>
                  </a:lnTo>
                  <a:lnTo>
                    <a:pt x="193" y="1468"/>
                  </a:lnTo>
                  <a:lnTo>
                    <a:pt x="348" y="1584"/>
                  </a:lnTo>
                  <a:lnTo>
                    <a:pt x="464" y="1661"/>
                  </a:lnTo>
                  <a:lnTo>
                    <a:pt x="618" y="1738"/>
                  </a:lnTo>
                  <a:lnTo>
                    <a:pt x="966" y="1738"/>
                  </a:lnTo>
                  <a:lnTo>
                    <a:pt x="1120" y="1700"/>
                  </a:lnTo>
                  <a:lnTo>
                    <a:pt x="1275" y="1622"/>
                  </a:lnTo>
                  <a:lnTo>
                    <a:pt x="1429" y="1545"/>
                  </a:lnTo>
                  <a:lnTo>
                    <a:pt x="1584" y="1391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27"/>
                  </a:lnTo>
                  <a:lnTo>
                    <a:pt x="1777" y="773"/>
                  </a:lnTo>
                  <a:lnTo>
                    <a:pt x="1738" y="580"/>
                  </a:lnTo>
                  <a:lnTo>
                    <a:pt x="1661" y="425"/>
                  </a:lnTo>
                  <a:lnTo>
                    <a:pt x="1545" y="271"/>
                  </a:lnTo>
                  <a:lnTo>
                    <a:pt x="1429" y="155"/>
                  </a:lnTo>
                  <a:lnTo>
                    <a:pt x="1275" y="78"/>
                  </a:lnTo>
                  <a:lnTo>
                    <a:pt x="1120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3"/>
            <p:cNvSpPr/>
            <p:nvPr/>
          </p:nvSpPr>
          <p:spPr>
            <a:xfrm>
              <a:off x="691825" y="1300825"/>
              <a:ext cx="114925" cy="285775"/>
            </a:xfrm>
            <a:custGeom>
              <a:avLst/>
              <a:gdLst/>
              <a:ahLst/>
              <a:cxnLst/>
              <a:rect l="l" t="t" r="r" b="b"/>
              <a:pathLst>
                <a:path w="4597" h="11431" extrusionOk="0">
                  <a:moveTo>
                    <a:pt x="3631" y="888"/>
                  </a:moveTo>
                  <a:lnTo>
                    <a:pt x="3708" y="2008"/>
                  </a:lnTo>
                  <a:lnTo>
                    <a:pt x="3824" y="3128"/>
                  </a:lnTo>
                  <a:lnTo>
                    <a:pt x="3940" y="4248"/>
                  </a:lnTo>
                  <a:lnTo>
                    <a:pt x="4017" y="5406"/>
                  </a:lnTo>
                  <a:lnTo>
                    <a:pt x="4056" y="6603"/>
                  </a:lnTo>
                  <a:lnTo>
                    <a:pt x="4056" y="7260"/>
                  </a:lnTo>
                  <a:lnTo>
                    <a:pt x="3978" y="7878"/>
                  </a:lnTo>
                  <a:lnTo>
                    <a:pt x="3901" y="8534"/>
                  </a:lnTo>
                  <a:lnTo>
                    <a:pt x="3747" y="9152"/>
                  </a:lnTo>
                  <a:lnTo>
                    <a:pt x="3515" y="9731"/>
                  </a:lnTo>
                  <a:lnTo>
                    <a:pt x="3245" y="10272"/>
                  </a:lnTo>
                  <a:lnTo>
                    <a:pt x="3013" y="10542"/>
                  </a:lnTo>
                  <a:lnTo>
                    <a:pt x="2781" y="10735"/>
                  </a:lnTo>
                  <a:lnTo>
                    <a:pt x="2472" y="10851"/>
                  </a:lnTo>
                  <a:lnTo>
                    <a:pt x="2202" y="10851"/>
                  </a:lnTo>
                  <a:lnTo>
                    <a:pt x="1893" y="10812"/>
                  </a:lnTo>
                  <a:lnTo>
                    <a:pt x="1623" y="10696"/>
                  </a:lnTo>
                  <a:lnTo>
                    <a:pt x="1353" y="10503"/>
                  </a:lnTo>
                  <a:lnTo>
                    <a:pt x="1121" y="10233"/>
                  </a:lnTo>
                  <a:lnTo>
                    <a:pt x="966" y="9963"/>
                  </a:lnTo>
                  <a:lnTo>
                    <a:pt x="851" y="9692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95"/>
                  </a:lnTo>
                  <a:lnTo>
                    <a:pt x="657" y="7878"/>
                  </a:lnTo>
                  <a:lnTo>
                    <a:pt x="657" y="5329"/>
                  </a:lnTo>
                  <a:lnTo>
                    <a:pt x="619" y="4055"/>
                  </a:lnTo>
                  <a:lnTo>
                    <a:pt x="580" y="2780"/>
                  </a:lnTo>
                  <a:lnTo>
                    <a:pt x="542" y="2742"/>
                  </a:lnTo>
                  <a:lnTo>
                    <a:pt x="580" y="2742"/>
                  </a:lnTo>
                  <a:lnTo>
                    <a:pt x="1353" y="2356"/>
                  </a:lnTo>
                  <a:lnTo>
                    <a:pt x="2163" y="1931"/>
                  </a:lnTo>
                  <a:lnTo>
                    <a:pt x="2936" y="1429"/>
                  </a:lnTo>
                  <a:lnTo>
                    <a:pt x="3283" y="1159"/>
                  </a:lnTo>
                  <a:lnTo>
                    <a:pt x="3631" y="888"/>
                  </a:lnTo>
                  <a:close/>
                  <a:moveTo>
                    <a:pt x="3978" y="0"/>
                  </a:moveTo>
                  <a:lnTo>
                    <a:pt x="3901" y="39"/>
                  </a:lnTo>
                  <a:lnTo>
                    <a:pt x="3476" y="309"/>
                  </a:lnTo>
                  <a:lnTo>
                    <a:pt x="3052" y="657"/>
                  </a:lnTo>
                  <a:lnTo>
                    <a:pt x="2627" y="966"/>
                  </a:lnTo>
                  <a:lnTo>
                    <a:pt x="2202" y="1313"/>
                  </a:lnTo>
                  <a:lnTo>
                    <a:pt x="1314" y="1892"/>
                  </a:lnTo>
                  <a:lnTo>
                    <a:pt x="426" y="2472"/>
                  </a:lnTo>
                  <a:lnTo>
                    <a:pt x="349" y="2549"/>
                  </a:lnTo>
                  <a:lnTo>
                    <a:pt x="349" y="2626"/>
                  </a:lnTo>
                  <a:lnTo>
                    <a:pt x="271" y="2665"/>
                  </a:lnTo>
                  <a:lnTo>
                    <a:pt x="233" y="2780"/>
                  </a:lnTo>
                  <a:lnTo>
                    <a:pt x="194" y="3823"/>
                  </a:lnTo>
                  <a:lnTo>
                    <a:pt x="155" y="4827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7"/>
                  </a:lnTo>
                  <a:lnTo>
                    <a:pt x="155" y="7685"/>
                  </a:lnTo>
                  <a:lnTo>
                    <a:pt x="155" y="8418"/>
                  </a:lnTo>
                  <a:lnTo>
                    <a:pt x="233" y="9152"/>
                  </a:lnTo>
                  <a:lnTo>
                    <a:pt x="310" y="9615"/>
                  </a:lnTo>
                  <a:lnTo>
                    <a:pt x="503" y="10079"/>
                  </a:lnTo>
                  <a:lnTo>
                    <a:pt x="735" y="10503"/>
                  </a:lnTo>
                  <a:lnTo>
                    <a:pt x="1044" y="10890"/>
                  </a:lnTo>
                  <a:lnTo>
                    <a:pt x="1198" y="11044"/>
                  </a:lnTo>
                  <a:lnTo>
                    <a:pt x="1391" y="11198"/>
                  </a:lnTo>
                  <a:lnTo>
                    <a:pt x="1623" y="11314"/>
                  </a:lnTo>
                  <a:lnTo>
                    <a:pt x="1816" y="11392"/>
                  </a:lnTo>
                  <a:lnTo>
                    <a:pt x="2048" y="11430"/>
                  </a:lnTo>
                  <a:lnTo>
                    <a:pt x="2279" y="11430"/>
                  </a:lnTo>
                  <a:lnTo>
                    <a:pt x="2550" y="11392"/>
                  </a:lnTo>
                  <a:lnTo>
                    <a:pt x="2820" y="11314"/>
                  </a:lnTo>
                  <a:lnTo>
                    <a:pt x="3052" y="11198"/>
                  </a:lnTo>
                  <a:lnTo>
                    <a:pt x="3283" y="11044"/>
                  </a:lnTo>
                  <a:lnTo>
                    <a:pt x="3476" y="10851"/>
                  </a:lnTo>
                  <a:lnTo>
                    <a:pt x="3669" y="10658"/>
                  </a:lnTo>
                  <a:lnTo>
                    <a:pt x="3824" y="10388"/>
                  </a:lnTo>
                  <a:lnTo>
                    <a:pt x="3978" y="10117"/>
                  </a:lnTo>
                  <a:lnTo>
                    <a:pt x="4171" y="9538"/>
                  </a:lnTo>
                  <a:lnTo>
                    <a:pt x="4326" y="8920"/>
                  </a:lnTo>
                  <a:lnTo>
                    <a:pt x="4442" y="8302"/>
                  </a:lnTo>
                  <a:lnTo>
                    <a:pt x="4519" y="7723"/>
                  </a:lnTo>
                  <a:lnTo>
                    <a:pt x="4558" y="7221"/>
                  </a:lnTo>
                  <a:lnTo>
                    <a:pt x="4596" y="6642"/>
                  </a:lnTo>
                  <a:lnTo>
                    <a:pt x="4596" y="6101"/>
                  </a:lnTo>
                  <a:lnTo>
                    <a:pt x="4519" y="4981"/>
                  </a:lnTo>
                  <a:lnTo>
                    <a:pt x="4442" y="3862"/>
                  </a:lnTo>
                  <a:lnTo>
                    <a:pt x="4326" y="2780"/>
                  </a:lnTo>
                  <a:lnTo>
                    <a:pt x="4287" y="2394"/>
                  </a:lnTo>
                  <a:lnTo>
                    <a:pt x="4210" y="1468"/>
                  </a:lnTo>
                  <a:lnTo>
                    <a:pt x="4133" y="541"/>
                  </a:lnTo>
                  <a:lnTo>
                    <a:pt x="4094" y="386"/>
                  </a:lnTo>
                  <a:lnTo>
                    <a:pt x="4133" y="348"/>
                  </a:lnTo>
                  <a:lnTo>
                    <a:pt x="4171" y="270"/>
                  </a:lnTo>
                  <a:lnTo>
                    <a:pt x="4210" y="193"/>
                  </a:lnTo>
                  <a:lnTo>
                    <a:pt x="4171" y="77"/>
                  </a:lnTo>
                  <a:lnTo>
                    <a:pt x="4094" y="39"/>
                  </a:lnTo>
                  <a:lnTo>
                    <a:pt x="405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3"/>
            <p:cNvSpPr/>
            <p:nvPr/>
          </p:nvSpPr>
          <p:spPr>
            <a:xfrm>
              <a:off x="635850" y="1347150"/>
              <a:ext cx="42500" cy="41550"/>
            </a:xfrm>
            <a:custGeom>
              <a:avLst/>
              <a:gdLst/>
              <a:ahLst/>
              <a:cxnLst/>
              <a:rect l="l" t="t" r="r" b="b"/>
              <a:pathLst>
                <a:path w="1700" h="1662" extrusionOk="0">
                  <a:moveTo>
                    <a:pt x="1004" y="387"/>
                  </a:moveTo>
                  <a:lnTo>
                    <a:pt x="1120" y="425"/>
                  </a:lnTo>
                  <a:lnTo>
                    <a:pt x="1159" y="464"/>
                  </a:lnTo>
                  <a:lnTo>
                    <a:pt x="1236" y="541"/>
                  </a:lnTo>
                  <a:lnTo>
                    <a:pt x="1313" y="734"/>
                  </a:lnTo>
                  <a:lnTo>
                    <a:pt x="1313" y="927"/>
                  </a:lnTo>
                  <a:lnTo>
                    <a:pt x="1236" y="1082"/>
                  </a:lnTo>
                  <a:lnTo>
                    <a:pt x="1159" y="1159"/>
                  </a:lnTo>
                  <a:lnTo>
                    <a:pt x="1082" y="1236"/>
                  </a:lnTo>
                  <a:lnTo>
                    <a:pt x="888" y="1275"/>
                  </a:lnTo>
                  <a:lnTo>
                    <a:pt x="695" y="1236"/>
                  </a:lnTo>
                  <a:lnTo>
                    <a:pt x="541" y="1121"/>
                  </a:lnTo>
                  <a:lnTo>
                    <a:pt x="464" y="1082"/>
                  </a:lnTo>
                  <a:lnTo>
                    <a:pt x="425" y="966"/>
                  </a:lnTo>
                  <a:lnTo>
                    <a:pt x="386" y="889"/>
                  </a:lnTo>
                  <a:lnTo>
                    <a:pt x="386" y="773"/>
                  </a:lnTo>
                  <a:lnTo>
                    <a:pt x="425" y="541"/>
                  </a:lnTo>
                  <a:lnTo>
                    <a:pt x="541" y="580"/>
                  </a:lnTo>
                  <a:lnTo>
                    <a:pt x="618" y="541"/>
                  </a:lnTo>
                  <a:lnTo>
                    <a:pt x="773" y="425"/>
                  </a:lnTo>
                  <a:lnTo>
                    <a:pt x="927" y="387"/>
                  </a:lnTo>
                  <a:close/>
                  <a:moveTo>
                    <a:pt x="734" y="1"/>
                  </a:moveTo>
                  <a:lnTo>
                    <a:pt x="618" y="39"/>
                  </a:lnTo>
                  <a:lnTo>
                    <a:pt x="502" y="117"/>
                  </a:lnTo>
                  <a:lnTo>
                    <a:pt x="348" y="194"/>
                  </a:lnTo>
                  <a:lnTo>
                    <a:pt x="232" y="310"/>
                  </a:lnTo>
                  <a:lnTo>
                    <a:pt x="155" y="425"/>
                  </a:lnTo>
                  <a:lnTo>
                    <a:pt x="78" y="580"/>
                  </a:lnTo>
                  <a:lnTo>
                    <a:pt x="39" y="696"/>
                  </a:lnTo>
                  <a:lnTo>
                    <a:pt x="0" y="850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3" y="1352"/>
                  </a:lnTo>
                  <a:lnTo>
                    <a:pt x="309" y="1468"/>
                  </a:lnTo>
                  <a:lnTo>
                    <a:pt x="464" y="1584"/>
                  </a:lnTo>
                  <a:lnTo>
                    <a:pt x="657" y="1623"/>
                  </a:lnTo>
                  <a:lnTo>
                    <a:pt x="811" y="1661"/>
                  </a:lnTo>
                  <a:lnTo>
                    <a:pt x="1004" y="1661"/>
                  </a:lnTo>
                  <a:lnTo>
                    <a:pt x="1197" y="1584"/>
                  </a:lnTo>
                  <a:lnTo>
                    <a:pt x="1352" y="1507"/>
                  </a:lnTo>
                  <a:lnTo>
                    <a:pt x="1468" y="1391"/>
                  </a:lnTo>
                  <a:lnTo>
                    <a:pt x="1584" y="1236"/>
                  </a:lnTo>
                  <a:lnTo>
                    <a:pt x="1661" y="1082"/>
                  </a:lnTo>
                  <a:lnTo>
                    <a:pt x="1699" y="927"/>
                  </a:lnTo>
                  <a:lnTo>
                    <a:pt x="1699" y="734"/>
                  </a:lnTo>
                  <a:lnTo>
                    <a:pt x="1661" y="541"/>
                  </a:lnTo>
                  <a:lnTo>
                    <a:pt x="1584" y="387"/>
                  </a:lnTo>
                  <a:lnTo>
                    <a:pt x="1506" y="232"/>
                  </a:lnTo>
                  <a:lnTo>
                    <a:pt x="1390" y="155"/>
                  </a:lnTo>
                  <a:lnTo>
                    <a:pt x="1275" y="78"/>
                  </a:lnTo>
                  <a:lnTo>
                    <a:pt x="100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3"/>
            <p:cNvSpPr/>
            <p:nvPr/>
          </p:nvSpPr>
          <p:spPr>
            <a:xfrm>
              <a:off x="444700" y="1374175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71" y="1"/>
                  </a:moveTo>
                  <a:lnTo>
                    <a:pt x="116" y="40"/>
                  </a:lnTo>
                  <a:lnTo>
                    <a:pt x="39" y="117"/>
                  </a:lnTo>
                  <a:lnTo>
                    <a:pt x="1" y="233"/>
                  </a:lnTo>
                  <a:lnTo>
                    <a:pt x="39" y="387"/>
                  </a:lnTo>
                  <a:lnTo>
                    <a:pt x="348" y="889"/>
                  </a:lnTo>
                  <a:lnTo>
                    <a:pt x="657" y="1391"/>
                  </a:lnTo>
                  <a:lnTo>
                    <a:pt x="1005" y="1854"/>
                  </a:lnTo>
                  <a:lnTo>
                    <a:pt x="1391" y="2318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4" y="3553"/>
                  </a:lnTo>
                  <a:lnTo>
                    <a:pt x="3167" y="3901"/>
                  </a:lnTo>
                  <a:lnTo>
                    <a:pt x="3553" y="3747"/>
                  </a:lnTo>
                  <a:lnTo>
                    <a:pt x="2781" y="3013"/>
                  </a:lnTo>
                  <a:lnTo>
                    <a:pt x="2047" y="2241"/>
                  </a:lnTo>
                  <a:lnTo>
                    <a:pt x="1352" y="1430"/>
                  </a:lnTo>
                  <a:lnTo>
                    <a:pt x="1043" y="1005"/>
                  </a:lnTo>
                  <a:lnTo>
                    <a:pt x="734" y="542"/>
                  </a:lnTo>
                  <a:lnTo>
                    <a:pt x="1622" y="696"/>
                  </a:lnTo>
                  <a:lnTo>
                    <a:pt x="2511" y="889"/>
                  </a:lnTo>
                  <a:lnTo>
                    <a:pt x="3013" y="1044"/>
                  </a:lnTo>
                  <a:lnTo>
                    <a:pt x="3515" y="1198"/>
                  </a:lnTo>
                  <a:lnTo>
                    <a:pt x="4017" y="1352"/>
                  </a:lnTo>
                  <a:lnTo>
                    <a:pt x="4480" y="1507"/>
                  </a:lnTo>
                  <a:lnTo>
                    <a:pt x="4596" y="1507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5" y="1507"/>
                  </a:lnTo>
                  <a:lnTo>
                    <a:pt x="4943" y="1430"/>
                  </a:lnTo>
                  <a:lnTo>
                    <a:pt x="4634" y="1159"/>
                  </a:lnTo>
                  <a:lnTo>
                    <a:pt x="4171" y="850"/>
                  </a:lnTo>
                  <a:lnTo>
                    <a:pt x="3630" y="619"/>
                  </a:lnTo>
                  <a:lnTo>
                    <a:pt x="3090" y="464"/>
                  </a:lnTo>
                  <a:lnTo>
                    <a:pt x="2511" y="310"/>
                  </a:lnTo>
                  <a:lnTo>
                    <a:pt x="1931" y="194"/>
                  </a:lnTo>
                  <a:lnTo>
                    <a:pt x="1352" y="117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"/>
            <p:cNvSpPr/>
            <p:nvPr/>
          </p:nvSpPr>
          <p:spPr>
            <a:xfrm>
              <a:off x="5333350" y="1388675"/>
              <a:ext cx="625575" cy="344650"/>
            </a:xfrm>
            <a:custGeom>
              <a:avLst/>
              <a:gdLst/>
              <a:ahLst/>
              <a:cxnLst/>
              <a:rect l="l" t="t" r="r" b="b"/>
              <a:pathLst>
                <a:path w="25023" h="13786" extrusionOk="0">
                  <a:moveTo>
                    <a:pt x="23285" y="965"/>
                  </a:moveTo>
                  <a:lnTo>
                    <a:pt x="23633" y="1467"/>
                  </a:lnTo>
                  <a:lnTo>
                    <a:pt x="23941" y="2008"/>
                  </a:lnTo>
                  <a:lnTo>
                    <a:pt x="23787" y="2163"/>
                  </a:lnTo>
                  <a:lnTo>
                    <a:pt x="23633" y="2201"/>
                  </a:lnTo>
                  <a:lnTo>
                    <a:pt x="23478" y="2201"/>
                  </a:lnTo>
                  <a:lnTo>
                    <a:pt x="23324" y="2163"/>
                  </a:lnTo>
                  <a:lnTo>
                    <a:pt x="23208" y="2085"/>
                  </a:lnTo>
                  <a:lnTo>
                    <a:pt x="23092" y="1969"/>
                  </a:lnTo>
                  <a:lnTo>
                    <a:pt x="23015" y="1815"/>
                  </a:lnTo>
                  <a:lnTo>
                    <a:pt x="22976" y="1661"/>
                  </a:lnTo>
                  <a:lnTo>
                    <a:pt x="22976" y="1429"/>
                  </a:lnTo>
                  <a:lnTo>
                    <a:pt x="23053" y="1274"/>
                  </a:lnTo>
                  <a:lnTo>
                    <a:pt x="23169" y="1120"/>
                  </a:lnTo>
                  <a:lnTo>
                    <a:pt x="23285" y="965"/>
                  </a:lnTo>
                  <a:close/>
                  <a:moveTo>
                    <a:pt x="24096" y="2433"/>
                  </a:moveTo>
                  <a:lnTo>
                    <a:pt x="24212" y="2780"/>
                  </a:lnTo>
                  <a:lnTo>
                    <a:pt x="24328" y="3089"/>
                  </a:lnTo>
                  <a:lnTo>
                    <a:pt x="24366" y="3437"/>
                  </a:lnTo>
                  <a:lnTo>
                    <a:pt x="24443" y="3823"/>
                  </a:lnTo>
                  <a:lnTo>
                    <a:pt x="24443" y="3823"/>
                  </a:lnTo>
                  <a:lnTo>
                    <a:pt x="24173" y="3746"/>
                  </a:lnTo>
                  <a:lnTo>
                    <a:pt x="23941" y="3591"/>
                  </a:lnTo>
                  <a:lnTo>
                    <a:pt x="23864" y="3514"/>
                  </a:lnTo>
                  <a:lnTo>
                    <a:pt x="23787" y="3398"/>
                  </a:lnTo>
                  <a:lnTo>
                    <a:pt x="23748" y="3282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7" y="2742"/>
                  </a:lnTo>
                  <a:lnTo>
                    <a:pt x="23941" y="2587"/>
                  </a:lnTo>
                  <a:lnTo>
                    <a:pt x="24096" y="2433"/>
                  </a:lnTo>
                  <a:close/>
                  <a:moveTo>
                    <a:pt x="16296" y="4981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6" y="5290"/>
                  </a:lnTo>
                  <a:lnTo>
                    <a:pt x="16566" y="5406"/>
                  </a:lnTo>
                  <a:lnTo>
                    <a:pt x="16296" y="5445"/>
                  </a:lnTo>
                  <a:lnTo>
                    <a:pt x="15639" y="5522"/>
                  </a:lnTo>
                  <a:lnTo>
                    <a:pt x="15639" y="5483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55" y="5175"/>
                  </a:lnTo>
                  <a:lnTo>
                    <a:pt x="15832" y="5097"/>
                  </a:lnTo>
                  <a:lnTo>
                    <a:pt x="15948" y="5020"/>
                  </a:lnTo>
                  <a:lnTo>
                    <a:pt x="16064" y="4981"/>
                  </a:lnTo>
                  <a:close/>
                  <a:moveTo>
                    <a:pt x="24443" y="4248"/>
                  </a:moveTo>
                  <a:lnTo>
                    <a:pt x="24443" y="4673"/>
                  </a:lnTo>
                  <a:lnTo>
                    <a:pt x="24366" y="5097"/>
                  </a:lnTo>
                  <a:lnTo>
                    <a:pt x="24250" y="5522"/>
                  </a:lnTo>
                  <a:lnTo>
                    <a:pt x="24057" y="5445"/>
                  </a:lnTo>
                  <a:lnTo>
                    <a:pt x="23903" y="5290"/>
                  </a:lnTo>
                  <a:lnTo>
                    <a:pt x="23826" y="5097"/>
                  </a:lnTo>
                  <a:lnTo>
                    <a:pt x="23787" y="4981"/>
                  </a:lnTo>
                  <a:lnTo>
                    <a:pt x="23787" y="4866"/>
                  </a:lnTo>
                  <a:lnTo>
                    <a:pt x="23826" y="4750"/>
                  </a:lnTo>
                  <a:lnTo>
                    <a:pt x="23864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48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6"/>
                  </a:lnTo>
                  <a:lnTo>
                    <a:pt x="18072" y="5638"/>
                  </a:lnTo>
                  <a:lnTo>
                    <a:pt x="17570" y="5522"/>
                  </a:lnTo>
                  <a:lnTo>
                    <a:pt x="17029" y="5445"/>
                  </a:lnTo>
                  <a:lnTo>
                    <a:pt x="17068" y="5290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4"/>
                  </a:lnTo>
                  <a:lnTo>
                    <a:pt x="17531" y="4866"/>
                  </a:lnTo>
                  <a:lnTo>
                    <a:pt x="17647" y="4827"/>
                  </a:lnTo>
                  <a:close/>
                  <a:moveTo>
                    <a:pt x="14713" y="5329"/>
                  </a:moveTo>
                  <a:lnTo>
                    <a:pt x="14828" y="5368"/>
                  </a:lnTo>
                  <a:lnTo>
                    <a:pt x="14906" y="5445"/>
                  </a:lnTo>
                  <a:lnTo>
                    <a:pt x="15021" y="5561"/>
                  </a:lnTo>
                  <a:lnTo>
                    <a:pt x="15060" y="5676"/>
                  </a:lnTo>
                  <a:lnTo>
                    <a:pt x="14558" y="5870"/>
                  </a:lnTo>
                  <a:lnTo>
                    <a:pt x="14056" y="6101"/>
                  </a:lnTo>
                  <a:lnTo>
                    <a:pt x="14017" y="6063"/>
                  </a:lnTo>
                  <a:lnTo>
                    <a:pt x="14056" y="5831"/>
                  </a:lnTo>
                  <a:lnTo>
                    <a:pt x="14133" y="5599"/>
                  </a:lnTo>
                  <a:lnTo>
                    <a:pt x="14249" y="5445"/>
                  </a:lnTo>
                  <a:lnTo>
                    <a:pt x="14365" y="5368"/>
                  </a:lnTo>
                  <a:lnTo>
                    <a:pt x="14442" y="5329"/>
                  </a:lnTo>
                  <a:close/>
                  <a:moveTo>
                    <a:pt x="18999" y="5483"/>
                  </a:moveTo>
                  <a:lnTo>
                    <a:pt x="19115" y="5522"/>
                  </a:lnTo>
                  <a:lnTo>
                    <a:pt x="19192" y="5561"/>
                  </a:lnTo>
                  <a:lnTo>
                    <a:pt x="19308" y="5676"/>
                  </a:lnTo>
                  <a:lnTo>
                    <a:pt x="19385" y="5831"/>
                  </a:lnTo>
                  <a:lnTo>
                    <a:pt x="19385" y="5985"/>
                  </a:lnTo>
                  <a:lnTo>
                    <a:pt x="19346" y="6178"/>
                  </a:lnTo>
                  <a:lnTo>
                    <a:pt x="18613" y="5831"/>
                  </a:lnTo>
                  <a:lnTo>
                    <a:pt x="18651" y="5754"/>
                  </a:lnTo>
                  <a:lnTo>
                    <a:pt x="18690" y="5676"/>
                  </a:lnTo>
                  <a:lnTo>
                    <a:pt x="18844" y="5522"/>
                  </a:lnTo>
                  <a:lnTo>
                    <a:pt x="18999" y="5483"/>
                  </a:lnTo>
                  <a:close/>
                  <a:moveTo>
                    <a:pt x="20196" y="6063"/>
                  </a:moveTo>
                  <a:lnTo>
                    <a:pt x="20350" y="6101"/>
                  </a:lnTo>
                  <a:lnTo>
                    <a:pt x="20466" y="6140"/>
                  </a:lnTo>
                  <a:lnTo>
                    <a:pt x="20543" y="6178"/>
                  </a:lnTo>
                  <a:lnTo>
                    <a:pt x="20698" y="6333"/>
                  </a:lnTo>
                  <a:lnTo>
                    <a:pt x="20775" y="6526"/>
                  </a:lnTo>
                  <a:lnTo>
                    <a:pt x="20814" y="6719"/>
                  </a:lnTo>
                  <a:lnTo>
                    <a:pt x="20891" y="6951"/>
                  </a:lnTo>
                  <a:lnTo>
                    <a:pt x="20466" y="6758"/>
                  </a:lnTo>
                  <a:lnTo>
                    <a:pt x="20080" y="6565"/>
                  </a:lnTo>
                  <a:lnTo>
                    <a:pt x="19810" y="6410"/>
                  </a:lnTo>
                  <a:lnTo>
                    <a:pt x="19848" y="6294"/>
                  </a:lnTo>
                  <a:lnTo>
                    <a:pt x="19887" y="6178"/>
                  </a:lnTo>
                  <a:lnTo>
                    <a:pt x="20003" y="6140"/>
                  </a:lnTo>
                  <a:lnTo>
                    <a:pt x="20080" y="6101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8"/>
                  </a:lnTo>
                  <a:lnTo>
                    <a:pt x="23941" y="5985"/>
                  </a:lnTo>
                  <a:lnTo>
                    <a:pt x="24019" y="6024"/>
                  </a:lnTo>
                  <a:lnTo>
                    <a:pt x="24096" y="6024"/>
                  </a:lnTo>
                  <a:lnTo>
                    <a:pt x="23941" y="6294"/>
                  </a:lnTo>
                  <a:lnTo>
                    <a:pt x="23748" y="6565"/>
                  </a:lnTo>
                  <a:lnTo>
                    <a:pt x="23517" y="6796"/>
                  </a:lnTo>
                  <a:lnTo>
                    <a:pt x="23246" y="6989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3" y="6178"/>
                  </a:lnTo>
                  <a:lnTo>
                    <a:pt x="23131" y="6101"/>
                  </a:lnTo>
                  <a:lnTo>
                    <a:pt x="23208" y="6024"/>
                  </a:lnTo>
                  <a:lnTo>
                    <a:pt x="23285" y="5947"/>
                  </a:lnTo>
                  <a:lnTo>
                    <a:pt x="23517" y="5870"/>
                  </a:lnTo>
                  <a:close/>
                  <a:moveTo>
                    <a:pt x="13245" y="6101"/>
                  </a:moveTo>
                  <a:lnTo>
                    <a:pt x="13477" y="6178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105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7" y="6796"/>
                  </a:lnTo>
                  <a:lnTo>
                    <a:pt x="12627" y="6680"/>
                  </a:lnTo>
                  <a:lnTo>
                    <a:pt x="12666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59" y="6217"/>
                  </a:lnTo>
                  <a:lnTo>
                    <a:pt x="13013" y="6140"/>
                  </a:lnTo>
                  <a:lnTo>
                    <a:pt x="13129" y="6101"/>
                  </a:lnTo>
                  <a:close/>
                  <a:moveTo>
                    <a:pt x="22165" y="6565"/>
                  </a:moveTo>
                  <a:lnTo>
                    <a:pt x="22281" y="6603"/>
                  </a:lnTo>
                  <a:lnTo>
                    <a:pt x="22474" y="6719"/>
                  </a:lnTo>
                  <a:lnTo>
                    <a:pt x="22629" y="6874"/>
                  </a:lnTo>
                  <a:lnTo>
                    <a:pt x="22783" y="7028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5"/>
                  </a:lnTo>
                  <a:lnTo>
                    <a:pt x="22937" y="7144"/>
                  </a:lnTo>
                  <a:lnTo>
                    <a:pt x="22551" y="7221"/>
                  </a:lnTo>
                  <a:lnTo>
                    <a:pt x="22165" y="7260"/>
                  </a:lnTo>
                  <a:lnTo>
                    <a:pt x="21779" y="7221"/>
                  </a:lnTo>
                  <a:lnTo>
                    <a:pt x="21393" y="7105"/>
                  </a:lnTo>
                  <a:lnTo>
                    <a:pt x="21470" y="6912"/>
                  </a:lnTo>
                  <a:lnTo>
                    <a:pt x="21625" y="6758"/>
                  </a:lnTo>
                  <a:lnTo>
                    <a:pt x="21818" y="6603"/>
                  </a:lnTo>
                  <a:lnTo>
                    <a:pt x="22049" y="6565"/>
                  </a:lnTo>
                  <a:close/>
                  <a:moveTo>
                    <a:pt x="12280" y="7414"/>
                  </a:moveTo>
                  <a:lnTo>
                    <a:pt x="12473" y="7453"/>
                  </a:lnTo>
                  <a:lnTo>
                    <a:pt x="12125" y="7993"/>
                  </a:lnTo>
                  <a:lnTo>
                    <a:pt x="11816" y="8573"/>
                  </a:lnTo>
                  <a:lnTo>
                    <a:pt x="11701" y="8341"/>
                  </a:lnTo>
                  <a:lnTo>
                    <a:pt x="11662" y="8109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39" y="7723"/>
                  </a:lnTo>
                  <a:lnTo>
                    <a:pt x="11816" y="7607"/>
                  </a:lnTo>
                  <a:lnTo>
                    <a:pt x="11894" y="7530"/>
                  </a:lnTo>
                  <a:lnTo>
                    <a:pt x="12009" y="7453"/>
                  </a:lnTo>
                  <a:lnTo>
                    <a:pt x="12164" y="7414"/>
                  </a:lnTo>
                  <a:close/>
                  <a:moveTo>
                    <a:pt x="2240" y="9384"/>
                  </a:moveTo>
                  <a:lnTo>
                    <a:pt x="2356" y="9422"/>
                  </a:lnTo>
                  <a:lnTo>
                    <a:pt x="2472" y="9499"/>
                  </a:lnTo>
                  <a:lnTo>
                    <a:pt x="2549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10001"/>
                  </a:lnTo>
                  <a:lnTo>
                    <a:pt x="2124" y="9886"/>
                  </a:lnTo>
                  <a:lnTo>
                    <a:pt x="1661" y="9886"/>
                  </a:lnTo>
                  <a:lnTo>
                    <a:pt x="1699" y="9770"/>
                  </a:lnTo>
                  <a:lnTo>
                    <a:pt x="1738" y="9654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close/>
                  <a:moveTo>
                    <a:pt x="11662" y="8997"/>
                  </a:moveTo>
                  <a:lnTo>
                    <a:pt x="11469" y="9499"/>
                  </a:lnTo>
                  <a:lnTo>
                    <a:pt x="11353" y="10040"/>
                  </a:lnTo>
                  <a:lnTo>
                    <a:pt x="11276" y="10272"/>
                  </a:lnTo>
                  <a:lnTo>
                    <a:pt x="11237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8" y="9692"/>
                  </a:lnTo>
                  <a:lnTo>
                    <a:pt x="10928" y="9577"/>
                  </a:lnTo>
                  <a:lnTo>
                    <a:pt x="10967" y="9461"/>
                  </a:lnTo>
                  <a:lnTo>
                    <a:pt x="11006" y="9345"/>
                  </a:lnTo>
                  <a:lnTo>
                    <a:pt x="11121" y="9152"/>
                  </a:lnTo>
                  <a:lnTo>
                    <a:pt x="11276" y="9075"/>
                  </a:lnTo>
                  <a:lnTo>
                    <a:pt x="11469" y="8997"/>
                  </a:lnTo>
                  <a:close/>
                  <a:moveTo>
                    <a:pt x="3785" y="9770"/>
                  </a:moveTo>
                  <a:lnTo>
                    <a:pt x="3900" y="9808"/>
                  </a:lnTo>
                  <a:lnTo>
                    <a:pt x="4016" y="9886"/>
                  </a:lnTo>
                  <a:lnTo>
                    <a:pt x="4093" y="10001"/>
                  </a:lnTo>
                  <a:lnTo>
                    <a:pt x="4132" y="10117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3" y="10542"/>
                  </a:lnTo>
                  <a:lnTo>
                    <a:pt x="4016" y="10658"/>
                  </a:lnTo>
                  <a:lnTo>
                    <a:pt x="3862" y="10542"/>
                  </a:lnTo>
                  <a:lnTo>
                    <a:pt x="3514" y="10349"/>
                  </a:lnTo>
                  <a:lnTo>
                    <a:pt x="3089" y="10156"/>
                  </a:lnTo>
                  <a:lnTo>
                    <a:pt x="3128" y="10040"/>
                  </a:lnTo>
                  <a:lnTo>
                    <a:pt x="3244" y="9924"/>
                  </a:lnTo>
                  <a:lnTo>
                    <a:pt x="3360" y="9847"/>
                  </a:lnTo>
                  <a:lnTo>
                    <a:pt x="3514" y="9770"/>
                  </a:lnTo>
                  <a:close/>
                  <a:moveTo>
                    <a:pt x="4943" y="10658"/>
                  </a:moveTo>
                  <a:lnTo>
                    <a:pt x="5020" y="10735"/>
                  </a:lnTo>
                  <a:lnTo>
                    <a:pt x="5097" y="10774"/>
                  </a:lnTo>
                  <a:lnTo>
                    <a:pt x="5136" y="10889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97" y="11430"/>
                  </a:lnTo>
                  <a:lnTo>
                    <a:pt x="4402" y="10928"/>
                  </a:lnTo>
                  <a:lnTo>
                    <a:pt x="4441" y="10812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19"/>
                  </a:moveTo>
                  <a:lnTo>
                    <a:pt x="10967" y="11198"/>
                  </a:lnTo>
                  <a:lnTo>
                    <a:pt x="10735" y="11739"/>
                  </a:lnTo>
                  <a:lnTo>
                    <a:pt x="10658" y="11700"/>
                  </a:lnTo>
                  <a:lnTo>
                    <a:pt x="10504" y="11546"/>
                  </a:lnTo>
                  <a:lnTo>
                    <a:pt x="10426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2"/>
                  </a:lnTo>
                  <a:lnTo>
                    <a:pt x="10735" y="10696"/>
                  </a:lnTo>
                  <a:lnTo>
                    <a:pt x="10928" y="10619"/>
                  </a:lnTo>
                  <a:close/>
                  <a:moveTo>
                    <a:pt x="5986" y="11469"/>
                  </a:moveTo>
                  <a:lnTo>
                    <a:pt x="6063" y="11507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3" y="11778"/>
                  </a:lnTo>
                  <a:lnTo>
                    <a:pt x="6372" y="12009"/>
                  </a:lnTo>
                  <a:lnTo>
                    <a:pt x="6410" y="12241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0"/>
                  </a:lnTo>
                  <a:lnTo>
                    <a:pt x="5445" y="11623"/>
                  </a:lnTo>
                  <a:lnTo>
                    <a:pt x="5561" y="11546"/>
                  </a:lnTo>
                  <a:lnTo>
                    <a:pt x="5638" y="11507"/>
                  </a:lnTo>
                  <a:lnTo>
                    <a:pt x="5754" y="11469"/>
                  </a:lnTo>
                  <a:close/>
                  <a:moveTo>
                    <a:pt x="10542" y="12048"/>
                  </a:moveTo>
                  <a:lnTo>
                    <a:pt x="10388" y="12318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8" y="12241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76" y="12511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0"/>
                  </a:lnTo>
                  <a:lnTo>
                    <a:pt x="7878" y="13013"/>
                  </a:lnTo>
                  <a:lnTo>
                    <a:pt x="7878" y="13206"/>
                  </a:lnTo>
                  <a:lnTo>
                    <a:pt x="7839" y="13206"/>
                  </a:lnTo>
                  <a:lnTo>
                    <a:pt x="7337" y="13013"/>
                  </a:lnTo>
                  <a:lnTo>
                    <a:pt x="6835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1"/>
                  </a:lnTo>
                  <a:close/>
                  <a:moveTo>
                    <a:pt x="8843" y="12627"/>
                  </a:moveTo>
                  <a:lnTo>
                    <a:pt x="8959" y="12666"/>
                  </a:lnTo>
                  <a:lnTo>
                    <a:pt x="9113" y="12782"/>
                  </a:lnTo>
                  <a:lnTo>
                    <a:pt x="9191" y="12936"/>
                  </a:lnTo>
                  <a:lnTo>
                    <a:pt x="9229" y="13129"/>
                  </a:lnTo>
                  <a:lnTo>
                    <a:pt x="9268" y="13206"/>
                  </a:lnTo>
                  <a:lnTo>
                    <a:pt x="9036" y="13284"/>
                  </a:lnTo>
                  <a:lnTo>
                    <a:pt x="8804" y="13322"/>
                  </a:lnTo>
                  <a:lnTo>
                    <a:pt x="8573" y="13322"/>
                  </a:lnTo>
                  <a:lnTo>
                    <a:pt x="8302" y="13284"/>
                  </a:lnTo>
                  <a:lnTo>
                    <a:pt x="8302" y="13206"/>
                  </a:lnTo>
                  <a:lnTo>
                    <a:pt x="8341" y="13013"/>
                  </a:lnTo>
                  <a:lnTo>
                    <a:pt x="8418" y="12820"/>
                  </a:lnTo>
                  <a:lnTo>
                    <a:pt x="8573" y="12704"/>
                  </a:lnTo>
                  <a:lnTo>
                    <a:pt x="8650" y="12666"/>
                  </a:lnTo>
                  <a:lnTo>
                    <a:pt x="8766" y="12627"/>
                  </a:lnTo>
                  <a:close/>
                  <a:moveTo>
                    <a:pt x="22976" y="0"/>
                  </a:moveTo>
                  <a:lnTo>
                    <a:pt x="22899" y="39"/>
                  </a:lnTo>
                  <a:lnTo>
                    <a:pt x="22822" y="77"/>
                  </a:lnTo>
                  <a:lnTo>
                    <a:pt x="22783" y="155"/>
                  </a:lnTo>
                  <a:lnTo>
                    <a:pt x="22744" y="232"/>
                  </a:lnTo>
                  <a:lnTo>
                    <a:pt x="22744" y="309"/>
                  </a:lnTo>
                  <a:lnTo>
                    <a:pt x="22822" y="425"/>
                  </a:lnTo>
                  <a:lnTo>
                    <a:pt x="22860" y="464"/>
                  </a:lnTo>
                  <a:lnTo>
                    <a:pt x="23015" y="657"/>
                  </a:lnTo>
                  <a:lnTo>
                    <a:pt x="22899" y="772"/>
                  </a:lnTo>
                  <a:lnTo>
                    <a:pt x="22783" y="965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699"/>
                  </a:lnTo>
                  <a:lnTo>
                    <a:pt x="22629" y="1892"/>
                  </a:lnTo>
                  <a:lnTo>
                    <a:pt x="22706" y="2047"/>
                  </a:lnTo>
                  <a:lnTo>
                    <a:pt x="22860" y="2278"/>
                  </a:lnTo>
                  <a:lnTo>
                    <a:pt x="23053" y="2394"/>
                  </a:lnTo>
                  <a:lnTo>
                    <a:pt x="23246" y="2510"/>
                  </a:lnTo>
                  <a:lnTo>
                    <a:pt x="23478" y="2510"/>
                  </a:lnTo>
                  <a:lnTo>
                    <a:pt x="23401" y="2703"/>
                  </a:lnTo>
                  <a:lnTo>
                    <a:pt x="23362" y="2896"/>
                  </a:lnTo>
                  <a:lnTo>
                    <a:pt x="23324" y="3089"/>
                  </a:lnTo>
                  <a:lnTo>
                    <a:pt x="23362" y="3282"/>
                  </a:lnTo>
                  <a:lnTo>
                    <a:pt x="23439" y="3514"/>
                  </a:lnTo>
                  <a:lnTo>
                    <a:pt x="23555" y="3707"/>
                  </a:lnTo>
                  <a:lnTo>
                    <a:pt x="23748" y="3900"/>
                  </a:lnTo>
                  <a:lnTo>
                    <a:pt x="23980" y="4016"/>
                  </a:lnTo>
                  <a:lnTo>
                    <a:pt x="23748" y="4209"/>
                  </a:lnTo>
                  <a:lnTo>
                    <a:pt x="23555" y="4479"/>
                  </a:lnTo>
                  <a:lnTo>
                    <a:pt x="23478" y="4750"/>
                  </a:lnTo>
                  <a:lnTo>
                    <a:pt x="23439" y="4904"/>
                  </a:lnTo>
                  <a:lnTo>
                    <a:pt x="23439" y="5020"/>
                  </a:lnTo>
                  <a:lnTo>
                    <a:pt x="23517" y="5290"/>
                  </a:lnTo>
                  <a:lnTo>
                    <a:pt x="23633" y="5483"/>
                  </a:lnTo>
                  <a:lnTo>
                    <a:pt x="23401" y="5522"/>
                  </a:lnTo>
                  <a:lnTo>
                    <a:pt x="23169" y="5561"/>
                  </a:lnTo>
                  <a:lnTo>
                    <a:pt x="22976" y="5715"/>
                  </a:lnTo>
                  <a:lnTo>
                    <a:pt x="22783" y="5870"/>
                  </a:lnTo>
                  <a:lnTo>
                    <a:pt x="22706" y="6101"/>
                  </a:lnTo>
                  <a:lnTo>
                    <a:pt x="22629" y="6372"/>
                  </a:lnTo>
                  <a:lnTo>
                    <a:pt x="22474" y="6294"/>
                  </a:lnTo>
                  <a:lnTo>
                    <a:pt x="22320" y="6256"/>
                  </a:lnTo>
                  <a:lnTo>
                    <a:pt x="22165" y="6217"/>
                  </a:lnTo>
                  <a:lnTo>
                    <a:pt x="21972" y="6217"/>
                  </a:lnTo>
                  <a:lnTo>
                    <a:pt x="21740" y="6294"/>
                  </a:lnTo>
                  <a:lnTo>
                    <a:pt x="21509" y="6410"/>
                  </a:lnTo>
                  <a:lnTo>
                    <a:pt x="21354" y="6565"/>
                  </a:lnTo>
                  <a:lnTo>
                    <a:pt x="21200" y="6796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6024"/>
                  </a:lnTo>
                  <a:lnTo>
                    <a:pt x="20736" y="5908"/>
                  </a:lnTo>
                  <a:lnTo>
                    <a:pt x="20582" y="5831"/>
                  </a:lnTo>
                  <a:lnTo>
                    <a:pt x="20428" y="5754"/>
                  </a:lnTo>
                  <a:lnTo>
                    <a:pt x="20234" y="5754"/>
                  </a:lnTo>
                  <a:lnTo>
                    <a:pt x="20080" y="5792"/>
                  </a:lnTo>
                  <a:lnTo>
                    <a:pt x="19887" y="5870"/>
                  </a:lnTo>
                  <a:lnTo>
                    <a:pt x="19771" y="5947"/>
                  </a:lnTo>
                  <a:lnTo>
                    <a:pt x="19732" y="5715"/>
                  </a:lnTo>
                  <a:lnTo>
                    <a:pt x="19617" y="5483"/>
                  </a:lnTo>
                  <a:lnTo>
                    <a:pt x="19462" y="5329"/>
                  </a:lnTo>
                  <a:lnTo>
                    <a:pt x="19385" y="5252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90"/>
                  </a:lnTo>
                  <a:lnTo>
                    <a:pt x="18497" y="5406"/>
                  </a:lnTo>
                  <a:lnTo>
                    <a:pt x="18458" y="5252"/>
                  </a:lnTo>
                  <a:lnTo>
                    <a:pt x="18420" y="5136"/>
                  </a:lnTo>
                  <a:lnTo>
                    <a:pt x="18381" y="4981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73"/>
                  </a:lnTo>
                  <a:lnTo>
                    <a:pt x="17956" y="4595"/>
                  </a:lnTo>
                  <a:lnTo>
                    <a:pt x="17802" y="4557"/>
                  </a:lnTo>
                  <a:lnTo>
                    <a:pt x="17647" y="4518"/>
                  </a:lnTo>
                  <a:lnTo>
                    <a:pt x="17493" y="4557"/>
                  </a:lnTo>
                  <a:lnTo>
                    <a:pt x="17377" y="4595"/>
                  </a:lnTo>
                  <a:lnTo>
                    <a:pt x="17261" y="4634"/>
                  </a:lnTo>
                  <a:lnTo>
                    <a:pt x="17145" y="4750"/>
                  </a:lnTo>
                  <a:lnTo>
                    <a:pt x="17029" y="4827"/>
                  </a:lnTo>
                  <a:lnTo>
                    <a:pt x="16875" y="5097"/>
                  </a:lnTo>
                  <a:lnTo>
                    <a:pt x="16759" y="4943"/>
                  </a:lnTo>
                  <a:lnTo>
                    <a:pt x="16605" y="4788"/>
                  </a:lnTo>
                  <a:lnTo>
                    <a:pt x="16450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66"/>
                  </a:lnTo>
                  <a:lnTo>
                    <a:pt x="15523" y="4981"/>
                  </a:lnTo>
                  <a:lnTo>
                    <a:pt x="15446" y="5136"/>
                  </a:lnTo>
                  <a:lnTo>
                    <a:pt x="15408" y="5329"/>
                  </a:lnTo>
                  <a:lnTo>
                    <a:pt x="15408" y="5483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68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1"/>
                  </a:lnTo>
                  <a:lnTo>
                    <a:pt x="14635" y="4943"/>
                  </a:lnTo>
                  <a:lnTo>
                    <a:pt x="14442" y="4981"/>
                  </a:lnTo>
                  <a:lnTo>
                    <a:pt x="14288" y="5020"/>
                  </a:lnTo>
                  <a:lnTo>
                    <a:pt x="14133" y="5097"/>
                  </a:lnTo>
                  <a:lnTo>
                    <a:pt x="14056" y="5175"/>
                  </a:lnTo>
                  <a:lnTo>
                    <a:pt x="13940" y="5290"/>
                  </a:lnTo>
                  <a:lnTo>
                    <a:pt x="13824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5"/>
                  </a:lnTo>
                  <a:lnTo>
                    <a:pt x="13168" y="5715"/>
                  </a:lnTo>
                  <a:lnTo>
                    <a:pt x="12936" y="5754"/>
                  </a:lnTo>
                  <a:lnTo>
                    <a:pt x="12743" y="5831"/>
                  </a:lnTo>
                  <a:lnTo>
                    <a:pt x="12589" y="5947"/>
                  </a:lnTo>
                  <a:lnTo>
                    <a:pt x="12511" y="6063"/>
                  </a:lnTo>
                  <a:lnTo>
                    <a:pt x="12434" y="6217"/>
                  </a:lnTo>
                  <a:lnTo>
                    <a:pt x="12357" y="6372"/>
                  </a:lnTo>
                  <a:lnTo>
                    <a:pt x="12357" y="6526"/>
                  </a:lnTo>
                  <a:lnTo>
                    <a:pt x="12357" y="6680"/>
                  </a:lnTo>
                  <a:lnTo>
                    <a:pt x="12357" y="6835"/>
                  </a:lnTo>
                  <a:lnTo>
                    <a:pt x="12434" y="6989"/>
                  </a:lnTo>
                  <a:lnTo>
                    <a:pt x="12164" y="7028"/>
                  </a:lnTo>
                  <a:lnTo>
                    <a:pt x="11894" y="7105"/>
                  </a:lnTo>
                  <a:lnTo>
                    <a:pt x="11662" y="7221"/>
                  </a:lnTo>
                  <a:lnTo>
                    <a:pt x="11507" y="7414"/>
                  </a:lnTo>
                  <a:lnTo>
                    <a:pt x="11392" y="7530"/>
                  </a:lnTo>
                  <a:lnTo>
                    <a:pt x="11353" y="7684"/>
                  </a:lnTo>
                  <a:lnTo>
                    <a:pt x="11314" y="7839"/>
                  </a:lnTo>
                  <a:lnTo>
                    <a:pt x="11276" y="7993"/>
                  </a:lnTo>
                  <a:lnTo>
                    <a:pt x="11314" y="8148"/>
                  </a:lnTo>
                  <a:lnTo>
                    <a:pt x="11353" y="8302"/>
                  </a:lnTo>
                  <a:lnTo>
                    <a:pt x="11392" y="8457"/>
                  </a:lnTo>
                  <a:lnTo>
                    <a:pt x="11469" y="8611"/>
                  </a:lnTo>
                  <a:lnTo>
                    <a:pt x="11199" y="8650"/>
                  </a:lnTo>
                  <a:lnTo>
                    <a:pt x="10967" y="8804"/>
                  </a:lnTo>
                  <a:lnTo>
                    <a:pt x="10774" y="8997"/>
                  </a:lnTo>
                  <a:lnTo>
                    <a:pt x="10658" y="9229"/>
                  </a:lnTo>
                  <a:lnTo>
                    <a:pt x="10581" y="9499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1" y="10233"/>
                  </a:lnTo>
                  <a:lnTo>
                    <a:pt x="10619" y="10310"/>
                  </a:lnTo>
                  <a:lnTo>
                    <a:pt x="10426" y="10426"/>
                  </a:lnTo>
                  <a:lnTo>
                    <a:pt x="10233" y="10581"/>
                  </a:lnTo>
                  <a:lnTo>
                    <a:pt x="10117" y="10774"/>
                  </a:lnTo>
                  <a:lnTo>
                    <a:pt x="10079" y="11005"/>
                  </a:lnTo>
                  <a:lnTo>
                    <a:pt x="10040" y="11237"/>
                  </a:lnTo>
                  <a:lnTo>
                    <a:pt x="10079" y="11469"/>
                  </a:lnTo>
                  <a:lnTo>
                    <a:pt x="10195" y="11700"/>
                  </a:lnTo>
                  <a:lnTo>
                    <a:pt x="9924" y="11739"/>
                  </a:lnTo>
                  <a:lnTo>
                    <a:pt x="9693" y="11855"/>
                  </a:lnTo>
                  <a:lnTo>
                    <a:pt x="9500" y="12009"/>
                  </a:lnTo>
                  <a:lnTo>
                    <a:pt x="9422" y="12087"/>
                  </a:lnTo>
                  <a:lnTo>
                    <a:pt x="9384" y="12202"/>
                  </a:lnTo>
                  <a:lnTo>
                    <a:pt x="9345" y="12318"/>
                  </a:lnTo>
                  <a:lnTo>
                    <a:pt x="9306" y="12473"/>
                  </a:lnTo>
                  <a:lnTo>
                    <a:pt x="9191" y="12395"/>
                  </a:lnTo>
                  <a:lnTo>
                    <a:pt x="9036" y="12318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57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4"/>
                  </a:lnTo>
                  <a:lnTo>
                    <a:pt x="8109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3" y="12241"/>
                  </a:lnTo>
                  <a:lnTo>
                    <a:pt x="7492" y="12164"/>
                  </a:lnTo>
                  <a:lnTo>
                    <a:pt x="7221" y="12202"/>
                  </a:lnTo>
                  <a:lnTo>
                    <a:pt x="6990" y="12280"/>
                  </a:lnTo>
                  <a:lnTo>
                    <a:pt x="6796" y="12434"/>
                  </a:lnTo>
                  <a:lnTo>
                    <a:pt x="6796" y="12048"/>
                  </a:lnTo>
                  <a:lnTo>
                    <a:pt x="6758" y="11893"/>
                  </a:lnTo>
                  <a:lnTo>
                    <a:pt x="6681" y="11700"/>
                  </a:lnTo>
                  <a:lnTo>
                    <a:pt x="6603" y="11546"/>
                  </a:lnTo>
                  <a:lnTo>
                    <a:pt x="6526" y="11430"/>
                  </a:lnTo>
                  <a:lnTo>
                    <a:pt x="6372" y="11314"/>
                  </a:lnTo>
                  <a:lnTo>
                    <a:pt x="6217" y="11198"/>
                  </a:lnTo>
                  <a:lnTo>
                    <a:pt x="6063" y="11160"/>
                  </a:lnTo>
                  <a:lnTo>
                    <a:pt x="5715" y="11160"/>
                  </a:lnTo>
                  <a:lnTo>
                    <a:pt x="5522" y="11237"/>
                  </a:lnTo>
                  <a:lnTo>
                    <a:pt x="5522" y="10967"/>
                  </a:lnTo>
                  <a:lnTo>
                    <a:pt x="5445" y="10735"/>
                  </a:lnTo>
                  <a:lnTo>
                    <a:pt x="5329" y="10503"/>
                  </a:lnTo>
                  <a:lnTo>
                    <a:pt x="5213" y="10426"/>
                  </a:lnTo>
                  <a:lnTo>
                    <a:pt x="5097" y="10388"/>
                  </a:lnTo>
                  <a:lnTo>
                    <a:pt x="4943" y="10310"/>
                  </a:lnTo>
                  <a:lnTo>
                    <a:pt x="4827" y="10310"/>
                  </a:lnTo>
                  <a:lnTo>
                    <a:pt x="4673" y="10349"/>
                  </a:lnTo>
                  <a:lnTo>
                    <a:pt x="4518" y="10388"/>
                  </a:lnTo>
                  <a:lnTo>
                    <a:pt x="4518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09" y="9577"/>
                  </a:lnTo>
                  <a:lnTo>
                    <a:pt x="4055" y="9499"/>
                  </a:lnTo>
                  <a:lnTo>
                    <a:pt x="3900" y="9461"/>
                  </a:lnTo>
                  <a:lnTo>
                    <a:pt x="3746" y="9422"/>
                  </a:lnTo>
                  <a:lnTo>
                    <a:pt x="3591" y="9422"/>
                  </a:lnTo>
                  <a:lnTo>
                    <a:pt x="3398" y="9461"/>
                  </a:lnTo>
                  <a:lnTo>
                    <a:pt x="3283" y="9538"/>
                  </a:lnTo>
                  <a:lnTo>
                    <a:pt x="3128" y="9615"/>
                  </a:lnTo>
                  <a:lnTo>
                    <a:pt x="3012" y="9770"/>
                  </a:lnTo>
                  <a:lnTo>
                    <a:pt x="2974" y="9615"/>
                  </a:lnTo>
                  <a:lnTo>
                    <a:pt x="2896" y="9461"/>
                  </a:lnTo>
                  <a:lnTo>
                    <a:pt x="2781" y="9268"/>
                  </a:lnTo>
                  <a:lnTo>
                    <a:pt x="2626" y="9152"/>
                  </a:lnTo>
                  <a:lnTo>
                    <a:pt x="2433" y="9036"/>
                  </a:lnTo>
                  <a:lnTo>
                    <a:pt x="2240" y="8997"/>
                  </a:lnTo>
                  <a:lnTo>
                    <a:pt x="2047" y="9036"/>
                  </a:lnTo>
                  <a:lnTo>
                    <a:pt x="1854" y="9113"/>
                  </a:lnTo>
                  <a:lnTo>
                    <a:pt x="1699" y="9190"/>
                  </a:lnTo>
                  <a:lnTo>
                    <a:pt x="1545" y="9345"/>
                  </a:lnTo>
                  <a:lnTo>
                    <a:pt x="1429" y="9538"/>
                  </a:lnTo>
                  <a:lnTo>
                    <a:pt x="1390" y="9731"/>
                  </a:lnTo>
                  <a:lnTo>
                    <a:pt x="1352" y="9924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310"/>
                  </a:lnTo>
                  <a:lnTo>
                    <a:pt x="386" y="10426"/>
                  </a:lnTo>
                  <a:lnTo>
                    <a:pt x="271" y="10581"/>
                  </a:lnTo>
                  <a:lnTo>
                    <a:pt x="116" y="10889"/>
                  </a:lnTo>
                  <a:lnTo>
                    <a:pt x="0" y="11237"/>
                  </a:lnTo>
                  <a:lnTo>
                    <a:pt x="0" y="11585"/>
                  </a:lnTo>
                  <a:lnTo>
                    <a:pt x="77" y="11932"/>
                  </a:lnTo>
                  <a:lnTo>
                    <a:pt x="193" y="12241"/>
                  </a:lnTo>
                  <a:lnTo>
                    <a:pt x="386" y="12550"/>
                  </a:lnTo>
                  <a:lnTo>
                    <a:pt x="618" y="12820"/>
                  </a:lnTo>
                  <a:lnTo>
                    <a:pt x="811" y="12936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085" y="13129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50"/>
                  </a:lnTo>
                  <a:lnTo>
                    <a:pt x="3360" y="12241"/>
                  </a:lnTo>
                  <a:lnTo>
                    <a:pt x="3591" y="12009"/>
                  </a:lnTo>
                  <a:lnTo>
                    <a:pt x="3553" y="11932"/>
                  </a:lnTo>
                  <a:lnTo>
                    <a:pt x="3514" y="11816"/>
                  </a:lnTo>
                  <a:lnTo>
                    <a:pt x="3437" y="11778"/>
                  </a:lnTo>
                  <a:lnTo>
                    <a:pt x="3321" y="11739"/>
                  </a:lnTo>
                  <a:lnTo>
                    <a:pt x="3283" y="11778"/>
                  </a:lnTo>
                  <a:lnTo>
                    <a:pt x="3244" y="11816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7" y="12434"/>
                  </a:lnTo>
                  <a:lnTo>
                    <a:pt x="2317" y="12589"/>
                  </a:lnTo>
                  <a:lnTo>
                    <a:pt x="2047" y="12666"/>
                  </a:lnTo>
                  <a:lnTo>
                    <a:pt x="1738" y="12704"/>
                  </a:lnTo>
                  <a:lnTo>
                    <a:pt x="1429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1" y="12357"/>
                  </a:lnTo>
                  <a:lnTo>
                    <a:pt x="695" y="12202"/>
                  </a:lnTo>
                  <a:lnTo>
                    <a:pt x="618" y="12048"/>
                  </a:lnTo>
                  <a:lnTo>
                    <a:pt x="541" y="11893"/>
                  </a:lnTo>
                  <a:lnTo>
                    <a:pt x="502" y="11739"/>
                  </a:lnTo>
                  <a:lnTo>
                    <a:pt x="502" y="11546"/>
                  </a:lnTo>
                  <a:lnTo>
                    <a:pt x="502" y="11391"/>
                  </a:lnTo>
                  <a:lnTo>
                    <a:pt x="541" y="11198"/>
                  </a:lnTo>
                  <a:lnTo>
                    <a:pt x="579" y="11044"/>
                  </a:lnTo>
                  <a:lnTo>
                    <a:pt x="657" y="10889"/>
                  </a:lnTo>
                  <a:lnTo>
                    <a:pt x="773" y="10774"/>
                  </a:lnTo>
                  <a:lnTo>
                    <a:pt x="888" y="10619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008" y="10349"/>
                  </a:lnTo>
                  <a:lnTo>
                    <a:pt x="2317" y="10388"/>
                  </a:lnTo>
                  <a:lnTo>
                    <a:pt x="2587" y="10426"/>
                  </a:lnTo>
                  <a:lnTo>
                    <a:pt x="2858" y="10542"/>
                  </a:lnTo>
                  <a:lnTo>
                    <a:pt x="3128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5"/>
                  </a:lnTo>
                  <a:lnTo>
                    <a:pt x="5870" y="12704"/>
                  </a:lnTo>
                  <a:lnTo>
                    <a:pt x="6256" y="12975"/>
                  </a:lnTo>
                  <a:lnTo>
                    <a:pt x="6681" y="13206"/>
                  </a:lnTo>
                  <a:lnTo>
                    <a:pt x="7105" y="13438"/>
                  </a:lnTo>
                  <a:lnTo>
                    <a:pt x="7530" y="13593"/>
                  </a:lnTo>
                  <a:lnTo>
                    <a:pt x="7994" y="13747"/>
                  </a:lnTo>
                  <a:lnTo>
                    <a:pt x="8457" y="13786"/>
                  </a:lnTo>
                  <a:lnTo>
                    <a:pt x="8920" y="13786"/>
                  </a:lnTo>
                  <a:lnTo>
                    <a:pt x="9345" y="13708"/>
                  </a:lnTo>
                  <a:lnTo>
                    <a:pt x="9731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73"/>
                  </a:lnTo>
                  <a:lnTo>
                    <a:pt x="11121" y="12125"/>
                  </a:lnTo>
                  <a:lnTo>
                    <a:pt x="11314" y="11739"/>
                  </a:lnTo>
                  <a:lnTo>
                    <a:pt x="11507" y="11237"/>
                  </a:lnTo>
                  <a:lnTo>
                    <a:pt x="11662" y="10696"/>
                  </a:lnTo>
                  <a:lnTo>
                    <a:pt x="11971" y="9615"/>
                  </a:lnTo>
                  <a:lnTo>
                    <a:pt x="12125" y="9113"/>
                  </a:lnTo>
                  <a:lnTo>
                    <a:pt x="12357" y="8611"/>
                  </a:lnTo>
                  <a:lnTo>
                    <a:pt x="12589" y="8109"/>
                  </a:lnTo>
                  <a:lnTo>
                    <a:pt x="12936" y="7646"/>
                  </a:lnTo>
                  <a:lnTo>
                    <a:pt x="13284" y="7298"/>
                  </a:lnTo>
                  <a:lnTo>
                    <a:pt x="13631" y="6989"/>
                  </a:lnTo>
                  <a:lnTo>
                    <a:pt x="14017" y="6719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1"/>
                  </a:lnTo>
                  <a:lnTo>
                    <a:pt x="15832" y="5985"/>
                  </a:lnTo>
                  <a:lnTo>
                    <a:pt x="16296" y="5947"/>
                  </a:lnTo>
                  <a:lnTo>
                    <a:pt x="16605" y="5908"/>
                  </a:lnTo>
                  <a:lnTo>
                    <a:pt x="16914" y="5908"/>
                  </a:lnTo>
                  <a:lnTo>
                    <a:pt x="17454" y="5985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3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30" y="7491"/>
                  </a:lnTo>
                  <a:lnTo>
                    <a:pt x="21316" y="7646"/>
                  </a:lnTo>
                  <a:lnTo>
                    <a:pt x="21740" y="7723"/>
                  </a:lnTo>
                  <a:lnTo>
                    <a:pt x="22165" y="7762"/>
                  </a:lnTo>
                  <a:lnTo>
                    <a:pt x="22590" y="7723"/>
                  </a:lnTo>
                  <a:lnTo>
                    <a:pt x="22976" y="7646"/>
                  </a:lnTo>
                  <a:lnTo>
                    <a:pt x="23362" y="7530"/>
                  </a:lnTo>
                  <a:lnTo>
                    <a:pt x="23710" y="7298"/>
                  </a:lnTo>
                  <a:lnTo>
                    <a:pt x="24057" y="6989"/>
                  </a:lnTo>
                  <a:lnTo>
                    <a:pt x="24366" y="6642"/>
                  </a:lnTo>
                  <a:lnTo>
                    <a:pt x="24598" y="6294"/>
                  </a:lnTo>
                  <a:lnTo>
                    <a:pt x="24752" y="5908"/>
                  </a:lnTo>
                  <a:lnTo>
                    <a:pt x="24868" y="5483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5" y="3746"/>
                  </a:lnTo>
                  <a:lnTo>
                    <a:pt x="24868" y="3282"/>
                  </a:lnTo>
                  <a:lnTo>
                    <a:pt x="24791" y="2858"/>
                  </a:lnTo>
                  <a:lnTo>
                    <a:pt x="24637" y="2394"/>
                  </a:lnTo>
                  <a:lnTo>
                    <a:pt x="24443" y="1969"/>
                  </a:lnTo>
                  <a:lnTo>
                    <a:pt x="24250" y="1583"/>
                  </a:lnTo>
                  <a:lnTo>
                    <a:pt x="24057" y="1197"/>
                  </a:lnTo>
                  <a:lnTo>
                    <a:pt x="23787" y="811"/>
                  </a:lnTo>
                  <a:lnTo>
                    <a:pt x="23941" y="386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69" y="77"/>
                  </a:lnTo>
                  <a:lnTo>
                    <a:pt x="230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3"/>
            <p:cNvSpPr/>
            <p:nvPr/>
          </p:nvSpPr>
          <p:spPr>
            <a:xfrm>
              <a:off x="5843050" y="1398325"/>
              <a:ext cx="152575" cy="276125"/>
            </a:xfrm>
            <a:custGeom>
              <a:avLst/>
              <a:gdLst/>
              <a:ahLst/>
              <a:cxnLst/>
              <a:rect l="l" t="t" r="r" b="b"/>
              <a:pathLst>
                <a:path w="6103" h="11045" extrusionOk="0">
                  <a:moveTo>
                    <a:pt x="3553" y="0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8"/>
                  </a:lnTo>
                  <a:lnTo>
                    <a:pt x="4364" y="1120"/>
                  </a:lnTo>
                  <a:lnTo>
                    <a:pt x="4635" y="1429"/>
                  </a:lnTo>
                  <a:lnTo>
                    <a:pt x="4866" y="1738"/>
                  </a:lnTo>
                  <a:lnTo>
                    <a:pt x="5059" y="2085"/>
                  </a:lnTo>
                  <a:lnTo>
                    <a:pt x="5214" y="2433"/>
                  </a:lnTo>
                  <a:lnTo>
                    <a:pt x="5368" y="2819"/>
                  </a:lnTo>
                  <a:lnTo>
                    <a:pt x="5484" y="3205"/>
                  </a:lnTo>
                  <a:lnTo>
                    <a:pt x="5523" y="3591"/>
                  </a:lnTo>
                  <a:lnTo>
                    <a:pt x="5600" y="3978"/>
                  </a:lnTo>
                  <a:lnTo>
                    <a:pt x="5600" y="4402"/>
                  </a:lnTo>
                  <a:lnTo>
                    <a:pt x="5561" y="4789"/>
                  </a:lnTo>
                  <a:lnTo>
                    <a:pt x="5523" y="5213"/>
                  </a:lnTo>
                  <a:lnTo>
                    <a:pt x="5446" y="5599"/>
                  </a:lnTo>
                  <a:lnTo>
                    <a:pt x="5330" y="6024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1" y="7260"/>
                  </a:lnTo>
                  <a:lnTo>
                    <a:pt x="4480" y="7646"/>
                  </a:lnTo>
                  <a:lnTo>
                    <a:pt x="4210" y="8032"/>
                  </a:lnTo>
                  <a:lnTo>
                    <a:pt x="3940" y="8380"/>
                  </a:lnTo>
                  <a:lnTo>
                    <a:pt x="3631" y="8727"/>
                  </a:lnTo>
                  <a:lnTo>
                    <a:pt x="3283" y="9036"/>
                  </a:lnTo>
                  <a:lnTo>
                    <a:pt x="2936" y="9306"/>
                  </a:lnTo>
                  <a:lnTo>
                    <a:pt x="2549" y="9577"/>
                  </a:lnTo>
                  <a:lnTo>
                    <a:pt x="2163" y="9808"/>
                  </a:lnTo>
                  <a:lnTo>
                    <a:pt x="1739" y="10040"/>
                  </a:lnTo>
                  <a:lnTo>
                    <a:pt x="1314" y="10233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1" y="10658"/>
                  </a:lnTo>
                  <a:lnTo>
                    <a:pt x="78" y="11044"/>
                  </a:lnTo>
                  <a:lnTo>
                    <a:pt x="619" y="10967"/>
                  </a:lnTo>
                  <a:lnTo>
                    <a:pt x="1121" y="1081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4"/>
                  </a:lnTo>
                  <a:lnTo>
                    <a:pt x="3399" y="9615"/>
                  </a:lnTo>
                  <a:lnTo>
                    <a:pt x="3785" y="9268"/>
                  </a:lnTo>
                  <a:lnTo>
                    <a:pt x="4171" y="8920"/>
                  </a:lnTo>
                  <a:lnTo>
                    <a:pt x="4480" y="8534"/>
                  </a:lnTo>
                  <a:lnTo>
                    <a:pt x="4828" y="8109"/>
                  </a:lnTo>
                  <a:lnTo>
                    <a:pt x="5098" y="7685"/>
                  </a:lnTo>
                  <a:lnTo>
                    <a:pt x="5368" y="7221"/>
                  </a:lnTo>
                  <a:lnTo>
                    <a:pt x="5600" y="6758"/>
                  </a:lnTo>
                  <a:lnTo>
                    <a:pt x="5755" y="6294"/>
                  </a:lnTo>
                  <a:lnTo>
                    <a:pt x="5909" y="5792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8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5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7" y="1313"/>
                  </a:lnTo>
                  <a:lnTo>
                    <a:pt x="4905" y="1004"/>
                  </a:lnTo>
                  <a:lnTo>
                    <a:pt x="4596" y="695"/>
                  </a:lnTo>
                  <a:lnTo>
                    <a:pt x="4287" y="425"/>
                  </a:lnTo>
                  <a:lnTo>
                    <a:pt x="3940" y="193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3"/>
            <p:cNvSpPr/>
            <p:nvPr/>
          </p:nvSpPr>
          <p:spPr>
            <a:xfrm>
              <a:off x="569225" y="1424375"/>
              <a:ext cx="126500" cy="69550"/>
            </a:xfrm>
            <a:custGeom>
              <a:avLst/>
              <a:gdLst/>
              <a:ahLst/>
              <a:cxnLst/>
              <a:rect l="l" t="t" r="r" b="b"/>
              <a:pathLst>
                <a:path w="5060" h="2782" extrusionOk="0">
                  <a:moveTo>
                    <a:pt x="4905" y="1"/>
                  </a:moveTo>
                  <a:lnTo>
                    <a:pt x="3824" y="657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30" y="1854"/>
                  </a:lnTo>
                  <a:lnTo>
                    <a:pt x="773" y="2125"/>
                  </a:lnTo>
                  <a:lnTo>
                    <a:pt x="117" y="2395"/>
                  </a:lnTo>
                  <a:lnTo>
                    <a:pt x="40" y="2472"/>
                  </a:lnTo>
                  <a:lnTo>
                    <a:pt x="1" y="2588"/>
                  </a:lnTo>
                  <a:lnTo>
                    <a:pt x="40" y="2665"/>
                  </a:lnTo>
                  <a:lnTo>
                    <a:pt x="117" y="2781"/>
                  </a:lnTo>
                  <a:lnTo>
                    <a:pt x="387" y="2781"/>
                  </a:lnTo>
                  <a:lnTo>
                    <a:pt x="1082" y="2627"/>
                  </a:lnTo>
                  <a:lnTo>
                    <a:pt x="1739" y="2356"/>
                  </a:lnTo>
                  <a:lnTo>
                    <a:pt x="2356" y="2047"/>
                  </a:lnTo>
                  <a:lnTo>
                    <a:pt x="2974" y="1739"/>
                  </a:lnTo>
                  <a:lnTo>
                    <a:pt x="3553" y="1430"/>
                  </a:lnTo>
                  <a:lnTo>
                    <a:pt x="4094" y="1082"/>
                  </a:lnTo>
                  <a:lnTo>
                    <a:pt x="4596" y="735"/>
                  </a:lnTo>
                  <a:lnTo>
                    <a:pt x="5059" y="310"/>
                  </a:lnTo>
                  <a:lnTo>
                    <a:pt x="490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3"/>
            <p:cNvSpPr/>
            <p:nvPr/>
          </p:nvSpPr>
          <p:spPr>
            <a:xfrm>
              <a:off x="512275" y="1467825"/>
              <a:ext cx="66650" cy="99450"/>
            </a:xfrm>
            <a:custGeom>
              <a:avLst/>
              <a:gdLst/>
              <a:ahLst/>
              <a:cxnLst/>
              <a:rect l="l" t="t" r="r" b="b"/>
              <a:pathLst>
                <a:path w="2666" h="3978" extrusionOk="0">
                  <a:moveTo>
                    <a:pt x="850" y="1"/>
                  </a:moveTo>
                  <a:lnTo>
                    <a:pt x="464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2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1" y="2704"/>
                  </a:lnTo>
                  <a:lnTo>
                    <a:pt x="39" y="2974"/>
                  </a:lnTo>
                  <a:lnTo>
                    <a:pt x="78" y="3206"/>
                  </a:lnTo>
                  <a:lnTo>
                    <a:pt x="155" y="3399"/>
                  </a:lnTo>
                  <a:lnTo>
                    <a:pt x="271" y="3592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9" y="3939"/>
                  </a:lnTo>
                  <a:lnTo>
                    <a:pt x="1082" y="3978"/>
                  </a:lnTo>
                  <a:lnTo>
                    <a:pt x="1314" y="3939"/>
                  </a:lnTo>
                  <a:lnTo>
                    <a:pt x="1507" y="3823"/>
                  </a:lnTo>
                  <a:lnTo>
                    <a:pt x="1661" y="3708"/>
                  </a:lnTo>
                  <a:lnTo>
                    <a:pt x="1816" y="3514"/>
                  </a:lnTo>
                  <a:lnTo>
                    <a:pt x="1970" y="3321"/>
                  </a:lnTo>
                  <a:lnTo>
                    <a:pt x="2086" y="3090"/>
                  </a:lnTo>
                  <a:lnTo>
                    <a:pt x="2318" y="2549"/>
                  </a:lnTo>
                  <a:lnTo>
                    <a:pt x="2472" y="2009"/>
                  </a:lnTo>
                  <a:lnTo>
                    <a:pt x="2626" y="1507"/>
                  </a:lnTo>
                  <a:lnTo>
                    <a:pt x="2665" y="1043"/>
                  </a:lnTo>
                  <a:lnTo>
                    <a:pt x="2395" y="1043"/>
                  </a:lnTo>
                  <a:lnTo>
                    <a:pt x="2009" y="2009"/>
                  </a:lnTo>
                  <a:lnTo>
                    <a:pt x="1738" y="2665"/>
                  </a:lnTo>
                  <a:lnTo>
                    <a:pt x="1545" y="3051"/>
                  </a:lnTo>
                  <a:lnTo>
                    <a:pt x="1468" y="3206"/>
                  </a:lnTo>
                  <a:lnTo>
                    <a:pt x="1314" y="3283"/>
                  </a:lnTo>
                  <a:lnTo>
                    <a:pt x="1159" y="3283"/>
                  </a:lnTo>
                  <a:lnTo>
                    <a:pt x="966" y="3206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4"/>
                  </a:lnTo>
                  <a:lnTo>
                    <a:pt x="541" y="2395"/>
                  </a:lnTo>
                  <a:lnTo>
                    <a:pt x="580" y="2047"/>
                  </a:lnTo>
                  <a:lnTo>
                    <a:pt x="618" y="1622"/>
                  </a:lnTo>
                  <a:lnTo>
                    <a:pt x="734" y="1198"/>
                  </a:lnTo>
                  <a:lnTo>
                    <a:pt x="889" y="773"/>
                  </a:lnTo>
                  <a:lnTo>
                    <a:pt x="1043" y="348"/>
                  </a:lnTo>
                  <a:lnTo>
                    <a:pt x="1082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3"/>
            <p:cNvSpPr/>
            <p:nvPr/>
          </p:nvSpPr>
          <p:spPr>
            <a:xfrm>
              <a:off x="4008850" y="152575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7" y="1004"/>
                  </a:lnTo>
                  <a:lnTo>
                    <a:pt x="7029" y="1313"/>
                  </a:lnTo>
                  <a:lnTo>
                    <a:pt x="7531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9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7"/>
                  </a:lnTo>
                  <a:lnTo>
                    <a:pt x="8573" y="3707"/>
                  </a:lnTo>
                  <a:lnTo>
                    <a:pt x="7724" y="3823"/>
                  </a:lnTo>
                  <a:lnTo>
                    <a:pt x="6874" y="3901"/>
                  </a:lnTo>
                  <a:lnTo>
                    <a:pt x="6411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8" y="3707"/>
                  </a:lnTo>
                  <a:lnTo>
                    <a:pt x="2511" y="3862"/>
                  </a:lnTo>
                  <a:lnTo>
                    <a:pt x="2433" y="4016"/>
                  </a:lnTo>
                  <a:lnTo>
                    <a:pt x="2318" y="4132"/>
                  </a:lnTo>
                  <a:lnTo>
                    <a:pt x="2124" y="4209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1" y="4248"/>
                  </a:lnTo>
                  <a:lnTo>
                    <a:pt x="734" y="4132"/>
                  </a:lnTo>
                  <a:lnTo>
                    <a:pt x="387" y="4016"/>
                  </a:lnTo>
                  <a:lnTo>
                    <a:pt x="503" y="3514"/>
                  </a:lnTo>
                  <a:lnTo>
                    <a:pt x="657" y="3012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7" y="1738"/>
                  </a:lnTo>
                  <a:lnTo>
                    <a:pt x="1893" y="1429"/>
                  </a:lnTo>
                  <a:lnTo>
                    <a:pt x="2318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8" y="5638"/>
                  </a:lnTo>
                  <a:lnTo>
                    <a:pt x="11624" y="5986"/>
                  </a:lnTo>
                  <a:lnTo>
                    <a:pt x="11431" y="6140"/>
                  </a:lnTo>
                  <a:lnTo>
                    <a:pt x="11353" y="6217"/>
                  </a:lnTo>
                  <a:lnTo>
                    <a:pt x="11238" y="6256"/>
                  </a:lnTo>
                  <a:lnTo>
                    <a:pt x="11083" y="6295"/>
                  </a:lnTo>
                  <a:lnTo>
                    <a:pt x="10929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3" y="5947"/>
                  </a:lnTo>
                  <a:lnTo>
                    <a:pt x="10543" y="5870"/>
                  </a:lnTo>
                  <a:lnTo>
                    <a:pt x="10543" y="5754"/>
                  </a:lnTo>
                  <a:lnTo>
                    <a:pt x="10620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0"/>
                  </a:moveTo>
                  <a:lnTo>
                    <a:pt x="3939" y="39"/>
                  </a:lnTo>
                  <a:lnTo>
                    <a:pt x="3515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1"/>
                  </a:lnTo>
                  <a:lnTo>
                    <a:pt x="1507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9" y="2008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7" y="3205"/>
                  </a:lnTo>
                  <a:lnTo>
                    <a:pt x="39" y="3669"/>
                  </a:lnTo>
                  <a:lnTo>
                    <a:pt x="1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8"/>
                  </a:lnTo>
                  <a:lnTo>
                    <a:pt x="1314" y="4596"/>
                  </a:lnTo>
                  <a:lnTo>
                    <a:pt x="1700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1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3" y="3630"/>
                  </a:lnTo>
                  <a:lnTo>
                    <a:pt x="3013" y="2974"/>
                  </a:lnTo>
                  <a:lnTo>
                    <a:pt x="3128" y="773"/>
                  </a:lnTo>
                  <a:lnTo>
                    <a:pt x="3515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1" y="1661"/>
                  </a:lnTo>
                  <a:lnTo>
                    <a:pt x="5059" y="2703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4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6" y="4287"/>
                  </a:lnTo>
                  <a:lnTo>
                    <a:pt x="5870" y="4325"/>
                  </a:lnTo>
                  <a:lnTo>
                    <a:pt x="6218" y="4325"/>
                  </a:lnTo>
                  <a:lnTo>
                    <a:pt x="6565" y="4287"/>
                  </a:lnTo>
                  <a:lnTo>
                    <a:pt x="7608" y="4209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0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7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3" y="5252"/>
                  </a:lnTo>
                  <a:lnTo>
                    <a:pt x="10427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4" y="5754"/>
                  </a:lnTo>
                  <a:lnTo>
                    <a:pt x="10234" y="5908"/>
                  </a:lnTo>
                  <a:lnTo>
                    <a:pt x="10234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9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7" y="6526"/>
                  </a:lnTo>
                  <a:lnTo>
                    <a:pt x="11740" y="6410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2"/>
                  </a:lnTo>
                  <a:lnTo>
                    <a:pt x="12396" y="7221"/>
                  </a:lnTo>
                  <a:lnTo>
                    <a:pt x="12473" y="7569"/>
                  </a:lnTo>
                  <a:lnTo>
                    <a:pt x="12551" y="7916"/>
                  </a:lnTo>
                  <a:lnTo>
                    <a:pt x="12551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5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6" y="9654"/>
                  </a:lnTo>
                  <a:lnTo>
                    <a:pt x="12821" y="9616"/>
                  </a:lnTo>
                  <a:lnTo>
                    <a:pt x="12937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30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5"/>
                  </a:lnTo>
                  <a:lnTo>
                    <a:pt x="13091" y="7723"/>
                  </a:lnTo>
                  <a:lnTo>
                    <a:pt x="12937" y="7183"/>
                  </a:lnTo>
                  <a:lnTo>
                    <a:pt x="12744" y="6681"/>
                  </a:lnTo>
                  <a:lnTo>
                    <a:pt x="12435" y="6217"/>
                  </a:lnTo>
                  <a:lnTo>
                    <a:pt x="12126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9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30" y="3514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5" y="1931"/>
                  </a:lnTo>
                  <a:lnTo>
                    <a:pt x="8226" y="1584"/>
                  </a:lnTo>
                  <a:lnTo>
                    <a:pt x="7839" y="1275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9" y="348"/>
                  </a:lnTo>
                  <a:lnTo>
                    <a:pt x="5716" y="193"/>
                  </a:lnTo>
                  <a:lnTo>
                    <a:pt x="5291" y="78"/>
                  </a:lnTo>
                  <a:lnTo>
                    <a:pt x="4828" y="39"/>
                  </a:lnTo>
                  <a:lnTo>
                    <a:pt x="44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3"/>
            <p:cNvSpPr/>
            <p:nvPr/>
          </p:nvSpPr>
          <p:spPr>
            <a:xfrm>
              <a:off x="6763050" y="1538300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9" y="5908"/>
                  </a:moveTo>
                  <a:lnTo>
                    <a:pt x="1082" y="5986"/>
                  </a:lnTo>
                  <a:lnTo>
                    <a:pt x="1237" y="6024"/>
                  </a:lnTo>
                  <a:lnTo>
                    <a:pt x="1391" y="6179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1" y="6797"/>
                  </a:lnTo>
                  <a:lnTo>
                    <a:pt x="1237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9" y="6990"/>
                  </a:lnTo>
                  <a:lnTo>
                    <a:pt x="464" y="6835"/>
                  </a:lnTo>
                  <a:lnTo>
                    <a:pt x="426" y="6719"/>
                  </a:lnTo>
                  <a:lnTo>
                    <a:pt x="387" y="6642"/>
                  </a:lnTo>
                  <a:lnTo>
                    <a:pt x="348" y="6488"/>
                  </a:lnTo>
                  <a:lnTo>
                    <a:pt x="387" y="6372"/>
                  </a:lnTo>
                  <a:lnTo>
                    <a:pt x="426" y="6256"/>
                  </a:lnTo>
                  <a:lnTo>
                    <a:pt x="503" y="6179"/>
                  </a:lnTo>
                  <a:lnTo>
                    <a:pt x="696" y="6024"/>
                  </a:lnTo>
                  <a:lnTo>
                    <a:pt x="889" y="5908"/>
                  </a:lnTo>
                  <a:close/>
                  <a:moveTo>
                    <a:pt x="5909" y="0"/>
                  </a:moveTo>
                  <a:lnTo>
                    <a:pt x="5832" y="39"/>
                  </a:lnTo>
                  <a:lnTo>
                    <a:pt x="5523" y="309"/>
                  </a:lnTo>
                  <a:lnTo>
                    <a:pt x="5175" y="618"/>
                  </a:lnTo>
                  <a:lnTo>
                    <a:pt x="4596" y="1313"/>
                  </a:lnTo>
                  <a:lnTo>
                    <a:pt x="4017" y="2047"/>
                  </a:lnTo>
                  <a:lnTo>
                    <a:pt x="3438" y="2781"/>
                  </a:lnTo>
                  <a:lnTo>
                    <a:pt x="2279" y="4132"/>
                  </a:lnTo>
                  <a:lnTo>
                    <a:pt x="1739" y="4866"/>
                  </a:lnTo>
                  <a:lnTo>
                    <a:pt x="1198" y="5561"/>
                  </a:lnTo>
                  <a:lnTo>
                    <a:pt x="1043" y="5522"/>
                  </a:lnTo>
                  <a:lnTo>
                    <a:pt x="889" y="5522"/>
                  </a:lnTo>
                  <a:lnTo>
                    <a:pt x="773" y="5561"/>
                  </a:lnTo>
                  <a:lnTo>
                    <a:pt x="619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10" y="5870"/>
                  </a:lnTo>
                  <a:lnTo>
                    <a:pt x="117" y="6063"/>
                  </a:lnTo>
                  <a:lnTo>
                    <a:pt x="1" y="6333"/>
                  </a:lnTo>
                  <a:lnTo>
                    <a:pt x="1" y="6488"/>
                  </a:lnTo>
                  <a:lnTo>
                    <a:pt x="1" y="6604"/>
                  </a:lnTo>
                  <a:lnTo>
                    <a:pt x="40" y="6797"/>
                  </a:lnTo>
                  <a:lnTo>
                    <a:pt x="117" y="6990"/>
                  </a:lnTo>
                  <a:lnTo>
                    <a:pt x="194" y="7144"/>
                  </a:lnTo>
                  <a:lnTo>
                    <a:pt x="348" y="7260"/>
                  </a:lnTo>
                  <a:lnTo>
                    <a:pt x="503" y="7376"/>
                  </a:lnTo>
                  <a:lnTo>
                    <a:pt x="696" y="7453"/>
                  </a:lnTo>
                  <a:lnTo>
                    <a:pt x="1082" y="7453"/>
                  </a:lnTo>
                  <a:lnTo>
                    <a:pt x="1275" y="7414"/>
                  </a:lnTo>
                  <a:lnTo>
                    <a:pt x="1430" y="7299"/>
                  </a:lnTo>
                  <a:lnTo>
                    <a:pt x="1584" y="7183"/>
                  </a:lnTo>
                  <a:lnTo>
                    <a:pt x="1700" y="7067"/>
                  </a:lnTo>
                  <a:lnTo>
                    <a:pt x="1816" y="6874"/>
                  </a:lnTo>
                  <a:lnTo>
                    <a:pt x="1854" y="6681"/>
                  </a:lnTo>
                  <a:lnTo>
                    <a:pt x="1893" y="6526"/>
                  </a:lnTo>
                  <a:lnTo>
                    <a:pt x="1854" y="6333"/>
                  </a:lnTo>
                  <a:lnTo>
                    <a:pt x="1816" y="6179"/>
                  </a:lnTo>
                  <a:lnTo>
                    <a:pt x="1739" y="6024"/>
                  </a:lnTo>
                  <a:lnTo>
                    <a:pt x="1661" y="5908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3" y="4403"/>
                  </a:lnTo>
                  <a:lnTo>
                    <a:pt x="3940" y="3012"/>
                  </a:lnTo>
                  <a:lnTo>
                    <a:pt x="4480" y="2395"/>
                  </a:lnTo>
                  <a:lnTo>
                    <a:pt x="5098" y="1699"/>
                  </a:lnTo>
                  <a:lnTo>
                    <a:pt x="5639" y="1043"/>
                  </a:lnTo>
                  <a:lnTo>
                    <a:pt x="5909" y="657"/>
                  </a:lnTo>
                  <a:lnTo>
                    <a:pt x="6102" y="309"/>
                  </a:lnTo>
                  <a:lnTo>
                    <a:pt x="6141" y="193"/>
                  </a:lnTo>
                  <a:lnTo>
                    <a:pt x="6063" y="78"/>
                  </a:lnTo>
                  <a:lnTo>
                    <a:pt x="598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3"/>
            <p:cNvSpPr/>
            <p:nvPr/>
          </p:nvSpPr>
          <p:spPr>
            <a:xfrm>
              <a:off x="4040700" y="153927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5" y="7298"/>
                  </a:moveTo>
                  <a:lnTo>
                    <a:pt x="8496" y="7375"/>
                  </a:lnTo>
                  <a:lnTo>
                    <a:pt x="8728" y="7453"/>
                  </a:lnTo>
                  <a:lnTo>
                    <a:pt x="8960" y="7569"/>
                  </a:lnTo>
                  <a:lnTo>
                    <a:pt x="9153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5" y="8573"/>
                  </a:lnTo>
                  <a:lnTo>
                    <a:pt x="9693" y="8881"/>
                  </a:lnTo>
                  <a:lnTo>
                    <a:pt x="9655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60" y="10040"/>
                  </a:lnTo>
                  <a:lnTo>
                    <a:pt x="8689" y="10117"/>
                  </a:lnTo>
                  <a:lnTo>
                    <a:pt x="8419" y="10194"/>
                  </a:lnTo>
                  <a:lnTo>
                    <a:pt x="8110" y="10156"/>
                  </a:lnTo>
                  <a:lnTo>
                    <a:pt x="7840" y="10078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6"/>
                  </a:lnTo>
                  <a:lnTo>
                    <a:pt x="7029" y="9345"/>
                  </a:lnTo>
                  <a:lnTo>
                    <a:pt x="6952" y="9075"/>
                  </a:lnTo>
                  <a:lnTo>
                    <a:pt x="6913" y="8804"/>
                  </a:lnTo>
                  <a:lnTo>
                    <a:pt x="6952" y="8534"/>
                  </a:lnTo>
                  <a:lnTo>
                    <a:pt x="7029" y="8264"/>
                  </a:lnTo>
                  <a:lnTo>
                    <a:pt x="7145" y="8071"/>
                  </a:lnTo>
                  <a:lnTo>
                    <a:pt x="7299" y="7877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9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6" y="8457"/>
                  </a:lnTo>
                  <a:lnTo>
                    <a:pt x="2974" y="8611"/>
                  </a:lnTo>
                  <a:lnTo>
                    <a:pt x="3052" y="8766"/>
                  </a:lnTo>
                  <a:lnTo>
                    <a:pt x="1546" y="8727"/>
                  </a:lnTo>
                  <a:lnTo>
                    <a:pt x="40" y="8688"/>
                  </a:lnTo>
                  <a:lnTo>
                    <a:pt x="1" y="8688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6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6"/>
                  </a:lnTo>
                  <a:lnTo>
                    <a:pt x="6759" y="9847"/>
                  </a:lnTo>
                  <a:lnTo>
                    <a:pt x="6990" y="10078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0"/>
                  </a:lnTo>
                  <a:lnTo>
                    <a:pt x="8110" y="10658"/>
                  </a:lnTo>
                  <a:lnTo>
                    <a:pt x="8419" y="10696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7"/>
                  </a:lnTo>
                  <a:lnTo>
                    <a:pt x="9539" y="10194"/>
                  </a:lnTo>
                  <a:lnTo>
                    <a:pt x="9771" y="9963"/>
                  </a:lnTo>
                  <a:lnTo>
                    <a:pt x="9925" y="9692"/>
                  </a:lnTo>
                  <a:lnTo>
                    <a:pt x="10079" y="9422"/>
                  </a:lnTo>
                  <a:lnTo>
                    <a:pt x="10157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7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1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9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5" y="7337"/>
                  </a:lnTo>
                  <a:lnTo>
                    <a:pt x="6913" y="7569"/>
                  </a:lnTo>
                  <a:lnTo>
                    <a:pt x="6720" y="7877"/>
                  </a:lnTo>
                  <a:lnTo>
                    <a:pt x="6565" y="8186"/>
                  </a:lnTo>
                  <a:lnTo>
                    <a:pt x="6450" y="8534"/>
                  </a:lnTo>
                  <a:lnTo>
                    <a:pt x="6450" y="8843"/>
                  </a:lnTo>
                  <a:lnTo>
                    <a:pt x="5716" y="8804"/>
                  </a:lnTo>
                  <a:lnTo>
                    <a:pt x="4944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8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79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6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3"/>
            <p:cNvSpPr/>
            <p:nvPr/>
          </p:nvSpPr>
          <p:spPr>
            <a:xfrm>
              <a:off x="1387875" y="1558575"/>
              <a:ext cx="374575" cy="387125"/>
            </a:xfrm>
            <a:custGeom>
              <a:avLst/>
              <a:gdLst/>
              <a:ahLst/>
              <a:cxnLst/>
              <a:rect l="l" t="t" r="r" b="b"/>
              <a:pathLst>
                <a:path w="14983" h="15485" extrusionOk="0">
                  <a:moveTo>
                    <a:pt x="7453" y="502"/>
                  </a:moveTo>
                  <a:lnTo>
                    <a:pt x="8032" y="541"/>
                  </a:lnTo>
                  <a:lnTo>
                    <a:pt x="8573" y="580"/>
                  </a:lnTo>
                  <a:lnTo>
                    <a:pt x="9152" y="695"/>
                  </a:lnTo>
                  <a:lnTo>
                    <a:pt x="9654" y="850"/>
                  </a:lnTo>
                  <a:lnTo>
                    <a:pt x="10195" y="1043"/>
                  </a:lnTo>
                  <a:lnTo>
                    <a:pt x="10697" y="1275"/>
                  </a:lnTo>
                  <a:lnTo>
                    <a:pt x="11160" y="1545"/>
                  </a:lnTo>
                  <a:lnTo>
                    <a:pt x="11585" y="1854"/>
                  </a:lnTo>
                  <a:lnTo>
                    <a:pt x="10812" y="2201"/>
                  </a:lnTo>
                  <a:lnTo>
                    <a:pt x="10040" y="2626"/>
                  </a:lnTo>
                  <a:lnTo>
                    <a:pt x="9306" y="3090"/>
                  </a:lnTo>
                  <a:lnTo>
                    <a:pt x="8611" y="3630"/>
                  </a:lnTo>
                  <a:lnTo>
                    <a:pt x="7916" y="4171"/>
                  </a:lnTo>
                  <a:lnTo>
                    <a:pt x="7299" y="4789"/>
                  </a:lnTo>
                  <a:lnTo>
                    <a:pt x="6681" y="5445"/>
                  </a:lnTo>
                  <a:lnTo>
                    <a:pt x="6140" y="6140"/>
                  </a:lnTo>
                  <a:lnTo>
                    <a:pt x="5638" y="6874"/>
                  </a:lnTo>
                  <a:lnTo>
                    <a:pt x="5175" y="7646"/>
                  </a:lnTo>
                  <a:lnTo>
                    <a:pt x="4789" y="8418"/>
                  </a:lnTo>
                  <a:lnTo>
                    <a:pt x="4441" y="9229"/>
                  </a:lnTo>
                  <a:lnTo>
                    <a:pt x="4171" y="10040"/>
                  </a:lnTo>
                  <a:lnTo>
                    <a:pt x="3939" y="10890"/>
                  </a:lnTo>
                  <a:lnTo>
                    <a:pt x="3823" y="11778"/>
                  </a:lnTo>
                  <a:lnTo>
                    <a:pt x="3746" y="12666"/>
                  </a:lnTo>
                  <a:lnTo>
                    <a:pt x="3553" y="12666"/>
                  </a:lnTo>
                  <a:lnTo>
                    <a:pt x="3283" y="11855"/>
                  </a:lnTo>
                  <a:lnTo>
                    <a:pt x="3051" y="11044"/>
                  </a:lnTo>
                  <a:lnTo>
                    <a:pt x="2819" y="10195"/>
                  </a:lnTo>
                  <a:lnTo>
                    <a:pt x="2665" y="9384"/>
                  </a:lnTo>
                  <a:lnTo>
                    <a:pt x="2588" y="8534"/>
                  </a:lnTo>
                  <a:lnTo>
                    <a:pt x="2549" y="7685"/>
                  </a:lnTo>
                  <a:lnTo>
                    <a:pt x="2588" y="6797"/>
                  </a:lnTo>
                  <a:lnTo>
                    <a:pt x="2665" y="5947"/>
                  </a:lnTo>
                  <a:lnTo>
                    <a:pt x="2858" y="5213"/>
                  </a:lnTo>
                  <a:lnTo>
                    <a:pt x="3051" y="4518"/>
                  </a:lnTo>
                  <a:lnTo>
                    <a:pt x="3321" y="3823"/>
                  </a:lnTo>
                  <a:lnTo>
                    <a:pt x="3630" y="3205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29"/>
                  </a:lnTo>
                  <a:lnTo>
                    <a:pt x="5406" y="888"/>
                  </a:lnTo>
                  <a:lnTo>
                    <a:pt x="5908" y="734"/>
                  </a:lnTo>
                  <a:lnTo>
                    <a:pt x="6410" y="618"/>
                  </a:lnTo>
                  <a:lnTo>
                    <a:pt x="6912" y="541"/>
                  </a:lnTo>
                  <a:lnTo>
                    <a:pt x="7453" y="502"/>
                  </a:lnTo>
                  <a:close/>
                  <a:moveTo>
                    <a:pt x="11932" y="2086"/>
                  </a:moveTo>
                  <a:lnTo>
                    <a:pt x="12318" y="2433"/>
                  </a:lnTo>
                  <a:lnTo>
                    <a:pt x="12666" y="2819"/>
                  </a:lnTo>
                  <a:lnTo>
                    <a:pt x="13014" y="3205"/>
                  </a:lnTo>
                  <a:lnTo>
                    <a:pt x="13322" y="3669"/>
                  </a:lnTo>
                  <a:lnTo>
                    <a:pt x="13593" y="4093"/>
                  </a:lnTo>
                  <a:lnTo>
                    <a:pt x="13824" y="4595"/>
                  </a:lnTo>
                  <a:lnTo>
                    <a:pt x="14018" y="5097"/>
                  </a:lnTo>
                  <a:lnTo>
                    <a:pt x="14211" y="5599"/>
                  </a:lnTo>
                  <a:lnTo>
                    <a:pt x="14326" y="6101"/>
                  </a:lnTo>
                  <a:lnTo>
                    <a:pt x="14404" y="6642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25" y="6951"/>
                  </a:lnTo>
                  <a:lnTo>
                    <a:pt x="11392" y="7144"/>
                  </a:lnTo>
                  <a:lnTo>
                    <a:pt x="10658" y="7414"/>
                  </a:lnTo>
                  <a:lnTo>
                    <a:pt x="9924" y="7723"/>
                  </a:lnTo>
                  <a:lnTo>
                    <a:pt x="9229" y="8032"/>
                  </a:lnTo>
                  <a:lnTo>
                    <a:pt x="8534" y="8418"/>
                  </a:lnTo>
                  <a:lnTo>
                    <a:pt x="7878" y="8843"/>
                  </a:lnTo>
                  <a:lnTo>
                    <a:pt x="7221" y="9306"/>
                  </a:lnTo>
                  <a:lnTo>
                    <a:pt x="6642" y="9808"/>
                  </a:lnTo>
                  <a:lnTo>
                    <a:pt x="6063" y="10349"/>
                  </a:lnTo>
                  <a:lnTo>
                    <a:pt x="5561" y="10890"/>
                  </a:lnTo>
                  <a:lnTo>
                    <a:pt x="5059" y="11508"/>
                  </a:lnTo>
                  <a:lnTo>
                    <a:pt x="4634" y="12125"/>
                  </a:lnTo>
                  <a:lnTo>
                    <a:pt x="4248" y="12820"/>
                  </a:lnTo>
                  <a:lnTo>
                    <a:pt x="4093" y="12743"/>
                  </a:lnTo>
                  <a:lnTo>
                    <a:pt x="3939" y="12666"/>
                  </a:lnTo>
                  <a:lnTo>
                    <a:pt x="4093" y="11816"/>
                  </a:lnTo>
                  <a:lnTo>
                    <a:pt x="4287" y="10928"/>
                  </a:lnTo>
                  <a:lnTo>
                    <a:pt x="4557" y="10117"/>
                  </a:lnTo>
                  <a:lnTo>
                    <a:pt x="4827" y="9306"/>
                  </a:lnTo>
                  <a:lnTo>
                    <a:pt x="5175" y="8496"/>
                  </a:lnTo>
                  <a:lnTo>
                    <a:pt x="5561" y="7723"/>
                  </a:lnTo>
                  <a:lnTo>
                    <a:pt x="6024" y="6990"/>
                  </a:lnTo>
                  <a:lnTo>
                    <a:pt x="6488" y="6295"/>
                  </a:lnTo>
                  <a:lnTo>
                    <a:pt x="7028" y="5599"/>
                  </a:lnTo>
                  <a:lnTo>
                    <a:pt x="7607" y="4982"/>
                  </a:lnTo>
                  <a:lnTo>
                    <a:pt x="8225" y="4402"/>
                  </a:lnTo>
                  <a:lnTo>
                    <a:pt x="8882" y="3823"/>
                  </a:lnTo>
                  <a:lnTo>
                    <a:pt x="9577" y="3321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32" y="2086"/>
                  </a:lnTo>
                  <a:close/>
                  <a:moveTo>
                    <a:pt x="14442" y="6990"/>
                  </a:moveTo>
                  <a:lnTo>
                    <a:pt x="14481" y="7839"/>
                  </a:lnTo>
                  <a:lnTo>
                    <a:pt x="14404" y="8689"/>
                  </a:lnTo>
                  <a:lnTo>
                    <a:pt x="14249" y="9538"/>
                  </a:lnTo>
                  <a:lnTo>
                    <a:pt x="14172" y="9963"/>
                  </a:lnTo>
                  <a:lnTo>
                    <a:pt x="14018" y="10388"/>
                  </a:lnTo>
                  <a:lnTo>
                    <a:pt x="13863" y="10774"/>
                  </a:lnTo>
                  <a:lnTo>
                    <a:pt x="13709" y="11160"/>
                  </a:lnTo>
                  <a:lnTo>
                    <a:pt x="13516" y="11546"/>
                  </a:lnTo>
                  <a:lnTo>
                    <a:pt x="13284" y="11894"/>
                  </a:lnTo>
                  <a:lnTo>
                    <a:pt x="13052" y="12241"/>
                  </a:lnTo>
                  <a:lnTo>
                    <a:pt x="12782" y="12589"/>
                  </a:lnTo>
                  <a:lnTo>
                    <a:pt x="12473" y="12898"/>
                  </a:lnTo>
                  <a:lnTo>
                    <a:pt x="12203" y="13207"/>
                  </a:lnTo>
                  <a:lnTo>
                    <a:pt x="11932" y="13052"/>
                  </a:lnTo>
                  <a:lnTo>
                    <a:pt x="11662" y="12936"/>
                  </a:lnTo>
                  <a:lnTo>
                    <a:pt x="11083" y="12782"/>
                  </a:lnTo>
                  <a:lnTo>
                    <a:pt x="10542" y="12627"/>
                  </a:lnTo>
                  <a:lnTo>
                    <a:pt x="9963" y="12550"/>
                  </a:lnTo>
                  <a:lnTo>
                    <a:pt x="9384" y="12512"/>
                  </a:lnTo>
                  <a:lnTo>
                    <a:pt x="8843" y="12473"/>
                  </a:lnTo>
                  <a:lnTo>
                    <a:pt x="8303" y="12473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681" y="12666"/>
                  </a:lnTo>
                  <a:lnTo>
                    <a:pt x="6179" y="12782"/>
                  </a:lnTo>
                  <a:lnTo>
                    <a:pt x="5638" y="12975"/>
                  </a:lnTo>
                  <a:lnTo>
                    <a:pt x="5136" y="13129"/>
                  </a:lnTo>
                  <a:lnTo>
                    <a:pt x="4673" y="13361"/>
                  </a:lnTo>
                  <a:lnTo>
                    <a:pt x="4557" y="13129"/>
                  </a:lnTo>
                  <a:lnTo>
                    <a:pt x="4402" y="12936"/>
                  </a:lnTo>
                  <a:lnTo>
                    <a:pt x="4866" y="12318"/>
                  </a:lnTo>
                  <a:lnTo>
                    <a:pt x="5368" y="11739"/>
                  </a:lnTo>
                  <a:lnTo>
                    <a:pt x="5870" y="11160"/>
                  </a:lnTo>
                  <a:lnTo>
                    <a:pt x="6410" y="10619"/>
                  </a:lnTo>
                  <a:lnTo>
                    <a:pt x="6951" y="10117"/>
                  </a:lnTo>
                  <a:lnTo>
                    <a:pt x="7530" y="9654"/>
                  </a:lnTo>
                  <a:lnTo>
                    <a:pt x="8148" y="9229"/>
                  </a:lnTo>
                  <a:lnTo>
                    <a:pt x="8766" y="8804"/>
                  </a:lnTo>
                  <a:lnTo>
                    <a:pt x="9384" y="8457"/>
                  </a:lnTo>
                  <a:lnTo>
                    <a:pt x="10040" y="8109"/>
                  </a:lnTo>
                  <a:lnTo>
                    <a:pt x="10735" y="7839"/>
                  </a:lnTo>
                  <a:lnTo>
                    <a:pt x="11430" y="7569"/>
                  </a:lnTo>
                  <a:lnTo>
                    <a:pt x="12164" y="7376"/>
                  </a:lnTo>
                  <a:lnTo>
                    <a:pt x="12898" y="7183"/>
                  </a:lnTo>
                  <a:lnTo>
                    <a:pt x="13670" y="7067"/>
                  </a:lnTo>
                  <a:lnTo>
                    <a:pt x="14442" y="6990"/>
                  </a:lnTo>
                  <a:close/>
                  <a:moveTo>
                    <a:pt x="4518" y="1275"/>
                  </a:moveTo>
                  <a:lnTo>
                    <a:pt x="4016" y="1854"/>
                  </a:lnTo>
                  <a:lnTo>
                    <a:pt x="3591" y="2472"/>
                  </a:lnTo>
                  <a:lnTo>
                    <a:pt x="3244" y="3128"/>
                  </a:lnTo>
                  <a:lnTo>
                    <a:pt x="2935" y="3823"/>
                  </a:lnTo>
                  <a:lnTo>
                    <a:pt x="2665" y="4518"/>
                  </a:lnTo>
                  <a:lnTo>
                    <a:pt x="2472" y="5291"/>
                  </a:lnTo>
                  <a:lnTo>
                    <a:pt x="2317" y="6024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1"/>
                  </a:lnTo>
                  <a:lnTo>
                    <a:pt x="2279" y="9113"/>
                  </a:lnTo>
                  <a:lnTo>
                    <a:pt x="2356" y="9886"/>
                  </a:lnTo>
                  <a:lnTo>
                    <a:pt x="2549" y="10619"/>
                  </a:lnTo>
                  <a:lnTo>
                    <a:pt x="2742" y="11353"/>
                  </a:lnTo>
                  <a:lnTo>
                    <a:pt x="3012" y="12087"/>
                  </a:lnTo>
                  <a:lnTo>
                    <a:pt x="3283" y="12782"/>
                  </a:lnTo>
                  <a:lnTo>
                    <a:pt x="3089" y="12898"/>
                  </a:lnTo>
                  <a:lnTo>
                    <a:pt x="2935" y="13052"/>
                  </a:lnTo>
                  <a:lnTo>
                    <a:pt x="2819" y="13245"/>
                  </a:lnTo>
                  <a:lnTo>
                    <a:pt x="2703" y="13438"/>
                  </a:lnTo>
                  <a:lnTo>
                    <a:pt x="2394" y="13014"/>
                  </a:lnTo>
                  <a:lnTo>
                    <a:pt x="2047" y="12550"/>
                  </a:lnTo>
                  <a:lnTo>
                    <a:pt x="1777" y="12087"/>
                  </a:lnTo>
                  <a:lnTo>
                    <a:pt x="1506" y="11623"/>
                  </a:lnTo>
                  <a:lnTo>
                    <a:pt x="1275" y="11121"/>
                  </a:lnTo>
                  <a:lnTo>
                    <a:pt x="1043" y="10619"/>
                  </a:lnTo>
                  <a:lnTo>
                    <a:pt x="850" y="10117"/>
                  </a:lnTo>
                  <a:lnTo>
                    <a:pt x="734" y="9615"/>
                  </a:lnTo>
                  <a:lnTo>
                    <a:pt x="618" y="9113"/>
                  </a:lnTo>
                  <a:lnTo>
                    <a:pt x="541" y="8573"/>
                  </a:lnTo>
                  <a:lnTo>
                    <a:pt x="502" y="8032"/>
                  </a:lnTo>
                  <a:lnTo>
                    <a:pt x="502" y="7492"/>
                  </a:lnTo>
                  <a:lnTo>
                    <a:pt x="541" y="6951"/>
                  </a:lnTo>
                  <a:lnTo>
                    <a:pt x="618" y="6410"/>
                  </a:lnTo>
                  <a:lnTo>
                    <a:pt x="734" y="5870"/>
                  </a:lnTo>
                  <a:lnTo>
                    <a:pt x="927" y="5329"/>
                  </a:lnTo>
                  <a:lnTo>
                    <a:pt x="1197" y="4673"/>
                  </a:lnTo>
                  <a:lnTo>
                    <a:pt x="1506" y="4055"/>
                  </a:lnTo>
                  <a:lnTo>
                    <a:pt x="1892" y="3476"/>
                  </a:lnTo>
                  <a:lnTo>
                    <a:pt x="2356" y="2935"/>
                  </a:lnTo>
                  <a:lnTo>
                    <a:pt x="2819" y="2433"/>
                  </a:lnTo>
                  <a:lnTo>
                    <a:pt x="3360" y="2008"/>
                  </a:lnTo>
                  <a:lnTo>
                    <a:pt x="3900" y="1584"/>
                  </a:lnTo>
                  <a:lnTo>
                    <a:pt x="4518" y="1275"/>
                  </a:lnTo>
                  <a:close/>
                  <a:moveTo>
                    <a:pt x="3823" y="12975"/>
                  </a:moveTo>
                  <a:lnTo>
                    <a:pt x="4016" y="13052"/>
                  </a:lnTo>
                  <a:lnTo>
                    <a:pt x="4132" y="13168"/>
                  </a:lnTo>
                  <a:lnTo>
                    <a:pt x="4248" y="13284"/>
                  </a:lnTo>
                  <a:lnTo>
                    <a:pt x="4325" y="13438"/>
                  </a:lnTo>
                  <a:lnTo>
                    <a:pt x="4364" y="13631"/>
                  </a:lnTo>
                  <a:lnTo>
                    <a:pt x="4325" y="13786"/>
                  </a:lnTo>
                  <a:lnTo>
                    <a:pt x="4287" y="13940"/>
                  </a:lnTo>
                  <a:lnTo>
                    <a:pt x="4209" y="14095"/>
                  </a:lnTo>
                  <a:lnTo>
                    <a:pt x="3746" y="13824"/>
                  </a:lnTo>
                  <a:lnTo>
                    <a:pt x="3321" y="13477"/>
                  </a:lnTo>
                  <a:lnTo>
                    <a:pt x="3244" y="13438"/>
                  </a:lnTo>
                  <a:lnTo>
                    <a:pt x="3128" y="13438"/>
                  </a:lnTo>
                  <a:lnTo>
                    <a:pt x="3051" y="13477"/>
                  </a:lnTo>
                  <a:lnTo>
                    <a:pt x="2974" y="13515"/>
                  </a:lnTo>
                  <a:lnTo>
                    <a:pt x="3051" y="13361"/>
                  </a:lnTo>
                  <a:lnTo>
                    <a:pt x="3167" y="13245"/>
                  </a:lnTo>
                  <a:lnTo>
                    <a:pt x="3321" y="13129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9113" y="12859"/>
                  </a:moveTo>
                  <a:lnTo>
                    <a:pt x="9615" y="12898"/>
                  </a:lnTo>
                  <a:lnTo>
                    <a:pt x="10079" y="12975"/>
                  </a:lnTo>
                  <a:lnTo>
                    <a:pt x="10504" y="13014"/>
                  </a:lnTo>
                  <a:lnTo>
                    <a:pt x="11006" y="13129"/>
                  </a:lnTo>
                  <a:lnTo>
                    <a:pt x="11469" y="13245"/>
                  </a:lnTo>
                  <a:lnTo>
                    <a:pt x="11701" y="13361"/>
                  </a:lnTo>
                  <a:lnTo>
                    <a:pt x="11894" y="13477"/>
                  </a:lnTo>
                  <a:lnTo>
                    <a:pt x="11508" y="13786"/>
                  </a:lnTo>
                  <a:lnTo>
                    <a:pt x="11083" y="14017"/>
                  </a:lnTo>
                  <a:lnTo>
                    <a:pt x="10658" y="14249"/>
                  </a:lnTo>
                  <a:lnTo>
                    <a:pt x="10195" y="14442"/>
                  </a:lnTo>
                  <a:lnTo>
                    <a:pt x="9770" y="14635"/>
                  </a:lnTo>
                  <a:lnTo>
                    <a:pt x="9306" y="14751"/>
                  </a:lnTo>
                  <a:lnTo>
                    <a:pt x="8804" y="14867"/>
                  </a:lnTo>
                  <a:lnTo>
                    <a:pt x="8341" y="14944"/>
                  </a:lnTo>
                  <a:lnTo>
                    <a:pt x="7839" y="14983"/>
                  </a:lnTo>
                  <a:lnTo>
                    <a:pt x="7376" y="14983"/>
                  </a:lnTo>
                  <a:lnTo>
                    <a:pt x="6874" y="14944"/>
                  </a:lnTo>
                  <a:lnTo>
                    <a:pt x="6410" y="14867"/>
                  </a:lnTo>
                  <a:lnTo>
                    <a:pt x="5947" y="14790"/>
                  </a:lnTo>
                  <a:lnTo>
                    <a:pt x="5484" y="14674"/>
                  </a:lnTo>
                  <a:lnTo>
                    <a:pt x="5020" y="14481"/>
                  </a:lnTo>
                  <a:lnTo>
                    <a:pt x="4557" y="14288"/>
                  </a:lnTo>
                  <a:lnTo>
                    <a:pt x="4673" y="14017"/>
                  </a:lnTo>
                  <a:lnTo>
                    <a:pt x="4711" y="13747"/>
                  </a:lnTo>
                  <a:lnTo>
                    <a:pt x="4711" y="13593"/>
                  </a:lnTo>
                  <a:lnTo>
                    <a:pt x="5561" y="13322"/>
                  </a:lnTo>
                  <a:lnTo>
                    <a:pt x="6410" y="13091"/>
                  </a:lnTo>
                  <a:lnTo>
                    <a:pt x="7260" y="12936"/>
                  </a:lnTo>
                  <a:lnTo>
                    <a:pt x="8148" y="12859"/>
                  </a:lnTo>
                  <a:close/>
                  <a:moveTo>
                    <a:pt x="7569" y="0"/>
                  </a:moveTo>
                  <a:lnTo>
                    <a:pt x="6990" y="39"/>
                  </a:lnTo>
                  <a:lnTo>
                    <a:pt x="6410" y="116"/>
                  </a:lnTo>
                  <a:lnTo>
                    <a:pt x="5870" y="232"/>
                  </a:lnTo>
                  <a:lnTo>
                    <a:pt x="5291" y="386"/>
                  </a:lnTo>
                  <a:lnTo>
                    <a:pt x="4750" y="580"/>
                  </a:lnTo>
                  <a:lnTo>
                    <a:pt x="4248" y="811"/>
                  </a:lnTo>
                  <a:lnTo>
                    <a:pt x="3746" y="1120"/>
                  </a:lnTo>
                  <a:lnTo>
                    <a:pt x="3283" y="1429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1970" y="2588"/>
                  </a:lnTo>
                  <a:lnTo>
                    <a:pt x="1622" y="3012"/>
                  </a:lnTo>
                  <a:lnTo>
                    <a:pt x="1275" y="3514"/>
                  </a:lnTo>
                  <a:lnTo>
                    <a:pt x="966" y="4016"/>
                  </a:lnTo>
                  <a:lnTo>
                    <a:pt x="657" y="4595"/>
                  </a:lnTo>
                  <a:lnTo>
                    <a:pt x="425" y="5252"/>
                  </a:lnTo>
                  <a:lnTo>
                    <a:pt x="232" y="5908"/>
                  </a:lnTo>
                  <a:lnTo>
                    <a:pt x="116" y="6565"/>
                  </a:lnTo>
                  <a:lnTo>
                    <a:pt x="0" y="7221"/>
                  </a:lnTo>
                  <a:lnTo>
                    <a:pt x="0" y="7916"/>
                  </a:lnTo>
                  <a:lnTo>
                    <a:pt x="39" y="8611"/>
                  </a:lnTo>
                  <a:lnTo>
                    <a:pt x="116" y="9268"/>
                  </a:lnTo>
                  <a:lnTo>
                    <a:pt x="232" y="9924"/>
                  </a:lnTo>
                  <a:lnTo>
                    <a:pt x="425" y="10581"/>
                  </a:lnTo>
                  <a:lnTo>
                    <a:pt x="695" y="11237"/>
                  </a:lnTo>
                  <a:lnTo>
                    <a:pt x="966" y="11855"/>
                  </a:lnTo>
                  <a:lnTo>
                    <a:pt x="1313" y="12396"/>
                  </a:lnTo>
                  <a:lnTo>
                    <a:pt x="1738" y="12975"/>
                  </a:lnTo>
                  <a:lnTo>
                    <a:pt x="2201" y="13477"/>
                  </a:lnTo>
                  <a:lnTo>
                    <a:pt x="2703" y="13902"/>
                  </a:lnTo>
                  <a:lnTo>
                    <a:pt x="2742" y="13940"/>
                  </a:lnTo>
                  <a:lnTo>
                    <a:pt x="2819" y="13940"/>
                  </a:lnTo>
                  <a:lnTo>
                    <a:pt x="2896" y="13902"/>
                  </a:lnTo>
                  <a:lnTo>
                    <a:pt x="3167" y="14133"/>
                  </a:lnTo>
                  <a:lnTo>
                    <a:pt x="3437" y="14326"/>
                  </a:lnTo>
                  <a:lnTo>
                    <a:pt x="3785" y="14519"/>
                  </a:lnTo>
                  <a:lnTo>
                    <a:pt x="4093" y="14597"/>
                  </a:lnTo>
                  <a:lnTo>
                    <a:pt x="4518" y="14828"/>
                  </a:lnTo>
                  <a:lnTo>
                    <a:pt x="4943" y="14983"/>
                  </a:lnTo>
                  <a:lnTo>
                    <a:pt x="5406" y="15137"/>
                  </a:lnTo>
                  <a:lnTo>
                    <a:pt x="5870" y="15292"/>
                  </a:lnTo>
                  <a:lnTo>
                    <a:pt x="6333" y="15369"/>
                  </a:lnTo>
                  <a:lnTo>
                    <a:pt x="6797" y="15446"/>
                  </a:lnTo>
                  <a:lnTo>
                    <a:pt x="7260" y="15485"/>
                  </a:lnTo>
                  <a:lnTo>
                    <a:pt x="7723" y="15485"/>
                  </a:lnTo>
                  <a:lnTo>
                    <a:pt x="8225" y="15446"/>
                  </a:lnTo>
                  <a:lnTo>
                    <a:pt x="8689" y="15408"/>
                  </a:lnTo>
                  <a:lnTo>
                    <a:pt x="9152" y="15330"/>
                  </a:lnTo>
                  <a:lnTo>
                    <a:pt x="9615" y="15215"/>
                  </a:lnTo>
                  <a:lnTo>
                    <a:pt x="10079" y="15060"/>
                  </a:lnTo>
                  <a:lnTo>
                    <a:pt x="10504" y="14906"/>
                  </a:lnTo>
                  <a:lnTo>
                    <a:pt x="10928" y="14674"/>
                  </a:lnTo>
                  <a:lnTo>
                    <a:pt x="11353" y="14442"/>
                  </a:lnTo>
                  <a:lnTo>
                    <a:pt x="11855" y="14133"/>
                  </a:lnTo>
                  <a:lnTo>
                    <a:pt x="12318" y="13786"/>
                  </a:lnTo>
                  <a:lnTo>
                    <a:pt x="12705" y="13400"/>
                  </a:lnTo>
                  <a:lnTo>
                    <a:pt x="13091" y="12975"/>
                  </a:lnTo>
                  <a:lnTo>
                    <a:pt x="13438" y="12550"/>
                  </a:lnTo>
                  <a:lnTo>
                    <a:pt x="13747" y="12048"/>
                  </a:lnTo>
                  <a:lnTo>
                    <a:pt x="14056" y="11585"/>
                  </a:lnTo>
                  <a:lnTo>
                    <a:pt x="14288" y="11044"/>
                  </a:lnTo>
                  <a:lnTo>
                    <a:pt x="14481" y="10542"/>
                  </a:lnTo>
                  <a:lnTo>
                    <a:pt x="14674" y="10002"/>
                  </a:lnTo>
                  <a:lnTo>
                    <a:pt x="14790" y="9422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4983" y="7723"/>
                  </a:lnTo>
                  <a:lnTo>
                    <a:pt x="14983" y="7144"/>
                  </a:lnTo>
                  <a:lnTo>
                    <a:pt x="14906" y="6603"/>
                  </a:lnTo>
                  <a:lnTo>
                    <a:pt x="14828" y="5986"/>
                  </a:lnTo>
                  <a:lnTo>
                    <a:pt x="14674" y="5406"/>
                  </a:lnTo>
                  <a:lnTo>
                    <a:pt x="14481" y="4827"/>
                  </a:lnTo>
                  <a:lnTo>
                    <a:pt x="14249" y="4287"/>
                  </a:lnTo>
                  <a:lnTo>
                    <a:pt x="13979" y="3746"/>
                  </a:lnTo>
                  <a:lnTo>
                    <a:pt x="13631" y="3244"/>
                  </a:lnTo>
                  <a:lnTo>
                    <a:pt x="13284" y="2742"/>
                  </a:lnTo>
                  <a:lnTo>
                    <a:pt x="12898" y="2317"/>
                  </a:lnTo>
                  <a:lnTo>
                    <a:pt x="12512" y="1892"/>
                  </a:lnTo>
                  <a:lnTo>
                    <a:pt x="12048" y="1506"/>
                  </a:lnTo>
                  <a:lnTo>
                    <a:pt x="11546" y="1197"/>
                  </a:lnTo>
                  <a:lnTo>
                    <a:pt x="11044" y="888"/>
                  </a:lnTo>
                  <a:lnTo>
                    <a:pt x="10504" y="618"/>
                  </a:lnTo>
                  <a:lnTo>
                    <a:pt x="9963" y="386"/>
                  </a:lnTo>
                  <a:lnTo>
                    <a:pt x="9345" y="232"/>
                  </a:lnTo>
                  <a:lnTo>
                    <a:pt x="8766" y="116"/>
                  </a:lnTo>
                  <a:lnTo>
                    <a:pt x="8148" y="39"/>
                  </a:lnTo>
                  <a:lnTo>
                    <a:pt x="756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3"/>
            <p:cNvSpPr/>
            <p:nvPr/>
          </p:nvSpPr>
          <p:spPr>
            <a:xfrm>
              <a:off x="6509175" y="1566300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8" y="5870"/>
                  </a:lnTo>
                  <a:lnTo>
                    <a:pt x="7491" y="6024"/>
                  </a:lnTo>
                  <a:lnTo>
                    <a:pt x="7530" y="6140"/>
                  </a:lnTo>
                  <a:lnTo>
                    <a:pt x="7569" y="6256"/>
                  </a:lnTo>
                  <a:lnTo>
                    <a:pt x="7607" y="6372"/>
                  </a:lnTo>
                  <a:lnTo>
                    <a:pt x="7569" y="6488"/>
                  </a:lnTo>
                  <a:lnTo>
                    <a:pt x="7530" y="6565"/>
                  </a:lnTo>
                  <a:lnTo>
                    <a:pt x="7491" y="6681"/>
                  </a:lnTo>
                  <a:lnTo>
                    <a:pt x="7337" y="6796"/>
                  </a:lnTo>
                  <a:lnTo>
                    <a:pt x="7105" y="6912"/>
                  </a:lnTo>
                  <a:lnTo>
                    <a:pt x="6912" y="6912"/>
                  </a:lnTo>
                  <a:lnTo>
                    <a:pt x="6719" y="6835"/>
                  </a:lnTo>
                  <a:lnTo>
                    <a:pt x="6565" y="6681"/>
                  </a:lnTo>
                  <a:lnTo>
                    <a:pt x="6487" y="6488"/>
                  </a:lnTo>
                  <a:lnTo>
                    <a:pt x="6487" y="6294"/>
                  </a:lnTo>
                  <a:lnTo>
                    <a:pt x="6526" y="6101"/>
                  </a:lnTo>
                  <a:lnTo>
                    <a:pt x="6642" y="5908"/>
                  </a:lnTo>
                  <a:lnTo>
                    <a:pt x="6796" y="5754"/>
                  </a:lnTo>
                  <a:close/>
                  <a:moveTo>
                    <a:pt x="232" y="0"/>
                  </a:moveTo>
                  <a:lnTo>
                    <a:pt x="155" y="39"/>
                  </a:lnTo>
                  <a:lnTo>
                    <a:pt x="77" y="39"/>
                  </a:lnTo>
                  <a:lnTo>
                    <a:pt x="39" y="116"/>
                  </a:lnTo>
                  <a:lnTo>
                    <a:pt x="0" y="232"/>
                  </a:lnTo>
                  <a:lnTo>
                    <a:pt x="0" y="309"/>
                  </a:lnTo>
                  <a:lnTo>
                    <a:pt x="39" y="386"/>
                  </a:lnTo>
                  <a:lnTo>
                    <a:pt x="425" y="773"/>
                  </a:lnTo>
                  <a:lnTo>
                    <a:pt x="811" y="1120"/>
                  </a:lnTo>
                  <a:lnTo>
                    <a:pt x="1622" y="1777"/>
                  </a:lnTo>
                  <a:lnTo>
                    <a:pt x="3398" y="3205"/>
                  </a:lnTo>
                  <a:lnTo>
                    <a:pt x="4866" y="4441"/>
                  </a:lnTo>
                  <a:lnTo>
                    <a:pt x="5638" y="5020"/>
                  </a:lnTo>
                  <a:lnTo>
                    <a:pt x="6410" y="5599"/>
                  </a:lnTo>
                  <a:lnTo>
                    <a:pt x="6294" y="5677"/>
                  </a:lnTo>
                  <a:lnTo>
                    <a:pt x="6217" y="5792"/>
                  </a:lnTo>
                  <a:lnTo>
                    <a:pt x="6101" y="6101"/>
                  </a:lnTo>
                  <a:lnTo>
                    <a:pt x="6063" y="6410"/>
                  </a:lnTo>
                  <a:lnTo>
                    <a:pt x="6101" y="6681"/>
                  </a:lnTo>
                  <a:lnTo>
                    <a:pt x="6179" y="6835"/>
                  </a:lnTo>
                  <a:lnTo>
                    <a:pt x="6294" y="6990"/>
                  </a:lnTo>
                  <a:lnTo>
                    <a:pt x="6410" y="7144"/>
                  </a:lnTo>
                  <a:lnTo>
                    <a:pt x="6565" y="7221"/>
                  </a:lnTo>
                  <a:lnTo>
                    <a:pt x="6719" y="7298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8"/>
                  </a:lnTo>
                  <a:lnTo>
                    <a:pt x="7453" y="7260"/>
                  </a:lnTo>
                  <a:lnTo>
                    <a:pt x="7607" y="7144"/>
                  </a:lnTo>
                  <a:lnTo>
                    <a:pt x="7723" y="7028"/>
                  </a:lnTo>
                  <a:lnTo>
                    <a:pt x="7839" y="6912"/>
                  </a:lnTo>
                  <a:lnTo>
                    <a:pt x="7955" y="6758"/>
                  </a:lnTo>
                  <a:lnTo>
                    <a:pt x="7993" y="6565"/>
                  </a:lnTo>
                  <a:lnTo>
                    <a:pt x="8032" y="6410"/>
                  </a:lnTo>
                  <a:lnTo>
                    <a:pt x="8032" y="6217"/>
                  </a:lnTo>
                  <a:lnTo>
                    <a:pt x="7955" y="6024"/>
                  </a:lnTo>
                  <a:lnTo>
                    <a:pt x="7839" y="5870"/>
                  </a:lnTo>
                  <a:lnTo>
                    <a:pt x="7723" y="5715"/>
                  </a:lnTo>
                  <a:lnTo>
                    <a:pt x="7569" y="5599"/>
                  </a:lnTo>
                  <a:lnTo>
                    <a:pt x="7414" y="5522"/>
                  </a:lnTo>
                  <a:lnTo>
                    <a:pt x="7221" y="5445"/>
                  </a:lnTo>
                  <a:lnTo>
                    <a:pt x="7028" y="5445"/>
                  </a:lnTo>
                  <a:lnTo>
                    <a:pt x="6835" y="5484"/>
                  </a:lnTo>
                  <a:lnTo>
                    <a:pt x="6024" y="4711"/>
                  </a:lnTo>
                  <a:lnTo>
                    <a:pt x="5213" y="4016"/>
                  </a:lnTo>
                  <a:lnTo>
                    <a:pt x="3514" y="2626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4" y="309"/>
                  </a:lnTo>
                  <a:lnTo>
                    <a:pt x="309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3"/>
            <p:cNvSpPr/>
            <p:nvPr/>
          </p:nvSpPr>
          <p:spPr>
            <a:xfrm>
              <a:off x="2672775" y="1574975"/>
              <a:ext cx="84975" cy="94650"/>
            </a:xfrm>
            <a:custGeom>
              <a:avLst/>
              <a:gdLst/>
              <a:ahLst/>
              <a:cxnLst/>
              <a:rect l="l" t="t" r="r" b="b"/>
              <a:pathLst>
                <a:path w="3399" h="3786" extrusionOk="0">
                  <a:moveTo>
                    <a:pt x="78" y="1"/>
                  </a:moveTo>
                  <a:lnTo>
                    <a:pt x="1" y="78"/>
                  </a:lnTo>
                  <a:lnTo>
                    <a:pt x="1" y="117"/>
                  </a:lnTo>
                  <a:lnTo>
                    <a:pt x="348" y="889"/>
                  </a:lnTo>
                  <a:lnTo>
                    <a:pt x="812" y="1661"/>
                  </a:lnTo>
                  <a:lnTo>
                    <a:pt x="1275" y="2395"/>
                  </a:lnTo>
                  <a:lnTo>
                    <a:pt x="1738" y="3090"/>
                  </a:lnTo>
                  <a:lnTo>
                    <a:pt x="2009" y="3437"/>
                  </a:lnTo>
                  <a:lnTo>
                    <a:pt x="2202" y="3553"/>
                  </a:lnTo>
                  <a:lnTo>
                    <a:pt x="2395" y="3669"/>
                  </a:lnTo>
                  <a:lnTo>
                    <a:pt x="2588" y="3746"/>
                  </a:lnTo>
                  <a:lnTo>
                    <a:pt x="2781" y="3785"/>
                  </a:lnTo>
                  <a:lnTo>
                    <a:pt x="3013" y="3708"/>
                  </a:lnTo>
                  <a:lnTo>
                    <a:pt x="3206" y="3592"/>
                  </a:lnTo>
                  <a:lnTo>
                    <a:pt x="3322" y="3437"/>
                  </a:lnTo>
                  <a:lnTo>
                    <a:pt x="3399" y="3244"/>
                  </a:lnTo>
                  <a:lnTo>
                    <a:pt x="3399" y="3090"/>
                  </a:lnTo>
                  <a:lnTo>
                    <a:pt x="3399" y="2897"/>
                  </a:lnTo>
                  <a:lnTo>
                    <a:pt x="3360" y="2704"/>
                  </a:lnTo>
                  <a:lnTo>
                    <a:pt x="3283" y="2511"/>
                  </a:lnTo>
                  <a:lnTo>
                    <a:pt x="3128" y="2163"/>
                  </a:lnTo>
                  <a:lnTo>
                    <a:pt x="2935" y="2240"/>
                  </a:lnTo>
                  <a:lnTo>
                    <a:pt x="3051" y="2588"/>
                  </a:lnTo>
                  <a:lnTo>
                    <a:pt x="3090" y="2742"/>
                  </a:lnTo>
                  <a:lnTo>
                    <a:pt x="3128" y="2858"/>
                  </a:lnTo>
                  <a:lnTo>
                    <a:pt x="2897" y="3013"/>
                  </a:lnTo>
                  <a:lnTo>
                    <a:pt x="2665" y="3129"/>
                  </a:lnTo>
                  <a:lnTo>
                    <a:pt x="2511" y="3206"/>
                  </a:lnTo>
                  <a:lnTo>
                    <a:pt x="2318" y="3206"/>
                  </a:lnTo>
                  <a:lnTo>
                    <a:pt x="2202" y="3167"/>
                  </a:lnTo>
                  <a:lnTo>
                    <a:pt x="2047" y="3090"/>
                  </a:lnTo>
                  <a:lnTo>
                    <a:pt x="1931" y="2936"/>
                  </a:lnTo>
                  <a:lnTo>
                    <a:pt x="1854" y="2742"/>
                  </a:lnTo>
                  <a:lnTo>
                    <a:pt x="1700" y="2511"/>
                  </a:lnTo>
                  <a:lnTo>
                    <a:pt x="1082" y="1507"/>
                  </a:lnTo>
                  <a:lnTo>
                    <a:pt x="619" y="773"/>
                  </a:lnTo>
                  <a:lnTo>
                    <a:pt x="387" y="387"/>
                  </a:lnTo>
                  <a:lnTo>
                    <a:pt x="117" y="39"/>
                  </a:lnTo>
                  <a:lnTo>
                    <a:pt x="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3"/>
            <p:cNvSpPr/>
            <p:nvPr/>
          </p:nvSpPr>
          <p:spPr>
            <a:xfrm>
              <a:off x="4909550" y="1580775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8" y="5909"/>
                  </a:moveTo>
                  <a:lnTo>
                    <a:pt x="1082" y="5986"/>
                  </a:lnTo>
                  <a:lnTo>
                    <a:pt x="1236" y="6024"/>
                  </a:lnTo>
                  <a:lnTo>
                    <a:pt x="1390" y="6179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0" y="6797"/>
                  </a:lnTo>
                  <a:lnTo>
                    <a:pt x="1236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90"/>
                  </a:lnTo>
                  <a:lnTo>
                    <a:pt x="464" y="6835"/>
                  </a:lnTo>
                  <a:lnTo>
                    <a:pt x="425" y="6719"/>
                  </a:lnTo>
                  <a:lnTo>
                    <a:pt x="386" y="6642"/>
                  </a:lnTo>
                  <a:lnTo>
                    <a:pt x="348" y="6488"/>
                  </a:lnTo>
                  <a:lnTo>
                    <a:pt x="386" y="6372"/>
                  </a:lnTo>
                  <a:lnTo>
                    <a:pt x="425" y="6256"/>
                  </a:lnTo>
                  <a:lnTo>
                    <a:pt x="502" y="6179"/>
                  </a:lnTo>
                  <a:lnTo>
                    <a:pt x="695" y="6024"/>
                  </a:lnTo>
                  <a:lnTo>
                    <a:pt x="888" y="5909"/>
                  </a:lnTo>
                  <a:close/>
                  <a:moveTo>
                    <a:pt x="5908" y="0"/>
                  </a:moveTo>
                  <a:lnTo>
                    <a:pt x="5831" y="39"/>
                  </a:lnTo>
                  <a:lnTo>
                    <a:pt x="5522" y="309"/>
                  </a:lnTo>
                  <a:lnTo>
                    <a:pt x="5175" y="618"/>
                  </a:lnTo>
                  <a:lnTo>
                    <a:pt x="4596" y="1313"/>
                  </a:lnTo>
                  <a:lnTo>
                    <a:pt x="4016" y="2047"/>
                  </a:lnTo>
                  <a:lnTo>
                    <a:pt x="3437" y="2781"/>
                  </a:lnTo>
                  <a:lnTo>
                    <a:pt x="2279" y="4132"/>
                  </a:lnTo>
                  <a:lnTo>
                    <a:pt x="1738" y="4866"/>
                  </a:lnTo>
                  <a:lnTo>
                    <a:pt x="1197" y="5561"/>
                  </a:lnTo>
                  <a:lnTo>
                    <a:pt x="1043" y="5522"/>
                  </a:lnTo>
                  <a:lnTo>
                    <a:pt x="888" y="5522"/>
                  </a:lnTo>
                  <a:lnTo>
                    <a:pt x="773" y="5561"/>
                  </a:lnTo>
                  <a:lnTo>
                    <a:pt x="618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0" y="6333"/>
                  </a:lnTo>
                  <a:lnTo>
                    <a:pt x="0" y="6488"/>
                  </a:lnTo>
                  <a:lnTo>
                    <a:pt x="0" y="6604"/>
                  </a:lnTo>
                  <a:lnTo>
                    <a:pt x="39" y="6797"/>
                  </a:lnTo>
                  <a:lnTo>
                    <a:pt x="116" y="6990"/>
                  </a:lnTo>
                  <a:lnTo>
                    <a:pt x="193" y="7144"/>
                  </a:lnTo>
                  <a:lnTo>
                    <a:pt x="348" y="7260"/>
                  </a:lnTo>
                  <a:lnTo>
                    <a:pt x="502" y="7376"/>
                  </a:lnTo>
                  <a:lnTo>
                    <a:pt x="695" y="7453"/>
                  </a:lnTo>
                  <a:lnTo>
                    <a:pt x="1082" y="7453"/>
                  </a:lnTo>
                  <a:lnTo>
                    <a:pt x="1275" y="7415"/>
                  </a:lnTo>
                  <a:lnTo>
                    <a:pt x="1429" y="7299"/>
                  </a:lnTo>
                  <a:lnTo>
                    <a:pt x="1584" y="7183"/>
                  </a:lnTo>
                  <a:lnTo>
                    <a:pt x="1699" y="7067"/>
                  </a:lnTo>
                  <a:lnTo>
                    <a:pt x="1815" y="6874"/>
                  </a:lnTo>
                  <a:lnTo>
                    <a:pt x="1854" y="6681"/>
                  </a:lnTo>
                  <a:lnTo>
                    <a:pt x="1892" y="6526"/>
                  </a:lnTo>
                  <a:lnTo>
                    <a:pt x="1854" y="6333"/>
                  </a:lnTo>
                  <a:lnTo>
                    <a:pt x="1815" y="6179"/>
                  </a:lnTo>
                  <a:lnTo>
                    <a:pt x="1738" y="6024"/>
                  </a:lnTo>
                  <a:lnTo>
                    <a:pt x="1661" y="5909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2" y="4403"/>
                  </a:lnTo>
                  <a:lnTo>
                    <a:pt x="3939" y="3012"/>
                  </a:lnTo>
                  <a:lnTo>
                    <a:pt x="4480" y="2395"/>
                  </a:lnTo>
                  <a:lnTo>
                    <a:pt x="5098" y="1700"/>
                  </a:lnTo>
                  <a:lnTo>
                    <a:pt x="5638" y="1043"/>
                  </a:lnTo>
                  <a:lnTo>
                    <a:pt x="5908" y="657"/>
                  </a:lnTo>
                  <a:lnTo>
                    <a:pt x="6101" y="309"/>
                  </a:lnTo>
                  <a:lnTo>
                    <a:pt x="6140" y="194"/>
                  </a:lnTo>
                  <a:lnTo>
                    <a:pt x="6063" y="78"/>
                  </a:lnTo>
                  <a:lnTo>
                    <a:pt x="598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3"/>
            <p:cNvSpPr/>
            <p:nvPr/>
          </p:nvSpPr>
          <p:spPr>
            <a:xfrm>
              <a:off x="4655650" y="160877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4"/>
                  </a:lnTo>
                  <a:lnTo>
                    <a:pt x="7531" y="6140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1" y="6565"/>
                  </a:lnTo>
                  <a:lnTo>
                    <a:pt x="7492" y="6681"/>
                  </a:lnTo>
                  <a:lnTo>
                    <a:pt x="7337" y="6796"/>
                  </a:lnTo>
                  <a:lnTo>
                    <a:pt x="7106" y="6912"/>
                  </a:lnTo>
                  <a:lnTo>
                    <a:pt x="6913" y="6912"/>
                  </a:lnTo>
                  <a:lnTo>
                    <a:pt x="6720" y="6835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7" y="6101"/>
                  </a:lnTo>
                  <a:lnTo>
                    <a:pt x="6642" y="5908"/>
                  </a:lnTo>
                  <a:lnTo>
                    <a:pt x="6797" y="5754"/>
                  </a:lnTo>
                  <a:close/>
                  <a:moveTo>
                    <a:pt x="232" y="0"/>
                  </a:moveTo>
                  <a:lnTo>
                    <a:pt x="155" y="39"/>
                  </a:lnTo>
                  <a:lnTo>
                    <a:pt x="78" y="39"/>
                  </a:lnTo>
                  <a:lnTo>
                    <a:pt x="39" y="116"/>
                  </a:lnTo>
                  <a:lnTo>
                    <a:pt x="1" y="232"/>
                  </a:lnTo>
                  <a:lnTo>
                    <a:pt x="1" y="309"/>
                  </a:lnTo>
                  <a:lnTo>
                    <a:pt x="39" y="386"/>
                  </a:lnTo>
                  <a:lnTo>
                    <a:pt x="425" y="773"/>
                  </a:lnTo>
                  <a:lnTo>
                    <a:pt x="812" y="1120"/>
                  </a:lnTo>
                  <a:lnTo>
                    <a:pt x="1622" y="1777"/>
                  </a:lnTo>
                  <a:lnTo>
                    <a:pt x="3399" y="3205"/>
                  </a:lnTo>
                  <a:lnTo>
                    <a:pt x="4866" y="4441"/>
                  </a:lnTo>
                  <a:lnTo>
                    <a:pt x="5638" y="5020"/>
                  </a:lnTo>
                  <a:lnTo>
                    <a:pt x="6411" y="5599"/>
                  </a:lnTo>
                  <a:lnTo>
                    <a:pt x="6295" y="5677"/>
                  </a:lnTo>
                  <a:lnTo>
                    <a:pt x="6218" y="5793"/>
                  </a:lnTo>
                  <a:lnTo>
                    <a:pt x="6102" y="6101"/>
                  </a:lnTo>
                  <a:lnTo>
                    <a:pt x="6063" y="6410"/>
                  </a:lnTo>
                  <a:lnTo>
                    <a:pt x="6102" y="6681"/>
                  </a:lnTo>
                  <a:lnTo>
                    <a:pt x="6179" y="6835"/>
                  </a:lnTo>
                  <a:lnTo>
                    <a:pt x="6295" y="6990"/>
                  </a:lnTo>
                  <a:lnTo>
                    <a:pt x="6411" y="7144"/>
                  </a:lnTo>
                  <a:lnTo>
                    <a:pt x="6565" y="7221"/>
                  </a:lnTo>
                  <a:lnTo>
                    <a:pt x="6720" y="7298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8"/>
                  </a:lnTo>
                  <a:lnTo>
                    <a:pt x="7453" y="7260"/>
                  </a:lnTo>
                  <a:lnTo>
                    <a:pt x="7608" y="7144"/>
                  </a:lnTo>
                  <a:lnTo>
                    <a:pt x="7724" y="7028"/>
                  </a:lnTo>
                  <a:lnTo>
                    <a:pt x="7839" y="6912"/>
                  </a:lnTo>
                  <a:lnTo>
                    <a:pt x="7955" y="6758"/>
                  </a:lnTo>
                  <a:lnTo>
                    <a:pt x="7994" y="6565"/>
                  </a:lnTo>
                  <a:lnTo>
                    <a:pt x="8033" y="6410"/>
                  </a:lnTo>
                  <a:lnTo>
                    <a:pt x="8033" y="6217"/>
                  </a:lnTo>
                  <a:lnTo>
                    <a:pt x="7955" y="6024"/>
                  </a:lnTo>
                  <a:lnTo>
                    <a:pt x="7839" y="5870"/>
                  </a:lnTo>
                  <a:lnTo>
                    <a:pt x="7724" y="5715"/>
                  </a:lnTo>
                  <a:lnTo>
                    <a:pt x="7569" y="5599"/>
                  </a:lnTo>
                  <a:lnTo>
                    <a:pt x="7415" y="5522"/>
                  </a:lnTo>
                  <a:lnTo>
                    <a:pt x="7222" y="5445"/>
                  </a:lnTo>
                  <a:lnTo>
                    <a:pt x="7029" y="5445"/>
                  </a:lnTo>
                  <a:lnTo>
                    <a:pt x="6835" y="5484"/>
                  </a:lnTo>
                  <a:lnTo>
                    <a:pt x="6025" y="4711"/>
                  </a:lnTo>
                  <a:lnTo>
                    <a:pt x="5214" y="4016"/>
                  </a:lnTo>
                  <a:lnTo>
                    <a:pt x="3515" y="2626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4" y="309"/>
                  </a:lnTo>
                  <a:lnTo>
                    <a:pt x="310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3"/>
            <p:cNvSpPr/>
            <p:nvPr/>
          </p:nvSpPr>
          <p:spPr>
            <a:xfrm>
              <a:off x="781625" y="1619400"/>
              <a:ext cx="153500" cy="186325"/>
            </a:xfrm>
            <a:custGeom>
              <a:avLst/>
              <a:gdLst/>
              <a:ahLst/>
              <a:cxnLst/>
              <a:rect l="l" t="t" r="r" b="b"/>
              <a:pathLst>
                <a:path w="6140" h="7453" extrusionOk="0">
                  <a:moveTo>
                    <a:pt x="888" y="5908"/>
                  </a:moveTo>
                  <a:lnTo>
                    <a:pt x="1081" y="5985"/>
                  </a:lnTo>
                  <a:lnTo>
                    <a:pt x="1236" y="6024"/>
                  </a:lnTo>
                  <a:lnTo>
                    <a:pt x="1390" y="6178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0" y="6796"/>
                  </a:lnTo>
                  <a:lnTo>
                    <a:pt x="1236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89"/>
                  </a:lnTo>
                  <a:lnTo>
                    <a:pt x="464" y="6835"/>
                  </a:lnTo>
                  <a:lnTo>
                    <a:pt x="425" y="6719"/>
                  </a:lnTo>
                  <a:lnTo>
                    <a:pt x="386" y="6642"/>
                  </a:lnTo>
                  <a:lnTo>
                    <a:pt x="348" y="6487"/>
                  </a:lnTo>
                  <a:lnTo>
                    <a:pt x="386" y="6371"/>
                  </a:lnTo>
                  <a:lnTo>
                    <a:pt x="425" y="6256"/>
                  </a:lnTo>
                  <a:lnTo>
                    <a:pt x="502" y="6178"/>
                  </a:lnTo>
                  <a:lnTo>
                    <a:pt x="695" y="6024"/>
                  </a:lnTo>
                  <a:lnTo>
                    <a:pt x="888" y="5908"/>
                  </a:lnTo>
                  <a:close/>
                  <a:moveTo>
                    <a:pt x="5908" y="0"/>
                  </a:moveTo>
                  <a:lnTo>
                    <a:pt x="5831" y="39"/>
                  </a:lnTo>
                  <a:lnTo>
                    <a:pt x="5522" y="309"/>
                  </a:lnTo>
                  <a:lnTo>
                    <a:pt x="5175" y="618"/>
                  </a:lnTo>
                  <a:lnTo>
                    <a:pt x="4595" y="1313"/>
                  </a:lnTo>
                  <a:lnTo>
                    <a:pt x="4016" y="2047"/>
                  </a:lnTo>
                  <a:lnTo>
                    <a:pt x="3437" y="2780"/>
                  </a:lnTo>
                  <a:lnTo>
                    <a:pt x="2278" y="4132"/>
                  </a:lnTo>
                  <a:lnTo>
                    <a:pt x="1738" y="4866"/>
                  </a:lnTo>
                  <a:lnTo>
                    <a:pt x="1197" y="5561"/>
                  </a:lnTo>
                  <a:lnTo>
                    <a:pt x="1043" y="5522"/>
                  </a:lnTo>
                  <a:lnTo>
                    <a:pt x="888" y="5522"/>
                  </a:lnTo>
                  <a:lnTo>
                    <a:pt x="772" y="5561"/>
                  </a:lnTo>
                  <a:lnTo>
                    <a:pt x="618" y="5599"/>
                  </a:lnTo>
                  <a:lnTo>
                    <a:pt x="541" y="5676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0" y="6333"/>
                  </a:lnTo>
                  <a:lnTo>
                    <a:pt x="0" y="6487"/>
                  </a:lnTo>
                  <a:lnTo>
                    <a:pt x="0" y="6603"/>
                  </a:lnTo>
                  <a:lnTo>
                    <a:pt x="39" y="6796"/>
                  </a:lnTo>
                  <a:lnTo>
                    <a:pt x="116" y="6989"/>
                  </a:lnTo>
                  <a:lnTo>
                    <a:pt x="193" y="7144"/>
                  </a:lnTo>
                  <a:lnTo>
                    <a:pt x="348" y="7260"/>
                  </a:lnTo>
                  <a:lnTo>
                    <a:pt x="502" y="7375"/>
                  </a:lnTo>
                  <a:lnTo>
                    <a:pt x="695" y="7453"/>
                  </a:lnTo>
                  <a:lnTo>
                    <a:pt x="1081" y="7453"/>
                  </a:lnTo>
                  <a:lnTo>
                    <a:pt x="1274" y="7414"/>
                  </a:lnTo>
                  <a:lnTo>
                    <a:pt x="1429" y="7298"/>
                  </a:lnTo>
                  <a:lnTo>
                    <a:pt x="1583" y="7182"/>
                  </a:lnTo>
                  <a:lnTo>
                    <a:pt x="1699" y="7067"/>
                  </a:lnTo>
                  <a:lnTo>
                    <a:pt x="1815" y="6873"/>
                  </a:lnTo>
                  <a:lnTo>
                    <a:pt x="1854" y="6680"/>
                  </a:lnTo>
                  <a:lnTo>
                    <a:pt x="1892" y="6526"/>
                  </a:lnTo>
                  <a:lnTo>
                    <a:pt x="1854" y="6333"/>
                  </a:lnTo>
                  <a:lnTo>
                    <a:pt x="1815" y="6178"/>
                  </a:lnTo>
                  <a:lnTo>
                    <a:pt x="1738" y="6024"/>
                  </a:lnTo>
                  <a:lnTo>
                    <a:pt x="1661" y="5908"/>
                  </a:lnTo>
                  <a:lnTo>
                    <a:pt x="1545" y="5792"/>
                  </a:lnTo>
                  <a:lnTo>
                    <a:pt x="2163" y="5097"/>
                  </a:lnTo>
                  <a:lnTo>
                    <a:pt x="2742" y="4402"/>
                  </a:lnTo>
                  <a:lnTo>
                    <a:pt x="3939" y="3012"/>
                  </a:lnTo>
                  <a:lnTo>
                    <a:pt x="4479" y="2394"/>
                  </a:lnTo>
                  <a:lnTo>
                    <a:pt x="5097" y="1699"/>
                  </a:lnTo>
                  <a:lnTo>
                    <a:pt x="5638" y="1043"/>
                  </a:lnTo>
                  <a:lnTo>
                    <a:pt x="5908" y="657"/>
                  </a:lnTo>
                  <a:lnTo>
                    <a:pt x="6101" y="309"/>
                  </a:lnTo>
                  <a:lnTo>
                    <a:pt x="6140" y="193"/>
                  </a:lnTo>
                  <a:lnTo>
                    <a:pt x="6063" y="77"/>
                  </a:lnTo>
                  <a:lnTo>
                    <a:pt x="598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3"/>
            <p:cNvSpPr/>
            <p:nvPr/>
          </p:nvSpPr>
          <p:spPr>
            <a:xfrm>
              <a:off x="1926550" y="1629050"/>
              <a:ext cx="67600" cy="76275"/>
            </a:xfrm>
            <a:custGeom>
              <a:avLst/>
              <a:gdLst/>
              <a:ahLst/>
              <a:cxnLst/>
              <a:rect l="l" t="t" r="r" b="b"/>
              <a:pathLst>
                <a:path w="2704" h="3051" extrusionOk="0">
                  <a:moveTo>
                    <a:pt x="1159" y="425"/>
                  </a:moveTo>
                  <a:lnTo>
                    <a:pt x="1429" y="502"/>
                  </a:lnTo>
                  <a:lnTo>
                    <a:pt x="1661" y="618"/>
                  </a:lnTo>
                  <a:lnTo>
                    <a:pt x="1854" y="773"/>
                  </a:lnTo>
                  <a:lnTo>
                    <a:pt x="2008" y="966"/>
                  </a:lnTo>
                  <a:lnTo>
                    <a:pt x="2124" y="1120"/>
                  </a:lnTo>
                  <a:lnTo>
                    <a:pt x="2201" y="1313"/>
                  </a:lnTo>
                  <a:lnTo>
                    <a:pt x="2317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1" y="2394"/>
                  </a:lnTo>
                  <a:lnTo>
                    <a:pt x="2047" y="2278"/>
                  </a:lnTo>
                  <a:lnTo>
                    <a:pt x="1622" y="2047"/>
                  </a:lnTo>
                  <a:lnTo>
                    <a:pt x="1236" y="1892"/>
                  </a:lnTo>
                  <a:lnTo>
                    <a:pt x="1004" y="1776"/>
                  </a:lnTo>
                  <a:lnTo>
                    <a:pt x="811" y="1661"/>
                  </a:lnTo>
                  <a:lnTo>
                    <a:pt x="618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1"/>
                  </a:lnTo>
                  <a:lnTo>
                    <a:pt x="541" y="657"/>
                  </a:lnTo>
                  <a:lnTo>
                    <a:pt x="618" y="579"/>
                  </a:lnTo>
                  <a:lnTo>
                    <a:pt x="695" y="502"/>
                  </a:lnTo>
                  <a:lnTo>
                    <a:pt x="811" y="464"/>
                  </a:lnTo>
                  <a:lnTo>
                    <a:pt x="927" y="425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1"/>
                  </a:lnTo>
                  <a:lnTo>
                    <a:pt x="193" y="425"/>
                  </a:lnTo>
                  <a:lnTo>
                    <a:pt x="78" y="618"/>
                  </a:lnTo>
                  <a:lnTo>
                    <a:pt x="0" y="811"/>
                  </a:lnTo>
                  <a:lnTo>
                    <a:pt x="0" y="1004"/>
                  </a:lnTo>
                  <a:lnTo>
                    <a:pt x="0" y="1236"/>
                  </a:lnTo>
                  <a:lnTo>
                    <a:pt x="39" y="1429"/>
                  </a:lnTo>
                  <a:lnTo>
                    <a:pt x="155" y="1622"/>
                  </a:lnTo>
                  <a:lnTo>
                    <a:pt x="387" y="1854"/>
                  </a:lnTo>
                  <a:lnTo>
                    <a:pt x="618" y="2047"/>
                  </a:lnTo>
                  <a:lnTo>
                    <a:pt x="889" y="2201"/>
                  </a:lnTo>
                  <a:lnTo>
                    <a:pt x="1197" y="2317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8" y="2742"/>
                  </a:lnTo>
                  <a:lnTo>
                    <a:pt x="2201" y="2974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0" y="3012"/>
                  </a:lnTo>
                  <a:lnTo>
                    <a:pt x="2588" y="2974"/>
                  </a:lnTo>
                  <a:lnTo>
                    <a:pt x="2626" y="2896"/>
                  </a:lnTo>
                  <a:lnTo>
                    <a:pt x="2703" y="2317"/>
                  </a:lnTo>
                  <a:lnTo>
                    <a:pt x="2703" y="2008"/>
                  </a:lnTo>
                  <a:lnTo>
                    <a:pt x="2703" y="1699"/>
                  </a:lnTo>
                  <a:lnTo>
                    <a:pt x="2626" y="1429"/>
                  </a:lnTo>
                  <a:lnTo>
                    <a:pt x="2549" y="1120"/>
                  </a:lnTo>
                  <a:lnTo>
                    <a:pt x="2433" y="850"/>
                  </a:lnTo>
                  <a:lnTo>
                    <a:pt x="2279" y="579"/>
                  </a:lnTo>
                  <a:lnTo>
                    <a:pt x="2124" y="425"/>
                  </a:lnTo>
                  <a:lnTo>
                    <a:pt x="1931" y="271"/>
                  </a:lnTo>
                  <a:lnTo>
                    <a:pt x="1699" y="116"/>
                  </a:lnTo>
                  <a:lnTo>
                    <a:pt x="1506" y="39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3"/>
            <p:cNvSpPr/>
            <p:nvPr/>
          </p:nvSpPr>
          <p:spPr>
            <a:xfrm>
              <a:off x="3904600" y="1635800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0" y="194"/>
                  </a:lnTo>
                  <a:lnTo>
                    <a:pt x="2240" y="309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1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9" y="4866"/>
                  </a:lnTo>
                  <a:lnTo>
                    <a:pt x="888" y="4827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80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3"/>
            <p:cNvSpPr/>
            <p:nvPr/>
          </p:nvSpPr>
          <p:spPr>
            <a:xfrm>
              <a:off x="527725" y="164737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5"/>
                  </a:lnTo>
                  <a:lnTo>
                    <a:pt x="7530" y="6141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0" y="6565"/>
                  </a:lnTo>
                  <a:lnTo>
                    <a:pt x="7492" y="6681"/>
                  </a:lnTo>
                  <a:lnTo>
                    <a:pt x="7337" y="6797"/>
                  </a:lnTo>
                  <a:lnTo>
                    <a:pt x="7106" y="6913"/>
                  </a:lnTo>
                  <a:lnTo>
                    <a:pt x="6913" y="6913"/>
                  </a:lnTo>
                  <a:lnTo>
                    <a:pt x="6719" y="6836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6" y="6102"/>
                  </a:lnTo>
                  <a:lnTo>
                    <a:pt x="6642" y="5909"/>
                  </a:lnTo>
                  <a:lnTo>
                    <a:pt x="6797" y="5754"/>
                  </a:lnTo>
                  <a:close/>
                  <a:moveTo>
                    <a:pt x="232" y="1"/>
                  </a:moveTo>
                  <a:lnTo>
                    <a:pt x="155" y="40"/>
                  </a:lnTo>
                  <a:lnTo>
                    <a:pt x="78" y="40"/>
                  </a:lnTo>
                  <a:lnTo>
                    <a:pt x="39" y="117"/>
                  </a:lnTo>
                  <a:lnTo>
                    <a:pt x="0" y="233"/>
                  </a:lnTo>
                  <a:lnTo>
                    <a:pt x="0" y="310"/>
                  </a:lnTo>
                  <a:lnTo>
                    <a:pt x="39" y="387"/>
                  </a:lnTo>
                  <a:lnTo>
                    <a:pt x="425" y="773"/>
                  </a:lnTo>
                  <a:lnTo>
                    <a:pt x="811" y="1121"/>
                  </a:lnTo>
                  <a:lnTo>
                    <a:pt x="1622" y="1777"/>
                  </a:lnTo>
                  <a:lnTo>
                    <a:pt x="3399" y="3206"/>
                  </a:lnTo>
                  <a:lnTo>
                    <a:pt x="4866" y="4442"/>
                  </a:lnTo>
                  <a:lnTo>
                    <a:pt x="5638" y="5021"/>
                  </a:lnTo>
                  <a:lnTo>
                    <a:pt x="6411" y="5600"/>
                  </a:lnTo>
                  <a:lnTo>
                    <a:pt x="6295" y="5677"/>
                  </a:lnTo>
                  <a:lnTo>
                    <a:pt x="6217" y="5793"/>
                  </a:lnTo>
                  <a:lnTo>
                    <a:pt x="6102" y="6102"/>
                  </a:lnTo>
                  <a:lnTo>
                    <a:pt x="6063" y="6411"/>
                  </a:lnTo>
                  <a:lnTo>
                    <a:pt x="6102" y="6681"/>
                  </a:lnTo>
                  <a:lnTo>
                    <a:pt x="6179" y="6836"/>
                  </a:lnTo>
                  <a:lnTo>
                    <a:pt x="6295" y="6990"/>
                  </a:lnTo>
                  <a:lnTo>
                    <a:pt x="6411" y="7145"/>
                  </a:lnTo>
                  <a:lnTo>
                    <a:pt x="6565" y="7222"/>
                  </a:lnTo>
                  <a:lnTo>
                    <a:pt x="6719" y="7299"/>
                  </a:lnTo>
                  <a:lnTo>
                    <a:pt x="6874" y="7338"/>
                  </a:lnTo>
                  <a:lnTo>
                    <a:pt x="7067" y="7338"/>
                  </a:lnTo>
                  <a:lnTo>
                    <a:pt x="7260" y="7299"/>
                  </a:lnTo>
                  <a:lnTo>
                    <a:pt x="7453" y="7260"/>
                  </a:lnTo>
                  <a:lnTo>
                    <a:pt x="7608" y="7145"/>
                  </a:lnTo>
                  <a:lnTo>
                    <a:pt x="7723" y="7029"/>
                  </a:lnTo>
                  <a:lnTo>
                    <a:pt x="7839" y="6913"/>
                  </a:lnTo>
                  <a:lnTo>
                    <a:pt x="7955" y="6758"/>
                  </a:lnTo>
                  <a:lnTo>
                    <a:pt x="7994" y="6565"/>
                  </a:lnTo>
                  <a:lnTo>
                    <a:pt x="8032" y="6411"/>
                  </a:lnTo>
                  <a:lnTo>
                    <a:pt x="8032" y="6218"/>
                  </a:lnTo>
                  <a:lnTo>
                    <a:pt x="7955" y="6025"/>
                  </a:lnTo>
                  <a:lnTo>
                    <a:pt x="7839" y="5870"/>
                  </a:lnTo>
                  <a:lnTo>
                    <a:pt x="7723" y="5716"/>
                  </a:lnTo>
                  <a:lnTo>
                    <a:pt x="7569" y="5600"/>
                  </a:lnTo>
                  <a:lnTo>
                    <a:pt x="7415" y="5523"/>
                  </a:lnTo>
                  <a:lnTo>
                    <a:pt x="7221" y="5446"/>
                  </a:lnTo>
                  <a:lnTo>
                    <a:pt x="7028" y="5446"/>
                  </a:lnTo>
                  <a:lnTo>
                    <a:pt x="6835" y="5484"/>
                  </a:lnTo>
                  <a:lnTo>
                    <a:pt x="6024" y="4712"/>
                  </a:lnTo>
                  <a:lnTo>
                    <a:pt x="5213" y="4017"/>
                  </a:lnTo>
                  <a:lnTo>
                    <a:pt x="3514" y="2627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9"/>
                  </a:lnTo>
                  <a:lnTo>
                    <a:pt x="734" y="310"/>
                  </a:lnTo>
                  <a:lnTo>
                    <a:pt x="309" y="40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3"/>
            <p:cNvSpPr/>
            <p:nvPr/>
          </p:nvSpPr>
          <p:spPr>
            <a:xfrm>
              <a:off x="5813125" y="1664750"/>
              <a:ext cx="61825" cy="89825"/>
            </a:xfrm>
            <a:custGeom>
              <a:avLst/>
              <a:gdLst/>
              <a:ahLst/>
              <a:cxnLst/>
              <a:rect l="l" t="t" r="r" b="b"/>
              <a:pathLst>
                <a:path w="2473" h="3593" extrusionOk="0">
                  <a:moveTo>
                    <a:pt x="1082" y="1"/>
                  </a:moveTo>
                  <a:lnTo>
                    <a:pt x="1005" y="40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3"/>
                  </a:lnTo>
                  <a:lnTo>
                    <a:pt x="850" y="233"/>
                  </a:lnTo>
                  <a:lnTo>
                    <a:pt x="773" y="271"/>
                  </a:lnTo>
                  <a:lnTo>
                    <a:pt x="735" y="348"/>
                  </a:lnTo>
                  <a:lnTo>
                    <a:pt x="696" y="426"/>
                  </a:lnTo>
                  <a:lnTo>
                    <a:pt x="696" y="503"/>
                  </a:lnTo>
                  <a:lnTo>
                    <a:pt x="735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2"/>
                  </a:lnTo>
                  <a:lnTo>
                    <a:pt x="1275" y="928"/>
                  </a:lnTo>
                  <a:lnTo>
                    <a:pt x="1468" y="1082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2"/>
                  </a:lnTo>
                  <a:lnTo>
                    <a:pt x="1932" y="2163"/>
                  </a:lnTo>
                  <a:lnTo>
                    <a:pt x="1932" y="2434"/>
                  </a:lnTo>
                  <a:lnTo>
                    <a:pt x="1816" y="2743"/>
                  </a:lnTo>
                  <a:lnTo>
                    <a:pt x="1739" y="2858"/>
                  </a:lnTo>
                  <a:lnTo>
                    <a:pt x="1661" y="2974"/>
                  </a:lnTo>
                  <a:lnTo>
                    <a:pt x="1545" y="3052"/>
                  </a:lnTo>
                  <a:lnTo>
                    <a:pt x="1391" y="3129"/>
                  </a:lnTo>
                  <a:lnTo>
                    <a:pt x="1198" y="3129"/>
                  </a:lnTo>
                  <a:lnTo>
                    <a:pt x="1043" y="3090"/>
                  </a:lnTo>
                  <a:lnTo>
                    <a:pt x="928" y="3013"/>
                  </a:lnTo>
                  <a:lnTo>
                    <a:pt x="850" y="2897"/>
                  </a:lnTo>
                  <a:lnTo>
                    <a:pt x="812" y="2743"/>
                  </a:lnTo>
                  <a:lnTo>
                    <a:pt x="850" y="2588"/>
                  </a:lnTo>
                  <a:lnTo>
                    <a:pt x="928" y="2434"/>
                  </a:lnTo>
                  <a:lnTo>
                    <a:pt x="1043" y="2318"/>
                  </a:lnTo>
                  <a:lnTo>
                    <a:pt x="1159" y="2241"/>
                  </a:lnTo>
                  <a:lnTo>
                    <a:pt x="1159" y="2125"/>
                  </a:lnTo>
                  <a:lnTo>
                    <a:pt x="1121" y="2009"/>
                  </a:lnTo>
                  <a:lnTo>
                    <a:pt x="1043" y="1932"/>
                  </a:lnTo>
                  <a:lnTo>
                    <a:pt x="657" y="1623"/>
                  </a:lnTo>
                  <a:lnTo>
                    <a:pt x="426" y="1468"/>
                  </a:lnTo>
                  <a:lnTo>
                    <a:pt x="194" y="1314"/>
                  </a:lnTo>
                  <a:lnTo>
                    <a:pt x="1" y="1623"/>
                  </a:lnTo>
                  <a:lnTo>
                    <a:pt x="271" y="1893"/>
                  </a:lnTo>
                  <a:lnTo>
                    <a:pt x="580" y="2125"/>
                  </a:lnTo>
                  <a:lnTo>
                    <a:pt x="426" y="2356"/>
                  </a:lnTo>
                  <a:lnTo>
                    <a:pt x="348" y="2627"/>
                  </a:lnTo>
                  <a:lnTo>
                    <a:pt x="310" y="2897"/>
                  </a:lnTo>
                  <a:lnTo>
                    <a:pt x="348" y="3052"/>
                  </a:lnTo>
                  <a:lnTo>
                    <a:pt x="426" y="3167"/>
                  </a:lnTo>
                  <a:lnTo>
                    <a:pt x="541" y="3322"/>
                  </a:lnTo>
                  <a:lnTo>
                    <a:pt x="696" y="3476"/>
                  </a:lnTo>
                  <a:lnTo>
                    <a:pt x="889" y="3554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4"/>
                  </a:lnTo>
                  <a:lnTo>
                    <a:pt x="1700" y="3515"/>
                  </a:lnTo>
                  <a:lnTo>
                    <a:pt x="1854" y="3399"/>
                  </a:lnTo>
                  <a:lnTo>
                    <a:pt x="2047" y="3245"/>
                  </a:lnTo>
                  <a:lnTo>
                    <a:pt x="2202" y="3052"/>
                  </a:lnTo>
                  <a:lnTo>
                    <a:pt x="2318" y="2858"/>
                  </a:lnTo>
                  <a:lnTo>
                    <a:pt x="2395" y="2665"/>
                  </a:lnTo>
                  <a:lnTo>
                    <a:pt x="2434" y="2472"/>
                  </a:lnTo>
                  <a:lnTo>
                    <a:pt x="2472" y="2241"/>
                  </a:lnTo>
                  <a:lnTo>
                    <a:pt x="2434" y="2009"/>
                  </a:lnTo>
                  <a:lnTo>
                    <a:pt x="2395" y="1816"/>
                  </a:lnTo>
                  <a:lnTo>
                    <a:pt x="2318" y="1584"/>
                  </a:lnTo>
                  <a:lnTo>
                    <a:pt x="2202" y="1391"/>
                  </a:lnTo>
                  <a:lnTo>
                    <a:pt x="1970" y="1005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3"/>
            <p:cNvSpPr/>
            <p:nvPr/>
          </p:nvSpPr>
          <p:spPr>
            <a:xfrm>
              <a:off x="4153650" y="167055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2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40" y="232"/>
                  </a:lnTo>
                  <a:lnTo>
                    <a:pt x="1" y="271"/>
                  </a:lnTo>
                  <a:lnTo>
                    <a:pt x="40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4" y="232"/>
                  </a:lnTo>
                  <a:lnTo>
                    <a:pt x="1005" y="155"/>
                  </a:lnTo>
                  <a:lnTo>
                    <a:pt x="966" y="116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3"/>
            <p:cNvSpPr/>
            <p:nvPr/>
          </p:nvSpPr>
          <p:spPr>
            <a:xfrm>
              <a:off x="4055200" y="1676350"/>
              <a:ext cx="21250" cy="8700"/>
            </a:xfrm>
            <a:custGeom>
              <a:avLst/>
              <a:gdLst/>
              <a:ahLst/>
              <a:cxnLst/>
              <a:rect l="l" t="t" r="r" b="b"/>
              <a:pathLst>
                <a:path w="850" h="348" extrusionOk="0">
                  <a:moveTo>
                    <a:pt x="425" y="0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0" y="193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3"/>
                  </a:lnTo>
                  <a:lnTo>
                    <a:pt x="811" y="78"/>
                  </a:lnTo>
                  <a:lnTo>
                    <a:pt x="73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3"/>
            <p:cNvSpPr/>
            <p:nvPr/>
          </p:nvSpPr>
          <p:spPr>
            <a:xfrm>
              <a:off x="5417325" y="168890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1" y="232"/>
                  </a:lnTo>
                  <a:lnTo>
                    <a:pt x="503" y="966"/>
                  </a:lnTo>
                  <a:lnTo>
                    <a:pt x="1043" y="1622"/>
                  </a:lnTo>
                  <a:lnTo>
                    <a:pt x="1700" y="2279"/>
                  </a:lnTo>
                  <a:lnTo>
                    <a:pt x="2356" y="2858"/>
                  </a:lnTo>
                  <a:lnTo>
                    <a:pt x="3090" y="3398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5" y="4982"/>
                  </a:lnTo>
                  <a:lnTo>
                    <a:pt x="8998" y="4943"/>
                  </a:lnTo>
                  <a:lnTo>
                    <a:pt x="9423" y="4866"/>
                  </a:lnTo>
                  <a:lnTo>
                    <a:pt x="9848" y="4789"/>
                  </a:lnTo>
                  <a:lnTo>
                    <a:pt x="10272" y="4673"/>
                  </a:lnTo>
                  <a:lnTo>
                    <a:pt x="10658" y="4518"/>
                  </a:lnTo>
                  <a:lnTo>
                    <a:pt x="11083" y="4325"/>
                  </a:lnTo>
                  <a:lnTo>
                    <a:pt x="11469" y="4132"/>
                  </a:lnTo>
                  <a:lnTo>
                    <a:pt x="11856" y="3862"/>
                  </a:lnTo>
                  <a:lnTo>
                    <a:pt x="12242" y="3591"/>
                  </a:lnTo>
                  <a:lnTo>
                    <a:pt x="12319" y="3553"/>
                  </a:lnTo>
                  <a:lnTo>
                    <a:pt x="12435" y="3205"/>
                  </a:lnTo>
                  <a:lnTo>
                    <a:pt x="12358" y="3167"/>
                  </a:lnTo>
                  <a:lnTo>
                    <a:pt x="12280" y="3205"/>
                  </a:lnTo>
                  <a:lnTo>
                    <a:pt x="12203" y="3128"/>
                  </a:lnTo>
                  <a:lnTo>
                    <a:pt x="12010" y="3128"/>
                  </a:lnTo>
                  <a:lnTo>
                    <a:pt x="11933" y="3205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6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2" y="4480"/>
                  </a:lnTo>
                  <a:lnTo>
                    <a:pt x="7917" y="4480"/>
                  </a:lnTo>
                  <a:lnTo>
                    <a:pt x="7492" y="4441"/>
                  </a:lnTo>
                  <a:lnTo>
                    <a:pt x="7067" y="4402"/>
                  </a:lnTo>
                  <a:lnTo>
                    <a:pt x="6643" y="4364"/>
                  </a:lnTo>
                  <a:lnTo>
                    <a:pt x="6218" y="4248"/>
                  </a:lnTo>
                  <a:lnTo>
                    <a:pt x="5793" y="4171"/>
                  </a:lnTo>
                  <a:lnTo>
                    <a:pt x="5368" y="4016"/>
                  </a:lnTo>
                  <a:lnTo>
                    <a:pt x="4596" y="3707"/>
                  </a:lnTo>
                  <a:lnTo>
                    <a:pt x="3901" y="3283"/>
                  </a:lnTo>
                  <a:lnTo>
                    <a:pt x="3206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3"/>
            <p:cNvSpPr/>
            <p:nvPr/>
          </p:nvSpPr>
          <p:spPr>
            <a:xfrm>
              <a:off x="5725275" y="1695650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1"/>
                  </a:moveTo>
                  <a:lnTo>
                    <a:pt x="3360" y="78"/>
                  </a:lnTo>
                  <a:lnTo>
                    <a:pt x="3245" y="78"/>
                  </a:lnTo>
                  <a:lnTo>
                    <a:pt x="3013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4" y="1931"/>
                  </a:lnTo>
                  <a:lnTo>
                    <a:pt x="1082" y="2009"/>
                  </a:lnTo>
                  <a:lnTo>
                    <a:pt x="1121" y="2086"/>
                  </a:lnTo>
                  <a:lnTo>
                    <a:pt x="1005" y="2086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2" y="2240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8" y="2588"/>
                  </a:lnTo>
                  <a:lnTo>
                    <a:pt x="1430" y="2704"/>
                  </a:lnTo>
                  <a:lnTo>
                    <a:pt x="1623" y="2820"/>
                  </a:lnTo>
                  <a:lnTo>
                    <a:pt x="1816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5" y="3630"/>
                  </a:lnTo>
                  <a:lnTo>
                    <a:pt x="2125" y="3901"/>
                  </a:lnTo>
                  <a:lnTo>
                    <a:pt x="2086" y="4094"/>
                  </a:lnTo>
                  <a:lnTo>
                    <a:pt x="2009" y="4325"/>
                  </a:lnTo>
                  <a:lnTo>
                    <a:pt x="1893" y="4519"/>
                  </a:lnTo>
                  <a:lnTo>
                    <a:pt x="1739" y="4712"/>
                  </a:lnTo>
                  <a:lnTo>
                    <a:pt x="1545" y="4827"/>
                  </a:lnTo>
                  <a:lnTo>
                    <a:pt x="1314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6"/>
                  </a:lnTo>
                  <a:lnTo>
                    <a:pt x="657" y="4441"/>
                  </a:lnTo>
                  <a:lnTo>
                    <a:pt x="735" y="4287"/>
                  </a:lnTo>
                  <a:lnTo>
                    <a:pt x="812" y="4210"/>
                  </a:lnTo>
                  <a:lnTo>
                    <a:pt x="889" y="4132"/>
                  </a:lnTo>
                  <a:lnTo>
                    <a:pt x="966" y="4094"/>
                  </a:lnTo>
                  <a:lnTo>
                    <a:pt x="1121" y="4094"/>
                  </a:lnTo>
                  <a:lnTo>
                    <a:pt x="1237" y="4017"/>
                  </a:lnTo>
                  <a:lnTo>
                    <a:pt x="1314" y="3901"/>
                  </a:lnTo>
                  <a:lnTo>
                    <a:pt x="1314" y="3785"/>
                  </a:lnTo>
                  <a:lnTo>
                    <a:pt x="1275" y="3708"/>
                  </a:lnTo>
                  <a:lnTo>
                    <a:pt x="1198" y="3669"/>
                  </a:lnTo>
                  <a:lnTo>
                    <a:pt x="117" y="2935"/>
                  </a:lnTo>
                  <a:lnTo>
                    <a:pt x="1" y="3283"/>
                  </a:lnTo>
                  <a:lnTo>
                    <a:pt x="657" y="3785"/>
                  </a:lnTo>
                  <a:lnTo>
                    <a:pt x="503" y="3862"/>
                  </a:lnTo>
                  <a:lnTo>
                    <a:pt x="387" y="3978"/>
                  </a:lnTo>
                  <a:lnTo>
                    <a:pt x="310" y="4094"/>
                  </a:lnTo>
                  <a:lnTo>
                    <a:pt x="233" y="4248"/>
                  </a:lnTo>
                  <a:lnTo>
                    <a:pt x="194" y="4403"/>
                  </a:lnTo>
                  <a:lnTo>
                    <a:pt x="194" y="4557"/>
                  </a:lnTo>
                  <a:lnTo>
                    <a:pt x="194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2" y="5252"/>
                  </a:lnTo>
                  <a:lnTo>
                    <a:pt x="735" y="5368"/>
                  </a:lnTo>
                  <a:lnTo>
                    <a:pt x="966" y="5407"/>
                  </a:lnTo>
                  <a:lnTo>
                    <a:pt x="1198" y="5407"/>
                  </a:lnTo>
                  <a:lnTo>
                    <a:pt x="1430" y="5368"/>
                  </a:lnTo>
                  <a:lnTo>
                    <a:pt x="1623" y="5329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1" y="4827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6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472"/>
                  </a:lnTo>
                  <a:lnTo>
                    <a:pt x="1739" y="2356"/>
                  </a:lnTo>
                  <a:lnTo>
                    <a:pt x="1507" y="2202"/>
                  </a:lnTo>
                  <a:lnTo>
                    <a:pt x="1275" y="2124"/>
                  </a:lnTo>
                  <a:lnTo>
                    <a:pt x="1623" y="1970"/>
                  </a:lnTo>
                  <a:lnTo>
                    <a:pt x="1932" y="1816"/>
                  </a:lnTo>
                  <a:lnTo>
                    <a:pt x="2241" y="1622"/>
                  </a:lnTo>
                  <a:lnTo>
                    <a:pt x="2549" y="1391"/>
                  </a:lnTo>
                  <a:lnTo>
                    <a:pt x="2820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8" y="541"/>
                  </a:lnTo>
                  <a:lnTo>
                    <a:pt x="3515" y="387"/>
                  </a:lnTo>
                  <a:lnTo>
                    <a:pt x="3708" y="78"/>
                  </a:lnTo>
                  <a:lnTo>
                    <a:pt x="351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3"/>
            <p:cNvSpPr/>
            <p:nvPr/>
          </p:nvSpPr>
          <p:spPr>
            <a:xfrm>
              <a:off x="1994125" y="1698550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313" y="387"/>
                  </a:moveTo>
                  <a:lnTo>
                    <a:pt x="1506" y="464"/>
                  </a:lnTo>
                  <a:lnTo>
                    <a:pt x="1661" y="580"/>
                  </a:lnTo>
                  <a:lnTo>
                    <a:pt x="1777" y="734"/>
                  </a:lnTo>
                  <a:lnTo>
                    <a:pt x="1777" y="889"/>
                  </a:lnTo>
                  <a:lnTo>
                    <a:pt x="1777" y="927"/>
                  </a:lnTo>
                  <a:lnTo>
                    <a:pt x="1738" y="1004"/>
                  </a:lnTo>
                  <a:lnTo>
                    <a:pt x="1661" y="1043"/>
                  </a:lnTo>
                  <a:lnTo>
                    <a:pt x="1584" y="1082"/>
                  </a:lnTo>
                  <a:lnTo>
                    <a:pt x="1275" y="1120"/>
                  </a:lnTo>
                  <a:lnTo>
                    <a:pt x="927" y="1120"/>
                  </a:lnTo>
                  <a:lnTo>
                    <a:pt x="618" y="1159"/>
                  </a:lnTo>
                  <a:lnTo>
                    <a:pt x="464" y="1198"/>
                  </a:lnTo>
                  <a:lnTo>
                    <a:pt x="348" y="1275"/>
                  </a:lnTo>
                  <a:lnTo>
                    <a:pt x="348" y="1120"/>
                  </a:lnTo>
                  <a:lnTo>
                    <a:pt x="348" y="1004"/>
                  </a:lnTo>
                  <a:lnTo>
                    <a:pt x="387" y="850"/>
                  </a:lnTo>
                  <a:lnTo>
                    <a:pt x="464" y="734"/>
                  </a:lnTo>
                  <a:lnTo>
                    <a:pt x="580" y="618"/>
                  </a:lnTo>
                  <a:lnTo>
                    <a:pt x="657" y="502"/>
                  </a:lnTo>
                  <a:lnTo>
                    <a:pt x="811" y="425"/>
                  </a:lnTo>
                  <a:lnTo>
                    <a:pt x="966" y="387"/>
                  </a:lnTo>
                  <a:close/>
                  <a:moveTo>
                    <a:pt x="1004" y="0"/>
                  </a:moveTo>
                  <a:lnTo>
                    <a:pt x="811" y="39"/>
                  </a:lnTo>
                  <a:lnTo>
                    <a:pt x="618" y="116"/>
                  </a:lnTo>
                  <a:lnTo>
                    <a:pt x="425" y="232"/>
                  </a:lnTo>
                  <a:lnTo>
                    <a:pt x="271" y="348"/>
                  </a:lnTo>
                  <a:lnTo>
                    <a:pt x="155" y="502"/>
                  </a:lnTo>
                  <a:lnTo>
                    <a:pt x="78" y="696"/>
                  </a:lnTo>
                  <a:lnTo>
                    <a:pt x="39" y="889"/>
                  </a:lnTo>
                  <a:lnTo>
                    <a:pt x="0" y="1082"/>
                  </a:lnTo>
                  <a:lnTo>
                    <a:pt x="0" y="1275"/>
                  </a:lnTo>
                  <a:lnTo>
                    <a:pt x="39" y="1429"/>
                  </a:lnTo>
                  <a:lnTo>
                    <a:pt x="116" y="1622"/>
                  </a:lnTo>
                  <a:lnTo>
                    <a:pt x="155" y="1738"/>
                  </a:lnTo>
                  <a:lnTo>
                    <a:pt x="232" y="1777"/>
                  </a:lnTo>
                  <a:lnTo>
                    <a:pt x="348" y="1815"/>
                  </a:lnTo>
                  <a:lnTo>
                    <a:pt x="425" y="1738"/>
                  </a:lnTo>
                  <a:lnTo>
                    <a:pt x="580" y="1622"/>
                  </a:lnTo>
                  <a:lnTo>
                    <a:pt x="696" y="1545"/>
                  </a:lnTo>
                  <a:lnTo>
                    <a:pt x="889" y="1506"/>
                  </a:lnTo>
                  <a:lnTo>
                    <a:pt x="1429" y="1506"/>
                  </a:lnTo>
                  <a:lnTo>
                    <a:pt x="1584" y="1468"/>
                  </a:lnTo>
                  <a:lnTo>
                    <a:pt x="1777" y="1429"/>
                  </a:lnTo>
                  <a:lnTo>
                    <a:pt x="1931" y="1352"/>
                  </a:lnTo>
                  <a:lnTo>
                    <a:pt x="2047" y="1236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8"/>
                  </a:lnTo>
                  <a:lnTo>
                    <a:pt x="2086" y="464"/>
                  </a:lnTo>
                  <a:lnTo>
                    <a:pt x="1970" y="309"/>
                  </a:lnTo>
                  <a:lnTo>
                    <a:pt x="1815" y="194"/>
                  </a:lnTo>
                  <a:lnTo>
                    <a:pt x="1622" y="78"/>
                  </a:lnTo>
                  <a:lnTo>
                    <a:pt x="142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3"/>
            <p:cNvSpPr/>
            <p:nvPr/>
          </p:nvSpPr>
          <p:spPr>
            <a:xfrm>
              <a:off x="3947075" y="171690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90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90" y="2471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86" y="3244"/>
                  </a:lnTo>
                  <a:lnTo>
                    <a:pt x="1777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3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79"/>
                  </a:lnTo>
                  <a:lnTo>
                    <a:pt x="1584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7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2" y="270"/>
                  </a:lnTo>
                  <a:lnTo>
                    <a:pt x="850" y="386"/>
                  </a:lnTo>
                  <a:lnTo>
                    <a:pt x="618" y="579"/>
                  </a:lnTo>
                  <a:lnTo>
                    <a:pt x="425" y="772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8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1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6" y="2780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3"/>
                  </a:lnTo>
                  <a:lnTo>
                    <a:pt x="3669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7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3"/>
            <p:cNvSpPr/>
            <p:nvPr/>
          </p:nvSpPr>
          <p:spPr>
            <a:xfrm>
              <a:off x="2585900" y="1732325"/>
              <a:ext cx="305075" cy="236550"/>
            </a:xfrm>
            <a:custGeom>
              <a:avLst/>
              <a:gdLst/>
              <a:ahLst/>
              <a:cxnLst/>
              <a:rect l="l" t="t" r="r" b="b"/>
              <a:pathLst>
                <a:path w="12203" h="9462" extrusionOk="0">
                  <a:moveTo>
                    <a:pt x="5329" y="349"/>
                  </a:moveTo>
                  <a:lnTo>
                    <a:pt x="5522" y="426"/>
                  </a:lnTo>
                  <a:lnTo>
                    <a:pt x="5600" y="426"/>
                  </a:lnTo>
                  <a:lnTo>
                    <a:pt x="5831" y="657"/>
                  </a:lnTo>
                  <a:lnTo>
                    <a:pt x="5986" y="889"/>
                  </a:lnTo>
                  <a:lnTo>
                    <a:pt x="6063" y="1198"/>
                  </a:lnTo>
                  <a:lnTo>
                    <a:pt x="6102" y="1468"/>
                  </a:lnTo>
                  <a:lnTo>
                    <a:pt x="6140" y="1777"/>
                  </a:lnTo>
                  <a:lnTo>
                    <a:pt x="6102" y="2086"/>
                  </a:lnTo>
                  <a:lnTo>
                    <a:pt x="6024" y="2704"/>
                  </a:lnTo>
                  <a:lnTo>
                    <a:pt x="5715" y="4866"/>
                  </a:lnTo>
                  <a:lnTo>
                    <a:pt x="5715" y="4905"/>
                  </a:lnTo>
                  <a:lnTo>
                    <a:pt x="5561" y="4982"/>
                  </a:lnTo>
                  <a:lnTo>
                    <a:pt x="5291" y="4017"/>
                  </a:lnTo>
                  <a:lnTo>
                    <a:pt x="5020" y="3090"/>
                  </a:lnTo>
                  <a:lnTo>
                    <a:pt x="4750" y="1970"/>
                  </a:lnTo>
                  <a:lnTo>
                    <a:pt x="4673" y="1468"/>
                  </a:lnTo>
                  <a:lnTo>
                    <a:pt x="4673" y="1159"/>
                  </a:lnTo>
                  <a:lnTo>
                    <a:pt x="4673" y="851"/>
                  </a:lnTo>
                  <a:lnTo>
                    <a:pt x="4750" y="619"/>
                  </a:lnTo>
                  <a:lnTo>
                    <a:pt x="4827" y="503"/>
                  </a:lnTo>
                  <a:lnTo>
                    <a:pt x="4904" y="426"/>
                  </a:lnTo>
                  <a:lnTo>
                    <a:pt x="5020" y="349"/>
                  </a:lnTo>
                  <a:close/>
                  <a:moveTo>
                    <a:pt x="11199" y="3515"/>
                  </a:moveTo>
                  <a:lnTo>
                    <a:pt x="11315" y="3554"/>
                  </a:lnTo>
                  <a:lnTo>
                    <a:pt x="11392" y="3592"/>
                  </a:lnTo>
                  <a:lnTo>
                    <a:pt x="11508" y="3708"/>
                  </a:lnTo>
                  <a:lnTo>
                    <a:pt x="11585" y="3824"/>
                  </a:lnTo>
                  <a:lnTo>
                    <a:pt x="11701" y="4133"/>
                  </a:lnTo>
                  <a:lnTo>
                    <a:pt x="11585" y="4287"/>
                  </a:lnTo>
                  <a:lnTo>
                    <a:pt x="11430" y="4403"/>
                  </a:lnTo>
                  <a:lnTo>
                    <a:pt x="11237" y="4519"/>
                  </a:lnTo>
                  <a:lnTo>
                    <a:pt x="11044" y="4596"/>
                  </a:lnTo>
                  <a:lnTo>
                    <a:pt x="10581" y="4751"/>
                  </a:lnTo>
                  <a:lnTo>
                    <a:pt x="10195" y="4866"/>
                  </a:lnTo>
                  <a:lnTo>
                    <a:pt x="9422" y="5021"/>
                  </a:lnTo>
                  <a:lnTo>
                    <a:pt x="8650" y="5137"/>
                  </a:lnTo>
                  <a:lnTo>
                    <a:pt x="7994" y="5175"/>
                  </a:lnTo>
                  <a:lnTo>
                    <a:pt x="7376" y="5175"/>
                  </a:lnTo>
                  <a:lnTo>
                    <a:pt x="6102" y="5137"/>
                  </a:lnTo>
                  <a:lnTo>
                    <a:pt x="7260" y="4673"/>
                  </a:lnTo>
                  <a:lnTo>
                    <a:pt x="8418" y="4249"/>
                  </a:lnTo>
                  <a:lnTo>
                    <a:pt x="9075" y="4017"/>
                  </a:lnTo>
                  <a:lnTo>
                    <a:pt x="9770" y="3824"/>
                  </a:lnTo>
                  <a:lnTo>
                    <a:pt x="10465" y="3631"/>
                  </a:lnTo>
                  <a:lnTo>
                    <a:pt x="10928" y="3554"/>
                  </a:lnTo>
                  <a:lnTo>
                    <a:pt x="11083" y="3515"/>
                  </a:lnTo>
                  <a:close/>
                  <a:moveTo>
                    <a:pt x="5136" y="5909"/>
                  </a:moveTo>
                  <a:lnTo>
                    <a:pt x="4209" y="6797"/>
                  </a:lnTo>
                  <a:lnTo>
                    <a:pt x="3244" y="7685"/>
                  </a:lnTo>
                  <a:lnTo>
                    <a:pt x="2742" y="8110"/>
                  </a:lnTo>
                  <a:lnTo>
                    <a:pt x="2163" y="8535"/>
                  </a:lnTo>
                  <a:lnTo>
                    <a:pt x="1854" y="8728"/>
                  </a:lnTo>
                  <a:lnTo>
                    <a:pt x="1468" y="8921"/>
                  </a:lnTo>
                  <a:lnTo>
                    <a:pt x="1197" y="8998"/>
                  </a:lnTo>
                  <a:lnTo>
                    <a:pt x="1004" y="9037"/>
                  </a:lnTo>
                  <a:lnTo>
                    <a:pt x="888" y="8998"/>
                  </a:lnTo>
                  <a:lnTo>
                    <a:pt x="811" y="8960"/>
                  </a:lnTo>
                  <a:lnTo>
                    <a:pt x="734" y="8844"/>
                  </a:lnTo>
                  <a:lnTo>
                    <a:pt x="695" y="8689"/>
                  </a:lnTo>
                  <a:lnTo>
                    <a:pt x="657" y="8535"/>
                  </a:lnTo>
                  <a:lnTo>
                    <a:pt x="618" y="8419"/>
                  </a:lnTo>
                  <a:lnTo>
                    <a:pt x="657" y="8342"/>
                  </a:lnTo>
                  <a:lnTo>
                    <a:pt x="695" y="8265"/>
                  </a:lnTo>
                  <a:lnTo>
                    <a:pt x="850" y="8110"/>
                  </a:lnTo>
                  <a:lnTo>
                    <a:pt x="1120" y="7956"/>
                  </a:lnTo>
                  <a:lnTo>
                    <a:pt x="1699" y="7608"/>
                  </a:lnTo>
                  <a:lnTo>
                    <a:pt x="2472" y="7222"/>
                  </a:lnTo>
                  <a:lnTo>
                    <a:pt x="3244" y="6874"/>
                  </a:lnTo>
                  <a:lnTo>
                    <a:pt x="4209" y="6411"/>
                  </a:lnTo>
                  <a:lnTo>
                    <a:pt x="4673" y="6179"/>
                  </a:lnTo>
                  <a:lnTo>
                    <a:pt x="5136" y="5909"/>
                  </a:lnTo>
                  <a:close/>
                  <a:moveTo>
                    <a:pt x="5136" y="1"/>
                  </a:moveTo>
                  <a:lnTo>
                    <a:pt x="4943" y="78"/>
                  </a:lnTo>
                  <a:lnTo>
                    <a:pt x="4750" y="194"/>
                  </a:lnTo>
                  <a:lnTo>
                    <a:pt x="4596" y="387"/>
                  </a:lnTo>
                  <a:lnTo>
                    <a:pt x="4441" y="580"/>
                  </a:lnTo>
                  <a:lnTo>
                    <a:pt x="4364" y="812"/>
                  </a:lnTo>
                  <a:lnTo>
                    <a:pt x="4325" y="1044"/>
                  </a:lnTo>
                  <a:lnTo>
                    <a:pt x="4325" y="1507"/>
                  </a:lnTo>
                  <a:lnTo>
                    <a:pt x="4402" y="1970"/>
                  </a:lnTo>
                  <a:lnTo>
                    <a:pt x="4634" y="2897"/>
                  </a:lnTo>
                  <a:lnTo>
                    <a:pt x="4982" y="4017"/>
                  </a:lnTo>
                  <a:lnTo>
                    <a:pt x="5175" y="4558"/>
                  </a:lnTo>
                  <a:lnTo>
                    <a:pt x="5368" y="5098"/>
                  </a:lnTo>
                  <a:lnTo>
                    <a:pt x="5368" y="5214"/>
                  </a:lnTo>
                  <a:lnTo>
                    <a:pt x="5406" y="5330"/>
                  </a:lnTo>
                  <a:lnTo>
                    <a:pt x="4943" y="5600"/>
                  </a:lnTo>
                  <a:lnTo>
                    <a:pt x="4480" y="5870"/>
                  </a:lnTo>
                  <a:lnTo>
                    <a:pt x="3476" y="6334"/>
                  </a:lnTo>
                  <a:lnTo>
                    <a:pt x="2472" y="6797"/>
                  </a:lnTo>
                  <a:lnTo>
                    <a:pt x="1970" y="7029"/>
                  </a:lnTo>
                  <a:lnTo>
                    <a:pt x="1468" y="7299"/>
                  </a:lnTo>
                  <a:lnTo>
                    <a:pt x="966" y="7608"/>
                  </a:lnTo>
                  <a:lnTo>
                    <a:pt x="657" y="7801"/>
                  </a:lnTo>
                  <a:lnTo>
                    <a:pt x="348" y="8071"/>
                  </a:lnTo>
                  <a:lnTo>
                    <a:pt x="116" y="8342"/>
                  </a:lnTo>
                  <a:lnTo>
                    <a:pt x="39" y="8458"/>
                  </a:lnTo>
                  <a:lnTo>
                    <a:pt x="0" y="8612"/>
                  </a:lnTo>
                  <a:lnTo>
                    <a:pt x="0" y="8767"/>
                  </a:lnTo>
                  <a:lnTo>
                    <a:pt x="0" y="8921"/>
                  </a:lnTo>
                  <a:lnTo>
                    <a:pt x="78" y="9037"/>
                  </a:lnTo>
                  <a:lnTo>
                    <a:pt x="232" y="9191"/>
                  </a:lnTo>
                  <a:lnTo>
                    <a:pt x="348" y="9307"/>
                  </a:lnTo>
                  <a:lnTo>
                    <a:pt x="502" y="9384"/>
                  </a:lnTo>
                  <a:lnTo>
                    <a:pt x="618" y="9423"/>
                  </a:lnTo>
                  <a:lnTo>
                    <a:pt x="773" y="9462"/>
                  </a:lnTo>
                  <a:lnTo>
                    <a:pt x="1120" y="9462"/>
                  </a:lnTo>
                  <a:lnTo>
                    <a:pt x="1429" y="9384"/>
                  </a:lnTo>
                  <a:lnTo>
                    <a:pt x="1738" y="9230"/>
                  </a:lnTo>
                  <a:lnTo>
                    <a:pt x="2047" y="9075"/>
                  </a:lnTo>
                  <a:lnTo>
                    <a:pt x="2588" y="8767"/>
                  </a:lnTo>
                  <a:lnTo>
                    <a:pt x="3476" y="8071"/>
                  </a:lnTo>
                  <a:lnTo>
                    <a:pt x="4287" y="7338"/>
                  </a:lnTo>
                  <a:lnTo>
                    <a:pt x="5098" y="6565"/>
                  </a:lnTo>
                  <a:lnTo>
                    <a:pt x="5445" y="6141"/>
                  </a:lnTo>
                  <a:lnTo>
                    <a:pt x="5793" y="5677"/>
                  </a:lnTo>
                  <a:lnTo>
                    <a:pt x="5793" y="5716"/>
                  </a:lnTo>
                  <a:lnTo>
                    <a:pt x="6063" y="6064"/>
                  </a:lnTo>
                  <a:lnTo>
                    <a:pt x="6217" y="6218"/>
                  </a:lnTo>
                  <a:lnTo>
                    <a:pt x="6372" y="6334"/>
                  </a:lnTo>
                  <a:lnTo>
                    <a:pt x="6603" y="6179"/>
                  </a:lnTo>
                  <a:lnTo>
                    <a:pt x="6603" y="6141"/>
                  </a:lnTo>
                  <a:lnTo>
                    <a:pt x="6333" y="5870"/>
                  </a:lnTo>
                  <a:lnTo>
                    <a:pt x="6217" y="5716"/>
                  </a:lnTo>
                  <a:lnTo>
                    <a:pt x="6179" y="5523"/>
                  </a:lnTo>
                  <a:lnTo>
                    <a:pt x="6140" y="5484"/>
                  </a:lnTo>
                  <a:lnTo>
                    <a:pt x="7028" y="5562"/>
                  </a:lnTo>
                  <a:lnTo>
                    <a:pt x="7955" y="5562"/>
                  </a:lnTo>
                  <a:lnTo>
                    <a:pt x="8882" y="5484"/>
                  </a:lnTo>
                  <a:lnTo>
                    <a:pt x="9770" y="5330"/>
                  </a:lnTo>
                  <a:lnTo>
                    <a:pt x="10465" y="5175"/>
                  </a:lnTo>
                  <a:lnTo>
                    <a:pt x="10890" y="5060"/>
                  </a:lnTo>
                  <a:lnTo>
                    <a:pt x="11315" y="4905"/>
                  </a:lnTo>
                  <a:lnTo>
                    <a:pt x="11701" y="4673"/>
                  </a:lnTo>
                  <a:lnTo>
                    <a:pt x="11894" y="4558"/>
                  </a:lnTo>
                  <a:lnTo>
                    <a:pt x="12010" y="4403"/>
                  </a:lnTo>
                  <a:lnTo>
                    <a:pt x="12125" y="4249"/>
                  </a:lnTo>
                  <a:lnTo>
                    <a:pt x="12164" y="4094"/>
                  </a:lnTo>
                  <a:lnTo>
                    <a:pt x="12203" y="3901"/>
                  </a:lnTo>
                  <a:lnTo>
                    <a:pt x="12164" y="3708"/>
                  </a:lnTo>
                  <a:lnTo>
                    <a:pt x="12125" y="3554"/>
                  </a:lnTo>
                  <a:lnTo>
                    <a:pt x="12010" y="3438"/>
                  </a:lnTo>
                  <a:lnTo>
                    <a:pt x="11932" y="3322"/>
                  </a:lnTo>
                  <a:lnTo>
                    <a:pt x="11817" y="3245"/>
                  </a:lnTo>
                  <a:lnTo>
                    <a:pt x="11662" y="3167"/>
                  </a:lnTo>
                  <a:lnTo>
                    <a:pt x="11508" y="3167"/>
                  </a:lnTo>
                  <a:lnTo>
                    <a:pt x="11199" y="3129"/>
                  </a:lnTo>
                  <a:lnTo>
                    <a:pt x="10851" y="3167"/>
                  </a:lnTo>
                  <a:lnTo>
                    <a:pt x="10504" y="3245"/>
                  </a:lnTo>
                  <a:lnTo>
                    <a:pt x="9924" y="3360"/>
                  </a:lnTo>
                  <a:lnTo>
                    <a:pt x="8959" y="3669"/>
                  </a:lnTo>
                  <a:lnTo>
                    <a:pt x="7994" y="3978"/>
                  </a:lnTo>
                  <a:lnTo>
                    <a:pt x="7028" y="4326"/>
                  </a:lnTo>
                  <a:lnTo>
                    <a:pt x="6102" y="4751"/>
                  </a:lnTo>
                  <a:lnTo>
                    <a:pt x="6333" y="3283"/>
                  </a:lnTo>
                  <a:lnTo>
                    <a:pt x="6449" y="2550"/>
                  </a:lnTo>
                  <a:lnTo>
                    <a:pt x="6488" y="1816"/>
                  </a:lnTo>
                  <a:lnTo>
                    <a:pt x="6488" y="1546"/>
                  </a:lnTo>
                  <a:lnTo>
                    <a:pt x="6449" y="1275"/>
                  </a:lnTo>
                  <a:lnTo>
                    <a:pt x="6372" y="1044"/>
                  </a:lnTo>
                  <a:lnTo>
                    <a:pt x="6295" y="851"/>
                  </a:lnTo>
                  <a:lnTo>
                    <a:pt x="6179" y="619"/>
                  </a:lnTo>
                  <a:lnTo>
                    <a:pt x="6024" y="464"/>
                  </a:lnTo>
                  <a:lnTo>
                    <a:pt x="5831" y="310"/>
                  </a:lnTo>
                  <a:lnTo>
                    <a:pt x="5600" y="155"/>
                  </a:lnTo>
                  <a:lnTo>
                    <a:pt x="5484" y="78"/>
                  </a:lnTo>
                  <a:lnTo>
                    <a:pt x="5368" y="40"/>
                  </a:lnTo>
                  <a:lnTo>
                    <a:pt x="51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3"/>
            <p:cNvSpPr/>
            <p:nvPr/>
          </p:nvSpPr>
          <p:spPr>
            <a:xfrm>
              <a:off x="1851250" y="1767100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0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0"/>
                  </a:lnTo>
                  <a:lnTo>
                    <a:pt x="3862" y="502"/>
                  </a:lnTo>
                  <a:lnTo>
                    <a:pt x="3321" y="772"/>
                  </a:lnTo>
                  <a:lnTo>
                    <a:pt x="2781" y="1081"/>
                  </a:lnTo>
                  <a:lnTo>
                    <a:pt x="2279" y="1429"/>
                  </a:lnTo>
                  <a:lnTo>
                    <a:pt x="1815" y="1854"/>
                  </a:lnTo>
                  <a:lnTo>
                    <a:pt x="1429" y="2278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2" y="3746"/>
                  </a:lnTo>
                  <a:lnTo>
                    <a:pt x="271" y="4248"/>
                  </a:lnTo>
                  <a:lnTo>
                    <a:pt x="116" y="4788"/>
                  </a:lnTo>
                  <a:lnTo>
                    <a:pt x="0" y="5368"/>
                  </a:lnTo>
                  <a:lnTo>
                    <a:pt x="348" y="5406"/>
                  </a:lnTo>
                  <a:lnTo>
                    <a:pt x="464" y="4981"/>
                  </a:lnTo>
                  <a:lnTo>
                    <a:pt x="580" y="4595"/>
                  </a:lnTo>
                  <a:lnTo>
                    <a:pt x="811" y="3977"/>
                  </a:lnTo>
                  <a:lnTo>
                    <a:pt x="1120" y="3398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6"/>
                  </a:lnTo>
                  <a:lnTo>
                    <a:pt x="3399" y="1159"/>
                  </a:lnTo>
                  <a:lnTo>
                    <a:pt x="3978" y="888"/>
                  </a:lnTo>
                  <a:lnTo>
                    <a:pt x="4634" y="657"/>
                  </a:lnTo>
                  <a:lnTo>
                    <a:pt x="5252" y="463"/>
                  </a:lnTo>
                  <a:lnTo>
                    <a:pt x="5909" y="386"/>
                  </a:lnTo>
                  <a:lnTo>
                    <a:pt x="6565" y="386"/>
                  </a:lnTo>
                  <a:lnTo>
                    <a:pt x="7221" y="463"/>
                  </a:lnTo>
                  <a:lnTo>
                    <a:pt x="7878" y="579"/>
                  </a:lnTo>
                  <a:lnTo>
                    <a:pt x="8496" y="811"/>
                  </a:lnTo>
                  <a:lnTo>
                    <a:pt x="9114" y="1081"/>
                  </a:lnTo>
                  <a:lnTo>
                    <a:pt x="9422" y="1274"/>
                  </a:lnTo>
                  <a:lnTo>
                    <a:pt x="9731" y="1506"/>
                  </a:lnTo>
                  <a:lnTo>
                    <a:pt x="10040" y="1699"/>
                  </a:lnTo>
                  <a:lnTo>
                    <a:pt x="10311" y="1931"/>
                  </a:lnTo>
                  <a:lnTo>
                    <a:pt x="10774" y="2471"/>
                  </a:lnTo>
                  <a:lnTo>
                    <a:pt x="11199" y="3012"/>
                  </a:lnTo>
                  <a:lnTo>
                    <a:pt x="11546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4" y="5638"/>
                  </a:lnTo>
                  <a:lnTo>
                    <a:pt x="12628" y="6217"/>
                  </a:lnTo>
                  <a:lnTo>
                    <a:pt x="12859" y="6796"/>
                  </a:lnTo>
                  <a:lnTo>
                    <a:pt x="13129" y="7376"/>
                  </a:lnTo>
                  <a:lnTo>
                    <a:pt x="13438" y="7955"/>
                  </a:lnTo>
                  <a:lnTo>
                    <a:pt x="13825" y="8495"/>
                  </a:lnTo>
                  <a:lnTo>
                    <a:pt x="14249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499"/>
                  </a:lnTo>
                  <a:lnTo>
                    <a:pt x="15292" y="9654"/>
                  </a:lnTo>
                  <a:lnTo>
                    <a:pt x="15755" y="9808"/>
                  </a:lnTo>
                  <a:lnTo>
                    <a:pt x="16219" y="9886"/>
                  </a:lnTo>
                  <a:lnTo>
                    <a:pt x="16721" y="9886"/>
                  </a:lnTo>
                  <a:lnTo>
                    <a:pt x="17184" y="9808"/>
                  </a:lnTo>
                  <a:lnTo>
                    <a:pt x="17609" y="9615"/>
                  </a:lnTo>
                  <a:lnTo>
                    <a:pt x="17841" y="9499"/>
                  </a:lnTo>
                  <a:lnTo>
                    <a:pt x="18034" y="9384"/>
                  </a:lnTo>
                  <a:lnTo>
                    <a:pt x="18188" y="9229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1" y="8611"/>
                  </a:lnTo>
                  <a:lnTo>
                    <a:pt x="18651" y="8534"/>
                  </a:lnTo>
                  <a:lnTo>
                    <a:pt x="18651" y="8457"/>
                  </a:lnTo>
                  <a:lnTo>
                    <a:pt x="18651" y="8380"/>
                  </a:lnTo>
                  <a:lnTo>
                    <a:pt x="18651" y="8341"/>
                  </a:lnTo>
                  <a:lnTo>
                    <a:pt x="18304" y="8341"/>
                  </a:lnTo>
                  <a:lnTo>
                    <a:pt x="18265" y="8418"/>
                  </a:lnTo>
                  <a:lnTo>
                    <a:pt x="18072" y="8727"/>
                  </a:lnTo>
                  <a:lnTo>
                    <a:pt x="17802" y="8997"/>
                  </a:lnTo>
                  <a:lnTo>
                    <a:pt x="17493" y="9190"/>
                  </a:lnTo>
                  <a:lnTo>
                    <a:pt x="17184" y="9345"/>
                  </a:lnTo>
                  <a:lnTo>
                    <a:pt x="16837" y="9422"/>
                  </a:lnTo>
                  <a:lnTo>
                    <a:pt x="16450" y="9461"/>
                  </a:lnTo>
                  <a:lnTo>
                    <a:pt x="16103" y="9422"/>
                  </a:lnTo>
                  <a:lnTo>
                    <a:pt x="15717" y="9345"/>
                  </a:lnTo>
                  <a:lnTo>
                    <a:pt x="15369" y="9190"/>
                  </a:lnTo>
                  <a:lnTo>
                    <a:pt x="15022" y="8997"/>
                  </a:lnTo>
                  <a:lnTo>
                    <a:pt x="14713" y="8766"/>
                  </a:lnTo>
                  <a:lnTo>
                    <a:pt x="14404" y="8495"/>
                  </a:lnTo>
                  <a:lnTo>
                    <a:pt x="14172" y="8186"/>
                  </a:lnTo>
                  <a:lnTo>
                    <a:pt x="13940" y="7839"/>
                  </a:lnTo>
                  <a:lnTo>
                    <a:pt x="13709" y="7530"/>
                  </a:lnTo>
                  <a:lnTo>
                    <a:pt x="13554" y="7182"/>
                  </a:lnTo>
                  <a:lnTo>
                    <a:pt x="13245" y="6526"/>
                  </a:lnTo>
                  <a:lnTo>
                    <a:pt x="12975" y="5831"/>
                  </a:lnTo>
                  <a:lnTo>
                    <a:pt x="12473" y="4479"/>
                  </a:lnTo>
                  <a:lnTo>
                    <a:pt x="12164" y="3823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278"/>
                  </a:lnTo>
                  <a:lnTo>
                    <a:pt x="11006" y="2008"/>
                  </a:lnTo>
                  <a:lnTo>
                    <a:pt x="10542" y="1583"/>
                  </a:lnTo>
                  <a:lnTo>
                    <a:pt x="10079" y="1197"/>
                  </a:lnTo>
                  <a:lnTo>
                    <a:pt x="9577" y="850"/>
                  </a:lnTo>
                  <a:lnTo>
                    <a:pt x="9036" y="579"/>
                  </a:lnTo>
                  <a:lnTo>
                    <a:pt x="8496" y="348"/>
                  </a:lnTo>
                  <a:lnTo>
                    <a:pt x="7916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3"/>
            <p:cNvSpPr/>
            <p:nvPr/>
          </p:nvSpPr>
          <p:spPr>
            <a:xfrm>
              <a:off x="6591225" y="1769975"/>
              <a:ext cx="353350" cy="159325"/>
            </a:xfrm>
            <a:custGeom>
              <a:avLst/>
              <a:gdLst/>
              <a:ahLst/>
              <a:cxnLst/>
              <a:rect l="l" t="t" r="r" b="b"/>
              <a:pathLst>
                <a:path w="14134" h="6373" extrusionOk="0">
                  <a:moveTo>
                    <a:pt x="11160" y="464"/>
                  </a:moveTo>
                  <a:lnTo>
                    <a:pt x="11624" y="503"/>
                  </a:lnTo>
                  <a:lnTo>
                    <a:pt x="12048" y="542"/>
                  </a:lnTo>
                  <a:lnTo>
                    <a:pt x="12434" y="657"/>
                  </a:lnTo>
                  <a:lnTo>
                    <a:pt x="12628" y="735"/>
                  </a:lnTo>
                  <a:lnTo>
                    <a:pt x="12743" y="812"/>
                  </a:lnTo>
                  <a:lnTo>
                    <a:pt x="12859" y="966"/>
                  </a:lnTo>
                  <a:lnTo>
                    <a:pt x="12936" y="1082"/>
                  </a:lnTo>
                  <a:lnTo>
                    <a:pt x="12975" y="1314"/>
                  </a:lnTo>
                  <a:lnTo>
                    <a:pt x="12975" y="1507"/>
                  </a:lnTo>
                  <a:lnTo>
                    <a:pt x="12936" y="1700"/>
                  </a:lnTo>
                  <a:lnTo>
                    <a:pt x="12821" y="1893"/>
                  </a:lnTo>
                  <a:lnTo>
                    <a:pt x="12705" y="2086"/>
                  </a:lnTo>
                  <a:lnTo>
                    <a:pt x="12589" y="2241"/>
                  </a:lnTo>
                  <a:lnTo>
                    <a:pt x="12241" y="2472"/>
                  </a:lnTo>
                  <a:lnTo>
                    <a:pt x="11817" y="2743"/>
                  </a:lnTo>
                  <a:lnTo>
                    <a:pt x="11392" y="2936"/>
                  </a:lnTo>
                  <a:lnTo>
                    <a:pt x="10658" y="3206"/>
                  </a:lnTo>
                  <a:lnTo>
                    <a:pt x="9924" y="3438"/>
                  </a:lnTo>
                  <a:lnTo>
                    <a:pt x="9152" y="3708"/>
                  </a:lnTo>
                  <a:lnTo>
                    <a:pt x="8380" y="3901"/>
                  </a:lnTo>
                  <a:lnTo>
                    <a:pt x="7608" y="4094"/>
                  </a:lnTo>
                  <a:lnTo>
                    <a:pt x="6797" y="4287"/>
                  </a:lnTo>
                  <a:lnTo>
                    <a:pt x="5909" y="4442"/>
                  </a:lnTo>
                  <a:lnTo>
                    <a:pt x="5020" y="4596"/>
                  </a:lnTo>
                  <a:lnTo>
                    <a:pt x="4132" y="4712"/>
                  </a:lnTo>
                  <a:lnTo>
                    <a:pt x="3244" y="4789"/>
                  </a:lnTo>
                  <a:lnTo>
                    <a:pt x="2201" y="4789"/>
                  </a:lnTo>
                  <a:lnTo>
                    <a:pt x="1854" y="4751"/>
                  </a:lnTo>
                  <a:lnTo>
                    <a:pt x="1506" y="4673"/>
                  </a:lnTo>
                  <a:lnTo>
                    <a:pt x="1198" y="4558"/>
                  </a:lnTo>
                  <a:lnTo>
                    <a:pt x="889" y="4442"/>
                  </a:lnTo>
                  <a:lnTo>
                    <a:pt x="580" y="4249"/>
                  </a:lnTo>
                  <a:lnTo>
                    <a:pt x="657" y="4171"/>
                  </a:lnTo>
                  <a:lnTo>
                    <a:pt x="696" y="4056"/>
                  </a:lnTo>
                  <a:lnTo>
                    <a:pt x="696" y="3940"/>
                  </a:lnTo>
                  <a:lnTo>
                    <a:pt x="734" y="3824"/>
                  </a:lnTo>
                  <a:lnTo>
                    <a:pt x="850" y="3631"/>
                  </a:lnTo>
                  <a:lnTo>
                    <a:pt x="1082" y="3438"/>
                  </a:lnTo>
                  <a:lnTo>
                    <a:pt x="1313" y="3245"/>
                  </a:lnTo>
                  <a:lnTo>
                    <a:pt x="1854" y="2936"/>
                  </a:lnTo>
                  <a:lnTo>
                    <a:pt x="2279" y="2704"/>
                  </a:lnTo>
                  <a:lnTo>
                    <a:pt x="3012" y="2356"/>
                  </a:lnTo>
                  <a:lnTo>
                    <a:pt x="3707" y="2009"/>
                  </a:lnTo>
                  <a:lnTo>
                    <a:pt x="4480" y="1700"/>
                  </a:lnTo>
                  <a:lnTo>
                    <a:pt x="5252" y="1430"/>
                  </a:lnTo>
                  <a:lnTo>
                    <a:pt x="6024" y="1198"/>
                  </a:lnTo>
                  <a:lnTo>
                    <a:pt x="6835" y="1005"/>
                  </a:lnTo>
                  <a:lnTo>
                    <a:pt x="7608" y="812"/>
                  </a:lnTo>
                  <a:lnTo>
                    <a:pt x="8418" y="696"/>
                  </a:lnTo>
                  <a:lnTo>
                    <a:pt x="9229" y="580"/>
                  </a:lnTo>
                  <a:lnTo>
                    <a:pt x="10040" y="542"/>
                  </a:lnTo>
                  <a:lnTo>
                    <a:pt x="10735" y="503"/>
                  </a:lnTo>
                  <a:lnTo>
                    <a:pt x="11160" y="464"/>
                  </a:lnTo>
                  <a:close/>
                  <a:moveTo>
                    <a:pt x="13477" y="1121"/>
                  </a:moveTo>
                  <a:lnTo>
                    <a:pt x="13631" y="1314"/>
                  </a:lnTo>
                  <a:lnTo>
                    <a:pt x="13709" y="1507"/>
                  </a:lnTo>
                  <a:lnTo>
                    <a:pt x="13747" y="1739"/>
                  </a:lnTo>
                  <a:lnTo>
                    <a:pt x="13709" y="2009"/>
                  </a:lnTo>
                  <a:lnTo>
                    <a:pt x="13631" y="2241"/>
                  </a:lnTo>
                  <a:lnTo>
                    <a:pt x="13516" y="2472"/>
                  </a:lnTo>
                  <a:lnTo>
                    <a:pt x="13400" y="2704"/>
                  </a:lnTo>
                  <a:lnTo>
                    <a:pt x="13207" y="2897"/>
                  </a:lnTo>
                  <a:lnTo>
                    <a:pt x="12859" y="3206"/>
                  </a:lnTo>
                  <a:lnTo>
                    <a:pt x="12473" y="3438"/>
                  </a:lnTo>
                  <a:lnTo>
                    <a:pt x="12048" y="3669"/>
                  </a:lnTo>
                  <a:lnTo>
                    <a:pt x="11624" y="3901"/>
                  </a:lnTo>
                  <a:lnTo>
                    <a:pt x="10658" y="4287"/>
                  </a:lnTo>
                  <a:lnTo>
                    <a:pt x="9731" y="4635"/>
                  </a:lnTo>
                  <a:lnTo>
                    <a:pt x="8766" y="4905"/>
                  </a:lnTo>
                  <a:lnTo>
                    <a:pt x="7762" y="5175"/>
                  </a:lnTo>
                  <a:lnTo>
                    <a:pt x="6758" y="5407"/>
                  </a:lnTo>
                  <a:lnTo>
                    <a:pt x="5754" y="5600"/>
                  </a:lnTo>
                  <a:lnTo>
                    <a:pt x="4711" y="5793"/>
                  </a:lnTo>
                  <a:lnTo>
                    <a:pt x="3707" y="5909"/>
                  </a:lnTo>
                  <a:lnTo>
                    <a:pt x="2781" y="5986"/>
                  </a:lnTo>
                  <a:lnTo>
                    <a:pt x="2279" y="5986"/>
                  </a:lnTo>
                  <a:lnTo>
                    <a:pt x="1815" y="5948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9"/>
                  </a:lnTo>
                  <a:lnTo>
                    <a:pt x="696" y="5484"/>
                  </a:lnTo>
                  <a:lnTo>
                    <a:pt x="502" y="5253"/>
                  </a:lnTo>
                  <a:lnTo>
                    <a:pt x="348" y="5021"/>
                  </a:lnTo>
                  <a:lnTo>
                    <a:pt x="309" y="4866"/>
                  </a:lnTo>
                  <a:lnTo>
                    <a:pt x="309" y="4751"/>
                  </a:lnTo>
                  <a:lnTo>
                    <a:pt x="309" y="4596"/>
                  </a:lnTo>
                  <a:lnTo>
                    <a:pt x="348" y="4442"/>
                  </a:lnTo>
                  <a:lnTo>
                    <a:pt x="541" y="4673"/>
                  </a:lnTo>
                  <a:lnTo>
                    <a:pt x="811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2" y="5214"/>
                  </a:lnTo>
                  <a:lnTo>
                    <a:pt x="1931" y="5253"/>
                  </a:lnTo>
                  <a:lnTo>
                    <a:pt x="2588" y="5330"/>
                  </a:lnTo>
                  <a:lnTo>
                    <a:pt x="3244" y="5291"/>
                  </a:lnTo>
                  <a:lnTo>
                    <a:pt x="3939" y="5253"/>
                  </a:lnTo>
                  <a:lnTo>
                    <a:pt x="5136" y="5059"/>
                  </a:lnTo>
                  <a:lnTo>
                    <a:pt x="6913" y="4789"/>
                  </a:lnTo>
                  <a:lnTo>
                    <a:pt x="7839" y="4596"/>
                  </a:lnTo>
                  <a:lnTo>
                    <a:pt x="8727" y="4403"/>
                  </a:lnTo>
                  <a:lnTo>
                    <a:pt x="9616" y="4133"/>
                  </a:lnTo>
                  <a:lnTo>
                    <a:pt x="10504" y="3862"/>
                  </a:lnTo>
                  <a:lnTo>
                    <a:pt x="11353" y="3515"/>
                  </a:lnTo>
                  <a:lnTo>
                    <a:pt x="12164" y="3129"/>
                  </a:lnTo>
                  <a:lnTo>
                    <a:pt x="12434" y="2974"/>
                  </a:lnTo>
                  <a:lnTo>
                    <a:pt x="12705" y="2820"/>
                  </a:lnTo>
                  <a:lnTo>
                    <a:pt x="12936" y="2588"/>
                  </a:lnTo>
                  <a:lnTo>
                    <a:pt x="13129" y="2395"/>
                  </a:lnTo>
                  <a:lnTo>
                    <a:pt x="13323" y="2125"/>
                  </a:lnTo>
                  <a:lnTo>
                    <a:pt x="13438" y="1854"/>
                  </a:lnTo>
                  <a:lnTo>
                    <a:pt x="13516" y="1584"/>
                  </a:lnTo>
                  <a:lnTo>
                    <a:pt x="13516" y="1237"/>
                  </a:lnTo>
                  <a:lnTo>
                    <a:pt x="13477" y="1121"/>
                  </a:lnTo>
                  <a:close/>
                  <a:moveTo>
                    <a:pt x="10658" y="1"/>
                  </a:moveTo>
                  <a:lnTo>
                    <a:pt x="9886" y="40"/>
                  </a:lnTo>
                  <a:lnTo>
                    <a:pt x="9114" y="117"/>
                  </a:lnTo>
                  <a:lnTo>
                    <a:pt x="8303" y="233"/>
                  </a:lnTo>
                  <a:lnTo>
                    <a:pt x="7530" y="348"/>
                  </a:lnTo>
                  <a:lnTo>
                    <a:pt x="6719" y="542"/>
                  </a:lnTo>
                  <a:lnTo>
                    <a:pt x="5909" y="735"/>
                  </a:lnTo>
                  <a:lnTo>
                    <a:pt x="5020" y="1005"/>
                  </a:lnTo>
                  <a:lnTo>
                    <a:pt x="4132" y="1352"/>
                  </a:lnTo>
                  <a:lnTo>
                    <a:pt x="3244" y="1700"/>
                  </a:lnTo>
                  <a:lnTo>
                    <a:pt x="2395" y="2125"/>
                  </a:lnTo>
                  <a:lnTo>
                    <a:pt x="1777" y="2434"/>
                  </a:lnTo>
                  <a:lnTo>
                    <a:pt x="1391" y="2627"/>
                  </a:lnTo>
                  <a:lnTo>
                    <a:pt x="1043" y="2858"/>
                  </a:lnTo>
                  <a:lnTo>
                    <a:pt x="696" y="3090"/>
                  </a:lnTo>
                  <a:lnTo>
                    <a:pt x="464" y="3399"/>
                  </a:lnTo>
                  <a:lnTo>
                    <a:pt x="348" y="3554"/>
                  </a:lnTo>
                  <a:lnTo>
                    <a:pt x="271" y="3708"/>
                  </a:lnTo>
                  <a:lnTo>
                    <a:pt x="232" y="3862"/>
                  </a:lnTo>
                  <a:lnTo>
                    <a:pt x="232" y="4056"/>
                  </a:lnTo>
                  <a:lnTo>
                    <a:pt x="194" y="4133"/>
                  </a:lnTo>
                  <a:lnTo>
                    <a:pt x="194" y="4171"/>
                  </a:lnTo>
                  <a:lnTo>
                    <a:pt x="116" y="4326"/>
                  </a:lnTo>
                  <a:lnTo>
                    <a:pt x="39" y="4480"/>
                  </a:lnTo>
                  <a:lnTo>
                    <a:pt x="0" y="4635"/>
                  </a:lnTo>
                  <a:lnTo>
                    <a:pt x="0" y="4789"/>
                  </a:lnTo>
                  <a:lnTo>
                    <a:pt x="39" y="5137"/>
                  </a:lnTo>
                  <a:lnTo>
                    <a:pt x="194" y="5446"/>
                  </a:lnTo>
                  <a:lnTo>
                    <a:pt x="348" y="5639"/>
                  </a:lnTo>
                  <a:lnTo>
                    <a:pt x="502" y="5832"/>
                  </a:lnTo>
                  <a:lnTo>
                    <a:pt x="696" y="5948"/>
                  </a:lnTo>
                  <a:lnTo>
                    <a:pt x="927" y="6063"/>
                  </a:lnTo>
                  <a:lnTo>
                    <a:pt x="966" y="6257"/>
                  </a:lnTo>
                  <a:lnTo>
                    <a:pt x="1275" y="6179"/>
                  </a:lnTo>
                  <a:lnTo>
                    <a:pt x="1313" y="6218"/>
                  </a:lnTo>
                  <a:lnTo>
                    <a:pt x="1313" y="6257"/>
                  </a:lnTo>
                  <a:lnTo>
                    <a:pt x="1352" y="6295"/>
                  </a:lnTo>
                  <a:lnTo>
                    <a:pt x="1468" y="6257"/>
                  </a:lnTo>
                  <a:lnTo>
                    <a:pt x="1815" y="6295"/>
                  </a:lnTo>
                  <a:lnTo>
                    <a:pt x="2395" y="6334"/>
                  </a:lnTo>
                  <a:lnTo>
                    <a:pt x="3012" y="6372"/>
                  </a:lnTo>
                  <a:lnTo>
                    <a:pt x="3592" y="6334"/>
                  </a:lnTo>
                  <a:lnTo>
                    <a:pt x="4171" y="6295"/>
                  </a:lnTo>
                  <a:lnTo>
                    <a:pt x="5368" y="6102"/>
                  </a:lnTo>
                  <a:lnTo>
                    <a:pt x="6565" y="5870"/>
                  </a:lnTo>
                  <a:lnTo>
                    <a:pt x="6758" y="5832"/>
                  </a:lnTo>
                  <a:lnTo>
                    <a:pt x="7994" y="5523"/>
                  </a:lnTo>
                  <a:lnTo>
                    <a:pt x="9036" y="5253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6" y="4133"/>
                  </a:lnTo>
                  <a:lnTo>
                    <a:pt x="12126" y="4249"/>
                  </a:lnTo>
                  <a:lnTo>
                    <a:pt x="12396" y="4287"/>
                  </a:lnTo>
                  <a:lnTo>
                    <a:pt x="12782" y="4712"/>
                  </a:lnTo>
                  <a:lnTo>
                    <a:pt x="13014" y="4519"/>
                  </a:lnTo>
                  <a:lnTo>
                    <a:pt x="12434" y="3940"/>
                  </a:lnTo>
                  <a:lnTo>
                    <a:pt x="12898" y="3669"/>
                  </a:lnTo>
                  <a:lnTo>
                    <a:pt x="13361" y="3322"/>
                  </a:lnTo>
                  <a:lnTo>
                    <a:pt x="13631" y="3052"/>
                  </a:lnTo>
                  <a:lnTo>
                    <a:pt x="13825" y="2704"/>
                  </a:lnTo>
                  <a:lnTo>
                    <a:pt x="14133" y="2627"/>
                  </a:lnTo>
                  <a:lnTo>
                    <a:pt x="14018" y="2318"/>
                  </a:lnTo>
                  <a:lnTo>
                    <a:pt x="14095" y="2009"/>
                  </a:lnTo>
                  <a:lnTo>
                    <a:pt x="14133" y="1739"/>
                  </a:lnTo>
                  <a:lnTo>
                    <a:pt x="14095" y="1468"/>
                  </a:lnTo>
                  <a:lnTo>
                    <a:pt x="14018" y="1237"/>
                  </a:lnTo>
                  <a:lnTo>
                    <a:pt x="13902" y="1005"/>
                  </a:lnTo>
                  <a:lnTo>
                    <a:pt x="13747" y="812"/>
                  </a:lnTo>
                  <a:lnTo>
                    <a:pt x="13477" y="619"/>
                  </a:lnTo>
                  <a:lnTo>
                    <a:pt x="13168" y="503"/>
                  </a:lnTo>
                  <a:lnTo>
                    <a:pt x="13091" y="503"/>
                  </a:lnTo>
                  <a:lnTo>
                    <a:pt x="12898" y="387"/>
                  </a:lnTo>
                  <a:lnTo>
                    <a:pt x="12666" y="271"/>
                  </a:lnTo>
                  <a:lnTo>
                    <a:pt x="12434" y="155"/>
                  </a:lnTo>
                  <a:lnTo>
                    <a:pt x="12203" y="117"/>
                  </a:lnTo>
                  <a:lnTo>
                    <a:pt x="11817" y="40"/>
                  </a:lnTo>
                  <a:lnTo>
                    <a:pt x="1143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3"/>
            <p:cNvSpPr/>
            <p:nvPr/>
          </p:nvSpPr>
          <p:spPr>
            <a:xfrm>
              <a:off x="2687250" y="1806675"/>
              <a:ext cx="449900" cy="337900"/>
            </a:xfrm>
            <a:custGeom>
              <a:avLst/>
              <a:gdLst/>
              <a:ahLst/>
              <a:cxnLst/>
              <a:rect l="l" t="t" r="r" b="b"/>
              <a:pathLst>
                <a:path w="17996" h="13516" extrusionOk="0">
                  <a:moveTo>
                    <a:pt x="15794" y="386"/>
                  </a:moveTo>
                  <a:lnTo>
                    <a:pt x="15872" y="425"/>
                  </a:lnTo>
                  <a:lnTo>
                    <a:pt x="15949" y="464"/>
                  </a:lnTo>
                  <a:lnTo>
                    <a:pt x="16103" y="657"/>
                  </a:lnTo>
                  <a:lnTo>
                    <a:pt x="16181" y="850"/>
                  </a:lnTo>
                  <a:lnTo>
                    <a:pt x="16258" y="1043"/>
                  </a:lnTo>
                  <a:lnTo>
                    <a:pt x="16219" y="1236"/>
                  </a:lnTo>
                  <a:lnTo>
                    <a:pt x="16181" y="1468"/>
                  </a:lnTo>
                  <a:lnTo>
                    <a:pt x="15987" y="1892"/>
                  </a:lnTo>
                  <a:lnTo>
                    <a:pt x="15833" y="2163"/>
                  </a:lnTo>
                  <a:lnTo>
                    <a:pt x="15601" y="2433"/>
                  </a:lnTo>
                  <a:lnTo>
                    <a:pt x="15370" y="2665"/>
                  </a:lnTo>
                  <a:lnTo>
                    <a:pt x="15099" y="2896"/>
                  </a:lnTo>
                  <a:lnTo>
                    <a:pt x="14983" y="2279"/>
                  </a:lnTo>
                  <a:lnTo>
                    <a:pt x="14945" y="1970"/>
                  </a:lnTo>
                  <a:lnTo>
                    <a:pt x="14906" y="1699"/>
                  </a:lnTo>
                  <a:lnTo>
                    <a:pt x="14945" y="1390"/>
                  </a:lnTo>
                  <a:lnTo>
                    <a:pt x="15022" y="1120"/>
                  </a:lnTo>
                  <a:lnTo>
                    <a:pt x="15138" y="850"/>
                  </a:lnTo>
                  <a:lnTo>
                    <a:pt x="15331" y="618"/>
                  </a:lnTo>
                  <a:lnTo>
                    <a:pt x="15563" y="464"/>
                  </a:lnTo>
                  <a:lnTo>
                    <a:pt x="15679" y="386"/>
                  </a:lnTo>
                  <a:close/>
                  <a:moveTo>
                    <a:pt x="14481" y="3437"/>
                  </a:moveTo>
                  <a:lnTo>
                    <a:pt x="14443" y="3591"/>
                  </a:lnTo>
                  <a:lnTo>
                    <a:pt x="14134" y="3939"/>
                  </a:lnTo>
                  <a:lnTo>
                    <a:pt x="13786" y="4287"/>
                  </a:lnTo>
                  <a:lnTo>
                    <a:pt x="13593" y="4441"/>
                  </a:lnTo>
                  <a:lnTo>
                    <a:pt x="13362" y="4595"/>
                  </a:lnTo>
                  <a:lnTo>
                    <a:pt x="13091" y="4711"/>
                  </a:lnTo>
                  <a:lnTo>
                    <a:pt x="12782" y="4750"/>
                  </a:lnTo>
                  <a:lnTo>
                    <a:pt x="12667" y="4789"/>
                  </a:lnTo>
                  <a:lnTo>
                    <a:pt x="12589" y="4750"/>
                  </a:lnTo>
                  <a:lnTo>
                    <a:pt x="12551" y="4673"/>
                  </a:lnTo>
                  <a:lnTo>
                    <a:pt x="12512" y="4518"/>
                  </a:lnTo>
                  <a:lnTo>
                    <a:pt x="12474" y="4287"/>
                  </a:lnTo>
                  <a:lnTo>
                    <a:pt x="12512" y="4171"/>
                  </a:lnTo>
                  <a:lnTo>
                    <a:pt x="12628" y="4055"/>
                  </a:lnTo>
                  <a:lnTo>
                    <a:pt x="12821" y="3900"/>
                  </a:lnTo>
                  <a:lnTo>
                    <a:pt x="13091" y="3746"/>
                  </a:lnTo>
                  <a:lnTo>
                    <a:pt x="13362" y="3591"/>
                  </a:lnTo>
                  <a:lnTo>
                    <a:pt x="13632" y="3514"/>
                  </a:lnTo>
                  <a:lnTo>
                    <a:pt x="13941" y="3437"/>
                  </a:lnTo>
                  <a:close/>
                  <a:moveTo>
                    <a:pt x="15061" y="3514"/>
                  </a:moveTo>
                  <a:lnTo>
                    <a:pt x="15717" y="3553"/>
                  </a:lnTo>
                  <a:lnTo>
                    <a:pt x="16065" y="3591"/>
                  </a:lnTo>
                  <a:lnTo>
                    <a:pt x="16412" y="3630"/>
                  </a:lnTo>
                  <a:lnTo>
                    <a:pt x="16721" y="3707"/>
                  </a:lnTo>
                  <a:lnTo>
                    <a:pt x="17030" y="3823"/>
                  </a:lnTo>
                  <a:lnTo>
                    <a:pt x="17262" y="4016"/>
                  </a:lnTo>
                  <a:lnTo>
                    <a:pt x="17378" y="4171"/>
                  </a:lnTo>
                  <a:lnTo>
                    <a:pt x="17493" y="4287"/>
                  </a:lnTo>
                  <a:lnTo>
                    <a:pt x="17571" y="4480"/>
                  </a:lnTo>
                  <a:lnTo>
                    <a:pt x="17571" y="4634"/>
                  </a:lnTo>
                  <a:lnTo>
                    <a:pt x="17493" y="4789"/>
                  </a:lnTo>
                  <a:lnTo>
                    <a:pt x="17378" y="4904"/>
                  </a:lnTo>
                  <a:lnTo>
                    <a:pt x="17262" y="4982"/>
                  </a:lnTo>
                  <a:lnTo>
                    <a:pt x="17069" y="5020"/>
                  </a:lnTo>
                  <a:lnTo>
                    <a:pt x="16914" y="4982"/>
                  </a:lnTo>
                  <a:lnTo>
                    <a:pt x="16721" y="4943"/>
                  </a:lnTo>
                  <a:lnTo>
                    <a:pt x="16335" y="4750"/>
                  </a:lnTo>
                  <a:lnTo>
                    <a:pt x="15987" y="4518"/>
                  </a:lnTo>
                  <a:lnTo>
                    <a:pt x="15717" y="4287"/>
                  </a:lnTo>
                  <a:lnTo>
                    <a:pt x="15485" y="4055"/>
                  </a:lnTo>
                  <a:lnTo>
                    <a:pt x="15254" y="3785"/>
                  </a:lnTo>
                  <a:lnTo>
                    <a:pt x="15061" y="3514"/>
                  </a:lnTo>
                  <a:close/>
                  <a:moveTo>
                    <a:pt x="4866" y="3128"/>
                  </a:moveTo>
                  <a:lnTo>
                    <a:pt x="5484" y="3167"/>
                  </a:lnTo>
                  <a:lnTo>
                    <a:pt x="6102" y="3283"/>
                  </a:lnTo>
                  <a:lnTo>
                    <a:pt x="6681" y="3514"/>
                  </a:lnTo>
                  <a:lnTo>
                    <a:pt x="7145" y="3707"/>
                  </a:lnTo>
                  <a:lnTo>
                    <a:pt x="7569" y="3978"/>
                  </a:lnTo>
                  <a:lnTo>
                    <a:pt x="7994" y="4248"/>
                  </a:lnTo>
                  <a:lnTo>
                    <a:pt x="8380" y="4557"/>
                  </a:lnTo>
                  <a:lnTo>
                    <a:pt x="9153" y="5213"/>
                  </a:lnTo>
                  <a:lnTo>
                    <a:pt x="9925" y="5908"/>
                  </a:lnTo>
                  <a:lnTo>
                    <a:pt x="10234" y="6179"/>
                  </a:lnTo>
                  <a:lnTo>
                    <a:pt x="10581" y="6410"/>
                  </a:lnTo>
                  <a:lnTo>
                    <a:pt x="10968" y="6642"/>
                  </a:lnTo>
                  <a:lnTo>
                    <a:pt x="11354" y="6797"/>
                  </a:lnTo>
                  <a:lnTo>
                    <a:pt x="11740" y="6874"/>
                  </a:lnTo>
                  <a:lnTo>
                    <a:pt x="12165" y="6912"/>
                  </a:lnTo>
                  <a:lnTo>
                    <a:pt x="12589" y="6874"/>
                  </a:lnTo>
                  <a:lnTo>
                    <a:pt x="13014" y="6719"/>
                  </a:lnTo>
                  <a:lnTo>
                    <a:pt x="13323" y="6565"/>
                  </a:lnTo>
                  <a:lnTo>
                    <a:pt x="13593" y="6372"/>
                  </a:lnTo>
                  <a:lnTo>
                    <a:pt x="13825" y="6179"/>
                  </a:lnTo>
                  <a:lnTo>
                    <a:pt x="14018" y="5947"/>
                  </a:lnTo>
                  <a:lnTo>
                    <a:pt x="14211" y="5677"/>
                  </a:lnTo>
                  <a:lnTo>
                    <a:pt x="14366" y="5406"/>
                  </a:lnTo>
                  <a:lnTo>
                    <a:pt x="14520" y="5097"/>
                  </a:lnTo>
                  <a:lnTo>
                    <a:pt x="14636" y="4789"/>
                  </a:lnTo>
                  <a:lnTo>
                    <a:pt x="14559" y="5638"/>
                  </a:lnTo>
                  <a:lnTo>
                    <a:pt x="14404" y="6449"/>
                  </a:lnTo>
                  <a:lnTo>
                    <a:pt x="14211" y="7221"/>
                  </a:lnTo>
                  <a:lnTo>
                    <a:pt x="13941" y="7994"/>
                  </a:lnTo>
                  <a:lnTo>
                    <a:pt x="13593" y="8727"/>
                  </a:lnTo>
                  <a:lnTo>
                    <a:pt x="13169" y="9422"/>
                  </a:lnTo>
                  <a:lnTo>
                    <a:pt x="12667" y="10117"/>
                  </a:lnTo>
                  <a:lnTo>
                    <a:pt x="12087" y="10735"/>
                  </a:lnTo>
                  <a:lnTo>
                    <a:pt x="11624" y="11160"/>
                  </a:lnTo>
                  <a:lnTo>
                    <a:pt x="11199" y="11546"/>
                  </a:lnTo>
                  <a:lnTo>
                    <a:pt x="10697" y="11855"/>
                  </a:lnTo>
                  <a:lnTo>
                    <a:pt x="10195" y="12164"/>
                  </a:lnTo>
                  <a:lnTo>
                    <a:pt x="9693" y="12396"/>
                  </a:lnTo>
                  <a:lnTo>
                    <a:pt x="9153" y="12627"/>
                  </a:lnTo>
                  <a:lnTo>
                    <a:pt x="8612" y="12782"/>
                  </a:lnTo>
                  <a:lnTo>
                    <a:pt x="8071" y="12898"/>
                  </a:lnTo>
                  <a:lnTo>
                    <a:pt x="7531" y="12975"/>
                  </a:lnTo>
                  <a:lnTo>
                    <a:pt x="6990" y="13014"/>
                  </a:lnTo>
                  <a:lnTo>
                    <a:pt x="6411" y="12975"/>
                  </a:lnTo>
                  <a:lnTo>
                    <a:pt x="5870" y="12898"/>
                  </a:lnTo>
                  <a:lnTo>
                    <a:pt x="5291" y="12782"/>
                  </a:lnTo>
                  <a:lnTo>
                    <a:pt x="4751" y="12627"/>
                  </a:lnTo>
                  <a:lnTo>
                    <a:pt x="4171" y="12396"/>
                  </a:lnTo>
                  <a:lnTo>
                    <a:pt x="3631" y="12125"/>
                  </a:lnTo>
                  <a:lnTo>
                    <a:pt x="3090" y="11816"/>
                  </a:lnTo>
                  <a:lnTo>
                    <a:pt x="2588" y="11469"/>
                  </a:lnTo>
                  <a:lnTo>
                    <a:pt x="2125" y="11044"/>
                  </a:lnTo>
                  <a:lnTo>
                    <a:pt x="1700" y="10581"/>
                  </a:lnTo>
                  <a:lnTo>
                    <a:pt x="1314" y="10117"/>
                  </a:lnTo>
                  <a:lnTo>
                    <a:pt x="966" y="9577"/>
                  </a:lnTo>
                  <a:lnTo>
                    <a:pt x="696" y="8998"/>
                  </a:lnTo>
                  <a:lnTo>
                    <a:pt x="542" y="8418"/>
                  </a:lnTo>
                  <a:lnTo>
                    <a:pt x="426" y="7801"/>
                  </a:lnTo>
                  <a:lnTo>
                    <a:pt x="426" y="7221"/>
                  </a:lnTo>
                  <a:lnTo>
                    <a:pt x="503" y="6603"/>
                  </a:lnTo>
                  <a:lnTo>
                    <a:pt x="696" y="6024"/>
                  </a:lnTo>
                  <a:lnTo>
                    <a:pt x="928" y="5484"/>
                  </a:lnTo>
                  <a:lnTo>
                    <a:pt x="1237" y="4943"/>
                  </a:lnTo>
                  <a:lnTo>
                    <a:pt x="1623" y="4480"/>
                  </a:lnTo>
                  <a:lnTo>
                    <a:pt x="2048" y="4055"/>
                  </a:lnTo>
                  <a:lnTo>
                    <a:pt x="2588" y="3707"/>
                  </a:lnTo>
                  <a:lnTo>
                    <a:pt x="3129" y="3437"/>
                  </a:lnTo>
                  <a:lnTo>
                    <a:pt x="3708" y="3244"/>
                  </a:lnTo>
                  <a:lnTo>
                    <a:pt x="4287" y="3167"/>
                  </a:lnTo>
                  <a:lnTo>
                    <a:pt x="4866" y="3128"/>
                  </a:lnTo>
                  <a:close/>
                  <a:moveTo>
                    <a:pt x="15717" y="0"/>
                  </a:moveTo>
                  <a:lnTo>
                    <a:pt x="15524" y="39"/>
                  </a:lnTo>
                  <a:lnTo>
                    <a:pt x="15331" y="155"/>
                  </a:lnTo>
                  <a:lnTo>
                    <a:pt x="15138" y="271"/>
                  </a:lnTo>
                  <a:lnTo>
                    <a:pt x="14983" y="464"/>
                  </a:lnTo>
                  <a:lnTo>
                    <a:pt x="14829" y="618"/>
                  </a:lnTo>
                  <a:lnTo>
                    <a:pt x="14713" y="850"/>
                  </a:lnTo>
                  <a:lnTo>
                    <a:pt x="14636" y="1043"/>
                  </a:lnTo>
                  <a:lnTo>
                    <a:pt x="14597" y="1275"/>
                  </a:lnTo>
                  <a:lnTo>
                    <a:pt x="14559" y="1545"/>
                  </a:lnTo>
                  <a:lnTo>
                    <a:pt x="14520" y="2047"/>
                  </a:lnTo>
                  <a:lnTo>
                    <a:pt x="14597" y="2588"/>
                  </a:lnTo>
                  <a:lnTo>
                    <a:pt x="14752" y="3090"/>
                  </a:lnTo>
                  <a:lnTo>
                    <a:pt x="14713" y="3128"/>
                  </a:lnTo>
                  <a:lnTo>
                    <a:pt x="14675" y="3167"/>
                  </a:lnTo>
                  <a:lnTo>
                    <a:pt x="14636" y="3205"/>
                  </a:lnTo>
                  <a:lnTo>
                    <a:pt x="14173" y="3128"/>
                  </a:lnTo>
                  <a:lnTo>
                    <a:pt x="13709" y="3167"/>
                  </a:lnTo>
                  <a:lnTo>
                    <a:pt x="13246" y="3283"/>
                  </a:lnTo>
                  <a:lnTo>
                    <a:pt x="12821" y="3476"/>
                  </a:lnTo>
                  <a:lnTo>
                    <a:pt x="12512" y="3669"/>
                  </a:lnTo>
                  <a:lnTo>
                    <a:pt x="12358" y="3785"/>
                  </a:lnTo>
                  <a:lnTo>
                    <a:pt x="12203" y="3939"/>
                  </a:lnTo>
                  <a:lnTo>
                    <a:pt x="12049" y="4132"/>
                  </a:lnTo>
                  <a:lnTo>
                    <a:pt x="11972" y="4287"/>
                  </a:lnTo>
                  <a:lnTo>
                    <a:pt x="11933" y="4480"/>
                  </a:lnTo>
                  <a:lnTo>
                    <a:pt x="11933" y="4673"/>
                  </a:lnTo>
                  <a:lnTo>
                    <a:pt x="12010" y="4866"/>
                  </a:lnTo>
                  <a:lnTo>
                    <a:pt x="12126" y="5020"/>
                  </a:lnTo>
                  <a:lnTo>
                    <a:pt x="12280" y="5097"/>
                  </a:lnTo>
                  <a:lnTo>
                    <a:pt x="12435" y="5136"/>
                  </a:lnTo>
                  <a:lnTo>
                    <a:pt x="12628" y="5175"/>
                  </a:lnTo>
                  <a:lnTo>
                    <a:pt x="12821" y="5136"/>
                  </a:lnTo>
                  <a:lnTo>
                    <a:pt x="13207" y="5059"/>
                  </a:lnTo>
                  <a:lnTo>
                    <a:pt x="13516" y="4904"/>
                  </a:lnTo>
                  <a:lnTo>
                    <a:pt x="13825" y="4711"/>
                  </a:lnTo>
                  <a:lnTo>
                    <a:pt x="14095" y="4480"/>
                  </a:lnTo>
                  <a:lnTo>
                    <a:pt x="14366" y="4248"/>
                  </a:lnTo>
                  <a:lnTo>
                    <a:pt x="14211" y="4711"/>
                  </a:lnTo>
                  <a:lnTo>
                    <a:pt x="14018" y="5175"/>
                  </a:lnTo>
                  <a:lnTo>
                    <a:pt x="13864" y="5406"/>
                  </a:lnTo>
                  <a:lnTo>
                    <a:pt x="13709" y="5599"/>
                  </a:lnTo>
                  <a:lnTo>
                    <a:pt x="13555" y="5793"/>
                  </a:lnTo>
                  <a:lnTo>
                    <a:pt x="13362" y="5947"/>
                  </a:lnTo>
                  <a:lnTo>
                    <a:pt x="13053" y="6179"/>
                  </a:lnTo>
                  <a:lnTo>
                    <a:pt x="12705" y="6333"/>
                  </a:lnTo>
                  <a:lnTo>
                    <a:pt x="12358" y="6410"/>
                  </a:lnTo>
                  <a:lnTo>
                    <a:pt x="12010" y="6410"/>
                  </a:lnTo>
                  <a:lnTo>
                    <a:pt x="11663" y="6372"/>
                  </a:lnTo>
                  <a:lnTo>
                    <a:pt x="11315" y="6256"/>
                  </a:lnTo>
                  <a:lnTo>
                    <a:pt x="10968" y="6101"/>
                  </a:lnTo>
                  <a:lnTo>
                    <a:pt x="10659" y="5870"/>
                  </a:lnTo>
                  <a:lnTo>
                    <a:pt x="10234" y="5561"/>
                  </a:lnTo>
                  <a:lnTo>
                    <a:pt x="9809" y="5213"/>
                  </a:lnTo>
                  <a:lnTo>
                    <a:pt x="9037" y="4480"/>
                  </a:lnTo>
                  <a:lnTo>
                    <a:pt x="8651" y="4132"/>
                  </a:lnTo>
                  <a:lnTo>
                    <a:pt x="8226" y="3823"/>
                  </a:lnTo>
                  <a:lnTo>
                    <a:pt x="7801" y="3514"/>
                  </a:lnTo>
                  <a:lnTo>
                    <a:pt x="7299" y="3244"/>
                  </a:lnTo>
                  <a:lnTo>
                    <a:pt x="6720" y="3012"/>
                  </a:lnTo>
                  <a:lnTo>
                    <a:pt x="6102" y="2819"/>
                  </a:lnTo>
                  <a:lnTo>
                    <a:pt x="5523" y="2742"/>
                  </a:lnTo>
                  <a:lnTo>
                    <a:pt x="4905" y="2703"/>
                  </a:lnTo>
                  <a:lnTo>
                    <a:pt x="4287" y="2703"/>
                  </a:lnTo>
                  <a:lnTo>
                    <a:pt x="3708" y="2819"/>
                  </a:lnTo>
                  <a:lnTo>
                    <a:pt x="3129" y="2974"/>
                  </a:lnTo>
                  <a:lnTo>
                    <a:pt x="2549" y="3205"/>
                  </a:lnTo>
                  <a:lnTo>
                    <a:pt x="2318" y="3360"/>
                  </a:lnTo>
                  <a:lnTo>
                    <a:pt x="2009" y="3553"/>
                  </a:lnTo>
                  <a:lnTo>
                    <a:pt x="1700" y="3785"/>
                  </a:lnTo>
                  <a:lnTo>
                    <a:pt x="1430" y="4016"/>
                  </a:lnTo>
                  <a:lnTo>
                    <a:pt x="1159" y="4325"/>
                  </a:lnTo>
                  <a:lnTo>
                    <a:pt x="928" y="4595"/>
                  </a:lnTo>
                  <a:lnTo>
                    <a:pt x="696" y="4943"/>
                  </a:lnTo>
                  <a:lnTo>
                    <a:pt x="503" y="5291"/>
                  </a:lnTo>
                  <a:lnTo>
                    <a:pt x="348" y="5677"/>
                  </a:lnTo>
                  <a:lnTo>
                    <a:pt x="155" y="6217"/>
                  </a:lnTo>
                  <a:lnTo>
                    <a:pt x="40" y="6758"/>
                  </a:lnTo>
                  <a:lnTo>
                    <a:pt x="1" y="7299"/>
                  </a:lnTo>
                  <a:lnTo>
                    <a:pt x="1" y="7801"/>
                  </a:lnTo>
                  <a:lnTo>
                    <a:pt x="78" y="8303"/>
                  </a:lnTo>
                  <a:lnTo>
                    <a:pt x="194" y="8804"/>
                  </a:lnTo>
                  <a:lnTo>
                    <a:pt x="387" y="9306"/>
                  </a:lnTo>
                  <a:lnTo>
                    <a:pt x="580" y="9770"/>
                  </a:lnTo>
                  <a:lnTo>
                    <a:pt x="850" y="10195"/>
                  </a:lnTo>
                  <a:lnTo>
                    <a:pt x="1159" y="10658"/>
                  </a:lnTo>
                  <a:lnTo>
                    <a:pt x="1507" y="11044"/>
                  </a:lnTo>
                  <a:lnTo>
                    <a:pt x="1893" y="11430"/>
                  </a:lnTo>
                  <a:lnTo>
                    <a:pt x="2279" y="11778"/>
                  </a:lnTo>
                  <a:lnTo>
                    <a:pt x="2704" y="12125"/>
                  </a:lnTo>
                  <a:lnTo>
                    <a:pt x="3167" y="12396"/>
                  </a:lnTo>
                  <a:lnTo>
                    <a:pt x="3631" y="12666"/>
                  </a:lnTo>
                  <a:lnTo>
                    <a:pt x="4249" y="12975"/>
                  </a:lnTo>
                  <a:lnTo>
                    <a:pt x="4866" y="13168"/>
                  </a:lnTo>
                  <a:lnTo>
                    <a:pt x="5484" y="13361"/>
                  </a:lnTo>
                  <a:lnTo>
                    <a:pt x="6141" y="13438"/>
                  </a:lnTo>
                  <a:lnTo>
                    <a:pt x="6759" y="13515"/>
                  </a:lnTo>
                  <a:lnTo>
                    <a:pt x="7376" y="13477"/>
                  </a:lnTo>
                  <a:lnTo>
                    <a:pt x="7994" y="13438"/>
                  </a:lnTo>
                  <a:lnTo>
                    <a:pt x="8612" y="13284"/>
                  </a:lnTo>
                  <a:lnTo>
                    <a:pt x="8728" y="13438"/>
                  </a:lnTo>
                  <a:lnTo>
                    <a:pt x="8998" y="13207"/>
                  </a:lnTo>
                  <a:lnTo>
                    <a:pt x="9770" y="12898"/>
                  </a:lnTo>
                  <a:lnTo>
                    <a:pt x="10504" y="12550"/>
                  </a:lnTo>
                  <a:lnTo>
                    <a:pt x="11238" y="12087"/>
                  </a:lnTo>
                  <a:lnTo>
                    <a:pt x="11933" y="11546"/>
                  </a:lnTo>
                  <a:lnTo>
                    <a:pt x="12474" y="11044"/>
                  </a:lnTo>
                  <a:lnTo>
                    <a:pt x="13014" y="10426"/>
                  </a:lnTo>
                  <a:lnTo>
                    <a:pt x="13246" y="10195"/>
                  </a:lnTo>
                  <a:lnTo>
                    <a:pt x="13207" y="10156"/>
                  </a:lnTo>
                  <a:lnTo>
                    <a:pt x="13709" y="9461"/>
                  </a:lnTo>
                  <a:lnTo>
                    <a:pt x="14134" y="8727"/>
                  </a:lnTo>
                  <a:lnTo>
                    <a:pt x="14481" y="7955"/>
                  </a:lnTo>
                  <a:lnTo>
                    <a:pt x="14752" y="7183"/>
                  </a:lnTo>
                  <a:lnTo>
                    <a:pt x="14945" y="6333"/>
                  </a:lnTo>
                  <a:lnTo>
                    <a:pt x="15022" y="5947"/>
                  </a:lnTo>
                  <a:lnTo>
                    <a:pt x="15061" y="5522"/>
                  </a:lnTo>
                  <a:lnTo>
                    <a:pt x="15061" y="5097"/>
                  </a:lnTo>
                  <a:lnTo>
                    <a:pt x="15061" y="4673"/>
                  </a:lnTo>
                  <a:lnTo>
                    <a:pt x="15022" y="4248"/>
                  </a:lnTo>
                  <a:lnTo>
                    <a:pt x="14945" y="3862"/>
                  </a:lnTo>
                  <a:lnTo>
                    <a:pt x="15215" y="4248"/>
                  </a:lnTo>
                  <a:lnTo>
                    <a:pt x="15563" y="4595"/>
                  </a:lnTo>
                  <a:lnTo>
                    <a:pt x="15949" y="4943"/>
                  </a:lnTo>
                  <a:lnTo>
                    <a:pt x="16374" y="5213"/>
                  </a:lnTo>
                  <a:lnTo>
                    <a:pt x="16567" y="5291"/>
                  </a:lnTo>
                  <a:lnTo>
                    <a:pt x="16798" y="5368"/>
                  </a:lnTo>
                  <a:lnTo>
                    <a:pt x="17030" y="5445"/>
                  </a:lnTo>
                  <a:lnTo>
                    <a:pt x="17262" y="5445"/>
                  </a:lnTo>
                  <a:lnTo>
                    <a:pt x="17493" y="5406"/>
                  </a:lnTo>
                  <a:lnTo>
                    <a:pt x="17687" y="5329"/>
                  </a:lnTo>
                  <a:lnTo>
                    <a:pt x="17841" y="5175"/>
                  </a:lnTo>
                  <a:lnTo>
                    <a:pt x="17957" y="4982"/>
                  </a:lnTo>
                  <a:lnTo>
                    <a:pt x="17995" y="4750"/>
                  </a:lnTo>
                  <a:lnTo>
                    <a:pt x="17995" y="4557"/>
                  </a:lnTo>
                  <a:lnTo>
                    <a:pt x="17957" y="4325"/>
                  </a:lnTo>
                  <a:lnTo>
                    <a:pt x="17841" y="4132"/>
                  </a:lnTo>
                  <a:lnTo>
                    <a:pt x="17725" y="3978"/>
                  </a:lnTo>
                  <a:lnTo>
                    <a:pt x="17571" y="3785"/>
                  </a:lnTo>
                  <a:lnTo>
                    <a:pt x="17416" y="3669"/>
                  </a:lnTo>
                  <a:lnTo>
                    <a:pt x="17262" y="3553"/>
                  </a:lnTo>
                  <a:lnTo>
                    <a:pt x="17030" y="3437"/>
                  </a:lnTo>
                  <a:lnTo>
                    <a:pt x="16798" y="3321"/>
                  </a:lnTo>
                  <a:lnTo>
                    <a:pt x="16296" y="3205"/>
                  </a:lnTo>
                  <a:lnTo>
                    <a:pt x="15794" y="3128"/>
                  </a:lnTo>
                  <a:lnTo>
                    <a:pt x="15254" y="3128"/>
                  </a:lnTo>
                  <a:lnTo>
                    <a:pt x="15679" y="2858"/>
                  </a:lnTo>
                  <a:lnTo>
                    <a:pt x="16026" y="2510"/>
                  </a:lnTo>
                  <a:lnTo>
                    <a:pt x="16296" y="2124"/>
                  </a:lnTo>
                  <a:lnTo>
                    <a:pt x="16528" y="1661"/>
                  </a:lnTo>
                  <a:lnTo>
                    <a:pt x="16567" y="1429"/>
                  </a:lnTo>
                  <a:lnTo>
                    <a:pt x="16605" y="1197"/>
                  </a:lnTo>
                  <a:lnTo>
                    <a:pt x="16644" y="927"/>
                  </a:lnTo>
                  <a:lnTo>
                    <a:pt x="16605" y="657"/>
                  </a:lnTo>
                  <a:lnTo>
                    <a:pt x="16528" y="425"/>
                  </a:lnTo>
                  <a:lnTo>
                    <a:pt x="16412" y="232"/>
                  </a:lnTo>
                  <a:lnTo>
                    <a:pt x="16219" y="78"/>
                  </a:lnTo>
                  <a:lnTo>
                    <a:pt x="16103" y="39"/>
                  </a:lnTo>
                  <a:lnTo>
                    <a:pt x="1594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3"/>
            <p:cNvSpPr/>
            <p:nvPr/>
          </p:nvSpPr>
          <p:spPr>
            <a:xfrm>
              <a:off x="4737700" y="1812475"/>
              <a:ext cx="353350" cy="159300"/>
            </a:xfrm>
            <a:custGeom>
              <a:avLst/>
              <a:gdLst/>
              <a:ahLst/>
              <a:cxnLst/>
              <a:rect l="l" t="t" r="r" b="b"/>
              <a:pathLst>
                <a:path w="14134" h="6372" extrusionOk="0">
                  <a:moveTo>
                    <a:pt x="11161" y="463"/>
                  </a:moveTo>
                  <a:lnTo>
                    <a:pt x="11624" y="502"/>
                  </a:lnTo>
                  <a:lnTo>
                    <a:pt x="12049" y="541"/>
                  </a:lnTo>
                  <a:lnTo>
                    <a:pt x="12435" y="656"/>
                  </a:lnTo>
                  <a:lnTo>
                    <a:pt x="12628" y="734"/>
                  </a:lnTo>
                  <a:lnTo>
                    <a:pt x="12744" y="811"/>
                  </a:lnTo>
                  <a:lnTo>
                    <a:pt x="12860" y="965"/>
                  </a:lnTo>
                  <a:lnTo>
                    <a:pt x="12937" y="1081"/>
                  </a:lnTo>
                  <a:lnTo>
                    <a:pt x="12975" y="1313"/>
                  </a:lnTo>
                  <a:lnTo>
                    <a:pt x="12975" y="1506"/>
                  </a:lnTo>
                  <a:lnTo>
                    <a:pt x="12937" y="1699"/>
                  </a:lnTo>
                  <a:lnTo>
                    <a:pt x="12821" y="1892"/>
                  </a:lnTo>
                  <a:lnTo>
                    <a:pt x="12705" y="2085"/>
                  </a:lnTo>
                  <a:lnTo>
                    <a:pt x="12589" y="2240"/>
                  </a:lnTo>
                  <a:lnTo>
                    <a:pt x="12242" y="2471"/>
                  </a:lnTo>
                  <a:lnTo>
                    <a:pt x="11817" y="2742"/>
                  </a:lnTo>
                  <a:lnTo>
                    <a:pt x="11392" y="2935"/>
                  </a:lnTo>
                  <a:lnTo>
                    <a:pt x="10659" y="3205"/>
                  </a:lnTo>
                  <a:lnTo>
                    <a:pt x="9925" y="3437"/>
                  </a:lnTo>
                  <a:lnTo>
                    <a:pt x="9153" y="3707"/>
                  </a:lnTo>
                  <a:lnTo>
                    <a:pt x="8380" y="3900"/>
                  </a:lnTo>
                  <a:lnTo>
                    <a:pt x="7608" y="4093"/>
                  </a:lnTo>
                  <a:lnTo>
                    <a:pt x="6797" y="4286"/>
                  </a:lnTo>
                  <a:lnTo>
                    <a:pt x="5909" y="4441"/>
                  </a:lnTo>
                  <a:lnTo>
                    <a:pt x="5021" y="4595"/>
                  </a:lnTo>
                  <a:lnTo>
                    <a:pt x="4133" y="4711"/>
                  </a:lnTo>
                  <a:lnTo>
                    <a:pt x="3245" y="4788"/>
                  </a:lnTo>
                  <a:lnTo>
                    <a:pt x="2202" y="4788"/>
                  </a:lnTo>
                  <a:lnTo>
                    <a:pt x="1854" y="4750"/>
                  </a:lnTo>
                  <a:lnTo>
                    <a:pt x="1507" y="4672"/>
                  </a:lnTo>
                  <a:lnTo>
                    <a:pt x="1198" y="4557"/>
                  </a:lnTo>
                  <a:lnTo>
                    <a:pt x="889" y="4441"/>
                  </a:lnTo>
                  <a:lnTo>
                    <a:pt x="580" y="4248"/>
                  </a:lnTo>
                  <a:lnTo>
                    <a:pt x="657" y="4170"/>
                  </a:lnTo>
                  <a:lnTo>
                    <a:pt x="696" y="4055"/>
                  </a:lnTo>
                  <a:lnTo>
                    <a:pt x="696" y="3939"/>
                  </a:lnTo>
                  <a:lnTo>
                    <a:pt x="735" y="3823"/>
                  </a:lnTo>
                  <a:lnTo>
                    <a:pt x="850" y="3630"/>
                  </a:lnTo>
                  <a:lnTo>
                    <a:pt x="1082" y="3437"/>
                  </a:lnTo>
                  <a:lnTo>
                    <a:pt x="1314" y="3244"/>
                  </a:lnTo>
                  <a:lnTo>
                    <a:pt x="1854" y="2935"/>
                  </a:lnTo>
                  <a:lnTo>
                    <a:pt x="2279" y="2703"/>
                  </a:lnTo>
                  <a:lnTo>
                    <a:pt x="3013" y="2356"/>
                  </a:lnTo>
                  <a:lnTo>
                    <a:pt x="3708" y="2008"/>
                  </a:lnTo>
                  <a:lnTo>
                    <a:pt x="4480" y="1699"/>
                  </a:lnTo>
                  <a:lnTo>
                    <a:pt x="5253" y="1429"/>
                  </a:lnTo>
                  <a:lnTo>
                    <a:pt x="6025" y="1197"/>
                  </a:lnTo>
                  <a:lnTo>
                    <a:pt x="6836" y="1004"/>
                  </a:lnTo>
                  <a:lnTo>
                    <a:pt x="7608" y="811"/>
                  </a:lnTo>
                  <a:lnTo>
                    <a:pt x="8419" y="695"/>
                  </a:lnTo>
                  <a:lnTo>
                    <a:pt x="9230" y="579"/>
                  </a:lnTo>
                  <a:lnTo>
                    <a:pt x="10041" y="541"/>
                  </a:lnTo>
                  <a:lnTo>
                    <a:pt x="10736" y="502"/>
                  </a:lnTo>
                  <a:lnTo>
                    <a:pt x="11161" y="463"/>
                  </a:lnTo>
                  <a:close/>
                  <a:moveTo>
                    <a:pt x="13477" y="1120"/>
                  </a:moveTo>
                  <a:lnTo>
                    <a:pt x="13632" y="1313"/>
                  </a:lnTo>
                  <a:lnTo>
                    <a:pt x="13709" y="1506"/>
                  </a:lnTo>
                  <a:lnTo>
                    <a:pt x="13748" y="1738"/>
                  </a:lnTo>
                  <a:lnTo>
                    <a:pt x="13709" y="2008"/>
                  </a:lnTo>
                  <a:lnTo>
                    <a:pt x="13632" y="2240"/>
                  </a:lnTo>
                  <a:lnTo>
                    <a:pt x="13516" y="2471"/>
                  </a:lnTo>
                  <a:lnTo>
                    <a:pt x="13400" y="2703"/>
                  </a:lnTo>
                  <a:lnTo>
                    <a:pt x="13207" y="2896"/>
                  </a:lnTo>
                  <a:lnTo>
                    <a:pt x="12860" y="3205"/>
                  </a:lnTo>
                  <a:lnTo>
                    <a:pt x="12473" y="3437"/>
                  </a:lnTo>
                  <a:lnTo>
                    <a:pt x="12049" y="3668"/>
                  </a:lnTo>
                  <a:lnTo>
                    <a:pt x="11624" y="3900"/>
                  </a:lnTo>
                  <a:lnTo>
                    <a:pt x="10659" y="4286"/>
                  </a:lnTo>
                  <a:lnTo>
                    <a:pt x="9732" y="4634"/>
                  </a:lnTo>
                  <a:lnTo>
                    <a:pt x="8766" y="4904"/>
                  </a:lnTo>
                  <a:lnTo>
                    <a:pt x="7762" y="5174"/>
                  </a:lnTo>
                  <a:lnTo>
                    <a:pt x="6758" y="5406"/>
                  </a:lnTo>
                  <a:lnTo>
                    <a:pt x="5755" y="5599"/>
                  </a:lnTo>
                  <a:lnTo>
                    <a:pt x="4712" y="5792"/>
                  </a:lnTo>
                  <a:lnTo>
                    <a:pt x="3708" y="5908"/>
                  </a:lnTo>
                  <a:lnTo>
                    <a:pt x="2781" y="5985"/>
                  </a:lnTo>
                  <a:lnTo>
                    <a:pt x="2279" y="5985"/>
                  </a:lnTo>
                  <a:lnTo>
                    <a:pt x="1816" y="5947"/>
                  </a:lnTo>
                  <a:lnTo>
                    <a:pt x="1545" y="5869"/>
                  </a:lnTo>
                  <a:lnTo>
                    <a:pt x="1237" y="5792"/>
                  </a:lnTo>
                  <a:lnTo>
                    <a:pt x="928" y="5638"/>
                  </a:lnTo>
                  <a:lnTo>
                    <a:pt x="696" y="5483"/>
                  </a:lnTo>
                  <a:lnTo>
                    <a:pt x="503" y="5252"/>
                  </a:lnTo>
                  <a:lnTo>
                    <a:pt x="348" y="5020"/>
                  </a:lnTo>
                  <a:lnTo>
                    <a:pt x="310" y="4865"/>
                  </a:lnTo>
                  <a:lnTo>
                    <a:pt x="310" y="4750"/>
                  </a:lnTo>
                  <a:lnTo>
                    <a:pt x="310" y="4595"/>
                  </a:lnTo>
                  <a:lnTo>
                    <a:pt x="348" y="4441"/>
                  </a:lnTo>
                  <a:lnTo>
                    <a:pt x="542" y="4672"/>
                  </a:lnTo>
                  <a:lnTo>
                    <a:pt x="812" y="4865"/>
                  </a:lnTo>
                  <a:lnTo>
                    <a:pt x="1043" y="4981"/>
                  </a:lnTo>
                  <a:lnTo>
                    <a:pt x="1352" y="5097"/>
                  </a:lnTo>
                  <a:lnTo>
                    <a:pt x="1623" y="5213"/>
                  </a:lnTo>
                  <a:lnTo>
                    <a:pt x="1932" y="5252"/>
                  </a:lnTo>
                  <a:lnTo>
                    <a:pt x="2588" y="5329"/>
                  </a:lnTo>
                  <a:lnTo>
                    <a:pt x="3245" y="5290"/>
                  </a:lnTo>
                  <a:lnTo>
                    <a:pt x="3940" y="5252"/>
                  </a:lnTo>
                  <a:lnTo>
                    <a:pt x="5137" y="5059"/>
                  </a:lnTo>
                  <a:lnTo>
                    <a:pt x="6913" y="4788"/>
                  </a:lnTo>
                  <a:lnTo>
                    <a:pt x="7840" y="4595"/>
                  </a:lnTo>
                  <a:lnTo>
                    <a:pt x="8728" y="4402"/>
                  </a:lnTo>
                  <a:lnTo>
                    <a:pt x="9616" y="4132"/>
                  </a:lnTo>
                  <a:lnTo>
                    <a:pt x="10504" y="3861"/>
                  </a:lnTo>
                  <a:lnTo>
                    <a:pt x="11354" y="3514"/>
                  </a:lnTo>
                  <a:lnTo>
                    <a:pt x="12165" y="3128"/>
                  </a:lnTo>
                  <a:lnTo>
                    <a:pt x="12435" y="2973"/>
                  </a:lnTo>
                  <a:lnTo>
                    <a:pt x="12705" y="2819"/>
                  </a:lnTo>
                  <a:lnTo>
                    <a:pt x="12937" y="2587"/>
                  </a:lnTo>
                  <a:lnTo>
                    <a:pt x="13130" y="2394"/>
                  </a:lnTo>
                  <a:lnTo>
                    <a:pt x="13323" y="2124"/>
                  </a:lnTo>
                  <a:lnTo>
                    <a:pt x="13439" y="1854"/>
                  </a:lnTo>
                  <a:lnTo>
                    <a:pt x="13516" y="1583"/>
                  </a:lnTo>
                  <a:lnTo>
                    <a:pt x="13516" y="1236"/>
                  </a:lnTo>
                  <a:lnTo>
                    <a:pt x="13477" y="1120"/>
                  </a:lnTo>
                  <a:close/>
                  <a:moveTo>
                    <a:pt x="10659" y="0"/>
                  </a:moveTo>
                  <a:lnTo>
                    <a:pt x="9886" y="39"/>
                  </a:lnTo>
                  <a:lnTo>
                    <a:pt x="9114" y="116"/>
                  </a:lnTo>
                  <a:lnTo>
                    <a:pt x="8303" y="232"/>
                  </a:lnTo>
                  <a:lnTo>
                    <a:pt x="7531" y="348"/>
                  </a:lnTo>
                  <a:lnTo>
                    <a:pt x="6720" y="541"/>
                  </a:lnTo>
                  <a:lnTo>
                    <a:pt x="5909" y="734"/>
                  </a:lnTo>
                  <a:lnTo>
                    <a:pt x="5021" y="1004"/>
                  </a:lnTo>
                  <a:lnTo>
                    <a:pt x="4133" y="1352"/>
                  </a:lnTo>
                  <a:lnTo>
                    <a:pt x="3245" y="1699"/>
                  </a:lnTo>
                  <a:lnTo>
                    <a:pt x="2395" y="2124"/>
                  </a:lnTo>
                  <a:lnTo>
                    <a:pt x="1777" y="2433"/>
                  </a:lnTo>
                  <a:lnTo>
                    <a:pt x="1391" y="2626"/>
                  </a:lnTo>
                  <a:lnTo>
                    <a:pt x="1043" y="2858"/>
                  </a:lnTo>
                  <a:lnTo>
                    <a:pt x="696" y="3089"/>
                  </a:lnTo>
                  <a:lnTo>
                    <a:pt x="464" y="3398"/>
                  </a:lnTo>
                  <a:lnTo>
                    <a:pt x="348" y="3553"/>
                  </a:lnTo>
                  <a:lnTo>
                    <a:pt x="271" y="3707"/>
                  </a:lnTo>
                  <a:lnTo>
                    <a:pt x="233" y="3861"/>
                  </a:lnTo>
                  <a:lnTo>
                    <a:pt x="233" y="4055"/>
                  </a:lnTo>
                  <a:lnTo>
                    <a:pt x="194" y="4132"/>
                  </a:lnTo>
                  <a:lnTo>
                    <a:pt x="194" y="4170"/>
                  </a:lnTo>
                  <a:lnTo>
                    <a:pt x="117" y="4325"/>
                  </a:lnTo>
                  <a:lnTo>
                    <a:pt x="40" y="4479"/>
                  </a:lnTo>
                  <a:lnTo>
                    <a:pt x="1" y="4634"/>
                  </a:lnTo>
                  <a:lnTo>
                    <a:pt x="1" y="4788"/>
                  </a:lnTo>
                  <a:lnTo>
                    <a:pt x="40" y="5136"/>
                  </a:lnTo>
                  <a:lnTo>
                    <a:pt x="194" y="5445"/>
                  </a:lnTo>
                  <a:lnTo>
                    <a:pt x="348" y="5638"/>
                  </a:lnTo>
                  <a:lnTo>
                    <a:pt x="503" y="5831"/>
                  </a:lnTo>
                  <a:lnTo>
                    <a:pt x="696" y="5947"/>
                  </a:lnTo>
                  <a:lnTo>
                    <a:pt x="928" y="6063"/>
                  </a:lnTo>
                  <a:lnTo>
                    <a:pt x="966" y="6256"/>
                  </a:lnTo>
                  <a:lnTo>
                    <a:pt x="1275" y="6178"/>
                  </a:lnTo>
                  <a:lnTo>
                    <a:pt x="1314" y="6217"/>
                  </a:lnTo>
                  <a:lnTo>
                    <a:pt x="1314" y="6256"/>
                  </a:lnTo>
                  <a:lnTo>
                    <a:pt x="1352" y="6294"/>
                  </a:lnTo>
                  <a:lnTo>
                    <a:pt x="1468" y="6256"/>
                  </a:lnTo>
                  <a:lnTo>
                    <a:pt x="1816" y="6294"/>
                  </a:lnTo>
                  <a:lnTo>
                    <a:pt x="2395" y="6333"/>
                  </a:lnTo>
                  <a:lnTo>
                    <a:pt x="3013" y="6371"/>
                  </a:lnTo>
                  <a:lnTo>
                    <a:pt x="3592" y="6333"/>
                  </a:lnTo>
                  <a:lnTo>
                    <a:pt x="4171" y="6294"/>
                  </a:lnTo>
                  <a:lnTo>
                    <a:pt x="5368" y="6101"/>
                  </a:lnTo>
                  <a:lnTo>
                    <a:pt x="6565" y="5869"/>
                  </a:lnTo>
                  <a:lnTo>
                    <a:pt x="6758" y="5831"/>
                  </a:lnTo>
                  <a:lnTo>
                    <a:pt x="7994" y="5522"/>
                  </a:lnTo>
                  <a:lnTo>
                    <a:pt x="9037" y="5252"/>
                  </a:lnTo>
                  <a:lnTo>
                    <a:pt x="10079" y="4981"/>
                  </a:lnTo>
                  <a:lnTo>
                    <a:pt x="11161" y="4595"/>
                  </a:lnTo>
                  <a:lnTo>
                    <a:pt x="11663" y="4363"/>
                  </a:lnTo>
                  <a:lnTo>
                    <a:pt x="12126" y="4132"/>
                  </a:lnTo>
                  <a:lnTo>
                    <a:pt x="12126" y="4248"/>
                  </a:lnTo>
                  <a:lnTo>
                    <a:pt x="12396" y="4286"/>
                  </a:lnTo>
                  <a:lnTo>
                    <a:pt x="12782" y="4711"/>
                  </a:lnTo>
                  <a:lnTo>
                    <a:pt x="13014" y="4518"/>
                  </a:lnTo>
                  <a:lnTo>
                    <a:pt x="12435" y="3939"/>
                  </a:lnTo>
                  <a:lnTo>
                    <a:pt x="12898" y="3668"/>
                  </a:lnTo>
                  <a:lnTo>
                    <a:pt x="13362" y="3321"/>
                  </a:lnTo>
                  <a:lnTo>
                    <a:pt x="13632" y="3051"/>
                  </a:lnTo>
                  <a:lnTo>
                    <a:pt x="13825" y="2703"/>
                  </a:lnTo>
                  <a:lnTo>
                    <a:pt x="14134" y="2626"/>
                  </a:lnTo>
                  <a:lnTo>
                    <a:pt x="14018" y="2317"/>
                  </a:lnTo>
                  <a:lnTo>
                    <a:pt x="14095" y="2008"/>
                  </a:lnTo>
                  <a:lnTo>
                    <a:pt x="14134" y="1738"/>
                  </a:lnTo>
                  <a:lnTo>
                    <a:pt x="14095" y="1467"/>
                  </a:lnTo>
                  <a:lnTo>
                    <a:pt x="14018" y="1236"/>
                  </a:lnTo>
                  <a:lnTo>
                    <a:pt x="13902" y="1004"/>
                  </a:lnTo>
                  <a:lnTo>
                    <a:pt x="13748" y="811"/>
                  </a:lnTo>
                  <a:lnTo>
                    <a:pt x="13477" y="618"/>
                  </a:lnTo>
                  <a:lnTo>
                    <a:pt x="13169" y="502"/>
                  </a:lnTo>
                  <a:lnTo>
                    <a:pt x="13091" y="502"/>
                  </a:lnTo>
                  <a:lnTo>
                    <a:pt x="12898" y="386"/>
                  </a:lnTo>
                  <a:lnTo>
                    <a:pt x="12667" y="270"/>
                  </a:lnTo>
                  <a:lnTo>
                    <a:pt x="12435" y="154"/>
                  </a:lnTo>
                  <a:lnTo>
                    <a:pt x="12203" y="116"/>
                  </a:lnTo>
                  <a:lnTo>
                    <a:pt x="11817" y="39"/>
                  </a:lnTo>
                  <a:lnTo>
                    <a:pt x="1143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3"/>
            <p:cNvSpPr/>
            <p:nvPr/>
          </p:nvSpPr>
          <p:spPr>
            <a:xfrm>
              <a:off x="2291450" y="1821150"/>
              <a:ext cx="200825" cy="230750"/>
            </a:xfrm>
            <a:custGeom>
              <a:avLst/>
              <a:gdLst/>
              <a:ahLst/>
              <a:cxnLst/>
              <a:rect l="l" t="t" r="r" b="b"/>
              <a:pathLst>
                <a:path w="8033" h="9230" extrusionOk="0">
                  <a:moveTo>
                    <a:pt x="2047" y="1"/>
                  </a:moveTo>
                  <a:lnTo>
                    <a:pt x="1893" y="78"/>
                  </a:lnTo>
                  <a:lnTo>
                    <a:pt x="1738" y="155"/>
                  </a:lnTo>
                  <a:lnTo>
                    <a:pt x="1430" y="425"/>
                  </a:lnTo>
                  <a:lnTo>
                    <a:pt x="1198" y="734"/>
                  </a:lnTo>
                  <a:lnTo>
                    <a:pt x="966" y="1005"/>
                  </a:lnTo>
                  <a:lnTo>
                    <a:pt x="735" y="1352"/>
                  </a:lnTo>
                  <a:lnTo>
                    <a:pt x="503" y="1738"/>
                  </a:lnTo>
                  <a:lnTo>
                    <a:pt x="348" y="2124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39" y="3476"/>
                  </a:lnTo>
                  <a:lnTo>
                    <a:pt x="1" y="3939"/>
                  </a:lnTo>
                  <a:lnTo>
                    <a:pt x="78" y="4441"/>
                  </a:lnTo>
                  <a:lnTo>
                    <a:pt x="155" y="4905"/>
                  </a:lnTo>
                  <a:lnTo>
                    <a:pt x="271" y="5329"/>
                  </a:lnTo>
                  <a:lnTo>
                    <a:pt x="464" y="5793"/>
                  </a:lnTo>
                  <a:lnTo>
                    <a:pt x="696" y="6179"/>
                  </a:lnTo>
                  <a:lnTo>
                    <a:pt x="1043" y="6179"/>
                  </a:lnTo>
                  <a:lnTo>
                    <a:pt x="889" y="5831"/>
                  </a:lnTo>
                  <a:lnTo>
                    <a:pt x="735" y="5484"/>
                  </a:lnTo>
                  <a:lnTo>
                    <a:pt x="657" y="5136"/>
                  </a:lnTo>
                  <a:lnTo>
                    <a:pt x="541" y="4789"/>
                  </a:lnTo>
                  <a:lnTo>
                    <a:pt x="503" y="4403"/>
                  </a:lnTo>
                  <a:lnTo>
                    <a:pt x="464" y="4055"/>
                  </a:lnTo>
                  <a:lnTo>
                    <a:pt x="464" y="3669"/>
                  </a:lnTo>
                  <a:lnTo>
                    <a:pt x="464" y="3321"/>
                  </a:lnTo>
                  <a:lnTo>
                    <a:pt x="541" y="2974"/>
                  </a:lnTo>
                  <a:lnTo>
                    <a:pt x="619" y="2626"/>
                  </a:lnTo>
                  <a:lnTo>
                    <a:pt x="735" y="2279"/>
                  </a:lnTo>
                  <a:lnTo>
                    <a:pt x="850" y="1931"/>
                  </a:lnTo>
                  <a:lnTo>
                    <a:pt x="1043" y="1622"/>
                  </a:lnTo>
                  <a:lnTo>
                    <a:pt x="1236" y="1313"/>
                  </a:lnTo>
                  <a:lnTo>
                    <a:pt x="1468" y="1005"/>
                  </a:lnTo>
                  <a:lnTo>
                    <a:pt x="1777" y="734"/>
                  </a:lnTo>
                  <a:lnTo>
                    <a:pt x="1970" y="580"/>
                  </a:lnTo>
                  <a:lnTo>
                    <a:pt x="2086" y="503"/>
                  </a:lnTo>
                  <a:lnTo>
                    <a:pt x="2202" y="464"/>
                  </a:lnTo>
                  <a:lnTo>
                    <a:pt x="2318" y="580"/>
                  </a:lnTo>
                  <a:lnTo>
                    <a:pt x="2434" y="811"/>
                  </a:lnTo>
                  <a:lnTo>
                    <a:pt x="2588" y="1198"/>
                  </a:lnTo>
                  <a:lnTo>
                    <a:pt x="2742" y="1584"/>
                  </a:lnTo>
                  <a:lnTo>
                    <a:pt x="2858" y="1931"/>
                  </a:lnTo>
                  <a:lnTo>
                    <a:pt x="2974" y="2317"/>
                  </a:lnTo>
                  <a:lnTo>
                    <a:pt x="3051" y="2704"/>
                  </a:lnTo>
                  <a:lnTo>
                    <a:pt x="3090" y="3090"/>
                  </a:lnTo>
                  <a:lnTo>
                    <a:pt x="3090" y="3437"/>
                  </a:lnTo>
                  <a:lnTo>
                    <a:pt x="3051" y="3785"/>
                  </a:lnTo>
                  <a:lnTo>
                    <a:pt x="3013" y="4132"/>
                  </a:lnTo>
                  <a:lnTo>
                    <a:pt x="2897" y="4480"/>
                  </a:lnTo>
                  <a:lnTo>
                    <a:pt x="2781" y="4789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22"/>
                  </a:lnTo>
                  <a:lnTo>
                    <a:pt x="2395" y="5638"/>
                  </a:lnTo>
                  <a:lnTo>
                    <a:pt x="2356" y="5716"/>
                  </a:lnTo>
                  <a:lnTo>
                    <a:pt x="2356" y="5754"/>
                  </a:lnTo>
                  <a:lnTo>
                    <a:pt x="2395" y="5793"/>
                  </a:lnTo>
                  <a:lnTo>
                    <a:pt x="2472" y="5793"/>
                  </a:lnTo>
                  <a:lnTo>
                    <a:pt x="2627" y="5716"/>
                  </a:lnTo>
                  <a:lnTo>
                    <a:pt x="2820" y="5677"/>
                  </a:lnTo>
                  <a:lnTo>
                    <a:pt x="3206" y="5677"/>
                  </a:lnTo>
                  <a:lnTo>
                    <a:pt x="3631" y="5716"/>
                  </a:lnTo>
                  <a:lnTo>
                    <a:pt x="4055" y="5793"/>
                  </a:lnTo>
                  <a:lnTo>
                    <a:pt x="4442" y="5947"/>
                  </a:lnTo>
                  <a:lnTo>
                    <a:pt x="4866" y="6102"/>
                  </a:lnTo>
                  <a:lnTo>
                    <a:pt x="5214" y="6256"/>
                  </a:lnTo>
                  <a:lnTo>
                    <a:pt x="5523" y="6449"/>
                  </a:lnTo>
                  <a:lnTo>
                    <a:pt x="5832" y="6642"/>
                  </a:lnTo>
                  <a:lnTo>
                    <a:pt x="6141" y="6835"/>
                  </a:lnTo>
                  <a:lnTo>
                    <a:pt x="6411" y="7067"/>
                  </a:lnTo>
                  <a:lnTo>
                    <a:pt x="6681" y="7337"/>
                  </a:lnTo>
                  <a:lnTo>
                    <a:pt x="6913" y="7608"/>
                  </a:lnTo>
                  <a:lnTo>
                    <a:pt x="7145" y="7878"/>
                  </a:lnTo>
                  <a:lnTo>
                    <a:pt x="7338" y="8187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95" y="8766"/>
                  </a:lnTo>
                  <a:lnTo>
                    <a:pt x="5870" y="8805"/>
                  </a:lnTo>
                  <a:lnTo>
                    <a:pt x="5484" y="8805"/>
                  </a:lnTo>
                  <a:lnTo>
                    <a:pt x="5059" y="8727"/>
                  </a:lnTo>
                  <a:lnTo>
                    <a:pt x="4673" y="8612"/>
                  </a:lnTo>
                  <a:lnTo>
                    <a:pt x="4248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72" y="7106"/>
                  </a:lnTo>
                  <a:lnTo>
                    <a:pt x="1932" y="6565"/>
                  </a:lnTo>
                  <a:lnTo>
                    <a:pt x="1854" y="6526"/>
                  </a:lnTo>
                  <a:lnTo>
                    <a:pt x="1816" y="6488"/>
                  </a:lnTo>
                  <a:lnTo>
                    <a:pt x="1661" y="6526"/>
                  </a:lnTo>
                  <a:lnTo>
                    <a:pt x="1623" y="6526"/>
                  </a:lnTo>
                  <a:lnTo>
                    <a:pt x="1584" y="6565"/>
                  </a:lnTo>
                  <a:lnTo>
                    <a:pt x="1430" y="6835"/>
                  </a:lnTo>
                  <a:lnTo>
                    <a:pt x="1661" y="6874"/>
                  </a:lnTo>
                  <a:lnTo>
                    <a:pt x="2279" y="7492"/>
                  </a:lnTo>
                  <a:lnTo>
                    <a:pt x="2897" y="8071"/>
                  </a:lnTo>
                  <a:lnTo>
                    <a:pt x="3244" y="8341"/>
                  </a:lnTo>
                  <a:lnTo>
                    <a:pt x="3631" y="8573"/>
                  </a:lnTo>
                  <a:lnTo>
                    <a:pt x="3978" y="8766"/>
                  </a:lnTo>
                  <a:lnTo>
                    <a:pt x="4364" y="8959"/>
                  </a:lnTo>
                  <a:lnTo>
                    <a:pt x="4828" y="9114"/>
                  </a:lnTo>
                  <a:lnTo>
                    <a:pt x="5252" y="9191"/>
                  </a:lnTo>
                  <a:lnTo>
                    <a:pt x="5677" y="9229"/>
                  </a:lnTo>
                  <a:lnTo>
                    <a:pt x="6141" y="9229"/>
                  </a:lnTo>
                  <a:lnTo>
                    <a:pt x="6565" y="9152"/>
                  </a:lnTo>
                  <a:lnTo>
                    <a:pt x="6990" y="9075"/>
                  </a:lnTo>
                  <a:lnTo>
                    <a:pt x="7878" y="8843"/>
                  </a:lnTo>
                  <a:lnTo>
                    <a:pt x="7955" y="8805"/>
                  </a:lnTo>
                  <a:lnTo>
                    <a:pt x="7994" y="8727"/>
                  </a:lnTo>
                  <a:lnTo>
                    <a:pt x="8033" y="8650"/>
                  </a:lnTo>
                  <a:lnTo>
                    <a:pt x="7994" y="8534"/>
                  </a:lnTo>
                  <a:lnTo>
                    <a:pt x="7762" y="8110"/>
                  </a:lnTo>
                  <a:lnTo>
                    <a:pt x="7492" y="7685"/>
                  </a:lnTo>
                  <a:lnTo>
                    <a:pt x="7222" y="7299"/>
                  </a:lnTo>
                  <a:lnTo>
                    <a:pt x="6874" y="6913"/>
                  </a:lnTo>
                  <a:lnTo>
                    <a:pt x="6527" y="6604"/>
                  </a:lnTo>
                  <a:lnTo>
                    <a:pt x="6141" y="6295"/>
                  </a:lnTo>
                  <a:lnTo>
                    <a:pt x="5716" y="6024"/>
                  </a:lnTo>
                  <a:lnTo>
                    <a:pt x="5252" y="5793"/>
                  </a:lnTo>
                  <a:lnTo>
                    <a:pt x="4828" y="5638"/>
                  </a:lnTo>
                  <a:lnTo>
                    <a:pt x="4248" y="5445"/>
                  </a:lnTo>
                  <a:lnTo>
                    <a:pt x="3940" y="5368"/>
                  </a:lnTo>
                  <a:lnTo>
                    <a:pt x="3592" y="5291"/>
                  </a:lnTo>
                  <a:lnTo>
                    <a:pt x="3013" y="5291"/>
                  </a:lnTo>
                  <a:lnTo>
                    <a:pt x="3167" y="4982"/>
                  </a:lnTo>
                  <a:lnTo>
                    <a:pt x="3322" y="4634"/>
                  </a:lnTo>
                  <a:lnTo>
                    <a:pt x="3399" y="4287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06"/>
                  </a:lnTo>
                  <a:lnTo>
                    <a:pt x="3515" y="2858"/>
                  </a:lnTo>
                  <a:lnTo>
                    <a:pt x="3438" y="2472"/>
                  </a:lnTo>
                  <a:lnTo>
                    <a:pt x="3322" y="1970"/>
                  </a:lnTo>
                  <a:lnTo>
                    <a:pt x="3167" y="1468"/>
                  </a:lnTo>
                  <a:lnTo>
                    <a:pt x="2936" y="966"/>
                  </a:lnTo>
                  <a:lnTo>
                    <a:pt x="2704" y="503"/>
                  </a:lnTo>
                  <a:lnTo>
                    <a:pt x="2588" y="271"/>
                  </a:lnTo>
                  <a:lnTo>
                    <a:pt x="2472" y="116"/>
                  </a:lnTo>
                  <a:lnTo>
                    <a:pt x="2356" y="39"/>
                  </a:lnTo>
                  <a:lnTo>
                    <a:pt x="227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3"/>
            <p:cNvSpPr/>
            <p:nvPr/>
          </p:nvSpPr>
          <p:spPr>
            <a:xfrm>
              <a:off x="6650100" y="1835625"/>
              <a:ext cx="350475" cy="288675"/>
            </a:xfrm>
            <a:custGeom>
              <a:avLst/>
              <a:gdLst/>
              <a:ahLst/>
              <a:cxnLst/>
              <a:rect l="l" t="t" r="r" b="b"/>
              <a:pathLst>
                <a:path w="14019" h="11547" extrusionOk="0">
                  <a:moveTo>
                    <a:pt x="11778" y="1"/>
                  </a:moveTo>
                  <a:lnTo>
                    <a:pt x="11470" y="78"/>
                  </a:lnTo>
                  <a:lnTo>
                    <a:pt x="11856" y="1932"/>
                  </a:lnTo>
                  <a:lnTo>
                    <a:pt x="12280" y="3746"/>
                  </a:lnTo>
                  <a:lnTo>
                    <a:pt x="11508" y="2781"/>
                  </a:lnTo>
                  <a:lnTo>
                    <a:pt x="10659" y="1893"/>
                  </a:lnTo>
                  <a:lnTo>
                    <a:pt x="10427" y="2086"/>
                  </a:lnTo>
                  <a:lnTo>
                    <a:pt x="11470" y="3437"/>
                  </a:lnTo>
                  <a:lnTo>
                    <a:pt x="12551" y="4750"/>
                  </a:lnTo>
                  <a:lnTo>
                    <a:pt x="12860" y="5754"/>
                  </a:lnTo>
                  <a:lnTo>
                    <a:pt x="13169" y="5754"/>
                  </a:lnTo>
                  <a:lnTo>
                    <a:pt x="13207" y="5639"/>
                  </a:lnTo>
                  <a:lnTo>
                    <a:pt x="13169" y="5523"/>
                  </a:lnTo>
                  <a:lnTo>
                    <a:pt x="13439" y="5716"/>
                  </a:lnTo>
                  <a:lnTo>
                    <a:pt x="13593" y="5947"/>
                  </a:lnTo>
                  <a:lnTo>
                    <a:pt x="13671" y="6179"/>
                  </a:lnTo>
                  <a:lnTo>
                    <a:pt x="13709" y="6411"/>
                  </a:lnTo>
                  <a:lnTo>
                    <a:pt x="13632" y="6681"/>
                  </a:lnTo>
                  <a:lnTo>
                    <a:pt x="13516" y="6913"/>
                  </a:lnTo>
                  <a:lnTo>
                    <a:pt x="13362" y="7183"/>
                  </a:lnTo>
                  <a:lnTo>
                    <a:pt x="13169" y="7453"/>
                  </a:lnTo>
                  <a:lnTo>
                    <a:pt x="12744" y="7955"/>
                  </a:lnTo>
                  <a:lnTo>
                    <a:pt x="12203" y="8419"/>
                  </a:lnTo>
                  <a:lnTo>
                    <a:pt x="11740" y="8766"/>
                  </a:lnTo>
                  <a:lnTo>
                    <a:pt x="11354" y="9075"/>
                  </a:lnTo>
                  <a:lnTo>
                    <a:pt x="10543" y="9577"/>
                  </a:lnTo>
                  <a:lnTo>
                    <a:pt x="9655" y="10002"/>
                  </a:lnTo>
                  <a:lnTo>
                    <a:pt x="8767" y="10388"/>
                  </a:lnTo>
                  <a:lnTo>
                    <a:pt x="7878" y="10658"/>
                  </a:lnTo>
                  <a:lnTo>
                    <a:pt x="6952" y="10890"/>
                  </a:lnTo>
                  <a:lnTo>
                    <a:pt x="5986" y="11083"/>
                  </a:lnTo>
                  <a:lnTo>
                    <a:pt x="5021" y="11160"/>
                  </a:lnTo>
                  <a:lnTo>
                    <a:pt x="3631" y="11160"/>
                  </a:lnTo>
                  <a:lnTo>
                    <a:pt x="3013" y="11122"/>
                  </a:lnTo>
                  <a:lnTo>
                    <a:pt x="2356" y="11045"/>
                  </a:lnTo>
                  <a:lnTo>
                    <a:pt x="1661" y="10929"/>
                  </a:lnTo>
                  <a:lnTo>
                    <a:pt x="1352" y="10813"/>
                  </a:lnTo>
                  <a:lnTo>
                    <a:pt x="1082" y="10697"/>
                  </a:lnTo>
                  <a:lnTo>
                    <a:pt x="812" y="10543"/>
                  </a:lnTo>
                  <a:lnTo>
                    <a:pt x="619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2"/>
                  </a:lnTo>
                  <a:lnTo>
                    <a:pt x="387" y="9461"/>
                  </a:lnTo>
                  <a:lnTo>
                    <a:pt x="155" y="9423"/>
                  </a:lnTo>
                  <a:lnTo>
                    <a:pt x="40" y="9654"/>
                  </a:lnTo>
                  <a:lnTo>
                    <a:pt x="1" y="9886"/>
                  </a:lnTo>
                  <a:lnTo>
                    <a:pt x="40" y="10118"/>
                  </a:lnTo>
                  <a:lnTo>
                    <a:pt x="78" y="10311"/>
                  </a:lnTo>
                  <a:lnTo>
                    <a:pt x="194" y="10465"/>
                  </a:lnTo>
                  <a:lnTo>
                    <a:pt x="348" y="10620"/>
                  </a:lnTo>
                  <a:lnTo>
                    <a:pt x="542" y="10774"/>
                  </a:lnTo>
                  <a:lnTo>
                    <a:pt x="773" y="10890"/>
                  </a:lnTo>
                  <a:lnTo>
                    <a:pt x="1237" y="11083"/>
                  </a:lnTo>
                  <a:lnTo>
                    <a:pt x="1739" y="11238"/>
                  </a:lnTo>
                  <a:lnTo>
                    <a:pt x="2202" y="11354"/>
                  </a:lnTo>
                  <a:lnTo>
                    <a:pt x="2627" y="11431"/>
                  </a:lnTo>
                  <a:lnTo>
                    <a:pt x="3322" y="11508"/>
                  </a:lnTo>
                  <a:lnTo>
                    <a:pt x="3978" y="11547"/>
                  </a:lnTo>
                  <a:lnTo>
                    <a:pt x="4673" y="11547"/>
                  </a:lnTo>
                  <a:lnTo>
                    <a:pt x="5368" y="11508"/>
                  </a:lnTo>
                  <a:lnTo>
                    <a:pt x="6063" y="11431"/>
                  </a:lnTo>
                  <a:lnTo>
                    <a:pt x="6759" y="11315"/>
                  </a:lnTo>
                  <a:lnTo>
                    <a:pt x="7415" y="11160"/>
                  </a:lnTo>
                  <a:lnTo>
                    <a:pt x="8071" y="11006"/>
                  </a:lnTo>
                  <a:lnTo>
                    <a:pt x="8728" y="10774"/>
                  </a:lnTo>
                  <a:lnTo>
                    <a:pt x="9346" y="10543"/>
                  </a:lnTo>
                  <a:lnTo>
                    <a:pt x="9964" y="10272"/>
                  </a:lnTo>
                  <a:lnTo>
                    <a:pt x="10543" y="9963"/>
                  </a:lnTo>
                  <a:lnTo>
                    <a:pt x="11122" y="9654"/>
                  </a:lnTo>
                  <a:lnTo>
                    <a:pt x="11701" y="9268"/>
                  </a:lnTo>
                  <a:lnTo>
                    <a:pt x="12242" y="8882"/>
                  </a:lnTo>
                  <a:lnTo>
                    <a:pt x="12744" y="8457"/>
                  </a:lnTo>
                  <a:lnTo>
                    <a:pt x="13169" y="8071"/>
                  </a:lnTo>
                  <a:lnTo>
                    <a:pt x="13555" y="7646"/>
                  </a:lnTo>
                  <a:lnTo>
                    <a:pt x="13748" y="7376"/>
                  </a:lnTo>
                  <a:lnTo>
                    <a:pt x="13864" y="7145"/>
                  </a:lnTo>
                  <a:lnTo>
                    <a:pt x="13980" y="6874"/>
                  </a:lnTo>
                  <a:lnTo>
                    <a:pt x="14018" y="6565"/>
                  </a:lnTo>
                  <a:lnTo>
                    <a:pt x="14018" y="6334"/>
                  </a:lnTo>
                  <a:lnTo>
                    <a:pt x="14018" y="6141"/>
                  </a:lnTo>
                  <a:lnTo>
                    <a:pt x="13941" y="5909"/>
                  </a:lnTo>
                  <a:lnTo>
                    <a:pt x="13864" y="5716"/>
                  </a:lnTo>
                  <a:lnTo>
                    <a:pt x="13748" y="5523"/>
                  </a:lnTo>
                  <a:lnTo>
                    <a:pt x="13593" y="5368"/>
                  </a:lnTo>
                  <a:lnTo>
                    <a:pt x="13439" y="5252"/>
                  </a:lnTo>
                  <a:lnTo>
                    <a:pt x="13246" y="5137"/>
                  </a:lnTo>
                  <a:lnTo>
                    <a:pt x="13091" y="5137"/>
                  </a:lnTo>
                  <a:lnTo>
                    <a:pt x="12821" y="3824"/>
                  </a:lnTo>
                  <a:lnTo>
                    <a:pt x="12512" y="2549"/>
                  </a:lnTo>
                  <a:lnTo>
                    <a:pt x="12165" y="1275"/>
                  </a:lnTo>
                  <a:lnTo>
                    <a:pt x="117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3"/>
            <p:cNvSpPr/>
            <p:nvPr/>
          </p:nvSpPr>
          <p:spPr>
            <a:xfrm>
              <a:off x="609775" y="1851075"/>
              <a:ext cx="353350" cy="159325"/>
            </a:xfrm>
            <a:custGeom>
              <a:avLst/>
              <a:gdLst/>
              <a:ahLst/>
              <a:cxnLst/>
              <a:rect l="l" t="t" r="r" b="b"/>
              <a:pathLst>
                <a:path w="14134" h="6373" extrusionOk="0">
                  <a:moveTo>
                    <a:pt x="11160" y="464"/>
                  </a:moveTo>
                  <a:lnTo>
                    <a:pt x="11624" y="503"/>
                  </a:lnTo>
                  <a:lnTo>
                    <a:pt x="12049" y="541"/>
                  </a:lnTo>
                  <a:lnTo>
                    <a:pt x="12435" y="657"/>
                  </a:lnTo>
                  <a:lnTo>
                    <a:pt x="12628" y="734"/>
                  </a:lnTo>
                  <a:lnTo>
                    <a:pt x="12744" y="812"/>
                  </a:lnTo>
                  <a:lnTo>
                    <a:pt x="12859" y="966"/>
                  </a:lnTo>
                  <a:lnTo>
                    <a:pt x="12937" y="1082"/>
                  </a:lnTo>
                  <a:lnTo>
                    <a:pt x="12975" y="1314"/>
                  </a:lnTo>
                  <a:lnTo>
                    <a:pt x="12975" y="1507"/>
                  </a:lnTo>
                  <a:lnTo>
                    <a:pt x="12937" y="1700"/>
                  </a:lnTo>
                  <a:lnTo>
                    <a:pt x="12821" y="1893"/>
                  </a:lnTo>
                  <a:lnTo>
                    <a:pt x="12705" y="2086"/>
                  </a:lnTo>
                  <a:lnTo>
                    <a:pt x="12589" y="2240"/>
                  </a:lnTo>
                  <a:lnTo>
                    <a:pt x="12242" y="2472"/>
                  </a:lnTo>
                  <a:lnTo>
                    <a:pt x="11817" y="2742"/>
                  </a:lnTo>
                  <a:lnTo>
                    <a:pt x="11392" y="2935"/>
                  </a:lnTo>
                  <a:lnTo>
                    <a:pt x="10658" y="3206"/>
                  </a:lnTo>
                  <a:lnTo>
                    <a:pt x="9925" y="3437"/>
                  </a:lnTo>
                  <a:lnTo>
                    <a:pt x="9152" y="3708"/>
                  </a:lnTo>
                  <a:lnTo>
                    <a:pt x="8380" y="3901"/>
                  </a:lnTo>
                  <a:lnTo>
                    <a:pt x="7608" y="4094"/>
                  </a:lnTo>
                  <a:lnTo>
                    <a:pt x="6797" y="4287"/>
                  </a:lnTo>
                  <a:lnTo>
                    <a:pt x="5909" y="4441"/>
                  </a:lnTo>
                  <a:lnTo>
                    <a:pt x="5021" y="4596"/>
                  </a:lnTo>
                  <a:lnTo>
                    <a:pt x="4133" y="4712"/>
                  </a:lnTo>
                  <a:lnTo>
                    <a:pt x="3244" y="4789"/>
                  </a:lnTo>
                  <a:lnTo>
                    <a:pt x="2202" y="4789"/>
                  </a:lnTo>
                  <a:lnTo>
                    <a:pt x="1854" y="4750"/>
                  </a:lnTo>
                  <a:lnTo>
                    <a:pt x="1507" y="4673"/>
                  </a:lnTo>
                  <a:lnTo>
                    <a:pt x="1198" y="4557"/>
                  </a:lnTo>
                  <a:lnTo>
                    <a:pt x="889" y="4441"/>
                  </a:lnTo>
                  <a:lnTo>
                    <a:pt x="580" y="4248"/>
                  </a:lnTo>
                  <a:lnTo>
                    <a:pt x="657" y="4171"/>
                  </a:lnTo>
                  <a:lnTo>
                    <a:pt x="696" y="4055"/>
                  </a:lnTo>
                  <a:lnTo>
                    <a:pt x="696" y="3939"/>
                  </a:lnTo>
                  <a:lnTo>
                    <a:pt x="734" y="3823"/>
                  </a:lnTo>
                  <a:lnTo>
                    <a:pt x="850" y="3630"/>
                  </a:lnTo>
                  <a:lnTo>
                    <a:pt x="1082" y="3437"/>
                  </a:lnTo>
                  <a:lnTo>
                    <a:pt x="1314" y="3244"/>
                  </a:lnTo>
                  <a:lnTo>
                    <a:pt x="1854" y="2935"/>
                  </a:lnTo>
                  <a:lnTo>
                    <a:pt x="2279" y="2704"/>
                  </a:lnTo>
                  <a:lnTo>
                    <a:pt x="3013" y="2356"/>
                  </a:lnTo>
                  <a:lnTo>
                    <a:pt x="3708" y="2009"/>
                  </a:lnTo>
                  <a:lnTo>
                    <a:pt x="4480" y="1700"/>
                  </a:lnTo>
                  <a:lnTo>
                    <a:pt x="5252" y="1429"/>
                  </a:lnTo>
                  <a:lnTo>
                    <a:pt x="6025" y="1198"/>
                  </a:lnTo>
                  <a:lnTo>
                    <a:pt x="6836" y="1005"/>
                  </a:lnTo>
                  <a:lnTo>
                    <a:pt x="7608" y="812"/>
                  </a:lnTo>
                  <a:lnTo>
                    <a:pt x="8419" y="696"/>
                  </a:lnTo>
                  <a:lnTo>
                    <a:pt x="9230" y="580"/>
                  </a:lnTo>
                  <a:lnTo>
                    <a:pt x="10041" y="541"/>
                  </a:lnTo>
                  <a:lnTo>
                    <a:pt x="10736" y="503"/>
                  </a:lnTo>
                  <a:lnTo>
                    <a:pt x="11160" y="464"/>
                  </a:lnTo>
                  <a:close/>
                  <a:moveTo>
                    <a:pt x="13477" y="1120"/>
                  </a:moveTo>
                  <a:lnTo>
                    <a:pt x="13632" y="1314"/>
                  </a:lnTo>
                  <a:lnTo>
                    <a:pt x="13709" y="1507"/>
                  </a:lnTo>
                  <a:lnTo>
                    <a:pt x="13748" y="1738"/>
                  </a:lnTo>
                  <a:lnTo>
                    <a:pt x="13709" y="2009"/>
                  </a:lnTo>
                  <a:lnTo>
                    <a:pt x="13632" y="2240"/>
                  </a:lnTo>
                  <a:lnTo>
                    <a:pt x="13516" y="2472"/>
                  </a:lnTo>
                  <a:lnTo>
                    <a:pt x="13400" y="2704"/>
                  </a:lnTo>
                  <a:lnTo>
                    <a:pt x="13207" y="2897"/>
                  </a:lnTo>
                  <a:lnTo>
                    <a:pt x="12859" y="3206"/>
                  </a:lnTo>
                  <a:lnTo>
                    <a:pt x="12473" y="3437"/>
                  </a:lnTo>
                  <a:lnTo>
                    <a:pt x="12049" y="3669"/>
                  </a:lnTo>
                  <a:lnTo>
                    <a:pt x="11624" y="3901"/>
                  </a:lnTo>
                  <a:lnTo>
                    <a:pt x="10658" y="4287"/>
                  </a:lnTo>
                  <a:lnTo>
                    <a:pt x="9732" y="4634"/>
                  </a:lnTo>
                  <a:lnTo>
                    <a:pt x="8766" y="4905"/>
                  </a:lnTo>
                  <a:lnTo>
                    <a:pt x="7762" y="5175"/>
                  </a:lnTo>
                  <a:lnTo>
                    <a:pt x="6758" y="5407"/>
                  </a:lnTo>
                  <a:lnTo>
                    <a:pt x="5754" y="5600"/>
                  </a:lnTo>
                  <a:lnTo>
                    <a:pt x="4712" y="5793"/>
                  </a:lnTo>
                  <a:lnTo>
                    <a:pt x="3708" y="5909"/>
                  </a:lnTo>
                  <a:lnTo>
                    <a:pt x="2781" y="5986"/>
                  </a:lnTo>
                  <a:lnTo>
                    <a:pt x="2279" y="5986"/>
                  </a:lnTo>
                  <a:lnTo>
                    <a:pt x="1816" y="5947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8"/>
                  </a:lnTo>
                  <a:lnTo>
                    <a:pt x="696" y="5484"/>
                  </a:lnTo>
                  <a:lnTo>
                    <a:pt x="503" y="5252"/>
                  </a:lnTo>
                  <a:lnTo>
                    <a:pt x="348" y="5021"/>
                  </a:lnTo>
                  <a:lnTo>
                    <a:pt x="310" y="4866"/>
                  </a:lnTo>
                  <a:lnTo>
                    <a:pt x="310" y="4750"/>
                  </a:lnTo>
                  <a:lnTo>
                    <a:pt x="310" y="4596"/>
                  </a:lnTo>
                  <a:lnTo>
                    <a:pt x="348" y="4441"/>
                  </a:lnTo>
                  <a:lnTo>
                    <a:pt x="541" y="4673"/>
                  </a:lnTo>
                  <a:lnTo>
                    <a:pt x="812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3" y="5214"/>
                  </a:lnTo>
                  <a:lnTo>
                    <a:pt x="1931" y="5252"/>
                  </a:lnTo>
                  <a:lnTo>
                    <a:pt x="2588" y="5329"/>
                  </a:lnTo>
                  <a:lnTo>
                    <a:pt x="3244" y="5291"/>
                  </a:lnTo>
                  <a:lnTo>
                    <a:pt x="3939" y="5252"/>
                  </a:lnTo>
                  <a:lnTo>
                    <a:pt x="5137" y="5059"/>
                  </a:lnTo>
                  <a:lnTo>
                    <a:pt x="6913" y="4789"/>
                  </a:lnTo>
                  <a:lnTo>
                    <a:pt x="7840" y="4596"/>
                  </a:lnTo>
                  <a:lnTo>
                    <a:pt x="8728" y="4403"/>
                  </a:lnTo>
                  <a:lnTo>
                    <a:pt x="9616" y="4132"/>
                  </a:lnTo>
                  <a:lnTo>
                    <a:pt x="10504" y="3862"/>
                  </a:lnTo>
                  <a:lnTo>
                    <a:pt x="11353" y="3515"/>
                  </a:lnTo>
                  <a:lnTo>
                    <a:pt x="12164" y="3128"/>
                  </a:lnTo>
                  <a:lnTo>
                    <a:pt x="12435" y="2974"/>
                  </a:lnTo>
                  <a:lnTo>
                    <a:pt x="12705" y="2819"/>
                  </a:lnTo>
                  <a:lnTo>
                    <a:pt x="12937" y="2588"/>
                  </a:lnTo>
                  <a:lnTo>
                    <a:pt x="13130" y="2395"/>
                  </a:lnTo>
                  <a:lnTo>
                    <a:pt x="13323" y="2124"/>
                  </a:lnTo>
                  <a:lnTo>
                    <a:pt x="13439" y="1854"/>
                  </a:lnTo>
                  <a:lnTo>
                    <a:pt x="13516" y="1584"/>
                  </a:lnTo>
                  <a:lnTo>
                    <a:pt x="13516" y="1236"/>
                  </a:lnTo>
                  <a:lnTo>
                    <a:pt x="13477" y="1120"/>
                  </a:lnTo>
                  <a:close/>
                  <a:moveTo>
                    <a:pt x="10658" y="1"/>
                  </a:moveTo>
                  <a:lnTo>
                    <a:pt x="9886" y="39"/>
                  </a:lnTo>
                  <a:lnTo>
                    <a:pt x="9114" y="116"/>
                  </a:lnTo>
                  <a:lnTo>
                    <a:pt x="8303" y="232"/>
                  </a:lnTo>
                  <a:lnTo>
                    <a:pt x="7531" y="348"/>
                  </a:lnTo>
                  <a:lnTo>
                    <a:pt x="6720" y="541"/>
                  </a:lnTo>
                  <a:lnTo>
                    <a:pt x="5909" y="734"/>
                  </a:lnTo>
                  <a:lnTo>
                    <a:pt x="5021" y="1005"/>
                  </a:lnTo>
                  <a:lnTo>
                    <a:pt x="4133" y="1352"/>
                  </a:lnTo>
                  <a:lnTo>
                    <a:pt x="3244" y="1700"/>
                  </a:lnTo>
                  <a:lnTo>
                    <a:pt x="2395" y="2124"/>
                  </a:lnTo>
                  <a:lnTo>
                    <a:pt x="1777" y="2433"/>
                  </a:lnTo>
                  <a:lnTo>
                    <a:pt x="1391" y="2626"/>
                  </a:lnTo>
                  <a:lnTo>
                    <a:pt x="1043" y="2858"/>
                  </a:lnTo>
                  <a:lnTo>
                    <a:pt x="696" y="3090"/>
                  </a:lnTo>
                  <a:lnTo>
                    <a:pt x="464" y="3399"/>
                  </a:lnTo>
                  <a:lnTo>
                    <a:pt x="348" y="3553"/>
                  </a:lnTo>
                  <a:lnTo>
                    <a:pt x="271" y="3708"/>
                  </a:lnTo>
                  <a:lnTo>
                    <a:pt x="232" y="3862"/>
                  </a:lnTo>
                  <a:lnTo>
                    <a:pt x="232" y="4055"/>
                  </a:lnTo>
                  <a:lnTo>
                    <a:pt x="194" y="4132"/>
                  </a:lnTo>
                  <a:lnTo>
                    <a:pt x="194" y="4171"/>
                  </a:lnTo>
                  <a:lnTo>
                    <a:pt x="117" y="4325"/>
                  </a:lnTo>
                  <a:lnTo>
                    <a:pt x="39" y="4480"/>
                  </a:lnTo>
                  <a:lnTo>
                    <a:pt x="1" y="4634"/>
                  </a:lnTo>
                  <a:lnTo>
                    <a:pt x="1" y="4789"/>
                  </a:lnTo>
                  <a:lnTo>
                    <a:pt x="39" y="5136"/>
                  </a:lnTo>
                  <a:lnTo>
                    <a:pt x="194" y="5445"/>
                  </a:lnTo>
                  <a:lnTo>
                    <a:pt x="348" y="5638"/>
                  </a:lnTo>
                  <a:lnTo>
                    <a:pt x="503" y="5831"/>
                  </a:lnTo>
                  <a:lnTo>
                    <a:pt x="696" y="5947"/>
                  </a:lnTo>
                  <a:lnTo>
                    <a:pt x="927" y="6063"/>
                  </a:lnTo>
                  <a:lnTo>
                    <a:pt x="966" y="6256"/>
                  </a:lnTo>
                  <a:lnTo>
                    <a:pt x="1275" y="6179"/>
                  </a:lnTo>
                  <a:lnTo>
                    <a:pt x="1314" y="6218"/>
                  </a:lnTo>
                  <a:lnTo>
                    <a:pt x="1314" y="6256"/>
                  </a:lnTo>
                  <a:lnTo>
                    <a:pt x="1352" y="6295"/>
                  </a:lnTo>
                  <a:lnTo>
                    <a:pt x="1468" y="6256"/>
                  </a:lnTo>
                  <a:lnTo>
                    <a:pt x="1816" y="6295"/>
                  </a:lnTo>
                  <a:lnTo>
                    <a:pt x="2395" y="6333"/>
                  </a:lnTo>
                  <a:lnTo>
                    <a:pt x="3013" y="6372"/>
                  </a:lnTo>
                  <a:lnTo>
                    <a:pt x="3592" y="6333"/>
                  </a:lnTo>
                  <a:lnTo>
                    <a:pt x="4171" y="6295"/>
                  </a:lnTo>
                  <a:lnTo>
                    <a:pt x="5368" y="6102"/>
                  </a:lnTo>
                  <a:lnTo>
                    <a:pt x="6565" y="5870"/>
                  </a:lnTo>
                  <a:lnTo>
                    <a:pt x="6758" y="5831"/>
                  </a:lnTo>
                  <a:lnTo>
                    <a:pt x="7994" y="5523"/>
                  </a:lnTo>
                  <a:lnTo>
                    <a:pt x="9037" y="5252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6" y="4132"/>
                  </a:lnTo>
                  <a:lnTo>
                    <a:pt x="12126" y="4248"/>
                  </a:lnTo>
                  <a:lnTo>
                    <a:pt x="12396" y="4287"/>
                  </a:lnTo>
                  <a:lnTo>
                    <a:pt x="12782" y="4712"/>
                  </a:lnTo>
                  <a:lnTo>
                    <a:pt x="13014" y="4519"/>
                  </a:lnTo>
                  <a:lnTo>
                    <a:pt x="12435" y="3939"/>
                  </a:lnTo>
                  <a:lnTo>
                    <a:pt x="12898" y="3669"/>
                  </a:lnTo>
                  <a:lnTo>
                    <a:pt x="13361" y="3321"/>
                  </a:lnTo>
                  <a:lnTo>
                    <a:pt x="13632" y="3051"/>
                  </a:lnTo>
                  <a:lnTo>
                    <a:pt x="13825" y="2704"/>
                  </a:lnTo>
                  <a:lnTo>
                    <a:pt x="14134" y="2626"/>
                  </a:lnTo>
                  <a:lnTo>
                    <a:pt x="14018" y="2317"/>
                  </a:lnTo>
                  <a:lnTo>
                    <a:pt x="14095" y="2009"/>
                  </a:lnTo>
                  <a:lnTo>
                    <a:pt x="14134" y="1738"/>
                  </a:lnTo>
                  <a:lnTo>
                    <a:pt x="14095" y="1468"/>
                  </a:lnTo>
                  <a:lnTo>
                    <a:pt x="14018" y="1236"/>
                  </a:lnTo>
                  <a:lnTo>
                    <a:pt x="13902" y="1005"/>
                  </a:lnTo>
                  <a:lnTo>
                    <a:pt x="13748" y="812"/>
                  </a:lnTo>
                  <a:lnTo>
                    <a:pt x="13477" y="618"/>
                  </a:lnTo>
                  <a:lnTo>
                    <a:pt x="13168" y="503"/>
                  </a:lnTo>
                  <a:lnTo>
                    <a:pt x="13091" y="503"/>
                  </a:lnTo>
                  <a:lnTo>
                    <a:pt x="12898" y="387"/>
                  </a:lnTo>
                  <a:lnTo>
                    <a:pt x="12666" y="271"/>
                  </a:lnTo>
                  <a:lnTo>
                    <a:pt x="12435" y="155"/>
                  </a:lnTo>
                  <a:lnTo>
                    <a:pt x="12203" y="116"/>
                  </a:lnTo>
                  <a:lnTo>
                    <a:pt x="11817" y="39"/>
                  </a:lnTo>
                  <a:lnTo>
                    <a:pt x="1143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3"/>
            <p:cNvSpPr/>
            <p:nvPr/>
          </p:nvSpPr>
          <p:spPr>
            <a:xfrm>
              <a:off x="6883725" y="1876175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6" y="1"/>
                  </a:moveTo>
                  <a:lnTo>
                    <a:pt x="348" y="889"/>
                  </a:lnTo>
                  <a:lnTo>
                    <a:pt x="232" y="1815"/>
                  </a:lnTo>
                  <a:lnTo>
                    <a:pt x="155" y="3630"/>
                  </a:lnTo>
                  <a:lnTo>
                    <a:pt x="1" y="7260"/>
                  </a:lnTo>
                  <a:lnTo>
                    <a:pt x="194" y="7260"/>
                  </a:lnTo>
                  <a:lnTo>
                    <a:pt x="426" y="5484"/>
                  </a:lnTo>
                  <a:lnTo>
                    <a:pt x="580" y="3669"/>
                  </a:lnTo>
                  <a:lnTo>
                    <a:pt x="696" y="1854"/>
                  </a:lnTo>
                  <a:lnTo>
                    <a:pt x="696" y="927"/>
                  </a:lnTo>
                  <a:lnTo>
                    <a:pt x="696" y="39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"/>
            <p:cNvSpPr/>
            <p:nvPr/>
          </p:nvSpPr>
          <p:spPr>
            <a:xfrm>
              <a:off x="4796600" y="1878100"/>
              <a:ext cx="350450" cy="288675"/>
            </a:xfrm>
            <a:custGeom>
              <a:avLst/>
              <a:gdLst/>
              <a:ahLst/>
              <a:cxnLst/>
              <a:rect l="l" t="t" r="r" b="b"/>
              <a:pathLst>
                <a:path w="14018" h="11547" extrusionOk="0">
                  <a:moveTo>
                    <a:pt x="11778" y="1"/>
                  </a:moveTo>
                  <a:lnTo>
                    <a:pt x="11469" y="78"/>
                  </a:lnTo>
                  <a:lnTo>
                    <a:pt x="11855" y="1932"/>
                  </a:lnTo>
                  <a:lnTo>
                    <a:pt x="12280" y="3746"/>
                  </a:lnTo>
                  <a:lnTo>
                    <a:pt x="11508" y="2781"/>
                  </a:lnTo>
                  <a:lnTo>
                    <a:pt x="10658" y="1893"/>
                  </a:lnTo>
                  <a:lnTo>
                    <a:pt x="10426" y="2086"/>
                  </a:lnTo>
                  <a:lnTo>
                    <a:pt x="11469" y="3438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9"/>
                  </a:lnTo>
                  <a:lnTo>
                    <a:pt x="13168" y="5523"/>
                  </a:lnTo>
                  <a:lnTo>
                    <a:pt x="13438" y="5716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1"/>
                  </a:lnTo>
                  <a:lnTo>
                    <a:pt x="13631" y="6681"/>
                  </a:lnTo>
                  <a:lnTo>
                    <a:pt x="13516" y="6913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3" y="7955"/>
                  </a:lnTo>
                  <a:lnTo>
                    <a:pt x="12203" y="8419"/>
                  </a:lnTo>
                  <a:lnTo>
                    <a:pt x="11739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2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0" y="11160"/>
                  </a:lnTo>
                  <a:lnTo>
                    <a:pt x="3630" y="11160"/>
                  </a:lnTo>
                  <a:lnTo>
                    <a:pt x="3012" y="11122"/>
                  </a:lnTo>
                  <a:lnTo>
                    <a:pt x="2356" y="11045"/>
                  </a:lnTo>
                  <a:lnTo>
                    <a:pt x="1661" y="10929"/>
                  </a:lnTo>
                  <a:lnTo>
                    <a:pt x="1352" y="10813"/>
                  </a:lnTo>
                  <a:lnTo>
                    <a:pt x="1082" y="10697"/>
                  </a:lnTo>
                  <a:lnTo>
                    <a:pt x="811" y="10543"/>
                  </a:lnTo>
                  <a:lnTo>
                    <a:pt x="618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2"/>
                  </a:lnTo>
                  <a:lnTo>
                    <a:pt x="387" y="9461"/>
                  </a:lnTo>
                  <a:lnTo>
                    <a:pt x="155" y="9423"/>
                  </a:lnTo>
                  <a:lnTo>
                    <a:pt x="39" y="9655"/>
                  </a:lnTo>
                  <a:lnTo>
                    <a:pt x="0" y="9886"/>
                  </a:lnTo>
                  <a:lnTo>
                    <a:pt x="39" y="10118"/>
                  </a:lnTo>
                  <a:lnTo>
                    <a:pt x="78" y="10311"/>
                  </a:lnTo>
                  <a:lnTo>
                    <a:pt x="193" y="10465"/>
                  </a:lnTo>
                  <a:lnTo>
                    <a:pt x="348" y="10620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8"/>
                  </a:lnTo>
                  <a:lnTo>
                    <a:pt x="2201" y="11354"/>
                  </a:lnTo>
                  <a:lnTo>
                    <a:pt x="2626" y="11431"/>
                  </a:lnTo>
                  <a:lnTo>
                    <a:pt x="3321" y="11508"/>
                  </a:lnTo>
                  <a:lnTo>
                    <a:pt x="3978" y="11547"/>
                  </a:lnTo>
                  <a:lnTo>
                    <a:pt x="4673" y="11547"/>
                  </a:lnTo>
                  <a:lnTo>
                    <a:pt x="5368" y="11508"/>
                  </a:lnTo>
                  <a:lnTo>
                    <a:pt x="6063" y="11431"/>
                  </a:lnTo>
                  <a:lnTo>
                    <a:pt x="6758" y="11315"/>
                  </a:lnTo>
                  <a:lnTo>
                    <a:pt x="7414" y="11160"/>
                  </a:lnTo>
                  <a:lnTo>
                    <a:pt x="8071" y="11006"/>
                  </a:lnTo>
                  <a:lnTo>
                    <a:pt x="8727" y="10774"/>
                  </a:lnTo>
                  <a:lnTo>
                    <a:pt x="9345" y="10543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1" y="9655"/>
                  </a:lnTo>
                  <a:lnTo>
                    <a:pt x="11701" y="9268"/>
                  </a:lnTo>
                  <a:lnTo>
                    <a:pt x="12241" y="8882"/>
                  </a:lnTo>
                  <a:lnTo>
                    <a:pt x="12743" y="8457"/>
                  </a:lnTo>
                  <a:lnTo>
                    <a:pt x="13168" y="8071"/>
                  </a:lnTo>
                  <a:lnTo>
                    <a:pt x="13554" y="7647"/>
                  </a:lnTo>
                  <a:lnTo>
                    <a:pt x="13747" y="7376"/>
                  </a:lnTo>
                  <a:lnTo>
                    <a:pt x="13863" y="7145"/>
                  </a:lnTo>
                  <a:lnTo>
                    <a:pt x="13979" y="6874"/>
                  </a:lnTo>
                  <a:lnTo>
                    <a:pt x="14018" y="6565"/>
                  </a:lnTo>
                  <a:lnTo>
                    <a:pt x="14018" y="6334"/>
                  </a:lnTo>
                  <a:lnTo>
                    <a:pt x="14018" y="6141"/>
                  </a:lnTo>
                  <a:lnTo>
                    <a:pt x="13940" y="5909"/>
                  </a:lnTo>
                  <a:lnTo>
                    <a:pt x="13863" y="5716"/>
                  </a:lnTo>
                  <a:lnTo>
                    <a:pt x="13747" y="5523"/>
                  </a:lnTo>
                  <a:lnTo>
                    <a:pt x="13593" y="5368"/>
                  </a:lnTo>
                  <a:lnTo>
                    <a:pt x="13438" y="5252"/>
                  </a:lnTo>
                  <a:lnTo>
                    <a:pt x="13245" y="5137"/>
                  </a:lnTo>
                  <a:lnTo>
                    <a:pt x="13091" y="5137"/>
                  </a:lnTo>
                  <a:lnTo>
                    <a:pt x="12821" y="3824"/>
                  </a:lnTo>
                  <a:lnTo>
                    <a:pt x="12512" y="2549"/>
                  </a:lnTo>
                  <a:lnTo>
                    <a:pt x="12164" y="1275"/>
                  </a:lnTo>
                  <a:lnTo>
                    <a:pt x="117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3"/>
            <p:cNvSpPr/>
            <p:nvPr/>
          </p:nvSpPr>
          <p:spPr>
            <a:xfrm>
              <a:off x="6050625" y="1898375"/>
              <a:ext cx="329200" cy="241375"/>
            </a:xfrm>
            <a:custGeom>
              <a:avLst/>
              <a:gdLst/>
              <a:ahLst/>
              <a:cxnLst/>
              <a:rect l="l" t="t" r="r" b="b"/>
              <a:pathLst>
                <a:path w="13168" h="9655" extrusionOk="0">
                  <a:moveTo>
                    <a:pt x="5368" y="619"/>
                  </a:moveTo>
                  <a:lnTo>
                    <a:pt x="5947" y="773"/>
                  </a:lnTo>
                  <a:lnTo>
                    <a:pt x="6526" y="1005"/>
                  </a:lnTo>
                  <a:lnTo>
                    <a:pt x="7028" y="1314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5"/>
                  </a:lnTo>
                  <a:lnTo>
                    <a:pt x="8109" y="2356"/>
                  </a:lnTo>
                  <a:lnTo>
                    <a:pt x="8264" y="2627"/>
                  </a:lnTo>
                  <a:lnTo>
                    <a:pt x="8380" y="2858"/>
                  </a:lnTo>
                  <a:lnTo>
                    <a:pt x="8495" y="3129"/>
                  </a:lnTo>
                  <a:lnTo>
                    <a:pt x="8573" y="3437"/>
                  </a:lnTo>
                  <a:lnTo>
                    <a:pt x="8611" y="3708"/>
                  </a:lnTo>
                  <a:lnTo>
                    <a:pt x="8573" y="3708"/>
                  </a:lnTo>
                  <a:lnTo>
                    <a:pt x="7723" y="3824"/>
                  </a:lnTo>
                  <a:lnTo>
                    <a:pt x="6874" y="3901"/>
                  </a:lnTo>
                  <a:lnTo>
                    <a:pt x="6410" y="3939"/>
                  </a:lnTo>
                  <a:lnTo>
                    <a:pt x="6178" y="3939"/>
                  </a:lnTo>
                  <a:lnTo>
                    <a:pt x="5985" y="3901"/>
                  </a:lnTo>
                  <a:lnTo>
                    <a:pt x="5792" y="3862"/>
                  </a:lnTo>
                  <a:lnTo>
                    <a:pt x="5638" y="3746"/>
                  </a:lnTo>
                  <a:lnTo>
                    <a:pt x="5561" y="3553"/>
                  </a:lnTo>
                  <a:lnTo>
                    <a:pt x="5483" y="3283"/>
                  </a:lnTo>
                  <a:lnTo>
                    <a:pt x="5406" y="2627"/>
                  </a:lnTo>
                  <a:lnTo>
                    <a:pt x="5368" y="1970"/>
                  </a:lnTo>
                  <a:lnTo>
                    <a:pt x="5368" y="619"/>
                  </a:lnTo>
                  <a:close/>
                  <a:moveTo>
                    <a:pt x="2742" y="889"/>
                  </a:moveTo>
                  <a:lnTo>
                    <a:pt x="2626" y="3090"/>
                  </a:lnTo>
                  <a:lnTo>
                    <a:pt x="2626" y="3515"/>
                  </a:lnTo>
                  <a:lnTo>
                    <a:pt x="2587" y="3708"/>
                  </a:lnTo>
                  <a:lnTo>
                    <a:pt x="2510" y="3862"/>
                  </a:lnTo>
                  <a:lnTo>
                    <a:pt x="2433" y="3978"/>
                  </a:lnTo>
                  <a:lnTo>
                    <a:pt x="2278" y="4094"/>
                  </a:lnTo>
                  <a:lnTo>
                    <a:pt x="2124" y="4210"/>
                  </a:lnTo>
                  <a:lnTo>
                    <a:pt x="1892" y="4248"/>
                  </a:lnTo>
                  <a:lnTo>
                    <a:pt x="1699" y="4287"/>
                  </a:lnTo>
                  <a:lnTo>
                    <a:pt x="1506" y="4287"/>
                  </a:lnTo>
                  <a:lnTo>
                    <a:pt x="1120" y="4210"/>
                  </a:lnTo>
                  <a:lnTo>
                    <a:pt x="734" y="4133"/>
                  </a:lnTo>
                  <a:lnTo>
                    <a:pt x="386" y="4017"/>
                  </a:lnTo>
                  <a:lnTo>
                    <a:pt x="502" y="3515"/>
                  </a:lnTo>
                  <a:lnTo>
                    <a:pt x="657" y="3013"/>
                  </a:lnTo>
                  <a:lnTo>
                    <a:pt x="888" y="2549"/>
                  </a:lnTo>
                  <a:lnTo>
                    <a:pt x="1159" y="2125"/>
                  </a:lnTo>
                  <a:lnTo>
                    <a:pt x="1506" y="1738"/>
                  </a:lnTo>
                  <a:lnTo>
                    <a:pt x="1892" y="1391"/>
                  </a:lnTo>
                  <a:lnTo>
                    <a:pt x="2317" y="1121"/>
                  </a:lnTo>
                  <a:lnTo>
                    <a:pt x="2742" y="889"/>
                  </a:lnTo>
                  <a:close/>
                  <a:moveTo>
                    <a:pt x="10774" y="5368"/>
                  </a:moveTo>
                  <a:lnTo>
                    <a:pt x="11198" y="5638"/>
                  </a:lnTo>
                  <a:lnTo>
                    <a:pt x="11623" y="5986"/>
                  </a:lnTo>
                  <a:lnTo>
                    <a:pt x="11430" y="6140"/>
                  </a:lnTo>
                  <a:lnTo>
                    <a:pt x="11314" y="6179"/>
                  </a:lnTo>
                  <a:lnTo>
                    <a:pt x="11198" y="6256"/>
                  </a:lnTo>
                  <a:lnTo>
                    <a:pt x="10928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32"/>
                  </a:lnTo>
                  <a:lnTo>
                    <a:pt x="10542" y="5716"/>
                  </a:lnTo>
                  <a:lnTo>
                    <a:pt x="10619" y="5523"/>
                  </a:lnTo>
                  <a:lnTo>
                    <a:pt x="10658" y="5407"/>
                  </a:lnTo>
                  <a:lnTo>
                    <a:pt x="10774" y="5368"/>
                  </a:lnTo>
                  <a:close/>
                  <a:moveTo>
                    <a:pt x="4402" y="1"/>
                  </a:moveTo>
                  <a:lnTo>
                    <a:pt x="3939" y="39"/>
                  </a:lnTo>
                  <a:lnTo>
                    <a:pt x="3514" y="117"/>
                  </a:lnTo>
                  <a:lnTo>
                    <a:pt x="3051" y="194"/>
                  </a:lnTo>
                  <a:lnTo>
                    <a:pt x="2626" y="348"/>
                  </a:lnTo>
                  <a:lnTo>
                    <a:pt x="2240" y="541"/>
                  </a:lnTo>
                  <a:lnTo>
                    <a:pt x="1854" y="773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8" y="1661"/>
                  </a:lnTo>
                  <a:lnTo>
                    <a:pt x="618" y="2009"/>
                  </a:lnTo>
                  <a:lnTo>
                    <a:pt x="386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31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57"/>
                  </a:lnTo>
                  <a:lnTo>
                    <a:pt x="348" y="4287"/>
                  </a:lnTo>
                  <a:lnTo>
                    <a:pt x="965" y="4519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5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364"/>
                  </a:lnTo>
                  <a:lnTo>
                    <a:pt x="2858" y="4248"/>
                  </a:lnTo>
                  <a:lnTo>
                    <a:pt x="2896" y="4094"/>
                  </a:lnTo>
                  <a:lnTo>
                    <a:pt x="2973" y="3939"/>
                  </a:lnTo>
                  <a:lnTo>
                    <a:pt x="3012" y="3631"/>
                  </a:lnTo>
                  <a:lnTo>
                    <a:pt x="3012" y="2974"/>
                  </a:lnTo>
                  <a:lnTo>
                    <a:pt x="3089" y="734"/>
                  </a:lnTo>
                  <a:lnTo>
                    <a:pt x="3514" y="619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7" y="580"/>
                  </a:lnTo>
                  <a:lnTo>
                    <a:pt x="5020" y="1623"/>
                  </a:lnTo>
                  <a:lnTo>
                    <a:pt x="5059" y="2704"/>
                  </a:lnTo>
                  <a:lnTo>
                    <a:pt x="5097" y="3399"/>
                  </a:lnTo>
                  <a:lnTo>
                    <a:pt x="5175" y="3746"/>
                  </a:lnTo>
                  <a:lnTo>
                    <a:pt x="5213" y="3901"/>
                  </a:lnTo>
                  <a:lnTo>
                    <a:pt x="5290" y="4017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70" y="4326"/>
                  </a:lnTo>
                  <a:lnTo>
                    <a:pt x="6217" y="4326"/>
                  </a:lnTo>
                  <a:lnTo>
                    <a:pt x="6565" y="4287"/>
                  </a:lnTo>
                  <a:lnTo>
                    <a:pt x="7607" y="4210"/>
                  </a:lnTo>
                  <a:lnTo>
                    <a:pt x="8650" y="4055"/>
                  </a:lnTo>
                  <a:lnTo>
                    <a:pt x="8650" y="4441"/>
                  </a:lnTo>
                  <a:lnTo>
                    <a:pt x="8611" y="4866"/>
                  </a:lnTo>
                  <a:lnTo>
                    <a:pt x="8611" y="4905"/>
                  </a:lnTo>
                  <a:lnTo>
                    <a:pt x="8611" y="5021"/>
                  </a:lnTo>
                  <a:lnTo>
                    <a:pt x="8650" y="5059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0" y="4905"/>
                  </a:lnTo>
                  <a:lnTo>
                    <a:pt x="9384" y="4905"/>
                  </a:lnTo>
                  <a:lnTo>
                    <a:pt x="9808" y="4982"/>
                  </a:lnTo>
                  <a:lnTo>
                    <a:pt x="10194" y="5098"/>
                  </a:lnTo>
                  <a:lnTo>
                    <a:pt x="10503" y="5252"/>
                  </a:lnTo>
                  <a:lnTo>
                    <a:pt x="10426" y="5330"/>
                  </a:lnTo>
                  <a:lnTo>
                    <a:pt x="10310" y="5445"/>
                  </a:lnTo>
                  <a:lnTo>
                    <a:pt x="10272" y="5600"/>
                  </a:lnTo>
                  <a:lnTo>
                    <a:pt x="10233" y="5716"/>
                  </a:lnTo>
                  <a:lnTo>
                    <a:pt x="10233" y="5870"/>
                  </a:lnTo>
                  <a:lnTo>
                    <a:pt x="10233" y="6025"/>
                  </a:lnTo>
                  <a:lnTo>
                    <a:pt x="10272" y="6179"/>
                  </a:lnTo>
                  <a:lnTo>
                    <a:pt x="10349" y="6334"/>
                  </a:lnTo>
                  <a:lnTo>
                    <a:pt x="10503" y="6488"/>
                  </a:lnTo>
                  <a:lnTo>
                    <a:pt x="10696" y="6565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7"/>
                  </a:lnTo>
                  <a:lnTo>
                    <a:pt x="11739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41" y="6913"/>
                  </a:lnTo>
                  <a:lnTo>
                    <a:pt x="12395" y="7222"/>
                  </a:lnTo>
                  <a:lnTo>
                    <a:pt x="12473" y="7569"/>
                  </a:lnTo>
                  <a:lnTo>
                    <a:pt x="12511" y="7917"/>
                  </a:lnTo>
                  <a:lnTo>
                    <a:pt x="12550" y="8264"/>
                  </a:lnTo>
                  <a:lnTo>
                    <a:pt x="12550" y="8998"/>
                  </a:lnTo>
                  <a:lnTo>
                    <a:pt x="12473" y="8998"/>
                  </a:lnTo>
                  <a:lnTo>
                    <a:pt x="12434" y="9037"/>
                  </a:lnTo>
                  <a:lnTo>
                    <a:pt x="12357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54"/>
                  </a:lnTo>
                  <a:lnTo>
                    <a:pt x="12125" y="9654"/>
                  </a:lnTo>
                  <a:lnTo>
                    <a:pt x="12820" y="9616"/>
                  </a:lnTo>
                  <a:lnTo>
                    <a:pt x="12936" y="9577"/>
                  </a:lnTo>
                  <a:lnTo>
                    <a:pt x="13013" y="9461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091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685"/>
                  </a:lnTo>
                  <a:lnTo>
                    <a:pt x="12936" y="7183"/>
                  </a:lnTo>
                  <a:lnTo>
                    <a:pt x="12704" y="6681"/>
                  </a:lnTo>
                  <a:lnTo>
                    <a:pt x="12434" y="6218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276" y="5098"/>
                  </a:lnTo>
                  <a:lnTo>
                    <a:pt x="10967" y="4905"/>
                  </a:lnTo>
                  <a:lnTo>
                    <a:pt x="10619" y="4750"/>
                  </a:lnTo>
                  <a:lnTo>
                    <a:pt x="10233" y="4596"/>
                  </a:lnTo>
                  <a:lnTo>
                    <a:pt x="9886" y="4480"/>
                  </a:lnTo>
                  <a:lnTo>
                    <a:pt x="9499" y="4403"/>
                  </a:lnTo>
                  <a:lnTo>
                    <a:pt x="9190" y="4441"/>
                  </a:lnTo>
                  <a:lnTo>
                    <a:pt x="9268" y="3978"/>
                  </a:lnTo>
                  <a:lnTo>
                    <a:pt x="9229" y="3515"/>
                  </a:lnTo>
                  <a:lnTo>
                    <a:pt x="9152" y="3090"/>
                  </a:lnTo>
                  <a:lnTo>
                    <a:pt x="8997" y="2665"/>
                  </a:lnTo>
                  <a:lnTo>
                    <a:pt x="8804" y="2279"/>
                  </a:lnTo>
                  <a:lnTo>
                    <a:pt x="8534" y="1931"/>
                  </a:lnTo>
                  <a:lnTo>
                    <a:pt x="8186" y="1584"/>
                  </a:lnTo>
                  <a:lnTo>
                    <a:pt x="7839" y="1275"/>
                  </a:lnTo>
                  <a:lnTo>
                    <a:pt x="7453" y="966"/>
                  </a:lnTo>
                  <a:lnTo>
                    <a:pt x="7067" y="734"/>
                  </a:lnTo>
                  <a:lnTo>
                    <a:pt x="6603" y="503"/>
                  </a:lnTo>
                  <a:lnTo>
                    <a:pt x="6178" y="348"/>
                  </a:lnTo>
                  <a:lnTo>
                    <a:pt x="5715" y="194"/>
                  </a:lnTo>
                  <a:lnTo>
                    <a:pt x="5290" y="78"/>
                  </a:lnTo>
                  <a:lnTo>
                    <a:pt x="482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3"/>
            <p:cNvSpPr/>
            <p:nvPr/>
          </p:nvSpPr>
          <p:spPr>
            <a:xfrm>
              <a:off x="1849325" y="1901275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7" y="1"/>
                  </a:moveTo>
                  <a:lnTo>
                    <a:pt x="0" y="580"/>
                  </a:lnTo>
                  <a:lnTo>
                    <a:pt x="0" y="1198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9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70" y="5947"/>
                  </a:lnTo>
                  <a:lnTo>
                    <a:pt x="2433" y="6411"/>
                  </a:lnTo>
                  <a:lnTo>
                    <a:pt x="2974" y="6874"/>
                  </a:lnTo>
                  <a:lnTo>
                    <a:pt x="3514" y="7260"/>
                  </a:lnTo>
                  <a:lnTo>
                    <a:pt x="4093" y="7646"/>
                  </a:lnTo>
                  <a:lnTo>
                    <a:pt x="4711" y="7955"/>
                  </a:lnTo>
                  <a:lnTo>
                    <a:pt x="5329" y="8226"/>
                  </a:lnTo>
                  <a:lnTo>
                    <a:pt x="5986" y="8496"/>
                  </a:lnTo>
                  <a:lnTo>
                    <a:pt x="6642" y="8689"/>
                  </a:lnTo>
                  <a:lnTo>
                    <a:pt x="7298" y="8843"/>
                  </a:lnTo>
                  <a:lnTo>
                    <a:pt x="7993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4"/>
                  </a:lnTo>
                  <a:lnTo>
                    <a:pt x="10774" y="9075"/>
                  </a:lnTo>
                  <a:lnTo>
                    <a:pt x="11392" y="8998"/>
                  </a:lnTo>
                  <a:lnTo>
                    <a:pt x="12048" y="8921"/>
                  </a:lnTo>
                  <a:lnTo>
                    <a:pt x="12705" y="8766"/>
                  </a:lnTo>
                  <a:lnTo>
                    <a:pt x="13361" y="8612"/>
                  </a:lnTo>
                  <a:lnTo>
                    <a:pt x="14017" y="8380"/>
                  </a:lnTo>
                  <a:lnTo>
                    <a:pt x="14635" y="8148"/>
                  </a:lnTo>
                  <a:lnTo>
                    <a:pt x="15253" y="7878"/>
                  </a:lnTo>
                  <a:lnTo>
                    <a:pt x="15871" y="7569"/>
                  </a:lnTo>
                  <a:lnTo>
                    <a:pt x="16450" y="7222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5"/>
                  </a:lnTo>
                  <a:lnTo>
                    <a:pt x="19076" y="4287"/>
                  </a:lnTo>
                  <a:lnTo>
                    <a:pt x="19346" y="3669"/>
                  </a:lnTo>
                  <a:lnTo>
                    <a:pt x="19115" y="3630"/>
                  </a:lnTo>
                  <a:lnTo>
                    <a:pt x="18767" y="4171"/>
                  </a:lnTo>
                  <a:lnTo>
                    <a:pt x="18420" y="4634"/>
                  </a:lnTo>
                  <a:lnTo>
                    <a:pt x="18033" y="5098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0" y="6333"/>
                  </a:lnTo>
                  <a:lnTo>
                    <a:pt x="16257" y="6681"/>
                  </a:lnTo>
                  <a:lnTo>
                    <a:pt x="15755" y="7028"/>
                  </a:lnTo>
                  <a:lnTo>
                    <a:pt x="15214" y="7299"/>
                  </a:lnTo>
                  <a:lnTo>
                    <a:pt x="14712" y="7569"/>
                  </a:lnTo>
                  <a:lnTo>
                    <a:pt x="14133" y="7801"/>
                  </a:lnTo>
                  <a:lnTo>
                    <a:pt x="13593" y="8032"/>
                  </a:lnTo>
                  <a:lnTo>
                    <a:pt x="13013" y="8187"/>
                  </a:lnTo>
                  <a:lnTo>
                    <a:pt x="12434" y="8341"/>
                  </a:lnTo>
                  <a:lnTo>
                    <a:pt x="11816" y="8457"/>
                  </a:lnTo>
                  <a:lnTo>
                    <a:pt x="11199" y="8534"/>
                  </a:lnTo>
                  <a:lnTo>
                    <a:pt x="10503" y="8612"/>
                  </a:lnTo>
                  <a:lnTo>
                    <a:pt x="9113" y="8612"/>
                  </a:lnTo>
                  <a:lnTo>
                    <a:pt x="8380" y="8534"/>
                  </a:lnTo>
                  <a:lnTo>
                    <a:pt x="7685" y="8419"/>
                  </a:lnTo>
                  <a:lnTo>
                    <a:pt x="6990" y="8303"/>
                  </a:lnTo>
                  <a:lnTo>
                    <a:pt x="6333" y="8110"/>
                  </a:lnTo>
                  <a:lnTo>
                    <a:pt x="5638" y="7878"/>
                  </a:lnTo>
                  <a:lnTo>
                    <a:pt x="5020" y="7608"/>
                  </a:lnTo>
                  <a:lnTo>
                    <a:pt x="4364" y="7260"/>
                  </a:lnTo>
                  <a:lnTo>
                    <a:pt x="3784" y="6913"/>
                  </a:lnTo>
                  <a:lnTo>
                    <a:pt x="3205" y="6488"/>
                  </a:lnTo>
                  <a:lnTo>
                    <a:pt x="2703" y="6063"/>
                  </a:lnTo>
                  <a:lnTo>
                    <a:pt x="2201" y="5561"/>
                  </a:lnTo>
                  <a:lnTo>
                    <a:pt x="1776" y="4982"/>
                  </a:lnTo>
                  <a:lnTo>
                    <a:pt x="1390" y="4403"/>
                  </a:lnTo>
                  <a:lnTo>
                    <a:pt x="1120" y="3901"/>
                  </a:lnTo>
                  <a:lnTo>
                    <a:pt x="850" y="3360"/>
                  </a:lnTo>
                  <a:lnTo>
                    <a:pt x="695" y="2858"/>
                  </a:lnTo>
                  <a:lnTo>
                    <a:pt x="541" y="2279"/>
                  </a:lnTo>
                  <a:lnTo>
                    <a:pt x="425" y="1738"/>
                  </a:lnTo>
                  <a:lnTo>
                    <a:pt x="386" y="1159"/>
                  </a:lnTo>
                  <a:lnTo>
                    <a:pt x="386" y="618"/>
                  </a:lnTo>
                  <a:lnTo>
                    <a:pt x="425" y="39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"/>
            <p:cNvSpPr/>
            <p:nvPr/>
          </p:nvSpPr>
          <p:spPr>
            <a:xfrm>
              <a:off x="1935225" y="1910925"/>
              <a:ext cx="35750" cy="29000"/>
            </a:xfrm>
            <a:custGeom>
              <a:avLst/>
              <a:gdLst/>
              <a:ahLst/>
              <a:cxnLst/>
              <a:rect l="l" t="t" r="r" b="b"/>
              <a:pathLst>
                <a:path w="1430" h="1160" extrusionOk="0">
                  <a:moveTo>
                    <a:pt x="503" y="1"/>
                  </a:moveTo>
                  <a:lnTo>
                    <a:pt x="310" y="117"/>
                  </a:lnTo>
                  <a:lnTo>
                    <a:pt x="194" y="232"/>
                  </a:lnTo>
                  <a:lnTo>
                    <a:pt x="78" y="387"/>
                  </a:lnTo>
                  <a:lnTo>
                    <a:pt x="40" y="541"/>
                  </a:lnTo>
                  <a:lnTo>
                    <a:pt x="1" y="734"/>
                  </a:lnTo>
                  <a:lnTo>
                    <a:pt x="40" y="927"/>
                  </a:lnTo>
                  <a:lnTo>
                    <a:pt x="117" y="1082"/>
                  </a:lnTo>
                  <a:lnTo>
                    <a:pt x="194" y="1159"/>
                  </a:lnTo>
                  <a:lnTo>
                    <a:pt x="348" y="1159"/>
                  </a:lnTo>
                  <a:lnTo>
                    <a:pt x="426" y="1043"/>
                  </a:lnTo>
                  <a:lnTo>
                    <a:pt x="426" y="1005"/>
                  </a:lnTo>
                  <a:lnTo>
                    <a:pt x="387" y="927"/>
                  </a:lnTo>
                  <a:lnTo>
                    <a:pt x="387" y="850"/>
                  </a:lnTo>
                  <a:lnTo>
                    <a:pt x="348" y="773"/>
                  </a:lnTo>
                  <a:lnTo>
                    <a:pt x="426" y="580"/>
                  </a:lnTo>
                  <a:lnTo>
                    <a:pt x="542" y="425"/>
                  </a:lnTo>
                  <a:lnTo>
                    <a:pt x="619" y="387"/>
                  </a:lnTo>
                  <a:lnTo>
                    <a:pt x="773" y="387"/>
                  </a:lnTo>
                  <a:lnTo>
                    <a:pt x="850" y="425"/>
                  </a:lnTo>
                  <a:lnTo>
                    <a:pt x="966" y="580"/>
                  </a:lnTo>
                  <a:lnTo>
                    <a:pt x="1005" y="657"/>
                  </a:lnTo>
                  <a:lnTo>
                    <a:pt x="1005" y="734"/>
                  </a:lnTo>
                  <a:lnTo>
                    <a:pt x="966" y="927"/>
                  </a:lnTo>
                  <a:lnTo>
                    <a:pt x="966" y="1005"/>
                  </a:lnTo>
                  <a:lnTo>
                    <a:pt x="966" y="1082"/>
                  </a:lnTo>
                  <a:lnTo>
                    <a:pt x="1005" y="1121"/>
                  </a:lnTo>
                  <a:lnTo>
                    <a:pt x="1082" y="1159"/>
                  </a:lnTo>
                  <a:lnTo>
                    <a:pt x="1198" y="1159"/>
                  </a:lnTo>
                  <a:lnTo>
                    <a:pt x="1275" y="1121"/>
                  </a:lnTo>
                  <a:lnTo>
                    <a:pt x="1314" y="1082"/>
                  </a:lnTo>
                  <a:lnTo>
                    <a:pt x="1391" y="889"/>
                  </a:lnTo>
                  <a:lnTo>
                    <a:pt x="1430" y="734"/>
                  </a:lnTo>
                  <a:lnTo>
                    <a:pt x="1391" y="541"/>
                  </a:lnTo>
                  <a:lnTo>
                    <a:pt x="1314" y="348"/>
                  </a:lnTo>
                  <a:lnTo>
                    <a:pt x="1198" y="194"/>
                  </a:lnTo>
                  <a:lnTo>
                    <a:pt x="1044" y="78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"/>
            <p:cNvSpPr/>
            <p:nvPr/>
          </p:nvSpPr>
          <p:spPr>
            <a:xfrm>
              <a:off x="6081500" y="1911900"/>
              <a:ext cx="255850" cy="266475"/>
            </a:xfrm>
            <a:custGeom>
              <a:avLst/>
              <a:gdLst/>
              <a:ahLst/>
              <a:cxnLst/>
              <a:rect l="l" t="t" r="r" b="b"/>
              <a:pathLst>
                <a:path w="10234" h="10659" extrusionOk="0">
                  <a:moveTo>
                    <a:pt x="8303" y="7299"/>
                  </a:moveTo>
                  <a:lnTo>
                    <a:pt x="8535" y="7376"/>
                  </a:lnTo>
                  <a:lnTo>
                    <a:pt x="8766" y="7453"/>
                  </a:lnTo>
                  <a:lnTo>
                    <a:pt x="8998" y="7569"/>
                  </a:lnTo>
                  <a:lnTo>
                    <a:pt x="9191" y="7723"/>
                  </a:lnTo>
                  <a:lnTo>
                    <a:pt x="9384" y="7878"/>
                  </a:lnTo>
                  <a:lnTo>
                    <a:pt x="9539" y="8109"/>
                  </a:lnTo>
                  <a:lnTo>
                    <a:pt x="9655" y="8341"/>
                  </a:lnTo>
                  <a:lnTo>
                    <a:pt x="9693" y="8573"/>
                  </a:lnTo>
                  <a:lnTo>
                    <a:pt x="9732" y="8843"/>
                  </a:lnTo>
                  <a:lnTo>
                    <a:pt x="9693" y="9152"/>
                  </a:lnTo>
                  <a:lnTo>
                    <a:pt x="9577" y="9422"/>
                  </a:lnTo>
                  <a:lnTo>
                    <a:pt x="9423" y="9654"/>
                  </a:lnTo>
                  <a:lnTo>
                    <a:pt x="9230" y="9847"/>
                  </a:lnTo>
                  <a:lnTo>
                    <a:pt x="8959" y="10002"/>
                  </a:lnTo>
                  <a:lnTo>
                    <a:pt x="8728" y="10117"/>
                  </a:lnTo>
                  <a:lnTo>
                    <a:pt x="8419" y="10156"/>
                  </a:lnTo>
                  <a:lnTo>
                    <a:pt x="8149" y="10156"/>
                  </a:lnTo>
                  <a:lnTo>
                    <a:pt x="7878" y="10079"/>
                  </a:lnTo>
                  <a:lnTo>
                    <a:pt x="7647" y="9963"/>
                  </a:lnTo>
                  <a:lnTo>
                    <a:pt x="7415" y="9770"/>
                  </a:lnTo>
                  <a:lnTo>
                    <a:pt x="7222" y="9577"/>
                  </a:lnTo>
                  <a:lnTo>
                    <a:pt x="7067" y="9345"/>
                  </a:lnTo>
                  <a:lnTo>
                    <a:pt x="6990" y="9075"/>
                  </a:lnTo>
                  <a:lnTo>
                    <a:pt x="6951" y="8805"/>
                  </a:lnTo>
                  <a:lnTo>
                    <a:pt x="6990" y="8496"/>
                  </a:lnTo>
                  <a:lnTo>
                    <a:pt x="7067" y="8264"/>
                  </a:lnTo>
                  <a:lnTo>
                    <a:pt x="7183" y="8071"/>
                  </a:lnTo>
                  <a:lnTo>
                    <a:pt x="7338" y="7878"/>
                  </a:lnTo>
                  <a:lnTo>
                    <a:pt x="7531" y="7723"/>
                  </a:lnTo>
                  <a:lnTo>
                    <a:pt x="7762" y="7569"/>
                  </a:lnTo>
                  <a:lnTo>
                    <a:pt x="8187" y="7337"/>
                  </a:lnTo>
                  <a:lnTo>
                    <a:pt x="8264" y="7299"/>
                  </a:lnTo>
                  <a:close/>
                  <a:moveTo>
                    <a:pt x="2897" y="0"/>
                  </a:moveTo>
                  <a:lnTo>
                    <a:pt x="2704" y="39"/>
                  </a:lnTo>
                  <a:lnTo>
                    <a:pt x="2665" y="78"/>
                  </a:lnTo>
                  <a:lnTo>
                    <a:pt x="2665" y="1313"/>
                  </a:lnTo>
                  <a:lnTo>
                    <a:pt x="2665" y="2588"/>
                  </a:lnTo>
                  <a:lnTo>
                    <a:pt x="2704" y="3823"/>
                  </a:lnTo>
                  <a:lnTo>
                    <a:pt x="2742" y="5059"/>
                  </a:lnTo>
                  <a:lnTo>
                    <a:pt x="2936" y="7492"/>
                  </a:lnTo>
                  <a:lnTo>
                    <a:pt x="2936" y="8148"/>
                  </a:lnTo>
                  <a:lnTo>
                    <a:pt x="2974" y="8457"/>
                  </a:lnTo>
                  <a:lnTo>
                    <a:pt x="3013" y="8611"/>
                  </a:lnTo>
                  <a:lnTo>
                    <a:pt x="3090" y="8766"/>
                  </a:lnTo>
                  <a:lnTo>
                    <a:pt x="1584" y="8689"/>
                  </a:lnTo>
                  <a:lnTo>
                    <a:pt x="1" y="8689"/>
                  </a:lnTo>
                  <a:lnTo>
                    <a:pt x="39" y="8998"/>
                  </a:lnTo>
                  <a:lnTo>
                    <a:pt x="812" y="9113"/>
                  </a:lnTo>
                  <a:lnTo>
                    <a:pt x="1584" y="9152"/>
                  </a:lnTo>
                  <a:lnTo>
                    <a:pt x="3167" y="9229"/>
                  </a:lnTo>
                  <a:lnTo>
                    <a:pt x="4866" y="9306"/>
                  </a:lnTo>
                  <a:lnTo>
                    <a:pt x="5677" y="9306"/>
                  </a:lnTo>
                  <a:lnTo>
                    <a:pt x="6527" y="9229"/>
                  </a:lnTo>
                  <a:lnTo>
                    <a:pt x="6643" y="9538"/>
                  </a:lnTo>
                  <a:lnTo>
                    <a:pt x="6797" y="9847"/>
                  </a:lnTo>
                  <a:lnTo>
                    <a:pt x="6990" y="10079"/>
                  </a:lnTo>
                  <a:lnTo>
                    <a:pt x="7260" y="10310"/>
                  </a:lnTo>
                  <a:lnTo>
                    <a:pt x="7531" y="10465"/>
                  </a:lnTo>
                  <a:lnTo>
                    <a:pt x="7840" y="10581"/>
                  </a:lnTo>
                  <a:lnTo>
                    <a:pt x="8149" y="10658"/>
                  </a:lnTo>
                  <a:lnTo>
                    <a:pt x="8457" y="10658"/>
                  </a:lnTo>
                  <a:lnTo>
                    <a:pt x="8766" y="10619"/>
                  </a:lnTo>
                  <a:lnTo>
                    <a:pt x="9075" y="10504"/>
                  </a:lnTo>
                  <a:lnTo>
                    <a:pt x="9346" y="10388"/>
                  </a:lnTo>
                  <a:lnTo>
                    <a:pt x="9577" y="10195"/>
                  </a:lnTo>
                  <a:lnTo>
                    <a:pt x="9809" y="9963"/>
                  </a:lnTo>
                  <a:lnTo>
                    <a:pt x="9963" y="9693"/>
                  </a:lnTo>
                  <a:lnTo>
                    <a:pt x="10118" y="9422"/>
                  </a:lnTo>
                  <a:lnTo>
                    <a:pt x="10195" y="9113"/>
                  </a:lnTo>
                  <a:lnTo>
                    <a:pt x="10234" y="9113"/>
                  </a:lnTo>
                  <a:lnTo>
                    <a:pt x="10234" y="8766"/>
                  </a:lnTo>
                  <a:lnTo>
                    <a:pt x="10195" y="8380"/>
                  </a:lnTo>
                  <a:lnTo>
                    <a:pt x="10041" y="8071"/>
                  </a:lnTo>
                  <a:lnTo>
                    <a:pt x="9886" y="7762"/>
                  </a:lnTo>
                  <a:lnTo>
                    <a:pt x="9655" y="7492"/>
                  </a:lnTo>
                  <a:lnTo>
                    <a:pt x="9346" y="7260"/>
                  </a:lnTo>
                  <a:lnTo>
                    <a:pt x="9037" y="7105"/>
                  </a:lnTo>
                  <a:lnTo>
                    <a:pt x="8689" y="7028"/>
                  </a:lnTo>
                  <a:lnTo>
                    <a:pt x="8342" y="6990"/>
                  </a:lnTo>
                  <a:lnTo>
                    <a:pt x="8226" y="7067"/>
                  </a:lnTo>
                  <a:lnTo>
                    <a:pt x="8187" y="7028"/>
                  </a:lnTo>
                  <a:lnTo>
                    <a:pt x="8110" y="6990"/>
                  </a:lnTo>
                  <a:lnTo>
                    <a:pt x="7955" y="6990"/>
                  </a:lnTo>
                  <a:lnTo>
                    <a:pt x="7762" y="7028"/>
                  </a:lnTo>
                  <a:lnTo>
                    <a:pt x="7453" y="7144"/>
                  </a:lnTo>
                  <a:lnTo>
                    <a:pt x="7183" y="7337"/>
                  </a:lnTo>
                  <a:lnTo>
                    <a:pt x="6951" y="7569"/>
                  </a:lnTo>
                  <a:lnTo>
                    <a:pt x="6758" y="7878"/>
                  </a:lnTo>
                  <a:lnTo>
                    <a:pt x="6604" y="8187"/>
                  </a:lnTo>
                  <a:lnTo>
                    <a:pt x="6488" y="8496"/>
                  </a:lnTo>
                  <a:lnTo>
                    <a:pt x="6488" y="8843"/>
                  </a:lnTo>
                  <a:lnTo>
                    <a:pt x="5716" y="8766"/>
                  </a:lnTo>
                  <a:lnTo>
                    <a:pt x="3476" y="8766"/>
                  </a:lnTo>
                  <a:lnTo>
                    <a:pt x="3515" y="8689"/>
                  </a:lnTo>
                  <a:lnTo>
                    <a:pt x="3515" y="8650"/>
                  </a:lnTo>
                  <a:lnTo>
                    <a:pt x="3476" y="8573"/>
                  </a:lnTo>
                  <a:lnTo>
                    <a:pt x="3438" y="8496"/>
                  </a:lnTo>
                  <a:lnTo>
                    <a:pt x="3399" y="8457"/>
                  </a:lnTo>
                  <a:lnTo>
                    <a:pt x="3322" y="8457"/>
                  </a:lnTo>
                  <a:lnTo>
                    <a:pt x="3244" y="8496"/>
                  </a:lnTo>
                  <a:lnTo>
                    <a:pt x="3322" y="8380"/>
                  </a:lnTo>
                  <a:lnTo>
                    <a:pt x="3322" y="8225"/>
                  </a:lnTo>
                  <a:lnTo>
                    <a:pt x="3322" y="8071"/>
                  </a:lnTo>
                  <a:lnTo>
                    <a:pt x="3283" y="7955"/>
                  </a:lnTo>
                  <a:lnTo>
                    <a:pt x="3244" y="7337"/>
                  </a:lnTo>
                  <a:lnTo>
                    <a:pt x="3167" y="6410"/>
                  </a:lnTo>
                  <a:lnTo>
                    <a:pt x="3051" y="4325"/>
                  </a:lnTo>
                  <a:lnTo>
                    <a:pt x="2974" y="2201"/>
                  </a:lnTo>
                  <a:lnTo>
                    <a:pt x="2897" y="78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3"/>
            <p:cNvSpPr/>
            <p:nvPr/>
          </p:nvSpPr>
          <p:spPr>
            <a:xfrm>
              <a:off x="2715250" y="1912850"/>
              <a:ext cx="147725" cy="161250"/>
            </a:xfrm>
            <a:custGeom>
              <a:avLst/>
              <a:gdLst/>
              <a:ahLst/>
              <a:cxnLst/>
              <a:rect l="l" t="t" r="r" b="b"/>
              <a:pathLst>
                <a:path w="5909" h="6450" extrusionOk="0">
                  <a:moveTo>
                    <a:pt x="2781" y="503"/>
                  </a:moveTo>
                  <a:lnTo>
                    <a:pt x="3283" y="580"/>
                  </a:lnTo>
                  <a:lnTo>
                    <a:pt x="3746" y="735"/>
                  </a:lnTo>
                  <a:lnTo>
                    <a:pt x="4210" y="966"/>
                  </a:lnTo>
                  <a:lnTo>
                    <a:pt x="4403" y="1082"/>
                  </a:lnTo>
                  <a:lnTo>
                    <a:pt x="4596" y="1275"/>
                  </a:lnTo>
                  <a:lnTo>
                    <a:pt x="4750" y="1468"/>
                  </a:lnTo>
                  <a:lnTo>
                    <a:pt x="4943" y="1661"/>
                  </a:lnTo>
                  <a:lnTo>
                    <a:pt x="5059" y="1893"/>
                  </a:lnTo>
                  <a:lnTo>
                    <a:pt x="5175" y="2125"/>
                  </a:lnTo>
                  <a:lnTo>
                    <a:pt x="5330" y="2588"/>
                  </a:lnTo>
                  <a:lnTo>
                    <a:pt x="5407" y="3052"/>
                  </a:lnTo>
                  <a:lnTo>
                    <a:pt x="5407" y="3515"/>
                  </a:lnTo>
                  <a:lnTo>
                    <a:pt x="5368" y="4017"/>
                  </a:lnTo>
                  <a:lnTo>
                    <a:pt x="5214" y="4442"/>
                  </a:lnTo>
                  <a:lnTo>
                    <a:pt x="4982" y="4866"/>
                  </a:lnTo>
                  <a:lnTo>
                    <a:pt x="4828" y="5059"/>
                  </a:lnTo>
                  <a:lnTo>
                    <a:pt x="4673" y="5253"/>
                  </a:lnTo>
                  <a:lnTo>
                    <a:pt x="4480" y="5407"/>
                  </a:lnTo>
                  <a:lnTo>
                    <a:pt x="4287" y="5561"/>
                  </a:lnTo>
                  <a:lnTo>
                    <a:pt x="4017" y="5716"/>
                  </a:lnTo>
                  <a:lnTo>
                    <a:pt x="3746" y="5832"/>
                  </a:lnTo>
                  <a:lnTo>
                    <a:pt x="3515" y="5909"/>
                  </a:lnTo>
                  <a:lnTo>
                    <a:pt x="3244" y="5948"/>
                  </a:lnTo>
                  <a:lnTo>
                    <a:pt x="2742" y="5948"/>
                  </a:lnTo>
                  <a:lnTo>
                    <a:pt x="2511" y="5870"/>
                  </a:lnTo>
                  <a:lnTo>
                    <a:pt x="2279" y="5793"/>
                  </a:lnTo>
                  <a:lnTo>
                    <a:pt x="2047" y="5677"/>
                  </a:lnTo>
                  <a:lnTo>
                    <a:pt x="1816" y="5561"/>
                  </a:lnTo>
                  <a:lnTo>
                    <a:pt x="1623" y="5407"/>
                  </a:lnTo>
                  <a:lnTo>
                    <a:pt x="1429" y="5214"/>
                  </a:lnTo>
                  <a:lnTo>
                    <a:pt x="1082" y="4828"/>
                  </a:lnTo>
                  <a:lnTo>
                    <a:pt x="812" y="4364"/>
                  </a:lnTo>
                  <a:lnTo>
                    <a:pt x="619" y="3862"/>
                  </a:lnTo>
                  <a:lnTo>
                    <a:pt x="464" y="3322"/>
                  </a:lnTo>
                  <a:lnTo>
                    <a:pt x="426" y="2820"/>
                  </a:lnTo>
                  <a:lnTo>
                    <a:pt x="426" y="2550"/>
                  </a:lnTo>
                  <a:lnTo>
                    <a:pt x="464" y="2279"/>
                  </a:lnTo>
                  <a:lnTo>
                    <a:pt x="503" y="2048"/>
                  </a:lnTo>
                  <a:lnTo>
                    <a:pt x="619" y="1777"/>
                  </a:lnTo>
                  <a:lnTo>
                    <a:pt x="696" y="1584"/>
                  </a:lnTo>
                  <a:lnTo>
                    <a:pt x="850" y="1352"/>
                  </a:lnTo>
                  <a:lnTo>
                    <a:pt x="1005" y="1159"/>
                  </a:lnTo>
                  <a:lnTo>
                    <a:pt x="1198" y="966"/>
                  </a:lnTo>
                  <a:lnTo>
                    <a:pt x="1429" y="812"/>
                  </a:lnTo>
                  <a:lnTo>
                    <a:pt x="1700" y="657"/>
                  </a:lnTo>
                  <a:lnTo>
                    <a:pt x="1738" y="619"/>
                  </a:lnTo>
                  <a:lnTo>
                    <a:pt x="1738" y="580"/>
                  </a:lnTo>
                  <a:lnTo>
                    <a:pt x="2240" y="503"/>
                  </a:lnTo>
                  <a:close/>
                  <a:moveTo>
                    <a:pt x="2588" y="1"/>
                  </a:moveTo>
                  <a:lnTo>
                    <a:pt x="2279" y="40"/>
                  </a:lnTo>
                  <a:lnTo>
                    <a:pt x="1970" y="78"/>
                  </a:lnTo>
                  <a:lnTo>
                    <a:pt x="1661" y="155"/>
                  </a:lnTo>
                  <a:lnTo>
                    <a:pt x="1391" y="233"/>
                  </a:lnTo>
                  <a:lnTo>
                    <a:pt x="1314" y="310"/>
                  </a:lnTo>
                  <a:lnTo>
                    <a:pt x="1236" y="387"/>
                  </a:lnTo>
                  <a:lnTo>
                    <a:pt x="1236" y="464"/>
                  </a:lnTo>
                  <a:lnTo>
                    <a:pt x="1275" y="542"/>
                  </a:lnTo>
                  <a:lnTo>
                    <a:pt x="1005" y="657"/>
                  </a:lnTo>
                  <a:lnTo>
                    <a:pt x="773" y="850"/>
                  </a:lnTo>
                  <a:lnTo>
                    <a:pt x="580" y="1044"/>
                  </a:lnTo>
                  <a:lnTo>
                    <a:pt x="426" y="1237"/>
                  </a:lnTo>
                  <a:lnTo>
                    <a:pt x="271" y="1468"/>
                  </a:lnTo>
                  <a:lnTo>
                    <a:pt x="155" y="1700"/>
                  </a:lnTo>
                  <a:lnTo>
                    <a:pt x="78" y="1970"/>
                  </a:lnTo>
                  <a:lnTo>
                    <a:pt x="39" y="2241"/>
                  </a:lnTo>
                  <a:lnTo>
                    <a:pt x="1" y="2511"/>
                  </a:lnTo>
                  <a:lnTo>
                    <a:pt x="1" y="2781"/>
                  </a:lnTo>
                  <a:lnTo>
                    <a:pt x="39" y="3360"/>
                  </a:lnTo>
                  <a:lnTo>
                    <a:pt x="155" y="3901"/>
                  </a:lnTo>
                  <a:lnTo>
                    <a:pt x="387" y="4442"/>
                  </a:lnTo>
                  <a:lnTo>
                    <a:pt x="696" y="5021"/>
                  </a:lnTo>
                  <a:lnTo>
                    <a:pt x="889" y="5253"/>
                  </a:lnTo>
                  <a:lnTo>
                    <a:pt x="1082" y="5484"/>
                  </a:lnTo>
                  <a:lnTo>
                    <a:pt x="1275" y="5716"/>
                  </a:lnTo>
                  <a:lnTo>
                    <a:pt x="1507" y="5909"/>
                  </a:lnTo>
                  <a:lnTo>
                    <a:pt x="1738" y="6063"/>
                  </a:lnTo>
                  <a:lnTo>
                    <a:pt x="2009" y="6179"/>
                  </a:lnTo>
                  <a:lnTo>
                    <a:pt x="2240" y="6295"/>
                  </a:lnTo>
                  <a:lnTo>
                    <a:pt x="2511" y="6372"/>
                  </a:lnTo>
                  <a:lnTo>
                    <a:pt x="2820" y="6411"/>
                  </a:lnTo>
                  <a:lnTo>
                    <a:pt x="3090" y="6450"/>
                  </a:lnTo>
                  <a:lnTo>
                    <a:pt x="3399" y="6411"/>
                  </a:lnTo>
                  <a:lnTo>
                    <a:pt x="3669" y="6334"/>
                  </a:lnTo>
                  <a:lnTo>
                    <a:pt x="3978" y="6218"/>
                  </a:lnTo>
                  <a:lnTo>
                    <a:pt x="4326" y="6102"/>
                  </a:lnTo>
                  <a:lnTo>
                    <a:pt x="4557" y="5909"/>
                  </a:lnTo>
                  <a:lnTo>
                    <a:pt x="4828" y="5716"/>
                  </a:lnTo>
                  <a:lnTo>
                    <a:pt x="5021" y="5523"/>
                  </a:lnTo>
                  <a:lnTo>
                    <a:pt x="5214" y="5291"/>
                  </a:lnTo>
                  <a:lnTo>
                    <a:pt x="5407" y="5059"/>
                  </a:lnTo>
                  <a:lnTo>
                    <a:pt x="5561" y="4789"/>
                  </a:lnTo>
                  <a:lnTo>
                    <a:pt x="5677" y="4519"/>
                  </a:lnTo>
                  <a:lnTo>
                    <a:pt x="5754" y="4249"/>
                  </a:lnTo>
                  <a:lnTo>
                    <a:pt x="5832" y="3940"/>
                  </a:lnTo>
                  <a:lnTo>
                    <a:pt x="5870" y="3669"/>
                  </a:lnTo>
                  <a:lnTo>
                    <a:pt x="5909" y="3360"/>
                  </a:lnTo>
                  <a:lnTo>
                    <a:pt x="5870" y="3052"/>
                  </a:lnTo>
                  <a:lnTo>
                    <a:pt x="5832" y="2743"/>
                  </a:lnTo>
                  <a:lnTo>
                    <a:pt x="5793" y="2472"/>
                  </a:lnTo>
                  <a:lnTo>
                    <a:pt x="5716" y="2163"/>
                  </a:lnTo>
                  <a:lnTo>
                    <a:pt x="5600" y="1893"/>
                  </a:lnTo>
                  <a:lnTo>
                    <a:pt x="5445" y="1584"/>
                  </a:lnTo>
                  <a:lnTo>
                    <a:pt x="5252" y="1352"/>
                  </a:lnTo>
                  <a:lnTo>
                    <a:pt x="5059" y="1082"/>
                  </a:lnTo>
                  <a:lnTo>
                    <a:pt x="4828" y="889"/>
                  </a:lnTo>
                  <a:lnTo>
                    <a:pt x="4596" y="696"/>
                  </a:lnTo>
                  <a:lnTo>
                    <a:pt x="4364" y="503"/>
                  </a:lnTo>
                  <a:lnTo>
                    <a:pt x="4094" y="348"/>
                  </a:lnTo>
                  <a:lnTo>
                    <a:pt x="3785" y="233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40"/>
                  </a:lnTo>
                  <a:lnTo>
                    <a:pt x="258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3"/>
            <p:cNvSpPr/>
            <p:nvPr/>
          </p:nvSpPr>
          <p:spPr>
            <a:xfrm>
              <a:off x="1882150" y="1914800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0"/>
                  </a:moveTo>
                  <a:lnTo>
                    <a:pt x="425" y="39"/>
                  </a:lnTo>
                  <a:lnTo>
                    <a:pt x="232" y="116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1"/>
                  </a:lnTo>
                  <a:lnTo>
                    <a:pt x="77" y="966"/>
                  </a:lnTo>
                  <a:lnTo>
                    <a:pt x="232" y="1081"/>
                  </a:lnTo>
                  <a:lnTo>
                    <a:pt x="386" y="1197"/>
                  </a:lnTo>
                  <a:lnTo>
                    <a:pt x="463" y="1197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3" y="1004"/>
                  </a:lnTo>
                  <a:lnTo>
                    <a:pt x="386" y="927"/>
                  </a:lnTo>
                  <a:lnTo>
                    <a:pt x="348" y="811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6" y="502"/>
                  </a:lnTo>
                  <a:lnTo>
                    <a:pt x="463" y="464"/>
                  </a:lnTo>
                  <a:lnTo>
                    <a:pt x="541" y="386"/>
                  </a:lnTo>
                  <a:lnTo>
                    <a:pt x="772" y="386"/>
                  </a:lnTo>
                  <a:lnTo>
                    <a:pt x="850" y="464"/>
                  </a:lnTo>
                  <a:lnTo>
                    <a:pt x="927" y="541"/>
                  </a:lnTo>
                  <a:lnTo>
                    <a:pt x="965" y="657"/>
                  </a:lnTo>
                  <a:lnTo>
                    <a:pt x="1004" y="850"/>
                  </a:lnTo>
                  <a:lnTo>
                    <a:pt x="1043" y="966"/>
                  </a:lnTo>
                  <a:lnTo>
                    <a:pt x="1081" y="1043"/>
                  </a:lnTo>
                  <a:lnTo>
                    <a:pt x="1159" y="1081"/>
                  </a:lnTo>
                  <a:lnTo>
                    <a:pt x="1197" y="1081"/>
                  </a:lnTo>
                  <a:lnTo>
                    <a:pt x="1274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4" y="386"/>
                  </a:lnTo>
                  <a:lnTo>
                    <a:pt x="1159" y="232"/>
                  </a:lnTo>
                  <a:lnTo>
                    <a:pt x="1004" y="77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"/>
            <p:cNvSpPr/>
            <p:nvPr/>
          </p:nvSpPr>
          <p:spPr>
            <a:xfrm>
              <a:off x="6734100" y="1914800"/>
              <a:ext cx="30925" cy="168950"/>
            </a:xfrm>
            <a:custGeom>
              <a:avLst/>
              <a:gdLst/>
              <a:ahLst/>
              <a:cxnLst/>
              <a:rect l="l" t="t" r="r" b="b"/>
              <a:pathLst>
                <a:path w="1237" h="6758" extrusionOk="0">
                  <a:moveTo>
                    <a:pt x="1120" y="0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7"/>
                  </a:lnTo>
                  <a:lnTo>
                    <a:pt x="850" y="116"/>
                  </a:lnTo>
                  <a:lnTo>
                    <a:pt x="541" y="1738"/>
                  </a:lnTo>
                  <a:lnTo>
                    <a:pt x="309" y="3398"/>
                  </a:lnTo>
                  <a:lnTo>
                    <a:pt x="116" y="5059"/>
                  </a:lnTo>
                  <a:lnTo>
                    <a:pt x="0" y="6719"/>
                  </a:lnTo>
                  <a:lnTo>
                    <a:pt x="232" y="6758"/>
                  </a:lnTo>
                  <a:lnTo>
                    <a:pt x="502" y="5136"/>
                  </a:lnTo>
                  <a:lnTo>
                    <a:pt x="773" y="3514"/>
                  </a:lnTo>
                  <a:lnTo>
                    <a:pt x="966" y="1854"/>
                  </a:lnTo>
                  <a:lnTo>
                    <a:pt x="1082" y="232"/>
                  </a:lnTo>
                  <a:lnTo>
                    <a:pt x="1236" y="77"/>
                  </a:lnTo>
                  <a:lnTo>
                    <a:pt x="1236" y="39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"/>
            <p:cNvSpPr/>
            <p:nvPr/>
          </p:nvSpPr>
          <p:spPr>
            <a:xfrm>
              <a:off x="668675" y="1916725"/>
              <a:ext cx="350450" cy="288675"/>
            </a:xfrm>
            <a:custGeom>
              <a:avLst/>
              <a:gdLst/>
              <a:ahLst/>
              <a:cxnLst/>
              <a:rect l="l" t="t" r="r" b="b"/>
              <a:pathLst>
                <a:path w="14018" h="11547" extrusionOk="0">
                  <a:moveTo>
                    <a:pt x="11778" y="0"/>
                  </a:moveTo>
                  <a:lnTo>
                    <a:pt x="11469" y="78"/>
                  </a:lnTo>
                  <a:lnTo>
                    <a:pt x="11855" y="1931"/>
                  </a:lnTo>
                  <a:lnTo>
                    <a:pt x="12280" y="3746"/>
                  </a:lnTo>
                  <a:lnTo>
                    <a:pt x="11507" y="2781"/>
                  </a:lnTo>
                  <a:lnTo>
                    <a:pt x="10658" y="1893"/>
                  </a:lnTo>
                  <a:lnTo>
                    <a:pt x="10426" y="2086"/>
                  </a:lnTo>
                  <a:lnTo>
                    <a:pt x="11469" y="3437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8"/>
                  </a:lnTo>
                  <a:lnTo>
                    <a:pt x="13168" y="5522"/>
                  </a:lnTo>
                  <a:lnTo>
                    <a:pt x="13438" y="5715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0"/>
                  </a:lnTo>
                  <a:lnTo>
                    <a:pt x="13631" y="6681"/>
                  </a:lnTo>
                  <a:lnTo>
                    <a:pt x="13515" y="6912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3" y="7955"/>
                  </a:lnTo>
                  <a:lnTo>
                    <a:pt x="12203" y="8418"/>
                  </a:lnTo>
                  <a:lnTo>
                    <a:pt x="11739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2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0" y="11160"/>
                  </a:lnTo>
                  <a:lnTo>
                    <a:pt x="3630" y="11160"/>
                  </a:lnTo>
                  <a:lnTo>
                    <a:pt x="3012" y="11121"/>
                  </a:lnTo>
                  <a:lnTo>
                    <a:pt x="2356" y="11044"/>
                  </a:lnTo>
                  <a:lnTo>
                    <a:pt x="1661" y="10928"/>
                  </a:lnTo>
                  <a:lnTo>
                    <a:pt x="1352" y="10813"/>
                  </a:lnTo>
                  <a:lnTo>
                    <a:pt x="1081" y="10697"/>
                  </a:lnTo>
                  <a:lnTo>
                    <a:pt x="811" y="10542"/>
                  </a:lnTo>
                  <a:lnTo>
                    <a:pt x="618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1"/>
                  </a:lnTo>
                  <a:lnTo>
                    <a:pt x="386" y="9461"/>
                  </a:lnTo>
                  <a:lnTo>
                    <a:pt x="155" y="9422"/>
                  </a:lnTo>
                  <a:lnTo>
                    <a:pt x="39" y="9654"/>
                  </a:lnTo>
                  <a:lnTo>
                    <a:pt x="0" y="9886"/>
                  </a:lnTo>
                  <a:lnTo>
                    <a:pt x="39" y="10117"/>
                  </a:lnTo>
                  <a:lnTo>
                    <a:pt x="77" y="10311"/>
                  </a:lnTo>
                  <a:lnTo>
                    <a:pt x="193" y="10465"/>
                  </a:lnTo>
                  <a:lnTo>
                    <a:pt x="348" y="10619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7"/>
                  </a:lnTo>
                  <a:lnTo>
                    <a:pt x="2201" y="11353"/>
                  </a:lnTo>
                  <a:lnTo>
                    <a:pt x="2626" y="11430"/>
                  </a:lnTo>
                  <a:lnTo>
                    <a:pt x="3321" y="11508"/>
                  </a:lnTo>
                  <a:lnTo>
                    <a:pt x="3978" y="11546"/>
                  </a:lnTo>
                  <a:lnTo>
                    <a:pt x="4673" y="11546"/>
                  </a:lnTo>
                  <a:lnTo>
                    <a:pt x="5368" y="11508"/>
                  </a:lnTo>
                  <a:lnTo>
                    <a:pt x="6063" y="11430"/>
                  </a:lnTo>
                  <a:lnTo>
                    <a:pt x="6758" y="11315"/>
                  </a:lnTo>
                  <a:lnTo>
                    <a:pt x="7414" y="11160"/>
                  </a:lnTo>
                  <a:lnTo>
                    <a:pt x="8071" y="11006"/>
                  </a:lnTo>
                  <a:lnTo>
                    <a:pt x="8727" y="10774"/>
                  </a:lnTo>
                  <a:lnTo>
                    <a:pt x="9345" y="10542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1" y="9654"/>
                  </a:lnTo>
                  <a:lnTo>
                    <a:pt x="11701" y="9268"/>
                  </a:lnTo>
                  <a:lnTo>
                    <a:pt x="12241" y="8882"/>
                  </a:lnTo>
                  <a:lnTo>
                    <a:pt x="12743" y="8457"/>
                  </a:lnTo>
                  <a:lnTo>
                    <a:pt x="13168" y="8071"/>
                  </a:lnTo>
                  <a:lnTo>
                    <a:pt x="13554" y="7646"/>
                  </a:lnTo>
                  <a:lnTo>
                    <a:pt x="13747" y="7376"/>
                  </a:lnTo>
                  <a:lnTo>
                    <a:pt x="13863" y="7144"/>
                  </a:lnTo>
                  <a:lnTo>
                    <a:pt x="13979" y="6874"/>
                  </a:lnTo>
                  <a:lnTo>
                    <a:pt x="14017" y="6565"/>
                  </a:lnTo>
                  <a:lnTo>
                    <a:pt x="14017" y="6333"/>
                  </a:lnTo>
                  <a:lnTo>
                    <a:pt x="14017" y="6140"/>
                  </a:lnTo>
                  <a:lnTo>
                    <a:pt x="13940" y="5908"/>
                  </a:lnTo>
                  <a:lnTo>
                    <a:pt x="13863" y="5715"/>
                  </a:lnTo>
                  <a:lnTo>
                    <a:pt x="13747" y="5522"/>
                  </a:lnTo>
                  <a:lnTo>
                    <a:pt x="13593" y="5368"/>
                  </a:lnTo>
                  <a:lnTo>
                    <a:pt x="13438" y="5252"/>
                  </a:lnTo>
                  <a:lnTo>
                    <a:pt x="13245" y="5136"/>
                  </a:lnTo>
                  <a:lnTo>
                    <a:pt x="13091" y="5136"/>
                  </a:lnTo>
                  <a:lnTo>
                    <a:pt x="12820" y="3823"/>
                  </a:lnTo>
                  <a:lnTo>
                    <a:pt x="12511" y="2549"/>
                  </a:lnTo>
                  <a:lnTo>
                    <a:pt x="12164" y="1275"/>
                  </a:lnTo>
                  <a:lnTo>
                    <a:pt x="117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"/>
            <p:cNvSpPr/>
            <p:nvPr/>
          </p:nvSpPr>
          <p:spPr>
            <a:xfrm>
              <a:off x="6761125" y="1916725"/>
              <a:ext cx="121675" cy="144825"/>
            </a:xfrm>
            <a:custGeom>
              <a:avLst/>
              <a:gdLst/>
              <a:ahLst/>
              <a:cxnLst/>
              <a:rect l="l" t="t" r="r" b="b"/>
              <a:pathLst>
                <a:path w="4867" h="5793" extrusionOk="0">
                  <a:moveTo>
                    <a:pt x="155" y="0"/>
                  </a:moveTo>
                  <a:lnTo>
                    <a:pt x="1" y="155"/>
                  </a:lnTo>
                  <a:lnTo>
                    <a:pt x="1198" y="1545"/>
                  </a:lnTo>
                  <a:lnTo>
                    <a:pt x="2356" y="2935"/>
                  </a:lnTo>
                  <a:lnTo>
                    <a:pt x="2897" y="3630"/>
                  </a:lnTo>
                  <a:lnTo>
                    <a:pt x="3476" y="4402"/>
                  </a:lnTo>
                  <a:lnTo>
                    <a:pt x="4055" y="5098"/>
                  </a:lnTo>
                  <a:lnTo>
                    <a:pt x="4326" y="5445"/>
                  </a:lnTo>
                  <a:lnTo>
                    <a:pt x="4634" y="5793"/>
                  </a:lnTo>
                  <a:lnTo>
                    <a:pt x="4828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4" y="5252"/>
                  </a:lnTo>
                  <a:lnTo>
                    <a:pt x="4403" y="4866"/>
                  </a:lnTo>
                  <a:lnTo>
                    <a:pt x="3862" y="4171"/>
                  </a:lnTo>
                  <a:lnTo>
                    <a:pt x="2704" y="2781"/>
                  </a:lnTo>
                  <a:lnTo>
                    <a:pt x="1468" y="1352"/>
                  </a:lnTo>
                  <a:lnTo>
                    <a:pt x="812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"/>
            <p:cNvSpPr/>
            <p:nvPr/>
          </p:nvSpPr>
          <p:spPr>
            <a:xfrm>
              <a:off x="5030225" y="1918650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5" y="1"/>
                  </a:moveTo>
                  <a:lnTo>
                    <a:pt x="348" y="889"/>
                  </a:lnTo>
                  <a:lnTo>
                    <a:pt x="232" y="1816"/>
                  </a:lnTo>
                  <a:lnTo>
                    <a:pt x="155" y="3630"/>
                  </a:lnTo>
                  <a:lnTo>
                    <a:pt x="0" y="7260"/>
                  </a:lnTo>
                  <a:lnTo>
                    <a:pt x="193" y="7260"/>
                  </a:lnTo>
                  <a:lnTo>
                    <a:pt x="425" y="5484"/>
                  </a:lnTo>
                  <a:lnTo>
                    <a:pt x="579" y="3669"/>
                  </a:lnTo>
                  <a:lnTo>
                    <a:pt x="695" y="1854"/>
                  </a:lnTo>
                  <a:lnTo>
                    <a:pt x="695" y="927"/>
                  </a:lnTo>
                  <a:lnTo>
                    <a:pt x="695" y="39"/>
                  </a:lnTo>
                  <a:lnTo>
                    <a:pt x="42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3"/>
            <p:cNvSpPr/>
            <p:nvPr/>
          </p:nvSpPr>
          <p:spPr>
            <a:xfrm>
              <a:off x="6615350" y="1924450"/>
              <a:ext cx="61825" cy="160275"/>
            </a:xfrm>
            <a:custGeom>
              <a:avLst/>
              <a:gdLst/>
              <a:ahLst/>
              <a:cxnLst/>
              <a:rect l="l" t="t" r="r" b="b"/>
              <a:pathLst>
                <a:path w="2473" h="6411" extrusionOk="0">
                  <a:moveTo>
                    <a:pt x="310" y="0"/>
                  </a:moveTo>
                  <a:lnTo>
                    <a:pt x="1" y="78"/>
                  </a:lnTo>
                  <a:lnTo>
                    <a:pt x="194" y="927"/>
                  </a:lnTo>
                  <a:lnTo>
                    <a:pt x="426" y="1777"/>
                  </a:lnTo>
                  <a:lnTo>
                    <a:pt x="657" y="2626"/>
                  </a:lnTo>
                  <a:lnTo>
                    <a:pt x="928" y="3476"/>
                  </a:lnTo>
                  <a:lnTo>
                    <a:pt x="1507" y="5097"/>
                  </a:lnTo>
                  <a:lnTo>
                    <a:pt x="1738" y="5754"/>
                  </a:lnTo>
                  <a:lnTo>
                    <a:pt x="1661" y="5715"/>
                  </a:lnTo>
                  <a:lnTo>
                    <a:pt x="1584" y="5793"/>
                  </a:lnTo>
                  <a:lnTo>
                    <a:pt x="1545" y="5870"/>
                  </a:lnTo>
                  <a:lnTo>
                    <a:pt x="1777" y="5908"/>
                  </a:lnTo>
                  <a:lnTo>
                    <a:pt x="1932" y="6140"/>
                  </a:lnTo>
                  <a:lnTo>
                    <a:pt x="2086" y="6333"/>
                  </a:lnTo>
                  <a:lnTo>
                    <a:pt x="2125" y="6410"/>
                  </a:lnTo>
                  <a:lnTo>
                    <a:pt x="2318" y="6410"/>
                  </a:lnTo>
                  <a:lnTo>
                    <a:pt x="2356" y="6333"/>
                  </a:lnTo>
                  <a:lnTo>
                    <a:pt x="2434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5" y="5599"/>
                  </a:lnTo>
                  <a:lnTo>
                    <a:pt x="1970" y="5213"/>
                  </a:lnTo>
                  <a:lnTo>
                    <a:pt x="1738" y="4441"/>
                  </a:lnTo>
                  <a:lnTo>
                    <a:pt x="1198" y="2935"/>
                  </a:lnTo>
                  <a:lnTo>
                    <a:pt x="734" y="1468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3"/>
            <p:cNvSpPr/>
            <p:nvPr/>
          </p:nvSpPr>
          <p:spPr>
            <a:xfrm>
              <a:off x="3366875" y="1926375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1" y="2317"/>
                  </a:lnTo>
                  <a:lnTo>
                    <a:pt x="6449" y="3901"/>
                  </a:lnTo>
                  <a:lnTo>
                    <a:pt x="6527" y="6990"/>
                  </a:lnTo>
                  <a:lnTo>
                    <a:pt x="3515" y="6758"/>
                  </a:lnTo>
                  <a:lnTo>
                    <a:pt x="2009" y="6642"/>
                  </a:lnTo>
                  <a:lnTo>
                    <a:pt x="503" y="6604"/>
                  </a:lnTo>
                  <a:lnTo>
                    <a:pt x="1352" y="5986"/>
                  </a:lnTo>
                  <a:lnTo>
                    <a:pt x="2202" y="5291"/>
                  </a:lnTo>
                  <a:lnTo>
                    <a:pt x="2974" y="4557"/>
                  </a:lnTo>
                  <a:lnTo>
                    <a:pt x="3708" y="3823"/>
                  </a:lnTo>
                  <a:lnTo>
                    <a:pt x="4441" y="3090"/>
                  </a:lnTo>
                  <a:lnTo>
                    <a:pt x="5137" y="2356"/>
                  </a:lnTo>
                  <a:lnTo>
                    <a:pt x="5793" y="1584"/>
                  </a:lnTo>
                  <a:lnTo>
                    <a:pt x="6449" y="773"/>
                  </a:lnTo>
                  <a:close/>
                  <a:moveTo>
                    <a:pt x="6720" y="1"/>
                  </a:moveTo>
                  <a:lnTo>
                    <a:pt x="6643" y="39"/>
                  </a:lnTo>
                  <a:lnTo>
                    <a:pt x="6565" y="39"/>
                  </a:lnTo>
                  <a:lnTo>
                    <a:pt x="6488" y="116"/>
                  </a:lnTo>
                  <a:lnTo>
                    <a:pt x="4982" y="1854"/>
                  </a:lnTo>
                  <a:lnTo>
                    <a:pt x="4210" y="2704"/>
                  </a:lnTo>
                  <a:lnTo>
                    <a:pt x="3438" y="3515"/>
                  </a:lnTo>
                  <a:lnTo>
                    <a:pt x="2588" y="4287"/>
                  </a:lnTo>
                  <a:lnTo>
                    <a:pt x="1738" y="5059"/>
                  </a:lnTo>
                  <a:lnTo>
                    <a:pt x="889" y="5793"/>
                  </a:lnTo>
                  <a:lnTo>
                    <a:pt x="39" y="6604"/>
                  </a:lnTo>
                  <a:lnTo>
                    <a:pt x="1" y="6642"/>
                  </a:lnTo>
                  <a:lnTo>
                    <a:pt x="1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1" y="6913"/>
                  </a:lnTo>
                  <a:lnTo>
                    <a:pt x="39" y="6990"/>
                  </a:lnTo>
                  <a:lnTo>
                    <a:pt x="117" y="7144"/>
                  </a:lnTo>
                  <a:lnTo>
                    <a:pt x="387" y="6990"/>
                  </a:lnTo>
                  <a:lnTo>
                    <a:pt x="1893" y="7144"/>
                  </a:lnTo>
                  <a:lnTo>
                    <a:pt x="3438" y="7299"/>
                  </a:lnTo>
                  <a:lnTo>
                    <a:pt x="6527" y="7453"/>
                  </a:lnTo>
                  <a:lnTo>
                    <a:pt x="6565" y="9307"/>
                  </a:lnTo>
                  <a:lnTo>
                    <a:pt x="6527" y="12628"/>
                  </a:lnTo>
                  <a:lnTo>
                    <a:pt x="6951" y="12628"/>
                  </a:lnTo>
                  <a:lnTo>
                    <a:pt x="6990" y="9461"/>
                  </a:lnTo>
                  <a:lnTo>
                    <a:pt x="6990" y="7492"/>
                  </a:lnTo>
                  <a:lnTo>
                    <a:pt x="8651" y="7569"/>
                  </a:lnTo>
                  <a:lnTo>
                    <a:pt x="10311" y="7646"/>
                  </a:lnTo>
                  <a:lnTo>
                    <a:pt x="10311" y="7183"/>
                  </a:lnTo>
                  <a:lnTo>
                    <a:pt x="8651" y="7106"/>
                  </a:lnTo>
                  <a:lnTo>
                    <a:pt x="6990" y="7028"/>
                  </a:lnTo>
                  <a:lnTo>
                    <a:pt x="7029" y="5368"/>
                  </a:lnTo>
                  <a:lnTo>
                    <a:pt x="6990" y="3708"/>
                  </a:lnTo>
                  <a:lnTo>
                    <a:pt x="6951" y="2047"/>
                  </a:lnTo>
                  <a:lnTo>
                    <a:pt x="6797" y="387"/>
                  </a:lnTo>
                  <a:lnTo>
                    <a:pt x="6990" y="194"/>
                  </a:lnTo>
                  <a:lnTo>
                    <a:pt x="6836" y="39"/>
                  </a:lnTo>
                  <a:lnTo>
                    <a:pt x="67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"/>
            <p:cNvSpPr/>
            <p:nvPr/>
          </p:nvSpPr>
          <p:spPr>
            <a:xfrm>
              <a:off x="6625000" y="1926375"/>
              <a:ext cx="355300" cy="170900"/>
            </a:xfrm>
            <a:custGeom>
              <a:avLst/>
              <a:gdLst/>
              <a:ahLst/>
              <a:cxnLst/>
              <a:rect l="l" t="t" r="r" b="b"/>
              <a:pathLst>
                <a:path w="14212" h="6836" extrusionOk="0">
                  <a:moveTo>
                    <a:pt x="117" y="1"/>
                  </a:moveTo>
                  <a:lnTo>
                    <a:pt x="1" y="39"/>
                  </a:lnTo>
                  <a:lnTo>
                    <a:pt x="1970" y="3206"/>
                  </a:lnTo>
                  <a:lnTo>
                    <a:pt x="4056" y="6333"/>
                  </a:lnTo>
                  <a:lnTo>
                    <a:pt x="3554" y="6295"/>
                  </a:lnTo>
                  <a:lnTo>
                    <a:pt x="3052" y="6179"/>
                  </a:lnTo>
                  <a:lnTo>
                    <a:pt x="2588" y="6024"/>
                  </a:lnTo>
                  <a:lnTo>
                    <a:pt x="2125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6"/>
                  </a:lnTo>
                  <a:lnTo>
                    <a:pt x="3283" y="6642"/>
                  </a:lnTo>
                  <a:lnTo>
                    <a:pt x="3708" y="6720"/>
                  </a:lnTo>
                  <a:lnTo>
                    <a:pt x="4133" y="6797"/>
                  </a:lnTo>
                  <a:lnTo>
                    <a:pt x="4596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9" y="6642"/>
                  </a:lnTo>
                  <a:lnTo>
                    <a:pt x="8149" y="6488"/>
                  </a:lnTo>
                  <a:lnTo>
                    <a:pt x="8960" y="6295"/>
                  </a:lnTo>
                  <a:lnTo>
                    <a:pt x="9771" y="6024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8" y="4673"/>
                  </a:lnTo>
                  <a:lnTo>
                    <a:pt x="12667" y="4403"/>
                  </a:lnTo>
                  <a:lnTo>
                    <a:pt x="12976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8"/>
                  </a:lnTo>
                  <a:lnTo>
                    <a:pt x="13980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3" y="2163"/>
                  </a:lnTo>
                  <a:lnTo>
                    <a:pt x="14173" y="2124"/>
                  </a:lnTo>
                  <a:lnTo>
                    <a:pt x="13864" y="2124"/>
                  </a:lnTo>
                  <a:lnTo>
                    <a:pt x="13825" y="2163"/>
                  </a:lnTo>
                  <a:lnTo>
                    <a:pt x="13555" y="2704"/>
                  </a:lnTo>
                  <a:lnTo>
                    <a:pt x="13207" y="3167"/>
                  </a:lnTo>
                  <a:lnTo>
                    <a:pt x="12860" y="3630"/>
                  </a:lnTo>
                  <a:lnTo>
                    <a:pt x="12474" y="4016"/>
                  </a:lnTo>
                  <a:lnTo>
                    <a:pt x="12010" y="4364"/>
                  </a:lnTo>
                  <a:lnTo>
                    <a:pt x="11547" y="4712"/>
                  </a:lnTo>
                  <a:lnTo>
                    <a:pt x="11083" y="4982"/>
                  </a:lnTo>
                  <a:lnTo>
                    <a:pt x="10543" y="5252"/>
                  </a:lnTo>
                  <a:lnTo>
                    <a:pt x="10350" y="5252"/>
                  </a:lnTo>
                  <a:lnTo>
                    <a:pt x="10350" y="5368"/>
                  </a:lnTo>
                  <a:lnTo>
                    <a:pt x="10273" y="5368"/>
                  </a:lnTo>
                  <a:lnTo>
                    <a:pt x="10079" y="5407"/>
                  </a:lnTo>
                  <a:lnTo>
                    <a:pt x="10157" y="5445"/>
                  </a:lnTo>
                  <a:lnTo>
                    <a:pt x="9500" y="5677"/>
                  </a:lnTo>
                  <a:lnTo>
                    <a:pt x="8844" y="5870"/>
                  </a:lnTo>
                  <a:lnTo>
                    <a:pt x="7840" y="6102"/>
                  </a:lnTo>
                  <a:lnTo>
                    <a:pt x="6759" y="6295"/>
                  </a:lnTo>
                  <a:lnTo>
                    <a:pt x="6218" y="6333"/>
                  </a:lnTo>
                  <a:lnTo>
                    <a:pt x="5677" y="6411"/>
                  </a:lnTo>
                  <a:lnTo>
                    <a:pt x="4558" y="6411"/>
                  </a:lnTo>
                  <a:lnTo>
                    <a:pt x="4596" y="6295"/>
                  </a:lnTo>
                  <a:lnTo>
                    <a:pt x="4364" y="6256"/>
                  </a:lnTo>
                  <a:lnTo>
                    <a:pt x="3399" y="4634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"/>
            <p:cNvSpPr/>
            <p:nvPr/>
          </p:nvSpPr>
          <p:spPr>
            <a:xfrm>
              <a:off x="3536800" y="1931200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3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6" y="7492"/>
                  </a:lnTo>
                  <a:lnTo>
                    <a:pt x="6371" y="7453"/>
                  </a:lnTo>
                  <a:lnTo>
                    <a:pt x="6371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59" y="12087"/>
                  </a:lnTo>
                  <a:lnTo>
                    <a:pt x="1583" y="14983"/>
                  </a:lnTo>
                  <a:lnTo>
                    <a:pt x="772" y="16451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50"/>
                  </a:lnTo>
                  <a:lnTo>
                    <a:pt x="1158" y="16759"/>
                  </a:lnTo>
                  <a:lnTo>
                    <a:pt x="1969" y="15369"/>
                  </a:lnTo>
                  <a:lnTo>
                    <a:pt x="2780" y="13979"/>
                  </a:lnTo>
                  <a:lnTo>
                    <a:pt x="3591" y="12589"/>
                  </a:lnTo>
                  <a:lnTo>
                    <a:pt x="4441" y="11199"/>
                  </a:lnTo>
                  <a:lnTo>
                    <a:pt x="5290" y="9809"/>
                  </a:lnTo>
                  <a:lnTo>
                    <a:pt x="5715" y="9191"/>
                  </a:lnTo>
                  <a:lnTo>
                    <a:pt x="6178" y="8612"/>
                  </a:lnTo>
                  <a:lnTo>
                    <a:pt x="6603" y="8033"/>
                  </a:lnTo>
                  <a:lnTo>
                    <a:pt x="6989" y="7453"/>
                  </a:lnTo>
                  <a:lnTo>
                    <a:pt x="6989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89" y="7067"/>
                  </a:lnTo>
                  <a:lnTo>
                    <a:pt x="6873" y="7029"/>
                  </a:lnTo>
                  <a:lnTo>
                    <a:pt x="6835" y="7029"/>
                  </a:lnTo>
                  <a:lnTo>
                    <a:pt x="6101" y="6102"/>
                  </a:lnTo>
                  <a:lnTo>
                    <a:pt x="5290" y="5175"/>
                  </a:lnTo>
                  <a:lnTo>
                    <a:pt x="3668" y="3437"/>
                  </a:lnTo>
                  <a:lnTo>
                    <a:pt x="1969" y="1700"/>
                  </a:lnTo>
                  <a:lnTo>
                    <a:pt x="1081" y="812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"/>
            <p:cNvSpPr/>
            <p:nvPr/>
          </p:nvSpPr>
          <p:spPr>
            <a:xfrm>
              <a:off x="902300" y="1957275"/>
              <a:ext cx="17400" cy="181500"/>
            </a:xfrm>
            <a:custGeom>
              <a:avLst/>
              <a:gdLst/>
              <a:ahLst/>
              <a:cxnLst/>
              <a:rect l="l" t="t" r="r" b="b"/>
              <a:pathLst>
                <a:path w="696" h="7260" extrusionOk="0">
                  <a:moveTo>
                    <a:pt x="425" y="0"/>
                  </a:moveTo>
                  <a:lnTo>
                    <a:pt x="348" y="888"/>
                  </a:lnTo>
                  <a:lnTo>
                    <a:pt x="232" y="1815"/>
                  </a:lnTo>
                  <a:lnTo>
                    <a:pt x="154" y="3630"/>
                  </a:lnTo>
                  <a:lnTo>
                    <a:pt x="0" y="7260"/>
                  </a:lnTo>
                  <a:lnTo>
                    <a:pt x="193" y="7260"/>
                  </a:lnTo>
                  <a:lnTo>
                    <a:pt x="425" y="5484"/>
                  </a:lnTo>
                  <a:lnTo>
                    <a:pt x="579" y="3669"/>
                  </a:lnTo>
                  <a:lnTo>
                    <a:pt x="695" y="1854"/>
                  </a:lnTo>
                  <a:lnTo>
                    <a:pt x="695" y="927"/>
                  </a:lnTo>
                  <a:lnTo>
                    <a:pt x="695" y="39"/>
                  </a:lnTo>
                  <a:lnTo>
                    <a:pt x="42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3"/>
            <p:cNvSpPr/>
            <p:nvPr/>
          </p:nvSpPr>
          <p:spPr>
            <a:xfrm>
              <a:off x="4880575" y="1957275"/>
              <a:ext cx="30925" cy="168950"/>
            </a:xfrm>
            <a:custGeom>
              <a:avLst/>
              <a:gdLst/>
              <a:ahLst/>
              <a:cxnLst/>
              <a:rect l="l" t="t" r="r" b="b"/>
              <a:pathLst>
                <a:path w="1237" h="6758" extrusionOk="0">
                  <a:moveTo>
                    <a:pt x="1121" y="0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7"/>
                  </a:lnTo>
                  <a:lnTo>
                    <a:pt x="850" y="116"/>
                  </a:lnTo>
                  <a:lnTo>
                    <a:pt x="542" y="1738"/>
                  </a:lnTo>
                  <a:lnTo>
                    <a:pt x="310" y="3398"/>
                  </a:lnTo>
                  <a:lnTo>
                    <a:pt x="117" y="5059"/>
                  </a:lnTo>
                  <a:lnTo>
                    <a:pt x="1" y="6719"/>
                  </a:lnTo>
                  <a:lnTo>
                    <a:pt x="233" y="6758"/>
                  </a:lnTo>
                  <a:lnTo>
                    <a:pt x="503" y="5136"/>
                  </a:lnTo>
                  <a:lnTo>
                    <a:pt x="773" y="3514"/>
                  </a:lnTo>
                  <a:lnTo>
                    <a:pt x="966" y="1854"/>
                  </a:lnTo>
                  <a:lnTo>
                    <a:pt x="1082" y="232"/>
                  </a:lnTo>
                  <a:lnTo>
                    <a:pt x="1237" y="77"/>
                  </a:lnTo>
                  <a:lnTo>
                    <a:pt x="1237" y="39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3"/>
            <p:cNvSpPr/>
            <p:nvPr/>
          </p:nvSpPr>
          <p:spPr>
            <a:xfrm>
              <a:off x="4907625" y="1959200"/>
              <a:ext cx="121650" cy="144825"/>
            </a:xfrm>
            <a:custGeom>
              <a:avLst/>
              <a:gdLst/>
              <a:ahLst/>
              <a:cxnLst/>
              <a:rect l="l" t="t" r="r" b="b"/>
              <a:pathLst>
                <a:path w="4866" h="5793" extrusionOk="0">
                  <a:moveTo>
                    <a:pt x="155" y="0"/>
                  </a:moveTo>
                  <a:lnTo>
                    <a:pt x="0" y="155"/>
                  </a:lnTo>
                  <a:lnTo>
                    <a:pt x="1197" y="1545"/>
                  </a:lnTo>
                  <a:lnTo>
                    <a:pt x="2356" y="2935"/>
                  </a:lnTo>
                  <a:lnTo>
                    <a:pt x="2896" y="3630"/>
                  </a:lnTo>
                  <a:lnTo>
                    <a:pt x="3475" y="4403"/>
                  </a:lnTo>
                  <a:lnTo>
                    <a:pt x="4055" y="5098"/>
                  </a:lnTo>
                  <a:lnTo>
                    <a:pt x="4325" y="5445"/>
                  </a:lnTo>
                  <a:lnTo>
                    <a:pt x="4634" y="5793"/>
                  </a:lnTo>
                  <a:lnTo>
                    <a:pt x="4827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4" y="5252"/>
                  </a:lnTo>
                  <a:lnTo>
                    <a:pt x="4402" y="4866"/>
                  </a:lnTo>
                  <a:lnTo>
                    <a:pt x="3862" y="4171"/>
                  </a:lnTo>
                  <a:lnTo>
                    <a:pt x="2703" y="2781"/>
                  </a:lnTo>
                  <a:lnTo>
                    <a:pt x="1467" y="1352"/>
                  </a:lnTo>
                  <a:lnTo>
                    <a:pt x="811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"/>
            <p:cNvSpPr/>
            <p:nvPr/>
          </p:nvSpPr>
          <p:spPr>
            <a:xfrm>
              <a:off x="4761850" y="1966925"/>
              <a:ext cx="61800" cy="160275"/>
            </a:xfrm>
            <a:custGeom>
              <a:avLst/>
              <a:gdLst/>
              <a:ahLst/>
              <a:cxnLst/>
              <a:rect l="l" t="t" r="r" b="b"/>
              <a:pathLst>
                <a:path w="2472" h="6411" extrusionOk="0">
                  <a:moveTo>
                    <a:pt x="309" y="0"/>
                  </a:moveTo>
                  <a:lnTo>
                    <a:pt x="0" y="78"/>
                  </a:lnTo>
                  <a:lnTo>
                    <a:pt x="193" y="927"/>
                  </a:lnTo>
                  <a:lnTo>
                    <a:pt x="425" y="1777"/>
                  </a:lnTo>
                  <a:lnTo>
                    <a:pt x="657" y="2626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4"/>
                  </a:lnTo>
                  <a:lnTo>
                    <a:pt x="1661" y="5715"/>
                  </a:lnTo>
                  <a:lnTo>
                    <a:pt x="1583" y="5793"/>
                  </a:lnTo>
                  <a:lnTo>
                    <a:pt x="1545" y="5870"/>
                  </a:lnTo>
                  <a:lnTo>
                    <a:pt x="1777" y="5908"/>
                  </a:lnTo>
                  <a:lnTo>
                    <a:pt x="1931" y="6140"/>
                  </a:lnTo>
                  <a:lnTo>
                    <a:pt x="2085" y="6333"/>
                  </a:lnTo>
                  <a:lnTo>
                    <a:pt x="2124" y="6410"/>
                  </a:lnTo>
                  <a:lnTo>
                    <a:pt x="2317" y="6410"/>
                  </a:lnTo>
                  <a:lnTo>
                    <a:pt x="2356" y="6333"/>
                  </a:lnTo>
                  <a:lnTo>
                    <a:pt x="2433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4" y="5600"/>
                  </a:lnTo>
                  <a:lnTo>
                    <a:pt x="1970" y="5213"/>
                  </a:lnTo>
                  <a:lnTo>
                    <a:pt x="1738" y="4441"/>
                  </a:lnTo>
                  <a:lnTo>
                    <a:pt x="1197" y="2935"/>
                  </a:lnTo>
                  <a:lnTo>
                    <a:pt x="734" y="1468"/>
                  </a:lnTo>
                  <a:lnTo>
                    <a:pt x="30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"/>
            <p:cNvSpPr/>
            <p:nvPr/>
          </p:nvSpPr>
          <p:spPr>
            <a:xfrm>
              <a:off x="4771500" y="1968850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1"/>
                  </a:moveTo>
                  <a:lnTo>
                    <a:pt x="0" y="39"/>
                  </a:lnTo>
                  <a:lnTo>
                    <a:pt x="1970" y="3206"/>
                  </a:lnTo>
                  <a:lnTo>
                    <a:pt x="4055" y="6333"/>
                  </a:lnTo>
                  <a:lnTo>
                    <a:pt x="3553" y="6295"/>
                  </a:lnTo>
                  <a:lnTo>
                    <a:pt x="3051" y="6179"/>
                  </a:lnTo>
                  <a:lnTo>
                    <a:pt x="2588" y="6025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7"/>
                  </a:lnTo>
                  <a:lnTo>
                    <a:pt x="3283" y="6642"/>
                  </a:lnTo>
                  <a:lnTo>
                    <a:pt x="3707" y="6720"/>
                  </a:lnTo>
                  <a:lnTo>
                    <a:pt x="4132" y="6797"/>
                  </a:lnTo>
                  <a:lnTo>
                    <a:pt x="4596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9" y="6642"/>
                  </a:lnTo>
                  <a:lnTo>
                    <a:pt x="8148" y="6488"/>
                  </a:lnTo>
                  <a:lnTo>
                    <a:pt x="8959" y="6295"/>
                  </a:lnTo>
                  <a:lnTo>
                    <a:pt x="9770" y="6025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7" y="4673"/>
                  </a:lnTo>
                  <a:lnTo>
                    <a:pt x="12666" y="4403"/>
                  </a:lnTo>
                  <a:lnTo>
                    <a:pt x="12975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8"/>
                  </a:lnTo>
                  <a:lnTo>
                    <a:pt x="13979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2" y="2163"/>
                  </a:lnTo>
                  <a:lnTo>
                    <a:pt x="14172" y="2124"/>
                  </a:lnTo>
                  <a:lnTo>
                    <a:pt x="13863" y="2124"/>
                  </a:lnTo>
                  <a:lnTo>
                    <a:pt x="13825" y="2163"/>
                  </a:lnTo>
                  <a:lnTo>
                    <a:pt x="13554" y="2704"/>
                  </a:lnTo>
                  <a:lnTo>
                    <a:pt x="13207" y="3167"/>
                  </a:lnTo>
                  <a:lnTo>
                    <a:pt x="12859" y="3630"/>
                  </a:lnTo>
                  <a:lnTo>
                    <a:pt x="12473" y="4017"/>
                  </a:lnTo>
                  <a:lnTo>
                    <a:pt x="12010" y="4364"/>
                  </a:lnTo>
                  <a:lnTo>
                    <a:pt x="11546" y="4712"/>
                  </a:lnTo>
                  <a:lnTo>
                    <a:pt x="11083" y="4982"/>
                  </a:lnTo>
                  <a:lnTo>
                    <a:pt x="10542" y="5252"/>
                  </a:lnTo>
                  <a:lnTo>
                    <a:pt x="10349" y="5252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7"/>
                  </a:lnTo>
                  <a:lnTo>
                    <a:pt x="10156" y="5445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2"/>
                  </a:lnTo>
                  <a:lnTo>
                    <a:pt x="6758" y="6295"/>
                  </a:lnTo>
                  <a:lnTo>
                    <a:pt x="6217" y="6333"/>
                  </a:lnTo>
                  <a:lnTo>
                    <a:pt x="5677" y="6411"/>
                  </a:lnTo>
                  <a:lnTo>
                    <a:pt x="4557" y="6411"/>
                  </a:lnTo>
                  <a:lnTo>
                    <a:pt x="4596" y="6295"/>
                  </a:lnTo>
                  <a:lnTo>
                    <a:pt x="4364" y="6256"/>
                  </a:lnTo>
                  <a:lnTo>
                    <a:pt x="3399" y="4634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"/>
            <p:cNvSpPr/>
            <p:nvPr/>
          </p:nvSpPr>
          <p:spPr>
            <a:xfrm>
              <a:off x="5286050" y="1976575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0" y="2317"/>
                  </a:lnTo>
                  <a:lnTo>
                    <a:pt x="6449" y="3901"/>
                  </a:lnTo>
                  <a:lnTo>
                    <a:pt x="6526" y="6990"/>
                  </a:lnTo>
                  <a:lnTo>
                    <a:pt x="3514" y="6758"/>
                  </a:lnTo>
                  <a:lnTo>
                    <a:pt x="2008" y="6642"/>
                  </a:lnTo>
                  <a:lnTo>
                    <a:pt x="502" y="6604"/>
                  </a:lnTo>
                  <a:lnTo>
                    <a:pt x="1352" y="5986"/>
                  </a:lnTo>
                  <a:lnTo>
                    <a:pt x="2201" y="5291"/>
                  </a:lnTo>
                  <a:lnTo>
                    <a:pt x="2973" y="4557"/>
                  </a:lnTo>
                  <a:lnTo>
                    <a:pt x="3707" y="3823"/>
                  </a:lnTo>
                  <a:lnTo>
                    <a:pt x="4441" y="3090"/>
                  </a:lnTo>
                  <a:lnTo>
                    <a:pt x="5136" y="2356"/>
                  </a:lnTo>
                  <a:lnTo>
                    <a:pt x="5792" y="1584"/>
                  </a:lnTo>
                  <a:lnTo>
                    <a:pt x="6449" y="773"/>
                  </a:lnTo>
                  <a:close/>
                  <a:moveTo>
                    <a:pt x="6719" y="1"/>
                  </a:moveTo>
                  <a:lnTo>
                    <a:pt x="6642" y="39"/>
                  </a:lnTo>
                  <a:lnTo>
                    <a:pt x="6565" y="39"/>
                  </a:lnTo>
                  <a:lnTo>
                    <a:pt x="6487" y="116"/>
                  </a:lnTo>
                  <a:lnTo>
                    <a:pt x="4981" y="1854"/>
                  </a:lnTo>
                  <a:lnTo>
                    <a:pt x="4209" y="2704"/>
                  </a:lnTo>
                  <a:lnTo>
                    <a:pt x="3437" y="3514"/>
                  </a:lnTo>
                  <a:lnTo>
                    <a:pt x="2587" y="4287"/>
                  </a:lnTo>
                  <a:lnTo>
                    <a:pt x="1738" y="5059"/>
                  </a:lnTo>
                  <a:lnTo>
                    <a:pt x="888" y="5793"/>
                  </a:lnTo>
                  <a:lnTo>
                    <a:pt x="39" y="6604"/>
                  </a:lnTo>
                  <a:lnTo>
                    <a:pt x="0" y="6642"/>
                  </a:lnTo>
                  <a:lnTo>
                    <a:pt x="0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0" y="6913"/>
                  </a:lnTo>
                  <a:lnTo>
                    <a:pt x="39" y="6990"/>
                  </a:lnTo>
                  <a:lnTo>
                    <a:pt x="116" y="7144"/>
                  </a:lnTo>
                  <a:lnTo>
                    <a:pt x="386" y="6990"/>
                  </a:lnTo>
                  <a:lnTo>
                    <a:pt x="1892" y="7144"/>
                  </a:lnTo>
                  <a:lnTo>
                    <a:pt x="3437" y="7299"/>
                  </a:lnTo>
                  <a:lnTo>
                    <a:pt x="6526" y="7453"/>
                  </a:lnTo>
                  <a:lnTo>
                    <a:pt x="6565" y="9307"/>
                  </a:lnTo>
                  <a:lnTo>
                    <a:pt x="6526" y="12628"/>
                  </a:lnTo>
                  <a:lnTo>
                    <a:pt x="6951" y="12628"/>
                  </a:lnTo>
                  <a:lnTo>
                    <a:pt x="6989" y="9461"/>
                  </a:lnTo>
                  <a:lnTo>
                    <a:pt x="6989" y="7492"/>
                  </a:lnTo>
                  <a:lnTo>
                    <a:pt x="8650" y="7569"/>
                  </a:lnTo>
                  <a:lnTo>
                    <a:pt x="10310" y="7646"/>
                  </a:lnTo>
                  <a:lnTo>
                    <a:pt x="10310" y="7183"/>
                  </a:lnTo>
                  <a:lnTo>
                    <a:pt x="8650" y="7106"/>
                  </a:lnTo>
                  <a:lnTo>
                    <a:pt x="6989" y="7028"/>
                  </a:lnTo>
                  <a:lnTo>
                    <a:pt x="7028" y="5368"/>
                  </a:lnTo>
                  <a:lnTo>
                    <a:pt x="6989" y="3708"/>
                  </a:lnTo>
                  <a:lnTo>
                    <a:pt x="6951" y="2047"/>
                  </a:lnTo>
                  <a:lnTo>
                    <a:pt x="6796" y="387"/>
                  </a:lnTo>
                  <a:lnTo>
                    <a:pt x="6989" y="194"/>
                  </a:lnTo>
                  <a:lnTo>
                    <a:pt x="6835" y="39"/>
                  </a:lnTo>
                  <a:lnTo>
                    <a:pt x="679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"/>
            <p:cNvSpPr/>
            <p:nvPr/>
          </p:nvSpPr>
          <p:spPr>
            <a:xfrm>
              <a:off x="5455950" y="1981400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4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7" y="7492"/>
                  </a:lnTo>
                  <a:lnTo>
                    <a:pt x="6372" y="7453"/>
                  </a:lnTo>
                  <a:lnTo>
                    <a:pt x="6372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60" y="12087"/>
                  </a:lnTo>
                  <a:lnTo>
                    <a:pt x="1584" y="14983"/>
                  </a:lnTo>
                  <a:lnTo>
                    <a:pt x="773" y="16450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50"/>
                  </a:lnTo>
                  <a:lnTo>
                    <a:pt x="1159" y="16759"/>
                  </a:lnTo>
                  <a:lnTo>
                    <a:pt x="1970" y="15369"/>
                  </a:lnTo>
                  <a:lnTo>
                    <a:pt x="2781" y="13979"/>
                  </a:lnTo>
                  <a:lnTo>
                    <a:pt x="3592" y="12589"/>
                  </a:lnTo>
                  <a:lnTo>
                    <a:pt x="4441" y="11199"/>
                  </a:lnTo>
                  <a:lnTo>
                    <a:pt x="5291" y="9809"/>
                  </a:lnTo>
                  <a:lnTo>
                    <a:pt x="5715" y="9191"/>
                  </a:lnTo>
                  <a:lnTo>
                    <a:pt x="6179" y="8612"/>
                  </a:lnTo>
                  <a:lnTo>
                    <a:pt x="6603" y="8032"/>
                  </a:lnTo>
                  <a:lnTo>
                    <a:pt x="6990" y="7453"/>
                  </a:lnTo>
                  <a:lnTo>
                    <a:pt x="6990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90" y="7067"/>
                  </a:lnTo>
                  <a:lnTo>
                    <a:pt x="6874" y="7028"/>
                  </a:lnTo>
                  <a:lnTo>
                    <a:pt x="6835" y="7028"/>
                  </a:lnTo>
                  <a:lnTo>
                    <a:pt x="6102" y="6102"/>
                  </a:lnTo>
                  <a:lnTo>
                    <a:pt x="5291" y="5175"/>
                  </a:lnTo>
                  <a:lnTo>
                    <a:pt x="3669" y="3437"/>
                  </a:lnTo>
                  <a:lnTo>
                    <a:pt x="1970" y="1700"/>
                  </a:lnTo>
                  <a:lnTo>
                    <a:pt x="1082" y="812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"/>
            <p:cNvSpPr/>
            <p:nvPr/>
          </p:nvSpPr>
          <p:spPr>
            <a:xfrm>
              <a:off x="752650" y="1995875"/>
              <a:ext cx="30925" cy="168975"/>
            </a:xfrm>
            <a:custGeom>
              <a:avLst/>
              <a:gdLst/>
              <a:ahLst/>
              <a:cxnLst/>
              <a:rect l="l" t="t" r="r" b="b"/>
              <a:pathLst>
                <a:path w="1237" h="6759" extrusionOk="0">
                  <a:moveTo>
                    <a:pt x="1121" y="1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8"/>
                  </a:lnTo>
                  <a:lnTo>
                    <a:pt x="850" y="117"/>
                  </a:lnTo>
                  <a:lnTo>
                    <a:pt x="541" y="1738"/>
                  </a:lnTo>
                  <a:lnTo>
                    <a:pt x="310" y="3399"/>
                  </a:lnTo>
                  <a:lnTo>
                    <a:pt x="117" y="5059"/>
                  </a:lnTo>
                  <a:lnTo>
                    <a:pt x="1" y="6720"/>
                  </a:lnTo>
                  <a:lnTo>
                    <a:pt x="232" y="6758"/>
                  </a:lnTo>
                  <a:lnTo>
                    <a:pt x="503" y="5137"/>
                  </a:lnTo>
                  <a:lnTo>
                    <a:pt x="773" y="3515"/>
                  </a:lnTo>
                  <a:lnTo>
                    <a:pt x="966" y="1854"/>
                  </a:lnTo>
                  <a:lnTo>
                    <a:pt x="1082" y="233"/>
                  </a:lnTo>
                  <a:lnTo>
                    <a:pt x="1236" y="78"/>
                  </a:lnTo>
                  <a:lnTo>
                    <a:pt x="1236" y="39"/>
                  </a:lnTo>
                  <a:lnTo>
                    <a:pt x="11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"/>
            <p:cNvSpPr/>
            <p:nvPr/>
          </p:nvSpPr>
          <p:spPr>
            <a:xfrm>
              <a:off x="779675" y="1997825"/>
              <a:ext cx="121675" cy="144825"/>
            </a:xfrm>
            <a:custGeom>
              <a:avLst/>
              <a:gdLst/>
              <a:ahLst/>
              <a:cxnLst/>
              <a:rect l="l" t="t" r="r" b="b"/>
              <a:pathLst>
                <a:path w="4867" h="5793" extrusionOk="0">
                  <a:moveTo>
                    <a:pt x="155" y="0"/>
                  </a:moveTo>
                  <a:lnTo>
                    <a:pt x="1" y="155"/>
                  </a:lnTo>
                  <a:lnTo>
                    <a:pt x="1198" y="1545"/>
                  </a:lnTo>
                  <a:lnTo>
                    <a:pt x="2356" y="2935"/>
                  </a:lnTo>
                  <a:lnTo>
                    <a:pt x="2897" y="3630"/>
                  </a:lnTo>
                  <a:lnTo>
                    <a:pt x="3476" y="4402"/>
                  </a:lnTo>
                  <a:lnTo>
                    <a:pt x="4056" y="5097"/>
                  </a:lnTo>
                  <a:lnTo>
                    <a:pt x="4326" y="5445"/>
                  </a:lnTo>
                  <a:lnTo>
                    <a:pt x="4635" y="5792"/>
                  </a:lnTo>
                  <a:lnTo>
                    <a:pt x="4828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5" y="5252"/>
                  </a:lnTo>
                  <a:lnTo>
                    <a:pt x="4403" y="4866"/>
                  </a:lnTo>
                  <a:lnTo>
                    <a:pt x="3862" y="4170"/>
                  </a:lnTo>
                  <a:lnTo>
                    <a:pt x="2704" y="2780"/>
                  </a:lnTo>
                  <a:lnTo>
                    <a:pt x="1468" y="1352"/>
                  </a:lnTo>
                  <a:lnTo>
                    <a:pt x="812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"/>
            <p:cNvSpPr/>
            <p:nvPr/>
          </p:nvSpPr>
          <p:spPr>
            <a:xfrm>
              <a:off x="2839800" y="2000700"/>
              <a:ext cx="270325" cy="209525"/>
            </a:xfrm>
            <a:custGeom>
              <a:avLst/>
              <a:gdLst/>
              <a:ahLst/>
              <a:cxnLst/>
              <a:rect l="l" t="t" r="r" b="b"/>
              <a:pathLst>
                <a:path w="10813" h="8381" extrusionOk="0">
                  <a:moveTo>
                    <a:pt x="10233" y="1"/>
                  </a:moveTo>
                  <a:lnTo>
                    <a:pt x="10156" y="78"/>
                  </a:lnTo>
                  <a:lnTo>
                    <a:pt x="10117" y="155"/>
                  </a:lnTo>
                  <a:lnTo>
                    <a:pt x="10079" y="233"/>
                  </a:lnTo>
                  <a:lnTo>
                    <a:pt x="10079" y="348"/>
                  </a:lnTo>
                  <a:lnTo>
                    <a:pt x="10156" y="426"/>
                  </a:lnTo>
                  <a:lnTo>
                    <a:pt x="10272" y="580"/>
                  </a:lnTo>
                  <a:lnTo>
                    <a:pt x="10310" y="735"/>
                  </a:lnTo>
                  <a:lnTo>
                    <a:pt x="10349" y="928"/>
                  </a:lnTo>
                  <a:lnTo>
                    <a:pt x="10310" y="1121"/>
                  </a:lnTo>
                  <a:lnTo>
                    <a:pt x="10233" y="1275"/>
                  </a:lnTo>
                  <a:lnTo>
                    <a:pt x="10156" y="1468"/>
                  </a:lnTo>
                  <a:lnTo>
                    <a:pt x="9847" y="1854"/>
                  </a:lnTo>
                  <a:lnTo>
                    <a:pt x="9538" y="2202"/>
                  </a:lnTo>
                  <a:lnTo>
                    <a:pt x="9152" y="2511"/>
                  </a:lnTo>
                  <a:lnTo>
                    <a:pt x="8611" y="3013"/>
                  </a:lnTo>
                  <a:lnTo>
                    <a:pt x="8264" y="3283"/>
                  </a:lnTo>
                  <a:lnTo>
                    <a:pt x="8225" y="3206"/>
                  </a:lnTo>
                  <a:lnTo>
                    <a:pt x="8148" y="3129"/>
                  </a:lnTo>
                  <a:lnTo>
                    <a:pt x="7607" y="2820"/>
                  </a:lnTo>
                  <a:lnTo>
                    <a:pt x="7144" y="2434"/>
                  </a:lnTo>
                  <a:lnTo>
                    <a:pt x="6912" y="2665"/>
                  </a:lnTo>
                  <a:lnTo>
                    <a:pt x="7105" y="2936"/>
                  </a:lnTo>
                  <a:lnTo>
                    <a:pt x="7376" y="3167"/>
                  </a:lnTo>
                  <a:lnTo>
                    <a:pt x="7646" y="3399"/>
                  </a:lnTo>
                  <a:lnTo>
                    <a:pt x="7955" y="3553"/>
                  </a:lnTo>
                  <a:lnTo>
                    <a:pt x="7028" y="4287"/>
                  </a:lnTo>
                  <a:lnTo>
                    <a:pt x="6101" y="4982"/>
                  </a:lnTo>
                  <a:lnTo>
                    <a:pt x="4943" y="5793"/>
                  </a:lnTo>
                  <a:lnTo>
                    <a:pt x="3746" y="6527"/>
                  </a:lnTo>
                  <a:lnTo>
                    <a:pt x="3553" y="6681"/>
                  </a:lnTo>
                  <a:lnTo>
                    <a:pt x="3475" y="6334"/>
                  </a:lnTo>
                  <a:lnTo>
                    <a:pt x="3321" y="6025"/>
                  </a:lnTo>
                  <a:lnTo>
                    <a:pt x="3128" y="5716"/>
                  </a:lnTo>
                  <a:lnTo>
                    <a:pt x="2896" y="5446"/>
                  </a:lnTo>
                  <a:lnTo>
                    <a:pt x="2626" y="5677"/>
                  </a:lnTo>
                  <a:lnTo>
                    <a:pt x="2819" y="5909"/>
                  </a:lnTo>
                  <a:lnTo>
                    <a:pt x="2935" y="6179"/>
                  </a:lnTo>
                  <a:lnTo>
                    <a:pt x="3051" y="6565"/>
                  </a:lnTo>
                  <a:lnTo>
                    <a:pt x="3128" y="6952"/>
                  </a:lnTo>
                  <a:lnTo>
                    <a:pt x="2317" y="7376"/>
                  </a:lnTo>
                  <a:lnTo>
                    <a:pt x="1892" y="7608"/>
                  </a:lnTo>
                  <a:lnTo>
                    <a:pt x="1467" y="7762"/>
                  </a:lnTo>
                  <a:lnTo>
                    <a:pt x="1081" y="7878"/>
                  </a:lnTo>
                  <a:lnTo>
                    <a:pt x="927" y="7917"/>
                  </a:lnTo>
                  <a:lnTo>
                    <a:pt x="772" y="7917"/>
                  </a:lnTo>
                  <a:lnTo>
                    <a:pt x="618" y="7878"/>
                  </a:lnTo>
                  <a:lnTo>
                    <a:pt x="502" y="7840"/>
                  </a:lnTo>
                  <a:lnTo>
                    <a:pt x="386" y="7724"/>
                  </a:lnTo>
                  <a:lnTo>
                    <a:pt x="309" y="7608"/>
                  </a:lnTo>
                  <a:lnTo>
                    <a:pt x="270" y="7569"/>
                  </a:lnTo>
                  <a:lnTo>
                    <a:pt x="232" y="7531"/>
                  </a:lnTo>
                  <a:lnTo>
                    <a:pt x="116" y="7492"/>
                  </a:lnTo>
                  <a:lnTo>
                    <a:pt x="39" y="7569"/>
                  </a:lnTo>
                  <a:lnTo>
                    <a:pt x="0" y="7608"/>
                  </a:lnTo>
                  <a:lnTo>
                    <a:pt x="0" y="7685"/>
                  </a:lnTo>
                  <a:lnTo>
                    <a:pt x="39" y="7840"/>
                  </a:lnTo>
                  <a:lnTo>
                    <a:pt x="77" y="7994"/>
                  </a:lnTo>
                  <a:lnTo>
                    <a:pt x="155" y="8110"/>
                  </a:lnTo>
                  <a:lnTo>
                    <a:pt x="270" y="8226"/>
                  </a:lnTo>
                  <a:lnTo>
                    <a:pt x="348" y="8264"/>
                  </a:lnTo>
                  <a:lnTo>
                    <a:pt x="463" y="8342"/>
                  </a:lnTo>
                  <a:lnTo>
                    <a:pt x="734" y="8380"/>
                  </a:lnTo>
                  <a:lnTo>
                    <a:pt x="1004" y="8380"/>
                  </a:lnTo>
                  <a:lnTo>
                    <a:pt x="1274" y="8342"/>
                  </a:lnTo>
                  <a:lnTo>
                    <a:pt x="1545" y="8264"/>
                  </a:lnTo>
                  <a:lnTo>
                    <a:pt x="1815" y="8149"/>
                  </a:lnTo>
                  <a:lnTo>
                    <a:pt x="2935" y="7569"/>
                  </a:lnTo>
                  <a:lnTo>
                    <a:pt x="4055" y="6952"/>
                  </a:lnTo>
                  <a:lnTo>
                    <a:pt x="5097" y="6295"/>
                  </a:lnTo>
                  <a:lnTo>
                    <a:pt x="6140" y="5561"/>
                  </a:lnTo>
                  <a:lnTo>
                    <a:pt x="7067" y="4866"/>
                  </a:lnTo>
                  <a:lnTo>
                    <a:pt x="7993" y="4171"/>
                  </a:lnTo>
                  <a:lnTo>
                    <a:pt x="8881" y="3399"/>
                  </a:lnTo>
                  <a:lnTo>
                    <a:pt x="9731" y="2627"/>
                  </a:lnTo>
                  <a:lnTo>
                    <a:pt x="10001" y="2356"/>
                  </a:lnTo>
                  <a:lnTo>
                    <a:pt x="10272" y="2047"/>
                  </a:lnTo>
                  <a:lnTo>
                    <a:pt x="10503" y="1739"/>
                  </a:lnTo>
                  <a:lnTo>
                    <a:pt x="10696" y="1430"/>
                  </a:lnTo>
                  <a:lnTo>
                    <a:pt x="10812" y="1082"/>
                  </a:lnTo>
                  <a:lnTo>
                    <a:pt x="10812" y="928"/>
                  </a:lnTo>
                  <a:lnTo>
                    <a:pt x="10812" y="735"/>
                  </a:lnTo>
                  <a:lnTo>
                    <a:pt x="10774" y="580"/>
                  </a:lnTo>
                  <a:lnTo>
                    <a:pt x="10735" y="387"/>
                  </a:lnTo>
                  <a:lnTo>
                    <a:pt x="10619" y="233"/>
                  </a:lnTo>
                  <a:lnTo>
                    <a:pt x="10465" y="40"/>
                  </a:lnTo>
                  <a:lnTo>
                    <a:pt x="103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"/>
            <p:cNvSpPr/>
            <p:nvPr/>
          </p:nvSpPr>
          <p:spPr>
            <a:xfrm>
              <a:off x="633925" y="2005525"/>
              <a:ext cx="61800" cy="160300"/>
            </a:xfrm>
            <a:custGeom>
              <a:avLst/>
              <a:gdLst/>
              <a:ahLst/>
              <a:cxnLst/>
              <a:rect l="l" t="t" r="r" b="b"/>
              <a:pathLst>
                <a:path w="2472" h="6412" extrusionOk="0">
                  <a:moveTo>
                    <a:pt x="309" y="1"/>
                  </a:moveTo>
                  <a:lnTo>
                    <a:pt x="0" y="78"/>
                  </a:lnTo>
                  <a:lnTo>
                    <a:pt x="193" y="928"/>
                  </a:lnTo>
                  <a:lnTo>
                    <a:pt x="425" y="1777"/>
                  </a:lnTo>
                  <a:lnTo>
                    <a:pt x="657" y="2627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5"/>
                  </a:lnTo>
                  <a:lnTo>
                    <a:pt x="1661" y="5716"/>
                  </a:lnTo>
                  <a:lnTo>
                    <a:pt x="1583" y="5793"/>
                  </a:lnTo>
                  <a:lnTo>
                    <a:pt x="1545" y="5870"/>
                  </a:lnTo>
                  <a:lnTo>
                    <a:pt x="1776" y="5909"/>
                  </a:lnTo>
                  <a:lnTo>
                    <a:pt x="1931" y="6141"/>
                  </a:lnTo>
                  <a:lnTo>
                    <a:pt x="2085" y="6334"/>
                  </a:lnTo>
                  <a:lnTo>
                    <a:pt x="2124" y="6411"/>
                  </a:lnTo>
                  <a:lnTo>
                    <a:pt x="2317" y="6411"/>
                  </a:lnTo>
                  <a:lnTo>
                    <a:pt x="2356" y="6334"/>
                  </a:lnTo>
                  <a:lnTo>
                    <a:pt x="2433" y="6295"/>
                  </a:lnTo>
                  <a:lnTo>
                    <a:pt x="2471" y="6257"/>
                  </a:lnTo>
                  <a:lnTo>
                    <a:pt x="2356" y="5948"/>
                  </a:lnTo>
                  <a:lnTo>
                    <a:pt x="2278" y="5948"/>
                  </a:lnTo>
                  <a:lnTo>
                    <a:pt x="2124" y="5600"/>
                  </a:lnTo>
                  <a:lnTo>
                    <a:pt x="1969" y="5214"/>
                  </a:lnTo>
                  <a:lnTo>
                    <a:pt x="1738" y="4442"/>
                  </a:lnTo>
                  <a:lnTo>
                    <a:pt x="1197" y="2936"/>
                  </a:lnTo>
                  <a:lnTo>
                    <a:pt x="734" y="1468"/>
                  </a:lnTo>
                  <a:lnTo>
                    <a:pt x="30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"/>
            <p:cNvSpPr/>
            <p:nvPr/>
          </p:nvSpPr>
          <p:spPr>
            <a:xfrm>
              <a:off x="643575" y="2007475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0"/>
                  </a:moveTo>
                  <a:lnTo>
                    <a:pt x="0" y="39"/>
                  </a:lnTo>
                  <a:lnTo>
                    <a:pt x="1970" y="3205"/>
                  </a:lnTo>
                  <a:lnTo>
                    <a:pt x="4055" y="6333"/>
                  </a:lnTo>
                  <a:lnTo>
                    <a:pt x="3553" y="6294"/>
                  </a:lnTo>
                  <a:lnTo>
                    <a:pt x="3051" y="6179"/>
                  </a:lnTo>
                  <a:lnTo>
                    <a:pt x="2587" y="6024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5" y="6179"/>
                  </a:lnTo>
                  <a:lnTo>
                    <a:pt x="2472" y="6372"/>
                  </a:lnTo>
                  <a:lnTo>
                    <a:pt x="2858" y="6526"/>
                  </a:lnTo>
                  <a:lnTo>
                    <a:pt x="3283" y="6642"/>
                  </a:lnTo>
                  <a:lnTo>
                    <a:pt x="3707" y="6719"/>
                  </a:lnTo>
                  <a:lnTo>
                    <a:pt x="4132" y="6796"/>
                  </a:lnTo>
                  <a:lnTo>
                    <a:pt x="4595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8" y="6642"/>
                  </a:lnTo>
                  <a:lnTo>
                    <a:pt x="8148" y="6487"/>
                  </a:lnTo>
                  <a:lnTo>
                    <a:pt x="8959" y="6294"/>
                  </a:lnTo>
                  <a:lnTo>
                    <a:pt x="9770" y="6024"/>
                  </a:lnTo>
                  <a:lnTo>
                    <a:pt x="10581" y="5715"/>
                  </a:lnTo>
                  <a:lnTo>
                    <a:pt x="11314" y="5368"/>
                  </a:lnTo>
                  <a:lnTo>
                    <a:pt x="12009" y="4904"/>
                  </a:lnTo>
                  <a:lnTo>
                    <a:pt x="12357" y="4673"/>
                  </a:lnTo>
                  <a:lnTo>
                    <a:pt x="12666" y="4402"/>
                  </a:lnTo>
                  <a:lnTo>
                    <a:pt x="12975" y="4093"/>
                  </a:lnTo>
                  <a:lnTo>
                    <a:pt x="13284" y="3784"/>
                  </a:lnTo>
                  <a:lnTo>
                    <a:pt x="13515" y="3476"/>
                  </a:lnTo>
                  <a:lnTo>
                    <a:pt x="13786" y="3128"/>
                  </a:lnTo>
                  <a:lnTo>
                    <a:pt x="13979" y="2780"/>
                  </a:lnTo>
                  <a:lnTo>
                    <a:pt x="14211" y="2394"/>
                  </a:lnTo>
                  <a:lnTo>
                    <a:pt x="14211" y="2278"/>
                  </a:lnTo>
                  <a:lnTo>
                    <a:pt x="14172" y="2163"/>
                  </a:lnTo>
                  <a:lnTo>
                    <a:pt x="14172" y="2124"/>
                  </a:lnTo>
                  <a:lnTo>
                    <a:pt x="13863" y="2124"/>
                  </a:lnTo>
                  <a:lnTo>
                    <a:pt x="13824" y="2163"/>
                  </a:lnTo>
                  <a:lnTo>
                    <a:pt x="13554" y="2703"/>
                  </a:lnTo>
                  <a:lnTo>
                    <a:pt x="13207" y="3167"/>
                  </a:lnTo>
                  <a:lnTo>
                    <a:pt x="12859" y="3630"/>
                  </a:lnTo>
                  <a:lnTo>
                    <a:pt x="12473" y="4016"/>
                  </a:lnTo>
                  <a:lnTo>
                    <a:pt x="12009" y="4364"/>
                  </a:lnTo>
                  <a:lnTo>
                    <a:pt x="11546" y="4711"/>
                  </a:lnTo>
                  <a:lnTo>
                    <a:pt x="11083" y="4982"/>
                  </a:lnTo>
                  <a:lnTo>
                    <a:pt x="10542" y="5252"/>
                  </a:lnTo>
                  <a:lnTo>
                    <a:pt x="10349" y="5252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6"/>
                  </a:lnTo>
                  <a:lnTo>
                    <a:pt x="10156" y="5445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1"/>
                  </a:lnTo>
                  <a:lnTo>
                    <a:pt x="6758" y="6294"/>
                  </a:lnTo>
                  <a:lnTo>
                    <a:pt x="6217" y="6333"/>
                  </a:lnTo>
                  <a:lnTo>
                    <a:pt x="5677" y="6410"/>
                  </a:lnTo>
                  <a:lnTo>
                    <a:pt x="4557" y="6410"/>
                  </a:lnTo>
                  <a:lnTo>
                    <a:pt x="4595" y="6294"/>
                  </a:lnTo>
                  <a:lnTo>
                    <a:pt x="4364" y="6256"/>
                  </a:lnTo>
                  <a:lnTo>
                    <a:pt x="3398" y="4634"/>
                  </a:lnTo>
                  <a:lnTo>
                    <a:pt x="2356" y="3012"/>
                  </a:lnTo>
                  <a:lnTo>
                    <a:pt x="1275" y="1468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"/>
            <p:cNvSpPr/>
            <p:nvPr/>
          </p:nvSpPr>
          <p:spPr>
            <a:xfrm>
              <a:off x="5946350" y="2008425"/>
              <a:ext cx="112975" cy="132300"/>
            </a:xfrm>
            <a:custGeom>
              <a:avLst/>
              <a:gdLst/>
              <a:ahLst/>
              <a:cxnLst/>
              <a:rect l="l" t="t" r="r" b="b"/>
              <a:pathLst>
                <a:path w="4519" h="5292" extrusionOk="0">
                  <a:moveTo>
                    <a:pt x="3360" y="1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1" y="155"/>
                  </a:lnTo>
                  <a:lnTo>
                    <a:pt x="2240" y="271"/>
                  </a:lnTo>
                  <a:lnTo>
                    <a:pt x="2009" y="426"/>
                  </a:lnTo>
                  <a:lnTo>
                    <a:pt x="1738" y="580"/>
                  </a:lnTo>
                  <a:lnTo>
                    <a:pt x="1507" y="773"/>
                  </a:lnTo>
                  <a:lnTo>
                    <a:pt x="1082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9"/>
                  </a:lnTo>
                  <a:lnTo>
                    <a:pt x="39" y="3708"/>
                  </a:lnTo>
                  <a:lnTo>
                    <a:pt x="1" y="4055"/>
                  </a:lnTo>
                  <a:lnTo>
                    <a:pt x="1" y="4364"/>
                  </a:lnTo>
                  <a:lnTo>
                    <a:pt x="39" y="4673"/>
                  </a:lnTo>
                  <a:lnTo>
                    <a:pt x="117" y="4905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700" y="5291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789"/>
                  </a:lnTo>
                  <a:lnTo>
                    <a:pt x="696" y="4712"/>
                  </a:lnTo>
                  <a:lnTo>
                    <a:pt x="580" y="4557"/>
                  </a:lnTo>
                  <a:lnTo>
                    <a:pt x="541" y="4442"/>
                  </a:lnTo>
                  <a:lnTo>
                    <a:pt x="503" y="4248"/>
                  </a:lnTo>
                  <a:lnTo>
                    <a:pt x="541" y="4055"/>
                  </a:lnTo>
                  <a:lnTo>
                    <a:pt x="580" y="3592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27" y="2318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16" y="1159"/>
                  </a:lnTo>
                  <a:lnTo>
                    <a:pt x="2202" y="889"/>
                  </a:lnTo>
                  <a:lnTo>
                    <a:pt x="2627" y="696"/>
                  </a:lnTo>
                  <a:lnTo>
                    <a:pt x="3090" y="580"/>
                  </a:lnTo>
                  <a:lnTo>
                    <a:pt x="3592" y="541"/>
                  </a:lnTo>
                  <a:lnTo>
                    <a:pt x="4094" y="580"/>
                  </a:lnTo>
                  <a:lnTo>
                    <a:pt x="4248" y="541"/>
                  </a:lnTo>
                  <a:lnTo>
                    <a:pt x="4326" y="464"/>
                  </a:lnTo>
                  <a:lnTo>
                    <a:pt x="4441" y="464"/>
                  </a:lnTo>
                  <a:lnTo>
                    <a:pt x="4519" y="426"/>
                  </a:lnTo>
                  <a:lnTo>
                    <a:pt x="4519" y="348"/>
                  </a:lnTo>
                  <a:lnTo>
                    <a:pt x="4519" y="155"/>
                  </a:lnTo>
                  <a:lnTo>
                    <a:pt x="4210" y="155"/>
                  </a:lnTo>
                  <a:lnTo>
                    <a:pt x="3901" y="78"/>
                  </a:lnTo>
                  <a:lnTo>
                    <a:pt x="363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"/>
            <p:cNvSpPr/>
            <p:nvPr/>
          </p:nvSpPr>
          <p:spPr>
            <a:xfrm>
              <a:off x="6195425" y="2043175"/>
              <a:ext cx="25125" cy="11625"/>
            </a:xfrm>
            <a:custGeom>
              <a:avLst/>
              <a:gdLst/>
              <a:ahLst/>
              <a:cxnLst/>
              <a:rect l="l" t="t" r="r" b="b"/>
              <a:pathLst>
                <a:path w="1005" h="465" extrusionOk="0">
                  <a:moveTo>
                    <a:pt x="773" y="1"/>
                  </a:moveTo>
                  <a:lnTo>
                    <a:pt x="541" y="40"/>
                  </a:lnTo>
                  <a:lnTo>
                    <a:pt x="309" y="78"/>
                  </a:lnTo>
                  <a:lnTo>
                    <a:pt x="78" y="155"/>
                  </a:lnTo>
                  <a:lnTo>
                    <a:pt x="39" y="194"/>
                  </a:lnTo>
                  <a:lnTo>
                    <a:pt x="0" y="271"/>
                  </a:lnTo>
                  <a:lnTo>
                    <a:pt x="0" y="348"/>
                  </a:lnTo>
                  <a:lnTo>
                    <a:pt x="78" y="426"/>
                  </a:lnTo>
                  <a:lnTo>
                    <a:pt x="116" y="464"/>
                  </a:lnTo>
                  <a:lnTo>
                    <a:pt x="193" y="464"/>
                  </a:lnTo>
                  <a:lnTo>
                    <a:pt x="386" y="387"/>
                  </a:lnTo>
                  <a:lnTo>
                    <a:pt x="580" y="348"/>
                  </a:lnTo>
                  <a:lnTo>
                    <a:pt x="773" y="387"/>
                  </a:lnTo>
                  <a:lnTo>
                    <a:pt x="850" y="348"/>
                  </a:lnTo>
                  <a:lnTo>
                    <a:pt x="966" y="348"/>
                  </a:lnTo>
                  <a:lnTo>
                    <a:pt x="1004" y="271"/>
                  </a:lnTo>
                  <a:lnTo>
                    <a:pt x="1004" y="233"/>
                  </a:lnTo>
                  <a:lnTo>
                    <a:pt x="1004" y="155"/>
                  </a:lnTo>
                  <a:lnTo>
                    <a:pt x="966" y="78"/>
                  </a:lnTo>
                  <a:lnTo>
                    <a:pt x="888" y="40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"/>
            <p:cNvSpPr/>
            <p:nvPr/>
          </p:nvSpPr>
          <p:spPr>
            <a:xfrm>
              <a:off x="6096950" y="2048975"/>
              <a:ext cx="21275" cy="8725"/>
            </a:xfrm>
            <a:custGeom>
              <a:avLst/>
              <a:gdLst/>
              <a:ahLst/>
              <a:cxnLst/>
              <a:rect l="l" t="t" r="r" b="b"/>
              <a:pathLst>
                <a:path w="851" h="349" extrusionOk="0">
                  <a:moveTo>
                    <a:pt x="155" y="1"/>
                  </a:moveTo>
                  <a:lnTo>
                    <a:pt x="116" y="39"/>
                  </a:lnTo>
                  <a:lnTo>
                    <a:pt x="39" y="78"/>
                  </a:lnTo>
                  <a:lnTo>
                    <a:pt x="1" y="155"/>
                  </a:lnTo>
                  <a:lnTo>
                    <a:pt x="39" y="271"/>
                  </a:lnTo>
                  <a:lnTo>
                    <a:pt x="116" y="310"/>
                  </a:lnTo>
                  <a:lnTo>
                    <a:pt x="155" y="310"/>
                  </a:lnTo>
                  <a:lnTo>
                    <a:pt x="425" y="348"/>
                  </a:lnTo>
                  <a:lnTo>
                    <a:pt x="734" y="348"/>
                  </a:lnTo>
                  <a:lnTo>
                    <a:pt x="812" y="271"/>
                  </a:lnTo>
                  <a:lnTo>
                    <a:pt x="850" y="155"/>
                  </a:lnTo>
                  <a:lnTo>
                    <a:pt x="812" y="78"/>
                  </a:lnTo>
                  <a:lnTo>
                    <a:pt x="73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3"/>
            <p:cNvSpPr/>
            <p:nvPr/>
          </p:nvSpPr>
          <p:spPr>
            <a:xfrm>
              <a:off x="5988825" y="2089525"/>
              <a:ext cx="93675" cy="93675"/>
            </a:xfrm>
            <a:custGeom>
              <a:avLst/>
              <a:gdLst/>
              <a:ahLst/>
              <a:cxnLst/>
              <a:rect l="l" t="t" r="r" b="b"/>
              <a:pathLst>
                <a:path w="3747" h="3747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8" y="580"/>
                  </a:lnTo>
                  <a:lnTo>
                    <a:pt x="2549" y="696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90" y="1159"/>
                  </a:lnTo>
                  <a:lnTo>
                    <a:pt x="3206" y="1429"/>
                  </a:lnTo>
                  <a:lnTo>
                    <a:pt x="3244" y="1661"/>
                  </a:lnTo>
                  <a:lnTo>
                    <a:pt x="3244" y="1931"/>
                  </a:lnTo>
                  <a:lnTo>
                    <a:pt x="3206" y="2201"/>
                  </a:lnTo>
                  <a:lnTo>
                    <a:pt x="3090" y="2433"/>
                  </a:lnTo>
                  <a:lnTo>
                    <a:pt x="2974" y="2665"/>
                  </a:lnTo>
                  <a:lnTo>
                    <a:pt x="2781" y="2858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47" y="3244"/>
                  </a:lnTo>
                  <a:lnTo>
                    <a:pt x="1777" y="3244"/>
                  </a:lnTo>
                  <a:lnTo>
                    <a:pt x="1468" y="3167"/>
                  </a:lnTo>
                  <a:lnTo>
                    <a:pt x="1198" y="3051"/>
                  </a:lnTo>
                  <a:lnTo>
                    <a:pt x="966" y="2897"/>
                  </a:lnTo>
                  <a:lnTo>
                    <a:pt x="773" y="2665"/>
                  </a:lnTo>
                  <a:lnTo>
                    <a:pt x="619" y="2433"/>
                  </a:lnTo>
                  <a:lnTo>
                    <a:pt x="503" y="2124"/>
                  </a:lnTo>
                  <a:lnTo>
                    <a:pt x="464" y="1854"/>
                  </a:lnTo>
                  <a:lnTo>
                    <a:pt x="503" y="1584"/>
                  </a:lnTo>
                  <a:lnTo>
                    <a:pt x="619" y="1352"/>
                  </a:lnTo>
                  <a:lnTo>
                    <a:pt x="734" y="1120"/>
                  </a:lnTo>
                  <a:lnTo>
                    <a:pt x="928" y="889"/>
                  </a:lnTo>
                  <a:lnTo>
                    <a:pt x="1121" y="734"/>
                  </a:lnTo>
                  <a:lnTo>
                    <a:pt x="1352" y="580"/>
                  </a:lnTo>
                  <a:lnTo>
                    <a:pt x="1584" y="464"/>
                  </a:lnTo>
                  <a:close/>
                  <a:moveTo>
                    <a:pt x="1700" y="0"/>
                  </a:moveTo>
                  <a:lnTo>
                    <a:pt x="1545" y="78"/>
                  </a:lnTo>
                  <a:lnTo>
                    <a:pt x="1352" y="116"/>
                  </a:lnTo>
                  <a:lnTo>
                    <a:pt x="1314" y="155"/>
                  </a:lnTo>
                  <a:lnTo>
                    <a:pt x="1082" y="271"/>
                  </a:lnTo>
                  <a:lnTo>
                    <a:pt x="812" y="387"/>
                  </a:lnTo>
                  <a:lnTo>
                    <a:pt x="619" y="541"/>
                  </a:lnTo>
                  <a:lnTo>
                    <a:pt x="426" y="734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8" y="1468"/>
                  </a:lnTo>
                  <a:lnTo>
                    <a:pt x="1" y="1738"/>
                  </a:lnTo>
                  <a:lnTo>
                    <a:pt x="1" y="2047"/>
                  </a:lnTo>
                  <a:lnTo>
                    <a:pt x="1" y="2086"/>
                  </a:lnTo>
                  <a:lnTo>
                    <a:pt x="39" y="2279"/>
                  </a:lnTo>
                  <a:lnTo>
                    <a:pt x="117" y="2472"/>
                  </a:lnTo>
                  <a:lnTo>
                    <a:pt x="310" y="2819"/>
                  </a:lnTo>
                  <a:lnTo>
                    <a:pt x="541" y="3128"/>
                  </a:lnTo>
                  <a:lnTo>
                    <a:pt x="850" y="3399"/>
                  </a:lnTo>
                  <a:lnTo>
                    <a:pt x="1198" y="3592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07"/>
                  </a:lnTo>
                  <a:lnTo>
                    <a:pt x="2356" y="3669"/>
                  </a:lnTo>
                  <a:lnTo>
                    <a:pt x="2627" y="3553"/>
                  </a:lnTo>
                  <a:lnTo>
                    <a:pt x="2897" y="3399"/>
                  </a:lnTo>
                  <a:lnTo>
                    <a:pt x="3129" y="3244"/>
                  </a:lnTo>
                  <a:lnTo>
                    <a:pt x="3322" y="3012"/>
                  </a:lnTo>
                  <a:lnTo>
                    <a:pt x="3476" y="2742"/>
                  </a:lnTo>
                  <a:lnTo>
                    <a:pt x="3631" y="2472"/>
                  </a:lnTo>
                  <a:lnTo>
                    <a:pt x="3708" y="2201"/>
                  </a:lnTo>
                  <a:lnTo>
                    <a:pt x="3746" y="1893"/>
                  </a:lnTo>
                  <a:lnTo>
                    <a:pt x="3708" y="1584"/>
                  </a:lnTo>
                  <a:lnTo>
                    <a:pt x="3669" y="1275"/>
                  </a:lnTo>
                  <a:lnTo>
                    <a:pt x="3515" y="966"/>
                  </a:lnTo>
                  <a:lnTo>
                    <a:pt x="3322" y="696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5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3"/>
            <p:cNvSpPr/>
            <p:nvPr/>
          </p:nvSpPr>
          <p:spPr>
            <a:xfrm>
              <a:off x="3369775" y="2101100"/>
              <a:ext cx="174750" cy="292550"/>
            </a:xfrm>
            <a:custGeom>
              <a:avLst/>
              <a:gdLst/>
              <a:ahLst/>
              <a:cxnLst/>
              <a:rect l="l" t="t" r="r" b="b"/>
              <a:pathLst>
                <a:path w="6990" h="11702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3" y="6256"/>
                  </a:lnTo>
                  <a:lnTo>
                    <a:pt x="5214" y="9346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3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1" y="11508"/>
                  </a:lnTo>
                  <a:lnTo>
                    <a:pt x="6951" y="11392"/>
                  </a:lnTo>
                  <a:lnTo>
                    <a:pt x="6990" y="11354"/>
                  </a:lnTo>
                  <a:lnTo>
                    <a:pt x="6681" y="11122"/>
                  </a:lnTo>
                  <a:lnTo>
                    <a:pt x="6758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5" y="5639"/>
                  </a:lnTo>
                  <a:lnTo>
                    <a:pt x="6411" y="5639"/>
                  </a:lnTo>
                  <a:lnTo>
                    <a:pt x="6411" y="6758"/>
                  </a:lnTo>
                  <a:lnTo>
                    <a:pt x="6333" y="8573"/>
                  </a:lnTo>
                  <a:lnTo>
                    <a:pt x="6295" y="9500"/>
                  </a:lnTo>
                  <a:lnTo>
                    <a:pt x="6256" y="10427"/>
                  </a:lnTo>
                  <a:lnTo>
                    <a:pt x="5986" y="9886"/>
                  </a:lnTo>
                  <a:lnTo>
                    <a:pt x="5252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3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3"/>
            <p:cNvSpPr/>
            <p:nvPr/>
          </p:nvSpPr>
          <p:spPr>
            <a:xfrm>
              <a:off x="4221225" y="2127175"/>
              <a:ext cx="103325" cy="132275"/>
            </a:xfrm>
            <a:custGeom>
              <a:avLst/>
              <a:gdLst/>
              <a:ahLst/>
              <a:cxnLst/>
              <a:rect l="l" t="t" r="r" b="b"/>
              <a:pathLst>
                <a:path w="4133" h="5291" extrusionOk="0">
                  <a:moveTo>
                    <a:pt x="2511" y="0"/>
                  </a:moveTo>
                  <a:lnTo>
                    <a:pt x="2279" y="39"/>
                  </a:lnTo>
                  <a:lnTo>
                    <a:pt x="2048" y="39"/>
                  </a:lnTo>
                  <a:lnTo>
                    <a:pt x="1816" y="116"/>
                  </a:lnTo>
                  <a:lnTo>
                    <a:pt x="1430" y="271"/>
                  </a:lnTo>
                  <a:lnTo>
                    <a:pt x="1121" y="464"/>
                  </a:lnTo>
                  <a:lnTo>
                    <a:pt x="850" y="695"/>
                  </a:lnTo>
                  <a:lnTo>
                    <a:pt x="619" y="966"/>
                  </a:lnTo>
                  <a:lnTo>
                    <a:pt x="464" y="1236"/>
                  </a:lnTo>
                  <a:lnTo>
                    <a:pt x="310" y="1584"/>
                  </a:lnTo>
                  <a:lnTo>
                    <a:pt x="194" y="1931"/>
                  </a:lnTo>
                  <a:lnTo>
                    <a:pt x="117" y="2279"/>
                  </a:lnTo>
                  <a:lnTo>
                    <a:pt x="40" y="2665"/>
                  </a:lnTo>
                  <a:lnTo>
                    <a:pt x="1" y="3051"/>
                  </a:lnTo>
                  <a:lnTo>
                    <a:pt x="1" y="3823"/>
                  </a:lnTo>
                  <a:lnTo>
                    <a:pt x="1" y="5291"/>
                  </a:lnTo>
                  <a:lnTo>
                    <a:pt x="426" y="5291"/>
                  </a:lnTo>
                  <a:lnTo>
                    <a:pt x="464" y="4750"/>
                  </a:lnTo>
                  <a:lnTo>
                    <a:pt x="464" y="4209"/>
                  </a:lnTo>
                  <a:lnTo>
                    <a:pt x="464" y="3669"/>
                  </a:lnTo>
                  <a:lnTo>
                    <a:pt x="503" y="3128"/>
                  </a:lnTo>
                  <a:lnTo>
                    <a:pt x="542" y="2588"/>
                  </a:lnTo>
                  <a:lnTo>
                    <a:pt x="696" y="2047"/>
                  </a:lnTo>
                  <a:lnTo>
                    <a:pt x="773" y="1815"/>
                  </a:lnTo>
                  <a:lnTo>
                    <a:pt x="889" y="1584"/>
                  </a:lnTo>
                  <a:lnTo>
                    <a:pt x="1044" y="1352"/>
                  </a:lnTo>
                  <a:lnTo>
                    <a:pt x="1198" y="1159"/>
                  </a:lnTo>
                  <a:lnTo>
                    <a:pt x="1391" y="966"/>
                  </a:lnTo>
                  <a:lnTo>
                    <a:pt x="1623" y="811"/>
                  </a:lnTo>
                  <a:lnTo>
                    <a:pt x="1893" y="657"/>
                  </a:lnTo>
                  <a:lnTo>
                    <a:pt x="2163" y="580"/>
                  </a:lnTo>
                  <a:lnTo>
                    <a:pt x="2434" y="541"/>
                  </a:lnTo>
                  <a:lnTo>
                    <a:pt x="2704" y="580"/>
                  </a:lnTo>
                  <a:lnTo>
                    <a:pt x="2974" y="657"/>
                  </a:lnTo>
                  <a:lnTo>
                    <a:pt x="3206" y="811"/>
                  </a:lnTo>
                  <a:lnTo>
                    <a:pt x="3360" y="966"/>
                  </a:lnTo>
                  <a:lnTo>
                    <a:pt x="3515" y="1197"/>
                  </a:lnTo>
                  <a:lnTo>
                    <a:pt x="3592" y="1429"/>
                  </a:lnTo>
                  <a:lnTo>
                    <a:pt x="3669" y="1661"/>
                  </a:lnTo>
                  <a:lnTo>
                    <a:pt x="4133" y="1584"/>
                  </a:lnTo>
                  <a:lnTo>
                    <a:pt x="4017" y="1197"/>
                  </a:lnTo>
                  <a:lnTo>
                    <a:pt x="3862" y="850"/>
                  </a:lnTo>
                  <a:lnTo>
                    <a:pt x="3631" y="541"/>
                  </a:lnTo>
                  <a:lnTo>
                    <a:pt x="3399" y="309"/>
                  </a:lnTo>
                  <a:lnTo>
                    <a:pt x="3245" y="194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4" y="39"/>
                  </a:lnTo>
                  <a:lnTo>
                    <a:pt x="25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3"/>
            <p:cNvSpPr/>
            <p:nvPr/>
          </p:nvSpPr>
          <p:spPr>
            <a:xfrm>
              <a:off x="4086075" y="2129100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41"/>
                  </a:lnTo>
                  <a:lnTo>
                    <a:pt x="12319" y="618"/>
                  </a:lnTo>
                  <a:lnTo>
                    <a:pt x="12628" y="850"/>
                  </a:lnTo>
                  <a:lnTo>
                    <a:pt x="12898" y="1120"/>
                  </a:lnTo>
                  <a:lnTo>
                    <a:pt x="13130" y="1468"/>
                  </a:lnTo>
                  <a:lnTo>
                    <a:pt x="13323" y="1854"/>
                  </a:lnTo>
                  <a:lnTo>
                    <a:pt x="13477" y="2240"/>
                  </a:lnTo>
                  <a:lnTo>
                    <a:pt x="13632" y="2665"/>
                  </a:lnTo>
                  <a:lnTo>
                    <a:pt x="13864" y="3437"/>
                  </a:lnTo>
                  <a:lnTo>
                    <a:pt x="13091" y="3013"/>
                  </a:lnTo>
                  <a:lnTo>
                    <a:pt x="12705" y="2742"/>
                  </a:lnTo>
                  <a:lnTo>
                    <a:pt x="12358" y="2472"/>
                  </a:lnTo>
                  <a:lnTo>
                    <a:pt x="12010" y="2124"/>
                  </a:lnTo>
                  <a:lnTo>
                    <a:pt x="11817" y="1893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696"/>
                  </a:lnTo>
                  <a:lnTo>
                    <a:pt x="11778" y="618"/>
                  </a:lnTo>
                  <a:lnTo>
                    <a:pt x="11856" y="541"/>
                  </a:lnTo>
                  <a:lnTo>
                    <a:pt x="11971" y="503"/>
                  </a:lnTo>
                  <a:close/>
                  <a:moveTo>
                    <a:pt x="16296" y="1584"/>
                  </a:moveTo>
                  <a:lnTo>
                    <a:pt x="16412" y="1661"/>
                  </a:lnTo>
                  <a:lnTo>
                    <a:pt x="16489" y="1700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18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35"/>
                  </a:lnTo>
                  <a:lnTo>
                    <a:pt x="15949" y="3167"/>
                  </a:lnTo>
                  <a:lnTo>
                    <a:pt x="15563" y="3360"/>
                  </a:lnTo>
                  <a:lnTo>
                    <a:pt x="15138" y="3515"/>
                  </a:lnTo>
                  <a:lnTo>
                    <a:pt x="14713" y="3630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1" y="3322"/>
                  </a:lnTo>
                  <a:lnTo>
                    <a:pt x="14636" y="2974"/>
                  </a:lnTo>
                  <a:lnTo>
                    <a:pt x="14829" y="2588"/>
                  </a:lnTo>
                  <a:lnTo>
                    <a:pt x="15099" y="2279"/>
                  </a:lnTo>
                  <a:lnTo>
                    <a:pt x="15408" y="1931"/>
                  </a:lnTo>
                  <a:lnTo>
                    <a:pt x="15640" y="1777"/>
                  </a:lnTo>
                  <a:lnTo>
                    <a:pt x="15872" y="1661"/>
                  </a:lnTo>
                  <a:lnTo>
                    <a:pt x="16103" y="1584"/>
                  </a:lnTo>
                  <a:close/>
                  <a:moveTo>
                    <a:pt x="13864" y="4287"/>
                  </a:moveTo>
                  <a:lnTo>
                    <a:pt x="13671" y="4519"/>
                  </a:lnTo>
                  <a:lnTo>
                    <a:pt x="13477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09"/>
                  </a:lnTo>
                  <a:lnTo>
                    <a:pt x="11083" y="5870"/>
                  </a:lnTo>
                  <a:lnTo>
                    <a:pt x="10967" y="5793"/>
                  </a:lnTo>
                  <a:lnTo>
                    <a:pt x="10929" y="5677"/>
                  </a:lnTo>
                  <a:lnTo>
                    <a:pt x="10890" y="5600"/>
                  </a:lnTo>
                  <a:lnTo>
                    <a:pt x="10890" y="5445"/>
                  </a:lnTo>
                  <a:lnTo>
                    <a:pt x="11006" y="5252"/>
                  </a:lnTo>
                  <a:lnTo>
                    <a:pt x="11122" y="5098"/>
                  </a:lnTo>
                  <a:lnTo>
                    <a:pt x="11276" y="4943"/>
                  </a:lnTo>
                  <a:lnTo>
                    <a:pt x="11547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8" y="4441"/>
                  </a:lnTo>
                  <a:lnTo>
                    <a:pt x="13246" y="4403"/>
                  </a:lnTo>
                  <a:lnTo>
                    <a:pt x="13555" y="4326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57"/>
                  </a:lnTo>
                  <a:lnTo>
                    <a:pt x="15408" y="4750"/>
                  </a:lnTo>
                  <a:lnTo>
                    <a:pt x="15717" y="4943"/>
                  </a:lnTo>
                  <a:lnTo>
                    <a:pt x="15910" y="5136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82" y="5986"/>
                  </a:lnTo>
                  <a:lnTo>
                    <a:pt x="16876" y="6333"/>
                  </a:lnTo>
                  <a:lnTo>
                    <a:pt x="16991" y="6642"/>
                  </a:lnTo>
                  <a:lnTo>
                    <a:pt x="16991" y="6797"/>
                  </a:lnTo>
                  <a:lnTo>
                    <a:pt x="16991" y="6951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528" y="7337"/>
                  </a:lnTo>
                  <a:lnTo>
                    <a:pt x="16374" y="7299"/>
                  </a:lnTo>
                  <a:lnTo>
                    <a:pt x="16142" y="7183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408" y="6565"/>
                  </a:lnTo>
                  <a:lnTo>
                    <a:pt x="15061" y="6140"/>
                  </a:lnTo>
                  <a:lnTo>
                    <a:pt x="14829" y="5677"/>
                  </a:lnTo>
                  <a:lnTo>
                    <a:pt x="14636" y="5214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69" y="117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45" y="580"/>
                  </a:lnTo>
                  <a:lnTo>
                    <a:pt x="10967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29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1" y="2704"/>
                  </a:lnTo>
                  <a:lnTo>
                    <a:pt x="12396" y="3090"/>
                  </a:lnTo>
                  <a:lnTo>
                    <a:pt x="12898" y="3399"/>
                  </a:lnTo>
                  <a:lnTo>
                    <a:pt x="12898" y="3399"/>
                  </a:lnTo>
                  <a:lnTo>
                    <a:pt x="12049" y="3283"/>
                  </a:lnTo>
                  <a:lnTo>
                    <a:pt x="11199" y="3244"/>
                  </a:lnTo>
                  <a:lnTo>
                    <a:pt x="10427" y="3322"/>
                  </a:lnTo>
                  <a:lnTo>
                    <a:pt x="9616" y="3476"/>
                  </a:lnTo>
                  <a:lnTo>
                    <a:pt x="9655" y="2974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584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51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48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14"/>
                  </a:lnTo>
                  <a:lnTo>
                    <a:pt x="5407" y="5523"/>
                  </a:lnTo>
                  <a:lnTo>
                    <a:pt x="4596" y="6179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18"/>
                  </a:lnTo>
                  <a:lnTo>
                    <a:pt x="541" y="10967"/>
                  </a:lnTo>
                  <a:lnTo>
                    <a:pt x="1" y="11778"/>
                  </a:lnTo>
                  <a:lnTo>
                    <a:pt x="348" y="12048"/>
                  </a:lnTo>
                  <a:lnTo>
                    <a:pt x="1545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40"/>
                  </a:lnTo>
                  <a:lnTo>
                    <a:pt x="6256" y="5561"/>
                  </a:lnTo>
                  <a:lnTo>
                    <a:pt x="7106" y="5059"/>
                  </a:lnTo>
                  <a:lnTo>
                    <a:pt x="8033" y="4596"/>
                  </a:lnTo>
                  <a:lnTo>
                    <a:pt x="8458" y="4403"/>
                  </a:lnTo>
                  <a:lnTo>
                    <a:pt x="8960" y="4248"/>
                  </a:lnTo>
                  <a:lnTo>
                    <a:pt x="9423" y="4094"/>
                  </a:lnTo>
                  <a:lnTo>
                    <a:pt x="9886" y="3978"/>
                  </a:lnTo>
                  <a:lnTo>
                    <a:pt x="10388" y="3901"/>
                  </a:lnTo>
                  <a:lnTo>
                    <a:pt x="10852" y="3824"/>
                  </a:lnTo>
                  <a:lnTo>
                    <a:pt x="12358" y="3824"/>
                  </a:lnTo>
                  <a:lnTo>
                    <a:pt x="12860" y="3901"/>
                  </a:lnTo>
                  <a:lnTo>
                    <a:pt x="12358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19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5" y="5252"/>
                  </a:lnTo>
                  <a:lnTo>
                    <a:pt x="10388" y="5484"/>
                  </a:lnTo>
                  <a:lnTo>
                    <a:pt x="10388" y="5716"/>
                  </a:lnTo>
                  <a:lnTo>
                    <a:pt x="10465" y="5947"/>
                  </a:lnTo>
                  <a:lnTo>
                    <a:pt x="10581" y="6140"/>
                  </a:lnTo>
                  <a:lnTo>
                    <a:pt x="10659" y="6256"/>
                  </a:lnTo>
                  <a:lnTo>
                    <a:pt x="10774" y="6333"/>
                  </a:lnTo>
                  <a:lnTo>
                    <a:pt x="11006" y="6411"/>
                  </a:lnTo>
                  <a:lnTo>
                    <a:pt x="11276" y="6449"/>
                  </a:lnTo>
                  <a:lnTo>
                    <a:pt x="11585" y="6411"/>
                  </a:lnTo>
                  <a:lnTo>
                    <a:pt x="11894" y="6333"/>
                  </a:lnTo>
                  <a:lnTo>
                    <a:pt x="12165" y="6256"/>
                  </a:lnTo>
                  <a:lnTo>
                    <a:pt x="12628" y="6025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677"/>
                  </a:lnTo>
                  <a:lnTo>
                    <a:pt x="14057" y="4866"/>
                  </a:lnTo>
                  <a:lnTo>
                    <a:pt x="14211" y="5368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3" y="6835"/>
                  </a:lnTo>
                  <a:lnTo>
                    <a:pt x="15177" y="7067"/>
                  </a:lnTo>
                  <a:lnTo>
                    <a:pt x="15408" y="7260"/>
                  </a:lnTo>
                  <a:lnTo>
                    <a:pt x="15678" y="7492"/>
                  </a:lnTo>
                  <a:lnTo>
                    <a:pt x="15987" y="7646"/>
                  </a:lnTo>
                  <a:lnTo>
                    <a:pt x="16296" y="7801"/>
                  </a:lnTo>
                  <a:lnTo>
                    <a:pt x="16605" y="7839"/>
                  </a:lnTo>
                  <a:lnTo>
                    <a:pt x="16876" y="7839"/>
                  </a:lnTo>
                  <a:lnTo>
                    <a:pt x="17030" y="7801"/>
                  </a:lnTo>
                  <a:lnTo>
                    <a:pt x="17184" y="7724"/>
                  </a:lnTo>
                  <a:lnTo>
                    <a:pt x="17300" y="7608"/>
                  </a:lnTo>
                  <a:lnTo>
                    <a:pt x="17378" y="7492"/>
                  </a:lnTo>
                  <a:lnTo>
                    <a:pt x="17455" y="7376"/>
                  </a:lnTo>
                  <a:lnTo>
                    <a:pt x="17455" y="7222"/>
                  </a:lnTo>
                  <a:lnTo>
                    <a:pt x="17493" y="6913"/>
                  </a:lnTo>
                  <a:lnTo>
                    <a:pt x="17416" y="6604"/>
                  </a:lnTo>
                  <a:lnTo>
                    <a:pt x="17339" y="6256"/>
                  </a:lnTo>
                  <a:lnTo>
                    <a:pt x="17184" y="5947"/>
                  </a:lnTo>
                  <a:lnTo>
                    <a:pt x="17030" y="5677"/>
                  </a:lnTo>
                  <a:lnTo>
                    <a:pt x="16914" y="5484"/>
                  </a:lnTo>
                  <a:lnTo>
                    <a:pt x="16721" y="5214"/>
                  </a:lnTo>
                  <a:lnTo>
                    <a:pt x="16489" y="4982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08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26"/>
                  </a:lnTo>
                  <a:lnTo>
                    <a:pt x="17107" y="2395"/>
                  </a:lnTo>
                  <a:lnTo>
                    <a:pt x="17146" y="2163"/>
                  </a:lnTo>
                  <a:lnTo>
                    <a:pt x="17146" y="1931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20"/>
                  </a:lnTo>
                  <a:lnTo>
                    <a:pt x="15910" y="1159"/>
                  </a:lnTo>
                  <a:lnTo>
                    <a:pt x="15678" y="1236"/>
                  </a:lnTo>
                  <a:lnTo>
                    <a:pt x="15485" y="1314"/>
                  </a:lnTo>
                  <a:lnTo>
                    <a:pt x="15292" y="1429"/>
                  </a:lnTo>
                  <a:lnTo>
                    <a:pt x="14906" y="1777"/>
                  </a:lnTo>
                  <a:lnTo>
                    <a:pt x="14597" y="2124"/>
                  </a:lnTo>
                  <a:lnTo>
                    <a:pt x="14327" y="2549"/>
                  </a:lnTo>
                  <a:lnTo>
                    <a:pt x="14095" y="3013"/>
                  </a:lnTo>
                  <a:lnTo>
                    <a:pt x="13979" y="2433"/>
                  </a:lnTo>
                  <a:lnTo>
                    <a:pt x="13748" y="1854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25"/>
                  </a:lnTo>
                  <a:lnTo>
                    <a:pt x="12589" y="271"/>
                  </a:lnTo>
                  <a:lnTo>
                    <a:pt x="12358" y="117"/>
                  </a:lnTo>
                  <a:lnTo>
                    <a:pt x="121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3"/>
            <p:cNvSpPr/>
            <p:nvPr/>
          </p:nvSpPr>
          <p:spPr>
            <a:xfrm>
              <a:off x="5288925" y="2151300"/>
              <a:ext cx="174775" cy="292550"/>
            </a:xfrm>
            <a:custGeom>
              <a:avLst/>
              <a:gdLst/>
              <a:ahLst/>
              <a:cxnLst/>
              <a:rect l="l" t="t" r="r" b="b"/>
              <a:pathLst>
                <a:path w="6991" h="11702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4" y="6256"/>
                  </a:lnTo>
                  <a:lnTo>
                    <a:pt x="4403" y="7801"/>
                  </a:lnTo>
                  <a:lnTo>
                    <a:pt x="5214" y="9346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4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2" y="11508"/>
                  </a:lnTo>
                  <a:lnTo>
                    <a:pt x="6952" y="11392"/>
                  </a:lnTo>
                  <a:lnTo>
                    <a:pt x="6990" y="11354"/>
                  </a:lnTo>
                  <a:lnTo>
                    <a:pt x="6681" y="11122"/>
                  </a:lnTo>
                  <a:lnTo>
                    <a:pt x="6759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6" y="5639"/>
                  </a:lnTo>
                  <a:lnTo>
                    <a:pt x="6411" y="5639"/>
                  </a:lnTo>
                  <a:lnTo>
                    <a:pt x="6411" y="6758"/>
                  </a:lnTo>
                  <a:lnTo>
                    <a:pt x="6334" y="8573"/>
                  </a:lnTo>
                  <a:lnTo>
                    <a:pt x="6295" y="9500"/>
                  </a:lnTo>
                  <a:lnTo>
                    <a:pt x="6257" y="10427"/>
                  </a:lnTo>
                  <a:lnTo>
                    <a:pt x="5986" y="9886"/>
                  </a:lnTo>
                  <a:lnTo>
                    <a:pt x="5253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3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3"/>
            <p:cNvSpPr/>
            <p:nvPr/>
          </p:nvSpPr>
          <p:spPr>
            <a:xfrm>
              <a:off x="1498900" y="2189925"/>
              <a:ext cx="329200" cy="242325"/>
            </a:xfrm>
            <a:custGeom>
              <a:avLst/>
              <a:gdLst/>
              <a:ahLst/>
              <a:cxnLst/>
              <a:rect l="l" t="t" r="r" b="b"/>
              <a:pathLst>
                <a:path w="13168" h="9693" extrusionOk="0">
                  <a:moveTo>
                    <a:pt x="5367" y="618"/>
                  </a:moveTo>
                  <a:lnTo>
                    <a:pt x="5947" y="773"/>
                  </a:lnTo>
                  <a:lnTo>
                    <a:pt x="6526" y="1004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6"/>
                  </a:lnTo>
                  <a:lnTo>
                    <a:pt x="8495" y="3167"/>
                  </a:lnTo>
                  <a:lnTo>
                    <a:pt x="8573" y="3437"/>
                  </a:lnTo>
                  <a:lnTo>
                    <a:pt x="8611" y="3707"/>
                  </a:lnTo>
                  <a:lnTo>
                    <a:pt x="8573" y="3707"/>
                  </a:lnTo>
                  <a:lnTo>
                    <a:pt x="7723" y="3823"/>
                  </a:lnTo>
                  <a:lnTo>
                    <a:pt x="6873" y="3900"/>
                  </a:lnTo>
                  <a:lnTo>
                    <a:pt x="6410" y="3939"/>
                  </a:lnTo>
                  <a:lnTo>
                    <a:pt x="6178" y="3939"/>
                  </a:lnTo>
                  <a:lnTo>
                    <a:pt x="5985" y="3900"/>
                  </a:lnTo>
                  <a:lnTo>
                    <a:pt x="5792" y="3862"/>
                  </a:lnTo>
                  <a:lnTo>
                    <a:pt x="5676" y="3746"/>
                  </a:lnTo>
                  <a:lnTo>
                    <a:pt x="5561" y="3553"/>
                  </a:lnTo>
                  <a:lnTo>
                    <a:pt x="5483" y="3321"/>
                  </a:lnTo>
                  <a:lnTo>
                    <a:pt x="5406" y="2626"/>
                  </a:lnTo>
                  <a:lnTo>
                    <a:pt x="5367" y="1970"/>
                  </a:lnTo>
                  <a:lnTo>
                    <a:pt x="5367" y="618"/>
                  </a:lnTo>
                  <a:close/>
                  <a:moveTo>
                    <a:pt x="2780" y="889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7" y="3707"/>
                  </a:lnTo>
                  <a:lnTo>
                    <a:pt x="2510" y="3862"/>
                  </a:lnTo>
                  <a:lnTo>
                    <a:pt x="2433" y="4016"/>
                  </a:lnTo>
                  <a:lnTo>
                    <a:pt x="2317" y="4132"/>
                  </a:lnTo>
                  <a:lnTo>
                    <a:pt x="2124" y="4209"/>
                  </a:lnTo>
                  <a:lnTo>
                    <a:pt x="1892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6" y="4016"/>
                  </a:lnTo>
                  <a:lnTo>
                    <a:pt x="502" y="3514"/>
                  </a:lnTo>
                  <a:lnTo>
                    <a:pt x="656" y="3012"/>
                  </a:lnTo>
                  <a:lnTo>
                    <a:pt x="888" y="2549"/>
                  </a:lnTo>
                  <a:lnTo>
                    <a:pt x="1158" y="2124"/>
                  </a:lnTo>
                  <a:lnTo>
                    <a:pt x="1506" y="1738"/>
                  </a:lnTo>
                  <a:lnTo>
                    <a:pt x="1892" y="1429"/>
                  </a:lnTo>
                  <a:lnTo>
                    <a:pt x="2317" y="1120"/>
                  </a:lnTo>
                  <a:lnTo>
                    <a:pt x="2780" y="889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3" y="5986"/>
                  </a:lnTo>
                  <a:lnTo>
                    <a:pt x="11430" y="6140"/>
                  </a:lnTo>
                  <a:lnTo>
                    <a:pt x="11353" y="6217"/>
                  </a:lnTo>
                  <a:lnTo>
                    <a:pt x="11237" y="6256"/>
                  </a:lnTo>
                  <a:lnTo>
                    <a:pt x="11082" y="6295"/>
                  </a:lnTo>
                  <a:lnTo>
                    <a:pt x="10928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0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19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2" y="0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4" y="387"/>
                  </a:lnTo>
                  <a:lnTo>
                    <a:pt x="2240" y="580"/>
                  </a:lnTo>
                  <a:lnTo>
                    <a:pt x="1854" y="811"/>
                  </a:lnTo>
                  <a:lnTo>
                    <a:pt x="1506" y="1043"/>
                  </a:lnTo>
                  <a:lnTo>
                    <a:pt x="1158" y="1352"/>
                  </a:lnTo>
                  <a:lnTo>
                    <a:pt x="888" y="1661"/>
                  </a:lnTo>
                  <a:lnTo>
                    <a:pt x="618" y="2008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5"/>
                  </a:lnTo>
                  <a:lnTo>
                    <a:pt x="39" y="3669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6" y="4287"/>
                  </a:lnTo>
                  <a:lnTo>
                    <a:pt x="965" y="4518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402"/>
                  </a:lnTo>
                  <a:lnTo>
                    <a:pt x="2858" y="4248"/>
                  </a:lnTo>
                  <a:lnTo>
                    <a:pt x="2896" y="4132"/>
                  </a:lnTo>
                  <a:lnTo>
                    <a:pt x="2973" y="3978"/>
                  </a:lnTo>
                  <a:lnTo>
                    <a:pt x="3012" y="3630"/>
                  </a:lnTo>
                  <a:lnTo>
                    <a:pt x="3012" y="2974"/>
                  </a:lnTo>
                  <a:lnTo>
                    <a:pt x="3128" y="773"/>
                  </a:lnTo>
                  <a:lnTo>
                    <a:pt x="3514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7" y="580"/>
                  </a:lnTo>
                  <a:lnTo>
                    <a:pt x="5020" y="1661"/>
                  </a:lnTo>
                  <a:lnTo>
                    <a:pt x="5059" y="2703"/>
                  </a:lnTo>
                  <a:lnTo>
                    <a:pt x="5097" y="3398"/>
                  </a:lnTo>
                  <a:lnTo>
                    <a:pt x="5174" y="3746"/>
                  </a:lnTo>
                  <a:lnTo>
                    <a:pt x="5213" y="3900"/>
                  </a:lnTo>
                  <a:lnTo>
                    <a:pt x="5290" y="4055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69" y="4325"/>
                  </a:lnTo>
                  <a:lnTo>
                    <a:pt x="6217" y="4325"/>
                  </a:lnTo>
                  <a:lnTo>
                    <a:pt x="6565" y="4287"/>
                  </a:lnTo>
                  <a:lnTo>
                    <a:pt x="7607" y="4209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1" y="4866"/>
                  </a:lnTo>
                  <a:lnTo>
                    <a:pt x="8611" y="4904"/>
                  </a:lnTo>
                  <a:lnTo>
                    <a:pt x="8611" y="5020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6" y="4943"/>
                  </a:lnTo>
                  <a:lnTo>
                    <a:pt x="9190" y="4904"/>
                  </a:lnTo>
                  <a:lnTo>
                    <a:pt x="9383" y="4904"/>
                  </a:lnTo>
                  <a:lnTo>
                    <a:pt x="9808" y="4982"/>
                  </a:lnTo>
                  <a:lnTo>
                    <a:pt x="10194" y="5098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0" y="5445"/>
                  </a:lnTo>
                  <a:lnTo>
                    <a:pt x="10272" y="5600"/>
                  </a:lnTo>
                  <a:lnTo>
                    <a:pt x="10233" y="5754"/>
                  </a:lnTo>
                  <a:lnTo>
                    <a:pt x="10233" y="5908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3" y="6488"/>
                  </a:lnTo>
                  <a:lnTo>
                    <a:pt x="10696" y="6604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6"/>
                  </a:lnTo>
                  <a:lnTo>
                    <a:pt x="11739" y="6410"/>
                  </a:lnTo>
                  <a:lnTo>
                    <a:pt x="11855" y="6256"/>
                  </a:lnTo>
                  <a:lnTo>
                    <a:pt x="12086" y="6565"/>
                  </a:lnTo>
                  <a:lnTo>
                    <a:pt x="12280" y="6912"/>
                  </a:lnTo>
                  <a:lnTo>
                    <a:pt x="12395" y="7221"/>
                  </a:lnTo>
                  <a:lnTo>
                    <a:pt x="12473" y="7569"/>
                  </a:lnTo>
                  <a:lnTo>
                    <a:pt x="12550" y="7916"/>
                  </a:lnTo>
                  <a:lnTo>
                    <a:pt x="12550" y="8264"/>
                  </a:lnTo>
                  <a:lnTo>
                    <a:pt x="12588" y="8998"/>
                  </a:lnTo>
                  <a:lnTo>
                    <a:pt x="12511" y="8998"/>
                  </a:lnTo>
                  <a:lnTo>
                    <a:pt x="12434" y="9075"/>
                  </a:lnTo>
                  <a:lnTo>
                    <a:pt x="12395" y="9113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5" y="9654"/>
                  </a:lnTo>
                  <a:lnTo>
                    <a:pt x="12820" y="9615"/>
                  </a:lnTo>
                  <a:lnTo>
                    <a:pt x="12936" y="9577"/>
                  </a:lnTo>
                  <a:lnTo>
                    <a:pt x="13013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5"/>
                  </a:lnTo>
                  <a:lnTo>
                    <a:pt x="13090" y="7723"/>
                  </a:lnTo>
                  <a:lnTo>
                    <a:pt x="12936" y="7183"/>
                  </a:lnTo>
                  <a:lnTo>
                    <a:pt x="12743" y="6681"/>
                  </a:lnTo>
                  <a:lnTo>
                    <a:pt x="12434" y="6217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314" y="5098"/>
                  </a:lnTo>
                  <a:lnTo>
                    <a:pt x="10967" y="4904"/>
                  </a:lnTo>
                  <a:lnTo>
                    <a:pt x="10619" y="4750"/>
                  </a:lnTo>
                  <a:lnTo>
                    <a:pt x="10272" y="4596"/>
                  </a:lnTo>
                  <a:lnTo>
                    <a:pt x="9885" y="4480"/>
                  </a:lnTo>
                  <a:lnTo>
                    <a:pt x="9538" y="4441"/>
                  </a:lnTo>
                  <a:lnTo>
                    <a:pt x="9190" y="4441"/>
                  </a:lnTo>
                  <a:lnTo>
                    <a:pt x="9268" y="3978"/>
                  </a:lnTo>
                  <a:lnTo>
                    <a:pt x="9229" y="3514"/>
                  </a:lnTo>
                  <a:lnTo>
                    <a:pt x="9152" y="3090"/>
                  </a:lnTo>
                  <a:lnTo>
                    <a:pt x="8997" y="2665"/>
                  </a:lnTo>
                  <a:lnTo>
                    <a:pt x="8804" y="2279"/>
                  </a:lnTo>
                  <a:lnTo>
                    <a:pt x="8534" y="1931"/>
                  </a:lnTo>
                  <a:lnTo>
                    <a:pt x="8225" y="1584"/>
                  </a:lnTo>
                  <a:lnTo>
                    <a:pt x="7839" y="1275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8" y="348"/>
                  </a:lnTo>
                  <a:lnTo>
                    <a:pt x="5715" y="193"/>
                  </a:lnTo>
                  <a:lnTo>
                    <a:pt x="5290" y="78"/>
                  </a:lnTo>
                  <a:lnTo>
                    <a:pt x="4827" y="39"/>
                  </a:lnTo>
                  <a:lnTo>
                    <a:pt x="440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3"/>
            <p:cNvSpPr/>
            <p:nvPr/>
          </p:nvSpPr>
          <p:spPr>
            <a:xfrm>
              <a:off x="1530750" y="2203425"/>
              <a:ext cx="254875" cy="267450"/>
            </a:xfrm>
            <a:custGeom>
              <a:avLst/>
              <a:gdLst/>
              <a:ahLst/>
              <a:cxnLst/>
              <a:rect l="l" t="t" r="r" b="b"/>
              <a:pathLst>
                <a:path w="10195" h="10698" extrusionOk="0">
                  <a:moveTo>
                    <a:pt x="8264" y="7299"/>
                  </a:moveTo>
                  <a:lnTo>
                    <a:pt x="8496" y="7376"/>
                  </a:lnTo>
                  <a:lnTo>
                    <a:pt x="8727" y="7454"/>
                  </a:lnTo>
                  <a:lnTo>
                    <a:pt x="8959" y="7569"/>
                  </a:lnTo>
                  <a:lnTo>
                    <a:pt x="9152" y="7724"/>
                  </a:lnTo>
                  <a:lnTo>
                    <a:pt x="9345" y="7917"/>
                  </a:lnTo>
                  <a:lnTo>
                    <a:pt x="9500" y="8110"/>
                  </a:lnTo>
                  <a:lnTo>
                    <a:pt x="9615" y="8342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3"/>
                  </a:lnTo>
                  <a:lnTo>
                    <a:pt x="9538" y="9423"/>
                  </a:lnTo>
                  <a:lnTo>
                    <a:pt x="9384" y="9655"/>
                  </a:lnTo>
                  <a:lnTo>
                    <a:pt x="9191" y="9848"/>
                  </a:lnTo>
                  <a:lnTo>
                    <a:pt x="8959" y="10041"/>
                  </a:lnTo>
                  <a:lnTo>
                    <a:pt x="8689" y="10118"/>
                  </a:lnTo>
                  <a:lnTo>
                    <a:pt x="8418" y="10195"/>
                  </a:lnTo>
                  <a:lnTo>
                    <a:pt x="8109" y="10157"/>
                  </a:lnTo>
                  <a:lnTo>
                    <a:pt x="7839" y="10079"/>
                  </a:lnTo>
                  <a:lnTo>
                    <a:pt x="7607" y="9964"/>
                  </a:lnTo>
                  <a:lnTo>
                    <a:pt x="7376" y="9809"/>
                  </a:lnTo>
                  <a:lnTo>
                    <a:pt x="7183" y="9577"/>
                  </a:lnTo>
                  <a:lnTo>
                    <a:pt x="7028" y="9346"/>
                  </a:lnTo>
                  <a:lnTo>
                    <a:pt x="6951" y="9075"/>
                  </a:lnTo>
                  <a:lnTo>
                    <a:pt x="6912" y="8805"/>
                  </a:lnTo>
                  <a:lnTo>
                    <a:pt x="6951" y="8535"/>
                  </a:lnTo>
                  <a:lnTo>
                    <a:pt x="7028" y="8265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4"/>
                  </a:lnTo>
                  <a:lnTo>
                    <a:pt x="7723" y="7569"/>
                  </a:lnTo>
                  <a:lnTo>
                    <a:pt x="8148" y="7338"/>
                  </a:lnTo>
                  <a:lnTo>
                    <a:pt x="8225" y="7299"/>
                  </a:lnTo>
                  <a:close/>
                  <a:moveTo>
                    <a:pt x="2858" y="1"/>
                  </a:moveTo>
                  <a:lnTo>
                    <a:pt x="2665" y="40"/>
                  </a:lnTo>
                  <a:lnTo>
                    <a:pt x="2665" y="78"/>
                  </a:lnTo>
                  <a:lnTo>
                    <a:pt x="2626" y="1353"/>
                  </a:lnTo>
                  <a:lnTo>
                    <a:pt x="2626" y="2588"/>
                  </a:lnTo>
                  <a:lnTo>
                    <a:pt x="2665" y="3824"/>
                  </a:lnTo>
                  <a:lnTo>
                    <a:pt x="2703" y="5098"/>
                  </a:lnTo>
                  <a:lnTo>
                    <a:pt x="2896" y="7492"/>
                  </a:lnTo>
                  <a:lnTo>
                    <a:pt x="2896" y="8149"/>
                  </a:lnTo>
                  <a:lnTo>
                    <a:pt x="2935" y="8458"/>
                  </a:lnTo>
                  <a:lnTo>
                    <a:pt x="2974" y="8612"/>
                  </a:lnTo>
                  <a:lnTo>
                    <a:pt x="3051" y="8767"/>
                  </a:lnTo>
                  <a:lnTo>
                    <a:pt x="1545" y="8728"/>
                  </a:lnTo>
                  <a:lnTo>
                    <a:pt x="39" y="8689"/>
                  </a:lnTo>
                  <a:lnTo>
                    <a:pt x="0" y="8689"/>
                  </a:lnTo>
                  <a:lnTo>
                    <a:pt x="0" y="9037"/>
                  </a:lnTo>
                  <a:lnTo>
                    <a:pt x="773" y="9114"/>
                  </a:lnTo>
                  <a:lnTo>
                    <a:pt x="1545" y="9153"/>
                  </a:lnTo>
                  <a:lnTo>
                    <a:pt x="3128" y="9230"/>
                  </a:lnTo>
                  <a:lnTo>
                    <a:pt x="4827" y="9307"/>
                  </a:lnTo>
                  <a:lnTo>
                    <a:pt x="5677" y="9307"/>
                  </a:lnTo>
                  <a:lnTo>
                    <a:pt x="6488" y="9269"/>
                  </a:lnTo>
                  <a:lnTo>
                    <a:pt x="6603" y="9577"/>
                  </a:lnTo>
                  <a:lnTo>
                    <a:pt x="6758" y="9848"/>
                  </a:lnTo>
                  <a:lnTo>
                    <a:pt x="6990" y="10079"/>
                  </a:lnTo>
                  <a:lnTo>
                    <a:pt x="7221" y="10311"/>
                  </a:lnTo>
                  <a:lnTo>
                    <a:pt x="7492" y="10466"/>
                  </a:lnTo>
                  <a:lnTo>
                    <a:pt x="7801" y="10581"/>
                  </a:lnTo>
                  <a:lnTo>
                    <a:pt x="8109" y="10659"/>
                  </a:lnTo>
                  <a:lnTo>
                    <a:pt x="8418" y="10697"/>
                  </a:lnTo>
                  <a:lnTo>
                    <a:pt x="8727" y="10620"/>
                  </a:lnTo>
                  <a:lnTo>
                    <a:pt x="9036" y="10543"/>
                  </a:lnTo>
                  <a:lnTo>
                    <a:pt x="9306" y="10388"/>
                  </a:lnTo>
                  <a:lnTo>
                    <a:pt x="9538" y="10195"/>
                  </a:lnTo>
                  <a:lnTo>
                    <a:pt x="9770" y="9964"/>
                  </a:lnTo>
                  <a:lnTo>
                    <a:pt x="9924" y="9693"/>
                  </a:lnTo>
                  <a:lnTo>
                    <a:pt x="10079" y="9423"/>
                  </a:lnTo>
                  <a:lnTo>
                    <a:pt x="10156" y="9153"/>
                  </a:lnTo>
                  <a:lnTo>
                    <a:pt x="10195" y="9153"/>
                  </a:lnTo>
                  <a:lnTo>
                    <a:pt x="10195" y="8767"/>
                  </a:lnTo>
                  <a:lnTo>
                    <a:pt x="10156" y="8419"/>
                  </a:lnTo>
                  <a:lnTo>
                    <a:pt x="10040" y="8071"/>
                  </a:lnTo>
                  <a:lnTo>
                    <a:pt x="9847" y="7763"/>
                  </a:lnTo>
                  <a:lnTo>
                    <a:pt x="9615" y="7492"/>
                  </a:lnTo>
                  <a:lnTo>
                    <a:pt x="9306" y="7261"/>
                  </a:lnTo>
                  <a:lnTo>
                    <a:pt x="8998" y="7106"/>
                  </a:lnTo>
                  <a:lnTo>
                    <a:pt x="8650" y="7029"/>
                  </a:lnTo>
                  <a:lnTo>
                    <a:pt x="8303" y="7029"/>
                  </a:lnTo>
                  <a:lnTo>
                    <a:pt x="8187" y="7067"/>
                  </a:lnTo>
                  <a:lnTo>
                    <a:pt x="8148" y="7029"/>
                  </a:lnTo>
                  <a:lnTo>
                    <a:pt x="8071" y="6990"/>
                  </a:lnTo>
                  <a:lnTo>
                    <a:pt x="7916" y="6990"/>
                  </a:lnTo>
                  <a:lnTo>
                    <a:pt x="7723" y="7029"/>
                  </a:lnTo>
                  <a:lnTo>
                    <a:pt x="7414" y="7145"/>
                  </a:lnTo>
                  <a:lnTo>
                    <a:pt x="7144" y="7338"/>
                  </a:lnTo>
                  <a:lnTo>
                    <a:pt x="6912" y="7569"/>
                  </a:lnTo>
                  <a:lnTo>
                    <a:pt x="6719" y="7878"/>
                  </a:lnTo>
                  <a:lnTo>
                    <a:pt x="6565" y="8187"/>
                  </a:lnTo>
                  <a:lnTo>
                    <a:pt x="6449" y="8535"/>
                  </a:lnTo>
                  <a:lnTo>
                    <a:pt x="6449" y="8844"/>
                  </a:lnTo>
                  <a:lnTo>
                    <a:pt x="5715" y="8805"/>
                  </a:lnTo>
                  <a:lnTo>
                    <a:pt x="4943" y="8767"/>
                  </a:lnTo>
                  <a:lnTo>
                    <a:pt x="3476" y="8767"/>
                  </a:lnTo>
                  <a:lnTo>
                    <a:pt x="3476" y="8728"/>
                  </a:lnTo>
                  <a:lnTo>
                    <a:pt x="3476" y="8651"/>
                  </a:lnTo>
                  <a:lnTo>
                    <a:pt x="3476" y="8573"/>
                  </a:lnTo>
                  <a:lnTo>
                    <a:pt x="3437" y="8535"/>
                  </a:lnTo>
                  <a:lnTo>
                    <a:pt x="3360" y="8496"/>
                  </a:lnTo>
                  <a:lnTo>
                    <a:pt x="3283" y="8496"/>
                  </a:lnTo>
                  <a:lnTo>
                    <a:pt x="3205" y="8535"/>
                  </a:lnTo>
                  <a:lnTo>
                    <a:pt x="3283" y="8380"/>
                  </a:lnTo>
                  <a:lnTo>
                    <a:pt x="3283" y="8226"/>
                  </a:lnTo>
                  <a:lnTo>
                    <a:pt x="3283" y="8110"/>
                  </a:lnTo>
                  <a:lnTo>
                    <a:pt x="3283" y="7956"/>
                  </a:lnTo>
                  <a:lnTo>
                    <a:pt x="3205" y="7338"/>
                  </a:lnTo>
                  <a:lnTo>
                    <a:pt x="3128" y="6450"/>
                  </a:lnTo>
                  <a:lnTo>
                    <a:pt x="3012" y="4326"/>
                  </a:lnTo>
                  <a:lnTo>
                    <a:pt x="2935" y="2202"/>
                  </a:lnTo>
                  <a:lnTo>
                    <a:pt x="2896" y="78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3"/>
            <p:cNvSpPr/>
            <p:nvPr/>
          </p:nvSpPr>
          <p:spPr>
            <a:xfrm>
              <a:off x="4324525" y="22671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20"/>
                  </a:lnTo>
                  <a:lnTo>
                    <a:pt x="2897" y="1661"/>
                  </a:lnTo>
                  <a:lnTo>
                    <a:pt x="2511" y="2202"/>
                  </a:lnTo>
                  <a:lnTo>
                    <a:pt x="1970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80" y="4750"/>
                  </a:lnTo>
                  <a:lnTo>
                    <a:pt x="966" y="4518"/>
                  </a:lnTo>
                  <a:lnTo>
                    <a:pt x="1314" y="4210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935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3"/>
                  </a:lnTo>
                  <a:lnTo>
                    <a:pt x="4248" y="155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3"/>
            <p:cNvSpPr/>
            <p:nvPr/>
          </p:nvSpPr>
          <p:spPr>
            <a:xfrm>
              <a:off x="4273375" y="22681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0"/>
                  </a:moveTo>
                  <a:lnTo>
                    <a:pt x="1004" y="309"/>
                  </a:lnTo>
                  <a:lnTo>
                    <a:pt x="1236" y="386"/>
                  </a:lnTo>
                  <a:lnTo>
                    <a:pt x="1429" y="579"/>
                  </a:lnTo>
                  <a:lnTo>
                    <a:pt x="1583" y="772"/>
                  </a:lnTo>
                  <a:lnTo>
                    <a:pt x="1622" y="1004"/>
                  </a:lnTo>
                  <a:lnTo>
                    <a:pt x="1622" y="1120"/>
                  </a:lnTo>
                  <a:lnTo>
                    <a:pt x="1583" y="1197"/>
                  </a:lnTo>
                  <a:lnTo>
                    <a:pt x="1545" y="1313"/>
                  </a:lnTo>
                  <a:lnTo>
                    <a:pt x="1468" y="1390"/>
                  </a:lnTo>
                  <a:lnTo>
                    <a:pt x="1352" y="1506"/>
                  </a:lnTo>
                  <a:lnTo>
                    <a:pt x="1197" y="1545"/>
                  </a:lnTo>
                  <a:lnTo>
                    <a:pt x="966" y="1583"/>
                  </a:lnTo>
                  <a:lnTo>
                    <a:pt x="772" y="1545"/>
                  </a:lnTo>
                  <a:lnTo>
                    <a:pt x="657" y="1506"/>
                  </a:lnTo>
                  <a:lnTo>
                    <a:pt x="579" y="1429"/>
                  </a:lnTo>
                  <a:lnTo>
                    <a:pt x="502" y="1352"/>
                  </a:lnTo>
                  <a:lnTo>
                    <a:pt x="464" y="1236"/>
                  </a:lnTo>
                  <a:lnTo>
                    <a:pt x="425" y="1004"/>
                  </a:lnTo>
                  <a:lnTo>
                    <a:pt x="464" y="811"/>
                  </a:lnTo>
                  <a:lnTo>
                    <a:pt x="541" y="618"/>
                  </a:lnTo>
                  <a:lnTo>
                    <a:pt x="695" y="425"/>
                  </a:lnTo>
                  <a:lnTo>
                    <a:pt x="734" y="348"/>
                  </a:lnTo>
                  <a:lnTo>
                    <a:pt x="734" y="309"/>
                  </a:lnTo>
                  <a:lnTo>
                    <a:pt x="888" y="270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116"/>
                  </a:lnTo>
                  <a:lnTo>
                    <a:pt x="541" y="77"/>
                  </a:lnTo>
                  <a:lnTo>
                    <a:pt x="464" y="116"/>
                  </a:lnTo>
                  <a:lnTo>
                    <a:pt x="270" y="232"/>
                  </a:lnTo>
                  <a:lnTo>
                    <a:pt x="155" y="386"/>
                  </a:lnTo>
                  <a:lnTo>
                    <a:pt x="77" y="541"/>
                  </a:lnTo>
                  <a:lnTo>
                    <a:pt x="39" y="734"/>
                  </a:lnTo>
                  <a:lnTo>
                    <a:pt x="0" y="888"/>
                  </a:lnTo>
                  <a:lnTo>
                    <a:pt x="0" y="1081"/>
                  </a:lnTo>
                  <a:lnTo>
                    <a:pt x="39" y="1274"/>
                  </a:lnTo>
                  <a:lnTo>
                    <a:pt x="77" y="1468"/>
                  </a:lnTo>
                  <a:lnTo>
                    <a:pt x="193" y="1661"/>
                  </a:lnTo>
                  <a:lnTo>
                    <a:pt x="309" y="1776"/>
                  </a:lnTo>
                  <a:lnTo>
                    <a:pt x="502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236" y="2008"/>
                  </a:lnTo>
                  <a:lnTo>
                    <a:pt x="1429" y="1931"/>
                  </a:lnTo>
                  <a:lnTo>
                    <a:pt x="1622" y="1815"/>
                  </a:lnTo>
                  <a:lnTo>
                    <a:pt x="1776" y="1699"/>
                  </a:lnTo>
                  <a:lnTo>
                    <a:pt x="1892" y="1545"/>
                  </a:lnTo>
                  <a:lnTo>
                    <a:pt x="1970" y="1390"/>
                  </a:lnTo>
                  <a:lnTo>
                    <a:pt x="2047" y="1197"/>
                  </a:lnTo>
                  <a:lnTo>
                    <a:pt x="2085" y="1004"/>
                  </a:lnTo>
                  <a:lnTo>
                    <a:pt x="2047" y="811"/>
                  </a:lnTo>
                  <a:lnTo>
                    <a:pt x="1970" y="618"/>
                  </a:lnTo>
                  <a:lnTo>
                    <a:pt x="1892" y="425"/>
                  </a:lnTo>
                  <a:lnTo>
                    <a:pt x="1738" y="270"/>
                  </a:lnTo>
                  <a:lnTo>
                    <a:pt x="1583" y="155"/>
                  </a:lnTo>
                  <a:lnTo>
                    <a:pt x="1429" y="77"/>
                  </a:lnTo>
                  <a:lnTo>
                    <a:pt x="1236" y="39"/>
                  </a:lnTo>
                  <a:lnTo>
                    <a:pt x="104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3"/>
            <p:cNvSpPr/>
            <p:nvPr/>
          </p:nvSpPr>
          <p:spPr>
            <a:xfrm>
              <a:off x="1394625" y="2299975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0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1" y="194"/>
                  </a:lnTo>
                  <a:lnTo>
                    <a:pt x="2240" y="309"/>
                  </a:lnTo>
                  <a:lnTo>
                    <a:pt x="2009" y="425"/>
                  </a:lnTo>
                  <a:lnTo>
                    <a:pt x="1738" y="580"/>
                  </a:lnTo>
                  <a:lnTo>
                    <a:pt x="1507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9"/>
                  </a:lnTo>
                  <a:lnTo>
                    <a:pt x="39" y="3746"/>
                  </a:lnTo>
                  <a:lnTo>
                    <a:pt x="1" y="4055"/>
                  </a:lnTo>
                  <a:lnTo>
                    <a:pt x="1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700" y="5291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827"/>
                  </a:lnTo>
                  <a:lnTo>
                    <a:pt x="734" y="4711"/>
                  </a:lnTo>
                  <a:lnTo>
                    <a:pt x="580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80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54" y="1159"/>
                  </a:lnTo>
                  <a:lnTo>
                    <a:pt x="2202" y="889"/>
                  </a:lnTo>
                  <a:lnTo>
                    <a:pt x="2626" y="696"/>
                  </a:lnTo>
                  <a:lnTo>
                    <a:pt x="3090" y="580"/>
                  </a:lnTo>
                  <a:lnTo>
                    <a:pt x="3592" y="541"/>
                  </a:lnTo>
                  <a:lnTo>
                    <a:pt x="4094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3" y="502"/>
                  </a:lnTo>
                  <a:lnTo>
                    <a:pt x="4480" y="464"/>
                  </a:lnTo>
                  <a:lnTo>
                    <a:pt x="4519" y="425"/>
                  </a:lnTo>
                  <a:lnTo>
                    <a:pt x="4519" y="348"/>
                  </a:lnTo>
                  <a:lnTo>
                    <a:pt x="4519" y="194"/>
                  </a:lnTo>
                  <a:lnTo>
                    <a:pt x="4210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3"/>
            <p:cNvSpPr/>
            <p:nvPr/>
          </p:nvSpPr>
          <p:spPr>
            <a:xfrm>
              <a:off x="4211575" y="2315425"/>
              <a:ext cx="44450" cy="44425"/>
            </a:xfrm>
            <a:custGeom>
              <a:avLst/>
              <a:gdLst/>
              <a:ahLst/>
              <a:cxnLst/>
              <a:rect l="l" t="t" r="r" b="b"/>
              <a:pathLst>
                <a:path w="1778" h="1777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8"/>
                  </a:lnTo>
                  <a:lnTo>
                    <a:pt x="1391" y="811"/>
                  </a:lnTo>
                  <a:lnTo>
                    <a:pt x="1391" y="966"/>
                  </a:lnTo>
                  <a:lnTo>
                    <a:pt x="1352" y="1082"/>
                  </a:lnTo>
                  <a:lnTo>
                    <a:pt x="1275" y="1159"/>
                  </a:lnTo>
                  <a:lnTo>
                    <a:pt x="1198" y="1236"/>
                  </a:lnTo>
                  <a:lnTo>
                    <a:pt x="1082" y="1313"/>
                  </a:lnTo>
                  <a:lnTo>
                    <a:pt x="889" y="1390"/>
                  </a:lnTo>
                  <a:lnTo>
                    <a:pt x="734" y="1352"/>
                  </a:lnTo>
                  <a:lnTo>
                    <a:pt x="541" y="1275"/>
                  </a:lnTo>
                  <a:lnTo>
                    <a:pt x="426" y="1082"/>
                  </a:lnTo>
                  <a:lnTo>
                    <a:pt x="387" y="927"/>
                  </a:lnTo>
                  <a:lnTo>
                    <a:pt x="387" y="734"/>
                  </a:lnTo>
                  <a:lnTo>
                    <a:pt x="464" y="580"/>
                  </a:lnTo>
                  <a:lnTo>
                    <a:pt x="541" y="386"/>
                  </a:lnTo>
                  <a:lnTo>
                    <a:pt x="541" y="348"/>
                  </a:lnTo>
                  <a:lnTo>
                    <a:pt x="580" y="348"/>
                  </a:lnTo>
                  <a:lnTo>
                    <a:pt x="773" y="309"/>
                  </a:lnTo>
                  <a:close/>
                  <a:moveTo>
                    <a:pt x="966" y="0"/>
                  </a:moveTo>
                  <a:lnTo>
                    <a:pt x="773" y="39"/>
                  </a:lnTo>
                  <a:lnTo>
                    <a:pt x="619" y="78"/>
                  </a:lnTo>
                  <a:lnTo>
                    <a:pt x="464" y="155"/>
                  </a:lnTo>
                  <a:lnTo>
                    <a:pt x="426" y="193"/>
                  </a:lnTo>
                  <a:lnTo>
                    <a:pt x="387" y="193"/>
                  </a:lnTo>
                  <a:lnTo>
                    <a:pt x="232" y="271"/>
                  </a:lnTo>
                  <a:lnTo>
                    <a:pt x="117" y="386"/>
                  </a:lnTo>
                  <a:lnTo>
                    <a:pt x="39" y="541"/>
                  </a:lnTo>
                  <a:lnTo>
                    <a:pt x="1" y="695"/>
                  </a:lnTo>
                  <a:lnTo>
                    <a:pt x="1" y="850"/>
                  </a:lnTo>
                  <a:lnTo>
                    <a:pt x="1" y="1004"/>
                  </a:lnTo>
                  <a:lnTo>
                    <a:pt x="39" y="1197"/>
                  </a:lnTo>
                  <a:lnTo>
                    <a:pt x="117" y="1313"/>
                  </a:lnTo>
                  <a:lnTo>
                    <a:pt x="194" y="1468"/>
                  </a:lnTo>
                  <a:lnTo>
                    <a:pt x="348" y="1584"/>
                  </a:lnTo>
                  <a:lnTo>
                    <a:pt x="464" y="1699"/>
                  </a:lnTo>
                  <a:lnTo>
                    <a:pt x="619" y="1738"/>
                  </a:lnTo>
                  <a:lnTo>
                    <a:pt x="812" y="1777"/>
                  </a:lnTo>
                  <a:lnTo>
                    <a:pt x="966" y="1777"/>
                  </a:lnTo>
                  <a:lnTo>
                    <a:pt x="1121" y="1738"/>
                  </a:lnTo>
                  <a:lnTo>
                    <a:pt x="1314" y="1661"/>
                  </a:lnTo>
                  <a:lnTo>
                    <a:pt x="1430" y="1545"/>
                  </a:lnTo>
                  <a:lnTo>
                    <a:pt x="1584" y="1429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66"/>
                  </a:lnTo>
                  <a:lnTo>
                    <a:pt x="1777" y="773"/>
                  </a:lnTo>
                  <a:lnTo>
                    <a:pt x="1738" y="618"/>
                  </a:lnTo>
                  <a:lnTo>
                    <a:pt x="1661" y="425"/>
                  </a:lnTo>
                  <a:lnTo>
                    <a:pt x="1545" y="309"/>
                  </a:lnTo>
                  <a:lnTo>
                    <a:pt x="1430" y="193"/>
                  </a:lnTo>
                  <a:lnTo>
                    <a:pt x="1275" y="116"/>
                  </a:lnTo>
                  <a:lnTo>
                    <a:pt x="1121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3"/>
            <p:cNvSpPr/>
            <p:nvPr/>
          </p:nvSpPr>
          <p:spPr>
            <a:xfrm>
              <a:off x="2413100" y="2319275"/>
              <a:ext cx="84975" cy="222075"/>
            </a:xfrm>
            <a:custGeom>
              <a:avLst/>
              <a:gdLst/>
              <a:ahLst/>
              <a:cxnLst/>
              <a:rect l="l" t="t" r="r" b="b"/>
              <a:pathLst>
                <a:path w="3399" h="8883" extrusionOk="0">
                  <a:moveTo>
                    <a:pt x="1043" y="7376"/>
                  </a:moveTo>
                  <a:lnTo>
                    <a:pt x="1197" y="7453"/>
                  </a:lnTo>
                  <a:lnTo>
                    <a:pt x="1352" y="7608"/>
                  </a:lnTo>
                  <a:lnTo>
                    <a:pt x="1429" y="7685"/>
                  </a:lnTo>
                  <a:lnTo>
                    <a:pt x="1468" y="7801"/>
                  </a:lnTo>
                  <a:lnTo>
                    <a:pt x="1468" y="8033"/>
                  </a:lnTo>
                  <a:lnTo>
                    <a:pt x="1390" y="8226"/>
                  </a:lnTo>
                  <a:lnTo>
                    <a:pt x="1313" y="8342"/>
                  </a:lnTo>
                  <a:lnTo>
                    <a:pt x="1236" y="8419"/>
                  </a:lnTo>
                  <a:lnTo>
                    <a:pt x="1159" y="8457"/>
                  </a:lnTo>
                  <a:lnTo>
                    <a:pt x="1043" y="8496"/>
                  </a:lnTo>
                  <a:lnTo>
                    <a:pt x="811" y="8496"/>
                  </a:lnTo>
                  <a:lnTo>
                    <a:pt x="618" y="8419"/>
                  </a:lnTo>
                  <a:lnTo>
                    <a:pt x="541" y="8342"/>
                  </a:lnTo>
                  <a:lnTo>
                    <a:pt x="464" y="8264"/>
                  </a:lnTo>
                  <a:lnTo>
                    <a:pt x="386" y="8148"/>
                  </a:lnTo>
                  <a:lnTo>
                    <a:pt x="386" y="8033"/>
                  </a:lnTo>
                  <a:lnTo>
                    <a:pt x="386" y="7917"/>
                  </a:lnTo>
                  <a:lnTo>
                    <a:pt x="386" y="7801"/>
                  </a:lnTo>
                  <a:lnTo>
                    <a:pt x="502" y="7569"/>
                  </a:lnTo>
                  <a:lnTo>
                    <a:pt x="695" y="7415"/>
                  </a:lnTo>
                  <a:lnTo>
                    <a:pt x="850" y="7376"/>
                  </a:lnTo>
                  <a:close/>
                  <a:moveTo>
                    <a:pt x="3128" y="1"/>
                  </a:moveTo>
                  <a:lnTo>
                    <a:pt x="3089" y="39"/>
                  </a:lnTo>
                  <a:lnTo>
                    <a:pt x="3051" y="78"/>
                  </a:lnTo>
                  <a:lnTo>
                    <a:pt x="2819" y="503"/>
                  </a:lnTo>
                  <a:lnTo>
                    <a:pt x="2665" y="889"/>
                  </a:lnTo>
                  <a:lnTo>
                    <a:pt x="2356" y="1777"/>
                  </a:lnTo>
                  <a:lnTo>
                    <a:pt x="2085" y="2665"/>
                  </a:lnTo>
                  <a:lnTo>
                    <a:pt x="1854" y="3515"/>
                  </a:lnTo>
                  <a:lnTo>
                    <a:pt x="1313" y="5252"/>
                  </a:lnTo>
                  <a:lnTo>
                    <a:pt x="1043" y="6102"/>
                  </a:lnTo>
                  <a:lnTo>
                    <a:pt x="811" y="6990"/>
                  </a:lnTo>
                  <a:lnTo>
                    <a:pt x="657" y="6990"/>
                  </a:lnTo>
                  <a:lnTo>
                    <a:pt x="541" y="7029"/>
                  </a:lnTo>
                  <a:lnTo>
                    <a:pt x="386" y="7106"/>
                  </a:lnTo>
                  <a:lnTo>
                    <a:pt x="309" y="7222"/>
                  </a:lnTo>
                  <a:lnTo>
                    <a:pt x="271" y="7299"/>
                  </a:lnTo>
                  <a:lnTo>
                    <a:pt x="271" y="7376"/>
                  </a:lnTo>
                  <a:lnTo>
                    <a:pt x="116" y="7608"/>
                  </a:lnTo>
                  <a:lnTo>
                    <a:pt x="0" y="7840"/>
                  </a:lnTo>
                  <a:lnTo>
                    <a:pt x="0" y="8110"/>
                  </a:lnTo>
                  <a:lnTo>
                    <a:pt x="39" y="8264"/>
                  </a:lnTo>
                  <a:lnTo>
                    <a:pt x="78" y="8419"/>
                  </a:lnTo>
                  <a:lnTo>
                    <a:pt x="193" y="8573"/>
                  </a:lnTo>
                  <a:lnTo>
                    <a:pt x="348" y="8689"/>
                  </a:lnTo>
                  <a:lnTo>
                    <a:pt x="502" y="8805"/>
                  </a:lnTo>
                  <a:lnTo>
                    <a:pt x="657" y="8882"/>
                  </a:lnTo>
                  <a:lnTo>
                    <a:pt x="1043" y="8882"/>
                  </a:lnTo>
                  <a:lnTo>
                    <a:pt x="1236" y="8844"/>
                  </a:lnTo>
                  <a:lnTo>
                    <a:pt x="1429" y="8766"/>
                  </a:lnTo>
                  <a:lnTo>
                    <a:pt x="1584" y="8650"/>
                  </a:lnTo>
                  <a:lnTo>
                    <a:pt x="1699" y="8496"/>
                  </a:lnTo>
                  <a:lnTo>
                    <a:pt x="1777" y="8342"/>
                  </a:lnTo>
                  <a:lnTo>
                    <a:pt x="1854" y="8148"/>
                  </a:lnTo>
                  <a:lnTo>
                    <a:pt x="1854" y="7955"/>
                  </a:lnTo>
                  <a:lnTo>
                    <a:pt x="1854" y="7762"/>
                  </a:lnTo>
                  <a:lnTo>
                    <a:pt x="1815" y="7608"/>
                  </a:lnTo>
                  <a:lnTo>
                    <a:pt x="1738" y="7415"/>
                  </a:lnTo>
                  <a:lnTo>
                    <a:pt x="1622" y="7299"/>
                  </a:lnTo>
                  <a:lnTo>
                    <a:pt x="1506" y="7183"/>
                  </a:lnTo>
                  <a:lnTo>
                    <a:pt x="1352" y="7106"/>
                  </a:lnTo>
                  <a:lnTo>
                    <a:pt x="1197" y="7029"/>
                  </a:lnTo>
                  <a:lnTo>
                    <a:pt x="1545" y="6179"/>
                  </a:lnTo>
                  <a:lnTo>
                    <a:pt x="1815" y="5330"/>
                  </a:lnTo>
                  <a:lnTo>
                    <a:pt x="2394" y="3592"/>
                  </a:lnTo>
                  <a:lnTo>
                    <a:pt x="2665" y="2781"/>
                  </a:lnTo>
                  <a:lnTo>
                    <a:pt x="2974" y="1932"/>
                  </a:lnTo>
                  <a:lnTo>
                    <a:pt x="3244" y="1082"/>
                  </a:lnTo>
                  <a:lnTo>
                    <a:pt x="3321" y="657"/>
                  </a:lnTo>
                  <a:lnTo>
                    <a:pt x="3398" y="232"/>
                  </a:lnTo>
                  <a:lnTo>
                    <a:pt x="3360" y="117"/>
                  </a:lnTo>
                  <a:lnTo>
                    <a:pt x="3244" y="39"/>
                  </a:lnTo>
                  <a:lnTo>
                    <a:pt x="312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"/>
            <p:cNvSpPr/>
            <p:nvPr/>
          </p:nvSpPr>
          <p:spPr>
            <a:xfrm>
              <a:off x="4217375" y="2321200"/>
              <a:ext cx="114900" cy="286750"/>
            </a:xfrm>
            <a:custGeom>
              <a:avLst/>
              <a:gdLst/>
              <a:ahLst/>
              <a:cxnLst/>
              <a:rect l="l" t="t" r="r" b="b"/>
              <a:pathLst>
                <a:path w="4596" h="11470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67"/>
                  </a:lnTo>
                  <a:lnTo>
                    <a:pt x="3939" y="4287"/>
                  </a:lnTo>
                  <a:lnTo>
                    <a:pt x="4016" y="5407"/>
                  </a:lnTo>
                  <a:lnTo>
                    <a:pt x="4055" y="6643"/>
                  </a:lnTo>
                  <a:lnTo>
                    <a:pt x="4055" y="7261"/>
                  </a:lnTo>
                  <a:lnTo>
                    <a:pt x="3978" y="7917"/>
                  </a:lnTo>
                  <a:lnTo>
                    <a:pt x="3901" y="8535"/>
                  </a:lnTo>
                  <a:lnTo>
                    <a:pt x="3746" y="9153"/>
                  </a:lnTo>
                  <a:lnTo>
                    <a:pt x="3553" y="9732"/>
                  </a:lnTo>
                  <a:lnTo>
                    <a:pt x="3244" y="10273"/>
                  </a:lnTo>
                  <a:lnTo>
                    <a:pt x="3012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4"/>
                  </a:lnTo>
                  <a:lnTo>
                    <a:pt x="850" y="9693"/>
                  </a:lnTo>
                  <a:lnTo>
                    <a:pt x="773" y="9423"/>
                  </a:lnTo>
                  <a:lnTo>
                    <a:pt x="734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6"/>
                  </a:lnTo>
                  <a:lnTo>
                    <a:pt x="580" y="2781"/>
                  </a:lnTo>
                  <a:lnTo>
                    <a:pt x="618" y="2781"/>
                  </a:lnTo>
                  <a:lnTo>
                    <a:pt x="1391" y="2395"/>
                  </a:lnTo>
                  <a:lnTo>
                    <a:pt x="2163" y="1970"/>
                  </a:lnTo>
                  <a:lnTo>
                    <a:pt x="2935" y="1468"/>
                  </a:lnTo>
                  <a:lnTo>
                    <a:pt x="3283" y="1198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40"/>
                  </a:lnTo>
                  <a:lnTo>
                    <a:pt x="3476" y="349"/>
                  </a:lnTo>
                  <a:lnTo>
                    <a:pt x="3051" y="657"/>
                  </a:lnTo>
                  <a:lnTo>
                    <a:pt x="2626" y="1005"/>
                  </a:lnTo>
                  <a:lnTo>
                    <a:pt x="2202" y="1314"/>
                  </a:lnTo>
                  <a:lnTo>
                    <a:pt x="1313" y="1893"/>
                  </a:lnTo>
                  <a:lnTo>
                    <a:pt x="425" y="2472"/>
                  </a:lnTo>
                  <a:lnTo>
                    <a:pt x="348" y="2550"/>
                  </a:lnTo>
                  <a:lnTo>
                    <a:pt x="348" y="2665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4"/>
                  </a:lnTo>
                  <a:lnTo>
                    <a:pt x="155" y="4866"/>
                  </a:lnTo>
                  <a:lnTo>
                    <a:pt x="0" y="4944"/>
                  </a:lnTo>
                  <a:lnTo>
                    <a:pt x="155" y="5291"/>
                  </a:lnTo>
                  <a:lnTo>
                    <a:pt x="155" y="6257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3"/>
                  </a:lnTo>
                  <a:lnTo>
                    <a:pt x="309" y="9616"/>
                  </a:lnTo>
                  <a:lnTo>
                    <a:pt x="502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429" y="11199"/>
                  </a:lnTo>
                  <a:lnTo>
                    <a:pt x="1622" y="11315"/>
                  </a:lnTo>
                  <a:lnTo>
                    <a:pt x="1815" y="11392"/>
                  </a:lnTo>
                  <a:lnTo>
                    <a:pt x="2047" y="11431"/>
                  </a:lnTo>
                  <a:lnTo>
                    <a:pt x="2279" y="11470"/>
                  </a:lnTo>
                  <a:lnTo>
                    <a:pt x="2549" y="11431"/>
                  </a:lnTo>
                  <a:lnTo>
                    <a:pt x="2819" y="11354"/>
                  </a:lnTo>
                  <a:lnTo>
                    <a:pt x="3051" y="11238"/>
                  </a:lnTo>
                  <a:lnTo>
                    <a:pt x="3283" y="11083"/>
                  </a:lnTo>
                  <a:lnTo>
                    <a:pt x="3476" y="10890"/>
                  </a:lnTo>
                  <a:lnTo>
                    <a:pt x="3669" y="10659"/>
                  </a:lnTo>
                  <a:lnTo>
                    <a:pt x="3823" y="10427"/>
                  </a:lnTo>
                  <a:lnTo>
                    <a:pt x="3978" y="10157"/>
                  </a:lnTo>
                  <a:lnTo>
                    <a:pt x="4171" y="9577"/>
                  </a:lnTo>
                  <a:lnTo>
                    <a:pt x="4325" y="8960"/>
                  </a:lnTo>
                  <a:lnTo>
                    <a:pt x="4441" y="8342"/>
                  </a:lnTo>
                  <a:lnTo>
                    <a:pt x="4518" y="7763"/>
                  </a:lnTo>
                  <a:lnTo>
                    <a:pt x="4557" y="7222"/>
                  </a:lnTo>
                  <a:lnTo>
                    <a:pt x="4596" y="6681"/>
                  </a:lnTo>
                  <a:lnTo>
                    <a:pt x="4596" y="6102"/>
                  </a:lnTo>
                  <a:lnTo>
                    <a:pt x="4557" y="5021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2"/>
                  </a:lnTo>
                  <a:lnTo>
                    <a:pt x="4094" y="426"/>
                  </a:lnTo>
                  <a:lnTo>
                    <a:pt x="4171" y="349"/>
                  </a:lnTo>
                  <a:lnTo>
                    <a:pt x="4210" y="271"/>
                  </a:lnTo>
                  <a:lnTo>
                    <a:pt x="4210" y="233"/>
                  </a:lnTo>
                  <a:lnTo>
                    <a:pt x="4171" y="78"/>
                  </a:lnTo>
                  <a:lnTo>
                    <a:pt x="4132" y="40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3"/>
            <p:cNvSpPr/>
            <p:nvPr/>
          </p:nvSpPr>
          <p:spPr>
            <a:xfrm>
              <a:off x="1643700" y="2334725"/>
              <a:ext cx="26075" cy="11600"/>
            </a:xfrm>
            <a:custGeom>
              <a:avLst/>
              <a:gdLst/>
              <a:ahLst/>
              <a:cxnLst/>
              <a:rect l="l" t="t" r="r" b="b"/>
              <a:pathLst>
                <a:path w="1043" h="464" extrusionOk="0">
                  <a:moveTo>
                    <a:pt x="773" y="1"/>
                  </a:moveTo>
                  <a:lnTo>
                    <a:pt x="541" y="39"/>
                  </a:lnTo>
                  <a:lnTo>
                    <a:pt x="309" y="78"/>
                  </a:lnTo>
                  <a:lnTo>
                    <a:pt x="77" y="194"/>
                  </a:lnTo>
                  <a:lnTo>
                    <a:pt x="39" y="232"/>
                  </a:lnTo>
                  <a:lnTo>
                    <a:pt x="0" y="271"/>
                  </a:lnTo>
                  <a:lnTo>
                    <a:pt x="39" y="387"/>
                  </a:lnTo>
                  <a:lnTo>
                    <a:pt x="77" y="464"/>
                  </a:lnTo>
                  <a:lnTo>
                    <a:pt x="193" y="464"/>
                  </a:lnTo>
                  <a:lnTo>
                    <a:pt x="386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4" y="271"/>
                  </a:lnTo>
                  <a:lnTo>
                    <a:pt x="1043" y="232"/>
                  </a:lnTo>
                  <a:lnTo>
                    <a:pt x="1004" y="155"/>
                  </a:lnTo>
                  <a:lnTo>
                    <a:pt x="966" y="116"/>
                  </a:lnTo>
                  <a:lnTo>
                    <a:pt x="888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3"/>
            <p:cNvSpPr/>
            <p:nvPr/>
          </p:nvSpPr>
          <p:spPr>
            <a:xfrm>
              <a:off x="5914500" y="2336650"/>
              <a:ext cx="309900" cy="605325"/>
            </a:xfrm>
            <a:custGeom>
              <a:avLst/>
              <a:gdLst/>
              <a:ahLst/>
              <a:cxnLst/>
              <a:rect l="l" t="t" r="r" b="b"/>
              <a:pathLst>
                <a:path w="12396" h="24213" extrusionOk="0">
                  <a:moveTo>
                    <a:pt x="7955" y="464"/>
                  </a:moveTo>
                  <a:lnTo>
                    <a:pt x="8496" y="503"/>
                  </a:lnTo>
                  <a:lnTo>
                    <a:pt x="9036" y="619"/>
                  </a:lnTo>
                  <a:lnTo>
                    <a:pt x="9500" y="812"/>
                  </a:lnTo>
                  <a:lnTo>
                    <a:pt x="9924" y="1043"/>
                  </a:lnTo>
                  <a:lnTo>
                    <a:pt x="10311" y="1352"/>
                  </a:lnTo>
                  <a:lnTo>
                    <a:pt x="10658" y="1700"/>
                  </a:lnTo>
                  <a:lnTo>
                    <a:pt x="10967" y="2086"/>
                  </a:lnTo>
                  <a:lnTo>
                    <a:pt x="11237" y="2511"/>
                  </a:lnTo>
                  <a:lnTo>
                    <a:pt x="11469" y="2974"/>
                  </a:lnTo>
                  <a:lnTo>
                    <a:pt x="11662" y="3438"/>
                  </a:lnTo>
                  <a:lnTo>
                    <a:pt x="11778" y="3940"/>
                  </a:lnTo>
                  <a:lnTo>
                    <a:pt x="11855" y="4442"/>
                  </a:lnTo>
                  <a:lnTo>
                    <a:pt x="11894" y="4982"/>
                  </a:lnTo>
                  <a:lnTo>
                    <a:pt x="11894" y="5484"/>
                  </a:lnTo>
                  <a:lnTo>
                    <a:pt x="11817" y="5986"/>
                  </a:lnTo>
                  <a:lnTo>
                    <a:pt x="11701" y="6488"/>
                  </a:lnTo>
                  <a:lnTo>
                    <a:pt x="11546" y="6990"/>
                  </a:lnTo>
                  <a:lnTo>
                    <a:pt x="11315" y="7453"/>
                  </a:lnTo>
                  <a:lnTo>
                    <a:pt x="11083" y="7917"/>
                  </a:lnTo>
                  <a:lnTo>
                    <a:pt x="10813" y="8342"/>
                  </a:lnTo>
                  <a:lnTo>
                    <a:pt x="10504" y="8766"/>
                  </a:lnTo>
                  <a:lnTo>
                    <a:pt x="10195" y="9153"/>
                  </a:lnTo>
                  <a:lnTo>
                    <a:pt x="9847" y="9500"/>
                  </a:lnTo>
                  <a:lnTo>
                    <a:pt x="9461" y="9848"/>
                  </a:lnTo>
                  <a:lnTo>
                    <a:pt x="9036" y="10157"/>
                  </a:lnTo>
                  <a:lnTo>
                    <a:pt x="8650" y="10465"/>
                  </a:lnTo>
                  <a:lnTo>
                    <a:pt x="8187" y="10736"/>
                  </a:lnTo>
                  <a:lnTo>
                    <a:pt x="7762" y="11006"/>
                  </a:lnTo>
                  <a:lnTo>
                    <a:pt x="6835" y="11469"/>
                  </a:lnTo>
                  <a:lnTo>
                    <a:pt x="5870" y="11856"/>
                  </a:lnTo>
                  <a:lnTo>
                    <a:pt x="5677" y="11856"/>
                  </a:lnTo>
                  <a:lnTo>
                    <a:pt x="5638" y="11933"/>
                  </a:lnTo>
                  <a:lnTo>
                    <a:pt x="5600" y="11933"/>
                  </a:lnTo>
                  <a:lnTo>
                    <a:pt x="4982" y="11276"/>
                  </a:lnTo>
                  <a:lnTo>
                    <a:pt x="4441" y="10543"/>
                  </a:lnTo>
                  <a:lnTo>
                    <a:pt x="3978" y="9809"/>
                  </a:lnTo>
                  <a:lnTo>
                    <a:pt x="3746" y="9384"/>
                  </a:lnTo>
                  <a:lnTo>
                    <a:pt x="3592" y="8998"/>
                  </a:lnTo>
                  <a:lnTo>
                    <a:pt x="3437" y="8612"/>
                  </a:lnTo>
                  <a:lnTo>
                    <a:pt x="3283" y="8187"/>
                  </a:lnTo>
                  <a:lnTo>
                    <a:pt x="3167" y="7762"/>
                  </a:lnTo>
                  <a:lnTo>
                    <a:pt x="3090" y="7299"/>
                  </a:lnTo>
                  <a:lnTo>
                    <a:pt x="3051" y="6874"/>
                  </a:lnTo>
                  <a:lnTo>
                    <a:pt x="3012" y="6411"/>
                  </a:lnTo>
                  <a:lnTo>
                    <a:pt x="3051" y="5948"/>
                  </a:lnTo>
                  <a:lnTo>
                    <a:pt x="3090" y="5484"/>
                  </a:lnTo>
                  <a:lnTo>
                    <a:pt x="3167" y="5021"/>
                  </a:lnTo>
                  <a:lnTo>
                    <a:pt x="3244" y="4557"/>
                  </a:lnTo>
                  <a:lnTo>
                    <a:pt x="3399" y="4094"/>
                  </a:lnTo>
                  <a:lnTo>
                    <a:pt x="3592" y="3669"/>
                  </a:lnTo>
                  <a:lnTo>
                    <a:pt x="3785" y="3206"/>
                  </a:lnTo>
                  <a:lnTo>
                    <a:pt x="4055" y="2820"/>
                  </a:lnTo>
                  <a:lnTo>
                    <a:pt x="4325" y="2395"/>
                  </a:lnTo>
                  <a:lnTo>
                    <a:pt x="4634" y="2047"/>
                  </a:lnTo>
                  <a:lnTo>
                    <a:pt x="4943" y="1700"/>
                  </a:lnTo>
                  <a:lnTo>
                    <a:pt x="5329" y="1391"/>
                  </a:lnTo>
                  <a:lnTo>
                    <a:pt x="5715" y="1082"/>
                  </a:lnTo>
                  <a:lnTo>
                    <a:pt x="6102" y="850"/>
                  </a:lnTo>
                  <a:lnTo>
                    <a:pt x="6526" y="696"/>
                  </a:lnTo>
                  <a:lnTo>
                    <a:pt x="6990" y="541"/>
                  </a:lnTo>
                  <a:lnTo>
                    <a:pt x="7453" y="464"/>
                  </a:lnTo>
                  <a:close/>
                  <a:moveTo>
                    <a:pt x="5561" y="12280"/>
                  </a:moveTo>
                  <a:lnTo>
                    <a:pt x="5600" y="12319"/>
                  </a:lnTo>
                  <a:lnTo>
                    <a:pt x="5677" y="12358"/>
                  </a:lnTo>
                  <a:lnTo>
                    <a:pt x="5793" y="12898"/>
                  </a:lnTo>
                  <a:lnTo>
                    <a:pt x="5098" y="12589"/>
                  </a:lnTo>
                  <a:lnTo>
                    <a:pt x="5561" y="12280"/>
                  </a:lnTo>
                  <a:close/>
                  <a:moveTo>
                    <a:pt x="3321" y="12975"/>
                  </a:moveTo>
                  <a:lnTo>
                    <a:pt x="3476" y="13477"/>
                  </a:lnTo>
                  <a:lnTo>
                    <a:pt x="3553" y="13979"/>
                  </a:lnTo>
                  <a:lnTo>
                    <a:pt x="3012" y="13979"/>
                  </a:lnTo>
                  <a:lnTo>
                    <a:pt x="2781" y="13941"/>
                  </a:lnTo>
                  <a:lnTo>
                    <a:pt x="2510" y="13825"/>
                  </a:lnTo>
                  <a:lnTo>
                    <a:pt x="2935" y="13400"/>
                  </a:lnTo>
                  <a:lnTo>
                    <a:pt x="3321" y="12975"/>
                  </a:lnTo>
                  <a:close/>
                  <a:moveTo>
                    <a:pt x="3939" y="14327"/>
                  </a:moveTo>
                  <a:lnTo>
                    <a:pt x="5098" y="14520"/>
                  </a:lnTo>
                  <a:lnTo>
                    <a:pt x="4441" y="15485"/>
                  </a:lnTo>
                  <a:lnTo>
                    <a:pt x="4287" y="15215"/>
                  </a:lnTo>
                  <a:lnTo>
                    <a:pt x="4171" y="14945"/>
                  </a:lnTo>
                  <a:lnTo>
                    <a:pt x="4055" y="14636"/>
                  </a:lnTo>
                  <a:lnTo>
                    <a:pt x="3978" y="14366"/>
                  </a:lnTo>
                  <a:lnTo>
                    <a:pt x="3939" y="14327"/>
                  </a:lnTo>
                  <a:close/>
                  <a:moveTo>
                    <a:pt x="3746" y="14597"/>
                  </a:moveTo>
                  <a:lnTo>
                    <a:pt x="3823" y="14945"/>
                  </a:lnTo>
                  <a:lnTo>
                    <a:pt x="3978" y="15292"/>
                  </a:lnTo>
                  <a:lnTo>
                    <a:pt x="4132" y="15601"/>
                  </a:lnTo>
                  <a:lnTo>
                    <a:pt x="4287" y="15910"/>
                  </a:lnTo>
                  <a:lnTo>
                    <a:pt x="4364" y="15987"/>
                  </a:lnTo>
                  <a:lnTo>
                    <a:pt x="4055" y="16412"/>
                  </a:lnTo>
                  <a:lnTo>
                    <a:pt x="3746" y="16875"/>
                  </a:lnTo>
                  <a:lnTo>
                    <a:pt x="3592" y="16412"/>
                  </a:lnTo>
                  <a:lnTo>
                    <a:pt x="3476" y="15949"/>
                  </a:lnTo>
                  <a:lnTo>
                    <a:pt x="3476" y="15717"/>
                  </a:lnTo>
                  <a:lnTo>
                    <a:pt x="3476" y="15447"/>
                  </a:lnTo>
                  <a:lnTo>
                    <a:pt x="3514" y="15215"/>
                  </a:lnTo>
                  <a:lnTo>
                    <a:pt x="3553" y="14983"/>
                  </a:lnTo>
                  <a:lnTo>
                    <a:pt x="3746" y="14597"/>
                  </a:lnTo>
                  <a:close/>
                  <a:moveTo>
                    <a:pt x="4480" y="16335"/>
                  </a:moveTo>
                  <a:lnTo>
                    <a:pt x="4673" y="16760"/>
                  </a:lnTo>
                  <a:lnTo>
                    <a:pt x="4789" y="17223"/>
                  </a:lnTo>
                  <a:lnTo>
                    <a:pt x="4364" y="17107"/>
                  </a:lnTo>
                  <a:lnTo>
                    <a:pt x="3939" y="17030"/>
                  </a:lnTo>
                  <a:lnTo>
                    <a:pt x="4480" y="16335"/>
                  </a:lnTo>
                  <a:close/>
                  <a:moveTo>
                    <a:pt x="2472" y="16875"/>
                  </a:moveTo>
                  <a:lnTo>
                    <a:pt x="3399" y="17107"/>
                  </a:lnTo>
                  <a:lnTo>
                    <a:pt x="3476" y="17262"/>
                  </a:lnTo>
                  <a:lnTo>
                    <a:pt x="3321" y="17377"/>
                  </a:lnTo>
                  <a:lnTo>
                    <a:pt x="3167" y="17571"/>
                  </a:lnTo>
                  <a:lnTo>
                    <a:pt x="2897" y="17918"/>
                  </a:lnTo>
                  <a:lnTo>
                    <a:pt x="2665" y="17416"/>
                  </a:lnTo>
                  <a:lnTo>
                    <a:pt x="2472" y="16875"/>
                  </a:lnTo>
                  <a:close/>
                  <a:moveTo>
                    <a:pt x="3360" y="19733"/>
                  </a:moveTo>
                  <a:lnTo>
                    <a:pt x="4055" y="20428"/>
                  </a:lnTo>
                  <a:lnTo>
                    <a:pt x="3553" y="20660"/>
                  </a:lnTo>
                  <a:lnTo>
                    <a:pt x="3012" y="20969"/>
                  </a:lnTo>
                  <a:lnTo>
                    <a:pt x="3012" y="20969"/>
                  </a:lnTo>
                  <a:lnTo>
                    <a:pt x="3167" y="20351"/>
                  </a:lnTo>
                  <a:lnTo>
                    <a:pt x="3360" y="19733"/>
                  </a:lnTo>
                  <a:close/>
                  <a:moveTo>
                    <a:pt x="5677" y="20119"/>
                  </a:moveTo>
                  <a:lnTo>
                    <a:pt x="5986" y="20196"/>
                  </a:lnTo>
                  <a:lnTo>
                    <a:pt x="5715" y="20891"/>
                  </a:lnTo>
                  <a:lnTo>
                    <a:pt x="5368" y="21548"/>
                  </a:lnTo>
                  <a:lnTo>
                    <a:pt x="4673" y="20583"/>
                  </a:lnTo>
                  <a:lnTo>
                    <a:pt x="4634" y="20544"/>
                  </a:lnTo>
                  <a:lnTo>
                    <a:pt x="4673" y="20235"/>
                  </a:lnTo>
                  <a:lnTo>
                    <a:pt x="5020" y="20158"/>
                  </a:lnTo>
                  <a:lnTo>
                    <a:pt x="5329" y="20119"/>
                  </a:lnTo>
                  <a:close/>
                  <a:moveTo>
                    <a:pt x="7453" y="1"/>
                  </a:moveTo>
                  <a:lnTo>
                    <a:pt x="7067" y="39"/>
                  </a:lnTo>
                  <a:lnTo>
                    <a:pt x="6719" y="155"/>
                  </a:lnTo>
                  <a:lnTo>
                    <a:pt x="6333" y="271"/>
                  </a:lnTo>
                  <a:lnTo>
                    <a:pt x="5986" y="426"/>
                  </a:lnTo>
                  <a:lnTo>
                    <a:pt x="5638" y="580"/>
                  </a:lnTo>
                  <a:lnTo>
                    <a:pt x="5291" y="812"/>
                  </a:lnTo>
                  <a:lnTo>
                    <a:pt x="4943" y="1043"/>
                  </a:lnTo>
                  <a:lnTo>
                    <a:pt x="4634" y="1314"/>
                  </a:lnTo>
                  <a:lnTo>
                    <a:pt x="4364" y="1623"/>
                  </a:lnTo>
                  <a:lnTo>
                    <a:pt x="4094" y="1893"/>
                  </a:lnTo>
                  <a:lnTo>
                    <a:pt x="3823" y="2240"/>
                  </a:lnTo>
                  <a:lnTo>
                    <a:pt x="3592" y="2549"/>
                  </a:lnTo>
                  <a:lnTo>
                    <a:pt x="3399" y="2897"/>
                  </a:lnTo>
                  <a:lnTo>
                    <a:pt x="3205" y="3283"/>
                  </a:lnTo>
                  <a:lnTo>
                    <a:pt x="3051" y="3631"/>
                  </a:lnTo>
                  <a:lnTo>
                    <a:pt x="2897" y="4017"/>
                  </a:lnTo>
                  <a:lnTo>
                    <a:pt x="2781" y="4403"/>
                  </a:lnTo>
                  <a:lnTo>
                    <a:pt x="2703" y="4789"/>
                  </a:lnTo>
                  <a:lnTo>
                    <a:pt x="2626" y="5175"/>
                  </a:lnTo>
                  <a:lnTo>
                    <a:pt x="2588" y="5600"/>
                  </a:lnTo>
                  <a:lnTo>
                    <a:pt x="2549" y="5986"/>
                  </a:lnTo>
                  <a:lnTo>
                    <a:pt x="2549" y="6411"/>
                  </a:lnTo>
                  <a:lnTo>
                    <a:pt x="2549" y="6836"/>
                  </a:lnTo>
                  <a:lnTo>
                    <a:pt x="2665" y="7724"/>
                  </a:lnTo>
                  <a:lnTo>
                    <a:pt x="2742" y="8149"/>
                  </a:lnTo>
                  <a:lnTo>
                    <a:pt x="2858" y="8573"/>
                  </a:lnTo>
                  <a:lnTo>
                    <a:pt x="3012" y="8998"/>
                  </a:lnTo>
                  <a:lnTo>
                    <a:pt x="3167" y="9384"/>
                  </a:lnTo>
                  <a:lnTo>
                    <a:pt x="3321" y="9809"/>
                  </a:lnTo>
                  <a:lnTo>
                    <a:pt x="3553" y="10195"/>
                  </a:lnTo>
                  <a:lnTo>
                    <a:pt x="3746" y="10543"/>
                  </a:lnTo>
                  <a:lnTo>
                    <a:pt x="4016" y="10929"/>
                  </a:lnTo>
                  <a:lnTo>
                    <a:pt x="4287" y="11238"/>
                  </a:lnTo>
                  <a:lnTo>
                    <a:pt x="4596" y="11547"/>
                  </a:lnTo>
                  <a:lnTo>
                    <a:pt x="4905" y="11856"/>
                  </a:lnTo>
                  <a:lnTo>
                    <a:pt x="5252" y="12087"/>
                  </a:lnTo>
                  <a:lnTo>
                    <a:pt x="4557" y="12473"/>
                  </a:lnTo>
                  <a:lnTo>
                    <a:pt x="4480" y="12551"/>
                  </a:lnTo>
                  <a:lnTo>
                    <a:pt x="4441" y="12666"/>
                  </a:lnTo>
                  <a:lnTo>
                    <a:pt x="4480" y="12782"/>
                  </a:lnTo>
                  <a:lnTo>
                    <a:pt x="4596" y="12860"/>
                  </a:lnTo>
                  <a:lnTo>
                    <a:pt x="5020" y="13014"/>
                  </a:lnTo>
                  <a:lnTo>
                    <a:pt x="4673" y="13168"/>
                  </a:lnTo>
                  <a:lnTo>
                    <a:pt x="4403" y="13362"/>
                  </a:lnTo>
                  <a:lnTo>
                    <a:pt x="4094" y="13555"/>
                  </a:lnTo>
                  <a:lnTo>
                    <a:pt x="3862" y="13786"/>
                  </a:lnTo>
                  <a:lnTo>
                    <a:pt x="3823" y="13477"/>
                  </a:lnTo>
                  <a:lnTo>
                    <a:pt x="3746" y="13168"/>
                  </a:lnTo>
                  <a:lnTo>
                    <a:pt x="3630" y="12860"/>
                  </a:lnTo>
                  <a:lnTo>
                    <a:pt x="3514" y="12551"/>
                  </a:lnTo>
                  <a:lnTo>
                    <a:pt x="3476" y="12473"/>
                  </a:lnTo>
                  <a:lnTo>
                    <a:pt x="3360" y="12435"/>
                  </a:lnTo>
                  <a:lnTo>
                    <a:pt x="3283" y="12473"/>
                  </a:lnTo>
                  <a:lnTo>
                    <a:pt x="3205" y="12512"/>
                  </a:lnTo>
                  <a:lnTo>
                    <a:pt x="2665" y="13168"/>
                  </a:lnTo>
                  <a:lnTo>
                    <a:pt x="2086" y="13748"/>
                  </a:lnTo>
                  <a:lnTo>
                    <a:pt x="2047" y="13825"/>
                  </a:lnTo>
                  <a:lnTo>
                    <a:pt x="2008" y="13902"/>
                  </a:lnTo>
                  <a:lnTo>
                    <a:pt x="2047" y="13979"/>
                  </a:lnTo>
                  <a:lnTo>
                    <a:pt x="2086" y="14057"/>
                  </a:lnTo>
                  <a:lnTo>
                    <a:pt x="2395" y="14211"/>
                  </a:lnTo>
                  <a:lnTo>
                    <a:pt x="2742" y="14288"/>
                  </a:lnTo>
                  <a:lnTo>
                    <a:pt x="3051" y="14366"/>
                  </a:lnTo>
                  <a:lnTo>
                    <a:pt x="3399" y="14366"/>
                  </a:lnTo>
                  <a:lnTo>
                    <a:pt x="3244" y="14636"/>
                  </a:lnTo>
                  <a:lnTo>
                    <a:pt x="3128" y="14945"/>
                  </a:lnTo>
                  <a:lnTo>
                    <a:pt x="3090" y="15176"/>
                  </a:lnTo>
                  <a:lnTo>
                    <a:pt x="3051" y="15408"/>
                  </a:lnTo>
                  <a:lnTo>
                    <a:pt x="3051" y="15872"/>
                  </a:lnTo>
                  <a:lnTo>
                    <a:pt x="3128" y="16296"/>
                  </a:lnTo>
                  <a:lnTo>
                    <a:pt x="3244" y="16760"/>
                  </a:lnTo>
                  <a:lnTo>
                    <a:pt x="2781" y="16567"/>
                  </a:lnTo>
                  <a:lnTo>
                    <a:pt x="2279" y="16412"/>
                  </a:lnTo>
                  <a:lnTo>
                    <a:pt x="2201" y="16412"/>
                  </a:lnTo>
                  <a:lnTo>
                    <a:pt x="2124" y="16451"/>
                  </a:lnTo>
                  <a:lnTo>
                    <a:pt x="2047" y="16528"/>
                  </a:lnTo>
                  <a:lnTo>
                    <a:pt x="2047" y="16644"/>
                  </a:lnTo>
                  <a:lnTo>
                    <a:pt x="2163" y="17107"/>
                  </a:lnTo>
                  <a:lnTo>
                    <a:pt x="2279" y="17532"/>
                  </a:lnTo>
                  <a:lnTo>
                    <a:pt x="2472" y="17957"/>
                  </a:lnTo>
                  <a:lnTo>
                    <a:pt x="2703" y="18381"/>
                  </a:lnTo>
                  <a:lnTo>
                    <a:pt x="2781" y="18459"/>
                  </a:lnTo>
                  <a:lnTo>
                    <a:pt x="2858" y="18497"/>
                  </a:lnTo>
                  <a:lnTo>
                    <a:pt x="2935" y="18459"/>
                  </a:lnTo>
                  <a:lnTo>
                    <a:pt x="3012" y="18381"/>
                  </a:lnTo>
                  <a:lnTo>
                    <a:pt x="3321" y="18034"/>
                  </a:lnTo>
                  <a:lnTo>
                    <a:pt x="3514" y="17802"/>
                  </a:lnTo>
                  <a:lnTo>
                    <a:pt x="3630" y="17609"/>
                  </a:lnTo>
                  <a:lnTo>
                    <a:pt x="3707" y="17764"/>
                  </a:lnTo>
                  <a:lnTo>
                    <a:pt x="3978" y="18343"/>
                  </a:lnTo>
                  <a:lnTo>
                    <a:pt x="4132" y="18961"/>
                  </a:lnTo>
                  <a:lnTo>
                    <a:pt x="4248" y="19540"/>
                  </a:lnTo>
                  <a:lnTo>
                    <a:pt x="4248" y="20158"/>
                  </a:lnTo>
                  <a:lnTo>
                    <a:pt x="3437" y="19308"/>
                  </a:lnTo>
                  <a:lnTo>
                    <a:pt x="3399" y="19270"/>
                  </a:lnTo>
                  <a:lnTo>
                    <a:pt x="3205" y="19270"/>
                  </a:lnTo>
                  <a:lnTo>
                    <a:pt x="3167" y="19347"/>
                  </a:lnTo>
                  <a:lnTo>
                    <a:pt x="2974" y="19810"/>
                  </a:lnTo>
                  <a:lnTo>
                    <a:pt x="2781" y="20274"/>
                  </a:lnTo>
                  <a:lnTo>
                    <a:pt x="2665" y="20776"/>
                  </a:lnTo>
                  <a:lnTo>
                    <a:pt x="2626" y="21316"/>
                  </a:lnTo>
                  <a:lnTo>
                    <a:pt x="2626" y="21393"/>
                  </a:lnTo>
                  <a:lnTo>
                    <a:pt x="2703" y="21471"/>
                  </a:lnTo>
                  <a:lnTo>
                    <a:pt x="2781" y="21509"/>
                  </a:lnTo>
                  <a:lnTo>
                    <a:pt x="2897" y="21471"/>
                  </a:lnTo>
                  <a:lnTo>
                    <a:pt x="3514" y="21162"/>
                  </a:lnTo>
                  <a:lnTo>
                    <a:pt x="4171" y="20776"/>
                  </a:lnTo>
                  <a:lnTo>
                    <a:pt x="4171" y="20776"/>
                  </a:lnTo>
                  <a:lnTo>
                    <a:pt x="4055" y="21162"/>
                  </a:lnTo>
                  <a:lnTo>
                    <a:pt x="3901" y="21548"/>
                  </a:lnTo>
                  <a:lnTo>
                    <a:pt x="3669" y="22050"/>
                  </a:lnTo>
                  <a:lnTo>
                    <a:pt x="3321" y="22552"/>
                  </a:lnTo>
                  <a:lnTo>
                    <a:pt x="2897" y="23015"/>
                  </a:lnTo>
                  <a:lnTo>
                    <a:pt x="2626" y="23247"/>
                  </a:lnTo>
                  <a:lnTo>
                    <a:pt x="2395" y="23401"/>
                  </a:lnTo>
                  <a:lnTo>
                    <a:pt x="2124" y="23594"/>
                  </a:lnTo>
                  <a:lnTo>
                    <a:pt x="1854" y="23710"/>
                  </a:lnTo>
                  <a:lnTo>
                    <a:pt x="1584" y="23788"/>
                  </a:lnTo>
                  <a:lnTo>
                    <a:pt x="1313" y="23788"/>
                  </a:lnTo>
                  <a:lnTo>
                    <a:pt x="1082" y="23749"/>
                  </a:lnTo>
                  <a:lnTo>
                    <a:pt x="811" y="23672"/>
                  </a:lnTo>
                  <a:lnTo>
                    <a:pt x="541" y="23517"/>
                  </a:lnTo>
                  <a:lnTo>
                    <a:pt x="309" y="23286"/>
                  </a:lnTo>
                  <a:lnTo>
                    <a:pt x="232" y="23247"/>
                  </a:lnTo>
                  <a:lnTo>
                    <a:pt x="78" y="23247"/>
                  </a:lnTo>
                  <a:lnTo>
                    <a:pt x="39" y="23363"/>
                  </a:lnTo>
                  <a:lnTo>
                    <a:pt x="0" y="23401"/>
                  </a:lnTo>
                  <a:lnTo>
                    <a:pt x="39" y="23479"/>
                  </a:lnTo>
                  <a:lnTo>
                    <a:pt x="155" y="23633"/>
                  </a:lnTo>
                  <a:lnTo>
                    <a:pt x="271" y="23788"/>
                  </a:lnTo>
                  <a:lnTo>
                    <a:pt x="387" y="23903"/>
                  </a:lnTo>
                  <a:lnTo>
                    <a:pt x="541" y="24019"/>
                  </a:lnTo>
                  <a:lnTo>
                    <a:pt x="695" y="24096"/>
                  </a:lnTo>
                  <a:lnTo>
                    <a:pt x="889" y="24135"/>
                  </a:lnTo>
                  <a:lnTo>
                    <a:pt x="1236" y="24212"/>
                  </a:lnTo>
                  <a:lnTo>
                    <a:pt x="1584" y="24174"/>
                  </a:lnTo>
                  <a:lnTo>
                    <a:pt x="1970" y="24096"/>
                  </a:lnTo>
                  <a:lnTo>
                    <a:pt x="2317" y="23942"/>
                  </a:lnTo>
                  <a:lnTo>
                    <a:pt x="2665" y="23749"/>
                  </a:lnTo>
                  <a:lnTo>
                    <a:pt x="3012" y="23479"/>
                  </a:lnTo>
                  <a:lnTo>
                    <a:pt x="3321" y="23208"/>
                  </a:lnTo>
                  <a:lnTo>
                    <a:pt x="3630" y="22861"/>
                  </a:lnTo>
                  <a:lnTo>
                    <a:pt x="3901" y="22513"/>
                  </a:lnTo>
                  <a:lnTo>
                    <a:pt x="4132" y="22127"/>
                  </a:lnTo>
                  <a:lnTo>
                    <a:pt x="4325" y="21702"/>
                  </a:lnTo>
                  <a:lnTo>
                    <a:pt x="4480" y="21316"/>
                  </a:lnTo>
                  <a:lnTo>
                    <a:pt x="4596" y="20853"/>
                  </a:lnTo>
                  <a:lnTo>
                    <a:pt x="5213" y="21973"/>
                  </a:lnTo>
                  <a:lnTo>
                    <a:pt x="5291" y="22050"/>
                  </a:lnTo>
                  <a:lnTo>
                    <a:pt x="5368" y="22088"/>
                  </a:lnTo>
                  <a:lnTo>
                    <a:pt x="5445" y="22050"/>
                  </a:lnTo>
                  <a:lnTo>
                    <a:pt x="5522" y="22011"/>
                  </a:lnTo>
                  <a:lnTo>
                    <a:pt x="5793" y="21548"/>
                  </a:lnTo>
                  <a:lnTo>
                    <a:pt x="6024" y="21084"/>
                  </a:lnTo>
                  <a:lnTo>
                    <a:pt x="6410" y="20119"/>
                  </a:lnTo>
                  <a:lnTo>
                    <a:pt x="6410" y="20042"/>
                  </a:lnTo>
                  <a:lnTo>
                    <a:pt x="6410" y="19965"/>
                  </a:lnTo>
                  <a:lnTo>
                    <a:pt x="6372" y="19926"/>
                  </a:lnTo>
                  <a:lnTo>
                    <a:pt x="6295" y="19887"/>
                  </a:lnTo>
                  <a:lnTo>
                    <a:pt x="5908" y="19772"/>
                  </a:lnTo>
                  <a:lnTo>
                    <a:pt x="5484" y="19733"/>
                  </a:lnTo>
                  <a:lnTo>
                    <a:pt x="5098" y="19733"/>
                  </a:lnTo>
                  <a:lnTo>
                    <a:pt x="4673" y="19849"/>
                  </a:lnTo>
                  <a:lnTo>
                    <a:pt x="4634" y="19231"/>
                  </a:lnTo>
                  <a:lnTo>
                    <a:pt x="4518" y="18652"/>
                  </a:lnTo>
                  <a:lnTo>
                    <a:pt x="4287" y="18034"/>
                  </a:lnTo>
                  <a:lnTo>
                    <a:pt x="4055" y="17455"/>
                  </a:lnTo>
                  <a:lnTo>
                    <a:pt x="4518" y="17532"/>
                  </a:lnTo>
                  <a:lnTo>
                    <a:pt x="4982" y="17609"/>
                  </a:lnTo>
                  <a:lnTo>
                    <a:pt x="5059" y="17609"/>
                  </a:lnTo>
                  <a:lnTo>
                    <a:pt x="5098" y="17532"/>
                  </a:lnTo>
                  <a:lnTo>
                    <a:pt x="5136" y="17493"/>
                  </a:lnTo>
                  <a:lnTo>
                    <a:pt x="5136" y="17377"/>
                  </a:lnTo>
                  <a:lnTo>
                    <a:pt x="5098" y="17030"/>
                  </a:lnTo>
                  <a:lnTo>
                    <a:pt x="4982" y="16644"/>
                  </a:lnTo>
                  <a:lnTo>
                    <a:pt x="4827" y="16296"/>
                  </a:lnTo>
                  <a:lnTo>
                    <a:pt x="4673" y="15987"/>
                  </a:lnTo>
                  <a:lnTo>
                    <a:pt x="4596" y="15910"/>
                  </a:lnTo>
                  <a:lnTo>
                    <a:pt x="4634" y="15910"/>
                  </a:lnTo>
                  <a:lnTo>
                    <a:pt x="5600" y="14481"/>
                  </a:lnTo>
                  <a:lnTo>
                    <a:pt x="5638" y="14366"/>
                  </a:lnTo>
                  <a:lnTo>
                    <a:pt x="5600" y="14288"/>
                  </a:lnTo>
                  <a:lnTo>
                    <a:pt x="5561" y="14211"/>
                  </a:lnTo>
                  <a:lnTo>
                    <a:pt x="5445" y="14172"/>
                  </a:lnTo>
                  <a:lnTo>
                    <a:pt x="4209" y="13979"/>
                  </a:lnTo>
                  <a:lnTo>
                    <a:pt x="4480" y="13748"/>
                  </a:lnTo>
                  <a:lnTo>
                    <a:pt x="4789" y="13555"/>
                  </a:lnTo>
                  <a:lnTo>
                    <a:pt x="5098" y="13362"/>
                  </a:lnTo>
                  <a:lnTo>
                    <a:pt x="5406" y="13168"/>
                  </a:lnTo>
                  <a:lnTo>
                    <a:pt x="6024" y="13400"/>
                  </a:lnTo>
                  <a:lnTo>
                    <a:pt x="6140" y="13439"/>
                  </a:lnTo>
                  <a:lnTo>
                    <a:pt x="6217" y="13362"/>
                  </a:lnTo>
                  <a:lnTo>
                    <a:pt x="6256" y="13284"/>
                  </a:lnTo>
                  <a:lnTo>
                    <a:pt x="6295" y="13168"/>
                  </a:lnTo>
                  <a:lnTo>
                    <a:pt x="6179" y="12705"/>
                  </a:lnTo>
                  <a:lnTo>
                    <a:pt x="6063" y="12242"/>
                  </a:lnTo>
                  <a:lnTo>
                    <a:pt x="6912" y="11933"/>
                  </a:lnTo>
                  <a:lnTo>
                    <a:pt x="7723" y="11585"/>
                  </a:lnTo>
                  <a:lnTo>
                    <a:pt x="8534" y="11122"/>
                  </a:lnTo>
                  <a:lnTo>
                    <a:pt x="9268" y="10620"/>
                  </a:lnTo>
                  <a:lnTo>
                    <a:pt x="9963" y="10079"/>
                  </a:lnTo>
                  <a:lnTo>
                    <a:pt x="10311" y="9770"/>
                  </a:lnTo>
                  <a:lnTo>
                    <a:pt x="10620" y="9423"/>
                  </a:lnTo>
                  <a:lnTo>
                    <a:pt x="10890" y="9075"/>
                  </a:lnTo>
                  <a:lnTo>
                    <a:pt x="11160" y="8728"/>
                  </a:lnTo>
                  <a:lnTo>
                    <a:pt x="11392" y="8342"/>
                  </a:lnTo>
                  <a:lnTo>
                    <a:pt x="11623" y="7955"/>
                  </a:lnTo>
                  <a:lnTo>
                    <a:pt x="11817" y="7569"/>
                  </a:lnTo>
                  <a:lnTo>
                    <a:pt x="11971" y="7183"/>
                  </a:lnTo>
                  <a:lnTo>
                    <a:pt x="12125" y="6758"/>
                  </a:lnTo>
                  <a:lnTo>
                    <a:pt x="12241" y="6334"/>
                  </a:lnTo>
                  <a:lnTo>
                    <a:pt x="12319" y="5948"/>
                  </a:lnTo>
                  <a:lnTo>
                    <a:pt x="12357" y="5523"/>
                  </a:lnTo>
                  <a:lnTo>
                    <a:pt x="12396" y="5098"/>
                  </a:lnTo>
                  <a:lnTo>
                    <a:pt x="12396" y="4673"/>
                  </a:lnTo>
                  <a:lnTo>
                    <a:pt x="12357" y="4248"/>
                  </a:lnTo>
                  <a:lnTo>
                    <a:pt x="12280" y="3824"/>
                  </a:lnTo>
                  <a:lnTo>
                    <a:pt x="12203" y="3438"/>
                  </a:lnTo>
                  <a:lnTo>
                    <a:pt x="12048" y="3051"/>
                  </a:lnTo>
                  <a:lnTo>
                    <a:pt x="11894" y="2665"/>
                  </a:lnTo>
                  <a:lnTo>
                    <a:pt x="11701" y="2279"/>
                  </a:lnTo>
                  <a:lnTo>
                    <a:pt x="11469" y="1893"/>
                  </a:lnTo>
                  <a:lnTo>
                    <a:pt x="11160" y="1545"/>
                  </a:lnTo>
                  <a:lnTo>
                    <a:pt x="10890" y="1275"/>
                  </a:lnTo>
                  <a:lnTo>
                    <a:pt x="10620" y="1005"/>
                  </a:lnTo>
                  <a:lnTo>
                    <a:pt x="10311" y="773"/>
                  </a:lnTo>
                  <a:lnTo>
                    <a:pt x="9963" y="580"/>
                  </a:lnTo>
                  <a:lnTo>
                    <a:pt x="9654" y="387"/>
                  </a:lnTo>
                  <a:lnTo>
                    <a:pt x="9307" y="233"/>
                  </a:lnTo>
                  <a:lnTo>
                    <a:pt x="8920" y="117"/>
                  </a:lnTo>
                  <a:lnTo>
                    <a:pt x="8573" y="39"/>
                  </a:lnTo>
                  <a:lnTo>
                    <a:pt x="81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3"/>
            <p:cNvSpPr/>
            <p:nvPr/>
          </p:nvSpPr>
          <p:spPr>
            <a:xfrm>
              <a:off x="1545225" y="2340525"/>
              <a:ext cx="21275" cy="8700"/>
            </a:xfrm>
            <a:custGeom>
              <a:avLst/>
              <a:gdLst/>
              <a:ahLst/>
              <a:cxnLst/>
              <a:rect l="l" t="t" r="r" b="b"/>
              <a:pathLst>
                <a:path w="851" h="348" extrusionOk="0">
                  <a:moveTo>
                    <a:pt x="425" y="0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1" y="193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3"/>
                  </a:lnTo>
                  <a:lnTo>
                    <a:pt x="811" y="78"/>
                  </a:lnTo>
                  <a:lnTo>
                    <a:pt x="73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3"/>
            <p:cNvSpPr/>
            <p:nvPr/>
          </p:nvSpPr>
          <p:spPr>
            <a:xfrm>
              <a:off x="6777550" y="234825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26"/>
                  </a:lnTo>
                  <a:lnTo>
                    <a:pt x="0" y="3012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52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30"/>
                  </a:lnTo>
                  <a:lnTo>
                    <a:pt x="463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776"/>
                  </a:lnTo>
                  <a:lnTo>
                    <a:pt x="888" y="1545"/>
                  </a:lnTo>
                  <a:lnTo>
                    <a:pt x="1043" y="1313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3"/>
                  </a:lnTo>
                  <a:lnTo>
                    <a:pt x="1854" y="657"/>
                  </a:lnTo>
                  <a:lnTo>
                    <a:pt x="2124" y="541"/>
                  </a:lnTo>
                  <a:lnTo>
                    <a:pt x="2433" y="502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3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1" y="1390"/>
                  </a:lnTo>
                  <a:lnTo>
                    <a:pt x="3669" y="1661"/>
                  </a:lnTo>
                  <a:lnTo>
                    <a:pt x="4132" y="1545"/>
                  </a:lnTo>
                  <a:lnTo>
                    <a:pt x="4016" y="1159"/>
                  </a:lnTo>
                  <a:lnTo>
                    <a:pt x="3823" y="811"/>
                  </a:lnTo>
                  <a:lnTo>
                    <a:pt x="3630" y="502"/>
                  </a:lnTo>
                  <a:lnTo>
                    <a:pt x="3398" y="271"/>
                  </a:lnTo>
                  <a:lnTo>
                    <a:pt x="3244" y="155"/>
                  </a:lnTo>
                  <a:lnTo>
                    <a:pt x="3089" y="77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3"/>
            <p:cNvSpPr/>
            <p:nvPr/>
          </p:nvSpPr>
          <p:spPr>
            <a:xfrm>
              <a:off x="6642400" y="2349200"/>
              <a:ext cx="437325" cy="301225"/>
            </a:xfrm>
            <a:custGeom>
              <a:avLst/>
              <a:gdLst/>
              <a:ahLst/>
              <a:cxnLst/>
              <a:rect l="l" t="t" r="r" b="b"/>
              <a:pathLst>
                <a:path w="17493" h="12049" extrusionOk="0">
                  <a:moveTo>
                    <a:pt x="12086" y="503"/>
                  </a:moveTo>
                  <a:lnTo>
                    <a:pt x="12202" y="580"/>
                  </a:lnTo>
                  <a:lnTo>
                    <a:pt x="12280" y="657"/>
                  </a:lnTo>
                  <a:lnTo>
                    <a:pt x="12627" y="850"/>
                  </a:lnTo>
                  <a:lnTo>
                    <a:pt x="12897" y="1159"/>
                  </a:lnTo>
                  <a:lnTo>
                    <a:pt x="13129" y="1507"/>
                  </a:lnTo>
                  <a:lnTo>
                    <a:pt x="13322" y="1854"/>
                  </a:lnTo>
                  <a:lnTo>
                    <a:pt x="13477" y="2240"/>
                  </a:lnTo>
                  <a:lnTo>
                    <a:pt x="13631" y="2665"/>
                  </a:lnTo>
                  <a:lnTo>
                    <a:pt x="13824" y="3438"/>
                  </a:lnTo>
                  <a:lnTo>
                    <a:pt x="13090" y="3013"/>
                  </a:lnTo>
                  <a:lnTo>
                    <a:pt x="12704" y="2781"/>
                  </a:lnTo>
                  <a:lnTo>
                    <a:pt x="12357" y="2472"/>
                  </a:lnTo>
                  <a:lnTo>
                    <a:pt x="12009" y="2125"/>
                  </a:lnTo>
                  <a:lnTo>
                    <a:pt x="11816" y="1932"/>
                  </a:lnTo>
                  <a:lnTo>
                    <a:pt x="11662" y="1700"/>
                  </a:lnTo>
                  <a:lnTo>
                    <a:pt x="11507" y="1391"/>
                  </a:lnTo>
                  <a:lnTo>
                    <a:pt x="11430" y="1043"/>
                  </a:lnTo>
                  <a:lnTo>
                    <a:pt x="11662" y="735"/>
                  </a:lnTo>
                  <a:lnTo>
                    <a:pt x="11739" y="619"/>
                  </a:lnTo>
                  <a:lnTo>
                    <a:pt x="11855" y="541"/>
                  </a:lnTo>
                  <a:lnTo>
                    <a:pt x="11971" y="503"/>
                  </a:lnTo>
                  <a:close/>
                  <a:moveTo>
                    <a:pt x="16218" y="1584"/>
                  </a:moveTo>
                  <a:lnTo>
                    <a:pt x="16296" y="1623"/>
                  </a:lnTo>
                  <a:lnTo>
                    <a:pt x="16411" y="1661"/>
                  </a:lnTo>
                  <a:lnTo>
                    <a:pt x="16489" y="1738"/>
                  </a:lnTo>
                  <a:lnTo>
                    <a:pt x="16566" y="1816"/>
                  </a:lnTo>
                  <a:lnTo>
                    <a:pt x="16604" y="1970"/>
                  </a:lnTo>
                  <a:lnTo>
                    <a:pt x="16643" y="2163"/>
                  </a:lnTo>
                  <a:lnTo>
                    <a:pt x="16643" y="2356"/>
                  </a:lnTo>
                  <a:lnTo>
                    <a:pt x="16604" y="2511"/>
                  </a:lnTo>
                  <a:lnTo>
                    <a:pt x="16527" y="2665"/>
                  </a:lnTo>
                  <a:lnTo>
                    <a:pt x="16411" y="2820"/>
                  </a:lnTo>
                  <a:lnTo>
                    <a:pt x="16296" y="2974"/>
                  </a:lnTo>
                  <a:lnTo>
                    <a:pt x="15948" y="3206"/>
                  </a:lnTo>
                  <a:lnTo>
                    <a:pt x="15562" y="3399"/>
                  </a:lnTo>
                  <a:lnTo>
                    <a:pt x="15137" y="3553"/>
                  </a:lnTo>
                  <a:lnTo>
                    <a:pt x="14712" y="3669"/>
                  </a:lnTo>
                  <a:lnTo>
                    <a:pt x="14365" y="3746"/>
                  </a:lnTo>
                  <a:lnTo>
                    <a:pt x="14481" y="3360"/>
                  </a:lnTo>
                  <a:lnTo>
                    <a:pt x="14635" y="2974"/>
                  </a:lnTo>
                  <a:lnTo>
                    <a:pt x="14828" y="2627"/>
                  </a:lnTo>
                  <a:lnTo>
                    <a:pt x="15098" y="2279"/>
                  </a:lnTo>
                  <a:lnTo>
                    <a:pt x="15407" y="1970"/>
                  </a:lnTo>
                  <a:lnTo>
                    <a:pt x="15639" y="1816"/>
                  </a:lnTo>
                  <a:lnTo>
                    <a:pt x="15871" y="1661"/>
                  </a:lnTo>
                  <a:lnTo>
                    <a:pt x="16102" y="1623"/>
                  </a:lnTo>
                  <a:lnTo>
                    <a:pt x="16218" y="1584"/>
                  </a:lnTo>
                  <a:close/>
                  <a:moveTo>
                    <a:pt x="13824" y="4287"/>
                  </a:moveTo>
                  <a:lnTo>
                    <a:pt x="13670" y="4557"/>
                  </a:lnTo>
                  <a:lnTo>
                    <a:pt x="13477" y="4789"/>
                  </a:lnTo>
                  <a:lnTo>
                    <a:pt x="13245" y="5021"/>
                  </a:lnTo>
                  <a:lnTo>
                    <a:pt x="13013" y="5214"/>
                  </a:lnTo>
                  <a:lnTo>
                    <a:pt x="12666" y="5484"/>
                  </a:lnTo>
                  <a:lnTo>
                    <a:pt x="12164" y="5754"/>
                  </a:lnTo>
                  <a:lnTo>
                    <a:pt x="11893" y="5870"/>
                  </a:lnTo>
                  <a:lnTo>
                    <a:pt x="11623" y="5948"/>
                  </a:lnTo>
                  <a:lnTo>
                    <a:pt x="11391" y="5986"/>
                  </a:lnTo>
                  <a:lnTo>
                    <a:pt x="11198" y="5948"/>
                  </a:lnTo>
                  <a:lnTo>
                    <a:pt x="11044" y="5870"/>
                  </a:lnTo>
                  <a:lnTo>
                    <a:pt x="10967" y="5793"/>
                  </a:lnTo>
                  <a:lnTo>
                    <a:pt x="10928" y="5716"/>
                  </a:lnTo>
                  <a:lnTo>
                    <a:pt x="10889" y="5639"/>
                  </a:lnTo>
                  <a:lnTo>
                    <a:pt x="10889" y="5446"/>
                  </a:lnTo>
                  <a:lnTo>
                    <a:pt x="10967" y="5252"/>
                  </a:lnTo>
                  <a:lnTo>
                    <a:pt x="11121" y="5098"/>
                  </a:lnTo>
                  <a:lnTo>
                    <a:pt x="11276" y="4944"/>
                  </a:lnTo>
                  <a:lnTo>
                    <a:pt x="11546" y="4750"/>
                  </a:lnTo>
                  <a:lnTo>
                    <a:pt x="11816" y="4635"/>
                  </a:lnTo>
                  <a:lnTo>
                    <a:pt x="12086" y="4557"/>
                  </a:lnTo>
                  <a:lnTo>
                    <a:pt x="12627" y="4480"/>
                  </a:lnTo>
                  <a:lnTo>
                    <a:pt x="13245" y="4403"/>
                  </a:lnTo>
                  <a:lnTo>
                    <a:pt x="13554" y="4364"/>
                  </a:lnTo>
                  <a:lnTo>
                    <a:pt x="13824" y="4287"/>
                  </a:lnTo>
                  <a:close/>
                  <a:moveTo>
                    <a:pt x="14403" y="4248"/>
                  </a:moveTo>
                  <a:lnTo>
                    <a:pt x="15098" y="4596"/>
                  </a:lnTo>
                  <a:lnTo>
                    <a:pt x="15407" y="4789"/>
                  </a:lnTo>
                  <a:lnTo>
                    <a:pt x="15716" y="4982"/>
                  </a:lnTo>
                  <a:lnTo>
                    <a:pt x="15909" y="5137"/>
                  </a:lnTo>
                  <a:lnTo>
                    <a:pt x="16141" y="5368"/>
                  </a:lnTo>
                  <a:lnTo>
                    <a:pt x="16411" y="5677"/>
                  </a:lnTo>
                  <a:lnTo>
                    <a:pt x="16643" y="5986"/>
                  </a:lnTo>
                  <a:lnTo>
                    <a:pt x="16875" y="6334"/>
                  </a:lnTo>
                  <a:lnTo>
                    <a:pt x="16991" y="6681"/>
                  </a:lnTo>
                  <a:lnTo>
                    <a:pt x="16991" y="6836"/>
                  </a:lnTo>
                  <a:lnTo>
                    <a:pt x="16991" y="6990"/>
                  </a:lnTo>
                  <a:lnTo>
                    <a:pt x="16952" y="7106"/>
                  </a:lnTo>
                  <a:lnTo>
                    <a:pt x="16836" y="7222"/>
                  </a:lnTo>
                  <a:lnTo>
                    <a:pt x="16759" y="7299"/>
                  </a:lnTo>
                  <a:lnTo>
                    <a:pt x="16643" y="7338"/>
                  </a:lnTo>
                  <a:lnTo>
                    <a:pt x="16373" y="7338"/>
                  </a:lnTo>
                  <a:lnTo>
                    <a:pt x="16141" y="7222"/>
                  </a:lnTo>
                  <a:lnTo>
                    <a:pt x="15871" y="7029"/>
                  </a:lnTo>
                  <a:lnTo>
                    <a:pt x="15600" y="6797"/>
                  </a:lnTo>
                  <a:lnTo>
                    <a:pt x="15369" y="6565"/>
                  </a:lnTo>
                  <a:lnTo>
                    <a:pt x="15060" y="6141"/>
                  </a:lnTo>
                  <a:lnTo>
                    <a:pt x="14828" y="5716"/>
                  </a:lnTo>
                  <a:lnTo>
                    <a:pt x="14635" y="5252"/>
                  </a:lnTo>
                  <a:lnTo>
                    <a:pt x="14519" y="4750"/>
                  </a:lnTo>
                  <a:lnTo>
                    <a:pt x="14403" y="4248"/>
                  </a:lnTo>
                  <a:close/>
                  <a:moveTo>
                    <a:pt x="11855" y="1"/>
                  </a:moveTo>
                  <a:lnTo>
                    <a:pt x="11584" y="39"/>
                  </a:lnTo>
                  <a:lnTo>
                    <a:pt x="11469" y="117"/>
                  </a:lnTo>
                  <a:lnTo>
                    <a:pt x="11353" y="194"/>
                  </a:lnTo>
                  <a:lnTo>
                    <a:pt x="11160" y="387"/>
                  </a:lnTo>
                  <a:lnTo>
                    <a:pt x="11005" y="619"/>
                  </a:lnTo>
                  <a:lnTo>
                    <a:pt x="10928" y="812"/>
                  </a:lnTo>
                  <a:lnTo>
                    <a:pt x="10928" y="1005"/>
                  </a:lnTo>
                  <a:lnTo>
                    <a:pt x="10928" y="1236"/>
                  </a:lnTo>
                  <a:lnTo>
                    <a:pt x="11005" y="1468"/>
                  </a:lnTo>
                  <a:lnTo>
                    <a:pt x="11082" y="1661"/>
                  </a:lnTo>
                  <a:lnTo>
                    <a:pt x="11198" y="1893"/>
                  </a:lnTo>
                  <a:lnTo>
                    <a:pt x="11546" y="2318"/>
                  </a:lnTo>
                  <a:lnTo>
                    <a:pt x="11932" y="2742"/>
                  </a:lnTo>
                  <a:lnTo>
                    <a:pt x="12395" y="3090"/>
                  </a:lnTo>
                  <a:lnTo>
                    <a:pt x="12859" y="3399"/>
                  </a:lnTo>
                  <a:lnTo>
                    <a:pt x="12859" y="3399"/>
                  </a:lnTo>
                  <a:lnTo>
                    <a:pt x="12048" y="3283"/>
                  </a:lnTo>
                  <a:lnTo>
                    <a:pt x="11198" y="3283"/>
                  </a:lnTo>
                  <a:lnTo>
                    <a:pt x="10387" y="3322"/>
                  </a:lnTo>
                  <a:lnTo>
                    <a:pt x="9615" y="3476"/>
                  </a:lnTo>
                  <a:lnTo>
                    <a:pt x="9654" y="3013"/>
                  </a:lnTo>
                  <a:lnTo>
                    <a:pt x="9654" y="2511"/>
                  </a:lnTo>
                  <a:lnTo>
                    <a:pt x="9615" y="2009"/>
                  </a:lnTo>
                  <a:lnTo>
                    <a:pt x="9538" y="1507"/>
                  </a:lnTo>
                  <a:lnTo>
                    <a:pt x="9075" y="1623"/>
                  </a:lnTo>
                  <a:lnTo>
                    <a:pt x="9152" y="2086"/>
                  </a:lnTo>
                  <a:lnTo>
                    <a:pt x="9152" y="2588"/>
                  </a:lnTo>
                  <a:lnTo>
                    <a:pt x="9152" y="3090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5" y="3901"/>
                  </a:lnTo>
                  <a:lnTo>
                    <a:pt x="7414" y="4287"/>
                  </a:lnTo>
                  <a:lnTo>
                    <a:pt x="6603" y="4712"/>
                  </a:lnTo>
                  <a:lnTo>
                    <a:pt x="5831" y="5214"/>
                  </a:lnTo>
                  <a:lnTo>
                    <a:pt x="5406" y="5252"/>
                  </a:lnTo>
                  <a:lnTo>
                    <a:pt x="5406" y="5561"/>
                  </a:lnTo>
                  <a:lnTo>
                    <a:pt x="4595" y="6218"/>
                  </a:lnTo>
                  <a:lnTo>
                    <a:pt x="3823" y="6913"/>
                  </a:lnTo>
                  <a:lnTo>
                    <a:pt x="3089" y="7685"/>
                  </a:lnTo>
                  <a:lnTo>
                    <a:pt x="2394" y="8496"/>
                  </a:lnTo>
                  <a:lnTo>
                    <a:pt x="1738" y="9307"/>
                  </a:lnTo>
                  <a:lnTo>
                    <a:pt x="1081" y="10157"/>
                  </a:lnTo>
                  <a:lnTo>
                    <a:pt x="502" y="10967"/>
                  </a:lnTo>
                  <a:lnTo>
                    <a:pt x="0" y="11778"/>
                  </a:lnTo>
                  <a:lnTo>
                    <a:pt x="348" y="12049"/>
                  </a:lnTo>
                  <a:lnTo>
                    <a:pt x="1545" y="10504"/>
                  </a:lnTo>
                  <a:lnTo>
                    <a:pt x="2742" y="8959"/>
                  </a:lnTo>
                  <a:lnTo>
                    <a:pt x="3360" y="8226"/>
                  </a:lnTo>
                  <a:lnTo>
                    <a:pt x="4016" y="7492"/>
                  </a:lnTo>
                  <a:lnTo>
                    <a:pt x="4711" y="6797"/>
                  </a:lnTo>
                  <a:lnTo>
                    <a:pt x="5483" y="6179"/>
                  </a:lnTo>
                  <a:lnTo>
                    <a:pt x="6256" y="5561"/>
                  </a:lnTo>
                  <a:lnTo>
                    <a:pt x="7105" y="5059"/>
                  </a:lnTo>
                  <a:lnTo>
                    <a:pt x="7993" y="4596"/>
                  </a:lnTo>
                  <a:lnTo>
                    <a:pt x="8457" y="4442"/>
                  </a:lnTo>
                  <a:lnTo>
                    <a:pt x="8920" y="4248"/>
                  </a:lnTo>
                  <a:lnTo>
                    <a:pt x="9422" y="4133"/>
                  </a:lnTo>
                  <a:lnTo>
                    <a:pt x="9885" y="4017"/>
                  </a:lnTo>
                  <a:lnTo>
                    <a:pt x="10387" y="3901"/>
                  </a:lnTo>
                  <a:lnTo>
                    <a:pt x="10851" y="3862"/>
                  </a:lnTo>
                  <a:lnTo>
                    <a:pt x="11353" y="3824"/>
                  </a:lnTo>
                  <a:lnTo>
                    <a:pt x="11855" y="3824"/>
                  </a:lnTo>
                  <a:lnTo>
                    <a:pt x="12357" y="3862"/>
                  </a:lnTo>
                  <a:lnTo>
                    <a:pt x="12859" y="3901"/>
                  </a:lnTo>
                  <a:lnTo>
                    <a:pt x="12318" y="3978"/>
                  </a:lnTo>
                  <a:lnTo>
                    <a:pt x="11855" y="4094"/>
                  </a:lnTo>
                  <a:lnTo>
                    <a:pt x="11391" y="4287"/>
                  </a:lnTo>
                  <a:lnTo>
                    <a:pt x="11198" y="4403"/>
                  </a:lnTo>
                  <a:lnTo>
                    <a:pt x="11005" y="4557"/>
                  </a:lnTo>
                  <a:lnTo>
                    <a:pt x="10851" y="4673"/>
                  </a:lnTo>
                  <a:lnTo>
                    <a:pt x="10696" y="4866"/>
                  </a:lnTo>
                  <a:lnTo>
                    <a:pt x="10542" y="5059"/>
                  </a:lnTo>
                  <a:lnTo>
                    <a:pt x="10465" y="5291"/>
                  </a:lnTo>
                  <a:lnTo>
                    <a:pt x="10387" y="5523"/>
                  </a:lnTo>
                  <a:lnTo>
                    <a:pt x="10387" y="5754"/>
                  </a:lnTo>
                  <a:lnTo>
                    <a:pt x="10426" y="5948"/>
                  </a:lnTo>
                  <a:lnTo>
                    <a:pt x="10581" y="6179"/>
                  </a:lnTo>
                  <a:lnTo>
                    <a:pt x="10658" y="6256"/>
                  </a:lnTo>
                  <a:lnTo>
                    <a:pt x="10774" y="6334"/>
                  </a:lnTo>
                  <a:lnTo>
                    <a:pt x="11005" y="6411"/>
                  </a:lnTo>
                  <a:lnTo>
                    <a:pt x="11276" y="6449"/>
                  </a:lnTo>
                  <a:lnTo>
                    <a:pt x="11584" y="6411"/>
                  </a:lnTo>
                  <a:lnTo>
                    <a:pt x="11855" y="6372"/>
                  </a:lnTo>
                  <a:lnTo>
                    <a:pt x="12164" y="6256"/>
                  </a:lnTo>
                  <a:lnTo>
                    <a:pt x="12627" y="6063"/>
                  </a:lnTo>
                  <a:lnTo>
                    <a:pt x="13052" y="5793"/>
                  </a:lnTo>
                  <a:lnTo>
                    <a:pt x="13438" y="5484"/>
                  </a:lnTo>
                  <a:lnTo>
                    <a:pt x="13399" y="5523"/>
                  </a:lnTo>
                  <a:lnTo>
                    <a:pt x="13786" y="5716"/>
                  </a:lnTo>
                  <a:lnTo>
                    <a:pt x="14056" y="4866"/>
                  </a:lnTo>
                  <a:lnTo>
                    <a:pt x="14210" y="5407"/>
                  </a:lnTo>
                  <a:lnTo>
                    <a:pt x="14403" y="5909"/>
                  </a:lnTo>
                  <a:lnTo>
                    <a:pt x="14674" y="6411"/>
                  </a:lnTo>
                  <a:lnTo>
                    <a:pt x="14983" y="6874"/>
                  </a:lnTo>
                  <a:lnTo>
                    <a:pt x="15176" y="7067"/>
                  </a:lnTo>
                  <a:lnTo>
                    <a:pt x="15407" y="7299"/>
                  </a:lnTo>
                  <a:lnTo>
                    <a:pt x="15678" y="7492"/>
                  </a:lnTo>
                  <a:lnTo>
                    <a:pt x="15987" y="7685"/>
                  </a:lnTo>
                  <a:lnTo>
                    <a:pt x="16296" y="7801"/>
                  </a:lnTo>
                  <a:lnTo>
                    <a:pt x="16604" y="7878"/>
                  </a:lnTo>
                  <a:lnTo>
                    <a:pt x="16759" y="7878"/>
                  </a:lnTo>
                  <a:lnTo>
                    <a:pt x="16875" y="7840"/>
                  </a:lnTo>
                  <a:lnTo>
                    <a:pt x="17029" y="7801"/>
                  </a:lnTo>
                  <a:lnTo>
                    <a:pt x="17184" y="7724"/>
                  </a:lnTo>
                  <a:lnTo>
                    <a:pt x="17299" y="7647"/>
                  </a:lnTo>
                  <a:lnTo>
                    <a:pt x="17377" y="7531"/>
                  </a:lnTo>
                  <a:lnTo>
                    <a:pt x="17415" y="7376"/>
                  </a:lnTo>
                  <a:lnTo>
                    <a:pt x="17454" y="7260"/>
                  </a:lnTo>
                  <a:lnTo>
                    <a:pt x="17493" y="6951"/>
                  </a:lnTo>
                  <a:lnTo>
                    <a:pt x="17415" y="6604"/>
                  </a:lnTo>
                  <a:lnTo>
                    <a:pt x="17299" y="6295"/>
                  </a:lnTo>
                  <a:lnTo>
                    <a:pt x="17184" y="5986"/>
                  </a:lnTo>
                  <a:lnTo>
                    <a:pt x="17029" y="5716"/>
                  </a:lnTo>
                  <a:lnTo>
                    <a:pt x="16875" y="5484"/>
                  </a:lnTo>
                  <a:lnTo>
                    <a:pt x="16682" y="5252"/>
                  </a:lnTo>
                  <a:lnTo>
                    <a:pt x="16489" y="5021"/>
                  </a:lnTo>
                  <a:lnTo>
                    <a:pt x="16257" y="4789"/>
                  </a:lnTo>
                  <a:lnTo>
                    <a:pt x="16025" y="4596"/>
                  </a:lnTo>
                  <a:lnTo>
                    <a:pt x="15523" y="4287"/>
                  </a:lnTo>
                  <a:lnTo>
                    <a:pt x="14944" y="4017"/>
                  </a:lnTo>
                  <a:lnTo>
                    <a:pt x="15407" y="3901"/>
                  </a:lnTo>
                  <a:lnTo>
                    <a:pt x="15832" y="3746"/>
                  </a:lnTo>
                  <a:lnTo>
                    <a:pt x="16218" y="3515"/>
                  </a:lnTo>
                  <a:lnTo>
                    <a:pt x="16604" y="3244"/>
                  </a:lnTo>
                  <a:lnTo>
                    <a:pt x="16759" y="3051"/>
                  </a:lnTo>
                  <a:lnTo>
                    <a:pt x="16913" y="2858"/>
                  </a:lnTo>
                  <a:lnTo>
                    <a:pt x="17029" y="2665"/>
                  </a:lnTo>
                  <a:lnTo>
                    <a:pt x="17106" y="2434"/>
                  </a:lnTo>
                  <a:lnTo>
                    <a:pt x="17145" y="2163"/>
                  </a:lnTo>
                  <a:lnTo>
                    <a:pt x="17106" y="1932"/>
                  </a:lnTo>
                  <a:lnTo>
                    <a:pt x="17068" y="1700"/>
                  </a:lnTo>
                  <a:lnTo>
                    <a:pt x="16913" y="1468"/>
                  </a:lnTo>
                  <a:lnTo>
                    <a:pt x="16759" y="1314"/>
                  </a:lnTo>
                  <a:lnTo>
                    <a:pt x="16566" y="1198"/>
                  </a:lnTo>
                  <a:lnTo>
                    <a:pt x="16334" y="1159"/>
                  </a:lnTo>
                  <a:lnTo>
                    <a:pt x="16102" y="1159"/>
                  </a:lnTo>
                  <a:lnTo>
                    <a:pt x="15909" y="1198"/>
                  </a:lnTo>
                  <a:lnTo>
                    <a:pt x="15678" y="1236"/>
                  </a:lnTo>
                  <a:lnTo>
                    <a:pt x="15446" y="1352"/>
                  </a:lnTo>
                  <a:lnTo>
                    <a:pt x="15253" y="1468"/>
                  </a:lnTo>
                  <a:lnTo>
                    <a:pt x="14905" y="1777"/>
                  </a:lnTo>
                  <a:lnTo>
                    <a:pt x="14596" y="2163"/>
                  </a:lnTo>
                  <a:lnTo>
                    <a:pt x="14326" y="2588"/>
                  </a:lnTo>
                  <a:lnTo>
                    <a:pt x="14094" y="3013"/>
                  </a:lnTo>
                  <a:lnTo>
                    <a:pt x="13940" y="2434"/>
                  </a:lnTo>
                  <a:lnTo>
                    <a:pt x="13747" y="1893"/>
                  </a:lnTo>
                  <a:lnTo>
                    <a:pt x="13515" y="1352"/>
                  </a:lnTo>
                  <a:lnTo>
                    <a:pt x="13168" y="850"/>
                  </a:lnTo>
                  <a:lnTo>
                    <a:pt x="13013" y="657"/>
                  </a:lnTo>
                  <a:lnTo>
                    <a:pt x="12820" y="464"/>
                  </a:lnTo>
                  <a:lnTo>
                    <a:pt x="12588" y="271"/>
                  </a:lnTo>
                  <a:lnTo>
                    <a:pt x="12357" y="117"/>
                  </a:lnTo>
                  <a:lnTo>
                    <a:pt x="12086" y="39"/>
                  </a:lnTo>
                  <a:lnTo>
                    <a:pt x="118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3"/>
            <p:cNvSpPr/>
            <p:nvPr/>
          </p:nvSpPr>
          <p:spPr>
            <a:xfrm>
              <a:off x="4161375" y="2367550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3" y="387"/>
                  </a:moveTo>
                  <a:lnTo>
                    <a:pt x="1121" y="425"/>
                  </a:lnTo>
                  <a:lnTo>
                    <a:pt x="1198" y="464"/>
                  </a:lnTo>
                  <a:lnTo>
                    <a:pt x="1236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6" y="1120"/>
                  </a:lnTo>
                  <a:lnTo>
                    <a:pt x="1159" y="1198"/>
                  </a:lnTo>
                  <a:lnTo>
                    <a:pt x="1082" y="1236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1" y="1159"/>
                  </a:lnTo>
                  <a:lnTo>
                    <a:pt x="464" y="1082"/>
                  </a:lnTo>
                  <a:lnTo>
                    <a:pt x="426" y="1004"/>
                  </a:lnTo>
                  <a:lnTo>
                    <a:pt x="387" y="889"/>
                  </a:lnTo>
                  <a:lnTo>
                    <a:pt x="387" y="773"/>
                  </a:lnTo>
                  <a:lnTo>
                    <a:pt x="464" y="580"/>
                  </a:lnTo>
                  <a:lnTo>
                    <a:pt x="541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7"/>
                  </a:lnTo>
                  <a:close/>
                  <a:moveTo>
                    <a:pt x="889" y="1"/>
                  </a:moveTo>
                  <a:lnTo>
                    <a:pt x="735" y="39"/>
                  </a:lnTo>
                  <a:lnTo>
                    <a:pt x="619" y="78"/>
                  </a:lnTo>
                  <a:lnTo>
                    <a:pt x="503" y="155"/>
                  </a:lnTo>
                  <a:lnTo>
                    <a:pt x="348" y="232"/>
                  </a:lnTo>
                  <a:lnTo>
                    <a:pt x="233" y="309"/>
                  </a:lnTo>
                  <a:lnTo>
                    <a:pt x="155" y="464"/>
                  </a:lnTo>
                  <a:lnTo>
                    <a:pt x="78" y="580"/>
                  </a:lnTo>
                  <a:lnTo>
                    <a:pt x="39" y="734"/>
                  </a:lnTo>
                  <a:lnTo>
                    <a:pt x="1" y="889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4" y="1352"/>
                  </a:lnTo>
                  <a:lnTo>
                    <a:pt x="310" y="1468"/>
                  </a:lnTo>
                  <a:lnTo>
                    <a:pt x="464" y="1584"/>
                  </a:lnTo>
                  <a:lnTo>
                    <a:pt x="657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45"/>
                  </a:lnTo>
                  <a:lnTo>
                    <a:pt x="1507" y="1429"/>
                  </a:lnTo>
                  <a:lnTo>
                    <a:pt x="1584" y="1275"/>
                  </a:lnTo>
                  <a:lnTo>
                    <a:pt x="1661" y="1120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80"/>
                  </a:lnTo>
                  <a:lnTo>
                    <a:pt x="1584" y="387"/>
                  </a:lnTo>
                  <a:lnTo>
                    <a:pt x="1507" y="271"/>
                  </a:lnTo>
                  <a:lnTo>
                    <a:pt x="1391" y="194"/>
                  </a:lnTo>
                  <a:lnTo>
                    <a:pt x="1275" y="116"/>
                  </a:lnTo>
                  <a:lnTo>
                    <a:pt x="1005" y="39"/>
                  </a:lnTo>
                  <a:lnTo>
                    <a:pt x="88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3"/>
            <p:cNvSpPr/>
            <p:nvPr/>
          </p:nvSpPr>
          <p:spPr>
            <a:xfrm>
              <a:off x="4673025" y="2378175"/>
              <a:ext cx="330175" cy="176675"/>
            </a:xfrm>
            <a:custGeom>
              <a:avLst/>
              <a:gdLst/>
              <a:ahLst/>
              <a:cxnLst/>
              <a:rect l="l" t="t" r="r" b="b"/>
              <a:pathLst>
                <a:path w="13207" h="7067" extrusionOk="0">
                  <a:moveTo>
                    <a:pt x="8110" y="309"/>
                  </a:moveTo>
                  <a:lnTo>
                    <a:pt x="8226" y="348"/>
                  </a:lnTo>
                  <a:lnTo>
                    <a:pt x="8380" y="425"/>
                  </a:lnTo>
                  <a:lnTo>
                    <a:pt x="8535" y="541"/>
                  </a:lnTo>
                  <a:lnTo>
                    <a:pt x="8612" y="579"/>
                  </a:lnTo>
                  <a:lnTo>
                    <a:pt x="8728" y="888"/>
                  </a:lnTo>
                  <a:lnTo>
                    <a:pt x="8766" y="1197"/>
                  </a:lnTo>
                  <a:lnTo>
                    <a:pt x="8728" y="1468"/>
                  </a:lnTo>
                  <a:lnTo>
                    <a:pt x="8650" y="1777"/>
                  </a:lnTo>
                  <a:lnTo>
                    <a:pt x="8496" y="2047"/>
                  </a:lnTo>
                  <a:lnTo>
                    <a:pt x="8380" y="2317"/>
                  </a:lnTo>
                  <a:lnTo>
                    <a:pt x="8033" y="2858"/>
                  </a:lnTo>
                  <a:lnTo>
                    <a:pt x="6836" y="4711"/>
                  </a:lnTo>
                  <a:lnTo>
                    <a:pt x="6681" y="4711"/>
                  </a:lnTo>
                  <a:lnTo>
                    <a:pt x="6797" y="3746"/>
                  </a:lnTo>
                  <a:lnTo>
                    <a:pt x="6990" y="2781"/>
                  </a:lnTo>
                  <a:lnTo>
                    <a:pt x="7222" y="1661"/>
                  </a:lnTo>
                  <a:lnTo>
                    <a:pt x="7338" y="1197"/>
                  </a:lnTo>
                  <a:lnTo>
                    <a:pt x="7453" y="888"/>
                  </a:lnTo>
                  <a:lnTo>
                    <a:pt x="7608" y="618"/>
                  </a:lnTo>
                  <a:lnTo>
                    <a:pt x="7762" y="425"/>
                  </a:lnTo>
                  <a:lnTo>
                    <a:pt x="7878" y="348"/>
                  </a:lnTo>
                  <a:lnTo>
                    <a:pt x="7994" y="309"/>
                  </a:lnTo>
                  <a:close/>
                  <a:moveTo>
                    <a:pt x="5909" y="5406"/>
                  </a:moveTo>
                  <a:lnTo>
                    <a:pt x="4673" y="5831"/>
                  </a:lnTo>
                  <a:lnTo>
                    <a:pt x="3437" y="6217"/>
                  </a:lnTo>
                  <a:lnTo>
                    <a:pt x="2781" y="6372"/>
                  </a:lnTo>
                  <a:lnTo>
                    <a:pt x="2125" y="6526"/>
                  </a:lnTo>
                  <a:lnTo>
                    <a:pt x="1700" y="6565"/>
                  </a:lnTo>
                  <a:lnTo>
                    <a:pt x="1314" y="6603"/>
                  </a:lnTo>
                  <a:lnTo>
                    <a:pt x="1043" y="6565"/>
                  </a:lnTo>
                  <a:lnTo>
                    <a:pt x="812" y="6488"/>
                  </a:lnTo>
                  <a:lnTo>
                    <a:pt x="734" y="6449"/>
                  </a:lnTo>
                  <a:lnTo>
                    <a:pt x="696" y="6333"/>
                  </a:lnTo>
                  <a:lnTo>
                    <a:pt x="696" y="6217"/>
                  </a:lnTo>
                  <a:lnTo>
                    <a:pt x="696" y="6063"/>
                  </a:lnTo>
                  <a:lnTo>
                    <a:pt x="696" y="5908"/>
                  </a:lnTo>
                  <a:lnTo>
                    <a:pt x="734" y="5792"/>
                  </a:lnTo>
                  <a:lnTo>
                    <a:pt x="812" y="5715"/>
                  </a:lnTo>
                  <a:lnTo>
                    <a:pt x="889" y="5677"/>
                  </a:lnTo>
                  <a:lnTo>
                    <a:pt x="1082" y="5599"/>
                  </a:lnTo>
                  <a:lnTo>
                    <a:pt x="1391" y="5561"/>
                  </a:lnTo>
                  <a:lnTo>
                    <a:pt x="2047" y="5484"/>
                  </a:lnTo>
                  <a:lnTo>
                    <a:pt x="2897" y="5445"/>
                  </a:lnTo>
                  <a:lnTo>
                    <a:pt x="5368" y="5445"/>
                  </a:lnTo>
                  <a:lnTo>
                    <a:pt x="5909" y="5406"/>
                  </a:lnTo>
                  <a:close/>
                  <a:moveTo>
                    <a:pt x="7067" y="5097"/>
                  </a:moveTo>
                  <a:lnTo>
                    <a:pt x="8342" y="5136"/>
                  </a:lnTo>
                  <a:lnTo>
                    <a:pt x="9577" y="5252"/>
                  </a:lnTo>
                  <a:lnTo>
                    <a:pt x="10272" y="5329"/>
                  </a:lnTo>
                  <a:lnTo>
                    <a:pt x="11006" y="5445"/>
                  </a:lnTo>
                  <a:lnTo>
                    <a:pt x="11701" y="5561"/>
                  </a:lnTo>
                  <a:lnTo>
                    <a:pt x="12164" y="5677"/>
                  </a:lnTo>
                  <a:lnTo>
                    <a:pt x="12280" y="5715"/>
                  </a:lnTo>
                  <a:lnTo>
                    <a:pt x="12396" y="5754"/>
                  </a:lnTo>
                  <a:lnTo>
                    <a:pt x="12473" y="5831"/>
                  </a:lnTo>
                  <a:lnTo>
                    <a:pt x="12551" y="5908"/>
                  </a:lnTo>
                  <a:lnTo>
                    <a:pt x="12589" y="6024"/>
                  </a:lnTo>
                  <a:lnTo>
                    <a:pt x="12628" y="6179"/>
                  </a:lnTo>
                  <a:lnTo>
                    <a:pt x="12589" y="6526"/>
                  </a:lnTo>
                  <a:lnTo>
                    <a:pt x="12435" y="6603"/>
                  </a:lnTo>
                  <a:lnTo>
                    <a:pt x="12242" y="6642"/>
                  </a:lnTo>
                  <a:lnTo>
                    <a:pt x="12010" y="6681"/>
                  </a:lnTo>
                  <a:lnTo>
                    <a:pt x="11778" y="6681"/>
                  </a:lnTo>
                  <a:lnTo>
                    <a:pt x="11315" y="6603"/>
                  </a:lnTo>
                  <a:lnTo>
                    <a:pt x="10929" y="6526"/>
                  </a:lnTo>
                  <a:lnTo>
                    <a:pt x="10156" y="6372"/>
                  </a:lnTo>
                  <a:lnTo>
                    <a:pt x="9423" y="6140"/>
                  </a:lnTo>
                  <a:lnTo>
                    <a:pt x="8805" y="5908"/>
                  </a:lnTo>
                  <a:lnTo>
                    <a:pt x="8226" y="5677"/>
                  </a:lnTo>
                  <a:lnTo>
                    <a:pt x="7067" y="5097"/>
                  </a:lnTo>
                  <a:close/>
                  <a:moveTo>
                    <a:pt x="8148" y="0"/>
                  </a:moveTo>
                  <a:lnTo>
                    <a:pt x="7917" y="39"/>
                  </a:lnTo>
                  <a:lnTo>
                    <a:pt x="7724" y="116"/>
                  </a:lnTo>
                  <a:lnTo>
                    <a:pt x="7492" y="271"/>
                  </a:lnTo>
                  <a:lnTo>
                    <a:pt x="7338" y="425"/>
                  </a:lnTo>
                  <a:lnTo>
                    <a:pt x="7183" y="618"/>
                  </a:lnTo>
                  <a:lnTo>
                    <a:pt x="6990" y="1043"/>
                  </a:lnTo>
                  <a:lnTo>
                    <a:pt x="6874" y="1506"/>
                  </a:lnTo>
                  <a:lnTo>
                    <a:pt x="6681" y="2433"/>
                  </a:lnTo>
                  <a:lnTo>
                    <a:pt x="6527" y="3591"/>
                  </a:lnTo>
                  <a:lnTo>
                    <a:pt x="6488" y="4171"/>
                  </a:lnTo>
                  <a:lnTo>
                    <a:pt x="6449" y="4750"/>
                  </a:lnTo>
                  <a:lnTo>
                    <a:pt x="6411" y="4866"/>
                  </a:lnTo>
                  <a:lnTo>
                    <a:pt x="6411" y="4982"/>
                  </a:lnTo>
                  <a:lnTo>
                    <a:pt x="5870" y="5020"/>
                  </a:lnTo>
                  <a:lnTo>
                    <a:pt x="5291" y="5059"/>
                  </a:lnTo>
                  <a:lnTo>
                    <a:pt x="2549" y="5059"/>
                  </a:lnTo>
                  <a:lnTo>
                    <a:pt x="2009" y="5097"/>
                  </a:lnTo>
                  <a:lnTo>
                    <a:pt x="1391" y="5175"/>
                  </a:lnTo>
                  <a:lnTo>
                    <a:pt x="1005" y="5213"/>
                  </a:lnTo>
                  <a:lnTo>
                    <a:pt x="657" y="5329"/>
                  </a:lnTo>
                  <a:lnTo>
                    <a:pt x="310" y="5484"/>
                  </a:lnTo>
                  <a:lnTo>
                    <a:pt x="194" y="5599"/>
                  </a:lnTo>
                  <a:lnTo>
                    <a:pt x="78" y="5677"/>
                  </a:lnTo>
                  <a:lnTo>
                    <a:pt x="1" y="5831"/>
                  </a:lnTo>
                  <a:lnTo>
                    <a:pt x="1" y="5947"/>
                  </a:lnTo>
                  <a:lnTo>
                    <a:pt x="1" y="6140"/>
                  </a:lnTo>
                  <a:lnTo>
                    <a:pt x="39" y="6294"/>
                  </a:lnTo>
                  <a:lnTo>
                    <a:pt x="117" y="6449"/>
                  </a:lnTo>
                  <a:lnTo>
                    <a:pt x="232" y="6603"/>
                  </a:lnTo>
                  <a:lnTo>
                    <a:pt x="348" y="6681"/>
                  </a:lnTo>
                  <a:lnTo>
                    <a:pt x="464" y="6796"/>
                  </a:lnTo>
                  <a:lnTo>
                    <a:pt x="773" y="6912"/>
                  </a:lnTo>
                  <a:lnTo>
                    <a:pt x="1082" y="6990"/>
                  </a:lnTo>
                  <a:lnTo>
                    <a:pt x="1777" y="6990"/>
                  </a:lnTo>
                  <a:lnTo>
                    <a:pt x="2395" y="6912"/>
                  </a:lnTo>
                  <a:lnTo>
                    <a:pt x="3476" y="6642"/>
                  </a:lnTo>
                  <a:lnTo>
                    <a:pt x="4519" y="6333"/>
                  </a:lnTo>
                  <a:lnTo>
                    <a:pt x="5600" y="5947"/>
                  </a:lnTo>
                  <a:lnTo>
                    <a:pt x="6102" y="5715"/>
                  </a:lnTo>
                  <a:lnTo>
                    <a:pt x="6565" y="5484"/>
                  </a:lnTo>
                  <a:lnTo>
                    <a:pt x="6604" y="5484"/>
                  </a:lnTo>
                  <a:lnTo>
                    <a:pt x="6681" y="5908"/>
                  </a:lnTo>
                  <a:lnTo>
                    <a:pt x="6758" y="6101"/>
                  </a:lnTo>
                  <a:lnTo>
                    <a:pt x="6836" y="6294"/>
                  </a:lnTo>
                  <a:lnTo>
                    <a:pt x="7106" y="6256"/>
                  </a:lnTo>
                  <a:lnTo>
                    <a:pt x="7106" y="6217"/>
                  </a:lnTo>
                  <a:lnTo>
                    <a:pt x="6990" y="5870"/>
                  </a:lnTo>
                  <a:lnTo>
                    <a:pt x="6951" y="5677"/>
                  </a:lnTo>
                  <a:lnTo>
                    <a:pt x="6990" y="5484"/>
                  </a:lnTo>
                  <a:lnTo>
                    <a:pt x="6990" y="5406"/>
                  </a:lnTo>
                  <a:lnTo>
                    <a:pt x="7762" y="5870"/>
                  </a:lnTo>
                  <a:lnTo>
                    <a:pt x="8612" y="6256"/>
                  </a:lnTo>
                  <a:lnTo>
                    <a:pt x="9461" y="6565"/>
                  </a:lnTo>
                  <a:lnTo>
                    <a:pt x="10349" y="6796"/>
                  </a:lnTo>
                  <a:lnTo>
                    <a:pt x="11045" y="6951"/>
                  </a:lnTo>
                  <a:lnTo>
                    <a:pt x="11469" y="7028"/>
                  </a:lnTo>
                  <a:lnTo>
                    <a:pt x="11933" y="7067"/>
                  </a:lnTo>
                  <a:lnTo>
                    <a:pt x="12396" y="7028"/>
                  </a:lnTo>
                  <a:lnTo>
                    <a:pt x="12589" y="6990"/>
                  </a:lnTo>
                  <a:lnTo>
                    <a:pt x="12782" y="6912"/>
                  </a:lnTo>
                  <a:lnTo>
                    <a:pt x="12937" y="6796"/>
                  </a:lnTo>
                  <a:lnTo>
                    <a:pt x="13053" y="6681"/>
                  </a:lnTo>
                  <a:lnTo>
                    <a:pt x="13130" y="6526"/>
                  </a:lnTo>
                  <a:lnTo>
                    <a:pt x="13207" y="6333"/>
                  </a:lnTo>
                  <a:lnTo>
                    <a:pt x="13207" y="6179"/>
                  </a:lnTo>
                  <a:lnTo>
                    <a:pt x="13168" y="6024"/>
                  </a:lnTo>
                  <a:lnTo>
                    <a:pt x="13130" y="5870"/>
                  </a:lnTo>
                  <a:lnTo>
                    <a:pt x="13053" y="5754"/>
                  </a:lnTo>
                  <a:lnTo>
                    <a:pt x="12975" y="5638"/>
                  </a:lnTo>
                  <a:lnTo>
                    <a:pt x="12821" y="5561"/>
                  </a:lnTo>
                  <a:lnTo>
                    <a:pt x="12551" y="5406"/>
                  </a:lnTo>
                  <a:lnTo>
                    <a:pt x="12242" y="5290"/>
                  </a:lnTo>
                  <a:lnTo>
                    <a:pt x="11894" y="5213"/>
                  </a:lnTo>
                  <a:lnTo>
                    <a:pt x="11315" y="5097"/>
                  </a:lnTo>
                  <a:lnTo>
                    <a:pt x="10311" y="4943"/>
                  </a:lnTo>
                  <a:lnTo>
                    <a:pt x="9268" y="4827"/>
                  </a:lnTo>
                  <a:lnTo>
                    <a:pt x="8264" y="4750"/>
                  </a:lnTo>
                  <a:lnTo>
                    <a:pt x="7260" y="4711"/>
                  </a:lnTo>
                  <a:lnTo>
                    <a:pt x="8071" y="3514"/>
                  </a:lnTo>
                  <a:lnTo>
                    <a:pt x="8496" y="2858"/>
                  </a:lnTo>
                  <a:lnTo>
                    <a:pt x="8844" y="2201"/>
                  </a:lnTo>
                  <a:lnTo>
                    <a:pt x="8921" y="1970"/>
                  </a:lnTo>
                  <a:lnTo>
                    <a:pt x="8998" y="1738"/>
                  </a:lnTo>
                  <a:lnTo>
                    <a:pt x="9037" y="1506"/>
                  </a:lnTo>
                  <a:lnTo>
                    <a:pt x="9075" y="1275"/>
                  </a:lnTo>
                  <a:lnTo>
                    <a:pt x="9037" y="1004"/>
                  </a:lnTo>
                  <a:lnTo>
                    <a:pt x="8959" y="811"/>
                  </a:lnTo>
                  <a:lnTo>
                    <a:pt x="8882" y="579"/>
                  </a:lnTo>
                  <a:lnTo>
                    <a:pt x="8728" y="348"/>
                  </a:lnTo>
                  <a:lnTo>
                    <a:pt x="8650" y="232"/>
                  </a:lnTo>
                  <a:lnTo>
                    <a:pt x="8573" y="155"/>
                  </a:lnTo>
                  <a:lnTo>
                    <a:pt x="8380" y="39"/>
                  </a:lnTo>
                  <a:lnTo>
                    <a:pt x="814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3"/>
            <p:cNvSpPr/>
            <p:nvPr/>
          </p:nvSpPr>
          <p:spPr>
            <a:xfrm>
              <a:off x="1437100" y="2381075"/>
              <a:ext cx="93675" cy="93650"/>
            </a:xfrm>
            <a:custGeom>
              <a:avLst/>
              <a:gdLst/>
              <a:ahLst/>
              <a:cxnLst/>
              <a:rect l="l" t="t" r="r" b="b"/>
              <a:pathLst>
                <a:path w="3747" h="3746" extrusionOk="0">
                  <a:moveTo>
                    <a:pt x="1584" y="463"/>
                  </a:moveTo>
                  <a:lnTo>
                    <a:pt x="2086" y="541"/>
                  </a:lnTo>
                  <a:lnTo>
                    <a:pt x="2318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5"/>
                  </a:lnTo>
                  <a:lnTo>
                    <a:pt x="3090" y="1197"/>
                  </a:lnTo>
                  <a:lnTo>
                    <a:pt x="3206" y="1429"/>
                  </a:lnTo>
                  <a:lnTo>
                    <a:pt x="3244" y="1699"/>
                  </a:lnTo>
                  <a:lnTo>
                    <a:pt x="3244" y="1969"/>
                  </a:lnTo>
                  <a:lnTo>
                    <a:pt x="3206" y="2201"/>
                  </a:lnTo>
                  <a:lnTo>
                    <a:pt x="3090" y="2471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86" y="3244"/>
                  </a:lnTo>
                  <a:lnTo>
                    <a:pt x="1777" y="3244"/>
                  </a:lnTo>
                  <a:lnTo>
                    <a:pt x="1507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9" y="2433"/>
                  </a:lnTo>
                  <a:lnTo>
                    <a:pt x="503" y="2163"/>
                  </a:lnTo>
                  <a:lnTo>
                    <a:pt x="503" y="1854"/>
                  </a:lnTo>
                  <a:lnTo>
                    <a:pt x="503" y="1583"/>
                  </a:lnTo>
                  <a:lnTo>
                    <a:pt x="619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79"/>
                  </a:lnTo>
                  <a:lnTo>
                    <a:pt x="1584" y="463"/>
                  </a:lnTo>
                  <a:close/>
                  <a:moveTo>
                    <a:pt x="1893" y="0"/>
                  </a:moveTo>
                  <a:lnTo>
                    <a:pt x="1700" y="39"/>
                  </a:lnTo>
                  <a:lnTo>
                    <a:pt x="1545" y="77"/>
                  </a:lnTo>
                  <a:lnTo>
                    <a:pt x="1352" y="155"/>
                  </a:lnTo>
                  <a:lnTo>
                    <a:pt x="1314" y="193"/>
                  </a:lnTo>
                  <a:lnTo>
                    <a:pt x="1082" y="270"/>
                  </a:lnTo>
                  <a:lnTo>
                    <a:pt x="850" y="386"/>
                  </a:lnTo>
                  <a:lnTo>
                    <a:pt x="619" y="579"/>
                  </a:lnTo>
                  <a:lnTo>
                    <a:pt x="425" y="772"/>
                  </a:lnTo>
                  <a:lnTo>
                    <a:pt x="271" y="965"/>
                  </a:lnTo>
                  <a:lnTo>
                    <a:pt x="155" y="1236"/>
                  </a:lnTo>
                  <a:lnTo>
                    <a:pt x="78" y="1467"/>
                  </a:lnTo>
                  <a:lnTo>
                    <a:pt x="1" y="1738"/>
                  </a:lnTo>
                  <a:lnTo>
                    <a:pt x="1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7" y="2510"/>
                  </a:lnTo>
                  <a:lnTo>
                    <a:pt x="310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8" y="3591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7" y="3437"/>
                  </a:lnTo>
                  <a:lnTo>
                    <a:pt x="3128" y="3244"/>
                  </a:lnTo>
                  <a:lnTo>
                    <a:pt x="3322" y="3012"/>
                  </a:lnTo>
                  <a:lnTo>
                    <a:pt x="3476" y="2780"/>
                  </a:lnTo>
                  <a:lnTo>
                    <a:pt x="3630" y="2510"/>
                  </a:lnTo>
                  <a:lnTo>
                    <a:pt x="3708" y="2201"/>
                  </a:lnTo>
                  <a:lnTo>
                    <a:pt x="3746" y="1931"/>
                  </a:lnTo>
                  <a:lnTo>
                    <a:pt x="3746" y="1583"/>
                  </a:lnTo>
                  <a:lnTo>
                    <a:pt x="3669" y="1313"/>
                  </a:lnTo>
                  <a:lnTo>
                    <a:pt x="3515" y="1004"/>
                  </a:lnTo>
                  <a:lnTo>
                    <a:pt x="3322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5" y="77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3"/>
            <p:cNvSpPr/>
            <p:nvPr/>
          </p:nvSpPr>
          <p:spPr>
            <a:xfrm>
              <a:off x="3476925" y="2391675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7" y="1159"/>
                  </a:lnTo>
                  <a:lnTo>
                    <a:pt x="1391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6" y="1816"/>
                  </a:lnTo>
                  <a:lnTo>
                    <a:pt x="387" y="1700"/>
                  </a:lnTo>
                  <a:lnTo>
                    <a:pt x="348" y="1584"/>
                  </a:lnTo>
                  <a:lnTo>
                    <a:pt x="387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2" y="1623"/>
                  </a:lnTo>
                  <a:lnTo>
                    <a:pt x="3669" y="1700"/>
                  </a:lnTo>
                  <a:lnTo>
                    <a:pt x="3747" y="1816"/>
                  </a:lnTo>
                  <a:lnTo>
                    <a:pt x="3747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9" y="2356"/>
                  </a:lnTo>
                  <a:lnTo>
                    <a:pt x="3206" y="2434"/>
                  </a:lnTo>
                  <a:lnTo>
                    <a:pt x="3013" y="2395"/>
                  </a:lnTo>
                  <a:lnTo>
                    <a:pt x="2820" y="2356"/>
                  </a:lnTo>
                  <a:lnTo>
                    <a:pt x="2627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1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90" y="1468"/>
                  </a:lnTo>
                  <a:close/>
                  <a:moveTo>
                    <a:pt x="3747" y="4750"/>
                  </a:moveTo>
                  <a:lnTo>
                    <a:pt x="3901" y="4789"/>
                  </a:lnTo>
                  <a:lnTo>
                    <a:pt x="4017" y="4828"/>
                  </a:lnTo>
                  <a:lnTo>
                    <a:pt x="4094" y="4944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3" y="5368"/>
                  </a:lnTo>
                  <a:lnTo>
                    <a:pt x="4094" y="5484"/>
                  </a:lnTo>
                  <a:lnTo>
                    <a:pt x="3978" y="5600"/>
                  </a:lnTo>
                  <a:lnTo>
                    <a:pt x="3785" y="5754"/>
                  </a:lnTo>
                  <a:lnTo>
                    <a:pt x="3515" y="5870"/>
                  </a:lnTo>
                  <a:lnTo>
                    <a:pt x="3129" y="5870"/>
                  </a:lnTo>
                  <a:lnTo>
                    <a:pt x="2743" y="5793"/>
                  </a:lnTo>
                  <a:lnTo>
                    <a:pt x="2936" y="5368"/>
                  </a:lnTo>
                  <a:lnTo>
                    <a:pt x="3051" y="5214"/>
                  </a:lnTo>
                  <a:lnTo>
                    <a:pt x="3206" y="5021"/>
                  </a:lnTo>
                  <a:lnTo>
                    <a:pt x="3476" y="4866"/>
                  </a:lnTo>
                  <a:lnTo>
                    <a:pt x="3631" y="4789"/>
                  </a:lnTo>
                  <a:lnTo>
                    <a:pt x="3747" y="4750"/>
                  </a:lnTo>
                  <a:close/>
                  <a:moveTo>
                    <a:pt x="1121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3" y="6102"/>
                  </a:lnTo>
                  <a:lnTo>
                    <a:pt x="1430" y="6256"/>
                  </a:lnTo>
                  <a:lnTo>
                    <a:pt x="1237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6" y="6334"/>
                  </a:lnTo>
                  <a:lnTo>
                    <a:pt x="503" y="6179"/>
                  </a:lnTo>
                  <a:lnTo>
                    <a:pt x="426" y="6025"/>
                  </a:lnTo>
                  <a:lnTo>
                    <a:pt x="426" y="5909"/>
                  </a:lnTo>
                  <a:lnTo>
                    <a:pt x="464" y="5754"/>
                  </a:lnTo>
                  <a:lnTo>
                    <a:pt x="580" y="5677"/>
                  </a:lnTo>
                  <a:lnTo>
                    <a:pt x="696" y="5600"/>
                  </a:lnTo>
                  <a:lnTo>
                    <a:pt x="850" y="5523"/>
                  </a:lnTo>
                  <a:close/>
                  <a:moveTo>
                    <a:pt x="5716" y="6218"/>
                  </a:moveTo>
                  <a:lnTo>
                    <a:pt x="5870" y="6334"/>
                  </a:lnTo>
                  <a:lnTo>
                    <a:pt x="5948" y="6411"/>
                  </a:lnTo>
                  <a:lnTo>
                    <a:pt x="5986" y="6527"/>
                  </a:lnTo>
                  <a:lnTo>
                    <a:pt x="6025" y="6681"/>
                  </a:lnTo>
                  <a:lnTo>
                    <a:pt x="5986" y="6797"/>
                  </a:lnTo>
                  <a:lnTo>
                    <a:pt x="5909" y="7067"/>
                  </a:lnTo>
                  <a:lnTo>
                    <a:pt x="5793" y="7260"/>
                  </a:lnTo>
                  <a:lnTo>
                    <a:pt x="5677" y="7492"/>
                  </a:lnTo>
                  <a:lnTo>
                    <a:pt x="5484" y="7647"/>
                  </a:lnTo>
                  <a:lnTo>
                    <a:pt x="5291" y="7801"/>
                  </a:lnTo>
                  <a:lnTo>
                    <a:pt x="5059" y="7917"/>
                  </a:lnTo>
                  <a:lnTo>
                    <a:pt x="5098" y="7878"/>
                  </a:lnTo>
                  <a:lnTo>
                    <a:pt x="5021" y="7415"/>
                  </a:lnTo>
                  <a:lnTo>
                    <a:pt x="4982" y="7183"/>
                  </a:lnTo>
                  <a:lnTo>
                    <a:pt x="5021" y="6952"/>
                  </a:lnTo>
                  <a:lnTo>
                    <a:pt x="5137" y="6681"/>
                  </a:lnTo>
                  <a:lnTo>
                    <a:pt x="5214" y="6527"/>
                  </a:lnTo>
                  <a:lnTo>
                    <a:pt x="5330" y="6372"/>
                  </a:lnTo>
                  <a:lnTo>
                    <a:pt x="5446" y="6256"/>
                  </a:lnTo>
                  <a:lnTo>
                    <a:pt x="5600" y="6218"/>
                  </a:lnTo>
                  <a:close/>
                  <a:moveTo>
                    <a:pt x="8960" y="8071"/>
                  </a:moveTo>
                  <a:lnTo>
                    <a:pt x="9153" y="8110"/>
                  </a:lnTo>
                  <a:lnTo>
                    <a:pt x="9268" y="8187"/>
                  </a:lnTo>
                  <a:lnTo>
                    <a:pt x="9346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1"/>
                  </a:lnTo>
                  <a:lnTo>
                    <a:pt x="9268" y="8921"/>
                  </a:lnTo>
                  <a:lnTo>
                    <a:pt x="9037" y="9153"/>
                  </a:lnTo>
                  <a:lnTo>
                    <a:pt x="8805" y="9346"/>
                  </a:lnTo>
                  <a:lnTo>
                    <a:pt x="8689" y="9384"/>
                  </a:lnTo>
                  <a:lnTo>
                    <a:pt x="8612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2" y="9346"/>
                  </a:lnTo>
                  <a:lnTo>
                    <a:pt x="8264" y="9346"/>
                  </a:lnTo>
                  <a:lnTo>
                    <a:pt x="8226" y="8960"/>
                  </a:lnTo>
                  <a:lnTo>
                    <a:pt x="8226" y="8766"/>
                  </a:lnTo>
                  <a:lnTo>
                    <a:pt x="8264" y="8573"/>
                  </a:lnTo>
                  <a:lnTo>
                    <a:pt x="8342" y="8342"/>
                  </a:lnTo>
                  <a:lnTo>
                    <a:pt x="8496" y="8187"/>
                  </a:lnTo>
                  <a:lnTo>
                    <a:pt x="8728" y="8110"/>
                  </a:lnTo>
                  <a:lnTo>
                    <a:pt x="8844" y="8071"/>
                  </a:lnTo>
                  <a:close/>
                  <a:moveTo>
                    <a:pt x="4944" y="8380"/>
                  </a:moveTo>
                  <a:lnTo>
                    <a:pt x="4944" y="8419"/>
                  </a:lnTo>
                  <a:lnTo>
                    <a:pt x="4751" y="8805"/>
                  </a:lnTo>
                  <a:lnTo>
                    <a:pt x="4596" y="8960"/>
                  </a:lnTo>
                  <a:lnTo>
                    <a:pt x="4442" y="9153"/>
                  </a:lnTo>
                  <a:lnTo>
                    <a:pt x="4210" y="9307"/>
                  </a:lnTo>
                  <a:lnTo>
                    <a:pt x="3940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9" y="9346"/>
                  </a:lnTo>
                  <a:lnTo>
                    <a:pt x="3322" y="9191"/>
                  </a:lnTo>
                  <a:lnTo>
                    <a:pt x="3322" y="9075"/>
                  </a:lnTo>
                  <a:lnTo>
                    <a:pt x="3322" y="8960"/>
                  </a:lnTo>
                  <a:lnTo>
                    <a:pt x="3399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5" y="8458"/>
                  </a:lnTo>
                  <a:lnTo>
                    <a:pt x="4055" y="8380"/>
                  </a:lnTo>
                  <a:lnTo>
                    <a:pt x="4326" y="8380"/>
                  </a:lnTo>
                  <a:lnTo>
                    <a:pt x="4905" y="8419"/>
                  </a:lnTo>
                  <a:lnTo>
                    <a:pt x="4944" y="8380"/>
                  </a:lnTo>
                  <a:close/>
                  <a:moveTo>
                    <a:pt x="7994" y="10002"/>
                  </a:moveTo>
                  <a:lnTo>
                    <a:pt x="7956" y="10195"/>
                  </a:lnTo>
                  <a:lnTo>
                    <a:pt x="7917" y="10350"/>
                  </a:lnTo>
                  <a:lnTo>
                    <a:pt x="7840" y="10543"/>
                  </a:lnTo>
                  <a:lnTo>
                    <a:pt x="7724" y="10697"/>
                  </a:lnTo>
                  <a:lnTo>
                    <a:pt x="7608" y="10813"/>
                  </a:lnTo>
                  <a:lnTo>
                    <a:pt x="7492" y="10929"/>
                  </a:lnTo>
                  <a:lnTo>
                    <a:pt x="7338" y="11045"/>
                  </a:lnTo>
                  <a:lnTo>
                    <a:pt x="7145" y="11083"/>
                  </a:lnTo>
                  <a:lnTo>
                    <a:pt x="6952" y="11122"/>
                  </a:lnTo>
                  <a:lnTo>
                    <a:pt x="6797" y="11083"/>
                  </a:lnTo>
                  <a:lnTo>
                    <a:pt x="6720" y="11045"/>
                  </a:lnTo>
                  <a:lnTo>
                    <a:pt x="6681" y="10967"/>
                  </a:lnTo>
                  <a:lnTo>
                    <a:pt x="6643" y="10890"/>
                  </a:lnTo>
                  <a:lnTo>
                    <a:pt x="6604" y="10813"/>
                  </a:lnTo>
                  <a:lnTo>
                    <a:pt x="6643" y="10620"/>
                  </a:lnTo>
                  <a:lnTo>
                    <a:pt x="6720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2" y="10157"/>
                  </a:lnTo>
                  <a:lnTo>
                    <a:pt x="7492" y="10079"/>
                  </a:lnTo>
                  <a:lnTo>
                    <a:pt x="7724" y="10041"/>
                  </a:lnTo>
                  <a:lnTo>
                    <a:pt x="7994" y="10002"/>
                  </a:lnTo>
                  <a:close/>
                  <a:moveTo>
                    <a:pt x="2202" y="1"/>
                  </a:moveTo>
                  <a:lnTo>
                    <a:pt x="2009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1" y="812"/>
                  </a:lnTo>
                  <a:lnTo>
                    <a:pt x="1237" y="773"/>
                  </a:lnTo>
                  <a:lnTo>
                    <a:pt x="1043" y="735"/>
                  </a:lnTo>
                  <a:lnTo>
                    <a:pt x="696" y="735"/>
                  </a:lnTo>
                  <a:lnTo>
                    <a:pt x="541" y="812"/>
                  </a:lnTo>
                  <a:lnTo>
                    <a:pt x="387" y="889"/>
                  </a:lnTo>
                  <a:lnTo>
                    <a:pt x="233" y="1005"/>
                  </a:lnTo>
                  <a:lnTo>
                    <a:pt x="117" y="1159"/>
                  </a:lnTo>
                  <a:lnTo>
                    <a:pt x="39" y="1314"/>
                  </a:lnTo>
                  <a:lnTo>
                    <a:pt x="1" y="1468"/>
                  </a:lnTo>
                  <a:lnTo>
                    <a:pt x="1" y="1623"/>
                  </a:lnTo>
                  <a:lnTo>
                    <a:pt x="1" y="1777"/>
                  </a:lnTo>
                  <a:lnTo>
                    <a:pt x="78" y="1932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6" y="2279"/>
                  </a:lnTo>
                  <a:lnTo>
                    <a:pt x="580" y="2356"/>
                  </a:lnTo>
                  <a:lnTo>
                    <a:pt x="735" y="2395"/>
                  </a:lnTo>
                  <a:lnTo>
                    <a:pt x="1043" y="2434"/>
                  </a:lnTo>
                  <a:lnTo>
                    <a:pt x="1391" y="2395"/>
                  </a:lnTo>
                  <a:lnTo>
                    <a:pt x="1700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9" y="4635"/>
                  </a:lnTo>
                  <a:lnTo>
                    <a:pt x="1777" y="5021"/>
                  </a:lnTo>
                  <a:lnTo>
                    <a:pt x="1893" y="5368"/>
                  </a:lnTo>
                  <a:lnTo>
                    <a:pt x="1584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3" y="5252"/>
                  </a:lnTo>
                  <a:lnTo>
                    <a:pt x="387" y="5330"/>
                  </a:lnTo>
                  <a:lnTo>
                    <a:pt x="271" y="5446"/>
                  </a:lnTo>
                  <a:lnTo>
                    <a:pt x="155" y="5561"/>
                  </a:lnTo>
                  <a:lnTo>
                    <a:pt x="78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8" y="6218"/>
                  </a:lnTo>
                  <a:lnTo>
                    <a:pt x="155" y="6334"/>
                  </a:lnTo>
                  <a:lnTo>
                    <a:pt x="233" y="6450"/>
                  </a:lnTo>
                  <a:lnTo>
                    <a:pt x="348" y="6565"/>
                  </a:lnTo>
                  <a:lnTo>
                    <a:pt x="503" y="6643"/>
                  </a:lnTo>
                  <a:lnTo>
                    <a:pt x="657" y="6720"/>
                  </a:lnTo>
                  <a:lnTo>
                    <a:pt x="812" y="6758"/>
                  </a:lnTo>
                  <a:lnTo>
                    <a:pt x="1121" y="6758"/>
                  </a:lnTo>
                  <a:lnTo>
                    <a:pt x="1430" y="6681"/>
                  </a:lnTo>
                  <a:lnTo>
                    <a:pt x="1700" y="6527"/>
                  </a:lnTo>
                  <a:lnTo>
                    <a:pt x="1932" y="6295"/>
                  </a:lnTo>
                  <a:lnTo>
                    <a:pt x="2125" y="6063"/>
                  </a:lnTo>
                  <a:lnTo>
                    <a:pt x="2395" y="6527"/>
                  </a:lnTo>
                  <a:lnTo>
                    <a:pt x="2743" y="6990"/>
                  </a:lnTo>
                  <a:lnTo>
                    <a:pt x="3129" y="7376"/>
                  </a:lnTo>
                  <a:lnTo>
                    <a:pt x="3592" y="7762"/>
                  </a:lnTo>
                  <a:lnTo>
                    <a:pt x="4017" y="7994"/>
                  </a:lnTo>
                  <a:lnTo>
                    <a:pt x="3824" y="8033"/>
                  </a:lnTo>
                  <a:lnTo>
                    <a:pt x="3631" y="8110"/>
                  </a:lnTo>
                  <a:lnTo>
                    <a:pt x="3438" y="8187"/>
                  </a:lnTo>
                  <a:lnTo>
                    <a:pt x="3283" y="8342"/>
                  </a:lnTo>
                  <a:lnTo>
                    <a:pt x="3167" y="8458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6" y="8882"/>
                  </a:lnTo>
                  <a:lnTo>
                    <a:pt x="2897" y="9075"/>
                  </a:lnTo>
                  <a:lnTo>
                    <a:pt x="2936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2" y="9770"/>
                  </a:lnTo>
                  <a:lnTo>
                    <a:pt x="3515" y="9848"/>
                  </a:lnTo>
                  <a:lnTo>
                    <a:pt x="3708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9" y="9770"/>
                  </a:lnTo>
                  <a:lnTo>
                    <a:pt x="4403" y="9693"/>
                  </a:lnTo>
                  <a:lnTo>
                    <a:pt x="4673" y="9461"/>
                  </a:lnTo>
                  <a:lnTo>
                    <a:pt x="4905" y="9153"/>
                  </a:lnTo>
                  <a:lnTo>
                    <a:pt x="5098" y="8844"/>
                  </a:lnTo>
                  <a:lnTo>
                    <a:pt x="5214" y="8496"/>
                  </a:lnTo>
                  <a:lnTo>
                    <a:pt x="6527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6" y="9655"/>
                  </a:lnTo>
                  <a:lnTo>
                    <a:pt x="7762" y="9655"/>
                  </a:lnTo>
                  <a:lnTo>
                    <a:pt x="7569" y="9693"/>
                  </a:lnTo>
                  <a:lnTo>
                    <a:pt x="7145" y="9809"/>
                  </a:lnTo>
                  <a:lnTo>
                    <a:pt x="6797" y="9963"/>
                  </a:lnTo>
                  <a:lnTo>
                    <a:pt x="6643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5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5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6" y="11508"/>
                  </a:lnTo>
                  <a:lnTo>
                    <a:pt x="7029" y="11508"/>
                  </a:lnTo>
                  <a:lnTo>
                    <a:pt x="7222" y="11469"/>
                  </a:lnTo>
                  <a:lnTo>
                    <a:pt x="7415" y="11392"/>
                  </a:lnTo>
                  <a:lnTo>
                    <a:pt x="7569" y="11315"/>
                  </a:lnTo>
                  <a:lnTo>
                    <a:pt x="7724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10" y="10697"/>
                  </a:lnTo>
                  <a:lnTo>
                    <a:pt x="8226" y="10465"/>
                  </a:lnTo>
                  <a:lnTo>
                    <a:pt x="8264" y="10234"/>
                  </a:lnTo>
                  <a:lnTo>
                    <a:pt x="8303" y="9963"/>
                  </a:lnTo>
                  <a:lnTo>
                    <a:pt x="8342" y="9925"/>
                  </a:lnTo>
                  <a:lnTo>
                    <a:pt x="8728" y="10272"/>
                  </a:lnTo>
                  <a:lnTo>
                    <a:pt x="9075" y="10659"/>
                  </a:lnTo>
                  <a:lnTo>
                    <a:pt x="9346" y="11122"/>
                  </a:lnTo>
                  <a:lnTo>
                    <a:pt x="9462" y="11354"/>
                  </a:lnTo>
                  <a:lnTo>
                    <a:pt x="9539" y="11585"/>
                  </a:lnTo>
                  <a:lnTo>
                    <a:pt x="9655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5" y="12937"/>
                  </a:lnTo>
                  <a:lnTo>
                    <a:pt x="9577" y="13284"/>
                  </a:lnTo>
                  <a:lnTo>
                    <a:pt x="9462" y="13593"/>
                  </a:lnTo>
                  <a:lnTo>
                    <a:pt x="9191" y="14211"/>
                  </a:lnTo>
                  <a:lnTo>
                    <a:pt x="9153" y="14288"/>
                  </a:lnTo>
                  <a:lnTo>
                    <a:pt x="9153" y="14327"/>
                  </a:lnTo>
                  <a:lnTo>
                    <a:pt x="9230" y="14404"/>
                  </a:lnTo>
                  <a:lnTo>
                    <a:pt x="9307" y="14443"/>
                  </a:lnTo>
                  <a:lnTo>
                    <a:pt x="9423" y="14404"/>
                  </a:lnTo>
                  <a:lnTo>
                    <a:pt x="9577" y="14250"/>
                  </a:lnTo>
                  <a:lnTo>
                    <a:pt x="9732" y="14057"/>
                  </a:lnTo>
                  <a:lnTo>
                    <a:pt x="9848" y="13902"/>
                  </a:lnTo>
                  <a:lnTo>
                    <a:pt x="9925" y="13671"/>
                  </a:lnTo>
                  <a:lnTo>
                    <a:pt x="10079" y="13246"/>
                  </a:lnTo>
                  <a:lnTo>
                    <a:pt x="10118" y="12782"/>
                  </a:lnTo>
                  <a:lnTo>
                    <a:pt x="10118" y="12319"/>
                  </a:lnTo>
                  <a:lnTo>
                    <a:pt x="10041" y="11856"/>
                  </a:lnTo>
                  <a:lnTo>
                    <a:pt x="9925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7" y="10272"/>
                  </a:lnTo>
                  <a:lnTo>
                    <a:pt x="9037" y="9963"/>
                  </a:lnTo>
                  <a:lnTo>
                    <a:pt x="8728" y="9693"/>
                  </a:lnTo>
                  <a:lnTo>
                    <a:pt x="8960" y="9577"/>
                  </a:lnTo>
                  <a:lnTo>
                    <a:pt x="9230" y="9423"/>
                  </a:lnTo>
                  <a:lnTo>
                    <a:pt x="9462" y="9191"/>
                  </a:lnTo>
                  <a:lnTo>
                    <a:pt x="9616" y="8921"/>
                  </a:lnTo>
                  <a:lnTo>
                    <a:pt x="9732" y="8612"/>
                  </a:lnTo>
                  <a:lnTo>
                    <a:pt x="9732" y="8496"/>
                  </a:lnTo>
                  <a:lnTo>
                    <a:pt x="9732" y="8342"/>
                  </a:lnTo>
                  <a:lnTo>
                    <a:pt x="9693" y="8187"/>
                  </a:lnTo>
                  <a:lnTo>
                    <a:pt x="9616" y="8071"/>
                  </a:lnTo>
                  <a:lnTo>
                    <a:pt x="9500" y="7956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7" y="7724"/>
                  </a:lnTo>
                  <a:lnTo>
                    <a:pt x="8689" y="7724"/>
                  </a:lnTo>
                  <a:lnTo>
                    <a:pt x="8535" y="7762"/>
                  </a:lnTo>
                  <a:lnTo>
                    <a:pt x="8380" y="7840"/>
                  </a:lnTo>
                  <a:lnTo>
                    <a:pt x="8226" y="7956"/>
                  </a:lnTo>
                  <a:lnTo>
                    <a:pt x="8110" y="8071"/>
                  </a:lnTo>
                  <a:lnTo>
                    <a:pt x="7956" y="8264"/>
                  </a:lnTo>
                  <a:lnTo>
                    <a:pt x="7878" y="8535"/>
                  </a:lnTo>
                  <a:lnTo>
                    <a:pt x="7840" y="8766"/>
                  </a:lnTo>
                  <a:lnTo>
                    <a:pt x="7840" y="9037"/>
                  </a:lnTo>
                  <a:lnTo>
                    <a:pt x="7222" y="8766"/>
                  </a:lnTo>
                  <a:lnTo>
                    <a:pt x="6643" y="8496"/>
                  </a:lnTo>
                  <a:lnTo>
                    <a:pt x="5368" y="8033"/>
                  </a:lnTo>
                  <a:lnTo>
                    <a:pt x="5639" y="7878"/>
                  </a:lnTo>
                  <a:lnTo>
                    <a:pt x="5870" y="7685"/>
                  </a:lnTo>
                  <a:lnTo>
                    <a:pt x="6063" y="7454"/>
                  </a:lnTo>
                  <a:lnTo>
                    <a:pt x="6218" y="7183"/>
                  </a:lnTo>
                  <a:lnTo>
                    <a:pt x="6334" y="6874"/>
                  </a:lnTo>
                  <a:lnTo>
                    <a:pt x="6334" y="6720"/>
                  </a:lnTo>
                  <a:lnTo>
                    <a:pt x="6334" y="6527"/>
                  </a:lnTo>
                  <a:lnTo>
                    <a:pt x="6334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5" y="5948"/>
                  </a:lnTo>
                  <a:lnTo>
                    <a:pt x="5870" y="5870"/>
                  </a:lnTo>
                  <a:lnTo>
                    <a:pt x="5716" y="5832"/>
                  </a:lnTo>
                  <a:lnTo>
                    <a:pt x="5561" y="5870"/>
                  </a:lnTo>
                  <a:lnTo>
                    <a:pt x="5407" y="5909"/>
                  </a:lnTo>
                  <a:lnTo>
                    <a:pt x="5253" y="5986"/>
                  </a:lnTo>
                  <a:lnTo>
                    <a:pt x="5137" y="6063"/>
                  </a:lnTo>
                  <a:lnTo>
                    <a:pt x="4905" y="6334"/>
                  </a:lnTo>
                  <a:lnTo>
                    <a:pt x="4751" y="6643"/>
                  </a:lnTo>
                  <a:lnTo>
                    <a:pt x="4635" y="7029"/>
                  </a:lnTo>
                  <a:lnTo>
                    <a:pt x="4635" y="7222"/>
                  </a:lnTo>
                  <a:lnTo>
                    <a:pt x="4635" y="7415"/>
                  </a:lnTo>
                  <a:lnTo>
                    <a:pt x="4635" y="7608"/>
                  </a:lnTo>
                  <a:lnTo>
                    <a:pt x="4712" y="7762"/>
                  </a:lnTo>
                  <a:lnTo>
                    <a:pt x="4094" y="7454"/>
                  </a:lnTo>
                  <a:lnTo>
                    <a:pt x="3824" y="7299"/>
                  </a:lnTo>
                  <a:lnTo>
                    <a:pt x="3553" y="7106"/>
                  </a:lnTo>
                  <a:lnTo>
                    <a:pt x="3322" y="6874"/>
                  </a:lnTo>
                  <a:lnTo>
                    <a:pt x="3090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2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3" y="5986"/>
                  </a:lnTo>
                  <a:lnTo>
                    <a:pt x="4249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9" y="5407"/>
                  </a:lnTo>
                  <a:lnTo>
                    <a:pt x="4557" y="5214"/>
                  </a:lnTo>
                  <a:lnTo>
                    <a:pt x="4519" y="5059"/>
                  </a:lnTo>
                  <a:lnTo>
                    <a:pt x="4480" y="4866"/>
                  </a:lnTo>
                  <a:lnTo>
                    <a:pt x="4403" y="4712"/>
                  </a:lnTo>
                  <a:lnTo>
                    <a:pt x="4287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1" y="4364"/>
                  </a:lnTo>
                  <a:lnTo>
                    <a:pt x="3708" y="4364"/>
                  </a:lnTo>
                  <a:lnTo>
                    <a:pt x="3553" y="4403"/>
                  </a:lnTo>
                  <a:lnTo>
                    <a:pt x="3399" y="4442"/>
                  </a:lnTo>
                  <a:lnTo>
                    <a:pt x="3245" y="4519"/>
                  </a:lnTo>
                  <a:lnTo>
                    <a:pt x="3090" y="4635"/>
                  </a:lnTo>
                  <a:lnTo>
                    <a:pt x="2820" y="4905"/>
                  </a:lnTo>
                  <a:lnTo>
                    <a:pt x="2588" y="5214"/>
                  </a:lnTo>
                  <a:lnTo>
                    <a:pt x="2434" y="5561"/>
                  </a:lnTo>
                  <a:lnTo>
                    <a:pt x="2395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6" y="4326"/>
                  </a:lnTo>
                  <a:lnTo>
                    <a:pt x="2047" y="3940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5" y="2318"/>
                  </a:lnTo>
                  <a:lnTo>
                    <a:pt x="2356" y="2511"/>
                  </a:lnTo>
                  <a:lnTo>
                    <a:pt x="2588" y="2627"/>
                  </a:lnTo>
                  <a:lnTo>
                    <a:pt x="2820" y="2743"/>
                  </a:lnTo>
                  <a:lnTo>
                    <a:pt x="3129" y="2781"/>
                  </a:lnTo>
                  <a:lnTo>
                    <a:pt x="3283" y="2743"/>
                  </a:lnTo>
                  <a:lnTo>
                    <a:pt x="3476" y="2704"/>
                  </a:lnTo>
                  <a:lnTo>
                    <a:pt x="3631" y="2627"/>
                  </a:lnTo>
                  <a:lnTo>
                    <a:pt x="3785" y="2549"/>
                  </a:lnTo>
                  <a:lnTo>
                    <a:pt x="3901" y="2434"/>
                  </a:lnTo>
                  <a:lnTo>
                    <a:pt x="4017" y="2279"/>
                  </a:lnTo>
                  <a:lnTo>
                    <a:pt x="4094" y="2125"/>
                  </a:lnTo>
                  <a:lnTo>
                    <a:pt x="4133" y="1970"/>
                  </a:lnTo>
                  <a:lnTo>
                    <a:pt x="4094" y="1777"/>
                  </a:lnTo>
                  <a:lnTo>
                    <a:pt x="4055" y="1623"/>
                  </a:lnTo>
                  <a:lnTo>
                    <a:pt x="4017" y="1507"/>
                  </a:lnTo>
                  <a:lnTo>
                    <a:pt x="3901" y="1352"/>
                  </a:lnTo>
                  <a:lnTo>
                    <a:pt x="3785" y="1237"/>
                  </a:lnTo>
                  <a:lnTo>
                    <a:pt x="3631" y="1159"/>
                  </a:lnTo>
                  <a:lnTo>
                    <a:pt x="3515" y="1121"/>
                  </a:lnTo>
                  <a:lnTo>
                    <a:pt x="3322" y="1082"/>
                  </a:lnTo>
                  <a:lnTo>
                    <a:pt x="3167" y="1043"/>
                  </a:lnTo>
                  <a:lnTo>
                    <a:pt x="3013" y="1082"/>
                  </a:lnTo>
                  <a:lnTo>
                    <a:pt x="2743" y="1159"/>
                  </a:lnTo>
                  <a:lnTo>
                    <a:pt x="2472" y="1314"/>
                  </a:lnTo>
                  <a:lnTo>
                    <a:pt x="2241" y="1545"/>
                  </a:lnTo>
                  <a:lnTo>
                    <a:pt x="2511" y="78"/>
                  </a:lnTo>
                  <a:lnTo>
                    <a:pt x="220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3"/>
            <p:cNvSpPr/>
            <p:nvPr/>
          </p:nvSpPr>
          <p:spPr>
            <a:xfrm>
              <a:off x="3971200" y="2394575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32" y="1"/>
                  </a:moveTo>
                  <a:lnTo>
                    <a:pt x="117" y="39"/>
                  </a:lnTo>
                  <a:lnTo>
                    <a:pt x="1" y="155"/>
                  </a:lnTo>
                  <a:lnTo>
                    <a:pt x="1" y="271"/>
                  </a:lnTo>
                  <a:lnTo>
                    <a:pt x="1" y="387"/>
                  </a:lnTo>
                  <a:lnTo>
                    <a:pt x="310" y="889"/>
                  </a:lnTo>
                  <a:lnTo>
                    <a:pt x="657" y="1391"/>
                  </a:lnTo>
                  <a:lnTo>
                    <a:pt x="1005" y="1893"/>
                  </a:lnTo>
                  <a:lnTo>
                    <a:pt x="1352" y="2356"/>
                  </a:lnTo>
                  <a:lnTo>
                    <a:pt x="1777" y="2781"/>
                  </a:lnTo>
                  <a:lnTo>
                    <a:pt x="2202" y="3206"/>
                  </a:lnTo>
                  <a:lnTo>
                    <a:pt x="2665" y="3592"/>
                  </a:lnTo>
                  <a:lnTo>
                    <a:pt x="3167" y="3901"/>
                  </a:lnTo>
                  <a:lnTo>
                    <a:pt x="3515" y="3785"/>
                  </a:lnTo>
                  <a:lnTo>
                    <a:pt x="2742" y="3013"/>
                  </a:lnTo>
                  <a:lnTo>
                    <a:pt x="2009" y="2240"/>
                  </a:lnTo>
                  <a:lnTo>
                    <a:pt x="1314" y="1429"/>
                  </a:lnTo>
                  <a:lnTo>
                    <a:pt x="1005" y="1005"/>
                  </a:lnTo>
                  <a:lnTo>
                    <a:pt x="696" y="580"/>
                  </a:lnTo>
                  <a:lnTo>
                    <a:pt x="1584" y="696"/>
                  </a:lnTo>
                  <a:lnTo>
                    <a:pt x="2472" y="889"/>
                  </a:lnTo>
                  <a:lnTo>
                    <a:pt x="2974" y="1043"/>
                  </a:lnTo>
                  <a:lnTo>
                    <a:pt x="3476" y="1236"/>
                  </a:lnTo>
                  <a:lnTo>
                    <a:pt x="3978" y="1391"/>
                  </a:lnTo>
                  <a:lnTo>
                    <a:pt x="4480" y="1507"/>
                  </a:lnTo>
                  <a:lnTo>
                    <a:pt x="4557" y="1507"/>
                  </a:lnTo>
                  <a:lnTo>
                    <a:pt x="4634" y="1584"/>
                  </a:lnTo>
                  <a:lnTo>
                    <a:pt x="4789" y="1584"/>
                  </a:lnTo>
                  <a:lnTo>
                    <a:pt x="4866" y="1507"/>
                  </a:lnTo>
                  <a:lnTo>
                    <a:pt x="4943" y="1429"/>
                  </a:lnTo>
                  <a:lnTo>
                    <a:pt x="4596" y="1159"/>
                  </a:lnTo>
                  <a:lnTo>
                    <a:pt x="4132" y="889"/>
                  </a:lnTo>
                  <a:lnTo>
                    <a:pt x="3592" y="657"/>
                  </a:lnTo>
                  <a:lnTo>
                    <a:pt x="3051" y="464"/>
                  </a:lnTo>
                  <a:lnTo>
                    <a:pt x="2511" y="310"/>
                  </a:lnTo>
                  <a:lnTo>
                    <a:pt x="1893" y="194"/>
                  </a:lnTo>
                  <a:lnTo>
                    <a:pt x="1314" y="117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3"/>
            <p:cNvSpPr/>
            <p:nvPr/>
          </p:nvSpPr>
          <p:spPr>
            <a:xfrm>
              <a:off x="591450" y="239845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26"/>
                  </a:lnTo>
                  <a:lnTo>
                    <a:pt x="0" y="3012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52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30"/>
                  </a:lnTo>
                  <a:lnTo>
                    <a:pt x="463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776"/>
                  </a:lnTo>
                  <a:lnTo>
                    <a:pt x="888" y="1545"/>
                  </a:lnTo>
                  <a:lnTo>
                    <a:pt x="1043" y="1313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2"/>
                  </a:lnTo>
                  <a:lnTo>
                    <a:pt x="1854" y="657"/>
                  </a:lnTo>
                  <a:lnTo>
                    <a:pt x="2124" y="541"/>
                  </a:lnTo>
                  <a:lnTo>
                    <a:pt x="2433" y="502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2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1" y="1390"/>
                  </a:lnTo>
                  <a:lnTo>
                    <a:pt x="3668" y="1661"/>
                  </a:lnTo>
                  <a:lnTo>
                    <a:pt x="4132" y="1545"/>
                  </a:lnTo>
                  <a:lnTo>
                    <a:pt x="4016" y="1159"/>
                  </a:lnTo>
                  <a:lnTo>
                    <a:pt x="3823" y="811"/>
                  </a:lnTo>
                  <a:lnTo>
                    <a:pt x="3630" y="502"/>
                  </a:lnTo>
                  <a:lnTo>
                    <a:pt x="3398" y="270"/>
                  </a:lnTo>
                  <a:lnTo>
                    <a:pt x="3244" y="155"/>
                  </a:lnTo>
                  <a:lnTo>
                    <a:pt x="3089" y="77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3"/>
            <p:cNvSpPr/>
            <p:nvPr/>
          </p:nvSpPr>
          <p:spPr>
            <a:xfrm>
              <a:off x="456275" y="2399400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80"/>
                  </a:lnTo>
                  <a:lnTo>
                    <a:pt x="12280" y="657"/>
                  </a:lnTo>
                  <a:lnTo>
                    <a:pt x="12628" y="850"/>
                  </a:lnTo>
                  <a:lnTo>
                    <a:pt x="12898" y="1159"/>
                  </a:lnTo>
                  <a:lnTo>
                    <a:pt x="13130" y="1507"/>
                  </a:lnTo>
                  <a:lnTo>
                    <a:pt x="13323" y="1854"/>
                  </a:lnTo>
                  <a:lnTo>
                    <a:pt x="13478" y="2240"/>
                  </a:lnTo>
                  <a:lnTo>
                    <a:pt x="13632" y="2665"/>
                  </a:lnTo>
                  <a:lnTo>
                    <a:pt x="13825" y="3438"/>
                  </a:lnTo>
                  <a:lnTo>
                    <a:pt x="13825" y="3438"/>
                  </a:lnTo>
                  <a:lnTo>
                    <a:pt x="13091" y="3013"/>
                  </a:lnTo>
                  <a:lnTo>
                    <a:pt x="12705" y="2781"/>
                  </a:lnTo>
                  <a:lnTo>
                    <a:pt x="12358" y="2472"/>
                  </a:lnTo>
                  <a:lnTo>
                    <a:pt x="12010" y="2125"/>
                  </a:lnTo>
                  <a:lnTo>
                    <a:pt x="11817" y="1932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734"/>
                  </a:lnTo>
                  <a:lnTo>
                    <a:pt x="11740" y="619"/>
                  </a:lnTo>
                  <a:lnTo>
                    <a:pt x="11856" y="541"/>
                  </a:lnTo>
                  <a:lnTo>
                    <a:pt x="11972" y="503"/>
                  </a:lnTo>
                  <a:close/>
                  <a:moveTo>
                    <a:pt x="16219" y="1584"/>
                  </a:moveTo>
                  <a:lnTo>
                    <a:pt x="16296" y="1623"/>
                  </a:lnTo>
                  <a:lnTo>
                    <a:pt x="16412" y="1661"/>
                  </a:lnTo>
                  <a:lnTo>
                    <a:pt x="16490" y="1738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56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74"/>
                  </a:lnTo>
                  <a:lnTo>
                    <a:pt x="15949" y="3206"/>
                  </a:lnTo>
                  <a:lnTo>
                    <a:pt x="15563" y="3399"/>
                  </a:lnTo>
                  <a:lnTo>
                    <a:pt x="15138" y="3553"/>
                  </a:lnTo>
                  <a:lnTo>
                    <a:pt x="14713" y="3669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2" y="3360"/>
                  </a:lnTo>
                  <a:lnTo>
                    <a:pt x="14636" y="2974"/>
                  </a:lnTo>
                  <a:lnTo>
                    <a:pt x="14829" y="2627"/>
                  </a:lnTo>
                  <a:lnTo>
                    <a:pt x="15099" y="2279"/>
                  </a:lnTo>
                  <a:lnTo>
                    <a:pt x="15408" y="1970"/>
                  </a:lnTo>
                  <a:lnTo>
                    <a:pt x="15640" y="1816"/>
                  </a:lnTo>
                  <a:lnTo>
                    <a:pt x="15872" y="1661"/>
                  </a:lnTo>
                  <a:lnTo>
                    <a:pt x="16103" y="1623"/>
                  </a:lnTo>
                  <a:lnTo>
                    <a:pt x="16219" y="1584"/>
                  </a:lnTo>
                  <a:close/>
                  <a:moveTo>
                    <a:pt x="13825" y="4287"/>
                  </a:moveTo>
                  <a:lnTo>
                    <a:pt x="13671" y="4557"/>
                  </a:lnTo>
                  <a:lnTo>
                    <a:pt x="13478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5" y="5870"/>
                  </a:lnTo>
                  <a:lnTo>
                    <a:pt x="10968" y="5793"/>
                  </a:lnTo>
                  <a:lnTo>
                    <a:pt x="10929" y="5716"/>
                  </a:lnTo>
                  <a:lnTo>
                    <a:pt x="10890" y="5639"/>
                  </a:lnTo>
                  <a:lnTo>
                    <a:pt x="10890" y="5445"/>
                  </a:lnTo>
                  <a:lnTo>
                    <a:pt x="10968" y="5252"/>
                  </a:lnTo>
                  <a:lnTo>
                    <a:pt x="11122" y="5098"/>
                  </a:lnTo>
                  <a:lnTo>
                    <a:pt x="11277" y="4943"/>
                  </a:lnTo>
                  <a:lnTo>
                    <a:pt x="11547" y="4750"/>
                  </a:lnTo>
                  <a:lnTo>
                    <a:pt x="11817" y="4635"/>
                  </a:lnTo>
                  <a:lnTo>
                    <a:pt x="12087" y="4557"/>
                  </a:lnTo>
                  <a:lnTo>
                    <a:pt x="12628" y="4480"/>
                  </a:lnTo>
                  <a:lnTo>
                    <a:pt x="13246" y="4403"/>
                  </a:lnTo>
                  <a:lnTo>
                    <a:pt x="13555" y="4364"/>
                  </a:lnTo>
                  <a:lnTo>
                    <a:pt x="13825" y="4287"/>
                  </a:lnTo>
                  <a:close/>
                  <a:moveTo>
                    <a:pt x="14404" y="4248"/>
                  </a:moveTo>
                  <a:lnTo>
                    <a:pt x="15099" y="4596"/>
                  </a:lnTo>
                  <a:lnTo>
                    <a:pt x="15408" y="4789"/>
                  </a:lnTo>
                  <a:lnTo>
                    <a:pt x="15717" y="4982"/>
                  </a:lnTo>
                  <a:lnTo>
                    <a:pt x="15910" y="5137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44" y="5986"/>
                  </a:lnTo>
                  <a:lnTo>
                    <a:pt x="16876" y="6334"/>
                  </a:lnTo>
                  <a:lnTo>
                    <a:pt x="16992" y="6681"/>
                  </a:lnTo>
                  <a:lnTo>
                    <a:pt x="16992" y="6836"/>
                  </a:lnTo>
                  <a:lnTo>
                    <a:pt x="16992" y="6990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8"/>
                  </a:lnTo>
                  <a:lnTo>
                    <a:pt x="16374" y="7338"/>
                  </a:lnTo>
                  <a:lnTo>
                    <a:pt x="16142" y="7222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370" y="6565"/>
                  </a:lnTo>
                  <a:lnTo>
                    <a:pt x="15061" y="6141"/>
                  </a:lnTo>
                  <a:lnTo>
                    <a:pt x="14829" y="5716"/>
                  </a:lnTo>
                  <a:lnTo>
                    <a:pt x="14636" y="5252"/>
                  </a:lnTo>
                  <a:lnTo>
                    <a:pt x="14520" y="4750"/>
                  </a:lnTo>
                  <a:lnTo>
                    <a:pt x="14404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70" y="117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06" y="619"/>
                  </a:lnTo>
                  <a:lnTo>
                    <a:pt x="10929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68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33" y="2742"/>
                  </a:lnTo>
                  <a:lnTo>
                    <a:pt x="12396" y="3090"/>
                  </a:lnTo>
                  <a:lnTo>
                    <a:pt x="12860" y="3399"/>
                  </a:lnTo>
                  <a:lnTo>
                    <a:pt x="12860" y="3399"/>
                  </a:lnTo>
                  <a:lnTo>
                    <a:pt x="12049" y="3283"/>
                  </a:lnTo>
                  <a:lnTo>
                    <a:pt x="11199" y="3283"/>
                  </a:lnTo>
                  <a:lnTo>
                    <a:pt x="10388" y="3322"/>
                  </a:lnTo>
                  <a:lnTo>
                    <a:pt x="9616" y="3476"/>
                  </a:lnTo>
                  <a:lnTo>
                    <a:pt x="9655" y="3013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623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90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87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52"/>
                  </a:lnTo>
                  <a:lnTo>
                    <a:pt x="5407" y="5561"/>
                  </a:lnTo>
                  <a:lnTo>
                    <a:pt x="4596" y="6218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082" y="10156"/>
                  </a:lnTo>
                  <a:lnTo>
                    <a:pt x="503" y="10967"/>
                  </a:lnTo>
                  <a:lnTo>
                    <a:pt x="1" y="11778"/>
                  </a:lnTo>
                  <a:lnTo>
                    <a:pt x="348" y="12049"/>
                  </a:lnTo>
                  <a:lnTo>
                    <a:pt x="1546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79"/>
                  </a:lnTo>
                  <a:lnTo>
                    <a:pt x="6257" y="5561"/>
                  </a:lnTo>
                  <a:lnTo>
                    <a:pt x="7106" y="5059"/>
                  </a:lnTo>
                  <a:lnTo>
                    <a:pt x="7994" y="4596"/>
                  </a:lnTo>
                  <a:lnTo>
                    <a:pt x="8458" y="4441"/>
                  </a:lnTo>
                  <a:lnTo>
                    <a:pt x="8921" y="4248"/>
                  </a:lnTo>
                  <a:lnTo>
                    <a:pt x="9423" y="4133"/>
                  </a:lnTo>
                  <a:lnTo>
                    <a:pt x="9886" y="4017"/>
                  </a:lnTo>
                  <a:lnTo>
                    <a:pt x="10388" y="3901"/>
                  </a:lnTo>
                  <a:lnTo>
                    <a:pt x="10852" y="3862"/>
                  </a:lnTo>
                  <a:lnTo>
                    <a:pt x="11354" y="3824"/>
                  </a:lnTo>
                  <a:lnTo>
                    <a:pt x="11856" y="3824"/>
                  </a:lnTo>
                  <a:lnTo>
                    <a:pt x="12358" y="3862"/>
                  </a:lnTo>
                  <a:lnTo>
                    <a:pt x="12860" y="3901"/>
                  </a:lnTo>
                  <a:lnTo>
                    <a:pt x="12319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57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6" y="5291"/>
                  </a:lnTo>
                  <a:lnTo>
                    <a:pt x="10388" y="5523"/>
                  </a:lnTo>
                  <a:lnTo>
                    <a:pt x="10388" y="5754"/>
                  </a:lnTo>
                  <a:lnTo>
                    <a:pt x="10427" y="5947"/>
                  </a:lnTo>
                  <a:lnTo>
                    <a:pt x="10581" y="6179"/>
                  </a:lnTo>
                  <a:lnTo>
                    <a:pt x="10659" y="6256"/>
                  </a:lnTo>
                  <a:lnTo>
                    <a:pt x="10775" y="6334"/>
                  </a:lnTo>
                  <a:lnTo>
                    <a:pt x="11006" y="6411"/>
                  </a:lnTo>
                  <a:lnTo>
                    <a:pt x="11277" y="6449"/>
                  </a:lnTo>
                  <a:lnTo>
                    <a:pt x="11585" y="6411"/>
                  </a:lnTo>
                  <a:lnTo>
                    <a:pt x="11856" y="6372"/>
                  </a:lnTo>
                  <a:lnTo>
                    <a:pt x="12165" y="6256"/>
                  </a:lnTo>
                  <a:lnTo>
                    <a:pt x="12628" y="6063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716"/>
                  </a:lnTo>
                  <a:lnTo>
                    <a:pt x="14057" y="4866"/>
                  </a:lnTo>
                  <a:lnTo>
                    <a:pt x="14211" y="5407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4" y="6874"/>
                  </a:lnTo>
                  <a:lnTo>
                    <a:pt x="15177" y="7067"/>
                  </a:lnTo>
                  <a:lnTo>
                    <a:pt x="15408" y="7299"/>
                  </a:lnTo>
                  <a:lnTo>
                    <a:pt x="15679" y="7492"/>
                  </a:lnTo>
                  <a:lnTo>
                    <a:pt x="15988" y="7685"/>
                  </a:lnTo>
                  <a:lnTo>
                    <a:pt x="16296" y="7801"/>
                  </a:lnTo>
                  <a:lnTo>
                    <a:pt x="16605" y="7878"/>
                  </a:lnTo>
                  <a:lnTo>
                    <a:pt x="16760" y="7878"/>
                  </a:lnTo>
                  <a:lnTo>
                    <a:pt x="16876" y="7840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47"/>
                  </a:lnTo>
                  <a:lnTo>
                    <a:pt x="17378" y="7531"/>
                  </a:lnTo>
                  <a:lnTo>
                    <a:pt x="17416" y="7376"/>
                  </a:lnTo>
                  <a:lnTo>
                    <a:pt x="17455" y="7260"/>
                  </a:lnTo>
                  <a:lnTo>
                    <a:pt x="17493" y="6951"/>
                  </a:lnTo>
                  <a:lnTo>
                    <a:pt x="17416" y="6604"/>
                  </a:lnTo>
                  <a:lnTo>
                    <a:pt x="17300" y="6295"/>
                  </a:lnTo>
                  <a:lnTo>
                    <a:pt x="17185" y="5986"/>
                  </a:lnTo>
                  <a:lnTo>
                    <a:pt x="17030" y="5716"/>
                  </a:lnTo>
                  <a:lnTo>
                    <a:pt x="16876" y="5484"/>
                  </a:lnTo>
                  <a:lnTo>
                    <a:pt x="16683" y="5252"/>
                  </a:lnTo>
                  <a:lnTo>
                    <a:pt x="16490" y="5021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46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65"/>
                  </a:lnTo>
                  <a:lnTo>
                    <a:pt x="17107" y="2434"/>
                  </a:lnTo>
                  <a:lnTo>
                    <a:pt x="17146" y="2163"/>
                  </a:lnTo>
                  <a:lnTo>
                    <a:pt x="17107" y="1932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59"/>
                  </a:lnTo>
                  <a:lnTo>
                    <a:pt x="15910" y="1198"/>
                  </a:lnTo>
                  <a:lnTo>
                    <a:pt x="15679" y="1236"/>
                  </a:lnTo>
                  <a:lnTo>
                    <a:pt x="15447" y="1352"/>
                  </a:lnTo>
                  <a:lnTo>
                    <a:pt x="15254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7" y="2588"/>
                  </a:lnTo>
                  <a:lnTo>
                    <a:pt x="14095" y="3013"/>
                  </a:lnTo>
                  <a:lnTo>
                    <a:pt x="13941" y="2434"/>
                  </a:lnTo>
                  <a:lnTo>
                    <a:pt x="13748" y="1893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8" y="117"/>
                  </a:lnTo>
                  <a:lnTo>
                    <a:pt x="12087" y="39"/>
                  </a:lnTo>
                  <a:lnTo>
                    <a:pt x="118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3"/>
            <p:cNvSpPr/>
            <p:nvPr/>
          </p:nvSpPr>
          <p:spPr>
            <a:xfrm>
              <a:off x="5396100" y="2441875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6" y="1159"/>
                  </a:lnTo>
                  <a:lnTo>
                    <a:pt x="1390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5" y="1816"/>
                  </a:lnTo>
                  <a:lnTo>
                    <a:pt x="386" y="1700"/>
                  </a:lnTo>
                  <a:lnTo>
                    <a:pt x="348" y="1584"/>
                  </a:lnTo>
                  <a:lnTo>
                    <a:pt x="386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1" y="1623"/>
                  </a:lnTo>
                  <a:lnTo>
                    <a:pt x="3669" y="1700"/>
                  </a:lnTo>
                  <a:lnTo>
                    <a:pt x="3746" y="1816"/>
                  </a:lnTo>
                  <a:lnTo>
                    <a:pt x="3746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8" y="2356"/>
                  </a:lnTo>
                  <a:lnTo>
                    <a:pt x="3205" y="2434"/>
                  </a:lnTo>
                  <a:lnTo>
                    <a:pt x="3012" y="2395"/>
                  </a:lnTo>
                  <a:lnTo>
                    <a:pt x="2819" y="2356"/>
                  </a:lnTo>
                  <a:lnTo>
                    <a:pt x="2626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0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89" y="1468"/>
                  </a:lnTo>
                  <a:close/>
                  <a:moveTo>
                    <a:pt x="3746" y="4750"/>
                  </a:moveTo>
                  <a:lnTo>
                    <a:pt x="3900" y="4789"/>
                  </a:lnTo>
                  <a:lnTo>
                    <a:pt x="4016" y="4828"/>
                  </a:lnTo>
                  <a:lnTo>
                    <a:pt x="4093" y="4944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2" y="5368"/>
                  </a:lnTo>
                  <a:lnTo>
                    <a:pt x="4093" y="5484"/>
                  </a:lnTo>
                  <a:lnTo>
                    <a:pt x="3978" y="5600"/>
                  </a:lnTo>
                  <a:lnTo>
                    <a:pt x="3784" y="5754"/>
                  </a:lnTo>
                  <a:lnTo>
                    <a:pt x="3514" y="5870"/>
                  </a:lnTo>
                  <a:lnTo>
                    <a:pt x="3128" y="5870"/>
                  </a:lnTo>
                  <a:lnTo>
                    <a:pt x="2742" y="5793"/>
                  </a:lnTo>
                  <a:lnTo>
                    <a:pt x="2935" y="5368"/>
                  </a:lnTo>
                  <a:lnTo>
                    <a:pt x="3051" y="5214"/>
                  </a:lnTo>
                  <a:lnTo>
                    <a:pt x="3205" y="5021"/>
                  </a:lnTo>
                  <a:lnTo>
                    <a:pt x="3476" y="4866"/>
                  </a:lnTo>
                  <a:lnTo>
                    <a:pt x="3630" y="4789"/>
                  </a:lnTo>
                  <a:lnTo>
                    <a:pt x="3746" y="4750"/>
                  </a:lnTo>
                  <a:close/>
                  <a:moveTo>
                    <a:pt x="1120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2" y="6102"/>
                  </a:lnTo>
                  <a:lnTo>
                    <a:pt x="1429" y="6256"/>
                  </a:lnTo>
                  <a:lnTo>
                    <a:pt x="1236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5" y="6334"/>
                  </a:lnTo>
                  <a:lnTo>
                    <a:pt x="502" y="6179"/>
                  </a:lnTo>
                  <a:lnTo>
                    <a:pt x="425" y="6025"/>
                  </a:lnTo>
                  <a:lnTo>
                    <a:pt x="425" y="5909"/>
                  </a:lnTo>
                  <a:lnTo>
                    <a:pt x="464" y="5754"/>
                  </a:lnTo>
                  <a:lnTo>
                    <a:pt x="579" y="5677"/>
                  </a:lnTo>
                  <a:lnTo>
                    <a:pt x="695" y="5600"/>
                  </a:lnTo>
                  <a:lnTo>
                    <a:pt x="850" y="5523"/>
                  </a:lnTo>
                  <a:close/>
                  <a:moveTo>
                    <a:pt x="5715" y="6218"/>
                  </a:moveTo>
                  <a:lnTo>
                    <a:pt x="5870" y="6334"/>
                  </a:lnTo>
                  <a:lnTo>
                    <a:pt x="5947" y="6411"/>
                  </a:lnTo>
                  <a:lnTo>
                    <a:pt x="5986" y="6527"/>
                  </a:lnTo>
                  <a:lnTo>
                    <a:pt x="6024" y="6681"/>
                  </a:lnTo>
                  <a:lnTo>
                    <a:pt x="5986" y="6797"/>
                  </a:lnTo>
                  <a:lnTo>
                    <a:pt x="5908" y="7067"/>
                  </a:lnTo>
                  <a:lnTo>
                    <a:pt x="5792" y="7260"/>
                  </a:lnTo>
                  <a:lnTo>
                    <a:pt x="5677" y="7492"/>
                  </a:lnTo>
                  <a:lnTo>
                    <a:pt x="5484" y="7647"/>
                  </a:lnTo>
                  <a:lnTo>
                    <a:pt x="5290" y="7801"/>
                  </a:lnTo>
                  <a:lnTo>
                    <a:pt x="5059" y="7917"/>
                  </a:lnTo>
                  <a:lnTo>
                    <a:pt x="5097" y="7878"/>
                  </a:lnTo>
                  <a:lnTo>
                    <a:pt x="5020" y="7415"/>
                  </a:lnTo>
                  <a:lnTo>
                    <a:pt x="4982" y="7183"/>
                  </a:lnTo>
                  <a:lnTo>
                    <a:pt x="5020" y="6952"/>
                  </a:lnTo>
                  <a:lnTo>
                    <a:pt x="5136" y="6681"/>
                  </a:lnTo>
                  <a:lnTo>
                    <a:pt x="5213" y="6527"/>
                  </a:lnTo>
                  <a:lnTo>
                    <a:pt x="5329" y="6372"/>
                  </a:lnTo>
                  <a:lnTo>
                    <a:pt x="5445" y="6256"/>
                  </a:lnTo>
                  <a:lnTo>
                    <a:pt x="5599" y="6218"/>
                  </a:lnTo>
                  <a:close/>
                  <a:moveTo>
                    <a:pt x="8959" y="8071"/>
                  </a:moveTo>
                  <a:lnTo>
                    <a:pt x="9152" y="8110"/>
                  </a:lnTo>
                  <a:lnTo>
                    <a:pt x="9268" y="8187"/>
                  </a:lnTo>
                  <a:lnTo>
                    <a:pt x="9345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1"/>
                  </a:lnTo>
                  <a:lnTo>
                    <a:pt x="9268" y="8921"/>
                  </a:lnTo>
                  <a:lnTo>
                    <a:pt x="9036" y="9153"/>
                  </a:lnTo>
                  <a:lnTo>
                    <a:pt x="8804" y="9346"/>
                  </a:lnTo>
                  <a:lnTo>
                    <a:pt x="8689" y="9384"/>
                  </a:lnTo>
                  <a:lnTo>
                    <a:pt x="8611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1" y="9346"/>
                  </a:lnTo>
                  <a:lnTo>
                    <a:pt x="8264" y="9346"/>
                  </a:lnTo>
                  <a:lnTo>
                    <a:pt x="8225" y="8959"/>
                  </a:lnTo>
                  <a:lnTo>
                    <a:pt x="8225" y="8766"/>
                  </a:lnTo>
                  <a:lnTo>
                    <a:pt x="8264" y="8573"/>
                  </a:lnTo>
                  <a:lnTo>
                    <a:pt x="8341" y="8342"/>
                  </a:lnTo>
                  <a:lnTo>
                    <a:pt x="8496" y="8187"/>
                  </a:lnTo>
                  <a:lnTo>
                    <a:pt x="8727" y="8110"/>
                  </a:lnTo>
                  <a:lnTo>
                    <a:pt x="8843" y="8071"/>
                  </a:lnTo>
                  <a:close/>
                  <a:moveTo>
                    <a:pt x="4943" y="8380"/>
                  </a:moveTo>
                  <a:lnTo>
                    <a:pt x="4943" y="8419"/>
                  </a:lnTo>
                  <a:lnTo>
                    <a:pt x="4750" y="8805"/>
                  </a:lnTo>
                  <a:lnTo>
                    <a:pt x="4595" y="8959"/>
                  </a:lnTo>
                  <a:lnTo>
                    <a:pt x="4441" y="9153"/>
                  </a:lnTo>
                  <a:lnTo>
                    <a:pt x="4209" y="9307"/>
                  </a:lnTo>
                  <a:lnTo>
                    <a:pt x="3939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8" y="9346"/>
                  </a:lnTo>
                  <a:lnTo>
                    <a:pt x="3321" y="9191"/>
                  </a:lnTo>
                  <a:lnTo>
                    <a:pt x="3321" y="9075"/>
                  </a:lnTo>
                  <a:lnTo>
                    <a:pt x="3321" y="8959"/>
                  </a:lnTo>
                  <a:lnTo>
                    <a:pt x="3398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4" y="8457"/>
                  </a:lnTo>
                  <a:lnTo>
                    <a:pt x="4055" y="8380"/>
                  </a:lnTo>
                  <a:lnTo>
                    <a:pt x="4325" y="8380"/>
                  </a:lnTo>
                  <a:lnTo>
                    <a:pt x="4904" y="8419"/>
                  </a:lnTo>
                  <a:lnTo>
                    <a:pt x="4943" y="8380"/>
                  </a:lnTo>
                  <a:close/>
                  <a:moveTo>
                    <a:pt x="7994" y="10002"/>
                  </a:moveTo>
                  <a:lnTo>
                    <a:pt x="7955" y="10195"/>
                  </a:lnTo>
                  <a:lnTo>
                    <a:pt x="7916" y="10350"/>
                  </a:lnTo>
                  <a:lnTo>
                    <a:pt x="7839" y="10543"/>
                  </a:lnTo>
                  <a:lnTo>
                    <a:pt x="7723" y="10697"/>
                  </a:lnTo>
                  <a:lnTo>
                    <a:pt x="7607" y="10813"/>
                  </a:lnTo>
                  <a:lnTo>
                    <a:pt x="7492" y="10929"/>
                  </a:lnTo>
                  <a:lnTo>
                    <a:pt x="7337" y="11045"/>
                  </a:lnTo>
                  <a:lnTo>
                    <a:pt x="7144" y="11083"/>
                  </a:lnTo>
                  <a:lnTo>
                    <a:pt x="6951" y="11122"/>
                  </a:lnTo>
                  <a:lnTo>
                    <a:pt x="6796" y="11083"/>
                  </a:lnTo>
                  <a:lnTo>
                    <a:pt x="6719" y="11045"/>
                  </a:lnTo>
                  <a:lnTo>
                    <a:pt x="6681" y="10967"/>
                  </a:lnTo>
                  <a:lnTo>
                    <a:pt x="6642" y="10890"/>
                  </a:lnTo>
                  <a:lnTo>
                    <a:pt x="6603" y="10813"/>
                  </a:lnTo>
                  <a:lnTo>
                    <a:pt x="6642" y="10620"/>
                  </a:lnTo>
                  <a:lnTo>
                    <a:pt x="6719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1" y="10157"/>
                  </a:lnTo>
                  <a:lnTo>
                    <a:pt x="7492" y="10079"/>
                  </a:lnTo>
                  <a:lnTo>
                    <a:pt x="7723" y="10041"/>
                  </a:lnTo>
                  <a:lnTo>
                    <a:pt x="7994" y="10002"/>
                  </a:lnTo>
                  <a:close/>
                  <a:moveTo>
                    <a:pt x="2201" y="1"/>
                  </a:moveTo>
                  <a:lnTo>
                    <a:pt x="2008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0" y="812"/>
                  </a:lnTo>
                  <a:lnTo>
                    <a:pt x="1236" y="773"/>
                  </a:lnTo>
                  <a:lnTo>
                    <a:pt x="1043" y="735"/>
                  </a:lnTo>
                  <a:lnTo>
                    <a:pt x="695" y="735"/>
                  </a:lnTo>
                  <a:lnTo>
                    <a:pt x="541" y="812"/>
                  </a:lnTo>
                  <a:lnTo>
                    <a:pt x="386" y="889"/>
                  </a:lnTo>
                  <a:lnTo>
                    <a:pt x="232" y="1005"/>
                  </a:lnTo>
                  <a:lnTo>
                    <a:pt x="116" y="1159"/>
                  </a:lnTo>
                  <a:lnTo>
                    <a:pt x="39" y="1314"/>
                  </a:lnTo>
                  <a:lnTo>
                    <a:pt x="0" y="1468"/>
                  </a:lnTo>
                  <a:lnTo>
                    <a:pt x="0" y="1623"/>
                  </a:lnTo>
                  <a:lnTo>
                    <a:pt x="0" y="1777"/>
                  </a:lnTo>
                  <a:lnTo>
                    <a:pt x="77" y="1932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5" y="2279"/>
                  </a:lnTo>
                  <a:lnTo>
                    <a:pt x="579" y="2356"/>
                  </a:lnTo>
                  <a:lnTo>
                    <a:pt x="734" y="2395"/>
                  </a:lnTo>
                  <a:lnTo>
                    <a:pt x="1043" y="2434"/>
                  </a:lnTo>
                  <a:lnTo>
                    <a:pt x="1390" y="2395"/>
                  </a:lnTo>
                  <a:lnTo>
                    <a:pt x="1699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8" y="4635"/>
                  </a:lnTo>
                  <a:lnTo>
                    <a:pt x="1777" y="5021"/>
                  </a:lnTo>
                  <a:lnTo>
                    <a:pt x="1892" y="5368"/>
                  </a:lnTo>
                  <a:lnTo>
                    <a:pt x="1583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2" y="5252"/>
                  </a:lnTo>
                  <a:lnTo>
                    <a:pt x="386" y="5330"/>
                  </a:lnTo>
                  <a:lnTo>
                    <a:pt x="271" y="5446"/>
                  </a:lnTo>
                  <a:lnTo>
                    <a:pt x="155" y="5561"/>
                  </a:lnTo>
                  <a:lnTo>
                    <a:pt x="77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7" y="6218"/>
                  </a:lnTo>
                  <a:lnTo>
                    <a:pt x="155" y="6334"/>
                  </a:lnTo>
                  <a:lnTo>
                    <a:pt x="232" y="6450"/>
                  </a:lnTo>
                  <a:lnTo>
                    <a:pt x="348" y="6565"/>
                  </a:lnTo>
                  <a:lnTo>
                    <a:pt x="502" y="6643"/>
                  </a:lnTo>
                  <a:lnTo>
                    <a:pt x="657" y="6720"/>
                  </a:lnTo>
                  <a:lnTo>
                    <a:pt x="811" y="6758"/>
                  </a:lnTo>
                  <a:lnTo>
                    <a:pt x="1120" y="6758"/>
                  </a:lnTo>
                  <a:lnTo>
                    <a:pt x="1429" y="6681"/>
                  </a:lnTo>
                  <a:lnTo>
                    <a:pt x="1699" y="6527"/>
                  </a:lnTo>
                  <a:lnTo>
                    <a:pt x="1931" y="6295"/>
                  </a:lnTo>
                  <a:lnTo>
                    <a:pt x="2124" y="6063"/>
                  </a:lnTo>
                  <a:lnTo>
                    <a:pt x="2394" y="6527"/>
                  </a:lnTo>
                  <a:lnTo>
                    <a:pt x="2742" y="6990"/>
                  </a:lnTo>
                  <a:lnTo>
                    <a:pt x="3128" y="7376"/>
                  </a:lnTo>
                  <a:lnTo>
                    <a:pt x="3591" y="7762"/>
                  </a:lnTo>
                  <a:lnTo>
                    <a:pt x="4016" y="7994"/>
                  </a:lnTo>
                  <a:lnTo>
                    <a:pt x="3823" y="8033"/>
                  </a:lnTo>
                  <a:lnTo>
                    <a:pt x="3630" y="8110"/>
                  </a:lnTo>
                  <a:lnTo>
                    <a:pt x="3437" y="8187"/>
                  </a:lnTo>
                  <a:lnTo>
                    <a:pt x="3282" y="8342"/>
                  </a:lnTo>
                  <a:lnTo>
                    <a:pt x="3167" y="8457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5" y="8882"/>
                  </a:lnTo>
                  <a:lnTo>
                    <a:pt x="2896" y="9075"/>
                  </a:lnTo>
                  <a:lnTo>
                    <a:pt x="2935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1" y="9770"/>
                  </a:lnTo>
                  <a:lnTo>
                    <a:pt x="3514" y="9848"/>
                  </a:lnTo>
                  <a:lnTo>
                    <a:pt x="3707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8" y="9770"/>
                  </a:lnTo>
                  <a:lnTo>
                    <a:pt x="4402" y="9693"/>
                  </a:lnTo>
                  <a:lnTo>
                    <a:pt x="4673" y="9461"/>
                  </a:lnTo>
                  <a:lnTo>
                    <a:pt x="4904" y="9153"/>
                  </a:lnTo>
                  <a:lnTo>
                    <a:pt x="5097" y="8844"/>
                  </a:lnTo>
                  <a:lnTo>
                    <a:pt x="5213" y="8496"/>
                  </a:lnTo>
                  <a:lnTo>
                    <a:pt x="6526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5" y="9655"/>
                  </a:lnTo>
                  <a:lnTo>
                    <a:pt x="7762" y="9655"/>
                  </a:lnTo>
                  <a:lnTo>
                    <a:pt x="7569" y="9693"/>
                  </a:lnTo>
                  <a:lnTo>
                    <a:pt x="7144" y="9809"/>
                  </a:lnTo>
                  <a:lnTo>
                    <a:pt x="6796" y="9963"/>
                  </a:lnTo>
                  <a:lnTo>
                    <a:pt x="6642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4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4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5" y="11508"/>
                  </a:lnTo>
                  <a:lnTo>
                    <a:pt x="7028" y="11508"/>
                  </a:lnTo>
                  <a:lnTo>
                    <a:pt x="7221" y="11469"/>
                  </a:lnTo>
                  <a:lnTo>
                    <a:pt x="7414" y="11392"/>
                  </a:lnTo>
                  <a:lnTo>
                    <a:pt x="7569" y="11315"/>
                  </a:lnTo>
                  <a:lnTo>
                    <a:pt x="7723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09" y="10697"/>
                  </a:lnTo>
                  <a:lnTo>
                    <a:pt x="8225" y="10465"/>
                  </a:lnTo>
                  <a:lnTo>
                    <a:pt x="8264" y="10234"/>
                  </a:lnTo>
                  <a:lnTo>
                    <a:pt x="8302" y="9963"/>
                  </a:lnTo>
                  <a:lnTo>
                    <a:pt x="8341" y="9925"/>
                  </a:lnTo>
                  <a:lnTo>
                    <a:pt x="8727" y="10272"/>
                  </a:lnTo>
                  <a:lnTo>
                    <a:pt x="9075" y="10659"/>
                  </a:lnTo>
                  <a:lnTo>
                    <a:pt x="9345" y="11122"/>
                  </a:lnTo>
                  <a:lnTo>
                    <a:pt x="9461" y="11354"/>
                  </a:lnTo>
                  <a:lnTo>
                    <a:pt x="9538" y="11585"/>
                  </a:lnTo>
                  <a:lnTo>
                    <a:pt x="9654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4" y="12937"/>
                  </a:lnTo>
                  <a:lnTo>
                    <a:pt x="9577" y="13284"/>
                  </a:lnTo>
                  <a:lnTo>
                    <a:pt x="9461" y="13593"/>
                  </a:lnTo>
                  <a:lnTo>
                    <a:pt x="9191" y="14211"/>
                  </a:lnTo>
                  <a:lnTo>
                    <a:pt x="9152" y="14288"/>
                  </a:lnTo>
                  <a:lnTo>
                    <a:pt x="9152" y="14327"/>
                  </a:lnTo>
                  <a:lnTo>
                    <a:pt x="9229" y="14404"/>
                  </a:lnTo>
                  <a:lnTo>
                    <a:pt x="9306" y="14443"/>
                  </a:lnTo>
                  <a:lnTo>
                    <a:pt x="9422" y="14404"/>
                  </a:lnTo>
                  <a:lnTo>
                    <a:pt x="9577" y="14250"/>
                  </a:lnTo>
                  <a:lnTo>
                    <a:pt x="9731" y="14057"/>
                  </a:lnTo>
                  <a:lnTo>
                    <a:pt x="9847" y="13902"/>
                  </a:lnTo>
                  <a:lnTo>
                    <a:pt x="9924" y="13670"/>
                  </a:lnTo>
                  <a:lnTo>
                    <a:pt x="10079" y="13246"/>
                  </a:lnTo>
                  <a:lnTo>
                    <a:pt x="10117" y="12782"/>
                  </a:lnTo>
                  <a:lnTo>
                    <a:pt x="10117" y="12319"/>
                  </a:lnTo>
                  <a:lnTo>
                    <a:pt x="10040" y="11856"/>
                  </a:lnTo>
                  <a:lnTo>
                    <a:pt x="9924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6" y="10272"/>
                  </a:lnTo>
                  <a:lnTo>
                    <a:pt x="9036" y="9963"/>
                  </a:lnTo>
                  <a:lnTo>
                    <a:pt x="8727" y="9693"/>
                  </a:lnTo>
                  <a:lnTo>
                    <a:pt x="8959" y="9577"/>
                  </a:lnTo>
                  <a:lnTo>
                    <a:pt x="9229" y="9423"/>
                  </a:lnTo>
                  <a:lnTo>
                    <a:pt x="9461" y="9191"/>
                  </a:lnTo>
                  <a:lnTo>
                    <a:pt x="9615" y="8921"/>
                  </a:lnTo>
                  <a:lnTo>
                    <a:pt x="9731" y="8612"/>
                  </a:lnTo>
                  <a:lnTo>
                    <a:pt x="9731" y="8496"/>
                  </a:lnTo>
                  <a:lnTo>
                    <a:pt x="9731" y="8342"/>
                  </a:lnTo>
                  <a:lnTo>
                    <a:pt x="9693" y="8187"/>
                  </a:lnTo>
                  <a:lnTo>
                    <a:pt x="9615" y="8071"/>
                  </a:lnTo>
                  <a:lnTo>
                    <a:pt x="9499" y="7955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6" y="7724"/>
                  </a:lnTo>
                  <a:lnTo>
                    <a:pt x="8689" y="7724"/>
                  </a:lnTo>
                  <a:lnTo>
                    <a:pt x="8534" y="7762"/>
                  </a:lnTo>
                  <a:lnTo>
                    <a:pt x="8380" y="7840"/>
                  </a:lnTo>
                  <a:lnTo>
                    <a:pt x="8225" y="7955"/>
                  </a:lnTo>
                  <a:lnTo>
                    <a:pt x="8109" y="8071"/>
                  </a:lnTo>
                  <a:lnTo>
                    <a:pt x="7955" y="8264"/>
                  </a:lnTo>
                  <a:lnTo>
                    <a:pt x="7878" y="8535"/>
                  </a:lnTo>
                  <a:lnTo>
                    <a:pt x="7839" y="8766"/>
                  </a:lnTo>
                  <a:lnTo>
                    <a:pt x="7839" y="9037"/>
                  </a:lnTo>
                  <a:lnTo>
                    <a:pt x="7221" y="8766"/>
                  </a:lnTo>
                  <a:lnTo>
                    <a:pt x="6642" y="8496"/>
                  </a:lnTo>
                  <a:lnTo>
                    <a:pt x="5368" y="8033"/>
                  </a:lnTo>
                  <a:lnTo>
                    <a:pt x="5638" y="7878"/>
                  </a:lnTo>
                  <a:lnTo>
                    <a:pt x="5870" y="7685"/>
                  </a:lnTo>
                  <a:lnTo>
                    <a:pt x="6063" y="7453"/>
                  </a:lnTo>
                  <a:lnTo>
                    <a:pt x="6217" y="7183"/>
                  </a:lnTo>
                  <a:lnTo>
                    <a:pt x="6333" y="6874"/>
                  </a:lnTo>
                  <a:lnTo>
                    <a:pt x="6333" y="6720"/>
                  </a:lnTo>
                  <a:lnTo>
                    <a:pt x="6333" y="6527"/>
                  </a:lnTo>
                  <a:lnTo>
                    <a:pt x="6333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4" y="5948"/>
                  </a:lnTo>
                  <a:lnTo>
                    <a:pt x="5870" y="5870"/>
                  </a:lnTo>
                  <a:lnTo>
                    <a:pt x="5715" y="5832"/>
                  </a:lnTo>
                  <a:lnTo>
                    <a:pt x="5561" y="5870"/>
                  </a:lnTo>
                  <a:lnTo>
                    <a:pt x="5406" y="5909"/>
                  </a:lnTo>
                  <a:lnTo>
                    <a:pt x="5252" y="5986"/>
                  </a:lnTo>
                  <a:lnTo>
                    <a:pt x="5136" y="6063"/>
                  </a:lnTo>
                  <a:lnTo>
                    <a:pt x="4904" y="6334"/>
                  </a:lnTo>
                  <a:lnTo>
                    <a:pt x="4750" y="6643"/>
                  </a:lnTo>
                  <a:lnTo>
                    <a:pt x="4634" y="7029"/>
                  </a:lnTo>
                  <a:lnTo>
                    <a:pt x="4634" y="7222"/>
                  </a:lnTo>
                  <a:lnTo>
                    <a:pt x="4634" y="7415"/>
                  </a:lnTo>
                  <a:lnTo>
                    <a:pt x="4634" y="7608"/>
                  </a:lnTo>
                  <a:lnTo>
                    <a:pt x="4711" y="7762"/>
                  </a:lnTo>
                  <a:lnTo>
                    <a:pt x="4093" y="7453"/>
                  </a:lnTo>
                  <a:lnTo>
                    <a:pt x="3823" y="7299"/>
                  </a:lnTo>
                  <a:lnTo>
                    <a:pt x="3553" y="7106"/>
                  </a:lnTo>
                  <a:lnTo>
                    <a:pt x="3321" y="6874"/>
                  </a:lnTo>
                  <a:lnTo>
                    <a:pt x="3089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1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2" y="5986"/>
                  </a:lnTo>
                  <a:lnTo>
                    <a:pt x="4248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8" y="5407"/>
                  </a:lnTo>
                  <a:lnTo>
                    <a:pt x="4557" y="5214"/>
                  </a:lnTo>
                  <a:lnTo>
                    <a:pt x="4518" y="5059"/>
                  </a:lnTo>
                  <a:lnTo>
                    <a:pt x="4480" y="4866"/>
                  </a:lnTo>
                  <a:lnTo>
                    <a:pt x="4402" y="4712"/>
                  </a:lnTo>
                  <a:lnTo>
                    <a:pt x="4286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0" y="4364"/>
                  </a:lnTo>
                  <a:lnTo>
                    <a:pt x="3707" y="4364"/>
                  </a:lnTo>
                  <a:lnTo>
                    <a:pt x="3553" y="4403"/>
                  </a:lnTo>
                  <a:lnTo>
                    <a:pt x="3398" y="4442"/>
                  </a:lnTo>
                  <a:lnTo>
                    <a:pt x="3244" y="4519"/>
                  </a:lnTo>
                  <a:lnTo>
                    <a:pt x="3089" y="4635"/>
                  </a:lnTo>
                  <a:lnTo>
                    <a:pt x="2819" y="4905"/>
                  </a:lnTo>
                  <a:lnTo>
                    <a:pt x="2587" y="5214"/>
                  </a:lnTo>
                  <a:lnTo>
                    <a:pt x="2433" y="5561"/>
                  </a:lnTo>
                  <a:lnTo>
                    <a:pt x="2394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5" y="4326"/>
                  </a:lnTo>
                  <a:lnTo>
                    <a:pt x="2047" y="3940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4" y="2318"/>
                  </a:lnTo>
                  <a:lnTo>
                    <a:pt x="2356" y="2511"/>
                  </a:lnTo>
                  <a:lnTo>
                    <a:pt x="2587" y="2627"/>
                  </a:lnTo>
                  <a:lnTo>
                    <a:pt x="2819" y="2742"/>
                  </a:lnTo>
                  <a:lnTo>
                    <a:pt x="3128" y="2781"/>
                  </a:lnTo>
                  <a:lnTo>
                    <a:pt x="3282" y="2742"/>
                  </a:lnTo>
                  <a:lnTo>
                    <a:pt x="3476" y="2704"/>
                  </a:lnTo>
                  <a:lnTo>
                    <a:pt x="3630" y="2627"/>
                  </a:lnTo>
                  <a:lnTo>
                    <a:pt x="3784" y="2549"/>
                  </a:lnTo>
                  <a:lnTo>
                    <a:pt x="3900" y="2434"/>
                  </a:lnTo>
                  <a:lnTo>
                    <a:pt x="4016" y="2279"/>
                  </a:lnTo>
                  <a:lnTo>
                    <a:pt x="4093" y="2125"/>
                  </a:lnTo>
                  <a:lnTo>
                    <a:pt x="4132" y="1970"/>
                  </a:lnTo>
                  <a:lnTo>
                    <a:pt x="4093" y="1777"/>
                  </a:lnTo>
                  <a:lnTo>
                    <a:pt x="4055" y="1623"/>
                  </a:lnTo>
                  <a:lnTo>
                    <a:pt x="4016" y="1507"/>
                  </a:lnTo>
                  <a:lnTo>
                    <a:pt x="3900" y="1352"/>
                  </a:lnTo>
                  <a:lnTo>
                    <a:pt x="3784" y="1237"/>
                  </a:lnTo>
                  <a:lnTo>
                    <a:pt x="3630" y="1159"/>
                  </a:lnTo>
                  <a:lnTo>
                    <a:pt x="3514" y="1121"/>
                  </a:lnTo>
                  <a:lnTo>
                    <a:pt x="3321" y="1082"/>
                  </a:lnTo>
                  <a:lnTo>
                    <a:pt x="3167" y="1043"/>
                  </a:lnTo>
                  <a:lnTo>
                    <a:pt x="3012" y="1082"/>
                  </a:lnTo>
                  <a:lnTo>
                    <a:pt x="2742" y="1159"/>
                  </a:lnTo>
                  <a:lnTo>
                    <a:pt x="2472" y="1314"/>
                  </a:lnTo>
                  <a:lnTo>
                    <a:pt x="2240" y="1545"/>
                  </a:lnTo>
                  <a:lnTo>
                    <a:pt x="2510" y="78"/>
                  </a:lnTo>
                  <a:lnTo>
                    <a:pt x="220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3"/>
            <p:cNvSpPr/>
            <p:nvPr/>
          </p:nvSpPr>
          <p:spPr>
            <a:xfrm>
              <a:off x="4094775" y="2444775"/>
              <a:ext cx="126475" cy="70500"/>
            </a:xfrm>
            <a:custGeom>
              <a:avLst/>
              <a:gdLst/>
              <a:ahLst/>
              <a:cxnLst/>
              <a:rect l="l" t="t" r="r" b="b"/>
              <a:pathLst>
                <a:path w="5059" h="2820" extrusionOk="0">
                  <a:moveTo>
                    <a:pt x="4904" y="1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42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5"/>
                  </a:lnTo>
                  <a:lnTo>
                    <a:pt x="116" y="2433"/>
                  </a:lnTo>
                  <a:lnTo>
                    <a:pt x="39" y="2511"/>
                  </a:lnTo>
                  <a:lnTo>
                    <a:pt x="0" y="2588"/>
                  </a:lnTo>
                  <a:lnTo>
                    <a:pt x="39" y="2704"/>
                  </a:lnTo>
                  <a:lnTo>
                    <a:pt x="116" y="2781"/>
                  </a:lnTo>
                  <a:lnTo>
                    <a:pt x="387" y="2820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95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121"/>
                  </a:lnTo>
                  <a:lnTo>
                    <a:pt x="4596" y="734"/>
                  </a:lnTo>
                  <a:lnTo>
                    <a:pt x="5059" y="348"/>
                  </a:lnTo>
                  <a:lnTo>
                    <a:pt x="490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3"/>
            <p:cNvSpPr/>
            <p:nvPr/>
          </p:nvSpPr>
          <p:spPr>
            <a:xfrm>
              <a:off x="6880825" y="24872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5" y="1159"/>
                  </a:lnTo>
                  <a:lnTo>
                    <a:pt x="2897" y="1700"/>
                  </a:lnTo>
                  <a:lnTo>
                    <a:pt x="2511" y="2202"/>
                  </a:lnTo>
                  <a:lnTo>
                    <a:pt x="1932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96"/>
                  </a:lnTo>
                  <a:lnTo>
                    <a:pt x="40" y="4943"/>
                  </a:lnTo>
                  <a:lnTo>
                    <a:pt x="155" y="4943"/>
                  </a:lnTo>
                  <a:lnTo>
                    <a:pt x="542" y="4789"/>
                  </a:lnTo>
                  <a:lnTo>
                    <a:pt x="966" y="4519"/>
                  </a:lnTo>
                  <a:lnTo>
                    <a:pt x="1314" y="4248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897" y="2511"/>
                  </a:lnTo>
                  <a:lnTo>
                    <a:pt x="3322" y="1970"/>
                  </a:lnTo>
                  <a:lnTo>
                    <a:pt x="3669" y="1391"/>
                  </a:lnTo>
                  <a:lnTo>
                    <a:pt x="3978" y="812"/>
                  </a:lnTo>
                  <a:lnTo>
                    <a:pt x="4249" y="194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"/>
            <p:cNvSpPr/>
            <p:nvPr/>
          </p:nvSpPr>
          <p:spPr>
            <a:xfrm>
              <a:off x="4037825" y="2489175"/>
              <a:ext cx="66625" cy="98500"/>
            </a:xfrm>
            <a:custGeom>
              <a:avLst/>
              <a:gdLst/>
              <a:ahLst/>
              <a:cxnLst/>
              <a:rect l="l" t="t" r="r" b="b"/>
              <a:pathLst>
                <a:path w="2665" h="3940" extrusionOk="0">
                  <a:moveTo>
                    <a:pt x="850" y="1"/>
                  </a:moveTo>
                  <a:lnTo>
                    <a:pt x="502" y="117"/>
                  </a:lnTo>
                  <a:lnTo>
                    <a:pt x="618" y="194"/>
                  </a:lnTo>
                  <a:lnTo>
                    <a:pt x="463" y="580"/>
                  </a:lnTo>
                  <a:lnTo>
                    <a:pt x="270" y="1082"/>
                  </a:lnTo>
                  <a:lnTo>
                    <a:pt x="155" y="1584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36"/>
                  </a:lnTo>
                  <a:lnTo>
                    <a:pt x="77" y="3167"/>
                  </a:lnTo>
                  <a:lnTo>
                    <a:pt x="193" y="3399"/>
                  </a:lnTo>
                  <a:lnTo>
                    <a:pt x="309" y="3554"/>
                  </a:lnTo>
                  <a:lnTo>
                    <a:pt x="463" y="3708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40"/>
                  </a:lnTo>
                  <a:lnTo>
                    <a:pt x="1313" y="3901"/>
                  </a:lnTo>
                  <a:lnTo>
                    <a:pt x="1506" y="3824"/>
                  </a:lnTo>
                  <a:lnTo>
                    <a:pt x="1661" y="3669"/>
                  </a:lnTo>
                  <a:lnTo>
                    <a:pt x="1815" y="3476"/>
                  </a:lnTo>
                  <a:lnTo>
                    <a:pt x="1969" y="3283"/>
                  </a:lnTo>
                  <a:lnTo>
                    <a:pt x="2124" y="3052"/>
                  </a:lnTo>
                  <a:lnTo>
                    <a:pt x="2317" y="2511"/>
                  </a:lnTo>
                  <a:lnTo>
                    <a:pt x="2510" y="1970"/>
                  </a:lnTo>
                  <a:lnTo>
                    <a:pt x="2626" y="1468"/>
                  </a:lnTo>
                  <a:lnTo>
                    <a:pt x="2665" y="1044"/>
                  </a:lnTo>
                  <a:lnTo>
                    <a:pt x="2394" y="1005"/>
                  </a:lnTo>
                  <a:lnTo>
                    <a:pt x="2008" y="2009"/>
                  </a:lnTo>
                  <a:lnTo>
                    <a:pt x="1738" y="2665"/>
                  </a:lnTo>
                  <a:lnTo>
                    <a:pt x="1545" y="3013"/>
                  </a:lnTo>
                  <a:lnTo>
                    <a:pt x="1467" y="3206"/>
                  </a:lnTo>
                  <a:lnTo>
                    <a:pt x="1352" y="3283"/>
                  </a:lnTo>
                  <a:lnTo>
                    <a:pt x="1159" y="3283"/>
                  </a:lnTo>
                  <a:lnTo>
                    <a:pt x="1004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897"/>
                  </a:lnTo>
                  <a:lnTo>
                    <a:pt x="541" y="2665"/>
                  </a:lnTo>
                  <a:lnTo>
                    <a:pt x="541" y="2356"/>
                  </a:lnTo>
                  <a:lnTo>
                    <a:pt x="579" y="2048"/>
                  </a:lnTo>
                  <a:lnTo>
                    <a:pt x="657" y="1623"/>
                  </a:lnTo>
                  <a:lnTo>
                    <a:pt x="734" y="1159"/>
                  </a:lnTo>
                  <a:lnTo>
                    <a:pt x="888" y="773"/>
                  </a:lnTo>
                  <a:lnTo>
                    <a:pt x="1043" y="349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5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"/>
            <p:cNvSpPr/>
            <p:nvPr/>
          </p:nvSpPr>
          <p:spPr>
            <a:xfrm>
              <a:off x="6829675" y="248917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4" y="271"/>
                  </a:moveTo>
                  <a:lnTo>
                    <a:pt x="1236" y="387"/>
                  </a:lnTo>
                  <a:lnTo>
                    <a:pt x="1429" y="542"/>
                  </a:lnTo>
                  <a:lnTo>
                    <a:pt x="1545" y="735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4" y="1198"/>
                  </a:lnTo>
                  <a:lnTo>
                    <a:pt x="1545" y="1275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6"/>
                  </a:lnTo>
                  <a:lnTo>
                    <a:pt x="966" y="1584"/>
                  </a:lnTo>
                  <a:lnTo>
                    <a:pt x="773" y="1546"/>
                  </a:lnTo>
                  <a:lnTo>
                    <a:pt x="580" y="1391"/>
                  </a:lnTo>
                  <a:lnTo>
                    <a:pt x="502" y="1314"/>
                  </a:lnTo>
                  <a:lnTo>
                    <a:pt x="464" y="1198"/>
                  </a:lnTo>
                  <a:lnTo>
                    <a:pt x="425" y="966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387"/>
                  </a:lnTo>
                  <a:lnTo>
                    <a:pt x="734" y="349"/>
                  </a:lnTo>
                  <a:lnTo>
                    <a:pt x="734" y="271"/>
                  </a:lnTo>
                  <a:close/>
                  <a:moveTo>
                    <a:pt x="850" y="1"/>
                  </a:moveTo>
                  <a:lnTo>
                    <a:pt x="657" y="78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78"/>
                  </a:lnTo>
                  <a:lnTo>
                    <a:pt x="271" y="194"/>
                  </a:lnTo>
                  <a:lnTo>
                    <a:pt x="155" y="349"/>
                  </a:lnTo>
                  <a:lnTo>
                    <a:pt x="78" y="503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8" y="1430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893"/>
                  </a:lnTo>
                  <a:lnTo>
                    <a:pt x="1584" y="1816"/>
                  </a:lnTo>
                  <a:lnTo>
                    <a:pt x="1738" y="1661"/>
                  </a:lnTo>
                  <a:lnTo>
                    <a:pt x="1892" y="1546"/>
                  </a:lnTo>
                  <a:lnTo>
                    <a:pt x="1970" y="1352"/>
                  </a:lnTo>
                  <a:lnTo>
                    <a:pt x="2047" y="1159"/>
                  </a:lnTo>
                  <a:lnTo>
                    <a:pt x="2086" y="966"/>
                  </a:lnTo>
                  <a:lnTo>
                    <a:pt x="2047" y="773"/>
                  </a:lnTo>
                  <a:lnTo>
                    <a:pt x="1970" y="580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4" y="155"/>
                  </a:lnTo>
                  <a:lnTo>
                    <a:pt x="1429" y="40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"/>
            <p:cNvSpPr/>
            <p:nvPr/>
          </p:nvSpPr>
          <p:spPr>
            <a:xfrm>
              <a:off x="2130250" y="2495950"/>
              <a:ext cx="246175" cy="107175"/>
            </a:xfrm>
            <a:custGeom>
              <a:avLst/>
              <a:gdLst/>
              <a:ahLst/>
              <a:cxnLst/>
              <a:rect l="l" t="t" r="r" b="b"/>
              <a:pathLst>
                <a:path w="9847" h="4287" extrusionOk="0">
                  <a:moveTo>
                    <a:pt x="8882" y="2742"/>
                  </a:moveTo>
                  <a:lnTo>
                    <a:pt x="9113" y="2819"/>
                  </a:lnTo>
                  <a:lnTo>
                    <a:pt x="9229" y="2896"/>
                  </a:lnTo>
                  <a:lnTo>
                    <a:pt x="9306" y="3012"/>
                  </a:lnTo>
                  <a:lnTo>
                    <a:pt x="9384" y="3089"/>
                  </a:lnTo>
                  <a:lnTo>
                    <a:pt x="9384" y="3205"/>
                  </a:lnTo>
                  <a:lnTo>
                    <a:pt x="9422" y="3321"/>
                  </a:lnTo>
                  <a:lnTo>
                    <a:pt x="9384" y="3437"/>
                  </a:lnTo>
                  <a:lnTo>
                    <a:pt x="9268" y="3630"/>
                  </a:lnTo>
                  <a:lnTo>
                    <a:pt x="9113" y="3785"/>
                  </a:lnTo>
                  <a:lnTo>
                    <a:pt x="8920" y="3862"/>
                  </a:lnTo>
                  <a:lnTo>
                    <a:pt x="8727" y="3862"/>
                  </a:lnTo>
                  <a:lnTo>
                    <a:pt x="8573" y="3785"/>
                  </a:lnTo>
                  <a:lnTo>
                    <a:pt x="8418" y="3630"/>
                  </a:lnTo>
                  <a:lnTo>
                    <a:pt x="8302" y="3437"/>
                  </a:lnTo>
                  <a:lnTo>
                    <a:pt x="8302" y="3244"/>
                  </a:lnTo>
                  <a:lnTo>
                    <a:pt x="8341" y="3051"/>
                  </a:lnTo>
                  <a:lnTo>
                    <a:pt x="8380" y="2858"/>
                  </a:lnTo>
                  <a:lnTo>
                    <a:pt x="8418" y="2819"/>
                  </a:lnTo>
                  <a:lnTo>
                    <a:pt x="8650" y="2742"/>
                  </a:lnTo>
                  <a:close/>
                  <a:moveTo>
                    <a:pt x="155" y="0"/>
                  </a:moveTo>
                  <a:lnTo>
                    <a:pt x="77" y="39"/>
                  </a:lnTo>
                  <a:lnTo>
                    <a:pt x="39" y="78"/>
                  </a:lnTo>
                  <a:lnTo>
                    <a:pt x="0" y="155"/>
                  </a:lnTo>
                  <a:lnTo>
                    <a:pt x="39" y="271"/>
                  </a:lnTo>
                  <a:lnTo>
                    <a:pt x="77" y="348"/>
                  </a:lnTo>
                  <a:lnTo>
                    <a:pt x="116" y="386"/>
                  </a:lnTo>
                  <a:lnTo>
                    <a:pt x="618" y="618"/>
                  </a:lnTo>
                  <a:lnTo>
                    <a:pt x="1120" y="773"/>
                  </a:lnTo>
                  <a:lnTo>
                    <a:pt x="2124" y="1081"/>
                  </a:lnTo>
                  <a:lnTo>
                    <a:pt x="4286" y="1738"/>
                  </a:lnTo>
                  <a:lnTo>
                    <a:pt x="6101" y="2317"/>
                  </a:lnTo>
                  <a:lnTo>
                    <a:pt x="7028" y="2587"/>
                  </a:lnTo>
                  <a:lnTo>
                    <a:pt x="7993" y="2819"/>
                  </a:lnTo>
                  <a:lnTo>
                    <a:pt x="7916" y="2974"/>
                  </a:lnTo>
                  <a:lnTo>
                    <a:pt x="7878" y="3089"/>
                  </a:lnTo>
                  <a:lnTo>
                    <a:pt x="7878" y="3398"/>
                  </a:lnTo>
                  <a:lnTo>
                    <a:pt x="7993" y="3707"/>
                  </a:lnTo>
                  <a:lnTo>
                    <a:pt x="8109" y="3939"/>
                  </a:lnTo>
                  <a:lnTo>
                    <a:pt x="8225" y="4093"/>
                  </a:lnTo>
                  <a:lnTo>
                    <a:pt x="8380" y="4171"/>
                  </a:lnTo>
                  <a:lnTo>
                    <a:pt x="8573" y="4248"/>
                  </a:lnTo>
                  <a:lnTo>
                    <a:pt x="8727" y="4287"/>
                  </a:lnTo>
                  <a:lnTo>
                    <a:pt x="8920" y="4287"/>
                  </a:lnTo>
                  <a:lnTo>
                    <a:pt x="9075" y="4248"/>
                  </a:lnTo>
                  <a:lnTo>
                    <a:pt x="9268" y="4209"/>
                  </a:lnTo>
                  <a:lnTo>
                    <a:pt x="9422" y="4093"/>
                  </a:lnTo>
                  <a:lnTo>
                    <a:pt x="9538" y="3978"/>
                  </a:lnTo>
                  <a:lnTo>
                    <a:pt x="9654" y="3823"/>
                  </a:lnTo>
                  <a:lnTo>
                    <a:pt x="9770" y="3669"/>
                  </a:lnTo>
                  <a:lnTo>
                    <a:pt x="9808" y="3514"/>
                  </a:lnTo>
                  <a:lnTo>
                    <a:pt x="9847" y="3321"/>
                  </a:lnTo>
                  <a:lnTo>
                    <a:pt x="9847" y="3128"/>
                  </a:lnTo>
                  <a:lnTo>
                    <a:pt x="9770" y="2974"/>
                  </a:lnTo>
                  <a:lnTo>
                    <a:pt x="9692" y="2781"/>
                  </a:lnTo>
                  <a:lnTo>
                    <a:pt x="9577" y="2665"/>
                  </a:lnTo>
                  <a:lnTo>
                    <a:pt x="9422" y="2549"/>
                  </a:lnTo>
                  <a:lnTo>
                    <a:pt x="9229" y="2433"/>
                  </a:lnTo>
                  <a:lnTo>
                    <a:pt x="9075" y="2394"/>
                  </a:lnTo>
                  <a:lnTo>
                    <a:pt x="8688" y="2394"/>
                  </a:lnTo>
                  <a:lnTo>
                    <a:pt x="8495" y="2472"/>
                  </a:lnTo>
                  <a:lnTo>
                    <a:pt x="8341" y="2549"/>
                  </a:lnTo>
                  <a:lnTo>
                    <a:pt x="7298" y="2163"/>
                  </a:lnTo>
                  <a:lnTo>
                    <a:pt x="6294" y="1815"/>
                  </a:lnTo>
                  <a:lnTo>
                    <a:pt x="4209" y="1159"/>
                  </a:lnTo>
                  <a:lnTo>
                    <a:pt x="3244" y="850"/>
                  </a:lnTo>
                  <a:lnTo>
                    <a:pt x="2240" y="502"/>
                  </a:lnTo>
                  <a:lnTo>
                    <a:pt x="1236" y="193"/>
                  </a:lnTo>
                  <a:lnTo>
                    <a:pt x="734" y="78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"/>
            <p:cNvSpPr/>
            <p:nvPr/>
          </p:nvSpPr>
          <p:spPr>
            <a:xfrm>
              <a:off x="4737700" y="2534550"/>
              <a:ext cx="459550" cy="296400"/>
            </a:xfrm>
            <a:custGeom>
              <a:avLst/>
              <a:gdLst/>
              <a:ahLst/>
              <a:cxnLst/>
              <a:rect l="l" t="t" r="r" b="b"/>
              <a:pathLst>
                <a:path w="18382" h="11856" extrusionOk="0">
                  <a:moveTo>
                    <a:pt x="17648" y="2936"/>
                  </a:moveTo>
                  <a:lnTo>
                    <a:pt x="17725" y="2974"/>
                  </a:lnTo>
                  <a:lnTo>
                    <a:pt x="17802" y="3051"/>
                  </a:lnTo>
                  <a:lnTo>
                    <a:pt x="17841" y="3129"/>
                  </a:lnTo>
                  <a:lnTo>
                    <a:pt x="17880" y="3322"/>
                  </a:lnTo>
                  <a:lnTo>
                    <a:pt x="17918" y="3553"/>
                  </a:lnTo>
                  <a:lnTo>
                    <a:pt x="17880" y="3746"/>
                  </a:lnTo>
                  <a:lnTo>
                    <a:pt x="17764" y="3940"/>
                  </a:lnTo>
                  <a:lnTo>
                    <a:pt x="17648" y="4133"/>
                  </a:lnTo>
                  <a:lnTo>
                    <a:pt x="17300" y="4403"/>
                  </a:lnTo>
                  <a:lnTo>
                    <a:pt x="17030" y="4596"/>
                  </a:lnTo>
                  <a:lnTo>
                    <a:pt x="16721" y="4750"/>
                  </a:lnTo>
                  <a:lnTo>
                    <a:pt x="16412" y="4866"/>
                  </a:lnTo>
                  <a:lnTo>
                    <a:pt x="16065" y="4944"/>
                  </a:lnTo>
                  <a:lnTo>
                    <a:pt x="16181" y="4364"/>
                  </a:lnTo>
                  <a:lnTo>
                    <a:pt x="16296" y="4055"/>
                  </a:lnTo>
                  <a:lnTo>
                    <a:pt x="16412" y="3785"/>
                  </a:lnTo>
                  <a:lnTo>
                    <a:pt x="16528" y="3515"/>
                  </a:lnTo>
                  <a:lnTo>
                    <a:pt x="16721" y="3283"/>
                  </a:lnTo>
                  <a:lnTo>
                    <a:pt x="16953" y="3129"/>
                  </a:lnTo>
                  <a:lnTo>
                    <a:pt x="17223" y="2974"/>
                  </a:lnTo>
                  <a:lnTo>
                    <a:pt x="17493" y="2936"/>
                  </a:lnTo>
                  <a:close/>
                  <a:moveTo>
                    <a:pt x="14211" y="4866"/>
                  </a:moveTo>
                  <a:lnTo>
                    <a:pt x="14481" y="4905"/>
                  </a:lnTo>
                  <a:lnTo>
                    <a:pt x="14752" y="4982"/>
                  </a:lnTo>
                  <a:lnTo>
                    <a:pt x="15022" y="5059"/>
                  </a:lnTo>
                  <a:lnTo>
                    <a:pt x="15254" y="5175"/>
                  </a:lnTo>
                  <a:lnTo>
                    <a:pt x="15177" y="5330"/>
                  </a:lnTo>
                  <a:lnTo>
                    <a:pt x="14752" y="5523"/>
                  </a:lnTo>
                  <a:lnTo>
                    <a:pt x="14288" y="5677"/>
                  </a:lnTo>
                  <a:lnTo>
                    <a:pt x="14018" y="5716"/>
                  </a:lnTo>
                  <a:lnTo>
                    <a:pt x="13748" y="5754"/>
                  </a:lnTo>
                  <a:lnTo>
                    <a:pt x="13477" y="5754"/>
                  </a:lnTo>
                  <a:lnTo>
                    <a:pt x="13169" y="5677"/>
                  </a:lnTo>
                  <a:lnTo>
                    <a:pt x="13053" y="5677"/>
                  </a:lnTo>
                  <a:lnTo>
                    <a:pt x="12975" y="5600"/>
                  </a:lnTo>
                  <a:lnTo>
                    <a:pt x="12975" y="5484"/>
                  </a:lnTo>
                  <a:lnTo>
                    <a:pt x="13053" y="5368"/>
                  </a:lnTo>
                  <a:lnTo>
                    <a:pt x="13091" y="5137"/>
                  </a:lnTo>
                  <a:lnTo>
                    <a:pt x="13169" y="5021"/>
                  </a:lnTo>
                  <a:lnTo>
                    <a:pt x="13323" y="4944"/>
                  </a:lnTo>
                  <a:lnTo>
                    <a:pt x="13555" y="4905"/>
                  </a:lnTo>
                  <a:lnTo>
                    <a:pt x="13864" y="4866"/>
                  </a:lnTo>
                  <a:close/>
                  <a:moveTo>
                    <a:pt x="15756" y="5523"/>
                  </a:moveTo>
                  <a:lnTo>
                    <a:pt x="16374" y="5832"/>
                  </a:lnTo>
                  <a:lnTo>
                    <a:pt x="16644" y="5986"/>
                  </a:lnTo>
                  <a:lnTo>
                    <a:pt x="16953" y="6179"/>
                  </a:lnTo>
                  <a:lnTo>
                    <a:pt x="17185" y="6372"/>
                  </a:lnTo>
                  <a:lnTo>
                    <a:pt x="17416" y="6604"/>
                  </a:lnTo>
                  <a:lnTo>
                    <a:pt x="17571" y="6913"/>
                  </a:lnTo>
                  <a:lnTo>
                    <a:pt x="17609" y="7067"/>
                  </a:lnTo>
                  <a:lnTo>
                    <a:pt x="17609" y="7222"/>
                  </a:lnTo>
                  <a:lnTo>
                    <a:pt x="17609" y="7454"/>
                  </a:lnTo>
                  <a:lnTo>
                    <a:pt x="17532" y="7569"/>
                  </a:lnTo>
                  <a:lnTo>
                    <a:pt x="17455" y="7685"/>
                  </a:lnTo>
                  <a:lnTo>
                    <a:pt x="17300" y="7724"/>
                  </a:lnTo>
                  <a:lnTo>
                    <a:pt x="17146" y="7724"/>
                  </a:lnTo>
                  <a:lnTo>
                    <a:pt x="16953" y="7685"/>
                  </a:lnTo>
                  <a:lnTo>
                    <a:pt x="16798" y="7608"/>
                  </a:lnTo>
                  <a:lnTo>
                    <a:pt x="16644" y="7492"/>
                  </a:lnTo>
                  <a:lnTo>
                    <a:pt x="16412" y="7183"/>
                  </a:lnTo>
                  <a:lnTo>
                    <a:pt x="16181" y="6797"/>
                  </a:lnTo>
                  <a:lnTo>
                    <a:pt x="16026" y="6488"/>
                  </a:lnTo>
                  <a:lnTo>
                    <a:pt x="15910" y="6179"/>
                  </a:lnTo>
                  <a:lnTo>
                    <a:pt x="15833" y="5832"/>
                  </a:lnTo>
                  <a:lnTo>
                    <a:pt x="15756" y="5523"/>
                  </a:lnTo>
                  <a:close/>
                  <a:moveTo>
                    <a:pt x="4944" y="464"/>
                  </a:moveTo>
                  <a:lnTo>
                    <a:pt x="5561" y="503"/>
                  </a:lnTo>
                  <a:lnTo>
                    <a:pt x="6141" y="657"/>
                  </a:lnTo>
                  <a:lnTo>
                    <a:pt x="6681" y="889"/>
                  </a:lnTo>
                  <a:lnTo>
                    <a:pt x="7222" y="1198"/>
                  </a:lnTo>
                  <a:lnTo>
                    <a:pt x="7685" y="1545"/>
                  </a:lnTo>
                  <a:lnTo>
                    <a:pt x="8149" y="1970"/>
                  </a:lnTo>
                  <a:lnTo>
                    <a:pt x="8496" y="2395"/>
                  </a:lnTo>
                  <a:lnTo>
                    <a:pt x="8766" y="2781"/>
                  </a:lnTo>
                  <a:lnTo>
                    <a:pt x="9037" y="3206"/>
                  </a:lnTo>
                  <a:lnTo>
                    <a:pt x="9268" y="3669"/>
                  </a:lnTo>
                  <a:lnTo>
                    <a:pt x="9693" y="4596"/>
                  </a:lnTo>
                  <a:lnTo>
                    <a:pt x="10079" y="5523"/>
                  </a:lnTo>
                  <a:lnTo>
                    <a:pt x="10272" y="5909"/>
                  </a:lnTo>
                  <a:lnTo>
                    <a:pt x="10504" y="6295"/>
                  </a:lnTo>
                  <a:lnTo>
                    <a:pt x="10736" y="6643"/>
                  </a:lnTo>
                  <a:lnTo>
                    <a:pt x="11006" y="6913"/>
                  </a:lnTo>
                  <a:lnTo>
                    <a:pt x="11354" y="7183"/>
                  </a:lnTo>
                  <a:lnTo>
                    <a:pt x="11701" y="7376"/>
                  </a:lnTo>
                  <a:lnTo>
                    <a:pt x="12087" y="7492"/>
                  </a:lnTo>
                  <a:lnTo>
                    <a:pt x="12551" y="7569"/>
                  </a:lnTo>
                  <a:lnTo>
                    <a:pt x="12898" y="7531"/>
                  </a:lnTo>
                  <a:lnTo>
                    <a:pt x="13207" y="7492"/>
                  </a:lnTo>
                  <a:lnTo>
                    <a:pt x="13516" y="7415"/>
                  </a:lnTo>
                  <a:lnTo>
                    <a:pt x="13825" y="7260"/>
                  </a:lnTo>
                  <a:lnTo>
                    <a:pt x="14095" y="7106"/>
                  </a:lnTo>
                  <a:lnTo>
                    <a:pt x="14366" y="6952"/>
                  </a:lnTo>
                  <a:lnTo>
                    <a:pt x="14597" y="6720"/>
                  </a:lnTo>
                  <a:lnTo>
                    <a:pt x="14829" y="6488"/>
                  </a:lnTo>
                  <a:lnTo>
                    <a:pt x="14829" y="6488"/>
                  </a:lnTo>
                  <a:lnTo>
                    <a:pt x="14404" y="7222"/>
                  </a:lnTo>
                  <a:lnTo>
                    <a:pt x="13941" y="7878"/>
                  </a:lnTo>
                  <a:lnTo>
                    <a:pt x="13439" y="8535"/>
                  </a:lnTo>
                  <a:lnTo>
                    <a:pt x="12860" y="9114"/>
                  </a:lnTo>
                  <a:lnTo>
                    <a:pt x="12242" y="9616"/>
                  </a:lnTo>
                  <a:lnTo>
                    <a:pt x="11547" y="10079"/>
                  </a:lnTo>
                  <a:lnTo>
                    <a:pt x="10813" y="10504"/>
                  </a:lnTo>
                  <a:lnTo>
                    <a:pt x="10041" y="10813"/>
                  </a:lnTo>
                  <a:lnTo>
                    <a:pt x="9462" y="11006"/>
                  </a:lnTo>
                  <a:lnTo>
                    <a:pt x="8882" y="11161"/>
                  </a:lnTo>
                  <a:lnTo>
                    <a:pt x="8303" y="11276"/>
                  </a:lnTo>
                  <a:lnTo>
                    <a:pt x="7724" y="11315"/>
                  </a:lnTo>
                  <a:lnTo>
                    <a:pt x="7145" y="11354"/>
                  </a:lnTo>
                  <a:lnTo>
                    <a:pt x="6604" y="11315"/>
                  </a:lnTo>
                  <a:lnTo>
                    <a:pt x="6025" y="11238"/>
                  </a:lnTo>
                  <a:lnTo>
                    <a:pt x="5484" y="11122"/>
                  </a:lnTo>
                  <a:lnTo>
                    <a:pt x="4944" y="10967"/>
                  </a:lnTo>
                  <a:lnTo>
                    <a:pt x="4442" y="10736"/>
                  </a:lnTo>
                  <a:lnTo>
                    <a:pt x="3940" y="10504"/>
                  </a:lnTo>
                  <a:lnTo>
                    <a:pt x="3476" y="10195"/>
                  </a:lnTo>
                  <a:lnTo>
                    <a:pt x="3013" y="9848"/>
                  </a:lnTo>
                  <a:lnTo>
                    <a:pt x="2549" y="9461"/>
                  </a:lnTo>
                  <a:lnTo>
                    <a:pt x="2163" y="9037"/>
                  </a:lnTo>
                  <a:lnTo>
                    <a:pt x="1777" y="8573"/>
                  </a:lnTo>
                  <a:lnTo>
                    <a:pt x="1430" y="8033"/>
                  </a:lnTo>
                  <a:lnTo>
                    <a:pt x="1121" y="7492"/>
                  </a:lnTo>
                  <a:lnTo>
                    <a:pt x="850" y="6913"/>
                  </a:lnTo>
                  <a:lnTo>
                    <a:pt x="657" y="6334"/>
                  </a:lnTo>
                  <a:lnTo>
                    <a:pt x="503" y="5754"/>
                  </a:lnTo>
                  <a:lnTo>
                    <a:pt x="426" y="5137"/>
                  </a:lnTo>
                  <a:lnTo>
                    <a:pt x="426" y="4519"/>
                  </a:lnTo>
                  <a:lnTo>
                    <a:pt x="503" y="3862"/>
                  </a:lnTo>
                  <a:lnTo>
                    <a:pt x="696" y="3283"/>
                  </a:lnTo>
                  <a:lnTo>
                    <a:pt x="928" y="2743"/>
                  </a:lnTo>
                  <a:lnTo>
                    <a:pt x="1275" y="2241"/>
                  </a:lnTo>
                  <a:lnTo>
                    <a:pt x="1661" y="1777"/>
                  </a:lnTo>
                  <a:lnTo>
                    <a:pt x="2086" y="1352"/>
                  </a:lnTo>
                  <a:lnTo>
                    <a:pt x="2588" y="1043"/>
                  </a:lnTo>
                  <a:lnTo>
                    <a:pt x="3129" y="773"/>
                  </a:lnTo>
                  <a:lnTo>
                    <a:pt x="3708" y="580"/>
                  </a:lnTo>
                  <a:lnTo>
                    <a:pt x="4326" y="464"/>
                  </a:lnTo>
                  <a:close/>
                  <a:moveTo>
                    <a:pt x="4519" y="1"/>
                  </a:moveTo>
                  <a:lnTo>
                    <a:pt x="4249" y="39"/>
                  </a:lnTo>
                  <a:lnTo>
                    <a:pt x="3901" y="78"/>
                  </a:lnTo>
                  <a:lnTo>
                    <a:pt x="3515" y="155"/>
                  </a:lnTo>
                  <a:lnTo>
                    <a:pt x="3167" y="271"/>
                  </a:lnTo>
                  <a:lnTo>
                    <a:pt x="2820" y="426"/>
                  </a:lnTo>
                  <a:lnTo>
                    <a:pt x="2472" y="580"/>
                  </a:lnTo>
                  <a:lnTo>
                    <a:pt x="2125" y="773"/>
                  </a:lnTo>
                  <a:lnTo>
                    <a:pt x="1777" y="1043"/>
                  </a:lnTo>
                  <a:lnTo>
                    <a:pt x="1468" y="1314"/>
                  </a:lnTo>
                  <a:lnTo>
                    <a:pt x="1082" y="1700"/>
                  </a:lnTo>
                  <a:lnTo>
                    <a:pt x="773" y="2163"/>
                  </a:lnTo>
                  <a:lnTo>
                    <a:pt x="503" y="2627"/>
                  </a:lnTo>
                  <a:lnTo>
                    <a:pt x="310" y="3090"/>
                  </a:lnTo>
                  <a:lnTo>
                    <a:pt x="155" y="3592"/>
                  </a:lnTo>
                  <a:lnTo>
                    <a:pt x="40" y="4094"/>
                  </a:lnTo>
                  <a:lnTo>
                    <a:pt x="1" y="4596"/>
                  </a:lnTo>
                  <a:lnTo>
                    <a:pt x="1" y="5137"/>
                  </a:lnTo>
                  <a:lnTo>
                    <a:pt x="78" y="5639"/>
                  </a:lnTo>
                  <a:lnTo>
                    <a:pt x="155" y="6179"/>
                  </a:lnTo>
                  <a:lnTo>
                    <a:pt x="310" y="6681"/>
                  </a:lnTo>
                  <a:lnTo>
                    <a:pt x="464" y="7183"/>
                  </a:lnTo>
                  <a:lnTo>
                    <a:pt x="696" y="7685"/>
                  </a:lnTo>
                  <a:lnTo>
                    <a:pt x="966" y="8149"/>
                  </a:lnTo>
                  <a:lnTo>
                    <a:pt x="1237" y="8612"/>
                  </a:lnTo>
                  <a:lnTo>
                    <a:pt x="1545" y="9037"/>
                  </a:lnTo>
                  <a:lnTo>
                    <a:pt x="2009" y="9577"/>
                  </a:lnTo>
                  <a:lnTo>
                    <a:pt x="2472" y="10041"/>
                  </a:lnTo>
                  <a:lnTo>
                    <a:pt x="2974" y="10427"/>
                  </a:lnTo>
                  <a:lnTo>
                    <a:pt x="3476" y="10813"/>
                  </a:lnTo>
                  <a:lnTo>
                    <a:pt x="4055" y="11083"/>
                  </a:lnTo>
                  <a:lnTo>
                    <a:pt x="4596" y="11354"/>
                  </a:lnTo>
                  <a:lnTo>
                    <a:pt x="5214" y="11547"/>
                  </a:lnTo>
                  <a:lnTo>
                    <a:pt x="5832" y="11701"/>
                  </a:lnTo>
                  <a:lnTo>
                    <a:pt x="5870" y="11856"/>
                  </a:lnTo>
                  <a:lnTo>
                    <a:pt x="6218" y="11778"/>
                  </a:lnTo>
                  <a:lnTo>
                    <a:pt x="7029" y="11817"/>
                  </a:lnTo>
                  <a:lnTo>
                    <a:pt x="7840" y="11817"/>
                  </a:lnTo>
                  <a:lnTo>
                    <a:pt x="8689" y="11701"/>
                  </a:lnTo>
                  <a:lnTo>
                    <a:pt x="9539" y="11508"/>
                  </a:lnTo>
                  <a:lnTo>
                    <a:pt x="10272" y="11238"/>
                  </a:lnTo>
                  <a:lnTo>
                    <a:pt x="11006" y="10929"/>
                  </a:lnTo>
                  <a:lnTo>
                    <a:pt x="11315" y="10813"/>
                  </a:lnTo>
                  <a:lnTo>
                    <a:pt x="11315" y="10774"/>
                  </a:lnTo>
                  <a:lnTo>
                    <a:pt x="12049" y="10350"/>
                  </a:lnTo>
                  <a:lnTo>
                    <a:pt x="12705" y="9848"/>
                  </a:lnTo>
                  <a:lnTo>
                    <a:pt x="13362" y="9307"/>
                  </a:lnTo>
                  <a:lnTo>
                    <a:pt x="13941" y="8689"/>
                  </a:lnTo>
                  <a:lnTo>
                    <a:pt x="14481" y="8033"/>
                  </a:lnTo>
                  <a:lnTo>
                    <a:pt x="14713" y="7685"/>
                  </a:lnTo>
                  <a:lnTo>
                    <a:pt x="14906" y="7299"/>
                  </a:lnTo>
                  <a:lnTo>
                    <a:pt x="15099" y="6952"/>
                  </a:lnTo>
                  <a:lnTo>
                    <a:pt x="15254" y="6565"/>
                  </a:lnTo>
                  <a:lnTo>
                    <a:pt x="15408" y="6179"/>
                  </a:lnTo>
                  <a:lnTo>
                    <a:pt x="15524" y="5754"/>
                  </a:lnTo>
                  <a:lnTo>
                    <a:pt x="15601" y="6256"/>
                  </a:lnTo>
                  <a:lnTo>
                    <a:pt x="15756" y="6720"/>
                  </a:lnTo>
                  <a:lnTo>
                    <a:pt x="15987" y="7145"/>
                  </a:lnTo>
                  <a:lnTo>
                    <a:pt x="16258" y="7569"/>
                  </a:lnTo>
                  <a:lnTo>
                    <a:pt x="16374" y="7762"/>
                  </a:lnTo>
                  <a:lnTo>
                    <a:pt x="16567" y="7917"/>
                  </a:lnTo>
                  <a:lnTo>
                    <a:pt x="16760" y="8071"/>
                  </a:lnTo>
                  <a:lnTo>
                    <a:pt x="16953" y="8187"/>
                  </a:lnTo>
                  <a:lnTo>
                    <a:pt x="17146" y="8264"/>
                  </a:lnTo>
                  <a:lnTo>
                    <a:pt x="17378" y="8264"/>
                  </a:lnTo>
                  <a:lnTo>
                    <a:pt x="17571" y="8187"/>
                  </a:lnTo>
                  <a:lnTo>
                    <a:pt x="17802" y="8033"/>
                  </a:lnTo>
                  <a:lnTo>
                    <a:pt x="17918" y="7878"/>
                  </a:lnTo>
                  <a:lnTo>
                    <a:pt x="17995" y="7685"/>
                  </a:lnTo>
                  <a:lnTo>
                    <a:pt x="18034" y="7454"/>
                  </a:lnTo>
                  <a:lnTo>
                    <a:pt x="18034" y="7260"/>
                  </a:lnTo>
                  <a:lnTo>
                    <a:pt x="17995" y="7029"/>
                  </a:lnTo>
                  <a:lnTo>
                    <a:pt x="17918" y="6836"/>
                  </a:lnTo>
                  <a:lnTo>
                    <a:pt x="17841" y="6643"/>
                  </a:lnTo>
                  <a:lnTo>
                    <a:pt x="17725" y="6450"/>
                  </a:lnTo>
                  <a:lnTo>
                    <a:pt x="17571" y="6256"/>
                  </a:lnTo>
                  <a:lnTo>
                    <a:pt x="17416" y="6063"/>
                  </a:lnTo>
                  <a:lnTo>
                    <a:pt x="17030" y="5716"/>
                  </a:lnTo>
                  <a:lnTo>
                    <a:pt x="16567" y="5446"/>
                  </a:lnTo>
                  <a:lnTo>
                    <a:pt x="16103" y="5252"/>
                  </a:lnTo>
                  <a:lnTo>
                    <a:pt x="16605" y="5175"/>
                  </a:lnTo>
                  <a:lnTo>
                    <a:pt x="17030" y="4982"/>
                  </a:lnTo>
                  <a:lnTo>
                    <a:pt x="17455" y="4750"/>
                  </a:lnTo>
                  <a:lnTo>
                    <a:pt x="17841" y="4442"/>
                  </a:lnTo>
                  <a:lnTo>
                    <a:pt x="17995" y="4248"/>
                  </a:lnTo>
                  <a:lnTo>
                    <a:pt x="18150" y="4055"/>
                  </a:lnTo>
                  <a:lnTo>
                    <a:pt x="18266" y="3824"/>
                  </a:lnTo>
                  <a:lnTo>
                    <a:pt x="18343" y="3553"/>
                  </a:lnTo>
                  <a:lnTo>
                    <a:pt x="18382" y="3322"/>
                  </a:lnTo>
                  <a:lnTo>
                    <a:pt x="18343" y="3090"/>
                  </a:lnTo>
                  <a:lnTo>
                    <a:pt x="18227" y="2858"/>
                  </a:lnTo>
                  <a:lnTo>
                    <a:pt x="18150" y="2781"/>
                  </a:lnTo>
                  <a:lnTo>
                    <a:pt x="18034" y="2704"/>
                  </a:lnTo>
                  <a:lnTo>
                    <a:pt x="17841" y="2588"/>
                  </a:lnTo>
                  <a:lnTo>
                    <a:pt x="17609" y="2549"/>
                  </a:lnTo>
                  <a:lnTo>
                    <a:pt x="17416" y="2549"/>
                  </a:lnTo>
                  <a:lnTo>
                    <a:pt x="17185" y="2588"/>
                  </a:lnTo>
                  <a:lnTo>
                    <a:pt x="16953" y="2704"/>
                  </a:lnTo>
                  <a:lnTo>
                    <a:pt x="16760" y="2781"/>
                  </a:lnTo>
                  <a:lnTo>
                    <a:pt x="16567" y="2936"/>
                  </a:lnTo>
                  <a:lnTo>
                    <a:pt x="16412" y="3090"/>
                  </a:lnTo>
                  <a:lnTo>
                    <a:pt x="16258" y="3283"/>
                  </a:lnTo>
                  <a:lnTo>
                    <a:pt x="16103" y="3476"/>
                  </a:lnTo>
                  <a:lnTo>
                    <a:pt x="15872" y="3978"/>
                  </a:lnTo>
                  <a:lnTo>
                    <a:pt x="15717" y="4480"/>
                  </a:lnTo>
                  <a:lnTo>
                    <a:pt x="15640" y="4982"/>
                  </a:lnTo>
                  <a:lnTo>
                    <a:pt x="15601" y="4982"/>
                  </a:lnTo>
                  <a:lnTo>
                    <a:pt x="15563" y="5021"/>
                  </a:lnTo>
                  <a:lnTo>
                    <a:pt x="15524" y="5021"/>
                  </a:lnTo>
                  <a:lnTo>
                    <a:pt x="15099" y="4789"/>
                  </a:lnTo>
                  <a:lnTo>
                    <a:pt x="14675" y="4635"/>
                  </a:lnTo>
                  <a:lnTo>
                    <a:pt x="14211" y="4519"/>
                  </a:lnTo>
                  <a:lnTo>
                    <a:pt x="13748" y="4519"/>
                  </a:lnTo>
                  <a:lnTo>
                    <a:pt x="13362" y="4596"/>
                  </a:lnTo>
                  <a:lnTo>
                    <a:pt x="13169" y="4635"/>
                  </a:lnTo>
                  <a:lnTo>
                    <a:pt x="12975" y="4712"/>
                  </a:lnTo>
                  <a:lnTo>
                    <a:pt x="12782" y="4789"/>
                  </a:lnTo>
                  <a:lnTo>
                    <a:pt x="12628" y="4944"/>
                  </a:lnTo>
                  <a:lnTo>
                    <a:pt x="12512" y="5098"/>
                  </a:lnTo>
                  <a:lnTo>
                    <a:pt x="12435" y="5252"/>
                  </a:lnTo>
                  <a:lnTo>
                    <a:pt x="12396" y="5446"/>
                  </a:lnTo>
                  <a:lnTo>
                    <a:pt x="12473" y="5639"/>
                  </a:lnTo>
                  <a:lnTo>
                    <a:pt x="12551" y="5793"/>
                  </a:lnTo>
                  <a:lnTo>
                    <a:pt x="12705" y="5909"/>
                  </a:lnTo>
                  <a:lnTo>
                    <a:pt x="12860" y="5986"/>
                  </a:lnTo>
                  <a:lnTo>
                    <a:pt x="13053" y="6063"/>
                  </a:lnTo>
                  <a:lnTo>
                    <a:pt x="13439" y="6141"/>
                  </a:lnTo>
                  <a:lnTo>
                    <a:pt x="13786" y="6141"/>
                  </a:lnTo>
                  <a:lnTo>
                    <a:pt x="14134" y="6102"/>
                  </a:lnTo>
                  <a:lnTo>
                    <a:pt x="14481" y="5986"/>
                  </a:lnTo>
                  <a:lnTo>
                    <a:pt x="14790" y="5870"/>
                  </a:lnTo>
                  <a:lnTo>
                    <a:pt x="14481" y="6256"/>
                  </a:lnTo>
                  <a:lnTo>
                    <a:pt x="14095" y="6565"/>
                  </a:lnTo>
                  <a:lnTo>
                    <a:pt x="13902" y="6720"/>
                  </a:lnTo>
                  <a:lnTo>
                    <a:pt x="13671" y="6836"/>
                  </a:lnTo>
                  <a:lnTo>
                    <a:pt x="13439" y="6952"/>
                  </a:lnTo>
                  <a:lnTo>
                    <a:pt x="13207" y="7029"/>
                  </a:lnTo>
                  <a:lnTo>
                    <a:pt x="12821" y="7067"/>
                  </a:lnTo>
                  <a:lnTo>
                    <a:pt x="12435" y="7067"/>
                  </a:lnTo>
                  <a:lnTo>
                    <a:pt x="12087" y="6990"/>
                  </a:lnTo>
                  <a:lnTo>
                    <a:pt x="11778" y="6874"/>
                  </a:lnTo>
                  <a:lnTo>
                    <a:pt x="11470" y="6681"/>
                  </a:lnTo>
                  <a:lnTo>
                    <a:pt x="11199" y="6411"/>
                  </a:lnTo>
                  <a:lnTo>
                    <a:pt x="10968" y="6141"/>
                  </a:lnTo>
                  <a:lnTo>
                    <a:pt x="10774" y="5793"/>
                  </a:lnTo>
                  <a:lnTo>
                    <a:pt x="10504" y="5330"/>
                  </a:lnTo>
                  <a:lnTo>
                    <a:pt x="10311" y="4828"/>
                  </a:lnTo>
                  <a:lnTo>
                    <a:pt x="9886" y="3862"/>
                  </a:lnTo>
                  <a:lnTo>
                    <a:pt x="9655" y="3399"/>
                  </a:lnTo>
                  <a:lnTo>
                    <a:pt x="9423" y="2936"/>
                  </a:lnTo>
                  <a:lnTo>
                    <a:pt x="9153" y="2472"/>
                  </a:lnTo>
                  <a:lnTo>
                    <a:pt x="8844" y="2047"/>
                  </a:lnTo>
                  <a:lnTo>
                    <a:pt x="8380" y="1545"/>
                  </a:lnTo>
                  <a:lnTo>
                    <a:pt x="7917" y="1159"/>
                  </a:lnTo>
                  <a:lnTo>
                    <a:pt x="7415" y="812"/>
                  </a:lnTo>
                  <a:lnTo>
                    <a:pt x="6874" y="503"/>
                  </a:lnTo>
                  <a:lnTo>
                    <a:pt x="6295" y="271"/>
                  </a:lnTo>
                  <a:lnTo>
                    <a:pt x="5716" y="117"/>
                  </a:lnTo>
                  <a:lnTo>
                    <a:pt x="5137" y="39"/>
                  </a:lnTo>
                  <a:lnTo>
                    <a:pt x="451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"/>
            <p:cNvSpPr/>
            <p:nvPr/>
          </p:nvSpPr>
          <p:spPr>
            <a:xfrm>
              <a:off x="6767875" y="2536500"/>
              <a:ext cx="44450" cy="43450"/>
            </a:xfrm>
            <a:custGeom>
              <a:avLst/>
              <a:gdLst/>
              <a:ahLst/>
              <a:cxnLst/>
              <a:rect l="l" t="t" r="r" b="b"/>
              <a:pathLst>
                <a:path w="1778" h="1738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25"/>
                  </a:lnTo>
                  <a:lnTo>
                    <a:pt x="1314" y="579"/>
                  </a:lnTo>
                  <a:lnTo>
                    <a:pt x="1391" y="772"/>
                  </a:lnTo>
                  <a:lnTo>
                    <a:pt x="1391" y="965"/>
                  </a:lnTo>
                  <a:lnTo>
                    <a:pt x="1352" y="1043"/>
                  </a:lnTo>
                  <a:lnTo>
                    <a:pt x="1275" y="1120"/>
                  </a:lnTo>
                  <a:lnTo>
                    <a:pt x="1198" y="1197"/>
                  </a:lnTo>
                  <a:lnTo>
                    <a:pt x="1082" y="1274"/>
                  </a:lnTo>
                  <a:lnTo>
                    <a:pt x="889" y="1352"/>
                  </a:lnTo>
                  <a:lnTo>
                    <a:pt x="696" y="1313"/>
                  </a:lnTo>
                  <a:lnTo>
                    <a:pt x="542" y="1236"/>
                  </a:lnTo>
                  <a:lnTo>
                    <a:pt x="426" y="1081"/>
                  </a:lnTo>
                  <a:lnTo>
                    <a:pt x="387" y="888"/>
                  </a:lnTo>
                  <a:lnTo>
                    <a:pt x="387" y="734"/>
                  </a:lnTo>
                  <a:lnTo>
                    <a:pt x="464" y="541"/>
                  </a:lnTo>
                  <a:lnTo>
                    <a:pt x="542" y="386"/>
                  </a:lnTo>
                  <a:lnTo>
                    <a:pt x="542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9" y="39"/>
                  </a:lnTo>
                  <a:lnTo>
                    <a:pt x="464" y="116"/>
                  </a:lnTo>
                  <a:lnTo>
                    <a:pt x="426" y="155"/>
                  </a:lnTo>
                  <a:lnTo>
                    <a:pt x="348" y="155"/>
                  </a:lnTo>
                  <a:lnTo>
                    <a:pt x="233" y="232"/>
                  </a:lnTo>
                  <a:lnTo>
                    <a:pt x="117" y="348"/>
                  </a:lnTo>
                  <a:lnTo>
                    <a:pt x="40" y="502"/>
                  </a:lnTo>
                  <a:lnTo>
                    <a:pt x="1" y="657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40" y="1159"/>
                  </a:lnTo>
                  <a:lnTo>
                    <a:pt x="117" y="1313"/>
                  </a:lnTo>
                  <a:lnTo>
                    <a:pt x="194" y="1467"/>
                  </a:lnTo>
                  <a:lnTo>
                    <a:pt x="348" y="1583"/>
                  </a:lnTo>
                  <a:lnTo>
                    <a:pt x="464" y="1661"/>
                  </a:lnTo>
                  <a:lnTo>
                    <a:pt x="619" y="1699"/>
                  </a:lnTo>
                  <a:lnTo>
                    <a:pt x="812" y="1738"/>
                  </a:lnTo>
                  <a:lnTo>
                    <a:pt x="966" y="1738"/>
                  </a:lnTo>
                  <a:lnTo>
                    <a:pt x="1121" y="1699"/>
                  </a:lnTo>
                  <a:lnTo>
                    <a:pt x="1275" y="1622"/>
                  </a:lnTo>
                  <a:lnTo>
                    <a:pt x="1430" y="1506"/>
                  </a:lnTo>
                  <a:lnTo>
                    <a:pt x="1584" y="1390"/>
                  </a:lnTo>
                  <a:lnTo>
                    <a:pt x="1661" y="1236"/>
                  </a:lnTo>
                  <a:lnTo>
                    <a:pt x="1739" y="1081"/>
                  </a:lnTo>
                  <a:lnTo>
                    <a:pt x="1777" y="927"/>
                  </a:lnTo>
                  <a:lnTo>
                    <a:pt x="1777" y="772"/>
                  </a:lnTo>
                  <a:lnTo>
                    <a:pt x="1739" y="579"/>
                  </a:lnTo>
                  <a:lnTo>
                    <a:pt x="1661" y="425"/>
                  </a:lnTo>
                  <a:lnTo>
                    <a:pt x="1546" y="270"/>
                  </a:lnTo>
                  <a:lnTo>
                    <a:pt x="1430" y="155"/>
                  </a:lnTo>
                  <a:lnTo>
                    <a:pt x="1275" y="77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"/>
            <p:cNvSpPr/>
            <p:nvPr/>
          </p:nvSpPr>
          <p:spPr>
            <a:xfrm>
              <a:off x="694725" y="25374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59"/>
                  </a:lnTo>
                  <a:lnTo>
                    <a:pt x="2897" y="1700"/>
                  </a:lnTo>
                  <a:lnTo>
                    <a:pt x="2511" y="2202"/>
                  </a:lnTo>
                  <a:lnTo>
                    <a:pt x="1932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96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41" y="4789"/>
                  </a:lnTo>
                  <a:lnTo>
                    <a:pt x="966" y="4519"/>
                  </a:lnTo>
                  <a:lnTo>
                    <a:pt x="1314" y="4248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897" y="2511"/>
                  </a:lnTo>
                  <a:lnTo>
                    <a:pt x="3322" y="1970"/>
                  </a:lnTo>
                  <a:lnTo>
                    <a:pt x="3669" y="1391"/>
                  </a:lnTo>
                  <a:lnTo>
                    <a:pt x="3978" y="812"/>
                  </a:lnTo>
                  <a:lnTo>
                    <a:pt x="4248" y="194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"/>
            <p:cNvSpPr/>
            <p:nvPr/>
          </p:nvSpPr>
          <p:spPr>
            <a:xfrm>
              <a:off x="643575" y="253937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4" y="271"/>
                  </a:moveTo>
                  <a:lnTo>
                    <a:pt x="1236" y="387"/>
                  </a:lnTo>
                  <a:lnTo>
                    <a:pt x="1429" y="542"/>
                  </a:lnTo>
                  <a:lnTo>
                    <a:pt x="1545" y="735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3" y="1198"/>
                  </a:lnTo>
                  <a:lnTo>
                    <a:pt x="1545" y="1275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6"/>
                  </a:lnTo>
                  <a:lnTo>
                    <a:pt x="966" y="1584"/>
                  </a:lnTo>
                  <a:lnTo>
                    <a:pt x="773" y="1546"/>
                  </a:lnTo>
                  <a:lnTo>
                    <a:pt x="657" y="1468"/>
                  </a:lnTo>
                  <a:lnTo>
                    <a:pt x="579" y="1391"/>
                  </a:lnTo>
                  <a:lnTo>
                    <a:pt x="502" y="1314"/>
                  </a:lnTo>
                  <a:lnTo>
                    <a:pt x="464" y="1198"/>
                  </a:lnTo>
                  <a:lnTo>
                    <a:pt x="425" y="966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387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850" y="1"/>
                  </a:moveTo>
                  <a:lnTo>
                    <a:pt x="657" y="78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78"/>
                  </a:lnTo>
                  <a:lnTo>
                    <a:pt x="271" y="194"/>
                  </a:lnTo>
                  <a:lnTo>
                    <a:pt x="155" y="348"/>
                  </a:lnTo>
                  <a:lnTo>
                    <a:pt x="77" y="503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7" y="1430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893"/>
                  </a:lnTo>
                  <a:lnTo>
                    <a:pt x="1583" y="1816"/>
                  </a:lnTo>
                  <a:lnTo>
                    <a:pt x="1738" y="1661"/>
                  </a:lnTo>
                  <a:lnTo>
                    <a:pt x="1892" y="1546"/>
                  </a:lnTo>
                  <a:lnTo>
                    <a:pt x="1970" y="1352"/>
                  </a:lnTo>
                  <a:lnTo>
                    <a:pt x="2047" y="1159"/>
                  </a:lnTo>
                  <a:lnTo>
                    <a:pt x="2085" y="966"/>
                  </a:lnTo>
                  <a:lnTo>
                    <a:pt x="2047" y="773"/>
                  </a:lnTo>
                  <a:lnTo>
                    <a:pt x="1970" y="580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3" y="155"/>
                  </a:lnTo>
                  <a:lnTo>
                    <a:pt x="1429" y="40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"/>
            <p:cNvSpPr/>
            <p:nvPr/>
          </p:nvSpPr>
          <p:spPr>
            <a:xfrm>
              <a:off x="2323325" y="2542275"/>
              <a:ext cx="309900" cy="249100"/>
            </a:xfrm>
            <a:custGeom>
              <a:avLst/>
              <a:gdLst/>
              <a:ahLst/>
              <a:cxnLst/>
              <a:rect l="l" t="t" r="r" b="b"/>
              <a:pathLst>
                <a:path w="12396" h="9964" extrusionOk="0">
                  <a:moveTo>
                    <a:pt x="10079" y="426"/>
                  </a:moveTo>
                  <a:lnTo>
                    <a:pt x="10272" y="464"/>
                  </a:lnTo>
                  <a:lnTo>
                    <a:pt x="10465" y="503"/>
                  </a:lnTo>
                  <a:lnTo>
                    <a:pt x="10581" y="541"/>
                  </a:lnTo>
                  <a:lnTo>
                    <a:pt x="10735" y="657"/>
                  </a:lnTo>
                  <a:lnTo>
                    <a:pt x="10851" y="850"/>
                  </a:lnTo>
                  <a:lnTo>
                    <a:pt x="10928" y="1043"/>
                  </a:lnTo>
                  <a:lnTo>
                    <a:pt x="10928" y="1236"/>
                  </a:lnTo>
                  <a:lnTo>
                    <a:pt x="10928" y="1430"/>
                  </a:lnTo>
                  <a:lnTo>
                    <a:pt x="10890" y="1661"/>
                  </a:lnTo>
                  <a:lnTo>
                    <a:pt x="10812" y="1854"/>
                  </a:lnTo>
                  <a:lnTo>
                    <a:pt x="10619" y="2202"/>
                  </a:lnTo>
                  <a:lnTo>
                    <a:pt x="10310" y="2588"/>
                  </a:lnTo>
                  <a:lnTo>
                    <a:pt x="9963" y="2936"/>
                  </a:lnTo>
                  <a:lnTo>
                    <a:pt x="9422" y="3476"/>
                  </a:lnTo>
                  <a:lnTo>
                    <a:pt x="8843" y="3978"/>
                  </a:lnTo>
                  <a:lnTo>
                    <a:pt x="8186" y="4480"/>
                  </a:lnTo>
                  <a:lnTo>
                    <a:pt x="7569" y="4982"/>
                  </a:lnTo>
                  <a:lnTo>
                    <a:pt x="6912" y="5484"/>
                  </a:lnTo>
                  <a:lnTo>
                    <a:pt x="6256" y="5947"/>
                  </a:lnTo>
                  <a:lnTo>
                    <a:pt x="5483" y="6411"/>
                  </a:lnTo>
                  <a:lnTo>
                    <a:pt x="4711" y="6874"/>
                  </a:lnTo>
                  <a:lnTo>
                    <a:pt x="3939" y="7299"/>
                  </a:lnTo>
                  <a:lnTo>
                    <a:pt x="3128" y="7724"/>
                  </a:lnTo>
                  <a:lnTo>
                    <a:pt x="2471" y="7994"/>
                  </a:lnTo>
                  <a:lnTo>
                    <a:pt x="2163" y="8110"/>
                  </a:lnTo>
                  <a:lnTo>
                    <a:pt x="1815" y="8226"/>
                  </a:lnTo>
                  <a:lnTo>
                    <a:pt x="1506" y="8264"/>
                  </a:lnTo>
                  <a:lnTo>
                    <a:pt x="1159" y="8303"/>
                  </a:lnTo>
                  <a:lnTo>
                    <a:pt x="811" y="8303"/>
                  </a:lnTo>
                  <a:lnTo>
                    <a:pt x="463" y="8226"/>
                  </a:lnTo>
                  <a:lnTo>
                    <a:pt x="502" y="8148"/>
                  </a:lnTo>
                  <a:lnTo>
                    <a:pt x="463" y="8033"/>
                  </a:lnTo>
                  <a:lnTo>
                    <a:pt x="463" y="7917"/>
                  </a:lnTo>
                  <a:lnTo>
                    <a:pt x="463" y="7801"/>
                  </a:lnTo>
                  <a:lnTo>
                    <a:pt x="502" y="7569"/>
                  </a:lnTo>
                  <a:lnTo>
                    <a:pt x="618" y="7299"/>
                  </a:lnTo>
                  <a:lnTo>
                    <a:pt x="772" y="7029"/>
                  </a:lnTo>
                  <a:lnTo>
                    <a:pt x="1159" y="6565"/>
                  </a:lnTo>
                  <a:lnTo>
                    <a:pt x="1467" y="6179"/>
                  </a:lnTo>
                  <a:lnTo>
                    <a:pt x="2008" y="5561"/>
                  </a:lnTo>
                  <a:lnTo>
                    <a:pt x="2549" y="4982"/>
                  </a:lnTo>
                  <a:lnTo>
                    <a:pt x="3128" y="4441"/>
                  </a:lnTo>
                  <a:lnTo>
                    <a:pt x="3746" y="3862"/>
                  </a:lnTo>
                  <a:lnTo>
                    <a:pt x="4364" y="3360"/>
                  </a:lnTo>
                  <a:lnTo>
                    <a:pt x="5020" y="2858"/>
                  </a:lnTo>
                  <a:lnTo>
                    <a:pt x="5715" y="2434"/>
                  </a:lnTo>
                  <a:lnTo>
                    <a:pt x="6410" y="1970"/>
                  </a:lnTo>
                  <a:lnTo>
                    <a:pt x="7105" y="1584"/>
                  </a:lnTo>
                  <a:lnTo>
                    <a:pt x="7839" y="1236"/>
                  </a:lnTo>
                  <a:lnTo>
                    <a:pt x="8457" y="928"/>
                  </a:lnTo>
                  <a:lnTo>
                    <a:pt x="8843" y="734"/>
                  </a:lnTo>
                  <a:lnTo>
                    <a:pt x="9268" y="580"/>
                  </a:lnTo>
                  <a:lnTo>
                    <a:pt x="9692" y="464"/>
                  </a:lnTo>
                  <a:lnTo>
                    <a:pt x="10079" y="426"/>
                  </a:lnTo>
                  <a:close/>
                  <a:moveTo>
                    <a:pt x="11237" y="464"/>
                  </a:moveTo>
                  <a:lnTo>
                    <a:pt x="11430" y="580"/>
                  </a:lnTo>
                  <a:lnTo>
                    <a:pt x="11585" y="773"/>
                  </a:lnTo>
                  <a:lnTo>
                    <a:pt x="11700" y="966"/>
                  </a:lnTo>
                  <a:lnTo>
                    <a:pt x="11778" y="1236"/>
                  </a:lnTo>
                  <a:lnTo>
                    <a:pt x="11778" y="1468"/>
                  </a:lnTo>
                  <a:lnTo>
                    <a:pt x="11778" y="1738"/>
                  </a:lnTo>
                  <a:lnTo>
                    <a:pt x="11739" y="1970"/>
                  </a:lnTo>
                  <a:lnTo>
                    <a:pt x="11662" y="2240"/>
                  </a:lnTo>
                  <a:lnTo>
                    <a:pt x="11430" y="2627"/>
                  </a:lnTo>
                  <a:lnTo>
                    <a:pt x="11160" y="3013"/>
                  </a:lnTo>
                  <a:lnTo>
                    <a:pt x="10851" y="3399"/>
                  </a:lnTo>
                  <a:lnTo>
                    <a:pt x="10542" y="3746"/>
                  </a:lnTo>
                  <a:lnTo>
                    <a:pt x="9847" y="4480"/>
                  </a:lnTo>
                  <a:lnTo>
                    <a:pt x="9075" y="5137"/>
                  </a:lnTo>
                  <a:lnTo>
                    <a:pt x="8264" y="5793"/>
                  </a:lnTo>
                  <a:lnTo>
                    <a:pt x="7453" y="6372"/>
                  </a:lnTo>
                  <a:lnTo>
                    <a:pt x="6603" y="6990"/>
                  </a:lnTo>
                  <a:lnTo>
                    <a:pt x="5754" y="7569"/>
                  </a:lnTo>
                  <a:lnTo>
                    <a:pt x="4866" y="8110"/>
                  </a:lnTo>
                  <a:lnTo>
                    <a:pt x="3977" y="8612"/>
                  </a:lnTo>
                  <a:lnTo>
                    <a:pt x="3128" y="9037"/>
                  </a:lnTo>
                  <a:lnTo>
                    <a:pt x="2703" y="9191"/>
                  </a:lnTo>
                  <a:lnTo>
                    <a:pt x="2240" y="9346"/>
                  </a:lnTo>
                  <a:lnTo>
                    <a:pt x="1969" y="9384"/>
                  </a:lnTo>
                  <a:lnTo>
                    <a:pt x="1661" y="9423"/>
                  </a:lnTo>
                  <a:lnTo>
                    <a:pt x="1313" y="9384"/>
                  </a:lnTo>
                  <a:lnTo>
                    <a:pt x="1004" y="9346"/>
                  </a:lnTo>
                  <a:lnTo>
                    <a:pt x="734" y="9191"/>
                  </a:lnTo>
                  <a:lnTo>
                    <a:pt x="541" y="9037"/>
                  </a:lnTo>
                  <a:lnTo>
                    <a:pt x="463" y="8921"/>
                  </a:lnTo>
                  <a:lnTo>
                    <a:pt x="386" y="8805"/>
                  </a:lnTo>
                  <a:lnTo>
                    <a:pt x="348" y="8650"/>
                  </a:lnTo>
                  <a:lnTo>
                    <a:pt x="309" y="8496"/>
                  </a:lnTo>
                  <a:lnTo>
                    <a:pt x="579" y="8612"/>
                  </a:lnTo>
                  <a:lnTo>
                    <a:pt x="888" y="8728"/>
                  </a:lnTo>
                  <a:lnTo>
                    <a:pt x="1197" y="8766"/>
                  </a:lnTo>
                  <a:lnTo>
                    <a:pt x="1506" y="8766"/>
                  </a:lnTo>
                  <a:lnTo>
                    <a:pt x="1815" y="8728"/>
                  </a:lnTo>
                  <a:lnTo>
                    <a:pt x="2124" y="8650"/>
                  </a:lnTo>
                  <a:lnTo>
                    <a:pt x="2742" y="8457"/>
                  </a:lnTo>
                  <a:lnTo>
                    <a:pt x="3321" y="8187"/>
                  </a:lnTo>
                  <a:lnTo>
                    <a:pt x="3939" y="7917"/>
                  </a:lnTo>
                  <a:lnTo>
                    <a:pt x="4981" y="7299"/>
                  </a:lnTo>
                  <a:lnTo>
                    <a:pt x="6526" y="6372"/>
                  </a:lnTo>
                  <a:lnTo>
                    <a:pt x="7298" y="5832"/>
                  </a:lnTo>
                  <a:lnTo>
                    <a:pt x="8071" y="5291"/>
                  </a:lnTo>
                  <a:lnTo>
                    <a:pt x="8804" y="4750"/>
                  </a:lnTo>
                  <a:lnTo>
                    <a:pt x="9499" y="4133"/>
                  </a:lnTo>
                  <a:lnTo>
                    <a:pt x="10156" y="3515"/>
                  </a:lnTo>
                  <a:lnTo>
                    <a:pt x="10774" y="2820"/>
                  </a:lnTo>
                  <a:lnTo>
                    <a:pt x="10967" y="2588"/>
                  </a:lnTo>
                  <a:lnTo>
                    <a:pt x="11121" y="2356"/>
                  </a:lnTo>
                  <a:lnTo>
                    <a:pt x="11276" y="2047"/>
                  </a:lnTo>
                  <a:lnTo>
                    <a:pt x="11391" y="1777"/>
                  </a:lnTo>
                  <a:lnTo>
                    <a:pt x="11469" y="1468"/>
                  </a:lnTo>
                  <a:lnTo>
                    <a:pt x="11507" y="1159"/>
                  </a:lnTo>
                  <a:lnTo>
                    <a:pt x="11430" y="889"/>
                  </a:lnTo>
                  <a:lnTo>
                    <a:pt x="11314" y="580"/>
                  </a:lnTo>
                  <a:lnTo>
                    <a:pt x="11237" y="464"/>
                  </a:lnTo>
                  <a:close/>
                  <a:moveTo>
                    <a:pt x="9924" y="1"/>
                  </a:moveTo>
                  <a:lnTo>
                    <a:pt x="9654" y="39"/>
                  </a:lnTo>
                  <a:lnTo>
                    <a:pt x="9306" y="117"/>
                  </a:lnTo>
                  <a:lnTo>
                    <a:pt x="8920" y="194"/>
                  </a:lnTo>
                  <a:lnTo>
                    <a:pt x="8186" y="503"/>
                  </a:lnTo>
                  <a:lnTo>
                    <a:pt x="7491" y="850"/>
                  </a:lnTo>
                  <a:lnTo>
                    <a:pt x="6835" y="1198"/>
                  </a:lnTo>
                  <a:lnTo>
                    <a:pt x="6101" y="1584"/>
                  </a:lnTo>
                  <a:lnTo>
                    <a:pt x="5406" y="2009"/>
                  </a:lnTo>
                  <a:lnTo>
                    <a:pt x="4750" y="2472"/>
                  </a:lnTo>
                  <a:lnTo>
                    <a:pt x="4093" y="2974"/>
                  </a:lnTo>
                  <a:lnTo>
                    <a:pt x="3360" y="3553"/>
                  </a:lnTo>
                  <a:lnTo>
                    <a:pt x="2665" y="4210"/>
                  </a:lnTo>
                  <a:lnTo>
                    <a:pt x="1969" y="4866"/>
                  </a:lnTo>
                  <a:lnTo>
                    <a:pt x="1352" y="5600"/>
                  </a:lnTo>
                  <a:lnTo>
                    <a:pt x="888" y="6141"/>
                  </a:lnTo>
                  <a:lnTo>
                    <a:pt x="618" y="6449"/>
                  </a:lnTo>
                  <a:lnTo>
                    <a:pt x="348" y="6797"/>
                  </a:lnTo>
                  <a:lnTo>
                    <a:pt x="155" y="7145"/>
                  </a:lnTo>
                  <a:lnTo>
                    <a:pt x="0" y="7492"/>
                  </a:lnTo>
                  <a:lnTo>
                    <a:pt x="0" y="7685"/>
                  </a:lnTo>
                  <a:lnTo>
                    <a:pt x="0" y="7840"/>
                  </a:lnTo>
                  <a:lnTo>
                    <a:pt x="0" y="8033"/>
                  </a:lnTo>
                  <a:lnTo>
                    <a:pt x="77" y="8187"/>
                  </a:lnTo>
                  <a:lnTo>
                    <a:pt x="77" y="8264"/>
                  </a:lnTo>
                  <a:lnTo>
                    <a:pt x="77" y="8342"/>
                  </a:lnTo>
                  <a:lnTo>
                    <a:pt x="39" y="8496"/>
                  </a:lnTo>
                  <a:lnTo>
                    <a:pt x="39" y="8650"/>
                  </a:lnTo>
                  <a:lnTo>
                    <a:pt x="77" y="8805"/>
                  </a:lnTo>
                  <a:lnTo>
                    <a:pt x="116" y="8959"/>
                  </a:lnTo>
                  <a:lnTo>
                    <a:pt x="309" y="9230"/>
                  </a:lnTo>
                  <a:lnTo>
                    <a:pt x="541" y="9500"/>
                  </a:lnTo>
                  <a:lnTo>
                    <a:pt x="734" y="9616"/>
                  </a:lnTo>
                  <a:lnTo>
                    <a:pt x="965" y="9732"/>
                  </a:lnTo>
                  <a:lnTo>
                    <a:pt x="1236" y="9770"/>
                  </a:lnTo>
                  <a:lnTo>
                    <a:pt x="1467" y="9809"/>
                  </a:lnTo>
                  <a:lnTo>
                    <a:pt x="1583" y="9963"/>
                  </a:lnTo>
                  <a:lnTo>
                    <a:pt x="1815" y="9770"/>
                  </a:lnTo>
                  <a:lnTo>
                    <a:pt x="1892" y="9770"/>
                  </a:lnTo>
                  <a:lnTo>
                    <a:pt x="1892" y="9848"/>
                  </a:lnTo>
                  <a:lnTo>
                    <a:pt x="1931" y="9848"/>
                  </a:lnTo>
                  <a:lnTo>
                    <a:pt x="2008" y="9770"/>
                  </a:lnTo>
                  <a:lnTo>
                    <a:pt x="2394" y="9654"/>
                  </a:lnTo>
                  <a:lnTo>
                    <a:pt x="2935" y="9500"/>
                  </a:lnTo>
                  <a:lnTo>
                    <a:pt x="3514" y="9268"/>
                  </a:lnTo>
                  <a:lnTo>
                    <a:pt x="4055" y="9037"/>
                  </a:lnTo>
                  <a:lnTo>
                    <a:pt x="4557" y="8766"/>
                  </a:lnTo>
                  <a:lnTo>
                    <a:pt x="5599" y="8148"/>
                  </a:lnTo>
                  <a:lnTo>
                    <a:pt x="6603" y="7492"/>
                  </a:lnTo>
                  <a:lnTo>
                    <a:pt x="6758" y="7376"/>
                  </a:lnTo>
                  <a:lnTo>
                    <a:pt x="7839" y="6643"/>
                  </a:lnTo>
                  <a:lnTo>
                    <a:pt x="8688" y="5986"/>
                  </a:lnTo>
                  <a:lnTo>
                    <a:pt x="9538" y="5330"/>
                  </a:lnTo>
                  <a:lnTo>
                    <a:pt x="10388" y="4596"/>
                  </a:lnTo>
                  <a:lnTo>
                    <a:pt x="10774" y="4171"/>
                  </a:lnTo>
                  <a:lnTo>
                    <a:pt x="11121" y="3785"/>
                  </a:lnTo>
                  <a:lnTo>
                    <a:pt x="11160" y="3901"/>
                  </a:lnTo>
                  <a:lnTo>
                    <a:pt x="11430" y="3824"/>
                  </a:lnTo>
                  <a:lnTo>
                    <a:pt x="11932" y="4094"/>
                  </a:lnTo>
                  <a:lnTo>
                    <a:pt x="12087" y="3824"/>
                  </a:lnTo>
                  <a:lnTo>
                    <a:pt x="11353" y="3476"/>
                  </a:lnTo>
                  <a:lnTo>
                    <a:pt x="11662" y="3051"/>
                  </a:lnTo>
                  <a:lnTo>
                    <a:pt x="11932" y="2588"/>
                  </a:lnTo>
                  <a:lnTo>
                    <a:pt x="12087" y="2202"/>
                  </a:lnTo>
                  <a:lnTo>
                    <a:pt x="12164" y="1816"/>
                  </a:lnTo>
                  <a:lnTo>
                    <a:pt x="12395" y="1623"/>
                  </a:lnTo>
                  <a:lnTo>
                    <a:pt x="12164" y="1391"/>
                  </a:lnTo>
                  <a:lnTo>
                    <a:pt x="12125" y="1082"/>
                  </a:lnTo>
                  <a:lnTo>
                    <a:pt x="12048" y="812"/>
                  </a:lnTo>
                  <a:lnTo>
                    <a:pt x="11932" y="580"/>
                  </a:lnTo>
                  <a:lnTo>
                    <a:pt x="11778" y="387"/>
                  </a:lnTo>
                  <a:lnTo>
                    <a:pt x="11585" y="194"/>
                  </a:lnTo>
                  <a:lnTo>
                    <a:pt x="11353" y="78"/>
                  </a:lnTo>
                  <a:lnTo>
                    <a:pt x="11044" y="39"/>
                  </a:lnTo>
                  <a:lnTo>
                    <a:pt x="10735" y="39"/>
                  </a:lnTo>
                  <a:lnTo>
                    <a:pt x="10619" y="78"/>
                  </a:lnTo>
                  <a:lnTo>
                    <a:pt x="1038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"/>
            <p:cNvSpPr/>
            <p:nvPr/>
          </p:nvSpPr>
          <p:spPr>
            <a:xfrm>
              <a:off x="6773675" y="254227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4" y="3129"/>
                  </a:lnTo>
                  <a:lnTo>
                    <a:pt x="3939" y="4248"/>
                  </a:lnTo>
                  <a:lnTo>
                    <a:pt x="4017" y="5368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878"/>
                  </a:lnTo>
                  <a:lnTo>
                    <a:pt x="3901" y="8535"/>
                  </a:lnTo>
                  <a:lnTo>
                    <a:pt x="3746" y="9114"/>
                  </a:lnTo>
                  <a:lnTo>
                    <a:pt x="3515" y="9693"/>
                  </a:lnTo>
                  <a:lnTo>
                    <a:pt x="3244" y="10234"/>
                  </a:lnTo>
                  <a:lnTo>
                    <a:pt x="3013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52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465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54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57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580" y="2742"/>
                  </a:lnTo>
                  <a:lnTo>
                    <a:pt x="1352" y="2356"/>
                  </a:lnTo>
                  <a:lnTo>
                    <a:pt x="2163" y="1932"/>
                  </a:lnTo>
                  <a:lnTo>
                    <a:pt x="2935" y="1430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01" y="1"/>
                  </a:moveTo>
                  <a:lnTo>
                    <a:pt x="3476" y="310"/>
                  </a:lnTo>
                  <a:lnTo>
                    <a:pt x="3051" y="619"/>
                  </a:lnTo>
                  <a:lnTo>
                    <a:pt x="2626" y="966"/>
                  </a:lnTo>
                  <a:lnTo>
                    <a:pt x="2202" y="1275"/>
                  </a:lnTo>
                  <a:lnTo>
                    <a:pt x="1314" y="1893"/>
                  </a:lnTo>
                  <a:lnTo>
                    <a:pt x="425" y="2434"/>
                  </a:lnTo>
                  <a:lnTo>
                    <a:pt x="348" y="2511"/>
                  </a:lnTo>
                  <a:lnTo>
                    <a:pt x="348" y="2627"/>
                  </a:lnTo>
                  <a:lnTo>
                    <a:pt x="271" y="2665"/>
                  </a:lnTo>
                  <a:lnTo>
                    <a:pt x="232" y="2781"/>
                  </a:lnTo>
                  <a:lnTo>
                    <a:pt x="194" y="3785"/>
                  </a:lnTo>
                  <a:lnTo>
                    <a:pt x="155" y="4828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577"/>
                  </a:lnTo>
                  <a:lnTo>
                    <a:pt x="503" y="10041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391" y="11160"/>
                  </a:lnTo>
                  <a:lnTo>
                    <a:pt x="1622" y="11276"/>
                  </a:lnTo>
                  <a:lnTo>
                    <a:pt x="1816" y="11354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20" y="11315"/>
                  </a:lnTo>
                  <a:lnTo>
                    <a:pt x="3051" y="11199"/>
                  </a:lnTo>
                  <a:lnTo>
                    <a:pt x="3283" y="11045"/>
                  </a:lnTo>
                  <a:lnTo>
                    <a:pt x="3476" y="10852"/>
                  </a:lnTo>
                  <a:lnTo>
                    <a:pt x="3669" y="10620"/>
                  </a:lnTo>
                  <a:lnTo>
                    <a:pt x="3824" y="10388"/>
                  </a:lnTo>
                  <a:lnTo>
                    <a:pt x="3978" y="10118"/>
                  </a:lnTo>
                  <a:lnTo>
                    <a:pt x="4171" y="9539"/>
                  </a:lnTo>
                  <a:lnTo>
                    <a:pt x="4326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183"/>
                  </a:lnTo>
                  <a:lnTo>
                    <a:pt x="4596" y="6643"/>
                  </a:lnTo>
                  <a:lnTo>
                    <a:pt x="4596" y="6102"/>
                  </a:lnTo>
                  <a:lnTo>
                    <a:pt x="4519" y="4982"/>
                  </a:lnTo>
                  <a:lnTo>
                    <a:pt x="4441" y="3862"/>
                  </a:lnTo>
                  <a:lnTo>
                    <a:pt x="4326" y="2742"/>
                  </a:lnTo>
                  <a:lnTo>
                    <a:pt x="4287" y="2395"/>
                  </a:lnTo>
                  <a:lnTo>
                    <a:pt x="4210" y="1430"/>
                  </a:lnTo>
                  <a:lnTo>
                    <a:pt x="4132" y="503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"/>
            <p:cNvSpPr/>
            <p:nvPr/>
          </p:nvSpPr>
          <p:spPr>
            <a:xfrm>
              <a:off x="4769575" y="2562550"/>
              <a:ext cx="144825" cy="164150"/>
            </a:xfrm>
            <a:custGeom>
              <a:avLst/>
              <a:gdLst/>
              <a:ahLst/>
              <a:cxnLst/>
              <a:rect l="l" t="t" r="r" b="b"/>
              <a:pathLst>
                <a:path w="5793" h="6566" extrusionOk="0">
                  <a:moveTo>
                    <a:pt x="2858" y="464"/>
                  </a:moveTo>
                  <a:lnTo>
                    <a:pt x="3360" y="619"/>
                  </a:lnTo>
                  <a:lnTo>
                    <a:pt x="3823" y="812"/>
                  </a:lnTo>
                  <a:lnTo>
                    <a:pt x="4248" y="1082"/>
                  </a:lnTo>
                  <a:lnTo>
                    <a:pt x="4634" y="1429"/>
                  </a:lnTo>
                  <a:lnTo>
                    <a:pt x="4943" y="1854"/>
                  </a:lnTo>
                  <a:lnTo>
                    <a:pt x="5059" y="2047"/>
                  </a:lnTo>
                  <a:lnTo>
                    <a:pt x="5175" y="2279"/>
                  </a:lnTo>
                  <a:lnTo>
                    <a:pt x="5252" y="2511"/>
                  </a:lnTo>
                  <a:lnTo>
                    <a:pt x="5290" y="2781"/>
                  </a:lnTo>
                  <a:lnTo>
                    <a:pt x="5329" y="3051"/>
                  </a:lnTo>
                  <a:lnTo>
                    <a:pt x="5329" y="3322"/>
                  </a:lnTo>
                  <a:lnTo>
                    <a:pt x="5290" y="3785"/>
                  </a:lnTo>
                  <a:lnTo>
                    <a:pt x="5175" y="4248"/>
                  </a:lnTo>
                  <a:lnTo>
                    <a:pt x="4982" y="4712"/>
                  </a:lnTo>
                  <a:lnTo>
                    <a:pt x="4711" y="5098"/>
                  </a:lnTo>
                  <a:lnTo>
                    <a:pt x="4364" y="5445"/>
                  </a:lnTo>
                  <a:lnTo>
                    <a:pt x="4016" y="5716"/>
                  </a:lnTo>
                  <a:lnTo>
                    <a:pt x="3784" y="5832"/>
                  </a:lnTo>
                  <a:lnTo>
                    <a:pt x="3553" y="5947"/>
                  </a:lnTo>
                  <a:lnTo>
                    <a:pt x="3321" y="6025"/>
                  </a:lnTo>
                  <a:lnTo>
                    <a:pt x="3089" y="6063"/>
                  </a:lnTo>
                  <a:lnTo>
                    <a:pt x="2780" y="6102"/>
                  </a:lnTo>
                  <a:lnTo>
                    <a:pt x="2510" y="6102"/>
                  </a:lnTo>
                  <a:lnTo>
                    <a:pt x="2201" y="6063"/>
                  </a:lnTo>
                  <a:lnTo>
                    <a:pt x="1970" y="5986"/>
                  </a:lnTo>
                  <a:lnTo>
                    <a:pt x="1738" y="5870"/>
                  </a:lnTo>
                  <a:lnTo>
                    <a:pt x="1506" y="5754"/>
                  </a:lnTo>
                  <a:lnTo>
                    <a:pt x="1313" y="5600"/>
                  </a:lnTo>
                  <a:lnTo>
                    <a:pt x="1159" y="5445"/>
                  </a:lnTo>
                  <a:lnTo>
                    <a:pt x="1004" y="5252"/>
                  </a:lnTo>
                  <a:lnTo>
                    <a:pt x="850" y="5021"/>
                  </a:lnTo>
                  <a:lnTo>
                    <a:pt x="734" y="4789"/>
                  </a:lnTo>
                  <a:lnTo>
                    <a:pt x="618" y="4557"/>
                  </a:lnTo>
                  <a:lnTo>
                    <a:pt x="502" y="4055"/>
                  </a:lnTo>
                  <a:lnTo>
                    <a:pt x="425" y="3515"/>
                  </a:lnTo>
                  <a:lnTo>
                    <a:pt x="464" y="2974"/>
                  </a:lnTo>
                  <a:lnTo>
                    <a:pt x="541" y="2433"/>
                  </a:lnTo>
                  <a:lnTo>
                    <a:pt x="734" y="1931"/>
                  </a:lnTo>
                  <a:lnTo>
                    <a:pt x="850" y="1700"/>
                  </a:lnTo>
                  <a:lnTo>
                    <a:pt x="966" y="1507"/>
                  </a:lnTo>
                  <a:lnTo>
                    <a:pt x="1120" y="1275"/>
                  </a:lnTo>
                  <a:lnTo>
                    <a:pt x="1313" y="1121"/>
                  </a:lnTo>
                  <a:lnTo>
                    <a:pt x="1506" y="927"/>
                  </a:lnTo>
                  <a:lnTo>
                    <a:pt x="1738" y="812"/>
                  </a:lnTo>
                  <a:lnTo>
                    <a:pt x="1970" y="696"/>
                  </a:lnTo>
                  <a:lnTo>
                    <a:pt x="2201" y="580"/>
                  </a:lnTo>
                  <a:lnTo>
                    <a:pt x="2472" y="541"/>
                  </a:lnTo>
                  <a:lnTo>
                    <a:pt x="2780" y="503"/>
                  </a:lnTo>
                  <a:lnTo>
                    <a:pt x="2819" y="503"/>
                  </a:lnTo>
                  <a:lnTo>
                    <a:pt x="2858" y="464"/>
                  </a:lnTo>
                  <a:close/>
                  <a:moveTo>
                    <a:pt x="2665" y="1"/>
                  </a:moveTo>
                  <a:lnTo>
                    <a:pt x="2587" y="39"/>
                  </a:lnTo>
                  <a:lnTo>
                    <a:pt x="2510" y="78"/>
                  </a:lnTo>
                  <a:lnTo>
                    <a:pt x="2472" y="155"/>
                  </a:lnTo>
                  <a:lnTo>
                    <a:pt x="2433" y="232"/>
                  </a:lnTo>
                  <a:lnTo>
                    <a:pt x="2163" y="271"/>
                  </a:lnTo>
                  <a:lnTo>
                    <a:pt x="1854" y="310"/>
                  </a:lnTo>
                  <a:lnTo>
                    <a:pt x="1622" y="387"/>
                  </a:lnTo>
                  <a:lnTo>
                    <a:pt x="1390" y="503"/>
                  </a:lnTo>
                  <a:lnTo>
                    <a:pt x="1159" y="657"/>
                  </a:lnTo>
                  <a:lnTo>
                    <a:pt x="966" y="850"/>
                  </a:lnTo>
                  <a:lnTo>
                    <a:pt x="772" y="1043"/>
                  </a:lnTo>
                  <a:lnTo>
                    <a:pt x="618" y="1236"/>
                  </a:lnTo>
                  <a:lnTo>
                    <a:pt x="464" y="1507"/>
                  </a:lnTo>
                  <a:lnTo>
                    <a:pt x="348" y="1738"/>
                  </a:lnTo>
                  <a:lnTo>
                    <a:pt x="155" y="2279"/>
                  </a:lnTo>
                  <a:lnTo>
                    <a:pt x="39" y="2858"/>
                  </a:lnTo>
                  <a:lnTo>
                    <a:pt x="0" y="3399"/>
                  </a:lnTo>
                  <a:lnTo>
                    <a:pt x="39" y="4055"/>
                  </a:lnTo>
                  <a:lnTo>
                    <a:pt x="116" y="4364"/>
                  </a:lnTo>
                  <a:lnTo>
                    <a:pt x="193" y="4673"/>
                  </a:lnTo>
                  <a:lnTo>
                    <a:pt x="309" y="4943"/>
                  </a:lnTo>
                  <a:lnTo>
                    <a:pt x="425" y="5214"/>
                  </a:lnTo>
                  <a:lnTo>
                    <a:pt x="579" y="5445"/>
                  </a:lnTo>
                  <a:lnTo>
                    <a:pt x="734" y="5677"/>
                  </a:lnTo>
                  <a:lnTo>
                    <a:pt x="927" y="5870"/>
                  </a:lnTo>
                  <a:lnTo>
                    <a:pt x="1120" y="6063"/>
                  </a:lnTo>
                  <a:lnTo>
                    <a:pt x="1390" y="6218"/>
                  </a:lnTo>
                  <a:lnTo>
                    <a:pt x="1622" y="6372"/>
                  </a:lnTo>
                  <a:lnTo>
                    <a:pt x="1892" y="6449"/>
                  </a:lnTo>
                  <a:lnTo>
                    <a:pt x="2201" y="6527"/>
                  </a:lnTo>
                  <a:lnTo>
                    <a:pt x="2549" y="6565"/>
                  </a:lnTo>
                  <a:lnTo>
                    <a:pt x="2896" y="6565"/>
                  </a:lnTo>
                  <a:lnTo>
                    <a:pt x="3205" y="6527"/>
                  </a:lnTo>
                  <a:lnTo>
                    <a:pt x="3476" y="6449"/>
                  </a:lnTo>
                  <a:lnTo>
                    <a:pt x="3784" y="6334"/>
                  </a:lnTo>
                  <a:lnTo>
                    <a:pt x="4055" y="6218"/>
                  </a:lnTo>
                  <a:lnTo>
                    <a:pt x="4325" y="6063"/>
                  </a:lnTo>
                  <a:lnTo>
                    <a:pt x="4557" y="5909"/>
                  </a:lnTo>
                  <a:lnTo>
                    <a:pt x="4788" y="5716"/>
                  </a:lnTo>
                  <a:lnTo>
                    <a:pt x="4982" y="5484"/>
                  </a:lnTo>
                  <a:lnTo>
                    <a:pt x="5175" y="5252"/>
                  </a:lnTo>
                  <a:lnTo>
                    <a:pt x="5329" y="4982"/>
                  </a:lnTo>
                  <a:lnTo>
                    <a:pt x="5483" y="4750"/>
                  </a:lnTo>
                  <a:lnTo>
                    <a:pt x="5599" y="4441"/>
                  </a:lnTo>
                  <a:lnTo>
                    <a:pt x="5677" y="4171"/>
                  </a:lnTo>
                  <a:lnTo>
                    <a:pt x="5754" y="3862"/>
                  </a:lnTo>
                  <a:lnTo>
                    <a:pt x="5792" y="3553"/>
                  </a:lnTo>
                  <a:lnTo>
                    <a:pt x="5792" y="3244"/>
                  </a:lnTo>
                  <a:lnTo>
                    <a:pt x="5792" y="2935"/>
                  </a:lnTo>
                  <a:lnTo>
                    <a:pt x="5715" y="2626"/>
                  </a:lnTo>
                  <a:lnTo>
                    <a:pt x="5638" y="2318"/>
                  </a:lnTo>
                  <a:lnTo>
                    <a:pt x="5561" y="2047"/>
                  </a:lnTo>
                  <a:lnTo>
                    <a:pt x="5406" y="1777"/>
                  </a:lnTo>
                  <a:lnTo>
                    <a:pt x="5252" y="1507"/>
                  </a:lnTo>
                  <a:lnTo>
                    <a:pt x="5059" y="1275"/>
                  </a:lnTo>
                  <a:lnTo>
                    <a:pt x="4866" y="1043"/>
                  </a:lnTo>
                  <a:lnTo>
                    <a:pt x="4634" y="812"/>
                  </a:lnTo>
                  <a:lnTo>
                    <a:pt x="4402" y="619"/>
                  </a:lnTo>
                  <a:lnTo>
                    <a:pt x="4132" y="464"/>
                  </a:lnTo>
                  <a:lnTo>
                    <a:pt x="3862" y="310"/>
                  </a:lnTo>
                  <a:lnTo>
                    <a:pt x="3591" y="194"/>
                  </a:lnTo>
                  <a:lnTo>
                    <a:pt x="3282" y="117"/>
                  </a:lnTo>
                  <a:lnTo>
                    <a:pt x="2974" y="39"/>
                  </a:lnTo>
                  <a:lnTo>
                    <a:pt x="266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"/>
            <p:cNvSpPr/>
            <p:nvPr/>
          </p:nvSpPr>
          <p:spPr>
            <a:xfrm>
              <a:off x="2452675" y="2582825"/>
              <a:ext cx="296400" cy="356250"/>
            </a:xfrm>
            <a:custGeom>
              <a:avLst/>
              <a:gdLst/>
              <a:ahLst/>
              <a:cxnLst/>
              <a:rect l="l" t="t" r="r" b="b"/>
              <a:pathLst>
                <a:path w="11856" h="14250" extrusionOk="0">
                  <a:moveTo>
                    <a:pt x="7221" y="1"/>
                  </a:moveTo>
                  <a:lnTo>
                    <a:pt x="6990" y="194"/>
                  </a:lnTo>
                  <a:lnTo>
                    <a:pt x="8032" y="1777"/>
                  </a:lnTo>
                  <a:lnTo>
                    <a:pt x="9114" y="3283"/>
                  </a:lnTo>
                  <a:lnTo>
                    <a:pt x="8032" y="2704"/>
                  </a:lnTo>
                  <a:lnTo>
                    <a:pt x="6913" y="2202"/>
                  </a:lnTo>
                  <a:lnTo>
                    <a:pt x="6758" y="2472"/>
                  </a:lnTo>
                  <a:lnTo>
                    <a:pt x="8225" y="3283"/>
                  </a:lnTo>
                  <a:lnTo>
                    <a:pt x="9731" y="4094"/>
                  </a:lnTo>
                  <a:lnTo>
                    <a:pt x="10388" y="4905"/>
                  </a:lnTo>
                  <a:lnTo>
                    <a:pt x="10388" y="4943"/>
                  </a:lnTo>
                  <a:lnTo>
                    <a:pt x="10697" y="4827"/>
                  </a:lnTo>
                  <a:lnTo>
                    <a:pt x="10658" y="4712"/>
                  </a:lnTo>
                  <a:lnTo>
                    <a:pt x="10620" y="4596"/>
                  </a:lnTo>
                  <a:lnTo>
                    <a:pt x="10620" y="4596"/>
                  </a:lnTo>
                  <a:lnTo>
                    <a:pt x="10929" y="4712"/>
                  </a:lnTo>
                  <a:lnTo>
                    <a:pt x="11160" y="4827"/>
                  </a:lnTo>
                  <a:lnTo>
                    <a:pt x="11315" y="5021"/>
                  </a:lnTo>
                  <a:lnTo>
                    <a:pt x="11431" y="5252"/>
                  </a:lnTo>
                  <a:lnTo>
                    <a:pt x="11469" y="5484"/>
                  </a:lnTo>
                  <a:lnTo>
                    <a:pt x="11469" y="5754"/>
                  </a:lnTo>
                  <a:lnTo>
                    <a:pt x="11431" y="6063"/>
                  </a:lnTo>
                  <a:lnTo>
                    <a:pt x="11353" y="6372"/>
                  </a:lnTo>
                  <a:lnTo>
                    <a:pt x="11083" y="7028"/>
                  </a:lnTo>
                  <a:lnTo>
                    <a:pt x="10813" y="7646"/>
                  </a:lnTo>
                  <a:lnTo>
                    <a:pt x="10504" y="8148"/>
                  </a:lnTo>
                  <a:lnTo>
                    <a:pt x="10233" y="8573"/>
                  </a:lnTo>
                  <a:lnTo>
                    <a:pt x="9654" y="9345"/>
                  </a:lnTo>
                  <a:lnTo>
                    <a:pt x="9036" y="10079"/>
                  </a:lnTo>
                  <a:lnTo>
                    <a:pt x="8380" y="10736"/>
                  </a:lnTo>
                  <a:lnTo>
                    <a:pt x="7646" y="11353"/>
                  </a:lnTo>
                  <a:lnTo>
                    <a:pt x="6874" y="11933"/>
                  </a:lnTo>
                  <a:lnTo>
                    <a:pt x="6024" y="12435"/>
                  </a:lnTo>
                  <a:lnTo>
                    <a:pt x="5175" y="12898"/>
                  </a:lnTo>
                  <a:lnTo>
                    <a:pt x="4287" y="13284"/>
                  </a:lnTo>
                  <a:lnTo>
                    <a:pt x="3862" y="13439"/>
                  </a:lnTo>
                  <a:lnTo>
                    <a:pt x="3283" y="13632"/>
                  </a:lnTo>
                  <a:lnTo>
                    <a:pt x="2665" y="13786"/>
                  </a:lnTo>
                  <a:lnTo>
                    <a:pt x="1970" y="13941"/>
                  </a:lnTo>
                  <a:lnTo>
                    <a:pt x="1043" y="13941"/>
                  </a:lnTo>
                  <a:lnTo>
                    <a:pt x="811" y="13863"/>
                  </a:lnTo>
                  <a:lnTo>
                    <a:pt x="580" y="13709"/>
                  </a:lnTo>
                  <a:lnTo>
                    <a:pt x="425" y="13554"/>
                  </a:lnTo>
                  <a:lnTo>
                    <a:pt x="309" y="13323"/>
                  </a:lnTo>
                  <a:lnTo>
                    <a:pt x="232" y="13052"/>
                  </a:lnTo>
                  <a:lnTo>
                    <a:pt x="1" y="13130"/>
                  </a:lnTo>
                  <a:lnTo>
                    <a:pt x="1" y="13400"/>
                  </a:lnTo>
                  <a:lnTo>
                    <a:pt x="39" y="13632"/>
                  </a:lnTo>
                  <a:lnTo>
                    <a:pt x="155" y="13825"/>
                  </a:lnTo>
                  <a:lnTo>
                    <a:pt x="271" y="13941"/>
                  </a:lnTo>
                  <a:lnTo>
                    <a:pt x="464" y="14056"/>
                  </a:lnTo>
                  <a:lnTo>
                    <a:pt x="657" y="14172"/>
                  </a:lnTo>
                  <a:lnTo>
                    <a:pt x="889" y="14211"/>
                  </a:lnTo>
                  <a:lnTo>
                    <a:pt x="1120" y="14249"/>
                  </a:lnTo>
                  <a:lnTo>
                    <a:pt x="1661" y="14249"/>
                  </a:lnTo>
                  <a:lnTo>
                    <a:pt x="2163" y="14211"/>
                  </a:lnTo>
                  <a:lnTo>
                    <a:pt x="2665" y="14134"/>
                  </a:lnTo>
                  <a:lnTo>
                    <a:pt x="3051" y="14056"/>
                  </a:lnTo>
                  <a:lnTo>
                    <a:pt x="3708" y="13863"/>
                  </a:lnTo>
                  <a:lnTo>
                    <a:pt x="4364" y="13632"/>
                  </a:lnTo>
                  <a:lnTo>
                    <a:pt x="5020" y="13361"/>
                  </a:lnTo>
                  <a:lnTo>
                    <a:pt x="5638" y="13091"/>
                  </a:lnTo>
                  <a:lnTo>
                    <a:pt x="6256" y="12743"/>
                  </a:lnTo>
                  <a:lnTo>
                    <a:pt x="6835" y="12396"/>
                  </a:lnTo>
                  <a:lnTo>
                    <a:pt x="7415" y="12010"/>
                  </a:lnTo>
                  <a:lnTo>
                    <a:pt x="7955" y="11585"/>
                  </a:lnTo>
                  <a:lnTo>
                    <a:pt x="8457" y="11160"/>
                  </a:lnTo>
                  <a:lnTo>
                    <a:pt x="8959" y="10697"/>
                  </a:lnTo>
                  <a:lnTo>
                    <a:pt x="9423" y="10234"/>
                  </a:lnTo>
                  <a:lnTo>
                    <a:pt x="9847" y="9732"/>
                  </a:lnTo>
                  <a:lnTo>
                    <a:pt x="10272" y="9191"/>
                  </a:lnTo>
                  <a:lnTo>
                    <a:pt x="10620" y="8650"/>
                  </a:lnTo>
                  <a:lnTo>
                    <a:pt x="11006" y="8071"/>
                  </a:lnTo>
                  <a:lnTo>
                    <a:pt x="11315" y="7492"/>
                  </a:lnTo>
                  <a:lnTo>
                    <a:pt x="11546" y="6951"/>
                  </a:lnTo>
                  <a:lnTo>
                    <a:pt x="11778" y="6411"/>
                  </a:lnTo>
                  <a:lnTo>
                    <a:pt x="11817" y="6102"/>
                  </a:lnTo>
                  <a:lnTo>
                    <a:pt x="11855" y="5831"/>
                  </a:lnTo>
                  <a:lnTo>
                    <a:pt x="11855" y="5523"/>
                  </a:lnTo>
                  <a:lnTo>
                    <a:pt x="11778" y="5252"/>
                  </a:lnTo>
                  <a:lnTo>
                    <a:pt x="11701" y="5021"/>
                  </a:lnTo>
                  <a:lnTo>
                    <a:pt x="11585" y="4866"/>
                  </a:lnTo>
                  <a:lnTo>
                    <a:pt x="11469" y="4673"/>
                  </a:lnTo>
                  <a:lnTo>
                    <a:pt x="11315" y="4519"/>
                  </a:lnTo>
                  <a:lnTo>
                    <a:pt x="11122" y="4403"/>
                  </a:lnTo>
                  <a:lnTo>
                    <a:pt x="10929" y="4325"/>
                  </a:lnTo>
                  <a:lnTo>
                    <a:pt x="10735" y="4248"/>
                  </a:lnTo>
                  <a:lnTo>
                    <a:pt x="10504" y="4210"/>
                  </a:lnTo>
                  <a:lnTo>
                    <a:pt x="10465" y="4248"/>
                  </a:lnTo>
                  <a:lnTo>
                    <a:pt x="10388" y="4248"/>
                  </a:lnTo>
                  <a:lnTo>
                    <a:pt x="9654" y="3167"/>
                  </a:lnTo>
                  <a:lnTo>
                    <a:pt x="8882" y="2086"/>
                  </a:lnTo>
                  <a:lnTo>
                    <a:pt x="8032" y="1043"/>
                  </a:lnTo>
                  <a:lnTo>
                    <a:pt x="72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"/>
            <p:cNvSpPr/>
            <p:nvPr/>
          </p:nvSpPr>
          <p:spPr>
            <a:xfrm>
              <a:off x="581775" y="2586700"/>
              <a:ext cx="44450" cy="43450"/>
            </a:xfrm>
            <a:custGeom>
              <a:avLst/>
              <a:gdLst/>
              <a:ahLst/>
              <a:cxnLst/>
              <a:rect l="l" t="t" r="r" b="b"/>
              <a:pathLst>
                <a:path w="1778" h="1738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25"/>
                  </a:lnTo>
                  <a:lnTo>
                    <a:pt x="1314" y="579"/>
                  </a:lnTo>
                  <a:lnTo>
                    <a:pt x="1391" y="772"/>
                  </a:lnTo>
                  <a:lnTo>
                    <a:pt x="1391" y="965"/>
                  </a:lnTo>
                  <a:lnTo>
                    <a:pt x="1352" y="1043"/>
                  </a:lnTo>
                  <a:lnTo>
                    <a:pt x="1275" y="1120"/>
                  </a:lnTo>
                  <a:lnTo>
                    <a:pt x="1198" y="1197"/>
                  </a:lnTo>
                  <a:lnTo>
                    <a:pt x="1082" y="1274"/>
                  </a:lnTo>
                  <a:lnTo>
                    <a:pt x="889" y="1352"/>
                  </a:lnTo>
                  <a:lnTo>
                    <a:pt x="696" y="1313"/>
                  </a:lnTo>
                  <a:lnTo>
                    <a:pt x="542" y="1236"/>
                  </a:lnTo>
                  <a:lnTo>
                    <a:pt x="426" y="1081"/>
                  </a:lnTo>
                  <a:lnTo>
                    <a:pt x="387" y="888"/>
                  </a:lnTo>
                  <a:lnTo>
                    <a:pt x="387" y="734"/>
                  </a:lnTo>
                  <a:lnTo>
                    <a:pt x="464" y="541"/>
                  </a:lnTo>
                  <a:lnTo>
                    <a:pt x="542" y="386"/>
                  </a:lnTo>
                  <a:lnTo>
                    <a:pt x="542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9" y="39"/>
                  </a:lnTo>
                  <a:lnTo>
                    <a:pt x="464" y="116"/>
                  </a:lnTo>
                  <a:lnTo>
                    <a:pt x="426" y="155"/>
                  </a:lnTo>
                  <a:lnTo>
                    <a:pt x="348" y="155"/>
                  </a:lnTo>
                  <a:lnTo>
                    <a:pt x="233" y="232"/>
                  </a:lnTo>
                  <a:lnTo>
                    <a:pt x="117" y="348"/>
                  </a:lnTo>
                  <a:lnTo>
                    <a:pt x="40" y="502"/>
                  </a:lnTo>
                  <a:lnTo>
                    <a:pt x="1" y="657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40" y="1159"/>
                  </a:lnTo>
                  <a:lnTo>
                    <a:pt x="117" y="1313"/>
                  </a:lnTo>
                  <a:lnTo>
                    <a:pt x="194" y="1467"/>
                  </a:lnTo>
                  <a:lnTo>
                    <a:pt x="348" y="1583"/>
                  </a:lnTo>
                  <a:lnTo>
                    <a:pt x="464" y="1660"/>
                  </a:lnTo>
                  <a:lnTo>
                    <a:pt x="619" y="1699"/>
                  </a:lnTo>
                  <a:lnTo>
                    <a:pt x="812" y="1738"/>
                  </a:lnTo>
                  <a:lnTo>
                    <a:pt x="966" y="1738"/>
                  </a:lnTo>
                  <a:lnTo>
                    <a:pt x="1121" y="1699"/>
                  </a:lnTo>
                  <a:lnTo>
                    <a:pt x="1275" y="1622"/>
                  </a:lnTo>
                  <a:lnTo>
                    <a:pt x="1430" y="1506"/>
                  </a:lnTo>
                  <a:lnTo>
                    <a:pt x="1584" y="1390"/>
                  </a:lnTo>
                  <a:lnTo>
                    <a:pt x="1661" y="1236"/>
                  </a:lnTo>
                  <a:lnTo>
                    <a:pt x="1739" y="1081"/>
                  </a:lnTo>
                  <a:lnTo>
                    <a:pt x="1777" y="927"/>
                  </a:lnTo>
                  <a:lnTo>
                    <a:pt x="1777" y="772"/>
                  </a:lnTo>
                  <a:lnTo>
                    <a:pt x="1739" y="579"/>
                  </a:lnTo>
                  <a:lnTo>
                    <a:pt x="1661" y="425"/>
                  </a:lnTo>
                  <a:lnTo>
                    <a:pt x="1545" y="270"/>
                  </a:lnTo>
                  <a:lnTo>
                    <a:pt x="1430" y="155"/>
                  </a:lnTo>
                  <a:lnTo>
                    <a:pt x="1275" y="77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"/>
            <p:cNvSpPr/>
            <p:nvPr/>
          </p:nvSpPr>
          <p:spPr>
            <a:xfrm>
              <a:off x="6717675" y="2588625"/>
              <a:ext cx="42525" cy="41525"/>
            </a:xfrm>
            <a:custGeom>
              <a:avLst/>
              <a:gdLst/>
              <a:ahLst/>
              <a:cxnLst/>
              <a:rect l="l" t="t" r="r" b="b"/>
              <a:pathLst>
                <a:path w="1701" h="1661" extrusionOk="0">
                  <a:moveTo>
                    <a:pt x="1121" y="386"/>
                  </a:moveTo>
                  <a:lnTo>
                    <a:pt x="1198" y="464"/>
                  </a:lnTo>
                  <a:lnTo>
                    <a:pt x="1237" y="541"/>
                  </a:lnTo>
                  <a:lnTo>
                    <a:pt x="1314" y="695"/>
                  </a:lnTo>
                  <a:lnTo>
                    <a:pt x="1314" y="927"/>
                  </a:lnTo>
                  <a:lnTo>
                    <a:pt x="1237" y="1082"/>
                  </a:lnTo>
                  <a:lnTo>
                    <a:pt x="1159" y="1159"/>
                  </a:lnTo>
                  <a:lnTo>
                    <a:pt x="1082" y="1197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2" y="1120"/>
                  </a:lnTo>
                  <a:lnTo>
                    <a:pt x="464" y="1043"/>
                  </a:lnTo>
                  <a:lnTo>
                    <a:pt x="426" y="966"/>
                  </a:lnTo>
                  <a:lnTo>
                    <a:pt x="387" y="850"/>
                  </a:lnTo>
                  <a:lnTo>
                    <a:pt x="387" y="773"/>
                  </a:lnTo>
                  <a:lnTo>
                    <a:pt x="426" y="541"/>
                  </a:lnTo>
                  <a:lnTo>
                    <a:pt x="542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735" y="0"/>
                  </a:moveTo>
                  <a:lnTo>
                    <a:pt x="619" y="39"/>
                  </a:lnTo>
                  <a:lnTo>
                    <a:pt x="503" y="116"/>
                  </a:lnTo>
                  <a:lnTo>
                    <a:pt x="349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41"/>
                  </a:lnTo>
                  <a:lnTo>
                    <a:pt x="40" y="695"/>
                  </a:lnTo>
                  <a:lnTo>
                    <a:pt x="1" y="850"/>
                  </a:lnTo>
                  <a:lnTo>
                    <a:pt x="40" y="1004"/>
                  </a:lnTo>
                  <a:lnTo>
                    <a:pt x="78" y="1159"/>
                  </a:lnTo>
                  <a:lnTo>
                    <a:pt x="194" y="1313"/>
                  </a:lnTo>
                  <a:lnTo>
                    <a:pt x="310" y="1468"/>
                  </a:lnTo>
                  <a:lnTo>
                    <a:pt x="464" y="1545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583"/>
                  </a:lnTo>
                  <a:lnTo>
                    <a:pt x="1353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2"/>
                  </a:lnTo>
                  <a:lnTo>
                    <a:pt x="1700" y="888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8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3"/>
            <p:cNvSpPr/>
            <p:nvPr/>
          </p:nvSpPr>
          <p:spPr>
            <a:xfrm>
              <a:off x="587575" y="259247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29"/>
                  </a:lnTo>
                  <a:lnTo>
                    <a:pt x="3939" y="4248"/>
                  </a:lnTo>
                  <a:lnTo>
                    <a:pt x="4017" y="5368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878"/>
                  </a:lnTo>
                  <a:lnTo>
                    <a:pt x="3901" y="8535"/>
                  </a:lnTo>
                  <a:lnTo>
                    <a:pt x="3746" y="9114"/>
                  </a:lnTo>
                  <a:lnTo>
                    <a:pt x="3515" y="9693"/>
                  </a:lnTo>
                  <a:lnTo>
                    <a:pt x="3244" y="10234"/>
                  </a:lnTo>
                  <a:lnTo>
                    <a:pt x="3013" y="10543"/>
                  </a:lnTo>
                  <a:lnTo>
                    <a:pt x="2781" y="10736"/>
                  </a:lnTo>
                  <a:lnTo>
                    <a:pt x="2472" y="10851"/>
                  </a:lnTo>
                  <a:lnTo>
                    <a:pt x="2202" y="10851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465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54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57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580" y="2742"/>
                  </a:lnTo>
                  <a:lnTo>
                    <a:pt x="1352" y="2356"/>
                  </a:lnTo>
                  <a:lnTo>
                    <a:pt x="2163" y="1931"/>
                  </a:lnTo>
                  <a:lnTo>
                    <a:pt x="2935" y="1429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01" y="1"/>
                  </a:moveTo>
                  <a:lnTo>
                    <a:pt x="3476" y="310"/>
                  </a:lnTo>
                  <a:lnTo>
                    <a:pt x="3051" y="619"/>
                  </a:lnTo>
                  <a:lnTo>
                    <a:pt x="2626" y="966"/>
                  </a:lnTo>
                  <a:lnTo>
                    <a:pt x="2202" y="1275"/>
                  </a:lnTo>
                  <a:lnTo>
                    <a:pt x="1313" y="1893"/>
                  </a:lnTo>
                  <a:lnTo>
                    <a:pt x="425" y="2433"/>
                  </a:lnTo>
                  <a:lnTo>
                    <a:pt x="348" y="2511"/>
                  </a:lnTo>
                  <a:lnTo>
                    <a:pt x="348" y="2627"/>
                  </a:lnTo>
                  <a:lnTo>
                    <a:pt x="271" y="2665"/>
                  </a:lnTo>
                  <a:lnTo>
                    <a:pt x="232" y="2781"/>
                  </a:lnTo>
                  <a:lnTo>
                    <a:pt x="194" y="3785"/>
                  </a:lnTo>
                  <a:lnTo>
                    <a:pt x="155" y="4828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577"/>
                  </a:lnTo>
                  <a:lnTo>
                    <a:pt x="503" y="10041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391" y="11160"/>
                  </a:lnTo>
                  <a:lnTo>
                    <a:pt x="1622" y="11276"/>
                  </a:lnTo>
                  <a:lnTo>
                    <a:pt x="1815" y="11353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19" y="11315"/>
                  </a:lnTo>
                  <a:lnTo>
                    <a:pt x="3051" y="11199"/>
                  </a:lnTo>
                  <a:lnTo>
                    <a:pt x="3283" y="11045"/>
                  </a:lnTo>
                  <a:lnTo>
                    <a:pt x="3476" y="10851"/>
                  </a:lnTo>
                  <a:lnTo>
                    <a:pt x="3669" y="10620"/>
                  </a:lnTo>
                  <a:lnTo>
                    <a:pt x="3823" y="10388"/>
                  </a:lnTo>
                  <a:lnTo>
                    <a:pt x="3978" y="10118"/>
                  </a:lnTo>
                  <a:lnTo>
                    <a:pt x="4171" y="9539"/>
                  </a:lnTo>
                  <a:lnTo>
                    <a:pt x="4325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183"/>
                  </a:lnTo>
                  <a:lnTo>
                    <a:pt x="4596" y="6642"/>
                  </a:lnTo>
                  <a:lnTo>
                    <a:pt x="4596" y="6102"/>
                  </a:lnTo>
                  <a:lnTo>
                    <a:pt x="4519" y="4982"/>
                  </a:lnTo>
                  <a:lnTo>
                    <a:pt x="4441" y="3862"/>
                  </a:lnTo>
                  <a:lnTo>
                    <a:pt x="4325" y="2742"/>
                  </a:lnTo>
                  <a:lnTo>
                    <a:pt x="4287" y="2395"/>
                  </a:lnTo>
                  <a:lnTo>
                    <a:pt x="4210" y="1429"/>
                  </a:lnTo>
                  <a:lnTo>
                    <a:pt x="4132" y="503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3"/>
            <p:cNvSpPr/>
            <p:nvPr/>
          </p:nvSpPr>
          <p:spPr>
            <a:xfrm>
              <a:off x="6526550" y="261565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116" y="1"/>
                  </a:moveTo>
                  <a:lnTo>
                    <a:pt x="39" y="116"/>
                  </a:lnTo>
                  <a:lnTo>
                    <a:pt x="0" y="232"/>
                  </a:lnTo>
                  <a:lnTo>
                    <a:pt x="39" y="348"/>
                  </a:lnTo>
                  <a:lnTo>
                    <a:pt x="348" y="850"/>
                  </a:lnTo>
                  <a:lnTo>
                    <a:pt x="657" y="1352"/>
                  </a:lnTo>
                  <a:lnTo>
                    <a:pt x="1004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3" y="3553"/>
                  </a:lnTo>
                  <a:lnTo>
                    <a:pt x="3205" y="3901"/>
                  </a:lnTo>
                  <a:lnTo>
                    <a:pt x="3553" y="3746"/>
                  </a:lnTo>
                  <a:lnTo>
                    <a:pt x="2781" y="2974"/>
                  </a:lnTo>
                  <a:lnTo>
                    <a:pt x="2047" y="2202"/>
                  </a:lnTo>
                  <a:lnTo>
                    <a:pt x="1352" y="1429"/>
                  </a:lnTo>
                  <a:lnTo>
                    <a:pt x="1043" y="966"/>
                  </a:lnTo>
                  <a:lnTo>
                    <a:pt x="734" y="541"/>
                  </a:lnTo>
                  <a:lnTo>
                    <a:pt x="1622" y="657"/>
                  </a:lnTo>
                  <a:lnTo>
                    <a:pt x="2510" y="850"/>
                  </a:lnTo>
                  <a:lnTo>
                    <a:pt x="3012" y="1004"/>
                  </a:lnTo>
                  <a:lnTo>
                    <a:pt x="3514" y="1198"/>
                  </a:lnTo>
                  <a:lnTo>
                    <a:pt x="4016" y="1352"/>
                  </a:lnTo>
                  <a:lnTo>
                    <a:pt x="4480" y="1506"/>
                  </a:lnTo>
                  <a:lnTo>
                    <a:pt x="4595" y="1468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4" y="1506"/>
                  </a:lnTo>
                  <a:lnTo>
                    <a:pt x="4982" y="1391"/>
                  </a:lnTo>
                  <a:lnTo>
                    <a:pt x="4634" y="1120"/>
                  </a:lnTo>
                  <a:lnTo>
                    <a:pt x="4171" y="850"/>
                  </a:lnTo>
                  <a:lnTo>
                    <a:pt x="3630" y="618"/>
                  </a:lnTo>
                  <a:lnTo>
                    <a:pt x="3089" y="425"/>
                  </a:lnTo>
                  <a:lnTo>
                    <a:pt x="2510" y="309"/>
                  </a:lnTo>
                  <a:lnTo>
                    <a:pt x="1931" y="194"/>
                  </a:lnTo>
                  <a:lnTo>
                    <a:pt x="1352" y="116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"/>
            <p:cNvSpPr/>
            <p:nvPr/>
          </p:nvSpPr>
          <p:spPr>
            <a:xfrm>
              <a:off x="1725750" y="2629175"/>
              <a:ext cx="67600" cy="76275"/>
            </a:xfrm>
            <a:custGeom>
              <a:avLst/>
              <a:gdLst/>
              <a:ahLst/>
              <a:cxnLst/>
              <a:rect l="l" t="t" r="r" b="b"/>
              <a:pathLst>
                <a:path w="2704" h="3051" extrusionOk="0">
                  <a:moveTo>
                    <a:pt x="1159" y="425"/>
                  </a:moveTo>
                  <a:lnTo>
                    <a:pt x="1429" y="502"/>
                  </a:lnTo>
                  <a:lnTo>
                    <a:pt x="1661" y="618"/>
                  </a:lnTo>
                  <a:lnTo>
                    <a:pt x="1854" y="772"/>
                  </a:lnTo>
                  <a:lnTo>
                    <a:pt x="2008" y="965"/>
                  </a:lnTo>
                  <a:lnTo>
                    <a:pt x="2124" y="1120"/>
                  </a:lnTo>
                  <a:lnTo>
                    <a:pt x="2202" y="1313"/>
                  </a:lnTo>
                  <a:lnTo>
                    <a:pt x="2317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2" y="2394"/>
                  </a:lnTo>
                  <a:lnTo>
                    <a:pt x="2047" y="2278"/>
                  </a:lnTo>
                  <a:lnTo>
                    <a:pt x="1622" y="2047"/>
                  </a:lnTo>
                  <a:lnTo>
                    <a:pt x="1236" y="1892"/>
                  </a:lnTo>
                  <a:lnTo>
                    <a:pt x="1004" y="1776"/>
                  </a:lnTo>
                  <a:lnTo>
                    <a:pt x="811" y="1661"/>
                  </a:lnTo>
                  <a:lnTo>
                    <a:pt x="618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1"/>
                  </a:lnTo>
                  <a:lnTo>
                    <a:pt x="541" y="657"/>
                  </a:lnTo>
                  <a:lnTo>
                    <a:pt x="618" y="579"/>
                  </a:lnTo>
                  <a:lnTo>
                    <a:pt x="696" y="502"/>
                  </a:lnTo>
                  <a:lnTo>
                    <a:pt x="811" y="463"/>
                  </a:lnTo>
                  <a:lnTo>
                    <a:pt x="927" y="425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0"/>
                  </a:lnTo>
                  <a:lnTo>
                    <a:pt x="194" y="425"/>
                  </a:lnTo>
                  <a:lnTo>
                    <a:pt x="78" y="618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1" y="1236"/>
                  </a:lnTo>
                  <a:lnTo>
                    <a:pt x="39" y="1429"/>
                  </a:lnTo>
                  <a:lnTo>
                    <a:pt x="155" y="1622"/>
                  </a:lnTo>
                  <a:lnTo>
                    <a:pt x="387" y="1854"/>
                  </a:lnTo>
                  <a:lnTo>
                    <a:pt x="618" y="2047"/>
                  </a:lnTo>
                  <a:lnTo>
                    <a:pt x="889" y="2201"/>
                  </a:lnTo>
                  <a:lnTo>
                    <a:pt x="1198" y="2317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8" y="2742"/>
                  </a:lnTo>
                  <a:lnTo>
                    <a:pt x="2202" y="2973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0" y="3012"/>
                  </a:lnTo>
                  <a:lnTo>
                    <a:pt x="2588" y="2973"/>
                  </a:lnTo>
                  <a:lnTo>
                    <a:pt x="2626" y="2896"/>
                  </a:lnTo>
                  <a:lnTo>
                    <a:pt x="2704" y="2317"/>
                  </a:lnTo>
                  <a:lnTo>
                    <a:pt x="2704" y="2008"/>
                  </a:lnTo>
                  <a:lnTo>
                    <a:pt x="2704" y="1699"/>
                  </a:lnTo>
                  <a:lnTo>
                    <a:pt x="2626" y="1429"/>
                  </a:lnTo>
                  <a:lnTo>
                    <a:pt x="2549" y="1120"/>
                  </a:lnTo>
                  <a:lnTo>
                    <a:pt x="2433" y="850"/>
                  </a:lnTo>
                  <a:lnTo>
                    <a:pt x="2279" y="579"/>
                  </a:lnTo>
                  <a:lnTo>
                    <a:pt x="2124" y="425"/>
                  </a:lnTo>
                  <a:lnTo>
                    <a:pt x="1931" y="270"/>
                  </a:lnTo>
                  <a:lnTo>
                    <a:pt x="1700" y="116"/>
                  </a:lnTo>
                  <a:lnTo>
                    <a:pt x="1506" y="39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"/>
            <p:cNvSpPr/>
            <p:nvPr/>
          </p:nvSpPr>
          <p:spPr>
            <a:xfrm>
              <a:off x="2602300" y="2637850"/>
              <a:ext cx="63750" cy="173800"/>
            </a:xfrm>
            <a:custGeom>
              <a:avLst/>
              <a:gdLst/>
              <a:ahLst/>
              <a:cxnLst/>
              <a:rect l="l" t="t" r="r" b="b"/>
              <a:pathLst>
                <a:path w="2550" h="6952" extrusionOk="0">
                  <a:moveTo>
                    <a:pt x="271" y="1"/>
                  </a:moveTo>
                  <a:lnTo>
                    <a:pt x="1" y="78"/>
                  </a:lnTo>
                  <a:lnTo>
                    <a:pt x="232" y="927"/>
                  </a:lnTo>
                  <a:lnTo>
                    <a:pt x="503" y="1816"/>
                  </a:lnTo>
                  <a:lnTo>
                    <a:pt x="1082" y="3515"/>
                  </a:lnTo>
                  <a:lnTo>
                    <a:pt x="2318" y="6951"/>
                  </a:lnTo>
                  <a:lnTo>
                    <a:pt x="2549" y="6874"/>
                  </a:lnTo>
                  <a:lnTo>
                    <a:pt x="2047" y="5136"/>
                  </a:lnTo>
                  <a:lnTo>
                    <a:pt x="1507" y="3399"/>
                  </a:lnTo>
                  <a:lnTo>
                    <a:pt x="928" y="1661"/>
                  </a:lnTo>
                  <a:lnTo>
                    <a:pt x="619" y="81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"/>
            <p:cNvSpPr/>
            <p:nvPr/>
          </p:nvSpPr>
          <p:spPr>
            <a:xfrm>
              <a:off x="531575" y="263882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121" y="386"/>
                  </a:moveTo>
                  <a:lnTo>
                    <a:pt x="1198" y="464"/>
                  </a:lnTo>
                  <a:lnTo>
                    <a:pt x="1237" y="541"/>
                  </a:lnTo>
                  <a:lnTo>
                    <a:pt x="1314" y="695"/>
                  </a:lnTo>
                  <a:lnTo>
                    <a:pt x="1314" y="927"/>
                  </a:lnTo>
                  <a:lnTo>
                    <a:pt x="1237" y="1081"/>
                  </a:lnTo>
                  <a:lnTo>
                    <a:pt x="1159" y="1159"/>
                  </a:lnTo>
                  <a:lnTo>
                    <a:pt x="1082" y="1197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2" y="1120"/>
                  </a:lnTo>
                  <a:lnTo>
                    <a:pt x="464" y="1043"/>
                  </a:lnTo>
                  <a:lnTo>
                    <a:pt x="426" y="966"/>
                  </a:lnTo>
                  <a:lnTo>
                    <a:pt x="387" y="850"/>
                  </a:lnTo>
                  <a:lnTo>
                    <a:pt x="387" y="773"/>
                  </a:lnTo>
                  <a:lnTo>
                    <a:pt x="426" y="541"/>
                  </a:lnTo>
                  <a:lnTo>
                    <a:pt x="542" y="579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735" y="0"/>
                  </a:moveTo>
                  <a:lnTo>
                    <a:pt x="619" y="39"/>
                  </a:lnTo>
                  <a:lnTo>
                    <a:pt x="503" y="116"/>
                  </a:lnTo>
                  <a:lnTo>
                    <a:pt x="348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41"/>
                  </a:lnTo>
                  <a:lnTo>
                    <a:pt x="40" y="695"/>
                  </a:lnTo>
                  <a:lnTo>
                    <a:pt x="1" y="850"/>
                  </a:lnTo>
                  <a:lnTo>
                    <a:pt x="40" y="1004"/>
                  </a:lnTo>
                  <a:lnTo>
                    <a:pt x="78" y="1159"/>
                  </a:lnTo>
                  <a:lnTo>
                    <a:pt x="194" y="1313"/>
                  </a:lnTo>
                  <a:lnTo>
                    <a:pt x="310" y="1468"/>
                  </a:lnTo>
                  <a:lnTo>
                    <a:pt x="464" y="1545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583"/>
                  </a:lnTo>
                  <a:lnTo>
                    <a:pt x="1352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1"/>
                  </a:lnTo>
                  <a:lnTo>
                    <a:pt x="1700" y="888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7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"/>
            <p:cNvSpPr/>
            <p:nvPr/>
          </p:nvSpPr>
          <p:spPr>
            <a:xfrm>
              <a:off x="340450" y="266585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116" y="0"/>
                  </a:moveTo>
                  <a:lnTo>
                    <a:pt x="39" y="116"/>
                  </a:lnTo>
                  <a:lnTo>
                    <a:pt x="0" y="232"/>
                  </a:lnTo>
                  <a:lnTo>
                    <a:pt x="39" y="348"/>
                  </a:lnTo>
                  <a:lnTo>
                    <a:pt x="348" y="850"/>
                  </a:lnTo>
                  <a:lnTo>
                    <a:pt x="657" y="1352"/>
                  </a:lnTo>
                  <a:lnTo>
                    <a:pt x="1004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3" y="3553"/>
                  </a:lnTo>
                  <a:lnTo>
                    <a:pt x="3205" y="3901"/>
                  </a:lnTo>
                  <a:lnTo>
                    <a:pt x="3553" y="3746"/>
                  </a:lnTo>
                  <a:lnTo>
                    <a:pt x="2780" y="2974"/>
                  </a:lnTo>
                  <a:lnTo>
                    <a:pt x="2047" y="2202"/>
                  </a:lnTo>
                  <a:lnTo>
                    <a:pt x="1352" y="1429"/>
                  </a:lnTo>
                  <a:lnTo>
                    <a:pt x="1043" y="966"/>
                  </a:lnTo>
                  <a:lnTo>
                    <a:pt x="734" y="541"/>
                  </a:lnTo>
                  <a:lnTo>
                    <a:pt x="1622" y="657"/>
                  </a:lnTo>
                  <a:lnTo>
                    <a:pt x="2510" y="850"/>
                  </a:lnTo>
                  <a:lnTo>
                    <a:pt x="3012" y="1004"/>
                  </a:lnTo>
                  <a:lnTo>
                    <a:pt x="3514" y="1198"/>
                  </a:lnTo>
                  <a:lnTo>
                    <a:pt x="4016" y="1352"/>
                  </a:lnTo>
                  <a:lnTo>
                    <a:pt x="4480" y="1506"/>
                  </a:lnTo>
                  <a:lnTo>
                    <a:pt x="4595" y="1468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4" y="1506"/>
                  </a:lnTo>
                  <a:lnTo>
                    <a:pt x="4981" y="1391"/>
                  </a:lnTo>
                  <a:lnTo>
                    <a:pt x="4634" y="1120"/>
                  </a:lnTo>
                  <a:lnTo>
                    <a:pt x="4171" y="850"/>
                  </a:lnTo>
                  <a:lnTo>
                    <a:pt x="3630" y="618"/>
                  </a:lnTo>
                  <a:lnTo>
                    <a:pt x="3089" y="425"/>
                  </a:lnTo>
                  <a:lnTo>
                    <a:pt x="2510" y="309"/>
                  </a:lnTo>
                  <a:lnTo>
                    <a:pt x="1931" y="194"/>
                  </a:lnTo>
                  <a:lnTo>
                    <a:pt x="1352" y="116"/>
                  </a:lnTo>
                  <a:lnTo>
                    <a:pt x="27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"/>
            <p:cNvSpPr/>
            <p:nvPr/>
          </p:nvSpPr>
          <p:spPr>
            <a:xfrm>
              <a:off x="6651075" y="2665850"/>
              <a:ext cx="126500" cy="69525"/>
            </a:xfrm>
            <a:custGeom>
              <a:avLst/>
              <a:gdLst/>
              <a:ahLst/>
              <a:cxnLst/>
              <a:rect l="l" t="t" r="r" b="b"/>
              <a:pathLst>
                <a:path w="5060" h="2781" extrusionOk="0">
                  <a:moveTo>
                    <a:pt x="4905" y="0"/>
                  </a:moveTo>
                  <a:lnTo>
                    <a:pt x="3823" y="618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395"/>
                  </a:lnTo>
                  <a:lnTo>
                    <a:pt x="39" y="2472"/>
                  </a:lnTo>
                  <a:lnTo>
                    <a:pt x="1" y="2588"/>
                  </a:lnTo>
                  <a:lnTo>
                    <a:pt x="39" y="2665"/>
                  </a:lnTo>
                  <a:lnTo>
                    <a:pt x="116" y="2742"/>
                  </a:lnTo>
                  <a:lnTo>
                    <a:pt x="387" y="2781"/>
                  </a:lnTo>
                  <a:lnTo>
                    <a:pt x="1082" y="2588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2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"/>
            <p:cNvSpPr/>
            <p:nvPr/>
          </p:nvSpPr>
          <p:spPr>
            <a:xfrm>
              <a:off x="1793325" y="2698675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313" y="387"/>
                  </a:moveTo>
                  <a:lnTo>
                    <a:pt x="1507" y="464"/>
                  </a:lnTo>
                  <a:lnTo>
                    <a:pt x="1661" y="580"/>
                  </a:lnTo>
                  <a:lnTo>
                    <a:pt x="1777" y="734"/>
                  </a:lnTo>
                  <a:lnTo>
                    <a:pt x="1777" y="889"/>
                  </a:lnTo>
                  <a:lnTo>
                    <a:pt x="1777" y="927"/>
                  </a:lnTo>
                  <a:lnTo>
                    <a:pt x="1738" y="1004"/>
                  </a:lnTo>
                  <a:lnTo>
                    <a:pt x="1661" y="1043"/>
                  </a:lnTo>
                  <a:lnTo>
                    <a:pt x="1584" y="1082"/>
                  </a:lnTo>
                  <a:lnTo>
                    <a:pt x="1275" y="1120"/>
                  </a:lnTo>
                  <a:lnTo>
                    <a:pt x="927" y="1120"/>
                  </a:lnTo>
                  <a:lnTo>
                    <a:pt x="618" y="1159"/>
                  </a:lnTo>
                  <a:lnTo>
                    <a:pt x="464" y="1197"/>
                  </a:lnTo>
                  <a:lnTo>
                    <a:pt x="348" y="1275"/>
                  </a:lnTo>
                  <a:lnTo>
                    <a:pt x="348" y="1120"/>
                  </a:lnTo>
                  <a:lnTo>
                    <a:pt x="348" y="1004"/>
                  </a:lnTo>
                  <a:lnTo>
                    <a:pt x="387" y="850"/>
                  </a:lnTo>
                  <a:lnTo>
                    <a:pt x="464" y="734"/>
                  </a:lnTo>
                  <a:lnTo>
                    <a:pt x="580" y="618"/>
                  </a:lnTo>
                  <a:lnTo>
                    <a:pt x="657" y="502"/>
                  </a:lnTo>
                  <a:lnTo>
                    <a:pt x="811" y="425"/>
                  </a:lnTo>
                  <a:lnTo>
                    <a:pt x="966" y="387"/>
                  </a:lnTo>
                  <a:close/>
                  <a:moveTo>
                    <a:pt x="1005" y="0"/>
                  </a:moveTo>
                  <a:lnTo>
                    <a:pt x="811" y="39"/>
                  </a:lnTo>
                  <a:lnTo>
                    <a:pt x="618" y="116"/>
                  </a:lnTo>
                  <a:lnTo>
                    <a:pt x="425" y="232"/>
                  </a:lnTo>
                  <a:lnTo>
                    <a:pt x="271" y="348"/>
                  </a:lnTo>
                  <a:lnTo>
                    <a:pt x="155" y="502"/>
                  </a:lnTo>
                  <a:lnTo>
                    <a:pt x="78" y="695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29"/>
                  </a:lnTo>
                  <a:lnTo>
                    <a:pt x="116" y="1622"/>
                  </a:lnTo>
                  <a:lnTo>
                    <a:pt x="155" y="1738"/>
                  </a:lnTo>
                  <a:lnTo>
                    <a:pt x="232" y="1777"/>
                  </a:lnTo>
                  <a:lnTo>
                    <a:pt x="348" y="1815"/>
                  </a:lnTo>
                  <a:lnTo>
                    <a:pt x="425" y="1738"/>
                  </a:lnTo>
                  <a:lnTo>
                    <a:pt x="580" y="1622"/>
                  </a:lnTo>
                  <a:lnTo>
                    <a:pt x="696" y="1545"/>
                  </a:lnTo>
                  <a:lnTo>
                    <a:pt x="889" y="1506"/>
                  </a:lnTo>
                  <a:lnTo>
                    <a:pt x="1429" y="1506"/>
                  </a:lnTo>
                  <a:lnTo>
                    <a:pt x="1584" y="1468"/>
                  </a:lnTo>
                  <a:lnTo>
                    <a:pt x="1777" y="1429"/>
                  </a:lnTo>
                  <a:lnTo>
                    <a:pt x="1931" y="1352"/>
                  </a:lnTo>
                  <a:lnTo>
                    <a:pt x="2047" y="1236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8"/>
                  </a:lnTo>
                  <a:lnTo>
                    <a:pt x="2086" y="464"/>
                  </a:lnTo>
                  <a:lnTo>
                    <a:pt x="1970" y="309"/>
                  </a:lnTo>
                  <a:lnTo>
                    <a:pt x="1815" y="193"/>
                  </a:lnTo>
                  <a:lnTo>
                    <a:pt x="1622" y="78"/>
                  </a:lnTo>
                  <a:lnTo>
                    <a:pt x="142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"/>
            <p:cNvSpPr/>
            <p:nvPr/>
          </p:nvSpPr>
          <p:spPr>
            <a:xfrm>
              <a:off x="2371575" y="2703500"/>
              <a:ext cx="351425" cy="207575"/>
            </a:xfrm>
            <a:custGeom>
              <a:avLst/>
              <a:gdLst/>
              <a:ahLst/>
              <a:cxnLst/>
              <a:rect l="l" t="t" r="r" b="b"/>
              <a:pathLst>
                <a:path w="14057" h="8303" extrusionOk="0">
                  <a:moveTo>
                    <a:pt x="13941" y="0"/>
                  </a:moveTo>
                  <a:lnTo>
                    <a:pt x="13632" y="116"/>
                  </a:lnTo>
                  <a:lnTo>
                    <a:pt x="13632" y="155"/>
                  </a:lnTo>
                  <a:lnTo>
                    <a:pt x="13555" y="773"/>
                  </a:lnTo>
                  <a:lnTo>
                    <a:pt x="13439" y="1313"/>
                  </a:lnTo>
                  <a:lnTo>
                    <a:pt x="13284" y="1854"/>
                  </a:lnTo>
                  <a:lnTo>
                    <a:pt x="13053" y="2395"/>
                  </a:lnTo>
                  <a:lnTo>
                    <a:pt x="12782" y="2897"/>
                  </a:lnTo>
                  <a:lnTo>
                    <a:pt x="12473" y="3360"/>
                  </a:lnTo>
                  <a:lnTo>
                    <a:pt x="12126" y="3823"/>
                  </a:lnTo>
                  <a:lnTo>
                    <a:pt x="11778" y="4248"/>
                  </a:lnTo>
                  <a:lnTo>
                    <a:pt x="11547" y="4325"/>
                  </a:lnTo>
                  <a:lnTo>
                    <a:pt x="11585" y="4441"/>
                  </a:lnTo>
                  <a:lnTo>
                    <a:pt x="11547" y="4480"/>
                  </a:lnTo>
                  <a:lnTo>
                    <a:pt x="11392" y="4557"/>
                  </a:lnTo>
                  <a:lnTo>
                    <a:pt x="11469" y="4557"/>
                  </a:lnTo>
                  <a:lnTo>
                    <a:pt x="10967" y="5020"/>
                  </a:lnTo>
                  <a:lnTo>
                    <a:pt x="10427" y="5445"/>
                  </a:lnTo>
                  <a:lnTo>
                    <a:pt x="9539" y="6063"/>
                  </a:lnTo>
                  <a:lnTo>
                    <a:pt x="8612" y="6642"/>
                  </a:lnTo>
                  <a:lnTo>
                    <a:pt x="8149" y="6912"/>
                  </a:lnTo>
                  <a:lnTo>
                    <a:pt x="7647" y="7144"/>
                  </a:lnTo>
                  <a:lnTo>
                    <a:pt x="7145" y="7376"/>
                  </a:lnTo>
                  <a:lnTo>
                    <a:pt x="6643" y="7569"/>
                  </a:lnTo>
                  <a:lnTo>
                    <a:pt x="6604" y="7453"/>
                  </a:lnTo>
                  <a:lnTo>
                    <a:pt x="6411" y="7492"/>
                  </a:lnTo>
                  <a:lnTo>
                    <a:pt x="4905" y="6372"/>
                  </a:lnTo>
                  <a:lnTo>
                    <a:pt x="3322" y="5291"/>
                  </a:lnTo>
                  <a:lnTo>
                    <a:pt x="1739" y="4248"/>
                  </a:lnTo>
                  <a:lnTo>
                    <a:pt x="78" y="3321"/>
                  </a:lnTo>
                  <a:lnTo>
                    <a:pt x="1" y="3399"/>
                  </a:lnTo>
                  <a:lnTo>
                    <a:pt x="3051" y="5600"/>
                  </a:lnTo>
                  <a:lnTo>
                    <a:pt x="6141" y="7723"/>
                  </a:lnTo>
                  <a:lnTo>
                    <a:pt x="5639" y="7839"/>
                  </a:lnTo>
                  <a:lnTo>
                    <a:pt x="5175" y="7916"/>
                  </a:lnTo>
                  <a:lnTo>
                    <a:pt x="4673" y="7955"/>
                  </a:lnTo>
                  <a:lnTo>
                    <a:pt x="4210" y="7994"/>
                  </a:lnTo>
                  <a:lnTo>
                    <a:pt x="4094" y="7994"/>
                  </a:lnTo>
                  <a:lnTo>
                    <a:pt x="4055" y="8071"/>
                  </a:lnTo>
                  <a:lnTo>
                    <a:pt x="4248" y="8303"/>
                  </a:lnTo>
                  <a:lnTo>
                    <a:pt x="5098" y="8303"/>
                  </a:lnTo>
                  <a:lnTo>
                    <a:pt x="5523" y="8264"/>
                  </a:lnTo>
                  <a:lnTo>
                    <a:pt x="5948" y="8187"/>
                  </a:lnTo>
                  <a:lnTo>
                    <a:pt x="6372" y="8110"/>
                  </a:lnTo>
                  <a:lnTo>
                    <a:pt x="6797" y="7955"/>
                  </a:lnTo>
                  <a:lnTo>
                    <a:pt x="7647" y="7646"/>
                  </a:lnTo>
                  <a:lnTo>
                    <a:pt x="8458" y="7221"/>
                  </a:lnTo>
                  <a:lnTo>
                    <a:pt x="9230" y="6758"/>
                  </a:lnTo>
                  <a:lnTo>
                    <a:pt x="10002" y="6295"/>
                  </a:lnTo>
                  <a:lnTo>
                    <a:pt x="10659" y="5793"/>
                  </a:lnTo>
                  <a:lnTo>
                    <a:pt x="11315" y="5252"/>
                  </a:lnTo>
                  <a:lnTo>
                    <a:pt x="11933" y="4673"/>
                  </a:lnTo>
                  <a:lnTo>
                    <a:pt x="12512" y="4055"/>
                  </a:lnTo>
                  <a:lnTo>
                    <a:pt x="12975" y="3360"/>
                  </a:lnTo>
                  <a:lnTo>
                    <a:pt x="13207" y="3012"/>
                  </a:lnTo>
                  <a:lnTo>
                    <a:pt x="13400" y="2665"/>
                  </a:lnTo>
                  <a:lnTo>
                    <a:pt x="13555" y="2279"/>
                  </a:lnTo>
                  <a:lnTo>
                    <a:pt x="13709" y="1893"/>
                  </a:lnTo>
                  <a:lnTo>
                    <a:pt x="13864" y="1506"/>
                  </a:lnTo>
                  <a:lnTo>
                    <a:pt x="13941" y="1082"/>
                  </a:lnTo>
                  <a:lnTo>
                    <a:pt x="14018" y="657"/>
                  </a:lnTo>
                  <a:lnTo>
                    <a:pt x="14057" y="232"/>
                  </a:lnTo>
                  <a:lnTo>
                    <a:pt x="14018" y="116"/>
                  </a:lnTo>
                  <a:lnTo>
                    <a:pt x="13941" y="39"/>
                  </a:lnTo>
                  <a:lnTo>
                    <a:pt x="1394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"/>
            <p:cNvSpPr/>
            <p:nvPr/>
          </p:nvSpPr>
          <p:spPr>
            <a:xfrm>
              <a:off x="6594125" y="2709300"/>
              <a:ext cx="66625" cy="99450"/>
            </a:xfrm>
            <a:custGeom>
              <a:avLst/>
              <a:gdLst/>
              <a:ahLst/>
              <a:cxnLst/>
              <a:rect l="l" t="t" r="r" b="b"/>
              <a:pathLst>
                <a:path w="2665" h="3978" extrusionOk="0">
                  <a:moveTo>
                    <a:pt x="850" y="0"/>
                  </a:moveTo>
                  <a:lnTo>
                    <a:pt x="502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1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0" y="2703"/>
                  </a:lnTo>
                  <a:lnTo>
                    <a:pt x="39" y="2935"/>
                  </a:lnTo>
                  <a:lnTo>
                    <a:pt x="78" y="3167"/>
                  </a:lnTo>
                  <a:lnTo>
                    <a:pt x="155" y="3398"/>
                  </a:lnTo>
                  <a:lnTo>
                    <a:pt x="309" y="3591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8" y="3939"/>
                  </a:lnTo>
                  <a:lnTo>
                    <a:pt x="1120" y="3977"/>
                  </a:lnTo>
                  <a:lnTo>
                    <a:pt x="1313" y="3900"/>
                  </a:lnTo>
                  <a:lnTo>
                    <a:pt x="1506" y="3823"/>
                  </a:lnTo>
                  <a:lnTo>
                    <a:pt x="1661" y="3669"/>
                  </a:lnTo>
                  <a:lnTo>
                    <a:pt x="1815" y="3514"/>
                  </a:lnTo>
                  <a:lnTo>
                    <a:pt x="1970" y="3282"/>
                  </a:lnTo>
                  <a:lnTo>
                    <a:pt x="2085" y="3051"/>
                  </a:lnTo>
                  <a:lnTo>
                    <a:pt x="2317" y="2549"/>
                  </a:lnTo>
                  <a:lnTo>
                    <a:pt x="2472" y="2008"/>
                  </a:lnTo>
                  <a:lnTo>
                    <a:pt x="2626" y="1467"/>
                  </a:lnTo>
                  <a:lnTo>
                    <a:pt x="2665" y="1043"/>
                  </a:lnTo>
                  <a:lnTo>
                    <a:pt x="2394" y="1004"/>
                  </a:lnTo>
                  <a:lnTo>
                    <a:pt x="2008" y="2008"/>
                  </a:lnTo>
                  <a:lnTo>
                    <a:pt x="1738" y="2665"/>
                  </a:lnTo>
                  <a:lnTo>
                    <a:pt x="1545" y="3012"/>
                  </a:lnTo>
                  <a:lnTo>
                    <a:pt x="1468" y="3205"/>
                  </a:lnTo>
                  <a:lnTo>
                    <a:pt x="1313" y="3282"/>
                  </a:lnTo>
                  <a:lnTo>
                    <a:pt x="1159" y="3282"/>
                  </a:lnTo>
                  <a:lnTo>
                    <a:pt x="966" y="3205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3"/>
                  </a:lnTo>
                  <a:lnTo>
                    <a:pt x="541" y="2356"/>
                  </a:lnTo>
                  <a:lnTo>
                    <a:pt x="580" y="2047"/>
                  </a:lnTo>
                  <a:lnTo>
                    <a:pt x="618" y="1622"/>
                  </a:lnTo>
                  <a:lnTo>
                    <a:pt x="734" y="1197"/>
                  </a:lnTo>
                  <a:lnTo>
                    <a:pt x="888" y="772"/>
                  </a:lnTo>
                  <a:lnTo>
                    <a:pt x="1043" y="348"/>
                  </a:lnTo>
                  <a:lnTo>
                    <a:pt x="1082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"/>
            <p:cNvSpPr/>
            <p:nvPr/>
          </p:nvSpPr>
          <p:spPr>
            <a:xfrm>
              <a:off x="464975" y="2716050"/>
              <a:ext cx="126500" cy="69525"/>
            </a:xfrm>
            <a:custGeom>
              <a:avLst/>
              <a:gdLst/>
              <a:ahLst/>
              <a:cxnLst/>
              <a:rect l="l" t="t" r="r" b="b"/>
              <a:pathLst>
                <a:path w="5060" h="2781" extrusionOk="0">
                  <a:moveTo>
                    <a:pt x="4905" y="0"/>
                  </a:moveTo>
                  <a:lnTo>
                    <a:pt x="3823" y="618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395"/>
                  </a:lnTo>
                  <a:lnTo>
                    <a:pt x="39" y="2472"/>
                  </a:lnTo>
                  <a:lnTo>
                    <a:pt x="0" y="2588"/>
                  </a:lnTo>
                  <a:lnTo>
                    <a:pt x="39" y="2665"/>
                  </a:lnTo>
                  <a:lnTo>
                    <a:pt x="116" y="2742"/>
                  </a:lnTo>
                  <a:lnTo>
                    <a:pt x="387" y="2781"/>
                  </a:lnTo>
                  <a:lnTo>
                    <a:pt x="1082" y="2588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2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"/>
            <p:cNvSpPr/>
            <p:nvPr/>
          </p:nvSpPr>
          <p:spPr>
            <a:xfrm>
              <a:off x="2488400" y="2725700"/>
              <a:ext cx="48275" cy="165100"/>
            </a:xfrm>
            <a:custGeom>
              <a:avLst/>
              <a:gdLst/>
              <a:ahLst/>
              <a:cxnLst/>
              <a:rect l="l" t="t" r="r" b="b"/>
              <a:pathLst>
                <a:path w="1931" h="6604" extrusionOk="0">
                  <a:moveTo>
                    <a:pt x="271" y="1"/>
                  </a:moveTo>
                  <a:lnTo>
                    <a:pt x="193" y="39"/>
                  </a:lnTo>
                  <a:lnTo>
                    <a:pt x="155" y="39"/>
                  </a:lnTo>
                  <a:lnTo>
                    <a:pt x="0" y="155"/>
                  </a:lnTo>
                  <a:lnTo>
                    <a:pt x="0" y="194"/>
                  </a:lnTo>
                  <a:lnTo>
                    <a:pt x="348" y="1815"/>
                  </a:lnTo>
                  <a:lnTo>
                    <a:pt x="773" y="3437"/>
                  </a:lnTo>
                  <a:lnTo>
                    <a:pt x="1236" y="5021"/>
                  </a:lnTo>
                  <a:lnTo>
                    <a:pt x="1738" y="6604"/>
                  </a:lnTo>
                  <a:lnTo>
                    <a:pt x="1931" y="6565"/>
                  </a:lnTo>
                  <a:lnTo>
                    <a:pt x="1622" y="4982"/>
                  </a:lnTo>
                  <a:lnTo>
                    <a:pt x="1236" y="3360"/>
                  </a:lnTo>
                  <a:lnTo>
                    <a:pt x="773" y="1777"/>
                  </a:lnTo>
                  <a:lnTo>
                    <a:pt x="271" y="194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"/>
            <p:cNvSpPr/>
            <p:nvPr/>
          </p:nvSpPr>
          <p:spPr>
            <a:xfrm>
              <a:off x="2495150" y="2725700"/>
              <a:ext cx="165100" cy="91725"/>
            </a:xfrm>
            <a:custGeom>
              <a:avLst/>
              <a:gdLst/>
              <a:ahLst/>
              <a:cxnLst/>
              <a:rect l="l" t="t" r="r" b="b"/>
              <a:pathLst>
                <a:path w="6604" h="3669" extrusionOk="0">
                  <a:moveTo>
                    <a:pt x="116" y="1"/>
                  </a:moveTo>
                  <a:lnTo>
                    <a:pt x="1" y="194"/>
                  </a:lnTo>
                  <a:lnTo>
                    <a:pt x="1622" y="1043"/>
                  </a:lnTo>
                  <a:lnTo>
                    <a:pt x="3244" y="1893"/>
                  </a:lnTo>
                  <a:lnTo>
                    <a:pt x="4017" y="2356"/>
                  </a:lnTo>
                  <a:lnTo>
                    <a:pt x="4827" y="2819"/>
                  </a:lnTo>
                  <a:lnTo>
                    <a:pt x="5638" y="3283"/>
                  </a:lnTo>
                  <a:lnTo>
                    <a:pt x="6024" y="3476"/>
                  </a:lnTo>
                  <a:lnTo>
                    <a:pt x="6449" y="3669"/>
                  </a:lnTo>
                  <a:lnTo>
                    <a:pt x="6604" y="3592"/>
                  </a:lnTo>
                  <a:lnTo>
                    <a:pt x="6604" y="3515"/>
                  </a:lnTo>
                  <a:lnTo>
                    <a:pt x="6565" y="3437"/>
                  </a:lnTo>
                  <a:lnTo>
                    <a:pt x="6218" y="3167"/>
                  </a:lnTo>
                  <a:lnTo>
                    <a:pt x="5870" y="2935"/>
                  </a:lnTo>
                  <a:lnTo>
                    <a:pt x="5098" y="2472"/>
                  </a:lnTo>
                  <a:lnTo>
                    <a:pt x="3515" y="1622"/>
                  </a:lnTo>
                  <a:lnTo>
                    <a:pt x="1815" y="773"/>
                  </a:lnTo>
                  <a:lnTo>
                    <a:pt x="966" y="387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"/>
            <p:cNvSpPr/>
            <p:nvPr/>
          </p:nvSpPr>
          <p:spPr>
            <a:xfrm>
              <a:off x="4212550" y="2732450"/>
              <a:ext cx="315700" cy="477900"/>
            </a:xfrm>
            <a:custGeom>
              <a:avLst/>
              <a:gdLst/>
              <a:ahLst/>
              <a:cxnLst/>
              <a:rect l="l" t="t" r="r" b="b"/>
              <a:pathLst>
                <a:path w="12628" h="19116" extrusionOk="0">
                  <a:moveTo>
                    <a:pt x="1004" y="619"/>
                  </a:moveTo>
                  <a:lnTo>
                    <a:pt x="1661" y="850"/>
                  </a:lnTo>
                  <a:lnTo>
                    <a:pt x="2317" y="1121"/>
                  </a:lnTo>
                  <a:lnTo>
                    <a:pt x="2742" y="1352"/>
                  </a:lnTo>
                  <a:lnTo>
                    <a:pt x="3167" y="1584"/>
                  </a:lnTo>
                  <a:lnTo>
                    <a:pt x="3321" y="1700"/>
                  </a:lnTo>
                  <a:lnTo>
                    <a:pt x="3476" y="1854"/>
                  </a:lnTo>
                  <a:lnTo>
                    <a:pt x="3669" y="2125"/>
                  </a:lnTo>
                  <a:lnTo>
                    <a:pt x="3862" y="2472"/>
                  </a:lnTo>
                  <a:lnTo>
                    <a:pt x="4016" y="2820"/>
                  </a:lnTo>
                  <a:lnTo>
                    <a:pt x="5677" y="6797"/>
                  </a:lnTo>
                  <a:lnTo>
                    <a:pt x="9075" y="15022"/>
                  </a:lnTo>
                  <a:lnTo>
                    <a:pt x="9152" y="15099"/>
                  </a:lnTo>
                  <a:lnTo>
                    <a:pt x="9191" y="15138"/>
                  </a:lnTo>
                  <a:lnTo>
                    <a:pt x="9345" y="15138"/>
                  </a:lnTo>
                  <a:lnTo>
                    <a:pt x="8920" y="15370"/>
                  </a:lnTo>
                  <a:lnTo>
                    <a:pt x="7955" y="13516"/>
                  </a:lnTo>
                  <a:lnTo>
                    <a:pt x="6990" y="11663"/>
                  </a:lnTo>
                  <a:lnTo>
                    <a:pt x="5020" y="7956"/>
                  </a:lnTo>
                  <a:lnTo>
                    <a:pt x="3012" y="4287"/>
                  </a:lnTo>
                  <a:lnTo>
                    <a:pt x="1004" y="619"/>
                  </a:lnTo>
                  <a:close/>
                  <a:moveTo>
                    <a:pt x="657" y="503"/>
                  </a:moveTo>
                  <a:lnTo>
                    <a:pt x="657" y="541"/>
                  </a:lnTo>
                  <a:lnTo>
                    <a:pt x="4673" y="8033"/>
                  </a:lnTo>
                  <a:lnTo>
                    <a:pt x="6719" y="11740"/>
                  </a:lnTo>
                  <a:lnTo>
                    <a:pt x="7762" y="13593"/>
                  </a:lnTo>
                  <a:lnTo>
                    <a:pt x="8805" y="15447"/>
                  </a:lnTo>
                  <a:lnTo>
                    <a:pt x="8650" y="15524"/>
                  </a:lnTo>
                  <a:lnTo>
                    <a:pt x="7414" y="13748"/>
                  </a:lnTo>
                  <a:lnTo>
                    <a:pt x="6179" y="12010"/>
                  </a:lnTo>
                  <a:lnTo>
                    <a:pt x="3592" y="8535"/>
                  </a:lnTo>
                  <a:lnTo>
                    <a:pt x="2317" y="6758"/>
                  </a:lnTo>
                  <a:lnTo>
                    <a:pt x="1004" y="4944"/>
                  </a:lnTo>
                  <a:lnTo>
                    <a:pt x="850" y="4712"/>
                  </a:lnTo>
                  <a:lnTo>
                    <a:pt x="734" y="4480"/>
                  </a:lnTo>
                  <a:lnTo>
                    <a:pt x="618" y="4210"/>
                  </a:lnTo>
                  <a:lnTo>
                    <a:pt x="541" y="3940"/>
                  </a:lnTo>
                  <a:lnTo>
                    <a:pt x="464" y="3399"/>
                  </a:lnTo>
                  <a:lnTo>
                    <a:pt x="425" y="2820"/>
                  </a:lnTo>
                  <a:lnTo>
                    <a:pt x="464" y="2241"/>
                  </a:lnTo>
                  <a:lnTo>
                    <a:pt x="502" y="1661"/>
                  </a:lnTo>
                  <a:lnTo>
                    <a:pt x="657" y="503"/>
                  </a:lnTo>
                  <a:close/>
                  <a:moveTo>
                    <a:pt x="11508" y="12280"/>
                  </a:moveTo>
                  <a:lnTo>
                    <a:pt x="11662" y="12358"/>
                  </a:lnTo>
                  <a:lnTo>
                    <a:pt x="11817" y="12435"/>
                  </a:lnTo>
                  <a:lnTo>
                    <a:pt x="12164" y="12860"/>
                  </a:lnTo>
                  <a:lnTo>
                    <a:pt x="12241" y="13053"/>
                  </a:lnTo>
                  <a:lnTo>
                    <a:pt x="12280" y="13246"/>
                  </a:lnTo>
                  <a:lnTo>
                    <a:pt x="12241" y="13439"/>
                  </a:lnTo>
                  <a:lnTo>
                    <a:pt x="12203" y="13632"/>
                  </a:lnTo>
                  <a:lnTo>
                    <a:pt x="12048" y="14018"/>
                  </a:lnTo>
                  <a:lnTo>
                    <a:pt x="11855" y="14366"/>
                  </a:lnTo>
                  <a:lnTo>
                    <a:pt x="11508" y="14790"/>
                  </a:lnTo>
                  <a:lnTo>
                    <a:pt x="11121" y="15176"/>
                  </a:lnTo>
                  <a:lnTo>
                    <a:pt x="10697" y="15524"/>
                  </a:lnTo>
                  <a:lnTo>
                    <a:pt x="10272" y="15872"/>
                  </a:lnTo>
                  <a:lnTo>
                    <a:pt x="10156" y="15872"/>
                  </a:lnTo>
                  <a:lnTo>
                    <a:pt x="10118" y="15987"/>
                  </a:lnTo>
                  <a:lnTo>
                    <a:pt x="9770" y="16180"/>
                  </a:lnTo>
                  <a:lnTo>
                    <a:pt x="9114" y="16605"/>
                  </a:lnTo>
                  <a:lnTo>
                    <a:pt x="8457" y="16953"/>
                  </a:lnTo>
                  <a:lnTo>
                    <a:pt x="7723" y="17262"/>
                  </a:lnTo>
                  <a:lnTo>
                    <a:pt x="6990" y="17493"/>
                  </a:lnTo>
                  <a:lnTo>
                    <a:pt x="6642" y="17609"/>
                  </a:lnTo>
                  <a:lnTo>
                    <a:pt x="6295" y="17648"/>
                  </a:lnTo>
                  <a:lnTo>
                    <a:pt x="5754" y="17648"/>
                  </a:lnTo>
                  <a:lnTo>
                    <a:pt x="5561" y="17571"/>
                  </a:lnTo>
                  <a:lnTo>
                    <a:pt x="5445" y="17493"/>
                  </a:lnTo>
                  <a:lnTo>
                    <a:pt x="5329" y="17416"/>
                  </a:lnTo>
                  <a:lnTo>
                    <a:pt x="5098" y="17184"/>
                  </a:lnTo>
                  <a:lnTo>
                    <a:pt x="4982" y="16876"/>
                  </a:lnTo>
                  <a:lnTo>
                    <a:pt x="4904" y="16605"/>
                  </a:lnTo>
                  <a:lnTo>
                    <a:pt x="4943" y="16412"/>
                  </a:lnTo>
                  <a:lnTo>
                    <a:pt x="4982" y="16219"/>
                  </a:lnTo>
                  <a:lnTo>
                    <a:pt x="5059" y="16065"/>
                  </a:lnTo>
                  <a:lnTo>
                    <a:pt x="5175" y="15949"/>
                  </a:lnTo>
                  <a:lnTo>
                    <a:pt x="5291" y="15833"/>
                  </a:lnTo>
                  <a:lnTo>
                    <a:pt x="5406" y="15756"/>
                  </a:lnTo>
                  <a:lnTo>
                    <a:pt x="5522" y="15717"/>
                  </a:lnTo>
                  <a:lnTo>
                    <a:pt x="5638" y="15756"/>
                  </a:lnTo>
                  <a:lnTo>
                    <a:pt x="5793" y="15833"/>
                  </a:lnTo>
                  <a:lnTo>
                    <a:pt x="5947" y="15949"/>
                  </a:lnTo>
                  <a:lnTo>
                    <a:pt x="6063" y="16142"/>
                  </a:lnTo>
                  <a:lnTo>
                    <a:pt x="6256" y="16374"/>
                  </a:lnTo>
                  <a:lnTo>
                    <a:pt x="6102" y="16412"/>
                  </a:lnTo>
                  <a:lnTo>
                    <a:pt x="6024" y="16451"/>
                  </a:lnTo>
                  <a:lnTo>
                    <a:pt x="6024" y="16567"/>
                  </a:lnTo>
                  <a:lnTo>
                    <a:pt x="6063" y="16644"/>
                  </a:lnTo>
                  <a:lnTo>
                    <a:pt x="6140" y="16644"/>
                  </a:lnTo>
                  <a:lnTo>
                    <a:pt x="6912" y="16567"/>
                  </a:lnTo>
                  <a:lnTo>
                    <a:pt x="7685" y="16374"/>
                  </a:lnTo>
                  <a:lnTo>
                    <a:pt x="8496" y="16065"/>
                  </a:lnTo>
                  <a:lnTo>
                    <a:pt x="9229" y="15717"/>
                  </a:lnTo>
                  <a:lnTo>
                    <a:pt x="9616" y="15485"/>
                  </a:lnTo>
                  <a:lnTo>
                    <a:pt x="9963" y="15254"/>
                  </a:lnTo>
                  <a:lnTo>
                    <a:pt x="10272" y="15022"/>
                  </a:lnTo>
                  <a:lnTo>
                    <a:pt x="10581" y="14752"/>
                  </a:lnTo>
                  <a:lnTo>
                    <a:pt x="10890" y="14481"/>
                  </a:lnTo>
                  <a:lnTo>
                    <a:pt x="11121" y="14173"/>
                  </a:lnTo>
                  <a:lnTo>
                    <a:pt x="11353" y="13825"/>
                  </a:lnTo>
                  <a:lnTo>
                    <a:pt x="11546" y="13516"/>
                  </a:lnTo>
                  <a:lnTo>
                    <a:pt x="11546" y="13439"/>
                  </a:lnTo>
                  <a:lnTo>
                    <a:pt x="11546" y="13362"/>
                  </a:lnTo>
                  <a:lnTo>
                    <a:pt x="11508" y="13284"/>
                  </a:lnTo>
                  <a:lnTo>
                    <a:pt x="11430" y="13246"/>
                  </a:lnTo>
                  <a:lnTo>
                    <a:pt x="11237" y="13246"/>
                  </a:lnTo>
                  <a:lnTo>
                    <a:pt x="11160" y="13323"/>
                  </a:lnTo>
                  <a:lnTo>
                    <a:pt x="10967" y="13671"/>
                  </a:lnTo>
                  <a:lnTo>
                    <a:pt x="10774" y="13555"/>
                  </a:lnTo>
                  <a:lnTo>
                    <a:pt x="10658" y="13439"/>
                  </a:lnTo>
                  <a:lnTo>
                    <a:pt x="10619" y="13284"/>
                  </a:lnTo>
                  <a:lnTo>
                    <a:pt x="10581" y="13169"/>
                  </a:lnTo>
                  <a:lnTo>
                    <a:pt x="10619" y="13014"/>
                  </a:lnTo>
                  <a:lnTo>
                    <a:pt x="10658" y="12860"/>
                  </a:lnTo>
                  <a:lnTo>
                    <a:pt x="10851" y="12628"/>
                  </a:lnTo>
                  <a:lnTo>
                    <a:pt x="10928" y="12473"/>
                  </a:lnTo>
                  <a:lnTo>
                    <a:pt x="11044" y="12358"/>
                  </a:lnTo>
                  <a:lnTo>
                    <a:pt x="11121" y="12319"/>
                  </a:lnTo>
                  <a:lnTo>
                    <a:pt x="11237" y="12280"/>
                  </a:lnTo>
                  <a:close/>
                  <a:moveTo>
                    <a:pt x="425" y="1"/>
                  </a:moveTo>
                  <a:lnTo>
                    <a:pt x="348" y="40"/>
                  </a:lnTo>
                  <a:lnTo>
                    <a:pt x="271" y="117"/>
                  </a:lnTo>
                  <a:lnTo>
                    <a:pt x="232" y="194"/>
                  </a:lnTo>
                  <a:lnTo>
                    <a:pt x="78" y="2588"/>
                  </a:lnTo>
                  <a:lnTo>
                    <a:pt x="39" y="3013"/>
                  </a:lnTo>
                  <a:lnTo>
                    <a:pt x="0" y="3476"/>
                  </a:lnTo>
                  <a:lnTo>
                    <a:pt x="39" y="3901"/>
                  </a:lnTo>
                  <a:lnTo>
                    <a:pt x="116" y="4326"/>
                  </a:lnTo>
                  <a:lnTo>
                    <a:pt x="232" y="4519"/>
                  </a:lnTo>
                  <a:lnTo>
                    <a:pt x="348" y="4751"/>
                  </a:lnTo>
                  <a:lnTo>
                    <a:pt x="618" y="5175"/>
                  </a:lnTo>
                  <a:lnTo>
                    <a:pt x="1236" y="5986"/>
                  </a:lnTo>
                  <a:lnTo>
                    <a:pt x="2665" y="7956"/>
                  </a:lnTo>
                  <a:lnTo>
                    <a:pt x="5445" y="11817"/>
                  </a:lnTo>
                  <a:lnTo>
                    <a:pt x="6874" y="13748"/>
                  </a:lnTo>
                  <a:lnTo>
                    <a:pt x="8341" y="15640"/>
                  </a:lnTo>
                  <a:lnTo>
                    <a:pt x="7492" y="15987"/>
                  </a:lnTo>
                  <a:lnTo>
                    <a:pt x="6642" y="16258"/>
                  </a:lnTo>
                  <a:lnTo>
                    <a:pt x="6681" y="16103"/>
                  </a:lnTo>
                  <a:lnTo>
                    <a:pt x="6681" y="15949"/>
                  </a:lnTo>
                  <a:lnTo>
                    <a:pt x="6642" y="15756"/>
                  </a:lnTo>
                  <a:lnTo>
                    <a:pt x="6565" y="15640"/>
                  </a:lnTo>
                  <a:lnTo>
                    <a:pt x="6488" y="15485"/>
                  </a:lnTo>
                  <a:lnTo>
                    <a:pt x="6333" y="15370"/>
                  </a:lnTo>
                  <a:lnTo>
                    <a:pt x="6179" y="15292"/>
                  </a:lnTo>
                  <a:lnTo>
                    <a:pt x="6024" y="15254"/>
                  </a:lnTo>
                  <a:lnTo>
                    <a:pt x="5715" y="15254"/>
                  </a:lnTo>
                  <a:lnTo>
                    <a:pt x="5484" y="15292"/>
                  </a:lnTo>
                  <a:lnTo>
                    <a:pt x="5213" y="15408"/>
                  </a:lnTo>
                  <a:lnTo>
                    <a:pt x="5020" y="15601"/>
                  </a:lnTo>
                  <a:lnTo>
                    <a:pt x="4827" y="15794"/>
                  </a:lnTo>
                  <a:lnTo>
                    <a:pt x="4711" y="16026"/>
                  </a:lnTo>
                  <a:lnTo>
                    <a:pt x="4596" y="16296"/>
                  </a:lnTo>
                  <a:lnTo>
                    <a:pt x="4596" y="16567"/>
                  </a:lnTo>
                  <a:lnTo>
                    <a:pt x="4634" y="16991"/>
                  </a:lnTo>
                  <a:lnTo>
                    <a:pt x="4750" y="17300"/>
                  </a:lnTo>
                  <a:lnTo>
                    <a:pt x="4904" y="17532"/>
                  </a:lnTo>
                  <a:lnTo>
                    <a:pt x="5098" y="17725"/>
                  </a:lnTo>
                  <a:lnTo>
                    <a:pt x="5368" y="17841"/>
                  </a:lnTo>
                  <a:lnTo>
                    <a:pt x="5677" y="17918"/>
                  </a:lnTo>
                  <a:lnTo>
                    <a:pt x="6024" y="17957"/>
                  </a:lnTo>
                  <a:lnTo>
                    <a:pt x="6372" y="17918"/>
                  </a:lnTo>
                  <a:lnTo>
                    <a:pt x="6719" y="17841"/>
                  </a:lnTo>
                  <a:lnTo>
                    <a:pt x="7106" y="17764"/>
                  </a:lnTo>
                  <a:lnTo>
                    <a:pt x="7878" y="17532"/>
                  </a:lnTo>
                  <a:lnTo>
                    <a:pt x="8573" y="17223"/>
                  </a:lnTo>
                  <a:lnTo>
                    <a:pt x="9152" y="16953"/>
                  </a:lnTo>
                  <a:lnTo>
                    <a:pt x="9229" y="16876"/>
                  </a:lnTo>
                  <a:lnTo>
                    <a:pt x="9461" y="16760"/>
                  </a:lnTo>
                  <a:lnTo>
                    <a:pt x="10233" y="16258"/>
                  </a:lnTo>
                  <a:lnTo>
                    <a:pt x="10813" y="17107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5"/>
                  </a:lnTo>
                  <a:lnTo>
                    <a:pt x="12280" y="19038"/>
                  </a:lnTo>
                  <a:lnTo>
                    <a:pt x="12203" y="18884"/>
                  </a:lnTo>
                  <a:lnTo>
                    <a:pt x="11817" y="18150"/>
                  </a:lnTo>
                  <a:lnTo>
                    <a:pt x="11392" y="17455"/>
                  </a:lnTo>
                  <a:lnTo>
                    <a:pt x="10928" y="16760"/>
                  </a:lnTo>
                  <a:lnTo>
                    <a:pt x="10465" y="16103"/>
                  </a:lnTo>
                  <a:lnTo>
                    <a:pt x="10967" y="15717"/>
                  </a:lnTo>
                  <a:lnTo>
                    <a:pt x="11469" y="15254"/>
                  </a:lnTo>
                  <a:lnTo>
                    <a:pt x="11894" y="14790"/>
                  </a:lnTo>
                  <a:lnTo>
                    <a:pt x="12125" y="14559"/>
                  </a:lnTo>
                  <a:lnTo>
                    <a:pt x="12280" y="14288"/>
                  </a:lnTo>
                  <a:lnTo>
                    <a:pt x="12434" y="14057"/>
                  </a:lnTo>
                  <a:lnTo>
                    <a:pt x="12512" y="13786"/>
                  </a:lnTo>
                  <a:lnTo>
                    <a:pt x="12589" y="13555"/>
                  </a:lnTo>
                  <a:lnTo>
                    <a:pt x="12627" y="13284"/>
                  </a:lnTo>
                  <a:lnTo>
                    <a:pt x="12589" y="13053"/>
                  </a:lnTo>
                  <a:lnTo>
                    <a:pt x="12512" y="12821"/>
                  </a:lnTo>
                  <a:lnTo>
                    <a:pt x="12357" y="12589"/>
                  </a:lnTo>
                  <a:lnTo>
                    <a:pt x="12164" y="12358"/>
                  </a:lnTo>
                  <a:lnTo>
                    <a:pt x="11971" y="12203"/>
                  </a:lnTo>
                  <a:lnTo>
                    <a:pt x="11739" y="12087"/>
                  </a:lnTo>
                  <a:lnTo>
                    <a:pt x="11469" y="12010"/>
                  </a:lnTo>
                  <a:lnTo>
                    <a:pt x="11237" y="12010"/>
                  </a:lnTo>
                  <a:lnTo>
                    <a:pt x="10967" y="12049"/>
                  </a:lnTo>
                  <a:lnTo>
                    <a:pt x="10735" y="12126"/>
                  </a:lnTo>
                  <a:lnTo>
                    <a:pt x="10542" y="12280"/>
                  </a:lnTo>
                  <a:lnTo>
                    <a:pt x="10388" y="12512"/>
                  </a:lnTo>
                  <a:lnTo>
                    <a:pt x="10311" y="12705"/>
                  </a:lnTo>
                  <a:lnTo>
                    <a:pt x="10272" y="12898"/>
                  </a:lnTo>
                  <a:lnTo>
                    <a:pt x="10272" y="13091"/>
                  </a:lnTo>
                  <a:lnTo>
                    <a:pt x="10311" y="13284"/>
                  </a:lnTo>
                  <a:lnTo>
                    <a:pt x="10388" y="13477"/>
                  </a:lnTo>
                  <a:lnTo>
                    <a:pt x="10504" y="13632"/>
                  </a:lnTo>
                  <a:lnTo>
                    <a:pt x="10619" y="13786"/>
                  </a:lnTo>
                  <a:lnTo>
                    <a:pt x="10813" y="13902"/>
                  </a:lnTo>
                  <a:lnTo>
                    <a:pt x="10504" y="14250"/>
                  </a:lnTo>
                  <a:lnTo>
                    <a:pt x="10156" y="14597"/>
                  </a:lnTo>
                  <a:lnTo>
                    <a:pt x="9770" y="14868"/>
                  </a:lnTo>
                  <a:lnTo>
                    <a:pt x="9430" y="15084"/>
                  </a:lnTo>
                  <a:lnTo>
                    <a:pt x="9461" y="15022"/>
                  </a:lnTo>
                  <a:lnTo>
                    <a:pt x="9500" y="14945"/>
                  </a:lnTo>
                  <a:lnTo>
                    <a:pt x="9461" y="14829"/>
                  </a:lnTo>
                  <a:lnTo>
                    <a:pt x="5715" y="5754"/>
                  </a:lnTo>
                  <a:lnTo>
                    <a:pt x="4789" y="3476"/>
                  </a:lnTo>
                  <a:lnTo>
                    <a:pt x="4364" y="2472"/>
                  </a:lnTo>
                  <a:lnTo>
                    <a:pt x="4132" y="1970"/>
                  </a:lnTo>
                  <a:lnTo>
                    <a:pt x="3978" y="1739"/>
                  </a:lnTo>
                  <a:lnTo>
                    <a:pt x="3823" y="1545"/>
                  </a:lnTo>
                  <a:lnTo>
                    <a:pt x="3514" y="1237"/>
                  </a:lnTo>
                  <a:lnTo>
                    <a:pt x="3128" y="966"/>
                  </a:lnTo>
                  <a:lnTo>
                    <a:pt x="2742" y="773"/>
                  </a:lnTo>
                  <a:lnTo>
                    <a:pt x="2279" y="541"/>
                  </a:lnTo>
                  <a:lnTo>
                    <a:pt x="1815" y="387"/>
                  </a:lnTo>
                  <a:lnTo>
                    <a:pt x="1391" y="233"/>
                  </a:lnTo>
                  <a:lnTo>
                    <a:pt x="54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"/>
            <p:cNvSpPr/>
            <p:nvPr/>
          </p:nvSpPr>
          <p:spPr>
            <a:xfrm>
              <a:off x="3419975" y="2751775"/>
              <a:ext cx="68575" cy="77250"/>
            </a:xfrm>
            <a:custGeom>
              <a:avLst/>
              <a:gdLst/>
              <a:ahLst/>
              <a:cxnLst/>
              <a:rect l="l" t="t" r="r" b="b"/>
              <a:pathLst>
                <a:path w="2743" h="3090" extrusionOk="0">
                  <a:moveTo>
                    <a:pt x="1198" y="464"/>
                  </a:moveTo>
                  <a:lnTo>
                    <a:pt x="1429" y="502"/>
                  </a:lnTo>
                  <a:lnTo>
                    <a:pt x="1700" y="618"/>
                  </a:lnTo>
                  <a:lnTo>
                    <a:pt x="1893" y="772"/>
                  </a:lnTo>
                  <a:lnTo>
                    <a:pt x="2047" y="966"/>
                  </a:lnTo>
                  <a:lnTo>
                    <a:pt x="2163" y="1159"/>
                  </a:lnTo>
                  <a:lnTo>
                    <a:pt x="2240" y="1352"/>
                  </a:lnTo>
                  <a:lnTo>
                    <a:pt x="2356" y="1738"/>
                  </a:lnTo>
                  <a:lnTo>
                    <a:pt x="2395" y="2163"/>
                  </a:lnTo>
                  <a:lnTo>
                    <a:pt x="2395" y="2587"/>
                  </a:lnTo>
                  <a:lnTo>
                    <a:pt x="2240" y="2433"/>
                  </a:lnTo>
                  <a:lnTo>
                    <a:pt x="2047" y="2278"/>
                  </a:lnTo>
                  <a:lnTo>
                    <a:pt x="1661" y="2085"/>
                  </a:lnTo>
                  <a:lnTo>
                    <a:pt x="1275" y="1931"/>
                  </a:lnTo>
                  <a:lnTo>
                    <a:pt x="1043" y="1815"/>
                  </a:lnTo>
                  <a:lnTo>
                    <a:pt x="850" y="1699"/>
                  </a:lnTo>
                  <a:lnTo>
                    <a:pt x="657" y="1545"/>
                  </a:lnTo>
                  <a:lnTo>
                    <a:pt x="503" y="1390"/>
                  </a:lnTo>
                  <a:lnTo>
                    <a:pt x="425" y="1197"/>
                  </a:lnTo>
                  <a:lnTo>
                    <a:pt x="425" y="1081"/>
                  </a:lnTo>
                  <a:lnTo>
                    <a:pt x="425" y="966"/>
                  </a:lnTo>
                  <a:lnTo>
                    <a:pt x="503" y="811"/>
                  </a:lnTo>
                  <a:lnTo>
                    <a:pt x="541" y="695"/>
                  </a:lnTo>
                  <a:lnTo>
                    <a:pt x="618" y="618"/>
                  </a:lnTo>
                  <a:lnTo>
                    <a:pt x="734" y="541"/>
                  </a:lnTo>
                  <a:lnTo>
                    <a:pt x="850" y="464"/>
                  </a:lnTo>
                  <a:close/>
                  <a:moveTo>
                    <a:pt x="1043" y="0"/>
                  </a:moveTo>
                  <a:lnTo>
                    <a:pt x="812" y="77"/>
                  </a:lnTo>
                  <a:lnTo>
                    <a:pt x="580" y="155"/>
                  </a:lnTo>
                  <a:lnTo>
                    <a:pt x="387" y="309"/>
                  </a:lnTo>
                  <a:lnTo>
                    <a:pt x="232" y="464"/>
                  </a:lnTo>
                  <a:lnTo>
                    <a:pt x="116" y="618"/>
                  </a:lnTo>
                  <a:lnTo>
                    <a:pt x="39" y="811"/>
                  </a:lnTo>
                  <a:lnTo>
                    <a:pt x="1" y="1043"/>
                  </a:lnTo>
                  <a:lnTo>
                    <a:pt x="39" y="1236"/>
                  </a:lnTo>
                  <a:lnTo>
                    <a:pt x="78" y="1468"/>
                  </a:lnTo>
                  <a:lnTo>
                    <a:pt x="194" y="1661"/>
                  </a:lnTo>
                  <a:lnTo>
                    <a:pt x="387" y="1892"/>
                  </a:lnTo>
                  <a:lnTo>
                    <a:pt x="657" y="2085"/>
                  </a:lnTo>
                  <a:lnTo>
                    <a:pt x="927" y="2201"/>
                  </a:lnTo>
                  <a:lnTo>
                    <a:pt x="1236" y="2317"/>
                  </a:lnTo>
                  <a:lnTo>
                    <a:pt x="1507" y="2433"/>
                  </a:lnTo>
                  <a:lnTo>
                    <a:pt x="1777" y="2587"/>
                  </a:lnTo>
                  <a:lnTo>
                    <a:pt x="2009" y="2780"/>
                  </a:lnTo>
                  <a:lnTo>
                    <a:pt x="2240" y="3012"/>
                  </a:lnTo>
                  <a:lnTo>
                    <a:pt x="2317" y="3051"/>
                  </a:lnTo>
                  <a:lnTo>
                    <a:pt x="2395" y="3089"/>
                  </a:lnTo>
                  <a:lnTo>
                    <a:pt x="2472" y="3051"/>
                  </a:lnTo>
                  <a:lnTo>
                    <a:pt x="2549" y="3012"/>
                  </a:lnTo>
                  <a:lnTo>
                    <a:pt x="2588" y="3012"/>
                  </a:lnTo>
                  <a:lnTo>
                    <a:pt x="2626" y="2935"/>
                  </a:lnTo>
                  <a:lnTo>
                    <a:pt x="2704" y="2356"/>
                  </a:lnTo>
                  <a:lnTo>
                    <a:pt x="2742" y="2047"/>
                  </a:lnTo>
                  <a:lnTo>
                    <a:pt x="2704" y="1738"/>
                  </a:lnTo>
                  <a:lnTo>
                    <a:pt x="2665" y="1429"/>
                  </a:lnTo>
                  <a:lnTo>
                    <a:pt x="2588" y="1159"/>
                  </a:lnTo>
                  <a:lnTo>
                    <a:pt x="2472" y="888"/>
                  </a:lnTo>
                  <a:lnTo>
                    <a:pt x="2317" y="618"/>
                  </a:lnTo>
                  <a:lnTo>
                    <a:pt x="2124" y="425"/>
                  </a:lnTo>
                  <a:lnTo>
                    <a:pt x="1931" y="270"/>
                  </a:lnTo>
                  <a:lnTo>
                    <a:pt x="1738" y="155"/>
                  </a:lnTo>
                  <a:lnTo>
                    <a:pt x="1507" y="77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"/>
            <p:cNvSpPr/>
            <p:nvPr/>
          </p:nvSpPr>
          <p:spPr>
            <a:xfrm>
              <a:off x="408025" y="2759500"/>
              <a:ext cx="66625" cy="99450"/>
            </a:xfrm>
            <a:custGeom>
              <a:avLst/>
              <a:gdLst/>
              <a:ahLst/>
              <a:cxnLst/>
              <a:rect l="l" t="t" r="r" b="b"/>
              <a:pathLst>
                <a:path w="2665" h="3978" extrusionOk="0">
                  <a:moveTo>
                    <a:pt x="850" y="0"/>
                  </a:moveTo>
                  <a:lnTo>
                    <a:pt x="502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1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0" y="2703"/>
                  </a:lnTo>
                  <a:lnTo>
                    <a:pt x="39" y="2935"/>
                  </a:lnTo>
                  <a:lnTo>
                    <a:pt x="77" y="3167"/>
                  </a:lnTo>
                  <a:lnTo>
                    <a:pt x="155" y="3398"/>
                  </a:lnTo>
                  <a:lnTo>
                    <a:pt x="309" y="3591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8" y="3939"/>
                  </a:lnTo>
                  <a:lnTo>
                    <a:pt x="1120" y="3977"/>
                  </a:lnTo>
                  <a:lnTo>
                    <a:pt x="1313" y="3900"/>
                  </a:lnTo>
                  <a:lnTo>
                    <a:pt x="1506" y="3823"/>
                  </a:lnTo>
                  <a:lnTo>
                    <a:pt x="1661" y="3669"/>
                  </a:lnTo>
                  <a:lnTo>
                    <a:pt x="1815" y="3514"/>
                  </a:lnTo>
                  <a:lnTo>
                    <a:pt x="1970" y="3282"/>
                  </a:lnTo>
                  <a:lnTo>
                    <a:pt x="2085" y="3051"/>
                  </a:lnTo>
                  <a:lnTo>
                    <a:pt x="2317" y="2549"/>
                  </a:lnTo>
                  <a:lnTo>
                    <a:pt x="2472" y="2008"/>
                  </a:lnTo>
                  <a:lnTo>
                    <a:pt x="2626" y="1467"/>
                  </a:lnTo>
                  <a:lnTo>
                    <a:pt x="2665" y="1043"/>
                  </a:lnTo>
                  <a:lnTo>
                    <a:pt x="2394" y="1004"/>
                  </a:lnTo>
                  <a:lnTo>
                    <a:pt x="2008" y="2008"/>
                  </a:lnTo>
                  <a:lnTo>
                    <a:pt x="1738" y="2665"/>
                  </a:lnTo>
                  <a:lnTo>
                    <a:pt x="1545" y="3012"/>
                  </a:lnTo>
                  <a:lnTo>
                    <a:pt x="1468" y="3205"/>
                  </a:lnTo>
                  <a:lnTo>
                    <a:pt x="1313" y="3282"/>
                  </a:lnTo>
                  <a:lnTo>
                    <a:pt x="1159" y="3282"/>
                  </a:lnTo>
                  <a:lnTo>
                    <a:pt x="966" y="3205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3"/>
                  </a:lnTo>
                  <a:lnTo>
                    <a:pt x="541" y="2356"/>
                  </a:lnTo>
                  <a:lnTo>
                    <a:pt x="579" y="2047"/>
                  </a:lnTo>
                  <a:lnTo>
                    <a:pt x="618" y="1622"/>
                  </a:lnTo>
                  <a:lnTo>
                    <a:pt x="734" y="1197"/>
                  </a:lnTo>
                  <a:lnTo>
                    <a:pt x="888" y="772"/>
                  </a:lnTo>
                  <a:lnTo>
                    <a:pt x="1043" y="348"/>
                  </a:lnTo>
                  <a:lnTo>
                    <a:pt x="1081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"/>
            <p:cNvSpPr/>
            <p:nvPr/>
          </p:nvSpPr>
          <p:spPr>
            <a:xfrm>
              <a:off x="1650450" y="2767225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0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0"/>
                  </a:lnTo>
                  <a:lnTo>
                    <a:pt x="3862" y="502"/>
                  </a:lnTo>
                  <a:lnTo>
                    <a:pt x="3321" y="772"/>
                  </a:lnTo>
                  <a:lnTo>
                    <a:pt x="2781" y="1081"/>
                  </a:lnTo>
                  <a:lnTo>
                    <a:pt x="2279" y="1429"/>
                  </a:lnTo>
                  <a:lnTo>
                    <a:pt x="1815" y="1854"/>
                  </a:lnTo>
                  <a:lnTo>
                    <a:pt x="1429" y="2278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3" y="3746"/>
                  </a:lnTo>
                  <a:lnTo>
                    <a:pt x="271" y="4248"/>
                  </a:lnTo>
                  <a:lnTo>
                    <a:pt x="116" y="4788"/>
                  </a:lnTo>
                  <a:lnTo>
                    <a:pt x="1" y="5367"/>
                  </a:lnTo>
                  <a:lnTo>
                    <a:pt x="348" y="5406"/>
                  </a:lnTo>
                  <a:lnTo>
                    <a:pt x="464" y="4981"/>
                  </a:lnTo>
                  <a:lnTo>
                    <a:pt x="580" y="4595"/>
                  </a:lnTo>
                  <a:lnTo>
                    <a:pt x="811" y="3977"/>
                  </a:lnTo>
                  <a:lnTo>
                    <a:pt x="1120" y="3398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6"/>
                  </a:lnTo>
                  <a:lnTo>
                    <a:pt x="3399" y="1158"/>
                  </a:lnTo>
                  <a:lnTo>
                    <a:pt x="3978" y="888"/>
                  </a:lnTo>
                  <a:lnTo>
                    <a:pt x="4634" y="656"/>
                  </a:lnTo>
                  <a:lnTo>
                    <a:pt x="5252" y="463"/>
                  </a:lnTo>
                  <a:lnTo>
                    <a:pt x="5909" y="386"/>
                  </a:lnTo>
                  <a:lnTo>
                    <a:pt x="6565" y="386"/>
                  </a:lnTo>
                  <a:lnTo>
                    <a:pt x="7222" y="463"/>
                  </a:lnTo>
                  <a:lnTo>
                    <a:pt x="7878" y="579"/>
                  </a:lnTo>
                  <a:lnTo>
                    <a:pt x="8496" y="811"/>
                  </a:lnTo>
                  <a:lnTo>
                    <a:pt x="9114" y="1081"/>
                  </a:lnTo>
                  <a:lnTo>
                    <a:pt x="9423" y="1274"/>
                  </a:lnTo>
                  <a:lnTo>
                    <a:pt x="9731" y="1506"/>
                  </a:lnTo>
                  <a:lnTo>
                    <a:pt x="10040" y="1699"/>
                  </a:lnTo>
                  <a:lnTo>
                    <a:pt x="10311" y="1931"/>
                  </a:lnTo>
                  <a:lnTo>
                    <a:pt x="10774" y="2471"/>
                  </a:lnTo>
                  <a:lnTo>
                    <a:pt x="11199" y="3012"/>
                  </a:lnTo>
                  <a:lnTo>
                    <a:pt x="11546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5" y="5638"/>
                  </a:lnTo>
                  <a:lnTo>
                    <a:pt x="12628" y="6217"/>
                  </a:lnTo>
                  <a:lnTo>
                    <a:pt x="12859" y="6796"/>
                  </a:lnTo>
                  <a:lnTo>
                    <a:pt x="13130" y="7375"/>
                  </a:lnTo>
                  <a:lnTo>
                    <a:pt x="13439" y="7955"/>
                  </a:lnTo>
                  <a:lnTo>
                    <a:pt x="13825" y="8495"/>
                  </a:lnTo>
                  <a:lnTo>
                    <a:pt x="14249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499"/>
                  </a:lnTo>
                  <a:lnTo>
                    <a:pt x="15292" y="9654"/>
                  </a:lnTo>
                  <a:lnTo>
                    <a:pt x="15755" y="9808"/>
                  </a:lnTo>
                  <a:lnTo>
                    <a:pt x="16219" y="9885"/>
                  </a:lnTo>
                  <a:lnTo>
                    <a:pt x="16721" y="9885"/>
                  </a:lnTo>
                  <a:lnTo>
                    <a:pt x="17184" y="9808"/>
                  </a:lnTo>
                  <a:lnTo>
                    <a:pt x="17609" y="9615"/>
                  </a:lnTo>
                  <a:lnTo>
                    <a:pt x="17841" y="9499"/>
                  </a:lnTo>
                  <a:lnTo>
                    <a:pt x="18034" y="9383"/>
                  </a:lnTo>
                  <a:lnTo>
                    <a:pt x="18188" y="9229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2" y="8611"/>
                  </a:lnTo>
                  <a:lnTo>
                    <a:pt x="18652" y="8534"/>
                  </a:lnTo>
                  <a:lnTo>
                    <a:pt x="18652" y="8457"/>
                  </a:lnTo>
                  <a:lnTo>
                    <a:pt x="18652" y="8379"/>
                  </a:lnTo>
                  <a:lnTo>
                    <a:pt x="18652" y="8341"/>
                  </a:lnTo>
                  <a:lnTo>
                    <a:pt x="18304" y="8341"/>
                  </a:lnTo>
                  <a:lnTo>
                    <a:pt x="18265" y="8418"/>
                  </a:lnTo>
                  <a:lnTo>
                    <a:pt x="18072" y="8727"/>
                  </a:lnTo>
                  <a:lnTo>
                    <a:pt x="17802" y="8997"/>
                  </a:lnTo>
                  <a:lnTo>
                    <a:pt x="17493" y="9190"/>
                  </a:lnTo>
                  <a:lnTo>
                    <a:pt x="17184" y="9345"/>
                  </a:lnTo>
                  <a:lnTo>
                    <a:pt x="16837" y="9422"/>
                  </a:lnTo>
                  <a:lnTo>
                    <a:pt x="16450" y="9461"/>
                  </a:lnTo>
                  <a:lnTo>
                    <a:pt x="16103" y="9422"/>
                  </a:lnTo>
                  <a:lnTo>
                    <a:pt x="15717" y="9345"/>
                  </a:lnTo>
                  <a:lnTo>
                    <a:pt x="15369" y="9190"/>
                  </a:lnTo>
                  <a:lnTo>
                    <a:pt x="15022" y="8997"/>
                  </a:lnTo>
                  <a:lnTo>
                    <a:pt x="14713" y="8766"/>
                  </a:lnTo>
                  <a:lnTo>
                    <a:pt x="14404" y="8495"/>
                  </a:lnTo>
                  <a:lnTo>
                    <a:pt x="14172" y="8186"/>
                  </a:lnTo>
                  <a:lnTo>
                    <a:pt x="13941" y="7839"/>
                  </a:lnTo>
                  <a:lnTo>
                    <a:pt x="13709" y="7530"/>
                  </a:lnTo>
                  <a:lnTo>
                    <a:pt x="13554" y="7182"/>
                  </a:lnTo>
                  <a:lnTo>
                    <a:pt x="13245" y="6526"/>
                  </a:lnTo>
                  <a:lnTo>
                    <a:pt x="12975" y="5831"/>
                  </a:lnTo>
                  <a:lnTo>
                    <a:pt x="12473" y="4479"/>
                  </a:lnTo>
                  <a:lnTo>
                    <a:pt x="12164" y="3823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278"/>
                  </a:lnTo>
                  <a:lnTo>
                    <a:pt x="11006" y="2008"/>
                  </a:lnTo>
                  <a:lnTo>
                    <a:pt x="10542" y="1583"/>
                  </a:lnTo>
                  <a:lnTo>
                    <a:pt x="10079" y="1197"/>
                  </a:lnTo>
                  <a:lnTo>
                    <a:pt x="9577" y="850"/>
                  </a:lnTo>
                  <a:lnTo>
                    <a:pt x="9036" y="579"/>
                  </a:lnTo>
                  <a:lnTo>
                    <a:pt x="8496" y="348"/>
                  </a:lnTo>
                  <a:lnTo>
                    <a:pt x="7917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"/>
            <p:cNvSpPr/>
            <p:nvPr/>
          </p:nvSpPr>
          <p:spPr>
            <a:xfrm>
              <a:off x="4802400" y="2781700"/>
              <a:ext cx="320525" cy="97525"/>
            </a:xfrm>
            <a:custGeom>
              <a:avLst/>
              <a:gdLst/>
              <a:ahLst/>
              <a:cxnLst/>
              <a:rect l="l" t="t" r="r" b="b"/>
              <a:pathLst>
                <a:path w="12821" h="3901" extrusionOk="0">
                  <a:moveTo>
                    <a:pt x="12550" y="0"/>
                  </a:moveTo>
                  <a:lnTo>
                    <a:pt x="12434" y="39"/>
                  </a:lnTo>
                  <a:lnTo>
                    <a:pt x="12357" y="77"/>
                  </a:lnTo>
                  <a:lnTo>
                    <a:pt x="12318" y="155"/>
                  </a:lnTo>
                  <a:lnTo>
                    <a:pt x="12280" y="271"/>
                  </a:lnTo>
                  <a:lnTo>
                    <a:pt x="12318" y="348"/>
                  </a:lnTo>
                  <a:lnTo>
                    <a:pt x="12357" y="541"/>
                  </a:lnTo>
                  <a:lnTo>
                    <a:pt x="12318" y="734"/>
                  </a:lnTo>
                  <a:lnTo>
                    <a:pt x="12280" y="888"/>
                  </a:lnTo>
                  <a:lnTo>
                    <a:pt x="12164" y="1043"/>
                  </a:lnTo>
                  <a:lnTo>
                    <a:pt x="12009" y="1197"/>
                  </a:lnTo>
                  <a:lnTo>
                    <a:pt x="11855" y="1313"/>
                  </a:lnTo>
                  <a:lnTo>
                    <a:pt x="11430" y="1545"/>
                  </a:lnTo>
                  <a:lnTo>
                    <a:pt x="11005" y="1699"/>
                  </a:lnTo>
                  <a:lnTo>
                    <a:pt x="10542" y="1854"/>
                  </a:lnTo>
                  <a:lnTo>
                    <a:pt x="9808" y="2047"/>
                  </a:lnTo>
                  <a:lnTo>
                    <a:pt x="9422" y="2163"/>
                  </a:lnTo>
                  <a:lnTo>
                    <a:pt x="9384" y="2085"/>
                  </a:lnTo>
                  <a:lnTo>
                    <a:pt x="9345" y="2008"/>
                  </a:lnTo>
                  <a:lnTo>
                    <a:pt x="8997" y="1468"/>
                  </a:lnTo>
                  <a:lnTo>
                    <a:pt x="8727" y="927"/>
                  </a:lnTo>
                  <a:lnTo>
                    <a:pt x="8418" y="1043"/>
                  </a:lnTo>
                  <a:lnTo>
                    <a:pt x="8495" y="1390"/>
                  </a:lnTo>
                  <a:lnTo>
                    <a:pt x="8611" y="1699"/>
                  </a:lnTo>
                  <a:lnTo>
                    <a:pt x="8804" y="2008"/>
                  </a:lnTo>
                  <a:lnTo>
                    <a:pt x="8997" y="2279"/>
                  </a:lnTo>
                  <a:lnTo>
                    <a:pt x="7839" y="2587"/>
                  </a:lnTo>
                  <a:lnTo>
                    <a:pt x="6719" y="2819"/>
                  </a:lnTo>
                  <a:lnTo>
                    <a:pt x="5329" y="3051"/>
                  </a:lnTo>
                  <a:lnTo>
                    <a:pt x="3939" y="3244"/>
                  </a:lnTo>
                  <a:lnTo>
                    <a:pt x="3669" y="3282"/>
                  </a:lnTo>
                  <a:lnTo>
                    <a:pt x="3746" y="2935"/>
                  </a:lnTo>
                  <a:lnTo>
                    <a:pt x="3784" y="2587"/>
                  </a:lnTo>
                  <a:lnTo>
                    <a:pt x="3707" y="2240"/>
                  </a:lnTo>
                  <a:lnTo>
                    <a:pt x="3630" y="1892"/>
                  </a:lnTo>
                  <a:lnTo>
                    <a:pt x="3282" y="1970"/>
                  </a:lnTo>
                  <a:lnTo>
                    <a:pt x="3321" y="2279"/>
                  </a:lnTo>
                  <a:lnTo>
                    <a:pt x="3360" y="2587"/>
                  </a:lnTo>
                  <a:lnTo>
                    <a:pt x="3282" y="2974"/>
                  </a:lnTo>
                  <a:lnTo>
                    <a:pt x="3205" y="3321"/>
                  </a:lnTo>
                  <a:lnTo>
                    <a:pt x="2278" y="3398"/>
                  </a:lnTo>
                  <a:lnTo>
                    <a:pt x="1815" y="3437"/>
                  </a:lnTo>
                  <a:lnTo>
                    <a:pt x="1352" y="3398"/>
                  </a:lnTo>
                  <a:lnTo>
                    <a:pt x="965" y="3360"/>
                  </a:lnTo>
                  <a:lnTo>
                    <a:pt x="772" y="3282"/>
                  </a:lnTo>
                  <a:lnTo>
                    <a:pt x="618" y="3244"/>
                  </a:lnTo>
                  <a:lnTo>
                    <a:pt x="502" y="3128"/>
                  </a:lnTo>
                  <a:lnTo>
                    <a:pt x="425" y="3051"/>
                  </a:lnTo>
                  <a:lnTo>
                    <a:pt x="386" y="2935"/>
                  </a:lnTo>
                  <a:lnTo>
                    <a:pt x="348" y="2781"/>
                  </a:lnTo>
                  <a:lnTo>
                    <a:pt x="348" y="2703"/>
                  </a:lnTo>
                  <a:lnTo>
                    <a:pt x="309" y="2665"/>
                  </a:lnTo>
                  <a:lnTo>
                    <a:pt x="232" y="2587"/>
                  </a:lnTo>
                  <a:lnTo>
                    <a:pt x="116" y="2626"/>
                  </a:lnTo>
                  <a:lnTo>
                    <a:pt x="77" y="2626"/>
                  </a:lnTo>
                  <a:lnTo>
                    <a:pt x="39" y="2703"/>
                  </a:lnTo>
                  <a:lnTo>
                    <a:pt x="0" y="2858"/>
                  </a:lnTo>
                  <a:lnTo>
                    <a:pt x="0" y="3012"/>
                  </a:lnTo>
                  <a:lnTo>
                    <a:pt x="0" y="3167"/>
                  </a:lnTo>
                  <a:lnTo>
                    <a:pt x="39" y="3282"/>
                  </a:lnTo>
                  <a:lnTo>
                    <a:pt x="116" y="3398"/>
                  </a:lnTo>
                  <a:lnTo>
                    <a:pt x="193" y="3514"/>
                  </a:lnTo>
                  <a:lnTo>
                    <a:pt x="386" y="3669"/>
                  </a:lnTo>
                  <a:lnTo>
                    <a:pt x="657" y="3746"/>
                  </a:lnTo>
                  <a:lnTo>
                    <a:pt x="927" y="3823"/>
                  </a:lnTo>
                  <a:lnTo>
                    <a:pt x="1236" y="3862"/>
                  </a:lnTo>
                  <a:lnTo>
                    <a:pt x="1506" y="3900"/>
                  </a:lnTo>
                  <a:lnTo>
                    <a:pt x="2780" y="3823"/>
                  </a:lnTo>
                  <a:lnTo>
                    <a:pt x="4016" y="3746"/>
                  </a:lnTo>
                  <a:lnTo>
                    <a:pt x="5252" y="3553"/>
                  </a:lnTo>
                  <a:lnTo>
                    <a:pt x="6487" y="3360"/>
                  </a:lnTo>
                  <a:lnTo>
                    <a:pt x="7646" y="3128"/>
                  </a:lnTo>
                  <a:lnTo>
                    <a:pt x="8766" y="2858"/>
                  </a:lnTo>
                  <a:lnTo>
                    <a:pt x="9885" y="2510"/>
                  </a:lnTo>
                  <a:lnTo>
                    <a:pt x="11005" y="2163"/>
                  </a:lnTo>
                  <a:lnTo>
                    <a:pt x="11353" y="2047"/>
                  </a:lnTo>
                  <a:lnTo>
                    <a:pt x="11700" y="1892"/>
                  </a:lnTo>
                  <a:lnTo>
                    <a:pt x="12048" y="1699"/>
                  </a:lnTo>
                  <a:lnTo>
                    <a:pt x="12357" y="1506"/>
                  </a:lnTo>
                  <a:lnTo>
                    <a:pt x="12627" y="1236"/>
                  </a:lnTo>
                  <a:lnTo>
                    <a:pt x="12704" y="1081"/>
                  </a:lnTo>
                  <a:lnTo>
                    <a:pt x="12782" y="927"/>
                  </a:lnTo>
                  <a:lnTo>
                    <a:pt x="12820" y="773"/>
                  </a:lnTo>
                  <a:lnTo>
                    <a:pt x="12820" y="579"/>
                  </a:lnTo>
                  <a:lnTo>
                    <a:pt x="12820" y="386"/>
                  </a:lnTo>
                  <a:lnTo>
                    <a:pt x="12743" y="155"/>
                  </a:lnTo>
                  <a:lnTo>
                    <a:pt x="12704" y="77"/>
                  </a:lnTo>
                  <a:lnTo>
                    <a:pt x="12627" y="39"/>
                  </a:lnTo>
                  <a:lnTo>
                    <a:pt x="125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"/>
            <p:cNvSpPr/>
            <p:nvPr/>
          </p:nvSpPr>
          <p:spPr>
            <a:xfrm>
              <a:off x="2362900" y="2786525"/>
              <a:ext cx="114900" cy="130350"/>
            </a:xfrm>
            <a:custGeom>
              <a:avLst/>
              <a:gdLst/>
              <a:ahLst/>
              <a:cxnLst/>
              <a:rect l="l" t="t" r="r" b="b"/>
              <a:pathLst>
                <a:path w="4596" h="5214" extrusionOk="0">
                  <a:moveTo>
                    <a:pt x="232" y="0"/>
                  </a:moveTo>
                  <a:lnTo>
                    <a:pt x="0" y="193"/>
                  </a:lnTo>
                  <a:lnTo>
                    <a:pt x="502" y="888"/>
                  </a:lnTo>
                  <a:lnTo>
                    <a:pt x="1004" y="1622"/>
                  </a:lnTo>
                  <a:lnTo>
                    <a:pt x="1545" y="2279"/>
                  </a:lnTo>
                  <a:lnTo>
                    <a:pt x="2124" y="2974"/>
                  </a:lnTo>
                  <a:lnTo>
                    <a:pt x="3283" y="4248"/>
                  </a:lnTo>
                  <a:lnTo>
                    <a:pt x="3746" y="4789"/>
                  </a:lnTo>
                  <a:lnTo>
                    <a:pt x="3630" y="4789"/>
                  </a:lnTo>
                  <a:lnTo>
                    <a:pt x="3592" y="4866"/>
                  </a:lnTo>
                  <a:lnTo>
                    <a:pt x="3592" y="4982"/>
                  </a:lnTo>
                  <a:lnTo>
                    <a:pt x="3823" y="4904"/>
                  </a:lnTo>
                  <a:lnTo>
                    <a:pt x="4055" y="5059"/>
                  </a:lnTo>
                  <a:lnTo>
                    <a:pt x="4287" y="5213"/>
                  </a:lnTo>
                  <a:lnTo>
                    <a:pt x="4441" y="5213"/>
                  </a:lnTo>
                  <a:lnTo>
                    <a:pt x="4518" y="5175"/>
                  </a:lnTo>
                  <a:lnTo>
                    <a:pt x="4557" y="5097"/>
                  </a:lnTo>
                  <a:lnTo>
                    <a:pt x="4557" y="5059"/>
                  </a:lnTo>
                  <a:lnTo>
                    <a:pt x="4595" y="4982"/>
                  </a:lnTo>
                  <a:lnTo>
                    <a:pt x="4402" y="4750"/>
                  </a:lnTo>
                  <a:lnTo>
                    <a:pt x="4325" y="4750"/>
                  </a:lnTo>
                  <a:lnTo>
                    <a:pt x="4016" y="4480"/>
                  </a:lnTo>
                  <a:lnTo>
                    <a:pt x="3746" y="4171"/>
                  </a:lnTo>
                  <a:lnTo>
                    <a:pt x="3244" y="3553"/>
                  </a:lnTo>
                  <a:lnTo>
                    <a:pt x="2201" y="2394"/>
                  </a:lnTo>
                  <a:lnTo>
                    <a:pt x="1197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"/>
            <p:cNvSpPr/>
            <p:nvPr/>
          </p:nvSpPr>
          <p:spPr>
            <a:xfrm>
              <a:off x="2090650" y="2821275"/>
              <a:ext cx="200825" cy="230750"/>
            </a:xfrm>
            <a:custGeom>
              <a:avLst/>
              <a:gdLst/>
              <a:ahLst/>
              <a:cxnLst/>
              <a:rect l="l" t="t" r="r" b="b"/>
              <a:pathLst>
                <a:path w="8033" h="9230" extrusionOk="0">
                  <a:moveTo>
                    <a:pt x="2048" y="0"/>
                  </a:moveTo>
                  <a:lnTo>
                    <a:pt x="1893" y="78"/>
                  </a:lnTo>
                  <a:lnTo>
                    <a:pt x="1739" y="155"/>
                  </a:lnTo>
                  <a:lnTo>
                    <a:pt x="1430" y="425"/>
                  </a:lnTo>
                  <a:lnTo>
                    <a:pt x="1198" y="734"/>
                  </a:lnTo>
                  <a:lnTo>
                    <a:pt x="966" y="1004"/>
                  </a:lnTo>
                  <a:lnTo>
                    <a:pt x="735" y="1352"/>
                  </a:lnTo>
                  <a:lnTo>
                    <a:pt x="503" y="1738"/>
                  </a:lnTo>
                  <a:lnTo>
                    <a:pt x="348" y="2124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40" y="3476"/>
                  </a:lnTo>
                  <a:lnTo>
                    <a:pt x="1" y="3939"/>
                  </a:lnTo>
                  <a:lnTo>
                    <a:pt x="78" y="4441"/>
                  </a:lnTo>
                  <a:lnTo>
                    <a:pt x="155" y="4905"/>
                  </a:lnTo>
                  <a:lnTo>
                    <a:pt x="271" y="5329"/>
                  </a:lnTo>
                  <a:lnTo>
                    <a:pt x="464" y="5793"/>
                  </a:lnTo>
                  <a:lnTo>
                    <a:pt x="696" y="6179"/>
                  </a:lnTo>
                  <a:lnTo>
                    <a:pt x="1044" y="6179"/>
                  </a:lnTo>
                  <a:lnTo>
                    <a:pt x="889" y="5831"/>
                  </a:lnTo>
                  <a:lnTo>
                    <a:pt x="735" y="5484"/>
                  </a:lnTo>
                  <a:lnTo>
                    <a:pt x="657" y="5136"/>
                  </a:lnTo>
                  <a:lnTo>
                    <a:pt x="542" y="4789"/>
                  </a:lnTo>
                  <a:lnTo>
                    <a:pt x="503" y="4403"/>
                  </a:lnTo>
                  <a:lnTo>
                    <a:pt x="464" y="4055"/>
                  </a:lnTo>
                  <a:lnTo>
                    <a:pt x="464" y="3669"/>
                  </a:lnTo>
                  <a:lnTo>
                    <a:pt x="464" y="3321"/>
                  </a:lnTo>
                  <a:lnTo>
                    <a:pt x="542" y="2974"/>
                  </a:lnTo>
                  <a:lnTo>
                    <a:pt x="619" y="2626"/>
                  </a:lnTo>
                  <a:lnTo>
                    <a:pt x="735" y="2279"/>
                  </a:lnTo>
                  <a:lnTo>
                    <a:pt x="850" y="1931"/>
                  </a:lnTo>
                  <a:lnTo>
                    <a:pt x="1044" y="1622"/>
                  </a:lnTo>
                  <a:lnTo>
                    <a:pt x="1237" y="1313"/>
                  </a:lnTo>
                  <a:lnTo>
                    <a:pt x="1468" y="1004"/>
                  </a:lnTo>
                  <a:lnTo>
                    <a:pt x="1777" y="734"/>
                  </a:lnTo>
                  <a:lnTo>
                    <a:pt x="1970" y="580"/>
                  </a:lnTo>
                  <a:lnTo>
                    <a:pt x="2086" y="502"/>
                  </a:lnTo>
                  <a:lnTo>
                    <a:pt x="2202" y="464"/>
                  </a:lnTo>
                  <a:lnTo>
                    <a:pt x="2318" y="580"/>
                  </a:lnTo>
                  <a:lnTo>
                    <a:pt x="2434" y="811"/>
                  </a:lnTo>
                  <a:lnTo>
                    <a:pt x="2588" y="1198"/>
                  </a:lnTo>
                  <a:lnTo>
                    <a:pt x="2743" y="1584"/>
                  </a:lnTo>
                  <a:lnTo>
                    <a:pt x="2858" y="1931"/>
                  </a:lnTo>
                  <a:lnTo>
                    <a:pt x="2974" y="2317"/>
                  </a:lnTo>
                  <a:lnTo>
                    <a:pt x="3052" y="2703"/>
                  </a:lnTo>
                  <a:lnTo>
                    <a:pt x="3090" y="3090"/>
                  </a:lnTo>
                  <a:lnTo>
                    <a:pt x="3090" y="3437"/>
                  </a:lnTo>
                  <a:lnTo>
                    <a:pt x="3052" y="3785"/>
                  </a:lnTo>
                  <a:lnTo>
                    <a:pt x="3013" y="4132"/>
                  </a:lnTo>
                  <a:lnTo>
                    <a:pt x="2897" y="4480"/>
                  </a:lnTo>
                  <a:lnTo>
                    <a:pt x="2781" y="4789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22"/>
                  </a:lnTo>
                  <a:lnTo>
                    <a:pt x="2395" y="5638"/>
                  </a:lnTo>
                  <a:lnTo>
                    <a:pt x="2356" y="5715"/>
                  </a:lnTo>
                  <a:lnTo>
                    <a:pt x="2356" y="5754"/>
                  </a:lnTo>
                  <a:lnTo>
                    <a:pt x="2395" y="5793"/>
                  </a:lnTo>
                  <a:lnTo>
                    <a:pt x="2472" y="5793"/>
                  </a:lnTo>
                  <a:lnTo>
                    <a:pt x="2627" y="5715"/>
                  </a:lnTo>
                  <a:lnTo>
                    <a:pt x="2820" y="5677"/>
                  </a:lnTo>
                  <a:lnTo>
                    <a:pt x="3206" y="5677"/>
                  </a:lnTo>
                  <a:lnTo>
                    <a:pt x="3631" y="5715"/>
                  </a:lnTo>
                  <a:lnTo>
                    <a:pt x="4055" y="5793"/>
                  </a:lnTo>
                  <a:lnTo>
                    <a:pt x="4442" y="5947"/>
                  </a:lnTo>
                  <a:lnTo>
                    <a:pt x="4866" y="6102"/>
                  </a:lnTo>
                  <a:lnTo>
                    <a:pt x="5214" y="6256"/>
                  </a:lnTo>
                  <a:lnTo>
                    <a:pt x="5523" y="6449"/>
                  </a:lnTo>
                  <a:lnTo>
                    <a:pt x="5832" y="6642"/>
                  </a:lnTo>
                  <a:lnTo>
                    <a:pt x="6141" y="6835"/>
                  </a:lnTo>
                  <a:lnTo>
                    <a:pt x="6411" y="7067"/>
                  </a:lnTo>
                  <a:lnTo>
                    <a:pt x="6681" y="7337"/>
                  </a:lnTo>
                  <a:lnTo>
                    <a:pt x="6913" y="7608"/>
                  </a:lnTo>
                  <a:lnTo>
                    <a:pt x="7145" y="7878"/>
                  </a:lnTo>
                  <a:lnTo>
                    <a:pt x="7338" y="8187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95" y="8766"/>
                  </a:lnTo>
                  <a:lnTo>
                    <a:pt x="5870" y="8805"/>
                  </a:lnTo>
                  <a:lnTo>
                    <a:pt x="5484" y="8805"/>
                  </a:lnTo>
                  <a:lnTo>
                    <a:pt x="5059" y="8727"/>
                  </a:lnTo>
                  <a:lnTo>
                    <a:pt x="4673" y="8612"/>
                  </a:lnTo>
                  <a:lnTo>
                    <a:pt x="4249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72" y="7106"/>
                  </a:lnTo>
                  <a:lnTo>
                    <a:pt x="1932" y="6565"/>
                  </a:lnTo>
                  <a:lnTo>
                    <a:pt x="1854" y="6526"/>
                  </a:lnTo>
                  <a:lnTo>
                    <a:pt x="1816" y="6488"/>
                  </a:lnTo>
                  <a:lnTo>
                    <a:pt x="1661" y="6526"/>
                  </a:lnTo>
                  <a:lnTo>
                    <a:pt x="1623" y="6526"/>
                  </a:lnTo>
                  <a:lnTo>
                    <a:pt x="1584" y="6565"/>
                  </a:lnTo>
                  <a:lnTo>
                    <a:pt x="1430" y="6835"/>
                  </a:lnTo>
                  <a:lnTo>
                    <a:pt x="1661" y="6874"/>
                  </a:lnTo>
                  <a:lnTo>
                    <a:pt x="2279" y="7492"/>
                  </a:lnTo>
                  <a:lnTo>
                    <a:pt x="2897" y="8071"/>
                  </a:lnTo>
                  <a:lnTo>
                    <a:pt x="3245" y="8341"/>
                  </a:lnTo>
                  <a:lnTo>
                    <a:pt x="3631" y="8573"/>
                  </a:lnTo>
                  <a:lnTo>
                    <a:pt x="3978" y="8766"/>
                  </a:lnTo>
                  <a:lnTo>
                    <a:pt x="4364" y="8959"/>
                  </a:lnTo>
                  <a:lnTo>
                    <a:pt x="4828" y="9114"/>
                  </a:lnTo>
                  <a:lnTo>
                    <a:pt x="5253" y="9191"/>
                  </a:lnTo>
                  <a:lnTo>
                    <a:pt x="5677" y="9229"/>
                  </a:lnTo>
                  <a:lnTo>
                    <a:pt x="6141" y="9229"/>
                  </a:lnTo>
                  <a:lnTo>
                    <a:pt x="6565" y="9152"/>
                  </a:lnTo>
                  <a:lnTo>
                    <a:pt x="6990" y="9075"/>
                  </a:lnTo>
                  <a:lnTo>
                    <a:pt x="7878" y="8843"/>
                  </a:lnTo>
                  <a:lnTo>
                    <a:pt x="7956" y="8805"/>
                  </a:lnTo>
                  <a:lnTo>
                    <a:pt x="7994" y="8727"/>
                  </a:lnTo>
                  <a:lnTo>
                    <a:pt x="8033" y="8650"/>
                  </a:lnTo>
                  <a:lnTo>
                    <a:pt x="7994" y="8534"/>
                  </a:lnTo>
                  <a:lnTo>
                    <a:pt x="7763" y="8110"/>
                  </a:lnTo>
                  <a:lnTo>
                    <a:pt x="7492" y="7685"/>
                  </a:lnTo>
                  <a:lnTo>
                    <a:pt x="7222" y="7299"/>
                  </a:lnTo>
                  <a:lnTo>
                    <a:pt x="6874" y="6912"/>
                  </a:lnTo>
                  <a:lnTo>
                    <a:pt x="6527" y="6604"/>
                  </a:lnTo>
                  <a:lnTo>
                    <a:pt x="6141" y="6295"/>
                  </a:lnTo>
                  <a:lnTo>
                    <a:pt x="5716" y="6024"/>
                  </a:lnTo>
                  <a:lnTo>
                    <a:pt x="5253" y="5793"/>
                  </a:lnTo>
                  <a:lnTo>
                    <a:pt x="4828" y="5638"/>
                  </a:lnTo>
                  <a:lnTo>
                    <a:pt x="4249" y="5445"/>
                  </a:lnTo>
                  <a:lnTo>
                    <a:pt x="3940" y="5368"/>
                  </a:lnTo>
                  <a:lnTo>
                    <a:pt x="3592" y="5291"/>
                  </a:lnTo>
                  <a:lnTo>
                    <a:pt x="3013" y="5291"/>
                  </a:lnTo>
                  <a:lnTo>
                    <a:pt x="3167" y="4982"/>
                  </a:lnTo>
                  <a:lnTo>
                    <a:pt x="3322" y="4634"/>
                  </a:lnTo>
                  <a:lnTo>
                    <a:pt x="3399" y="4287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05"/>
                  </a:lnTo>
                  <a:lnTo>
                    <a:pt x="3515" y="2858"/>
                  </a:lnTo>
                  <a:lnTo>
                    <a:pt x="3438" y="2472"/>
                  </a:lnTo>
                  <a:lnTo>
                    <a:pt x="3322" y="1970"/>
                  </a:lnTo>
                  <a:lnTo>
                    <a:pt x="3167" y="1468"/>
                  </a:lnTo>
                  <a:lnTo>
                    <a:pt x="2936" y="966"/>
                  </a:lnTo>
                  <a:lnTo>
                    <a:pt x="2704" y="502"/>
                  </a:lnTo>
                  <a:lnTo>
                    <a:pt x="2588" y="271"/>
                  </a:lnTo>
                  <a:lnTo>
                    <a:pt x="2472" y="116"/>
                  </a:lnTo>
                  <a:lnTo>
                    <a:pt x="2356" y="39"/>
                  </a:lnTo>
                  <a:lnTo>
                    <a:pt x="227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"/>
            <p:cNvSpPr/>
            <p:nvPr/>
          </p:nvSpPr>
          <p:spPr>
            <a:xfrm>
              <a:off x="3488525" y="2821275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120" y="387"/>
                  </a:moveTo>
                  <a:lnTo>
                    <a:pt x="1313" y="425"/>
                  </a:lnTo>
                  <a:lnTo>
                    <a:pt x="1506" y="464"/>
                  </a:lnTo>
                  <a:lnTo>
                    <a:pt x="1661" y="580"/>
                  </a:lnTo>
                  <a:lnTo>
                    <a:pt x="1738" y="734"/>
                  </a:lnTo>
                  <a:lnTo>
                    <a:pt x="1777" y="889"/>
                  </a:lnTo>
                  <a:lnTo>
                    <a:pt x="1738" y="966"/>
                  </a:lnTo>
                  <a:lnTo>
                    <a:pt x="1699" y="1004"/>
                  </a:lnTo>
                  <a:lnTo>
                    <a:pt x="1661" y="1082"/>
                  </a:lnTo>
                  <a:lnTo>
                    <a:pt x="1545" y="1120"/>
                  </a:lnTo>
                  <a:lnTo>
                    <a:pt x="1236" y="1159"/>
                  </a:lnTo>
                  <a:lnTo>
                    <a:pt x="927" y="1159"/>
                  </a:lnTo>
                  <a:lnTo>
                    <a:pt x="579" y="1198"/>
                  </a:lnTo>
                  <a:lnTo>
                    <a:pt x="464" y="1236"/>
                  </a:lnTo>
                  <a:lnTo>
                    <a:pt x="309" y="1313"/>
                  </a:lnTo>
                  <a:lnTo>
                    <a:pt x="309" y="1159"/>
                  </a:lnTo>
                  <a:lnTo>
                    <a:pt x="348" y="1004"/>
                  </a:lnTo>
                  <a:lnTo>
                    <a:pt x="386" y="850"/>
                  </a:lnTo>
                  <a:lnTo>
                    <a:pt x="464" y="734"/>
                  </a:lnTo>
                  <a:lnTo>
                    <a:pt x="541" y="618"/>
                  </a:lnTo>
                  <a:lnTo>
                    <a:pt x="657" y="541"/>
                  </a:lnTo>
                  <a:lnTo>
                    <a:pt x="811" y="464"/>
                  </a:lnTo>
                  <a:lnTo>
                    <a:pt x="927" y="425"/>
                  </a:lnTo>
                  <a:lnTo>
                    <a:pt x="1120" y="387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79" y="116"/>
                  </a:lnTo>
                  <a:lnTo>
                    <a:pt x="425" y="232"/>
                  </a:lnTo>
                  <a:lnTo>
                    <a:pt x="271" y="387"/>
                  </a:lnTo>
                  <a:lnTo>
                    <a:pt x="155" y="541"/>
                  </a:lnTo>
                  <a:lnTo>
                    <a:pt x="77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0" y="1275"/>
                  </a:lnTo>
                  <a:lnTo>
                    <a:pt x="39" y="1468"/>
                  </a:lnTo>
                  <a:lnTo>
                    <a:pt x="116" y="1661"/>
                  </a:lnTo>
                  <a:lnTo>
                    <a:pt x="155" y="1738"/>
                  </a:lnTo>
                  <a:lnTo>
                    <a:pt x="232" y="1815"/>
                  </a:lnTo>
                  <a:lnTo>
                    <a:pt x="309" y="1815"/>
                  </a:lnTo>
                  <a:lnTo>
                    <a:pt x="425" y="1777"/>
                  </a:lnTo>
                  <a:lnTo>
                    <a:pt x="541" y="1661"/>
                  </a:lnTo>
                  <a:lnTo>
                    <a:pt x="695" y="1584"/>
                  </a:lnTo>
                  <a:lnTo>
                    <a:pt x="850" y="1545"/>
                  </a:lnTo>
                  <a:lnTo>
                    <a:pt x="1043" y="1545"/>
                  </a:lnTo>
                  <a:lnTo>
                    <a:pt x="1390" y="1506"/>
                  </a:lnTo>
                  <a:lnTo>
                    <a:pt x="1583" y="1506"/>
                  </a:lnTo>
                  <a:lnTo>
                    <a:pt x="1738" y="1468"/>
                  </a:lnTo>
                  <a:lnTo>
                    <a:pt x="1931" y="1391"/>
                  </a:lnTo>
                  <a:lnTo>
                    <a:pt x="2047" y="1275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811"/>
                  </a:lnTo>
                  <a:lnTo>
                    <a:pt x="2124" y="657"/>
                  </a:lnTo>
                  <a:lnTo>
                    <a:pt x="2047" y="502"/>
                  </a:lnTo>
                  <a:lnTo>
                    <a:pt x="1970" y="348"/>
                  </a:lnTo>
                  <a:lnTo>
                    <a:pt x="1777" y="194"/>
                  </a:lnTo>
                  <a:lnTo>
                    <a:pt x="1622" y="116"/>
                  </a:lnTo>
                  <a:lnTo>
                    <a:pt x="1429" y="39"/>
                  </a:lnTo>
                  <a:lnTo>
                    <a:pt x="11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"/>
            <p:cNvSpPr/>
            <p:nvPr/>
          </p:nvSpPr>
          <p:spPr>
            <a:xfrm>
              <a:off x="3345650" y="2889825"/>
              <a:ext cx="466300" cy="248125"/>
            </a:xfrm>
            <a:custGeom>
              <a:avLst/>
              <a:gdLst/>
              <a:ahLst/>
              <a:cxnLst/>
              <a:rect l="l" t="t" r="r" b="b"/>
              <a:pathLst>
                <a:path w="18652" h="9925" extrusionOk="0">
                  <a:moveTo>
                    <a:pt x="6140" y="0"/>
                  </a:moveTo>
                  <a:lnTo>
                    <a:pt x="5561" y="39"/>
                  </a:lnTo>
                  <a:lnTo>
                    <a:pt x="4982" y="155"/>
                  </a:lnTo>
                  <a:lnTo>
                    <a:pt x="4402" y="309"/>
                  </a:lnTo>
                  <a:lnTo>
                    <a:pt x="3862" y="502"/>
                  </a:lnTo>
                  <a:lnTo>
                    <a:pt x="3283" y="772"/>
                  </a:lnTo>
                  <a:lnTo>
                    <a:pt x="2781" y="1081"/>
                  </a:lnTo>
                  <a:lnTo>
                    <a:pt x="2279" y="1467"/>
                  </a:lnTo>
                  <a:lnTo>
                    <a:pt x="1815" y="1892"/>
                  </a:lnTo>
                  <a:lnTo>
                    <a:pt x="1390" y="2317"/>
                  </a:lnTo>
                  <a:lnTo>
                    <a:pt x="1043" y="2780"/>
                  </a:lnTo>
                  <a:lnTo>
                    <a:pt x="734" y="3244"/>
                  </a:lnTo>
                  <a:lnTo>
                    <a:pt x="464" y="3746"/>
                  </a:lnTo>
                  <a:lnTo>
                    <a:pt x="271" y="4286"/>
                  </a:lnTo>
                  <a:lnTo>
                    <a:pt x="116" y="4827"/>
                  </a:lnTo>
                  <a:lnTo>
                    <a:pt x="0" y="5368"/>
                  </a:lnTo>
                  <a:lnTo>
                    <a:pt x="348" y="5445"/>
                  </a:lnTo>
                  <a:lnTo>
                    <a:pt x="425" y="5020"/>
                  </a:lnTo>
                  <a:lnTo>
                    <a:pt x="541" y="4595"/>
                  </a:lnTo>
                  <a:lnTo>
                    <a:pt x="773" y="4016"/>
                  </a:lnTo>
                  <a:lnTo>
                    <a:pt x="1081" y="3437"/>
                  </a:lnTo>
                  <a:lnTo>
                    <a:pt x="1468" y="2896"/>
                  </a:lnTo>
                  <a:lnTo>
                    <a:pt x="1892" y="2394"/>
                  </a:lnTo>
                  <a:lnTo>
                    <a:pt x="2356" y="1931"/>
                  </a:lnTo>
                  <a:lnTo>
                    <a:pt x="2858" y="1545"/>
                  </a:lnTo>
                  <a:lnTo>
                    <a:pt x="3398" y="1197"/>
                  </a:lnTo>
                  <a:lnTo>
                    <a:pt x="3978" y="888"/>
                  </a:lnTo>
                  <a:lnTo>
                    <a:pt x="4595" y="657"/>
                  </a:lnTo>
                  <a:lnTo>
                    <a:pt x="5252" y="502"/>
                  </a:lnTo>
                  <a:lnTo>
                    <a:pt x="5908" y="425"/>
                  </a:lnTo>
                  <a:lnTo>
                    <a:pt x="6565" y="386"/>
                  </a:lnTo>
                  <a:lnTo>
                    <a:pt x="7221" y="463"/>
                  </a:lnTo>
                  <a:lnTo>
                    <a:pt x="7839" y="618"/>
                  </a:lnTo>
                  <a:lnTo>
                    <a:pt x="8457" y="811"/>
                  </a:lnTo>
                  <a:lnTo>
                    <a:pt x="9075" y="1120"/>
                  </a:lnTo>
                  <a:lnTo>
                    <a:pt x="9422" y="1313"/>
                  </a:lnTo>
                  <a:lnTo>
                    <a:pt x="9731" y="1506"/>
                  </a:lnTo>
                  <a:lnTo>
                    <a:pt x="10002" y="1738"/>
                  </a:lnTo>
                  <a:lnTo>
                    <a:pt x="10272" y="1969"/>
                  </a:lnTo>
                  <a:lnTo>
                    <a:pt x="10774" y="2471"/>
                  </a:lnTo>
                  <a:lnTo>
                    <a:pt x="11199" y="3051"/>
                  </a:lnTo>
                  <a:lnTo>
                    <a:pt x="11546" y="3630"/>
                  </a:lnTo>
                  <a:lnTo>
                    <a:pt x="11855" y="4286"/>
                  </a:lnTo>
                  <a:lnTo>
                    <a:pt x="12164" y="4943"/>
                  </a:lnTo>
                  <a:lnTo>
                    <a:pt x="12396" y="5638"/>
                  </a:lnTo>
                  <a:lnTo>
                    <a:pt x="12627" y="6217"/>
                  </a:lnTo>
                  <a:lnTo>
                    <a:pt x="12859" y="6835"/>
                  </a:lnTo>
                  <a:lnTo>
                    <a:pt x="13129" y="7414"/>
                  </a:lnTo>
                  <a:lnTo>
                    <a:pt x="13438" y="7993"/>
                  </a:lnTo>
                  <a:lnTo>
                    <a:pt x="13786" y="8495"/>
                  </a:lnTo>
                  <a:lnTo>
                    <a:pt x="14211" y="8959"/>
                  </a:lnTo>
                  <a:lnTo>
                    <a:pt x="14442" y="9190"/>
                  </a:lnTo>
                  <a:lnTo>
                    <a:pt x="14713" y="9383"/>
                  </a:lnTo>
                  <a:lnTo>
                    <a:pt x="14983" y="9538"/>
                  </a:lnTo>
                  <a:lnTo>
                    <a:pt x="15253" y="9692"/>
                  </a:lnTo>
                  <a:lnTo>
                    <a:pt x="15717" y="9847"/>
                  </a:lnTo>
                  <a:lnTo>
                    <a:pt x="16219" y="9924"/>
                  </a:lnTo>
                  <a:lnTo>
                    <a:pt x="16682" y="9885"/>
                  </a:lnTo>
                  <a:lnTo>
                    <a:pt x="17145" y="9808"/>
                  </a:lnTo>
                  <a:lnTo>
                    <a:pt x="17609" y="9654"/>
                  </a:lnTo>
                  <a:lnTo>
                    <a:pt x="17802" y="9538"/>
                  </a:lnTo>
                  <a:lnTo>
                    <a:pt x="17995" y="9383"/>
                  </a:lnTo>
                  <a:lnTo>
                    <a:pt x="18188" y="9229"/>
                  </a:lnTo>
                  <a:lnTo>
                    <a:pt x="18342" y="9075"/>
                  </a:lnTo>
                  <a:lnTo>
                    <a:pt x="18497" y="8881"/>
                  </a:lnTo>
                  <a:lnTo>
                    <a:pt x="18613" y="8650"/>
                  </a:lnTo>
                  <a:lnTo>
                    <a:pt x="18651" y="8573"/>
                  </a:lnTo>
                  <a:lnTo>
                    <a:pt x="18613" y="8457"/>
                  </a:lnTo>
                  <a:lnTo>
                    <a:pt x="18651" y="8418"/>
                  </a:lnTo>
                  <a:lnTo>
                    <a:pt x="18613" y="8341"/>
                  </a:lnTo>
                  <a:lnTo>
                    <a:pt x="18304" y="8380"/>
                  </a:lnTo>
                  <a:lnTo>
                    <a:pt x="18265" y="8418"/>
                  </a:lnTo>
                  <a:lnTo>
                    <a:pt x="18033" y="8766"/>
                  </a:lnTo>
                  <a:lnTo>
                    <a:pt x="17802" y="8997"/>
                  </a:lnTo>
                  <a:lnTo>
                    <a:pt x="17493" y="9229"/>
                  </a:lnTo>
                  <a:lnTo>
                    <a:pt x="17184" y="9345"/>
                  </a:lnTo>
                  <a:lnTo>
                    <a:pt x="16798" y="9461"/>
                  </a:lnTo>
                  <a:lnTo>
                    <a:pt x="16064" y="9461"/>
                  </a:lnTo>
                  <a:lnTo>
                    <a:pt x="15717" y="9383"/>
                  </a:lnTo>
                  <a:lnTo>
                    <a:pt x="15330" y="9229"/>
                  </a:lnTo>
                  <a:lnTo>
                    <a:pt x="15021" y="9036"/>
                  </a:lnTo>
                  <a:lnTo>
                    <a:pt x="14674" y="8766"/>
                  </a:lnTo>
                  <a:lnTo>
                    <a:pt x="14404" y="8495"/>
                  </a:lnTo>
                  <a:lnTo>
                    <a:pt x="14133" y="8186"/>
                  </a:lnTo>
                  <a:lnTo>
                    <a:pt x="13902" y="7878"/>
                  </a:lnTo>
                  <a:lnTo>
                    <a:pt x="13709" y="7530"/>
                  </a:lnTo>
                  <a:lnTo>
                    <a:pt x="13515" y="7182"/>
                  </a:lnTo>
                  <a:lnTo>
                    <a:pt x="13207" y="6526"/>
                  </a:lnTo>
                  <a:lnTo>
                    <a:pt x="12936" y="5870"/>
                  </a:lnTo>
                  <a:lnTo>
                    <a:pt x="12434" y="4518"/>
                  </a:lnTo>
                  <a:lnTo>
                    <a:pt x="12164" y="3862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317"/>
                  </a:lnTo>
                  <a:lnTo>
                    <a:pt x="11005" y="2047"/>
                  </a:lnTo>
                  <a:lnTo>
                    <a:pt x="10542" y="1583"/>
                  </a:lnTo>
                  <a:lnTo>
                    <a:pt x="10040" y="1197"/>
                  </a:lnTo>
                  <a:lnTo>
                    <a:pt x="9538" y="888"/>
                  </a:lnTo>
                  <a:lnTo>
                    <a:pt x="9036" y="579"/>
                  </a:lnTo>
                  <a:lnTo>
                    <a:pt x="8457" y="386"/>
                  </a:lnTo>
                  <a:lnTo>
                    <a:pt x="7916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"/>
            <p:cNvSpPr/>
            <p:nvPr/>
          </p:nvSpPr>
          <p:spPr>
            <a:xfrm>
              <a:off x="6719625" y="2898500"/>
              <a:ext cx="625575" cy="344675"/>
            </a:xfrm>
            <a:custGeom>
              <a:avLst/>
              <a:gdLst/>
              <a:ahLst/>
              <a:cxnLst/>
              <a:rect l="l" t="t" r="r" b="b"/>
              <a:pathLst>
                <a:path w="25023" h="13787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41" y="2009"/>
                  </a:lnTo>
                  <a:lnTo>
                    <a:pt x="23787" y="2163"/>
                  </a:lnTo>
                  <a:lnTo>
                    <a:pt x="23633" y="2202"/>
                  </a:lnTo>
                  <a:lnTo>
                    <a:pt x="23478" y="2202"/>
                  </a:lnTo>
                  <a:lnTo>
                    <a:pt x="23324" y="2163"/>
                  </a:lnTo>
                  <a:lnTo>
                    <a:pt x="23208" y="2086"/>
                  </a:lnTo>
                  <a:lnTo>
                    <a:pt x="23092" y="1970"/>
                  </a:lnTo>
                  <a:lnTo>
                    <a:pt x="23015" y="1816"/>
                  </a:lnTo>
                  <a:lnTo>
                    <a:pt x="22976" y="1661"/>
                  </a:lnTo>
                  <a:lnTo>
                    <a:pt x="22976" y="1429"/>
                  </a:lnTo>
                  <a:lnTo>
                    <a:pt x="23053" y="1275"/>
                  </a:lnTo>
                  <a:lnTo>
                    <a:pt x="23169" y="1120"/>
                  </a:lnTo>
                  <a:lnTo>
                    <a:pt x="23285" y="966"/>
                  </a:lnTo>
                  <a:close/>
                  <a:moveTo>
                    <a:pt x="24096" y="2433"/>
                  </a:moveTo>
                  <a:lnTo>
                    <a:pt x="24212" y="2781"/>
                  </a:lnTo>
                  <a:lnTo>
                    <a:pt x="24328" y="3090"/>
                  </a:lnTo>
                  <a:lnTo>
                    <a:pt x="24366" y="3437"/>
                  </a:lnTo>
                  <a:lnTo>
                    <a:pt x="24443" y="3823"/>
                  </a:lnTo>
                  <a:lnTo>
                    <a:pt x="24173" y="3746"/>
                  </a:lnTo>
                  <a:lnTo>
                    <a:pt x="23941" y="3592"/>
                  </a:lnTo>
                  <a:lnTo>
                    <a:pt x="23864" y="3515"/>
                  </a:lnTo>
                  <a:lnTo>
                    <a:pt x="23787" y="3399"/>
                  </a:lnTo>
                  <a:lnTo>
                    <a:pt x="23748" y="3283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7" y="2742"/>
                  </a:lnTo>
                  <a:lnTo>
                    <a:pt x="23941" y="2588"/>
                  </a:lnTo>
                  <a:lnTo>
                    <a:pt x="24096" y="2433"/>
                  </a:lnTo>
                  <a:close/>
                  <a:moveTo>
                    <a:pt x="16296" y="4982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6" y="5291"/>
                  </a:lnTo>
                  <a:lnTo>
                    <a:pt x="16566" y="5407"/>
                  </a:lnTo>
                  <a:lnTo>
                    <a:pt x="16296" y="5445"/>
                  </a:lnTo>
                  <a:lnTo>
                    <a:pt x="15639" y="5523"/>
                  </a:lnTo>
                  <a:lnTo>
                    <a:pt x="15639" y="5484"/>
                  </a:lnTo>
                  <a:lnTo>
                    <a:pt x="15678" y="5368"/>
                  </a:lnTo>
                  <a:lnTo>
                    <a:pt x="15716" y="5252"/>
                  </a:lnTo>
                  <a:lnTo>
                    <a:pt x="15755" y="5175"/>
                  </a:lnTo>
                  <a:lnTo>
                    <a:pt x="15832" y="5098"/>
                  </a:lnTo>
                  <a:lnTo>
                    <a:pt x="15948" y="5021"/>
                  </a:lnTo>
                  <a:lnTo>
                    <a:pt x="16064" y="4982"/>
                  </a:lnTo>
                  <a:close/>
                  <a:moveTo>
                    <a:pt x="24443" y="4248"/>
                  </a:moveTo>
                  <a:lnTo>
                    <a:pt x="24443" y="4673"/>
                  </a:lnTo>
                  <a:lnTo>
                    <a:pt x="24366" y="5098"/>
                  </a:lnTo>
                  <a:lnTo>
                    <a:pt x="24250" y="5523"/>
                  </a:lnTo>
                  <a:lnTo>
                    <a:pt x="24057" y="5445"/>
                  </a:lnTo>
                  <a:lnTo>
                    <a:pt x="23903" y="5291"/>
                  </a:lnTo>
                  <a:lnTo>
                    <a:pt x="23826" y="5098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50"/>
                  </a:lnTo>
                  <a:lnTo>
                    <a:pt x="23864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48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1"/>
                  </a:lnTo>
                  <a:lnTo>
                    <a:pt x="18111" y="5214"/>
                  </a:lnTo>
                  <a:lnTo>
                    <a:pt x="18111" y="5407"/>
                  </a:lnTo>
                  <a:lnTo>
                    <a:pt x="18072" y="5638"/>
                  </a:lnTo>
                  <a:lnTo>
                    <a:pt x="17570" y="5523"/>
                  </a:lnTo>
                  <a:lnTo>
                    <a:pt x="17029" y="5445"/>
                  </a:lnTo>
                  <a:lnTo>
                    <a:pt x="17068" y="5291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5"/>
                  </a:lnTo>
                  <a:lnTo>
                    <a:pt x="17531" y="4866"/>
                  </a:lnTo>
                  <a:lnTo>
                    <a:pt x="17647" y="4827"/>
                  </a:lnTo>
                  <a:close/>
                  <a:moveTo>
                    <a:pt x="14712" y="5329"/>
                  </a:moveTo>
                  <a:lnTo>
                    <a:pt x="14828" y="5368"/>
                  </a:lnTo>
                  <a:lnTo>
                    <a:pt x="14906" y="5445"/>
                  </a:lnTo>
                  <a:lnTo>
                    <a:pt x="15021" y="5561"/>
                  </a:lnTo>
                  <a:lnTo>
                    <a:pt x="15060" y="5677"/>
                  </a:lnTo>
                  <a:lnTo>
                    <a:pt x="14558" y="5870"/>
                  </a:lnTo>
                  <a:lnTo>
                    <a:pt x="14056" y="6102"/>
                  </a:lnTo>
                  <a:lnTo>
                    <a:pt x="14017" y="6063"/>
                  </a:lnTo>
                  <a:lnTo>
                    <a:pt x="14056" y="5831"/>
                  </a:lnTo>
                  <a:lnTo>
                    <a:pt x="14133" y="5600"/>
                  </a:lnTo>
                  <a:lnTo>
                    <a:pt x="14249" y="5445"/>
                  </a:lnTo>
                  <a:lnTo>
                    <a:pt x="14365" y="5368"/>
                  </a:lnTo>
                  <a:lnTo>
                    <a:pt x="14442" y="5329"/>
                  </a:lnTo>
                  <a:close/>
                  <a:moveTo>
                    <a:pt x="18999" y="5484"/>
                  </a:moveTo>
                  <a:lnTo>
                    <a:pt x="19115" y="5523"/>
                  </a:lnTo>
                  <a:lnTo>
                    <a:pt x="19192" y="5561"/>
                  </a:lnTo>
                  <a:lnTo>
                    <a:pt x="19308" y="5677"/>
                  </a:lnTo>
                  <a:lnTo>
                    <a:pt x="19385" y="5831"/>
                  </a:lnTo>
                  <a:lnTo>
                    <a:pt x="19385" y="5986"/>
                  </a:lnTo>
                  <a:lnTo>
                    <a:pt x="19346" y="6179"/>
                  </a:lnTo>
                  <a:lnTo>
                    <a:pt x="18613" y="5831"/>
                  </a:lnTo>
                  <a:lnTo>
                    <a:pt x="18651" y="5754"/>
                  </a:lnTo>
                  <a:lnTo>
                    <a:pt x="18690" y="5677"/>
                  </a:lnTo>
                  <a:lnTo>
                    <a:pt x="18844" y="5523"/>
                  </a:lnTo>
                  <a:lnTo>
                    <a:pt x="18999" y="5484"/>
                  </a:lnTo>
                  <a:close/>
                  <a:moveTo>
                    <a:pt x="20196" y="6063"/>
                  </a:moveTo>
                  <a:lnTo>
                    <a:pt x="20350" y="6102"/>
                  </a:lnTo>
                  <a:lnTo>
                    <a:pt x="20466" y="6140"/>
                  </a:lnTo>
                  <a:lnTo>
                    <a:pt x="20543" y="6179"/>
                  </a:lnTo>
                  <a:lnTo>
                    <a:pt x="20698" y="6333"/>
                  </a:lnTo>
                  <a:lnTo>
                    <a:pt x="20775" y="6527"/>
                  </a:lnTo>
                  <a:lnTo>
                    <a:pt x="20814" y="6720"/>
                  </a:lnTo>
                  <a:lnTo>
                    <a:pt x="20891" y="6951"/>
                  </a:lnTo>
                  <a:lnTo>
                    <a:pt x="20466" y="6758"/>
                  </a:lnTo>
                  <a:lnTo>
                    <a:pt x="20080" y="6565"/>
                  </a:lnTo>
                  <a:lnTo>
                    <a:pt x="19810" y="6411"/>
                  </a:lnTo>
                  <a:lnTo>
                    <a:pt x="19848" y="6295"/>
                  </a:lnTo>
                  <a:lnTo>
                    <a:pt x="19887" y="6179"/>
                  </a:lnTo>
                  <a:lnTo>
                    <a:pt x="20003" y="6140"/>
                  </a:lnTo>
                  <a:lnTo>
                    <a:pt x="20080" y="6102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9"/>
                  </a:lnTo>
                  <a:lnTo>
                    <a:pt x="23941" y="5986"/>
                  </a:lnTo>
                  <a:lnTo>
                    <a:pt x="24019" y="6025"/>
                  </a:lnTo>
                  <a:lnTo>
                    <a:pt x="24096" y="6025"/>
                  </a:lnTo>
                  <a:lnTo>
                    <a:pt x="23941" y="6295"/>
                  </a:lnTo>
                  <a:lnTo>
                    <a:pt x="23748" y="6565"/>
                  </a:lnTo>
                  <a:lnTo>
                    <a:pt x="23517" y="6797"/>
                  </a:lnTo>
                  <a:lnTo>
                    <a:pt x="23246" y="6990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7"/>
                  </a:lnTo>
                  <a:lnTo>
                    <a:pt x="23015" y="6295"/>
                  </a:lnTo>
                  <a:lnTo>
                    <a:pt x="23053" y="6179"/>
                  </a:lnTo>
                  <a:lnTo>
                    <a:pt x="23131" y="6102"/>
                  </a:lnTo>
                  <a:lnTo>
                    <a:pt x="23208" y="6025"/>
                  </a:lnTo>
                  <a:lnTo>
                    <a:pt x="23285" y="5947"/>
                  </a:lnTo>
                  <a:lnTo>
                    <a:pt x="23517" y="5870"/>
                  </a:lnTo>
                  <a:close/>
                  <a:moveTo>
                    <a:pt x="13245" y="6102"/>
                  </a:moveTo>
                  <a:lnTo>
                    <a:pt x="13477" y="6179"/>
                  </a:lnTo>
                  <a:lnTo>
                    <a:pt x="13593" y="6256"/>
                  </a:lnTo>
                  <a:lnTo>
                    <a:pt x="13708" y="6333"/>
                  </a:lnTo>
                  <a:lnTo>
                    <a:pt x="13168" y="6720"/>
                  </a:lnTo>
                  <a:lnTo>
                    <a:pt x="12782" y="7106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7" y="6797"/>
                  </a:lnTo>
                  <a:lnTo>
                    <a:pt x="12627" y="6681"/>
                  </a:lnTo>
                  <a:lnTo>
                    <a:pt x="12666" y="6527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59" y="6218"/>
                  </a:lnTo>
                  <a:lnTo>
                    <a:pt x="13013" y="6140"/>
                  </a:lnTo>
                  <a:lnTo>
                    <a:pt x="13129" y="6102"/>
                  </a:lnTo>
                  <a:close/>
                  <a:moveTo>
                    <a:pt x="22165" y="6565"/>
                  </a:moveTo>
                  <a:lnTo>
                    <a:pt x="22281" y="6604"/>
                  </a:lnTo>
                  <a:lnTo>
                    <a:pt x="22474" y="6720"/>
                  </a:lnTo>
                  <a:lnTo>
                    <a:pt x="22629" y="6874"/>
                  </a:lnTo>
                  <a:lnTo>
                    <a:pt x="22783" y="7029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6"/>
                  </a:lnTo>
                  <a:lnTo>
                    <a:pt x="22937" y="7144"/>
                  </a:lnTo>
                  <a:lnTo>
                    <a:pt x="22551" y="7222"/>
                  </a:lnTo>
                  <a:lnTo>
                    <a:pt x="22165" y="7260"/>
                  </a:lnTo>
                  <a:lnTo>
                    <a:pt x="21779" y="7222"/>
                  </a:lnTo>
                  <a:lnTo>
                    <a:pt x="21393" y="7106"/>
                  </a:lnTo>
                  <a:lnTo>
                    <a:pt x="21470" y="6913"/>
                  </a:lnTo>
                  <a:lnTo>
                    <a:pt x="21625" y="6758"/>
                  </a:lnTo>
                  <a:lnTo>
                    <a:pt x="21818" y="6604"/>
                  </a:lnTo>
                  <a:lnTo>
                    <a:pt x="22049" y="6565"/>
                  </a:lnTo>
                  <a:close/>
                  <a:moveTo>
                    <a:pt x="12280" y="7415"/>
                  </a:moveTo>
                  <a:lnTo>
                    <a:pt x="12473" y="7453"/>
                  </a:lnTo>
                  <a:lnTo>
                    <a:pt x="12125" y="7994"/>
                  </a:lnTo>
                  <a:lnTo>
                    <a:pt x="11816" y="8573"/>
                  </a:lnTo>
                  <a:lnTo>
                    <a:pt x="11701" y="8341"/>
                  </a:lnTo>
                  <a:lnTo>
                    <a:pt x="11662" y="8110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39" y="7724"/>
                  </a:lnTo>
                  <a:lnTo>
                    <a:pt x="11816" y="7608"/>
                  </a:lnTo>
                  <a:lnTo>
                    <a:pt x="11894" y="7531"/>
                  </a:lnTo>
                  <a:lnTo>
                    <a:pt x="12009" y="7453"/>
                  </a:lnTo>
                  <a:lnTo>
                    <a:pt x="12164" y="7415"/>
                  </a:lnTo>
                  <a:close/>
                  <a:moveTo>
                    <a:pt x="2240" y="9384"/>
                  </a:moveTo>
                  <a:lnTo>
                    <a:pt x="2356" y="9423"/>
                  </a:lnTo>
                  <a:lnTo>
                    <a:pt x="2472" y="9500"/>
                  </a:lnTo>
                  <a:lnTo>
                    <a:pt x="2549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10002"/>
                  </a:lnTo>
                  <a:lnTo>
                    <a:pt x="2124" y="9886"/>
                  </a:lnTo>
                  <a:lnTo>
                    <a:pt x="1661" y="9886"/>
                  </a:lnTo>
                  <a:lnTo>
                    <a:pt x="1699" y="9770"/>
                  </a:lnTo>
                  <a:lnTo>
                    <a:pt x="1738" y="9654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close/>
                  <a:moveTo>
                    <a:pt x="11662" y="8998"/>
                  </a:moveTo>
                  <a:lnTo>
                    <a:pt x="11469" y="9500"/>
                  </a:lnTo>
                  <a:lnTo>
                    <a:pt x="11353" y="10040"/>
                  </a:lnTo>
                  <a:lnTo>
                    <a:pt x="11276" y="10272"/>
                  </a:lnTo>
                  <a:lnTo>
                    <a:pt x="11237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8" y="9693"/>
                  </a:lnTo>
                  <a:lnTo>
                    <a:pt x="10928" y="9577"/>
                  </a:lnTo>
                  <a:lnTo>
                    <a:pt x="10967" y="9461"/>
                  </a:lnTo>
                  <a:lnTo>
                    <a:pt x="11005" y="9345"/>
                  </a:lnTo>
                  <a:lnTo>
                    <a:pt x="11121" y="9152"/>
                  </a:lnTo>
                  <a:lnTo>
                    <a:pt x="11276" y="9075"/>
                  </a:lnTo>
                  <a:lnTo>
                    <a:pt x="11469" y="8998"/>
                  </a:lnTo>
                  <a:close/>
                  <a:moveTo>
                    <a:pt x="3784" y="9770"/>
                  </a:moveTo>
                  <a:lnTo>
                    <a:pt x="3900" y="9809"/>
                  </a:lnTo>
                  <a:lnTo>
                    <a:pt x="4016" y="9886"/>
                  </a:lnTo>
                  <a:lnTo>
                    <a:pt x="4093" y="10002"/>
                  </a:lnTo>
                  <a:lnTo>
                    <a:pt x="4132" y="10118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3" y="10542"/>
                  </a:lnTo>
                  <a:lnTo>
                    <a:pt x="4016" y="10658"/>
                  </a:lnTo>
                  <a:lnTo>
                    <a:pt x="3862" y="10542"/>
                  </a:lnTo>
                  <a:lnTo>
                    <a:pt x="3514" y="10349"/>
                  </a:lnTo>
                  <a:lnTo>
                    <a:pt x="3089" y="10156"/>
                  </a:lnTo>
                  <a:lnTo>
                    <a:pt x="3128" y="10040"/>
                  </a:lnTo>
                  <a:lnTo>
                    <a:pt x="3244" y="9925"/>
                  </a:lnTo>
                  <a:lnTo>
                    <a:pt x="3360" y="9847"/>
                  </a:lnTo>
                  <a:lnTo>
                    <a:pt x="3514" y="9770"/>
                  </a:lnTo>
                  <a:close/>
                  <a:moveTo>
                    <a:pt x="4943" y="10658"/>
                  </a:moveTo>
                  <a:lnTo>
                    <a:pt x="5020" y="10736"/>
                  </a:lnTo>
                  <a:lnTo>
                    <a:pt x="5097" y="10774"/>
                  </a:lnTo>
                  <a:lnTo>
                    <a:pt x="5136" y="10890"/>
                  </a:lnTo>
                  <a:lnTo>
                    <a:pt x="5175" y="11044"/>
                  </a:lnTo>
                  <a:lnTo>
                    <a:pt x="5136" y="11238"/>
                  </a:lnTo>
                  <a:lnTo>
                    <a:pt x="5097" y="11431"/>
                  </a:lnTo>
                  <a:lnTo>
                    <a:pt x="4402" y="10929"/>
                  </a:lnTo>
                  <a:lnTo>
                    <a:pt x="4441" y="10813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20"/>
                  </a:moveTo>
                  <a:lnTo>
                    <a:pt x="10967" y="11199"/>
                  </a:lnTo>
                  <a:lnTo>
                    <a:pt x="10735" y="11740"/>
                  </a:lnTo>
                  <a:lnTo>
                    <a:pt x="10658" y="11701"/>
                  </a:lnTo>
                  <a:lnTo>
                    <a:pt x="10503" y="11546"/>
                  </a:lnTo>
                  <a:lnTo>
                    <a:pt x="10426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3"/>
                  </a:lnTo>
                  <a:lnTo>
                    <a:pt x="10735" y="10697"/>
                  </a:lnTo>
                  <a:lnTo>
                    <a:pt x="10928" y="10620"/>
                  </a:lnTo>
                  <a:close/>
                  <a:moveTo>
                    <a:pt x="5986" y="11469"/>
                  </a:moveTo>
                  <a:lnTo>
                    <a:pt x="6063" y="11508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3" y="11778"/>
                  </a:lnTo>
                  <a:lnTo>
                    <a:pt x="6372" y="12010"/>
                  </a:lnTo>
                  <a:lnTo>
                    <a:pt x="6410" y="12242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1"/>
                  </a:lnTo>
                  <a:lnTo>
                    <a:pt x="5445" y="11624"/>
                  </a:lnTo>
                  <a:lnTo>
                    <a:pt x="5561" y="11546"/>
                  </a:lnTo>
                  <a:lnTo>
                    <a:pt x="5638" y="11508"/>
                  </a:lnTo>
                  <a:lnTo>
                    <a:pt x="5754" y="11469"/>
                  </a:lnTo>
                  <a:close/>
                  <a:moveTo>
                    <a:pt x="10542" y="12048"/>
                  </a:moveTo>
                  <a:lnTo>
                    <a:pt x="10388" y="12319"/>
                  </a:lnTo>
                  <a:lnTo>
                    <a:pt x="10195" y="12550"/>
                  </a:lnTo>
                  <a:lnTo>
                    <a:pt x="10001" y="12744"/>
                  </a:lnTo>
                  <a:lnTo>
                    <a:pt x="9770" y="12937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8" y="12242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76" y="12512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1"/>
                  </a:lnTo>
                  <a:lnTo>
                    <a:pt x="7878" y="13014"/>
                  </a:lnTo>
                  <a:lnTo>
                    <a:pt x="7878" y="13207"/>
                  </a:lnTo>
                  <a:lnTo>
                    <a:pt x="7839" y="13207"/>
                  </a:lnTo>
                  <a:lnTo>
                    <a:pt x="7337" y="13014"/>
                  </a:lnTo>
                  <a:lnTo>
                    <a:pt x="6835" y="12744"/>
                  </a:lnTo>
                  <a:lnTo>
                    <a:pt x="6990" y="12628"/>
                  </a:lnTo>
                  <a:lnTo>
                    <a:pt x="7183" y="12550"/>
                  </a:lnTo>
                  <a:lnTo>
                    <a:pt x="7376" y="12512"/>
                  </a:lnTo>
                  <a:close/>
                  <a:moveTo>
                    <a:pt x="8843" y="12628"/>
                  </a:moveTo>
                  <a:lnTo>
                    <a:pt x="8959" y="12666"/>
                  </a:lnTo>
                  <a:lnTo>
                    <a:pt x="9113" y="12782"/>
                  </a:lnTo>
                  <a:lnTo>
                    <a:pt x="9191" y="12937"/>
                  </a:lnTo>
                  <a:lnTo>
                    <a:pt x="9229" y="13130"/>
                  </a:lnTo>
                  <a:lnTo>
                    <a:pt x="9268" y="13207"/>
                  </a:lnTo>
                  <a:lnTo>
                    <a:pt x="9036" y="13284"/>
                  </a:lnTo>
                  <a:lnTo>
                    <a:pt x="8804" y="13323"/>
                  </a:lnTo>
                  <a:lnTo>
                    <a:pt x="8573" y="13323"/>
                  </a:lnTo>
                  <a:lnTo>
                    <a:pt x="8302" y="13284"/>
                  </a:lnTo>
                  <a:lnTo>
                    <a:pt x="8302" y="13207"/>
                  </a:lnTo>
                  <a:lnTo>
                    <a:pt x="8341" y="13014"/>
                  </a:lnTo>
                  <a:lnTo>
                    <a:pt x="8418" y="12821"/>
                  </a:lnTo>
                  <a:lnTo>
                    <a:pt x="8573" y="12705"/>
                  </a:lnTo>
                  <a:lnTo>
                    <a:pt x="8650" y="12666"/>
                  </a:lnTo>
                  <a:lnTo>
                    <a:pt x="8766" y="12628"/>
                  </a:lnTo>
                  <a:close/>
                  <a:moveTo>
                    <a:pt x="22976" y="1"/>
                  </a:moveTo>
                  <a:lnTo>
                    <a:pt x="22899" y="39"/>
                  </a:lnTo>
                  <a:lnTo>
                    <a:pt x="22822" y="78"/>
                  </a:lnTo>
                  <a:lnTo>
                    <a:pt x="22783" y="155"/>
                  </a:lnTo>
                  <a:lnTo>
                    <a:pt x="22744" y="232"/>
                  </a:lnTo>
                  <a:lnTo>
                    <a:pt x="22744" y="310"/>
                  </a:lnTo>
                  <a:lnTo>
                    <a:pt x="22822" y="425"/>
                  </a:lnTo>
                  <a:lnTo>
                    <a:pt x="22860" y="464"/>
                  </a:lnTo>
                  <a:lnTo>
                    <a:pt x="23015" y="657"/>
                  </a:lnTo>
                  <a:lnTo>
                    <a:pt x="22899" y="773"/>
                  </a:lnTo>
                  <a:lnTo>
                    <a:pt x="22783" y="966"/>
                  </a:lnTo>
                  <a:lnTo>
                    <a:pt x="22706" y="1120"/>
                  </a:lnTo>
                  <a:lnTo>
                    <a:pt x="22629" y="1314"/>
                  </a:lnTo>
                  <a:lnTo>
                    <a:pt x="22590" y="1507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60" y="2279"/>
                  </a:lnTo>
                  <a:lnTo>
                    <a:pt x="23053" y="2395"/>
                  </a:lnTo>
                  <a:lnTo>
                    <a:pt x="23246" y="2511"/>
                  </a:lnTo>
                  <a:lnTo>
                    <a:pt x="23478" y="2511"/>
                  </a:lnTo>
                  <a:lnTo>
                    <a:pt x="23401" y="2704"/>
                  </a:lnTo>
                  <a:lnTo>
                    <a:pt x="23362" y="2897"/>
                  </a:lnTo>
                  <a:lnTo>
                    <a:pt x="23324" y="3090"/>
                  </a:lnTo>
                  <a:lnTo>
                    <a:pt x="23362" y="3283"/>
                  </a:lnTo>
                  <a:lnTo>
                    <a:pt x="23439" y="3515"/>
                  </a:lnTo>
                  <a:lnTo>
                    <a:pt x="23555" y="3708"/>
                  </a:lnTo>
                  <a:lnTo>
                    <a:pt x="23748" y="3901"/>
                  </a:lnTo>
                  <a:lnTo>
                    <a:pt x="23980" y="4017"/>
                  </a:lnTo>
                  <a:lnTo>
                    <a:pt x="23748" y="4210"/>
                  </a:lnTo>
                  <a:lnTo>
                    <a:pt x="23555" y="4480"/>
                  </a:lnTo>
                  <a:lnTo>
                    <a:pt x="23478" y="4750"/>
                  </a:lnTo>
                  <a:lnTo>
                    <a:pt x="23439" y="4905"/>
                  </a:lnTo>
                  <a:lnTo>
                    <a:pt x="23439" y="5021"/>
                  </a:lnTo>
                  <a:lnTo>
                    <a:pt x="23517" y="5291"/>
                  </a:lnTo>
                  <a:lnTo>
                    <a:pt x="23633" y="5484"/>
                  </a:lnTo>
                  <a:lnTo>
                    <a:pt x="23401" y="5523"/>
                  </a:lnTo>
                  <a:lnTo>
                    <a:pt x="23169" y="5561"/>
                  </a:lnTo>
                  <a:lnTo>
                    <a:pt x="22976" y="5716"/>
                  </a:lnTo>
                  <a:lnTo>
                    <a:pt x="22783" y="5870"/>
                  </a:lnTo>
                  <a:lnTo>
                    <a:pt x="22706" y="6102"/>
                  </a:lnTo>
                  <a:lnTo>
                    <a:pt x="22629" y="6372"/>
                  </a:lnTo>
                  <a:lnTo>
                    <a:pt x="22474" y="6295"/>
                  </a:lnTo>
                  <a:lnTo>
                    <a:pt x="22320" y="6256"/>
                  </a:lnTo>
                  <a:lnTo>
                    <a:pt x="22165" y="6218"/>
                  </a:lnTo>
                  <a:lnTo>
                    <a:pt x="21972" y="6218"/>
                  </a:lnTo>
                  <a:lnTo>
                    <a:pt x="21740" y="6295"/>
                  </a:lnTo>
                  <a:lnTo>
                    <a:pt x="21509" y="6411"/>
                  </a:lnTo>
                  <a:lnTo>
                    <a:pt x="21354" y="6565"/>
                  </a:lnTo>
                  <a:lnTo>
                    <a:pt x="21200" y="6797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6025"/>
                  </a:lnTo>
                  <a:lnTo>
                    <a:pt x="20736" y="5909"/>
                  </a:lnTo>
                  <a:lnTo>
                    <a:pt x="20582" y="5831"/>
                  </a:lnTo>
                  <a:lnTo>
                    <a:pt x="20427" y="5754"/>
                  </a:lnTo>
                  <a:lnTo>
                    <a:pt x="20234" y="5754"/>
                  </a:lnTo>
                  <a:lnTo>
                    <a:pt x="20080" y="5793"/>
                  </a:lnTo>
                  <a:lnTo>
                    <a:pt x="19887" y="5870"/>
                  </a:lnTo>
                  <a:lnTo>
                    <a:pt x="19771" y="5947"/>
                  </a:lnTo>
                  <a:lnTo>
                    <a:pt x="19732" y="5716"/>
                  </a:lnTo>
                  <a:lnTo>
                    <a:pt x="19617" y="5484"/>
                  </a:lnTo>
                  <a:lnTo>
                    <a:pt x="19462" y="5329"/>
                  </a:lnTo>
                  <a:lnTo>
                    <a:pt x="19385" y="5252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91"/>
                  </a:lnTo>
                  <a:lnTo>
                    <a:pt x="18497" y="5407"/>
                  </a:lnTo>
                  <a:lnTo>
                    <a:pt x="18458" y="5252"/>
                  </a:lnTo>
                  <a:lnTo>
                    <a:pt x="18420" y="5136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73"/>
                  </a:lnTo>
                  <a:lnTo>
                    <a:pt x="17956" y="4596"/>
                  </a:lnTo>
                  <a:lnTo>
                    <a:pt x="17802" y="4557"/>
                  </a:lnTo>
                  <a:lnTo>
                    <a:pt x="17647" y="4519"/>
                  </a:lnTo>
                  <a:lnTo>
                    <a:pt x="17493" y="4557"/>
                  </a:lnTo>
                  <a:lnTo>
                    <a:pt x="17377" y="4596"/>
                  </a:lnTo>
                  <a:lnTo>
                    <a:pt x="17261" y="4634"/>
                  </a:lnTo>
                  <a:lnTo>
                    <a:pt x="17145" y="4750"/>
                  </a:lnTo>
                  <a:lnTo>
                    <a:pt x="17029" y="4827"/>
                  </a:lnTo>
                  <a:lnTo>
                    <a:pt x="16875" y="5098"/>
                  </a:lnTo>
                  <a:lnTo>
                    <a:pt x="16759" y="4943"/>
                  </a:lnTo>
                  <a:lnTo>
                    <a:pt x="16605" y="4789"/>
                  </a:lnTo>
                  <a:lnTo>
                    <a:pt x="16450" y="4712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66"/>
                  </a:lnTo>
                  <a:lnTo>
                    <a:pt x="15523" y="4982"/>
                  </a:lnTo>
                  <a:lnTo>
                    <a:pt x="15446" y="5136"/>
                  </a:lnTo>
                  <a:lnTo>
                    <a:pt x="15408" y="5329"/>
                  </a:lnTo>
                  <a:lnTo>
                    <a:pt x="15408" y="5484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68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2"/>
                  </a:lnTo>
                  <a:lnTo>
                    <a:pt x="14635" y="4943"/>
                  </a:lnTo>
                  <a:lnTo>
                    <a:pt x="14442" y="4982"/>
                  </a:lnTo>
                  <a:lnTo>
                    <a:pt x="14288" y="5021"/>
                  </a:lnTo>
                  <a:lnTo>
                    <a:pt x="14133" y="5098"/>
                  </a:lnTo>
                  <a:lnTo>
                    <a:pt x="14056" y="5175"/>
                  </a:lnTo>
                  <a:lnTo>
                    <a:pt x="13940" y="5291"/>
                  </a:lnTo>
                  <a:lnTo>
                    <a:pt x="13824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6"/>
                  </a:lnTo>
                  <a:lnTo>
                    <a:pt x="13168" y="5716"/>
                  </a:lnTo>
                  <a:lnTo>
                    <a:pt x="12936" y="5754"/>
                  </a:lnTo>
                  <a:lnTo>
                    <a:pt x="12743" y="5831"/>
                  </a:lnTo>
                  <a:lnTo>
                    <a:pt x="12589" y="5947"/>
                  </a:lnTo>
                  <a:lnTo>
                    <a:pt x="12511" y="6063"/>
                  </a:lnTo>
                  <a:lnTo>
                    <a:pt x="12434" y="6218"/>
                  </a:lnTo>
                  <a:lnTo>
                    <a:pt x="12357" y="6372"/>
                  </a:lnTo>
                  <a:lnTo>
                    <a:pt x="12357" y="6527"/>
                  </a:lnTo>
                  <a:lnTo>
                    <a:pt x="12357" y="6681"/>
                  </a:lnTo>
                  <a:lnTo>
                    <a:pt x="12357" y="6835"/>
                  </a:lnTo>
                  <a:lnTo>
                    <a:pt x="12434" y="6990"/>
                  </a:lnTo>
                  <a:lnTo>
                    <a:pt x="12164" y="7029"/>
                  </a:lnTo>
                  <a:lnTo>
                    <a:pt x="11894" y="7106"/>
                  </a:lnTo>
                  <a:lnTo>
                    <a:pt x="11662" y="7222"/>
                  </a:lnTo>
                  <a:lnTo>
                    <a:pt x="11507" y="7415"/>
                  </a:lnTo>
                  <a:lnTo>
                    <a:pt x="11392" y="7531"/>
                  </a:lnTo>
                  <a:lnTo>
                    <a:pt x="11353" y="7685"/>
                  </a:lnTo>
                  <a:lnTo>
                    <a:pt x="11314" y="7839"/>
                  </a:lnTo>
                  <a:lnTo>
                    <a:pt x="11276" y="7994"/>
                  </a:lnTo>
                  <a:lnTo>
                    <a:pt x="11314" y="8148"/>
                  </a:lnTo>
                  <a:lnTo>
                    <a:pt x="11353" y="8303"/>
                  </a:lnTo>
                  <a:lnTo>
                    <a:pt x="11392" y="8457"/>
                  </a:lnTo>
                  <a:lnTo>
                    <a:pt x="11469" y="8612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58" y="9230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1" y="10234"/>
                  </a:lnTo>
                  <a:lnTo>
                    <a:pt x="10619" y="10311"/>
                  </a:lnTo>
                  <a:lnTo>
                    <a:pt x="10426" y="10427"/>
                  </a:lnTo>
                  <a:lnTo>
                    <a:pt x="10233" y="10581"/>
                  </a:lnTo>
                  <a:lnTo>
                    <a:pt x="10117" y="10774"/>
                  </a:lnTo>
                  <a:lnTo>
                    <a:pt x="10079" y="11006"/>
                  </a:lnTo>
                  <a:lnTo>
                    <a:pt x="10040" y="11238"/>
                  </a:lnTo>
                  <a:lnTo>
                    <a:pt x="10079" y="11469"/>
                  </a:lnTo>
                  <a:lnTo>
                    <a:pt x="10195" y="11701"/>
                  </a:lnTo>
                  <a:lnTo>
                    <a:pt x="9924" y="11740"/>
                  </a:lnTo>
                  <a:lnTo>
                    <a:pt x="9693" y="11855"/>
                  </a:lnTo>
                  <a:lnTo>
                    <a:pt x="9499" y="12010"/>
                  </a:lnTo>
                  <a:lnTo>
                    <a:pt x="9422" y="12087"/>
                  </a:lnTo>
                  <a:lnTo>
                    <a:pt x="9384" y="12203"/>
                  </a:lnTo>
                  <a:lnTo>
                    <a:pt x="9345" y="12319"/>
                  </a:lnTo>
                  <a:lnTo>
                    <a:pt x="9306" y="12473"/>
                  </a:lnTo>
                  <a:lnTo>
                    <a:pt x="9191" y="12396"/>
                  </a:lnTo>
                  <a:lnTo>
                    <a:pt x="9036" y="12319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57"/>
                  </a:lnTo>
                  <a:lnTo>
                    <a:pt x="8380" y="12435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09" y="12550"/>
                  </a:lnTo>
                  <a:lnTo>
                    <a:pt x="7993" y="12435"/>
                  </a:lnTo>
                  <a:lnTo>
                    <a:pt x="7878" y="12319"/>
                  </a:lnTo>
                  <a:lnTo>
                    <a:pt x="7723" y="12242"/>
                  </a:lnTo>
                  <a:lnTo>
                    <a:pt x="7492" y="12164"/>
                  </a:lnTo>
                  <a:lnTo>
                    <a:pt x="7221" y="12203"/>
                  </a:lnTo>
                  <a:lnTo>
                    <a:pt x="6990" y="12280"/>
                  </a:lnTo>
                  <a:lnTo>
                    <a:pt x="6796" y="12435"/>
                  </a:lnTo>
                  <a:lnTo>
                    <a:pt x="6796" y="12048"/>
                  </a:lnTo>
                  <a:lnTo>
                    <a:pt x="6758" y="11894"/>
                  </a:lnTo>
                  <a:lnTo>
                    <a:pt x="6681" y="11701"/>
                  </a:lnTo>
                  <a:lnTo>
                    <a:pt x="6603" y="11546"/>
                  </a:lnTo>
                  <a:lnTo>
                    <a:pt x="6526" y="11431"/>
                  </a:lnTo>
                  <a:lnTo>
                    <a:pt x="6372" y="11315"/>
                  </a:lnTo>
                  <a:lnTo>
                    <a:pt x="6217" y="11199"/>
                  </a:lnTo>
                  <a:lnTo>
                    <a:pt x="6063" y="11160"/>
                  </a:lnTo>
                  <a:lnTo>
                    <a:pt x="5715" y="11160"/>
                  </a:lnTo>
                  <a:lnTo>
                    <a:pt x="5522" y="11238"/>
                  </a:lnTo>
                  <a:lnTo>
                    <a:pt x="5522" y="10967"/>
                  </a:lnTo>
                  <a:lnTo>
                    <a:pt x="5445" y="10736"/>
                  </a:lnTo>
                  <a:lnTo>
                    <a:pt x="5329" y="10504"/>
                  </a:lnTo>
                  <a:lnTo>
                    <a:pt x="5213" y="10427"/>
                  </a:lnTo>
                  <a:lnTo>
                    <a:pt x="5097" y="10388"/>
                  </a:lnTo>
                  <a:lnTo>
                    <a:pt x="4943" y="10311"/>
                  </a:lnTo>
                  <a:lnTo>
                    <a:pt x="4827" y="10311"/>
                  </a:lnTo>
                  <a:lnTo>
                    <a:pt x="4673" y="10349"/>
                  </a:lnTo>
                  <a:lnTo>
                    <a:pt x="4518" y="10388"/>
                  </a:lnTo>
                  <a:lnTo>
                    <a:pt x="4518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09" y="9577"/>
                  </a:lnTo>
                  <a:lnTo>
                    <a:pt x="4055" y="9500"/>
                  </a:lnTo>
                  <a:lnTo>
                    <a:pt x="3900" y="9461"/>
                  </a:lnTo>
                  <a:lnTo>
                    <a:pt x="3746" y="9423"/>
                  </a:lnTo>
                  <a:lnTo>
                    <a:pt x="3591" y="9423"/>
                  </a:lnTo>
                  <a:lnTo>
                    <a:pt x="3398" y="9461"/>
                  </a:lnTo>
                  <a:lnTo>
                    <a:pt x="3282" y="9538"/>
                  </a:lnTo>
                  <a:lnTo>
                    <a:pt x="3128" y="9616"/>
                  </a:lnTo>
                  <a:lnTo>
                    <a:pt x="3012" y="9770"/>
                  </a:lnTo>
                  <a:lnTo>
                    <a:pt x="2974" y="9616"/>
                  </a:lnTo>
                  <a:lnTo>
                    <a:pt x="2896" y="9461"/>
                  </a:lnTo>
                  <a:lnTo>
                    <a:pt x="2780" y="9268"/>
                  </a:lnTo>
                  <a:lnTo>
                    <a:pt x="2626" y="9152"/>
                  </a:lnTo>
                  <a:lnTo>
                    <a:pt x="2433" y="9036"/>
                  </a:lnTo>
                  <a:lnTo>
                    <a:pt x="2240" y="8998"/>
                  </a:lnTo>
                  <a:lnTo>
                    <a:pt x="2047" y="9036"/>
                  </a:lnTo>
                  <a:lnTo>
                    <a:pt x="1854" y="9114"/>
                  </a:lnTo>
                  <a:lnTo>
                    <a:pt x="1699" y="9191"/>
                  </a:lnTo>
                  <a:lnTo>
                    <a:pt x="1545" y="9345"/>
                  </a:lnTo>
                  <a:lnTo>
                    <a:pt x="1429" y="9538"/>
                  </a:lnTo>
                  <a:lnTo>
                    <a:pt x="1390" y="9732"/>
                  </a:lnTo>
                  <a:lnTo>
                    <a:pt x="1352" y="9925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311"/>
                  </a:lnTo>
                  <a:lnTo>
                    <a:pt x="386" y="10427"/>
                  </a:lnTo>
                  <a:lnTo>
                    <a:pt x="271" y="10581"/>
                  </a:lnTo>
                  <a:lnTo>
                    <a:pt x="116" y="10890"/>
                  </a:lnTo>
                  <a:lnTo>
                    <a:pt x="0" y="11238"/>
                  </a:lnTo>
                  <a:lnTo>
                    <a:pt x="0" y="11585"/>
                  </a:lnTo>
                  <a:lnTo>
                    <a:pt x="77" y="11933"/>
                  </a:lnTo>
                  <a:lnTo>
                    <a:pt x="193" y="12242"/>
                  </a:lnTo>
                  <a:lnTo>
                    <a:pt x="386" y="12550"/>
                  </a:lnTo>
                  <a:lnTo>
                    <a:pt x="618" y="12821"/>
                  </a:lnTo>
                  <a:lnTo>
                    <a:pt x="811" y="12937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52" y="13130"/>
                  </a:lnTo>
                  <a:lnTo>
                    <a:pt x="1738" y="13168"/>
                  </a:lnTo>
                  <a:lnTo>
                    <a:pt x="2085" y="13130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50"/>
                  </a:lnTo>
                  <a:lnTo>
                    <a:pt x="3360" y="12242"/>
                  </a:lnTo>
                  <a:lnTo>
                    <a:pt x="3591" y="12010"/>
                  </a:lnTo>
                  <a:lnTo>
                    <a:pt x="3553" y="11933"/>
                  </a:lnTo>
                  <a:lnTo>
                    <a:pt x="3514" y="11817"/>
                  </a:lnTo>
                  <a:lnTo>
                    <a:pt x="3437" y="11778"/>
                  </a:lnTo>
                  <a:lnTo>
                    <a:pt x="3321" y="11740"/>
                  </a:lnTo>
                  <a:lnTo>
                    <a:pt x="3282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19" y="12242"/>
                  </a:lnTo>
                  <a:lnTo>
                    <a:pt x="2587" y="12435"/>
                  </a:lnTo>
                  <a:lnTo>
                    <a:pt x="2317" y="12589"/>
                  </a:lnTo>
                  <a:lnTo>
                    <a:pt x="2047" y="12666"/>
                  </a:lnTo>
                  <a:lnTo>
                    <a:pt x="1738" y="12705"/>
                  </a:lnTo>
                  <a:lnTo>
                    <a:pt x="1429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1" y="12357"/>
                  </a:lnTo>
                  <a:lnTo>
                    <a:pt x="695" y="12203"/>
                  </a:lnTo>
                  <a:lnTo>
                    <a:pt x="618" y="12048"/>
                  </a:lnTo>
                  <a:lnTo>
                    <a:pt x="541" y="11894"/>
                  </a:lnTo>
                  <a:lnTo>
                    <a:pt x="502" y="11740"/>
                  </a:lnTo>
                  <a:lnTo>
                    <a:pt x="502" y="11546"/>
                  </a:lnTo>
                  <a:lnTo>
                    <a:pt x="502" y="11392"/>
                  </a:lnTo>
                  <a:lnTo>
                    <a:pt x="541" y="11199"/>
                  </a:lnTo>
                  <a:lnTo>
                    <a:pt x="579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8" y="10620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008" y="10349"/>
                  </a:lnTo>
                  <a:lnTo>
                    <a:pt x="2317" y="10388"/>
                  </a:lnTo>
                  <a:lnTo>
                    <a:pt x="2587" y="10427"/>
                  </a:lnTo>
                  <a:lnTo>
                    <a:pt x="2858" y="10542"/>
                  </a:lnTo>
                  <a:lnTo>
                    <a:pt x="3128" y="10658"/>
                  </a:lnTo>
                  <a:lnTo>
                    <a:pt x="3669" y="10929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6"/>
                  </a:lnTo>
                  <a:lnTo>
                    <a:pt x="5870" y="12705"/>
                  </a:lnTo>
                  <a:lnTo>
                    <a:pt x="6256" y="12975"/>
                  </a:lnTo>
                  <a:lnTo>
                    <a:pt x="6681" y="13207"/>
                  </a:lnTo>
                  <a:lnTo>
                    <a:pt x="7105" y="13439"/>
                  </a:lnTo>
                  <a:lnTo>
                    <a:pt x="7530" y="13593"/>
                  </a:lnTo>
                  <a:lnTo>
                    <a:pt x="7993" y="13747"/>
                  </a:lnTo>
                  <a:lnTo>
                    <a:pt x="8457" y="13786"/>
                  </a:lnTo>
                  <a:lnTo>
                    <a:pt x="8920" y="13786"/>
                  </a:lnTo>
                  <a:lnTo>
                    <a:pt x="9345" y="13709"/>
                  </a:lnTo>
                  <a:lnTo>
                    <a:pt x="9731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73"/>
                  </a:lnTo>
                  <a:lnTo>
                    <a:pt x="11121" y="12126"/>
                  </a:lnTo>
                  <a:lnTo>
                    <a:pt x="11314" y="11740"/>
                  </a:lnTo>
                  <a:lnTo>
                    <a:pt x="11507" y="11238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5" y="9114"/>
                  </a:lnTo>
                  <a:lnTo>
                    <a:pt x="12357" y="8612"/>
                  </a:lnTo>
                  <a:lnTo>
                    <a:pt x="12589" y="8110"/>
                  </a:lnTo>
                  <a:lnTo>
                    <a:pt x="12936" y="7646"/>
                  </a:lnTo>
                  <a:lnTo>
                    <a:pt x="13284" y="7299"/>
                  </a:lnTo>
                  <a:lnTo>
                    <a:pt x="13631" y="6990"/>
                  </a:lnTo>
                  <a:lnTo>
                    <a:pt x="14017" y="6720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2"/>
                  </a:lnTo>
                  <a:lnTo>
                    <a:pt x="15832" y="5986"/>
                  </a:lnTo>
                  <a:lnTo>
                    <a:pt x="16296" y="5947"/>
                  </a:lnTo>
                  <a:lnTo>
                    <a:pt x="16605" y="5909"/>
                  </a:lnTo>
                  <a:lnTo>
                    <a:pt x="16914" y="5909"/>
                  </a:lnTo>
                  <a:lnTo>
                    <a:pt x="17454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4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29" y="7492"/>
                  </a:lnTo>
                  <a:lnTo>
                    <a:pt x="21316" y="7646"/>
                  </a:lnTo>
                  <a:lnTo>
                    <a:pt x="21740" y="7724"/>
                  </a:lnTo>
                  <a:lnTo>
                    <a:pt x="22165" y="7762"/>
                  </a:lnTo>
                  <a:lnTo>
                    <a:pt x="22590" y="7724"/>
                  </a:lnTo>
                  <a:lnTo>
                    <a:pt x="22976" y="7646"/>
                  </a:lnTo>
                  <a:lnTo>
                    <a:pt x="23362" y="7531"/>
                  </a:lnTo>
                  <a:lnTo>
                    <a:pt x="23710" y="7299"/>
                  </a:lnTo>
                  <a:lnTo>
                    <a:pt x="24057" y="6990"/>
                  </a:lnTo>
                  <a:lnTo>
                    <a:pt x="24366" y="6642"/>
                  </a:lnTo>
                  <a:lnTo>
                    <a:pt x="24598" y="6295"/>
                  </a:lnTo>
                  <a:lnTo>
                    <a:pt x="24752" y="5909"/>
                  </a:lnTo>
                  <a:lnTo>
                    <a:pt x="24868" y="5484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210"/>
                  </a:lnTo>
                  <a:lnTo>
                    <a:pt x="24945" y="3746"/>
                  </a:lnTo>
                  <a:lnTo>
                    <a:pt x="24868" y="3283"/>
                  </a:lnTo>
                  <a:lnTo>
                    <a:pt x="24791" y="2858"/>
                  </a:lnTo>
                  <a:lnTo>
                    <a:pt x="24637" y="2395"/>
                  </a:lnTo>
                  <a:lnTo>
                    <a:pt x="24443" y="1970"/>
                  </a:lnTo>
                  <a:lnTo>
                    <a:pt x="24250" y="1584"/>
                  </a:lnTo>
                  <a:lnTo>
                    <a:pt x="24057" y="1198"/>
                  </a:lnTo>
                  <a:lnTo>
                    <a:pt x="23787" y="812"/>
                  </a:lnTo>
                  <a:lnTo>
                    <a:pt x="23941" y="387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69" y="78"/>
                  </a:lnTo>
                  <a:lnTo>
                    <a:pt x="230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"/>
            <p:cNvSpPr/>
            <p:nvPr/>
          </p:nvSpPr>
          <p:spPr>
            <a:xfrm>
              <a:off x="1648525" y="2901400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8" y="0"/>
                  </a:moveTo>
                  <a:lnTo>
                    <a:pt x="0" y="580"/>
                  </a:lnTo>
                  <a:lnTo>
                    <a:pt x="0" y="1198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9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70" y="5947"/>
                  </a:lnTo>
                  <a:lnTo>
                    <a:pt x="2433" y="6411"/>
                  </a:lnTo>
                  <a:lnTo>
                    <a:pt x="2974" y="6874"/>
                  </a:lnTo>
                  <a:lnTo>
                    <a:pt x="3514" y="7260"/>
                  </a:lnTo>
                  <a:lnTo>
                    <a:pt x="4093" y="7646"/>
                  </a:lnTo>
                  <a:lnTo>
                    <a:pt x="4711" y="7955"/>
                  </a:lnTo>
                  <a:lnTo>
                    <a:pt x="5329" y="8225"/>
                  </a:lnTo>
                  <a:lnTo>
                    <a:pt x="5986" y="8496"/>
                  </a:lnTo>
                  <a:lnTo>
                    <a:pt x="6642" y="8689"/>
                  </a:lnTo>
                  <a:lnTo>
                    <a:pt x="7299" y="8843"/>
                  </a:lnTo>
                  <a:lnTo>
                    <a:pt x="7994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4"/>
                  </a:lnTo>
                  <a:lnTo>
                    <a:pt x="10774" y="9075"/>
                  </a:lnTo>
                  <a:lnTo>
                    <a:pt x="11392" y="8998"/>
                  </a:lnTo>
                  <a:lnTo>
                    <a:pt x="12048" y="8920"/>
                  </a:lnTo>
                  <a:lnTo>
                    <a:pt x="12705" y="8766"/>
                  </a:lnTo>
                  <a:lnTo>
                    <a:pt x="13361" y="8612"/>
                  </a:lnTo>
                  <a:lnTo>
                    <a:pt x="14018" y="8380"/>
                  </a:lnTo>
                  <a:lnTo>
                    <a:pt x="14635" y="8148"/>
                  </a:lnTo>
                  <a:lnTo>
                    <a:pt x="15253" y="7878"/>
                  </a:lnTo>
                  <a:lnTo>
                    <a:pt x="15871" y="7569"/>
                  </a:lnTo>
                  <a:lnTo>
                    <a:pt x="16450" y="7221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5"/>
                  </a:lnTo>
                  <a:lnTo>
                    <a:pt x="19076" y="4287"/>
                  </a:lnTo>
                  <a:lnTo>
                    <a:pt x="19346" y="3669"/>
                  </a:lnTo>
                  <a:lnTo>
                    <a:pt x="19115" y="3630"/>
                  </a:lnTo>
                  <a:lnTo>
                    <a:pt x="18767" y="4171"/>
                  </a:lnTo>
                  <a:lnTo>
                    <a:pt x="18420" y="4634"/>
                  </a:lnTo>
                  <a:lnTo>
                    <a:pt x="18033" y="5098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1" y="6333"/>
                  </a:lnTo>
                  <a:lnTo>
                    <a:pt x="16257" y="6681"/>
                  </a:lnTo>
                  <a:lnTo>
                    <a:pt x="15755" y="7028"/>
                  </a:lnTo>
                  <a:lnTo>
                    <a:pt x="15215" y="7299"/>
                  </a:lnTo>
                  <a:lnTo>
                    <a:pt x="14713" y="7569"/>
                  </a:lnTo>
                  <a:lnTo>
                    <a:pt x="14133" y="7801"/>
                  </a:lnTo>
                  <a:lnTo>
                    <a:pt x="13593" y="8032"/>
                  </a:lnTo>
                  <a:lnTo>
                    <a:pt x="13014" y="8187"/>
                  </a:lnTo>
                  <a:lnTo>
                    <a:pt x="12434" y="8341"/>
                  </a:lnTo>
                  <a:lnTo>
                    <a:pt x="11816" y="8457"/>
                  </a:lnTo>
                  <a:lnTo>
                    <a:pt x="11199" y="8534"/>
                  </a:lnTo>
                  <a:lnTo>
                    <a:pt x="10504" y="8612"/>
                  </a:lnTo>
                  <a:lnTo>
                    <a:pt x="9113" y="8612"/>
                  </a:lnTo>
                  <a:lnTo>
                    <a:pt x="8380" y="8534"/>
                  </a:lnTo>
                  <a:lnTo>
                    <a:pt x="7685" y="8418"/>
                  </a:lnTo>
                  <a:lnTo>
                    <a:pt x="6990" y="8303"/>
                  </a:lnTo>
                  <a:lnTo>
                    <a:pt x="6333" y="8110"/>
                  </a:lnTo>
                  <a:lnTo>
                    <a:pt x="5638" y="7878"/>
                  </a:lnTo>
                  <a:lnTo>
                    <a:pt x="5020" y="7608"/>
                  </a:lnTo>
                  <a:lnTo>
                    <a:pt x="4364" y="7260"/>
                  </a:lnTo>
                  <a:lnTo>
                    <a:pt x="3785" y="6913"/>
                  </a:lnTo>
                  <a:lnTo>
                    <a:pt x="3205" y="6488"/>
                  </a:lnTo>
                  <a:lnTo>
                    <a:pt x="2703" y="6063"/>
                  </a:lnTo>
                  <a:lnTo>
                    <a:pt x="2201" y="5561"/>
                  </a:lnTo>
                  <a:lnTo>
                    <a:pt x="1777" y="4982"/>
                  </a:lnTo>
                  <a:lnTo>
                    <a:pt x="1390" y="4403"/>
                  </a:lnTo>
                  <a:lnTo>
                    <a:pt x="1120" y="3901"/>
                  </a:lnTo>
                  <a:lnTo>
                    <a:pt x="850" y="3360"/>
                  </a:lnTo>
                  <a:lnTo>
                    <a:pt x="695" y="2858"/>
                  </a:lnTo>
                  <a:lnTo>
                    <a:pt x="541" y="2279"/>
                  </a:lnTo>
                  <a:lnTo>
                    <a:pt x="425" y="1738"/>
                  </a:lnTo>
                  <a:lnTo>
                    <a:pt x="386" y="1159"/>
                  </a:lnTo>
                  <a:lnTo>
                    <a:pt x="386" y="618"/>
                  </a:lnTo>
                  <a:lnTo>
                    <a:pt x="425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"/>
            <p:cNvSpPr/>
            <p:nvPr/>
          </p:nvSpPr>
          <p:spPr>
            <a:xfrm>
              <a:off x="7229325" y="290815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1"/>
                  </a:moveTo>
                  <a:lnTo>
                    <a:pt x="3399" y="426"/>
                  </a:lnTo>
                  <a:lnTo>
                    <a:pt x="3785" y="619"/>
                  </a:lnTo>
                  <a:lnTo>
                    <a:pt x="4094" y="889"/>
                  </a:lnTo>
                  <a:lnTo>
                    <a:pt x="4364" y="1121"/>
                  </a:lnTo>
                  <a:lnTo>
                    <a:pt x="4635" y="1430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4" y="2434"/>
                  </a:lnTo>
                  <a:lnTo>
                    <a:pt x="5368" y="2820"/>
                  </a:lnTo>
                  <a:lnTo>
                    <a:pt x="5484" y="3206"/>
                  </a:lnTo>
                  <a:lnTo>
                    <a:pt x="5523" y="3592"/>
                  </a:lnTo>
                  <a:lnTo>
                    <a:pt x="5600" y="3978"/>
                  </a:lnTo>
                  <a:lnTo>
                    <a:pt x="5600" y="4403"/>
                  </a:lnTo>
                  <a:lnTo>
                    <a:pt x="5561" y="4789"/>
                  </a:lnTo>
                  <a:lnTo>
                    <a:pt x="5523" y="5214"/>
                  </a:lnTo>
                  <a:lnTo>
                    <a:pt x="5446" y="5600"/>
                  </a:lnTo>
                  <a:lnTo>
                    <a:pt x="5330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7"/>
                  </a:lnTo>
                  <a:lnTo>
                    <a:pt x="4210" y="8033"/>
                  </a:lnTo>
                  <a:lnTo>
                    <a:pt x="3940" y="8380"/>
                  </a:lnTo>
                  <a:lnTo>
                    <a:pt x="3631" y="8728"/>
                  </a:lnTo>
                  <a:lnTo>
                    <a:pt x="3283" y="9037"/>
                  </a:lnTo>
                  <a:lnTo>
                    <a:pt x="2936" y="9307"/>
                  </a:lnTo>
                  <a:lnTo>
                    <a:pt x="2549" y="9577"/>
                  </a:lnTo>
                  <a:lnTo>
                    <a:pt x="2163" y="9809"/>
                  </a:lnTo>
                  <a:lnTo>
                    <a:pt x="1739" y="10041"/>
                  </a:lnTo>
                  <a:lnTo>
                    <a:pt x="1314" y="10234"/>
                  </a:lnTo>
                  <a:lnTo>
                    <a:pt x="889" y="10388"/>
                  </a:lnTo>
                  <a:lnTo>
                    <a:pt x="464" y="10543"/>
                  </a:lnTo>
                  <a:lnTo>
                    <a:pt x="1" y="10658"/>
                  </a:lnTo>
                  <a:lnTo>
                    <a:pt x="78" y="11045"/>
                  </a:lnTo>
                  <a:lnTo>
                    <a:pt x="619" y="10967"/>
                  </a:lnTo>
                  <a:lnTo>
                    <a:pt x="1121" y="10813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5"/>
                  </a:lnTo>
                  <a:lnTo>
                    <a:pt x="3399" y="9616"/>
                  </a:lnTo>
                  <a:lnTo>
                    <a:pt x="3785" y="9268"/>
                  </a:lnTo>
                  <a:lnTo>
                    <a:pt x="4171" y="8921"/>
                  </a:lnTo>
                  <a:lnTo>
                    <a:pt x="4480" y="8535"/>
                  </a:lnTo>
                  <a:lnTo>
                    <a:pt x="4828" y="8110"/>
                  </a:lnTo>
                  <a:lnTo>
                    <a:pt x="5098" y="7685"/>
                  </a:lnTo>
                  <a:lnTo>
                    <a:pt x="5368" y="7222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55"/>
                  </a:lnTo>
                  <a:lnTo>
                    <a:pt x="6063" y="3631"/>
                  </a:lnTo>
                  <a:lnTo>
                    <a:pt x="5986" y="3244"/>
                  </a:lnTo>
                  <a:lnTo>
                    <a:pt x="5870" y="2820"/>
                  </a:lnTo>
                  <a:lnTo>
                    <a:pt x="5754" y="2434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7" y="1314"/>
                  </a:lnTo>
                  <a:lnTo>
                    <a:pt x="4905" y="1005"/>
                  </a:lnTo>
                  <a:lnTo>
                    <a:pt x="4596" y="696"/>
                  </a:lnTo>
                  <a:lnTo>
                    <a:pt x="4287" y="426"/>
                  </a:lnTo>
                  <a:lnTo>
                    <a:pt x="3940" y="194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"/>
            <p:cNvSpPr/>
            <p:nvPr/>
          </p:nvSpPr>
          <p:spPr>
            <a:xfrm>
              <a:off x="1734450" y="2911050"/>
              <a:ext cx="35725" cy="29000"/>
            </a:xfrm>
            <a:custGeom>
              <a:avLst/>
              <a:gdLst/>
              <a:ahLst/>
              <a:cxnLst/>
              <a:rect l="l" t="t" r="r" b="b"/>
              <a:pathLst>
                <a:path w="1429" h="1160" extrusionOk="0">
                  <a:moveTo>
                    <a:pt x="502" y="1"/>
                  </a:moveTo>
                  <a:lnTo>
                    <a:pt x="309" y="116"/>
                  </a:lnTo>
                  <a:lnTo>
                    <a:pt x="193" y="232"/>
                  </a:lnTo>
                  <a:lnTo>
                    <a:pt x="77" y="387"/>
                  </a:lnTo>
                  <a:lnTo>
                    <a:pt x="39" y="541"/>
                  </a:lnTo>
                  <a:lnTo>
                    <a:pt x="0" y="734"/>
                  </a:lnTo>
                  <a:lnTo>
                    <a:pt x="39" y="927"/>
                  </a:lnTo>
                  <a:lnTo>
                    <a:pt x="116" y="1082"/>
                  </a:lnTo>
                  <a:lnTo>
                    <a:pt x="193" y="1159"/>
                  </a:lnTo>
                  <a:lnTo>
                    <a:pt x="348" y="1159"/>
                  </a:lnTo>
                  <a:lnTo>
                    <a:pt x="425" y="1043"/>
                  </a:lnTo>
                  <a:lnTo>
                    <a:pt x="425" y="1005"/>
                  </a:lnTo>
                  <a:lnTo>
                    <a:pt x="386" y="927"/>
                  </a:lnTo>
                  <a:lnTo>
                    <a:pt x="386" y="850"/>
                  </a:lnTo>
                  <a:lnTo>
                    <a:pt x="348" y="773"/>
                  </a:lnTo>
                  <a:lnTo>
                    <a:pt x="425" y="580"/>
                  </a:lnTo>
                  <a:lnTo>
                    <a:pt x="541" y="425"/>
                  </a:lnTo>
                  <a:lnTo>
                    <a:pt x="618" y="387"/>
                  </a:lnTo>
                  <a:lnTo>
                    <a:pt x="772" y="387"/>
                  </a:lnTo>
                  <a:lnTo>
                    <a:pt x="850" y="425"/>
                  </a:lnTo>
                  <a:lnTo>
                    <a:pt x="965" y="580"/>
                  </a:lnTo>
                  <a:lnTo>
                    <a:pt x="1004" y="657"/>
                  </a:lnTo>
                  <a:lnTo>
                    <a:pt x="1004" y="734"/>
                  </a:lnTo>
                  <a:lnTo>
                    <a:pt x="965" y="927"/>
                  </a:lnTo>
                  <a:lnTo>
                    <a:pt x="965" y="1005"/>
                  </a:lnTo>
                  <a:lnTo>
                    <a:pt x="965" y="1082"/>
                  </a:lnTo>
                  <a:lnTo>
                    <a:pt x="1004" y="1120"/>
                  </a:lnTo>
                  <a:lnTo>
                    <a:pt x="1081" y="1159"/>
                  </a:lnTo>
                  <a:lnTo>
                    <a:pt x="1197" y="1159"/>
                  </a:lnTo>
                  <a:lnTo>
                    <a:pt x="1274" y="1120"/>
                  </a:lnTo>
                  <a:lnTo>
                    <a:pt x="1313" y="1082"/>
                  </a:lnTo>
                  <a:lnTo>
                    <a:pt x="1390" y="889"/>
                  </a:lnTo>
                  <a:lnTo>
                    <a:pt x="1429" y="734"/>
                  </a:lnTo>
                  <a:lnTo>
                    <a:pt x="1390" y="541"/>
                  </a:lnTo>
                  <a:lnTo>
                    <a:pt x="1313" y="348"/>
                  </a:lnTo>
                  <a:lnTo>
                    <a:pt x="1197" y="194"/>
                  </a:lnTo>
                  <a:lnTo>
                    <a:pt x="1043" y="78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"/>
            <p:cNvSpPr/>
            <p:nvPr/>
          </p:nvSpPr>
          <p:spPr>
            <a:xfrm>
              <a:off x="6320925" y="2913950"/>
              <a:ext cx="315700" cy="477875"/>
            </a:xfrm>
            <a:custGeom>
              <a:avLst/>
              <a:gdLst/>
              <a:ahLst/>
              <a:cxnLst/>
              <a:rect l="l" t="t" r="r" b="b"/>
              <a:pathLst>
                <a:path w="12628" h="19115" extrusionOk="0">
                  <a:moveTo>
                    <a:pt x="1004" y="618"/>
                  </a:moveTo>
                  <a:lnTo>
                    <a:pt x="1661" y="850"/>
                  </a:lnTo>
                  <a:lnTo>
                    <a:pt x="2317" y="1120"/>
                  </a:lnTo>
                  <a:lnTo>
                    <a:pt x="2742" y="1352"/>
                  </a:lnTo>
                  <a:lnTo>
                    <a:pt x="3167" y="1584"/>
                  </a:lnTo>
                  <a:lnTo>
                    <a:pt x="3321" y="1700"/>
                  </a:lnTo>
                  <a:lnTo>
                    <a:pt x="3476" y="1854"/>
                  </a:lnTo>
                  <a:lnTo>
                    <a:pt x="3669" y="2124"/>
                  </a:lnTo>
                  <a:lnTo>
                    <a:pt x="3862" y="2472"/>
                  </a:lnTo>
                  <a:lnTo>
                    <a:pt x="4016" y="2819"/>
                  </a:lnTo>
                  <a:lnTo>
                    <a:pt x="5677" y="6797"/>
                  </a:lnTo>
                  <a:lnTo>
                    <a:pt x="9075" y="15022"/>
                  </a:lnTo>
                  <a:lnTo>
                    <a:pt x="9152" y="15099"/>
                  </a:lnTo>
                  <a:lnTo>
                    <a:pt x="9191" y="15137"/>
                  </a:lnTo>
                  <a:lnTo>
                    <a:pt x="9345" y="15137"/>
                  </a:lnTo>
                  <a:lnTo>
                    <a:pt x="8920" y="15369"/>
                  </a:lnTo>
                  <a:lnTo>
                    <a:pt x="7955" y="13516"/>
                  </a:lnTo>
                  <a:lnTo>
                    <a:pt x="6990" y="11662"/>
                  </a:lnTo>
                  <a:lnTo>
                    <a:pt x="5020" y="7955"/>
                  </a:lnTo>
                  <a:lnTo>
                    <a:pt x="3012" y="4287"/>
                  </a:lnTo>
                  <a:lnTo>
                    <a:pt x="1004" y="618"/>
                  </a:lnTo>
                  <a:close/>
                  <a:moveTo>
                    <a:pt x="657" y="502"/>
                  </a:moveTo>
                  <a:lnTo>
                    <a:pt x="657" y="541"/>
                  </a:lnTo>
                  <a:lnTo>
                    <a:pt x="4673" y="8032"/>
                  </a:lnTo>
                  <a:lnTo>
                    <a:pt x="6719" y="11739"/>
                  </a:lnTo>
                  <a:lnTo>
                    <a:pt x="7762" y="13593"/>
                  </a:lnTo>
                  <a:lnTo>
                    <a:pt x="8804" y="15446"/>
                  </a:lnTo>
                  <a:lnTo>
                    <a:pt x="8650" y="15524"/>
                  </a:lnTo>
                  <a:lnTo>
                    <a:pt x="7414" y="13747"/>
                  </a:lnTo>
                  <a:lnTo>
                    <a:pt x="6179" y="12010"/>
                  </a:lnTo>
                  <a:lnTo>
                    <a:pt x="3591" y="8534"/>
                  </a:lnTo>
                  <a:lnTo>
                    <a:pt x="2317" y="6758"/>
                  </a:lnTo>
                  <a:lnTo>
                    <a:pt x="1004" y="4943"/>
                  </a:lnTo>
                  <a:lnTo>
                    <a:pt x="850" y="4711"/>
                  </a:lnTo>
                  <a:lnTo>
                    <a:pt x="734" y="4480"/>
                  </a:lnTo>
                  <a:lnTo>
                    <a:pt x="618" y="4209"/>
                  </a:lnTo>
                  <a:lnTo>
                    <a:pt x="541" y="3939"/>
                  </a:lnTo>
                  <a:lnTo>
                    <a:pt x="464" y="3399"/>
                  </a:lnTo>
                  <a:lnTo>
                    <a:pt x="425" y="2819"/>
                  </a:lnTo>
                  <a:lnTo>
                    <a:pt x="464" y="2240"/>
                  </a:lnTo>
                  <a:lnTo>
                    <a:pt x="502" y="1661"/>
                  </a:lnTo>
                  <a:lnTo>
                    <a:pt x="657" y="502"/>
                  </a:lnTo>
                  <a:close/>
                  <a:moveTo>
                    <a:pt x="11508" y="12280"/>
                  </a:moveTo>
                  <a:lnTo>
                    <a:pt x="11662" y="12357"/>
                  </a:lnTo>
                  <a:lnTo>
                    <a:pt x="11816" y="12434"/>
                  </a:lnTo>
                  <a:lnTo>
                    <a:pt x="12164" y="12859"/>
                  </a:lnTo>
                  <a:lnTo>
                    <a:pt x="12241" y="13052"/>
                  </a:lnTo>
                  <a:lnTo>
                    <a:pt x="12280" y="13245"/>
                  </a:lnTo>
                  <a:lnTo>
                    <a:pt x="12241" y="13438"/>
                  </a:lnTo>
                  <a:lnTo>
                    <a:pt x="12203" y="13631"/>
                  </a:lnTo>
                  <a:lnTo>
                    <a:pt x="12048" y="14018"/>
                  </a:lnTo>
                  <a:lnTo>
                    <a:pt x="11855" y="14365"/>
                  </a:lnTo>
                  <a:lnTo>
                    <a:pt x="11508" y="14790"/>
                  </a:lnTo>
                  <a:lnTo>
                    <a:pt x="11121" y="15176"/>
                  </a:lnTo>
                  <a:lnTo>
                    <a:pt x="10697" y="15524"/>
                  </a:lnTo>
                  <a:lnTo>
                    <a:pt x="10272" y="15871"/>
                  </a:lnTo>
                  <a:lnTo>
                    <a:pt x="10156" y="15871"/>
                  </a:lnTo>
                  <a:lnTo>
                    <a:pt x="10117" y="15987"/>
                  </a:lnTo>
                  <a:lnTo>
                    <a:pt x="9770" y="16180"/>
                  </a:lnTo>
                  <a:lnTo>
                    <a:pt x="9113" y="16605"/>
                  </a:lnTo>
                  <a:lnTo>
                    <a:pt x="8457" y="16952"/>
                  </a:lnTo>
                  <a:lnTo>
                    <a:pt x="7723" y="17261"/>
                  </a:lnTo>
                  <a:lnTo>
                    <a:pt x="6990" y="17493"/>
                  </a:lnTo>
                  <a:lnTo>
                    <a:pt x="6642" y="17609"/>
                  </a:lnTo>
                  <a:lnTo>
                    <a:pt x="6294" y="17647"/>
                  </a:lnTo>
                  <a:lnTo>
                    <a:pt x="5754" y="17647"/>
                  </a:lnTo>
                  <a:lnTo>
                    <a:pt x="5561" y="17570"/>
                  </a:lnTo>
                  <a:lnTo>
                    <a:pt x="5445" y="17493"/>
                  </a:lnTo>
                  <a:lnTo>
                    <a:pt x="5329" y="17416"/>
                  </a:lnTo>
                  <a:lnTo>
                    <a:pt x="5097" y="17184"/>
                  </a:lnTo>
                  <a:lnTo>
                    <a:pt x="4982" y="16875"/>
                  </a:lnTo>
                  <a:lnTo>
                    <a:pt x="4904" y="16605"/>
                  </a:lnTo>
                  <a:lnTo>
                    <a:pt x="4943" y="16412"/>
                  </a:lnTo>
                  <a:lnTo>
                    <a:pt x="4982" y="16219"/>
                  </a:lnTo>
                  <a:lnTo>
                    <a:pt x="5059" y="16064"/>
                  </a:lnTo>
                  <a:lnTo>
                    <a:pt x="5175" y="15948"/>
                  </a:lnTo>
                  <a:lnTo>
                    <a:pt x="5291" y="15833"/>
                  </a:lnTo>
                  <a:lnTo>
                    <a:pt x="5406" y="15755"/>
                  </a:lnTo>
                  <a:lnTo>
                    <a:pt x="5522" y="15717"/>
                  </a:lnTo>
                  <a:lnTo>
                    <a:pt x="5638" y="15755"/>
                  </a:lnTo>
                  <a:lnTo>
                    <a:pt x="5793" y="15833"/>
                  </a:lnTo>
                  <a:lnTo>
                    <a:pt x="5947" y="15948"/>
                  </a:lnTo>
                  <a:lnTo>
                    <a:pt x="6063" y="16141"/>
                  </a:lnTo>
                  <a:lnTo>
                    <a:pt x="6256" y="16373"/>
                  </a:lnTo>
                  <a:lnTo>
                    <a:pt x="6101" y="16412"/>
                  </a:lnTo>
                  <a:lnTo>
                    <a:pt x="6024" y="16450"/>
                  </a:lnTo>
                  <a:lnTo>
                    <a:pt x="6024" y="16566"/>
                  </a:lnTo>
                  <a:lnTo>
                    <a:pt x="6063" y="16643"/>
                  </a:lnTo>
                  <a:lnTo>
                    <a:pt x="6140" y="16643"/>
                  </a:lnTo>
                  <a:lnTo>
                    <a:pt x="6912" y="16566"/>
                  </a:lnTo>
                  <a:lnTo>
                    <a:pt x="7685" y="16373"/>
                  </a:lnTo>
                  <a:lnTo>
                    <a:pt x="8496" y="16064"/>
                  </a:lnTo>
                  <a:lnTo>
                    <a:pt x="9229" y="15717"/>
                  </a:lnTo>
                  <a:lnTo>
                    <a:pt x="9615" y="15485"/>
                  </a:lnTo>
                  <a:lnTo>
                    <a:pt x="9963" y="15253"/>
                  </a:lnTo>
                  <a:lnTo>
                    <a:pt x="10272" y="15022"/>
                  </a:lnTo>
                  <a:lnTo>
                    <a:pt x="10581" y="14751"/>
                  </a:lnTo>
                  <a:lnTo>
                    <a:pt x="10890" y="14481"/>
                  </a:lnTo>
                  <a:lnTo>
                    <a:pt x="11121" y="14172"/>
                  </a:lnTo>
                  <a:lnTo>
                    <a:pt x="11353" y="13825"/>
                  </a:lnTo>
                  <a:lnTo>
                    <a:pt x="11546" y="13516"/>
                  </a:lnTo>
                  <a:lnTo>
                    <a:pt x="11546" y="13438"/>
                  </a:lnTo>
                  <a:lnTo>
                    <a:pt x="11546" y="13361"/>
                  </a:lnTo>
                  <a:lnTo>
                    <a:pt x="11508" y="13284"/>
                  </a:lnTo>
                  <a:lnTo>
                    <a:pt x="11430" y="13245"/>
                  </a:lnTo>
                  <a:lnTo>
                    <a:pt x="11237" y="13245"/>
                  </a:lnTo>
                  <a:lnTo>
                    <a:pt x="11160" y="13323"/>
                  </a:lnTo>
                  <a:lnTo>
                    <a:pt x="10967" y="13670"/>
                  </a:lnTo>
                  <a:lnTo>
                    <a:pt x="10774" y="13554"/>
                  </a:lnTo>
                  <a:lnTo>
                    <a:pt x="10658" y="13438"/>
                  </a:lnTo>
                  <a:lnTo>
                    <a:pt x="10619" y="13284"/>
                  </a:lnTo>
                  <a:lnTo>
                    <a:pt x="10581" y="13168"/>
                  </a:lnTo>
                  <a:lnTo>
                    <a:pt x="10619" y="13014"/>
                  </a:lnTo>
                  <a:lnTo>
                    <a:pt x="10658" y="12859"/>
                  </a:lnTo>
                  <a:lnTo>
                    <a:pt x="10851" y="12627"/>
                  </a:lnTo>
                  <a:lnTo>
                    <a:pt x="10928" y="12473"/>
                  </a:lnTo>
                  <a:lnTo>
                    <a:pt x="11044" y="12357"/>
                  </a:lnTo>
                  <a:lnTo>
                    <a:pt x="11121" y="12319"/>
                  </a:lnTo>
                  <a:lnTo>
                    <a:pt x="11237" y="12280"/>
                  </a:lnTo>
                  <a:close/>
                  <a:moveTo>
                    <a:pt x="425" y="0"/>
                  </a:moveTo>
                  <a:lnTo>
                    <a:pt x="348" y="39"/>
                  </a:lnTo>
                  <a:lnTo>
                    <a:pt x="271" y="116"/>
                  </a:lnTo>
                  <a:lnTo>
                    <a:pt x="232" y="194"/>
                  </a:lnTo>
                  <a:lnTo>
                    <a:pt x="78" y="2588"/>
                  </a:lnTo>
                  <a:lnTo>
                    <a:pt x="39" y="3012"/>
                  </a:lnTo>
                  <a:lnTo>
                    <a:pt x="0" y="3476"/>
                  </a:lnTo>
                  <a:lnTo>
                    <a:pt x="39" y="3901"/>
                  </a:lnTo>
                  <a:lnTo>
                    <a:pt x="116" y="4325"/>
                  </a:lnTo>
                  <a:lnTo>
                    <a:pt x="232" y="4518"/>
                  </a:lnTo>
                  <a:lnTo>
                    <a:pt x="348" y="4750"/>
                  </a:lnTo>
                  <a:lnTo>
                    <a:pt x="618" y="5175"/>
                  </a:lnTo>
                  <a:lnTo>
                    <a:pt x="1236" y="5986"/>
                  </a:lnTo>
                  <a:lnTo>
                    <a:pt x="2665" y="7955"/>
                  </a:lnTo>
                  <a:lnTo>
                    <a:pt x="5445" y="11817"/>
                  </a:lnTo>
                  <a:lnTo>
                    <a:pt x="6874" y="13747"/>
                  </a:lnTo>
                  <a:lnTo>
                    <a:pt x="8341" y="15639"/>
                  </a:lnTo>
                  <a:lnTo>
                    <a:pt x="7492" y="15987"/>
                  </a:lnTo>
                  <a:lnTo>
                    <a:pt x="6642" y="16257"/>
                  </a:lnTo>
                  <a:lnTo>
                    <a:pt x="6642" y="16257"/>
                  </a:lnTo>
                  <a:lnTo>
                    <a:pt x="6681" y="16103"/>
                  </a:lnTo>
                  <a:lnTo>
                    <a:pt x="6681" y="15948"/>
                  </a:lnTo>
                  <a:lnTo>
                    <a:pt x="6642" y="15755"/>
                  </a:lnTo>
                  <a:lnTo>
                    <a:pt x="6565" y="15639"/>
                  </a:lnTo>
                  <a:lnTo>
                    <a:pt x="6488" y="15485"/>
                  </a:lnTo>
                  <a:lnTo>
                    <a:pt x="6333" y="15369"/>
                  </a:lnTo>
                  <a:lnTo>
                    <a:pt x="6179" y="15292"/>
                  </a:lnTo>
                  <a:lnTo>
                    <a:pt x="6024" y="15253"/>
                  </a:lnTo>
                  <a:lnTo>
                    <a:pt x="5715" y="15253"/>
                  </a:lnTo>
                  <a:lnTo>
                    <a:pt x="5484" y="15292"/>
                  </a:lnTo>
                  <a:lnTo>
                    <a:pt x="5213" y="15408"/>
                  </a:lnTo>
                  <a:lnTo>
                    <a:pt x="5020" y="15601"/>
                  </a:lnTo>
                  <a:lnTo>
                    <a:pt x="4827" y="15794"/>
                  </a:lnTo>
                  <a:lnTo>
                    <a:pt x="4711" y="16026"/>
                  </a:lnTo>
                  <a:lnTo>
                    <a:pt x="4595" y="16296"/>
                  </a:lnTo>
                  <a:lnTo>
                    <a:pt x="4595" y="16566"/>
                  </a:lnTo>
                  <a:lnTo>
                    <a:pt x="4634" y="16991"/>
                  </a:lnTo>
                  <a:lnTo>
                    <a:pt x="4750" y="17300"/>
                  </a:lnTo>
                  <a:lnTo>
                    <a:pt x="4904" y="17532"/>
                  </a:lnTo>
                  <a:lnTo>
                    <a:pt x="5097" y="17725"/>
                  </a:lnTo>
                  <a:lnTo>
                    <a:pt x="5368" y="17840"/>
                  </a:lnTo>
                  <a:lnTo>
                    <a:pt x="5677" y="17918"/>
                  </a:lnTo>
                  <a:lnTo>
                    <a:pt x="6024" y="17956"/>
                  </a:lnTo>
                  <a:lnTo>
                    <a:pt x="6372" y="17918"/>
                  </a:lnTo>
                  <a:lnTo>
                    <a:pt x="6719" y="17840"/>
                  </a:lnTo>
                  <a:lnTo>
                    <a:pt x="7105" y="17763"/>
                  </a:lnTo>
                  <a:lnTo>
                    <a:pt x="7878" y="17532"/>
                  </a:lnTo>
                  <a:lnTo>
                    <a:pt x="8573" y="17223"/>
                  </a:lnTo>
                  <a:lnTo>
                    <a:pt x="9152" y="16952"/>
                  </a:lnTo>
                  <a:lnTo>
                    <a:pt x="9229" y="16875"/>
                  </a:lnTo>
                  <a:lnTo>
                    <a:pt x="9461" y="16759"/>
                  </a:lnTo>
                  <a:lnTo>
                    <a:pt x="10233" y="16257"/>
                  </a:lnTo>
                  <a:lnTo>
                    <a:pt x="10812" y="17107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5"/>
                  </a:lnTo>
                  <a:lnTo>
                    <a:pt x="12280" y="19038"/>
                  </a:lnTo>
                  <a:lnTo>
                    <a:pt x="12203" y="18883"/>
                  </a:lnTo>
                  <a:lnTo>
                    <a:pt x="11816" y="18149"/>
                  </a:lnTo>
                  <a:lnTo>
                    <a:pt x="11392" y="17454"/>
                  </a:lnTo>
                  <a:lnTo>
                    <a:pt x="10928" y="16759"/>
                  </a:lnTo>
                  <a:lnTo>
                    <a:pt x="10465" y="16103"/>
                  </a:lnTo>
                  <a:lnTo>
                    <a:pt x="10967" y="15717"/>
                  </a:lnTo>
                  <a:lnTo>
                    <a:pt x="11469" y="15253"/>
                  </a:lnTo>
                  <a:lnTo>
                    <a:pt x="11894" y="14790"/>
                  </a:lnTo>
                  <a:lnTo>
                    <a:pt x="12125" y="14558"/>
                  </a:lnTo>
                  <a:lnTo>
                    <a:pt x="12280" y="14288"/>
                  </a:lnTo>
                  <a:lnTo>
                    <a:pt x="12434" y="14056"/>
                  </a:lnTo>
                  <a:lnTo>
                    <a:pt x="12511" y="13786"/>
                  </a:lnTo>
                  <a:lnTo>
                    <a:pt x="12589" y="13554"/>
                  </a:lnTo>
                  <a:lnTo>
                    <a:pt x="12627" y="13284"/>
                  </a:lnTo>
                  <a:lnTo>
                    <a:pt x="12589" y="13052"/>
                  </a:lnTo>
                  <a:lnTo>
                    <a:pt x="12511" y="12821"/>
                  </a:lnTo>
                  <a:lnTo>
                    <a:pt x="12357" y="12589"/>
                  </a:lnTo>
                  <a:lnTo>
                    <a:pt x="12164" y="12357"/>
                  </a:lnTo>
                  <a:lnTo>
                    <a:pt x="11971" y="12203"/>
                  </a:lnTo>
                  <a:lnTo>
                    <a:pt x="11739" y="12087"/>
                  </a:lnTo>
                  <a:lnTo>
                    <a:pt x="11469" y="12010"/>
                  </a:lnTo>
                  <a:lnTo>
                    <a:pt x="11237" y="12010"/>
                  </a:lnTo>
                  <a:lnTo>
                    <a:pt x="10967" y="12048"/>
                  </a:lnTo>
                  <a:lnTo>
                    <a:pt x="10735" y="12126"/>
                  </a:lnTo>
                  <a:lnTo>
                    <a:pt x="10542" y="12280"/>
                  </a:lnTo>
                  <a:lnTo>
                    <a:pt x="10388" y="12512"/>
                  </a:lnTo>
                  <a:lnTo>
                    <a:pt x="10310" y="12705"/>
                  </a:lnTo>
                  <a:lnTo>
                    <a:pt x="10272" y="12898"/>
                  </a:lnTo>
                  <a:lnTo>
                    <a:pt x="10272" y="13091"/>
                  </a:lnTo>
                  <a:lnTo>
                    <a:pt x="10310" y="13284"/>
                  </a:lnTo>
                  <a:lnTo>
                    <a:pt x="10388" y="13477"/>
                  </a:lnTo>
                  <a:lnTo>
                    <a:pt x="10504" y="13631"/>
                  </a:lnTo>
                  <a:lnTo>
                    <a:pt x="10619" y="13786"/>
                  </a:lnTo>
                  <a:lnTo>
                    <a:pt x="10812" y="13902"/>
                  </a:lnTo>
                  <a:lnTo>
                    <a:pt x="10504" y="14249"/>
                  </a:lnTo>
                  <a:lnTo>
                    <a:pt x="10156" y="14597"/>
                  </a:lnTo>
                  <a:lnTo>
                    <a:pt x="9770" y="14867"/>
                  </a:lnTo>
                  <a:lnTo>
                    <a:pt x="9430" y="15083"/>
                  </a:lnTo>
                  <a:lnTo>
                    <a:pt x="9461" y="15022"/>
                  </a:lnTo>
                  <a:lnTo>
                    <a:pt x="9500" y="14944"/>
                  </a:lnTo>
                  <a:lnTo>
                    <a:pt x="9461" y="14829"/>
                  </a:lnTo>
                  <a:lnTo>
                    <a:pt x="5715" y="5754"/>
                  </a:lnTo>
                  <a:lnTo>
                    <a:pt x="4789" y="3476"/>
                  </a:lnTo>
                  <a:lnTo>
                    <a:pt x="4364" y="2472"/>
                  </a:lnTo>
                  <a:lnTo>
                    <a:pt x="4132" y="1970"/>
                  </a:lnTo>
                  <a:lnTo>
                    <a:pt x="3978" y="1738"/>
                  </a:lnTo>
                  <a:lnTo>
                    <a:pt x="3823" y="1545"/>
                  </a:lnTo>
                  <a:lnTo>
                    <a:pt x="3514" y="1236"/>
                  </a:lnTo>
                  <a:lnTo>
                    <a:pt x="3128" y="966"/>
                  </a:lnTo>
                  <a:lnTo>
                    <a:pt x="2742" y="773"/>
                  </a:lnTo>
                  <a:lnTo>
                    <a:pt x="2279" y="541"/>
                  </a:lnTo>
                  <a:lnTo>
                    <a:pt x="1815" y="387"/>
                  </a:lnTo>
                  <a:lnTo>
                    <a:pt x="1390" y="232"/>
                  </a:lnTo>
                  <a:lnTo>
                    <a:pt x="54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"/>
            <p:cNvSpPr/>
            <p:nvPr/>
          </p:nvSpPr>
          <p:spPr>
            <a:xfrm>
              <a:off x="1681350" y="2914925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0"/>
                  </a:moveTo>
                  <a:lnTo>
                    <a:pt x="425" y="39"/>
                  </a:lnTo>
                  <a:lnTo>
                    <a:pt x="232" y="116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1"/>
                  </a:lnTo>
                  <a:lnTo>
                    <a:pt x="77" y="965"/>
                  </a:lnTo>
                  <a:lnTo>
                    <a:pt x="232" y="1081"/>
                  </a:lnTo>
                  <a:lnTo>
                    <a:pt x="386" y="1197"/>
                  </a:lnTo>
                  <a:lnTo>
                    <a:pt x="464" y="1197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4" y="1004"/>
                  </a:lnTo>
                  <a:lnTo>
                    <a:pt x="386" y="927"/>
                  </a:lnTo>
                  <a:lnTo>
                    <a:pt x="348" y="811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6" y="502"/>
                  </a:lnTo>
                  <a:lnTo>
                    <a:pt x="464" y="463"/>
                  </a:lnTo>
                  <a:lnTo>
                    <a:pt x="541" y="386"/>
                  </a:lnTo>
                  <a:lnTo>
                    <a:pt x="773" y="386"/>
                  </a:lnTo>
                  <a:lnTo>
                    <a:pt x="850" y="463"/>
                  </a:lnTo>
                  <a:lnTo>
                    <a:pt x="927" y="541"/>
                  </a:lnTo>
                  <a:lnTo>
                    <a:pt x="966" y="657"/>
                  </a:lnTo>
                  <a:lnTo>
                    <a:pt x="1004" y="850"/>
                  </a:lnTo>
                  <a:lnTo>
                    <a:pt x="1043" y="965"/>
                  </a:lnTo>
                  <a:lnTo>
                    <a:pt x="1081" y="1043"/>
                  </a:lnTo>
                  <a:lnTo>
                    <a:pt x="1159" y="1081"/>
                  </a:lnTo>
                  <a:lnTo>
                    <a:pt x="1197" y="1081"/>
                  </a:lnTo>
                  <a:lnTo>
                    <a:pt x="1275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5" y="386"/>
                  </a:lnTo>
                  <a:lnTo>
                    <a:pt x="1159" y="232"/>
                  </a:lnTo>
                  <a:lnTo>
                    <a:pt x="1004" y="77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"/>
            <p:cNvSpPr/>
            <p:nvPr/>
          </p:nvSpPr>
          <p:spPr>
            <a:xfrm>
              <a:off x="3785850" y="2943875"/>
              <a:ext cx="199850" cy="231725"/>
            </a:xfrm>
            <a:custGeom>
              <a:avLst/>
              <a:gdLst/>
              <a:ahLst/>
              <a:cxnLst/>
              <a:rect l="l" t="t" r="r" b="b"/>
              <a:pathLst>
                <a:path w="7994" h="9269" extrusionOk="0">
                  <a:moveTo>
                    <a:pt x="2163" y="1"/>
                  </a:moveTo>
                  <a:lnTo>
                    <a:pt x="2009" y="39"/>
                  </a:lnTo>
                  <a:lnTo>
                    <a:pt x="1854" y="78"/>
                  </a:lnTo>
                  <a:lnTo>
                    <a:pt x="1700" y="194"/>
                  </a:lnTo>
                  <a:lnTo>
                    <a:pt x="1429" y="425"/>
                  </a:lnTo>
                  <a:lnTo>
                    <a:pt x="1159" y="734"/>
                  </a:lnTo>
                  <a:lnTo>
                    <a:pt x="966" y="1005"/>
                  </a:lnTo>
                  <a:lnTo>
                    <a:pt x="696" y="1391"/>
                  </a:lnTo>
                  <a:lnTo>
                    <a:pt x="503" y="1777"/>
                  </a:lnTo>
                  <a:lnTo>
                    <a:pt x="310" y="2163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1" y="3514"/>
                  </a:lnTo>
                  <a:lnTo>
                    <a:pt x="1" y="3978"/>
                  </a:lnTo>
                  <a:lnTo>
                    <a:pt x="39" y="4441"/>
                  </a:lnTo>
                  <a:lnTo>
                    <a:pt x="155" y="4905"/>
                  </a:lnTo>
                  <a:lnTo>
                    <a:pt x="271" y="5368"/>
                  </a:lnTo>
                  <a:lnTo>
                    <a:pt x="464" y="5793"/>
                  </a:lnTo>
                  <a:lnTo>
                    <a:pt x="696" y="6218"/>
                  </a:lnTo>
                  <a:lnTo>
                    <a:pt x="1005" y="6179"/>
                  </a:lnTo>
                  <a:lnTo>
                    <a:pt x="850" y="5870"/>
                  </a:lnTo>
                  <a:lnTo>
                    <a:pt x="734" y="5522"/>
                  </a:lnTo>
                  <a:lnTo>
                    <a:pt x="618" y="5175"/>
                  </a:lnTo>
                  <a:lnTo>
                    <a:pt x="541" y="4789"/>
                  </a:lnTo>
                  <a:lnTo>
                    <a:pt x="503" y="4441"/>
                  </a:lnTo>
                  <a:lnTo>
                    <a:pt x="464" y="4055"/>
                  </a:lnTo>
                  <a:lnTo>
                    <a:pt x="464" y="3708"/>
                  </a:lnTo>
                  <a:lnTo>
                    <a:pt x="464" y="3360"/>
                  </a:lnTo>
                  <a:lnTo>
                    <a:pt x="503" y="2974"/>
                  </a:lnTo>
                  <a:lnTo>
                    <a:pt x="580" y="2626"/>
                  </a:lnTo>
                  <a:lnTo>
                    <a:pt x="696" y="2279"/>
                  </a:lnTo>
                  <a:lnTo>
                    <a:pt x="850" y="1931"/>
                  </a:lnTo>
                  <a:lnTo>
                    <a:pt x="1005" y="1622"/>
                  </a:lnTo>
                  <a:lnTo>
                    <a:pt x="1236" y="1313"/>
                  </a:lnTo>
                  <a:lnTo>
                    <a:pt x="1468" y="1043"/>
                  </a:lnTo>
                  <a:lnTo>
                    <a:pt x="1738" y="773"/>
                  </a:lnTo>
                  <a:lnTo>
                    <a:pt x="1970" y="580"/>
                  </a:lnTo>
                  <a:lnTo>
                    <a:pt x="2086" y="503"/>
                  </a:lnTo>
                  <a:lnTo>
                    <a:pt x="2202" y="503"/>
                  </a:lnTo>
                  <a:lnTo>
                    <a:pt x="2279" y="618"/>
                  </a:lnTo>
                  <a:lnTo>
                    <a:pt x="2395" y="850"/>
                  </a:lnTo>
                  <a:lnTo>
                    <a:pt x="2588" y="1236"/>
                  </a:lnTo>
                  <a:lnTo>
                    <a:pt x="2742" y="1584"/>
                  </a:lnTo>
                  <a:lnTo>
                    <a:pt x="2858" y="1970"/>
                  </a:lnTo>
                  <a:lnTo>
                    <a:pt x="2974" y="2356"/>
                  </a:lnTo>
                  <a:lnTo>
                    <a:pt x="3051" y="2742"/>
                  </a:lnTo>
                  <a:lnTo>
                    <a:pt x="3090" y="3090"/>
                  </a:lnTo>
                  <a:lnTo>
                    <a:pt x="3090" y="3476"/>
                  </a:lnTo>
                  <a:lnTo>
                    <a:pt x="3051" y="3823"/>
                  </a:lnTo>
                  <a:lnTo>
                    <a:pt x="2974" y="4171"/>
                  </a:lnTo>
                  <a:lnTo>
                    <a:pt x="2897" y="4480"/>
                  </a:lnTo>
                  <a:lnTo>
                    <a:pt x="2742" y="4827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61"/>
                  </a:lnTo>
                  <a:lnTo>
                    <a:pt x="2395" y="5638"/>
                  </a:lnTo>
                  <a:lnTo>
                    <a:pt x="2356" y="5716"/>
                  </a:lnTo>
                  <a:lnTo>
                    <a:pt x="2356" y="5754"/>
                  </a:lnTo>
                  <a:lnTo>
                    <a:pt x="2356" y="5793"/>
                  </a:lnTo>
                  <a:lnTo>
                    <a:pt x="2395" y="5831"/>
                  </a:lnTo>
                  <a:lnTo>
                    <a:pt x="2433" y="5793"/>
                  </a:lnTo>
                  <a:lnTo>
                    <a:pt x="2626" y="5754"/>
                  </a:lnTo>
                  <a:lnTo>
                    <a:pt x="2781" y="5716"/>
                  </a:lnTo>
                  <a:lnTo>
                    <a:pt x="3167" y="5677"/>
                  </a:lnTo>
                  <a:lnTo>
                    <a:pt x="3592" y="5716"/>
                  </a:lnTo>
                  <a:lnTo>
                    <a:pt x="4017" y="5831"/>
                  </a:lnTo>
                  <a:lnTo>
                    <a:pt x="4441" y="5947"/>
                  </a:lnTo>
                  <a:lnTo>
                    <a:pt x="4827" y="6102"/>
                  </a:lnTo>
                  <a:lnTo>
                    <a:pt x="5214" y="6295"/>
                  </a:lnTo>
                  <a:lnTo>
                    <a:pt x="5523" y="6449"/>
                  </a:lnTo>
                  <a:lnTo>
                    <a:pt x="5831" y="6642"/>
                  </a:lnTo>
                  <a:lnTo>
                    <a:pt x="6140" y="6874"/>
                  </a:lnTo>
                  <a:lnTo>
                    <a:pt x="6411" y="7106"/>
                  </a:lnTo>
                  <a:lnTo>
                    <a:pt x="6681" y="7337"/>
                  </a:lnTo>
                  <a:lnTo>
                    <a:pt x="6913" y="7646"/>
                  </a:lnTo>
                  <a:lnTo>
                    <a:pt x="7144" y="7917"/>
                  </a:lnTo>
                  <a:lnTo>
                    <a:pt x="7337" y="8225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56" y="8805"/>
                  </a:lnTo>
                  <a:lnTo>
                    <a:pt x="5870" y="8843"/>
                  </a:lnTo>
                  <a:lnTo>
                    <a:pt x="5445" y="8805"/>
                  </a:lnTo>
                  <a:lnTo>
                    <a:pt x="5059" y="8766"/>
                  </a:lnTo>
                  <a:lnTo>
                    <a:pt x="4634" y="8650"/>
                  </a:lnTo>
                  <a:lnTo>
                    <a:pt x="4248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33" y="7106"/>
                  </a:lnTo>
                  <a:lnTo>
                    <a:pt x="1931" y="6604"/>
                  </a:lnTo>
                  <a:lnTo>
                    <a:pt x="1854" y="6526"/>
                  </a:lnTo>
                  <a:lnTo>
                    <a:pt x="1777" y="6526"/>
                  </a:lnTo>
                  <a:lnTo>
                    <a:pt x="1661" y="6565"/>
                  </a:lnTo>
                  <a:lnTo>
                    <a:pt x="1622" y="6565"/>
                  </a:lnTo>
                  <a:lnTo>
                    <a:pt x="1584" y="6604"/>
                  </a:lnTo>
                  <a:lnTo>
                    <a:pt x="1429" y="6874"/>
                  </a:lnTo>
                  <a:lnTo>
                    <a:pt x="1622" y="6913"/>
                  </a:lnTo>
                  <a:lnTo>
                    <a:pt x="2240" y="7492"/>
                  </a:lnTo>
                  <a:lnTo>
                    <a:pt x="2897" y="8071"/>
                  </a:lnTo>
                  <a:lnTo>
                    <a:pt x="3244" y="8341"/>
                  </a:lnTo>
                  <a:lnTo>
                    <a:pt x="3592" y="8573"/>
                  </a:lnTo>
                  <a:lnTo>
                    <a:pt x="3978" y="8805"/>
                  </a:lnTo>
                  <a:lnTo>
                    <a:pt x="4364" y="8998"/>
                  </a:lnTo>
                  <a:lnTo>
                    <a:pt x="4789" y="9152"/>
                  </a:lnTo>
                  <a:lnTo>
                    <a:pt x="5252" y="9229"/>
                  </a:lnTo>
                  <a:lnTo>
                    <a:pt x="5677" y="9268"/>
                  </a:lnTo>
                  <a:lnTo>
                    <a:pt x="6102" y="9229"/>
                  </a:lnTo>
                  <a:lnTo>
                    <a:pt x="6565" y="9191"/>
                  </a:lnTo>
                  <a:lnTo>
                    <a:pt x="6990" y="9114"/>
                  </a:lnTo>
                  <a:lnTo>
                    <a:pt x="7878" y="8882"/>
                  </a:lnTo>
                  <a:lnTo>
                    <a:pt x="7955" y="8805"/>
                  </a:lnTo>
                  <a:lnTo>
                    <a:pt x="7994" y="8727"/>
                  </a:lnTo>
                  <a:lnTo>
                    <a:pt x="7994" y="8650"/>
                  </a:lnTo>
                  <a:lnTo>
                    <a:pt x="7994" y="8573"/>
                  </a:lnTo>
                  <a:lnTo>
                    <a:pt x="7762" y="8110"/>
                  </a:lnTo>
                  <a:lnTo>
                    <a:pt x="7492" y="7685"/>
                  </a:lnTo>
                  <a:lnTo>
                    <a:pt x="7183" y="7299"/>
                  </a:lnTo>
                  <a:lnTo>
                    <a:pt x="6874" y="6951"/>
                  </a:lnTo>
                  <a:lnTo>
                    <a:pt x="6488" y="6604"/>
                  </a:lnTo>
                  <a:lnTo>
                    <a:pt x="6102" y="6295"/>
                  </a:lnTo>
                  <a:lnTo>
                    <a:pt x="5677" y="6063"/>
                  </a:lnTo>
                  <a:lnTo>
                    <a:pt x="5252" y="5831"/>
                  </a:lnTo>
                  <a:lnTo>
                    <a:pt x="4827" y="5638"/>
                  </a:lnTo>
                  <a:lnTo>
                    <a:pt x="4248" y="5445"/>
                  </a:lnTo>
                  <a:lnTo>
                    <a:pt x="3901" y="5368"/>
                  </a:lnTo>
                  <a:lnTo>
                    <a:pt x="3592" y="5329"/>
                  </a:lnTo>
                  <a:lnTo>
                    <a:pt x="3283" y="5291"/>
                  </a:lnTo>
                  <a:lnTo>
                    <a:pt x="2974" y="5291"/>
                  </a:lnTo>
                  <a:lnTo>
                    <a:pt x="3167" y="4982"/>
                  </a:lnTo>
                  <a:lnTo>
                    <a:pt x="3283" y="4673"/>
                  </a:lnTo>
                  <a:lnTo>
                    <a:pt x="3399" y="4325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44"/>
                  </a:lnTo>
                  <a:lnTo>
                    <a:pt x="3476" y="2858"/>
                  </a:lnTo>
                  <a:lnTo>
                    <a:pt x="3437" y="2510"/>
                  </a:lnTo>
                  <a:lnTo>
                    <a:pt x="3322" y="1970"/>
                  </a:lnTo>
                  <a:lnTo>
                    <a:pt x="3128" y="1468"/>
                  </a:lnTo>
                  <a:lnTo>
                    <a:pt x="2935" y="1005"/>
                  </a:lnTo>
                  <a:lnTo>
                    <a:pt x="2704" y="503"/>
                  </a:lnTo>
                  <a:lnTo>
                    <a:pt x="2588" y="309"/>
                  </a:lnTo>
                  <a:lnTo>
                    <a:pt x="2433" y="116"/>
                  </a:lnTo>
                  <a:lnTo>
                    <a:pt x="2356" y="78"/>
                  </a:lnTo>
                  <a:lnTo>
                    <a:pt x="227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"/>
            <p:cNvSpPr/>
            <p:nvPr/>
          </p:nvSpPr>
          <p:spPr>
            <a:xfrm>
              <a:off x="1264300" y="2944850"/>
              <a:ext cx="455675" cy="657425"/>
            </a:xfrm>
            <a:custGeom>
              <a:avLst/>
              <a:gdLst/>
              <a:ahLst/>
              <a:cxnLst/>
              <a:rect l="l" t="t" r="r" b="b"/>
              <a:pathLst>
                <a:path w="18227" h="26297" extrusionOk="0">
                  <a:moveTo>
                    <a:pt x="310" y="348"/>
                  </a:moveTo>
                  <a:lnTo>
                    <a:pt x="425" y="386"/>
                  </a:lnTo>
                  <a:lnTo>
                    <a:pt x="1700" y="1429"/>
                  </a:lnTo>
                  <a:lnTo>
                    <a:pt x="2974" y="2510"/>
                  </a:lnTo>
                  <a:lnTo>
                    <a:pt x="4210" y="3591"/>
                  </a:lnTo>
                  <a:lnTo>
                    <a:pt x="5445" y="4673"/>
                  </a:lnTo>
                  <a:lnTo>
                    <a:pt x="5098" y="5290"/>
                  </a:lnTo>
                  <a:lnTo>
                    <a:pt x="4943" y="5599"/>
                  </a:lnTo>
                  <a:lnTo>
                    <a:pt x="4712" y="5831"/>
                  </a:lnTo>
                  <a:lnTo>
                    <a:pt x="4519" y="6101"/>
                  </a:lnTo>
                  <a:lnTo>
                    <a:pt x="4248" y="6294"/>
                  </a:lnTo>
                  <a:lnTo>
                    <a:pt x="3978" y="6526"/>
                  </a:lnTo>
                  <a:lnTo>
                    <a:pt x="3669" y="6680"/>
                  </a:lnTo>
                  <a:lnTo>
                    <a:pt x="3360" y="6835"/>
                  </a:lnTo>
                  <a:lnTo>
                    <a:pt x="3051" y="6989"/>
                  </a:lnTo>
                  <a:lnTo>
                    <a:pt x="2395" y="7182"/>
                  </a:lnTo>
                  <a:lnTo>
                    <a:pt x="1738" y="7298"/>
                  </a:lnTo>
                  <a:lnTo>
                    <a:pt x="1082" y="7414"/>
                  </a:lnTo>
                  <a:lnTo>
                    <a:pt x="889" y="6526"/>
                  </a:lnTo>
                  <a:lnTo>
                    <a:pt x="734" y="5677"/>
                  </a:lnTo>
                  <a:lnTo>
                    <a:pt x="580" y="4788"/>
                  </a:lnTo>
                  <a:lnTo>
                    <a:pt x="464" y="3900"/>
                  </a:lnTo>
                  <a:lnTo>
                    <a:pt x="387" y="3012"/>
                  </a:lnTo>
                  <a:lnTo>
                    <a:pt x="348" y="2124"/>
                  </a:lnTo>
                  <a:lnTo>
                    <a:pt x="310" y="1236"/>
                  </a:lnTo>
                  <a:lnTo>
                    <a:pt x="310" y="348"/>
                  </a:lnTo>
                  <a:close/>
                  <a:moveTo>
                    <a:pt x="12357" y="12318"/>
                  </a:moveTo>
                  <a:lnTo>
                    <a:pt x="13014" y="12473"/>
                  </a:lnTo>
                  <a:lnTo>
                    <a:pt x="13709" y="12550"/>
                  </a:lnTo>
                  <a:lnTo>
                    <a:pt x="14404" y="12589"/>
                  </a:lnTo>
                  <a:lnTo>
                    <a:pt x="15060" y="12550"/>
                  </a:lnTo>
                  <a:lnTo>
                    <a:pt x="15640" y="13901"/>
                  </a:lnTo>
                  <a:lnTo>
                    <a:pt x="16296" y="15214"/>
                  </a:lnTo>
                  <a:lnTo>
                    <a:pt x="17648" y="17840"/>
                  </a:lnTo>
                  <a:lnTo>
                    <a:pt x="16644" y="17686"/>
                  </a:lnTo>
                  <a:lnTo>
                    <a:pt x="15640" y="17647"/>
                  </a:lnTo>
                  <a:lnTo>
                    <a:pt x="15331" y="17608"/>
                  </a:lnTo>
                  <a:lnTo>
                    <a:pt x="15099" y="17531"/>
                  </a:lnTo>
                  <a:lnTo>
                    <a:pt x="14983" y="17493"/>
                  </a:lnTo>
                  <a:lnTo>
                    <a:pt x="14906" y="17415"/>
                  </a:lnTo>
                  <a:lnTo>
                    <a:pt x="14751" y="17106"/>
                  </a:lnTo>
                  <a:lnTo>
                    <a:pt x="14365" y="16489"/>
                  </a:lnTo>
                  <a:lnTo>
                    <a:pt x="13979" y="15832"/>
                  </a:lnTo>
                  <a:lnTo>
                    <a:pt x="13941" y="15794"/>
                  </a:lnTo>
                  <a:lnTo>
                    <a:pt x="13902" y="15755"/>
                  </a:lnTo>
                  <a:lnTo>
                    <a:pt x="13747" y="15755"/>
                  </a:lnTo>
                  <a:lnTo>
                    <a:pt x="13670" y="15214"/>
                  </a:lnTo>
                  <a:lnTo>
                    <a:pt x="13516" y="14712"/>
                  </a:lnTo>
                  <a:lnTo>
                    <a:pt x="13323" y="14172"/>
                  </a:lnTo>
                  <a:lnTo>
                    <a:pt x="13091" y="13670"/>
                  </a:lnTo>
                  <a:lnTo>
                    <a:pt x="12744" y="13013"/>
                  </a:lnTo>
                  <a:lnTo>
                    <a:pt x="12357" y="12318"/>
                  </a:lnTo>
                  <a:close/>
                  <a:moveTo>
                    <a:pt x="5677" y="4904"/>
                  </a:moveTo>
                  <a:lnTo>
                    <a:pt x="6720" y="5947"/>
                  </a:lnTo>
                  <a:lnTo>
                    <a:pt x="7762" y="6989"/>
                  </a:lnTo>
                  <a:lnTo>
                    <a:pt x="8612" y="7916"/>
                  </a:lnTo>
                  <a:lnTo>
                    <a:pt x="9423" y="8920"/>
                  </a:lnTo>
                  <a:lnTo>
                    <a:pt x="10234" y="9886"/>
                  </a:lnTo>
                  <a:lnTo>
                    <a:pt x="10967" y="10928"/>
                  </a:lnTo>
                  <a:lnTo>
                    <a:pt x="11701" y="12009"/>
                  </a:lnTo>
                  <a:lnTo>
                    <a:pt x="12087" y="12550"/>
                  </a:lnTo>
                  <a:lnTo>
                    <a:pt x="12396" y="13129"/>
                  </a:lnTo>
                  <a:lnTo>
                    <a:pt x="12705" y="13708"/>
                  </a:lnTo>
                  <a:lnTo>
                    <a:pt x="12975" y="14326"/>
                  </a:lnTo>
                  <a:lnTo>
                    <a:pt x="13207" y="14944"/>
                  </a:lnTo>
                  <a:lnTo>
                    <a:pt x="13361" y="15562"/>
                  </a:lnTo>
                  <a:lnTo>
                    <a:pt x="13439" y="16180"/>
                  </a:lnTo>
                  <a:lnTo>
                    <a:pt x="13400" y="16759"/>
                  </a:lnTo>
                  <a:lnTo>
                    <a:pt x="13361" y="17068"/>
                  </a:lnTo>
                  <a:lnTo>
                    <a:pt x="13284" y="17338"/>
                  </a:lnTo>
                  <a:lnTo>
                    <a:pt x="13207" y="17608"/>
                  </a:lnTo>
                  <a:lnTo>
                    <a:pt x="13091" y="17879"/>
                  </a:lnTo>
                  <a:lnTo>
                    <a:pt x="12975" y="18149"/>
                  </a:lnTo>
                  <a:lnTo>
                    <a:pt x="12821" y="18381"/>
                  </a:lnTo>
                  <a:lnTo>
                    <a:pt x="12628" y="18612"/>
                  </a:lnTo>
                  <a:lnTo>
                    <a:pt x="12435" y="18806"/>
                  </a:lnTo>
                  <a:lnTo>
                    <a:pt x="12203" y="18999"/>
                  </a:lnTo>
                  <a:lnTo>
                    <a:pt x="11971" y="19153"/>
                  </a:lnTo>
                  <a:lnTo>
                    <a:pt x="11662" y="19308"/>
                  </a:lnTo>
                  <a:lnTo>
                    <a:pt x="11392" y="19423"/>
                  </a:lnTo>
                  <a:lnTo>
                    <a:pt x="10813" y="19539"/>
                  </a:lnTo>
                  <a:lnTo>
                    <a:pt x="10234" y="19616"/>
                  </a:lnTo>
                  <a:lnTo>
                    <a:pt x="9693" y="19578"/>
                  </a:lnTo>
                  <a:lnTo>
                    <a:pt x="9114" y="19462"/>
                  </a:lnTo>
                  <a:lnTo>
                    <a:pt x="8573" y="19308"/>
                  </a:lnTo>
                  <a:lnTo>
                    <a:pt x="8032" y="19076"/>
                  </a:lnTo>
                  <a:lnTo>
                    <a:pt x="7531" y="18767"/>
                  </a:lnTo>
                  <a:lnTo>
                    <a:pt x="7067" y="18458"/>
                  </a:lnTo>
                  <a:lnTo>
                    <a:pt x="6642" y="18072"/>
                  </a:lnTo>
                  <a:lnTo>
                    <a:pt x="6256" y="17686"/>
                  </a:lnTo>
                  <a:lnTo>
                    <a:pt x="5870" y="17261"/>
                  </a:lnTo>
                  <a:lnTo>
                    <a:pt x="5484" y="16798"/>
                  </a:lnTo>
                  <a:lnTo>
                    <a:pt x="4827" y="15871"/>
                  </a:lnTo>
                  <a:lnTo>
                    <a:pt x="4210" y="14944"/>
                  </a:lnTo>
                  <a:lnTo>
                    <a:pt x="3592" y="13901"/>
                  </a:lnTo>
                  <a:lnTo>
                    <a:pt x="3051" y="12859"/>
                  </a:lnTo>
                  <a:lnTo>
                    <a:pt x="2549" y="11778"/>
                  </a:lnTo>
                  <a:lnTo>
                    <a:pt x="2086" y="10696"/>
                  </a:lnTo>
                  <a:lnTo>
                    <a:pt x="1816" y="9963"/>
                  </a:lnTo>
                  <a:lnTo>
                    <a:pt x="1584" y="9190"/>
                  </a:lnTo>
                  <a:lnTo>
                    <a:pt x="1352" y="8457"/>
                  </a:lnTo>
                  <a:lnTo>
                    <a:pt x="1159" y="7723"/>
                  </a:lnTo>
                  <a:lnTo>
                    <a:pt x="1816" y="7646"/>
                  </a:lnTo>
                  <a:lnTo>
                    <a:pt x="2549" y="7491"/>
                  </a:lnTo>
                  <a:lnTo>
                    <a:pt x="3244" y="7298"/>
                  </a:lnTo>
                  <a:lnTo>
                    <a:pt x="3592" y="7144"/>
                  </a:lnTo>
                  <a:lnTo>
                    <a:pt x="3901" y="6989"/>
                  </a:lnTo>
                  <a:lnTo>
                    <a:pt x="4248" y="6796"/>
                  </a:lnTo>
                  <a:lnTo>
                    <a:pt x="4519" y="6603"/>
                  </a:lnTo>
                  <a:lnTo>
                    <a:pt x="4789" y="6410"/>
                  </a:lnTo>
                  <a:lnTo>
                    <a:pt x="5059" y="6140"/>
                  </a:lnTo>
                  <a:lnTo>
                    <a:pt x="5252" y="5870"/>
                  </a:lnTo>
                  <a:lnTo>
                    <a:pt x="5445" y="5599"/>
                  </a:lnTo>
                  <a:lnTo>
                    <a:pt x="5561" y="5252"/>
                  </a:lnTo>
                  <a:lnTo>
                    <a:pt x="5677" y="4904"/>
                  </a:lnTo>
                  <a:close/>
                  <a:moveTo>
                    <a:pt x="13284" y="18381"/>
                  </a:moveTo>
                  <a:lnTo>
                    <a:pt x="13593" y="18612"/>
                  </a:lnTo>
                  <a:lnTo>
                    <a:pt x="13902" y="18844"/>
                  </a:lnTo>
                  <a:lnTo>
                    <a:pt x="13632" y="19230"/>
                  </a:lnTo>
                  <a:lnTo>
                    <a:pt x="13323" y="19578"/>
                  </a:lnTo>
                  <a:lnTo>
                    <a:pt x="12975" y="19887"/>
                  </a:lnTo>
                  <a:lnTo>
                    <a:pt x="12589" y="20157"/>
                  </a:lnTo>
                  <a:lnTo>
                    <a:pt x="12164" y="20350"/>
                  </a:lnTo>
                  <a:lnTo>
                    <a:pt x="11701" y="20505"/>
                  </a:lnTo>
                  <a:lnTo>
                    <a:pt x="11238" y="20582"/>
                  </a:lnTo>
                  <a:lnTo>
                    <a:pt x="10736" y="20620"/>
                  </a:lnTo>
                  <a:lnTo>
                    <a:pt x="10697" y="20620"/>
                  </a:lnTo>
                  <a:lnTo>
                    <a:pt x="10581" y="19964"/>
                  </a:lnTo>
                  <a:lnTo>
                    <a:pt x="10967" y="19887"/>
                  </a:lnTo>
                  <a:lnTo>
                    <a:pt x="11392" y="19810"/>
                  </a:lnTo>
                  <a:lnTo>
                    <a:pt x="11740" y="19694"/>
                  </a:lnTo>
                  <a:lnTo>
                    <a:pt x="12126" y="19501"/>
                  </a:lnTo>
                  <a:lnTo>
                    <a:pt x="12473" y="19308"/>
                  </a:lnTo>
                  <a:lnTo>
                    <a:pt x="12782" y="19037"/>
                  </a:lnTo>
                  <a:lnTo>
                    <a:pt x="13052" y="18728"/>
                  </a:lnTo>
                  <a:lnTo>
                    <a:pt x="13284" y="18381"/>
                  </a:lnTo>
                  <a:close/>
                  <a:moveTo>
                    <a:pt x="14172" y="18999"/>
                  </a:moveTo>
                  <a:lnTo>
                    <a:pt x="14636" y="19230"/>
                  </a:lnTo>
                  <a:lnTo>
                    <a:pt x="14327" y="19732"/>
                  </a:lnTo>
                  <a:lnTo>
                    <a:pt x="13941" y="20157"/>
                  </a:lnTo>
                  <a:lnTo>
                    <a:pt x="13516" y="20543"/>
                  </a:lnTo>
                  <a:lnTo>
                    <a:pt x="13091" y="20852"/>
                  </a:lnTo>
                  <a:lnTo>
                    <a:pt x="12589" y="21122"/>
                  </a:lnTo>
                  <a:lnTo>
                    <a:pt x="12087" y="21315"/>
                  </a:lnTo>
                  <a:lnTo>
                    <a:pt x="11508" y="21470"/>
                  </a:lnTo>
                  <a:lnTo>
                    <a:pt x="10929" y="21624"/>
                  </a:lnTo>
                  <a:lnTo>
                    <a:pt x="10929" y="21393"/>
                  </a:lnTo>
                  <a:lnTo>
                    <a:pt x="10851" y="21200"/>
                  </a:lnTo>
                  <a:lnTo>
                    <a:pt x="10736" y="20814"/>
                  </a:lnTo>
                  <a:lnTo>
                    <a:pt x="11276" y="20852"/>
                  </a:lnTo>
                  <a:lnTo>
                    <a:pt x="11778" y="20775"/>
                  </a:lnTo>
                  <a:lnTo>
                    <a:pt x="12280" y="20659"/>
                  </a:lnTo>
                  <a:lnTo>
                    <a:pt x="12744" y="20427"/>
                  </a:lnTo>
                  <a:lnTo>
                    <a:pt x="13168" y="20157"/>
                  </a:lnTo>
                  <a:lnTo>
                    <a:pt x="13554" y="19810"/>
                  </a:lnTo>
                  <a:lnTo>
                    <a:pt x="13863" y="19423"/>
                  </a:lnTo>
                  <a:lnTo>
                    <a:pt x="14172" y="18999"/>
                  </a:lnTo>
                  <a:close/>
                  <a:moveTo>
                    <a:pt x="14018" y="20659"/>
                  </a:moveTo>
                  <a:lnTo>
                    <a:pt x="14172" y="20852"/>
                  </a:lnTo>
                  <a:lnTo>
                    <a:pt x="14288" y="20968"/>
                  </a:lnTo>
                  <a:lnTo>
                    <a:pt x="14134" y="21007"/>
                  </a:lnTo>
                  <a:lnTo>
                    <a:pt x="14056" y="21045"/>
                  </a:lnTo>
                  <a:lnTo>
                    <a:pt x="14018" y="21122"/>
                  </a:lnTo>
                  <a:lnTo>
                    <a:pt x="13979" y="21200"/>
                  </a:lnTo>
                  <a:lnTo>
                    <a:pt x="14018" y="21277"/>
                  </a:lnTo>
                  <a:lnTo>
                    <a:pt x="14404" y="21663"/>
                  </a:lnTo>
                  <a:lnTo>
                    <a:pt x="14751" y="22049"/>
                  </a:lnTo>
                  <a:lnTo>
                    <a:pt x="15099" y="22435"/>
                  </a:lnTo>
                  <a:lnTo>
                    <a:pt x="15408" y="22860"/>
                  </a:lnTo>
                  <a:lnTo>
                    <a:pt x="15678" y="23285"/>
                  </a:lnTo>
                  <a:lnTo>
                    <a:pt x="15910" y="23748"/>
                  </a:lnTo>
                  <a:lnTo>
                    <a:pt x="16142" y="24250"/>
                  </a:lnTo>
                  <a:lnTo>
                    <a:pt x="16335" y="24714"/>
                  </a:lnTo>
                  <a:lnTo>
                    <a:pt x="15871" y="24636"/>
                  </a:lnTo>
                  <a:lnTo>
                    <a:pt x="15485" y="24521"/>
                  </a:lnTo>
                  <a:lnTo>
                    <a:pt x="15099" y="24327"/>
                  </a:lnTo>
                  <a:lnTo>
                    <a:pt x="14790" y="24096"/>
                  </a:lnTo>
                  <a:lnTo>
                    <a:pt x="14481" y="23825"/>
                  </a:lnTo>
                  <a:lnTo>
                    <a:pt x="14211" y="23517"/>
                  </a:lnTo>
                  <a:lnTo>
                    <a:pt x="13979" y="23169"/>
                  </a:lnTo>
                  <a:lnTo>
                    <a:pt x="13747" y="22744"/>
                  </a:lnTo>
                  <a:lnTo>
                    <a:pt x="13593" y="22397"/>
                  </a:lnTo>
                  <a:lnTo>
                    <a:pt x="13400" y="22126"/>
                  </a:lnTo>
                  <a:lnTo>
                    <a:pt x="13284" y="22011"/>
                  </a:lnTo>
                  <a:lnTo>
                    <a:pt x="13130" y="21895"/>
                  </a:lnTo>
                  <a:lnTo>
                    <a:pt x="12975" y="21856"/>
                  </a:lnTo>
                  <a:lnTo>
                    <a:pt x="12821" y="21895"/>
                  </a:lnTo>
                  <a:lnTo>
                    <a:pt x="12821" y="21702"/>
                  </a:lnTo>
                  <a:lnTo>
                    <a:pt x="12898" y="21470"/>
                  </a:lnTo>
                  <a:lnTo>
                    <a:pt x="13207" y="21315"/>
                  </a:lnTo>
                  <a:lnTo>
                    <a:pt x="13477" y="21122"/>
                  </a:lnTo>
                  <a:lnTo>
                    <a:pt x="13786" y="20891"/>
                  </a:lnTo>
                  <a:lnTo>
                    <a:pt x="14018" y="20659"/>
                  </a:lnTo>
                  <a:close/>
                  <a:moveTo>
                    <a:pt x="5291" y="17145"/>
                  </a:moveTo>
                  <a:lnTo>
                    <a:pt x="5677" y="17608"/>
                  </a:lnTo>
                  <a:lnTo>
                    <a:pt x="6102" y="18072"/>
                  </a:lnTo>
                  <a:lnTo>
                    <a:pt x="6565" y="18497"/>
                  </a:lnTo>
                  <a:lnTo>
                    <a:pt x="7029" y="18883"/>
                  </a:lnTo>
                  <a:lnTo>
                    <a:pt x="7531" y="19192"/>
                  </a:lnTo>
                  <a:lnTo>
                    <a:pt x="7531" y="19230"/>
                  </a:lnTo>
                  <a:lnTo>
                    <a:pt x="7917" y="19964"/>
                  </a:lnTo>
                  <a:lnTo>
                    <a:pt x="8380" y="20698"/>
                  </a:lnTo>
                  <a:lnTo>
                    <a:pt x="8573" y="20968"/>
                  </a:lnTo>
                  <a:lnTo>
                    <a:pt x="8805" y="21238"/>
                  </a:lnTo>
                  <a:lnTo>
                    <a:pt x="8998" y="21509"/>
                  </a:lnTo>
                  <a:lnTo>
                    <a:pt x="9036" y="21663"/>
                  </a:lnTo>
                  <a:lnTo>
                    <a:pt x="9075" y="21817"/>
                  </a:lnTo>
                  <a:lnTo>
                    <a:pt x="9075" y="22011"/>
                  </a:lnTo>
                  <a:lnTo>
                    <a:pt x="9036" y="22204"/>
                  </a:lnTo>
                  <a:lnTo>
                    <a:pt x="8882" y="22590"/>
                  </a:lnTo>
                  <a:lnTo>
                    <a:pt x="8496" y="23362"/>
                  </a:lnTo>
                  <a:lnTo>
                    <a:pt x="7955" y="24868"/>
                  </a:lnTo>
                  <a:lnTo>
                    <a:pt x="7608" y="24173"/>
                  </a:lnTo>
                  <a:lnTo>
                    <a:pt x="7260" y="23555"/>
                  </a:lnTo>
                  <a:lnTo>
                    <a:pt x="6874" y="22899"/>
                  </a:lnTo>
                  <a:lnTo>
                    <a:pt x="6488" y="22281"/>
                  </a:lnTo>
                  <a:lnTo>
                    <a:pt x="5716" y="21315"/>
                  </a:lnTo>
                  <a:lnTo>
                    <a:pt x="5214" y="20736"/>
                  </a:lnTo>
                  <a:lnTo>
                    <a:pt x="4982" y="20389"/>
                  </a:lnTo>
                  <a:lnTo>
                    <a:pt x="4789" y="20080"/>
                  </a:lnTo>
                  <a:lnTo>
                    <a:pt x="4827" y="20003"/>
                  </a:lnTo>
                  <a:lnTo>
                    <a:pt x="4827" y="19925"/>
                  </a:lnTo>
                  <a:lnTo>
                    <a:pt x="4827" y="19887"/>
                  </a:lnTo>
                  <a:lnTo>
                    <a:pt x="4750" y="19810"/>
                  </a:lnTo>
                  <a:lnTo>
                    <a:pt x="5021" y="18458"/>
                  </a:lnTo>
                  <a:lnTo>
                    <a:pt x="5291" y="17145"/>
                  </a:lnTo>
                  <a:close/>
                  <a:moveTo>
                    <a:pt x="14481" y="20157"/>
                  </a:moveTo>
                  <a:lnTo>
                    <a:pt x="15022" y="20273"/>
                  </a:lnTo>
                  <a:lnTo>
                    <a:pt x="15485" y="20466"/>
                  </a:lnTo>
                  <a:lnTo>
                    <a:pt x="15987" y="20659"/>
                  </a:lnTo>
                  <a:lnTo>
                    <a:pt x="16451" y="20891"/>
                  </a:lnTo>
                  <a:lnTo>
                    <a:pt x="16180" y="21007"/>
                  </a:lnTo>
                  <a:lnTo>
                    <a:pt x="15949" y="21007"/>
                  </a:lnTo>
                  <a:lnTo>
                    <a:pt x="15678" y="20968"/>
                  </a:lnTo>
                  <a:lnTo>
                    <a:pt x="15447" y="20891"/>
                  </a:lnTo>
                  <a:lnTo>
                    <a:pt x="15292" y="20891"/>
                  </a:lnTo>
                  <a:lnTo>
                    <a:pt x="15176" y="20968"/>
                  </a:lnTo>
                  <a:lnTo>
                    <a:pt x="15176" y="21045"/>
                  </a:lnTo>
                  <a:lnTo>
                    <a:pt x="15176" y="21084"/>
                  </a:lnTo>
                  <a:lnTo>
                    <a:pt x="15215" y="21161"/>
                  </a:lnTo>
                  <a:lnTo>
                    <a:pt x="15253" y="21200"/>
                  </a:lnTo>
                  <a:lnTo>
                    <a:pt x="15794" y="21547"/>
                  </a:lnTo>
                  <a:lnTo>
                    <a:pt x="16257" y="21972"/>
                  </a:lnTo>
                  <a:lnTo>
                    <a:pt x="16489" y="22204"/>
                  </a:lnTo>
                  <a:lnTo>
                    <a:pt x="16682" y="22435"/>
                  </a:lnTo>
                  <a:lnTo>
                    <a:pt x="16837" y="22706"/>
                  </a:lnTo>
                  <a:lnTo>
                    <a:pt x="16991" y="22976"/>
                  </a:lnTo>
                  <a:lnTo>
                    <a:pt x="17223" y="23517"/>
                  </a:lnTo>
                  <a:lnTo>
                    <a:pt x="17339" y="23825"/>
                  </a:lnTo>
                  <a:lnTo>
                    <a:pt x="17416" y="24173"/>
                  </a:lnTo>
                  <a:lnTo>
                    <a:pt x="17493" y="24482"/>
                  </a:lnTo>
                  <a:lnTo>
                    <a:pt x="17532" y="24791"/>
                  </a:lnTo>
                  <a:lnTo>
                    <a:pt x="17493" y="25100"/>
                  </a:lnTo>
                  <a:lnTo>
                    <a:pt x="17455" y="25409"/>
                  </a:lnTo>
                  <a:lnTo>
                    <a:pt x="17339" y="25602"/>
                  </a:lnTo>
                  <a:lnTo>
                    <a:pt x="17223" y="25756"/>
                  </a:lnTo>
                  <a:lnTo>
                    <a:pt x="17068" y="25833"/>
                  </a:lnTo>
                  <a:lnTo>
                    <a:pt x="16914" y="25872"/>
                  </a:lnTo>
                  <a:lnTo>
                    <a:pt x="16528" y="25872"/>
                  </a:lnTo>
                  <a:lnTo>
                    <a:pt x="16103" y="25756"/>
                  </a:lnTo>
                  <a:lnTo>
                    <a:pt x="15447" y="25563"/>
                  </a:lnTo>
                  <a:lnTo>
                    <a:pt x="15099" y="25409"/>
                  </a:lnTo>
                  <a:lnTo>
                    <a:pt x="14790" y="25254"/>
                  </a:lnTo>
                  <a:lnTo>
                    <a:pt x="14443" y="25061"/>
                  </a:lnTo>
                  <a:lnTo>
                    <a:pt x="14095" y="24829"/>
                  </a:lnTo>
                  <a:lnTo>
                    <a:pt x="13786" y="24559"/>
                  </a:lnTo>
                  <a:lnTo>
                    <a:pt x="13516" y="24250"/>
                  </a:lnTo>
                  <a:lnTo>
                    <a:pt x="13284" y="23903"/>
                  </a:lnTo>
                  <a:lnTo>
                    <a:pt x="13091" y="23555"/>
                  </a:lnTo>
                  <a:lnTo>
                    <a:pt x="12937" y="23208"/>
                  </a:lnTo>
                  <a:lnTo>
                    <a:pt x="12821" y="22783"/>
                  </a:lnTo>
                  <a:lnTo>
                    <a:pt x="12744" y="22706"/>
                  </a:lnTo>
                  <a:lnTo>
                    <a:pt x="12666" y="22667"/>
                  </a:lnTo>
                  <a:lnTo>
                    <a:pt x="12589" y="22706"/>
                  </a:lnTo>
                  <a:lnTo>
                    <a:pt x="12512" y="22744"/>
                  </a:lnTo>
                  <a:lnTo>
                    <a:pt x="12048" y="23439"/>
                  </a:lnTo>
                  <a:lnTo>
                    <a:pt x="11933" y="23053"/>
                  </a:lnTo>
                  <a:lnTo>
                    <a:pt x="11855" y="22628"/>
                  </a:lnTo>
                  <a:lnTo>
                    <a:pt x="11855" y="22242"/>
                  </a:lnTo>
                  <a:lnTo>
                    <a:pt x="11894" y="21817"/>
                  </a:lnTo>
                  <a:lnTo>
                    <a:pt x="12280" y="21740"/>
                  </a:lnTo>
                  <a:lnTo>
                    <a:pt x="12666" y="21586"/>
                  </a:lnTo>
                  <a:lnTo>
                    <a:pt x="12589" y="21817"/>
                  </a:lnTo>
                  <a:lnTo>
                    <a:pt x="12589" y="22049"/>
                  </a:lnTo>
                  <a:lnTo>
                    <a:pt x="12589" y="22126"/>
                  </a:lnTo>
                  <a:lnTo>
                    <a:pt x="12628" y="22165"/>
                  </a:lnTo>
                  <a:lnTo>
                    <a:pt x="12937" y="22165"/>
                  </a:lnTo>
                  <a:lnTo>
                    <a:pt x="13130" y="22319"/>
                  </a:lnTo>
                  <a:lnTo>
                    <a:pt x="13323" y="22551"/>
                  </a:lnTo>
                  <a:lnTo>
                    <a:pt x="13516" y="22821"/>
                  </a:lnTo>
                  <a:lnTo>
                    <a:pt x="13863" y="23439"/>
                  </a:lnTo>
                  <a:lnTo>
                    <a:pt x="14095" y="23825"/>
                  </a:lnTo>
                  <a:lnTo>
                    <a:pt x="14404" y="24173"/>
                  </a:lnTo>
                  <a:lnTo>
                    <a:pt x="14751" y="24482"/>
                  </a:lnTo>
                  <a:lnTo>
                    <a:pt x="15176" y="24752"/>
                  </a:lnTo>
                  <a:lnTo>
                    <a:pt x="15640" y="24907"/>
                  </a:lnTo>
                  <a:lnTo>
                    <a:pt x="15871" y="24945"/>
                  </a:lnTo>
                  <a:lnTo>
                    <a:pt x="16103" y="24984"/>
                  </a:lnTo>
                  <a:lnTo>
                    <a:pt x="16566" y="24984"/>
                  </a:lnTo>
                  <a:lnTo>
                    <a:pt x="16644" y="24945"/>
                  </a:lnTo>
                  <a:lnTo>
                    <a:pt x="16644" y="24907"/>
                  </a:lnTo>
                  <a:lnTo>
                    <a:pt x="16644" y="24829"/>
                  </a:lnTo>
                  <a:lnTo>
                    <a:pt x="16605" y="24791"/>
                  </a:lnTo>
                  <a:lnTo>
                    <a:pt x="16605" y="24752"/>
                  </a:lnTo>
                  <a:lnTo>
                    <a:pt x="16451" y="24250"/>
                  </a:lnTo>
                  <a:lnTo>
                    <a:pt x="16257" y="23748"/>
                  </a:lnTo>
                  <a:lnTo>
                    <a:pt x="16026" y="23285"/>
                  </a:lnTo>
                  <a:lnTo>
                    <a:pt x="15755" y="22821"/>
                  </a:lnTo>
                  <a:lnTo>
                    <a:pt x="15485" y="22397"/>
                  </a:lnTo>
                  <a:lnTo>
                    <a:pt x="15176" y="22011"/>
                  </a:lnTo>
                  <a:lnTo>
                    <a:pt x="14829" y="21586"/>
                  </a:lnTo>
                  <a:lnTo>
                    <a:pt x="14443" y="21238"/>
                  </a:lnTo>
                  <a:lnTo>
                    <a:pt x="14597" y="21161"/>
                  </a:lnTo>
                  <a:lnTo>
                    <a:pt x="14713" y="21045"/>
                  </a:lnTo>
                  <a:lnTo>
                    <a:pt x="14751" y="20968"/>
                  </a:lnTo>
                  <a:lnTo>
                    <a:pt x="14751" y="20929"/>
                  </a:lnTo>
                  <a:lnTo>
                    <a:pt x="14713" y="20852"/>
                  </a:lnTo>
                  <a:lnTo>
                    <a:pt x="14674" y="20814"/>
                  </a:lnTo>
                  <a:lnTo>
                    <a:pt x="14211" y="20505"/>
                  </a:lnTo>
                  <a:lnTo>
                    <a:pt x="14481" y="20157"/>
                  </a:lnTo>
                  <a:close/>
                  <a:moveTo>
                    <a:pt x="155" y="0"/>
                  </a:moveTo>
                  <a:lnTo>
                    <a:pt x="116" y="39"/>
                  </a:lnTo>
                  <a:lnTo>
                    <a:pt x="78" y="77"/>
                  </a:lnTo>
                  <a:lnTo>
                    <a:pt x="116" y="155"/>
                  </a:lnTo>
                  <a:lnTo>
                    <a:pt x="78" y="193"/>
                  </a:lnTo>
                  <a:lnTo>
                    <a:pt x="39" y="270"/>
                  </a:lnTo>
                  <a:lnTo>
                    <a:pt x="1" y="1583"/>
                  </a:lnTo>
                  <a:lnTo>
                    <a:pt x="39" y="2896"/>
                  </a:lnTo>
                  <a:lnTo>
                    <a:pt x="116" y="4171"/>
                  </a:lnTo>
                  <a:lnTo>
                    <a:pt x="310" y="5483"/>
                  </a:lnTo>
                  <a:lnTo>
                    <a:pt x="541" y="6758"/>
                  </a:lnTo>
                  <a:lnTo>
                    <a:pt x="850" y="8032"/>
                  </a:lnTo>
                  <a:lnTo>
                    <a:pt x="1198" y="9306"/>
                  </a:lnTo>
                  <a:lnTo>
                    <a:pt x="1622" y="10542"/>
                  </a:lnTo>
                  <a:lnTo>
                    <a:pt x="2124" y="11739"/>
                  </a:lnTo>
                  <a:lnTo>
                    <a:pt x="2665" y="12936"/>
                  </a:lnTo>
                  <a:lnTo>
                    <a:pt x="3283" y="14095"/>
                  </a:lnTo>
                  <a:lnTo>
                    <a:pt x="3978" y="15214"/>
                  </a:lnTo>
                  <a:lnTo>
                    <a:pt x="4519" y="16064"/>
                  </a:lnTo>
                  <a:lnTo>
                    <a:pt x="5098" y="16913"/>
                  </a:lnTo>
                  <a:lnTo>
                    <a:pt x="4827" y="17686"/>
                  </a:lnTo>
                  <a:lnTo>
                    <a:pt x="4596" y="18458"/>
                  </a:lnTo>
                  <a:lnTo>
                    <a:pt x="4441" y="19269"/>
                  </a:lnTo>
                  <a:lnTo>
                    <a:pt x="4325" y="20080"/>
                  </a:lnTo>
                  <a:lnTo>
                    <a:pt x="4325" y="20157"/>
                  </a:lnTo>
                  <a:lnTo>
                    <a:pt x="4364" y="20196"/>
                  </a:lnTo>
                  <a:lnTo>
                    <a:pt x="4480" y="20273"/>
                  </a:lnTo>
                  <a:lnTo>
                    <a:pt x="4596" y="20543"/>
                  </a:lnTo>
                  <a:lnTo>
                    <a:pt x="4712" y="20775"/>
                  </a:lnTo>
                  <a:lnTo>
                    <a:pt x="4905" y="21045"/>
                  </a:lnTo>
                  <a:lnTo>
                    <a:pt x="5059" y="21277"/>
                  </a:lnTo>
                  <a:lnTo>
                    <a:pt x="5484" y="21702"/>
                  </a:lnTo>
                  <a:lnTo>
                    <a:pt x="5831" y="22165"/>
                  </a:lnTo>
                  <a:lnTo>
                    <a:pt x="6333" y="22860"/>
                  </a:lnTo>
                  <a:lnTo>
                    <a:pt x="6835" y="23594"/>
                  </a:lnTo>
                  <a:lnTo>
                    <a:pt x="7260" y="24366"/>
                  </a:lnTo>
                  <a:lnTo>
                    <a:pt x="7646" y="25138"/>
                  </a:lnTo>
                  <a:lnTo>
                    <a:pt x="7724" y="25216"/>
                  </a:lnTo>
                  <a:lnTo>
                    <a:pt x="7878" y="25216"/>
                  </a:lnTo>
                  <a:lnTo>
                    <a:pt x="7917" y="25177"/>
                  </a:lnTo>
                  <a:lnTo>
                    <a:pt x="7994" y="25216"/>
                  </a:lnTo>
                  <a:lnTo>
                    <a:pt x="8110" y="25216"/>
                  </a:lnTo>
                  <a:lnTo>
                    <a:pt x="8187" y="25138"/>
                  </a:lnTo>
                  <a:lnTo>
                    <a:pt x="8534" y="24327"/>
                  </a:lnTo>
                  <a:lnTo>
                    <a:pt x="8921" y="23478"/>
                  </a:lnTo>
                  <a:lnTo>
                    <a:pt x="9577" y="21779"/>
                  </a:lnTo>
                  <a:lnTo>
                    <a:pt x="9577" y="21663"/>
                  </a:lnTo>
                  <a:lnTo>
                    <a:pt x="9538" y="21586"/>
                  </a:lnTo>
                  <a:lnTo>
                    <a:pt x="8766" y="20543"/>
                  </a:lnTo>
                  <a:lnTo>
                    <a:pt x="8071" y="19462"/>
                  </a:lnTo>
                  <a:lnTo>
                    <a:pt x="8612" y="19694"/>
                  </a:lnTo>
                  <a:lnTo>
                    <a:pt x="9152" y="19848"/>
                  </a:lnTo>
                  <a:lnTo>
                    <a:pt x="9732" y="19925"/>
                  </a:lnTo>
                  <a:lnTo>
                    <a:pt x="10311" y="19964"/>
                  </a:lnTo>
                  <a:lnTo>
                    <a:pt x="10311" y="20389"/>
                  </a:lnTo>
                  <a:lnTo>
                    <a:pt x="10349" y="20852"/>
                  </a:lnTo>
                  <a:lnTo>
                    <a:pt x="10465" y="21315"/>
                  </a:lnTo>
                  <a:lnTo>
                    <a:pt x="10542" y="21547"/>
                  </a:lnTo>
                  <a:lnTo>
                    <a:pt x="10697" y="21740"/>
                  </a:lnTo>
                  <a:lnTo>
                    <a:pt x="10736" y="21779"/>
                  </a:lnTo>
                  <a:lnTo>
                    <a:pt x="10813" y="21779"/>
                  </a:lnTo>
                  <a:lnTo>
                    <a:pt x="10851" y="21856"/>
                  </a:lnTo>
                  <a:lnTo>
                    <a:pt x="10929" y="21856"/>
                  </a:lnTo>
                  <a:lnTo>
                    <a:pt x="11315" y="21895"/>
                  </a:lnTo>
                  <a:lnTo>
                    <a:pt x="11662" y="21856"/>
                  </a:lnTo>
                  <a:lnTo>
                    <a:pt x="11624" y="22126"/>
                  </a:lnTo>
                  <a:lnTo>
                    <a:pt x="11585" y="22358"/>
                  </a:lnTo>
                  <a:lnTo>
                    <a:pt x="11546" y="22590"/>
                  </a:lnTo>
                  <a:lnTo>
                    <a:pt x="11585" y="22860"/>
                  </a:lnTo>
                  <a:lnTo>
                    <a:pt x="11624" y="23092"/>
                  </a:lnTo>
                  <a:lnTo>
                    <a:pt x="11662" y="23323"/>
                  </a:lnTo>
                  <a:lnTo>
                    <a:pt x="11778" y="23594"/>
                  </a:lnTo>
                  <a:lnTo>
                    <a:pt x="11894" y="23825"/>
                  </a:lnTo>
                  <a:lnTo>
                    <a:pt x="11933" y="23903"/>
                  </a:lnTo>
                  <a:lnTo>
                    <a:pt x="12010" y="23903"/>
                  </a:lnTo>
                  <a:lnTo>
                    <a:pt x="12087" y="23864"/>
                  </a:lnTo>
                  <a:lnTo>
                    <a:pt x="12164" y="23825"/>
                  </a:lnTo>
                  <a:lnTo>
                    <a:pt x="12589" y="23208"/>
                  </a:lnTo>
                  <a:lnTo>
                    <a:pt x="12744" y="23594"/>
                  </a:lnTo>
                  <a:lnTo>
                    <a:pt x="12937" y="23941"/>
                  </a:lnTo>
                  <a:lnTo>
                    <a:pt x="13168" y="24289"/>
                  </a:lnTo>
                  <a:lnTo>
                    <a:pt x="13439" y="24598"/>
                  </a:lnTo>
                  <a:lnTo>
                    <a:pt x="13709" y="24907"/>
                  </a:lnTo>
                  <a:lnTo>
                    <a:pt x="14018" y="25177"/>
                  </a:lnTo>
                  <a:lnTo>
                    <a:pt x="14365" y="25409"/>
                  </a:lnTo>
                  <a:lnTo>
                    <a:pt x="14713" y="25602"/>
                  </a:lnTo>
                  <a:lnTo>
                    <a:pt x="15331" y="25911"/>
                  </a:lnTo>
                  <a:lnTo>
                    <a:pt x="15717" y="26027"/>
                  </a:lnTo>
                  <a:lnTo>
                    <a:pt x="16142" y="26181"/>
                  </a:lnTo>
                  <a:lnTo>
                    <a:pt x="16566" y="26258"/>
                  </a:lnTo>
                  <a:lnTo>
                    <a:pt x="16953" y="26297"/>
                  </a:lnTo>
                  <a:lnTo>
                    <a:pt x="17146" y="26297"/>
                  </a:lnTo>
                  <a:lnTo>
                    <a:pt x="17300" y="26258"/>
                  </a:lnTo>
                  <a:lnTo>
                    <a:pt x="17416" y="26181"/>
                  </a:lnTo>
                  <a:lnTo>
                    <a:pt x="17570" y="26104"/>
                  </a:lnTo>
                  <a:lnTo>
                    <a:pt x="17648" y="25949"/>
                  </a:lnTo>
                  <a:lnTo>
                    <a:pt x="17725" y="25833"/>
                  </a:lnTo>
                  <a:lnTo>
                    <a:pt x="17841" y="25486"/>
                  </a:lnTo>
                  <a:lnTo>
                    <a:pt x="17879" y="25100"/>
                  </a:lnTo>
                  <a:lnTo>
                    <a:pt x="17841" y="24675"/>
                  </a:lnTo>
                  <a:lnTo>
                    <a:pt x="17802" y="24289"/>
                  </a:lnTo>
                  <a:lnTo>
                    <a:pt x="17686" y="23903"/>
                  </a:lnTo>
                  <a:lnTo>
                    <a:pt x="17493" y="23246"/>
                  </a:lnTo>
                  <a:lnTo>
                    <a:pt x="17223" y="22706"/>
                  </a:lnTo>
                  <a:lnTo>
                    <a:pt x="16914" y="22204"/>
                  </a:lnTo>
                  <a:lnTo>
                    <a:pt x="16528" y="21740"/>
                  </a:lnTo>
                  <a:lnTo>
                    <a:pt x="16103" y="21354"/>
                  </a:lnTo>
                  <a:lnTo>
                    <a:pt x="16296" y="21315"/>
                  </a:lnTo>
                  <a:lnTo>
                    <a:pt x="16489" y="21277"/>
                  </a:lnTo>
                  <a:lnTo>
                    <a:pt x="16682" y="21161"/>
                  </a:lnTo>
                  <a:lnTo>
                    <a:pt x="16875" y="21045"/>
                  </a:lnTo>
                  <a:lnTo>
                    <a:pt x="16914" y="21007"/>
                  </a:lnTo>
                  <a:lnTo>
                    <a:pt x="16953" y="20929"/>
                  </a:lnTo>
                  <a:lnTo>
                    <a:pt x="16914" y="20814"/>
                  </a:lnTo>
                  <a:lnTo>
                    <a:pt x="16875" y="20775"/>
                  </a:lnTo>
                  <a:lnTo>
                    <a:pt x="16335" y="20466"/>
                  </a:lnTo>
                  <a:lnTo>
                    <a:pt x="15833" y="20196"/>
                  </a:lnTo>
                  <a:lnTo>
                    <a:pt x="15292" y="20003"/>
                  </a:lnTo>
                  <a:lnTo>
                    <a:pt x="14713" y="19848"/>
                  </a:lnTo>
                  <a:lnTo>
                    <a:pt x="14983" y="19346"/>
                  </a:lnTo>
                  <a:lnTo>
                    <a:pt x="14983" y="19230"/>
                  </a:lnTo>
                  <a:lnTo>
                    <a:pt x="14983" y="19114"/>
                  </a:lnTo>
                  <a:lnTo>
                    <a:pt x="14983" y="19076"/>
                  </a:lnTo>
                  <a:lnTo>
                    <a:pt x="14945" y="19037"/>
                  </a:lnTo>
                  <a:lnTo>
                    <a:pt x="14172" y="18574"/>
                  </a:lnTo>
                  <a:lnTo>
                    <a:pt x="13825" y="18342"/>
                  </a:lnTo>
                  <a:lnTo>
                    <a:pt x="13477" y="18033"/>
                  </a:lnTo>
                  <a:lnTo>
                    <a:pt x="13554" y="17879"/>
                  </a:lnTo>
                  <a:lnTo>
                    <a:pt x="13670" y="17493"/>
                  </a:lnTo>
                  <a:lnTo>
                    <a:pt x="13747" y="17106"/>
                  </a:lnTo>
                  <a:lnTo>
                    <a:pt x="13786" y="16720"/>
                  </a:lnTo>
                  <a:lnTo>
                    <a:pt x="13825" y="16334"/>
                  </a:lnTo>
                  <a:lnTo>
                    <a:pt x="14249" y="17106"/>
                  </a:lnTo>
                  <a:lnTo>
                    <a:pt x="14674" y="17956"/>
                  </a:lnTo>
                  <a:lnTo>
                    <a:pt x="14751" y="18033"/>
                  </a:lnTo>
                  <a:lnTo>
                    <a:pt x="14867" y="18033"/>
                  </a:lnTo>
                  <a:lnTo>
                    <a:pt x="15640" y="18072"/>
                  </a:lnTo>
                  <a:lnTo>
                    <a:pt x="16412" y="18110"/>
                  </a:lnTo>
                  <a:lnTo>
                    <a:pt x="17184" y="18188"/>
                  </a:lnTo>
                  <a:lnTo>
                    <a:pt x="17957" y="18304"/>
                  </a:lnTo>
                  <a:lnTo>
                    <a:pt x="18111" y="18304"/>
                  </a:lnTo>
                  <a:lnTo>
                    <a:pt x="18188" y="18226"/>
                  </a:lnTo>
                  <a:lnTo>
                    <a:pt x="18227" y="18110"/>
                  </a:lnTo>
                  <a:lnTo>
                    <a:pt x="18188" y="17995"/>
                  </a:lnTo>
                  <a:lnTo>
                    <a:pt x="16798" y="15099"/>
                  </a:lnTo>
                  <a:lnTo>
                    <a:pt x="16064" y="13631"/>
                  </a:lnTo>
                  <a:lnTo>
                    <a:pt x="15678" y="12936"/>
                  </a:lnTo>
                  <a:lnTo>
                    <a:pt x="15253" y="12241"/>
                  </a:lnTo>
                  <a:lnTo>
                    <a:pt x="15176" y="12202"/>
                  </a:lnTo>
                  <a:lnTo>
                    <a:pt x="15099" y="12202"/>
                  </a:lnTo>
                  <a:lnTo>
                    <a:pt x="14713" y="12164"/>
                  </a:lnTo>
                  <a:lnTo>
                    <a:pt x="14288" y="12164"/>
                  </a:lnTo>
                  <a:lnTo>
                    <a:pt x="13516" y="12125"/>
                  </a:lnTo>
                  <a:lnTo>
                    <a:pt x="12164" y="12009"/>
                  </a:lnTo>
                  <a:lnTo>
                    <a:pt x="11662" y="11198"/>
                  </a:lnTo>
                  <a:lnTo>
                    <a:pt x="11122" y="10465"/>
                  </a:lnTo>
                  <a:lnTo>
                    <a:pt x="10542" y="9731"/>
                  </a:lnTo>
                  <a:lnTo>
                    <a:pt x="10002" y="8997"/>
                  </a:lnTo>
                  <a:lnTo>
                    <a:pt x="8959" y="7762"/>
                  </a:lnTo>
                  <a:lnTo>
                    <a:pt x="7839" y="6565"/>
                  </a:lnTo>
                  <a:lnTo>
                    <a:pt x="6720" y="5406"/>
                  </a:lnTo>
                  <a:lnTo>
                    <a:pt x="5561" y="4286"/>
                  </a:lnTo>
                  <a:lnTo>
                    <a:pt x="4325" y="3205"/>
                  </a:lnTo>
                  <a:lnTo>
                    <a:pt x="3128" y="2163"/>
                  </a:lnTo>
                  <a:lnTo>
                    <a:pt x="1854" y="1120"/>
                  </a:lnTo>
                  <a:lnTo>
                    <a:pt x="580" y="116"/>
                  </a:lnTo>
                  <a:lnTo>
                    <a:pt x="541" y="77"/>
                  </a:lnTo>
                  <a:lnTo>
                    <a:pt x="464" y="77"/>
                  </a:lnTo>
                  <a:lnTo>
                    <a:pt x="348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"/>
            <p:cNvSpPr/>
            <p:nvPr/>
          </p:nvSpPr>
          <p:spPr>
            <a:xfrm>
              <a:off x="668675" y="2948700"/>
              <a:ext cx="256800" cy="152550"/>
            </a:xfrm>
            <a:custGeom>
              <a:avLst/>
              <a:gdLst/>
              <a:ahLst/>
              <a:cxnLst/>
              <a:rect l="l" t="t" r="r" b="b"/>
              <a:pathLst>
                <a:path w="10272" h="6102" extrusionOk="0">
                  <a:moveTo>
                    <a:pt x="541" y="1"/>
                  </a:moveTo>
                  <a:lnTo>
                    <a:pt x="425" y="39"/>
                  </a:lnTo>
                  <a:lnTo>
                    <a:pt x="348" y="116"/>
                  </a:lnTo>
                  <a:lnTo>
                    <a:pt x="232" y="194"/>
                  </a:lnTo>
                  <a:lnTo>
                    <a:pt x="155" y="348"/>
                  </a:lnTo>
                  <a:lnTo>
                    <a:pt x="77" y="503"/>
                  </a:lnTo>
                  <a:lnTo>
                    <a:pt x="0" y="889"/>
                  </a:lnTo>
                  <a:lnTo>
                    <a:pt x="0" y="1275"/>
                  </a:lnTo>
                  <a:lnTo>
                    <a:pt x="0" y="1622"/>
                  </a:lnTo>
                  <a:lnTo>
                    <a:pt x="0" y="2047"/>
                  </a:lnTo>
                  <a:lnTo>
                    <a:pt x="77" y="2511"/>
                  </a:lnTo>
                  <a:lnTo>
                    <a:pt x="155" y="2935"/>
                  </a:lnTo>
                  <a:lnTo>
                    <a:pt x="309" y="3321"/>
                  </a:lnTo>
                  <a:lnTo>
                    <a:pt x="502" y="3785"/>
                  </a:lnTo>
                  <a:lnTo>
                    <a:pt x="734" y="4171"/>
                  </a:lnTo>
                  <a:lnTo>
                    <a:pt x="1004" y="4557"/>
                  </a:lnTo>
                  <a:lnTo>
                    <a:pt x="1313" y="4905"/>
                  </a:lnTo>
                  <a:lnTo>
                    <a:pt x="1699" y="5214"/>
                  </a:lnTo>
                  <a:lnTo>
                    <a:pt x="2047" y="5523"/>
                  </a:lnTo>
                  <a:lnTo>
                    <a:pt x="2472" y="5754"/>
                  </a:lnTo>
                  <a:lnTo>
                    <a:pt x="2896" y="5947"/>
                  </a:lnTo>
                  <a:lnTo>
                    <a:pt x="3167" y="5716"/>
                  </a:lnTo>
                  <a:lnTo>
                    <a:pt x="2819" y="5561"/>
                  </a:lnTo>
                  <a:lnTo>
                    <a:pt x="2510" y="5368"/>
                  </a:lnTo>
                  <a:lnTo>
                    <a:pt x="2240" y="5136"/>
                  </a:lnTo>
                  <a:lnTo>
                    <a:pt x="1931" y="4905"/>
                  </a:lnTo>
                  <a:lnTo>
                    <a:pt x="1661" y="4634"/>
                  </a:lnTo>
                  <a:lnTo>
                    <a:pt x="1429" y="4364"/>
                  </a:lnTo>
                  <a:lnTo>
                    <a:pt x="1197" y="4094"/>
                  </a:lnTo>
                  <a:lnTo>
                    <a:pt x="1004" y="3785"/>
                  </a:lnTo>
                  <a:lnTo>
                    <a:pt x="811" y="3476"/>
                  </a:lnTo>
                  <a:lnTo>
                    <a:pt x="657" y="3128"/>
                  </a:lnTo>
                  <a:lnTo>
                    <a:pt x="541" y="2781"/>
                  </a:lnTo>
                  <a:lnTo>
                    <a:pt x="464" y="2433"/>
                  </a:lnTo>
                  <a:lnTo>
                    <a:pt x="425" y="2086"/>
                  </a:lnTo>
                  <a:lnTo>
                    <a:pt x="386" y="1700"/>
                  </a:lnTo>
                  <a:lnTo>
                    <a:pt x="425" y="1352"/>
                  </a:lnTo>
                  <a:lnTo>
                    <a:pt x="464" y="966"/>
                  </a:lnTo>
                  <a:lnTo>
                    <a:pt x="541" y="696"/>
                  </a:lnTo>
                  <a:lnTo>
                    <a:pt x="579" y="541"/>
                  </a:lnTo>
                  <a:lnTo>
                    <a:pt x="657" y="464"/>
                  </a:lnTo>
                  <a:lnTo>
                    <a:pt x="811" y="503"/>
                  </a:lnTo>
                  <a:lnTo>
                    <a:pt x="1043" y="618"/>
                  </a:lnTo>
                  <a:lnTo>
                    <a:pt x="1429" y="812"/>
                  </a:lnTo>
                  <a:lnTo>
                    <a:pt x="1738" y="1005"/>
                  </a:lnTo>
                  <a:lnTo>
                    <a:pt x="2085" y="1236"/>
                  </a:lnTo>
                  <a:lnTo>
                    <a:pt x="2394" y="1468"/>
                  </a:lnTo>
                  <a:lnTo>
                    <a:pt x="2665" y="1738"/>
                  </a:lnTo>
                  <a:lnTo>
                    <a:pt x="2935" y="2009"/>
                  </a:lnTo>
                  <a:lnTo>
                    <a:pt x="3167" y="2279"/>
                  </a:lnTo>
                  <a:lnTo>
                    <a:pt x="3360" y="2588"/>
                  </a:lnTo>
                  <a:lnTo>
                    <a:pt x="3514" y="2897"/>
                  </a:lnTo>
                  <a:lnTo>
                    <a:pt x="3630" y="3244"/>
                  </a:lnTo>
                  <a:lnTo>
                    <a:pt x="3707" y="3592"/>
                  </a:lnTo>
                  <a:lnTo>
                    <a:pt x="3784" y="3939"/>
                  </a:lnTo>
                  <a:lnTo>
                    <a:pt x="3784" y="4325"/>
                  </a:lnTo>
                  <a:lnTo>
                    <a:pt x="3823" y="4403"/>
                  </a:lnTo>
                  <a:lnTo>
                    <a:pt x="3939" y="4480"/>
                  </a:lnTo>
                  <a:lnTo>
                    <a:pt x="3939" y="4557"/>
                  </a:lnTo>
                  <a:lnTo>
                    <a:pt x="3978" y="4596"/>
                  </a:lnTo>
                  <a:lnTo>
                    <a:pt x="4016" y="4596"/>
                  </a:lnTo>
                  <a:lnTo>
                    <a:pt x="4055" y="4557"/>
                  </a:lnTo>
                  <a:lnTo>
                    <a:pt x="4171" y="4403"/>
                  </a:lnTo>
                  <a:lnTo>
                    <a:pt x="4286" y="4287"/>
                  </a:lnTo>
                  <a:lnTo>
                    <a:pt x="4595" y="4017"/>
                  </a:lnTo>
                  <a:lnTo>
                    <a:pt x="4943" y="3785"/>
                  </a:lnTo>
                  <a:lnTo>
                    <a:pt x="5329" y="3630"/>
                  </a:lnTo>
                  <a:lnTo>
                    <a:pt x="5754" y="3476"/>
                  </a:lnTo>
                  <a:lnTo>
                    <a:pt x="6179" y="3360"/>
                  </a:lnTo>
                  <a:lnTo>
                    <a:pt x="6565" y="3283"/>
                  </a:lnTo>
                  <a:lnTo>
                    <a:pt x="6912" y="3206"/>
                  </a:lnTo>
                  <a:lnTo>
                    <a:pt x="7260" y="3167"/>
                  </a:lnTo>
                  <a:lnTo>
                    <a:pt x="7646" y="3167"/>
                  </a:lnTo>
                  <a:lnTo>
                    <a:pt x="7994" y="3206"/>
                  </a:lnTo>
                  <a:lnTo>
                    <a:pt x="8380" y="3244"/>
                  </a:lnTo>
                  <a:lnTo>
                    <a:pt x="8727" y="3321"/>
                  </a:lnTo>
                  <a:lnTo>
                    <a:pt x="9075" y="3399"/>
                  </a:lnTo>
                  <a:lnTo>
                    <a:pt x="9422" y="3553"/>
                  </a:lnTo>
                  <a:lnTo>
                    <a:pt x="9770" y="3669"/>
                  </a:lnTo>
                  <a:lnTo>
                    <a:pt x="9499" y="4017"/>
                  </a:lnTo>
                  <a:lnTo>
                    <a:pt x="9229" y="4364"/>
                  </a:lnTo>
                  <a:lnTo>
                    <a:pt x="8920" y="4634"/>
                  </a:lnTo>
                  <a:lnTo>
                    <a:pt x="8611" y="4905"/>
                  </a:lnTo>
                  <a:lnTo>
                    <a:pt x="8264" y="5136"/>
                  </a:lnTo>
                  <a:lnTo>
                    <a:pt x="7916" y="5329"/>
                  </a:lnTo>
                  <a:lnTo>
                    <a:pt x="7530" y="5484"/>
                  </a:lnTo>
                  <a:lnTo>
                    <a:pt x="7105" y="5600"/>
                  </a:lnTo>
                  <a:lnTo>
                    <a:pt x="6719" y="5638"/>
                  </a:lnTo>
                  <a:lnTo>
                    <a:pt x="6333" y="5677"/>
                  </a:lnTo>
                  <a:lnTo>
                    <a:pt x="5599" y="5677"/>
                  </a:lnTo>
                  <a:lnTo>
                    <a:pt x="4866" y="5600"/>
                  </a:lnTo>
                  <a:lnTo>
                    <a:pt x="4093" y="5484"/>
                  </a:lnTo>
                  <a:lnTo>
                    <a:pt x="4016" y="5484"/>
                  </a:lnTo>
                  <a:lnTo>
                    <a:pt x="3978" y="5523"/>
                  </a:lnTo>
                  <a:lnTo>
                    <a:pt x="3900" y="5638"/>
                  </a:lnTo>
                  <a:lnTo>
                    <a:pt x="3862" y="5638"/>
                  </a:lnTo>
                  <a:lnTo>
                    <a:pt x="3862" y="5716"/>
                  </a:lnTo>
                  <a:lnTo>
                    <a:pt x="3900" y="6025"/>
                  </a:lnTo>
                  <a:lnTo>
                    <a:pt x="4093" y="5909"/>
                  </a:lnTo>
                  <a:lnTo>
                    <a:pt x="4943" y="6025"/>
                  </a:lnTo>
                  <a:lnTo>
                    <a:pt x="5792" y="6102"/>
                  </a:lnTo>
                  <a:lnTo>
                    <a:pt x="6217" y="6102"/>
                  </a:lnTo>
                  <a:lnTo>
                    <a:pt x="6642" y="6063"/>
                  </a:lnTo>
                  <a:lnTo>
                    <a:pt x="7105" y="6025"/>
                  </a:lnTo>
                  <a:lnTo>
                    <a:pt x="7530" y="5947"/>
                  </a:lnTo>
                  <a:lnTo>
                    <a:pt x="7955" y="5793"/>
                  </a:lnTo>
                  <a:lnTo>
                    <a:pt x="8341" y="5600"/>
                  </a:lnTo>
                  <a:lnTo>
                    <a:pt x="8727" y="5368"/>
                  </a:lnTo>
                  <a:lnTo>
                    <a:pt x="9075" y="5098"/>
                  </a:lnTo>
                  <a:lnTo>
                    <a:pt x="9384" y="4789"/>
                  </a:lnTo>
                  <a:lnTo>
                    <a:pt x="9654" y="4441"/>
                  </a:lnTo>
                  <a:lnTo>
                    <a:pt x="10233" y="3746"/>
                  </a:lnTo>
                  <a:lnTo>
                    <a:pt x="10272" y="3630"/>
                  </a:lnTo>
                  <a:lnTo>
                    <a:pt x="10272" y="3553"/>
                  </a:lnTo>
                  <a:lnTo>
                    <a:pt x="10233" y="3476"/>
                  </a:lnTo>
                  <a:lnTo>
                    <a:pt x="10156" y="3399"/>
                  </a:lnTo>
                  <a:lnTo>
                    <a:pt x="9693" y="3206"/>
                  </a:lnTo>
                  <a:lnTo>
                    <a:pt x="9229" y="3013"/>
                  </a:lnTo>
                  <a:lnTo>
                    <a:pt x="8766" y="2897"/>
                  </a:lnTo>
                  <a:lnTo>
                    <a:pt x="8264" y="2781"/>
                  </a:lnTo>
                  <a:lnTo>
                    <a:pt x="7800" y="2742"/>
                  </a:lnTo>
                  <a:lnTo>
                    <a:pt x="7298" y="2742"/>
                  </a:lnTo>
                  <a:lnTo>
                    <a:pt x="6796" y="2781"/>
                  </a:lnTo>
                  <a:lnTo>
                    <a:pt x="6294" y="2858"/>
                  </a:lnTo>
                  <a:lnTo>
                    <a:pt x="5870" y="3013"/>
                  </a:lnTo>
                  <a:lnTo>
                    <a:pt x="5290" y="3206"/>
                  </a:lnTo>
                  <a:lnTo>
                    <a:pt x="4982" y="3321"/>
                  </a:lnTo>
                  <a:lnTo>
                    <a:pt x="4673" y="3476"/>
                  </a:lnTo>
                  <a:lnTo>
                    <a:pt x="4402" y="3630"/>
                  </a:lnTo>
                  <a:lnTo>
                    <a:pt x="4209" y="3823"/>
                  </a:lnTo>
                  <a:lnTo>
                    <a:pt x="4132" y="3476"/>
                  </a:lnTo>
                  <a:lnTo>
                    <a:pt x="4055" y="3128"/>
                  </a:lnTo>
                  <a:lnTo>
                    <a:pt x="3939" y="2781"/>
                  </a:lnTo>
                  <a:lnTo>
                    <a:pt x="3784" y="2472"/>
                  </a:lnTo>
                  <a:lnTo>
                    <a:pt x="3591" y="2163"/>
                  </a:lnTo>
                  <a:lnTo>
                    <a:pt x="3360" y="1854"/>
                  </a:lnTo>
                  <a:lnTo>
                    <a:pt x="3128" y="1584"/>
                  </a:lnTo>
                  <a:lnTo>
                    <a:pt x="2858" y="1314"/>
                  </a:lnTo>
                  <a:lnTo>
                    <a:pt x="2472" y="966"/>
                  </a:lnTo>
                  <a:lnTo>
                    <a:pt x="2008" y="696"/>
                  </a:lnTo>
                  <a:lnTo>
                    <a:pt x="1545" y="425"/>
                  </a:lnTo>
                  <a:lnTo>
                    <a:pt x="1081" y="194"/>
                  </a:lnTo>
                  <a:lnTo>
                    <a:pt x="850" y="78"/>
                  </a:lnTo>
                  <a:lnTo>
                    <a:pt x="657" y="39"/>
                  </a:lnTo>
                  <a:lnTo>
                    <a:pt x="54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"/>
            <p:cNvSpPr/>
            <p:nvPr/>
          </p:nvSpPr>
          <p:spPr>
            <a:xfrm>
              <a:off x="3343725" y="3024000"/>
              <a:ext cx="482700" cy="227850"/>
            </a:xfrm>
            <a:custGeom>
              <a:avLst/>
              <a:gdLst/>
              <a:ahLst/>
              <a:cxnLst/>
              <a:rect l="l" t="t" r="r" b="b"/>
              <a:pathLst>
                <a:path w="19308" h="9114" extrusionOk="0">
                  <a:moveTo>
                    <a:pt x="77" y="1"/>
                  </a:moveTo>
                  <a:lnTo>
                    <a:pt x="0" y="618"/>
                  </a:lnTo>
                  <a:lnTo>
                    <a:pt x="0" y="1236"/>
                  </a:lnTo>
                  <a:lnTo>
                    <a:pt x="39" y="1854"/>
                  </a:lnTo>
                  <a:lnTo>
                    <a:pt x="154" y="2472"/>
                  </a:lnTo>
                  <a:lnTo>
                    <a:pt x="309" y="3090"/>
                  </a:lnTo>
                  <a:lnTo>
                    <a:pt x="502" y="3669"/>
                  </a:lnTo>
                  <a:lnTo>
                    <a:pt x="772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69" y="5947"/>
                  </a:lnTo>
                  <a:lnTo>
                    <a:pt x="2433" y="6449"/>
                  </a:lnTo>
                  <a:lnTo>
                    <a:pt x="2935" y="6913"/>
                  </a:lnTo>
                  <a:lnTo>
                    <a:pt x="3514" y="7299"/>
                  </a:lnTo>
                  <a:lnTo>
                    <a:pt x="4093" y="7646"/>
                  </a:lnTo>
                  <a:lnTo>
                    <a:pt x="4672" y="7994"/>
                  </a:lnTo>
                  <a:lnTo>
                    <a:pt x="5329" y="8264"/>
                  </a:lnTo>
                  <a:lnTo>
                    <a:pt x="5947" y="8496"/>
                  </a:lnTo>
                  <a:lnTo>
                    <a:pt x="6642" y="8689"/>
                  </a:lnTo>
                  <a:lnTo>
                    <a:pt x="7298" y="8843"/>
                  </a:lnTo>
                  <a:lnTo>
                    <a:pt x="7993" y="8998"/>
                  </a:lnTo>
                  <a:lnTo>
                    <a:pt x="8688" y="9075"/>
                  </a:lnTo>
                  <a:lnTo>
                    <a:pt x="9383" y="9114"/>
                  </a:lnTo>
                  <a:lnTo>
                    <a:pt x="10079" y="9114"/>
                  </a:lnTo>
                  <a:lnTo>
                    <a:pt x="10735" y="9075"/>
                  </a:lnTo>
                  <a:lnTo>
                    <a:pt x="11391" y="9036"/>
                  </a:lnTo>
                  <a:lnTo>
                    <a:pt x="12048" y="8921"/>
                  </a:lnTo>
                  <a:lnTo>
                    <a:pt x="12704" y="8805"/>
                  </a:lnTo>
                  <a:lnTo>
                    <a:pt x="13361" y="8612"/>
                  </a:lnTo>
                  <a:lnTo>
                    <a:pt x="14017" y="8419"/>
                  </a:lnTo>
                  <a:lnTo>
                    <a:pt x="14635" y="8187"/>
                  </a:lnTo>
                  <a:lnTo>
                    <a:pt x="15253" y="7917"/>
                  </a:lnTo>
                  <a:lnTo>
                    <a:pt x="15871" y="7569"/>
                  </a:lnTo>
                  <a:lnTo>
                    <a:pt x="16411" y="7222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28" y="4905"/>
                  </a:lnTo>
                  <a:lnTo>
                    <a:pt x="19076" y="4325"/>
                  </a:lnTo>
                  <a:lnTo>
                    <a:pt x="19307" y="3708"/>
                  </a:lnTo>
                  <a:lnTo>
                    <a:pt x="19114" y="3669"/>
                  </a:lnTo>
                  <a:lnTo>
                    <a:pt x="18767" y="4171"/>
                  </a:lnTo>
                  <a:lnTo>
                    <a:pt x="18381" y="4673"/>
                  </a:lnTo>
                  <a:lnTo>
                    <a:pt x="17995" y="5136"/>
                  </a:lnTo>
                  <a:lnTo>
                    <a:pt x="17608" y="5561"/>
                  </a:lnTo>
                  <a:lnTo>
                    <a:pt x="17145" y="5986"/>
                  </a:lnTo>
                  <a:lnTo>
                    <a:pt x="16720" y="6372"/>
                  </a:lnTo>
                  <a:lnTo>
                    <a:pt x="16218" y="6720"/>
                  </a:lnTo>
                  <a:lnTo>
                    <a:pt x="15716" y="7028"/>
                  </a:lnTo>
                  <a:lnTo>
                    <a:pt x="15214" y="7337"/>
                  </a:lnTo>
                  <a:lnTo>
                    <a:pt x="14674" y="7608"/>
                  </a:lnTo>
                  <a:lnTo>
                    <a:pt x="14133" y="7839"/>
                  </a:lnTo>
                  <a:lnTo>
                    <a:pt x="13554" y="8032"/>
                  </a:lnTo>
                  <a:lnTo>
                    <a:pt x="12975" y="8225"/>
                  </a:lnTo>
                  <a:lnTo>
                    <a:pt x="12395" y="8380"/>
                  </a:lnTo>
                  <a:lnTo>
                    <a:pt x="11816" y="8496"/>
                  </a:lnTo>
                  <a:lnTo>
                    <a:pt x="11198" y="8573"/>
                  </a:lnTo>
                  <a:lnTo>
                    <a:pt x="10503" y="8612"/>
                  </a:lnTo>
                  <a:lnTo>
                    <a:pt x="9808" y="8650"/>
                  </a:lnTo>
                  <a:lnTo>
                    <a:pt x="9075" y="8612"/>
                  </a:lnTo>
                  <a:lnTo>
                    <a:pt x="8379" y="8573"/>
                  </a:lnTo>
                  <a:lnTo>
                    <a:pt x="7684" y="8457"/>
                  </a:lnTo>
                  <a:lnTo>
                    <a:pt x="6989" y="8303"/>
                  </a:lnTo>
                  <a:lnTo>
                    <a:pt x="6294" y="8110"/>
                  </a:lnTo>
                  <a:lnTo>
                    <a:pt x="5638" y="7878"/>
                  </a:lnTo>
                  <a:lnTo>
                    <a:pt x="4981" y="7608"/>
                  </a:lnTo>
                  <a:lnTo>
                    <a:pt x="4364" y="7299"/>
                  </a:lnTo>
                  <a:lnTo>
                    <a:pt x="3784" y="6951"/>
                  </a:lnTo>
                  <a:lnTo>
                    <a:pt x="3205" y="6526"/>
                  </a:lnTo>
                  <a:lnTo>
                    <a:pt x="2664" y="6063"/>
                  </a:lnTo>
                  <a:lnTo>
                    <a:pt x="2201" y="5561"/>
                  </a:lnTo>
                  <a:lnTo>
                    <a:pt x="1738" y="5020"/>
                  </a:lnTo>
                  <a:lnTo>
                    <a:pt x="1352" y="4403"/>
                  </a:lnTo>
                  <a:lnTo>
                    <a:pt x="1081" y="3901"/>
                  </a:lnTo>
                  <a:lnTo>
                    <a:pt x="850" y="3399"/>
                  </a:lnTo>
                  <a:lnTo>
                    <a:pt x="656" y="2858"/>
                  </a:lnTo>
                  <a:lnTo>
                    <a:pt x="502" y="2317"/>
                  </a:lnTo>
                  <a:lnTo>
                    <a:pt x="425" y="1777"/>
                  </a:lnTo>
                  <a:lnTo>
                    <a:pt x="348" y="1198"/>
                  </a:lnTo>
                  <a:lnTo>
                    <a:pt x="386" y="618"/>
                  </a:lnTo>
                  <a:lnTo>
                    <a:pt x="425" y="78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"/>
            <p:cNvSpPr/>
            <p:nvPr/>
          </p:nvSpPr>
          <p:spPr>
            <a:xfrm>
              <a:off x="238125" y="3026900"/>
              <a:ext cx="84975" cy="55050"/>
            </a:xfrm>
            <a:custGeom>
              <a:avLst/>
              <a:gdLst/>
              <a:ahLst/>
              <a:cxnLst/>
              <a:rect l="l" t="t" r="r" b="b"/>
              <a:pathLst>
                <a:path w="3399" h="2202" extrusionOk="0">
                  <a:moveTo>
                    <a:pt x="1506" y="425"/>
                  </a:moveTo>
                  <a:lnTo>
                    <a:pt x="1738" y="502"/>
                  </a:lnTo>
                  <a:lnTo>
                    <a:pt x="1931" y="580"/>
                  </a:lnTo>
                  <a:lnTo>
                    <a:pt x="2124" y="657"/>
                  </a:lnTo>
                  <a:lnTo>
                    <a:pt x="2433" y="927"/>
                  </a:lnTo>
                  <a:lnTo>
                    <a:pt x="2742" y="1236"/>
                  </a:lnTo>
                  <a:lnTo>
                    <a:pt x="2973" y="1545"/>
                  </a:lnTo>
                  <a:lnTo>
                    <a:pt x="2549" y="1545"/>
                  </a:lnTo>
                  <a:lnTo>
                    <a:pt x="2085" y="1584"/>
                  </a:lnTo>
                  <a:lnTo>
                    <a:pt x="1699" y="1699"/>
                  </a:lnTo>
                  <a:lnTo>
                    <a:pt x="1467" y="1777"/>
                  </a:lnTo>
                  <a:lnTo>
                    <a:pt x="965" y="1777"/>
                  </a:lnTo>
                  <a:lnTo>
                    <a:pt x="772" y="1738"/>
                  </a:lnTo>
                  <a:lnTo>
                    <a:pt x="579" y="1622"/>
                  </a:lnTo>
                  <a:lnTo>
                    <a:pt x="502" y="1545"/>
                  </a:lnTo>
                  <a:lnTo>
                    <a:pt x="463" y="1429"/>
                  </a:lnTo>
                  <a:lnTo>
                    <a:pt x="386" y="1313"/>
                  </a:lnTo>
                  <a:lnTo>
                    <a:pt x="386" y="1159"/>
                  </a:lnTo>
                  <a:lnTo>
                    <a:pt x="386" y="1043"/>
                  </a:lnTo>
                  <a:lnTo>
                    <a:pt x="425" y="927"/>
                  </a:lnTo>
                  <a:lnTo>
                    <a:pt x="463" y="811"/>
                  </a:lnTo>
                  <a:lnTo>
                    <a:pt x="541" y="734"/>
                  </a:lnTo>
                  <a:lnTo>
                    <a:pt x="734" y="580"/>
                  </a:lnTo>
                  <a:lnTo>
                    <a:pt x="1004" y="502"/>
                  </a:lnTo>
                  <a:lnTo>
                    <a:pt x="1236" y="425"/>
                  </a:lnTo>
                  <a:close/>
                  <a:moveTo>
                    <a:pt x="1004" y="0"/>
                  </a:moveTo>
                  <a:lnTo>
                    <a:pt x="772" y="78"/>
                  </a:lnTo>
                  <a:lnTo>
                    <a:pt x="541" y="193"/>
                  </a:lnTo>
                  <a:lnTo>
                    <a:pt x="386" y="309"/>
                  </a:lnTo>
                  <a:lnTo>
                    <a:pt x="193" y="502"/>
                  </a:lnTo>
                  <a:lnTo>
                    <a:pt x="77" y="734"/>
                  </a:lnTo>
                  <a:lnTo>
                    <a:pt x="0" y="927"/>
                  </a:lnTo>
                  <a:lnTo>
                    <a:pt x="0" y="1159"/>
                  </a:lnTo>
                  <a:lnTo>
                    <a:pt x="0" y="1391"/>
                  </a:lnTo>
                  <a:lnTo>
                    <a:pt x="77" y="1584"/>
                  </a:lnTo>
                  <a:lnTo>
                    <a:pt x="154" y="1777"/>
                  </a:lnTo>
                  <a:lnTo>
                    <a:pt x="309" y="1931"/>
                  </a:lnTo>
                  <a:lnTo>
                    <a:pt x="463" y="2047"/>
                  </a:lnTo>
                  <a:lnTo>
                    <a:pt x="695" y="2163"/>
                  </a:lnTo>
                  <a:lnTo>
                    <a:pt x="1004" y="2201"/>
                  </a:lnTo>
                  <a:lnTo>
                    <a:pt x="1274" y="2201"/>
                  </a:lnTo>
                  <a:lnTo>
                    <a:pt x="1583" y="2163"/>
                  </a:lnTo>
                  <a:lnTo>
                    <a:pt x="1892" y="2086"/>
                  </a:lnTo>
                  <a:lnTo>
                    <a:pt x="2201" y="2008"/>
                  </a:lnTo>
                  <a:lnTo>
                    <a:pt x="2510" y="1931"/>
                  </a:lnTo>
                  <a:lnTo>
                    <a:pt x="2819" y="1931"/>
                  </a:lnTo>
                  <a:lnTo>
                    <a:pt x="3089" y="2008"/>
                  </a:lnTo>
                  <a:lnTo>
                    <a:pt x="3205" y="2008"/>
                  </a:lnTo>
                  <a:lnTo>
                    <a:pt x="3282" y="1970"/>
                  </a:lnTo>
                  <a:lnTo>
                    <a:pt x="3359" y="1893"/>
                  </a:lnTo>
                  <a:lnTo>
                    <a:pt x="3359" y="1815"/>
                  </a:lnTo>
                  <a:lnTo>
                    <a:pt x="3398" y="1777"/>
                  </a:lnTo>
                  <a:lnTo>
                    <a:pt x="3398" y="1699"/>
                  </a:lnTo>
                  <a:lnTo>
                    <a:pt x="3089" y="1159"/>
                  </a:lnTo>
                  <a:lnTo>
                    <a:pt x="2935" y="927"/>
                  </a:lnTo>
                  <a:lnTo>
                    <a:pt x="2742" y="695"/>
                  </a:lnTo>
                  <a:lnTo>
                    <a:pt x="2510" y="464"/>
                  </a:lnTo>
                  <a:lnTo>
                    <a:pt x="2278" y="309"/>
                  </a:lnTo>
                  <a:lnTo>
                    <a:pt x="2008" y="155"/>
                  </a:lnTo>
                  <a:lnTo>
                    <a:pt x="1738" y="39"/>
                  </a:lnTo>
                  <a:lnTo>
                    <a:pt x="150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"/>
            <p:cNvSpPr/>
            <p:nvPr/>
          </p:nvSpPr>
          <p:spPr>
            <a:xfrm>
              <a:off x="3429625" y="3033650"/>
              <a:ext cx="35750" cy="29950"/>
            </a:xfrm>
            <a:custGeom>
              <a:avLst/>
              <a:gdLst/>
              <a:ahLst/>
              <a:cxnLst/>
              <a:rect l="l" t="t" r="r" b="b"/>
              <a:pathLst>
                <a:path w="1430" h="1198" extrusionOk="0">
                  <a:moveTo>
                    <a:pt x="657" y="1"/>
                  </a:moveTo>
                  <a:lnTo>
                    <a:pt x="464" y="39"/>
                  </a:lnTo>
                  <a:lnTo>
                    <a:pt x="310" y="117"/>
                  </a:lnTo>
                  <a:lnTo>
                    <a:pt x="194" y="232"/>
                  </a:lnTo>
                  <a:lnTo>
                    <a:pt x="78" y="387"/>
                  </a:lnTo>
                  <a:lnTo>
                    <a:pt x="1" y="580"/>
                  </a:lnTo>
                  <a:lnTo>
                    <a:pt x="1" y="773"/>
                  </a:lnTo>
                  <a:lnTo>
                    <a:pt x="39" y="927"/>
                  </a:lnTo>
                  <a:lnTo>
                    <a:pt x="117" y="1121"/>
                  </a:lnTo>
                  <a:lnTo>
                    <a:pt x="155" y="1159"/>
                  </a:lnTo>
                  <a:lnTo>
                    <a:pt x="232" y="1198"/>
                  </a:lnTo>
                  <a:lnTo>
                    <a:pt x="348" y="1159"/>
                  </a:lnTo>
                  <a:lnTo>
                    <a:pt x="387" y="1082"/>
                  </a:lnTo>
                  <a:lnTo>
                    <a:pt x="426" y="1005"/>
                  </a:lnTo>
                  <a:lnTo>
                    <a:pt x="387" y="966"/>
                  </a:lnTo>
                  <a:lnTo>
                    <a:pt x="348" y="850"/>
                  </a:lnTo>
                  <a:lnTo>
                    <a:pt x="348" y="773"/>
                  </a:lnTo>
                  <a:lnTo>
                    <a:pt x="387" y="580"/>
                  </a:lnTo>
                  <a:lnTo>
                    <a:pt x="503" y="464"/>
                  </a:lnTo>
                  <a:lnTo>
                    <a:pt x="580" y="425"/>
                  </a:lnTo>
                  <a:lnTo>
                    <a:pt x="696" y="387"/>
                  </a:lnTo>
                  <a:lnTo>
                    <a:pt x="773" y="425"/>
                  </a:lnTo>
                  <a:lnTo>
                    <a:pt x="850" y="464"/>
                  </a:lnTo>
                  <a:lnTo>
                    <a:pt x="966" y="580"/>
                  </a:lnTo>
                  <a:lnTo>
                    <a:pt x="1005" y="696"/>
                  </a:lnTo>
                  <a:lnTo>
                    <a:pt x="1005" y="773"/>
                  </a:lnTo>
                  <a:lnTo>
                    <a:pt x="966" y="966"/>
                  </a:lnTo>
                  <a:lnTo>
                    <a:pt x="928" y="1043"/>
                  </a:lnTo>
                  <a:lnTo>
                    <a:pt x="966" y="1082"/>
                  </a:lnTo>
                  <a:lnTo>
                    <a:pt x="1005" y="1121"/>
                  </a:lnTo>
                  <a:lnTo>
                    <a:pt x="1043" y="1159"/>
                  </a:lnTo>
                  <a:lnTo>
                    <a:pt x="1236" y="1159"/>
                  </a:lnTo>
                  <a:lnTo>
                    <a:pt x="1314" y="1082"/>
                  </a:lnTo>
                  <a:lnTo>
                    <a:pt x="1391" y="927"/>
                  </a:lnTo>
                  <a:lnTo>
                    <a:pt x="1430" y="734"/>
                  </a:lnTo>
                  <a:lnTo>
                    <a:pt x="1391" y="541"/>
                  </a:lnTo>
                  <a:lnTo>
                    <a:pt x="1314" y="387"/>
                  </a:lnTo>
                  <a:lnTo>
                    <a:pt x="1159" y="232"/>
                  </a:lnTo>
                  <a:lnTo>
                    <a:pt x="1005" y="117"/>
                  </a:lnTo>
                  <a:lnTo>
                    <a:pt x="850" y="39"/>
                  </a:lnTo>
                  <a:lnTo>
                    <a:pt x="65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"/>
            <p:cNvSpPr/>
            <p:nvPr/>
          </p:nvSpPr>
          <p:spPr>
            <a:xfrm>
              <a:off x="3375575" y="3037525"/>
              <a:ext cx="34775" cy="29950"/>
            </a:xfrm>
            <a:custGeom>
              <a:avLst/>
              <a:gdLst/>
              <a:ahLst/>
              <a:cxnLst/>
              <a:rect l="l" t="t" r="r" b="b"/>
              <a:pathLst>
                <a:path w="1391" h="1198" extrusionOk="0">
                  <a:moveTo>
                    <a:pt x="657" y="0"/>
                  </a:moveTo>
                  <a:lnTo>
                    <a:pt x="425" y="39"/>
                  </a:lnTo>
                  <a:lnTo>
                    <a:pt x="271" y="116"/>
                  </a:lnTo>
                  <a:lnTo>
                    <a:pt x="116" y="270"/>
                  </a:lnTo>
                  <a:lnTo>
                    <a:pt x="39" y="425"/>
                  </a:lnTo>
                  <a:lnTo>
                    <a:pt x="0" y="618"/>
                  </a:lnTo>
                  <a:lnTo>
                    <a:pt x="39" y="811"/>
                  </a:lnTo>
                  <a:lnTo>
                    <a:pt x="116" y="1004"/>
                  </a:lnTo>
                  <a:lnTo>
                    <a:pt x="232" y="1120"/>
                  </a:lnTo>
                  <a:lnTo>
                    <a:pt x="425" y="1197"/>
                  </a:lnTo>
                  <a:lnTo>
                    <a:pt x="502" y="1197"/>
                  </a:lnTo>
                  <a:lnTo>
                    <a:pt x="541" y="1159"/>
                  </a:lnTo>
                  <a:lnTo>
                    <a:pt x="541" y="1081"/>
                  </a:lnTo>
                  <a:lnTo>
                    <a:pt x="502" y="1004"/>
                  </a:lnTo>
                  <a:lnTo>
                    <a:pt x="425" y="927"/>
                  </a:lnTo>
                  <a:lnTo>
                    <a:pt x="386" y="850"/>
                  </a:lnTo>
                  <a:lnTo>
                    <a:pt x="386" y="734"/>
                  </a:lnTo>
                  <a:lnTo>
                    <a:pt x="386" y="618"/>
                  </a:lnTo>
                  <a:lnTo>
                    <a:pt x="425" y="541"/>
                  </a:lnTo>
                  <a:lnTo>
                    <a:pt x="464" y="464"/>
                  </a:lnTo>
                  <a:lnTo>
                    <a:pt x="580" y="425"/>
                  </a:lnTo>
                  <a:lnTo>
                    <a:pt x="695" y="386"/>
                  </a:lnTo>
                  <a:lnTo>
                    <a:pt x="811" y="425"/>
                  </a:lnTo>
                  <a:lnTo>
                    <a:pt x="888" y="464"/>
                  </a:lnTo>
                  <a:lnTo>
                    <a:pt x="927" y="579"/>
                  </a:lnTo>
                  <a:lnTo>
                    <a:pt x="966" y="657"/>
                  </a:lnTo>
                  <a:lnTo>
                    <a:pt x="1043" y="888"/>
                  </a:lnTo>
                  <a:lnTo>
                    <a:pt x="1082" y="966"/>
                  </a:lnTo>
                  <a:lnTo>
                    <a:pt x="1120" y="1081"/>
                  </a:lnTo>
                  <a:lnTo>
                    <a:pt x="1159" y="1120"/>
                  </a:lnTo>
                  <a:lnTo>
                    <a:pt x="1236" y="1120"/>
                  </a:lnTo>
                  <a:lnTo>
                    <a:pt x="1313" y="1043"/>
                  </a:lnTo>
                  <a:lnTo>
                    <a:pt x="1352" y="966"/>
                  </a:lnTo>
                  <a:lnTo>
                    <a:pt x="1390" y="850"/>
                  </a:lnTo>
                  <a:lnTo>
                    <a:pt x="1352" y="618"/>
                  </a:lnTo>
                  <a:lnTo>
                    <a:pt x="1313" y="425"/>
                  </a:lnTo>
                  <a:lnTo>
                    <a:pt x="1197" y="232"/>
                  </a:lnTo>
                  <a:lnTo>
                    <a:pt x="1043" y="116"/>
                  </a:lnTo>
                  <a:lnTo>
                    <a:pt x="850" y="39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"/>
            <p:cNvSpPr/>
            <p:nvPr/>
          </p:nvSpPr>
          <p:spPr>
            <a:xfrm>
              <a:off x="333675" y="3041375"/>
              <a:ext cx="49275" cy="56025"/>
            </a:xfrm>
            <a:custGeom>
              <a:avLst/>
              <a:gdLst/>
              <a:ahLst/>
              <a:cxnLst/>
              <a:rect l="l" t="t" r="r" b="b"/>
              <a:pathLst>
                <a:path w="1971" h="2241" extrusionOk="0">
                  <a:moveTo>
                    <a:pt x="1237" y="425"/>
                  </a:moveTo>
                  <a:lnTo>
                    <a:pt x="1391" y="464"/>
                  </a:lnTo>
                  <a:lnTo>
                    <a:pt x="1507" y="580"/>
                  </a:lnTo>
                  <a:lnTo>
                    <a:pt x="1545" y="657"/>
                  </a:lnTo>
                  <a:lnTo>
                    <a:pt x="1545" y="734"/>
                  </a:lnTo>
                  <a:lnTo>
                    <a:pt x="1507" y="812"/>
                  </a:lnTo>
                  <a:lnTo>
                    <a:pt x="1468" y="889"/>
                  </a:lnTo>
                  <a:lnTo>
                    <a:pt x="1275" y="1082"/>
                  </a:lnTo>
                  <a:lnTo>
                    <a:pt x="1005" y="1314"/>
                  </a:lnTo>
                  <a:lnTo>
                    <a:pt x="773" y="1507"/>
                  </a:lnTo>
                  <a:lnTo>
                    <a:pt x="657" y="1661"/>
                  </a:lnTo>
                  <a:lnTo>
                    <a:pt x="619" y="1777"/>
                  </a:lnTo>
                  <a:lnTo>
                    <a:pt x="503" y="1661"/>
                  </a:lnTo>
                  <a:lnTo>
                    <a:pt x="464" y="1545"/>
                  </a:lnTo>
                  <a:lnTo>
                    <a:pt x="387" y="1391"/>
                  </a:lnTo>
                  <a:lnTo>
                    <a:pt x="387" y="1236"/>
                  </a:lnTo>
                  <a:lnTo>
                    <a:pt x="387" y="1082"/>
                  </a:lnTo>
                  <a:lnTo>
                    <a:pt x="426" y="966"/>
                  </a:lnTo>
                  <a:lnTo>
                    <a:pt x="464" y="812"/>
                  </a:lnTo>
                  <a:lnTo>
                    <a:pt x="580" y="696"/>
                  </a:lnTo>
                  <a:lnTo>
                    <a:pt x="696" y="580"/>
                  </a:lnTo>
                  <a:lnTo>
                    <a:pt x="850" y="464"/>
                  </a:lnTo>
                  <a:lnTo>
                    <a:pt x="1043" y="425"/>
                  </a:lnTo>
                  <a:close/>
                  <a:moveTo>
                    <a:pt x="1121" y="1"/>
                  </a:moveTo>
                  <a:lnTo>
                    <a:pt x="928" y="39"/>
                  </a:lnTo>
                  <a:lnTo>
                    <a:pt x="735" y="116"/>
                  </a:lnTo>
                  <a:lnTo>
                    <a:pt x="541" y="232"/>
                  </a:lnTo>
                  <a:lnTo>
                    <a:pt x="348" y="348"/>
                  </a:lnTo>
                  <a:lnTo>
                    <a:pt x="233" y="503"/>
                  </a:lnTo>
                  <a:lnTo>
                    <a:pt x="117" y="696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68"/>
                  </a:lnTo>
                  <a:lnTo>
                    <a:pt x="117" y="1622"/>
                  </a:lnTo>
                  <a:lnTo>
                    <a:pt x="233" y="1816"/>
                  </a:lnTo>
                  <a:lnTo>
                    <a:pt x="348" y="1931"/>
                  </a:lnTo>
                  <a:lnTo>
                    <a:pt x="503" y="2086"/>
                  </a:lnTo>
                  <a:lnTo>
                    <a:pt x="657" y="2163"/>
                  </a:lnTo>
                  <a:lnTo>
                    <a:pt x="735" y="2240"/>
                  </a:lnTo>
                  <a:lnTo>
                    <a:pt x="850" y="2240"/>
                  </a:lnTo>
                  <a:lnTo>
                    <a:pt x="928" y="2202"/>
                  </a:lnTo>
                  <a:lnTo>
                    <a:pt x="966" y="2086"/>
                  </a:lnTo>
                  <a:lnTo>
                    <a:pt x="1005" y="1931"/>
                  </a:lnTo>
                  <a:lnTo>
                    <a:pt x="1082" y="1777"/>
                  </a:lnTo>
                  <a:lnTo>
                    <a:pt x="1198" y="1661"/>
                  </a:lnTo>
                  <a:lnTo>
                    <a:pt x="1314" y="1507"/>
                  </a:lnTo>
                  <a:lnTo>
                    <a:pt x="1623" y="1314"/>
                  </a:lnTo>
                  <a:lnTo>
                    <a:pt x="1739" y="1198"/>
                  </a:lnTo>
                  <a:lnTo>
                    <a:pt x="1854" y="1043"/>
                  </a:lnTo>
                  <a:lnTo>
                    <a:pt x="1932" y="889"/>
                  </a:lnTo>
                  <a:lnTo>
                    <a:pt x="1970" y="696"/>
                  </a:lnTo>
                  <a:lnTo>
                    <a:pt x="1932" y="541"/>
                  </a:lnTo>
                  <a:lnTo>
                    <a:pt x="1893" y="387"/>
                  </a:lnTo>
                  <a:lnTo>
                    <a:pt x="1777" y="271"/>
                  </a:lnTo>
                  <a:lnTo>
                    <a:pt x="1661" y="155"/>
                  </a:lnTo>
                  <a:lnTo>
                    <a:pt x="1507" y="78"/>
                  </a:lnTo>
                  <a:lnTo>
                    <a:pt x="1352" y="39"/>
                  </a:lnTo>
                  <a:lnTo>
                    <a:pt x="11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"/>
            <p:cNvSpPr/>
            <p:nvPr/>
          </p:nvSpPr>
          <p:spPr>
            <a:xfrm>
              <a:off x="312450" y="3078050"/>
              <a:ext cx="440225" cy="234625"/>
            </a:xfrm>
            <a:custGeom>
              <a:avLst/>
              <a:gdLst/>
              <a:ahLst/>
              <a:cxnLst/>
              <a:rect l="l" t="t" r="r" b="b"/>
              <a:pathLst>
                <a:path w="17609" h="9385" extrusionOk="0">
                  <a:moveTo>
                    <a:pt x="6256" y="1"/>
                  </a:moveTo>
                  <a:lnTo>
                    <a:pt x="5638" y="40"/>
                  </a:lnTo>
                  <a:lnTo>
                    <a:pt x="5059" y="155"/>
                  </a:lnTo>
                  <a:lnTo>
                    <a:pt x="4480" y="271"/>
                  </a:lnTo>
                  <a:lnTo>
                    <a:pt x="3939" y="503"/>
                  </a:lnTo>
                  <a:lnTo>
                    <a:pt x="3398" y="735"/>
                  </a:lnTo>
                  <a:lnTo>
                    <a:pt x="2896" y="1044"/>
                  </a:lnTo>
                  <a:lnTo>
                    <a:pt x="2433" y="1391"/>
                  </a:lnTo>
                  <a:lnTo>
                    <a:pt x="1970" y="1777"/>
                  </a:lnTo>
                  <a:lnTo>
                    <a:pt x="1584" y="2202"/>
                  </a:lnTo>
                  <a:lnTo>
                    <a:pt x="1197" y="2665"/>
                  </a:lnTo>
                  <a:lnTo>
                    <a:pt x="888" y="3206"/>
                  </a:lnTo>
                  <a:lnTo>
                    <a:pt x="618" y="3747"/>
                  </a:lnTo>
                  <a:lnTo>
                    <a:pt x="386" y="4287"/>
                  </a:lnTo>
                  <a:lnTo>
                    <a:pt x="193" y="4905"/>
                  </a:lnTo>
                  <a:lnTo>
                    <a:pt x="78" y="5484"/>
                  </a:lnTo>
                  <a:lnTo>
                    <a:pt x="0" y="6102"/>
                  </a:lnTo>
                  <a:lnTo>
                    <a:pt x="0" y="6681"/>
                  </a:lnTo>
                  <a:lnTo>
                    <a:pt x="39" y="7261"/>
                  </a:lnTo>
                  <a:lnTo>
                    <a:pt x="155" y="7801"/>
                  </a:lnTo>
                  <a:lnTo>
                    <a:pt x="309" y="8342"/>
                  </a:lnTo>
                  <a:lnTo>
                    <a:pt x="502" y="8882"/>
                  </a:lnTo>
                  <a:lnTo>
                    <a:pt x="734" y="9384"/>
                  </a:lnTo>
                  <a:lnTo>
                    <a:pt x="1043" y="9230"/>
                  </a:lnTo>
                  <a:lnTo>
                    <a:pt x="888" y="8844"/>
                  </a:lnTo>
                  <a:lnTo>
                    <a:pt x="734" y="8458"/>
                  </a:lnTo>
                  <a:lnTo>
                    <a:pt x="541" y="7801"/>
                  </a:lnTo>
                  <a:lnTo>
                    <a:pt x="425" y="7183"/>
                  </a:lnTo>
                  <a:lnTo>
                    <a:pt x="425" y="6527"/>
                  </a:lnTo>
                  <a:lnTo>
                    <a:pt x="425" y="5870"/>
                  </a:lnTo>
                  <a:lnTo>
                    <a:pt x="541" y="5253"/>
                  </a:lnTo>
                  <a:lnTo>
                    <a:pt x="695" y="4596"/>
                  </a:lnTo>
                  <a:lnTo>
                    <a:pt x="927" y="3978"/>
                  </a:lnTo>
                  <a:lnTo>
                    <a:pt x="1236" y="3399"/>
                  </a:lnTo>
                  <a:lnTo>
                    <a:pt x="1584" y="2858"/>
                  </a:lnTo>
                  <a:lnTo>
                    <a:pt x="2008" y="2318"/>
                  </a:lnTo>
                  <a:lnTo>
                    <a:pt x="2472" y="1854"/>
                  </a:lnTo>
                  <a:lnTo>
                    <a:pt x="2974" y="1468"/>
                  </a:lnTo>
                  <a:lnTo>
                    <a:pt x="3553" y="1121"/>
                  </a:lnTo>
                  <a:lnTo>
                    <a:pt x="4132" y="851"/>
                  </a:lnTo>
                  <a:lnTo>
                    <a:pt x="4750" y="657"/>
                  </a:lnTo>
                  <a:lnTo>
                    <a:pt x="5406" y="503"/>
                  </a:lnTo>
                  <a:lnTo>
                    <a:pt x="5793" y="464"/>
                  </a:lnTo>
                  <a:lnTo>
                    <a:pt x="6912" y="464"/>
                  </a:lnTo>
                  <a:lnTo>
                    <a:pt x="7607" y="580"/>
                  </a:lnTo>
                  <a:lnTo>
                    <a:pt x="8264" y="773"/>
                  </a:lnTo>
                  <a:lnTo>
                    <a:pt x="8920" y="1044"/>
                  </a:lnTo>
                  <a:lnTo>
                    <a:pt x="9538" y="1352"/>
                  </a:lnTo>
                  <a:lnTo>
                    <a:pt x="10195" y="1739"/>
                  </a:lnTo>
                  <a:lnTo>
                    <a:pt x="10813" y="2125"/>
                  </a:lnTo>
                  <a:lnTo>
                    <a:pt x="11315" y="2472"/>
                  </a:lnTo>
                  <a:lnTo>
                    <a:pt x="11894" y="2781"/>
                  </a:lnTo>
                  <a:lnTo>
                    <a:pt x="12434" y="3090"/>
                  </a:lnTo>
                  <a:lnTo>
                    <a:pt x="13052" y="3360"/>
                  </a:lnTo>
                  <a:lnTo>
                    <a:pt x="13631" y="3554"/>
                  </a:lnTo>
                  <a:lnTo>
                    <a:pt x="14249" y="3708"/>
                  </a:lnTo>
                  <a:lnTo>
                    <a:pt x="14867" y="3708"/>
                  </a:lnTo>
                  <a:lnTo>
                    <a:pt x="15215" y="3669"/>
                  </a:lnTo>
                  <a:lnTo>
                    <a:pt x="15524" y="3631"/>
                  </a:lnTo>
                  <a:lnTo>
                    <a:pt x="15987" y="3476"/>
                  </a:lnTo>
                  <a:lnTo>
                    <a:pt x="16412" y="3245"/>
                  </a:lnTo>
                  <a:lnTo>
                    <a:pt x="16798" y="2936"/>
                  </a:lnTo>
                  <a:lnTo>
                    <a:pt x="17107" y="2588"/>
                  </a:lnTo>
                  <a:lnTo>
                    <a:pt x="17377" y="2202"/>
                  </a:lnTo>
                  <a:lnTo>
                    <a:pt x="17454" y="1970"/>
                  </a:lnTo>
                  <a:lnTo>
                    <a:pt x="17531" y="1739"/>
                  </a:lnTo>
                  <a:lnTo>
                    <a:pt x="17609" y="1507"/>
                  </a:lnTo>
                  <a:lnTo>
                    <a:pt x="17609" y="1275"/>
                  </a:lnTo>
                  <a:lnTo>
                    <a:pt x="17609" y="1044"/>
                  </a:lnTo>
                  <a:lnTo>
                    <a:pt x="17570" y="773"/>
                  </a:lnTo>
                  <a:lnTo>
                    <a:pt x="17531" y="696"/>
                  </a:lnTo>
                  <a:lnTo>
                    <a:pt x="17493" y="657"/>
                  </a:lnTo>
                  <a:lnTo>
                    <a:pt x="17454" y="580"/>
                  </a:lnTo>
                  <a:lnTo>
                    <a:pt x="17416" y="542"/>
                  </a:lnTo>
                  <a:lnTo>
                    <a:pt x="17145" y="773"/>
                  </a:lnTo>
                  <a:lnTo>
                    <a:pt x="17145" y="851"/>
                  </a:lnTo>
                  <a:lnTo>
                    <a:pt x="17184" y="1198"/>
                  </a:lnTo>
                  <a:lnTo>
                    <a:pt x="17145" y="1584"/>
                  </a:lnTo>
                  <a:lnTo>
                    <a:pt x="17030" y="1893"/>
                  </a:lnTo>
                  <a:lnTo>
                    <a:pt x="16836" y="2241"/>
                  </a:lnTo>
                  <a:lnTo>
                    <a:pt x="16605" y="2511"/>
                  </a:lnTo>
                  <a:lnTo>
                    <a:pt x="16334" y="2743"/>
                  </a:lnTo>
                  <a:lnTo>
                    <a:pt x="16026" y="2936"/>
                  </a:lnTo>
                  <a:lnTo>
                    <a:pt x="15678" y="3090"/>
                  </a:lnTo>
                  <a:lnTo>
                    <a:pt x="15292" y="3206"/>
                  </a:lnTo>
                  <a:lnTo>
                    <a:pt x="14906" y="3245"/>
                  </a:lnTo>
                  <a:lnTo>
                    <a:pt x="14520" y="3245"/>
                  </a:lnTo>
                  <a:lnTo>
                    <a:pt x="14133" y="3206"/>
                  </a:lnTo>
                  <a:lnTo>
                    <a:pt x="13747" y="3129"/>
                  </a:lnTo>
                  <a:lnTo>
                    <a:pt x="13361" y="3013"/>
                  </a:lnTo>
                  <a:lnTo>
                    <a:pt x="12975" y="2858"/>
                  </a:lnTo>
                  <a:lnTo>
                    <a:pt x="12627" y="2704"/>
                  </a:lnTo>
                  <a:lnTo>
                    <a:pt x="12010" y="2356"/>
                  </a:lnTo>
                  <a:lnTo>
                    <a:pt x="11353" y="1970"/>
                  </a:lnTo>
                  <a:lnTo>
                    <a:pt x="10156" y="1198"/>
                  </a:lnTo>
                  <a:lnTo>
                    <a:pt x="9538" y="851"/>
                  </a:lnTo>
                  <a:lnTo>
                    <a:pt x="8882" y="542"/>
                  </a:lnTo>
                  <a:lnTo>
                    <a:pt x="8225" y="271"/>
                  </a:lnTo>
                  <a:lnTo>
                    <a:pt x="7878" y="155"/>
                  </a:lnTo>
                  <a:lnTo>
                    <a:pt x="7492" y="78"/>
                  </a:lnTo>
                  <a:lnTo>
                    <a:pt x="687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"/>
            <p:cNvSpPr/>
            <p:nvPr/>
          </p:nvSpPr>
          <p:spPr>
            <a:xfrm>
              <a:off x="330800" y="3096400"/>
              <a:ext cx="446975" cy="310875"/>
            </a:xfrm>
            <a:custGeom>
              <a:avLst/>
              <a:gdLst/>
              <a:ahLst/>
              <a:cxnLst/>
              <a:rect l="l" t="t" r="r" b="b"/>
              <a:pathLst>
                <a:path w="17879" h="12435" extrusionOk="0">
                  <a:moveTo>
                    <a:pt x="17608" y="1"/>
                  </a:moveTo>
                  <a:lnTo>
                    <a:pt x="17415" y="117"/>
                  </a:lnTo>
                  <a:lnTo>
                    <a:pt x="17454" y="734"/>
                  </a:lnTo>
                  <a:lnTo>
                    <a:pt x="17454" y="1352"/>
                  </a:lnTo>
                  <a:lnTo>
                    <a:pt x="17415" y="1931"/>
                  </a:lnTo>
                  <a:lnTo>
                    <a:pt x="17338" y="2549"/>
                  </a:lnTo>
                  <a:lnTo>
                    <a:pt x="17261" y="3128"/>
                  </a:lnTo>
                  <a:lnTo>
                    <a:pt x="17106" y="3708"/>
                  </a:lnTo>
                  <a:lnTo>
                    <a:pt x="16952" y="4287"/>
                  </a:lnTo>
                  <a:lnTo>
                    <a:pt x="16720" y="4828"/>
                  </a:lnTo>
                  <a:lnTo>
                    <a:pt x="16489" y="5368"/>
                  </a:lnTo>
                  <a:lnTo>
                    <a:pt x="16257" y="5909"/>
                  </a:lnTo>
                  <a:lnTo>
                    <a:pt x="15948" y="6449"/>
                  </a:lnTo>
                  <a:lnTo>
                    <a:pt x="15600" y="6951"/>
                  </a:lnTo>
                  <a:lnTo>
                    <a:pt x="15253" y="7415"/>
                  </a:lnTo>
                  <a:lnTo>
                    <a:pt x="14867" y="7917"/>
                  </a:lnTo>
                  <a:lnTo>
                    <a:pt x="14481" y="8341"/>
                  </a:lnTo>
                  <a:lnTo>
                    <a:pt x="14017" y="8805"/>
                  </a:lnTo>
                  <a:lnTo>
                    <a:pt x="13515" y="9268"/>
                  </a:lnTo>
                  <a:lnTo>
                    <a:pt x="12975" y="9693"/>
                  </a:lnTo>
                  <a:lnTo>
                    <a:pt x="12395" y="10118"/>
                  </a:lnTo>
                  <a:lnTo>
                    <a:pt x="11778" y="10465"/>
                  </a:lnTo>
                  <a:lnTo>
                    <a:pt x="11160" y="10813"/>
                  </a:lnTo>
                  <a:lnTo>
                    <a:pt x="10503" y="11122"/>
                  </a:lnTo>
                  <a:lnTo>
                    <a:pt x="9847" y="11392"/>
                  </a:lnTo>
                  <a:lnTo>
                    <a:pt x="9190" y="11585"/>
                  </a:lnTo>
                  <a:lnTo>
                    <a:pt x="8495" y="11778"/>
                  </a:lnTo>
                  <a:lnTo>
                    <a:pt x="7839" y="11894"/>
                  </a:lnTo>
                  <a:lnTo>
                    <a:pt x="7144" y="11971"/>
                  </a:lnTo>
                  <a:lnTo>
                    <a:pt x="6449" y="11971"/>
                  </a:lnTo>
                  <a:lnTo>
                    <a:pt x="5754" y="11933"/>
                  </a:lnTo>
                  <a:lnTo>
                    <a:pt x="5059" y="11817"/>
                  </a:lnTo>
                  <a:lnTo>
                    <a:pt x="4364" y="11624"/>
                  </a:lnTo>
                  <a:lnTo>
                    <a:pt x="3668" y="11392"/>
                  </a:lnTo>
                  <a:lnTo>
                    <a:pt x="3166" y="11160"/>
                  </a:lnTo>
                  <a:lnTo>
                    <a:pt x="2664" y="10890"/>
                  </a:lnTo>
                  <a:lnTo>
                    <a:pt x="2201" y="10581"/>
                  </a:lnTo>
                  <a:lnTo>
                    <a:pt x="1738" y="10234"/>
                  </a:lnTo>
                  <a:lnTo>
                    <a:pt x="1352" y="9847"/>
                  </a:lnTo>
                  <a:lnTo>
                    <a:pt x="965" y="9423"/>
                  </a:lnTo>
                  <a:lnTo>
                    <a:pt x="618" y="8959"/>
                  </a:lnTo>
                  <a:lnTo>
                    <a:pt x="309" y="8496"/>
                  </a:lnTo>
                  <a:lnTo>
                    <a:pt x="0" y="8650"/>
                  </a:lnTo>
                  <a:lnTo>
                    <a:pt x="309" y="9191"/>
                  </a:lnTo>
                  <a:lnTo>
                    <a:pt x="695" y="9693"/>
                  </a:lnTo>
                  <a:lnTo>
                    <a:pt x="1081" y="10156"/>
                  </a:lnTo>
                  <a:lnTo>
                    <a:pt x="1545" y="10581"/>
                  </a:lnTo>
                  <a:lnTo>
                    <a:pt x="2047" y="10967"/>
                  </a:lnTo>
                  <a:lnTo>
                    <a:pt x="2549" y="11315"/>
                  </a:lnTo>
                  <a:lnTo>
                    <a:pt x="3128" y="11624"/>
                  </a:lnTo>
                  <a:lnTo>
                    <a:pt x="3746" y="11894"/>
                  </a:lnTo>
                  <a:lnTo>
                    <a:pt x="4402" y="12126"/>
                  </a:lnTo>
                  <a:lnTo>
                    <a:pt x="5097" y="12280"/>
                  </a:lnTo>
                  <a:lnTo>
                    <a:pt x="5754" y="12357"/>
                  </a:lnTo>
                  <a:lnTo>
                    <a:pt x="6449" y="12435"/>
                  </a:lnTo>
                  <a:lnTo>
                    <a:pt x="7144" y="12396"/>
                  </a:lnTo>
                  <a:lnTo>
                    <a:pt x="7800" y="12357"/>
                  </a:lnTo>
                  <a:lnTo>
                    <a:pt x="8495" y="12242"/>
                  </a:lnTo>
                  <a:lnTo>
                    <a:pt x="9152" y="12087"/>
                  </a:lnTo>
                  <a:lnTo>
                    <a:pt x="9808" y="11894"/>
                  </a:lnTo>
                  <a:lnTo>
                    <a:pt x="10465" y="11662"/>
                  </a:lnTo>
                  <a:lnTo>
                    <a:pt x="11121" y="11353"/>
                  </a:lnTo>
                  <a:lnTo>
                    <a:pt x="11739" y="11044"/>
                  </a:lnTo>
                  <a:lnTo>
                    <a:pt x="12318" y="10697"/>
                  </a:lnTo>
                  <a:lnTo>
                    <a:pt x="12897" y="10311"/>
                  </a:lnTo>
                  <a:lnTo>
                    <a:pt x="13477" y="9925"/>
                  </a:lnTo>
                  <a:lnTo>
                    <a:pt x="13979" y="9461"/>
                  </a:lnTo>
                  <a:lnTo>
                    <a:pt x="14481" y="9037"/>
                  </a:lnTo>
                  <a:lnTo>
                    <a:pt x="14944" y="8573"/>
                  </a:lnTo>
                  <a:lnTo>
                    <a:pt x="15369" y="8071"/>
                  </a:lnTo>
                  <a:lnTo>
                    <a:pt x="15794" y="7531"/>
                  </a:lnTo>
                  <a:lnTo>
                    <a:pt x="16180" y="6990"/>
                  </a:lnTo>
                  <a:lnTo>
                    <a:pt x="16566" y="6411"/>
                  </a:lnTo>
                  <a:lnTo>
                    <a:pt x="16875" y="5793"/>
                  </a:lnTo>
                  <a:lnTo>
                    <a:pt x="17184" y="5214"/>
                  </a:lnTo>
                  <a:lnTo>
                    <a:pt x="17415" y="4557"/>
                  </a:lnTo>
                  <a:lnTo>
                    <a:pt x="17608" y="3939"/>
                  </a:lnTo>
                  <a:lnTo>
                    <a:pt x="17763" y="3283"/>
                  </a:lnTo>
                  <a:lnTo>
                    <a:pt x="17840" y="2626"/>
                  </a:lnTo>
                  <a:lnTo>
                    <a:pt x="17879" y="1970"/>
                  </a:lnTo>
                  <a:lnTo>
                    <a:pt x="17840" y="1314"/>
                  </a:lnTo>
                  <a:lnTo>
                    <a:pt x="17763" y="657"/>
                  </a:lnTo>
                  <a:lnTo>
                    <a:pt x="1760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"/>
            <p:cNvSpPr/>
            <p:nvPr/>
          </p:nvSpPr>
          <p:spPr>
            <a:xfrm>
              <a:off x="4441350" y="3154325"/>
              <a:ext cx="84975" cy="94625"/>
            </a:xfrm>
            <a:custGeom>
              <a:avLst/>
              <a:gdLst/>
              <a:ahLst/>
              <a:cxnLst/>
              <a:rect l="l" t="t" r="r" b="b"/>
              <a:pathLst>
                <a:path w="3399" h="3785" extrusionOk="0">
                  <a:moveTo>
                    <a:pt x="77" y="1"/>
                  </a:moveTo>
                  <a:lnTo>
                    <a:pt x="0" y="78"/>
                  </a:lnTo>
                  <a:lnTo>
                    <a:pt x="0" y="116"/>
                  </a:lnTo>
                  <a:lnTo>
                    <a:pt x="348" y="889"/>
                  </a:lnTo>
                  <a:lnTo>
                    <a:pt x="811" y="1661"/>
                  </a:lnTo>
                  <a:lnTo>
                    <a:pt x="1274" y="2395"/>
                  </a:lnTo>
                  <a:lnTo>
                    <a:pt x="1738" y="3090"/>
                  </a:lnTo>
                  <a:lnTo>
                    <a:pt x="2008" y="3437"/>
                  </a:lnTo>
                  <a:lnTo>
                    <a:pt x="2201" y="3553"/>
                  </a:lnTo>
                  <a:lnTo>
                    <a:pt x="2394" y="3669"/>
                  </a:lnTo>
                  <a:lnTo>
                    <a:pt x="2587" y="3746"/>
                  </a:lnTo>
                  <a:lnTo>
                    <a:pt x="2780" y="3785"/>
                  </a:lnTo>
                  <a:lnTo>
                    <a:pt x="3012" y="3708"/>
                  </a:lnTo>
                  <a:lnTo>
                    <a:pt x="3205" y="3592"/>
                  </a:lnTo>
                  <a:lnTo>
                    <a:pt x="3321" y="3437"/>
                  </a:lnTo>
                  <a:lnTo>
                    <a:pt x="3398" y="3244"/>
                  </a:lnTo>
                  <a:lnTo>
                    <a:pt x="3398" y="3090"/>
                  </a:lnTo>
                  <a:lnTo>
                    <a:pt x="3398" y="2897"/>
                  </a:lnTo>
                  <a:lnTo>
                    <a:pt x="3360" y="2704"/>
                  </a:lnTo>
                  <a:lnTo>
                    <a:pt x="3282" y="2511"/>
                  </a:lnTo>
                  <a:lnTo>
                    <a:pt x="3128" y="2163"/>
                  </a:lnTo>
                  <a:lnTo>
                    <a:pt x="2935" y="2240"/>
                  </a:lnTo>
                  <a:lnTo>
                    <a:pt x="3051" y="2588"/>
                  </a:lnTo>
                  <a:lnTo>
                    <a:pt x="3089" y="2742"/>
                  </a:lnTo>
                  <a:lnTo>
                    <a:pt x="3128" y="2858"/>
                  </a:lnTo>
                  <a:lnTo>
                    <a:pt x="2896" y="3012"/>
                  </a:lnTo>
                  <a:lnTo>
                    <a:pt x="2665" y="3128"/>
                  </a:lnTo>
                  <a:lnTo>
                    <a:pt x="2510" y="3206"/>
                  </a:lnTo>
                  <a:lnTo>
                    <a:pt x="2317" y="3206"/>
                  </a:lnTo>
                  <a:lnTo>
                    <a:pt x="2201" y="3167"/>
                  </a:lnTo>
                  <a:lnTo>
                    <a:pt x="2047" y="3090"/>
                  </a:lnTo>
                  <a:lnTo>
                    <a:pt x="1931" y="2935"/>
                  </a:lnTo>
                  <a:lnTo>
                    <a:pt x="1854" y="2742"/>
                  </a:lnTo>
                  <a:lnTo>
                    <a:pt x="1699" y="2511"/>
                  </a:lnTo>
                  <a:lnTo>
                    <a:pt x="1081" y="1507"/>
                  </a:lnTo>
                  <a:lnTo>
                    <a:pt x="618" y="773"/>
                  </a:lnTo>
                  <a:lnTo>
                    <a:pt x="386" y="387"/>
                  </a:lnTo>
                  <a:lnTo>
                    <a:pt x="116" y="39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"/>
            <p:cNvSpPr/>
            <p:nvPr/>
          </p:nvSpPr>
          <p:spPr>
            <a:xfrm>
              <a:off x="7199400" y="3174600"/>
              <a:ext cx="61825" cy="89800"/>
            </a:xfrm>
            <a:custGeom>
              <a:avLst/>
              <a:gdLst/>
              <a:ahLst/>
              <a:cxnLst/>
              <a:rect l="l" t="t" r="r" b="b"/>
              <a:pathLst>
                <a:path w="2473" h="3592" extrusionOk="0">
                  <a:moveTo>
                    <a:pt x="1082" y="0"/>
                  </a:moveTo>
                  <a:lnTo>
                    <a:pt x="1005" y="39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2"/>
                  </a:lnTo>
                  <a:lnTo>
                    <a:pt x="850" y="232"/>
                  </a:lnTo>
                  <a:lnTo>
                    <a:pt x="773" y="271"/>
                  </a:lnTo>
                  <a:lnTo>
                    <a:pt x="734" y="348"/>
                  </a:lnTo>
                  <a:lnTo>
                    <a:pt x="696" y="425"/>
                  </a:lnTo>
                  <a:lnTo>
                    <a:pt x="696" y="502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1"/>
                  </a:lnTo>
                  <a:lnTo>
                    <a:pt x="1275" y="927"/>
                  </a:lnTo>
                  <a:lnTo>
                    <a:pt x="1468" y="1082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1"/>
                  </a:lnTo>
                  <a:lnTo>
                    <a:pt x="1932" y="2163"/>
                  </a:lnTo>
                  <a:lnTo>
                    <a:pt x="1932" y="2433"/>
                  </a:lnTo>
                  <a:lnTo>
                    <a:pt x="1816" y="2742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1"/>
                  </a:lnTo>
                  <a:lnTo>
                    <a:pt x="1391" y="3128"/>
                  </a:lnTo>
                  <a:lnTo>
                    <a:pt x="1198" y="3128"/>
                  </a:lnTo>
                  <a:lnTo>
                    <a:pt x="1043" y="3090"/>
                  </a:lnTo>
                  <a:lnTo>
                    <a:pt x="928" y="3012"/>
                  </a:lnTo>
                  <a:lnTo>
                    <a:pt x="850" y="2897"/>
                  </a:lnTo>
                  <a:lnTo>
                    <a:pt x="812" y="2742"/>
                  </a:lnTo>
                  <a:lnTo>
                    <a:pt x="850" y="2588"/>
                  </a:lnTo>
                  <a:lnTo>
                    <a:pt x="928" y="2433"/>
                  </a:lnTo>
                  <a:lnTo>
                    <a:pt x="1043" y="2317"/>
                  </a:lnTo>
                  <a:lnTo>
                    <a:pt x="1159" y="2240"/>
                  </a:lnTo>
                  <a:lnTo>
                    <a:pt x="1159" y="2124"/>
                  </a:lnTo>
                  <a:lnTo>
                    <a:pt x="1121" y="2008"/>
                  </a:lnTo>
                  <a:lnTo>
                    <a:pt x="1043" y="1931"/>
                  </a:lnTo>
                  <a:lnTo>
                    <a:pt x="657" y="1622"/>
                  </a:lnTo>
                  <a:lnTo>
                    <a:pt x="426" y="1468"/>
                  </a:lnTo>
                  <a:lnTo>
                    <a:pt x="194" y="1313"/>
                  </a:lnTo>
                  <a:lnTo>
                    <a:pt x="1" y="1622"/>
                  </a:lnTo>
                  <a:lnTo>
                    <a:pt x="271" y="1893"/>
                  </a:lnTo>
                  <a:lnTo>
                    <a:pt x="580" y="2124"/>
                  </a:lnTo>
                  <a:lnTo>
                    <a:pt x="426" y="2356"/>
                  </a:lnTo>
                  <a:lnTo>
                    <a:pt x="348" y="2626"/>
                  </a:lnTo>
                  <a:lnTo>
                    <a:pt x="310" y="2897"/>
                  </a:lnTo>
                  <a:lnTo>
                    <a:pt x="348" y="3051"/>
                  </a:lnTo>
                  <a:lnTo>
                    <a:pt x="426" y="3167"/>
                  </a:lnTo>
                  <a:lnTo>
                    <a:pt x="541" y="3321"/>
                  </a:lnTo>
                  <a:lnTo>
                    <a:pt x="696" y="3476"/>
                  </a:lnTo>
                  <a:lnTo>
                    <a:pt x="889" y="3553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3"/>
                  </a:lnTo>
                  <a:lnTo>
                    <a:pt x="1700" y="3514"/>
                  </a:lnTo>
                  <a:lnTo>
                    <a:pt x="1854" y="3399"/>
                  </a:lnTo>
                  <a:lnTo>
                    <a:pt x="2047" y="3244"/>
                  </a:lnTo>
                  <a:lnTo>
                    <a:pt x="2202" y="3051"/>
                  </a:lnTo>
                  <a:lnTo>
                    <a:pt x="2318" y="2858"/>
                  </a:lnTo>
                  <a:lnTo>
                    <a:pt x="2395" y="2665"/>
                  </a:lnTo>
                  <a:lnTo>
                    <a:pt x="2434" y="2472"/>
                  </a:lnTo>
                  <a:lnTo>
                    <a:pt x="2472" y="2240"/>
                  </a:lnTo>
                  <a:lnTo>
                    <a:pt x="2434" y="2008"/>
                  </a:lnTo>
                  <a:lnTo>
                    <a:pt x="2395" y="1815"/>
                  </a:lnTo>
                  <a:lnTo>
                    <a:pt x="2318" y="1584"/>
                  </a:lnTo>
                  <a:lnTo>
                    <a:pt x="2202" y="1391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"/>
            <p:cNvSpPr/>
            <p:nvPr/>
          </p:nvSpPr>
          <p:spPr>
            <a:xfrm>
              <a:off x="6803600" y="3198725"/>
              <a:ext cx="310875" cy="124575"/>
            </a:xfrm>
            <a:custGeom>
              <a:avLst/>
              <a:gdLst/>
              <a:ahLst/>
              <a:cxnLst/>
              <a:rect l="l" t="t" r="r" b="b"/>
              <a:pathLst>
                <a:path w="12435" h="4983" extrusionOk="0">
                  <a:moveTo>
                    <a:pt x="232" y="1"/>
                  </a:moveTo>
                  <a:lnTo>
                    <a:pt x="1" y="233"/>
                  </a:lnTo>
                  <a:lnTo>
                    <a:pt x="503" y="966"/>
                  </a:lnTo>
                  <a:lnTo>
                    <a:pt x="1043" y="1623"/>
                  </a:lnTo>
                  <a:lnTo>
                    <a:pt x="1700" y="2279"/>
                  </a:lnTo>
                  <a:lnTo>
                    <a:pt x="2356" y="2858"/>
                  </a:lnTo>
                  <a:lnTo>
                    <a:pt x="3090" y="3399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44"/>
                  </a:lnTo>
                  <a:lnTo>
                    <a:pt x="7685" y="4982"/>
                  </a:lnTo>
                  <a:lnTo>
                    <a:pt x="8535" y="4982"/>
                  </a:lnTo>
                  <a:lnTo>
                    <a:pt x="8998" y="4944"/>
                  </a:lnTo>
                  <a:lnTo>
                    <a:pt x="9423" y="4866"/>
                  </a:lnTo>
                  <a:lnTo>
                    <a:pt x="9848" y="4789"/>
                  </a:lnTo>
                  <a:lnTo>
                    <a:pt x="10272" y="4673"/>
                  </a:lnTo>
                  <a:lnTo>
                    <a:pt x="10658" y="4519"/>
                  </a:lnTo>
                  <a:lnTo>
                    <a:pt x="11083" y="4326"/>
                  </a:lnTo>
                  <a:lnTo>
                    <a:pt x="11469" y="4133"/>
                  </a:lnTo>
                  <a:lnTo>
                    <a:pt x="11855" y="3862"/>
                  </a:lnTo>
                  <a:lnTo>
                    <a:pt x="12242" y="3592"/>
                  </a:lnTo>
                  <a:lnTo>
                    <a:pt x="12319" y="3553"/>
                  </a:lnTo>
                  <a:lnTo>
                    <a:pt x="12435" y="3206"/>
                  </a:lnTo>
                  <a:lnTo>
                    <a:pt x="12357" y="3167"/>
                  </a:lnTo>
                  <a:lnTo>
                    <a:pt x="12280" y="3206"/>
                  </a:lnTo>
                  <a:lnTo>
                    <a:pt x="12203" y="3129"/>
                  </a:lnTo>
                  <a:lnTo>
                    <a:pt x="12010" y="3129"/>
                  </a:lnTo>
                  <a:lnTo>
                    <a:pt x="11933" y="3206"/>
                  </a:lnTo>
                  <a:lnTo>
                    <a:pt x="11585" y="3438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7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2"/>
                  </a:lnTo>
                  <a:lnTo>
                    <a:pt x="8342" y="4480"/>
                  </a:lnTo>
                  <a:lnTo>
                    <a:pt x="7917" y="4480"/>
                  </a:lnTo>
                  <a:lnTo>
                    <a:pt x="7492" y="4442"/>
                  </a:lnTo>
                  <a:lnTo>
                    <a:pt x="7067" y="4403"/>
                  </a:lnTo>
                  <a:lnTo>
                    <a:pt x="6642" y="4364"/>
                  </a:lnTo>
                  <a:lnTo>
                    <a:pt x="6218" y="4248"/>
                  </a:lnTo>
                  <a:lnTo>
                    <a:pt x="5793" y="4171"/>
                  </a:lnTo>
                  <a:lnTo>
                    <a:pt x="5368" y="4017"/>
                  </a:lnTo>
                  <a:lnTo>
                    <a:pt x="4596" y="3708"/>
                  </a:lnTo>
                  <a:lnTo>
                    <a:pt x="3901" y="3283"/>
                  </a:lnTo>
                  <a:lnTo>
                    <a:pt x="3206" y="2820"/>
                  </a:lnTo>
                  <a:lnTo>
                    <a:pt x="2588" y="2318"/>
                  </a:lnTo>
                  <a:lnTo>
                    <a:pt x="1970" y="1777"/>
                  </a:lnTo>
                  <a:lnTo>
                    <a:pt x="1391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"/>
            <p:cNvSpPr/>
            <p:nvPr/>
          </p:nvSpPr>
          <p:spPr>
            <a:xfrm>
              <a:off x="7111550" y="3205500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0"/>
                  </a:moveTo>
                  <a:lnTo>
                    <a:pt x="3360" y="77"/>
                  </a:lnTo>
                  <a:lnTo>
                    <a:pt x="3245" y="77"/>
                  </a:lnTo>
                  <a:lnTo>
                    <a:pt x="3013" y="270"/>
                  </a:lnTo>
                  <a:lnTo>
                    <a:pt x="2781" y="502"/>
                  </a:lnTo>
                  <a:lnTo>
                    <a:pt x="2549" y="772"/>
                  </a:lnTo>
                  <a:lnTo>
                    <a:pt x="2356" y="1004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5"/>
                  </a:lnTo>
                  <a:lnTo>
                    <a:pt x="1082" y="1854"/>
                  </a:lnTo>
                  <a:lnTo>
                    <a:pt x="1043" y="1931"/>
                  </a:lnTo>
                  <a:lnTo>
                    <a:pt x="1082" y="2008"/>
                  </a:lnTo>
                  <a:lnTo>
                    <a:pt x="1121" y="2085"/>
                  </a:lnTo>
                  <a:lnTo>
                    <a:pt x="1005" y="2085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2" y="2240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471"/>
                  </a:lnTo>
                  <a:lnTo>
                    <a:pt x="966" y="2510"/>
                  </a:lnTo>
                  <a:lnTo>
                    <a:pt x="1198" y="2587"/>
                  </a:lnTo>
                  <a:lnTo>
                    <a:pt x="1430" y="2703"/>
                  </a:lnTo>
                  <a:lnTo>
                    <a:pt x="1623" y="2819"/>
                  </a:lnTo>
                  <a:lnTo>
                    <a:pt x="1816" y="2973"/>
                  </a:lnTo>
                  <a:lnTo>
                    <a:pt x="1970" y="3167"/>
                  </a:lnTo>
                  <a:lnTo>
                    <a:pt x="2047" y="3398"/>
                  </a:lnTo>
                  <a:lnTo>
                    <a:pt x="2125" y="3630"/>
                  </a:lnTo>
                  <a:lnTo>
                    <a:pt x="2125" y="3900"/>
                  </a:lnTo>
                  <a:lnTo>
                    <a:pt x="2086" y="4093"/>
                  </a:lnTo>
                  <a:lnTo>
                    <a:pt x="2009" y="4325"/>
                  </a:lnTo>
                  <a:lnTo>
                    <a:pt x="1893" y="4518"/>
                  </a:lnTo>
                  <a:lnTo>
                    <a:pt x="1739" y="4711"/>
                  </a:lnTo>
                  <a:lnTo>
                    <a:pt x="1545" y="4827"/>
                  </a:lnTo>
                  <a:lnTo>
                    <a:pt x="1314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5"/>
                  </a:lnTo>
                  <a:lnTo>
                    <a:pt x="657" y="4441"/>
                  </a:lnTo>
                  <a:lnTo>
                    <a:pt x="735" y="4286"/>
                  </a:lnTo>
                  <a:lnTo>
                    <a:pt x="812" y="4209"/>
                  </a:lnTo>
                  <a:lnTo>
                    <a:pt x="889" y="4132"/>
                  </a:lnTo>
                  <a:lnTo>
                    <a:pt x="966" y="4093"/>
                  </a:lnTo>
                  <a:lnTo>
                    <a:pt x="1121" y="4093"/>
                  </a:lnTo>
                  <a:lnTo>
                    <a:pt x="1237" y="4016"/>
                  </a:lnTo>
                  <a:lnTo>
                    <a:pt x="1314" y="3900"/>
                  </a:lnTo>
                  <a:lnTo>
                    <a:pt x="1314" y="3784"/>
                  </a:lnTo>
                  <a:lnTo>
                    <a:pt x="1275" y="3707"/>
                  </a:lnTo>
                  <a:lnTo>
                    <a:pt x="1198" y="3669"/>
                  </a:lnTo>
                  <a:lnTo>
                    <a:pt x="117" y="2935"/>
                  </a:lnTo>
                  <a:lnTo>
                    <a:pt x="1" y="3282"/>
                  </a:lnTo>
                  <a:lnTo>
                    <a:pt x="657" y="3784"/>
                  </a:lnTo>
                  <a:lnTo>
                    <a:pt x="503" y="3862"/>
                  </a:lnTo>
                  <a:lnTo>
                    <a:pt x="387" y="3977"/>
                  </a:lnTo>
                  <a:lnTo>
                    <a:pt x="310" y="4093"/>
                  </a:lnTo>
                  <a:lnTo>
                    <a:pt x="233" y="4248"/>
                  </a:lnTo>
                  <a:lnTo>
                    <a:pt x="194" y="4402"/>
                  </a:lnTo>
                  <a:lnTo>
                    <a:pt x="194" y="4557"/>
                  </a:lnTo>
                  <a:lnTo>
                    <a:pt x="194" y="4711"/>
                  </a:lnTo>
                  <a:lnTo>
                    <a:pt x="271" y="4866"/>
                  </a:lnTo>
                  <a:lnTo>
                    <a:pt x="387" y="5097"/>
                  </a:lnTo>
                  <a:lnTo>
                    <a:pt x="541" y="5252"/>
                  </a:lnTo>
                  <a:lnTo>
                    <a:pt x="735" y="5368"/>
                  </a:lnTo>
                  <a:lnTo>
                    <a:pt x="966" y="5406"/>
                  </a:lnTo>
                  <a:lnTo>
                    <a:pt x="1198" y="5406"/>
                  </a:lnTo>
                  <a:lnTo>
                    <a:pt x="1430" y="5368"/>
                  </a:lnTo>
                  <a:lnTo>
                    <a:pt x="1623" y="5329"/>
                  </a:lnTo>
                  <a:lnTo>
                    <a:pt x="1854" y="5213"/>
                  </a:lnTo>
                  <a:lnTo>
                    <a:pt x="2086" y="5020"/>
                  </a:lnTo>
                  <a:lnTo>
                    <a:pt x="2241" y="4827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09"/>
                  </a:lnTo>
                  <a:lnTo>
                    <a:pt x="2588" y="3977"/>
                  </a:lnTo>
                  <a:lnTo>
                    <a:pt x="2588" y="3746"/>
                  </a:lnTo>
                  <a:lnTo>
                    <a:pt x="2549" y="3514"/>
                  </a:lnTo>
                  <a:lnTo>
                    <a:pt x="2472" y="3282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471"/>
                  </a:lnTo>
                  <a:lnTo>
                    <a:pt x="1739" y="2356"/>
                  </a:lnTo>
                  <a:lnTo>
                    <a:pt x="1507" y="2201"/>
                  </a:lnTo>
                  <a:lnTo>
                    <a:pt x="1275" y="2124"/>
                  </a:lnTo>
                  <a:lnTo>
                    <a:pt x="1623" y="1969"/>
                  </a:lnTo>
                  <a:lnTo>
                    <a:pt x="1932" y="1815"/>
                  </a:lnTo>
                  <a:lnTo>
                    <a:pt x="2241" y="1622"/>
                  </a:lnTo>
                  <a:lnTo>
                    <a:pt x="2549" y="1390"/>
                  </a:lnTo>
                  <a:lnTo>
                    <a:pt x="2820" y="1197"/>
                  </a:lnTo>
                  <a:lnTo>
                    <a:pt x="3090" y="965"/>
                  </a:lnTo>
                  <a:lnTo>
                    <a:pt x="3360" y="657"/>
                  </a:lnTo>
                  <a:lnTo>
                    <a:pt x="3438" y="541"/>
                  </a:lnTo>
                  <a:lnTo>
                    <a:pt x="3515" y="386"/>
                  </a:lnTo>
                  <a:lnTo>
                    <a:pt x="3708" y="77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"/>
            <p:cNvSpPr/>
            <p:nvPr/>
          </p:nvSpPr>
          <p:spPr>
            <a:xfrm>
              <a:off x="1402350" y="3219000"/>
              <a:ext cx="106225" cy="103325"/>
            </a:xfrm>
            <a:custGeom>
              <a:avLst/>
              <a:gdLst/>
              <a:ahLst/>
              <a:cxnLst/>
              <a:rect l="l" t="t" r="r" b="b"/>
              <a:pathLst>
                <a:path w="4249" h="4133" extrusionOk="0">
                  <a:moveTo>
                    <a:pt x="2317" y="387"/>
                  </a:moveTo>
                  <a:lnTo>
                    <a:pt x="2588" y="425"/>
                  </a:lnTo>
                  <a:lnTo>
                    <a:pt x="2858" y="503"/>
                  </a:lnTo>
                  <a:lnTo>
                    <a:pt x="3128" y="619"/>
                  </a:lnTo>
                  <a:lnTo>
                    <a:pt x="3321" y="812"/>
                  </a:lnTo>
                  <a:lnTo>
                    <a:pt x="3553" y="1043"/>
                  </a:lnTo>
                  <a:lnTo>
                    <a:pt x="3708" y="1352"/>
                  </a:lnTo>
                  <a:lnTo>
                    <a:pt x="3823" y="1700"/>
                  </a:lnTo>
                  <a:lnTo>
                    <a:pt x="3862" y="2047"/>
                  </a:lnTo>
                  <a:lnTo>
                    <a:pt x="3785" y="2395"/>
                  </a:lnTo>
                  <a:lnTo>
                    <a:pt x="3708" y="2742"/>
                  </a:lnTo>
                  <a:lnTo>
                    <a:pt x="3514" y="3051"/>
                  </a:lnTo>
                  <a:lnTo>
                    <a:pt x="3283" y="3322"/>
                  </a:lnTo>
                  <a:lnTo>
                    <a:pt x="3012" y="3515"/>
                  </a:lnTo>
                  <a:lnTo>
                    <a:pt x="2704" y="3669"/>
                  </a:lnTo>
                  <a:lnTo>
                    <a:pt x="2395" y="3746"/>
                  </a:lnTo>
                  <a:lnTo>
                    <a:pt x="2047" y="3785"/>
                  </a:lnTo>
                  <a:lnTo>
                    <a:pt x="1738" y="3746"/>
                  </a:lnTo>
                  <a:lnTo>
                    <a:pt x="1391" y="3631"/>
                  </a:lnTo>
                  <a:lnTo>
                    <a:pt x="1120" y="3476"/>
                  </a:lnTo>
                  <a:lnTo>
                    <a:pt x="850" y="3283"/>
                  </a:lnTo>
                  <a:lnTo>
                    <a:pt x="618" y="3013"/>
                  </a:lnTo>
                  <a:lnTo>
                    <a:pt x="464" y="2665"/>
                  </a:lnTo>
                  <a:lnTo>
                    <a:pt x="348" y="2318"/>
                  </a:lnTo>
                  <a:lnTo>
                    <a:pt x="348" y="1931"/>
                  </a:lnTo>
                  <a:lnTo>
                    <a:pt x="387" y="1545"/>
                  </a:lnTo>
                  <a:lnTo>
                    <a:pt x="541" y="1236"/>
                  </a:lnTo>
                  <a:lnTo>
                    <a:pt x="618" y="1082"/>
                  </a:lnTo>
                  <a:lnTo>
                    <a:pt x="734" y="927"/>
                  </a:lnTo>
                  <a:lnTo>
                    <a:pt x="889" y="812"/>
                  </a:lnTo>
                  <a:lnTo>
                    <a:pt x="1043" y="696"/>
                  </a:lnTo>
                  <a:lnTo>
                    <a:pt x="1236" y="619"/>
                  </a:lnTo>
                  <a:lnTo>
                    <a:pt x="1429" y="541"/>
                  </a:lnTo>
                  <a:lnTo>
                    <a:pt x="1468" y="503"/>
                  </a:lnTo>
                  <a:lnTo>
                    <a:pt x="1777" y="425"/>
                  </a:lnTo>
                  <a:lnTo>
                    <a:pt x="2047" y="387"/>
                  </a:lnTo>
                  <a:close/>
                  <a:moveTo>
                    <a:pt x="1931" y="1"/>
                  </a:moveTo>
                  <a:lnTo>
                    <a:pt x="1738" y="39"/>
                  </a:lnTo>
                  <a:lnTo>
                    <a:pt x="1507" y="117"/>
                  </a:lnTo>
                  <a:lnTo>
                    <a:pt x="1313" y="232"/>
                  </a:lnTo>
                  <a:lnTo>
                    <a:pt x="1159" y="348"/>
                  </a:lnTo>
                  <a:lnTo>
                    <a:pt x="1120" y="387"/>
                  </a:lnTo>
                  <a:lnTo>
                    <a:pt x="966" y="387"/>
                  </a:lnTo>
                  <a:lnTo>
                    <a:pt x="773" y="464"/>
                  </a:lnTo>
                  <a:lnTo>
                    <a:pt x="657" y="541"/>
                  </a:lnTo>
                  <a:lnTo>
                    <a:pt x="503" y="657"/>
                  </a:lnTo>
                  <a:lnTo>
                    <a:pt x="387" y="773"/>
                  </a:lnTo>
                  <a:lnTo>
                    <a:pt x="309" y="927"/>
                  </a:lnTo>
                  <a:lnTo>
                    <a:pt x="155" y="1236"/>
                  </a:lnTo>
                  <a:lnTo>
                    <a:pt x="39" y="1623"/>
                  </a:lnTo>
                  <a:lnTo>
                    <a:pt x="1" y="2009"/>
                  </a:lnTo>
                  <a:lnTo>
                    <a:pt x="39" y="2356"/>
                  </a:lnTo>
                  <a:lnTo>
                    <a:pt x="78" y="2704"/>
                  </a:lnTo>
                  <a:lnTo>
                    <a:pt x="155" y="2897"/>
                  </a:lnTo>
                  <a:lnTo>
                    <a:pt x="271" y="3090"/>
                  </a:lnTo>
                  <a:lnTo>
                    <a:pt x="387" y="3283"/>
                  </a:lnTo>
                  <a:lnTo>
                    <a:pt x="541" y="3437"/>
                  </a:lnTo>
                  <a:lnTo>
                    <a:pt x="850" y="3746"/>
                  </a:lnTo>
                  <a:lnTo>
                    <a:pt x="1236" y="3939"/>
                  </a:lnTo>
                  <a:lnTo>
                    <a:pt x="1661" y="4094"/>
                  </a:lnTo>
                  <a:lnTo>
                    <a:pt x="2086" y="4133"/>
                  </a:lnTo>
                  <a:lnTo>
                    <a:pt x="2510" y="4094"/>
                  </a:lnTo>
                  <a:lnTo>
                    <a:pt x="2742" y="4055"/>
                  </a:lnTo>
                  <a:lnTo>
                    <a:pt x="2974" y="3978"/>
                  </a:lnTo>
                  <a:lnTo>
                    <a:pt x="3321" y="3746"/>
                  </a:lnTo>
                  <a:lnTo>
                    <a:pt x="3630" y="3476"/>
                  </a:lnTo>
                  <a:lnTo>
                    <a:pt x="3862" y="3167"/>
                  </a:lnTo>
                  <a:lnTo>
                    <a:pt x="4055" y="2781"/>
                  </a:lnTo>
                  <a:lnTo>
                    <a:pt x="4171" y="2395"/>
                  </a:lnTo>
                  <a:lnTo>
                    <a:pt x="4248" y="2009"/>
                  </a:lnTo>
                  <a:lnTo>
                    <a:pt x="4210" y="1584"/>
                  </a:lnTo>
                  <a:lnTo>
                    <a:pt x="4094" y="1198"/>
                  </a:lnTo>
                  <a:lnTo>
                    <a:pt x="3978" y="1005"/>
                  </a:lnTo>
                  <a:lnTo>
                    <a:pt x="3862" y="812"/>
                  </a:lnTo>
                  <a:lnTo>
                    <a:pt x="3708" y="657"/>
                  </a:lnTo>
                  <a:lnTo>
                    <a:pt x="3553" y="503"/>
                  </a:lnTo>
                  <a:lnTo>
                    <a:pt x="3206" y="232"/>
                  </a:lnTo>
                  <a:lnTo>
                    <a:pt x="2781" y="78"/>
                  </a:lnTo>
                  <a:lnTo>
                    <a:pt x="23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"/>
            <p:cNvSpPr/>
            <p:nvPr/>
          </p:nvSpPr>
          <p:spPr>
            <a:xfrm>
              <a:off x="4924025" y="3220925"/>
              <a:ext cx="335975" cy="782950"/>
            </a:xfrm>
            <a:custGeom>
              <a:avLst/>
              <a:gdLst/>
              <a:ahLst/>
              <a:cxnLst/>
              <a:rect l="l" t="t" r="r" b="b"/>
              <a:pathLst>
                <a:path w="13439" h="31318" extrusionOk="0">
                  <a:moveTo>
                    <a:pt x="6488" y="387"/>
                  </a:moveTo>
                  <a:lnTo>
                    <a:pt x="6526" y="464"/>
                  </a:lnTo>
                  <a:lnTo>
                    <a:pt x="7144" y="2009"/>
                  </a:lnTo>
                  <a:lnTo>
                    <a:pt x="7685" y="3554"/>
                  </a:lnTo>
                  <a:lnTo>
                    <a:pt x="8226" y="5137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2"/>
                  </a:lnTo>
                  <a:lnTo>
                    <a:pt x="7530" y="7338"/>
                  </a:lnTo>
                  <a:lnTo>
                    <a:pt x="7222" y="7454"/>
                  </a:lnTo>
                  <a:lnTo>
                    <a:pt x="6913" y="7531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1"/>
                  </a:lnTo>
                  <a:lnTo>
                    <a:pt x="5522" y="7492"/>
                  </a:lnTo>
                  <a:lnTo>
                    <a:pt x="4866" y="7338"/>
                  </a:lnTo>
                  <a:lnTo>
                    <a:pt x="4210" y="7106"/>
                  </a:lnTo>
                  <a:lnTo>
                    <a:pt x="3592" y="6874"/>
                  </a:lnTo>
                  <a:lnTo>
                    <a:pt x="3862" y="6025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4"/>
                  </a:lnTo>
                  <a:lnTo>
                    <a:pt x="5214" y="2743"/>
                  </a:lnTo>
                  <a:lnTo>
                    <a:pt x="5600" y="1932"/>
                  </a:lnTo>
                  <a:lnTo>
                    <a:pt x="6024" y="1159"/>
                  </a:lnTo>
                  <a:lnTo>
                    <a:pt x="6488" y="387"/>
                  </a:lnTo>
                  <a:close/>
                  <a:moveTo>
                    <a:pt x="8805" y="7029"/>
                  </a:moveTo>
                  <a:lnTo>
                    <a:pt x="9230" y="8419"/>
                  </a:lnTo>
                  <a:lnTo>
                    <a:pt x="9577" y="9848"/>
                  </a:lnTo>
                  <a:lnTo>
                    <a:pt x="9847" y="11083"/>
                  </a:lnTo>
                  <a:lnTo>
                    <a:pt x="10079" y="12358"/>
                  </a:lnTo>
                  <a:lnTo>
                    <a:pt x="10234" y="13632"/>
                  </a:lnTo>
                  <a:lnTo>
                    <a:pt x="10388" y="14906"/>
                  </a:lnTo>
                  <a:lnTo>
                    <a:pt x="10465" y="16181"/>
                  </a:lnTo>
                  <a:lnTo>
                    <a:pt x="10504" y="16837"/>
                  </a:lnTo>
                  <a:lnTo>
                    <a:pt x="10504" y="17493"/>
                  </a:lnTo>
                  <a:lnTo>
                    <a:pt x="10504" y="18189"/>
                  </a:lnTo>
                  <a:lnTo>
                    <a:pt x="10427" y="18845"/>
                  </a:lnTo>
                  <a:lnTo>
                    <a:pt x="10311" y="19463"/>
                  </a:lnTo>
                  <a:lnTo>
                    <a:pt x="10118" y="20081"/>
                  </a:lnTo>
                  <a:lnTo>
                    <a:pt x="9886" y="20660"/>
                  </a:lnTo>
                  <a:lnTo>
                    <a:pt x="9538" y="21162"/>
                  </a:lnTo>
                  <a:lnTo>
                    <a:pt x="9384" y="21394"/>
                  </a:lnTo>
                  <a:lnTo>
                    <a:pt x="9152" y="21587"/>
                  </a:lnTo>
                  <a:lnTo>
                    <a:pt x="8959" y="21780"/>
                  </a:lnTo>
                  <a:lnTo>
                    <a:pt x="8728" y="21973"/>
                  </a:lnTo>
                  <a:lnTo>
                    <a:pt x="8496" y="22127"/>
                  </a:lnTo>
                  <a:lnTo>
                    <a:pt x="8226" y="22243"/>
                  </a:lnTo>
                  <a:lnTo>
                    <a:pt x="7955" y="22359"/>
                  </a:lnTo>
                  <a:lnTo>
                    <a:pt x="7685" y="22436"/>
                  </a:lnTo>
                  <a:lnTo>
                    <a:pt x="7415" y="22475"/>
                  </a:lnTo>
                  <a:lnTo>
                    <a:pt x="6797" y="22475"/>
                  </a:lnTo>
                  <a:lnTo>
                    <a:pt x="6488" y="22436"/>
                  </a:lnTo>
                  <a:lnTo>
                    <a:pt x="5909" y="22282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5"/>
                  </a:lnTo>
                  <a:lnTo>
                    <a:pt x="4094" y="20930"/>
                  </a:lnTo>
                  <a:lnTo>
                    <a:pt x="3785" y="20467"/>
                  </a:lnTo>
                  <a:lnTo>
                    <a:pt x="3476" y="19965"/>
                  </a:lnTo>
                  <a:lnTo>
                    <a:pt x="3244" y="19424"/>
                  </a:lnTo>
                  <a:lnTo>
                    <a:pt x="3051" y="18884"/>
                  </a:lnTo>
                  <a:lnTo>
                    <a:pt x="2897" y="18343"/>
                  </a:lnTo>
                  <a:lnTo>
                    <a:pt x="2781" y="17802"/>
                  </a:lnTo>
                  <a:lnTo>
                    <a:pt x="2704" y="17223"/>
                  </a:lnTo>
                  <a:lnTo>
                    <a:pt x="2588" y="16103"/>
                  </a:lnTo>
                  <a:lnTo>
                    <a:pt x="2511" y="14945"/>
                  </a:lnTo>
                  <a:lnTo>
                    <a:pt x="2511" y="13748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3"/>
                  </a:lnTo>
                  <a:lnTo>
                    <a:pt x="3128" y="8689"/>
                  </a:lnTo>
                  <a:lnTo>
                    <a:pt x="3283" y="7917"/>
                  </a:lnTo>
                  <a:lnTo>
                    <a:pt x="3515" y="7183"/>
                  </a:lnTo>
                  <a:lnTo>
                    <a:pt x="4132" y="7454"/>
                  </a:lnTo>
                  <a:lnTo>
                    <a:pt x="4827" y="7685"/>
                  </a:lnTo>
                  <a:lnTo>
                    <a:pt x="5522" y="7840"/>
                  </a:lnTo>
                  <a:lnTo>
                    <a:pt x="5909" y="7917"/>
                  </a:lnTo>
                  <a:lnTo>
                    <a:pt x="6256" y="7917"/>
                  </a:lnTo>
                  <a:lnTo>
                    <a:pt x="6604" y="7956"/>
                  </a:lnTo>
                  <a:lnTo>
                    <a:pt x="6990" y="7917"/>
                  </a:lnTo>
                  <a:lnTo>
                    <a:pt x="7299" y="7878"/>
                  </a:lnTo>
                  <a:lnTo>
                    <a:pt x="7646" y="7763"/>
                  </a:lnTo>
                  <a:lnTo>
                    <a:pt x="7955" y="7647"/>
                  </a:lnTo>
                  <a:lnTo>
                    <a:pt x="8264" y="7492"/>
                  </a:lnTo>
                  <a:lnTo>
                    <a:pt x="8573" y="7261"/>
                  </a:lnTo>
                  <a:lnTo>
                    <a:pt x="8805" y="7029"/>
                  </a:lnTo>
                  <a:close/>
                  <a:moveTo>
                    <a:pt x="8650" y="22475"/>
                  </a:moveTo>
                  <a:lnTo>
                    <a:pt x="8766" y="22822"/>
                  </a:lnTo>
                  <a:lnTo>
                    <a:pt x="8921" y="23170"/>
                  </a:lnTo>
                  <a:lnTo>
                    <a:pt x="8496" y="23402"/>
                  </a:lnTo>
                  <a:lnTo>
                    <a:pt x="8071" y="23556"/>
                  </a:lnTo>
                  <a:lnTo>
                    <a:pt x="7608" y="23633"/>
                  </a:lnTo>
                  <a:lnTo>
                    <a:pt x="7144" y="23672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3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5"/>
                  </a:lnTo>
                  <a:lnTo>
                    <a:pt x="5870" y="22629"/>
                  </a:lnTo>
                  <a:lnTo>
                    <a:pt x="6256" y="22784"/>
                  </a:lnTo>
                  <a:lnTo>
                    <a:pt x="6681" y="22861"/>
                  </a:lnTo>
                  <a:lnTo>
                    <a:pt x="7067" y="22900"/>
                  </a:lnTo>
                  <a:lnTo>
                    <a:pt x="7453" y="22861"/>
                  </a:lnTo>
                  <a:lnTo>
                    <a:pt x="7878" y="22822"/>
                  </a:lnTo>
                  <a:lnTo>
                    <a:pt x="8264" y="22668"/>
                  </a:lnTo>
                  <a:lnTo>
                    <a:pt x="8650" y="22475"/>
                  </a:lnTo>
                  <a:close/>
                  <a:moveTo>
                    <a:pt x="10890" y="16798"/>
                  </a:moveTo>
                  <a:lnTo>
                    <a:pt x="11392" y="17262"/>
                  </a:lnTo>
                  <a:lnTo>
                    <a:pt x="11933" y="17648"/>
                  </a:lnTo>
                  <a:lnTo>
                    <a:pt x="12512" y="18034"/>
                  </a:lnTo>
                  <a:lnTo>
                    <a:pt x="13091" y="18343"/>
                  </a:lnTo>
                  <a:lnTo>
                    <a:pt x="12937" y="19772"/>
                  </a:lnTo>
                  <a:lnTo>
                    <a:pt x="12821" y="21239"/>
                  </a:lnTo>
                  <a:lnTo>
                    <a:pt x="12705" y="24212"/>
                  </a:lnTo>
                  <a:lnTo>
                    <a:pt x="11894" y="23595"/>
                  </a:lnTo>
                  <a:lnTo>
                    <a:pt x="11044" y="23015"/>
                  </a:lnTo>
                  <a:lnTo>
                    <a:pt x="10813" y="22861"/>
                  </a:lnTo>
                  <a:lnTo>
                    <a:pt x="10620" y="22668"/>
                  </a:lnTo>
                  <a:lnTo>
                    <a:pt x="10581" y="22591"/>
                  </a:lnTo>
                  <a:lnTo>
                    <a:pt x="10542" y="22436"/>
                  </a:lnTo>
                  <a:lnTo>
                    <a:pt x="10542" y="22127"/>
                  </a:lnTo>
                  <a:lnTo>
                    <a:pt x="10542" y="21394"/>
                  </a:lnTo>
                  <a:lnTo>
                    <a:pt x="10504" y="20660"/>
                  </a:lnTo>
                  <a:lnTo>
                    <a:pt x="10504" y="20583"/>
                  </a:lnTo>
                  <a:lnTo>
                    <a:pt x="10465" y="20544"/>
                  </a:lnTo>
                  <a:lnTo>
                    <a:pt x="10388" y="20467"/>
                  </a:lnTo>
                  <a:lnTo>
                    <a:pt x="10542" y="19965"/>
                  </a:lnTo>
                  <a:lnTo>
                    <a:pt x="10697" y="19424"/>
                  </a:lnTo>
                  <a:lnTo>
                    <a:pt x="10774" y="18884"/>
                  </a:lnTo>
                  <a:lnTo>
                    <a:pt x="10851" y="18304"/>
                  </a:lnTo>
                  <a:lnTo>
                    <a:pt x="10890" y="17571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5"/>
                  </a:lnTo>
                  <a:lnTo>
                    <a:pt x="6140" y="23826"/>
                  </a:lnTo>
                  <a:lnTo>
                    <a:pt x="6642" y="23942"/>
                  </a:lnTo>
                  <a:lnTo>
                    <a:pt x="7144" y="23981"/>
                  </a:lnTo>
                  <a:lnTo>
                    <a:pt x="7646" y="23981"/>
                  </a:lnTo>
                  <a:lnTo>
                    <a:pt x="8148" y="23865"/>
                  </a:lnTo>
                  <a:lnTo>
                    <a:pt x="8612" y="23710"/>
                  </a:lnTo>
                  <a:lnTo>
                    <a:pt x="9075" y="23440"/>
                  </a:lnTo>
                  <a:lnTo>
                    <a:pt x="9384" y="23904"/>
                  </a:lnTo>
                  <a:lnTo>
                    <a:pt x="8843" y="24174"/>
                  </a:lnTo>
                  <a:lnTo>
                    <a:pt x="8303" y="24367"/>
                  </a:lnTo>
                  <a:lnTo>
                    <a:pt x="7762" y="24483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4"/>
                  </a:lnTo>
                  <a:lnTo>
                    <a:pt x="5561" y="24290"/>
                  </a:lnTo>
                  <a:lnTo>
                    <a:pt x="4982" y="24097"/>
                  </a:lnTo>
                  <a:lnTo>
                    <a:pt x="5059" y="23904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8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3"/>
                  </a:lnTo>
                  <a:lnTo>
                    <a:pt x="2974" y="19772"/>
                  </a:lnTo>
                  <a:lnTo>
                    <a:pt x="3244" y="20312"/>
                  </a:lnTo>
                  <a:lnTo>
                    <a:pt x="3244" y="20351"/>
                  </a:lnTo>
                  <a:lnTo>
                    <a:pt x="3206" y="21200"/>
                  </a:lnTo>
                  <a:lnTo>
                    <a:pt x="3244" y="22050"/>
                  </a:lnTo>
                  <a:lnTo>
                    <a:pt x="3283" y="22359"/>
                  </a:lnTo>
                  <a:lnTo>
                    <a:pt x="3321" y="22706"/>
                  </a:lnTo>
                  <a:lnTo>
                    <a:pt x="3321" y="23054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9"/>
                  </a:lnTo>
                  <a:lnTo>
                    <a:pt x="3051" y="23633"/>
                  </a:lnTo>
                  <a:lnTo>
                    <a:pt x="2704" y="23904"/>
                  </a:lnTo>
                  <a:lnTo>
                    <a:pt x="2009" y="24406"/>
                  </a:lnTo>
                  <a:lnTo>
                    <a:pt x="773" y="25409"/>
                  </a:lnTo>
                  <a:lnTo>
                    <a:pt x="811" y="24676"/>
                  </a:lnTo>
                  <a:lnTo>
                    <a:pt x="850" y="23942"/>
                  </a:lnTo>
                  <a:lnTo>
                    <a:pt x="811" y="23170"/>
                  </a:lnTo>
                  <a:lnTo>
                    <a:pt x="773" y="22436"/>
                  </a:lnTo>
                  <a:lnTo>
                    <a:pt x="657" y="21239"/>
                  </a:lnTo>
                  <a:lnTo>
                    <a:pt x="503" y="20467"/>
                  </a:lnTo>
                  <a:lnTo>
                    <a:pt x="425" y="20081"/>
                  </a:lnTo>
                  <a:lnTo>
                    <a:pt x="464" y="19695"/>
                  </a:lnTo>
                  <a:lnTo>
                    <a:pt x="503" y="19656"/>
                  </a:lnTo>
                  <a:lnTo>
                    <a:pt x="541" y="19579"/>
                  </a:lnTo>
                  <a:lnTo>
                    <a:pt x="541" y="19540"/>
                  </a:lnTo>
                  <a:lnTo>
                    <a:pt x="541" y="19463"/>
                  </a:lnTo>
                  <a:lnTo>
                    <a:pt x="1429" y="18420"/>
                  </a:lnTo>
                  <a:lnTo>
                    <a:pt x="2356" y="17378"/>
                  </a:lnTo>
                  <a:close/>
                  <a:moveTo>
                    <a:pt x="8148" y="24830"/>
                  </a:moveTo>
                  <a:lnTo>
                    <a:pt x="8148" y="25062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8"/>
                  </a:lnTo>
                  <a:lnTo>
                    <a:pt x="7878" y="25216"/>
                  </a:lnTo>
                  <a:lnTo>
                    <a:pt x="7839" y="25294"/>
                  </a:lnTo>
                  <a:lnTo>
                    <a:pt x="7839" y="25371"/>
                  </a:lnTo>
                  <a:lnTo>
                    <a:pt x="7994" y="25873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60"/>
                  </a:lnTo>
                  <a:lnTo>
                    <a:pt x="8148" y="28962"/>
                  </a:lnTo>
                  <a:lnTo>
                    <a:pt x="8071" y="29503"/>
                  </a:lnTo>
                  <a:lnTo>
                    <a:pt x="7762" y="29194"/>
                  </a:lnTo>
                  <a:lnTo>
                    <a:pt x="7453" y="28885"/>
                  </a:lnTo>
                  <a:lnTo>
                    <a:pt x="7260" y="28537"/>
                  </a:lnTo>
                  <a:lnTo>
                    <a:pt x="7067" y="28190"/>
                  </a:lnTo>
                  <a:lnTo>
                    <a:pt x="6951" y="27804"/>
                  </a:lnTo>
                  <a:lnTo>
                    <a:pt x="6874" y="27417"/>
                  </a:lnTo>
                  <a:lnTo>
                    <a:pt x="6835" y="26954"/>
                  </a:lnTo>
                  <a:lnTo>
                    <a:pt x="6835" y="26491"/>
                  </a:lnTo>
                  <a:lnTo>
                    <a:pt x="6874" y="26105"/>
                  </a:lnTo>
                  <a:lnTo>
                    <a:pt x="6874" y="25757"/>
                  </a:lnTo>
                  <a:lnTo>
                    <a:pt x="6835" y="25603"/>
                  </a:lnTo>
                  <a:lnTo>
                    <a:pt x="6758" y="25487"/>
                  </a:lnTo>
                  <a:lnTo>
                    <a:pt x="6642" y="25371"/>
                  </a:lnTo>
                  <a:lnTo>
                    <a:pt x="6488" y="25294"/>
                  </a:lnTo>
                  <a:lnTo>
                    <a:pt x="6604" y="25101"/>
                  </a:lnTo>
                  <a:lnTo>
                    <a:pt x="6720" y="24985"/>
                  </a:lnTo>
                  <a:lnTo>
                    <a:pt x="7106" y="24985"/>
                  </a:lnTo>
                  <a:lnTo>
                    <a:pt x="7453" y="24946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5"/>
                  </a:lnTo>
                  <a:lnTo>
                    <a:pt x="9500" y="25409"/>
                  </a:lnTo>
                  <a:lnTo>
                    <a:pt x="9809" y="25796"/>
                  </a:lnTo>
                  <a:lnTo>
                    <a:pt x="10118" y="26259"/>
                  </a:lnTo>
                  <a:lnTo>
                    <a:pt x="9847" y="26220"/>
                  </a:lnTo>
                  <a:lnTo>
                    <a:pt x="9616" y="26105"/>
                  </a:lnTo>
                  <a:lnTo>
                    <a:pt x="9423" y="25950"/>
                  </a:lnTo>
                  <a:lnTo>
                    <a:pt x="9230" y="25757"/>
                  </a:lnTo>
                  <a:lnTo>
                    <a:pt x="9191" y="25680"/>
                  </a:lnTo>
                  <a:lnTo>
                    <a:pt x="8998" y="25680"/>
                  </a:lnTo>
                  <a:lnTo>
                    <a:pt x="8959" y="25718"/>
                  </a:lnTo>
                  <a:lnTo>
                    <a:pt x="8921" y="25796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1"/>
                  </a:lnTo>
                  <a:lnTo>
                    <a:pt x="9423" y="27070"/>
                  </a:lnTo>
                  <a:lnTo>
                    <a:pt x="9500" y="27379"/>
                  </a:lnTo>
                  <a:lnTo>
                    <a:pt x="9538" y="27688"/>
                  </a:lnTo>
                  <a:lnTo>
                    <a:pt x="9538" y="27997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80"/>
                  </a:lnTo>
                  <a:lnTo>
                    <a:pt x="9230" y="29889"/>
                  </a:lnTo>
                  <a:lnTo>
                    <a:pt x="9075" y="30159"/>
                  </a:lnTo>
                  <a:lnTo>
                    <a:pt x="8921" y="30429"/>
                  </a:lnTo>
                  <a:lnTo>
                    <a:pt x="8728" y="30661"/>
                  </a:lnTo>
                  <a:lnTo>
                    <a:pt x="8534" y="30777"/>
                  </a:lnTo>
                  <a:lnTo>
                    <a:pt x="8341" y="30854"/>
                  </a:lnTo>
                  <a:lnTo>
                    <a:pt x="8187" y="30854"/>
                  </a:lnTo>
                  <a:lnTo>
                    <a:pt x="7994" y="30777"/>
                  </a:lnTo>
                  <a:lnTo>
                    <a:pt x="7839" y="30700"/>
                  </a:lnTo>
                  <a:lnTo>
                    <a:pt x="7685" y="30584"/>
                  </a:lnTo>
                  <a:lnTo>
                    <a:pt x="7376" y="30275"/>
                  </a:lnTo>
                  <a:lnTo>
                    <a:pt x="6874" y="29773"/>
                  </a:lnTo>
                  <a:lnTo>
                    <a:pt x="6681" y="29503"/>
                  </a:lnTo>
                  <a:lnTo>
                    <a:pt x="6488" y="29194"/>
                  </a:lnTo>
                  <a:lnTo>
                    <a:pt x="6295" y="28846"/>
                  </a:lnTo>
                  <a:lnTo>
                    <a:pt x="6102" y="28460"/>
                  </a:lnTo>
                  <a:lnTo>
                    <a:pt x="5986" y="28074"/>
                  </a:lnTo>
                  <a:lnTo>
                    <a:pt x="5909" y="27688"/>
                  </a:lnTo>
                  <a:lnTo>
                    <a:pt x="5870" y="27263"/>
                  </a:lnTo>
                  <a:lnTo>
                    <a:pt x="5870" y="26877"/>
                  </a:lnTo>
                  <a:lnTo>
                    <a:pt x="5909" y="26491"/>
                  </a:lnTo>
                  <a:lnTo>
                    <a:pt x="6024" y="26066"/>
                  </a:lnTo>
                  <a:lnTo>
                    <a:pt x="6024" y="25950"/>
                  </a:lnTo>
                  <a:lnTo>
                    <a:pt x="5947" y="25911"/>
                  </a:lnTo>
                  <a:lnTo>
                    <a:pt x="5870" y="25873"/>
                  </a:lnTo>
                  <a:lnTo>
                    <a:pt x="5793" y="25873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8"/>
                  </a:lnTo>
                  <a:lnTo>
                    <a:pt x="5445" y="25101"/>
                  </a:lnTo>
                  <a:lnTo>
                    <a:pt x="5716" y="24753"/>
                  </a:lnTo>
                  <a:lnTo>
                    <a:pt x="6102" y="24869"/>
                  </a:lnTo>
                  <a:lnTo>
                    <a:pt x="6488" y="24946"/>
                  </a:lnTo>
                  <a:lnTo>
                    <a:pt x="6333" y="25101"/>
                  </a:lnTo>
                  <a:lnTo>
                    <a:pt x="6179" y="25294"/>
                  </a:lnTo>
                  <a:lnTo>
                    <a:pt x="6179" y="25371"/>
                  </a:lnTo>
                  <a:lnTo>
                    <a:pt x="6179" y="25448"/>
                  </a:lnTo>
                  <a:lnTo>
                    <a:pt x="6256" y="25487"/>
                  </a:lnTo>
                  <a:lnTo>
                    <a:pt x="6295" y="25487"/>
                  </a:lnTo>
                  <a:lnTo>
                    <a:pt x="6372" y="25525"/>
                  </a:lnTo>
                  <a:lnTo>
                    <a:pt x="6449" y="25603"/>
                  </a:lnTo>
                  <a:lnTo>
                    <a:pt x="6526" y="25796"/>
                  </a:lnTo>
                  <a:lnTo>
                    <a:pt x="6565" y="26105"/>
                  </a:lnTo>
                  <a:lnTo>
                    <a:pt x="6604" y="26452"/>
                  </a:lnTo>
                  <a:lnTo>
                    <a:pt x="6604" y="27147"/>
                  </a:lnTo>
                  <a:lnTo>
                    <a:pt x="6604" y="27611"/>
                  </a:lnTo>
                  <a:lnTo>
                    <a:pt x="6681" y="28074"/>
                  </a:lnTo>
                  <a:lnTo>
                    <a:pt x="6835" y="28499"/>
                  </a:lnTo>
                  <a:lnTo>
                    <a:pt x="7067" y="28923"/>
                  </a:lnTo>
                  <a:lnTo>
                    <a:pt x="7376" y="29310"/>
                  </a:lnTo>
                  <a:lnTo>
                    <a:pt x="7569" y="29464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50"/>
                  </a:lnTo>
                  <a:lnTo>
                    <a:pt x="8264" y="29850"/>
                  </a:lnTo>
                  <a:lnTo>
                    <a:pt x="8303" y="29812"/>
                  </a:lnTo>
                  <a:lnTo>
                    <a:pt x="8303" y="29734"/>
                  </a:lnTo>
                  <a:lnTo>
                    <a:pt x="8303" y="29696"/>
                  </a:lnTo>
                  <a:lnTo>
                    <a:pt x="8303" y="29657"/>
                  </a:lnTo>
                  <a:lnTo>
                    <a:pt x="8419" y="29155"/>
                  </a:lnTo>
                  <a:lnTo>
                    <a:pt x="8496" y="28615"/>
                  </a:lnTo>
                  <a:lnTo>
                    <a:pt x="8534" y="28113"/>
                  </a:lnTo>
                  <a:lnTo>
                    <a:pt x="8534" y="27572"/>
                  </a:lnTo>
                  <a:lnTo>
                    <a:pt x="8534" y="27070"/>
                  </a:lnTo>
                  <a:lnTo>
                    <a:pt x="8457" y="26568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7"/>
                  </a:lnTo>
                  <a:lnTo>
                    <a:pt x="8650" y="25409"/>
                  </a:lnTo>
                  <a:lnTo>
                    <a:pt x="8650" y="25371"/>
                  </a:lnTo>
                  <a:lnTo>
                    <a:pt x="8612" y="25294"/>
                  </a:lnTo>
                  <a:lnTo>
                    <a:pt x="8380" y="24792"/>
                  </a:lnTo>
                  <a:lnTo>
                    <a:pt x="8805" y="24637"/>
                  </a:lnTo>
                  <a:close/>
                  <a:moveTo>
                    <a:pt x="6449" y="1"/>
                  </a:moveTo>
                  <a:lnTo>
                    <a:pt x="6411" y="40"/>
                  </a:lnTo>
                  <a:lnTo>
                    <a:pt x="6411" y="117"/>
                  </a:lnTo>
                  <a:lnTo>
                    <a:pt x="6333" y="117"/>
                  </a:lnTo>
                  <a:lnTo>
                    <a:pt x="6295" y="194"/>
                  </a:lnTo>
                  <a:lnTo>
                    <a:pt x="5600" y="1275"/>
                  </a:lnTo>
                  <a:lnTo>
                    <a:pt x="4943" y="2434"/>
                  </a:lnTo>
                  <a:lnTo>
                    <a:pt x="4403" y="3592"/>
                  </a:lnTo>
                  <a:lnTo>
                    <a:pt x="3901" y="4828"/>
                  </a:lnTo>
                  <a:lnTo>
                    <a:pt x="3437" y="6063"/>
                  </a:lnTo>
                  <a:lnTo>
                    <a:pt x="3090" y="7299"/>
                  </a:lnTo>
                  <a:lnTo>
                    <a:pt x="2742" y="8573"/>
                  </a:lnTo>
                  <a:lnTo>
                    <a:pt x="2511" y="9848"/>
                  </a:lnTo>
                  <a:lnTo>
                    <a:pt x="2317" y="11161"/>
                  </a:lnTo>
                  <a:lnTo>
                    <a:pt x="2202" y="12474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9"/>
                  </a:lnTo>
                  <a:lnTo>
                    <a:pt x="541" y="18806"/>
                  </a:lnTo>
                  <a:lnTo>
                    <a:pt x="39" y="19463"/>
                  </a:lnTo>
                  <a:lnTo>
                    <a:pt x="1" y="19501"/>
                  </a:lnTo>
                  <a:lnTo>
                    <a:pt x="1" y="19579"/>
                  </a:lnTo>
                  <a:lnTo>
                    <a:pt x="78" y="19695"/>
                  </a:lnTo>
                  <a:lnTo>
                    <a:pt x="39" y="19965"/>
                  </a:lnTo>
                  <a:lnTo>
                    <a:pt x="39" y="20274"/>
                  </a:lnTo>
                  <a:lnTo>
                    <a:pt x="39" y="20544"/>
                  </a:lnTo>
                  <a:lnTo>
                    <a:pt x="78" y="20853"/>
                  </a:lnTo>
                  <a:lnTo>
                    <a:pt x="194" y="21432"/>
                  </a:lnTo>
                  <a:lnTo>
                    <a:pt x="309" y="22011"/>
                  </a:lnTo>
                  <a:lnTo>
                    <a:pt x="387" y="22900"/>
                  </a:lnTo>
                  <a:lnTo>
                    <a:pt x="425" y="23749"/>
                  </a:lnTo>
                  <a:lnTo>
                    <a:pt x="425" y="24637"/>
                  </a:lnTo>
                  <a:lnTo>
                    <a:pt x="387" y="25487"/>
                  </a:lnTo>
                  <a:lnTo>
                    <a:pt x="387" y="25603"/>
                  </a:lnTo>
                  <a:lnTo>
                    <a:pt x="464" y="25641"/>
                  </a:lnTo>
                  <a:lnTo>
                    <a:pt x="503" y="25680"/>
                  </a:lnTo>
                  <a:lnTo>
                    <a:pt x="580" y="25680"/>
                  </a:lnTo>
                  <a:lnTo>
                    <a:pt x="618" y="25757"/>
                  </a:lnTo>
                  <a:lnTo>
                    <a:pt x="696" y="25796"/>
                  </a:lnTo>
                  <a:lnTo>
                    <a:pt x="811" y="25796"/>
                  </a:lnTo>
                  <a:lnTo>
                    <a:pt x="1584" y="25255"/>
                  </a:lnTo>
                  <a:lnTo>
                    <a:pt x="2279" y="24714"/>
                  </a:lnTo>
                  <a:lnTo>
                    <a:pt x="3746" y="23595"/>
                  </a:lnTo>
                  <a:lnTo>
                    <a:pt x="3785" y="23479"/>
                  </a:lnTo>
                  <a:lnTo>
                    <a:pt x="3785" y="23363"/>
                  </a:lnTo>
                  <a:lnTo>
                    <a:pt x="3630" y="22089"/>
                  </a:lnTo>
                  <a:lnTo>
                    <a:pt x="3592" y="20814"/>
                  </a:lnTo>
                  <a:lnTo>
                    <a:pt x="3939" y="21278"/>
                  </a:lnTo>
                  <a:lnTo>
                    <a:pt x="4364" y="21664"/>
                  </a:lnTo>
                  <a:lnTo>
                    <a:pt x="4789" y="22050"/>
                  </a:lnTo>
                  <a:lnTo>
                    <a:pt x="5252" y="22359"/>
                  </a:lnTo>
                  <a:lnTo>
                    <a:pt x="5059" y="22745"/>
                  </a:lnTo>
                  <a:lnTo>
                    <a:pt x="4866" y="23170"/>
                  </a:lnTo>
                  <a:lnTo>
                    <a:pt x="4712" y="23633"/>
                  </a:lnTo>
                  <a:lnTo>
                    <a:pt x="4673" y="23865"/>
                  </a:lnTo>
                  <a:lnTo>
                    <a:pt x="4712" y="24097"/>
                  </a:lnTo>
                  <a:lnTo>
                    <a:pt x="4750" y="24174"/>
                  </a:lnTo>
                  <a:lnTo>
                    <a:pt x="4789" y="24212"/>
                  </a:lnTo>
                  <a:lnTo>
                    <a:pt x="4827" y="24251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6"/>
                  </a:lnTo>
                  <a:lnTo>
                    <a:pt x="5329" y="24869"/>
                  </a:lnTo>
                  <a:lnTo>
                    <a:pt x="5175" y="25062"/>
                  </a:lnTo>
                  <a:lnTo>
                    <a:pt x="5020" y="25255"/>
                  </a:lnTo>
                  <a:lnTo>
                    <a:pt x="4905" y="25487"/>
                  </a:lnTo>
                  <a:lnTo>
                    <a:pt x="4827" y="25718"/>
                  </a:lnTo>
                  <a:lnTo>
                    <a:pt x="4750" y="25950"/>
                  </a:lnTo>
                  <a:lnTo>
                    <a:pt x="4712" y="26220"/>
                  </a:lnTo>
                  <a:lnTo>
                    <a:pt x="4712" y="26491"/>
                  </a:lnTo>
                  <a:lnTo>
                    <a:pt x="4712" y="26568"/>
                  </a:lnTo>
                  <a:lnTo>
                    <a:pt x="4789" y="26645"/>
                  </a:lnTo>
                  <a:lnTo>
                    <a:pt x="4943" y="26645"/>
                  </a:lnTo>
                  <a:lnTo>
                    <a:pt x="5638" y="26298"/>
                  </a:lnTo>
                  <a:lnTo>
                    <a:pt x="5561" y="26722"/>
                  </a:lnTo>
                  <a:lnTo>
                    <a:pt x="5561" y="27147"/>
                  </a:lnTo>
                  <a:lnTo>
                    <a:pt x="5561" y="27533"/>
                  </a:lnTo>
                  <a:lnTo>
                    <a:pt x="5638" y="27958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7"/>
                  </a:lnTo>
                  <a:lnTo>
                    <a:pt x="6256" y="29464"/>
                  </a:lnTo>
                  <a:lnTo>
                    <a:pt x="6642" y="30005"/>
                  </a:lnTo>
                  <a:lnTo>
                    <a:pt x="6913" y="30352"/>
                  </a:lnTo>
                  <a:lnTo>
                    <a:pt x="7183" y="30661"/>
                  </a:lnTo>
                  <a:lnTo>
                    <a:pt x="7530" y="30970"/>
                  </a:lnTo>
                  <a:lnTo>
                    <a:pt x="7839" y="31163"/>
                  </a:lnTo>
                  <a:lnTo>
                    <a:pt x="7994" y="31240"/>
                  </a:lnTo>
                  <a:lnTo>
                    <a:pt x="8148" y="31318"/>
                  </a:lnTo>
                  <a:lnTo>
                    <a:pt x="8303" y="31318"/>
                  </a:lnTo>
                  <a:lnTo>
                    <a:pt x="8457" y="31279"/>
                  </a:lnTo>
                  <a:lnTo>
                    <a:pt x="8612" y="31240"/>
                  </a:lnTo>
                  <a:lnTo>
                    <a:pt x="8766" y="31163"/>
                  </a:lnTo>
                  <a:lnTo>
                    <a:pt x="8998" y="30893"/>
                  </a:lnTo>
                  <a:lnTo>
                    <a:pt x="9230" y="30584"/>
                  </a:lnTo>
                  <a:lnTo>
                    <a:pt x="9423" y="30236"/>
                  </a:lnTo>
                  <a:lnTo>
                    <a:pt x="9577" y="29850"/>
                  </a:lnTo>
                  <a:lnTo>
                    <a:pt x="9693" y="29464"/>
                  </a:lnTo>
                  <a:lnTo>
                    <a:pt x="9847" y="28808"/>
                  </a:lnTo>
                  <a:lnTo>
                    <a:pt x="9886" y="28228"/>
                  </a:lnTo>
                  <a:lnTo>
                    <a:pt x="9847" y="27611"/>
                  </a:lnTo>
                  <a:lnTo>
                    <a:pt x="9770" y="27031"/>
                  </a:lnTo>
                  <a:lnTo>
                    <a:pt x="9577" y="26491"/>
                  </a:lnTo>
                  <a:lnTo>
                    <a:pt x="9770" y="26529"/>
                  </a:lnTo>
                  <a:lnTo>
                    <a:pt x="9963" y="26568"/>
                  </a:lnTo>
                  <a:lnTo>
                    <a:pt x="10156" y="26607"/>
                  </a:lnTo>
                  <a:lnTo>
                    <a:pt x="10388" y="26607"/>
                  </a:lnTo>
                  <a:lnTo>
                    <a:pt x="10465" y="26568"/>
                  </a:lnTo>
                  <a:lnTo>
                    <a:pt x="10542" y="26529"/>
                  </a:lnTo>
                  <a:lnTo>
                    <a:pt x="10542" y="26452"/>
                  </a:lnTo>
                  <a:lnTo>
                    <a:pt x="10542" y="26336"/>
                  </a:lnTo>
                  <a:lnTo>
                    <a:pt x="10234" y="25834"/>
                  </a:lnTo>
                  <a:lnTo>
                    <a:pt x="9925" y="25332"/>
                  </a:lnTo>
                  <a:lnTo>
                    <a:pt x="9538" y="24869"/>
                  </a:lnTo>
                  <a:lnTo>
                    <a:pt x="9114" y="24483"/>
                  </a:lnTo>
                  <a:lnTo>
                    <a:pt x="9616" y="24135"/>
                  </a:lnTo>
                  <a:lnTo>
                    <a:pt x="9693" y="24058"/>
                  </a:lnTo>
                  <a:lnTo>
                    <a:pt x="9732" y="23981"/>
                  </a:lnTo>
                  <a:lnTo>
                    <a:pt x="9770" y="23942"/>
                  </a:lnTo>
                  <a:lnTo>
                    <a:pt x="9732" y="23865"/>
                  </a:lnTo>
                  <a:lnTo>
                    <a:pt x="9307" y="23093"/>
                  </a:lnTo>
                  <a:lnTo>
                    <a:pt x="9114" y="22706"/>
                  </a:lnTo>
                  <a:lnTo>
                    <a:pt x="8959" y="22282"/>
                  </a:lnTo>
                  <a:lnTo>
                    <a:pt x="9114" y="22204"/>
                  </a:lnTo>
                  <a:lnTo>
                    <a:pt x="9423" y="21934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9"/>
                  </a:lnTo>
                  <a:lnTo>
                    <a:pt x="10118" y="21896"/>
                  </a:lnTo>
                  <a:lnTo>
                    <a:pt x="10040" y="22822"/>
                  </a:lnTo>
                  <a:lnTo>
                    <a:pt x="10079" y="22900"/>
                  </a:lnTo>
                  <a:lnTo>
                    <a:pt x="10156" y="22977"/>
                  </a:lnTo>
                  <a:lnTo>
                    <a:pt x="10813" y="23402"/>
                  </a:lnTo>
                  <a:lnTo>
                    <a:pt x="11469" y="23826"/>
                  </a:lnTo>
                  <a:lnTo>
                    <a:pt x="12126" y="24290"/>
                  </a:lnTo>
                  <a:lnTo>
                    <a:pt x="12743" y="24753"/>
                  </a:lnTo>
                  <a:lnTo>
                    <a:pt x="12859" y="24830"/>
                  </a:lnTo>
                  <a:lnTo>
                    <a:pt x="12975" y="24792"/>
                  </a:lnTo>
                  <a:lnTo>
                    <a:pt x="13052" y="24753"/>
                  </a:lnTo>
                  <a:lnTo>
                    <a:pt x="13091" y="24637"/>
                  </a:lnTo>
                  <a:lnTo>
                    <a:pt x="13323" y="21394"/>
                  </a:lnTo>
                  <a:lnTo>
                    <a:pt x="13400" y="19772"/>
                  </a:lnTo>
                  <a:lnTo>
                    <a:pt x="13439" y="18961"/>
                  </a:lnTo>
                  <a:lnTo>
                    <a:pt x="13400" y="18189"/>
                  </a:lnTo>
                  <a:lnTo>
                    <a:pt x="13361" y="18073"/>
                  </a:lnTo>
                  <a:lnTo>
                    <a:pt x="13323" y="18034"/>
                  </a:lnTo>
                  <a:lnTo>
                    <a:pt x="13284" y="18034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5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5" y="14559"/>
                  </a:lnTo>
                  <a:lnTo>
                    <a:pt x="10620" y="13632"/>
                  </a:lnTo>
                  <a:lnTo>
                    <a:pt x="10504" y="12705"/>
                  </a:lnTo>
                  <a:lnTo>
                    <a:pt x="10234" y="11122"/>
                  </a:lnTo>
                  <a:lnTo>
                    <a:pt x="9886" y="9539"/>
                  </a:lnTo>
                  <a:lnTo>
                    <a:pt x="9500" y="7956"/>
                  </a:lnTo>
                  <a:lnTo>
                    <a:pt x="9036" y="6411"/>
                  </a:lnTo>
                  <a:lnTo>
                    <a:pt x="8534" y="4866"/>
                  </a:lnTo>
                  <a:lnTo>
                    <a:pt x="7994" y="3322"/>
                  </a:lnTo>
                  <a:lnTo>
                    <a:pt x="7415" y="1816"/>
                  </a:lnTo>
                  <a:lnTo>
                    <a:pt x="6835" y="310"/>
                  </a:lnTo>
                  <a:lnTo>
                    <a:pt x="6797" y="233"/>
                  </a:lnTo>
                  <a:lnTo>
                    <a:pt x="6720" y="194"/>
                  </a:lnTo>
                  <a:lnTo>
                    <a:pt x="6642" y="155"/>
                  </a:lnTo>
                  <a:lnTo>
                    <a:pt x="6604" y="40"/>
                  </a:lnTo>
                  <a:lnTo>
                    <a:pt x="65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"/>
            <p:cNvSpPr/>
            <p:nvPr/>
          </p:nvSpPr>
          <p:spPr>
            <a:xfrm>
              <a:off x="2672775" y="3239275"/>
              <a:ext cx="330175" cy="176700"/>
            </a:xfrm>
            <a:custGeom>
              <a:avLst/>
              <a:gdLst/>
              <a:ahLst/>
              <a:cxnLst/>
              <a:rect l="l" t="t" r="r" b="b"/>
              <a:pathLst>
                <a:path w="13207" h="7068" extrusionOk="0">
                  <a:moveTo>
                    <a:pt x="8110" y="310"/>
                  </a:moveTo>
                  <a:lnTo>
                    <a:pt x="8226" y="348"/>
                  </a:lnTo>
                  <a:lnTo>
                    <a:pt x="8380" y="425"/>
                  </a:lnTo>
                  <a:lnTo>
                    <a:pt x="8535" y="541"/>
                  </a:lnTo>
                  <a:lnTo>
                    <a:pt x="8612" y="580"/>
                  </a:lnTo>
                  <a:lnTo>
                    <a:pt x="8728" y="889"/>
                  </a:lnTo>
                  <a:lnTo>
                    <a:pt x="8766" y="1198"/>
                  </a:lnTo>
                  <a:lnTo>
                    <a:pt x="8728" y="1468"/>
                  </a:lnTo>
                  <a:lnTo>
                    <a:pt x="8650" y="1777"/>
                  </a:lnTo>
                  <a:lnTo>
                    <a:pt x="8496" y="2047"/>
                  </a:lnTo>
                  <a:lnTo>
                    <a:pt x="8380" y="2318"/>
                  </a:lnTo>
                  <a:lnTo>
                    <a:pt x="8033" y="2858"/>
                  </a:lnTo>
                  <a:lnTo>
                    <a:pt x="6836" y="4712"/>
                  </a:lnTo>
                  <a:lnTo>
                    <a:pt x="6681" y="4712"/>
                  </a:lnTo>
                  <a:lnTo>
                    <a:pt x="6797" y="3746"/>
                  </a:lnTo>
                  <a:lnTo>
                    <a:pt x="6990" y="2781"/>
                  </a:lnTo>
                  <a:lnTo>
                    <a:pt x="7222" y="1661"/>
                  </a:lnTo>
                  <a:lnTo>
                    <a:pt x="7338" y="1198"/>
                  </a:lnTo>
                  <a:lnTo>
                    <a:pt x="7453" y="889"/>
                  </a:lnTo>
                  <a:lnTo>
                    <a:pt x="7608" y="618"/>
                  </a:lnTo>
                  <a:lnTo>
                    <a:pt x="7762" y="425"/>
                  </a:lnTo>
                  <a:lnTo>
                    <a:pt x="7878" y="348"/>
                  </a:lnTo>
                  <a:lnTo>
                    <a:pt x="7994" y="310"/>
                  </a:lnTo>
                  <a:close/>
                  <a:moveTo>
                    <a:pt x="5909" y="5407"/>
                  </a:moveTo>
                  <a:lnTo>
                    <a:pt x="4673" y="5831"/>
                  </a:lnTo>
                  <a:lnTo>
                    <a:pt x="3437" y="6218"/>
                  </a:lnTo>
                  <a:lnTo>
                    <a:pt x="2781" y="6372"/>
                  </a:lnTo>
                  <a:lnTo>
                    <a:pt x="2125" y="6527"/>
                  </a:lnTo>
                  <a:lnTo>
                    <a:pt x="1700" y="6565"/>
                  </a:lnTo>
                  <a:lnTo>
                    <a:pt x="1314" y="6604"/>
                  </a:lnTo>
                  <a:lnTo>
                    <a:pt x="1043" y="6565"/>
                  </a:lnTo>
                  <a:lnTo>
                    <a:pt x="812" y="6488"/>
                  </a:lnTo>
                  <a:lnTo>
                    <a:pt x="734" y="6449"/>
                  </a:lnTo>
                  <a:lnTo>
                    <a:pt x="696" y="6333"/>
                  </a:lnTo>
                  <a:lnTo>
                    <a:pt x="696" y="6218"/>
                  </a:lnTo>
                  <a:lnTo>
                    <a:pt x="696" y="6063"/>
                  </a:lnTo>
                  <a:lnTo>
                    <a:pt x="696" y="5909"/>
                  </a:lnTo>
                  <a:lnTo>
                    <a:pt x="734" y="5793"/>
                  </a:lnTo>
                  <a:lnTo>
                    <a:pt x="812" y="5716"/>
                  </a:lnTo>
                  <a:lnTo>
                    <a:pt x="889" y="5677"/>
                  </a:lnTo>
                  <a:lnTo>
                    <a:pt x="1082" y="5600"/>
                  </a:lnTo>
                  <a:lnTo>
                    <a:pt x="1391" y="5561"/>
                  </a:lnTo>
                  <a:lnTo>
                    <a:pt x="2047" y="5484"/>
                  </a:lnTo>
                  <a:lnTo>
                    <a:pt x="2897" y="5445"/>
                  </a:lnTo>
                  <a:lnTo>
                    <a:pt x="5368" y="5445"/>
                  </a:lnTo>
                  <a:lnTo>
                    <a:pt x="5909" y="5407"/>
                  </a:lnTo>
                  <a:close/>
                  <a:moveTo>
                    <a:pt x="7067" y="5098"/>
                  </a:moveTo>
                  <a:lnTo>
                    <a:pt x="8342" y="5136"/>
                  </a:lnTo>
                  <a:lnTo>
                    <a:pt x="9577" y="5252"/>
                  </a:lnTo>
                  <a:lnTo>
                    <a:pt x="10272" y="5329"/>
                  </a:lnTo>
                  <a:lnTo>
                    <a:pt x="11006" y="5445"/>
                  </a:lnTo>
                  <a:lnTo>
                    <a:pt x="11701" y="5561"/>
                  </a:lnTo>
                  <a:lnTo>
                    <a:pt x="12164" y="5677"/>
                  </a:lnTo>
                  <a:lnTo>
                    <a:pt x="12280" y="5716"/>
                  </a:lnTo>
                  <a:lnTo>
                    <a:pt x="12396" y="5754"/>
                  </a:lnTo>
                  <a:lnTo>
                    <a:pt x="12473" y="5831"/>
                  </a:lnTo>
                  <a:lnTo>
                    <a:pt x="12551" y="5909"/>
                  </a:lnTo>
                  <a:lnTo>
                    <a:pt x="12589" y="6025"/>
                  </a:lnTo>
                  <a:lnTo>
                    <a:pt x="12628" y="6179"/>
                  </a:lnTo>
                  <a:lnTo>
                    <a:pt x="12589" y="6527"/>
                  </a:lnTo>
                  <a:lnTo>
                    <a:pt x="12435" y="6604"/>
                  </a:lnTo>
                  <a:lnTo>
                    <a:pt x="12242" y="6642"/>
                  </a:lnTo>
                  <a:lnTo>
                    <a:pt x="12010" y="6681"/>
                  </a:lnTo>
                  <a:lnTo>
                    <a:pt x="11778" y="6681"/>
                  </a:lnTo>
                  <a:lnTo>
                    <a:pt x="11315" y="6604"/>
                  </a:lnTo>
                  <a:lnTo>
                    <a:pt x="10929" y="6527"/>
                  </a:lnTo>
                  <a:lnTo>
                    <a:pt x="10156" y="6372"/>
                  </a:lnTo>
                  <a:lnTo>
                    <a:pt x="9423" y="6140"/>
                  </a:lnTo>
                  <a:lnTo>
                    <a:pt x="8805" y="5909"/>
                  </a:lnTo>
                  <a:lnTo>
                    <a:pt x="8226" y="5677"/>
                  </a:lnTo>
                  <a:lnTo>
                    <a:pt x="7067" y="5098"/>
                  </a:lnTo>
                  <a:close/>
                  <a:moveTo>
                    <a:pt x="8148" y="1"/>
                  </a:moveTo>
                  <a:lnTo>
                    <a:pt x="7917" y="39"/>
                  </a:lnTo>
                  <a:lnTo>
                    <a:pt x="7724" y="116"/>
                  </a:lnTo>
                  <a:lnTo>
                    <a:pt x="7492" y="271"/>
                  </a:lnTo>
                  <a:lnTo>
                    <a:pt x="7338" y="425"/>
                  </a:lnTo>
                  <a:lnTo>
                    <a:pt x="7183" y="618"/>
                  </a:lnTo>
                  <a:lnTo>
                    <a:pt x="6990" y="1043"/>
                  </a:lnTo>
                  <a:lnTo>
                    <a:pt x="6874" y="1507"/>
                  </a:lnTo>
                  <a:lnTo>
                    <a:pt x="6681" y="2433"/>
                  </a:lnTo>
                  <a:lnTo>
                    <a:pt x="6527" y="3592"/>
                  </a:lnTo>
                  <a:lnTo>
                    <a:pt x="6488" y="4171"/>
                  </a:lnTo>
                  <a:lnTo>
                    <a:pt x="6449" y="4750"/>
                  </a:lnTo>
                  <a:lnTo>
                    <a:pt x="6411" y="4866"/>
                  </a:lnTo>
                  <a:lnTo>
                    <a:pt x="6411" y="4982"/>
                  </a:lnTo>
                  <a:lnTo>
                    <a:pt x="5870" y="5021"/>
                  </a:lnTo>
                  <a:lnTo>
                    <a:pt x="5291" y="5059"/>
                  </a:lnTo>
                  <a:lnTo>
                    <a:pt x="2549" y="5059"/>
                  </a:lnTo>
                  <a:lnTo>
                    <a:pt x="2009" y="5098"/>
                  </a:lnTo>
                  <a:lnTo>
                    <a:pt x="1391" y="5175"/>
                  </a:lnTo>
                  <a:lnTo>
                    <a:pt x="1005" y="5214"/>
                  </a:lnTo>
                  <a:lnTo>
                    <a:pt x="657" y="5329"/>
                  </a:lnTo>
                  <a:lnTo>
                    <a:pt x="310" y="5484"/>
                  </a:lnTo>
                  <a:lnTo>
                    <a:pt x="194" y="5600"/>
                  </a:lnTo>
                  <a:lnTo>
                    <a:pt x="78" y="5677"/>
                  </a:lnTo>
                  <a:lnTo>
                    <a:pt x="1" y="5831"/>
                  </a:lnTo>
                  <a:lnTo>
                    <a:pt x="1" y="5947"/>
                  </a:lnTo>
                  <a:lnTo>
                    <a:pt x="1" y="6140"/>
                  </a:lnTo>
                  <a:lnTo>
                    <a:pt x="39" y="6295"/>
                  </a:lnTo>
                  <a:lnTo>
                    <a:pt x="117" y="6449"/>
                  </a:lnTo>
                  <a:lnTo>
                    <a:pt x="232" y="6604"/>
                  </a:lnTo>
                  <a:lnTo>
                    <a:pt x="348" y="6681"/>
                  </a:lnTo>
                  <a:lnTo>
                    <a:pt x="464" y="6797"/>
                  </a:lnTo>
                  <a:lnTo>
                    <a:pt x="773" y="6913"/>
                  </a:lnTo>
                  <a:lnTo>
                    <a:pt x="1082" y="6990"/>
                  </a:lnTo>
                  <a:lnTo>
                    <a:pt x="1777" y="6990"/>
                  </a:lnTo>
                  <a:lnTo>
                    <a:pt x="2395" y="6913"/>
                  </a:lnTo>
                  <a:lnTo>
                    <a:pt x="3476" y="6642"/>
                  </a:lnTo>
                  <a:lnTo>
                    <a:pt x="4519" y="6333"/>
                  </a:lnTo>
                  <a:lnTo>
                    <a:pt x="5600" y="5947"/>
                  </a:lnTo>
                  <a:lnTo>
                    <a:pt x="6102" y="5716"/>
                  </a:lnTo>
                  <a:lnTo>
                    <a:pt x="6565" y="5484"/>
                  </a:lnTo>
                  <a:lnTo>
                    <a:pt x="6604" y="5484"/>
                  </a:lnTo>
                  <a:lnTo>
                    <a:pt x="6681" y="5909"/>
                  </a:lnTo>
                  <a:lnTo>
                    <a:pt x="6758" y="6102"/>
                  </a:lnTo>
                  <a:lnTo>
                    <a:pt x="6836" y="6295"/>
                  </a:lnTo>
                  <a:lnTo>
                    <a:pt x="7106" y="6256"/>
                  </a:lnTo>
                  <a:lnTo>
                    <a:pt x="7106" y="6218"/>
                  </a:lnTo>
                  <a:lnTo>
                    <a:pt x="6990" y="5870"/>
                  </a:lnTo>
                  <a:lnTo>
                    <a:pt x="6951" y="5677"/>
                  </a:lnTo>
                  <a:lnTo>
                    <a:pt x="6990" y="5484"/>
                  </a:lnTo>
                  <a:lnTo>
                    <a:pt x="6990" y="5407"/>
                  </a:lnTo>
                  <a:lnTo>
                    <a:pt x="7762" y="5870"/>
                  </a:lnTo>
                  <a:lnTo>
                    <a:pt x="8612" y="6256"/>
                  </a:lnTo>
                  <a:lnTo>
                    <a:pt x="9461" y="6565"/>
                  </a:lnTo>
                  <a:lnTo>
                    <a:pt x="10349" y="6797"/>
                  </a:lnTo>
                  <a:lnTo>
                    <a:pt x="11045" y="6951"/>
                  </a:lnTo>
                  <a:lnTo>
                    <a:pt x="11469" y="7029"/>
                  </a:lnTo>
                  <a:lnTo>
                    <a:pt x="11933" y="7067"/>
                  </a:lnTo>
                  <a:lnTo>
                    <a:pt x="12396" y="7029"/>
                  </a:lnTo>
                  <a:lnTo>
                    <a:pt x="12589" y="6990"/>
                  </a:lnTo>
                  <a:lnTo>
                    <a:pt x="12782" y="6913"/>
                  </a:lnTo>
                  <a:lnTo>
                    <a:pt x="12937" y="6797"/>
                  </a:lnTo>
                  <a:lnTo>
                    <a:pt x="13053" y="6681"/>
                  </a:lnTo>
                  <a:lnTo>
                    <a:pt x="13130" y="6527"/>
                  </a:lnTo>
                  <a:lnTo>
                    <a:pt x="13207" y="6333"/>
                  </a:lnTo>
                  <a:lnTo>
                    <a:pt x="13207" y="6179"/>
                  </a:lnTo>
                  <a:lnTo>
                    <a:pt x="13168" y="6025"/>
                  </a:lnTo>
                  <a:lnTo>
                    <a:pt x="13130" y="5870"/>
                  </a:lnTo>
                  <a:lnTo>
                    <a:pt x="13053" y="5754"/>
                  </a:lnTo>
                  <a:lnTo>
                    <a:pt x="12975" y="5638"/>
                  </a:lnTo>
                  <a:lnTo>
                    <a:pt x="12821" y="5561"/>
                  </a:lnTo>
                  <a:lnTo>
                    <a:pt x="12551" y="5407"/>
                  </a:lnTo>
                  <a:lnTo>
                    <a:pt x="12242" y="5291"/>
                  </a:lnTo>
                  <a:lnTo>
                    <a:pt x="11894" y="5214"/>
                  </a:lnTo>
                  <a:lnTo>
                    <a:pt x="11315" y="5098"/>
                  </a:lnTo>
                  <a:lnTo>
                    <a:pt x="10311" y="4943"/>
                  </a:lnTo>
                  <a:lnTo>
                    <a:pt x="9268" y="4827"/>
                  </a:lnTo>
                  <a:lnTo>
                    <a:pt x="8264" y="4750"/>
                  </a:lnTo>
                  <a:lnTo>
                    <a:pt x="7260" y="4712"/>
                  </a:lnTo>
                  <a:lnTo>
                    <a:pt x="8071" y="3515"/>
                  </a:lnTo>
                  <a:lnTo>
                    <a:pt x="8496" y="2858"/>
                  </a:lnTo>
                  <a:lnTo>
                    <a:pt x="8843" y="2202"/>
                  </a:lnTo>
                  <a:lnTo>
                    <a:pt x="8921" y="1970"/>
                  </a:lnTo>
                  <a:lnTo>
                    <a:pt x="8998" y="1738"/>
                  </a:lnTo>
                  <a:lnTo>
                    <a:pt x="9037" y="1507"/>
                  </a:lnTo>
                  <a:lnTo>
                    <a:pt x="9075" y="1275"/>
                  </a:lnTo>
                  <a:lnTo>
                    <a:pt x="9037" y="1005"/>
                  </a:lnTo>
                  <a:lnTo>
                    <a:pt x="8959" y="812"/>
                  </a:lnTo>
                  <a:lnTo>
                    <a:pt x="8882" y="580"/>
                  </a:lnTo>
                  <a:lnTo>
                    <a:pt x="8728" y="348"/>
                  </a:lnTo>
                  <a:lnTo>
                    <a:pt x="8650" y="232"/>
                  </a:lnTo>
                  <a:lnTo>
                    <a:pt x="8573" y="155"/>
                  </a:lnTo>
                  <a:lnTo>
                    <a:pt x="8380" y="39"/>
                  </a:lnTo>
                  <a:lnTo>
                    <a:pt x="814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"/>
            <p:cNvSpPr/>
            <p:nvPr/>
          </p:nvSpPr>
          <p:spPr>
            <a:xfrm>
              <a:off x="410925" y="3256650"/>
              <a:ext cx="35725" cy="33825"/>
            </a:xfrm>
            <a:custGeom>
              <a:avLst/>
              <a:gdLst/>
              <a:ahLst/>
              <a:cxnLst/>
              <a:rect l="l" t="t" r="r" b="b"/>
              <a:pathLst>
                <a:path w="1429" h="1353" extrusionOk="0">
                  <a:moveTo>
                    <a:pt x="579" y="1"/>
                  </a:moveTo>
                  <a:lnTo>
                    <a:pt x="425" y="39"/>
                  </a:lnTo>
                  <a:lnTo>
                    <a:pt x="232" y="117"/>
                  </a:lnTo>
                  <a:lnTo>
                    <a:pt x="116" y="271"/>
                  </a:lnTo>
                  <a:lnTo>
                    <a:pt x="39" y="425"/>
                  </a:lnTo>
                  <a:lnTo>
                    <a:pt x="0" y="619"/>
                  </a:lnTo>
                  <a:lnTo>
                    <a:pt x="0" y="812"/>
                  </a:lnTo>
                  <a:lnTo>
                    <a:pt x="77" y="966"/>
                  </a:lnTo>
                  <a:lnTo>
                    <a:pt x="155" y="1121"/>
                  </a:lnTo>
                  <a:lnTo>
                    <a:pt x="309" y="1275"/>
                  </a:lnTo>
                  <a:lnTo>
                    <a:pt x="463" y="1352"/>
                  </a:lnTo>
                  <a:lnTo>
                    <a:pt x="618" y="1352"/>
                  </a:lnTo>
                  <a:lnTo>
                    <a:pt x="695" y="1236"/>
                  </a:lnTo>
                  <a:lnTo>
                    <a:pt x="695" y="1121"/>
                  </a:lnTo>
                  <a:lnTo>
                    <a:pt x="657" y="1082"/>
                  </a:lnTo>
                  <a:lnTo>
                    <a:pt x="579" y="1043"/>
                  </a:lnTo>
                  <a:lnTo>
                    <a:pt x="502" y="1005"/>
                  </a:lnTo>
                  <a:lnTo>
                    <a:pt x="463" y="927"/>
                  </a:lnTo>
                  <a:lnTo>
                    <a:pt x="386" y="773"/>
                  </a:lnTo>
                  <a:lnTo>
                    <a:pt x="386" y="580"/>
                  </a:lnTo>
                  <a:lnTo>
                    <a:pt x="425" y="503"/>
                  </a:lnTo>
                  <a:lnTo>
                    <a:pt x="502" y="425"/>
                  </a:lnTo>
                  <a:lnTo>
                    <a:pt x="579" y="387"/>
                  </a:lnTo>
                  <a:lnTo>
                    <a:pt x="657" y="387"/>
                  </a:lnTo>
                  <a:lnTo>
                    <a:pt x="850" y="425"/>
                  </a:lnTo>
                  <a:lnTo>
                    <a:pt x="927" y="464"/>
                  </a:lnTo>
                  <a:lnTo>
                    <a:pt x="965" y="541"/>
                  </a:lnTo>
                  <a:lnTo>
                    <a:pt x="1043" y="696"/>
                  </a:lnTo>
                  <a:lnTo>
                    <a:pt x="1081" y="773"/>
                  </a:lnTo>
                  <a:lnTo>
                    <a:pt x="1120" y="812"/>
                  </a:lnTo>
                  <a:lnTo>
                    <a:pt x="1274" y="812"/>
                  </a:lnTo>
                  <a:lnTo>
                    <a:pt x="1352" y="734"/>
                  </a:lnTo>
                  <a:lnTo>
                    <a:pt x="1390" y="696"/>
                  </a:lnTo>
                  <a:lnTo>
                    <a:pt x="1429" y="619"/>
                  </a:lnTo>
                  <a:lnTo>
                    <a:pt x="1390" y="425"/>
                  </a:lnTo>
                  <a:lnTo>
                    <a:pt x="1274" y="271"/>
                  </a:lnTo>
                  <a:lnTo>
                    <a:pt x="1159" y="117"/>
                  </a:lnTo>
                  <a:lnTo>
                    <a:pt x="965" y="39"/>
                  </a:lnTo>
                  <a:lnTo>
                    <a:pt x="77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"/>
            <p:cNvSpPr/>
            <p:nvPr/>
          </p:nvSpPr>
          <p:spPr>
            <a:xfrm>
              <a:off x="5445325" y="3267275"/>
              <a:ext cx="624625" cy="344650"/>
            </a:xfrm>
            <a:custGeom>
              <a:avLst/>
              <a:gdLst/>
              <a:ahLst/>
              <a:cxnLst/>
              <a:rect l="l" t="t" r="r" b="b"/>
              <a:pathLst>
                <a:path w="24985" h="13786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03" y="2008"/>
                  </a:lnTo>
                  <a:lnTo>
                    <a:pt x="23787" y="2124"/>
                  </a:lnTo>
                  <a:lnTo>
                    <a:pt x="23633" y="2202"/>
                  </a:lnTo>
                  <a:lnTo>
                    <a:pt x="23478" y="2202"/>
                  </a:lnTo>
                  <a:lnTo>
                    <a:pt x="23324" y="2163"/>
                  </a:lnTo>
                  <a:lnTo>
                    <a:pt x="23170" y="2086"/>
                  </a:lnTo>
                  <a:lnTo>
                    <a:pt x="23054" y="1970"/>
                  </a:lnTo>
                  <a:lnTo>
                    <a:pt x="22976" y="1815"/>
                  </a:lnTo>
                  <a:lnTo>
                    <a:pt x="22938" y="1622"/>
                  </a:lnTo>
                  <a:lnTo>
                    <a:pt x="22976" y="1429"/>
                  </a:lnTo>
                  <a:lnTo>
                    <a:pt x="23015" y="1236"/>
                  </a:lnTo>
                  <a:lnTo>
                    <a:pt x="23131" y="1082"/>
                  </a:lnTo>
                  <a:lnTo>
                    <a:pt x="23285" y="966"/>
                  </a:lnTo>
                  <a:close/>
                  <a:moveTo>
                    <a:pt x="24096" y="2433"/>
                  </a:moveTo>
                  <a:lnTo>
                    <a:pt x="24212" y="2742"/>
                  </a:lnTo>
                  <a:lnTo>
                    <a:pt x="24289" y="3090"/>
                  </a:lnTo>
                  <a:lnTo>
                    <a:pt x="24367" y="3437"/>
                  </a:lnTo>
                  <a:lnTo>
                    <a:pt x="24405" y="3785"/>
                  </a:lnTo>
                  <a:lnTo>
                    <a:pt x="24173" y="3707"/>
                  </a:lnTo>
                  <a:lnTo>
                    <a:pt x="23942" y="3592"/>
                  </a:lnTo>
                  <a:lnTo>
                    <a:pt x="23826" y="3514"/>
                  </a:lnTo>
                  <a:lnTo>
                    <a:pt x="23787" y="3399"/>
                  </a:lnTo>
                  <a:lnTo>
                    <a:pt x="23710" y="3283"/>
                  </a:lnTo>
                  <a:lnTo>
                    <a:pt x="23672" y="3128"/>
                  </a:lnTo>
                  <a:lnTo>
                    <a:pt x="23710" y="2897"/>
                  </a:lnTo>
                  <a:lnTo>
                    <a:pt x="23787" y="2704"/>
                  </a:lnTo>
                  <a:lnTo>
                    <a:pt x="23903" y="2549"/>
                  </a:lnTo>
                  <a:lnTo>
                    <a:pt x="24096" y="2433"/>
                  </a:lnTo>
                  <a:close/>
                  <a:moveTo>
                    <a:pt x="16142" y="4943"/>
                  </a:moveTo>
                  <a:lnTo>
                    <a:pt x="16257" y="4982"/>
                  </a:lnTo>
                  <a:lnTo>
                    <a:pt x="16412" y="5059"/>
                  </a:lnTo>
                  <a:lnTo>
                    <a:pt x="16489" y="5136"/>
                  </a:lnTo>
                  <a:lnTo>
                    <a:pt x="16528" y="5252"/>
                  </a:lnTo>
                  <a:lnTo>
                    <a:pt x="16566" y="5407"/>
                  </a:lnTo>
                  <a:lnTo>
                    <a:pt x="16296" y="5407"/>
                  </a:lnTo>
                  <a:lnTo>
                    <a:pt x="15640" y="5522"/>
                  </a:lnTo>
                  <a:lnTo>
                    <a:pt x="15640" y="5484"/>
                  </a:lnTo>
                  <a:lnTo>
                    <a:pt x="15640" y="5368"/>
                  </a:lnTo>
                  <a:lnTo>
                    <a:pt x="15678" y="5252"/>
                  </a:lnTo>
                  <a:lnTo>
                    <a:pt x="15755" y="5136"/>
                  </a:lnTo>
                  <a:lnTo>
                    <a:pt x="15833" y="5059"/>
                  </a:lnTo>
                  <a:lnTo>
                    <a:pt x="15949" y="5020"/>
                  </a:lnTo>
                  <a:lnTo>
                    <a:pt x="16026" y="4982"/>
                  </a:lnTo>
                  <a:lnTo>
                    <a:pt x="16142" y="4943"/>
                  </a:lnTo>
                  <a:close/>
                  <a:moveTo>
                    <a:pt x="24444" y="4248"/>
                  </a:moveTo>
                  <a:lnTo>
                    <a:pt x="24405" y="4673"/>
                  </a:lnTo>
                  <a:lnTo>
                    <a:pt x="24367" y="5098"/>
                  </a:lnTo>
                  <a:lnTo>
                    <a:pt x="24251" y="5522"/>
                  </a:lnTo>
                  <a:lnTo>
                    <a:pt x="24058" y="5407"/>
                  </a:lnTo>
                  <a:lnTo>
                    <a:pt x="23903" y="5252"/>
                  </a:lnTo>
                  <a:lnTo>
                    <a:pt x="23787" y="5059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11"/>
                  </a:lnTo>
                  <a:lnTo>
                    <a:pt x="23865" y="4596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763" y="4866"/>
                  </a:lnTo>
                  <a:lnTo>
                    <a:pt x="17879" y="4905"/>
                  </a:lnTo>
                  <a:lnTo>
                    <a:pt x="17957" y="4982"/>
                  </a:lnTo>
                  <a:lnTo>
                    <a:pt x="18072" y="5175"/>
                  </a:lnTo>
                  <a:lnTo>
                    <a:pt x="18111" y="5407"/>
                  </a:lnTo>
                  <a:lnTo>
                    <a:pt x="18072" y="5638"/>
                  </a:lnTo>
                  <a:lnTo>
                    <a:pt x="17570" y="5484"/>
                  </a:lnTo>
                  <a:lnTo>
                    <a:pt x="17030" y="5407"/>
                  </a:lnTo>
                  <a:lnTo>
                    <a:pt x="17030" y="5291"/>
                  </a:lnTo>
                  <a:lnTo>
                    <a:pt x="17107" y="5136"/>
                  </a:lnTo>
                  <a:lnTo>
                    <a:pt x="17184" y="5059"/>
                  </a:lnTo>
                  <a:lnTo>
                    <a:pt x="17261" y="4943"/>
                  </a:lnTo>
                  <a:lnTo>
                    <a:pt x="17377" y="4866"/>
                  </a:lnTo>
                  <a:lnTo>
                    <a:pt x="17493" y="4827"/>
                  </a:lnTo>
                  <a:close/>
                  <a:moveTo>
                    <a:pt x="14558" y="5291"/>
                  </a:moveTo>
                  <a:lnTo>
                    <a:pt x="14674" y="5329"/>
                  </a:lnTo>
                  <a:lnTo>
                    <a:pt x="14790" y="5368"/>
                  </a:lnTo>
                  <a:lnTo>
                    <a:pt x="14906" y="5445"/>
                  </a:lnTo>
                  <a:lnTo>
                    <a:pt x="14983" y="5522"/>
                  </a:lnTo>
                  <a:lnTo>
                    <a:pt x="15060" y="5677"/>
                  </a:lnTo>
                  <a:lnTo>
                    <a:pt x="14520" y="5870"/>
                  </a:lnTo>
                  <a:lnTo>
                    <a:pt x="14056" y="6102"/>
                  </a:lnTo>
                  <a:lnTo>
                    <a:pt x="14018" y="6024"/>
                  </a:lnTo>
                  <a:lnTo>
                    <a:pt x="14018" y="5793"/>
                  </a:lnTo>
                  <a:lnTo>
                    <a:pt x="14095" y="5600"/>
                  </a:lnTo>
                  <a:lnTo>
                    <a:pt x="14249" y="5445"/>
                  </a:lnTo>
                  <a:lnTo>
                    <a:pt x="14327" y="5368"/>
                  </a:lnTo>
                  <a:lnTo>
                    <a:pt x="14443" y="5329"/>
                  </a:lnTo>
                  <a:lnTo>
                    <a:pt x="14558" y="5291"/>
                  </a:lnTo>
                  <a:close/>
                  <a:moveTo>
                    <a:pt x="19076" y="5484"/>
                  </a:moveTo>
                  <a:lnTo>
                    <a:pt x="19192" y="5522"/>
                  </a:lnTo>
                  <a:lnTo>
                    <a:pt x="19308" y="5638"/>
                  </a:lnTo>
                  <a:lnTo>
                    <a:pt x="19347" y="5793"/>
                  </a:lnTo>
                  <a:lnTo>
                    <a:pt x="19385" y="5986"/>
                  </a:lnTo>
                  <a:lnTo>
                    <a:pt x="19347" y="6140"/>
                  </a:lnTo>
                  <a:lnTo>
                    <a:pt x="18574" y="5831"/>
                  </a:lnTo>
                  <a:lnTo>
                    <a:pt x="18613" y="5715"/>
                  </a:lnTo>
                  <a:lnTo>
                    <a:pt x="18652" y="5638"/>
                  </a:lnTo>
                  <a:lnTo>
                    <a:pt x="18806" y="5522"/>
                  </a:lnTo>
                  <a:lnTo>
                    <a:pt x="18999" y="5484"/>
                  </a:lnTo>
                  <a:close/>
                  <a:moveTo>
                    <a:pt x="20312" y="6063"/>
                  </a:moveTo>
                  <a:lnTo>
                    <a:pt x="20428" y="6102"/>
                  </a:lnTo>
                  <a:lnTo>
                    <a:pt x="20544" y="6179"/>
                  </a:lnTo>
                  <a:lnTo>
                    <a:pt x="20660" y="6333"/>
                  </a:lnTo>
                  <a:lnTo>
                    <a:pt x="20775" y="6526"/>
                  </a:lnTo>
                  <a:lnTo>
                    <a:pt x="20814" y="6719"/>
                  </a:lnTo>
                  <a:lnTo>
                    <a:pt x="20853" y="6913"/>
                  </a:lnTo>
                  <a:lnTo>
                    <a:pt x="20466" y="6719"/>
                  </a:lnTo>
                  <a:lnTo>
                    <a:pt x="20080" y="6526"/>
                  </a:lnTo>
                  <a:lnTo>
                    <a:pt x="19810" y="6372"/>
                  </a:lnTo>
                  <a:lnTo>
                    <a:pt x="19810" y="6256"/>
                  </a:lnTo>
                  <a:lnTo>
                    <a:pt x="19887" y="6179"/>
                  </a:lnTo>
                  <a:lnTo>
                    <a:pt x="19964" y="6102"/>
                  </a:lnTo>
                  <a:lnTo>
                    <a:pt x="20080" y="6063"/>
                  </a:lnTo>
                  <a:close/>
                  <a:moveTo>
                    <a:pt x="23710" y="5870"/>
                  </a:moveTo>
                  <a:lnTo>
                    <a:pt x="23942" y="5986"/>
                  </a:lnTo>
                  <a:lnTo>
                    <a:pt x="24058" y="5986"/>
                  </a:lnTo>
                  <a:lnTo>
                    <a:pt x="23903" y="6295"/>
                  </a:lnTo>
                  <a:lnTo>
                    <a:pt x="23710" y="6565"/>
                  </a:lnTo>
                  <a:lnTo>
                    <a:pt x="23478" y="6797"/>
                  </a:lnTo>
                  <a:lnTo>
                    <a:pt x="23247" y="6990"/>
                  </a:lnTo>
                  <a:lnTo>
                    <a:pt x="23208" y="6913"/>
                  </a:lnTo>
                  <a:lnTo>
                    <a:pt x="23054" y="6758"/>
                  </a:lnTo>
                  <a:lnTo>
                    <a:pt x="23015" y="6526"/>
                  </a:lnTo>
                  <a:lnTo>
                    <a:pt x="23015" y="6295"/>
                  </a:lnTo>
                  <a:lnTo>
                    <a:pt x="23054" y="6179"/>
                  </a:lnTo>
                  <a:lnTo>
                    <a:pt x="23092" y="6063"/>
                  </a:lnTo>
                  <a:lnTo>
                    <a:pt x="23170" y="5986"/>
                  </a:lnTo>
                  <a:lnTo>
                    <a:pt x="23285" y="5947"/>
                  </a:lnTo>
                  <a:lnTo>
                    <a:pt x="23478" y="5870"/>
                  </a:lnTo>
                  <a:close/>
                  <a:moveTo>
                    <a:pt x="13207" y="6102"/>
                  </a:moveTo>
                  <a:lnTo>
                    <a:pt x="13477" y="6140"/>
                  </a:lnTo>
                  <a:lnTo>
                    <a:pt x="13593" y="6217"/>
                  </a:lnTo>
                  <a:lnTo>
                    <a:pt x="13670" y="6333"/>
                  </a:lnTo>
                  <a:lnTo>
                    <a:pt x="13130" y="6719"/>
                  </a:lnTo>
                  <a:lnTo>
                    <a:pt x="12782" y="7067"/>
                  </a:lnTo>
                  <a:lnTo>
                    <a:pt x="12705" y="7028"/>
                  </a:lnTo>
                  <a:lnTo>
                    <a:pt x="12666" y="6913"/>
                  </a:lnTo>
                  <a:lnTo>
                    <a:pt x="12628" y="6797"/>
                  </a:lnTo>
                  <a:lnTo>
                    <a:pt x="12628" y="6642"/>
                  </a:lnTo>
                  <a:lnTo>
                    <a:pt x="12666" y="6526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59" y="6179"/>
                  </a:lnTo>
                  <a:lnTo>
                    <a:pt x="12975" y="6140"/>
                  </a:lnTo>
                  <a:lnTo>
                    <a:pt x="13091" y="6102"/>
                  </a:lnTo>
                  <a:close/>
                  <a:moveTo>
                    <a:pt x="22166" y="6565"/>
                  </a:moveTo>
                  <a:lnTo>
                    <a:pt x="22281" y="6604"/>
                  </a:lnTo>
                  <a:lnTo>
                    <a:pt x="22436" y="6681"/>
                  </a:lnTo>
                  <a:lnTo>
                    <a:pt x="22629" y="6874"/>
                  </a:lnTo>
                  <a:lnTo>
                    <a:pt x="22783" y="7028"/>
                  </a:lnTo>
                  <a:lnTo>
                    <a:pt x="22861" y="7067"/>
                  </a:lnTo>
                  <a:lnTo>
                    <a:pt x="22899" y="7067"/>
                  </a:lnTo>
                  <a:lnTo>
                    <a:pt x="22976" y="7106"/>
                  </a:lnTo>
                  <a:lnTo>
                    <a:pt x="22938" y="7106"/>
                  </a:lnTo>
                  <a:lnTo>
                    <a:pt x="22552" y="7221"/>
                  </a:lnTo>
                  <a:lnTo>
                    <a:pt x="22166" y="7221"/>
                  </a:lnTo>
                  <a:lnTo>
                    <a:pt x="21779" y="7183"/>
                  </a:lnTo>
                  <a:lnTo>
                    <a:pt x="21393" y="7106"/>
                  </a:lnTo>
                  <a:lnTo>
                    <a:pt x="21470" y="6913"/>
                  </a:lnTo>
                  <a:lnTo>
                    <a:pt x="21625" y="6719"/>
                  </a:lnTo>
                  <a:lnTo>
                    <a:pt x="21779" y="6604"/>
                  </a:lnTo>
                  <a:lnTo>
                    <a:pt x="22011" y="6565"/>
                  </a:lnTo>
                  <a:close/>
                  <a:moveTo>
                    <a:pt x="12280" y="7376"/>
                  </a:moveTo>
                  <a:lnTo>
                    <a:pt x="12473" y="7415"/>
                  </a:lnTo>
                  <a:lnTo>
                    <a:pt x="12087" y="7955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24" y="8071"/>
                  </a:lnTo>
                  <a:lnTo>
                    <a:pt x="11624" y="7955"/>
                  </a:lnTo>
                  <a:lnTo>
                    <a:pt x="11662" y="7839"/>
                  </a:lnTo>
                  <a:lnTo>
                    <a:pt x="11701" y="7723"/>
                  </a:lnTo>
                  <a:lnTo>
                    <a:pt x="11778" y="7608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26" y="7415"/>
                  </a:lnTo>
                  <a:lnTo>
                    <a:pt x="12280" y="7376"/>
                  </a:lnTo>
                  <a:close/>
                  <a:moveTo>
                    <a:pt x="2240" y="9345"/>
                  </a:moveTo>
                  <a:lnTo>
                    <a:pt x="2356" y="9422"/>
                  </a:lnTo>
                  <a:lnTo>
                    <a:pt x="2433" y="9461"/>
                  </a:lnTo>
                  <a:lnTo>
                    <a:pt x="2511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588" y="10002"/>
                  </a:lnTo>
                  <a:lnTo>
                    <a:pt x="2124" y="9886"/>
                  </a:lnTo>
                  <a:lnTo>
                    <a:pt x="1622" y="9886"/>
                  </a:lnTo>
                  <a:lnTo>
                    <a:pt x="1661" y="9731"/>
                  </a:lnTo>
                  <a:lnTo>
                    <a:pt x="1738" y="9616"/>
                  </a:lnTo>
                  <a:lnTo>
                    <a:pt x="1815" y="9538"/>
                  </a:lnTo>
                  <a:lnTo>
                    <a:pt x="1893" y="9461"/>
                  </a:lnTo>
                  <a:lnTo>
                    <a:pt x="2009" y="9384"/>
                  </a:lnTo>
                  <a:lnTo>
                    <a:pt x="2124" y="9345"/>
                  </a:lnTo>
                  <a:close/>
                  <a:moveTo>
                    <a:pt x="11624" y="8998"/>
                  </a:moveTo>
                  <a:lnTo>
                    <a:pt x="11469" y="9500"/>
                  </a:lnTo>
                  <a:lnTo>
                    <a:pt x="11315" y="10002"/>
                  </a:lnTo>
                  <a:lnTo>
                    <a:pt x="11238" y="10272"/>
                  </a:lnTo>
                  <a:lnTo>
                    <a:pt x="11044" y="10079"/>
                  </a:lnTo>
                  <a:lnTo>
                    <a:pt x="10967" y="9809"/>
                  </a:lnTo>
                  <a:lnTo>
                    <a:pt x="10929" y="9693"/>
                  </a:lnTo>
                  <a:lnTo>
                    <a:pt x="10929" y="9577"/>
                  </a:lnTo>
                  <a:lnTo>
                    <a:pt x="10929" y="9422"/>
                  </a:lnTo>
                  <a:lnTo>
                    <a:pt x="11006" y="9307"/>
                  </a:lnTo>
                  <a:lnTo>
                    <a:pt x="11122" y="9152"/>
                  </a:lnTo>
                  <a:lnTo>
                    <a:pt x="11276" y="9036"/>
                  </a:lnTo>
                  <a:lnTo>
                    <a:pt x="11469" y="8998"/>
                  </a:lnTo>
                  <a:close/>
                  <a:moveTo>
                    <a:pt x="3746" y="9731"/>
                  </a:moveTo>
                  <a:lnTo>
                    <a:pt x="3901" y="9809"/>
                  </a:lnTo>
                  <a:lnTo>
                    <a:pt x="4017" y="9886"/>
                  </a:lnTo>
                  <a:lnTo>
                    <a:pt x="4094" y="10002"/>
                  </a:lnTo>
                  <a:lnTo>
                    <a:pt x="4132" y="10118"/>
                  </a:lnTo>
                  <a:lnTo>
                    <a:pt x="4171" y="10233"/>
                  </a:lnTo>
                  <a:lnTo>
                    <a:pt x="4132" y="10388"/>
                  </a:lnTo>
                  <a:lnTo>
                    <a:pt x="4094" y="10504"/>
                  </a:lnTo>
                  <a:lnTo>
                    <a:pt x="4017" y="10620"/>
                  </a:lnTo>
                  <a:lnTo>
                    <a:pt x="3862" y="10542"/>
                  </a:lnTo>
                  <a:lnTo>
                    <a:pt x="3476" y="10311"/>
                  </a:lnTo>
                  <a:lnTo>
                    <a:pt x="3051" y="10156"/>
                  </a:lnTo>
                  <a:lnTo>
                    <a:pt x="3128" y="10002"/>
                  </a:lnTo>
                  <a:lnTo>
                    <a:pt x="3244" y="9924"/>
                  </a:lnTo>
                  <a:lnTo>
                    <a:pt x="3360" y="9809"/>
                  </a:lnTo>
                  <a:lnTo>
                    <a:pt x="3476" y="9770"/>
                  </a:lnTo>
                  <a:lnTo>
                    <a:pt x="3630" y="9731"/>
                  </a:lnTo>
                  <a:close/>
                  <a:moveTo>
                    <a:pt x="4827" y="10620"/>
                  </a:moveTo>
                  <a:lnTo>
                    <a:pt x="4905" y="10658"/>
                  </a:lnTo>
                  <a:lnTo>
                    <a:pt x="4982" y="10697"/>
                  </a:lnTo>
                  <a:lnTo>
                    <a:pt x="5059" y="10774"/>
                  </a:lnTo>
                  <a:lnTo>
                    <a:pt x="5136" y="10851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59" y="11430"/>
                  </a:lnTo>
                  <a:lnTo>
                    <a:pt x="4403" y="10890"/>
                  </a:lnTo>
                  <a:lnTo>
                    <a:pt x="4441" y="10813"/>
                  </a:lnTo>
                  <a:lnTo>
                    <a:pt x="4480" y="10735"/>
                  </a:lnTo>
                  <a:lnTo>
                    <a:pt x="4634" y="10658"/>
                  </a:lnTo>
                  <a:lnTo>
                    <a:pt x="4827" y="10620"/>
                  </a:lnTo>
                  <a:close/>
                  <a:moveTo>
                    <a:pt x="11160" y="10620"/>
                  </a:moveTo>
                  <a:lnTo>
                    <a:pt x="10929" y="11199"/>
                  </a:lnTo>
                  <a:lnTo>
                    <a:pt x="10697" y="11739"/>
                  </a:lnTo>
                  <a:lnTo>
                    <a:pt x="10658" y="11701"/>
                  </a:lnTo>
                  <a:lnTo>
                    <a:pt x="10465" y="11508"/>
                  </a:lnTo>
                  <a:lnTo>
                    <a:pt x="10388" y="11315"/>
                  </a:lnTo>
                  <a:lnTo>
                    <a:pt x="10388" y="11122"/>
                  </a:lnTo>
                  <a:lnTo>
                    <a:pt x="10427" y="10967"/>
                  </a:lnTo>
                  <a:lnTo>
                    <a:pt x="10542" y="10774"/>
                  </a:lnTo>
                  <a:lnTo>
                    <a:pt x="10697" y="10658"/>
                  </a:lnTo>
                  <a:lnTo>
                    <a:pt x="10929" y="10620"/>
                  </a:lnTo>
                  <a:close/>
                  <a:moveTo>
                    <a:pt x="5947" y="11469"/>
                  </a:moveTo>
                  <a:lnTo>
                    <a:pt x="6063" y="11508"/>
                  </a:lnTo>
                  <a:lnTo>
                    <a:pt x="6140" y="11546"/>
                  </a:lnTo>
                  <a:lnTo>
                    <a:pt x="6218" y="11662"/>
                  </a:lnTo>
                  <a:lnTo>
                    <a:pt x="6295" y="11739"/>
                  </a:lnTo>
                  <a:lnTo>
                    <a:pt x="6372" y="11971"/>
                  </a:lnTo>
                  <a:lnTo>
                    <a:pt x="6411" y="12203"/>
                  </a:lnTo>
                  <a:lnTo>
                    <a:pt x="6372" y="12473"/>
                  </a:lnTo>
                  <a:lnTo>
                    <a:pt x="5870" y="12087"/>
                  </a:lnTo>
                  <a:lnTo>
                    <a:pt x="5407" y="11701"/>
                  </a:lnTo>
                  <a:lnTo>
                    <a:pt x="5445" y="11585"/>
                  </a:lnTo>
                  <a:lnTo>
                    <a:pt x="5523" y="11508"/>
                  </a:lnTo>
                  <a:lnTo>
                    <a:pt x="5638" y="11469"/>
                  </a:lnTo>
                  <a:close/>
                  <a:moveTo>
                    <a:pt x="10542" y="12048"/>
                  </a:moveTo>
                  <a:lnTo>
                    <a:pt x="10388" y="12280"/>
                  </a:lnTo>
                  <a:lnTo>
                    <a:pt x="10195" y="12550"/>
                  </a:lnTo>
                  <a:lnTo>
                    <a:pt x="9963" y="12743"/>
                  </a:lnTo>
                  <a:lnTo>
                    <a:pt x="9770" y="12936"/>
                  </a:lnTo>
                  <a:lnTo>
                    <a:pt x="9732" y="12859"/>
                  </a:lnTo>
                  <a:lnTo>
                    <a:pt x="9654" y="12666"/>
                  </a:lnTo>
                  <a:lnTo>
                    <a:pt x="9616" y="12473"/>
                  </a:lnTo>
                  <a:lnTo>
                    <a:pt x="9693" y="12319"/>
                  </a:lnTo>
                  <a:lnTo>
                    <a:pt x="9809" y="12203"/>
                  </a:lnTo>
                  <a:lnTo>
                    <a:pt x="9963" y="12126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37" y="12473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01" y="12821"/>
                  </a:lnTo>
                  <a:lnTo>
                    <a:pt x="7878" y="13014"/>
                  </a:lnTo>
                  <a:lnTo>
                    <a:pt x="7839" y="13207"/>
                  </a:lnTo>
                  <a:lnTo>
                    <a:pt x="7299" y="13014"/>
                  </a:lnTo>
                  <a:lnTo>
                    <a:pt x="6835" y="12743"/>
                  </a:lnTo>
                  <a:lnTo>
                    <a:pt x="6990" y="12589"/>
                  </a:lnTo>
                  <a:lnTo>
                    <a:pt x="7144" y="12512"/>
                  </a:lnTo>
                  <a:lnTo>
                    <a:pt x="7337" y="12473"/>
                  </a:lnTo>
                  <a:close/>
                  <a:moveTo>
                    <a:pt x="8843" y="12628"/>
                  </a:moveTo>
                  <a:lnTo>
                    <a:pt x="8921" y="12666"/>
                  </a:lnTo>
                  <a:lnTo>
                    <a:pt x="9075" y="12743"/>
                  </a:lnTo>
                  <a:lnTo>
                    <a:pt x="9191" y="12936"/>
                  </a:lnTo>
                  <a:lnTo>
                    <a:pt x="9230" y="13130"/>
                  </a:lnTo>
                  <a:lnTo>
                    <a:pt x="9230" y="13207"/>
                  </a:lnTo>
                  <a:lnTo>
                    <a:pt x="9036" y="13245"/>
                  </a:lnTo>
                  <a:lnTo>
                    <a:pt x="8805" y="13284"/>
                  </a:lnTo>
                  <a:lnTo>
                    <a:pt x="8303" y="13284"/>
                  </a:lnTo>
                  <a:lnTo>
                    <a:pt x="8303" y="13207"/>
                  </a:lnTo>
                  <a:lnTo>
                    <a:pt x="8303" y="13014"/>
                  </a:lnTo>
                  <a:lnTo>
                    <a:pt x="8419" y="12821"/>
                  </a:lnTo>
                  <a:lnTo>
                    <a:pt x="8534" y="12666"/>
                  </a:lnTo>
                  <a:lnTo>
                    <a:pt x="8650" y="12628"/>
                  </a:lnTo>
                  <a:close/>
                  <a:moveTo>
                    <a:pt x="22861" y="0"/>
                  </a:moveTo>
                  <a:lnTo>
                    <a:pt x="22822" y="78"/>
                  </a:lnTo>
                  <a:lnTo>
                    <a:pt x="22745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783" y="387"/>
                  </a:lnTo>
                  <a:lnTo>
                    <a:pt x="22822" y="387"/>
                  </a:lnTo>
                  <a:lnTo>
                    <a:pt x="22861" y="464"/>
                  </a:lnTo>
                  <a:lnTo>
                    <a:pt x="23015" y="618"/>
                  </a:lnTo>
                  <a:lnTo>
                    <a:pt x="22899" y="773"/>
                  </a:lnTo>
                  <a:lnTo>
                    <a:pt x="22783" y="927"/>
                  </a:lnTo>
                  <a:lnTo>
                    <a:pt x="22668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22" y="2240"/>
                  </a:lnTo>
                  <a:lnTo>
                    <a:pt x="23015" y="2395"/>
                  </a:lnTo>
                  <a:lnTo>
                    <a:pt x="23247" y="2472"/>
                  </a:lnTo>
                  <a:lnTo>
                    <a:pt x="23478" y="2510"/>
                  </a:lnTo>
                  <a:lnTo>
                    <a:pt x="23401" y="2704"/>
                  </a:lnTo>
                  <a:lnTo>
                    <a:pt x="23363" y="2897"/>
                  </a:lnTo>
                  <a:lnTo>
                    <a:pt x="23324" y="3090"/>
                  </a:lnTo>
                  <a:lnTo>
                    <a:pt x="23324" y="3244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862"/>
                  </a:lnTo>
                  <a:lnTo>
                    <a:pt x="23942" y="4016"/>
                  </a:lnTo>
                  <a:lnTo>
                    <a:pt x="23710" y="4209"/>
                  </a:lnTo>
                  <a:lnTo>
                    <a:pt x="23556" y="4480"/>
                  </a:lnTo>
                  <a:lnTo>
                    <a:pt x="23440" y="4750"/>
                  </a:lnTo>
                  <a:lnTo>
                    <a:pt x="23440" y="4866"/>
                  </a:lnTo>
                  <a:lnTo>
                    <a:pt x="23440" y="5020"/>
                  </a:lnTo>
                  <a:lnTo>
                    <a:pt x="23478" y="5252"/>
                  </a:lnTo>
                  <a:lnTo>
                    <a:pt x="23633" y="5484"/>
                  </a:lnTo>
                  <a:lnTo>
                    <a:pt x="23401" y="5484"/>
                  </a:lnTo>
                  <a:lnTo>
                    <a:pt x="23170" y="5561"/>
                  </a:lnTo>
                  <a:lnTo>
                    <a:pt x="22938" y="5677"/>
                  </a:lnTo>
                  <a:lnTo>
                    <a:pt x="22783" y="5870"/>
                  </a:lnTo>
                  <a:lnTo>
                    <a:pt x="22668" y="6102"/>
                  </a:lnTo>
                  <a:lnTo>
                    <a:pt x="22629" y="6333"/>
                  </a:lnTo>
                  <a:lnTo>
                    <a:pt x="22474" y="6256"/>
                  </a:lnTo>
                  <a:lnTo>
                    <a:pt x="22320" y="6217"/>
                  </a:lnTo>
                  <a:lnTo>
                    <a:pt x="21972" y="6217"/>
                  </a:lnTo>
                  <a:lnTo>
                    <a:pt x="21741" y="6256"/>
                  </a:lnTo>
                  <a:lnTo>
                    <a:pt x="21509" y="6411"/>
                  </a:lnTo>
                  <a:lnTo>
                    <a:pt x="21316" y="6565"/>
                  </a:lnTo>
                  <a:lnTo>
                    <a:pt x="21200" y="6758"/>
                  </a:lnTo>
                  <a:lnTo>
                    <a:pt x="21084" y="6449"/>
                  </a:lnTo>
                  <a:lnTo>
                    <a:pt x="20930" y="6140"/>
                  </a:lnTo>
                  <a:lnTo>
                    <a:pt x="20853" y="5986"/>
                  </a:lnTo>
                  <a:lnTo>
                    <a:pt x="20698" y="5870"/>
                  </a:lnTo>
                  <a:lnTo>
                    <a:pt x="20582" y="5793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42" y="5793"/>
                  </a:lnTo>
                  <a:lnTo>
                    <a:pt x="19887" y="5831"/>
                  </a:lnTo>
                  <a:lnTo>
                    <a:pt x="19733" y="5947"/>
                  </a:lnTo>
                  <a:lnTo>
                    <a:pt x="19694" y="5715"/>
                  </a:lnTo>
                  <a:lnTo>
                    <a:pt x="19617" y="5484"/>
                  </a:lnTo>
                  <a:lnTo>
                    <a:pt x="19462" y="5291"/>
                  </a:lnTo>
                  <a:lnTo>
                    <a:pt x="19347" y="5213"/>
                  </a:lnTo>
                  <a:lnTo>
                    <a:pt x="19231" y="5175"/>
                  </a:lnTo>
                  <a:lnTo>
                    <a:pt x="19038" y="5136"/>
                  </a:lnTo>
                  <a:lnTo>
                    <a:pt x="18806" y="5175"/>
                  </a:lnTo>
                  <a:lnTo>
                    <a:pt x="18613" y="5252"/>
                  </a:lnTo>
                  <a:lnTo>
                    <a:pt x="18458" y="5407"/>
                  </a:lnTo>
                  <a:lnTo>
                    <a:pt x="18458" y="5252"/>
                  </a:lnTo>
                  <a:lnTo>
                    <a:pt x="18420" y="5098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34"/>
                  </a:lnTo>
                  <a:lnTo>
                    <a:pt x="17957" y="4557"/>
                  </a:lnTo>
                  <a:lnTo>
                    <a:pt x="17802" y="4518"/>
                  </a:lnTo>
                  <a:lnTo>
                    <a:pt x="17493" y="4518"/>
                  </a:lnTo>
                  <a:lnTo>
                    <a:pt x="17377" y="4557"/>
                  </a:lnTo>
                  <a:lnTo>
                    <a:pt x="17223" y="4634"/>
                  </a:lnTo>
                  <a:lnTo>
                    <a:pt x="17107" y="4711"/>
                  </a:lnTo>
                  <a:lnTo>
                    <a:pt x="17030" y="4827"/>
                  </a:lnTo>
                  <a:lnTo>
                    <a:pt x="16875" y="5059"/>
                  </a:lnTo>
                  <a:lnTo>
                    <a:pt x="16759" y="4905"/>
                  </a:lnTo>
                  <a:lnTo>
                    <a:pt x="16605" y="4789"/>
                  </a:lnTo>
                  <a:lnTo>
                    <a:pt x="16451" y="4673"/>
                  </a:lnTo>
                  <a:lnTo>
                    <a:pt x="16257" y="4634"/>
                  </a:lnTo>
                  <a:lnTo>
                    <a:pt x="16103" y="4634"/>
                  </a:lnTo>
                  <a:lnTo>
                    <a:pt x="15910" y="4673"/>
                  </a:lnTo>
                  <a:lnTo>
                    <a:pt x="15755" y="4750"/>
                  </a:lnTo>
                  <a:lnTo>
                    <a:pt x="15640" y="4827"/>
                  </a:lnTo>
                  <a:lnTo>
                    <a:pt x="15524" y="4982"/>
                  </a:lnTo>
                  <a:lnTo>
                    <a:pt x="15447" y="5136"/>
                  </a:lnTo>
                  <a:lnTo>
                    <a:pt x="15408" y="5291"/>
                  </a:lnTo>
                  <a:lnTo>
                    <a:pt x="15374" y="5460"/>
                  </a:lnTo>
                  <a:lnTo>
                    <a:pt x="15331" y="5329"/>
                  </a:lnTo>
                  <a:lnTo>
                    <a:pt x="15176" y="5175"/>
                  </a:lnTo>
                  <a:lnTo>
                    <a:pt x="15022" y="5059"/>
                  </a:lnTo>
                  <a:lnTo>
                    <a:pt x="14829" y="4982"/>
                  </a:lnTo>
                  <a:lnTo>
                    <a:pt x="14597" y="4943"/>
                  </a:lnTo>
                  <a:lnTo>
                    <a:pt x="14404" y="4943"/>
                  </a:lnTo>
                  <a:lnTo>
                    <a:pt x="14249" y="5020"/>
                  </a:lnTo>
                  <a:lnTo>
                    <a:pt x="14134" y="5098"/>
                  </a:lnTo>
                  <a:lnTo>
                    <a:pt x="14018" y="5175"/>
                  </a:lnTo>
                  <a:lnTo>
                    <a:pt x="13941" y="5291"/>
                  </a:lnTo>
                  <a:lnTo>
                    <a:pt x="13825" y="5522"/>
                  </a:lnTo>
                  <a:lnTo>
                    <a:pt x="13747" y="5831"/>
                  </a:lnTo>
                  <a:lnTo>
                    <a:pt x="13593" y="5754"/>
                  </a:lnTo>
                  <a:lnTo>
                    <a:pt x="13361" y="5677"/>
                  </a:lnTo>
                  <a:lnTo>
                    <a:pt x="13130" y="5677"/>
                  </a:lnTo>
                  <a:lnTo>
                    <a:pt x="12937" y="5715"/>
                  </a:lnTo>
                  <a:lnTo>
                    <a:pt x="12705" y="5831"/>
                  </a:lnTo>
                  <a:lnTo>
                    <a:pt x="12589" y="5947"/>
                  </a:lnTo>
                  <a:lnTo>
                    <a:pt x="12473" y="6063"/>
                  </a:lnTo>
                  <a:lnTo>
                    <a:pt x="12396" y="6217"/>
                  </a:lnTo>
                  <a:lnTo>
                    <a:pt x="12357" y="6333"/>
                  </a:lnTo>
                  <a:lnTo>
                    <a:pt x="12319" y="6526"/>
                  </a:lnTo>
                  <a:lnTo>
                    <a:pt x="12319" y="6681"/>
                  </a:lnTo>
                  <a:lnTo>
                    <a:pt x="12357" y="6835"/>
                  </a:lnTo>
                  <a:lnTo>
                    <a:pt x="12396" y="6990"/>
                  </a:lnTo>
                  <a:lnTo>
                    <a:pt x="12126" y="7028"/>
                  </a:lnTo>
                  <a:lnTo>
                    <a:pt x="11894" y="7106"/>
                  </a:lnTo>
                  <a:lnTo>
                    <a:pt x="11662" y="7221"/>
                  </a:lnTo>
                  <a:lnTo>
                    <a:pt x="11469" y="7376"/>
                  </a:lnTo>
                  <a:lnTo>
                    <a:pt x="11392" y="7530"/>
                  </a:lnTo>
                  <a:lnTo>
                    <a:pt x="11315" y="7685"/>
                  </a:lnTo>
                  <a:lnTo>
                    <a:pt x="11276" y="7839"/>
                  </a:lnTo>
                  <a:lnTo>
                    <a:pt x="11276" y="7994"/>
                  </a:lnTo>
                  <a:lnTo>
                    <a:pt x="11276" y="8148"/>
                  </a:lnTo>
                  <a:lnTo>
                    <a:pt x="11315" y="8303"/>
                  </a:lnTo>
                  <a:lnTo>
                    <a:pt x="11392" y="8457"/>
                  </a:lnTo>
                  <a:lnTo>
                    <a:pt x="11469" y="8573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20" y="9229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02"/>
                  </a:lnTo>
                  <a:lnTo>
                    <a:pt x="10851" y="10233"/>
                  </a:lnTo>
                  <a:lnTo>
                    <a:pt x="10620" y="10272"/>
                  </a:lnTo>
                  <a:lnTo>
                    <a:pt x="10388" y="10388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40" y="11006"/>
                  </a:lnTo>
                  <a:lnTo>
                    <a:pt x="10040" y="11237"/>
                  </a:lnTo>
                  <a:lnTo>
                    <a:pt x="10079" y="11469"/>
                  </a:lnTo>
                  <a:lnTo>
                    <a:pt x="10156" y="11701"/>
                  </a:lnTo>
                  <a:lnTo>
                    <a:pt x="9925" y="11739"/>
                  </a:lnTo>
                  <a:lnTo>
                    <a:pt x="9693" y="11817"/>
                  </a:lnTo>
                  <a:lnTo>
                    <a:pt x="9500" y="11971"/>
                  </a:lnTo>
                  <a:lnTo>
                    <a:pt x="9423" y="12087"/>
                  </a:lnTo>
                  <a:lnTo>
                    <a:pt x="9345" y="12203"/>
                  </a:lnTo>
                  <a:lnTo>
                    <a:pt x="9307" y="12319"/>
                  </a:lnTo>
                  <a:lnTo>
                    <a:pt x="9307" y="12473"/>
                  </a:lnTo>
                  <a:lnTo>
                    <a:pt x="9152" y="12357"/>
                  </a:lnTo>
                  <a:lnTo>
                    <a:pt x="9036" y="12319"/>
                  </a:lnTo>
                  <a:lnTo>
                    <a:pt x="8882" y="12280"/>
                  </a:lnTo>
                  <a:lnTo>
                    <a:pt x="8689" y="12280"/>
                  </a:lnTo>
                  <a:lnTo>
                    <a:pt x="8534" y="12319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48" y="12705"/>
                  </a:lnTo>
                  <a:lnTo>
                    <a:pt x="8071" y="12550"/>
                  </a:lnTo>
                  <a:lnTo>
                    <a:pt x="7994" y="12434"/>
                  </a:lnTo>
                  <a:lnTo>
                    <a:pt x="7839" y="12319"/>
                  </a:lnTo>
                  <a:lnTo>
                    <a:pt x="7724" y="12241"/>
                  </a:lnTo>
                  <a:lnTo>
                    <a:pt x="7453" y="12164"/>
                  </a:lnTo>
                  <a:lnTo>
                    <a:pt x="7222" y="12164"/>
                  </a:lnTo>
                  <a:lnTo>
                    <a:pt x="6990" y="12241"/>
                  </a:lnTo>
                  <a:lnTo>
                    <a:pt x="6758" y="12396"/>
                  </a:lnTo>
                  <a:lnTo>
                    <a:pt x="6758" y="12048"/>
                  </a:lnTo>
                  <a:lnTo>
                    <a:pt x="6720" y="11855"/>
                  </a:lnTo>
                  <a:lnTo>
                    <a:pt x="6681" y="11701"/>
                  </a:lnTo>
                  <a:lnTo>
                    <a:pt x="6604" y="11546"/>
                  </a:lnTo>
                  <a:lnTo>
                    <a:pt x="6488" y="11392"/>
                  </a:lnTo>
                  <a:lnTo>
                    <a:pt x="6372" y="11276"/>
                  </a:lnTo>
                  <a:lnTo>
                    <a:pt x="6218" y="11199"/>
                  </a:lnTo>
                  <a:lnTo>
                    <a:pt x="6063" y="11160"/>
                  </a:lnTo>
                  <a:lnTo>
                    <a:pt x="5870" y="11122"/>
                  </a:lnTo>
                  <a:lnTo>
                    <a:pt x="5677" y="11160"/>
                  </a:lnTo>
                  <a:lnTo>
                    <a:pt x="5523" y="11199"/>
                  </a:lnTo>
                  <a:lnTo>
                    <a:pt x="5523" y="10967"/>
                  </a:lnTo>
                  <a:lnTo>
                    <a:pt x="5445" y="10697"/>
                  </a:lnTo>
                  <a:lnTo>
                    <a:pt x="5291" y="10504"/>
                  </a:lnTo>
                  <a:lnTo>
                    <a:pt x="5214" y="10426"/>
                  </a:lnTo>
                  <a:lnTo>
                    <a:pt x="5098" y="10349"/>
                  </a:lnTo>
                  <a:lnTo>
                    <a:pt x="4943" y="10311"/>
                  </a:lnTo>
                  <a:lnTo>
                    <a:pt x="4673" y="10311"/>
                  </a:lnTo>
                  <a:lnTo>
                    <a:pt x="4519" y="10349"/>
                  </a:lnTo>
                  <a:lnTo>
                    <a:pt x="4519" y="10156"/>
                  </a:lnTo>
                  <a:lnTo>
                    <a:pt x="4480" y="9924"/>
                  </a:lnTo>
                  <a:lnTo>
                    <a:pt x="4364" y="9731"/>
                  </a:lnTo>
                  <a:lnTo>
                    <a:pt x="4210" y="9577"/>
                  </a:lnTo>
                  <a:lnTo>
                    <a:pt x="4055" y="9500"/>
                  </a:lnTo>
                  <a:lnTo>
                    <a:pt x="3901" y="9422"/>
                  </a:lnTo>
                  <a:lnTo>
                    <a:pt x="3553" y="9422"/>
                  </a:lnTo>
                  <a:lnTo>
                    <a:pt x="3399" y="9461"/>
                  </a:lnTo>
                  <a:lnTo>
                    <a:pt x="3244" y="9538"/>
                  </a:lnTo>
                  <a:lnTo>
                    <a:pt x="3128" y="9616"/>
                  </a:lnTo>
                  <a:lnTo>
                    <a:pt x="2974" y="9731"/>
                  </a:lnTo>
                  <a:lnTo>
                    <a:pt x="2974" y="9616"/>
                  </a:lnTo>
                  <a:lnTo>
                    <a:pt x="2897" y="9422"/>
                  </a:lnTo>
                  <a:lnTo>
                    <a:pt x="2742" y="9268"/>
                  </a:lnTo>
                  <a:lnTo>
                    <a:pt x="2588" y="9114"/>
                  </a:lnTo>
                  <a:lnTo>
                    <a:pt x="2433" y="9036"/>
                  </a:lnTo>
                  <a:lnTo>
                    <a:pt x="2202" y="8998"/>
                  </a:lnTo>
                  <a:lnTo>
                    <a:pt x="2009" y="8998"/>
                  </a:lnTo>
                  <a:lnTo>
                    <a:pt x="1815" y="9075"/>
                  </a:lnTo>
                  <a:lnTo>
                    <a:pt x="1661" y="9191"/>
                  </a:lnTo>
                  <a:lnTo>
                    <a:pt x="1545" y="9345"/>
                  </a:lnTo>
                  <a:lnTo>
                    <a:pt x="1429" y="9500"/>
                  </a:lnTo>
                  <a:lnTo>
                    <a:pt x="1352" y="9693"/>
                  </a:lnTo>
                  <a:lnTo>
                    <a:pt x="1352" y="9886"/>
                  </a:lnTo>
                  <a:lnTo>
                    <a:pt x="1120" y="9963"/>
                  </a:lnTo>
                  <a:lnTo>
                    <a:pt x="889" y="10040"/>
                  </a:lnTo>
                  <a:lnTo>
                    <a:pt x="696" y="10156"/>
                  </a:lnTo>
                  <a:lnTo>
                    <a:pt x="503" y="10311"/>
                  </a:lnTo>
                  <a:lnTo>
                    <a:pt x="348" y="10426"/>
                  </a:lnTo>
                  <a:lnTo>
                    <a:pt x="232" y="10581"/>
                  </a:lnTo>
                  <a:lnTo>
                    <a:pt x="78" y="10890"/>
                  </a:lnTo>
                  <a:lnTo>
                    <a:pt x="1" y="11199"/>
                  </a:lnTo>
                  <a:lnTo>
                    <a:pt x="1" y="11546"/>
                  </a:lnTo>
                  <a:lnTo>
                    <a:pt x="39" y="11894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8" y="12782"/>
                  </a:lnTo>
                  <a:lnTo>
                    <a:pt x="773" y="12898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13" y="13130"/>
                  </a:lnTo>
                  <a:lnTo>
                    <a:pt x="1700" y="13168"/>
                  </a:lnTo>
                  <a:lnTo>
                    <a:pt x="2086" y="13091"/>
                  </a:lnTo>
                  <a:lnTo>
                    <a:pt x="2472" y="12975"/>
                  </a:lnTo>
                  <a:lnTo>
                    <a:pt x="2781" y="12782"/>
                  </a:lnTo>
                  <a:lnTo>
                    <a:pt x="3090" y="12512"/>
                  </a:lnTo>
                  <a:lnTo>
                    <a:pt x="3360" y="12241"/>
                  </a:lnTo>
                  <a:lnTo>
                    <a:pt x="3592" y="12010"/>
                  </a:lnTo>
                  <a:lnTo>
                    <a:pt x="3515" y="11932"/>
                  </a:lnTo>
                  <a:lnTo>
                    <a:pt x="3515" y="11817"/>
                  </a:lnTo>
                  <a:lnTo>
                    <a:pt x="3437" y="11739"/>
                  </a:lnTo>
                  <a:lnTo>
                    <a:pt x="3321" y="11739"/>
                  </a:lnTo>
                  <a:lnTo>
                    <a:pt x="3283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8" y="12434"/>
                  </a:lnTo>
                  <a:lnTo>
                    <a:pt x="2317" y="12550"/>
                  </a:lnTo>
                  <a:lnTo>
                    <a:pt x="2009" y="12666"/>
                  </a:lnTo>
                  <a:lnTo>
                    <a:pt x="1738" y="12705"/>
                  </a:lnTo>
                  <a:lnTo>
                    <a:pt x="1429" y="12666"/>
                  </a:lnTo>
                  <a:lnTo>
                    <a:pt x="1120" y="12550"/>
                  </a:lnTo>
                  <a:lnTo>
                    <a:pt x="966" y="12434"/>
                  </a:lnTo>
                  <a:lnTo>
                    <a:pt x="812" y="12319"/>
                  </a:lnTo>
                  <a:lnTo>
                    <a:pt x="696" y="12203"/>
                  </a:lnTo>
                  <a:lnTo>
                    <a:pt x="580" y="12048"/>
                  </a:lnTo>
                  <a:lnTo>
                    <a:pt x="541" y="11855"/>
                  </a:lnTo>
                  <a:lnTo>
                    <a:pt x="503" y="11701"/>
                  </a:lnTo>
                  <a:lnTo>
                    <a:pt x="464" y="11546"/>
                  </a:lnTo>
                  <a:lnTo>
                    <a:pt x="464" y="11353"/>
                  </a:lnTo>
                  <a:lnTo>
                    <a:pt x="503" y="11199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35"/>
                  </a:lnTo>
                  <a:lnTo>
                    <a:pt x="889" y="10620"/>
                  </a:lnTo>
                  <a:lnTo>
                    <a:pt x="1043" y="10504"/>
                  </a:lnTo>
                  <a:lnTo>
                    <a:pt x="1236" y="10426"/>
                  </a:lnTo>
                  <a:lnTo>
                    <a:pt x="1429" y="10388"/>
                  </a:lnTo>
                  <a:lnTo>
                    <a:pt x="1700" y="10349"/>
                  </a:lnTo>
                  <a:lnTo>
                    <a:pt x="2279" y="10349"/>
                  </a:lnTo>
                  <a:lnTo>
                    <a:pt x="2588" y="10426"/>
                  </a:lnTo>
                  <a:lnTo>
                    <a:pt x="2858" y="10504"/>
                  </a:lnTo>
                  <a:lnTo>
                    <a:pt x="3128" y="10620"/>
                  </a:lnTo>
                  <a:lnTo>
                    <a:pt x="3630" y="10928"/>
                  </a:lnTo>
                  <a:lnTo>
                    <a:pt x="4132" y="11276"/>
                  </a:lnTo>
                  <a:lnTo>
                    <a:pt x="4634" y="11662"/>
                  </a:lnTo>
                  <a:lnTo>
                    <a:pt x="5523" y="12396"/>
                  </a:lnTo>
                  <a:lnTo>
                    <a:pt x="5870" y="12666"/>
                  </a:lnTo>
                  <a:lnTo>
                    <a:pt x="6256" y="12936"/>
                  </a:lnTo>
                  <a:lnTo>
                    <a:pt x="6681" y="13207"/>
                  </a:lnTo>
                  <a:lnTo>
                    <a:pt x="7106" y="13400"/>
                  </a:lnTo>
                  <a:lnTo>
                    <a:pt x="7530" y="13593"/>
                  </a:lnTo>
                  <a:lnTo>
                    <a:pt x="7994" y="13709"/>
                  </a:lnTo>
                  <a:lnTo>
                    <a:pt x="8419" y="13786"/>
                  </a:lnTo>
                  <a:lnTo>
                    <a:pt x="8921" y="13786"/>
                  </a:lnTo>
                  <a:lnTo>
                    <a:pt x="9345" y="13670"/>
                  </a:lnTo>
                  <a:lnTo>
                    <a:pt x="9693" y="13554"/>
                  </a:lnTo>
                  <a:lnTo>
                    <a:pt x="10040" y="13323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890" y="12473"/>
                  </a:lnTo>
                  <a:lnTo>
                    <a:pt x="11122" y="12087"/>
                  </a:lnTo>
                  <a:lnTo>
                    <a:pt x="11315" y="11739"/>
                  </a:lnTo>
                  <a:lnTo>
                    <a:pt x="11508" y="11199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6" y="9075"/>
                  </a:lnTo>
                  <a:lnTo>
                    <a:pt x="12319" y="8573"/>
                  </a:lnTo>
                  <a:lnTo>
                    <a:pt x="12589" y="8110"/>
                  </a:lnTo>
                  <a:lnTo>
                    <a:pt x="12937" y="7646"/>
                  </a:lnTo>
                  <a:lnTo>
                    <a:pt x="13245" y="7299"/>
                  </a:lnTo>
                  <a:lnTo>
                    <a:pt x="13632" y="6951"/>
                  </a:lnTo>
                  <a:lnTo>
                    <a:pt x="14018" y="6681"/>
                  </a:lnTo>
                  <a:lnTo>
                    <a:pt x="14443" y="6449"/>
                  </a:lnTo>
                  <a:lnTo>
                    <a:pt x="14867" y="6256"/>
                  </a:lnTo>
                  <a:lnTo>
                    <a:pt x="15331" y="6102"/>
                  </a:lnTo>
                  <a:lnTo>
                    <a:pt x="15794" y="5986"/>
                  </a:lnTo>
                  <a:lnTo>
                    <a:pt x="16296" y="5909"/>
                  </a:lnTo>
                  <a:lnTo>
                    <a:pt x="16875" y="5909"/>
                  </a:lnTo>
                  <a:lnTo>
                    <a:pt x="17455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565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2"/>
                  </a:lnTo>
                  <a:lnTo>
                    <a:pt x="21316" y="7608"/>
                  </a:lnTo>
                  <a:lnTo>
                    <a:pt x="21741" y="7723"/>
                  </a:lnTo>
                  <a:lnTo>
                    <a:pt x="22127" y="7762"/>
                  </a:lnTo>
                  <a:lnTo>
                    <a:pt x="22552" y="7723"/>
                  </a:lnTo>
                  <a:lnTo>
                    <a:pt x="22976" y="7646"/>
                  </a:lnTo>
                  <a:lnTo>
                    <a:pt x="23363" y="7492"/>
                  </a:lnTo>
                  <a:lnTo>
                    <a:pt x="23710" y="7260"/>
                  </a:lnTo>
                  <a:lnTo>
                    <a:pt x="24058" y="6990"/>
                  </a:lnTo>
                  <a:lnTo>
                    <a:pt x="24328" y="6642"/>
                  </a:lnTo>
                  <a:lnTo>
                    <a:pt x="24560" y="6295"/>
                  </a:lnTo>
                  <a:lnTo>
                    <a:pt x="24753" y="5909"/>
                  </a:lnTo>
                  <a:lnTo>
                    <a:pt x="24869" y="5484"/>
                  </a:lnTo>
                  <a:lnTo>
                    <a:pt x="24946" y="5059"/>
                  </a:lnTo>
                  <a:lnTo>
                    <a:pt x="24984" y="4634"/>
                  </a:lnTo>
                  <a:lnTo>
                    <a:pt x="24984" y="4171"/>
                  </a:lnTo>
                  <a:lnTo>
                    <a:pt x="24946" y="3707"/>
                  </a:lnTo>
                  <a:lnTo>
                    <a:pt x="24869" y="3283"/>
                  </a:lnTo>
                  <a:lnTo>
                    <a:pt x="24753" y="2819"/>
                  </a:lnTo>
                  <a:lnTo>
                    <a:pt x="24637" y="2395"/>
                  </a:lnTo>
                  <a:lnTo>
                    <a:pt x="24444" y="1970"/>
                  </a:lnTo>
                  <a:lnTo>
                    <a:pt x="24251" y="1545"/>
                  </a:lnTo>
                  <a:lnTo>
                    <a:pt x="24019" y="1159"/>
                  </a:lnTo>
                  <a:lnTo>
                    <a:pt x="23787" y="811"/>
                  </a:lnTo>
                  <a:lnTo>
                    <a:pt x="23942" y="348"/>
                  </a:lnTo>
                  <a:lnTo>
                    <a:pt x="23556" y="232"/>
                  </a:lnTo>
                  <a:lnTo>
                    <a:pt x="23170" y="78"/>
                  </a:lnTo>
                  <a:lnTo>
                    <a:pt x="23131" y="39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"/>
            <p:cNvSpPr/>
            <p:nvPr/>
          </p:nvSpPr>
          <p:spPr>
            <a:xfrm>
              <a:off x="5955050" y="3275975"/>
              <a:ext cx="152550" cy="277075"/>
            </a:xfrm>
            <a:custGeom>
              <a:avLst/>
              <a:gdLst/>
              <a:ahLst/>
              <a:cxnLst/>
              <a:rect l="l" t="t" r="r" b="b"/>
              <a:pathLst>
                <a:path w="6102" h="11083" extrusionOk="0">
                  <a:moveTo>
                    <a:pt x="3553" y="0"/>
                  </a:moveTo>
                  <a:lnTo>
                    <a:pt x="3398" y="463"/>
                  </a:lnTo>
                  <a:lnTo>
                    <a:pt x="3746" y="656"/>
                  </a:lnTo>
                  <a:lnTo>
                    <a:pt x="4093" y="888"/>
                  </a:lnTo>
                  <a:lnTo>
                    <a:pt x="4364" y="1158"/>
                  </a:lnTo>
                  <a:lnTo>
                    <a:pt x="4634" y="1467"/>
                  </a:lnTo>
                  <a:lnTo>
                    <a:pt x="4866" y="1776"/>
                  </a:lnTo>
                  <a:lnTo>
                    <a:pt x="5059" y="2124"/>
                  </a:lnTo>
                  <a:lnTo>
                    <a:pt x="5213" y="2471"/>
                  </a:lnTo>
                  <a:lnTo>
                    <a:pt x="5368" y="2819"/>
                  </a:lnTo>
                  <a:lnTo>
                    <a:pt x="5445" y="3205"/>
                  </a:lnTo>
                  <a:lnTo>
                    <a:pt x="5522" y="3630"/>
                  </a:lnTo>
                  <a:lnTo>
                    <a:pt x="5561" y="4016"/>
                  </a:lnTo>
                  <a:lnTo>
                    <a:pt x="5561" y="4441"/>
                  </a:lnTo>
                  <a:lnTo>
                    <a:pt x="5561" y="4827"/>
                  </a:lnTo>
                  <a:lnTo>
                    <a:pt x="5522" y="5252"/>
                  </a:lnTo>
                  <a:lnTo>
                    <a:pt x="5406" y="5638"/>
                  </a:lnTo>
                  <a:lnTo>
                    <a:pt x="5290" y="6024"/>
                  </a:lnTo>
                  <a:lnTo>
                    <a:pt x="5136" y="6449"/>
                  </a:lnTo>
                  <a:lnTo>
                    <a:pt x="4943" y="6873"/>
                  </a:lnTo>
                  <a:lnTo>
                    <a:pt x="4711" y="7298"/>
                  </a:lnTo>
                  <a:lnTo>
                    <a:pt x="4480" y="7684"/>
                  </a:lnTo>
                  <a:lnTo>
                    <a:pt x="4209" y="8070"/>
                  </a:lnTo>
                  <a:lnTo>
                    <a:pt x="3900" y="8418"/>
                  </a:lnTo>
                  <a:lnTo>
                    <a:pt x="3591" y="8727"/>
                  </a:lnTo>
                  <a:lnTo>
                    <a:pt x="3244" y="9036"/>
                  </a:lnTo>
                  <a:lnTo>
                    <a:pt x="2896" y="9345"/>
                  </a:lnTo>
                  <a:lnTo>
                    <a:pt x="2549" y="9615"/>
                  </a:lnTo>
                  <a:lnTo>
                    <a:pt x="2124" y="9847"/>
                  </a:lnTo>
                  <a:lnTo>
                    <a:pt x="1738" y="10078"/>
                  </a:lnTo>
                  <a:lnTo>
                    <a:pt x="1313" y="10272"/>
                  </a:lnTo>
                  <a:lnTo>
                    <a:pt x="888" y="10426"/>
                  </a:lnTo>
                  <a:lnTo>
                    <a:pt x="464" y="10542"/>
                  </a:lnTo>
                  <a:lnTo>
                    <a:pt x="0" y="10658"/>
                  </a:lnTo>
                  <a:lnTo>
                    <a:pt x="77" y="11082"/>
                  </a:lnTo>
                  <a:lnTo>
                    <a:pt x="579" y="10967"/>
                  </a:lnTo>
                  <a:lnTo>
                    <a:pt x="1081" y="10851"/>
                  </a:lnTo>
                  <a:lnTo>
                    <a:pt x="1583" y="10696"/>
                  </a:lnTo>
                  <a:lnTo>
                    <a:pt x="2047" y="10465"/>
                  </a:lnTo>
                  <a:lnTo>
                    <a:pt x="2510" y="10233"/>
                  </a:lnTo>
                  <a:lnTo>
                    <a:pt x="2935" y="9963"/>
                  </a:lnTo>
                  <a:lnTo>
                    <a:pt x="3360" y="9654"/>
                  </a:lnTo>
                  <a:lnTo>
                    <a:pt x="3784" y="9306"/>
                  </a:lnTo>
                  <a:lnTo>
                    <a:pt x="4132" y="8959"/>
                  </a:lnTo>
                  <a:lnTo>
                    <a:pt x="4480" y="8572"/>
                  </a:lnTo>
                  <a:lnTo>
                    <a:pt x="4788" y="8148"/>
                  </a:lnTo>
                  <a:lnTo>
                    <a:pt x="5097" y="7723"/>
                  </a:lnTo>
                  <a:lnTo>
                    <a:pt x="5329" y="7260"/>
                  </a:lnTo>
                  <a:lnTo>
                    <a:pt x="5561" y="6796"/>
                  </a:lnTo>
                  <a:lnTo>
                    <a:pt x="5754" y="6294"/>
                  </a:lnTo>
                  <a:lnTo>
                    <a:pt x="5908" y="5792"/>
                  </a:lnTo>
                  <a:lnTo>
                    <a:pt x="5986" y="5367"/>
                  </a:lnTo>
                  <a:lnTo>
                    <a:pt x="6063" y="4943"/>
                  </a:lnTo>
                  <a:lnTo>
                    <a:pt x="6101" y="4518"/>
                  </a:lnTo>
                  <a:lnTo>
                    <a:pt x="6063" y="4093"/>
                  </a:lnTo>
                  <a:lnTo>
                    <a:pt x="6024" y="3668"/>
                  </a:lnTo>
                  <a:lnTo>
                    <a:pt x="5986" y="3244"/>
                  </a:lnTo>
                  <a:lnTo>
                    <a:pt x="5870" y="2858"/>
                  </a:lnTo>
                  <a:lnTo>
                    <a:pt x="5715" y="2433"/>
                  </a:lnTo>
                  <a:lnTo>
                    <a:pt x="5561" y="2047"/>
                  </a:lnTo>
                  <a:lnTo>
                    <a:pt x="5368" y="1699"/>
                  </a:lnTo>
                  <a:lnTo>
                    <a:pt x="5136" y="1352"/>
                  </a:lnTo>
                  <a:lnTo>
                    <a:pt x="4866" y="1043"/>
                  </a:lnTo>
                  <a:lnTo>
                    <a:pt x="4595" y="734"/>
                  </a:lnTo>
                  <a:lnTo>
                    <a:pt x="4286" y="463"/>
                  </a:lnTo>
                  <a:lnTo>
                    <a:pt x="3939" y="232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"/>
            <p:cNvSpPr/>
            <p:nvPr/>
          </p:nvSpPr>
          <p:spPr>
            <a:xfrm>
              <a:off x="369400" y="3292375"/>
              <a:ext cx="35750" cy="31875"/>
            </a:xfrm>
            <a:custGeom>
              <a:avLst/>
              <a:gdLst/>
              <a:ahLst/>
              <a:cxnLst/>
              <a:rect l="l" t="t" r="r" b="b"/>
              <a:pathLst>
                <a:path w="1430" h="1275" extrusionOk="0">
                  <a:moveTo>
                    <a:pt x="618" y="0"/>
                  </a:moveTo>
                  <a:lnTo>
                    <a:pt x="425" y="39"/>
                  </a:lnTo>
                  <a:lnTo>
                    <a:pt x="271" y="116"/>
                  </a:lnTo>
                  <a:lnTo>
                    <a:pt x="116" y="271"/>
                  </a:lnTo>
                  <a:lnTo>
                    <a:pt x="39" y="464"/>
                  </a:lnTo>
                  <a:lnTo>
                    <a:pt x="1" y="657"/>
                  </a:lnTo>
                  <a:lnTo>
                    <a:pt x="39" y="850"/>
                  </a:lnTo>
                  <a:lnTo>
                    <a:pt x="116" y="1004"/>
                  </a:lnTo>
                  <a:lnTo>
                    <a:pt x="271" y="1159"/>
                  </a:lnTo>
                  <a:lnTo>
                    <a:pt x="425" y="1236"/>
                  </a:lnTo>
                  <a:lnTo>
                    <a:pt x="618" y="1275"/>
                  </a:lnTo>
                  <a:lnTo>
                    <a:pt x="812" y="1236"/>
                  </a:lnTo>
                  <a:lnTo>
                    <a:pt x="850" y="1198"/>
                  </a:lnTo>
                  <a:lnTo>
                    <a:pt x="889" y="1120"/>
                  </a:lnTo>
                  <a:lnTo>
                    <a:pt x="812" y="1043"/>
                  </a:lnTo>
                  <a:lnTo>
                    <a:pt x="734" y="1004"/>
                  </a:lnTo>
                  <a:lnTo>
                    <a:pt x="657" y="1004"/>
                  </a:lnTo>
                  <a:lnTo>
                    <a:pt x="541" y="966"/>
                  </a:lnTo>
                  <a:lnTo>
                    <a:pt x="464" y="889"/>
                  </a:lnTo>
                  <a:lnTo>
                    <a:pt x="425" y="811"/>
                  </a:lnTo>
                  <a:lnTo>
                    <a:pt x="387" y="696"/>
                  </a:lnTo>
                  <a:lnTo>
                    <a:pt x="425" y="618"/>
                  </a:lnTo>
                  <a:lnTo>
                    <a:pt x="464" y="502"/>
                  </a:lnTo>
                  <a:lnTo>
                    <a:pt x="541" y="425"/>
                  </a:lnTo>
                  <a:lnTo>
                    <a:pt x="618" y="387"/>
                  </a:lnTo>
                  <a:lnTo>
                    <a:pt x="812" y="387"/>
                  </a:lnTo>
                  <a:lnTo>
                    <a:pt x="927" y="464"/>
                  </a:lnTo>
                  <a:lnTo>
                    <a:pt x="1082" y="618"/>
                  </a:lnTo>
                  <a:lnTo>
                    <a:pt x="1198" y="657"/>
                  </a:lnTo>
                  <a:lnTo>
                    <a:pt x="1275" y="696"/>
                  </a:lnTo>
                  <a:lnTo>
                    <a:pt x="1352" y="696"/>
                  </a:lnTo>
                  <a:lnTo>
                    <a:pt x="1391" y="657"/>
                  </a:lnTo>
                  <a:lnTo>
                    <a:pt x="1429" y="541"/>
                  </a:lnTo>
                  <a:lnTo>
                    <a:pt x="1391" y="464"/>
                  </a:lnTo>
                  <a:lnTo>
                    <a:pt x="1352" y="348"/>
                  </a:lnTo>
                  <a:lnTo>
                    <a:pt x="1198" y="194"/>
                  </a:lnTo>
                  <a:lnTo>
                    <a:pt x="1005" y="78"/>
                  </a:lnTo>
                  <a:lnTo>
                    <a:pt x="81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"/>
            <p:cNvSpPr/>
            <p:nvPr/>
          </p:nvSpPr>
          <p:spPr>
            <a:xfrm>
              <a:off x="6549700" y="3335825"/>
              <a:ext cx="85000" cy="94625"/>
            </a:xfrm>
            <a:custGeom>
              <a:avLst/>
              <a:gdLst/>
              <a:ahLst/>
              <a:cxnLst/>
              <a:rect l="l" t="t" r="r" b="b"/>
              <a:pathLst>
                <a:path w="3400" h="3785" extrusionOk="0">
                  <a:moveTo>
                    <a:pt x="78" y="0"/>
                  </a:moveTo>
                  <a:lnTo>
                    <a:pt x="1" y="77"/>
                  </a:lnTo>
                  <a:lnTo>
                    <a:pt x="1" y="116"/>
                  </a:lnTo>
                  <a:lnTo>
                    <a:pt x="349" y="888"/>
                  </a:lnTo>
                  <a:lnTo>
                    <a:pt x="812" y="1661"/>
                  </a:lnTo>
                  <a:lnTo>
                    <a:pt x="1275" y="2394"/>
                  </a:lnTo>
                  <a:lnTo>
                    <a:pt x="1739" y="3089"/>
                  </a:lnTo>
                  <a:lnTo>
                    <a:pt x="2009" y="3437"/>
                  </a:lnTo>
                  <a:lnTo>
                    <a:pt x="2202" y="3553"/>
                  </a:lnTo>
                  <a:lnTo>
                    <a:pt x="2395" y="3669"/>
                  </a:lnTo>
                  <a:lnTo>
                    <a:pt x="2588" y="3746"/>
                  </a:lnTo>
                  <a:lnTo>
                    <a:pt x="2781" y="3784"/>
                  </a:lnTo>
                  <a:lnTo>
                    <a:pt x="3013" y="3707"/>
                  </a:lnTo>
                  <a:lnTo>
                    <a:pt x="3206" y="3591"/>
                  </a:lnTo>
                  <a:lnTo>
                    <a:pt x="3322" y="3437"/>
                  </a:lnTo>
                  <a:lnTo>
                    <a:pt x="3399" y="3244"/>
                  </a:lnTo>
                  <a:lnTo>
                    <a:pt x="3399" y="3089"/>
                  </a:lnTo>
                  <a:lnTo>
                    <a:pt x="3399" y="2896"/>
                  </a:lnTo>
                  <a:lnTo>
                    <a:pt x="3360" y="2703"/>
                  </a:lnTo>
                  <a:lnTo>
                    <a:pt x="3283" y="2510"/>
                  </a:lnTo>
                  <a:lnTo>
                    <a:pt x="3129" y="2163"/>
                  </a:lnTo>
                  <a:lnTo>
                    <a:pt x="2936" y="2240"/>
                  </a:lnTo>
                  <a:lnTo>
                    <a:pt x="3052" y="2587"/>
                  </a:lnTo>
                  <a:lnTo>
                    <a:pt x="3090" y="2742"/>
                  </a:lnTo>
                  <a:lnTo>
                    <a:pt x="3129" y="2858"/>
                  </a:lnTo>
                  <a:lnTo>
                    <a:pt x="2897" y="3012"/>
                  </a:lnTo>
                  <a:lnTo>
                    <a:pt x="2665" y="3128"/>
                  </a:lnTo>
                  <a:lnTo>
                    <a:pt x="2511" y="3205"/>
                  </a:lnTo>
                  <a:lnTo>
                    <a:pt x="2318" y="3205"/>
                  </a:lnTo>
                  <a:lnTo>
                    <a:pt x="2202" y="3167"/>
                  </a:lnTo>
                  <a:lnTo>
                    <a:pt x="2048" y="3089"/>
                  </a:lnTo>
                  <a:lnTo>
                    <a:pt x="1932" y="2935"/>
                  </a:lnTo>
                  <a:lnTo>
                    <a:pt x="1855" y="2742"/>
                  </a:lnTo>
                  <a:lnTo>
                    <a:pt x="1700" y="2510"/>
                  </a:lnTo>
                  <a:lnTo>
                    <a:pt x="1082" y="1506"/>
                  </a:lnTo>
                  <a:lnTo>
                    <a:pt x="619" y="772"/>
                  </a:lnTo>
                  <a:lnTo>
                    <a:pt x="387" y="386"/>
                  </a:lnTo>
                  <a:lnTo>
                    <a:pt x="117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"/>
            <p:cNvSpPr/>
            <p:nvPr/>
          </p:nvSpPr>
          <p:spPr>
            <a:xfrm>
              <a:off x="2268300" y="338120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70"/>
                  </a:lnTo>
                  <a:lnTo>
                    <a:pt x="1120" y="463"/>
                  </a:lnTo>
                  <a:lnTo>
                    <a:pt x="850" y="656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64"/>
                  </a:lnTo>
                  <a:lnTo>
                    <a:pt x="0" y="3051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90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68"/>
                  </a:lnTo>
                  <a:lnTo>
                    <a:pt x="502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815"/>
                  </a:lnTo>
                  <a:lnTo>
                    <a:pt x="888" y="1583"/>
                  </a:lnTo>
                  <a:lnTo>
                    <a:pt x="1043" y="1352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2"/>
                  </a:lnTo>
                  <a:lnTo>
                    <a:pt x="1892" y="656"/>
                  </a:lnTo>
                  <a:lnTo>
                    <a:pt x="2124" y="579"/>
                  </a:lnTo>
                  <a:lnTo>
                    <a:pt x="2433" y="541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2"/>
                  </a:lnTo>
                  <a:lnTo>
                    <a:pt x="3360" y="965"/>
                  </a:lnTo>
                  <a:lnTo>
                    <a:pt x="3514" y="1158"/>
                  </a:lnTo>
                  <a:lnTo>
                    <a:pt x="3591" y="1390"/>
                  </a:lnTo>
                  <a:lnTo>
                    <a:pt x="3668" y="1660"/>
                  </a:lnTo>
                  <a:lnTo>
                    <a:pt x="4132" y="1583"/>
                  </a:lnTo>
                  <a:lnTo>
                    <a:pt x="4016" y="1197"/>
                  </a:lnTo>
                  <a:lnTo>
                    <a:pt x="3823" y="811"/>
                  </a:lnTo>
                  <a:lnTo>
                    <a:pt x="3630" y="541"/>
                  </a:lnTo>
                  <a:lnTo>
                    <a:pt x="3398" y="270"/>
                  </a:lnTo>
                  <a:lnTo>
                    <a:pt x="3244" y="193"/>
                  </a:lnTo>
                  <a:lnTo>
                    <a:pt x="3089" y="116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"/>
            <p:cNvSpPr/>
            <p:nvPr/>
          </p:nvSpPr>
          <p:spPr>
            <a:xfrm>
              <a:off x="2133125" y="3382150"/>
              <a:ext cx="437350" cy="302200"/>
            </a:xfrm>
            <a:custGeom>
              <a:avLst/>
              <a:gdLst/>
              <a:ahLst/>
              <a:cxnLst/>
              <a:rect l="l" t="t" r="r" b="b"/>
              <a:pathLst>
                <a:path w="17494" h="12088" extrusionOk="0">
                  <a:moveTo>
                    <a:pt x="12087" y="541"/>
                  </a:moveTo>
                  <a:lnTo>
                    <a:pt x="12203" y="580"/>
                  </a:lnTo>
                  <a:lnTo>
                    <a:pt x="12319" y="657"/>
                  </a:lnTo>
                  <a:lnTo>
                    <a:pt x="12628" y="889"/>
                  </a:lnTo>
                  <a:lnTo>
                    <a:pt x="12898" y="1159"/>
                  </a:lnTo>
                  <a:lnTo>
                    <a:pt x="13130" y="1507"/>
                  </a:lnTo>
                  <a:lnTo>
                    <a:pt x="13323" y="1893"/>
                  </a:lnTo>
                  <a:lnTo>
                    <a:pt x="13478" y="2279"/>
                  </a:lnTo>
                  <a:lnTo>
                    <a:pt x="13632" y="2665"/>
                  </a:lnTo>
                  <a:lnTo>
                    <a:pt x="13825" y="3476"/>
                  </a:lnTo>
                  <a:lnTo>
                    <a:pt x="13091" y="3013"/>
                  </a:lnTo>
                  <a:lnTo>
                    <a:pt x="12705" y="2781"/>
                  </a:lnTo>
                  <a:lnTo>
                    <a:pt x="12358" y="2511"/>
                  </a:lnTo>
                  <a:lnTo>
                    <a:pt x="12010" y="2124"/>
                  </a:lnTo>
                  <a:lnTo>
                    <a:pt x="11817" y="1931"/>
                  </a:lnTo>
                  <a:lnTo>
                    <a:pt x="11663" y="1738"/>
                  </a:lnTo>
                  <a:lnTo>
                    <a:pt x="11508" y="1429"/>
                  </a:lnTo>
                  <a:lnTo>
                    <a:pt x="11431" y="1082"/>
                  </a:lnTo>
                  <a:lnTo>
                    <a:pt x="11663" y="734"/>
                  </a:lnTo>
                  <a:lnTo>
                    <a:pt x="11779" y="618"/>
                  </a:lnTo>
                  <a:lnTo>
                    <a:pt x="11856" y="541"/>
                  </a:lnTo>
                  <a:close/>
                  <a:moveTo>
                    <a:pt x="16296" y="1622"/>
                  </a:moveTo>
                  <a:lnTo>
                    <a:pt x="16412" y="1661"/>
                  </a:lnTo>
                  <a:lnTo>
                    <a:pt x="16490" y="1738"/>
                  </a:lnTo>
                  <a:lnTo>
                    <a:pt x="16567" y="1854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56"/>
                  </a:lnTo>
                  <a:lnTo>
                    <a:pt x="16605" y="2511"/>
                  </a:lnTo>
                  <a:lnTo>
                    <a:pt x="16528" y="2704"/>
                  </a:lnTo>
                  <a:lnTo>
                    <a:pt x="16412" y="2820"/>
                  </a:lnTo>
                  <a:lnTo>
                    <a:pt x="16296" y="2974"/>
                  </a:lnTo>
                  <a:lnTo>
                    <a:pt x="15949" y="3206"/>
                  </a:lnTo>
                  <a:lnTo>
                    <a:pt x="15563" y="3399"/>
                  </a:lnTo>
                  <a:lnTo>
                    <a:pt x="15138" y="3553"/>
                  </a:lnTo>
                  <a:lnTo>
                    <a:pt x="14713" y="3669"/>
                  </a:lnTo>
                  <a:lnTo>
                    <a:pt x="14366" y="3746"/>
                  </a:lnTo>
                  <a:lnTo>
                    <a:pt x="14482" y="3360"/>
                  </a:lnTo>
                  <a:lnTo>
                    <a:pt x="14636" y="2974"/>
                  </a:lnTo>
                  <a:lnTo>
                    <a:pt x="14829" y="2626"/>
                  </a:lnTo>
                  <a:lnTo>
                    <a:pt x="15099" y="2279"/>
                  </a:lnTo>
                  <a:lnTo>
                    <a:pt x="15408" y="1970"/>
                  </a:lnTo>
                  <a:lnTo>
                    <a:pt x="15640" y="1816"/>
                  </a:lnTo>
                  <a:lnTo>
                    <a:pt x="15872" y="1700"/>
                  </a:lnTo>
                  <a:lnTo>
                    <a:pt x="16103" y="1622"/>
                  </a:lnTo>
                  <a:close/>
                  <a:moveTo>
                    <a:pt x="13864" y="4287"/>
                  </a:moveTo>
                  <a:lnTo>
                    <a:pt x="13671" y="4557"/>
                  </a:lnTo>
                  <a:lnTo>
                    <a:pt x="13478" y="4789"/>
                  </a:lnTo>
                  <a:lnTo>
                    <a:pt x="13246" y="5021"/>
                  </a:lnTo>
                  <a:lnTo>
                    <a:pt x="13014" y="5252"/>
                  </a:lnTo>
                  <a:lnTo>
                    <a:pt x="12667" y="5484"/>
                  </a:lnTo>
                  <a:lnTo>
                    <a:pt x="12165" y="5793"/>
                  </a:lnTo>
                  <a:lnTo>
                    <a:pt x="11894" y="5909"/>
                  </a:lnTo>
                  <a:lnTo>
                    <a:pt x="11624" y="5986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5" y="5870"/>
                  </a:lnTo>
                  <a:lnTo>
                    <a:pt x="10968" y="5793"/>
                  </a:lnTo>
                  <a:lnTo>
                    <a:pt x="10929" y="5716"/>
                  </a:lnTo>
                  <a:lnTo>
                    <a:pt x="10890" y="5638"/>
                  </a:lnTo>
                  <a:lnTo>
                    <a:pt x="10890" y="5445"/>
                  </a:lnTo>
                  <a:lnTo>
                    <a:pt x="10968" y="5291"/>
                  </a:lnTo>
                  <a:lnTo>
                    <a:pt x="11122" y="5098"/>
                  </a:lnTo>
                  <a:lnTo>
                    <a:pt x="11277" y="4982"/>
                  </a:lnTo>
                  <a:lnTo>
                    <a:pt x="11547" y="4750"/>
                  </a:lnTo>
                  <a:lnTo>
                    <a:pt x="11817" y="4673"/>
                  </a:lnTo>
                  <a:lnTo>
                    <a:pt x="12087" y="4557"/>
                  </a:lnTo>
                  <a:lnTo>
                    <a:pt x="12628" y="4480"/>
                  </a:lnTo>
                  <a:lnTo>
                    <a:pt x="13246" y="4403"/>
                  </a:lnTo>
                  <a:lnTo>
                    <a:pt x="13555" y="4364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96"/>
                  </a:lnTo>
                  <a:lnTo>
                    <a:pt x="15408" y="4789"/>
                  </a:lnTo>
                  <a:lnTo>
                    <a:pt x="15717" y="4982"/>
                  </a:lnTo>
                  <a:lnTo>
                    <a:pt x="15910" y="5136"/>
                  </a:lnTo>
                  <a:lnTo>
                    <a:pt x="16142" y="5407"/>
                  </a:lnTo>
                  <a:lnTo>
                    <a:pt x="16412" y="5677"/>
                  </a:lnTo>
                  <a:lnTo>
                    <a:pt x="16644" y="6025"/>
                  </a:lnTo>
                  <a:lnTo>
                    <a:pt x="16876" y="6333"/>
                  </a:lnTo>
                  <a:lnTo>
                    <a:pt x="16992" y="6681"/>
                  </a:lnTo>
                  <a:lnTo>
                    <a:pt x="16992" y="6835"/>
                  </a:lnTo>
                  <a:lnTo>
                    <a:pt x="16992" y="6990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374" y="7337"/>
                  </a:lnTo>
                  <a:lnTo>
                    <a:pt x="16142" y="7222"/>
                  </a:lnTo>
                  <a:lnTo>
                    <a:pt x="15872" y="7029"/>
                  </a:lnTo>
                  <a:lnTo>
                    <a:pt x="15601" y="6835"/>
                  </a:lnTo>
                  <a:lnTo>
                    <a:pt x="15370" y="6565"/>
                  </a:lnTo>
                  <a:lnTo>
                    <a:pt x="15061" y="6179"/>
                  </a:lnTo>
                  <a:lnTo>
                    <a:pt x="14829" y="5716"/>
                  </a:lnTo>
                  <a:lnTo>
                    <a:pt x="14636" y="5252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78"/>
                  </a:lnTo>
                  <a:lnTo>
                    <a:pt x="11470" y="116"/>
                  </a:lnTo>
                  <a:lnTo>
                    <a:pt x="11354" y="232"/>
                  </a:lnTo>
                  <a:lnTo>
                    <a:pt x="11161" y="425"/>
                  </a:lnTo>
                  <a:lnTo>
                    <a:pt x="11006" y="618"/>
                  </a:lnTo>
                  <a:lnTo>
                    <a:pt x="10929" y="812"/>
                  </a:lnTo>
                  <a:lnTo>
                    <a:pt x="10929" y="1043"/>
                  </a:lnTo>
                  <a:lnTo>
                    <a:pt x="10929" y="1236"/>
                  </a:lnTo>
                  <a:lnTo>
                    <a:pt x="11006" y="1468"/>
                  </a:lnTo>
                  <a:lnTo>
                    <a:pt x="11083" y="1700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2" y="2742"/>
                  </a:lnTo>
                  <a:lnTo>
                    <a:pt x="12396" y="3090"/>
                  </a:lnTo>
                  <a:lnTo>
                    <a:pt x="12860" y="3437"/>
                  </a:lnTo>
                  <a:lnTo>
                    <a:pt x="12860" y="3437"/>
                  </a:lnTo>
                  <a:lnTo>
                    <a:pt x="12049" y="3322"/>
                  </a:lnTo>
                  <a:lnTo>
                    <a:pt x="11199" y="3283"/>
                  </a:lnTo>
                  <a:lnTo>
                    <a:pt x="10388" y="3360"/>
                  </a:lnTo>
                  <a:lnTo>
                    <a:pt x="9616" y="3476"/>
                  </a:lnTo>
                  <a:lnTo>
                    <a:pt x="9655" y="3013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45"/>
                  </a:lnTo>
                  <a:lnTo>
                    <a:pt x="9075" y="1622"/>
                  </a:lnTo>
                  <a:lnTo>
                    <a:pt x="9153" y="2124"/>
                  </a:lnTo>
                  <a:lnTo>
                    <a:pt x="9153" y="2626"/>
                  </a:lnTo>
                  <a:lnTo>
                    <a:pt x="9153" y="3090"/>
                  </a:lnTo>
                  <a:lnTo>
                    <a:pt x="9075" y="3515"/>
                  </a:lnTo>
                  <a:lnTo>
                    <a:pt x="9075" y="3630"/>
                  </a:lnTo>
                  <a:lnTo>
                    <a:pt x="8226" y="3901"/>
                  </a:lnTo>
                  <a:lnTo>
                    <a:pt x="7415" y="4287"/>
                  </a:lnTo>
                  <a:lnTo>
                    <a:pt x="6604" y="4750"/>
                  </a:lnTo>
                  <a:lnTo>
                    <a:pt x="5832" y="5252"/>
                  </a:lnTo>
                  <a:lnTo>
                    <a:pt x="5407" y="5252"/>
                  </a:lnTo>
                  <a:lnTo>
                    <a:pt x="5407" y="5561"/>
                  </a:lnTo>
                  <a:lnTo>
                    <a:pt x="4596" y="6218"/>
                  </a:lnTo>
                  <a:lnTo>
                    <a:pt x="3824" y="6951"/>
                  </a:lnTo>
                  <a:lnTo>
                    <a:pt x="3090" y="7724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56"/>
                  </a:lnTo>
                  <a:lnTo>
                    <a:pt x="542" y="10967"/>
                  </a:lnTo>
                  <a:lnTo>
                    <a:pt x="1" y="11817"/>
                  </a:lnTo>
                  <a:lnTo>
                    <a:pt x="349" y="12087"/>
                  </a:lnTo>
                  <a:lnTo>
                    <a:pt x="1546" y="10542"/>
                  </a:lnTo>
                  <a:lnTo>
                    <a:pt x="2743" y="8998"/>
                  </a:lnTo>
                  <a:lnTo>
                    <a:pt x="3360" y="8226"/>
                  </a:lnTo>
                  <a:lnTo>
                    <a:pt x="4017" y="7531"/>
                  </a:lnTo>
                  <a:lnTo>
                    <a:pt x="4712" y="6835"/>
                  </a:lnTo>
                  <a:lnTo>
                    <a:pt x="5484" y="6179"/>
                  </a:lnTo>
                  <a:lnTo>
                    <a:pt x="6257" y="5600"/>
                  </a:lnTo>
                  <a:lnTo>
                    <a:pt x="7106" y="5059"/>
                  </a:lnTo>
                  <a:lnTo>
                    <a:pt x="7994" y="4634"/>
                  </a:lnTo>
                  <a:lnTo>
                    <a:pt x="8458" y="4441"/>
                  </a:lnTo>
                  <a:lnTo>
                    <a:pt x="8921" y="4287"/>
                  </a:lnTo>
                  <a:lnTo>
                    <a:pt x="9423" y="4132"/>
                  </a:lnTo>
                  <a:lnTo>
                    <a:pt x="9886" y="4017"/>
                  </a:lnTo>
                  <a:lnTo>
                    <a:pt x="10388" y="3939"/>
                  </a:lnTo>
                  <a:lnTo>
                    <a:pt x="10852" y="3862"/>
                  </a:lnTo>
                  <a:lnTo>
                    <a:pt x="11354" y="3823"/>
                  </a:lnTo>
                  <a:lnTo>
                    <a:pt x="11856" y="3823"/>
                  </a:lnTo>
                  <a:lnTo>
                    <a:pt x="12358" y="3862"/>
                  </a:lnTo>
                  <a:lnTo>
                    <a:pt x="12860" y="3939"/>
                  </a:lnTo>
                  <a:lnTo>
                    <a:pt x="12358" y="4017"/>
                  </a:lnTo>
                  <a:lnTo>
                    <a:pt x="11856" y="4132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57"/>
                  </a:lnTo>
                  <a:lnTo>
                    <a:pt x="10852" y="4712"/>
                  </a:lnTo>
                  <a:lnTo>
                    <a:pt x="10697" y="4866"/>
                  </a:lnTo>
                  <a:lnTo>
                    <a:pt x="10543" y="5098"/>
                  </a:lnTo>
                  <a:lnTo>
                    <a:pt x="10466" y="5291"/>
                  </a:lnTo>
                  <a:lnTo>
                    <a:pt x="10388" y="5523"/>
                  </a:lnTo>
                  <a:lnTo>
                    <a:pt x="10388" y="5754"/>
                  </a:lnTo>
                  <a:lnTo>
                    <a:pt x="10427" y="5986"/>
                  </a:lnTo>
                  <a:lnTo>
                    <a:pt x="10581" y="6179"/>
                  </a:lnTo>
                  <a:lnTo>
                    <a:pt x="10659" y="6256"/>
                  </a:lnTo>
                  <a:lnTo>
                    <a:pt x="10775" y="6333"/>
                  </a:lnTo>
                  <a:lnTo>
                    <a:pt x="11006" y="6449"/>
                  </a:lnTo>
                  <a:lnTo>
                    <a:pt x="11585" y="6449"/>
                  </a:lnTo>
                  <a:lnTo>
                    <a:pt x="11894" y="6372"/>
                  </a:lnTo>
                  <a:lnTo>
                    <a:pt x="12165" y="6295"/>
                  </a:lnTo>
                  <a:lnTo>
                    <a:pt x="12628" y="6063"/>
                  </a:lnTo>
                  <a:lnTo>
                    <a:pt x="13053" y="5831"/>
                  </a:lnTo>
                  <a:lnTo>
                    <a:pt x="13439" y="5523"/>
                  </a:lnTo>
                  <a:lnTo>
                    <a:pt x="13400" y="5561"/>
                  </a:lnTo>
                  <a:lnTo>
                    <a:pt x="13786" y="5716"/>
                  </a:lnTo>
                  <a:lnTo>
                    <a:pt x="14057" y="4866"/>
                  </a:lnTo>
                  <a:lnTo>
                    <a:pt x="14211" y="5407"/>
                  </a:lnTo>
                  <a:lnTo>
                    <a:pt x="14404" y="5947"/>
                  </a:lnTo>
                  <a:lnTo>
                    <a:pt x="14675" y="6411"/>
                  </a:lnTo>
                  <a:lnTo>
                    <a:pt x="14984" y="6874"/>
                  </a:lnTo>
                  <a:lnTo>
                    <a:pt x="15177" y="7067"/>
                  </a:lnTo>
                  <a:lnTo>
                    <a:pt x="15408" y="7299"/>
                  </a:lnTo>
                  <a:lnTo>
                    <a:pt x="15679" y="7492"/>
                  </a:lnTo>
                  <a:lnTo>
                    <a:pt x="15988" y="7685"/>
                  </a:lnTo>
                  <a:lnTo>
                    <a:pt x="16296" y="7801"/>
                  </a:lnTo>
                  <a:lnTo>
                    <a:pt x="16605" y="7878"/>
                  </a:lnTo>
                  <a:lnTo>
                    <a:pt x="16876" y="7878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46"/>
                  </a:lnTo>
                  <a:lnTo>
                    <a:pt x="17378" y="7531"/>
                  </a:lnTo>
                  <a:lnTo>
                    <a:pt x="17416" y="7415"/>
                  </a:lnTo>
                  <a:lnTo>
                    <a:pt x="17455" y="7260"/>
                  </a:lnTo>
                  <a:lnTo>
                    <a:pt x="17494" y="6951"/>
                  </a:lnTo>
                  <a:lnTo>
                    <a:pt x="17416" y="6642"/>
                  </a:lnTo>
                  <a:lnTo>
                    <a:pt x="17300" y="6295"/>
                  </a:lnTo>
                  <a:lnTo>
                    <a:pt x="17185" y="5986"/>
                  </a:lnTo>
                  <a:lnTo>
                    <a:pt x="17030" y="5716"/>
                  </a:lnTo>
                  <a:lnTo>
                    <a:pt x="16876" y="5484"/>
                  </a:lnTo>
                  <a:lnTo>
                    <a:pt x="16683" y="5252"/>
                  </a:lnTo>
                  <a:lnTo>
                    <a:pt x="16490" y="5021"/>
                  </a:lnTo>
                  <a:lnTo>
                    <a:pt x="16258" y="4827"/>
                  </a:lnTo>
                  <a:lnTo>
                    <a:pt x="16026" y="4634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39"/>
                  </a:lnTo>
                  <a:lnTo>
                    <a:pt x="15833" y="3746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90"/>
                  </a:lnTo>
                  <a:lnTo>
                    <a:pt x="16914" y="2897"/>
                  </a:lnTo>
                  <a:lnTo>
                    <a:pt x="17030" y="2665"/>
                  </a:lnTo>
                  <a:lnTo>
                    <a:pt x="17107" y="2433"/>
                  </a:lnTo>
                  <a:lnTo>
                    <a:pt x="17146" y="2202"/>
                  </a:lnTo>
                  <a:lnTo>
                    <a:pt x="17107" y="1931"/>
                  </a:lnTo>
                  <a:lnTo>
                    <a:pt x="17069" y="1700"/>
                  </a:lnTo>
                  <a:lnTo>
                    <a:pt x="16914" y="1507"/>
                  </a:lnTo>
                  <a:lnTo>
                    <a:pt x="16760" y="1352"/>
                  </a:lnTo>
                  <a:lnTo>
                    <a:pt x="16567" y="1236"/>
                  </a:lnTo>
                  <a:lnTo>
                    <a:pt x="16335" y="1159"/>
                  </a:lnTo>
                  <a:lnTo>
                    <a:pt x="16103" y="1159"/>
                  </a:lnTo>
                  <a:lnTo>
                    <a:pt x="15910" y="1198"/>
                  </a:lnTo>
                  <a:lnTo>
                    <a:pt x="15679" y="1275"/>
                  </a:lnTo>
                  <a:lnTo>
                    <a:pt x="15447" y="1352"/>
                  </a:lnTo>
                  <a:lnTo>
                    <a:pt x="15254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7" y="2588"/>
                  </a:lnTo>
                  <a:lnTo>
                    <a:pt x="14095" y="3013"/>
                  </a:lnTo>
                  <a:lnTo>
                    <a:pt x="13980" y="2472"/>
                  </a:lnTo>
                  <a:lnTo>
                    <a:pt x="13748" y="1893"/>
                  </a:lnTo>
                  <a:lnTo>
                    <a:pt x="13516" y="1352"/>
                  </a:lnTo>
                  <a:lnTo>
                    <a:pt x="13169" y="889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8" y="155"/>
                  </a:lnTo>
                  <a:lnTo>
                    <a:pt x="12087" y="39"/>
                  </a:lnTo>
                  <a:lnTo>
                    <a:pt x="118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"/>
            <p:cNvSpPr/>
            <p:nvPr/>
          </p:nvSpPr>
          <p:spPr>
            <a:xfrm>
              <a:off x="2737450" y="3395675"/>
              <a:ext cx="459550" cy="296375"/>
            </a:xfrm>
            <a:custGeom>
              <a:avLst/>
              <a:gdLst/>
              <a:ahLst/>
              <a:cxnLst/>
              <a:rect l="l" t="t" r="r" b="b"/>
              <a:pathLst>
                <a:path w="18382" h="11855" extrusionOk="0">
                  <a:moveTo>
                    <a:pt x="17648" y="2935"/>
                  </a:moveTo>
                  <a:lnTo>
                    <a:pt x="17725" y="2974"/>
                  </a:lnTo>
                  <a:lnTo>
                    <a:pt x="17802" y="3051"/>
                  </a:lnTo>
                  <a:lnTo>
                    <a:pt x="17841" y="3128"/>
                  </a:lnTo>
                  <a:lnTo>
                    <a:pt x="17880" y="3321"/>
                  </a:lnTo>
                  <a:lnTo>
                    <a:pt x="17918" y="3553"/>
                  </a:lnTo>
                  <a:lnTo>
                    <a:pt x="17880" y="3746"/>
                  </a:lnTo>
                  <a:lnTo>
                    <a:pt x="17764" y="3939"/>
                  </a:lnTo>
                  <a:lnTo>
                    <a:pt x="17648" y="4132"/>
                  </a:lnTo>
                  <a:lnTo>
                    <a:pt x="17300" y="4402"/>
                  </a:lnTo>
                  <a:lnTo>
                    <a:pt x="17030" y="4595"/>
                  </a:lnTo>
                  <a:lnTo>
                    <a:pt x="16721" y="4750"/>
                  </a:lnTo>
                  <a:lnTo>
                    <a:pt x="16412" y="4866"/>
                  </a:lnTo>
                  <a:lnTo>
                    <a:pt x="16065" y="4943"/>
                  </a:lnTo>
                  <a:lnTo>
                    <a:pt x="16181" y="4364"/>
                  </a:lnTo>
                  <a:lnTo>
                    <a:pt x="16296" y="4055"/>
                  </a:lnTo>
                  <a:lnTo>
                    <a:pt x="16412" y="3784"/>
                  </a:lnTo>
                  <a:lnTo>
                    <a:pt x="16528" y="3514"/>
                  </a:lnTo>
                  <a:lnTo>
                    <a:pt x="16721" y="3282"/>
                  </a:lnTo>
                  <a:lnTo>
                    <a:pt x="16953" y="3128"/>
                  </a:lnTo>
                  <a:lnTo>
                    <a:pt x="17223" y="2974"/>
                  </a:lnTo>
                  <a:lnTo>
                    <a:pt x="17493" y="2935"/>
                  </a:lnTo>
                  <a:close/>
                  <a:moveTo>
                    <a:pt x="14211" y="4866"/>
                  </a:moveTo>
                  <a:lnTo>
                    <a:pt x="14481" y="4904"/>
                  </a:lnTo>
                  <a:lnTo>
                    <a:pt x="14752" y="4982"/>
                  </a:lnTo>
                  <a:lnTo>
                    <a:pt x="15022" y="5059"/>
                  </a:lnTo>
                  <a:lnTo>
                    <a:pt x="15254" y="5175"/>
                  </a:lnTo>
                  <a:lnTo>
                    <a:pt x="15177" y="5329"/>
                  </a:lnTo>
                  <a:lnTo>
                    <a:pt x="14752" y="5522"/>
                  </a:lnTo>
                  <a:lnTo>
                    <a:pt x="14288" y="5677"/>
                  </a:lnTo>
                  <a:lnTo>
                    <a:pt x="14018" y="5715"/>
                  </a:lnTo>
                  <a:lnTo>
                    <a:pt x="13748" y="5754"/>
                  </a:lnTo>
                  <a:lnTo>
                    <a:pt x="13477" y="5754"/>
                  </a:lnTo>
                  <a:lnTo>
                    <a:pt x="13169" y="5677"/>
                  </a:lnTo>
                  <a:lnTo>
                    <a:pt x="13053" y="5677"/>
                  </a:lnTo>
                  <a:lnTo>
                    <a:pt x="12975" y="5599"/>
                  </a:lnTo>
                  <a:lnTo>
                    <a:pt x="12975" y="5484"/>
                  </a:lnTo>
                  <a:lnTo>
                    <a:pt x="13053" y="5368"/>
                  </a:lnTo>
                  <a:lnTo>
                    <a:pt x="13091" y="5136"/>
                  </a:lnTo>
                  <a:lnTo>
                    <a:pt x="13169" y="5020"/>
                  </a:lnTo>
                  <a:lnTo>
                    <a:pt x="13323" y="4943"/>
                  </a:lnTo>
                  <a:lnTo>
                    <a:pt x="13555" y="4904"/>
                  </a:lnTo>
                  <a:lnTo>
                    <a:pt x="13864" y="4866"/>
                  </a:lnTo>
                  <a:close/>
                  <a:moveTo>
                    <a:pt x="15756" y="5522"/>
                  </a:moveTo>
                  <a:lnTo>
                    <a:pt x="16374" y="5831"/>
                  </a:lnTo>
                  <a:lnTo>
                    <a:pt x="16644" y="5986"/>
                  </a:lnTo>
                  <a:lnTo>
                    <a:pt x="16953" y="6179"/>
                  </a:lnTo>
                  <a:lnTo>
                    <a:pt x="17185" y="6372"/>
                  </a:lnTo>
                  <a:lnTo>
                    <a:pt x="17416" y="6603"/>
                  </a:lnTo>
                  <a:lnTo>
                    <a:pt x="17571" y="6912"/>
                  </a:lnTo>
                  <a:lnTo>
                    <a:pt x="17609" y="7067"/>
                  </a:lnTo>
                  <a:lnTo>
                    <a:pt x="17609" y="7221"/>
                  </a:lnTo>
                  <a:lnTo>
                    <a:pt x="17609" y="7453"/>
                  </a:lnTo>
                  <a:lnTo>
                    <a:pt x="17532" y="7569"/>
                  </a:lnTo>
                  <a:lnTo>
                    <a:pt x="17455" y="7685"/>
                  </a:lnTo>
                  <a:lnTo>
                    <a:pt x="17300" y="7723"/>
                  </a:lnTo>
                  <a:lnTo>
                    <a:pt x="17146" y="7723"/>
                  </a:lnTo>
                  <a:lnTo>
                    <a:pt x="16953" y="7685"/>
                  </a:lnTo>
                  <a:lnTo>
                    <a:pt x="16798" y="7607"/>
                  </a:lnTo>
                  <a:lnTo>
                    <a:pt x="16644" y="7492"/>
                  </a:lnTo>
                  <a:lnTo>
                    <a:pt x="16412" y="7183"/>
                  </a:lnTo>
                  <a:lnTo>
                    <a:pt x="16181" y="6796"/>
                  </a:lnTo>
                  <a:lnTo>
                    <a:pt x="16026" y="6488"/>
                  </a:lnTo>
                  <a:lnTo>
                    <a:pt x="15910" y="6179"/>
                  </a:lnTo>
                  <a:lnTo>
                    <a:pt x="15833" y="5831"/>
                  </a:lnTo>
                  <a:lnTo>
                    <a:pt x="15756" y="5522"/>
                  </a:lnTo>
                  <a:close/>
                  <a:moveTo>
                    <a:pt x="4944" y="464"/>
                  </a:moveTo>
                  <a:lnTo>
                    <a:pt x="5561" y="502"/>
                  </a:lnTo>
                  <a:lnTo>
                    <a:pt x="6141" y="657"/>
                  </a:lnTo>
                  <a:lnTo>
                    <a:pt x="6681" y="888"/>
                  </a:lnTo>
                  <a:lnTo>
                    <a:pt x="7222" y="1197"/>
                  </a:lnTo>
                  <a:lnTo>
                    <a:pt x="7685" y="1545"/>
                  </a:lnTo>
                  <a:lnTo>
                    <a:pt x="8149" y="1970"/>
                  </a:lnTo>
                  <a:lnTo>
                    <a:pt x="8496" y="2394"/>
                  </a:lnTo>
                  <a:lnTo>
                    <a:pt x="8766" y="2781"/>
                  </a:lnTo>
                  <a:lnTo>
                    <a:pt x="9037" y="3205"/>
                  </a:lnTo>
                  <a:lnTo>
                    <a:pt x="9268" y="3669"/>
                  </a:lnTo>
                  <a:lnTo>
                    <a:pt x="9693" y="4595"/>
                  </a:lnTo>
                  <a:lnTo>
                    <a:pt x="10079" y="5522"/>
                  </a:lnTo>
                  <a:lnTo>
                    <a:pt x="10272" y="5908"/>
                  </a:lnTo>
                  <a:lnTo>
                    <a:pt x="10504" y="6294"/>
                  </a:lnTo>
                  <a:lnTo>
                    <a:pt x="10736" y="6642"/>
                  </a:lnTo>
                  <a:lnTo>
                    <a:pt x="11006" y="6912"/>
                  </a:lnTo>
                  <a:lnTo>
                    <a:pt x="11354" y="7183"/>
                  </a:lnTo>
                  <a:lnTo>
                    <a:pt x="11701" y="7376"/>
                  </a:lnTo>
                  <a:lnTo>
                    <a:pt x="12087" y="7492"/>
                  </a:lnTo>
                  <a:lnTo>
                    <a:pt x="12551" y="7569"/>
                  </a:lnTo>
                  <a:lnTo>
                    <a:pt x="12898" y="7530"/>
                  </a:lnTo>
                  <a:lnTo>
                    <a:pt x="13207" y="7492"/>
                  </a:lnTo>
                  <a:lnTo>
                    <a:pt x="13516" y="7414"/>
                  </a:lnTo>
                  <a:lnTo>
                    <a:pt x="13825" y="7260"/>
                  </a:lnTo>
                  <a:lnTo>
                    <a:pt x="14095" y="7105"/>
                  </a:lnTo>
                  <a:lnTo>
                    <a:pt x="14366" y="6951"/>
                  </a:lnTo>
                  <a:lnTo>
                    <a:pt x="14597" y="6719"/>
                  </a:lnTo>
                  <a:lnTo>
                    <a:pt x="14829" y="6488"/>
                  </a:lnTo>
                  <a:lnTo>
                    <a:pt x="14404" y="7221"/>
                  </a:lnTo>
                  <a:lnTo>
                    <a:pt x="13941" y="7878"/>
                  </a:lnTo>
                  <a:lnTo>
                    <a:pt x="13439" y="8534"/>
                  </a:lnTo>
                  <a:lnTo>
                    <a:pt x="12860" y="9113"/>
                  </a:lnTo>
                  <a:lnTo>
                    <a:pt x="12242" y="9615"/>
                  </a:lnTo>
                  <a:lnTo>
                    <a:pt x="11547" y="10079"/>
                  </a:lnTo>
                  <a:lnTo>
                    <a:pt x="10813" y="10503"/>
                  </a:lnTo>
                  <a:lnTo>
                    <a:pt x="10041" y="10812"/>
                  </a:lnTo>
                  <a:lnTo>
                    <a:pt x="9462" y="11005"/>
                  </a:lnTo>
                  <a:lnTo>
                    <a:pt x="8882" y="11160"/>
                  </a:lnTo>
                  <a:lnTo>
                    <a:pt x="8303" y="11276"/>
                  </a:lnTo>
                  <a:lnTo>
                    <a:pt x="7724" y="11314"/>
                  </a:lnTo>
                  <a:lnTo>
                    <a:pt x="7145" y="11353"/>
                  </a:lnTo>
                  <a:lnTo>
                    <a:pt x="6604" y="11314"/>
                  </a:lnTo>
                  <a:lnTo>
                    <a:pt x="6025" y="11237"/>
                  </a:lnTo>
                  <a:lnTo>
                    <a:pt x="5484" y="11121"/>
                  </a:lnTo>
                  <a:lnTo>
                    <a:pt x="4944" y="10967"/>
                  </a:lnTo>
                  <a:lnTo>
                    <a:pt x="4442" y="10735"/>
                  </a:lnTo>
                  <a:lnTo>
                    <a:pt x="3940" y="10503"/>
                  </a:lnTo>
                  <a:lnTo>
                    <a:pt x="3476" y="10195"/>
                  </a:lnTo>
                  <a:lnTo>
                    <a:pt x="3013" y="9847"/>
                  </a:lnTo>
                  <a:lnTo>
                    <a:pt x="2549" y="9461"/>
                  </a:lnTo>
                  <a:lnTo>
                    <a:pt x="2163" y="9036"/>
                  </a:lnTo>
                  <a:lnTo>
                    <a:pt x="1777" y="8573"/>
                  </a:lnTo>
                  <a:lnTo>
                    <a:pt x="1430" y="8032"/>
                  </a:lnTo>
                  <a:lnTo>
                    <a:pt x="1121" y="7492"/>
                  </a:lnTo>
                  <a:lnTo>
                    <a:pt x="850" y="6912"/>
                  </a:lnTo>
                  <a:lnTo>
                    <a:pt x="657" y="6333"/>
                  </a:lnTo>
                  <a:lnTo>
                    <a:pt x="503" y="5754"/>
                  </a:lnTo>
                  <a:lnTo>
                    <a:pt x="426" y="5136"/>
                  </a:lnTo>
                  <a:lnTo>
                    <a:pt x="426" y="4518"/>
                  </a:lnTo>
                  <a:lnTo>
                    <a:pt x="503" y="3862"/>
                  </a:lnTo>
                  <a:lnTo>
                    <a:pt x="696" y="3282"/>
                  </a:lnTo>
                  <a:lnTo>
                    <a:pt x="928" y="2742"/>
                  </a:lnTo>
                  <a:lnTo>
                    <a:pt x="1275" y="2240"/>
                  </a:lnTo>
                  <a:lnTo>
                    <a:pt x="1661" y="1777"/>
                  </a:lnTo>
                  <a:lnTo>
                    <a:pt x="2086" y="1352"/>
                  </a:lnTo>
                  <a:lnTo>
                    <a:pt x="2588" y="1043"/>
                  </a:lnTo>
                  <a:lnTo>
                    <a:pt x="3129" y="773"/>
                  </a:lnTo>
                  <a:lnTo>
                    <a:pt x="3708" y="579"/>
                  </a:lnTo>
                  <a:lnTo>
                    <a:pt x="4326" y="464"/>
                  </a:lnTo>
                  <a:close/>
                  <a:moveTo>
                    <a:pt x="4519" y="0"/>
                  </a:moveTo>
                  <a:lnTo>
                    <a:pt x="4249" y="39"/>
                  </a:lnTo>
                  <a:lnTo>
                    <a:pt x="3901" y="77"/>
                  </a:lnTo>
                  <a:lnTo>
                    <a:pt x="3515" y="155"/>
                  </a:lnTo>
                  <a:lnTo>
                    <a:pt x="3167" y="271"/>
                  </a:lnTo>
                  <a:lnTo>
                    <a:pt x="2820" y="425"/>
                  </a:lnTo>
                  <a:lnTo>
                    <a:pt x="2472" y="579"/>
                  </a:lnTo>
                  <a:lnTo>
                    <a:pt x="2125" y="773"/>
                  </a:lnTo>
                  <a:lnTo>
                    <a:pt x="1777" y="1043"/>
                  </a:lnTo>
                  <a:lnTo>
                    <a:pt x="1468" y="1313"/>
                  </a:lnTo>
                  <a:lnTo>
                    <a:pt x="1082" y="1699"/>
                  </a:lnTo>
                  <a:lnTo>
                    <a:pt x="773" y="2163"/>
                  </a:lnTo>
                  <a:lnTo>
                    <a:pt x="503" y="2626"/>
                  </a:lnTo>
                  <a:lnTo>
                    <a:pt x="310" y="3089"/>
                  </a:lnTo>
                  <a:lnTo>
                    <a:pt x="155" y="3591"/>
                  </a:lnTo>
                  <a:lnTo>
                    <a:pt x="40" y="4093"/>
                  </a:lnTo>
                  <a:lnTo>
                    <a:pt x="1" y="4595"/>
                  </a:lnTo>
                  <a:lnTo>
                    <a:pt x="1" y="5136"/>
                  </a:lnTo>
                  <a:lnTo>
                    <a:pt x="78" y="5638"/>
                  </a:lnTo>
                  <a:lnTo>
                    <a:pt x="155" y="6179"/>
                  </a:lnTo>
                  <a:lnTo>
                    <a:pt x="310" y="6681"/>
                  </a:lnTo>
                  <a:lnTo>
                    <a:pt x="464" y="7183"/>
                  </a:lnTo>
                  <a:lnTo>
                    <a:pt x="696" y="7685"/>
                  </a:lnTo>
                  <a:lnTo>
                    <a:pt x="966" y="8148"/>
                  </a:lnTo>
                  <a:lnTo>
                    <a:pt x="1237" y="8611"/>
                  </a:lnTo>
                  <a:lnTo>
                    <a:pt x="1545" y="9036"/>
                  </a:lnTo>
                  <a:lnTo>
                    <a:pt x="2009" y="9577"/>
                  </a:lnTo>
                  <a:lnTo>
                    <a:pt x="2472" y="10040"/>
                  </a:lnTo>
                  <a:lnTo>
                    <a:pt x="2974" y="10426"/>
                  </a:lnTo>
                  <a:lnTo>
                    <a:pt x="3476" y="10812"/>
                  </a:lnTo>
                  <a:lnTo>
                    <a:pt x="4055" y="11083"/>
                  </a:lnTo>
                  <a:lnTo>
                    <a:pt x="4596" y="11353"/>
                  </a:lnTo>
                  <a:lnTo>
                    <a:pt x="5214" y="11546"/>
                  </a:lnTo>
                  <a:lnTo>
                    <a:pt x="5832" y="11701"/>
                  </a:lnTo>
                  <a:lnTo>
                    <a:pt x="5870" y="11855"/>
                  </a:lnTo>
                  <a:lnTo>
                    <a:pt x="6218" y="11778"/>
                  </a:lnTo>
                  <a:lnTo>
                    <a:pt x="7029" y="11816"/>
                  </a:lnTo>
                  <a:lnTo>
                    <a:pt x="7840" y="11816"/>
                  </a:lnTo>
                  <a:lnTo>
                    <a:pt x="8689" y="11701"/>
                  </a:lnTo>
                  <a:lnTo>
                    <a:pt x="9539" y="11507"/>
                  </a:lnTo>
                  <a:lnTo>
                    <a:pt x="10272" y="11237"/>
                  </a:lnTo>
                  <a:lnTo>
                    <a:pt x="11006" y="10928"/>
                  </a:lnTo>
                  <a:lnTo>
                    <a:pt x="11315" y="10812"/>
                  </a:lnTo>
                  <a:lnTo>
                    <a:pt x="11315" y="10774"/>
                  </a:lnTo>
                  <a:lnTo>
                    <a:pt x="12049" y="10349"/>
                  </a:lnTo>
                  <a:lnTo>
                    <a:pt x="12705" y="9847"/>
                  </a:lnTo>
                  <a:lnTo>
                    <a:pt x="13362" y="9306"/>
                  </a:lnTo>
                  <a:lnTo>
                    <a:pt x="13941" y="8689"/>
                  </a:lnTo>
                  <a:lnTo>
                    <a:pt x="14481" y="8032"/>
                  </a:lnTo>
                  <a:lnTo>
                    <a:pt x="14713" y="7685"/>
                  </a:lnTo>
                  <a:lnTo>
                    <a:pt x="14906" y="7298"/>
                  </a:lnTo>
                  <a:lnTo>
                    <a:pt x="15099" y="6951"/>
                  </a:lnTo>
                  <a:lnTo>
                    <a:pt x="15254" y="6565"/>
                  </a:lnTo>
                  <a:lnTo>
                    <a:pt x="15408" y="6179"/>
                  </a:lnTo>
                  <a:lnTo>
                    <a:pt x="15524" y="5754"/>
                  </a:lnTo>
                  <a:lnTo>
                    <a:pt x="15601" y="6256"/>
                  </a:lnTo>
                  <a:lnTo>
                    <a:pt x="15756" y="6719"/>
                  </a:lnTo>
                  <a:lnTo>
                    <a:pt x="15987" y="7144"/>
                  </a:lnTo>
                  <a:lnTo>
                    <a:pt x="16258" y="7569"/>
                  </a:lnTo>
                  <a:lnTo>
                    <a:pt x="16374" y="7762"/>
                  </a:lnTo>
                  <a:lnTo>
                    <a:pt x="16567" y="7916"/>
                  </a:lnTo>
                  <a:lnTo>
                    <a:pt x="16760" y="8071"/>
                  </a:lnTo>
                  <a:lnTo>
                    <a:pt x="16953" y="8187"/>
                  </a:lnTo>
                  <a:lnTo>
                    <a:pt x="17146" y="8264"/>
                  </a:lnTo>
                  <a:lnTo>
                    <a:pt x="17378" y="8264"/>
                  </a:lnTo>
                  <a:lnTo>
                    <a:pt x="17571" y="8187"/>
                  </a:lnTo>
                  <a:lnTo>
                    <a:pt x="17802" y="8032"/>
                  </a:lnTo>
                  <a:lnTo>
                    <a:pt x="17918" y="7878"/>
                  </a:lnTo>
                  <a:lnTo>
                    <a:pt x="17995" y="7685"/>
                  </a:lnTo>
                  <a:lnTo>
                    <a:pt x="18034" y="7453"/>
                  </a:lnTo>
                  <a:lnTo>
                    <a:pt x="18034" y="7260"/>
                  </a:lnTo>
                  <a:lnTo>
                    <a:pt x="17995" y="7028"/>
                  </a:lnTo>
                  <a:lnTo>
                    <a:pt x="17918" y="6835"/>
                  </a:lnTo>
                  <a:lnTo>
                    <a:pt x="17841" y="6642"/>
                  </a:lnTo>
                  <a:lnTo>
                    <a:pt x="17725" y="6449"/>
                  </a:lnTo>
                  <a:lnTo>
                    <a:pt x="17571" y="6256"/>
                  </a:lnTo>
                  <a:lnTo>
                    <a:pt x="17416" y="6063"/>
                  </a:lnTo>
                  <a:lnTo>
                    <a:pt x="17030" y="5715"/>
                  </a:lnTo>
                  <a:lnTo>
                    <a:pt x="16567" y="5445"/>
                  </a:lnTo>
                  <a:lnTo>
                    <a:pt x="16103" y="5252"/>
                  </a:lnTo>
                  <a:lnTo>
                    <a:pt x="16605" y="5175"/>
                  </a:lnTo>
                  <a:lnTo>
                    <a:pt x="17030" y="4982"/>
                  </a:lnTo>
                  <a:lnTo>
                    <a:pt x="17455" y="4750"/>
                  </a:lnTo>
                  <a:lnTo>
                    <a:pt x="17841" y="4441"/>
                  </a:lnTo>
                  <a:lnTo>
                    <a:pt x="17995" y="4248"/>
                  </a:lnTo>
                  <a:lnTo>
                    <a:pt x="18150" y="4055"/>
                  </a:lnTo>
                  <a:lnTo>
                    <a:pt x="18266" y="3823"/>
                  </a:lnTo>
                  <a:lnTo>
                    <a:pt x="18343" y="3553"/>
                  </a:lnTo>
                  <a:lnTo>
                    <a:pt x="18382" y="3321"/>
                  </a:lnTo>
                  <a:lnTo>
                    <a:pt x="18343" y="3089"/>
                  </a:lnTo>
                  <a:lnTo>
                    <a:pt x="18227" y="2858"/>
                  </a:lnTo>
                  <a:lnTo>
                    <a:pt x="18150" y="2781"/>
                  </a:lnTo>
                  <a:lnTo>
                    <a:pt x="18034" y="2703"/>
                  </a:lnTo>
                  <a:lnTo>
                    <a:pt x="17841" y="2587"/>
                  </a:lnTo>
                  <a:lnTo>
                    <a:pt x="17609" y="2549"/>
                  </a:lnTo>
                  <a:lnTo>
                    <a:pt x="17416" y="2549"/>
                  </a:lnTo>
                  <a:lnTo>
                    <a:pt x="17185" y="2587"/>
                  </a:lnTo>
                  <a:lnTo>
                    <a:pt x="16953" y="2703"/>
                  </a:lnTo>
                  <a:lnTo>
                    <a:pt x="16760" y="2781"/>
                  </a:lnTo>
                  <a:lnTo>
                    <a:pt x="16567" y="2935"/>
                  </a:lnTo>
                  <a:lnTo>
                    <a:pt x="16412" y="3089"/>
                  </a:lnTo>
                  <a:lnTo>
                    <a:pt x="16258" y="3282"/>
                  </a:lnTo>
                  <a:lnTo>
                    <a:pt x="16103" y="3476"/>
                  </a:lnTo>
                  <a:lnTo>
                    <a:pt x="15872" y="3978"/>
                  </a:lnTo>
                  <a:lnTo>
                    <a:pt x="15717" y="4480"/>
                  </a:lnTo>
                  <a:lnTo>
                    <a:pt x="15640" y="4982"/>
                  </a:lnTo>
                  <a:lnTo>
                    <a:pt x="15601" y="4982"/>
                  </a:lnTo>
                  <a:lnTo>
                    <a:pt x="15563" y="5020"/>
                  </a:lnTo>
                  <a:lnTo>
                    <a:pt x="15524" y="5020"/>
                  </a:lnTo>
                  <a:lnTo>
                    <a:pt x="15099" y="4788"/>
                  </a:lnTo>
                  <a:lnTo>
                    <a:pt x="14675" y="4634"/>
                  </a:lnTo>
                  <a:lnTo>
                    <a:pt x="14211" y="4518"/>
                  </a:lnTo>
                  <a:lnTo>
                    <a:pt x="13748" y="4518"/>
                  </a:lnTo>
                  <a:lnTo>
                    <a:pt x="13362" y="4595"/>
                  </a:lnTo>
                  <a:lnTo>
                    <a:pt x="13169" y="4634"/>
                  </a:lnTo>
                  <a:lnTo>
                    <a:pt x="12975" y="4711"/>
                  </a:lnTo>
                  <a:lnTo>
                    <a:pt x="12782" y="4788"/>
                  </a:lnTo>
                  <a:lnTo>
                    <a:pt x="12628" y="4943"/>
                  </a:lnTo>
                  <a:lnTo>
                    <a:pt x="12512" y="5097"/>
                  </a:lnTo>
                  <a:lnTo>
                    <a:pt x="12435" y="5252"/>
                  </a:lnTo>
                  <a:lnTo>
                    <a:pt x="12396" y="5445"/>
                  </a:lnTo>
                  <a:lnTo>
                    <a:pt x="12473" y="5638"/>
                  </a:lnTo>
                  <a:lnTo>
                    <a:pt x="12551" y="5792"/>
                  </a:lnTo>
                  <a:lnTo>
                    <a:pt x="12705" y="5908"/>
                  </a:lnTo>
                  <a:lnTo>
                    <a:pt x="12860" y="5986"/>
                  </a:lnTo>
                  <a:lnTo>
                    <a:pt x="13053" y="6063"/>
                  </a:lnTo>
                  <a:lnTo>
                    <a:pt x="13439" y="6140"/>
                  </a:lnTo>
                  <a:lnTo>
                    <a:pt x="13786" y="6140"/>
                  </a:lnTo>
                  <a:lnTo>
                    <a:pt x="14134" y="6101"/>
                  </a:lnTo>
                  <a:lnTo>
                    <a:pt x="14481" y="5986"/>
                  </a:lnTo>
                  <a:lnTo>
                    <a:pt x="14790" y="5870"/>
                  </a:lnTo>
                  <a:lnTo>
                    <a:pt x="14481" y="6256"/>
                  </a:lnTo>
                  <a:lnTo>
                    <a:pt x="14095" y="6565"/>
                  </a:lnTo>
                  <a:lnTo>
                    <a:pt x="13902" y="6719"/>
                  </a:lnTo>
                  <a:lnTo>
                    <a:pt x="13671" y="6835"/>
                  </a:lnTo>
                  <a:lnTo>
                    <a:pt x="13439" y="6951"/>
                  </a:lnTo>
                  <a:lnTo>
                    <a:pt x="13207" y="7028"/>
                  </a:lnTo>
                  <a:lnTo>
                    <a:pt x="12821" y="7067"/>
                  </a:lnTo>
                  <a:lnTo>
                    <a:pt x="12435" y="7067"/>
                  </a:lnTo>
                  <a:lnTo>
                    <a:pt x="12087" y="6990"/>
                  </a:lnTo>
                  <a:lnTo>
                    <a:pt x="11778" y="6874"/>
                  </a:lnTo>
                  <a:lnTo>
                    <a:pt x="11470" y="6681"/>
                  </a:lnTo>
                  <a:lnTo>
                    <a:pt x="11199" y="6410"/>
                  </a:lnTo>
                  <a:lnTo>
                    <a:pt x="10968" y="6140"/>
                  </a:lnTo>
                  <a:lnTo>
                    <a:pt x="10774" y="5792"/>
                  </a:lnTo>
                  <a:lnTo>
                    <a:pt x="10504" y="5329"/>
                  </a:lnTo>
                  <a:lnTo>
                    <a:pt x="10311" y="4827"/>
                  </a:lnTo>
                  <a:lnTo>
                    <a:pt x="9886" y="3862"/>
                  </a:lnTo>
                  <a:lnTo>
                    <a:pt x="9655" y="3398"/>
                  </a:lnTo>
                  <a:lnTo>
                    <a:pt x="9423" y="2935"/>
                  </a:lnTo>
                  <a:lnTo>
                    <a:pt x="9153" y="2472"/>
                  </a:lnTo>
                  <a:lnTo>
                    <a:pt x="8844" y="2047"/>
                  </a:lnTo>
                  <a:lnTo>
                    <a:pt x="8380" y="1545"/>
                  </a:lnTo>
                  <a:lnTo>
                    <a:pt x="7917" y="1159"/>
                  </a:lnTo>
                  <a:lnTo>
                    <a:pt x="7415" y="811"/>
                  </a:lnTo>
                  <a:lnTo>
                    <a:pt x="6874" y="502"/>
                  </a:lnTo>
                  <a:lnTo>
                    <a:pt x="6295" y="271"/>
                  </a:lnTo>
                  <a:lnTo>
                    <a:pt x="5716" y="116"/>
                  </a:lnTo>
                  <a:lnTo>
                    <a:pt x="5137" y="39"/>
                  </a:lnTo>
                  <a:lnTo>
                    <a:pt x="451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"/>
            <p:cNvSpPr/>
            <p:nvPr/>
          </p:nvSpPr>
          <p:spPr>
            <a:xfrm>
              <a:off x="2769325" y="3423675"/>
              <a:ext cx="144825" cy="164125"/>
            </a:xfrm>
            <a:custGeom>
              <a:avLst/>
              <a:gdLst/>
              <a:ahLst/>
              <a:cxnLst/>
              <a:rect l="l" t="t" r="r" b="b"/>
              <a:pathLst>
                <a:path w="5793" h="6565" extrusionOk="0">
                  <a:moveTo>
                    <a:pt x="2858" y="463"/>
                  </a:moveTo>
                  <a:lnTo>
                    <a:pt x="3360" y="618"/>
                  </a:lnTo>
                  <a:lnTo>
                    <a:pt x="3823" y="811"/>
                  </a:lnTo>
                  <a:lnTo>
                    <a:pt x="4248" y="1081"/>
                  </a:lnTo>
                  <a:lnTo>
                    <a:pt x="4634" y="1429"/>
                  </a:lnTo>
                  <a:lnTo>
                    <a:pt x="4943" y="1854"/>
                  </a:lnTo>
                  <a:lnTo>
                    <a:pt x="5059" y="2047"/>
                  </a:lnTo>
                  <a:lnTo>
                    <a:pt x="5175" y="2278"/>
                  </a:lnTo>
                  <a:lnTo>
                    <a:pt x="5252" y="2510"/>
                  </a:lnTo>
                  <a:lnTo>
                    <a:pt x="5290" y="2780"/>
                  </a:lnTo>
                  <a:lnTo>
                    <a:pt x="5329" y="3051"/>
                  </a:lnTo>
                  <a:lnTo>
                    <a:pt x="5329" y="3321"/>
                  </a:lnTo>
                  <a:lnTo>
                    <a:pt x="5290" y="3784"/>
                  </a:lnTo>
                  <a:lnTo>
                    <a:pt x="5175" y="4248"/>
                  </a:lnTo>
                  <a:lnTo>
                    <a:pt x="4981" y="4711"/>
                  </a:lnTo>
                  <a:lnTo>
                    <a:pt x="4711" y="5097"/>
                  </a:lnTo>
                  <a:lnTo>
                    <a:pt x="4364" y="5445"/>
                  </a:lnTo>
                  <a:lnTo>
                    <a:pt x="4016" y="5715"/>
                  </a:lnTo>
                  <a:lnTo>
                    <a:pt x="3784" y="5831"/>
                  </a:lnTo>
                  <a:lnTo>
                    <a:pt x="3553" y="5947"/>
                  </a:lnTo>
                  <a:lnTo>
                    <a:pt x="3321" y="6024"/>
                  </a:lnTo>
                  <a:lnTo>
                    <a:pt x="3089" y="6063"/>
                  </a:lnTo>
                  <a:lnTo>
                    <a:pt x="2780" y="6101"/>
                  </a:lnTo>
                  <a:lnTo>
                    <a:pt x="2510" y="6101"/>
                  </a:lnTo>
                  <a:lnTo>
                    <a:pt x="2201" y="6063"/>
                  </a:lnTo>
                  <a:lnTo>
                    <a:pt x="1970" y="5985"/>
                  </a:lnTo>
                  <a:lnTo>
                    <a:pt x="1738" y="5870"/>
                  </a:lnTo>
                  <a:lnTo>
                    <a:pt x="1506" y="5754"/>
                  </a:lnTo>
                  <a:lnTo>
                    <a:pt x="1313" y="5599"/>
                  </a:lnTo>
                  <a:lnTo>
                    <a:pt x="1159" y="5445"/>
                  </a:lnTo>
                  <a:lnTo>
                    <a:pt x="1004" y="5252"/>
                  </a:lnTo>
                  <a:lnTo>
                    <a:pt x="850" y="5020"/>
                  </a:lnTo>
                  <a:lnTo>
                    <a:pt x="734" y="4788"/>
                  </a:lnTo>
                  <a:lnTo>
                    <a:pt x="618" y="4557"/>
                  </a:lnTo>
                  <a:lnTo>
                    <a:pt x="502" y="4055"/>
                  </a:lnTo>
                  <a:lnTo>
                    <a:pt x="425" y="3514"/>
                  </a:lnTo>
                  <a:lnTo>
                    <a:pt x="464" y="2973"/>
                  </a:lnTo>
                  <a:lnTo>
                    <a:pt x="541" y="2433"/>
                  </a:lnTo>
                  <a:lnTo>
                    <a:pt x="734" y="1931"/>
                  </a:lnTo>
                  <a:lnTo>
                    <a:pt x="850" y="1699"/>
                  </a:lnTo>
                  <a:lnTo>
                    <a:pt x="966" y="1506"/>
                  </a:lnTo>
                  <a:lnTo>
                    <a:pt x="1120" y="1274"/>
                  </a:lnTo>
                  <a:lnTo>
                    <a:pt x="1313" y="1120"/>
                  </a:lnTo>
                  <a:lnTo>
                    <a:pt x="1506" y="927"/>
                  </a:lnTo>
                  <a:lnTo>
                    <a:pt x="1738" y="811"/>
                  </a:lnTo>
                  <a:lnTo>
                    <a:pt x="1970" y="695"/>
                  </a:lnTo>
                  <a:lnTo>
                    <a:pt x="2201" y="579"/>
                  </a:lnTo>
                  <a:lnTo>
                    <a:pt x="2472" y="541"/>
                  </a:lnTo>
                  <a:lnTo>
                    <a:pt x="2780" y="502"/>
                  </a:lnTo>
                  <a:lnTo>
                    <a:pt x="2819" y="502"/>
                  </a:lnTo>
                  <a:lnTo>
                    <a:pt x="2858" y="463"/>
                  </a:lnTo>
                  <a:close/>
                  <a:moveTo>
                    <a:pt x="2665" y="0"/>
                  </a:moveTo>
                  <a:lnTo>
                    <a:pt x="2587" y="39"/>
                  </a:lnTo>
                  <a:lnTo>
                    <a:pt x="2510" y="77"/>
                  </a:lnTo>
                  <a:lnTo>
                    <a:pt x="2472" y="155"/>
                  </a:lnTo>
                  <a:lnTo>
                    <a:pt x="2433" y="232"/>
                  </a:lnTo>
                  <a:lnTo>
                    <a:pt x="2163" y="270"/>
                  </a:lnTo>
                  <a:lnTo>
                    <a:pt x="1854" y="309"/>
                  </a:lnTo>
                  <a:lnTo>
                    <a:pt x="1622" y="386"/>
                  </a:lnTo>
                  <a:lnTo>
                    <a:pt x="1390" y="502"/>
                  </a:lnTo>
                  <a:lnTo>
                    <a:pt x="1159" y="657"/>
                  </a:lnTo>
                  <a:lnTo>
                    <a:pt x="966" y="850"/>
                  </a:lnTo>
                  <a:lnTo>
                    <a:pt x="772" y="1043"/>
                  </a:lnTo>
                  <a:lnTo>
                    <a:pt x="618" y="1236"/>
                  </a:lnTo>
                  <a:lnTo>
                    <a:pt x="464" y="1506"/>
                  </a:lnTo>
                  <a:lnTo>
                    <a:pt x="348" y="1738"/>
                  </a:lnTo>
                  <a:lnTo>
                    <a:pt x="155" y="2278"/>
                  </a:lnTo>
                  <a:lnTo>
                    <a:pt x="39" y="2858"/>
                  </a:lnTo>
                  <a:lnTo>
                    <a:pt x="0" y="3398"/>
                  </a:lnTo>
                  <a:lnTo>
                    <a:pt x="39" y="4055"/>
                  </a:lnTo>
                  <a:lnTo>
                    <a:pt x="116" y="4364"/>
                  </a:lnTo>
                  <a:lnTo>
                    <a:pt x="193" y="4672"/>
                  </a:lnTo>
                  <a:lnTo>
                    <a:pt x="309" y="4943"/>
                  </a:lnTo>
                  <a:lnTo>
                    <a:pt x="425" y="5213"/>
                  </a:lnTo>
                  <a:lnTo>
                    <a:pt x="579" y="5445"/>
                  </a:lnTo>
                  <a:lnTo>
                    <a:pt x="734" y="5676"/>
                  </a:lnTo>
                  <a:lnTo>
                    <a:pt x="927" y="5870"/>
                  </a:lnTo>
                  <a:lnTo>
                    <a:pt x="1120" y="6063"/>
                  </a:lnTo>
                  <a:lnTo>
                    <a:pt x="1390" y="6217"/>
                  </a:lnTo>
                  <a:lnTo>
                    <a:pt x="1622" y="6372"/>
                  </a:lnTo>
                  <a:lnTo>
                    <a:pt x="1892" y="6449"/>
                  </a:lnTo>
                  <a:lnTo>
                    <a:pt x="2201" y="6526"/>
                  </a:lnTo>
                  <a:lnTo>
                    <a:pt x="2549" y="6565"/>
                  </a:lnTo>
                  <a:lnTo>
                    <a:pt x="2896" y="6565"/>
                  </a:lnTo>
                  <a:lnTo>
                    <a:pt x="3205" y="6526"/>
                  </a:lnTo>
                  <a:lnTo>
                    <a:pt x="3476" y="6449"/>
                  </a:lnTo>
                  <a:lnTo>
                    <a:pt x="3784" y="6333"/>
                  </a:lnTo>
                  <a:lnTo>
                    <a:pt x="4055" y="6217"/>
                  </a:lnTo>
                  <a:lnTo>
                    <a:pt x="4325" y="6063"/>
                  </a:lnTo>
                  <a:lnTo>
                    <a:pt x="4557" y="5908"/>
                  </a:lnTo>
                  <a:lnTo>
                    <a:pt x="4788" y="5715"/>
                  </a:lnTo>
                  <a:lnTo>
                    <a:pt x="4981" y="5483"/>
                  </a:lnTo>
                  <a:lnTo>
                    <a:pt x="5175" y="5252"/>
                  </a:lnTo>
                  <a:lnTo>
                    <a:pt x="5329" y="4981"/>
                  </a:lnTo>
                  <a:lnTo>
                    <a:pt x="5483" y="4750"/>
                  </a:lnTo>
                  <a:lnTo>
                    <a:pt x="5599" y="4441"/>
                  </a:lnTo>
                  <a:lnTo>
                    <a:pt x="5677" y="4170"/>
                  </a:lnTo>
                  <a:lnTo>
                    <a:pt x="5754" y="3862"/>
                  </a:lnTo>
                  <a:lnTo>
                    <a:pt x="5792" y="3553"/>
                  </a:lnTo>
                  <a:lnTo>
                    <a:pt x="5792" y="3244"/>
                  </a:lnTo>
                  <a:lnTo>
                    <a:pt x="5792" y="2935"/>
                  </a:lnTo>
                  <a:lnTo>
                    <a:pt x="5715" y="2626"/>
                  </a:lnTo>
                  <a:lnTo>
                    <a:pt x="5638" y="2317"/>
                  </a:lnTo>
                  <a:lnTo>
                    <a:pt x="5561" y="2047"/>
                  </a:lnTo>
                  <a:lnTo>
                    <a:pt x="5406" y="1776"/>
                  </a:lnTo>
                  <a:lnTo>
                    <a:pt x="5252" y="1506"/>
                  </a:lnTo>
                  <a:lnTo>
                    <a:pt x="5059" y="1274"/>
                  </a:lnTo>
                  <a:lnTo>
                    <a:pt x="4866" y="1043"/>
                  </a:lnTo>
                  <a:lnTo>
                    <a:pt x="4634" y="811"/>
                  </a:lnTo>
                  <a:lnTo>
                    <a:pt x="4402" y="618"/>
                  </a:lnTo>
                  <a:lnTo>
                    <a:pt x="4132" y="463"/>
                  </a:lnTo>
                  <a:lnTo>
                    <a:pt x="3862" y="309"/>
                  </a:lnTo>
                  <a:lnTo>
                    <a:pt x="3591" y="193"/>
                  </a:lnTo>
                  <a:lnTo>
                    <a:pt x="3282" y="116"/>
                  </a:lnTo>
                  <a:lnTo>
                    <a:pt x="2974" y="39"/>
                  </a:lnTo>
                  <a:lnTo>
                    <a:pt x="266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"/>
            <p:cNvSpPr/>
            <p:nvPr/>
          </p:nvSpPr>
          <p:spPr>
            <a:xfrm>
              <a:off x="3889150" y="344490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6" y="1005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8"/>
                  </a:lnTo>
                  <a:lnTo>
                    <a:pt x="8573" y="3708"/>
                  </a:lnTo>
                  <a:lnTo>
                    <a:pt x="7723" y="3823"/>
                  </a:lnTo>
                  <a:lnTo>
                    <a:pt x="6874" y="3901"/>
                  </a:lnTo>
                  <a:lnTo>
                    <a:pt x="6410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5"/>
                  </a:lnTo>
                  <a:lnTo>
                    <a:pt x="2588" y="3708"/>
                  </a:lnTo>
                  <a:lnTo>
                    <a:pt x="2510" y="3862"/>
                  </a:lnTo>
                  <a:lnTo>
                    <a:pt x="2433" y="4017"/>
                  </a:lnTo>
                  <a:lnTo>
                    <a:pt x="2317" y="4132"/>
                  </a:lnTo>
                  <a:lnTo>
                    <a:pt x="2124" y="4210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7" y="4017"/>
                  </a:lnTo>
                  <a:lnTo>
                    <a:pt x="502" y="3515"/>
                  </a:lnTo>
                  <a:lnTo>
                    <a:pt x="657" y="3013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6" y="1738"/>
                  </a:lnTo>
                  <a:lnTo>
                    <a:pt x="1893" y="1429"/>
                  </a:lnTo>
                  <a:lnTo>
                    <a:pt x="2317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4" y="5986"/>
                  </a:lnTo>
                  <a:lnTo>
                    <a:pt x="11430" y="6140"/>
                  </a:lnTo>
                  <a:lnTo>
                    <a:pt x="11353" y="6218"/>
                  </a:lnTo>
                  <a:lnTo>
                    <a:pt x="11237" y="6256"/>
                  </a:lnTo>
                  <a:lnTo>
                    <a:pt x="11083" y="6295"/>
                  </a:lnTo>
                  <a:lnTo>
                    <a:pt x="10928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20" y="5523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1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2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8" y="2009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69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9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2" y="3630"/>
                  </a:lnTo>
                  <a:lnTo>
                    <a:pt x="3012" y="2974"/>
                  </a:lnTo>
                  <a:lnTo>
                    <a:pt x="3128" y="773"/>
                  </a:lnTo>
                  <a:lnTo>
                    <a:pt x="3514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0" y="1661"/>
                  </a:lnTo>
                  <a:lnTo>
                    <a:pt x="5059" y="2704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3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70" y="4325"/>
                  </a:lnTo>
                  <a:lnTo>
                    <a:pt x="6217" y="4325"/>
                  </a:lnTo>
                  <a:lnTo>
                    <a:pt x="6565" y="4287"/>
                  </a:lnTo>
                  <a:lnTo>
                    <a:pt x="7608" y="4210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1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3" y="5754"/>
                  </a:lnTo>
                  <a:lnTo>
                    <a:pt x="10233" y="5909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6"/>
                  </a:lnTo>
                  <a:lnTo>
                    <a:pt x="11739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3"/>
                  </a:lnTo>
                  <a:lnTo>
                    <a:pt x="12396" y="7222"/>
                  </a:lnTo>
                  <a:lnTo>
                    <a:pt x="12473" y="7569"/>
                  </a:lnTo>
                  <a:lnTo>
                    <a:pt x="12550" y="7917"/>
                  </a:lnTo>
                  <a:lnTo>
                    <a:pt x="12550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4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5" y="9654"/>
                  </a:lnTo>
                  <a:lnTo>
                    <a:pt x="12821" y="9616"/>
                  </a:lnTo>
                  <a:lnTo>
                    <a:pt x="12936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724"/>
                  </a:lnTo>
                  <a:lnTo>
                    <a:pt x="12936" y="7183"/>
                  </a:lnTo>
                  <a:lnTo>
                    <a:pt x="12743" y="6681"/>
                  </a:lnTo>
                  <a:lnTo>
                    <a:pt x="12434" y="6218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29" y="3515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4" y="1931"/>
                  </a:lnTo>
                  <a:lnTo>
                    <a:pt x="8225" y="1584"/>
                  </a:lnTo>
                  <a:lnTo>
                    <a:pt x="7839" y="1275"/>
                  </a:lnTo>
                  <a:lnTo>
                    <a:pt x="7453" y="1005"/>
                  </a:lnTo>
                  <a:lnTo>
                    <a:pt x="7067" y="734"/>
                  </a:lnTo>
                  <a:lnTo>
                    <a:pt x="6642" y="503"/>
                  </a:lnTo>
                  <a:lnTo>
                    <a:pt x="6179" y="348"/>
                  </a:lnTo>
                  <a:lnTo>
                    <a:pt x="5715" y="194"/>
                  </a:lnTo>
                  <a:lnTo>
                    <a:pt x="5291" y="78"/>
                  </a:lnTo>
                  <a:lnTo>
                    <a:pt x="4827" y="39"/>
                  </a:lnTo>
                  <a:lnTo>
                    <a:pt x="44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"/>
            <p:cNvSpPr/>
            <p:nvPr/>
          </p:nvSpPr>
          <p:spPr>
            <a:xfrm>
              <a:off x="4428800" y="3447800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0" y="2317"/>
                  </a:lnTo>
                  <a:lnTo>
                    <a:pt x="6449" y="3901"/>
                  </a:lnTo>
                  <a:lnTo>
                    <a:pt x="6526" y="6990"/>
                  </a:lnTo>
                  <a:lnTo>
                    <a:pt x="3514" y="6758"/>
                  </a:lnTo>
                  <a:lnTo>
                    <a:pt x="2008" y="6642"/>
                  </a:lnTo>
                  <a:lnTo>
                    <a:pt x="502" y="6604"/>
                  </a:lnTo>
                  <a:lnTo>
                    <a:pt x="1352" y="5986"/>
                  </a:lnTo>
                  <a:lnTo>
                    <a:pt x="2201" y="5291"/>
                  </a:lnTo>
                  <a:lnTo>
                    <a:pt x="2973" y="4557"/>
                  </a:lnTo>
                  <a:lnTo>
                    <a:pt x="3707" y="3823"/>
                  </a:lnTo>
                  <a:lnTo>
                    <a:pt x="4441" y="3090"/>
                  </a:lnTo>
                  <a:lnTo>
                    <a:pt x="5136" y="2356"/>
                  </a:lnTo>
                  <a:lnTo>
                    <a:pt x="5792" y="1584"/>
                  </a:lnTo>
                  <a:lnTo>
                    <a:pt x="6449" y="773"/>
                  </a:lnTo>
                  <a:close/>
                  <a:moveTo>
                    <a:pt x="6719" y="0"/>
                  </a:moveTo>
                  <a:lnTo>
                    <a:pt x="6642" y="39"/>
                  </a:lnTo>
                  <a:lnTo>
                    <a:pt x="6565" y="39"/>
                  </a:lnTo>
                  <a:lnTo>
                    <a:pt x="6487" y="116"/>
                  </a:lnTo>
                  <a:lnTo>
                    <a:pt x="4981" y="1854"/>
                  </a:lnTo>
                  <a:lnTo>
                    <a:pt x="4209" y="2703"/>
                  </a:lnTo>
                  <a:lnTo>
                    <a:pt x="3437" y="3514"/>
                  </a:lnTo>
                  <a:lnTo>
                    <a:pt x="2587" y="4287"/>
                  </a:lnTo>
                  <a:lnTo>
                    <a:pt x="1738" y="5059"/>
                  </a:lnTo>
                  <a:lnTo>
                    <a:pt x="888" y="5793"/>
                  </a:lnTo>
                  <a:lnTo>
                    <a:pt x="39" y="6604"/>
                  </a:lnTo>
                  <a:lnTo>
                    <a:pt x="0" y="6642"/>
                  </a:lnTo>
                  <a:lnTo>
                    <a:pt x="0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0" y="6912"/>
                  </a:lnTo>
                  <a:lnTo>
                    <a:pt x="39" y="6990"/>
                  </a:lnTo>
                  <a:lnTo>
                    <a:pt x="116" y="7144"/>
                  </a:lnTo>
                  <a:lnTo>
                    <a:pt x="386" y="6990"/>
                  </a:lnTo>
                  <a:lnTo>
                    <a:pt x="1892" y="7144"/>
                  </a:lnTo>
                  <a:lnTo>
                    <a:pt x="3437" y="7299"/>
                  </a:lnTo>
                  <a:lnTo>
                    <a:pt x="6526" y="7453"/>
                  </a:lnTo>
                  <a:lnTo>
                    <a:pt x="6565" y="9307"/>
                  </a:lnTo>
                  <a:lnTo>
                    <a:pt x="6526" y="12627"/>
                  </a:lnTo>
                  <a:lnTo>
                    <a:pt x="6951" y="12627"/>
                  </a:lnTo>
                  <a:lnTo>
                    <a:pt x="6989" y="9461"/>
                  </a:lnTo>
                  <a:lnTo>
                    <a:pt x="6989" y="7492"/>
                  </a:lnTo>
                  <a:lnTo>
                    <a:pt x="8650" y="7569"/>
                  </a:lnTo>
                  <a:lnTo>
                    <a:pt x="10310" y="7646"/>
                  </a:lnTo>
                  <a:lnTo>
                    <a:pt x="10310" y="7183"/>
                  </a:lnTo>
                  <a:lnTo>
                    <a:pt x="8650" y="7106"/>
                  </a:lnTo>
                  <a:lnTo>
                    <a:pt x="6989" y="7028"/>
                  </a:lnTo>
                  <a:lnTo>
                    <a:pt x="7028" y="5368"/>
                  </a:lnTo>
                  <a:lnTo>
                    <a:pt x="6989" y="3707"/>
                  </a:lnTo>
                  <a:lnTo>
                    <a:pt x="6951" y="2047"/>
                  </a:lnTo>
                  <a:lnTo>
                    <a:pt x="6796" y="387"/>
                  </a:lnTo>
                  <a:lnTo>
                    <a:pt x="6989" y="194"/>
                  </a:lnTo>
                  <a:lnTo>
                    <a:pt x="6835" y="39"/>
                  </a:lnTo>
                  <a:lnTo>
                    <a:pt x="679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"/>
            <p:cNvSpPr/>
            <p:nvPr/>
          </p:nvSpPr>
          <p:spPr>
            <a:xfrm>
              <a:off x="4598700" y="3452625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4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7" y="7492"/>
                  </a:lnTo>
                  <a:lnTo>
                    <a:pt x="6372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60" y="12087"/>
                  </a:lnTo>
                  <a:lnTo>
                    <a:pt x="1584" y="14983"/>
                  </a:lnTo>
                  <a:lnTo>
                    <a:pt x="773" y="16450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49"/>
                  </a:lnTo>
                  <a:lnTo>
                    <a:pt x="1159" y="16759"/>
                  </a:lnTo>
                  <a:lnTo>
                    <a:pt x="1970" y="15369"/>
                  </a:lnTo>
                  <a:lnTo>
                    <a:pt x="2781" y="13979"/>
                  </a:lnTo>
                  <a:lnTo>
                    <a:pt x="3592" y="12589"/>
                  </a:lnTo>
                  <a:lnTo>
                    <a:pt x="4441" y="11199"/>
                  </a:lnTo>
                  <a:lnTo>
                    <a:pt x="5291" y="9809"/>
                  </a:lnTo>
                  <a:lnTo>
                    <a:pt x="5715" y="9191"/>
                  </a:lnTo>
                  <a:lnTo>
                    <a:pt x="6179" y="8612"/>
                  </a:lnTo>
                  <a:lnTo>
                    <a:pt x="6603" y="8032"/>
                  </a:lnTo>
                  <a:lnTo>
                    <a:pt x="6990" y="7453"/>
                  </a:lnTo>
                  <a:lnTo>
                    <a:pt x="6990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90" y="7067"/>
                  </a:lnTo>
                  <a:lnTo>
                    <a:pt x="6874" y="7028"/>
                  </a:lnTo>
                  <a:lnTo>
                    <a:pt x="6835" y="7028"/>
                  </a:lnTo>
                  <a:lnTo>
                    <a:pt x="6102" y="6102"/>
                  </a:lnTo>
                  <a:lnTo>
                    <a:pt x="5291" y="5175"/>
                  </a:lnTo>
                  <a:lnTo>
                    <a:pt x="3669" y="3437"/>
                  </a:lnTo>
                  <a:lnTo>
                    <a:pt x="1970" y="1700"/>
                  </a:lnTo>
                  <a:lnTo>
                    <a:pt x="1082" y="811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"/>
            <p:cNvSpPr/>
            <p:nvPr/>
          </p:nvSpPr>
          <p:spPr>
            <a:xfrm>
              <a:off x="3921000" y="345842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4" y="7298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59" y="7569"/>
                  </a:lnTo>
                  <a:lnTo>
                    <a:pt x="9152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59" y="10040"/>
                  </a:lnTo>
                  <a:lnTo>
                    <a:pt x="8689" y="10117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40" y="10079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7"/>
                  </a:lnTo>
                  <a:lnTo>
                    <a:pt x="7029" y="9345"/>
                  </a:lnTo>
                  <a:lnTo>
                    <a:pt x="6951" y="9075"/>
                  </a:lnTo>
                  <a:lnTo>
                    <a:pt x="6913" y="8804"/>
                  </a:lnTo>
                  <a:lnTo>
                    <a:pt x="6951" y="8534"/>
                  </a:lnTo>
                  <a:lnTo>
                    <a:pt x="7029" y="8264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8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5" y="8457"/>
                  </a:lnTo>
                  <a:lnTo>
                    <a:pt x="2974" y="8611"/>
                  </a:lnTo>
                  <a:lnTo>
                    <a:pt x="3051" y="8766"/>
                  </a:lnTo>
                  <a:lnTo>
                    <a:pt x="1545" y="8727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5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7"/>
                  </a:lnTo>
                  <a:lnTo>
                    <a:pt x="6990" y="10079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6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2"/>
                  </a:lnTo>
                  <a:lnTo>
                    <a:pt x="10156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6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0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8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4" y="7337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49" y="8534"/>
                  </a:lnTo>
                  <a:lnTo>
                    <a:pt x="6449" y="8843"/>
                  </a:lnTo>
                  <a:lnTo>
                    <a:pt x="5716" y="8804"/>
                  </a:lnTo>
                  <a:lnTo>
                    <a:pt x="4943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7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80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5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"/>
            <p:cNvSpPr/>
            <p:nvPr/>
          </p:nvSpPr>
          <p:spPr>
            <a:xfrm>
              <a:off x="1220850" y="3492200"/>
              <a:ext cx="274200" cy="516500"/>
            </a:xfrm>
            <a:custGeom>
              <a:avLst/>
              <a:gdLst/>
              <a:ahLst/>
              <a:cxnLst/>
              <a:rect l="l" t="t" r="r" b="b"/>
              <a:pathLst>
                <a:path w="10968" h="20660" extrusionOk="0">
                  <a:moveTo>
                    <a:pt x="1468" y="657"/>
                  </a:moveTo>
                  <a:lnTo>
                    <a:pt x="2086" y="1005"/>
                  </a:lnTo>
                  <a:lnTo>
                    <a:pt x="2665" y="1391"/>
                  </a:lnTo>
                  <a:lnTo>
                    <a:pt x="3052" y="1661"/>
                  </a:lnTo>
                  <a:lnTo>
                    <a:pt x="3438" y="1970"/>
                  </a:lnTo>
                  <a:lnTo>
                    <a:pt x="3592" y="2125"/>
                  </a:lnTo>
                  <a:lnTo>
                    <a:pt x="3708" y="2279"/>
                  </a:lnTo>
                  <a:lnTo>
                    <a:pt x="3862" y="2588"/>
                  </a:lnTo>
                  <a:lnTo>
                    <a:pt x="3978" y="2935"/>
                  </a:lnTo>
                  <a:lnTo>
                    <a:pt x="4055" y="3322"/>
                  </a:lnTo>
                  <a:lnTo>
                    <a:pt x="5098" y="7492"/>
                  </a:lnTo>
                  <a:lnTo>
                    <a:pt x="7222" y="16180"/>
                  </a:lnTo>
                  <a:lnTo>
                    <a:pt x="7261" y="16258"/>
                  </a:lnTo>
                  <a:lnTo>
                    <a:pt x="7299" y="16296"/>
                  </a:lnTo>
                  <a:lnTo>
                    <a:pt x="7369" y="16331"/>
                  </a:lnTo>
                  <a:lnTo>
                    <a:pt x="7369" y="16331"/>
                  </a:lnTo>
                  <a:lnTo>
                    <a:pt x="6990" y="16489"/>
                  </a:lnTo>
                  <a:lnTo>
                    <a:pt x="6334" y="14481"/>
                  </a:lnTo>
                  <a:lnTo>
                    <a:pt x="5677" y="12512"/>
                  </a:lnTo>
                  <a:lnTo>
                    <a:pt x="4287" y="8573"/>
                  </a:lnTo>
                  <a:lnTo>
                    <a:pt x="2858" y="4634"/>
                  </a:lnTo>
                  <a:lnTo>
                    <a:pt x="1468" y="657"/>
                  </a:lnTo>
                  <a:close/>
                  <a:moveTo>
                    <a:pt x="1121" y="503"/>
                  </a:moveTo>
                  <a:lnTo>
                    <a:pt x="1121" y="580"/>
                  </a:lnTo>
                  <a:lnTo>
                    <a:pt x="3940" y="8573"/>
                  </a:lnTo>
                  <a:lnTo>
                    <a:pt x="5368" y="12551"/>
                  </a:lnTo>
                  <a:lnTo>
                    <a:pt x="6102" y="14558"/>
                  </a:lnTo>
                  <a:lnTo>
                    <a:pt x="6874" y="16528"/>
                  </a:lnTo>
                  <a:lnTo>
                    <a:pt x="6681" y="16566"/>
                  </a:lnTo>
                  <a:lnTo>
                    <a:pt x="5755" y="14636"/>
                  </a:lnTo>
                  <a:lnTo>
                    <a:pt x="4789" y="12705"/>
                  </a:lnTo>
                  <a:lnTo>
                    <a:pt x="2820" y="8882"/>
                  </a:lnTo>
                  <a:lnTo>
                    <a:pt x="1777" y="6951"/>
                  </a:lnTo>
                  <a:lnTo>
                    <a:pt x="773" y="4982"/>
                  </a:lnTo>
                  <a:lnTo>
                    <a:pt x="657" y="4712"/>
                  </a:lnTo>
                  <a:lnTo>
                    <a:pt x="580" y="4441"/>
                  </a:lnTo>
                  <a:lnTo>
                    <a:pt x="542" y="4171"/>
                  </a:lnTo>
                  <a:lnTo>
                    <a:pt x="503" y="3901"/>
                  </a:lnTo>
                  <a:lnTo>
                    <a:pt x="503" y="3322"/>
                  </a:lnTo>
                  <a:lnTo>
                    <a:pt x="542" y="2781"/>
                  </a:lnTo>
                  <a:lnTo>
                    <a:pt x="657" y="2202"/>
                  </a:lnTo>
                  <a:lnTo>
                    <a:pt x="812" y="1623"/>
                  </a:lnTo>
                  <a:lnTo>
                    <a:pt x="1121" y="503"/>
                  </a:lnTo>
                  <a:close/>
                  <a:moveTo>
                    <a:pt x="9886" y="13786"/>
                  </a:moveTo>
                  <a:lnTo>
                    <a:pt x="10041" y="13825"/>
                  </a:lnTo>
                  <a:lnTo>
                    <a:pt x="10157" y="13902"/>
                  </a:lnTo>
                  <a:lnTo>
                    <a:pt x="10311" y="14018"/>
                  </a:lnTo>
                  <a:lnTo>
                    <a:pt x="10581" y="14481"/>
                  </a:lnTo>
                  <a:lnTo>
                    <a:pt x="10620" y="14674"/>
                  </a:lnTo>
                  <a:lnTo>
                    <a:pt x="10620" y="14906"/>
                  </a:lnTo>
                  <a:lnTo>
                    <a:pt x="10581" y="15099"/>
                  </a:lnTo>
                  <a:lnTo>
                    <a:pt x="10504" y="15254"/>
                  </a:lnTo>
                  <a:lnTo>
                    <a:pt x="10311" y="15640"/>
                  </a:lnTo>
                  <a:lnTo>
                    <a:pt x="10041" y="15910"/>
                  </a:lnTo>
                  <a:lnTo>
                    <a:pt x="9655" y="16296"/>
                  </a:lnTo>
                  <a:lnTo>
                    <a:pt x="9191" y="16605"/>
                  </a:lnTo>
                  <a:lnTo>
                    <a:pt x="8728" y="16914"/>
                  </a:lnTo>
                  <a:lnTo>
                    <a:pt x="8265" y="17184"/>
                  </a:lnTo>
                  <a:lnTo>
                    <a:pt x="8149" y="17184"/>
                  </a:lnTo>
                  <a:lnTo>
                    <a:pt x="8071" y="17262"/>
                  </a:lnTo>
                  <a:lnTo>
                    <a:pt x="7724" y="17416"/>
                  </a:lnTo>
                  <a:lnTo>
                    <a:pt x="7029" y="17725"/>
                  </a:lnTo>
                  <a:lnTo>
                    <a:pt x="6295" y="17995"/>
                  </a:lnTo>
                  <a:lnTo>
                    <a:pt x="5523" y="18150"/>
                  </a:lnTo>
                  <a:lnTo>
                    <a:pt x="4789" y="18304"/>
                  </a:lnTo>
                  <a:lnTo>
                    <a:pt x="4403" y="18343"/>
                  </a:lnTo>
                  <a:lnTo>
                    <a:pt x="4055" y="18343"/>
                  </a:lnTo>
                  <a:lnTo>
                    <a:pt x="3669" y="18266"/>
                  </a:lnTo>
                  <a:lnTo>
                    <a:pt x="3515" y="18227"/>
                  </a:lnTo>
                  <a:lnTo>
                    <a:pt x="3360" y="18150"/>
                  </a:lnTo>
                  <a:lnTo>
                    <a:pt x="3245" y="18034"/>
                  </a:lnTo>
                  <a:lnTo>
                    <a:pt x="3129" y="17957"/>
                  </a:lnTo>
                  <a:lnTo>
                    <a:pt x="2974" y="17686"/>
                  </a:lnTo>
                  <a:lnTo>
                    <a:pt x="2858" y="17377"/>
                  </a:lnTo>
                  <a:lnTo>
                    <a:pt x="2858" y="17068"/>
                  </a:lnTo>
                  <a:lnTo>
                    <a:pt x="2897" y="16875"/>
                  </a:lnTo>
                  <a:lnTo>
                    <a:pt x="2974" y="16721"/>
                  </a:lnTo>
                  <a:lnTo>
                    <a:pt x="3090" y="16566"/>
                  </a:lnTo>
                  <a:lnTo>
                    <a:pt x="3206" y="16451"/>
                  </a:lnTo>
                  <a:lnTo>
                    <a:pt x="3322" y="16373"/>
                  </a:lnTo>
                  <a:lnTo>
                    <a:pt x="3476" y="16296"/>
                  </a:lnTo>
                  <a:lnTo>
                    <a:pt x="3592" y="16296"/>
                  </a:lnTo>
                  <a:lnTo>
                    <a:pt x="3708" y="16335"/>
                  </a:lnTo>
                  <a:lnTo>
                    <a:pt x="3824" y="16451"/>
                  </a:lnTo>
                  <a:lnTo>
                    <a:pt x="3940" y="16605"/>
                  </a:lnTo>
                  <a:lnTo>
                    <a:pt x="4094" y="16798"/>
                  </a:lnTo>
                  <a:lnTo>
                    <a:pt x="4210" y="17068"/>
                  </a:lnTo>
                  <a:lnTo>
                    <a:pt x="4055" y="17068"/>
                  </a:lnTo>
                  <a:lnTo>
                    <a:pt x="3978" y="17107"/>
                  </a:lnTo>
                  <a:lnTo>
                    <a:pt x="3940" y="17184"/>
                  </a:lnTo>
                  <a:lnTo>
                    <a:pt x="3978" y="17300"/>
                  </a:lnTo>
                  <a:lnTo>
                    <a:pt x="4055" y="17339"/>
                  </a:lnTo>
                  <a:lnTo>
                    <a:pt x="4828" y="17339"/>
                  </a:lnTo>
                  <a:lnTo>
                    <a:pt x="5639" y="17262"/>
                  </a:lnTo>
                  <a:lnTo>
                    <a:pt x="6450" y="17107"/>
                  </a:lnTo>
                  <a:lnTo>
                    <a:pt x="7261" y="16875"/>
                  </a:lnTo>
                  <a:lnTo>
                    <a:pt x="7647" y="16721"/>
                  </a:lnTo>
                  <a:lnTo>
                    <a:pt x="8033" y="16528"/>
                  </a:lnTo>
                  <a:lnTo>
                    <a:pt x="8419" y="16335"/>
                  </a:lnTo>
                  <a:lnTo>
                    <a:pt x="8728" y="16103"/>
                  </a:lnTo>
                  <a:lnTo>
                    <a:pt x="9075" y="15871"/>
                  </a:lnTo>
                  <a:lnTo>
                    <a:pt x="9384" y="15601"/>
                  </a:lnTo>
                  <a:lnTo>
                    <a:pt x="9616" y="15331"/>
                  </a:lnTo>
                  <a:lnTo>
                    <a:pt x="9886" y="15022"/>
                  </a:lnTo>
                  <a:lnTo>
                    <a:pt x="9886" y="14945"/>
                  </a:lnTo>
                  <a:lnTo>
                    <a:pt x="9886" y="14906"/>
                  </a:lnTo>
                  <a:lnTo>
                    <a:pt x="9848" y="14829"/>
                  </a:lnTo>
                  <a:lnTo>
                    <a:pt x="9809" y="14790"/>
                  </a:lnTo>
                  <a:lnTo>
                    <a:pt x="9732" y="14752"/>
                  </a:lnTo>
                  <a:lnTo>
                    <a:pt x="9616" y="14752"/>
                  </a:lnTo>
                  <a:lnTo>
                    <a:pt x="9539" y="14790"/>
                  </a:lnTo>
                  <a:lnTo>
                    <a:pt x="9307" y="15099"/>
                  </a:lnTo>
                  <a:lnTo>
                    <a:pt x="9114" y="14945"/>
                  </a:lnTo>
                  <a:lnTo>
                    <a:pt x="9037" y="14829"/>
                  </a:lnTo>
                  <a:lnTo>
                    <a:pt x="8998" y="14674"/>
                  </a:lnTo>
                  <a:lnTo>
                    <a:pt x="8998" y="14558"/>
                  </a:lnTo>
                  <a:lnTo>
                    <a:pt x="9037" y="14404"/>
                  </a:lnTo>
                  <a:lnTo>
                    <a:pt x="9114" y="14288"/>
                  </a:lnTo>
                  <a:lnTo>
                    <a:pt x="9346" y="14056"/>
                  </a:lnTo>
                  <a:lnTo>
                    <a:pt x="9462" y="13941"/>
                  </a:lnTo>
                  <a:lnTo>
                    <a:pt x="9539" y="13825"/>
                  </a:lnTo>
                  <a:lnTo>
                    <a:pt x="9655" y="13786"/>
                  </a:lnTo>
                  <a:close/>
                  <a:moveTo>
                    <a:pt x="889" y="1"/>
                  </a:moveTo>
                  <a:lnTo>
                    <a:pt x="812" y="78"/>
                  </a:lnTo>
                  <a:lnTo>
                    <a:pt x="773" y="155"/>
                  </a:lnTo>
                  <a:lnTo>
                    <a:pt x="194" y="2511"/>
                  </a:lnTo>
                  <a:lnTo>
                    <a:pt x="117" y="2897"/>
                  </a:lnTo>
                  <a:lnTo>
                    <a:pt x="40" y="3322"/>
                  </a:lnTo>
                  <a:lnTo>
                    <a:pt x="1" y="3746"/>
                  </a:lnTo>
                  <a:lnTo>
                    <a:pt x="1" y="4210"/>
                  </a:lnTo>
                  <a:lnTo>
                    <a:pt x="78" y="4441"/>
                  </a:lnTo>
                  <a:lnTo>
                    <a:pt x="155" y="4673"/>
                  </a:lnTo>
                  <a:lnTo>
                    <a:pt x="348" y="5136"/>
                  </a:lnTo>
                  <a:lnTo>
                    <a:pt x="850" y="6025"/>
                  </a:lnTo>
                  <a:lnTo>
                    <a:pt x="1970" y="8187"/>
                  </a:lnTo>
                  <a:lnTo>
                    <a:pt x="4133" y="12435"/>
                  </a:lnTo>
                  <a:lnTo>
                    <a:pt x="5253" y="14558"/>
                  </a:lnTo>
                  <a:lnTo>
                    <a:pt x="6411" y="16682"/>
                  </a:lnTo>
                  <a:lnTo>
                    <a:pt x="5484" y="16875"/>
                  </a:lnTo>
                  <a:lnTo>
                    <a:pt x="4596" y="16991"/>
                  </a:lnTo>
                  <a:lnTo>
                    <a:pt x="4596" y="16991"/>
                  </a:lnTo>
                  <a:lnTo>
                    <a:pt x="4673" y="16837"/>
                  </a:lnTo>
                  <a:lnTo>
                    <a:pt x="4712" y="16682"/>
                  </a:lnTo>
                  <a:lnTo>
                    <a:pt x="4712" y="16528"/>
                  </a:lnTo>
                  <a:lnTo>
                    <a:pt x="4635" y="16373"/>
                  </a:lnTo>
                  <a:lnTo>
                    <a:pt x="4557" y="16219"/>
                  </a:lnTo>
                  <a:lnTo>
                    <a:pt x="4442" y="16103"/>
                  </a:lnTo>
                  <a:lnTo>
                    <a:pt x="4326" y="15987"/>
                  </a:lnTo>
                  <a:lnTo>
                    <a:pt x="4133" y="15910"/>
                  </a:lnTo>
                  <a:lnTo>
                    <a:pt x="3862" y="15871"/>
                  </a:lnTo>
                  <a:lnTo>
                    <a:pt x="3592" y="15871"/>
                  </a:lnTo>
                  <a:lnTo>
                    <a:pt x="3322" y="15949"/>
                  </a:lnTo>
                  <a:lnTo>
                    <a:pt x="3090" y="16103"/>
                  </a:lnTo>
                  <a:lnTo>
                    <a:pt x="2897" y="16258"/>
                  </a:lnTo>
                  <a:lnTo>
                    <a:pt x="2743" y="16489"/>
                  </a:lnTo>
                  <a:lnTo>
                    <a:pt x="2588" y="16721"/>
                  </a:lnTo>
                  <a:lnTo>
                    <a:pt x="2550" y="16991"/>
                  </a:lnTo>
                  <a:lnTo>
                    <a:pt x="2511" y="17416"/>
                  </a:lnTo>
                  <a:lnTo>
                    <a:pt x="2550" y="17725"/>
                  </a:lnTo>
                  <a:lnTo>
                    <a:pt x="2704" y="17995"/>
                  </a:lnTo>
                  <a:lnTo>
                    <a:pt x="2858" y="18227"/>
                  </a:lnTo>
                  <a:lnTo>
                    <a:pt x="3129" y="18381"/>
                  </a:lnTo>
                  <a:lnTo>
                    <a:pt x="3399" y="18497"/>
                  </a:lnTo>
                  <a:lnTo>
                    <a:pt x="3747" y="18574"/>
                  </a:lnTo>
                  <a:lnTo>
                    <a:pt x="4094" y="18613"/>
                  </a:lnTo>
                  <a:lnTo>
                    <a:pt x="4442" y="18613"/>
                  </a:lnTo>
                  <a:lnTo>
                    <a:pt x="4828" y="18574"/>
                  </a:lnTo>
                  <a:lnTo>
                    <a:pt x="5639" y="18420"/>
                  </a:lnTo>
                  <a:lnTo>
                    <a:pt x="6334" y="18266"/>
                  </a:lnTo>
                  <a:lnTo>
                    <a:pt x="6952" y="18072"/>
                  </a:lnTo>
                  <a:lnTo>
                    <a:pt x="7067" y="18034"/>
                  </a:lnTo>
                  <a:lnTo>
                    <a:pt x="7299" y="17957"/>
                  </a:lnTo>
                  <a:lnTo>
                    <a:pt x="8149" y="17570"/>
                  </a:lnTo>
                  <a:lnTo>
                    <a:pt x="8612" y="18497"/>
                  </a:lnTo>
                  <a:lnTo>
                    <a:pt x="9037" y="19463"/>
                  </a:lnTo>
                  <a:lnTo>
                    <a:pt x="9269" y="20003"/>
                  </a:lnTo>
                  <a:lnTo>
                    <a:pt x="9423" y="20351"/>
                  </a:lnTo>
                  <a:lnTo>
                    <a:pt x="9539" y="20660"/>
                  </a:lnTo>
                  <a:lnTo>
                    <a:pt x="9770" y="20621"/>
                  </a:lnTo>
                  <a:lnTo>
                    <a:pt x="9693" y="20428"/>
                  </a:lnTo>
                  <a:lnTo>
                    <a:pt x="9423" y="19656"/>
                  </a:lnTo>
                  <a:lnTo>
                    <a:pt x="9114" y="18922"/>
                  </a:lnTo>
                  <a:lnTo>
                    <a:pt x="8767" y="18150"/>
                  </a:lnTo>
                  <a:lnTo>
                    <a:pt x="8419" y="17416"/>
                  </a:lnTo>
                  <a:lnTo>
                    <a:pt x="8960" y="17107"/>
                  </a:lnTo>
                  <a:lnTo>
                    <a:pt x="9539" y="16760"/>
                  </a:lnTo>
                  <a:lnTo>
                    <a:pt x="10041" y="16373"/>
                  </a:lnTo>
                  <a:lnTo>
                    <a:pt x="10272" y="16180"/>
                  </a:lnTo>
                  <a:lnTo>
                    <a:pt x="10466" y="15949"/>
                  </a:lnTo>
                  <a:lnTo>
                    <a:pt x="10659" y="15717"/>
                  </a:lnTo>
                  <a:lnTo>
                    <a:pt x="10813" y="15485"/>
                  </a:lnTo>
                  <a:lnTo>
                    <a:pt x="10929" y="15254"/>
                  </a:lnTo>
                  <a:lnTo>
                    <a:pt x="10968" y="14983"/>
                  </a:lnTo>
                  <a:lnTo>
                    <a:pt x="10968" y="14752"/>
                  </a:lnTo>
                  <a:lnTo>
                    <a:pt x="10929" y="14520"/>
                  </a:lnTo>
                  <a:lnTo>
                    <a:pt x="10852" y="14250"/>
                  </a:lnTo>
                  <a:lnTo>
                    <a:pt x="10659" y="13979"/>
                  </a:lnTo>
                  <a:lnTo>
                    <a:pt x="10504" y="13825"/>
                  </a:lnTo>
                  <a:lnTo>
                    <a:pt x="10272" y="13670"/>
                  </a:lnTo>
                  <a:lnTo>
                    <a:pt x="10041" y="13555"/>
                  </a:lnTo>
                  <a:lnTo>
                    <a:pt x="9809" y="13516"/>
                  </a:lnTo>
                  <a:lnTo>
                    <a:pt x="9539" y="13516"/>
                  </a:lnTo>
                  <a:lnTo>
                    <a:pt x="9307" y="13555"/>
                  </a:lnTo>
                  <a:lnTo>
                    <a:pt x="9075" y="13670"/>
                  </a:lnTo>
                  <a:lnTo>
                    <a:pt x="8882" y="13863"/>
                  </a:lnTo>
                  <a:lnTo>
                    <a:pt x="8767" y="14056"/>
                  </a:lnTo>
                  <a:lnTo>
                    <a:pt x="8728" y="14250"/>
                  </a:lnTo>
                  <a:lnTo>
                    <a:pt x="8689" y="14443"/>
                  </a:lnTo>
                  <a:lnTo>
                    <a:pt x="8689" y="14636"/>
                  </a:lnTo>
                  <a:lnTo>
                    <a:pt x="8728" y="14829"/>
                  </a:lnTo>
                  <a:lnTo>
                    <a:pt x="8805" y="15022"/>
                  </a:lnTo>
                  <a:lnTo>
                    <a:pt x="8921" y="15176"/>
                  </a:lnTo>
                  <a:lnTo>
                    <a:pt x="9075" y="15331"/>
                  </a:lnTo>
                  <a:lnTo>
                    <a:pt x="8728" y="15640"/>
                  </a:lnTo>
                  <a:lnTo>
                    <a:pt x="8342" y="15871"/>
                  </a:lnTo>
                  <a:lnTo>
                    <a:pt x="7917" y="16103"/>
                  </a:lnTo>
                  <a:lnTo>
                    <a:pt x="7454" y="16296"/>
                  </a:lnTo>
                  <a:lnTo>
                    <a:pt x="7531" y="16258"/>
                  </a:lnTo>
                  <a:lnTo>
                    <a:pt x="7608" y="16219"/>
                  </a:lnTo>
                  <a:lnTo>
                    <a:pt x="7608" y="16142"/>
                  </a:lnTo>
                  <a:lnTo>
                    <a:pt x="7608" y="16026"/>
                  </a:lnTo>
                  <a:lnTo>
                    <a:pt x="5330" y="6488"/>
                  </a:lnTo>
                  <a:lnTo>
                    <a:pt x="4712" y="4094"/>
                  </a:lnTo>
                  <a:lnTo>
                    <a:pt x="4480" y="3013"/>
                  </a:lnTo>
                  <a:lnTo>
                    <a:pt x="4326" y="2511"/>
                  </a:lnTo>
                  <a:lnTo>
                    <a:pt x="4249" y="2240"/>
                  </a:lnTo>
                  <a:lnTo>
                    <a:pt x="4094" y="2009"/>
                  </a:lnTo>
                  <a:lnTo>
                    <a:pt x="3824" y="1700"/>
                  </a:lnTo>
                  <a:lnTo>
                    <a:pt x="3515" y="1352"/>
                  </a:lnTo>
                  <a:lnTo>
                    <a:pt x="3129" y="1082"/>
                  </a:lnTo>
                  <a:lnTo>
                    <a:pt x="2704" y="812"/>
                  </a:lnTo>
                  <a:lnTo>
                    <a:pt x="2318" y="580"/>
                  </a:lnTo>
                  <a:lnTo>
                    <a:pt x="1854" y="387"/>
                  </a:lnTo>
                  <a:lnTo>
                    <a:pt x="108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"/>
            <p:cNvSpPr/>
            <p:nvPr/>
          </p:nvSpPr>
          <p:spPr>
            <a:xfrm>
              <a:off x="319200" y="3515375"/>
              <a:ext cx="324400" cy="208550"/>
            </a:xfrm>
            <a:custGeom>
              <a:avLst/>
              <a:gdLst/>
              <a:ahLst/>
              <a:cxnLst/>
              <a:rect l="l" t="t" r="r" b="b"/>
              <a:pathLst>
                <a:path w="12976" h="8342" extrusionOk="0">
                  <a:moveTo>
                    <a:pt x="6758" y="309"/>
                  </a:moveTo>
                  <a:lnTo>
                    <a:pt x="6874" y="348"/>
                  </a:lnTo>
                  <a:lnTo>
                    <a:pt x="7029" y="387"/>
                  </a:lnTo>
                  <a:lnTo>
                    <a:pt x="7222" y="502"/>
                  </a:lnTo>
                  <a:lnTo>
                    <a:pt x="7299" y="502"/>
                  </a:lnTo>
                  <a:lnTo>
                    <a:pt x="7453" y="773"/>
                  </a:lnTo>
                  <a:lnTo>
                    <a:pt x="7569" y="1043"/>
                  </a:lnTo>
                  <a:lnTo>
                    <a:pt x="7608" y="1352"/>
                  </a:lnTo>
                  <a:lnTo>
                    <a:pt x="7569" y="1661"/>
                  </a:lnTo>
                  <a:lnTo>
                    <a:pt x="7492" y="1970"/>
                  </a:lnTo>
                  <a:lnTo>
                    <a:pt x="7415" y="2240"/>
                  </a:lnTo>
                  <a:lnTo>
                    <a:pt x="7222" y="2858"/>
                  </a:lnTo>
                  <a:lnTo>
                    <a:pt x="6411" y="4905"/>
                  </a:lnTo>
                  <a:lnTo>
                    <a:pt x="6411" y="4943"/>
                  </a:lnTo>
                  <a:lnTo>
                    <a:pt x="6295" y="4943"/>
                  </a:lnTo>
                  <a:lnTo>
                    <a:pt x="6218" y="3978"/>
                  </a:lnTo>
                  <a:lnTo>
                    <a:pt x="6140" y="2974"/>
                  </a:lnTo>
                  <a:lnTo>
                    <a:pt x="6140" y="1854"/>
                  </a:lnTo>
                  <a:lnTo>
                    <a:pt x="6179" y="1352"/>
                  </a:lnTo>
                  <a:lnTo>
                    <a:pt x="6218" y="1043"/>
                  </a:lnTo>
                  <a:lnTo>
                    <a:pt x="6295" y="734"/>
                  </a:lnTo>
                  <a:lnTo>
                    <a:pt x="6449" y="502"/>
                  </a:lnTo>
                  <a:lnTo>
                    <a:pt x="6527" y="425"/>
                  </a:lnTo>
                  <a:lnTo>
                    <a:pt x="6642" y="348"/>
                  </a:lnTo>
                  <a:lnTo>
                    <a:pt x="6758" y="309"/>
                  </a:lnTo>
                  <a:close/>
                  <a:moveTo>
                    <a:pt x="11971" y="4711"/>
                  </a:moveTo>
                  <a:lnTo>
                    <a:pt x="12087" y="4750"/>
                  </a:lnTo>
                  <a:lnTo>
                    <a:pt x="12164" y="4827"/>
                  </a:lnTo>
                  <a:lnTo>
                    <a:pt x="12280" y="4905"/>
                  </a:lnTo>
                  <a:lnTo>
                    <a:pt x="12319" y="4982"/>
                  </a:lnTo>
                  <a:lnTo>
                    <a:pt x="12396" y="5136"/>
                  </a:lnTo>
                  <a:lnTo>
                    <a:pt x="12435" y="5484"/>
                  </a:lnTo>
                  <a:lnTo>
                    <a:pt x="12319" y="5600"/>
                  </a:lnTo>
                  <a:lnTo>
                    <a:pt x="12126" y="5677"/>
                  </a:lnTo>
                  <a:lnTo>
                    <a:pt x="11933" y="5754"/>
                  </a:lnTo>
                  <a:lnTo>
                    <a:pt x="11701" y="5793"/>
                  </a:lnTo>
                  <a:lnTo>
                    <a:pt x="11199" y="5831"/>
                  </a:lnTo>
                  <a:lnTo>
                    <a:pt x="10041" y="5831"/>
                  </a:lnTo>
                  <a:lnTo>
                    <a:pt x="9230" y="5754"/>
                  </a:lnTo>
                  <a:lnTo>
                    <a:pt x="8612" y="5677"/>
                  </a:lnTo>
                  <a:lnTo>
                    <a:pt x="7994" y="5561"/>
                  </a:lnTo>
                  <a:lnTo>
                    <a:pt x="6758" y="5252"/>
                  </a:lnTo>
                  <a:lnTo>
                    <a:pt x="7955" y="5020"/>
                  </a:lnTo>
                  <a:lnTo>
                    <a:pt x="9191" y="4866"/>
                  </a:lnTo>
                  <a:lnTo>
                    <a:pt x="9925" y="4789"/>
                  </a:lnTo>
                  <a:lnTo>
                    <a:pt x="10658" y="4750"/>
                  </a:lnTo>
                  <a:lnTo>
                    <a:pt x="11353" y="4711"/>
                  </a:lnTo>
                  <a:close/>
                  <a:moveTo>
                    <a:pt x="5638" y="5754"/>
                  </a:moveTo>
                  <a:lnTo>
                    <a:pt x="4557" y="6449"/>
                  </a:lnTo>
                  <a:lnTo>
                    <a:pt x="3437" y="7106"/>
                  </a:lnTo>
                  <a:lnTo>
                    <a:pt x="2820" y="7376"/>
                  </a:lnTo>
                  <a:lnTo>
                    <a:pt x="2202" y="7685"/>
                  </a:lnTo>
                  <a:lnTo>
                    <a:pt x="1816" y="7801"/>
                  </a:lnTo>
                  <a:lnTo>
                    <a:pt x="1429" y="7917"/>
                  </a:lnTo>
                  <a:lnTo>
                    <a:pt x="1120" y="7955"/>
                  </a:lnTo>
                  <a:lnTo>
                    <a:pt x="927" y="7917"/>
                  </a:lnTo>
                  <a:lnTo>
                    <a:pt x="850" y="7878"/>
                  </a:lnTo>
                  <a:lnTo>
                    <a:pt x="773" y="7801"/>
                  </a:lnTo>
                  <a:lnTo>
                    <a:pt x="734" y="7685"/>
                  </a:lnTo>
                  <a:lnTo>
                    <a:pt x="696" y="7530"/>
                  </a:lnTo>
                  <a:lnTo>
                    <a:pt x="696" y="7376"/>
                  </a:lnTo>
                  <a:lnTo>
                    <a:pt x="696" y="7221"/>
                  </a:lnTo>
                  <a:lnTo>
                    <a:pt x="734" y="7144"/>
                  </a:lnTo>
                  <a:lnTo>
                    <a:pt x="812" y="7067"/>
                  </a:lnTo>
                  <a:lnTo>
                    <a:pt x="1005" y="6990"/>
                  </a:lnTo>
                  <a:lnTo>
                    <a:pt x="1275" y="6874"/>
                  </a:lnTo>
                  <a:lnTo>
                    <a:pt x="1893" y="6642"/>
                  </a:lnTo>
                  <a:lnTo>
                    <a:pt x="2742" y="6449"/>
                  </a:lnTo>
                  <a:lnTo>
                    <a:pt x="3592" y="6295"/>
                  </a:lnTo>
                  <a:lnTo>
                    <a:pt x="4634" y="6063"/>
                  </a:lnTo>
                  <a:lnTo>
                    <a:pt x="5136" y="5909"/>
                  </a:lnTo>
                  <a:lnTo>
                    <a:pt x="5638" y="5754"/>
                  </a:lnTo>
                  <a:close/>
                  <a:moveTo>
                    <a:pt x="6951" y="0"/>
                  </a:moveTo>
                  <a:lnTo>
                    <a:pt x="6720" y="39"/>
                  </a:lnTo>
                  <a:lnTo>
                    <a:pt x="6527" y="116"/>
                  </a:lnTo>
                  <a:lnTo>
                    <a:pt x="6333" y="232"/>
                  </a:lnTo>
                  <a:lnTo>
                    <a:pt x="6140" y="425"/>
                  </a:lnTo>
                  <a:lnTo>
                    <a:pt x="5986" y="618"/>
                  </a:lnTo>
                  <a:lnTo>
                    <a:pt x="5909" y="811"/>
                  </a:lnTo>
                  <a:lnTo>
                    <a:pt x="5793" y="1275"/>
                  </a:lnTo>
                  <a:lnTo>
                    <a:pt x="5793" y="1777"/>
                  </a:lnTo>
                  <a:lnTo>
                    <a:pt x="5831" y="2742"/>
                  </a:lnTo>
                  <a:lnTo>
                    <a:pt x="5909" y="3901"/>
                  </a:lnTo>
                  <a:lnTo>
                    <a:pt x="5986" y="4480"/>
                  </a:lnTo>
                  <a:lnTo>
                    <a:pt x="6063" y="5020"/>
                  </a:lnTo>
                  <a:lnTo>
                    <a:pt x="6025" y="5136"/>
                  </a:lnTo>
                  <a:lnTo>
                    <a:pt x="6063" y="5252"/>
                  </a:lnTo>
                  <a:lnTo>
                    <a:pt x="5523" y="5445"/>
                  </a:lnTo>
                  <a:lnTo>
                    <a:pt x="4982" y="5561"/>
                  </a:lnTo>
                  <a:lnTo>
                    <a:pt x="3939" y="5831"/>
                  </a:lnTo>
                  <a:lnTo>
                    <a:pt x="2858" y="6024"/>
                  </a:lnTo>
                  <a:lnTo>
                    <a:pt x="2318" y="6179"/>
                  </a:lnTo>
                  <a:lnTo>
                    <a:pt x="1777" y="6295"/>
                  </a:lnTo>
                  <a:lnTo>
                    <a:pt x="1198" y="6488"/>
                  </a:lnTo>
                  <a:lnTo>
                    <a:pt x="850" y="6642"/>
                  </a:lnTo>
                  <a:lnTo>
                    <a:pt x="503" y="6835"/>
                  </a:lnTo>
                  <a:lnTo>
                    <a:pt x="232" y="7028"/>
                  </a:lnTo>
                  <a:lnTo>
                    <a:pt x="116" y="7144"/>
                  </a:lnTo>
                  <a:lnTo>
                    <a:pt x="39" y="7299"/>
                  </a:lnTo>
                  <a:lnTo>
                    <a:pt x="1" y="7415"/>
                  </a:lnTo>
                  <a:lnTo>
                    <a:pt x="1" y="7569"/>
                  </a:lnTo>
                  <a:lnTo>
                    <a:pt x="39" y="7723"/>
                  </a:lnTo>
                  <a:lnTo>
                    <a:pt x="116" y="7917"/>
                  </a:lnTo>
                  <a:lnTo>
                    <a:pt x="232" y="8032"/>
                  </a:lnTo>
                  <a:lnTo>
                    <a:pt x="348" y="8148"/>
                  </a:lnTo>
                  <a:lnTo>
                    <a:pt x="503" y="8225"/>
                  </a:lnTo>
                  <a:lnTo>
                    <a:pt x="618" y="8264"/>
                  </a:lnTo>
                  <a:lnTo>
                    <a:pt x="927" y="8341"/>
                  </a:lnTo>
                  <a:lnTo>
                    <a:pt x="1275" y="8341"/>
                  </a:lnTo>
                  <a:lnTo>
                    <a:pt x="1622" y="8303"/>
                  </a:lnTo>
                  <a:lnTo>
                    <a:pt x="1931" y="8187"/>
                  </a:lnTo>
                  <a:lnTo>
                    <a:pt x="2549" y="7994"/>
                  </a:lnTo>
                  <a:lnTo>
                    <a:pt x="3553" y="7530"/>
                  </a:lnTo>
                  <a:lnTo>
                    <a:pt x="4519" y="6990"/>
                  </a:lnTo>
                  <a:lnTo>
                    <a:pt x="5445" y="6372"/>
                  </a:lnTo>
                  <a:lnTo>
                    <a:pt x="5909" y="6063"/>
                  </a:lnTo>
                  <a:lnTo>
                    <a:pt x="6333" y="5715"/>
                  </a:lnTo>
                  <a:lnTo>
                    <a:pt x="6527" y="6102"/>
                  </a:lnTo>
                  <a:lnTo>
                    <a:pt x="6642" y="6295"/>
                  </a:lnTo>
                  <a:lnTo>
                    <a:pt x="6758" y="6449"/>
                  </a:lnTo>
                  <a:lnTo>
                    <a:pt x="7029" y="6372"/>
                  </a:lnTo>
                  <a:lnTo>
                    <a:pt x="7029" y="6333"/>
                  </a:lnTo>
                  <a:lnTo>
                    <a:pt x="6835" y="5986"/>
                  </a:lnTo>
                  <a:lnTo>
                    <a:pt x="6758" y="5831"/>
                  </a:lnTo>
                  <a:lnTo>
                    <a:pt x="6720" y="5638"/>
                  </a:lnTo>
                  <a:lnTo>
                    <a:pt x="6720" y="5561"/>
                  </a:lnTo>
                  <a:lnTo>
                    <a:pt x="7569" y="5831"/>
                  </a:lnTo>
                  <a:lnTo>
                    <a:pt x="8496" y="6063"/>
                  </a:lnTo>
                  <a:lnTo>
                    <a:pt x="9384" y="6179"/>
                  </a:lnTo>
                  <a:lnTo>
                    <a:pt x="10311" y="6217"/>
                  </a:lnTo>
                  <a:lnTo>
                    <a:pt x="11006" y="6217"/>
                  </a:lnTo>
                  <a:lnTo>
                    <a:pt x="11469" y="6179"/>
                  </a:lnTo>
                  <a:lnTo>
                    <a:pt x="11933" y="6140"/>
                  </a:lnTo>
                  <a:lnTo>
                    <a:pt x="12357" y="5986"/>
                  </a:lnTo>
                  <a:lnTo>
                    <a:pt x="12512" y="5909"/>
                  </a:lnTo>
                  <a:lnTo>
                    <a:pt x="12666" y="5793"/>
                  </a:lnTo>
                  <a:lnTo>
                    <a:pt x="12821" y="5677"/>
                  </a:lnTo>
                  <a:lnTo>
                    <a:pt x="12898" y="5522"/>
                  </a:lnTo>
                  <a:lnTo>
                    <a:pt x="12975" y="5368"/>
                  </a:lnTo>
                  <a:lnTo>
                    <a:pt x="12975" y="5175"/>
                  </a:lnTo>
                  <a:lnTo>
                    <a:pt x="12975" y="4982"/>
                  </a:lnTo>
                  <a:lnTo>
                    <a:pt x="12898" y="4827"/>
                  </a:lnTo>
                  <a:lnTo>
                    <a:pt x="12821" y="4711"/>
                  </a:lnTo>
                  <a:lnTo>
                    <a:pt x="12744" y="4634"/>
                  </a:lnTo>
                  <a:lnTo>
                    <a:pt x="12628" y="4518"/>
                  </a:lnTo>
                  <a:lnTo>
                    <a:pt x="12473" y="4480"/>
                  </a:lnTo>
                  <a:lnTo>
                    <a:pt x="12164" y="4364"/>
                  </a:lnTo>
                  <a:lnTo>
                    <a:pt x="11817" y="4325"/>
                  </a:lnTo>
                  <a:lnTo>
                    <a:pt x="11469" y="4325"/>
                  </a:lnTo>
                  <a:lnTo>
                    <a:pt x="10890" y="4364"/>
                  </a:lnTo>
                  <a:lnTo>
                    <a:pt x="9847" y="4403"/>
                  </a:lnTo>
                  <a:lnTo>
                    <a:pt x="8843" y="4480"/>
                  </a:lnTo>
                  <a:lnTo>
                    <a:pt x="7839" y="4634"/>
                  </a:lnTo>
                  <a:lnTo>
                    <a:pt x="6835" y="4827"/>
                  </a:lnTo>
                  <a:lnTo>
                    <a:pt x="7376" y="3476"/>
                  </a:lnTo>
                  <a:lnTo>
                    <a:pt x="7646" y="2742"/>
                  </a:lnTo>
                  <a:lnTo>
                    <a:pt x="7839" y="2047"/>
                  </a:lnTo>
                  <a:lnTo>
                    <a:pt x="7917" y="1815"/>
                  </a:lnTo>
                  <a:lnTo>
                    <a:pt x="7917" y="1545"/>
                  </a:lnTo>
                  <a:lnTo>
                    <a:pt x="7917" y="1313"/>
                  </a:lnTo>
                  <a:lnTo>
                    <a:pt x="7878" y="1082"/>
                  </a:lnTo>
                  <a:lnTo>
                    <a:pt x="7801" y="850"/>
                  </a:lnTo>
                  <a:lnTo>
                    <a:pt x="7685" y="618"/>
                  </a:lnTo>
                  <a:lnTo>
                    <a:pt x="7531" y="425"/>
                  </a:lnTo>
                  <a:lnTo>
                    <a:pt x="7337" y="271"/>
                  </a:lnTo>
                  <a:lnTo>
                    <a:pt x="7260" y="155"/>
                  </a:lnTo>
                  <a:lnTo>
                    <a:pt x="7144" y="78"/>
                  </a:lnTo>
                  <a:lnTo>
                    <a:pt x="695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"/>
            <p:cNvSpPr/>
            <p:nvPr/>
          </p:nvSpPr>
          <p:spPr>
            <a:xfrm>
              <a:off x="2371575" y="3521175"/>
              <a:ext cx="106225" cy="123575"/>
            </a:xfrm>
            <a:custGeom>
              <a:avLst/>
              <a:gdLst/>
              <a:ahLst/>
              <a:cxnLst/>
              <a:rect l="l" t="t" r="r" b="b"/>
              <a:pathLst>
                <a:path w="4249" h="4943" extrusionOk="0">
                  <a:moveTo>
                    <a:pt x="3862" y="0"/>
                  </a:moveTo>
                  <a:lnTo>
                    <a:pt x="3592" y="541"/>
                  </a:lnTo>
                  <a:lnTo>
                    <a:pt x="3245" y="1120"/>
                  </a:lnTo>
                  <a:lnTo>
                    <a:pt x="2897" y="1661"/>
                  </a:lnTo>
                  <a:lnTo>
                    <a:pt x="2511" y="2163"/>
                  </a:lnTo>
                  <a:lnTo>
                    <a:pt x="1932" y="2858"/>
                  </a:lnTo>
                  <a:lnTo>
                    <a:pt x="1314" y="3475"/>
                  </a:lnTo>
                  <a:lnTo>
                    <a:pt x="1005" y="3746"/>
                  </a:lnTo>
                  <a:lnTo>
                    <a:pt x="657" y="4016"/>
                  </a:lnTo>
                  <a:lnTo>
                    <a:pt x="310" y="4248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41" y="4750"/>
                  </a:lnTo>
                  <a:lnTo>
                    <a:pt x="966" y="4518"/>
                  </a:lnTo>
                  <a:lnTo>
                    <a:pt x="1314" y="4209"/>
                  </a:lnTo>
                  <a:lnTo>
                    <a:pt x="1700" y="3900"/>
                  </a:lnTo>
                  <a:lnTo>
                    <a:pt x="2009" y="3553"/>
                  </a:lnTo>
                  <a:lnTo>
                    <a:pt x="2356" y="3167"/>
                  </a:lnTo>
                  <a:lnTo>
                    <a:pt x="2897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2"/>
                  </a:lnTo>
                  <a:lnTo>
                    <a:pt x="4248" y="155"/>
                  </a:lnTo>
                  <a:lnTo>
                    <a:pt x="386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"/>
            <p:cNvSpPr/>
            <p:nvPr/>
          </p:nvSpPr>
          <p:spPr>
            <a:xfrm>
              <a:off x="2320425" y="35221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1"/>
                  </a:moveTo>
                  <a:lnTo>
                    <a:pt x="1004" y="310"/>
                  </a:lnTo>
                  <a:lnTo>
                    <a:pt x="1236" y="387"/>
                  </a:lnTo>
                  <a:lnTo>
                    <a:pt x="1429" y="541"/>
                  </a:lnTo>
                  <a:lnTo>
                    <a:pt x="1545" y="773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3" y="1198"/>
                  </a:lnTo>
                  <a:lnTo>
                    <a:pt x="1545" y="1314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5"/>
                  </a:lnTo>
                  <a:lnTo>
                    <a:pt x="966" y="1584"/>
                  </a:lnTo>
                  <a:lnTo>
                    <a:pt x="773" y="1545"/>
                  </a:lnTo>
                  <a:lnTo>
                    <a:pt x="657" y="1507"/>
                  </a:lnTo>
                  <a:lnTo>
                    <a:pt x="579" y="1430"/>
                  </a:lnTo>
                  <a:lnTo>
                    <a:pt x="502" y="1314"/>
                  </a:lnTo>
                  <a:lnTo>
                    <a:pt x="464" y="1236"/>
                  </a:lnTo>
                  <a:lnTo>
                    <a:pt x="425" y="1005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426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1043" y="1"/>
                  </a:moveTo>
                  <a:lnTo>
                    <a:pt x="850" y="39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117"/>
                  </a:lnTo>
                  <a:lnTo>
                    <a:pt x="271" y="232"/>
                  </a:lnTo>
                  <a:lnTo>
                    <a:pt x="155" y="348"/>
                  </a:lnTo>
                  <a:lnTo>
                    <a:pt x="77" y="541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7" y="1468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932"/>
                  </a:lnTo>
                  <a:lnTo>
                    <a:pt x="1622" y="1816"/>
                  </a:lnTo>
                  <a:lnTo>
                    <a:pt x="1777" y="1700"/>
                  </a:lnTo>
                  <a:lnTo>
                    <a:pt x="1892" y="1545"/>
                  </a:lnTo>
                  <a:lnTo>
                    <a:pt x="1970" y="1352"/>
                  </a:lnTo>
                  <a:lnTo>
                    <a:pt x="2047" y="1198"/>
                  </a:lnTo>
                  <a:lnTo>
                    <a:pt x="2085" y="1005"/>
                  </a:lnTo>
                  <a:lnTo>
                    <a:pt x="2047" y="812"/>
                  </a:lnTo>
                  <a:lnTo>
                    <a:pt x="1970" y="619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3" y="155"/>
                  </a:lnTo>
                  <a:lnTo>
                    <a:pt x="1429" y="78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"/>
            <p:cNvSpPr/>
            <p:nvPr/>
          </p:nvSpPr>
          <p:spPr>
            <a:xfrm>
              <a:off x="5925125" y="3542400"/>
              <a:ext cx="60825" cy="90775"/>
            </a:xfrm>
            <a:custGeom>
              <a:avLst/>
              <a:gdLst/>
              <a:ahLst/>
              <a:cxnLst/>
              <a:rect l="l" t="t" r="r" b="b"/>
              <a:pathLst>
                <a:path w="2433" h="3631" extrusionOk="0">
                  <a:moveTo>
                    <a:pt x="1197" y="1"/>
                  </a:moveTo>
                  <a:lnTo>
                    <a:pt x="1081" y="39"/>
                  </a:lnTo>
                  <a:lnTo>
                    <a:pt x="1004" y="78"/>
                  </a:lnTo>
                  <a:lnTo>
                    <a:pt x="966" y="117"/>
                  </a:lnTo>
                  <a:lnTo>
                    <a:pt x="927" y="194"/>
                  </a:lnTo>
                  <a:lnTo>
                    <a:pt x="927" y="271"/>
                  </a:lnTo>
                  <a:lnTo>
                    <a:pt x="850" y="271"/>
                  </a:lnTo>
                  <a:lnTo>
                    <a:pt x="772" y="310"/>
                  </a:lnTo>
                  <a:lnTo>
                    <a:pt x="734" y="348"/>
                  </a:lnTo>
                  <a:lnTo>
                    <a:pt x="695" y="425"/>
                  </a:lnTo>
                  <a:lnTo>
                    <a:pt x="695" y="541"/>
                  </a:lnTo>
                  <a:lnTo>
                    <a:pt x="695" y="619"/>
                  </a:lnTo>
                  <a:lnTo>
                    <a:pt x="772" y="696"/>
                  </a:lnTo>
                  <a:lnTo>
                    <a:pt x="850" y="734"/>
                  </a:lnTo>
                  <a:lnTo>
                    <a:pt x="1081" y="812"/>
                  </a:lnTo>
                  <a:lnTo>
                    <a:pt x="1274" y="966"/>
                  </a:lnTo>
                  <a:lnTo>
                    <a:pt x="1468" y="1121"/>
                  </a:lnTo>
                  <a:lnTo>
                    <a:pt x="1622" y="1275"/>
                  </a:lnTo>
                  <a:lnTo>
                    <a:pt x="1738" y="1507"/>
                  </a:lnTo>
                  <a:lnTo>
                    <a:pt x="1854" y="1700"/>
                  </a:lnTo>
                  <a:lnTo>
                    <a:pt x="1892" y="1931"/>
                  </a:lnTo>
                  <a:lnTo>
                    <a:pt x="1931" y="2163"/>
                  </a:lnTo>
                  <a:lnTo>
                    <a:pt x="1892" y="2472"/>
                  </a:lnTo>
                  <a:lnTo>
                    <a:pt x="1815" y="2742"/>
                  </a:lnTo>
                  <a:lnTo>
                    <a:pt x="1738" y="2897"/>
                  </a:lnTo>
                  <a:lnTo>
                    <a:pt x="1622" y="2974"/>
                  </a:lnTo>
                  <a:lnTo>
                    <a:pt x="1506" y="3090"/>
                  </a:lnTo>
                  <a:lnTo>
                    <a:pt x="1390" y="3128"/>
                  </a:lnTo>
                  <a:lnTo>
                    <a:pt x="1197" y="3167"/>
                  </a:lnTo>
                  <a:lnTo>
                    <a:pt x="1043" y="3128"/>
                  </a:lnTo>
                  <a:lnTo>
                    <a:pt x="927" y="3013"/>
                  </a:lnTo>
                  <a:lnTo>
                    <a:pt x="850" y="2897"/>
                  </a:lnTo>
                  <a:lnTo>
                    <a:pt x="811" y="2781"/>
                  </a:lnTo>
                  <a:lnTo>
                    <a:pt x="811" y="2626"/>
                  </a:lnTo>
                  <a:lnTo>
                    <a:pt x="888" y="2472"/>
                  </a:lnTo>
                  <a:lnTo>
                    <a:pt x="1043" y="2356"/>
                  </a:lnTo>
                  <a:lnTo>
                    <a:pt x="1120" y="2279"/>
                  </a:lnTo>
                  <a:lnTo>
                    <a:pt x="1159" y="2163"/>
                  </a:lnTo>
                  <a:lnTo>
                    <a:pt x="1120" y="2047"/>
                  </a:lnTo>
                  <a:lnTo>
                    <a:pt x="1043" y="1970"/>
                  </a:lnTo>
                  <a:lnTo>
                    <a:pt x="618" y="1623"/>
                  </a:lnTo>
                  <a:lnTo>
                    <a:pt x="425" y="1468"/>
                  </a:lnTo>
                  <a:lnTo>
                    <a:pt x="193" y="1352"/>
                  </a:lnTo>
                  <a:lnTo>
                    <a:pt x="0" y="1623"/>
                  </a:lnTo>
                  <a:lnTo>
                    <a:pt x="270" y="1893"/>
                  </a:lnTo>
                  <a:lnTo>
                    <a:pt x="541" y="2163"/>
                  </a:lnTo>
                  <a:lnTo>
                    <a:pt x="386" y="2395"/>
                  </a:lnTo>
                  <a:lnTo>
                    <a:pt x="309" y="2626"/>
                  </a:lnTo>
                  <a:lnTo>
                    <a:pt x="309" y="2935"/>
                  </a:lnTo>
                  <a:lnTo>
                    <a:pt x="348" y="3051"/>
                  </a:lnTo>
                  <a:lnTo>
                    <a:pt x="425" y="3206"/>
                  </a:lnTo>
                  <a:lnTo>
                    <a:pt x="541" y="3360"/>
                  </a:lnTo>
                  <a:lnTo>
                    <a:pt x="695" y="3476"/>
                  </a:lnTo>
                  <a:lnTo>
                    <a:pt x="850" y="3592"/>
                  </a:lnTo>
                  <a:lnTo>
                    <a:pt x="1081" y="3630"/>
                  </a:lnTo>
                  <a:lnTo>
                    <a:pt x="1274" y="3630"/>
                  </a:lnTo>
                  <a:lnTo>
                    <a:pt x="1468" y="3592"/>
                  </a:lnTo>
                  <a:lnTo>
                    <a:pt x="1661" y="3515"/>
                  </a:lnTo>
                  <a:lnTo>
                    <a:pt x="1854" y="3437"/>
                  </a:lnTo>
                  <a:lnTo>
                    <a:pt x="2047" y="3283"/>
                  </a:lnTo>
                  <a:lnTo>
                    <a:pt x="2201" y="3090"/>
                  </a:lnTo>
                  <a:lnTo>
                    <a:pt x="2317" y="2897"/>
                  </a:lnTo>
                  <a:lnTo>
                    <a:pt x="2394" y="2704"/>
                  </a:lnTo>
                  <a:lnTo>
                    <a:pt x="2433" y="2472"/>
                  </a:lnTo>
                  <a:lnTo>
                    <a:pt x="2433" y="2279"/>
                  </a:lnTo>
                  <a:lnTo>
                    <a:pt x="2433" y="2047"/>
                  </a:lnTo>
                  <a:lnTo>
                    <a:pt x="2356" y="1816"/>
                  </a:lnTo>
                  <a:lnTo>
                    <a:pt x="2317" y="1623"/>
                  </a:lnTo>
                  <a:lnTo>
                    <a:pt x="2201" y="1391"/>
                  </a:lnTo>
                  <a:lnTo>
                    <a:pt x="1931" y="1005"/>
                  </a:lnTo>
                  <a:lnTo>
                    <a:pt x="1622" y="657"/>
                  </a:lnTo>
                  <a:lnTo>
                    <a:pt x="1274" y="425"/>
                  </a:lnTo>
                  <a:lnTo>
                    <a:pt x="11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"/>
            <p:cNvSpPr/>
            <p:nvPr/>
          </p:nvSpPr>
          <p:spPr>
            <a:xfrm>
              <a:off x="5032150" y="3545300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3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7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0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5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8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4"/>
                  </a:lnTo>
                  <a:lnTo>
                    <a:pt x="1159" y="541"/>
                  </a:lnTo>
                  <a:lnTo>
                    <a:pt x="1352" y="425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8"/>
                  </a:lnTo>
                  <a:lnTo>
                    <a:pt x="309" y="927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5"/>
                  </a:lnTo>
                  <a:lnTo>
                    <a:pt x="0" y="2009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4" y="2858"/>
                  </a:lnTo>
                  <a:lnTo>
                    <a:pt x="425" y="3244"/>
                  </a:lnTo>
                  <a:lnTo>
                    <a:pt x="695" y="3553"/>
                  </a:lnTo>
                  <a:lnTo>
                    <a:pt x="1043" y="3823"/>
                  </a:lnTo>
                  <a:lnTo>
                    <a:pt x="1468" y="4016"/>
                  </a:lnTo>
                  <a:lnTo>
                    <a:pt x="1661" y="4094"/>
                  </a:lnTo>
                  <a:lnTo>
                    <a:pt x="1893" y="4132"/>
                  </a:lnTo>
                  <a:lnTo>
                    <a:pt x="2317" y="4132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2"/>
                  </a:lnTo>
                  <a:lnTo>
                    <a:pt x="4171" y="1429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6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3"/>
            <p:cNvSpPr/>
            <p:nvPr/>
          </p:nvSpPr>
          <p:spPr>
            <a:xfrm>
              <a:off x="3784900" y="3554950"/>
              <a:ext cx="112950" cy="132275"/>
            </a:xfrm>
            <a:custGeom>
              <a:avLst/>
              <a:gdLst/>
              <a:ahLst/>
              <a:cxnLst/>
              <a:rect l="l" t="t" r="r" b="b"/>
              <a:pathLst>
                <a:path w="4518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0" y="78"/>
                  </a:lnTo>
                  <a:lnTo>
                    <a:pt x="2510" y="194"/>
                  </a:lnTo>
                  <a:lnTo>
                    <a:pt x="2240" y="310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3" y="2163"/>
                  </a:lnTo>
                  <a:lnTo>
                    <a:pt x="270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0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5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8" y="4866"/>
                  </a:lnTo>
                  <a:lnTo>
                    <a:pt x="888" y="4828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6" y="3167"/>
                  </a:lnTo>
                  <a:lnTo>
                    <a:pt x="772" y="2742"/>
                  </a:lnTo>
                  <a:lnTo>
                    <a:pt x="965" y="2318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79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3"/>
            <p:cNvSpPr/>
            <p:nvPr/>
          </p:nvSpPr>
          <p:spPr>
            <a:xfrm>
              <a:off x="5529325" y="356750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1"/>
                  </a:moveTo>
                  <a:lnTo>
                    <a:pt x="0" y="232"/>
                  </a:lnTo>
                  <a:lnTo>
                    <a:pt x="463" y="927"/>
                  </a:lnTo>
                  <a:lnTo>
                    <a:pt x="1043" y="1622"/>
                  </a:lnTo>
                  <a:lnTo>
                    <a:pt x="1661" y="2279"/>
                  </a:lnTo>
                  <a:lnTo>
                    <a:pt x="2356" y="2858"/>
                  </a:lnTo>
                  <a:lnTo>
                    <a:pt x="3089" y="3360"/>
                  </a:lnTo>
                  <a:lnTo>
                    <a:pt x="3862" y="3824"/>
                  </a:lnTo>
                  <a:lnTo>
                    <a:pt x="4672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21" y="4905"/>
                  </a:lnTo>
                  <a:lnTo>
                    <a:pt x="7684" y="4943"/>
                  </a:lnTo>
                  <a:lnTo>
                    <a:pt x="8109" y="4982"/>
                  </a:lnTo>
                  <a:lnTo>
                    <a:pt x="8534" y="4943"/>
                  </a:lnTo>
                  <a:lnTo>
                    <a:pt x="8959" y="4905"/>
                  </a:lnTo>
                  <a:lnTo>
                    <a:pt x="9383" y="4866"/>
                  </a:lnTo>
                  <a:lnTo>
                    <a:pt x="9808" y="4750"/>
                  </a:lnTo>
                  <a:lnTo>
                    <a:pt x="10233" y="4634"/>
                  </a:lnTo>
                  <a:lnTo>
                    <a:pt x="10658" y="4480"/>
                  </a:lnTo>
                  <a:lnTo>
                    <a:pt x="11044" y="4326"/>
                  </a:lnTo>
                  <a:lnTo>
                    <a:pt x="11469" y="4094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280" y="3553"/>
                  </a:lnTo>
                  <a:lnTo>
                    <a:pt x="12434" y="3167"/>
                  </a:lnTo>
                  <a:lnTo>
                    <a:pt x="12241" y="3167"/>
                  </a:lnTo>
                  <a:lnTo>
                    <a:pt x="12202" y="3128"/>
                  </a:lnTo>
                  <a:lnTo>
                    <a:pt x="12009" y="3128"/>
                  </a:lnTo>
                  <a:lnTo>
                    <a:pt x="11893" y="3167"/>
                  </a:lnTo>
                  <a:lnTo>
                    <a:pt x="11546" y="3437"/>
                  </a:lnTo>
                  <a:lnTo>
                    <a:pt x="11198" y="3669"/>
                  </a:lnTo>
                  <a:lnTo>
                    <a:pt x="10812" y="3862"/>
                  </a:lnTo>
                  <a:lnTo>
                    <a:pt x="10426" y="4017"/>
                  </a:lnTo>
                  <a:lnTo>
                    <a:pt x="10001" y="4171"/>
                  </a:lnTo>
                  <a:lnTo>
                    <a:pt x="9615" y="4287"/>
                  </a:lnTo>
                  <a:lnTo>
                    <a:pt x="9190" y="4364"/>
                  </a:lnTo>
                  <a:lnTo>
                    <a:pt x="8766" y="4403"/>
                  </a:lnTo>
                  <a:lnTo>
                    <a:pt x="8341" y="4441"/>
                  </a:lnTo>
                  <a:lnTo>
                    <a:pt x="7916" y="4480"/>
                  </a:lnTo>
                  <a:lnTo>
                    <a:pt x="7453" y="4441"/>
                  </a:lnTo>
                  <a:lnTo>
                    <a:pt x="7028" y="4403"/>
                  </a:lnTo>
                  <a:lnTo>
                    <a:pt x="6603" y="4326"/>
                  </a:lnTo>
                  <a:lnTo>
                    <a:pt x="6178" y="4248"/>
                  </a:lnTo>
                  <a:lnTo>
                    <a:pt x="5792" y="4132"/>
                  </a:lnTo>
                  <a:lnTo>
                    <a:pt x="5368" y="4017"/>
                  </a:lnTo>
                  <a:lnTo>
                    <a:pt x="4595" y="3669"/>
                  </a:lnTo>
                  <a:lnTo>
                    <a:pt x="3862" y="3283"/>
                  </a:lnTo>
                  <a:lnTo>
                    <a:pt x="3205" y="2820"/>
                  </a:lnTo>
                  <a:lnTo>
                    <a:pt x="2549" y="2318"/>
                  </a:lnTo>
                  <a:lnTo>
                    <a:pt x="1969" y="1777"/>
                  </a:lnTo>
                  <a:lnTo>
                    <a:pt x="1352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3"/>
            <p:cNvSpPr/>
            <p:nvPr/>
          </p:nvSpPr>
          <p:spPr>
            <a:xfrm>
              <a:off x="2258625" y="3569425"/>
              <a:ext cx="44450" cy="43475"/>
            </a:xfrm>
            <a:custGeom>
              <a:avLst/>
              <a:gdLst/>
              <a:ahLst/>
              <a:cxnLst/>
              <a:rect l="l" t="t" r="r" b="b"/>
              <a:pathLst>
                <a:path w="1778" h="1739" extrusionOk="0">
                  <a:moveTo>
                    <a:pt x="773" y="310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9"/>
                  </a:lnTo>
                  <a:lnTo>
                    <a:pt x="1391" y="773"/>
                  </a:lnTo>
                  <a:lnTo>
                    <a:pt x="1391" y="966"/>
                  </a:lnTo>
                  <a:lnTo>
                    <a:pt x="1352" y="1044"/>
                  </a:lnTo>
                  <a:lnTo>
                    <a:pt x="1275" y="1159"/>
                  </a:lnTo>
                  <a:lnTo>
                    <a:pt x="1198" y="1237"/>
                  </a:lnTo>
                  <a:lnTo>
                    <a:pt x="1082" y="1314"/>
                  </a:lnTo>
                  <a:lnTo>
                    <a:pt x="889" y="1352"/>
                  </a:lnTo>
                  <a:lnTo>
                    <a:pt x="696" y="1352"/>
                  </a:lnTo>
                  <a:lnTo>
                    <a:pt x="542" y="1237"/>
                  </a:lnTo>
                  <a:lnTo>
                    <a:pt x="426" y="1082"/>
                  </a:lnTo>
                  <a:lnTo>
                    <a:pt x="387" y="889"/>
                  </a:lnTo>
                  <a:lnTo>
                    <a:pt x="387" y="735"/>
                  </a:lnTo>
                  <a:lnTo>
                    <a:pt x="464" y="580"/>
                  </a:lnTo>
                  <a:lnTo>
                    <a:pt x="542" y="387"/>
                  </a:lnTo>
                  <a:lnTo>
                    <a:pt x="542" y="348"/>
                  </a:lnTo>
                  <a:lnTo>
                    <a:pt x="773" y="310"/>
                  </a:lnTo>
                  <a:close/>
                  <a:moveTo>
                    <a:pt x="773" y="1"/>
                  </a:moveTo>
                  <a:lnTo>
                    <a:pt x="619" y="40"/>
                  </a:lnTo>
                  <a:lnTo>
                    <a:pt x="464" y="117"/>
                  </a:lnTo>
                  <a:lnTo>
                    <a:pt x="426" y="155"/>
                  </a:lnTo>
                  <a:lnTo>
                    <a:pt x="348" y="194"/>
                  </a:lnTo>
                  <a:lnTo>
                    <a:pt x="233" y="271"/>
                  </a:lnTo>
                  <a:lnTo>
                    <a:pt x="117" y="387"/>
                  </a:lnTo>
                  <a:lnTo>
                    <a:pt x="40" y="503"/>
                  </a:lnTo>
                  <a:lnTo>
                    <a:pt x="1" y="657"/>
                  </a:lnTo>
                  <a:lnTo>
                    <a:pt x="1" y="850"/>
                  </a:lnTo>
                  <a:lnTo>
                    <a:pt x="1" y="1005"/>
                  </a:lnTo>
                  <a:lnTo>
                    <a:pt x="40" y="1159"/>
                  </a:lnTo>
                  <a:lnTo>
                    <a:pt x="117" y="1314"/>
                  </a:lnTo>
                  <a:lnTo>
                    <a:pt x="194" y="1468"/>
                  </a:lnTo>
                  <a:lnTo>
                    <a:pt x="348" y="1584"/>
                  </a:lnTo>
                  <a:lnTo>
                    <a:pt x="464" y="1661"/>
                  </a:lnTo>
                  <a:lnTo>
                    <a:pt x="619" y="1739"/>
                  </a:lnTo>
                  <a:lnTo>
                    <a:pt x="966" y="1739"/>
                  </a:lnTo>
                  <a:lnTo>
                    <a:pt x="1121" y="1700"/>
                  </a:lnTo>
                  <a:lnTo>
                    <a:pt x="1275" y="1623"/>
                  </a:lnTo>
                  <a:lnTo>
                    <a:pt x="1430" y="1545"/>
                  </a:lnTo>
                  <a:lnTo>
                    <a:pt x="1584" y="1430"/>
                  </a:lnTo>
                  <a:lnTo>
                    <a:pt x="1661" y="1275"/>
                  </a:lnTo>
                  <a:lnTo>
                    <a:pt x="1739" y="1121"/>
                  </a:lnTo>
                  <a:lnTo>
                    <a:pt x="1777" y="928"/>
                  </a:lnTo>
                  <a:lnTo>
                    <a:pt x="1777" y="773"/>
                  </a:lnTo>
                  <a:lnTo>
                    <a:pt x="1739" y="580"/>
                  </a:lnTo>
                  <a:lnTo>
                    <a:pt x="1661" y="426"/>
                  </a:lnTo>
                  <a:lnTo>
                    <a:pt x="1546" y="271"/>
                  </a:lnTo>
                  <a:lnTo>
                    <a:pt x="1430" y="155"/>
                  </a:lnTo>
                  <a:lnTo>
                    <a:pt x="1275" y="78"/>
                  </a:lnTo>
                  <a:lnTo>
                    <a:pt x="1121" y="40"/>
                  </a:lnTo>
                  <a:lnTo>
                    <a:pt x="96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3"/>
            <p:cNvSpPr/>
            <p:nvPr/>
          </p:nvSpPr>
          <p:spPr>
            <a:xfrm>
              <a:off x="5836300" y="3573300"/>
              <a:ext cx="93675" cy="136150"/>
            </a:xfrm>
            <a:custGeom>
              <a:avLst/>
              <a:gdLst/>
              <a:ahLst/>
              <a:cxnLst/>
              <a:rect l="l" t="t" r="r" b="b"/>
              <a:pathLst>
                <a:path w="3747" h="5446" extrusionOk="0">
                  <a:moveTo>
                    <a:pt x="3515" y="0"/>
                  </a:moveTo>
                  <a:lnTo>
                    <a:pt x="3437" y="39"/>
                  </a:lnTo>
                  <a:lnTo>
                    <a:pt x="3360" y="78"/>
                  </a:lnTo>
                  <a:lnTo>
                    <a:pt x="3283" y="116"/>
                  </a:lnTo>
                  <a:lnTo>
                    <a:pt x="3013" y="309"/>
                  </a:lnTo>
                  <a:lnTo>
                    <a:pt x="2781" y="541"/>
                  </a:lnTo>
                  <a:lnTo>
                    <a:pt x="2588" y="773"/>
                  </a:lnTo>
                  <a:lnTo>
                    <a:pt x="2356" y="1004"/>
                  </a:lnTo>
                  <a:lnTo>
                    <a:pt x="2086" y="1236"/>
                  </a:lnTo>
                  <a:lnTo>
                    <a:pt x="1777" y="1468"/>
                  </a:lnTo>
                  <a:lnTo>
                    <a:pt x="1159" y="1815"/>
                  </a:lnTo>
                  <a:lnTo>
                    <a:pt x="1120" y="1892"/>
                  </a:lnTo>
                  <a:lnTo>
                    <a:pt x="1082" y="1970"/>
                  </a:lnTo>
                  <a:lnTo>
                    <a:pt x="1082" y="2047"/>
                  </a:lnTo>
                  <a:lnTo>
                    <a:pt x="1120" y="2086"/>
                  </a:lnTo>
                  <a:lnTo>
                    <a:pt x="1005" y="2086"/>
                  </a:lnTo>
                  <a:lnTo>
                    <a:pt x="927" y="2124"/>
                  </a:lnTo>
                  <a:lnTo>
                    <a:pt x="850" y="2201"/>
                  </a:lnTo>
                  <a:lnTo>
                    <a:pt x="812" y="2279"/>
                  </a:lnTo>
                  <a:lnTo>
                    <a:pt x="812" y="2356"/>
                  </a:lnTo>
                  <a:lnTo>
                    <a:pt x="850" y="2433"/>
                  </a:lnTo>
                  <a:lnTo>
                    <a:pt x="889" y="2510"/>
                  </a:lnTo>
                  <a:lnTo>
                    <a:pt x="1005" y="2549"/>
                  </a:lnTo>
                  <a:lnTo>
                    <a:pt x="1236" y="2626"/>
                  </a:lnTo>
                  <a:lnTo>
                    <a:pt x="1468" y="2703"/>
                  </a:lnTo>
                  <a:lnTo>
                    <a:pt x="1661" y="2858"/>
                  </a:lnTo>
                  <a:lnTo>
                    <a:pt x="1854" y="3012"/>
                  </a:lnTo>
                  <a:lnTo>
                    <a:pt x="1970" y="3205"/>
                  </a:lnTo>
                  <a:lnTo>
                    <a:pt x="2086" y="3398"/>
                  </a:lnTo>
                  <a:lnTo>
                    <a:pt x="2163" y="3669"/>
                  </a:lnTo>
                  <a:lnTo>
                    <a:pt x="2163" y="3900"/>
                  </a:lnTo>
                  <a:lnTo>
                    <a:pt x="2124" y="4132"/>
                  </a:lnTo>
                  <a:lnTo>
                    <a:pt x="2047" y="4364"/>
                  </a:lnTo>
                  <a:lnTo>
                    <a:pt x="1931" y="4557"/>
                  </a:lnTo>
                  <a:lnTo>
                    <a:pt x="1777" y="4711"/>
                  </a:lnTo>
                  <a:lnTo>
                    <a:pt x="1584" y="4866"/>
                  </a:lnTo>
                  <a:lnTo>
                    <a:pt x="1352" y="4943"/>
                  </a:lnTo>
                  <a:lnTo>
                    <a:pt x="1236" y="4982"/>
                  </a:lnTo>
                  <a:lnTo>
                    <a:pt x="1120" y="4982"/>
                  </a:lnTo>
                  <a:lnTo>
                    <a:pt x="927" y="4904"/>
                  </a:lnTo>
                  <a:lnTo>
                    <a:pt x="773" y="4789"/>
                  </a:lnTo>
                  <a:lnTo>
                    <a:pt x="696" y="4634"/>
                  </a:lnTo>
                  <a:lnTo>
                    <a:pt x="696" y="4441"/>
                  </a:lnTo>
                  <a:lnTo>
                    <a:pt x="773" y="4287"/>
                  </a:lnTo>
                  <a:lnTo>
                    <a:pt x="812" y="4209"/>
                  </a:lnTo>
                  <a:lnTo>
                    <a:pt x="889" y="4171"/>
                  </a:lnTo>
                  <a:lnTo>
                    <a:pt x="1005" y="4132"/>
                  </a:lnTo>
                  <a:lnTo>
                    <a:pt x="1120" y="4094"/>
                  </a:lnTo>
                  <a:lnTo>
                    <a:pt x="1275" y="4055"/>
                  </a:lnTo>
                  <a:lnTo>
                    <a:pt x="1352" y="3939"/>
                  </a:lnTo>
                  <a:lnTo>
                    <a:pt x="1314" y="3823"/>
                  </a:lnTo>
                  <a:lnTo>
                    <a:pt x="1314" y="3746"/>
                  </a:lnTo>
                  <a:lnTo>
                    <a:pt x="1236" y="3669"/>
                  </a:lnTo>
                  <a:lnTo>
                    <a:pt x="155" y="2935"/>
                  </a:lnTo>
                  <a:lnTo>
                    <a:pt x="1" y="3321"/>
                  </a:lnTo>
                  <a:lnTo>
                    <a:pt x="657" y="3785"/>
                  </a:lnTo>
                  <a:lnTo>
                    <a:pt x="541" y="3900"/>
                  </a:lnTo>
                  <a:lnTo>
                    <a:pt x="425" y="4016"/>
                  </a:lnTo>
                  <a:lnTo>
                    <a:pt x="310" y="4132"/>
                  </a:lnTo>
                  <a:lnTo>
                    <a:pt x="271" y="4248"/>
                  </a:lnTo>
                  <a:lnTo>
                    <a:pt x="232" y="4402"/>
                  </a:lnTo>
                  <a:lnTo>
                    <a:pt x="194" y="4557"/>
                  </a:lnTo>
                  <a:lnTo>
                    <a:pt x="232" y="4750"/>
                  </a:lnTo>
                  <a:lnTo>
                    <a:pt x="271" y="4904"/>
                  </a:lnTo>
                  <a:lnTo>
                    <a:pt x="425" y="5136"/>
                  </a:lnTo>
                  <a:lnTo>
                    <a:pt x="580" y="5291"/>
                  </a:lnTo>
                  <a:lnTo>
                    <a:pt x="773" y="5368"/>
                  </a:lnTo>
                  <a:lnTo>
                    <a:pt x="966" y="5445"/>
                  </a:lnTo>
                  <a:lnTo>
                    <a:pt x="1198" y="5445"/>
                  </a:lnTo>
                  <a:lnTo>
                    <a:pt x="1429" y="5406"/>
                  </a:lnTo>
                  <a:lnTo>
                    <a:pt x="1661" y="5329"/>
                  </a:lnTo>
                  <a:lnTo>
                    <a:pt x="1854" y="5213"/>
                  </a:lnTo>
                  <a:lnTo>
                    <a:pt x="2086" y="5059"/>
                  </a:lnTo>
                  <a:lnTo>
                    <a:pt x="2279" y="4866"/>
                  </a:lnTo>
                  <a:lnTo>
                    <a:pt x="2433" y="4673"/>
                  </a:lnTo>
                  <a:lnTo>
                    <a:pt x="2511" y="4441"/>
                  </a:lnTo>
                  <a:lnTo>
                    <a:pt x="2588" y="4209"/>
                  </a:lnTo>
                  <a:lnTo>
                    <a:pt x="2626" y="3978"/>
                  </a:lnTo>
                  <a:lnTo>
                    <a:pt x="2626" y="3746"/>
                  </a:lnTo>
                  <a:lnTo>
                    <a:pt x="2588" y="3514"/>
                  </a:lnTo>
                  <a:lnTo>
                    <a:pt x="2511" y="3283"/>
                  </a:lnTo>
                  <a:lnTo>
                    <a:pt x="2395" y="3090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70" y="2510"/>
                  </a:lnTo>
                  <a:lnTo>
                    <a:pt x="1777" y="2356"/>
                  </a:lnTo>
                  <a:lnTo>
                    <a:pt x="1545" y="2240"/>
                  </a:lnTo>
                  <a:lnTo>
                    <a:pt x="1314" y="2124"/>
                  </a:lnTo>
                  <a:lnTo>
                    <a:pt x="1661" y="2008"/>
                  </a:lnTo>
                  <a:lnTo>
                    <a:pt x="1970" y="1854"/>
                  </a:lnTo>
                  <a:lnTo>
                    <a:pt x="2279" y="1661"/>
                  </a:lnTo>
                  <a:lnTo>
                    <a:pt x="2588" y="1429"/>
                  </a:lnTo>
                  <a:lnTo>
                    <a:pt x="2858" y="1236"/>
                  </a:lnTo>
                  <a:lnTo>
                    <a:pt x="3128" y="966"/>
                  </a:lnTo>
                  <a:lnTo>
                    <a:pt x="3360" y="695"/>
                  </a:lnTo>
                  <a:lnTo>
                    <a:pt x="3476" y="541"/>
                  </a:lnTo>
                  <a:lnTo>
                    <a:pt x="3553" y="387"/>
                  </a:lnTo>
                  <a:lnTo>
                    <a:pt x="3746" y="116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3"/>
            <p:cNvSpPr/>
            <p:nvPr/>
          </p:nvSpPr>
          <p:spPr>
            <a:xfrm>
              <a:off x="2264425" y="357522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28"/>
                  </a:lnTo>
                  <a:lnTo>
                    <a:pt x="3939" y="4248"/>
                  </a:lnTo>
                  <a:lnTo>
                    <a:pt x="4017" y="5407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917"/>
                  </a:lnTo>
                  <a:lnTo>
                    <a:pt x="3901" y="8534"/>
                  </a:lnTo>
                  <a:lnTo>
                    <a:pt x="3746" y="9152"/>
                  </a:lnTo>
                  <a:lnTo>
                    <a:pt x="3515" y="9732"/>
                  </a:lnTo>
                  <a:lnTo>
                    <a:pt x="3244" y="10272"/>
                  </a:lnTo>
                  <a:lnTo>
                    <a:pt x="3013" y="10542"/>
                  </a:lnTo>
                  <a:lnTo>
                    <a:pt x="2781" y="10735"/>
                  </a:lnTo>
                  <a:lnTo>
                    <a:pt x="2472" y="10851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93"/>
                  </a:lnTo>
                  <a:lnTo>
                    <a:pt x="773" y="9384"/>
                  </a:lnTo>
                  <a:lnTo>
                    <a:pt x="696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29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618" y="2742"/>
                  </a:lnTo>
                  <a:lnTo>
                    <a:pt x="1391" y="2395"/>
                  </a:lnTo>
                  <a:lnTo>
                    <a:pt x="2163" y="1931"/>
                  </a:lnTo>
                  <a:lnTo>
                    <a:pt x="2935" y="1429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39"/>
                  </a:lnTo>
                  <a:lnTo>
                    <a:pt x="3476" y="310"/>
                  </a:lnTo>
                  <a:lnTo>
                    <a:pt x="3051" y="657"/>
                  </a:lnTo>
                  <a:lnTo>
                    <a:pt x="2626" y="966"/>
                  </a:lnTo>
                  <a:lnTo>
                    <a:pt x="2202" y="1313"/>
                  </a:lnTo>
                  <a:lnTo>
                    <a:pt x="1314" y="1893"/>
                  </a:lnTo>
                  <a:lnTo>
                    <a:pt x="425" y="2472"/>
                  </a:lnTo>
                  <a:lnTo>
                    <a:pt x="348" y="2549"/>
                  </a:lnTo>
                  <a:lnTo>
                    <a:pt x="348" y="2626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3"/>
                  </a:lnTo>
                  <a:lnTo>
                    <a:pt x="155" y="4866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616"/>
                  </a:lnTo>
                  <a:lnTo>
                    <a:pt x="503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4"/>
                  </a:lnTo>
                  <a:lnTo>
                    <a:pt x="1391" y="11199"/>
                  </a:lnTo>
                  <a:lnTo>
                    <a:pt x="1622" y="11315"/>
                  </a:lnTo>
                  <a:lnTo>
                    <a:pt x="1816" y="11392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19" y="11353"/>
                  </a:lnTo>
                  <a:lnTo>
                    <a:pt x="3051" y="11237"/>
                  </a:lnTo>
                  <a:lnTo>
                    <a:pt x="3283" y="11044"/>
                  </a:lnTo>
                  <a:lnTo>
                    <a:pt x="3476" y="10890"/>
                  </a:lnTo>
                  <a:lnTo>
                    <a:pt x="3669" y="10658"/>
                  </a:lnTo>
                  <a:lnTo>
                    <a:pt x="3823" y="10388"/>
                  </a:lnTo>
                  <a:lnTo>
                    <a:pt x="3978" y="10156"/>
                  </a:lnTo>
                  <a:lnTo>
                    <a:pt x="4171" y="9538"/>
                  </a:lnTo>
                  <a:lnTo>
                    <a:pt x="4325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222"/>
                  </a:lnTo>
                  <a:lnTo>
                    <a:pt x="4596" y="6642"/>
                  </a:lnTo>
                  <a:lnTo>
                    <a:pt x="4596" y="6102"/>
                  </a:lnTo>
                  <a:lnTo>
                    <a:pt x="4557" y="4982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1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39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3"/>
            <p:cNvSpPr/>
            <p:nvPr/>
          </p:nvSpPr>
          <p:spPr>
            <a:xfrm>
              <a:off x="4033950" y="358970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39" y="233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3"/>
                  </a:lnTo>
                  <a:lnTo>
                    <a:pt x="1005" y="155"/>
                  </a:lnTo>
                  <a:lnTo>
                    <a:pt x="966" y="117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3"/>
            <p:cNvSpPr/>
            <p:nvPr/>
          </p:nvSpPr>
          <p:spPr>
            <a:xfrm>
              <a:off x="3935475" y="3595500"/>
              <a:ext cx="21275" cy="8725"/>
            </a:xfrm>
            <a:custGeom>
              <a:avLst/>
              <a:gdLst/>
              <a:ahLst/>
              <a:cxnLst/>
              <a:rect l="l" t="t" r="r" b="b"/>
              <a:pathLst>
                <a:path w="851" h="349" extrusionOk="0">
                  <a:moveTo>
                    <a:pt x="426" y="1"/>
                  </a:moveTo>
                  <a:lnTo>
                    <a:pt x="155" y="39"/>
                  </a:lnTo>
                  <a:lnTo>
                    <a:pt x="117" y="39"/>
                  </a:lnTo>
                  <a:lnTo>
                    <a:pt x="40" y="78"/>
                  </a:lnTo>
                  <a:lnTo>
                    <a:pt x="1" y="194"/>
                  </a:lnTo>
                  <a:lnTo>
                    <a:pt x="40" y="271"/>
                  </a:lnTo>
                  <a:lnTo>
                    <a:pt x="117" y="309"/>
                  </a:lnTo>
                  <a:lnTo>
                    <a:pt x="155" y="348"/>
                  </a:lnTo>
                  <a:lnTo>
                    <a:pt x="735" y="348"/>
                  </a:lnTo>
                  <a:lnTo>
                    <a:pt x="812" y="271"/>
                  </a:lnTo>
                  <a:lnTo>
                    <a:pt x="850" y="194"/>
                  </a:lnTo>
                  <a:lnTo>
                    <a:pt x="812" y="78"/>
                  </a:lnTo>
                  <a:lnTo>
                    <a:pt x="73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3"/>
            <p:cNvSpPr/>
            <p:nvPr/>
          </p:nvSpPr>
          <p:spPr>
            <a:xfrm>
              <a:off x="6924275" y="3599350"/>
              <a:ext cx="335975" cy="782950"/>
            </a:xfrm>
            <a:custGeom>
              <a:avLst/>
              <a:gdLst/>
              <a:ahLst/>
              <a:cxnLst/>
              <a:rect l="l" t="t" r="r" b="b"/>
              <a:pathLst>
                <a:path w="13439" h="31318" extrusionOk="0">
                  <a:moveTo>
                    <a:pt x="6488" y="387"/>
                  </a:moveTo>
                  <a:lnTo>
                    <a:pt x="6526" y="464"/>
                  </a:lnTo>
                  <a:lnTo>
                    <a:pt x="7144" y="2009"/>
                  </a:lnTo>
                  <a:lnTo>
                    <a:pt x="7685" y="3554"/>
                  </a:lnTo>
                  <a:lnTo>
                    <a:pt x="8226" y="5137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2"/>
                  </a:lnTo>
                  <a:lnTo>
                    <a:pt x="7530" y="7338"/>
                  </a:lnTo>
                  <a:lnTo>
                    <a:pt x="7222" y="7454"/>
                  </a:lnTo>
                  <a:lnTo>
                    <a:pt x="6913" y="7531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1"/>
                  </a:lnTo>
                  <a:lnTo>
                    <a:pt x="5522" y="7492"/>
                  </a:lnTo>
                  <a:lnTo>
                    <a:pt x="4866" y="7338"/>
                  </a:lnTo>
                  <a:lnTo>
                    <a:pt x="4210" y="7106"/>
                  </a:lnTo>
                  <a:lnTo>
                    <a:pt x="3592" y="6874"/>
                  </a:lnTo>
                  <a:lnTo>
                    <a:pt x="3862" y="6025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4"/>
                  </a:lnTo>
                  <a:lnTo>
                    <a:pt x="5214" y="2743"/>
                  </a:lnTo>
                  <a:lnTo>
                    <a:pt x="5600" y="1932"/>
                  </a:lnTo>
                  <a:lnTo>
                    <a:pt x="6024" y="1159"/>
                  </a:lnTo>
                  <a:lnTo>
                    <a:pt x="6488" y="387"/>
                  </a:lnTo>
                  <a:close/>
                  <a:moveTo>
                    <a:pt x="8805" y="7029"/>
                  </a:moveTo>
                  <a:lnTo>
                    <a:pt x="9230" y="8419"/>
                  </a:lnTo>
                  <a:lnTo>
                    <a:pt x="9577" y="9848"/>
                  </a:lnTo>
                  <a:lnTo>
                    <a:pt x="9847" y="11083"/>
                  </a:lnTo>
                  <a:lnTo>
                    <a:pt x="10079" y="12358"/>
                  </a:lnTo>
                  <a:lnTo>
                    <a:pt x="10234" y="13632"/>
                  </a:lnTo>
                  <a:lnTo>
                    <a:pt x="10388" y="14906"/>
                  </a:lnTo>
                  <a:lnTo>
                    <a:pt x="10465" y="16181"/>
                  </a:lnTo>
                  <a:lnTo>
                    <a:pt x="10504" y="16837"/>
                  </a:lnTo>
                  <a:lnTo>
                    <a:pt x="10504" y="17493"/>
                  </a:lnTo>
                  <a:lnTo>
                    <a:pt x="10504" y="18189"/>
                  </a:lnTo>
                  <a:lnTo>
                    <a:pt x="10427" y="18845"/>
                  </a:lnTo>
                  <a:lnTo>
                    <a:pt x="10311" y="19463"/>
                  </a:lnTo>
                  <a:lnTo>
                    <a:pt x="10118" y="20081"/>
                  </a:lnTo>
                  <a:lnTo>
                    <a:pt x="9886" y="20660"/>
                  </a:lnTo>
                  <a:lnTo>
                    <a:pt x="9538" y="21162"/>
                  </a:lnTo>
                  <a:lnTo>
                    <a:pt x="9384" y="21394"/>
                  </a:lnTo>
                  <a:lnTo>
                    <a:pt x="9152" y="21587"/>
                  </a:lnTo>
                  <a:lnTo>
                    <a:pt x="8959" y="21780"/>
                  </a:lnTo>
                  <a:lnTo>
                    <a:pt x="8728" y="21973"/>
                  </a:lnTo>
                  <a:lnTo>
                    <a:pt x="8496" y="22127"/>
                  </a:lnTo>
                  <a:lnTo>
                    <a:pt x="8226" y="22243"/>
                  </a:lnTo>
                  <a:lnTo>
                    <a:pt x="7955" y="22359"/>
                  </a:lnTo>
                  <a:lnTo>
                    <a:pt x="7685" y="22436"/>
                  </a:lnTo>
                  <a:lnTo>
                    <a:pt x="7415" y="22475"/>
                  </a:lnTo>
                  <a:lnTo>
                    <a:pt x="6797" y="22475"/>
                  </a:lnTo>
                  <a:lnTo>
                    <a:pt x="6488" y="22436"/>
                  </a:lnTo>
                  <a:lnTo>
                    <a:pt x="5909" y="22282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5"/>
                  </a:lnTo>
                  <a:lnTo>
                    <a:pt x="4094" y="20930"/>
                  </a:lnTo>
                  <a:lnTo>
                    <a:pt x="3785" y="20467"/>
                  </a:lnTo>
                  <a:lnTo>
                    <a:pt x="3476" y="19965"/>
                  </a:lnTo>
                  <a:lnTo>
                    <a:pt x="3244" y="19424"/>
                  </a:lnTo>
                  <a:lnTo>
                    <a:pt x="3051" y="18884"/>
                  </a:lnTo>
                  <a:lnTo>
                    <a:pt x="2897" y="18343"/>
                  </a:lnTo>
                  <a:lnTo>
                    <a:pt x="2781" y="17802"/>
                  </a:lnTo>
                  <a:lnTo>
                    <a:pt x="2704" y="17223"/>
                  </a:lnTo>
                  <a:lnTo>
                    <a:pt x="2588" y="16103"/>
                  </a:lnTo>
                  <a:lnTo>
                    <a:pt x="2511" y="14945"/>
                  </a:lnTo>
                  <a:lnTo>
                    <a:pt x="2511" y="13748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3"/>
                  </a:lnTo>
                  <a:lnTo>
                    <a:pt x="3128" y="8689"/>
                  </a:lnTo>
                  <a:lnTo>
                    <a:pt x="3283" y="7917"/>
                  </a:lnTo>
                  <a:lnTo>
                    <a:pt x="3515" y="7183"/>
                  </a:lnTo>
                  <a:lnTo>
                    <a:pt x="4132" y="7454"/>
                  </a:lnTo>
                  <a:lnTo>
                    <a:pt x="4827" y="7685"/>
                  </a:lnTo>
                  <a:lnTo>
                    <a:pt x="5522" y="7840"/>
                  </a:lnTo>
                  <a:lnTo>
                    <a:pt x="5909" y="7917"/>
                  </a:lnTo>
                  <a:lnTo>
                    <a:pt x="6256" y="7917"/>
                  </a:lnTo>
                  <a:lnTo>
                    <a:pt x="6604" y="7956"/>
                  </a:lnTo>
                  <a:lnTo>
                    <a:pt x="6990" y="7917"/>
                  </a:lnTo>
                  <a:lnTo>
                    <a:pt x="7299" y="7878"/>
                  </a:lnTo>
                  <a:lnTo>
                    <a:pt x="7646" y="7763"/>
                  </a:lnTo>
                  <a:lnTo>
                    <a:pt x="7955" y="7647"/>
                  </a:lnTo>
                  <a:lnTo>
                    <a:pt x="8264" y="7492"/>
                  </a:lnTo>
                  <a:lnTo>
                    <a:pt x="8573" y="7261"/>
                  </a:lnTo>
                  <a:lnTo>
                    <a:pt x="8805" y="7029"/>
                  </a:lnTo>
                  <a:close/>
                  <a:moveTo>
                    <a:pt x="8650" y="22475"/>
                  </a:moveTo>
                  <a:lnTo>
                    <a:pt x="8766" y="22822"/>
                  </a:lnTo>
                  <a:lnTo>
                    <a:pt x="8921" y="23170"/>
                  </a:lnTo>
                  <a:lnTo>
                    <a:pt x="8496" y="23402"/>
                  </a:lnTo>
                  <a:lnTo>
                    <a:pt x="8071" y="23556"/>
                  </a:lnTo>
                  <a:lnTo>
                    <a:pt x="7608" y="23633"/>
                  </a:lnTo>
                  <a:lnTo>
                    <a:pt x="7144" y="23672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3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5"/>
                  </a:lnTo>
                  <a:lnTo>
                    <a:pt x="5870" y="22629"/>
                  </a:lnTo>
                  <a:lnTo>
                    <a:pt x="6256" y="22784"/>
                  </a:lnTo>
                  <a:lnTo>
                    <a:pt x="6681" y="22861"/>
                  </a:lnTo>
                  <a:lnTo>
                    <a:pt x="7067" y="22900"/>
                  </a:lnTo>
                  <a:lnTo>
                    <a:pt x="7453" y="22861"/>
                  </a:lnTo>
                  <a:lnTo>
                    <a:pt x="7878" y="22822"/>
                  </a:lnTo>
                  <a:lnTo>
                    <a:pt x="8264" y="22668"/>
                  </a:lnTo>
                  <a:lnTo>
                    <a:pt x="8650" y="22475"/>
                  </a:lnTo>
                  <a:close/>
                  <a:moveTo>
                    <a:pt x="10890" y="16798"/>
                  </a:moveTo>
                  <a:lnTo>
                    <a:pt x="11392" y="17262"/>
                  </a:lnTo>
                  <a:lnTo>
                    <a:pt x="11933" y="17648"/>
                  </a:lnTo>
                  <a:lnTo>
                    <a:pt x="12512" y="18034"/>
                  </a:lnTo>
                  <a:lnTo>
                    <a:pt x="13091" y="18343"/>
                  </a:lnTo>
                  <a:lnTo>
                    <a:pt x="12937" y="19772"/>
                  </a:lnTo>
                  <a:lnTo>
                    <a:pt x="12821" y="21239"/>
                  </a:lnTo>
                  <a:lnTo>
                    <a:pt x="12705" y="24212"/>
                  </a:lnTo>
                  <a:lnTo>
                    <a:pt x="11894" y="23595"/>
                  </a:lnTo>
                  <a:lnTo>
                    <a:pt x="11044" y="23015"/>
                  </a:lnTo>
                  <a:lnTo>
                    <a:pt x="10813" y="22861"/>
                  </a:lnTo>
                  <a:lnTo>
                    <a:pt x="10620" y="22668"/>
                  </a:lnTo>
                  <a:lnTo>
                    <a:pt x="10581" y="22591"/>
                  </a:lnTo>
                  <a:lnTo>
                    <a:pt x="10542" y="22436"/>
                  </a:lnTo>
                  <a:lnTo>
                    <a:pt x="10542" y="22127"/>
                  </a:lnTo>
                  <a:lnTo>
                    <a:pt x="10542" y="21394"/>
                  </a:lnTo>
                  <a:lnTo>
                    <a:pt x="10504" y="20660"/>
                  </a:lnTo>
                  <a:lnTo>
                    <a:pt x="10504" y="20583"/>
                  </a:lnTo>
                  <a:lnTo>
                    <a:pt x="10465" y="20544"/>
                  </a:lnTo>
                  <a:lnTo>
                    <a:pt x="10388" y="20467"/>
                  </a:lnTo>
                  <a:lnTo>
                    <a:pt x="10542" y="19965"/>
                  </a:lnTo>
                  <a:lnTo>
                    <a:pt x="10697" y="19424"/>
                  </a:lnTo>
                  <a:lnTo>
                    <a:pt x="10774" y="18884"/>
                  </a:lnTo>
                  <a:lnTo>
                    <a:pt x="10851" y="18304"/>
                  </a:lnTo>
                  <a:lnTo>
                    <a:pt x="10890" y="17571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5"/>
                  </a:lnTo>
                  <a:lnTo>
                    <a:pt x="6140" y="23826"/>
                  </a:lnTo>
                  <a:lnTo>
                    <a:pt x="6642" y="23942"/>
                  </a:lnTo>
                  <a:lnTo>
                    <a:pt x="7144" y="23981"/>
                  </a:lnTo>
                  <a:lnTo>
                    <a:pt x="7646" y="23981"/>
                  </a:lnTo>
                  <a:lnTo>
                    <a:pt x="8148" y="23865"/>
                  </a:lnTo>
                  <a:lnTo>
                    <a:pt x="8612" y="23710"/>
                  </a:lnTo>
                  <a:lnTo>
                    <a:pt x="9075" y="23440"/>
                  </a:lnTo>
                  <a:lnTo>
                    <a:pt x="9384" y="23904"/>
                  </a:lnTo>
                  <a:lnTo>
                    <a:pt x="8843" y="24174"/>
                  </a:lnTo>
                  <a:lnTo>
                    <a:pt x="8303" y="24367"/>
                  </a:lnTo>
                  <a:lnTo>
                    <a:pt x="7762" y="24483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4"/>
                  </a:lnTo>
                  <a:lnTo>
                    <a:pt x="5561" y="24290"/>
                  </a:lnTo>
                  <a:lnTo>
                    <a:pt x="4982" y="24097"/>
                  </a:lnTo>
                  <a:lnTo>
                    <a:pt x="5059" y="23904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8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3"/>
                  </a:lnTo>
                  <a:lnTo>
                    <a:pt x="2974" y="19772"/>
                  </a:lnTo>
                  <a:lnTo>
                    <a:pt x="3244" y="20312"/>
                  </a:lnTo>
                  <a:lnTo>
                    <a:pt x="3244" y="20351"/>
                  </a:lnTo>
                  <a:lnTo>
                    <a:pt x="3206" y="21200"/>
                  </a:lnTo>
                  <a:lnTo>
                    <a:pt x="3244" y="22050"/>
                  </a:lnTo>
                  <a:lnTo>
                    <a:pt x="3283" y="22359"/>
                  </a:lnTo>
                  <a:lnTo>
                    <a:pt x="3321" y="22706"/>
                  </a:lnTo>
                  <a:lnTo>
                    <a:pt x="3321" y="23054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9"/>
                  </a:lnTo>
                  <a:lnTo>
                    <a:pt x="3051" y="23633"/>
                  </a:lnTo>
                  <a:lnTo>
                    <a:pt x="2704" y="23904"/>
                  </a:lnTo>
                  <a:lnTo>
                    <a:pt x="2009" y="24405"/>
                  </a:lnTo>
                  <a:lnTo>
                    <a:pt x="773" y="25409"/>
                  </a:lnTo>
                  <a:lnTo>
                    <a:pt x="811" y="24676"/>
                  </a:lnTo>
                  <a:lnTo>
                    <a:pt x="850" y="23942"/>
                  </a:lnTo>
                  <a:lnTo>
                    <a:pt x="811" y="23170"/>
                  </a:lnTo>
                  <a:lnTo>
                    <a:pt x="773" y="22436"/>
                  </a:lnTo>
                  <a:lnTo>
                    <a:pt x="657" y="21239"/>
                  </a:lnTo>
                  <a:lnTo>
                    <a:pt x="503" y="20467"/>
                  </a:lnTo>
                  <a:lnTo>
                    <a:pt x="425" y="20081"/>
                  </a:lnTo>
                  <a:lnTo>
                    <a:pt x="464" y="19694"/>
                  </a:lnTo>
                  <a:lnTo>
                    <a:pt x="503" y="19656"/>
                  </a:lnTo>
                  <a:lnTo>
                    <a:pt x="541" y="19579"/>
                  </a:lnTo>
                  <a:lnTo>
                    <a:pt x="541" y="19540"/>
                  </a:lnTo>
                  <a:lnTo>
                    <a:pt x="541" y="19463"/>
                  </a:lnTo>
                  <a:lnTo>
                    <a:pt x="1429" y="18420"/>
                  </a:lnTo>
                  <a:lnTo>
                    <a:pt x="2356" y="17378"/>
                  </a:lnTo>
                  <a:close/>
                  <a:moveTo>
                    <a:pt x="8148" y="24830"/>
                  </a:moveTo>
                  <a:lnTo>
                    <a:pt x="8148" y="25062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8"/>
                  </a:lnTo>
                  <a:lnTo>
                    <a:pt x="7878" y="25216"/>
                  </a:lnTo>
                  <a:lnTo>
                    <a:pt x="7839" y="25294"/>
                  </a:lnTo>
                  <a:lnTo>
                    <a:pt x="7839" y="25371"/>
                  </a:lnTo>
                  <a:lnTo>
                    <a:pt x="7994" y="25873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60"/>
                  </a:lnTo>
                  <a:lnTo>
                    <a:pt x="8148" y="28962"/>
                  </a:lnTo>
                  <a:lnTo>
                    <a:pt x="8071" y="29503"/>
                  </a:lnTo>
                  <a:lnTo>
                    <a:pt x="7762" y="29194"/>
                  </a:lnTo>
                  <a:lnTo>
                    <a:pt x="7453" y="28885"/>
                  </a:lnTo>
                  <a:lnTo>
                    <a:pt x="7260" y="28537"/>
                  </a:lnTo>
                  <a:lnTo>
                    <a:pt x="7067" y="28190"/>
                  </a:lnTo>
                  <a:lnTo>
                    <a:pt x="6951" y="27804"/>
                  </a:lnTo>
                  <a:lnTo>
                    <a:pt x="6874" y="27417"/>
                  </a:lnTo>
                  <a:lnTo>
                    <a:pt x="6835" y="26954"/>
                  </a:lnTo>
                  <a:lnTo>
                    <a:pt x="6835" y="26491"/>
                  </a:lnTo>
                  <a:lnTo>
                    <a:pt x="6874" y="26105"/>
                  </a:lnTo>
                  <a:lnTo>
                    <a:pt x="6874" y="25757"/>
                  </a:lnTo>
                  <a:lnTo>
                    <a:pt x="6835" y="25603"/>
                  </a:lnTo>
                  <a:lnTo>
                    <a:pt x="6758" y="25487"/>
                  </a:lnTo>
                  <a:lnTo>
                    <a:pt x="6642" y="25371"/>
                  </a:lnTo>
                  <a:lnTo>
                    <a:pt x="6488" y="25294"/>
                  </a:lnTo>
                  <a:lnTo>
                    <a:pt x="6604" y="25101"/>
                  </a:lnTo>
                  <a:lnTo>
                    <a:pt x="6720" y="24985"/>
                  </a:lnTo>
                  <a:lnTo>
                    <a:pt x="7106" y="24985"/>
                  </a:lnTo>
                  <a:lnTo>
                    <a:pt x="7453" y="24946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5"/>
                  </a:lnTo>
                  <a:lnTo>
                    <a:pt x="9500" y="25409"/>
                  </a:lnTo>
                  <a:lnTo>
                    <a:pt x="9809" y="25796"/>
                  </a:lnTo>
                  <a:lnTo>
                    <a:pt x="10118" y="26259"/>
                  </a:lnTo>
                  <a:lnTo>
                    <a:pt x="9847" y="26220"/>
                  </a:lnTo>
                  <a:lnTo>
                    <a:pt x="9616" y="26105"/>
                  </a:lnTo>
                  <a:lnTo>
                    <a:pt x="9423" y="25950"/>
                  </a:lnTo>
                  <a:lnTo>
                    <a:pt x="9230" y="25757"/>
                  </a:lnTo>
                  <a:lnTo>
                    <a:pt x="9191" y="25680"/>
                  </a:lnTo>
                  <a:lnTo>
                    <a:pt x="8998" y="25680"/>
                  </a:lnTo>
                  <a:lnTo>
                    <a:pt x="8959" y="25718"/>
                  </a:lnTo>
                  <a:lnTo>
                    <a:pt x="8921" y="25796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1"/>
                  </a:lnTo>
                  <a:lnTo>
                    <a:pt x="9423" y="27070"/>
                  </a:lnTo>
                  <a:lnTo>
                    <a:pt x="9500" y="27379"/>
                  </a:lnTo>
                  <a:lnTo>
                    <a:pt x="9538" y="27688"/>
                  </a:lnTo>
                  <a:lnTo>
                    <a:pt x="9538" y="27997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80"/>
                  </a:lnTo>
                  <a:lnTo>
                    <a:pt x="9230" y="29889"/>
                  </a:lnTo>
                  <a:lnTo>
                    <a:pt x="9075" y="30159"/>
                  </a:lnTo>
                  <a:lnTo>
                    <a:pt x="8921" y="30429"/>
                  </a:lnTo>
                  <a:lnTo>
                    <a:pt x="8728" y="30661"/>
                  </a:lnTo>
                  <a:lnTo>
                    <a:pt x="8534" y="30777"/>
                  </a:lnTo>
                  <a:lnTo>
                    <a:pt x="8341" y="30854"/>
                  </a:lnTo>
                  <a:lnTo>
                    <a:pt x="8187" y="30854"/>
                  </a:lnTo>
                  <a:lnTo>
                    <a:pt x="7994" y="30777"/>
                  </a:lnTo>
                  <a:lnTo>
                    <a:pt x="7839" y="30700"/>
                  </a:lnTo>
                  <a:lnTo>
                    <a:pt x="7685" y="30584"/>
                  </a:lnTo>
                  <a:lnTo>
                    <a:pt x="7376" y="30275"/>
                  </a:lnTo>
                  <a:lnTo>
                    <a:pt x="6874" y="29773"/>
                  </a:lnTo>
                  <a:lnTo>
                    <a:pt x="6681" y="29503"/>
                  </a:lnTo>
                  <a:lnTo>
                    <a:pt x="6488" y="29194"/>
                  </a:lnTo>
                  <a:lnTo>
                    <a:pt x="6295" y="28846"/>
                  </a:lnTo>
                  <a:lnTo>
                    <a:pt x="6102" y="28460"/>
                  </a:lnTo>
                  <a:lnTo>
                    <a:pt x="5986" y="28074"/>
                  </a:lnTo>
                  <a:lnTo>
                    <a:pt x="5909" y="27688"/>
                  </a:lnTo>
                  <a:lnTo>
                    <a:pt x="5870" y="27263"/>
                  </a:lnTo>
                  <a:lnTo>
                    <a:pt x="5870" y="26877"/>
                  </a:lnTo>
                  <a:lnTo>
                    <a:pt x="5909" y="26491"/>
                  </a:lnTo>
                  <a:lnTo>
                    <a:pt x="6024" y="26066"/>
                  </a:lnTo>
                  <a:lnTo>
                    <a:pt x="6024" y="25950"/>
                  </a:lnTo>
                  <a:lnTo>
                    <a:pt x="5947" y="25911"/>
                  </a:lnTo>
                  <a:lnTo>
                    <a:pt x="5870" y="25873"/>
                  </a:lnTo>
                  <a:lnTo>
                    <a:pt x="5793" y="25873"/>
                  </a:lnTo>
                  <a:lnTo>
                    <a:pt x="5059" y="26220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8"/>
                  </a:lnTo>
                  <a:lnTo>
                    <a:pt x="5445" y="25101"/>
                  </a:lnTo>
                  <a:lnTo>
                    <a:pt x="5716" y="24753"/>
                  </a:lnTo>
                  <a:lnTo>
                    <a:pt x="6102" y="24869"/>
                  </a:lnTo>
                  <a:lnTo>
                    <a:pt x="6488" y="24946"/>
                  </a:lnTo>
                  <a:lnTo>
                    <a:pt x="6333" y="25101"/>
                  </a:lnTo>
                  <a:lnTo>
                    <a:pt x="6179" y="25294"/>
                  </a:lnTo>
                  <a:lnTo>
                    <a:pt x="6179" y="25371"/>
                  </a:lnTo>
                  <a:lnTo>
                    <a:pt x="6179" y="25448"/>
                  </a:lnTo>
                  <a:lnTo>
                    <a:pt x="6256" y="25487"/>
                  </a:lnTo>
                  <a:lnTo>
                    <a:pt x="6295" y="25487"/>
                  </a:lnTo>
                  <a:lnTo>
                    <a:pt x="6372" y="25525"/>
                  </a:lnTo>
                  <a:lnTo>
                    <a:pt x="6449" y="25603"/>
                  </a:lnTo>
                  <a:lnTo>
                    <a:pt x="6526" y="25796"/>
                  </a:lnTo>
                  <a:lnTo>
                    <a:pt x="6565" y="26105"/>
                  </a:lnTo>
                  <a:lnTo>
                    <a:pt x="6604" y="26452"/>
                  </a:lnTo>
                  <a:lnTo>
                    <a:pt x="6604" y="27147"/>
                  </a:lnTo>
                  <a:lnTo>
                    <a:pt x="6604" y="27611"/>
                  </a:lnTo>
                  <a:lnTo>
                    <a:pt x="6681" y="28074"/>
                  </a:lnTo>
                  <a:lnTo>
                    <a:pt x="6835" y="28499"/>
                  </a:lnTo>
                  <a:lnTo>
                    <a:pt x="7067" y="28923"/>
                  </a:lnTo>
                  <a:lnTo>
                    <a:pt x="7376" y="29310"/>
                  </a:lnTo>
                  <a:lnTo>
                    <a:pt x="7569" y="29464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50"/>
                  </a:lnTo>
                  <a:lnTo>
                    <a:pt x="8264" y="29850"/>
                  </a:lnTo>
                  <a:lnTo>
                    <a:pt x="8303" y="29812"/>
                  </a:lnTo>
                  <a:lnTo>
                    <a:pt x="8303" y="29734"/>
                  </a:lnTo>
                  <a:lnTo>
                    <a:pt x="8303" y="29696"/>
                  </a:lnTo>
                  <a:lnTo>
                    <a:pt x="8303" y="29657"/>
                  </a:lnTo>
                  <a:lnTo>
                    <a:pt x="8419" y="29155"/>
                  </a:lnTo>
                  <a:lnTo>
                    <a:pt x="8496" y="28615"/>
                  </a:lnTo>
                  <a:lnTo>
                    <a:pt x="8534" y="28113"/>
                  </a:lnTo>
                  <a:lnTo>
                    <a:pt x="8534" y="27572"/>
                  </a:lnTo>
                  <a:lnTo>
                    <a:pt x="8534" y="27070"/>
                  </a:lnTo>
                  <a:lnTo>
                    <a:pt x="8457" y="26568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7"/>
                  </a:lnTo>
                  <a:lnTo>
                    <a:pt x="8650" y="25409"/>
                  </a:lnTo>
                  <a:lnTo>
                    <a:pt x="8650" y="25371"/>
                  </a:lnTo>
                  <a:lnTo>
                    <a:pt x="8612" y="25294"/>
                  </a:lnTo>
                  <a:lnTo>
                    <a:pt x="8380" y="24792"/>
                  </a:lnTo>
                  <a:lnTo>
                    <a:pt x="8805" y="24637"/>
                  </a:lnTo>
                  <a:close/>
                  <a:moveTo>
                    <a:pt x="6449" y="1"/>
                  </a:moveTo>
                  <a:lnTo>
                    <a:pt x="6411" y="40"/>
                  </a:lnTo>
                  <a:lnTo>
                    <a:pt x="6411" y="117"/>
                  </a:lnTo>
                  <a:lnTo>
                    <a:pt x="6333" y="117"/>
                  </a:lnTo>
                  <a:lnTo>
                    <a:pt x="6295" y="194"/>
                  </a:lnTo>
                  <a:lnTo>
                    <a:pt x="5600" y="1275"/>
                  </a:lnTo>
                  <a:lnTo>
                    <a:pt x="4943" y="2434"/>
                  </a:lnTo>
                  <a:lnTo>
                    <a:pt x="4403" y="3592"/>
                  </a:lnTo>
                  <a:lnTo>
                    <a:pt x="3901" y="4828"/>
                  </a:lnTo>
                  <a:lnTo>
                    <a:pt x="3437" y="6063"/>
                  </a:lnTo>
                  <a:lnTo>
                    <a:pt x="3090" y="7299"/>
                  </a:lnTo>
                  <a:lnTo>
                    <a:pt x="2742" y="8573"/>
                  </a:lnTo>
                  <a:lnTo>
                    <a:pt x="2511" y="9848"/>
                  </a:lnTo>
                  <a:lnTo>
                    <a:pt x="2317" y="11161"/>
                  </a:lnTo>
                  <a:lnTo>
                    <a:pt x="2202" y="12474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9"/>
                  </a:lnTo>
                  <a:lnTo>
                    <a:pt x="541" y="18806"/>
                  </a:lnTo>
                  <a:lnTo>
                    <a:pt x="39" y="19463"/>
                  </a:lnTo>
                  <a:lnTo>
                    <a:pt x="1" y="19501"/>
                  </a:lnTo>
                  <a:lnTo>
                    <a:pt x="1" y="19579"/>
                  </a:lnTo>
                  <a:lnTo>
                    <a:pt x="78" y="19694"/>
                  </a:lnTo>
                  <a:lnTo>
                    <a:pt x="39" y="19965"/>
                  </a:lnTo>
                  <a:lnTo>
                    <a:pt x="39" y="20274"/>
                  </a:lnTo>
                  <a:lnTo>
                    <a:pt x="39" y="20544"/>
                  </a:lnTo>
                  <a:lnTo>
                    <a:pt x="78" y="20853"/>
                  </a:lnTo>
                  <a:lnTo>
                    <a:pt x="194" y="21432"/>
                  </a:lnTo>
                  <a:lnTo>
                    <a:pt x="309" y="22011"/>
                  </a:lnTo>
                  <a:lnTo>
                    <a:pt x="387" y="22900"/>
                  </a:lnTo>
                  <a:lnTo>
                    <a:pt x="425" y="23749"/>
                  </a:lnTo>
                  <a:lnTo>
                    <a:pt x="425" y="24637"/>
                  </a:lnTo>
                  <a:lnTo>
                    <a:pt x="387" y="25487"/>
                  </a:lnTo>
                  <a:lnTo>
                    <a:pt x="387" y="25603"/>
                  </a:lnTo>
                  <a:lnTo>
                    <a:pt x="464" y="25641"/>
                  </a:lnTo>
                  <a:lnTo>
                    <a:pt x="503" y="25680"/>
                  </a:lnTo>
                  <a:lnTo>
                    <a:pt x="580" y="25680"/>
                  </a:lnTo>
                  <a:lnTo>
                    <a:pt x="618" y="25757"/>
                  </a:lnTo>
                  <a:lnTo>
                    <a:pt x="696" y="25796"/>
                  </a:lnTo>
                  <a:lnTo>
                    <a:pt x="811" y="25796"/>
                  </a:lnTo>
                  <a:lnTo>
                    <a:pt x="1584" y="25255"/>
                  </a:lnTo>
                  <a:lnTo>
                    <a:pt x="2279" y="24714"/>
                  </a:lnTo>
                  <a:lnTo>
                    <a:pt x="3746" y="23595"/>
                  </a:lnTo>
                  <a:lnTo>
                    <a:pt x="3785" y="23479"/>
                  </a:lnTo>
                  <a:lnTo>
                    <a:pt x="3785" y="23363"/>
                  </a:lnTo>
                  <a:lnTo>
                    <a:pt x="3630" y="22089"/>
                  </a:lnTo>
                  <a:lnTo>
                    <a:pt x="3592" y="20814"/>
                  </a:lnTo>
                  <a:lnTo>
                    <a:pt x="3939" y="21278"/>
                  </a:lnTo>
                  <a:lnTo>
                    <a:pt x="4364" y="21664"/>
                  </a:lnTo>
                  <a:lnTo>
                    <a:pt x="4789" y="22050"/>
                  </a:lnTo>
                  <a:lnTo>
                    <a:pt x="5252" y="22359"/>
                  </a:lnTo>
                  <a:lnTo>
                    <a:pt x="5059" y="22745"/>
                  </a:lnTo>
                  <a:lnTo>
                    <a:pt x="4866" y="23170"/>
                  </a:lnTo>
                  <a:lnTo>
                    <a:pt x="4712" y="23633"/>
                  </a:lnTo>
                  <a:lnTo>
                    <a:pt x="4673" y="23865"/>
                  </a:lnTo>
                  <a:lnTo>
                    <a:pt x="4712" y="24097"/>
                  </a:lnTo>
                  <a:lnTo>
                    <a:pt x="4750" y="24174"/>
                  </a:lnTo>
                  <a:lnTo>
                    <a:pt x="4789" y="24212"/>
                  </a:lnTo>
                  <a:lnTo>
                    <a:pt x="4827" y="24251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6"/>
                  </a:lnTo>
                  <a:lnTo>
                    <a:pt x="5329" y="24869"/>
                  </a:lnTo>
                  <a:lnTo>
                    <a:pt x="5175" y="25062"/>
                  </a:lnTo>
                  <a:lnTo>
                    <a:pt x="5021" y="25255"/>
                  </a:lnTo>
                  <a:lnTo>
                    <a:pt x="4905" y="25487"/>
                  </a:lnTo>
                  <a:lnTo>
                    <a:pt x="4827" y="25718"/>
                  </a:lnTo>
                  <a:lnTo>
                    <a:pt x="4750" y="25950"/>
                  </a:lnTo>
                  <a:lnTo>
                    <a:pt x="4712" y="26220"/>
                  </a:lnTo>
                  <a:lnTo>
                    <a:pt x="4712" y="26491"/>
                  </a:lnTo>
                  <a:lnTo>
                    <a:pt x="4712" y="26568"/>
                  </a:lnTo>
                  <a:lnTo>
                    <a:pt x="4789" y="26645"/>
                  </a:lnTo>
                  <a:lnTo>
                    <a:pt x="4943" y="26645"/>
                  </a:lnTo>
                  <a:lnTo>
                    <a:pt x="5638" y="26298"/>
                  </a:lnTo>
                  <a:lnTo>
                    <a:pt x="5561" y="26722"/>
                  </a:lnTo>
                  <a:lnTo>
                    <a:pt x="5561" y="27147"/>
                  </a:lnTo>
                  <a:lnTo>
                    <a:pt x="5561" y="27533"/>
                  </a:lnTo>
                  <a:lnTo>
                    <a:pt x="5638" y="27958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6"/>
                  </a:lnTo>
                  <a:lnTo>
                    <a:pt x="6256" y="29464"/>
                  </a:lnTo>
                  <a:lnTo>
                    <a:pt x="6642" y="30005"/>
                  </a:lnTo>
                  <a:lnTo>
                    <a:pt x="6913" y="30352"/>
                  </a:lnTo>
                  <a:lnTo>
                    <a:pt x="7183" y="30661"/>
                  </a:lnTo>
                  <a:lnTo>
                    <a:pt x="7530" y="30970"/>
                  </a:lnTo>
                  <a:lnTo>
                    <a:pt x="7839" y="31163"/>
                  </a:lnTo>
                  <a:lnTo>
                    <a:pt x="7994" y="31240"/>
                  </a:lnTo>
                  <a:lnTo>
                    <a:pt x="8148" y="31318"/>
                  </a:lnTo>
                  <a:lnTo>
                    <a:pt x="8303" y="31318"/>
                  </a:lnTo>
                  <a:lnTo>
                    <a:pt x="8457" y="31279"/>
                  </a:lnTo>
                  <a:lnTo>
                    <a:pt x="8612" y="31240"/>
                  </a:lnTo>
                  <a:lnTo>
                    <a:pt x="8766" y="31163"/>
                  </a:lnTo>
                  <a:lnTo>
                    <a:pt x="8998" y="30893"/>
                  </a:lnTo>
                  <a:lnTo>
                    <a:pt x="9230" y="30584"/>
                  </a:lnTo>
                  <a:lnTo>
                    <a:pt x="9423" y="30236"/>
                  </a:lnTo>
                  <a:lnTo>
                    <a:pt x="9577" y="29850"/>
                  </a:lnTo>
                  <a:lnTo>
                    <a:pt x="9693" y="29464"/>
                  </a:lnTo>
                  <a:lnTo>
                    <a:pt x="9847" y="28808"/>
                  </a:lnTo>
                  <a:lnTo>
                    <a:pt x="9886" y="28228"/>
                  </a:lnTo>
                  <a:lnTo>
                    <a:pt x="9847" y="27611"/>
                  </a:lnTo>
                  <a:lnTo>
                    <a:pt x="9770" y="27031"/>
                  </a:lnTo>
                  <a:lnTo>
                    <a:pt x="9577" y="26491"/>
                  </a:lnTo>
                  <a:lnTo>
                    <a:pt x="9770" y="26529"/>
                  </a:lnTo>
                  <a:lnTo>
                    <a:pt x="9963" y="26568"/>
                  </a:lnTo>
                  <a:lnTo>
                    <a:pt x="10156" y="26607"/>
                  </a:lnTo>
                  <a:lnTo>
                    <a:pt x="10388" y="26607"/>
                  </a:lnTo>
                  <a:lnTo>
                    <a:pt x="10465" y="26568"/>
                  </a:lnTo>
                  <a:lnTo>
                    <a:pt x="10542" y="26529"/>
                  </a:lnTo>
                  <a:lnTo>
                    <a:pt x="10542" y="26452"/>
                  </a:lnTo>
                  <a:lnTo>
                    <a:pt x="10542" y="26336"/>
                  </a:lnTo>
                  <a:lnTo>
                    <a:pt x="10234" y="25834"/>
                  </a:lnTo>
                  <a:lnTo>
                    <a:pt x="9925" y="25332"/>
                  </a:lnTo>
                  <a:lnTo>
                    <a:pt x="9538" y="24869"/>
                  </a:lnTo>
                  <a:lnTo>
                    <a:pt x="9114" y="24483"/>
                  </a:lnTo>
                  <a:lnTo>
                    <a:pt x="9616" y="24135"/>
                  </a:lnTo>
                  <a:lnTo>
                    <a:pt x="9693" y="24058"/>
                  </a:lnTo>
                  <a:lnTo>
                    <a:pt x="9732" y="23981"/>
                  </a:lnTo>
                  <a:lnTo>
                    <a:pt x="9770" y="23942"/>
                  </a:lnTo>
                  <a:lnTo>
                    <a:pt x="9732" y="23865"/>
                  </a:lnTo>
                  <a:lnTo>
                    <a:pt x="9307" y="23093"/>
                  </a:lnTo>
                  <a:lnTo>
                    <a:pt x="9114" y="22706"/>
                  </a:lnTo>
                  <a:lnTo>
                    <a:pt x="8959" y="22282"/>
                  </a:lnTo>
                  <a:lnTo>
                    <a:pt x="9114" y="22204"/>
                  </a:lnTo>
                  <a:lnTo>
                    <a:pt x="9423" y="21934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9"/>
                  </a:lnTo>
                  <a:lnTo>
                    <a:pt x="10118" y="21896"/>
                  </a:lnTo>
                  <a:lnTo>
                    <a:pt x="10040" y="22822"/>
                  </a:lnTo>
                  <a:lnTo>
                    <a:pt x="10079" y="22900"/>
                  </a:lnTo>
                  <a:lnTo>
                    <a:pt x="10156" y="22977"/>
                  </a:lnTo>
                  <a:lnTo>
                    <a:pt x="10813" y="23402"/>
                  </a:lnTo>
                  <a:lnTo>
                    <a:pt x="11469" y="23826"/>
                  </a:lnTo>
                  <a:lnTo>
                    <a:pt x="12126" y="24290"/>
                  </a:lnTo>
                  <a:lnTo>
                    <a:pt x="12743" y="24753"/>
                  </a:lnTo>
                  <a:lnTo>
                    <a:pt x="12859" y="24830"/>
                  </a:lnTo>
                  <a:lnTo>
                    <a:pt x="12975" y="24792"/>
                  </a:lnTo>
                  <a:lnTo>
                    <a:pt x="13052" y="24753"/>
                  </a:lnTo>
                  <a:lnTo>
                    <a:pt x="13091" y="24637"/>
                  </a:lnTo>
                  <a:lnTo>
                    <a:pt x="13323" y="21394"/>
                  </a:lnTo>
                  <a:lnTo>
                    <a:pt x="13400" y="19772"/>
                  </a:lnTo>
                  <a:lnTo>
                    <a:pt x="13439" y="18961"/>
                  </a:lnTo>
                  <a:lnTo>
                    <a:pt x="13400" y="18189"/>
                  </a:lnTo>
                  <a:lnTo>
                    <a:pt x="13361" y="18073"/>
                  </a:lnTo>
                  <a:lnTo>
                    <a:pt x="13323" y="18034"/>
                  </a:lnTo>
                  <a:lnTo>
                    <a:pt x="13284" y="18034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5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6" y="14559"/>
                  </a:lnTo>
                  <a:lnTo>
                    <a:pt x="10620" y="13632"/>
                  </a:lnTo>
                  <a:lnTo>
                    <a:pt x="10504" y="12705"/>
                  </a:lnTo>
                  <a:lnTo>
                    <a:pt x="10234" y="11122"/>
                  </a:lnTo>
                  <a:lnTo>
                    <a:pt x="9886" y="9539"/>
                  </a:lnTo>
                  <a:lnTo>
                    <a:pt x="9500" y="7956"/>
                  </a:lnTo>
                  <a:lnTo>
                    <a:pt x="9036" y="6411"/>
                  </a:lnTo>
                  <a:lnTo>
                    <a:pt x="8534" y="4866"/>
                  </a:lnTo>
                  <a:lnTo>
                    <a:pt x="7994" y="3322"/>
                  </a:lnTo>
                  <a:lnTo>
                    <a:pt x="7415" y="1816"/>
                  </a:lnTo>
                  <a:lnTo>
                    <a:pt x="6835" y="310"/>
                  </a:lnTo>
                  <a:lnTo>
                    <a:pt x="6797" y="233"/>
                  </a:lnTo>
                  <a:lnTo>
                    <a:pt x="6720" y="194"/>
                  </a:lnTo>
                  <a:lnTo>
                    <a:pt x="6642" y="155"/>
                  </a:lnTo>
                  <a:lnTo>
                    <a:pt x="6604" y="40"/>
                  </a:lnTo>
                  <a:lnTo>
                    <a:pt x="65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3"/>
            <p:cNvSpPr/>
            <p:nvPr/>
          </p:nvSpPr>
          <p:spPr>
            <a:xfrm>
              <a:off x="2208425" y="362157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4" y="386"/>
                  </a:moveTo>
                  <a:lnTo>
                    <a:pt x="1121" y="425"/>
                  </a:lnTo>
                  <a:lnTo>
                    <a:pt x="1198" y="463"/>
                  </a:lnTo>
                  <a:lnTo>
                    <a:pt x="1237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7" y="1120"/>
                  </a:lnTo>
                  <a:lnTo>
                    <a:pt x="1159" y="1159"/>
                  </a:lnTo>
                  <a:lnTo>
                    <a:pt x="1082" y="1236"/>
                  </a:lnTo>
                  <a:lnTo>
                    <a:pt x="889" y="1274"/>
                  </a:lnTo>
                  <a:lnTo>
                    <a:pt x="696" y="1236"/>
                  </a:lnTo>
                  <a:lnTo>
                    <a:pt x="542" y="1159"/>
                  </a:lnTo>
                  <a:lnTo>
                    <a:pt x="464" y="1081"/>
                  </a:lnTo>
                  <a:lnTo>
                    <a:pt x="426" y="965"/>
                  </a:lnTo>
                  <a:lnTo>
                    <a:pt x="387" y="888"/>
                  </a:lnTo>
                  <a:lnTo>
                    <a:pt x="387" y="772"/>
                  </a:lnTo>
                  <a:lnTo>
                    <a:pt x="426" y="579"/>
                  </a:lnTo>
                  <a:lnTo>
                    <a:pt x="542" y="579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850" y="0"/>
                  </a:moveTo>
                  <a:lnTo>
                    <a:pt x="735" y="39"/>
                  </a:lnTo>
                  <a:lnTo>
                    <a:pt x="619" y="77"/>
                  </a:lnTo>
                  <a:lnTo>
                    <a:pt x="503" y="116"/>
                  </a:lnTo>
                  <a:lnTo>
                    <a:pt x="348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79"/>
                  </a:lnTo>
                  <a:lnTo>
                    <a:pt x="40" y="734"/>
                  </a:lnTo>
                  <a:lnTo>
                    <a:pt x="1" y="888"/>
                  </a:lnTo>
                  <a:lnTo>
                    <a:pt x="40" y="1043"/>
                  </a:lnTo>
                  <a:lnTo>
                    <a:pt x="78" y="1197"/>
                  </a:lnTo>
                  <a:lnTo>
                    <a:pt x="194" y="1352"/>
                  </a:lnTo>
                  <a:lnTo>
                    <a:pt x="310" y="1467"/>
                  </a:lnTo>
                  <a:lnTo>
                    <a:pt x="464" y="1583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1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7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3"/>
            <p:cNvSpPr/>
            <p:nvPr/>
          </p:nvSpPr>
          <p:spPr>
            <a:xfrm>
              <a:off x="4431675" y="3622525"/>
              <a:ext cx="174775" cy="292525"/>
            </a:xfrm>
            <a:custGeom>
              <a:avLst/>
              <a:gdLst/>
              <a:ahLst/>
              <a:cxnLst/>
              <a:rect l="l" t="t" r="r" b="b"/>
              <a:pathLst>
                <a:path w="6991" h="11701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4" y="6256"/>
                  </a:lnTo>
                  <a:lnTo>
                    <a:pt x="4403" y="7801"/>
                  </a:lnTo>
                  <a:lnTo>
                    <a:pt x="5214" y="9345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4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2" y="11508"/>
                  </a:lnTo>
                  <a:lnTo>
                    <a:pt x="6952" y="11392"/>
                  </a:lnTo>
                  <a:lnTo>
                    <a:pt x="6990" y="11353"/>
                  </a:lnTo>
                  <a:lnTo>
                    <a:pt x="6681" y="11122"/>
                  </a:lnTo>
                  <a:lnTo>
                    <a:pt x="6759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6" y="5638"/>
                  </a:lnTo>
                  <a:lnTo>
                    <a:pt x="6411" y="5638"/>
                  </a:lnTo>
                  <a:lnTo>
                    <a:pt x="6411" y="6758"/>
                  </a:lnTo>
                  <a:lnTo>
                    <a:pt x="6334" y="8573"/>
                  </a:lnTo>
                  <a:lnTo>
                    <a:pt x="6295" y="9500"/>
                  </a:lnTo>
                  <a:lnTo>
                    <a:pt x="6257" y="10427"/>
                  </a:lnTo>
                  <a:lnTo>
                    <a:pt x="5986" y="9886"/>
                  </a:lnTo>
                  <a:lnTo>
                    <a:pt x="5253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2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3"/>
            <p:cNvSpPr/>
            <p:nvPr/>
          </p:nvSpPr>
          <p:spPr>
            <a:xfrm>
              <a:off x="3827375" y="363605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3" y="464"/>
                  </a:moveTo>
                  <a:lnTo>
                    <a:pt x="2085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89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89" y="2472"/>
                  </a:lnTo>
                  <a:lnTo>
                    <a:pt x="2973" y="2665"/>
                  </a:lnTo>
                  <a:lnTo>
                    <a:pt x="2780" y="2896"/>
                  </a:lnTo>
                  <a:lnTo>
                    <a:pt x="2587" y="3051"/>
                  </a:lnTo>
                  <a:lnTo>
                    <a:pt x="2356" y="3167"/>
                  </a:lnTo>
                  <a:lnTo>
                    <a:pt x="2085" y="3244"/>
                  </a:lnTo>
                  <a:lnTo>
                    <a:pt x="1776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5" y="2896"/>
                  </a:lnTo>
                  <a:lnTo>
                    <a:pt x="772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4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80"/>
                  </a:lnTo>
                  <a:lnTo>
                    <a:pt x="1583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8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1" y="271"/>
                  </a:lnTo>
                  <a:lnTo>
                    <a:pt x="850" y="386"/>
                  </a:lnTo>
                  <a:lnTo>
                    <a:pt x="618" y="580"/>
                  </a:lnTo>
                  <a:lnTo>
                    <a:pt x="425" y="773"/>
                  </a:lnTo>
                  <a:lnTo>
                    <a:pt x="270" y="966"/>
                  </a:lnTo>
                  <a:lnTo>
                    <a:pt x="155" y="1236"/>
                  </a:lnTo>
                  <a:lnTo>
                    <a:pt x="77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1"/>
                  </a:lnTo>
                  <a:lnTo>
                    <a:pt x="1583" y="3707"/>
                  </a:lnTo>
                  <a:lnTo>
                    <a:pt x="1969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5" y="2781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4"/>
                  </a:lnTo>
                  <a:lnTo>
                    <a:pt x="3668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3"/>
            <p:cNvSpPr/>
            <p:nvPr/>
          </p:nvSpPr>
          <p:spPr>
            <a:xfrm>
              <a:off x="2802150" y="3642800"/>
              <a:ext cx="320525" cy="97525"/>
            </a:xfrm>
            <a:custGeom>
              <a:avLst/>
              <a:gdLst/>
              <a:ahLst/>
              <a:cxnLst/>
              <a:rect l="l" t="t" r="r" b="b"/>
              <a:pathLst>
                <a:path w="12821" h="3901" extrusionOk="0">
                  <a:moveTo>
                    <a:pt x="12550" y="1"/>
                  </a:moveTo>
                  <a:lnTo>
                    <a:pt x="12434" y="39"/>
                  </a:lnTo>
                  <a:lnTo>
                    <a:pt x="12357" y="78"/>
                  </a:lnTo>
                  <a:lnTo>
                    <a:pt x="12318" y="155"/>
                  </a:lnTo>
                  <a:lnTo>
                    <a:pt x="12280" y="271"/>
                  </a:lnTo>
                  <a:lnTo>
                    <a:pt x="12318" y="348"/>
                  </a:lnTo>
                  <a:lnTo>
                    <a:pt x="12357" y="541"/>
                  </a:lnTo>
                  <a:lnTo>
                    <a:pt x="12318" y="734"/>
                  </a:lnTo>
                  <a:lnTo>
                    <a:pt x="12280" y="889"/>
                  </a:lnTo>
                  <a:lnTo>
                    <a:pt x="12164" y="1043"/>
                  </a:lnTo>
                  <a:lnTo>
                    <a:pt x="12009" y="1198"/>
                  </a:lnTo>
                  <a:lnTo>
                    <a:pt x="11855" y="1314"/>
                  </a:lnTo>
                  <a:lnTo>
                    <a:pt x="11430" y="1545"/>
                  </a:lnTo>
                  <a:lnTo>
                    <a:pt x="11005" y="1700"/>
                  </a:lnTo>
                  <a:lnTo>
                    <a:pt x="10542" y="1854"/>
                  </a:lnTo>
                  <a:lnTo>
                    <a:pt x="9808" y="2047"/>
                  </a:lnTo>
                  <a:lnTo>
                    <a:pt x="9422" y="2163"/>
                  </a:lnTo>
                  <a:lnTo>
                    <a:pt x="9383" y="2086"/>
                  </a:lnTo>
                  <a:lnTo>
                    <a:pt x="9345" y="2009"/>
                  </a:lnTo>
                  <a:lnTo>
                    <a:pt x="8997" y="1468"/>
                  </a:lnTo>
                  <a:lnTo>
                    <a:pt x="8727" y="927"/>
                  </a:lnTo>
                  <a:lnTo>
                    <a:pt x="8418" y="1043"/>
                  </a:lnTo>
                  <a:lnTo>
                    <a:pt x="8495" y="1391"/>
                  </a:lnTo>
                  <a:lnTo>
                    <a:pt x="8611" y="1700"/>
                  </a:lnTo>
                  <a:lnTo>
                    <a:pt x="8804" y="2009"/>
                  </a:lnTo>
                  <a:lnTo>
                    <a:pt x="8997" y="2279"/>
                  </a:lnTo>
                  <a:lnTo>
                    <a:pt x="7839" y="2588"/>
                  </a:lnTo>
                  <a:lnTo>
                    <a:pt x="6719" y="2820"/>
                  </a:lnTo>
                  <a:lnTo>
                    <a:pt x="5329" y="3051"/>
                  </a:lnTo>
                  <a:lnTo>
                    <a:pt x="3939" y="3244"/>
                  </a:lnTo>
                  <a:lnTo>
                    <a:pt x="3668" y="3283"/>
                  </a:lnTo>
                  <a:lnTo>
                    <a:pt x="3746" y="2935"/>
                  </a:lnTo>
                  <a:lnTo>
                    <a:pt x="3784" y="2588"/>
                  </a:lnTo>
                  <a:lnTo>
                    <a:pt x="3707" y="2240"/>
                  </a:lnTo>
                  <a:lnTo>
                    <a:pt x="3630" y="1893"/>
                  </a:lnTo>
                  <a:lnTo>
                    <a:pt x="3282" y="1970"/>
                  </a:lnTo>
                  <a:lnTo>
                    <a:pt x="3321" y="2279"/>
                  </a:lnTo>
                  <a:lnTo>
                    <a:pt x="3360" y="2588"/>
                  </a:lnTo>
                  <a:lnTo>
                    <a:pt x="3282" y="2974"/>
                  </a:lnTo>
                  <a:lnTo>
                    <a:pt x="3205" y="3321"/>
                  </a:lnTo>
                  <a:lnTo>
                    <a:pt x="2278" y="3399"/>
                  </a:lnTo>
                  <a:lnTo>
                    <a:pt x="1815" y="3437"/>
                  </a:lnTo>
                  <a:lnTo>
                    <a:pt x="1352" y="3399"/>
                  </a:lnTo>
                  <a:lnTo>
                    <a:pt x="965" y="3360"/>
                  </a:lnTo>
                  <a:lnTo>
                    <a:pt x="772" y="3283"/>
                  </a:lnTo>
                  <a:lnTo>
                    <a:pt x="618" y="3244"/>
                  </a:lnTo>
                  <a:lnTo>
                    <a:pt x="502" y="3128"/>
                  </a:lnTo>
                  <a:lnTo>
                    <a:pt x="425" y="3051"/>
                  </a:lnTo>
                  <a:lnTo>
                    <a:pt x="386" y="2935"/>
                  </a:lnTo>
                  <a:lnTo>
                    <a:pt x="348" y="2781"/>
                  </a:lnTo>
                  <a:lnTo>
                    <a:pt x="348" y="2704"/>
                  </a:lnTo>
                  <a:lnTo>
                    <a:pt x="309" y="2665"/>
                  </a:lnTo>
                  <a:lnTo>
                    <a:pt x="232" y="2588"/>
                  </a:lnTo>
                  <a:lnTo>
                    <a:pt x="116" y="2626"/>
                  </a:lnTo>
                  <a:lnTo>
                    <a:pt x="77" y="2626"/>
                  </a:lnTo>
                  <a:lnTo>
                    <a:pt x="39" y="2704"/>
                  </a:lnTo>
                  <a:lnTo>
                    <a:pt x="0" y="2858"/>
                  </a:lnTo>
                  <a:lnTo>
                    <a:pt x="0" y="3013"/>
                  </a:lnTo>
                  <a:lnTo>
                    <a:pt x="0" y="3167"/>
                  </a:lnTo>
                  <a:lnTo>
                    <a:pt x="39" y="3283"/>
                  </a:lnTo>
                  <a:lnTo>
                    <a:pt x="116" y="3399"/>
                  </a:lnTo>
                  <a:lnTo>
                    <a:pt x="193" y="3515"/>
                  </a:lnTo>
                  <a:lnTo>
                    <a:pt x="386" y="3669"/>
                  </a:lnTo>
                  <a:lnTo>
                    <a:pt x="657" y="3746"/>
                  </a:lnTo>
                  <a:lnTo>
                    <a:pt x="927" y="3823"/>
                  </a:lnTo>
                  <a:lnTo>
                    <a:pt x="1236" y="3862"/>
                  </a:lnTo>
                  <a:lnTo>
                    <a:pt x="1506" y="3901"/>
                  </a:lnTo>
                  <a:lnTo>
                    <a:pt x="2780" y="3823"/>
                  </a:lnTo>
                  <a:lnTo>
                    <a:pt x="4016" y="3746"/>
                  </a:lnTo>
                  <a:lnTo>
                    <a:pt x="5252" y="3553"/>
                  </a:lnTo>
                  <a:lnTo>
                    <a:pt x="6487" y="3360"/>
                  </a:lnTo>
                  <a:lnTo>
                    <a:pt x="7646" y="3128"/>
                  </a:lnTo>
                  <a:lnTo>
                    <a:pt x="8766" y="2858"/>
                  </a:lnTo>
                  <a:lnTo>
                    <a:pt x="9885" y="2511"/>
                  </a:lnTo>
                  <a:lnTo>
                    <a:pt x="11005" y="2163"/>
                  </a:lnTo>
                  <a:lnTo>
                    <a:pt x="11353" y="2047"/>
                  </a:lnTo>
                  <a:lnTo>
                    <a:pt x="11700" y="1893"/>
                  </a:lnTo>
                  <a:lnTo>
                    <a:pt x="12048" y="1700"/>
                  </a:lnTo>
                  <a:lnTo>
                    <a:pt x="12357" y="1507"/>
                  </a:lnTo>
                  <a:lnTo>
                    <a:pt x="12627" y="1236"/>
                  </a:lnTo>
                  <a:lnTo>
                    <a:pt x="12704" y="1082"/>
                  </a:lnTo>
                  <a:lnTo>
                    <a:pt x="12782" y="927"/>
                  </a:lnTo>
                  <a:lnTo>
                    <a:pt x="12820" y="773"/>
                  </a:lnTo>
                  <a:lnTo>
                    <a:pt x="12820" y="580"/>
                  </a:lnTo>
                  <a:lnTo>
                    <a:pt x="12820" y="387"/>
                  </a:lnTo>
                  <a:lnTo>
                    <a:pt x="12743" y="155"/>
                  </a:lnTo>
                  <a:lnTo>
                    <a:pt x="12704" y="78"/>
                  </a:lnTo>
                  <a:lnTo>
                    <a:pt x="12627" y="39"/>
                  </a:lnTo>
                  <a:lnTo>
                    <a:pt x="125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3"/>
            <p:cNvSpPr/>
            <p:nvPr/>
          </p:nvSpPr>
          <p:spPr>
            <a:xfrm>
              <a:off x="2017300" y="364860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271" y="0"/>
                  </a:moveTo>
                  <a:lnTo>
                    <a:pt x="155" y="39"/>
                  </a:lnTo>
                  <a:lnTo>
                    <a:pt x="39" y="116"/>
                  </a:lnTo>
                  <a:lnTo>
                    <a:pt x="0" y="232"/>
                  </a:lnTo>
                  <a:lnTo>
                    <a:pt x="39" y="386"/>
                  </a:lnTo>
                  <a:lnTo>
                    <a:pt x="348" y="888"/>
                  </a:lnTo>
                  <a:lnTo>
                    <a:pt x="657" y="1390"/>
                  </a:lnTo>
                  <a:lnTo>
                    <a:pt x="1043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205"/>
                  </a:lnTo>
                  <a:lnTo>
                    <a:pt x="2703" y="3553"/>
                  </a:lnTo>
                  <a:lnTo>
                    <a:pt x="3205" y="3900"/>
                  </a:lnTo>
                  <a:lnTo>
                    <a:pt x="3553" y="3746"/>
                  </a:lnTo>
                  <a:lnTo>
                    <a:pt x="2780" y="3012"/>
                  </a:lnTo>
                  <a:lnTo>
                    <a:pt x="2047" y="2240"/>
                  </a:lnTo>
                  <a:lnTo>
                    <a:pt x="1352" y="1429"/>
                  </a:lnTo>
                  <a:lnTo>
                    <a:pt x="1043" y="1004"/>
                  </a:lnTo>
                  <a:lnTo>
                    <a:pt x="734" y="541"/>
                  </a:lnTo>
                  <a:lnTo>
                    <a:pt x="1622" y="695"/>
                  </a:lnTo>
                  <a:lnTo>
                    <a:pt x="2510" y="888"/>
                  </a:lnTo>
                  <a:lnTo>
                    <a:pt x="3012" y="1043"/>
                  </a:lnTo>
                  <a:lnTo>
                    <a:pt x="3514" y="1197"/>
                  </a:lnTo>
                  <a:lnTo>
                    <a:pt x="4016" y="1390"/>
                  </a:lnTo>
                  <a:lnTo>
                    <a:pt x="4518" y="1506"/>
                  </a:lnTo>
                  <a:lnTo>
                    <a:pt x="4595" y="1506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84"/>
                  </a:lnTo>
                  <a:lnTo>
                    <a:pt x="4904" y="1506"/>
                  </a:lnTo>
                  <a:lnTo>
                    <a:pt x="4982" y="1429"/>
                  </a:lnTo>
                  <a:lnTo>
                    <a:pt x="4634" y="1159"/>
                  </a:lnTo>
                  <a:lnTo>
                    <a:pt x="4171" y="888"/>
                  </a:lnTo>
                  <a:lnTo>
                    <a:pt x="3630" y="657"/>
                  </a:lnTo>
                  <a:lnTo>
                    <a:pt x="3089" y="464"/>
                  </a:lnTo>
                  <a:lnTo>
                    <a:pt x="2510" y="309"/>
                  </a:lnTo>
                  <a:lnTo>
                    <a:pt x="1931" y="193"/>
                  </a:lnTo>
                  <a:lnTo>
                    <a:pt x="1352" y="116"/>
                  </a:lnTo>
                  <a:lnTo>
                    <a:pt x="27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3"/>
            <p:cNvSpPr/>
            <p:nvPr/>
          </p:nvSpPr>
          <p:spPr>
            <a:xfrm>
              <a:off x="1564525" y="3658250"/>
              <a:ext cx="248125" cy="295425"/>
            </a:xfrm>
            <a:custGeom>
              <a:avLst/>
              <a:gdLst/>
              <a:ahLst/>
              <a:cxnLst/>
              <a:rect l="l" t="t" r="r" b="b"/>
              <a:pathLst>
                <a:path w="9925" h="11817" extrusionOk="0">
                  <a:moveTo>
                    <a:pt x="3785" y="850"/>
                  </a:moveTo>
                  <a:lnTo>
                    <a:pt x="4326" y="2279"/>
                  </a:lnTo>
                  <a:lnTo>
                    <a:pt x="4944" y="3746"/>
                  </a:lnTo>
                  <a:lnTo>
                    <a:pt x="6179" y="6565"/>
                  </a:lnTo>
                  <a:lnTo>
                    <a:pt x="3322" y="7492"/>
                  </a:lnTo>
                  <a:lnTo>
                    <a:pt x="1893" y="7955"/>
                  </a:lnTo>
                  <a:lnTo>
                    <a:pt x="464" y="8457"/>
                  </a:lnTo>
                  <a:lnTo>
                    <a:pt x="464" y="8457"/>
                  </a:lnTo>
                  <a:lnTo>
                    <a:pt x="1043" y="7569"/>
                  </a:lnTo>
                  <a:lnTo>
                    <a:pt x="1507" y="6604"/>
                  </a:lnTo>
                  <a:lnTo>
                    <a:pt x="1970" y="5638"/>
                  </a:lnTo>
                  <a:lnTo>
                    <a:pt x="2395" y="4673"/>
                  </a:lnTo>
                  <a:lnTo>
                    <a:pt x="2781" y="3746"/>
                  </a:lnTo>
                  <a:lnTo>
                    <a:pt x="3167" y="2781"/>
                  </a:lnTo>
                  <a:lnTo>
                    <a:pt x="3476" y="1815"/>
                  </a:lnTo>
                  <a:lnTo>
                    <a:pt x="3785" y="850"/>
                  </a:lnTo>
                  <a:close/>
                  <a:moveTo>
                    <a:pt x="3824" y="0"/>
                  </a:moveTo>
                  <a:lnTo>
                    <a:pt x="3746" y="39"/>
                  </a:lnTo>
                  <a:lnTo>
                    <a:pt x="3708" y="78"/>
                  </a:lnTo>
                  <a:lnTo>
                    <a:pt x="3592" y="116"/>
                  </a:lnTo>
                  <a:lnTo>
                    <a:pt x="3553" y="194"/>
                  </a:lnTo>
                  <a:lnTo>
                    <a:pt x="2820" y="2395"/>
                  </a:lnTo>
                  <a:lnTo>
                    <a:pt x="2434" y="3476"/>
                  </a:lnTo>
                  <a:lnTo>
                    <a:pt x="2009" y="4518"/>
                  </a:lnTo>
                  <a:lnTo>
                    <a:pt x="1545" y="5561"/>
                  </a:lnTo>
                  <a:lnTo>
                    <a:pt x="1043" y="6604"/>
                  </a:lnTo>
                  <a:lnTo>
                    <a:pt x="503" y="7608"/>
                  </a:lnTo>
                  <a:lnTo>
                    <a:pt x="39" y="8650"/>
                  </a:lnTo>
                  <a:lnTo>
                    <a:pt x="1" y="8689"/>
                  </a:lnTo>
                  <a:lnTo>
                    <a:pt x="39" y="8766"/>
                  </a:lnTo>
                  <a:lnTo>
                    <a:pt x="117" y="8805"/>
                  </a:lnTo>
                  <a:lnTo>
                    <a:pt x="117" y="8843"/>
                  </a:lnTo>
                  <a:lnTo>
                    <a:pt x="117" y="8920"/>
                  </a:lnTo>
                  <a:lnTo>
                    <a:pt x="155" y="8998"/>
                  </a:lnTo>
                  <a:lnTo>
                    <a:pt x="310" y="9114"/>
                  </a:lnTo>
                  <a:lnTo>
                    <a:pt x="464" y="8882"/>
                  </a:lnTo>
                  <a:lnTo>
                    <a:pt x="1970" y="8457"/>
                  </a:lnTo>
                  <a:lnTo>
                    <a:pt x="3438" y="7994"/>
                  </a:lnTo>
                  <a:lnTo>
                    <a:pt x="6372" y="7028"/>
                  </a:lnTo>
                  <a:lnTo>
                    <a:pt x="7106" y="8689"/>
                  </a:lnTo>
                  <a:lnTo>
                    <a:pt x="8303" y="11817"/>
                  </a:lnTo>
                  <a:lnTo>
                    <a:pt x="8689" y="11662"/>
                  </a:lnTo>
                  <a:lnTo>
                    <a:pt x="7531" y="8689"/>
                  </a:lnTo>
                  <a:lnTo>
                    <a:pt x="6797" y="6874"/>
                  </a:lnTo>
                  <a:lnTo>
                    <a:pt x="8380" y="6333"/>
                  </a:lnTo>
                  <a:lnTo>
                    <a:pt x="9925" y="5754"/>
                  </a:lnTo>
                  <a:lnTo>
                    <a:pt x="9770" y="5329"/>
                  </a:lnTo>
                  <a:lnTo>
                    <a:pt x="8187" y="5909"/>
                  </a:lnTo>
                  <a:lnTo>
                    <a:pt x="6643" y="6449"/>
                  </a:lnTo>
                  <a:lnTo>
                    <a:pt x="6025" y="4905"/>
                  </a:lnTo>
                  <a:lnTo>
                    <a:pt x="5407" y="3360"/>
                  </a:lnTo>
                  <a:lnTo>
                    <a:pt x="4712" y="1854"/>
                  </a:lnTo>
                  <a:lnTo>
                    <a:pt x="3978" y="348"/>
                  </a:lnTo>
                  <a:lnTo>
                    <a:pt x="4055" y="78"/>
                  </a:lnTo>
                  <a:lnTo>
                    <a:pt x="3862" y="39"/>
                  </a:lnTo>
                  <a:lnTo>
                    <a:pt x="382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3"/>
            <p:cNvSpPr/>
            <p:nvPr/>
          </p:nvSpPr>
          <p:spPr>
            <a:xfrm>
              <a:off x="1663975" y="3660175"/>
              <a:ext cx="229775" cy="419975"/>
            </a:xfrm>
            <a:custGeom>
              <a:avLst/>
              <a:gdLst/>
              <a:ahLst/>
              <a:cxnLst/>
              <a:rect l="l" t="t" r="r" b="b"/>
              <a:pathLst>
                <a:path w="9191" h="16799" extrusionOk="0">
                  <a:moveTo>
                    <a:pt x="77" y="1"/>
                  </a:moveTo>
                  <a:lnTo>
                    <a:pt x="0" y="271"/>
                  </a:lnTo>
                  <a:lnTo>
                    <a:pt x="2124" y="1275"/>
                  </a:lnTo>
                  <a:lnTo>
                    <a:pt x="4286" y="2240"/>
                  </a:lnTo>
                  <a:lnTo>
                    <a:pt x="5290" y="2742"/>
                  </a:lnTo>
                  <a:lnTo>
                    <a:pt x="6294" y="3244"/>
                  </a:lnTo>
                  <a:lnTo>
                    <a:pt x="7298" y="3746"/>
                  </a:lnTo>
                  <a:lnTo>
                    <a:pt x="8302" y="4248"/>
                  </a:lnTo>
                  <a:lnTo>
                    <a:pt x="7028" y="4750"/>
                  </a:lnTo>
                  <a:lnTo>
                    <a:pt x="5792" y="5252"/>
                  </a:lnTo>
                  <a:lnTo>
                    <a:pt x="5947" y="5677"/>
                  </a:lnTo>
                  <a:lnTo>
                    <a:pt x="7298" y="5175"/>
                  </a:lnTo>
                  <a:lnTo>
                    <a:pt x="7955" y="4905"/>
                  </a:lnTo>
                  <a:lnTo>
                    <a:pt x="8611" y="4596"/>
                  </a:lnTo>
                  <a:lnTo>
                    <a:pt x="8457" y="5136"/>
                  </a:lnTo>
                  <a:lnTo>
                    <a:pt x="8341" y="5638"/>
                  </a:lnTo>
                  <a:lnTo>
                    <a:pt x="8148" y="6681"/>
                  </a:lnTo>
                  <a:lnTo>
                    <a:pt x="7839" y="8380"/>
                  </a:lnTo>
                  <a:lnTo>
                    <a:pt x="7569" y="10041"/>
                  </a:lnTo>
                  <a:lnTo>
                    <a:pt x="7028" y="13361"/>
                  </a:lnTo>
                  <a:lnTo>
                    <a:pt x="6796" y="15060"/>
                  </a:lnTo>
                  <a:lnTo>
                    <a:pt x="6681" y="15871"/>
                  </a:lnTo>
                  <a:lnTo>
                    <a:pt x="6642" y="16721"/>
                  </a:lnTo>
                  <a:lnTo>
                    <a:pt x="6989" y="16798"/>
                  </a:lnTo>
                  <a:lnTo>
                    <a:pt x="7298" y="15215"/>
                  </a:lnTo>
                  <a:lnTo>
                    <a:pt x="7530" y="13593"/>
                  </a:lnTo>
                  <a:lnTo>
                    <a:pt x="7723" y="12010"/>
                  </a:lnTo>
                  <a:lnTo>
                    <a:pt x="7955" y="10427"/>
                  </a:lnTo>
                  <a:lnTo>
                    <a:pt x="8225" y="8805"/>
                  </a:lnTo>
                  <a:lnTo>
                    <a:pt x="8495" y="7183"/>
                  </a:lnTo>
                  <a:lnTo>
                    <a:pt x="8689" y="6488"/>
                  </a:lnTo>
                  <a:lnTo>
                    <a:pt x="8882" y="5793"/>
                  </a:lnTo>
                  <a:lnTo>
                    <a:pt x="9036" y="5059"/>
                  </a:lnTo>
                  <a:lnTo>
                    <a:pt x="9152" y="4364"/>
                  </a:lnTo>
                  <a:lnTo>
                    <a:pt x="9152" y="4287"/>
                  </a:lnTo>
                  <a:lnTo>
                    <a:pt x="9190" y="4210"/>
                  </a:lnTo>
                  <a:lnTo>
                    <a:pt x="9113" y="4094"/>
                  </a:lnTo>
                  <a:lnTo>
                    <a:pt x="9036" y="4017"/>
                  </a:lnTo>
                  <a:lnTo>
                    <a:pt x="8920" y="4017"/>
                  </a:lnTo>
                  <a:lnTo>
                    <a:pt x="8882" y="4055"/>
                  </a:lnTo>
                  <a:lnTo>
                    <a:pt x="7839" y="3437"/>
                  </a:lnTo>
                  <a:lnTo>
                    <a:pt x="6758" y="2897"/>
                  </a:lnTo>
                  <a:lnTo>
                    <a:pt x="4595" y="1893"/>
                  </a:lnTo>
                  <a:lnTo>
                    <a:pt x="2356" y="927"/>
                  </a:lnTo>
                  <a:lnTo>
                    <a:pt x="1236" y="464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3"/>
            <p:cNvSpPr/>
            <p:nvPr/>
          </p:nvSpPr>
          <p:spPr>
            <a:xfrm>
              <a:off x="406075" y="3667900"/>
              <a:ext cx="458600" cy="289650"/>
            </a:xfrm>
            <a:custGeom>
              <a:avLst/>
              <a:gdLst/>
              <a:ahLst/>
              <a:cxnLst/>
              <a:rect l="l" t="t" r="r" b="b"/>
              <a:pathLst>
                <a:path w="18344" h="11586" extrusionOk="0">
                  <a:moveTo>
                    <a:pt x="17069" y="387"/>
                  </a:moveTo>
                  <a:lnTo>
                    <a:pt x="17146" y="425"/>
                  </a:lnTo>
                  <a:lnTo>
                    <a:pt x="17223" y="503"/>
                  </a:lnTo>
                  <a:lnTo>
                    <a:pt x="17300" y="734"/>
                  </a:lnTo>
                  <a:lnTo>
                    <a:pt x="17378" y="927"/>
                  </a:lnTo>
                  <a:lnTo>
                    <a:pt x="17378" y="1120"/>
                  </a:lnTo>
                  <a:lnTo>
                    <a:pt x="17339" y="1314"/>
                  </a:lnTo>
                  <a:lnTo>
                    <a:pt x="17223" y="1545"/>
                  </a:lnTo>
                  <a:lnTo>
                    <a:pt x="16953" y="1893"/>
                  </a:lnTo>
                  <a:lnTo>
                    <a:pt x="16721" y="2124"/>
                  </a:lnTo>
                  <a:lnTo>
                    <a:pt x="16451" y="2356"/>
                  </a:lnTo>
                  <a:lnTo>
                    <a:pt x="16181" y="2549"/>
                  </a:lnTo>
                  <a:lnTo>
                    <a:pt x="15872" y="2665"/>
                  </a:lnTo>
                  <a:lnTo>
                    <a:pt x="15872" y="2086"/>
                  </a:lnTo>
                  <a:lnTo>
                    <a:pt x="15910" y="1777"/>
                  </a:lnTo>
                  <a:lnTo>
                    <a:pt x="15949" y="1468"/>
                  </a:lnTo>
                  <a:lnTo>
                    <a:pt x="16026" y="1198"/>
                  </a:lnTo>
                  <a:lnTo>
                    <a:pt x="16181" y="927"/>
                  </a:lnTo>
                  <a:lnTo>
                    <a:pt x="16335" y="696"/>
                  </a:lnTo>
                  <a:lnTo>
                    <a:pt x="16605" y="503"/>
                  </a:lnTo>
                  <a:lnTo>
                    <a:pt x="16837" y="425"/>
                  </a:lnTo>
                  <a:lnTo>
                    <a:pt x="16992" y="387"/>
                  </a:lnTo>
                  <a:close/>
                  <a:moveTo>
                    <a:pt x="14597" y="2974"/>
                  </a:moveTo>
                  <a:lnTo>
                    <a:pt x="14868" y="3013"/>
                  </a:lnTo>
                  <a:lnTo>
                    <a:pt x="15138" y="3090"/>
                  </a:lnTo>
                  <a:lnTo>
                    <a:pt x="15099" y="3206"/>
                  </a:lnTo>
                  <a:lnTo>
                    <a:pt x="14713" y="3515"/>
                  </a:lnTo>
                  <a:lnTo>
                    <a:pt x="14288" y="3746"/>
                  </a:lnTo>
                  <a:lnTo>
                    <a:pt x="14057" y="3862"/>
                  </a:lnTo>
                  <a:lnTo>
                    <a:pt x="13786" y="3939"/>
                  </a:lnTo>
                  <a:lnTo>
                    <a:pt x="13478" y="4017"/>
                  </a:lnTo>
                  <a:lnTo>
                    <a:pt x="13053" y="4017"/>
                  </a:lnTo>
                  <a:lnTo>
                    <a:pt x="12976" y="3939"/>
                  </a:lnTo>
                  <a:lnTo>
                    <a:pt x="12976" y="3862"/>
                  </a:lnTo>
                  <a:lnTo>
                    <a:pt x="12976" y="3708"/>
                  </a:lnTo>
                  <a:lnTo>
                    <a:pt x="13014" y="3476"/>
                  </a:lnTo>
                  <a:lnTo>
                    <a:pt x="13053" y="3360"/>
                  </a:lnTo>
                  <a:lnTo>
                    <a:pt x="13207" y="3244"/>
                  </a:lnTo>
                  <a:lnTo>
                    <a:pt x="13400" y="3167"/>
                  </a:lnTo>
                  <a:lnTo>
                    <a:pt x="13709" y="3051"/>
                  </a:lnTo>
                  <a:lnTo>
                    <a:pt x="14018" y="3013"/>
                  </a:lnTo>
                  <a:lnTo>
                    <a:pt x="14327" y="2974"/>
                  </a:lnTo>
                  <a:close/>
                  <a:moveTo>
                    <a:pt x="15679" y="3283"/>
                  </a:moveTo>
                  <a:lnTo>
                    <a:pt x="16335" y="3476"/>
                  </a:lnTo>
                  <a:lnTo>
                    <a:pt x="16644" y="3553"/>
                  </a:lnTo>
                  <a:lnTo>
                    <a:pt x="16992" y="3669"/>
                  </a:lnTo>
                  <a:lnTo>
                    <a:pt x="17262" y="3823"/>
                  </a:lnTo>
                  <a:lnTo>
                    <a:pt x="17532" y="4017"/>
                  </a:lnTo>
                  <a:lnTo>
                    <a:pt x="17725" y="4287"/>
                  </a:lnTo>
                  <a:lnTo>
                    <a:pt x="17802" y="4403"/>
                  </a:lnTo>
                  <a:lnTo>
                    <a:pt x="17880" y="4596"/>
                  </a:lnTo>
                  <a:lnTo>
                    <a:pt x="17918" y="4789"/>
                  </a:lnTo>
                  <a:lnTo>
                    <a:pt x="17880" y="4943"/>
                  </a:lnTo>
                  <a:lnTo>
                    <a:pt x="17802" y="5059"/>
                  </a:lnTo>
                  <a:lnTo>
                    <a:pt x="17648" y="5136"/>
                  </a:lnTo>
                  <a:lnTo>
                    <a:pt x="17494" y="5175"/>
                  </a:lnTo>
                  <a:lnTo>
                    <a:pt x="17339" y="5175"/>
                  </a:lnTo>
                  <a:lnTo>
                    <a:pt x="17146" y="5136"/>
                  </a:lnTo>
                  <a:lnTo>
                    <a:pt x="16992" y="5059"/>
                  </a:lnTo>
                  <a:lnTo>
                    <a:pt x="16644" y="4789"/>
                  </a:lnTo>
                  <a:lnTo>
                    <a:pt x="16374" y="4480"/>
                  </a:lnTo>
                  <a:lnTo>
                    <a:pt x="16181" y="4210"/>
                  </a:lnTo>
                  <a:lnTo>
                    <a:pt x="15988" y="3901"/>
                  </a:lnTo>
                  <a:lnTo>
                    <a:pt x="15833" y="3592"/>
                  </a:lnTo>
                  <a:lnTo>
                    <a:pt x="15679" y="3283"/>
                  </a:lnTo>
                  <a:close/>
                  <a:moveTo>
                    <a:pt x="4635" y="541"/>
                  </a:moveTo>
                  <a:lnTo>
                    <a:pt x="5253" y="580"/>
                  </a:lnTo>
                  <a:lnTo>
                    <a:pt x="5832" y="696"/>
                  </a:lnTo>
                  <a:lnTo>
                    <a:pt x="6411" y="850"/>
                  </a:lnTo>
                  <a:lnTo>
                    <a:pt x="6990" y="1120"/>
                  </a:lnTo>
                  <a:lnTo>
                    <a:pt x="7492" y="1429"/>
                  </a:lnTo>
                  <a:lnTo>
                    <a:pt x="7917" y="1738"/>
                  </a:lnTo>
                  <a:lnTo>
                    <a:pt x="8303" y="2086"/>
                  </a:lnTo>
                  <a:lnTo>
                    <a:pt x="8651" y="2472"/>
                  </a:lnTo>
                  <a:lnTo>
                    <a:pt x="8960" y="2858"/>
                  </a:lnTo>
                  <a:lnTo>
                    <a:pt x="9539" y="3669"/>
                  </a:lnTo>
                  <a:lnTo>
                    <a:pt x="10157" y="4480"/>
                  </a:lnTo>
                  <a:lnTo>
                    <a:pt x="10388" y="4827"/>
                  </a:lnTo>
                  <a:lnTo>
                    <a:pt x="10697" y="5136"/>
                  </a:lnTo>
                  <a:lnTo>
                    <a:pt x="11006" y="5445"/>
                  </a:lnTo>
                  <a:lnTo>
                    <a:pt x="11354" y="5677"/>
                  </a:lnTo>
                  <a:lnTo>
                    <a:pt x="11701" y="5870"/>
                  </a:lnTo>
                  <a:lnTo>
                    <a:pt x="12126" y="5986"/>
                  </a:lnTo>
                  <a:lnTo>
                    <a:pt x="12512" y="6025"/>
                  </a:lnTo>
                  <a:lnTo>
                    <a:pt x="12976" y="5986"/>
                  </a:lnTo>
                  <a:lnTo>
                    <a:pt x="13323" y="5870"/>
                  </a:lnTo>
                  <a:lnTo>
                    <a:pt x="13632" y="5754"/>
                  </a:lnTo>
                  <a:lnTo>
                    <a:pt x="13902" y="5600"/>
                  </a:lnTo>
                  <a:lnTo>
                    <a:pt x="14173" y="5407"/>
                  </a:lnTo>
                  <a:lnTo>
                    <a:pt x="14404" y="5214"/>
                  </a:lnTo>
                  <a:lnTo>
                    <a:pt x="14597" y="4982"/>
                  </a:lnTo>
                  <a:lnTo>
                    <a:pt x="14829" y="4712"/>
                  </a:lnTo>
                  <a:lnTo>
                    <a:pt x="14984" y="4441"/>
                  </a:lnTo>
                  <a:lnTo>
                    <a:pt x="14752" y="5252"/>
                  </a:lnTo>
                  <a:lnTo>
                    <a:pt x="14443" y="5986"/>
                  </a:lnTo>
                  <a:lnTo>
                    <a:pt x="14057" y="6720"/>
                  </a:lnTo>
                  <a:lnTo>
                    <a:pt x="13593" y="7415"/>
                  </a:lnTo>
                  <a:lnTo>
                    <a:pt x="13091" y="8071"/>
                  </a:lnTo>
                  <a:lnTo>
                    <a:pt x="12512" y="8650"/>
                  </a:lnTo>
                  <a:lnTo>
                    <a:pt x="11894" y="9191"/>
                  </a:lnTo>
                  <a:lnTo>
                    <a:pt x="11199" y="9693"/>
                  </a:lnTo>
                  <a:lnTo>
                    <a:pt x="10697" y="10002"/>
                  </a:lnTo>
                  <a:lnTo>
                    <a:pt x="10157" y="10272"/>
                  </a:lnTo>
                  <a:lnTo>
                    <a:pt x="9616" y="10465"/>
                  </a:lnTo>
                  <a:lnTo>
                    <a:pt x="9075" y="10658"/>
                  </a:lnTo>
                  <a:lnTo>
                    <a:pt x="8496" y="10774"/>
                  </a:lnTo>
                  <a:lnTo>
                    <a:pt x="7956" y="10890"/>
                  </a:lnTo>
                  <a:lnTo>
                    <a:pt x="7376" y="10929"/>
                  </a:lnTo>
                  <a:lnTo>
                    <a:pt x="6836" y="10929"/>
                  </a:lnTo>
                  <a:lnTo>
                    <a:pt x="6257" y="10890"/>
                  </a:lnTo>
                  <a:lnTo>
                    <a:pt x="5716" y="10774"/>
                  </a:lnTo>
                  <a:lnTo>
                    <a:pt x="5175" y="10620"/>
                  </a:lnTo>
                  <a:lnTo>
                    <a:pt x="4635" y="10465"/>
                  </a:lnTo>
                  <a:lnTo>
                    <a:pt x="4133" y="10195"/>
                  </a:lnTo>
                  <a:lnTo>
                    <a:pt x="3631" y="9925"/>
                  </a:lnTo>
                  <a:lnTo>
                    <a:pt x="3129" y="9577"/>
                  </a:lnTo>
                  <a:lnTo>
                    <a:pt x="2665" y="9191"/>
                  </a:lnTo>
                  <a:lnTo>
                    <a:pt x="2202" y="8766"/>
                  </a:lnTo>
                  <a:lnTo>
                    <a:pt x="1777" y="8303"/>
                  </a:lnTo>
                  <a:lnTo>
                    <a:pt x="1430" y="7801"/>
                  </a:lnTo>
                  <a:lnTo>
                    <a:pt x="1082" y="7260"/>
                  </a:lnTo>
                  <a:lnTo>
                    <a:pt x="812" y="6720"/>
                  </a:lnTo>
                  <a:lnTo>
                    <a:pt x="619" y="6140"/>
                  </a:lnTo>
                  <a:lnTo>
                    <a:pt x="464" y="5523"/>
                  </a:lnTo>
                  <a:lnTo>
                    <a:pt x="426" y="4905"/>
                  </a:lnTo>
                  <a:lnTo>
                    <a:pt x="464" y="4287"/>
                  </a:lnTo>
                  <a:lnTo>
                    <a:pt x="619" y="3708"/>
                  </a:lnTo>
                  <a:lnTo>
                    <a:pt x="812" y="3128"/>
                  </a:lnTo>
                  <a:lnTo>
                    <a:pt x="1121" y="2588"/>
                  </a:lnTo>
                  <a:lnTo>
                    <a:pt x="1468" y="2086"/>
                  </a:lnTo>
                  <a:lnTo>
                    <a:pt x="1893" y="1661"/>
                  </a:lnTo>
                  <a:lnTo>
                    <a:pt x="2356" y="1275"/>
                  </a:lnTo>
                  <a:lnTo>
                    <a:pt x="2897" y="1005"/>
                  </a:lnTo>
                  <a:lnTo>
                    <a:pt x="3476" y="773"/>
                  </a:lnTo>
                  <a:lnTo>
                    <a:pt x="4056" y="618"/>
                  </a:lnTo>
                  <a:lnTo>
                    <a:pt x="4635" y="541"/>
                  </a:lnTo>
                  <a:close/>
                  <a:moveTo>
                    <a:pt x="16876" y="1"/>
                  </a:moveTo>
                  <a:lnTo>
                    <a:pt x="16683" y="39"/>
                  </a:lnTo>
                  <a:lnTo>
                    <a:pt x="16451" y="155"/>
                  </a:lnTo>
                  <a:lnTo>
                    <a:pt x="16258" y="271"/>
                  </a:lnTo>
                  <a:lnTo>
                    <a:pt x="16103" y="425"/>
                  </a:lnTo>
                  <a:lnTo>
                    <a:pt x="15949" y="580"/>
                  </a:lnTo>
                  <a:lnTo>
                    <a:pt x="15833" y="773"/>
                  </a:lnTo>
                  <a:lnTo>
                    <a:pt x="15717" y="1005"/>
                  </a:lnTo>
                  <a:lnTo>
                    <a:pt x="15601" y="1236"/>
                  </a:lnTo>
                  <a:lnTo>
                    <a:pt x="15486" y="1738"/>
                  </a:lnTo>
                  <a:lnTo>
                    <a:pt x="15447" y="2279"/>
                  </a:lnTo>
                  <a:lnTo>
                    <a:pt x="15486" y="2819"/>
                  </a:lnTo>
                  <a:lnTo>
                    <a:pt x="15370" y="2819"/>
                  </a:lnTo>
                  <a:lnTo>
                    <a:pt x="15331" y="2858"/>
                  </a:lnTo>
                  <a:lnTo>
                    <a:pt x="14906" y="2742"/>
                  </a:lnTo>
                  <a:lnTo>
                    <a:pt x="14443" y="2665"/>
                  </a:lnTo>
                  <a:lnTo>
                    <a:pt x="13980" y="2665"/>
                  </a:lnTo>
                  <a:lnTo>
                    <a:pt x="13516" y="2742"/>
                  </a:lnTo>
                  <a:lnTo>
                    <a:pt x="13169" y="2858"/>
                  </a:lnTo>
                  <a:lnTo>
                    <a:pt x="12976" y="2974"/>
                  </a:lnTo>
                  <a:lnTo>
                    <a:pt x="12783" y="3090"/>
                  </a:lnTo>
                  <a:lnTo>
                    <a:pt x="12628" y="3206"/>
                  </a:lnTo>
                  <a:lnTo>
                    <a:pt x="12512" y="3360"/>
                  </a:lnTo>
                  <a:lnTo>
                    <a:pt x="12396" y="3553"/>
                  </a:lnTo>
                  <a:lnTo>
                    <a:pt x="12396" y="3746"/>
                  </a:lnTo>
                  <a:lnTo>
                    <a:pt x="12396" y="3939"/>
                  </a:lnTo>
                  <a:lnTo>
                    <a:pt x="12474" y="4094"/>
                  </a:lnTo>
                  <a:lnTo>
                    <a:pt x="12628" y="4210"/>
                  </a:lnTo>
                  <a:lnTo>
                    <a:pt x="12783" y="4287"/>
                  </a:lnTo>
                  <a:lnTo>
                    <a:pt x="12976" y="4364"/>
                  </a:lnTo>
                  <a:lnTo>
                    <a:pt x="13169" y="4403"/>
                  </a:lnTo>
                  <a:lnTo>
                    <a:pt x="13516" y="4364"/>
                  </a:lnTo>
                  <a:lnTo>
                    <a:pt x="13864" y="4325"/>
                  </a:lnTo>
                  <a:lnTo>
                    <a:pt x="14211" y="4210"/>
                  </a:lnTo>
                  <a:lnTo>
                    <a:pt x="14520" y="4017"/>
                  </a:lnTo>
                  <a:lnTo>
                    <a:pt x="14829" y="3823"/>
                  </a:lnTo>
                  <a:lnTo>
                    <a:pt x="14597" y="4287"/>
                  </a:lnTo>
                  <a:lnTo>
                    <a:pt x="14288" y="4673"/>
                  </a:lnTo>
                  <a:lnTo>
                    <a:pt x="14134" y="4866"/>
                  </a:lnTo>
                  <a:lnTo>
                    <a:pt x="13941" y="5021"/>
                  </a:lnTo>
                  <a:lnTo>
                    <a:pt x="13709" y="5175"/>
                  </a:lnTo>
                  <a:lnTo>
                    <a:pt x="13516" y="5291"/>
                  </a:lnTo>
                  <a:lnTo>
                    <a:pt x="13130" y="5445"/>
                  </a:lnTo>
                  <a:lnTo>
                    <a:pt x="12744" y="5523"/>
                  </a:lnTo>
                  <a:lnTo>
                    <a:pt x="12396" y="5523"/>
                  </a:lnTo>
                  <a:lnTo>
                    <a:pt x="12049" y="5445"/>
                  </a:lnTo>
                  <a:lnTo>
                    <a:pt x="11740" y="5329"/>
                  </a:lnTo>
                  <a:lnTo>
                    <a:pt x="11431" y="5136"/>
                  </a:lnTo>
                  <a:lnTo>
                    <a:pt x="11122" y="4905"/>
                  </a:lnTo>
                  <a:lnTo>
                    <a:pt x="10852" y="4634"/>
                  </a:lnTo>
                  <a:lnTo>
                    <a:pt x="10543" y="4210"/>
                  </a:lnTo>
                  <a:lnTo>
                    <a:pt x="10195" y="3785"/>
                  </a:lnTo>
                  <a:lnTo>
                    <a:pt x="9616" y="2935"/>
                  </a:lnTo>
                  <a:lnTo>
                    <a:pt x="9307" y="2511"/>
                  </a:lnTo>
                  <a:lnTo>
                    <a:pt x="8960" y="2086"/>
                  </a:lnTo>
                  <a:lnTo>
                    <a:pt x="8573" y="1700"/>
                  </a:lnTo>
                  <a:lnTo>
                    <a:pt x="8187" y="1352"/>
                  </a:lnTo>
                  <a:lnTo>
                    <a:pt x="7647" y="966"/>
                  </a:lnTo>
                  <a:lnTo>
                    <a:pt x="7106" y="657"/>
                  </a:lnTo>
                  <a:lnTo>
                    <a:pt x="6527" y="425"/>
                  </a:lnTo>
                  <a:lnTo>
                    <a:pt x="5948" y="271"/>
                  </a:lnTo>
                  <a:lnTo>
                    <a:pt x="5330" y="155"/>
                  </a:lnTo>
                  <a:lnTo>
                    <a:pt x="4751" y="116"/>
                  </a:lnTo>
                  <a:lnTo>
                    <a:pt x="4133" y="155"/>
                  </a:lnTo>
                  <a:lnTo>
                    <a:pt x="3554" y="271"/>
                  </a:lnTo>
                  <a:lnTo>
                    <a:pt x="3283" y="348"/>
                  </a:lnTo>
                  <a:lnTo>
                    <a:pt x="2936" y="464"/>
                  </a:lnTo>
                  <a:lnTo>
                    <a:pt x="2588" y="618"/>
                  </a:lnTo>
                  <a:lnTo>
                    <a:pt x="2279" y="812"/>
                  </a:lnTo>
                  <a:lnTo>
                    <a:pt x="1932" y="1005"/>
                  </a:lnTo>
                  <a:lnTo>
                    <a:pt x="1661" y="1275"/>
                  </a:lnTo>
                  <a:lnTo>
                    <a:pt x="1353" y="1545"/>
                  </a:lnTo>
                  <a:lnTo>
                    <a:pt x="1082" y="1854"/>
                  </a:lnTo>
                  <a:lnTo>
                    <a:pt x="851" y="2163"/>
                  </a:lnTo>
                  <a:lnTo>
                    <a:pt x="542" y="2665"/>
                  </a:lnTo>
                  <a:lnTo>
                    <a:pt x="310" y="3167"/>
                  </a:lnTo>
                  <a:lnTo>
                    <a:pt x="155" y="3669"/>
                  </a:lnTo>
                  <a:lnTo>
                    <a:pt x="78" y="4171"/>
                  </a:lnTo>
                  <a:lnTo>
                    <a:pt x="1" y="4712"/>
                  </a:lnTo>
                  <a:lnTo>
                    <a:pt x="40" y="5214"/>
                  </a:lnTo>
                  <a:lnTo>
                    <a:pt x="78" y="5716"/>
                  </a:lnTo>
                  <a:lnTo>
                    <a:pt x="194" y="6218"/>
                  </a:lnTo>
                  <a:lnTo>
                    <a:pt x="387" y="6720"/>
                  </a:lnTo>
                  <a:lnTo>
                    <a:pt x="580" y="7222"/>
                  </a:lnTo>
                  <a:lnTo>
                    <a:pt x="812" y="7685"/>
                  </a:lnTo>
                  <a:lnTo>
                    <a:pt x="1082" y="8110"/>
                  </a:lnTo>
                  <a:lnTo>
                    <a:pt x="1430" y="8573"/>
                  </a:lnTo>
                  <a:lnTo>
                    <a:pt x="1777" y="8959"/>
                  </a:lnTo>
                  <a:lnTo>
                    <a:pt x="2125" y="9384"/>
                  </a:lnTo>
                  <a:lnTo>
                    <a:pt x="2550" y="9732"/>
                  </a:lnTo>
                  <a:lnTo>
                    <a:pt x="3090" y="10156"/>
                  </a:lnTo>
                  <a:lnTo>
                    <a:pt x="3631" y="10504"/>
                  </a:lnTo>
                  <a:lnTo>
                    <a:pt x="4210" y="10774"/>
                  </a:lnTo>
                  <a:lnTo>
                    <a:pt x="4789" y="11044"/>
                  </a:lnTo>
                  <a:lnTo>
                    <a:pt x="5407" y="11199"/>
                  </a:lnTo>
                  <a:lnTo>
                    <a:pt x="6025" y="11353"/>
                  </a:lnTo>
                  <a:lnTo>
                    <a:pt x="6643" y="11392"/>
                  </a:lnTo>
                  <a:lnTo>
                    <a:pt x="7261" y="11431"/>
                  </a:lnTo>
                  <a:lnTo>
                    <a:pt x="7338" y="11585"/>
                  </a:lnTo>
                  <a:lnTo>
                    <a:pt x="7647" y="11392"/>
                  </a:lnTo>
                  <a:lnTo>
                    <a:pt x="8458" y="11315"/>
                  </a:lnTo>
                  <a:lnTo>
                    <a:pt x="9269" y="11122"/>
                  </a:lnTo>
                  <a:lnTo>
                    <a:pt x="10079" y="10813"/>
                  </a:lnTo>
                  <a:lnTo>
                    <a:pt x="10852" y="10465"/>
                  </a:lnTo>
                  <a:lnTo>
                    <a:pt x="11547" y="10040"/>
                  </a:lnTo>
                  <a:lnTo>
                    <a:pt x="12165" y="9577"/>
                  </a:lnTo>
                  <a:lnTo>
                    <a:pt x="12435" y="9384"/>
                  </a:lnTo>
                  <a:lnTo>
                    <a:pt x="13053" y="8805"/>
                  </a:lnTo>
                  <a:lnTo>
                    <a:pt x="13632" y="8187"/>
                  </a:lnTo>
                  <a:lnTo>
                    <a:pt x="14134" y="7492"/>
                  </a:lnTo>
                  <a:lnTo>
                    <a:pt x="14597" y="6797"/>
                  </a:lnTo>
                  <a:lnTo>
                    <a:pt x="14945" y="6025"/>
                  </a:lnTo>
                  <a:lnTo>
                    <a:pt x="15099" y="5638"/>
                  </a:lnTo>
                  <a:lnTo>
                    <a:pt x="15254" y="5214"/>
                  </a:lnTo>
                  <a:lnTo>
                    <a:pt x="15331" y="4827"/>
                  </a:lnTo>
                  <a:lnTo>
                    <a:pt x="15408" y="4403"/>
                  </a:lnTo>
                  <a:lnTo>
                    <a:pt x="15486" y="4017"/>
                  </a:lnTo>
                  <a:lnTo>
                    <a:pt x="15486" y="3592"/>
                  </a:lnTo>
                  <a:lnTo>
                    <a:pt x="15679" y="4055"/>
                  </a:lnTo>
                  <a:lnTo>
                    <a:pt x="15949" y="4480"/>
                  </a:lnTo>
                  <a:lnTo>
                    <a:pt x="16258" y="4866"/>
                  </a:lnTo>
                  <a:lnTo>
                    <a:pt x="16605" y="5214"/>
                  </a:lnTo>
                  <a:lnTo>
                    <a:pt x="16760" y="5368"/>
                  </a:lnTo>
                  <a:lnTo>
                    <a:pt x="16992" y="5484"/>
                  </a:lnTo>
                  <a:lnTo>
                    <a:pt x="17185" y="5561"/>
                  </a:lnTo>
                  <a:lnTo>
                    <a:pt x="17416" y="5638"/>
                  </a:lnTo>
                  <a:lnTo>
                    <a:pt x="17609" y="5677"/>
                  </a:lnTo>
                  <a:lnTo>
                    <a:pt x="17841" y="5638"/>
                  </a:lnTo>
                  <a:lnTo>
                    <a:pt x="18034" y="5523"/>
                  </a:lnTo>
                  <a:lnTo>
                    <a:pt x="18189" y="5329"/>
                  </a:lnTo>
                  <a:lnTo>
                    <a:pt x="18304" y="5136"/>
                  </a:lnTo>
                  <a:lnTo>
                    <a:pt x="18343" y="4943"/>
                  </a:lnTo>
                  <a:lnTo>
                    <a:pt x="18304" y="4712"/>
                  </a:lnTo>
                  <a:lnTo>
                    <a:pt x="18266" y="4519"/>
                  </a:lnTo>
                  <a:lnTo>
                    <a:pt x="18189" y="4287"/>
                  </a:lnTo>
                  <a:lnTo>
                    <a:pt x="18073" y="4132"/>
                  </a:lnTo>
                  <a:lnTo>
                    <a:pt x="17957" y="3939"/>
                  </a:lnTo>
                  <a:lnTo>
                    <a:pt x="17802" y="3785"/>
                  </a:lnTo>
                  <a:lnTo>
                    <a:pt x="17648" y="3630"/>
                  </a:lnTo>
                  <a:lnTo>
                    <a:pt x="17416" y="3476"/>
                  </a:lnTo>
                  <a:lnTo>
                    <a:pt x="16953" y="3244"/>
                  </a:lnTo>
                  <a:lnTo>
                    <a:pt x="16490" y="3051"/>
                  </a:lnTo>
                  <a:lnTo>
                    <a:pt x="15988" y="2935"/>
                  </a:lnTo>
                  <a:lnTo>
                    <a:pt x="16412" y="2781"/>
                  </a:lnTo>
                  <a:lnTo>
                    <a:pt x="16837" y="2511"/>
                  </a:lnTo>
                  <a:lnTo>
                    <a:pt x="17185" y="2202"/>
                  </a:lnTo>
                  <a:lnTo>
                    <a:pt x="17494" y="1816"/>
                  </a:lnTo>
                  <a:lnTo>
                    <a:pt x="17609" y="1584"/>
                  </a:lnTo>
                  <a:lnTo>
                    <a:pt x="17725" y="1352"/>
                  </a:lnTo>
                  <a:lnTo>
                    <a:pt x="17764" y="1082"/>
                  </a:lnTo>
                  <a:lnTo>
                    <a:pt x="17802" y="850"/>
                  </a:lnTo>
                  <a:lnTo>
                    <a:pt x="17802" y="580"/>
                  </a:lnTo>
                  <a:lnTo>
                    <a:pt x="17725" y="387"/>
                  </a:lnTo>
                  <a:lnTo>
                    <a:pt x="17571" y="194"/>
                  </a:lnTo>
                  <a:lnTo>
                    <a:pt x="17455" y="116"/>
                  </a:lnTo>
                  <a:lnTo>
                    <a:pt x="17339" y="39"/>
                  </a:lnTo>
                  <a:lnTo>
                    <a:pt x="171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3"/>
            <p:cNvSpPr/>
            <p:nvPr/>
          </p:nvSpPr>
          <p:spPr>
            <a:xfrm>
              <a:off x="2141825" y="3698800"/>
              <a:ext cx="126500" cy="70500"/>
            </a:xfrm>
            <a:custGeom>
              <a:avLst/>
              <a:gdLst/>
              <a:ahLst/>
              <a:cxnLst/>
              <a:rect l="l" t="t" r="r" b="b"/>
              <a:pathLst>
                <a:path w="5060" h="2820" extrusionOk="0">
                  <a:moveTo>
                    <a:pt x="4905" y="0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3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433"/>
                  </a:lnTo>
                  <a:lnTo>
                    <a:pt x="39" y="2510"/>
                  </a:lnTo>
                  <a:lnTo>
                    <a:pt x="1" y="2587"/>
                  </a:lnTo>
                  <a:lnTo>
                    <a:pt x="39" y="2703"/>
                  </a:lnTo>
                  <a:lnTo>
                    <a:pt x="116" y="2781"/>
                  </a:lnTo>
                  <a:lnTo>
                    <a:pt x="387" y="2819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1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3"/>
            <p:cNvSpPr/>
            <p:nvPr/>
          </p:nvSpPr>
          <p:spPr>
            <a:xfrm>
              <a:off x="436975" y="3704575"/>
              <a:ext cx="144825" cy="162225"/>
            </a:xfrm>
            <a:custGeom>
              <a:avLst/>
              <a:gdLst/>
              <a:ahLst/>
              <a:cxnLst/>
              <a:rect l="l" t="t" r="r" b="b"/>
              <a:pathLst>
                <a:path w="5793" h="6489" extrusionOk="0">
                  <a:moveTo>
                    <a:pt x="2240" y="426"/>
                  </a:moveTo>
                  <a:lnTo>
                    <a:pt x="2781" y="464"/>
                  </a:lnTo>
                  <a:lnTo>
                    <a:pt x="3283" y="580"/>
                  </a:lnTo>
                  <a:lnTo>
                    <a:pt x="3746" y="735"/>
                  </a:lnTo>
                  <a:lnTo>
                    <a:pt x="4171" y="1005"/>
                  </a:lnTo>
                  <a:lnTo>
                    <a:pt x="4557" y="1314"/>
                  </a:lnTo>
                  <a:lnTo>
                    <a:pt x="4750" y="1507"/>
                  </a:lnTo>
                  <a:lnTo>
                    <a:pt x="4905" y="1739"/>
                  </a:lnTo>
                  <a:lnTo>
                    <a:pt x="5021" y="1932"/>
                  </a:lnTo>
                  <a:lnTo>
                    <a:pt x="5136" y="2163"/>
                  </a:lnTo>
                  <a:lnTo>
                    <a:pt x="5214" y="2434"/>
                  </a:lnTo>
                  <a:lnTo>
                    <a:pt x="5291" y="2704"/>
                  </a:lnTo>
                  <a:lnTo>
                    <a:pt x="5330" y="3167"/>
                  </a:lnTo>
                  <a:lnTo>
                    <a:pt x="5330" y="3631"/>
                  </a:lnTo>
                  <a:lnTo>
                    <a:pt x="5214" y="4133"/>
                  </a:lnTo>
                  <a:lnTo>
                    <a:pt x="5021" y="4558"/>
                  </a:lnTo>
                  <a:lnTo>
                    <a:pt x="4789" y="4982"/>
                  </a:lnTo>
                  <a:lnTo>
                    <a:pt x="4480" y="5330"/>
                  </a:lnTo>
                  <a:lnTo>
                    <a:pt x="4287" y="5484"/>
                  </a:lnTo>
                  <a:lnTo>
                    <a:pt x="4094" y="5639"/>
                  </a:lnTo>
                  <a:lnTo>
                    <a:pt x="3901" y="5755"/>
                  </a:lnTo>
                  <a:lnTo>
                    <a:pt x="3669" y="5832"/>
                  </a:lnTo>
                  <a:lnTo>
                    <a:pt x="3360" y="5948"/>
                  </a:lnTo>
                  <a:lnTo>
                    <a:pt x="3090" y="5986"/>
                  </a:lnTo>
                  <a:lnTo>
                    <a:pt x="2820" y="6025"/>
                  </a:lnTo>
                  <a:lnTo>
                    <a:pt x="2549" y="5986"/>
                  </a:lnTo>
                  <a:lnTo>
                    <a:pt x="2279" y="5948"/>
                  </a:lnTo>
                  <a:lnTo>
                    <a:pt x="2047" y="5870"/>
                  </a:lnTo>
                  <a:lnTo>
                    <a:pt x="1854" y="5755"/>
                  </a:lnTo>
                  <a:lnTo>
                    <a:pt x="1622" y="5639"/>
                  </a:lnTo>
                  <a:lnTo>
                    <a:pt x="1429" y="5484"/>
                  </a:lnTo>
                  <a:lnTo>
                    <a:pt x="1275" y="5291"/>
                  </a:lnTo>
                  <a:lnTo>
                    <a:pt x="1082" y="5098"/>
                  </a:lnTo>
                  <a:lnTo>
                    <a:pt x="966" y="4905"/>
                  </a:lnTo>
                  <a:lnTo>
                    <a:pt x="696" y="4442"/>
                  </a:lnTo>
                  <a:lnTo>
                    <a:pt x="541" y="3901"/>
                  </a:lnTo>
                  <a:lnTo>
                    <a:pt x="425" y="3399"/>
                  </a:lnTo>
                  <a:lnTo>
                    <a:pt x="425" y="2858"/>
                  </a:lnTo>
                  <a:lnTo>
                    <a:pt x="503" y="2318"/>
                  </a:lnTo>
                  <a:lnTo>
                    <a:pt x="541" y="2048"/>
                  </a:lnTo>
                  <a:lnTo>
                    <a:pt x="657" y="1816"/>
                  </a:lnTo>
                  <a:lnTo>
                    <a:pt x="734" y="1584"/>
                  </a:lnTo>
                  <a:lnTo>
                    <a:pt x="889" y="1352"/>
                  </a:lnTo>
                  <a:lnTo>
                    <a:pt x="1043" y="1159"/>
                  </a:lnTo>
                  <a:lnTo>
                    <a:pt x="1236" y="1005"/>
                  </a:lnTo>
                  <a:lnTo>
                    <a:pt x="1429" y="812"/>
                  </a:lnTo>
                  <a:lnTo>
                    <a:pt x="1661" y="696"/>
                  </a:lnTo>
                  <a:lnTo>
                    <a:pt x="1893" y="580"/>
                  </a:lnTo>
                  <a:lnTo>
                    <a:pt x="2202" y="503"/>
                  </a:lnTo>
                  <a:lnTo>
                    <a:pt x="2240" y="464"/>
                  </a:lnTo>
                  <a:lnTo>
                    <a:pt x="2240" y="426"/>
                  </a:lnTo>
                  <a:close/>
                  <a:moveTo>
                    <a:pt x="2279" y="1"/>
                  </a:moveTo>
                  <a:lnTo>
                    <a:pt x="1970" y="40"/>
                  </a:lnTo>
                  <a:lnTo>
                    <a:pt x="1893" y="78"/>
                  </a:lnTo>
                  <a:lnTo>
                    <a:pt x="1816" y="117"/>
                  </a:lnTo>
                  <a:lnTo>
                    <a:pt x="1816" y="194"/>
                  </a:lnTo>
                  <a:lnTo>
                    <a:pt x="1816" y="271"/>
                  </a:lnTo>
                  <a:lnTo>
                    <a:pt x="1507" y="349"/>
                  </a:lnTo>
                  <a:lnTo>
                    <a:pt x="1275" y="464"/>
                  </a:lnTo>
                  <a:lnTo>
                    <a:pt x="1043" y="619"/>
                  </a:lnTo>
                  <a:lnTo>
                    <a:pt x="812" y="773"/>
                  </a:lnTo>
                  <a:lnTo>
                    <a:pt x="619" y="966"/>
                  </a:lnTo>
                  <a:lnTo>
                    <a:pt x="464" y="1198"/>
                  </a:lnTo>
                  <a:lnTo>
                    <a:pt x="348" y="1430"/>
                  </a:lnTo>
                  <a:lnTo>
                    <a:pt x="232" y="1661"/>
                  </a:lnTo>
                  <a:lnTo>
                    <a:pt x="117" y="1932"/>
                  </a:lnTo>
                  <a:lnTo>
                    <a:pt x="78" y="2202"/>
                  </a:lnTo>
                  <a:lnTo>
                    <a:pt x="1" y="2781"/>
                  </a:lnTo>
                  <a:lnTo>
                    <a:pt x="1" y="3360"/>
                  </a:lnTo>
                  <a:lnTo>
                    <a:pt x="78" y="3901"/>
                  </a:lnTo>
                  <a:lnTo>
                    <a:pt x="271" y="4519"/>
                  </a:lnTo>
                  <a:lnTo>
                    <a:pt x="387" y="4828"/>
                  </a:lnTo>
                  <a:lnTo>
                    <a:pt x="541" y="5098"/>
                  </a:lnTo>
                  <a:lnTo>
                    <a:pt x="696" y="5330"/>
                  </a:lnTo>
                  <a:lnTo>
                    <a:pt x="850" y="5561"/>
                  </a:lnTo>
                  <a:lnTo>
                    <a:pt x="1082" y="5793"/>
                  </a:lnTo>
                  <a:lnTo>
                    <a:pt x="1275" y="5986"/>
                  </a:lnTo>
                  <a:lnTo>
                    <a:pt x="1507" y="6141"/>
                  </a:lnTo>
                  <a:lnTo>
                    <a:pt x="1738" y="6257"/>
                  </a:lnTo>
                  <a:lnTo>
                    <a:pt x="2009" y="6372"/>
                  </a:lnTo>
                  <a:lnTo>
                    <a:pt x="2279" y="6450"/>
                  </a:lnTo>
                  <a:lnTo>
                    <a:pt x="2588" y="6488"/>
                  </a:lnTo>
                  <a:lnTo>
                    <a:pt x="2897" y="6488"/>
                  </a:lnTo>
                  <a:lnTo>
                    <a:pt x="3206" y="6450"/>
                  </a:lnTo>
                  <a:lnTo>
                    <a:pt x="3553" y="6372"/>
                  </a:lnTo>
                  <a:lnTo>
                    <a:pt x="3862" y="6257"/>
                  </a:lnTo>
                  <a:lnTo>
                    <a:pt x="4132" y="6141"/>
                  </a:lnTo>
                  <a:lnTo>
                    <a:pt x="4403" y="5986"/>
                  </a:lnTo>
                  <a:lnTo>
                    <a:pt x="4634" y="5793"/>
                  </a:lnTo>
                  <a:lnTo>
                    <a:pt x="4866" y="5600"/>
                  </a:lnTo>
                  <a:lnTo>
                    <a:pt x="5059" y="5368"/>
                  </a:lnTo>
                  <a:lnTo>
                    <a:pt x="5214" y="5137"/>
                  </a:lnTo>
                  <a:lnTo>
                    <a:pt x="5368" y="4866"/>
                  </a:lnTo>
                  <a:lnTo>
                    <a:pt x="5523" y="4635"/>
                  </a:lnTo>
                  <a:lnTo>
                    <a:pt x="5638" y="4326"/>
                  </a:lnTo>
                  <a:lnTo>
                    <a:pt x="5716" y="4056"/>
                  </a:lnTo>
                  <a:lnTo>
                    <a:pt x="5754" y="3747"/>
                  </a:lnTo>
                  <a:lnTo>
                    <a:pt x="5793" y="3438"/>
                  </a:lnTo>
                  <a:lnTo>
                    <a:pt x="5793" y="3129"/>
                  </a:lnTo>
                  <a:lnTo>
                    <a:pt x="5793" y="2858"/>
                  </a:lnTo>
                  <a:lnTo>
                    <a:pt x="5716" y="2550"/>
                  </a:lnTo>
                  <a:lnTo>
                    <a:pt x="5638" y="2241"/>
                  </a:lnTo>
                  <a:lnTo>
                    <a:pt x="5523" y="1932"/>
                  </a:lnTo>
                  <a:lnTo>
                    <a:pt x="5368" y="1661"/>
                  </a:lnTo>
                  <a:lnTo>
                    <a:pt x="5214" y="1391"/>
                  </a:lnTo>
                  <a:lnTo>
                    <a:pt x="5021" y="1159"/>
                  </a:lnTo>
                  <a:lnTo>
                    <a:pt x="4828" y="928"/>
                  </a:lnTo>
                  <a:lnTo>
                    <a:pt x="4596" y="735"/>
                  </a:lnTo>
                  <a:lnTo>
                    <a:pt x="4326" y="542"/>
                  </a:lnTo>
                  <a:lnTo>
                    <a:pt x="4094" y="387"/>
                  </a:lnTo>
                  <a:lnTo>
                    <a:pt x="3824" y="271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3"/>
            <p:cNvSpPr/>
            <p:nvPr/>
          </p:nvSpPr>
          <p:spPr>
            <a:xfrm>
              <a:off x="6171275" y="3733550"/>
              <a:ext cx="103325" cy="132275"/>
            </a:xfrm>
            <a:custGeom>
              <a:avLst/>
              <a:gdLst/>
              <a:ahLst/>
              <a:cxnLst/>
              <a:rect l="l" t="t" r="r" b="b"/>
              <a:pathLst>
                <a:path w="4133" h="5291" extrusionOk="0">
                  <a:moveTo>
                    <a:pt x="2511" y="0"/>
                  </a:moveTo>
                  <a:lnTo>
                    <a:pt x="2279" y="39"/>
                  </a:lnTo>
                  <a:lnTo>
                    <a:pt x="2048" y="39"/>
                  </a:lnTo>
                  <a:lnTo>
                    <a:pt x="1816" y="116"/>
                  </a:lnTo>
                  <a:lnTo>
                    <a:pt x="1430" y="271"/>
                  </a:lnTo>
                  <a:lnTo>
                    <a:pt x="1121" y="464"/>
                  </a:lnTo>
                  <a:lnTo>
                    <a:pt x="850" y="695"/>
                  </a:lnTo>
                  <a:lnTo>
                    <a:pt x="619" y="966"/>
                  </a:lnTo>
                  <a:lnTo>
                    <a:pt x="464" y="1236"/>
                  </a:lnTo>
                  <a:lnTo>
                    <a:pt x="310" y="1584"/>
                  </a:lnTo>
                  <a:lnTo>
                    <a:pt x="194" y="1931"/>
                  </a:lnTo>
                  <a:lnTo>
                    <a:pt x="117" y="2279"/>
                  </a:lnTo>
                  <a:lnTo>
                    <a:pt x="40" y="2665"/>
                  </a:lnTo>
                  <a:lnTo>
                    <a:pt x="1" y="3051"/>
                  </a:lnTo>
                  <a:lnTo>
                    <a:pt x="1" y="3823"/>
                  </a:lnTo>
                  <a:lnTo>
                    <a:pt x="1" y="5291"/>
                  </a:lnTo>
                  <a:lnTo>
                    <a:pt x="426" y="5291"/>
                  </a:lnTo>
                  <a:lnTo>
                    <a:pt x="464" y="4750"/>
                  </a:lnTo>
                  <a:lnTo>
                    <a:pt x="464" y="4209"/>
                  </a:lnTo>
                  <a:lnTo>
                    <a:pt x="464" y="3669"/>
                  </a:lnTo>
                  <a:lnTo>
                    <a:pt x="503" y="3128"/>
                  </a:lnTo>
                  <a:lnTo>
                    <a:pt x="542" y="2588"/>
                  </a:lnTo>
                  <a:lnTo>
                    <a:pt x="696" y="2047"/>
                  </a:lnTo>
                  <a:lnTo>
                    <a:pt x="773" y="1815"/>
                  </a:lnTo>
                  <a:lnTo>
                    <a:pt x="889" y="1584"/>
                  </a:lnTo>
                  <a:lnTo>
                    <a:pt x="1044" y="1352"/>
                  </a:lnTo>
                  <a:lnTo>
                    <a:pt x="1198" y="1159"/>
                  </a:lnTo>
                  <a:lnTo>
                    <a:pt x="1391" y="966"/>
                  </a:lnTo>
                  <a:lnTo>
                    <a:pt x="1623" y="811"/>
                  </a:lnTo>
                  <a:lnTo>
                    <a:pt x="1893" y="657"/>
                  </a:lnTo>
                  <a:lnTo>
                    <a:pt x="2163" y="580"/>
                  </a:lnTo>
                  <a:lnTo>
                    <a:pt x="2434" y="541"/>
                  </a:lnTo>
                  <a:lnTo>
                    <a:pt x="2704" y="580"/>
                  </a:lnTo>
                  <a:lnTo>
                    <a:pt x="2974" y="657"/>
                  </a:lnTo>
                  <a:lnTo>
                    <a:pt x="3206" y="811"/>
                  </a:lnTo>
                  <a:lnTo>
                    <a:pt x="3360" y="966"/>
                  </a:lnTo>
                  <a:lnTo>
                    <a:pt x="3515" y="1197"/>
                  </a:lnTo>
                  <a:lnTo>
                    <a:pt x="3592" y="1429"/>
                  </a:lnTo>
                  <a:lnTo>
                    <a:pt x="3669" y="1661"/>
                  </a:lnTo>
                  <a:lnTo>
                    <a:pt x="4133" y="1584"/>
                  </a:lnTo>
                  <a:lnTo>
                    <a:pt x="4017" y="1197"/>
                  </a:lnTo>
                  <a:lnTo>
                    <a:pt x="3862" y="850"/>
                  </a:lnTo>
                  <a:lnTo>
                    <a:pt x="3631" y="541"/>
                  </a:lnTo>
                  <a:lnTo>
                    <a:pt x="3399" y="309"/>
                  </a:lnTo>
                  <a:lnTo>
                    <a:pt x="3245" y="193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4" y="39"/>
                  </a:lnTo>
                  <a:lnTo>
                    <a:pt x="25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3"/>
            <p:cNvSpPr/>
            <p:nvPr/>
          </p:nvSpPr>
          <p:spPr>
            <a:xfrm>
              <a:off x="6036125" y="3735475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41"/>
                  </a:lnTo>
                  <a:lnTo>
                    <a:pt x="12319" y="618"/>
                  </a:lnTo>
                  <a:lnTo>
                    <a:pt x="12628" y="850"/>
                  </a:lnTo>
                  <a:lnTo>
                    <a:pt x="12898" y="1120"/>
                  </a:lnTo>
                  <a:lnTo>
                    <a:pt x="13130" y="1468"/>
                  </a:lnTo>
                  <a:lnTo>
                    <a:pt x="13323" y="1854"/>
                  </a:lnTo>
                  <a:lnTo>
                    <a:pt x="13477" y="2240"/>
                  </a:lnTo>
                  <a:lnTo>
                    <a:pt x="13632" y="2665"/>
                  </a:lnTo>
                  <a:lnTo>
                    <a:pt x="13864" y="3437"/>
                  </a:lnTo>
                  <a:lnTo>
                    <a:pt x="13091" y="3013"/>
                  </a:lnTo>
                  <a:lnTo>
                    <a:pt x="12705" y="2742"/>
                  </a:lnTo>
                  <a:lnTo>
                    <a:pt x="12358" y="2472"/>
                  </a:lnTo>
                  <a:lnTo>
                    <a:pt x="12010" y="2124"/>
                  </a:lnTo>
                  <a:lnTo>
                    <a:pt x="11817" y="1893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696"/>
                  </a:lnTo>
                  <a:lnTo>
                    <a:pt x="11778" y="618"/>
                  </a:lnTo>
                  <a:lnTo>
                    <a:pt x="11856" y="541"/>
                  </a:lnTo>
                  <a:lnTo>
                    <a:pt x="11971" y="503"/>
                  </a:lnTo>
                  <a:close/>
                  <a:moveTo>
                    <a:pt x="16296" y="1584"/>
                  </a:moveTo>
                  <a:lnTo>
                    <a:pt x="16412" y="1661"/>
                  </a:lnTo>
                  <a:lnTo>
                    <a:pt x="16489" y="1700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18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35"/>
                  </a:lnTo>
                  <a:lnTo>
                    <a:pt x="15949" y="3167"/>
                  </a:lnTo>
                  <a:lnTo>
                    <a:pt x="15563" y="3360"/>
                  </a:lnTo>
                  <a:lnTo>
                    <a:pt x="15138" y="3515"/>
                  </a:lnTo>
                  <a:lnTo>
                    <a:pt x="14713" y="3630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1" y="3322"/>
                  </a:lnTo>
                  <a:lnTo>
                    <a:pt x="14636" y="2974"/>
                  </a:lnTo>
                  <a:lnTo>
                    <a:pt x="14829" y="2588"/>
                  </a:lnTo>
                  <a:lnTo>
                    <a:pt x="15099" y="2279"/>
                  </a:lnTo>
                  <a:lnTo>
                    <a:pt x="15408" y="1931"/>
                  </a:lnTo>
                  <a:lnTo>
                    <a:pt x="15640" y="1777"/>
                  </a:lnTo>
                  <a:lnTo>
                    <a:pt x="15872" y="1661"/>
                  </a:lnTo>
                  <a:lnTo>
                    <a:pt x="16103" y="1584"/>
                  </a:lnTo>
                  <a:close/>
                  <a:moveTo>
                    <a:pt x="13864" y="4287"/>
                  </a:moveTo>
                  <a:lnTo>
                    <a:pt x="13671" y="4519"/>
                  </a:lnTo>
                  <a:lnTo>
                    <a:pt x="13477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09"/>
                  </a:lnTo>
                  <a:lnTo>
                    <a:pt x="11083" y="5870"/>
                  </a:lnTo>
                  <a:lnTo>
                    <a:pt x="10968" y="5793"/>
                  </a:lnTo>
                  <a:lnTo>
                    <a:pt x="10929" y="5677"/>
                  </a:lnTo>
                  <a:lnTo>
                    <a:pt x="10890" y="5600"/>
                  </a:lnTo>
                  <a:lnTo>
                    <a:pt x="10890" y="5445"/>
                  </a:lnTo>
                  <a:lnTo>
                    <a:pt x="11006" y="5252"/>
                  </a:lnTo>
                  <a:lnTo>
                    <a:pt x="11122" y="5098"/>
                  </a:lnTo>
                  <a:lnTo>
                    <a:pt x="11276" y="4943"/>
                  </a:lnTo>
                  <a:lnTo>
                    <a:pt x="11547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8" y="4441"/>
                  </a:lnTo>
                  <a:lnTo>
                    <a:pt x="13246" y="4403"/>
                  </a:lnTo>
                  <a:lnTo>
                    <a:pt x="13555" y="4325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57"/>
                  </a:lnTo>
                  <a:lnTo>
                    <a:pt x="15408" y="4750"/>
                  </a:lnTo>
                  <a:lnTo>
                    <a:pt x="15717" y="4943"/>
                  </a:lnTo>
                  <a:lnTo>
                    <a:pt x="15910" y="5136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83" y="5986"/>
                  </a:lnTo>
                  <a:lnTo>
                    <a:pt x="16876" y="6333"/>
                  </a:lnTo>
                  <a:lnTo>
                    <a:pt x="16991" y="6642"/>
                  </a:lnTo>
                  <a:lnTo>
                    <a:pt x="16991" y="6797"/>
                  </a:lnTo>
                  <a:lnTo>
                    <a:pt x="16991" y="6951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528" y="7337"/>
                  </a:lnTo>
                  <a:lnTo>
                    <a:pt x="16374" y="7299"/>
                  </a:lnTo>
                  <a:lnTo>
                    <a:pt x="16142" y="7183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408" y="6565"/>
                  </a:lnTo>
                  <a:lnTo>
                    <a:pt x="15061" y="6140"/>
                  </a:lnTo>
                  <a:lnTo>
                    <a:pt x="14829" y="5677"/>
                  </a:lnTo>
                  <a:lnTo>
                    <a:pt x="14636" y="5214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70" y="116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45" y="580"/>
                  </a:lnTo>
                  <a:lnTo>
                    <a:pt x="10968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29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1" y="2704"/>
                  </a:lnTo>
                  <a:lnTo>
                    <a:pt x="12396" y="3090"/>
                  </a:lnTo>
                  <a:lnTo>
                    <a:pt x="12898" y="3399"/>
                  </a:lnTo>
                  <a:lnTo>
                    <a:pt x="12049" y="3283"/>
                  </a:lnTo>
                  <a:lnTo>
                    <a:pt x="11199" y="3244"/>
                  </a:lnTo>
                  <a:lnTo>
                    <a:pt x="10427" y="3322"/>
                  </a:lnTo>
                  <a:lnTo>
                    <a:pt x="9616" y="3476"/>
                  </a:lnTo>
                  <a:lnTo>
                    <a:pt x="9616" y="3476"/>
                  </a:lnTo>
                  <a:lnTo>
                    <a:pt x="9655" y="2974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584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51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48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14"/>
                  </a:lnTo>
                  <a:lnTo>
                    <a:pt x="5407" y="5523"/>
                  </a:lnTo>
                  <a:lnTo>
                    <a:pt x="4596" y="6179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18"/>
                  </a:lnTo>
                  <a:lnTo>
                    <a:pt x="541" y="10967"/>
                  </a:lnTo>
                  <a:lnTo>
                    <a:pt x="1" y="11778"/>
                  </a:lnTo>
                  <a:lnTo>
                    <a:pt x="348" y="12048"/>
                  </a:lnTo>
                  <a:lnTo>
                    <a:pt x="1545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40"/>
                  </a:lnTo>
                  <a:lnTo>
                    <a:pt x="6256" y="5561"/>
                  </a:lnTo>
                  <a:lnTo>
                    <a:pt x="7106" y="5059"/>
                  </a:lnTo>
                  <a:lnTo>
                    <a:pt x="8033" y="4596"/>
                  </a:lnTo>
                  <a:lnTo>
                    <a:pt x="8458" y="4403"/>
                  </a:lnTo>
                  <a:lnTo>
                    <a:pt x="8960" y="4248"/>
                  </a:lnTo>
                  <a:lnTo>
                    <a:pt x="9423" y="4094"/>
                  </a:lnTo>
                  <a:lnTo>
                    <a:pt x="9886" y="3978"/>
                  </a:lnTo>
                  <a:lnTo>
                    <a:pt x="10388" y="3901"/>
                  </a:lnTo>
                  <a:lnTo>
                    <a:pt x="10852" y="3824"/>
                  </a:lnTo>
                  <a:lnTo>
                    <a:pt x="12358" y="3824"/>
                  </a:lnTo>
                  <a:lnTo>
                    <a:pt x="12860" y="3901"/>
                  </a:lnTo>
                  <a:lnTo>
                    <a:pt x="12358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19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6" y="5252"/>
                  </a:lnTo>
                  <a:lnTo>
                    <a:pt x="10388" y="5484"/>
                  </a:lnTo>
                  <a:lnTo>
                    <a:pt x="10388" y="5716"/>
                  </a:lnTo>
                  <a:lnTo>
                    <a:pt x="10466" y="5947"/>
                  </a:lnTo>
                  <a:lnTo>
                    <a:pt x="10581" y="6140"/>
                  </a:lnTo>
                  <a:lnTo>
                    <a:pt x="10659" y="6256"/>
                  </a:lnTo>
                  <a:lnTo>
                    <a:pt x="10774" y="6333"/>
                  </a:lnTo>
                  <a:lnTo>
                    <a:pt x="11006" y="6411"/>
                  </a:lnTo>
                  <a:lnTo>
                    <a:pt x="11276" y="6449"/>
                  </a:lnTo>
                  <a:lnTo>
                    <a:pt x="11585" y="6411"/>
                  </a:lnTo>
                  <a:lnTo>
                    <a:pt x="11894" y="6333"/>
                  </a:lnTo>
                  <a:lnTo>
                    <a:pt x="12165" y="6256"/>
                  </a:lnTo>
                  <a:lnTo>
                    <a:pt x="12628" y="6025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677"/>
                  </a:lnTo>
                  <a:lnTo>
                    <a:pt x="14057" y="4866"/>
                  </a:lnTo>
                  <a:lnTo>
                    <a:pt x="14211" y="5368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3" y="6835"/>
                  </a:lnTo>
                  <a:lnTo>
                    <a:pt x="15177" y="7067"/>
                  </a:lnTo>
                  <a:lnTo>
                    <a:pt x="15408" y="7260"/>
                  </a:lnTo>
                  <a:lnTo>
                    <a:pt x="15679" y="7492"/>
                  </a:lnTo>
                  <a:lnTo>
                    <a:pt x="15987" y="7646"/>
                  </a:lnTo>
                  <a:lnTo>
                    <a:pt x="16296" y="7801"/>
                  </a:lnTo>
                  <a:lnTo>
                    <a:pt x="16605" y="7839"/>
                  </a:lnTo>
                  <a:lnTo>
                    <a:pt x="16876" y="7839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08"/>
                  </a:lnTo>
                  <a:lnTo>
                    <a:pt x="17378" y="7492"/>
                  </a:lnTo>
                  <a:lnTo>
                    <a:pt x="17455" y="7376"/>
                  </a:lnTo>
                  <a:lnTo>
                    <a:pt x="17455" y="7222"/>
                  </a:lnTo>
                  <a:lnTo>
                    <a:pt x="17493" y="6913"/>
                  </a:lnTo>
                  <a:lnTo>
                    <a:pt x="17416" y="6604"/>
                  </a:lnTo>
                  <a:lnTo>
                    <a:pt x="17339" y="6256"/>
                  </a:lnTo>
                  <a:lnTo>
                    <a:pt x="17185" y="5947"/>
                  </a:lnTo>
                  <a:lnTo>
                    <a:pt x="17030" y="5677"/>
                  </a:lnTo>
                  <a:lnTo>
                    <a:pt x="16914" y="5484"/>
                  </a:lnTo>
                  <a:lnTo>
                    <a:pt x="16721" y="5214"/>
                  </a:lnTo>
                  <a:lnTo>
                    <a:pt x="16489" y="4982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08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26"/>
                  </a:lnTo>
                  <a:lnTo>
                    <a:pt x="17107" y="2395"/>
                  </a:lnTo>
                  <a:lnTo>
                    <a:pt x="17146" y="2163"/>
                  </a:lnTo>
                  <a:lnTo>
                    <a:pt x="17146" y="1931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20"/>
                  </a:lnTo>
                  <a:lnTo>
                    <a:pt x="15910" y="1159"/>
                  </a:lnTo>
                  <a:lnTo>
                    <a:pt x="15679" y="1236"/>
                  </a:lnTo>
                  <a:lnTo>
                    <a:pt x="15485" y="1314"/>
                  </a:lnTo>
                  <a:lnTo>
                    <a:pt x="15292" y="1429"/>
                  </a:lnTo>
                  <a:lnTo>
                    <a:pt x="14906" y="1777"/>
                  </a:lnTo>
                  <a:lnTo>
                    <a:pt x="14597" y="2124"/>
                  </a:lnTo>
                  <a:lnTo>
                    <a:pt x="14327" y="2549"/>
                  </a:lnTo>
                  <a:lnTo>
                    <a:pt x="14095" y="3013"/>
                  </a:lnTo>
                  <a:lnTo>
                    <a:pt x="13979" y="2433"/>
                  </a:lnTo>
                  <a:lnTo>
                    <a:pt x="13748" y="1854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25"/>
                  </a:lnTo>
                  <a:lnTo>
                    <a:pt x="12589" y="271"/>
                  </a:lnTo>
                  <a:lnTo>
                    <a:pt x="12358" y="116"/>
                  </a:lnTo>
                  <a:lnTo>
                    <a:pt x="121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3"/>
            <p:cNvSpPr/>
            <p:nvPr/>
          </p:nvSpPr>
          <p:spPr>
            <a:xfrm>
              <a:off x="2084875" y="3742225"/>
              <a:ext cx="66625" cy="99475"/>
            </a:xfrm>
            <a:custGeom>
              <a:avLst/>
              <a:gdLst/>
              <a:ahLst/>
              <a:cxnLst/>
              <a:rect l="l" t="t" r="r" b="b"/>
              <a:pathLst>
                <a:path w="2665" h="3979" extrusionOk="0">
                  <a:moveTo>
                    <a:pt x="850" y="1"/>
                  </a:moveTo>
                  <a:lnTo>
                    <a:pt x="502" y="155"/>
                  </a:lnTo>
                  <a:lnTo>
                    <a:pt x="618" y="233"/>
                  </a:lnTo>
                  <a:lnTo>
                    <a:pt x="464" y="619"/>
                  </a:lnTo>
                  <a:lnTo>
                    <a:pt x="271" y="1082"/>
                  </a:lnTo>
                  <a:lnTo>
                    <a:pt x="116" y="1623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74"/>
                  </a:lnTo>
                  <a:lnTo>
                    <a:pt x="77" y="3206"/>
                  </a:lnTo>
                  <a:lnTo>
                    <a:pt x="155" y="3399"/>
                  </a:lnTo>
                  <a:lnTo>
                    <a:pt x="309" y="3592"/>
                  </a:lnTo>
                  <a:lnTo>
                    <a:pt x="464" y="3747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78"/>
                  </a:lnTo>
                  <a:lnTo>
                    <a:pt x="1313" y="3940"/>
                  </a:lnTo>
                  <a:lnTo>
                    <a:pt x="1506" y="3824"/>
                  </a:lnTo>
                  <a:lnTo>
                    <a:pt x="1661" y="3708"/>
                  </a:lnTo>
                  <a:lnTo>
                    <a:pt x="1815" y="3515"/>
                  </a:lnTo>
                  <a:lnTo>
                    <a:pt x="1970" y="3322"/>
                  </a:lnTo>
                  <a:lnTo>
                    <a:pt x="2085" y="3090"/>
                  </a:lnTo>
                  <a:lnTo>
                    <a:pt x="2317" y="2550"/>
                  </a:lnTo>
                  <a:lnTo>
                    <a:pt x="2510" y="2009"/>
                  </a:lnTo>
                  <a:lnTo>
                    <a:pt x="2626" y="1507"/>
                  </a:lnTo>
                  <a:lnTo>
                    <a:pt x="2665" y="1082"/>
                  </a:lnTo>
                  <a:lnTo>
                    <a:pt x="2394" y="1044"/>
                  </a:lnTo>
                  <a:lnTo>
                    <a:pt x="2008" y="2048"/>
                  </a:lnTo>
                  <a:lnTo>
                    <a:pt x="1738" y="2704"/>
                  </a:lnTo>
                  <a:lnTo>
                    <a:pt x="1545" y="3052"/>
                  </a:lnTo>
                  <a:lnTo>
                    <a:pt x="1468" y="3206"/>
                  </a:lnTo>
                  <a:lnTo>
                    <a:pt x="1313" y="3322"/>
                  </a:lnTo>
                  <a:lnTo>
                    <a:pt x="1159" y="3322"/>
                  </a:lnTo>
                  <a:lnTo>
                    <a:pt x="966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936"/>
                  </a:lnTo>
                  <a:lnTo>
                    <a:pt x="541" y="2704"/>
                  </a:lnTo>
                  <a:lnTo>
                    <a:pt x="541" y="2395"/>
                  </a:lnTo>
                  <a:lnTo>
                    <a:pt x="579" y="2086"/>
                  </a:lnTo>
                  <a:lnTo>
                    <a:pt x="618" y="1623"/>
                  </a:lnTo>
                  <a:lnTo>
                    <a:pt x="734" y="1198"/>
                  </a:lnTo>
                  <a:lnTo>
                    <a:pt x="888" y="773"/>
                  </a:lnTo>
                  <a:lnTo>
                    <a:pt x="1043" y="348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6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3"/>
            <p:cNvSpPr/>
            <p:nvPr/>
          </p:nvSpPr>
          <p:spPr>
            <a:xfrm>
              <a:off x="3315725" y="3754775"/>
              <a:ext cx="374575" cy="387150"/>
            </a:xfrm>
            <a:custGeom>
              <a:avLst/>
              <a:gdLst/>
              <a:ahLst/>
              <a:cxnLst/>
              <a:rect l="l" t="t" r="r" b="b"/>
              <a:pathLst>
                <a:path w="14983" h="15486" extrusionOk="0">
                  <a:moveTo>
                    <a:pt x="7453" y="503"/>
                  </a:moveTo>
                  <a:lnTo>
                    <a:pt x="8032" y="542"/>
                  </a:lnTo>
                  <a:lnTo>
                    <a:pt x="8611" y="580"/>
                  </a:lnTo>
                  <a:lnTo>
                    <a:pt x="9152" y="696"/>
                  </a:lnTo>
                  <a:lnTo>
                    <a:pt x="9693" y="850"/>
                  </a:lnTo>
                  <a:lnTo>
                    <a:pt x="10195" y="1044"/>
                  </a:lnTo>
                  <a:lnTo>
                    <a:pt x="10697" y="1275"/>
                  </a:lnTo>
                  <a:lnTo>
                    <a:pt x="11160" y="1546"/>
                  </a:lnTo>
                  <a:lnTo>
                    <a:pt x="11623" y="1816"/>
                  </a:lnTo>
                  <a:lnTo>
                    <a:pt x="10812" y="2202"/>
                  </a:lnTo>
                  <a:lnTo>
                    <a:pt x="10040" y="2627"/>
                  </a:lnTo>
                  <a:lnTo>
                    <a:pt x="9306" y="3090"/>
                  </a:lnTo>
                  <a:lnTo>
                    <a:pt x="8611" y="3631"/>
                  </a:lnTo>
                  <a:lnTo>
                    <a:pt x="7955" y="4171"/>
                  </a:lnTo>
                  <a:lnTo>
                    <a:pt x="7298" y="4789"/>
                  </a:lnTo>
                  <a:lnTo>
                    <a:pt x="6719" y="5446"/>
                  </a:lnTo>
                  <a:lnTo>
                    <a:pt x="6140" y="6141"/>
                  </a:lnTo>
                  <a:lnTo>
                    <a:pt x="5638" y="6874"/>
                  </a:lnTo>
                  <a:lnTo>
                    <a:pt x="5213" y="7647"/>
                  </a:lnTo>
                  <a:lnTo>
                    <a:pt x="4788" y="8419"/>
                  </a:lnTo>
                  <a:lnTo>
                    <a:pt x="4480" y="9230"/>
                  </a:lnTo>
                  <a:lnTo>
                    <a:pt x="4171" y="10041"/>
                  </a:lnTo>
                  <a:lnTo>
                    <a:pt x="3978" y="10890"/>
                  </a:lnTo>
                  <a:lnTo>
                    <a:pt x="3823" y="11778"/>
                  </a:lnTo>
                  <a:lnTo>
                    <a:pt x="3746" y="12667"/>
                  </a:lnTo>
                  <a:lnTo>
                    <a:pt x="3553" y="12667"/>
                  </a:lnTo>
                  <a:lnTo>
                    <a:pt x="3282" y="11856"/>
                  </a:lnTo>
                  <a:lnTo>
                    <a:pt x="3051" y="11045"/>
                  </a:lnTo>
                  <a:lnTo>
                    <a:pt x="2858" y="10195"/>
                  </a:lnTo>
                  <a:lnTo>
                    <a:pt x="2703" y="9346"/>
                  </a:lnTo>
                  <a:lnTo>
                    <a:pt x="2587" y="8535"/>
                  </a:lnTo>
                  <a:lnTo>
                    <a:pt x="2549" y="7685"/>
                  </a:lnTo>
                  <a:lnTo>
                    <a:pt x="2587" y="6797"/>
                  </a:lnTo>
                  <a:lnTo>
                    <a:pt x="2703" y="5948"/>
                  </a:lnTo>
                  <a:lnTo>
                    <a:pt x="2858" y="5214"/>
                  </a:lnTo>
                  <a:lnTo>
                    <a:pt x="3051" y="4519"/>
                  </a:lnTo>
                  <a:lnTo>
                    <a:pt x="3321" y="3824"/>
                  </a:lnTo>
                  <a:lnTo>
                    <a:pt x="3669" y="3206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30"/>
                  </a:lnTo>
                  <a:lnTo>
                    <a:pt x="5406" y="889"/>
                  </a:lnTo>
                  <a:lnTo>
                    <a:pt x="5908" y="735"/>
                  </a:lnTo>
                  <a:lnTo>
                    <a:pt x="6410" y="619"/>
                  </a:lnTo>
                  <a:lnTo>
                    <a:pt x="6951" y="542"/>
                  </a:lnTo>
                  <a:lnTo>
                    <a:pt x="7453" y="503"/>
                  </a:lnTo>
                  <a:close/>
                  <a:moveTo>
                    <a:pt x="11932" y="2086"/>
                  </a:moveTo>
                  <a:lnTo>
                    <a:pt x="12357" y="2434"/>
                  </a:lnTo>
                  <a:lnTo>
                    <a:pt x="12704" y="2820"/>
                  </a:lnTo>
                  <a:lnTo>
                    <a:pt x="13013" y="3206"/>
                  </a:lnTo>
                  <a:lnTo>
                    <a:pt x="13322" y="3669"/>
                  </a:lnTo>
                  <a:lnTo>
                    <a:pt x="13593" y="4094"/>
                  </a:lnTo>
                  <a:lnTo>
                    <a:pt x="13863" y="4596"/>
                  </a:lnTo>
                  <a:lnTo>
                    <a:pt x="14056" y="5098"/>
                  </a:lnTo>
                  <a:lnTo>
                    <a:pt x="14210" y="5600"/>
                  </a:lnTo>
                  <a:lnTo>
                    <a:pt x="14326" y="6102"/>
                  </a:lnTo>
                  <a:lnTo>
                    <a:pt x="14442" y="6643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64" y="6952"/>
                  </a:lnTo>
                  <a:lnTo>
                    <a:pt x="11392" y="7145"/>
                  </a:lnTo>
                  <a:lnTo>
                    <a:pt x="10658" y="7415"/>
                  </a:lnTo>
                  <a:lnTo>
                    <a:pt x="9924" y="7724"/>
                  </a:lnTo>
                  <a:lnTo>
                    <a:pt x="9229" y="8033"/>
                  </a:lnTo>
                  <a:lnTo>
                    <a:pt x="8534" y="8419"/>
                  </a:lnTo>
                  <a:lnTo>
                    <a:pt x="7878" y="8844"/>
                  </a:lnTo>
                  <a:lnTo>
                    <a:pt x="7260" y="9307"/>
                  </a:lnTo>
                  <a:lnTo>
                    <a:pt x="6642" y="9809"/>
                  </a:lnTo>
                  <a:lnTo>
                    <a:pt x="6101" y="10350"/>
                  </a:lnTo>
                  <a:lnTo>
                    <a:pt x="5561" y="10890"/>
                  </a:lnTo>
                  <a:lnTo>
                    <a:pt x="5097" y="11508"/>
                  </a:lnTo>
                  <a:lnTo>
                    <a:pt x="4634" y="12126"/>
                  </a:lnTo>
                  <a:lnTo>
                    <a:pt x="4248" y="12821"/>
                  </a:lnTo>
                  <a:lnTo>
                    <a:pt x="4132" y="12744"/>
                  </a:lnTo>
                  <a:lnTo>
                    <a:pt x="3978" y="12667"/>
                  </a:lnTo>
                  <a:lnTo>
                    <a:pt x="4093" y="11817"/>
                  </a:lnTo>
                  <a:lnTo>
                    <a:pt x="4325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3" y="8496"/>
                  </a:lnTo>
                  <a:lnTo>
                    <a:pt x="5599" y="7724"/>
                  </a:lnTo>
                  <a:lnTo>
                    <a:pt x="6024" y="6990"/>
                  </a:lnTo>
                  <a:lnTo>
                    <a:pt x="6526" y="6295"/>
                  </a:lnTo>
                  <a:lnTo>
                    <a:pt x="7067" y="5600"/>
                  </a:lnTo>
                  <a:lnTo>
                    <a:pt x="7607" y="4982"/>
                  </a:lnTo>
                  <a:lnTo>
                    <a:pt x="8225" y="4403"/>
                  </a:lnTo>
                  <a:lnTo>
                    <a:pt x="8920" y="3824"/>
                  </a:lnTo>
                  <a:lnTo>
                    <a:pt x="9615" y="3322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32" y="2086"/>
                  </a:lnTo>
                  <a:close/>
                  <a:moveTo>
                    <a:pt x="14481" y="6990"/>
                  </a:moveTo>
                  <a:lnTo>
                    <a:pt x="14481" y="7840"/>
                  </a:lnTo>
                  <a:lnTo>
                    <a:pt x="14442" y="8689"/>
                  </a:lnTo>
                  <a:lnTo>
                    <a:pt x="14288" y="9539"/>
                  </a:lnTo>
                  <a:lnTo>
                    <a:pt x="14172" y="9964"/>
                  </a:lnTo>
                  <a:lnTo>
                    <a:pt x="14056" y="10350"/>
                  </a:lnTo>
                  <a:lnTo>
                    <a:pt x="13902" y="10774"/>
                  </a:lnTo>
                  <a:lnTo>
                    <a:pt x="13708" y="11161"/>
                  </a:lnTo>
                  <a:lnTo>
                    <a:pt x="13515" y="11547"/>
                  </a:lnTo>
                  <a:lnTo>
                    <a:pt x="13284" y="11894"/>
                  </a:lnTo>
                  <a:lnTo>
                    <a:pt x="13052" y="12242"/>
                  </a:lnTo>
                  <a:lnTo>
                    <a:pt x="12782" y="12589"/>
                  </a:lnTo>
                  <a:lnTo>
                    <a:pt x="12511" y="12898"/>
                  </a:lnTo>
                  <a:lnTo>
                    <a:pt x="12202" y="13207"/>
                  </a:lnTo>
                  <a:lnTo>
                    <a:pt x="11971" y="13053"/>
                  </a:lnTo>
                  <a:lnTo>
                    <a:pt x="11701" y="12937"/>
                  </a:lnTo>
                  <a:lnTo>
                    <a:pt x="11121" y="12782"/>
                  </a:lnTo>
                  <a:lnTo>
                    <a:pt x="10542" y="12628"/>
                  </a:lnTo>
                  <a:lnTo>
                    <a:pt x="10001" y="12551"/>
                  </a:lnTo>
                  <a:lnTo>
                    <a:pt x="9422" y="12512"/>
                  </a:lnTo>
                  <a:lnTo>
                    <a:pt x="8843" y="12474"/>
                  </a:lnTo>
                  <a:lnTo>
                    <a:pt x="8302" y="12474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681" y="12667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62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40"/>
                  </a:lnTo>
                  <a:lnTo>
                    <a:pt x="5870" y="11161"/>
                  </a:lnTo>
                  <a:lnTo>
                    <a:pt x="6410" y="10620"/>
                  </a:lnTo>
                  <a:lnTo>
                    <a:pt x="6989" y="10118"/>
                  </a:lnTo>
                  <a:lnTo>
                    <a:pt x="7530" y="9655"/>
                  </a:lnTo>
                  <a:lnTo>
                    <a:pt x="8148" y="9230"/>
                  </a:lnTo>
                  <a:lnTo>
                    <a:pt x="8766" y="8805"/>
                  </a:lnTo>
                  <a:lnTo>
                    <a:pt x="9422" y="8458"/>
                  </a:lnTo>
                  <a:lnTo>
                    <a:pt x="10079" y="8110"/>
                  </a:lnTo>
                  <a:lnTo>
                    <a:pt x="10735" y="7840"/>
                  </a:lnTo>
                  <a:lnTo>
                    <a:pt x="11469" y="7569"/>
                  </a:lnTo>
                  <a:lnTo>
                    <a:pt x="12164" y="7376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7"/>
                  </a:moveTo>
                  <a:lnTo>
                    <a:pt x="4055" y="1854"/>
                  </a:lnTo>
                  <a:lnTo>
                    <a:pt x="3630" y="2472"/>
                  </a:lnTo>
                  <a:lnTo>
                    <a:pt x="3244" y="3129"/>
                  </a:lnTo>
                  <a:lnTo>
                    <a:pt x="2935" y="3824"/>
                  </a:lnTo>
                  <a:lnTo>
                    <a:pt x="2665" y="4519"/>
                  </a:lnTo>
                  <a:lnTo>
                    <a:pt x="2472" y="5291"/>
                  </a:lnTo>
                  <a:lnTo>
                    <a:pt x="2317" y="6025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2"/>
                  </a:lnTo>
                  <a:lnTo>
                    <a:pt x="2278" y="9114"/>
                  </a:lnTo>
                  <a:lnTo>
                    <a:pt x="2394" y="9886"/>
                  </a:lnTo>
                  <a:lnTo>
                    <a:pt x="2549" y="10620"/>
                  </a:lnTo>
                  <a:lnTo>
                    <a:pt x="2742" y="11354"/>
                  </a:lnTo>
                  <a:lnTo>
                    <a:pt x="3012" y="12087"/>
                  </a:lnTo>
                  <a:lnTo>
                    <a:pt x="3321" y="12744"/>
                  </a:lnTo>
                  <a:lnTo>
                    <a:pt x="3128" y="12898"/>
                  </a:lnTo>
                  <a:lnTo>
                    <a:pt x="2935" y="13053"/>
                  </a:lnTo>
                  <a:lnTo>
                    <a:pt x="2819" y="13246"/>
                  </a:lnTo>
                  <a:lnTo>
                    <a:pt x="2742" y="13439"/>
                  </a:lnTo>
                  <a:lnTo>
                    <a:pt x="2394" y="13014"/>
                  </a:lnTo>
                  <a:lnTo>
                    <a:pt x="2085" y="12551"/>
                  </a:lnTo>
                  <a:lnTo>
                    <a:pt x="1776" y="12087"/>
                  </a:lnTo>
                  <a:lnTo>
                    <a:pt x="1506" y="11624"/>
                  </a:lnTo>
                  <a:lnTo>
                    <a:pt x="1274" y="11122"/>
                  </a:lnTo>
                  <a:lnTo>
                    <a:pt x="1081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114"/>
                  </a:lnTo>
                  <a:lnTo>
                    <a:pt x="541" y="8573"/>
                  </a:lnTo>
                  <a:lnTo>
                    <a:pt x="502" y="8033"/>
                  </a:lnTo>
                  <a:lnTo>
                    <a:pt x="502" y="7492"/>
                  </a:lnTo>
                  <a:lnTo>
                    <a:pt x="541" y="6952"/>
                  </a:lnTo>
                  <a:lnTo>
                    <a:pt x="618" y="6411"/>
                  </a:lnTo>
                  <a:lnTo>
                    <a:pt x="772" y="5870"/>
                  </a:lnTo>
                  <a:lnTo>
                    <a:pt x="927" y="5330"/>
                  </a:lnTo>
                  <a:lnTo>
                    <a:pt x="1197" y="4673"/>
                  </a:lnTo>
                  <a:lnTo>
                    <a:pt x="1545" y="4055"/>
                  </a:lnTo>
                  <a:lnTo>
                    <a:pt x="1931" y="3476"/>
                  </a:lnTo>
                  <a:lnTo>
                    <a:pt x="2356" y="2936"/>
                  </a:lnTo>
                  <a:lnTo>
                    <a:pt x="2819" y="2434"/>
                  </a:lnTo>
                  <a:lnTo>
                    <a:pt x="3360" y="2009"/>
                  </a:lnTo>
                  <a:lnTo>
                    <a:pt x="3939" y="1584"/>
                  </a:lnTo>
                  <a:lnTo>
                    <a:pt x="4518" y="1237"/>
                  </a:lnTo>
                  <a:close/>
                  <a:moveTo>
                    <a:pt x="3862" y="12976"/>
                  </a:moveTo>
                  <a:lnTo>
                    <a:pt x="4016" y="13053"/>
                  </a:lnTo>
                  <a:lnTo>
                    <a:pt x="4171" y="13169"/>
                  </a:lnTo>
                  <a:lnTo>
                    <a:pt x="4286" y="13284"/>
                  </a:lnTo>
                  <a:lnTo>
                    <a:pt x="4325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286" y="13941"/>
                  </a:lnTo>
                  <a:lnTo>
                    <a:pt x="4209" y="14095"/>
                  </a:lnTo>
                  <a:lnTo>
                    <a:pt x="3784" y="13825"/>
                  </a:lnTo>
                  <a:lnTo>
                    <a:pt x="3360" y="13477"/>
                  </a:lnTo>
                  <a:lnTo>
                    <a:pt x="3244" y="13439"/>
                  </a:lnTo>
                  <a:lnTo>
                    <a:pt x="3167" y="13439"/>
                  </a:lnTo>
                  <a:lnTo>
                    <a:pt x="3051" y="13477"/>
                  </a:lnTo>
                  <a:lnTo>
                    <a:pt x="2974" y="13516"/>
                  </a:lnTo>
                  <a:lnTo>
                    <a:pt x="3051" y="13362"/>
                  </a:lnTo>
                  <a:lnTo>
                    <a:pt x="3167" y="13207"/>
                  </a:lnTo>
                  <a:lnTo>
                    <a:pt x="3321" y="13130"/>
                  </a:lnTo>
                  <a:lnTo>
                    <a:pt x="3476" y="13014"/>
                  </a:lnTo>
                  <a:lnTo>
                    <a:pt x="3669" y="12976"/>
                  </a:lnTo>
                  <a:close/>
                  <a:moveTo>
                    <a:pt x="9152" y="12860"/>
                  </a:moveTo>
                  <a:lnTo>
                    <a:pt x="9615" y="12898"/>
                  </a:lnTo>
                  <a:lnTo>
                    <a:pt x="10117" y="12976"/>
                  </a:lnTo>
                  <a:lnTo>
                    <a:pt x="10503" y="13014"/>
                  </a:lnTo>
                  <a:lnTo>
                    <a:pt x="11005" y="13130"/>
                  </a:lnTo>
                  <a:lnTo>
                    <a:pt x="11507" y="13246"/>
                  </a:lnTo>
                  <a:lnTo>
                    <a:pt x="11701" y="13362"/>
                  </a:lnTo>
                  <a:lnTo>
                    <a:pt x="11894" y="13477"/>
                  </a:lnTo>
                  <a:lnTo>
                    <a:pt x="11507" y="13786"/>
                  </a:lnTo>
                  <a:lnTo>
                    <a:pt x="11083" y="14018"/>
                  </a:lnTo>
                  <a:lnTo>
                    <a:pt x="10658" y="14250"/>
                  </a:lnTo>
                  <a:lnTo>
                    <a:pt x="10233" y="14443"/>
                  </a:lnTo>
                  <a:lnTo>
                    <a:pt x="9770" y="14636"/>
                  </a:lnTo>
                  <a:lnTo>
                    <a:pt x="9306" y="14752"/>
                  </a:lnTo>
                  <a:lnTo>
                    <a:pt x="8843" y="14868"/>
                  </a:lnTo>
                  <a:lnTo>
                    <a:pt x="8341" y="14945"/>
                  </a:lnTo>
                  <a:lnTo>
                    <a:pt x="7878" y="14983"/>
                  </a:lnTo>
                  <a:lnTo>
                    <a:pt x="7376" y="14983"/>
                  </a:lnTo>
                  <a:lnTo>
                    <a:pt x="6912" y="14945"/>
                  </a:lnTo>
                  <a:lnTo>
                    <a:pt x="6410" y="14868"/>
                  </a:lnTo>
                  <a:lnTo>
                    <a:pt x="5947" y="14790"/>
                  </a:lnTo>
                  <a:lnTo>
                    <a:pt x="5484" y="14636"/>
                  </a:lnTo>
                  <a:lnTo>
                    <a:pt x="5020" y="14481"/>
                  </a:lnTo>
                  <a:lnTo>
                    <a:pt x="4595" y="14288"/>
                  </a:lnTo>
                  <a:lnTo>
                    <a:pt x="4711" y="14018"/>
                  </a:lnTo>
                  <a:lnTo>
                    <a:pt x="4711" y="13748"/>
                  </a:lnTo>
                  <a:lnTo>
                    <a:pt x="4711" y="13593"/>
                  </a:lnTo>
                  <a:lnTo>
                    <a:pt x="5561" y="13323"/>
                  </a:lnTo>
                  <a:lnTo>
                    <a:pt x="6410" y="13091"/>
                  </a:lnTo>
                  <a:lnTo>
                    <a:pt x="7298" y="12937"/>
                  </a:lnTo>
                  <a:lnTo>
                    <a:pt x="8187" y="12860"/>
                  </a:lnTo>
                  <a:close/>
                  <a:moveTo>
                    <a:pt x="7569" y="1"/>
                  </a:moveTo>
                  <a:lnTo>
                    <a:pt x="6989" y="40"/>
                  </a:lnTo>
                  <a:lnTo>
                    <a:pt x="6449" y="117"/>
                  </a:lnTo>
                  <a:lnTo>
                    <a:pt x="5870" y="233"/>
                  </a:lnTo>
                  <a:lnTo>
                    <a:pt x="5329" y="387"/>
                  </a:lnTo>
                  <a:lnTo>
                    <a:pt x="4788" y="580"/>
                  </a:lnTo>
                  <a:lnTo>
                    <a:pt x="4248" y="812"/>
                  </a:lnTo>
                  <a:lnTo>
                    <a:pt x="3746" y="1121"/>
                  </a:lnTo>
                  <a:lnTo>
                    <a:pt x="3282" y="1430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2008" y="2588"/>
                  </a:lnTo>
                  <a:lnTo>
                    <a:pt x="1622" y="3013"/>
                  </a:lnTo>
                  <a:lnTo>
                    <a:pt x="1274" y="3515"/>
                  </a:lnTo>
                  <a:lnTo>
                    <a:pt x="966" y="4017"/>
                  </a:lnTo>
                  <a:lnTo>
                    <a:pt x="695" y="4596"/>
                  </a:lnTo>
                  <a:lnTo>
                    <a:pt x="425" y="5253"/>
                  </a:lnTo>
                  <a:lnTo>
                    <a:pt x="232" y="5909"/>
                  </a:lnTo>
                  <a:lnTo>
                    <a:pt x="116" y="6565"/>
                  </a:lnTo>
                  <a:lnTo>
                    <a:pt x="39" y="7222"/>
                  </a:lnTo>
                  <a:lnTo>
                    <a:pt x="0" y="7917"/>
                  </a:lnTo>
                  <a:lnTo>
                    <a:pt x="39" y="8612"/>
                  </a:lnTo>
                  <a:lnTo>
                    <a:pt x="116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5" y="11238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0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4" y="14520"/>
                  </a:lnTo>
                  <a:lnTo>
                    <a:pt x="4093" y="14597"/>
                  </a:lnTo>
                  <a:lnTo>
                    <a:pt x="4518" y="14829"/>
                  </a:lnTo>
                  <a:lnTo>
                    <a:pt x="4982" y="14983"/>
                  </a:lnTo>
                  <a:lnTo>
                    <a:pt x="5406" y="15138"/>
                  </a:lnTo>
                  <a:lnTo>
                    <a:pt x="5870" y="15292"/>
                  </a:lnTo>
                  <a:lnTo>
                    <a:pt x="6333" y="15370"/>
                  </a:lnTo>
                  <a:lnTo>
                    <a:pt x="6796" y="15447"/>
                  </a:lnTo>
                  <a:lnTo>
                    <a:pt x="7260" y="15485"/>
                  </a:lnTo>
                  <a:lnTo>
                    <a:pt x="7762" y="15485"/>
                  </a:lnTo>
                  <a:lnTo>
                    <a:pt x="8225" y="15447"/>
                  </a:lnTo>
                  <a:lnTo>
                    <a:pt x="8689" y="15408"/>
                  </a:lnTo>
                  <a:lnTo>
                    <a:pt x="9152" y="15331"/>
                  </a:lnTo>
                  <a:lnTo>
                    <a:pt x="9615" y="15215"/>
                  </a:lnTo>
                  <a:lnTo>
                    <a:pt x="10079" y="15061"/>
                  </a:lnTo>
                  <a:lnTo>
                    <a:pt x="10542" y="14868"/>
                  </a:lnTo>
                  <a:lnTo>
                    <a:pt x="10967" y="14675"/>
                  </a:lnTo>
                  <a:lnTo>
                    <a:pt x="11392" y="14443"/>
                  </a:lnTo>
                  <a:lnTo>
                    <a:pt x="11855" y="14134"/>
                  </a:lnTo>
                  <a:lnTo>
                    <a:pt x="12318" y="13786"/>
                  </a:lnTo>
                  <a:lnTo>
                    <a:pt x="12743" y="13400"/>
                  </a:lnTo>
                  <a:lnTo>
                    <a:pt x="13129" y="12976"/>
                  </a:lnTo>
                  <a:lnTo>
                    <a:pt x="13477" y="12551"/>
                  </a:lnTo>
                  <a:lnTo>
                    <a:pt x="13786" y="12049"/>
                  </a:lnTo>
                  <a:lnTo>
                    <a:pt x="14056" y="11585"/>
                  </a:lnTo>
                  <a:lnTo>
                    <a:pt x="14288" y="11045"/>
                  </a:lnTo>
                  <a:lnTo>
                    <a:pt x="14519" y="10543"/>
                  </a:lnTo>
                  <a:lnTo>
                    <a:pt x="14674" y="10002"/>
                  </a:lnTo>
                  <a:lnTo>
                    <a:pt x="14828" y="9423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4983" y="7724"/>
                  </a:lnTo>
                  <a:lnTo>
                    <a:pt x="14983" y="7145"/>
                  </a:lnTo>
                  <a:lnTo>
                    <a:pt x="14944" y="6604"/>
                  </a:lnTo>
                  <a:lnTo>
                    <a:pt x="14828" y="5986"/>
                  </a:lnTo>
                  <a:lnTo>
                    <a:pt x="14674" y="5407"/>
                  </a:lnTo>
                  <a:lnTo>
                    <a:pt x="14481" y="4828"/>
                  </a:lnTo>
                  <a:lnTo>
                    <a:pt x="14249" y="4287"/>
                  </a:lnTo>
                  <a:lnTo>
                    <a:pt x="13979" y="3747"/>
                  </a:lnTo>
                  <a:lnTo>
                    <a:pt x="13670" y="3245"/>
                  </a:lnTo>
                  <a:lnTo>
                    <a:pt x="13322" y="2743"/>
                  </a:lnTo>
                  <a:lnTo>
                    <a:pt x="12936" y="2318"/>
                  </a:lnTo>
                  <a:lnTo>
                    <a:pt x="12511" y="1893"/>
                  </a:lnTo>
                  <a:lnTo>
                    <a:pt x="12048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2" y="619"/>
                  </a:lnTo>
                  <a:lnTo>
                    <a:pt x="9963" y="387"/>
                  </a:lnTo>
                  <a:lnTo>
                    <a:pt x="9384" y="233"/>
                  </a:lnTo>
                  <a:lnTo>
                    <a:pt x="8766" y="117"/>
                  </a:lnTo>
                  <a:lnTo>
                    <a:pt x="8187" y="40"/>
                  </a:lnTo>
                  <a:lnTo>
                    <a:pt x="756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3"/>
            <p:cNvSpPr/>
            <p:nvPr/>
          </p:nvSpPr>
          <p:spPr>
            <a:xfrm>
              <a:off x="514200" y="3860000"/>
              <a:ext cx="302200" cy="155450"/>
            </a:xfrm>
            <a:custGeom>
              <a:avLst/>
              <a:gdLst/>
              <a:ahLst/>
              <a:cxnLst/>
              <a:rect l="l" t="t" r="r" b="b"/>
              <a:pathLst>
                <a:path w="12088" h="6218" extrusionOk="0">
                  <a:moveTo>
                    <a:pt x="11740" y="1"/>
                  </a:moveTo>
                  <a:lnTo>
                    <a:pt x="11663" y="40"/>
                  </a:lnTo>
                  <a:lnTo>
                    <a:pt x="11585" y="78"/>
                  </a:lnTo>
                  <a:lnTo>
                    <a:pt x="11508" y="117"/>
                  </a:lnTo>
                  <a:lnTo>
                    <a:pt x="11469" y="233"/>
                  </a:lnTo>
                  <a:lnTo>
                    <a:pt x="11469" y="310"/>
                  </a:lnTo>
                  <a:lnTo>
                    <a:pt x="11508" y="426"/>
                  </a:lnTo>
                  <a:lnTo>
                    <a:pt x="11585" y="580"/>
                  </a:lnTo>
                  <a:lnTo>
                    <a:pt x="11624" y="773"/>
                  </a:lnTo>
                  <a:lnTo>
                    <a:pt x="11585" y="966"/>
                  </a:lnTo>
                  <a:lnTo>
                    <a:pt x="11508" y="1121"/>
                  </a:lnTo>
                  <a:lnTo>
                    <a:pt x="11392" y="1275"/>
                  </a:lnTo>
                  <a:lnTo>
                    <a:pt x="11276" y="1430"/>
                  </a:lnTo>
                  <a:lnTo>
                    <a:pt x="10929" y="1739"/>
                  </a:lnTo>
                  <a:lnTo>
                    <a:pt x="10504" y="2009"/>
                  </a:lnTo>
                  <a:lnTo>
                    <a:pt x="10079" y="2241"/>
                  </a:lnTo>
                  <a:lnTo>
                    <a:pt x="9423" y="2588"/>
                  </a:lnTo>
                  <a:lnTo>
                    <a:pt x="9037" y="2781"/>
                  </a:lnTo>
                  <a:lnTo>
                    <a:pt x="9037" y="2704"/>
                  </a:lnTo>
                  <a:lnTo>
                    <a:pt x="8960" y="2627"/>
                  </a:lnTo>
                  <a:lnTo>
                    <a:pt x="8496" y="2202"/>
                  </a:lnTo>
                  <a:lnTo>
                    <a:pt x="8110" y="1700"/>
                  </a:lnTo>
                  <a:lnTo>
                    <a:pt x="7840" y="1893"/>
                  </a:lnTo>
                  <a:lnTo>
                    <a:pt x="7994" y="2202"/>
                  </a:lnTo>
                  <a:lnTo>
                    <a:pt x="8187" y="2511"/>
                  </a:lnTo>
                  <a:lnTo>
                    <a:pt x="8419" y="2781"/>
                  </a:lnTo>
                  <a:lnTo>
                    <a:pt x="8651" y="2974"/>
                  </a:lnTo>
                  <a:lnTo>
                    <a:pt x="7608" y="3515"/>
                  </a:lnTo>
                  <a:lnTo>
                    <a:pt x="6565" y="3978"/>
                  </a:lnTo>
                  <a:lnTo>
                    <a:pt x="5252" y="4519"/>
                  </a:lnTo>
                  <a:lnTo>
                    <a:pt x="3940" y="4982"/>
                  </a:lnTo>
                  <a:lnTo>
                    <a:pt x="3669" y="5059"/>
                  </a:lnTo>
                  <a:lnTo>
                    <a:pt x="3708" y="4712"/>
                  </a:lnTo>
                  <a:lnTo>
                    <a:pt x="3631" y="4364"/>
                  </a:lnTo>
                  <a:lnTo>
                    <a:pt x="3515" y="4055"/>
                  </a:lnTo>
                  <a:lnTo>
                    <a:pt x="3322" y="3708"/>
                  </a:lnTo>
                  <a:lnTo>
                    <a:pt x="3013" y="3901"/>
                  </a:lnTo>
                  <a:lnTo>
                    <a:pt x="3129" y="4171"/>
                  </a:lnTo>
                  <a:lnTo>
                    <a:pt x="3206" y="4442"/>
                  </a:lnTo>
                  <a:lnTo>
                    <a:pt x="3245" y="4866"/>
                  </a:lnTo>
                  <a:lnTo>
                    <a:pt x="3245" y="5253"/>
                  </a:lnTo>
                  <a:lnTo>
                    <a:pt x="2356" y="5523"/>
                  </a:lnTo>
                  <a:lnTo>
                    <a:pt x="1893" y="5639"/>
                  </a:lnTo>
                  <a:lnTo>
                    <a:pt x="1430" y="5677"/>
                  </a:lnTo>
                  <a:lnTo>
                    <a:pt x="1043" y="5716"/>
                  </a:lnTo>
                  <a:lnTo>
                    <a:pt x="850" y="5716"/>
                  </a:lnTo>
                  <a:lnTo>
                    <a:pt x="696" y="5677"/>
                  </a:lnTo>
                  <a:lnTo>
                    <a:pt x="580" y="5600"/>
                  </a:lnTo>
                  <a:lnTo>
                    <a:pt x="464" y="5523"/>
                  </a:lnTo>
                  <a:lnTo>
                    <a:pt x="387" y="5407"/>
                  </a:lnTo>
                  <a:lnTo>
                    <a:pt x="348" y="5291"/>
                  </a:lnTo>
                  <a:lnTo>
                    <a:pt x="310" y="5214"/>
                  </a:lnTo>
                  <a:lnTo>
                    <a:pt x="271" y="5175"/>
                  </a:lnTo>
                  <a:lnTo>
                    <a:pt x="155" y="5137"/>
                  </a:lnTo>
                  <a:lnTo>
                    <a:pt x="78" y="5175"/>
                  </a:lnTo>
                  <a:lnTo>
                    <a:pt x="39" y="5214"/>
                  </a:lnTo>
                  <a:lnTo>
                    <a:pt x="1" y="5291"/>
                  </a:lnTo>
                  <a:lnTo>
                    <a:pt x="1" y="5446"/>
                  </a:lnTo>
                  <a:lnTo>
                    <a:pt x="39" y="5600"/>
                  </a:lnTo>
                  <a:lnTo>
                    <a:pt x="78" y="5755"/>
                  </a:lnTo>
                  <a:lnTo>
                    <a:pt x="155" y="5870"/>
                  </a:lnTo>
                  <a:lnTo>
                    <a:pt x="233" y="5948"/>
                  </a:lnTo>
                  <a:lnTo>
                    <a:pt x="310" y="6025"/>
                  </a:lnTo>
                  <a:lnTo>
                    <a:pt x="541" y="6141"/>
                  </a:lnTo>
                  <a:lnTo>
                    <a:pt x="812" y="6179"/>
                  </a:lnTo>
                  <a:lnTo>
                    <a:pt x="1121" y="6218"/>
                  </a:lnTo>
                  <a:lnTo>
                    <a:pt x="1430" y="6179"/>
                  </a:lnTo>
                  <a:lnTo>
                    <a:pt x="1700" y="6141"/>
                  </a:lnTo>
                  <a:lnTo>
                    <a:pt x="2897" y="5832"/>
                  </a:lnTo>
                  <a:lnTo>
                    <a:pt x="4094" y="5446"/>
                  </a:lnTo>
                  <a:lnTo>
                    <a:pt x="5291" y="5021"/>
                  </a:lnTo>
                  <a:lnTo>
                    <a:pt x="6450" y="4557"/>
                  </a:lnTo>
                  <a:lnTo>
                    <a:pt x="7531" y="4094"/>
                  </a:lnTo>
                  <a:lnTo>
                    <a:pt x="8573" y="3592"/>
                  </a:lnTo>
                  <a:lnTo>
                    <a:pt x="9616" y="3052"/>
                  </a:lnTo>
                  <a:lnTo>
                    <a:pt x="10620" y="2472"/>
                  </a:lnTo>
                  <a:lnTo>
                    <a:pt x="10929" y="2279"/>
                  </a:lnTo>
                  <a:lnTo>
                    <a:pt x="11276" y="2048"/>
                  </a:lnTo>
                  <a:lnTo>
                    <a:pt x="11547" y="1777"/>
                  </a:lnTo>
                  <a:lnTo>
                    <a:pt x="11817" y="1507"/>
                  </a:lnTo>
                  <a:lnTo>
                    <a:pt x="12010" y="1198"/>
                  </a:lnTo>
                  <a:lnTo>
                    <a:pt x="12049" y="1044"/>
                  </a:lnTo>
                  <a:lnTo>
                    <a:pt x="12087" y="889"/>
                  </a:lnTo>
                  <a:lnTo>
                    <a:pt x="12087" y="696"/>
                  </a:lnTo>
                  <a:lnTo>
                    <a:pt x="12049" y="503"/>
                  </a:lnTo>
                  <a:lnTo>
                    <a:pt x="12010" y="310"/>
                  </a:lnTo>
                  <a:lnTo>
                    <a:pt x="11894" y="117"/>
                  </a:lnTo>
                  <a:lnTo>
                    <a:pt x="11817" y="40"/>
                  </a:lnTo>
                  <a:lnTo>
                    <a:pt x="1174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3"/>
            <p:cNvSpPr/>
            <p:nvPr/>
          </p:nvSpPr>
          <p:spPr>
            <a:xfrm>
              <a:off x="6274575" y="3873525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20"/>
                  </a:lnTo>
                  <a:lnTo>
                    <a:pt x="2897" y="1661"/>
                  </a:lnTo>
                  <a:lnTo>
                    <a:pt x="2511" y="2202"/>
                  </a:lnTo>
                  <a:lnTo>
                    <a:pt x="1970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6"/>
                  </a:lnTo>
                  <a:lnTo>
                    <a:pt x="310" y="4287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80" y="4750"/>
                  </a:lnTo>
                  <a:lnTo>
                    <a:pt x="966" y="4518"/>
                  </a:lnTo>
                  <a:lnTo>
                    <a:pt x="1314" y="4210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935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3"/>
                  </a:lnTo>
                  <a:lnTo>
                    <a:pt x="4248" y="155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3"/>
            <p:cNvSpPr/>
            <p:nvPr/>
          </p:nvSpPr>
          <p:spPr>
            <a:xfrm>
              <a:off x="6223425" y="3874500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0"/>
                  </a:moveTo>
                  <a:lnTo>
                    <a:pt x="1004" y="309"/>
                  </a:lnTo>
                  <a:lnTo>
                    <a:pt x="1236" y="386"/>
                  </a:lnTo>
                  <a:lnTo>
                    <a:pt x="1429" y="579"/>
                  </a:lnTo>
                  <a:lnTo>
                    <a:pt x="1583" y="772"/>
                  </a:lnTo>
                  <a:lnTo>
                    <a:pt x="1622" y="1004"/>
                  </a:lnTo>
                  <a:lnTo>
                    <a:pt x="1622" y="1120"/>
                  </a:lnTo>
                  <a:lnTo>
                    <a:pt x="1583" y="1197"/>
                  </a:lnTo>
                  <a:lnTo>
                    <a:pt x="1545" y="1313"/>
                  </a:lnTo>
                  <a:lnTo>
                    <a:pt x="1468" y="1390"/>
                  </a:lnTo>
                  <a:lnTo>
                    <a:pt x="1352" y="1506"/>
                  </a:lnTo>
                  <a:lnTo>
                    <a:pt x="1197" y="1545"/>
                  </a:lnTo>
                  <a:lnTo>
                    <a:pt x="966" y="1583"/>
                  </a:lnTo>
                  <a:lnTo>
                    <a:pt x="772" y="1545"/>
                  </a:lnTo>
                  <a:lnTo>
                    <a:pt x="657" y="1506"/>
                  </a:lnTo>
                  <a:lnTo>
                    <a:pt x="579" y="1429"/>
                  </a:lnTo>
                  <a:lnTo>
                    <a:pt x="502" y="1352"/>
                  </a:lnTo>
                  <a:lnTo>
                    <a:pt x="464" y="1236"/>
                  </a:lnTo>
                  <a:lnTo>
                    <a:pt x="425" y="1004"/>
                  </a:lnTo>
                  <a:lnTo>
                    <a:pt x="464" y="811"/>
                  </a:lnTo>
                  <a:lnTo>
                    <a:pt x="541" y="618"/>
                  </a:lnTo>
                  <a:lnTo>
                    <a:pt x="695" y="425"/>
                  </a:lnTo>
                  <a:lnTo>
                    <a:pt x="734" y="348"/>
                  </a:lnTo>
                  <a:lnTo>
                    <a:pt x="734" y="309"/>
                  </a:lnTo>
                  <a:lnTo>
                    <a:pt x="888" y="270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116"/>
                  </a:lnTo>
                  <a:lnTo>
                    <a:pt x="541" y="77"/>
                  </a:lnTo>
                  <a:lnTo>
                    <a:pt x="464" y="116"/>
                  </a:lnTo>
                  <a:lnTo>
                    <a:pt x="270" y="232"/>
                  </a:lnTo>
                  <a:lnTo>
                    <a:pt x="155" y="386"/>
                  </a:lnTo>
                  <a:lnTo>
                    <a:pt x="77" y="541"/>
                  </a:lnTo>
                  <a:lnTo>
                    <a:pt x="39" y="734"/>
                  </a:lnTo>
                  <a:lnTo>
                    <a:pt x="0" y="888"/>
                  </a:lnTo>
                  <a:lnTo>
                    <a:pt x="0" y="1081"/>
                  </a:lnTo>
                  <a:lnTo>
                    <a:pt x="39" y="1274"/>
                  </a:lnTo>
                  <a:lnTo>
                    <a:pt x="77" y="1468"/>
                  </a:lnTo>
                  <a:lnTo>
                    <a:pt x="193" y="1661"/>
                  </a:lnTo>
                  <a:lnTo>
                    <a:pt x="309" y="1776"/>
                  </a:lnTo>
                  <a:lnTo>
                    <a:pt x="502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236" y="2008"/>
                  </a:lnTo>
                  <a:lnTo>
                    <a:pt x="1429" y="1931"/>
                  </a:lnTo>
                  <a:lnTo>
                    <a:pt x="1622" y="1815"/>
                  </a:lnTo>
                  <a:lnTo>
                    <a:pt x="1776" y="1699"/>
                  </a:lnTo>
                  <a:lnTo>
                    <a:pt x="1892" y="1545"/>
                  </a:lnTo>
                  <a:lnTo>
                    <a:pt x="1970" y="1390"/>
                  </a:lnTo>
                  <a:lnTo>
                    <a:pt x="2047" y="1197"/>
                  </a:lnTo>
                  <a:lnTo>
                    <a:pt x="2085" y="1004"/>
                  </a:lnTo>
                  <a:lnTo>
                    <a:pt x="2047" y="811"/>
                  </a:lnTo>
                  <a:lnTo>
                    <a:pt x="1970" y="618"/>
                  </a:lnTo>
                  <a:lnTo>
                    <a:pt x="1892" y="425"/>
                  </a:lnTo>
                  <a:lnTo>
                    <a:pt x="1738" y="270"/>
                  </a:lnTo>
                  <a:lnTo>
                    <a:pt x="1583" y="155"/>
                  </a:lnTo>
                  <a:lnTo>
                    <a:pt x="1429" y="77"/>
                  </a:lnTo>
                  <a:lnTo>
                    <a:pt x="1236" y="39"/>
                  </a:lnTo>
                  <a:lnTo>
                    <a:pt x="104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3"/>
            <p:cNvSpPr/>
            <p:nvPr/>
          </p:nvSpPr>
          <p:spPr>
            <a:xfrm>
              <a:off x="1572250" y="3880275"/>
              <a:ext cx="267450" cy="210475"/>
            </a:xfrm>
            <a:custGeom>
              <a:avLst/>
              <a:gdLst/>
              <a:ahLst/>
              <a:cxnLst/>
              <a:rect l="l" t="t" r="r" b="b"/>
              <a:pathLst>
                <a:path w="10698" h="8419" extrusionOk="0">
                  <a:moveTo>
                    <a:pt x="155" y="1"/>
                  </a:moveTo>
                  <a:lnTo>
                    <a:pt x="1" y="233"/>
                  </a:lnTo>
                  <a:lnTo>
                    <a:pt x="1391" y="1314"/>
                  </a:lnTo>
                  <a:lnTo>
                    <a:pt x="2781" y="2395"/>
                  </a:lnTo>
                  <a:lnTo>
                    <a:pt x="4210" y="3476"/>
                  </a:lnTo>
                  <a:lnTo>
                    <a:pt x="5600" y="4596"/>
                  </a:lnTo>
                  <a:lnTo>
                    <a:pt x="6951" y="5677"/>
                  </a:lnTo>
                  <a:lnTo>
                    <a:pt x="8303" y="6797"/>
                  </a:lnTo>
                  <a:lnTo>
                    <a:pt x="9616" y="7917"/>
                  </a:lnTo>
                  <a:lnTo>
                    <a:pt x="9963" y="8226"/>
                  </a:lnTo>
                  <a:lnTo>
                    <a:pt x="10118" y="8342"/>
                  </a:lnTo>
                  <a:lnTo>
                    <a:pt x="10311" y="8419"/>
                  </a:lnTo>
                  <a:lnTo>
                    <a:pt x="10658" y="8380"/>
                  </a:lnTo>
                  <a:lnTo>
                    <a:pt x="10697" y="8264"/>
                  </a:lnTo>
                  <a:lnTo>
                    <a:pt x="10697" y="8149"/>
                  </a:lnTo>
                  <a:lnTo>
                    <a:pt x="10658" y="8033"/>
                  </a:lnTo>
                  <a:lnTo>
                    <a:pt x="10658" y="7994"/>
                  </a:lnTo>
                  <a:lnTo>
                    <a:pt x="10311" y="7917"/>
                  </a:lnTo>
                  <a:lnTo>
                    <a:pt x="10002" y="6952"/>
                  </a:lnTo>
                  <a:lnTo>
                    <a:pt x="9654" y="5986"/>
                  </a:lnTo>
                  <a:lnTo>
                    <a:pt x="8882" y="4094"/>
                  </a:lnTo>
                  <a:lnTo>
                    <a:pt x="8380" y="2781"/>
                  </a:lnTo>
                  <a:lnTo>
                    <a:pt x="7994" y="2936"/>
                  </a:lnTo>
                  <a:lnTo>
                    <a:pt x="8419" y="3940"/>
                  </a:lnTo>
                  <a:lnTo>
                    <a:pt x="9037" y="5677"/>
                  </a:lnTo>
                  <a:lnTo>
                    <a:pt x="9346" y="6565"/>
                  </a:lnTo>
                  <a:lnTo>
                    <a:pt x="9654" y="7415"/>
                  </a:lnTo>
                  <a:lnTo>
                    <a:pt x="9230" y="7029"/>
                  </a:lnTo>
                  <a:lnTo>
                    <a:pt x="7994" y="5986"/>
                  </a:lnTo>
                  <a:lnTo>
                    <a:pt x="6720" y="4905"/>
                  </a:lnTo>
                  <a:lnTo>
                    <a:pt x="5407" y="3862"/>
                  </a:lnTo>
                  <a:lnTo>
                    <a:pt x="4133" y="2858"/>
                  </a:lnTo>
                  <a:lnTo>
                    <a:pt x="2820" y="1854"/>
                  </a:lnTo>
                  <a:lnTo>
                    <a:pt x="1507" y="928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3"/>
            <p:cNvSpPr/>
            <p:nvPr/>
          </p:nvSpPr>
          <p:spPr>
            <a:xfrm>
              <a:off x="4538850" y="3913100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6" y="1159"/>
                  </a:lnTo>
                  <a:lnTo>
                    <a:pt x="1390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5" y="1816"/>
                  </a:lnTo>
                  <a:lnTo>
                    <a:pt x="386" y="1700"/>
                  </a:lnTo>
                  <a:lnTo>
                    <a:pt x="348" y="1584"/>
                  </a:lnTo>
                  <a:lnTo>
                    <a:pt x="386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1" y="1623"/>
                  </a:lnTo>
                  <a:lnTo>
                    <a:pt x="3669" y="1700"/>
                  </a:lnTo>
                  <a:lnTo>
                    <a:pt x="3746" y="1816"/>
                  </a:lnTo>
                  <a:lnTo>
                    <a:pt x="3746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8" y="2356"/>
                  </a:lnTo>
                  <a:lnTo>
                    <a:pt x="3205" y="2433"/>
                  </a:lnTo>
                  <a:lnTo>
                    <a:pt x="3012" y="2395"/>
                  </a:lnTo>
                  <a:lnTo>
                    <a:pt x="2819" y="2356"/>
                  </a:lnTo>
                  <a:lnTo>
                    <a:pt x="2626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0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89" y="1468"/>
                  </a:lnTo>
                  <a:close/>
                  <a:moveTo>
                    <a:pt x="3746" y="4750"/>
                  </a:moveTo>
                  <a:lnTo>
                    <a:pt x="3900" y="4789"/>
                  </a:lnTo>
                  <a:lnTo>
                    <a:pt x="4016" y="4828"/>
                  </a:lnTo>
                  <a:lnTo>
                    <a:pt x="4093" y="4943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2" y="5368"/>
                  </a:lnTo>
                  <a:lnTo>
                    <a:pt x="4093" y="5484"/>
                  </a:lnTo>
                  <a:lnTo>
                    <a:pt x="3978" y="5600"/>
                  </a:lnTo>
                  <a:lnTo>
                    <a:pt x="3784" y="5754"/>
                  </a:lnTo>
                  <a:lnTo>
                    <a:pt x="3514" y="5870"/>
                  </a:lnTo>
                  <a:lnTo>
                    <a:pt x="3128" y="5870"/>
                  </a:lnTo>
                  <a:lnTo>
                    <a:pt x="2742" y="5793"/>
                  </a:lnTo>
                  <a:lnTo>
                    <a:pt x="2935" y="5368"/>
                  </a:lnTo>
                  <a:lnTo>
                    <a:pt x="3051" y="5214"/>
                  </a:lnTo>
                  <a:lnTo>
                    <a:pt x="3205" y="5021"/>
                  </a:lnTo>
                  <a:lnTo>
                    <a:pt x="3476" y="4866"/>
                  </a:lnTo>
                  <a:lnTo>
                    <a:pt x="3630" y="4789"/>
                  </a:lnTo>
                  <a:lnTo>
                    <a:pt x="3746" y="4750"/>
                  </a:lnTo>
                  <a:close/>
                  <a:moveTo>
                    <a:pt x="1120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2" y="6102"/>
                  </a:lnTo>
                  <a:lnTo>
                    <a:pt x="1429" y="6256"/>
                  </a:lnTo>
                  <a:lnTo>
                    <a:pt x="1236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5" y="6334"/>
                  </a:lnTo>
                  <a:lnTo>
                    <a:pt x="502" y="6179"/>
                  </a:lnTo>
                  <a:lnTo>
                    <a:pt x="425" y="6025"/>
                  </a:lnTo>
                  <a:lnTo>
                    <a:pt x="425" y="5909"/>
                  </a:lnTo>
                  <a:lnTo>
                    <a:pt x="464" y="5754"/>
                  </a:lnTo>
                  <a:lnTo>
                    <a:pt x="579" y="5677"/>
                  </a:lnTo>
                  <a:lnTo>
                    <a:pt x="695" y="5600"/>
                  </a:lnTo>
                  <a:lnTo>
                    <a:pt x="850" y="5523"/>
                  </a:lnTo>
                  <a:close/>
                  <a:moveTo>
                    <a:pt x="5715" y="6218"/>
                  </a:moveTo>
                  <a:lnTo>
                    <a:pt x="5870" y="6334"/>
                  </a:lnTo>
                  <a:lnTo>
                    <a:pt x="5947" y="6411"/>
                  </a:lnTo>
                  <a:lnTo>
                    <a:pt x="5986" y="6527"/>
                  </a:lnTo>
                  <a:lnTo>
                    <a:pt x="6024" y="6681"/>
                  </a:lnTo>
                  <a:lnTo>
                    <a:pt x="5986" y="6797"/>
                  </a:lnTo>
                  <a:lnTo>
                    <a:pt x="5908" y="7067"/>
                  </a:lnTo>
                  <a:lnTo>
                    <a:pt x="5792" y="7260"/>
                  </a:lnTo>
                  <a:lnTo>
                    <a:pt x="5677" y="7492"/>
                  </a:lnTo>
                  <a:lnTo>
                    <a:pt x="5484" y="7646"/>
                  </a:lnTo>
                  <a:lnTo>
                    <a:pt x="5290" y="7801"/>
                  </a:lnTo>
                  <a:lnTo>
                    <a:pt x="5059" y="7917"/>
                  </a:lnTo>
                  <a:lnTo>
                    <a:pt x="5097" y="7878"/>
                  </a:lnTo>
                  <a:lnTo>
                    <a:pt x="5020" y="7415"/>
                  </a:lnTo>
                  <a:lnTo>
                    <a:pt x="4982" y="7183"/>
                  </a:lnTo>
                  <a:lnTo>
                    <a:pt x="5020" y="6951"/>
                  </a:lnTo>
                  <a:lnTo>
                    <a:pt x="5136" y="6681"/>
                  </a:lnTo>
                  <a:lnTo>
                    <a:pt x="5213" y="6527"/>
                  </a:lnTo>
                  <a:lnTo>
                    <a:pt x="5329" y="6372"/>
                  </a:lnTo>
                  <a:lnTo>
                    <a:pt x="5445" y="6256"/>
                  </a:lnTo>
                  <a:lnTo>
                    <a:pt x="5599" y="6218"/>
                  </a:lnTo>
                  <a:close/>
                  <a:moveTo>
                    <a:pt x="8959" y="8071"/>
                  </a:moveTo>
                  <a:lnTo>
                    <a:pt x="9152" y="8110"/>
                  </a:lnTo>
                  <a:lnTo>
                    <a:pt x="9268" y="8187"/>
                  </a:lnTo>
                  <a:lnTo>
                    <a:pt x="9345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0"/>
                  </a:lnTo>
                  <a:lnTo>
                    <a:pt x="9268" y="8921"/>
                  </a:lnTo>
                  <a:lnTo>
                    <a:pt x="9036" y="9152"/>
                  </a:lnTo>
                  <a:lnTo>
                    <a:pt x="8804" y="9346"/>
                  </a:lnTo>
                  <a:lnTo>
                    <a:pt x="8689" y="9384"/>
                  </a:lnTo>
                  <a:lnTo>
                    <a:pt x="8611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1" y="9346"/>
                  </a:lnTo>
                  <a:lnTo>
                    <a:pt x="8264" y="9346"/>
                  </a:lnTo>
                  <a:lnTo>
                    <a:pt x="8225" y="8959"/>
                  </a:lnTo>
                  <a:lnTo>
                    <a:pt x="8225" y="8766"/>
                  </a:lnTo>
                  <a:lnTo>
                    <a:pt x="8264" y="8573"/>
                  </a:lnTo>
                  <a:lnTo>
                    <a:pt x="8341" y="8342"/>
                  </a:lnTo>
                  <a:lnTo>
                    <a:pt x="8496" y="8187"/>
                  </a:lnTo>
                  <a:lnTo>
                    <a:pt x="8727" y="8110"/>
                  </a:lnTo>
                  <a:lnTo>
                    <a:pt x="8843" y="8071"/>
                  </a:lnTo>
                  <a:close/>
                  <a:moveTo>
                    <a:pt x="4943" y="8380"/>
                  </a:moveTo>
                  <a:lnTo>
                    <a:pt x="4943" y="8419"/>
                  </a:lnTo>
                  <a:lnTo>
                    <a:pt x="4750" y="8805"/>
                  </a:lnTo>
                  <a:lnTo>
                    <a:pt x="4595" y="8959"/>
                  </a:lnTo>
                  <a:lnTo>
                    <a:pt x="4441" y="9152"/>
                  </a:lnTo>
                  <a:lnTo>
                    <a:pt x="4209" y="9307"/>
                  </a:lnTo>
                  <a:lnTo>
                    <a:pt x="3939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8" y="9346"/>
                  </a:lnTo>
                  <a:lnTo>
                    <a:pt x="3321" y="9191"/>
                  </a:lnTo>
                  <a:lnTo>
                    <a:pt x="3321" y="9075"/>
                  </a:lnTo>
                  <a:lnTo>
                    <a:pt x="3321" y="8959"/>
                  </a:lnTo>
                  <a:lnTo>
                    <a:pt x="3398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4" y="8457"/>
                  </a:lnTo>
                  <a:lnTo>
                    <a:pt x="4055" y="8380"/>
                  </a:lnTo>
                  <a:lnTo>
                    <a:pt x="4325" y="8380"/>
                  </a:lnTo>
                  <a:lnTo>
                    <a:pt x="4904" y="8419"/>
                  </a:lnTo>
                  <a:lnTo>
                    <a:pt x="4943" y="8380"/>
                  </a:lnTo>
                  <a:close/>
                  <a:moveTo>
                    <a:pt x="7994" y="10002"/>
                  </a:moveTo>
                  <a:lnTo>
                    <a:pt x="7955" y="10195"/>
                  </a:lnTo>
                  <a:lnTo>
                    <a:pt x="7916" y="10350"/>
                  </a:lnTo>
                  <a:lnTo>
                    <a:pt x="7839" y="10543"/>
                  </a:lnTo>
                  <a:lnTo>
                    <a:pt x="7723" y="10697"/>
                  </a:lnTo>
                  <a:lnTo>
                    <a:pt x="7607" y="10813"/>
                  </a:lnTo>
                  <a:lnTo>
                    <a:pt x="7492" y="10929"/>
                  </a:lnTo>
                  <a:lnTo>
                    <a:pt x="7337" y="11045"/>
                  </a:lnTo>
                  <a:lnTo>
                    <a:pt x="7144" y="11083"/>
                  </a:lnTo>
                  <a:lnTo>
                    <a:pt x="6951" y="11122"/>
                  </a:lnTo>
                  <a:lnTo>
                    <a:pt x="6796" y="11083"/>
                  </a:lnTo>
                  <a:lnTo>
                    <a:pt x="6719" y="11045"/>
                  </a:lnTo>
                  <a:lnTo>
                    <a:pt x="6681" y="10967"/>
                  </a:lnTo>
                  <a:lnTo>
                    <a:pt x="6642" y="10890"/>
                  </a:lnTo>
                  <a:lnTo>
                    <a:pt x="6603" y="10813"/>
                  </a:lnTo>
                  <a:lnTo>
                    <a:pt x="6642" y="10620"/>
                  </a:lnTo>
                  <a:lnTo>
                    <a:pt x="6719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1" y="10156"/>
                  </a:lnTo>
                  <a:lnTo>
                    <a:pt x="7492" y="10079"/>
                  </a:lnTo>
                  <a:lnTo>
                    <a:pt x="7723" y="10041"/>
                  </a:lnTo>
                  <a:lnTo>
                    <a:pt x="7994" y="10002"/>
                  </a:lnTo>
                  <a:close/>
                  <a:moveTo>
                    <a:pt x="2201" y="1"/>
                  </a:moveTo>
                  <a:lnTo>
                    <a:pt x="2008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0" y="812"/>
                  </a:lnTo>
                  <a:lnTo>
                    <a:pt x="1236" y="773"/>
                  </a:lnTo>
                  <a:lnTo>
                    <a:pt x="1043" y="734"/>
                  </a:lnTo>
                  <a:lnTo>
                    <a:pt x="695" y="734"/>
                  </a:lnTo>
                  <a:lnTo>
                    <a:pt x="541" y="812"/>
                  </a:lnTo>
                  <a:lnTo>
                    <a:pt x="386" y="889"/>
                  </a:lnTo>
                  <a:lnTo>
                    <a:pt x="232" y="1005"/>
                  </a:lnTo>
                  <a:lnTo>
                    <a:pt x="116" y="1159"/>
                  </a:lnTo>
                  <a:lnTo>
                    <a:pt x="39" y="1314"/>
                  </a:lnTo>
                  <a:lnTo>
                    <a:pt x="0" y="1468"/>
                  </a:lnTo>
                  <a:lnTo>
                    <a:pt x="0" y="1623"/>
                  </a:lnTo>
                  <a:lnTo>
                    <a:pt x="0" y="1777"/>
                  </a:lnTo>
                  <a:lnTo>
                    <a:pt x="77" y="1931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5" y="2279"/>
                  </a:lnTo>
                  <a:lnTo>
                    <a:pt x="579" y="2356"/>
                  </a:lnTo>
                  <a:lnTo>
                    <a:pt x="734" y="2395"/>
                  </a:lnTo>
                  <a:lnTo>
                    <a:pt x="1043" y="2433"/>
                  </a:lnTo>
                  <a:lnTo>
                    <a:pt x="1390" y="2395"/>
                  </a:lnTo>
                  <a:lnTo>
                    <a:pt x="1699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8" y="4635"/>
                  </a:lnTo>
                  <a:lnTo>
                    <a:pt x="1777" y="5021"/>
                  </a:lnTo>
                  <a:lnTo>
                    <a:pt x="1892" y="5368"/>
                  </a:lnTo>
                  <a:lnTo>
                    <a:pt x="1583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2" y="5252"/>
                  </a:lnTo>
                  <a:lnTo>
                    <a:pt x="386" y="5330"/>
                  </a:lnTo>
                  <a:lnTo>
                    <a:pt x="271" y="5445"/>
                  </a:lnTo>
                  <a:lnTo>
                    <a:pt x="155" y="5561"/>
                  </a:lnTo>
                  <a:lnTo>
                    <a:pt x="77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7" y="6218"/>
                  </a:lnTo>
                  <a:lnTo>
                    <a:pt x="155" y="6334"/>
                  </a:lnTo>
                  <a:lnTo>
                    <a:pt x="232" y="6449"/>
                  </a:lnTo>
                  <a:lnTo>
                    <a:pt x="348" y="6565"/>
                  </a:lnTo>
                  <a:lnTo>
                    <a:pt x="502" y="6643"/>
                  </a:lnTo>
                  <a:lnTo>
                    <a:pt x="657" y="6720"/>
                  </a:lnTo>
                  <a:lnTo>
                    <a:pt x="811" y="6758"/>
                  </a:lnTo>
                  <a:lnTo>
                    <a:pt x="1120" y="6758"/>
                  </a:lnTo>
                  <a:lnTo>
                    <a:pt x="1429" y="6681"/>
                  </a:lnTo>
                  <a:lnTo>
                    <a:pt x="1699" y="6527"/>
                  </a:lnTo>
                  <a:lnTo>
                    <a:pt x="1931" y="6295"/>
                  </a:lnTo>
                  <a:lnTo>
                    <a:pt x="2124" y="6063"/>
                  </a:lnTo>
                  <a:lnTo>
                    <a:pt x="2394" y="6527"/>
                  </a:lnTo>
                  <a:lnTo>
                    <a:pt x="2742" y="6990"/>
                  </a:lnTo>
                  <a:lnTo>
                    <a:pt x="3128" y="7376"/>
                  </a:lnTo>
                  <a:lnTo>
                    <a:pt x="3591" y="7762"/>
                  </a:lnTo>
                  <a:lnTo>
                    <a:pt x="4016" y="7994"/>
                  </a:lnTo>
                  <a:lnTo>
                    <a:pt x="3823" y="8033"/>
                  </a:lnTo>
                  <a:lnTo>
                    <a:pt x="3630" y="8110"/>
                  </a:lnTo>
                  <a:lnTo>
                    <a:pt x="3437" y="8187"/>
                  </a:lnTo>
                  <a:lnTo>
                    <a:pt x="3282" y="8342"/>
                  </a:lnTo>
                  <a:lnTo>
                    <a:pt x="3167" y="8457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5" y="8882"/>
                  </a:lnTo>
                  <a:lnTo>
                    <a:pt x="2896" y="9075"/>
                  </a:lnTo>
                  <a:lnTo>
                    <a:pt x="2935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1" y="9770"/>
                  </a:lnTo>
                  <a:lnTo>
                    <a:pt x="3514" y="9848"/>
                  </a:lnTo>
                  <a:lnTo>
                    <a:pt x="3707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8" y="9770"/>
                  </a:lnTo>
                  <a:lnTo>
                    <a:pt x="4402" y="9693"/>
                  </a:lnTo>
                  <a:lnTo>
                    <a:pt x="4673" y="9461"/>
                  </a:lnTo>
                  <a:lnTo>
                    <a:pt x="4904" y="9152"/>
                  </a:lnTo>
                  <a:lnTo>
                    <a:pt x="5097" y="8844"/>
                  </a:lnTo>
                  <a:lnTo>
                    <a:pt x="5213" y="8496"/>
                  </a:lnTo>
                  <a:lnTo>
                    <a:pt x="6526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5" y="9654"/>
                  </a:lnTo>
                  <a:lnTo>
                    <a:pt x="7762" y="9654"/>
                  </a:lnTo>
                  <a:lnTo>
                    <a:pt x="7569" y="9693"/>
                  </a:lnTo>
                  <a:lnTo>
                    <a:pt x="7144" y="9809"/>
                  </a:lnTo>
                  <a:lnTo>
                    <a:pt x="6796" y="9963"/>
                  </a:lnTo>
                  <a:lnTo>
                    <a:pt x="6642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4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4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5" y="11508"/>
                  </a:lnTo>
                  <a:lnTo>
                    <a:pt x="7028" y="11508"/>
                  </a:lnTo>
                  <a:lnTo>
                    <a:pt x="7221" y="11469"/>
                  </a:lnTo>
                  <a:lnTo>
                    <a:pt x="7414" y="11392"/>
                  </a:lnTo>
                  <a:lnTo>
                    <a:pt x="7569" y="11315"/>
                  </a:lnTo>
                  <a:lnTo>
                    <a:pt x="7723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09" y="10697"/>
                  </a:lnTo>
                  <a:lnTo>
                    <a:pt x="8225" y="10465"/>
                  </a:lnTo>
                  <a:lnTo>
                    <a:pt x="8264" y="10234"/>
                  </a:lnTo>
                  <a:lnTo>
                    <a:pt x="8302" y="9963"/>
                  </a:lnTo>
                  <a:lnTo>
                    <a:pt x="8341" y="9925"/>
                  </a:lnTo>
                  <a:lnTo>
                    <a:pt x="8727" y="10272"/>
                  </a:lnTo>
                  <a:lnTo>
                    <a:pt x="9075" y="10658"/>
                  </a:lnTo>
                  <a:lnTo>
                    <a:pt x="9345" y="11122"/>
                  </a:lnTo>
                  <a:lnTo>
                    <a:pt x="9461" y="11354"/>
                  </a:lnTo>
                  <a:lnTo>
                    <a:pt x="9538" y="11585"/>
                  </a:lnTo>
                  <a:lnTo>
                    <a:pt x="9654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4" y="12937"/>
                  </a:lnTo>
                  <a:lnTo>
                    <a:pt x="9577" y="13284"/>
                  </a:lnTo>
                  <a:lnTo>
                    <a:pt x="9461" y="13593"/>
                  </a:lnTo>
                  <a:lnTo>
                    <a:pt x="9191" y="14211"/>
                  </a:lnTo>
                  <a:lnTo>
                    <a:pt x="9152" y="14288"/>
                  </a:lnTo>
                  <a:lnTo>
                    <a:pt x="9152" y="14327"/>
                  </a:lnTo>
                  <a:lnTo>
                    <a:pt x="9229" y="14404"/>
                  </a:lnTo>
                  <a:lnTo>
                    <a:pt x="9306" y="14443"/>
                  </a:lnTo>
                  <a:lnTo>
                    <a:pt x="9422" y="14404"/>
                  </a:lnTo>
                  <a:lnTo>
                    <a:pt x="9577" y="14250"/>
                  </a:lnTo>
                  <a:lnTo>
                    <a:pt x="9731" y="14057"/>
                  </a:lnTo>
                  <a:lnTo>
                    <a:pt x="9847" y="13902"/>
                  </a:lnTo>
                  <a:lnTo>
                    <a:pt x="9924" y="13670"/>
                  </a:lnTo>
                  <a:lnTo>
                    <a:pt x="10079" y="13246"/>
                  </a:lnTo>
                  <a:lnTo>
                    <a:pt x="10117" y="12782"/>
                  </a:lnTo>
                  <a:lnTo>
                    <a:pt x="10117" y="12319"/>
                  </a:lnTo>
                  <a:lnTo>
                    <a:pt x="10040" y="11855"/>
                  </a:lnTo>
                  <a:lnTo>
                    <a:pt x="9924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6" y="10272"/>
                  </a:lnTo>
                  <a:lnTo>
                    <a:pt x="9036" y="9963"/>
                  </a:lnTo>
                  <a:lnTo>
                    <a:pt x="8727" y="9693"/>
                  </a:lnTo>
                  <a:lnTo>
                    <a:pt x="8959" y="9577"/>
                  </a:lnTo>
                  <a:lnTo>
                    <a:pt x="9229" y="9423"/>
                  </a:lnTo>
                  <a:lnTo>
                    <a:pt x="9461" y="9191"/>
                  </a:lnTo>
                  <a:lnTo>
                    <a:pt x="9615" y="8921"/>
                  </a:lnTo>
                  <a:lnTo>
                    <a:pt x="9731" y="8612"/>
                  </a:lnTo>
                  <a:lnTo>
                    <a:pt x="9731" y="8496"/>
                  </a:lnTo>
                  <a:lnTo>
                    <a:pt x="9731" y="8342"/>
                  </a:lnTo>
                  <a:lnTo>
                    <a:pt x="9693" y="8187"/>
                  </a:lnTo>
                  <a:lnTo>
                    <a:pt x="9615" y="8071"/>
                  </a:lnTo>
                  <a:lnTo>
                    <a:pt x="9499" y="7955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6" y="7724"/>
                  </a:lnTo>
                  <a:lnTo>
                    <a:pt x="8689" y="7724"/>
                  </a:lnTo>
                  <a:lnTo>
                    <a:pt x="8534" y="7762"/>
                  </a:lnTo>
                  <a:lnTo>
                    <a:pt x="8380" y="7840"/>
                  </a:lnTo>
                  <a:lnTo>
                    <a:pt x="8225" y="7955"/>
                  </a:lnTo>
                  <a:lnTo>
                    <a:pt x="8109" y="8071"/>
                  </a:lnTo>
                  <a:lnTo>
                    <a:pt x="7955" y="8264"/>
                  </a:lnTo>
                  <a:lnTo>
                    <a:pt x="7878" y="8535"/>
                  </a:lnTo>
                  <a:lnTo>
                    <a:pt x="7839" y="8766"/>
                  </a:lnTo>
                  <a:lnTo>
                    <a:pt x="7839" y="9037"/>
                  </a:lnTo>
                  <a:lnTo>
                    <a:pt x="7221" y="8766"/>
                  </a:lnTo>
                  <a:lnTo>
                    <a:pt x="6642" y="8496"/>
                  </a:lnTo>
                  <a:lnTo>
                    <a:pt x="5368" y="8033"/>
                  </a:lnTo>
                  <a:lnTo>
                    <a:pt x="5638" y="7878"/>
                  </a:lnTo>
                  <a:lnTo>
                    <a:pt x="5870" y="7685"/>
                  </a:lnTo>
                  <a:lnTo>
                    <a:pt x="6063" y="7453"/>
                  </a:lnTo>
                  <a:lnTo>
                    <a:pt x="6217" y="7183"/>
                  </a:lnTo>
                  <a:lnTo>
                    <a:pt x="6333" y="6874"/>
                  </a:lnTo>
                  <a:lnTo>
                    <a:pt x="6333" y="6720"/>
                  </a:lnTo>
                  <a:lnTo>
                    <a:pt x="6333" y="6527"/>
                  </a:lnTo>
                  <a:lnTo>
                    <a:pt x="6333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4" y="5947"/>
                  </a:lnTo>
                  <a:lnTo>
                    <a:pt x="5870" y="5870"/>
                  </a:lnTo>
                  <a:lnTo>
                    <a:pt x="5715" y="5832"/>
                  </a:lnTo>
                  <a:lnTo>
                    <a:pt x="5561" y="5870"/>
                  </a:lnTo>
                  <a:lnTo>
                    <a:pt x="5406" y="5909"/>
                  </a:lnTo>
                  <a:lnTo>
                    <a:pt x="5252" y="5986"/>
                  </a:lnTo>
                  <a:lnTo>
                    <a:pt x="5136" y="6063"/>
                  </a:lnTo>
                  <a:lnTo>
                    <a:pt x="4904" y="6334"/>
                  </a:lnTo>
                  <a:lnTo>
                    <a:pt x="4750" y="6643"/>
                  </a:lnTo>
                  <a:lnTo>
                    <a:pt x="4634" y="7029"/>
                  </a:lnTo>
                  <a:lnTo>
                    <a:pt x="4634" y="7222"/>
                  </a:lnTo>
                  <a:lnTo>
                    <a:pt x="4634" y="7415"/>
                  </a:lnTo>
                  <a:lnTo>
                    <a:pt x="4634" y="7608"/>
                  </a:lnTo>
                  <a:lnTo>
                    <a:pt x="4711" y="7762"/>
                  </a:lnTo>
                  <a:lnTo>
                    <a:pt x="4093" y="7453"/>
                  </a:lnTo>
                  <a:lnTo>
                    <a:pt x="3823" y="7299"/>
                  </a:lnTo>
                  <a:lnTo>
                    <a:pt x="3553" y="7106"/>
                  </a:lnTo>
                  <a:lnTo>
                    <a:pt x="3321" y="6874"/>
                  </a:lnTo>
                  <a:lnTo>
                    <a:pt x="3089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1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2" y="5986"/>
                  </a:lnTo>
                  <a:lnTo>
                    <a:pt x="4248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8" y="5407"/>
                  </a:lnTo>
                  <a:lnTo>
                    <a:pt x="4557" y="5214"/>
                  </a:lnTo>
                  <a:lnTo>
                    <a:pt x="4518" y="5059"/>
                  </a:lnTo>
                  <a:lnTo>
                    <a:pt x="4480" y="4866"/>
                  </a:lnTo>
                  <a:lnTo>
                    <a:pt x="4402" y="4712"/>
                  </a:lnTo>
                  <a:lnTo>
                    <a:pt x="4286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0" y="4364"/>
                  </a:lnTo>
                  <a:lnTo>
                    <a:pt x="3707" y="4364"/>
                  </a:lnTo>
                  <a:lnTo>
                    <a:pt x="3553" y="4403"/>
                  </a:lnTo>
                  <a:lnTo>
                    <a:pt x="3398" y="4441"/>
                  </a:lnTo>
                  <a:lnTo>
                    <a:pt x="3244" y="4519"/>
                  </a:lnTo>
                  <a:lnTo>
                    <a:pt x="3089" y="4635"/>
                  </a:lnTo>
                  <a:lnTo>
                    <a:pt x="2819" y="4905"/>
                  </a:lnTo>
                  <a:lnTo>
                    <a:pt x="2587" y="5214"/>
                  </a:lnTo>
                  <a:lnTo>
                    <a:pt x="2433" y="5561"/>
                  </a:lnTo>
                  <a:lnTo>
                    <a:pt x="2394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5" y="4326"/>
                  </a:lnTo>
                  <a:lnTo>
                    <a:pt x="2047" y="3939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4" y="2318"/>
                  </a:lnTo>
                  <a:lnTo>
                    <a:pt x="2356" y="2511"/>
                  </a:lnTo>
                  <a:lnTo>
                    <a:pt x="2587" y="2627"/>
                  </a:lnTo>
                  <a:lnTo>
                    <a:pt x="2819" y="2742"/>
                  </a:lnTo>
                  <a:lnTo>
                    <a:pt x="3128" y="2781"/>
                  </a:lnTo>
                  <a:lnTo>
                    <a:pt x="3282" y="2742"/>
                  </a:lnTo>
                  <a:lnTo>
                    <a:pt x="3476" y="2704"/>
                  </a:lnTo>
                  <a:lnTo>
                    <a:pt x="3630" y="2627"/>
                  </a:lnTo>
                  <a:lnTo>
                    <a:pt x="3784" y="2549"/>
                  </a:lnTo>
                  <a:lnTo>
                    <a:pt x="3900" y="2433"/>
                  </a:lnTo>
                  <a:lnTo>
                    <a:pt x="4016" y="2279"/>
                  </a:lnTo>
                  <a:lnTo>
                    <a:pt x="4093" y="2125"/>
                  </a:lnTo>
                  <a:lnTo>
                    <a:pt x="4132" y="1970"/>
                  </a:lnTo>
                  <a:lnTo>
                    <a:pt x="4093" y="1777"/>
                  </a:lnTo>
                  <a:lnTo>
                    <a:pt x="4055" y="1623"/>
                  </a:lnTo>
                  <a:lnTo>
                    <a:pt x="4016" y="1507"/>
                  </a:lnTo>
                  <a:lnTo>
                    <a:pt x="3900" y="1352"/>
                  </a:lnTo>
                  <a:lnTo>
                    <a:pt x="3784" y="1236"/>
                  </a:lnTo>
                  <a:lnTo>
                    <a:pt x="3630" y="1159"/>
                  </a:lnTo>
                  <a:lnTo>
                    <a:pt x="3514" y="1121"/>
                  </a:lnTo>
                  <a:lnTo>
                    <a:pt x="3321" y="1082"/>
                  </a:lnTo>
                  <a:lnTo>
                    <a:pt x="3167" y="1043"/>
                  </a:lnTo>
                  <a:lnTo>
                    <a:pt x="3012" y="1082"/>
                  </a:lnTo>
                  <a:lnTo>
                    <a:pt x="2742" y="1159"/>
                  </a:lnTo>
                  <a:lnTo>
                    <a:pt x="2472" y="1314"/>
                  </a:lnTo>
                  <a:lnTo>
                    <a:pt x="2240" y="1545"/>
                  </a:lnTo>
                  <a:lnTo>
                    <a:pt x="2510" y="78"/>
                  </a:lnTo>
                  <a:lnTo>
                    <a:pt x="220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3"/>
            <p:cNvSpPr/>
            <p:nvPr/>
          </p:nvSpPr>
          <p:spPr>
            <a:xfrm>
              <a:off x="6161625" y="3921800"/>
              <a:ext cx="44450" cy="44425"/>
            </a:xfrm>
            <a:custGeom>
              <a:avLst/>
              <a:gdLst/>
              <a:ahLst/>
              <a:cxnLst/>
              <a:rect l="l" t="t" r="r" b="b"/>
              <a:pathLst>
                <a:path w="1778" h="1777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8"/>
                  </a:lnTo>
                  <a:lnTo>
                    <a:pt x="1391" y="811"/>
                  </a:lnTo>
                  <a:lnTo>
                    <a:pt x="1391" y="966"/>
                  </a:lnTo>
                  <a:lnTo>
                    <a:pt x="1352" y="1082"/>
                  </a:lnTo>
                  <a:lnTo>
                    <a:pt x="1275" y="1159"/>
                  </a:lnTo>
                  <a:lnTo>
                    <a:pt x="1198" y="1236"/>
                  </a:lnTo>
                  <a:lnTo>
                    <a:pt x="1082" y="1313"/>
                  </a:lnTo>
                  <a:lnTo>
                    <a:pt x="889" y="1390"/>
                  </a:lnTo>
                  <a:lnTo>
                    <a:pt x="735" y="1352"/>
                  </a:lnTo>
                  <a:lnTo>
                    <a:pt x="541" y="1275"/>
                  </a:lnTo>
                  <a:lnTo>
                    <a:pt x="426" y="1082"/>
                  </a:lnTo>
                  <a:lnTo>
                    <a:pt x="387" y="927"/>
                  </a:lnTo>
                  <a:lnTo>
                    <a:pt x="387" y="734"/>
                  </a:lnTo>
                  <a:lnTo>
                    <a:pt x="464" y="580"/>
                  </a:lnTo>
                  <a:lnTo>
                    <a:pt x="541" y="386"/>
                  </a:lnTo>
                  <a:lnTo>
                    <a:pt x="541" y="348"/>
                  </a:lnTo>
                  <a:lnTo>
                    <a:pt x="580" y="348"/>
                  </a:lnTo>
                  <a:lnTo>
                    <a:pt x="773" y="309"/>
                  </a:lnTo>
                  <a:close/>
                  <a:moveTo>
                    <a:pt x="966" y="0"/>
                  </a:moveTo>
                  <a:lnTo>
                    <a:pt x="773" y="39"/>
                  </a:lnTo>
                  <a:lnTo>
                    <a:pt x="619" y="78"/>
                  </a:lnTo>
                  <a:lnTo>
                    <a:pt x="464" y="155"/>
                  </a:lnTo>
                  <a:lnTo>
                    <a:pt x="426" y="193"/>
                  </a:lnTo>
                  <a:lnTo>
                    <a:pt x="387" y="193"/>
                  </a:lnTo>
                  <a:lnTo>
                    <a:pt x="233" y="271"/>
                  </a:lnTo>
                  <a:lnTo>
                    <a:pt x="117" y="386"/>
                  </a:lnTo>
                  <a:lnTo>
                    <a:pt x="39" y="541"/>
                  </a:lnTo>
                  <a:lnTo>
                    <a:pt x="1" y="695"/>
                  </a:lnTo>
                  <a:lnTo>
                    <a:pt x="1" y="850"/>
                  </a:lnTo>
                  <a:lnTo>
                    <a:pt x="1" y="1004"/>
                  </a:lnTo>
                  <a:lnTo>
                    <a:pt x="39" y="1197"/>
                  </a:lnTo>
                  <a:lnTo>
                    <a:pt x="117" y="1313"/>
                  </a:lnTo>
                  <a:lnTo>
                    <a:pt x="194" y="1468"/>
                  </a:lnTo>
                  <a:lnTo>
                    <a:pt x="348" y="1583"/>
                  </a:lnTo>
                  <a:lnTo>
                    <a:pt x="464" y="1699"/>
                  </a:lnTo>
                  <a:lnTo>
                    <a:pt x="619" y="1738"/>
                  </a:lnTo>
                  <a:lnTo>
                    <a:pt x="812" y="1777"/>
                  </a:lnTo>
                  <a:lnTo>
                    <a:pt x="966" y="1777"/>
                  </a:lnTo>
                  <a:lnTo>
                    <a:pt x="1121" y="1738"/>
                  </a:lnTo>
                  <a:lnTo>
                    <a:pt x="1314" y="1661"/>
                  </a:lnTo>
                  <a:lnTo>
                    <a:pt x="1430" y="1545"/>
                  </a:lnTo>
                  <a:lnTo>
                    <a:pt x="1584" y="1429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66"/>
                  </a:lnTo>
                  <a:lnTo>
                    <a:pt x="1777" y="773"/>
                  </a:lnTo>
                  <a:lnTo>
                    <a:pt x="1738" y="618"/>
                  </a:lnTo>
                  <a:lnTo>
                    <a:pt x="1661" y="425"/>
                  </a:lnTo>
                  <a:lnTo>
                    <a:pt x="1545" y="309"/>
                  </a:lnTo>
                  <a:lnTo>
                    <a:pt x="1430" y="193"/>
                  </a:lnTo>
                  <a:lnTo>
                    <a:pt x="1275" y="116"/>
                  </a:lnTo>
                  <a:lnTo>
                    <a:pt x="1121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3"/>
            <p:cNvSpPr/>
            <p:nvPr/>
          </p:nvSpPr>
          <p:spPr>
            <a:xfrm>
              <a:off x="7032400" y="3923725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3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7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0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6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8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4"/>
                  </a:lnTo>
                  <a:lnTo>
                    <a:pt x="1159" y="541"/>
                  </a:lnTo>
                  <a:lnTo>
                    <a:pt x="1352" y="425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8"/>
                  </a:lnTo>
                  <a:lnTo>
                    <a:pt x="309" y="927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5"/>
                  </a:lnTo>
                  <a:lnTo>
                    <a:pt x="0" y="2008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4" y="2858"/>
                  </a:lnTo>
                  <a:lnTo>
                    <a:pt x="425" y="3244"/>
                  </a:lnTo>
                  <a:lnTo>
                    <a:pt x="696" y="3553"/>
                  </a:lnTo>
                  <a:lnTo>
                    <a:pt x="1043" y="3823"/>
                  </a:lnTo>
                  <a:lnTo>
                    <a:pt x="1468" y="4016"/>
                  </a:lnTo>
                  <a:lnTo>
                    <a:pt x="1661" y="4094"/>
                  </a:lnTo>
                  <a:lnTo>
                    <a:pt x="1893" y="4132"/>
                  </a:lnTo>
                  <a:lnTo>
                    <a:pt x="2317" y="4132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2"/>
                  </a:lnTo>
                  <a:lnTo>
                    <a:pt x="4171" y="1429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6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"/>
            <p:cNvSpPr/>
            <p:nvPr/>
          </p:nvSpPr>
          <p:spPr>
            <a:xfrm>
              <a:off x="6167425" y="3927575"/>
              <a:ext cx="114900" cy="286750"/>
            </a:xfrm>
            <a:custGeom>
              <a:avLst/>
              <a:gdLst/>
              <a:ahLst/>
              <a:cxnLst/>
              <a:rect l="l" t="t" r="r" b="b"/>
              <a:pathLst>
                <a:path w="4596" h="11470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67"/>
                  </a:lnTo>
                  <a:lnTo>
                    <a:pt x="3939" y="4287"/>
                  </a:lnTo>
                  <a:lnTo>
                    <a:pt x="4016" y="5407"/>
                  </a:lnTo>
                  <a:lnTo>
                    <a:pt x="4055" y="6643"/>
                  </a:lnTo>
                  <a:lnTo>
                    <a:pt x="4055" y="7261"/>
                  </a:lnTo>
                  <a:lnTo>
                    <a:pt x="3978" y="7917"/>
                  </a:lnTo>
                  <a:lnTo>
                    <a:pt x="3901" y="8535"/>
                  </a:lnTo>
                  <a:lnTo>
                    <a:pt x="3746" y="9153"/>
                  </a:lnTo>
                  <a:lnTo>
                    <a:pt x="3553" y="9732"/>
                  </a:lnTo>
                  <a:lnTo>
                    <a:pt x="3244" y="10273"/>
                  </a:lnTo>
                  <a:lnTo>
                    <a:pt x="3012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4"/>
                  </a:lnTo>
                  <a:lnTo>
                    <a:pt x="850" y="9693"/>
                  </a:lnTo>
                  <a:lnTo>
                    <a:pt x="773" y="9423"/>
                  </a:lnTo>
                  <a:lnTo>
                    <a:pt x="734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6"/>
                  </a:lnTo>
                  <a:lnTo>
                    <a:pt x="580" y="2781"/>
                  </a:lnTo>
                  <a:lnTo>
                    <a:pt x="618" y="2781"/>
                  </a:lnTo>
                  <a:lnTo>
                    <a:pt x="1391" y="2395"/>
                  </a:lnTo>
                  <a:lnTo>
                    <a:pt x="2163" y="1970"/>
                  </a:lnTo>
                  <a:lnTo>
                    <a:pt x="2935" y="1468"/>
                  </a:lnTo>
                  <a:lnTo>
                    <a:pt x="3283" y="1198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40"/>
                  </a:lnTo>
                  <a:lnTo>
                    <a:pt x="3476" y="349"/>
                  </a:lnTo>
                  <a:lnTo>
                    <a:pt x="3051" y="657"/>
                  </a:lnTo>
                  <a:lnTo>
                    <a:pt x="2626" y="1005"/>
                  </a:lnTo>
                  <a:lnTo>
                    <a:pt x="2202" y="1314"/>
                  </a:lnTo>
                  <a:lnTo>
                    <a:pt x="1313" y="1893"/>
                  </a:lnTo>
                  <a:lnTo>
                    <a:pt x="425" y="2472"/>
                  </a:lnTo>
                  <a:lnTo>
                    <a:pt x="348" y="2550"/>
                  </a:lnTo>
                  <a:lnTo>
                    <a:pt x="348" y="2665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4"/>
                  </a:lnTo>
                  <a:lnTo>
                    <a:pt x="155" y="4866"/>
                  </a:lnTo>
                  <a:lnTo>
                    <a:pt x="1" y="4944"/>
                  </a:lnTo>
                  <a:lnTo>
                    <a:pt x="155" y="5291"/>
                  </a:lnTo>
                  <a:lnTo>
                    <a:pt x="155" y="6257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3"/>
                  </a:lnTo>
                  <a:lnTo>
                    <a:pt x="309" y="9616"/>
                  </a:lnTo>
                  <a:lnTo>
                    <a:pt x="503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429" y="11199"/>
                  </a:lnTo>
                  <a:lnTo>
                    <a:pt x="1622" y="11315"/>
                  </a:lnTo>
                  <a:lnTo>
                    <a:pt x="1815" y="11392"/>
                  </a:lnTo>
                  <a:lnTo>
                    <a:pt x="2047" y="11431"/>
                  </a:lnTo>
                  <a:lnTo>
                    <a:pt x="2279" y="11470"/>
                  </a:lnTo>
                  <a:lnTo>
                    <a:pt x="2549" y="11431"/>
                  </a:lnTo>
                  <a:lnTo>
                    <a:pt x="2819" y="11354"/>
                  </a:lnTo>
                  <a:lnTo>
                    <a:pt x="3051" y="11238"/>
                  </a:lnTo>
                  <a:lnTo>
                    <a:pt x="3283" y="11083"/>
                  </a:lnTo>
                  <a:lnTo>
                    <a:pt x="3476" y="10890"/>
                  </a:lnTo>
                  <a:lnTo>
                    <a:pt x="3669" y="10659"/>
                  </a:lnTo>
                  <a:lnTo>
                    <a:pt x="3823" y="10427"/>
                  </a:lnTo>
                  <a:lnTo>
                    <a:pt x="3978" y="10157"/>
                  </a:lnTo>
                  <a:lnTo>
                    <a:pt x="4171" y="9577"/>
                  </a:lnTo>
                  <a:lnTo>
                    <a:pt x="4325" y="8960"/>
                  </a:lnTo>
                  <a:lnTo>
                    <a:pt x="4441" y="8342"/>
                  </a:lnTo>
                  <a:lnTo>
                    <a:pt x="4518" y="7763"/>
                  </a:lnTo>
                  <a:lnTo>
                    <a:pt x="4557" y="7222"/>
                  </a:lnTo>
                  <a:lnTo>
                    <a:pt x="4596" y="6681"/>
                  </a:lnTo>
                  <a:lnTo>
                    <a:pt x="4596" y="6102"/>
                  </a:lnTo>
                  <a:lnTo>
                    <a:pt x="4557" y="5021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2"/>
                  </a:lnTo>
                  <a:lnTo>
                    <a:pt x="4094" y="426"/>
                  </a:lnTo>
                  <a:lnTo>
                    <a:pt x="4171" y="349"/>
                  </a:lnTo>
                  <a:lnTo>
                    <a:pt x="4210" y="271"/>
                  </a:lnTo>
                  <a:lnTo>
                    <a:pt x="4210" y="233"/>
                  </a:lnTo>
                  <a:lnTo>
                    <a:pt x="4171" y="78"/>
                  </a:lnTo>
                  <a:lnTo>
                    <a:pt x="4132" y="40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"/>
            <p:cNvSpPr/>
            <p:nvPr/>
          </p:nvSpPr>
          <p:spPr>
            <a:xfrm>
              <a:off x="1394625" y="3943025"/>
              <a:ext cx="74350" cy="103325"/>
            </a:xfrm>
            <a:custGeom>
              <a:avLst/>
              <a:gdLst/>
              <a:ahLst/>
              <a:cxnLst/>
              <a:rect l="l" t="t" r="r" b="b"/>
              <a:pathLst>
                <a:path w="2974" h="4133" extrusionOk="0">
                  <a:moveTo>
                    <a:pt x="116" y="1"/>
                  </a:moveTo>
                  <a:lnTo>
                    <a:pt x="1" y="39"/>
                  </a:lnTo>
                  <a:lnTo>
                    <a:pt x="1" y="78"/>
                  </a:lnTo>
                  <a:lnTo>
                    <a:pt x="271" y="928"/>
                  </a:lnTo>
                  <a:lnTo>
                    <a:pt x="580" y="1738"/>
                  </a:lnTo>
                  <a:lnTo>
                    <a:pt x="927" y="2549"/>
                  </a:lnTo>
                  <a:lnTo>
                    <a:pt x="1275" y="3283"/>
                  </a:lnTo>
                  <a:lnTo>
                    <a:pt x="1507" y="3669"/>
                  </a:lnTo>
                  <a:lnTo>
                    <a:pt x="1661" y="3824"/>
                  </a:lnTo>
                  <a:lnTo>
                    <a:pt x="1854" y="3978"/>
                  </a:lnTo>
                  <a:lnTo>
                    <a:pt x="2009" y="4055"/>
                  </a:lnTo>
                  <a:lnTo>
                    <a:pt x="2240" y="4133"/>
                  </a:lnTo>
                  <a:lnTo>
                    <a:pt x="2433" y="4094"/>
                  </a:lnTo>
                  <a:lnTo>
                    <a:pt x="2665" y="4017"/>
                  </a:lnTo>
                  <a:lnTo>
                    <a:pt x="2781" y="3862"/>
                  </a:lnTo>
                  <a:lnTo>
                    <a:pt x="2897" y="3708"/>
                  </a:lnTo>
                  <a:lnTo>
                    <a:pt x="2935" y="3515"/>
                  </a:lnTo>
                  <a:lnTo>
                    <a:pt x="2974" y="3360"/>
                  </a:lnTo>
                  <a:lnTo>
                    <a:pt x="2935" y="3129"/>
                  </a:lnTo>
                  <a:lnTo>
                    <a:pt x="2897" y="2936"/>
                  </a:lnTo>
                  <a:lnTo>
                    <a:pt x="2819" y="2588"/>
                  </a:lnTo>
                  <a:lnTo>
                    <a:pt x="2588" y="2627"/>
                  </a:lnTo>
                  <a:lnTo>
                    <a:pt x="2665" y="2974"/>
                  </a:lnTo>
                  <a:lnTo>
                    <a:pt x="2704" y="3129"/>
                  </a:lnTo>
                  <a:lnTo>
                    <a:pt x="2665" y="3283"/>
                  </a:lnTo>
                  <a:lnTo>
                    <a:pt x="2433" y="3399"/>
                  </a:lnTo>
                  <a:lnTo>
                    <a:pt x="2202" y="3476"/>
                  </a:lnTo>
                  <a:lnTo>
                    <a:pt x="2009" y="3515"/>
                  </a:lnTo>
                  <a:lnTo>
                    <a:pt x="1854" y="3476"/>
                  </a:lnTo>
                  <a:lnTo>
                    <a:pt x="1700" y="3438"/>
                  </a:lnTo>
                  <a:lnTo>
                    <a:pt x="1584" y="3322"/>
                  </a:lnTo>
                  <a:lnTo>
                    <a:pt x="1507" y="3167"/>
                  </a:lnTo>
                  <a:lnTo>
                    <a:pt x="1468" y="2974"/>
                  </a:lnTo>
                  <a:lnTo>
                    <a:pt x="1352" y="2704"/>
                  </a:lnTo>
                  <a:lnTo>
                    <a:pt x="889" y="1623"/>
                  </a:lnTo>
                  <a:lnTo>
                    <a:pt x="541" y="812"/>
                  </a:lnTo>
                  <a:lnTo>
                    <a:pt x="348" y="426"/>
                  </a:lnTo>
                  <a:lnTo>
                    <a:pt x="155" y="39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"/>
            <p:cNvSpPr/>
            <p:nvPr/>
          </p:nvSpPr>
          <p:spPr>
            <a:xfrm>
              <a:off x="2923775" y="3946900"/>
              <a:ext cx="335975" cy="782925"/>
            </a:xfrm>
            <a:custGeom>
              <a:avLst/>
              <a:gdLst/>
              <a:ahLst/>
              <a:cxnLst/>
              <a:rect l="l" t="t" r="r" b="b"/>
              <a:pathLst>
                <a:path w="13439" h="31317" extrusionOk="0">
                  <a:moveTo>
                    <a:pt x="6488" y="386"/>
                  </a:moveTo>
                  <a:lnTo>
                    <a:pt x="6526" y="464"/>
                  </a:lnTo>
                  <a:lnTo>
                    <a:pt x="7144" y="2008"/>
                  </a:lnTo>
                  <a:lnTo>
                    <a:pt x="7685" y="3553"/>
                  </a:lnTo>
                  <a:lnTo>
                    <a:pt x="8226" y="5136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1"/>
                  </a:lnTo>
                  <a:lnTo>
                    <a:pt x="7530" y="7337"/>
                  </a:lnTo>
                  <a:lnTo>
                    <a:pt x="7222" y="7453"/>
                  </a:lnTo>
                  <a:lnTo>
                    <a:pt x="6913" y="7530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0"/>
                  </a:lnTo>
                  <a:lnTo>
                    <a:pt x="5522" y="7492"/>
                  </a:lnTo>
                  <a:lnTo>
                    <a:pt x="4866" y="7337"/>
                  </a:lnTo>
                  <a:lnTo>
                    <a:pt x="4210" y="7105"/>
                  </a:lnTo>
                  <a:lnTo>
                    <a:pt x="3592" y="6874"/>
                  </a:lnTo>
                  <a:lnTo>
                    <a:pt x="3862" y="6024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3"/>
                  </a:lnTo>
                  <a:lnTo>
                    <a:pt x="5214" y="2742"/>
                  </a:lnTo>
                  <a:lnTo>
                    <a:pt x="5600" y="1931"/>
                  </a:lnTo>
                  <a:lnTo>
                    <a:pt x="6024" y="1159"/>
                  </a:lnTo>
                  <a:lnTo>
                    <a:pt x="6488" y="386"/>
                  </a:lnTo>
                  <a:close/>
                  <a:moveTo>
                    <a:pt x="8805" y="7028"/>
                  </a:moveTo>
                  <a:lnTo>
                    <a:pt x="9230" y="8418"/>
                  </a:lnTo>
                  <a:lnTo>
                    <a:pt x="9577" y="9847"/>
                  </a:lnTo>
                  <a:lnTo>
                    <a:pt x="9847" y="11083"/>
                  </a:lnTo>
                  <a:lnTo>
                    <a:pt x="10079" y="12357"/>
                  </a:lnTo>
                  <a:lnTo>
                    <a:pt x="10233" y="13631"/>
                  </a:lnTo>
                  <a:lnTo>
                    <a:pt x="10388" y="14906"/>
                  </a:lnTo>
                  <a:lnTo>
                    <a:pt x="10465" y="16180"/>
                  </a:lnTo>
                  <a:lnTo>
                    <a:pt x="10504" y="16836"/>
                  </a:lnTo>
                  <a:lnTo>
                    <a:pt x="10504" y="17493"/>
                  </a:lnTo>
                  <a:lnTo>
                    <a:pt x="10504" y="18188"/>
                  </a:lnTo>
                  <a:lnTo>
                    <a:pt x="10427" y="18844"/>
                  </a:lnTo>
                  <a:lnTo>
                    <a:pt x="10311" y="19462"/>
                  </a:lnTo>
                  <a:lnTo>
                    <a:pt x="10118" y="20080"/>
                  </a:lnTo>
                  <a:lnTo>
                    <a:pt x="9886" y="20659"/>
                  </a:lnTo>
                  <a:lnTo>
                    <a:pt x="9538" y="21161"/>
                  </a:lnTo>
                  <a:lnTo>
                    <a:pt x="9384" y="21393"/>
                  </a:lnTo>
                  <a:lnTo>
                    <a:pt x="9152" y="21586"/>
                  </a:lnTo>
                  <a:lnTo>
                    <a:pt x="8959" y="21779"/>
                  </a:lnTo>
                  <a:lnTo>
                    <a:pt x="8728" y="21972"/>
                  </a:lnTo>
                  <a:lnTo>
                    <a:pt x="8496" y="22127"/>
                  </a:lnTo>
                  <a:lnTo>
                    <a:pt x="8226" y="22242"/>
                  </a:lnTo>
                  <a:lnTo>
                    <a:pt x="7955" y="22358"/>
                  </a:lnTo>
                  <a:lnTo>
                    <a:pt x="7685" y="22435"/>
                  </a:lnTo>
                  <a:lnTo>
                    <a:pt x="7415" y="22474"/>
                  </a:lnTo>
                  <a:lnTo>
                    <a:pt x="6797" y="22474"/>
                  </a:lnTo>
                  <a:lnTo>
                    <a:pt x="6488" y="22435"/>
                  </a:lnTo>
                  <a:lnTo>
                    <a:pt x="5909" y="22281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4"/>
                  </a:lnTo>
                  <a:lnTo>
                    <a:pt x="4094" y="20929"/>
                  </a:lnTo>
                  <a:lnTo>
                    <a:pt x="3785" y="20466"/>
                  </a:lnTo>
                  <a:lnTo>
                    <a:pt x="3476" y="19964"/>
                  </a:lnTo>
                  <a:lnTo>
                    <a:pt x="3244" y="19424"/>
                  </a:lnTo>
                  <a:lnTo>
                    <a:pt x="3051" y="18883"/>
                  </a:lnTo>
                  <a:lnTo>
                    <a:pt x="2897" y="18342"/>
                  </a:lnTo>
                  <a:lnTo>
                    <a:pt x="2781" y="17802"/>
                  </a:lnTo>
                  <a:lnTo>
                    <a:pt x="2704" y="17222"/>
                  </a:lnTo>
                  <a:lnTo>
                    <a:pt x="2588" y="16103"/>
                  </a:lnTo>
                  <a:lnTo>
                    <a:pt x="2511" y="14944"/>
                  </a:lnTo>
                  <a:lnTo>
                    <a:pt x="2511" y="13747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2"/>
                  </a:lnTo>
                  <a:lnTo>
                    <a:pt x="3128" y="8689"/>
                  </a:lnTo>
                  <a:lnTo>
                    <a:pt x="3283" y="7916"/>
                  </a:lnTo>
                  <a:lnTo>
                    <a:pt x="3515" y="7183"/>
                  </a:lnTo>
                  <a:lnTo>
                    <a:pt x="4132" y="7453"/>
                  </a:lnTo>
                  <a:lnTo>
                    <a:pt x="4827" y="7685"/>
                  </a:lnTo>
                  <a:lnTo>
                    <a:pt x="5522" y="7839"/>
                  </a:lnTo>
                  <a:lnTo>
                    <a:pt x="5909" y="7916"/>
                  </a:lnTo>
                  <a:lnTo>
                    <a:pt x="6256" y="7916"/>
                  </a:lnTo>
                  <a:lnTo>
                    <a:pt x="6604" y="7955"/>
                  </a:lnTo>
                  <a:lnTo>
                    <a:pt x="6990" y="7916"/>
                  </a:lnTo>
                  <a:lnTo>
                    <a:pt x="7299" y="7878"/>
                  </a:lnTo>
                  <a:lnTo>
                    <a:pt x="7646" y="7762"/>
                  </a:lnTo>
                  <a:lnTo>
                    <a:pt x="7955" y="7646"/>
                  </a:lnTo>
                  <a:lnTo>
                    <a:pt x="8264" y="7492"/>
                  </a:lnTo>
                  <a:lnTo>
                    <a:pt x="8573" y="7260"/>
                  </a:lnTo>
                  <a:lnTo>
                    <a:pt x="8805" y="7028"/>
                  </a:lnTo>
                  <a:close/>
                  <a:moveTo>
                    <a:pt x="8650" y="22474"/>
                  </a:moveTo>
                  <a:lnTo>
                    <a:pt x="8766" y="22822"/>
                  </a:lnTo>
                  <a:lnTo>
                    <a:pt x="8921" y="23169"/>
                  </a:lnTo>
                  <a:lnTo>
                    <a:pt x="8496" y="23401"/>
                  </a:lnTo>
                  <a:lnTo>
                    <a:pt x="8071" y="23555"/>
                  </a:lnTo>
                  <a:lnTo>
                    <a:pt x="7608" y="23633"/>
                  </a:lnTo>
                  <a:lnTo>
                    <a:pt x="7144" y="23671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2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4"/>
                  </a:lnTo>
                  <a:lnTo>
                    <a:pt x="5870" y="22629"/>
                  </a:lnTo>
                  <a:lnTo>
                    <a:pt x="6256" y="22783"/>
                  </a:lnTo>
                  <a:lnTo>
                    <a:pt x="6681" y="22860"/>
                  </a:lnTo>
                  <a:lnTo>
                    <a:pt x="7067" y="22899"/>
                  </a:lnTo>
                  <a:lnTo>
                    <a:pt x="7453" y="22860"/>
                  </a:lnTo>
                  <a:lnTo>
                    <a:pt x="7878" y="22822"/>
                  </a:lnTo>
                  <a:lnTo>
                    <a:pt x="8264" y="22667"/>
                  </a:lnTo>
                  <a:lnTo>
                    <a:pt x="8650" y="22474"/>
                  </a:lnTo>
                  <a:close/>
                  <a:moveTo>
                    <a:pt x="10890" y="16798"/>
                  </a:moveTo>
                  <a:lnTo>
                    <a:pt x="11392" y="17261"/>
                  </a:lnTo>
                  <a:lnTo>
                    <a:pt x="11933" y="17647"/>
                  </a:lnTo>
                  <a:lnTo>
                    <a:pt x="12512" y="18033"/>
                  </a:lnTo>
                  <a:lnTo>
                    <a:pt x="13091" y="18342"/>
                  </a:lnTo>
                  <a:lnTo>
                    <a:pt x="12937" y="19771"/>
                  </a:lnTo>
                  <a:lnTo>
                    <a:pt x="12821" y="21238"/>
                  </a:lnTo>
                  <a:lnTo>
                    <a:pt x="12705" y="24212"/>
                  </a:lnTo>
                  <a:lnTo>
                    <a:pt x="11894" y="23594"/>
                  </a:lnTo>
                  <a:lnTo>
                    <a:pt x="11044" y="23015"/>
                  </a:lnTo>
                  <a:lnTo>
                    <a:pt x="10813" y="22860"/>
                  </a:lnTo>
                  <a:lnTo>
                    <a:pt x="10620" y="22667"/>
                  </a:lnTo>
                  <a:lnTo>
                    <a:pt x="10581" y="22590"/>
                  </a:lnTo>
                  <a:lnTo>
                    <a:pt x="10542" y="22435"/>
                  </a:lnTo>
                  <a:lnTo>
                    <a:pt x="10542" y="22127"/>
                  </a:lnTo>
                  <a:lnTo>
                    <a:pt x="10542" y="21393"/>
                  </a:lnTo>
                  <a:lnTo>
                    <a:pt x="10504" y="20659"/>
                  </a:lnTo>
                  <a:lnTo>
                    <a:pt x="10504" y="20582"/>
                  </a:lnTo>
                  <a:lnTo>
                    <a:pt x="10465" y="20543"/>
                  </a:lnTo>
                  <a:lnTo>
                    <a:pt x="10388" y="20466"/>
                  </a:lnTo>
                  <a:lnTo>
                    <a:pt x="10542" y="19964"/>
                  </a:lnTo>
                  <a:lnTo>
                    <a:pt x="10697" y="19424"/>
                  </a:lnTo>
                  <a:lnTo>
                    <a:pt x="10774" y="18883"/>
                  </a:lnTo>
                  <a:lnTo>
                    <a:pt x="10851" y="18304"/>
                  </a:lnTo>
                  <a:lnTo>
                    <a:pt x="10890" y="17570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4"/>
                  </a:lnTo>
                  <a:lnTo>
                    <a:pt x="6140" y="23826"/>
                  </a:lnTo>
                  <a:lnTo>
                    <a:pt x="6642" y="23941"/>
                  </a:lnTo>
                  <a:lnTo>
                    <a:pt x="7144" y="23980"/>
                  </a:lnTo>
                  <a:lnTo>
                    <a:pt x="7646" y="23980"/>
                  </a:lnTo>
                  <a:lnTo>
                    <a:pt x="8148" y="23864"/>
                  </a:lnTo>
                  <a:lnTo>
                    <a:pt x="8612" y="23710"/>
                  </a:lnTo>
                  <a:lnTo>
                    <a:pt x="9075" y="23439"/>
                  </a:lnTo>
                  <a:lnTo>
                    <a:pt x="9384" y="23903"/>
                  </a:lnTo>
                  <a:lnTo>
                    <a:pt x="8843" y="24173"/>
                  </a:lnTo>
                  <a:lnTo>
                    <a:pt x="8303" y="24366"/>
                  </a:lnTo>
                  <a:lnTo>
                    <a:pt x="7762" y="24482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3"/>
                  </a:lnTo>
                  <a:lnTo>
                    <a:pt x="5561" y="24289"/>
                  </a:lnTo>
                  <a:lnTo>
                    <a:pt x="4982" y="24096"/>
                  </a:lnTo>
                  <a:lnTo>
                    <a:pt x="5059" y="23903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7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2"/>
                  </a:lnTo>
                  <a:lnTo>
                    <a:pt x="2974" y="19771"/>
                  </a:lnTo>
                  <a:lnTo>
                    <a:pt x="3244" y="20312"/>
                  </a:lnTo>
                  <a:lnTo>
                    <a:pt x="3244" y="20350"/>
                  </a:lnTo>
                  <a:lnTo>
                    <a:pt x="3206" y="21200"/>
                  </a:lnTo>
                  <a:lnTo>
                    <a:pt x="3244" y="22049"/>
                  </a:lnTo>
                  <a:lnTo>
                    <a:pt x="3283" y="22358"/>
                  </a:lnTo>
                  <a:lnTo>
                    <a:pt x="3321" y="22706"/>
                  </a:lnTo>
                  <a:lnTo>
                    <a:pt x="3321" y="23053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8"/>
                  </a:lnTo>
                  <a:lnTo>
                    <a:pt x="3051" y="23633"/>
                  </a:lnTo>
                  <a:lnTo>
                    <a:pt x="2704" y="23903"/>
                  </a:lnTo>
                  <a:lnTo>
                    <a:pt x="2009" y="24405"/>
                  </a:lnTo>
                  <a:lnTo>
                    <a:pt x="773" y="25409"/>
                  </a:lnTo>
                  <a:lnTo>
                    <a:pt x="811" y="24675"/>
                  </a:lnTo>
                  <a:lnTo>
                    <a:pt x="850" y="23941"/>
                  </a:lnTo>
                  <a:lnTo>
                    <a:pt x="811" y="23169"/>
                  </a:lnTo>
                  <a:lnTo>
                    <a:pt x="773" y="22435"/>
                  </a:lnTo>
                  <a:lnTo>
                    <a:pt x="657" y="21238"/>
                  </a:lnTo>
                  <a:lnTo>
                    <a:pt x="503" y="20466"/>
                  </a:lnTo>
                  <a:lnTo>
                    <a:pt x="425" y="20080"/>
                  </a:lnTo>
                  <a:lnTo>
                    <a:pt x="464" y="19694"/>
                  </a:lnTo>
                  <a:lnTo>
                    <a:pt x="503" y="19655"/>
                  </a:lnTo>
                  <a:lnTo>
                    <a:pt x="541" y="19578"/>
                  </a:lnTo>
                  <a:lnTo>
                    <a:pt x="541" y="19539"/>
                  </a:lnTo>
                  <a:lnTo>
                    <a:pt x="541" y="19462"/>
                  </a:lnTo>
                  <a:lnTo>
                    <a:pt x="1429" y="18420"/>
                  </a:lnTo>
                  <a:lnTo>
                    <a:pt x="2356" y="17377"/>
                  </a:lnTo>
                  <a:close/>
                  <a:moveTo>
                    <a:pt x="8148" y="24830"/>
                  </a:moveTo>
                  <a:lnTo>
                    <a:pt x="8148" y="25061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7"/>
                  </a:lnTo>
                  <a:lnTo>
                    <a:pt x="7878" y="25216"/>
                  </a:lnTo>
                  <a:lnTo>
                    <a:pt x="7839" y="25293"/>
                  </a:lnTo>
                  <a:lnTo>
                    <a:pt x="7839" y="25370"/>
                  </a:lnTo>
                  <a:lnTo>
                    <a:pt x="7994" y="25872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59"/>
                  </a:lnTo>
                  <a:lnTo>
                    <a:pt x="8148" y="28961"/>
                  </a:lnTo>
                  <a:lnTo>
                    <a:pt x="8071" y="29502"/>
                  </a:lnTo>
                  <a:lnTo>
                    <a:pt x="7762" y="29193"/>
                  </a:lnTo>
                  <a:lnTo>
                    <a:pt x="7453" y="28884"/>
                  </a:lnTo>
                  <a:lnTo>
                    <a:pt x="7260" y="28537"/>
                  </a:lnTo>
                  <a:lnTo>
                    <a:pt x="7067" y="28189"/>
                  </a:lnTo>
                  <a:lnTo>
                    <a:pt x="6951" y="27803"/>
                  </a:lnTo>
                  <a:lnTo>
                    <a:pt x="6874" y="27417"/>
                  </a:lnTo>
                  <a:lnTo>
                    <a:pt x="6835" y="26953"/>
                  </a:lnTo>
                  <a:lnTo>
                    <a:pt x="6835" y="26490"/>
                  </a:lnTo>
                  <a:lnTo>
                    <a:pt x="6874" y="26104"/>
                  </a:lnTo>
                  <a:lnTo>
                    <a:pt x="6874" y="25756"/>
                  </a:lnTo>
                  <a:lnTo>
                    <a:pt x="6835" y="25602"/>
                  </a:lnTo>
                  <a:lnTo>
                    <a:pt x="6758" y="25486"/>
                  </a:lnTo>
                  <a:lnTo>
                    <a:pt x="6642" y="25370"/>
                  </a:lnTo>
                  <a:lnTo>
                    <a:pt x="6488" y="25293"/>
                  </a:lnTo>
                  <a:lnTo>
                    <a:pt x="6604" y="25100"/>
                  </a:lnTo>
                  <a:lnTo>
                    <a:pt x="6720" y="24984"/>
                  </a:lnTo>
                  <a:lnTo>
                    <a:pt x="7106" y="24984"/>
                  </a:lnTo>
                  <a:lnTo>
                    <a:pt x="7453" y="24945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4"/>
                  </a:lnTo>
                  <a:lnTo>
                    <a:pt x="9500" y="25409"/>
                  </a:lnTo>
                  <a:lnTo>
                    <a:pt x="9809" y="25795"/>
                  </a:lnTo>
                  <a:lnTo>
                    <a:pt x="10118" y="26258"/>
                  </a:lnTo>
                  <a:lnTo>
                    <a:pt x="9847" y="26220"/>
                  </a:lnTo>
                  <a:lnTo>
                    <a:pt x="9616" y="26104"/>
                  </a:lnTo>
                  <a:lnTo>
                    <a:pt x="9423" y="25949"/>
                  </a:lnTo>
                  <a:lnTo>
                    <a:pt x="9230" y="25756"/>
                  </a:lnTo>
                  <a:lnTo>
                    <a:pt x="9191" y="25679"/>
                  </a:lnTo>
                  <a:lnTo>
                    <a:pt x="8998" y="25679"/>
                  </a:lnTo>
                  <a:lnTo>
                    <a:pt x="8959" y="25718"/>
                  </a:lnTo>
                  <a:lnTo>
                    <a:pt x="8921" y="25795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0"/>
                  </a:lnTo>
                  <a:lnTo>
                    <a:pt x="9423" y="27069"/>
                  </a:lnTo>
                  <a:lnTo>
                    <a:pt x="9500" y="27378"/>
                  </a:lnTo>
                  <a:lnTo>
                    <a:pt x="9538" y="27687"/>
                  </a:lnTo>
                  <a:lnTo>
                    <a:pt x="9538" y="27996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79"/>
                  </a:lnTo>
                  <a:lnTo>
                    <a:pt x="9230" y="29888"/>
                  </a:lnTo>
                  <a:lnTo>
                    <a:pt x="9075" y="30158"/>
                  </a:lnTo>
                  <a:lnTo>
                    <a:pt x="8921" y="30429"/>
                  </a:lnTo>
                  <a:lnTo>
                    <a:pt x="8728" y="30660"/>
                  </a:lnTo>
                  <a:lnTo>
                    <a:pt x="8534" y="30776"/>
                  </a:lnTo>
                  <a:lnTo>
                    <a:pt x="8341" y="30853"/>
                  </a:lnTo>
                  <a:lnTo>
                    <a:pt x="8187" y="30853"/>
                  </a:lnTo>
                  <a:lnTo>
                    <a:pt x="7994" y="30776"/>
                  </a:lnTo>
                  <a:lnTo>
                    <a:pt x="7839" y="30699"/>
                  </a:lnTo>
                  <a:lnTo>
                    <a:pt x="7685" y="30583"/>
                  </a:lnTo>
                  <a:lnTo>
                    <a:pt x="7376" y="30274"/>
                  </a:lnTo>
                  <a:lnTo>
                    <a:pt x="6874" y="29772"/>
                  </a:lnTo>
                  <a:lnTo>
                    <a:pt x="6681" y="29502"/>
                  </a:lnTo>
                  <a:lnTo>
                    <a:pt x="6488" y="29193"/>
                  </a:lnTo>
                  <a:lnTo>
                    <a:pt x="6295" y="28846"/>
                  </a:lnTo>
                  <a:lnTo>
                    <a:pt x="6102" y="28459"/>
                  </a:lnTo>
                  <a:lnTo>
                    <a:pt x="5986" y="28073"/>
                  </a:lnTo>
                  <a:lnTo>
                    <a:pt x="5909" y="27687"/>
                  </a:lnTo>
                  <a:lnTo>
                    <a:pt x="5870" y="27262"/>
                  </a:lnTo>
                  <a:lnTo>
                    <a:pt x="5870" y="26876"/>
                  </a:lnTo>
                  <a:lnTo>
                    <a:pt x="5909" y="26490"/>
                  </a:lnTo>
                  <a:lnTo>
                    <a:pt x="6024" y="26065"/>
                  </a:lnTo>
                  <a:lnTo>
                    <a:pt x="6024" y="25949"/>
                  </a:lnTo>
                  <a:lnTo>
                    <a:pt x="5947" y="25911"/>
                  </a:lnTo>
                  <a:lnTo>
                    <a:pt x="5870" y="25872"/>
                  </a:lnTo>
                  <a:lnTo>
                    <a:pt x="5793" y="25872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7"/>
                  </a:lnTo>
                  <a:lnTo>
                    <a:pt x="5445" y="25100"/>
                  </a:lnTo>
                  <a:lnTo>
                    <a:pt x="5716" y="24752"/>
                  </a:lnTo>
                  <a:lnTo>
                    <a:pt x="6102" y="24868"/>
                  </a:lnTo>
                  <a:lnTo>
                    <a:pt x="6488" y="24945"/>
                  </a:lnTo>
                  <a:lnTo>
                    <a:pt x="6333" y="25100"/>
                  </a:lnTo>
                  <a:lnTo>
                    <a:pt x="6179" y="25293"/>
                  </a:lnTo>
                  <a:lnTo>
                    <a:pt x="6179" y="25370"/>
                  </a:lnTo>
                  <a:lnTo>
                    <a:pt x="6179" y="25447"/>
                  </a:lnTo>
                  <a:lnTo>
                    <a:pt x="6256" y="25486"/>
                  </a:lnTo>
                  <a:lnTo>
                    <a:pt x="6295" y="25486"/>
                  </a:lnTo>
                  <a:lnTo>
                    <a:pt x="6372" y="25525"/>
                  </a:lnTo>
                  <a:lnTo>
                    <a:pt x="6449" y="25602"/>
                  </a:lnTo>
                  <a:lnTo>
                    <a:pt x="6526" y="25795"/>
                  </a:lnTo>
                  <a:lnTo>
                    <a:pt x="6565" y="26104"/>
                  </a:lnTo>
                  <a:lnTo>
                    <a:pt x="6604" y="26451"/>
                  </a:lnTo>
                  <a:lnTo>
                    <a:pt x="6604" y="27146"/>
                  </a:lnTo>
                  <a:lnTo>
                    <a:pt x="6604" y="27610"/>
                  </a:lnTo>
                  <a:lnTo>
                    <a:pt x="6681" y="28073"/>
                  </a:lnTo>
                  <a:lnTo>
                    <a:pt x="6835" y="28498"/>
                  </a:lnTo>
                  <a:lnTo>
                    <a:pt x="7067" y="28923"/>
                  </a:lnTo>
                  <a:lnTo>
                    <a:pt x="7376" y="29309"/>
                  </a:lnTo>
                  <a:lnTo>
                    <a:pt x="7569" y="29463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49"/>
                  </a:lnTo>
                  <a:lnTo>
                    <a:pt x="8264" y="29849"/>
                  </a:lnTo>
                  <a:lnTo>
                    <a:pt x="8303" y="29811"/>
                  </a:lnTo>
                  <a:lnTo>
                    <a:pt x="8303" y="29734"/>
                  </a:lnTo>
                  <a:lnTo>
                    <a:pt x="8303" y="29695"/>
                  </a:lnTo>
                  <a:lnTo>
                    <a:pt x="8303" y="29656"/>
                  </a:lnTo>
                  <a:lnTo>
                    <a:pt x="8419" y="29154"/>
                  </a:lnTo>
                  <a:lnTo>
                    <a:pt x="8496" y="28614"/>
                  </a:lnTo>
                  <a:lnTo>
                    <a:pt x="8534" y="28112"/>
                  </a:lnTo>
                  <a:lnTo>
                    <a:pt x="8534" y="27571"/>
                  </a:lnTo>
                  <a:lnTo>
                    <a:pt x="8534" y="27069"/>
                  </a:lnTo>
                  <a:lnTo>
                    <a:pt x="8457" y="26567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6"/>
                  </a:lnTo>
                  <a:lnTo>
                    <a:pt x="8650" y="25409"/>
                  </a:lnTo>
                  <a:lnTo>
                    <a:pt x="8650" y="25370"/>
                  </a:lnTo>
                  <a:lnTo>
                    <a:pt x="8612" y="25293"/>
                  </a:lnTo>
                  <a:lnTo>
                    <a:pt x="8380" y="24791"/>
                  </a:lnTo>
                  <a:lnTo>
                    <a:pt x="8805" y="24637"/>
                  </a:lnTo>
                  <a:close/>
                  <a:moveTo>
                    <a:pt x="6449" y="0"/>
                  </a:moveTo>
                  <a:lnTo>
                    <a:pt x="6411" y="39"/>
                  </a:lnTo>
                  <a:lnTo>
                    <a:pt x="6411" y="116"/>
                  </a:lnTo>
                  <a:lnTo>
                    <a:pt x="6333" y="116"/>
                  </a:lnTo>
                  <a:lnTo>
                    <a:pt x="6295" y="193"/>
                  </a:lnTo>
                  <a:lnTo>
                    <a:pt x="5600" y="1275"/>
                  </a:lnTo>
                  <a:lnTo>
                    <a:pt x="4943" y="2433"/>
                  </a:lnTo>
                  <a:lnTo>
                    <a:pt x="4403" y="3591"/>
                  </a:lnTo>
                  <a:lnTo>
                    <a:pt x="3901" y="4827"/>
                  </a:lnTo>
                  <a:lnTo>
                    <a:pt x="3437" y="6063"/>
                  </a:lnTo>
                  <a:lnTo>
                    <a:pt x="3090" y="7298"/>
                  </a:lnTo>
                  <a:lnTo>
                    <a:pt x="2742" y="8573"/>
                  </a:lnTo>
                  <a:lnTo>
                    <a:pt x="2511" y="9847"/>
                  </a:lnTo>
                  <a:lnTo>
                    <a:pt x="2317" y="11160"/>
                  </a:lnTo>
                  <a:lnTo>
                    <a:pt x="2202" y="12473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8"/>
                  </a:lnTo>
                  <a:lnTo>
                    <a:pt x="541" y="18806"/>
                  </a:lnTo>
                  <a:lnTo>
                    <a:pt x="39" y="19462"/>
                  </a:lnTo>
                  <a:lnTo>
                    <a:pt x="1" y="19501"/>
                  </a:lnTo>
                  <a:lnTo>
                    <a:pt x="1" y="19578"/>
                  </a:lnTo>
                  <a:lnTo>
                    <a:pt x="78" y="19694"/>
                  </a:lnTo>
                  <a:lnTo>
                    <a:pt x="39" y="19964"/>
                  </a:lnTo>
                  <a:lnTo>
                    <a:pt x="39" y="20273"/>
                  </a:lnTo>
                  <a:lnTo>
                    <a:pt x="39" y="20543"/>
                  </a:lnTo>
                  <a:lnTo>
                    <a:pt x="78" y="20852"/>
                  </a:lnTo>
                  <a:lnTo>
                    <a:pt x="194" y="21431"/>
                  </a:lnTo>
                  <a:lnTo>
                    <a:pt x="309" y="22011"/>
                  </a:lnTo>
                  <a:lnTo>
                    <a:pt x="387" y="22899"/>
                  </a:lnTo>
                  <a:lnTo>
                    <a:pt x="425" y="23748"/>
                  </a:lnTo>
                  <a:lnTo>
                    <a:pt x="425" y="24637"/>
                  </a:lnTo>
                  <a:lnTo>
                    <a:pt x="387" y="25486"/>
                  </a:lnTo>
                  <a:lnTo>
                    <a:pt x="387" y="25602"/>
                  </a:lnTo>
                  <a:lnTo>
                    <a:pt x="464" y="25640"/>
                  </a:lnTo>
                  <a:lnTo>
                    <a:pt x="503" y="25679"/>
                  </a:lnTo>
                  <a:lnTo>
                    <a:pt x="580" y="25679"/>
                  </a:lnTo>
                  <a:lnTo>
                    <a:pt x="618" y="25756"/>
                  </a:lnTo>
                  <a:lnTo>
                    <a:pt x="696" y="25795"/>
                  </a:lnTo>
                  <a:lnTo>
                    <a:pt x="811" y="25795"/>
                  </a:lnTo>
                  <a:lnTo>
                    <a:pt x="1584" y="25254"/>
                  </a:lnTo>
                  <a:lnTo>
                    <a:pt x="2279" y="24714"/>
                  </a:lnTo>
                  <a:lnTo>
                    <a:pt x="3746" y="23594"/>
                  </a:lnTo>
                  <a:lnTo>
                    <a:pt x="3785" y="23478"/>
                  </a:lnTo>
                  <a:lnTo>
                    <a:pt x="3785" y="23362"/>
                  </a:lnTo>
                  <a:lnTo>
                    <a:pt x="3630" y="22088"/>
                  </a:lnTo>
                  <a:lnTo>
                    <a:pt x="3592" y="20814"/>
                  </a:lnTo>
                  <a:lnTo>
                    <a:pt x="3939" y="21277"/>
                  </a:lnTo>
                  <a:lnTo>
                    <a:pt x="4364" y="21663"/>
                  </a:lnTo>
                  <a:lnTo>
                    <a:pt x="4789" y="22049"/>
                  </a:lnTo>
                  <a:lnTo>
                    <a:pt x="5252" y="22358"/>
                  </a:lnTo>
                  <a:lnTo>
                    <a:pt x="5059" y="22744"/>
                  </a:lnTo>
                  <a:lnTo>
                    <a:pt x="4866" y="23169"/>
                  </a:lnTo>
                  <a:lnTo>
                    <a:pt x="4712" y="23633"/>
                  </a:lnTo>
                  <a:lnTo>
                    <a:pt x="4673" y="23864"/>
                  </a:lnTo>
                  <a:lnTo>
                    <a:pt x="4712" y="24096"/>
                  </a:lnTo>
                  <a:lnTo>
                    <a:pt x="4750" y="24173"/>
                  </a:lnTo>
                  <a:lnTo>
                    <a:pt x="4789" y="24212"/>
                  </a:lnTo>
                  <a:lnTo>
                    <a:pt x="4827" y="24250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5"/>
                  </a:lnTo>
                  <a:lnTo>
                    <a:pt x="5329" y="24868"/>
                  </a:lnTo>
                  <a:lnTo>
                    <a:pt x="5175" y="25061"/>
                  </a:lnTo>
                  <a:lnTo>
                    <a:pt x="5020" y="25254"/>
                  </a:lnTo>
                  <a:lnTo>
                    <a:pt x="4905" y="25486"/>
                  </a:lnTo>
                  <a:lnTo>
                    <a:pt x="4827" y="25718"/>
                  </a:lnTo>
                  <a:lnTo>
                    <a:pt x="4750" y="25949"/>
                  </a:lnTo>
                  <a:lnTo>
                    <a:pt x="4712" y="26220"/>
                  </a:lnTo>
                  <a:lnTo>
                    <a:pt x="4712" y="26490"/>
                  </a:lnTo>
                  <a:lnTo>
                    <a:pt x="4712" y="26567"/>
                  </a:lnTo>
                  <a:lnTo>
                    <a:pt x="4789" y="26644"/>
                  </a:lnTo>
                  <a:lnTo>
                    <a:pt x="4943" y="26644"/>
                  </a:lnTo>
                  <a:lnTo>
                    <a:pt x="5638" y="26297"/>
                  </a:lnTo>
                  <a:lnTo>
                    <a:pt x="5638" y="26297"/>
                  </a:lnTo>
                  <a:lnTo>
                    <a:pt x="5561" y="26722"/>
                  </a:lnTo>
                  <a:lnTo>
                    <a:pt x="5561" y="27146"/>
                  </a:lnTo>
                  <a:lnTo>
                    <a:pt x="5561" y="27533"/>
                  </a:lnTo>
                  <a:lnTo>
                    <a:pt x="5638" y="27957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6"/>
                  </a:lnTo>
                  <a:lnTo>
                    <a:pt x="6256" y="29463"/>
                  </a:lnTo>
                  <a:lnTo>
                    <a:pt x="6642" y="30004"/>
                  </a:lnTo>
                  <a:lnTo>
                    <a:pt x="6913" y="30351"/>
                  </a:lnTo>
                  <a:lnTo>
                    <a:pt x="7183" y="30660"/>
                  </a:lnTo>
                  <a:lnTo>
                    <a:pt x="7530" y="30969"/>
                  </a:lnTo>
                  <a:lnTo>
                    <a:pt x="7839" y="31162"/>
                  </a:lnTo>
                  <a:lnTo>
                    <a:pt x="7994" y="31240"/>
                  </a:lnTo>
                  <a:lnTo>
                    <a:pt x="8148" y="31317"/>
                  </a:lnTo>
                  <a:lnTo>
                    <a:pt x="8303" y="31317"/>
                  </a:lnTo>
                  <a:lnTo>
                    <a:pt x="8457" y="31278"/>
                  </a:lnTo>
                  <a:lnTo>
                    <a:pt x="8612" y="31240"/>
                  </a:lnTo>
                  <a:lnTo>
                    <a:pt x="8766" y="31162"/>
                  </a:lnTo>
                  <a:lnTo>
                    <a:pt x="8998" y="30892"/>
                  </a:lnTo>
                  <a:lnTo>
                    <a:pt x="9230" y="30583"/>
                  </a:lnTo>
                  <a:lnTo>
                    <a:pt x="9423" y="30236"/>
                  </a:lnTo>
                  <a:lnTo>
                    <a:pt x="9577" y="29849"/>
                  </a:lnTo>
                  <a:lnTo>
                    <a:pt x="9693" y="29463"/>
                  </a:lnTo>
                  <a:lnTo>
                    <a:pt x="9847" y="28807"/>
                  </a:lnTo>
                  <a:lnTo>
                    <a:pt x="9886" y="28228"/>
                  </a:lnTo>
                  <a:lnTo>
                    <a:pt x="9847" y="27610"/>
                  </a:lnTo>
                  <a:lnTo>
                    <a:pt x="9770" y="27031"/>
                  </a:lnTo>
                  <a:lnTo>
                    <a:pt x="9577" y="26490"/>
                  </a:lnTo>
                  <a:lnTo>
                    <a:pt x="9770" y="26529"/>
                  </a:lnTo>
                  <a:lnTo>
                    <a:pt x="9963" y="26567"/>
                  </a:lnTo>
                  <a:lnTo>
                    <a:pt x="10156" y="26606"/>
                  </a:lnTo>
                  <a:lnTo>
                    <a:pt x="10388" y="26606"/>
                  </a:lnTo>
                  <a:lnTo>
                    <a:pt x="10465" y="26567"/>
                  </a:lnTo>
                  <a:lnTo>
                    <a:pt x="10542" y="26529"/>
                  </a:lnTo>
                  <a:lnTo>
                    <a:pt x="10542" y="26451"/>
                  </a:lnTo>
                  <a:lnTo>
                    <a:pt x="10542" y="26336"/>
                  </a:lnTo>
                  <a:lnTo>
                    <a:pt x="10233" y="25834"/>
                  </a:lnTo>
                  <a:lnTo>
                    <a:pt x="9925" y="25332"/>
                  </a:lnTo>
                  <a:lnTo>
                    <a:pt x="9538" y="24868"/>
                  </a:lnTo>
                  <a:lnTo>
                    <a:pt x="9114" y="24482"/>
                  </a:lnTo>
                  <a:lnTo>
                    <a:pt x="9616" y="24135"/>
                  </a:lnTo>
                  <a:lnTo>
                    <a:pt x="9693" y="24057"/>
                  </a:lnTo>
                  <a:lnTo>
                    <a:pt x="9732" y="23980"/>
                  </a:lnTo>
                  <a:lnTo>
                    <a:pt x="9770" y="23941"/>
                  </a:lnTo>
                  <a:lnTo>
                    <a:pt x="9732" y="23864"/>
                  </a:lnTo>
                  <a:lnTo>
                    <a:pt x="9307" y="23092"/>
                  </a:lnTo>
                  <a:lnTo>
                    <a:pt x="9114" y="22706"/>
                  </a:lnTo>
                  <a:lnTo>
                    <a:pt x="8959" y="22281"/>
                  </a:lnTo>
                  <a:lnTo>
                    <a:pt x="9114" y="22204"/>
                  </a:lnTo>
                  <a:lnTo>
                    <a:pt x="9423" y="21933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8"/>
                  </a:lnTo>
                  <a:lnTo>
                    <a:pt x="10118" y="21895"/>
                  </a:lnTo>
                  <a:lnTo>
                    <a:pt x="10040" y="22822"/>
                  </a:lnTo>
                  <a:lnTo>
                    <a:pt x="10079" y="22899"/>
                  </a:lnTo>
                  <a:lnTo>
                    <a:pt x="10156" y="22976"/>
                  </a:lnTo>
                  <a:lnTo>
                    <a:pt x="10813" y="23401"/>
                  </a:lnTo>
                  <a:lnTo>
                    <a:pt x="11469" y="23826"/>
                  </a:lnTo>
                  <a:lnTo>
                    <a:pt x="12126" y="24289"/>
                  </a:lnTo>
                  <a:lnTo>
                    <a:pt x="12743" y="24752"/>
                  </a:lnTo>
                  <a:lnTo>
                    <a:pt x="12859" y="24830"/>
                  </a:lnTo>
                  <a:lnTo>
                    <a:pt x="12975" y="24791"/>
                  </a:lnTo>
                  <a:lnTo>
                    <a:pt x="13052" y="24752"/>
                  </a:lnTo>
                  <a:lnTo>
                    <a:pt x="13091" y="24637"/>
                  </a:lnTo>
                  <a:lnTo>
                    <a:pt x="13323" y="21393"/>
                  </a:lnTo>
                  <a:lnTo>
                    <a:pt x="13400" y="19771"/>
                  </a:lnTo>
                  <a:lnTo>
                    <a:pt x="13439" y="18960"/>
                  </a:lnTo>
                  <a:lnTo>
                    <a:pt x="13400" y="18188"/>
                  </a:lnTo>
                  <a:lnTo>
                    <a:pt x="13361" y="18072"/>
                  </a:lnTo>
                  <a:lnTo>
                    <a:pt x="13323" y="18033"/>
                  </a:lnTo>
                  <a:lnTo>
                    <a:pt x="13284" y="18033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4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5" y="14558"/>
                  </a:lnTo>
                  <a:lnTo>
                    <a:pt x="10620" y="13631"/>
                  </a:lnTo>
                  <a:lnTo>
                    <a:pt x="10504" y="12705"/>
                  </a:lnTo>
                  <a:lnTo>
                    <a:pt x="10233" y="11121"/>
                  </a:lnTo>
                  <a:lnTo>
                    <a:pt x="9886" y="9538"/>
                  </a:lnTo>
                  <a:lnTo>
                    <a:pt x="9500" y="7955"/>
                  </a:lnTo>
                  <a:lnTo>
                    <a:pt x="9036" y="6410"/>
                  </a:lnTo>
                  <a:lnTo>
                    <a:pt x="8534" y="4866"/>
                  </a:lnTo>
                  <a:lnTo>
                    <a:pt x="7994" y="3321"/>
                  </a:lnTo>
                  <a:lnTo>
                    <a:pt x="7415" y="1815"/>
                  </a:lnTo>
                  <a:lnTo>
                    <a:pt x="6835" y="309"/>
                  </a:lnTo>
                  <a:lnTo>
                    <a:pt x="6797" y="232"/>
                  </a:lnTo>
                  <a:lnTo>
                    <a:pt x="6720" y="193"/>
                  </a:lnTo>
                  <a:lnTo>
                    <a:pt x="6642" y="155"/>
                  </a:lnTo>
                  <a:lnTo>
                    <a:pt x="6604" y="39"/>
                  </a:lnTo>
                  <a:lnTo>
                    <a:pt x="652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"/>
            <p:cNvSpPr/>
            <p:nvPr/>
          </p:nvSpPr>
          <p:spPr>
            <a:xfrm>
              <a:off x="6111425" y="397392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3" y="387"/>
                  </a:moveTo>
                  <a:lnTo>
                    <a:pt x="1121" y="425"/>
                  </a:lnTo>
                  <a:lnTo>
                    <a:pt x="1198" y="464"/>
                  </a:lnTo>
                  <a:lnTo>
                    <a:pt x="1237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7" y="1120"/>
                  </a:lnTo>
                  <a:lnTo>
                    <a:pt x="1159" y="1198"/>
                  </a:lnTo>
                  <a:lnTo>
                    <a:pt x="1082" y="1236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1" y="1159"/>
                  </a:lnTo>
                  <a:lnTo>
                    <a:pt x="464" y="1082"/>
                  </a:lnTo>
                  <a:lnTo>
                    <a:pt x="426" y="1004"/>
                  </a:lnTo>
                  <a:lnTo>
                    <a:pt x="387" y="889"/>
                  </a:lnTo>
                  <a:lnTo>
                    <a:pt x="387" y="773"/>
                  </a:lnTo>
                  <a:lnTo>
                    <a:pt x="464" y="580"/>
                  </a:lnTo>
                  <a:lnTo>
                    <a:pt x="541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7"/>
                  </a:lnTo>
                  <a:close/>
                  <a:moveTo>
                    <a:pt x="889" y="0"/>
                  </a:moveTo>
                  <a:lnTo>
                    <a:pt x="735" y="39"/>
                  </a:lnTo>
                  <a:lnTo>
                    <a:pt x="619" y="78"/>
                  </a:lnTo>
                  <a:lnTo>
                    <a:pt x="503" y="155"/>
                  </a:lnTo>
                  <a:lnTo>
                    <a:pt x="348" y="232"/>
                  </a:lnTo>
                  <a:lnTo>
                    <a:pt x="233" y="309"/>
                  </a:lnTo>
                  <a:lnTo>
                    <a:pt x="155" y="464"/>
                  </a:lnTo>
                  <a:lnTo>
                    <a:pt x="78" y="580"/>
                  </a:lnTo>
                  <a:lnTo>
                    <a:pt x="39" y="734"/>
                  </a:lnTo>
                  <a:lnTo>
                    <a:pt x="1" y="889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4" y="1352"/>
                  </a:lnTo>
                  <a:lnTo>
                    <a:pt x="310" y="1468"/>
                  </a:lnTo>
                  <a:lnTo>
                    <a:pt x="464" y="1584"/>
                  </a:lnTo>
                  <a:lnTo>
                    <a:pt x="657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45"/>
                  </a:lnTo>
                  <a:lnTo>
                    <a:pt x="1507" y="1429"/>
                  </a:lnTo>
                  <a:lnTo>
                    <a:pt x="1584" y="1275"/>
                  </a:lnTo>
                  <a:lnTo>
                    <a:pt x="1661" y="1120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80"/>
                  </a:lnTo>
                  <a:lnTo>
                    <a:pt x="1584" y="387"/>
                  </a:lnTo>
                  <a:lnTo>
                    <a:pt x="1507" y="271"/>
                  </a:lnTo>
                  <a:lnTo>
                    <a:pt x="1391" y="194"/>
                  </a:lnTo>
                  <a:lnTo>
                    <a:pt x="1275" y="116"/>
                  </a:lnTo>
                  <a:lnTo>
                    <a:pt x="1005" y="39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"/>
            <p:cNvSpPr/>
            <p:nvPr/>
          </p:nvSpPr>
          <p:spPr>
            <a:xfrm>
              <a:off x="5921250" y="4000950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32" y="1"/>
                  </a:moveTo>
                  <a:lnTo>
                    <a:pt x="117" y="39"/>
                  </a:lnTo>
                  <a:lnTo>
                    <a:pt x="1" y="155"/>
                  </a:lnTo>
                  <a:lnTo>
                    <a:pt x="1" y="271"/>
                  </a:lnTo>
                  <a:lnTo>
                    <a:pt x="1" y="387"/>
                  </a:lnTo>
                  <a:lnTo>
                    <a:pt x="310" y="889"/>
                  </a:lnTo>
                  <a:lnTo>
                    <a:pt x="657" y="1391"/>
                  </a:lnTo>
                  <a:lnTo>
                    <a:pt x="1005" y="1893"/>
                  </a:lnTo>
                  <a:lnTo>
                    <a:pt x="1352" y="2356"/>
                  </a:lnTo>
                  <a:lnTo>
                    <a:pt x="1777" y="2781"/>
                  </a:lnTo>
                  <a:lnTo>
                    <a:pt x="2202" y="3206"/>
                  </a:lnTo>
                  <a:lnTo>
                    <a:pt x="2665" y="3592"/>
                  </a:lnTo>
                  <a:lnTo>
                    <a:pt x="3167" y="3901"/>
                  </a:lnTo>
                  <a:lnTo>
                    <a:pt x="3515" y="3785"/>
                  </a:lnTo>
                  <a:lnTo>
                    <a:pt x="2742" y="3013"/>
                  </a:lnTo>
                  <a:lnTo>
                    <a:pt x="2009" y="2240"/>
                  </a:lnTo>
                  <a:lnTo>
                    <a:pt x="1314" y="1429"/>
                  </a:lnTo>
                  <a:lnTo>
                    <a:pt x="1005" y="1005"/>
                  </a:lnTo>
                  <a:lnTo>
                    <a:pt x="696" y="580"/>
                  </a:lnTo>
                  <a:lnTo>
                    <a:pt x="1584" y="696"/>
                  </a:lnTo>
                  <a:lnTo>
                    <a:pt x="2472" y="889"/>
                  </a:lnTo>
                  <a:lnTo>
                    <a:pt x="2974" y="1043"/>
                  </a:lnTo>
                  <a:lnTo>
                    <a:pt x="3476" y="1236"/>
                  </a:lnTo>
                  <a:lnTo>
                    <a:pt x="3978" y="1391"/>
                  </a:lnTo>
                  <a:lnTo>
                    <a:pt x="4480" y="1507"/>
                  </a:lnTo>
                  <a:lnTo>
                    <a:pt x="4557" y="1507"/>
                  </a:lnTo>
                  <a:lnTo>
                    <a:pt x="4635" y="1584"/>
                  </a:lnTo>
                  <a:lnTo>
                    <a:pt x="4789" y="1584"/>
                  </a:lnTo>
                  <a:lnTo>
                    <a:pt x="4866" y="1507"/>
                  </a:lnTo>
                  <a:lnTo>
                    <a:pt x="4943" y="1429"/>
                  </a:lnTo>
                  <a:lnTo>
                    <a:pt x="4596" y="1159"/>
                  </a:lnTo>
                  <a:lnTo>
                    <a:pt x="4133" y="889"/>
                  </a:lnTo>
                  <a:lnTo>
                    <a:pt x="3592" y="657"/>
                  </a:lnTo>
                  <a:lnTo>
                    <a:pt x="3051" y="464"/>
                  </a:lnTo>
                  <a:lnTo>
                    <a:pt x="2511" y="310"/>
                  </a:lnTo>
                  <a:lnTo>
                    <a:pt x="1893" y="194"/>
                  </a:lnTo>
                  <a:lnTo>
                    <a:pt x="1314" y="117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"/>
            <p:cNvSpPr/>
            <p:nvPr/>
          </p:nvSpPr>
          <p:spPr>
            <a:xfrm>
              <a:off x="6044825" y="4051150"/>
              <a:ext cx="126475" cy="70500"/>
            </a:xfrm>
            <a:custGeom>
              <a:avLst/>
              <a:gdLst/>
              <a:ahLst/>
              <a:cxnLst/>
              <a:rect l="l" t="t" r="r" b="b"/>
              <a:pathLst>
                <a:path w="5059" h="2820" extrusionOk="0">
                  <a:moveTo>
                    <a:pt x="4905" y="1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42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433"/>
                  </a:lnTo>
                  <a:lnTo>
                    <a:pt x="39" y="2511"/>
                  </a:lnTo>
                  <a:lnTo>
                    <a:pt x="0" y="2588"/>
                  </a:lnTo>
                  <a:lnTo>
                    <a:pt x="39" y="2704"/>
                  </a:lnTo>
                  <a:lnTo>
                    <a:pt x="116" y="2781"/>
                  </a:lnTo>
                  <a:lnTo>
                    <a:pt x="387" y="2820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95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121"/>
                  </a:lnTo>
                  <a:lnTo>
                    <a:pt x="4596" y="734"/>
                  </a:lnTo>
                  <a:lnTo>
                    <a:pt x="5059" y="348"/>
                  </a:lnTo>
                  <a:lnTo>
                    <a:pt x="490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"/>
            <p:cNvSpPr/>
            <p:nvPr/>
          </p:nvSpPr>
          <p:spPr>
            <a:xfrm>
              <a:off x="1792350" y="4089775"/>
              <a:ext cx="345650" cy="269350"/>
            </a:xfrm>
            <a:custGeom>
              <a:avLst/>
              <a:gdLst/>
              <a:ahLst/>
              <a:cxnLst/>
              <a:rect l="l" t="t" r="r" b="b"/>
              <a:pathLst>
                <a:path w="13826" h="10774" extrusionOk="0">
                  <a:moveTo>
                    <a:pt x="3438" y="1004"/>
                  </a:moveTo>
                  <a:lnTo>
                    <a:pt x="3515" y="1081"/>
                  </a:lnTo>
                  <a:lnTo>
                    <a:pt x="3631" y="1159"/>
                  </a:lnTo>
                  <a:lnTo>
                    <a:pt x="3669" y="1275"/>
                  </a:lnTo>
                  <a:lnTo>
                    <a:pt x="3669" y="1429"/>
                  </a:lnTo>
                  <a:lnTo>
                    <a:pt x="3592" y="1661"/>
                  </a:lnTo>
                  <a:lnTo>
                    <a:pt x="3515" y="1815"/>
                  </a:lnTo>
                  <a:lnTo>
                    <a:pt x="3360" y="1931"/>
                  </a:lnTo>
                  <a:lnTo>
                    <a:pt x="3167" y="1970"/>
                  </a:lnTo>
                  <a:lnTo>
                    <a:pt x="2974" y="2008"/>
                  </a:lnTo>
                  <a:lnTo>
                    <a:pt x="2781" y="2008"/>
                  </a:lnTo>
                  <a:lnTo>
                    <a:pt x="2356" y="1931"/>
                  </a:lnTo>
                  <a:lnTo>
                    <a:pt x="2395" y="1892"/>
                  </a:lnTo>
                  <a:lnTo>
                    <a:pt x="2472" y="1661"/>
                  </a:lnTo>
                  <a:lnTo>
                    <a:pt x="2588" y="1429"/>
                  </a:lnTo>
                  <a:lnTo>
                    <a:pt x="2704" y="1236"/>
                  </a:lnTo>
                  <a:lnTo>
                    <a:pt x="2897" y="1081"/>
                  </a:lnTo>
                  <a:lnTo>
                    <a:pt x="3013" y="1004"/>
                  </a:lnTo>
                  <a:close/>
                  <a:moveTo>
                    <a:pt x="1044" y="1468"/>
                  </a:moveTo>
                  <a:lnTo>
                    <a:pt x="1237" y="1545"/>
                  </a:lnTo>
                  <a:lnTo>
                    <a:pt x="1430" y="1622"/>
                  </a:lnTo>
                  <a:lnTo>
                    <a:pt x="1623" y="1777"/>
                  </a:lnTo>
                  <a:lnTo>
                    <a:pt x="1816" y="1892"/>
                  </a:lnTo>
                  <a:lnTo>
                    <a:pt x="1507" y="2201"/>
                  </a:lnTo>
                  <a:lnTo>
                    <a:pt x="1314" y="2356"/>
                  </a:lnTo>
                  <a:lnTo>
                    <a:pt x="1121" y="2433"/>
                  </a:lnTo>
                  <a:lnTo>
                    <a:pt x="966" y="2472"/>
                  </a:lnTo>
                  <a:lnTo>
                    <a:pt x="812" y="2472"/>
                  </a:lnTo>
                  <a:lnTo>
                    <a:pt x="696" y="2433"/>
                  </a:lnTo>
                  <a:lnTo>
                    <a:pt x="580" y="2394"/>
                  </a:lnTo>
                  <a:lnTo>
                    <a:pt x="464" y="2317"/>
                  </a:lnTo>
                  <a:lnTo>
                    <a:pt x="387" y="2201"/>
                  </a:lnTo>
                  <a:lnTo>
                    <a:pt x="387" y="2085"/>
                  </a:lnTo>
                  <a:lnTo>
                    <a:pt x="426" y="1892"/>
                  </a:lnTo>
                  <a:lnTo>
                    <a:pt x="503" y="1699"/>
                  </a:lnTo>
                  <a:lnTo>
                    <a:pt x="657" y="1545"/>
                  </a:lnTo>
                  <a:lnTo>
                    <a:pt x="850" y="1468"/>
                  </a:lnTo>
                  <a:close/>
                  <a:moveTo>
                    <a:pt x="4866" y="3823"/>
                  </a:moveTo>
                  <a:lnTo>
                    <a:pt x="5021" y="3862"/>
                  </a:lnTo>
                  <a:lnTo>
                    <a:pt x="5137" y="3939"/>
                  </a:lnTo>
                  <a:lnTo>
                    <a:pt x="5253" y="4055"/>
                  </a:lnTo>
                  <a:lnTo>
                    <a:pt x="5330" y="4171"/>
                  </a:lnTo>
                  <a:lnTo>
                    <a:pt x="5330" y="4325"/>
                  </a:lnTo>
                  <a:lnTo>
                    <a:pt x="5330" y="4441"/>
                  </a:lnTo>
                  <a:lnTo>
                    <a:pt x="5291" y="4557"/>
                  </a:lnTo>
                  <a:lnTo>
                    <a:pt x="5137" y="4788"/>
                  </a:lnTo>
                  <a:lnTo>
                    <a:pt x="4944" y="4982"/>
                  </a:lnTo>
                  <a:lnTo>
                    <a:pt x="4751" y="5097"/>
                  </a:lnTo>
                  <a:lnTo>
                    <a:pt x="4557" y="5136"/>
                  </a:lnTo>
                  <a:lnTo>
                    <a:pt x="4171" y="5213"/>
                  </a:lnTo>
                  <a:lnTo>
                    <a:pt x="4171" y="5213"/>
                  </a:lnTo>
                  <a:lnTo>
                    <a:pt x="4210" y="4750"/>
                  </a:lnTo>
                  <a:lnTo>
                    <a:pt x="4287" y="4557"/>
                  </a:lnTo>
                  <a:lnTo>
                    <a:pt x="4364" y="4325"/>
                  </a:lnTo>
                  <a:lnTo>
                    <a:pt x="4519" y="4055"/>
                  </a:lnTo>
                  <a:lnTo>
                    <a:pt x="4635" y="3978"/>
                  </a:lnTo>
                  <a:lnTo>
                    <a:pt x="4751" y="3900"/>
                  </a:lnTo>
                  <a:lnTo>
                    <a:pt x="4866" y="3823"/>
                  </a:lnTo>
                  <a:close/>
                  <a:moveTo>
                    <a:pt x="7299" y="4518"/>
                  </a:moveTo>
                  <a:lnTo>
                    <a:pt x="7415" y="4595"/>
                  </a:lnTo>
                  <a:lnTo>
                    <a:pt x="7492" y="4673"/>
                  </a:lnTo>
                  <a:lnTo>
                    <a:pt x="7531" y="4788"/>
                  </a:lnTo>
                  <a:lnTo>
                    <a:pt x="7569" y="4943"/>
                  </a:lnTo>
                  <a:lnTo>
                    <a:pt x="7608" y="5175"/>
                  </a:lnTo>
                  <a:lnTo>
                    <a:pt x="7569" y="5445"/>
                  </a:lnTo>
                  <a:lnTo>
                    <a:pt x="7531" y="5677"/>
                  </a:lnTo>
                  <a:lnTo>
                    <a:pt x="7454" y="5908"/>
                  </a:lnTo>
                  <a:lnTo>
                    <a:pt x="7299" y="6101"/>
                  </a:lnTo>
                  <a:lnTo>
                    <a:pt x="7145" y="6294"/>
                  </a:lnTo>
                  <a:lnTo>
                    <a:pt x="6913" y="5870"/>
                  </a:lnTo>
                  <a:lnTo>
                    <a:pt x="6797" y="5677"/>
                  </a:lnTo>
                  <a:lnTo>
                    <a:pt x="6759" y="5445"/>
                  </a:lnTo>
                  <a:lnTo>
                    <a:pt x="6720" y="5136"/>
                  </a:lnTo>
                  <a:lnTo>
                    <a:pt x="6759" y="4943"/>
                  </a:lnTo>
                  <a:lnTo>
                    <a:pt x="6797" y="4788"/>
                  </a:lnTo>
                  <a:lnTo>
                    <a:pt x="6874" y="4634"/>
                  </a:lnTo>
                  <a:lnTo>
                    <a:pt x="6990" y="4557"/>
                  </a:lnTo>
                  <a:lnTo>
                    <a:pt x="7106" y="4518"/>
                  </a:lnTo>
                  <a:close/>
                  <a:moveTo>
                    <a:pt x="11161" y="4982"/>
                  </a:moveTo>
                  <a:lnTo>
                    <a:pt x="11276" y="5059"/>
                  </a:lnTo>
                  <a:lnTo>
                    <a:pt x="11354" y="5136"/>
                  </a:lnTo>
                  <a:lnTo>
                    <a:pt x="11392" y="5252"/>
                  </a:lnTo>
                  <a:lnTo>
                    <a:pt x="11431" y="5368"/>
                  </a:lnTo>
                  <a:lnTo>
                    <a:pt x="11392" y="5677"/>
                  </a:lnTo>
                  <a:lnTo>
                    <a:pt x="11315" y="5986"/>
                  </a:lnTo>
                  <a:lnTo>
                    <a:pt x="11161" y="6217"/>
                  </a:lnTo>
                  <a:lnTo>
                    <a:pt x="11083" y="6333"/>
                  </a:lnTo>
                  <a:lnTo>
                    <a:pt x="10968" y="6372"/>
                  </a:lnTo>
                  <a:lnTo>
                    <a:pt x="10890" y="6410"/>
                  </a:lnTo>
                  <a:lnTo>
                    <a:pt x="10736" y="6410"/>
                  </a:lnTo>
                  <a:lnTo>
                    <a:pt x="10697" y="6449"/>
                  </a:lnTo>
                  <a:lnTo>
                    <a:pt x="10659" y="6449"/>
                  </a:lnTo>
                  <a:lnTo>
                    <a:pt x="10466" y="6101"/>
                  </a:lnTo>
                  <a:lnTo>
                    <a:pt x="10388" y="5947"/>
                  </a:lnTo>
                  <a:lnTo>
                    <a:pt x="10350" y="5715"/>
                  </a:lnTo>
                  <a:lnTo>
                    <a:pt x="10350" y="5484"/>
                  </a:lnTo>
                  <a:lnTo>
                    <a:pt x="10427" y="5252"/>
                  </a:lnTo>
                  <a:lnTo>
                    <a:pt x="10581" y="5097"/>
                  </a:lnTo>
                  <a:lnTo>
                    <a:pt x="10697" y="5059"/>
                  </a:lnTo>
                  <a:lnTo>
                    <a:pt x="10813" y="4982"/>
                  </a:lnTo>
                  <a:close/>
                  <a:moveTo>
                    <a:pt x="3052" y="5522"/>
                  </a:moveTo>
                  <a:lnTo>
                    <a:pt x="3476" y="5561"/>
                  </a:lnTo>
                  <a:lnTo>
                    <a:pt x="3283" y="5947"/>
                  </a:lnTo>
                  <a:lnTo>
                    <a:pt x="3167" y="6140"/>
                  </a:lnTo>
                  <a:lnTo>
                    <a:pt x="3013" y="6294"/>
                  </a:lnTo>
                  <a:lnTo>
                    <a:pt x="2858" y="6410"/>
                  </a:lnTo>
                  <a:lnTo>
                    <a:pt x="2704" y="6488"/>
                  </a:lnTo>
                  <a:lnTo>
                    <a:pt x="2472" y="6488"/>
                  </a:lnTo>
                  <a:lnTo>
                    <a:pt x="2279" y="6410"/>
                  </a:lnTo>
                  <a:lnTo>
                    <a:pt x="2125" y="6294"/>
                  </a:lnTo>
                  <a:lnTo>
                    <a:pt x="2086" y="6179"/>
                  </a:lnTo>
                  <a:lnTo>
                    <a:pt x="2086" y="6063"/>
                  </a:lnTo>
                  <a:lnTo>
                    <a:pt x="2125" y="5908"/>
                  </a:lnTo>
                  <a:lnTo>
                    <a:pt x="2241" y="5792"/>
                  </a:lnTo>
                  <a:lnTo>
                    <a:pt x="2356" y="5677"/>
                  </a:lnTo>
                  <a:lnTo>
                    <a:pt x="2472" y="5599"/>
                  </a:lnTo>
                  <a:lnTo>
                    <a:pt x="2588" y="5561"/>
                  </a:lnTo>
                  <a:lnTo>
                    <a:pt x="2820" y="5522"/>
                  </a:lnTo>
                  <a:close/>
                  <a:moveTo>
                    <a:pt x="7222" y="6796"/>
                  </a:moveTo>
                  <a:lnTo>
                    <a:pt x="7183" y="7260"/>
                  </a:lnTo>
                  <a:lnTo>
                    <a:pt x="7106" y="7453"/>
                  </a:lnTo>
                  <a:lnTo>
                    <a:pt x="7029" y="7685"/>
                  </a:lnTo>
                  <a:lnTo>
                    <a:pt x="6874" y="7916"/>
                  </a:lnTo>
                  <a:lnTo>
                    <a:pt x="6681" y="8148"/>
                  </a:lnTo>
                  <a:lnTo>
                    <a:pt x="6565" y="8225"/>
                  </a:lnTo>
                  <a:lnTo>
                    <a:pt x="6450" y="8264"/>
                  </a:lnTo>
                  <a:lnTo>
                    <a:pt x="6295" y="8302"/>
                  </a:lnTo>
                  <a:lnTo>
                    <a:pt x="6141" y="8225"/>
                  </a:lnTo>
                  <a:lnTo>
                    <a:pt x="6025" y="8148"/>
                  </a:lnTo>
                  <a:lnTo>
                    <a:pt x="5948" y="8032"/>
                  </a:lnTo>
                  <a:lnTo>
                    <a:pt x="5909" y="7916"/>
                  </a:lnTo>
                  <a:lnTo>
                    <a:pt x="5909" y="7800"/>
                  </a:lnTo>
                  <a:lnTo>
                    <a:pt x="5948" y="7646"/>
                  </a:lnTo>
                  <a:lnTo>
                    <a:pt x="6025" y="7530"/>
                  </a:lnTo>
                  <a:lnTo>
                    <a:pt x="6179" y="7298"/>
                  </a:lnTo>
                  <a:lnTo>
                    <a:pt x="6411" y="7144"/>
                  </a:lnTo>
                  <a:lnTo>
                    <a:pt x="6643" y="7028"/>
                  </a:lnTo>
                  <a:lnTo>
                    <a:pt x="7183" y="6835"/>
                  </a:lnTo>
                  <a:lnTo>
                    <a:pt x="7183" y="6796"/>
                  </a:lnTo>
                  <a:close/>
                  <a:moveTo>
                    <a:pt x="10620" y="7144"/>
                  </a:moveTo>
                  <a:lnTo>
                    <a:pt x="10659" y="7337"/>
                  </a:lnTo>
                  <a:lnTo>
                    <a:pt x="10697" y="7530"/>
                  </a:lnTo>
                  <a:lnTo>
                    <a:pt x="10697" y="7685"/>
                  </a:lnTo>
                  <a:lnTo>
                    <a:pt x="10659" y="7878"/>
                  </a:lnTo>
                  <a:lnTo>
                    <a:pt x="10620" y="8032"/>
                  </a:lnTo>
                  <a:lnTo>
                    <a:pt x="10504" y="8187"/>
                  </a:lnTo>
                  <a:lnTo>
                    <a:pt x="10427" y="8341"/>
                  </a:lnTo>
                  <a:lnTo>
                    <a:pt x="10272" y="8457"/>
                  </a:lnTo>
                  <a:lnTo>
                    <a:pt x="10118" y="8573"/>
                  </a:lnTo>
                  <a:lnTo>
                    <a:pt x="9925" y="8611"/>
                  </a:lnTo>
                  <a:lnTo>
                    <a:pt x="9848" y="8573"/>
                  </a:lnTo>
                  <a:lnTo>
                    <a:pt x="9770" y="8573"/>
                  </a:lnTo>
                  <a:lnTo>
                    <a:pt x="9732" y="8496"/>
                  </a:lnTo>
                  <a:lnTo>
                    <a:pt x="9655" y="8418"/>
                  </a:lnTo>
                  <a:lnTo>
                    <a:pt x="9616" y="8225"/>
                  </a:lnTo>
                  <a:lnTo>
                    <a:pt x="9655" y="8071"/>
                  </a:lnTo>
                  <a:lnTo>
                    <a:pt x="9732" y="7916"/>
                  </a:lnTo>
                  <a:lnTo>
                    <a:pt x="9809" y="7762"/>
                  </a:lnTo>
                  <a:lnTo>
                    <a:pt x="10002" y="7569"/>
                  </a:lnTo>
                  <a:lnTo>
                    <a:pt x="10195" y="7414"/>
                  </a:lnTo>
                  <a:lnTo>
                    <a:pt x="10388" y="7260"/>
                  </a:lnTo>
                  <a:lnTo>
                    <a:pt x="10620" y="7144"/>
                  </a:lnTo>
                  <a:close/>
                  <a:moveTo>
                    <a:pt x="1854" y="0"/>
                  </a:moveTo>
                  <a:lnTo>
                    <a:pt x="1507" y="39"/>
                  </a:lnTo>
                  <a:lnTo>
                    <a:pt x="1584" y="734"/>
                  </a:lnTo>
                  <a:lnTo>
                    <a:pt x="1700" y="1429"/>
                  </a:lnTo>
                  <a:lnTo>
                    <a:pt x="1584" y="1313"/>
                  </a:lnTo>
                  <a:lnTo>
                    <a:pt x="1430" y="1236"/>
                  </a:lnTo>
                  <a:lnTo>
                    <a:pt x="1275" y="1159"/>
                  </a:lnTo>
                  <a:lnTo>
                    <a:pt x="1082" y="1120"/>
                  </a:lnTo>
                  <a:lnTo>
                    <a:pt x="889" y="1120"/>
                  </a:lnTo>
                  <a:lnTo>
                    <a:pt x="735" y="1159"/>
                  </a:lnTo>
                  <a:lnTo>
                    <a:pt x="542" y="1236"/>
                  </a:lnTo>
                  <a:lnTo>
                    <a:pt x="387" y="1313"/>
                  </a:lnTo>
                  <a:lnTo>
                    <a:pt x="271" y="1429"/>
                  </a:lnTo>
                  <a:lnTo>
                    <a:pt x="155" y="1545"/>
                  </a:lnTo>
                  <a:lnTo>
                    <a:pt x="78" y="1738"/>
                  </a:lnTo>
                  <a:lnTo>
                    <a:pt x="40" y="1892"/>
                  </a:lnTo>
                  <a:lnTo>
                    <a:pt x="1" y="2085"/>
                  </a:lnTo>
                  <a:lnTo>
                    <a:pt x="40" y="2240"/>
                  </a:lnTo>
                  <a:lnTo>
                    <a:pt x="78" y="2394"/>
                  </a:lnTo>
                  <a:lnTo>
                    <a:pt x="155" y="2549"/>
                  </a:lnTo>
                  <a:lnTo>
                    <a:pt x="271" y="2665"/>
                  </a:lnTo>
                  <a:lnTo>
                    <a:pt x="387" y="2742"/>
                  </a:lnTo>
                  <a:lnTo>
                    <a:pt x="542" y="2819"/>
                  </a:lnTo>
                  <a:lnTo>
                    <a:pt x="735" y="2858"/>
                  </a:lnTo>
                  <a:lnTo>
                    <a:pt x="1044" y="2858"/>
                  </a:lnTo>
                  <a:lnTo>
                    <a:pt x="1352" y="2742"/>
                  </a:lnTo>
                  <a:lnTo>
                    <a:pt x="1661" y="2587"/>
                  </a:lnTo>
                  <a:lnTo>
                    <a:pt x="1932" y="2356"/>
                  </a:lnTo>
                  <a:lnTo>
                    <a:pt x="2163" y="3089"/>
                  </a:lnTo>
                  <a:lnTo>
                    <a:pt x="2434" y="3823"/>
                  </a:lnTo>
                  <a:lnTo>
                    <a:pt x="2820" y="4518"/>
                  </a:lnTo>
                  <a:lnTo>
                    <a:pt x="3013" y="4827"/>
                  </a:lnTo>
                  <a:lnTo>
                    <a:pt x="3245" y="5136"/>
                  </a:lnTo>
                  <a:lnTo>
                    <a:pt x="2936" y="5136"/>
                  </a:lnTo>
                  <a:lnTo>
                    <a:pt x="2588" y="5175"/>
                  </a:lnTo>
                  <a:lnTo>
                    <a:pt x="2318" y="5252"/>
                  </a:lnTo>
                  <a:lnTo>
                    <a:pt x="2048" y="5445"/>
                  </a:lnTo>
                  <a:lnTo>
                    <a:pt x="1932" y="5561"/>
                  </a:lnTo>
                  <a:lnTo>
                    <a:pt x="1854" y="5677"/>
                  </a:lnTo>
                  <a:lnTo>
                    <a:pt x="1777" y="5831"/>
                  </a:lnTo>
                  <a:lnTo>
                    <a:pt x="1739" y="5986"/>
                  </a:lnTo>
                  <a:lnTo>
                    <a:pt x="1700" y="6140"/>
                  </a:lnTo>
                  <a:lnTo>
                    <a:pt x="1739" y="6294"/>
                  </a:lnTo>
                  <a:lnTo>
                    <a:pt x="1777" y="6449"/>
                  </a:lnTo>
                  <a:lnTo>
                    <a:pt x="1893" y="6603"/>
                  </a:lnTo>
                  <a:lnTo>
                    <a:pt x="2009" y="6681"/>
                  </a:lnTo>
                  <a:lnTo>
                    <a:pt x="2125" y="6758"/>
                  </a:lnTo>
                  <a:lnTo>
                    <a:pt x="2279" y="6835"/>
                  </a:lnTo>
                  <a:lnTo>
                    <a:pt x="2434" y="6874"/>
                  </a:lnTo>
                  <a:lnTo>
                    <a:pt x="2588" y="6874"/>
                  </a:lnTo>
                  <a:lnTo>
                    <a:pt x="2743" y="6835"/>
                  </a:lnTo>
                  <a:lnTo>
                    <a:pt x="2897" y="6796"/>
                  </a:lnTo>
                  <a:lnTo>
                    <a:pt x="3052" y="6719"/>
                  </a:lnTo>
                  <a:lnTo>
                    <a:pt x="3283" y="6526"/>
                  </a:lnTo>
                  <a:lnTo>
                    <a:pt x="3476" y="6294"/>
                  </a:lnTo>
                  <a:lnTo>
                    <a:pt x="3631" y="5986"/>
                  </a:lnTo>
                  <a:lnTo>
                    <a:pt x="3747" y="5677"/>
                  </a:lnTo>
                  <a:lnTo>
                    <a:pt x="4171" y="6024"/>
                  </a:lnTo>
                  <a:lnTo>
                    <a:pt x="4635" y="6333"/>
                  </a:lnTo>
                  <a:lnTo>
                    <a:pt x="5137" y="6565"/>
                  </a:lnTo>
                  <a:lnTo>
                    <a:pt x="5716" y="6719"/>
                  </a:lnTo>
                  <a:lnTo>
                    <a:pt x="6218" y="6796"/>
                  </a:lnTo>
                  <a:lnTo>
                    <a:pt x="6025" y="6912"/>
                  </a:lnTo>
                  <a:lnTo>
                    <a:pt x="5870" y="7028"/>
                  </a:lnTo>
                  <a:lnTo>
                    <a:pt x="5755" y="7183"/>
                  </a:lnTo>
                  <a:lnTo>
                    <a:pt x="5639" y="7376"/>
                  </a:lnTo>
                  <a:lnTo>
                    <a:pt x="5561" y="7530"/>
                  </a:lnTo>
                  <a:lnTo>
                    <a:pt x="5523" y="7685"/>
                  </a:lnTo>
                  <a:lnTo>
                    <a:pt x="5523" y="7878"/>
                  </a:lnTo>
                  <a:lnTo>
                    <a:pt x="5523" y="8032"/>
                  </a:lnTo>
                  <a:lnTo>
                    <a:pt x="5561" y="8187"/>
                  </a:lnTo>
                  <a:lnTo>
                    <a:pt x="5639" y="8341"/>
                  </a:lnTo>
                  <a:lnTo>
                    <a:pt x="5755" y="8457"/>
                  </a:lnTo>
                  <a:lnTo>
                    <a:pt x="5909" y="8573"/>
                  </a:lnTo>
                  <a:lnTo>
                    <a:pt x="6063" y="8650"/>
                  </a:lnTo>
                  <a:lnTo>
                    <a:pt x="6257" y="8689"/>
                  </a:lnTo>
                  <a:lnTo>
                    <a:pt x="6411" y="8689"/>
                  </a:lnTo>
                  <a:lnTo>
                    <a:pt x="6604" y="8650"/>
                  </a:lnTo>
                  <a:lnTo>
                    <a:pt x="6759" y="8573"/>
                  </a:lnTo>
                  <a:lnTo>
                    <a:pt x="6952" y="8457"/>
                  </a:lnTo>
                  <a:lnTo>
                    <a:pt x="7067" y="8341"/>
                  </a:lnTo>
                  <a:lnTo>
                    <a:pt x="7183" y="8187"/>
                  </a:lnTo>
                  <a:lnTo>
                    <a:pt x="7376" y="7878"/>
                  </a:lnTo>
                  <a:lnTo>
                    <a:pt x="7492" y="7530"/>
                  </a:lnTo>
                  <a:lnTo>
                    <a:pt x="7531" y="7183"/>
                  </a:lnTo>
                  <a:lnTo>
                    <a:pt x="7531" y="6796"/>
                  </a:lnTo>
                  <a:lnTo>
                    <a:pt x="8882" y="6719"/>
                  </a:lnTo>
                  <a:lnTo>
                    <a:pt x="9577" y="6719"/>
                  </a:lnTo>
                  <a:lnTo>
                    <a:pt x="10272" y="6796"/>
                  </a:lnTo>
                  <a:lnTo>
                    <a:pt x="10466" y="6835"/>
                  </a:lnTo>
                  <a:lnTo>
                    <a:pt x="10311" y="6912"/>
                  </a:lnTo>
                  <a:lnTo>
                    <a:pt x="10118" y="7028"/>
                  </a:lnTo>
                  <a:lnTo>
                    <a:pt x="9809" y="7260"/>
                  </a:lnTo>
                  <a:lnTo>
                    <a:pt x="9539" y="7569"/>
                  </a:lnTo>
                  <a:lnTo>
                    <a:pt x="9423" y="7723"/>
                  </a:lnTo>
                  <a:lnTo>
                    <a:pt x="9346" y="7916"/>
                  </a:lnTo>
                  <a:lnTo>
                    <a:pt x="9307" y="8109"/>
                  </a:lnTo>
                  <a:lnTo>
                    <a:pt x="9269" y="8264"/>
                  </a:lnTo>
                  <a:lnTo>
                    <a:pt x="9307" y="8457"/>
                  </a:lnTo>
                  <a:lnTo>
                    <a:pt x="9384" y="8611"/>
                  </a:lnTo>
                  <a:lnTo>
                    <a:pt x="9462" y="8766"/>
                  </a:lnTo>
                  <a:lnTo>
                    <a:pt x="9616" y="8882"/>
                  </a:lnTo>
                  <a:lnTo>
                    <a:pt x="9770" y="8959"/>
                  </a:lnTo>
                  <a:lnTo>
                    <a:pt x="9964" y="8998"/>
                  </a:lnTo>
                  <a:lnTo>
                    <a:pt x="10157" y="8959"/>
                  </a:lnTo>
                  <a:lnTo>
                    <a:pt x="10311" y="8882"/>
                  </a:lnTo>
                  <a:lnTo>
                    <a:pt x="10466" y="8804"/>
                  </a:lnTo>
                  <a:lnTo>
                    <a:pt x="10620" y="8650"/>
                  </a:lnTo>
                  <a:lnTo>
                    <a:pt x="10736" y="8534"/>
                  </a:lnTo>
                  <a:lnTo>
                    <a:pt x="10852" y="8341"/>
                  </a:lnTo>
                  <a:lnTo>
                    <a:pt x="10929" y="8187"/>
                  </a:lnTo>
                  <a:lnTo>
                    <a:pt x="11006" y="7994"/>
                  </a:lnTo>
                  <a:lnTo>
                    <a:pt x="11045" y="7762"/>
                  </a:lnTo>
                  <a:lnTo>
                    <a:pt x="11045" y="7492"/>
                  </a:lnTo>
                  <a:lnTo>
                    <a:pt x="10968" y="7221"/>
                  </a:lnTo>
                  <a:lnTo>
                    <a:pt x="10890" y="6990"/>
                  </a:lnTo>
                  <a:lnTo>
                    <a:pt x="10929" y="6951"/>
                  </a:lnTo>
                  <a:lnTo>
                    <a:pt x="11431" y="7105"/>
                  </a:lnTo>
                  <a:lnTo>
                    <a:pt x="11894" y="7376"/>
                  </a:lnTo>
                  <a:lnTo>
                    <a:pt x="12319" y="7685"/>
                  </a:lnTo>
                  <a:lnTo>
                    <a:pt x="12512" y="7839"/>
                  </a:lnTo>
                  <a:lnTo>
                    <a:pt x="12705" y="8032"/>
                  </a:lnTo>
                  <a:lnTo>
                    <a:pt x="12898" y="8341"/>
                  </a:lnTo>
                  <a:lnTo>
                    <a:pt x="13091" y="8650"/>
                  </a:lnTo>
                  <a:lnTo>
                    <a:pt x="13207" y="8920"/>
                  </a:lnTo>
                  <a:lnTo>
                    <a:pt x="13284" y="9268"/>
                  </a:lnTo>
                  <a:lnTo>
                    <a:pt x="13323" y="9577"/>
                  </a:lnTo>
                  <a:lnTo>
                    <a:pt x="13362" y="9924"/>
                  </a:lnTo>
                  <a:lnTo>
                    <a:pt x="13323" y="10619"/>
                  </a:lnTo>
                  <a:lnTo>
                    <a:pt x="13323" y="10658"/>
                  </a:lnTo>
                  <a:lnTo>
                    <a:pt x="13362" y="10735"/>
                  </a:lnTo>
                  <a:lnTo>
                    <a:pt x="13439" y="10774"/>
                  </a:lnTo>
                  <a:lnTo>
                    <a:pt x="13555" y="10774"/>
                  </a:lnTo>
                  <a:lnTo>
                    <a:pt x="13632" y="10697"/>
                  </a:lnTo>
                  <a:lnTo>
                    <a:pt x="13709" y="10465"/>
                  </a:lnTo>
                  <a:lnTo>
                    <a:pt x="13786" y="10272"/>
                  </a:lnTo>
                  <a:lnTo>
                    <a:pt x="13825" y="10040"/>
                  </a:lnTo>
                  <a:lnTo>
                    <a:pt x="13825" y="9808"/>
                  </a:lnTo>
                  <a:lnTo>
                    <a:pt x="13786" y="9384"/>
                  </a:lnTo>
                  <a:lnTo>
                    <a:pt x="13671" y="8920"/>
                  </a:lnTo>
                  <a:lnTo>
                    <a:pt x="13478" y="8496"/>
                  </a:lnTo>
                  <a:lnTo>
                    <a:pt x="13246" y="8109"/>
                  </a:lnTo>
                  <a:lnTo>
                    <a:pt x="12976" y="7723"/>
                  </a:lnTo>
                  <a:lnTo>
                    <a:pt x="12667" y="7414"/>
                  </a:lnTo>
                  <a:lnTo>
                    <a:pt x="12319" y="7144"/>
                  </a:lnTo>
                  <a:lnTo>
                    <a:pt x="11972" y="6912"/>
                  </a:lnTo>
                  <a:lnTo>
                    <a:pt x="11585" y="6719"/>
                  </a:lnTo>
                  <a:lnTo>
                    <a:pt x="11199" y="6565"/>
                  </a:lnTo>
                  <a:lnTo>
                    <a:pt x="11392" y="6410"/>
                  </a:lnTo>
                  <a:lnTo>
                    <a:pt x="11585" y="6140"/>
                  </a:lnTo>
                  <a:lnTo>
                    <a:pt x="11701" y="5831"/>
                  </a:lnTo>
                  <a:lnTo>
                    <a:pt x="11740" y="5522"/>
                  </a:lnTo>
                  <a:lnTo>
                    <a:pt x="11740" y="5213"/>
                  </a:lnTo>
                  <a:lnTo>
                    <a:pt x="11701" y="5059"/>
                  </a:lnTo>
                  <a:lnTo>
                    <a:pt x="11624" y="4943"/>
                  </a:lnTo>
                  <a:lnTo>
                    <a:pt x="11547" y="4827"/>
                  </a:lnTo>
                  <a:lnTo>
                    <a:pt x="11431" y="4750"/>
                  </a:lnTo>
                  <a:lnTo>
                    <a:pt x="11276" y="4673"/>
                  </a:lnTo>
                  <a:lnTo>
                    <a:pt x="11122" y="4634"/>
                  </a:lnTo>
                  <a:lnTo>
                    <a:pt x="10774" y="4634"/>
                  </a:lnTo>
                  <a:lnTo>
                    <a:pt x="10581" y="4711"/>
                  </a:lnTo>
                  <a:lnTo>
                    <a:pt x="10427" y="4788"/>
                  </a:lnTo>
                  <a:lnTo>
                    <a:pt x="10311" y="4866"/>
                  </a:lnTo>
                  <a:lnTo>
                    <a:pt x="10195" y="5020"/>
                  </a:lnTo>
                  <a:lnTo>
                    <a:pt x="10079" y="5136"/>
                  </a:lnTo>
                  <a:lnTo>
                    <a:pt x="10002" y="5329"/>
                  </a:lnTo>
                  <a:lnTo>
                    <a:pt x="9964" y="5561"/>
                  </a:lnTo>
                  <a:lnTo>
                    <a:pt x="9964" y="5831"/>
                  </a:lnTo>
                  <a:lnTo>
                    <a:pt x="10041" y="6063"/>
                  </a:lnTo>
                  <a:lnTo>
                    <a:pt x="10118" y="6333"/>
                  </a:lnTo>
                  <a:lnTo>
                    <a:pt x="9462" y="6256"/>
                  </a:lnTo>
                  <a:lnTo>
                    <a:pt x="8805" y="6256"/>
                  </a:lnTo>
                  <a:lnTo>
                    <a:pt x="7492" y="6333"/>
                  </a:lnTo>
                  <a:lnTo>
                    <a:pt x="7685" y="6063"/>
                  </a:lnTo>
                  <a:lnTo>
                    <a:pt x="7801" y="5792"/>
                  </a:lnTo>
                  <a:lnTo>
                    <a:pt x="7878" y="5522"/>
                  </a:lnTo>
                  <a:lnTo>
                    <a:pt x="7956" y="5213"/>
                  </a:lnTo>
                  <a:lnTo>
                    <a:pt x="7917" y="4866"/>
                  </a:lnTo>
                  <a:lnTo>
                    <a:pt x="7878" y="4711"/>
                  </a:lnTo>
                  <a:lnTo>
                    <a:pt x="7801" y="4557"/>
                  </a:lnTo>
                  <a:lnTo>
                    <a:pt x="7724" y="4402"/>
                  </a:lnTo>
                  <a:lnTo>
                    <a:pt x="7608" y="4287"/>
                  </a:lnTo>
                  <a:lnTo>
                    <a:pt x="7492" y="4209"/>
                  </a:lnTo>
                  <a:lnTo>
                    <a:pt x="7299" y="4132"/>
                  </a:lnTo>
                  <a:lnTo>
                    <a:pt x="6990" y="4132"/>
                  </a:lnTo>
                  <a:lnTo>
                    <a:pt x="6836" y="4209"/>
                  </a:lnTo>
                  <a:lnTo>
                    <a:pt x="6720" y="4325"/>
                  </a:lnTo>
                  <a:lnTo>
                    <a:pt x="6604" y="4441"/>
                  </a:lnTo>
                  <a:lnTo>
                    <a:pt x="6527" y="4595"/>
                  </a:lnTo>
                  <a:lnTo>
                    <a:pt x="6411" y="4904"/>
                  </a:lnTo>
                  <a:lnTo>
                    <a:pt x="6372" y="5252"/>
                  </a:lnTo>
                  <a:lnTo>
                    <a:pt x="6411" y="5638"/>
                  </a:lnTo>
                  <a:lnTo>
                    <a:pt x="6450" y="5831"/>
                  </a:lnTo>
                  <a:lnTo>
                    <a:pt x="6527" y="6024"/>
                  </a:lnTo>
                  <a:lnTo>
                    <a:pt x="6643" y="6179"/>
                  </a:lnTo>
                  <a:lnTo>
                    <a:pt x="6759" y="6333"/>
                  </a:lnTo>
                  <a:lnTo>
                    <a:pt x="6102" y="6256"/>
                  </a:lnTo>
                  <a:lnTo>
                    <a:pt x="5755" y="6217"/>
                  </a:lnTo>
                  <a:lnTo>
                    <a:pt x="5446" y="6140"/>
                  </a:lnTo>
                  <a:lnTo>
                    <a:pt x="5137" y="6024"/>
                  </a:lnTo>
                  <a:lnTo>
                    <a:pt x="4828" y="5870"/>
                  </a:lnTo>
                  <a:lnTo>
                    <a:pt x="4519" y="5715"/>
                  </a:lnTo>
                  <a:lnTo>
                    <a:pt x="4210" y="5522"/>
                  </a:lnTo>
                  <a:lnTo>
                    <a:pt x="4557" y="5484"/>
                  </a:lnTo>
                  <a:lnTo>
                    <a:pt x="4905" y="5406"/>
                  </a:lnTo>
                  <a:lnTo>
                    <a:pt x="5175" y="5252"/>
                  </a:lnTo>
                  <a:lnTo>
                    <a:pt x="5446" y="5020"/>
                  </a:lnTo>
                  <a:lnTo>
                    <a:pt x="5561" y="4866"/>
                  </a:lnTo>
                  <a:lnTo>
                    <a:pt x="5639" y="4711"/>
                  </a:lnTo>
                  <a:lnTo>
                    <a:pt x="5677" y="4518"/>
                  </a:lnTo>
                  <a:lnTo>
                    <a:pt x="5716" y="4364"/>
                  </a:lnTo>
                  <a:lnTo>
                    <a:pt x="5716" y="4171"/>
                  </a:lnTo>
                  <a:lnTo>
                    <a:pt x="5639" y="4016"/>
                  </a:lnTo>
                  <a:lnTo>
                    <a:pt x="5561" y="3862"/>
                  </a:lnTo>
                  <a:lnTo>
                    <a:pt x="5446" y="3707"/>
                  </a:lnTo>
                  <a:lnTo>
                    <a:pt x="5330" y="3591"/>
                  </a:lnTo>
                  <a:lnTo>
                    <a:pt x="5175" y="3514"/>
                  </a:lnTo>
                  <a:lnTo>
                    <a:pt x="5021" y="3476"/>
                  </a:lnTo>
                  <a:lnTo>
                    <a:pt x="4866" y="3437"/>
                  </a:lnTo>
                  <a:lnTo>
                    <a:pt x="4712" y="3476"/>
                  </a:lnTo>
                  <a:lnTo>
                    <a:pt x="4557" y="3514"/>
                  </a:lnTo>
                  <a:lnTo>
                    <a:pt x="4442" y="3630"/>
                  </a:lnTo>
                  <a:lnTo>
                    <a:pt x="4287" y="3707"/>
                  </a:lnTo>
                  <a:lnTo>
                    <a:pt x="4171" y="3862"/>
                  </a:lnTo>
                  <a:lnTo>
                    <a:pt x="4055" y="4016"/>
                  </a:lnTo>
                  <a:lnTo>
                    <a:pt x="3940" y="4364"/>
                  </a:lnTo>
                  <a:lnTo>
                    <a:pt x="3824" y="4750"/>
                  </a:lnTo>
                  <a:lnTo>
                    <a:pt x="3785" y="5097"/>
                  </a:lnTo>
                  <a:lnTo>
                    <a:pt x="3515" y="4788"/>
                  </a:lnTo>
                  <a:lnTo>
                    <a:pt x="3283" y="4441"/>
                  </a:lnTo>
                  <a:lnTo>
                    <a:pt x="3052" y="4093"/>
                  </a:lnTo>
                  <a:lnTo>
                    <a:pt x="2858" y="3746"/>
                  </a:lnTo>
                  <a:lnTo>
                    <a:pt x="2704" y="3398"/>
                  </a:lnTo>
                  <a:lnTo>
                    <a:pt x="2550" y="3012"/>
                  </a:lnTo>
                  <a:lnTo>
                    <a:pt x="2318" y="2240"/>
                  </a:lnTo>
                  <a:lnTo>
                    <a:pt x="2318" y="2240"/>
                  </a:lnTo>
                  <a:lnTo>
                    <a:pt x="2588" y="2317"/>
                  </a:lnTo>
                  <a:lnTo>
                    <a:pt x="2858" y="2356"/>
                  </a:lnTo>
                  <a:lnTo>
                    <a:pt x="3129" y="2356"/>
                  </a:lnTo>
                  <a:lnTo>
                    <a:pt x="3399" y="2279"/>
                  </a:lnTo>
                  <a:lnTo>
                    <a:pt x="3554" y="2201"/>
                  </a:lnTo>
                  <a:lnTo>
                    <a:pt x="3708" y="2085"/>
                  </a:lnTo>
                  <a:lnTo>
                    <a:pt x="3824" y="1970"/>
                  </a:lnTo>
                  <a:lnTo>
                    <a:pt x="3940" y="1815"/>
                  </a:lnTo>
                  <a:lnTo>
                    <a:pt x="4017" y="1661"/>
                  </a:lnTo>
                  <a:lnTo>
                    <a:pt x="4055" y="1506"/>
                  </a:lnTo>
                  <a:lnTo>
                    <a:pt x="4055" y="1313"/>
                  </a:lnTo>
                  <a:lnTo>
                    <a:pt x="4017" y="1159"/>
                  </a:lnTo>
                  <a:lnTo>
                    <a:pt x="3978" y="1004"/>
                  </a:lnTo>
                  <a:lnTo>
                    <a:pt x="3862" y="850"/>
                  </a:lnTo>
                  <a:lnTo>
                    <a:pt x="3747" y="773"/>
                  </a:lnTo>
                  <a:lnTo>
                    <a:pt x="3592" y="695"/>
                  </a:lnTo>
                  <a:lnTo>
                    <a:pt x="3438" y="618"/>
                  </a:lnTo>
                  <a:lnTo>
                    <a:pt x="3283" y="579"/>
                  </a:lnTo>
                  <a:lnTo>
                    <a:pt x="3129" y="579"/>
                  </a:lnTo>
                  <a:lnTo>
                    <a:pt x="2974" y="618"/>
                  </a:lnTo>
                  <a:lnTo>
                    <a:pt x="2820" y="657"/>
                  </a:lnTo>
                  <a:lnTo>
                    <a:pt x="2665" y="734"/>
                  </a:lnTo>
                  <a:lnTo>
                    <a:pt x="2434" y="927"/>
                  </a:lnTo>
                  <a:lnTo>
                    <a:pt x="2241" y="1159"/>
                  </a:lnTo>
                  <a:lnTo>
                    <a:pt x="2125" y="1468"/>
                  </a:lnTo>
                  <a:lnTo>
                    <a:pt x="18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"/>
            <p:cNvSpPr/>
            <p:nvPr/>
          </p:nvSpPr>
          <p:spPr>
            <a:xfrm>
              <a:off x="5987875" y="4095550"/>
              <a:ext cx="66625" cy="98500"/>
            </a:xfrm>
            <a:custGeom>
              <a:avLst/>
              <a:gdLst/>
              <a:ahLst/>
              <a:cxnLst/>
              <a:rect l="l" t="t" r="r" b="b"/>
              <a:pathLst>
                <a:path w="2665" h="3940" extrusionOk="0">
                  <a:moveTo>
                    <a:pt x="850" y="1"/>
                  </a:moveTo>
                  <a:lnTo>
                    <a:pt x="502" y="117"/>
                  </a:lnTo>
                  <a:lnTo>
                    <a:pt x="618" y="194"/>
                  </a:lnTo>
                  <a:lnTo>
                    <a:pt x="464" y="580"/>
                  </a:lnTo>
                  <a:lnTo>
                    <a:pt x="270" y="1082"/>
                  </a:lnTo>
                  <a:lnTo>
                    <a:pt x="155" y="1584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36"/>
                  </a:lnTo>
                  <a:lnTo>
                    <a:pt x="77" y="3167"/>
                  </a:lnTo>
                  <a:lnTo>
                    <a:pt x="193" y="3399"/>
                  </a:lnTo>
                  <a:lnTo>
                    <a:pt x="309" y="3554"/>
                  </a:lnTo>
                  <a:lnTo>
                    <a:pt x="464" y="3708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40"/>
                  </a:lnTo>
                  <a:lnTo>
                    <a:pt x="1313" y="3901"/>
                  </a:lnTo>
                  <a:lnTo>
                    <a:pt x="1506" y="3824"/>
                  </a:lnTo>
                  <a:lnTo>
                    <a:pt x="1661" y="3669"/>
                  </a:lnTo>
                  <a:lnTo>
                    <a:pt x="1815" y="3476"/>
                  </a:lnTo>
                  <a:lnTo>
                    <a:pt x="1970" y="3283"/>
                  </a:lnTo>
                  <a:lnTo>
                    <a:pt x="2124" y="3052"/>
                  </a:lnTo>
                  <a:lnTo>
                    <a:pt x="2317" y="2511"/>
                  </a:lnTo>
                  <a:lnTo>
                    <a:pt x="2510" y="1970"/>
                  </a:lnTo>
                  <a:lnTo>
                    <a:pt x="2626" y="1468"/>
                  </a:lnTo>
                  <a:lnTo>
                    <a:pt x="2665" y="1044"/>
                  </a:lnTo>
                  <a:lnTo>
                    <a:pt x="2394" y="1005"/>
                  </a:lnTo>
                  <a:lnTo>
                    <a:pt x="2008" y="2009"/>
                  </a:lnTo>
                  <a:lnTo>
                    <a:pt x="1738" y="2665"/>
                  </a:lnTo>
                  <a:lnTo>
                    <a:pt x="1545" y="3013"/>
                  </a:lnTo>
                  <a:lnTo>
                    <a:pt x="1468" y="3206"/>
                  </a:lnTo>
                  <a:lnTo>
                    <a:pt x="1352" y="3283"/>
                  </a:lnTo>
                  <a:lnTo>
                    <a:pt x="1159" y="3283"/>
                  </a:lnTo>
                  <a:lnTo>
                    <a:pt x="1004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897"/>
                  </a:lnTo>
                  <a:lnTo>
                    <a:pt x="541" y="2665"/>
                  </a:lnTo>
                  <a:lnTo>
                    <a:pt x="541" y="2356"/>
                  </a:lnTo>
                  <a:lnTo>
                    <a:pt x="579" y="2048"/>
                  </a:lnTo>
                  <a:lnTo>
                    <a:pt x="657" y="1623"/>
                  </a:lnTo>
                  <a:lnTo>
                    <a:pt x="734" y="1159"/>
                  </a:lnTo>
                  <a:lnTo>
                    <a:pt x="888" y="773"/>
                  </a:lnTo>
                  <a:lnTo>
                    <a:pt x="1043" y="348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6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"/>
            <p:cNvSpPr/>
            <p:nvPr/>
          </p:nvSpPr>
          <p:spPr>
            <a:xfrm>
              <a:off x="4079325" y="4191125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9" y="5909"/>
                  </a:moveTo>
                  <a:lnTo>
                    <a:pt x="1082" y="5986"/>
                  </a:lnTo>
                  <a:lnTo>
                    <a:pt x="1236" y="6025"/>
                  </a:lnTo>
                  <a:lnTo>
                    <a:pt x="1391" y="6179"/>
                  </a:lnTo>
                  <a:lnTo>
                    <a:pt x="1468" y="6334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1" y="6797"/>
                  </a:lnTo>
                  <a:lnTo>
                    <a:pt x="1236" y="6951"/>
                  </a:lnTo>
                  <a:lnTo>
                    <a:pt x="1159" y="7029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90"/>
                  </a:lnTo>
                  <a:lnTo>
                    <a:pt x="464" y="6836"/>
                  </a:lnTo>
                  <a:lnTo>
                    <a:pt x="425" y="6720"/>
                  </a:lnTo>
                  <a:lnTo>
                    <a:pt x="387" y="6643"/>
                  </a:lnTo>
                  <a:lnTo>
                    <a:pt x="348" y="6488"/>
                  </a:lnTo>
                  <a:lnTo>
                    <a:pt x="387" y="6372"/>
                  </a:lnTo>
                  <a:lnTo>
                    <a:pt x="425" y="6256"/>
                  </a:lnTo>
                  <a:lnTo>
                    <a:pt x="503" y="6179"/>
                  </a:lnTo>
                  <a:lnTo>
                    <a:pt x="696" y="6025"/>
                  </a:lnTo>
                  <a:lnTo>
                    <a:pt x="889" y="5909"/>
                  </a:lnTo>
                  <a:close/>
                  <a:moveTo>
                    <a:pt x="5909" y="1"/>
                  </a:moveTo>
                  <a:lnTo>
                    <a:pt x="5831" y="39"/>
                  </a:lnTo>
                  <a:lnTo>
                    <a:pt x="5522" y="310"/>
                  </a:lnTo>
                  <a:lnTo>
                    <a:pt x="5175" y="619"/>
                  </a:lnTo>
                  <a:lnTo>
                    <a:pt x="4596" y="1314"/>
                  </a:lnTo>
                  <a:lnTo>
                    <a:pt x="4017" y="2047"/>
                  </a:lnTo>
                  <a:lnTo>
                    <a:pt x="3437" y="2781"/>
                  </a:lnTo>
                  <a:lnTo>
                    <a:pt x="2279" y="4133"/>
                  </a:lnTo>
                  <a:lnTo>
                    <a:pt x="1738" y="4866"/>
                  </a:lnTo>
                  <a:lnTo>
                    <a:pt x="1198" y="5561"/>
                  </a:lnTo>
                  <a:lnTo>
                    <a:pt x="1043" y="5523"/>
                  </a:lnTo>
                  <a:lnTo>
                    <a:pt x="889" y="5523"/>
                  </a:lnTo>
                  <a:lnTo>
                    <a:pt x="773" y="5561"/>
                  </a:lnTo>
                  <a:lnTo>
                    <a:pt x="618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1" y="6334"/>
                  </a:lnTo>
                  <a:lnTo>
                    <a:pt x="1" y="6488"/>
                  </a:lnTo>
                  <a:lnTo>
                    <a:pt x="1" y="6604"/>
                  </a:lnTo>
                  <a:lnTo>
                    <a:pt x="39" y="6797"/>
                  </a:lnTo>
                  <a:lnTo>
                    <a:pt x="116" y="6990"/>
                  </a:lnTo>
                  <a:lnTo>
                    <a:pt x="194" y="7145"/>
                  </a:lnTo>
                  <a:lnTo>
                    <a:pt x="348" y="7260"/>
                  </a:lnTo>
                  <a:lnTo>
                    <a:pt x="503" y="7376"/>
                  </a:lnTo>
                  <a:lnTo>
                    <a:pt x="696" y="7453"/>
                  </a:lnTo>
                  <a:lnTo>
                    <a:pt x="1082" y="7453"/>
                  </a:lnTo>
                  <a:lnTo>
                    <a:pt x="1275" y="7415"/>
                  </a:lnTo>
                  <a:lnTo>
                    <a:pt x="1429" y="7299"/>
                  </a:lnTo>
                  <a:lnTo>
                    <a:pt x="1584" y="7183"/>
                  </a:lnTo>
                  <a:lnTo>
                    <a:pt x="1700" y="7067"/>
                  </a:lnTo>
                  <a:lnTo>
                    <a:pt x="1815" y="6874"/>
                  </a:lnTo>
                  <a:lnTo>
                    <a:pt x="1854" y="6681"/>
                  </a:lnTo>
                  <a:lnTo>
                    <a:pt x="1893" y="6527"/>
                  </a:lnTo>
                  <a:lnTo>
                    <a:pt x="1854" y="6334"/>
                  </a:lnTo>
                  <a:lnTo>
                    <a:pt x="1815" y="6179"/>
                  </a:lnTo>
                  <a:lnTo>
                    <a:pt x="1738" y="6025"/>
                  </a:lnTo>
                  <a:lnTo>
                    <a:pt x="1661" y="5909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2" y="4403"/>
                  </a:lnTo>
                  <a:lnTo>
                    <a:pt x="3939" y="3013"/>
                  </a:lnTo>
                  <a:lnTo>
                    <a:pt x="4480" y="2395"/>
                  </a:lnTo>
                  <a:lnTo>
                    <a:pt x="5098" y="1700"/>
                  </a:lnTo>
                  <a:lnTo>
                    <a:pt x="5638" y="1043"/>
                  </a:lnTo>
                  <a:lnTo>
                    <a:pt x="5909" y="657"/>
                  </a:lnTo>
                  <a:lnTo>
                    <a:pt x="6102" y="310"/>
                  </a:lnTo>
                  <a:lnTo>
                    <a:pt x="6140" y="194"/>
                  </a:lnTo>
                  <a:lnTo>
                    <a:pt x="6063" y="78"/>
                  </a:lnTo>
                  <a:lnTo>
                    <a:pt x="598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"/>
            <p:cNvSpPr/>
            <p:nvPr/>
          </p:nvSpPr>
          <p:spPr>
            <a:xfrm>
              <a:off x="3825425" y="421912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5"/>
                  </a:lnTo>
                  <a:lnTo>
                    <a:pt x="7531" y="6140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1" y="6565"/>
                  </a:lnTo>
                  <a:lnTo>
                    <a:pt x="7492" y="6681"/>
                  </a:lnTo>
                  <a:lnTo>
                    <a:pt x="7338" y="6797"/>
                  </a:lnTo>
                  <a:lnTo>
                    <a:pt x="7106" y="6913"/>
                  </a:lnTo>
                  <a:lnTo>
                    <a:pt x="6913" y="6913"/>
                  </a:lnTo>
                  <a:lnTo>
                    <a:pt x="6720" y="6835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7" y="6102"/>
                  </a:lnTo>
                  <a:lnTo>
                    <a:pt x="6643" y="5909"/>
                  </a:lnTo>
                  <a:lnTo>
                    <a:pt x="6797" y="5754"/>
                  </a:lnTo>
                  <a:close/>
                  <a:moveTo>
                    <a:pt x="233" y="1"/>
                  </a:moveTo>
                  <a:lnTo>
                    <a:pt x="155" y="39"/>
                  </a:lnTo>
                  <a:lnTo>
                    <a:pt x="78" y="39"/>
                  </a:lnTo>
                  <a:lnTo>
                    <a:pt x="39" y="116"/>
                  </a:lnTo>
                  <a:lnTo>
                    <a:pt x="1" y="232"/>
                  </a:lnTo>
                  <a:lnTo>
                    <a:pt x="1" y="310"/>
                  </a:lnTo>
                  <a:lnTo>
                    <a:pt x="39" y="387"/>
                  </a:lnTo>
                  <a:lnTo>
                    <a:pt x="426" y="773"/>
                  </a:lnTo>
                  <a:lnTo>
                    <a:pt x="812" y="1120"/>
                  </a:lnTo>
                  <a:lnTo>
                    <a:pt x="1623" y="1777"/>
                  </a:lnTo>
                  <a:lnTo>
                    <a:pt x="3399" y="3206"/>
                  </a:lnTo>
                  <a:lnTo>
                    <a:pt x="4866" y="4441"/>
                  </a:lnTo>
                  <a:lnTo>
                    <a:pt x="5639" y="5021"/>
                  </a:lnTo>
                  <a:lnTo>
                    <a:pt x="6411" y="5600"/>
                  </a:lnTo>
                  <a:lnTo>
                    <a:pt x="6295" y="5677"/>
                  </a:lnTo>
                  <a:lnTo>
                    <a:pt x="6218" y="5793"/>
                  </a:lnTo>
                  <a:lnTo>
                    <a:pt x="6102" y="6102"/>
                  </a:lnTo>
                  <a:lnTo>
                    <a:pt x="6063" y="6411"/>
                  </a:lnTo>
                  <a:lnTo>
                    <a:pt x="6102" y="6681"/>
                  </a:lnTo>
                  <a:lnTo>
                    <a:pt x="6179" y="6835"/>
                  </a:lnTo>
                  <a:lnTo>
                    <a:pt x="6295" y="6990"/>
                  </a:lnTo>
                  <a:lnTo>
                    <a:pt x="6411" y="7144"/>
                  </a:lnTo>
                  <a:lnTo>
                    <a:pt x="6565" y="7222"/>
                  </a:lnTo>
                  <a:lnTo>
                    <a:pt x="6720" y="7299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9"/>
                  </a:lnTo>
                  <a:lnTo>
                    <a:pt x="7454" y="7260"/>
                  </a:lnTo>
                  <a:lnTo>
                    <a:pt x="7608" y="7144"/>
                  </a:lnTo>
                  <a:lnTo>
                    <a:pt x="7724" y="7029"/>
                  </a:lnTo>
                  <a:lnTo>
                    <a:pt x="7840" y="6913"/>
                  </a:lnTo>
                  <a:lnTo>
                    <a:pt x="7956" y="6758"/>
                  </a:lnTo>
                  <a:lnTo>
                    <a:pt x="7994" y="6565"/>
                  </a:lnTo>
                  <a:lnTo>
                    <a:pt x="8033" y="6411"/>
                  </a:lnTo>
                  <a:lnTo>
                    <a:pt x="8033" y="6218"/>
                  </a:lnTo>
                  <a:lnTo>
                    <a:pt x="7956" y="6025"/>
                  </a:lnTo>
                  <a:lnTo>
                    <a:pt x="7840" y="5870"/>
                  </a:lnTo>
                  <a:lnTo>
                    <a:pt x="7724" y="5716"/>
                  </a:lnTo>
                  <a:lnTo>
                    <a:pt x="7569" y="5600"/>
                  </a:lnTo>
                  <a:lnTo>
                    <a:pt x="7415" y="5523"/>
                  </a:lnTo>
                  <a:lnTo>
                    <a:pt x="7222" y="5445"/>
                  </a:lnTo>
                  <a:lnTo>
                    <a:pt x="7029" y="5445"/>
                  </a:lnTo>
                  <a:lnTo>
                    <a:pt x="6836" y="5484"/>
                  </a:lnTo>
                  <a:lnTo>
                    <a:pt x="6025" y="4712"/>
                  </a:lnTo>
                  <a:lnTo>
                    <a:pt x="5214" y="4017"/>
                  </a:lnTo>
                  <a:lnTo>
                    <a:pt x="3515" y="2626"/>
                  </a:lnTo>
                  <a:lnTo>
                    <a:pt x="2743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5" y="310"/>
                  </a:lnTo>
                  <a:lnTo>
                    <a:pt x="310" y="39"/>
                  </a:lnTo>
                  <a:lnTo>
                    <a:pt x="23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3"/>
            <p:cNvSpPr/>
            <p:nvPr/>
          </p:nvSpPr>
          <p:spPr>
            <a:xfrm>
              <a:off x="3401625" y="4223000"/>
              <a:ext cx="240425" cy="634250"/>
            </a:xfrm>
            <a:custGeom>
              <a:avLst/>
              <a:gdLst/>
              <a:ahLst/>
              <a:cxnLst/>
              <a:rect l="l" t="t" r="r" b="b"/>
              <a:pathLst>
                <a:path w="9617" h="25370" extrusionOk="0">
                  <a:moveTo>
                    <a:pt x="4751" y="463"/>
                  </a:moveTo>
                  <a:lnTo>
                    <a:pt x="5291" y="502"/>
                  </a:lnTo>
                  <a:lnTo>
                    <a:pt x="5755" y="579"/>
                  </a:lnTo>
                  <a:lnTo>
                    <a:pt x="6218" y="772"/>
                  </a:lnTo>
                  <a:lnTo>
                    <a:pt x="6681" y="965"/>
                  </a:lnTo>
                  <a:lnTo>
                    <a:pt x="7067" y="1236"/>
                  </a:lnTo>
                  <a:lnTo>
                    <a:pt x="7454" y="1583"/>
                  </a:lnTo>
                  <a:lnTo>
                    <a:pt x="7801" y="1931"/>
                  </a:lnTo>
                  <a:lnTo>
                    <a:pt x="8149" y="2356"/>
                  </a:lnTo>
                  <a:lnTo>
                    <a:pt x="8419" y="2780"/>
                  </a:lnTo>
                  <a:lnTo>
                    <a:pt x="8651" y="3244"/>
                  </a:lnTo>
                  <a:lnTo>
                    <a:pt x="8844" y="3707"/>
                  </a:lnTo>
                  <a:lnTo>
                    <a:pt x="8998" y="4209"/>
                  </a:lnTo>
                  <a:lnTo>
                    <a:pt x="9075" y="4711"/>
                  </a:lnTo>
                  <a:lnTo>
                    <a:pt x="9114" y="5213"/>
                  </a:lnTo>
                  <a:lnTo>
                    <a:pt x="9114" y="5754"/>
                  </a:lnTo>
                  <a:lnTo>
                    <a:pt x="9075" y="6256"/>
                  </a:lnTo>
                  <a:lnTo>
                    <a:pt x="8998" y="6758"/>
                  </a:lnTo>
                  <a:lnTo>
                    <a:pt x="8882" y="7260"/>
                  </a:lnTo>
                  <a:lnTo>
                    <a:pt x="8689" y="7723"/>
                  </a:lnTo>
                  <a:lnTo>
                    <a:pt x="8496" y="8225"/>
                  </a:lnTo>
                  <a:lnTo>
                    <a:pt x="8303" y="8650"/>
                  </a:lnTo>
                  <a:lnTo>
                    <a:pt x="8033" y="9113"/>
                  </a:lnTo>
                  <a:lnTo>
                    <a:pt x="7763" y="9538"/>
                  </a:lnTo>
                  <a:lnTo>
                    <a:pt x="7454" y="9924"/>
                  </a:lnTo>
                  <a:lnTo>
                    <a:pt x="7106" y="10349"/>
                  </a:lnTo>
                  <a:lnTo>
                    <a:pt x="6759" y="10735"/>
                  </a:lnTo>
                  <a:lnTo>
                    <a:pt x="6025" y="11469"/>
                  </a:lnTo>
                  <a:lnTo>
                    <a:pt x="5253" y="12125"/>
                  </a:lnTo>
                  <a:lnTo>
                    <a:pt x="5098" y="12125"/>
                  </a:lnTo>
                  <a:lnTo>
                    <a:pt x="5059" y="12202"/>
                  </a:lnTo>
                  <a:lnTo>
                    <a:pt x="5021" y="12241"/>
                  </a:lnTo>
                  <a:lnTo>
                    <a:pt x="5021" y="12280"/>
                  </a:lnTo>
                  <a:lnTo>
                    <a:pt x="4210" y="11816"/>
                  </a:lnTo>
                  <a:lnTo>
                    <a:pt x="3476" y="11314"/>
                  </a:lnTo>
                  <a:lnTo>
                    <a:pt x="2781" y="10735"/>
                  </a:lnTo>
                  <a:lnTo>
                    <a:pt x="2472" y="10426"/>
                  </a:lnTo>
                  <a:lnTo>
                    <a:pt x="2163" y="10117"/>
                  </a:lnTo>
                  <a:lnTo>
                    <a:pt x="1893" y="9770"/>
                  </a:lnTo>
                  <a:lnTo>
                    <a:pt x="1661" y="9422"/>
                  </a:lnTo>
                  <a:lnTo>
                    <a:pt x="1430" y="9036"/>
                  </a:lnTo>
                  <a:lnTo>
                    <a:pt x="1198" y="8650"/>
                  </a:lnTo>
                  <a:lnTo>
                    <a:pt x="1005" y="8264"/>
                  </a:lnTo>
                  <a:lnTo>
                    <a:pt x="850" y="7839"/>
                  </a:lnTo>
                  <a:lnTo>
                    <a:pt x="735" y="7376"/>
                  </a:lnTo>
                  <a:lnTo>
                    <a:pt x="619" y="6912"/>
                  </a:lnTo>
                  <a:lnTo>
                    <a:pt x="542" y="6449"/>
                  </a:lnTo>
                  <a:lnTo>
                    <a:pt x="503" y="5985"/>
                  </a:lnTo>
                  <a:lnTo>
                    <a:pt x="503" y="5522"/>
                  </a:lnTo>
                  <a:lnTo>
                    <a:pt x="542" y="5020"/>
                  </a:lnTo>
                  <a:lnTo>
                    <a:pt x="619" y="4557"/>
                  </a:lnTo>
                  <a:lnTo>
                    <a:pt x="696" y="4055"/>
                  </a:lnTo>
                  <a:lnTo>
                    <a:pt x="850" y="3591"/>
                  </a:lnTo>
                  <a:lnTo>
                    <a:pt x="1005" y="3167"/>
                  </a:lnTo>
                  <a:lnTo>
                    <a:pt x="1237" y="2742"/>
                  </a:lnTo>
                  <a:lnTo>
                    <a:pt x="1468" y="2317"/>
                  </a:lnTo>
                  <a:lnTo>
                    <a:pt x="1739" y="1931"/>
                  </a:lnTo>
                  <a:lnTo>
                    <a:pt x="2086" y="1583"/>
                  </a:lnTo>
                  <a:lnTo>
                    <a:pt x="2434" y="1274"/>
                  </a:lnTo>
                  <a:lnTo>
                    <a:pt x="2820" y="1004"/>
                  </a:lnTo>
                  <a:lnTo>
                    <a:pt x="3245" y="811"/>
                  </a:lnTo>
                  <a:lnTo>
                    <a:pt x="3708" y="618"/>
                  </a:lnTo>
                  <a:lnTo>
                    <a:pt x="4249" y="502"/>
                  </a:lnTo>
                  <a:lnTo>
                    <a:pt x="4751" y="463"/>
                  </a:lnTo>
                  <a:close/>
                  <a:moveTo>
                    <a:pt x="5137" y="12627"/>
                  </a:moveTo>
                  <a:lnTo>
                    <a:pt x="5214" y="12666"/>
                  </a:lnTo>
                  <a:lnTo>
                    <a:pt x="5484" y="13129"/>
                  </a:lnTo>
                  <a:lnTo>
                    <a:pt x="4751" y="13052"/>
                  </a:lnTo>
                  <a:lnTo>
                    <a:pt x="5059" y="12627"/>
                  </a:lnTo>
                  <a:close/>
                  <a:moveTo>
                    <a:pt x="3167" y="13979"/>
                  </a:moveTo>
                  <a:lnTo>
                    <a:pt x="3476" y="14403"/>
                  </a:lnTo>
                  <a:lnTo>
                    <a:pt x="3708" y="14828"/>
                  </a:lnTo>
                  <a:lnTo>
                    <a:pt x="3669" y="14867"/>
                  </a:lnTo>
                  <a:lnTo>
                    <a:pt x="3438" y="14944"/>
                  </a:lnTo>
                  <a:lnTo>
                    <a:pt x="3167" y="15021"/>
                  </a:lnTo>
                  <a:lnTo>
                    <a:pt x="2936" y="15060"/>
                  </a:lnTo>
                  <a:lnTo>
                    <a:pt x="2665" y="15021"/>
                  </a:lnTo>
                  <a:lnTo>
                    <a:pt x="2936" y="14519"/>
                  </a:lnTo>
                  <a:lnTo>
                    <a:pt x="3167" y="13979"/>
                  </a:lnTo>
                  <a:close/>
                  <a:moveTo>
                    <a:pt x="5330" y="14867"/>
                  </a:moveTo>
                  <a:lnTo>
                    <a:pt x="5021" y="15987"/>
                  </a:lnTo>
                  <a:lnTo>
                    <a:pt x="4789" y="15794"/>
                  </a:lnTo>
                  <a:lnTo>
                    <a:pt x="4557" y="15562"/>
                  </a:lnTo>
                  <a:lnTo>
                    <a:pt x="4364" y="15330"/>
                  </a:lnTo>
                  <a:lnTo>
                    <a:pt x="4210" y="15098"/>
                  </a:lnTo>
                  <a:lnTo>
                    <a:pt x="4171" y="15060"/>
                  </a:lnTo>
                  <a:lnTo>
                    <a:pt x="5330" y="14867"/>
                  </a:lnTo>
                  <a:close/>
                  <a:moveTo>
                    <a:pt x="4055" y="15407"/>
                  </a:moveTo>
                  <a:lnTo>
                    <a:pt x="4249" y="15678"/>
                  </a:lnTo>
                  <a:lnTo>
                    <a:pt x="4480" y="15948"/>
                  </a:lnTo>
                  <a:lnTo>
                    <a:pt x="4712" y="16218"/>
                  </a:lnTo>
                  <a:lnTo>
                    <a:pt x="4982" y="16450"/>
                  </a:lnTo>
                  <a:lnTo>
                    <a:pt x="5098" y="16489"/>
                  </a:lnTo>
                  <a:lnTo>
                    <a:pt x="4905" y="16991"/>
                  </a:lnTo>
                  <a:lnTo>
                    <a:pt x="4789" y="17531"/>
                  </a:lnTo>
                  <a:lnTo>
                    <a:pt x="4480" y="17145"/>
                  </a:lnTo>
                  <a:lnTo>
                    <a:pt x="4249" y="16759"/>
                  </a:lnTo>
                  <a:lnTo>
                    <a:pt x="4133" y="16527"/>
                  </a:lnTo>
                  <a:lnTo>
                    <a:pt x="4055" y="16296"/>
                  </a:lnTo>
                  <a:lnTo>
                    <a:pt x="4017" y="16064"/>
                  </a:lnTo>
                  <a:lnTo>
                    <a:pt x="4017" y="15794"/>
                  </a:lnTo>
                  <a:lnTo>
                    <a:pt x="4055" y="15407"/>
                  </a:lnTo>
                  <a:close/>
                  <a:moveTo>
                    <a:pt x="5291" y="16798"/>
                  </a:moveTo>
                  <a:lnTo>
                    <a:pt x="5600" y="17145"/>
                  </a:lnTo>
                  <a:lnTo>
                    <a:pt x="5870" y="17531"/>
                  </a:lnTo>
                  <a:lnTo>
                    <a:pt x="5446" y="17570"/>
                  </a:lnTo>
                  <a:lnTo>
                    <a:pt x="5021" y="17647"/>
                  </a:lnTo>
                  <a:lnTo>
                    <a:pt x="5291" y="16798"/>
                  </a:lnTo>
                  <a:close/>
                  <a:moveTo>
                    <a:pt x="4557" y="17879"/>
                  </a:moveTo>
                  <a:lnTo>
                    <a:pt x="4635" y="17995"/>
                  </a:lnTo>
                  <a:lnTo>
                    <a:pt x="4519" y="18149"/>
                  </a:lnTo>
                  <a:lnTo>
                    <a:pt x="4403" y="18381"/>
                  </a:lnTo>
                  <a:lnTo>
                    <a:pt x="4287" y="18805"/>
                  </a:lnTo>
                  <a:lnTo>
                    <a:pt x="3901" y="18381"/>
                  </a:lnTo>
                  <a:lnTo>
                    <a:pt x="3553" y="17917"/>
                  </a:lnTo>
                  <a:lnTo>
                    <a:pt x="4557" y="17879"/>
                  </a:lnTo>
                  <a:close/>
                  <a:moveTo>
                    <a:pt x="7917" y="20003"/>
                  </a:moveTo>
                  <a:lnTo>
                    <a:pt x="7878" y="20736"/>
                  </a:lnTo>
                  <a:lnTo>
                    <a:pt x="7763" y="21509"/>
                  </a:lnTo>
                  <a:lnTo>
                    <a:pt x="6797" y="20775"/>
                  </a:lnTo>
                  <a:lnTo>
                    <a:pt x="6759" y="20736"/>
                  </a:lnTo>
                  <a:lnTo>
                    <a:pt x="6681" y="20466"/>
                  </a:lnTo>
                  <a:lnTo>
                    <a:pt x="6990" y="20273"/>
                  </a:lnTo>
                  <a:lnTo>
                    <a:pt x="7299" y="20118"/>
                  </a:lnTo>
                  <a:lnTo>
                    <a:pt x="7608" y="20041"/>
                  </a:lnTo>
                  <a:lnTo>
                    <a:pt x="7917" y="20003"/>
                  </a:lnTo>
                  <a:close/>
                  <a:moveTo>
                    <a:pt x="5330" y="20389"/>
                  </a:moveTo>
                  <a:lnTo>
                    <a:pt x="6179" y="20813"/>
                  </a:lnTo>
                  <a:lnTo>
                    <a:pt x="5755" y="21200"/>
                  </a:lnTo>
                  <a:lnTo>
                    <a:pt x="5368" y="21663"/>
                  </a:lnTo>
                  <a:lnTo>
                    <a:pt x="5291" y="21007"/>
                  </a:lnTo>
                  <a:lnTo>
                    <a:pt x="5330" y="20389"/>
                  </a:lnTo>
                  <a:close/>
                  <a:moveTo>
                    <a:pt x="4905" y="0"/>
                  </a:moveTo>
                  <a:lnTo>
                    <a:pt x="4519" y="39"/>
                  </a:lnTo>
                  <a:lnTo>
                    <a:pt x="4171" y="39"/>
                  </a:lnTo>
                  <a:lnTo>
                    <a:pt x="3785" y="116"/>
                  </a:lnTo>
                  <a:lnTo>
                    <a:pt x="3438" y="232"/>
                  </a:lnTo>
                  <a:lnTo>
                    <a:pt x="3090" y="348"/>
                  </a:lnTo>
                  <a:lnTo>
                    <a:pt x="2743" y="502"/>
                  </a:lnTo>
                  <a:lnTo>
                    <a:pt x="2434" y="695"/>
                  </a:lnTo>
                  <a:lnTo>
                    <a:pt x="2086" y="927"/>
                  </a:lnTo>
                  <a:lnTo>
                    <a:pt x="1816" y="1197"/>
                  </a:lnTo>
                  <a:lnTo>
                    <a:pt x="1507" y="1506"/>
                  </a:lnTo>
                  <a:lnTo>
                    <a:pt x="1275" y="1815"/>
                  </a:lnTo>
                  <a:lnTo>
                    <a:pt x="1044" y="2124"/>
                  </a:lnTo>
                  <a:lnTo>
                    <a:pt x="812" y="2471"/>
                  </a:lnTo>
                  <a:lnTo>
                    <a:pt x="619" y="2858"/>
                  </a:lnTo>
                  <a:lnTo>
                    <a:pt x="464" y="3205"/>
                  </a:lnTo>
                  <a:lnTo>
                    <a:pt x="310" y="3591"/>
                  </a:lnTo>
                  <a:lnTo>
                    <a:pt x="233" y="3977"/>
                  </a:lnTo>
                  <a:lnTo>
                    <a:pt x="117" y="4364"/>
                  </a:lnTo>
                  <a:lnTo>
                    <a:pt x="78" y="4750"/>
                  </a:lnTo>
                  <a:lnTo>
                    <a:pt x="1" y="5174"/>
                  </a:lnTo>
                  <a:lnTo>
                    <a:pt x="1" y="5561"/>
                  </a:lnTo>
                  <a:lnTo>
                    <a:pt x="1" y="5985"/>
                  </a:lnTo>
                  <a:lnTo>
                    <a:pt x="40" y="6372"/>
                  </a:lnTo>
                  <a:lnTo>
                    <a:pt x="78" y="6796"/>
                  </a:lnTo>
                  <a:lnTo>
                    <a:pt x="155" y="7182"/>
                  </a:lnTo>
                  <a:lnTo>
                    <a:pt x="271" y="7569"/>
                  </a:lnTo>
                  <a:lnTo>
                    <a:pt x="387" y="7993"/>
                  </a:lnTo>
                  <a:lnTo>
                    <a:pt x="542" y="8380"/>
                  </a:lnTo>
                  <a:lnTo>
                    <a:pt x="928" y="9152"/>
                  </a:lnTo>
                  <a:lnTo>
                    <a:pt x="1121" y="9538"/>
                  </a:lnTo>
                  <a:lnTo>
                    <a:pt x="1352" y="9924"/>
                  </a:lnTo>
                  <a:lnTo>
                    <a:pt x="1623" y="10272"/>
                  </a:lnTo>
                  <a:lnTo>
                    <a:pt x="1893" y="10619"/>
                  </a:lnTo>
                  <a:lnTo>
                    <a:pt x="2202" y="10928"/>
                  </a:lnTo>
                  <a:lnTo>
                    <a:pt x="2511" y="11237"/>
                  </a:lnTo>
                  <a:lnTo>
                    <a:pt x="2820" y="11546"/>
                  </a:lnTo>
                  <a:lnTo>
                    <a:pt x="3167" y="11778"/>
                  </a:lnTo>
                  <a:lnTo>
                    <a:pt x="3553" y="12009"/>
                  </a:lnTo>
                  <a:lnTo>
                    <a:pt x="3940" y="12241"/>
                  </a:lnTo>
                  <a:lnTo>
                    <a:pt x="4326" y="12395"/>
                  </a:lnTo>
                  <a:lnTo>
                    <a:pt x="4712" y="12550"/>
                  </a:lnTo>
                  <a:lnTo>
                    <a:pt x="4171" y="13091"/>
                  </a:lnTo>
                  <a:lnTo>
                    <a:pt x="4133" y="13206"/>
                  </a:lnTo>
                  <a:lnTo>
                    <a:pt x="4133" y="13322"/>
                  </a:lnTo>
                  <a:lnTo>
                    <a:pt x="4210" y="13399"/>
                  </a:lnTo>
                  <a:lnTo>
                    <a:pt x="4326" y="13438"/>
                  </a:lnTo>
                  <a:lnTo>
                    <a:pt x="4789" y="13477"/>
                  </a:lnTo>
                  <a:lnTo>
                    <a:pt x="4519" y="13747"/>
                  </a:lnTo>
                  <a:lnTo>
                    <a:pt x="4287" y="13979"/>
                  </a:lnTo>
                  <a:lnTo>
                    <a:pt x="4094" y="14288"/>
                  </a:lnTo>
                  <a:lnTo>
                    <a:pt x="3940" y="14596"/>
                  </a:lnTo>
                  <a:lnTo>
                    <a:pt x="3785" y="14288"/>
                  </a:lnTo>
                  <a:lnTo>
                    <a:pt x="3631" y="14017"/>
                  </a:lnTo>
                  <a:lnTo>
                    <a:pt x="3438" y="13747"/>
                  </a:lnTo>
                  <a:lnTo>
                    <a:pt x="3206" y="13477"/>
                  </a:lnTo>
                  <a:lnTo>
                    <a:pt x="3129" y="13438"/>
                  </a:lnTo>
                  <a:lnTo>
                    <a:pt x="3051" y="13438"/>
                  </a:lnTo>
                  <a:lnTo>
                    <a:pt x="2974" y="13477"/>
                  </a:lnTo>
                  <a:lnTo>
                    <a:pt x="2897" y="13593"/>
                  </a:lnTo>
                  <a:lnTo>
                    <a:pt x="2588" y="14326"/>
                  </a:lnTo>
                  <a:lnTo>
                    <a:pt x="2241" y="15098"/>
                  </a:lnTo>
                  <a:lnTo>
                    <a:pt x="2202" y="15176"/>
                  </a:lnTo>
                  <a:lnTo>
                    <a:pt x="2202" y="15253"/>
                  </a:lnTo>
                  <a:lnTo>
                    <a:pt x="2241" y="15330"/>
                  </a:lnTo>
                  <a:lnTo>
                    <a:pt x="2318" y="15369"/>
                  </a:lnTo>
                  <a:lnTo>
                    <a:pt x="2665" y="15407"/>
                  </a:lnTo>
                  <a:lnTo>
                    <a:pt x="3013" y="15407"/>
                  </a:lnTo>
                  <a:lnTo>
                    <a:pt x="3360" y="15369"/>
                  </a:lnTo>
                  <a:lnTo>
                    <a:pt x="3669" y="15253"/>
                  </a:lnTo>
                  <a:lnTo>
                    <a:pt x="3669" y="15253"/>
                  </a:lnTo>
                  <a:lnTo>
                    <a:pt x="3631" y="15562"/>
                  </a:lnTo>
                  <a:lnTo>
                    <a:pt x="3592" y="15909"/>
                  </a:lnTo>
                  <a:lnTo>
                    <a:pt x="3631" y="16141"/>
                  </a:lnTo>
                  <a:lnTo>
                    <a:pt x="3669" y="16373"/>
                  </a:lnTo>
                  <a:lnTo>
                    <a:pt x="3785" y="16798"/>
                  </a:lnTo>
                  <a:lnTo>
                    <a:pt x="4017" y="17184"/>
                  </a:lnTo>
                  <a:lnTo>
                    <a:pt x="4287" y="17570"/>
                  </a:lnTo>
                  <a:lnTo>
                    <a:pt x="3245" y="17570"/>
                  </a:lnTo>
                  <a:lnTo>
                    <a:pt x="3167" y="17608"/>
                  </a:lnTo>
                  <a:lnTo>
                    <a:pt x="3090" y="17647"/>
                  </a:lnTo>
                  <a:lnTo>
                    <a:pt x="3051" y="17763"/>
                  </a:lnTo>
                  <a:lnTo>
                    <a:pt x="3090" y="17840"/>
                  </a:lnTo>
                  <a:lnTo>
                    <a:pt x="3322" y="18265"/>
                  </a:lnTo>
                  <a:lnTo>
                    <a:pt x="3592" y="18612"/>
                  </a:lnTo>
                  <a:lnTo>
                    <a:pt x="3901" y="18960"/>
                  </a:lnTo>
                  <a:lnTo>
                    <a:pt x="4249" y="19307"/>
                  </a:lnTo>
                  <a:lnTo>
                    <a:pt x="4326" y="19346"/>
                  </a:lnTo>
                  <a:lnTo>
                    <a:pt x="4442" y="19346"/>
                  </a:lnTo>
                  <a:lnTo>
                    <a:pt x="4519" y="19307"/>
                  </a:lnTo>
                  <a:lnTo>
                    <a:pt x="4557" y="19230"/>
                  </a:lnTo>
                  <a:lnTo>
                    <a:pt x="4751" y="18767"/>
                  </a:lnTo>
                  <a:lnTo>
                    <a:pt x="4828" y="18497"/>
                  </a:lnTo>
                  <a:lnTo>
                    <a:pt x="4905" y="18265"/>
                  </a:lnTo>
                  <a:lnTo>
                    <a:pt x="5021" y="18381"/>
                  </a:lnTo>
                  <a:lnTo>
                    <a:pt x="5446" y="18883"/>
                  </a:lnTo>
                  <a:lnTo>
                    <a:pt x="5793" y="19385"/>
                  </a:lnTo>
                  <a:lnTo>
                    <a:pt x="6063" y="19964"/>
                  </a:lnTo>
                  <a:lnTo>
                    <a:pt x="6257" y="20543"/>
                  </a:lnTo>
                  <a:lnTo>
                    <a:pt x="5253" y="19964"/>
                  </a:lnTo>
                  <a:lnTo>
                    <a:pt x="5175" y="19925"/>
                  </a:lnTo>
                  <a:lnTo>
                    <a:pt x="5098" y="19925"/>
                  </a:lnTo>
                  <a:lnTo>
                    <a:pt x="5021" y="20003"/>
                  </a:lnTo>
                  <a:lnTo>
                    <a:pt x="4982" y="20041"/>
                  </a:lnTo>
                  <a:lnTo>
                    <a:pt x="4944" y="20582"/>
                  </a:lnTo>
                  <a:lnTo>
                    <a:pt x="4944" y="21084"/>
                  </a:lnTo>
                  <a:lnTo>
                    <a:pt x="4982" y="21586"/>
                  </a:lnTo>
                  <a:lnTo>
                    <a:pt x="5059" y="22088"/>
                  </a:lnTo>
                  <a:lnTo>
                    <a:pt x="5098" y="22204"/>
                  </a:lnTo>
                  <a:lnTo>
                    <a:pt x="5214" y="22242"/>
                  </a:lnTo>
                  <a:lnTo>
                    <a:pt x="5291" y="22242"/>
                  </a:lnTo>
                  <a:lnTo>
                    <a:pt x="5368" y="22165"/>
                  </a:lnTo>
                  <a:lnTo>
                    <a:pt x="5870" y="21663"/>
                  </a:lnTo>
                  <a:lnTo>
                    <a:pt x="6372" y="21161"/>
                  </a:lnTo>
                  <a:lnTo>
                    <a:pt x="6411" y="21547"/>
                  </a:lnTo>
                  <a:lnTo>
                    <a:pt x="6372" y="21933"/>
                  </a:lnTo>
                  <a:lnTo>
                    <a:pt x="6295" y="22474"/>
                  </a:lnTo>
                  <a:lnTo>
                    <a:pt x="6102" y="23053"/>
                  </a:lnTo>
                  <a:lnTo>
                    <a:pt x="5870" y="23671"/>
                  </a:lnTo>
                  <a:lnTo>
                    <a:pt x="5677" y="23941"/>
                  </a:lnTo>
                  <a:lnTo>
                    <a:pt x="5523" y="24173"/>
                  </a:lnTo>
                  <a:lnTo>
                    <a:pt x="5330" y="24405"/>
                  </a:lnTo>
                  <a:lnTo>
                    <a:pt x="5098" y="24598"/>
                  </a:lnTo>
                  <a:lnTo>
                    <a:pt x="4866" y="24752"/>
                  </a:lnTo>
                  <a:lnTo>
                    <a:pt x="4635" y="24868"/>
                  </a:lnTo>
                  <a:lnTo>
                    <a:pt x="4364" y="24945"/>
                  </a:lnTo>
                  <a:lnTo>
                    <a:pt x="4094" y="24907"/>
                  </a:lnTo>
                  <a:lnTo>
                    <a:pt x="3785" y="24868"/>
                  </a:lnTo>
                  <a:lnTo>
                    <a:pt x="3476" y="24714"/>
                  </a:lnTo>
                  <a:lnTo>
                    <a:pt x="3399" y="24675"/>
                  </a:lnTo>
                  <a:lnTo>
                    <a:pt x="3360" y="24675"/>
                  </a:lnTo>
                  <a:lnTo>
                    <a:pt x="3283" y="24752"/>
                  </a:lnTo>
                  <a:lnTo>
                    <a:pt x="3245" y="24868"/>
                  </a:lnTo>
                  <a:lnTo>
                    <a:pt x="3245" y="24907"/>
                  </a:lnTo>
                  <a:lnTo>
                    <a:pt x="3283" y="24945"/>
                  </a:lnTo>
                  <a:lnTo>
                    <a:pt x="3438" y="25100"/>
                  </a:lnTo>
                  <a:lnTo>
                    <a:pt x="3592" y="25216"/>
                  </a:lnTo>
                  <a:lnTo>
                    <a:pt x="3785" y="25293"/>
                  </a:lnTo>
                  <a:lnTo>
                    <a:pt x="3940" y="25331"/>
                  </a:lnTo>
                  <a:lnTo>
                    <a:pt x="4133" y="25370"/>
                  </a:lnTo>
                  <a:lnTo>
                    <a:pt x="4287" y="25370"/>
                  </a:lnTo>
                  <a:lnTo>
                    <a:pt x="4635" y="25293"/>
                  </a:lnTo>
                  <a:lnTo>
                    <a:pt x="4982" y="25138"/>
                  </a:lnTo>
                  <a:lnTo>
                    <a:pt x="5330" y="24945"/>
                  </a:lnTo>
                  <a:lnTo>
                    <a:pt x="5600" y="24714"/>
                  </a:lnTo>
                  <a:lnTo>
                    <a:pt x="5870" y="24443"/>
                  </a:lnTo>
                  <a:lnTo>
                    <a:pt x="6141" y="24057"/>
                  </a:lnTo>
                  <a:lnTo>
                    <a:pt x="6334" y="23671"/>
                  </a:lnTo>
                  <a:lnTo>
                    <a:pt x="6527" y="23285"/>
                  </a:lnTo>
                  <a:lnTo>
                    <a:pt x="6643" y="22860"/>
                  </a:lnTo>
                  <a:lnTo>
                    <a:pt x="6759" y="22435"/>
                  </a:lnTo>
                  <a:lnTo>
                    <a:pt x="6797" y="21972"/>
                  </a:lnTo>
                  <a:lnTo>
                    <a:pt x="6836" y="21547"/>
                  </a:lnTo>
                  <a:lnTo>
                    <a:pt x="6797" y="21084"/>
                  </a:lnTo>
                  <a:lnTo>
                    <a:pt x="7763" y="21933"/>
                  </a:lnTo>
                  <a:lnTo>
                    <a:pt x="7840" y="21972"/>
                  </a:lnTo>
                  <a:lnTo>
                    <a:pt x="7917" y="21972"/>
                  </a:lnTo>
                  <a:lnTo>
                    <a:pt x="7994" y="21933"/>
                  </a:lnTo>
                  <a:lnTo>
                    <a:pt x="8071" y="21856"/>
                  </a:lnTo>
                  <a:lnTo>
                    <a:pt x="8149" y="21354"/>
                  </a:lnTo>
                  <a:lnTo>
                    <a:pt x="8226" y="20852"/>
                  </a:lnTo>
                  <a:lnTo>
                    <a:pt x="8303" y="19809"/>
                  </a:lnTo>
                  <a:lnTo>
                    <a:pt x="8303" y="19732"/>
                  </a:lnTo>
                  <a:lnTo>
                    <a:pt x="8265" y="19694"/>
                  </a:lnTo>
                  <a:lnTo>
                    <a:pt x="8187" y="19655"/>
                  </a:lnTo>
                  <a:lnTo>
                    <a:pt x="8149" y="19616"/>
                  </a:lnTo>
                  <a:lnTo>
                    <a:pt x="7724" y="19655"/>
                  </a:lnTo>
                  <a:lnTo>
                    <a:pt x="7299" y="19732"/>
                  </a:lnTo>
                  <a:lnTo>
                    <a:pt x="6952" y="19848"/>
                  </a:lnTo>
                  <a:lnTo>
                    <a:pt x="6604" y="20080"/>
                  </a:lnTo>
                  <a:lnTo>
                    <a:pt x="6334" y="19539"/>
                  </a:lnTo>
                  <a:lnTo>
                    <a:pt x="6025" y="18999"/>
                  </a:lnTo>
                  <a:lnTo>
                    <a:pt x="5677" y="18497"/>
                  </a:lnTo>
                  <a:lnTo>
                    <a:pt x="5253" y="18033"/>
                  </a:lnTo>
                  <a:lnTo>
                    <a:pt x="5214" y="17995"/>
                  </a:lnTo>
                  <a:lnTo>
                    <a:pt x="5716" y="17956"/>
                  </a:lnTo>
                  <a:lnTo>
                    <a:pt x="6179" y="17879"/>
                  </a:lnTo>
                  <a:lnTo>
                    <a:pt x="6257" y="17840"/>
                  </a:lnTo>
                  <a:lnTo>
                    <a:pt x="6295" y="17763"/>
                  </a:lnTo>
                  <a:lnTo>
                    <a:pt x="6295" y="17686"/>
                  </a:lnTo>
                  <a:lnTo>
                    <a:pt x="6257" y="17608"/>
                  </a:lnTo>
                  <a:lnTo>
                    <a:pt x="6102" y="17261"/>
                  </a:lnTo>
                  <a:lnTo>
                    <a:pt x="5870" y="16952"/>
                  </a:lnTo>
                  <a:lnTo>
                    <a:pt x="5639" y="16682"/>
                  </a:lnTo>
                  <a:lnTo>
                    <a:pt x="5368" y="16411"/>
                  </a:lnTo>
                  <a:lnTo>
                    <a:pt x="5291" y="16373"/>
                  </a:lnTo>
                  <a:lnTo>
                    <a:pt x="5793" y="14674"/>
                  </a:lnTo>
                  <a:lnTo>
                    <a:pt x="5793" y="14558"/>
                  </a:lnTo>
                  <a:lnTo>
                    <a:pt x="5755" y="14481"/>
                  </a:lnTo>
                  <a:lnTo>
                    <a:pt x="5677" y="14442"/>
                  </a:lnTo>
                  <a:lnTo>
                    <a:pt x="5561" y="14442"/>
                  </a:lnTo>
                  <a:lnTo>
                    <a:pt x="4326" y="14674"/>
                  </a:lnTo>
                  <a:lnTo>
                    <a:pt x="4326" y="14674"/>
                  </a:lnTo>
                  <a:lnTo>
                    <a:pt x="4519" y="14326"/>
                  </a:lnTo>
                  <a:lnTo>
                    <a:pt x="4751" y="14056"/>
                  </a:lnTo>
                  <a:lnTo>
                    <a:pt x="4982" y="13786"/>
                  </a:lnTo>
                  <a:lnTo>
                    <a:pt x="5214" y="13515"/>
                  </a:lnTo>
                  <a:lnTo>
                    <a:pt x="5870" y="13554"/>
                  </a:lnTo>
                  <a:lnTo>
                    <a:pt x="5986" y="13515"/>
                  </a:lnTo>
                  <a:lnTo>
                    <a:pt x="6025" y="13438"/>
                  </a:lnTo>
                  <a:lnTo>
                    <a:pt x="6063" y="13361"/>
                  </a:lnTo>
                  <a:lnTo>
                    <a:pt x="6025" y="13245"/>
                  </a:lnTo>
                  <a:lnTo>
                    <a:pt x="5832" y="12820"/>
                  </a:lnTo>
                  <a:lnTo>
                    <a:pt x="5561" y="12434"/>
                  </a:lnTo>
                  <a:lnTo>
                    <a:pt x="6257" y="11893"/>
                  </a:lnTo>
                  <a:lnTo>
                    <a:pt x="6913" y="11276"/>
                  </a:lnTo>
                  <a:lnTo>
                    <a:pt x="7531" y="10619"/>
                  </a:lnTo>
                  <a:lnTo>
                    <a:pt x="8110" y="9885"/>
                  </a:lnTo>
                  <a:lnTo>
                    <a:pt x="8573" y="9152"/>
                  </a:lnTo>
                  <a:lnTo>
                    <a:pt x="8805" y="8766"/>
                  </a:lnTo>
                  <a:lnTo>
                    <a:pt x="8998" y="8341"/>
                  </a:lnTo>
                  <a:lnTo>
                    <a:pt x="9153" y="7916"/>
                  </a:lnTo>
                  <a:lnTo>
                    <a:pt x="9307" y="7491"/>
                  </a:lnTo>
                  <a:lnTo>
                    <a:pt x="9423" y="7067"/>
                  </a:lnTo>
                  <a:lnTo>
                    <a:pt x="9500" y="6642"/>
                  </a:lnTo>
                  <a:lnTo>
                    <a:pt x="9577" y="6217"/>
                  </a:lnTo>
                  <a:lnTo>
                    <a:pt x="9616" y="5754"/>
                  </a:lnTo>
                  <a:lnTo>
                    <a:pt x="9616" y="5329"/>
                  </a:lnTo>
                  <a:lnTo>
                    <a:pt x="9577" y="4904"/>
                  </a:lnTo>
                  <a:lnTo>
                    <a:pt x="9539" y="4479"/>
                  </a:lnTo>
                  <a:lnTo>
                    <a:pt x="9462" y="4093"/>
                  </a:lnTo>
                  <a:lnTo>
                    <a:pt x="9346" y="3669"/>
                  </a:lnTo>
                  <a:lnTo>
                    <a:pt x="9230" y="3282"/>
                  </a:lnTo>
                  <a:lnTo>
                    <a:pt x="9037" y="2896"/>
                  </a:lnTo>
                  <a:lnTo>
                    <a:pt x="8882" y="2510"/>
                  </a:lnTo>
                  <a:lnTo>
                    <a:pt x="8651" y="2163"/>
                  </a:lnTo>
                  <a:lnTo>
                    <a:pt x="8380" y="1815"/>
                  </a:lnTo>
                  <a:lnTo>
                    <a:pt x="8110" y="1506"/>
                  </a:lnTo>
                  <a:lnTo>
                    <a:pt x="7801" y="1197"/>
                  </a:lnTo>
                  <a:lnTo>
                    <a:pt x="7492" y="927"/>
                  </a:lnTo>
                  <a:lnTo>
                    <a:pt x="7106" y="695"/>
                  </a:lnTo>
                  <a:lnTo>
                    <a:pt x="6759" y="502"/>
                  </a:lnTo>
                  <a:lnTo>
                    <a:pt x="6411" y="348"/>
                  </a:lnTo>
                  <a:lnTo>
                    <a:pt x="6025" y="193"/>
                  </a:lnTo>
                  <a:lnTo>
                    <a:pt x="5639" y="116"/>
                  </a:lnTo>
                  <a:lnTo>
                    <a:pt x="5291" y="3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3"/>
            <p:cNvSpPr/>
            <p:nvPr/>
          </p:nvSpPr>
          <p:spPr>
            <a:xfrm>
              <a:off x="3031900" y="4271250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4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8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1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5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9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5"/>
                  </a:lnTo>
                  <a:lnTo>
                    <a:pt x="1159" y="541"/>
                  </a:lnTo>
                  <a:lnTo>
                    <a:pt x="1352" y="426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9"/>
                  </a:lnTo>
                  <a:lnTo>
                    <a:pt x="309" y="928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6"/>
                  </a:lnTo>
                  <a:lnTo>
                    <a:pt x="0" y="2009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3" y="2858"/>
                  </a:lnTo>
                  <a:lnTo>
                    <a:pt x="425" y="3244"/>
                  </a:lnTo>
                  <a:lnTo>
                    <a:pt x="695" y="3553"/>
                  </a:lnTo>
                  <a:lnTo>
                    <a:pt x="1043" y="3824"/>
                  </a:lnTo>
                  <a:lnTo>
                    <a:pt x="1468" y="4017"/>
                  </a:lnTo>
                  <a:lnTo>
                    <a:pt x="1661" y="4094"/>
                  </a:lnTo>
                  <a:lnTo>
                    <a:pt x="1893" y="4133"/>
                  </a:lnTo>
                  <a:lnTo>
                    <a:pt x="2317" y="4133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3"/>
                  </a:lnTo>
                  <a:lnTo>
                    <a:pt x="4171" y="1430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7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"/>
            <p:cNvSpPr/>
            <p:nvPr/>
          </p:nvSpPr>
          <p:spPr>
            <a:xfrm>
              <a:off x="5567925" y="4274150"/>
              <a:ext cx="67600" cy="76300"/>
            </a:xfrm>
            <a:custGeom>
              <a:avLst/>
              <a:gdLst/>
              <a:ahLst/>
              <a:cxnLst/>
              <a:rect l="l" t="t" r="r" b="b"/>
              <a:pathLst>
                <a:path w="2704" h="3052" extrusionOk="0">
                  <a:moveTo>
                    <a:pt x="1159" y="425"/>
                  </a:moveTo>
                  <a:lnTo>
                    <a:pt x="1429" y="503"/>
                  </a:lnTo>
                  <a:lnTo>
                    <a:pt x="1661" y="619"/>
                  </a:lnTo>
                  <a:lnTo>
                    <a:pt x="1854" y="773"/>
                  </a:lnTo>
                  <a:lnTo>
                    <a:pt x="2009" y="966"/>
                  </a:lnTo>
                  <a:lnTo>
                    <a:pt x="2124" y="1121"/>
                  </a:lnTo>
                  <a:lnTo>
                    <a:pt x="2202" y="1314"/>
                  </a:lnTo>
                  <a:lnTo>
                    <a:pt x="2318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2" y="2395"/>
                  </a:lnTo>
                  <a:lnTo>
                    <a:pt x="2047" y="2279"/>
                  </a:lnTo>
                  <a:lnTo>
                    <a:pt x="1623" y="2047"/>
                  </a:lnTo>
                  <a:lnTo>
                    <a:pt x="1236" y="1893"/>
                  </a:lnTo>
                  <a:lnTo>
                    <a:pt x="1005" y="1777"/>
                  </a:lnTo>
                  <a:lnTo>
                    <a:pt x="812" y="1661"/>
                  </a:lnTo>
                  <a:lnTo>
                    <a:pt x="619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2"/>
                  </a:lnTo>
                  <a:lnTo>
                    <a:pt x="541" y="657"/>
                  </a:lnTo>
                  <a:lnTo>
                    <a:pt x="619" y="580"/>
                  </a:lnTo>
                  <a:lnTo>
                    <a:pt x="696" y="503"/>
                  </a:lnTo>
                  <a:lnTo>
                    <a:pt x="812" y="464"/>
                  </a:lnTo>
                  <a:lnTo>
                    <a:pt x="927" y="425"/>
                  </a:lnTo>
                  <a:close/>
                  <a:moveTo>
                    <a:pt x="1005" y="1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1"/>
                  </a:lnTo>
                  <a:lnTo>
                    <a:pt x="194" y="425"/>
                  </a:lnTo>
                  <a:lnTo>
                    <a:pt x="78" y="619"/>
                  </a:lnTo>
                  <a:lnTo>
                    <a:pt x="1" y="812"/>
                  </a:lnTo>
                  <a:lnTo>
                    <a:pt x="1" y="1005"/>
                  </a:lnTo>
                  <a:lnTo>
                    <a:pt x="1" y="1236"/>
                  </a:lnTo>
                  <a:lnTo>
                    <a:pt x="39" y="1429"/>
                  </a:lnTo>
                  <a:lnTo>
                    <a:pt x="155" y="1623"/>
                  </a:lnTo>
                  <a:lnTo>
                    <a:pt x="387" y="1854"/>
                  </a:lnTo>
                  <a:lnTo>
                    <a:pt x="619" y="2047"/>
                  </a:lnTo>
                  <a:lnTo>
                    <a:pt x="889" y="2202"/>
                  </a:lnTo>
                  <a:lnTo>
                    <a:pt x="1198" y="2318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9" y="2742"/>
                  </a:lnTo>
                  <a:lnTo>
                    <a:pt x="2202" y="2974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1" y="3013"/>
                  </a:lnTo>
                  <a:lnTo>
                    <a:pt x="2588" y="2974"/>
                  </a:lnTo>
                  <a:lnTo>
                    <a:pt x="2626" y="2897"/>
                  </a:lnTo>
                  <a:lnTo>
                    <a:pt x="2704" y="2318"/>
                  </a:lnTo>
                  <a:lnTo>
                    <a:pt x="2704" y="2009"/>
                  </a:lnTo>
                  <a:lnTo>
                    <a:pt x="2704" y="1700"/>
                  </a:lnTo>
                  <a:lnTo>
                    <a:pt x="2626" y="1429"/>
                  </a:lnTo>
                  <a:lnTo>
                    <a:pt x="2549" y="1121"/>
                  </a:lnTo>
                  <a:lnTo>
                    <a:pt x="2433" y="850"/>
                  </a:lnTo>
                  <a:lnTo>
                    <a:pt x="2279" y="580"/>
                  </a:lnTo>
                  <a:lnTo>
                    <a:pt x="2124" y="425"/>
                  </a:lnTo>
                  <a:lnTo>
                    <a:pt x="1931" y="271"/>
                  </a:lnTo>
                  <a:lnTo>
                    <a:pt x="1700" y="117"/>
                  </a:lnTo>
                  <a:lnTo>
                    <a:pt x="1507" y="39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"/>
            <p:cNvSpPr/>
            <p:nvPr/>
          </p:nvSpPr>
          <p:spPr>
            <a:xfrm>
              <a:off x="2254775" y="4312775"/>
              <a:ext cx="326325" cy="190200"/>
            </a:xfrm>
            <a:custGeom>
              <a:avLst/>
              <a:gdLst/>
              <a:ahLst/>
              <a:cxnLst/>
              <a:rect l="l" t="t" r="r" b="b"/>
              <a:pathLst>
                <a:path w="13053" h="7608" extrusionOk="0">
                  <a:moveTo>
                    <a:pt x="8920" y="271"/>
                  </a:moveTo>
                  <a:lnTo>
                    <a:pt x="9036" y="348"/>
                  </a:lnTo>
                  <a:lnTo>
                    <a:pt x="9191" y="464"/>
                  </a:lnTo>
                  <a:lnTo>
                    <a:pt x="9307" y="618"/>
                  </a:lnTo>
                  <a:lnTo>
                    <a:pt x="9384" y="657"/>
                  </a:lnTo>
                  <a:lnTo>
                    <a:pt x="9422" y="966"/>
                  </a:lnTo>
                  <a:lnTo>
                    <a:pt x="9422" y="1275"/>
                  </a:lnTo>
                  <a:lnTo>
                    <a:pt x="9345" y="1545"/>
                  </a:lnTo>
                  <a:lnTo>
                    <a:pt x="9229" y="1815"/>
                  </a:lnTo>
                  <a:lnTo>
                    <a:pt x="9036" y="2085"/>
                  </a:lnTo>
                  <a:lnTo>
                    <a:pt x="8882" y="2317"/>
                  </a:lnTo>
                  <a:lnTo>
                    <a:pt x="8457" y="2781"/>
                  </a:lnTo>
                  <a:lnTo>
                    <a:pt x="6990" y="4441"/>
                  </a:lnTo>
                  <a:lnTo>
                    <a:pt x="6835" y="4441"/>
                  </a:lnTo>
                  <a:lnTo>
                    <a:pt x="7106" y="3476"/>
                  </a:lnTo>
                  <a:lnTo>
                    <a:pt x="7415" y="2549"/>
                  </a:lnTo>
                  <a:lnTo>
                    <a:pt x="7801" y="1506"/>
                  </a:lnTo>
                  <a:lnTo>
                    <a:pt x="8032" y="1043"/>
                  </a:lnTo>
                  <a:lnTo>
                    <a:pt x="8187" y="773"/>
                  </a:lnTo>
                  <a:lnTo>
                    <a:pt x="8380" y="502"/>
                  </a:lnTo>
                  <a:lnTo>
                    <a:pt x="8573" y="348"/>
                  </a:lnTo>
                  <a:lnTo>
                    <a:pt x="8689" y="271"/>
                  </a:lnTo>
                  <a:close/>
                  <a:moveTo>
                    <a:pt x="2124" y="4441"/>
                  </a:moveTo>
                  <a:lnTo>
                    <a:pt x="2974" y="4557"/>
                  </a:lnTo>
                  <a:lnTo>
                    <a:pt x="3823" y="4711"/>
                  </a:lnTo>
                  <a:lnTo>
                    <a:pt x="4905" y="4866"/>
                  </a:lnTo>
                  <a:lnTo>
                    <a:pt x="5407" y="4943"/>
                  </a:lnTo>
                  <a:lnTo>
                    <a:pt x="5947" y="4982"/>
                  </a:lnTo>
                  <a:lnTo>
                    <a:pt x="4673" y="5213"/>
                  </a:lnTo>
                  <a:lnTo>
                    <a:pt x="3399" y="5406"/>
                  </a:lnTo>
                  <a:lnTo>
                    <a:pt x="2703" y="5484"/>
                  </a:lnTo>
                  <a:lnTo>
                    <a:pt x="1622" y="5484"/>
                  </a:lnTo>
                  <a:lnTo>
                    <a:pt x="1236" y="5445"/>
                  </a:lnTo>
                  <a:lnTo>
                    <a:pt x="966" y="5368"/>
                  </a:lnTo>
                  <a:lnTo>
                    <a:pt x="773" y="5291"/>
                  </a:lnTo>
                  <a:lnTo>
                    <a:pt x="696" y="5213"/>
                  </a:lnTo>
                  <a:lnTo>
                    <a:pt x="657" y="5097"/>
                  </a:lnTo>
                  <a:lnTo>
                    <a:pt x="657" y="4982"/>
                  </a:lnTo>
                  <a:lnTo>
                    <a:pt x="696" y="4827"/>
                  </a:lnTo>
                  <a:lnTo>
                    <a:pt x="734" y="4673"/>
                  </a:lnTo>
                  <a:lnTo>
                    <a:pt x="811" y="4557"/>
                  </a:lnTo>
                  <a:lnTo>
                    <a:pt x="889" y="4480"/>
                  </a:lnTo>
                  <a:lnTo>
                    <a:pt x="966" y="4441"/>
                  </a:lnTo>
                  <a:close/>
                  <a:moveTo>
                    <a:pt x="7183" y="4866"/>
                  </a:moveTo>
                  <a:lnTo>
                    <a:pt x="8380" y="5097"/>
                  </a:lnTo>
                  <a:lnTo>
                    <a:pt x="9616" y="5406"/>
                  </a:lnTo>
                  <a:lnTo>
                    <a:pt x="10272" y="5599"/>
                  </a:lnTo>
                  <a:lnTo>
                    <a:pt x="10967" y="5792"/>
                  </a:lnTo>
                  <a:lnTo>
                    <a:pt x="11662" y="6024"/>
                  </a:lnTo>
                  <a:lnTo>
                    <a:pt x="12087" y="6217"/>
                  </a:lnTo>
                  <a:lnTo>
                    <a:pt x="12203" y="6256"/>
                  </a:lnTo>
                  <a:lnTo>
                    <a:pt x="12319" y="6333"/>
                  </a:lnTo>
                  <a:lnTo>
                    <a:pt x="12396" y="6410"/>
                  </a:lnTo>
                  <a:lnTo>
                    <a:pt x="12434" y="6526"/>
                  </a:lnTo>
                  <a:lnTo>
                    <a:pt x="12473" y="6642"/>
                  </a:lnTo>
                  <a:lnTo>
                    <a:pt x="12473" y="6796"/>
                  </a:lnTo>
                  <a:lnTo>
                    <a:pt x="12396" y="7144"/>
                  </a:lnTo>
                  <a:lnTo>
                    <a:pt x="12241" y="7183"/>
                  </a:lnTo>
                  <a:lnTo>
                    <a:pt x="12010" y="7221"/>
                  </a:lnTo>
                  <a:lnTo>
                    <a:pt x="11817" y="7183"/>
                  </a:lnTo>
                  <a:lnTo>
                    <a:pt x="11585" y="7144"/>
                  </a:lnTo>
                  <a:lnTo>
                    <a:pt x="11122" y="7028"/>
                  </a:lnTo>
                  <a:lnTo>
                    <a:pt x="10735" y="6874"/>
                  </a:lnTo>
                  <a:lnTo>
                    <a:pt x="10002" y="6603"/>
                  </a:lnTo>
                  <a:lnTo>
                    <a:pt x="9307" y="6256"/>
                  </a:lnTo>
                  <a:lnTo>
                    <a:pt x="8766" y="5947"/>
                  </a:lnTo>
                  <a:lnTo>
                    <a:pt x="8225" y="5599"/>
                  </a:lnTo>
                  <a:lnTo>
                    <a:pt x="7183" y="4866"/>
                  </a:lnTo>
                  <a:close/>
                  <a:moveTo>
                    <a:pt x="8805" y="0"/>
                  </a:moveTo>
                  <a:lnTo>
                    <a:pt x="8573" y="39"/>
                  </a:lnTo>
                  <a:lnTo>
                    <a:pt x="8341" y="155"/>
                  </a:lnTo>
                  <a:lnTo>
                    <a:pt x="8110" y="271"/>
                  </a:lnTo>
                  <a:lnTo>
                    <a:pt x="7955" y="464"/>
                  </a:lnTo>
                  <a:lnTo>
                    <a:pt x="7723" y="850"/>
                  </a:lnTo>
                  <a:lnTo>
                    <a:pt x="7492" y="1275"/>
                  </a:lnTo>
                  <a:lnTo>
                    <a:pt x="7183" y="2201"/>
                  </a:lnTo>
                  <a:lnTo>
                    <a:pt x="6835" y="3321"/>
                  </a:lnTo>
                  <a:lnTo>
                    <a:pt x="6719" y="3862"/>
                  </a:lnTo>
                  <a:lnTo>
                    <a:pt x="6604" y="4441"/>
                  </a:lnTo>
                  <a:lnTo>
                    <a:pt x="6526" y="4518"/>
                  </a:lnTo>
                  <a:lnTo>
                    <a:pt x="6526" y="4634"/>
                  </a:lnTo>
                  <a:lnTo>
                    <a:pt x="5947" y="4595"/>
                  </a:lnTo>
                  <a:lnTo>
                    <a:pt x="5407" y="4557"/>
                  </a:lnTo>
                  <a:lnTo>
                    <a:pt x="4325" y="4402"/>
                  </a:lnTo>
                  <a:lnTo>
                    <a:pt x="3244" y="4209"/>
                  </a:lnTo>
                  <a:lnTo>
                    <a:pt x="2703" y="4132"/>
                  </a:lnTo>
                  <a:lnTo>
                    <a:pt x="2124" y="4093"/>
                  </a:lnTo>
                  <a:lnTo>
                    <a:pt x="1545" y="4055"/>
                  </a:lnTo>
                  <a:lnTo>
                    <a:pt x="1159" y="4055"/>
                  </a:lnTo>
                  <a:lnTo>
                    <a:pt x="773" y="4093"/>
                  </a:lnTo>
                  <a:lnTo>
                    <a:pt x="425" y="4209"/>
                  </a:lnTo>
                  <a:lnTo>
                    <a:pt x="271" y="4287"/>
                  </a:lnTo>
                  <a:lnTo>
                    <a:pt x="155" y="4364"/>
                  </a:lnTo>
                  <a:lnTo>
                    <a:pt x="78" y="4480"/>
                  </a:lnTo>
                  <a:lnTo>
                    <a:pt x="0" y="4634"/>
                  </a:lnTo>
                  <a:lnTo>
                    <a:pt x="0" y="4789"/>
                  </a:lnTo>
                  <a:lnTo>
                    <a:pt x="39" y="4982"/>
                  </a:lnTo>
                  <a:lnTo>
                    <a:pt x="78" y="5136"/>
                  </a:lnTo>
                  <a:lnTo>
                    <a:pt x="155" y="5252"/>
                  </a:lnTo>
                  <a:lnTo>
                    <a:pt x="232" y="5406"/>
                  </a:lnTo>
                  <a:lnTo>
                    <a:pt x="348" y="5522"/>
                  </a:lnTo>
                  <a:lnTo>
                    <a:pt x="618" y="5677"/>
                  </a:lnTo>
                  <a:lnTo>
                    <a:pt x="927" y="5792"/>
                  </a:lnTo>
                  <a:lnTo>
                    <a:pt x="1275" y="5870"/>
                  </a:lnTo>
                  <a:lnTo>
                    <a:pt x="1622" y="5908"/>
                  </a:lnTo>
                  <a:lnTo>
                    <a:pt x="2240" y="5908"/>
                  </a:lnTo>
                  <a:lnTo>
                    <a:pt x="3360" y="5831"/>
                  </a:lnTo>
                  <a:lnTo>
                    <a:pt x="4441" y="5715"/>
                  </a:lnTo>
                  <a:lnTo>
                    <a:pt x="5561" y="5484"/>
                  </a:lnTo>
                  <a:lnTo>
                    <a:pt x="6102" y="5329"/>
                  </a:lnTo>
                  <a:lnTo>
                    <a:pt x="6604" y="5136"/>
                  </a:lnTo>
                  <a:lnTo>
                    <a:pt x="6604" y="5175"/>
                  </a:lnTo>
                  <a:lnTo>
                    <a:pt x="6642" y="5599"/>
                  </a:lnTo>
                  <a:lnTo>
                    <a:pt x="6681" y="5792"/>
                  </a:lnTo>
                  <a:lnTo>
                    <a:pt x="6758" y="5986"/>
                  </a:lnTo>
                  <a:lnTo>
                    <a:pt x="7028" y="6024"/>
                  </a:lnTo>
                  <a:lnTo>
                    <a:pt x="7028" y="5986"/>
                  </a:lnTo>
                  <a:lnTo>
                    <a:pt x="6951" y="5599"/>
                  </a:lnTo>
                  <a:lnTo>
                    <a:pt x="6951" y="5406"/>
                  </a:lnTo>
                  <a:lnTo>
                    <a:pt x="6990" y="5213"/>
                  </a:lnTo>
                  <a:lnTo>
                    <a:pt x="7028" y="5175"/>
                  </a:lnTo>
                  <a:lnTo>
                    <a:pt x="7723" y="5754"/>
                  </a:lnTo>
                  <a:lnTo>
                    <a:pt x="8496" y="6256"/>
                  </a:lnTo>
                  <a:lnTo>
                    <a:pt x="9307" y="6681"/>
                  </a:lnTo>
                  <a:lnTo>
                    <a:pt x="10118" y="7067"/>
                  </a:lnTo>
                  <a:lnTo>
                    <a:pt x="10774" y="7337"/>
                  </a:lnTo>
                  <a:lnTo>
                    <a:pt x="11237" y="7453"/>
                  </a:lnTo>
                  <a:lnTo>
                    <a:pt x="11662" y="7569"/>
                  </a:lnTo>
                  <a:lnTo>
                    <a:pt x="12126" y="7607"/>
                  </a:lnTo>
                  <a:lnTo>
                    <a:pt x="12319" y="7569"/>
                  </a:lnTo>
                  <a:lnTo>
                    <a:pt x="12512" y="7530"/>
                  </a:lnTo>
                  <a:lnTo>
                    <a:pt x="12666" y="7453"/>
                  </a:lnTo>
                  <a:lnTo>
                    <a:pt x="12821" y="7376"/>
                  </a:lnTo>
                  <a:lnTo>
                    <a:pt x="12936" y="7221"/>
                  </a:lnTo>
                  <a:lnTo>
                    <a:pt x="13014" y="7028"/>
                  </a:lnTo>
                  <a:lnTo>
                    <a:pt x="13052" y="6874"/>
                  </a:lnTo>
                  <a:lnTo>
                    <a:pt x="13052" y="6719"/>
                  </a:lnTo>
                  <a:lnTo>
                    <a:pt x="13014" y="6565"/>
                  </a:lnTo>
                  <a:lnTo>
                    <a:pt x="12975" y="6449"/>
                  </a:lnTo>
                  <a:lnTo>
                    <a:pt x="12898" y="6333"/>
                  </a:lnTo>
                  <a:lnTo>
                    <a:pt x="12782" y="6217"/>
                  </a:lnTo>
                  <a:lnTo>
                    <a:pt x="12512" y="6024"/>
                  </a:lnTo>
                  <a:lnTo>
                    <a:pt x="12241" y="5870"/>
                  </a:lnTo>
                  <a:lnTo>
                    <a:pt x="11894" y="5715"/>
                  </a:lnTo>
                  <a:lnTo>
                    <a:pt x="11353" y="5522"/>
                  </a:lnTo>
                  <a:lnTo>
                    <a:pt x="10388" y="5213"/>
                  </a:lnTo>
                  <a:lnTo>
                    <a:pt x="9384" y="4943"/>
                  </a:lnTo>
                  <a:lnTo>
                    <a:pt x="8380" y="4711"/>
                  </a:lnTo>
                  <a:lnTo>
                    <a:pt x="7376" y="4518"/>
                  </a:lnTo>
                  <a:lnTo>
                    <a:pt x="8418" y="3437"/>
                  </a:lnTo>
                  <a:lnTo>
                    <a:pt x="8882" y="2896"/>
                  </a:lnTo>
                  <a:lnTo>
                    <a:pt x="9345" y="2279"/>
                  </a:lnTo>
                  <a:lnTo>
                    <a:pt x="9461" y="2085"/>
                  </a:lnTo>
                  <a:lnTo>
                    <a:pt x="9577" y="1854"/>
                  </a:lnTo>
                  <a:lnTo>
                    <a:pt x="9654" y="1622"/>
                  </a:lnTo>
                  <a:lnTo>
                    <a:pt x="9731" y="1390"/>
                  </a:lnTo>
                  <a:lnTo>
                    <a:pt x="9731" y="1159"/>
                  </a:lnTo>
                  <a:lnTo>
                    <a:pt x="9693" y="927"/>
                  </a:lnTo>
                  <a:lnTo>
                    <a:pt x="9654" y="657"/>
                  </a:lnTo>
                  <a:lnTo>
                    <a:pt x="9500" y="464"/>
                  </a:lnTo>
                  <a:lnTo>
                    <a:pt x="9461" y="309"/>
                  </a:lnTo>
                  <a:lnTo>
                    <a:pt x="9384" y="232"/>
                  </a:lnTo>
                  <a:lnTo>
                    <a:pt x="9229" y="78"/>
                  </a:lnTo>
                  <a:lnTo>
                    <a:pt x="903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"/>
            <p:cNvSpPr/>
            <p:nvPr/>
          </p:nvSpPr>
          <p:spPr>
            <a:xfrm>
              <a:off x="1058675" y="4315675"/>
              <a:ext cx="594700" cy="534825"/>
            </a:xfrm>
            <a:custGeom>
              <a:avLst/>
              <a:gdLst/>
              <a:ahLst/>
              <a:cxnLst/>
              <a:rect l="l" t="t" r="r" b="b"/>
              <a:pathLst>
                <a:path w="23788" h="21393" extrusionOk="0">
                  <a:moveTo>
                    <a:pt x="23478" y="270"/>
                  </a:moveTo>
                  <a:lnTo>
                    <a:pt x="23401" y="386"/>
                  </a:lnTo>
                  <a:lnTo>
                    <a:pt x="22590" y="1815"/>
                  </a:lnTo>
                  <a:lnTo>
                    <a:pt x="21741" y="3205"/>
                  </a:lnTo>
                  <a:lnTo>
                    <a:pt x="20853" y="4595"/>
                  </a:lnTo>
                  <a:lnTo>
                    <a:pt x="19926" y="5985"/>
                  </a:lnTo>
                  <a:lnTo>
                    <a:pt x="19269" y="5754"/>
                  </a:lnTo>
                  <a:lnTo>
                    <a:pt x="18999" y="5638"/>
                  </a:lnTo>
                  <a:lnTo>
                    <a:pt x="18690" y="5483"/>
                  </a:lnTo>
                  <a:lnTo>
                    <a:pt x="18420" y="5290"/>
                  </a:lnTo>
                  <a:lnTo>
                    <a:pt x="18150" y="5059"/>
                  </a:lnTo>
                  <a:lnTo>
                    <a:pt x="17918" y="4827"/>
                  </a:lnTo>
                  <a:lnTo>
                    <a:pt x="17686" y="4557"/>
                  </a:lnTo>
                  <a:lnTo>
                    <a:pt x="17493" y="4286"/>
                  </a:lnTo>
                  <a:lnTo>
                    <a:pt x="17339" y="3977"/>
                  </a:lnTo>
                  <a:lnTo>
                    <a:pt x="17030" y="3360"/>
                  </a:lnTo>
                  <a:lnTo>
                    <a:pt x="16798" y="2742"/>
                  </a:lnTo>
                  <a:lnTo>
                    <a:pt x="16605" y="2085"/>
                  </a:lnTo>
                  <a:lnTo>
                    <a:pt x="17416" y="1776"/>
                  </a:lnTo>
                  <a:lnTo>
                    <a:pt x="18265" y="1467"/>
                  </a:lnTo>
                  <a:lnTo>
                    <a:pt x="19115" y="1197"/>
                  </a:lnTo>
                  <a:lnTo>
                    <a:pt x="19965" y="965"/>
                  </a:lnTo>
                  <a:lnTo>
                    <a:pt x="20853" y="772"/>
                  </a:lnTo>
                  <a:lnTo>
                    <a:pt x="21702" y="579"/>
                  </a:lnTo>
                  <a:lnTo>
                    <a:pt x="22590" y="425"/>
                  </a:lnTo>
                  <a:lnTo>
                    <a:pt x="23478" y="270"/>
                  </a:lnTo>
                  <a:close/>
                  <a:moveTo>
                    <a:pt x="4866" y="7607"/>
                  </a:moveTo>
                  <a:lnTo>
                    <a:pt x="6256" y="7646"/>
                  </a:lnTo>
                  <a:lnTo>
                    <a:pt x="7608" y="7723"/>
                  </a:lnTo>
                  <a:lnTo>
                    <a:pt x="7222" y="8186"/>
                  </a:lnTo>
                  <a:lnTo>
                    <a:pt x="6835" y="8650"/>
                  </a:lnTo>
                  <a:lnTo>
                    <a:pt x="6488" y="9190"/>
                  </a:lnTo>
                  <a:lnTo>
                    <a:pt x="6140" y="9692"/>
                  </a:lnTo>
                  <a:lnTo>
                    <a:pt x="5909" y="10233"/>
                  </a:lnTo>
                  <a:lnTo>
                    <a:pt x="5870" y="10272"/>
                  </a:lnTo>
                  <a:lnTo>
                    <a:pt x="5214" y="10774"/>
                  </a:lnTo>
                  <a:lnTo>
                    <a:pt x="4557" y="11314"/>
                  </a:lnTo>
                  <a:lnTo>
                    <a:pt x="4326" y="11546"/>
                  </a:lnTo>
                  <a:lnTo>
                    <a:pt x="4094" y="11816"/>
                  </a:lnTo>
                  <a:lnTo>
                    <a:pt x="3824" y="12048"/>
                  </a:lnTo>
                  <a:lnTo>
                    <a:pt x="3708" y="12125"/>
                  </a:lnTo>
                  <a:lnTo>
                    <a:pt x="3553" y="12164"/>
                  </a:lnTo>
                  <a:lnTo>
                    <a:pt x="3399" y="12202"/>
                  </a:lnTo>
                  <a:lnTo>
                    <a:pt x="3206" y="12164"/>
                  </a:lnTo>
                  <a:lnTo>
                    <a:pt x="2742" y="12087"/>
                  </a:lnTo>
                  <a:lnTo>
                    <a:pt x="1970" y="11855"/>
                  </a:lnTo>
                  <a:lnTo>
                    <a:pt x="387" y="11507"/>
                  </a:lnTo>
                  <a:lnTo>
                    <a:pt x="1005" y="11083"/>
                  </a:lnTo>
                  <a:lnTo>
                    <a:pt x="1584" y="10658"/>
                  </a:lnTo>
                  <a:lnTo>
                    <a:pt x="2163" y="10156"/>
                  </a:lnTo>
                  <a:lnTo>
                    <a:pt x="2704" y="9654"/>
                  </a:lnTo>
                  <a:lnTo>
                    <a:pt x="3553" y="8804"/>
                  </a:lnTo>
                  <a:lnTo>
                    <a:pt x="4055" y="8186"/>
                  </a:lnTo>
                  <a:lnTo>
                    <a:pt x="4326" y="7916"/>
                  </a:lnTo>
                  <a:lnTo>
                    <a:pt x="4634" y="7684"/>
                  </a:lnTo>
                  <a:lnTo>
                    <a:pt x="4789" y="7684"/>
                  </a:lnTo>
                  <a:lnTo>
                    <a:pt x="4827" y="7646"/>
                  </a:lnTo>
                  <a:lnTo>
                    <a:pt x="4866" y="7607"/>
                  </a:lnTo>
                  <a:close/>
                  <a:moveTo>
                    <a:pt x="16296" y="2201"/>
                  </a:moveTo>
                  <a:lnTo>
                    <a:pt x="16489" y="2858"/>
                  </a:lnTo>
                  <a:lnTo>
                    <a:pt x="16721" y="3553"/>
                  </a:lnTo>
                  <a:lnTo>
                    <a:pt x="17030" y="4209"/>
                  </a:lnTo>
                  <a:lnTo>
                    <a:pt x="17223" y="4518"/>
                  </a:lnTo>
                  <a:lnTo>
                    <a:pt x="17455" y="4827"/>
                  </a:lnTo>
                  <a:lnTo>
                    <a:pt x="17648" y="5136"/>
                  </a:lnTo>
                  <a:lnTo>
                    <a:pt x="17879" y="5368"/>
                  </a:lnTo>
                  <a:lnTo>
                    <a:pt x="18150" y="5599"/>
                  </a:lnTo>
                  <a:lnTo>
                    <a:pt x="18420" y="5831"/>
                  </a:lnTo>
                  <a:lnTo>
                    <a:pt x="18729" y="5985"/>
                  </a:lnTo>
                  <a:lnTo>
                    <a:pt x="19038" y="6140"/>
                  </a:lnTo>
                  <a:lnTo>
                    <a:pt x="19385" y="6217"/>
                  </a:lnTo>
                  <a:lnTo>
                    <a:pt x="19771" y="6256"/>
                  </a:lnTo>
                  <a:lnTo>
                    <a:pt x="18922" y="7453"/>
                  </a:lnTo>
                  <a:lnTo>
                    <a:pt x="18034" y="8611"/>
                  </a:lnTo>
                  <a:lnTo>
                    <a:pt x="17223" y="9615"/>
                  </a:lnTo>
                  <a:lnTo>
                    <a:pt x="16373" y="10581"/>
                  </a:lnTo>
                  <a:lnTo>
                    <a:pt x="15524" y="11507"/>
                  </a:lnTo>
                  <a:lnTo>
                    <a:pt x="14597" y="12395"/>
                  </a:lnTo>
                  <a:lnTo>
                    <a:pt x="13670" y="13284"/>
                  </a:lnTo>
                  <a:lnTo>
                    <a:pt x="13168" y="13747"/>
                  </a:lnTo>
                  <a:lnTo>
                    <a:pt x="12628" y="14172"/>
                  </a:lnTo>
                  <a:lnTo>
                    <a:pt x="12126" y="14558"/>
                  </a:lnTo>
                  <a:lnTo>
                    <a:pt x="11546" y="14905"/>
                  </a:lnTo>
                  <a:lnTo>
                    <a:pt x="10967" y="15214"/>
                  </a:lnTo>
                  <a:lnTo>
                    <a:pt x="10388" y="15446"/>
                  </a:lnTo>
                  <a:lnTo>
                    <a:pt x="9809" y="15600"/>
                  </a:lnTo>
                  <a:lnTo>
                    <a:pt x="9191" y="15678"/>
                  </a:lnTo>
                  <a:lnTo>
                    <a:pt x="8612" y="15678"/>
                  </a:lnTo>
                  <a:lnTo>
                    <a:pt x="8341" y="15639"/>
                  </a:lnTo>
                  <a:lnTo>
                    <a:pt x="8033" y="15562"/>
                  </a:lnTo>
                  <a:lnTo>
                    <a:pt x="7762" y="15446"/>
                  </a:lnTo>
                  <a:lnTo>
                    <a:pt x="7531" y="15330"/>
                  </a:lnTo>
                  <a:lnTo>
                    <a:pt x="7260" y="15214"/>
                  </a:lnTo>
                  <a:lnTo>
                    <a:pt x="7029" y="15021"/>
                  </a:lnTo>
                  <a:lnTo>
                    <a:pt x="6835" y="14828"/>
                  </a:lnTo>
                  <a:lnTo>
                    <a:pt x="6642" y="14597"/>
                  </a:lnTo>
                  <a:lnTo>
                    <a:pt x="6449" y="14365"/>
                  </a:lnTo>
                  <a:lnTo>
                    <a:pt x="6295" y="14095"/>
                  </a:lnTo>
                  <a:lnTo>
                    <a:pt x="6063" y="13554"/>
                  </a:lnTo>
                  <a:lnTo>
                    <a:pt x="5909" y="13013"/>
                  </a:lnTo>
                  <a:lnTo>
                    <a:pt x="5870" y="12434"/>
                  </a:lnTo>
                  <a:lnTo>
                    <a:pt x="5870" y="11855"/>
                  </a:lnTo>
                  <a:lnTo>
                    <a:pt x="5986" y="11314"/>
                  </a:lnTo>
                  <a:lnTo>
                    <a:pt x="6140" y="10735"/>
                  </a:lnTo>
                  <a:lnTo>
                    <a:pt x="6333" y="10194"/>
                  </a:lnTo>
                  <a:lnTo>
                    <a:pt x="6604" y="9692"/>
                  </a:lnTo>
                  <a:lnTo>
                    <a:pt x="6913" y="9229"/>
                  </a:lnTo>
                  <a:lnTo>
                    <a:pt x="7222" y="8766"/>
                  </a:lnTo>
                  <a:lnTo>
                    <a:pt x="7569" y="8302"/>
                  </a:lnTo>
                  <a:lnTo>
                    <a:pt x="7955" y="7878"/>
                  </a:lnTo>
                  <a:lnTo>
                    <a:pt x="8766" y="7067"/>
                  </a:lnTo>
                  <a:lnTo>
                    <a:pt x="9616" y="6333"/>
                  </a:lnTo>
                  <a:lnTo>
                    <a:pt x="10542" y="5561"/>
                  </a:lnTo>
                  <a:lnTo>
                    <a:pt x="11508" y="4866"/>
                  </a:lnTo>
                  <a:lnTo>
                    <a:pt x="12473" y="4209"/>
                  </a:lnTo>
                  <a:lnTo>
                    <a:pt x="13516" y="3591"/>
                  </a:lnTo>
                  <a:lnTo>
                    <a:pt x="14211" y="3205"/>
                  </a:lnTo>
                  <a:lnTo>
                    <a:pt x="14906" y="2858"/>
                  </a:lnTo>
                  <a:lnTo>
                    <a:pt x="15601" y="2510"/>
                  </a:lnTo>
                  <a:lnTo>
                    <a:pt x="16296" y="2201"/>
                  </a:lnTo>
                  <a:close/>
                  <a:moveTo>
                    <a:pt x="5638" y="13361"/>
                  </a:moveTo>
                  <a:lnTo>
                    <a:pt x="5754" y="13747"/>
                  </a:lnTo>
                  <a:lnTo>
                    <a:pt x="5870" y="14133"/>
                  </a:lnTo>
                  <a:lnTo>
                    <a:pt x="6063" y="14519"/>
                  </a:lnTo>
                  <a:lnTo>
                    <a:pt x="6295" y="14828"/>
                  </a:lnTo>
                  <a:lnTo>
                    <a:pt x="6565" y="15137"/>
                  </a:lnTo>
                  <a:lnTo>
                    <a:pt x="6874" y="15407"/>
                  </a:lnTo>
                  <a:lnTo>
                    <a:pt x="7222" y="15639"/>
                  </a:lnTo>
                  <a:lnTo>
                    <a:pt x="7608" y="15832"/>
                  </a:lnTo>
                  <a:lnTo>
                    <a:pt x="7415" y="16141"/>
                  </a:lnTo>
                  <a:lnTo>
                    <a:pt x="7260" y="16489"/>
                  </a:lnTo>
                  <a:lnTo>
                    <a:pt x="6797" y="16296"/>
                  </a:lnTo>
                  <a:lnTo>
                    <a:pt x="6411" y="16025"/>
                  </a:lnTo>
                  <a:lnTo>
                    <a:pt x="6025" y="15716"/>
                  </a:lnTo>
                  <a:lnTo>
                    <a:pt x="5716" y="15369"/>
                  </a:lnTo>
                  <a:lnTo>
                    <a:pt x="5484" y="14983"/>
                  </a:lnTo>
                  <a:lnTo>
                    <a:pt x="5252" y="14558"/>
                  </a:lnTo>
                  <a:lnTo>
                    <a:pt x="5098" y="14133"/>
                  </a:lnTo>
                  <a:lnTo>
                    <a:pt x="5021" y="13631"/>
                  </a:lnTo>
                  <a:lnTo>
                    <a:pt x="4982" y="13593"/>
                  </a:lnTo>
                  <a:lnTo>
                    <a:pt x="5638" y="13361"/>
                  </a:lnTo>
                  <a:close/>
                  <a:moveTo>
                    <a:pt x="4827" y="13670"/>
                  </a:moveTo>
                  <a:lnTo>
                    <a:pt x="4866" y="14210"/>
                  </a:lnTo>
                  <a:lnTo>
                    <a:pt x="4982" y="14712"/>
                  </a:lnTo>
                  <a:lnTo>
                    <a:pt x="5214" y="15176"/>
                  </a:lnTo>
                  <a:lnTo>
                    <a:pt x="5484" y="15600"/>
                  </a:lnTo>
                  <a:lnTo>
                    <a:pt x="5831" y="15948"/>
                  </a:lnTo>
                  <a:lnTo>
                    <a:pt x="6218" y="16296"/>
                  </a:lnTo>
                  <a:lnTo>
                    <a:pt x="6642" y="16566"/>
                  </a:lnTo>
                  <a:lnTo>
                    <a:pt x="7106" y="16759"/>
                  </a:lnTo>
                  <a:lnTo>
                    <a:pt x="6951" y="17300"/>
                  </a:lnTo>
                  <a:lnTo>
                    <a:pt x="6411" y="17029"/>
                  </a:lnTo>
                  <a:lnTo>
                    <a:pt x="5909" y="16720"/>
                  </a:lnTo>
                  <a:lnTo>
                    <a:pt x="5484" y="16373"/>
                  </a:lnTo>
                  <a:lnTo>
                    <a:pt x="5098" y="15987"/>
                  </a:lnTo>
                  <a:lnTo>
                    <a:pt x="4789" y="15562"/>
                  </a:lnTo>
                  <a:lnTo>
                    <a:pt x="4480" y="15060"/>
                  </a:lnTo>
                  <a:lnTo>
                    <a:pt x="4248" y="14558"/>
                  </a:lnTo>
                  <a:lnTo>
                    <a:pt x="4055" y="13979"/>
                  </a:lnTo>
                  <a:lnTo>
                    <a:pt x="4248" y="13940"/>
                  </a:lnTo>
                  <a:lnTo>
                    <a:pt x="4441" y="13863"/>
                  </a:lnTo>
                  <a:lnTo>
                    <a:pt x="4827" y="13670"/>
                  </a:lnTo>
                  <a:close/>
                  <a:moveTo>
                    <a:pt x="4441" y="15871"/>
                  </a:moveTo>
                  <a:lnTo>
                    <a:pt x="4673" y="16180"/>
                  </a:lnTo>
                  <a:lnTo>
                    <a:pt x="4905" y="16450"/>
                  </a:lnTo>
                  <a:lnTo>
                    <a:pt x="5175" y="16682"/>
                  </a:lnTo>
                  <a:lnTo>
                    <a:pt x="5445" y="16913"/>
                  </a:lnTo>
                  <a:lnTo>
                    <a:pt x="5291" y="17029"/>
                  </a:lnTo>
                  <a:lnTo>
                    <a:pt x="5214" y="17222"/>
                  </a:lnTo>
                  <a:lnTo>
                    <a:pt x="5098" y="17068"/>
                  </a:lnTo>
                  <a:lnTo>
                    <a:pt x="5059" y="16991"/>
                  </a:lnTo>
                  <a:lnTo>
                    <a:pt x="4982" y="16952"/>
                  </a:lnTo>
                  <a:lnTo>
                    <a:pt x="4905" y="16952"/>
                  </a:lnTo>
                  <a:lnTo>
                    <a:pt x="4827" y="16991"/>
                  </a:lnTo>
                  <a:lnTo>
                    <a:pt x="4519" y="17415"/>
                  </a:lnTo>
                  <a:lnTo>
                    <a:pt x="4210" y="17840"/>
                  </a:lnTo>
                  <a:lnTo>
                    <a:pt x="3862" y="18226"/>
                  </a:lnTo>
                  <a:lnTo>
                    <a:pt x="3476" y="18574"/>
                  </a:lnTo>
                  <a:lnTo>
                    <a:pt x="3090" y="18921"/>
                  </a:lnTo>
                  <a:lnTo>
                    <a:pt x="2665" y="19230"/>
                  </a:lnTo>
                  <a:lnTo>
                    <a:pt x="2240" y="19501"/>
                  </a:lnTo>
                  <a:lnTo>
                    <a:pt x="1777" y="19771"/>
                  </a:lnTo>
                  <a:lnTo>
                    <a:pt x="1777" y="19771"/>
                  </a:lnTo>
                  <a:lnTo>
                    <a:pt x="1816" y="19346"/>
                  </a:lnTo>
                  <a:lnTo>
                    <a:pt x="1854" y="18921"/>
                  </a:lnTo>
                  <a:lnTo>
                    <a:pt x="2009" y="18535"/>
                  </a:lnTo>
                  <a:lnTo>
                    <a:pt x="2163" y="18188"/>
                  </a:lnTo>
                  <a:lnTo>
                    <a:pt x="2395" y="17840"/>
                  </a:lnTo>
                  <a:lnTo>
                    <a:pt x="2665" y="17531"/>
                  </a:lnTo>
                  <a:lnTo>
                    <a:pt x="2974" y="17222"/>
                  </a:lnTo>
                  <a:lnTo>
                    <a:pt x="3360" y="16913"/>
                  </a:lnTo>
                  <a:lnTo>
                    <a:pt x="3669" y="16720"/>
                  </a:lnTo>
                  <a:lnTo>
                    <a:pt x="3939" y="16489"/>
                  </a:lnTo>
                  <a:lnTo>
                    <a:pt x="4017" y="16334"/>
                  </a:lnTo>
                  <a:lnTo>
                    <a:pt x="4094" y="16218"/>
                  </a:lnTo>
                  <a:lnTo>
                    <a:pt x="4094" y="16064"/>
                  </a:lnTo>
                  <a:lnTo>
                    <a:pt x="4055" y="15871"/>
                  </a:lnTo>
                  <a:close/>
                  <a:moveTo>
                    <a:pt x="13439" y="13979"/>
                  </a:moveTo>
                  <a:lnTo>
                    <a:pt x="13400" y="14674"/>
                  </a:lnTo>
                  <a:lnTo>
                    <a:pt x="13400" y="15369"/>
                  </a:lnTo>
                  <a:lnTo>
                    <a:pt x="13477" y="16025"/>
                  </a:lnTo>
                  <a:lnTo>
                    <a:pt x="13632" y="16682"/>
                  </a:lnTo>
                  <a:lnTo>
                    <a:pt x="12396" y="17454"/>
                  </a:lnTo>
                  <a:lnTo>
                    <a:pt x="11160" y="18304"/>
                  </a:lnTo>
                  <a:lnTo>
                    <a:pt x="8805" y="20041"/>
                  </a:lnTo>
                  <a:lnTo>
                    <a:pt x="8766" y="19037"/>
                  </a:lnTo>
                  <a:lnTo>
                    <a:pt x="8689" y="18033"/>
                  </a:lnTo>
                  <a:lnTo>
                    <a:pt x="8650" y="17724"/>
                  </a:lnTo>
                  <a:lnTo>
                    <a:pt x="8689" y="17493"/>
                  </a:lnTo>
                  <a:lnTo>
                    <a:pt x="8728" y="17377"/>
                  </a:lnTo>
                  <a:lnTo>
                    <a:pt x="8805" y="17261"/>
                  </a:lnTo>
                  <a:lnTo>
                    <a:pt x="9037" y="17068"/>
                  </a:lnTo>
                  <a:lnTo>
                    <a:pt x="9654" y="16604"/>
                  </a:lnTo>
                  <a:lnTo>
                    <a:pt x="10195" y="16141"/>
                  </a:lnTo>
                  <a:lnTo>
                    <a:pt x="10234" y="16064"/>
                  </a:lnTo>
                  <a:lnTo>
                    <a:pt x="10272" y="16025"/>
                  </a:lnTo>
                  <a:lnTo>
                    <a:pt x="10234" y="15909"/>
                  </a:lnTo>
                  <a:lnTo>
                    <a:pt x="10774" y="15716"/>
                  </a:lnTo>
                  <a:lnTo>
                    <a:pt x="11276" y="15485"/>
                  </a:lnTo>
                  <a:lnTo>
                    <a:pt x="11740" y="15214"/>
                  </a:lnTo>
                  <a:lnTo>
                    <a:pt x="12203" y="14905"/>
                  </a:lnTo>
                  <a:lnTo>
                    <a:pt x="12821" y="14481"/>
                  </a:lnTo>
                  <a:lnTo>
                    <a:pt x="13439" y="13979"/>
                  </a:lnTo>
                  <a:close/>
                  <a:moveTo>
                    <a:pt x="3978" y="14944"/>
                  </a:moveTo>
                  <a:lnTo>
                    <a:pt x="4132" y="15330"/>
                  </a:lnTo>
                  <a:lnTo>
                    <a:pt x="4326" y="15678"/>
                  </a:lnTo>
                  <a:lnTo>
                    <a:pt x="3862" y="15678"/>
                  </a:lnTo>
                  <a:lnTo>
                    <a:pt x="3785" y="15716"/>
                  </a:lnTo>
                  <a:lnTo>
                    <a:pt x="3746" y="15755"/>
                  </a:lnTo>
                  <a:lnTo>
                    <a:pt x="3746" y="15832"/>
                  </a:lnTo>
                  <a:lnTo>
                    <a:pt x="3785" y="15871"/>
                  </a:lnTo>
                  <a:lnTo>
                    <a:pt x="3785" y="15948"/>
                  </a:lnTo>
                  <a:lnTo>
                    <a:pt x="3785" y="16064"/>
                  </a:lnTo>
                  <a:lnTo>
                    <a:pt x="3669" y="16257"/>
                  </a:lnTo>
                  <a:lnTo>
                    <a:pt x="3476" y="16489"/>
                  </a:lnTo>
                  <a:lnTo>
                    <a:pt x="3206" y="16720"/>
                  </a:lnTo>
                  <a:lnTo>
                    <a:pt x="2665" y="17145"/>
                  </a:lnTo>
                  <a:lnTo>
                    <a:pt x="2318" y="17415"/>
                  </a:lnTo>
                  <a:lnTo>
                    <a:pt x="2009" y="17802"/>
                  </a:lnTo>
                  <a:lnTo>
                    <a:pt x="1777" y="18188"/>
                  </a:lnTo>
                  <a:lnTo>
                    <a:pt x="1584" y="18651"/>
                  </a:lnTo>
                  <a:lnTo>
                    <a:pt x="1507" y="19114"/>
                  </a:lnTo>
                  <a:lnTo>
                    <a:pt x="1468" y="19346"/>
                  </a:lnTo>
                  <a:lnTo>
                    <a:pt x="1468" y="19578"/>
                  </a:lnTo>
                  <a:lnTo>
                    <a:pt x="1507" y="19848"/>
                  </a:lnTo>
                  <a:lnTo>
                    <a:pt x="1545" y="20080"/>
                  </a:lnTo>
                  <a:lnTo>
                    <a:pt x="1622" y="20118"/>
                  </a:lnTo>
                  <a:lnTo>
                    <a:pt x="1738" y="20118"/>
                  </a:lnTo>
                  <a:lnTo>
                    <a:pt x="1777" y="20041"/>
                  </a:lnTo>
                  <a:lnTo>
                    <a:pt x="2279" y="19809"/>
                  </a:lnTo>
                  <a:lnTo>
                    <a:pt x="2742" y="19578"/>
                  </a:lnTo>
                  <a:lnTo>
                    <a:pt x="3167" y="19269"/>
                  </a:lnTo>
                  <a:lnTo>
                    <a:pt x="3553" y="18960"/>
                  </a:lnTo>
                  <a:lnTo>
                    <a:pt x="3939" y="18612"/>
                  </a:lnTo>
                  <a:lnTo>
                    <a:pt x="4287" y="18226"/>
                  </a:lnTo>
                  <a:lnTo>
                    <a:pt x="4634" y="17802"/>
                  </a:lnTo>
                  <a:lnTo>
                    <a:pt x="4943" y="17377"/>
                  </a:lnTo>
                  <a:lnTo>
                    <a:pt x="5059" y="17531"/>
                  </a:lnTo>
                  <a:lnTo>
                    <a:pt x="5175" y="17647"/>
                  </a:lnTo>
                  <a:lnTo>
                    <a:pt x="5291" y="17647"/>
                  </a:lnTo>
                  <a:lnTo>
                    <a:pt x="5368" y="17608"/>
                  </a:lnTo>
                  <a:lnTo>
                    <a:pt x="5368" y="17531"/>
                  </a:lnTo>
                  <a:lnTo>
                    <a:pt x="5638" y="17068"/>
                  </a:lnTo>
                  <a:lnTo>
                    <a:pt x="6025" y="17300"/>
                  </a:lnTo>
                  <a:lnTo>
                    <a:pt x="5986" y="17802"/>
                  </a:lnTo>
                  <a:lnTo>
                    <a:pt x="5870" y="18304"/>
                  </a:lnTo>
                  <a:lnTo>
                    <a:pt x="5754" y="18806"/>
                  </a:lnTo>
                  <a:lnTo>
                    <a:pt x="5561" y="19308"/>
                  </a:lnTo>
                  <a:lnTo>
                    <a:pt x="5445" y="19076"/>
                  </a:lnTo>
                  <a:lnTo>
                    <a:pt x="5407" y="18844"/>
                  </a:lnTo>
                  <a:lnTo>
                    <a:pt x="5368" y="18574"/>
                  </a:lnTo>
                  <a:lnTo>
                    <a:pt x="5407" y="18304"/>
                  </a:lnTo>
                  <a:lnTo>
                    <a:pt x="5445" y="18226"/>
                  </a:lnTo>
                  <a:lnTo>
                    <a:pt x="5407" y="18188"/>
                  </a:lnTo>
                  <a:lnTo>
                    <a:pt x="5329" y="18110"/>
                  </a:lnTo>
                  <a:lnTo>
                    <a:pt x="5252" y="18072"/>
                  </a:lnTo>
                  <a:lnTo>
                    <a:pt x="5214" y="18110"/>
                  </a:lnTo>
                  <a:lnTo>
                    <a:pt x="5136" y="18110"/>
                  </a:lnTo>
                  <a:lnTo>
                    <a:pt x="5098" y="18188"/>
                  </a:lnTo>
                  <a:lnTo>
                    <a:pt x="4827" y="18767"/>
                  </a:lnTo>
                  <a:lnTo>
                    <a:pt x="4519" y="19308"/>
                  </a:lnTo>
                  <a:lnTo>
                    <a:pt x="4326" y="19539"/>
                  </a:lnTo>
                  <a:lnTo>
                    <a:pt x="4094" y="19771"/>
                  </a:lnTo>
                  <a:lnTo>
                    <a:pt x="3862" y="19964"/>
                  </a:lnTo>
                  <a:lnTo>
                    <a:pt x="3592" y="20196"/>
                  </a:lnTo>
                  <a:lnTo>
                    <a:pt x="3090" y="20505"/>
                  </a:lnTo>
                  <a:lnTo>
                    <a:pt x="2820" y="20659"/>
                  </a:lnTo>
                  <a:lnTo>
                    <a:pt x="2511" y="20775"/>
                  </a:lnTo>
                  <a:lnTo>
                    <a:pt x="2202" y="20891"/>
                  </a:lnTo>
                  <a:lnTo>
                    <a:pt x="1893" y="20968"/>
                  </a:lnTo>
                  <a:lnTo>
                    <a:pt x="1584" y="21007"/>
                  </a:lnTo>
                  <a:lnTo>
                    <a:pt x="1275" y="20968"/>
                  </a:lnTo>
                  <a:lnTo>
                    <a:pt x="1043" y="20929"/>
                  </a:lnTo>
                  <a:lnTo>
                    <a:pt x="889" y="20813"/>
                  </a:lnTo>
                  <a:lnTo>
                    <a:pt x="773" y="20698"/>
                  </a:lnTo>
                  <a:lnTo>
                    <a:pt x="734" y="20543"/>
                  </a:lnTo>
                  <a:lnTo>
                    <a:pt x="696" y="20350"/>
                  </a:lnTo>
                  <a:lnTo>
                    <a:pt x="696" y="20157"/>
                  </a:lnTo>
                  <a:lnTo>
                    <a:pt x="734" y="19732"/>
                  </a:lnTo>
                  <a:lnTo>
                    <a:pt x="812" y="19037"/>
                  </a:lnTo>
                  <a:lnTo>
                    <a:pt x="889" y="18690"/>
                  </a:lnTo>
                  <a:lnTo>
                    <a:pt x="1005" y="18342"/>
                  </a:lnTo>
                  <a:lnTo>
                    <a:pt x="1159" y="17956"/>
                  </a:lnTo>
                  <a:lnTo>
                    <a:pt x="1352" y="17608"/>
                  </a:lnTo>
                  <a:lnTo>
                    <a:pt x="1584" y="17261"/>
                  </a:lnTo>
                  <a:lnTo>
                    <a:pt x="1854" y="16952"/>
                  </a:lnTo>
                  <a:lnTo>
                    <a:pt x="2124" y="16682"/>
                  </a:lnTo>
                  <a:lnTo>
                    <a:pt x="2433" y="16411"/>
                  </a:lnTo>
                  <a:lnTo>
                    <a:pt x="2781" y="16180"/>
                  </a:lnTo>
                  <a:lnTo>
                    <a:pt x="3167" y="16025"/>
                  </a:lnTo>
                  <a:lnTo>
                    <a:pt x="3244" y="15948"/>
                  </a:lnTo>
                  <a:lnTo>
                    <a:pt x="3244" y="15871"/>
                  </a:lnTo>
                  <a:lnTo>
                    <a:pt x="3206" y="15794"/>
                  </a:lnTo>
                  <a:lnTo>
                    <a:pt x="3167" y="15716"/>
                  </a:lnTo>
                  <a:lnTo>
                    <a:pt x="2433" y="15369"/>
                  </a:lnTo>
                  <a:lnTo>
                    <a:pt x="2781" y="15176"/>
                  </a:lnTo>
                  <a:lnTo>
                    <a:pt x="3167" y="15021"/>
                  </a:lnTo>
                  <a:lnTo>
                    <a:pt x="3553" y="14983"/>
                  </a:lnTo>
                  <a:lnTo>
                    <a:pt x="3978" y="14944"/>
                  </a:lnTo>
                  <a:close/>
                  <a:moveTo>
                    <a:pt x="23478" y="0"/>
                  </a:moveTo>
                  <a:lnTo>
                    <a:pt x="22204" y="155"/>
                  </a:lnTo>
                  <a:lnTo>
                    <a:pt x="20891" y="386"/>
                  </a:lnTo>
                  <a:lnTo>
                    <a:pt x="19617" y="657"/>
                  </a:lnTo>
                  <a:lnTo>
                    <a:pt x="18381" y="1043"/>
                  </a:lnTo>
                  <a:lnTo>
                    <a:pt x="17146" y="1467"/>
                  </a:lnTo>
                  <a:lnTo>
                    <a:pt x="15949" y="1969"/>
                  </a:lnTo>
                  <a:lnTo>
                    <a:pt x="14752" y="2510"/>
                  </a:lnTo>
                  <a:lnTo>
                    <a:pt x="13593" y="3128"/>
                  </a:lnTo>
                  <a:lnTo>
                    <a:pt x="12473" y="3784"/>
                  </a:lnTo>
                  <a:lnTo>
                    <a:pt x="11353" y="4518"/>
                  </a:lnTo>
                  <a:lnTo>
                    <a:pt x="10311" y="5290"/>
                  </a:lnTo>
                  <a:lnTo>
                    <a:pt x="9307" y="6140"/>
                  </a:lnTo>
                  <a:lnTo>
                    <a:pt x="8535" y="6796"/>
                  </a:lnTo>
                  <a:lnTo>
                    <a:pt x="7801" y="7491"/>
                  </a:lnTo>
                  <a:lnTo>
                    <a:pt x="7029" y="7337"/>
                  </a:lnTo>
                  <a:lnTo>
                    <a:pt x="6218" y="7221"/>
                  </a:lnTo>
                  <a:lnTo>
                    <a:pt x="5407" y="7182"/>
                  </a:lnTo>
                  <a:lnTo>
                    <a:pt x="4557" y="7221"/>
                  </a:lnTo>
                  <a:lnTo>
                    <a:pt x="4519" y="7221"/>
                  </a:lnTo>
                  <a:lnTo>
                    <a:pt x="4441" y="7260"/>
                  </a:lnTo>
                  <a:lnTo>
                    <a:pt x="4403" y="7414"/>
                  </a:lnTo>
                  <a:lnTo>
                    <a:pt x="4171" y="7530"/>
                  </a:lnTo>
                  <a:lnTo>
                    <a:pt x="3939" y="7723"/>
                  </a:lnTo>
                  <a:lnTo>
                    <a:pt x="3708" y="7916"/>
                  </a:lnTo>
                  <a:lnTo>
                    <a:pt x="3515" y="8148"/>
                  </a:lnTo>
                  <a:lnTo>
                    <a:pt x="3128" y="8611"/>
                  </a:lnTo>
                  <a:lnTo>
                    <a:pt x="2742" y="9036"/>
                  </a:lnTo>
                  <a:lnTo>
                    <a:pt x="2124" y="9654"/>
                  </a:lnTo>
                  <a:lnTo>
                    <a:pt x="1468" y="10194"/>
                  </a:lnTo>
                  <a:lnTo>
                    <a:pt x="773" y="10774"/>
                  </a:lnTo>
                  <a:lnTo>
                    <a:pt x="78" y="11276"/>
                  </a:lnTo>
                  <a:lnTo>
                    <a:pt x="1" y="11353"/>
                  </a:lnTo>
                  <a:lnTo>
                    <a:pt x="1" y="11430"/>
                  </a:lnTo>
                  <a:lnTo>
                    <a:pt x="1" y="11507"/>
                  </a:lnTo>
                  <a:lnTo>
                    <a:pt x="39" y="11546"/>
                  </a:lnTo>
                  <a:lnTo>
                    <a:pt x="39" y="11623"/>
                  </a:lnTo>
                  <a:lnTo>
                    <a:pt x="39" y="11700"/>
                  </a:lnTo>
                  <a:lnTo>
                    <a:pt x="78" y="11739"/>
                  </a:lnTo>
                  <a:lnTo>
                    <a:pt x="116" y="11778"/>
                  </a:lnTo>
                  <a:lnTo>
                    <a:pt x="1005" y="12048"/>
                  </a:lnTo>
                  <a:lnTo>
                    <a:pt x="1893" y="12280"/>
                  </a:lnTo>
                  <a:lnTo>
                    <a:pt x="3669" y="12666"/>
                  </a:lnTo>
                  <a:lnTo>
                    <a:pt x="3785" y="12666"/>
                  </a:lnTo>
                  <a:lnTo>
                    <a:pt x="3862" y="12589"/>
                  </a:lnTo>
                  <a:lnTo>
                    <a:pt x="4750" y="11700"/>
                  </a:lnTo>
                  <a:lnTo>
                    <a:pt x="5716" y="10851"/>
                  </a:lnTo>
                  <a:lnTo>
                    <a:pt x="5600" y="11391"/>
                  </a:lnTo>
                  <a:lnTo>
                    <a:pt x="5523" y="11971"/>
                  </a:lnTo>
                  <a:lnTo>
                    <a:pt x="5523" y="12550"/>
                  </a:lnTo>
                  <a:lnTo>
                    <a:pt x="5600" y="13091"/>
                  </a:lnTo>
                  <a:lnTo>
                    <a:pt x="5136" y="13168"/>
                  </a:lnTo>
                  <a:lnTo>
                    <a:pt x="4712" y="13284"/>
                  </a:lnTo>
                  <a:lnTo>
                    <a:pt x="4248" y="13477"/>
                  </a:lnTo>
                  <a:lnTo>
                    <a:pt x="4017" y="13593"/>
                  </a:lnTo>
                  <a:lnTo>
                    <a:pt x="3862" y="13747"/>
                  </a:lnTo>
                  <a:lnTo>
                    <a:pt x="3824" y="13824"/>
                  </a:lnTo>
                  <a:lnTo>
                    <a:pt x="3862" y="13901"/>
                  </a:lnTo>
                  <a:lnTo>
                    <a:pt x="3824" y="13940"/>
                  </a:lnTo>
                  <a:lnTo>
                    <a:pt x="3785" y="14017"/>
                  </a:lnTo>
                  <a:lnTo>
                    <a:pt x="3824" y="14403"/>
                  </a:lnTo>
                  <a:lnTo>
                    <a:pt x="3901" y="14751"/>
                  </a:lnTo>
                  <a:lnTo>
                    <a:pt x="3669" y="14712"/>
                  </a:lnTo>
                  <a:lnTo>
                    <a:pt x="3399" y="14712"/>
                  </a:lnTo>
                  <a:lnTo>
                    <a:pt x="3167" y="14751"/>
                  </a:lnTo>
                  <a:lnTo>
                    <a:pt x="2935" y="14790"/>
                  </a:lnTo>
                  <a:lnTo>
                    <a:pt x="2665" y="14867"/>
                  </a:lnTo>
                  <a:lnTo>
                    <a:pt x="2433" y="14983"/>
                  </a:lnTo>
                  <a:lnTo>
                    <a:pt x="2240" y="15098"/>
                  </a:lnTo>
                  <a:lnTo>
                    <a:pt x="2009" y="15253"/>
                  </a:lnTo>
                  <a:lnTo>
                    <a:pt x="1931" y="15330"/>
                  </a:lnTo>
                  <a:lnTo>
                    <a:pt x="1931" y="15407"/>
                  </a:lnTo>
                  <a:lnTo>
                    <a:pt x="1970" y="15485"/>
                  </a:lnTo>
                  <a:lnTo>
                    <a:pt x="2047" y="15523"/>
                  </a:lnTo>
                  <a:lnTo>
                    <a:pt x="2704" y="15871"/>
                  </a:lnTo>
                  <a:lnTo>
                    <a:pt x="2356" y="16064"/>
                  </a:lnTo>
                  <a:lnTo>
                    <a:pt x="2047" y="16334"/>
                  </a:lnTo>
                  <a:lnTo>
                    <a:pt x="1738" y="16604"/>
                  </a:lnTo>
                  <a:lnTo>
                    <a:pt x="1468" y="16875"/>
                  </a:lnTo>
                  <a:lnTo>
                    <a:pt x="1198" y="17222"/>
                  </a:lnTo>
                  <a:lnTo>
                    <a:pt x="1005" y="17570"/>
                  </a:lnTo>
                  <a:lnTo>
                    <a:pt x="812" y="17956"/>
                  </a:lnTo>
                  <a:lnTo>
                    <a:pt x="657" y="18342"/>
                  </a:lnTo>
                  <a:lnTo>
                    <a:pt x="464" y="18960"/>
                  </a:lnTo>
                  <a:lnTo>
                    <a:pt x="387" y="19385"/>
                  </a:lnTo>
                  <a:lnTo>
                    <a:pt x="310" y="19809"/>
                  </a:lnTo>
                  <a:lnTo>
                    <a:pt x="271" y="20234"/>
                  </a:lnTo>
                  <a:lnTo>
                    <a:pt x="310" y="20659"/>
                  </a:lnTo>
                  <a:lnTo>
                    <a:pt x="348" y="20813"/>
                  </a:lnTo>
                  <a:lnTo>
                    <a:pt x="425" y="20968"/>
                  </a:lnTo>
                  <a:lnTo>
                    <a:pt x="503" y="21084"/>
                  </a:lnTo>
                  <a:lnTo>
                    <a:pt x="618" y="21200"/>
                  </a:lnTo>
                  <a:lnTo>
                    <a:pt x="773" y="21277"/>
                  </a:lnTo>
                  <a:lnTo>
                    <a:pt x="927" y="21315"/>
                  </a:lnTo>
                  <a:lnTo>
                    <a:pt x="1275" y="21393"/>
                  </a:lnTo>
                  <a:lnTo>
                    <a:pt x="1661" y="21354"/>
                  </a:lnTo>
                  <a:lnTo>
                    <a:pt x="2047" y="21277"/>
                  </a:lnTo>
                  <a:lnTo>
                    <a:pt x="2433" y="21161"/>
                  </a:lnTo>
                  <a:lnTo>
                    <a:pt x="2820" y="21007"/>
                  </a:lnTo>
                  <a:lnTo>
                    <a:pt x="3437" y="20698"/>
                  </a:lnTo>
                  <a:lnTo>
                    <a:pt x="3901" y="20389"/>
                  </a:lnTo>
                  <a:lnTo>
                    <a:pt x="4364" y="20003"/>
                  </a:lnTo>
                  <a:lnTo>
                    <a:pt x="4750" y="19539"/>
                  </a:lnTo>
                  <a:lnTo>
                    <a:pt x="5098" y="19037"/>
                  </a:lnTo>
                  <a:lnTo>
                    <a:pt x="5136" y="19230"/>
                  </a:lnTo>
                  <a:lnTo>
                    <a:pt x="5214" y="19423"/>
                  </a:lnTo>
                  <a:lnTo>
                    <a:pt x="5329" y="19578"/>
                  </a:lnTo>
                  <a:lnTo>
                    <a:pt x="5484" y="19771"/>
                  </a:lnTo>
                  <a:lnTo>
                    <a:pt x="5561" y="19809"/>
                  </a:lnTo>
                  <a:lnTo>
                    <a:pt x="5638" y="19809"/>
                  </a:lnTo>
                  <a:lnTo>
                    <a:pt x="5716" y="19771"/>
                  </a:lnTo>
                  <a:lnTo>
                    <a:pt x="5793" y="19694"/>
                  </a:lnTo>
                  <a:lnTo>
                    <a:pt x="5986" y="19153"/>
                  </a:lnTo>
                  <a:lnTo>
                    <a:pt x="6179" y="18612"/>
                  </a:lnTo>
                  <a:lnTo>
                    <a:pt x="6295" y="18033"/>
                  </a:lnTo>
                  <a:lnTo>
                    <a:pt x="6372" y="17454"/>
                  </a:lnTo>
                  <a:lnTo>
                    <a:pt x="6913" y="17608"/>
                  </a:lnTo>
                  <a:lnTo>
                    <a:pt x="7183" y="17608"/>
                  </a:lnTo>
                  <a:lnTo>
                    <a:pt x="7183" y="17531"/>
                  </a:lnTo>
                  <a:lnTo>
                    <a:pt x="7531" y="16720"/>
                  </a:lnTo>
                  <a:lnTo>
                    <a:pt x="7724" y="16334"/>
                  </a:lnTo>
                  <a:lnTo>
                    <a:pt x="7955" y="15948"/>
                  </a:lnTo>
                  <a:lnTo>
                    <a:pt x="8110" y="15987"/>
                  </a:lnTo>
                  <a:lnTo>
                    <a:pt x="8535" y="16064"/>
                  </a:lnTo>
                  <a:lnTo>
                    <a:pt x="8921" y="16102"/>
                  </a:lnTo>
                  <a:lnTo>
                    <a:pt x="9307" y="16064"/>
                  </a:lnTo>
                  <a:lnTo>
                    <a:pt x="9693" y="16025"/>
                  </a:lnTo>
                  <a:lnTo>
                    <a:pt x="9693" y="16025"/>
                  </a:lnTo>
                  <a:lnTo>
                    <a:pt x="8998" y="16604"/>
                  </a:lnTo>
                  <a:lnTo>
                    <a:pt x="8226" y="17106"/>
                  </a:lnTo>
                  <a:lnTo>
                    <a:pt x="8148" y="17222"/>
                  </a:lnTo>
                  <a:lnTo>
                    <a:pt x="8148" y="17300"/>
                  </a:lnTo>
                  <a:lnTo>
                    <a:pt x="8264" y="18110"/>
                  </a:lnTo>
                  <a:lnTo>
                    <a:pt x="8341" y="18883"/>
                  </a:lnTo>
                  <a:lnTo>
                    <a:pt x="8380" y="19655"/>
                  </a:lnTo>
                  <a:lnTo>
                    <a:pt x="8380" y="20427"/>
                  </a:lnTo>
                  <a:lnTo>
                    <a:pt x="8419" y="20543"/>
                  </a:lnTo>
                  <a:lnTo>
                    <a:pt x="8496" y="20620"/>
                  </a:lnTo>
                  <a:lnTo>
                    <a:pt x="8612" y="20659"/>
                  </a:lnTo>
                  <a:lnTo>
                    <a:pt x="8728" y="20620"/>
                  </a:lnTo>
                  <a:lnTo>
                    <a:pt x="11392" y="18806"/>
                  </a:lnTo>
                  <a:lnTo>
                    <a:pt x="12705" y="17840"/>
                  </a:lnTo>
                  <a:lnTo>
                    <a:pt x="13323" y="17338"/>
                  </a:lnTo>
                  <a:lnTo>
                    <a:pt x="13941" y="16836"/>
                  </a:lnTo>
                  <a:lnTo>
                    <a:pt x="13979" y="16759"/>
                  </a:lnTo>
                  <a:lnTo>
                    <a:pt x="13979" y="16682"/>
                  </a:lnTo>
                  <a:lnTo>
                    <a:pt x="13979" y="16643"/>
                  </a:lnTo>
                  <a:lnTo>
                    <a:pt x="13941" y="16257"/>
                  </a:lnTo>
                  <a:lnTo>
                    <a:pt x="13902" y="15871"/>
                  </a:lnTo>
                  <a:lnTo>
                    <a:pt x="13825" y="15098"/>
                  </a:lnTo>
                  <a:lnTo>
                    <a:pt x="13748" y="13747"/>
                  </a:lnTo>
                  <a:lnTo>
                    <a:pt x="14443" y="13129"/>
                  </a:lnTo>
                  <a:lnTo>
                    <a:pt x="15099" y="12473"/>
                  </a:lnTo>
                  <a:lnTo>
                    <a:pt x="15756" y="11816"/>
                  </a:lnTo>
                  <a:lnTo>
                    <a:pt x="16373" y="11121"/>
                  </a:lnTo>
                  <a:lnTo>
                    <a:pt x="17455" y="9924"/>
                  </a:lnTo>
                  <a:lnTo>
                    <a:pt x="18459" y="8650"/>
                  </a:lnTo>
                  <a:lnTo>
                    <a:pt x="19424" y="7376"/>
                  </a:lnTo>
                  <a:lnTo>
                    <a:pt x="20351" y="6024"/>
                  </a:lnTo>
                  <a:lnTo>
                    <a:pt x="21239" y="4673"/>
                  </a:lnTo>
                  <a:lnTo>
                    <a:pt x="22088" y="3321"/>
                  </a:lnTo>
                  <a:lnTo>
                    <a:pt x="22938" y="1931"/>
                  </a:lnTo>
                  <a:lnTo>
                    <a:pt x="23749" y="502"/>
                  </a:lnTo>
                  <a:lnTo>
                    <a:pt x="23749" y="425"/>
                  </a:lnTo>
                  <a:lnTo>
                    <a:pt x="23749" y="348"/>
                  </a:lnTo>
                  <a:lnTo>
                    <a:pt x="23749" y="270"/>
                  </a:lnTo>
                  <a:lnTo>
                    <a:pt x="23787" y="155"/>
                  </a:lnTo>
                  <a:lnTo>
                    <a:pt x="23787" y="77"/>
                  </a:lnTo>
                  <a:lnTo>
                    <a:pt x="23749" y="39"/>
                  </a:lnTo>
                  <a:lnTo>
                    <a:pt x="23672" y="0"/>
                  </a:lnTo>
                  <a:lnTo>
                    <a:pt x="23633" y="39"/>
                  </a:lnTo>
                  <a:lnTo>
                    <a:pt x="23633" y="77"/>
                  </a:lnTo>
                  <a:lnTo>
                    <a:pt x="2355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"/>
            <p:cNvSpPr/>
            <p:nvPr/>
          </p:nvSpPr>
          <p:spPr>
            <a:xfrm>
              <a:off x="5635500" y="4343650"/>
              <a:ext cx="54100" cy="45400"/>
            </a:xfrm>
            <a:custGeom>
              <a:avLst/>
              <a:gdLst/>
              <a:ahLst/>
              <a:cxnLst/>
              <a:rect l="l" t="t" r="r" b="b"/>
              <a:pathLst>
                <a:path w="2164" h="1816" extrusionOk="0">
                  <a:moveTo>
                    <a:pt x="1314" y="387"/>
                  </a:moveTo>
                  <a:lnTo>
                    <a:pt x="1507" y="464"/>
                  </a:lnTo>
                  <a:lnTo>
                    <a:pt x="1661" y="580"/>
                  </a:lnTo>
                  <a:lnTo>
                    <a:pt x="1777" y="735"/>
                  </a:lnTo>
                  <a:lnTo>
                    <a:pt x="1777" y="889"/>
                  </a:lnTo>
                  <a:lnTo>
                    <a:pt x="1777" y="928"/>
                  </a:lnTo>
                  <a:lnTo>
                    <a:pt x="1738" y="1005"/>
                  </a:lnTo>
                  <a:lnTo>
                    <a:pt x="1661" y="1044"/>
                  </a:lnTo>
                  <a:lnTo>
                    <a:pt x="1584" y="1082"/>
                  </a:lnTo>
                  <a:lnTo>
                    <a:pt x="1275" y="1121"/>
                  </a:lnTo>
                  <a:lnTo>
                    <a:pt x="927" y="1121"/>
                  </a:lnTo>
                  <a:lnTo>
                    <a:pt x="619" y="1159"/>
                  </a:lnTo>
                  <a:lnTo>
                    <a:pt x="464" y="1198"/>
                  </a:lnTo>
                  <a:lnTo>
                    <a:pt x="348" y="1275"/>
                  </a:lnTo>
                  <a:lnTo>
                    <a:pt x="348" y="1121"/>
                  </a:lnTo>
                  <a:lnTo>
                    <a:pt x="348" y="1005"/>
                  </a:lnTo>
                  <a:lnTo>
                    <a:pt x="387" y="850"/>
                  </a:lnTo>
                  <a:lnTo>
                    <a:pt x="464" y="735"/>
                  </a:lnTo>
                  <a:lnTo>
                    <a:pt x="580" y="619"/>
                  </a:lnTo>
                  <a:lnTo>
                    <a:pt x="657" y="503"/>
                  </a:lnTo>
                  <a:lnTo>
                    <a:pt x="812" y="426"/>
                  </a:lnTo>
                  <a:lnTo>
                    <a:pt x="966" y="387"/>
                  </a:lnTo>
                  <a:close/>
                  <a:moveTo>
                    <a:pt x="1005" y="1"/>
                  </a:moveTo>
                  <a:lnTo>
                    <a:pt x="812" y="40"/>
                  </a:lnTo>
                  <a:lnTo>
                    <a:pt x="619" y="117"/>
                  </a:lnTo>
                  <a:lnTo>
                    <a:pt x="425" y="233"/>
                  </a:lnTo>
                  <a:lnTo>
                    <a:pt x="271" y="348"/>
                  </a:lnTo>
                  <a:lnTo>
                    <a:pt x="155" y="503"/>
                  </a:lnTo>
                  <a:lnTo>
                    <a:pt x="78" y="696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30"/>
                  </a:lnTo>
                  <a:lnTo>
                    <a:pt x="117" y="1623"/>
                  </a:lnTo>
                  <a:lnTo>
                    <a:pt x="155" y="1739"/>
                  </a:lnTo>
                  <a:lnTo>
                    <a:pt x="232" y="1777"/>
                  </a:lnTo>
                  <a:lnTo>
                    <a:pt x="348" y="1816"/>
                  </a:lnTo>
                  <a:lnTo>
                    <a:pt x="425" y="1739"/>
                  </a:lnTo>
                  <a:lnTo>
                    <a:pt x="580" y="1623"/>
                  </a:lnTo>
                  <a:lnTo>
                    <a:pt x="696" y="1546"/>
                  </a:lnTo>
                  <a:lnTo>
                    <a:pt x="889" y="1507"/>
                  </a:lnTo>
                  <a:lnTo>
                    <a:pt x="1429" y="1507"/>
                  </a:lnTo>
                  <a:lnTo>
                    <a:pt x="1584" y="1468"/>
                  </a:lnTo>
                  <a:lnTo>
                    <a:pt x="1777" y="1430"/>
                  </a:lnTo>
                  <a:lnTo>
                    <a:pt x="1931" y="1352"/>
                  </a:lnTo>
                  <a:lnTo>
                    <a:pt x="2047" y="1237"/>
                  </a:lnTo>
                  <a:lnTo>
                    <a:pt x="2125" y="1121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9"/>
                  </a:lnTo>
                  <a:lnTo>
                    <a:pt x="2086" y="464"/>
                  </a:lnTo>
                  <a:lnTo>
                    <a:pt x="1970" y="310"/>
                  </a:lnTo>
                  <a:lnTo>
                    <a:pt x="1816" y="194"/>
                  </a:lnTo>
                  <a:lnTo>
                    <a:pt x="1623" y="78"/>
                  </a:lnTo>
                  <a:lnTo>
                    <a:pt x="142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"/>
            <p:cNvSpPr/>
            <p:nvPr/>
          </p:nvSpPr>
          <p:spPr>
            <a:xfrm>
              <a:off x="4572625" y="4377450"/>
              <a:ext cx="625600" cy="344650"/>
            </a:xfrm>
            <a:custGeom>
              <a:avLst/>
              <a:gdLst/>
              <a:ahLst/>
              <a:cxnLst/>
              <a:rect l="l" t="t" r="r" b="b"/>
              <a:pathLst>
                <a:path w="25024" h="13786" extrusionOk="0">
                  <a:moveTo>
                    <a:pt x="23286" y="966"/>
                  </a:moveTo>
                  <a:lnTo>
                    <a:pt x="23633" y="1468"/>
                  </a:lnTo>
                  <a:lnTo>
                    <a:pt x="23942" y="2008"/>
                  </a:lnTo>
                  <a:lnTo>
                    <a:pt x="23788" y="2163"/>
                  </a:lnTo>
                  <a:lnTo>
                    <a:pt x="23633" y="2202"/>
                  </a:lnTo>
                  <a:lnTo>
                    <a:pt x="23479" y="2202"/>
                  </a:lnTo>
                  <a:lnTo>
                    <a:pt x="23324" y="2163"/>
                  </a:lnTo>
                  <a:lnTo>
                    <a:pt x="23208" y="2086"/>
                  </a:lnTo>
                  <a:lnTo>
                    <a:pt x="23092" y="1970"/>
                  </a:lnTo>
                  <a:lnTo>
                    <a:pt x="23015" y="1815"/>
                  </a:lnTo>
                  <a:lnTo>
                    <a:pt x="22977" y="1661"/>
                  </a:lnTo>
                  <a:lnTo>
                    <a:pt x="22977" y="1429"/>
                  </a:lnTo>
                  <a:lnTo>
                    <a:pt x="23054" y="1275"/>
                  </a:lnTo>
                  <a:lnTo>
                    <a:pt x="23170" y="1120"/>
                  </a:lnTo>
                  <a:lnTo>
                    <a:pt x="23286" y="966"/>
                  </a:lnTo>
                  <a:close/>
                  <a:moveTo>
                    <a:pt x="24096" y="2433"/>
                  </a:moveTo>
                  <a:lnTo>
                    <a:pt x="24212" y="2781"/>
                  </a:lnTo>
                  <a:lnTo>
                    <a:pt x="24328" y="3090"/>
                  </a:lnTo>
                  <a:lnTo>
                    <a:pt x="24367" y="3437"/>
                  </a:lnTo>
                  <a:lnTo>
                    <a:pt x="24444" y="3823"/>
                  </a:lnTo>
                  <a:lnTo>
                    <a:pt x="24174" y="3746"/>
                  </a:lnTo>
                  <a:lnTo>
                    <a:pt x="23942" y="3592"/>
                  </a:lnTo>
                  <a:lnTo>
                    <a:pt x="23865" y="3514"/>
                  </a:lnTo>
                  <a:lnTo>
                    <a:pt x="23788" y="3399"/>
                  </a:lnTo>
                  <a:lnTo>
                    <a:pt x="23749" y="3283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8" y="2742"/>
                  </a:lnTo>
                  <a:lnTo>
                    <a:pt x="23942" y="2588"/>
                  </a:lnTo>
                  <a:lnTo>
                    <a:pt x="24096" y="2433"/>
                  </a:lnTo>
                  <a:close/>
                  <a:moveTo>
                    <a:pt x="16296" y="4982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7" y="5291"/>
                  </a:lnTo>
                  <a:lnTo>
                    <a:pt x="16567" y="5407"/>
                  </a:lnTo>
                  <a:lnTo>
                    <a:pt x="16296" y="5445"/>
                  </a:lnTo>
                  <a:lnTo>
                    <a:pt x="15640" y="5522"/>
                  </a:lnTo>
                  <a:lnTo>
                    <a:pt x="15640" y="5484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56" y="5175"/>
                  </a:lnTo>
                  <a:lnTo>
                    <a:pt x="15833" y="5098"/>
                  </a:lnTo>
                  <a:lnTo>
                    <a:pt x="15949" y="5020"/>
                  </a:lnTo>
                  <a:lnTo>
                    <a:pt x="16065" y="4982"/>
                  </a:lnTo>
                  <a:close/>
                  <a:moveTo>
                    <a:pt x="24444" y="4248"/>
                  </a:moveTo>
                  <a:lnTo>
                    <a:pt x="24444" y="4673"/>
                  </a:lnTo>
                  <a:lnTo>
                    <a:pt x="24367" y="5098"/>
                  </a:lnTo>
                  <a:lnTo>
                    <a:pt x="24251" y="5522"/>
                  </a:lnTo>
                  <a:lnTo>
                    <a:pt x="24058" y="5445"/>
                  </a:lnTo>
                  <a:lnTo>
                    <a:pt x="23903" y="5291"/>
                  </a:lnTo>
                  <a:lnTo>
                    <a:pt x="23826" y="5098"/>
                  </a:lnTo>
                  <a:lnTo>
                    <a:pt x="23788" y="4982"/>
                  </a:lnTo>
                  <a:lnTo>
                    <a:pt x="23788" y="4866"/>
                  </a:lnTo>
                  <a:lnTo>
                    <a:pt x="23826" y="4750"/>
                  </a:lnTo>
                  <a:lnTo>
                    <a:pt x="23865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7"/>
                  </a:lnTo>
                  <a:lnTo>
                    <a:pt x="18073" y="5638"/>
                  </a:lnTo>
                  <a:lnTo>
                    <a:pt x="17571" y="5522"/>
                  </a:lnTo>
                  <a:lnTo>
                    <a:pt x="17030" y="5445"/>
                  </a:lnTo>
                  <a:lnTo>
                    <a:pt x="17069" y="5291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5"/>
                  </a:lnTo>
                  <a:lnTo>
                    <a:pt x="17532" y="4866"/>
                  </a:lnTo>
                  <a:lnTo>
                    <a:pt x="17648" y="4827"/>
                  </a:lnTo>
                  <a:close/>
                  <a:moveTo>
                    <a:pt x="14713" y="5329"/>
                  </a:moveTo>
                  <a:lnTo>
                    <a:pt x="14829" y="5368"/>
                  </a:lnTo>
                  <a:lnTo>
                    <a:pt x="14906" y="5445"/>
                  </a:lnTo>
                  <a:lnTo>
                    <a:pt x="15022" y="5561"/>
                  </a:lnTo>
                  <a:lnTo>
                    <a:pt x="15061" y="5677"/>
                  </a:lnTo>
                  <a:lnTo>
                    <a:pt x="14559" y="5870"/>
                  </a:lnTo>
                  <a:lnTo>
                    <a:pt x="14057" y="6102"/>
                  </a:lnTo>
                  <a:lnTo>
                    <a:pt x="14018" y="6063"/>
                  </a:lnTo>
                  <a:lnTo>
                    <a:pt x="14057" y="5831"/>
                  </a:lnTo>
                  <a:lnTo>
                    <a:pt x="14134" y="5600"/>
                  </a:lnTo>
                  <a:lnTo>
                    <a:pt x="14250" y="5445"/>
                  </a:lnTo>
                  <a:lnTo>
                    <a:pt x="14365" y="5368"/>
                  </a:lnTo>
                  <a:lnTo>
                    <a:pt x="14443" y="5329"/>
                  </a:lnTo>
                  <a:close/>
                  <a:moveTo>
                    <a:pt x="18999" y="5484"/>
                  </a:moveTo>
                  <a:lnTo>
                    <a:pt x="19115" y="5522"/>
                  </a:lnTo>
                  <a:lnTo>
                    <a:pt x="19192" y="5561"/>
                  </a:lnTo>
                  <a:lnTo>
                    <a:pt x="19308" y="5677"/>
                  </a:lnTo>
                  <a:lnTo>
                    <a:pt x="19385" y="5831"/>
                  </a:lnTo>
                  <a:lnTo>
                    <a:pt x="19385" y="5986"/>
                  </a:lnTo>
                  <a:lnTo>
                    <a:pt x="19347" y="6179"/>
                  </a:lnTo>
                  <a:lnTo>
                    <a:pt x="18613" y="5831"/>
                  </a:lnTo>
                  <a:lnTo>
                    <a:pt x="18652" y="5754"/>
                  </a:lnTo>
                  <a:lnTo>
                    <a:pt x="18690" y="5677"/>
                  </a:lnTo>
                  <a:lnTo>
                    <a:pt x="18845" y="5522"/>
                  </a:lnTo>
                  <a:lnTo>
                    <a:pt x="18999" y="5484"/>
                  </a:lnTo>
                  <a:close/>
                  <a:moveTo>
                    <a:pt x="20196" y="6063"/>
                  </a:moveTo>
                  <a:lnTo>
                    <a:pt x="20351" y="6102"/>
                  </a:lnTo>
                  <a:lnTo>
                    <a:pt x="20467" y="6140"/>
                  </a:lnTo>
                  <a:lnTo>
                    <a:pt x="20544" y="6179"/>
                  </a:lnTo>
                  <a:lnTo>
                    <a:pt x="20698" y="6333"/>
                  </a:lnTo>
                  <a:lnTo>
                    <a:pt x="20776" y="6526"/>
                  </a:lnTo>
                  <a:lnTo>
                    <a:pt x="20814" y="6719"/>
                  </a:lnTo>
                  <a:lnTo>
                    <a:pt x="20891" y="6951"/>
                  </a:lnTo>
                  <a:lnTo>
                    <a:pt x="20891" y="6951"/>
                  </a:lnTo>
                  <a:lnTo>
                    <a:pt x="20467" y="6758"/>
                  </a:lnTo>
                  <a:lnTo>
                    <a:pt x="20080" y="6565"/>
                  </a:lnTo>
                  <a:lnTo>
                    <a:pt x="19810" y="6411"/>
                  </a:lnTo>
                  <a:lnTo>
                    <a:pt x="19849" y="6295"/>
                  </a:lnTo>
                  <a:lnTo>
                    <a:pt x="19887" y="6179"/>
                  </a:lnTo>
                  <a:lnTo>
                    <a:pt x="20003" y="6140"/>
                  </a:lnTo>
                  <a:lnTo>
                    <a:pt x="20080" y="6102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9"/>
                  </a:lnTo>
                  <a:lnTo>
                    <a:pt x="23942" y="5986"/>
                  </a:lnTo>
                  <a:lnTo>
                    <a:pt x="24019" y="6024"/>
                  </a:lnTo>
                  <a:lnTo>
                    <a:pt x="24096" y="6024"/>
                  </a:lnTo>
                  <a:lnTo>
                    <a:pt x="23942" y="6295"/>
                  </a:lnTo>
                  <a:lnTo>
                    <a:pt x="23749" y="6565"/>
                  </a:lnTo>
                  <a:lnTo>
                    <a:pt x="23517" y="6797"/>
                  </a:lnTo>
                  <a:lnTo>
                    <a:pt x="23247" y="6990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6"/>
                  </a:lnTo>
                  <a:lnTo>
                    <a:pt x="23015" y="6295"/>
                  </a:lnTo>
                  <a:lnTo>
                    <a:pt x="23054" y="6179"/>
                  </a:lnTo>
                  <a:lnTo>
                    <a:pt x="23131" y="6102"/>
                  </a:lnTo>
                  <a:lnTo>
                    <a:pt x="23208" y="6024"/>
                  </a:lnTo>
                  <a:lnTo>
                    <a:pt x="23286" y="5947"/>
                  </a:lnTo>
                  <a:lnTo>
                    <a:pt x="23517" y="5870"/>
                  </a:lnTo>
                  <a:close/>
                  <a:moveTo>
                    <a:pt x="13246" y="6102"/>
                  </a:moveTo>
                  <a:lnTo>
                    <a:pt x="13477" y="6179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106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8" y="6797"/>
                  </a:lnTo>
                  <a:lnTo>
                    <a:pt x="12628" y="6681"/>
                  </a:lnTo>
                  <a:lnTo>
                    <a:pt x="12666" y="6526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60" y="6217"/>
                  </a:lnTo>
                  <a:lnTo>
                    <a:pt x="13014" y="6140"/>
                  </a:lnTo>
                  <a:lnTo>
                    <a:pt x="13130" y="6102"/>
                  </a:lnTo>
                  <a:close/>
                  <a:moveTo>
                    <a:pt x="22166" y="6565"/>
                  </a:moveTo>
                  <a:lnTo>
                    <a:pt x="22282" y="6604"/>
                  </a:lnTo>
                  <a:lnTo>
                    <a:pt x="22475" y="6719"/>
                  </a:lnTo>
                  <a:lnTo>
                    <a:pt x="22629" y="6874"/>
                  </a:lnTo>
                  <a:lnTo>
                    <a:pt x="22784" y="7028"/>
                  </a:lnTo>
                  <a:lnTo>
                    <a:pt x="22861" y="7067"/>
                  </a:lnTo>
                  <a:lnTo>
                    <a:pt x="22938" y="7067"/>
                  </a:lnTo>
                  <a:lnTo>
                    <a:pt x="22977" y="7106"/>
                  </a:lnTo>
                  <a:lnTo>
                    <a:pt x="22938" y="7144"/>
                  </a:lnTo>
                  <a:lnTo>
                    <a:pt x="22552" y="7221"/>
                  </a:lnTo>
                  <a:lnTo>
                    <a:pt x="22166" y="7260"/>
                  </a:lnTo>
                  <a:lnTo>
                    <a:pt x="21780" y="7221"/>
                  </a:lnTo>
                  <a:lnTo>
                    <a:pt x="21393" y="7106"/>
                  </a:lnTo>
                  <a:lnTo>
                    <a:pt x="21471" y="6913"/>
                  </a:lnTo>
                  <a:lnTo>
                    <a:pt x="21625" y="6758"/>
                  </a:lnTo>
                  <a:lnTo>
                    <a:pt x="21818" y="6604"/>
                  </a:lnTo>
                  <a:lnTo>
                    <a:pt x="22050" y="6565"/>
                  </a:lnTo>
                  <a:close/>
                  <a:moveTo>
                    <a:pt x="12280" y="7415"/>
                  </a:moveTo>
                  <a:lnTo>
                    <a:pt x="12473" y="7453"/>
                  </a:lnTo>
                  <a:lnTo>
                    <a:pt x="12126" y="7994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62" y="8110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40" y="7723"/>
                  </a:lnTo>
                  <a:lnTo>
                    <a:pt x="11817" y="7608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64" y="7415"/>
                  </a:lnTo>
                  <a:close/>
                  <a:moveTo>
                    <a:pt x="2240" y="9384"/>
                  </a:moveTo>
                  <a:lnTo>
                    <a:pt x="2356" y="9422"/>
                  </a:lnTo>
                  <a:lnTo>
                    <a:pt x="2472" y="9500"/>
                  </a:lnTo>
                  <a:lnTo>
                    <a:pt x="2549" y="9577"/>
                  </a:lnTo>
                  <a:lnTo>
                    <a:pt x="2627" y="9770"/>
                  </a:lnTo>
                  <a:lnTo>
                    <a:pt x="2627" y="9886"/>
                  </a:lnTo>
                  <a:lnTo>
                    <a:pt x="2627" y="10002"/>
                  </a:lnTo>
                  <a:lnTo>
                    <a:pt x="2125" y="9886"/>
                  </a:lnTo>
                  <a:lnTo>
                    <a:pt x="1661" y="9886"/>
                  </a:lnTo>
                  <a:lnTo>
                    <a:pt x="1700" y="9770"/>
                  </a:lnTo>
                  <a:lnTo>
                    <a:pt x="1738" y="9654"/>
                  </a:lnTo>
                  <a:lnTo>
                    <a:pt x="1816" y="9538"/>
                  </a:lnTo>
                  <a:lnTo>
                    <a:pt x="1893" y="9461"/>
                  </a:lnTo>
                  <a:lnTo>
                    <a:pt x="2009" y="9384"/>
                  </a:lnTo>
                  <a:close/>
                  <a:moveTo>
                    <a:pt x="11662" y="8998"/>
                  </a:moveTo>
                  <a:lnTo>
                    <a:pt x="11469" y="9500"/>
                  </a:lnTo>
                  <a:lnTo>
                    <a:pt x="11354" y="10040"/>
                  </a:lnTo>
                  <a:lnTo>
                    <a:pt x="11276" y="10272"/>
                  </a:lnTo>
                  <a:lnTo>
                    <a:pt x="11238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9" y="9693"/>
                  </a:lnTo>
                  <a:lnTo>
                    <a:pt x="10929" y="9577"/>
                  </a:lnTo>
                  <a:lnTo>
                    <a:pt x="10967" y="9461"/>
                  </a:lnTo>
                  <a:lnTo>
                    <a:pt x="11006" y="9345"/>
                  </a:lnTo>
                  <a:lnTo>
                    <a:pt x="11122" y="9152"/>
                  </a:lnTo>
                  <a:lnTo>
                    <a:pt x="11276" y="9075"/>
                  </a:lnTo>
                  <a:lnTo>
                    <a:pt x="11469" y="8998"/>
                  </a:lnTo>
                  <a:close/>
                  <a:moveTo>
                    <a:pt x="3785" y="9770"/>
                  </a:moveTo>
                  <a:lnTo>
                    <a:pt x="3901" y="9809"/>
                  </a:lnTo>
                  <a:lnTo>
                    <a:pt x="4017" y="9886"/>
                  </a:lnTo>
                  <a:lnTo>
                    <a:pt x="4094" y="10002"/>
                  </a:lnTo>
                  <a:lnTo>
                    <a:pt x="4133" y="10118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4" y="10542"/>
                  </a:lnTo>
                  <a:lnTo>
                    <a:pt x="4017" y="10658"/>
                  </a:lnTo>
                  <a:lnTo>
                    <a:pt x="3862" y="10542"/>
                  </a:lnTo>
                  <a:lnTo>
                    <a:pt x="3515" y="10349"/>
                  </a:lnTo>
                  <a:lnTo>
                    <a:pt x="3090" y="10156"/>
                  </a:lnTo>
                  <a:lnTo>
                    <a:pt x="3129" y="10040"/>
                  </a:lnTo>
                  <a:lnTo>
                    <a:pt x="3244" y="9924"/>
                  </a:lnTo>
                  <a:lnTo>
                    <a:pt x="3360" y="9847"/>
                  </a:lnTo>
                  <a:lnTo>
                    <a:pt x="3515" y="9770"/>
                  </a:lnTo>
                  <a:close/>
                  <a:moveTo>
                    <a:pt x="4943" y="10658"/>
                  </a:moveTo>
                  <a:lnTo>
                    <a:pt x="5021" y="10735"/>
                  </a:lnTo>
                  <a:lnTo>
                    <a:pt x="5098" y="10774"/>
                  </a:lnTo>
                  <a:lnTo>
                    <a:pt x="5137" y="10890"/>
                  </a:lnTo>
                  <a:lnTo>
                    <a:pt x="5175" y="11044"/>
                  </a:lnTo>
                  <a:lnTo>
                    <a:pt x="5137" y="11237"/>
                  </a:lnTo>
                  <a:lnTo>
                    <a:pt x="5098" y="11430"/>
                  </a:lnTo>
                  <a:lnTo>
                    <a:pt x="4403" y="10928"/>
                  </a:lnTo>
                  <a:lnTo>
                    <a:pt x="4441" y="10813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20"/>
                  </a:moveTo>
                  <a:lnTo>
                    <a:pt x="10967" y="11199"/>
                  </a:lnTo>
                  <a:lnTo>
                    <a:pt x="10736" y="11739"/>
                  </a:lnTo>
                  <a:lnTo>
                    <a:pt x="10658" y="11701"/>
                  </a:lnTo>
                  <a:lnTo>
                    <a:pt x="10504" y="11546"/>
                  </a:lnTo>
                  <a:lnTo>
                    <a:pt x="10427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3"/>
                  </a:lnTo>
                  <a:lnTo>
                    <a:pt x="10736" y="10697"/>
                  </a:lnTo>
                  <a:lnTo>
                    <a:pt x="10929" y="10620"/>
                  </a:lnTo>
                  <a:close/>
                  <a:moveTo>
                    <a:pt x="5986" y="11469"/>
                  </a:moveTo>
                  <a:lnTo>
                    <a:pt x="6063" y="11508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4" y="11778"/>
                  </a:lnTo>
                  <a:lnTo>
                    <a:pt x="6372" y="12010"/>
                  </a:lnTo>
                  <a:lnTo>
                    <a:pt x="6411" y="12241"/>
                  </a:lnTo>
                  <a:lnTo>
                    <a:pt x="6372" y="12473"/>
                  </a:lnTo>
                  <a:lnTo>
                    <a:pt x="5909" y="12087"/>
                  </a:lnTo>
                  <a:lnTo>
                    <a:pt x="5407" y="11701"/>
                  </a:lnTo>
                  <a:lnTo>
                    <a:pt x="5445" y="11624"/>
                  </a:lnTo>
                  <a:lnTo>
                    <a:pt x="5561" y="11546"/>
                  </a:lnTo>
                  <a:lnTo>
                    <a:pt x="5639" y="11508"/>
                  </a:lnTo>
                  <a:lnTo>
                    <a:pt x="5754" y="11469"/>
                  </a:lnTo>
                  <a:close/>
                  <a:moveTo>
                    <a:pt x="10543" y="12048"/>
                  </a:moveTo>
                  <a:lnTo>
                    <a:pt x="10388" y="12319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9" y="12241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3" y="12048"/>
                  </a:lnTo>
                  <a:close/>
                  <a:moveTo>
                    <a:pt x="7376" y="12512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40" y="12821"/>
                  </a:lnTo>
                  <a:lnTo>
                    <a:pt x="7878" y="13014"/>
                  </a:lnTo>
                  <a:lnTo>
                    <a:pt x="7878" y="13207"/>
                  </a:lnTo>
                  <a:lnTo>
                    <a:pt x="7840" y="13207"/>
                  </a:lnTo>
                  <a:lnTo>
                    <a:pt x="7338" y="13014"/>
                  </a:lnTo>
                  <a:lnTo>
                    <a:pt x="6836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2"/>
                  </a:lnTo>
                  <a:close/>
                  <a:moveTo>
                    <a:pt x="8844" y="12627"/>
                  </a:moveTo>
                  <a:lnTo>
                    <a:pt x="8959" y="12666"/>
                  </a:lnTo>
                  <a:lnTo>
                    <a:pt x="9114" y="12782"/>
                  </a:lnTo>
                  <a:lnTo>
                    <a:pt x="9191" y="12936"/>
                  </a:lnTo>
                  <a:lnTo>
                    <a:pt x="9230" y="13129"/>
                  </a:lnTo>
                  <a:lnTo>
                    <a:pt x="9268" y="13207"/>
                  </a:lnTo>
                  <a:lnTo>
                    <a:pt x="9037" y="13284"/>
                  </a:lnTo>
                  <a:lnTo>
                    <a:pt x="8805" y="13323"/>
                  </a:lnTo>
                  <a:lnTo>
                    <a:pt x="8573" y="13323"/>
                  </a:lnTo>
                  <a:lnTo>
                    <a:pt x="8303" y="13284"/>
                  </a:lnTo>
                  <a:lnTo>
                    <a:pt x="8303" y="13207"/>
                  </a:lnTo>
                  <a:lnTo>
                    <a:pt x="8342" y="13014"/>
                  </a:lnTo>
                  <a:lnTo>
                    <a:pt x="8419" y="12821"/>
                  </a:lnTo>
                  <a:lnTo>
                    <a:pt x="8573" y="12705"/>
                  </a:lnTo>
                  <a:lnTo>
                    <a:pt x="8650" y="12666"/>
                  </a:lnTo>
                  <a:lnTo>
                    <a:pt x="8766" y="12627"/>
                  </a:lnTo>
                  <a:close/>
                  <a:moveTo>
                    <a:pt x="22977" y="0"/>
                  </a:moveTo>
                  <a:lnTo>
                    <a:pt x="22899" y="39"/>
                  </a:lnTo>
                  <a:lnTo>
                    <a:pt x="22822" y="78"/>
                  </a:lnTo>
                  <a:lnTo>
                    <a:pt x="22784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822" y="425"/>
                  </a:lnTo>
                  <a:lnTo>
                    <a:pt x="22861" y="464"/>
                  </a:lnTo>
                  <a:lnTo>
                    <a:pt x="23015" y="657"/>
                  </a:lnTo>
                  <a:lnTo>
                    <a:pt x="22899" y="773"/>
                  </a:lnTo>
                  <a:lnTo>
                    <a:pt x="22784" y="966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61" y="2279"/>
                  </a:lnTo>
                  <a:lnTo>
                    <a:pt x="23054" y="2395"/>
                  </a:lnTo>
                  <a:lnTo>
                    <a:pt x="23247" y="2510"/>
                  </a:lnTo>
                  <a:lnTo>
                    <a:pt x="23479" y="2510"/>
                  </a:lnTo>
                  <a:lnTo>
                    <a:pt x="23401" y="2704"/>
                  </a:lnTo>
                  <a:lnTo>
                    <a:pt x="23363" y="2897"/>
                  </a:lnTo>
                  <a:lnTo>
                    <a:pt x="23324" y="3090"/>
                  </a:lnTo>
                  <a:lnTo>
                    <a:pt x="23363" y="3283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901"/>
                  </a:lnTo>
                  <a:lnTo>
                    <a:pt x="23981" y="4016"/>
                  </a:lnTo>
                  <a:lnTo>
                    <a:pt x="23749" y="4209"/>
                  </a:lnTo>
                  <a:lnTo>
                    <a:pt x="23556" y="4480"/>
                  </a:lnTo>
                  <a:lnTo>
                    <a:pt x="23479" y="4750"/>
                  </a:lnTo>
                  <a:lnTo>
                    <a:pt x="23440" y="4905"/>
                  </a:lnTo>
                  <a:lnTo>
                    <a:pt x="23440" y="5020"/>
                  </a:lnTo>
                  <a:lnTo>
                    <a:pt x="23517" y="5291"/>
                  </a:lnTo>
                  <a:lnTo>
                    <a:pt x="23633" y="5484"/>
                  </a:lnTo>
                  <a:lnTo>
                    <a:pt x="23401" y="5522"/>
                  </a:lnTo>
                  <a:lnTo>
                    <a:pt x="23170" y="5561"/>
                  </a:lnTo>
                  <a:lnTo>
                    <a:pt x="22977" y="5715"/>
                  </a:lnTo>
                  <a:lnTo>
                    <a:pt x="22784" y="5870"/>
                  </a:lnTo>
                  <a:lnTo>
                    <a:pt x="22706" y="6102"/>
                  </a:lnTo>
                  <a:lnTo>
                    <a:pt x="22629" y="6372"/>
                  </a:lnTo>
                  <a:lnTo>
                    <a:pt x="22475" y="6295"/>
                  </a:lnTo>
                  <a:lnTo>
                    <a:pt x="22320" y="6256"/>
                  </a:lnTo>
                  <a:lnTo>
                    <a:pt x="22166" y="6217"/>
                  </a:lnTo>
                  <a:lnTo>
                    <a:pt x="21973" y="6217"/>
                  </a:lnTo>
                  <a:lnTo>
                    <a:pt x="21741" y="6295"/>
                  </a:lnTo>
                  <a:lnTo>
                    <a:pt x="21509" y="6411"/>
                  </a:lnTo>
                  <a:lnTo>
                    <a:pt x="21355" y="6565"/>
                  </a:lnTo>
                  <a:lnTo>
                    <a:pt x="21200" y="6797"/>
                  </a:lnTo>
                  <a:lnTo>
                    <a:pt x="21123" y="6449"/>
                  </a:lnTo>
                  <a:lnTo>
                    <a:pt x="20969" y="6140"/>
                  </a:lnTo>
                  <a:lnTo>
                    <a:pt x="20853" y="6024"/>
                  </a:lnTo>
                  <a:lnTo>
                    <a:pt x="20737" y="5909"/>
                  </a:lnTo>
                  <a:lnTo>
                    <a:pt x="20582" y="5831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80" y="5793"/>
                  </a:lnTo>
                  <a:lnTo>
                    <a:pt x="19887" y="5870"/>
                  </a:lnTo>
                  <a:lnTo>
                    <a:pt x="19772" y="5947"/>
                  </a:lnTo>
                  <a:lnTo>
                    <a:pt x="19733" y="5715"/>
                  </a:lnTo>
                  <a:lnTo>
                    <a:pt x="19617" y="5484"/>
                  </a:lnTo>
                  <a:lnTo>
                    <a:pt x="19463" y="5329"/>
                  </a:lnTo>
                  <a:lnTo>
                    <a:pt x="19385" y="5252"/>
                  </a:lnTo>
                  <a:lnTo>
                    <a:pt x="19270" y="5175"/>
                  </a:lnTo>
                  <a:lnTo>
                    <a:pt x="19038" y="5136"/>
                  </a:lnTo>
                  <a:lnTo>
                    <a:pt x="18845" y="5175"/>
                  </a:lnTo>
                  <a:lnTo>
                    <a:pt x="18652" y="5291"/>
                  </a:lnTo>
                  <a:lnTo>
                    <a:pt x="18497" y="5407"/>
                  </a:lnTo>
                  <a:lnTo>
                    <a:pt x="18459" y="5252"/>
                  </a:lnTo>
                  <a:lnTo>
                    <a:pt x="18420" y="5136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3" y="4673"/>
                  </a:lnTo>
                  <a:lnTo>
                    <a:pt x="17957" y="4596"/>
                  </a:lnTo>
                  <a:lnTo>
                    <a:pt x="17802" y="4557"/>
                  </a:lnTo>
                  <a:lnTo>
                    <a:pt x="17648" y="4518"/>
                  </a:lnTo>
                  <a:lnTo>
                    <a:pt x="17493" y="4557"/>
                  </a:lnTo>
                  <a:lnTo>
                    <a:pt x="17377" y="4596"/>
                  </a:lnTo>
                  <a:lnTo>
                    <a:pt x="17262" y="4634"/>
                  </a:lnTo>
                  <a:lnTo>
                    <a:pt x="17146" y="4750"/>
                  </a:lnTo>
                  <a:lnTo>
                    <a:pt x="17030" y="4827"/>
                  </a:lnTo>
                  <a:lnTo>
                    <a:pt x="16875" y="5098"/>
                  </a:lnTo>
                  <a:lnTo>
                    <a:pt x="16760" y="4943"/>
                  </a:lnTo>
                  <a:lnTo>
                    <a:pt x="16605" y="4789"/>
                  </a:lnTo>
                  <a:lnTo>
                    <a:pt x="16451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9" y="4673"/>
                  </a:lnTo>
                  <a:lnTo>
                    <a:pt x="15794" y="4750"/>
                  </a:lnTo>
                  <a:lnTo>
                    <a:pt x="15640" y="4866"/>
                  </a:lnTo>
                  <a:lnTo>
                    <a:pt x="15524" y="4982"/>
                  </a:lnTo>
                  <a:lnTo>
                    <a:pt x="15447" y="5136"/>
                  </a:lnTo>
                  <a:lnTo>
                    <a:pt x="15408" y="5329"/>
                  </a:lnTo>
                  <a:lnTo>
                    <a:pt x="15408" y="5484"/>
                  </a:lnTo>
                  <a:lnTo>
                    <a:pt x="15447" y="5561"/>
                  </a:lnTo>
                  <a:lnTo>
                    <a:pt x="15408" y="5561"/>
                  </a:lnTo>
                  <a:lnTo>
                    <a:pt x="15331" y="5368"/>
                  </a:lnTo>
                  <a:lnTo>
                    <a:pt x="15176" y="5175"/>
                  </a:lnTo>
                  <a:lnTo>
                    <a:pt x="15022" y="5059"/>
                  </a:lnTo>
                  <a:lnTo>
                    <a:pt x="14829" y="4982"/>
                  </a:lnTo>
                  <a:lnTo>
                    <a:pt x="14636" y="4943"/>
                  </a:lnTo>
                  <a:lnTo>
                    <a:pt x="14443" y="4982"/>
                  </a:lnTo>
                  <a:lnTo>
                    <a:pt x="14288" y="5020"/>
                  </a:lnTo>
                  <a:lnTo>
                    <a:pt x="14134" y="5098"/>
                  </a:lnTo>
                  <a:lnTo>
                    <a:pt x="14057" y="5175"/>
                  </a:lnTo>
                  <a:lnTo>
                    <a:pt x="13941" y="5291"/>
                  </a:lnTo>
                  <a:lnTo>
                    <a:pt x="13825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5"/>
                  </a:lnTo>
                  <a:lnTo>
                    <a:pt x="13168" y="5715"/>
                  </a:lnTo>
                  <a:lnTo>
                    <a:pt x="12937" y="5754"/>
                  </a:lnTo>
                  <a:lnTo>
                    <a:pt x="12744" y="5831"/>
                  </a:lnTo>
                  <a:lnTo>
                    <a:pt x="12589" y="5947"/>
                  </a:lnTo>
                  <a:lnTo>
                    <a:pt x="12512" y="6063"/>
                  </a:lnTo>
                  <a:lnTo>
                    <a:pt x="12435" y="6217"/>
                  </a:lnTo>
                  <a:lnTo>
                    <a:pt x="12358" y="6372"/>
                  </a:lnTo>
                  <a:lnTo>
                    <a:pt x="12358" y="6526"/>
                  </a:lnTo>
                  <a:lnTo>
                    <a:pt x="12358" y="6681"/>
                  </a:lnTo>
                  <a:lnTo>
                    <a:pt x="12358" y="6835"/>
                  </a:lnTo>
                  <a:lnTo>
                    <a:pt x="12435" y="6990"/>
                  </a:lnTo>
                  <a:lnTo>
                    <a:pt x="12164" y="7028"/>
                  </a:lnTo>
                  <a:lnTo>
                    <a:pt x="11894" y="7106"/>
                  </a:lnTo>
                  <a:lnTo>
                    <a:pt x="11662" y="7221"/>
                  </a:lnTo>
                  <a:lnTo>
                    <a:pt x="11508" y="7415"/>
                  </a:lnTo>
                  <a:lnTo>
                    <a:pt x="11392" y="7530"/>
                  </a:lnTo>
                  <a:lnTo>
                    <a:pt x="11354" y="7685"/>
                  </a:lnTo>
                  <a:lnTo>
                    <a:pt x="11315" y="7839"/>
                  </a:lnTo>
                  <a:lnTo>
                    <a:pt x="11276" y="7994"/>
                  </a:lnTo>
                  <a:lnTo>
                    <a:pt x="11315" y="8148"/>
                  </a:lnTo>
                  <a:lnTo>
                    <a:pt x="11354" y="8303"/>
                  </a:lnTo>
                  <a:lnTo>
                    <a:pt x="11392" y="8457"/>
                  </a:lnTo>
                  <a:lnTo>
                    <a:pt x="11469" y="8612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58" y="9229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2" y="10233"/>
                  </a:lnTo>
                  <a:lnTo>
                    <a:pt x="10620" y="10311"/>
                  </a:lnTo>
                  <a:lnTo>
                    <a:pt x="10427" y="10426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79" y="11006"/>
                  </a:lnTo>
                  <a:lnTo>
                    <a:pt x="10041" y="11237"/>
                  </a:lnTo>
                  <a:lnTo>
                    <a:pt x="10079" y="11469"/>
                  </a:lnTo>
                  <a:lnTo>
                    <a:pt x="10195" y="11701"/>
                  </a:lnTo>
                  <a:lnTo>
                    <a:pt x="9925" y="11739"/>
                  </a:lnTo>
                  <a:lnTo>
                    <a:pt x="9693" y="11855"/>
                  </a:lnTo>
                  <a:lnTo>
                    <a:pt x="9500" y="12010"/>
                  </a:lnTo>
                  <a:lnTo>
                    <a:pt x="9423" y="12087"/>
                  </a:lnTo>
                  <a:lnTo>
                    <a:pt x="9384" y="12203"/>
                  </a:lnTo>
                  <a:lnTo>
                    <a:pt x="9346" y="12319"/>
                  </a:lnTo>
                  <a:lnTo>
                    <a:pt x="9307" y="12473"/>
                  </a:lnTo>
                  <a:lnTo>
                    <a:pt x="9191" y="12396"/>
                  </a:lnTo>
                  <a:lnTo>
                    <a:pt x="9037" y="12319"/>
                  </a:lnTo>
                  <a:lnTo>
                    <a:pt x="8882" y="12280"/>
                  </a:lnTo>
                  <a:lnTo>
                    <a:pt x="8728" y="12280"/>
                  </a:lnTo>
                  <a:lnTo>
                    <a:pt x="8535" y="12357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10" y="12550"/>
                  </a:lnTo>
                  <a:lnTo>
                    <a:pt x="7994" y="12434"/>
                  </a:lnTo>
                  <a:lnTo>
                    <a:pt x="7878" y="12319"/>
                  </a:lnTo>
                  <a:lnTo>
                    <a:pt x="7724" y="12241"/>
                  </a:lnTo>
                  <a:lnTo>
                    <a:pt x="7492" y="12164"/>
                  </a:lnTo>
                  <a:lnTo>
                    <a:pt x="7222" y="12203"/>
                  </a:lnTo>
                  <a:lnTo>
                    <a:pt x="6990" y="12280"/>
                  </a:lnTo>
                  <a:lnTo>
                    <a:pt x="6797" y="12434"/>
                  </a:lnTo>
                  <a:lnTo>
                    <a:pt x="6797" y="12048"/>
                  </a:lnTo>
                  <a:lnTo>
                    <a:pt x="6758" y="11894"/>
                  </a:lnTo>
                  <a:lnTo>
                    <a:pt x="6681" y="11701"/>
                  </a:lnTo>
                  <a:lnTo>
                    <a:pt x="6604" y="11546"/>
                  </a:lnTo>
                  <a:lnTo>
                    <a:pt x="6527" y="11430"/>
                  </a:lnTo>
                  <a:lnTo>
                    <a:pt x="6372" y="11315"/>
                  </a:lnTo>
                  <a:lnTo>
                    <a:pt x="6218" y="11199"/>
                  </a:lnTo>
                  <a:lnTo>
                    <a:pt x="6063" y="11160"/>
                  </a:lnTo>
                  <a:lnTo>
                    <a:pt x="5716" y="11160"/>
                  </a:lnTo>
                  <a:lnTo>
                    <a:pt x="5523" y="11237"/>
                  </a:lnTo>
                  <a:lnTo>
                    <a:pt x="5523" y="10967"/>
                  </a:lnTo>
                  <a:lnTo>
                    <a:pt x="5445" y="10735"/>
                  </a:lnTo>
                  <a:lnTo>
                    <a:pt x="5330" y="10504"/>
                  </a:lnTo>
                  <a:lnTo>
                    <a:pt x="5214" y="10426"/>
                  </a:lnTo>
                  <a:lnTo>
                    <a:pt x="5098" y="10388"/>
                  </a:lnTo>
                  <a:lnTo>
                    <a:pt x="4943" y="10311"/>
                  </a:lnTo>
                  <a:lnTo>
                    <a:pt x="4828" y="10311"/>
                  </a:lnTo>
                  <a:lnTo>
                    <a:pt x="4673" y="10349"/>
                  </a:lnTo>
                  <a:lnTo>
                    <a:pt x="4519" y="10388"/>
                  </a:lnTo>
                  <a:lnTo>
                    <a:pt x="4519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10" y="9577"/>
                  </a:lnTo>
                  <a:lnTo>
                    <a:pt x="4055" y="9500"/>
                  </a:lnTo>
                  <a:lnTo>
                    <a:pt x="3901" y="9461"/>
                  </a:lnTo>
                  <a:lnTo>
                    <a:pt x="3746" y="9422"/>
                  </a:lnTo>
                  <a:lnTo>
                    <a:pt x="3592" y="9422"/>
                  </a:lnTo>
                  <a:lnTo>
                    <a:pt x="3399" y="9461"/>
                  </a:lnTo>
                  <a:lnTo>
                    <a:pt x="3283" y="9538"/>
                  </a:lnTo>
                  <a:lnTo>
                    <a:pt x="3129" y="9616"/>
                  </a:lnTo>
                  <a:lnTo>
                    <a:pt x="3013" y="9770"/>
                  </a:lnTo>
                  <a:lnTo>
                    <a:pt x="2974" y="9616"/>
                  </a:lnTo>
                  <a:lnTo>
                    <a:pt x="2897" y="9461"/>
                  </a:lnTo>
                  <a:lnTo>
                    <a:pt x="2781" y="9268"/>
                  </a:lnTo>
                  <a:lnTo>
                    <a:pt x="2627" y="9152"/>
                  </a:lnTo>
                  <a:lnTo>
                    <a:pt x="2433" y="9036"/>
                  </a:lnTo>
                  <a:lnTo>
                    <a:pt x="2240" y="8998"/>
                  </a:lnTo>
                  <a:lnTo>
                    <a:pt x="2047" y="9036"/>
                  </a:lnTo>
                  <a:lnTo>
                    <a:pt x="1854" y="9114"/>
                  </a:lnTo>
                  <a:lnTo>
                    <a:pt x="1700" y="9191"/>
                  </a:lnTo>
                  <a:lnTo>
                    <a:pt x="1545" y="9345"/>
                  </a:lnTo>
                  <a:lnTo>
                    <a:pt x="1430" y="9538"/>
                  </a:lnTo>
                  <a:lnTo>
                    <a:pt x="1391" y="9731"/>
                  </a:lnTo>
                  <a:lnTo>
                    <a:pt x="1352" y="9924"/>
                  </a:lnTo>
                  <a:lnTo>
                    <a:pt x="1121" y="9963"/>
                  </a:lnTo>
                  <a:lnTo>
                    <a:pt x="928" y="10040"/>
                  </a:lnTo>
                  <a:lnTo>
                    <a:pt x="696" y="10156"/>
                  </a:lnTo>
                  <a:lnTo>
                    <a:pt x="503" y="10311"/>
                  </a:lnTo>
                  <a:lnTo>
                    <a:pt x="387" y="10426"/>
                  </a:lnTo>
                  <a:lnTo>
                    <a:pt x="271" y="10581"/>
                  </a:lnTo>
                  <a:lnTo>
                    <a:pt x="117" y="10890"/>
                  </a:lnTo>
                  <a:lnTo>
                    <a:pt x="1" y="11237"/>
                  </a:lnTo>
                  <a:lnTo>
                    <a:pt x="1" y="11585"/>
                  </a:lnTo>
                  <a:lnTo>
                    <a:pt x="78" y="11932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9" y="12821"/>
                  </a:lnTo>
                  <a:lnTo>
                    <a:pt x="812" y="12936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086" y="13129"/>
                  </a:lnTo>
                  <a:lnTo>
                    <a:pt x="2472" y="12975"/>
                  </a:lnTo>
                  <a:lnTo>
                    <a:pt x="2820" y="12782"/>
                  </a:lnTo>
                  <a:lnTo>
                    <a:pt x="3129" y="12550"/>
                  </a:lnTo>
                  <a:lnTo>
                    <a:pt x="3360" y="12241"/>
                  </a:lnTo>
                  <a:lnTo>
                    <a:pt x="3592" y="12010"/>
                  </a:lnTo>
                  <a:lnTo>
                    <a:pt x="3553" y="11932"/>
                  </a:lnTo>
                  <a:lnTo>
                    <a:pt x="3515" y="11817"/>
                  </a:lnTo>
                  <a:lnTo>
                    <a:pt x="3437" y="11778"/>
                  </a:lnTo>
                  <a:lnTo>
                    <a:pt x="3322" y="11739"/>
                  </a:lnTo>
                  <a:lnTo>
                    <a:pt x="3283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20" y="12241"/>
                  </a:lnTo>
                  <a:lnTo>
                    <a:pt x="2588" y="12434"/>
                  </a:lnTo>
                  <a:lnTo>
                    <a:pt x="2318" y="12589"/>
                  </a:lnTo>
                  <a:lnTo>
                    <a:pt x="2047" y="12666"/>
                  </a:lnTo>
                  <a:lnTo>
                    <a:pt x="1738" y="12705"/>
                  </a:lnTo>
                  <a:lnTo>
                    <a:pt x="1430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2" y="12357"/>
                  </a:lnTo>
                  <a:lnTo>
                    <a:pt x="696" y="12203"/>
                  </a:lnTo>
                  <a:lnTo>
                    <a:pt x="619" y="12048"/>
                  </a:lnTo>
                  <a:lnTo>
                    <a:pt x="541" y="11894"/>
                  </a:lnTo>
                  <a:lnTo>
                    <a:pt x="503" y="11739"/>
                  </a:lnTo>
                  <a:lnTo>
                    <a:pt x="503" y="11546"/>
                  </a:lnTo>
                  <a:lnTo>
                    <a:pt x="503" y="11392"/>
                  </a:lnTo>
                  <a:lnTo>
                    <a:pt x="541" y="11199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9" y="10620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30" y="10388"/>
                  </a:lnTo>
                  <a:lnTo>
                    <a:pt x="1738" y="10349"/>
                  </a:lnTo>
                  <a:lnTo>
                    <a:pt x="2009" y="10349"/>
                  </a:lnTo>
                  <a:lnTo>
                    <a:pt x="2318" y="10388"/>
                  </a:lnTo>
                  <a:lnTo>
                    <a:pt x="2588" y="10426"/>
                  </a:lnTo>
                  <a:lnTo>
                    <a:pt x="2858" y="10542"/>
                  </a:lnTo>
                  <a:lnTo>
                    <a:pt x="3129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5" y="11662"/>
                  </a:lnTo>
                  <a:lnTo>
                    <a:pt x="5523" y="12396"/>
                  </a:lnTo>
                  <a:lnTo>
                    <a:pt x="5870" y="12705"/>
                  </a:lnTo>
                  <a:lnTo>
                    <a:pt x="6256" y="12975"/>
                  </a:lnTo>
                  <a:lnTo>
                    <a:pt x="6681" y="13207"/>
                  </a:lnTo>
                  <a:lnTo>
                    <a:pt x="7106" y="13438"/>
                  </a:lnTo>
                  <a:lnTo>
                    <a:pt x="7531" y="13593"/>
                  </a:lnTo>
                  <a:lnTo>
                    <a:pt x="7994" y="13747"/>
                  </a:lnTo>
                  <a:lnTo>
                    <a:pt x="8457" y="13786"/>
                  </a:lnTo>
                  <a:lnTo>
                    <a:pt x="8921" y="13786"/>
                  </a:lnTo>
                  <a:lnTo>
                    <a:pt x="9346" y="13709"/>
                  </a:lnTo>
                  <a:lnTo>
                    <a:pt x="9732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9" y="12473"/>
                  </a:lnTo>
                  <a:lnTo>
                    <a:pt x="11122" y="12126"/>
                  </a:lnTo>
                  <a:lnTo>
                    <a:pt x="11315" y="11739"/>
                  </a:lnTo>
                  <a:lnTo>
                    <a:pt x="11508" y="11237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6" y="9114"/>
                  </a:lnTo>
                  <a:lnTo>
                    <a:pt x="12358" y="8612"/>
                  </a:lnTo>
                  <a:lnTo>
                    <a:pt x="12589" y="8110"/>
                  </a:lnTo>
                  <a:lnTo>
                    <a:pt x="12937" y="7646"/>
                  </a:lnTo>
                  <a:lnTo>
                    <a:pt x="13284" y="7299"/>
                  </a:lnTo>
                  <a:lnTo>
                    <a:pt x="13632" y="6990"/>
                  </a:lnTo>
                  <a:lnTo>
                    <a:pt x="14018" y="6719"/>
                  </a:lnTo>
                  <a:lnTo>
                    <a:pt x="14443" y="6449"/>
                  </a:lnTo>
                  <a:lnTo>
                    <a:pt x="14906" y="6256"/>
                  </a:lnTo>
                  <a:lnTo>
                    <a:pt x="15369" y="6102"/>
                  </a:lnTo>
                  <a:lnTo>
                    <a:pt x="15833" y="5986"/>
                  </a:lnTo>
                  <a:lnTo>
                    <a:pt x="16296" y="5947"/>
                  </a:lnTo>
                  <a:lnTo>
                    <a:pt x="16605" y="5909"/>
                  </a:lnTo>
                  <a:lnTo>
                    <a:pt x="16914" y="5909"/>
                  </a:lnTo>
                  <a:lnTo>
                    <a:pt x="17455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4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2"/>
                  </a:lnTo>
                  <a:lnTo>
                    <a:pt x="21316" y="7646"/>
                  </a:lnTo>
                  <a:lnTo>
                    <a:pt x="21741" y="7723"/>
                  </a:lnTo>
                  <a:lnTo>
                    <a:pt x="22166" y="7762"/>
                  </a:lnTo>
                  <a:lnTo>
                    <a:pt x="22590" y="7723"/>
                  </a:lnTo>
                  <a:lnTo>
                    <a:pt x="22977" y="7646"/>
                  </a:lnTo>
                  <a:lnTo>
                    <a:pt x="23363" y="7530"/>
                  </a:lnTo>
                  <a:lnTo>
                    <a:pt x="23710" y="7299"/>
                  </a:lnTo>
                  <a:lnTo>
                    <a:pt x="24058" y="6990"/>
                  </a:lnTo>
                  <a:lnTo>
                    <a:pt x="24367" y="6642"/>
                  </a:lnTo>
                  <a:lnTo>
                    <a:pt x="24598" y="6295"/>
                  </a:lnTo>
                  <a:lnTo>
                    <a:pt x="24753" y="5909"/>
                  </a:lnTo>
                  <a:lnTo>
                    <a:pt x="24869" y="5484"/>
                  </a:lnTo>
                  <a:lnTo>
                    <a:pt x="24985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6" y="3746"/>
                  </a:lnTo>
                  <a:lnTo>
                    <a:pt x="24869" y="3283"/>
                  </a:lnTo>
                  <a:lnTo>
                    <a:pt x="24791" y="2858"/>
                  </a:lnTo>
                  <a:lnTo>
                    <a:pt x="24637" y="2395"/>
                  </a:lnTo>
                  <a:lnTo>
                    <a:pt x="24444" y="1970"/>
                  </a:lnTo>
                  <a:lnTo>
                    <a:pt x="24251" y="1584"/>
                  </a:lnTo>
                  <a:lnTo>
                    <a:pt x="24058" y="1198"/>
                  </a:lnTo>
                  <a:lnTo>
                    <a:pt x="23788" y="811"/>
                  </a:lnTo>
                  <a:lnTo>
                    <a:pt x="23942" y="387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70" y="78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3"/>
            <p:cNvSpPr/>
            <p:nvPr/>
          </p:nvSpPr>
          <p:spPr>
            <a:xfrm>
              <a:off x="5082350" y="438710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1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9"/>
                  </a:lnTo>
                  <a:lnTo>
                    <a:pt x="4364" y="1120"/>
                  </a:lnTo>
                  <a:lnTo>
                    <a:pt x="4634" y="1429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3" y="2433"/>
                  </a:lnTo>
                  <a:lnTo>
                    <a:pt x="5368" y="2819"/>
                  </a:lnTo>
                  <a:lnTo>
                    <a:pt x="5484" y="3206"/>
                  </a:lnTo>
                  <a:lnTo>
                    <a:pt x="5522" y="3592"/>
                  </a:lnTo>
                  <a:lnTo>
                    <a:pt x="5600" y="3978"/>
                  </a:lnTo>
                  <a:lnTo>
                    <a:pt x="5600" y="4403"/>
                  </a:lnTo>
                  <a:lnTo>
                    <a:pt x="5561" y="4789"/>
                  </a:lnTo>
                  <a:lnTo>
                    <a:pt x="5522" y="5214"/>
                  </a:lnTo>
                  <a:lnTo>
                    <a:pt x="5445" y="5600"/>
                  </a:lnTo>
                  <a:lnTo>
                    <a:pt x="5329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6"/>
                  </a:lnTo>
                  <a:lnTo>
                    <a:pt x="4209" y="8032"/>
                  </a:lnTo>
                  <a:lnTo>
                    <a:pt x="3939" y="8380"/>
                  </a:lnTo>
                  <a:lnTo>
                    <a:pt x="3630" y="8728"/>
                  </a:lnTo>
                  <a:lnTo>
                    <a:pt x="3283" y="9036"/>
                  </a:lnTo>
                  <a:lnTo>
                    <a:pt x="2935" y="9307"/>
                  </a:lnTo>
                  <a:lnTo>
                    <a:pt x="2549" y="9577"/>
                  </a:lnTo>
                  <a:lnTo>
                    <a:pt x="2163" y="9809"/>
                  </a:lnTo>
                  <a:lnTo>
                    <a:pt x="1738" y="10040"/>
                  </a:lnTo>
                  <a:lnTo>
                    <a:pt x="1313" y="10234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0" y="10658"/>
                  </a:lnTo>
                  <a:lnTo>
                    <a:pt x="78" y="11044"/>
                  </a:lnTo>
                  <a:lnTo>
                    <a:pt x="618" y="10967"/>
                  </a:lnTo>
                  <a:lnTo>
                    <a:pt x="1120" y="10813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0" y="10195"/>
                  </a:lnTo>
                  <a:lnTo>
                    <a:pt x="2974" y="9925"/>
                  </a:lnTo>
                  <a:lnTo>
                    <a:pt x="3399" y="9616"/>
                  </a:lnTo>
                  <a:lnTo>
                    <a:pt x="3785" y="9268"/>
                  </a:lnTo>
                  <a:lnTo>
                    <a:pt x="4171" y="8921"/>
                  </a:lnTo>
                  <a:lnTo>
                    <a:pt x="4480" y="8534"/>
                  </a:lnTo>
                  <a:lnTo>
                    <a:pt x="4827" y="8110"/>
                  </a:lnTo>
                  <a:lnTo>
                    <a:pt x="5098" y="7685"/>
                  </a:lnTo>
                  <a:lnTo>
                    <a:pt x="5368" y="7222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8" y="5793"/>
                  </a:lnTo>
                  <a:lnTo>
                    <a:pt x="6024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4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6" y="1314"/>
                  </a:lnTo>
                  <a:lnTo>
                    <a:pt x="4904" y="1005"/>
                  </a:lnTo>
                  <a:lnTo>
                    <a:pt x="4596" y="696"/>
                  </a:lnTo>
                  <a:lnTo>
                    <a:pt x="4287" y="425"/>
                  </a:lnTo>
                  <a:lnTo>
                    <a:pt x="3939" y="194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3"/>
            <p:cNvSpPr/>
            <p:nvPr/>
          </p:nvSpPr>
          <p:spPr>
            <a:xfrm>
              <a:off x="5492625" y="4412200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1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1"/>
                  </a:lnTo>
                  <a:lnTo>
                    <a:pt x="3862" y="503"/>
                  </a:lnTo>
                  <a:lnTo>
                    <a:pt x="3322" y="773"/>
                  </a:lnTo>
                  <a:lnTo>
                    <a:pt x="2781" y="1082"/>
                  </a:lnTo>
                  <a:lnTo>
                    <a:pt x="2279" y="1429"/>
                  </a:lnTo>
                  <a:lnTo>
                    <a:pt x="1816" y="1854"/>
                  </a:lnTo>
                  <a:lnTo>
                    <a:pt x="1429" y="2279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3" y="3746"/>
                  </a:lnTo>
                  <a:lnTo>
                    <a:pt x="271" y="4248"/>
                  </a:lnTo>
                  <a:lnTo>
                    <a:pt x="117" y="4789"/>
                  </a:lnTo>
                  <a:lnTo>
                    <a:pt x="1" y="5368"/>
                  </a:lnTo>
                  <a:lnTo>
                    <a:pt x="348" y="5407"/>
                  </a:lnTo>
                  <a:lnTo>
                    <a:pt x="464" y="4982"/>
                  </a:lnTo>
                  <a:lnTo>
                    <a:pt x="580" y="4596"/>
                  </a:lnTo>
                  <a:lnTo>
                    <a:pt x="812" y="3978"/>
                  </a:lnTo>
                  <a:lnTo>
                    <a:pt x="1121" y="3399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7"/>
                  </a:lnTo>
                  <a:lnTo>
                    <a:pt x="3399" y="1159"/>
                  </a:lnTo>
                  <a:lnTo>
                    <a:pt x="3978" y="889"/>
                  </a:lnTo>
                  <a:lnTo>
                    <a:pt x="4635" y="657"/>
                  </a:lnTo>
                  <a:lnTo>
                    <a:pt x="5252" y="464"/>
                  </a:lnTo>
                  <a:lnTo>
                    <a:pt x="5909" y="387"/>
                  </a:lnTo>
                  <a:lnTo>
                    <a:pt x="6565" y="387"/>
                  </a:lnTo>
                  <a:lnTo>
                    <a:pt x="7222" y="464"/>
                  </a:lnTo>
                  <a:lnTo>
                    <a:pt x="7878" y="580"/>
                  </a:lnTo>
                  <a:lnTo>
                    <a:pt x="8496" y="812"/>
                  </a:lnTo>
                  <a:lnTo>
                    <a:pt x="9114" y="1082"/>
                  </a:lnTo>
                  <a:lnTo>
                    <a:pt x="9423" y="1275"/>
                  </a:lnTo>
                  <a:lnTo>
                    <a:pt x="9732" y="1507"/>
                  </a:lnTo>
                  <a:lnTo>
                    <a:pt x="10041" y="1700"/>
                  </a:lnTo>
                  <a:lnTo>
                    <a:pt x="10311" y="1931"/>
                  </a:lnTo>
                  <a:lnTo>
                    <a:pt x="10774" y="2472"/>
                  </a:lnTo>
                  <a:lnTo>
                    <a:pt x="11199" y="3013"/>
                  </a:lnTo>
                  <a:lnTo>
                    <a:pt x="11547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5" y="5638"/>
                  </a:lnTo>
                  <a:lnTo>
                    <a:pt x="12628" y="6218"/>
                  </a:lnTo>
                  <a:lnTo>
                    <a:pt x="12859" y="6797"/>
                  </a:lnTo>
                  <a:lnTo>
                    <a:pt x="13130" y="7376"/>
                  </a:lnTo>
                  <a:lnTo>
                    <a:pt x="13439" y="7955"/>
                  </a:lnTo>
                  <a:lnTo>
                    <a:pt x="13825" y="8496"/>
                  </a:lnTo>
                  <a:lnTo>
                    <a:pt x="14250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500"/>
                  </a:lnTo>
                  <a:lnTo>
                    <a:pt x="15292" y="9654"/>
                  </a:lnTo>
                  <a:lnTo>
                    <a:pt x="15756" y="9809"/>
                  </a:lnTo>
                  <a:lnTo>
                    <a:pt x="16219" y="9886"/>
                  </a:lnTo>
                  <a:lnTo>
                    <a:pt x="16721" y="9886"/>
                  </a:lnTo>
                  <a:lnTo>
                    <a:pt x="17184" y="9809"/>
                  </a:lnTo>
                  <a:lnTo>
                    <a:pt x="17609" y="9616"/>
                  </a:lnTo>
                  <a:lnTo>
                    <a:pt x="17841" y="9500"/>
                  </a:lnTo>
                  <a:lnTo>
                    <a:pt x="18034" y="9384"/>
                  </a:lnTo>
                  <a:lnTo>
                    <a:pt x="18188" y="9230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2" y="8612"/>
                  </a:lnTo>
                  <a:lnTo>
                    <a:pt x="18652" y="8534"/>
                  </a:lnTo>
                  <a:lnTo>
                    <a:pt x="18652" y="8457"/>
                  </a:lnTo>
                  <a:lnTo>
                    <a:pt x="18652" y="8380"/>
                  </a:lnTo>
                  <a:lnTo>
                    <a:pt x="18652" y="8341"/>
                  </a:lnTo>
                  <a:lnTo>
                    <a:pt x="18304" y="8341"/>
                  </a:lnTo>
                  <a:lnTo>
                    <a:pt x="18266" y="8419"/>
                  </a:lnTo>
                  <a:lnTo>
                    <a:pt x="18072" y="8728"/>
                  </a:lnTo>
                  <a:lnTo>
                    <a:pt x="17802" y="8998"/>
                  </a:lnTo>
                  <a:lnTo>
                    <a:pt x="17493" y="9191"/>
                  </a:lnTo>
                  <a:lnTo>
                    <a:pt x="17184" y="9345"/>
                  </a:lnTo>
                  <a:lnTo>
                    <a:pt x="16837" y="9423"/>
                  </a:lnTo>
                  <a:lnTo>
                    <a:pt x="16451" y="9461"/>
                  </a:lnTo>
                  <a:lnTo>
                    <a:pt x="16103" y="9423"/>
                  </a:lnTo>
                  <a:lnTo>
                    <a:pt x="15717" y="9345"/>
                  </a:lnTo>
                  <a:lnTo>
                    <a:pt x="15369" y="9191"/>
                  </a:lnTo>
                  <a:lnTo>
                    <a:pt x="15022" y="8998"/>
                  </a:lnTo>
                  <a:lnTo>
                    <a:pt x="14713" y="8766"/>
                  </a:lnTo>
                  <a:lnTo>
                    <a:pt x="14404" y="8496"/>
                  </a:lnTo>
                  <a:lnTo>
                    <a:pt x="14172" y="8187"/>
                  </a:lnTo>
                  <a:lnTo>
                    <a:pt x="13941" y="7839"/>
                  </a:lnTo>
                  <a:lnTo>
                    <a:pt x="13709" y="7530"/>
                  </a:lnTo>
                  <a:lnTo>
                    <a:pt x="13555" y="7183"/>
                  </a:lnTo>
                  <a:lnTo>
                    <a:pt x="13246" y="6526"/>
                  </a:lnTo>
                  <a:lnTo>
                    <a:pt x="12975" y="5831"/>
                  </a:lnTo>
                  <a:lnTo>
                    <a:pt x="12473" y="4480"/>
                  </a:lnTo>
                  <a:lnTo>
                    <a:pt x="12164" y="3823"/>
                  </a:lnTo>
                  <a:lnTo>
                    <a:pt x="11855" y="3206"/>
                  </a:lnTo>
                  <a:lnTo>
                    <a:pt x="11469" y="2588"/>
                  </a:lnTo>
                  <a:lnTo>
                    <a:pt x="11238" y="2279"/>
                  </a:lnTo>
                  <a:lnTo>
                    <a:pt x="11006" y="2009"/>
                  </a:lnTo>
                  <a:lnTo>
                    <a:pt x="10543" y="1584"/>
                  </a:lnTo>
                  <a:lnTo>
                    <a:pt x="10079" y="1198"/>
                  </a:lnTo>
                  <a:lnTo>
                    <a:pt x="9577" y="850"/>
                  </a:lnTo>
                  <a:lnTo>
                    <a:pt x="9037" y="580"/>
                  </a:lnTo>
                  <a:lnTo>
                    <a:pt x="8496" y="348"/>
                  </a:lnTo>
                  <a:lnTo>
                    <a:pt x="7917" y="194"/>
                  </a:lnTo>
                  <a:lnTo>
                    <a:pt x="7338" y="78"/>
                  </a:lnTo>
                  <a:lnTo>
                    <a:pt x="67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3"/>
            <p:cNvSpPr/>
            <p:nvPr/>
          </p:nvSpPr>
          <p:spPr>
            <a:xfrm>
              <a:off x="3907500" y="4422825"/>
              <a:ext cx="353350" cy="159300"/>
            </a:xfrm>
            <a:custGeom>
              <a:avLst/>
              <a:gdLst/>
              <a:ahLst/>
              <a:cxnLst/>
              <a:rect l="l" t="t" r="r" b="b"/>
              <a:pathLst>
                <a:path w="14134" h="6372" extrusionOk="0">
                  <a:moveTo>
                    <a:pt x="11160" y="464"/>
                  </a:moveTo>
                  <a:lnTo>
                    <a:pt x="11623" y="502"/>
                  </a:lnTo>
                  <a:lnTo>
                    <a:pt x="12048" y="541"/>
                  </a:lnTo>
                  <a:lnTo>
                    <a:pt x="12434" y="657"/>
                  </a:lnTo>
                  <a:lnTo>
                    <a:pt x="12627" y="734"/>
                  </a:lnTo>
                  <a:lnTo>
                    <a:pt x="12743" y="811"/>
                  </a:lnTo>
                  <a:lnTo>
                    <a:pt x="12859" y="966"/>
                  </a:lnTo>
                  <a:lnTo>
                    <a:pt x="12936" y="1082"/>
                  </a:lnTo>
                  <a:lnTo>
                    <a:pt x="12975" y="1313"/>
                  </a:lnTo>
                  <a:lnTo>
                    <a:pt x="12975" y="1506"/>
                  </a:lnTo>
                  <a:lnTo>
                    <a:pt x="12936" y="1699"/>
                  </a:lnTo>
                  <a:lnTo>
                    <a:pt x="12820" y="1892"/>
                  </a:lnTo>
                  <a:lnTo>
                    <a:pt x="12704" y="2086"/>
                  </a:lnTo>
                  <a:lnTo>
                    <a:pt x="12589" y="2240"/>
                  </a:lnTo>
                  <a:lnTo>
                    <a:pt x="12241" y="2472"/>
                  </a:lnTo>
                  <a:lnTo>
                    <a:pt x="11816" y="2742"/>
                  </a:lnTo>
                  <a:lnTo>
                    <a:pt x="11391" y="2935"/>
                  </a:lnTo>
                  <a:lnTo>
                    <a:pt x="10658" y="3205"/>
                  </a:lnTo>
                  <a:lnTo>
                    <a:pt x="9924" y="3437"/>
                  </a:lnTo>
                  <a:lnTo>
                    <a:pt x="9152" y="3707"/>
                  </a:lnTo>
                  <a:lnTo>
                    <a:pt x="8380" y="3900"/>
                  </a:lnTo>
                  <a:lnTo>
                    <a:pt x="7607" y="4094"/>
                  </a:lnTo>
                  <a:lnTo>
                    <a:pt x="6796" y="4287"/>
                  </a:lnTo>
                  <a:lnTo>
                    <a:pt x="5908" y="4441"/>
                  </a:lnTo>
                  <a:lnTo>
                    <a:pt x="5020" y="4596"/>
                  </a:lnTo>
                  <a:lnTo>
                    <a:pt x="4132" y="4711"/>
                  </a:lnTo>
                  <a:lnTo>
                    <a:pt x="3244" y="4789"/>
                  </a:lnTo>
                  <a:lnTo>
                    <a:pt x="2201" y="4789"/>
                  </a:lnTo>
                  <a:lnTo>
                    <a:pt x="1854" y="4750"/>
                  </a:lnTo>
                  <a:lnTo>
                    <a:pt x="1506" y="4673"/>
                  </a:lnTo>
                  <a:lnTo>
                    <a:pt x="1197" y="4557"/>
                  </a:lnTo>
                  <a:lnTo>
                    <a:pt x="888" y="4441"/>
                  </a:lnTo>
                  <a:lnTo>
                    <a:pt x="579" y="4248"/>
                  </a:lnTo>
                  <a:lnTo>
                    <a:pt x="657" y="4171"/>
                  </a:lnTo>
                  <a:lnTo>
                    <a:pt x="695" y="4055"/>
                  </a:lnTo>
                  <a:lnTo>
                    <a:pt x="695" y="3939"/>
                  </a:lnTo>
                  <a:lnTo>
                    <a:pt x="734" y="3823"/>
                  </a:lnTo>
                  <a:lnTo>
                    <a:pt x="850" y="3630"/>
                  </a:lnTo>
                  <a:lnTo>
                    <a:pt x="1081" y="3437"/>
                  </a:lnTo>
                  <a:lnTo>
                    <a:pt x="1313" y="3244"/>
                  </a:lnTo>
                  <a:lnTo>
                    <a:pt x="1854" y="2935"/>
                  </a:lnTo>
                  <a:lnTo>
                    <a:pt x="2278" y="2703"/>
                  </a:lnTo>
                  <a:lnTo>
                    <a:pt x="3012" y="2356"/>
                  </a:lnTo>
                  <a:lnTo>
                    <a:pt x="3707" y="2008"/>
                  </a:lnTo>
                  <a:lnTo>
                    <a:pt x="4479" y="1699"/>
                  </a:lnTo>
                  <a:lnTo>
                    <a:pt x="5252" y="1429"/>
                  </a:lnTo>
                  <a:lnTo>
                    <a:pt x="6024" y="1197"/>
                  </a:lnTo>
                  <a:lnTo>
                    <a:pt x="6835" y="1004"/>
                  </a:lnTo>
                  <a:lnTo>
                    <a:pt x="7607" y="811"/>
                  </a:lnTo>
                  <a:lnTo>
                    <a:pt x="8418" y="695"/>
                  </a:lnTo>
                  <a:lnTo>
                    <a:pt x="9229" y="580"/>
                  </a:lnTo>
                  <a:lnTo>
                    <a:pt x="10040" y="541"/>
                  </a:lnTo>
                  <a:lnTo>
                    <a:pt x="10735" y="502"/>
                  </a:lnTo>
                  <a:lnTo>
                    <a:pt x="11160" y="464"/>
                  </a:lnTo>
                  <a:close/>
                  <a:moveTo>
                    <a:pt x="13477" y="1120"/>
                  </a:moveTo>
                  <a:lnTo>
                    <a:pt x="13631" y="1313"/>
                  </a:lnTo>
                  <a:lnTo>
                    <a:pt x="13708" y="1506"/>
                  </a:lnTo>
                  <a:lnTo>
                    <a:pt x="13747" y="1738"/>
                  </a:lnTo>
                  <a:lnTo>
                    <a:pt x="13708" y="2008"/>
                  </a:lnTo>
                  <a:lnTo>
                    <a:pt x="13631" y="2240"/>
                  </a:lnTo>
                  <a:lnTo>
                    <a:pt x="13515" y="2472"/>
                  </a:lnTo>
                  <a:lnTo>
                    <a:pt x="13399" y="2703"/>
                  </a:lnTo>
                  <a:lnTo>
                    <a:pt x="13206" y="2896"/>
                  </a:lnTo>
                  <a:lnTo>
                    <a:pt x="12859" y="3205"/>
                  </a:lnTo>
                  <a:lnTo>
                    <a:pt x="12473" y="3437"/>
                  </a:lnTo>
                  <a:lnTo>
                    <a:pt x="12048" y="3669"/>
                  </a:lnTo>
                  <a:lnTo>
                    <a:pt x="11623" y="3900"/>
                  </a:lnTo>
                  <a:lnTo>
                    <a:pt x="10658" y="4287"/>
                  </a:lnTo>
                  <a:lnTo>
                    <a:pt x="9731" y="4634"/>
                  </a:lnTo>
                  <a:lnTo>
                    <a:pt x="8766" y="4904"/>
                  </a:lnTo>
                  <a:lnTo>
                    <a:pt x="7762" y="5175"/>
                  </a:lnTo>
                  <a:lnTo>
                    <a:pt x="6758" y="5406"/>
                  </a:lnTo>
                  <a:lnTo>
                    <a:pt x="5754" y="5600"/>
                  </a:lnTo>
                  <a:lnTo>
                    <a:pt x="4711" y="5793"/>
                  </a:lnTo>
                  <a:lnTo>
                    <a:pt x="3707" y="5908"/>
                  </a:lnTo>
                  <a:lnTo>
                    <a:pt x="2780" y="5986"/>
                  </a:lnTo>
                  <a:lnTo>
                    <a:pt x="2278" y="5986"/>
                  </a:lnTo>
                  <a:lnTo>
                    <a:pt x="1815" y="5947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8"/>
                  </a:lnTo>
                  <a:lnTo>
                    <a:pt x="695" y="5484"/>
                  </a:lnTo>
                  <a:lnTo>
                    <a:pt x="502" y="5252"/>
                  </a:lnTo>
                  <a:lnTo>
                    <a:pt x="348" y="5020"/>
                  </a:lnTo>
                  <a:lnTo>
                    <a:pt x="309" y="4866"/>
                  </a:lnTo>
                  <a:lnTo>
                    <a:pt x="309" y="4750"/>
                  </a:lnTo>
                  <a:lnTo>
                    <a:pt x="309" y="4596"/>
                  </a:lnTo>
                  <a:lnTo>
                    <a:pt x="348" y="4441"/>
                  </a:lnTo>
                  <a:lnTo>
                    <a:pt x="541" y="4673"/>
                  </a:lnTo>
                  <a:lnTo>
                    <a:pt x="811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2" y="5213"/>
                  </a:lnTo>
                  <a:lnTo>
                    <a:pt x="1931" y="5252"/>
                  </a:lnTo>
                  <a:lnTo>
                    <a:pt x="2587" y="5329"/>
                  </a:lnTo>
                  <a:lnTo>
                    <a:pt x="3244" y="5291"/>
                  </a:lnTo>
                  <a:lnTo>
                    <a:pt x="3939" y="5252"/>
                  </a:lnTo>
                  <a:lnTo>
                    <a:pt x="5136" y="5059"/>
                  </a:lnTo>
                  <a:lnTo>
                    <a:pt x="6912" y="4789"/>
                  </a:lnTo>
                  <a:lnTo>
                    <a:pt x="7839" y="4596"/>
                  </a:lnTo>
                  <a:lnTo>
                    <a:pt x="8727" y="4402"/>
                  </a:lnTo>
                  <a:lnTo>
                    <a:pt x="9615" y="4132"/>
                  </a:lnTo>
                  <a:lnTo>
                    <a:pt x="10503" y="3862"/>
                  </a:lnTo>
                  <a:lnTo>
                    <a:pt x="11353" y="3514"/>
                  </a:lnTo>
                  <a:lnTo>
                    <a:pt x="12164" y="3128"/>
                  </a:lnTo>
                  <a:lnTo>
                    <a:pt x="12434" y="2974"/>
                  </a:lnTo>
                  <a:lnTo>
                    <a:pt x="12704" y="2819"/>
                  </a:lnTo>
                  <a:lnTo>
                    <a:pt x="12936" y="2588"/>
                  </a:lnTo>
                  <a:lnTo>
                    <a:pt x="13129" y="2394"/>
                  </a:lnTo>
                  <a:lnTo>
                    <a:pt x="13322" y="2124"/>
                  </a:lnTo>
                  <a:lnTo>
                    <a:pt x="13438" y="1854"/>
                  </a:lnTo>
                  <a:lnTo>
                    <a:pt x="13515" y="1584"/>
                  </a:lnTo>
                  <a:lnTo>
                    <a:pt x="13515" y="1236"/>
                  </a:lnTo>
                  <a:lnTo>
                    <a:pt x="13477" y="1120"/>
                  </a:lnTo>
                  <a:close/>
                  <a:moveTo>
                    <a:pt x="10658" y="0"/>
                  </a:moveTo>
                  <a:lnTo>
                    <a:pt x="9886" y="39"/>
                  </a:lnTo>
                  <a:lnTo>
                    <a:pt x="9113" y="116"/>
                  </a:lnTo>
                  <a:lnTo>
                    <a:pt x="8302" y="232"/>
                  </a:lnTo>
                  <a:lnTo>
                    <a:pt x="7530" y="348"/>
                  </a:lnTo>
                  <a:lnTo>
                    <a:pt x="6719" y="541"/>
                  </a:lnTo>
                  <a:lnTo>
                    <a:pt x="5908" y="734"/>
                  </a:lnTo>
                  <a:lnTo>
                    <a:pt x="5020" y="1004"/>
                  </a:lnTo>
                  <a:lnTo>
                    <a:pt x="4132" y="1352"/>
                  </a:lnTo>
                  <a:lnTo>
                    <a:pt x="3244" y="1699"/>
                  </a:lnTo>
                  <a:lnTo>
                    <a:pt x="2394" y="2124"/>
                  </a:lnTo>
                  <a:lnTo>
                    <a:pt x="1776" y="2433"/>
                  </a:lnTo>
                  <a:lnTo>
                    <a:pt x="1390" y="2626"/>
                  </a:lnTo>
                  <a:lnTo>
                    <a:pt x="1043" y="2858"/>
                  </a:lnTo>
                  <a:lnTo>
                    <a:pt x="695" y="3090"/>
                  </a:lnTo>
                  <a:lnTo>
                    <a:pt x="463" y="3398"/>
                  </a:lnTo>
                  <a:lnTo>
                    <a:pt x="348" y="3553"/>
                  </a:lnTo>
                  <a:lnTo>
                    <a:pt x="270" y="3707"/>
                  </a:lnTo>
                  <a:lnTo>
                    <a:pt x="232" y="3862"/>
                  </a:lnTo>
                  <a:lnTo>
                    <a:pt x="232" y="4055"/>
                  </a:lnTo>
                  <a:lnTo>
                    <a:pt x="193" y="4132"/>
                  </a:lnTo>
                  <a:lnTo>
                    <a:pt x="193" y="4171"/>
                  </a:lnTo>
                  <a:lnTo>
                    <a:pt x="116" y="4325"/>
                  </a:lnTo>
                  <a:lnTo>
                    <a:pt x="39" y="4480"/>
                  </a:lnTo>
                  <a:lnTo>
                    <a:pt x="0" y="4634"/>
                  </a:lnTo>
                  <a:lnTo>
                    <a:pt x="0" y="4789"/>
                  </a:lnTo>
                  <a:lnTo>
                    <a:pt x="39" y="5136"/>
                  </a:lnTo>
                  <a:lnTo>
                    <a:pt x="193" y="5445"/>
                  </a:lnTo>
                  <a:lnTo>
                    <a:pt x="348" y="5638"/>
                  </a:lnTo>
                  <a:lnTo>
                    <a:pt x="502" y="5831"/>
                  </a:lnTo>
                  <a:lnTo>
                    <a:pt x="695" y="5947"/>
                  </a:lnTo>
                  <a:lnTo>
                    <a:pt x="927" y="6063"/>
                  </a:lnTo>
                  <a:lnTo>
                    <a:pt x="965" y="6256"/>
                  </a:lnTo>
                  <a:lnTo>
                    <a:pt x="1274" y="6179"/>
                  </a:lnTo>
                  <a:lnTo>
                    <a:pt x="1313" y="6217"/>
                  </a:lnTo>
                  <a:lnTo>
                    <a:pt x="1313" y="6256"/>
                  </a:lnTo>
                  <a:lnTo>
                    <a:pt x="1352" y="6295"/>
                  </a:lnTo>
                  <a:lnTo>
                    <a:pt x="1467" y="6256"/>
                  </a:lnTo>
                  <a:lnTo>
                    <a:pt x="1815" y="6295"/>
                  </a:lnTo>
                  <a:lnTo>
                    <a:pt x="2394" y="6333"/>
                  </a:lnTo>
                  <a:lnTo>
                    <a:pt x="3012" y="6372"/>
                  </a:lnTo>
                  <a:lnTo>
                    <a:pt x="3591" y="6333"/>
                  </a:lnTo>
                  <a:lnTo>
                    <a:pt x="4171" y="6295"/>
                  </a:lnTo>
                  <a:lnTo>
                    <a:pt x="5368" y="6101"/>
                  </a:lnTo>
                  <a:lnTo>
                    <a:pt x="6565" y="5870"/>
                  </a:lnTo>
                  <a:lnTo>
                    <a:pt x="6758" y="5831"/>
                  </a:lnTo>
                  <a:lnTo>
                    <a:pt x="7993" y="5522"/>
                  </a:lnTo>
                  <a:lnTo>
                    <a:pt x="9036" y="5252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5" y="4132"/>
                  </a:lnTo>
                  <a:lnTo>
                    <a:pt x="12125" y="4248"/>
                  </a:lnTo>
                  <a:lnTo>
                    <a:pt x="12395" y="4287"/>
                  </a:lnTo>
                  <a:lnTo>
                    <a:pt x="12782" y="4711"/>
                  </a:lnTo>
                  <a:lnTo>
                    <a:pt x="13013" y="4518"/>
                  </a:lnTo>
                  <a:lnTo>
                    <a:pt x="12434" y="3939"/>
                  </a:lnTo>
                  <a:lnTo>
                    <a:pt x="12897" y="3669"/>
                  </a:lnTo>
                  <a:lnTo>
                    <a:pt x="13361" y="3321"/>
                  </a:lnTo>
                  <a:lnTo>
                    <a:pt x="13631" y="3051"/>
                  </a:lnTo>
                  <a:lnTo>
                    <a:pt x="13824" y="2703"/>
                  </a:lnTo>
                  <a:lnTo>
                    <a:pt x="14133" y="2626"/>
                  </a:lnTo>
                  <a:lnTo>
                    <a:pt x="14017" y="2317"/>
                  </a:lnTo>
                  <a:lnTo>
                    <a:pt x="14095" y="2008"/>
                  </a:lnTo>
                  <a:lnTo>
                    <a:pt x="14133" y="1738"/>
                  </a:lnTo>
                  <a:lnTo>
                    <a:pt x="14095" y="1468"/>
                  </a:lnTo>
                  <a:lnTo>
                    <a:pt x="14017" y="1236"/>
                  </a:lnTo>
                  <a:lnTo>
                    <a:pt x="13901" y="1004"/>
                  </a:lnTo>
                  <a:lnTo>
                    <a:pt x="13747" y="811"/>
                  </a:lnTo>
                  <a:lnTo>
                    <a:pt x="13477" y="618"/>
                  </a:lnTo>
                  <a:lnTo>
                    <a:pt x="13168" y="502"/>
                  </a:lnTo>
                  <a:lnTo>
                    <a:pt x="13091" y="502"/>
                  </a:lnTo>
                  <a:lnTo>
                    <a:pt x="12897" y="387"/>
                  </a:lnTo>
                  <a:lnTo>
                    <a:pt x="12666" y="271"/>
                  </a:lnTo>
                  <a:lnTo>
                    <a:pt x="12434" y="155"/>
                  </a:lnTo>
                  <a:lnTo>
                    <a:pt x="12202" y="116"/>
                  </a:lnTo>
                  <a:lnTo>
                    <a:pt x="11816" y="39"/>
                  </a:lnTo>
                  <a:lnTo>
                    <a:pt x="1143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3"/>
            <p:cNvSpPr/>
            <p:nvPr/>
          </p:nvSpPr>
          <p:spPr>
            <a:xfrm>
              <a:off x="299900" y="4449850"/>
              <a:ext cx="375550" cy="386175"/>
            </a:xfrm>
            <a:custGeom>
              <a:avLst/>
              <a:gdLst/>
              <a:ahLst/>
              <a:cxnLst/>
              <a:rect l="l" t="t" r="r" b="b"/>
              <a:pathLst>
                <a:path w="15022" h="15447" extrusionOk="0">
                  <a:moveTo>
                    <a:pt x="8032" y="503"/>
                  </a:moveTo>
                  <a:lnTo>
                    <a:pt x="8611" y="580"/>
                  </a:lnTo>
                  <a:lnTo>
                    <a:pt x="9152" y="696"/>
                  </a:lnTo>
                  <a:lnTo>
                    <a:pt x="9693" y="850"/>
                  </a:lnTo>
                  <a:lnTo>
                    <a:pt x="10195" y="1005"/>
                  </a:lnTo>
                  <a:lnTo>
                    <a:pt x="10697" y="1236"/>
                  </a:lnTo>
                  <a:lnTo>
                    <a:pt x="11160" y="1507"/>
                  </a:lnTo>
                  <a:lnTo>
                    <a:pt x="11623" y="1815"/>
                  </a:lnTo>
                  <a:lnTo>
                    <a:pt x="10813" y="2163"/>
                  </a:lnTo>
                  <a:lnTo>
                    <a:pt x="10079" y="2588"/>
                  </a:lnTo>
                  <a:lnTo>
                    <a:pt x="9307" y="3090"/>
                  </a:lnTo>
                  <a:lnTo>
                    <a:pt x="8611" y="3592"/>
                  </a:lnTo>
                  <a:lnTo>
                    <a:pt x="7955" y="4171"/>
                  </a:lnTo>
                  <a:lnTo>
                    <a:pt x="7299" y="4789"/>
                  </a:lnTo>
                  <a:lnTo>
                    <a:pt x="6719" y="5445"/>
                  </a:lnTo>
                  <a:lnTo>
                    <a:pt x="6140" y="6140"/>
                  </a:lnTo>
                  <a:lnTo>
                    <a:pt x="5638" y="6835"/>
                  </a:lnTo>
                  <a:lnTo>
                    <a:pt x="5213" y="7608"/>
                  </a:lnTo>
                  <a:lnTo>
                    <a:pt x="4789" y="8380"/>
                  </a:lnTo>
                  <a:lnTo>
                    <a:pt x="4480" y="9191"/>
                  </a:lnTo>
                  <a:lnTo>
                    <a:pt x="4171" y="10040"/>
                  </a:lnTo>
                  <a:lnTo>
                    <a:pt x="3978" y="10890"/>
                  </a:lnTo>
                  <a:lnTo>
                    <a:pt x="3823" y="11739"/>
                  </a:lnTo>
                  <a:lnTo>
                    <a:pt x="3746" y="12628"/>
                  </a:lnTo>
                  <a:lnTo>
                    <a:pt x="3592" y="12666"/>
                  </a:lnTo>
                  <a:lnTo>
                    <a:pt x="3283" y="11817"/>
                  </a:lnTo>
                  <a:lnTo>
                    <a:pt x="3051" y="11006"/>
                  </a:lnTo>
                  <a:lnTo>
                    <a:pt x="2858" y="10195"/>
                  </a:lnTo>
                  <a:lnTo>
                    <a:pt x="2703" y="9345"/>
                  </a:lnTo>
                  <a:lnTo>
                    <a:pt x="2588" y="8496"/>
                  </a:lnTo>
                  <a:lnTo>
                    <a:pt x="2549" y="7646"/>
                  </a:lnTo>
                  <a:lnTo>
                    <a:pt x="2588" y="6797"/>
                  </a:lnTo>
                  <a:lnTo>
                    <a:pt x="2703" y="5909"/>
                  </a:lnTo>
                  <a:lnTo>
                    <a:pt x="2858" y="5214"/>
                  </a:lnTo>
                  <a:lnTo>
                    <a:pt x="3051" y="4480"/>
                  </a:lnTo>
                  <a:lnTo>
                    <a:pt x="3321" y="3823"/>
                  </a:lnTo>
                  <a:lnTo>
                    <a:pt x="3669" y="3167"/>
                  </a:lnTo>
                  <a:lnTo>
                    <a:pt x="4016" y="2549"/>
                  </a:lnTo>
                  <a:lnTo>
                    <a:pt x="4441" y="1970"/>
                  </a:lnTo>
                  <a:lnTo>
                    <a:pt x="4904" y="1391"/>
                  </a:lnTo>
                  <a:lnTo>
                    <a:pt x="5406" y="850"/>
                  </a:lnTo>
                  <a:lnTo>
                    <a:pt x="5908" y="696"/>
                  </a:lnTo>
                  <a:lnTo>
                    <a:pt x="6410" y="618"/>
                  </a:lnTo>
                  <a:lnTo>
                    <a:pt x="6951" y="541"/>
                  </a:lnTo>
                  <a:lnTo>
                    <a:pt x="7492" y="503"/>
                  </a:lnTo>
                  <a:close/>
                  <a:moveTo>
                    <a:pt x="11971" y="2086"/>
                  </a:moveTo>
                  <a:lnTo>
                    <a:pt x="12357" y="2433"/>
                  </a:lnTo>
                  <a:lnTo>
                    <a:pt x="12705" y="2781"/>
                  </a:lnTo>
                  <a:lnTo>
                    <a:pt x="13052" y="3206"/>
                  </a:lnTo>
                  <a:lnTo>
                    <a:pt x="13322" y="3630"/>
                  </a:lnTo>
                  <a:lnTo>
                    <a:pt x="13593" y="4094"/>
                  </a:lnTo>
                  <a:lnTo>
                    <a:pt x="13863" y="4557"/>
                  </a:lnTo>
                  <a:lnTo>
                    <a:pt x="14056" y="5059"/>
                  </a:lnTo>
                  <a:lnTo>
                    <a:pt x="14211" y="5600"/>
                  </a:lnTo>
                  <a:lnTo>
                    <a:pt x="14326" y="6102"/>
                  </a:lnTo>
                  <a:lnTo>
                    <a:pt x="14442" y="6604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64" y="6951"/>
                  </a:lnTo>
                  <a:lnTo>
                    <a:pt x="11392" y="7144"/>
                  </a:lnTo>
                  <a:lnTo>
                    <a:pt x="10658" y="7376"/>
                  </a:lnTo>
                  <a:lnTo>
                    <a:pt x="9963" y="7685"/>
                  </a:lnTo>
                  <a:lnTo>
                    <a:pt x="9229" y="8032"/>
                  </a:lnTo>
                  <a:lnTo>
                    <a:pt x="8534" y="8419"/>
                  </a:lnTo>
                  <a:lnTo>
                    <a:pt x="7878" y="8843"/>
                  </a:lnTo>
                  <a:lnTo>
                    <a:pt x="7260" y="9268"/>
                  </a:lnTo>
                  <a:lnTo>
                    <a:pt x="6642" y="9770"/>
                  </a:lnTo>
                  <a:lnTo>
                    <a:pt x="6102" y="10311"/>
                  </a:lnTo>
                  <a:lnTo>
                    <a:pt x="5561" y="10890"/>
                  </a:lnTo>
                  <a:lnTo>
                    <a:pt x="5098" y="11469"/>
                  </a:lnTo>
                  <a:lnTo>
                    <a:pt x="4634" y="12126"/>
                  </a:lnTo>
                  <a:lnTo>
                    <a:pt x="4248" y="12782"/>
                  </a:lnTo>
                  <a:lnTo>
                    <a:pt x="4132" y="12705"/>
                  </a:lnTo>
                  <a:lnTo>
                    <a:pt x="3978" y="12666"/>
                  </a:lnTo>
                  <a:lnTo>
                    <a:pt x="4094" y="11778"/>
                  </a:lnTo>
                  <a:lnTo>
                    <a:pt x="4325" y="10929"/>
                  </a:lnTo>
                  <a:lnTo>
                    <a:pt x="4557" y="10079"/>
                  </a:lnTo>
                  <a:lnTo>
                    <a:pt x="4866" y="9268"/>
                  </a:lnTo>
                  <a:lnTo>
                    <a:pt x="5213" y="8496"/>
                  </a:lnTo>
                  <a:lnTo>
                    <a:pt x="5600" y="7724"/>
                  </a:lnTo>
                  <a:lnTo>
                    <a:pt x="6024" y="6990"/>
                  </a:lnTo>
                  <a:lnTo>
                    <a:pt x="6526" y="6256"/>
                  </a:lnTo>
                  <a:lnTo>
                    <a:pt x="7067" y="5600"/>
                  </a:lnTo>
                  <a:lnTo>
                    <a:pt x="7607" y="4943"/>
                  </a:lnTo>
                  <a:lnTo>
                    <a:pt x="8225" y="4364"/>
                  </a:lnTo>
                  <a:lnTo>
                    <a:pt x="8920" y="3823"/>
                  </a:lnTo>
                  <a:lnTo>
                    <a:pt x="9615" y="3321"/>
                  </a:lnTo>
                  <a:lnTo>
                    <a:pt x="10349" y="2858"/>
                  </a:lnTo>
                  <a:lnTo>
                    <a:pt x="11121" y="2433"/>
                  </a:lnTo>
                  <a:lnTo>
                    <a:pt x="11971" y="2086"/>
                  </a:lnTo>
                  <a:close/>
                  <a:moveTo>
                    <a:pt x="14481" y="6990"/>
                  </a:moveTo>
                  <a:lnTo>
                    <a:pt x="14481" y="7839"/>
                  </a:lnTo>
                  <a:lnTo>
                    <a:pt x="14442" y="8689"/>
                  </a:lnTo>
                  <a:lnTo>
                    <a:pt x="14288" y="9538"/>
                  </a:lnTo>
                  <a:lnTo>
                    <a:pt x="14172" y="9925"/>
                  </a:lnTo>
                  <a:lnTo>
                    <a:pt x="14056" y="10349"/>
                  </a:lnTo>
                  <a:lnTo>
                    <a:pt x="13902" y="10735"/>
                  </a:lnTo>
                  <a:lnTo>
                    <a:pt x="13709" y="11122"/>
                  </a:lnTo>
                  <a:lnTo>
                    <a:pt x="13516" y="11508"/>
                  </a:lnTo>
                  <a:lnTo>
                    <a:pt x="13284" y="11894"/>
                  </a:lnTo>
                  <a:lnTo>
                    <a:pt x="13052" y="12241"/>
                  </a:lnTo>
                  <a:lnTo>
                    <a:pt x="12782" y="12550"/>
                  </a:lnTo>
                  <a:lnTo>
                    <a:pt x="12512" y="12898"/>
                  </a:lnTo>
                  <a:lnTo>
                    <a:pt x="12203" y="13207"/>
                  </a:lnTo>
                  <a:lnTo>
                    <a:pt x="11971" y="13014"/>
                  </a:lnTo>
                  <a:lnTo>
                    <a:pt x="11701" y="12898"/>
                  </a:lnTo>
                  <a:lnTo>
                    <a:pt x="11121" y="12743"/>
                  </a:lnTo>
                  <a:lnTo>
                    <a:pt x="10542" y="12628"/>
                  </a:lnTo>
                  <a:lnTo>
                    <a:pt x="10002" y="12550"/>
                  </a:lnTo>
                  <a:lnTo>
                    <a:pt x="9422" y="12473"/>
                  </a:lnTo>
                  <a:lnTo>
                    <a:pt x="8843" y="12435"/>
                  </a:lnTo>
                  <a:lnTo>
                    <a:pt x="8303" y="12435"/>
                  </a:lnTo>
                  <a:lnTo>
                    <a:pt x="7762" y="12473"/>
                  </a:lnTo>
                  <a:lnTo>
                    <a:pt x="7221" y="12550"/>
                  </a:lnTo>
                  <a:lnTo>
                    <a:pt x="6719" y="12666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23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01"/>
                  </a:lnTo>
                  <a:lnTo>
                    <a:pt x="5870" y="11160"/>
                  </a:lnTo>
                  <a:lnTo>
                    <a:pt x="6410" y="10620"/>
                  </a:lnTo>
                  <a:lnTo>
                    <a:pt x="6990" y="10118"/>
                  </a:lnTo>
                  <a:lnTo>
                    <a:pt x="7569" y="9616"/>
                  </a:lnTo>
                  <a:lnTo>
                    <a:pt x="8148" y="9191"/>
                  </a:lnTo>
                  <a:lnTo>
                    <a:pt x="8766" y="8805"/>
                  </a:lnTo>
                  <a:lnTo>
                    <a:pt x="9422" y="8419"/>
                  </a:lnTo>
                  <a:lnTo>
                    <a:pt x="10079" y="8110"/>
                  </a:lnTo>
                  <a:lnTo>
                    <a:pt x="10735" y="7801"/>
                  </a:lnTo>
                  <a:lnTo>
                    <a:pt x="11469" y="7569"/>
                  </a:lnTo>
                  <a:lnTo>
                    <a:pt x="12164" y="7337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6"/>
                  </a:moveTo>
                  <a:lnTo>
                    <a:pt x="4055" y="1815"/>
                  </a:lnTo>
                  <a:lnTo>
                    <a:pt x="3630" y="2433"/>
                  </a:lnTo>
                  <a:lnTo>
                    <a:pt x="3244" y="3090"/>
                  </a:lnTo>
                  <a:lnTo>
                    <a:pt x="2935" y="3785"/>
                  </a:lnTo>
                  <a:lnTo>
                    <a:pt x="2665" y="4519"/>
                  </a:lnTo>
                  <a:lnTo>
                    <a:pt x="2472" y="5252"/>
                  </a:lnTo>
                  <a:lnTo>
                    <a:pt x="2317" y="6024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1"/>
                  </a:lnTo>
                  <a:lnTo>
                    <a:pt x="2279" y="9114"/>
                  </a:lnTo>
                  <a:lnTo>
                    <a:pt x="2394" y="9847"/>
                  </a:lnTo>
                  <a:lnTo>
                    <a:pt x="2549" y="10620"/>
                  </a:lnTo>
                  <a:lnTo>
                    <a:pt x="2781" y="11353"/>
                  </a:lnTo>
                  <a:lnTo>
                    <a:pt x="3012" y="12048"/>
                  </a:lnTo>
                  <a:lnTo>
                    <a:pt x="3321" y="12743"/>
                  </a:lnTo>
                  <a:lnTo>
                    <a:pt x="3128" y="12859"/>
                  </a:lnTo>
                  <a:lnTo>
                    <a:pt x="2935" y="13014"/>
                  </a:lnTo>
                  <a:lnTo>
                    <a:pt x="2819" y="13207"/>
                  </a:lnTo>
                  <a:lnTo>
                    <a:pt x="2742" y="13439"/>
                  </a:lnTo>
                  <a:lnTo>
                    <a:pt x="2394" y="12975"/>
                  </a:lnTo>
                  <a:lnTo>
                    <a:pt x="2086" y="12550"/>
                  </a:lnTo>
                  <a:lnTo>
                    <a:pt x="1777" y="12087"/>
                  </a:lnTo>
                  <a:lnTo>
                    <a:pt x="1506" y="11585"/>
                  </a:lnTo>
                  <a:lnTo>
                    <a:pt x="1275" y="11122"/>
                  </a:lnTo>
                  <a:lnTo>
                    <a:pt x="1082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075"/>
                  </a:lnTo>
                  <a:lnTo>
                    <a:pt x="541" y="8534"/>
                  </a:lnTo>
                  <a:lnTo>
                    <a:pt x="502" y="8032"/>
                  </a:lnTo>
                  <a:lnTo>
                    <a:pt x="502" y="7492"/>
                  </a:lnTo>
                  <a:lnTo>
                    <a:pt x="541" y="6951"/>
                  </a:lnTo>
                  <a:lnTo>
                    <a:pt x="618" y="6411"/>
                  </a:lnTo>
                  <a:lnTo>
                    <a:pt x="773" y="5870"/>
                  </a:lnTo>
                  <a:lnTo>
                    <a:pt x="927" y="5291"/>
                  </a:lnTo>
                  <a:lnTo>
                    <a:pt x="1197" y="4673"/>
                  </a:lnTo>
                  <a:lnTo>
                    <a:pt x="1545" y="4055"/>
                  </a:lnTo>
                  <a:lnTo>
                    <a:pt x="1931" y="3476"/>
                  </a:lnTo>
                  <a:lnTo>
                    <a:pt x="2356" y="2935"/>
                  </a:lnTo>
                  <a:lnTo>
                    <a:pt x="2858" y="2433"/>
                  </a:lnTo>
                  <a:lnTo>
                    <a:pt x="3360" y="1970"/>
                  </a:lnTo>
                  <a:lnTo>
                    <a:pt x="3939" y="1584"/>
                  </a:lnTo>
                  <a:lnTo>
                    <a:pt x="4518" y="1236"/>
                  </a:lnTo>
                  <a:close/>
                  <a:moveTo>
                    <a:pt x="3862" y="12975"/>
                  </a:moveTo>
                  <a:lnTo>
                    <a:pt x="4016" y="13014"/>
                  </a:lnTo>
                  <a:lnTo>
                    <a:pt x="4171" y="13130"/>
                  </a:lnTo>
                  <a:lnTo>
                    <a:pt x="4287" y="13284"/>
                  </a:lnTo>
                  <a:lnTo>
                    <a:pt x="4325" y="13439"/>
                  </a:lnTo>
                  <a:lnTo>
                    <a:pt x="4364" y="13593"/>
                  </a:lnTo>
                  <a:lnTo>
                    <a:pt x="4364" y="13786"/>
                  </a:lnTo>
                  <a:lnTo>
                    <a:pt x="4325" y="13941"/>
                  </a:lnTo>
                  <a:lnTo>
                    <a:pt x="4209" y="14095"/>
                  </a:lnTo>
                  <a:lnTo>
                    <a:pt x="3785" y="13786"/>
                  </a:lnTo>
                  <a:lnTo>
                    <a:pt x="3360" y="13477"/>
                  </a:lnTo>
                  <a:lnTo>
                    <a:pt x="3244" y="13439"/>
                  </a:lnTo>
                  <a:lnTo>
                    <a:pt x="3167" y="13400"/>
                  </a:lnTo>
                  <a:lnTo>
                    <a:pt x="3051" y="13439"/>
                  </a:lnTo>
                  <a:lnTo>
                    <a:pt x="2974" y="13516"/>
                  </a:lnTo>
                  <a:lnTo>
                    <a:pt x="3051" y="13361"/>
                  </a:lnTo>
                  <a:lnTo>
                    <a:pt x="3167" y="13207"/>
                  </a:lnTo>
                  <a:lnTo>
                    <a:pt x="3321" y="13091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8187" y="12821"/>
                  </a:moveTo>
                  <a:lnTo>
                    <a:pt x="9152" y="12859"/>
                  </a:lnTo>
                  <a:lnTo>
                    <a:pt x="9615" y="12898"/>
                  </a:lnTo>
                  <a:lnTo>
                    <a:pt x="10117" y="12937"/>
                  </a:lnTo>
                  <a:lnTo>
                    <a:pt x="10504" y="13014"/>
                  </a:lnTo>
                  <a:lnTo>
                    <a:pt x="11006" y="13091"/>
                  </a:lnTo>
                  <a:lnTo>
                    <a:pt x="11508" y="13245"/>
                  </a:lnTo>
                  <a:lnTo>
                    <a:pt x="11701" y="13323"/>
                  </a:lnTo>
                  <a:lnTo>
                    <a:pt x="11894" y="13439"/>
                  </a:lnTo>
                  <a:lnTo>
                    <a:pt x="11508" y="13747"/>
                  </a:lnTo>
                  <a:lnTo>
                    <a:pt x="11083" y="14018"/>
                  </a:lnTo>
                  <a:lnTo>
                    <a:pt x="10658" y="14249"/>
                  </a:lnTo>
                  <a:lnTo>
                    <a:pt x="10233" y="14442"/>
                  </a:lnTo>
                  <a:lnTo>
                    <a:pt x="9770" y="14597"/>
                  </a:lnTo>
                  <a:lnTo>
                    <a:pt x="9307" y="14751"/>
                  </a:lnTo>
                  <a:lnTo>
                    <a:pt x="8843" y="14829"/>
                  </a:lnTo>
                  <a:lnTo>
                    <a:pt x="8341" y="14906"/>
                  </a:lnTo>
                  <a:lnTo>
                    <a:pt x="7878" y="14944"/>
                  </a:lnTo>
                  <a:lnTo>
                    <a:pt x="7376" y="14944"/>
                  </a:lnTo>
                  <a:lnTo>
                    <a:pt x="6912" y="14906"/>
                  </a:lnTo>
                  <a:lnTo>
                    <a:pt x="6410" y="14867"/>
                  </a:lnTo>
                  <a:lnTo>
                    <a:pt x="5947" y="14751"/>
                  </a:lnTo>
                  <a:lnTo>
                    <a:pt x="5484" y="14636"/>
                  </a:lnTo>
                  <a:lnTo>
                    <a:pt x="5020" y="14481"/>
                  </a:lnTo>
                  <a:lnTo>
                    <a:pt x="4596" y="14288"/>
                  </a:lnTo>
                  <a:lnTo>
                    <a:pt x="4711" y="14018"/>
                  </a:lnTo>
                  <a:lnTo>
                    <a:pt x="4750" y="13709"/>
                  </a:lnTo>
                  <a:lnTo>
                    <a:pt x="4711" y="13593"/>
                  </a:lnTo>
                  <a:lnTo>
                    <a:pt x="5561" y="13284"/>
                  </a:lnTo>
                  <a:lnTo>
                    <a:pt x="6410" y="13091"/>
                  </a:lnTo>
                  <a:lnTo>
                    <a:pt x="7299" y="12937"/>
                  </a:lnTo>
                  <a:lnTo>
                    <a:pt x="8187" y="12821"/>
                  </a:lnTo>
                  <a:close/>
                  <a:moveTo>
                    <a:pt x="6990" y="1"/>
                  </a:moveTo>
                  <a:lnTo>
                    <a:pt x="6449" y="78"/>
                  </a:lnTo>
                  <a:lnTo>
                    <a:pt x="5870" y="194"/>
                  </a:lnTo>
                  <a:lnTo>
                    <a:pt x="5329" y="348"/>
                  </a:lnTo>
                  <a:lnTo>
                    <a:pt x="4789" y="580"/>
                  </a:lnTo>
                  <a:lnTo>
                    <a:pt x="4248" y="811"/>
                  </a:lnTo>
                  <a:lnTo>
                    <a:pt x="3785" y="1082"/>
                  </a:lnTo>
                  <a:lnTo>
                    <a:pt x="3283" y="1391"/>
                  </a:lnTo>
                  <a:lnTo>
                    <a:pt x="2819" y="1738"/>
                  </a:lnTo>
                  <a:lnTo>
                    <a:pt x="2394" y="2124"/>
                  </a:lnTo>
                  <a:lnTo>
                    <a:pt x="2008" y="2549"/>
                  </a:lnTo>
                  <a:lnTo>
                    <a:pt x="1622" y="3013"/>
                  </a:lnTo>
                  <a:lnTo>
                    <a:pt x="1275" y="3476"/>
                  </a:lnTo>
                  <a:lnTo>
                    <a:pt x="966" y="3978"/>
                  </a:lnTo>
                  <a:lnTo>
                    <a:pt x="695" y="4596"/>
                  </a:lnTo>
                  <a:lnTo>
                    <a:pt x="425" y="5214"/>
                  </a:lnTo>
                  <a:lnTo>
                    <a:pt x="232" y="5870"/>
                  </a:lnTo>
                  <a:lnTo>
                    <a:pt x="116" y="6526"/>
                  </a:lnTo>
                  <a:lnTo>
                    <a:pt x="39" y="7222"/>
                  </a:lnTo>
                  <a:lnTo>
                    <a:pt x="0" y="7878"/>
                  </a:lnTo>
                  <a:lnTo>
                    <a:pt x="39" y="8573"/>
                  </a:lnTo>
                  <a:lnTo>
                    <a:pt x="116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5" y="11199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1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5" y="14481"/>
                  </a:lnTo>
                  <a:lnTo>
                    <a:pt x="4132" y="14597"/>
                  </a:lnTo>
                  <a:lnTo>
                    <a:pt x="4557" y="14790"/>
                  </a:lnTo>
                  <a:lnTo>
                    <a:pt x="4982" y="14983"/>
                  </a:lnTo>
                  <a:lnTo>
                    <a:pt x="5406" y="15138"/>
                  </a:lnTo>
                  <a:lnTo>
                    <a:pt x="5870" y="15253"/>
                  </a:lnTo>
                  <a:lnTo>
                    <a:pt x="6333" y="15369"/>
                  </a:lnTo>
                  <a:lnTo>
                    <a:pt x="6797" y="15408"/>
                  </a:lnTo>
                  <a:lnTo>
                    <a:pt x="7299" y="15446"/>
                  </a:lnTo>
                  <a:lnTo>
                    <a:pt x="8225" y="15446"/>
                  </a:lnTo>
                  <a:lnTo>
                    <a:pt x="8689" y="15369"/>
                  </a:lnTo>
                  <a:lnTo>
                    <a:pt x="9152" y="15292"/>
                  </a:lnTo>
                  <a:lnTo>
                    <a:pt x="9615" y="15176"/>
                  </a:lnTo>
                  <a:lnTo>
                    <a:pt x="10079" y="15022"/>
                  </a:lnTo>
                  <a:lnTo>
                    <a:pt x="10542" y="14867"/>
                  </a:lnTo>
                  <a:lnTo>
                    <a:pt x="10967" y="14674"/>
                  </a:lnTo>
                  <a:lnTo>
                    <a:pt x="11392" y="14442"/>
                  </a:lnTo>
                  <a:lnTo>
                    <a:pt x="11855" y="14134"/>
                  </a:lnTo>
                  <a:lnTo>
                    <a:pt x="12318" y="13747"/>
                  </a:lnTo>
                  <a:lnTo>
                    <a:pt x="12743" y="13361"/>
                  </a:lnTo>
                  <a:lnTo>
                    <a:pt x="13129" y="12975"/>
                  </a:lnTo>
                  <a:lnTo>
                    <a:pt x="13477" y="12512"/>
                  </a:lnTo>
                  <a:lnTo>
                    <a:pt x="13786" y="12048"/>
                  </a:lnTo>
                  <a:lnTo>
                    <a:pt x="14056" y="11546"/>
                  </a:lnTo>
                  <a:lnTo>
                    <a:pt x="14288" y="11044"/>
                  </a:lnTo>
                  <a:lnTo>
                    <a:pt x="14520" y="10504"/>
                  </a:lnTo>
                  <a:lnTo>
                    <a:pt x="14674" y="9963"/>
                  </a:lnTo>
                  <a:lnTo>
                    <a:pt x="14828" y="9423"/>
                  </a:lnTo>
                  <a:lnTo>
                    <a:pt x="14906" y="8843"/>
                  </a:lnTo>
                  <a:lnTo>
                    <a:pt x="14983" y="8264"/>
                  </a:lnTo>
                  <a:lnTo>
                    <a:pt x="15022" y="7724"/>
                  </a:lnTo>
                  <a:lnTo>
                    <a:pt x="14983" y="7144"/>
                  </a:lnTo>
                  <a:lnTo>
                    <a:pt x="14944" y="6565"/>
                  </a:lnTo>
                  <a:lnTo>
                    <a:pt x="14828" y="5986"/>
                  </a:lnTo>
                  <a:lnTo>
                    <a:pt x="14674" y="5368"/>
                  </a:lnTo>
                  <a:lnTo>
                    <a:pt x="14481" y="4789"/>
                  </a:lnTo>
                  <a:lnTo>
                    <a:pt x="14249" y="4248"/>
                  </a:lnTo>
                  <a:lnTo>
                    <a:pt x="13979" y="3708"/>
                  </a:lnTo>
                  <a:lnTo>
                    <a:pt x="13670" y="3206"/>
                  </a:lnTo>
                  <a:lnTo>
                    <a:pt x="13322" y="2742"/>
                  </a:lnTo>
                  <a:lnTo>
                    <a:pt x="12936" y="2279"/>
                  </a:lnTo>
                  <a:lnTo>
                    <a:pt x="12512" y="1893"/>
                  </a:lnTo>
                  <a:lnTo>
                    <a:pt x="12048" y="1507"/>
                  </a:lnTo>
                  <a:lnTo>
                    <a:pt x="11585" y="1159"/>
                  </a:lnTo>
                  <a:lnTo>
                    <a:pt x="11083" y="850"/>
                  </a:lnTo>
                  <a:lnTo>
                    <a:pt x="10542" y="580"/>
                  </a:lnTo>
                  <a:lnTo>
                    <a:pt x="9963" y="387"/>
                  </a:lnTo>
                  <a:lnTo>
                    <a:pt x="9384" y="194"/>
                  </a:lnTo>
                  <a:lnTo>
                    <a:pt x="8766" y="78"/>
                  </a:lnTo>
                  <a:lnTo>
                    <a:pt x="81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3"/>
            <p:cNvSpPr/>
            <p:nvPr/>
          </p:nvSpPr>
          <p:spPr>
            <a:xfrm>
              <a:off x="2298225" y="4462400"/>
              <a:ext cx="461475" cy="306050"/>
            </a:xfrm>
            <a:custGeom>
              <a:avLst/>
              <a:gdLst/>
              <a:ahLst/>
              <a:cxnLst/>
              <a:rect l="l" t="t" r="r" b="b"/>
              <a:pathLst>
                <a:path w="18459" h="12242" extrusionOk="0">
                  <a:moveTo>
                    <a:pt x="17609" y="4943"/>
                  </a:moveTo>
                  <a:lnTo>
                    <a:pt x="17763" y="4982"/>
                  </a:lnTo>
                  <a:lnTo>
                    <a:pt x="17879" y="5020"/>
                  </a:lnTo>
                  <a:lnTo>
                    <a:pt x="17917" y="5098"/>
                  </a:lnTo>
                  <a:lnTo>
                    <a:pt x="17956" y="5175"/>
                  </a:lnTo>
                  <a:lnTo>
                    <a:pt x="17956" y="5407"/>
                  </a:lnTo>
                  <a:lnTo>
                    <a:pt x="17956" y="5638"/>
                  </a:lnTo>
                  <a:lnTo>
                    <a:pt x="17879" y="5793"/>
                  </a:lnTo>
                  <a:lnTo>
                    <a:pt x="17763" y="5986"/>
                  </a:lnTo>
                  <a:lnTo>
                    <a:pt x="17570" y="6140"/>
                  </a:lnTo>
                  <a:lnTo>
                    <a:pt x="17222" y="6372"/>
                  </a:lnTo>
                  <a:lnTo>
                    <a:pt x="16913" y="6526"/>
                  </a:lnTo>
                  <a:lnTo>
                    <a:pt x="16566" y="6642"/>
                  </a:lnTo>
                  <a:lnTo>
                    <a:pt x="16257" y="6681"/>
                  </a:lnTo>
                  <a:lnTo>
                    <a:pt x="15909" y="6720"/>
                  </a:lnTo>
                  <a:lnTo>
                    <a:pt x="16141" y="6140"/>
                  </a:lnTo>
                  <a:lnTo>
                    <a:pt x="16257" y="5870"/>
                  </a:lnTo>
                  <a:lnTo>
                    <a:pt x="16411" y="5600"/>
                  </a:lnTo>
                  <a:lnTo>
                    <a:pt x="16605" y="5368"/>
                  </a:lnTo>
                  <a:lnTo>
                    <a:pt x="16798" y="5175"/>
                  </a:lnTo>
                  <a:lnTo>
                    <a:pt x="17068" y="5059"/>
                  </a:lnTo>
                  <a:lnTo>
                    <a:pt x="17377" y="4943"/>
                  </a:lnTo>
                  <a:close/>
                  <a:moveTo>
                    <a:pt x="13747" y="6295"/>
                  </a:moveTo>
                  <a:lnTo>
                    <a:pt x="14056" y="6333"/>
                  </a:lnTo>
                  <a:lnTo>
                    <a:pt x="14365" y="6411"/>
                  </a:lnTo>
                  <a:lnTo>
                    <a:pt x="14597" y="6526"/>
                  </a:lnTo>
                  <a:lnTo>
                    <a:pt x="14828" y="6681"/>
                  </a:lnTo>
                  <a:lnTo>
                    <a:pt x="15060" y="6835"/>
                  </a:lnTo>
                  <a:lnTo>
                    <a:pt x="14983" y="6951"/>
                  </a:lnTo>
                  <a:lnTo>
                    <a:pt x="14519" y="7067"/>
                  </a:lnTo>
                  <a:lnTo>
                    <a:pt x="14056" y="7144"/>
                  </a:lnTo>
                  <a:lnTo>
                    <a:pt x="13515" y="7144"/>
                  </a:lnTo>
                  <a:lnTo>
                    <a:pt x="13206" y="7106"/>
                  </a:lnTo>
                  <a:lnTo>
                    <a:pt x="12936" y="6990"/>
                  </a:lnTo>
                  <a:lnTo>
                    <a:pt x="12820" y="6951"/>
                  </a:lnTo>
                  <a:lnTo>
                    <a:pt x="12782" y="6874"/>
                  </a:lnTo>
                  <a:lnTo>
                    <a:pt x="12782" y="6758"/>
                  </a:lnTo>
                  <a:lnTo>
                    <a:pt x="12859" y="6642"/>
                  </a:lnTo>
                  <a:lnTo>
                    <a:pt x="12936" y="6449"/>
                  </a:lnTo>
                  <a:lnTo>
                    <a:pt x="13052" y="6333"/>
                  </a:lnTo>
                  <a:lnTo>
                    <a:pt x="13206" y="6295"/>
                  </a:lnTo>
                  <a:close/>
                  <a:moveTo>
                    <a:pt x="15523" y="7222"/>
                  </a:moveTo>
                  <a:lnTo>
                    <a:pt x="16064" y="7608"/>
                  </a:lnTo>
                  <a:lnTo>
                    <a:pt x="16334" y="7839"/>
                  </a:lnTo>
                  <a:lnTo>
                    <a:pt x="16566" y="8071"/>
                  </a:lnTo>
                  <a:lnTo>
                    <a:pt x="16798" y="8303"/>
                  </a:lnTo>
                  <a:lnTo>
                    <a:pt x="16991" y="8573"/>
                  </a:lnTo>
                  <a:lnTo>
                    <a:pt x="17068" y="8882"/>
                  </a:lnTo>
                  <a:lnTo>
                    <a:pt x="17107" y="9036"/>
                  </a:lnTo>
                  <a:lnTo>
                    <a:pt x="17107" y="9229"/>
                  </a:lnTo>
                  <a:lnTo>
                    <a:pt x="17068" y="9423"/>
                  </a:lnTo>
                  <a:lnTo>
                    <a:pt x="16952" y="9538"/>
                  </a:lnTo>
                  <a:lnTo>
                    <a:pt x="16836" y="9616"/>
                  </a:lnTo>
                  <a:lnTo>
                    <a:pt x="16682" y="9654"/>
                  </a:lnTo>
                  <a:lnTo>
                    <a:pt x="16527" y="9654"/>
                  </a:lnTo>
                  <a:lnTo>
                    <a:pt x="16373" y="9577"/>
                  </a:lnTo>
                  <a:lnTo>
                    <a:pt x="16218" y="9461"/>
                  </a:lnTo>
                  <a:lnTo>
                    <a:pt x="16103" y="9307"/>
                  </a:lnTo>
                  <a:lnTo>
                    <a:pt x="15909" y="8959"/>
                  </a:lnTo>
                  <a:lnTo>
                    <a:pt x="15716" y="8573"/>
                  </a:lnTo>
                  <a:lnTo>
                    <a:pt x="15639" y="8226"/>
                  </a:lnTo>
                  <a:lnTo>
                    <a:pt x="15562" y="7917"/>
                  </a:lnTo>
                  <a:lnTo>
                    <a:pt x="15523" y="7569"/>
                  </a:lnTo>
                  <a:lnTo>
                    <a:pt x="15523" y="7222"/>
                  </a:lnTo>
                  <a:close/>
                  <a:moveTo>
                    <a:pt x="5020" y="464"/>
                  </a:moveTo>
                  <a:lnTo>
                    <a:pt x="5638" y="541"/>
                  </a:lnTo>
                  <a:lnTo>
                    <a:pt x="6217" y="696"/>
                  </a:lnTo>
                  <a:lnTo>
                    <a:pt x="6758" y="927"/>
                  </a:lnTo>
                  <a:lnTo>
                    <a:pt x="7260" y="1236"/>
                  </a:lnTo>
                  <a:lnTo>
                    <a:pt x="7723" y="1622"/>
                  </a:lnTo>
                  <a:lnTo>
                    <a:pt x="8186" y="2047"/>
                  </a:lnTo>
                  <a:lnTo>
                    <a:pt x="8534" y="2549"/>
                  </a:lnTo>
                  <a:lnTo>
                    <a:pt x="8804" y="3013"/>
                  </a:lnTo>
                  <a:lnTo>
                    <a:pt x="9036" y="3437"/>
                  </a:lnTo>
                  <a:lnTo>
                    <a:pt x="9229" y="3901"/>
                  </a:lnTo>
                  <a:lnTo>
                    <a:pt x="9384" y="4403"/>
                  </a:lnTo>
                  <a:lnTo>
                    <a:pt x="9654" y="5368"/>
                  </a:lnTo>
                  <a:lnTo>
                    <a:pt x="9924" y="6333"/>
                  </a:lnTo>
                  <a:lnTo>
                    <a:pt x="10040" y="6758"/>
                  </a:lnTo>
                  <a:lnTo>
                    <a:pt x="10194" y="7144"/>
                  </a:lnTo>
                  <a:lnTo>
                    <a:pt x="10388" y="7530"/>
                  </a:lnTo>
                  <a:lnTo>
                    <a:pt x="10619" y="7878"/>
                  </a:lnTo>
                  <a:lnTo>
                    <a:pt x="10890" y="8187"/>
                  </a:lnTo>
                  <a:lnTo>
                    <a:pt x="11198" y="8419"/>
                  </a:lnTo>
                  <a:lnTo>
                    <a:pt x="11585" y="8612"/>
                  </a:lnTo>
                  <a:lnTo>
                    <a:pt x="12009" y="8766"/>
                  </a:lnTo>
                  <a:lnTo>
                    <a:pt x="12357" y="8805"/>
                  </a:lnTo>
                  <a:lnTo>
                    <a:pt x="12704" y="8766"/>
                  </a:lnTo>
                  <a:lnTo>
                    <a:pt x="13013" y="8728"/>
                  </a:lnTo>
                  <a:lnTo>
                    <a:pt x="13322" y="8650"/>
                  </a:lnTo>
                  <a:lnTo>
                    <a:pt x="13631" y="8534"/>
                  </a:lnTo>
                  <a:lnTo>
                    <a:pt x="13901" y="8419"/>
                  </a:lnTo>
                  <a:lnTo>
                    <a:pt x="14172" y="8226"/>
                  </a:lnTo>
                  <a:lnTo>
                    <a:pt x="14442" y="8071"/>
                  </a:lnTo>
                  <a:lnTo>
                    <a:pt x="13940" y="8689"/>
                  </a:lnTo>
                  <a:lnTo>
                    <a:pt x="13361" y="9307"/>
                  </a:lnTo>
                  <a:lnTo>
                    <a:pt x="12743" y="9847"/>
                  </a:lnTo>
                  <a:lnTo>
                    <a:pt x="12087" y="10311"/>
                  </a:lnTo>
                  <a:lnTo>
                    <a:pt x="11392" y="10735"/>
                  </a:lnTo>
                  <a:lnTo>
                    <a:pt x="10658" y="11083"/>
                  </a:lnTo>
                  <a:lnTo>
                    <a:pt x="9847" y="11353"/>
                  </a:lnTo>
                  <a:lnTo>
                    <a:pt x="9036" y="11585"/>
                  </a:lnTo>
                  <a:lnTo>
                    <a:pt x="8418" y="11662"/>
                  </a:lnTo>
                  <a:lnTo>
                    <a:pt x="7839" y="11739"/>
                  </a:lnTo>
                  <a:lnTo>
                    <a:pt x="7260" y="11739"/>
                  </a:lnTo>
                  <a:lnTo>
                    <a:pt x="6680" y="11701"/>
                  </a:lnTo>
                  <a:lnTo>
                    <a:pt x="6101" y="11624"/>
                  </a:lnTo>
                  <a:lnTo>
                    <a:pt x="5561" y="11508"/>
                  </a:lnTo>
                  <a:lnTo>
                    <a:pt x="5020" y="11353"/>
                  </a:lnTo>
                  <a:lnTo>
                    <a:pt x="4518" y="11160"/>
                  </a:lnTo>
                  <a:lnTo>
                    <a:pt x="4016" y="10929"/>
                  </a:lnTo>
                  <a:lnTo>
                    <a:pt x="3514" y="10620"/>
                  </a:lnTo>
                  <a:lnTo>
                    <a:pt x="3089" y="10311"/>
                  </a:lnTo>
                  <a:lnTo>
                    <a:pt x="2626" y="9925"/>
                  </a:lnTo>
                  <a:lnTo>
                    <a:pt x="2240" y="9538"/>
                  </a:lnTo>
                  <a:lnTo>
                    <a:pt x="1854" y="9075"/>
                  </a:lnTo>
                  <a:lnTo>
                    <a:pt x="1545" y="8573"/>
                  </a:lnTo>
                  <a:lnTo>
                    <a:pt x="1236" y="8071"/>
                  </a:lnTo>
                  <a:lnTo>
                    <a:pt x="965" y="7492"/>
                  </a:lnTo>
                  <a:lnTo>
                    <a:pt x="734" y="6913"/>
                  </a:lnTo>
                  <a:lnTo>
                    <a:pt x="579" y="6295"/>
                  </a:lnTo>
                  <a:lnTo>
                    <a:pt x="464" y="5677"/>
                  </a:lnTo>
                  <a:lnTo>
                    <a:pt x="425" y="5059"/>
                  </a:lnTo>
                  <a:lnTo>
                    <a:pt x="425" y="4441"/>
                  </a:lnTo>
                  <a:lnTo>
                    <a:pt x="541" y="3823"/>
                  </a:lnTo>
                  <a:lnTo>
                    <a:pt x="695" y="3244"/>
                  </a:lnTo>
                  <a:lnTo>
                    <a:pt x="965" y="2704"/>
                  </a:lnTo>
                  <a:lnTo>
                    <a:pt x="1313" y="2163"/>
                  </a:lnTo>
                  <a:lnTo>
                    <a:pt x="1699" y="1738"/>
                  </a:lnTo>
                  <a:lnTo>
                    <a:pt x="2163" y="1313"/>
                  </a:lnTo>
                  <a:lnTo>
                    <a:pt x="2665" y="1005"/>
                  </a:lnTo>
                  <a:lnTo>
                    <a:pt x="3205" y="734"/>
                  </a:lnTo>
                  <a:lnTo>
                    <a:pt x="3784" y="580"/>
                  </a:lnTo>
                  <a:lnTo>
                    <a:pt x="4402" y="464"/>
                  </a:lnTo>
                  <a:close/>
                  <a:moveTo>
                    <a:pt x="4634" y="1"/>
                  </a:moveTo>
                  <a:lnTo>
                    <a:pt x="4248" y="39"/>
                  </a:lnTo>
                  <a:lnTo>
                    <a:pt x="3900" y="78"/>
                  </a:lnTo>
                  <a:lnTo>
                    <a:pt x="3514" y="155"/>
                  </a:lnTo>
                  <a:lnTo>
                    <a:pt x="3128" y="271"/>
                  </a:lnTo>
                  <a:lnTo>
                    <a:pt x="2780" y="425"/>
                  </a:lnTo>
                  <a:lnTo>
                    <a:pt x="2433" y="618"/>
                  </a:lnTo>
                  <a:lnTo>
                    <a:pt x="2085" y="850"/>
                  </a:lnTo>
                  <a:lnTo>
                    <a:pt x="1622" y="1198"/>
                  </a:lnTo>
                  <a:lnTo>
                    <a:pt x="1236" y="1584"/>
                  </a:lnTo>
                  <a:lnTo>
                    <a:pt x="888" y="2009"/>
                  </a:lnTo>
                  <a:lnTo>
                    <a:pt x="618" y="2433"/>
                  </a:lnTo>
                  <a:lnTo>
                    <a:pt x="386" y="2897"/>
                  </a:lnTo>
                  <a:lnTo>
                    <a:pt x="232" y="3399"/>
                  </a:lnTo>
                  <a:lnTo>
                    <a:pt x="77" y="3901"/>
                  </a:lnTo>
                  <a:lnTo>
                    <a:pt x="0" y="4403"/>
                  </a:lnTo>
                  <a:lnTo>
                    <a:pt x="0" y="4905"/>
                  </a:lnTo>
                  <a:lnTo>
                    <a:pt x="0" y="5445"/>
                  </a:lnTo>
                  <a:lnTo>
                    <a:pt x="77" y="5986"/>
                  </a:lnTo>
                  <a:lnTo>
                    <a:pt x="155" y="6488"/>
                  </a:lnTo>
                  <a:lnTo>
                    <a:pt x="309" y="7028"/>
                  </a:lnTo>
                  <a:lnTo>
                    <a:pt x="464" y="7530"/>
                  </a:lnTo>
                  <a:lnTo>
                    <a:pt x="695" y="8032"/>
                  </a:lnTo>
                  <a:lnTo>
                    <a:pt x="927" y="8496"/>
                  </a:lnTo>
                  <a:lnTo>
                    <a:pt x="1274" y="9075"/>
                  </a:lnTo>
                  <a:lnTo>
                    <a:pt x="1661" y="9616"/>
                  </a:lnTo>
                  <a:lnTo>
                    <a:pt x="2124" y="10079"/>
                  </a:lnTo>
                  <a:lnTo>
                    <a:pt x="2587" y="10542"/>
                  </a:lnTo>
                  <a:lnTo>
                    <a:pt x="3089" y="10929"/>
                  </a:lnTo>
                  <a:lnTo>
                    <a:pt x="3591" y="11276"/>
                  </a:lnTo>
                  <a:lnTo>
                    <a:pt x="4171" y="11546"/>
                  </a:lnTo>
                  <a:lnTo>
                    <a:pt x="4750" y="11778"/>
                  </a:lnTo>
                  <a:lnTo>
                    <a:pt x="4750" y="11933"/>
                  </a:lnTo>
                  <a:lnTo>
                    <a:pt x="5097" y="11894"/>
                  </a:lnTo>
                  <a:lnTo>
                    <a:pt x="5908" y="12087"/>
                  </a:lnTo>
                  <a:lnTo>
                    <a:pt x="6719" y="12203"/>
                  </a:lnTo>
                  <a:lnTo>
                    <a:pt x="7569" y="12241"/>
                  </a:lnTo>
                  <a:lnTo>
                    <a:pt x="8418" y="12164"/>
                  </a:lnTo>
                  <a:lnTo>
                    <a:pt x="9190" y="12048"/>
                  </a:lnTo>
                  <a:lnTo>
                    <a:pt x="9963" y="11855"/>
                  </a:lnTo>
                  <a:lnTo>
                    <a:pt x="10310" y="11739"/>
                  </a:lnTo>
                  <a:lnTo>
                    <a:pt x="10272" y="11739"/>
                  </a:lnTo>
                  <a:lnTo>
                    <a:pt x="11083" y="11431"/>
                  </a:lnTo>
                  <a:lnTo>
                    <a:pt x="11855" y="11044"/>
                  </a:lnTo>
                  <a:lnTo>
                    <a:pt x="12550" y="10581"/>
                  </a:lnTo>
                  <a:lnTo>
                    <a:pt x="13245" y="10079"/>
                  </a:lnTo>
                  <a:lnTo>
                    <a:pt x="13863" y="9500"/>
                  </a:lnTo>
                  <a:lnTo>
                    <a:pt x="14133" y="9191"/>
                  </a:lnTo>
                  <a:lnTo>
                    <a:pt x="14403" y="8882"/>
                  </a:lnTo>
                  <a:lnTo>
                    <a:pt x="14635" y="8534"/>
                  </a:lnTo>
                  <a:lnTo>
                    <a:pt x="14867" y="8187"/>
                  </a:lnTo>
                  <a:lnTo>
                    <a:pt x="15060" y="7801"/>
                  </a:lnTo>
                  <a:lnTo>
                    <a:pt x="15253" y="7415"/>
                  </a:lnTo>
                  <a:lnTo>
                    <a:pt x="15253" y="7917"/>
                  </a:lnTo>
                  <a:lnTo>
                    <a:pt x="15330" y="8419"/>
                  </a:lnTo>
                  <a:lnTo>
                    <a:pt x="15485" y="8882"/>
                  </a:lnTo>
                  <a:lnTo>
                    <a:pt x="15678" y="9345"/>
                  </a:lnTo>
                  <a:lnTo>
                    <a:pt x="15794" y="9538"/>
                  </a:lnTo>
                  <a:lnTo>
                    <a:pt x="15948" y="9731"/>
                  </a:lnTo>
                  <a:lnTo>
                    <a:pt x="16103" y="9886"/>
                  </a:lnTo>
                  <a:lnTo>
                    <a:pt x="16257" y="10040"/>
                  </a:lnTo>
                  <a:lnTo>
                    <a:pt x="16489" y="10156"/>
                  </a:lnTo>
                  <a:lnTo>
                    <a:pt x="16682" y="10195"/>
                  </a:lnTo>
                  <a:lnTo>
                    <a:pt x="16913" y="10156"/>
                  </a:lnTo>
                  <a:lnTo>
                    <a:pt x="17107" y="10040"/>
                  </a:lnTo>
                  <a:lnTo>
                    <a:pt x="17300" y="9886"/>
                  </a:lnTo>
                  <a:lnTo>
                    <a:pt x="17377" y="9693"/>
                  </a:lnTo>
                  <a:lnTo>
                    <a:pt x="17454" y="9500"/>
                  </a:lnTo>
                  <a:lnTo>
                    <a:pt x="17493" y="9268"/>
                  </a:lnTo>
                  <a:lnTo>
                    <a:pt x="17493" y="9075"/>
                  </a:lnTo>
                  <a:lnTo>
                    <a:pt x="17454" y="8843"/>
                  </a:lnTo>
                  <a:lnTo>
                    <a:pt x="17415" y="8650"/>
                  </a:lnTo>
                  <a:lnTo>
                    <a:pt x="17338" y="8457"/>
                  </a:lnTo>
                  <a:lnTo>
                    <a:pt x="17222" y="8226"/>
                  </a:lnTo>
                  <a:lnTo>
                    <a:pt x="17068" y="8032"/>
                  </a:lnTo>
                  <a:lnTo>
                    <a:pt x="16720" y="7646"/>
                  </a:lnTo>
                  <a:lnTo>
                    <a:pt x="16334" y="7299"/>
                  </a:lnTo>
                  <a:lnTo>
                    <a:pt x="15909" y="6990"/>
                  </a:lnTo>
                  <a:lnTo>
                    <a:pt x="16373" y="6990"/>
                  </a:lnTo>
                  <a:lnTo>
                    <a:pt x="16875" y="6913"/>
                  </a:lnTo>
                  <a:lnTo>
                    <a:pt x="17338" y="6720"/>
                  </a:lnTo>
                  <a:lnTo>
                    <a:pt x="17763" y="6488"/>
                  </a:lnTo>
                  <a:lnTo>
                    <a:pt x="17917" y="6333"/>
                  </a:lnTo>
                  <a:lnTo>
                    <a:pt x="18110" y="6140"/>
                  </a:lnTo>
                  <a:lnTo>
                    <a:pt x="18265" y="5947"/>
                  </a:lnTo>
                  <a:lnTo>
                    <a:pt x="18381" y="5716"/>
                  </a:lnTo>
                  <a:lnTo>
                    <a:pt x="18458" y="5484"/>
                  </a:lnTo>
                  <a:lnTo>
                    <a:pt x="18458" y="5214"/>
                  </a:lnTo>
                  <a:lnTo>
                    <a:pt x="18381" y="4982"/>
                  </a:lnTo>
                  <a:lnTo>
                    <a:pt x="18304" y="4905"/>
                  </a:lnTo>
                  <a:lnTo>
                    <a:pt x="18226" y="4789"/>
                  </a:lnTo>
                  <a:lnTo>
                    <a:pt x="18033" y="4673"/>
                  </a:lnTo>
                  <a:lnTo>
                    <a:pt x="17802" y="4596"/>
                  </a:lnTo>
                  <a:lnTo>
                    <a:pt x="17609" y="4557"/>
                  </a:lnTo>
                  <a:lnTo>
                    <a:pt x="17377" y="4557"/>
                  </a:lnTo>
                  <a:lnTo>
                    <a:pt x="17145" y="4634"/>
                  </a:lnTo>
                  <a:lnTo>
                    <a:pt x="16913" y="4712"/>
                  </a:lnTo>
                  <a:lnTo>
                    <a:pt x="16720" y="4789"/>
                  </a:lnTo>
                  <a:lnTo>
                    <a:pt x="16566" y="4905"/>
                  </a:lnTo>
                  <a:lnTo>
                    <a:pt x="16373" y="5098"/>
                  </a:lnTo>
                  <a:lnTo>
                    <a:pt x="16180" y="5291"/>
                  </a:lnTo>
                  <a:lnTo>
                    <a:pt x="15871" y="5716"/>
                  </a:lnTo>
                  <a:lnTo>
                    <a:pt x="15639" y="6179"/>
                  </a:lnTo>
                  <a:lnTo>
                    <a:pt x="15485" y="6681"/>
                  </a:lnTo>
                  <a:lnTo>
                    <a:pt x="15407" y="6681"/>
                  </a:lnTo>
                  <a:lnTo>
                    <a:pt x="15330" y="6720"/>
                  </a:lnTo>
                  <a:lnTo>
                    <a:pt x="14983" y="6411"/>
                  </a:lnTo>
                  <a:lnTo>
                    <a:pt x="14597" y="6179"/>
                  </a:lnTo>
                  <a:lnTo>
                    <a:pt x="14172" y="6024"/>
                  </a:lnTo>
                  <a:lnTo>
                    <a:pt x="13708" y="5947"/>
                  </a:lnTo>
                  <a:lnTo>
                    <a:pt x="13322" y="5909"/>
                  </a:lnTo>
                  <a:lnTo>
                    <a:pt x="13091" y="5947"/>
                  </a:lnTo>
                  <a:lnTo>
                    <a:pt x="12897" y="5986"/>
                  </a:lnTo>
                  <a:lnTo>
                    <a:pt x="12704" y="6063"/>
                  </a:lnTo>
                  <a:lnTo>
                    <a:pt x="12511" y="6140"/>
                  </a:lnTo>
                  <a:lnTo>
                    <a:pt x="12357" y="6295"/>
                  </a:lnTo>
                  <a:lnTo>
                    <a:pt x="12280" y="6449"/>
                  </a:lnTo>
                  <a:lnTo>
                    <a:pt x="12202" y="6642"/>
                  </a:lnTo>
                  <a:lnTo>
                    <a:pt x="12241" y="6835"/>
                  </a:lnTo>
                  <a:lnTo>
                    <a:pt x="12318" y="6990"/>
                  </a:lnTo>
                  <a:lnTo>
                    <a:pt x="12434" y="7106"/>
                  </a:lnTo>
                  <a:lnTo>
                    <a:pt x="12589" y="7260"/>
                  </a:lnTo>
                  <a:lnTo>
                    <a:pt x="12782" y="7337"/>
                  </a:lnTo>
                  <a:lnTo>
                    <a:pt x="13129" y="7453"/>
                  </a:lnTo>
                  <a:lnTo>
                    <a:pt x="13477" y="7530"/>
                  </a:lnTo>
                  <a:lnTo>
                    <a:pt x="13824" y="7530"/>
                  </a:lnTo>
                  <a:lnTo>
                    <a:pt x="14172" y="7492"/>
                  </a:lnTo>
                  <a:lnTo>
                    <a:pt x="14519" y="7415"/>
                  </a:lnTo>
                  <a:lnTo>
                    <a:pt x="14133" y="7762"/>
                  </a:lnTo>
                  <a:lnTo>
                    <a:pt x="13708" y="8032"/>
                  </a:lnTo>
                  <a:lnTo>
                    <a:pt x="13477" y="8110"/>
                  </a:lnTo>
                  <a:lnTo>
                    <a:pt x="13245" y="8226"/>
                  </a:lnTo>
                  <a:lnTo>
                    <a:pt x="13013" y="8264"/>
                  </a:lnTo>
                  <a:lnTo>
                    <a:pt x="12743" y="8303"/>
                  </a:lnTo>
                  <a:lnTo>
                    <a:pt x="12357" y="8303"/>
                  </a:lnTo>
                  <a:lnTo>
                    <a:pt x="11971" y="8264"/>
                  </a:lnTo>
                  <a:lnTo>
                    <a:pt x="11662" y="8110"/>
                  </a:lnTo>
                  <a:lnTo>
                    <a:pt x="11353" y="7955"/>
                  </a:lnTo>
                  <a:lnTo>
                    <a:pt x="11083" y="7685"/>
                  </a:lnTo>
                  <a:lnTo>
                    <a:pt x="10890" y="7415"/>
                  </a:lnTo>
                  <a:lnTo>
                    <a:pt x="10696" y="7106"/>
                  </a:lnTo>
                  <a:lnTo>
                    <a:pt x="10542" y="6720"/>
                  </a:lnTo>
                  <a:lnTo>
                    <a:pt x="10388" y="6218"/>
                  </a:lnTo>
                  <a:lnTo>
                    <a:pt x="10233" y="5716"/>
                  </a:lnTo>
                  <a:lnTo>
                    <a:pt x="9963" y="4673"/>
                  </a:lnTo>
                  <a:lnTo>
                    <a:pt x="9847" y="4171"/>
                  </a:lnTo>
                  <a:lnTo>
                    <a:pt x="9654" y="3669"/>
                  </a:lnTo>
                  <a:lnTo>
                    <a:pt x="9461" y="3167"/>
                  </a:lnTo>
                  <a:lnTo>
                    <a:pt x="9229" y="2704"/>
                  </a:lnTo>
                  <a:lnTo>
                    <a:pt x="8843" y="2163"/>
                  </a:lnTo>
                  <a:lnTo>
                    <a:pt x="8457" y="1700"/>
                  </a:lnTo>
                  <a:lnTo>
                    <a:pt x="7993" y="1275"/>
                  </a:lnTo>
                  <a:lnTo>
                    <a:pt x="7530" y="889"/>
                  </a:lnTo>
                  <a:lnTo>
                    <a:pt x="6989" y="580"/>
                  </a:lnTo>
                  <a:lnTo>
                    <a:pt x="6449" y="348"/>
                  </a:lnTo>
                  <a:lnTo>
                    <a:pt x="5870" y="155"/>
                  </a:lnTo>
                  <a:lnTo>
                    <a:pt x="5290" y="39"/>
                  </a:lnTo>
                  <a:lnTo>
                    <a:pt x="502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3"/>
            <p:cNvSpPr/>
            <p:nvPr/>
          </p:nvSpPr>
          <p:spPr>
            <a:xfrm>
              <a:off x="5932850" y="4466275"/>
              <a:ext cx="200800" cy="230725"/>
            </a:xfrm>
            <a:custGeom>
              <a:avLst/>
              <a:gdLst/>
              <a:ahLst/>
              <a:cxnLst/>
              <a:rect l="l" t="t" r="r" b="b"/>
              <a:pathLst>
                <a:path w="8032" h="9229" extrusionOk="0">
                  <a:moveTo>
                    <a:pt x="2047" y="0"/>
                  </a:moveTo>
                  <a:lnTo>
                    <a:pt x="1892" y="77"/>
                  </a:lnTo>
                  <a:lnTo>
                    <a:pt x="1738" y="154"/>
                  </a:lnTo>
                  <a:lnTo>
                    <a:pt x="1429" y="425"/>
                  </a:lnTo>
                  <a:lnTo>
                    <a:pt x="1197" y="734"/>
                  </a:lnTo>
                  <a:lnTo>
                    <a:pt x="965" y="1004"/>
                  </a:lnTo>
                  <a:lnTo>
                    <a:pt x="734" y="1352"/>
                  </a:lnTo>
                  <a:lnTo>
                    <a:pt x="502" y="1738"/>
                  </a:lnTo>
                  <a:lnTo>
                    <a:pt x="348" y="2124"/>
                  </a:lnTo>
                  <a:lnTo>
                    <a:pt x="193" y="2549"/>
                  </a:lnTo>
                  <a:lnTo>
                    <a:pt x="77" y="3012"/>
                  </a:lnTo>
                  <a:lnTo>
                    <a:pt x="39" y="3475"/>
                  </a:lnTo>
                  <a:lnTo>
                    <a:pt x="0" y="3939"/>
                  </a:lnTo>
                  <a:lnTo>
                    <a:pt x="77" y="4441"/>
                  </a:lnTo>
                  <a:lnTo>
                    <a:pt x="155" y="4904"/>
                  </a:lnTo>
                  <a:lnTo>
                    <a:pt x="270" y="5329"/>
                  </a:lnTo>
                  <a:lnTo>
                    <a:pt x="463" y="5792"/>
                  </a:lnTo>
                  <a:lnTo>
                    <a:pt x="695" y="6178"/>
                  </a:lnTo>
                  <a:lnTo>
                    <a:pt x="1043" y="6178"/>
                  </a:lnTo>
                  <a:lnTo>
                    <a:pt x="888" y="5831"/>
                  </a:lnTo>
                  <a:lnTo>
                    <a:pt x="734" y="5483"/>
                  </a:lnTo>
                  <a:lnTo>
                    <a:pt x="657" y="5136"/>
                  </a:lnTo>
                  <a:lnTo>
                    <a:pt x="541" y="4788"/>
                  </a:lnTo>
                  <a:lnTo>
                    <a:pt x="502" y="4402"/>
                  </a:lnTo>
                  <a:lnTo>
                    <a:pt x="463" y="4055"/>
                  </a:lnTo>
                  <a:lnTo>
                    <a:pt x="463" y="3668"/>
                  </a:lnTo>
                  <a:lnTo>
                    <a:pt x="463" y="3321"/>
                  </a:lnTo>
                  <a:lnTo>
                    <a:pt x="541" y="2973"/>
                  </a:lnTo>
                  <a:lnTo>
                    <a:pt x="618" y="2626"/>
                  </a:lnTo>
                  <a:lnTo>
                    <a:pt x="734" y="2278"/>
                  </a:lnTo>
                  <a:lnTo>
                    <a:pt x="850" y="1931"/>
                  </a:lnTo>
                  <a:lnTo>
                    <a:pt x="1043" y="1622"/>
                  </a:lnTo>
                  <a:lnTo>
                    <a:pt x="1236" y="1313"/>
                  </a:lnTo>
                  <a:lnTo>
                    <a:pt x="1467" y="1004"/>
                  </a:lnTo>
                  <a:lnTo>
                    <a:pt x="1776" y="734"/>
                  </a:lnTo>
                  <a:lnTo>
                    <a:pt x="1969" y="579"/>
                  </a:lnTo>
                  <a:lnTo>
                    <a:pt x="2085" y="502"/>
                  </a:lnTo>
                  <a:lnTo>
                    <a:pt x="2201" y="463"/>
                  </a:lnTo>
                  <a:lnTo>
                    <a:pt x="2317" y="579"/>
                  </a:lnTo>
                  <a:lnTo>
                    <a:pt x="2433" y="811"/>
                  </a:lnTo>
                  <a:lnTo>
                    <a:pt x="2587" y="1197"/>
                  </a:lnTo>
                  <a:lnTo>
                    <a:pt x="2742" y="1583"/>
                  </a:lnTo>
                  <a:lnTo>
                    <a:pt x="2858" y="1931"/>
                  </a:lnTo>
                  <a:lnTo>
                    <a:pt x="2973" y="2317"/>
                  </a:lnTo>
                  <a:lnTo>
                    <a:pt x="3051" y="2703"/>
                  </a:lnTo>
                  <a:lnTo>
                    <a:pt x="3089" y="3089"/>
                  </a:lnTo>
                  <a:lnTo>
                    <a:pt x="3089" y="3437"/>
                  </a:lnTo>
                  <a:lnTo>
                    <a:pt x="3051" y="3784"/>
                  </a:lnTo>
                  <a:lnTo>
                    <a:pt x="3012" y="4132"/>
                  </a:lnTo>
                  <a:lnTo>
                    <a:pt x="2896" y="4479"/>
                  </a:lnTo>
                  <a:lnTo>
                    <a:pt x="2780" y="4788"/>
                  </a:lnTo>
                  <a:lnTo>
                    <a:pt x="2587" y="5136"/>
                  </a:lnTo>
                  <a:lnTo>
                    <a:pt x="2394" y="5445"/>
                  </a:lnTo>
                  <a:lnTo>
                    <a:pt x="2356" y="5522"/>
                  </a:lnTo>
                  <a:lnTo>
                    <a:pt x="2394" y="5638"/>
                  </a:lnTo>
                  <a:lnTo>
                    <a:pt x="2356" y="5715"/>
                  </a:lnTo>
                  <a:lnTo>
                    <a:pt x="2356" y="5754"/>
                  </a:lnTo>
                  <a:lnTo>
                    <a:pt x="2394" y="5792"/>
                  </a:lnTo>
                  <a:lnTo>
                    <a:pt x="2471" y="5792"/>
                  </a:lnTo>
                  <a:lnTo>
                    <a:pt x="2626" y="5715"/>
                  </a:lnTo>
                  <a:lnTo>
                    <a:pt x="2819" y="5676"/>
                  </a:lnTo>
                  <a:lnTo>
                    <a:pt x="3205" y="5676"/>
                  </a:lnTo>
                  <a:lnTo>
                    <a:pt x="3630" y="5715"/>
                  </a:lnTo>
                  <a:lnTo>
                    <a:pt x="4055" y="5792"/>
                  </a:lnTo>
                  <a:lnTo>
                    <a:pt x="4441" y="5947"/>
                  </a:lnTo>
                  <a:lnTo>
                    <a:pt x="4866" y="6101"/>
                  </a:lnTo>
                  <a:lnTo>
                    <a:pt x="5213" y="6256"/>
                  </a:lnTo>
                  <a:lnTo>
                    <a:pt x="5522" y="6449"/>
                  </a:lnTo>
                  <a:lnTo>
                    <a:pt x="5831" y="6642"/>
                  </a:lnTo>
                  <a:lnTo>
                    <a:pt x="6140" y="6835"/>
                  </a:lnTo>
                  <a:lnTo>
                    <a:pt x="6410" y="7067"/>
                  </a:lnTo>
                  <a:lnTo>
                    <a:pt x="6680" y="7337"/>
                  </a:lnTo>
                  <a:lnTo>
                    <a:pt x="6912" y="7607"/>
                  </a:lnTo>
                  <a:lnTo>
                    <a:pt x="7144" y="7877"/>
                  </a:lnTo>
                  <a:lnTo>
                    <a:pt x="7337" y="8186"/>
                  </a:lnTo>
                  <a:lnTo>
                    <a:pt x="7530" y="8534"/>
                  </a:lnTo>
                  <a:lnTo>
                    <a:pt x="7105" y="8650"/>
                  </a:lnTo>
                  <a:lnTo>
                    <a:pt x="6680" y="8727"/>
                  </a:lnTo>
                  <a:lnTo>
                    <a:pt x="6294" y="8766"/>
                  </a:lnTo>
                  <a:lnTo>
                    <a:pt x="5870" y="8804"/>
                  </a:lnTo>
                  <a:lnTo>
                    <a:pt x="5483" y="8804"/>
                  </a:lnTo>
                  <a:lnTo>
                    <a:pt x="5059" y="8727"/>
                  </a:lnTo>
                  <a:lnTo>
                    <a:pt x="4672" y="8611"/>
                  </a:lnTo>
                  <a:lnTo>
                    <a:pt x="4248" y="8457"/>
                  </a:lnTo>
                  <a:lnTo>
                    <a:pt x="3900" y="8264"/>
                  </a:lnTo>
                  <a:lnTo>
                    <a:pt x="3591" y="8071"/>
                  </a:lnTo>
                  <a:lnTo>
                    <a:pt x="3012" y="7607"/>
                  </a:lnTo>
                  <a:lnTo>
                    <a:pt x="2471" y="7105"/>
                  </a:lnTo>
                  <a:lnTo>
                    <a:pt x="1931" y="6565"/>
                  </a:lnTo>
                  <a:lnTo>
                    <a:pt x="1854" y="6526"/>
                  </a:lnTo>
                  <a:lnTo>
                    <a:pt x="1815" y="6487"/>
                  </a:lnTo>
                  <a:lnTo>
                    <a:pt x="1661" y="6526"/>
                  </a:lnTo>
                  <a:lnTo>
                    <a:pt x="1622" y="6526"/>
                  </a:lnTo>
                  <a:lnTo>
                    <a:pt x="1583" y="6565"/>
                  </a:lnTo>
                  <a:lnTo>
                    <a:pt x="1429" y="6835"/>
                  </a:lnTo>
                  <a:lnTo>
                    <a:pt x="1661" y="6873"/>
                  </a:lnTo>
                  <a:lnTo>
                    <a:pt x="2278" y="7491"/>
                  </a:lnTo>
                  <a:lnTo>
                    <a:pt x="2896" y="8071"/>
                  </a:lnTo>
                  <a:lnTo>
                    <a:pt x="3244" y="8341"/>
                  </a:lnTo>
                  <a:lnTo>
                    <a:pt x="3630" y="8573"/>
                  </a:lnTo>
                  <a:lnTo>
                    <a:pt x="3977" y="8766"/>
                  </a:lnTo>
                  <a:lnTo>
                    <a:pt x="4364" y="8959"/>
                  </a:lnTo>
                  <a:lnTo>
                    <a:pt x="4827" y="9113"/>
                  </a:lnTo>
                  <a:lnTo>
                    <a:pt x="5252" y="9190"/>
                  </a:lnTo>
                  <a:lnTo>
                    <a:pt x="5676" y="9229"/>
                  </a:lnTo>
                  <a:lnTo>
                    <a:pt x="6140" y="9229"/>
                  </a:lnTo>
                  <a:lnTo>
                    <a:pt x="6565" y="9152"/>
                  </a:lnTo>
                  <a:lnTo>
                    <a:pt x="6989" y="9074"/>
                  </a:lnTo>
                  <a:lnTo>
                    <a:pt x="7878" y="8843"/>
                  </a:lnTo>
                  <a:lnTo>
                    <a:pt x="7955" y="8804"/>
                  </a:lnTo>
                  <a:lnTo>
                    <a:pt x="7993" y="8727"/>
                  </a:lnTo>
                  <a:lnTo>
                    <a:pt x="8032" y="8650"/>
                  </a:lnTo>
                  <a:lnTo>
                    <a:pt x="7993" y="8534"/>
                  </a:lnTo>
                  <a:lnTo>
                    <a:pt x="7762" y="8109"/>
                  </a:lnTo>
                  <a:lnTo>
                    <a:pt x="7491" y="7684"/>
                  </a:lnTo>
                  <a:lnTo>
                    <a:pt x="7221" y="7298"/>
                  </a:lnTo>
                  <a:lnTo>
                    <a:pt x="6874" y="6912"/>
                  </a:lnTo>
                  <a:lnTo>
                    <a:pt x="6526" y="6603"/>
                  </a:lnTo>
                  <a:lnTo>
                    <a:pt x="6140" y="6294"/>
                  </a:lnTo>
                  <a:lnTo>
                    <a:pt x="5715" y="6024"/>
                  </a:lnTo>
                  <a:lnTo>
                    <a:pt x="5252" y="5792"/>
                  </a:lnTo>
                  <a:lnTo>
                    <a:pt x="4827" y="5638"/>
                  </a:lnTo>
                  <a:lnTo>
                    <a:pt x="4248" y="5445"/>
                  </a:lnTo>
                  <a:lnTo>
                    <a:pt x="3939" y="5367"/>
                  </a:lnTo>
                  <a:lnTo>
                    <a:pt x="3591" y="5290"/>
                  </a:lnTo>
                  <a:lnTo>
                    <a:pt x="3012" y="5290"/>
                  </a:lnTo>
                  <a:lnTo>
                    <a:pt x="3167" y="4981"/>
                  </a:lnTo>
                  <a:lnTo>
                    <a:pt x="3321" y="4634"/>
                  </a:lnTo>
                  <a:lnTo>
                    <a:pt x="3398" y="4286"/>
                  </a:lnTo>
                  <a:lnTo>
                    <a:pt x="3475" y="3939"/>
                  </a:lnTo>
                  <a:lnTo>
                    <a:pt x="3514" y="3591"/>
                  </a:lnTo>
                  <a:lnTo>
                    <a:pt x="3514" y="3205"/>
                  </a:lnTo>
                  <a:lnTo>
                    <a:pt x="3514" y="2858"/>
                  </a:lnTo>
                  <a:lnTo>
                    <a:pt x="3437" y="2471"/>
                  </a:lnTo>
                  <a:lnTo>
                    <a:pt x="3321" y="1969"/>
                  </a:lnTo>
                  <a:lnTo>
                    <a:pt x="3167" y="1467"/>
                  </a:lnTo>
                  <a:lnTo>
                    <a:pt x="2935" y="965"/>
                  </a:lnTo>
                  <a:lnTo>
                    <a:pt x="2703" y="502"/>
                  </a:lnTo>
                  <a:lnTo>
                    <a:pt x="2587" y="270"/>
                  </a:lnTo>
                  <a:lnTo>
                    <a:pt x="2471" y="116"/>
                  </a:lnTo>
                  <a:lnTo>
                    <a:pt x="2356" y="39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3"/>
            <p:cNvSpPr/>
            <p:nvPr/>
          </p:nvSpPr>
          <p:spPr>
            <a:xfrm>
              <a:off x="2331050" y="4488475"/>
              <a:ext cx="145775" cy="163175"/>
            </a:xfrm>
            <a:custGeom>
              <a:avLst/>
              <a:gdLst/>
              <a:ahLst/>
              <a:cxnLst/>
              <a:rect l="l" t="t" r="r" b="b"/>
              <a:pathLst>
                <a:path w="5831" h="6527" extrusionOk="0">
                  <a:moveTo>
                    <a:pt x="3321" y="502"/>
                  </a:moveTo>
                  <a:lnTo>
                    <a:pt x="3784" y="695"/>
                  </a:lnTo>
                  <a:lnTo>
                    <a:pt x="4248" y="1004"/>
                  </a:lnTo>
                  <a:lnTo>
                    <a:pt x="4595" y="1313"/>
                  </a:lnTo>
                  <a:lnTo>
                    <a:pt x="4904" y="1738"/>
                  </a:lnTo>
                  <a:lnTo>
                    <a:pt x="5174" y="2163"/>
                  </a:lnTo>
                  <a:lnTo>
                    <a:pt x="5252" y="2394"/>
                  </a:lnTo>
                  <a:lnTo>
                    <a:pt x="5329" y="2665"/>
                  </a:lnTo>
                  <a:lnTo>
                    <a:pt x="5367" y="2896"/>
                  </a:lnTo>
                  <a:lnTo>
                    <a:pt x="5367" y="3167"/>
                  </a:lnTo>
                  <a:lnTo>
                    <a:pt x="5367" y="3437"/>
                  </a:lnTo>
                  <a:lnTo>
                    <a:pt x="5329" y="3707"/>
                  </a:lnTo>
                  <a:lnTo>
                    <a:pt x="5213" y="4171"/>
                  </a:lnTo>
                  <a:lnTo>
                    <a:pt x="5020" y="4595"/>
                  </a:lnTo>
                  <a:lnTo>
                    <a:pt x="4750" y="4981"/>
                  </a:lnTo>
                  <a:lnTo>
                    <a:pt x="4441" y="5368"/>
                  </a:lnTo>
                  <a:lnTo>
                    <a:pt x="4055" y="5638"/>
                  </a:lnTo>
                  <a:lnTo>
                    <a:pt x="3630" y="5870"/>
                  </a:lnTo>
                  <a:lnTo>
                    <a:pt x="3398" y="5947"/>
                  </a:lnTo>
                  <a:lnTo>
                    <a:pt x="3166" y="6024"/>
                  </a:lnTo>
                  <a:lnTo>
                    <a:pt x="2935" y="6024"/>
                  </a:lnTo>
                  <a:lnTo>
                    <a:pt x="2703" y="6063"/>
                  </a:lnTo>
                  <a:lnTo>
                    <a:pt x="2394" y="6024"/>
                  </a:lnTo>
                  <a:lnTo>
                    <a:pt x="2085" y="5985"/>
                  </a:lnTo>
                  <a:lnTo>
                    <a:pt x="1815" y="5908"/>
                  </a:lnTo>
                  <a:lnTo>
                    <a:pt x="1583" y="5792"/>
                  </a:lnTo>
                  <a:lnTo>
                    <a:pt x="1390" y="5677"/>
                  </a:lnTo>
                  <a:lnTo>
                    <a:pt x="1197" y="5522"/>
                  </a:lnTo>
                  <a:lnTo>
                    <a:pt x="1004" y="5329"/>
                  </a:lnTo>
                  <a:lnTo>
                    <a:pt x="850" y="5136"/>
                  </a:lnTo>
                  <a:lnTo>
                    <a:pt x="734" y="4904"/>
                  </a:lnTo>
                  <a:lnTo>
                    <a:pt x="656" y="4673"/>
                  </a:lnTo>
                  <a:lnTo>
                    <a:pt x="541" y="4441"/>
                  </a:lnTo>
                  <a:lnTo>
                    <a:pt x="502" y="4209"/>
                  </a:lnTo>
                  <a:lnTo>
                    <a:pt x="425" y="3669"/>
                  </a:lnTo>
                  <a:lnTo>
                    <a:pt x="463" y="3128"/>
                  </a:lnTo>
                  <a:lnTo>
                    <a:pt x="579" y="2587"/>
                  </a:lnTo>
                  <a:lnTo>
                    <a:pt x="734" y="2085"/>
                  </a:lnTo>
                  <a:lnTo>
                    <a:pt x="1004" y="1622"/>
                  </a:lnTo>
                  <a:lnTo>
                    <a:pt x="1158" y="1390"/>
                  </a:lnTo>
                  <a:lnTo>
                    <a:pt x="1313" y="1197"/>
                  </a:lnTo>
                  <a:lnTo>
                    <a:pt x="1506" y="1043"/>
                  </a:lnTo>
                  <a:lnTo>
                    <a:pt x="1699" y="888"/>
                  </a:lnTo>
                  <a:lnTo>
                    <a:pt x="1931" y="734"/>
                  </a:lnTo>
                  <a:lnTo>
                    <a:pt x="2162" y="657"/>
                  </a:lnTo>
                  <a:lnTo>
                    <a:pt x="2394" y="579"/>
                  </a:lnTo>
                  <a:lnTo>
                    <a:pt x="2664" y="502"/>
                  </a:lnTo>
                  <a:lnTo>
                    <a:pt x="2935" y="502"/>
                  </a:lnTo>
                  <a:lnTo>
                    <a:pt x="3244" y="541"/>
                  </a:lnTo>
                  <a:lnTo>
                    <a:pt x="3282" y="502"/>
                  </a:lnTo>
                  <a:close/>
                  <a:moveTo>
                    <a:pt x="3128" y="0"/>
                  </a:moveTo>
                  <a:lnTo>
                    <a:pt x="3051" y="39"/>
                  </a:lnTo>
                  <a:lnTo>
                    <a:pt x="2973" y="116"/>
                  </a:lnTo>
                  <a:lnTo>
                    <a:pt x="2973" y="193"/>
                  </a:lnTo>
                  <a:lnTo>
                    <a:pt x="2664" y="155"/>
                  </a:lnTo>
                  <a:lnTo>
                    <a:pt x="2394" y="193"/>
                  </a:lnTo>
                  <a:lnTo>
                    <a:pt x="2124" y="232"/>
                  </a:lnTo>
                  <a:lnTo>
                    <a:pt x="1854" y="309"/>
                  </a:lnTo>
                  <a:lnTo>
                    <a:pt x="1622" y="425"/>
                  </a:lnTo>
                  <a:lnTo>
                    <a:pt x="1390" y="579"/>
                  </a:lnTo>
                  <a:lnTo>
                    <a:pt x="1197" y="734"/>
                  </a:lnTo>
                  <a:lnTo>
                    <a:pt x="965" y="927"/>
                  </a:lnTo>
                  <a:lnTo>
                    <a:pt x="811" y="1120"/>
                  </a:lnTo>
                  <a:lnTo>
                    <a:pt x="656" y="1352"/>
                  </a:lnTo>
                  <a:lnTo>
                    <a:pt x="386" y="1854"/>
                  </a:lnTo>
                  <a:lnTo>
                    <a:pt x="154" y="2394"/>
                  </a:lnTo>
                  <a:lnTo>
                    <a:pt x="39" y="2974"/>
                  </a:lnTo>
                  <a:lnTo>
                    <a:pt x="0" y="3591"/>
                  </a:lnTo>
                  <a:lnTo>
                    <a:pt x="0" y="3900"/>
                  </a:lnTo>
                  <a:lnTo>
                    <a:pt x="39" y="4209"/>
                  </a:lnTo>
                  <a:lnTo>
                    <a:pt x="116" y="4518"/>
                  </a:lnTo>
                  <a:lnTo>
                    <a:pt x="193" y="4788"/>
                  </a:lnTo>
                  <a:lnTo>
                    <a:pt x="270" y="5059"/>
                  </a:lnTo>
                  <a:lnTo>
                    <a:pt x="425" y="5329"/>
                  </a:lnTo>
                  <a:lnTo>
                    <a:pt x="579" y="5561"/>
                  </a:lnTo>
                  <a:lnTo>
                    <a:pt x="772" y="5754"/>
                  </a:lnTo>
                  <a:lnTo>
                    <a:pt x="965" y="5947"/>
                  </a:lnTo>
                  <a:lnTo>
                    <a:pt x="1197" y="6101"/>
                  </a:lnTo>
                  <a:lnTo>
                    <a:pt x="1467" y="6256"/>
                  </a:lnTo>
                  <a:lnTo>
                    <a:pt x="1738" y="6372"/>
                  </a:lnTo>
                  <a:lnTo>
                    <a:pt x="2085" y="6449"/>
                  </a:lnTo>
                  <a:lnTo>
                    <a:pt x="2394" y="6487"/>
                  </a:lnTo>
                  <a:lnTo>
                    <a:pt x="2742" y="6526"/>
                  </a:lnTo>
                  <a:lnTo>
                    <a:pt x="3012" y="6487"/>
                  </a:lnTo>
                  <a:lnTo>
                    <a:pt x="3321" y="6449"/>
                  </a:lnTo>
                  <a:lnTo>
                    <a:pt x="3630" y="6372"/>
                  </a:lnTo>
                  <a:lnTo>
                    <a:pt x="3900" y="6256"/>
                  </a:lnTo>
                  <a:lnTo>
                    <a:pt x="4170" y="6101"/>
                  </a:lnTo>
                  <a:lnTo>
                    <a:pt x="4402" y="5947"/>
                  </a:lnTo>
                  <a:lnTo>
                    <a:pt x="4634" y="5792"/>
                  </a:lnTo>
                  <a:lnTo>
                    <a:pt x="4866" y="5561"/>
                  </a:lnTo>
                  <a:lnTo>
                    <a:pt x="5059" y="5368"/>
                  </a:lnTo>
                  <a:lnTo>
                    <a:pt x="5252" y="5097"/>
                  </a:lnTo>
                  <a:lnTo>
                    <a:pt x="5406" y="4866"/>
                  </a:lnTo>
                  <a:lnTo>
                    <a:pt x="5522" y="4595"/>
                  </a:lnTo>
                  <a:lnTo>
                    <a:pt x="5638" y="4286"/>
                  </a:lnTo>
                  <a:lnTo>
                    <a:pt x="5754" y="4016"/>
                  </a:lnTo>
                  <a:lnTo>
                    <a:pt x="5792" y="3707"/>
                  </a:lnTo>
                  <a:lnTo>
                    <a:pt x="5831" y="3398"/>
                  </a:lnTo>
                  <a:lnTo>
                    <a:pt x="5831" y="3089"/>
                  </a:lnTo>
                  <a:lnTo>
                    <a:pt x="5792" y="2780"/>
                  </a:lnTo>
                  <a:lnTo>
                    <a:pt x="5754" y="2472"/>
                  </a:lnTo>
                  <a:lnTo>
                    <a:pt x="5638" y="2163"/>
                  </a:lnTo>
                  <a:lnTo>
                    <a:pt x="5522" y="1892"/>
                  </a:lnTo>
                  <a:lnTo>
                    <a:pt x="5406" y="1622"/>
                  </a:lnTo>
                  <a:lnTo>
                    <a:pt x="5213" y="1352"/>
                  </a:lnTo>
                  <a:lnTo>
                    <a:pt x="5020" y="1120"/>
                  </a:lnTo>
                  <a:lnTo>
                    <a:pt x="4827" y="888"/>
                  </a:lnTo>
                  <a:lnTo>
                    <a:pt x="4595" y="695"/>
                  </a:lnTo>
                  <a:lnTo>
                    <a:pt x="4364" y="502"/>
                  </a:lnTo>
                  <a:lnTo>
                    <a:pt x="4093" y="348"/>
                  </a:lnTo>
                  <a:lnTo>
                    <a:pt x="3823" y="193"/>
                  </a:lnTo>
                  <a:lnTo>
                    <a:pt x="3514" y="116"/>
                  </a:lnTo>
                  <a:lnTo>
                    <a:pt x="32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3"/>
            <p:cNvSpPr/>
            <p:nvPr/>
          </p:nvSpPr>
          <p:spPr>
            <a:xfrm>
              <a:off x="3966375" y="4488475"/>
              <a:ext cx="350450" cy="288650"/>
            </a:xfrm>
            <a:custGeom>
              <a:avLst/>
              <a:gdLst/>
              <a:ahLst/>
              <a:cxnLst/>
              <a:rect l="l" t="t" r="r" b="b"/>
              <a:pathLst>
                <a:path w="14018" h="11546" extrusionOk="0">
                  <a:moveTo>
                    <a:pt x="11778" y="0"/>
                  </a:moveTo>
                  <a:lnTo>
                    <a:pt x="11469" y="77"/>
                  </a:lnTo>
                  <a:lnTo>
                    <a:pt x="11855" y="1931"/>
                  </a:lnTo>
                  <a:lnTo>
                    <a:pt x="12280" y="3746"/>
                  </a:lnTo>
                  <a:lnTo>
                    <a:pt x="11508" y="2780"/>
                  </a:lnTo>
                  <a:lnTo>
                    <a:pt x="10658" y="1892"/>
                  </a:lnTo>
                  <a:lnTo>
                    <a:pt x="10427" y="2085"/>
                  </a:lnTo>
                  <a:lnTo>
                    <a:pt x="11469" y="3437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8"/>
                  </a:lnTo>
                  <a:lnTo>
                    <a:pt x="13168" y="5522"/>
                  </a:lnTo>
                  <a:lnTo>
                    <a:pt x="13168" y="5522"/>
                  </a:lnTo>
                  <a:lnTo>
                    <a:pt x="13439" y="5715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0"/>
                  </a:lnTo>
                  <a:lnTo>
                    <a:pt x="13632" y="6681"/>
                  </a:lnTo>
                  <a:lnTo>
                    <a:pt x="13516" y="6912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4" y="7955"/>
                  </a:lnTo>
                  <a:lnTo>
                    <a:pt x="12203" y="8418"/>
                  </a:lnTo>
                  <a:lnTo>
                    <a:pt x="11740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1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1" y="11160"/>
                  </a:lnTo>
                  <a:lnTo>
                    <a:pt x="3630" y="11160"/>
                  </a:lnTo>
                  <a:lnTo>
                    <a:pt x="3013" y="11121"/>
                  </a:lnTo>
                  <a:lnTo>
                    <a:pt x="2356" y="11044"/>
                  </a:lnTo>
                  <a:lnTo>
                    <a:pt x="1661" y="10928"/>
                  </a:lnTo>
                  <a:lnTo>
                    <a:pt x="1352" y="10812"/>
                  </a:lnTo>
                  <a:lnTo>
                    <a:pt x="1082" y="10696"/>
                  </a:lnTo>
                  <a:lnTo>
                    <a:pt x="812" y="10542"/>
                  </a:lnTo>
                  <a:lnTo>
                    <a:pt x="618" y="10388"/>
                  </a:lnTo>
                  <a:lnTo>
                    <a:pt x="464" y="10194"/>
                  </a:lnTo>
                  <a:lnTo>
                    <a:pt x="348" y="9963"/>
                  </a:lnTo>
                  <a:lnTo>
                    <a:pt x="348" y="9731"/>
                  </a:lnTo>
                  <a:lnTo>
                    <a:pt x="387" y="9461"/>
                  </a:lnTo>
                  <a:lnTo>
                    <a:pt x="155" y="9422"/>
                  </a:lnTo>
                  <a:lnTo>
                    <a:pt x="39" y="9654"/>
                  </a:lnTo>
                  <a:lnTo>
                    <a:pt x="1" y="9886"/>
                  </a:lnTo>
                  <a:lnTo>
                    <a:pt x="39" y="10117"/>
                  </a:lnTo>
                  <a:lnTo>
                    <a:pt x="78" y="10310"/>
                  </a:lnTo>
                  <a:lnTo>
                    <a:pt x="194" y="10465"/>
                  </a:lnTo>
                  <a:lnTo>
                    <a:pt x="348" y="10619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7"/>
                  </a:lnTo>
                  <a:lnTo>
                    <a:pt x="2202" y="11353"/>
                  </a:lnTo>
                  <a:lnTo>
                    <a:pt x="2626" y="11430"/>
                  </a:lnTo>
                  <a:lnTo>
                    <a:pt x="3321" y="11507"/>
                  </a:lnTo>
                  <a:lnTo>
                    <a:pt x="3978" y="11546"/>
                  </a:lnTo>
                  <a:lnTo>
                    <a:pt x="4673" y="11546"/>
                  </a:lnTo>
                  <a:lnTo>
                    <a:pt x="5368" y="11507"/>
                  </a:lnTo>
                  <a:lnTo>
                    <a:pt x="6063" y="11430"/>
                  </a:lnTo>
                  <a:lnTo>
                    <a:pt x="6758" y="11314"/>
                  </a:lnTo>
                  <a:lnTo>
                    <a:pt x="7415" y="11160"/>
                  </a:lnTo>
                  <a:lnTo>
                    <a:pt x="8071" y="11005"/>
                  </a:lnTo>
                  <a:lnTo>
                    <a:pt x="8728" y="10774"/>
                  </a:lnTo>
                  <a:lnTo>
                    <a:pt x="9345" y="10542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2" y="9654"/>
                  </a:lnTo>
                  <a:lnTo>
                    <a:pt x="11701" y="9268"/>
                  </a:lnTo>
                  <a:lnTo>
                    <a:pt x="12242" y="8882"/>
                  </a:lnTo>
                  <a:lnTo>
                    <a:pt x="12744" y="8457"/>
                  </a:lnTo>
                  <a:lnTo>
                    <a:pt x="13168" y="8071"/>
                  </a:lnTo>
                  <a:lnTo>
                    <a:pt x="13554" y="7646"/>
                  </a:lnTo>
                  <a:lnTo>
                    <a:pt x="13748" y="7376"/>
                  </a:lnTo>
                  <a:lnTo>
                    <a:pt x="13863" y="7144"/>
                  </a:lnTo>
                  <a:lnTo>
                    <a:pt x="13979" y="6874"/>
                  </a:lnTo>
                  <a:lnTo>
                    <a:pt x="14018" y="6565"/>
                  </a:lnTo>
                  <a:lnTo>
                    <a:pt x="14018" y="6333"/>
                  </a:lnTo>
                  <a:lnTo>
                    <a:pt x="14018" y="6140"/>
                  </a:lnTo>
                  <a:lnTo>
                    <a:pt x="13941" y="5908"/>
                  </a:lnTo>
                  <a:lnTo>
                    <a:pt x="13863" y="5715"/>
                  </a:lnTo>
                  <a:lnTo>
                    <a:pt x="13748" y="5522"/>
                  </a:lnTo>
                  <a:lnTo>
                    <a:pt x="13593" y="5368"/>
                  </a:lnTo>
                  <a:lnTo>
                    <a:pt x="13439" y="5252"/>
                  </a:lnTo>
                  <a:lnTo>
                    <a:pt x="13246" y="5136"/>
                  </a:lnTo>
                  <a:lnTo>
                    <a:pt x="13091" y="5136"/>
                  </a:lnTo>
                  <a:lnTo>
                    <a:pt x="12821" y="3823"/>
                  </a:lnTo>
                  <a:lnTo>
                    <a:pt x="12512" y="2549"/>
                  </a:lnTo>
                  <a:lnTo>
                    <a:pt x="12164" y="1274"/>
                  </a:lnTo>
                  <a:lnTo>
                    <a:pt x="117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3"/>
            <p:cNvSpPr/>
            <p:nvPr/>
          </p:nvSpPr>
          <p:spPr>
            <a:xfrm>
              <a:off x="1307750" y="4498125"/>
              <a:ext cx="103325" cy="105250"/>
            </a:xfrm>
            <a:custGeom>
              <a:avLst/>
              <a:gdLst/>
              <a:ahLst/>
              <a:cxnLst/>
              <a:rect l="l" t="t" r="r" b="b"/>
              <a:pathLst>
                <a:path w="4133" h="4210" extrusionOk="0">
                  <a:moveTo>
                    <a:pt x="2317" y="348"/>
                  </a:moveTo>
                  <a:lnTo>
                    <a:pt x="2665" y="425"/>
                  </a:lnTo>
                  <a:lnTo>
                    <a:pt x="2819" y="502"/>
                  </a:lnTo>
                  <a:lnTo>
                    <a:pt x="2974" y="618"/>
                  </a:lnTo>
                  <a:lnTo>
                    <a:pt x="3128" y="734"/>
                  </a:lnTo>
                  <a:lnTo>
                    <a:pt x="3244" y="850"/>
                  </a:lnTo>
                  <a:lnTo>
                    <a:pt x="3360" y="1043"/>
                  </a:lnTo>
                  <a:lnTo>
                    <a:pt x="3476" y="1197"/>
                  </a:lnTo>
                  <a:lnTo>
                    <a:pt x="3514" y="1236"/>
                  </a:lnTo>
                  <a:lnTo>
                    <a:pt x="3630" y="1545"/>
                  </a:lnTo>
                  <a:lnTo>
                    <a:pt x="3707" y="1815"/>
                  </a:lnTo>
                  <a:lnTo>
                    <a:pt x="3746" y="2086"/>
                  </a:lnTo>
                  <a:lnTo>
                    <a:pt x="3746" y="2356"/>
                  </a:lnTo>
                  <a:lnTo>
                    <a:pt x="3707" y="2626"/>
                  </a:lnTo>
                  <a:lnTo>
                    <a:pt x="3630" y="2896"/>
                  </a:lnTo>
                  <a:lnTo>
                    <a:pt x="3514" y="3128"/>
                  </a:lnTo>
                  <a:lnTo>
                    <a:pt x="3283" y="3398"/>
                  </a:lnTo>
                  <a:lnTo>
                    <a:pt x="3012" y="3591"/>
                  </a:lnTo>
                  <a:lnTo>
                    <a:pt x="2703" y="3746"/>
                  </a:lnTo>
                  <a:lnTo>
                    <a:pt x="2356" y="3823"/>
                  </a:lnTo>
                  <a:lnTo>
                    <a:pt x="2008" y="3862"/>
                  </a:lnTo>
                  <a:lnTo>
                    <a:pt x="1661" y="3785"/>
                  </a:lnTo>
                  <a:lnTo>
                    <a:pt x="1313" y="3669"/>
                  </a:lnTo>
                  <a:lnTo>
                    <a:pt x="1004" y="3476"/>
                  </a:lnTo>
                  <a:lnTo>
                    <a:pt x="734" y="3244"/>
                  </a:lnTo>
                  <a:lnTo>
                    <a:pt x="579" y="2935"/>
                  </a:lnTo>
                  <a:lnTo>
                    <a:pt x="425" y="2665"/>
                  </a:lnTo>
                  <a:lnTo>
                    <a:pt x="386" y="2317"/>
                  </a:lnTo>
                  <a:lnTo>
                    <a:pt x="348" y="2008"/>
                  </a:lnTo>
                  <a:lnTo>
                    <a:pt x="386" y="1661"/>
                  </a:lnTo>
                  <a:lnTo>
                    <a:pt x="502" y="1352"/>
                  </a:lnTo>
                  <a:lnTo>
                    <a:pt x="657" y="1043"/>
                  </a:lnTo>
                  <a:lnTo>
                    <a:pt x="888" y="811"/>
                  </a:lnTo>
                  <a:lnTo>
                    <a:pt x="1197" y="580"/>
                  </a:lnTo>
                  <a:lnTo>
                    <a:pt x="1545" y="425"/>
                  </a:lnTo>
                  <a:lnTo>
                    <a:pt x="1931" y="348"/>
                  </a:lnTo>
                  <a:close/>
                  <a:moveTo>
                    <a:pt x="2201" y="0"/>
                  </a:moveTo>
                  <a:lnTo>
                    <a:pt x="1815" y="39"/>
                  </a:lnTo>
                  <a:lnTo>
                    <a:pt x="1468" y="116"/>
                  </a:lnTo>
                  <a:lnTo>
                    <a:pt x="1120" y="232"/>
                  </a:lnTo>
                  <a:lnTo>
                    <a:pt x="927" y="348"/>
                  </a:lnTo>
                  <a:lnTo>
                    <a:pt x="773" y="464"/>
                  </a:lnTo>
                  <a:lnTo>
                    <a:pt x="579" y="618"/>
                  </a:lnTo>
                  <a:lnTo>
                    <a:pt x="464" y="773"/>
                  </a:lnTo>
                  <a:lnTo>
                    <a:pt x="232" y="1159"/>
                  </a:lnTo>
                  <a:lnTo>
                    <a:pt x="78" y="1545"/>
                  </a:lnTo>
                  <a:lnTo>
                    <a:pt x="0" y="1970"/>
                  </a:lnTo>
                  <a:lnTo>
                    <a:pt x="0" y="2394"/>
                  </a:lnTo>
                  <a:lnTo>
                    <a:pt x="116" y="2858"/>
                  </a:lnTo>
                  <a:lnTo>
                    <a:pt x="193" y="3051"/>
                  </a:lnTo>
                  <a:lnTo>
                    <a:pt x="309" y="3244"/>
                  </a:lnTo>
                  <a:lnTo>
                    <a:pt x="579" y="3553"/>
                  </a:lnTo>
                  <a:lnTo>
                    <a:pt x="888" y="3823"/>
                  </a:lnTo>
                  <a:lnTo>
                    <a:pt x="1236" y="4016"/>
                  </a:lnTo>
                  <a:lnTo>
                    <a:pt x="1622" y="4171"/>
                  </a:lnTo>
                  <a:lnTo>
                    <a:pt x="2047" y="4209"/>
                  </a:lnTo>
                  <a:lnTo>
                    <a:pt x="2472" y="4209"/>
                  </a:lnTo>
                  <a:lnTo>
                    <a:pt x="2858" y="4093"/>
                  </a:lnTo>
                  <a:lnTo>
                    <a:pt x="3244" y="3939"/>
                  </a:lnTo>
                  <a:lnTo>
                    <a:pt x="3398" y="3823"/>
                  </a:lnTo>
                  <a:lnTo>
                    <a:pt x="3553" y="3669"/>
                  </a:lnTo>
                  <a:lnTo>
                    <a:pt x="3707" y="3514"/>
                  </a:lnTo>
                  <a:lnTo>
                    <a:pt x="3823" y="3321"/>
                  </a:lnTo>
                  <a:lnTo>
                    <a:pt x="4016" y="2935"/>
                  </a:lnTo>
                  <a:lnTo>
                    <a:pt x="4132" y="2510"/>
                  </a:lnTo>
                  <a:lnTo>
                    <a:pt x="4132" y="2047"/>
                  </a:lnTo>
                  <a:lnTo>
                    <a:pt x="4132" y="1854"/>
                  </a:lnTo>
                  <a:lnTo>
                    <a:pt x="4055" y="1622"/>
                  </a:lnTo>
                  <a:lnTo>
                    <a:pt x="4016" y="1429"/>
                  </a:lnTo>
                  <a:lnTo>
                    <a:pt x="3900" y="1236"/>
                  </a:lnTo>
                  <a:lnTo>
                    <a:pt x="3785" y="1082"/>
                  </a:lnTo>
                  <a:lnTo>
                    <a:pt x="3630" y="927"/>
                  </a:lnTo>
                  <a:lnTo>
                    <a:pt x="3591" y="888"/>
                  </a:lnTo>
                  <a:lnTo>
                    <a:pt x="3553" y="734"/>
                  </a:lnTo>
                  <a:lnTo>
                    <a:pt x="3437" y="580"/>
                  </a:lnTo>
                  <a:lnTo>
                    <a:pt x="3360" y="425"/>
                  </a:lnTo>
                  <a:lnTo>
                    <a:pt x="3244" y="348"/>
                  </a:lnTo>
                  <a:lnTo>
                    <a:pt x="3089" y="232"/>
                  </a:lnTo>
                  <a:lnTo>
                    <a:pt x="2935" y="155"/>
                  </a:lnTo>
                  <a:lnTo>
                    <a:pt x="2587" y="39"/>
                  </a:lnTo>
                  <a:lnTo>
                    <a:pt x="220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3"/>
            <p:cNvSpPr/>
            <p:nvPr/>
          </p:nvSpPr>
          <p:spPr>
            <a:xfrm>
              <a:off x="6468625" y="4526125"/>
              <a:ext cx="329200" cy="242325"/>
            </a:xfrm>
            <a:custGeom>
              <a:avLst/>
              <a:gdLst/>
              <a:ahLst/>
              <a:cxnLst/>
              <a:rect l="l" t="t" r="r" b="b"/>
              <a:pathLst>
                <a:path w="13168" h="9693" extrusionOk="0">
                  <a:moveTo>
                    <a:pt x="5368" y="618"/>
                  </a:moveTo>
                  <a:lnTo>
                    <a:pt x="5947" y="772"/>
                  </a:lnTo>
                  <a:lnTo>
                    <a:pt x="6526" y="1004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2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6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1" y="3707"/>
                  </a:lnTo>
                  <a:lnTo>
                    <a:pt x="8573" y="3707"/>
                  </a:lnTo>
                  <a:lnTo>
                    <a:pt x="7723" y="3823"/>
                  </a:lnTo>
                  <a:lnTo>
                    <a:pt x="6874" y="3900"/>
                  </a:lnTo>
                  <a:lnTo>
                    <a:pt x="6410" y="3939"/>
                  </a:lnTo>
                  <a:lnTo>
                    <a:pt x="6179" y="3939"/>
                  </a:lnTo>
                  <a:lnTo>
                    <a:pt x="5986" y="3900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6" y="2626"/>
                  </a:lnTo>
                  <a:lnTo>
                    <a:pt x="5368" y="1969"/>
                  </a:lnTo>
                  <a:lnTo>
                    <a:pt x="5368" y="618"/>
                  </a:lnTo>
                  <a:close/>
                  <a:moveTo>
                    <a:pt x="2781" y="888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8" y="3707"/>
                  </a:lnTo>
                  <a:lnTo>
                    <a:pt x="2510" y="3862"/>
                  </a:lnTo>
                  <a:lnTo>
                    <a:pt x="2433" y="4016"/>
                  </a:lnTo>
                  <a:lnTo>
                    <a:pt x="2317" y="4132"/>
                  </a:lnTo>
                  <a:lnTo>
                    <a:pt x="2124" y="4209"/>
                  </a:lnTo>
                  <a:lnTo>
                    <a:pt x="1892" y="4286"/>
                  </a:lnTo>
                  <a:lnTo>
                    <a:pt x="1545" y="4286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6" y="4016"/>
                  </a:lnTo>
                  <a:lnTo>
                    <a:pt x="502" y="3514"/>
                  </a:lnTo>
                  <a:lnTo>
                    <a:pt x="657" y="3012"/>
                  </a:lnTo>
                  <a:lnTo>
                    <a:pt x="888" y="2549"/>
                  </a:lnTo>
                  <a:lnTo>
                    <a:pt x="1159" y="2124"/>
                  </a:lnTo>
                  <a:lnTo>
                    <a:pt x="1506" y="1738"/>
                  </a:lnTo>
                  <a:lnTo>
                    <a:pt x="1892" y="1429"/>
                  </a:lnTo>
                  <a:lnTo>
                    <a:pt x="2317" y="1120"/>
                  </a:lnTo>
                  <a:lnTo>
                    <a:pt x="2781" y="888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3" y="5985"/>
                  </a:lnTo>
                  <a:lnTo>
                    <a:pt x="11430" y="6140"/>
                  </a:lnTo>
                  <a:lnTo>
                    <a:pt x="11353" y="6217"/>
                  </a:lnTo>
                  <a:lnTo>
                    <a:pt x="11237" y="6256"/>
                  </a:lnTo>
                  <a:lnTo>
                    <a:pt x="11083" y="6294"/>
                  </a:lnTo>
                  <a:lnTo>
                    <a:pt x="10928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19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2" y="0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5" y="386"/>
                  </a:lnTo>
                  <a:lnTo>
                    <a:pt x="2240" y="579"/>
                  </a:lnTo>
                  <a:lnTo>
                    <a:pt x="1854" y="811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8" y="1661"/>
                  </a:lnTo>
                  <a:lnTo>
                    <a:pt x="618" y="2008"/>
                  </a:lnTo>
                  <a:lnTo>
                    <a:pt x="425" y="2394"/>
                  </a:lnTo>
                  <a:lnTo>
                    <a:pt x="232" y="2780"/>
                  </a:lnTo>
                  <a:lnTo>
                    <a:pt x="116" y="3205"/>
                  </a:lnTo>
                  <a:lnTo>
                    <a:pt x="39" y="3669"/>
                  </a:lnTo>
                  <a:lnTo>
                    <a:pt x="0" y="4093"/>
                  </a:lnTo>
                  <a:lnTo>
                    <a:pt x="39" y="4557"/>
                  </a:lnTo>
                  <a:lnTo>
                    <a:pt x="348" y="4595"/>
                  </a:lnTo>
                  <a:lnTo>
                    <a:pt x="386" y="4286"/>
                  </a:lnTo>
                  <a:lnTo>
                    <a:pt x="966" y="4518"/>
                  </a:lnTo>
                  <a:lnTo>
                    <a:pt x="1313" y="4595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79"/>
                  </a:lnTo>
                  <a:lnTo>
                    <a:pt x="2742" y="4402"/>
                  </a:lnTo>
                  <a:lnTo>
                    <a:pt x="2858" y="4248"/>
                  </a:lnTo>
                  <a:lnTo>
                    <a:pt x="2896" y="4132"/>
                  </a:lnTo>
                  <a:lnTo>
                    <a:pt x="2974" y="3977"/>
                  </a:lnTo>
                  <a:lnTo>
                    <a:pt x="3012" y="3630"/>
                  </a:lnTo>
                  <a:lnTo>
                    <a:pt x="3012" y="2973"/>
                  </a:lnTo>
                  <a:lnTo>
                    <a:pt x="3128" y="772"/>
                  </a:lnTo>
                  <a:lnTo>
                    <a:pt x="3514" y="657"/>
                  </a:lnTo>
                  <a:lnTo>
                    <a:pt x="3939" y="579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8" y="579"/>
                  </a:lnTo>
                  <a:lnTo>
                    <a:pt x="5020" y="1661"/>
                  </a:lnTo>
                  <a:lnTo>
                    <a:pt x="5059" y="2703"/>
                  </a:lnTo>
                  <a:lnTo>
                    <a:pt x="5098" y="3398"/>
                  </a:lnTo>
                  <a:lnTo>
                    <a:pt x="5175" y="3746"/>
                  </a:lnTo>
                  <a:lnTo>
                    <a:pt x="5213" y="3900"/>
                  </a:lnTo>
                  <a:lnTo>
                    <a:pt x="5291" y="4055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6"/>
                  </a:lnTo>
                  <a:lnTo>
                    <a:pt x="5870" y="4325"/>
                  </a:lnTo>
                  <a:lnTo>
                    <a:pt x="6217" y="4325"/>
                  </a:lnTo>
                  <a:lnTo>
                    <a:pt x="6565" y="4286"/>
                  </a:lnTo>
                  <a:lnTo>
                    <a:pt x="7607" y="4209"/>
                  </a:lnTo>
                  <a:lnTo>
                    <a:pt x="8650" y="4093"/>
                  </a:lnTo>
                  <a:lnTo>
                    <a:pt x="8650" y="4479"/>
                  </a:lnTo>
                  <a:lnTo>
                    <a:pt x="8611" y="4866"/>
                  </a:lnTo>
                  <a:lnTo>
                    <a:pt x="8611" y="4904"/>
                  </a:lnTo>
                  <a:lnTo>
                    <a:pt x="8611" y="5020"/>
                  </a:lnTo>
                  <a:lnTo>
                    <a:pt x="8650" y="5097"/>
                  </a:lnTo>
                  <a:lnTo>
                    <a:pt x="8766" y="5097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6" y="4943"/>
                  </a:lnTo>
                  <a:lnTo>
                    <a:pt x="9191" y="4904"/>
                  </a:lnTo>
                  <a:lnTo>
                    <a:pt x="9384" y="4904"/>
                  </a:lnTo>
                  <a:lnTo>
                    <a:pt x="9809" y="4981"/>
                  </a:lnTo>
                  <a:lnTo>
                    <a:pt x="10195" y="5097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1" y="5445"/>
                  </a:lnTo>
                  <a:lnTo>
                    <a:pt x="10272" y="5599"/>
                  </a:lnTo>
                  <a:lnTo>
                    <a:pt x="10233" y="5754"/>
                  </a:lnTo>
                  <a:lnTo>
                    <a:pt x="10233" y="5908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7"/>
                  </a:lnTo>
                  <a:lnTo>
                    <a:pt x="10697" y="6603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3"/>
                  </a:lnTo>
                  <a:lnTo>
                    <a:pt x="11546" y="6526"/>
                  </a:lnTo>
                  <a:lnTo>
                    <a:pt x="11739" y="6410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2"/>
                  </a:lnTo>
                  <a:lnTo>
                    <a:pt x="12396" y="7221"/>
                  </a:lnTo>
                  <a:lnTo>
                    <a:pt x="12473" y="7569"/>
                  </a:lnTo>
                  <a:lnTo>
                    <a:pt x="12550" y="7916"/>
                  </a:lnTo>
                  <a:lnTo>
                    <a:pt x="12550" y="8264"/>
                  </a:lnTo>
                  <a:lnTo>
                    <a:pt x="12589" y="8997"/>
                  </a:lnTo>
                  <a:lnTo>
                    <a:pt x="12512" y="8997"/>
                  </a:lnTo>
                  <a:lnTo>
                    <a:pt x="12434" y="9075"/>
                  </a:lnTo>
                  <a:lnTo>
                    <a:pt x="12396" y="9113"/>
                  </a:lnTo>
                  <a:lnTo>
                    <a:pt x="12357" y="9190"/>
                  </a:lnTo>
                  <a:lnTo>
                    <a:pt x="11469" y="9306"/>
                  </a:lnTo>
                  <a:lnTo>
                    <a:pt x="11469" y="9692"/>
                  </a:lnTo>
                  <a:lnTo>
                    <a:pt x="12125" y="9654"/>
                  </a:lnTo>
                  <a:lnTo>
                    <a:pt x="12820" y="9615"/>
                  </a:lnTo>
                  <a:lnTo>
                    <a:pt x="12936" y="9577"/>
                  </a:lnTo>
                  <a:lnTo>
                    <a:pt x="13014" y="9499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7"/>
                  </a:lnTo>
                  <a:lnTo>
                    <a:pt x="13168" y="8766"/>
                  </a:lnTo>
                  <a:lnTo>
                    <a:pt x="13168" y="8495"/>
                  </a:lnTo>
                  <a:lnTo>
                    <a:pt x="13168" y="8225"/>
                  </a:lnTo>
                  <a:lnTo>
                    <a:pt x="13091" y="7723"/>
                  </a:lnTo>
                  <a:lnTo>
                    <a:pt x="12936" y="7182"/>
                  </a:lnTo>
                  <a:lnTo>
                    <a:pt x="12743" y="6680"/>
                  </a:lnTo>
                  <a:lnTo>
                    <a:pt x="12434" y="6217"/>
                  </a:lnTo>
                  <a:lnTo>
                    <a:pt x="12125" y="5792"/>
                  </a:lnTo>
                  <a:lnTo>
                    <a:pt x="11778" y="5445"/>
                  </a:lnTo>
                  <a:lnTo>
                    <a:pt x="11315" y="5097"/>
                  </a:lnTo>
                  <a:lnTo>
                    <a:pt x="10967" y="4904"/>
                  </a:lnTo>
                  <a:lnTo>
                    <a:pt x="10619" y="4750"/>
                  </a:lnTo>
                  <a:lnTo>
                    <a:pt x="10272" y="4595"/>
                  </a:lnTo>
                  <a:lnTo>
                    <a:pt x="9886" y="4479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7"/>
                  </a:lnTo>
                  <a:lnTo>
                    <a:pt x="9229" y="3514"/>
                  </a:lnTo>
                  <a:lnTo>
                    <a:pt x="9152" y="3089"/>
                  </a:lnTo>
                  <a:lnTo>
                    <a:pt x="8998" y="2665"/>
                  </a:lnTo>
                  <a:lnTo>
                    <a:pt x="8805" y="2278"/>
                  </a:lnTo>
                  <a:lnTo>
                    <a:pt x="8534" y="1931"/>
                  </a:lnTo>
                  <a:lnTo>
                    <a:pt x="8225" y="1583"/>
                  </a:lnTo>
                  <a:lnTo>
                    <a:pt x="7839" y="1274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9" y="348"/>
                  </a:lnTo>
                  <a:lnTo>
                    <a:pt x="5715" y="193"/>
                  </a:lnTo>
                  <a:lnTo>
                    <a:pt x="5291" y="77"/>
                  </a:lnTo>
                  <a:lnTo>
                    <a:pt x="4827" y="39"/>
                  </a:lnTo>
                  <a:lnTo>
                    <a:pt x="440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3"/>
            <p:cNvSpPr/>
            <p:nvPr/>
          </p:nvSpPr>
          <p:spPr>
            <a:xfrm>
              <a:off x="4200000" y="4529000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5" y="1"/>
                  </a:moveTo>
                  <a:lnTo>
                    <a:pt x="348" y="889"/>
                  </a:lnTo>
                  <a:lnTo>
                    <a:pt x="232" y="1816"/>
                  </a:lnTo>
                  <a:lnTo>
                    <a:pt x="155" y="3631"/>
                  </a:lnTo>
                  <a:lnTo>
                    <a:pt x="0" y="7261"/>
                  </a:lnTo>
                  <a:lnTo>
                    <a:pt x="193" y="7261"/>
                  </a:lnTo>
                  <a:lnTo>
                    <a:pt x="425" y="5484"/>
                  </a:lnTo>
                  <a:lnTo>
                    <a:pt x="580" y="3669"/>
                  </a:lnTo>
                  <a:lnTo>
                    <a:pt x="695" y="1854"/>
                  </a:lnTo>
                  <a:lnTo>
                    <a:pt x="695" y="928"/>
                  </a:lnTo>
                  <a:lnTo>
                    <a:pt x="695" y="40"/>
                  </a:lnTo>
                  <a:lnTo>
                    <a:pt x="42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3"/>
            <p:cNvSpPr/>
            <p:nvPr/>
          </p:nvSpPr>
          <p:spPr>
            <a:xfrm>
              <a:off x="6500475" y="4539625"/>
              <a:ext cx="254875" cy="267450"/>
            </a:xfrm>
            <a:custGeom>
              <a:avLst/>
              <a:gdLst/>
              <a:ahLst/>
              <a:cxnLst/>
              <a:rect l="l" t="t" r="r" b="b"/>
              <a:pathLst>
                <a:path w="10195" h="10698" extrusionOk="0">
                  <a:moveTo>
                    <a:pt x="8264" y="7299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59" y="7569"/>
                  </a:lnTo>
                  <a:lnTo>
                    <a:pt x="9152" y="7724"/>
                  </a:lnTo>
                  <a:lnTo>
                    <a:pt x="9345" y="7917"/>
                  </a:lnTo>
                  <a:lnTo>
                    <a:pt x="9500" y="8110"/>
                  </a:lnTo>
                  <a:lnTo>
                    <a:pt x="9616" y="8342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2"/>
                  </a:lnTo>
                  <a:lnTo>
                    <a:pt x="9539" y="9423"/>
                  </a:lnTo>
                  <a:lnTo>
                    <a:pt x="9384" y="9654"/>
                  </a:lnTo>
                  <a:lnTo>
                    <a:pt x="9191" y="9848"/>
                  </a:lnTo>
                  <a:lnTo>
                    <a:pt x="8959" y="10041"/>
                  </a:lnTo>
                  <a:lnTo>
                    <a:pt x="8689" y="10118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39" y="10079"/>
                  </a:lnTo>
                  <a:lnTo>
                    <a:pt x="7608" y="9963"/>
                  </a:lnTo>
                  <a:lnTo>
                    <a:pt x="7376" y="9809"/>
                  </a:lnTo>
                  <a:lnTo>
                    <a:pt x="7183" y="9577"/>
                  </a:lnTo>
                  <a:lnTo>
                    <a:pt x="7029" y="9346"/>
                  </a:lnTo>
                  <a:lnTo>
                    <a:pt x="6951" y="9075"/>
                  </a:lnTo>
                  <a:lnTo>
                    <a:pt x="6913" y="8805"/>
                  </a:lnTo>
                  <a:lnTo>
                    <a:pt x="6951" y="8535"/>
                  </a:lnTo>
                  <a:lnTo>
                    <a:pt x="7029" y="8264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4"/>
                  </a:lnTo>
                  <a:lnTo>
                    <a:pt x="7724" y="7569"/>
                  </a:lnTo>
                  <a:lnTo>
                    <a:pt x="8148" y="7338"/>
                  </a:lnTo>
                  <a:lnTo>
                    <a:pt x="8226" y="7299"/>
                  </a:lnTo>
                  <a:close/>
                  <a:moveTo>
                    <a:pt x="2858" y="1"/>
                  </a:moveTo>
                  <a:lnTo>
                    <a:pt x="2665" y="39"/>
                  </a:lnTo>
                  <a:lnTo>
                    <a:pt x="2665" y="78"/>
                  </a:lnTo>
                  <a:lnTo>
                    <a:pt x="2626" y="1352"/>
                  </a:lnTo>
                  <a:lnTo>
                    <a:pt x="2626" y="2588"/>
                  </a:lnTo>
                  <a:lnTo>
                    <a:pt x="2665" y="3824"/>
                  </a:lnTo>
                  <a:lnTo>
                    <a:pt x="2704" y="5098"/>
                  </a:lnTo>
                  <a:lnTo>
                    <a:pt x="2897" y="7492"/>
                  </a:lnTo>
                  <a:lnTo>
                    <a:pt x="2897" y="8148"/>
                  </a:lnTo>
                  <a:lnTo>
                    <a:pt x="2935" y="8457"/>
                  </a:lnTo>
                  <a:lnTo>
                    <a:pt x="2974" y="8612"/>
                  </a:lnTo>
                  <a:lnTo>
                    <a:pt x="3051" y="8766"/>
                  </a:lnTo>
                  <a:lnTo>
                    <a:pt x="1545" y="8728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7"/>
                  </a:lnTo>
                  <a:lnTo>
                    <a:pt x="773" y="9114"/>
                  </a:lnTo>
                  <a:lnTo>
                    <a:pt x="1545" y="9152"/>
                  </a:lnTo>
                  <a:lnTo>
                    <a:pt x="3128" y="9230"/>
                  </a:lnTo>
                  <a:lnTo>
                    <a:pt x="4828" y="9307"/>
                  </a:lnTo>
                  <a:lnTo>
                    <a:pt x="5677" y="9307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8"/>
                  </a:lnTo>
                  <a:lnTo>
                    <a:pt x="6990" y="10079"/>
                  </a:lnTo>
                  <a:lnTo>
                    <a:pt x="7222" y="10311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7"/>
                  </a:lnTo>
                  <a:lnTo>
                    <a:pt x="8728" y="10620"/>
                  </a:lnTo>
                  <a:lnTo>
                    <a:pt x="9037" y="10543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3"/>
                  </a:lnTo>
                  <a:lnTo>
                    <a:pt x="10156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6" y="8419"/>
                  </a:lnTo>
                  <a:lnTo>
                    <a:pt x="10041" y="8071"/>
                  </a:lnTo>
                  <a:lnTo>
                    <a:pt x="9847" y="7762"/>
                  </a:lnTo>
                  <a:lnTo>
                    <a:pt x="9616" y="7492"/>
                  </a:lnTo>
                  <a:lnTo>
                    <a:pt x="9307" y="7260"/>
                  </a:lnTo>
                  <a:lnTo>
                    <a:pt x="8998" y="7106"/>
                  </a:lnTo>
                  <a:lnTo>
                    <a:pt x="8650" y="7029"/>
                  </a:lnTo>
                  <a:lnTo>
                    <a:pt x="8303" y="7029"/>
                  </a:lnTo>
                  <a:lnTo>
                    <a:pt x="8187" y="7067"/>
                  </a:lnTo>
                  <a:lnTo>
                    <a:pt x="8148" y="7029"/>
                  </a:lnTo>
                  <a:lnTo>
                    <a:pt x="8071" y="6990"/>
                  </a:lnTo>
                  <a:lnTo>
                    <a:pt x="7917" y="6990"/>
                  </a:lnTo>
                  <a:lnTo>
                    <a:pt x="7724" y="7029"/>
                  </a:lnTo>
                  <a:lnTo>
                    <a:pt x="7415" y="7144"/>
                  </a:lnTo>
                  <a:lnTo>
                    <a:pt x="7144" y="7338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49" y="8535"/>
                  </a:lnTo>
                  <a:lnTo>
                    <a:pt x="6449" y="8844"/>
                  </a:lnTo>
                  <a:lnTo>
                    <a:pt x="5716" y="8805"/>
                  </a:lnTo>
                  <a:lnTo>
                    <a:pt x="4943" y="8766"/>
                  </a:lnTo>
                  <a:lnTo>
                    <a:pt x="3476" y="8766"/>
                  </a:lnTo>
                  <a:lnTo>
                    <a:pt x="3476" y="8728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7" y="8535"/>
                  </a:lnTo>
                  <a:lnTo>
                    <a:pt x="3360" y="8496"/>
                  </a:lnTo>
                  <a:lnTo>
                    <a:pt x="3283" y="8496"/>
                  </a:lnTo>
                  <a:lnTo>
                    <a:pt x="3206" y="8535"/>
                  </a:lnTo>
                  <a:lnTo>
                    <a:pt x="3206" y="8535"/>
                  </a:lnTo>
                  <a:lnTo>
                    <a:pt x="3283" y="8380"/>
                  </a:lnTo>
                  <a:lnTo>
                    <a:pt x="3283" y="8226"/>
                  </a:lnTo>
                  <a:lnTo>
                    <a:pt x="3283" y="8110"/>
                  </a:lnTo>
                  <a:lnTo>
                    <a:pt x="3283" y="7955"/>
                  </a:lnTo>
                  <a:lnTo>
                    <a:pt x="3206" y="7338"/>
                  </a:lnTo>
                  <a:lnTo>
                    <a:pt x="3128" y="6449"/>
                  </a:lnTo>
                  <a:lnTo>
                    <a:pt x="3013" y="4326"/>
                  </a:lnTo>
                  <a:lnTo>
                    <a:pt x="2935" y="2202"/>
                  </a:lnTo>
                  <a:lnTo>
                    <a:pt x="2897" y="78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3"/>
            <p:cNvSpPr/>
            <p:nvPr/>
          </p:nvSpPr>
          <p:spPr>
            <a:xfrm>
              <a:off x="5490700" y="4546400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8" y="0"/>
                  </a:moveTo>
                  <a:lnTo>
                    <a:pt x="0" y="579"/>
                  </a:lnTo>
                  <a:lnTo>
                    <a:pt x="0" y="1197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8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6"/>
                  </a:lnTo>
                  <a:lnTo>
                    <a:pt x="1970" y="5947"/>
                  </a:lnTo>
                  <a:lnTo>
                    <a:pt x="2433" y="6410"/>
                  </a:lnTo>
                  <a:lnTo>
                    <a:pt x="2974" y="6873"/>
                  </a:lnTo>
                  <a:lnTo>
                    <a:pt x="3514" y="7260"/>
                  </a:lnTo>
                  <a:lnTo>
                    <a:pt x="4094" y="7646"/>
                  </a:lnTo>
                  <a:lnTo>
                    <a:pt x="4712" y="7955"/>
                  </a:lnTo>
                  <a:lnTo>
                    <a:pt x="5329" y="8225"/>
                  </a:lnTo>
                  <a:lnTo>
                    <a:pt x="5986" y="8495"/>
                  </a:lnTo>
                  <a:lnTo>
                    <a:pt x="6642" y="8688"/>
                  </a:lnTo>
                  <a:lnTo>
                    <a:pt x="7299" y="8843"/>
                  </a:lnTo>
                  <a:lnTo>
                    <a:pt x="7994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3"/>
                  </a:lnTo>
                  <a:lnTo>
                    <a:pt x="10774" y="9075"/>
                  </a:lnTo>
                  <a:lnTo>
                    <a:pt x="11392" y="8997"/>
                  </a:lnTo>
                  <a:lnTo>
                    <a:pt x="12048" y="8920"/>
                  </a:lnTo>
                  <a:lnTo>
                    <a:pt x="12705" y="8766"/>
                  </a:lnTo>
                  <a:lnTo>
                    <a:pt x="13361" y="8611"/>
                  </a:lnTo>
                  <a:lnTo>
                    <a:pt x="14018" y="8379"/>
                  </a:lnTo>
                  <a:lnTo>
                    <a:pt x="14636" y="8148"/>
                  </a:lnTo>
                  <a:lnTo>
                    <a:pt x="15253" y="7877"/>
                  </a:lnTo>
                  <a:lnTo>
                    <a:pt x="15871" y="7569"/>
                  </a:lnTo>
                  <a:lnTo>
                    <a:pt x="16450" y="7221"/>
                  </a:lnTo>
                  <a:lnTo>
                    <a:pt x="16991" y="6835"/>
                  </a:lnTo>
                  <a:lnTo>
                    <a:pt x="17493" y="6410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4"/>
                  </a:lnTo>
                  <a:lnTo>
                    <a:pt x="19076" y="4286"/>
                  </a:lnTo>
                  <a:lnTo>
                    <a:pt x="19347" y="3668"/>
                  </a:lnTo>
                  <a:lnTo>
                    <a:pt x="19115" y="3630"/>
                  </a:lnTo>
                  <a:lnTo>
                    <a:pt x="18767" y="4170"/>
                  </a:lnTo>
                  <a:lnTo>
                    <a:pt x="18420" y="4634"/>
                  </a:lnTo>
                  <a:lnTo>
                    <a:pt x="18034" y="5097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1" y="6333"/>
                  </a:lnTo>
                  <a:lnTo>
                    <a:pt x="16257" y="6680"/>
                  </a:lnTo>
                  <a:lnTo>
                    <a:pt x="15755" y="7028"/>
                  </a:lnTo>
                  <a:lnTo>
                    <a:pt x="15215" y="7298"/>
                  </a:lnTo>
                  <a:lnTo>
                    <a:pt x="14713" y="7569"/>
                  </a:lnTo>
                  <a:lnTo>
                    <a:pt x="14134" y="7800"/>
                  </a:lnTo>
                  <a:lnTo>
                    <a:pt x="13593" y="8032"/>
                  </a:lnTo>
                  <a:lnTo>
                    <a:pt x="13014" y="8186"/>
                  </a:lnTo>
                  <a:lnTo>
                    <a:pt x="12434" y="8341"/>
                  </a:lnTo>
                  <a:lnTo>
                    <a:pt x="11817" y="8457"/>
                  </a:lnTo>
                  <a:lnTo>
                    <a:pt x="11199" y="8534"/>
                  </a:lnTo>
                  <a:lnTo>
                    <a:pt x="10504" y="8611"/>
                  </a:lnTo>
                  <a:lnTo>
                    <a:pt x="9114" y="8611"/>
                  </a:lnTo>
                  <a:lnTo>
                    <a:pt x="8380" y="8534"/>
                  </a:lnTo>
                  <a:lnTo>
                    <a:pt x="7685" y="8418"/>
                  </a:lnTo>
                  <a:lnTo>
                    <a:pt x="6990" y="8302"/>
                  </a:lnTo>
                  <a:lnTo>
                    <a:pt x="6333" y="8109"/>
                  </a:lnTo>
                  <a:lnTo>
                    <a:pt x="5638" y="7877"/>
                  </a:lnTo>
                  <a:lnTo>
                    <a:pt x="5020" y="7607"/>
                  </a:lnTo>
                  <a:lnTo>
                    <a:pt x="4364" y="7260"/>
                  </a:lnTo>
                  <a:lnTo>
                    <a:pt x="3785" y="6912"/>
                  </a:lnTo>
                  <a:lnTo>
                    <a:pt x="3206" y="6487"/>
                  </a:lnTo>
                  <a:lnTo>
                    <a:pt x="2704" y="6063"/>
                  </a:lnTo>
                  <a:lnTo>
                    <a:pt x="2202" y="5561"/>
                  </a:lnTo>
                  <a:lnTo>
                    <a:pt x="1777" y="4981"/>
                  </a:lnTo>
                  <a:lnTo>
                    <a:pt x="1391" y="4402"/>
                  </a:lnTo>
                  <a:lnTo>
                    <a:pt x="1120" y="3900"/>
                  </a:lnTo>
                  <a:lnTo>
                    <a:pt x="850" y="3360"/>
                  </a:lnTo>
                  <a:lnTo>
                    <a:pt x="696" y="2858"/>
                  </a:lnTo>
                  <a:lnTo>
                    <a:pt x="541" y="2278"/>
                  </a:lnTo>
                  <a:lnTo>
                    <a:pt x="425" y="1738"/>
                  </a:lnTo>
                  <a:lnTo>
                    <a:pt x="387" y="1158"/>
                  </a:lnTo>
                  <a:lnTo>
                    <a:pt x="387" y="618"/>
                  </a:lnTo>
                  <a:lnTo>
                    <a:pt x="425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3"/>
            <p:cNvSpPr/>
            <p:nvPr/>
          </p:nvSpPr>
          <p:spPr>
            <a:xfrm>
              <a:off x="5576625" y="4556050"/>
              <a:ext cx="35725" cy="28975"/>
            </a:xfrm>
            <a:custGeom>
              <a:avLst/>
              <a:gdLst/>
              <a:ahLst/>
              <a:cxnLst/>
              <a:rect l="l" t="t" r="r" b="b"/>
              <a:pathLst>
                <a:path w="1429" h="1159" extrusionOk="0">
                  <a:moveTo>
                    <a:pt x="502" y="0"/>
                  </a:moveTo>
                  <a:lnTo>
                    <a:pt x="309" y="116"/>
                  </a:lnTo>
                  <a:lnTo>
                    <a:pt x="193" y="232"/>
                  </a:lnTo>
                  <a:lnTo>
                    <a:pt x="77" y="386"/>
                  </a:lnTo>
                  <a:lnTo>
                    <a:pt x="39" y="541"/>
                  </a:lnTo>
                  <a:lnTo>
                    <a:pt x="0" y="734"/>
                  </a:lnTo>
                  <a:lnTo>
                    <a:pt x="39" y="927"/>
                  </a:lnTo>
                  <a:lnTo>
                    <a:pt x="116" y="1081"/>
                  </a:lnTo>
                  <a:lnTo>
                    <a:pt x="193" y="1159"/>
                  </a:lnTo>
                  <a:lnTo>
                    <a:pt x="348" y="1159"/>
                  </a:lnTo>
                  <a:lnTo>
                    <a:pt x="425" y="1043"/>
                  </a:lnTo>
                  <a:lnTo>
                    <a:pt x="425" y="1004"/>
                  </a:lnTo>
                  <a:lnTo>
                    <a:pt x="386" y="927"/>
                  </a:lnTo>
                  <a:lnTo>
                    <a:pt x="386" y="850"/>
                  </a:lnTo>
                  <a:lnTo>
                    <a:pt x="348" y="772"/>
                  </a:lnTo>
                  <a:lnTo>
                    <a:pt x="425" y="579"/>
                  </a:lnTo>
                  <a:lnTo>
                    <a:pt x="541" y="425"/>
                  </a:lnTo>
                  <a:lnTo>
                    <a:pt x="618" y="386"/>
                  </a:lnTo>
                  <a:lnTo>
                    <a:pt x="773" y="386"/>
                  </a:lnTo>
                  <a:lnTo>
                    <a:pt x="850" y="425"/>
                  </a:lnTo>
                  <a:lnTo>
                    <a:pt x="966" y="579"/>
                  </a:lnTo>
                  <a:lnTo>
                    <a:pt x="1004" y="657"/>
                  </a:lnTo>
                  <a:lnTo>
                    <a:pt x="1004" y="734"/>
                  </a:lnTo>
                  <a:lnTo>
                    <a:pt x="966" y="927"/>
                  </a:lnTo>
                  <a:lnTo>
                    <a:pt x="966" y="1004"/>
                  </a:lnTo>
                  <a:lnTo>
                    <a:pt x="966" y="1081"/>
                  </a:lnTo>
                  <a:lnTo>
                    <a:pt x="1004" y="1120"/>
                  </a:lnTo>
                  <a:lnTo>
                    <a:pt x="1081" y="1159"/>
                  </a:lnTo>
                  <a:lnTo>
                    <a:pt x="1197" y="1159"/>
                  </a:lnTo>
                  <a:lnTo>
                    <a:pt x="1275" y="1120"/>
                  </a:lnTo>
                  <a:lnTo>
                    <a:pt x="1313" y="1081"/>
                  </a:lnTo>
                  <a:lnTo>
                    <a:pt x="1390" y="888"/>
                  </a:lnTo>
                  <a:lnTo>
                    <a:pt x="1429" y="734"/>
                  </a:lnTo>
                  <a:lnTo>
                    <a:pt x="1390" y="541"/>
                  </a:lnTo>
                  <a:lnTo>
                    <a:pt x="1313" y="348"/>
                  </a:lnTo>
                  <a:lnTo>
                    <a:pt x="1197" y="193"/>
                  </a:lnTo>
                  <a:lnTo>
                    <a:pt x="1043" y="77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"/>
            <p:cNvSpPr/>
            <p:nvPr/>
          </p:nvSpPr>
          <p:spPr>
            <a:xfrm>
              <a:off x="5523525" y="4559900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1"/>
                  </a:moveTo>
                  <a:lnTo>
                    <a:pt x="425" y="39"/>
                  </a:lnTo>
                  <a:lnTo>
                    <a:pt x="232" y="117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2"/>
                  </a:lnTo>
                  <a:lnTo>
                    <a:pt x="78" y="966"/>
                  </a:lnTo>
                  <a:lnTo>
                    <a:pt x="232" y="1082"/>
                  </a:lnTo>
                  <a:lnTo>
                    <a:pt x="387" y="1198"/>
                  </a:lnTo>
                  <a:lnTo>
                    <a:pt x="464" y="1198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4" y="1005"/>
                  </a:lnTo>
                  <a:lnTo>
                    <a:pt x="387" y="927"/>
                  </a:lnTo>
                  <a:lnTo>
                    <a:pt x="348" y="812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7" y="503"/>
                  </a:lnTo>
                  <a:lnTo>
                    <a:pt x="464" y="464"/>
                  </a:lnTo>
                  <a:lnTo>
                    <a:pt x="541" y="387"/>
                  </a:lnTo>
                  <a:lnTo>
                    <a:pt x="773" y="387"/>
                  </a:lnTo>
                  <a:lnTo>
                    <a:pt x="850" y="464"/>
                  </a:lnTo>
                  <a:lnTo>
                    <a:pt x="927" y="541"/>
                  </a:lnTo>
                  <a:lnTo>
                    <a:pt x="966" y="657"/>
                  </a:lnTo>
                  <a:lnTo>
                    <a:pt x="1004" y="850"/>
                  </a:lnTo>
                  <a:lnTo>
                    <a:pt x="1043" y="966"/>
                  </a:lnTo>
                  <a:lnTo>
                    <a:pt x="1082" y="1043"/>
                  </a:lnTo>
                  <a:lnTo>
                    <a:pt x="1159" y="1082"/>
                  </a:lnTo>
                  <a:lnTo>
                    <a:pt x="1197" y="1082"/>
                  </a:lnTo>
                  <a:lnTo>
                    <a:pt x="1275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5" y="387"/>
                  </a:lnTo>
                  <a:lnTo>
                    <a:pt x="1159" y="232"/>
                  </a:lnTo>
                  <a:lnTo>
                    <a:pt x="1004" y="78"/>
                  </a:lnTo>
                  <a:lnTo>
                    <a:pt x="81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3"/>
            <p:cNvSpPr/>
            <p:nvPr/>
          </p:nvSpPr>
          <p:spPr>
            <a:xfrm>
              <a:off x="4050375" y="4567625"/>
              <a:ext cx="30900" cy="168975"/>
            </a:xfrm>
            <a:custGeom>
              <a:avLst/>
              <a:gdLst/>
              <a:ahLst/>
              <a:cxnLst/>
              <a:rect l="l" t="t" r="r" b="b"/>
              <a:pathLst>
                <a:path w="1236" h="6759" extrusionOk="0">
                  <a:moveTo>
                    <a:pt x="1120" y="1"/>
                  </a:moveTo>
                  <a:lnTo>
                    <a:pt x="1081" y="39"/>
                  </a:lnTo>
                  <a:lnTo>
                    <a:pt x="1043" y="39"/>
                  </a:lnTo>
                  <a:lnTo>
                    <a:pt x="850" y="78"/>
                  </a:lnTo>
                  <a:lnTo>
                    <a:pt x="850" y="116"/>
                  </a:lnTo>
                  <a:lnTo>
                    <a:pt x="541" y="1738"/>
                  </a:lnTo>
                  <a:lnTo>
                    <a:pt x="309" y="3399"/>
                  </a:lnTo>
                  <a:lnTo>
                    <a:pt x="116" y="5059"/>
                  </a:lnTo>
                  <a:lnTo>
                    <a:pt x="0" y="6720"/>
                  </a:lnTo>
                  <a:lnTo>
                    <a:pt x="232" y="6758"/>
                  </a:lnTo>
                  <a:lnTo>
                    <a:pt x="502" y="5136"/>
                  </a:lnTo>
                  <a:lnTo>
                    <a:pt x="772" y="3515"/>
                  </a:lnTo>
                  <a:lnTo>
                    <a:pt x="965" y="1854"/>
                  </a:lnTo>
                  <a:lnTo>
                    <a:pt x="1081" y="232"/>
                  </a:lnTo>
                  <a:lnTo>
                    <a:pt x="1236" y="78"/>
                  </a:lnTo>
                  <a:lnTo>
                    <a:pt x="1236" y="39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3"/>
            <p:cNvSpPr/>
            <p:nvPr/>
          </p:nvSpPr>
          <p:spPr>
            <a:xfrm>
              <a:off x="4077400" y="4569550"/>
              <a:ext cx="121650" cy="144850"/>
            </a:xfrm>
            <a:custGeom>
              <a:avLst/>
              <a:gdLst/>
              <a:ahLst/>
              <a:cxnLst/>
              <a:rect l="l" t="t" r="r" b="b"/>
              <a:pathLst>
                <a:path w="4866" h="5794" extrusionOk="0">
                  <a:moveTo>
                    <a:pt x="155" y="1"/>
                  </a:moveTo>
                  <a:lnTo>
                    <a:pt x="0" y="155"/>
                  </a:lnTo>
                  <a:lnTo>
                    <a:pt x="1197" y="1545"/>
                  </a:lnTo>
                  <a:lnTo>
                    <a:pt x="2356" y="2936"/>
                  </a:lnTo>
                  <a:lnTo>
                    <a:pt x="2896" y="3631"/>
                  </a:lnTo>
                  <a:lnTo>
                    <a:pt x="3476" y="4403"/>
                  </a:lnTo>
                  <a:lnTo>
                    <a:pt x="4055" y="5098"/>
                  </a:lnTo>
                  <a:lnTo>
                    <a:pt x="4325" y="5445"/>
                  </a:lnTo>
                  <a:lnTo>
                    <a:pt x="4634" y="5793"/>
                  </a:lnTo>
                  <a:lnTo>
                    <a:pt x="4827" y="5754"/>
                  </a:lnTo>
                  <a:lnTo>
                    <a:pt x="4866" y="5716"/>
                  </a:lnTo>
                  <a:lnTo>
                    <a:pt x="4866" y="5639"/>
                  </a:lnTo>
                  <a:lnTo>
                    <a:pt x="4634" y="5252"/>
                  </a:lnTo>
                  <a:lnTo>
                    <a:pt x="4402" y="4866"/>
                  </a:lnTo>
                  <a:lnTo>
                    <a:pt x="3862" y="4171"/>
                  </a:lnTo>
                  <a:lnTo>
                    <a:pt x="2703" y="2781"/>
                  </a:lnTo>
                  <a:lnTo>
                    <a:pt x="1468" y="1352"/>
                  </a:lnTo>
                  <a:lnTo>
                    <a:pt x="811" y="657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3"/>
            <p:cNvSpPr/>
            <p:nvPr/>
          </p:nvSpPr>
          <p:spPr>
            <a:xfrm>
              <a:off x="3931625" y="4577275"/>
              <a:ext cx="61800" cy="160275"/>
            </a:xfrm>
            <a:custGeom>
              <a:avLst/>
              <a:gdLst/>
              <a:ahLst/>
              <a:cxnLst/>
              <a:rect l="l" t="t" r="r" b="b"/>
              <a:pathLst>
                <a:path w="2472" h="6411" extrusionOk="0">
                  <a:moveTo>
                    <a:pt x="309" y="1"/>
                  </a:moveTo>
                  <a:lnTo>
                    <a:pt x="0" y="78"/>
                  </a:lnTo>
                  <a:lnTo>
                    <a:pt x="194" y="927"/>
                  </a:lnTo>
                  <a:lnTo>
                    <a:pt x="425" y="1777"/>
                  </a:lnTo>
                  <a:lnTo>
                    <a:pt x="657" y="2627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4"/>
                  </a:lnTo>
                  <a:lnTo>
                    <a:pt x="1661" y="5716"/>
                  </a:lnTo>
                  <a:lnTo>
                    <a:pt x="1584" y="5793"/>
                  </a:lnTo>
                  <a:lnTo>
                    <a:pt x="1545" y="5870"/>
                  </a:lnTo>
                  <a:lnTo>
                    <a:pt x="1777" y="5909"/>
                  </a:lnTo>
                  <a:lnTo>
                    <a:pt x="1931" y="6140"/>
                  </a:lnTo>
                  <a:lnTo>
                    <a:pt x="2086" y="6334"/>
                  </a:lnTo>
                  <a:lnTo>
                    <a:pt x="2124" y="6411"/>
                  </a:lnTo>
                  <a:lnTo>
                    <a:pt x="2317" y="6411"/>
                  </a:lnTo>
                  <a:lnTo>
                    <a:pt x="2356" y="6334"/>
                  </a:lnTo>
                  <a:lnTo>
                    <a:pt x="2433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4" y="5600"/>
                  </a:lnTo>
                  <a:lnTo>
                    <a:pt x="1970" y="5214"/>
                  </a:lnTo>
                  <a:lnTo>
                    <a:pt x="1738" y="4441"/>
                  </a:lnTo>
                  <a:lnTo>
                    <a:pt x="1198" y="2935"/>
                  </a:lnTo>
                  <a:lnTo>
                    <a:pt x="734" y="1468"/>
                  </a:lnTo>
                  <a:lnTo>
                    <a:pt x="30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3"/>
            <p:cNvSpPr/>
            <p:nvPr/>
          </p:nvSpPr>
          <p:spPr>
            <a:xfrm>
              <a:off x="3941275" y="4579200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1"/>
                  </a:moveTo>
                  <a:lnTo>
                    <a:pt x="1" y="40"/>
                  </a:lnTo>
                  <a:lnTo>
                    <a:pt x="1970" y="3206"/>
                  </a:lnTo>
                  <a:lnTo>
                    <a:pt x="4055" y="6334"/>
                  </a:lnTo>
                  <a:lnTo>
                    <a:pt x="4055" y="6334"/>
                  </a:lnTo>
                  <a:lnTo>
                    <a:pt x="3553" y="6295"/>
                  </a:lnTo>
                  <a:lnTo>
                    <a:pt x="3051" y="6179"/>
                  </a:lnTo>
                  <a:lnTo>
                    <a:pt x="2588" y="6025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7"/>
                  </a:lnTo>
                  <a:lnTo>
                    <a:pt x="3283" y="6643"/>
                  </a:lnTo>
                  <a:lnTo>
                    <a:pt x="3708" y="6720"/>
                  </a:lnTo>
                  <a:lnTo>
                    <a:pt x="4132" y="6797"/>
                  </a:lnTo>
                  <a:lnTo>
                    <a:pt x="4596" y="6836"/>
                  </a:lnTo>
                  <a:lnTo>
                    <a:pt x="5484" y="6836"/>
                  </a:lnTo>
                  <a:lnTo>
                    <a:pt x="6372" y="6759"/>
                  </a:lnTo>
                  <a:lnTo>
                    <a:pt x="7299" y="6643"/>
                  </a:lnTo>
                  <a:lnTo>
                    <a:pt x="8148" y="6488"/>
                  </a:lnTo>
                  <a:lnTo>
                    <a:pt x="8959" y="6295"/>
                  </a:lnTo>
                  <a:lnTo>
                    <a:pt x="9770" y="6025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7" y="4673"/>
                  </a:lnTo>
                  <a:lnTo>
                    <a:pt x="12666" y="4403"/>
                  </a:lnTo>
                  <a:lnTo>
                    <a:pt x="12975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9"/>
                  </a:lnTo>
                  <a:lnTo>
                    <a:pt x="13979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2" y="2163"/>
                  </a:lnTo>
                  <a:lnTo>
                    <a:pt x="14172" y="2125"/>
                  </a:lnTo>
                  <a:lnTo>
                    <a:pt x="13863" y="2125"/>
                  </a:lnTo>
                  <a:lnTo>
                    <a:pt x="13825" y="2163"/>
                  </a:lnTo>
                  <a:lnTo>
                    <a:pt x="13554" y="2704"/>
                  </a:lnTo>
                  <a:lnTo>
                    <a:pt x="13207" y="3167"/>
                  </a:lnTo>
                  <a:lnTo>
                    <a:pt x="12859" y="3631"/>
                  </a:lnTo>
                  <a:lnTo>
                    <a:pt x="12473" y="4017"/>
                  </a:lnTo>
                  <a:lnTo>
                    <a:pt x="12010" y="4364"/>
                  </a:lnTo>
                  <a:lnTo>
                    <a:pt x="11546" y="4712"/>
                  </a:lnTo>
                  <a:lnTo>
                    <a:pt x="11083" y="4982"/>
                  </a:lnTo>
                  <a:lnTo>
                    <a:pt x="10542" y="5253"/>
                  </a:lnTo>
                  <a:lnTo>
                    <a:pt x="10349" y="5253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7"/>
                  </a:lnTo>
                  <a:lnTo>
                    <a:pt x="10156" y="5446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2"/>
                  </a:lnTo>
                  <a:lnTo>
                    <a:pt x="6758" y="6295"/>
                  </a:lnTo>
                  <a:lnTo>
                    <a:pt x="6218" y="6334"/>
                  </a:lnTo>
                  <a:lnTo>
                    <a:pt x="5677" y="6411"/>
                  </a:lnTo>
                  <a:lnTo>
                    <a:pt x="4557" y="6411"/>
                  </a:lnTo>
                  <a:lnTo>
                    <a:pt x="4596" y="6295"/>
                  </a:lnTo>
                  <a:lnTo>
                    <a:pt x="4364" y="6257"/>
                  </a:lnTo>
                  <a:lnTo>
                    <a:pt x="3399" y="4635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"/>
            <p:cNvSpPr/>
            <p:nvPr/>
          </p:nvSpPr>
          <p:spPr>
            <a:xfrm>
              <a:off x="6364350" y="4636175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0"/>
                  </a:moveTo>
                  <a:lnTo>
                    <a:pt x="3052" y="39"/>
                  </a:lnTo>
                  <a:lnTo>
                    <a:pt x="2781" y="77"/>
                  </a:lnTo>
                  <a:lnTo>
                    <a:pt x="2511" y="193"/>
                  </a:lnTo>
                  <a:lnTo>
                    <a:pt x="2241" y="309"/>
                  </a:lnTo>
                  <a:lnTo>
                    <a:pt x="2009" y="425"/>
                  </a:lnTo>
                  <a:lnTo>
                    <a:pt x="1739" y="579"/>
                  </a:lnTo>
                  <a:lnTo>
                    <a:pt x="1507" y="773"/>
                  </a:lnTo>
                  <a:lnTo>
                    <a:pt x="1121" y="1197"/>
                  </a:lnTo>
                  <a:lnTo>
                    <a:pt x="735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8"/>
                  </a:lnTo>
                  <a:lnTo>
                    <a:pt x="40" y="3746"/>
                  </a:lnTo>
                  <a:lnTo>
                    <a:pt x="1" y="4055"/>
                  </a:lnTo>
                  <a:lnTo>
                    <a:pt x="1" y="4402"/>
                  </a:lnTo>
                  <a:lnTo>
                    <a:pt x="40" y="4673"/>
                  </a:lnTo>
                  <a:lnTo>
                    <a:pt x="117" y="4904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5" y="5252"/>
                  </a:lnTo>
                  <a:lnTo>
                    <a:pt x="966" y="5290"/>
                  </a:lnTo>
                  <a:lnTo>
                    <a:pt x="1700" y="5290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827"/>
                  </a:lnTo>
                  <a:lnTo>
                    <a:pt x="735" y="4711"/>
                  </a:lnTo>
                  <a:lnTo>
                    <a:pt x="580" y="4595"/>
                  </a:lnTo>
                  <a:lnTo>
                    <a:pt x="542" y="4441"/>
                  </a:lnTo>
                  <a:lnTo>
                    <a:pt x="542" y="4248"/>
                  </a:lnTo>
                  <a:lnTo>
                    <a:pt x="542" y="4055"/>
                  </a:lnTo>
                  <a:lnTo>
                    <a:pt x="580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54" y="1159"/>
                  </a:lnTo>
                  <a:lnTo>
                    <a:pt x="2202" y="888"/>
                  </a:lnTo>
                  <a:lnTo>
                    <a:pt x="2627" y="695"/>
                  </a:lnTo>
                  <a:lnTo>
                    <a:pt x="3090" y="579"/>
                  </a:lnTo>
                  <a:lnTo>
                    <a:pt x="3592" y="541"/>
                  </a:lnTo>
                  <a:lnTo>
                    <a:pt x="4094" y="579"/>
                  </a:lnTo>
                  <a:lnTo>
                    <a:pt x="4249" y="541"/>
                  </a:lnTo>
                  <a:lnTo>
                    <a:pt x="4326" y="464"/>
                  </a:lnTo>
                  <a:lnTo>
                    <a:pt x="4403" y="502"/>
                  </a:lnTo>
                  <a:lnTo>
                    <a:pt x="4480" y="464"/>
                  </a:lnTo>
                  <a:lnTo>
                    <a:pt x="4519" y="425"/>
                  </a:lnTo>
                  <a:lnTo>
                    <a:pt x="4519" y="348"/>
                  </a:lnTo>
                  <a:lnTo>
                    <a:pt x="4519" y="193"/>
                  </a:lnTo>
                  <a:lnTo>
                    <a:pt x="4210" y="155"/>
                  </a:lnTo>
                  <a:lnTo>
                    <a:pt x="3940" y="77"/>
                  </a:lnTo>
                  <a:lnTo>
                    <a:pt x="3631" y="39"/>
                  </a:lnTo>
                  <a:lnTo>
                    <a:pt x="336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3"/>
            <p:cNvSpPr/>
            <p:nvPr/>
          </p:nvSpPr>
          <p:spPr>
            <a:xfrm>
              <a:off x="5052425" y="4653550"/>
              <a:ext cx="61800" cy="89800"/>
            </a:xfrm>
            <a:custGeom>
              <a:avLst/>
              <a:gdLst/>
              <a:ahLst/>
              <a:cxnLst/>
              <a:rect l="l" t="t" r="r" b="b"/>
              <a:pathLst>
                <a:path w="2472" h="3592" extrusionOk="0">
                  <a:moveTo>
                    <a:pt x="1082" y="0"/>
                  </a:moveTo>
                  <a:lnTo>
                    <a:pt x="1004" y="39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2"/>
                  </a:lnTo>
                  <a:lnTo>
                    <a:pt x="850" y="232"/>
                  </a:lnTo>
                  <a:lnTo>
                    <a:pt x="773" y="271"/>
                  </a:lnTo>
                  <a:lnTo>
                    <a:pt x="734" y="348"/>
                  </a:lnTo>
                  <a:lnTo>
                    <a:pt x="695" y="425"/>
                  </a:lnTo>
                  <a:lnTo>
                    <a:pt x="695" y="502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5"/>
                  </a:lnTo>
                  <a:lnTo>
                    <a:pt x="1082" y="811"/>
                  </a:lnTo>
                  <a:lnTo>
                    <a:pt x="1275" y="927"/>
                  </a:lnTo>
                  <a:lnTo>
                    <a:pt x="1468" y="1082"/>
                  </a:lnTo>
                  <a:lnTo>
                    <a:pt x="1622" y="1275"/>
                  </a:lnTo>
                  <a:lnTo>
                    <a:pt x="1777" y="1468"/>
                  </a:lnTo>
                  <a:lnTo>
                    <a:pt x="1854" y="1699"/>
                  </a:lnTo>
                  <a:lnTo>
                    <a:pt x="1931" y="1931"/>
                  </a:lnTo>
                  <a:lnTo>
                    <a:pt x="1931" y="2163"/>
                  </a:lnTo>
                  <a:lnTo>
                    <a:pt x="1931" y="2433"/>
                  </a:lnTo>
                  <a:lnTo>
                    <a:pt x="1815" y="2742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1"/>
                  </a:lnTo>
                  <a:lnTo>
                    <a:pt x="1390" y="3128"/>
                  </a:lnTo>
                  <a:lnTo>
                    <a:pt x="1197" y="3128"/>
                  </a:lnTo>
                  <a:lnTo>
                    <a:pt x="1043" y="3089"/>
                  </a:lnTo>
                  <a:lnTo>
                    <a:pt x="927" y="3012"/>
                  </a:lnTo>
                  <a:lnTo>
                    <a:pt x="850" y="2896"/>
                  </a:lnTo>
                  <a:lnTo>
                    <a:pt x="811" y="2742"/>
                  </a:lnTo>
                  <a:lnTo>
                    <a:pt x="850" y="2587"/>
                  </a:lnTo>
                  <a:lnTo>
                    <a:pt x="927" y="2433"/>
                  </a:lnTo>
                  <a:lnTo>
                    <a:pt x="1043" y="2317"/>
                  </a:lnTo>
                  <a:lnTo>
                    <a:pt x="1159" y="2240"/>
                  </a:lnTo>
                  <a:lnTo>
                    <a:pt x="1159" y="2124"/>
                  </a:lnTo>
                  <a:lnTo>
                    <a:pt x="1120" y="2008"/>
                  </a:lnTo>
                  <a:lnTo>
                    <a:pt x="1043" y="1931"/>
                  </a:lnTo>
                  <a:lnTo>
                    <a:pt x="657" y="1622"/>
                  </a:lnTo>
                  <a:lnTo>
                    <a:pt x="425" y="1468"/>
                  </a:lnTo>
                  <a:lnTo>
                    <a:pt x="193" y="1313"/>
                  </a:lnTo>
                  <a:lnTo>
                    <a:pt x="0" y="1622"/>
                  </a:lnTo>
                  <a:lnTo>
                    <a:pt x="271" y="1892"/>
                  </a:lnTo>
                  <a:lnTo>
                    <a:pt x="580" y="2124"/>
                  </a:lnTo>
                  <a:lnTo>
                    <a:pt x="425" y="2356"/>
                  </a:lnTo>
                  <a:lnTo>
                    <a:pt x="348" y="2626"/>
                  </a:lnTo>
                  <a:lnTo>
                    <a:pt x="309" y="2896"/>
                  </a:lnTo>
                  <a:lnTo>
                    <a:pt x="348" y="3051"/>
                  </a:lnTo>
                  <a:lnTo>
                    <a:pt x="425" y="3167"/>
                  </a:lnTo>
                  <a:lnTo>
                    <a:pt x="541" y="3321"/>
                  </a:lnTo>
                  <a:lnTo>
                    <a:pt x="695" y="3476"/>
                  </a:lnTo>
                  <a:lnTo>
                    <a:pt x="888" y="3553"/>
                  </a:lnTo>
                  <a:lnTo>
                    <a:pt x="1082" y="3591"/>
                  </a:lnTo>
                  <a:lnTo>
                    <a:pt x="1275" y="3591"/>
                  </a:lnTo>
                  <a:lnTo>
                    <a:pt x="1506" y="3553"/>
                  </a:lnTo>
                  <a:lnTo>
                    <a:pt x="1699" y="3514"/>
                  </a:lnTo>
                  <a:lnTo>
                    <a:pt x="1854" y="3398"/>
                  </a:lnTo>
                  <a:lnTo>
                    <a:pt x="2047" y="3244"/>
                  </a:lnTo>
                  <a:lnTo>
                    <a:pt x="2201" y="3051"/>
                  </a:lnTo>
                  <a:lnTo>
                    <a:pt x="2317" y="2858"/>
                  </a:lnTo>
                  <a:lnTo>
                    <a:pt x="2394" y="2665"/>
                  </a:lnTo>
                  <a:lnTo>
                    <a:pt x="2433" y="2472"/>
                  </a:lnTo>
                  <a:lnTo>
                    <a:pt x="2472" y="2240"/>
                  </a:lnTo>
                  <a:lnTo>
                    <a:pt x="2433" y="2008"/>
                  </a:lnTo>
                  <a:lnTo>
                    <a:pt x="2394" y="1815"/>
                  </a:lnTo>
                  <a:lnTo>
                    <a:pt x="2317" y="1583"/>
                  </a:lnTo>
                  <a:lnTo>
                    <a:pt x="2201" y="1390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6"/>
                  </a:lnTo>
                  <a:lnTo>
                    <a:pt x="11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3"/>
            <p:cNvSpPr/>
            <p:nvPr/>
          </p:nvSpPr>
          <p:spPr>
            <a:xfrm>
              <a:off x="6613425" y="4670925"/>
              <a:ext cx="26100" cy="11600"/>
            </a:xfrm>
            <a:custGeom>
              <a:avLst/>
              <a:gdLst/>
              <a:ahLst/>
              <a:cxnLst/>
              <a:rect l="l" t="t" r="r" b="b"/>
              <a:pathLst>
                <a:path w="1044" h="464" extrusionOk="0">
                  <a:moveTo>
                    <a:pt x="773" y="0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3"/>
                  </a:lnTo>
                  <a:lnTo>
                    <a:pt x="39" y="232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2"/>
                  </a:lnTo>
                  <a:lnTo>
                    <a:pt x="1005" y="155"/>
                  </a:lnTo>
                  <a:lnTo>
                    <a:pt x="966" y="116"/>
                  </a:lnTo>
                  <a:lnTo>
                    <a:pt x="889" y="39"/>
                  </a:lnTo>
                  <a:lnTo>
                    <a:pt x="77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3"/>
            <p:cNvSpPr/>
            <p:nvPr/>
          </p:nvSpPr>
          <p:spPr>
            <a:xfrm>
              <a:off x="6514950" y="4676725"/>
              <a:ext cx="21275" cy="8700"/>
            </a:xfrm>
            <a:custGeom>
              <a:avLst/>
              <a:gdLst/>
              <a:ahLst/>
              <a:cxnLst/>
              <a:rect l="l" t="t" r="r" b="b"/>
              <a:pathLst>
                <a:path w="851" h="348" extrusionOk="0">
                  <a:moveTo>
                    <a:pt x="426" y="0"/>
                  </a:moveTo>
                  <a:lnTo>
                    <a:pt x="155" y="39"/>
                  </a:lnTo>
                  <a:lnTo>
                    <a:pt x="117" y="39"/>
                  </a:lnTo>
                  <a:lnTo>
                    <a:pt x="39" y="77"/>
                  </a:lnTo>
                  <a:lnTo>
                    <a:pt x="1" y="193"/>
                  </a:lnTo>
                  <a:lnTo>
                    <a:pt x="39" y="270"/>
                  </a:lnTo>
                  <a:lnTo>
                    <a:pt x="117" y="309"/>
                  </a:lnTo>
                  <a:lnTo>
                    <a:pt x="155" y="348"/>
                  </a:lnTo>
                  <a:lnTo>
                    <a:pt x="735" y="348"/>
                  </a:lnTo>
                  <a:lnTo>
                    <a:pt x="812" y="270"/>
                  </a:lnTo>
                  <a:lnTo>
                    <a:pt x="850" y="193"/>
                  </a:lnTo>
                  <a:lnTo>
                    <a:pt x="812" y="77"/>
                  </a:lnTo>
                  <a:lnTo>
                    <a:pt x="73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3"/>
            <p:cNvSpPr/>
            <p:nvPr/>
          </p:nvSpPr>
          <p:spPr>
            <a:xfrm>
              <a:off x="4656625" y="4677675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1"/>
                  </a:moveTo>
                  <a:lnTo>
                    <a:pt x="0" y="232"/>
                  </a:lnTo>
                  <a:lnTo>
                    <a:pt x="502" y="966"/>
                  </a:lnTo>
                  <a:lnTo>
                    <a:pt x="1043" y="1622"/>
                  </a:lnTo>
                  <a:lnTo>
                    <a:pt x="1699" y="2279"/>
                  </a:lnTo>
                  <a:lnTo>
                    <a:pt x="2356" y="2858"/>
                  </a:lnTo>
                  <a:lnTo>
                    <a:pt x="3089" y="3399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4" y="4982"/>
                  </a:lnTo>
                  <a:lnTo>
                    <a:pt x="8998" y="4943"/>
                  </a:lnTo>
                  <a:lnTo>
                    <a:pt x="9422" y="4866"/>
                  </a:lnTo>
                  <a:lnTo>
                    <a:pt x="9847" y="4789"/>
                  </a:lnTo>
                  <a:lnTo>
                    <a:pt x="10272" y="4673"/>
                  </a:lnTo>
                  <a:lnTo>
                    <a:pt x="10658" y="4519"/>
                  </a:lnTo>
                  <a:lnTo>
                    <a:pt x="11083" y="4326"/>
                  </a:lnTo>
                  <a:lnTo>
                    <a:pt x="11469" y="4132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318" y="3553"/>
                  </a:lnTo>
                  <a:lnTo>
                    <a:pt x="12434" y="3206"/>
                  </a:lnTo>
                  <a:lnTo>
                    <a:pt x="12357" y="3167"/>
                  </a:lnTo>
                  <a:lnTo>
                    <a:pt x="12280" y="3206"/>
                  </a:lnTo>
                  <a:lnTo>
                    <a:pt x="12203" y="3128"/>
                  </a:lnTo>
                  <a:lnTo>
                    <a:pt x="12009" y="3128"/>
                  </a:lnTo>
                  <a:lnTo>
                    <a:pt x="11932" y="3206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2" y="3862"/>
                  </a:lnTo>
                  <a:lnTo>
                    <a:pt x="10426" y="4017"/>
                  </a:lnTo>
                  <a:lnTo>
                    <a:pt x="10040" y="4171"/>
                  </a:lnTo>
                  <a:lnTo>
                    <a:pt x="9615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1" y="4480"/>
                  </a:lnTo>
                  <a:lnTo>
                    <a:pt x="7916" y="4480"/>
                  </a:lnTo>
                  <a:lnTo>
                    <a:pt x="7492" y="4441"/>
                  </a:lnTo>
                  <a:lnTo>
                    <a:pt x="7067" y="4403"/>
                  </a:lnTo>
                  <a:lnTo>
                    <a:pt x="6642" y="4364"/>
                  </a:lnTo>
                  <a:lnTo>
                    <a:pt x="6217" y="4248"/>
                  </a:lnTo>
                  <a:lnTo>
                    <a:pt x="5792" y="4171"/>
                  </a:lnTo>
                  <a:lnTo>
                    <a:pt x="5368" y="4017"/>
                  </a:lnTo>
                  <a:lnTo>
                    <a:pt x="4595" y="3708"/>
                  </a:lnTo>
                  <a:lnTo>
                    <a:pt x="3900" y="3283"/>
                  </a:lnTo>
                  <a:lnTo>
                    <a:pt x="3205" y="2820"/>
                  </a:lnTo>
                  <a:lnTo>
                    <a:pt x="2587" y="2318"/>
                  </a:lnTo>
                  <a:lnTo>
                    <a:pt x="1970" y="1777"/>
                  </a:lnTo>
                  <a:lnTo>
                    <a:pt x="1390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3"/>
            <p:cNvSpPr/>
            <p:nvPr/>
          </p:nvSpPr>
          <p:spPr>
            <a:xfrm>
              <a:off x="4964575" y="4684425"/>
              <a:ext cx="92700" cy="135200"/>
            </a:xfrm>
            <a:custGeom>
              <a:avLst/>
              <a:gdLst/>
              <a:ahLst/>
              <a:cxnLst/>
              <a:rect l="l" t="t" r="r" b="b"/>
              <a:pathLst>
                <a:path w="3708" h="5408" extrusionOk="0">
                  <a:moveTo>
                    <a:pt x="3398" y="1"/>
                  </a:moveTo>
                  <a:lnTo>
                    <a:pt x="3360" y="78"/>
                  </a:lnTo>
                  <a:lnTo>
                    <a:pt x="3244" y="78"/>
                  </a:lnTo>
                  <a:lnTo>
                    <a:pt x="3012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7"/>
                  </a:lnTo>
                  <a:lnTo>
                    <a:pt x="1777" y="1430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3" y="1932"/>
                  </a:lnTo>
                  <a:lnTo>
                    <a:pt x="1082" y="2009"/>
                  </a:lnTo>
                  <a:lnTo>
                    <a:pt x="1120" y="2086"/>
                  </a:lnTo>
                  <a:lnTo>
                    <a:pt x="1004" y="2086"/>
                  </a:lnTo>
                  <a:lnTo>
                    <a:pt x="889" y="2125"/>
                  </a:lnTo>
                  <a:lnTo>
                    <a:pt x="850" y="2163"/>
                  </a:lnTo>
                  <a:lnTo>
                    <a:pt x="811" y="2241"/>
                  </a:lnTo>
                  <a:lnTo>
                    <a:pt x="811" y="2356"/>
                  </a:lnTo>
                  <a:lnTo>
                    <a:pt x="811" y="2434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7" y="2588"/>
                  </a:lnTo>
                  <a:lnTo>
                    <a:pt x="1429" y="2704"/>
                  </a:lnTo>
                  <a:lnTo>
                    <a:pt x="1622" y="2820"/>
                  </a:lnTo>
                  <a:lnTo>
                    <a:pt x="1815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4" y="3631"/>
                  </a:lnTo>
                  <a:lnTo>
                    <a:pt x="2124" y="3901"/>
                  </a:lnTo>
                  <a:lnTo>
                    <a:pt x="2086" y="4094"/>
                  </a:lnTo>
                  <a:lnTo>
                    <a:pt x="2008" y="4326"/>
                  </a:lnTo>
                  <a:lnTo>
                    <a:pt x="1893" y="4519"/>
                  </a:lnTo>
                  <a:lnTo>
                    <a:pt x="1738" y="4712"/>
                  </a:lnTo>
                  <a:lnTo>
                    <a:pt x="1545" y="4828"/>
                  </a:lnTo>
                  <a:lnTo>
                    <a:pt x="1313" y="4944"/>
                  </a:lnTo>
                  <a:lnTo>
                    <a:pt x="1082" y="4944"/>
                  </a:lnTo>
                  <a:lnTo>
                    <a:pt x="889" y="4866"/>
                  </a:lnTo>
                  <a:lnTo>
                    <a:pt x="773" y="4751"/>
                  </a:lnTo>
                  <a:lnTo>
                    <a:pt x="695" y="4596"/>
                  </a:lnTo>
                  <a:lnTo>
                    <a:pt x="657" y="4442"/>
                  </a:lnTo>
                  <a:lnTo>
                    <a:pt x="734" y="4287"/>
                  </a:lnTo>
                  <a:lnTo>
                    <a:pt x="811" y="4210"/>
                  </a:lnTo>
                  <a:lnTo>
                    <a:pt x="889" y="4133"/>
                  </a:lnTo>
                  <a:lnTo>
                    <a:pt x="966" y="4094"/>
                  </a:lnTo>
                  <a:lnTo>
                    <a:pt x="1120" y="4094"/>
                  </a:lnTo>
                  <a:lnTo>
                    <a:pt x="1236" y="4017"/>
                  </a:lnTo>
                  <a:lnTo>
                    <a:pt x="1313" y="3901"/>
                  </a:lnTo>
                  <a:lnTo>
                    <a:pt x="1313" y="3785"/>
                  </a:lnTo>
                  <a:lnTo>
                    <a:pt x="1275" y="3708"/>
                  </a:lnTo>
                  <a:lnTo>
                    <a:pt x="1197" y="3669"/>
                  </a:lnTo>
                  <a:lnTo>
                    <a:pt x="116" y="2936"/>
                  </a:lnTo>
                  <a:lnTo>
                    <a:pt x="0" y="3283"/>
                  </a:lnTo>
                  <a:lnTo>
                    <a:pt x="657" y="3785"/>
                  </a:lnTo>
                  <a:lnTo>
                    <a:pt x="502" y="3862"/>
                  </a:lnTo>
                  <a:lnTo>
                    <a:pt x="387" y="3978"/>
                  </a:lnTo>
                  <a:lnTo>
                    <a:pt x="309" y="4094"/>
                  </a:lnTo>
                  <a:lnTo>
                    <a:pt x="232" y="4249"/>
                  </a:lnTo>
                  <a:lnTo>
                    <a:pt x="193" y="4403"/>
                  </a:lnTo>
                  <a:lnTo>
                    <a:pt x="193" y="4558"/>
                  </a:lnTo>
                  <a:lnTo>
                    <a:pt x="193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1" y="5253"/>
                  </a:lnTo>
                  <a:lnTo>
                    <a:pt x="734" y="5368"/>
                  </a:lnTo>
                  <a:lnTo>
                    <a:pt x="966" y="5407"/>
                  </a:lnTo>
                  <a:lnTo>
                    <a:pt x="1197" y="5407"/>
                  </a:lnTo>
                  <a:lnTo>
                    <a:pt x="1429" y="5368"/>
                  </a:lnTo>
                  <a:lnTo>
                    <a:pt x="1622" y="5330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0" y="4828"/>
                  </a:lnTo>
                  <a:lnTo>
                    <a:pt x="2395" y="4635"/>
                  </a:lnTo>
                  <a:lnTo>
                    <a:pt x="2510" y="4442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7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2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31" y="2472"/>
                  </a:lnTo>
                  <a:lnTo>
                    <a:pt x="1738" y="2356"/>
                  </a:lnTo>
                  <a:lnTo>
                    <a:pt x="1506" y="2202"/>
                  </a:lnTo>
                  <a:lnTo>
                    <a:pt x="1275" y="2125"/>
                  </a:lnTo>
                  <a:lnTo>
                    <a:pt x="1622" y="1970"/>
                  </a:lnTo>
                  <a:lnTo>
                    <a:pt x="1931" y="1816"/>
                  </a:lnTo>
                  <a:lnTo>
                    <a:pt x="2240" y="1623"/>
                  </a:lnTo>
                  <a:lnTo>
                    <a:pt x="2549" y="1391"/>
                  </a:lnTo>
                  <a:lnTo>
                    <a:pt x="2819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7" y="542"/>
                  </a:lnTo>
                  <a:lnTo>
                    <a:pt x="3514" y="387"/>
                  </a:lnTo>
                  <a:lnTo>
                    <a:pt x="3707" y="78"/>
                  </a:lnTo>
                  <a:lnTo>
                    <a:pt x="351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"/>
            <p:cNvSpPr/>
            <p:nvPr/>
          </p:nvSpPr>
          <p:spPr>
            <a:xfrm>
              <a:off x="6406825" y="4717250"/>
              <a:ext cx="93675" cy="93675"/>
            </a:xfrm>
            <a:custGeom>
              <a:avLst/>
              <a:gdLst/>
              <a:ahLst/>
              <a:cxnLst/>
              <a:rect l="l" t="t" r="r" b="b"/>
              <a:pathLst>
                <a:path w="3747" h="3747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8" y="619"/>
                  </a:lnTo>
                  <a:lnTo>
                    <a:pt x="2550" y="696"/>
                  </a:lnTo>
                  <a:lnTo>
                    <a:pt x="2743" y="812"/>
                  </a:lnTo>
                  <a:lnTo>
                    <a:pt x="2936" y="966"/>
                  </a:lnTo>
                  <a:lnTo>
                    <a:pt x="3090" y="1198"/>
                  </a:lnTo>
                  <a:lnTo>
                    <a:pt x="3206" y="1430"/>
                  </a:lnTo>
                  <a:lnTo>
                    <a:pt x="3245" y="1700"/>
                  </a:lnTo>
                  <a:lnTo>
                    <a:pt x="3245" y="1970"/>
                  </a:lnTo>
                  <a:lnTo>
                    <a:pt x="3206" y="2202"/>
                  </a:lnTo>
                  <a:lnTo>
                    <a:pt x="3090" y="2472"/>
                  </a:lnTo>
                  <a:lnTo>
                    <a:pt x="2974" y="2665"/>
                  </a:lnTo>
                  <a:lnTo>
                    <a:pt x="2781" y="2897"/>
                  </a:lnTo>
                  <a:lnTo>
                    <a:pt x="2588" y="3051"/>
                  </a:lnTo>
                  <a:lnTo>
                    <a:pt x="2357" y="3167"/>
                  </a:lnTo>
                  <a:lnTo>
                    <a:pt x="2086" y="3245"/>
                  </a:lnTo>
                  <a:lnTo>
                    <a:pt x="1777" y="3245"/>
                  </a:lnTo>
                  <a:lnTo>
                    <a:pt x="1507" y="3167"/>
                  </a:lnTo>
                  <a:lnTo>
                    <a:pt x="1237" y="3051"/>
                  </a:lnTo>
                  <a:lnTo>
                    <a:pt x="966" y="2897"/>
                  </a:lnTo>
                  <a:lnTo>
                    <a:pt x="773" y="2665"/>
                  </a:lnTo>
                  <a:lnTo>
                    <a:pt x="619" y="2434"/>
                  </a:lnTo>
                  <a:lnTo>
                    <a:pt x="503" y="2163"/>
                  </a:lnTo>
                  <a:lnTo>
                    <a:pt x="503" y="1854"/>
                  </a:lnTo>
                  <a:lnTo>
                    <a:pt x="503" y="1584"/>
                  </a:lnTo>
                  <a:lnTo>
                    <a:pt x="619" y="1352"/>
                  </a:lnTo>
                  <a:lnTo>
                    <a:pt x="735" y="1121"/>
                  </a:lnTo>
                  <a:lnTo>
                    <a:pt x="928" y="928"/>
                  </a:lnTo>
                  <a:lnTo>
                    <a:pt x="1121" y="735"/>
                  </a:lnTo>
                  <a:lnTo>
                    <a:pt x="1353" y="580"/>
                  </a:lnTo>
                  <a:lnTo>
                    <a:pt x="1584" y="464"/>
                  </a:lnTo>
                  <a:close/>
                  <a:moveTo>
                    <a:pt x="1893" y="1"/>
                  </a:moveTo>
                  <a:lnTo>
                    <a:pt x="1700" y="39"/>
                  </a:lnTo>
                  <a:lnTo>
                    <a:pt x="1546" y="78"/>
                  </a:lnTo>
                  <a:lnTo>
                    <a:pt x="1353" y="155"/>
                  </a:lnTo>
                  <a:lnTo>
                    <a:pt x="1314" y="194"/>
                  </a:lnTo>
                  <a:lnTo>
                    <a:pt x="1082" y="271"/>
                  </a:lnTo>
                  <a:lnTo>
                    <a:pt x="851" y="387"/>
                  </a:lnTo>
                  <a:lnTo>
                    <a:pt x="619" y="580"/>
                  </a:lnTo>
                  <a:lnTo>
                    <a:pt x="426" y="773"/>
                  </a:lnTo>
                  <a:lnTo>
                    <a:pt x="271" y="966"/>
                  </a:lnTo>
                  <a:lnTo>
                    <a:pt x="155" y="1237"/>
                  </a:lnTo>
                  <a:lnTo>
                    <a:pt x="78" y="1468"/>
                  </a:lnTo>
                  <a:lnTo>
                    <a:pt x="1" y="1739"/>
                  </a:lnTo>
                  <a:lnTo>
                    <a:pt x="1" y="2047"/>
                  </a:lnTo>
                  <a:lnTo>
                    <a:pt x="40" y="2125"/>
                  </a:lnTo>
                  <a:lnTo>
                    <a:pt x="40" y="2318"/>
                  </a:lnTo>
                  <a:lnTo>
                    <a:pt x="117" y="2511"/>
                  </a:lnTo>
                  <a:lnTo>
                    <a:pt x="310" y="2858"/>
                  </a:lnTo>
                  <a:lnTo>
                    <a:pt x="542" y="3167"/>
                  </a:lnTo>
                  <a:lnTo>
                    <a:pt x="851" y="3399"/>
                  </a:lnTo>
                  <a:lnTo>
                    <a:pt x="1198" y="3592"/>
                  </a:lnTo>
                  <a:lnTo>
                    <a:pt x="1584" y="3708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7" y="3669"/>
                  </a:lnTo>
                  <a:lnTo>
                    <a:pt x="2627" y="3592"/>
                  </a:lnTo>
                  <a:lnTo>
                    <a:pt x="2897" y="3438"/>
                  </a:lnTo>
                  <a:lnTo>
                    <a:pt x="3129" y="3245"/>
                  </a:lnTo>
                  <a:lnTo>
                    <a:pt x="3322" y="3013"/>
                  </a:lnTo>
                  <a:lnTo>
                    <a:pt x="3476" y="2781"/>
                  </a:lnTo>
                  <a:lnTo>
                    <a:pt x="3631" y="2511"/>
                  </a:lnTo>
                  <a:lnTo>
                    <a:pt x="3708" y="2202"/>
                  </a:lnTo>
                  <a:lnTo>
                    <a:pt x="3747" y="1932"/>
                  </a:lnTo>
                  <a:lnTo>
                    <a:pt x="3747" y="1584"/>
                  </a:lnTo>
                  <a:lnTo>
                    <a:pt x="3669" y="1314"/>
                  </a:lnTo>
                  <a:lnTo>
                    <a:pt x="3515" y="1005"/>
                  </a:lnTo>
                  <a:lnTo>
                    <a:pt x="3322" y="696"/>
                  </a:lnTo>
                  <a:lnTo>
                    <a:pt x="3052" y="426"/>
                  </a:lnTo>
                  <a:lnTo>
                    <a:pt x="2743" y="233"/>
                  </a:lnTo>
                  <a:lnTo>
                    <a:pt x="2395" y="78"/>
                  </a:lnTo>
                  <a:lnTo>
                    <a:pt x="204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3"/>
            <p:cNvSpPr/>
            <p:nvPr/>
          </p:nvSpPr>
          <p:spPr>
            <a:xfrm>
              <a:off x="2332000" y="4749125"/>
              <a:ext cx="326325" cy="58900"/>
            </a:xfrm>
            <a:custGeom>
              <a:avLst/>
              <a:gdLst/>
              <a:ahLst/>
              <a:cxnLst/>
              <a:rect l="l" t="t" r="r" b="b"/>
              <a:pathLst>
                <a:path w="13053" h="2356" extrusionOk="0">
                  <a:moveTo>
                    <a:pt x="12782" y="0"/>
                  </a:moveTo>
                  <a:lnTo>
                    <a:pt x="12705" y="39"/>
                  </a:lnTo>
                  <a:lnTo>
                    <a:pt x="12628" y="116"/>
                  </a:lnTo>
                  <a:lnTo>
                    <a:pt x="12589" y="193"/>
                  </a:lnTo>
                  <a:lnTo>
                    <a:pt x="12589" y="309"/>
                  </a:lnTo>
                  <a:lnTo>
                    <a:pt x="12589" y="502"/>
                  </a:lnTo>
                  <a:lnTo>
                    <a:pt x="12550" y="657"/>
                  </a:lnTo>
                  <a:lnTo>
                    <a:pt x="12435" y="811"/>
                  </a:lnTo>
                  <a:lnTo>
                    <a:pt x="12319" y="966"/>
                  </a:lnTo>
                  <a:lnTo>
                    <a:pt x="12164" y="1081"/>
                  </a:lnTo>
                  <a:lnTo>
                    <a:pt x="11971" y="1159"/>
                  </a:lnTo>
                  <a:lnTo>
                    <a:pt x="11546" y="1313"/>
                  </a:lnTo>
                  <a:lnTo>
                    <a:pt x="11083" y="1429"/>
                  </a:lnTo>
                  <a:lnTo>
                    <a:pt x="10581" y="1506"/>
                  </a:lnTo>
                  <a:lnTo>
                    <a:pt x="9847" y="1583"/>
                  </a:lnTo>
                  <a:lnTo>
                    <a:pt x="9423" y="1622"/>
                  </a:lnTo>
                  <a:lnTo>
                    <a:pt x="9423" y="1545"/>
                  </a:lnTo>
                  <a:lnTo>
                    <a:pt x="9423" y="1468"/>
                  </a:lnTo>
                  <a:lnTo>
                    <a:pt x="9152" y="888"/>
                  </a:lnTo>
                  <a:lnTo>
                    <a:pt x="8959" y="270"/>
                  </a:lnTo>
                  <a:lnTo>
                    <a:pt x="8612" y="386"/>
                  </a:lnTo>
                  <a:lnTo>
                    <a:pt x="8650" y="695"/>
                  </a:lnTo>
                  <a:lnTo>
                    <a:pt x="8728" y="1043"/>
                  </a:lnTo>
                  <a:lnTo>
                    <a:pt x="8843" y="1390"/>
                  </a:lnTo>
                  <a:lnTo>
                    <a:pt x="8998" y="1661"/>
                  </a:lnTo>
                  <a:lnTo>
                    <a:pt x="7839" y="1776"/>
                  </a:lnTo>
                  <a:lnTo>
                    <a:pt x="6681" y="1854"/>
                  </a:lnTo>
                  <a:lnTo>
                    <a:pt x="5252" y="1892"/>
                  </a:lnTo>
                  <a:lnTo>
                    <a:pt x="3862" y="1854"/>
                  </a:lnTo>
                  <a:lnTo>
                    <a:pt x="3592" y="1815"/>
                  </a:lnTo>
                  <a:lnTo>
                    <a:pt x="3746" y="1506"/>
                  </a:lnTo>
                  <a:lnTo>
                    <a:pt x="3785" y="1159"/>
                  </a:lnTo>
                  <a:lnTo>
                    <a:pt x="3785" y="811"/>
                  </a:lnTo>
                  <a:lnTo>
                    <a:pt x="3746" y="425"/>
                  </a:lnTo>
                  <a:lnTo>
                    <a:pt x="3399" y="464"/>
                  </a:lnTo>
                  <a:lnTo>
                    <a:pt x="3399" y="772"/>
                  </a:lnTo>
                  <a:lnTo>
                    <a:pt x="3360" y="1081"/>
                  </a:lnTo>
                  <a:lnTo>
                    <a:pt x="3244" y="1468"/>
                  </a:lnTo>
                  <a:lnTo>
                    <a:pt x="3128" y="1815"/>
                  </a:lnTo>
                  <a:lnTo>
                    <a:pt x="2202" y="1738"/>
                  </a:lnTo>
                  <a:lnTo>
                    <a:pt x="1738" y="1699"/>
                  </a:lnTo>
                  <a:lnTo>
                    <a:pt x="1275" y="1622"/>
                  </a:lnTo>
                  <a:lnTo>
                    <a:pt x="889" y="1468"/>
                  </a:lnTo>
                  <a:lnTo>
                    <a:pt x="734" y="1390"/>
                  </a:lnTo>
                  <a:lnTo>
                    <a:pt x="618" y="1313"/>
                  </a:lnTo>
                  <a:lnTo>
                    <a:pt x="503" y="1197"/>
                  </a:lnTo>
                  <a:lnTo>
                    <a:pt x="425" y="1081"/>
                  </a:lnTo>
                  <a:lnTo>
                    <a:pt x="387" y="966"/>
                  </a:lnTo>
                  <a:lnTo>
                    <a:pt x="387" y="811"/>
                  </a:lnTo>
                  <a:lnTo>
                    <a:pt x="387" y="772"/>
                  </a:lnTo>
                  <a:lnTo>
                    <a:pt x="387" y="695"/>
                  </a:lnTo>
                  <a:lnTo>
                    <a:pt x="310" y="618"/>
                  </a:lnTo>
                  <a:lnTo>
                    <a:pt x="194" y="618"/>
                  </a:lnTo>
                  <a:lnTo>
                    <a:pt x="155" y="657"/>
                  </a:lnTo>
                  <a:lnTo>
                    <a:pt x="116" y="695"/>
                  </a:lnTo>
                  <a:lnTo>
                    <a:pt x="39" y="850"/>
                  </a:lnTo>
                  <a:lnTo>
                    <a:pt x="1" y="1004"/>
                  </a:lnTo>
                  <a:lnTo>
                    <a:pt x="1" y="1159"/>
                  </a:lnTo>
                  <a:lnTo>
                    <a:pt x="1" y="1274"/>
                  </a:lnTo>
                  <a:lnTo>
                    <a:pt x="39" y="1390"/>
                  </a:lnTo>
                  <a:lnTo>
                    <a:pt x="116" y="1506"/>
                  </a:lnTo>
                  <a:lnTo>
                    <a:pt x="310" y="1699"/>
                  </a:lnTo>
                  <a:lnTo>
                    <a:pt x="541" y="1854"/>
                  </a:lnTo>
                  <a:lnTo>
                    <a:pt x="812" y="1970"/>
                  </a:lnTo>
                  <a:lnTo>
                    <a:pt x="1082" y="2047"/>
                  </a:lnTo>
                  <a:lnTo>
                    <a:pt x="1352" y="2085"/>
                  </a:lnTo>
                  <a:lnTo>
                    <a:pt x="2626" y="2240"/>
                  </a:lnTo>
                  <a:lnTo>
                    <a:pt x="3862" y="2317"/>
                  </a:lnTo>
                  <a:lnTo>
                    <a:pt x="5136" y="2356"/>
                  </a:lnTo>
                  <a:lnTo>
                    <a:pt x="6372" y="2356"/>
                  </a:lnTo>
                  <a:lnTo>
                    <a:pt x="7531" y="2278"/>
                  </a:lnTo>
                  <a:lnTo>
                    <a:pt x="8689" y="2201"/>
                  </a:lnTo>
                  <a:lnTo>
                    <a:pt x="9847" y="2047"/>
                  </a:lnTo>
                  <a:lnTo>
                    <a:pt x="11006" y="1892"/>
                  </a:lnTo>
                  <a:lnTo>
                    <a:pt x="11392" y="1815"/>
                  </a:lnTo>
                  <a:lnTo>
                    <a:pt x="11740" y="1738"/>
                  </a:lnTo>
                  <a:lnTo>
                    <a:pt x="12126" y="1583"/>
                  </a:lnTo>
                  <a:lnTo>
                    <a:pt x="12473" y="1429"/>
                  </a:lnTo>
                  <a:lnTo>
                    <a:pt x="12744" y="1236"/>
                  </a:lnTo>
                  <a:lnTo>
                    <a:pt x="12859" y="1081"/>
                  </a:lnTo>
                  <a:lnTo>
                    <a:pt x="12937" y="927"/>
                  </a:lnTo>
                  <a:lnTo>
                    <a:pt x="13014" y="772"/>
                  </a:lnTo>
                  <a:lnTo>
                    <a:pt x="13052" y="579"/>
                  </a:lnTo>
                  <a:lnTo>
                    <a:pt x="13052" y="386"/>
                  </a:lnTo>
                  <a:lnTo>
                    <a:pt x="13052" y="155"/>
                  </a:lnTo>
                  <a:lnTo>
                    <a:pt x="13014" y="77"/>
                  </a:lnTo>
                  <a:lnTo>
                    <a:pt x="1293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62" name="Google Shape;562;p3"/>
          <p:cNvSpPr txBox="1">
            <a:spLocks noGrp="1"/>
          </p:cNvSpPr>
          <p:nvPr>
            <p:ph type="title"/>
          </p:nvPr>
        </p:nvSpPr>
        <p:spPr>
          <a:xfrm>
            <a:off x="1929450" y="2733933"/>
            <a:ext cx="5285100" cy="731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63" name="Google Shape;563;p3"/>
          <p:cNvSpPr txBox="1">
            <a:spLocks noGrp="1"/>
          </p:cNvSpPr>
          <p:nvPr>
            <p:ph type="title" idx="2" hasCustomPrompt="1"/>
          </p:nvPr>
        </p:nvSpPr>
        <p:spPr>
          <a:xfrm>
            <a:off x="4114800" y="1515548"/>
            <a:ext cx="914400" cy="690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5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4" name="Google Shape;564;p3"/>
          <p:cNvSpPr txBox="1">
            <a:spLocks noGrp="1"/>
          </p:cNvSpPr>
          <p:nvPr>
            <p:ph type="subTitle" idx="1"/>
          </p:nvPr>
        </p:nvSpPr>
        <p:spPr>
          <a:xfrm>
            <a:off x="1927650" y="3541550"/>
            <a:ext cx="5288700" cy="365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7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grpSp>
        <p:nvGrpSpPr>
          <p:cNvPr id="565" name="Google Shape;565;p3"/>
          <p:cNvGrpSpPr/>
          <p:nvPr/>
        </p:nvGrpSpPr>
        <p:grpSpPr>
          <a:xfrm>
            <a:off x="1967250" y="-77375"/>
            <a:ext cx="297100" cy="2315550"/>
            <a:chOff x="8234700" y="-1175"/>
            <a:chExt cx="297100" cy="2315550"/>
          </a:xfrm>
        </p:grpSpPr>
        <p:grpSp>
          <p:nvGrpSpPr>
            <p:cNvPr id="566" name="Google Shape;566;p3"/>
            <p:cNvGrpSpPr/>
            <p:nvPr/>
          </p:nvGrpSpPr>
          <p:grpSpPr>
            <a:xfrm>
              <a:off x="8234700" y="-1175"/>
              <a:ext cx="297100" cy="2315550"/>
              <a:chOff x="8234700" y="-5937"/>
              <a:chExt cx="297100" cy="2315550"/>
            </a:xfrm>
          </p:grpSpPr>
          <p:sp>
            <p:nvSpPr>
              <p:cNvPr id="567" name="Google Shape;567;p3"/>
              <p:cNvSpPr/>
              <p:nvPr/>
            </p:nvSpPr>
            <p:spPr>
              <a:xfrm>
                <a:off x="8384650" y="-5937"/>
                <a:ext cx="25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1" h="86894" extrusionOk="0">
                    <a:moveTo>
                      <a:pt x="0" y="86893"/>
                    </a:move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Google Shape;568;p3"/>
              <p:cNvSpPr/>
              <p:nvPr/>
            </p:nvSpPr>
            <p:spPr>
              <a:xfrm>
                <a:off x="8384650" y="-5937"/>
                <a:ext cx="25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1" h="86894" fill="none" extrusionOk="0">
                    <a:moveTo>
                      <a:pt x="0" y="86893"/>
                    </a:moveTo>
                    <a:lnTo>
                      <a:pt x="0" y="0"/>
                    </a:lnTo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Google Shape;569;p3"/>
              <p:cNvSpPr/>
              <p:nvPr/>
            </p:nvSpPr>
            <p:spPr>
              <a:xfrm>
                <a:off x="8374525" y="-5937"/>
                <a:ext cx="19700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788" h="86894" extrusionOk="0">
                    <a:moveTo>
                      <a:pt x="1" y="0"/>
                    </a:moveTo>
                    <a:lnTo>
                      <a:pt x="1" y="86893"/>
                    </a:lnTo>
                    <a:lnTo>
                      <a:pt x="787" y="86893"/>
                    </a:lnTo>
                    <a:lnTo>
                      <a:pt x="78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Google Shape;570;p3"/>
              <p:cNvSpPr/>
              <p:nvPr/>
            </p:nvSpPr>
            <p:spPr>
              <a:xfrm>
                <a:off x="8234700" y="2027088"/>
                <a:ext cx="297100" cy="282525"/>
              </a:xfrm>
              <a:custGeom>
                <a:avLst/>
                <a:gdLst/>
                <a:ahLst/>
                <a:cxnLst/>
                <a:rect l="l" t="t" r="r" b="b"/>
                <a:pathLst>
                  <a:path w="11884" h="11301" extrusionOk="0">
                    <a:moveTo>
                      <a:pt x="5931" y="1"/>
                    </a:moveTo>
                    <a:lnTo>
                      <a:pt x="3707" y="3191"/>
                    </a:lnTo>
                    <a:lnTo>
                      <a:pt x="0" y="4314"/>
                    </a:lnTo>
                    <a:lnTo>
                      <a:pt x="2337" y="7437"/>
                    </a:lnTo>
                    <a:lnTo>
                      <a:pt x="2269" y="11301"/>
                    </a:lnTo>
                    <a:lnTo>
                      <a:pt x="5931" y="10043"/>
                    </a:lnTo>
                    <a:lnTo>
                      <a:pt x="9615" y="11301"/>
                    </a:lnTo>
                    <a:lnTo>
                      <a:pt x="9548" y="7437"/>
                    </a:lnTo>
                    <a:lnTo>
                      <a:pt x="11884" y="4314"/>
                    </a:lnTo>
                    <a:lnTo>
                      <a:pt x="8155" y="3191"/>
                    </a:lnTo>
                    <a:lnTo>
                      <a:pt x="5931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71" name="Google Shape;571;p3"/>
            <p:cNvSpPr/>
            <p:nvPr/>
          </p:nvSpPr>
          <p:spPr>
            <a:xfrm>
              <a:off x="8309450" y="2109800"/>
              <a:ext cx="147595" cy="140545"/>
            </a:xfrm>
            <a:custGeom>
              <a:avLst/>
              <a:gdLst/>
              <a:ahLst/>
              <a:cxnLst/>
              <a:rect l="l" t="t" r="r" b="b"/>
              <a:pathLst>
                <a:path w="23970" h="22825" extrusionOk="0">
                  <a:moveTo>
                    <a:pt x="11996" y="0"/>
                  </a:moveTo>
                  <a:lnTo>
                    <a:pt x="7503" y="6425"/>
                  </a:lnTo>
                  <a:lnTo>
                    <a:pt x="0" y="8716"/>
                  </a:lnTo>
                  <a:lnTo>
                    <a:pt x="4718" y="14984"/>
                  </a:lnTo>
                  <a:lnTo>
                    <a:pt x="4560" y="22824"/>
                  </a:lnTo>
                  <a:lnTo>
                    <a:pt x="11996" y="20286"/>
                  </a:lnTo>
                  <a:lnTo>
                    <a:pt x="19409" y="22824"/>
                  </a:lnTo>
                  <a:lnTo>
                    <a:pt x="19252" y="14984"/>
                  </a:lnTo>
                  <a:lnTo>
                    <a:pt x="23970" y="8716"/>
                  </a:lnTo>
                  <a:lnTo>
                    <a:pt x="16489" y="6425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424242">
                <a:alpha val="61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2" name="Google Shape;572;p3"/>
          <p:cNvGrpSpPr/>
          <p:nvPr/>
        </p:nvGrpSpPr>
        <p:grpSpPr>
          <a:xfrm>
            <a:off x="6815325" y="-77375"/>
            <a:ext cx="260625" cy="1230500"/>
            <a:chOff x="6815325" y="0"/>
            <a:chExt cx="260625" cy="1230500"/>
          </a:xfrm>
        </p:grpSpPr>
        <p:sp>
          <p:nvSpPr>
            <p:cNvPr id="573" name="Google Shape;573;p3"/>
            <p:cNvSpPr/>
            <p:nvPr/>
          </p:nvSpPr>
          <p:spPr>
            <a:xfrm>
              <a:off x="6943375" y="0"/>
              <a:ext cx="25" cy="916575"/>
            </a:xfrm>
            <a:custGeom>
              <a:avLst/>
              <a:gdLst/>
              <a:ahLst/>
              <a:cxnLst/>
              <a:rect l="l" t="t" r="r" b="b"/>
              <a:pathLst>
                <a:path w="1" h="36663" extrusionOk="0">
                  <a:moveTo>
                    <a:pt x="1" y="36662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3"/>
            <p:cNvSpPr/>
            <p:nvPr/>
          </p:nvSpPr>
          <p:spPr>
            <a:xfrm>
              <a:off x="6943375" y="0"/>
              <a:ext cx="25" cy="916575"/>
            </a:xfrm>
            <a:custGeom>
              <a:avLst/>
              <a:gdLst/>
              <a:ahLst/>
              <a:cxnLst/>
              <a:rect l="l" t="t" r="r" b="b"/>
              <a:pathLst>
                <a:path w="1" h="36663" fill="none" extrusionOk="0">
                  <a:moveTo>
                    <a:pt x="1" y="36662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3"/>
            <p:cNvSpPr/>
            <p:nvPr/>
          </p:nvSpPr>
          <p:spPr>
            <a:xfrm>
              <a:off x="6933275" y="0"/>
              <a:ext cx="19675" cy="916575"/>
            </a:xfrm>
            <a:custGeom>
              <a:avLst/>
              <a:gdLst/>
              <a:ahLst/>
              <a:cxnLst/>
              <a:rect l="l" t="t" r="r" b="b"/>
              <a:pathLst>
                <a:path w="787" h="36663" extrusionOk="0">
                  <a:moveTo>
                    <a:pt x="0" y="0"/>
                  </a:moveTo>
                  <a:lnTo>
                    <a:pt x="0" y="36662"/>
                  </a:lnTo>
                  <a:lnTo>
                    <a:pt x="787" y="36662"/>
                  </a:lnTo>
                  <a:lnTo>
                    <a:pt x="78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3"/>
            <p:cNvSpPr/>
            <p:nvPr/>
          </p:nvSpPr>
          <p:spPr>
            <a:xfrm>
              <a:off x="6815325" y="847475"/>
              <a:ext cx="260625" cy="383025"/>
            </a:xfrm>
            <a:custGeom>
              <a:avLst/>
              <a:gdLst/>
              <a:ahLst/>
              <a:cxnLst/>
              <a:rect l="l" t="t" r="r" b="b"/>
              <a:pathLst>
                <a:path w="10425" h="15321" extrusionOk="0">
                  <a:moveTo>
                    <a:pt x="7077" y="0"/>
                  </a:moveTo>
                  <a:lnTo>
                    <a:pt x="6718" y="23"/>
                  </a:lnTo>
                  <a:lnTo>
                    <a:pt x="6358" y="45"/>
                  </a:lnTo>
                  <a:lnTo>
                    <a:pt x="5999" y="90"/>
                  </a:lnTo>
                  <a:lnTo>
                    <a:pt x="5662" y="157"/>
                  </a:lnTo>
                  <a:lnTo>
                    <a:pt x="5303" y="247"/>
                  </a:lnTo>
                  <a:lnTo>
                    <a:pt x="4966" y="360"/>
                  </a:lnTo>
                  <a:lnTo>
                    <a:pt x="4651" y="472"/>
                  </a:lnTo>
                  <a:lnTo>
                    <a:pt x="4314" y="607"/>
                  </a:lnTo>
                  <a:lnTo>
                    <a:pt x="4000" y="764"/>
                  </a:lnTo>
                  <a:lnTo>
                    <a:pt x="3708" y="944"/>
                  </a:lnTo>
                  <a:lnTo>
                    <a:pt x="3416" y="1123"/>
                  </a:lnTo>
                  <a:lnTo>
                    <a:pt x="3123" y="1326"/>
                  </a:lnTo>
                  <a:lnTo>
                    <a:pt x="2831" y="1528"/>
                  </a:lnTo>
                  <a:lnTo>
                    <a:pt x="2584" y="1752"/>
                  </a:lnTo>
                  <a:lnTo>
                    <a:pt x="2315" y="1999"/>
                  </a:lnTo>
                  <a:lnTo>
                    <a:pt x="2068" y="2247"/>
                  </a:lnTo>
                  <a:lnTo>
                    <a:pt x="1843" y="2516"/>
                  </a:lnTo>
                  <a:lnTo>
                    <a:pt x="1618" y="2808"/>
                  </a:lnTo>
                  <a:lnTo>
                    <a:pt x="1394" y="3078"/>
                  </a:lnTo>
                  <a:lnTo>
                    <a:pt x="1214" y="3392"/>
                  </a:lnTo>
                  <a:lnTo>
                    <a:pt x="1012" y="3707"/>
                  </a:lnTo>
                  <a:lnTo>
                    <a:pt x="855" y="4021"/>
                  </a:lnTo>
                  <a:lnTo>
                    <a:pt x="697" y="4336"/>
                  </a:lnTo>
                  <a:lnTo>
                    <a:pt x="563" y="4695"/>
                  </a:lnTo>
                  <a:lnTo>
                    <a:pt x="428" y="5032"/>
                  </a:lnTo>
                  <a:lnTo>
                    <a:pt x="315" y="5392"/>
                  </a:lnTo>
                  <a:lnTo>
                    <a:pt x="226" y="5751"/>
                  </a:lnTo>
                  <a:lnTo>
                    <a:pt x="136" y="6110"/>
                  </a:lnTo>
                  <a:lnTo>
                    <a:pt x="68" y="6492"/>
                  </a:lnTo>
                  <a:lnTo>
                    <a:pt x="23" y="6874"/>
                  </a:lnTo>
                  <a:lnTo>
                    <a:pt x="1" y="7256"/>
                  </a:lnTo>
                  <a:lnTo>
                    <a:pt x="1" y="7661"/>
                  </a:lnTo>
                  <a:lnTo>
                    <a:pt x="1" y="8042"/>
                  </a:lnTo>
                  <a:lnTo>
                    <a:pt x="23" y="8447"/>
                  </a:lnTo>
                  <a:lnTo>
                    <a:pt x="68" y="8829"/>
                  </a:lnTo>
                  <a:lnTo>
                    <a:pt x="136" y="9211"/>
                  </a:lnTo>
                  <a:lnTo>
                    <a:pt x="226" y="9570"/>
                  </a:lnTo>
                  <a:lnTo>
                    <a:pt x="315" y="9929"/>
                  </a:lnTo>
                  <a:lnTo>
                    <a:pt x="428" y="10289"/>
                  </a:lnTo>
                  <a:lnTo>
                    <a:pt x="563" y="10648"/>
                  </a:lnTo>
                  <a:lnTo>
                    <a:pt x="697" y="10985"/>
                  </a:lnTo>
                  <a:lnTo>
                    <a:pt x="855" y="11322"/>
                  </a:lnTo>
                  <a:lnTo>
                    <a:pt x="1012" y="11637"/>
                  </a:lnTo>
                  <a:lnTo>
                    <a:pt x="1214" y="11951"/>
                  </a:lnTo>
                  <a:lnTo>
                    <a:pt x="1394" y="12243"/>
                  </a:lnTo>
                  <a:lnTo>
                    <a:pt x="1618" y="12535"/>
                  </a:lnTo>
                  <a:lnTo>
                    <a:pt x="1843" y="12805"/>
                  </a:lnTo>
                  <a:lnTo>
                    <a:pt x="2068" y="13075"/>
                  </a:lnTo>
                  <a:lnTo>
                    <a:pt x="2315" y="13344"/>
                  </a:lnTo>
                  <a:lnTo>
                    <a:pt x="2584" y="13569"/>
                  </a:lnTo>
                  <a:lnTo>
                    <a:pt x="2831" y="13793"/>
                  </a:lnTo>
                  <a:lnTo>
                    <a:pt x="3123" y="14018"/>
                  </a:lnTo>
                  <a:lnTo>
                    <a:pt x="3416" y="14220"/>
                  </a:lnTo>
                  <a:lnTo>
                    <a:pt x="3708" y="14400"/>
                  </a:lnTo>
                  <a:lnTo>
                    <a:pt x="4000" y="14580"/>
                  </a:lnTo>
                  <a:lnTo>
                    <a:pt x="4314" y="14714"/>
                  </a:lnTo>
                  <a:lnTo>
                    <a:pt x="4651" y="14872"/>
                  </a:lnTo>
                  <a:lnTo>
                    <a:pt x="4966" y="14984"/>
                  </a:lnTo>
                  <a:lnTo>
                    <a:pt x="5303" y="15074"/>
                  </a:lnTo>
                  <a:lnTo>
                    <a:pt x="5662" y="15164"/>
                  </a:lnTo>
                  <a:lnTo>
                    <a:pt x="5999" y="15231"/>
                  </a:lnTo>
                  <a:lnTo>
                    <a:pt x="6358" y="15276"/>
                  </a:lnTo>
                  <a:lnTo>
                    <a:pt x="6718" y="15321"/>
                  </a:lnTo>
                  <a:lnTo>
                    <a:pt x="7504" y="15321"/>
                  </a:lnTo>
                  <a:lnTo>
                    <a:pt x="7931" y="15276"/>
                  </a:lnTo>
                  <a:lnTo>
                    <a:pt x="8335" y="15209"/>
                  </a:lnTo>
                  <a:lnTo>
                    <a:pt x="8762" y="15119"/>
                  </a:lnTo>
                  <a:lnTo>
                    <a:pt x="9144" y="14984"/>
                  </a:lnTo>
                  <a:lnTo>
                    <a:pt x="9548" y="14849"/>
                  </a:lnTo>
                  <a:lnTo>
                    <a:pt x="9908" y="14692"/>
                  </a:lnTo>
                  <a:lnTo>
                    <a:pt x="10267" y="14512"/>
                  </a:lnTo>
                  <a:lnTo>
                    <a:pt x="9863" y="14243"/>
                  </a:lnTo>
                  <a:lnTo>
                    <a:pt x="9481" y="13951"/>
                  </a:lnTo>
                  <a:lnTo>
                    <a:pt x="9122" y="13636"/>
                  </a:lnTo>
                  <a:lnTo>
                    <a:pt x="8762" y="13299"/>
                  </a:lnTo>
                  <a:lnTo>
                    <a:pt x="8425" y="12940"/>
                  </a:lnTo>
                  <a:lnTo>
                    <a:pt x="8133" y="12558"/>
                  </a:lnTo>
                  <a:lnTo>
                    <a:pt x="7841" y="12153"/>
                  </a:lnTo>
                  <a:lnTo>
                    <a:pt x="7594" y="11727"/>
                  </a:lnTo>
                  <a:lnTo>
                    <a:pt x="7347" y="11300"/>
                  </a:lnTo>
                  <a:lnTo>
                    <a:pt x="7145" y="10828"/>
                  </a:lnTo>
                  <a:lnTo>
                    <a:pt x="6987" y="10356"/>
                  </a:lnTo>
                  <a:lnTo>
                    <a:pt x="6830" y="9862"/>
                  </a:lnTo>
                  <a:lnTo>
                    <a:pt x="6718" y="9345"/>
                  </a:lnTo>
                  <a:lnTo>
                    <a:pt x="6628" y="8829"/>
                  </a:lnTo>
                  <a:lnTo>
                    <a:pt x="6583" y="8290"/>
                  </a:lnTo>
                  <a:lnTo>
                    <a:pt x="6561" y="7750"/>
                  </a:lnTo>
                  <a:lnTo>
                    <a:pt x="6583" y="7211"/>
                  </a:lnTo>
                  <a:lnTo>
                    <a:pt x="6628" y="6650"/>
                  </a:lnTo>
                  <a:lnTo>
                    <a:pt x="6718" y="6133"/>
                  </a:lnTo>
                  <a:lnTo>
                    <a:pt x="6830" y="5616"/>
                  </a:lnTo>
                  <a:lnTo>
                    <a:pt x="6987" y="5100"/>
                  </a:lnTo>
                  <a:lnTo>
                    <a:pt x="7167" y="4605"/>
                  </a:lnTo>
                  <a:lnTo>
                    <a:pt x="7392" y="4134"/>
                  </a:lnTo>
                  <a:lnTo>
                    <a:pt x="7639" y="3684"/>
                  </a:lnTo>
                  <a:lnTo>
                    <a:pt x="7908" y="3257"/>
                  </a:lnTo>
                  <a:lnTo>
                    <a:pt x="8200" y="2853"/>
                  </a:lnTo>
                  <a:lnTo>
                    <a:pt x="8515" y="2449"/>
                  </a:lnTo>
                  <a:lnTo>
                    <a:pt x="8852" y="2089"/>
                  </a:lnTo>
                  <a:lnTo>
                    <a:pt x="9211" y="1752"/>
                  </a:lnTo>
                  <a:lnTo>
                    <a:pt x="9616" y="1438"/>
                  </a:lnTo>
                  <a:lnTo>
                    <a:pt x="10020" y="1168"/>
                  </a:lnTo>
                  <a:lnTo>
                    <a:pt x="10424" y="921"/>
                  </a:lnTo>
                  <a:lnTo>
                    <a:pt x="10065" y="719"/>
                  </a:lnTo>
                  <a:lnTo>
                    <a:pt x="9661" y="517"/>
                  </a:lnTo>
                  <a:lnTo>
                    <a:pt x="9256" y="382"/>
                  </a:lnTo>
                  <a:lnTo>
                    <a:pt x="8852" y="247"/>
                  </a:lnTo>
                  <a:lnTo>
                    <a:pt x="8425" y="135"/>
                  </a:lnTo>
                  <a:lnTo>
                    <a:pt x="7976" y="68"/>
                  </a:lnTo>
                  <a:lnTo>
                    <a:pt x="7527" y="23"/>
                  </a:lnTo>
                  <a:lnTo>
                    <a:pt x="707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7" name="Google Shape;577;p3"/>
          <p:cNvGrpSpPr/>
          <p:nvPr/>
        </p:nvGrpSpPr>
        <p:grpSpPr>
          <a:xfrm>
            <a:off x="310050" y="-77375"/>
            <a:ext cx="599250" cy="1418100"/>
            <a:chOff x="310050" y="-1175"/>
            <a:chExt cx="599250" cy="1418100"/>
          </a:xfrm>
        </p:grpSpPr>
        <p:grpSp>
          <p:nvGrpSpPr>
            <p:cNvPr id="578" name="Google Shape;578;p3"/>
            <p:cNvGrpSpPr/>
            <p:nvPr/>
          </p:nvGrpSpPr>
          <p:grpSpPr>
            <a:xfrm>
              <a:off x="310050" y="-1175"/>
              <a:ext cx="599250" cy="1418100"/>
              <a:chOff x="310050" y="0"/>
              <a:chExt cx="599250" cy="1418100"/>
            </a:xfrm>
          </p:grpSpPr>
          <p:sp>
            <p:nvSpPr>
              <p:cNvPr id="579" name="Google Shape;579;p3"/>
              <p:cNvSpPr/>
              <p:nvPr/>
            </p:nvSpPr>
            <p:spPr>
              <a:xfrm>
                <a:off x="608250" y="0"/>
                <a:ext cx="25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1" h="36663" extrusionOk="0">
                    <a:moveTo>
                      <a:pt x="1" y="36662"/>
                    </a:move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Google Shape;580;p3"/>
              <p:cNvSpPr/>
              <p:nvPr/>
            </p:nvSpPr>
            <p:spPr>
              <a:xfrm>
                <a:off x="608250" y="0"/>
                <a:ext cx="25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1" h="36663" fill="none" extrusionOk="0">
                    <a:moveTo>
                      <a:pt x="1" y="36662"/>
                    </a:moveTo>
                    <a:lnTo>
                      <a:pt x="1" y="0"/>
                    </a:lnTo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Google Shape;581;p3"/>
              <p:cNvSpPr/>
              <p:nvPr/>
            </p:nvSpPr>
            <p:spPr>
              <a:xfrm>
                <a:off x="598700" y="0"/>
                <a:ext cx="19700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788" h="36663" extrusionOk="0">
                    <a:moveTo>
                      <a:pt x="1" y="0"/>
                    </a:moveTo>
                    <a:lnTo>
                      <a:pt x="1" y="36662"/>
                    </a:lnTo>
                    <a:lnTo>
                      <a:pt x="787" y="36662"/>
                    </a:lnTo>
                    <a:lnTo>
                      <a:pt x="78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Google Shape;582;p3"/>
              <p:cNvSpPr/>
              <p:nvPr/>
            </p:nvSpPr>
            <p:spPr>
              <a:xfrm>
                <a:off x="310050" y="847475"/>
                <a:ext cx="599250" cy="570625"/>
              </a:xfrm>
              <a:custGeom>
                <a:avLst/>
                <a:gdLst/>
                <a:ahLst/>
                <a:cxnLst/>
                <a:rect l="l" t="t" r="r" b="b"/>
                <a:pathLst>
                  <a:path w="23970" h="22825" extrusionOk="0">
                    <a:moveTo>
                      <a:pt x="11996" y="0"/>
                    </a:moveTo>
                    <a:lnTo>
                      <a:pt x="7503" y="6425"/>
                    </a:lnTo>
                    <a:lnTo>
                      <a:pt x="0" y="8716"/>
                    </a:lnTo>
                    <a:lnTo>
                      <a:pt x="4718" y="14984"/>
                    </a:lnTo>
                    <a:lnTo>
                      <a:pt x="4560" y="22824"/>
                    </a:lnTo>
                    <a:lnTo>
                      <a:pt x="11996" y="20286"/>
                    </a:lnTo>
                    <a:lnTo>
                      <a:pt x="19409" y="22824"/>
                    </a:lnTo>
                    <a:lnTo>
                      <a:pt x="19252" y="14984"/>
                    </a:lnTo>
                    <a:lnTo>
                      <a:pt x="23970" y="8716"/>
                    </a:lnTo>
                    <a:lnTo>
                      <a:pt x="16489" y="6425"/>
                    </a:lnTo>
                    <a:lnTo>
                      <a:pt x="11996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83" name="Google Shape;583;p3"/>
            <p:cNvSpPr/>
            <p:nvPr/>
          </p:nvSpPr>
          <p:spPr>
            <a:xfrm>
              <a:off x="445600" y="979650"/>
              <a:ext cx="328149" cy="312474"/>
            </a:xfrm>
            <a:custGeom>
              <a:avLst/>
              <a:gdLst/>
              <a:ahLst/>
              <a:cxnLst/>
              <a:rect l="l" t="t" r="r" b="b"/>
              <a:pathLst>
                <a:path w="23970" h="22825" extrusionOk="0">
                  <a:moveTo>
                    <a:pt x="11996" y="0"/>
                  </a:moveTo>
                  <a:lnTo>
                    <a:pt x="7503" y="6425"/>
                  </a:lnTo>
                  <a:lnTo>
                    <a:pt x="0" y="8716"/>
                  </a:lnTo>
                  <a:lnTo>
                    <a:pt x="4718" y="14984"/>
                  </a:lnTo>
                  <a:lnTo>
                    <a:pt x="4560" y="22824"/>
                  </a:lnTo>
                  <a:lnTo>
                    <a:pt x="11996" y="20286"/>
                  </a:lnTo>
                  <a:lnTo>
                    <a:pt x="19409" y="22824"/>
                  </a:lnTo>
                  <a:lnTo>
                    <a:pt x="19252" y="14984"/>
                  </a:lnTo>
                  <a:lnTo>
                    <a:pt x="23970" y="8716"/>
                  </a:lnTo>
                  <a:lnTo>
                    <a:pt x="16489" y="6425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424242">
                <a:alpha val="61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4" name="Google Shape;584;p3"/>
          <p:cNvGrpSpPr/>
          <p:nvPr/>
        </p:nvGrpSpPr>
        <p:grpSpPr>
          <a:xfrm>
            <a:off x="8234700" y="-77375"/>
            <a:ext cx="297100" cy="2315550"/>
            <a:chOff x="8234700" y="-1175"/>
            <a:chExt cx="297100" cy="2315550"/>
          </a:xfrm>
        </p:grpSpPr>
        <p:grpSp>
          <p:nvGrpSpPr>
            <p:cNvPr id="585" name="Google Shape;585;p3"/>
            <p:cNvGrpSpPr/>
            <p:nvPr/>
          </p:nvGrpSpPr>
          <p:grpSpPr>
            <a:xfrm>
              <a:off x="8234700" y="-1175"/>
              <a:ext cx="297100" cy="2315550"/>
              <a:chOff x="8234700" y="-5937"/>
              <a:chExt cx="297100" cy="2315550"/>
            </a:xfrm>
          </p:grpSpPr>
          <p:sp>
            <p:nvSpPr>
              <p:cNvPr id="586" name="Google Shape;586;p3"/>
              <p:cNvSpPr/>
              <p:nvPr/>
            </p:nvSpPr>
            <p:spPr>
              <a:xfrm>
                <a:off x="8384650" y="-5937"/>
                <a:ext cx="25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1" h="86894" extrusionOk="0">
                    <a:moveTo>
                      <a:pt x="0" y="86893"/>
                    </a:move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Google Shape;587;p3"/>
              <p:cNvSpPr/>
              <p:nvPr/>
            </p:nvSpPr>
            <p:spPr>
              <a:xfrm>
                <a:off x="8384650" y="-5937"/>
                <a:ext cx="25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1" h="86894" fill="none" extrusionOk="0">
                    <a:moveTo>
                      <a:pt x="0" y="86893"/>
                    </a:moveTo>
                    <a:lnTo>
                      <a:pt x="0" y="0"/>
                    </a:lnTo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Google Shape;588;p3"/>
              <p:cNvSpPr/>
              <p:nvPr/>
            </p:nvSpPr>
            <p:spPr>
              <a:xfrm>
                <a:off x="8374525" y="-5937"/>
                <a:ext cx="19700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788" h="86894" extrusionOk="0">
                    <a:moveTo>
                      <a:pt x="1" y="0"/>
                    </a:moveTo>
                    <a:lnTo>
                      <a:pt x="1" y="86893"/>
                    </a:lnTo>
                    <a:lnTo>
                      <a:pt x="787" y="86893"/>
                    </a:lnTo>
                    <a:lnTo>
                      <a:pt x="78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Google Shape;589;p3"/>
              <p:cNvSpPr/>
              <p:nvPr/>
            </p:nvSpPr>
            <p:spPr>
              <a:xfrm>
                <a:off x="8234700" y="2027088"/>
                <a:ext cx="297100" cy="282525"/>
              </a:xfrm>
              <a:custGeom>
                <a:avLst/>
                <a:gdLst/>
                <a:ahLst/>
                <a:cxnLst/>
                <a:rect l="l" t="t" r="r" b="b"/>
                <a:pathLst>
                  <a:path w="11884" h="11301" extrusionOk="0">
                    <a:moveTo>
                      <a:pt x="5931" y="1"/>
                    </a:moveTo>
                    <a:lnTo>
                      <a:pt x="3707" y="3191"/>
                    </a:lnTo>
                    <a:lnTo>
                      <a:pt x="0" y="4314"/>
                    </a:lnTo>
                    <a:lnTo>
                      <a:pt x="2337" y="7437"/>
                    </a:lnTo>
                    <a:lnTo>
                      <a:pt x="2269" y="11301"/>
                    </a:lnTo>
                    <a:lnTo>
                      <a:pt x="5931" y="10043"/>
                    </a:lnTo>
                    <a:lnTo>
                      <a:pt x="9615" y="11301"/>
                    </a:lnTo>
                    <a:lnTo>
                      <a:pt x="9548" y="7437"/>
                    </a:lnTo>
                    <a:lnTo>
                      <a:pt x="11884" y="4314"/>
                    </a:lnTo>
                    <a:lnTo>
                      <a:pt x="8155" y="3191"/>
                    </a:lnTo>
                    <a:lnTo>
                      <a:pt x="5931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90" name="Google Shape;590;p3"/>
            <p:cNvSpPr/>
            <p:nvPr/>
          </p:nvSpPr>
          <p:spPr>
            <a:xfrm>
              <a:off x="8309450" y="2109800"/>
              <a:ext cx="147595" cy="140545"/>
            </a:xfrm>
            <a:custGeom>
              <a:avLst/>
              <a:gdLst/>
              <a:ahLst/>
              <a:cxnLst/>
              <a:rect l="l" t="t" r="r" b="b"/>
              <a:pathLst>
                <a:path w="23970" h="22825" extrusionOk="0">
                  <a:moveTo>
                    <a:pt x="11996" y="0"/>
                  </a:moveTo>
                  <a:lnTo>
                    <a:pt x="7503" y="6425"/>
                  </a:lnTo>
                  <a:lnTo>
                    <a:pt x="0" y="8716"/>
                  </a:lnTo>
                  <a:lnTo>
                    <a:pt x="4718" y="14984"/>
                  </a:lnTo>
                  <a:lnTo>
                    <a:pt x="4560" y="22824"/>
                  </a:lnTo>
                  <a:lnTo>
                    <a:pt x="11996" y="20286"/>
                  </a:lnTo>
                  <a:lnTo>
                    <a:pt x="19409" y="22824"/>
                  </a:lnTo>
                  <a:lnTo>
                    <a:pt x="19252" y="14984"/>
                  </a:lnTo>
                  <a:lnTo>
                    <a:pt x="23970" y="8716"/>
                  </a:lnTo>
                  <a:lnTo>
                    <a:pt x="16489" y="6425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424242">
                <a:alpha val="61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7" name="Google Shape;877;p5"/>
          <p:cNvGrpSpPr/>
          <p:nvPr/>
        </p:nvGrpSpPr>
        <p:grpSpPr>
          <a:xfrm>
            <a:off x="162878" y="103243"/>
            <a:ext cx="8818245" cy="4937014"/>
            <a:chOff x="238125" y="857725"/>
            <a:chExt cx="7143750" cy="3999525"/>
          </a:xfrm>
        </p:grpSpPr>
        <p:sp>
          <p:nvSpPr>
            <p:cNvPr id="878" name="Google Shape;878;p5"/>
            <p:cNvSpPr/>
            <p:nvPr/>
          </p:nvSpPr>
          <p:spPr>
            <a:xfrm>
              <a:off x="2331050" y="4488475"/>
              <a:ext cx="145775" cy="163175"/>
            </a:xfrm>
            <a:custGeom>
              <a:avLst/>
              <a:gdLst/>
              <a:ahLst/>
              <a:cxnLst/>
              <a:rect l="l" t="t" r="r" b="b"/>
              <a:pathLst>
                <a:path w="5831" h="6527" extrusionOk="0">
                  <a:moveTo>
                    <a:pt x="3321" y="502"/>
                  </a:moveTo>
                  <a:lnTo>
                    <a:pt x="3784" y="695"/>
                  </a:lnTo>
                  <a:lnTo>
                    <a:pt x="4248" y="1004"/>
                  </a:lnTo>
                  <a:lnTo>
                    <a:pt x="4595" y="1313"/>
                  </a:lnTo>
                  <a:lnTo>
                    <a:pt x="4904" y="1738"/>
                  </a:lnTo>
                  <a:lnTo>
                    <a:pt x="5174" y="2163"/>
                  </a:lnTo>
                  <a:lnTo>
                    <a:pt x="5252" y="2394"/>
                  </a:lnTo>
                  <a:lnTo>
                    <a:pt x="5329" y="2665"/>
                  </a:lnTo>
                  <a:lnTo>
                    <a:pt x="5367" y="2896"/>
                  </a:lnTo>
                  <a:lnTo>
                    <a:pt x="5367" y="3167"/>
                  </a:lnTo>
                  <a:lnTo>
                    <a:pt x="5367" y="3437"/>
                  </a:lnTo>
                  <a:lnTo>
                    <a:pt x="5329" y="3707"/>
                  </a:lnTo>
                  <a:lnTo>
                    <a:pt x="5213" y="4171"/>
                  </a:lnTo>
                  <a:lnTo>
                    <a:pt x="5020" y="4595"/>
                  </a:lnTo>
                  <a:lnTo>
                    <a:pt x="4750" y="4981"/>
                  </a:lnTo>
                  <a:lnTo>
                    <a:pt x="4441" y="5368"/>
                  </a:lnTo>
                  <a:lnTo>
                    <a:pt x="4055" y="5638"/>
                  </a:lnTo>
                  <a:lnTo>
                    <a:pt x="3630" y="5870"/>
                  </a:lnTo>
                  <a:lnTo>
                    <a:pt x="3398" y="5947"/>
                  </a:lnTo>
                  <a:lnTo>
                    <a:pt x="3166" y="6024"/>
                  </a:lnTo>
                  <a:lnTo>
                    <a:pt x="2935" y="6024"/>
                  </a:lnTo>
                  <a:lnTo>
                    <a:pt x="2703" y="6063"/>
                  </a:lnTo>
                  <a:lnTo>
                    <a:pt x="2394" y="6024"/>
                  </a:lnTo>
                  <a:lnTo>
                    <a:pt x="2085" y="5985"/>
                  </a:lnTo>
                  <a:lnTo>
                    <a:pt x="1815" y="5908"/>
                  </a:lnTo>
                  <a:lnTo>
                    <a:pt x="1583" y="5792"/>
                  </a:lnTo>
                  <a:lnTo>
                    <a:pt x="1390" y="5677"/>
                  </a:lnTo>
                  <a:lnTo>
                    <a:pt x="1197" y="5522"/>
                  </a:lnTo>
                  <a:lnTo>
                    <a:pt x="1004" y="5329"/>
                  </a:lnTo>
                  <a:lnTo>
                    <a:pt x="850" y="5136"/>
                  </a:lnTo>
                  <a:lnTo>
                    <a:pt x="734" y="4904"/>
                  </a:lnTo>
                  <a:lnTo>
                    <a:pt x="656" y="4673"/>
                  </a:lnTo>
                  <a:lnTo>
                    <a:pt x="541" y="4441"/>
                  </a:lnTo>
                  <a:lnTo>
                    <a:pt x="502" y="4209"/>
                  </a:lnTo>
                  <a:lnTo>
                    <a:pt x="425" y="3669"/>
                  </a:lnTo>
                  <a:lnTo>
                    <a:pt x="463" y="3128"/>
                  </a:lnTo>
                  <a:lnTo>
                    <a:pt x="579" y="2587"/>
                  </a:lnTo>
                  <a:lnTo>
                    <a:pt x="734" y="2085"/>
                  </a:lnTo>
                  <a:lnTo>
                    <a:pt x="1004" y="1622"/>
                  </a:lnTo>
                  <a:lnTo>
                    <a:pt x="1158" y="1390"/>
                  </a:lnTo>
                  <a:lnTo>
                    <a:pt x="1313" y="1197"/>
                  </a:lnTo>
                  <a:lnTo>
                    <a:pt x="1506" y="1043"/>
                  </a:lnTo>
                  <a:lnTo>
                    <a:pt x="1699" y="888"/>
                  </a:lnTo>
                  <a:lnTo>
                    <a:pt x="1931" y="734"/>
                  </a:lnTo>
                  <a:lnTo>
                    <a:pt x="2162" y="657"/>
                  </a:lnTo>
                  <a:lnTo>
                    <a:pt x="2394" y="579"/>
                  </a:lnTo>
                  <a:lnTo>
                    <a:pt x="2664" y="502"/>
                  </a:lnTo>
                  <a:lnTo>
                    <a:pt x="2935" y="502"/>
                  </a:lnTo>
                  <a:lnTo>
                    <a:pt x="3244" y="541"/>
                  </a:lnTo>
                  <a:lnTo>
                    <a:pt x="3282" y="502"/>
                  </a:lnTo>
                  <a:close/>
                  <a:moveTo>
                    <a:pt x="3128" y="0"/>
                  </a:moveTo>
                  <a:lnTo>
                    <a:pt x="3051" y="39"/>
                  </a:lnTo>
                  <a:lnTo>
                    <a:pt x="2973" y="116"/>
                  </a:lnTo>
                  <a:lnTo>
                    <a:pt x="2973" y="193"/>
                  </a:lnTo>
                  <a:lnTo>
                    <a:pt x="2664" y="155"/>
                  </a:lnTo>
                  <a:lnTo>
                    <a:pt x="2394" y="193"/>
                  </a:lnTo>
                  <a:lnTo>
                    <a:pt x="2124" y="232"/>
                  </a:lnTo>
                  <a:lnTo>
                    <a:pt x="1854" y="309"/>
                  </a:lnTo>
                  <a:lnTo>
                    <a:pt x="1622" y="425"/>
                  </a:lnTo>
                  <a:lnTo>
                    <a:pt x="1390" y="579"/>
                  </a:lnTo>
                  <a:lnTo>
                    <a:pt x="1197" y="734"/>
                  </a:lnTo>
                  <a:lnTo>
                    <a:pt x="965" y="927"/>
                  </a:lnTo>
                  <a:lnTo>
                    <a:pt x="811" y="1120"/>
                  </a:lnTo>
                  <a:lnTo>
                    <a:pt x="656" y="1352"/>
                  </a:lnTo>
                  <a:lnTo>
                    <a:pt x="386" y="1854"/>
                  </a:lnTo>
                  <a:lnTo>
                    <a:pt x="154" y="2394"/>
                  </a:lnTo>
                  <a:lnTo>
                    <a:pt x="39" y="2974"/>
                  </a:lnTo>
                  <a:lnTo>
                    <a:pt x="0" y="3591"/>
                  </a:lnTo>
                  <a:lnTo>
                    <a:pt x="0" y="3900"/>
                  </a:lnTo>
                  <a:lnTo>
                    <a:pt x="39" y="4209"/>
                  </a:lnTo>
                  <a:lnTo>
                    <a:pt x="116" y="4518"/>
                  </a:lnTo>
                  <a:lnTo>
                    <a:pt x="193" y="4788"/>
                  </a:lnTo>
                  <a:lnTo>
                    <a:pt x="270" y="5059"/>
                  </a:lnTo>
                  <a:lnTo>
                    <a:pt x="425" y="5329"/>
                  </a:lnTo>
                  <a:lnTo>
                    <a:pt x="579" y="5561"/>
                  </a:lnTo>
                  <a:lnTo>
                    <a:pt x="772" y="5754"/>
                  </a:lnTo>
                  <a:lnTo>
                    <a:pt x="965" y="5947"/>
                  </a:lnTo>
                  <a:lnTo>
                    <a:pt x="1197" y="6101"/>
                  </a:lnTo>
                  <a:lnTo>
                    <a:pt x="1467" y="6256"/>
                  </a:lnTo>
                  <a:lnTo>
                    <a:pt x="1738" y="6372"/>
                  </a:lnTo>
                  <a:lnTo>
                    <a:pt x="2085" y="6449"/>
                  </a:lnTo>
                  <a:lnTo>
                    <a:pt x="2394" y="6487"/>
                  </a:lnTo>
                  <a:lnTo>
                    <a:pt x="2742" y="6526"/>
                  </a:lnTo>
                  <a:lnTo>
                    <a:pt x="3012" y="6487"/>
                  </a:lnTo>
                  <a:lnTo>
                    <a:pt x="3321" y="6449"/>
                  </a:lnTo>
                  <a:lnTo>
                    <a:pt x="3630" y="6372"/>
                  </a:lnTo>
                  <a:lnTo>
                    <a:pt x="3900" y="6256"/>
                  </a:lnTo>
                  <a:lnTo>
                    <a:pt x="4170" y="6101"/>
                  </a:lnTo>
                  <a:lnTo>
                    <a:pt x="4402" y="5947"/>
                  </a:lnTo>
                  <a:lnTo>
                    <a:pt x="4634" y="5792"/>
                  </a:lnTo>
                  <a:lnTo>
                    <a:pt x="4866" y="5561"/>
                  </a:lnTo>
                  <a:lnTo>
                    <a:pt x="5059" y="5368"/>
                  </a:lnTo>
                  <a:lnTo>
                    <a:pt x="5252" y="5097"/>
                  </a:lnTo>
                  <a:lnTo>
                    <a:pt x="5406" y="4866"/>
                  </a:lnTo>
                  <a:lnTo>
                    <a:pt x="5522" y="4595"/>
                  </a:lnTo>
                  <a:lnTo>
                    <a:pt x="5638" y="4286"/>
                  </a:lnTo>
                  <a:lnTo>
                    <a:pt x="5754" y="4016"/>
                  </a:lnTo>
                  <a:lnTo>
                    <a:pt x="5792" y="3707"/>
                  </a:lnTo>
                  <a:lnTo>
                    <a:pt x="5831" y="3398"/>
                  </a:lnTo>
                  <a:lnTo>
                    <a:pt x="5831" y="3089"/>
                  </a:lnTo>
                  <a:lnTo>
                    <a:pt x="5792" y="2780"/>
                  </a:lnTo>
                  <a:lnTo>
                    <a:pt x="5754" y="2472"/>
                  </a:lnTo>
                  <a:lnTo>
                    <a:pt x="5638" y="2163"/>
                  </a:lnTo>
                  <a:lnTo>
                    <a:pt x="5522" y="1892"/>
                  </a:lnTo>
                  <a:lnTo>
                    <a:pt x="5406" y="1622"/>
                  </a:lnTo>
                  <a:lnTo>
                    <a:pt x="5213" y="1352"/>
                  </a:lnTo>
                  <a:lnTo>
                    <a:pt x="5020" y="1120"/>
                  </a:lnTo>
                  <a:lnTo>
                    <a:pt x="4827" y="888"/>
                  </a:lnTo>
                  <a:lnTo>
                    <a:pt x="4595" y="695"/>
                  </a:lnTo>
                  <a:lnTo>
                    <a:pt x="4364" y="502"/>
                  </a:lnTo>
                  <a:lnTo>
                    <a:pt x="4093" y="348"/>
                  </a:lnTo>
                  <a:lnTo>
                    <a:pt x="3823" y="193"/>
                  </a:lnTo>
                  <a:lnTo>
                    <a:pt x="3514" y="116"/>
                  </a:lnTo>
                  <a:lnTo>
                    <a:pt x="32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5"/>
            <p:cNvSpPr/>
            <p:nvPr/>
          </p:nvSpPr>
          <p:spPr>
            <a:xfrm>
              <a:off x="2332000" y="4749125"/>
              <a:ext cx="326325" cy="58900"/>
            </a:xfrm>
            <a:custGeom>
              <a:avLst/>
              <a:gdLst/>
              <a:ahLst/>
              <a:cxnLst/>
              <a:rect l="l" t="t" r="r" b="b"/>
              <a:pathLst>
                <a:path w="13053" h="2356" extrusionOk="0">
                  <a:moveTo>
                    <a:pt x="12782" y="0"/>
                  </a:moveTo>
                  <a:lnTo>
                    <a:pt x="12705" y="39"/>
                  </a:lnTo>
                  <a:lnTo>
                    <a:pt x="12628" y="116"/>
                  </a:lnTo>
                  <a:lnTo>
                    <a:pt x="12589" y="193"/>
                  </a:lnTo>
                  <a:lnTo>
                    <a:pt x="12589" y="309"/>
                  </a:lnTo>
                  <a:lnTo>
                    <a:pt x="12589" y="502"/>
                  </a:lnTo>
                  <a:lnTo>
                    <a:pt x="12550" y="657"/>
                  </a:lnTo>
                  <a:lnTo>
                    <a:pt x="12435" y="811"/>
                  </a:lnTo>
                  <a:lnTo>
                    <a:pt x="12319" y="966"/>
                  </a:lnTo>
                  <a:lnTo>
                    <a:pt x="12164" y="1081"/>
                  </a:lnTo>
                  <a:lnTo>
                    <a:pt x="11971" y="1159"/>
                  </a:lnTo>
                  <a:lnTo>
                    <a:pt x="11546" y="1313"/>
                  </a:lnTo>
                  <a:lnTo>
                    <a:pt x="11083" y="1429"/>
                  </a:lnTo>
                  <a:lnTo>
                    <a:pt x="10581" y="1506"/>
                  </a:lnTo>
                  <a:lnTo>
                    <a:pt x="9847" y="1583"/>
                  </a:lnTo>
                  <a:lnTo>
                    <a:pt x="9423" y="1622"/>
                  </a:lnTo>
                  <a:lnTo>
                    <a:pt x="9423" y="1545"/>
                  </a:lnTo>
                  <a:lnTo>
                    <a:pt x="9423" y="1468"/>
                  </a:lnTo>
                  <a:lnTo>
                    <a:pt x="9152" y="888"/>
                  </a:lnTo>
                  <a:lnTo>
                    <a:pt x="8959" y="270"/>
                  </a:lnTo>
                  <a:lnTo>
                    <a:pt x="8612" y="386"/>
                  </a:lnTo>
                  <a:lnTo>
                    <a:pt x="8650" y="695"/>
                  </a:lnTo>
                  <a:lnTo>
                    <a:pt x="8728" y="1043"/>
                  </a:lnTo>
                  <a:lnTo>
                    <a:pt x="8843" y="1390"/>
                  </a:lnTo>
                  <a:lnTo>
                    <a:pt x="8998" y="1661"/>
                  </a:lnTo>
                  <a:lnTo>
                    <a:pt x="7839" y="1776"/>
                  </a:lnTo>
                  <a:lnTo>
                    <a:pt x="6681" y="1854"/>
                  </a:lnTo>
                  <a:lnTo>
                    <a:pt x="5252" y="1892"/>
                  </a:lnTo>
                  <a:lnTo>
                    <a:pt x="3862" y="1854"/>
                  </a:lnTo>
                  <a:lnTo>
                    <a:pt x="3592" y="1815"/>
                  </a:lnTo>
                  <a:lnTo>
                    <a:pt x="3746" y="1506"/>
                  </a:lnTo>
                  <a:lnTo>
                    <a:pt x="3785" y="1159"/>
                  </a:lnTo>
                  <a:lnTo>
                    <a:pt x="3785" y="811"/>
                  </a:lnTo>
                  <a:lnTo>
                    <a:pt x="3746" y="425"/>
                  </a:lnTo>
                  <a:lnTo>
                    <a:pt x="3399" y="464"/>
                  </a:lnTo>
                  <a:lnTo>
                    <a:pt x="3399" y="772"/>
                  </a:lnTo>
                  <a:lnTo>
                    <a:pt x="3360" y="1081"/>
                  </a:lnTo>
                  <a:lnTo>
                    <a:pt x="3244" y="1468"/>
                  </a:lnTo>
                  <a:lnTo>
                    <a:pt x="3128" y="1815"/>
                  </a:lnTo>
                  <a:lnTo>
                    <a:pt x="2202" y="1738"/>
                  </a:lnTo>
                  <a:lnTo>
                    <a:pt x="1738" y="1699"/>
                  </a:lnTo>
                  <a:lnTo>
                    <a:pt x="1275" y="1622"/>
                  </a:lnTo>
                  <a:lnTo>
                    <a:pt x="889" y="1468"/>
                  </a:lnTo>
                  <a:lnTo>
                    <a:pt x="734" y="1390"/>
                  </a:lnTo>
                  <a:lnTo>
                    <a:pt x="618" y="1313"/>
                  </a:lnTo>
                  <a:lnTo>
                    <a:pt x="503" y="1197"/>
                  </a:lnTo>
                  <a:lnTo>
                    <a:pt x="425" y="1081"/>
                  </a:lnTo>
                  <a:lnTo>
                    <a:pt x="387" y="966"/>
                  </a:lnTo>
                  <a:lnTo>
                    <a:pt x="387" y="811"/>
                  </a:lnTo>
                  <a:lnTo>
                    <a:pt x="387" y="772"/>
                  </a:lnTo>
                  <a:lnTo>
                    <a:pt x="387" y="695"/>
                  </a:lnTo>
                  <a:lnTo>
                    <a:pt x="310" y="618"/>
                  </a:lnTo>
                  <a:lnTo>
                    <a:pt x="194" y="618"/>
                  </a:lnTo>
                  <a:lnTo>
                    <a:pt x="155" y="657"/>
                  </a:lnTo>
                  <a:lnTo>
                    <a:pt x="116" y="695"/>
                  </a:lnTo>
                  <a:lnTo>
                    <a:pt x="39" y="850"/>
                  </a:lnTo>
                  <a:lnTo>
                    <a:pt x="1" y="1004"/>
                  </a:lnTo>
                  <a:lnTo>
                    <a:pt x="1" y="1159"/>
                  </a:lnTo>
                  <a:lnTo>
                    <a:pt x="1" y="1274"/>
                  </a:lnTo>
                  <a:lnTo>
                    <a:pt x="39" y="1390"/>
                  </a:lnTo>
                  <a:lnTo>
                    <a:pt x="116" y="1506"/>
                  </a:lnTo>
                  <a:lnTo>
                    <a:pt x="310" y="1699"/>
                  </a:lnTo>
                  <a:lnTo>
                    <a:pt x="541" y="1854"/>
                  </a:lnTo>
                  <a:lnTo>
                    <a:pt x="812" y="1970"/>
                  </a:lnTo>
                  <a:lnTo>
                    <a:pt x="1082" y="2047"/>
                  </a:lnTo>
                  <a:lnTo>
                    <a:pt x="1352" y="2085"/>
                  </a:lnTo>
                  <a:lnTo>
                    <a:pt x="2626" y="2240"/>
                  </a:lnTo>
                  <a:lnTo>
                    <a:pt x="3862" y="2317"/>
                  </a:lnTo>
                  <a:lnTo>
                    <a:pt x="5136" y="2356"/>
                  </a:lnTo>
                  <a:lnTo>
                    <a:pt x="6372" y="2356"/>
                  </a:lnTo>
                  <a:lnTo>
                    <a:pt x="7531" y="2278"/>
                  </a:lnTo>
                  <a:lnTo>
                    <a:pt x="8689" y="2201"/>
                  </a:lnTo>
                  <a:lnTo>
                    <a:pt x="9847" y="2047"/>
                  </a:lnTo>
                  <a:lnTo>
                    <a:pt x="11006" y="1892"/>
                  </a:lnTo>
                  <a:lnTo>
                    <a:pt x="11392" y="1815"/>
                  </a:lnTo>
                  <a:lnTo>
                    <a:pt x="11740" y="1738"/>
                  </a:lnTo>
                  <a:lnTo>
                    <a:pt x="12126" y="1583"/>
                  </a:lnTo>
                  <a:lnTo>
                    <a:pt x="12473" y="1429"/>
                  </a:lnTo>
                  <a:lnTo>
                    <a:pt x="12744" y="1236"/>
                  </a:lnTo>
                  <a:lnTo>
                    <a:pt x="12859" y="1081"/>
                  </a:lnTo>
                  <a:lnTo>
                    <a:pt x="12937" y="927"/>
                  </a:lnTo>
                  <a:lnTo>
                    <a:pt x="13014" y="772"/>
                  </a:lnTo>
                  <a:lnTo>
                    <a:pt x="13052" y="579"/>
                  </a:lnTo>
                  <a:lnTo>
                    <a:pt x="13052" y="386"/>
                  </a:lnTo>
                  <a:lnTo>
                    <a:pt x="13052" y="155"/>
                  </a:lnTo>
                  <a:lnTo>
                    <a:pt x="13014" y="77"/>
                  </a:lnTo>
                  <a:lnTo>
                    <a:pt x="1293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5"/>
            <p:cNvSpPr/>
            <p:nvPr/>
          </p:nvSpPr>
          <p:spPr>
            <a:xfrm>
              <a:off x="2298225" y="4462400"/>
              <a:ext cx="461475" cy="306050"/>
            </a:xfrm>
            <a:custGeom>
              <a:avLst/>
              <a:gdLst/>
              <a:ahLst/>
              <a:cxnLst/>
              <a:rect l="l" t="t" r="r" b="b"/>
              <a:pathLst>
                <a:path w="18459" h="12242" extrusionOk="0">
                  <a:moveTo>
                    <a:pt x="17609" y="4943"/>
                  </a:moveTo>
                  <a:lnTo>
                    <a:pt x="17763" y="4982"/>
                  </a:lnTo>
                  <a:lnTo>
                    <a:pt x="17879" y="5020"/>
                  </a:lnTo>
                  <a:lnTo>
                    <a:pt x="17917" y="5098"/>
                  </a:lnTo>
                  <a:lnTo>
                    <a:pt x="17956" y="5175"/>
                  </a:lnTo>
                  <a:lnTo>
                    <a:pt x="17956" y="5407"/>
                  </a:lnTo>
                  <a:lnTo>
                    <a:pt x="17956" y="5638"/>
                  </a:lnTo>
                  <a:lnTo>
                    <a:pt x="17879" y="5793"/>
                  </a:lnTo>
                  <a:lnTo>
                    <a:pt x="17763" y="5986"/>
                  </a:lnTo>
                  <a:lnTo>
                    <a:pt x="17570" y="6140"/>
                  </a:lnTo>
                  <a:lnTo>
                    <a:pt x="17222" y="6372"/>
                  </a:lnTo>
                  <a:lnTo>
                    <a:pt x="16913" y="6526"/>
                  </a:lnTo>
                  <a:lnTo>
                    <a:pt x="16566" y="6642"/>
                  </a:lnTo>
                  <a:lnTo>
                    <a:pt x="16257" y="6681"/>
                  </a:lnTo>
                  <a:lnTo>
                    <a:pt x="15909" y="6720"/>
                  </a:lnTo>
                  <a:lnTo>
                    <a:pt x="16141" y="6140"/>
                  </a:lnTo>
                  <a:lnTo>
                    <a:pt x="16257" y="5870"/>
                  </a:lnTo>
                  <a:lnTo>
                    <a:pt x="16411" y="5600"/>
                  </a:lnTo>
                  <a:lnTo>
                    <a:pt x="16605" y="5368"/>
                  </a:lnTo>
                  <a:lnTo>
                    <a:pt x="16798" y="5175"/>
                  </a:lnTo>
                  <a:lnTo>
                    <a:pt x="17068" y="5059"/>
                  </a:lnTo>
                  <a:lnTo>
                    <a:pt x="17377" y="4943"/>
                  </a:lnTo>
                  <a:close/>
                  <a:moveTo>
                    <a:pt x="13747" y="6295"/>
                  </a:moveTo>
                  <a:lnTo>
                    <a:pt x="14056" y="6333"/>
                  </a:lnTo>
                  <a:lnTo>
                    <a:pt x="14365" y="6411"/>
                  </a:lnTo>
                  <a:lnTo>
                    <a:pt x="14597" y="6526"/>
                  </a:lnTo>
                  <a:lnTo>
                    <a:pt x="14828" y="6681"/>
                  </a:lnTo>
                  <a:lnTo>
                    <a:pt x="15060" y="6835"/>
                  </a:lnTo>
                  <a:lnTo>
                    <a:pt x="14983" y="6951"/>
                  </a:lnTo>
                  <a:lnTo>
                    <a:pt x="14519" y="7067"/>
                  </a:lnTo>
                  <a:lnTo>
                    <a:pt x="14056" y="7144"/>
                  </a:lnTo>
                  <a:lnTo>
                    <a:pt x="13515" y="7144"/>
                  </a:lnTo>
                  <a:lnTo>
                    <a:pt x="13206" y="7106"/>
                  </a:lnTo>
                  <a:lnTo>
                    <a:pt x="12936" y="6990"/>
                  </a:lnTo>
                  <a:lnTo>
                    <a:pt x="12820" y="6951"/>
                  </a:lnTo>
                  <a:lnTo>
                    <a:pt x="12782" y="6874"/>
                  </a:lnTo>
                  <a:lnTo>
                    <a:pt x="12782" y="6758"/>
                  </a:lnTo>
                  <a:lnTo>
                    <a:pt x="12859" y="6642"/>
                  </a:lnTo>
                  <a:lnTo>
                    <a:pt x="12936" y="6449"/>
                  </a:lnTo>
                  <a:lnTo>
                    <a:pt x="13052" y="6333"/>
                  </a:lnTo>
                  <a:lnTo>
                    <a:pt x="13206" y="6295"/>
                  </a:lnTo>
                  <a:close/>
                  <a:moveTo>
                    <a:pt x="15523" y="7222"/>
                  </a:moveTo>
                  <a:lnTo>
                    <a:pt x="16064" y="7608"/>
                  </a:lnTo>
                  <a:lnTo>
                    <a:pt x="16334" y="7839"/>
                  </a:lnTo>
                  <a:lnTo>
                    <a:pt x="16566" y="8071"/>
                  </a:lnTo>
                  <a:lnTo>
                    <a:pt x="16798" y="8303"/>
                  </a:lnTo>
                  <a:lnTo>
                    <a:pt x="16991" y="8573"/>
                  </a:lnTo>
                  <a:lnTo>
                    <a:pt x="17068" y="8882"/>
                  </a:lnTo>
                  <a:lnTo>
                    <a:pt x="17107" y="9036"/>
                  </a:lnTo>
                  <a:lnTo>
                    <a:pt x="17107" y="9229"/>
                  </a:lnTo>
                  <a:lnTo>
                    <a:pt x="17068" y="9423"/>
                  </a:lnTo>
                  <a:lnTo>
                    <a:pt x="16952" y="9538"/>
                  </a:lnTo>
                  <a:lnTo>
                    <a:pt x="16836" y="9616"/>
                  </a:lnTo>
                  <a:lnTo>
                    <a:pt x="16682" y="9654"/>
                  </a:lnTo>
                  <a:lnTo>
                    <a:pt x="16527" y="9654"/>
                  </a:lnTo>
                  <a:lnTo>
                    <a:pt x="16373" y="9577"/>
                  </a:lnTo>
                  <a:lnTo>
                    <a:pt x="16218" y="9461"/>
                  </a:lnTo>
                  <a:lnTo>
                    <a:pt x="16103" y="9307"/>
                  </a:lnTo>
                  <a:lnTo>
                    <a:pt x="15909" y="8959"/>
                  </a:lnTo>
                  <a:lnTo>
                    <a:pt x="15716" y="8573"/>
                  </a:lnTo>
                  <a:lnTo>
                    <a:pt x="15639" y="8226"/>
                  </a:lnTo>
                  <a:lnTo>
                    <a:pt x="15562" y="7917"/>
                  </a:lnTo>
                  <a:lnTo>
                    <a:pt x="15523" y="7569"/>
                  </a:lnTo>
                  <a:lnTo>
                    <a:pt x="15523" y="7222"/>
                  </a:lnTo>
                  <a:close/>
                  <a:moveTo>
                    <a:pt x="5020" y="464"/>
                  </a:moveTo>
                  <a:lnTo>
                    <a:pt x="5638" y="541"/>
                  </a:lnTo>
                  <a:lnTo>
                    <a:pt x="6217" y="696"/>
                  </a:lnTo>
                  <a:lnTo>
                    <a:pt x="6758" y="927"/>
                  </a:lnTo>
                  <a:lnTo>
                    <a:pt x="7260" y="1236"/>
                  </a:lnTo>
                  <a:lnTo>
                    <a:pt x="7723" y="1622"/>
                  </a:lnTo>
                  <a:lnTo>
                    <a:pt x="8186" y="2047"/>
                  </a:lnTo>
                  <a:lnTo>
                    <a:pt x="8534" y="2549"/>
                  </a:lnTo>
                  <a:lnTo>
                    <a:pt x="8804" y="3013"/>
                  </a:lnTo>
                  <a:lnTo>
                    <a:pt x="9036" y="3437"/>
                  </a:lnTo>
                  <a:lnTo>
                    <a:pt x="9229" y="3901"/>
                  </a:lnTo>
                  <a:lnTo>
                    <a:pt x="9384" y="4403"/>
                  </a:lnTo>
                  <a:lnTo>
                    <a:pt x="9654" y="5368"/>
                  </a:lnTo>
                  <a:lnTo>
                    <a:pt x="9924" y="6333"/>
                  </a:lnTo>
                  <a:lnTo>
                    <a:pt x="10040" y="6758"/>
                  </a:lnTo>
                  <a:lnTo>
                    <a:pt x="10194" y="7144"/>
                  </a:lnTo>
                  <a:lnTo>
                    <a:pt x="10388" y="7530"/>
                  </a:lnTo>
                  <a:lnTo>
                    <a:pt x="10619" y="7878"/>
                  </a:lnTo>
                  <a:lnTo>
                    <a:pt x="10890" y="8187"/>
                  </a:lnTo>
                  <a:lnTo>
                    <a:pt x="11198" y="8419"/>
                  </a:lnTo>
                  <a:lnTo>
                    <a:pt x="11585" y="8612"/>
                  </a:lnTo>
                  <a:lnTo>
                    <a:pt x="12009" y="8766"/>
                  </a:lnTo>
                  <a:lnTo>
                    <a:pt x="12357" y="8805"/>
                  </a:lnTo>
                  <a:lnTo>
                    <a:pt x="12704" y="8766"/>
                  </a:lnTo>
                  <a:lnTo>
                    <a:pt x="13013" y="8728"/>
                  </a:lnTo>
                  <a:lnTo>
                    <a:pt x="13322" y="8650"/>
                  </a:lnTo>
                  <a:lnTo>
                    <a:pt x="13631" y="8534"/>
                  </a:lnTo>
                  <a:lnTo>
                    <a:pt x="13901" y="8419"/>
                  </a:lnTo>
                  <a:lnTo>
                    <a:pt x="14172" y="8226"/>
                  </a:lnTo>
                  <a:lnTo>
                    <a:pt x="14442" y="8071"/>
                  </a:lnTo>
                  <a:lnTo>
                    <a:pt x="13940" y="8689"/>
                  </a:lnTo>
                  <a:lnTo>
                    <a:pt x="13361" y="9307"/>
                  </a:lnTo>
                  <a:lnTo>
                    <a:pt x="12743" y="9847"/>
                  </a:lnTo>
                  <a:lnTo>
                    <a:pt x="12087" y="10311"/>
                  </a:lnTo>
                  <a:lnTo>
                    <a:pt x="11392" y="10735"/>
                  </a:lnTo>
                  <a:lnTo>
                    <a:pt x="10658" y="11083"/>
                  </a:lnTo>
                  <a:lnTo>
                    <a:pt x="9847" y="11353"/>
                  </a:lnTo>
                  <a:lnTo>
                    <a:pt x="9036" y="11585"/>
                  </a:lnTo>
                  <a:lnTo>
                    <a:pt x="8418" y="11662"/>
                  </a:lnTo>
                  <a:lnTo>
                    <a:pt x="7839" y="11739"/>
                  </a:lnTo>
                  <a:lnTo>
                    <a:pt x="7260" y="11739"/>
                  </a:lnTo>
                  <a:lnTo>
                    <a:pt x="6680" y="11701"/>
                  </a:lnTo>
                  <a:lnTo>
                    <a:pt x="6101" y="11624"/>
                  </a:lnTo>
                  <a:lnTo>
                    <a:pt x="5561" y="11508"/>
                  </a:lnTo>
                  <a:lnTo>
                    <a:pt x="5020" y="11353"/>
                  </a:lnTo>
                  <a:lnTo>
                    <a:pt x="4518" y="11160"/>
                  </a:lnTo>
                  <a:lnTo>
                    <a:pt x="4016" y="10929"/>
                  </a:lnTo>
                  <a:lnTo>
                    <a:pt x="3514" y="10620"/>
                  </a:lnTo>
                  <a:lnTo>
                    <a:pt x="3089" y="10311"/>
                  </a:lnTo>
                  <a:lnTo>
                    <a:pt x="2626" y="9925"/>
                  </a:lnTo>
                  <a:lnTo>
                    <a:pt x="2240" y="9538"/>
                  </a:lnTo>
                  <a:lnTo>
                    <a:pt x="1854" y="9075"/>
                  </a:lnTo>
                  <a:lnTo>
                    <a:pt x="1545" y="8573"/>
                  </a:lnTo>
                  <a:lnTo>
                    <a:pt x="1236" y="8071"/>
                  </a:lnTo>
                  <a:lnTo>
                    <a:pt x="965" y="7492"/>
                  </a:lnTo>
                  <a:lnTo>
                    <a:pt x="734" y="6913"/>
                  </a:lnTo>
                  <a:lnTo>
                    <a:pt x="579" y="6295"/>
                  </a:lnTo>
                  <a:lnTo>
                    <a:pt x="464" y="5677"/>
                  </a:lnTo>
                  <a:lnTo>
                    <a:pt x="425" y="5059"/>
                  </a:lnTo>
                  <a:lnTo>
                    <a:pt x="425" y="4441"/>
                  </a:lnTo>
                  <a:lnTo>
                    <a:pt x="541" y="3823"/>
                  </a:lnTo>
                  <a:lnTo>
                    <a:pt x="695" y="3244"/>
                  </a:lnTo>
                  <a:lnTo>
                    <a:pt x="965" y="2704"/>
                  </a:lnTo>
                  <a:lnTo>
                    <a:pt x="1313" y="2163"/>
                  </a:lnTo>
                  <a:lnTo>
                    <a:pt x="1699" y="1738"/>
                  </a:lnTo>
                  <a:lnTo>
                    <a:pt x="2163" y="1313"/>
                  </a:lnTo>
                  <a:lnTo>
                    <a:pt x="2665" y="1005"/>
                  </a:lnTo>
                  <a:lnTo>
                    <a:pt x="3205" y="734"/>
                  </a:lnTo>
                  <a:lnTo>
                    <a:pt x="3784" y="580"/>
                  </a:lnTo>
                  <a:lnTo>
                    <a:pt x="4402" y="464"/>
                  </a:lnTo>
                  <a:close/>
                  <a:moveTo>
                    <a:pt x="4634" y="1"/>
                  </a:moveTo>
                  <a:lnTo>
                    <a:pt x="4248" y="39"/>
                  </a:lnTo>
                  <a:lnTo>
                    <a:pt x="3900" y="78"/>
                  </a:lnTo>
                  <a:lnTo>
                    <a:pt x="3514" y="155"/>
                  </a:lnTo>
                  <a:lnTo>
                    <a:pt x="3128" y="271"/>
                  </a:lnTo>
                  <a:lnTo>
                    <a:pt x="2780" y="425"/>
                  </a:lnTo>
                  <a:lnTo>
                    <a:pt x="2433" y="618"/>
                  </a:lnTo>
                  <a:lnTo>
                    <a:pt x="2085" y="850"/>
                  </a:lnTo>
                  <a:lnTo>
                    <a:pt x="1622" y="1198"/>
                  </a:lnTo>
                  <a:lnTo>
                    <a:pt x="1236" y="1584"/>
                  </a:lnTo>
                  <a:lnTo>
                    <a:pt x="888" y="2009"/>
                  </a:lnTo>
                  <a:lnTo>
                    <a:pt x="618" y="2433"/>
                  </a:lnTo>
                  <a:lnTo>
                    <a:pt x="386" y="2897"/>
                  </a:lnTo>
                  <a:lnTo>
                    <a:pt x="232" y="3399"/>
                  </a:lnTo>
                  <a:lnTo>
                    <a:pt x="77" y="3901"/>
                  </a:lnTo>
                  <a:lnTo>
                    <a:pt x="0" y="4403"/>
                  </a:lnTo>
                  <a:lnTo>
                    <a:pt x="0" y="4905"/>
                  </a:lnTo>
                  <a:lnTo>
                    <a:pt x="0" y="5445"/>
                  </a:lnTo>
                  <a:lnTo>
                    <a:pt x="77" y="5986"/>
                  </a:lnTo>
                  <a:lnTo>
                    <a:pt x="155" y="6488"/>
                  </a:lnTo>
                  <a:lnTo>
                    <a:pt x="309" y="7028"/>
                  </a:lnTo>
                  <a:lnTo>
                    <a:pt x="464" y="7530"/>
                  </a:lnTo>
                  <a:lnTo>
                    <a:pt x="695" y="8032"/>
                  </a:lnTo>
                  <a:lnTo>
                    <a:pt x="927" y="8496"/>
                  </a:lnTo>
                  <a:lnTo>
                    <a:pt x="1274" y="9075"/>
                  </a:lnTo>
                  <a:lnTo>
                    <a:pt x="1661" y="9616"/>
                  </a:lnTo>
                  <a:lnTo>
                    <a:pt x="2124" y="10079"/>
                  </a:lnTo>
                  <a:lnTo>
                    <a:pt x="2587" y="10542"/>
                  </a:lnTo>
                  <a:lnTo>
                    <a:pt x="3089" y="10929"/>
                  </a:lnTo>
                  <a:lnTo>
                    <a:pt x="3591" y="11276"/>
                  </a:lnTo>
                  <a:lnTo>
                    <a:pt x="4171" y="11546"/>
                  </a:lnTo>
                  <a:lnTo>
                    <a:pt x="4750" y="11778"/>
                  </a:lnTo>
                  <a:lnTo>
                    <a:pt x="4750" y="11933"/>
                  </a:lnTo>
                  <a:lnTo>
                    <a:pt x="5097" y="11894"/>
                  </a:lnTo>
                  <a:lnTo>
                    <a:pt x="5908" y="12087"/>
                  </a:lnTo>
                  <a:lnTo>
                    <a:pt x="6719" y="12203"/>
                  </a:lnTo>
                  <a:lnTo>
                    <a:pt x="7569" y="12241"/>
                  </a:lnTo>
                  <a:lnTo>
                    <a:pt x="8418" y="12164"/>
                  </a:lnTo>
                  <a:lnTo>
                    <a:pt x="9190" y="12048"/>
                  </a:lnTo>
                  <a:lnTo>
                    <a:pt x="9963" y="11855"/>
                  </a:lnTo>
                  <a:lnTo>
                    <a:pt x="10310" y="11739"/>
                  </a:lnTo>
                  <a:lnTo>
                    <a:pt x="10272" y="11739"/>
                  </a:lnTo>
                  <a:lnTo>
                    <a:pt x="11083" y="11431"/>
                  </a:lnTo>
                  <a:lnTo>
                    <a:pt x="11855" y="11044"/>
                  </a:lnTo>
                  <a:lnTo>
                    <a:pt x="12550" y="10581"/>
                  </a:lnTo>
                  <a:lnTo>
                    <a:pt x="13245" y="10079"/>
                  </a:lnTo>
                  <a:lnTo>
                    <a:pt x="13863" y="9500"/>
                  </a:lnTo>
                  <a:lnTo>
                    <a:pt x="14133" y="9191"/>
                  </a:lnTo>
                  <a:lnTo>
                    <a:pt x="14403" y="8882"/>
                  </a:lnTo>
                  <a:lnTo>
                    <a:pt x="14635" y="8534"/>
                  </a:lnTo>
                  <a:lnTo>
                    <a:pt x="14867" y="8187"/>
                  </a:lnTo>
                  <a:lnTo>
                    <a:pt x="15060" y="7801"/>
                  </a:lnTo>
                  <a:lnTo>
                    <a:pt x="15253" y="7415"/>
                  </a:lnTo>
                  <a:lnTo>
                    <a:pt x="15253" y="7917"/>
                  </a:lnTo>
                  <a:lnTo>
                    <a:pt x="15330" y="8419"/>
                  </a:lnTo>
                  <a:lnTo>
                    <a:pt x="15485" y="8882"/>
                  </a:lnTo>
                  <a:lnTo>
                    <a:pt x="15678" y="9345"/>
                  </a:lnTo>
                  <a:lnTo>
                    <a:pt x="15794" y="9538"/>
                  </a:lnTo>
                  <a:lnTo>
                    <a:pt x="15948" y="9731"/>
                  </a:lnTo>
                  <a:lnTo>
                    <a:pt x="16103" y="9886"/>
                  </a:lnTo>
                  <a:lnTo>
                    <a:pt x="16257" y="10040"/>
                  </a:lnTo>
                  <a:lnTo>
                    <a:pt x="16489" y="10156"/>
                  </a:lnTo>
                  <a:lnTo>
                    <a:pt x="16682" y="10195"/>
                  </a:lnTo>
                  <a:lnTo>
                    <a:pt x="16913" y="10156"/>
                  </a:lnTo>
                  <a:lnTo>
                    <a:pt x="17107" y="10040"/>
                  </a:lnTo>
                  <a:lnTo>
                    <a:pt x="17300" y="9886"/>
                  </a:lnTo>
                  <a:lnTo>
                    <a:pt x="17377" y="9693"/>
                  </a:lnTo>
                  <a:lnTo>
                    <a:pt x="17454" y="9500"/>
                  </a:lnTo>
                  <a:lnTo>
                    <a:pt x="17493" y="9268"/>
                  </a:lnTo>
                  <a:lnTo>
                    <a:pt x="17493" y="9075"/>
                  </a:lnTo>
                  <a:lnTo>
                    <a:pt x="17454" y="8843"/>
                  </a:lnTo>
                  <a:lnTo>
                    <a:pt x="17415" y="8650"/>
                  </a:lnTo>
                  <a:lnTo>
                    <a:pt x="17338" y="8457"/>
                  </a:lnTo>
                  <a:lnTo>
                    <a:pt x="17222" y="8226"/>
                  </a:lnTo>
                  <a:lnTo>
                    <a:pt x="17068" y="8032"/>
                  </a:lnTo>
                  <a:lnTo>
                    <a:pt x="16720" y="7646"/>
                  </a:lnTo>
                  <a:lnTo>
                    <a:pt x="16334" y="7299"/>
                  </a:lnTo>
                  <a:lnTo>
                    <a:pt x="15909" y="6990"/>
                  </a:lnTo>
                  <a:lnTo>
                    <a:pt x="16373" y="6990"/>
                  </a:lnTo>
                  <a:lnTo>
                    <a:pt x="16875" y="6913"/>
                  </a:lnTo>
                  <a:lnTo>
                    <a:pt x="17338" y="6720"/>
                  </a:lnTo>
                  <a:lnTo>
                    <a:pt x="17763" y="6488"/>
                  </a:lnTo>
                  <a:lnTo>
                    <a:pt x="17917" y="6333"/>
                  </a:lnTo>
                  <a:lnTo>
                    <a:pt x="18110" y="6140"/>
                  </a:lnTo>
                  <a:lnTo>
                    <a:pt x="18265" y="5947"/>
                  </a:lnTo>
                  <a:lnTo>
                    <a:pt x="18381" y="5716"/>
                  </a:lnTo>
                  <a:lnTo>
                    <a:pt x="18458" y="5484"/>
                  </a:lnTo>
                  <a:lnTo>
                    <a:pt x="18458" y="5214"/>
                  </a:lnTo>
                  <a:lnTo>
                    <a:pt x="18381" y="4982"/>
                  </a:lnTo>
                  <a:lnTo>
                    <a:pt x="18304" y="4905"/>
                  </a:lnTo>
                  <a:lnTo>
                    <a:pt x="18226" y="4789"/>
                  </a:lnTo>
                  <a:lnTo>
                    <a:pt x="18033" y="4673"/>
                  </a:lnTo>
                  <a:lnTo>
                    <a:pt x="17802" y="4596"/>
                  </a:lnTo>
                  <a:lnTo>
                    <a:pt x="17609" y="4557"/>
                  </a:lnTo>
                  <a:lnTo>
                    <a:pt x="17377" y="4557"/>
                  </a:lnTo>
                  <a:lnTo>
                    <a:pt x="17145" y="4634"/>
                  </a:lnTo>
                  <a:lnTo>
                    <a:pt x="16913" y="4712"/>
                  </a:lnTo>
                  <a:lnTo>
                    <a:pt x="16720" y="4789"/>
                  </a:lnTo>
                  <a:lnTo>
                    <a:pt x="16566" y="4905"/>
                  </a:lnTo>
                  <a:lnTo>
                    <a:pt x="16373" y="5098"/>
                  </a:lnTo>
                  <a:lnTo>
                    <a:pt x="16180" y="5291"/>
                  </a:lnTo>
                  <a:lnTo>
                    <a:pt x="15871" y="5716"/>
                  </a:lnTo>
                  <a:lnTo>
                    <a:pt x="15639" y="6179"/>
                  </a:lnTo>
                  <a:lnTo>
                    <a:pt x="15485" y="6681"/>
                  </a:lnTo>
                  <a:lnTo>
                    <a:pt x="15407" y="6681"/>
                  </a:lnTo>
                  <a:lnTo>
                    <a:pt x="15330" y="6720"/>
                  </a:lnTo>
                  <a:lnTo>
                    <a:pt x="14983" y="6411"/>
                  </a:lnTo>
                  <a:lnTo>
                    <a:pt x="14597" y="6179"/>
                  </a:lnTo>
                  <a:lnTo>
                    <a:pt x="14172" y="6024"/>
                  </a:lnTo>
                  <a:lnTo>
                    <a:pt x="13708" y="5947"/>
                  </a:lnTo>
                  <a:lnTo>
                    <a:pt x="13322" y="5909"/>
                  </a:lnTo>
                  <a:lnTo>
                    <a:pt x="13091" y="5947"/>
                  </a:lnTo>
                  <a:lnTo>
                    <a:pt x="12897" y="5986"/>
                  </a:lnTo>
                  <a:lnTo>
                    <a:pt x="12704" y="6063"/>
                  </a:lnTo>
                  <a:lnTo>
                    <a:pt x="12511" y="6140"/>
                  </a:lnTo>
                  <a:lnTo>
                    <a:pt x="12357" y="6295"/>
                  </a:lnTo>
                  <a:lnTo>
                    <a:pt x="12280" y="6449"/>
                  </a:lnTo>
                  <a:lnTo>
                    <a:pt x="12202" y="6642"/>
                  </a:lnTo>
                  <a:lnTo>
                    <a:pt x="12241" y="6835"/>
                  </a:lnTo>
                  <a:lnTo>
                    <a:pt x="12318" y="6990"/>
                  </a:lnTo>
                  <a:lnTo>
                    <a:pt x="12434" y="7106"/>
                  </a:lnTo>
                  <a:lnTo>
                    <a:pt x="12589" y="7260"/>
                  </a:lnTo>
                  <a:lnTo>
                    <a:pt x="12782" y="7337"/>
                  </a:lnTo>
                  <a:lnTo>
                    <a:pt x="13129" y="7453"/>
                  </a:lnTo>
                  <a:lnTo>
                    <a:pt x="13477" y="7530"/>
                  </a:lnTo>
                  <a:lnTo>
                    <a:pt x="13824" y="7530"/>
                  </a:lnTo>
                  <a:lnTo>
                    <a:pt x="14172" y="7492"/>
                  </a:lnTo>
                  <a:lnTo>
                    <a:pt x="14519" y="7415"/>
                  </a:lnTo>
                  <a:lnTo>
                    <a:pt x="14133" y="7762"/>
                  </a:lnTo>
                  <a:lnTo>
                    <a:pt x="13708" y="8032"/>
                  </a:lnTo>
                  <a:lnTo>
                    <a:pt x="13477" y="8110"/>
                  </a:lnTo>
                  <a:lnTo>
                    <a:pt x="13245" y="8226"/>
                  </a:lnTo>
                  <a:lnTo>
                    <a:pt x="13013" y="8264"/>
                  </a:lnTo>
                  <a:lnTo>
                    <a:pt x="12743" y="8303"/>
                  </a:lnTo>
                  <a:lnTo>
                    <a:pt x="12357" y="8303"/>
                  </a:lnTo>
                  <a:lnTo>
                    <a:pt x="11971" y="8264"/>
                  </a:lnTo>
                  <a:lnTo>
                    <a:pt x="11662" y="8110"/>
                  </a:lnTo>
                  <a:lnTo>
                    <a:pt x="11353" y="7955"/>
                  </a:lnTo>
                  <a:lnTo>
                    <a:pt x="11083" y="7685"/>
                  </a:lnTo>
                  <a:lnTo>
                    <a:pt x="10890" y="7415"/>
                  </a:lnTo>
                  <a:lnTo>
                    <a:pt x="10696" y="7106"/>
                  </a:lnTo>
                  <a:lnTo>
                    <a:pt x="10542" y="6720"/>
                  </a:lnTo>
                  <a:lnTo>
                    <a:pt x="10388" y="6218"/>
                  </a:lnTo>
                  <a:lnTo>
                    <a:pt x="10233" y="5716"/>
                  </a:lnTo>
                  <a:lnTo>
                    <a:pt x="9963" y="4673"/>
                  </a:lnTo>
                  <a:lnTo>
                    <a:pt x="9847" y="4171"/>
                  </a:lnTo>
                  <a:lnTo>
                    <a:pt x="9654" y="3669"/>
                  </a:lnTo>
                  <a:lnTo>
                    <a:pt x="9461" y="3167"/>
                  </a:lnTo>
                  <a:lnTo>
                    <a:pt x="9229" y="2704"/>
                  </a:lnTo>
                  <a:lnTo>
                    <a:pt x="8843" y="2163"/>
                  </a:lnTo>
                  <a:lnTo>
                    <a:pt x="8457" y="1700"/>
                  </a:lnTo>
                  <a:lnTo>
                    <a:pt x="7993" y="1275"/>
                  </a:lnTo>
                  <a:lnTo>
                    <a:pt x="7530" y="889"/>
                  </a:lnTo>
                  <a:lnTo>
                    <a:pt x="6989" y="580"/>
                  </a:lnTo>
                  <a:lnTo>
                    <a:pt x="6449" y="348"/>
                  </a:lnTo>
                  <a:lnTo>
                    <a:pt x="5870" y="155"/>
                  </a:lnTo>
                  <a:lnTo>
                    <a:pt x="5290" y="39"/>
                  </a:lnTo>
                  <a:lnTo>
                    <a:pt x="502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Google Shape;881;p5"/>
            <p:cNvSpPr/>
            <p:nvPr/>
          </p:nvSpPr>
          <p:spPr>
            <a:xfrm>
              <a:off x="2254775" y="4312775"/>
              <a:ext cx="326325" cy="190200"/>
            </a:xfrm>
            <a:custGeom>
              <a:avLst/>
              <a:gdLst/>
              <a:ahLst/>
              <a:cxnLst/>
              <a:rect l="l" t="t" r="r" b="b"/>
              <a:pathLst>
                <a:path w="13053" h="7608" extrusionOk="0">
                  <a:moveTo>
                    <a:pt x="8920" y="271"/>
                  </a:moveTo>
                  <a:lnTo>
                    <a:pt x="9036" y="348"/>
                  </a:lnTo>
                  <a:lnTo>
                    <a:pt x="9191" y="464"/>
                  </a:lnTo>
                  <a:lnTo>
                    <a:pt x="9307" y="618"/>
                  </a:lnTo>
                  <a:lnTo>
                    <a:pt x="9384" y="657"/>
                  </a:lnTo>
                  <a:lnTo>
                    <a:pt x="9422" y="966"/>
                  </a:lnTo>
                  <a:lnTo>
                    <a:pt x="9422" y="1275"/>
                  </a:lnTo>
                  <a:lnTo>
                    <a:pt x="9345" y="1545"/>
                  </a:lnTo>
                  <a:lnTo>
                    <a:pt x="9229" y="1815"/>
                  </a:lnTo>
                  <a:lnTo>
                    <a:pt x="9036" y="2085"/>
                  </a:lnTo>
                  <a:lnTo>
                    <a:pt x="8882" y="2317"/>
                  </a:lnTo>
                  <a:lnTo>
                    <a:pt x="8457" y="2781"/>
                  </a:lnTo>
                  <a:lnTo>
                    <a:pt x="6990" y="4441"/>
                  </a:lnTo>
                  <a:lnTo>
                    <a:pt x="6835" y="4441"/>
                  </a:lnTo>
                  <a:lnTo>
                    <a:pt x="7106" y="3476"/>
                  </a:lnTo>
                  <a:lnTo>
                    <a:pt x="7415" y="2549"/>
                  </a:lnTo>
                  <a:lnTo>
                    <a:pt x="7801" y="1506"/>
                  </a:lnTo>
                  <a:lnTo>
                    <a:pt x="8032" y="1043"/>
                  </a:lnTo>
                  <a:lnTo>
                    <a:pt x="8187" y="773"/>
                  </a:lnTo>
                  <a:lnTo>
                    <a:pt x="8380" y="502"/>
                  </a:lnTo>
                  <a:lnTo>
                    <a:pt x="8573" y="348"/>
                  </a:lnTo>
                  <a:lnTo>
                    <a:pt x="8689" y="271"/>
                  </a:lnTo>
                  <a:close/>
                  <a:moveTo>
                    <a:pt x="2124" y="4441"/>
                  </a:moveTo>
                  <a:lnTo>
                    <a:pt x="2974" y="4557"/>
                  </a:lnTo>
                  <a:lnTo>
                    <a:pt x="3823" y="4711"/>
                  </a:lnTo>
                  <a:lnTo>
                    <a:pt x="4905" y="4866"/>
                  </a:lnTo>
                  <a:lnTo>
                    <a:pt x="5407" y="4943"/>
                  </a:lnTo>
                  <a:lnTo>
                    <a:pt x="5947" y="4982"/>
                  </a:lnTo>
                  <a:lnTo>
                    <a:pt x="4673" y="5213"/>
                  </a:lnTo>
                  <a:lnTo>
                    <a:pt x="3399" y="5406"/>
                  </a:lnTo>
                  <a:lnTo>
                    <a:pt x="2703" y="5484"/>
                  </a:lnTo>
                  <a:lnTo>
                    <a:pt x="1622" y="5484"/>
                  </a:lnTo>
                  <a:lnTo>
                    <a:pt x="1236" y="5445"/>
                  </a:lnTo>
                  <a:lnTo>
                    <a:pt x="966" y="5368"/>
                  </a:lnTo>
                  <a:lnTo>
                    <a:pt x="773" y="5291"/>
                  </a:lnTo>
                  <a:lnTo>
                    <a:pt x="696" y="5213"/>
                  </a:lnTo>
                  <a:lnTo>
                    <a:pt x="657" y="5097"/>
                  </a:lnTo>
                  <a:lnTo>
                    <a:pt x="657" y="4982"/>
                  </a:lnTo>
                  <a:lnTo>
                    <a:pt x="696" y="4827"/>
                  </a:lnTo>
                  <a:lnTo>
                    <a:pt x="734" y="4673"/>
                  </a:lnTo>
                  <a:lnTo>
                    <a:pt x="811" y="4557"/>
                  </a:lnTo>
                  <a:lnTo>
                    <a:pt x="889" y="4480"/>
                  </a:lnTo>
                  <a:lnTo>
                    <a:pt x="966" y="4441"/>
                  </a:lnTo>
                  <a:close/>
                  <a:moveTo>
                    <a:pt x="7183" y="4866"/>
                  </a:moveTo>
                  <a:lnTo>
                    <a:pt x="8380" y="5097"/>
                  </a:lnTo>
                  <a:lnTo>
                    <a:pt x="9616" y="5406"/>
                  </a:lnTo>
                  <a:lnTo>
                    <a:pt x="10272" y="5599"/>
                  </a:lnTo>
                  <a:lnTo>
                    <a:pt x="10967" y="5792"/>
                  </a:lnTo>
                  <a:lnTo>
                    <a:pt x="11662" y="6024"/>
                  </a:lnTo>
                  <a:lnTo>
                    <a:pt x="12087" y="6217"/>
                  </a:lnTo>
                  <a:lnTo>
                    <a:pt x="12203" y="6256"/>
                  </a:lnTo>
                  <a:lnTo>
                    <a:pt x="12319" y="6333"/>
                  </a:lnTo>
                  <a:lnTo>
                    <a:pt x="12396" y="6410"/>
                  </a:lnTo>
                  <a:lnTo>
                    <a:pt x="12434" y="6526"/>
                  </a:lnTo>
                  <a:lnTo>
                    <a:pt x="12473" y="6642"/>
                  </a:lnTo>
                  <a:lnTo>
                    <a:pt x="12473" y="6796"/>
                  </a:lnTo>
                  <a:lnTo>
                    <a:pt x="12396" y="7144"/>
                  </a:lnTo>
                  <a:lnTo>
                    <a:pt x="12241" y="7183"/>
                  </a:lnTo>
                  <a:lnTo>
                    <a:pt x="12010" y="7221"/>
                  </a:lnTo>
                  <a:lnTo>
                    <a:pt x="11817" y="7183"/>
                  </a:lnTo>
                  <a:lnTo>
                    <a:pt x="11585" y="7144"/>
                  </a:lnTo>
                  <a:lnTo>
                    <a:pt x="11122" y="7028"/>
                  </a:lnTo>
                  <a:lnTo>
                    <a:pt x="10735" y="6874"/>
                  </a:lnTo>
                  <a:lnTo>
                    <a:pt x="10002" y="6603"/>
                  </a:lnTo>
                  <a:lnTo>
                    <a:pt x="9307" y="6256"/>
                  </a:lnTo>
                  <a:lnTo>
                    <a:pt x="8766" y="5947"/>
                  </a:lnTo>
                  <a:lnTo>
                    <a:pt x="8225" y="5599"/>
                  </a:lnTo>
                  <a:lnTo>
                    <a:pt x="7183" y="4866"/>
                  </a:lnTo>
                  <a:close/>
                  <a:moveTo>
                    <a:pt x="8805" y="0"/>
                  </a:moveTo>
                  <a:lnTo>
                    <a:pt x="8573" y="39"/>
                  </a:lnTo>
                  <a:lnTo>
                    <a:pt x="8341" y="155"/>
                  </a:lnTo>
                  <a:lnTo>
                    <a:pt x="8110" y="271"/>
                  </a:lnTo>
                  <a:lnTo>
                    <a:pt x="7955" y="464"/>
                  </a:lnTo>
                  <a:lnTo>
                    <a:pt x="7723" y="850"/>
                  </a:lnTo>
                  <a:lnTo>
                    <a:pt x="7492" y="1275"/>
                  </a:lnTo>
                  <a:lnTo>
                    <a:pt x="7183" y="2201"/>
                  </a:lnTo>
                  <a:lnTo>
                    <a:pt x="6835" y="3321"/>
                  </a:lnTo>
                  <a:lnTo>
                    <a:pt x="6719" y="3862"/>
                  </a:lnTo>
                  <a:lnTo>
                    <a:pt x="6604" y="4441"/>
                  </a:lnTo>
                  <a:lnTo>
                    <a:pt x="6526" y="4518"/>
                  </a:lnTo>
                  <a:lnTo>
                    <a:pt x="6526" y="4634"/>
                  </a:lnTo>
                  <a:lnTo>
                    <a:pt x="5947" y="4595"/>
                  </a:lnTo>
                  <a:lnTo>
                    <a:pt x="5407" y="4557"/>
                  </a:lnTo>
                  <a:lnTo>
                    <a:pt x="4325" y="4402"/>
                  </a:lnTo>
                  <a:lnTo>
                    <a:pt x="3244" y="4209"/>
                  </a:lnTo>
                  <a:lnTo>
                    <a:pt x="2703" y="4132"/>
                  </a:lnTo>
                  <a:lnTo>
                    <a:pt x="2124" y="4093"/>
                  </a:lnTo>
                  <a:lnTo>
                    <a:pt x="1545" y="4055"/>
                  </a:lnTo>
                  <a:lnTo>
                    <a:pt x="1159" y="4055"/>
                  </a:lnTo>
                  <a:lnTo>
                    <a:pt x="773" y="4093"/>
                  </a:lnTo>
                  <a:lnTo>
                    <a:pt x="425" y="4209"/>
                  </a:lnTo>
                  <a:lnTo>
                    <a:pt x="271" y="4287"/>
                  </a:lnTo>
                  <a:lnTo>
                    <a:pt x="155" y="4364"/>
                  </a:lnTo>
                  <a:lnTo>
                    <a:pt x="78" y="4480"/>
                  </a:lnTo>
                  <a:lnTo>
                    <a:pt x="0" y="4634"/>
                  </a:lnTo>
                  <a:lnTo>
                    <a:pt x="0" y="4789"/>
                  </a:lnTo>
                  <a:lnTo>
                    <a:pt x="39" y="4982"/>
                  </a:lnTo>
                  <a:lnTo>
                    <a:pt x="78" y="5136"/>
                  </a:lnTo>
                  <a:lnTo>
                    <a:pt x="155" y="5252"/>
                  </a:lnTo>
                  <a:lnTo>
                    <a:pt x="232" y="5406"/>
                  </a:lnTo>
                  <a:lnTo>
                    <a:pt x="348" y="5522"/>
                  </a:lnTo>
                  <a:lnTo>
                    <a:pt x="618" y="5677"/>
                  </a:lnTo>
                  <a:lnTo>
                    <a:pt x="927" y="5792"/>
                  </a:lnTo>
                  <a:lnTo>
                    <a:pt x="1275" y="5870"/>
                  </a:lnTo>
                  <a:lnTo>
                    <a:pt x="1622" y="5908"/>
                  </a:lnTo>
                  <a:lnTo>
                    <a:pt x="2240" y="5908"/>
                  </a:lnTo>
                  <a:lnTo>
                    <a:pt x="3360" y="5831"/>
                  </a:lnTo>
                  <a:lnTo>
                    <a:pt x="4441" y="5715"/>
                  </a:lnTo>
                  <a:lnTo>
                    <a:pt x="5561" y="5484"/>
                  </a:lnTo>
                  <a:lnTo>
                    <a:pt x="6102" y="5329"/>
                  </a:lnTo>
                  <a:lnTo>
                    <a:pt x="6604" y="5136"/>
                  </a:lnTo>
                  <a:lnTo>
                    <a:pt x="6604" y="5175"/>
                  </a:lnTo>
                  <a:lnTo>
                    <a:pt x="6642" y="5599"/>
                  </a:lnTo>
                  <a:lnTo>
                    <a:pt x="6681" y="5792"/>
                  </a:lnTo>
                  <a:lnTo>
                    <a:pt x="6758" y="5986"/>
                  </a:lnTo>
                  <a:lnTo>
                    <a:pt x="7028" y="6024"/>
                  </a:lnTo>
                  <a:lnTo>
                    <a:pt x="7028" y="5986"/>
                  </a:lnTo>
                  <a:lnTo>
                    <a:pt x="6951" y="5599"/>
                  </a:lnTo>
                  <a:lnTo>
                    <a:pt x="6951" y="5406"/>
                  </a:lnTo>
                  <a:lnTo>
                    <a:pt x="6990" y="5213"/>
                  </a:lnTo>
                  <a:lnTo>
                    <a:pt x="7028" y="5175"/>
                  </a:lnTo>
                  <a:lnTo>
                    <a:pt x="7723" y="5754"/>
                  </a:lnTo>
                  <a:lnTo>
                    <a:pt x="8496" y="6256"/>
                  </a:lnTo>
                  <a:lnTo>
                    <a:pt x="9307" y="6681"/>
                  </a:lnTo>
                  <a:lnTo>
                    <a:pt x="10118" y="7067"/>
                  </a:lnTo>
                  <a:lnTo>
                    <a:pt x="10774" y="7337"/>
                  </a:lnTo>
                  <a:lnTo>
                    <a:pt x="11237" y="7453"/>
                  </a:lnTo>
                  <a:lnTo>
                    <a:pt x="11662" y="7569"/>
                  </a:lnTo>
                  <a:lnTo>
                    <a:pt x="12126" y="7607"/>
                  </a:lnTo>
                  <a:lnTo>
                    <a:pt x="12319" y="7569"/>
                  </a:lnTo>
                  <a:lnTo>
                    <a:pt x="12512" y="7530"/>
                  </a:lnTo>
                  <a:lnTo>
                    <a:pt x="12666" y="7453"/>
                  </a:lnTo>
                  <a:lnTo>
                    <a:pt x="12821" y="7376"/>
                  </a:lnTo>
                  <a:lnTo>
                    <a:pt x="12936" y="7221"/>
                  </a:lnTo>
                  <a:lnTo>
                    <a:pt x="13014" y="7028"/>
                  </a:lnTo>
                  <a:lnTo>
                    <a:pt x="13052" y="6874"/>
                  </a:lnTo>
                  <a:lnTo>
                    <a:pt x="13052" y="6719"/>
                  </a:lnTo>
                  <a:lnTo>
                    <a:pt x="13014" y="6565"/>
                  </a:lnTo>
                  <a:lnTo>
                    <a:pt x="12975" y="6449"/>
                  </a:lnTo>
                  <a:lnTo>
                    <a:pt x="12898" y="6333"/>
                  </a:lnTo>
                  <a:lnTo>
                    <a:pt x="12782" y="6217"/>
                  </a:lnTo>
                  <a:lnTo>
                    <a:pt x="12512" y="6024"/>
                  </a:lnTo>
                  <a:lnTo>
                    <a:pt x="12241" y="5870"/>
                  </a:lnTo>
                  <a:lnTo>
                    <a:pt x="11894" y="5715"/>
                  </a:lnTo>
                  <a:lnTo>
                    <a:pt x="11353" y="5522"/>
                  </a:lnTo>
                  <a:lnTo>
                    <a:pt x="10388" y="5213"/>
                  </a:lnTo>
                  <a:lnTo>
                    <a:pt x="9384" y="4943"/>
                  </a:lnTo>
                  <a:lnTo>
                    <a:pt x="8380" y="4711"/>
                  </a:lnTo>
                  <a:lnTo>
                    <a:pt x="7376" y="4518"/>
                  </a:lnTo>
                  <a:lnTo>
                    <a:pt x="8418" y="3437"/>
                  </a:lnTo>
                  <a:lnTo>
                    <a:pt x="8882" y="2896"/>
                  </a:lnTo>
                  <a:lnTo>
                    <a:pt x="9345" y="2279"/>
                  </a:lnTo>
                  <a:lnTo>
                    <a:pt x="9461" y="2085"/>
                  </a:lnTo>
                  <a:lnTo>
                    <a:pt x="9577" y="1854"/>
                  </a:lnTo>
                  <a:lnTo>
                    <a:pt x="9654" y="1622"/>
                  </a:lnTo>
                  <a:lnTo>
                    <a:pt x="9731" y="1390"/>
                  </a:lnTo>
                  <a:lnTo>
                    <a:pt x="9731" y="1159"/>
                  </a:lnTo>
                  <a:lnTo>
                    <a:pt x="9693" y="927"/>
                  </a:lnTo>
                  <a:lnTo>
                    <a:pt x="9654" y="657"/>
                  </a:lnTo>
                  <a:lnTo>
                    <a:pt x="9500" y="464"/>
                  </a:lnTo>
                  <a:lnTo>
                    <a:pt x="9461" y="309"/>
                  </a:lnTo>
                  <a:lnTo>
                    <a:pt x="9384" y="232"/>
                  </a:lnTo>
                  <a:lnTo>
                    <a:pt x="9229" y="78"/>
                  </a:lnTo>
                  <a:lnTo>
                    <a:pt x="903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Google Shape;882;p5"/>
            <p:cNvSpPr/>
            <p:nvPr/>
          </p:nvSpPr>
          <p:spPr>
            <a:xfrm>
              <a:off x="436975" y="3704575"/>
              <a:ext cx="144825" cy="162225"/>
            </a:xfrm>
            <a:custGeom>
              <a:avLst/>
              <a:gdLst/>
              <a:ahLst/>
              <a:cxnLst/>
              <a:rect l="l" t="t" r="r" b="b"/>
              <a:pathLst>
                <a:path w="5793" h="6489" extrusionOk="0">
                  <a:moveTo>
                    <a:pt x="2240" y="426"/>
                  </a:moveTo>
                  <a:lnTo>
                    <a:pt x="2781" y="464"/>
                  </a:lnTo>
                  <a:lnTo>
                    <a:pt x="3283" y="580"/>
                  </a:lnTo>
                  <a:lnTo>
                    <a:pt x="3746" y="735"/>
                  </a:lnTo>
                  <a:lnTo>
                    <a:pt x="4171" y="1005"/>
                  </a:lnTo>
                  <a:lnTo>
                    <a:pt x="4557" y="1314"/>
                  </a:lnTo>
                  <a:lnTo>
                    <a:pt x="4750" y="1507"/>
                  </a:lnTo>
                  <a:lnTo>
                    <a:pt x="4905" y="1739"/>
                  </a:lnTo>
                  <a:lnTo>
                    <a:pt x="5021" y="1932"/>
                  </a:lnTo>
                  <a:lnTo>
                    <a:pt x="5136" y="2163"/>
                  </a:lnTo>
                  <a:lnTo>
                    <a:pt x="5214" y="2434"/>
                  </a:lnTo>
                  <a:lnTo>
                    <a:pt x="5291" y="2704"/>
                  </a:lnTo>
                  <a:lnTo>
                    <a:pt x="5330" y="3167"/>
                  </a:lnTo>
                  <a:lnTo>
                    <a:pt x="5330" y="3631"/>
                  </a:lnTo>
                  <a:lnTo>
                    <a:pt x="5214" y="4133"/>
                  </a:lnTo>
                  <a:lnTo>
                    <a:pt x="5021" y="4558"/>
                  </a:lnTo>
                  <a:lnTo>
                    <a:pt x="4789" y="4982"/>
                  </a:lnTo>
                  <a:lnTo>
                    <a:pt x="4480" y="5330"/>
                  </a:lnTo>
                  <a:lnTo>
                    <a:pt x="4287" y="5484"/>
                  </a:lnTo>
                  <a:lnTo>
                    <a:pt x="4094" y="5639"/>
                  </a:lnTo>
                  <a:lnTo>
                    <a:pt x="3901" y="5755"/>
                  </a:lnTo>
                  <a:lnTo>
                    <a:pt x="3669" y="5832"/>
                  </a:lnTo>
                  <a:lnTo>
                    <a:pt x="3360" y="5948"/>
                  </a:lnTo>
                  <a:lnTo>
                    <a:pt x="3090" y="5986"/>
                  </a:lnTo>
                  <a:lnTo>
                    <a:pt x="2820" y="6025"/>
                  </a:lnTo>
                  <a:lnTo>
                    <a:pt x="2549" y="5986"/>
                  </a:lnTo>
                  <a:lnTo>
                    <a:pt x="2279" y="5948"/>
                  </a:lnTo>
                  <a:lnTo>
                    <a:pt x="2047" y="5870"/>
                  </a:lnTo>
                  <a:lnTo>
                    <a:pt x="1854" y="5755"/>
                  </a:lnTo>
                  <a:lnTo>
                    <a:pt x="1622" y="5639"/>
                  </a:lnTo>
                  <a:lnTo>
                    <a:pt x="1429" y="5484"/>
                  </a:lnTo>
                  <a:lnTo>
                    <a:pt x="1275" y="5291"/>
                  </a:lnTo>
                  <a:lnTo>
                    <a:pt x="1082" y="5098"/>
                  </a:lnTo>
                  <a:lnTo>
                    <a:pt x="966" y="4905"/>
                  </a:lnTo>
                  <a:lnTo>
                    <a:pt x="696" y="4442"/>
                  </a:lnTo>
                  <a:lnTo>
                    <a:pt x="541" y="3901"/>
                  </a:lnTo>
                  <a:lnTo>
                    <a:pt x="425" y="3399"/>
                  </a:lnTo>
                  <a:lnTo>
                    <a:pt x="425" y="2858"/>
                  </a:lnTo>
                  <a:lnTo>
                    <a:pt x="503" y="2318"/>
                  </a:lnTo>
                  <a:lnTo>
                    <a:pt x="541" y="2048"/>
                  </a:lnTo>
                  <a:lnTo>
                    <a:pt x="657" y="1816"/>
                  </a:lnTo>
                  <a:lnTo>
                    <a:pt x="734" y="1584"/>
                  </a:lnTo>
                  <a:lnTo>
                    <a:pt x="889" y="1352"/>
                  </a:lnTo>
                  <a:lnTo>
                    <a:pt x="1043" y="1159"/>
                  </a:lnTo>
                  <a:lnTo>
                    <a:pt x="1236" y="1005"/>
                  </a:lnTo>
                  <a:lnTo>
                    <a:pt x="1429" y="812"/>
                  </a:lnTo>
                  <a:lnTo>
                    <a:pt x="1661" y="696"/>
                  </a:lnTo>
                  <a:lnTo>
                    <a:pt x="1893" y="580"/>
                  </a:lnTo>
                  <a:lnTo>
                    <a:pt x="2202" y="503"/>
                  </a:lnTo>
                  <a:lnTo>
                    <a:pt x="2240" y="464"/>
                  </a:lnTo>
                  <a:lnTo>
                    <a:pt x="2240" y="426"/>
                  </a:lnTo>
                  <a:close/>
                  <a:moveTo>
                    <a:pt x="2279" y="1"/>
                  </a:moveTo>
                  <a:lnTo>
                    <a:pt x="1970" y="40"/>
                  </a:lnTo>
                  <a:lnTo>
                    <a:pt x="1893" y="78"/>
                  </a:lnTo>
                  <a:lnTo>
                    <a:pt x="1816" y="117"/>
                  </a:lnTo>
                  <a:lnTo>
                    <a:pt x="1816" y="194"/>
                  </a:lnTo>
                  <a:lnTo>
                    <a:pt x="1816" y="271"/>
                  </a:lnTo>
                  <a:lnTo>
                    <a:pt x="1507" y="349"/>
                  </a:lnTo>
                  <a:lnTo>
                    <a:pt x="1275" y="464"/>
                  </a:lnTo>
                  <a:lnTo>
                    <a:pt x="1043" y="619"/>
                  </a:lnTo>
                  <a:lnTo>
                    <a:pt x="812" y="773"/>
                  </a:lnTo>
                  <a:lnTo>
                    <a:pt x="619" y="966"/>
                  </a:lnTo>
                  <a:lnTo>
                    <a:pt x="464" y="1198"/>
                  </a:lnTo>
                  <a:lnTo>
                    <a:pt x="348" y="1430"/>
                  </a:lnTo>
                  <a:lnTo>
                    <a:pt x="232" y="1661"/>
                  </a:lnTo>
                  <a:lnTo>
                    <a:pt x="117" y="1932"/>
                  </a:lnTo>
                  <a:lnTo>
                    <a:pt x="78" y="2202"/>
                  </a:lnTo>
                  <a:lnTo>
                    <a:pt x="1" y="2781"/>
                  </a:lnTo>
                  <a:lnTo>
                    <a:pt x="1" y="3360"/>
                  </a:lnTo>
                  <a:lnTo>
                    <a:pt x="78" y="3901"/>
                  </a:lnTo>
                  <a:lnTo>
                    <a:pt x="271" y="4519"/>
                  </a:lnTo>
                  <a:lnTo>
                    <a:pt x="387" y="4828"/>
                  </a:lnTo>
                  <a:lnTo>
                    <a:pt x="541" y="5098"/>
                  </a:lnTo>
                  <a:lnTo>
                    <a:pt x="696" y="5330"/>
                  </a:lnTo>
                  <a:lnTo>
                    <a:pt x="850" y="5561"/>
                  </a:lnTo>
                  <a:lnTo>
                    <a:pt x="1082" y="5793"/>
                  </a:lnTo>
                  <a:lnTo>
                    <a:pt x="1275" y="5986"/>
                  </a:lnTo>
                  <a:lnTo>
                    <a:pt x="1507" y="6141"/>
                  </a:lnTo>
                  <a:lnTo>
                    <a:pt x="1738" y="6257"/>
                  </a:lnTo>
                  <a:lnTo>
                    <a:pt x="2009" y="6372"/>
                  </a:lnTo>
                  <a:lnTo>
                    <a:pt x="2279" y="6450"/>
                  </a:lnTo>
                  <a:lnTo>
                    <a:pt x="2588" y="6488"/>
                  </a:lnTo>
                  <a:lnTo>
                    <a:pt x="2897" y="6488"/>
                  </a:lnTo>
                  <a:lnTo>
                    <a:pt x="3206" y="6450"/>
                  </a:lnTo>
                  <a:lnTo>
                    <a:pt x="3553" y="6372"/>
                  </a:lnTo>
                  <a:lnTo>
                    <a:pt x="3862" y="6257"/>
                  </a:lnTo>
                  <a:lnTo>
                    <a:pt x="4132" y="6141"/>
                  </a:lnTo>
                  <a:lnTo>
                    <a:pt x="4403" y="5986"/>
                  </a:lnTo>
                  <a:lnTo>
                    <a:pt x="4634" y="5793"/>
                  </a:lnTo>
                  <a:lnTo>
                    <a:pt x="4866" y="5600"/>
                  </a:lnTo>
                  <a:lnTo>
                    <a:pt x="5059" y="5368"/>
                  </a:lnTo>
                  <a:lnTo>
                    <a:pt x="5214" y="5137"/>
                  </a:lnTo>
                  <a:lnTo>
                    <a:pt x="5368" y="4866"/>
                  </a:lnTo>
                  <a:lnTo>
                    <a:pt x="5523" y="4635"/>
                  </a:lnTo>
                  <a:lnTo>
                    <a:pt x="5638" y="4326"/>
                  </a:lnTo>
                  <a:lnTo>
                    <a:pt x="5716" y="4056"/>
                  </a:lnTo>
                  <a:lnTo>
                    <a:pt x="5754" y="3747"/>
                  </a:lnTo>
                  <a:lnTo>
                    <a:pt x="5793" y="3438"/>
                  </a:lnTo>
                  <a:lnTo>
                    <a:pt x="5793" y="3129"/>
                  </a:lnTo>
                  <a:lnTo>
                    <a:pt x="5793" y="2858"/>
                  </a:lnTo>
                  <a:lnTo>
                    <a:pt x="5716" y="2550"/>
                  </a:lnTo>
                  <a:lnTo>
                    <a:pt x="5638" y="2241"/>
                  </a:lnTo>
                  <a:lnTo>
                    <a:pt x="5523" y="1932"/>
                  </a:lnTo>
                  <a:lnTo>
                    <a:pt x="5368" y="1661"/>
                  </a:lnTo>
                  <a:lnTo>
                    <a:pt x="5214" y="1391"/>
                  </a:lnTo>
                  <a:lnTo>
                    <a:pt x="5021" y="1159"/>
                  </a:lnTo>
                  <a:lnTo>
                    <a:pt x="4828" y="928"/>
                  </a:lnTo>
                  <a:lnTo>
                    <a:pt x="4596" y="735"/>
                  </a:lnTo>
                  <a:lnTo>
                    <a:pt x="4326" y="542"/>
                  </a:lnTo>
                  <a:lnTo>
                    <a:pt x="4094" y="387"/>
                  </a:lnTo>
                  <a:lnTo>
                    <a:pt x="3824" y="271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Google Shape;883;p5"/>
            <p:cNvSpPr/>
            <p:nvPr/>
          </p:nvSpPr>
          <p:spPr>
            <a:xfrm>
              <a:off x="514200" y="3860000"/>
              <a:ext cx="302200" cy="155450"/>
            </a:xfrm>
            <a:custGeom>
              <a:avLst/>
              <a:gdLst/>
              <a:ahLst/>
              <a:cxnLst/>
              <a:rect l="l" t="t" r="r" b="b"/>
              <a:pathLst>
                <a:path w="12088" h="6218" extrusionOk="0">
                  <a:moveTo>
                    <a:pt x="11740" y="1"/>
                  </a:moveTo>
                  <a:lnTo>
                    <a:pt x="11663" y="40"/>
                  </a:lnTo>
                  <a:lnTo>
                    <a:pt x="11585" y="78"/>
                  </a:lnTo>
                  <a:lnTo>
                    <a:pt x="11508" y="117"/>
                  </a:lnTo>
                  <a:lnTo>
                    <a:pt x="11469" y="233"/>
                  </a:lnTo>
                  <a:lnTo>
                    <a:pt x="11469" y="310"/>
                  </a:lnTo>
                  <a:lnTo>
                    <a:pt x="11508" y="426"/>
                  </a:lnTo>
                  <a:lnTo>
                    <a:pt x="11585" y="580"/>
                  </a:lnTo>
                  <a:lnTo>
                    <a:pt x="11624" y="773"/>
                  </a:lnTo>
                  <a:lnTo>
                    <a:pt x="11585" y="966"/>
                  </a:lnTo>
                  <a:lnTo>
                    <a:pt x="11508" y="1121"/>
                  </a:lnTo>
                  <a:lnTo>
                    <a:pt x="11392" y="1275"/>
                  </a:lnTo>
                  <a:lnTo>
                    <a:pt x="11276" y="1430"/>
                  </a:lnTo>
                  <a:lnTo>
                    <a:pt x="10929" y="1739"/>
                  </a:lnTo>
                  <a:lnTo>
                    <a:pt x="10504" y="2009"/>
                  </a:lnTo>
                  <a:lnTo>
                    <a:pt x="10079" y="2241"/>
                  </a:lnTo>
                  <a:lnTo>
                    <a:pt x="9423" y="2588"/>
                  </a:lnTo>
                  <a:lnTo>
                    <a:pt x="9037" y="2781"/>
                  </a:lnTo>
                  <a:lnTo>
                    <a:pt x="9037" y="2704"/>
                  </a:lnTo>
                  <a:lnTo>
                    <a:pt x="8960" y="2627"/>
                  </a:lnTo>
                  <a:lnTo>
                    <a:pt x="8496" y="2202"/>
                  </a:lnTo>
                  <a:lnTo>
                    <a:pt x="8110" y="1700"/>
                  </a:lnTo>
                  <a:lnTo>
                    <a:pt x="7840" y="1893"/>
                  </a:lnTo>
                  <a:lnTo>
                    <a:pt x="7994" y="2202"/>
                  </a:lnTo>
                  <a:lnTo>
                    <a:pt x="8187" y="2511"/>
                  </a:lnTo>
                  <a:lnTo>
                    <a:pt x="8419" y="2781"/>
                  </a:lnTo>
                  <a:lnTo>
                    <a:pt x="8651" y="2974"/>
                  </a:lnTo>
                  <a:lnTo>
                    <a:pt x="7608" y="3515"/>
                  </a:lnTo>
                  <a:lnTo>
                    <a:pt x="6565" y="3978"/>
                  </a:lnTo>
                  <a:lnTo>
                    <a:pt x="5252" y="4519"/>
                  </a:lnTo>
                  <a:lnTo>
                    <a:pt x="3940" y="4982"/>
                  </a:lnTo>
                  <a:lnTo>
                    <a:pt x="3669" y="5059"/>
                  </a:lnTo>
                  <a:lnTo>
                    <a:pt x="3708" y="4712"/>
                  </a:lnTo>
                  <a:lnTo>
                    <a:pt x="3631" y="4364"/>
                  </a:lnTo>
                  <a:lnTo>
                    <a:pt x="3515" y="4055"/>
                  </a:lnTo>
                  <a:lnTo>
                    <a:pt x="3322" y="3708"/>
                  </a:lnTo>
                  <a:lnTo>
                    <a:pt x="3013" y="3901"/>
                  </a:lnTo>
                  <a:lnTo>
                    <a:pt x="3129" y="4171"/>
                  </a:lnTo>
                  <a:lnTo>
                    <a:pt x="3206" y="4442"/>
                  </a:lnTo>
                  <a:lnTo>
                    <a:pt x="3245" y="4866"/>
                  </a:lnTo>
                  <a:lnTo>
                    <a:pt x="3245" y="5253"/>
                  </a:lnTo>
                  <a:lnTo>
                    <a:pt x="2356" y="5523"/>
                  </a:lnTo>
                  <a:lnTo>
                    <a:pt x="1893" y="5639"/>
                  </a:lnTo>
                  <a:lnTo>
                    <a:pt x="1430" y="5677"/>
                  </a:lnTo>
                  <a:lnTo>
                    <a:pt x="1043" y="5716"/>
                  </a:lnTo>
                  <a:lnTo>
                    <a:pt x="850" y="5716"/>
                  </a:lnTo>
                  <a:lnTo>
                    <a:pt x="696" y="5677"/>
                  </a:lnTo>
                  <a:lnTo>
                    <a:pt x="580" y="5600"/>
                  </a:lnTo>
                  <a:lnTo>
                    <a:pt x="464" y="5523"/>
                  </a:lnTo>
                  <a:lnTo>
                    <a:pt x="387" y="5407"/>
                  </a:lnTo>
                  <a:lnTo>
                    <a:pt x="348" y="5291"/>
                  </a:lnTo>
                  <a:lnTo>
                    <a:pt x="310" y="5214"/>
                  </a:lnTo>
                  <a:lnTo>
                    <a:pt x="271" y="5175"/>
                  </a:lnTo>
                  <a:lnTo>
                    <a:pt x="155" y="5137"/>
                  </a:lnTo>
                  <a:lnTo>
                    <a:pt x="78" y="5175"/>
                  </a:lnTo>
                  <a:lnTo>
                    <a:pt x="39" y="5214"/>
                  </a:lnTo>
                  <a:lnTo>
                    <a:pt x="1" y="5291"/>
                  </a:lnTo>
                  <a:lnTo>
                    <a:pt x="1" y="5446"/>
                  </a:lnTo>
                  <a:lnTo>
                    <a:pt x="39" y="5600"/>
                  </a:lnTo>
                  <a:lnTo>
                    <a:pt x="78" y="5755"/>
                  </a:lnTo>
                  <a:lnTo>
                    <a:pt x="155" y="5870"/>
                  </a:lnTo>
                  <a:lnTo>
                    <a:pt x="233" y="5948"/>
                  </a:lnTo>
                  <a:lnTo>
                    <a:pt x="310" y="6025"/>
                  </a:lnTo>
                  <a:lnTo>
                    <a:pt x="541" y="6141"/>
                  </a:lnTo>
                  <a:lnTo>
                    <a:pt x="812" y="6179"/>
                  </a:lnTo>
                  <a:lnTo>
                    <a:pt x="1121" y="6218"/>
                  </a:lnTo>
                  <a:lnTo>
                    <a:pt x="1430" y="6179"/>
                  </a:lnTo>
                  <a:lnTo>
                    <a:pt x="1700" y="6141"/>
                  </a:lnTo>
                  <a:lnTo>
                    <a:pt x="2897" y="5832"/>
                  </a:lnTo>
                  <a:lnTo>
                    <a:pt x="4094" y="5446"/>
                  </a:lnTo>
                  <a:lnTo>
                    <a:pt x="5291" y="5021"/>
                  </a:lnTo>
                  <a:lnTo>
                    <a:pt x="6450" y="4557"/>
                  </a:lnTo>
                  <a:lnTo>
                    <a:pt x="7531" y="4094"/>
                  </a:lnTo>
                  <a:lnTo>
                    <a:pt x="8573" y="3592"/>
                  </a:lnTo>
                  <a:lnTo>
                    <a:pt x="9616" y="3052"/>
                  </a:lnTo>
                  <a:lnTo>
                    <a:pt x="10620" y="2472"/>
                  </a:lnTo>
                  <a:lnTo>
                    <a:pt x="10929" y="2279"/>
                  </a:lnTo>
                  <a:lnTo>
                    <a:pt x="11276" y="2048"/>
                  </a:lnTo>
                  <a:lnTo>
                    <a:pt x="11547" y="1777"/>
                  </a:lnTo>
                  <a:lnTo>
                    <a:pt x="11817" y="1507"/>
                  </a:lnTo>
                  <a:lnTo>
                    <a:pt x="12010" y="1198"/>
                  </a:lnTo>
                  <a:lnTo>
                    <a:pt x="12049" y="1044"/>
                  </a:lnTo>
                  <a:lnTo>
                    <a:pt x="12087" y="889"/>
                  </a:lnTo>
                  <a:lnTo>
                    <a:pt x="12087" y="696"/>
                  </a:lnTo>
                  <a:lnTo>
                    <a:pt x="12049" y="503"/>
                  </a:lnTo>
                  <a:lnTo>
                    <a:pt x="12010" y="310"/>
                  </a:lnTo>
                  <a:lnTo>
                    <a:pt x="11894" y="117"/>
                  </a:lnTo>
                  <a:lnTo>
                    <a:pt x="11817" y="40"/>
                  </a:lnTo>
                  <a:lnTo>
                    <a:pt x="1174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Google Shape;884;p5"/>
            <p:cNvSpPr/>
            <p:nvPr/>
          </p:nvSpPr>
          <p:spPr>
            <a:xfrm>
              <a:off x="406075" y="3667900"/>
              <a:ext cx="458600" cy="289650"/>
            </a:xfrm>
            <a:custGeom>
              <a:avLst/>
              <a:gdLst/>
              <a:ahLst/>
              <a:cxnLst/>
              <a:rect l="l" t="t" r="r" b="b"/>
              <a:pathLst>
                <a:path w="18344" h="11586" extrusionOk="0">
                  <a:moveTo>
                    <a:pt x="17069" y="387"/>
                  </a:moveTo>
                  <a:lnTo>
                    <a:pt x="17146" y="425"/>
                  </a:lnTo>
                  <a:lnTo>
                    <a:pt x="17223" y="503"/>
                  </a:lnTo>
                  <a:lnTo>
                    <a:pt x="17300" y="734"/>
                  </a:lnTo>
                  <a:lnTo>
                    <a:pt x="17378" y="927"/>
                  </a:lnTo>
                  <a:lnTo>
                    <a:pt x="17378" y="1120"/>
                  </a:lnTo>
                  <a:lnTo>
                    <a:pt x="17339" y="1314"/>
                  </a:lnTo>
                  <a:lnTo>
                    <a:pt x="17223" y="1545"/>
                  </a:lnTo>
                  <a:lnTo>
                    <a:pt x="16953" y="1893"/>
                  </a:lnTo>
                  <a:lnTo>
                    <a:pt x="16721" y="2124"/>
                  </a:lnTo>
                  <a:lnTo>
                    <a:pt x="16451" y="2356"/>
                  </a:lnTo>
                  <a:lnTo>
                    <a:pt x="16181" y="2549"/>
                  </a:lnTo>
                  <a:lnTo>
                    <a:pt x="15872" y="2665"/>
                  </a:lnTo>
                  <a:lnTo>
                    <a:pt x="15872" y="2086"/>
                  </a:lnTo>
                  <a:lnTo>
                    <a:pt x="15910" y="1777"/>
                  </a:lnTo>
                  <a:lnTo>
                    <a:pt x="15949" y="1468"/>
                  </a:lnTo>
                  <a:lnTo>
                    <a:pt x="16026" y="1198"/>
                  </a:lnTo>
                  <a:lnTo>
                    <a:pt x="16181" y="927"/>
                  </a:lnTo>
                  <a:lnTo>
                    <a:pt x="16335" y="696"/>
                  </a:lnTo>
                  <a:lnTo>
                    <a:pt x="16605" y="503"/>
                  </a:lnTo>
                  <a:lnTo>
                    <a:pt x="16837" y="425"/>
                  </a:lnTo>
                  <a:lnTo>
                    <a:pt x="16992" y="387"/>
                  </a:lnTo>
                  <a:close/>
                  <a:moveTo>
                    <a:pt x="14597" y="2974"/>
                  </a:moveTo>
                  <a:lnTo>
                    <a:pt x="14868" y="3013"/>
                  </a:lnTo>
                  <a:lnTo>
                    <a:pt x="15138" y="3090"/>
                  </a:lnTo>
                  <a:lnTo>
                    <a:pt x="15099" y="3206"/>
                  </a:lnTo>
                  <a:lnTo>
                    <a:pt x="14713" y="3515"/>
                  </a:lnTo>
                  <a:lnTo>
                    <a:pt x="14288" y="3746"/>
                  </a:lnTo>
                  <a:lnTo>
                    <a:pt x="14057" y="3862"/>
                  </a:lnTo>
                  <a:lnTo>
                    <a:pt x="13786" y="3939"/>
                  </a:lnTo>
                  <a:lnTo>
                    <a:pt x="13478" y="4017"/>
                  </a:lnTo>
                  <a:lnTo>
                    <a:pt x="13053" y="4017"/>
                  </a:lnTo>
                  <a:lnTo>
                    <a:pt x="12976" y="3939"/>
                  </a:lnTo>
                  <a:lnTo>
                    <a:pt x="12976" y="3862"/>
                  </a:lnTo>
                  <a:lnTo>
                    <a:pt x="12976" y="3708"/>
                  </a:lnTo>
                  <a:lnTo>
                    <a:pt x="13014" y="3476"/>
                  </a:lnTo>
                  <a:lnTo>
                    <a:pt x="13053" y="3360"/>
                  </a:lnTo>
                  <a:lnTo>
                    <a:pt x="13207" y="3244"/>
                  </a:lnTo>
                  <a:lnTo>
                    <a:pt x="13400" y="3167"/>
                  </a:lnTo>
                  <a:lnTo>
                    <a:pt x="13709" y="3051"/>
                  </a:lnTo>
                  <a:lnTo>
                    <a:pt x="14018" y="3013"/>
                  </a:lnTo>
                  <a:lnTo>
                    <a:pt x="14327" y="2974"/>
                  </a:lnTo>
                  <a:close/>
                  <a:moveTo>
                    <a:pt x="15679" y="3283"/>
                  </a:moveTo>
                  <a:lnTo>
                    <a:pt x="16335" y="3476"/>
                  </a:lnTo>
                  <a:lnTo>
                    <a:pt x="16644" y="3553"/>
                  </a:lnTo>
                  <a:lnTo>
                    <a:pt x="16992" y="3669"/>
                  </a:lnTo>
                  <a:lnTo>
                    <a:pt x="17262" y="3823"/>
                  </a:lnTo>
                  <a:lnTo>
                    <a:pt x="17532" y="4017"/>
                  </a:lnTo>
                  <a:lnTo>
                    <a:pt x="17725" y="4287"/>
                  </a:lnTo>
                  <a:lnTo>
                    <a:pt x="17802" y="4403"/>
                  </a:lnTo>
                  <a:lnTo>
                    <a:pt x="17880" y="4596"/>
                  </a:lnTo>
                  <a:lnTo>
                    <a:pt x="17918" y="4789"/>
                  </a:lnTo>
                  <a:lnTo>
                    <a:pt x="17880" y="4943"/>
                  </a:lnTo>
                  <a:lnTo>
                    <a:pt x="17802" y="5059"/>
                  </a:lnTo>
                  <a:lnTo>
                    <a:pt x="17648" y="5136"/>
                  </a:lnTo>
                  <a:lnTo>
                    <a:pt x="17494" y="5175"/>
                  </a:lnTo>
                  <a:lnTo>
                    <a:pt x="17339" y="5175"/>
                  </a:lnTo>
                  <a:lnTo>
                    <a:pt x="17146" y="5136"/>
                  </a:lnTo>
                  <a:lnTo>
                    <a:pt x="16992" y="5059"/>
                  </a:lnTo>
                  <a:lnTo>
                    <a:pt x="16644" y="4789"/>
                  </a:lnTo>
                  <a:lnTo>
                    <a:pt x="16374" y="4480"/>
                  </a:lnTo>
                  <a:lnTo>
                    <a:pt x="16181" y="4210"/>
                  </a:lnTo>
                  <a:lnTo>
                    <a:pt x="15988" y="3901"/>
                  </a:lnTo>
                  <a:lnTo>
                    <a:pt x="15833" y="3592"/>
                  </a:lnTo>
                  <a:lnTo>
                    <a:pt x="15679" y="3283"/>
                  </a:lnTo>
                  <a:close/>
                  <a:moveTo>
                    <a:pt x="4635" y="541"/>
                  </a:moveTo>
                  <a:lnTo>
                    <a:pt x="5253" y="580"/>
                  </a:lnTo>
                  <a:lnTo>
                    <a:pt x="5832" y="696"/>
                  </a:lnTo>
                  <a:lnTo>
                    <a:pt x="6411" y="850"/>
                  </a:lnTo>
                  <a:lnTo>
                    <a:pt x="6990" y="1120"/>
                  </a:lnTo>
                  <a:lnTo>
                    <a:pt x="7492" y="1429"/>
                  </a:lnTo>
                  <a:lnTo>
                    <a:pt x="7917" y="1738"/>
                  </a:lnTo>
                  <a:lnTo>
                    <a:pt x="8303" y="2086"/>
                  </a:lnTo>
                  <a:lnTo>
                    <a:pt x="8651" y="2472"/>
                  </a:lnTo>
                  <a:lnTo>
                    <a:pt x="8960" y="2858"/>
                  </a:lnTo>
                  <a:lnTo>
                    <a:pt x="9539" y="3669"/>
                  </a:lnTo>
                  <a:lnTo>
                    <a:pt x="10157" y="4480"/>
                  </a:lnTo>
                  <a:lnTo>
                    <a:pt x="10388" y="4827"/>
                  </a:lnTo>
                  <a:lnTo>
                    <a:pt x="10697" y="5136"/>
                  </a:lnTo>
                  <a:lnTo>
                    <a:pt x="11006" y="5445"/>
                  </a:lnTo>
                  <a:lnTo>
                    <a:pt x="11354" y="5677"/>
                  </a:lnTo>
                  <a:lnTo>
                    <a:pt x="11701" y="5870"/>
                  </a:lnTo>
                  <a:lnTo>
                    <a:pt x="12126" y="5986"/>
                  </a:lnTo>
                  <a:lnTo>
                    <a:pt x="12512" y="6025"/>
                  </a:lnTo>
                  <a:lnTo>
                    <a:pt x="12976" y="5986"/>
                  </a:lnTo>
                  <a:lnTo>
                    <a:pt x="13323" y="5870"/>
                  </a:lnTo>
                  <a:lnTo>
                    <a:pt x="13632" y="5754"/>
                  </a:lnTo>
                  <a:lnTo>
                    <a:pt x="13902" y="5600"/>
                  </a:lnTo>
                  <a:lnTo>
                    <a:pt x="14173" y="5407"/>
                  </a:lnTo>
                  <a:lnTo>
                    <a:pt x="14404" y="5214"/>
                  </a:lnTo>
                  <a:lnTo>
                    <a:pt x="14597" y="4982"/>
                  </a:lnTo>
                  <a:lnTo>
                    <a:pt x="14829" y="4712"/>
                  </a:lnTo>
                  <a:lnTo>
                    <a:pt x="14984" y="4441"/>
                  </a:lnTo>
                  <a:lnTo>
                    <a:pt x="14752" y="5252"/>
                  </a:lnTo>
                  <a:lnTo>
                    <a:pt x="14443" y="5986"/>
                  </a:lnTo>
                  <a:lnTo>
                    <a:pt x="14057" y="6720"/>
                  </a:lnTo>
                  <a:lnTo>
                    <a:pt x="13593" y="7415"/>
                  </a:lnTo>
                  <a:lnTo>
                    <a:pt x="13091" y="8071"/>
                  </a:lnTo>
                  <a:lnTo>
                    <a:pt x="12512" y="8650"/>
                  </a:lnTo>
                  <a:lnTo>
                    <a:pt x="11894" y="9191"/>
                  </a:lnTo>
                  <a:lnTo>
                    <a:pt x="11199" y="9693"/>
                  </a:lnTo>
                  <a:lnTo>
                    <a:pt x="10697" y="10002"/>
                  </a:lnTo>
                  <a:lnTo>
                    <a:pt x="10157" y="10272"/>
                  </a:lnTo>
                  <a:lnTo>
                    <a:pt x="9616" y="10465"/>
                  </a:lnTo>
                  <a:lnTo>
                    <a:pt x="9075" y="10658"/>
                  </a:lnTo>
                  <a:lnTo>
                    <a:pt x="8496" y="10774"/>
                  </a:lnTo>
                  <a:lnTo>
                    <a:pt x="7956" y="10890"/>
                  </a:lnTo>
                  <a:lnTo>
                    <a:pt x="7376" y="10929"/>
                  </a:lnTo>
                  <a:lnTo>
                    <a:pt x="6836" y="10929"/>
                  </a:lnTo>
                  <a:lnTo>
                    <a:pt x="6257" y="10890"/>
                  </a:lnTo>
                  <a:lnTo>
                    <a:pt x="5716" y="10774"/>
                  </a:lnTo>
                  <a:lnTo>
                    <a:pt x="5175" y="10620"/>
                  </a:lnTo>
                  <a:lnTo>
                    <a:pt x="4635" y="10465"/>
                  </a:lnTo>
                  <a:lnTo>
                    <a:pt x="4133" y="10195"/>
                  </a:lnTo>
                  <a:lnTo>
                    <a:pt x="3631" y="9925"/>
                  </a:lnTo>
                  <a:lnTo>
                    <a:pt x="3129" y="9577"/>
                  </a:lnTo>
                  <a:lnTo>
                    <a:pt x="2665" y="9191"/>
                  </a:lnTo>
                  <a:lnTo>
                    <a:pt x="2202" y="8766"/>
                  </a:lnTo>
                  <a:lnTo>
                    <a:pt x="1777" y="8303"/>
                  </a:lnTo>
                  <a:lnTo>
                    <a:pt x="1430" y="7801"/>
                  </a:lnTo>
                  <a:lnTo>
                    <a:pt x="1082" y="7260"/>
                  </a:lnTo>
                  <a:lnTo>
                    <a:pt x="812" y="6720"/>
                  </a:lnTo>
                  <a:lnTo>
                    <a:pt x="619" y="6140"/>
                  </a:lnTo>
                  <a:lnTo>
                    <a:pt x="464" y="5523"/>
                  </a:lnTo>
                  <a:lnTo>
                    <a:pt x="426" y="4905"/>
                  </a:lnTo>
                  <a:lnTo>
                    <a:pt x="464" y="4287"/>
                  </a:lnTo>
                  <a:lnTo>
                    <a:pt x="619" y="3708"/>
                  </a:lnTo>
                  <a:lnTo>
                    <a:pt x="812" y="3128"/>
                  </a:lnTo>
                  <a:lnTo>
                    <a:pt x="1121" y="2588"/>
                  </a:lnTo>
                  <a:lnTo>
                    <a:pt x="1468" y="2086"/>
                  </a:lnTo>
                  <a:lnTo>
                    <a:pt x="1893" y="1661"/>
                  </a:lnTo>
                  <a:lnTo>
                    <a:pt x="2356" y="1275"/>
                  </a:lnTo>
                  <a:lnTo>
                    <a:pt x="2897" y="1005"/>
                  </a:lnTo>
                  <a:lnTo>
                    <a:pt x="3476" y="773"/>
                  </a:lnTo>
                  <a:lnTo>
                    <a:pt x="4056" y="618"/>
                  </a:lnTo>
                  <a:lnTo>
                    <a:pt x="4635" y="541"/>
                  </a:lnTo>
                  <a:close/>
                  <a:moveTo>
                    <a:pt x="16876" y="1"/>
                  </a:moveTo>
                  <a:lnTo>
                    <a:pt x="16683" y="39"/>
                  </a:lnTo>
                  <a:lnTo>
                    <a:pt x="16451" y="155"/>
                  </a:lnTo>
                  <a:lnTo>
                    <a:pt x="16258" y="271"/>
                  </a:lnTo>
                  <a:lnTo>
                    <a:pt x="16103" y="425"/>
                  </a:lnTo>
                  <a:lnTo>
                    <a:pt x="15949" y="580"/>
                  </a:lnTo>
                  <a:lnTo>
                    <a:pt x="15833" y="773"/>
                  </a:lnTo>
                  <a:lnTo>
                    <a:pt x="15717" y="1005"/>
                  </a:lnTo>
                  <a:lnTo>
                    <a:pt x="15601" y="1236"/>
                  </a:lnTo>
                  <a:lnTo>
                    <a:pt x="15486" y="1738"/>
                  </a:lnTo>
                  <a:lnTo>
                    <a:pt x="15447" y="2279"/>
                  </a:lnTo>
                  <a:lnTo>
                    <a:pt x="15486" y="2819"/>
                  </a:lnTo>
                  <a:lnTo>
                    <a:pt x="15370" y="2819"/>
                  </a:lnTo>
                  <a:lnTo>
                    <a:pt x="15331" y="2858"/>
                  </a:lnTo>
                  <a:lnTo>
                    <a:pt x="14906" y="2742"/>
                  </a:lnTo>
                  <a:lnTo>
                    <a:pt x="14443" y="2665"/>
                  </a:lnTo>
                  <a:lnTo>
                    <a:pt x="13980" y="2665"/>
                  </a:lnTo>
                  <a:lnTo>
                    <a:pt x="13516" y="2742"/>
                  </a:lnTo>
                  <a:lnTo>
                    <a:pt x="13169" y="2858"/>
                  </a:lnTo>
                  <a:lnTo>
                    <a:pt x="12976" y="2974"/>
                  </a:lnTo>
                  <a:lnTo>
                    <a:pt x="12783" y="3090"/>
                  </a:lnTo>
                  <a:lnTo>
                    <a:pt x="12628" y="3206"/>
                  </a:lnTo>
                  <a:lnTo>
                    <a:pt x="12512" y="3360"/>
                  </a:lnTo>
                  <a:lnTo>
                    <a:pt x="12396" y="3553"/>
                  </a:lnTo>
                  <a:lnTo>
                    <a:pt x="12396" y="3746"/>
                  </a:lnTo>
                  <a:lnTo>
                    <a:pt x="12396" y="3939"/>
                  </a:lnTo>
                  <a:lnTo>
                    <a:pt x="12474" y="4094"/>
                  </a:lnTo>
                  <a:lnTo>
                    <a:pt x="12628" y="4210"/>
                  </a:lnTo>
                  <a:lnTo>
                    <a:pt x="12783" y="4287"/>
                  </a:lnTo>
                  <a:lnTo>
                    <a:pt x="12976" y="4364"/>
                  </a:lnTo>
                  <a:lnTo>
                    <a:pt x="13169" y="4403"/>
                  </a:lnTo>
                  <a:lnTo>
                    <a:pt x="13516" y="4364"/>
                  </a:lnTo>
                  <a:lnTo>
                    <a:pt x="13864" y="4325"/>
                  </a:lnTo>
                  <a:lnTo>
                    <a:pt x="14211" y="4210"/>
                  </a:lnTo>
                  <a:lnTo>
                    <a:pt x="14520" y="4017"/>
                  </a:lnTo>
                  <a:lnTo>
                    <a:pt x="14829" y="3823"/>
                  </a:lnTo>
                  <a:lnTo>
                    <a:pt x="14597" y="4287"/>
                  </a:lnTo>
                  <a:lnTo>
                    <a:pt x="14288" y="4673"/>
                  </a:lnTo>
                  <a:lnTo>
                    <a:pt x="14134" y="4866"/>
                  </a:lnTo>
                  <a:lnTo>
                    <a:pt x="13941" y="5021"/>
                  </a:lnTo>
                  <a:lnTo>
                    <a:pt x="13709" y="5175"/>
                  </a:lnTo>
                  <a:lnTo>
                    <a:pt x="13516" y="5291"/>
                  </a:lnTo>
                  <a:lnTo>
                    <a:pt x="13130" y="5445"/>
                  </a:lnTo>
                  <a:lnTo>
                    <a:pt x="12744" y="5523"/>
                  </a:lnTo>
                  <a:lnTo>
                    <a:pt x="12396" y="5523"/>
                  </a:lnTo>
                  <a:lnTo>
                    <a:pt x="12049" y="5445"/>
                  </a:lnTo>
                  <a:lnTo>
                    <a:pt x="11740" y="5329"/>
                  </a:lnTo>
                  <a:lnTo>
                    <a:pt x="11431" y="5136"/>
                  </a:lnTo>
                  <a:lnTo>
                    <a:pt x="11122" y="4905"/>
                  </a:lnTo>
                  <a:lnTo>
                    <a:pt x="10852" y="4634"/>
                  </a:lnTo>
                  <a:lnTo>
                    <a:pt x="10543" y="4210"/>
                  </a:lnTo>
                  <a:lnTo>
                    <a:pt x="10195" y="3785"/>
                  </a:lnTo>
                  <a:lnTo>
                    <a:pt x="9616" y="2935"/>
                  </a:lnTo>
                  <a:lnTo>
                    <a:pt x="9307" y="2511"/>
                  </a:lnTo>
                  <a:lnTo>
                    <a:pt x="8960" y="2086"/>
                  </a:lnTo>
                  <a:lnTo>
                    <a:pt x="8573" y="1700"/>
                  </a:lnTo>
                  <a:lnTo>
                    <a:pt x="8187" y="1352"/>
                  </a:lnTo>
                  <a:lnTo>
                    <a:pt x="7647" y="966"/>
                  </a:lnTo>
                  <a:lnTo>
                    <a:pt x="7106" y="657"/>
                  </a:lnTo>
                  <a:lnTo>
                    <a:pt x="6527" y="425"/>
                  </a:lnTo>
                  <a:lnTo>
                    <a:pt x="5948" y="271"/>
                  </a:lnTo>
                  <a:lnTo>
                    <a:pt x="5330" y="155"/>
                  </a:lnTo>
                  <a:lnTo>
                    <a:pt x="4751" y="116"/>
                  </a:lnTo>
                  <a:lnTo>
                    <a:pt x="4133" y="155"/>
                  </a:lnTo>
                  <a:lnTo>
                    <a:pt x="3554" y="271"/>
                  </a:lnTo>
                  <a:lnTo>
                    <a:pt x="3283" y="348"/>
                  </a:lnTo>
                  <a:lnTo>
                    <a:pt x="2936" y="464"/>
                  </a:lnTo>
                  <a:lnTo>
                    <a:pt x="2588" y="618"/>
                  </a:lnTo>
                  <a:lnTo>
                    <a:pt x="2279" y="812"/>
                  </a:lnTo>
                  <a:lnTo>
                    <a:pt x="1932" y="1005"/>
                  </a:lnTo>
                  <a:lnTo>
                    <a:pt x="1661" y="1275"/>
                  </a:lnTo>
                  <a:lnTo>
                    <a:pt x="1353" y="1545"/>
                  </a:lnTo>
                  <a:lnTo>
                    <a:pt x="1082" y="1854"/>
                  </a:lnTo>
                  <a:lnTo>
                    <a:pt x="851" y="2163"/>
                  </a:lnTo>
                  <a:lnTo>
                    <a:pt x="542" y="2665"/>
                  </a:lnTo>
                  <a:lnTo>
                    <a:pt x="310" y="3167"/>
                  </a:lnTo>
                  <a:lnTo>
                    <a:pt x="155" y="3669"/>
                  </a:lnTo>
                  <a:lnTo>
                    <a:pt x="78" y="4171"/>
                  </a:lnTo>
                  <a:lnTo>
                    <a:pt x="1" y="4712"/>
                  </a:lnTo>
                  <a:lnTo>
                    <a:pt x="40" y="5214"/>
                  </a:lnTo>
                  <a:lnTo>
                    <a:pt x="78" y="5716"/>
                  </a:lnTo>
                  <a:lnTo>
                    <a:pt x="194" y="6218"/>
                  </a:lnTo>
                  <a:lnTo>
                    <a:pt x="387" y="6720"/>
                  </a:lnTo>
                  <a:lnTo>
                    <a:pt x="580" y="7222"/>
                  </a:lnTo>
                  <a:lnTo>
                    <a:pt x="812" y="7685"/>
                  </a:lnTo>
                  <a:lnTo>
                    <a:pt x="1082" y="8110"/>
                  </a:lnTo>
                  <a:lnTo>
                    <a:pt x="1430" y="8573"/>
                  </a:lnTo>
                  <a:lnTo>
                    <a:pt x="1777" y="8959"/>
                  </a:lnTo>
                  <a:lnTo>
                    <a:pt x="2125" y="9384"/>
                  </a:lnTo>
                  <a:lnTo>
                    <a:pt x="2550" y="9732"/>
                  </a:lnTo>
                  <a:lnTo>
                    <a:pt x="3090" y="10156"/>
                  </a:lnTo>
                  <a:lnTo>
                    <a:pt x="3631" y="10504"/>
                  </a:lnTo>
                  <a:lnTo>
                    <a:pt x="4210" y="10774"/>
                  </a:lnTo>
                  <a:lnTo>
                    <a:pt x="4789" y="11044"/>
                  </a:lnTo>
                  <a:lnTo>
                    <a:pt x="5407" y="11199"/>
                  </a:lnTo>
                  <a:lnTo>
                    <a:pt x="6025" y="11353"/>
                  </a:lnTo>
                  <a:lnTo>
                    <a:pt x="6643" y="11392"/>
                  </a:lnTo>
                  <a:lnTo>
                    <a:pt x="7261" y="11431"/>
                  </a:lnTo>
                  <a:lnTo>
                    <a:pt x="7338" y="11585"/>
                  </a:lnTo>
                  <a:lnTo>
                    <a:pt x="7647" y="11392"/>
                  </a:lnTo>
                  <a:lnTo>
                    <a:pt x="8458" y="11315"/>
                  </a:lnTo>
                  <a:lnTo>
                    <a:pt x="9269" y="11122"/>
                  </a:lnTo>
                  <a:lnTo>
                    <a:pt x="10079" y="10813"/>
                  </a:lnTo>
                  <a:lnTo>
                    <a:pt x="10852" y="10465"/>
                  </a:lnTo>
                  <a:lnTo>
                    <a:pt x="11547" y="10040"/>
                  </a:lnTo>
                  <a:lnTo>
                    <a:pt x="12165" y="9577"/>
                  </a:lnTo>
                  <a:lnTo>
                    <a:pt x="12435" y="9384"/>
                  </a:lnTo>
                  <a:lnTo>
                    <a:pt x="13053" y="8805"/>
                  </a:lnTo>
                  <a:lnTo>
                    <a:pt x="13632" y="8187"/>
                  </a:lnTo>
                  <a:lnTo>
                    <a:pt x="14134" y="7492"/>
                  </a:lnTo>
                  <a:lnTo>
                    <a:pt x="14597" y="6797"/>
                  </a:lnTo>
                  <a:lnTo>
                    <a:pt x="14945" y="6025"/>
                  </a:lnTo>
                  <a:lnTo>
                    <a:pt x="15099" y="5638"/>
                  </a:lnTo>
                  <a:lnTo>
                    <a:pt x="15254" y="5214"/>
                  </a:lnTo>
                  <a:lnTo>
                    <a:pt x="15331" y="4827"/>
                  </a:lnTo>
                  <a:lnTo>
                    <a:pt x="15408" y="4403"/>
                  </a:lnTo>
                  <a:lnTo>
                    <a:pt x="15486" y="4017"/>
                  </a:lnTo>
                  <a:lnTo>
                    <a:pt x="15486" y="3592"/>
                  </a:lnTo>
                  <a:lnTo>
                    <a:pt x="15679" y="4055"/>
                  </a:lnTo>
                  <a:lnTo>
                    <a:pt x="15949" y="4480"/>
                  </a:lnTo>
                  <a:lnTo>
                    <a:pt x="16258" y="4866"/>
                  </a:lnTo>
                  <a:lnTo>
                    <a:pt x="16605" y="5214"/>
                  </a:lnTo>
                  <a:lnTo>
                    <a:pt x="16760" y="5368"/>
                  </a:lnTo>
                  <a:lnTo>
                    <a:pt x="16992" y="5484"/>
                  </a:lnTo>
                  <a:lnTo>
                    <a:pt x="17185" y="5561"/>
                  </a:lnTo>
                  <a:lnTo>
                    <a:pt x="17416" y="5638"/>
                  </a:lnTo>
                  <a:lnTo>
                    <a:pt x="17609" y="5677"/>
                  </a:lnTo>
                  <a:lnTo>
                    <a:pt x="17841" y="5638"/>
                  </a:lnTo>
                  <a:lnTo>
                    <a:pt x="18034" y="5523"/>
                  </a:lnTo>
                  <a:lnTo>
                    <a:pt x="18189" y="5329"/>
                  </a:lnTo>
                  <a:lnTo>
                    <a:pt x="18304" y="5136"/>
                  </a:lnTo>
                  <a:lnTo>
                    <a:pt x="18343" y="4943"/>
                  </a:lnTo>
                  <a:lnTo>
                    <a:pt x="18304" y="4712"/>
                  </a:lnTo>
                  <a:lnTo>
                    <a:pt x="18266" y="4519"/>
                  </a:lnTo>
                  <a:lnTo>
                    <a:pt x="18189" y="4287"/>
                  </a:lnTo>
                  <a:lnTo>
                    <a:pt x="18073" y="4132"/>
                  </a:lnTo>
                  <a:lnTo>
                    <a:pt x="17957" y="3939"/>
                  </a:lnTo>
                  <a:lnTo>
                    <a:pt x="17802" y="3785"/>
                  </a:lnTo>
                  <a:lnTo>
                    <a:pt x="17648" y="3630"/>
                  </a:lnTo>
                  <a:lnTo>
                    <a:pt x="17416" y="3476"/>
                  </a:lnTo>
                  <a:lnTo>
                    <a:pt x="16953" y="3244"/>
                  </a:lnTo>
                  <a:lnTo>
                    <a:pt x="16490" y="3051"/>
                  </a:lnTo>
                  <a:lnTo>
                    <a:pt x="15988" y="2935"/>
                  </a:lnTo>
                  <a:lnTo>
                    <a:pt x="16412" y="2781"/>
                  </a:lnTo>
                  <a:lnTo>
                    <a:pt x="16837" y="2511"/>
                  </a:lnTo>
                  <a:lnTo>
                    <a:pt x="17185" y="2202"/>
                  </a:lnTo>
                  <a:lnTo>
                    <a:pt x="17494" y="1816"/>
                  </a:lnTo>
                  <a:lnTo>
                    <a:pt x="17609" y="1584"/>
                  </a:lnTo>
                  <a:lnTo>
                    <a:pt x="17725" y="1352"/>
                  </a:lnTo>
                  <a:lnTo>
                    <a:pt x="17764" y="1082"/>
                  </a:lnTo>
                  <a:lnTo>
                    <a:pt x="17802" y="850"/>
                  </a:lnTo>
                  <a:lnTo>
                    <a:pt x="17802" y="580"/>
                  </a:lnTo>
                  <a:lnTo>
                    <a:pt x="17725" y="387"/>
                  </a:lnTo>
                  <a:lnTo>
                    <a:pt x="17571" y="194"/>
                  </a:lnTo>
                  <a:lnTo>
                    <a:pt x="17455" y="116"/>
                  </a:lnTo>
                  <a:lnTo>
                    <a:pt x="17339" y="39"/>
                  </a:lnTo>
                  <a:lnTo>
                    <a:pt x="171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5"/>
            <p:cNvSpPr/>
            <p:nvPr/>
          </p:nvSpPr>
          <p:spPr>
            <a:xfrm>
              <a:off x="319200" y="3515375"/>
              <a:ext cx="324400" cy="208550"/>
            </a:xfrm>
            <a:custGeom>
              <a:avLst/>
              <a:gdLst/>
              <a:ahLst/>
              <a:cxnLst/>
              <a:rect l="l" t="t" r="r" b="b"/>
              <a:pathLst>
                <a:path w="12976" h="8342" extrusionOk="0">
                  <a:moveTo>
                    <a:pt x="6758" y="309"/>
                  </a:moveTo>
                  <a:lnTo>
                    <a:pt x="6874" y="348"/>
                  </a:lnTo>
                  <a:lnTo>
                    <a:pt x="7029" y="387"/>
                  </a:lnTo>
                  <a:lnTo>
                    <a:pt x="7222" y="502"/>
                  </a:lnTo>
                  <a:lnTo>
                    <a:pt x="7299" y="502"/>
                  </a:lnTo>
                  <a:lnTo>
                    <a:pt x="7453" y="773"/>
                  </a:lnTo>
                  <a:lnTo>
                    <a:pt x="7569" y="1043"/>
                  </a:lnTo>
                  <a:lnTo>
                    <a:pt x="7608" y="1352"/>
                  </a:lnTo>
                  <a:lnTo>
                    <a:pt x="7569" y="1661"/>
                  </a:lnTo>
                  <a:lnTo>
                    <a:pt x="7492" y="1970"/>
                  </a:lnTo>
                  <a:lnTo>
                    <a:pt x="7415" y="2240"/>
                  </a:lnTo>
                  <a:lnTo>
                    <a:pt x="7222" y="2858"/>
                  </a:lnTo>
                  <a:lnTo>
                    <a:pt x="6411" y="4905"/>
                  </a:lnTo>
                  <a:lnTo>
                    <a:pt x="6411" y="4943"/>
                  </a:lnTo>
                  <a:lnTo>
                    <a:pt x="6295" y="4943"/>
                  </a:lnTo>
                  <a:lnTo>
                    <a:pt x="6218" y="3978"/>
                  </a:lnTo>
                  <a:lnTo>
                    <a:pt x="6140" y="2974"/>
                  </a:lnTo>
                  <a:lnTo>
                    <a:pt x="6140" y="1854"/>
                  </a:lnTo>
                  <a:lnTo>
                    <a:pt x="6179" y="1352"/>
                  </a:lnTo>
                  <a:lnTo>
                    <a:pt x="6218" y="1043"/>
                  </a:lnTo>
                  <a:lnTo>
                    <a:pt x="6295" y="734"/>
                  </a:lnTo>
                  <a:lnTo>
                    <a:pt x="6449" y="502"/>
                  </a:lnTo>
                  <a:lnTo>
                    <a:pt x="6527" y="425"/>
                  </a:lnTo>
                  <a:lnTo>
                    <a:pt x="6642" y="348"/>
                  </a:lnTo>
                  <a:lnTo>
                    <a:pt x="6758" y="309"/>
                  </a:lnTo>
                  <a:close/>
                  <a:moveTo>
                    <a:pt x="11971" y="4711"/>
                  </a:moveTo>
                  <a:lnTo>
                    <a:pt x="12087" y="4750"/>
                  </a:lnTo>
                  <a:lnTo>
                    <a:pt x="12164" y="4827"/>
                  </a:lnTo>
                  <a:lnTo>
                    <a:pt x="12280" y="4905"/>
                  </a:lnTo>
                  <a:lnTo>
                    <a:pt x="12319" y="4982"/>
                  </a:lnTo>
                  <a:lnTo>
                    <a:pt x="12396" y="5136"/>
                  </a:lnTo>
                  <a:lnTo>
                    <a:pt x="12435" y="5484"/>
                  </a:lnTo>
                  <a:lnTo>
                    <a:pt x="12319" y="5600"/>
                  </a:lnTo>
                  <a:lnTo>
                    <a:pt x="12126" y="5677"/>
                  </a:lnTo>
                  <a:lnTo>
                    <a:pt x="11933" y="5754"/>
                  </a:lnTo>
                  <a:lnTo>
                    <a:pt x="11701" y="5793"/>
                  </a:lnTo>
                  <a:lnTo>
                    <a:pt x="11199" y="5831"/>
                  </a:lnTo>
                  <a:lnTo>
                    <a:pt x="10041" y="5831"/>
                  </a:lnTo>
                  <a:lnTo>
                    <a:pt x="9230" y="5754"/>
                  </a:lnTo>
                  <a:lnTo>
                    <a:pt x="8612" y="5677"/>
                  </a:lnTo>
                  <a:lnTo>
                    <a:pt x="7994" y="5561"/>
                  </a:lnTo>
                  <a:lnTo>
                    <a:pt x="6758" y="5252"/>
                  </a:lnTo>
                  <a:lnTo>
                    <a:pt x="7955" y="5020"/>
                  </a:lnTo>
                  <a:lnTo>
                    <a:pt x="9191" y="4866"/>
                  </a:lnTo>
                  <a:lnTo>
                    <a:pt x="9925" y="4789"/>
                  </a:lnTo>
                  <a:lnTo>
                    <a:pt x="10658" y="4750"/>
                  </a:lnTo>
                  <a:lnTo>
                    <a:pt x="11353" y="4711"/>
                  </a:lnTo>
                  <a:close/>
                  <a:moveTo>
                    <a:pt x="5638" y="5754"/>
                  </a:moveTo>
                  <a:lnTo>
                    <a:pt x="4557" y="6449"/>
                  </a:lnTo>
                  <a:lnTo>
                    <a:pt x="3437" y="7106"/>
                  </a:lnTo>
                  <a:lnTo>
                    <a:pt x="2820" y="7376"/>
                  </a:lnTo>
                  <a:lnTo>
                    <a:pt x="2202" y="7685"/>
                  </a:lnTo>
                  <a:lnTo>
                    <a:pt x="1816" y="7801"/>
                  </a:lnTo>
                  <a:lnTo>
                    <a:pt x="1429" y="7917"/>
                  </a:lnTo>
                  <a:lnTo>
                    <a:pt x="1120" y="7955"/>
                  </a:lnTo>
                  <a:lnTo>
                    <a:pt x="927" y="7917"/>
                  </a:lnTo>
                  <a:lnTo>
                    <a:pt x="850" y="7878"/>
                  </a:lnTo>
                  <a:lnTo>
                    <a:pt x="773" y="7801"/>
                  </a:lnTo>
                  <a:lnTo>
                    <a:pt x="734" y="7685"/>
                  </a:lnTo>
                  <a:lnTo>
                    <a:pt x="696" y="7530"/>
                  </a:lnTo>
                  <a:lnTo>
                    <a:pt x="696" y="7376"/>
                  </a:lnTo>
                  <a:lnTo>
                    <a:pt x="696" y="7221"/>
                  </a:lnTo>
                  <a:lnTo>
                    <a:pt x="734" y="7144"/>
                  </a:lnTo>
                  <a:lnTo>
                    <a:pt x="812" y="7067"/>
                  </a:lnTo>
                  <a:lnTo>
                    <a:pt x="1005" y="6990"/>
                  </a:lnTo>
                  <a:lnTo>
                    <a:pt x="1275" y="6874"/>
                  </a:lnTo>
                  <a:lnTo>
                    <a:pt x="1893" y="6642"/>
                  </a:lnTo>
                  <a:lnTo>
                    <a:pt x="2742" y="6449"/>
                  </a:lnTo>
                  <a:lnTo>
                    <a:pt x="3592" y="6295"/>
                  </a:lnTo>
                  <a:lnTo>
                    <a:pt x="4634" y="6063"/>
                  </a:lnTo>
                  <a:lnTo>
                    <a:pt x="5136" y="5909"/>
                  </a:lnTo>
                  <a:lnTo>
                    <a:pt x="5638" y="5754"/>
                  </a:lnTo>
                  <a:close/>
                  <a:moveTo>
                    <a:pt x="6951" y="0"/>
                  </a:moveTo>
                  <a:lnTo>
                    <a:pt x="6720" y="39"/>
                  </a:lnTo>
                  <a:lnTo>
                    <a:pt x="6527" y="116"/>
                  </a:lnTo>
                  <a:lnTo>
                    <a:pt x="6333" y="232"/>
                  </a:lnTo>
                  <a:lnTo>
                    <a:pt x="6140" y="425"/>
                  </a:lnTo>
                  <a:lnTo>
                    <a:pt x="5986" y="618"/>
                  </a:lnTo>
                  <a:lnTo>
                    <a:pt x="5909" y="811"/>
                  </a:lnTo>
                  <a:lnTo>
                    <a:pt x="5793" y="1275"/>
                  </a:lnTo>
                  <a:lnTo>
                    <a:pt x="5793" y="1777"/>
                  </a:lnTo>
                  <a:lnTo>
                    <a:pt x="5831" y="2742"/>
                  </a:lnTo>
                  <a:lnTo>
                    <a:pt x="5909" y="3901"/>
                  </a:lnTo>
                  <a:lnTo>
                    <a:pt x="5986" y="4480"/>
                  </a:lnTo>
                  <a:lnTo>
                    <a:pt x="6063" y="5020"/>
                  </a:lnTo>
                  <a:lnTo>
                    <a:pt x="6025" y="5136"/>
                  </a:lnTo>
                  <a:lnTo>
                    <a:pt x="6063" y="5252"/>
                  </a:lnTo>
                  <a:lnTo>
                    <a:pt x="5523" y="5445"/>
                  </a:lnTo>
                  <a:lnTo>
                    <a:pt x="4982" y="5561"/>
                  </a:lnTo>
                  <a:lnTo>
                    <a:pt x="3939" y="5831"/>
                  </a:lnTo>
                  <a:lnTo>
                    <a:pt x="2858" y="6024"/>
                  </a:lnTo>
                  <a:lnTo>
                    <a:pt x="2318" y="6179"/>
                  </a:lnTo>
                  <a:lnTo>
                    <a:pt x="1777" y="6295"/>
                  </a:lnTo>
                  <a:lnTo>
                    <a:pt x="1198" y="6488"/>
                  </a:lnTo>
                  <a:lnTo>
                    <a:pt x="850" y="6642"/>
                  </a:lnTo>
                  <a:lnTo>
                    <a:pt x="503" y="6835"/>
                  </a:lnTo>
                  <a:lnTo>
                    <a:pt x="232" y="7028"/>
                  </a:lnTo>
                  <a:lnTo>
                    <a:pt x="116" y="7144"/>
                  </a:lnTo>
                  <a:lnTo>
                    <a:pt x="39" y="7299"/>
                  </a:lnTo>
                  <a:lnTo>
                    <a:pt x="1" y="7415"/>
                  </a:lnTo>
                  <a:lnTo>
                    <a:pt x="1" y="7569"/>
                  </a:lnTo>
                  <a:lnTo>
                    <a:pt x="39" y="7723"/>
                  </a:lnTo>
                  <a:lnTo>
                    <a:pt x="116" y="7917"/>
                  </a:lnTo>
                  <a:lnTo>
                    <a:pt x="232" y="8032"/>
                  </a:lnTo>
                  <a:lnTo>
                    <a:pt x="348" y="8148"/>
                  </a:lnTo>
                  <a:lnTo>
                    <a:pt x="503" y="8225"/>
                  </a:lnTo>
                  <a:lnTo>
                    <a:pt x="618" y="8264"/>
                  </a:lnTo>
                  <a:lnTo>
                    <a:pt x="927" y="8341"/>
                  </a:lnTo>
                  <a:lnTo>
                    <a:pt x="1275" y="8341"/>
                  </a:lnTo>
                  <a:lnTo>
                    <a:pt x="1622" y="8303"/>
                  </a:lnTo>
                  <a:lnTo>
                    <a:pt x="1931" y="8187"/>
                  </a:lnTo>
                  <a:lnTo>
                    <a:pt x="2549" y="7994"/>
                  </a:lnTo>
                  <a:lnTo>
                    <a:pt x="3553" y="7530"/>
                  </a:lnTo>
                  <a:lnTo>
                    <a:pt x="4519" y="6990"/>
                  </a:lnTo>
                  <a:lnTo>
                    <a:pt x="5445" y="6372"/>
                  </a:lnTo>
                  <a:lnTo>
                    <a:pt x="5909" y="6063"/>
                  </a:lnTo>
                  <a:lnTo>
                    <a:pt x="6333" y="5715"/>
                  </a:lnTo>
                  <a:lnTo>
                    <a:pt x="6527" y="6102"/>
                  </a:lnTo>
                  <a:lnTo>
                    <a:pt x="6642" y="6295"/>
                  </a:lnTo>
                  <a:lnTo>
                    <a:pt x="6758" y="6449"/>
                  </a:lnTo>
                  <a:lnTo>
                    <a:pt x="7029" y="6372"/>
                  </a:lnTo>
                  <a:lnTo>
                    <a:pt x="7029" y="6333"/>
                  </a:lnTo>
                  <a:lnTo>
                    <a:pt x="6835" y="5986"/>
                  </a:lnTo>
                  <a:lnTo>
                    <a:pt x="6758" y="5831"/>
                  </a:lnTo>
                  <a:lnTo>
                    <a:pt x="6720" y="5638"/>
                  </a:lnTo>
                  <a:lnTo>
                    <a:pt x="6720" y="5561"/>
                  </a:lnTo>
                  <a:lnTo>
                    <a:pt x="7569" y="5831"/>
                  </a:lnTo>
                  <a:lnTo>
                    <a:pt x="8496" y="6063"/>
                  </a:lnTo>
                  <a:lnTo>
                    <a:pt x="9384" y="6179"/>
                  </a:lnTo>
                  <a:lnTo>
                    <a:pt x="10311" y="6217"/>
                  </a:lnTo>
                  <a:lnTo>
                    <a:pt x="11006" y="6217"/>
                  </a:lnTo>
                  <a:lnTo>
                    <a:pt x="11469" y="6179"/>
                  </a:lnTo>
                  <a:lnTo>
                    <a:pt x="11933" y="6140"/>
                  </a:lnTo>
                  <a:lnTo>
                    <a:pt x="12357" y="5986"/>
                  </a:lnTo>
                  <a:lnTo>
                    <a:pt x="12512" y="5909"/>
                  </a:lnTo>
                  <a:lnTo>
                    <a:pt x="12666" y="5793"/>
                  </a:lnTo>
                  <a:lnTo>
                    <a:pt x="12821" y="5677"/>
                  </a:lnTo>
                  <a:lnTo>
                    <a:pt x="12898" y="5522"/>
                  </a:lnTo>
                  <a:lnTo>
                    <a:pt x="12975" y="5368"/>
                  </a:lnTo>
                  <a:lnTo>
                    <a:pt x="12975" y="5175"/>
                  </a:lnTo>
                  <a:lnTo>
                    <a:pt x="12975" y="4982"/>
                  </a:lnTo>
                  <a:lnTo>
                    <a:pt x="12898" y="4827"/>
                  </a:lnTo>
                  <a:lnTo>
                    <a:pt x="12821" y="4711"/>
                  </a:lnTo>
                  <a:lnTo>
                    <a:pt x="12744" y="4634"/>
                  </a:lnTo>
                  <a:lnTo>
                    <a:pt x="12628" y="4518"/>
                  </a:lnTo>
                  <a:lnTo>
                    <a:pt x="12473" y="4480"/>
                  </a:lnTo>
                  <a:lnTo>
                    <a:pt x="12164" y="4364"/>
                  </a:lnTo>
                  <a:lnTo>
                    <a:pt x="11817" y="4325"/>
                  </a:lnTo>
                  <a:lnTo>
                    <a:pt x="11469" y="4325"/>
                  </a:lnTo>
                  <a:lnTo>
                    <a:pt x="10890" y="4364"/>
                  </a:lnTo>
                  <a:lnTo>
                    <a:pt x="9847" y="4403"/>
                  </a:lnTo>
                  <a:lnTo>
                    <a:pt x="8843" y="4480"/>
                  </a:lnTo>
                  <a:lnTo>
                    <a:pt x="7839" y="4634"/>
                  </a:lnTo>
                  <a:lnTo>
                    <a:pt x="6835" y="4827"/>
                  </a:lnTo>
                  <a:lnTo>
                    <a:pt x="7376" y="3476"/>
                  </a:lnTo>
                  <a:lnTo>
                    <a:pt x="7646" y="2742"/>
                  </a:lnTo>
                  <a:lnTo>
                    <a:pt x="7839" y="2047"/>
                  </a:lnTo>
                  <a:lnTo>
                    <a:pt x="7917" y="1815"/>
                  </a:lnTo>
                  <a:lnTo>
                    <a:pt x="7917" y="1545"/>
                  </a:lnTo>
                  <a:lnTo>
                    <a:pt x="7917" y="1313"/>
                  </a:lnTo>
                  <a:lnTo>
                    <a:pt x="7878" y="1082"/>
                  </a:lnTo>
                  <a:lnTo>
                    <a:pt x="7801" y="850"/>
                  </a:lnTo>
                  <a:lnTo>
                    <a:pt x="7685" y="618"/>
                  </a:lnTo>
                  <a:lnTo>
                    <a:pt x="7531" y="425"/>
                  </a:lnTo>
                  <a:lnTo>
                    <a:pt x="7337" y="271"/>
                  </a:lnTo>
                  <a:lnTo>
                    <a:pt x="7260" y="155"/>
                  </a:lnTo>
                  <a:lnTo>
                    <a:pt x="7144" y="78"/>
                  </a:lnTo>
                  <a:lnTo>
                    <a:pt x="695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Google Shape;886;p5"/>
            <p:cNvSpPr/>
            <p:nvPr/>
          </p:nvSpPr>
          <p:spPr>
            <a:xfrm>
              <a:off x="5978200" y="1074925"/>
              <a:ext cx="144850" cy="162200"/>
            </a:xfrm>
            <a:custGeom>
              <a:avLst/>
              <a:gdLst/>
              <a:ahLst/>
              <a:cxnLst/>
              <a:rect l="l" t="t" r="r" b="b"/>
              <a:pathLst>
                <a:path w="5794" h="6488" extrusionOk="0">
                  <a:moveTo>
                    <a:pt x="2241" y="425"/>
                  </a:moveTo>
                  <a:lnTo>
                    <a:pt x="2781" y="464"/>
                  </a:lnTo>
                  <a:lnTo>
                    <a:pt x="3283" y="580"/>
                  </a:lnTo>
                  <a:lnTo>
                    <a:pt x="3747" y="734"/>
                  </a:lnTo>
                  <a:lnTo>
                    <a:pt x="4171" y="1004"/>
                  </a:lnTo>
                  <a:lnTo>
                    <a:pt x="4558" y="1313"/>
                  </a:lnTo>
                  <a:lnTo>
                    <a:pt x="4751" y="1506"/>
                  </a:lnTo>
                  <a:lnTo>
                    <a:pt x="4905" y="1738"/>
                  </a:lnTo>
                  <a:lnTo>
                    <a:pt x="5021" y="1931"/>
                  </a:lnTo>
                  <a:lnTo>
                    <a:pt x="5137" y="2163"/>
                  </a:lnTo>
                  <a:lnTo>
                    <a:pt x="5214" y="2433"/>
                  </a:lnTo>
                  <a:lnTo>
                    <a:pt x="5291" y="2703"/>
                  </a:lnTo>
                  <a:lnTo>
                    <a:pt x="5330" y="3167"/>
                  </a:lnTo>
                  <a:lnTo>
                    <a:pt x="5330" y="3630"/>
                  </a:lnTo>
                  <a:lnTo>
                    <a:pt x="5214" y="4132"/>
                  </a:lnTo>
                  <a:lnTo>
                    <a:pt x="5021" y="4557"/>
                  </a:lnTo>
                  <a:lnTo>
                    <a:pt x="4789" y="4982"/>
                  </a:lnTo>
                  <a:lnTo>
                    <a:pt x="4480" y="5329"/>
                  </a:lnTo>
                  <a:lnTo>
                    <a:pt x="4287" y="5484"/>
                  </a:lnTo>
                  <a:lnTo>
                    <a:pt x="4094" y="5638"/>
                  </a:lnTo>
                  <a:lnTo>
                    <a:pt x="3901" y="5754"/>
                  </a:lnTo>
                  <a:lnTo>
                    <a:pt x="3669" y="5831"/>
                  </a:lnTo>
                  <a:lnTo>
                    <a:pt x="3360" y="5947"/>
                  </a:lnTo>
                  <a:lnTo>
                    <a:pt x="3090" y="5986"/>
                  </a:lnTo>
                  <a:lnTo>
                    <a:pt x="2820" y="6024"/>
                  </a:lnTo>
                  <a:lnTo>
                    <a:pt x="2550" y="5986"/>
                  </a:lnTo>
                  <a:lnTo>
                    <a:pt x="2279" y="5947"/>
                  </a:lnTo>
                  <a:lnTo>
                    <a:pt x="2048" y="5870"/>
                  </a:lnTo>
                  <a:lnTo>
                    <a:pt x="1855" y="5754"/>
                  </a:lnTo>
                  <a:lnTo>
                    <a:pt x="1623" y="5638"/>
                  </a:lnTo>
                  <a:lnTo>
                    <a:pt x="1430" y="5484"/>
                  </a:lnTo>
                  <a:lnTo>
                    <a:pt x="1275" y="5291"/>
                  </a:lnTo>
                  <a:lnTo>
                    <a:pt x="1082" y="5097"/>
                  </a:lnTo>
                  <a:lnTo>
                    <a:pt x="966" y="4904"/>
                  </a:lnTo>
                  <a:lnTo>
                    <a:pt x="696" y="4441"/>
                  </a:lnTo>
                  <a:lnTo>
                    <a:pt x="542" y="3900"/>
                  </a:lnTo>
                  <a:lnTo>
                    <a:pt x="426" y="3398"/>
                  </a:lnTo>
                  <a:lnTo>
                    <a:pt x="426" y="2858"/>
                  </a:lnTo>
                  <a:lnTo>
                    <a:pt x="503" y="2317"/>
                  </a:lnTo>
                  <a:lnTo>
                    <a:pt x="542" y="2047"/>
                  </a:lnTo>
                  <a:lnTo>
                    <a:pt x="657" y="1815"/>
                  </a:lnTo>
                  <a:lnTo>
                    <a:pt x="735" y="1584"/>
                  </a:lnTo>
                  <a:lnTo>
                    <a:pt x="889" y="1352"/>
                  </a:lnTo>
                  <a:lnTo>
                    <a:pt x="1044" y="1159"/>
                  </a:lnTo>
                  <a:lnTo>
                    <a:pt x="1237" y="1004"/>
                  </a:lnTo>
                  <a:lnTo>
                    <a:pt x="1430" y="811"/>
                  </a:lnTo>
                  <a:lnTo>
                    <a:pt x="1661" y="695"/>
                  </a:lnTo>
                  <a:lnTo>
                    <a:pt x="1893" y="580"/>
                  </a:lnTo>
                  <a:lnTo>
                    <a:pt x="2202" y="502"/>
                  </a:lnTo>
                  <a:lnTo>
                    <a:pt x="2241" y="464"/>
                  </a:lnTo>
                  <a:lnTo>
                    <a:pt x="2241" y="425"/>
                  </a:lnTo>
                  <a:close/>
                  <a:moveTo>
                    <a:pt x="2279" y="0"/>
                  </a:moveTo>
                  <a:lnTo>
                    <a:pt x="1970" y="39"/>
                  </a:lnTo>
                  <a:lnTo>
                    <a:pt x="1893" y="78"/>
                  </a:lnTo>
                  <a:lnTo>
                    <a:pt x="1816" y="116"/>
                  </a:lnTo>
                  <a:lnTo>
                    <a:pt x="1816" y="193"/>
                  </a:lnTo>
                  <a:lnTo>
                    <a:pt x="1816" y="271"/>
                  </a:lnTo>
                  <a:lnTo>
                    <a:pt x="1507" y="348"/>
                  </a:lnTo>
                  <a:lnTo>
                    <a:pt x="1275" y="464"/>
                  </a:lnTo>
                  <a:lnTo>
                    <a:pt x="1044" y="618"/>
                  </a:lnTo>
                  <a:lnTo>
                    <a:pt x="812" y="773"/>
                  </a:lnTo>
                  <a:lnTo>
                    <a:pt x="619" y="966"/>
                  </a:lnTo>
                  <a:lnTo>
                    <a:pt x="464" y="1197"/>
                  </a:lnTo>
                  <a:lnTo>
                    <a:pt x="349" y="1429"/>
                  </a:lnTo>
                  <a:lnTo>
                    <a:pt x="233" y="1661"/>
                  </a:lnTo>
                  <a:lnTo>
                    <a:pt x="117" y="1931"/>
                  </a:lnTo>
                  <a:lnTo>
                    <a:pt x="78" y="2201"/>
                  </a:lnTo>
                  <a:lnTo>
                    <a:pt x="1" y="2781"/>
                  </a:lnTo>
                  <a:lnTo>
                    <a:pt x="1" y="3360"/>
                  </a:lnTo>
                  <a:lnTo>
                    <a:pt x="78" y="3900"/>
                  </a:lnTo>
                  <a:lnTo>
                    <a:pt x="271" y="4518"/>
                  </a:lnTo>
                  <a:lnTo>
                    <a:pt x="387" y="4827"/>
                  </a:lnTo>
                  <a:lnTo>
                    <a:pt x="542" y="5097"/>
                  </a:lnTo>
                  <a:lnTo>
                    <a:pt x="696" y="5329"/>
                  </a:lnTo>
                  <a:lnTo>
                    <a:pt x="851" y="5561"/>
                  </a:lnTo>
                  <a:lnTo>
                    <a:pt x="1082" y="5793"/>
                  </a:lnTo>
                  <a:lnTo>
                    <a:pt x="1275" y="5986"/>
                  </a:lnTo>
                  <a:lnTo>
                    <a:pt x="1507" y="6140"/>
                  </a:lnTo>
                  <a:lnTo>
                    <a:pt x="1739" y="6256"/>
                  </a:lnTo>
                  <a:lnTo>
                    <a:pt x="2009" y="6372"/>
                  </a:lnTo>
                  <a:lnTo>
                    <a:pt x="2279" y="6449"/>
                  </a:lnTo>
                  <a:lnTo>
                    <a:pt x="2588" y="6488"/>
                  </a:lnTo>
                  <a:lnTo>
                    <a:pt x="2897" y="6488"/>
                  </a:lnTo>
                  <a:lnTo>
                    <a:pt x="3206" y="6449"/>
                  </a:lnTo>
                  <a:lnTo>
                    <a:pt x="3554" y="6372"/>
                  </a:lnTo>
                  <a:lnTo>
                    <a:pt x="3862" y="6256"/>
                  </a:lnTo>
                  <a:lnTo>
                    <a:pt x="4133" y="6140"/>
                  </a:lnTo>
                  <a:lnTo>
                    <a:pt x="4403" y="5986"/>
                  </a:lnTo>
                  <a:lnTo>
                    <a:pt x="4635" y="5793"/>
                  </a:lnTo>
                  <a:lnTo>
                    <a:pt x="4866" y="5599"/>
                  </a:lnTo>
                  <a:lnTo>
                    <a:pt x="5060" y="5368"/>
                  </a:lnTo>
                  <a:lnTo>
                    <a:pt x="5214" y="5136"/>
                  </a:lnTo>
                  <a:lnTo>
                    <a:pt x="5368" y="4866"/>
                  </a:lnTo>
                  <a:lnTo>
                    <a:pt x="5523" y="4634"/>
                  </a:lnTo>
                  <a:lnTo>
                    <a:pt x="5639" y="4325"/>
                  </a:lnTo>
                  <a:lnTo>
                    <a:pt x="5716" y="4055"/>
                  </a:lnTo>
                  <a:lnTo>
                    <a:pt x="5755" y="3746"/>
                  </a:lnTo>
                  <a:lnTo>
                    <a:pt x="5793" y="3437"/>
                  </a:lnTo>
                  <a:lnTo>
                    <a:pt x="5793" y="3128"/>
                  </a:lnTo>
                  <a:lnTo>
                    <a:pt x="5793" y="2858"/>
                  </a:lnTo>
                  <a:lnTo>
                    <a:pt x="5716" y="2549"/>
                  </a:lnTo>
                  <a:lnTo>
                    <a:pt x="5639" y="2240"/>
                  </a:lnTo>
                  <a:lnTo>
                    <a:pt x="5523" y="1931"/>
                  </a:lnTo>
                  <a:lnTo>
                    <a:pt x="5368" y="1661"/>
                  </a:lnTo>
                  <a:lnTo>
                    <a:pt x="5214" y="1390"/>
                  </a:lnTo>
                  <a:lnTo>
                    <a:pt x="5021" y="1159"/>
                  </a:lnTo>
                  <a:lnTo>
                    <a:pt x="4828" y="927"/>
                  </a:lnTo>
                  <a:lnTo>
                    <a:pt x="4596" y="734"/>
                  </a:lnTo>
                  <a:lnTo>
                    <a:pt x="4326" y="541"/>
                  </a:lnTo>
                  <a:lnTo>
                    <a:pt x="4094" y="386"/>
                  </a:lnTo>
                  <a:lnTo>
                    <a:pt x="3824" y="271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Google Shape;887;p5"/>
            <p:cNvSpPr/>
            <p:nvPr/>
          </p:nvSpPr>
          <p:spPr>
            <a:xfrm>
              <a:off x="6055450" y="1230350"/>
              <a:ext cx="302175" cy="155450"/>
            </a:xfrm>
            <a:custGeom>
              <a:avLst/>
              <a:gdLst/>
              <a:ahLst/>
              <a:cxnLst/>
              <a:rect l="l" t="t" r="r" b="b"/>
              <a:pathLst>
                <a:path w="12087" h="6218" extrusionOk="0">
                  <a:moveTo>
                    <a:pt x="11739" y="0"/>
                  </a:moveTo>
                  <a:lnTo>
                    <a:pt x="11662" y="39"/>
                  </a:lnTo>
                  <a:lnTo>
                    <a:pt x="11585" y="78"/>
                  </a:lnTo>
                  <a:lnTo>
                    <a:pt x="11507" y="116"/>
                  </a:lnTo>
                  <a:lnTo>
                    <a:pt x="11469" y="232"/>
                  </a:lnTo>
                  <a:lnTo>
                    <a:pt x="11469" y="309"/>
                  </a:lnTo>
                  <a:lnTo>
                    <a:pt x="11507" y="425"/>
                  </a:lnTo>
                  <a:lnTo>
                    <a:pt x="11585" y="580"/>
                  </a:lnTo>
                  <a:lnTo>
                    <a:pt x="11623" y="773"/>
                  </a:lnTo>
                  <a:lnTo>
                    <a:pt x="11585" y="966"/>
                  </a:lnTo>
                  <a:lnTo>
                    <a:pt x="11507" y="1120"/>
                  </a:lnTo>
                  <a:lnTo>
                    <a:pt x="11392" y="1275"/>
                  </a:lnTo>
                  <a:lnTo>
                    <a:pt x="11276" y="1429"/>
                  </a:lnTo>
                  <a:lnTo>
                    <a:pt x="10928" y="1738"/>
                  </a:lnTo>
                  <a:lnTo>
                    <a:pt x="10503" y="2008"/>
                  </a:lnTo>
                  <a:lnTo>
                    <a:pt x="10079" y="2240"/>
                  </a:lnTo>
                  <a:lnTo>
                    <a:pt x="9422" y="2587"/>
                  </a:lnTo>
                  <a:lnTo>
                    <a:pt x="9036" y="2781"/>
                  </a:lnTo>
                  <a:lnTo>
                    <a:pt x="9036" y="2703"/>
                  </a:lnTo>
                  <a:lnTo>
                    <a:pt x="8959" y="2626"/>
                  </a:lnTo>
                  <a:lnTo>
                    <a:pt x="8495" y="2201"/>
                  </a:lnTo>
                  <a:lnTo>
                    <a:pt x="8109" y="1699"/>
                  </a:lnTo>
                  <a:lnTo>
                    <a:pt x="7839" y="1892"/>
                  </a:lnTo>
                  <a:lnTo>
                    <a:pt x="7993" y="2201"/>
                  </a:lnTo>
                  <a:lnTo>
                    <a:pt x="8187" y="2510"/>
                  </a:lnTo>
                  <a:lnTo>
                    <a:pt x="8418" y="2781"/>
                  </a:lnTo>
                  <a:lnTo>
                    <a:pt x="8650" y="2974"/>
                  </a:lnTo>
                  <a:lnTo>
                    <a:pt x="7607" y="3514"/>
                  </a:lnTo>
                  <a:lnTo>
                    <a:pt x="6565" y="3978"/>
                  </a:lnTo>
                  <a:lnTo>
                    <a:pt x="5252" y="4518"/>
                  </a:lnTo>
                  <a:lnTo>
                    <a:pt x="3939" y="4982"/>
                  </a:lnTo>
                  <a:lnTo>
                    <a:pt x="3669" y="5059"/>
                  </a:lnTo>
                  <a:lnTo>
                    <a:pt x="3707" y="4711"/>
                  </a:lnTo>
                  <a:lnTo>
                    <a:pt x="3630" y="4364"/>
                  </a:lnTo>
                  <a:lnTo>
                    <a:pt x="3514" y="4055"/>
                  </a:lnTo>
                  <a:lnTo>
                    <a:pt x="3321" y="3707"/>
                  </a:lnTo>
                  <a:lnTo>
                    <a:pt x="3012" y="3900"/>
                  </a:lnTo>
                  <a:lnTo>
                    <a:pt x="3128" y="4171"/>
                  </a:lnTo>
                  <a:lnTo>
                    <a:pt x="3205" y="4441"/>
                  </a:lnTo>
                  <a:lnTo>
                    <a:pt x="3244" y="4866"/>
                  </a:lnTo>
                  <a:lnTo>
                    <a:pt x="3244" y="5252"/>
                  </a:lnTo>
                  <a:lnTo>
                    <a:pt x="2356" y="5522"/>
                  </a:lnTo>
                  <a:lnTo>
                    <a:pt x="1892" y="5638"/>
                  </a:lnTo>
                  <a:lnTo>
                    <a:pt x="1429" y="5677"/>
                  </a:lnTo>
                  <a:lnTo>
                    <a:pt x="1043" y="5715"/>
                  </a:lnTo>
                  <a:lnTo>
                    <a:pt x="850" y="5715"/>
                  </a:lnTo>
                  <a:lnTo>
                    <a:pt x="695" y="5677"/>
                  </a:lnTo>
                  <a:lnTo>
                    <a:pt x="579" y="5599"/>
                  </a:lnTo>
                  <a:lnTo>
                    <a:pt x="464" y="5522"/>
                  </a:lnTo>
                  <a:lnTo>
                    <a:pt x="386" y="5406"/>
                  </a:lnTo>
                  <a:lnTo>
                    <a:pt x="348" y="5291"/>
                  </a:lnTo>
                  <a:lnTo>
                    <a:pt x="309" y="5213"/>
                  </a:lnTo>
                  <a:lnTo>
                    <a:pt x="270" y="5175"/>
                  </a:lnTo>
                  <a:lnTo>
                    <a:pt x="155" y="5136"/>
                  </a:lnTo>
                  <a:lnTo>
                    <a:pt x="77" y="5175"/>
                  </a:lnTo>
                  <a:lnTo>
                    <a:pt x="39" y="5213"/>
                  </a:lnTo>
                  <a:lnTo>
                    <a:pt x="0" y="5291"/>
                  </a:lnTo>
                  <a:lnTo>
                    <a:pt x="0" y="5445"/>
                  </a:lnTo>
                  <a:lnTo>
                    <a:pt x="39" y="5599"/>
                  </a:lnTo>
                  <a:lnTo>
                    <a:pt x="77" y="5754"/>
                  </a:lnTo>
                  <a:lnTo>
                    <a:pt x="155" y="5870"/>
                  </a:lnTo>
                  <a:lnTo>
                    <a:pt x="232" y="5947"/>
                  </a:lnTo>
                  <a:lnTo>
                    <a:pt x="309" y="6024"/>
                  </a:lnTo>
                  <a:lnTo>
                    <a:pt x="541" y="6140"/>
                  </a:lnTo>
                  <a:lnTo>
                    <a:pt x="811" y="6179"/>
                  </a:lnTo>
                  <a:lnTo>
                    <a:pt x="1120" y="6217"/>
                  </a:lnTo>
                  <a:lnTo>
                    <a:pt x="1429" y="6179"/>
                  </a:lnTo>
                  <a:lnTo>
                    <a:pt x="1699" y="6140"/>
                  </a:lnTo>
                  <a:lnTo>
                    <a:pt x="2896" y="5831"/>
                  </a:lnTo>
                  <a:lnTo>
                    <a:pt x="4093" y="5445"/>
                  </a:lnTo>
                  <a:lnTo>
                    <a:pt x="5290" y="5020"/>
                  </a:lnTo>
                  <a:lnTo>
                    <a:pt x="6449" y="4557"/>
                  </a:lnTo>
                  <a:lnTo>
                    <a:pt x="7530" y="4093"/>
                  </a:lnTo>
                  <a:lnTo>
                    <a:pt x="8573" y="3591"/>
                  </a:lnTo>
                  <a:lnTo>
                    <a:pt x="9615" y="3051"/>
                  </a:lnTo>
                  <a:lnTo>
                    <a:pt x="10619" y="2472"/>
                  </a:lnTo>
                  <a:lnTo>
                    <a:pt x="10928" y="2279"/>
                  </a:lnTo>
                  <a:lnTo>
                    <a:pt x="11276" y="2047"/>
                  </a:lnTo>
                  <a:lnTo>
                    <a:pt x="11546" y="1777"/>
                  </a:lnTo>
                  <a:lnTo>
                    <a:pt x="11816" y="1506"/>
                  </a:lnTo>
                  <a:lnTo>
                    <a:pt x="12009" y="1197"/>
                  </a:lnTo>
                  <a:lnTo>
                    <a:pt x="12048" y="1043"/>
                  </a:lnTo>
                  <a:lnTo>
                    <a:pt x="12087" y="888"/>
                  </a:lnTo>
                  <a:lnTo>
                    <a:pt x="12087" y="695"/>
                  </a:lnTo>
                  <a:lnTo>
                    <a:pt x="12048" y="502"/>
                  </a:lnTo>
                  <a:lnTo>
                    <a:pt x="12009" y="309"/>
                  </a:lnTo>
                  <a:lnTo>
                    <a:pt x="11894" y="116"/>
                  </a:lnTo>
                  <a:lnTo>
                    <a:pt x="11816" y="39"/>
                  </a:lnTo>
                  <a:lnTo>
                    <a:pt x="1173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Google Shape;888;p5"/>
            <p:cNvSpPr/>
            <p:nvPr/>
          </p:nvSpPr>
          <p:spPr>
            <a:xfrm>
              <a:off x="5947325" y="1038225"/>
              <a:ext cx="458575" cy="289650"/>
            </a:xfrm>
            <a:custGeom>
              <a:avLst/>
              <a:gdLst/>
              <a:ahLst/>
              <a:cxnLst/>
              <a:rect l="l" t="t" r="r" b="b"/>
              <a:pathLst>
                <a:path w="18343" h="11586" extrusionOk="0">
                  <a:moveTo>
                    <a:pt x="17068" y="387"/>
                  </a:moveTo>
                  <a:lnTo>
                    <a:pt x="17145" y="426"/>
                  </a:lnTo>
                  <a:lnTo>
                    <a:pt x="17223" y="503"/>
                  </a:lnTo>
                  <a:lnTo>
                    <a:pt x="17300" y="735"/>
                  </a:lnTo>
                  <a:lnTo>
                    <a:pt x="17377" y="928"/>
                  </a:lnTo>
                  <a:lnTo>
                    <a:pt x="17377" y="1121"/>
                  </a:lnTo>
                  <a:lnTo>
                    <a:pt x="17338" y="1314"/>
                  </a:lnTo>
                  <a:lnTo>
                    <a:pt x="17223" y="1546"/>
                  </a:lnTo>
                  <a:lnTo>
                    <a:pt x="16952" y="1893"/>
                  </a:lnTo>
                  <a:lnTo>
                    <a:pt x="16721" y="2125"/>
                  </a:lnTo>
                  <a:lnTo>
                    <a:pt x="16450" y="2356"/>
                  </a:lnTo>
                  <a:lnTo>
                    <a:pt x="16180" y="2550"/>
                  </a:lnTo>
                  <a:lnTo>
                    <a:pt x="15871" y="2665"/>
                  </a:lnTo>
                  <a:lnTo>
                    <a:pt x="15871" y="2086"/>
                  </a:lnTo>
                  <a:lnTo>
                    <a:pt x="15910" y="1777"/>
                  </a:lnTo>
                  <a:lnTo>
                    <a:pt x="15948" y="1468"/>
                  </a:lnTo>
                  <a:lnTo>
                    <a:pt x="16025" y="1198"/>
                  </a:lnTo>
                  <a:lnTo>
                    <a:pt x="16180" y="928"/>
                  </a:lnTo>
                  <a:lnTo>
                    <a:pt x="16334" y="696"/>
                  </a:lnTo>
                  <a:lnTo>
                    <a:pt x="16605" y="503"/>
                  </a:lnTo>
                  <a:lnTo>
                    <a:pt x="16836" y="426"/>
                  </a:lnTo>
                  <a:lnTo>
                    <a:pt x="16991" y="387"/>
                  </a:lnTo>
                  <a:close/>
                  <a:moveTo>
                    <a:pt x="14597" y="2974"/>
                  </a:moveTo>
                  <a:lnTo>
                    <a:pt x="14867" y="3013"/>
                  </a:lnTo>
                  <a:lnTo>
                    <a:pt x="15137" y="3090"/>
                  </a:lnTo>
                  <a:lnTo>
                    <a:pt x="15099" y="3206"/>
                  </a:lnTo>
                  <a:lnTo>
                    <a:pt x="14713" y="3515"/>
                  </a:lnTo>
                  <a:lnTo>
                    <a:pt x="14288" y="3747"/>
                  </a:lnTo>
                  <a:lnTo>
                    <a:pt x="14056" y="3862"/>
                  </a:lnTo>
                  <a:lnTo>
                    <a:pt x="13786" y="3940"/>
                  </a:lnTo>
                  <a:lnTo>
                    <a:pt x="13477" y="4017"/>
                  </a:lnTo>
                  <a:lnTo>
                    <a:pt x="13052" y="4017"/>
                  </a:lnTo>
                  <a:lnTo>
                    <a:pt x="12975" y="3940"/>
                  </a:lnTo>
                  <a:lnTo>
                    <a:pt x="12975" y="3862"/>
                  </a:lnTo>
                  <a:lnTo>
                    <a:pt x="12975" y="3708"/>
                  </a:lnTo>
                  <a:lnTo>
                    <a:pt x="13014" y="3476"/>
                  </a:lnTo>
                  <a:lnTo>
                    <a:pt x="13052" y="3360"/>
                  </a:lnTo>
                  <a:lnTo>
                    <a:pt x="13207" y="3245"/>
                  </a:lnTo>
                  <a:lnTo>
                    <a:pt x="13400" y="3167"/>
                  </a:lnTo>
                  <a:lnTo>
                    <a:pt x="13709" y="3052"/>
                  </a:lnTo>
                  <a:lnTo>
                    <a:pt x="14018" y="3013"/>
                  </a:lnTo>
                  <a:lnTo>
                    <a:pt x="14326" y="2974"/>
                  </a:lnTo>
                  <a:close/>
                  <a:moveTo>
                    <a:pt x="15678" y="3283"/>
                  </a:moveTo>
                  <a:lnTo>
                    <a:pt x="16334" y="3476"/>
                  </a:lnTo>
                  <a:lnTo>
                    <a:pt x="16643" y="3554"/>
                  </a:lnTo>
                  <a:lnTo>
                    <a:pt x="16991" y="3669"/>
                  </a:lnTo>
                  <a:lnTo>
                    <a:pt x="17261" y="3824"/>
                  </a:lnTo>
                  <a:lnTo>
                    <a:pt x="17531" y="4017"/>
                  </a:lnTo>
                  <a:lnTo>
                    <a:pt x="17725" y="4287"/>
                  </a:lnTo>
                  <a:lnTo>
                    <a:pt x="17802" y="4403"/>
                  </a:lnTo>
                  <a:lnTo>
                    <a:pt x="17879" y="4596"/>
                  </a:lnTo>
                  <a:lnTo>
                    <a:pt x="17918" y="4789"/>
                  </a:lnTo>
                  <a:lnTo>
                    <a:pt x="17879" y="4944"/>
                  </a:lnTo>
                  <a:lnTo>
                    <a:pt x="17802" y="5059"/>
                  </a:lnTo>
                  <a:lnTo>
                    <a:pt x="17647" y="5137"/>
                  </a:lnTo>
                  <a:lnTo>
                    <a:pt x="17493" y="5175"/>
                  </a:lnTo>
                  <a:lnTo>
                    <a:pt x="17338" y="5175"/>
                  </a:lnTo>
                  <a:lnTo>
                    <a:pt x="17145" y="5137"/>
                  </a:lnTo>
                  <a:lnTo>
                    <a:pt x="16991" y="5059"/>
                  </a:lnTo>
                  <a:lnTo>
                    <a:pt x="16643" y="4789"/>
                  </a:lnTo>
                  <a:lnTo>
                    <a:pt x="16373" y="4480"/>
                  </a:lnTo>
                  <a:lnTo>
                    <a:pt x="16180" y="4210"/>
                  </a:lnTo>
                  <a:lnTo>
                    <a:pt x="15987" y="3901"/>
                  </a:lnTo>
                  <a:lnTo>
                    <a:pt x="15832" y="3592"/>
                  </a:lnTo>
                  <a:lnTo>
                    <a:pt x="15678" y="3283"/>
                  </a:lnTo>
                  <a:close/>
                  <a:moveTo>
                    <a:pt x="4634" y="542"/>
                  </a:moveTo>
                  <a:lnTo>
                    <a:pt x="5252" y="580"/>
                  </a:lnTo>
                  <a:lnTo>
                    <a:pt x="5831" y="696"/>
                  </a:lnTo>
                  <a:lnTo>
                    <a:pt x="6410" y="850"/>
                  </a:lnTo>
                  <a:lnTo>
                    <a:pt x="6990" y="1121"/>
                  </a:lnTo>
                  <a:lnTo>
                    <a:pt x="7492" y="1430"/>
                  </a:lnTo>
                  <a:lnTo>
                    <a:pt x="7916" y="1739"/>
                  </a:lnTo>
                  <a:lnTo>
                    <a:pt x="8303" y="2086"/>
                  </a:lnTo>
                  <a:lnTo>
                    <a:pt x="8650" y="2472"/>
                  </a:lnTo>
                  <a:lnTo>
                    <a:pt x="8959" y="2858"/>
                  </a:lnTo>
                  <a:lnTo>
                    <a:pt x="9538" y="3669"/>
                  </a:lnTo>
                  <a:lnTo>
                    <a:pt x="10156" y="4480"/>
                  </a:lnTo>
                  <a:lnTo>
                    <a:pt x="10388" y="4828"/>
                  </a:lnTo>
                  <a:lnTo>
                    <a:pt x="10697" y="5137"/>
                  </a:lnTo>
                  <a:lnTo>
                    <a:pt x="11006" y="5446"/>
                  </a:lnTo>
                  <a:lnTo>
                    <a:pt x="11353" y="5677"/>
                  </a:lnTo>
                  <a:lnTo>
                    <a:pt x="11701" y="5870"/>
                  </a:lnTo>
                  <a:lnTo>
                    <a:pt x="12125" y="5986"/>
                  </a:lnTo>
                  <a:lnTo>
                    <a:pt x="12512" y="6025"/>
                  </a:lnTo>
                  <a:lnTo>
                    <a:pt x="12975" y="5986"/>
                  </a:lnTo>
                  <a:lnTo>
                    <a:pt x="13322" y="5870"/>
                  </a:lnTo>
                  <a:lnTo>
                    <a:pt x="13631" y="5755"/>
                  </a:lnTo>
                  <a:lnTo>
                    <a:pt x="13902" y="5600"/>
                  </a:lnTo>
                  <a:lnTo>
                    <a:pt x="14172" y="5407"/>
                  </a:lnTo>
                  <a:lnTo>
                    <a:pt x="14404" y="5214"/>
                  </a:lnTo>
                  <a:lnTo>
                    <a:pt x="14597" y="4982"/>
                  </a:lnTo>
                  <a:lnTo>
                    <a:pt x="14828" y="4712"/>
                  </a:lnTo>
                  <a:lnTo>
                    <a:pt x="14983" y="4442"/>
                  </a:lnTo>
                  <a:lnTo>
                    <a:pt x="14751" y="5253"/>
                  </a:lnTo>
                  <a:lnTo>
                    <a:pt x="14442" y="5986"/>
                  </a:lnTo>
                  <a:lnTo>
                    <a:pt x="14056" y="6720"/>
                  </a:lnTo>
                  <a:lnTo>
                    <a:pt x="13593" y="7415"/>
                  </a:lnTo>
                  <a:lnTo>
                    <a:pt x="13091" y="8071"/>
                  </a:lnTo>
                  <a:lnTo>
                    <a:pt x="12512" y="8651"/>
                  </a:lnTo>
                  <a:lnTo>
                    <a:pt x="11894" y="9191"/>
                  </a:lnTo>
                  <a:lnTo>
                    <a:pt x="11199" y="9693"/>
                  </a:lnTo>
                  <a:lnTo>
                    <a:pt x="10697" y="10002"/>
                  </a:lnTo>
                  <a:lnTo>
                    <a:pt x="10156" y="10272"/>
                  </a:lnTo>
                  <a:lnTo>
                    <a:pt x="9615" y="10466"/>
                  </a:lnTo>
                  <a:lnTo>
                    <a:pt x="9075" y="10659"/>
                  </a:lnTo>
                  <a:lnTo>
                    <a:pt x="8496" y="10774"/>
                  </a:lnTo>
                  <a:lnTo>
                    <a:pt x="7955" y="10890"/>
                  </a:lnTo>
                  <a:lnTo>
                    <a:pt x="7376" y="10929"/>
                  </a:lnTo>
                  <a:lnTo>
                    <a:pt x="6835" y="10929"/>
                  </a:lnTo>
                  <a:lnTo>
                    <a:pt x="6256" y="10890"/>
                  </a:lnTo>
                  <a:lnTo>
                    <a:pt x="5715" y="10774"/>
                  </a:lnTo>
                  <a:lnTo>
                    <a:pt x="5175" y="10620"/>
                  </a:lnTo>
                  <a:lnTo>
                    <a:pt x="4634" y="10466"/>
                  </a:lnTo>
                  <a:lnTo>
                    <a:pt x="4132" y="10195"/>
                  </a:lnTo>
                  <a:lnTo>
                    <a:pt x="3630" y="9925"/>
                  </a:lnTo>
                  <a:lnTo>
                    <a:pt x="3128" y="9577"/>
                  </a:lnTo>
                  <a:lnTo>
                    <a:pt x="2665" y="9191"/>
                  </a:lnTo>
                  <a:lnTo>
                    <a:pt x="2201" y="8767"/>
                  </a:lnTo>
                  <a:lnTo>
                    <a:pt x="1777" y="8303"/>
                  </a:lnTo>
                  <a:lnTo>
                    <a:pt x="1429" y="7801"/>
                  </a:lnTo>
                  <a:lnTo>
                    <a:pt x="1082" y="7261"/>
                  </a:lnTo>
                  <a:lnTo>
                    <a:pt x="811" y="6720"/>
                  </a:lnTo>
                  <a:lnTo>
                    <a:pt x="618" y="6141"/>
                  </a:lnTo>
                  <a:lnTo>
                    <a:pt x="464" y="5523"/>
                  </a:lnTo>
                  <a:lnTo>
                    <a:pt x="425" y="4905"/>
                  </a:lnTo>
                  <a:lnTo>
                    <a:pt x="464" y="4287"/>
                  </a:lnTo>
                  <a:lnTo>
                    <a:pt x="618" y="3708"/>
                  </a:lnTo>
                  <a:lnTo>
                    <a:pt x="811" y="3129"/>
                  </a:lnTo>
                  <a:lnTo>
                    <a:pt x="1120" y="2588"/>
                  </a:lnTo>
                  <a:lnTo>
                    <a:pt x="1468" y="2086"/>
                  </a:lnTo>
                  <a:lnTo>
                    <a:pt x="1892" y="1661"/>
                  </a:lnTo>
                  <a:lnTo>
                    <a:pt x="2356" y="1275"/>
                  </a:lnTo>
                  <a:lnTo>
                    <a:pt x="2896" y="1005"/>
                  </a:lnTo>
                  <a:lnTo>
                    <a:pt x="3476" y="773"/>
                  </a:lnTo>
                  <a:lnTo>
                    <a:pt x="4055" y="619"/>
                  </a:lnTo>
                  <a:lnTo>
                    <a:pt x="4634" y="542"/>
                  </a:lnTo>
                  <a:close/>
                  <a:moveTo>
                    <a:pt x="16875" y="1"/>
                  </a:moveTo>
                  <a:lnTo>
                    <a:pt x="16682" y="40"/>
                  </a:lnTo>
                  <a:lnTo>
                    <a:pt x="16450" y="155"/>
                  </a:lnTo>
                  <a:lnTo>
                    <a:pt x="16257" y="271"/>
                  </a:lnTo>
                  <a:lnTo>
                    <a:pt x="16103" y="426"/>
                  </a:lnTo>
                  <a:lnTo>
                    <a:pt x="15948" y="580"/>
                  </a:lnTo>
                  <a:lnTo>
                    <a:pt x="15832" y="773"/>
                  </a:lnTo>
                  <a:lnTo>
                    <a:pt x="15717" y="1005"/>
                  </a:lnTo>
                  <a:lnTo>
                    <a:pt x="15601" y="1237"/>
                  </a:lnTo>
                  <a:lnTo>
                    <a:pt x="15485" y="1739"/>
                  </a:lnTo>
                  <a:lnTo>
                    <a:pt x="15446" y="2279"/>
                  </a:lnTo>
                  <a:lnTo>
                    <a:pt x="15485" y="2820"/>
                  </a:lnTo>
                  <a:lnTo>
                    <a:pt x="15369" y="2820"/>
                  </a:lnTo>
                  <a:lnTo>
                    <a:pt x="15330" y="2858"/>
                  </a:lnTo>
                  <a:lnTo>
                    <a:pt x="14906" y="2743"/>
                  </a:lnTo>
                  <a:lnTo>
                    <a:pt x="14442" y="2665"/>
                  </a:lnTo>
                  <a:lnTo>
                    <a:pt x="13979" y="2665"/>
                  </a:lnTo>
                  <a:lnTo>
                    <a:pt x="13516" y="2743"/>
                  </a:lnTo>
                  <a:lnTo>
                    <a:pt x="13168" y="2858"/>
                  </a:lnTo>
                  <a:lnTo>
                    <a:pt x="12975" y="2974"/>
                  </a:lnTo>
                  <a:lnTo>
                    <a:pt x="12782" y="3090"/>
                  </a:lnTo>
                  <a:lnTo>
                    <a:pt x="12627" y="3206"/>
                  </a:lnTo>
                  <a:lnTo>
                    <a:pt x="12512" y="3360"/>
                  </a:lnTo>
                  <a:lnTo>
                    <a:pt x="12396" y="3554"/>
                  </a:lnTo>
                  <a:lnTo>
                    <a:pt x="12396" y="3747"/>
                  </a:lnTo>
                  <a:lnTo>
                    <a:pt x="12396" y="3940"/>
                  </a:lnTo>
                  <a:lnTo>
                    <a:pt x="12473" y="4094"/>
                  </a:lnTo>
                  <a:lnTo>
                    <a:pt x="12627" y="4210"/>
                  </a:lnTo>
                  <a:lnTo>
                    <a:pt x="12782" y="4287"/>
                  </a:lnTo>
                  <a:lnTo>
                    <a:pt x="12975" y="4364"/>
                  </a:lnTo>
                  <a:lnTo>
                    <a:pt x="13168" y="4403"/>
                  </a:lnTo>
                  <a:lnTo>
                    <a:pt x="13516" y="4364"/>
                  </a:lnTo>
                  <a:lnTo>
                    <a:pt x="13863" y="4326"/>
                  </a:lnTo>
                  <a:lnTo>
                    <a:pt x="14211" y="4210"/>
                  </a:lnTo>
                  <a:lnTo>
                    <a:pt x="14520" y="4017"/>
                  </a:lnTo>
                  <a:lnTo>
                    <a:pt x="14828" y="3824"/>
                  </a:lnTo>
                  <a:lnTo>
                    <a:pt x="14597" y="4287"/>
                  </a:lnTo>
                  <a:lnTo>
                    <a:pt x="14288" y="4673"/>
                  </a:lnTo>
                  <a:lnTo>
                    <a:pt x="14133" y="4866"/>
                  </a:lnTo>
                  <a:lnTo>
                    <a:pt x="13940" y="5021"/>
                  </a:lnTo>
                  <a:lnTo>
                    <a:pt x="13709" y="5175"/>
                  </a:lnTo>
                  <a:lnTo>
                    <a:pt x="13516" y="5291"/>
                  </a:lnTo>
                  <a:lnTo>
                    <a:pt x="13129" y="5446"/>
                  </a:lnTo>
                  <a:lnTo>
                    <a:pt x="12743" y="5523"/>
                  </a:lnTo>
                  <a:lnTo>
                    <a:pt x="12396" y="5523"/>
                  </a:lnTo>
                  <a:lnTo>
                    <a:pt x="12048" y="5446"/>
                  </a:lnTo>
                  <a:lnTo>
                    <a:pt x="11739" y="5330"/>
                  </a:lnTo>
                  <a:lnTo>
                    <a:pt x="11430" y="5137"/>
                  </a:lnTo>
                  <a:lnTo>
                    <a:pt x="11121" y="4905"/>
                  </a:lnTo>
                  <a:lnTo>
                    <a:pt x="10851" y="4635"/>
                  </a:lnTo>
                  <a:lnTo>
                    <a:pt x="10542" y="4210"/>
                  </a:lnTo>
                  <a:lnTo>
                    <a:pt x="10195" y="3785"/>
                  </a:lnTo>
                  <a:lnTo>
                    <a:pt x="9615" y="2936"/>
                  </a:lnTo>
                  <a:lnTo>
                    <a:pt x="9307" y="2511"/>
                  </a:lnTo>
                  <a:lnTo>
                    <a:pt x="8959" y="2086"/>
                  </a:lnTo>
                  <a:lnTo>
                    <a:pt x="8573" y="1700"/>
                  </a:lnTo>
                  <a:lnTo>
                    <a:pt x="8187" y="1352"/>
                  </a:lnTo>
                  <a:lnTo>
                    <a:pt x="7646" y="966"/>
                  </a:lnTo>
                  <a:lnTo>
                    <a:pt x="7105" y="657"/>
                  </a:lnTo>
                  <a:lnTo>
                    <a:pt x="6526" y="426"/>
                  </a:lnTo>
                  <a:lnTo>
                    <a:pt x="5947" y="271"/>
                  </a:lnTo>
                  <a:lnTo>
                    <a:pt x="5329" y="155"/>
                  </a:lnTo>
                  <a:lnTo>
                    <a:pt x="4750" y="117"/>
                  </a:lnTo>
                  <a:lnTo>
                    <a:pt x="4132" y="155"/>
                  </a:lnTo>
                  <a:lnTo>
                    <a:pt x="3553" y="271"/>
                  </a:lnTo>
                  <a:lnTo>
                    <a:pt x="3283" y="348"/>
                  </a:lnTo>
                  <a:lnTo>
                    <a:pt x="2935" y="464"/>
                  </a:lnTo>
                  <a:lnTo>
                    <a:pt x="2588" y="619"/>
                  </a:lnTo>
                  <a:lnTo>
                    <a:pt x="2279" y="812"/>
                  </a:lnTo>
                  <a:lnTo>
                    <a:pt x="1931" y="1005"/>
                  </a:lnTo>
                  <a:lnTo>
                    <a:pt x="1661" y="1275"/>
                  </a:lnTo>
                  <a:lnTo>
                    <a:pt x="1352" y="1546"/>
                  </a:lnTo>
                  <a:lnTo>
                    <a:pt x="1082" y="1854"/>
                  </a:lnTo>
                  <a:lnTo>
                    <a:pt x="850" y="2163"/>
                  </a:lnTo>
                  <a:lnTo>
                    <a:pt x="541" y="2665"/>
                  </a:lnTo>
                  <a:lnTo>
                    <a:pt x="309" y="3167"/>
                  </a:lnTo>
                  <a:lnTo>
                    <a:pt x="155" y="3669"/>
                  </a:lnTo>
                  <a:lnTo>
                    <a:pt x="78" y="4171"/>
                  </a:lnTo>
                  <a:lnTo>
                    <a:pt x="0" y="4712"/>
                  </a:lnTo>
                  <a:lnTo>
                    <a:pt x="39" y="5214"/>
                  </a:lnTo>
                  <a:lnTo>
                    <a:pt x="78" y="5716"/>
                  </a:lnTo>
                  <a:lnTo>
                    <a:pt x="193" y="6218"/>
                  </a:lnTo>
                  <a:lnTo>
                    <a:pt x="386" y="6720"/>
                  </a:lnTo>
                  <a:lnTo>
                    <a:pt x="580" y="7222"/>
                  </a:lnTo>
                  <a:lnTo>
                    <a:pt x="811" y="7685"/>
                  </a:lnTo>
                  <a:lnTo>
                    <a:pt x="1082" y="8110"/>
                  </a:lnTo>
                  <a:lnTo>
                    <a:pt x="1429" y="8573"/>
                  </a:lnTo>
                  <a:lnTo>
                    <a:pt x="1777" y="8960"/>
                  </a:lnTo>
                  <a:lnTo>
                    <a:pt x="2124" y="9384"/>
                  </a:lnTo>
                  <a:lnTo>
                    <a:pt x="2549" y="9732"/>
                  </a:lnTo>
                  <a:lnTo>
                    <a:pt x="3090" y="10157"/>
                  </a:lnTo>
                  <a:lnTo>
                    <a:pt x="3630" y="10504"/>
                  </a:lnTo>
                  <a:lnTo>
                    <a:pt x="4209" y="10774"/>
                  </a:lnTo>
                  <a:lnTo>
                    <a:pt x="4789" y="11045"/>
                  </a:lnTo>
                  <a:lnTo>
                    <a:pt x="5406" y="11199"/>
                  </a:lnTo>
                  <a:lnTo>
                    <a:pt x="6024" y="11354"/>
                  </a:lnTo>
                  <a:lnTo>
                    <a:pt x="6642" y="11392"/>
                  </a:lnTo>
                  <a:lnTo>
                    <a:pt x="7260" y="11431"/>
                  </a:lnTo>
                  <a:lnTo>
                    <a:pt x="7337" y="11585"/>
                  </a:lnTo>
                  <a:lnTo>
                    <a:pt x="7646" y="11392"/>
                  </a:lnTo>
                  <a:lnTo>
                    <a:pt x="8457" y="11315"/>
                  </a:lnTo>
                  <a:lnTo>
                    <a:pt x="9268" y="11122"/>
                  </a:lnTo>
                  <a:lnTo>
                    <a:pt x="10079" y="10813"/>
                  </a:lnTo>
                  <a:lnTo>
                    <a:pt x="10851" y="10466"/>
                  </a:lnTo>
                  <a:lnTo>
                    <a:pt x="11546" y="10041"/>
                  </a:lnTo>
                  <a:lnTo>
                    <a:pt x="12164" y="9577"/>
                  </a:lnTo>
                  <a:lnTo>
                    <a:pt x="12434" y="9384"/>
                  </a:lnTo>
                  <a:lnTo>
                    <a:pt x="13052" y="8805"/>
                  </a:lnTo>
                  <a:lnTo>
                    <a:pt x="13631" y="8187"/>
                  </a:lnTo>
                  <a:lnTo>
                    <a:pt x="14133" y="7492"/>
                  </a:lnTo>
                  <a:lnTo>
                    <a:pt x="14597" y="6797"/>
                  </a:lnTo>
                  <a:lnTo>
                    <a:pt x="14944" y="6025"/>
                  </a:lnTo>
                  <a:lnTo>
                    <a:pt x="15099" y="5639"/>
                  </a:lnTo>
                  <a:lnTo>
                    <a:pt x="15253" y="5214"/>
                  </a:lnTo>
                  <a:lnTo>
                    <a:pt x="15330" y="4828"/>
                  </a:lnTo>
                  <a:lnTo>
                    <a:pt x="15408" y="4403"/>
                  </a:lnTo>
                  <a:lnTo>
                    <a:pt x="15485" y="4017"/>
                  </a:lnTo>
                  <a:lnTo>
                    <a:pt x="15485" y="3592"/>
                  </a:lnTo>
                  <a:lnTo>
                    <a:pt x="15678" y="4056"/>
                  </a:lnTo>
                  <a:lnTo>
                    <a:pt x="15948" y="4480"/>
                  </a:lnTo>
                  <a:lnTo>
                    <a:pt x="16257" y="4866"/>
                  </a:lnTo>
                  <a:lnTo>
                    <a:pt x="16605" y="5214"/>
                  </a:lnTo>
                  <a:lnTo>
                    <a:pt x="16759" y="5368"/>
                  </a:lnTo>
                  <a:lnTo>
                    <a:pt x="16991" y="5484"/>
                  </a:lnTo>
                  <a:lnTo>
                    <a:pt x="17184" y="5561"/>
                  </a:lnTo>
                  <a:lnTo>
                    <a:pt x="17416" y="5639"/>
                  </a:lnTo>
                  <a:lnTo>
                    <a:pt x="17609" y="5677"/>
                  </a:lnTo>
                  <a:lnTo>
                    <a:pt x="17840" y="5639"/>
                  </a:lnTo>
                  <a:lnTo>
                    <a:pt x="18033" y="5523"/>
                  </a:lnTo>
                  <a:lnTo>
                    <a:pt x="18188" y="5330"/>
                  </a:lnTo>
                  <a:lnTo>
                    <a:pt x="18304" y="5137"/>
                  </a:lnTo>
                  <a:lnTo>
                    <a:pt x="18342" y="4944"/>
                  </a:lnTo>
                  <a:lnTo>
                    <a:pt x="18304" y="4712"/>
                  </a:lnTo>
                  <a:lnTo>
                    <a:pt x="18265" y="4519"/>
                  </a:lnTo>
                  <a:lnTo>
                    <a:pt x="18188" y="4287"/>
                  </a:lnTo>
                  <a:lnTo>
                    <a:pt x="18072" y="4133"/>
                  </a:lnTo>
                  <a:lnTo>
                    <a:pt x="17956" y="3940"/>
                  </a:lnTo>
                  <a:lnTo>
                    <a:pt x="17802" y="3785"/>
                  </a:lnTo>
                  <a:lnTo>
                    <a:pt x="17647" y="3631"/>
                  </a:lnTo>
                  <a:lnTo>
                    <a:pt x="17416" y="3476"/>
                  </a:lnTo>
                  <a:lnTo>
                    <a:pt x="16952" y="3245"/>
                  </a:lnTo>
                  <a:lnTo>
                    <a:pt x="16489" y="3052"/>
                  </a:lnTo>
                  <a:lnTo>
                    <a:pt x="15987" y="2936"/>
                  </a:lnTo>
                  <a:lnTo>
                    <a:pt x="16412" y="2781"/>
                  </a:lnTo>
                  <a:lnTo>
                    <a:pt x="16836" y="2511"/>
                  </a:lnTo>
                  <a:lnTo>
                    <a:pt x="17184" y="2202"/>
                  </a:lnTo>
                  <a:lnTo>
                    <a:pt x="17493" y="1816"/>
                  </a:lnTo>
                  <a:lnTo>
                    <a:pt x="17609" y="1584"/>
                  </a:lnTo>
                  <a:lnTo>
                    <a:pt x="17725" y="1352"/>
                  </a:lnTo>
                  <a:lnTo>
                    <a:pt x="17763" y="1082"/>
                  </a:lnTo>
                  <a:lnTo>
                    <a:pt x="17802" y="850"/>
                  </a:lnTo>
                  <a:lnTo>
                    <a:pt x="17802" y="580"/>
                  </a:lnTo>
                  <a:lnTo>
                    <a:pt x="17725" y="387"/>
                  </a:lnTo>
                  <a:lnTo>
                    <a:pt x="17570" y="194"/>
                  </a:lnTo>
                  <a:lnTo>
                    <a:pt x="17454" y="117"/>
                  </a:lnTo>
                  <a:lnTo>
                    <a:pt x="17338" y="40"/>
                  </a:lnTo>
                  <a:lnTo>
                    <a:pt x="171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Google Shape;889;p5"/>
            <p:cNvSpPr/>
            <p:nvPr/>
          </p:nvSpPr>
          <p:spPr>
            <a:xfrm>
              <a:off x="5860425" y="885700"/>
              <a:ext cx="324400" cy="208550"/>
            </a:xfrm>
            <a:custGeom>
              <a:avLst/>
              <a:gdLst/>
              <a:ahLst/>
              <a:cxnLst/>
              <a:rect l="l" t="t" r="r" b="b"/>
              <a:pathLst>
                <a:path w="12976" h="8342" extrusionOk="0">
                  <a:moveTo>
                    <a:pt x="6759" y="310"/>
                  </a:moveTo>
                  <a:lnTo>
                    <a:pt x="6874" y="348"/>
                  </a:lnTo>
                  <a:lnTo>
                    <a:pt x="7029" y="387"/>
                  </a:lnTo>
                  <a:lnTo>
                    <a:pt x="7222" y="503"/>
                  </a:lnTo>
                  <a:lnTo>
                    <a:pt x="7299" y="503"/>
                  </a:lnTo>
                  <a:lnTo>
                    <a:pt x="7454" y="773"/>
                  </a:lnTo>
                  <a:lnTo>
                    <a:pt x="7569" y="1043"/>
                  </a:lnTo>
                  <a:lnTo>
                    <a:pt x="7608" y="1352"/>
                  </a:lnTo>
                  <a:lnTo>
                    <a:pt x="7569" y="1661"/>
                  </a:lnTo>
                  <a:lnTo>
                    <a:pt x="7492" y="1970"/>
                  </a:lnTo>
                  <a:lnTo>
                    <a:pt x="7415" y="2240"/>
                  </a:lnTo>
                  <a:lnTo>
                    <a:pt x="7222" y="2858"/>
                  </a:lnTo>
                  <a:lnTo>
                    <a:pt x="6411" y="4905"/>
                  </a:lnTo>
                  <a:lnTo>
                    <a:pt x="6411" y="4944"/>
                  </a:lnTo>
                  <a:lnTo>
                    <a:pt x="6295" y="4944"/>
                  </a:lnTo>
                  <a:lnTo>
                    <a:pt x="6218" y="3978"/>
                  </a:lnTo>
                  <a:lnTo>
                    <a:pt x="6141" y="2974"/>
                  </a:lnTo>
                  <a:lnTo>
                    <a:pt x="6141" y="1854"/>
                  </a:lnTo>
                  <a:lnTo>
                    <a:pt x="6179" y="1352"/>
                  </a:lnTo>
                  <a:lnTo>
                    <a:pt x="6218" y="1043"/>
                  </a:lnTo>
                  <a:lnTo>
                    <a:pt x="6295" y="735"/>
                  </a:lnTo>
                  <a:lnTo>
                    <a:pt x="6450" y="503"/>
                  </a:lnTo>
                  <a:lnTo>
                    <a:pt x="6527" y="426"/>
                  </a:lnTo>
                  <a:lnTo>
                    <a:pt x="6643" y="348"/>
                  </a:lnTo>
                  <a:lnTo>
                    <a:pt x="6759" y="310"/>
                  </a:lnTo>
                  <a:close/>
                  <a:moveTo>
                    <a:pt x="11972" y="4712"/>
                  </a:moveTo>
                  <a:lnTo>
                    <a:pt x="12087" y="4750"/>
                  </a:lnTo>
                  <a:lnTo>
                    <a:pt x="12165" y="4828"/>
                  </a:lnTo>
                  <a:lnTo>
                    <a:pt x="12281" y="4905"/>
                  </a:lnTo>
                  <a:lnTo>
                    <a:pt x="12319" y="4982"/>
                  </a:lnTo>
                  <a:lnTo>
                    <a:pt x="12396" y="5137"/>
                  </a:lnTo>
                  <a:lnTo>
                    <a:pt x="12435" y="5484"/>
                  </a:lnTo>
                  <a:lnTo>
                    <a:pt x="12319" y="5600"/>
                  </a:lnTo>
                  <a:lnTo>
                    <a:pt x="12126" y="5677"/>
                  </a:lnTo>
                  <a:lnTo>
                    <a:pt x="11933" y="5754"/>
                  </a:lnTo>
                  <a:lnTo>
                    <a:pt x="11701" y="5793"/>
                  </a:lnTo>
                  <a:lnTo>
                    <a:pt x="11199" y="5832"/>
                  </a:lnTo>
                  <a:lnTo>
                    <a:pt x="10041" y="5832"/>
                  </a:lnTo>
                  <a:lnTo>
                    <a:pt x="9230" y="5754"/>
                  </a:lnTo>
                  <a:lnTo>
                    <a:pt x="8612" y="5677"/>
                  </a:lnTo>
                  <a:lnTo>
                    <a:pt x="7994" y="5561"/>
                  </a:lnTo>
                  <a:lnTo>
                    <a:pt x="6759" y="5252"/>
                  </a:lnTo>
                  <a:lnTo>
                    <a:pt x="7956" y="5021"/>
                  </a:lnTo>
                  <a:lnTo>
                    <a:pt x="9191" y="4866"/>
                  </a:lnTo>
                  <a:lnTo>
                    <a:pt x="9925" y="4789"/>
                  </a:lnTo>
                  <a:lnTo>
                    <a:pt x="10659" y="4750"/>
                  </a:lnTo>
                  <a:lnTo>
                    <a:pt x="11354" y="4712"/>
                  </a:lnTo>
                  <a:close/>
                  <a:moveTo>
                    <a:pt x="5639" y="5754"/>
                  </a:moveTo>
                  <a:lnTo>
                    <a:pt x="4558" y="6449"/>
                  </a:lnTo>
                  <a:lnTo>
                    <a:pt x="3438" y="7106"/>
                  </a:lnTo>
                  <a:lnTo>
                    <a:pt x="2820" y="7376"/>
                  </a:lnTo>
                  <a:lnTo>
                    <a:pt x="2202" y="7685"/>
                  </a:lnTo>
                  <a:lnTo>
                    <a:pt x="1816" y="7801"/>
                  </a:lnTo>
                  <a:lnTo>
                    <a:pt x="1430" y="7917"/>
                  </a:lnTo>
                  <a:lnTo>
                    <a:pt x="1121" y="7955"/>
                  </a:lnTo>
                  <a:lnTo>
                    <a:pt x="928" y="7917"/>
                  </a:lnTo>
                  <a:lnTo>
                    <a:pt x="851" y="7878"/>
                  </a:lnTo>
                  <a:lnTo>
                    <a:pt x="773" y="7801"/>
                  </a:lnTo>
                  <a:lnTo>
                    <a:pt x="735" y="7685"/>
                  </a:lnTo>
                  <a:lnTo>
                    <a:pt x="696" y="7531"/>
                  </a:lnTo>
                  <a:lnTo>
                    <a:pt x="696" y="7376"/>
                  </a:lnTo>
                  <a:lnTo>
                    <a:pt x="696" y="7222"/>
                  </a:lnTo>
                  <a:lnTo>
                    <a:pt x="735" y="7145"/>
                  </a:lnTo>
                  <a:lnTo>
                    <a:pt x="812" y="7067"/>
                  </a:lnTo>
                  <a:lnTo>
                    <a:pt x="1005" y="6990"/>
                  </a:lnTo>
                  <a:lnTo>
                    <a:pt x="1275" y="6874"/>
                  </a:lnTo>
                  <a:lnTo>
                    <a:pt x="1893" y="6643"/>
                  </a:lnTo>
                  <a:lnTo>
                    <a:pt x="2743" y="6449"/>
                  </a:lnTo>
                  <a:lnTo>
                    <a:pt x="3592" y="6295"/>
                  </a:lnTo>
                  <a:lnTo>
                    <a:pt x="4635" y="6063"/>
                  </a:lnTo>
                  <a:lnTo>
                    <a:pt x="5137" y="5909"/>
                  </a:lnTo>
                  <a:lnTo>
                    <a:pt x="5639" y="5754"/>
                  </a:lnTo>
                  <a:close/>
                  <a:moveTo>
                    <a:pt x="6952" y="1"/>
                  </a:moveTo>
                  <a:lnTo>
                    <a:pt x="6720" y="39"/>
                  </a:lnTo>
                  <a:lnTo>
                    <a:pt x="6527" y="117"/>
                  </a:lnTo>
                  <a:lnTo>
                    <a:pt x="6334" y="233"/>
                  </a:lnTo>
                  <a:lnTo>
                    <a:pt x="6141" y="426"/>
                  </a:lnTo>
                  <a:lnTo>
                    <a:pt x="5986" y="619"/>
                  </a:lnTo>
                  <a:lnTo>
                    <a:pt x="5909" y="812"/>
                  </a:lnTo>
                  <a:lnTo>
                    <a:pt x="5793" y="1275"/>
                  </a:lnTo>
                  <a:lnTo>
                    <a:pt x="5793" y="1777"/>
                  </a:lnTo>
                  <a:lnTo>
                    <a:pt x="5832" y="2742"/>
                  </a:lnTo>
                  <a:lnTo>
                    <a:pt x="5909" y="3901"/>
                  </a:lnTo>
                  <a:lnTo>
                    <a:pt x="5986" y="4480"/>
                  </a:lnTo>
                  <a:lnTo>
                    <a:pt x="6064" y="5021"/>
                  </a:lnTo>
                  <a:lnTo>
                    <a:pt x="6025" y="5137"/>
                  </a:lnTo>
                  <a:lnTo>
                    <a:pt x="6064" y="5252"/>
                  </a:lnTo>
                  <a:lnTo>
                    <a:pt x="5523" y="5446"/>
                  </a:lnTo>
                  <a:lnTo>
                    <a:pt x="4982" y="5561"/>
                  </a:lnTo>
                  <a:lnTo>
                    <a:pt x="3940" y="5832"/>
                  </a:lnTo>
                  <a:lnTo>
                    <a:pt x="2858" y="6025"/>
                  </a:lnTo>
                  <a:lnTo>
                    <a:pt x="2318" y="6179"/>
                  </a:lnTo>
                  <a:lnTo>
                    <a:pt x="1777" y="6295"/>
                  </a:lnTo>
                  <a:lnTo>
                    <a:pt x="1198" y="6488"/>
                  </a:lnTo>
                  <a:lnTo>
                    <a:pt x="851" y="6643"/>
                  </a:lnTo>
                  <a:lnTo>
                    <a:pt x="503" y="6836"/>
                  </a:lnTo>
                  <a:lnTo>
                    <a:pt x="233" y="7029"/>
                  </a:lnTo>
                  <a:lnTo>
                    <a:pt x="117" y="7145"/>
                  </a:lnTo>
                  <a:lnTo>
                    <a:pt x="40" y="7299"/>
                  </a:lnTo>
                  <a:lnTo>
                    <a:pt x="1" y="7415"/>
                  </a:lnTo>
                  <a:lnTo>
                    <a:pt x="1" y="7569"/>
                  </a:lnTo>
                  <a:lnTo>
                    <a:pt x="40" y="7724"/>
                  </a:lnTo>
                  <a:lnTo>
                    <a:pt x="117" y="7917"/>
                  </a:lnTo>
                  <a:lnTo>
                    <a:pt x="233" y="8033"/>
                  </a:lnTo>
                  <a:lnTo>
                    <a:pt x="349" y="8149"/>
                  </a:lnTo>
                  <a:lnTo>
                    <a:pt x="503" y="8226"/>
                  </a:lnTo>
                  <a:lnTo>
                    <a:pt x="619" y="8264"/>
                  </a:lnTo>
                  <a:lnTo>
                    <a:pt x="928" y="8342"/>
                  </a:lnTo>
                  <a:lnTo>
                    <a:pt x="1275" y="8342"/>
                  </a:lnTo>
                  <a:lnTo>
                    <a:pt x="1623" y="8303"/>
                  </a:lnTo>
                  <a:lnTo>
                    <a:pt x="1932" y="8187"/>
                  </a:lnTo>
                  <a:lnTo>
                    <a:pt x="2550" y="7994"/>
                  </a:lnTo>
                  <a:lnTo>
                    <a:pt x="3554" y="7531"/>
                  </a:lnTo>
                  <a:lnTo>
                    <a:pt x="4519" y="6990"/>
                  </a:lnTo>
                  <a:lnTo>
                    <a:pt x="5446" y="6372"/>
                  </a:lnTo>
                  <a:lnTo>
                    <a:pt x="5909" y="6063"/>
                  </a:lnTo>
                  <a:lnTo>
                    <a:pt x="6334" y="5716"/>
                  </a:lnTo>
                  <a:lnTo>
                    <a:pt x="6527" y="6102"/>
                  </a:lnTo>
                  <a:lnTo>
                    <a:pt x="6643" y="6295"/>
                  </a:lnTo>
                  <a:lnTo>
                    <a:pt x="6759" y="6449"/>
                  </a:lnTo>
                  <a:lnTo>
                    <a:pt x="7029" y="6372"/>
                  </a:lnTo>
                  <a:lnTo>
                    <a:pt x="7029" y="6334"/>
                  </a:lnTo>
                  <a:lnTo>
                    <a:pt x="6836" y="5986"/>
                  </a:lnTo>
                  <a:lnTo>
                    <a:pt x="6759" y="5832"/>
                  </a:lnTo>
                  <a:lnTo>
                    <a:pt x="6720" y="5639"/>
                  </a:lnTo>
                  <a:lnTo>
                    <a:pt x="6720" y="5561"/>
                  </a:lnTo>
                  <a:lnTo>
                    <a:pt x="7569" y="5832"/>
                  </a:lnTo>
                  <a:lnTo>
                    <a:pt x="8496" y="6063"/>
                  </a:lnTo>
                  <a:lnTo>
                    <a:pt x="9384" y="6179"/>
                  </a:lnTo>
                  <a:lnTo>
                    <a:pt x="10311" y="6218"/>
                  </a:lnTo>
                  <a:lnTo>
                    <a:pt x="11006" y="6218"/>
                  </a:lnTo>
                  <a:lnTo>
                    <a:pt x="11470" y="6179"/>
                  </a:lnTo>
                  <a:lnTo>
                    <a:pt x="11933" y="6141"/>
                  </a:lnTo>
                  <a:lnTo>
                    <a:pt x="12358" y="5986"/>
                  </a:lnTo>
                  <a:lnTo>
                    <a:pt x="12512" y="5909"/>
                  </a:lnTo>
                  <a:lnTo>
                    <a:pt x="12667" y="5793"/>
                  </a:lnTo>
                  <a:lnTo>
                    <a:pt x="12821" y="5677"/>
                  </a:lnTo>
                  <a:lnTo>
                    <a:pt x="12898" y="5523"/>
                  </a:lnTo>
                  <a:lnTo>
                    <a:pt x="12976" y="5368"/>
                  </a:lnTo>
                  <a:lnTo>
                    <a:pt x="12976" y="5175"/>
                  </a:lnTo>
                  <a:lnTo>
                    <a:pt x="12976" y="4982"/>
                  </a:lnTo>
                  <a:lnTo>
                    <a:pt x="12898" y="4828"/>
                  </a:lnTo>
                  <a:lnTo>
                    <a:pt x="12821" y="4712"/>
                  </a:lnTo>
                  <a:lnTo>
                    <a:pt x="12744" y="4635"/>
                  </a:lnTo>
                  <a:lnTo>
                    <a:pt x="12628" y="4519"/>
                  </a:lnTo>
                  <a:lnTo>
                    <a:pt x="12474" y="4480"/>
                  </a:lnTo>
                  <a:lnTo>
                    <a:pt x="12165" y="4364"/>
                  </a:lnTo>
                  <a:lnTo>
                    <a:pt x="11817" y="4326"/>
                  </a:lnTo>
                  <a:lnTo>
                    <a:pt x="11470" y="4326"/>
                  </a:lnTo>
                  <a:lnTo>
                    <a:pt x="10890" y="4364"/>
                  </a:lnTo>
                  <a:lnTo>
                    <a:pt x="9848" y="4403"/>
                  </a:lnTo>
                  <a:lnTo>
                    <a:pt x="8844" y="4480"/>
                  </a:lnTo>
                  <a:lnTo>
                    <a:pt x="7840" y="4635"/>
                  </a:lnTo>
                  <a:lnTo>
                    <a:pt x="6836" y="4828"/>
                  </a:lnTo>
                  <a:lnTo>
                    <a:pt x="7376" y="3476"/>
                  </a:lnTo>
                  <a:lnTo>
                    <a:pt x="7647" y="2742"/>
                  </a:lnTo>
                  <a:lnTo>
                    <a:pt x="7840" y="2047"/>
                  </a:lnTo>
                  <a:lnTo>
                    <a:pt x="7917" y="1816"/>
                  </a:lnTo>
                  <a:lnTo>
                    <a:pt x="7917" y="1545"/>
                  </a:lnTo>
                  <a:lnTo>
                    <a:pt x="7917" y="1314"/>
                  </a:lnTo>
                  <a:lnTo>
                    <a:pt x="7878" y="1082"/>
                  </a:lnTo>
                  <a:lnTo>
                    <a:pt x="7801" y="850"/>
                  </a:lnTo>
                  <a:lnTo>
                    <a:pt x="7685" y="619"/>
                  </a:lnTo>
                  <a:lnTo>
                    <a:pt x="7531" y="426"/>
                  </a:lnTo>
                  <a:lnTo>
                    <a:pt x="7338" y="271"/>
                  </a:lnTo>
                  <a:lnTo>
                    <a:pt x="7261" y="155"/>
                  </a:lnTo>
                  <a:lnTo>
                    <a:pt x="7145" y="78"/>
                  </a:lnTo>
                  <a:lnTo>
                    <a:pt x="695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Google Shape;890;p5"/>
            <p:cNvSpPr/>
            <p:nvPr/>
          </p:nvSpPr>
          <p:spPr>
            <a:xfrm>
              <a:off x="2769325" y="3423675"/>
              <a:ext cx="144825" cy="164125"/>
            </a:xfrm>
            <a:custGeom>
              <a:avLst/>
              <a:gdLst/>
              <a:ahLst/>
              <a:cxnLst/>
              <a:rect l="l" t="t" r="r" b="b"/>
              <a:pathLst>
                <a:path w="5793" h="6565" extrusionOk="0">
                  <a:moveTo>
                    <a:pt x="2858" y="463"/>
                  </a:moveTo>
                  <a:lnTo>
                    <a:pt x="3360" y="618"/>
                  </a:lnTo>
                  <a:lnTo>
                    <a:pt x="3823" y="811"/>
                  </a:lnTo>
                  <a:lnTo>
                    <a:pt x="4248" y="1081"/>
                  </a:lnTo>
                  <a:lnTo>
                    <a:pt x="4634" y="1429"/>
                  </a:lnTo>
                  <a:lnTo>
                    <a:pt x="4943" y="1854"/>
                  </a:lnTo>
                  <a:lnTo>
                    <a:pt x="5059" y="2047"/>
                  </a:lnTo>
                  <a:lnTo>
                    <a:pt x="5175" y="2278"/>
                  </a:lnTo>
                  <a:lnTo>
                    <a:pt x="5252" y="2510"/>
                  </a:lnTo>
                  <a:lnTo>
                    <a:pt x="5290" y="2780"/>
                  </a:lnTo>
                  <a:lnTo>
                    <a:pt x="5329" y="3051"/>
                  </a:lnTo>
                  <a:lnTo>
                    <a:pt x="5329" y="3321"/>
                  </a:lnTo>
                  <a:lnTo>
                    <a:pt x="5290" y="3784"/>
                  </a:lnTo>
                  <a:lnTo>
                    <a:pt x="5175" y="4248"/>
                  </a:lnTo>
                  <a:lnTo>
                    <a:pt x="4981" y="4711"/>
                  </a:lnTo>
                  <a:lnTo>
                    <a:pt x="4711" y="5097"/>
                  </a:lnTo>
                  <a:lnTo>
                    <a:pt x="4364" y="5445"/>
                  </a:lnTo>
                  <a:lnTo>
                    <a:pt x="4016" y="5715"/>
                  </a:lnTo>
                  <a:lnTo>
                    <a:pt x="3784" y="5831"/>
                  </a:lnTo>
                  <a:lnTo>
                    <a:pt x="3553" y="5947"/>
                  </a:lnTo>
                  <a:lnTo>
                    <a:pt x="3321" y="6024"/>
                  </a:lnTo>
                  <a:lnTo>
                    <a:pt x="3089" y="6063"/>
                  </a:lnTo>
                  <a:lnTo>
                    <a:pt x="2780" y="6101"/>
                  </a:lnTo>
                  <a:lnTo>
                    <a:pt x="2510" y="6101"/>
                  </a:lnTo>
                  <a:lnTo>
                    <a:pt x="2201" y="6063"/>
                  </a:lnTo>
                  <a:lnTo>
                    <a:pt x="1970" y="5985"/>
                  </a:lnTo>
                  <a:lnTo>
                    <a:pt x="1738" y="5870"/>
                  </a:lnTo>
                  <a:lnTo>
                    <a:pt x="1506" y="5754"/>
                  </a:lnTo>
                  <a:lnTo>
                    <a:pt x="1313" y="5599"/>
                  </a:lnTo>
                  <a:lnTo>
                    <a:pt x="1159" y="5445"/>
                  </a:lnTo>
                  <a:lnTo>
                    <a:pt x="1004" y="5252"/>
                  </a:lnTo>
                  <a:lnTo>
                    <a:pt x="850" y="5020"/>
                  </a:lnTo>
                  <a:lnTo>
                    <a:pt x="734" y="4788"/>
                  </a:lnTo>
                  <a:lnTo>
                    <a:pt x="618" y="4557"/>
                  </a:lnTo>
                  <a:lnTo>
                    <a:pt x="502" y="4055"/>
                  </a:lnTo>
                  <a:lnTo>
                    <a:pt x="425" y="3514"/>
                  </a:lnTo>
                  <a:lnTo>
                    <a:pt x="464" y="2973"/>
                  </a:lnTo>
                  <a:lnTo>
                    <a:pt x="541" y="2433"/>
                  </a:lnTo>
                  <a:lnTo>
                    <a:pt x="734" y="1931"/>
                  </a:lnTo>
                  <a:lnTo>
                    <a:pt x="850" y="1699"/>
                  </a:lnTo>
                  <a:lnTo>
                    <a:pt x="966" y="1506"/>
                  </a:lnTo>
                  <a:lnTo>
                    <a:pt x="1120" y="1274"/>
                  </a:lnTo>
                  <a:lnTo>
                    <a:pt x="1313" y="1120"/>
                  </a:lnTo>
                  <a:lnTo>
                    <a:pt x="1506" y="927"/>
                  </a:lnTo>
                  <a:lnTo>
                    <a:pt x="1738" y="811"/>
                  </a:lnTo>
                  <a:lnTo>
                    <a:pt x="1970" y="695"/>
                  </a:lnTo>
                  <a:lnTo>
                    <a:pt x="2201" y="579"/>
                  </a:lnTo>
                  <a:lnTo>
                    <a:pt x="2472" y="541"/>
                  </a:lnTo>
                  <a:lnTo>
                    <a:pt x="2780" y="502"/>
                  </a:lnTo>
                  <a:lnTo>
                    <a:pt x="2819" y="502"/>
                  </a:lnTo>
                  <a:lnTo>
                    <a:pt x="2858" y="463"/>
                  </a:lnTo>
                  <a:close/>
                  <a:moveTo>
                    <a:pt x="2665" y="0"/>
                  </a:moveTo>
                  <a:lnTo>
                    <a:pt x="2587" y="39"/>
                  </a:lnTo>
                  <a:lnTo>
                    <a:pt x="2510" y="77"/>
                  </a:lnTo>
                  <a:lnTo>
                    <a:pt x="2472" y="155"/>
                  </a:lnTo>
                  <a:lnTo>
                    <a:pt x="2433" y="232"/>
                  </a:lnTo>
                  <a:lnTo>
                    <a:pt x="2163" y="270"/>
                  </a:lnTo>
                  <a:lnTo>
                    <a:pt x="1854" y="309"/>
                  </a:lnTo>
                  <a:lnTo>
                    <a:pt x="1622" y="386"/>
                  </a:lnTo>
                  <a:lnTo>
                    <a:pt x="1390" y="502"/>
                  </a:lnTo>
                  <a:lnTo>
                    <a:pt x="1159" y="657"/>
                  </a:lnTo>
                  <a:lnTo>
                    <a:pt x="966" y="850"/>
                  </a:lnTo>
                  <a:lnTo>
                    <a:pt x="772" y="1043"/>
                  </a:lnTo>
                  <a:lnTo>
                    <a:pt x="618" y="1236"/>
                  </a:lnTo>
                  <a:lnTo>
                    <a:pt x="464" y="1506"/>
                  </a:lnTo>
                  <a:lnTo>
                    <a:pt x="348" y="1738"/>
                  </a:lnTo>
                  <a:lnTo>
                    <a:pt x="155" y="2278"/>
                  </a:lnTo>
                  <a:lnTo>
                    <a:pt x="39" y="2858"/>
                  </a:lnTo>
                  <a:lnTo>
                    <a:pt x="0" y="3398"/>
                  </a:lnTo>
                  <a:lnTo>
                    <a:pt x="39" y="4055"/>
                  </a:lnTo>
                  <a:lnTo>
                    <a:pt x="116" y="4364"/>
                  </a:lnTo>
                  <a:lnTo>
                    <a:pt x="193" y="4672"/>
                  </a:lnTo>
                  <a:lnTo>
                    <a:pt x="309" y="4943"/>
                  </a:lnTo>
                  <a:lnTo>
                    <a:pt x="425" y="5213"/>
                  </a:lnTo>
                  <a:lnTo>
                    <a:pt x="579" y="5445"/>
                  </a:lnTo>
                  <a:lnTo>
                    <a:pt x="734" y="5676"/>
                  </a:lnTo>
                  <a:lnTo>
                    <a:pt x="927" y="5870"/>
                  </a:lnTo>
                  <a:lnTo>
                    <a:pt x="1120" y="6063"/>
                  </a:lnTo>
                  <a:lnTo>
                    <a:pt x="1390" y="6217"/>
                  </a:lnTo>
                  <a:lnTo>
                    <a:pt x="1622" y="6372"/>
                  </a:lnTo>
                  <a:lnTo>
                    <a:pt x="1892" y="6449"/>
                  </a:lnTo>
                  <a:lnTo>
                    <a:pt x="2201" y="6526"/>
                  </a:lnTo>
                  <a:lnTo>
                    <a:pt x="2549" y="6565"/>
                  </a:lnTo>
                  <a:lnTo>
                    <a:pt x="2896" y="6565"/>
                  </a:lnTo>
                  <a:lnTo>
                    <a:pt x="3205" y="6526"/>
                  </a:lnTo>
                  <a:lnTo>
                    <a:pt x="3476" y="6449"/>
                  </a:lnTo>
                  <a:lnTo>
                    <a:pt x="3784" y="6333"/>
                  </a:lnTo>
                  <a:lnTo>
                    <a:pt x="4055" y="6217"/>
                  </a:lnTo>
                  <a:lnTo>
                    <a:pt x="4325" y="6063"/>
                  </a:lnTo>
                  <a:lnTo>
                    <a:pt x="4557" y="5908"/>
                  </a:lnTo>
                  <a:lnTo>
                    <a:pt x="4788" y="5715"/>
                  </a:lnTo>
                  <a:lnTo>
                    <a:pt x="4981" y="5483"/>
                  </a:lnTo>
                  <a:lnTo>
                    <a:pt x="5175" y="5252"/>
                  </a:lnTo>
                  <a:lnTo>
                    <a:pt x="5329" y="4981"/>
                  </a:lnTo>
                  <a:lnTo>
                    <a:pt x="5483" y="4750"/>
                  </a:lnTo>
                  <a:lnTo>
                    <a:pt x="5599" y="4441"/>
                  </a:lnTo>
                  <a:lnTo>
                    <a:pt x="5677" y="4170"/>
                  </a:lnTo>
                  <a:lnTo>
                    <a:pt x="5754" y="3862"/>
                  </a:lnTo>
                  <a:lnTo>
                    <a:pt x="5792" y="3553"/>
                  </a:lnTo>
                  <a:lnTo>
                    <a:pt x="5792" y="3244"/>
                  </a:lnTo>
                  <a:lnTo>
                    <a:pt x="5792" y="2935"/>
                  </a:lnTo>
                  <a:lnTo>
                    <a:pt x="5715" y="2626"/>
                  </a:lnTo>
                  <a:lnTo>
                    <a:pt x="5638" y="2317"/>
                  </a:lnTo>
                  <a:lnTo>
                    <a:pt x="5561" y="2047"/>
                  </a:lnTo>
                  <a:lnTo>
                    <a:pt x="5406" y="1776"/>
                  </a:lnTo>
                  <a:lnTo>
                    <a:pt x="5252" y="1506"/>
                  </a:lnTo>
                  <a:lnTo>
                    <a:pt x="5059" y="1274"/>
                  </a:lnTo>
                  <a:lnTo>
                    <a:pt x="4866" y="1043"/>
                  </a:lnTo>
                  <a:lnTo>
                    <a:pt x="4634" y="811"/>
                  </a:lnTo>
                  <a:lnTo>
                    <a:pt x="4402" y="618"/>
                  </a:lnTo>
                  <a:lnTo>
                    <a:pt x="4132" y="463"/>
                  </a:lnTo>
                  <a:lnTo>
                    <a:pt x="3862" y="309"/>
                  </a:lnTo>
                  <a:lnTo>
                    <a:pt x="3591" y="193"/>
                  </a:lnTo>
                  <a:lnTo>
                    <a:pt x="3282" y="116"/>
                  </a:lnTo>
                  <a:lnTo>
                    <a:pt x="2974" y="39"/>
                  </a:lnTo>
                  <a:lnTo>
                    <a:pt x="266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Google Shape;891;p5"/>
            <p:cNvSpPr/>
            <p:nvPr/>
          </p:nvSpPr>
          <p:spPr>
            <a:xfrm>
              <a:off x="2802150" y="3642800"/>
              <a:ext cx="320525" cy="97525"/>
            </a:xfrm>
            <a:custGeom>
              <a:avLst/>
              <a:gdLst/>
              <a:ahLst/>
              <a:cxnLst/>
              <a:rect l="l" t="t" r="r" b="b"/>
              <a:pathLst>
                <a:path w="12821" h="3901" extrusionOk="0">
                  <a:moveTo>
                    <a:pt x="12550" y="1"/>
                  </a:moveTo>
                  <a:lnTo>
                    <a:pt x="12434" y="39"/>
                  </a:lnTo>
                  <a:lnTo>
                    <a:pt x="12357" y="78"/>
                  </a:lnTo>
                  <a:lnTo>
                    <a:pt x="12318" y="155"/>
                  </a:lnTo>
                  <a:lnTo>
                    <a:pt x="12280" y="271"/>
                  </a:lnTo>
                  <a:lnTo>
                    <a:pt x="12318" y="348"/>
                  </a:lnTo>
                  <a:lnTo>
                    <a:pt x="12357" y="541"/>
                  </a:lnTo>
                  <a:lnTo>
                    <a:pt x="12318" y="734"/>
                  </a:lnTo>
                  <a:lnTo>
                    <a:pt x="12280" y="889"/>
                  </a:lnTo>
                  <a:lnTo>
                    <a:pt x="12164" y="1043"/>
                  </a:lnTo>
                  <a:lnTo>
                    <a:pt x="12009" y="1198"/>
                  </a:lnTo>
                  <a:lnTo>
                    <a:pt x="11855" y="1314"/>
                  </a:lnTo>
                  <a:lnTo>
                    <a:pt x="11430" y="1545"/>
                  </a:lnTo>
                  <a:lnTo>
                    <a:pt x="11005" y="1700"/>
                  </a:lnTo>
                  <a:lnTo>
                    <a:pt x="10542" y="1854"/>
                  </a:lnTo>
                  <a:lnTo>
                    <a:pt x="9808" y="2047"/>
                  </a:lnTo>
                  <a:lnTo>
                    <a:pt x="9422" y="2163"/>
                  </a:lnTo>
                  <a:lnTo>
                    <a:pt x="9383" y="2086"/>
                  </a:lnTo>
                  <a:lnTo>
                    <a:pt x="9345" y="2009"/>
                  </a:lnTo>
                  <a:lnTo>
                    <a:pt x="8997" y="1468"/>
                  </a:lnTo>
                  <a:lnTo>
                    <a:pt x="8727" y="927"/>
                  </a:lnTo>
                  <a:lnTo>
                    <a:pt x="8418" y="1043"/>
                  </a:lnTo>
                  <a:lnTo>
                    <a:pt x="8495" y="1391"/>
                  </a:lnTo>
                  <a:lnTo>
                    <a:pt x="8611" y="1700"/>
                  </a:lnTo>
                  <a:lnTo>
                    <a:pt x="8804" y="2009"/>
                  </a:lnTo>
                  <a:lnTo>
                    <a:pt x="8997" y="2279"/>
                  </a:lnTo>
                  <a:lnTo>
                    <a:pt x="7839" y="2588"/>
                  </a:lnTo>
                  <a:lnTo>
                    <a:pt x="6719" y="2820"/>
                  </a:lnTo>
                  <a:lnTo>
                    <a:pt x="5329" y="3051"/>
                  </a:lnTo>
                  <a:lnTo>
                    <a:pt x="3939" y="3244"/>
                  </a:lnTo>
                  <a:lnTo>
                    <a:pt x="3668" y="3283"/>
                  </a:lnTo>
                  <a:lnTo>
                    <a:pt x="3746" y="2935"/>
                  </a:lnTo>
                  <a:lnTo>
                    <a:pt x="3784" y="2588"/>
                  </a:lnTo>
                  <a:lnTo>
                    <a:pt x="3707" y="2240"/>
                  </a:lnTo>
                  <a:lnTo>
                    <a:pt x="3630" y="1893"/>
                  </a:lnTo>
                  <a:lnTo>
                    <a:pt x="3282" y="1970"/>
                  </a:lnTo>
                  <a:lnTo>
                    <a:pt x="3321" y="2279"/>
                  </a:lnTo>
                  <a:lnTo>
                    <a:pt x="3360" y="2588"/>
                  </a:lnTo>
                  <a:lnTo>
                    <a:pt x="3282" y="2974"/>
                  </a:lnTo>
                  <a:lnTo>
                    <a:pt x="3205" y="3321"/>
                  </a:lnTo>
                  <a:lnTo>
                    <a:pt x="2278" y="3399"/>
                  </a:lnTo>
                  <a:lnTo>
                    <a:pt x="1815" y="3437"/>
                  </a:lnTo>
                  <a:lnTo>
                    <a:pt x="1352" y="3399"/>
                  </a:lnTo>
                  <a:lnTo>
                    <a:pt x="965" y="3360"/>
                  </a:lnTo>
                  <a:lnTo>
                    <a:pt x="772" y="3283"/>
                  </a:lnTo>
                  <a:lnTo>
                    <a:pt x="618" y="3244"/>
                  </a:lnTo>
                  <a:lnTo>
                    <a:pt x="502" y="3128"/>
                  </a:lnTo>
                  <a:lnTo>
                    <a:pt x="425" y="3051"/>
                  </a:lnTo>
                  <a:lnTo>
                    <a:pt x="386" y="2935"/>
                  </a:lnTo>
                  <a:lnTo>
                    <a:pt x="348" y="2781"/>
                  </a:lnTo>
                  <a:lnTo>
                    <a:pt x="348" y="2704"/>
                  </a:lnTo>
                  <a:lnTo>
                    <a:pt x="309" y="2665"/>
                  </a:lnTo>
                  <a:lnTo>
                    <a:pt x="232" y="2588"/>
                  </a:lnTo>
                  <a:lnTo>
                    <a:pt x="116" y="2626"/>
                  </a:lnTo>
                  <a:lnTo>
                    <a:pt x="77" y="2626"/>
                  </a:lnTo>
                  <a:lnTo>
                    <a:pt x="39" y="2704"/>
                  </a:lnTo>
                  <a:lnTo>
                    <a:pt x="0" y="2858"/>
                  </a:lnTo>
                  <a:lnTo>
                    <a:pt x="0" y="3013"/>
                  </a:lnTo>
                  <a:lnTo>
                    <a:pt x="0" y="3167"/>
                  </a:lnTo>
                  <a:lnTo>
                    <a:pt x="39" y="3283"/>
                  </a:lnTo>
                  <a:lnTo>
                    <a:pt x="116" y="3399"/>
                  </a:lnTo>
                  <a:lnTo>
                    <a:pt x="193" y="3515"/>
                  </a:lnTo>
                  <a:lnTo>
                    <a:pt x="386" y="3669"/>
                  </a:lnTo>
                  <a:lnTo>
                    <a:pt x="657" y="3746"/>
                  </a:lnTo>
                  <a:lnTo>
                    <a:pt x="927" y="3823"/>
                  </a:lnTo>
                  <a:lnTo>
                    <a:pt x="1236" y="3862"/>
                  </a:lnTo>
                  <a:lnTo>
                    <a:pt x="1506" y="3901"/>
                  </a:lnTo>
                  <a:lnTo>
                    <a:pt x="2780" y="3823"/>
                  </a:lnTo>
                  <a:lnTo>
                    <a:pt x="4016" y="3746"/>
                  </a:lnTo>
                  <a:lnTo>
                    <a:pt x="5252" y="3553"/>
                  </a:lnTo>
                  <a:lnTo>
                    <a:pt x="6487" y="3360"/>
                  </a:lnTo>
                  <a:lnTo>
                    <a:pt x="7646" y="3128"/>
                  </a:lnTo>
                  <a:lnTo>
                    <a:pt x="8766" y="2858"/>
                  </a:lnTo>
                  <a:lnTo>
                    <a:pt x="9885" y="2511"/>
                  </a:lnTo>
                  <a:lnTo>
                    <a:pt x="11005" y="2163"/>
                  </a:lnTo>
                  <a:lnTo>
                    <a:pt x="11353" y="2047"/>
                  </a:lnTo>
                  <a:lnTo>
                    <a:pt x="11700" y="1893"/>
                  </a:lnTo>
                  <a:lnTo>
                    <a:pt x="12048" y="1700"/>
                  </a:lnTo>
                  <a:lnTo>
                    <a:pt x="12357" y="1507"/>
                  </a:lnTo>
                  <a:lnTo>
                    <a:pt x="12627" y="1236"/>
                  </a:lnTo>
                  <a:lnTo>
                    <a:pt x="12704" y="1082"/>
                  </a:lnTo>
                  <a:lnTo>
                    <a:pt x="12782" y="927"/>
                  </a:lnTo>
                  <a:lnTo>
                    <a:pt x="12820" y="773"/>
                  </a:lnTo>
                  <a:lnTo>
                    <a:pt x="12820" y="580"/>
                  </a:lnTo>
                  <a:lnTo>
                    <a:pt x="12820" y="387"/>
                  </a:lnTo>
                  <a:lnTo>
                    <a:pt x="12743" y="155"/>
                  </a:lnTo>
                  <a:lnTo>
                    <a:pt x="12704" y="78"/>
                  </a:lnTo>
                  <a:lnTo>
                    <a:pt x="12627" y="39"/>
                  </a:lnTo>
                  <a:lnTo>
                    <a:pt x="125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Google Shape;892;p5"/>
            <p:cNvSpPr/>
            <p:nvPr/>
          </p:nvSpPr>
          <p:spPr>
            <a:xfrm>
              <a:off x="2737450" y="3395675"/>
              <a:ext cx="459550" cy="296375"/>
            </a:xfrm>
            <a:custGeom>
              <a:avLst/>
              <a:gdLst/>
              <a:ahLst/>
              <a:cxnLst/>
              <a:rect l="l" t="t" r="r" b="b"/>
              <a:pathLst>
                <a:path w="18382" h="11855" extrusionOk="0">
                  <a:moveTo>
                    <a:pt x="17648" y="2935"/>
                  </a:moveTo>
                  <a:lnTo>
                    <a:pt x="17725" y="2974"/>
                  </a:lnTo>
                  <a:lnTo>
                    <a:pt x="17802" y="3051"/>
                  </a:lnTo>
                  <a:lnTo>
                    <a:pt x="17841" y="3128"/>
                  </a:lnTo>
                  <a:lnTo>
                    <a:pt x="17880" y="3321"/>
                  </a:lnTo>
                  <a:lnTo>
                    <a:pt x="17918" y="3553"/>
                  </a:lnTo>
                  <a:lnTo>
                    <a:pt x="17880" y="3746"/>
                  </a:lnTo>
                  <a:lnTo>
                    <a:pt x="17764" y="3939"/>
                  </a:lnTo>
                  <a:lnTo>
                    <a:pt x="17648" y="4132"/>
                  </a:lnTo>
                  <a:lnTo>
                    <a:pt x="17300" y="4402"/>
                  </a:lnTo>
                  <a:lnTo>
                    <a:pt x="17030" y="4595"/>
                  </a:lnTo>
                  <a:lnTo>
                    <a:pt x="16721" y="4750"/>
                  </a:lnTo>
                  <a:lnTo>
                    <a:pt x="16412" y="4866"/>
                  </a:lnTo>
                  <a:lnTo>
                    <a:pt x="16065" y="4943"/>
                  </a:lnTo>
                  <a:lnTo>
                    <a:pt x="16181" y="4364"/>
                  </a:lnTo>
                  <a:lnTo>
                    <a:pt x="16296" y="4055"/>
                  </a:lnTo>
                  <a:lnTo>
                    <a:pt x="16412" y="3784"/>
                  </a:lnTo>
                  <a:lnTo>
                    <a:pt x="16528" y="3514"/>
                  </a:lnTo>
                  <a:lnTo>
                    <a:pt x="16721" y="3282"/>
                  </a:lnTo>
                  <a:lnTo>
                    <a:pt x="16953" y="3128"/>
                  </a:lnTo>
                  <a:lnTo>
                    <a:pt x="17223" y="2974"/>
                  </a:lnTo>
                  <a:lnTo>
                    <a:pt x="17493" y="2935"/>
                  </a:lnTo>
                  <a:close/>
                  <a:moveTo>
                    <a:pt x="14211" y="4866"/>
                  </a:moveTo>
                  <a:lnTo>
                    <a:pt x="14481" y="4904"/>
                  </a:lnTo>
                  <a:lnTo>
                    <a:pt x="14752" y="4982"/>
                  </a:lnTo>
                  <a:lnTo>
                    <a:pt x="15022" y="5059"/>
                  </a:lnTo>
                  <a:lnTo>
                    <a:pt x="15254" y="5175"/>
                  </a:lnTo>
                  <a:lnTo>
                    <a:pt x="15177" y="5329"/>
                  </a:lnTo>
                  <a:lnTo>
                    <a:pt x="14752" y="5522"/>
                  </a:lnTo>
                  <a:lnTo>
                    <a:pt x="14288" y="5677"/>
                  </a:lnTo>
                  <a:lnTo>
                    <a:pt x="14018" y="5715"/>
                  </a:lnTo>
                  <a:lnTo>
                    <a:pt x="13748" y="5754"/>
                  </a:lnTo>
                  <a:lnTo>
                    <a:pt x="13477" y="5754"/>
                  </a:lnTo>
                  <a:lnTo>
                    <a:pt x="13169" y="5677"/>
                  </a:lnTo>
                  <a:lnTo>
                    <a:pt x="13053" y="5677"/>
                  </a:lnTo>
                  <a:lnTo>
                    <a:pt x="12975" y="5599"/>
                  </a:lnTo>
                  <a:lnTo>
                    <a:pt x="12975" y="5484"/>
                  </a:lnTo>
                  <a:lnTo>
                    <a:pt x="13053" y="5368"/>
                  </a:lnTo>
                  <a:lnTo>
                    <a:pt x="13091" y="5136"/>
                  </a:lnTo>
                  <a:lnTo>
                    <a:pt x="13169" y="5020"/>
                  </a:lnTo>
                  <a:lnTo>
                    <a:pt x="13323" y="4943"/>
                  </a:lnTo>
                  <a:lnTo>
                    <a:pt x="13555" y="4904"/>
                  </a:lnTo>
                  <a:lnTo>
                    <a:pt x="13864" y="4866"/>
                  </a:lnTo>
                  <a:close/>
                  <a:moveTo>
                    <a:pt x="15756" y="5522"/>
                  </a:moveTo>
                  <a:lnTo>
                    <a:pt x="16374" y="5831"/>
                  </a:lnTo>
                  <a:lnTo>
                    <a:pt x="16644" y="5986"/>
                  </a:lnTo>
                  <a:lnTo>
                    <a:pt x="16953" y="6179"/>
                  </a:lnTo>
                  <a:lnTo>
                    <a:pt x="17185" y="6372"/>
                  </a:lnTo>
                  <a:lnTo>
                    <a:pt x="17416" y="6603"/>
                  </a:lnTo>
                  <a:lnTo>
                    <a:pt x="17571" y="6912"/>
                  </a:lnTo>
                  <a:lnTo>
                    <a:pt x="17609" y="7067"/>
                  </a:lnTo>
                  <a:lnTo>
                    <a:pt x="17609" y="7221"/>
                  </a:lnTo>
                  <a:lnTo>
                    <a:pt x="17609" y="7453"/>
                  </a:lnTo>
                  <a:lnTo>
                    <a:pt x="17532" y="7569"/>
                  </a:lnTo>
                  <a:lnTo>
                    <a:pt x="17455" y="7685"/>
                  </a:lnTo>
                  <a:lnTo>
                    <a:pt x="17300" y="7723"/>
                  </a:lnTo>
                  <a:lnTo>
                    <a:pt x="17146" y="7723"/>
                  </a:lnTo>
                  <a:lnTo>
                    <a:pt x="16953" y="7685"/>
                  </a:lnTo>
                  <a:lnTo>
                    <a:pt x="16798" y="7607"/>
                  </a:lnTo>
                  <a:lnTo>
                    <a:pt x="16644" y="7492"/>
                  </a:lnTo>
                  <a:lnTo>
                    <a:pt x="16412" y="7183"/>
                  </a:lnTo>
                  <a:lnTo>
                    <a:pt x="16181" y="6796"/>
                  </a:lnTo>
                  <a:lnTo>
                    <a:pt x="16026" y="6488"/>
                  </a:lnTo>
                  <a:lnTo>
                    <a:pt x="15910" y="6179"/>
                  </a:lnTo>
                  <a:lnTo>
                    <a:pt x="15833" y="5831"/>
                  </a:lnTo>
                  <a:lnTo>
                    <a:pt x="15756" y="5522"/>
                  </a:lnTo>
                  <a:close/>
                  <a:moveTo>
                    <a:pt x="4944" y="464"/>
                  </a:moveTo>
                  <a:lnTo>
                    <a:pt x="5561" y="502"/>
                  </a:lnTo>
                  <a:lnTo>
                    <a:pt x="6141" y="657"/>
                  </a:lnTo>
                  <a:lnTo>
                    <a:pt x="6681" y="888"/>
                  </a:lnTo>
                  <a:lnTo>
                    <a:pt x="7222" y="1197"/>
                  </a:lnTo>
                  <a:lnTo>
                    <a:pt x="7685" y="1545"/>
                  </a:lnTo>
                  <a:lnTo>
                    <a:pt x="8149" y="1970"/>
                  </a:lnTo>
                  <a:lnTo>
                    <a:pt x="8496" y="2394"/>
                  </a:lnTo>
                  <a:lnTo>
                    <a:pt x="8766" y="2781"/>
                  </a:lnTo>
                  <a:lnTo>
                    <a:pt x="9037" y="3205"/>
                  </a:lnTo>
                  <a:lnTo>
                    <a:pt x="9268" y="3669"/>
                  </a:lnTo>
                  <a:lnTo>
                    <a:pt x="9693" y="4595"/>
                  </a:lnTo>
                  <a:lnTo>
                    <a:pt x="10079" y="5522"/>
                  </a:lnTo>
                  <a:lnTo>
                    <a:pt x="10272" y="5908"/>
                  </a:lnTo>
                  <a:lnTo>
                    <a:pt x="10504" y="6294"/>
                  </a:lnTo>
                  <a:lnTo>
                    <a:pt x="10736" y="6642"/>
                  </a:lnTo>
                  <a:lnTo>
                    <a:pt x="11006" y="6912"/>
                  </a:lnTo>
                  <a:lnTo>
                    <a:pt x="11354" y="7183"/>
                  </a:lnTo>
                  <a:lnTo>
                    <a:pt x="11701" y="7376"/>
                  </a:lnTo>
                  <a:lnTo>
                    <a:pt x="12087" y="7492"/>
                  </a:lnTo>
                  <a:lnTo>
                    <a:pt x="12551" y="7569"/>
                  </a:lnTo>
                  <a:lnTo>
                    <a:pt x="12898" y="7530"/>
                  </a:lnTo>
                  <a:lnTo>
                    <a:pt x="13207" y="7492"/>
                  </a:lnTo>
                  <a:lnTo>
                    <a:pt x="13516" y="7414"/>
                  </a:lnTo>
                  <a:lnTo>
                    <a:pt x="13825" y="7260"/>
                  </a:lnTo>
                  <a:lnTo>
                    <a:pt x="14095" y="7105"/>
                  </a:lnTo>
                  <a:lnTo>
                    <a:pt x="14366" y="6951"/>
                  </a:lnTo>
                  <a:lnTo>
                    <a:pt x="14597" y="6719"/>
                  </a:lnTo>
                  <a:lnTo>
                    <a:pt x="14829" y="6488"/>
                  </a:lnTo>
                  <a:lnTo>
                    <a:pt x="14404" y="7221"/>
                  </a:lnTo>
                  <a:lnTo>
                    <a:pt x="13941" y="7878"/>
                  </a:lnTo>
                  <a:lnTo>
                    <a:pt x="13439" y="8534"/>
                  </a:lnTo>
                  <a:lnTo>
                    <a:pt x="12860" y="9113"/>
                  </a:lnTo>
                  <a:lnTo>
                    <a:pt x="12242" y="9615"/>
                  </a:lnTo>
                  <a:lnTo>
                    <a:pt x="11547" y="10079"/>
                  </a:lnTo>
                  <a:lnTo>
                    <a:pt x="10813" y="10503"/>
                  </a:lnTo>
                  <a:lnTo>
                    <a:pt x="10041" y="10812"/>
                  </a:lnTo>
                  <a:lnTo>
                    <a:pt x="9462" y="11005"/>
                  </a:lnTo>
                  <a:lnTo>
                    <a:pt x="8882" y="11160"/>
                  </a:lnTo>
                  <a:lnTo>
                    <a:pt x="8303" y="11276"/>
                  </a:lnTo>
                  <a:lnTo>
                    <a:pt x="7724" y="11314"/>
                  </a:lnTo>
                  <a:lnTo>
                    <a:pt x="7145" y="11353"/>
                  </a:lnTo>
                  <a:lnTo>
                    <a:pt x="6604" y="11314"/>
                  </a:lnTo>
                  <a:lnTo>
                    <a:pt x="6025" y="11237"/>
                  </a:lnTo>
                  <a:lnTo>
                    <a:pt x="5484" y="11121"/>
                  </a:lnTo>
                  <a:lnTo>
                    <a:pt x="4944" y="10967"/>
                  </a:lnTo>
                  <a:lnTo>
                    <a:pt x="4442" y="10735"/>
                  </a:lnTo>
                  <a:lnTo>
                    <a:pt x="3940" y="10503"/>
                  </a:lnTo>
                  <a:lnTo>
                    <a:pt x="3476" y="10195"/>
                  </a:lnTo>
                  <a:lnTo>
                    <a:pt x="3013" y="9847"/>
                  </a:lnTo>
                  <a:lnTo>
                    <a:pt x="2549" y="9461"/>
                  </a:lnTo>
                  <a:lnTo>
                    <a:pt x="2163" y="9036"/>
                  </a:lnTo>
                  <a:lnTo>
                    <a:pt x="1777" y="8573"/>
                  </a:lnTo>
                  <a:lnTo>
                    <a:pt x="1430" y="8032"/>
                  </a:lnTo>
                  <a:lnTo>
                    <a:pt x="1121" y="7492"/>
                  </a:lnTo>
                  <a:lnTo>
                    <a:pt x="850" y="6912"/>
                  </a:lnTo>
                  <a:lnTo>
                    <a:pt x="657" y="6333"/>
                  </a:lnTo>
                  <a:lnTo>
                    <a:pt x="503" y="5754"/>
                  </a:lnTo>
                  <a:lnTo>
                    <a:pt x="426" y="5136"/>
                  </a:lnTo>
                  <a:lnTo>
                    <a:pt x="426" y="4518"/>
                  </a:lnTo>
                  <a:lnTo>
                    <a:pt x="503" y="3862"/>
                  </a:lnTo>
                  <a:lnTo>
                    <a:pt x="696" y="3282"/>
                  </a:lnTo>
                  <a:lnTo>
                    <a:pt x="928" y="2742"/>
                  </a:lnTo>
                  <a:lnTo>
                    <a:pt x="1275" y="2240"/>
                  </a:lnTo>
                  <a:lnTo>
                    <a:pt x="1661" y="1777"/>
                  </a:lnTo>
                  <a:lnTo>
                    <a:pt x="2086" y="1352"/>
                  </a:lnTo>
                  <a:lnTo>
                    <a:pt x="2588" y="1043"/>
                  </a:lnTo>
                  <a:lnTo>
                    <a:pt x="3129" y="773"/>
                  </a:lnTo>
                  <a:lnTo>
                    <a:pt x="3708" y="579"/>
                  </a:lnTo>
                  <a:lnTo>
                    <a:pt x="4326" y="464"/>
                  </a:lnTo>
                  <a:close/>
                  <a:moveTo>
                    <a:pt x="4519" y="0"/>
                  </a:moveTo>
                  <a:lnTo>
                    <a:pt x="4249" y="39"/>
                  </a:lnTo>
                  <a:lnTo>
                    <a:pt x="3901" y="77"/>
                  </a:lnTo>
                  <a:lnTo>
                    <a:pt x="3515" y="155"/>
                  </a:lnTo>
                  <a:lnTo>
                    <a:pt x="3167" y="271"/>
                  </a:lnTo>
                  <a:lnTo>
                    <a:pt x="2820" y="425"/>
                  </a:lnTo>
                  <a:lnTo>
                    <a:pt x="2472" y="579"/>
                  </a:lnTo>
                  <a:lnTo>
                    <a:pt x="2125" y="773"/>
                  </a:lnTo>
                  <a:lnTo>
                    <a:pt x="1777" y="1043"/>
                  </a:lnTo>
                  <a:lnTo>
                    <a:pt x="1468" y="1313"/>
                  </a:lnTo>
                  <a:lnTo>
                    <a:pt x="1082" y="1699"/>
                  </a:lnTo>
                  <a:lnTo>
                    <a:pt x="773" y="2163"/>
                  </a:lnTo>
                  <a:lnTo>
                    <a:pt x="503" y="2626"/>
                  </a:lnTo>
                  <a:lnTo>
                    <a:pt x="310" y="3089"/>
                  </a:lnTo>
                  <a:lnTo>
                    <a:pt x="155" y="3591"/>
                  </a:lnTo>
                  <a:lnTo>
                    <a:pt x="40" y="4093"/>
                  </a:lnTo>
                  <a:lnTo>
                    <a:pt x="1" y="4595"/>
                  </a:lnTo>
                  <a:lnTo>
                    <a:pt x="1" y="5136"/>
                  </a:lnTo>
                  <a:lnTo>
                    <a:pt x="78" y="5638"/>
                  </a:lnTo>
                  <a:lnTo>
                    <a:pt x="155" y="6179"/>
                  </a:lnTo>
                  <a:lnTo>
                    <a:pt x="310" y="6681"/>
                  </a:lnTo>
                  <a:lnTo>
                    <a:pt x="464" y="7183"/>
                  </a:lnTo>
                  <a:lnTo>
                    <a:pt x="696" y="7685"/>
                  </a:lnTo>
                  <a:lnTo>
                    <a:pt x="966" y="8148"/>
                  </a:lnTo>
                  <a:lnTo>
                    <a:pt x="1237" y="8611"/>
                  </a:lnTo>
                  <a:lnTo>
                    <a:pt x="1545" y="9036"/>
                  </a:lnTo>
                  <a:lnTo>
                    <a:pt x="2009" y="9577"/>
                  </a:lnTo>
                  <a:lnTo>
                    <a:pt x="2472" y="10040"/>
                  </a:lnTo>
                  <a:lnTo>
                    <a:pt x="2974" y="10426"/>
                  </a:lnTo>
                  <a:lnTo>
                    <a:pt x="3476" y="10812"/>
                  </a:lnTo>
                  <a:lnTo>
                    <a:pt x="4055" y="11083"/>
                  </a:lnTo>
                  <a:lnTo>
                    <a:pt x="4596" y="11353"/>
                  </a:lnTo>
                  <a:lnTo>
                    <a:pt x="5214" y="11546"/>
                  </a:lnTo>
                  <a:lnTo>
                    <a:pt x="5832" y="11701"/>
                  </a:lnTo>
                  <a:lnTo>
                    <a:pt x="5870" y="11855"/>
                  </a:lnTo>
                  <a:lnTo>
                    <a:pt x="6218" y="11778"/>
                  </a:lnTo>
                  <a:lnTo>
                    <a:pt x="7029" y="11816"/>
                  </a:lnTo>
                  <a:lnTo>
                    <a:pt x="7840" y="11816"/>
                  </a:lnTo>
                  <a:lnTo>
                    <a:pt x="8689" y="11701"/>
                  </a:lnTo>
                  <a:lnTo>
                    <a:pt x="9539" y="11507"/>
                  </a:lnTo>
                  <a:lnTo>
                    <a:pt x="10272" y="11237"/>
                  </a:lnTo>
                  <a:lnTo>
                    <a:pt x="11006" y="10928"/>
                  </a:lnTo>
                  <a:lnTo>
                    <a:pt x="11315" y="10812"/>
                  </a:lnTo>
                  <a:lnTo>
                    <a:pt x="11315" y="10774"/>
                  </a:lnTo>
                  <a:lnTo>
                    <a:pt x="12049" y="10349"/>
                  </a:lnTo>
                  <a:lnTo>
                    <a:pt x="12705" y="9847"/>
                  </a:lnTo>
                  <a:lnTo>
                    <a:pt x="13362" y="9306"/>
                  </a:lnTo>
                  <a:lnTo>
                    <a:pt x="13941" y="8689"/>
                  </a:lnTo>
                  <a:lnTo>
                    <a:pt x="14481" y="8032"/>
                  </a:lnTo>
                  <a:lnTo>
                    <a:pt x="14713" y="7685"/>
                  </a:lnTo>
                  <a:lnTo>
                    <a:pt x="14906" y="7298"/>
                  </a:lnTo>
                  <a:lnTo>
                    <a:pt x="15099" y="6951"/>
                  </a:lnTo>
                  <a:lnTo>
                    <a:pt x="15254" y="6565"/>
                  </a:lnTo>
                  <a:lnTo>
                    <a:pt x="15408" y="6179"/>
                  </a:lnTo>
                  <a:lnTo>
                    <a:pt x="15524" y="5754"/>
                  </a:lnTo>
                  <a:lnTo>
                    <a:pt x="15601" y="6256"/>
                  </a:lnTo>
                  <a:lnTo>
                    <a:pt x="15756" y="6719"/>
                  </a:lnTo>
                  <a:lnTo>
                    <a:pt x="15987" y="7144"/>
                  </a:lnTo>
                  <a:lnTo>
                    <a:pt x="16258" y="7569"/>
                  </a:lnTo>
                  <a:lnTo>
                    <a:pt x="16374" y="7762"/>
                  </a:lnTo>
                  <a:lnTo>
                    <a:pt x="16567" y="7916"/>
                  </a:lnTo>
                  <a:lnTo>
                    <a:pt x="16760" y="8071"/>
                  </a:lnTo>
                  <a:lnTo>
                    <a:pt x="16953" y="8187"/>
                  </a:lnTo>
                  <a:lnTo>
                    <a:pt x="17146" y="8264"/>
                  </a:lnTo>
                  <a:lnTo>
                    <a:pt x="17378" y="8264"/>
                  </a:lnTo>
                  <a:lnTo>
                    <a:pt x="17571" y="8187"/>
                  </a:lnTo>
                  <a:lnTo>
                    <a:pt x="17802" y="8032"/>
                  </a:lnTo>
                  <a:lnTo>
                    <a:pt x="17918" y="7878"/>
                  </a:lnTo>
                  <a:lnTo>
                    <a:pt x="17995" y="7685"/>
                  </a:lnTo>
                  <a:lnTo>
                    <a:pt x="18034" y="7453"/>
                  </a:lnTo>
                  <a:lnTo>
                    <a:pt x="18034" y="7260"/>
                  </a:lnTo>
                  <a:lnTo>
                    <a:pt x="17995" y="7028"/>
                  </a:lnTo>
                  <a:lnTo>
                    <a:pt x="17918" y="6835"/>
                  </a:lnTo>
                  <a:lnTo>
                    <a:pt x="17841" y="6642"/>
                  </a:lnTo>
                  <a:lnTo>
                    <a:pt x="17725" y="6449"/>
                  </a:lnTo>
                  <a:lnTo>
                    <a:pt x="17571" y="6256"/>
                  </a:lnTo>
                  <a:lnTo>
                    <a:pt x="17416" y="6063"/>
                  </a:lnTo>
                  <a:lnTo>
                    <a:pt x="17030" y="5715"/>
                  </a:lnTo>
                  <a:lnTo>
                    <a:pt x="16567" y="5445"/>
                  </a:lnTo>
                  <a:lnTo>
                    <a:pt x="16103" y="5252"/>
                  </a:lnTo>
                  <a:lnTo>
                    <a:pt x="16605" y="5175"/>
                  </a:lnTo>
                  <a:lnTo>
                    <a:pt x="17030" y="4982"/>
                  </a:lnTo>
                  <a:lnTo>
                    <a:pt x="17455" y="4750"/>
                  </a:lnTo>
                  <a:lnTo>
                    <a:pt x="17841" y="4441"/>
                  </a:lnTo>
                  <a:lnTo>
                    <a:pt x="17995" y="4248"/>
                  </a:lnTo>
                  <a:lnTo>
                    <a:pt x="18150" y="4055"/>
                  </a:lnTo>
                  <a:lnTo>
                    <a:pt x="18266" y="3823"/>
                  </a:lnTo>
                  <a:lnTo>
                    <a:pt x="18343" y="3553"/>
                  </a:lnTo>
                  <a:lnTo>
                    <a:pt x="18382" y="3321"/>
                  </a:lnTo>
                  <a:lnTo>
                    <a:pt x="18343" y="3089"/>
                  </a:lnTo>
                  <a:lnTo>
                    <a:pt x="18227" y="2858"/>
                  </a:lnTo>
                  <a:lnTo>
                    <a:pt x="18150" y="2781"/>
                  </a:lnTo>
                  <a:lnTo>
                    <a:pt x="18034" y="2703"/>
                  </a:lnTo>
                  <a:lnTo>
                    <a:pt x="17841" y="2587"/>
                  </a:lnTo>
                  <a:lnTo>
                    <a:pt x="17609" y="2549"/>
                  </a:lnTo>
                  <a:lnTo>
                    <a:pt x="17416" y="2549"/>
                  </a:lnTo>
                  <a:lnTo>
                    <a:pt x="17185" y="2587"/>
                  </a:lnTo>
                  <a:lnTo>
                    <a:pt x="16953" y="2703"/>
                  </a:lnTo>
                  <a:lnTo>
                    <a:pt x="16760" y="2781"/>
                  </a:lnTo>
                  <a:lnTo>
                    <a:pt x="16567" y="2935"/>
                  </a:lnTo>
                  <a:lnTo>
                    <a:pt x="16412" y="3089"/>
                  </a:lnTo>
                  <a:lnTo>
                    <a:pt x="16258" y="3282"/>
                  </a:lnTo>
                  <a:lnTo>
                    <a:pt x="16103" y="3476"/>
                  </a:lnTo>
                  <a:lnTo>
                    <a:pt x="15872" y="3978"/>
                  </a:lnTo>
                  <a:lnTo>
                    <a:pt x="15717" y="4480"/>
                  </a:lnTo>
                  <a:lnTo>
                    <a:pt x="15640" y="4982"/>
                  </a:lnTo>
                  <a:lnTo>
                    <a:pt x="15601" y="4982"/>
                  </a:lnTo>
                  <a:lnTo>
                    <a:pt x="15563" y="5020"/>
                  </a:lnTo>
                  <a:lnTo>
                    <a:pt x="15524" y="5020"/>
                  </a:lnTo>
                  <a:lnTo>
                    <a:pt x="15099" y="4788"/>
                  </a:lnTo>
                  <a:lnTo>
                    <a:pt x="14675" y="4634"/>
                  </a:lnTo>
                  <a:lnTo>
                    <a:pt x="14211" y="4518"/>
                  </a:lnTo>
                  <a:lnTo>
                    <a:pt x="13748" y="4518"/>
                  </a:lnTo>
                  <a:lnTo>
                    <a:pt x="13362" y="4595"/>
                  </a:lnTo>
                  <a:lnTo>
                    <a:pt x="13169" y="4634"/>
                  </a:lnTo>
                  <a:lnTo>
                    <a:pt x="12975" y="4711"/>
                  </a:lnTo>
                  <a:lnTo>
                    <a:pt x="12782" y="4788"/>
                  </a:lnTo>
                  <a:lnTo>
                    <a:pt x="12628" y="4943"/>
                  </a:lnTo>
                  <a:lnTo>
                    <a:pt x="12512" y="5097"/>
                  </a:lnTo>
                  <a:lnTo>
                    <a:pt x="12435" y="5252"/>
                  </a:lnTo>
                  <a:lnTo>
                    <a:pt x="12396" y="5445"/>
                  </a:lnTo>
                  <a:lnTo>
                    <a:pt x="12473" y="5638"/>
                  </a:lnTo>
                  <a:lnTo>
                    <a:pt x="12551" y="5792"/>
                  </a:lnTo>
                  <a:lnTo>
                    <a:pt x="12705" y="5908"/>
                  </a:lnTo>
                  <a:lnTo>
                    <a:pt x="12860" y="5986"/>
                  </a:lnTo>
                  <a:lnTo>
                    <a:pt x="13053" y="6063"/>
                  </a:lnTo>
                  <a:lnTo>
                    <a:pt x="13439" y="6140"/>
                  </a:lnTo>
                  <a:lnTo>
                    <a:pt x="13786" y="6140"/>
                  </a:lnTo>
                  <a:lnTo>
                    <a:pt x="14134" y="6101"/>
                  </a:lnTo>
                  <a:lnTo>
                    <a:pt x="14481" y="5986"/>
                  </a:lnTo>
                  <a:lnTo>
                    <a:pt x="14790" y="5870"/>
                  </a:lnTo>
                  <a:lnTo>
                    <a:pt x="14481" y="6256"/>
                  </a:lnTo>
                  <a:lnTo>
                    <a:pt x="14095" y="6565"/>
                  </a:lnTo>
                  <a:lnTo>
                    <a:pt x="13902" y="6719"/>
                  </a:lnTo>
                  <a:lnTo>
                    <a:pt x="13671" y="6835"/>
                  </a:lnTo>
                  <a:lnTo>
                    <a:pt x="13439" y="6951"/>
                  </a:lnTo>
                  <a:lnTo>
                    <a:pt x="13207" y="7028"/>
                  </a:lnTo>
                  <a:lnTo>
                    <a:pt x="12821" y="7067"/>
                  </a:lnTo>
                  <a:lnTo>
                    <a:pt x="12435" y="7067"/>
                  </a:lnTo>
                  <a:lnTo>
                    <a:pt x="12087" y="6990"/>
                  </a:lnTo>
                  <a:lnTo>
                    <a:pt x="11778" y="6874"/>
                  </a:lnTo>
                  <a:lnTo>
                    <a:pt x="11470" y="6681"/>
                  </a:lnTo>
                  <a:lnTo>
                    <a:pt x="11199" y="6410"/>
                  </a:lnTo>
                  <a:lnTo>
                    <a:pt x="10968" y="6140"/>
                  </a:lnTo>
                  <a:lnTo>
                    <a:pt x="10774" y="5792"/>
                  </a:lnTo>
                  <a:lnTo>
                    <a:pt x="10504" y="5329"/>
                  </a:lnTo>
                  <a:lnTo>
                    <a:pt x="10311" y="4827"/>
                  </a:lnTo>
                  <a:lnTo>
                    <a:pt x="9886" y="3862"/>
                  </a:lnTo>
                  <a:lnTo>
                    <a:pt x="9655" y="3398"/>
                  </a:lnTo>
                  <a:lnTo>
                    <a:pt x="9423" y="2935"/>
                  </a:lnTo>
                  <a:lnTo>
                    <a:pt x="9153" y="2472"/>
                  </a:lnTo>
                  <a:lnTo>
                    <a:pt x="8844" y="2047"/>
                  </a:lnTo>
                  <a:lnTo>
                    <a:pt x="8380" y="1545"/>
                  </a:lnTo>
                  <a:lnTo>
                    <a:pt x="7917" y="1159"/>
                  </a:lnTo>
                  <a:lnTo>
                    <a:pt x="7415" y="811"/>
                  </a:lnTo>
                  <a:lnTo>
                    <a:pt x="6874" y="502"/>
                  </a:lnTo>
                  <a:lnTo>
                    <a:pt x="6295" y="271"/>
                  </a:lnTo>
                  <a:lnTo>
                    <a:pt x="5716" y="116"/>
                  </a:lnTo>
                  <a:lnTo>
                    <a:pt x="5137" y="39"/>
                  </a:lnTo>
                  <a:lnTo>
                    <a:pt x="451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Google Shape;893;p5"/>
            <p:cNvSpPr/>
            <p:nvPr/>
          </p:nvSpPr>
          <p:spPr>
            <a:xfrm>
              <a:off x="2672775" y="3239275"/>
              <a:ext cx="330175" cy="176700"/>
            </a:xfrm>
            <a:custGeom>
              <a:avLst/>
              <a:gdLst/>
              <a:ahLst/>
              <a:cxnLst/>
              <a:rect l="l" t="t" r="r" b="b"/>
              <a:pathLst>
                <a:path w="13207" h="7068" extrusionOk="0">
                  <a:moveTo>
                    <a:pt x="8110" y="310"/>
                  </a:moveTo>
                  <a:lnTo>
                    <a:pt x="8226" y="348"/>
                  </a:lnTo>
                  <a:lnTo>
                    <a:pt x="8380" y="425"/>
                  </a:lnTo>
                  <a:lnTo>
                    <a:pt x="8535" y="541"/>
                  </a:lnTo>
                  <a:lnTo>
                    <a:pt x="8612" y="580"/>
                  </a:lnTo>
                  <a:lnTo>
                    <a:pt x="8728" y="889"/>
                  </a:lnTo>
                  <a:lnTo>
                    <a:pt x="8766" y="1198"/>
                  </a:lnTo>
                  <a:lnTo>
                    <a:pt x="8728" y="1468"/>
                  </a:lnTo>
                  <a:lnTo>
                    <a:pt x="8650" y="1777"/>
                  </a:lnTo>
                  <a:lnTo>
                    <a:pt x="8496" y="2047"/>
                  </a:lnTo>
                  <a:lnTo>
                    <a:pt x="8380" y="2318"/>
                  </a:lnTo>
                  <a:lnTo>
                    <a:pt x="8033" y="2858"/>
                  </a:lnTo>
                  <a:lnTo>
                    <a:pt x="6836" y="4712"/>
                  </a:lnTo>
                  <a:lnTo>
                    <a:pt x="6681" y="4712"/>
                  </a:lnTo>
                  <a:lnTo>
                    <a:pt x="6797" y="3746"/>
                  </a:lnTo>
                  <a:lnTo>
                    <a:pt x="6990" y="2781"/>
                  </a:lnTo>
                  <a:lnTo>
                    <a:pt x="7222" y="1661"/>
                  </a:lnTo>
                  <a:lnTo>
                    <a:pt x="7338" y="1198"/>
                  </a:lnTo>
                  <a:lnTo>
                    <a:pt x="7453" y="889"/>
                  </a:lnTo>
                  <a:lnTo>
                    <a:pt x="7608" y="618"/>
                  </a:lnTo>
                  <a:lnTo>
                    <a:pt x="7762" y="425"/>
                  </a:lnTo>
                  <a:lnTo>
                    <a:pt x="7878" y="348"/>
                  </a:lnTo>
                  <a:lnTo>
                    <a:pt x="7994" y="310"/>
                  </a:lnTo>
                  <a:close/>
                  <a:moveTo>
                    <a:pt x="5909" y="5407"/>
                  </a:moveTo>
                  <a:lnTo>
                    <a:pt x="4673" y="5831"/>
                  </a:lnTo>
                  <a:lnTo>
                    <a:pt x="3437" y="6218"/>
                  </a:lnTo>
                  <a:lnTo>
                    <a:pt x="2781" y="6372"/>
                  </a:lnTo>
                  <a:lnTo>
                    <a:pt x="2125" y="6527"/>
                  </a:lnTo>
                  <a:lnTo>
                    <a:pt x="1700" y="6565"/>
                  </a:lnTo>
                  <a:lnTo>
                    <a:pt x="1314" y="6604"/>
                  </a:lnTo>
                  <a:lnTo>
                    <a:pt x="1043" y="6565"/>
                  </a:lnTo>
                  <a:lnTo>
                    <a:pt x="812" y="6488"/>
                  </a:lnTo>
                  <a:lnTo>
                    <a:pt x="734" y="6449"/>
                  </a:lnTo>
                  <a:lnTo>
                    <a:pt x="696" y="6333"/>
                  </a:lnTo>
                  <a:lnTo>
                    <a:pt x="696" y="6218"/>
                  </a:lnTo>
                  <a:lnTo>
                    <a:pt x="696" y="6063"/>
                  </a:lnTo>
                  <a:lnTo>
                    <a:pt x="696" y="5909"/>
                  </a:lnTo>
                  <a:lnTo>
                    <a:pt x="734" y="5793"/>
                  </a:lnTo>
                  <a:lnTo>
                    <a:pt x="812" y="5716"/>
                  </a:lnTo>
                  <a:lnTo>
                    <a:pt x="889" y="5677"/>
                  </a:lnTo>
                  <a:lnTo>
                    <a:pt x="1082" y="5600"/>
                  </a:lnTo>
                  <a:lnTo>
                    <a:pt x="1391" y="5561"/>
                  </a:lnTo>
                  <a:lnTo>
                    <a:pt x="2047" y="5484"/>
                  </a:lnTo>
                  <a:lnTo>
                    <a:pt x="2897" y="5445"/>
                  </a:lnTo>
                  <a:lnTo>
                    <a:pt x="5368" y="5445"/>
                  </a:lnTo>
                  <a:lnTo>
                    <a:pt x="5909" y="5407"/>
                  </a:lnTo>
                  <a:close/>
                  <a:moveTo>
                    <a:pt x="7067" y="5098"/>
                  </a:moveTo>
                  <a:lnTo>
                    <a:pt x="8342" y="5136"/>
                  </a:lnTo>
                  <a:lnTo>
                    <a:pt x="9577" y="5252"/>
                  </a:lnTo>
                  <a:lnTo>
                    <a:pt x="10272" y="5329"/>
                  </a:lnTo>
                  <a:lnTo>
                    <a:pt x="11006" y="5445"/>
                  </a:lnTo>
                  <a:lnTo>
                    <a:pt x="11701" y="5561"/>
                  </a:lnTo>
                  <a:lnTo>
                    <a:pt x="12164" y="5677"/>
                  </a:lnTo>
                  <a:lnTo>
                    <a:pt x="12280" y="5716"/>
                  </a:lnTo>
                  <a:lnTo>
                    <a:pt x="12396" y="5754"/>
                  </a:lnTo>
                  <a:lnTo>
                    <a:pt x="12473" y="5831"/>
                  </a:lnTo>
                  <a:lnTo>
                    <a:pt x="12551" y="5909"/>
                  </a:lnTo>
                  <a:lnTo>
                    <a:pt x="12589" y="6025"/>
                  </a:lnTo>
                  <a:lnTo>
                    <a:pt x="12628" y="6179"/>
                  </a:lnTo>
                  <a:lnTo>
                    <a:pt x="12589" y="6527"/>
                  </a:lnTo>
                  <a:lnTo>
                    <a:pt x="12435" y="6604"/>
                  </a:lnTo>
                  <a:lnTo>
                    <a:pt x="12242" y="6642"/>
                  </a:lnTo>
                  <a:lnTo>
                    <a:pt x="12010" y="6681"/>
                  </a:lnTo>
                  <a:lnTo>
                    <a:pt x="11778" y="6681"/>
                  </a:lnTo>
                  <a:lnTo>
                    <a:pt x="11315" y="6604"/>
                  </a:lnTo>
                  <a:lnTo>
                    <a:pt x="10929" y="6527"/>
                  </a:lnTo>
                  <a:lnTo>
                    <a:pt x="10156" y="6372"/>
                  </a:lnTo>
                  <a:lnTo>
                    <a:pt x="9423" y="6140"/>
                  </a:lnTo>
                  <a:lnTo>
                    <a:pt x="8805" y="5909"/>
                  </a:lnTo>
                  <a:lnTo>
                    <a:pt x="8226" y="5677"/>
                  </a:lnTo>
                  <a:lnTo>
                    <a:pt x="7067" y="5098"/>
                  </a:lnTo>
                  <a:close/>
                  <a:moveTo>
                    <a:pt x="8148" y="1"/>
                  </a:moveTo>
                  <a:lnTo>
                    <a:pt x="7917" y="39"/>
                  </a:lnTo>
                  <a:lnTo>
                    <a:pt x="7724" y="116"/>
                  </a:lnTo>
                  <a:lnTo>
                    <a:pt x="7492" y="271"/>
                  </a:lnTo>
                  <a:lnTo>
                    <a:pt x="7338" y="425"/>
                  </a:lnTo>
                  <a:lnTo>
                    <a:pt x="7183" y="618"/>
                  </a:lnTo>
                  <a:lnTo>
                    <a:pt x="6990" y="1043"/>
                  </a:lnTo>
                  <a:lnTo>
                    <a:pt x="6874" y="1507"/>
                  </a:lnTo>
                  <a:lnTo>
                    <a:pt x="6681" y="2433"/>
                  </a:lnTo>
                  <a:lnTo>
                    <a:pt x="6527" y="3592"/>
                  </a:lnTo>
                  <a:lnTo>
                    <a:pt x="6488" y="4171"/>
                  </a:lnTo>
                  <a:lnTo>
                    <a:pt x="6449" y="4750"/>
                  </a:lnTo>
                  <a:lnTo>
                    <a:pt x="6411" y="4866"/>
                  </a:lnTo>
                  <a:lnTo>
                    <a:pt x="6411" y="4982"/>
                  </a:lnTo>
                  <a:lnTo>
                    <a:pt x="5870" y="5021"/>
                  </a:lnTo>
                  <a:lnTo>
                    <a:pt x="5291" y="5059"/>
                  </a:lnTo>
                  <a:lnTo>
                    <a:pt x="2549" y="5059"/>
                  </a:lnTo>
                  <a:lnTo>
                    <a:pt x="2009" y="5098"/>
                  </a:lnTo>
                  <a:lnTo>
                    <a:pt x="1391" y="5175"/>
                  </a:lnTo>
                  <a:lnTo>
                    <a:pt x="1005" y="5214"/>
                  </a:lnTo>
                  <a:lnTo>
                    <a:pt x="657" y="5329"/>
                  </a:lnTo>
                  <a:lnTo>
                    <a:pt x="310" y="5484"/>
                  </a:lnTo>
                  <a:lnTo>
                    <a:pt x="194" y="5600"/>
                  </a:lnTo>
                  <a:lnTo>
                    <a:pt x="78" y="5677"/>
                  </a:lnTo>
                  <a:lnTo>
                    <a:pt x="1" y="5831"/>
                  </a:lnTo>
                  <a:lnTo>
                    <a:pt x="1" y="5947"/>
                  </a:lnTo>
                  <a:lnTo>
                    <a:pt x="1" y="6140"/>
                  </a:lnTo>
                  <a:lnTo>
                    <a:pt x="39" y="6295"/>
                  </a:lnTo>
                  <a:lnTo>
                    <a:pt x="117" y="6449"/>
                  </a:lnTo>
                  <a:lnTo>
                    <a:pt x="232" y="6604"/>
                  </a:lnTo>
                  <a:lnTo>
                    <a:pt x="348" y="6681"/>
                  </a:lnTo>
                  <a:lnTo>
                    <a:pt x="464" y="6797"/>
                  </a:lnTo>
                  <a:lnTo>
                    <a:pt x="773" y="6913"/>
                  </a:lnTo>
                  <a:lnTo>
                    <a:pt x="1082" y="6990"/>
                  </a:lnTo>
                  <a:lnTo>
                    <a:pt x="1777" y="6990"/>
                  </a:lnTo>
                  <a:lnTo>
                    <a:pt x="2395" y="6913"/>
                  </a:lnTo>
                  <a:lnTo>
                    <a:pt x="3476" y="6642"/>
                  </a:lnTo>
                  <a:lnTo>
                    <a:pt x="4519" y="6333"/>
                  </a:lnTo>
                  <a:lnTo>
                    <a:pt x="5600" y="5947"/>
                  </a:lnTo>
                  <a:lnTo>
                    <a:pt x="6102" y="5716"/>
                  </a:lnTo>
                  <a:lnTo>
                    <a:pt x="6565" y="5484"/>
                  </a:lnTo>
                  <a:lnTo>
                    <a:pt x="6604" y="5484"/>
                  </a:lnTo>
                  <a:lnTo>
                    <a:pt x="6681" y="5909"/>
                  </a:lnTo>
                  <a:lnTo>
                    <a:pt x="6758" y="6102"/>
                  </a:lnTo>
                  <a:lnTo>
                    <a:pt x="6836" y="6295"/>
                  </a:lnTo>
                  <a:lnTo>
                    <a:pt x="7106" y="6256"/>
                  </a:lnTo>
                  <a:lnTo>
                    <a:pt x="7106" y="6218"/>
                  </a:lnTo>
                  <a:lnTo>
                    <a:pt x="6990" y="5870"/>
                  </a:lnTo>
                  <a:lnTo>
                    <a:pt x="6951" y="5677"/>
                  </a:lnTo>
                  <a:lnTo>
                    <a:pt x="6990" y="5484"/>
                  </a:lnTo>
                  <a:lnTo>
                    <a:pt x="6990" y="5407"/>
                  </a:lnTo>
                  <a:lnTo>
                    <a:pt x="7762" y="5870"/>
                  </a:lnTo>
                  <a:lnTo>
                    <a:pt x="8612" y="6256"/>
                  </a:lnTo>
                  <a:lnTo>
                    <a:pt x="9461" y="6565"/>
                  </a:lnTo>
                  <a:lnTo>
                    <a:pt x="10349" y="6797"/>
                  </a:lnTo>
                  <a:lnTo>
                    <a:pt x="11045" y="6951"/>
                  </a:lnTo>
                  <a:lnTo>
                    <a:pt x="11469" y="7029"/>
                  </a:lnTo>
                  <a:lnTo>
                    <a:pt x="11933" y="7067"/>
                  </a:lnTo>
                  <a:lnTo>
                    <a:pt x="12396" y="7029"/>
                  </a:lnTo>
                  <a:lnTo>
                    <a:pt x="12589" y="6990"/>
                  </a:lnTo>
                  <a:lnTo>
                    <a:pt x="12782" y="6913"/>
                  </a:lnTo>
                  <a:lnTo>
                    <a:pt x="12937" y="6797"/>
                  </a:lnTo>
                  <a:lnTo>
                    <a:pt x="13053" y="6681"/>
                  </a:lnTo>
                  <a:lnTo>
                    <a:pt x="13130" y="6527"/>
                  </a:lnTo>
                  <a:lnTo>
                    <a:pt x="13207" y="6333"/>
                  </a:lnTo>
                  <a:lnTo>
                    <a:pt x="13207" y="6179"/>
                  </a:lnTo>
                  <a:lnTo>
                    <a:pt x="13168" y="6025"/>
                  </a:lnTo>
                  <a:lnTo>
                    <a:pt x="13130" y="5870"/>
                  </a:lnTo>
                  <a:lnTo>
                    <a:pt x="13053" y="5754"/>
                  </a:lnTo>
                  <a:lnTo>
                    <a:pt x="12975" y="5638"/>
                  </a:lnTo>
                  <a:lnTo>
                    <a:pt x="12821" y="5561"/>
                  </a:lnTo>
                  <a:lnTo>
                    <a:pt x="12551" y="5407"/>
                  </a:lnTo>
                  <a:lnTo>
                    <a:pt x="12242" y="5291"/>
                  </a:lnTo>
                  <a:lnTo>
                    <a:pt x="11894" y="5214"/>
                  </a:lnTo>
                  <a:lnTo>
                    <a:pt x="11315" y="5098"/>
                  </a:lnTo>
                  <a:lnTo>
                    <a:pt x="10311" y="4943"/>
                  </a:lnTo>
                  <a:lnTo>
                    <a:pt x="9268" y="4827"/>
                  </a:lnTo>
                  <a:lnTo>
                    <a:pt x="8264" y="4750"/>
                  </a:lnTo>
                  <a:lnTo>
                    <a:pt x="7260" y="4712"/>
                  </a:lnTo>
                  <a:lnTo>
                    <a:pt x="8071" y="3515"/>
                  </a:lnTo>
                  <a:lnTo>
                    <a:pt x="8496" y="2858"/>
                  </a:lnTo>
                  <a:lnTo>
                    <a:pt x="8843" y="2202"/>
                  </a:lnTo>
                  <a:lnTo>
                    <a:pt x="8921" y="1970"/>
                  </a:lnTo>
                  <a:lnTo>
                    <a:pt x="8998" y="1738"/>
                  </a:lnTo>
                  <a:lnTo>
                    <a:pt x="9037" y="1507"/>
                  </a:lnTo>
                  <a:lnTo>
                    <a:pt x="9075" y="1275"/>
                  </a:lnTo>
                  <a:lnTo>
                    <a:pt x="9037" y="1005"/>
                  </a:lnTo>
                  <a:lnTo>
                    <a:pt x="8959" y="812"/>
                  </a:lnTo>
                  <a:lnTo>
                    <a:pt x="8882" y="580"/>
                  </a:lnTo>
                  <a:lnTo>
                    <a:pt x="8728" y="348"/>
                  </a:lnTo>
                  <a:lnTo>
                    <a:pt x="8650" y="232"/>
                  </a:lnTo>
                  <a:lnTo>
                    <a:pt x="8573" y="155"/>
                  </a:lnTo>
                  <a:lnTo>
                    <a:pt x="8380" y="39"/>
                  </a:lnTo>
                  <a:lnTo>
                    <a:pt x="814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Google Shape;894;p5"/>
            <p:cNvSpPr/>
            <p:nvPr/>
          </p:nvSpPr>
          <p:spPr>
            <a:xfrm>
              <a:off x="4769575" y="2562550"/>
              <a:ext cx="144825" cy="164150"/>
            </a:xfrm>
            <a:custGeom>
              <a:avLst/>
              <a:gdLst/>
              <a:ahLst/>
              <a:cxnLst/>
              <a:rect l="l" t="t" r="r" b="b"/>
              <a:pathLst>
                <a:path w="5793" h="6566" extrusionOk="0">
                  <a:moveTo>
                    <a:pt x="2858" y="464"/>
                  </a:moveTo>
                  <a:lnTo>
                    <a:pt x="3360" y="619"/>
                  </a:lnTo>
                  <a:lnTo>
                    <a:pt x="3823" y="812"/>
                  </a:lnTo>
                  <a:lnTo>
                    <a:pt x="4248" y="1082"/>
                  </a:lnTo>
                  <a:lnTo>
                    <a:pt x="4634" y="1429"/>
                  </a:lnTo>
                  <a:lnTo>
                    <a:pt x="4943" y="1854"/>
                  </a:lnTo>
                  <a:lnTo>
                    <a:pt x="5059" y="2047"/>
                  </a:lnTo>
                  <a:lnTo>
                    <a:pt x="5175" y="2279"/>
                  </a:lnTo>
                  <a:lnTo>
                    <a:pt x="5252" y="2511"/>
                  </a:lnTo>
                  <a:lnTo>
                    <a:pt x="5290" y="2781"/>
                  </a:lnTo>
                  <a:lnTo>
                    <a:pt x="5329" y="3051"/>
                  </a:lnTo>
                  <a:lnTo>
                    <a:pt x="5329" y="3322"/>
                  </a:lnTo>
                  <a:lnTo>
                    <a:pt x="5290" y="3785"/>
                  </a:lnTo>
                  <a:lnTo>
                    <a:pt x="5175" y="4248"/>
                  </a:lnTo>
                  <a:lnTo>
                    <a:pt x="4982" y="4712"/>
                  </a:lnTo>
                  <a:lnTo>
                    <a:pt x="4711" y="5098"/>
                  </a:lnTo>
                  <a:lnTo>
                    <a:pt x="4364" y="5445"/>
                  </a:lnTo>
                  <a:lnTo>
                    <a:pt x="4016" y="5716"/>
                  </a:lnTo>
                  <a:lnTo>
                    <a:pt x="3784" y="5832"/>
                  </a:lnTo>
                  <a:lnTo>
                    <a:pt x="3553" y="5947"/>
                  </a:lnTo>
                  <a:lnTo>
                    <a:pt x="3321" y="6025"/>
                  </a:lnTo>
                  <a:lnTo>
                    <a:pt x="3089" y="6063"/>
                  </a:lnTo>
                  <a:lnTo>
                    <a:pt x="2780" y="6102"/>
                  </a:lnTo>
                  <a:lnTo>
                    <a:pt x="2510" y="6102"/>
                  </a:lnTo>
                  <a:lnTo>
                    <a:pt x="2201" y="6063"/>
                  </a:lnTo>
                  <a:lnTo>
                    <a:pt x="1970" y="5986"/>
                  </a:lnTo>
                  <a:lnTo>
                    <a:pt x="1738" y="5870"/>
                  </a:lnTo>
                  <a:lnTo>
                    <a:pt x="1506" y="5754"/>
                  </a:lnTo>
                  <a:lnTo>
                    <a:pt x="1313" y="5600"/>
                  </a:lnTo>
                  <a:lnTo>
                    <a:pt x="1159" y="5445"/>
                  </a:lnTo>
                  <a:lnTo>
                    <a:pt x="1004" y="5252"/>
                  </a:lnTo>
                  <a:lnTo>
                    <a:pt x="850" y="5021"/>
                  </a:lnTo>
                  <a:lnTo>
                    <a:pt x="734" y="4789"/>
                  </a:lnTo>
                  <a:lnTo>
                    <a:pt x="618" y="4557"/>
                  </a:lnTo>
                  <a:lnTo>
                    <a:pt x="502" y="4055"/>
                  </a:lnTo>
                  <a:lnTo>
                    <a:pt x="425" y="3515"/>
                  </a:lnTo>
                  <a:lnTo>
                    <a:pt x="464" y="2974"/>
                  </a:lnTo>
                  <a:lnTo>
                    <a:pt x="541" y="2433"/>
                  </a:lnTo>
                  <a:lnTo>
                    <a:pt x="734" y="1931"/>
                  </a:lnTo>
                  <a:lnTo>
                    <a:pt x="850" y="1700"/>
                  </a:lnTo>
                  <a:lnTo>
                    <a:pt x="966" y="1507"/>
                  </a:lnTo>
                  <a:lnTo>
                    <a:pt x="1120" y="1275"/>
                  </a:lnTo>
                  <a:lnTo>
                    <a:pt x="1313" y="1121"/>
                  </a:lnTo>
                  <a:lnTo>
                    <a:pt x="1506" y="927"/>
                  </a:lnTo>
                  <a:lnTo>
                    <a:pt x="1738" y="812"/>
                  </a:lnTo>
                  <a:lnTo>
                    <a:pt x="1970" y="696"/>
                  </a:lnTo>
                  <a:lnTo>
                    <a:pt x="2201" y="580"/>
                  </a:lnTo>
                  <a:lnTo>
                    <a:pt x="2472" y="541"/>
                  </a:lnTo>
                  <a:lnTo>
                    <a:pt x="2780" y="503"/>
                  </a:lnTo>
                  <a:lnTo>
                    <a:pt x="2819" y="503"/>
                  </a:lnTo>
                  <a:lnTo>
                    <a:pt x="2858" y="464"/>
                  </a:lnTo>
                  <a:close/>
                  <a:moveTo>
                    <a:pt x="2665" y="1"/>
                  </a:moveTo>
                  <a:lnTo>
                    <a:pt x="2587" y="39"/>
                  </a:lnTo>
                  <a:lnTo>
                    <a:pt x="2510" y="78"/>
                  </a:lnTo>
                  <a:lnTo>
                    <a:pt x="2472" y="155"/>
                  </a:lnTo>
                  <a:lnTo>
                    <a:pt x="2433" y="232"/>
                  </a:lnTo>
                  <a:lnTo>
                    <a:pt x="2163" y="271"/>
                  </a:lnTo>
                  <a:lnTo>
                    <a:pt x="1854" y="310"/>
                  </a:lnTo>
                  <a:lnTo>
                    <a:pt x="1622" y="387"/>
                  </a:lnTo>
                  <a:lnTo>
                    <a:pt x="1390" y="503"/>
                  </a:lnTo>
                  <a:lnTo>
                    <a:pt x="1159" y="657"/>
                  </a:lnTo>
                  <a:lnTo>
                    <a:pt x="966" y="850"/>
                  </a:lnTo>
                  <a:lnTo>
                    <a:pt x="772" y="1043"/>
                  </a:lnTo>
                  <a:lnTo>
                    <a:pt x="618" y="1236"/>
                  </a:lnTo>
                  <a:lnTo>
                    <a:pt x="464" y="1507"/>
                  </a:lnTo>
                  <a:lnTo>
                    <a:pt x="348" y="1738"/>
                  </a:lnTo>
                  <a:lnTo>
                    <a:pt x="155" y="2279"/>
                  </a:lnTo>
                  <a:lnTo>
                    <a:pt x="39" y="2858"/>
                  </a:lnTo>
                  <a:lnTo>
                    <a:pt x="0" y="3399"/>
                  </a:lnTo>
                  <a:lnTo>
                    <a:pt x="39" y="4055"/>
                  </a:lnTo>
                  <a:lnTo>
                    <a:pt x="116" y="4364"/>
                  </a:lnTo>
                  <a:lnTo>
                    <a:pt x="193" y="4673"/>
                  </a:lnTo>
                  <a:lnTo>
                    <a:pt x="309" y="4943"/>
                  </a:lnTo>
                  <a:lnTo>
                    <a:pt x="425" y="5214"/>
                  </a:lnTo>
                  <a:lnTo>
                    <a:pt x="579" y="5445"/>
                  </a:lnTo>
                  <a:lnTo>
                    <a:pt x="734" y="5677"/>
                  </a:lnTo>
                  <a:lnTo>
                    <a:pt x="927" y="5870"/>
                  </a:lnTo>
                  <a:lnTo>
                    <a:pt x="1120" y="6063"/>
                  </a:lnTo>
                  <a:lnTo>
                    <a:pt x="1390" y="6218"/>
                  </a:lnTo>
                  <a:lnTo>
                    <a:pt x="1622" y="6372"/>
                  </a:lnTo>
                  <a:lnTo>
                    <a:pt x="1892" y="6449"/>
                  </a:lnTo>
                  <a:lnTo>
                    <a:pt x="2201" y="6527"/>
                  </a:lnTo>
                  <a:lnTo>
                    <a:pt x="2549" y="6565"/>
                  </a:lnTo>
                  <a:lnTo>
                    <a:pt x="2896" y="6565"/>
                  </a:lnTo>
                  <a:lnTo>
                    <a:pt x="3205" y="6527"/>
                  </a:lnTo>
                  <a:lnTo>
                    <a:pt x="3476" y="6449"/>
                  </a:lnTo>
                  <a:lnTo>
                    <a:pt x="3784" y="6334"/>
                  </a:lnTo>
                  <a:lnTo>
                    <a:pt x="4055" y="6218"/>
                  </a:lnTo>
                  <a:lnTo>
                    <a:pt x="4325" y="6063"/>
                  </a:lnTo>
                  <a:lnTo>
                    <a:pt x="4557" y="5909"/>
                  </a:lnTo>
                  <a:lnTo>
                    <a:pt x="4788" y="5716"/>
                  </a:lnTo>
                  <a:lnTo>
                    <a:pt x="4982" y="5484"/>
                  </a:lnTo>
                  <a:lnTo>
                    <a:pt x="5175" y="5252"/>
                  </a:lnTo>
                  <a:lnTo>
                    <a:pt x="5329" y="4982"/>
                  </a:lnTo>
                  <a:lnTo>
                    <a:pt x="5483" y="4750"/>
                  </a:lnTo>
                  <a:lnTo>
                    <a:pt x="5599" y="4441"/>
                  </a:lnTo>
                  <a:lnTo>
                    <a:pt x="5677" y="4171"/>
                  </a:lnTo>
                  <a:lnTo>
                    <a:pt x="5754" y="3862"/>
                  </a:lnTo>
                  <a:lnTo>
                    <a:pt x="5792" y="3553"/>
                  </a:lnTo>
                  <a:lnTo>
                    <a:pt x="5792" y="3244"/>
                  </a:lnTo>
                  <a:lnTo>
                    <a:pt x="5792" y="2935"/>
                  </a:lnTo>
                  <a:lnTo>
                    <a:pt x="5715" y="2626"/>
                  </a:lnTo>
                  <a:lnTo>
                    <a:pt x="5638" y="2318"/>
                  </a:lnTo>
                  <a:lnTo>
                    <a:pt x="5561" y="2047"/>
                  </a:lnTo>
                  <a:lnTo>
                    <a:pt x="5406" y="1777"/>
                  </a:lnTo>
                  <a:lnTo>
                    <a:pt x="5252" y="1507"/>
                  </a:lnTo>
                  <a:lnTo>
                    <a:pt x="5059" y="1275"/>
                  </a:lnTo>
                  <a:lnTo>
                    <a:pt x="4866" y="1043"/>
                  </a:lnTo>
                  <a:lnTo>
                    <a:pt x="4634" y="812"/>
                  </a:lnTo>
                  <a:lnTo>
                    <a:pt x="4402" y="619"/>
                  </a:lnTo>
                  <a:lnTo>
                    <a:pt x="4132" y="464"/>
                  </a:lnTo>
                  <a:lnTo>
                    <a:pt x="3862" y="310"/>
                  </a:lnTo>
                  <a:lnTo>
                    <a:pt x="3591" y="194"/>
                  </a:lnTo>
                  <a:lnTo>
                    <a:pt x="3282" y="117"/>
                  </a:lnTo>
                  <a:lnTo>
                    <a:pt x="2974" y="39"/>
                  </a:lnTo>
                  <a:lnTo>
                    <a:pt x="266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Google Shape;895;p5"/>
            <p:cNvSpPr/>
            <p:nvPr/>
          </p:nvSpPr>
          <p:spPr>
            <a:xfrm>
              <a:off x="4802400" y="2781700"/>
              <a:ext cx="320525" cy="97525"/>
            </a:xfrm>
            <a:custGeom>
              <a:avLst/>
              <a:gdLst/>
              <a:ahLst/>
              <a:cxnLst/>
              <a:rect l="l" t="t" r="r" b="b"/>
              <a:pathLst>
                <a:path w="12821" h="3901" extrusionOk="0">
                  <a:moveTo>
                    <a:pt x="12550" y="0"/>
                  </a:moveTo>
                  <a:lnTo>
                    <a:pt x="12434" y="39"/>
                  </a:lnTo>
                  <a:lnTo>
                    <a:pt x="12357" y="77"/>
                  </a:lnTo>
                  <a:lnTo>
                    <a:pt x="12318" y="155"/>
                  </a:lnTo>
                  <a:lnTo>
                    <a:pt x="12280" y="271"/>
                  </a:lnTo>
                  <a:lnTo>
                    <a:pt x="12318" y="348"/>
                  </a:lnTo>
                  <a:lnTo>
                    <a:pt x="12357" y="541"/>
                  </a:lnTo>
                  <a:lnTo>
                    <a:pt x="12318" y="734"/>
                  </a:lnTo>
                  <a:lnTo>
                    <a:pt x="12280" y="888"/>
                  </a:lnTo>
                  <a:lnTo>
                    <a:pt x="12164" y="1043"/>
                  </a:lnTo>
                  <a:lnTo>
                    <a:pt x="12009" y="1197"/>
                  </a:lnTo>
                  <a:lnTo>
                    <a:pt x="11855" y="1313"/>
                  </a:lnTo>
                  <a:lnTo>
                    <a:pt x="11430" y="1545"/>
                  </a:lnTo>
                  <a:lnTo>
                    <a:pt x="11005" y="1699"/>
                  </a:lnTo>
                  <a:lnTo>
                    <a:pt x="10542" y="1854"/>
                  </a:lnTo>
                  <a:lnTo>
                    <a:pt x="9808" y="2047"/>
                  </a:lnTo>
                  <a:lnTo>
                    <a:pt x="9422" y="2163"/>
                  </a:lnTo>
                  <a:lnTo>
                    <a:pt x="9384" y="2085"/>
                  </a:lnTo>
                  <a:lnTo>
                    <a:pt x="9345" y="2008"/>
                  </a:lnTo>
                  <a:lnTo>
                    <a:pt x="8997" y="1468"/>
                  </a:lnTo>
                  <a:lnTo>
                    <a:pt x="8727" y="927"/>
                  </a:lnTo>
                  <a:lnTo>
                    <a:pt x="8418" y="1043"/>
                  </a:lnTo>
                  <a:lnTo>
                    <a:pt x="8495" y="1390"/>
                  </a:lnTo>
                  <a:lnTo>
                    <a:pt x="8611" y="1699"/>
                  </a:lnTo>
                  <a:lnTo>
                    <a:pt x="8804" y="2008"/>
                  </a:lnTo>
                  <a:lnTo>
                    <a:pt x="8997" y="2279"/>
                  </a:lnTo>
                  <a:lnTo>
                    <a:pt x="7839" y="2587"/>
                  </a:lnTo>
                  <a:lnTo>
                    <a:pt x="6719" y="2819"/>
                  </a:lnTo>
                  <a:lnTo>
                    <a:pt x="5329" y="3051"/>
                  </a:lnTo>
                  <a:lnTo>
                    <a:pt x="3939" y="3244"/>
                  </a:lnTo>
                  <a:lnTo>
                    <a:pt x="3669" y="3282"/>
                  </a:lnTo>
                  <a:lnTo>
                    <a:pt x="3746" y="2935"/>
                  </a:lnTo>
                  <a:lnTo>
                    <a:pt x="3784" y="2587"/>
                  </a:lnTo>
                  <a:lnTo>
                    <a:pt x="3707" y="2240"/>
                  </a:lnTo>
                  <a:lnTo>
                    <a:pt x="3630" y="1892"/>
                  </a:lnTo>
                  <a:lnTo>
                    <a:pt x="3282" y="1970"/>
                  </a:lnTo>
                  <a:lnTo>
                    <a:pt x="3321" y="2279"/>
                  </a:lnTo>
                  <a:lnTo>
                    <a:pt x="3360" y="2587"/>
                  </a:lnTo>
                  <a:lnTo>
                    <a:pt x="3282" y="2974"/>
                  </a:lnTo>
                  <a:lnTo>
                    <a:pt x="3205" y="3321"/>
                  </a:lnTo>
                  <a:lnTo>
                    <a:pt x="2278" y="3398"/>
                  </a:lnTo>
                  <a:lnTo>
                    <a:pt x="1815" y="3437"/>
                  </a:lnTo>
                  <a:lnTo>
                    <a:pt x="1352" y="3398"/>
                  </a:lnTo>
                  <a:lnTo>
                    <a:pt x="965" y="3360"/>
                  </a:lnTo>
                  <a:lnTo>
                    <a:pt x="772" y="3282"/>
                  </a:lnTo>
                  <a:lnTo>
                    <a:pt x="618" y="3244"/>
                  </a:lnTo>
                  <a:lnTo>
                    <a:pt x="502" y="3128"/>
                  </a:lnTo>
                  <a:lnTo>
                    <a:pt x="425" y="3051"/>
                  </a:lnTo>
                  <a:lnTo>
                    <a:pt x="386" y="2935"/>
                  </a:lnTo>
                  <a:lnTo>
                    <a:pt x="348" y="2781"/>
                  </a:lnTo>
                  <a:lnTo>
                    <a:pt x="348" y="2703"/>
                  </a:lnTo>
                  <a:lnTo>
                    <a:pt x="309" y="2665"/>
                  </a:lnTo>
                  <a:lnTo>
                    <a:pt x="232" y="2587"/>
                  </a:lnTo>
                  <a:lnTo>
                    <a:pt x="116" y="2626"/>
                  </a:lnTo>
                  <a:lnTo>
                    <a:pt x="77" y="2626"/>
                  </a:lnTo>
                  <a:lnTo>
                    <a:pt x="39" y="2703"/>
                  </a:lnTo>
                  <a:lnTo>
                    <a:pt x="0" y="2858"/>
                  </a:lnTo>
                  <a:lnTo>
                    <a:pt x="0" y="3012"/>
                  </a:lnTo>
                  <a:lnTo>
                    <a:pt x="0" y="3167"/>
                  </a:lnTo>
                  <a:lnTo>
                    <a:pt x="39" y="3282"/>
                  </a:lnTo>
                  <a:lnTo>
                    <a:pt x="116" y="3398"/>
                  </a:lnTo>
                  <a:lnTo>
                    <a:pt x="193" y="3514"/>
                  </a:lnTo>
                  <a:lnTo>
                    <a:pt x="386" y="3669"/>
                  </a:lnTo>
                  <a:lnTo>
                    <a:pt x="657" y="3746"/>
                  </a:lnTo>
                  <a:lnTo>
                    <a:pt x="927" y="3823"/>
                  </a:lnTo>
                  <a:lnTo>
                    <a:pt x="1236" y="3862"/>
                  </a:lnTo>
                  <a:lnTo>
                    <a:pt x="1506" y="3900"/>
                  </a:lnTo>
                  <a:lnTo>
                    <a:pt x="2780" y="3823"/>
                  </a:lnTo>
                  <a:lnTo>
                    <a:pt x="4016" y="3746"/>
                  </a:lnTo>
                  <a:lnTo>
                    <a:pt x="5252" y="3553"/>
                  </a:lnTo>
                  <a:lnTo>
                    <a:pt x="6487" y="3360"/>
                  </a:lnTo>
                  <a:lnTo>
                    <a:pt x="7646" y="3128"/>
                  </a:lnTo>
                  <a:lnTo>
                    <a:pt x="8766" y="2858"/>
                  </a:lnTo>
                  <a:lnTo>
                    <a:pt x="9885" y="2510"/>
                  </a:lnTo>
                  <a:lnTo>
                    <a:pt x="11005" y="2163"/>
                  </a:lnTo>
                  <a:lnTo>
                    <a:pt x="11353" y="2047"/>
                  </a:lnTo>
                  <a:lnTo>
                    <a:pt x="11700" y="1892"/>
                  </a:lnTo>
                  <a:lnTo>
                    <a:pt x="12048" y="1699"/>
                  </a:lnTo>
                  <a:lnTo>
                    <a:pt x="12357" y="1506"/>
                  </a:lnTo>
                  <a:lnTo>
                    <a:pt x="12627" y="1236"/>
                  </a:lnTo>
                  <a:lnTo>
                    <a:pt x="12704" y="1081"/>
                  </a:lnTo>
                  <a:lnTo>
                    <a:pt x="12782" y="927"/>
                  </a:lnTo>
                  <a:lnTo>
                    <a:pt x="12820" y="773"/>
                  </a:lnTo>
                  <a:lnTo>
                    <a:pt x="12820" y="579"/>
                  </a:lnTo>
                  <a:lnTo>
                    <a:pt x="12820" y="386"/>
                  </a:lnTo>
                  <a:lnTo>
                    <a:pt x="12743" y="155"/>
                  </a:lnTo>
                  <a:lnTo>
                    <a:pt x="12704" y="77"/>
                  </a:lnTo>
                  <a:lnTo>
                    <a:pt x="12627" y="39"/>
                  </a:lnTo>
                  <a:lnTo>
                    <a:pt x="125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Google Shape;896;p5"/>
            <p:cNvSpPr/>
            <p:nvPr/>
          </p:nvSpPr>
          <p:spPr>
            <a:xfrm>
              <a:off x="4737700" y="2534550"/>
              <a:ext cx="459550" cy="296400"/>
            </a:xfrm>
            <a:custGeom>
              <a:avLst/>
              <a:gdLst/>
              <a:ahLst/>
              <a:cxnLst/>
              <a:rect l="l" t="t" r="r" b="b"/>
              <a:pathLst>
                <a:path w="18382" h="11856" extrusionOk="0">
                  <a:moveTo>
                    <a:pt x="17648" y="2936"/>
                  </a:moveTo>
                  <a:lnTo>
                    <a:pt x="17725" y="2974"/>
                  </a:lnTo>
                  <a:lnTo>
                    <a:pt x="17802" y="3051"/>
                  </a:lnTo>
                  <a:lnTo>
                    <a:pt x="17841" y="3129"/>
                  </a:lnTo>
                  <a:lnTo>
                    <a:pt x="17880" y="3322"/>
                  </a:lnTo>
                  <a:lnTo>
                    <a:pt x="17918" y="3553"/>
                  </a:lnTo>
                  <a:lnTo>
                    <a:pt x="17880" y="3746"/>
                  </a:lnTo>
                  <a:lnTo>
                    <a:pt x="17764" y="3940"/>
                  </a:lnTo>
                  <a:lnTo>
                    <a:pt x="17648" y="4133"/>
                  </a:lnTo>
                  <a:lnTo>
                    <a:pt x="17300" y="4403"/>
                  </a:lnTo>
                  <a:lnTo>
                    <a:pt x="17030" y="4596"/>
                  </a:lnTo>
                  <a:lnTo>
                    <a:pt x="16721" y="4750"/>
                  </a:lnTo>
                  <a:lnTo>
                    <a:pt x="16412" y="4866"/>
                  </a:lnTo>
                  <a:lnTo>
                    <a:pt x="16065" y="4944"/>
                  </a:lnTo>
                  <a:lnTo>
                    <a:pt x="16181" y="4364"/>
                  </a:lnTo>
                  <a:lnTo>
                    <a:pt x="16296" y="4055"/>
                  </a:lnTo>
                  <a:lnTo>
                    <a:pt x="16412" y="3785"/>
                  </a:lnTo>
                  <a:lnTo>
                    <a:pt x="16528" y="3515"/>
                  </a:lnTo>
                  <a:lnTo>
                    <a:pt x="16721" y="3283"/>
                  </a:lnTo>
                  <a:lnTo>
                    <a:pt x="16953" y="3129"/>
                  </a:lnTo>
                  <a:lnTo>
                    <a:pt x="17223" y="2974"/>
                  </a:lnTo>
                  <a:lnTo>
                    <a:pt x="17493" y="2936"/>
                  </a:lnTo>
                  <a:close/>
                  <a:moveTo>
                    <a:pt x="14211" y="4866"/>
                  </a:moveTo>
                  <a:lnTo>
                    <a:pt x="14481" y="4905"/>
                  </a:lnTo>
                  <a:lnTo>
                    <a:pt x="14752" y="4982"/>
                  </a:lnTo>
                  <a:lnTo>
                    <a:pt x="15022" y="5059"/>
                  </a:lnTo>
                  <a:lnTo>
                    <a:pt x="15254" y="5175"/>
                  </a:lnTo>
                  <a:lnTo>
                    <a:pt x="15177" y="5330"/>
                  </a:lnTo>
                  <a:lnTo>
                    <a:pt x="14752" y="5523"/>
                  </a:lnTo>
                  <a:lnTo>
                    <a:pt x="14288" y="5677"/>
                  </a:lnTo>
                  <a:lnTo>
                    <a:pt x="14018" y="5716"/>
                  </a:lnTo>
                  <a:lnTo>
                    <a:pt x="13748" y="5754"/>
                  </a:lnTo>
                  <a:lnTo>
                    <a:pt x="13477" y="5754"/>
                  </a:lnTo>
                  <a:lnTo>
                    <a:pt x="13169" y="5677"/>
                  </a:lnTo>
                  <a:lnTo>
                    <a:pt x="13053" y="5677"/>
                  </a:lnTo>
                  <a:lnTo>
                    <a:pt x="12975" y="5600"/>
                  </a:lnTo>
                  <a:lnTo>
                    <a:pt x="12975" y="5484"/>
                  </a:lnTo>
                  <a:lnTo>
                    <a:pt x="13053" y="5368"/>
                  </a:lnTo>
                  <a:lnTo>
                    <a:pt x="13091" y="5137"/>
                  </a:lnTo>
                  <a:lnTo>
                    <a:pt x="13169" y="5021"/>
                  </a:lnTo>
                  <a:lnTo>
                    <a:pt x="13323" y="4944"/>
                  </a:lnTo>
                  <a:lnTo>
                    <a:pt x="13555" y="4905"/>
                  </a:lnTo>
                  <a:lnTo>
                    <a:pt x="13864" y="4866"/>
                  </a:lnTo>
                  <a:close/>
                  <a:moveTo>
                    <a:pt x="15756" y="5523"/>
                  </a:moveTo>
                  <a:lnTo>
                    <a:pt x="16374" y="5832"/>
                  </a:lnTo>
                  <a:lnTo>
                    <a:pt x="16644" y="5986"/>
                  </a:lnTo>
                  <a:lnTo>
                    <a:pt x="16953" y="6179"/>
                  </a:lnTo>
                  <a:lnTo>
                    <a:pt x="17185" y="6372"/>
                  </a:lnTo>
                  <a:lnTo>
                    <a:pt x="17416" y="6604"/>
                  </a:lnTo>
                  <a:lnTo>
                    <a:pt x="17571" y="6913"/>
                  </a:lnTo>
                  <a:lnTo>
                    <a:pt x="17609" y="7067"/>
                  </a:lnTo>
                  <a:lnTo>
                    <a:pt x="17609" y="7222"/>
                  </a:lnTo>
                  <a:lnTo>
                    <a:pt x="17609" y="7454"/>
                  </a:lnTo>
                  <a:lnTo>
                    <a:pt x="17532" y="7569"/>
                  </a:lnTo>
                  <a:lnTo>
                    <a:pt x="17455" y="7685"/>
                  </a:lnTo>
                  <a:lnTo>
                    <a:pt x="17300" y="7724"/>
                  </a:lnTo>
                  <a:lnTo>
                    <a:pt x="17146" y="7724"/>
                  </a:lnTo>
                  <a:lnTo>
                    <a:pt x="16953" y="7685"/>
                  </a:lnTo>
                  <a:lnTo>
                    <a:pt x="16798" y="7608"/>
                  </a:lnTo>
                  <a:lnTo>
                    <a:pt x="16644" y="7492"/>
                  </a:lnTo>
                  <a:lnTo>
                    <a:pt x="16412" y="7183"/>
                  </a:lnTo>
                  <a:lnTo>
                    <a:pt x="16181" y="6797"/>
                  </a:lnTo>
                  <a:lnTo>
                    <a:pt x="16026" y="6488"/>
                  </a:lnTo>
                  <a:lnTo>
                    <a:pt x="15910" y="6179"/>
                  </a:lnTo>
                  <a:lnTo>
                    <a:pt x="15833" y="5832"/>
                  </a:lnTo>
                  <a:lnTo>
                    <a:pt x="15756" y="5523"/>
                  </a:lnTo>
                  <a:close/>
                  <a:moveTo>
                    <a:pt x="4944" y="464"/>
                  </a:moveTo>
                  <a:lnTo>
                    <a:pt x="5561" y="503"/>
                  </a:lnTo>
                  <a:lnTo>
                    <a:pt x="6141" y="657"/>
                  </a:lnTo>
                  <a:lnTo>
                    <a:pt x="6681" y="889"/>
                  </a:lnTo>
                  <a:lnTo>
                    <a:pt x="7222" y="1198"/>
                  </a:lnTo>
                  <a:lnTo>
                    <a:pt x="7685" y="1545"/>
                  </a:lnTo>
                  <a:lnTo>
                    <a:pt x="8149" y="1970"/>
                  </a:lnTo>
                  <a:lnTo>
                    <a:pt x="8496" y="2395"/>
                  </a:lnTo>
                  <a:lnTo>
                    <a:pt x="8766" y="2781"/>
                  </a:lnTo>
                  <a:lnTo>
                    <a:pt x="9037" y="3206"/>
                  </a:lnTo>
                  <a:lnTo>
                    <a:pt x="9268" y="3669"/>
                  </a:lnTo>
                  <a:lnTo>
                    <a:pt x="9693" y="4596"/>
                  </a:lnTo>
                  <a:lnTo>
                    <a:pt x="10079" y="5523"/>
                  </a:lnTo>
                  <a:lnTo>
                    <a:pt x="10272" y="5909"/>
                  </a:lnTo>
                  <a:lnTo>
                    <a:pt x="10504" y="6295"/>
                  </a:lnTo>
                  <a:lnTo>
                    <a:pt x="10736" y="6643"/>
                  </a:lnTo>
                  <a:lnTo>
                    <a:pt x="11006" y="6913"/>
                  </a:lnTo>
                  <a:lnTo>
                    <a:pt x="11354" y="7183"/>
                  </a:lnTo>
                  <a:lnTo>
                    <a:pt x="11701" y="7376"/>
                  </a:lnTo>
                  <a:lnTo>
                    <a:pt x="12087" y="7492"/>
                  </a:lnTo>
                  <a:lnTo>
                    <a:pt x="12551" y="7569"/>
                  </a:lnTo>
                  <a:lnTo>
                    <a:pt x="12898" y="7531"/>
                  </a:lnTo>
                  <a:lnTo>
                    <a:pt x="13207" y="7492"/>
                  </a:lnTo>
                  <a:lnTo>
                    <a:pt x="13516" y="7415"/>
                  </a:lnTo>
                  <a:lnTo>
                    <a:pt x="13825" y="7260"/>
                  </a:lnTo>
                  <a:lnTo>
                    <a:pt x="14095" y="7106"/>
                  </a:lnTo>
                  <a:lnTo>
                    <a:pt x="14366" y="6952"/>
                  </a:lnTo>
                  <a:lnTo>
                    <a:pt x="14597" y="6720"/>
                  </a:lnTo>
                  <a:lnTo>
                    <a:pt x="14829" y="6488"/>
                  </a:lnTo>
                  <a:lnTo>
                    <a:pt x="14829" y="6488"/>
                  </a:lnTo>
                  <a:lnTo>
                    <a:pt x="14404" y="7222"/>
                  </a:lnTo>
                  <a:lnTo>
                    <a:pt x="13941" y="7878"/>
                  </a:lnTo>
                  <a:lnTo>
                    <a:pt x="13439" y="8535"/>
                  </a:lnTo>
                  <a:lnTo>
                    <a:pt x="12860" y="9114"/>
                  </a:lnTo>
                  <a:lnTo>
                    <a:pt x="12242" y="9616"/>
                  </a:lnTo>
                  <a:lnTo>
                    <a:pt x="11547" y="10079"/>
                  </a:lnTo>
                  <a:lnTo>
                    <a:pt x="10813" y="10504"/>
                  </a:lnTo>
                  <a:lnTo>
                    <a:pt x="10041" y="10813"/>
                  </a:lnTo>
                  <a:lnTo>
                    <a:pt x="9462" y="11006"/>
                  </a:lnTo>
                  <a:lnTo>
                    <a:pt x="8882" y="11161"/>
                  </a:lnTo>
                  <a:lnTo>
                    <a:pt x="8303" y="11276"/>
                  </a:lnTo>
                  <a:lnTo>
                    <a:pt x="7724" y="11315"/>
                  </a:lnTo>
                  <a:lnTo>
                    <a:pt x="7145" y="11354"/>
                  </a:lnTo>
                  <a:lnTo>
                    <a:pt x="6604" y="11315"/>
                  </a:lnTo>
                  <a:lnTo>
                    <a:pt x="6025" y="11238"/>
                  </a:lnTo>
                  <a:lnTo>
                    <a:pt x="5484" y="11122"/>
                  </a:lnTo>
                  <a:lnTo>
                    <a:pt x="4944" y="10967"/>
                  </a:lnTo>
                  <a:lnTo>
                    <a:pt x="4442" y="10736"/>
                  </a:lnTo>
                  <a:lnTo>
                    <a:pt x="3940" y="10504"/>
                  </a:lnTo>
                  <a:lnTo>
                    <a:pt x="3476" y="10195"/>
                  </a:lnTo>
                  <a:lnTo>
                    <a:pt x="3013" y="9848"/>
                  </a:lnTo>
                  <a:lnTo>
                    <a:pt x="2549" y="9461"/>
                  </a:lnTo>
                  <a:lnTo>
                    <a:pt x="2163" y="9037"/>
                  </a:lnTo>
                  <a:lnTo>
                    <a:pt x="1777" y="8573"/>
                  </a:lnTo>
                  <a:lnTo>
                    <a:pt x="1430" y="8033"/>
                  </a:lnTo>
                  <a:lnTo>
                    <a:pt x="1121" y="7492"/>
                  </a:lnTo>
                  <a:lnTo>
                    <a:pt x="850" y="6913"/>
                  </a:lnTo>
                  <a:lnTo>
                    <a:pt x="657" y="6334"/>
                  </a:lnTo>
                  <a:lnTo>
                    <a:pt x="503" y="5754"/>
                  </a:lnTo>
                  <a:lnTo>
                    <a:pt x="426" y="5137"/>
                  </a:lnTo>
                  <a:lnTo>
                    <a:pt x="426" y="4519"/>
                  </a:lnTo>
                  <a:lnTo>
                    <a:pt x="503" y="3862"/>
                  </a:lnTo>
                  <a:lnTo>
                    <a:pt x="696" y="3283"/>
                  </a:lnTo>
                  <a:lnTo>
                    <a:pt x="928" y="2743"/>
                  </a:lnTo>
                  <a:lnTo>
                    <a:pt x="1275" y="2241"/>
                  </a:lnTo>
                  <a:lnTo>
                    <a:pt x="1661" y="1777"/>
                  </a:lnTo>
                  <a:lnTo>
                    <a:pt x="2086" y="1352"/>
                  </a:lnTo>
                  <a:lnTo>
                    <a:pt x="2588" y="1043"/>
                  </a:lnTo>
                  <a:lnTo>
                    <a:pt x="3129" y="773"/>
                  </a:lnTo>
                  <a:lnTo>
                    <a:pt x="3708" y="580"/>
                  </a:lnTo>
                  <a:lnTo>
                    <a:pt x="4326" y="464"/>
                  </a:lnTo>
                  <a:close/>
                  <a:moveTo>
                    <a:pt x="4519" y="1"/>
                  </a:moveTo>
                  <a:lnTo>
                    <a:pt x="4249" y="39"/>
                  </a:lnTo>
                  <a:lnTo>
                    <a:pt x="3901" y="78"/>
                  </a:lnTo>
                  <a:lnTo>
                    <a:pt x="3515" y="155"/>
                  </a:lnTo>
                  <a:lnTo>
                    <a:pt x="3167" y="271"/>
                  </a:lnTo>
                  <a:lnTo>
                    <a:pt x="2820" y="426"/>
                  </a:lnTo>
                  <a:lnTo>
                    <a:pt x="2472" y="580"/>
                  </a:lnTo>
                  <a:lnTo>
                    <a:pt x="2125" y="773"/>
                  </a:lnTo>
                  <a:lnTo>
                    <a:pt x="1777" y="1043"/>
                  </a:lnTo>
                  <a:lnTo>
                    <a:pt x="1468" y="1314"/>
                  </a:lnTo>
                  <a:lnTo>
                    <a:pt x="1082" y="1700"/>
                  </a:lnTo>
                  <a:lnTo>
                    <a:pt x="773" y="2163"/>
                  </a:lnTo>
                  <a:lnTo>
                    <a:pt x="503" y="2627"/>
                  </a:lnTo>
                  <a:lnTo>
                    <a:pt x="310" y="3090"/>
                  </a:lnTo>
                  <a:lnTo>
                    <a:pt x="155" y="3592"/>
                  </a:lnTo>
                  <a:lnTo>
                    <a:pt x="40" y="4094"/>
                  </a:lnTo>
                  <a:lnTo>
                    <a:pt x="1" y="4596"/>
                  </a:lnTo>
                  <a:lnTo>
                    <a:pt x="1" y="5137"/>
                  </a:lnTo>
                  <a:lnTo>
                    <a:pt x="78" y="5639"/>
                  </a:lnTo>
                  <a:lnTo>
                    <a:pt x="155" y="6179"/>
                  </a:lnTo>
                  <a:lnTo>
                    <a:pt x="310" y="6681"/>
                  </a:lnTo>
                  <a:lnTo>
                    <a:pt x="464" y="7183"/>
                  </a:lnTo>
                  <a:lnTo>
                    <a:pt x="696" y="7685"/>
                  </a:lnTo>
                  <a:lnTo>
                    <a:pt x="966" y="8149"/>
                  </a:lnTo>
                  <a:lnTo>
                    <a:pt x="1237" y="8612"/>
                  </a:lnTo>
                  <a:lnTo>
                    <a:pt x="1545" y="9037"/>
                  </a:lnTo>
                  <a:lnTo>
                    <a:pt x="2009" y="9577"/>
                  </a:lnTo>
                  <a:lnTo>
                    <a:pt x="2472" y="10041"/>
                  </a:lnTo>
                  <a:lnTo>
                    <a:pt x="2974" y="10427"/>
                  </a:lnTo>
                  <a:lnTo>
                    <a:pt x="3476" y="10813"/>
                  </a:lnTo>
                  <a:lnTo>
                    <a:pt x="4055" y="11083"/>
                  </a:lnTo>
                  <a:lnTo>
                    <a:pt x="4596" y="11354"/>
                  </a:lnTo>
                  <a:lnTo>
                    <a:pt x="5214" y="11547"/>
                  </a:lnTo>
                  <a:lnTo>
                    <a:pt x="5832" y="11701"/>
                  </a:lnTo>
                  <a:lnTo>
                    <a:pt x="5870" y="11856"/>
                  </a:lnTo>
                  <a:lnTo>
                    <a:pt x="6218" y="11778"/>
                  </a:lnTo>
                  <a:lnTo>
                    <a:pt x="7029" y="11817"/>
                  </a:lnTo>
                  <a:lnTo>
                    <a:pt x="7840" y="11817"/>
                  </a:lnTo>
                  <a:lnTo>
                    <a:pt x="8689" y="11701"/>
                  </a:lnTo>
                  <a:lnTo>
                    <a:pt x="9539" y="11508"/>
                  </a:lnTo>
                  <a:lnTo>
                    <a:pt x="10272" y="11238"/>
                  </a:lnTo>
                  <a:lnTo>
                    <a:pt x="11006" y="10929"/>
                  </a:lnTo>
                  <a:lnTo>
                    <a:pt x="11315" y="10813"/>
                  </a:lnTo>
                  <a:lnTo>
                    <a:pt x="11315" y="10774"/>
                  </a:lnTo>
                  <a:lnTo>
                    <a:pt x="12049" y="10350"/>
                  </a:lnTo>
                  <a:lnTo>
                    <a:pt x="12705" y="9848"/>
                  </a:lnTo>
                  <a:lnTo>
                    <a:pt x="13362" y="9307"/>
                  </a:lnTo>
                  <a:lnTo>
                    <a:pt x="13941" y="8689"/>
                  </a:lnTo>
                  <a:lnTo>
                    <a:pt x="14481" y="8033"/>
                  </a:lnTo>
                  <a:lnTo>
                    <a:pt x="14713" y="7685"/>
                  </a:lnTo>
                  <a:lnTo>
                    <a:pt x="14906" y="7299"/>
                  </a:lnTo>
                  <a:lnTo>
                    <a:pt x="15099" y="6952"/>
                  </a:lnTo>
                  <a:lnTo>
                    <a:pt x="15254" y="6565"/>
                  </a:lnTo>
                  <a:lnTo>
                    <a:pt x="15408" y="6179"/>
                  </a:lnTo>
                  <a:lnTo>
                    <a:pt x="15524" y="5754"/>
                  </a:lnTo>
                  <a:lnTo>
                    <a:pt x="15601" y="6256"/>
                  </a:lnTo>
                  <a:lnTo>
                    <a:pt x="15756" y="6720"/>
                  </a:lnTo>
                  <a:lnTo>
                    <a:pt x="15987" y="7145"/>
                  </a:lnTo>
                  <a:lnTo>
                    <a:pt x="16258" y="7569"/>
                  </a:lnTo>
                  <a:lnTo>
                    <a:pt x="16374" y="7762"/>
                  </a:lnTo>
                  <a:lnTo>
                    <a:pt x="16567" y="7917"/>
                  </a:lnTo>
                  <a:lnTo>
                    <a:pt x="16760" y="8071"/>
                  </a:lnTo>
                  <a:lnTo>
                    <a:pt x="16953" y="8187"/>
                  </a:lnTo>
                  <a:lnTo>
                    <a:pt x="17146" y="8264"/>
                  </a:lnTo>
                  <a:lnTo>
                    <a:pt x="17378" y="8264"/>
                  </a:lnTo>
                  <a:lnTo>
                    <a:pt x="17571" y="8187"/>
                  </a:lnTo>
                  <a:lnTo>
                    <a:pt x="17802" y="8033"/>
                  </a:lnTo>
                  <a:lnTo>
                    <a:pt x="17918" y="7878"/>
                  </a:lnTo>
                  <a:lnTo>
                    <a:pt x="17995" y="7685"/>
                  </a:lnTo>
                  <a:lnTo>
                    <a:pt x="18034" y="7454"/>
                  </a:lnTo>
                  <a:lnTo>
                    <a:pt x="18034" y="7260"/>
                  </a:lnTo>
                  <a:lnTo>
                    <a:pt x="17995" y="7029"/>
                  </a:lnTo>
                  <a:lnTo>
                    <a:pt x="17918" y="6836"/>
                  </a:lnTo>
                  <a:lnTo>
                    <a:pt x="17841" y="6643"/>
                  </a:lnTo>
                  <a:lnTo>
                    <a:pt x="17725" y="6450"/>
                  </a:lnTo>
                  <a:lnTo>
                    <a:pt x="17571" y="6256"/>
                  </a:lnTo>
                  <a:lnTo>
                    <a:pt x="17416" y="6063"/>
                  </a:lnTo>
                  <a:lnTo>
                    <a:pt x="17030" y="5716"/>
                  </a:lnTo>
                  <a:lnTo>
                    <a:pt x="16567" y="5446"/>
                  </a:lnTo>
                  <a:lnTo>
                    <a:pt x="16103" y="5252"/>
                  </a:lnTo>
                  <a:lnTo>
                    <a:pt x="16605" y="5175"/>
                  </a:lnTo>
                  <a:lnTo>
                    <a:pt x="17030" y="4982"/>
                  </a:lnTo>
                  <a:lnTo>
                    <a:pt x="17455" y="4750"/>
                  </a:lnTo>
                  <a:lnTo>
                    <a:pt x="17841" y="4442"/>
                  </a:lnTo>
                  <a:lnTo>
                    <a:pt x="17995" y="4248"/>
                  </a:lnTo>
                  <a:lnTo>
                    <a:pt x="18150" y="4055"/>
                  </a:lnTo>
                  <a:lnTo>
                    <a:pt x="18266" y="3824"/>
                  </a:lnTo>
                  <a:lnTo>
                    <a:pt x="18343" y="3553"/>
                  </a:lnTo>
                  <a:lnTo>
                    <a:pt x="18382" y="3322"/>
                  </a:lnTo>
                  <a:lnTo>
                    <a:pt x="18343" y="3090"/>
                  </a:lnTo>
                  <a:lnTo>
                    <a:pt x="18227" y="2858"/>
                  </a:lnTo>
                  <a:lnTo>
                    <a:pt x="18150" y="2781"/>
                  </a:lnTo>
                  <a:lnTo>
                    <a:pt x="18034" y="2704"/>
                  </a:lnTo>
                  <a:lnTo>
                    <a:pt x="17841" y="2588"/>
                  </a:lnTo>
                  <a:lnTo>
                    <a:pt x="17609" y="2549"/>
                  </a:lnTo>
                  <a:lnTo>
                    <a:pt x="17416" y="2549"/>
                  </a:lnTo>
                  <a:lnTo>
                    <a:pt x="17185" y="2588"/>
                  </a:lnTo>
                  <a:lnTo>
                    <a:pt x="16953" y="2704"/>
                  </a:lnTo>
                  <a:lnTo>
                    <a:pt x="16760" y="2781"/>
                  </a:lnTo>
                  <a:lnTo>
                    <a:pt x="16567" y="2936"/>
                  </a:lnTo>
                  <a:lnTo>
                    <a:pt x="16412" y="3090"/>
                  </a:lnTo>
                  <a:lnTo>
                    <a:pt x="16258" y="3283"/>
                  </a:lnTo>
                  <a:lnTo>
                    <a:pt x="16103" y="3476"/>
                  </a:lnTo>
                  <a:lnTo>
                    <a:pt x="15872" y="3978"/>
                  </a:lnTo>
                  <a:lnTo>
                    <a:pt x="15717" y="4480"/>
                  </a:lnTo>
                  <a:lnTo>
                    <a:pt x="15640" y="4982"/>
                  </a:lnTo>
                  <a:lnTo>
                    <a:pt x="15601" y="4982"/>
                  </a:lnTo>
                  <a:lnTo>
                    <a:pt x="15563" y="5021"/>
                  </a:lnTo>
                  <a:lnTo>
                    <a:pt x="15524" y="5021"/>
                  </a:lnTo>
                  <a:lnTo>
                    <a:pt x="15099" y="4789"/>
                  </a:lnTo>
                  <a:lnTo>
                    <a:pt x="14675" y="4635"/>
                  </a:lnTo>
                  <a:lnTo>
                    <a:pt x="14211" y="4519"/>
                  </a:lnTo>
                  <a:lnTo>
                    <a:pt x="13748" y="4519"/>
                  </a:lnTo>
                  <a:lnTo>
                    <a:pt x="13362" y="4596"/>
                  </a:lnTo>
                  <a:lnTo>
                    <a:pt x="13169" y="4635"/>
                  </a:lnTo>
                  <a:lnTo>
                    <a:pt x="12975" y="4712"/>
                  </a:lnTo>
                  <a:lnTo>
                    <a:pt x="12782" y="4789"/>
                  </a:lnTo>
                  <a:lnTo>
                    <a:pt x="12628" y="4944"/>
                  </a:lnTo>
                  <a:lnTo>
                    <a:pt x="12512" y="5098"/>
                  </a:lnTo>
                  <a:lnTo>
                    <a:pt x="12435" y="5252"/>
                  </a:lnTo>
                  <a:lnTo>
                    <a:pt x="12396" y="5446"/>
                  </a:lnTo>
                  <a:lnTo>
                    <a:pt x="12473" y="5639"/>
                  </a:lnTo>
                  <a:lnTo>
                    <a:pt x="12551" y="5793"/>
                  </a:lnTo>
                  <a:lnTo>
                    <a:pt x="12705" y="5909"/>
                  </a:lnTo>
                  <a:lnTo>
                    <a:pt x="12860" y="5986"/>
                  </a:lnTo>
                  <a:lnTo>
                    <a:pt x="13053" y="6063"/>
                  </a:lnTo>
                  <a:lnTo>
                    <a:pt x="13439" y="6141"/>
                  </a:lnTo>
                  <a:lnTo>
                    <a:pt x="13786" y="6141"/>
                  </a:lnTo>
                  <a:lnTo>
                    <a:pt x="14134" y="6102"/>
                  </a:lnTo>
                  <a:lnTo>
                    <a:pt x="14481" y="5986"/>
                  </a:lnTo>
                  <a:lnTo>
                    <a:pt x="14790" y="5870"/>
                  </a:lnTo>
                  <a:lnTo>
                    <a:pt x="14481" y="6256"/>
                  </a:lnTo>
                  <a:lnTo>
                    <a:pt x="14095" y="6565"/>
                  </a:lnTo>
                  <a:lnTo>
                    <a:pt x="13902" y="6720"/>
                  </a:lnTo>
                  <a:lnTo>
                    <a:pt x="13671" y="6836"/>
                  </a:lnTo>
                  <a:lnTo>
                    <a:pt x="13439" y="6952"/>
                  </a:lnTo>
                  <a:lnTo>
                    <a:pt x="13207" y="7029"/>
                  </a:lnTo>
                  <a:lnTo>
                    <a:pt x="12821" y="7067"/>
                  </a:lnTo>
                  <a:lnTo>
                    <a:pt x="12435" y="7067"/>
                  </a:lnTo>
                  <a:lnTo>
                    <a:pt x="12087" y="6990"/>
                  </a:lnTo>
                  <a:lnTo>
                    <a:pt x="11778" y="6874"/>
                  </a:lnTo>
                  <a:lnTo>
                    <a:pt x="11470" y="6681"/>
                  </a:lnTo>
                  <a:lnTo>
                    <a:pt x="11199" y="6411"/>
                  </a:lnTo>
                  <a:lnTo>
                    <a:pt x="10968" y="6141"/>
                  </a:lnTo>
                  <a:lnTo>
                    <a:pt x="10774" y="5793"/>
                  </a:lnTo>
                  <a:lnTo>
                    <a:pt x="10504" y="5330"/>
                  </a:lnTo>
                  <a:lnTo>
                    <a:pt x="10311" y="4828"/>
                  </a:lnTo>
                  <a:lnTo>
                    <a:pt x="9886" y="3862"/>
                  </a:lnTo>
                  <a:lnTo>
                    <a:pt x="9655" y="3399"/>
                  </a:lnTo>
                  <a:lnTo>
                    <a:pt x="9423" y="2936"/>
                  </a:lnTo>
                  <a:lnTo>
                    <a:pt x="9153" y="2472"/>
                  </a:lnTo>
                  <a:lnTo>
                    <a:pt x="8844" y="2047"/>
                  </a:lnTo>
                  <a:lnTo>
                    <a:pt x="8380" y="1545"/>
                  </a:lnTo>
                  <a:lnTo>
                    <a:pt x="7917" y="1159"/>
                  </a:lnTo>
                  <a:lnTo>
                    <a:pt x="7415" y="812"/>
                  </a:lnTo>
                  <a:lnTo>
                    <a:pt x="6874" y="503"/>
                  </a:lnTo>
                  <a:lnTo>
                    <a:pt x="6295" y="271"/>
                  </a:lnTo>
                  <a:lnTo>
                    <a:pt x="5716" y="117"/>
                  </a:lnTo>
                  <a:lnTo>
                    <a:pt x="5137" y="39"/>
                  </a:lnTo>
                  <a:lnTo>
                    <a:pt x="451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5"/>
            <p:cNvSpPr/>
            <p:nvPr/>
          </p:nvSpPr>
          <p:spPr>
            <a:xfrm>
              <a:off x="4673025" y="2378175"/>
              <a:ext cx="330175" cy="176675"/>
            </a:xfrm>
            <a:custGeom>
              <a:avLst/>
              <a:gdLst/>
              <a:ahLst/>
              <a:cxnLst/>
              <a:rect l="l" t="t" r="r" b="b"/>
              <a:pathLst>
                <a:path w="13207" h="7067" extrusionOk="0">
                  <a:moveTo>
                    <a:pt x="8110" y="309"/>
                  </a:moveTo>
                  <a:lnTo>
                    <a:pt x="8226" y="348"/>
                  </a:lnTo>
                  <a:lnTo>
                    <a:pt x="8380" y="425"/>
                  </a:lnTo>
                  <a:lnTo>
                    <a:pt x="8535" y="541"/>
                  </a:lnTo>
                  <a:lnTo>
                    <a:pt x="8612" y="579"/>
                  </a:lnTo>
                  <a:lnTo>
                    <a:pt x="8728" y="888"/>
                  </a:lnTo>
                  <a:lnTo>
                    <a:pt x="8766" y="1197"/>
                  </a:lnTo>
                  <a:lnTo>
                    <a:pt x="8728" y="1468"/>
                  </a:lnTo>
                  <a:lnTo>
                    <a:pt x="8650" y="1777"/>
                  </a:lnTo>
                  <a:lnTo>
                    <a:pt x="8496" y="2047"/>
                  </a:lnTo>
                  <a:lnTo>
                    <a:pt x="8380" y="2317"/>
                  </a:lnTo>
                  <a:lnTo>
                    <a:pt x="8033" y="2858"/>
                  </a:lnTo>
                  <a:lnTo>
                    <a:pt x="6836" y="4711"/>
                  </a:lnTo>
                  <a:lnTo>
                    <a:pt x="6681" y="4711"/>
                  </a:lnTo>
                  <a:lnTo>
                    <a:pt x="6797" y="3746"/>
                  </a:lnTo>
                  <a:lnTo>
                    <a:pt x="6990" y="2781"/>
                  </a:lnTo>
                  <a:lnTo>
                    <a:pt x="7222" y="1661"/>
                  </a:lnTo>
                  <a:lnTo>
                    <a:pt x="7338" y="1197"/>
                  </a:lnTo>
                  <a:lnTo>
                    <a:pt x="7453" y="888"/>
                  </a:lnTo>
                  <a:lnTo>
                    <a:pt x="7608" y="618"/>
                  </a:lnTo>
                  <a:lnTo>
                    <a:pt x="7762" y="425"/>
                  </a:lnTo>
                  <a:lnTo>
                    <a:pt x="7878" y="348"/>
                  </a:lnTo>
                  <a:lnTo>
                    <a:pt x="7994" y="309"/>
                  </a:lnTo>
                  <a:close/>
                  <a:moveTo>
                    <a:pt x="5909" y="5406"/>
                  </a:moveTo>
                  <a:lnTo>
                    <a:pt x="4673" y="5831"/>
                  </a:lnTo>
                  <a:lnTo>
                    <a:pt x="3437" y="6217"/>
                  </a:lnTo>
                  <a:lnTo>
                    <a:pt x="2781" y="6372"/>
                  </a:lnTo>
                  <a:lnTo>
                    <a:pt x="2125" y="6526"/>
                  </a:lnTo>
                  <a:lnTo>
                    <a:pt x="1700" y="6565"/>
                  </a:lnTo>
                  <a:lnTo>
                    <a:pt x="1314" y="6603"/>
                  </a:lnTo>
                  <a:lnTo>
                    <a:pt x="1043" y="6565"/>
                  </a:lnTo>
                  <a:lnTo>
                    <a:pt x="812" y="6488"/>
                  </a:lnTo>
                  <a:lnTo>
                    <a:pt x="734" y="6449"/>
                  </a:lnTo>
                  <a:lnTo>
                    <a:pt x="696" y="6333"/>
                  </a:lnTo>
                  <a:lnTo>
                    <a:pt x="696" y="6217"/>
                  </a:lnTo>
                  <a:lnTo>
                    <a:pt x="696" y="6063"/>
                  </a:lnTo>
                  <a:lnTo>
                    <a:pt x="696" y="5908"/>
                  </a:lnTo>
                  <a:lnTo>
                    <a:pt x="734" y="5792"/>
                  </a:lnTo>
                  <a:lnTo>
                    <a:pt x="812" y="5715"/>
                  </a:lnTo>
                  <a:lnTo>
                    <a:pt x="889" y="5677"/>
                  </a:lnTo>
                  <a:lnTo>
                    <a:pt x="1082" y="5599"/>
                  </a:lnTo>
                  <a:lnTo>
                    <a:pt x="1391" y="5561"/>
                  </a:lnTo>
                  <a:lnTo>
                    <a:pt x="2047" y="5484"/>
                  </a:lnTo>
                  <a:lnTo>
                    <a:pt x="2897" y="5445"/>
                  </a:lnTo>
                  <a:lnTo>
                    <a:pt x="5368" y="5445"/>
                  </a:lnTo>
                  <a:lnTo>
                    <a:pt x="5909" y="5406"/>
                  </a:lnTo>
                  <a:close/>
                  <a:moveTo>
                    <a:pt x="7067" y="5097"/>
                  </a:moveTo>
                  <a:lnTo>
                    <a:pt x="8342" y="5136"/>
                  </a:lnTo>
                  <a:lnTo>
                    <a:pt x="9577" y="5252"/>
                  </a:lnTo>
                  <a:lnTo>
                    <a:pt x="10272" y="5329"/>
                  </a:lnTo>
                  <a:lnTo>
                    <a:pt x="11006" y="5445"/>
                  </a:lnTo>
                  <a:lnTo>
                    <a:pt x="11701" y="5561"/>
                  </a:lnTo>
                  <a:lnTo>
                    <a:pt x="12164" y="5677"/>
                  </a:lnTo>
                  <a:lnTo>
                    <a:pt x="12280" y="5715"/>
                  </a:lnTo>
                  <a:lnTo>
                    <a:pt x="12396" y="5754"/>
                  </a:lnTo>
                  <a:lnTo>
                    <a:pt x="12473" y="5831"/>
                  </a:lnTo>
                  <a:lnTo>
                    <a:pt x="12551" y="5908"/>
                  </a:lnTo>
                  <a:lnTo>
                    <a:pt x="12589" y="6024"/>
                  </a:lnTo>
                  <a:lnTo>
                    <a:pt x="12628" y="6179"/>
                  </a:lnTo>
                  <a:lnTo>
                    <a:pt x="12589" y="6526"/>
                  </a:lnTo>
                  <a:lnTo>
                    <a:pt x="12435" y="6603"/>
                  </a:lnTo>
                  <a:lnTo>
                    <a:pt x="12242" y="6642"/>
                  </a:lnTo>
                  <a:lnTo>
                    <a:pt x="12010" y="6681"/>
                  </a:lnTo>
                  <a:lnTo>
                    <a:pt x="11778" y="6681"/>
                  </a:lnTo>
                  <a:lnTo>
                    <a:pt x="11315" y="6603"/>
                  </a:lnTo>
                  <a:lnTo>
                    <a:pt x="10929" y="6526"/>
                  </a:lnTo>
                  <a:lnTo>
                    <a:pt x="10156" y="6372"/>
                  </a:lnTo>
                  <a:lnTo>
                    <a:pt x="9423" y="6140"/>
                  </a:lnTo>
                  <a:lnTo>
                    <a:pt x="8805" y="5908"/>
                  </a:lnTo>
                  <a:lnTo>
                    <a:pt x="8226" y="5677"/>
                  </a:lnTo>
                  <a:lnTo>
                    <a:pt x="7067" y="5097"/>
                  </a:lnTo>
                  <a:close/>
                  <a:moveTo>
                    <a:pt x="8148" y="0"/>
                  </a:moveTo>
                  <a:lnTo>
                    <a:pt x="7917" y="39"/>
                  </a:lnTo>
                  <a:lnTo>
                    <a:pt x="7724" y="116"/>
                  </a:lnTo>
                  <a:lnTo>
                    <a:pt x="7492" y="271"/>
                  </a:lnTo>
                  <a:lnTo>
                    <a:pt x="7338" y="425"/>
                  </a:lnTo>
                  <a:lnTo>
                    <a:pt x="7183" y="618"/>
                  </a:lnTo>
                  <a:lnTo>
                    <a:pt x="6990" y="1043"/>
                  </a:lnTo>
                  <a:lnTo>
                    <a:pt x="6874" y="1506"/>
                  </a:lnTo>
                  <a:lnTo>
                    <a:pt x="6681" y="2433"/>
                  </a:lnTo>
                  <a:lnTo>
                    <a:pt x="6527" y="3591"/>
                  </a:lnTo>
                  <a:lnTo>
                    <a:pt x="6488" y="4171"/>
                  </a:lnTo>
                  <a:lnTo>
                    <a:pt x="6449" y="4750"/>
                  </a:lnTo>
                  <a:lnTo>
                    <a:pt x="6411" y="4866"/>
                  </a:lnTo>
                  <a:lnTo>
                    <a:pt x="6411" y="4982"/>
                  </a:lnTo>
                  <a:lnTo>
                    <a:pt x="5870" y="5020"/>
                  </a:lnTo>
                  <a:lnTo>
                    <a:pt x="5291" y="5059"/>
                  </a:lnTo>
                  <a:lnTo>
                    <a:pt x="2549" y="5059"/>
                  </a:lnTo>
                  <a:lnTo>
                    <a:pt x="2009" y="5097"/>
                  </a:lnTo>
                  <a:lnTo>
                    <a:pt x="1391" y="5175"/>
                  </a:lnTo>
                  <a:lnTo>
                    <a:pt x="1005" y="5213"/>
                  </a:lnTo>
                  <a:lnTo>
                    <a:pt x="657" y="5329"/>
                  </a:lnTo>
                  <a:lnTo>
                    <a:pt x="310" y="5484"/>
                  </a:lnTo>
                  <a:lnTo>
                    <a:pt x="194" y="5599"/>
                  </a:lnTo>
                  <a:lnTo>
                    <a:pt x="78" y="5677"/>
                  </a:lnTo>
                  <a:lnTo>
                    <a:pt x="1" y="5831"/>
                  </a:lnTo>
                  <a:lnTo>
                    <a:pt x="1" y="5947"/>
                  </a:lnTo>
                  <a:lnTo>
                    <a:pt x="1" y="6140"/>
                  </a:lnTo>
                  <a:lnTo>
                    <a:pt x="39" y="6294"/>
                  </a:lnTo>
                  <a:lnTo>
                    <a:pt x="117" y="6449"/>
                  </a:lnTo>
                  <a:lnTo>
                    <a:pt x="232" y="6603"/>
                  </a:lnTo>
                  <a:lnTo>
                    <a:pt x="348" y="6681"/>
                  </a:lnTo>
                  <a:lnTo>
                    <a:pt x="464" y="6796"/>
                  </a:lnTo>
                  <a:lnTo>
                    <a:pt x="773" y="6912"/>
                  </a:lnTo>
                  <a:lnTo>
                    <a:pt x="1082" y="6990"/>
                  </a:lnTo>
                  <a:lnTo>
                    <a:pt x="1777" y="6990"/>
                  </a:lnTo>
                  <a:lnTo>
                    <a:pt x="2395" y="6912"/>
                  </a:lnTo>
                  <a:lnTo>
                    <a:pt x="3476" y="6642"/>
                  </a:lnTo>
                  <a:lnTo>
                    <a:pt x="4519" y="6333"/>
                  </a:lnTo>
                  <a:lnTo>
                    <a:pt x="5600" y="5947"/>
                  </a:lnTo>
                  <a:lnTo>
                    <a:pt x="6102" y="5715"/>
                  </a:lnTo>
                  <a:lnTo>
                    <a:pt x="6565" y="5484"/>
                  </a:lnTo>
                  <a:lnTo>
                    <a:pt x="6604" y="5484"/>
                  </a:lnTo>
                  <a:lnTo>
                    <a:pt x="6681" y="5908"/>
                  </a:lnTo>
                  <a:lnTo>
                    <a:pt x="6758" y="6101"/>
                  </a:lnTo>
                  <a:lnTo>
                    <a:pt x="6836" y="6294"/>
                  </a:lnTo>
                  <a:lnTo>
                    <a:pt x="7106" y="6256"/>
                  </a:lnTo>
                  <a:lnTo>
                    <a:pt x="7106" y="6217"/>
                  </a:lnTo>
                  <a:lnTo>
                    <a:pt x="6990" y="5870"/>
                  </a:lnTo>
                  <a:lnTo>
                    <a:pt x="6951" y="5677"/>
                  </a:lnTo>
                  <a:lnTo>
                    <a:pt x="6990" y="5484"/>
                  </a:lnTo>
                  <a:lnTo>
                    <a:pt x="6990" y="5406"/>
                  </a:lnTo>
                  <a:lnTo>
                    <a:pt x="7762" y="5870"/>
                  </a:lnTo>
                  <a:lnTo>
                    <a:pt x="8612" y="6256"/>
                  </a:lnTo>
                  <a:lnTo>
                    <a:pt x="9461" y="6565"/>
                  </a:lnTo>
                  <a:lnTo>
                    <a:pt x="10349" y="6796"/>
                  </a:lnTo>
                  <a:lnTo>
                    <a:pt x="11045" y="6951"/>
                  </a:lnTo>
                  <a:lnTo>
                    <a:pt x="11469" y="7028"/>
                  </a:lnTo>
                  <a:lnTo>
                    <a:pt x="11933" y="7067"/>
                  </a:lnTo>
                  <a:lnTo>
                    <a:pt x="12396" y="7028"/>
                  </a:lnTo>
                  <a:lnTo>
                    <a:pt x="12589" y="6990"/>
                  </a:lnTo>
                  <a:lnTo>
                    <a:pt x="12782" y="6912"/>
                  </a:lnTo>
                  <a:lnTo>
                    <a:pt x="12937" y="6796"/>
                  </a:lnTo>
                  <a:lnTo>
                    <a:pt x="13053" y="6681"/>
                  </a:lnTo>
                  <a:lnTo>
                    <a:pt x="13130" y="6526"/>
                  </a:lnTo>
                  <a:lnTo>
                    <a:pt x="13207" y="6333"/>
                  </a:lnTo>
                  <a:lnTo>
                    <a:pt x="13207" y="6179"/>
                  </a:lnTo>
                  <a:lnTo>
                    <a:pt x="13168" y="6024"/>
                  </a:lnTo>
                  <a:lnTo>
                    <a:pt x="13130" y="5870"/>
                  </a:lnTo>
                  <a:lnTo>
                    <a:pt x="13053" y="5754"/>
                  </a:lnTo>
                  <a:lnTo>
                    <a:pt x="12975" y="5638"/>
                  </a:lnTo>
                  <a:lnTo>
                    <a:pt x="12821" y="5561"/>
                  </a:lnTo>
                  <a:lnTo>
                    <a:pt x="12551" y="5406"/>
                  </a:lnTo>
                  <a:lnTo>
                    <a:pt x="12242" y="5290"/>
                  </a:lnTo>
                  <a:lnTo>
                    <a:pt x="11894" y="5213"/>
                  </a:lnTo>
                  <a:lnTo>
                    <a:pt x="11315" y="5097"/>
                  </a:lnTo>
                  <a:lnTo>
                    <a:pt x="10311" y="4943"/>
                  </a:lnTo>
                  <a:lnTo>
                    <a:pt x="9268" y="4827"/>
                  </a:lnTo>
                  <a:lnTo>
                    <a:pt x="8264" y="4750"/>
                  </a:lnTo>
                  <a:lnTo>
                    <a:pt x="7260" y="4711"/>
                  </a:lnTo>
                  <a:lnTo>
                    <a:pt x="8071" y="3514"/>
                  </a:lnTo>
                  <a:lnTo>
                    <a:pt x="8496" y="2858"/>
                  </a:lnTo>
                  <a:lnTo>
                    <a:pt x="8844" y="2201"/>
                  </a:lnTo>
                  <a:lnTo>
                    <a:pt x="8921" y="1970"/>
                  </a:lnTo>
                  <a:lnTo>
                    <a:pt x="8998" y="1738"/>
                  </a:lnTo>
                  <a:lnTo>
                    <a:pt x="9037" y="1506"/>
                  </a:lnTo>
                  <a:lnTo>
                    <a:pt x="9075" y="1275"/>
                  </a:lnTo>
                  <a:lnTo>
                    <a:pt x="9037" y="1004"/>
                  </a:lnTo>
                  <a:lnTo>
                    <a:pt x="8959" y="811"/>
                  </a:lnTo>
                  <a:lnTo>
                    <a:pt x="8882" y="579"/>
                  </a:lnTo>
                  <a:lnTo>
                    <a:pt x="8728" y="348"/>
                  </a:lnTo>
                  <a:lnTo>
                    <a:pt x="8650" y="232"/>
                  </a:lnTo>
                  <a:lnTo>
                    <a:pt x="8573" y="155"/>
                  </a:lnTo>
                  <a:lnTo>
                    <a:pt x="8380" y="39"/>
                  </a:lnTo>
                  <a:lnTo>
                    <a:pt x="814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5"/>
            <p:cNvSpPr/>
            <p:nvPr/>
          </p:nvSpPr>
          <p:spPr>
            <a:xfrm>
              <a:off x="2715250" y="1912850"/>
              <a:ext cx="147725" cy="161250"/>
            </a:xfrm>
            <a:custGeom>
              <a:avLst/>
              <a:gdLst/>
              <a:ahLst/>
              <a:cxnLst/>
              <a:rect l="l" t="t" r="r" b="b"/>
              <a:pathLst>
                <a:path w="5909" h="6450" extrusionOk="0">
                  <a:moveTo>
                    <a:pt x="2781" y="503"/>
                  </a:moveTo>
                  <a:lnTo>
                    <a:pt x="3283" y="580"/>
                  </a:lnTo>
                  <a:lnTo>
                    <a:pt x="3746" y="735"/>
                  </a:lnTo>
                  <a:lnTo>
                    <a:pt x="4210" y="966"/>
                  </a:lnTo>
                  <a:lnTo>
                    <a:pt x="4403" y="1082"/>
                  </a:lnTo>
                  <a:lnTo>
                    <a:pt x="4596" y="1275"/>
                  </a:lnTo>
                  <a:lnTo>
                    <a:pt x="4750" y="1468"/>
                  </a:lnTo>
                  <a:lnTo>
                    <a:pt x="4943" y="1661"/>
                  </a:lnTo>
                  <a:lnTo>
                    <a:pt x="5059" y="1893"/>
                  </a:lnTo>
                  <a:lnTo>
                    <a:pt x="5175" y="2125"/>
                  </a:lnTo>
                  <a:lnTo>
                    <a:pt x="5330" y="2588"/>
                  </a:lnTo>
                  <a:lnTo>
                    <a:pt x="5407" y="3052"/>
                  </a:lnTo>
                  <a:lnTo>
                    <a:pt x="5407" y="3515"/>
                  </a:lnTo>
                  <a:lnTo>
                    <a:pt x="5368" y="4017"/>
                  </a:lnTo>
                  <a:lnTo>
                    <a:pt x="5214" y="4442"/>
                  </a:lnTo>
                  <a:lnTo>
                    <a:pt x="4982" y="4866"/>
                  </a:lnTo>
                  <a:lnTo>
                    <a:pt x="4828" y="5059"/>
                  </a:lnTo>
                  <a:lnTo>
                    <a:pt x="4673" y="5253"/>
                  </a:lnTo>
                  <a:lnTo>
                    <a:pt x="4480" y="5407"/>
                  </a:lnTo>
                  <a:lnTo>
                    <a:pt x="4287" y="5561"/>
                  </a:lnTo>
                  <a:lnTo>
                    <a:pt x="4017" y="5716"/>
                  </a:lnTo>
                  <a:lnTo>
                    <a:pt x="3746" y="5832"/>
                  </a:lnTo>
                  <a:lnTo>
                    <a:pt x="3515" y="5909"/>
                  </a:lnTo>
                  <a:lnTo>
                    <a:pt x="3244" y="5948"/>
                  </a:lnTo>
                  <a:lnTo>
                    <a:pt x="2742" y="5948"/>
                  </a:lnTo>
                  <a:lnTo>
                    <a:pt x="2511" y="5870"/>
                  </a:lnTo>
                  <a:lnTo>
                    <a:pt x="2279" y="5793"/>
                  </a:lnTo>
                  <a:lnTo>
                    <a:pt x="2047" y="5677"/>
                  </a:lnTo>
                  <a:lnTo>
                    <a:pt x="1816" y="5561"/>
                  </a:lnTo>
                  <a:lnTo>
                    <a:pt x="1623" y="5407"/>
                  </a:lnTo>
                  <a:lnTo>
                    <a:pt x="1429" y="5214"/>
                  </a:lnTo>
                  <a:lnTo>
                    <a:pt x="1082" y="4828"/>
                  </a:lnTo>
                  <a:lnTo>
                    <a:pt x="812" y="4364"/>
                  </a:lnTo>
                  <a:lnTo>
                    <a:pt x="619" y="3862"/>
                  </a:lnTo>
                  <a:lnTo>
                    <a:pt x="464" y="3322"/>
                  </a:lnTo>
                  <a:lnTo>
                    <a:pt x="426" y="2820"/>
                  </a:lnTo>
                  <a:lnTo>
                    <a:pt x="426" y="2550"/>
                  </a:lnTo>
                  <a:lnTo>
                    <a:pt x="464" y="2279"/>
                  </a:lnTo>
                  <a:lnTo>
                    <a:pt x="503" y="2048"/>
                  </a:lnTo>
                  <a:lnTo>
                    <a:pt x="619" y="1777"/>
                  </a:lnTo>
                  <a:lnTo>
                    <a:pt x="696" y="1584"/>
                  </a:lnTo>
                  <a:lnTo>
                    <a:pt x="850" y="1352"/>
                  </a:lnTo>
                  <a:lnTo>
                    <a:pt x="1005" y="1159"/>
                  </a:lnTo>
                  <a:lnTo>
                    <a:pt x="1198" y="966"/>
                  </a:lnTo>
                  <a:lnTo>
                    <a:pt x="1429" y="812"/>
                  </a:lnTo>
                  <a:lnTo>
                    <a:pt x="1700" y="657"/>
                  </a:lnTo>
                  <a:lnTo>
                    <a:pt x="1738" y="619"/>
                  </a:lnTo>
                  <a:lnTo>
                    <a:pt x="1738" y="580"/>
                  </a:lnTo>
                  <a:lnTo>
                    <a:pt x="2240" y="503"/>
                  </a:lnTo>
                  <a:close/>
                  <a:moveTo>
                    <a:pt x="2588" y="1"/>
                  </a:moveTo>
                  <a:lnTo>
                    <a:pt x="2279" y="40"/>
                  </a:lnTo>
                  <a:lnTo>
                    <a:pt x="1970" y="78"/>
                  </a:lnTo>
                  <a:lnTo>
                    <a:pt x="1661" y="155"/>
                  </a:lnTo>
                  <a:lnTo>
                    <a:pt x="1391" y="233"/>
                  </a:lnTo>
                  <a:lnTo>
                    <a:pt x="1314" y="310"/>
                  </a:lnTo>
                  <a:lnTo>
                    <a:pt x="1236" y="387"/>
                  </a:lnTo>
                  <a:lnTo>
                    <a:pt x="1236" y="464"/>
                  </a:lnTo>
                  <a:lnTo>
                    <a:pt x="1275" y="542"/>
                  </a:lnTo>
                  <a:lnTo>
                    <a:pt x="1005" y="657"/>
                  </a:lnTo>
                  <a:lnTo>
                    <a:pt x="773" y="850"/>
                  </a:lnTo>
                  <a:lnTo>
                    <a:pt x="580" y="1044"/>
                  </a:lnTo>
                  <a:lnTo>
                    <a:pt x="426" y="1237"/>
                  </a:lnTo>
                  <a:lnTo>
                    <a:pt x="271" y="1468"/>
                  </a:lnTo>
                  <a:lnTo>
                    <a:pt x="155" y="1700"/>
                  </a:lnTo>
                  <a:lnTo>
                    <a:pt x="78" y="1970"/>
                  </a:lnTo>
                  <a:lnTo>
                    <a:pt x="39" y="2241"/>
                  </a:lnTo>
                  <a:lnTo>
                    <a:pt x="1" y="2511"/>
                  </a:lnTo>
                  <a:lnTo>
                    <a:pt x="1" y="2781"/>
                  </a:lnTo>
                  <a:lnTo>
                    <a:pt x="39" y="3360"/>
                  </a:lnTo>
                  <a:lnTo>
                    <a:pt x="155" y="3901"/>
                  </a:lnTo>
                  <a:lnTo>
                    <a:pt x="387" y="4442"/>
                  </a:lnTo>
                  <a:lnTo>
                    <a:pt x="696" y="5021"/>
                  </a:lnTo>
                  <a:lnTo>
                    <a:pt x="889" y="5253"/>
                  </a:lnTo>
                  <a:lnTo>
                    <a:pt x="1082" y="5484"/>
                  </a:lnTo>
                  <a:lnTo>
                    <a:pt x="1275" y="5716"/>
                  </a:lnTo>
                  <a:lnTo>
                    <a:pt x="1507" y="5909"/>
                  </a:lnTo>
                  <a:lnTo>
                    <a:pt x="1738" y="6063"/>
                  </a:lnTo>
                  <a:lnTo>
                    <a:pt x="2009" y="6179"/>
                  </a:lnTo>
                  <a:lnTo>
                    <a:pt x="2240" y="6295"/>
                  </a:lnTo>
                  <a:lnTo>
                    <a:pt x="2511" y="6372"/>
                  </a:lnTo>
                  <a:lnTo>
                    <a:pt x="2820" y="6411"/>
                  </a:lnTo>
                  <a:lnTo>
                    <a:pt x="3090" y="6450"/>
                  </a:lnTo>
                  <a:lnTo>
                    <a:pt x="3399" y="6411"/>
                  </a:lnTo>
                  <a:lnTo>
                    <a:pt x="3669" y="6334"/>
                  </a:lnTo>
                  <a:lnTo>
                    <a:pt x="3978" y="6218"/>
                  </a:lnTo>
                  <a:lnTo>
                    <a:pt x="4326" y="6102"/>
                  </a:lnTo>
                  <a:lnTo>
                    <a:pt x="4557" y="5909"/>
                  </a:lnTo>
                  <a:lnTo>
                    <a:pt x="4828" y="5716"/>
                  </a:lnTo>
                  <a:lnTo>
                    <a:pt x="5021" y="5523"/>
                  </a:lnTo>
                  <a:lnTo>
                    <a:pt x="5214" y="5291"/>
                  </a:lnTo>
                  <a:lnTo>
                    <a:pt x="5407" y="5059"/>
                  </a:lnTo>
                  <a:lnTo>
                    <a:pt x="5561" y="4789"/>
                  </a:lnTo>
                  <a:lnTo>
                    <a:pt x="5677" y="4519"/>
                  </a:lnTo>
                  <a:lnTo>
                    <a:pt x="5754" y="4249"/>
                  </a:lnTo>
                  <a:lnTo>
                    <a:pt x="5832" y="3940"/>
                  </a:lnTo>
                  <a:lnTo>
                    <a:pt x="5870" y="3669"/>
                  </a:lnTo>
                  <a:lnTo>
                    <a:pt x="5909" y="3360"/>
                  </a:lnTo>
                  <a:lnTo>
                    <a:pt x="5870" y="3052"/>
                  </a:lnTo>
                  <a:lnTo>
                    <a:pt x="5832" y="2743"/>
                  </a:lnTo>
                  <a:lnTo>
                    <a:pt x="5793" y="2472"/>
                  </a:lnTo>
                  <a:lnTo>
                    <a:pt x="5716" y="2163"/>
                  </a:lnTo>
                  <a:lnTo>
                    <a:pt x="5600" y="1893"/>
                  </a:lnTo>
                  <a:lnTo>
                    <a:pt x="5445" y="1584"/>
                  </a:lnTo>
                  <a:lnTo>
                    <a:pt x="5252" y="1352"/>
                  </a:lnTo>
                  <a:lnTo>
                    <a:pt x="5059" y="1082"/>
                  </a:lnTo>
                  <a:lnTo>
                    <a:pt x="4828" y="889"/>
                  </a:lnTo>
                  <a:lnTo>
                    <a:pt x="4596" y="696"/>
                  </a:lnTo>
                  <a:lnTo>
                    <a:pt x="4364" y="503"/>
                  </a:lnTo>
                  <a:lnTo>
                    <a:pt x="4094" y="348"/>
                  </a:lnTo>
                  <a:lnTo>
                    <a:pt x="3785" y="233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40"/>
                  </a:lnTo>
                  <a:lnTo>
                    <a:pt x="258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5"/>
            <p:cNvSpPr/>
            <p:nvPr/>
          </p:nvSpPr>
          <p:spPr>
            <a:xfrm>
              <a:off x="2839800" y="2000700"/>
              <a:ext cx="270325" cy="209525"/>
            </a:xfrm>
            <a:custGeom>
              <a:avLst/>
              <a:gdLst/>
              <a:ahLst/>
              <a:cxnLst/>
              <a:rect l="l" t="t" r="r" b="b"/>
              <a:pathLst>
                <a:path w="10813" h="8381" extrusionOk="0">
                  <a:moveTo>
                    <a:pt x="10233" y="1"/>
                  </a:moveTo>
                  <a:lnTo>
                    <a:pt x="10156" y="78"/>
                  </a:lnTo>
                  <a:lnTo>
                    <a:pt x="10117" y="155"/>
                  </a:lnTo>
                  <a:lnTo>
                    <a:pt x="10079" y="233"/>
                  </a:lnTo>
                  <a:lnTo>
                    <a:pt x="10079" y="348"/>
                  </a:lnTo>
                  <a:lnTo>
                    <a:pt x="10156" y="426"/>
                  </a:lnTo>
                  <a:lnTo>
                    <a:pt x="10272" y="580"/>
                  </a:lnTo>
                  <a:lnTo>
                    <a:pt x="10310" y="735"/>
                  </a:lnTo>
                  <a:lnTo>
                    <a:pt x="10349" y="928"/>
                  </a:lnTo>
                  <a:lnTo>
                    <a:pt x="10310" y="1121"/>
                  </a:lnTo>
                  <a:lnTo>
                    <a:pt x="10233" y="1275"/>
                  </a:lnTo>
                  <a:lnTo>
                    <a:pt x="10156" y="1468"/>
                  </a:lnTo>
                  <a:lnTo>
                    <a:pt x="9847" y="1854"/>
                  </a:lnTo>
                  <a:lnTo>
                    <a:pt x="9538" y="2202"/>
                  </a:lnTo>
                  <a:lnTo>
                    <a:pt x="9152" y="2511"/>
                  </a:lnTo>
                  <a:lnTo>
                    <a:pt x="8611" y="3013"/>
                  </a:lnTo>
                  <a:lnTo>
                    <a:pt x="8264" y="3283"/>
                  </a:lnTo>
                  <a:lnTo>
                    <a:pt x="8225" y="3206"/>
                  </a:lnTo>
                  <a:lnTo>
                    <a:pt x="8148" y="3129"/>
                  </a:lnTo>
                  <a:lnTo>
                    <a:pt x="7607" y="2820"/>
                  </a:lnTo>
                  <a:lnTo>
                    <a:pt x="7144" y="2434"/>
                  </a:lnTo>
                  <a:lnTo>
                    <a:pt x="6912" y="2665"/>
                  </a:lnTo>
                  <a:lnTo>
                    <a:pt x="7105" y="2936"/>
                  </a:lnTo>
                  <a:lnTo>
                    <a:pt x="7376" y="3167"/>
                  </a:lnTo>
                  <a:lnTo>
                    <a:pt x="7646" y="3399"/>
                  </a:lnTo>
                  <a:lnTo>
                    <a:pt x="7955" y="3553"/>
                  </a:lnTo>
                  <a:lnTo>
                    <a:pt x="7028" y="4287"/>
                  </a:lnTo>
                  <a:lnTo>
                    <a:pt x="6101" y="4982"/>
                  </a:lnTo>
                  <a:lnTo>
                    <a:pt x="4943" y="5793"/>
                  </a:lnTo>
                  <a:lnTo>
                    <a:pt x="3746" y="6527"/>
                  </a:lnTo>
                  <a:lnTo>
                    <a:pt x="3553" y="6681"/>
                  </a:lnTo>
                  <a:lnTo>
                    <a:pt x="3475" y="6334"/>
                  </a:lnTo>
                  <a:lnTo>
                    <a:pt x="3321" y="6025"/>
                  </a:lnTo>
                  <a:lnTo>
                    <a:pt x="3128" y="5716"/>
                  </a:lnTo>
                  <a:lnTo>
                    <a:pt x="2896" y="5446"/>
                  </a:lnTo>
                  <a:lnTo>
                    <a:pt x="2626" y="5677"/>
                  </a:lnTo>
                  <a:lnTo>
                    <a:pt x="2819" y="5909"/>
                  </a:lnTo>
                  <a:lnTo>
                    <a:pt x="2935" y="6179"/>
                  </a:lnTo>
                  <a:lnTo>
                    <a:pt x="3051" y="6565"/>
                  </a:lnTo>
                  <a:lnTo>
                    <a:pt x="3128" y="6952"/>
                  </a:lnTo>
                  <a:lnTo>
                    <a:pt x="2317" y="7376"/>
                  </a:lnTo>
                  <a:lnTo>
                    <a:pt x="1892" y="7608"/>
                  </a:lnTo>
                  <a:lnTo>
                    <a:pt x="1467" y="7762"/>
                  </a:lnTo>
                  <a:lnTo>
                    <a:pt x="1081" y="7878"/>
                  </a:lnTo>
                  <a:lnTo>
                    <a:pt x="927" y="7917"/>
                  </a:lnTo>
                  <a:lnTo>
                    <a:pt x="772" y="7917"/>
                  </a:lnTo>
                  <a:lnTo>
                    <a:pt x="618" y="7878"/>
                  </a:lnTo>
                  <a:lnTo>
                    <a:pt x="502" y="7840"/>
                  </a:lnTo>
                  <a:lnTo>
                    <a:pt x="386" y="7724"/>
                  </a:lnTo>
                  <a:lnTo>
                    <a:pt x="309" y="7608"/>
                  </a:lnTo>
                  <a:lnTo>
                    <a:pt x="270" y="7569"/>
                  </a:lnTo>
                  <a:lnTo>
                    <a:pt x="232" y="7531"/>
                  </a:lnTo>
                  <a:lnTo>
                    <a:pt x="116" y="7492"/>
                  </a:lnTo>
                  <a:lnTo>
                    <a:pt x="39" y="7569"/>
                  </a:lnTo>
                  <a:lnTo>
                    <a:pt x="0" y="7608"/>
                  </a:lnTo>
                  <a:lnTo>
                    <a:pt x="0" y="7685"/>
                  </a:lnTo>
                  <a:lnTo>
                    <a:pt x="39" y="7840"/>
                  </a:lnTo>
                  <a:lnTo>
                    <a:pt x="77" y="7994"/>
                  </a:lnTo>
                  <a:lnTo>
                    <a:pt x="155" y="8110"/>
                  </a:lnTo>
                  <a:lnTo>
                    <a:pt x="270" y="8226"/>
                  </a:lnTo>
                  <a:lnTo>
                    <a:pt x="348" y="8264"/>
                  </a:lnTo>
                  <a:lnTo>
                    <a:pt x="463" y="8342"/>
                  </a:lnTo>
                  <a:lnTo>
                    <a:pt x="734" y="8380"/>
                  </a:lnTo>
                  <a:lnTo>
                    <a:pt x="1004" y="8380"/>
                  </a:lnTo>
                  <a:lnTo>
                    <a:pt x="1274" y="8342"/>
                  </a:lnTo>
                  <a:lnTo>
                    <a:pt x="1545" y="8264"/>
                  </a:lnTo>
                  <a:lnTo>
                    <a:pt x="1815" y="8149"/>
                  </a:lnTo>
                  <a:lnTo>
                    <a:pt x="2935" y="7569"/>
                  </a:lnTo>
                  <a:lnTo>
                    <a:pt x="4055" y="6952"/>
                  </a:lnTo>
                  <a:lnTo>
                    <a:pt x="5097" y="6295"/>
                  </a:lnTo>
                  <a:lnTo>
                    <a:pt x="6140" y="5561"/>
                  </a:lnTo>
                  <a:lnTo>
                    <a:pt x="7067" y="4866"/>
                  </a:lnTo>
                  <a:lnTo>
                    <a:pt x="7993" y="4171"/>
                  </a:lnTo>
                  <a:lnTo>
                    <a:pt x="8881" y="3399"/>
                  </a:lnTo>
                  <a:lnTo>
                    <a:pt x="9731" y="2627"/>
                  </a:lnTo>
                  <a:lnTo>
                    <a:pt x="10001" y="2356"/>
                  </a:lnTo>
                  <a:lnTo>
                    <a:pt x="10272" y="2047"/>
                  </a:lnTo>
                  <a:lnTo>
                    <a:pt x="10503" y="1739"/>
                  </a:lnTo>
                  <a:lnTo>
                    <a:pt x="10696" y="1430"/>
                  </a:lnTo>
                  <a:lnTo>
                    <a:pt x="10812" y="1082"/>
                  </a:lnTo>
                  <a:lnTo>
                    <a:pt x="10812" y="928"/>
                  </a:lnTo>
                  <a:lnTo>
                    <a:pt x="10812" y="735"/>
                  </a:lnTo>
                  <a:lnTo>
                    <a:pt x="10774" y="580"/>
                  </a:lnTo>
                  <a:lnTo>
                    <a:pt x="10735" y="387"/>
                  </a:lnTo>
                  <a:lnTo>
                    <a:pt x="10619" y="233"/>
                  </a:lnTo>
                  <a:lnTo>
                    <a:pt x="10465" y="40"/>
                  </a:lnTo>
                  <a:lnTo>
                    <a:pt x="103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5"/>
            <p:cNvSpPr/>
            <p:nvPr/>
          </p:nvSpPr>
          <p:spPr>
            <a:xfrm>
              <a:off x="2687250" y="1806675"/>
              <a:ext cx="449900" cy="337900"/>
            </a:xfrm>
            <a:custGeom>
              <a:avLst/>
              <a:gdLst/>
              <a:ahLst/>
              <a:cxnLst/>
              <a:rect l="l" t="t" r="r" b="b"/>
              <a:pathLst>
                <a:path w="17996" h="13516" extrusionOk="0">
                  <a:moveTo>
                    <a:pt x="15794" y="386"/>
                  </a:moveTo>
                  <a:lnTo>
                    <a:pt x="15872" y="425"/>
                  </a:lnTo>
                  <a:lnTo>
                    <a:pt x="15949" y="464"/>
                  </a:lnTo>
                  <a:lnTo>
                    <a:pt x="16103" y="657"/>
                  </a:lnTo>
                  <a:lnTo>
                    <a:pt x="16181" y="850"/>
                  </a:lnTo>
                  <a:lnTo>
                    <a:pt x="16258" y="1043"/>
                  </a:lnTo>
                  <a:lnTo>
                    <a:pt x="16219" y="1236"/>
                  </a:lnTo>
                  <a:lnTo>
                    <a:pt x="16181" y="1468"/>
                  </a:lnTo>
                  <a:lnTo>
                    <a:pt x="15987" y="1892"/>
                  </a:lnTo>
                  <a:lnTo>
                    <a:pt x="15833" y="2163"/>
                  </a:lnTo>
                  <a:lnTo>
                    <a:pt x="15601" y="2433"/>
                  </a:lnTo>
                  <a:lnTo>
                    <a:pt x="15370" y="2665"/>
                  </a:lnTo>
                  <a:lnTo>
                    <a:pt x="15099" y="2896"/>
                  </a:lnTo>
                  <a:lnTo>
                    <a:pt x="14983" y="2279"/>
                  </a:lnTo>
                  <a:lnTo>
                    <a:pt x="14945" y="1970"/>
                  </a:lnTo>
                  <a:lnTo>
                    <a:pt x="14906" y="1699"/>
                  </a:lnTo>
                  <a:lnTo>
                    <a:pt x="14945" y="1390"/>
                  </a:lnTo>
                  <a:lnTo>
                    <a:pt x="15022" y="1120"/>
                  </a:lnTo>
                  <a:lnTo>
                    <a:pt x="15138" y="850"/>
                  </a:lnTo>
                  <a:lnTo>
                    <a:pt x="15331" y="618"/>
                  </a:lnTo>
                  <a:lnTo>
                    <a:pt x="15563" y="464"/>
                  </a:lnTo>
                  <a:lnTo>
                    <a:pt x="15679" y="386"/>
                  </a:lnTo>
                  <a:close/>
                  <a:moveTo>
                    <a:pt x="14481" y="3437"/>
                  </a:moveTo>
                  <a:lnTo>
                    <a:pt x="14443" y="3591"/>
                  </a:lnTo>
                  <a:lnTo>
                    <a:pt x="14134" y="3939"/>
                  </a:lnTo>
                  <a:lnTo>
                    <a:pt x="13786" y="4287"/>
                  </a:lnTo>
                  <a:lnTo>
                    <a:pt x="13593" y="4441"/>
                  </a:lnTo>
                  <a:lnTo>
                    <a:pt x="13362" y="4595"/>
                  </a:lnTo>
                  <a:lnTo>
                    <a:pt x="13091" y="4711"/>
                  </a:lnTo>
                  <a:lnTo>
                    <a:pt x="12782" y="4750"/>
                  </a:lnTo>
                  <a:lnTo>
                    <a:pt x="12667" y="4789"/>
                  </a:lnTo>
                  <a:lnTo>
                    <a:pt x="12589" y="4750"/>
                  </a:lnTo>
                  <a:lnTo>
                    <a:pt x="12551" y="4673"/>
                  </a:lnTo>
                  <a:lnTo>
                    <a:pt x="12512" y="4518"/>
                  </a:lnTo>
                  <a:lnTo>
                    <a:pt x="12474" y="4287"/>
                  </a:lnTo>
                  <a:lnTo>
                    <a:pt x="12512" y="4171"/>
                  </a:lnTo>
                  <a:lnTo>
                    <a:pt x="12628" y="4055"/>
                  </a:lnTo>
                  <a:lnTo>
                    <a:pt x="12821" y="3900"/>
                  </a:lnTo>
                  <a:lnTo>
                    <a:pt x="13091" y="3746"/>
                  </a:lnTo>
                  <a:lnTo>
                    <a:pt x="13362" y="3591"/>
                  </a:lnTo>
                  <a:lnTo>
                    <a:pt x="13632" y="3514"/>
                  </a:lnTo>
                  <a:lnTo>
                    <a:pt x="13941" y="3437"/>
                  </a:lnTo>
                  <a:close/>
                  <a:moveTo>
                    <a:pt x="15061" y="3514"/>
                  </a:moveTo>
                  <a:lnTo>
                    <a:pt x="15717" y="3553"/>
                  </a:lnTo>
                  <a:lnTo>
                    <a:pt x="16065" y="3591"/>
                  </a:lnTo>
                  <a:lnTo>
                    <a:pt x="16412" y="3630"/>
                  </a:lnTo>
                  <a:lnTo>
                    <a:pt x="16721" y="3707"/>
                  </a:lnTo>
                  <a:lnTo>
                    <a:pt x="17030" y="3823"/>
                  </a:lnTo>
                  <a:lnTo>
                    <a:pt x="17262" y="4016"/>
                  </a:lnTo>
                  <a:lnTo>
                    <a:pt x="17378" y="4171"/>
                  </a:lnTo>
                  <a:lnTo>
                    <a:pt x="17493" y="4287"/>
                  </a:lnTo>
                  <a:lnTo>
                    <a:pt x="17571" y="4480"/>
                  </a:lnTo>
                  <a:lnTo>
                    <a:pt x="17571" y="4634"/>
                  </a:lnTo>
                  <a:lnTo>
                    <a:pt x="17493" y="4789"/>
                  </a:lnTo>
                  <a:lnTo>
                    <a:pt x="17378" y="4904"/>
                  </a:lnTo>
                  <a:lnTo>
                    <a:pt x="17262" y="4982"/>
                  </a:lnTo>
                  <a:lnTo>
                    <a:pt x="17069" y="5020"/>
                  </a:lnTo>
                  <a:lnTo>
                    <a:pt x="16914" y="4982"/>
                  </a:lnTo>
                  <a:lnTo>
                    <a:pt x="16721" y="4943"/>
                  </a:lnTo>
                  <a:lnTo>
                    <a:pt x="16335" y="4750"/>
                  </a:lnTo>
                  <a:lnTo>
                    <a:pt x="15987" y="4518"/>
                  </a:lnTo>
                  <a:lnTo>
                    <a:pt x="15717" y="4287"/>
                  </a:lnTo>
                  <a:lnTo>
                    <a:pt x="15485" y="4055"/>
                  </a:lnTo>
                  <a:lnTo>
                    <a:pt x="15254" y="3785"/>
                  </a:lnTo>
                  <a:lnTo>
                    <a:pt x="15061" y="3514"/>
                  </a:lnTo>
                  <a:close/>
                  <a:moveTo>
                    <a:pt x="4866" y="3128"/>
                  </a:moveTo>
                  <a:lnTo>
                    <a:pt x="5484" y="3167"/>
                  </a:lnTo>
                  <a:lnTo>
                    <a:pt x="6102" y="3283"/>
                  </a:lnTo>
                  <a:lnTo>
                    <a:pt x="6681" y="3514"/>
                  </a:lnTo>
                  <a:lnTo>
                    <a:pt x="7145" y="3707"/>
                  </a:lnTo>
                  <a:lnTo>
                    <a:pt x="7569" y="3978"/>
                  </a:lnTo>
                  <a:lnTo>
                    <a:pt x="7994" y="4248"/>
                  </a:lnTo>
                  <a:lnTo>
                    <a:pt x="8380" y="4557"/>
                  </a:lnTo>
                  <a:lnTo>
                    <a:pt x="9153" y="5213"/>
                  </a:lnTo>
                  <a:lnTo>
                    <a:pt x="9925" y="5908"/>
                  </a:lnTo>
                  <a:lnTo>
                    <a:pt x="10234" y="6179"/>
                  </a:lnTo>
                  <a:lnTo>
                    <a:pt x="10581" y="6410"/>
                  </a:lnTo>
                  <a:lnTo>
                    <a:pt x="10968" y="6642"/>
                  </a:lnTo>
                  <a:lnTo>
                    <a:pt x="11354" y="6797"/>
                  </a:lnTo>
                  <a:lnTo>
                    <a:pt x="11740" y="6874"/>
                  </a:lnTo>
                  <a:lnTo>
                    <a:pt x="12165" y="6912"/>
                  </a:lnTo>
                  <a:lnTo>
                    <a:pt x="12589" y="6874"/>
                  </a:lnTo>
                  <a:lnTo>
                    <a:pt x="13014" y="6719"/>
                  </a:lnTo>
                  <a:lnTo>
                    <a:pt x="13323" y="6565"/>
                  </a:lnTo>
                  <a:lnTo>
                    <a:pt x="13593" y="6372"/>
                  </a:lnTo>
                  <a:lnTo>
                    <a:pt x="13825" y="6179"/>
                  </a:lnTo>
                  <a:lnTo>
                    <a:pt x="14018" y="5947"/>
                  </a:lnTo>
                  <a:lnTo>
                    <a:pt x="14211" y="5677"/>
                  </a:lnTo>
                  <a:lnTo>
                    <a:pt x="14366" y="5406"/>
                  </a:lnTo>
                  <a:lnTo>
                    <a:pt x="14520" y="5097"/>
                  </a:lnTo>
                  <a:lnTo>
                    <a:pt x="14636" y="4789"/>
                  </a:lnTo>
                  <a:lnTo>
                    <a:pt x="14559" y="5638"/>
                  </a:lnTo>
                  <a:lnTo>
                    <a:pt x="14404" y="6449"/>
                  </a:lnTo>
                  <a:lnTo>
                    <a:pt x="14211" y="7221"/>
                  </a:lnTo>
                  <a:lnTo>
                    <a:pt x="13941" y="7994"/>
                  </a:lnTo>
                  <a:lnTo>
                    <a:pt x="13593" y="8727"/>
                  </a:lnTo>
                  <a:lnTo>
                    <a:pt x="13169" y="9422"/>
                  </a:lnTo>
                  <a:lnTo>
                    <a:pt x="12667" y="10117"/>
                  </a:lnTo>
                  <a:lnTo>
                    <a:pt x="12087" y="10735"/>
                  </a:lnTo>
                  <a:lnTo>
                    <a:pt x="11624" y="11160"/>
                  </a:lnTo>
                  <a:lnTo>
                    <a:pt x="11199" y="11546"/>
                  </a:lnTo>
                  <a:lnTo>
                    <a:pt x="10697" y="11855"/>
                  </a:lnTo>
                  <a:lnTo>
                    <a:pt x="10195" y="12164"/>
                  </a:lnTo>
                  <a:lnTo>
                    <a:pt x="9693" y="12396"/>
                  </a:lnTo>
                  <a:lnTo>
                    <a:pt x="9153" y="12627"/>
                  </a:lnTo>
                  <a:lnTo>
                    <a:pt x="8612" y="12782"/>
                  </a:lnTo>
                  <a:lnTo>
                    <a:pt x="8071" y="12898"/>
                  </a:lnTo>
                  <a:lnTo>
                    <a:pt x="7531" y="12975"/>
                  </a:lnTo>
                  <a:lnTo>
                    <a:pt x="6990" y="13014"/>
                  </a:lnTo>
                  <a:lnTo>
                    <a:pt x="6411" y="12975"/>
                  </a:lnTo>
                  <a:lnTo>
                    <a:pt x="5870" y="12898"/>
                  </a:lnTo>
                  <a:lnTo>
                    <a:pt x="5291" y="12782"/>
                  </a:lnTo>
                  <a:lnTo>
                    <a:pt x="4751" y="12627"/>
                  </a:lnTo>
                  <a:lnTo>
                    <a:pt x="4171" y="12396"/>
                  </a:lnTo>
                  <a:lnTo>
                    <a:pt x="3631" y="12125"/>
                  </a:lnTo>
                  <a:lnTo>
                    <a:pt x="3090" y="11816"/>
                  </a:lnTo>
                  <a:lnTo>
                    <a:pt x="2588" y="11469"/>
                  </a:lnTo>
                  <a:lnTo>
                    <a:pt x="2125" y="11044"/>
                  </a:lnTo>
                  <a:lnTo>
                    <a:pt x="1700" y="10581"/>
                  </a:lnTo>
                  <a:lnTo>
                    <a:pt x="1314" y="10117"/>
                  </a:lnTo>
                  <a:lnTo>
                    <a:pt x="966" y="9577"/>
                  </a:lnTo>
                  <a:lnTo>
                    <a:pt x="696" y="8998"/>
                  </a:lnTo>
                  <a:lnTo>
                    <a:pt x="542" y="8418"/>
                  </a:lnTo>
                  <a:lnTo>
                    <a:pt x="426" y="7801"/>
                  </a:lnTo>
                  <a:lnTo>
                    <a:pt x="426" y="7221"/>
                  </a:lnTo>
                  <a:lnTo>
                    <a:pt x="503" y="6603"/>
                  </a:lnTo>
                  <a:lnTo>
                    <a:pt x="696" y="6024"/>
                  </a:lnTo>
                  <a:lnTo>
                    <a:pt x="928" y="5484"/>
                  </a:lnTo>
                  <a:lnTo>
                    <a:pt x="1237" y="4943"/>
                  </a:lnTo>
                  <a:lnTo>
                    <a:pt x="1623" y="4480"/>
                  </a:lnTo>
                  <a:lnTo>
                    <a:pt x="2048" y="4055"/>
                  </a:lnTo>
                  <a:lnTo>
                    <a:pt x="2588" y="3707"/>
                  </a:lnTo>
                  <a:lnTo>
                    <a:pt x="3129" y="3437"/>
                  </a:lnTo>
                  <a:lnTo>
                    <a:pt x="3708" y="3244"/>
                  </a:lnTo>
                  <a:lnTo>
                    <a:pt x="4287" y="3167"/>
                  </a:lnTo>
                  <a:lnTo>
                    <a:pt x="4866" y="3128"/>
                  </a:lnTo>
                  <a:close/>
                  <a:moveTo>
                    <a:pt x="15717" y="0"/>
                  </a:moveTo>
                  <a:lnTo>
                    <a:pt x="15524" y="39"/>
                  </a:lnTo>
                  <a:lnTo>
                    <a:pt x="15331" y="155"/>
                  </a:lnTo>
                  <a:lnTo>
                    <a:pt x="15138" y="271"/>
                  </a:lnTo>
                  <a:lnTo>
                    <a:pt x="14983" y="464"/>
                  </a:lnTo>
                  <a:lnTo>
                    <a:pt x="14829" y="618"/>
                  </a:lnTo>
                  <a:lnTo>
                    <a:pt x="14713" y="850"/>
                  </a:lnTo>
                  <a:lnTo>
                    <a:pt x="14636" y="1043"/>
                  </a:lnTo>
                  <a:lnTo>
                    <a:pt x="14597" y="1275"/>
                  </a:lnTo>
                  <a:lnTo>
                    <a:pt x="14559" y="1545"/>
                  </a:lnTo>
                  <a:lnTo>
                    <a:pt x="14520" y="2047"/>
                  </a:lnTo>
                  <a:lnTo>
                    <a:pt x="14597" y="2588"/>
                  </a:lnTo>
                  <a:lnTo>
                    <a:pt x="14752" y="3090"/>
                  </a:lnTo>
                  <a:lnTo>
                    <a:pt x="14713" y="3128"/>
                  </a:lnTo>
                  <a:lnTo>
                    <a:pt x="14675" y="3167"/>
                  </a:lnTo>
                  <a:lnTo>
                    <a:pt x="14636" y="3205"/>
                  </a:lnTo>
                  <a:lnTo>
                    <a:pt x="14173" y="3128"/>
                  </a:lnTo>
                  <a:lnTo>
                    <a:pt x="13709" y="3167"/>
                  </a:lnTo>
                  <a:lnTo>
                    <a:pt x="13246" y="3283"/>
                  </a:lnTo>
                  <a:lnTo>
                    <a:pt x="12821" y="3476"/>
                  </a:lnTo>
                  <a:lnTo>
                    <a:pt x="12512" y="3669"/>
                  </a:lnTo>
                  <a:lnTo>
                    <a:pt x="12358" y="3785"/>
                  </a:lnTo>
                  <a:lnTo>
                    <a:pt x="12203" y="3939"/>
                  </a:lnTo>
                  <a:lnTo>
                    <a:pt x="12049" y="4132"/>
                  </a:lnTo>
                  <a:lnTo>
                    <a:pt x="11972" y="4287"/>
                  </a:lnTo>
                  <a:lnTo>
                    <a:pt x="11933" y="4480"/>
                  </a:lnTo>
                  <a:lnTo>
                    <a:pt x="11933" y="4673"/>
                  </a:lnTo>
                  <a:lnTo>
                    <a:pt x="12010" y="4866"/>
                  </a:lnTo>
                  <a:lnTo>
                    <a:pt x="12126" y="5020"/>
                  </a:lnTo>
                  <a:lnTo>
                    <a:pt x="12280" y="5097"/>
                  </a:lnTo>
                  <a:lnTo>
                    <a:pt x="12435" y="5136"/>
                  </a:lnTo>
                  <a:lnTo>
                    <a:pt x="12628" y="5175"/>
                  </a:lnTo>
                  <a:lnTo>
                    <a:pt x="12821" y="5136"/>
                  </a:lnTo>
                  <a:lnTo>
                    <a:pt x="13207" y="5059"/>
                  </a:lnTo>
                  <a:lnTo>
                    <a:pt x="13516" y="4904"/>
                  </a:lnTo>
                  <a:lnTo>
                    <a:pt x="13825" y="4711"/>
                  </a:lnTo>
                  <a:lnTo>
                    <a:pt x="14095" y="4480"/>
                  </a:lnTo>
                  <a:lnTo>
                    <a:pt x="14366" y="4248"/>
                  </a:lnTo>
                  <a:lnTo>
                    <a:pt x="14211" y="4711"/>
                  </a:lnTo>
                  <a:lnTo>
                    <a:pt x="14018" y="5175"/>
                  </a:lnTo>
                  <a:lnTo>
                    <a:pt x="13864" y="5406"/>
                  </a:lnTo>
                  <a:lnTo>
                    <a:pt x="13709" y="5599"/>
                  </a:lnTo>
                  <a:lnTo>
                    <a:pt x="13555" y="5793"/>
                  </a:lnTo>
                  <a:lnTo>
                    <a:pt x="13362" y="5947"/>
                  </a:lnTo>
                  <a:lnTo>
                    <a:pt x="13053" y="6179"/>
                  </a:lnTo>
                  <a:lnTo>
                    <a:pt x="12705" y="6333"/>
                  </a:lnTo>
                  <a:lnTo>
                    <a:pt x="12358" y="6410"/>
                  </a:lnTo>
                  <a:lnTo>
                    <a:pt x="12010" y="6410"/>
                  </a:lnTo>
                  <a:lnTo>
                    <a:pt x="11663" y="6372"/>
                  </a:lnTo>
                  <a:lnTo>
                    <a:pt x="11315" y="6256"/>
                  </a:lnTo>
                  <a:lnTo>
                    <a:pt x="10968" y="6101"/>
                  </a:lnTo>
                  <a:lnTo>
                    <a:pt x="10659" y="5870"/>
                  </a:lnTo>
                  <a:lnTo>
                    <a:pt x="10234" y="5561"/>
                  </a:lnTo>
                  <a:lnTo>
                    <a:pt x="9809" y="5213"/>
                  </a:lnTo>
                  <a:lnTo>
                    <a:pt x="9037" y="4480"/>
                  </a:lnTo>
                  <a:lnTo>
                    <a:pt x="8651" y="4132"/>
                  </a:lnTo>
                  <a:lnTo>
                    <a:pt x="8226" y="3823"/>
                  </a:lnTo>
                  <a:lnTo>
                    <a:pt x="7801" y="3514"/>
                  </a:lnTo>
                  <a:lnTo>
                    <a:pt x="7299" y="3244"/>
                  </a:lnTo>
                  <a:lnTo>
                    <a:pt x="6720" y="3012"/>
                  </a:lnTo>
                  <a:lnTo>
                    <a:pt x="6102" y="2819"/>
                  </a:lnTo>
                  <a:lnTo>
                    <a:pt x="5523" y="2742"/>
                  </a:lnTo>
                  <a:lnTo>
                    <a:pt x="4905" y="2703"/>
                  </a:lnTo>
                  <a:lnTo>
                    <a:pt x="4287" y="2703"/>
                  </a:lnTo>
                  <a:lnTo>
                    <a:pt x="3708" y="2819"/>
                  </a:lnTo>
                  <a:lnTo>
                    <a:pt x="3129" y="2974"/>
                  </a:lnTo>
                  <a:lnTo>
                    <a:pt x="2549" y="3205"/>
                  </a:lnTo>
                  <a:lnTo>
                    <a:pt x="2318" y="3360"/>
                  </a:lnTo>
                  <a:lnTo>
                    <a:pt x="2009" y="3553"/>
                  </a:lnTo>
                  <a:lnTo>
                    <a:pt x="1700" y="3785"/>
                  </a:lnTo>
                  <a:lnTo>
                    <a:pt x="1430" y="4016"/>
                  </a:lnTo>
                  <a:lnTo>
                    <a:pt x="1159" y="4325"/>
                  </a:lnTo>
                  <a:lnTo>
                    <a:pt x="928" y="4595"/>
                  </a:lnTo>
                  <a:lnTo>
                    <a:pt x="696" y="4943"/>
                  </a:lnTo>
                  <a:lnTo>
                    <a:pt x="503" y="5291"/>
                  </a:lnTo>
                  <a:lnTo>
                    <a:pt x="348" y="5677"/>
                  </a:lnTo>
                  <a:lnTo>
                    <a:pt x="155" y="6217"/>
                  </a:lnTo>
                  <a:lnTo>
                    <a:pt x="40" y="6758"/>
                  </a:lnTo>
                  <a:lnTo>
                    <a:pt x="1" y="7299"/>
                  </a:lnTo>
                  <a:lnTo>
                    <a:pt x="1" y="7801"/>
                  </a:lnTo>
                  <a:lnTo>
                    <a:pt x="78" y="8303"/>
                  </a:lnTo>
                  <a:lnTo>
                    <a:pt x="194" y="8804"/>
                  </a:lnTo>
                  <a:lnTo>
                    <a:pt x="387" y="9306"/>
                  </a:lnTo>
                  <a:lnTo>
                    <a:pt x="580" y="9770"/>
                  </a:lnTo>
                  <a:lnTo>
                    <a:pt x="850" y="10195"/>
                  </a:lnTo>
                  <a:lnTo>
                    <a:pt x="1159" y="10658"/>
                  </a:lnTo>
                  <a:lnTo>
                    <a:pt x="1507" y="11044"/>
                  </a:lnTo>
                  <a:lnTo>
                    <a:pt x="1893" y="11430"/>
                  </a:lnTo>
                  <a:lnTo>
                    <a:pt x="2279" y="11778"/>
                  </a:lnTo>
                  <a:lnTo>
                    <a:pt x="2704" y="12125"/>
                  </a:lnTo>
                  <a:lnTo>
                    <a:pt x="3167" y="12396"/>
                  </a:lnTo>
                  <a:lnTo>
                    <a:pt x="3631" y="12666"/>
                  </a:lnTo>
                  <a:lnTo>
                    <a:pt x="4249" y="12975"/>
                  </a:lnTo>
                  <a:lnTo>
                    <a:pt x="4866" y="13168"/>
                  </a:lnTo>
                  <a:lnTo>
                    <a:pt x="5484" y="13361"/>
                  </a:lnTo>
                  <a:lnTo>
                    <a:pt x="6141" y="13438"/>
                  </a:lnTo>
                  <a:lnTo>
                    <a:pt x="6759" y="13515"/>
                  </a:lnTo>
                  <a:lnTo>
                    <a:pt x="7376" y="13477"/>
                  </a:lnTo>
                  <a:lnTo>
                    <a:pt x="7994" y="13438"/>
                  </a:lnTo>
                  <a:lnTo>
                    <a:pt x="8612" y="13284"/>
                  </a:lnTo>
                  <a:lnTo>
                    <a:pt x="8728" y="13438"/>
                  </a:lnTo>
                  <a:lnTo>
                    <a:pt x="8998" y="13207"/>
                  </a:lnTo>
                  <a:lnTo>
                    <a:pt x="9770" y="12898"/>
                  </a:lnTo>
                  <a:lnTo>
                    <a:pt x="10504" y="12550"/>
                  </a:lnTo>
                  <a:lnTo>
                    <a:pt x="11238" y="12087"/>
                  </a:lnTo>
                  <a:lnTo>
                    <a:pt x="11933" y="11546"/>
                  </a:lnTo>
                  <a:lnTo>
                    <a:pt x="12474" y="11044"/>
                  </a:lnTo>
                  <a:lnTo>
                    <a:pt x="13014" y="10426"/>
                  </a:lnTo>
                  <a:lnTo>
                    <a:pt x="13246" y="10195"/>
                  </a:lnTo>
                  <a:lnTo>
                    <a:pt x="13207" y="10156"/>
                  </a:lnTo>
                  <a:lnTo>
                    <a:pt x="13709" y="9461"/>
                  </a:lnTo>
                  <a:lnTo>
                    <a:pt x="14134" y="8727"/>
                  </a:lnTo>
                  <a:lnTo>
                    <a:pt x="14481" y="7955"/>
                  </a:lnTo>
                  <a:lnTo>
                    <a:pt x="14752" y="7183"/>
                  </a:lnTo>
                  <a:lnTo>
                    <a:pt x="14945" y="6333"/>
                  </a:lnTo>
                  <a:lnTo>
                    <a:pt x="15022" y="5947"/>
                  </a:lnTo>
                  <a:lnTo>
                    <a:pt x="15061" y="5522"/>
                  </a:lnTo>
                  <a:lnTo>
                    <a:pt x="15061" y="5097"/>
                  </a:lnTo>
                  <a:lnTo>
                    <a:pt x="15061" y="4673"/>
                  </a:lnTo>
                  <a:lnTo>
                    <a:pt x="15022" y="4248"/>
                  </a:lnTo>
                  <a:lnTo>
                    <a:pt x="14945" y="3862"/>
                  </a:lnTo>
                  <a:lnTo>
                    <a:pt x="15215" y="4248"/>
                  </a:lnTo>
                  <a:lnTo>
                    <a:pt x="15563" y="4595"/>
                  </a:lnTo>
                  <a:lnTo>
                    <a:pt x="15949" y="4943"/>
                  </a:lnTo>
                  <a:lnTo>
                    <a:pt x="16374" y="5213"/>
                  </a:lnTo>
                  <a:lnTo>
                    <a:pt x="16567" y="5291"/>
                  </a:lnTo>
                  <a:lnTo>
                    <a:pt x="16798" y="5368"/>
                  </a:lnTo>
                  <a:lnTo>
                    <a:pt x="17030" y="5445"/>
                  </a:lnTo>
                  <a:lnTo>
                    <a:pt x="17262" y="5445"/>
                  </a:lnTo>
                  <a:lnTo>
                    <a:pt x="17493" y="5406"/>
                  </a:lnTo>
                  <a:lnTo>
                    <a:pt x="17687" y="5329"/>
                  </a:lnTo>
                  <a:lnTo>
                    <a:pt x="17841" y="5175"/>
                  </a:lnTo>
                  <a:lnTo>
                    <a:pt x="17957" y="4982"/>
                  </a:lnTo>
                  <a:lnTo>
                    <a:pt x="17995" y="4750"/>
                  </a:lnTo>
                  <a:lnTo>
                    <a:pt x="17995" y="4557"/>
                  </a:lnTo>
                  <a:lnTo>
                    <a:pt x="17957" y="4325"/>
                  </a:lnTo>
                  <a:lnTo>
                    <a:pt x="17841" y="4132"/>
                  </a:lnTo>
                  <a:lnTo>
                    <a:pt x="17725" y="3978"/>
                  </a:lnTo>
                  <a:lnTo>
                    <a:pt x="17571" y="3785"/>
                  </a:lnTo>
                  <a:lnTo>
                    <a:pt x="17416" y="3669"/>
                  </a:lnTo>
                  <a:lnTo>
                    <a:pt x="17262" y="3553"/>
                  </a:lnTo>
                  <a:lnTo>
                    <a:pt x="17030" y="3437"/>
                  </a:lnTo>
                  <a:lnTo>
                    <a:pt x="16798" y="3321"/>
                  </a:lnTo>
                  <a:lnTo>
                    <a:pt x="16296" y="3205"/>
                  </a:lnTo>
                  <a:lnTo>
                    <a:pt x="15794" y="3128"/>
                  </a:lnTo>
                  <a:lnTo>
                    <a:pt x="15254" y="3128"/>
                  </a:lnTo>
                  <a:lnTo>
                    <a:pt x="15679" y="2858"/>
                  </a:lnTo>
                  <a:lnTo>
                    <a:pt x="16026" y="2510"/>
                  </a:lnTo>
                  <a:lnTo>
                    <a:pt x="16296" y="2124"/>
                  </a:lnTo>
                  <a:lnTo>
                    <a:pt x="16528" y="1661"/>
                  </a:lnTo>
                  <a:lnTo>
                    <a:pt x="16567" y="1429"/>
                  </a:lnTo>
                  <a:lnTo>
                    <a:pt x="16605" y="1197"/>
                  </a:lnTo>
                  <a:lnTo>
                    <a:pt x="16644" y="927"/>
                  </a:lnTo>
                  <a:lnTo>
                    <a:pt x="16605" y="657"/>
                  </a:lnTo>
                  <a:lnTo>
                    <a:pt x="16528" y="425"/>
                  </a:lnTo>
                  <a:lnTo>
                    <a:pt x="16412" y="232"/>
                  </a:lnTo>
                  <a:lnTo>
                    <a:pt x="16219" y="78"/>
                  </a:lnTo>
                  <a:lnTo>
                    <a:pt x="16103" y="39"/>
                  </a:lnTo>
                  <a:lnTo>
                    <a:pt x="1594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5"/>
            <p:cNvSpPr/>
            <p:nvPr/>
          </p:nvSpPr>
          <p:spPr>
            <a:xfrm>
              <a:off x="2585900" y="1732325"/>
              <a:ext cx="305075" cy="236550"/>
            </a:xfrm>
            <a:custGeom>
              <a:avLst/>
              <a:gdLst/>
              <a:ahLst/>
              <a:cxnLst/>
              <a:rect l="l" t="t" r="r" b="b"/>
              <a:pathLst>
                <a:path w="12203" h="9462" extrusionOk="0">
                  <a:moveTo>
                    <a:pt x="5329" y="349"/>
                  </a:moveTo>
                  <a:lnTo>
                    <a:pt x="5522" y="426"/>
                  </a:lnTo>
                  <a:lnTo>
                    <a:pt x="5600" y="426"/>
                  </a:lnTo>
                  <a:lnTo>
                    <a:pt x="5831" y="657"/>
                  </a:lnTo>
                  <a:lnTo>
                    <a:pt x="5986" y="889"/>
                  </a:lnTo>
                  <a:lnTo>
                    <a:pt x="6063" y="1198"/>
                  </a:lnTo>
                  <a:lnTo>
                    <a:pt x="6102" y="1468"/>
                  </a:lnTo>
                  <a:lnTo>
                    <a:pt x="6140" y="1777"/>
                  </a:lnTo>
                  <a:lnTo>
                    <a:pt x="6102" y="2086"/>
                  </a:lnTo>
                  <a:lnTo>
                    <a:pt x="6024" y="2704"/>
                  </a:lnTo>
                  <a:lnTo>
                    <a:pt x="5715" y="4866"/>
                  </a:lnTo>
                  <a:lnTo>
                    <a:pt x="5715" y="4905"/>
                  </a:lnTo>
                  <a:lnTo>
                    <a:pt x="5561" y="4982"/>
                  </a:lnTo>
                  <a:lnTo>
                    <a:pt x="5291" y="4017"/>
                  </a:lnTo>
                  <a:lnTo>
                    <a:pt x="5020" y="3090"/>
                  </a:lnTo>
                  <a:lnTo>
                    <a:pt x="4750" y="1970"/>
                  </a:lnTo>
                  <a:lnTo>
                    <a:pt x="4673" y="1468"/>
                  </a:lnTo>
                  <a:lnTo>
                    <a:pt x="4673" y="1159"/>
                  </a:lnTo>
                  <a:lnTo>
                    <a:pt x="4673" y="851"/>
                  </a:lnTo>
                  <a:lnTo>
                    <a:pt x="4750" y="619"/>
                  </a:lnTo>
                  <a:lnTo>
                    <a:pt x="4827" y="503"/>
                  </a:lnTo>
                  <a:lnTo>
                    <a:pt x="4904" y="426"/>
                  </a:lnTo>
                  <a:lnTo>
                    <a:pt x="5020" y="349"/>
                  </a:lnTo>
                  <a:close/>
                  <a:moveTo>
                    <a:pt x="11199" y="3515"/>
                  </a:moveTo>
                  <a:lnTo>
                    <a:pt x="11315" y="3554"/>
                  </a:lnTo>
                  <a:lnTo>
                    <a:pt x="11392" y="3592"/>
                  </a:lnTo>
                  <a:lnTo>
                    <a:pt x="11508" y="3708"/>
                  </a:lnTo>
                  <a:lnTo>
                    <a:pt x="11585" y="3824"/>
                  </a:lnTo>
                  <a:lnTo>
                    <a:pt x="11701" y="4133"/>
                  </a:lnTo>
                  <a:lnTo>
                    <a:pt x="11585" y="4287"/>
                  </a:lnTo>
                  <a:lnTo>
                    <a:pt x="11430" y="4403"/>
                  </a:lnTo>
                  <a:lnTo>
                    <a:pt x="11237" y="4519"/>
                  </a:lnTo>
                  <a:lnTo>
                    <a:pt x="11044" y="4596"/>
                  </a:lnTo>
                  <a:lnTo>
                    <a:pt x="10581" y="4751"/>
                  </a:lnTo>
                  <a:lnTo>
                    <a:pt x="10195" y="4866"/>
                  </a:lnTo>
                  <a:lnTo>
                    <a:pt x="9422" y="5021"/>
                  </a:lnTo>
                  <a:lnTo>
                    <a:pt x="8650" y="5137"/>
                  </a:lnTo>
                  <a:lnTo>
                    <a:pt x="7994" y="5175"/>
                  </a:lnTo>
                  <a:lnTo>
                    <a:pt x="7376" y="5175"/>
                  </a:lnTo>
                  <a:lnTo>
                    <a:pt x="6102" y="5137"/>
                  </a:lnTo>
                  <a:lnTo>
                    <a:pt x="7260" y="4673"/>
                  </a:lnTo>
                  <a:lnTo>
                    <a:pt x="8418" y="4249"/>
                  </a:lnTo>
                  <a:lnTo>
                    <a:pt x="9075" y="4017"/>
                  </a:lnTo>
                  <a:lnTo>
                    <a:pt x="9770" y="3824"/>
                  </a:lnTo>
                  <a:lnTo>
                    <a:pt x="10465" y="3631"/>
                  </a:lnTo>
                  <a:lnTo>
                    <a:pt x="10928" y="3554"/>
                  </a:lnTo>
                  <a:lnTo>
                    <a:pt x="11083" y="3515"/>
                  </a:lnTo>
                  <a:close/>
                  <a:moveTo>
                    <a:pt x="5136" y="5909"/>
                  </a:moveTo>
                  <a:lnTo>
                    <a:pt x="4209" y="6797"/>
                  </a:lnTo>
                  <a:lnTo>
                    <a:pt x="3244" y="7685"/>
                  </a:lnTo>
                  <a:lnTo>
                    <a:pt x="2742" y="8110"/>
                  </a:lnTo>
                  <a:lnTo>
                    <a:pt x="2163" y="8535"/>
                  </a:lnTo>
                  <a:lnTo>
                    <a:pt x="1854" y="8728"/>
                  </a:lnTo>
                  <a:lnTo>
                    <a:pt x="1468" y="8921"/>
                  </a:lnTo>
                  <a:lnTo>
                    <a:pt x="1197" y="8998"/>
                  </a:lnTo>
                  <a:lnTo>
                    <a:pt x="1004" y="9037"/>
                  </a:lnTo>
                  <a:lnTo>
                    <a:pt x="888" y="8998"/>
                  </a:lnTo>
                  <a:lnTo>
                    <a:pt x="811" y="8960"/>
                  </a:lnTo>
                  <a:lnTo>
                    <a:pt x="734" y="8844"/>
                  </a:lnTo>
                  <a:lnTo>
                    <a:pt x="695" y="8689"/>
                  </a:lnTo>
                  <a:lnTo>
                    <a:pt x="657" y="8535"/>
                  </a:lnTo>
                  <a:lnTo>
                    <a:pt x="618" y="8419"/>
                  </a:lnTo>
                  <a:lnTo>
                    <a:pt x="657" y="8342"/>
                  </a:lnTo>
                  <a:lnTo>
                    <a:pt x="695" y="8265"/>
                  </a:lnTo>
                  <a:lnTo>
                    <a:pt x="850" y="8110"/>
                  </a:lnTo>
                  <a:lnTo>
                    <a:pt x="1120" y="7956"/>
                  </a:lnTo>
                  <a:lnTo>
                    <a:pt x="1699" y="7608"/>
                  </a:lnTo>
                  <a:lnTo>
                    <a:pt x="2472" y="7222"/>
                  </a:lnTo>
                  <a:lnTo>
                    <a:pt x="3244" y="6874"/>
                  </a:lnTo>
                  <a:lnTo>
                    <a:pt x="4209" y="6411"/>
                  </a:lnTo>
                  <a:lnTo>
                    <a:pt x="4673" y="6179"/>
                  </a:lnTo>
                  <a:lnTo>
                    <a:pt x="5136" y="5909"/>
                  </a:lnTo>
                  <a:close/>
                  <a:moveTo>
                    <a:pt x="5136" y="1"/>
                  </a:moveTo>
                  <a:lnTo>
                    <a:pt x="4943" y="78"/>
                  </a:lnTo>
                  <a:lnTo>
                    <a:pt x="4750" y="194"/>
                  </a:lnTo>
                  <a:lnTo>
                    <a:pt x="4596" y="387"/>
                  </a:lnTo>
                  <a:lnTo>
                    <a:pt x="4441" y="580"/>
                  </a:lnTo>
                  <a:lnTo>
                    <a:pt x="4364" y="812"/>
                  </a:lnTo>
                  <a:lnTo>
                    <a:pt x="4325" y="1044"/>
                  </a:lnTo>
                  <a:lnTo>
                    <a:pt x="4325" y="1507"/>
                  </a:lnTo>
                  <a:lnTo>
                    <a:pt x="4402" y="1970"/>
                  </a:lnTo>
                  <a:lnTo>
                    <a:pt x="4634" y="2897"/>
                  </a:lnTo>
                  <a:lnTo>
                    <a:pt x="4982" y="4017"/>
                  </a:lnTo>
                  <a:lnTo>
                    <a:pt x="5175" y="4558"/>
                  </a:lnTo>
                  <a:lnTo>
                    <a:pt x="5368" y="5098"/>
                  </a:lnTo>
                  <a:lnTo>
                    <a:pt x="5368" y="5214"/>
                  </a:lnTo>
                  <a:lnTo>
                    <a:pt x="5406" y="5330"/>
                  </a:lnTo>
                  <a:lnTo>
                    <a:pt x="4943" y="5600"/>
                  </a:lnTo>
                  <a:lnTo>
                    <a:pt x="4480" y="5870"/>
                  </a:lnTo>
                  <a:lnTo>
                    <a:pt x="3476" y="6334"/>
                  </a:lnTo>
                  <a:lnTo>
                    <a:pt x="2472" y="6797"/>
                  </a:lnTo>
                  <a:lnTo>
                    <a:pt x="1970" y="7029"/>
                  </a:lnTo>
                  <a:lnTo>
                    <a:pt x="1468" y="7299"/>
                  </a:lnTo>
                  <a:lnTo>
                    <a:pt x="966" y="7608"/>
                  </a:lnTo>
                  <a:lnTo>
                    <a:pt x="657" y="7801"/>
                  </a:lnTo>
                  <a:lnTo>
                    <a:pt x="348" y="8071"/>
                  </a:lnTo>
                  <a:lnTo>
                    <a:pt x="116" y="8342"/>
                  </a:lnTo>
                  <a:lnTo>
                    <a:pt x="39" y="8458"/>
                  </a:lnTo>
                  <a:lnTo>
                    <a:pt x="0" y="8612"/>
                  </a:lnTo>
                  <a:lnTo>
                    <a:pt x="0" y="8767"/>
                  </a:lnTo>
                  <a:lnTo>
                    <a:pt x="0" y="8921"/>
                  </a:lnTo>
                  <a:lnTo>
                    <a:pt x="78" y="9037"/>
                  </a:lnTo>
                  <a:lnTo>
                    <a:pt x="232" y="9191"/>
                  </a:lnTo>
                  <a:lnTo>
                    <a:pt x="348" y="9307"/>
                  </a:lnTo>
                  <a:lnTo>
                    <a:pt x="502" y="9384"/>
                  </a:lnTo>
                  <a:lnTo>
                    <a:pt x="618" y="9423"/>
                  </a:lnTo>
                  <a:lnTo>
                    <a:pt x="773" y="9462"/>
                  </a:lnTo>
                  <a:lnTo>
                    <a:pt x="1120" y="9462"/>
                  </a:lnTo>
                  <a:lnTo>
                    <a:pt x="1429" y="9384"/>
                  </a:lnTo>
                  <a:lnTo>
                    <a:pt x="1738" y="9230"/>
                  </a:lnTo>
                  <a:lnTo>
                    <a:pt x="2047" y="9075"/>
                  </a:lnTo>
                  <a:lnTo>
                    <a:pt x="2588" y="8767"/>
                  </a:lnTo>
                  <a:lnTo>
                    <a:pt x="3476" y="8071"/>
                  </a:lnTo>
                  <a:lnTo>
                    <a:pt x="4287" y="7338"/>
                  </a:lnTo>
                  <a:lnTo>
                    <a:pt x="5098" y="6565"/>
                  </a:lnTo>
                  <a:lnTo>
                    <a:pt x="5445" y="6141"/>
                  </a:lnTo>
                  <a:lnTo>
                    <a:pt x="5793" y="5677"/>
                  </a:lnTo>
                  <a:lnTo>
                    <a:pt x="5793" y="5716"/>
                  </a:lnTo>
                  <a:lnTo>
                    <a:pt x="6063" y="6064"/>
                  </a:lnTo>
                  <a:lnTo>
                    <a:pt x="6217" y="6218"/>
                  </a:lnTo>
                  <a:lnTo>
                    <a:pt x="6372" y="6334"/>
                  </a:lnTo>
                  <a:lnTo>
                    <a:pt x="6603" y="6179"/>
                  </a:lnTo>
                  <a:lnTo>
                    <a:pt x="6603" y="6141"/>
                  </a:lnTo>
                  <a:lnTo>
                    <a:pt x="6333" y="5870"/>
                  </a:lnTo>
                  <a:lnTo>
                    <a:pt x="6217" y="5716"/>
                  </a:lnTo>
                  <a:lnTo>
                    <a:pt x="6179" y="5523"/>
                  </a:lnTo>
                  <a:lnTo>
                    <a:pt x="6140" y="5484"/>
                  </a:lnTo>
                  <a:lnTo>
                    <a:pt x="7028" y="5562"/>
                  </a:lnTo>
                  <a:lnTo>
                    <a:pt x="7955" y="5562"/>
                  </a:lnTo>
                  <a:lnTo>
                    <a:pt x="8882" y="5484"/>
                  </a:lnTo>
                  <a:lnTo>
                    <a:pt x="9770" y="5330"/>
                  </a:lnTo>
                  <a:lnTo>
                    <a:pt x="10465" y="5175"/>
                  </a:lnTo>
                  <a:lnTo>
                    <a:pt x="10890" y="5060"/>
                  </a:lnTo>
                  <a:lnTo>
                    <a:pt x="11315" y="4905"/>
                  </a:lnTo>
                  <a:lnTo>
                    <a:pt x="11701" y="4673"/>
                  </a:lnTo>
                  <a:lnTo>
                    <a:pt x="11894" y="4558"/>
                  </a:lnTo>
                  <a:lnTo>
                    <a:pt x="12010" y="4403"/>
                  </a:lnTo>
                  <a:lnTo>
                    <a:pt x="12125" y="4249"/>
                  </a:lnTo>
                  <a:lnTo>
                    <a:pt x="12164" y="4094"/>
                  </a:lnTo>
                  <a:lnTo>
                    <a:pt x="12203" y="3901"/>
                  </a:lnTo>
                  <a:lnTo>
                    <a:pt x="12164" y="3708"/>
                  </a:lnTo>
                  <a:lnTo>
                    <a:pt x="12125" y="3554"/>
                  </a:lnTo>
                  <a:lnTo>
                    <a:pt x="12010" y="3438"/>
                  </a:lnTo>
                  <a:lnTo>
                    <a:pt x="11932" y="3322"/>
                  </a:lnTo>
                  <a:lnTo>
                    <a:pt x="11817" y="3245"/>
                  </a:lnTo>
                  <a:lnTo>
                    <a:pt x="11662" y="3167"/>
                  </a:lnTo>
                  <a:lnTo>
                    <a:pt x="11508" y="3167"/>
                  </a:lnTo>
                  <a:lnTo>
                    <a:pt x="11199" y="3129"/>
                  </a:lnTo>
                  <a:lnTo>
                    <a:pt x="10851" y="3167"/>
                  </a:lnTo>
                  <a:lnTo>
                    <a:pt x="10504" y="3245"/>
                  </a:lnTo>
                  <a:lnTo>
                    <a:pt x="9924" y="3360"/>
                  </a:lnTo>
                  <a:lnTo>
                    <a:pt x="8959" y="3669"/>
                  </a:lnTo>
                  <a:lnTo>
                    <a:pt x="7994" y="3978"/>
                  </a:lnTo>
                  <a:lnTo>
                    <a:pt x="7028" y="4326"/>
                  </a:lnTo>
                  <a:lnTo>
                    <a:pt x="6102" y="4751"/>
                  </a:lnTo>
                  <a:lnTo>
                    <a:pt x="6333" y="3283"/>
                  </a:lnTo>
                  <a:lnTo>
                    <a:pt x="6449" y="2550"/>
                  </a:lnTo>
                  <a:lnTo>
                    <a:pt x="6488" y="1816"/>
                  </a:lnTo>
                  <a:lnTo>
                    <a:pt x="6488" y="1546"/>
                  </a:lnTo>
                  <a:lnTo>
                    <a:pt x="6449" y="1275"/>
                  </a:lnTo>
                  <a:lnTo>
                    <a:pt x="6372" y="1044"/>
                  </a:lnTo>
                  <a:lnTo>
                    <a:pt x="6295" y="851"/>
                  </a:lnTo>
                  <a:lnTo>
                    <a:pt x="6179" y="619"/>
                  </a:lnTo>
                  <a:lnTo>
                    <a:pt x="6024" y="464"/>
                  </a:lnTo>
                  <a:lnTo>
                    <a:pt x="5831" y="310"/>
                  </a:lnTo>
                  <a:lnTo>
                    <a:pt x="5600" y="155"/>
                  </a:lnTo>
                  <a:lnTo>
                    <a:pt x="5484" y="78"/>
                  </a:lnTo>
                  <a:lnTo>
                    <a:pt x="5368" y="40"/>
                  </a:lnTo>
                  <a:lnTo>
                    <a:pt x="51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5"/>
            <p:cNvSpPr/>
            <p:nvPr/>
          </p:nvSpPr>
          <p:spPr>
            <a:xfrm>
              <a:off x="1394625" y="3943025"/>
              <a:ext cx="74350" cy="103325"/>
            </a:xfrm>
            <a:custGeom>
              <a:avLst/>
              <a:gdLst/>
              <a:ahLst/>
              <a:cxnLst/>
              <a:rect l="l" t="t" r="r" b="b"/>
              <a:pathLst>
                <a:path w="2974" h="4133" extrusionOk="0">
                  <a:moveTo>
                    <a:pt x="116" y="1"/>
                  </a:moveTo>
                  <a:lnTo>
                    <a:pt x="1" y="39"/>
                  </a:lnTo>
                  <a:lnTo>
                    <a:pt x="1" y="78"/>
                  </a:lnTo>
                  <a:lnTo>
                    <a:pt x="271" y="928"/>
                  </a:lnTo>
                  <a:lnTo>
                    <a:pt x="580" y="1738"/>
                  </a:lnTo>
                  <a:lnTo>
                    <a:pt x="927" y="2549"/>
                  </a:lnTo>
                  <a:lnTo>
                    <a:pt x="1275" y="3283"/>
                  </a:lnTo>
                  <a:lnTo>
                    <a:pt x="1507" y="3669"/>
                  </a:lnTo>
                  <a:lnTo>
                    <a:pt x="1661" y="3824"/>
                  </a:lnTo>
                  <a:lnTo>
                    <a:pt x="1854" y="3978"/>
                  </a:lnTo>
                  <a:lnTo>
                    <a:pt x="2009" y="4055"/>
                  </a:lnTo>
                  <a:lnTo>
                    <a:pt x="2240" y="4133"/>
                  </a:lnTo>
                  <a:lnTo>
                    <a:pt x="2433" y="4094"/>
                  </a:lnTo>
                  <a:lnTo>
                    <a:pt x="2665" y="4017"/>
                  </a:lnTo>
                  <a:lnTo>
                    <a:pt x="2781" y="3862"/>
                  </a:lnTo>
                  <a:lnTo>
                    <a:pt x="2897" y="3708"/>
                  </a:lnTo>
                  <a:lnTo>
                    <a:pt x="2935" y="3515"/>
                  </a:lnTo>
                  <a:lnTo>
                    <a:pt x="2974" y="3360"/>
                  </a:lnTo>
                  <a:lnTo>
                    <a:pt x="2935" y="3129"/>
                  </a:lnTo>
                  <a:lnTo>
                    <a:pt x="2897" y="2936"/>
                  </a:lnTo>
                  <a:lnTo>
                    <a:pt x="2819" y="2588"/>
                  </a:lnTo>
                  <a:lnTo>
                    <a:pt x="2588" y="2627"/>
                  </a:lnTo>
                  <a:lnTo>
                    <a:pt x="2665" y="2974"/>
                  </a:lnTo>
                  <a:lnTo>
                    <a:pt x="2704" y="3129"/>
                  </a:lnTo>
                  <a:lnTo>
                    <a:pt x="2665" y="3283"/>
                  </a:lnTo>
                  <a:lnTo>
                    <a:pt x="2433" y="3399"/>
                  </a:lnTo>
                  <a:lnTo>
                    <a:pt x="2202" y="3476"/>
                  </a:lnTo>
                  <a:lnTo>
                    <a:pt x="2009" y="3515"/>
                  </a:lnTo>
                  <a:lnTo>
                    <a:pt x="1854" y="3476"/>
                  </a:lnTo>
                  <a:lnTo>
                    <a:pt x="1700" y="3438"/>
                  </a:lnTo>
                  <a:lnTo>
                    <a:pt x="1584" y="3322"/>
                  </a:lnTo>
                  <a:lnTo>
                    <a:pt x="1507" y="3167"/>
                  </a:lnTo>
                  <a:lnTo>
                    <a:pt x="1468" y="2974"/>
                  </a:lnTo>
                  <a:lnTo>
                    <a:pt x="1352" y="2704"/>
                  </a:lnTo>
                  <a:lnTo>
                    <a:pt x="889" y="1623"/>
                  </a:lnTo>
                  <a:lnTo>
                    <a:pt x="541" y="812"/>
                  </a:lnTo>
                  <a:lnTo>
                    <a:pt x="348" y="426"/>
                  </a:lnTo>
                  <a:lnTo>
                    <a:pt x="155" y="39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5"/>
            <p:cNvSpPr/>
            <p:nvPr/>
          </p:nvSpPr>
          <p:spPr>
            <a:xfrm>
              <a:off x="1220850" y="3492200"/>
              <a:ext cx="274200" cy="516500"/>
            </a:xfrm>
            <a:custGeom>
              <a:avLst/>
              <a:gdLst/>
              <a:ahLst/>
              <a:cxnLst/>
              <a:rect l="l" t="t" r="r" b="b"/>
              <a:pathLst>
                <a:path w="10968" h="20660" extrusionOk="0">
                  <a:moveTo>
                    <a:pt x="1468" y="657"/>
                  </a:moveTo>
                  <a:lnTo>
                    <a:pt x="2086" y="1005"/>
                  </a:lnTo>
                  <a:lnTo>
                    <a:pt x="2665" y="1391"/>
                  </a:lnTo>
                  <a:lnTo>
                    <a:pt x="3052" y="1661"/>
                  </a:lnTo>
                  <a:lnTo>
                    <a:pt x="3438" y="1970"/>
                  </a:lnTo>
                  <a:lnTo>
                    <a:pt x="3592" y="2125"/>
                  </a:lnTo>
                  <a:lnTo>
                    <a:pt x="3708" y="2279"/>
                  </a:lnTo>
                  <a:lnTo>
                    <a:pt x="3862" y="2588"/>
                  </a:lnTo>
                  <a:lnTo>
                    <a:pt x="3978" y="2935"/>
                  </a:lnTo>
                  <a:lnTo>
                    <a:pt x="4055" y="3322"/>
                  </a:lnTo>
                  <a:lnTo>
                    <a:pt x="5098" y="7492"/>
                  </a:lnTo>
                  <a:lnTo>
                    <a:pt x="7222" y="16180"/>
                  </a:lnTo>
                  <a:lnTo>
                    <a:pt x="7261" y="16258"/>
                  </a:lnTo>
                  <a:lnTo>
                    <a:pt x="7299" y="16296"/>
                  </a:lnTo>
                  <a:lnTo>
                    <a:pt x="7369" y="16331"/>
                  </a:lnTo>
                  <a:lnTo>
                    <a:pt x="7369" y="16331"/>
                  </a:lnTo>
                  <a:lnTo>
                    <a:pt x="6990" y="16489"/>
                  </a:lnTo>
                  <a:lnTo>
                    <a:pt x="6334" y="14481"/>
                  </a:lnTo>
                  <a:lnTo>
                    <a:pt x="5677" y="12512"/>
                  </a:lnTo>
                  <a:lnTo>
                    <a:pt x="4287" y="8573"/>
                  </a:lnTo>
                  <a:lnTo>
                    <a:pt x="2858" y="4634"/>
                  </a:lnTo>
                  <a:lnTo>
                    <a:pt x="1468" y="657"/>
                  </a:lnTo>
                  <a:close/>
                  <a:moveTo>
                    <a:pt x="1121" y="503"/>
                  </a:moveTo>
                  <a:lnTo>
                    <a:pt x="1121" y="580"/>
                  </a:lnTo>
                  <a:lnTo>
                    <a:pt x="3940" y="8573"/>
                  </a:lnTo>
                  <a:lnTo>
                    <a:pt x="5368" y="12551"/>
                  </a:lnTo>
                  <a:lnTo>
                    <a:pt x="6102" y="14558"/>
                  </a:lnTo>
                  <a:lnTo>
                    <a:pt x="6874" y="16528"/>
                  </a:lnTo>
                  <a:lnTo>
                    <a:pt x="6681" y="16566"/>
                  </a:lnTo>
                  <a:lnTo>
                    <a:pt x="5755" y="14636"/>
                  </a:lnTo>
                  <a:lnTo>
                    <a:pt x="4789" y="12705"/>
                  </a:lnTo>
                  <a:lnTo>
                    <a:pt x="2820" y="8882"/>
                  </a:lnTo>
                  <a:lnTo>
                    <a:pt x="1777" y="6951"/>
                  </a:lnTo>
                  <a:lnTo>
                    <a:pt x="773" y="4982"/>
                  </a:lnTo>
                  <a:lnTo>
                    <a:pt x="657" y="4712"/>
                  </a:lnTo>
                  <a:lnTo>
                    <a:pt x="580" y="4441"/>
                  </a:lnTo>
                  <a:lnTo>
                    <a:pt x="542" y="4171"/>
                  </a:lnTo>
                  <a:lnTo>
                    <a:pt x="503" y="3901"/>
                  </a:lnTo>
                  <a:lnTo>
                    <a:pt x="503" y="3322"/>
                  </a:lnTo>
                  <a:lnTo>
                    <a:pt x="542" y="2781"/>
                  </a:lnTo>
                  <a:lnTo>
                    <a:pt x="657" y="2202"/>
                  </a:lnTo>
                  <a:lnTo>
                    <a:pt x="812" y="1623"/>
                  </a:lnTo>
                  <a:lnTo>
                    <a:pt x="1121" y="503"/>
                  </a:lnTo>
                  <a:close/>
                  <a:moveTo>
                    <a:pt x="9886" y="13786"/>
                  </a:moveTo>
                  <a:lnTo>
                    <a:pt x="10041" y="13825"/>
                  </a:lnTo>
                  <a:lnTo>
                    <a:pt x="10157" y="13902"/>
                  </a:lnTo>
                  <a:lnTo>
                    <a:pt x="10311" y="14018"/>
                  </a:lnTo>
                  <a:lnTo>
                    <a:pt x="10581" y="14481"/>
                  </a:lnTo>
                  <a:lnTo>
                    <a:pt x="10620" y="14674"/>
                  </a:lnTo>
                  <a:lnTo>
                    <a:pt x="10620" y="14906"/>
                  </a:lnTo>
                  <a:lnTo>
                    <a:pt x="10581" y="15099"/>
                  </a:lnTo>
                  <a:lnTo>
                    <a:pt x="10504" y="15254"/>
                  </a:lnTo>
                  <a:lnTo>
                    <a:pt x="10311" y="15640"/>
                  </a:lnTo>
                  <a:lnTo>
                    <a:pt x="10041" y="15910"/>
                  </a:lnTo>
                  <a:lnTo>
                    <a:pt x="9655" y="16296"/>
                  </a:lnTo>
                  <a:lnTo>
                    <a:pt x="9191" y="16605"/>
                  </a:lnTo>
                  <a:lnTo>
                    <a:pt x="8728" y="16914"/>
                  </a:lnTo>
                  <a:lnTo>
                    <a:pt x="8265" y="17184"/>
                  </a:lnTo>
                  <a:lnTo>
                    <a:pt x="8149" y="17184"/>
                  </a:lnTo>
                  <a:lnTo>
                    <a:pt x="8071" y="17262"/>
                  </a:lnTo>
                  <a:lnTo>
                    <a:pt x="7724" y="17416"/>
                  </a:lnTo>
                  <a:lnTo>
                    <a:pt x="7029" y="17725"/>
                  </a:lnTo>
                  <a:lnTo>
                    <a:pt x="6295" y="17995"/>
                  </a:lnTo>
                  <a:lnTo>
                    <a:pt x="5523" y="18150"/>
                  </a:lnTo>
                  <a:lnTo>
                    <a:pt x="4789" y="18304"/>
                  </a:lnTo>
                  <a:lnTo>
                    <a:pt x="4403" y="18343"/>
                  </a:lnTo>
                  <a:lnTo>
                    <a:pt x="4055" y="18343"/>
                  </a:lnTo>
                  <a:lnTo>
                    <a:pt x="3669" y="18266"/>
                  </a:lnTo>
                  <a:lnTo>
                    <a:pt x="3515" y="18227"/>
                  </a:lnTo>
                  <a:lnTo>
                    <a:pt x="3360" y="18150"/>
                  </a:lnTo>
                  <a:lnTo>
                    <a:pt x="3245" y="18034"/>
                  </a:lnTo>
                  <a:lnTo>
                    <a:pt x="3129" y="17957"/>
                  </a:lnTo>
                  <a:lnTo>
                    <a:pt x="2974" y="17686"/>
                  </a:lnTo>
                  <a:lnTo>
                    <a:pt x="2858" y="17377"/>
                  </a:lnTo>
                  <a:lnTo>
                    <a:pt x="2858" y="17068"/>
                  </a:lnTo>
                  <a:lnTo>
                    <a:pt x="2897" y="16875"/>
                  </a:lnTo>
                  <a:lnTo>
                    <a:pt x="2974" y="16721"/>
                  </a:lnTo>
                  <a:lnTo>
                    <a:pt x="3090" y="16566"/>
                  </a:lnTo>
                  <a:lnTo>
                    <a:pt x="3206" y="16451"/>
                  </a:lnTo>
                  <a:lnTo>
                    <a:pt x="3322" y="16373"/>
                  </a:lnTo>
                  <a:lnTo>
                    <a:pt x="3476" y="16296"/>
                  </a:lnTo>
                  <a:lnTo>
                    <a:pt x="3592" y="16296"/>
                  </a:lnTo>
                  <a:lnTo>
                    <a:pt x="3708" y="16335"/>
                  </a:lnTo>
                  <a:lnTo>
                    <a:pt x="3824" y="16451"/>
                  </a:lnTo>
                  <a:lnTo>
                    <a:pt x="3940" y="16605"/>
                  </a:lnTo>
                  <a:lnTo>
                    <a:pt x="4094" y="16798"/>
                  </a:lnTo>
                  <a:lnTo>
                    <a:pt x="4210" y="17068"/>
                  </a:lnTo>
                  <a:lnTo>
                    <a:pt x="4055" y="17068"/>
                  </a:lnTo>
                  <a:lnTo>
                    <a:pt x="3978" y="17107"/>
                  </a:lnTo>
                  <a:lnTo>
                    <a:pt x="3940" y="17184"/>
                  </a:lnTo>
                  <a:lnTo>
                    <a:pt x="3978" y="17300"/>
                  </a:lnTo>
                  <a:lnTo>
                    <a:pt x="4055" y="17339"/>
                  </a:lnTo>
                  <a:lnTo>
                    <a:pt x="4828" y="17339"/>
                  </a:lnTo>
                  <a:lnTo>
                    <a:pt x="5639" y="17262"/>
                  </a:lnTo>
                  <a:lnTo>
                    <a:pt x="6450" y="17107"/>
                  </a:lnTo>
                  <a:lnTo>
                    <a:pt x="7261" y="16875"/>
                  </a:lnTo>
                  <a:lnTo>
                    <a:pt x="7647" y="16721"/>
                  </a:lnTo>
                  <a:lnTo>
                    <a:pt x="8033" y="16528"/>
                  </a:lnTo>
                  <a:lnTo>
                    <a:pt x="8419" y="16335"/>
                  </a:lnTo>
                  <a:lnTo>
                    <a:pt x="8728" y="16103"/>
                  </a:lnTo>
                  <a:lnTo>
                    <a:pt x="9075" y="15871"/>
                  </a:lnTo>
                  <a:lnTo>
                    <a:pt x="9384" y="15601"/>
                  </a:lnTo>
                  <a:lnTo>
                    <a:pt x="9616" y="15331"/>
                  </a:lnTo>
                  <a:lnTo>
                    <a:pt x="9886" y="15022"/>
                  </a:lnTo>
                  <a:lnTo>
                    <a:pt x="9886" y="14945"/>
                  </a:lnTo>
                  <a:lnTo>
                    <a:pt x="9886" y="14906"/>
                  </a:lnTo>
                  <a:lnTo>
                    <a:pt x="9848" y="14829"/>
                  </a:lnTo>
                  <a:lnTo>
                    <a:pt x="9809" y="14790"/>
                  </a:lnTo>
                  <a:lnTo>
                    <a:pt x="9732" y="14752"/>
                  </a:lnTo>
                  <a:lnTo>
                    <a:pt x="9616" y="14752"/>
                  </a:lnTo>
                  <a:lnTo>
                    <a:pt x="9539" y="14790"/>
                  </a:lnTo>
                  <a:lnTo>
                    <a:pt x="9307" y="15099"/>
                  </a:lnTo>
                  <a:lnTo>
                    <a:pt x="9114" y="14945"/>
                  </a:lnTo>
                  <a:lnTo>
                    <a:pt x="9037" y="14829"/>
                  </a:lnTo>
                  <a:lnTo>
                    <a:pt x="8998" y="14674"/>
                  </a:lnTo>
                  <a:lnTo>
                    <a:pt x="8998" y="14558"/>
                  </a:lnTo>
                  <a:lnTo>
                    <a:pt x="9037" y="14404"/>
                  </a:lnTo>
                  <a:lnTo>
                    <a:pt x="9114" y="14288"/>
                  </a:lnTo>
                  <a:lnTo>
                    <a:pt x="9346" y="14056"/>
                  </a:lnTo>
                  <a:lnTo>
                    <a:pt x="9462" y="13941"/>
                  </a:lnTo>
                  <a:lnTo>
                    <a:pt x="9539" y="13825"/>
                  </a:lnTo>
                  <a:lnTo>
                    <a:pt x="9655" y="13786"/>
                  </a:lnTo>
                  <a:close/>
                  <a:moveTo>
                    <a:pt x="889" y="1"/>
                  </a:moveTo>
                  <a:lnTo>
                    <a:pt x="812" y="78"/>
                  </a:lnTo>
                  <a:lnTo>
                    <a:pt x="773" y="155"/>
                  </a:lnTo>
                  <a:lnTo>
                    <a:pt x="194" y="2511"/>
                  </a:lnTo>
                  <a:lnTo>
                    <a:pt x="117" y="2897"/>
                  </a:lnTo>
                  <a:lnTo>
                    <a:pt x="40" y="3322"/>
                  </a:lnTo>
                  <a:lnTo>
                    <a:pt x="1" y="3746"/>
                  </a:lnTo>
                  <a:lnTo>
                    <a:pt x="1" y="4210"/>
                  </a:lnTo>
                  <a:lnTo>
                    <a:pt x="78" y="4441"/>
                  </a:lnTo>
                  <a:lnTo>
                    <a:pt x="155" y="4673"/>
                  </a:lnTo>
                  <a:lnTo>
                    <a:pt x="348" y="5136"/>
                  </a:lnTo>
                  <a:lnTo>
                    <a:pt x="850" y="6025"/>
                  </a:lnTo>
                  <a:lnTo>
                    <a:pt x="1970" y="8187"/>
                  </a:lnTo>
                  <a:lnTo>
                    <a:pt x="4133" y="12435"/>
                  </a:lnTo>
                  <a:lnTo>
                    <a:pt x="5253" y="14558"/>
                  </a:lnTo>
                  <a:lnTo>
                    <a:pt x="6411" y="16682"/>
                  </a:lnTo>
                  <a:lnTo>
                    <a:pt x="5484" y="16875"/>
                  </a:lnTo>
                  <a:lnTo>
                    <a:pt x="4596" y="16991"/>
                  </a:lnTo>
                  <a:lnTo>
                    <a:pt x="4596" y="16991"/>
                  </a:lnTo>
                  <a:lnTo>
                    <a:pt x="4673" y="16837"/>
                  </a:lnTo>
                  <a:lnTo>
                    <a:pt x="4712" y="16682"/>
                  </a:lnTo>
                  <a:lnTo>
                    <a:pt x="4712" y="16528"/>
                  </a:lnTo>
                  <a:lnTo>
                    <a:pt x="4635" y="16373"/>
                  </a:lnTo>
                  <a:lnTo>
                    <a:pt x="4557" y="16219"/>
                  </a:lnTo>
                  <a:lnTo>
                    <a:pt x="4442" y="16103"/>
                  </a:lnTo>
                  <a:lnTo>
                    <a:pt x="4326" y="15987"/>
                  </a:lnTo>
                  <a:lnTo>
                    <a:pt x="4133" y="15910"/>
                  </a:lnTo>
                  <a:lnTo>
                    <a:pt x="3862" y="15871"/>
                  </a:lnTo>
                  <a:lnTo>
                    <a:pt x="3592" y="15871"/>
                  </a:lnTo>
                  <a:lnTo>
                    <a:pt x="3322" y="15949"/>
                  </a:lnTo>
                  <a:lnTo>
                    <a:pt x="3090" y="16103"/>
                  </a:lnTo>
                  <a:lnTo>
                    <a:pt x="2897" y="16258"/>
                  </a:lnTo>
                  <a:lnTo>
                    <a:pt x="2743" y="16489"/>
                  </a:lnTo>
                  <a:lnTo>
                    <a:pt x="2588" y="16721"/>
                  </a:lnTo>
                  <a:lnTo>
                    <a:pt x="2550" y="16991"/>
                  </a:lnTo>
                  <a:lnTo>
                    <a:pt x="2511" y="17416"/>
                  </a:lnTo>
                  <a:lnTo>
                    <a:pt x="2550" y="17725"/>
                  </a:lnTo>
                  <a:lnTo>
                    <a:pt x="2704" y="17995"/>
                  </a:lnTo>
                  <a:lnTo>
                    <a:pt x="2858" y="18227"/>
                  </a:lnTo>
                  <a:lnTo>
                    <a:pt x="3129" y="18381"/>
                  </a:lnTo>
                  <a:lnTo>
                    <a:pt x="3399" y="18497"/>
                  </a:lnTo>
                  <a:lnTo>
                    <a:pt x="3747" y="18574"/>
                  </a:lnTo>
                  <a:lnTo>
                    <a:pt x="4094" y="18613"/>
                  </a:lnTo>
                  <a:lnTo>
                    <a:pt x="4442" y="18613"/>
                  </a:lnTo>
                  <a:lnTo>
                    <a:pt x="4828" y="18574"/>
                  </a:lnTo>
                  <a:lnTo>
                    <a:pt x="5639" y="18420"/>
                  </a:lnTo>
                  <a:lnTo>
                    <a:pt x="6334" y="18266"/>
                  </a:lnTo>
                  <a:lnTo>
                    <a:pt x="6952" y="18072"/>
                  </a:lnTo>
                  <a:lnTo>
                    <a:pt x="7067" y="18034"/>
                  </a:lnTo>
                  <a:lnTo>
                    <a:pt x="7299" y="17957"/>
                  </a:lnTo>
                  <a:lnTo>
                    <a:pt x="8149" y="17570"/>
                  </a:lnTo>
                  <a:lnTo>
                    <a:pt x="8612" y="18497"/>
                  </a:lnTo>
                  <a:lnTo>
                    <a:pt x="9037" y="19463"/>
                  </a:lnTo>
                  <a:lnTo>
                    <a:pt x="9269" y="20003"/>
                  </a:lnTo>
                  <a:lnTo>
                    <a:pt x="9423" y="20351"/>
                  </a:lnTo>
                  <a:lnTo>
                    <a:pt x="9539" y="20660"/>
                  </a:lnTo>
                  <a:lnTo>
                    <a:pt x="9770" y="20621"/>
                  </a:lnTo>
                  <a:lnTo>
                    <a:pt x="9693" y="20428"/>
                  </a:lnTo>
                  <a:lnTo>
                    <a:pt x="9423" y="19656"/>
                  </a:lnTo>
                  <a:lnTo>
                    <a:pt x="9114" y="18922"/>
                  </a:lnTo>
                  <a:lnTo>
                    <a:pt x="8767" y="18150"/>
                  </a:lnTo>
                  <a:lnTo>
                    <a:pt x="8419" y="17416"/>
                  </a:lnTo>
                  <a:lnTo>
                    <a:pt x="8960" y="17107"/>
                  </a:lnTo>
                  <a:lnTo>
                    <a:pt x="9539" y="16760"/>
                  </a:lnTo>
                  <a:lnTo>
                    <a:pt x="10041" y="16373"/>
                  </a:lnTo>
                  <a:lnTo>
                    <a:pt x="10272" y="16180"/>
                  </a:lnTo>
                  <a:lnTo>
                    <a:pt x="10466" y="15949"/>
                  </a:lnTo>
                  <a:lnTo>
                    <a:pt x="10659" y="15717"/>
                  </a:lnTo>
                  <a:lnTo>
                    <a:pt x="10813" y="15485"/>
                  </a:lnTo>
                  <a:lnTo>
                    <a:pt x="10929" y="15254"/>
                  </a:lnTo>
                  <a:lnTo>
                    <a:pt x="10968" y="14983"/>
                  </a:lnTo>
                  <a:lnTo>
                    <a:pt x="10968" y="14752"/>
                  </a:lnTo>
                  <a:lnTo>
                    <a:pt x="10929" y="14520"/>
                  </a:lnTo>
                  <a:lnTo>
                    <a:pt x="10852" y="14250"/>
                  </a:lnTo>
                  <a:lnTo>
                    <a:pt x="10659" y="13979"/>
                  </a:lnTo>
                  <a:lnTo>
                    <a:pt x="10504" y="13825"/>
                  </a:lnTo>
                  <a:lnTo>
                    <a:pt x="10272" y="13670"/>
                  </a:lnTo>
                  <a:lnTo>
                    <a:pt x="10041" y="13555"/>
                  </a:lnTo>
                  <a:lnTo>
                    <a:pt x="9809" y="13516"/>
                  </a:lnTo>
                  <a:lnTo>
                    <a:pt x="9539" y="13516"/>
                  </a:lnTo>
                  <a:lnTo>
                    <a:pt x="9307" y="13555"/>
                  </a:lnTo>
                  <a:lnTo>
                    <a:pt x="9075" y="13670"/>
                  </a:lnTo>
                  <a:lnTo>
                    <a:pt x="8882" y="13863"/>
                  </a:lnTo>
                  <a:lnTo>
                    <a:pt x="8767" y="14056"/>
                  </a:lnTo>
                  <a:lnTo>
                    <a:pt x="8728" y="14250"/>
                  </a:lnTo>
                  <a:lnTo>
                    <a:pt x="8689" y="14443"/>
                  </a:lnTo>
                  <a:lnTo>
                    <a:pt x="8689" y="14636"/>
                  </a:lnTo>
                  <a:lnTo>
                    <a:pt x="8728" y="14829"/>
                  </a:lnTo>
                  <a:lnTo>
                    <a:pt x="8805" y="15022"/>
                  </a:lnTo>
                  <a:lnTo>
                    <a:pt x="8921" y="15176"/>
                  </a:lnTo>
                  <a:lnTo>
                    <a:pt x="9075" y="15331"/>
                  </a:lnTo>
                  <a:lnTo>
                    <a:pt x="8728" y="15640"/>
                  </a:lnTo>
                  <a:lnTo>
                    <a:pt x="8342" y="15871"/>
                  </a:lnTo>
                  <a:lnTo>
                    <a:pt x="7917" y="16103"/>
                  </a:lnTo>
                  <a:lnTo>
                    <a:pt x="7454" y="16296"/>
                  </a:lnTo>
                  <a:lnTo>
                    <a:pt x="7531" y="16258"/>
                  </a:lnTo>
                  <a:lnTo>
                    <a:pt x="7608" y="16219"/>
                  </a:lnTo>
                  <a:lnTo>
                    <a:pt x="7608" y="16142"/>
                  </a:lnTo>
                  <a:lnTo>
                    <a:pt x="7608" y="16026"/>
                  </a:lnTo>
                  <a:lnTo>
                    <a:pt x="5330" y="6488"/>
                  </a:lnTo>
                  <a:lnTo>
                    <a:pt x="4712" y="4094"/>
                  </a:lnTo>
                  <a:lnTo>
                    <a:pt x="4480" y="3013"/>
                  </a:lnTo>
                  <a:lnTo>
                    <a:pt x="4326" y="2511"/>
                  </a:lnTo>
                  <a:lnTo>
                    <a:pt x="4249" y="2240"/>
                  </a:lnTo>
                  <a:lnTo>
                    <a:pt x="4094" y="2009"/>
                  </a:lnTo>
                  <a:lnTo>
                    <a:pt x="3824" y="1700"/>
                  </a:lnTo>
                  <a:lnTo>
                    <a:pt x="3515" y="1352"/>
                  </a:lnTo>
                  <a:lnTo>
                    <a:pt x="3129" y="1082"/>
                  </a:lnTo>
                  <a:lnTo>
                    <a:pt x="2704" y="812"/>
                  </a:lnTo>
                  <a:lnTo>
                    <a:pt x="2318" y="580"/>
                  </a:lnTo>
                  <a:lnTo>
                    <a:pt x="1854" y="387"/>
                  </a:lnTo>
                  <a:lnTo>
                    <a:pt x="108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5"/>
            <p:cNvSpPr/>
            <p:nvPr/>
          </p:nvSpPr>
          <p:spPr>
            <a:xfrm>
              <a:off x="2672775" y="1574975"/>
              <a:ext cx="84975" cy="94650"/>
            </a:xfrm>
            <a:custGeom>
              <a:avLst/>
              <a:gdLst/>
              <a:ahLst/>
              <a:cxnLst/>
              <a:rect l="l" t="t" r="r" b="b"/>
              <a:pathLst>
                <a:path w="3399" h="3786" extrusionOk="0">
                  <a:moveTo>
                    <a:pt x="78" y="1"/>
                  </a:moveTo>
                  <a:lnTo>
                    <a:pt x="1" y="78"/>
                  </a:lnTo>
                  <a:lnTo>
                    <a:pt x="1" y="117"/>
                  </a:lnTo>
                  <a:lnTo>
                    <a:pt x="348" y="889"/>
                  </a:lnTo>
                  <a:lnTo>
                    <a:pt x="812" y="1661"/>
                  </a:lnTo>
                  <a:lnTo>
                    <a:pt x="1275" y="2395"/>
                  </a:lnTo>
                  <a:lnTo>
                    <a:pt x="1738" y="3090"/>
                  </a:lnTo>
                  <a:lnTo>
                    <a:pt x="2009" y="3437"/>
                  </a:lnTo>
                  <a:lnTo>
                    <a:pt x="2202" y="3553"/>
                  </a:lnTo>
                  <a:lnTo>
                    <a:pt x="2395" y="3669"/>
                  </a:lnTo>
                  <a:lnTo>
                    <a:pt x="2588" y="3746"/>
                  </a:lnTo>
                  <a:lnTo>
                    <a:pt x="2781" y="3785"/>
                  </a:lnTo>
                  <a:lnTo>
                    <a:pt x="3013" y="3708"/>
                  </a:lnTo>
                  <a:lnTo>
                    <a:pt x="3206" y="3592"/>
                  </a:lnTo>
                  <a:lnTo>
                    <a:pt x="3322" y="3437"/>
                  </a:lnTo>
                  <a:lnTo>
                    <a:pt x="3399" y="3244"/>
                  </a:lnTo>
                  <a:lnTo>
                    <a:pt x="3399" y="3090"/>
                  </a:lnTo>
                  <a:lnTo>
                    <a:pt x="3399" y="2897"/>
                  </a:lnTo>
                  <a:lnTo>
                    <a:pt x="3360" y="2704"/>
                  </a:lnTo>
                  <a:lnTo>
                    <a:pt x="3283" y="2511"/>
                  </a:lnTo>
                  <a:lnTo>
                    <a:pt x="3128" y="2163"/>
                  </a:lnTo>
                  <a:lnTo>
                    <a:pt x="2935" y="2240"/>
                  </a:lnTo>
                  <a:lnTo>
                    <a:pt x="3051" y="2588"/>
                  </a:lnTo>
                  <a:lnTo>
                    <a:pt x="3090" y="2742"/>
                  </a:lnTo>
                  <a:lnTo>
                    <a:pt x="3128" y="2858"/>
                  </a:lnTo>
                  <a:lnTo>
                    <a:pt x="2897" y="3013"/>
                  </a:lnTo>
                  <a:lnTo>
                    <a:pt x="2665" y="3129"/>
                  </a:lnTo>
                  <a:lnTo>
                    <a:pt x="2511" y="3206"/>
                  </a:lnTo>
                  <a:lnTo>
                    <a:pt x="2318" y="3206"/>
                  </a:lnTo>
                  <a:lnTo>
                    <a:pt x="2202" y="3167"/>
                  </a:lnTo>
                  <a:lnTo>
                    <a:pt x="2047" y="3090"/>
                  </a:lnTo>
                  <a:lnTo>
                    <a:pt x="1931" y="2936"/>
                  </a:lnTo>
                  <a:lnTo>
                    <a:pt x="1854" y="2742"/>
                  </a:lnTo>
                  <a:lnTo>
                    <a:pt x="1700" y="2511"/>
                  </a:lnTo>
                  <a:lnTo>
                    <a:pt x="1082" y="1507"/>
                  </a:lnTo>
                  <a:lnTo>
                    <a:pt x="619" y="773"/>
                  </a:lnTo>
                  <a:lnTo>
                    <a:pt x="387" y="387"/>
                  </a:lnTo>
                  <a:lnTo>
                    <a:pt x="117" y="39"/>
                  </a:lnTo>
                  <a:lnTo>
                    <a:pt x="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5"/>
            <p:cNvSpPr/>
            <p:nvPr/>
          </p:nvSpPr>
          <p:spPr>
            <a:xfrm>
              <a:off x="2443975" y="1153125"/>
              <a:ext cx="315725" cy="477875"/>
            </a:xfrm>
            <a:custGeom>
              <a:avLst/>
              <a:gdLst/>
              <a:ahLst/>
              <a:cxnLst/>
              <a:rect l="l" t="t" r="r" b="b"/>
              <a:pathLst>
                <a:path w="12629" h="19115" extrusionOk="0">
                  <a:moveTo>
                    <a:pt x="1005" y="618"/>
                  </a:moveTo>
                  <a:lnTo>
                    <a:pt x="1661" y="850"/>
                  </a:lnTo>
                  <a:lnTo>
                    <a:pt x="2318" y="1120"/>
                  </a:lnTo>
                  <a:lnTo>
                    <a:pt x="2743" y="1352"/>
                  </a:lnTo>
                  <a:lnTo>
                    <a:pt x="3167" y="1583"/>
                  </a:lnTo>
                  <a:lnTo>
                    <a:pt x="3322" y="1699"/>
                  </a:lnTo>
                  <a:lnTo>
                    <a:pt x="3476" y="1854"/>
                  </a:lnTo>
                  <a:lnTo>
                    <a:pt x="3669" y="2124"/>
                  </a:lnTo>
                  <a:lnTo>
                    <a:pt x="3862" y="2471"/>
                  </a:lnTo>
                  <a:lnTo>
                    <a:pt x="4017" y="2819"/>
                  </a:lnTo>
                  <a:lnTo>
                    <a:pt x="5677" y="6796"/>
                  </a:lnTo>
                  <a:lnTo>
                    <a:pt x="9075" y="15021"/>
                  </a:lnTo>
                  <a:lnTo>
                    <a:pt x="9153" y="15098"/>
                  </a:lnTo>
                  <a:lnTo>
                    <a:pt x="9191" y="15137"/>
                  </a:lnTo>
                  <a:lnTo>
                    <a:pt x="9346" y="15137"/>
                  </a:lnTo>
                  <a:lnTo>
                    <a:pt x="8921" y="15369"/>
                  </a:lnTo>
                  <a:lnTo>
                    <a:pt x="7956" y="13515"/>
                  </a:lnTo>
                  <a:lnTo>
                    <a:pt x="6990" y="11662"/>
                  </a:lnTo>
                  <a:lnTo>
                    <a:pt x="5021" y="7955"/>
                  </a:lnTo>
                  <a:lnTo>
                    <a:pt x="3013" y="4286"/>
                  </a:lnTo>
                  <a:lnTo>
                    <a:pt x="1005" y="618"/>
                  </a:lnTo>
                  <a:close/>
                  <a:moveTo>
                    <a:pt x="657" y="502"/>
                  </a:moveTo>
                  <a:lnTo>
                    <a:pt x="657" y="541"/>
                  </a:lnTo>
                  <a:lnTo>
                    <a:pt x="4673" y="8032"/>
                  </a:lnTo>
                  <a:lnTo>
                    <a:pt x="6720" y="11739"/>
                  </a:lnTo>
                  <a:lnTo>
                    <a:pt x="7763" y="13593"/>
                  </a:lnTo>
                  <a:lnTo>
                    <a:pt x="8805" y="15446"/>
                  </a:lnTo>
                  <a:lnTo>
                    <a:pt x="8651" y="15523"/>
                  </a:lnTo>
                  <a:lnTo>
                    <a:pt x="7415" y="13747"/>
                  </a:lnTo>
                  <a:lnTo>
                    <a:pt x="6179" y="12009"/>
                  </a:lnTo>
                  <a:lnTo>
                    <a:pt x="3592" y="8534"/>
                  </a:lnTo>
                  <a:lnTo>
                    <a:pt x="2318" y="6758"/>
                  </a:lnTo>
                  <a:lnTo>
                    <a:pt x="1005" y="4943"/>
                  </a:lnTo>
                  <a:lnTo>
                    <a:pt x="850" y="4711"/>
                  </a:lnTo>
                  <a:lnTo>
                    <a:pt x="735" y="4479"/>
                  </a:lnTo>
                  <a:lnTo>
                    <a:pt x="619" y="4209"/>
                  </a:lnTo>
                  <a:lnTo>
                    <a:pt x="542" y="3939"/>
                  </a:lnTo>
                  <a:lnTo>
                    <a:pt x="464" y="3398"/>
                  </a:lnTo>
                  <a:lnTo>
                    <a:pt x="426" y="2819"/>
                  </a:lnTo>
                  <a:lnTo>
                    <a:pt x="464" y="2240"/>
                  </a:lnTo>
                  <a:lnTo>
                    <a:pt x="503" y="1661"/>
                  </a:lnTo>
                  <a:lnTo>
                    <a:pt x="657" y="502"/>
                  </a:lnTo>
                  <a:close/>
                  <a:moveTo>
                    <a:pt x="11508" y="12280"/>
                  </a:moveTo>
                  <a:lnTo>
                    <a:pt x="11663" y="12357"/>
                  </a:lnTo>
                  <a:lnTo>
                    <a:pt x="11817" y="12434"/>
                  </a:lnTo>
                  <a:lnTo>
                    <a:pt x="12165" y="12859"/>
                  </a:lnTo>
                  <a:lnTo>
                    <a:pt x="12242" y="13052"/>
                  </a:lnTo>
                  <a:lnTo>
                    <a:pt x="12280" y="13245"/>
                  </a:lnTo>
                  <a:lnTo>
                    <a:pt x="12242" y="13438"/>
                  </a:lnTo>
                  <a:lnTo>
                    <a:pt x="12203" y="13631"/>
                  </a:lnTo>
                  <a:lnTo>
                    <a:pt x="12049" y="14017"/>
                  </a:lnTo>
                  <a:lnTo>
                    <a:pt x="11856" y="14365"/>
                  </a:lnTo>
                  <a:lnTo>
                    <a:pt x="11508" y="14790"/>
                  </a:lnTo>
                  <a:lnTo>
                    <a:pt x="11122" y="15176"/>
                  </a:lnTo>
                  <a:lnTo>
                    <a:pt x="10697" y="15523"/>
                  </a:lnTo>
                  <a:lnTo>
                    <a:pt x="10273" y="15871"/>
                  </a:lnTo>
                  <a:lnTo>
                    <a:pt x="10157" y="15871"/>
                  </a:lnTo>
                  <a:lnTo>
                    <a:pt x="10118" y="15987"/>
                  </a:lnTo>
                  <a:lnTo>
                    <a:pt x="9771" y="16180"/>
                  </a:lnTo>
                  <a:lnTo>
                    <a:pt x="9114" y="16604"/>
                  </a:lnTo>
                  <a:lnTo>
                    <a:pt x="8458" y="16952"/>
                  </a:lnTo>
                  <a:lnTo>
                    <a:pt x="7724" y="17261"/>
                  </a:lnTo>
                  <a:lnTo>
                    <a:pt x="6990" y="17493"/>
                  </a:lnTo>
                  <a:lnTo>
                    <a:pt x="6643" y="17608"/>
                  </a:lnTo>
                  <a:lnTo>
                    <a:pt x="6295" y="17647"/>
                  </a:lnTo>
                  <a:lnTo>
                    <a:pt x="5755" y="17647"/>
                  </a:lnTo>
                  <a:lnTo>
                    <a:pt x="5562" y="17570"/>
                  </a:lnTo>
                  <a:lnTo>
                    <a:pt x="5446" y="17493"/>
                  </a:lnTo>
                  <a:lnTo>
                    <a:pt x="5330" y="17415"/>
                  </a:lnTo>
                  <a:lnTo>
                    <a:pt x="5098" y="17184"/>
                  </a:lnTo>
                  <a:lnTo>
                    <a:pt x="4982" y="16875"/>
                  </a:lnTo>
                  <a:lnTo>
                    <a:pt x="4905" y="16604"/>
                  </a:lnTo>
                  <a:lnTo>
                    <a:pt x="4944" y="16411"/>
                  </a:lnTo>
                  <a:lnTo>
                    <a:pt x="4982" y="16218"/>
                  </a:lnTo>
                  <a:lnTo>
                    <a:pt x="5060" y="16064"/>
                  </a:lnTo>
                  <a:lnTo>
                    <a:pt x="5175" y="15948"/>
                  </a:lnTo>
                  <a:lnTo>
                    <a:pt x="5291" y="15832"/>
                  </a:lnTo>
                  <a:lnTo>
                    <a:pt x="5407" y="15755"/>
                  </a:lnTo>
                  <a:lnTo>
                    <a:pt x="5523" y="15716"/>
                  </a:lnTo>
                  <a:lnTo>
                    <a:pt x="5639" y="15755"/>
                  </a:lnTo>
                  <a:lnTo>
                    <a:pt x="5793" y="15832"/>
                  </a:lnTo>
                  <a:lnTo>
                    <a:pt x="5948" y="15948"/>
                  </a:lnTo>
                  <a:lnTo>
                    <a:pt x="6064" y="16141"/>
                  </a:lnTo>
                  <a:lnTo>
                    <a:pt x="6257" y="16373"/>
                  </a:lnTo>
                  <a:lnTo>
                    <a:pt x="6102" y="16411"/>
                  </a:lnTo>
                  <a:lnTo>
                    <a:pt x="6025" y="16450"/>
                  </a:lnTo>
                  <a:lnTo>
                    <a:pt x="6025" y="16566"/>
                  </a:lnTo>
                  <a:lnTo>
                    <a:pt x="6064" y="16643"/>
                  </a:lnTo>
                  <a:lnTo>
                    <a:pt x="6141" y="16643"/>
                  </a:lnTo>
                  <a:lnTo>
                    <a:pt x="6913" y="16566"/>
                  </a:lnTo>
                  <a:lnTo>
                    <a:pt x="7685" y="16373"/>
                  </a:lnTo>
                  <a:lnTo>
                    <a:pt x="8496" y="16064"/>
                  </a:lnTo>
                  <a:lnTo>
                    <a:pt x="9230" y="15716"/>
                  </a:lnTo>
                  <a:lnTo>
                    <a:pt x="9616" y="15485"/>
                  </a:lnTo>
                  <a:lnTo>
                    <a:pt x="9964" y="15253"/>
                  </a:lnTo>
                  <a:lnTo>
                    <a:pt x="10273" y="15021"/>
                  </a:lnTo>
                  <a:lnTo>
                    <a:pt x="10581" y="14751"/>
                  </a:lnTo>
                  <a:lnTo>
                    <a:pt x="10890" y="14481"/>
                  </a:lnTo>
                  <a:lnTo>
                    <a:pt x="11122" y="14172"/>
                  </a:lnTo>
                  <a:lnTo>
                    <a:pt x="11354" y="13824"/>
                  </a:lnTo>
                  <a:lnTo>
                    <a:pt x="11547" y="13515"/>
                  </a:lnTo>
                  <a:lnTo>
                    <a:pt x="11547" y="13438"/>
                  </a:lnTo>
                  <a:lnTo>
                    <a:pt x="11547" y="13361"/>
                  </a:lnTo>
                  <a:lnTo>
                    <a:pt x="11508" y="13284"/>
                  </a:lnTo>
                  <a:lnTo>
                    <a:pt x="11431" y="13245"/>
                  </a:lnTo>
                  <a:lnTo>
                    <a:pt x="11238" y="13245"/>
                  </a:lnTo>
                  <a:lnTo>
                    <a:pt x="11161" y="13322"/>
                  </a:lnTo>
                  <a:lnTo>
                    <a:pt x="10968" y="13670"/>
                  </a:lnTo>
                  <a:lnTo>
                    <a:pt x="10775" y="13554"/>
                  </a:lnTo>
                  <a:lnTo>
                    <a:pt x="10659" y="13438"/>
                  </a:lnTo>
                  <a:lnTo>
                    <a:pt x="10620" y="13284"/>
                  </a:lnTo>
                  <a:lnTo>
                    <a:pt x="10581" y="13168"/>
                  </a:lnTo>
                  <a:lnTo>
                    <a:pt x="10620" y="13013"/>
                  </a:lnTo>
                  <a:lnTo>
                    <a:pt x="10659" y="12859"/>
                  </a:lnTo>
                  <a:lnTo>
                    <a:pt x="10852" y="12627"/>
                  </a:lnTo>
                  <a:lnTo>
                    <a:pt x="10929" y="12473"/>
                  </a:lnTo>
                  <a:lnTo>
                    <a:pt x="11045" y="12357"/>
                  </a:lnTo>
                  <a:lnTo>
                    <a:pt x="11122" y="12318"/>
                  </a:lnTo>
                  <a:lnTo>
                    <a:pt x="11238" y="12280"/>
                  </a:lnTo>
                  <a:close/>
                  <a:moveTo>
                    <a:pt x="426" y="0"/>
                  </a:moveTo>
                  <a:lnTo>
                    <a:pt x="349" y="39"/>
                  </a:lnTo>
                  <a:lnTo>
                    <a:pt x="271" y="116"/>
                  </a:lnTo>
                  <a:lnTo>
                    <a:pt x="233" y="193"/>
                  </a:lnTo>
                  <a:lnTo>
                    <a:pt x="78" y="2587"/>
                  </a:lnTo>
                  <a:lnTo>
                    <a:pt x="40" y="3012"/>
                  </a:lnTo>
                  <a:lnTo>
                    <a:pt x="1" y="3475"/>
                  </a:lnTo>
                  <a:lnTo>
                    <a:pt x="40" y="3900"/>
                  </a:lnTo>
                  <a:lnTo>
                    <a:pt x="117" y="4325"/>
                  </a:lnTo>
                  <a:lnTo>
                    <a:pt x="233" y="4518"/>
                  </a:lnTo>
                  <a:lnTo>
                    <a:pt x="349" y="4750"/>
                  </a:lnTo>
                  <a:lnTo>
                    <a:pt x="619" y="5175"/>
                  </a:lnTo>
                  <a:lnTo>
                    <a:pt x="1237" y="5985"/>
                  </a:lnTo>
                  <a:lnTo>
                    <a:pt x="2665" y="7955"/>
                  </a:lnTo>
                  <a:lnTo>
                    <a:pt x="5446" y="11816"/>
                  </a:lnTo>
                  <a:lnTo>
                    <a:pt x="6874" y="13747"/>
                  </a:lnTo>
                  <a:lnTo>
                    <a:pt x="8342" y="15639"/>
                  </a:lnTo>
                  <a:lnTo>
                    <a:pt x="7492" y="15987"/>
                  </a:lnTo>
                  <a:lnTo>
                    <a:pt x="6643" y="16257"/>
                  </a:lnTo>
                  <a:lnTo>
                    <a:pt x="6643" y="16257"/>
                  </a:lnTo>
                  <a:lnTo>
                    <a:pt x="6681" y="16102"/>
                  </a:lnTo>
                  <a:lnTo>
                    <a:pt x="6681" y="15948"/>
                  </a:lnTo>
                  <a:lnTo>
                    <a:pt x="6643" y="15755"/>
                  </a:lnTo>
                  <a:lnTo>
                    <a:pt x="6565" y="15639"/>
                  </a:lnTo>
                  <a:lnTo>
                    <a:pt x="6488" y="15485"/>
                  </a:lnTo>
                  <a:lnTo>
                    <a:pt x="6334" y="15369"/>
                  </a:lnTo>
                  <a:lnTo>
                    <a:pt x="6179" y="15292"/>
                  </a:lnTo>
                  <a:lnTo>
                    <a:pt x="6025" y="15253"/>
                  </a:lnTo>
                  <a:lnTo>
                    <a:pt x="5716" y="15253"/>
                  </a:lnTo>
                  <a:lnTo>
                    <a:pt x="5484" y="15292"/>
                  </a:lnTo>
                  <a:lnTo>
                    <a:pt x="5214" y="15407"/>
                  </a:lnTo>
                  <a:lnTo>
                    <a:pt x="5021" y="15600"/>
                  </a:lnTo>
                  <a:lnTo>
                    <a:pt x="4828" y="15794"/>
                  </a:lnTo>
                  <a:lnTo>
                    <a:pt x="4712" y="16025"/>
                  </a:lnTo>
                  <a:lnTo>
                    <a:pt x="4596" y="16296"/>
                  </a:lnTo>
                  <a:lnTo>
                    <a:pt x="4596" y="16566"/>
                  </a:lnTo>
                  <a:lnTo>
                    <a:pt x="4635" y="16991"/>
                  </a:lnTo>
                  <a:lnTo>
                    <a:pt x="4751" y="17300"/>
                  </a:lnTo>
                  <a:lnTo>
                    <a:pt x="4905" y="17531"/>
                  </a:lnTo>
                  <a:lnTo>
                    <a:pt x="5098" y="17724"/>
                  </a:lnTo>
                  <a:lnTo>
                    <a:pt x="5368" y="17840"/>
                  </a:lnTo>
                  <a:lnTo>
                    <a:pt x="5677" y="17917"/>
                  </a:lnTo>
                  <a:lnTo>
                    <a:pt x="6025" y="17956"/>
                  </a:lnTo>
                  <a:lnTo>
                    <a:pt x="6372" y="17917"/>
                  </a:lnTo>
                  <a:lnTo>
                    <a:pt x="6720" y="17840"/>
                  </a:lnTo>
                  <a:lnTo>
                    <a:pt x="7106" y="17763"/>
                  </a:lnTo>
                  <a:lnTo>
                    <a:pt x="7878" y="17531"/>
                  </a:lnTo>
                  <a:lnTo>
                    <a:pt x="8573" y="17222"/>
                  </a:lnTo>
                  <a:lnTo>
                    <a:pt x="9153" y="16952"/>
                  </a:lnTo>
                  <a:lnTo>
                    <a:pt x="9230" y="16875"/>
                  </a:lnTo>
                  <a:lnTo>
                    <a:pt x="9462" y="16759"/>
                  </a:lnTo>
                  <a:lnTo>
                    <a:pt x="10234" y="16257"/>
                  </a:lnTo>
                  <a:lnTo>
                    <a:pt x="10813" y="17106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4"/>
                  </a:lnTo>
                  <a:lnTo>
                    <a:pt x="12280" y="19037"/>
                  </a:lnTo>
                  <a:lnTo>
                    <a:pt x="12203" y="18883"/>
                  </a:lnTo>
                  <a:lnTo>
                    <a:pt x="11817" y="18149"/>
                  </a:lnTo>
                  <a:lnTo>
                    <a:pt x="11392" y="17454"/>
                  </a:lnTo>
                  <a:lnTo>
                    <a:pt x="10929" y="16759"/>
                  </a:lnTo>
                  <a:lnTo>
                    <a:pt x="10466" y="16102"/>
                  </a:lnTo>
                  <a:lnTo>
                    <a:pt x="10968" y="15716"/>
                  </a:lnTo>
                  <a:lnTo>
                    <a:pt x="11470" y="15253"/>
                  </a:lnTo>
                  <a:lnTo>
                    <a:pt x="11894" y="14790"/>
                  </a:lnTo>
                  <a:lnTo>
                    <a:pt x="12126" y="14558"/>
                  </a:lnTo>
                  <a:lnTo>
                    <a:pt x="12280" y="14288"/>
                  </a:lnTo>
                  <a:lnTo>
                    <a:pt x="12435" y="14056"/>
                  </a:lnTo>
                  <a:lnTo>
                    <a:pt x="12512" y="13786"/>
                  </a:lnTo>
                  <a:lnTo>
                    <a:pt x="12589" y="13554"/>
                  </a:lnTo>
                  <a:lnTo>
                    <a:pt x="12628" y="13284"/>
                  </a:lnTo>
                  <a:lnTo>
                    <a:pt x="12589" y="13052"/>
                  </a:lnTo>
                  <a:lnTo>
                    <a:pt x="12512" y="12820"/>
                  </a:lnTo>
                  <a:lnTo>
                    <a:pt x="12358" y="12589"/>
                  </a:lnTo>
                  <a:lnTo>
                    <a:pt x="12165" y="12357"/>
                  </a:lnTo>
                  <a:lnTo>
                    <a:pt x="11972" y="12202"/>
                  </a:lnTo>
                  <a:lnTo>
                    <a:pt x="11740" y="12087"/>
                  </a:lnTo>
                  <a:lnTo>
                    <a:pt x="11470" y="12009"/>
                  </a:lnTo>
                  <a:lnTo>
                    <a:pt x="11238" y="12009"/>
                  </a:lnTo>
                  <a:lnTo>
                    <a:pt x="10968" y="12048"/>
                  </a:lnTo>
                  <a:lnTo>
                    <a:pt x="10736" y="12125"/>
                  </a:lnTo>
                  <a:lnTo>
                    <a:pt x="10543" y="12280"/>
                  </a:lnTo>
                  <a:lnTo>
                    <a:pt x="10388" y="12511"/>
                  </a:lnTo>
                  <a:lnTo>
                    <a:pt x="10311" y="12704"/>
                  </a:lnTo>
                  <a:lnTo>
                    <a:pt x="10273" y="12897"/>
                  </a:lnTo>
                  <a:lnTo>
                    <a:pt x="10273" y="13091"/>
                  </a:lnTo>
                  <a:lnTo>
                    <a:pt x="10311" y="13284"/>
                  </a:lnTo>
                  <a:lnTo>
                    <a:pt x="10388" y="13477"/>
                  </a:lnTo>
                  <a:lnTo>
                    <a:pt x="10504" y="13631"/>
                  </a:lnTo>
                  <a:lnTo>
                    <a:pt x="10620" y="13786"/>
                  </a:lnTo>
                  <a:lnTo>
                    <a:pt x="10813" y="13901"/>
                  </a:lnTo>
                  <a:lnTo>
                    <a:pt x="10504" y="14249"/>
                  </a:lnTo>
                  <a:lnTo>
                    <a:pt x="10157" y="14597"/>
                  </a:lnTo>
                  <a:lnTo>
                    <a:pt x="9771" y="14867"/>
                  </a:lnTo>
                  <a:lnTo>
                    <a:pt x="9431" y="15083"/>
                  </a:lnTo>
                  <a:lnTo>
                    <a:pt x="9431" y="15083"/>
                  </a:lnTo>
                  <a:lnTo>
                    <a:pt x="9462" y="15021"/>
                  </a:lnTo>
                  <a:lnTo>
                    <a:pt x="9500" y="14944"/>
                  </a:lnTo>
                  <a:lnTo>
                    <a:pt x="9462" y="14828"/>
                  </a:lnTo>
                  <a:lnTo>
                    <a:pt x="5716" y="5754"/>
                  </a:lnTo>
                  <a:lnTo>
                    <a:pt x="4789" y="3475"/>
                  </a:lnTo>
                  <a:lnTo>
                    <a:pt x="4364" y="2471"/>
                  </a:lnTo>
                  <a:lnTo>
                    <a:pt x="4133" y="1969"/>
                  </a:lnTo>
                  <a:lnTo>
                    <a:pt x="3978" y="1738"/>
                  </a:lnTo>
                  <a:lnTo>
                    <a:pt x="3824" y="1545"/>
                  </a:lnTo>
                  <a:lnTo>
                    <a:pt x="3515" y="1236"/>
                  </a:lnTo>
                  <a:lnTo>
                    <a:pt x="3129" y="965"/>
                  </a:lnTo>
                  <a:lnTo>
                    <a:pt x="2743" y="772"/>
                  </a:lnTo>
                  <a:lnTo>
                    <a:pt x="2279" y="541"/>
                  </a:lnTo>
                  <a:lnTo>
                    <a:pt x="1816" y="386"/>
                  </a:lnTo>
                  <a:lnTo>
                    <a:pt x="1391" y="232"/>
                  </a:lnTo>
                  <a:lnTo>
                    <a:pt x="54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5"/>
            <p:cNvSpPr/>
            <p:nvPr/>
          </p:nvSpPr>
          <p:spPr>
            <a:xfrm>
              <a:off x="4441350" y="3154325"/>
              <a:ext cx="84975" cy="94625"/>
            </a:xfrm>
            <a:custGeom>
              <a:avLst/>
              <a:gdLst/>
              <a:ahLst/>
              <a:cxnLst/>
              <a:rect l="l" t="t" r="r" b="b"/>
              <a:pathLst>
                <a:path w="3399" h="3785" extrusionOk="0">
                  <a:moveTo>
                    <a:pt x="77" y="1"/>
                  </a:moveTo>
                  <a:lnTo>
                    <a:pt x="0" y="78"/>
                  </a:lnTo>
                  <a:lnTo>
                    <a:pt x="0" y="116"/>
                  </a:lnTo>
                  <a:lnTo>
                    <a:pt x="348" y="889"/>
                  </a:lnTo>
                  <a:lnTo>
                    <a:pt x="811" y="1661"/>
                  </a:lnTo>
                  <a:lnTo>
                    <a:pt x="1274" y="2395"/>
                  </a:lnTo>
                  <a:lnTo>
                    <a:pt x="1738" y="3090"/>
                  </a:lnTo>
                  <a:lnTo>
                    <a:pt x="2008" y="3437"/>
                  </a:lnTo>
                  <a:lnTo>
                    <a:pt x="2201" y="3553"/>
                  </a:lnTo>
                  <a:lnTo>
                    <a:pt x="2394" y="3669"/>
                  </a:lnTo>
                  <a:lnTo>
                    <a:pt x="2587" y="3746"/>
                  </a:lnTo>
                  <a:lnTo>
                    <a:pt x="2780" y="3785"/>
                  </a:lnTo>
                  <a:lnTo>
                    <a:pt x="3012" y="3708"/>
                  </a:lnTo>
                  <a:lnTo>
                    <a:pt x="3205" y="3592"/>
                  </a:lnTo>
                  <a:lnTo>
                    <a:pt x="3321" y="3437"/>
                  </a:lnTo>
                  <a:lnTo>
                    <a:pt x="3398" y="3244"/>
                  </a:lnTo>
                  <a:lnTo>
                    <a:pt x="3398" y="3090"/>
                  </a:lnTo>
                  <a:lnTo>
                    <a:pt x="3398" y="2897"/>
                  </a:lnTo>
                  <a:lnTo>
                    <a:pt x="3360" y="2704"/>
                  </a:lnTo>
                  <a:lnTo>
                    <a:pt x="3282" y="2511"/>
                  </a:lnTo>
                  <a:lnTo>
                    <a:pt x="3128" y="2163"/>
                  </a:lnTo>
                  <a:lnTo>
                    <a:pt x="2935" y="2240"/>
                  </a:lnTo>
                  <a:lnTo>
                    <a:pt x="3051" y="2588"/>
                  </a:lnTo>
                  <a:lnTo>
                    <a:pt x="3089" y="2742"/>
                  </a:lnTo>
                  <a:lnTo>
                    <a:pt x="3128" y="2858"/>
                  </a:lnTo>
                  <a:lnTo>
                    <a:pt x="2896" y="3012"/>
                  </a:lnTo>
                  <a:lnTo>
                    <a:pt x="2665" y="3128"/>
                  </a:lnTo>
                  <a:lnTo>
                    <a:pt x="2510" y="3206"/>
                  </a:lnTo>
                  <a:lnTo>
                    <a:pt x="2317" y="3206"/>
                  </a:lnTo>
                  <a:lnTo>
                    <a:pt x="2201" y="3167"/>
                  </a:lnTo>
                  <a:lnTo>
                    <a:pt x="2047" y="3090"/>
                  </a:lnTo>
                  <a:lnTo>
                    <a:pt x="1931" y="2935"/>
                  </a:lnTo>
                  <a:lnTo>
                    <a:pt x="1854" y="2742"/>
                  </a:lnTo>
                  <a:lnTo>
                    <a:pt x="1699" y="2511"/>
                  </a:lnTo>
                  <a:lnTo>
                    <a:pt x="1081" y="1507"/>
                  </a:lnTo>
                  <a:lnTo>
                    <a:pt x="618" y="773"/>
                  </a:lnTo>
                  <a:lnTo>
                    <a:pt x="386" y="387"/>
                  </a:lnTo>
                  <a:lnTo>
                    <a:pt x="116" y="39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5"/>
            <p:cNvSpPr/>
            <p:nvPr/>
          </p:nvSpPr>
          <p:spPr>
            <a:xfrm>
              <a:off x="4212550" y="2732450"/>
              <a:ext cx="315700" cy="477900"/>
            </a:xfrm>
            <a:custGeom>
              <a:avLst/>
              <a:gdLst/>
              <a:ahLst/>
              <a:cxnLst/>
              <a:rect l="l" t="t" r="r" b="b"/>
              <a:pathLst>
                <a:path w="12628" h="19116" extrusionOk="0">
                  <a:moveTo>
                    <a:pt x="1004" y="619"/>
                  </a:moveTo>
                  <a:lnTo>
                    <a:pt x="1661" y="850"/>
                  </a:lnTo>
                  <a:lnTo>
                    <a:pt x="2317" y="1121"/>
                  </a:lnTo>
                  <a:lnTo>
                    <a:pt x="2742" y="1352"/>
                  </a:lnTo>
                  <a:lnTo>
                    <a:pt x="3167" y="1584"/>
                  </a:lnTo>
                  <a:lnTo>
                    <a:pt x="3321" y="1700"/>
                  </a:lnTo>
                  <a:lnTo>
                    <a:pt x="3476" y="1854"/>
                  </a:lnTo>
                  <a:lnTo>
                    <a:pt x="3669" y="2125"/>
                  </a:lnTo>
                  <a:lnTo>
                    <a:pt x="3862" y="2472"/>
                  </a:lnTo>
                  <a:lnTo>
                    <a:pt x="4016" y="2820"/>
                  </a:lnTo>
                  <a:lnTo>
                    <a:pt x="5677" y="6797"/>
                  </a:lnTo>
                  <a:lnTo>
                    <a:pt x="9075" y="15022"/>
                  </a:lnTo>
                  <a:lnTo>
                    <a:pt x="9152" y="15099"/>
                  </a:lnTo>
                  <a:lnTo>
                    <a:pt x="9191" y="15138"/>
                  </a:lnTo>
                  <a:lnTo>
                    <a:pt x="9345" y="15138"/>
                  </a:lnTo>
                  <a:lnTo>
                    <a:pt x="8920" y="15370"/>
                  </a:lnTo>
                  <a:lnTo>
                    <a:pt x="7955" y="13516"/>
                  </a:lnTo>
                  <a:lnTo>
                    <a:pt x="6990" y="11663"/>
                  </a:lnTo>
                  <a:lnTo>
                    <a:pt x="5020" y="7956"/>
                  </a:lnTo>
                  <a:lnTo>
                    <a:pt x="3012" y="4287"/>
                  </a:lnTo>
                  <a:lnTo>
                    <a:pt x="1004" y="619"/>
                  </a:lnTo>
                  <a:close/>
                  <a:moveTo>
                    <a:pt x="657" y="503"/>
                  </a:moveTo>
                  <a:lnTo>
                    <a:pt x="657" y="541"/>
                  </a:lnTo>
                  <a:lnTo>
                    <a:pt x="4673" y="8033"/>
                  </a:lnTo>
                  <a:lnTo>
                    <a:pt x="6719" y="11740"/>
                  </a:lnTo>
                  <a:lnTo>
                    <a:pt x="7762" y="13593"/>
                  </a:lnTo>
                  <a:lnTo>
                    <a:pt x="8805" y="15447"/>
                  </a:lnTo>
                  <a:lnTo>
                    <a:pt x="8650" y="15524"/>
                  </a:lnTo>
                  <a:lnTo>
                    <a:pt x="7414" y="13748"/>
                  </a:lnTo>
                  <a:lnTo>
                    <a:pt x="6179" y="12010"/>
                  </a:lnTo>
                  <a:lnTo>
                    <a:pt x="3592" y="8535"/>
                  </a:lnTo>
                  <a:lnTo>
                    <a:pt x="2317" y="6758"/>
                  </a:lnTo>
                  <a:lnTo>
                    <a:pt x="1004" y="4944"/>
                  </a:lnTo>
                  <a:lnTo>
                    <a:pt x="850" y="4712"/>
                  </a:lnTo>
                  <a:lnTo>
                    <a:pt x="734" y="4480"/>
                  </a:lnTo>
                  <a:lnTo>
                    <a:pt x="618" y="4210"/>
                  </a:lnTo>
                  <a:lnTo>
                    <a:pt x="541" y="3940"/>
                  </a:lnTo>
                  <a:lnTo>
                    <a:pt x="464" y="3399"/>
                  </a:lnTo>
                  <a:lnTo>
                    <a:pt x="425" y="2820"/>
                  </a:lnTo>
                  <a:lnTo>
                    <a:pt x="464" y="2241"/>
                  </a:lnTo>
                  <a:lnTo>
                    <a:pt x="502" y="1661"/>
                  </a:lnTo>
                  <a:lnTo>
                    <a:pt x="657" y="503"/>
                  </a:lnTo>
                  <a:close/>
                  <a:moveTo>
                    <a:pt x="11508" y="12280"/>
                  </a:moveTo>
                  <a:lnTo>
                    <a:pt x="11662" y="12358"/>
                  </a:lnTo>
                  <a:lnTo>
                    <a:pt x="11817" y="12435"/>
                  </a:lnTo>
                  <a:lnTo>
                    <a:pt x="12164" y="12860"/>
                  </a:lnTo>
                  <a:lnTo>
                    <a:pt x="12241" y="13053"/>
                  </a:lnTo>
                  <a:lnTo>
                    <a:pt x="12280" y="13246"/>
                  </a:lnTo>
                  <a:lnTo>
                    <a:pt x="12241" y="13439"/>
                  </a:lnTo>
                  <a:lnTo>
                    <a:pt x="12203" y="13632"/>
                  </a:lnTo>
                  <a:lnTo>
                    <a:pt x="12048" y="14018"/>
                  </a:lnTo>
                  <a:lnTo>
                    <a:pt x="11855" y="14366"/>
                  </a:lnTo>
                  <a:lnTo>
                    <a:pt x="11508" y="14790"/>
                  </a:lnTo>
                  <a:lnTo>
                    <a:pt x="11121" y="15176"/>
                  </a:lnTo>
                  <a:lnTo>
                    <a:pt x="10697" y="15524"/>
                  </a:lnTo>
                  <a:lnTo>
                    <a:pt x="10272" y="15872"/>
                  </a:lnTo>
                  <a:lnTo>
                    <a:pt x="10156" y="15872"/>
                  </a:lnTo>
                  <a:lnTo>
                    <a:pt x="10118" y="15987"/>
                  </a:lnTo>
                  <a:lnTo>
                    <a:pt x="9770" y="16180"/>
                  </a:lnTo>
                  <a:lnTo>
                    <a:pt x="9114" y="16605"/>
                  </a:lnTo>
                  <a:lnTo>
                    <a:pt x="8457" y="16953"/>
                  </a:lnTo>
                  <a:lnTo>
                    <a:pt x="7723" y="17262"/>
                  </a:lnTo>
                  <a:lnTo>
                    <a:pt x="6990" y="17493"/>
                  </a:lnTo>
                  <a:lnTo>
                    <a:pt x="6642" y="17609"/>
                  </a:lnTo>
                  <a:lnTo>
                    <a:pt x="6295" y="17648"/>
                  </a:lnTo>
                  <a:lnTo>
                    <a:pt x="5754" y="17648"/>
                  </a:lnTo>
                  <a:lnTo>
                    <a:pt x="5561" y="17571"/>
                  </a:lnTo>
                  <a:lnTo>
                    <a:pt x="5445" y="17493"/>
                  </a:lnTo>
                  <a:lnTo>
                    <a:pt x="5329" y="17416"/>
                  </a:lnTo>
                  <a:lnTo>
                    <a:pt x="5098" y="17184"/>
                  </a:lnTo>
                  <a:lnTo>
                    <a:pt x="4982" y="16876"/>
                  </a:lnTo>
                  <a:lnTo>
                    <a:pt x="4904" y="16605"/>
                  </a:lnTo>
                  <a:lnTo>
                    <a:pt x="4943" y="16412"/>
                  </a:lnTo>
                  <a:lnTo>
                    <a:pt x="4982" y="16219"/>
                  </a:lnTo>
                  <a:lnTo>
                    <a:pt x="5059" y="16065"/>
                  </a:lnTo>
                  <a:lnTo>
                    <a:pt x="5175" y="15949"/>
                  </a:lnTo>
                  <a:lnTo>
                    <a:pt x="5291" y="15833"/>
                  </a:lnTo>
                  <a:lnTo>
                    <a:pt x="5406" y="15756"/>
                  </a:lnTo>
                  <a:lnTo>
                    <a:pt x="5522" y="15717"/>
                  </a:lnTo>
                  <a:lnTo>
                    <a:pt x="5638" y="15756"/>
                  </a:lnTo>
                  <a:lnTo>
                    <a:pt x="5793" y="15833"/>
                  </a:lnTo>
                  <a:lnTo>
                    <a:pt x="5947" y="15949"/>
                  </a:lnTo>
                  <a:lnTo>
                    <a:pt x="6063" y="16142"/>
                  </a:lnTo>
                  <a:lnTo>
                    <a:pt x="6256" y="16374"/>
                  </a:lnTo>
                  <a:lnTo>
                    <a:pt x="6102" y="16412"/>
                  </a:lnTo>
                  <a:lnTo>
                    <a:pt x="6024" y="16451"/>
                  </a:lnTo>
                  <a:lnTo>
                    <a:pt x="6024" y="16567"/>
                  </a:lnTo>
                  <a:lnTo>
                    <a:pt x="6063" y="16644"/>
                  </a:lnTo>
                  <a:lnTo>
                    <a:pt x="6140" y="16644"/>
                  </a:lnTo>
                  <a:lnTo>
                    <a:pt x="6912" y="16567"/>
                  </a:lnTo>
                  <a:lnTo>
                    <a:pt x="7685" y="16374"/>
                  </a:lnTo>
                  <a:lnTo>
                    <a:pt x="8496" y="16065"/>
                  </a:lnTo>
                  <a:lnTo>
                    <a:pt x="9229" y="15717"/>
                  </a:lnTo>
                  <a:lnTo>
                    <a:pt x="9616" y="15485"/>
                  </a:lnTo>
                  <a:lnTo>
                    <a:pt x="9963" y="15254"/>
                  </a:lnTo>
                  <a:lnTo>
                    <a:pt x="10272" y="15022"/>
                  </a:lnTo>
                  <a:lnTo>
                    <a:pt x="10581" y="14752"/>
                  </a:lnTo>
                  <a:lnTo>
                    <a:pt x="10890" y="14481"/>
                  </a:lnTo>
                  <a:lnTo>
                    <a:pt x="11121" y="14173"/>
                  </a:lnTo>
                  <a:lnTo>
                    <a:pt x="11353" y="13825"/>
                  </a:lnTo>
                  <a:lnTo>
                    <a:pt x="11546" y="13516"/>
                  </a:lnTo>
                  <a:lnTo>
                    <a:pt x="11546" y="13439"/>
                  </a:lnTo>
                  <a:lnTo>
                    <a:pt x="11546" y="13362"/>
                  </a:lnTo>
                  <a:lnTo>
                    <a:pt x="11508" y="13284"/>
                  </a:lnTo>
                  <a:lnTo>
                    <a:pt x="11430" y="13246"/>
                  </a:lnTo>
                  <a:lnTo>
                    <a:pt x="11237" y="13246"/>
                  </a:lnTo>
                  <a:lnTo>
                    <a:pt x="11160" y="13323"/>
                  </a:lnTo>
                  <a:lnTo>
                    <a:pt x="10967" y="13671"/>
                  </a:lnTo>
                  <a:lnTo>
                    <a:pt x="10774" y="13555"/>
                  </a:lnTo>
                  <a:lnTo>
                    <a:pt x="10658" y="13439"/>
                  </a:lnTo>
                  <a:lnTo>
                    <a:pt x="10619" y="13284"/>
                  </a:lnTo>
                  <a:lnTo>
                    <a:pt x="10581" y="13169"/>
                  </a:lnTo>
                  <a:lnTo>
                    <a:pt x="10619" y="13014"/>
                  </a:lnTo>
                  <a:lnTo>
                    <a:pt x="10658" y="12860"/>
                  </a:lnTo>
                  <a:lnTo>
                    <a:pt x="10851" y="12628"/>
                  </a:lnTo>
                  <a:lnTo>
                    <a:pt x="10928" y="12473"/>
                  </a:lnTo>
                  <a:lnTo>
                    <a:pt x="11044" y="12358"/>
                  </a:lnTo>
                  <a:lnTo>
                    <a:pt x="11121" y="12319"/>
                  </a:lnTo>
                  <a:lnTo>
                    <a:pt x="11237" y="12280"/>
                  </a:lnTo>
                  <a:close/>
                  <a:moveTo>
                    <a:pt x="425" y="1"/>
                  </a:moveTo>
                  <a:lnTo>
                    <a:pt x="348" y="40"/>
                  </a:lnTo>
                  <a:lnTo>
                    <a:pt x="271" y="117"/>
                  </a:lnTo>
                  <a:lnTo>
                    <a:pt x="232" y="194"/>
                  </a:lnTo>
                  <a:lnTo>
                    <a:pt x="78" y="2588"/>
                  </a:lnTo>
                  <a:lnTo>
                    <a:pt x="39" y="3013"/>
                  </a:lnTo>
                  <a:lnTo>
                    <a:pt x="0" y="3476"/>
                  </a:lnTo>
                  <a:lnTo>
                    <a:pt x="39" y="3901"/>
                  </a:lnTo>
                  <a:lnTo>
                    <a:pt x="116" y="4326"/>
                  </a:lnTo>
                  <a:lnTo>
                    <a:pt x="232" y="4519"/>
                  </a:lnTo>
                  <a:lnTo>
                    <a:pt x="348" y="4751"/>
                  </a:lnTo>
                  <a:lnTo>
                    <a:pt x="618" y="5175"/>
                  </a:lnTo>
                  <a:lnTo>
                    <a:pt x="1236" y="5986"/>
                  </a:lnTo>
                  <a:lnTo>
                    <a:pt x="2665" y="7956"/>
                  </a:lnTo>
                  <a:lnTo>
                    <a:pt x="5445" y="11817"/>
                  </a:lnTo>
                  <a:lnTo>
                    <a:pt x="6874" y="13748"/>
                  </a:lnTo>
                  <a:lnTo>
                    <a:pt x="8341" y="15640"/>
                  </a:lnTo>
                  <a:lnTo>
                    <a:pt x="7492" y="15987"/>
                  </a:lnTo>
                  <a:lnTo>
                    <a:pt x="6642" y="16258"/>
                  </a:lnTo>
                  <a:lnTo>
                    <a:pt x="6681" y="16103"/>
                  </a:lnTo>
                  <a:lnTo>
                    <a:pt x="6681" y="15949"/>
                  </a:lnTo>
                  <a:lnTo>
                    <a:pt x="6642" y="15756"/>
                  </a:lnTo>
                  <a:lnTo>
                    <a:pt x="6565" y="15640"/>
                  </a:lnTo>
                  <a:lnTo>
                    <a:pt x="6488" y="15485"/>
                  </a:lnTo>
                  <a:lnTo>
                    <a:pt x="6333" y="15370"/>
                  </a:lnTo>
                  <a:lnTo>
                    <a:pt x="6179" y="15292"/>
                  </a:lnTo>
                  <a:lnTo>
                    <a:pt x="6024" y="15254"/>
                  </a:lnTo>
                  <a:lnTo>
                    <a:pt x="5715" y="15254"/>
                  </a:lnTo>
                  <a:lnTo>
                    <a:pt x="5484" y="15292"/>
                  </a:lnTo>
                  <a:lnTo>
                    <a:pt x="5213" y="15408"/>
                  </a:lnTo>
                  <a:lnTo>
                    <a:pt x="5020" y="15601"/>
                  </a:lnTo>
                  <a:lnTo>
                    <a:pt x="4827" y="15794"/>
                  </a:lnTo>
                  <a:lnTo>
                    <a:pt x="4711" y="16026"/>
                  </a:lnTo>
                  <a:lnTo>
                    <a:pt x="4596" y="16296"/>
                  </a:lnTo>
                  <a:lnTo>
                    <a:pt x="4596" y="16567"/>
                  </a:lnTo>
                  <a:lnTo>
                    <a:pt x="4634" y="16991"/>
                  </a:lnTo>
                  <a:lnTo>
                    <a:pt x="4750" y="17300"/>
                  </a:lnTo>
                  <a:lnTo>
                    <a:pt x="4904" y="17532"/>
                  </a:lnTo>
                  <a:lnTo>
                    <a:pt x="5098" y="17725"/>
                  </a:lnTo>
                  <a:lnTo>
                    <a:pt x="5368" y="17841"/>
                  </a:lnTo>
                  <a:lnTo>
                    <a:pt x="5677" y="17918"/>
                  </a:lnTo>
                  <a:lnTo>
                    <a:pt x="6024" y="17957"/>
                  </a:lnTo>
                  <a:lnTo>
                    <a:pt x="6372" y="17918"/>
                  </a:lnTo>
                  <a:lnTo>
                    <a:pt x="6719" y="17841"/>
                  </a:lnTo>
                  <a:lnTo>
                    <a:pt x="7106" y="17764"/>
                  </a:lnTo>
                  <a:lnTo>
                    <a:pt x="7878" y="17532"/>
                  </a:lnTo>
                  <a:lnTo>
                    <a:pt x="8573" y="17223"/>
                  </a:lnTo>
                  <a:lnTo>
                    <a:pt x="9152" y="16953"/>
                  </a:lnTo>
                  <a:lnTo>
                    <a:pt x="9229" y="16876"/>
                  </a:lnTo>
                  <a:lnTo>
                    <a:pt x="9461" y="16760"/>
                  </a:lnTo>
                  <a:lnTo>
                    <a:pt x="10233" y="16258"/>
                  </a:lnTo>
                  <a:lnTo>
                    <a:pt x="10813" y="17107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5"/>
                  </a:lnTo>
                  <a:lnTo>
                    <a:pt x="12280" y="19038"/>
                  </a:lnTo>
                  <a:lnTo>
                    <a:pt x="12203" y="18884"/>
                  </a:lnTo>
                  <a:lnTo>
                    <a:pt x="11817" y="18150"/>
                  </a:lnTo>
                  <a:lnTo>
                    <a:pt x="11392" y="17455"/>
                  </a:lnTo>
                  <a:lnTo>
                    <a:pt x="10928" y="16760"/>
                  </a:lnTo>
                  <a:lnTo>
                    <a:pt x="10465" y="16103"/>
                  </a:lnTo>
                  <a:lnTo>
                    <a:pt x="10967" y="15717"/>
                  </a:lnTo>
                  <a:lnTo>
                    <a:pt x="11469" y="15254"/>
                  </a:lnTo>
                  <a:lnTo>
                    <a:pt x="11894" y="14790"/>
                  </a:lnTo>
                  <a:lnTo>
                    <a:pt x="12125" y="14559"/>
                  </a:lnTo>
                  <a:lnTo>
                    <a:pt x="12280" y="14288"/>
                  </a:lnTo>
                  <a:lnTo>
                    <a:pt x="12434" y="14057"/>
                  </a:lnTo>
                  <a:lnTo>
                    <a:pt x="12512" y="13786"/>
                  </a:lnTo>
                  <a:lnTo>
                    <a:pt x="12589" y="13555"/>
                  </a:lnTo>
                  <a:lnTo>
                    <a:pt x="12627" y="13284"/>
                  </a:lnTo>
                  <a:lnTo>
                    <a:pt x="12589" y="13053"/>
                  </a:lnTo>
                  <a:lnTo>
                    <a:pt x="12512" y="12821"/>
                  </a:lnTo>
                  <a:lnTo>
                    <a:pt x="12357" y="12589"/>
                  </a:lnTo>
                  <a:lnTo>
                    <a:pt x="12164" y="12358"/>
                  </a:lnTo>
                  <a:lnTo>
                    <a:pt x="11971" y="12203"/>
                  </a:lnTo>
                  <a:lnTo>
                    <a:pt x="11739" y="12087"/>
                  </a:lnTo>
                  <a:lnTo>
                    <a:pt x="11469" y="12010"/>
                  </a:lnTo>
                  <a:lnTo>
                    <a:pt x="11237" y="12010"/>
                  </a:lnTo>
                  <a:lnTo>
                    <a:pt x="10967" y="12049"/>
                  </a:lnTo>
                  <a:lnTo>
                    <a:pt x="10735" y="12126"/>
                  </a:lnTo>
                  <a:lnTo>
                    <a:pt x="10542" y="12280"/>
                  </a:lnTo>
                  <a:lnTo>
                    <a:pt x="10388" y="12512"/>
                  </a:lnTo>
                  <a:lnTo>
                    <a:pt x="10311" y="12705"/>
                  </a:lnTo>
                  <a:lnTo>
                    <a:pt x="10272" y="12898"/>
                  </a:lnTo>
                  <a:lnTo>
                    <a:pt x="10272" y="13091"/>
                  </a:lnTo>
                  <a:lnTo>
                    <a:pt x="10311" y="13284"/>
                  </a:lnTo>
                  <a:lnTo>
                    <a:pt x="10388" y="13477"/>
                  </a:lnTo>
                  <a:lnTo>
                    <a:pt x="10504" y="13632"/>
                  </a:lnTo>
                  <a:lnTo>
                    <a:pt x="10619" y="13786"/>
                  </a:lnTo>
                  <a:lnTo>
                    <a:pt x="10813" y="13902"/>
                  </a:lnTo>
                  <a:lnTo>
                    <a:pt x="10504" y="14250"/>
                  </a:lnTo>
                  <a:lnTo>
                    <a:pt x="10156" y="14597"/>
                  </a:lnTo>
                  <a:lnTo>
                    <a:pt x="9770" y="14868"/>
                  </a:lnTo>
                  <a:lnTo>
                    <a:pt x="9430" y="15084"/>
                  </a:lnTo>
                  <a:lnTo>
                    <a:pt x="9461" y="15022"/>
                  </a:lnTo>
                  <a:lnTo>
                    <a:pt x="9500" y="14945"/>
                  </a:lnTo>
                  <a:lnTo>
                    <a:pt x="9461" y="14829"/>
                  </a:lnTo>
                  <a:lnTo>
                    <a:pt x="5715" y="5754"/>
                  </a:lnTo>
                  <a:lnTo>
                    <a:pt x="4789" y="3476"/>
                  </a:lnTo>
                  <a:lnTo>
                    <a:pt x="4364" y="2472"/>
                  </a:lnTo>
                  <a:lnTo>
                    <a:pt x="4132" y="1970"/>
                  </a:lnTo>
                  <a:lnTo>
                    <a:pt x="3978" y="1739"/>
                  </a:lnTo>
                  <a:lnTo>
                    <a:pt x="3823" y="1545"/>
                  </a:lnTo>
                  <a:lnTo>
                    <a:pt x="3514" y="1237"/>
                  </a:lnTo>
                  <a:lnTo>
                    <a:pt x="3128" y="966"/>
                  </a:lnTo>
                  <a:lnTo>
                    <a:pt x="2742" y="773"/>
                  </a:lnTo>
                  <a:lnTo>
                    <a:pt x="2279" y="541"/>
                  </a:lnTo>
                  <a:lnTo>
                    <a:pt x="1815" y="387"/>
                  </a:lnTo>
                  <a:lnTo>
                    <a:pt x="1391" y="233"/>
                  </a:lnTo>
                  <a:lnTo>
                    <a:pt x="54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5"/>
            <p:cNvSpPr/>
            <p:nvPr/>
          </p:nvSpPr>
          <p:spPr>
            <a:xfrm>
              <a:off x="6549700" y="3335825"/>
              <a:ext cx="85000" cy="94625"/>
            </a:xfrm>
            <a:custGeom>
              <a:avLst/>
              <a:gdLst/>
              <a:ahLst/>
              <a:cxnLst/>
              <a:rect l="l" t="t" r="r" b="b"/>
              <a:pathLst>
                <a:path w="3400" h="3785" extrusionOk="0">
                  <a:moveTo>
                    <a:pt x="78" y="0"/>
                  </a:moveTo>
                  <a:lnTo>
                    <a:pt x="1" y="77"/>
                  </a:lnTo>
                  <a:lnTo>
                    <a:pt x="1" y="116"/>
                  </a:lnTo>
                  <a:lnTo>
                    <a:pt x="349" y="888"/>
                  </a:lnTo>
                  <a:lnTo>
                    <a:pt x="812" y="1661"/>
                  </a:lnTo>
                  <a:lnTo>
                    <a:pt x="1275" y="2394"/>
                  </a:lnTo>
                  <a:lnTo>
                    <a:pt x="1739" y="3089"/>
                  </a:lnTo>
                  <a:lnTo>
                    <a:pt x="2009" y="3437"/>
                  </a:lnTo>
                  <a:lnTo>
                    <a:pt x="2202" y="3553"/>
                  </a:lnTo>
                  <a:lnTo>
                    <a:pt x="2395" y="3669"/>
                  </a:lnTo>
                  <a:lnTo>
                    <a:pt x="2588" y="3746"/>
                  </a:lnTo>
                  <a:lnTo>
                    <a:pt x="2781" y="3784"/>
                  </a:lnTo>
                  <a:lnTo>
                    <a:pt x="3013" y="3707"/>
                  </a:lnTo>
                  <a:lnTo>
                    <a:pt x="3206" y="3591"/>
                  </a:lnTo>
                  <a:lnTo>
                    <a:pt x="3322" y="3437"/>
                  </a:lnTo>
                  <a:lnTo>
                    <a:pt x="3399" y="3244"/>
                  </a:lnTo>
                  <a:lnTo>
                    <a:pt x="3399" y="3089"/>
                  </a:lnTo>
                  <a:lnTo>
                    <a:pt x="3399" y="2896"/>
                  </a:lnTo>
                  <a:lnTo>
                    <a:pt x="3360" y="2703"/>
                  </a:lnTo>
                  <a:lnTo>
                    <a:pt x="3283" y="2510"/>
                  </a:lnTo>
                  <a:lnTo>
                    <a:pt x="3129" y="2163"/>
                  </a:lnTo>
                  <a:lnTo>
                    <a:pt x="2936" y="2240"/>
                  </a:lnTo>
                  <a:lnTo>
                    <a:pt x="3052" y="2587"/>
                  </a:lnTo>
                  <a:lnTo>
                    <a:pt x="3090" y="2742"/>
                  </a:lnTo>
                  <a:lnTo>
                    <a:pt x="3129" y="2858"/>
                  </a:lnTo>
                  <a:lnTo>
                    <a:pt x="2897" y="3012"/>
                  </a:lnTo>
                  <a:lnTo>
                    <a:pt x="2665" y="3128"/>
                  </a:lnTo>
                  <a:lnTo>
                    <a:pt x="2511" y="3205"/>
                  </a:lnTo>
                  <a:lnTo>
                    <a:pt x="2318" y="3205"/>
                  </a:lnTo>
                  <a:lnTo>
                    <a:pt x="2202" y="3167"/>
                  </a:lnTo>
                  <a:lnTo>
                    <a:pt x="2048" y="3089"/>
                  </a:lnTo>
                  <a:lnTo>
                    <a:pt x="1932" y="2935"/>
                  </a:lnTo>
                  <a:lnTo>
                    <a:pt x="1855" y="2742"/>
                  </a:lnTo>
                  <a:lnTo>
                    <a:pt x="1700" y="2510"/>
                  </a:lnTo>
                  <a:lnTo>
                    <a:pt x="1082" y="1506"/>
                  </a:lnTo>
                  <a:lnTo>
                    <a:pt x="619" y="772"/>
                  </a:lnTo>
                  <a:lnTo>
                    <a:pt x="387" y="386"/>
                  </a:lnTo>
                  <a:lnTo>
                    <a:pt x="117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5"/>
            <p:cNvSpPr/>
            <p:nvPr/>
          </p:nvSpPr>
          <p:spPr>
            <a:xfrm>
              <a:off x="6320925" y="2913950"/>
              <a:ext cx="315700" cy="477875"/>
            </a:xfrm>
            <a:custGeom>
              <a:avLst/>
              <a:gdLst/>
              <a:ahLst/>
              <a:cxnLst/>
              <a:rect l="l" t="t" r="r" b="b"/>
              <a:pathLst>
                <a:path w="12628" h="19115" extrusionOk="0">
                  <a:moveTo>
                    <a:pt x="1004" y="618"/>
                  </a:moveTo>
                  <a:lnTo>
                    <a:pt x="1661" y="850"/>
                  </a:lnTo>
                  <a:lnTo>
                    <a:pt x="2317" y="1120"/>
                  </a:lnTo>
                  <a:lnTo>
                    <a:pt x="2742" y="1352"/>
                  </a:lnTo>
                  <a:lnTo>
                    <a:pt x="3167" y="1584"/>
                  </a:lnTo>
                  <a:lnTo>
                    <a:pt x="3321" y="1700"/>
                  </a:lnTo>
                  <a:lnTo>
                    <a:pt x="3476" y="1854"/>
                  </a:lnTo>
                  <a:lnTo>
                    <a:pt x="3669" y="2124"/>
                  </a:lnTo>
                  <a:lnTo>
                    <a:pt x="3862" y="2472"/>
                  </a:lnTo>
                  <a:lnTo>
                    <a:pt x="4016" y="2819"/>
                  </a:lnTo>
                  <a:lnTo>
                    <a:pt x="5677" y="6797"/>
                  </a:lnTo>
                  <a:lnTo>
                    <a:pt x="9075" y="15022"/>
                  </a:lnTo>
                  <a:lnTo>
                    <a:pt x="9152" y="15099"/>
                  </a:lnTo>
                  <a:lnTo>
                    <a:pt x="9191" y="15137"/>
                  </a:lnTo>
                  <a:lnTo>
                    <a:pt x="9345" y="15137"/>
                  </a:lnTo>
                  <a:lnTo>
                    <a:pt x="8920" y="15369"/>
                  </a:lnTo>
                  <a:lnTo>
                    <a:pt x="7955" y="13516"/>
                  </a:lnTo>
                  <a:lnTo>
                    <a:pt x="6990" y="11662"/>
                  </a:lnTo>
                  <a:lnTo>
                    <a:pt x="5020" y="7955"/>
                  </a:lnTo>
                  <a:lnTo>
                    <a:pt x="3012" y="4287"/>
                  </a:lnTo>
                  <a:lnTo>
                    <a:pt x="1004" y="618"/>
                  </a:lnTo>
                  <a:close/>
                  <a:moveTo>
                    <a:pt x="657" y="502"/>
                  </a:moveTo>
                  <a:lnTo>
                    <a:pt x="657" y="541"/>
                  </a:lnTo>
                  <a:lnTo>
                    <a:pt x="4673" y="8032"/>
                  </a:lnTo>
                  <a:lnTo>
                    <a:pt x="6719" y="11739"/>
                  </a:lnTo>
                  <a:lnTo>
                    <a:pt x="7762" y="13593"/>
                  </a:lnTo>
                  <a:lnTo>
                    <a:pt x="8804" y="15446"/>
                  </a:lnTo>
                  <a:lnTo>
                    <a:pt x="8650" y="15524"/>
                  </a:lnTo>
                  <a:lnTo>
                    <a:pt x="7414" y="13747"/>
                  </a:lnTo>
                  <a:lnTo>
                    <a:pt x="6179" y="12010"/>
                  </a:lnTo>
                  <a:lnTo>
                    <a:pt x="3591" y="8534"/>
                  </a:lnTo>
                  <a:lnTo>
                    <a:pt x="2317" y="6758"/>
                  </a:lnTo>
                  <a:lnTo>
                    <a:pt x="1004" y="4943"/>
                  </a:lnTo>
                  <a:lnTo>
                    <a:pt x="850" y="4711"/>
                  </a:lnTo>
                  <a:lnTo>
                    <a:pt x="734" y="4480"/>
                  </a:lnTo>
                  <a:lnTo>
                    <a:pt x="618" y="4209"/>
                  </a:lnTo>
                  <a:lnTo>
                    <a:pt x="541" y="3939"/>
                  </a:lnTo>
                  <a:lnTo>
                    <a:pt x="464" y="3399"/>
                  </a:lnTo>
                  <a:lnTo>
                    <a:pt x="425" y="2819"/>
                  </a:lnTo>
                  <a:lnTo>
                    <a:pt x="464" y="2240"/>
                  </a:lnTo>
                  <a:lnTo>
                    <a:pt x="502" y="1661"/>
                  </a:lnTo>
                  <a:lnTo>
                    <a:pt x="657" y="502"/>
                  </a:lnTo>
                  <a:close/>
                  <a:moveTo>
                    <a:pt x="11508" y="12280"/>
                  </a:moveTo>
                  <a:lnTo>
                    <a:pt x="11662" y="12357"/>
                  </a:lnTo>
                  <a:lnTo>
                    <a:pt x="11816" y="12434"/>
                  </a:lnTo>
                  <a:lnTo>
                    <a:pt x="12164" y="12859"/>
                  </a:lnTo>
                  <a:lnTo>
                    <a:pt x="12241" y="13052"/>
                  </a:lnTo>
                  <a:lnTo>
                    <a:pt x="12280" y="13245"/>
                  </a:lnTo>
                  <a:lnTo>
                    <a:pt x="12241" y="13438"/>
                  </a:lnTo>
                  <a:lnTo>
                    <a:pt x="12203" y="13631"/>
                  </a:lnTo>
                  <a:lnTo>
                    <a:pt x="12048" y="14018"/>
                  </a:lnTo>
                  <a:lnTo>
                    <a:pt x="11855" y="14365"/>
                  </a:lnTo>
                  <a:lnTo>
                    <a:pt x="11508" y="14790"/>
                  </a:lnTo>
                  <a:lnTo>
                    <a:pt x="11121" y="15176"/>
                  </a:lnTo>
                  <a:lnTo>
                    <a:pt x="10697" y="15524"/>
                  </a:lnTo>
                  <a:lnTo>
                    <a:pt x="10272" y="15871"/>
                  </a:lnTo>
                  <a:lnTo>
                    <a:pt x="10156" y="15871"/>
                  </a:lnTo>
                  <a:lnTo>
                    <a:pt x="10117" y="15987"/>
                  </a:lnTo>
                  <a:lnTo>
                    <a:pt x="9770" y="16180"/>
                  </a:lnTo>
                  <a:lnTo>
                    <a:pt x="9113" y="16605"/>
                  </a:lnTo>
                  <a:lnTo>
                    <a:pt x="8457" y="16952"/>
                  </a:lnTo>
                  <a:lnTo>
                    <a:pt x="7723" y="17261"/>
                  </a:lnTo>
                  <a:lnTo>
                    <a:pt x="6990" y="17493"/>
                  </a:lnTo>
                  <a:lnTo>
                    <a:pt x="6642" y="17609"/>
                  </a:lnTo>
                  <a:lnTo>
                    <a:pt x="6294" y="17647"/>
                  </a:lnTo>
                  <a:lnTo>
                    <a:pt x="5754" y="17647"/>
                  </a:lnTo>
                  <a:lnTo>
                    <a:pt x="5561" y="17570"/>
                  </a:lnTo>
                  <a:lnTo>
                    <a:pt x="5445" y="17493"/>
                  </a:lnTo>
                  <a:lnTo>
                    <a:pt x="5329" y="17416"/>
                  </a:lnTo>
                  <a:lnTo>
                    <a:pt x="5097" y="17184"/>
                  </a:lnTo>
                  <a:lnTo>
                    <a:pt x="4982" y="16875"/>
                  </a:lnTo>
                  <a:lnTo>
                    <a:pt x="4904" y="16605"/>
                  </a:lnTo>
                  <a:lnTo>
                    <a:pt x="4943" y="16412"/>
                  </a:lnTo>
                  <a:lnTo>
                    <a:pt x="4982" y="16219"/>
                  </a:lnTo>
                  <a:lnTo>
                    <a:pt x="5059" y="16064"/>
                  </a:lnTo>
                  <a:lnTo>
                    <a:pt x="5175" y="15948"/>
                  </a:lnTo>
                  <a:lnTo>
                    <a:pt x="5291" y="15833"/>
                  </a:lnTo>
                  <a:lnTo>
                    <a:pt x="5406" y="15755"/>
                  </a:lnTo>
                  <a:lnTo>
                    <a:pt x="5522" y="15717"/>
                  </a:lnTo>
                  <a:lnTo>
                    <a:pt x="5638" y="15755"/>
                  </a:lnTo>
                  <a:lnTo>
                    <a:pt x="5793" y="15833"/>
                  </a:lnTo>
                  <a:lnTo>
                    <a:pt x="5947" y="15948"/>
                  </a:lnTo>
                  <a:lnTo>
                    <a:pt x="6063" y="16141"/>
                  </a:lnTo>
                  <a:lnTo>
                    <a:pt x="6256" y="16373"/>
                  </a:lnTo>
                  <a:lnTo>
                    <a:pt x="6101" y="16412"/>
                  </a:lnTo>
                  <a:lnTo>
                    <a:pt x="6024" y="16450"/>
                  </a:lnTo>
                  <a:lnTo>
                    <a:pt x="6024" y="16566"/>
                  </a:lnTo>
                  <a:lnTo>
                    <a:pt x="6063" y="16643"/>
                  </a:lnTo>
                  <a:lnTo>
                    <a:pt x="6140" y="16643"/>
                  </a:lnTo>
                  <a:lnTo>
                    <a:pt x="6912" y="16566"/>
                  </a:lnTo>
                  <a:lnTo>
                    <a:pt x="7685" y="16373"/>
                  </a:lnTo>
                  <a:lnTo>
                    <a:pt x="8496" y="16064"/>
                  </a:lnTo>
                  <a:lnTo>
                    <a:pt x="9229" y="15717"/>
                  </a:lnTo>
                  <a:lnTo>
                    <a:pt x="9615" y="15485"/>
                  </a:lnTo>
                  <a:lnTo>
                    <a:pt x="9963" y="15253"/>
                  </a:lnTo>
                  <a:lnTo>
                    <a:pt x="10272" y="15022"/>
                  </a:lnTo>
                  <a:lnTo>
                    <a:pt x="10581" y="14751"/>
                  </a:lnTo>
                  <a:lnTo>
                    <a:pt x="10890" y="14481"/>
                  </a:lnTo>
                  <a:lnTo>
                    <a:pt x="11121" y="14172"/>
                  </a:lnTo>
                  <a:lnTo>
                    <a:pt x="11353" y="13825"/>
                  </a:lnTo>
                  <a:lnTo>
                    <a:pt x="11546" y="13516"/>
                  </a:lnTo>
                  <a:lnTo>
                    <a:pt x="11546" y="13438"/>
                  </a:lnTo>
                  <a:lnTo>
                    <a:pt x="11546" y="13361"/>
                  </a:lnTo>
                  <a:lnTo>
                    <a:pt x="11508" y="13284"/>
                  </a:lnTo>
                  <a:lnTo>
                    <a:pt x="11430" y="13245"/>
                  </a:lnTo>
                  <a:lnTo>
                    <a:pt x="11237" y="13245"/>
                  </a:lnTo>
                  <a:lnTo>
                    <a:pt x="11160" y="13323"/>
                  </a:lnTo>
                  <a:lnTo>
                    <a:pt x="10967" y="13670"/>
                  </a:lnTo>
                  <a:lnTo>
                    <a:pt x="10774" y="13554"/>
                  </a:lnTo>
                  <a:lnTo>
                    <a:pt x="10658" y="13438"/>
                  </a:lnTo>
                  <a:lnTo>
                    <a:pt x="10619" y="13284"/>
                  </a:lnTo>
                  <a:lnTo>
                    <a:pt x="10581" y="13168"/>
                  </a:lnTo>
                  <a:lnTo>
                    <a:pt x="10619" y="13014"/>
                  </a:lnTo>
                  <a:lnTo>
                    <a:pt x="10658" y="12859"/>
                  </a:lnTo>
                  <a:lnTo>
                    <a:pt x="10851" y="12627"/>
                  </a:lnTo>
                  <a:lnTo>
                    <a:pt x="10928" y="12473"/>
                  </a:lnTo>
                  <a:lnTo>
                    <a:pt x="11044" y="12357"/>
                  </a:lnTo>
                  <a:lnTo>
                    <a:pt x="11121" y="12319"/>
                  </a:lnTo>
                  <a:lnTo>
                    <a:pt x="11237" y="12280"/>
                  </a:lnTo>
                  <a:close/>
                  <a:moveTo>
                    <a:pt x="425" y="0"/>
                  </a:moveTo>
                  <a:lnTo>
                    <a:pt x="348" y="39"/>
                  </a:lnTo>
                  <a:lnTo>
                    <a:pt x="271" y="116"/>
                  </a:lnTo>
                  <a:lnTo>
                    <a:pt x="232" y="194"/>
                  </a:lnTo>
                  <a:lnTo>
                    <a:pt x="78" y="2588"/>
                  </a:lnTo>
                  <a:lnTo>
                    <a:pt x="39" y="3012"/>
                  </a:lnTo>
                  <a:lnTo>
                    <a:pt x="0" y="3476"/>
                  </a:lnTo>
                  <a:lnTo>
                    <a:pt x="39" y="3901"/>
                  </a:lnTo>
                  <a:lnTo>
                    <a:pt x="116" y="4325"/>
                  </a:lnTo>
                  <a:lnTo>
                    <a:pt x="232" y="4518"/>
                  </a:lnTo>
                  <a:lnTo>
                    <a:pt x="348" y="4750"/>
                  </a:lnTo>
                  <a:lnTo>
                    <a:pt x="618" y="5175"/>
                  </a:lnTo>
                  <a:lnTo>
                    <a:pt x="1236" y="5986"/>
                  </a:lnTo>
                  <a:lnTo>
                    <a:pt x="2665" y="7955"/>
                  </a:lnTo>
                  <a:lnTo>
                    <a:pt x="5445" y="11817"/>
                  </a:lnTo>
                  <a:lnTo>
                    <a:pt x="6874" y="13747"/>
                  </a:lnTo>
                  <a:lnTo>
                    <a:pt x="8341" y="15639"/>
                  </a:lnTo>
                  <a:lnTo>
                    <a:pt x="7492" y="15987"/>
                  </a:lnTo>
                  <a:lnTo>
                    <a:pt x="6642" y="16257"/>
                  </a:lnTo>
                  <a:lnTo>
                    <a:pt x="6642" y="16257"/>
                  </a:lnTo>
                  <a:lnTo>
                    <a:pt x="6681" y="16103"/>
                  </a:lnTo>
                  <a:lnTo>
                    <a:pt x="6681" y="15948"/>
                  </a:lnTo>
                  <a:lnTo>
                    <a:pt x="6642" y="15755"/>
                  </a:lnTo>
                  <a:lnTo>
                    <a:pt x="6565" y="15639"/>
                  </a:lnTo>
                  <a:lnTo>
                    <a:pt x="6488" y="15485"/>
                  </a:lnTo>
                  <a:lnTo>
                    <a:pt x="6333" y="15369"/>
                  </a:lnTo>
                  <a:lnTo>
                    <a:pt x="6179" y="15292"/>
                  </a:lnTo>
                  <a:lnTo>
                    <a:pt x="6024" y="15253"/>
                  </a:lnTo>
                  <a:lnTo>
                    <a:pt x="5715" y="15253"/>
                  </a:lnTo>
                  <a:lnTo>
                    <a:pt x="5484" y="15292"/>
                  </a:lnTo>
                  <a:lnTo>
                    <a:pt x="5213" y="15408"/>
                  </a:lnTo>
                  <a:lnTo>
                    <a:pt x="5020" y="15601"/>
                  </a:lnTo>
                  <a:lnTo>
                    <a:pt x="4827" y="15794"/>
                  </a:lnTo>
                  <a:lnTo>
                    <a:pt x="4711" y="16026"/>
                  </a:lnTo>
                  <a:lnTo>
                    <a:pt x="4595" y="16296"/>
                  </a:lnTo>
                  <a:lnTo>
                    <a:pt x="4595" y="16566"/>
                  </a:lnTo>
                  <a:lnTo>
                    <a:pt x="4634" y="16991"/>
                  </a:lnTo>
                  <a:lnTo>
                    <a:pt x="4750" y="17300"/>
                  </a:lnTo>
                  <a:lnTo>
                    <a:pt x="4904" y="17532"/>
                  </a:lnTo>
                  <a:lnTo>
                    <a:pt x="5097" y="17725"/>
                  </a:lnTo>
                  <a:lnTo>
                    <a:pt x="5368" y="17840"/>
                  </a:lnTo>
                  <a:lnTo>
                    <a:pt x="5677" y="17918"/>
                  </a:lnTo>
                  <a:lnTo>
                    <a:pt x="6024" y="17956"/>
                  </a:lnTo>
                  <a:lnTo>
                    <a:pt x="6372" y="17918"/>
                  </a:lnTo>
                  <a:lnTo>
                    <a:pt x="6719" y="17840"/>
                  </a:lnTo>
                  <a:lnTo>
                    <a:pt x="7105" y="17763"/>
                  </a:lnTo>
                  <a:lnTo>
                    <a:pt x="7878" y="17532"/>
                  </a:lnTo>
                  <a:lnTo>
                    <a:pt x="8573" y="17223"/>
                  </a:lnTo>
                  <a:lnTo>
                    <a:pt x="9152" y="16952"/>
                  </a:lnTo>
                  <a:lnTo>
                    <a:pt x="9229" y="16875"/>
                  </a:lnTo>
                  <a:lnTo>
                    <a:pt x="9461" y="16759"/>
                  </a:lnTo>
                  <a:lnTo>
                    <a:pt x="10233" y="16257"/>
                  </a:lnTo>
                  <a:lnTo>
                    <a:pt x="10812" y="17107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5"/>
                  </a:lnTo>
                  <a:lnTo>
                    <a:pt x="12280" y="19038"/>
                  </a:lnTo>
                  <a:lnTo>
                    <a:pt x="12203" y="18883"/>
                  </a:lnTo>
                  <a:lnTo>
                    <a:pt x="11816" y="18149"/>
                  </a:lnTo>
                  <a:lnTo>
                    <a:pt x="11392" y="17454"/>
                  </a:lnTo>
                  <a:lnTo>
                    <a:pt x="10928" y="16759"/>
                  </a:lnTo>
                  <a:lnTo>
                    <a:pt x="10465" y="16103"/>
                  </a:lnTo>
                  <a:lnTo>
                    <a:pt x="10967" y="15717"/>
                  </a:lnTo>
                  <a:lnTo>
                    <a:pt x="11469" y="15253"/>
                  </a:lnTo>
                  <a:lnTo>
                    <a:pt x="11894" y="14790"/>
                  </a:lnTo>
                  <a:lnTo>
                    <a:pt x="12125" y="14558"/>
                  </a:lnTo>
                  <a:lnTo>
                    <a:pt x="12280" y="14288"/>
                  </a:lnTo>
                  <a:lnTo>
                    <a:pt x="12434" y="14056"/>
                  </a:lnTo>
                  <a:lnTo>
                    <a:pt x="12511" y="13786"/>
                  </a:lnTo>
                  <a:lnTo>
                    <a:pt x="12589" y="13554"/>
                  </a:lnTo>
                  <a:lnTo>
                    <a:pt x="12627" y="13284"/>
                  </a:lnTo>
                  <a:lnTo>
                    <a:pt x="12589" y="13052"/>
                  </a:lnTo>
                  <a:lnTo>
                    <a:pt x="12511" y="12821"/>
                  </a:lnTo>
                  <a:lnTo>
                    <a:pt x="12357" y="12589"/>
                  </a:lnTo>
                  <a:lnTo>
                    <a:pt x="12164" y="12357"/>
                  </a:lnTo>
                  <a:lnTo>
                    <a:pt x="11971" y="12203"/>
                  </a:lnTo>
                  <a:lnTo>
                    <a:pt x="11739" y="12087"/>
                  </a:lnTo>
                  <a:lnTo>
                    <a:pt x="11469" y="12010"/>
                  </a:lnTo>
                  <a:lnTo>
                    <a:pt x="11237" y="12010"/>
                  </a:lnTo>
                  <a:lnTo>
                    <a:pt x="10967" y="12048"/>
                  </a:lnTo>
                  <a:lnTo>
                    <a:pt x="10735" y="12126"/>
                  </a:lnTo>
                  <a:lnTo>
                    <a:pt x="10542" y="12280"/>
                  </a:lnTo>
                  <a:lnTo>
                    <a:pt x="10388" y="12512"/>
                  </a:lnTo>
                  <a:lnTo>
                    <a:pt x="10310" y="12705"/>
                  </a:lnTo>
                  <a:lnTo>
                    <a:pt x="10272" y="12898"/>
                  </a:lnTo>
                  <a:lnTo>
                    <a:pt x="10272" y="13091"/>
                  </a:lnTo>
                  <a:lnTo>
                    <a:pt x="10310" y="13284"/>
                  </a:lnTo>
                  <a:lnTo>
                    <a:pt x="10388" y="13477"/>
                  </a:lnTo>
                  <a:lnTo>
                    <a:pt x="10504" y="13631"/>
                  </a:lnTo>
                  <a:lnTo>
                    <a:pt x="10619" y="13786"/>
                  </a:lnTo>
                  <a:lnTo>
                    <a:pt x="10812" y="13902"/>
                  </a:lnTo>
                  <a:lnTo>
                    <a:pt x="10504" y="14249"/>
                  </a:lnTo>
                  <a:lnTo>
                    <a:pt x="10156" y="14597"/>
                  </a:lnTo>
                  <a:lnTo>
                    <a:pt x="9770" y="14867"/>
                  </a:lnTo>
                  <a:lnTo>
                    <a:pt x="9430" y="15083"/>
                  </a:lnTo>
                  <a:lnTo>
                    <a:pt x="9461" y="15022"/>
                  </a:lnTo>
                  <a:lnTo>
                    <a:pt x="9500" y="14944"/>
                  </a:lnTo>
                  <a:lnTo>
                    <a:pt x="9461" y="14829"/>
                  </a:lnTo>
                  <a:lnTo>
                    <a:pt x="5715" y="5754"/>
                  </a:lnTo>
                  <a:lnTo>
                    <a:pt x="4789" y="3476"/>
                  </a:lnTo>
                  <a:lnTo>
                    <a:pt x="4364" y="2472"/>
                  </a:lnTo>
                  <a:lnTo>
                    <a:pt x="4132" y="1970"/>
                  </a:lnTo>
                  <a:lnTo>
                    <a:pt x="3978" y="1738"/>
                  </a:lnTo>
                  <a:lnTo>
                    <a:pt x="3823" y="1545"/>
                  </a:lnTo>
                  <a:lnTo>
                    <a:pt x="3514" y="1236"/>
                  </a:lnTo>
                  <a:lnTo>
                    <a:pt x="3128" y="966"/>
                  </a:lnTo>
                  <a:lnTo>
                    <a:pt x="2742" y="773"/>
                  </a:lnTo>
                  <a:lnTo>
                    <a:pt x="2279" y="541"/>
                  </a:lnTo>
                  <a:lnTo>
                    <a:pt x="1815" y="387"/>
                  </a:lnTo>
                  <a:lnTo>
                    <a:pt x="1390" y="232"/>
                  </a:lnTo>
                  <a:lnTo>
                    <a:pt x="54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5"/>
            <p:cNvSpPr/>
            <p:nvPr/>
          </p:nvSpPr>
          <p:spPr>
            <a:xfrm>
              <a:off x="1643700" y="2334725"/>
              <a:ext cx="26075" cy="11600"/>
            </a:xfrm>
            <a:custGeom>
              <a:avLst/>
              <a:gdLst/>
              <a:ahLst/>
              <a:cxnLst/>
              <a:rect l="l" t="t" r="r" b="b"/>
              <a:pathLst>
                <a:path w="1043" h="464" extrusionOk="0">
                  <a:moveTo>
                    <a:pt x="773" y="1"/>
                  </a:moveTo>
                  <a:lnTo>
                    <a:pt x="541" y="39"/>
                  </a:lnTo>
                  <a:lnTo>
                    <a:pt x="309" y="78"/>
                  </a:lnTo>
                  <a:lnTo>
                    <a:pt x="77" y="194"/>
                  </a:lnTo>
                  <a:lnTo>
                    <a:pt x="39" y="232"/>
                  </a:lnTo>
                  <a:lnTo>
                    <a:pt x="0" y="271"/>
                  </a:lnTo>
                  <a:lnTo>
                    <a:pt x="39" y="387"/>
                  </a:lnTo>
                  <a:lnTo>
                    <a:pt x="77" y="464"/>
                  </a:lnTo>
                  <a:lnTo>
                    <a:pt x="193" y="464"/>
                  </a:lnTo>
                  <a:lnTo>
                    <a:pt x="386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4" y="271"/>
                  </a:lnTo>
                  <a:lnTo>
                    <a:pt x="1043" y="232"/>
                  </a:lnTo>
                  <a:lnTo>
                    <a:pt x="1004" y="155"/>
                  </a:lnTo>
                  <a:lnTo>
                    <a:pt x="966" y="116"/>
                  </a:lnTo>
                  <a:lnTo>
                    <a:pt x="888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5"/>
            <p:cNvSpPr/>
            <p:nvPr/>
          </p:nvSpPr>
          <p:spPr>
            <a:xfrm>
              <a:off x="1545225" y="2340525"/>
              <a:ext cx="21275" cy="8700"/>
            </a:xfrm>
            <a:custGeom>
              <a:avLst/>
              <a:gdLst/>
              <a:ahLst/>
              <a:cxnLst/>
              <a:rect l="l" t="t" r="r" b="b"/>
              <a:pathLst>
                <a:path w="851" h="348" extrusionOk="0">
                  <a:moveTo>
                    <a:pt x="425" y="0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1" y="193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3"/>
                  </a:lnTo>
                  <a:lnTo>
                    <a:pt x="811" y="78"/>
                  </a:lnTo>
                  <a:lnTo>
                    <a:pt x="73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5"/>
            <p:cNvSpPr/>
            <p:nvPr/>
          </p:nvSpPr>
          <p:spPr>
            <a:xfrm>
              <a:off x="1530750" y="2203425"/>
              <a:ext cx="254875" cy="267450"/>
            </a:xfrm>
            <a:custGeom>
              <a:avLst/>
              <a:gdLst/>
              <a:ahLst/>
              <a:cxnLst/>
              <a:rect l="l" t="t" r="r" b="b"/>
              <a:pathLst>
                <a:path w="10195" h="10698" extrusionOk="0">
                  <a:moveTo>
                    <a:pt x="8264" y="7299"/>
                  </a:moveTo>
                  <a:lnTo>
                    <a:pt x="8496" y="7376"/>
                  </a:lnTo>
                  <a:lnTo>
                    <a:pt x="8727" y="7454"/>
                  </a:lnTo>
                  <a:lnTo>
                    <a:pt x="8959" y="7569"/>
                  </a:lnTo>
                  <a:lnTo>
                    <a:pt x="9152" y="7724"/>
                  </a:lnTo>
                  <a:lnTo>
                    <a:pt x="9345" y="7917"/>
                  </a:lnTo>
                  <a:lnTo>
                    <a:pt x="9500" y="8110"/>
                  </a:lnTo>
                  <a:lnTo>
                    <a:pt x="9615" y="8342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3"/>
                  </a:lnTo>
                  <a:lnTo>
                    <a:pt x="9538" y="9423"/>
                  </a:lnTo>
                  <a:lnTo>
                    <a:pt x="9384" y="9655"/>
                  </a:lnTo>
                  <a:lnTo>
                    <a:pt x="9191" y="9848"/>
                  </a:lnTo>
                  <a:lnTo>
                    <a:pt x="8959" y="10041"/>
                  </a:lnTo>
                  <a:lnTo>
                    <a:pt x="8689" y="10118"/>
                  </a:lnTo>
                  <a:lnTo>
                    <a:pt x="8418" y="10195"/>
                  </a:lnTo>
                  <a:lnTo>
                    <a:pt x="8109" y="10157"/>
                  </a:lnTo>
                  <a:lnTo>
                    <a:pt x="7839" y="10079"/>
                  </a:lnTo>
                  <a:lnTo>
                    <a:pt x="7607" y="9964"/>
                  </a:lnTo>
                  <a:lnTo>
                    <a:pt x="7376" y="9809"/>
                  </a:lnTo>
                  <a:lnTo>
                    <a:pt x="7183" y="9577"/>
                  </a:lnTo>
                  <a:lnTo>
                    <a:pt x="7028" y="9346"/>
                  </a:lnTo>
                  <a:lnTo>
                    <a:pt x="6951" y="9075"/>
                  </a:lnTo>
                  <a:lnTo>
                    <a:pt x="6912" y="8805"/>
                  </a:lnTo>
                  <a:lnTo>
                    <a:pt x="6951" y="8535"/>
                  </a:lnTo>
                  <a:lnTo>
                    <a:pt x="7028" y="8265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4"/>
                  </a:lnTo>
                  <a:lnTo>
                    <a:pt x="7723" y="7569"/>
                  </a:lnTo>
                  <a:lnTo>
                    <a:pt x="8148" y="7338"/>
                  </a:lnTo>
                  <a:lnTo>
                    <a:pt x="8225" y="7299"/>
                  </a:lnTo>
                  <a:close/>
                  <a:moveTo>
                    <a:pt x="2858" y="1"/>
                  </a:moveTo>
                  <a:lnTo>
                    <a:pt x="2665" y="40"/>
                  </a:lnTo>
                  <a:lnTo>
                    <a:pt x="2665" y="78"/>
                  </a:lnTo>
                  <a:lnTo>
                    <a:pt x="2626" y="1353"/>
                  </a:lnTo>
                  <a:lnTo>
                    <a:pt x="2626" y="2588"/>
                  </a:lnTo>
                  <a:lnTo>
                    <a:pt x="2665" y="3824"/>
                  </a:lnTo>
                  <a:lnTo>
                    <a:pt x="2703" y="5098"/>
                  </a:lnTo>
                  <a:lnTo>
                    <a:pt x="2896" y="7492"/>
                  </a:lnTo>
                  <a:lnTo>
                    <a:pt x="2896" y="8149"/>
                  </a:lnTo>
                  <a:lnTo>
                    <a:pt x="2935" y="8458"/>
                  </a:lnTo>
                  <a:lnTo>
                    <a:pt x="2974" y="8612"/>
                  </a:lnTo>
                  <a:lnTo>
                    <a:pt x="3051" y="8767"/>
                  </a:lnTo>
                  <a:lnTo>
                    <a:pt x="1545" y="8728"/>
                  </a:lnTo>
                  <a:lnTo>
                    <a:pt x="39" y="8689"/>
                  </a:lnTo>
                  <a:lnTo>
                    <a:pt x="0" y="8689"/>
                  </a:lnTo>
                  <a:lnTo>
                    <a:pt x="0" y="9037"/>
                  </a:lnTo>
                  <a:lnTo>
                    <a:pt x="773" y="9114"/>
                  </a:lnTo>
                  <a:lnTo>
                    <a:pt x="1545" y="9153"/>
                  </a:lnTo>
                  <a:lnTo>
                    <a:pt x="3128" y="9230"/>
                  </a:lnTo>
                  <a:lnTo>
                    <a:pt x="4827" y="9307"/>
                  </a:lnTo>
                  <a:lnTo>
                    <a:pt x="5677" y="9307"/>
                  </a:lnTo>
                  <a:lnTo>
                    <a:pt x="6488" y="9269"/>
                  </a:lnTo>
                  <a:lnTo>
                    <a:pt x="6603" y="9577"/>
                  </a:lnTo>
                  <a:lnTo>
                    <a:pt x="6758" y="9848"/>
                  </a:lnTo>
                  <a:lnTo>
                    <a:pt x="6990" y="10079"/>
                  </a:lnTo>
                  <a:lnTo>
                    <a:pt x="7221" y="10311"/>
                  </a:lnTo>
                  <a:lnTo>
                    <a:pt x="7492" y="10466"/>
                  </a:lnTo>
                  <a:lnTo>
                    <a:pt x="7801" y="10581"/>
                  </a:lnTo>
                  <a:lnTo>
                    <a:pt x="8109" y="10659"/>
                  </a:lnTo>
                  <a:lnTo>
                    <a:pt x="8418" y="10697"/>
                  </a:lnTo>
                  <a:lnTo>
                    <a:pt x="8727" y="10620"/>
                  </a:lnTo>
                  <a:lnTo>
                    <a:pt x="9036" y="10543"/>
                  </a:lnTo>
                  <a:lnTo>
                    <a:pt x="9306" y="10388"/>
                  </a:lnTo>
                  <a:lnTo>
                    <a:pt x="9538" y="10195"/>
                  </a:lnTo>
                  <a:lnTo>
                    <a:pt x="9770" y="9964"/>
                  </a:lnTo>
                  <a:lnTo>
                    <a:pt x="9924" y="9693"/>
                  </a:lnTo>
                  <a:lnTo>
                    <a:pt x="10079" y="9423"/>
                  </a:lnTo>
                  <a:lnTo>
                    <a:pt x="10156" y="9153"/>
                  </a:lnTo>
                  <a:lnTo>
                    <a:pt x="10195" y="9153"/>
                  </a:lnTo>
                  <a:lnTo>
                    <a:pt x="10195" y="8767"/>
                  </a:lnTo>
                  <a:lnTo>
                    <a:pt x="10156" y="8419"/>
                  </a:lnTo>
                  <a:lnTo>
                    <a:pt x="10040" y="8071"/>
                  </a:lnTo>
                  <a:lnTo>
                    <a:pt x="9847" y="7763"/>
                  </a:lnTo>
                  <a:lnTo>
                    <a:pt x="9615" y="7492"/>
                  </a:lnTo>
                  <a:lnTo>
                    <a:pt x="9306" y="7261"/>
                  </a:lnTo>
                  <a:lnTo>
                    <a:pt x="8998" y="7106"/>
                  </a:lnTo>
                  <a:lnTo>
                    <a:pt x="8650" y="7029"/>
                  </a:lnTo>
                  <a:lnTo>
                    <a:pt x="8303" y="7029"/>
                  </a:lnTo>
                  <a:lnTo>
                    <a:pt x="8187" y="7067"/>
                  </a:lnTo>
                  <a:lnTo>
                    <a:pt x="8148" y="7029"/>
                  </a:lnTo>
                  <a:lnTo>
                    <a:pt x="8071" y="6990"/>
                  </a:lnTo>
                  <a:lnTo>
                    <a:pt x="7916" y="6990"/>
                  </a:lnTo>
                  <a:lnTo>
                    <a:pt x="7723" y="7029"/>
                  </a:lnTo>
                  <a:lnTo>
                    <a:pt x="7414" y="7145"/>
                  </a:lnTo>
                  <a:lnTo>
                    <a:pt x="7144" y="7338"/>
                  </a:lnTo>
                  <a:lnTo>
                    <a:pt x="6912" y="7569"/>
                  </a:lnTo>
                  <a:lnTo>
                    <a:pt x="6719" y="7878"/>
                  </a:lnTo>
                  <a:lnTo>
                    <a:pt x="6565" y="8187"/>
                  </a:lnTo>
                  <a:lnTo>
                    <a:pt x="6449" y="8535"/>
                  </a:lnTo>
                  <a:lnTo>
                    <a:pt x="6449" y="8844"/>
                  </a:lnTo>
                  <a:lnTo>
                    <a:pt x="5715" y="8805"/>
                  </a:lnTo>
                  <a:lnTo>
                    <a:pt x="4943" y="8767"/>
                  </a:lnTo>
                  <a:lnTo>
                    <a:pt x="3476" y="8767"/>
                  </a:lnTo>
                  <a:lnTo>
                    <a:pt x="3476" y="8728"/>
                  </a:lnTo>
                  <a:lnTo>
                    <a:pt x="3476" y="8651"/>
                  </a:lnTo>
                  <a:lnTo>
                    <a:pt x="3476" y="8573"/>
                  </a:lnTo>
                  <a:lnTo>
                    <a:pt x="3437" y="8535"/>
                  </a:lnTo>
                  <a:lnTo>
                    <a:pt x="3360" y="8496"/>
                  </a:lnTo>
                  <a:lnTo>
                    <a:pt x="3283" y="8496"/>
                  </a:lnTo>
                  <a:lnTo>
                    <a:pt x="3205" y="8535"/>
                  </a:lnTo>
                  <a:lnTo>
                    <a:pt x="3283" y="8380"/>
                  </a:lnTo>
                  <a:lnTo>
                    <a:pt x="3283" y="8226"/>
                  </a:lnTo>
                  <a:lnTo>
                    <a:pt x="3283" y="8110"/>
                  </a:lnTo>
                  <a:lnTo>
                    <a:pt x="3283" y="7956"/>
                  </a:lnTo>
                  <a:lnTo>
                    <a:pt x="3205" y="7338"/>
                  </a:lnTo>
                  <a:lnTo>
                    <a:pt x="3128" y="6450"/>
                  </a:lnTo>
                  <a:lnTo>
                    <a:pt x="3012" y="4326"/>
                  </a:lnTo>
                  <a:lnTo>
                    <a:pt x="2935" y="2202"/>
                  </a:lnTo>
                  <a:lnTo>
                    <a:pt x="2896" y="78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5"/>
            <p:cNvSpPr/>
            <p:nvPr/>
          </p:nvSpPr>
          <p:spPr>
            <a:xfrm>
              <a:off x="1437100" y="2381075"/>
              <a:ext cx="93675" cy="93650"/>
            </a:xfrm>
            <a:custGeom>
              <a:avLst/>
              <a:gdLst/>
              <a:ahLst/>
              <a:cxnLst/>
              <a:rect l="l" t="t" r="r" b="b"/>
              <a:pathLst>
                <a:path w="3747" h="3746" extrusionOk="0">
                  <a:moveTo>
                    <a:pt x="1584" y="463"/>
                  </a:moveTo>
                  <a:lnTo>
                    <a:pt x="2086" y="541"/>
                  </a:lnTo>
                  <a:lnTo>
                    <a:pt x="2318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5"/>
                  </a:lnTo>
                  <a:lnTo>
                    <a:pt x="3090" y="1197"/>
                  </a:lnTo>
                  <a:lnTo>
                    <a:pt x="3206" y="1429"/>
                  </a:lnTo>
                  <a:lnTo>
                    <a:pt x="3244" y="1699"/>
                  </a:lnTo>
                  <a:lnTo>
                    <a:pt x="3244" y="1969"/>
                  </a:lnTo>
                  <a:lnTo>
                    <a:pt x="3206" y="2201"/>
                  </a:lnTo>
                  <a:lnTo>
                    <a:pt x="3090" y="2471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86" y="3244"/>
                  </a:lnTo>
                  <a:lnTo>
                    <a:pt x="1777" y="3244"/>
                  </a:lnTo>
                  <a:lnTo>
                    <a:pt x="1507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9" y="2433"/>
                  </a:lnTo>
                  <a:lnTo>
                    <a:pt x="503" y="2163"/>
                  </a:lnTo>
                  <a:lnTo>
                    <a:pt x="503" y="1854"/>
                  </a:lnTo>
                  <a:lnTo>
                    <a:pt x="503" y="1583"/>
                  </a:lnTo>
                  <a:lnTo>
                    <a:pt x="619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79"/>
                  </a:lnTo>
                  <a:lnTo>
                    <a:pt x="1584" y="463"/>
                  </a:lnTo>
                  <a:close/>
                  <a:moveTo>
                    <a:pt x="1893" y="0"/>
                  </a:moveTo>
                  <a:lnTo>
                    <a:pt x="1700" y="39"/>
                  </a:lnTo>
                  <a:lnTo>
                    <a:pt x="1545" y="77"/>
                  </a:lnTo>
                  <a:lnTo>
                    <a:pt x="1352" y="155"/>
                  </a:lnTo>
                  <a:lnTo>
                    <a:pt x="1314" y="193"/>
                  </a:lnTo>
                  <a:lnTo>
                    <a:pt x="1082" y="270"/>
                  </a:lnTo>
                  <a:lnTo>
                    <a:pt x="850" y="386"/>
                  </a:lnTo>
                  <a:lnTo>
                    <a:pt x="619" y="579"/>
                  </a:lnTo>
                  <a:lnTo>
                    <a:pt x="425" y="772"/>
                  </a:lnTo>
                  <a:lnTo>
                    <a:pt x="271" y="965"/>
                  </a:lnTo>
                  <a:lnTo>
                    <a:pt x="155" y="1236"/>
                  </a:lnTo>
                  <a:lnTo>
                    <a:pt x="78" y="1467"/>
                  </a:lnTo>
                  <a:lnTo>
                    <a:pt x="1" y="1738"/>
                  </a:lnTo>
                  <a:lnTo>
                    <a:pt x="1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7" y="2510"/>
                  </a:lnTo>
                  <a:lnTo>
                    <a:pt x="310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8" y="3591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7" y="3437"/>
                  </a:lnTo>
                  <a:lnTo>
                    <a:pt x="3128" y="3244"/>
                  </a:lnTo>
                  <a:lnTo>
                    <a:pt x="3322" y="3012"/>
                  </a:lnTo>
                  <a:lnTo>
                    <a:pt x="3476" y="2780"/>
                  </a:lnTo>
                  <a:lnTo>
                    <a:pt x="3630" y="2510"/>
                  </a:lnTo>
                  <a:lnTo>
                    <a:pt x="3708" y="2201"/>
                  </a:lnTo>
                  <a:lnTo>
                    <a:pt x="3746" y="1931"/>
                  </a:lnTo>
                  <a:lnTo>
                    <a:pt x="3746" y="1583"/>
                  </a:lnTo>
                  <a:lnTo>
                    <a:pt x="3669" y="1313"/>
                  </a:lnTo>
                  <a:lnTo>
                    <a:pt x="3515" y="1004"/>
                  </a:lnTo>
                  <a:lnTo>
                    <a:pt x="3322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5" y="77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5"/>
            <p:cNvSpPr/>
            <p:nvPr/>
          </p:nvSpPr>
          <p:spPr>
            <a:xfrm>
              <a:off x="1498900" y="2189925"/>
              <a:ext cx="329200" cy="242325"/>
            </a:xfrm>
            <a:custGeom>
              <a:avLst/>
              <a:gdLst/>
              <a:ahLst/>
              <a:cxnLst/>
              <a:rect l="l" t="t" r="r" b="b"/>
              <a:pathLst>
                <a:path w="13168" h="9693" extrusionOk="0">
                  <a:moveTo>
                    <a:pt x="5367" y="618"/>
                  </a:moveTo>
                  <a:lnTo>
                    <a:pt x="5947" y="773"/>
                  </a:lnTo>
                  <a:lnTo>
                    <a:pt x="6526" y="1004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6"/>
                  </a:lnTo>
                  <a:lnTo>
                    <a:pt x="8495" y="3167"/>
                  </a:lnTo>
                  <a:lnTo>
                    <a:pt x="8573" y="3437"/>
                  </a:lnTo>
                  <a:lnTo>
                    <a:pt x="8611" y="3707"/>
                  </a:lnTo>
                  <a:lnTo>
                    <a:pt x="8573" y="3707"/>
                  </a:lnTo>
                  <a:lnTo>
                    <a:pt x="7723" y="3823"/>
                  </a:lnTo>
                  <a:lnTo>
                    <a:pt x="6873" y="3900"/>
                  </a:lnTo>
                  <a:lnTo>
                    <a:pt x="6410" y="3939"/>
                  </a:lnTo>
                  <a:lnTo>
                    <a:pt x="6178" y="3939"/>
                  </a:lnTo>
                  <a:lnTo>
                    <a:pt x="5985" y="3900"/>
                  </a:lnTo>
                  <a:lnTo>
                    <a:pt x="5792" y="3862"/>
                  </a:lnTo>
                  <a:lnTo>
                    <a:pt x="5676" y="3746"/>
                  </a:lnTo>
                  <a:lnTo>
                    <a:pt x="5561" y="3553"/>
                  </a:lnTo>
                  <a:lnTo>
                    <a:pt x="5483" y="3321"/>
                  </a:lnTo>
                  <a:lnTo>
                    <a:pt x="5406" y="2626"/>
                  </a:lnTo>
                  <a:lnTo>
                    <a:pt x="5367" y="1970"/>
                  </a:lnTo>
                  <a:lnTo>
                    <a:pt x="5367" y="618"/>
                  </a:lnTo>
                  <a:close/>
                  <a:moveTo>
                    <a:pt x="2780" y="889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7" y="3707"/>
                  </a:lnTo>
                  <a:lnTo>
                    <a:pt x="2510" y="3862"/>
                  </a:lnTo>
                  <a:lnTo>
                    <a:pt x="2433" y="4016"/>
                  </a:lnTo>
                  <a:lnTo>
                    <a:pt x="2317" y="4132"/>
                  </a:lnTo>
                  <a:lnTo>
                    <a:pt x="2124" y="4209"/>
                  </a:lnTo>
                  <a:lnTo>
                    <a:pt x="1892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6" y="4016"/>
                  </a:lnTo>
                  <a:lnTo>
                    <a:pt x="502" y="3514"/>
                  </a:lnTo>
                  <a:lnTo>
                    <a:pt x="656" y="3012"/>
                  </a:lnTo>
                  <a:lnTo>
                    <a:pt x="888" y="2549"/>
                  </a:lnTo>
                  <a:lnTo>
                    <a:pt x="1158" y="2124"/>
                  </a:lnTo>
                  <a:lnTo>
                    <a:pt x="1506" y="1738"/>
                  </a:lnTo>
                  <a:lnTo>
                    <a:pt x="1892" y="1429"/>
                  </a:lnTo>
                  <a:lnTo>
                    <a:pt x="2317" y="1120"/>
                  </a:lnTo>
                  <a:lnTo>
                    <a:pt x="2780" y="889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3" y="5986"/>
                  </a:lnTo>
                  <a:lnTo>
                    <a:pt x="11430" y="6140"/>
                  </a:lnTo>
                  <a:lnTo>
                    <a:pt x="11353" y="6217"/>
                  </a:lnTo>
                  <a:lnTo>
                    <a:pt x="11237" y="6256"/>
                  </a:lnTo>
                  <a:lnTo>
                    <a:pt x="11082" y="6295"/>
                  </a:lnTo>
                  <a:lnTo>
                    <a:pt x="10928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0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19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2" y="0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4" y="387"/>
                  </a:lnTo>
                  <a:lnTo>
                    <a:pt x="2240" y="580"/>
                  </a:lnTo>
                  <a:lnTo>
                    <a:pt x="1854" y="811"/>
                  </a:lnTo>
                  <a:lnTo>
                    <a:pt x="1506" y="1043"/>
                  </a:lnTo>
                  <a:lnTo>
                    <a:pt x="1158" y="1352"/>
                  </a:lnTo>
                  <a:lnTo>
                    <a:pt x="888" y="1661"/>
                  </a:lnTo>
                  <a:lnTo>
                    <a:pt x="618" y="2008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5"/>
                  </a:lnTo>
                  <a:lnTo>
                    <a:pt x="39" y="3669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6" y="4287"/>
                  </a:lnTo>
                  <a:lnTo>
                    <a:pt x="965" y="4518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402"/>
                  </a:lnTo>
                  <a:lnTo>
                    <a:pt x="2858" y="4248"/>
                  </a:lnTo>
                  <a:lnTo>
                    <a:pt x="2896" y="4132"/>
                  </a:lnTo>
                  <a:lnTo>
                    <a:pt x="2973" y="3978"/>
                  </a:lnTo>
                  <a:lnTo>
                    <a:pt x="3012" y="3630"/>
                  </a:lnTo>
                  <a:lnTo>
                    <a:pt x="3012" y="2974"/>
                  </a:lnTo>
                  <a:lnTo>
                    <a:pt x="3128" y="773"/>
                  </a:lnTo>
                  <a:lnTo>
                    <a:pt x="3514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7" y="580"/>
                  </a:lnTo>
                  <a:lnTo>
                    <a:pt x="5020" y="1661"/>
                  </a:lnTo>
                  <a:lnTo>
                    <a:pt x="5059" y="2703"/>
                  </a:lnTo>
                  <a:lnTo>
                    <a:pt x="5097" y="3398"/>
                  </a:lnTo>
                  <a:lnTo>
                    <a:pt x="5174" y="3746"/>
                  </a:lnTo>
                  <a:lnTo>
                    <a:pt x="5213" y="3900"/>
                  </a:lnTo>
                  <a:lnTo>
                    <a:pt x="5290" y="4055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69" y="4325"/>
                  </a:lnTo>
                  <a:lnTo>
                    <a:pt x="6217" y="4325"/>
                  </a:lnTo>
                  <a:lnTo>
                    <a:pt x="6565" y="4287"/>
                  </a:lnTo>
                  <a:lnTo>
                    <a:pt x="7607" y="4209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1" y="4866"/>
                  </a:lnTo>
                  <a:lnTo>
                    <a:pt x="8611" y="4904"/>
                  </a:lnTo>
                  <a:lnTo>
                    <a:pt x="8611" y="5020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6" y="4943"/>
                  </a:lnTo>
                  <a:lnTo>
                    <a:pt x="9190" y="4904"/>
                  </a:lnTo>
                  <a:lnTo>
                    <a:pt x="9383" y="4904"/>
                  </a:lnTo>
                  <a:lnTo>
                    <a:pt x="9808" y="4982"/>
                  </a:lnTo>
                  <a:lnTo>
                    <a:pt x="10194" y="5098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0" y="5445"/>
                  </a:lnTo>
                  <a:lnTo>
                    <a:pt x="10272" y="5600"/>
                  </a:lnTo>
                  <a:lnTo>
                    <a:pt x="10233" y="5754"/>
                  </a:lnTo>
                  <a:lnTo>
                    <a:pt x="10233" y="5908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3" y="6488"/>
                  </a:lnTo>
                  <a:lnTo>
                    <a:pt x="10696" y="6604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6"/>
                  </a:lnTo>
                  <a:lnTo>
                    <a:pt x="11739" y="6410"/>
                  </a:lnTo>
                  <a:lnTo>
                    <a:pt x="11855" y="6256"/>
                  </a:lnTo>
                  <a:lnTo>
                    <a:pt x="12086" y="6565"/>
                  </a:lnTo>
                  <a:lnTo>
                    <a:pt x="12280" y="6912"/>
                  </a:lnTo>
                  <a:lnTo>
                    <a:pt x="12395" y="7221"/>
                  </a:lnTo>
                  <a:lnTo>
                    <a:pt x="12473" y="7569"/>
                  </a:lnTo>
                  <a:lnTo>
                    <a:pt x="12550" y="7916"/>
                  </a:lnTo>
                  <a:lnTo>
                    <a:pt x="12550" y="8264"/>
                  </a:lnTo>
                  <a:lnTo>
                    <a:pt x="12588" y="8998"/>
                  </a:lnTo>
                  <a:lnTo>
                    <a:pt x="12511" y="8998"/>
                  </a:lnTo>
                  <a:lnTo>
                    <a:pt x="12434" y="9075"/>
                  </a:lnTo>
                  <a:lnTo>
                    <a:pt x="12395" y="9113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5" y="9654"/>
                  </a:lnTo>
                  <a:lnTo>
                    <a:pt x="12820" y="9615"/>
                  </a:lnTo>
                  <a:lnTo>
                    <a:pt x="12936" y="9577"/>
                  </a:lnTo>
                  <a:lnTo>
                    <a:pt x="13013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5"/>
                  </a:lnTo>
                  <a:lnTo>
                    <a:pt x="13090" y="7723"/>
                  </a:lnTo>
                  <a:lnTo>
                    <a:pt x="12936" y="7183"/>
                  </a:lnTo>
                  <a:lnTo>
                    <a:pt x="12743" y="6681"/>
                  </a:lnTo>
                  <a:lnTo>
                    <a:pt x="12434" y="6217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314" y="5098"/>
                  </a:lnTo>
                  <a:lnTo>
                    <a:pt x="10967" y="4904"/>
                  </a:lnTo>
                  <a:lnTo>
                    <a:pt x="10619" y="4750"/>
                  </a:lnTo>
                  <a:lnTo>
                    <a:pt x="10272" y="4596"/>
                  </a:lnTo>
                  <a:lnTo>
                    <a:pt x="9885" y="4480"/>
                  </a:lnTo>
                  <a:lnTo>
                    <a:pt x="9538" y="4441"/>
                  </a:lnTo>
                  <a:lnTo>
                    <a:pt x="9190" y="4441"/>
                  </a:lnTo>
                  <a:lnTo>
                    <a:pt x="9268" y="3978"/>
                  </a:lnTo>
                  <a:lnTo>
                    <a:pt x="9229" y="3514"/>
                  </a:lnTo>
                  <a:lnTo>
                    <a:pt x="9152" y="3090"/>
                  </a:lnTo>
                  <a:lnTo>
                    <a:pt x="8997" y="2665"/>
                  </a:lnTo>
                  <a:lnTo>
                    <a:pt x="8804" y="2279"/>
                  </a:lnTo>
                  <a:lnTo>
                    <a:pt x="8534" y="1931"/>
                  </a:lnTo>
                  <a:lnTo>
                    <a:pt x="8225" y="1584"/>
                  </a:lnTo>
                  <a:lnTo>
                    <a:pt x="7839" y="1275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8" y="348"/>
                  </a:lnTo>
                  <a:lnTo>
                    <a:pt x="5715" y="193"/>
                  </a:lnTo>
                  <a:lnTo>
                    <a:pt x="5290" y="78"/>
                  </a:lnTo>
                  <a:lnTo>
                    <a:pt x="4827" y="39"/>
                  </a:lnTo>
                  <a:lnTo>
                    <a:pt x="440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5"/>
            <p:cNvSpPr/>
            <p:nvPr/>
          </p:nvSpPr>
          <p:spPr>
            <a:xfrm>
              <a:off x="1394625" y="2299975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0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1" y="194"/>
                  </a:lnTo>
                  <a:lnTo>
                    <a:pt x="2240" y="309"/>
                  </a:lnTo>
                  <a:lnTo>
                    <a:pt x="2009" y="425"/>
                  </a:lnTo>
                  <a:lnTo>
                    <a:pt x="1738" y="580"/>
                  </a:lnTo>
                  <a:lnTo>
                    <a:pt x="1507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9"/>
                  </a:lnTo>
                  <a:lnTo>
                    <a:pt x="39" y="3746"/>
                  </a:lnTo>
                  <a:lnTo>
                    <a:pt x="1" y="4055"/>
                  </a:lnTo>
                  <a:lnTo>
                    <a:pt x="1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700" y="5291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827"/>
                  </a:lnTo>
                  <a:lnTo>
                    <a:pt x="734" y="4711"/>
                  </a:lnTo>
                  <a:lnTo>
                    <a:pt x="580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80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54" y="1159"/>
                  </a:lnTo>
                  <a:lnTo>
                    <a:pt x="2202" y="889"/>
                  </a:lnTo>
                  <a:lnTo>
                    <a:pt x="2626" y="696"/>
                  </a:lnTo>
                  <a:lnTo>
                    <a:pt x="3090" y="580"/>
                  </a:lnTo>
                  <a:lnTo>
                    <a:pt x="3592" y="541"/>
                  </a:lnTo>
                  <a:lnTo>
                    <a:pt x="4094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3" y="502"/>
                  </a:lnTo>
                  <a:lnTo>
                    <a:pt x="4480" y="464"/>
                  </a:lnTo>
                  <a:lnTo>
                    <a:pt x="4519" y="425"/>
                  </a:lnTo>
                  <a:lnTo>
                    <a:pt x="4519" y="348"/>
                  </a:lnTo>
                  <a:lnTo>
                    <a:pt x="4519" y="194"/>
                  </a:lnTo>
                  <a:lnTo>
                    <a:pt x="4210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5"/>
            <p:cNvSpPr/>
            <p:nvPr/>
          </p:nvSpPr>
          <p:spPr>
            <a:xfrm>
              <a:off x="5590125" y="113380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39" y="233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3"/>
                  </a:lnTo>
                  <a:lnTo>
                    <a:pt x="1005" y="155"/>
                  </a:lnTo>
                  <a:lnTo>
                    <a:pt x="966" y="117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5"/>
            <p:cNvSpPr/>
            <p:nvPr/>
          </p:nvSpPr>
          <p:spPr>
            <a:xfrm>
              <a:off x="5491675" y="1139600"/>
              <a:ext cx="21250" cy="8725"/>
            </a:xfrm>
            <a:custGeom>
              <a:avLst/>
              <a:gdLst/>
              <a:ahLst/>
              <a:cxnLst/>
              <a:rect l="l" t="t" r="r" b="b"/>
              <a:pathLst>
                <a:path w="850" h="349" extrusionOk="0">
                  <a:moveTo>
                    <a:pt x="425" y="1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0" y="194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4"/>
                  </a:lnTo>
                  <a:lnTo>
                    <a:pt x="811" y="78"/>
                  </a:lnTo>
                  <a:lnTo>
                    <a:pt x="73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5"/>
            <p:cNvSpPr/>
            <p:nvPr/>
          </p:nvSpPr>
          <p:spPr>
            <a:xfrm>
              <a:off x="5477175" y="100252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4" y="7298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60" y="7569"/>
                  </a:lnTo>
                  <a:lnTo>
                    <a:pt x="9153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5" y="8573"/>
                  </a:lnTo>
                  <a:lnTo>
                    <a:pt x="9693" y="8882"/>
                  </a:lnTo>
                  <a:lnTo>
                    <a:pt x="9655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60" y="10040"/>
                  </a:lnTo>
                  <a:lnTo>
                    <a:pt x="8689" y="10117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40" y="10079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7"/>
                  </a:lnTo>
                  <a:lnTo>
                    <a:pt x="7029" y="9345"/>
                  </a:lnTo>
                  <a:lnTo>
                    <a:pt x="6952" y="9075"/>
                  </a:lnTo>
                  <a:lnTo>
                    <a:pt x="6913" y="8804"/>
                  </a:lnTo>
                  <a:lnTo>
                    <a:pt x="6952" y="8534"/>
                  </a:lnTo>
                  <a:lnTo>
                    <a:pt x="7029" y="8264"/>
                  </a:lnTo>
                  <a:lnTo>
                    <a:pt x="7145" y="8071"/>
                  </a:lnTo>
                  <a:lnTo>
                    <a:pt x="7299" y="7878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9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6" y="8457"/>
                  </a:lnTo>
                  <a:lnTo>
                    <a:pt x="2974" y="8611"/>
                  </a:lnTo>
                  <a:lnTo>
                    <a:pt x="3051" y="8766"/>
                  </a:lnTo>
                  <a:lnTo>
                    <a:pt x="1545" y="8727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5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7"/>
                  </a:lnTo>
                  <a:lnTo>
                    <a:pt x="6990" y="10079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7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2"/>
                  </a:lnTo>
                  <a:lnTo>
                    <a:pt x="10157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7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1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9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5" y="7337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50" y="8534"/>
                  </a:lnTo>
                  <a:lnTo>
                    <a:pt x="6450" y="8843"/>
                  </a:lnTo>
                  <a:lnTo>
                    <a:pt x="5716" y="8804"/>
                  </a:lnTo>
                  <a:lnTo>
                    <a:pt x="4944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8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80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6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5"/>
            <p:cNvSpPr/>
            <p:nvPr/>
          </p:nvSpPr>
          <p:spPr>
            <a:xfrm>
              <a:off x="5383550" y="118015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3" y="464"/>
                  </a:moveTo>
                  <a:lnTo>
                    <a:pt x="2085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89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89" y="2472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7" y="3051"/>
                  </a:lnTo>
                  <a:lnTo>
                    <a:pt x="2356" y="3167"/>
                  </a:lnTo>
                  <a:lnTo>
                    <a:pt x="2085" y="3244"/>
                  </a:lnTo>
                  <a:lnTo>
                    <a:pt x="1777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4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80"/>
                  </a:lnTo>
                  <a:lnTo>
                    <a:pt x="1583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8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1" y="271"/>
                  </a:lnTo>
                  <a:lnTo>
                    <a:pt x="850" y="386"/>
                  </a:lnTo>
                  <a:lnTo>
                    <a:pt x="618" y="580"/>
                  </a:lnTo>
                  <a:lnTo>
                    <a:pt x="425" y="773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7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2"/>
                  </a:lnTo>
                  <a:lnTo>
                    <a:pt x="1583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2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6" y="2781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4"/>
                  </a:lnTo>
                  <a:lnTo>
                    <a:pt x="3669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5"/>
            <p:cNvSpPr/>
            <p:nvPr/>
          </p:nvSpPr>
          <p:spPr>
            <a:xfrm>
              <a:off x="5445325" y="98900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7" y="1005"/>
                  </a:lnTo>
                  <a:lnTo>
                    <a:pt x="7028" y="1314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9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8"/>
                  </a:lnTo>
                  <a:lnTo>
                    <a:pt x="8573" y="3708"/>
                  </a:lnTo>
                  <a:lnTo>
                    <a:pt x="7724" y="3823"/>
                  </a:lnTo>
                  <a:lnTo>
                    <a:pt x="6874" y="3901"/>
                  </a:lnTo>
                  <a:lnTo>
                    <a:pt x="6411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5"/>
                  </a:lnTo>
                  <a:lnTo>
                    <a:pt x="2588" y="3708"/>
                  </a:lnTo>
                  <a:lnTo>
                    <a:pt x="2511" y="3862"/>
                  </a:lnTo>
                  <a:lnTo>
                    <a:pt x="2433" y="4017"/>
                  </a:lnTo>
                  <a:lnTo>
                    <a:pt x="2317" y="4132"/>
                  </a:lnTo>
                  <a:lnTo>
                    <a:pt x="2124" y="4210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7" y="4017"/>
                  </a:lnTo>
                  <a:lnTo>
                    <a:pt x="503" y="3515"/>
                  </a:lnTo>
                  <a:lnTo>
                    <a:pt x="657" y="3013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7" y="1738"/>
                  </a:lnTo>
                  <a:lnTo>
                    <a:pt x="1893" y="1429"/>
                  </a:lnTo>
                  <a:lnTo>
                    <a:pt x="2317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8" y="5638"/>
                  </a:lnTo>
                  <a:lnTo>
                    <a:pt x="11624" y="5986"/>
                  </a:lnTo>
                  <a:lnTo>
                    <a:pt x="11431" y="6140"/>
                  </a:lnTo>
                  <a:lnTo>
                    <a:pt x="11353" y="6218"/>
                  </a:lnTo>
                  <a:lnTo>
                    <a:pt x="11238" y="6256"/>
                  </a:lnTo>
                  <a:lnTo>
                    <a:pt x="11083" y="6295"/>
                  </a:lnTo>
                  <a:lnTo>
                    <a:pt x="10929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20" y="5523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1"/>
                  </a:moveTo>
                  <a:lnTo>
                    <a:pt x="3939" y="39"/>
                  </a:lnTo>
                  <a:lnTo>
                    <a:pt x="3515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2"/>
                  </a:lnTo>
                  <a:lnTo>
                    <a:pt x="1507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8" y="2009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69"/>
                  </a:lnTo>
                  <a:lnTo>
                    <a:pt x="1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9"/>
                  </a:lnTo>
                  <a:lnTo>
                    <a:pt x="1313" y="4596"/>
                  </a:lnTo>
                  <a:lnTo>
                    <a:pt x="1700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1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3" y="3630"/>
                  </a:lnTo>
                  <a:lnTo>
                    <a:pt x="3013" y="2974"/>
                  </a:lnTo>
                  <a:lnTo>
                    <a:pt x="3128" y="773"/>
                  </a:lnTo>
                  <a:lnTo>
                    <a:pt x="3515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1" y="1661"/>
                  </a:lnTo>
                  <a:lnTo>
                    <a:pt x="5059" y="2704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4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6" y="4287"/>
                  </a:lnTo>
                  <a:lnTo>
                    <a:pt x="5870" y="4325"/>
                  </a:lnTo>
                  <a:lnTo>
                    <a:pt x="6218" y="4325"/>
                  </a:lnTo>
                  <a:lnTo>
                    <a:pt x="6565" y="4287"/>
                  </a:lnTo>
                  <a:lnTo>
                    <a:pt x="7608" y="4210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1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2" y="5252"/>
                  </a:lnTo>
                  <a:lnTo>
                    <a:pt x="10427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4" y="5754"/>
                  </a:lnTo>
                  <a:lnTo>
                    <a:pt x="10234" y="5909"/>
                  </a:lnTo>
                  <a:lnTo>
                    <a:pt x="10234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9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7"/>
                  </a:lnTo>
                  <a:lnTo>
                    <a:pt x="11740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3"/>
                  </a:lnTo>
                  <a:lnTo>
                    <a:pt x="12396" y="7222"/>
                  </a:lnTo>
                  <a:lnTo>
                    <a:pt x="12473" y="7569"/>
                  </a:lnTo>
                  <a:lnTo>
                    <a:pt x="12550" y="7917"/>
                  </a:lnTo>
                  <a:lnTo>
                    <a:pt x="12550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5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6" y="9654"/>
                  </a:lnTo>
                  <a:lnTo>
                    <a:pt x="12821" y="9616"/>
                  </a:lnTo>
                  <a:lnTo>
                    <a:pt x="12937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30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724"/>
                  </a:lnTo>
                  <a:lnTo>
                    <a:pt x="12937" y="7183"/>
                  </a:lnTo>
                  <a:lnTo>
                    <a:pt x="12743" y="6681"/>
                  </a:lnTo>
                  <a:lnTo>
                    <a:pt x="12435" y="6218"/>
                  </a:lnTo>
                  <a:lnTo>
                    <a:pt x="12126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30" y="3515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4" y="1931"/>
                  </a:lnTo>
                  <a:lnTo>
                    <a:pt x="8226" y="1584"/>
                  </a:lnTo>
                  <a:lnTo>
                    <a:pt x="7839" y="1275"/>
                  </a:lnTo>
                  <a:lnTo>
                    <a:pt x="7453" y="1005"/>
                  </a:lnTo>
                  <a:lnTo>
                    <a:pt x="7067" y="734"/>
                  </a:lnTo>
                  <a:lnTo>
                    <a:pt x="6642" y="503"/>
                  </a:lnTo>
                  <a:lnTo>
                    <a:pt x="6179" y="348"/>
                  </a:lnTo>
                  <a:lnTo>
                    <a:pt x="5716" y="194"/>
                  </a:lnTo>
                  <a:lnTo>
                    <a:pt x="5291" y="78"/>
                  </a:lnTo>
                  <a:lnTo>
                    <a:pt x="4827" y="39"/>
                  </a:lnTo>
                  <a:lnTo>
                    <a:pt x="44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5"/>
            <p:cNvSpPr/>
            <p:nvPr/>
          </p:nvSpPr>
          <p:spPr>
            <a:xfrm>
              <a:off x="5341075" y="1099050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0" y="78"/>
                  </a:lnTo>
                  <a:lnTo>
                    <a:pt x="2510" y="194"/>
                  </a:lnTo>
                  <a:lnTo>
                    <a:pt x="2240" y="310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0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0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9" y="4866"/>
                  </a:lnTo>
                  <a:lnTo>
                    <a:pt x="888" y="4828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7" y="3167"/>
                  </a:lnTo>
                  <a:lnTo>
                    <a:pt x="772" y="2742"/>
                  </a:lnTo>
                  <a:lnTo>
                    <a:pt x="966" y="2318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80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5"/>
            <p:cNvSpPr/>
            <p:nvPr/>
          </p:nvSpPr>
          <p:spPr>
            <a:xfrm>
              <a:off x="4153650" y="167055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2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40" y="232"/>
                  </a:lnTo>
                  <a:lnTo>
                    <a:pt x="1" y="271"/>
                  </a:lnTo>
                  <a:lnTo>
                    <a:pt x="40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4" y="232"/>
                  </a:lnTo>
                  <a:lnTo>
                    <a:pt x="1005" y="155"/>
                  </a:lnTo>
                  <a:lnTo>
                    <a:pt x="966" y="116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5"/>
            <p:cNvSpPr/>
            <p:nvPr/>
          </p:nvSpPr>
          <p:spPr>
            <a:xfrm>
              <a:off x="4055200" y="1676350"/>
              <a:ext cx="21250" cy="8700"/>
            </a:xfrm>
            <a:custGeom>
              <a:avLst/>
              <a:gdLst/>
              <a:ahLst/>
              <a:cxnLst/>
              <a:rect l="l" t="t" r="r" b="b"/>
              <a:pathLst>
                <a:path w="850" h="348" extrusionOk="0">
                  <a:moveTo>
                    <a:pt x="425" y="0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0" y="193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3"/>
                  </a:lnTo>
                  <a:lnTo>
                    <a:pt x="811" y="78"/>
                  </a:lnTo>
                  <a:lnTo>
                    <a:pt x="73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5"/>
            <p:cNvSpPr/>
            <p:nvPr/>
          </p:nvSpPr>
          <p:spPr>
            <a:xfrm>
              <a:off x="4040700" y="153927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5" y="7298"/>
                  </a:moveTo>
                  <a:lnTo>
                    <a:pt x="8496" y="7375"/>
                  </a:lnTo>
                  <a:lnTo>
                    <a:pt x="8728" y="7453"/>
                  </a:lnTo>
                  <a:lnTo>
                    <a:pt x="8960" y="7569"/>
                  </a:lnTo>
                  <a:lnTo>
                    <a:pt x="9153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5" y="8573"/>
                  </a:lnTo>
                  <a:lnTo>
                    <a:pt x="9693" y="8881"/>
                  </a:lnTo>
                  <a:lnTo>
                    <a:pt x="9655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60" y="10040"/>
                  </a:lnTo>
                  <a:lnTo>
                    <a:pt x="8689" y="10117"/>
                  </a:lnTo>
                  <a:lnTo>
                    <a:pt x="8419" y="10194"/>
                  </a:lnTo>
                  <a:lnTo>
                    <a:pt x="8110" y="10156"/>
                  </a:lnTo>
                  <a:lnTo>
                    <a:pt x="7840" y="10078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6"/>
                  </a:lnTo>
                  <a:lnTo>
                    <a:pt x="7029" y="9345"/>
                  </a:lnTo>
                  <a:lnTo>
                    <a:pt x="6952" y="9075"/>
                  </a:lnTo>
                  <a:lnTo>
                    <a:pt x="6913" y="8804"/>
                  </a:lnTo>
                  <a:lnTo>
                    <a:pt x="6952" y="8534"/>
                  </a:lnTo>
                  <a:lnTo>
                    <a:pt x="7029" y="8264"/>
                  </a:lnTo>
                  <a:lnTo>
                    <a:pt x="7145" y="8071"/>
                  </a:lnTo>
                  <a:lnTo>
                    <a:pt x="7299" y="7877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9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6" y="8457"/>
                  </a:lnTo>
                  <a:lnTo>
                    <a:pt x="2974" y="8611"/>
                  </a:lnTo>
                  <a:lnTo>
                    <a:pt x="3052" y="8766"/>
                  </a:lnTo>
                  <a:lnTo>
                    <a:pt x="1546" y="8727"/>
                  </a:lnTo>
                  <a:lnTo>
                    <a:pt x="40" y="8688"/>
                  </a:lnTo>
                  <a:lnTo>
                    <a:pt x="1" y="8688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6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6"/>
                  </a:lnTo>
                  <a:lnTo>
                    <a:pt x="6759" y="9847"/>
                  </a:lnTo>
                  <a:lnTo>
                    <a:pt x="6990" y="10078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0"/>
                  </a:lnTo>
                  <a:lnTo>
                    <a:pt x="8110" y="10658"/>
                  </a:lnTo>
                  <a:lnTo>
                    <a:pt x="8419" y="10696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7"/>
                  </a:lnTo>
                  <a:lnTo>
                    <a:pt x="9539" y="10194"/>
                  </a:lnTo>
                  <a:lnTo>
                    <a:pt x="9771" y="9963"/>
                  </a:lnTo>
                  <a:lnTo>
                    <a:pt x="9925" y="9692"/>
                  </a:lnTo>
                  <a:lnTo>
                    <a:pt x="10079" y="9422"/>
                  </a:lnTo>
                  <a:lnTo>
                    <a:pt x="10157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7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1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9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5" y="7337"/>
                  </a:lnTo>
                  <a:lnTo>
                    <a:pt x="6913" y="7569"/>
                  </a:lnTo>
                  <a:lnTo>
                    <a:pt x="6720" y="7877"/>
                  </a:lnTo>
                  <a:lnTo>
                    <a:pt x="6565" y="8186"/>
                  </a:lnTo>
                  <a:lnTo>
                    <a:pt x="6450" y="8534"/>
                  </a:lnTo>
                  <a:lnTo>
                    <a:pt x="6450" y="8843"/>
                  </a:lnTo>
                  <a:lnTo>
                    <a:pt x="5716" y="8804"/>
                  </a:lnTo>
                  <a:lnTo>
                    <a:pt x="4944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8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79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6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5"/>
            <p:cNvSpPr/>
            <p:nvPr/>
          </p:nvSpPr>
          <p:spPr>
            <a:xfrm>
              <a:off x="3947075" y="171690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90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90" y="2471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86" y="3244"/>
                  </a:lnTo>
                  <a:lnTo>
                    <a:pt x="1777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3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79"/>
                  </a:lnTo>
                  <a:lnTo>
                    <a:pt x="1584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7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2" y="270"/>
                  </a:lnTo>
                  <a:lnTo>
                    <a:pt x="850" y="386"/>
                  </a:lnTo>
                  <a:lnTo>
                    <a:pt x="618" y="579"/>
                  </a:lnTo>
                  <a:lnTo>
                    <a:pt x="425" y="772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8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1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6" y="2780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3"/>
                  </a:lnTo>
                  <a:lnTo>
                    <a:pt x="3669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7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5"/>
            <p:cNvSpPr/>
            <p:nvPr/>
          </p:nvSpPr>
          <p:spPr>
            <a:xfrm>
              <a:off x="4008850" y="152575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7" y="1004"/>
                  </a:lnTo>
                  <a:lnTo>
                    <a:pt x="7029" y="1313"/>
                  </a:lnTo>
                  <a:lnTo>
                    <a:pt x="7531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9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7"/>
                  </a:lnTo>
                  <a:lnTo>
                    <a:pt x="8573" y="3707"/>
                  </a:lnTo>
                  <a:lnTo>
                    <a:pt x="7724" y="3823"/>
                  </a:lnTo>
                  <a:lnTo>
                    <a:pt x="6874" y="3901"/>
                  </a:lnTo>
                  <a:lnTo>
                    <a:pt x="6411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8" y="3707"/>
                  </a:lnTo>
                  <a:lnTo>
                    <a:pt x="2511" y="3862"/>
                  </a:lnTo>
                  <a:lnTo>
                    <a:pt x="2433" y="4016"/>
                  </a:lnTo>
                  <a:lnTo>
                    <a:pt x="2318" y="4132"/>
                  </a:lnTo>
                  <a:lnTo>
                    <a:pt x="2124" y="4209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1" y="4248"/>
                  </a:lnTo>
                  <a:lnTo>
                    <a:pt x="734" y="4132"/>
                  </a:lnTo>
                  <a:lnTo>
                    <a:pt x="387" y="4016"/>
                  </a:lnTo>
                  <a:lnTo>
                    <a:pt x="503" y="3514"/>
                  </a:lnTo>
                  <a:lnTo>
                    <a:pt x="657" y="3012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7" y="1738"/>
                  </a:lnTo>
                  <a:lnTo>
                    <a:pt x="1893" y="1429"/>
                  </a:lnTo>
                  <a:lnTo>
                    <a:pt x="2318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8" y="5638"/>
                  </a:lnTo>
                  <a:lnTo>
                    <a:pt x="11624" y="5986"/>
                  </a:lnTo>
                  <a:lnTo>
                    <a:pt x="11431" y="6140"/>
                  </a:lnTo>
                  <a:lnTo>
                    <a:pt x="11353" y="6217"/>
                  </a:lnTo>
                  <a:lnTo>
                    <a:pt x="11238" y="6256"/>
                  </a:lnTo>
                  <a:lnTo>
                    <a:pt x="11083" y="6295"/>
                  </a:lnTo>
                  <a:lnTo>
                    <a:pt x="10929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3" y="5947"/>
                  </a:lnTo>
                  <a:lnTo>
                    <a:pt x="10543" y="5870"/>
                  </a:lnTo>
                  <a:lnTo>
                    <a:pt x="10543" y="5754"/>
                  </a:lnTo>
                  <a:lnTo>
                    <a:pt x="10620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0"/>
                  </a:moveTo>
                  <a:lnTo>
                    <a:pt x="3939" y="39"/>
                  </a:lnTo>
                  <a:lnTo>
                    <a:pt x="3515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1"/>
                  </a:lnTo>
                  <a:lnTo>
                    <a:pt x="1507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9" y="2008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7" y="3205"/>
                  </a:lnTo>
                  <a:lnTo>
                    <a:pt x="39" y="3669"/>
                  </a:lnTo>
                  <a:lnTo>
                    <a:pt x="1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8"/>
                  </a:lnTo>
                  <a:lnTo>
                    <a:pt x="1314" y="4596"/>
                  </a:lnTo>
                  <a:lnTo>
                    <a:pt x="1700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1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3" y="3630"/>
                  </a:lnTo>
                  <a:lnTo>
                    <a:pt x="3013" y="2974"/>
                  </a:lnTo>
                  <a:lnTo>
                    <a:pt x="3128" y="773"/>
                  </a:lnTo>
                  <a:lnTo>
                    <a:pt x="3515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1" y="1661"/>
                  </a:lnTo>
                  <a:lnTo>
                    <a:pt x="5059" y="2703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4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6" y="4287"/>
                  </a:lnTo>
                  <a:lnTo>
                    <a:pt x="5870" y="4325"/>
                  </a:lnTo>
                  <a:lnTo>
                    <a:pt x="6218" y="4325"/>
                  </a:lnTo>
                  <a:lnTo>
                    <a:pt x="6565" y="4287"/>
                  </a:lnTo>
                  <a:lnTo>
                    <a:pt x="7608" y="4209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0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7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3" y="5252"/>
                  </a:lnTo>
                  <a:lnTo>
                    <a:pt x="10427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4" y="5754"/>
                  </a:lnTo>
                  <a:lnTo>
                    <a:pt x="10234" y="5908"/>
                  </a:lnTo>
                  <a:lnTo>
                    <a:pt x="10234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9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7" y="6526"/>
                  </a:lnTo>
                  <a:lnTo>
                    <a:pt x="11740" y="6410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2"/>
                  </a:lnTo>
                  <a:lnTo>
                    <a:pt x="12396" y="7221"/>
                  </a:lnTo>
                  <a:lnTo>
                    <a:pt x="12473" y="7569"/>
                  </a:lnTo>
                  <a:lnTo>
                    <a:pt x="12551" y="7916"/>
                  </a:lnTo>
                  <a:lnTo>
                    <a:pt x="12551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5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6" y="9654"/>
                  </a:lnTo>
                  <a:lnTo>
                    <a:pt x="12821" y="9616"/>
                  </a:lnTo>
                  <a:lnTo>
                    <a:pt x="12937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30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5"/>
                  </a:lnTo>
                  <a:lnTo>
                    <a:pt x="13091" y="7723"/>
                  </a:lnTo>
                  <a:lnTo>
                    <a:pt x="12937" y="7183"/>
                  </a:lnTo>
                  <a:lnTo>
                    <a:pt x="12744" y="6681"/>
                  </a:lnTo>
                  <a:lnTo>
                    <a:pt x="12435" y="6217"/>
                  </a:lnTo>
                  <a:lnTo>
                    <a:pt x="12126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9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30" y="3514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5" y="1931"/>
                  </a:lnTo>
                  <a:lnTo>
                    <a:pt x="8226" y="1584"/>
                  </a:lnTo>
                  <a:lnTo>
                    <a:pt x="7839" y="1275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9" y="348"/>
                  </a:lnTo>
                  <a:lnTo>
                    <a:pt x="5716" y="193"/>
                  </a:lnTo>
                  <a:lnTo>
                    <a:pt x="5291" y="78"/>
                  </a:lnTo>
                  <a:lnTo>
                    <a:pt x="4828" y="39"/>
                  </a:lnTo>
                  <a:lnTo>
                    <a:pt x="44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5"/>
            <p:cNvSpPr/>
            <p:nvPr/>
          </p:nvSpPr>
          <p:spPr>
            <a:xfrm>
              <a:off x="3904600" y="1635800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0" y="194"/>
                  </a:lnTo>
                  <a:lnTo>
                    <a:pt x="2240" y="309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1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9" y="4866"/>
                  </a:lnTo>
                  <a:lnTo>
                    <a:pt x="888" y="4827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80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5"/>
            <p:cNvSpPr/>
            <p:nvPr/>
          </p:nvSpPr>
          <p:spPr>
            <a:xfrm>
              <a:off x="6613425" y="4670925"/>
              <a:ext cx="26100" cy="11600"/>
            </a:xfrm>
            <a:custGeom>
              <a:avLst/>
              <a:gdLst/>
              <a:ahLst/>
              <a:cxnLst/>
              <a:rect l="l" t="t" r="r" b="b"/>
              <a:pathLst>
                <a:path w="1044" h="464" extrusionOk="0">
                  <a:moveTo>
                    <a:pt x="773" y="0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3"/>
                  </a:lnTo>
                  <a:lnTo>
                    <a:pt x="39" y="232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2"/>
                  </a:lnTo>
                  <a:lnTo>
                    <a:pt x="1005" y="155"/>
                  </a:lnTo>
                  <a:lnTo>
                    <a:pt x="966" y="116"/>
                  </a:lnTo>
                  <a:lnTo>
                    <a:pt x="889" y="39"/>
                  </a:lnTo>
                  <a:lnTo>
                    <a:pt x="77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5"/>
            <p:cNvSpPr/>
            <p:nvPr/>
          </p:nvSpPr>
          <p:spPr>
            <a:xfrm>
              <a:off x="6514950" y="4676725"/>
              <a:ext cx="21275" cy="8700"/>
            </a:xfrm>
            <a:custGeom>
              <a:avLst/>
              <a:gdLst/>
              <a:ahLst/>
              <a:cxnLst/>
              <a:rect l="l" t="t" r="r" b="b"/>
              <a:pathLst>
                <a:path w="851" h="348" extrusionOk="0">
                  <a:moveTo>
                    <a:pt x="426" y="0"/>
                  </a:moveTo>
                  <a:lnTo>
                    <a:pt x="155" y="39"/>
                  </a:lnTo>
                  <a:lnTo>
                    <a:pt x="117" y="39"/>
                  </a:lnTo>
                  <a:lnTo>
                    <a:pt x="39" y="77"/>
                  </a:lnTo>
                  <a:lnTo>
                    <a:pt x="1" y="193"/>
                  </a:lnTo>
                  <a:lnTo>
                    <a:pt x="39" y="270"/>
                  </a:lnTo>
                  <a:lnTo>
                    <a:pt x="117" y="309"/>
                  </a:lnTo>
                  <a:lnTo>
                    <a:pt x="155" y="348"/>
                  </a:lnTo>
                  <a:lnTo>
                    <a:pt x="735" y="348"/>
                  </a:lnTo>
                  <a:lnTo>
                    <a:pt x="812" y="270"/>
                  </a:lnTo>
                  <a:lnTo>
                    <a:pt x="850" y="193"/>
                  </a:lnTo>
                  <a:lnTo>
                    <a:pt x="812" y="77"/>
                  </a:lnTo>
                  <a:lnTo>
                    <a:pt x="73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5"/>
            <p:cNvSpPr/>
            <p:nvPr/>
          </p:nvSpPr>
          <p:spPr>
            <a:xfrm>
              <a:off x="6500475" y="4539625"/>
              <a:ext cx="254875" cy="267450"/>
            </a:xfrm>
            <a:custGeom>
              <a:avLst/>
              <a:gdLst/>
              <a:ahLst/>
              <a:cxnLst/>
              <a:rect l="l" t="t" r="r" b="b"/>
              <a:pathLst>
                <a:path w="10195" h="10698" extrusionOk="0">
                  <a:moveTo>
                    <a:pt x="8264" y="7299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59" y="7569"/>
                  </a:lnTo>
                  <a:lnTo>
                    <a:pt x="9152" y="7724"/>
                  </a:lnTo>
                  <a:lnTo>
                    <a:pt x="9345" y="7917"/>
                  </a:lnTo>
                  <a:lnTo>
                    <a:pt x="9500" y="8110"/>
                  </a:lnTo>
                  <a:lnTo>
                    <a:pt x="9616" y="8342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2"/>
                  </a:lnTo>
                  <a:lnTo>
                    <a:pt x="9539" y="9423"/>
                  </a:lnTo>
                  <a:lnTo>
                    <a:pt x="9384" y="9654"/>
                  </a:lnTo>
                  <a:lnTo>
                    <a:pt x="9191" y="9848"/>
                  </a:lnTo>
                  <a:lnTo>
                    <a:pt x="8959" y="10041"/>
                  </a:lnTo>
                  <a:lnTo>
                    <a:pt x="8689" y="10118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39" y="10079"/>
                  </a:lnTo>
                  <a:lnTo>
                    <a:pt x="7608" y="9963"/>
                  </a:lnTo>
                  <a:lnTo>
                    <a:pt x="7376" y="9809"/>
                  </a:lnTo>
                  <a:lnTo>
                    <a:pt x="7183" y="9577"/>
                  </a:lnTo>
                  <a:lnTo>
                    <a:pt x="7029" y="9346"/>
                  </a:lnTo>
                  <a:lnTo>
                    <a:pt x="6951" y="9075"/>
                  </a:lnTo>
                  <a:lnTo>
                    <a:pt x="6913" y="8805"/>
                  </a:lnTo>
                  <a:lnTo>
                    <a:pt x="6951" y="8535"/>
                  </a:lnTo>
                  <a:lnTo>
                    <a:pt x="7029" y="8264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4"/>
                  </a:lnTo>
                  <a:lnTo>
                    <a:pt x="7724" y="7569"/>
                  </a:lnTo>
                  <a:lnTo>
                    <a:pt x="8148" y="7338"/>
                  </a:lnTo>
                  <a:lnTo>
                    <a:pt x="8226" y="7299"/>
                  </a:lnTo>
                  <a:close/>
                  <a:moveTo>
                    <a:pt x="2858" y="1"/>
                  </a:moveTo>
                  <a:lnTo>
                    <a:pt x="2665" y="39"/>
                  </a:lnTo>
                  <a:lnTo>
                    <a:pt x="2665" y="78"/>
                  </a:lnTo>
                  <a:lnTo>
                    <a:pt x="2626" y="1352"/>
                  </a:lnTo>
                  <a:lnTo>
                    <a:pt x="2626" y="2588"/>
                  </a:lnTo>
                  <a:lnTo>
                    <a:pt x="2665" y="3824"/>
                  </a:lnTo>
                  <a:lnTo>
                    <a:pt x="2704" y="5098"/>
                  </a:lnTo>
                  <a:lnTo>
                    <a:pt x="2897" y="7492"/>
                  </a:lnTo>
                  <a:lnTo>
                    <a:pt x="2897" y="8148"/>
                  </a:lnTo>
                  <a:lnTo>
                    <a:pt x="2935" y="8457"/>
                  </a:lnTo>
                  <a:lnTo>
                    <a:pt x="2974" y="8612"/>
                  </a:lnTo>
                  <a:lnTo>
                    <a:pt x="3051" y="8766"/>
                  </a:lnTo>
                  <a:lnTo>
                    <a:pt x="1545" y="8728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7"/>
                  </a:lnTo>
                  <a:lnTo>
                    <a:pt x="773" y="9114"/>
                  </a:lnTo>
                  <a:lnTo>
                    <a:pt x="1545" y="9152"/>
                  </a:lnTo>
                  <a:lnTo>
                    <a:pt x="3128" y="9230"/>
                  </a:lnTo>
                  <a:lnTo>
                    <a:pt x="4828" y="9307"/>
                  </a:lnTo>
                  <a:lnTo>
                    <a:pt x="5677" y="9307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8"/>
                  </a:lnTo>
                  <a:lnTo>
                    <a:pt x="6990" y="10079"/>
                  </a:lnTo>
                  <a:lnTo>
                    <a:pt x="7222" y="10311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7"/>
                  </a:lnTo>
                  <a:lnTo>
                    <a:pt x="8728" y="10620"/>
                  </a:lnTo>
                  <a:lnTo>
                    <a:pt x="9037" y="10543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3"/>
                  </a:lnTo>
                  <a:lnTo>
                    <a:pt x="10156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6" y="8419"/>
                  </a:lnTo>
                  <a:lnTo>
                    <a:pt x="10041" y="8071"/>
                  </a:lnTo>
                  <a:lnTo>
                    <a:pt x="9847" y="7762"/>
                  </a:lnTo>
                  <a:lnTo>
                    <a:pt x="9616" y="7492"/>
                  </a:lnTo>
                  <a:lnTo>
                    <a:pt x="9307" y="7260"/>
                  </a:lnTo>
                  <a:lnTo>
                    <a:pt x="8998" y="7106"/>
                  </a:lnTo>
                  <a:lnTo>
                    <a:pt x="8650" y="7029"/>
                  </a:lnTo>
                  <a:lnTo>
                    <a:pt x="8303" y="7029"/>
                  </a:lnTo>
                  <a:lnTo>
                    <a:pt x="8187" y="7067"/>
                  </a:lnTo>
                  <a:lnTo>
                    <a:pt x="8148" y="7029"/>
                  </a:lnTo>
                  <a:lnTo>
                    <a:pt x="8071" y="6990"/>
                  </a:lnTo>
                  <a:lnTo>
                    <a:pt x="7917" y="6990"/>
                  </a:lnTo>
                  <a:lnTo>
                    <a:pt x="7724" y="7029"/>
                  </a:lnTo>
                  <a:lnTo>
                    <a:pt x="7415" y="7144"/>
                  </a:lnTo>
                  <a:lnTo>
                    <a:pt x="7144" y="7338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49" y="8535"/>
                  </a:lnTo>
                  <a:lnTo>
                    <a:pt x="6449" y="8844"/>
                  </a:lnTo>
                  <a:lnTo>
                    <a:pt x="5716" y="8805"/>
                  </a:lnTo>
                  <a:lnTo>
                    <a:pt x="4943" y="8766"/>
                  </a:lnTo>
                  <a:lnTo>
                    <a:pt x="3476" y="8766"/>
                  </a:lnTo>
                  <a:lnTo>
                    <a:pt x="3476" y="8728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7" y="8535"/>
                  </a:lnTo>
                  <a:lnTo>
                    <a:pt x="3360" y="8496"/>
                  </a:lnTo>
                  <a:lnTo>
                    <a:pt x="3283" y="8496"/>
                  </a:lnTo>
                  <a:lnTo>
                    <a:pt x="3206" y="8535"/>
                  </a:lnTo>
                  <a:lnTo>
                    <a:pt x="3206" y="8535"/>
                  </a:lnTo>
                  <a:lnTo>
                    <a:pt x="3283" y="8380"/>
                  </a:lnTo>
                  <a:lnTo>
                    <a:pt x="3283" y="8226"/>
                  </a:lnTo>
                  <a:lnTo>
                    <a:pt x="3283" y="8110"/>
                  </a:lnTo>
                  <a:lnTo>
                    <a:pt x="3283" y="7955"/>
                  </a:lnTo>
                  <a:lnTo>
                    <a:pt x="3206" y="7338"/>
                  </a:lnTo>
                  <a:lnTo>
                    <a:pt x="3128" y="6449"/>
                  </a:lnTo>
                  <a:lnTo>
                    <a:pt x="3013" y="4326"/>
                  </a:lnTo>
                  <a:lnTo>
                    <a:pt x="2935" y="2202"/>
                  </a:lnTo>
                  <a:lnTo>
                    <a:pt x="2897" y="78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5"/>
            <p:cNvSpPr/>
            <p:nvPr/>
          </p:nvSpPr>
          <p:spPr>
            <a:xfrm>
              <a:off x="6406825" y="4717250"/>
              <a:ext cx="93675" cy="93675"/>
            </a:xfrm>
            <a:custGeom>
              <a:avLst/>
              <a:gdLst/>
              <a:ahLst/>
              <a:cxnLst/>
              <a:rect l="l" t="t" r="r" b="b"/>
              <a:pathLst>
                <a:path w="3747" h="3747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8" y="619"/>
                  </a:lnTo>
                  <a:lnTo>
                    <a:pt x="2550" y="696"/>
                  </a:lnTo>
                  <a:lnTo>
                    <a:pt x="2743" y="812"/>
                  </a:lnTo>
                  <a:lnTo>
                    <a:pt x="2936" y="966"/>
                  </a:lnTo>
                  <a:lnTo>
                    <a:pt x="3090" y="1198"/>
                  </a:lnTo>
                  <a:lnTo>
                    <a:pt x="3206" y="1430"/>
                  </a:lnTo>
                  <a:lnTo>
                    <a:pt x="3245" y="1700"/>
                  </a:lnTo>
                  <a:lnTo>
                    <a:pt x="3245" y="1970"/>
                  </a:lnTo>
                  <a:lnTo>
                    <a:pt x="3206" y="2202"/>
                  </a:lnTo>
                  <a:lnTo>
                    <a:pt x="3090" y="2472"/>
                  </a:lnTo>
                  <a:lnTo>
                    <a:pt x="2974" y="2665"/>
                  </a:lnTo>
                  <a:lnTo>
                    <a:pt x="2781" y="2897"/>
                  </a:lnTo>
                  <a:lnTo>
                    <a:pt x="2588" y="3051"/>
                  </a:lnTo>
                  <a:lnTo>
                    <a:pt x="2357" y="3167"/>
                  </a:lnTo>
                  <a:lnTo>
                    <a:pt x="2086" y="3245"/>
                  </a:lnTo>
                  <a:lnTo>
                    <a:pt x="1777" y="3245"/>
                  </a:lnTo>
                  <a:lnTo>
                    <a:pt x="1507" y="3167"/>
                  </a:lnTo>
                  <a:lnTo>
                    <a:pt x="1237" y="3051"/>
                  </a:lnTo>
                  <a:lnTo>
                    <a:pt x="966" y="2897"/>
                  </a:lnTo>
                  <a:lnTo>
                    <a:pt x="773" y="2665"/>
                  </a:lnTo>
                  <a:lnTo>
                    <a:pt x="619" y="2434"/>
                  </a:lnTo>
                  <a:lnTo>
                    <a:pt x="503" y="2163"/>
                  </a:lnTo>
                  <a:lnTo>
                    <a:pt x="503" y="1854"/>
                  </a:lnTo>
                  <a:lnTo>
                    <a:pt x="503" y="1584"/>
                  </a:lnTo>
                  <a:lnTo>
                    <a:pt x="619" y="1352"/>
                  </a:lnTo>
                  <a:lnTo>
                    <a:pt x="735" y="1121"/>
                  </a:lnTo>
                  <a:lnTo>
                    <a:pt x="928" y="928"/>
                  </a:lnTo>
                  <a:lnTo>
                    <a:pt x="1121" y="735"/>
                  </a:lnTo>
                  <a:lnTo>
                    <a:pt x="1353" y="580"/>
                  </a:lnTo>
                  <a:lnTo>
                    <a:pt x="1584" y="464"/>
                  </a:lnTo>
                  <a:close/>
                  <a:moveTo>
                    <a:pt x="1893" y="1"/>
                  </a:moveTo>
                  <a:lnTo>
                    <a:pt x="1700" y="39"/>
                  </a:lnTo>
                  <a:lnTo>
                    <a:pt x="1546" y="78"/>
                  </a:lnTo>
                  <a:lnTo>
                    <a:pt x="1353" y="155"/>
                  </a:lnTo>
                  <a:lnTo>
                    <a:pt x="1314" y="194"/>
                  </a:lnTo>
                  <a:lnTo>
                    <a:pt x="1082" y="271"/>
                  </a:lnTo>
                  <a:lnTo>
                    <a:pt x="851" y="387"/>
                  </a:lnTo>
                  <a:lnTo>
                    <a:pt x="619" y="580"/>
                  </a:lnTo>
                  <a:lnTo>
                    <a:pt x="426" y="773"/>
                  </a:lnTo>
                  <a:lnTo>
                    <a:pt x="271" y="966"/>
                  </a:lnTo>
                  <a:lnTo>
                    <a:pt x="155" y="1237"/>
                  </a:lnTo>
                  <a:lnTo>
                    <a:pt x="78" y="1468"/>
                  </a:lnTo>
                  <a:lnTo>
                    <a:pt x="1" y="1739"/>
                  </a:lnTo>
                  <a:lnTo>
                    <a:pt x="1" y="2047"/>
                  </a:lnTo>
                  <a:lnTo>
                    <a:pt x="40" y="2125"/>
                  </a:lnTo>
                  <a:lnTo>
                    <a:pt x="40" y="2318"/>
                  </a:lnTo>
                  <a:lnTo>
                    <a:pt x="117" y="2511"/>
                  </a:lnTo>
                  <a:lnTo>
                    <a:pt x="310" y="2858"/>
                  </a:lnTo>
                  <a:lnTo>
                    <a:pt x="542" y="3167"/>
                  </a:lnTo>
                  <a:lnTo>
                    <a:pt x="851" y="3399"/>
                  </a:lnTo>
                  <a:lnTo>
                    <a:pt x="1198" y="3592"/>
                  </a:lnTo>
                  <a:lnTo>
                    <a:pt x="1584" y="3708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7" y="3669"/>
                  </a:lnTo>
                  <a:lnTo>
                    <a:pt x="2627" y="3592"/>
                  </a:lnTo>
                  <a:lnTo>
                    <a:pt x="2897" y="3438"/>
                  </a:lnTo>
                  <a:lnTo>
                    <a:pt x="3129" y="3245"/>
                  </a:lnTo>
                  <a:lnTo>
                    <a:pt x="3322" y="3013"/>
                  </a:lnTo>
                  <a:lnTo>
                    <a:pt x="3476" y="2781"/>
                  </a:lnTo>
                  <a:lnTo>
                    <a:pt x="3631" y="2511"/>
                  </a:lnTo>
                  <a:lnTo>
                    <a:pt x="3708" y="2202"/>
                  </a:lnTo>
                  <a:lnTo>
                    <a:pt x="3747" y="1932"/>
                  </a:lnTo>
                  <a:lnTo>
                    <a:pt x="3747" y="1584"/>
                  </a:lnTo>
                  <a:lnTo>
                    <a:pt x="3669" y="1314"/>
                  </a:lnTo>
                  <a:lnTo>
                    <a:pt x="3515" y="1005"/>
                  </a:lnTo>
                  <a:lnTo>
                    <a:pt x="3322" y="696"/>
                  </a:lnTo>
                  <a:lnTo>
                    <a:pt x="3052" y="426"/>
                  </a:lnTo>
                  <a:lnTo>
                    <a:pt x="2743" y="233"/>
                  </a:lnTo>
                  <a:lnTo>
                    <a:pt x="2395" y="78"/>
                  </a:lnTo>
                  <a:lnTo>
                    <a:pt x="204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5"/>
            <p:cNvSpPr/>
            <p:nvPr/>
          </p:nvSpPr>
          <p:spPr>
            <a:xfrm>
              <a:off x="6468625" y="4526125"/>
              <a:ext cx="329200" cy="242325"/>
            </a:xfrm>
            <a:custGeom>
              <a:avLst/>
              <a:gdLst/>
              <a:ahLst/>
              <a:cxnLst/>
              <a:rect l="l" t="t" r="r" b="b"/>
              <a:pathLst>
                <a:path w="13168" h="9693" extrusionOk="0">
                  <a:moveTo>
                    <a:pt x="5368" y="618"/>
                  </a:moveTo>
                  <a:lnTo>
                    <a:pt x="5947" y="772"/>
                  </a:lnTo>
                  <a:lnTo>
                    <a:pt x="6526" y="1004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2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6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1" y="3707"/>
                  </a:lnTo>
                  <a:lnTo>
                    <a:pt x="8573" y="3707"/>
                  </a:lnTo>
                  <a:lnTo>
                    <a:pt x="7723" y="3823"/>
                  </a:lnTo>
                  <a:lnTo>
                    <a:pt x="6874" y="3900"/>
                  </a:lnTo>
                  <a:lnTo>
                    <a:pt x="6410" y="3939"/>
                  </a:lnTo>
                  <a:lnTo>
                    <a:pt x="6179" y="3939"/>
                  </a:lnTo>
                  <a:lnTo>
                    <a:pt x="5986" y="3900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6" y="2626"/>
                  </a:lnTo>
                  <a:lnTo>
                    <a:pt x="5368" y="1969"/>
                  </a:lnTo>
                  <a:lnTo>
                    <a:pt x="5368" y="618"/>
                  </a:lnTo>
                  <a:close/>
                  <a:moveTo>
                    <a:pt x="2781" y="888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8" y="3707"/>
                  </a:lnTo>
                  <a:lnTo>
                    <a:pt x="2510" y="3862"/>
                  </a:lnTo>
                  <a:lnTo>
                    <a:pt x="2433" y="4016"/>
                  </a:lnTo>
                  <a:lnTo>
                    <a:pt x="2317" y="4132"/>
                  </a:lnTo>
                  <a:lnTo>
                    <a:pt x="2124" y="4209"/>
                  </a:lnTo>
                  <a:lnTo>
                    <a:pt x="1892" y="4286"/>
                  </a:lnTo>
                  <a:lnTo>
                    <a:pt x="1545" y="4286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6" y="4016"/>
                  </a:lnTo>
                  <a:lnTo>
                    <a:pt x="502" y="3514"/>
                  </a:lnTo>
                  <a:lnTo>
                    <a:pt x="657" y="3012"/>
                  </a:lnTo>
                  <a:lnTo>
                    <a:pt x="888" y="2549"/>
                  </a:lnTo>
                  <a:lnTo>
                    <a:pt x="1159" y="2124"/>
                  </a:lnTo>
                  <a:lnTo>
                    <a:pt x="1506" y="1738"/>
                  </a:lnTo>
                  <a:lnTo>
                    <a:pt x="1892" y="1429"/>
                  </a:lnTo>
                  <a:lnTo>
                    <a:pt x="2317" y="1120"/>
                  </a:lnTo>
                  <a:lnTo>
                    <a:pt x="2781" y="888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3" y="5985"/>
                  </a:lnTo>
                  <a:lnTo>
                    <a:pt x="11430" y="6140"/>
                  </a:lnTo>
                  <a:lnTo>
                    <a:pt x="11353" y="6217"/>
                  </a:lnTo>
                  <a:lnTo>
                    <a:pt x="11237" y="6256"/>
                  </a:lnTo>
                  <a:lnTo>
                    <a:pt x="11083" y="6294"/>
                  </a:lnTo>
                  <a:lnTo>
                    <a:pt x="10928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19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2" y="0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5" y="386"/>
                  </a:lnTo>
                  <a:lnTo>
                    <a:pt x="2240" y="579"/>
                  </a:lnTo>
                  <a:lnTo>
                    <a:pt x="1854" y="811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8" y="1661"/>
                  </a:lnTo>
                  <a:lnTo>
                    <a:pt x="618" y="2008"/>
                  </a:lnTo>
                  <a:lnTo>
                    <a:pt x="425" y="2394"/>
                  </a:lnTo>
                  <a:lnTo>
                    <a:pt x="232" y="2780"/>
                  </a:lnTo>
                  <a:lnTo>
                    <a:pt x="116" y="3205"/>
                  </a:lnTo>
                  <a:lnTo>
                    <a:pt x="39" y="3669"/>
                  </a:lnTo>
                  <a:lnTo>
                    <a:pt x="0" y="4093"/>
                  </a:lnTo>
                  <a:lnTo>
                    <a:pt x="39" y="4557"/>
                  </a:lnTo>
                  <a:lnTo>
                    <a:pt x="348" y="4595"/>
                  </a:lnTo>
                  <a:lnTo>
                    <a:pt x="386" y="4286"/>
                  </a:lnTo>
                  <a:lnTo>
                    <a:pt x="966" y="4518"/>
                  </a:lnTo>
                  <a:lnTo>
                    <a:pt x="1313" y="4595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79"/>
                  </a:lnTo>
                  <a:lnTo>
                    <a:pt x="2742" y="4402"/>
                  </a:lnTo>
                  <a:lnTo>
                    <a:pt x="2858" y="4248"/>
                  </a:lnTo>
                  <a:lnTo>
                    <a:pt x="2896" y="4132"/>
                  </a:lnTo>
                  <a:lnTo>
                    <a:pt x="2974" y="3977"/>
                  </a:lnTo>
                  <a:lnTo>
                    <a:pt x="3012" y="3630"/>
                  </a:lnTo>
                  <a:lnTo>
                    <a:pt x="3012" y="2973"/>
                  </a:lnTo>
                  <a:lnTo>
                    <a:pt x="3128" y="772"/>
                  </a:lnTo>
                  <a:lnTo>
                    <a:pt x="3514" y="657"/>
                  </a:lnTo>
                  <a:lnTo>
                    <a:pt x="3939" y="579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8" y="579"/>
                  </a:lnTo>
                  <a:lnTo>
                    <a:pt x="5020" y="1661"/>
                  </a:lnTo>
                  <a:lnTo>
                    <a:pt x="5059" y="2703"/>
                  </a:lnTo>
                  <a:lnTo>
                    <a:pt x="5098" y="3398"/>
                  </a:lnTo>
                  <a:lnTo>
                    <a:pt x="5175" y="3746"/>
                  </a:lnTo>
                  <a:lnTo>
                    <a:pt x="5213" y="3900"/>
                  </a:lnTo>
                  <a:lnTo>
                    <a:pt x="5291" y="4055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6"/>
                  </a:lnTo>
                  <a:lnTo>
                    <a:pt x="5870" y="4325"/>
                  </a:lnTo>
                  <a:lnTo>
                    <a:pt x="6217" y="4325"/>
                  </a:lnTo>
                  <a:lnTo>
                    <a:pt x="6565" y="4286"/>
                  </a:lnTo>
                  <a:lnTo>
                    <a:pt x="7607" y="4209"/>
                  </a:lnTo>
                  <a:lnTo>
                    <a:pt x="8650" y="4093"/>
                  </a:lnTo>
                  <a:lnTo>
                    <a:pt x="8650" y="4479"/>
                  </a:lnTo>
                  <a:lnTo>
                    <a:pt x="8611" y="4866"/>
                  </a:lnTo>
                  <a:lnTo>
                    <a:pt x="8611" y="4904"/>
                  </a:lnTo>
                  <a:lnTo>
                    <a:pt x="8611" y="5020"/>
                  </a:lnTo>
                  <a:lnTo>
                    <a:pt x="8650" y="5097"/>
                  </a:lnTo>
                  <a:lnTo>
                    <a:pt x="8766" y="5097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6" y="4943"/>
                  </a:lnTo>
                  <a:lnTo>
                    <a:pt x="9191" y="4904"/>
                  </a:lnTo>
                  <a:lnTo>
                    <a:pt x="9384" y="4904"/>
                  </a:lnTo>
                  <a:lnTo>
                    <a:pt x="9809" y="4981"/>
                  </a:lnTo>
                  <a:lnTo>
                    <a:pt x="10195" y="5097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1" y="5445"/>
                  </a:lnTo>
                  <a:lnTo>
                    <a:pt x="10272" y="5599"/>
                  </a:lnTo>
                  <a:lnTo>
                    <a:pt x="10233" y="5754"/>
                  </a:lnTo>
                  <a:lnTo>
                    <a:pt x="10233" y="5908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7"/>
                  </a:lnTo>
                  <a:lnTo>
                    <a:pt x="10697" y="6603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3"/>
                  </a:lnTo>
                  <a:lnTo>
                    <a:pt x="11546" y="6526"/>
                  </a:lnTo>
                  <a:lnTo>
                    <a:pt x="11739" y="6410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2"/>
                  </a:lnTo>
                  <a:lnTo>
                    <a:pt x="12396" y="7221"/>
                  </a:lnTo>
                  <a:lnTo>
                    <a:pt x="12473" y="7569"/>
                  </a:lnTo>
                  <a:lnTo>
                    <a:pt x="12550" y="7916"/>
                  </a:lnTo>
                  <a:lnTo>
                    <a:pt x="12550" y="8264"/>
                  </a:lnTo>
                  <a:lnTo>
                    <a:pt x="12589" y="8997"/>
                  </a:lnTo>
                  <a:lnTo>
                    <a:pt x="12512" y="8997"/>
                  </a:lnTo>
                  <a:lnTo>
                    <a:pt x="12434" y="9075"/>
                  </a:lnTo>
                  <a:lnTo>
                    <a:pt x="12396" y="9113"/>
                  </a:lnTo>
                  <a:lnTo>
                    <a:pt x="12357" y="9190"/>
                  </a:lnTo>
                  <a:lnTo>
                    <a:pt x="11469" y="9306"/>
                  </a:lnTo>
                  <a:lnTo>
                    <a:pt x="11469" y="9692"/>
                  </a:lnTo>
                  <a:lnTo>
                    <a:pt x="12125" y="9654"/>
                  </a:lnTo>
                  <a:lnTo>
                    <a:pt x="12820" y="9615"/>
                  </a:lnTo>
                  <a:lnTo>
                    <a:pt x="12936" y="9577"/>
                  </a:lnTo>
                  <a:lnTo>
                    <a:pt x="13014" y="9499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7"/>
                  </a:lnTo>
                  <a:lnTo>
                    <a:pt x="13168" y="8766"/>
                  </a:lnTo>
                  <a:lnTo>
                    <a:pt x="13168" y="8495"/>
                  </a:lnTo>
                  <a:lnTo>
                    <a:pt x="13168" y="8225"/>
                  </a:lnTo>
                  <a:lnTo>
                    <a:pt x="13091" y="7723"/>
                  </a:lnTo>
                  <a:lnTo>
                    <a:pt x="12936" y="7182"/>
                  </a:lnTo>
                  <a:lnTo>
                    <a:pt x="12743" y="6680"/>
                  </a:lnTo>
                  <a:lnTo>
                    <a:pt x="12434" y="6217"/>
                  </a:lnTo>
                  <a:lnTo>
                    <a:pt x="12125" y="5792"/>
                  </a:lnTo>
                  <a:lnTo>
                    <a:pt x="11778" y="5445"/>
                  </a:lnTo>
                  <a:lnTo>
                    <a:pt x="11315" y="5097"/>
                  </a:lnTo>
                  <a:lnTo>
                    <a:pt x="10967" y="4904"/>
                  </a:lnTo>
                  <a:lnTo>
                    <a:pt x="10619" y="4750"/>
                  </a:lnTo>
                  <a:lnTo>
                    <a:pt x="10272" y="4595"/>
                  </a:lnTo>
                  <a:lnTo>
                    <a:pt x="9886" y="4479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7"/>
                  </a:lnTo>
                  <a:lnTo>
                    <a:pt x="9229" y="3514"/>
                  </a:lnTo>
                  <a:lnTo>
                    <a:pt x="9152" y="3089"/>
                  </a:lnTo>
                  <a:lnTo>
                    <a:pt x="8998" y="2665"/>
                  </a:lnTo>
                  <a:lnTo>
                    <a:pt x="8805" y="2278"/>
                  </a:lnTo>
                  <a:lnTo>
                    <a:pt x="8534" y="1931"/>
                  </a:lnTo>
                  <a:lnTo>
                    <a:pt x="8225" y="1583"/>
                  </a:lnTo>
                  <a:lnTo>
                    <a:pt x="7839" y="1274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9" y="348"/>
                  </a:lnTo>
                  <a:lnTo>
                    <a:pt x="5715" y="193"/>
                  </a:lnTo>
                  <a:lnTo>
                    <a:pt x="5291" y="77"/>
                  </a:lnTo>
                  <a:lnTo>
                    <a:pt x="4827" y="39"/>
                  </a:lnTo>
                  <a:lnTo>
                    <a:pt x="440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5"/>
            <p:cNvSpPr/>
            <p:nvPr/>
          </p:nvSpPr>
          <p:spPr>
            <a:xfrm>
              <a:off x="6364350" y="4636175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0"/>
                  </a:moveTo>
                  <a:lnTo>
                    <a:pt x="3052" y="39"/>
                  </a:lnTo>
                  <a:lnTo>
                    <a:pt x="2781" y="77"/>
                  </a:lnTo>
                  <a:lnTo>
                    <a:pt x="2511" y="193"/>
                  </a:lnTo>
                  <a:lnTo>
                    <a:pt x="2241" y="309"/>
                  </a:lnTo>
                  <a:lnTo>
                    <a:pt x="2009" y="425"/>
                  </a:lnTo>
                  <a:lnTo>
                    <a:pt x="1739" y="579"/>
                  </a:lnTo>
                  <a:lnTo>
                    <a:pt x="1507" y="773"/>
                  </a:lnTo>
                  <a:lnTo>
                    <a:pt x="1121" y="1197"/>
                  </a:lnTo>
                  <a:lnTo>
                    <a:pt x="735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8"/>
                  </a:lnTo>
                  <a:lnTo>
                    <a:pt x="40" y="3746"/>
                  </a:lnTo>
                  <a:lnTo>
                    <a:pt x="1" y="4055"/>
                  </a:lnTo>
                  <a:lnTo>
                    <a:pt x="1" y="4402"/>
                  </a:lnTo>
                  <a:lnTo>
                    <a:pt x="40" y="4673"/>
                  </a:lnTo>
                  <a:lnTo>
                    <a:pt x="117" y="4904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5" y="5252"/>
                  </a:lnTo>
                  <a:lnTo>
                    <a:pt x="966" y="5290"/>
                  </a:lnTo>
                  <a:lnTo>
                    <a:pt x="1700" y="5290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827"/>
                  </a:lnTo>
                  <a:lnTo>
                    <a:pt x="735" y="4711"/>
                  </a:lnTo>
                  <a:lnTo>
                    <a:pt x="580" y="4595"/>
                  </a:lnTo>
                  <a:lnTo>
                    <a:pt x="542" y="4441"/>
                  </a:lnTo>
                  <a:lnTo>
                    <a:pt x="542" y="4248"/>
                  </a:lnTo>
                  <a:lnTo>
                    <a:pt x="542" y="4055"/>
                  </a:lnTo>
                  <a:lnTo>
                    <a:pt x="580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54" y="1159"/>
                  </a:lnTo>
                  <a:lnTo>
                    <a:pt x="2202" y="888"/>
                  </a:lnTo>
                  <a:lnTo>
                    <a:pt x="2627" y="695"/>
                  </a:lnTo>
                  <a:lnTo>
                    <a:pt x="3090" y="579"/>
                  </a:lnTo>
                  <a:lnTo>
                    <a:pt x="3592" y="541"/>
                  </a:lnTo>
                  <a:lnTo>
                    <a:pt x="4094" y="579"/>
                  </a:lnTo>
                  <a:lnTo>
                    <a:pt x="4249" y="541"/>
                  </a:lnTo>
                  <a:lnTo>
                    <a:pt x="4326" y="464"/>
                  </a:lnTo>
                  <a:lnTo>
                    <a:pt x="4403" y="502"/>
                  </a:lnTo>
                  <a:lnTo>
                    <a:pt x="4480" y="464"/>
                  </a:lnTo>
                  <a:lnTo>
                    <a:pt x="4519" y="425"/>
                  </a:lnTo>
                  <a:lnTo>
                    <a:pt x="4519" y="348"/>
                  </a:lnTo>
                  <a:lnTo>
                    <a:pt x="4519" y="193"/>
                  </a:lnTo>
                  <a:lnTo>
                    <a:pt x="4210" y="155"/>
                  </a:lnTo>
                  <a:lnTo>
                    <a:pt x="3940" y="77"/>
                  </a:lnTo>
                  <a:lnTo>
                    <a:pt x="3631" y="39"/>
                  </a:lnTo>
                  <a:lnTo>
                    <a:pt x="336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5"/>
            <p:cNvSpPr/>
            <p:nvPr/>
          </p:nvSpPr>
          <p:spPr>
            <a:xfrm>
              <a:off x="4033950" y="358970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39" y="233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3"/>
                  </a:lnTo>
                  <a:lnTo>
                    <a:pt x="1005" y="155"/>
                  </a:lnTo>
                  <a:lnTo>
                    <a:pt x="966" y="117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5"/>
            <p:cNvSpPr/>
            <p:nvPr/>
          </p:nvSpPr>
          <p:spPr>
            <a:xfrm>
              <a:off x="3935475" y="3595500"/>
              <a:ext cx="21275" cy="8725"/>
            </a:xfrm>
            <a:custGeom>
              <a:avLst/>
              <a:gdLst/>
              <a:ahLst/>
              <a:cxnLst/>
              <a:rect l="l" t="t" r="r" b="b"/>
              <a:pathLst>
                <a:path w="851" h="349" extrusionOk="0">
                  <a:moveTo>
                    <a:pt x="426" y="1"/>
                  </a:moveTo>
                  <a:lnTo>
                    <a:pt x="155" y="39"/>
                  </a:lnTo>
                  <a:lnTo>
                    <a:pt x="117" y="39"/>
                  </a:lnTo>
                  <a:lnTo>
                    <a:pt x="40" y="78"/>
                  </a:lnTo>
                  <a:lnTo>
                    <a:pt x="1" y="194"/>
                  </a:lnTo>
                  <a:lnTo>
                    <a:pt x="40" y="271"/>
                  </a:lnTo>
                  <a:lnTo>
                    <a:pt x="117" y="309"/>
                  </a:lnTo>
                  <a:lnTo>
                    <a:pt x="155" y="348"/>
                  </a:lnTo>
                  <a:lnTo>
                    <a:pt x="735" y="348"/>
                  </a:lnTo>
                  <a:lnTo>
                    <a:pt x="812" y="271"/>
                  </a:lnTo>
                  <a:lnTo>
                    <a:pt x="850" y="194"/>
                  </a:lnTo>
                  <a:lnTo>
                    <a:pt x="812" y="78"/>
                  </a:lnTo>
                  <a:lnTo>
                    <a:pt x="73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5"/>
            <p:cNvSpPr/>
            <p:nvPr/>
          </p:nvSpPr>
          <p:spPr>
            <a:xfrm>
              <a:off x="3921000" y="345842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4" y="7298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59" y="7569"/>
                  </a:lnTo>
                  <a:lnTo>
                    <a:pt x="9152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59" y="10040"/>
                  </a:lnTo>
                  <a:lnTo>
                    <a:pt x="8689" y="10117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40" y="10079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7"/>
                  </a:lnTo>
                  <a:lnTo>
                    <a:pt x="7029" y="9345"/>
                  </a:lnTo>
                  <a:lnTo>
                    <a:pt x="6951" y="9075"/>
                  </a:lnTo>
                  <a:lnTo>
                    <a:pt x="6913" y="8804"/>
                  </a:lnTo>
                  <a:lnTo>
                    <a:pt x="6951" y="8534"/>
                  </a:lnTo>
                  <a:lnTo>
                    <a:pt x="7029" y="8264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8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5" y="8457"/>
                  </a:lnTo>
                  <a:lnTo>
                    <a:pt x="2974" y="8611"/>
                  </a:lnTo>
                  <a:lnTo>
                    <a:pt x="3051" y="8766"/>
                  </a:lnTo>
                  <a:lnTo>
                    <a:pt x="1545" y="8727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5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7"/>
                  </a:lnTo>
                  <a:lnTo>
                    <a:pt x="6990" y="10079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6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2"/>
                  </a:lnTo>
                  <a:lnTo>
                    <a:pt x="10156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6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0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8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4" y="7337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49" y="8534"/>
                  </a:lnTo>
                  <a:lnTo>
                    <a:pt x="6449" y="8843"/>
                  </a:lnTo>
                  <a:lnTo>
                    <a:pt x="5716" y="8804"/>
                  </a:lnTo>
                  <a:lnTo>
                    <a:pt x="4943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7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80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5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5"/>
            <p:cNvSpPr/>
            <p:nvPr/>
          </p:nvSpPr>
          <p:spPr>
            <a:xfrm>
              <a:off x="3827375" y="363605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3" y="464"/>
                  </a:moveTo>
                  <a:lnTo>
                    <a:pt x="2085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89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89" y="2472"/>
                  </a:lnTo>
                  <a:lnTo>
                    <a:pt x="2973" y="2665"/>
                  </a:lnTo>
                  <a:lnTo>
                    <a:pt x="2780" y="2896"/>
                  </a:lnTo>
                  <a:lnTo>
                    <a:pt x="2587" y="3051"/>
                  </a:lnTo>
                  <a:lnTo>
                    <a:pt x="2356" y="3167"/>
                  </a:lnTo>
                  <a:lnTo>
                    <a:pt x="2085" y="3244"/>
                  </a:lnTo>
                  <a:lnTo>
                    <a:pt x="1776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5" y="2896"/>
                  </a:lnTo>
                  <a:lnTo>
                    <a:pt x="772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4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80"/>
                  </a:lnTo>
                  <a:lnTo>
                    <a:pt x="1583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8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1" y="271"/>
                  </a:lnTo>
                  <a:lnTo>
                    <a:pt x="850" y="386"/>
                  </a:lnTo>
                  <a:lnTo>
                    <a:pt x="618" y="580"/>
                  </a:lnTo>
                  <a:lnTo>
                    <a:pt x="425" y="773"/>
                  </a:lnTo>
                  <a:lnTo>
                    <a:pt x="270" y="966"/>
                  </a:lnTo>
                  <a:lnTo>
                    <a:pt x="155" y="1236"/>
                  </a:lnTo>
                  <a:lnTo>
                    <a:pt x="77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1"/>
                  </a:lnTo>
                  <a:lnTo>
                    <a:pt x="1583" y="3707"/>
                  </a:lnTo>
                  <a:lnTo>
                    <a:pt x="1969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5" y="2781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4"/>
                  </a:lnTo>
                  <a:lnTo>
                    <a:pt x="3668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5"/>
            <p:cNvSpPr/>
            <p:nvPr/>
          </p:nvSpPr>
          <p:spPr>
            <a:xfrm>
              <a:off x="3889150" y="344490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6" y="1005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8"/>
                  </a:lnTo>
                  <a:lnTo>
                    <a:pt x="8573" y="3708"/>
                  </a:lnTo>
                  <a:lnTo>
                    <a:pt x="7723" y="3823"/>
                  </a:lnTo>
                  <a:lnTo>
                    <a:pt x="6874" y="3901"/>
                  </a:lnTo>
                  <a:lnTo>
                    <a:pt x="6410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5"/>
                  </a:lnTo>
                  <a:lnTo>
                    <a:pt x="2588" y="3708"/>
                  </a:lnTo>
                  <a:lnTo>
                    <a:pt x="2510" y="3862"/>
                  </a:lnTo>
                  <a:lnTo>
                    <a:pt x="2433" y="4017"/>
                  </a:lnTo>
                  <a:lnTo>
                    <a:pt x="2317" y="4132"/>
                  </a:lnTo>
                  <a:lnTo>
                    <a:pt x="2124" y="4210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7" y="4017"/>
                  </a:lnTo>
                  <a:lnTo>
                    <a:pt x="502" y="3515"/>
                  </a:lnTo>
                  <a:lnTo>
                    <a:pt x="657" y="3013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6" y="1738"/>
                  </a:lnTo>
                  <a:lnTo>
                    <a:pt x="1893" y="1429"/>
                  </a:lnTo>
                  <a:lnTo>
                    <a:pt x="2317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4" y="5986"/>
                  </a:lnTo>
                  <a:lnTo>
                    <a:pt x="11430" y="6140"/>
                  </a:lnTo>
                  <a:lnTo>
                    <a:pt x="11353" y="6218"/>
                  </a:lnTo>
                  <a:lnTo>
                    <a:pt x="11237" y="6256"/>
                  </a:lnTo>
                  <a:lnTo>
                    <a:pt x="11083" y="6295"/>
                  </a:lnTo>
                  <a:lnTo>
                    <a:pt x="10928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20" y="5523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1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2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8" y="2009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69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9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2" y="3630"/>
                  </a:lnTo>
                  <a:lnTo>
                    <a:pt x="3012" y="2974"/>
                  </a:lnTo>
                  <a:lnTo>
                    <a:pt x="3128" y="773"/>
                  </a:lnTo>
                  <a:lnTo>
                    <a:pt x="3514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0" y="1661"/>
                  </a:lnTo>
                  <a:lnTo>
                    <a:pt x="5059" y="2704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3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70" y="4325"/>
                  </a:lnTo>
                  <a:lnTo>
                    <a:pt x="6217" y="4325"/>
                  </a:lnTo>
                  <a:lnTo>
                    <a:pt x="6565" y="4287"/>
                  </a:lnTo>
                  <a:lnTo>
                    <a:pt x="7608" y="4210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1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3" y="5754"/>
                  </a:lnTo>
                  <a:lnTo>
                    <a:pt x="10233" y="5909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6"/>
                  </a:lnTo>
                  <a:lnTo>
                    <a:pt x="11739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3"/>
                  </a:lnTo>
                  <a:lnTo>
                    <a:pt x="12396" y="7222"/>
                  </a:lnTo>
                  <a:lnTo>
                    <a:pt x="12473" y="7569"/>
                  </a:lnTo>
                  <a:lnTo>
                    <a:pt x="12550" y="7917"/>
                  </a:lnTo>
                  <a:lnTo>
                    <a:pt x="12550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4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5" y="9654"/>
                  </a:lnTo>
                  <a:lnTo>
                    <a:pt x="12821" y="9616"/>
                  </a:lnTo>
                  <a:lnTo>
                    <a:pt x="12936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724"/>
                  </a:lnTo>
                  <a:lnTo>
                    <a:pt x="12936" y="7183"/>
                  </a:lnTo>
                  <a:lnTo>
                    <a:pt x="12743" y="6681"/>
                  </a:lnTo>
                  <a:lnTo>
                    <a:pt x="12434" y="6218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29" y="3515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4" y="1931"/>
                  </a:lnTo>
                  <a:lnTo>
                    <a:pt x="8225" y="1584"/>
                  </a:lnTo>
                  <a:lnTo>
                    <a:pt x="7839" y="1275"/>
                  </a:lnTo>
                  <a:lnTo>
                    <a:pt x="7453" y="1005"/>
                  </a:lnTo>
                  <a:lnTo>
                    <a:pt x="7067" y="734"/>
                  </a:lnTo>
                  <a:lnTo>
                    <a:pt x="6642" y="503"/>
                  </a:lnTo>
                  <a:lnTo>
                    <a:pt x="6179" y="348"/>
                  </a:lnTo>
                  <a:lnTo>
                    <a:pt x="5715" y="194"/>
                  </a:lnTo>
                  <a:lnTo>
                    <a:pt x="5291" y="78"/>
                  </a:lnTo>
                  <a:lnTo>
                    <a:pt x="4827" y="39"/>
                  </a:lnTo>
                  <a:lnTo>
                    <a:pt x="44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5"/>
            <p:cNvSpPr/>
            <p:nvPr/>
          </p:nvSpPr>
          <p:spPr>
            <a:xfrm>
              <a:off x="3784900" y="3554950"/>
              <a:ext cx="112950" cy="132275"/>
            </a:xfrm>
            <a:custGeom>
              <a:avLst/>
              <a:gdLst/>
              <a:ahLst/>
              <a:cxnLst/>
              <a:rect l="l" t="t" r="r" b="b"/>
              <a:pathLst>
                <a:path w="4518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0" y="78"/>
                  </a:lnTo>
                  <a:lnTo>
                    <a:pt x="2510" y="194"/>
                  </a:lnTo>
                  <a:lnTo>
                    <a:pt x="2240" y="310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3" y="2163"/>
                  </a:lnTo>
                  <a:lnTo>
                    <a:pt x="270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0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5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8" y="4866"/>
                  </a:lnTo>
                  <a:lnTo>
                    <a:pt x="888" y="4828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6" y="3167"/>
                  </a:lnTo>
                  <a:lnTo>
                    <a:pt x="772" y="2742"/>
                  </a:lnTo>
                  <a:lnTo>
                    <a:pt x="965" y="2318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79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5"/>
            <p:cNvSpPr/>
            <p:nvPr/>
          </p:nvSpPr>
          <p:spPr>
            <a:xfrm>
              <a:off x="6195425" y="2043175"/>
              <a:ext cx="25125" cy="11625"/>
            </a:xfrm>
            <a:custGeom>
              <a:avLst/>
              <a:gdLst/>
              <a:ahLst/>
              <a:cxnLst/>
              <a:rect l="l" t="t" r="r" b="b"/>
              <a:pathLst>
                <a:path w="1005" h="465" extrusionOk="0">
                  <a:moveTo>
                    <a:pt x="773" y="1"/>
                  </a:moveTo>
                  <a:lnTo>
                    <a:pt x="541" y="40"/>
                  </a:lnTo>
                  <a:lnTo>
                    <a:pt x="309" y="78"/>
                  </a:lnTo>
                  <a:lnTo>
                    <a:pt x="78" y="155"/>
                  </a:lnTo>
                  <a:lnTo>
                    <a:pt x="39" y="194"/>
                  </a:lnTo>
                  <a:lnTo>
                    <a:pt x="0" y="271"/>
                  </a:lnTo>
                  <a:lnTo>
                    <a:pt x="0" y="348"/>
                  </a:lnTo>
                  <a:lnTo>
                    <a:pt x="78" y="426"/>
                  </a:lnTo>
                  <a:lnTo>
                    <a:pt x="116" y="464"/>
                  </a:lnTo>
                  <a:lnTo>
                    <a:pt x="193" y="464"/>
                  </a:lnTo>
                  <a:lnTo>
                    <a:pt x="386" y="387"/>
                  </a:lnTo>
                  <a:lnTo>
                    <a:pt x="580" y="348"/>
                  </a:lnTo>
                  <a:lnTo>
                    <a:pt x="773" y="387"/>
                  </a:lnTo>
                  <a:lnTo>
                    <a:pt x="850" y="348"/>
                  </a:lnTo>
                  <a:lnTo>
                    <a:pt x="966" y="348"/>
                  </a:lnTo>
                  <a:lnTo>
                    <a:pt x="1004" y="271"/>
                  </a:lnTo>
                  <a:lnTo>
                    <a:pt x="1004" y="233"/>
                  </a:lnTo>
                  <a:lnTo>
                    <a:pt x="1004" y="155"/>
                  </a:lnTo>
                  <a:lnTo>
                    <a:pt x="966" y="78"/>
                  </a:lnTo>
                  <a:lnTo>
                    <a:pt x="888" y="40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5"/>
            <p:cNvSpPr/>
            <p:nvPr/>
          </p:nvSpPr>
          <p:spPr>
            <a:xfrm>
              <a:off x="6096950" y="2048975"/>
              <a:ext cx="21275" cy="8725"/>
            </a:xfrm>
            <a:custGeom>
              <a:avLst/>
              <a:gdLst/>
              <a:ahLst/>
              <a:cxnLst/>
              <a:rect l="l" t="t" r="r" b="b"/>
              <a:pathLst>
                <a:path w="851" h="349" extrusionOk="0">
                  <a:moveTo>
                    <a:pt x="155" y="1"/>
                  </a:moveTo>
                  <a:lnTo>
                    <a:pt x="116" y="39"/>
                  </a:lnTo>
                  <a:lnTo>
                    <a:pt x="39" y="78"/>
                  </a:lnTo>
                  <a:lnTo>
                    <a:pt x="1" y="155"/>
                  </a:lnTo>
                  <a:lnTo>
                    <a:pt x="39" y="271"/>
                  </a:lnTo>
                  <a:lnTo>
                    <a:pt x="116" y="310"/>
                  </a:lnTo>
                  <a:lnTo>
                    <a:pt x="155" y="310"/>
                  </a:lnTo>
                  <a:lnTo>
                    <a:pt x="425" y="348"/>
                  </a:lnTo>
                  <a:lnTo>
                    <a:pt x="734" y="348"/>
                  </a:lnTo>
                  <a:lnTo>
                    <a:pt x="812" y="271"/>
                  </a:lnTo>
                  <a:lnTo>
                    <a:pt x="850" y="155"/>
                  </a:lnTo>
                  <a:lnTo>
                    <a:pt x="812" y="78"/>
                  </a:lnTo>
                  <a:lnTo>
                    <a:pt x="73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5"/>
            <p:cNvSpPr/>
            <p:nvPr/>
          </p:nvSpPr>
          <p:spPr>
            <a:xfrm>
              <a:off x="6081500" y="1911900"/>
              <a:ext cx="255850" cy="266475"/>
            </a:xfrm>
            <a:custGeom>
              <a:avLst/>
              <a:gdLst/>
              <a:ahLst/>
              <a:cxnLst/>
              <a:rect l="l" t="t" r="r" b="b"/>
              <a:pathLst>
                <a:path w="10234" h="10659" extrusionOk="0">
                  <a:moveTo>
                    <a:pt x="8303" y="7299"/>
                  </a:moveTo>
                  <a:lnTo>
                    <a:pt x="8535" y="7376"/>
                  </a:lnTo>
                  <a:lnTo>
                    <a:pt x="8766" y="7453"/>
                  </a:lnTo>
                  <a:lnTo>
                    <a:pt x="8998" y="7569"/>
                  </a:lnTo>
                  <a:lnTo>
                    <a:pt x="9191" y="7723"/>
                  </a:lnTo>
                  <a:lnTo>
                    <a:pt x="9384" y="7878"/>
                  </a:lnTo>
                  <a:lnTo>
                    <a:pt x="9539" y="8109"/>
                  </a:lnTo>
                  <a:lnTo>
                    <a:pt x="9655" y="8341"/>
                  </a:lnTo>
                  <a:lnTo>
                    <a:pt x="9693" y="8573"/>
                  </a:lnTo>
                  <a:lnTo>
                    <a:pt x="9732" y="8843"/>
                  </a:lnTo>
                  <a:lnTo>
                    <a:pt x="9693" y="9152"/>
                  </a:lnTo>
                  <a:lnTo>
                    <a:pt x="9577" y="9422"/>
                  </a:lnTo>
                  <a:lnTo>
                    <a:pt x="9423" y="9654"/>
                  </a:lnTo>
                  <a:lnTo>
                    <a:pt x="9230" y="9847"/>
                  </a:lnTo>
                  <a:lnTo>
                    <a:pt x="8959" y="10002"/>
                  </a:lnTo>
                  <a:lnTo>
                    <a:pt x="8728" y="10117"/>
                  </a:lnTo>
                  <a:lnTo>
                    <a:pt x="8419" y="10156"/>
                  </a:lnTo>
                  <a:lnTo>
                    <a:pt x="8149" y="10156"/>
                  </a:lnTo>
                  <a:lnTo>
                    <a:pt x="7878" y="10079"/>
                  </a:lnTo>
                  <a:lnTo>
                    <a:pt x="7647" y="9963"/>
                  </a:lnTo>
                  <a:lnTo>
                    <a:pt x="7415" y="9770"/>
                  </a:lnTo>
                  <a:lnTo>
                    <a:pt x="7222" y="9577"/>
                  </a:lnTo>
                  <a:lnTo>
                    <a:pt x="7067" y="9345"/>
                  </a:lnTo>
                  <a:lnTo>
                    <a:pt x="6990" y="9075"/>
                  </a:lnTo>
                  <a:lnTo>
                    <a:pt x="6951" y="8805"/>
                  </a:lnTo>
                  <a:lnTo>
                    <a:pt x="6990" y="8496"/>
                  </a:lnTo>
                  <a:lnTo>
                    <a:pt x="7067" y="8264"/>
                  </a:lnTo>
                  <a:lnTo>
                    <a:pt x="7183" y="8071"/>
                  </a:lnTo>
                  <a:lnTo>
                    <a:pt x="7338" y="7878"/>
                  </a:lnTo>
                  <a:lnTo>
                    <a:pt x="7531" y="7723"/>
                  </a:lnTo>
                  <a:lnTo>
                    <a:pt x="7762" y="7569"/>
                  </a:lnTo>
                  <a:lnTo>
                    <a:pt x="8187" y="7337"/>
                  </a:lnTo>
                  <a:lnTo>
                    <a:pt x="8264" y="7299"/>
                  </a:lnTo>
                  <a:close/>
                  <a:moveTo>
                    <a:pt x="2897" y="0"/>
                  </a:moveTo>
                  <a:lnTo>
                    <a:pt x="2704" y="39"/>
                  </a:lnTo>
                  <a:lnTo>
                    <a:pt x="2665" y="78"/>
                  </a:lnTo>
                  <a:lnTo>
                    <a:pt x="2665" y="1313"/>
                  </a:lnTo>
                  <a:lnTo>
                    <a:pt x="2665" y="2588"/>
                  </a:lnTo>
                  <a:lnTo>
                    <a:pt x="2704" y="3823"/>
                  </a:lnTo>
                  <a:lnTo>
                    <a:pt x="2742" y="5059"/>
                  </a:lnTo>
                  <a:lnTo>
                    <a:pt x="2936" y="7492"/>
                  </a:lnTo>
                  <a:lnTo>
                    <a:pt x="2936" y="8148"/>
                  </a:lnTo>
                  <a:lnTo>
                    <a:pt x="2974" y="8457"/>
                  </a:lnTo>
                  <a:lnTo>
                    <a:pt x="3013" y="8611"/>
                  </a:lnTo>
                  <a:lnTo>
                    <a:pt x="3090" y="8766"/>
                  </a:lnTo>
                  <a:lnTo>
                    <a:pt x="1584" y="8689"/>
                  </a:lnTo>
                  <a:lnTo>
                    <a:pt x="1" y="8689"/>
                  </a:lnTo>
                  <a:lnTo>
                    <a:pt x="39" y="8998"/>
                  </a:lnTo>
                  <a:lnTo>
                    <a:pt x="812" y="9113"/>
                  </a:lnTo>
                  <a:lnTo>
                    <a:pt x="1584" y="9152"/>
                  </a:lnTo>
                  <a:lnTo>
                    <a:pt x="3167" y="9229"/>
                  </a:lnTo>
                  <a:lnTo>
                    <a:pt x="4866" y="9306"/>
                  </a:lnTo>
                  <a:lnTo>
                    <a:pt x="5677" y="9306"/>
                  </a:lnTo>
                  <a:lnTo>
                    <a:pt x="6527" y="9229"/>
                  </a:lnTo>
                  <a:lnTo>
                    <a:pt x="6643" y="9538"/>
                  </a:lnTo>
                  <a:lnTo>
                    <a:pt x="6797" y="9847"/>
                  </a:lnTo>
                  <a:lnTo>
                    <a:pt x="6990" y="10079"/>
                  </a:lnTo>
                  <a:lnTo>
                    <a:pt x="7260" y="10310"/>
                  </a:lnTo>
                  <a:lnTo>
                    <a:pt x="7531" y="10465"/>
                  </a:lnTo>
                  <a:lnTo>
                    <a:pt x="7840" y="10581"/>
                  </a:lnTo>
                  <a:lnTo>
                    <a:pt x="8149" y="10658"/>
                  </a:lnTo>
                  <a:lnTo>
                    <a:pt x="8457" y="10658"/>
                  </a:lnTo>
                  <a:lnTo>
                    <a:pt x="8766" y="10619"/>
                  </a:lnTo>
                  <a:lnTo>
                    <a:pt x="9075" y="10504"/>
                  </a:lnTo>
                  <a:lnTo>
                    <a:pt x="9346" y="10388"/>
                  </a:lnTo>
                  <a:lnTo>
                    <a:pt x="9577" y="10195"/>
                  </a:lnTo>
                  <a:lnTo>
                    <a:pt x="9809" y="9963"/>
                  </a:lnTo>
                  <a:lnTo>
                    <a:pt x="9963" y="9693"/>
                  </a:lnTo>
                  <a:lnTo>
                    <a:pt x="10118" y="9422"/>
                  </a:lnTo>
                  <a:lnTo>
                    <a:pt x="10195" y="9113"/>
                  </a:lnTo>
                  <a:lnTo>
                    <a:pt x="10234" y="9113"/>
                  </a:lnTo>
                  <a:lnTo>
                    <a:pt x="10234" y="8766"/>
                  </a:lnTo>
                  <a:lnTo>
                    <a:pt x="10195" y="8380"/>
                  </a:lnTo>
                  <a:lnTo>
                    <a:pt x="10041" y="8071"/>
                  </a:lnTo>
                  <a:lnTo>
                    <a:pt x="9886" y="7762"/>
                  </a:lnTo>
                  <a:lnTo>
                    <a:pt x="9655" y="7492"/>
                  </a:lnTo>
                  <a:lnTo>
                    <a:pt x="9346" y="7260"/>
                  </a:lnTo>
                  <a:lnTo>
                    <a:pt x="9037" y="7105"/>
                  </a:lnTo>
                  <a:lnTo>
                    <a:pt x="8689" y="7028"/>
                  </a:lnTo>
                  <a:lnTo>
                    <a:pt x="8342" y="6990"/>
                  </a:lnTo>
                  <a:lnTo>
                    <a:pt x="8226" y="7067"/>
                  </a:lnTo>
                  <a:lnTo>
                    <a:pt x="8187" y="7028"/>
                  </a:lnTo>
                  <a:lnTo>
                    <a:pt x="8110" y="6990"/>
                  </a:lnTo>
                  <a:lnTo>
                    <a:pt x="7955" y="6990"/>
                  </a:lnTo>
                  <a:lnTo>
                    <a:pt x="7762" y="7028"/>
                  </a:lnTo>
                  <a:lnTo>
                    <a:pt x="7453" y="7144"/>
                  </a:lnTo>
                  <a:lnTo>
                    <a:pt x="7183" y="7337"/>
                  </a:lnTo>
                  <a:lnTo>
                    <a:pt x="6951" y="7569"/>
                  </a:lnTo>
                  <a:lnTo>
                    <a:pt x="6758" y="7878"/>
                  </a:lnTo>
                  <a:lnTo>
                    <a:pt x="6604" y="8187"/>
                  </a:lnTo>
                  <a:lnTo>
                    <a:pt x="6488" y="8496"/>
                  </a:lnTo>
                  <a:lnTo>
                    <a:pt x="6488" y="8843"/>
                  </a:lnTo>
                  <a:lnTo>
                    <a:pt x="5716" y="8766"/>
                  </a:lnTo>
                  <a:lnTo>
                    <a:pt x="3476" y="8766"/>
                  </a:lnTo>
                  <a:lnTo>
                    <a:pt x="3515" y="8689"/>
                  </a:lnTo>
                  <a:lnTo>
                    <a:pt x="3515" y="8650"/>
                  </a:lnTo>
                  <a:lnTo>
                    <a:pt x="3476" y="8573"/>
                  </a:lnTo>
                  <a:lnTo>
                    <a:pt x="3438" y="8496"/>
                  </a:lnTo>
                  <a:lnTo>
                    <a:pt x="3399" y="8457"/>
                  </a:lnTo>
                  <a:lnTo>
                    <a:pt x="3322" y="8457"/>
                  </a:lnTo>
                  <a:lnTo>
                    <a:pt x="3244" y="8496"/>
                  </a:lnTo>
                  <a:lnTo>
                    <a:pt x="3322" y="8380"/>
                  </a:lnTo>
                  <a:lnTo>
                    <a:pt x="3322" y="8225"/>
                  </a:lnTo>
                  <a:lnTo>
                    <a:pt x="3322" y="8071"/>
                  </a:lnTo>
                  <a:lnTo>
                    <a:pt x="3283" y="7955"/>
                  </a:lnTo>
                  <a:lnTo>
                    <a:pt x="3244" y="7337"/>
                  </a:lnTo>
                  <a:lnTo>
                    <a:pt x="3167" y="6410"/>
                  </a:lnTo>
                  <a:lnTo>
                    <a:pt x="3051" y="4325"/>
                  </a:lnTo>
                  <a:lnTo>
                    <a:pt x="2974" y="2201"/>
                  </a:lnTo>
                  <a:lnTo>
                    <a:pt x="2897" y="78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5"/>
            <p:cNvSpPr/>
            <p:nvPr/>
          </p:nvSpPr>
          <p:spPr>
            <a:xfrm>
              <a:off x="5988825" y="2089525"/>
              <a:ext cx="93675" cy="93675"/>
            </a:xfrm>
            <a:custGeom>
              <a:avLst/>
              <a:gdLst/>
              <a:ahLst/>
              <a:cxnLst/>
              <a:rect l="l" t="t" r="r" b="b"/>
              <a:pathLst>
                <a:path w="3747" h="3747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8" y="580"/>
                  </a:lnTo>
                  <a:lnTo>
                    <a:pt x="2549" y="696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90" y="1159"/>
                  </a:lnTo>
                  <a:lnTo>
                    <a:pt x="3206" y="1429"/>
                  </a:lnTo>
                  <a:lnTo>
                    <a:pt x="3244" y="1661"/>
                  </a:lnTo>
                  <a:lnTo>
                    <a:pt x="3244" y="1931"/>
                  </a:lnTo>
                  <a:lnTo>
                    <a:pt x="3206" y="2201"/>
                  </a:lnTo>
                  <a:lnTo>
                    <a:pt x="3090" y="2433"/>
                  </a:lnTo>
                  <a:lnTo>
                    <a:pt x="2974" y="2665"/>
                  </a:lnTo>
                  <a:lnTo>
                    <a:pt x="2781" y="2858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47" y="3244"/>
                  </a:lnTo>
                  <a:lnTo>
                    <a:pt x="1777" y="3244"/>
                  </a:lnTo>
                  <a:lnTo>
                    <a:pt x="1468" y="3167"/>
                  </a:lnTo>
                  <a:lnTo>
                    <a:pt x="1198" y="3051"/>
                  </a:lnTo>
                  <a:lnTo>
                    <a:pt x="966" y="2897"/>
                  </a:lnTo>
                  <a:lnTo>
                    <a:pt x="773" y="2665"/>
                  </a:lnTo>
                  <a:lnTo>
                    <a:pt x="619" y="2433"/>
                  </a:lnTo>
                  <a:lnTo>
                    <a:pt x="503" y="2124"/>
                  </a:lnTo>
                  <a:lnTo>
                    <a:pt x="464" y="1854"/>
                  </a:lnTo>
                  <a:lnTo>
                    <a:pt x="503" y="1584"/>
                  </a:lnTo>
                  <a:lnTo>
                    <a:pt x="619" y="1352"/>
                  </a:lnTo>
                  <a:lnTo>
                    <a:pt x="734" y="1120"/>
                  </a:lnTo>
                  <a:lnTo>
                    <a:pt x="928" y="889"/>
                  </a:lnTo>
                  <a:lnTo>
                    <a:pt x="1121" y="734"/>
                  </a:lnTo>
                  <a:lnTo>
                    <a:pt x="1352" y="580"/>
                  </a:lnTo>
                  <a:lnTo>
                    <a:pt x="1584" y="464"/>
                  </a:lnTo>
                  <a:close/>
                  <a:moveTo>
                    <a:pt x="1700" y="0"/>
                  </a:moveTo>
                  <a:lnTo>
                    <a:pt x="1545" y="78"/>
                  </a:lnTo>
                  <a:lnTo>
                    <a:pt x="1352" y="116"/>
                  </a:lnTo>
                  <a:lnTo>
                    <a:pt x="1314" y="155"/>
                  </a:lnTo>
                  <a:lnTo>
                    <a:pt x="1082" y="271"/>
                  </a:lnTo>
                  <a:lnTo>
                    <a:pt x="812" y="387"/>
                  </a:lnTo>
                  <a:lnTo>
                    <a:pt x="619" y="541"/>
                  </a:lnTo>
                  <a:lnTo>
                    <a:pt x="426" y="734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8" y="1468"/>
                  </a:lnTo>
                  <a:lnTo>
                    <a:pt x="1" y="1738"/>
                  </a:lnTo>
                  <a:lnTo>
                    <a:pt x="1" y="2047"/>
                  </a:lnTo>
                  <a:lnTo>
                    <a:pt x="1" y="2086"/>
                  </a:lnTo>
                  <a:lnTo>
                    <a:pt x="39" y="2279"/>
                  </a:lnTo>
                  <a:lnTo>
                    <a:pt x="117" y="2472"/>
                  </a:lnTo>
                  <a:lnTo>
                    <a:pt x="310" y="2819"/>
                  </a:lnTo>
                  <a:lnTo>
                    <a:pt x="541" y="3128"/>
                  </a:lnTo>
                  <a:lnTo>
                    <a:pt x="850" y="3399"/>
                  </a:lnTo>
                  <a:lnTo>
                    <a:pt x="1198" y="3592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07"/>
                  </a:lnTo>
                  <a:lnTo>
                    <a:pt x="2356" y="3669"/>
                  </a:lnTo>
                  <a:lnTo>
                    <a:pt x="2627" y="3553"/>
                  </a:lnTo>
                  <a:lnTo>
                    <a:pt x="2897" y="3399"/>
                  </a:lnTo>
                  <a:lnTo>
                    <a:pt x="3129" y="3244"/>
                  </a:lnTo>
                  <a:lnTo>
                    <a:pt x="3322" y="3012"/>
                  </a:lnTo>
                  <a:lnTo>
                    <a:pt x="3476" y="2742"/>
                  </a:lnTo>
                  <a:lnTo>
                    <a:pt x="3631" y="2472"/>
                  </a:lnTo>
                  <a:lnTo>
                    <a:pt x="3708" y="2201"/>
                  </a:lnTo>
                  <a:lnTo>
                    <a:pt x="3746" y="1893"/>
                  </a:lnTo>
                  <a:lnTo>
                    <a:pt x="3708" y="1584"/>
                  </a:lnTo>
                  <a:lnTo>
                    <a:pt x="3669" y="1275"/>
                  </a:lnTo>
                  <a:lnTo>
                    <a:pt x="3515" y="966"/>
                  </a:lnTo>
                  <a:lnTo>
                    <a:pt x="3322" y="696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5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5"/>
            <p:cNvSpPr/>
            <p:nvPr/>
          </p:nvSpPr>
          <p:spPr>
            <a:xfrm>
              <a:off x="6050625" y="1898375"/>
              <a:ext cx="329200" cy="241375"/>
            </a:xfrm>
            <a:custGeom>
              <a:avLst/>
              <a:gdLst/>
              <a:ahLst/>
              <a:cxnLst/>
              <a:rect l="l" t="t" r="r" b="b"/>
              <a:pathLst>
                <a:path w="13168" h="9655" extrusionOk="0">
                  <a:moveTo>
                    <a:pt x="5368" y="619"/>
                  </a:moveTo>
                  <a:lnTo>
                    <a:pt x="5947" y="773"/>
                  </a:lnTo>
                  <a:lnTo>
                    <a:pt x="6526" y="1005"/>
                  </a:lnTo>
                  <a:lnTo>
                    <a:pt x="7028" y="1314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5"/>
                  </a:lnTo>
                  <a:lnTo>
                    <a:pt x="8109" y="2356"/>
                  </a:lnTo>
                  <a:lnTo>
                    <a:pt x="8264" y="2627"/>
                  </a:lnTo>
                  <a:lnTo>
                    <a:pt x="8380" y="2858"/>
                  </a:lnTo>
                  <a:lnTo>
                    <a:pt x="8495" y="3129"/>
                  </a:lnTo>
                  <a:lnTo>
                    <a:pt x="8573" y="3437"/>
                  </a:lnTo>
                  <a:lnTo>
                    <a:pt x="8611" y="3708"/>
                  </a:lnTo>
                  <a:lnTo>
                    <a:pt x="8573" y="3708"/>
                  </a:lnTo>
                  <a:lnTo>
                    <a:pt x="7723" y="3824"/>
                  </a:lnTo>
                  <a:lnTo>
                    <a:pt x="6874" y="3901"/>
                  </a:lnTo>
                  <a:lnTo>
                    <a:pt x="6410" y="3939"/>
                  </a:lnTo>
                  <a:lnTo>
                    <a:pt x="6178" y="3939"/>
                  </a:lnTo>
                  <a:lnTo>
                    <a:pt x="5985" y="3901"/>
                  </a:lnTo>
                  <a:lnTo>
                    <a:pt x="5792" y="3862"/>
                  </a:lnTo>
                  <a:lnTo>
                    <a:pt x="5638" y="3746"/>
                  </a:lnTo>
                  <a:lnTo>
                    <a:pt x="5561" y="3553"/>
                  </a:lnTo>
                  <a:lnTo>
                    <a:pt x="5483" y="3283"/>
                  </a:lnTo>
                  <a:lnTo>
                    <a:pt x="5406" y="2627"/>
                  </a:lnTo>
                  <a:lnTo>
                    <a:pt x="5368" y="1970"/>
                  </a:lnTo>
                  <a:lnTo>
                    <a:pt x="5368" y="619"/>
                  </a:lnTo>
                  <a:close/>
                  <a:moveTo>
                    <a:pt x="2742" y="889"/>
                  </a:moveTo>
                  <a:lnTo>
                    <a:pt x="2626" y="3090"/>
                  </a:lnTo>
                  <a:lnTo>
                    <a:pt x="2626" y="3515"/>
                  </a:lnTo>
                  <a:lnTo>
                    <a:pt x="2587" y="3708"/>
                  </a:lnTo>
                  <a:lnTo>
                    <a:pt x="2510" y="3862"/>
                  </a:lnTo>
                  <a:lnTo>
                    <a:pt x="2433" y="3978"/>
                  </a:lnTo>
                  <a:lnTo>
                    <a:pt x="2278" y="4094"/>
                  </a:lnTo>
                  <a:lnTo>
                    <a:pt x="2124" y="4210"/>
                  </a:lnTo>
                  <a:lnTo>
                    <a:pt x="1892" y="4248"/>
                  </a:lnTo>
                  <a:lnTo>
                    <a:pt x="1699" y="4287"/>
                  </a:lnTo>
                  <a:lnTo>
                    <a:pt x="1506" y="4287"/>
                  </a:lnTo>
                  <a:lnTo>
                    <a:pt x="1120" y="4210"/>
                  </a:lnTo>
                  <a:lnTo>
                    <a:pt x="734" y="4133"/>
                  </a:lnTo>
                  <a:lnTo>
                    <a:pt x="386" y="4017"/>
                  </a:lnTo>
                  <a:lnTo>
                    <a:pt x="502" y="3515"/>
                  </a:lnTo>
                  <a:lnTo>
                    <a:pt x="657" y="3013"/>
                  </a:lnTo>
                  <a:lnTo>
                    <a:pt x="888" y="2549"/>
                  </a:lnTo>
                  <a:lnTo>
                    <a:pt x="1159" y="2125"/>
                  </a:lnTo>
                  <a:lnTo>
                    <a:pt x="1506" y="1738"/>
                  </a:lnTo>
                  <a:lnTo>
                    <a:pt x="1892" y="1391"/>
                  </a:lnTo>
                  <a:lnTo>
                    <a:pt x="2317" y="1121"/>
                  </a:lnTo>
                  <a:lnTo>
                    <a:pt x="2742" y="889"/>
                  </a:lnTo>
                  <a:close/>
                  <a:moveTo>
                    <a:pt x="10774" y="5368"/>
                  </a:moveTo>
                  <a:lnTo>
                    <a:pt x="11198" y="5638"/>
                  </a:lnTo>
                  <a:lnTo>
                    <a:pt x="11623" y="5986"/>
                  </a:lnTo>
                  <a:lnTo>
                    <a:pt x="11430" y="6140"/>
                  </a:lnTo>
                  <a:lnTo>
                    <a:pt x="11314" y="6179"/>
                  </a:lnTo>
                  <a:lnTo>
                    <a:pt x="11198" y="6256"/>
                  </a:lnTo>
                  <a:lnTo>
                    <a:pt x="10928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32"/>
                  </a:lnTo>
                  <a:lnTo>
                    <a:pt x="10542" y="5716"/>
                  </a:lnTo>
                  <a:lnTo>
                    <a:pt x="10619" y="5523"/>
                  </a:lnTo>
                  <a:lnTo>
                    <a:pt x="10658" y="5407"/>
                  </a:lnTo>
                  <a:lnTo>
                    <a:pt x="10774" y="5368"/>
                  </a:lnTo>
                  <a:close/>
                  <a:moveTo>
                    <a:pt x="4402" y="1"/>
                  </a:moveTo>
                  <a:lnTo>
                    <a:pt x="3939" y="39"/>
                  </a:lnTo>
                  <a:lnTo>
                    <a:pt x="3514" y="117"/>
                  </a:lnTo>
                  <a:lnTo>
                    <a:pt x="3051" y="194"/>
                  </a:lnTo>
                  <a:lnTo>
                    <a:pt x="2626" y="348"/>
                  </a:lnTo>
                  <a:lnTo>
                    <a:pt x="2240" y="541"/>
                  </a:lnTo>
                  <a:lnTo>
                    <a:pt x="1854" y="773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8" y="1661"/>
                  </a:lnTo>
                  <a:lnTo>
                    <a:pt x="618" y="2009"/>
                  </a:lnTo>
                  <a:lnTo>
                    <a:pt x="386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31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57"/>
                  </a:lnTo>
                  <a:lnTo>
                    <a:pt x="348" y="4287"/>
                  </a:lnTo>
                  <a:lnTo>
                    <a:pt x="965" y="4519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5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364"/>
                  </a:lnTo>
                  <a:lnTo>
                    <a:pt x="2858" y="4248"/>
                  </a:lnTo>
                  <a:lnTo>
                    <a:pt x="2896" y="4094"/>
                  </a:lnTo>
                  <a:lnTo>
                    <a:pt x="2973" y="3939"/>
                  </a:lnTo>
                  <a:lnTo>
                    <a:pt x="3012" y="3631"/>
                  </a:lnTo>
                  <a:lnTo>
                    <a:pt x="3012" y="2974"/>
                  </a:lnTo>
                  <a:lnTo>
                    <a:pt x="3089" y="734"/>
                  </a:lnTo>
                  <a:lnTo>
                    <a:pt x="3514" y="619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7" y="580"/>
                  </a:lnTo>
                  <a:lnTo>
                    <a:pt x="5020" y="1623"/>
                  </a:lnTo>
                  <a:lnTo>
                    <a:pt x="5059" y="2704"/>
                  </a:lnTo>
                  <a:lnTo>
                    <a:pt x="5097" y="3399"/>
                  </a:lnTo>
                  <a:lnTo>
                    <a:pt x="5175" y="3746"/>
                  </a:lnTo>
                  <a:lnTo>
                    <a:pt x="5213" y="3901"/>
                  </a:lnTo>
                  <a:lnTo>
                    <a:pt x="5290" y="4017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70" y="4326"/>
                  </a:lnTo>
                  <a:lnTo>
                    <a:pt x="6217" y="4326"/>
                  </a:lnTo>
                  <a:lnTo>
                    <a:pt x="6565" y="4287"/>
                  </a:lnTo>
                  <a:lnTo>
                    <a:pt x="7607" y="4210"/>
                  </a:lnTo>
                  <a:lnTo>
                    <a:pt x="8650" y="4055"/>
                  </a:lnTo>
                  <a:lnTo>
                    <a:pt x="8650" y="4441"/>
                  </a:lnTo>
                  <a:lnTo>
                    <a:pt x="8611" y="4866"/>
                  </a:lnTo>
                  <a:lnTo>
                    <a:pt x="8611" y="4905"/>
                  </a:lnTo>
                  <a:lnTo>
                    <a:pt x="8611" y="5021"/>
                  </a:lnTo>
                  <a:lnTo>
                    <a:pt x="8650" y="5059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0" y="4905"/>
                  </a:lnTo>
                  <a:lnTo>
                    <a:pt x="9384" y="4905"/>
                  </a:lnTo>
                  <a:lnTo>
                    <a:pt x="9808" y="4982"/>
                  </a:lnTo>
                  <a:lnTo>
                    <a:pt x="10194" y="5098"/>
                  </a:lnTo>
                  <a:lnTo>
                    <a:pt x="10503" y="5252"/>
                  </a:lnTo>
                  <a:lnTo>
                    <a:pt x="10426" y="5330"/>
                  </a:lnTo>
                  <a:lnTo>
                    <a:pt x="10310" y="5445"/>
                  </a:lnTo>
                  <a:lnTo>
                    <a:pt x="10272" y="5600"/>
                  </a:lnTo>
                  <a:lnTo>
                    <a:pt x="10233" y="5716"/>
                  </a:lnTo>
                  <a:lnTo>
                    <a:pt x="10233" y="5870"/>
                  </a:lnTo>
                  <a:lnTo>
                    <a:pt x="10233" y="6025"/>
                  </a:lnTo>
                  <a:lnTo>
                    <a:pt x="10272" y="6179"/>
                  </a:lnTo>
                  <a:lnTo>
                    <a:pt x="10349" y="6334"/>
                  </a:lnTo>
                  <a:lnTo>
                    <a:pt x="10503" y="6488"/>
                  </a:lnTo>
                  <a:lnTo>
                    <a:pt x="10696" y="6565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7"/>
                  </a:lnTo>
                  <a:lnTo>
                    <a:pt x="11739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41" y="6913"/>
                  </a:lnTo>
                  <a:lnTo>
                    <a:pt x="12395" y="7222"/>
                  </a:lnTo>
                  <a:lnTo>
                    <a:pt x="12473" y="7569"/>
                  </a:lnTo>
                  <a:lnTo>
                    <a:pt x="12511" y="7917"/>
                  </a:lnTo>
                  <a:lnTo>
                    <a:pt x="12550" y="8264"/>
                  </a:lnTo>
                  <a:lnTo>
                    <a:pt x="12550" y="8998"/>
                  </a:lnTo>
                  <a:lnTo>
                    <a:pt x="12473" y="8998"/>
                  </a:lnTo>
                  <a:lnTo>
                    <a:pt x="12434" y="9037"/>
                  </a:lnTo>
                  <a:lnTo>
                    <a:pt x="12357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54"/>
                  </a:lnTo>
                  <a:lnTo>
                    <a:pt x="12125" y="9654"/>
                  </a:lnTo>
                  <a:lnTo>
                    <a:pt x="12820" y="9616"/>
                  </a:lnTo>
                  <a:lnTo>
                    <a:pt x="12936" y="9577"/>
                  </a:lnTo>
                  <a:lnTo>
                    <a:pt x="13013" y="9461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091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685"/>
                  </a:lnTo>
                  <a:lnTo>
                    <a:pt x="12936" y="7183"/>
                  </a:lnTo>
                  <a:lnTo>
                    <a:pt x="12704" y="6681"/>
                  </a:lnTo>
                  <a:lnTo>
                    <a:pt x="12434" y="6218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276" y="5098"/>
                  </a:lnTo>
                  <a:lnTo>
                    <a:pt x="10967" y="4905"/>
                  </a:lnTo>
                  <a:lnTo>
                    <a:pt x="10619" y="4750"/>
                  </a:lnTo>
                  <a:lnTo>
                    <a:pt x="10233" y="4596"/>
                  </a:lnTo>
                  <a:lnTo>
                    <a:pt x="9886" y="4480"/>
                  </a:lnTo>
                  <a:lnTo>
                    <a:pt x="9499" y="4403"/>
                  </a:lnTo>
                  <a:lnTo>
                    <a:pt x="9190" y="4441"/>
                  </a:lnTo>
                  <a:lnTo>
                    <a:pt x="9268" y="3978"/>
                  </a:lnTo>
                  <a:lnTo>
                    <a:pt x="9229" y="3515"/>
                  </a:lnTo>
                  <a:lnTo>
                    <a:pt x="9152" y="3090"/>
                  </a:lnTo>
                  <a:lnTo>
                    <a:pt x="8997" y="2665"/>
                  </a:lnTo>
                  <a:lnTo>
                    <a:pt x="8804" y="2279"/>
                  </a:lnTo>
                  <a:lnTo>
                    <a:pt x="8534" y="1931"/>
                  </a:lnTo>
                  <a:lnTo>
                    <a:pt x="8186" y="1584"/>
                  </a:lnTo>
                  <a:lnTo>
                    <a:pt x="7839" y="1275"/>
                  </a:lnTo>
                  <a:lnTo>
                    <a:pt x="7453" y="966"/>
                  </a:lnTo>
                  <a:lnTo>
                    <a:pt x="7067" y="734"/>
                  </a:lnTo>
                  <a:lnTo>
                    <a:pt x="6603" y="503"/>
                  </a:lnTo>
                  <a:lnTo>
                    <a:pt x="6178" y="348"/>
                  </a:lnTo>
                  <a:lnTo>
                    <a:pt x="5715" y="194"/>
                  </a:lnTo>
                  <a:lnTo>
                    <a:pt x="5290" y="78"/>
                  </a:lnTo>
                  <a:lnTo>
                    <a:pt x="482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5"/>
            <p:cNvSpPr/>
            <p:nvPr/>
          </p:nvSpPr>
          <p:spPr>
            <a:xfrm>
              <a:off x="5946350" y="2008425"/>
              <a:ext cx="112975" cy="132300"/>
            </a:xfrm>
            <a:custGeom>
              <a:avLst/>
              <a:gdLst/>
              <a:ahLst/>
              <a:cxnLst/>
              <a:rect l="l" t="t" r="r" b="b"/>
              <a:pathLst>
                <a:path w="4519" h="5292" extrusionOk="0">
                  <a:moveTo>
                    <a:pt x="3360" y="1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1" y="155"/>
                  </a:lnTo>
                  <a:lnTo>
                    <a:pt x="2240" y="271"/>
                  </a:lnTo>
                  <a:lnTo>
                    <a:pt x="2009" y="426"/>
                  </a:lnTo>
                  <a:lnTo>
                    <a:pt x="1738" y="580"/>
                  </a:lnTo>
                  <a:lnTo>
                    <a:pt x="1507" y="773"/>
                  </a:lnTo>
                  <a:lnTo>
                    <a:pt x="1082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9"/>
                  </a:lnTo>
                  <a:lnTo>
                    <a:pt x="39" y="3708"/>
                  </a:lnTo>
                  <a:lnTo>
                    <a:pt x="1" y="4055"/>
                  </a:lnTo>
                  <a:lnTo>
                    <a:pt x="1" y="4364"/>
                  </a:lnTo>
                  <a:lnTo>
                    <a:pt x="39" y="4673"/>
                  </a:lnTo>
                  <a:lnTo>
                    <a:pt x="117" y="4905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700" y="5291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789"/>
                  </a:lnTo>
                  <a:lnTo>
                    <a:pt x="696" y="4712"/>
                  </a:lnTo>
                  <a:lnTo>
                    <a:pt x="580" y="4557"/>
                  </a:lnTo>
                  <a:lnTo>
                    <a:pt x="541" y="4442"/>
                  </a:lnTo>
                  <a:lnTo>
                    <a:pt x="503" y="4248"/>
                  </a:lnTo>
                  <a:lnTo>
                    <a:pt x="541" y="4055"/>
                  </a:lnTo>
                  <a:lnTo>
                    <a:pt x="580" y="3592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27" y="2318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16" y="1159"/>
                  </a:lnTo>
                  <a:lnTo>
                    <a:pt x="2202" y="889"/>
                  </a:lnTo>
                  <a:lnTo>
                    <a:pt x="2627" y="696"/>
                  </a:lnTo>
                  <a:lnTo>
                    <a:pt x="3090" y="580"/>
                  </a:lnTo>
                  <a:lnTo>
                    <a:pt x="3592" y="541"/>
                  </a:lnTo>
                  <a:lnTo>
                    <a:pt x="4094" y="580"/>
                  </a:lnTo>
                  <a:lnTo>
                    <a:pt x="4248" y="541"/>
                  </a:lnTo>
                  <a:lnTo>
                    <a:pt x="4326" y="464"/>
                  </a:lnTo>
                  <a:lnTo>
                    <a:pt x="4441" y="464"/>
                  </a:lnTo>
                  <a:lnTo>
                    <a:pt x="4519" y="426"/>
                  </a:lnTo>
                  <a:lnTo>
                    <a:pt x="4519" y="348"/>
                  </a:lnTo>
                  <a:lnTo>
                    <a:pt x="4519" y="155"/>
                  </a:lnTo>
                  <a:lnTo>
                    <a:pt x="4210" y="155"/>
                  </a:lnTo>
                  <a:lnTo>
                    <a:pt x="3901" y="78"/>
                  </a:lnTo>
                  <a:lnTo>
                    <a:pt x="363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5"/>
            <p:cNvSpPr/>
            <p:nvPr/>
          </p:nvSpPr>
          <p:spPr>
            <a:xfrm>
              <a:off x="668675" y="2948700"/>
              <a:ext cx="256800" cy="152550"/>
            </a:xfrm>
            <a:custGeom>
              <a:avLst/>
              <a:gdLst/>
              <a:ahLst/>
              <a:cxnLst/>
              <a:rect l="l" t="t" r="r" b="b"/>
              <a:pathLst>
                <a:path w="10272" h="6102" extrusionOk="0">
                  <a:moveTo>
                    <a:pt x="541" y="1"/>
                  </a:moveTo>
                  <a:lnTo>
                    <a:pt x="425" y="39"/>
                  </a:lnTo>
                  <a:lnTo>
                    <a:pt x="348" y="116"/>
                  </a:lnTo>
                  <a:lnTo>
                    <a:pt x="232" y="194"/>
                  </a:lnTo>
                  <a:lnTo>
                    <a:pt x="155" y="348"/>
                  </a:lnTo>
                  <a:lnTo>
                    <a:pt x="77" y="503"/>
                  </a:lnTo>
                  <a:lnTo>
                    <a:pt x="0" y="889"/>
                  </a:lnTo>
                  <a:lnTo>
                    <a:pt x="0" y="1275"/>
                  </a:lnTo>
                  <a:lnTo>
                    <a:pt x="0" y="1622"/>
                  </a:lnTo>
                  <a:lnTo>
                    <a:pt x="0" y="2047"/>
                  </a:lnTo>
                  <a:lnTo>
                    <a:pt x="77" y="2511"/>
                  </a:lnTo>
                  <a:lnTo>
                    <a:pt x="155" y="2935"/>
                  </a:lnTo>
                  <a:lnTo>
                    <a:pt x="309" y="3321"/>
                  </a:lnTo>
                  <a:lnTo>
                    <a:pt x="502" y="3785"/>
                  </a:lnTo>
                  <a:lnTo>
                    <a:pt x="734" y="4171"/>
                  </a:lnTo>
                  <a:lnTo>
                    <a:pt x="1004" y="4557"/>
                  </a:lnTo>
                  <a:lnTo>
                    <a:pt x="1313" y="4905"/>
                  </a:lnTo>
                  <a:lnTo>
                    <a:pt x="1699" y="5214"/>
                  </a:lnTo>
                  <a:lnTo>
                    <a:pt x="2047" y="5523"/>
                  </a:lnTo>
                  <a:lnTo>
                    <a:pt x="2472" y="5754"/>
                  </a:lnTo>
                  <a:lnTo>
                    <a:pt x="2896" y="5947"/>
                  </a:lnTo>
                  <a:lnTo>
                    <a:pt x="3167" y="5716"/>
                  </a:lnTo>
                  <a:lnTo>
                    <a:pt x="2819" y="5561"/>
                  </a:lnTo>
                  <a:lnTo>
                    <a:pt x="2510" y="5368"/>
                  </a:lnTo>
                  <a:lnTo>
                    <a:pt x="2240" y="5136"/>
                  </a:lnTo>
                  <a:lnTo>
                    <a:pt x="1931" y="4905"/>
                  </a:lnTo>
                  <a:lnTo>
                    <a:pt x="1661" y="4634"/>
                  </a:lnTo>
                  <a:lnTo>
                    <a:pt x="1429" y="4364"/>
                  </a:lnTo>
                  <a:lnTo>
                    <a:pt x="1197" y="4094"/>
                  </a:lnTo>
                  <a:lnTo>
                    <a:pt x="1004" y="3785"/>
                  </a:lnTo>
                  <a:lnTo>
                    <a:pt x="811" y="3476"/>
                  </a:lnTo>
                  <a:lnTo>
                    <a:pt x="657" y="3128"/>
                  </a:lnTo>
                  <a:lnTo>
                    <a:pt x="541" y="2781"/>
                  </a:lnTo>
                  <a:lnTo>
                    <a:pt x="464" y="2433"/>
                  </a:lnTo>
                  <a:lnTo>
                    <a:pt x="425" y="2086"/>
                  </a:lnTo>
                  <a:lnTo>
                    <a:pt x="386" y="1700"/>
                  </a:lnTo>
                  <a:lnTo>
                    <a:pt x="425" y="1352"/>
                  </a:lnTo>
                  <a:lnTo>
                    <a:pt x="464" y="966"/>
                  </a:lnTo>
                  <a:lnTo>
                    <a:pt x="541" y="696"/>
                  </a:lnTo>
                  <a:lnTo>
                    <a:pt x="579" y="541"/>
                  </a:lnTo>
                  <a:lnTo>
                    <a:pt x="657" y="464"/>
                  </a:lnTo>
                  <a:lnTo>
                    <a:pt x="811" y="503"/>
                  </a:lnTo>
                  <a:lnTo>
                    <a:pt x="1043" y="618"/>
                  </a:lnTo>
                  <a:lnTo>
                    <a:pt x="1429" y="812"/>
                  </a:lnTo>
                  <a:lnTo>
                    <a:pt x="1738" y="1005"/>
                  </a:lnTo>
                  <a:lnTo>
                    <a:pt x="2085" y="1236"/>
                  </a:lnTo>
                  <a:lnTo>
                    <a:pt x="2394" y="1468"/>
                  </a:lnTo>
                  <a:lnTo>
                    <a:pt x="2665" y="1738"/>
                  </a:lnTo>
                  <a:lnTo>
                    <a:pt x="2935" y="2009"/>
                  </a:lnTo>
                  <a:lnTo>
                    <a:pt x="3167" y="2279"/>
                  </a:lnTo>
                  <a:lnTo>
                    <a:pt x="3360" y="2588"/>
                  </a:lnTo>
                  <a:lnTo>
                    <a:pt x="3514" y="2897"/>
                  </a:lnTo>
                  <a:lnTo>
                    <a:pt x="3630" y="3244"/>
                  </a:lnTo>
                  <a:lnTo>
                    <a:pt x="3707" y="3592"/>
                  </a:lnTo>
                  <a:lnTo>
                    <a:pt x="3784" y="3939"/>
                  </a:lnTo>
                  <a:lnTo>
                    <a:pt x="3784" y="4325"/>
                  </a:lnTo>
                  <a:lnTo>
                    <a:pt x="3823" y="4403"/>
                  </a:lnTo>
                  <a:lnTo>
                    <a:pt x="3939" y="4480"/>
                  </a:lnTo>
                  <a:lnTo>
                    <a:pt x="3939" y="4557"/>
                  </a:lnTo>
                  <a:lnTo>
                    <a:pt x="3978" y="4596"/>
                  </a:lnTo>
                  <a:lnTo>
                    <a:pt x="4016" y="4596"/>
                  </a:lnTo>
                  <a:lnTo>
                    <a:pt x="4055" y="4557"/>
                  </a:lnTo>
                  <a:lnTo>
                    <a:pt x="4171" y="4403"/>
                  </a:lnTo>
                  <a:lnTo>
                    <a:pt x="4286" y="4287"/>
                  </a:lnTo>
                  <a:lnTo>
                    <a:pt x="4595" y="4017"/>
                  </a:lnTo>
                  <a:lnTo>
                    <a:pt x="4943" y="3785"/>
                  </a:lnTo>
                  <a:lnTo>
                    <a:pt x="5329" y="3630"/>
                  </a:lnTo>
                  <a:lnTo>
                    <a:pt x="5754" y="3476"/>
                  </a:lnTo>
                  <a:lnTo>
                    <a:pt x="6179" y="3360"/>
                  </a:lnTo>
                  <a:lnTo>
                    <a:pt x="6565" y="3283"/>
                  </a:lnTo>
                  <a:lnTo>
                    <a:pt x="6912" y="3206"/>
                  </a:lnTo>
                  <a:lnTo>
                    <a:pt x="7260" y="3167"/>
                  </a:lnTo>
                  <a:lnTo>
                    <a:pt x="7646" y="3167"/>
                  </a:lnTo>
                  <a:lnTo>
                    <a:pt x="7994" y="3206"/>
                  </a:lnTo>
                  <a:lnTo>
                    <a:pt x="8380" y="3244"/>
                  </a:lnTo>
                  <a:lnTo>
                    <a:pt x="8727" y="3321"/>
                  </a:lnTo>
                  <a:lnTo>
                    <a:pt x="9075" y="3399"/>
                  </a:lnTo>
                  <a:lnTo>
                    <a:pt x="9422" y="3553"/>
                  </a:lnTo>
                  <a:lnTo>
                    <a:pt x="9770" y="3669"/>
                  </a:lnTo>
                  <a:lnTo>
                    <a:pt x="9499" y="4017"/>
                  </a:lnTo>
                  <a:lnTo>
                    <a:pt x="9229" y="4364"/>
                  </a:lnTo>
                  <a:lnTo>
                    <a:pt x="8920" y="4634"/>
                  </a:lnTo>
                  <a:lnTo>
                    <a:pt x="8611" y="4905"/>
                  </a:lnTo>
                  <a:lnTo>
                    <a:pt x="8264" y="5136"/>
                  </a:lnTo>
                  <a:lnTo>
                    <a:pt x="7916" y="5329"/>
                  </a:lnTo>
                  <a:lnTo>
                    <a:pt x="7530" y="5484"/>
                  </a:lnTo>
                  <a:lnTo>
                    <a:pt x="7105" y="5600"/>
                  </a:lnTo>
                  <a:lnTo>
                    <a:pt x="6719" y="5638"/>
                  </a:lnTo>
                  <a:lnTo>
                    <a:pt x="6333" y="5677"/>
                  </a:lnTo>
                  <a:lnTo>
                    <a:pt x="5599" y="5677"/>
                  </a:lnTo>
                  <a:lnTo>
                    <a:pt x="4866" y="5600"/>
                  </a:lnTo>
                  <a:lnTo>
                    <a:pt x="4093" y="5484"/>
                  </a:lnTo>
                  <a:lnTo>
                    <a:pt x="4016" y="5484"/>
                  </a:lnTo>
                  <a:lnTo>
                    <a:pt x="3978" y="5523"/>
                  </a:lnTo>
                  <a:lnTo>
                    <a:pt x="3900" y="5638"/>
                  </a:lnTo>
                  <a:lnTo>
                    <a:pt x="3862" y="5638"/>
                  </a:lnTo>
                  <a:lnTo>
                    <a:pt x="3862" y="5716"/>
                  </a:lnTo>
                  <a:lnTo>
                    <a:pt x="3900" y="6025"/>
                  </a:lnTo>
                  <a:lnTo>
                    <a:pt x="4093" y="5909"/>
                  </a:lnTo>
                  <a:lnTo>
                    <a:pt x="4943" y="6025"/>
                  </a:lnTo>
                  <a:lnTo>
                    <a:pt x="5792" y="6102"/>
                  </a:lnTo>
                  <a:lnTo>
                    <a:pt x="6217" y="6102"/>
                  </a:lnTo>
                  <a:lnTo>
                    <a:pt x="6642" y="6063"/>
                  </a:lnTo>
                  <a:lnTo>
                    <a:pt x="7105" y="6025"/>
                  </a:lnTo>
                  <a:lnTo>
                    <a:pt x="7530" y="5947"/>
                  </a:lnTo>
                  <a:lnTo>
                    <a:pt x="7955" y="5793"/>
                  </a:lnTo>
                  <a:lnTo>
                    <a:pt x="8341" y="5600"/>
                  </a:lnTo>
                  <a:lnTo>
                    <a:pt x="8727" y="5368"/>
                  </a:lnTo>
                  <a:lnTo>
                    <a:pt x="9075" y="5098"/>
                  </a:lnTo>
                  <a:lnTo>
                    <a:pt x="9384" y="4789"/>
                  </a:lnTo>
                  <a:lnTo>
                    <a:pt x="9654" y="4441"/>
                  </a:lnTo>
                  <a:lnTo>
                    <a:pt x="10233" y="3746"/>
                  </a:lnTo>
                  <a:lnTo>
                    <a:pt x="10272" y="3630"/>
                  </a:lnTo>
                  <a:lnTo>
                    <a:pt x="10272" y="3553"/>
                  </a:lnTo>
                  <a:lnTo>
                    <a:pt x="10233" y="3476"/>
                  </a:lnTo>
                  <a:lnTo>
                    <a:pt x="10156" y="3399"/>
                  </a:lnTo>
                  <a:lnTo>
                    <a:pt x="9693" y="3206"/>
                  </a:lnTo>
                  <a:lnTo>
                    <a:pt x="9229" y="3013"/>
                  </a:lnTo>
                  <a:lnTo>
                    <a:pt x="8766" y="2897"/>
                  </a:lnTo>
                  <a:lnTo>
                    <a:pt x="8264" y="2781"/>
                  </a:lnTo>
                  <a:lnTo>
                    <a:pt x="7800" y="2742"/>
                  </a:lnTo>
                  <a:lnTo>
                    <a:pt x="7298" y="2742"/>
                  </a:lnTo>
                  <a:lnTo>
                    <a:pt x="6796" y="2781"/>
                  </a:lnTo>
                  <a:lnTo>
                    <a:pt x="6294" y="2858"/>
                  </a:lnTo>
                  <a:lnTo>
                    <a:pt x="5870" y="3013"/>
                  </a:lnTo>
                  <a:lnTo>
                    <a:pt x="5290" y="3206"/>
                  </a:lnTo>
                  <a:lnTo>
                    <a:pt x="4982" y="3321"/>
                  </a:lnTo>
                  <a:lnTo>
                    <a:pt x="4673" y="3476"/>
                  </a:lnTo>
                  <a:lnTo>
                    <a:pt x="4402" y="3630"/>
                  </a:lnTo>
                  <a:lnTo>
                    <a:pt x="4209" y="3823"/>
                  </a:lnTo>
                  <a:lnTo>
                    <a:pt x="4132" y="3476"/>
                  </a:lnTo>
                  <a:lnTo>
                    <a:pt x="4055" y="3128"/>
                  </a:lnTo>
                  <a:lnTo>
                    <a:pt x="3939" y="2781"/>
                  </a:lnTo>
                  <a:lnTo>
                    <a:pt x="3784" y="2472"/>
                  </a:lnTo>
                  <a:lnTo>
                    <a:pt x="3591" y="2163"/>
                  </a:lnTo>
                  <a:lnTo>
                    <a:pt x="3360" y="1854"/>
                  </a:lnTo>
                  <a:lnTo>
                    <a:pt x="3128" y="1584"/>
                  </a:lnTo>
                  <a:lnTo>
                    <a:pt x="2858" y="1314"/>
                  </a:lnTo>
                  <a:lnTo>
                    <a:pt x="2472" y="966"/>
                  </a:lnTo>
                  <a:lnTo>
                    <a:pt x="2008" y="696"/>
                  </a:lnTo>
                  <a:lnTo>
                    <a:pt x="1545" y="425"/>
                  </a:lnTo>
                  <a:lnTo>
                    <a:pt x="1081" y="194"/>
                  </a:lnTo>
                  <a:lnTo>
                    <a:pt x="850" y="78"/>
                  </a:lnTo>
                  <a:lnTo>
                    <a:pt x="657" y="39"/>
                  </a:lnTo>
                  <a:lnTo>
                    <a:pt x="54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5"/>
            <p:cNvSpPr/>
            <p:nvPr/>
          </p:nvSpPr>
          <p:spPr>
            <a:xfrm>
              <a:off x="333675" y="3041375"/>
              <a:ext cx="49275" cy="56025"/>
            </a:xfrm>
            <a:custGeom>
              <a:avLst/>
              <a:gdLst/>
              <a:ahLst/>
              <a:cxnLst/>
              <a:rect l="l" t="t" r="r" b="b"/>
              <a:pathLst>
                <a:path w="1971" h="2241" extrusionOk="0">
                  <a:moveTo>
                    <a:pt x="1237" y="425"/>
                  </a:moveTo>
                  <a:lnTo>
                    <a:pt x="1391" y="464"/>
                  </a:lnTo>
                  <a:lnTo>
                    <a:pt x="1507" y="580"/>
                  </a:lnTo>
                  <a:lnTo>
                    <a:pt x="1545" y="657"/>
                  </a:lnTo>
                  <a:lnTo>
                    <a:pt x="1545" y="734"/>
                  </a:lnTo>
                  <a:lnTo>
                    <a:pt x="1507" y="812"/>
                  </a:lnTo>
                  <a:lnTo>
                    <a:pt x="1468" y="889"/>
                  </a:lnTo>
                  <a:lnTo>
                    <a:pt x="1275" y="1082"/>
                  </a:lnTo>
                  <a:lnTo>
                    <a:pt x="1005" y="1314"/>
                  </a:lnTo>
                  <a:lnTo>
                    <a:pt x="773" y="1507"/>
                  </a:lnTo>
                  <a:lnTo>
                    <a:pt x="657" y="1661"/>
                  </a:lnTo>
                  <a:lnTo>
                    <a:pt x="619" y="1777"/>
                  </a:lnTo>
                  <a:lnTo>
                    <a:pt x="503" y="1661"/>
                  </a:lnTo>
                  <a:lnTo>
                    <a:pt x="464" y="1545"/>
                  </a:lnTo>
                  <a:lnTo>
                    <a:pt x="387" y="1391"/>
                  </a:lnTo>
                  <a:lnTo>
                    <a:pt x="387" y="1236"/>
                  </a:lnTo>
                  <a:lnTo>
                    <a:pt x="387" y="1082"/>
                  </a:lnTo>
                  <a:lnTo>
                    <a:pt x="426" y="966"/>
                  </a:lnTo>
                  <a:lnTo>
                    <a:pt x="464" y="812"/>
                  </a:lnTo>
                  <a:lnTo>
                    <a:pt x="580" y="696"/>
                  </a:lnTo>
                  <a:lnTo>
                    <a:pt x="696" y="580"/>
                  </a:lnTo>
                  <a:lnTo>
                    <a:pt x="850" y="464"/>
                  </a:lnTo>
                  <a:lnTo>
                    <a:pt x="1043" y="425"/>
                  </a:lnTo>
                  <a:close/>
                  <a:moveTo>
                    <a:pt x="1121" y="1"/>
                  </a:moveTo>
                  <a:lnTo>
                    <a:pt x="928" y="39"/>
                  </a:lnTo>
                  <a:lnTo>
                    <a:pt x="735" y="116"/>
                  </a:lnTo>
                  <a:lnTo>
                    <a:pt x="541" y="232"/>
                  </a:lnTo>
                  <a:lnTo>
                    <a:pt x="348" y="348"/>
                  </a:lnTo>
                  <a:lnTo>
                    <a:pt x="233" y="503"/>
                  </a:lnTo>
                  <a:lnTo>
                    <a:pt x="117" y="696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68"/>
                  </a:lnTo>
                  <a:lnTo>
                    <a:pt x="117" y="1622"/>
                  </a:lnTo>
                  <a:lnTo>
                    <a:pt x="233" y="1816"/>
                  </a:lnTo>
                  <a:lnTo>
                    <a:pt x="348" y="1931"/>
                  </a:lnTo>
                  <a:lnTo>
                    <a:pt x="503" y="2086"/>
                  </a:lnTo>
                  <a:lnTo>
                    <a:pt x="657" y="2163"/>
                  </a:lnTo>
                  <a:lnTo>
                    <a:pt x="735" y="2240"/>
                  </a:lnTo>
                  <a:lnTo>
                    <a:pt x="850" y="2240"/>
                  </a:lnTo>
                  <a:lnTo>
                    <a:pt x="928" y="2202"/>
                  </a:lnTo>
                  <a:lnTo>
                    <a:pt x="966" y="2086"/>
                  </a:lnTo>
                  <a:lnTo>
                    <a:pt x="1005" y="1931"/>
                  </a:lnTo>
                  <a:lnTo>
                    <a:pt x="1082" y="1777"/>
                  </a:lnTo>
                  <a:lnTo>
                    <a:pt x="1198" y="1661"/>
                  </a:lnTo>
                  <a:lnTo>
                    <a:pt x="1314" y="1507"/>
                  </a:lnTo>
                  <a:lnTo>
                    <a:pt x="1623" y="1314"/>
                  </a:lnTo>
                  <a:lnTo>
                    <a:pt x="1739" y="1198"/>
                  </a:lnTo>
                  <a:lnTo>
                    <a:pt x="1854" y="1043"/>
                  </a:lnTo>
                  <a:lnTo>
                    <a:pt x="1932" y="889"/>
                  </a:lnTo>
                  <a:lnTo>
                    <a:pt x="1970" y="696"/>
                  </a:lnTo>
                  <a:lnTo>
                    <a:pt x="1932" y="541"/>
                  </a:lnTo>
                  <a:lnTo>
                    <a:pt x="1893" y="387"/>
                  </a:lnTo>
                  <a:lnTo>
                    <a:pt x="1777" y="271"/>
                  </a:lnTo>
                  <a:lnTo>
                    <a:pt x="1661" y="155"/>
                  </a:lnTo>
                  <a:lnTo>
                    <a:pt x="1507" y="78"/>
                  </a:lnTo>
                  <a:lnTo>
                    <a:pt x="1352" y="39"/>
                  </a:lnTo>
                  <a:lnTo>
                    <a:pt x="11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5"/>
            <p:cNvSpPr/>
            <p:nvPr/>
          </p:nvSpPr>
          <p:spPr>
            <a:xfrm>
              <a:off x="410925" y="3256650"/>
              <a:ext cx="35725" cy="33825"/>
            </a:xfrm>
            <a:custGeom>
              <a:avLst/>
              <a:gdLst/>
              <a:ahLst/>
              <a:cxnLst/>
              <a:rect l="l" t="t" r="r" b="b"/>
              <a:pathLst>
                <a:path w="1429" h="1353" extrusionOk="0">
                  <a:moveTo>
                    <a:pt x="579" y="1"/>
                  </a:moveTo>
                  <a:lnTo>
                    <a:pt x="425" y="39"/>
                  </a:lnTo>
                  <a:lnTo>
                    <a:pt x="232" y="117"/>
                  </a:lnTo>
                  <a:lnTo>
                    <a:pt x="116" y="271"/>
                  </a:lnTo>
                  <a:lnTo>
                    <a:pt x="39" y="425"/>
                  </a:lnTo>
                  <a:lnTo>
                    <a:pt x="0" y="619"/>
                  </a:lnTo>
                  <a:lnTo>
                    <a:pt x="0" y="812"/>
                  </a:lnTo>
                  <a:lnTo>
                    <a:pt x="77" y="966"/>
                  </a:lnTo>
                  <a:lnTo>
                    <a:pt x="155" y="1121"/>
                  </a:lnTo>
                  <a:lnTo>
                    <a:pt x="309" y="1275"/>
                  </a:lnTo>
                  <a:lnTo>
                    <a:pt x="463" y="1352"/>
                  </a:lnTo>
                  <a:lnTo>
                    <a:pt x="618" y="1352"/>
                  </a:lnTo>
                  <a:lnTo>
                    <a:pt x="695" y="1236"/>
                  </a:lnTo>
                  <a:lnTo>
                    <a:pt x="695" y="1121"/>
                  </a:lnTo>
                  <a:lnTo>
                    <a:pt x="657" y="1082"/>
                  </a:lnTo>
                  <a:lnTo>
                    <a:pt x="579" y="1043"/>
                  </a:lnTo>
                  <a:lnTo>
                    <a:pt x="502" y="1005"/>
                  </a:lnTo>
                  <a:lnTo>
                    <a:pt x="463" y="927"/>
                  </a:lnTo>
                  <a:lnTo>
                    <a:pt x="386" y="773"/>
                  </a:lnTo>
                  <a:lnTo>
                    <a:pt x="386" y="580"/>
                  </a:lnTo>
                  <a:lnTo>
                    <a:pt x="425" y="503"/>
                  </a:lnTo>
                  <a:lnTo>
                    <a:pt x="502" y="425"/>
                  </a:lnTo>
                  <a:lnTo>
                    <a:pt x="579" y="387"/>
                  </a:lnTo>
                  <a:lnTo>
                    <a:pt x="657" y="387"/>
                  </a:lnTo>
                  <a:lnTo>
                    <a:pt x="850" y="425"/>
                  </a:lnTo>
                  <a:lnTo>
                    <a:pt x="927" y="464"/>
                  </a:lnTo>
                  <a:lnTo>
                    <a:pt x="965" y="541"/>
                  </a:lnTo>
                  <a:lnTo>
                    <a:pt x="1043" y="696"/>
                  </a:lnTo>
                  <a:lnTo>
                    <a:pt x="1081" y="773"/>
                  </a:lnTo>
                  <a:lnTo>
                    <a:pt x="1120" y="812"/>
                  </a:lnTo>
                  <a:lnTo>
                    <a:pt x="1274" y="812"/>
                  </a:lnTo>
                  <a:lnTo>
                    <a:pt x="1352" y="734"/>
                  </a:lnTo>
                  <a:lnTo>
                    <a:pt x="1390" y="696"/>
                  </a:lnTo>
                  <a:lnTo>
                    <a:pt x="1429" y="619"/>
                  </a:lnTo>
                  <a:lnTo>
                    <a:pt x="1390" y="425"/>
                  </a:lnTo>
                  <a:lnTo>
                    <a:pt x="1274" y="271"/>
                  </a:lnTo>
                  <a:lnTo>
                    <a:pt x="1159" y="117"/>
                  </a:lnTo>
                  <a:lnTo>
                    <a:pt x="965" y="39"/>
                  </a:lnTo>
                  <a:lnTo>
                    <a:pt x="77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5"/>
            <p:cNvSpPr/>
            <p:nvPr/>
          </p:nvSpPr>
          <p:spPr>
            <a:xfrm>
              <a:off x="238125" y="3026900"/>
              <a:ext cx="84975" cy="55050"/>
            </a:xfrm>
            <a:custGeom>
              <a:avLst/>
              <a:gdLst/>
              <a:ahLst/>
              <a:cxnLst/>
              <a:rect l="l" t="t" r="r" b="b"/>
              <a:pathLst>
                <a:path w="3399" h="2202" extrusionOk="0">
                  <a:moveTo>
                    <a:pt x="1506" y="425"/>
                  </a:moveTo>
                  <a:lnTo>
                    <a:pt x="1738" y="502"/>
                  </a:lnTo>
                  <a:lnTo>
                    <a:pt x="1931" y="580"/>
                  </a:lnTo>
                  <a:lnTo>
                    <a:pt x="2124" y="657"/>
                  </a:lnTo>
                  <a:lnTo>
                    <a:pt x="2433" y="927"/>
                  </a:lnTo>
                  <a:lnTo>
                    <a:pt x="2742" y="1236"/>
                  </a:lnTo>
                  <a:lnTo>
                    <a:pt x="2973" y="1545"/>
                  </a:lnTo>
                  <a:lnTo>
                    <a:pt x="2549" y="1545"/>
                  </a:lnTo>
                  <a:lnTo>
                    <a:pt x="2085" y="1584"/>
                  </a:lnTo>
                  <a:lnTo>
                    <a:pt x="1699" y="1699"/>
                  </a:lnTo>
                  <a:lnTo>
                    <a:pt x="1467" y="1777"/>
                  </a:lnTo>
                  <a:lnTo>
                    <a:pt x="965" y="1777"/>
                  </a:lnTo>
                  <a:lnTo>
                    <a:pt x="772" y="1738"/>
                  </a:lnTo>
                  <a:lnTo>
                    <a:pt x="579" y="1622"/>
                  </a:lnTo>
                  <a:lnTo>
                    <a:pt x="502" y="1545"/>
                  </a:lnTo>
                  <a:lnTo>
                    <a:pt x="463" y="1429"/>
                  </a:lnTo>
                  <a:lnTo>
                    <a:pt x="386" y="1313"/>
                  </a:lnTo>
                  <a:lnTo>
                    <a:pt x="386" y="1159"/>
                  </a:lnTo>
                  <a:lnTo>
                    <a:pt x="386" y="1043"/>
                  </a:lnTo>
                  <a:lnTo>
                    <a:pt x="425" y="927"/>
                  </a:lnTo>
                  <a:lnTo>
                    <a:pt x="463" y="811"/>
                  </a:lnTo>
                  <a:lnTo>
                    <a:pt x="541" y="734"/>
                  </a:lnTo>
                  <a:lnTo>
                    <a:pt x="734" y="580"/>
                  </a:lnTo>
                  <a:lnTo>
                    <a:pt x="1004" y="502"/>
                  </a:lnTo>
                  <a:lnTo>
                    <a:pt x="1236" y="425"/>
                  </a:lnTo>
                  <a:close/>
                  <a:moveTo>
                    <a:pt x="1004" y="0"/>
                  </a:moveTo>
                  <a:lnTo>
                    <a:pt x="772" y="78"/>
                  </a:lnTo>
                  <a:lnTo>
                    <a:pt x="541" y="193"/>
                  </a:lnTo>
                  <a:lnTo>
                    <a:pt x="386" y="309"/>
                  </a:lnTo>
                  <a:lnTo>
                    <a:pt x="193" y="502"/>
                  </a:lnTo>
                  <a:lnTo>
                    <a:pt x="77" y="734"/>
                  </a:lnTo>
                  <a:lnTo>
                    <a:pt x="0" y="927"/>
                  </a:lnTo>
                  <a:lnTo>
                    <a:pt x="0" y="1159"/>
                  </a:lnTo>
                  <a:lnTo>
                    <a:pt x="0" y="1391"/>
                  </a:lnTo>
                  <a:lnTo>
                    <a:pt x="77" y="1584"/>
                  </a:lnTo>
                  <a:lnTo>
                    <a:pt x="154" y="1777"/>
                  </a:lnTo>
                  <a:lnTo>
                    <a:pt x="309" y="1931"/>
                  </a:lnTo>
                  <a:lnTo>
                    <a:pt x="463" y="2047"/>
                  </a:lnTo>
                  <a:lnTo>
                    <a:pt x="695" y="2163"/>
                  </a:lnTo>
                  <a:lnTo>
                    <a:pt x="1004" y="2201"/>
                  </a:lnTo>
                  <a:lnTo>
                    <a:pt x="1274" y="2201"/>
                  </a:lnTo>
                  <a:lnTo>
                    <a:pt x="1583" y="2163"/>
                  </a:lnTo>
                  <a:lnTo>
                    <a:pt x="1892" y="2086"/>
                  </a:lnTo>
                  <a:lnTo>
                    <a:pt x="2201" y="2008"/>
                  </a:lnTo>
                  <a:lnTo>
                    <a:pt x="2510" y="1931"/>
                  </a:lnTo>
                  <a:lnTo>
                    <a:pt x="2819" y="1931"/>
                  </a:lnTo>
                  <a:lnTo>
                    <a:pt x="3089" y="2008"/>
                  </a:lnTo>
                  <a:lnTo>
                    <a:pt x="3205" y="2008"/>
                  </a:lnTo>
                  <a:lnTo>
                    <a:pt x="3282" y="1970"/>
                  </a:lnTo>
                  <a:lnTo>
                    <a:pt x="3359" y="1893"/>
                  </a:lnTo>
                  <a:lnTo>
                    <a:pt x="3359" y="1815"/>
                  </a:lnTo>
                  <a:lnTo>
                    <a:pt x="3398" y="1777"/>
                  </a:lnTo>
                  <a:lnTo>
                    <a:pt x="3398" y="1699"/>
                  </a:lnTo>
                  <a:lnTo>
                    <a:pt x="3089" y="1159"/>
                  </a:lnTo>
                  <a:lnTo>
                    <a:pt x="2935" y="927"/>
                  </a:lnTo>
                  <a:lnTo>
                    <a:pt x="2742" y="695"/>
                  </a:lnTo>
                  <a:lnTo>
                    <a:pt x="2510" y="464"/>
                  </a:lnTo>
                  <a:lnTo>
                    <a:pt x="2278" y="309"/>
                  </a:lnTo>
                  <a:lnTo>
                    <a:pt x="2008" y="155"/>
                  </a:lnTo>
                  <a:lnTo>
                    <a:pt x="1738" y="39"/>
                  </a:lnTo>
                  <a:lnTo>
                    <a:pt x="150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5"/>
            <p:cNvSpPr/>
            <p:nvPr/>
          </p:nvSpPr>
          <p:spPr>
            <a:xfrm>
              <a:off x="369400" y="3292375"/>
              <a:ext cx="35750" cy="31875"/>
            </a:xfrm>
            <a:custGeom>
              <a:avLst/>
              <a:gdLst/>
              <a:ahLst/>
              <a:cxnLst/>
              <a:rect l="l" t="t" r="r" b="b"/>
              <a:pathLst>
                <a:path w="1430" h="1275" extrusionOk="0">
                  <a:moveTo>
                    <a:pt x="618" y="0"/>
                  </a:moveTo>
                  <a:lnTo>
                    <a:pt x="425" y="39"/>
                  </a:lnTo>
                  <a:lnTo>
                    <a:pt x="271" y="116"/>
                  </a:lnTo>
                  <a:lnTo>
                    <a:pt x="116" y="271"/>
                  </a:lnTo>
                  <a:lnTo>
                    <a:pt x="39" y="464"/>
                  </a:lnTo>
                  <a:lnTo>
                    <a:pt x="1" y="657"/>
                  </a:lnTo>
                  <a:lnTo>
                    <a:pt x="39" y="850"/>
                  </a:lnTo>
                  <a:lnTo>
                    <a:pt x="116" y="1004"/>
                  </a:lnTo>
                  <a:lnTo>
                    <a:pt x="271" y="1159"/>
                  </a:lnTo>
                  <a:lnTo>
                    <a:pt x="425" y="1236"/>
                  </a:lnTo>
                  <a:lnTo>
                    <a:pt x="618" y="1275"/>
                  </a:lnTo>
                  <a:lnTo>
                    <a:pt x="812" y="1236"/>
                  </a:lnTo>
                  <a:lnTo>
                    <a:pt x="850" y="1198"/>
                  </a:lnTo>
                  <a:lnTo>
                    <a:pt x="889" y="1120"/>
                  </a:lnTo>
                  <a:lnTo>
                    <a:pt x="812" y="1043"/>
                  </a:lnTo>
                  <a:lnTo>
                    <a:pt x="734" y="1004"/>
                  </a:lnTo>
                  <a:lnTo>
                    <a:pt x="657" y="1004"/>
                  </a:lnTo>
                  <a:lnTo>
                    <a:pt x="541" y="966"/>
                  </a:lnTo>
                  <a:lnTo>
                    <a:pt x="464" y="889"/>
                  </a:lnTo>
                  <a:lnTo>
                    <a:pt x="425" y="811"/>
                  </a:lnTo>
                  <a:lnTo>
                    <a:pt x="387" y="696"/>
                  </a:lnTo>
                  <a:lnTo>
                    <a:pt x="425" y="618"/>
                  </a:lnTo>
                  <a:lnTo>
                    <a:pt x="464" y="502"/>
                  </a:lnTo>
                  <a:lnTo>
                    <a:pt x="541" y="425"/>
                  </a:lnTo>
                  <a:lnTo>
                    <a:pt x="618" y="387"/>
                  </a:lnTo>
                  <a:lnTo>
                    <a:pt x="812" y="387"/>
                  </a:lnTo>
                  <a:lnTo>
                    <a:pt x="927" y="464"/>
                  </a:lnTo>
                  <a:lnTo>
                    <a:pt x="1082" y="618"/>
                  </a:lnTo>
                  <a:lnTo>
                    <a:pt x="1198" y="657"/>
                  </a:lnTo>
                  <a:lnTo>
                    <a:pt x="1275" y="696"/>
                  </a:lnTo>
                  <a:lnTo>
                    <a:pt x="1352" y="696"/>
                  </a:lnTo>
                  <a:lnTo>
                    <a:pt x="1391" y="657"/>
                  </a:lnTo>
                  <a:lnTo>
                    <a:pt x="1429" y="541"/>
                  </a:lnTo>
                  <a:lnTo>
                    <a:pt x="1391" y="464"/>
                  </a:lnTo>
                  <a:lnTo>
                    <a:pt x="1352" y="348"/>
                  </a:lnTo>
                  <a:lnTo>
                    <a:pt x="1198" y="194"/>
                  </a:lnTo>
                  <a:lnTo>
                    <a:pt x="1005" y="78"/>
                  </a:lnTo>
                  <a:lnTo>
                    <a:pt x="81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5"/>
            <p:cNvSpPr/>
            <p:nvPr/>
          </p:nvSpPr>
          <p:spPr>
            <a:xfrm>
              <a:off x="312450" y="3078050"/>
              <a:ext cx="440225" cy="234625"/>
            </a:xfrm>
            <a:custGeom>
              <a:avLst/>
              <a:gdLst/>
              <a:ahLst/>
              <a:cxnLst/>
              <a:rect l="l" t="t" r="r" b="b"/>
              <a:pathLst>
                <a:path w="17609" h="9385" extrusionOk="0">
                  <a:moveTo>
                    <a:pt x="6256" y="1"/>
                  </a:moveTo>
                  <a:lnTo>
                    <a:pt x="5638" y="40"/>
                  </a:lnTo>
                  <a:lnTo>
                    <a:pt x="5059" y="155"/>
                  </a:lnTo>
                  <a:lnTo>
                    <a:pt x="4480" y="271"/>
                  </a:lnTo>
                  <a:lnTo>
                    <a:pt x="3939" y="503"/>
                  </a:lnTo>
                  <a:lnTo>
                    <a:pt x="3398" y="735"/>
                  </a:lnTo>
                  <a:lnTo>
                    <a:pt x="2896" y="1044"/>
                  </a:lnTo>
                  <a:lnTo>
                    <a:pt x="2433" y="1391"/>
                  </a:lnTo>
                  <a:lnTo>
                    <a:pt x="1970" y="1777"/>
                  </a:lnTo>
                  <a:lnTo>
                    <a:pt x="1584" y="2202"/>
                  </a:lnTo>
                  <a:lnTo>
                    <a:pt x="1197" y="2665"/>
                  </a:lnTo>
                  <a:lnTo>
                    <a:pt x="888" y="3206"/>
                  </a:lnTo>
                  <a:lnTo>
                    <a:pt x="618" y="3747"/>
                  </a:lnTo>
                  <a:lnTo>
                    <a:pt x="386" y="4287"/>
                  </a:lnTo>
                  <a:lnTo>
                    <a:pt x="193" y="4905"/>
                  </a:lnTo>
                  <a:lnTo>
                    <a:pt x="78" y="5484"/>
                  </a:lnTo>
                  <a:lnTo>
                    <a:pt x="0" y="6102"/>
                  </a:lnTo>
                  <a:lnTo>
                    <a:pt x="0" y="6681"/>
                  </a:lnTo>
                  <a:lnTo>
                    <a:pt x="39" y="7261"/>
                  </a:lnTo>
                  <a:lnTo>
                    <a:pt x="155" y="7801"/>
                  </a:lnTo>
                  <a:lnTo>
                    <a:pt x="309" y="8342"/>
                  </a:lnTo>
                  <a:lnTo>
                    <a:pt x="502" y="8882"/>
                  </a:lnTo>
                  <a:lnTo>
                    <a:pt x="734" y="9384"/>
                  </a:lnTo>
                  <a:lnTo>
                    <a:pt x="1043" y="9230"/>
                  </a:lnTo>
                  <a:lnTo>
                    <a:pt x="888" y="8844"/>
                  </a:lnTo>
                  <a:lnTo>
                    <a:pt x="734" y="8458"/>
                  </a:lnTo>
                  <a:lnTo>
                    <a:pt x="541" y="7801"/>
                  </a:lnTo>
                  <a:lnTo>
                    <a:pt x="425" y="7183"/>
                  </a:lnTo>
                  <a:lnTo>
                    <a:pt x="425" y="6527"/>
                  </a:lnTo>
                  <a:lnTo>
                    <a:pt x="425" y="5870"/>
                  </a:lnTo>
                  <a:lnTo>
                    <a:pt x="541" y="5253"/>
                  </a:lnTo>
                  <a:lnTo>
                    <a:pt x="695" y="4596"/>
                  </a:lnTo>
                  <a:lnTo>
                    <a:pt x="927" y="3978"/>
                  </a:lnTo>
                  <a:lnTo>
                    <a:pt x="1236" y="3399"/>
                  </a:lnTo>
                  <a:lnTo>
                    <a:pt x="1584" y="2858"/>
                  </a:lnTo>
                  <a:lnTo>
                    <a:pt x="2008" y="2318"/>
                  </a:lnTo>
                  <a:lnTo>
                    <a:pt x="2472" y="1854"/>
                  </a:lnTo>
                  <a:lnTo>
                    <a:pt x="2974" y="1468"/>
                  </a:lnTo>
                  <a:lnTo>
                    <a:pt x="3553" y="1121"/>
                  </a:lnTo>
                  <a:lnTo>
                    <a:pt x="4132" y="851"/>
                  </a:lnTo>
                  <a:lnTo>
                    <a:pt x="4750" y="657"/>
                  </a:lnTo>
                  <a:lnTo>
                    <a:pt x="5406" y="503"/>
                  </a:lnTo>
                  <a:lnTo>
                    <a:pt x="5793" y="464"/>
                  </a:lnTo>
                  <a:lnTo>
                    <a:pt x="6912" y="464"/>
                  </a:lnTo>
                  <a:lnTo>
                    <a:pt x="7607" y="580"/>
                  </a:lnTo>
                  <a:lnTo>
                    <a:pt x="8264" y="773"/>
                  </a:lnTo>
                  <a:lnTo>
                    <a:pt x="8920" y="1044"/>
                  </a:lnTo>
                  <a:lnTo>
                    <a:pt x="9538" y="1352"/>
                  </a:lnTo>
                  <a:lnTo>
                    <a:pt x="10195" y="1739"/>
                  </a:lnTo>
                  <a:lnTo>
                    <a:pt x="10813" y="2125"/>
                  </a:lnTo>
                  <a:lnTo>
                    <a:pt x="11315" y="2472"/>
                  </a:lnTo>
                  <a:lnTo>
                    <a:pt x="11894" y="2781"/>
                  </a:lnTo>
                  <a:lnTo>
                    <a:pt x="12434" y="3090"/>
                  </a:lnTo>
                  <a:lnTo>
                    <a:pt x="13052" y="3360"/>
                  </a:lnTo>
                  <a:lnTo>
                    <a:pt x="13631" y="3554"/>
                  </a:lnTo>
                  <a:lnTo>
                    <a:pt x="14249" y="3708"/>
                  </a:lnTo>
                  <a:lnTo>
                    <a:pt x="14867" y="3708"/>
                  </a:lnTo>
                  <a:lnTo>
                    <a:pt x="15215" y="3669"/>
                  </a:lnTo>
                  <a:lnTo>
                    <a:pt x="15524" y="3631"/>
                  </a:lnTo>
                  <a:lnTo>
                    <a:pt x="15987" y="3476"/>
                  </a:lnTo>
                  <a:lnTo>
                    <a:pt x="16412" y="3245"/>
                  </a:lnTo>
                  <a:lnTo>
                    <a:pt x="16798" y="2936"/>
                  </a:lnTo>
                  <a:lnTo>
                    <a:pt x="17107" y="2588"/>
                  </a:lnTo>
                  <a:lnTo>
                    <a:pt x="17377" y="2202"/>
                  </a:lnTo>
                  <a:lnTo>
                    <a:pt x="17454" y="1970"/>
                  </a:lnTo>
                  <a:lnTo>
                    <a:pt x="17531" y="1739"/>
                  </a:lnTo>
                  <a:lnTo>
                    <a:pt x="17609" y="1507"/>
                  </a:lnTo>
                  <a:lnTo>
                    <a:pt x="17609" y="1275"/>
                  </a:lnTo>
                  <a:lnTo>
                    <a:pt x="17609" y="1044"/>
                  </a:lnTo>
                  <a:lnTo>
                    <a:pt x="17570" y="773"/>
                  </a:lnTo>
                  <a:lnTo>
                    <a:pt x="17531" y="696"/>
                  </a:lnTo>
                  <a:lnTo>
                    <a:pt x="17493" y="657"/>
                  </a:lnTo>
                  <a:lnTo>
                    <a:pt x="17454" y="580"/>
                  </a:lnTo>
                  <a:lnTo>
                    <a:pt x="17416" y="542"/>
                  </a:lnTo>
                  <a:lnTo>
                    <a:pt x="17145" y="773"/>
                  </a:lnTo>
                  <a:lnTo>
                    <a:pt x="17145" y="851"/>
                  </a:lnTo>
                  <a:lnTo>
                    <a:pt x="17184" y="1198"/>
                  </a:lnTo>
                  <a:lnTo>
                    <a:pt x="17145" y="1584"/>
                  </a:lnTo>
                  <a:lnTo>
                    <a:pt x="17030" y="1893"/>
                  </a:lnTo>
                  <a:lnTo>
                    <a:pt x="16836" y="2241"/>
                  </a:lnTo>
                  <a:lnTo>
                    <a:pt x="16605" y="2511"/>
                  </a:lnTo>
                  <a:lnTo>
                    <a:pt x="16334" y="2743"/>
                  </a:lnTo>
                  <a:lnTo>
                    <a:pt x="16026" y="2936"/>
                  </a:lnTo>
                  <a:lnTo>
                    <a:pt x="15678" y="3090"/>
                  </a:lnTo>
                  <a:lnTo>
                    <a:pt x="15292" y="3206"/>
                  </a:lnTo>
                  <a:lnTo>
                    <a:pt x="14906" y="3245"/>
                  </a:lnTo>
                  <a:lnTo>
                    <a:pt x="14520" y="3245"/>
                  </a:lnTo>
                  <a:lnTo>
                    <a:pt x="14133" y="3206"/>
                  </a:lnTo>
                  <a:lnTo>
                    <a:pt x="13747" y="3129"/>
                  </a:lnTo>
                  <a:lnTo>
                    <a:pt x="13361" y="3013"/>
                  </a:lnTo>
                  <a:lnTo>
                    <a:pt x="12975" y="2858"/>
                  </a:lnTo>
                  <a:lnTo>
                    <a:pt x="12627" y="2704"/>
                  </a:lnTo>
                  <a:lnTo>
                    <a:pt x="12010" y="2356"/>
                  </a:lnTo>
                  <a:lnTo>
                    <a:pt x="11353" y="1970"/>
                  </a:lnTo>
                  <a:lnTo>
                    <a:pt x="10156" y="1198"/>
                  </a:lnTo>
                  <a:lnTo>
                    <a:pt x="9538" y="851"/>
                  </a:lnTo>
                  <a:lnTo>
                    <a:pt x="8882" y="542"/>
                  </a:lnTo>
                  <a:lnTo>
                    <a:pt x="8225" y="271"/>
                  </a:lnTo>
                  <a:lnTo>
                    <a:pt x="7878" y="155"/>
                  </a:lnTo>
                  <a:lnTo>
                    <a:pt x="7492" y="78"/>
                  </a:lnTo>
                  <a:lnTo>
                    <a:pt x="687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5"/>
            <p:cNvSpPr/>
            <p:nvPr/>
          </p:nvSpPr>
          <p:spPr>
            <a:xfrm>
              <a:off x="330800" y="3096400"/>
              <a:ext cx="446975" cy="310875"/>
            </a:xfrm>
            <a:custGeom>
              <a:avLst/>
              <a:gdLst/>
              <a:ahLst/>
              <a:cxnLst/>
              <a:rect l="l" t="t" r="r" b="b"/>
              <a:pathLst>
                <a:path w="17879" h="12435" extrusionOk="0">
                  <a:moveTo>
                    <a:pt x="17608" y="1"/>
                  </a:moveTo>
                  <a:lnTo>
                    <a:pt x="17415" y="117"/>
                  </a:lnTo>
                  <a:lnTo>
                    <a:pt x="17454" y="734"/>
                  </a:lnTo>
                  <a:lnTo>
                    <a:pt x="17454" y="1352"/>
                  </a:lnTo>
                  <a:lnTo>
                    <a:pt x="17415" y="1931"/>
                  </a:lnTo>
                  <a:lnTo>
                    <a:pt x="17338" y="2549"/>
                  </a:lnTo>
                  <a:lnTo>
                    <a:pt x="17261" y="3128"/>
                  </a:lnTo>
                  <a:lnTo>
                    <a:pt x="17106" y="3708"/>
                  </a:lnTo>
                  <a:lnTo>
                    <a:pt x="16952" y="4287"/>
                  </a:lnTo>
                  <a:lnTo>
                    <a:pt x="16720" y="4828"/>
                  </a:lnTo>
                  <a:lnTo>
                    <a:pt x="16489" y="5368"/>
                  </a:lnTo>
                  <a:lnTo>
                    <a:pt x="16257" y="5909"/>
                  </a:lnTo>
                  <a:lnTo>
                    <a:pt x="15948" y="6449"/>
                  </a:lnTo>
                  <a:lnTo>
                    <a:pt x="15600" y="6951"/>
                  </a:lnTo>
                  <a:lnTo>
                    <a:pt x="15253" y="7415"/>
                  </a:lnTo>
                  <a:lnTo>
                    <a:pt x="14867" y="7917"/>
                  </a:lnTo>
                  <a:lnTo>
                    <a:pt x="14481" y="8341"/>
                  </a:lnTo>
                  <a:lnTo>
                    <a:pt x="14017" y="8805"/>
                  </a:lnTo>
                  <a:lnTo>
                    <a:pt x="13515" y="9268"/>
                  </a:lnTo>
                  <a:lnTo>
                    <a:pt x="12975" y="9693"/>
                  </a:lnTo>
                  <a:lnTo>
                    <a:pt x="12395" y="10118"/>
                  </a:lnTo>
                  <a:lnTo>
                    <a:pt x="11778" y="10465"/>
                  </a:lnTo>
                  <a:lnTo>
                    <a:pt x="11160" y="10813"/>
                  </a:lnTo>
                  <a:lnTo>
                    <a:pt x="10503" y="11122"/>
                  </a:lnTo>
                  <a:lnTo>
                    <a:pt x="9847" y="11392"/>
                  </a:lnTo>
                  <a:lnTo>
                    <a:pt x="9190" y="11585"/>
                  </a:lnTo>
                  <a:lnTo>
                    <a:pt x="8495" y="11778"/>
                  </a:lnTo>
                  <a:lnTo>
                    <a:pt x="7839" y="11894"/>
                  </a:lnTo>
                  <a:lnTo>
                    <a:pt x="7144" y="11971"/>
                  </a:lnTo>
                  <a:lnTo>
                    <a:pt x="6449" y="11971"/>
                  </a:lnTo>
                  <a:lnTo>
                    <a:pt x="5754" y="11933"/>
                  </a:lnTo>
                  <a:lnTo>
                    <a:pt x="5059" y="11817"/>
                  </a:lnTo>
                  <a:lnTo>
                    <a:pt x="4364" y="11624"/>
                  </a:lnTo>
                  <a:lnTo>
                    <a:pt x="3668" y="11392"/>
                  </a:lnTo>
                  <a:lnTo>
                    <a:pt x="3166" y="11160"/>
                  </a:lnTo>
                  <a:lnTo>
                    <a:pt x="2664" y="10890"/>
                  </a:lnTo>
                  <a:lnTo>
                    <a:pt x="2201" y="10581"/>
                  </a:lnTo>
                  <a:lnTo>
                    <a:pt x="1738" y="10234"/>
                  </a:lnTo>
                  <a:lnTo>
                    <a:pt x="1352" y="9847"/>
                  </a:lnTo>
                  <a:lnTo>
                    <a:pt x="965" y="9423"/>
                  </a:lnTo>
                  <a:lnTo>
                    <a:pt x="618" y="8959"/>
                  </a:lnTo>
                  <a:lnTo>
                    <a:pt x="309" y="8496"/>
                  </a:lnTo>
                  <a:lnTo>
                    <a:pt x="0" y="8650"/>
                  </a:lnTo>
                  <a:lnTo>
                    <a:pt x="309" y="9191"/>
                  </a:lnTo>
                  <a:lnTo>
                    <a:pt x="695" y="9693"/>
                  </a:lnTo>
                  <a:lnTo>
                    <a:pt x="1081" y="10156"/>
                  </a:lnTo>
                  <a:lnTo>
                    <a:pt x="1545" y="10581"/>
                  </a:lnTo>
                  <a:lnTo>
                    <a:pt x="2047" y="10967"/>
                  </a:lnTo>
                  <a:lnTo>
                    <a:pt x="2549" y="11315"/>
                  </a:lnTo>
                  <a:lnTo>
                    <a:pt x="3128" y="11624"/>
                  </a:lnTo>
                  <a:lnTo>
                    <a:pt x="3746" y="11894"/>
                  </a:lnTo>
                  <a:lnTo>
                    <a:pt x="4402" y="12126"/>
                  </a:lnTo>
                  <a:lnTo>
                    <a:pt x="5097" y="12280"/>
                  </a:lnTo>
                  <a:lnTo>
                    <a:pt x="5754" y="12357"/>
                  </a:lnTo>
                  <a:lnTo>
                    <a:pt x="6449" y="12435"/>
                  </a:lnTo>
                  <a:lnTo>
                    <a:pt x="7144" y="12396"/>
                  </a:lnTo>
                  <a:lnTo>
                    <a:pt x="7800" y="12357"/>
                  </a:lnTo>
                  <a:lnTo>
                    <a:pt x="8495" y="12242"/>
                  </a:lnTo>
                  <a:lnTo>
                    <a:pt x="9152" y="12087"/>
                  </a:lnTo>
                  <a:lnTo>
                    <a:pt x="9808" y="11894"/>
                  </a:lnTo>
                  <a:lnTo>
                    <a:pt x="10465" y="11662"/>
                  </a:lnTo>
                  <a:lnTo>
                    <a:pt x="11121" y="11353"/>
                  </a:lnTo>
                  <a:lnTo>
                    <a:pt x="11739" y="11044"/>
                  </a:lnTo>
                  <a:lnTo>
                    <a:pt x="12318" y="10697"/>
                  </a:lnTo>
                  <a:lnTo>
                    <a:pt x="12897" y="10311"/>
                  </a:lnTo>
                  <a:lnTo>
                    <a:pt x="13477" y="9925"/>
                  </a:lnTo>
                  <a:lnTo>
                    <a:pt x="13979" y="9461"/>
                  </a:lnTo>
                  <a:lnTo>
                    <a:pt x="14481" y="9037"/>
                  </a:lnTo>
                  <a:lnTo>
                    <a:pt x="14944" y="8573"/>
                  </a:lnTo>
                  <a:lnTo>
                    <a:pt x="15369" y="8071"/>
                  </a:lnTo>
                  <a:lnTo>
                    <a:pt x="15794" y="7531"/>
                  </a:lnTo>
                  <a:lnTo>
                    <a:pt x="16180" y="6990"/>
                  </a:lnTo>
                  <a:lnTo>
                    <a:pt x="16566" y="6411"/>
                  </a:lnTo>
                  <a:lnTo>
                    <a:pt x="16875" y="5793"/>
                  </a:lnTo>
                  <a:lnTo>
                    <a:pt x="17184" y="5214"/>
                  </a:lnTo>
                  <a:lnTo>
                    <a:pt x="17415" y="4557"/>
                  </a:lnTo>
                  <a:lnTo>
                    <a:pt x="17608" y="3939"/>
                  </a:lnTo>
                  <a:lnTo>
                    <a:pt x="17763" y="3283"/>
                  </a:lnTo>
                  <a:lnTo>
                    <a:pt x="17840" y="2626"/>
                  </a:lnTo>
                  <a:lnTo>
                    <a:pt x="17879" y="1970"/>
                  </a:lnTo>
                  <a:lnTo>
                    <a:pt x="17840" y="1314"/>
                  </a:lnTo>
                  <a:lnTo>
                    <a:pt x="17763" y="657"/>
                  </a:lnTo>
                  <a:lnTo>
                    <a:pt x="1760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5"/>
            <p:cNvSpPr/>
            <p:nvPr/>
          </p:nvSpPr>
          <p:spPr>
            <a:xfrm>
              <a:off x="3785850" y="2943875"/>
              <a:ext cx="199850" cy="231725"/>
            </a:xfrm>
            <a:custGeom>
              <a:avLst/>
              <a:gdLst/>
              <a:ahLst/>
              <a:cxnLst/>
              <a:rect l="l" t="t" r="r" b="b"/>
              <a:pathLst>
                <a:path w="7994" h="9269" extrusionOk="0">
                  <a:moveTo>
                    <a:pt x="2163" y="1"/>
                  </a:moveTo>
                  <a:lnTo>
                    <a:pt x="2009" y="39"/>
                  </a:lnTo>
                  <a:lnTo>
                    <a:pt x="1854" y="78"/>
                  </a:lnTo>
                  <a:lnTo>
                    <a:pt x="1700" y="194"/>
                  </a:lnTo>
                  <a:lnTo>
                    <a:pt x="1429" y="425"/>
                  </a:lnTo>
                  <a:lnTo>
                    <a:pt x="1159" y="734"/>
                  </a:lnTo>
                  <a:lnTo>
                    <a:pt x="966" y="1005"/>
                  </a:lnTo>
                  <a:lnTo>
                    <a:pt x="696" y="1391"/>
                  </a:lnTo>
                  <a:lnTo>
                    <a:pt x="503" y="1777"/>
                  </a:lnTo>
                  <a:lnTo>
                    <a:pt x="310" y="2163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1" y="3514"/>
                  </a:lnTo>
                  <a:lnTo>
                    <a:pt x="1" y="3978"/>
                  </a:lnTo>
                  <a:lnTo>
                    <a:pt x="39" y="4441"/>
                  </a:lnTo>
                  <a:lnTo>
                    <a:pt x="155" y="4905"/>
                  </a:lnTo>
                  <a:lnTo>
                    <a:pt x="271" y="5368"/>
                  </a:lnTo>
                  <a:lnTo>
                    <a:pt x="464" y="5793"/>
                  </a:lnTo>
                  <a:lnTo>
                    <a:pt x="696" y="6218"/>
                  </a:lnTo>
                  <a:lnTo>
                    <a:pt x="1005" y="6179"/>
                  </a:lnTo>
                  <a:lnTo>
                    <a:pt x="850" y="5870"/>
                  </a:lnTo>
                  <a:lnTo>
                    <a:pt x="734" y="5522"/>
                  </a:lnTo>
                  <a:lnTo>
                    <a:pt x="618" y="5175"/>
                  </a:lnTo>
                  <a:lnTo>
                    <a:pt x="541" y="4789"/>
                  </a:lnTo>
                  <a:lnTo>
                    <a:pt x="503" y="4441"/>
                  </a:lnTo>
                  <a:lnTo>
                    <a:pt x="464" y="4055"/>
                  </a:lnTo>
                  <a:lnTo>
                    <a:pt x="464" y="3708"/>
                  </a:lnTo>
                  <a:lnTo>
                    <a:pt x="464" y="3360"/>
                  </a:lnTo>
                  <a:lnTo>
                    <a:pt x="503" y="2974"/>
                  </a:lnTo>
                  <a:lnTo>
                    <a:pt x="580" y="2626"/>
                  </a:lnTo>
                  <a:lnTo>
                    <a:pt x="696" y="2279"/>
                  </a:lnTo>
                  <a:lnTo>
                    <a:pt x="850" y="1931"/>
                  </a:lnTo>
                  <a:lnTo>
                    <a:pt x="1005" y="1622"/>
                  </a:lnTo>
                  <a:lnTo>
                    <a:pt x="1236" y="1313"/>
                  </a:lnTo>
                  <a:lnTo>
                    <a:pt x="1468" y="1043"/>
                  </a:lnTo>
                  <a:lnTo>
                    <a:pt x="1738" y="773"/>
                  </a:lnTo>
                  <a:lnTo>
                    <a:pt x="1970" y="580"/>
                  </a:lnTo>
                  <a:lnTo>
                    <a:pt x="2086" y="503"/>
                  </a:lnTo>
                  <a:lnTo>
                    <a:pt x="2202" y="503"/>
                  </a:lnTo>
                  <a:lnTo>
                    <a:pt x="2279" y="618"/>
                  </a:lnTo>
                  <a:lnTo>
                    <a:pt x="2395" y="850"/>
                  </a:lnTo>
                  <a:lnTo>
                    <a:pt x="2588" y="1236"/>
                  </a:lnTo>
                  <a:lnTo>
                    <a:pt x="2742" y="1584"/>
                  </a:lnTo>
                  <a:lnTo>
                    <a:pt x="2858" y="1970"/>
                  </a:lnTo>
                  <a:lnTo>
                    <a:pt x="2974" y="2356"/>
                  </a:lnTo>
                  <a:lnTo>
                    <a:pt x="3051" y="2742"/>
                  </a:lnTo>
                  <a:lnTo>
                    <a:pt x="3090" y="3090"/>
                  </a:lnTo>
                  <a:lnTo>
                    <a:pt x="3090" y="3476"/>
                  </a:lnTo>
                  <a:lnTo>
                    <a:pt x="3051" y="3823"/>
                  </a:lnTo>
                  <a:lnTo>
                    <a:pt x="2974" y="4171"/>
                  </a:lnTo>
                  <a:lnTo>
                    <a:pt x="2897" y="4480"/>
                  </a:lnTo>
                  <a:lnTo>
                    <a:pt x="2742" y="4827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61"/>
                  </a:lnTo>
                  <a:lnTo>
                    <a:pt x="2395" y="5638"/>
                  </a:lnTo>
                  <a:lnTo>
                    <a:pt x="2356" y="5716"/>
                  </a:lnTo>
                  <a:lnTo>
                    <a:pt x="2356" y="5754"/>
                  </a:lnTo>
                  <a:lnTo>
                    <a:pt x="2356" y="5793"/>
                  </a:lnTo>
                  <a:lnTo>
                    <a:pt x="2395" y="5831"/>
                  </a:lnTo>
                  <a:lnTo>
                    <a:pt x="2433" y="5793"/>
                  </a:lnTo>
                  <a:lnTo>
                    <a:pt x="2626" y="5754"/>
                  </a:lnTo>
                  <a:lnTo>
                    <a:pt x="2781" y="5716"/>
                  </a:lnTo>
                  <a:lnTo>
                    <a:pt x="3167" y="5677"/>
                  </a:lnTo>
                  <a:lnTo>
                    <a:pt x="3592" y="5716"/>
                  </a:lnTo>
                  <a:lnTo>
                    <a:pt x="4017" y="5831"/>
                  </a:lnTo>
                  <a:lnTo>
                    <a:pt x="4441" y="5947"/>
                  </a:lnTo>
                  <a:lnTo>
                    <a:pt x="4827" y="6102"/>
                  </a:lnTo>
                  <a:lnTo>
                    <a:pt x="5214" y="6295"/>
                  </a:lnTo>
                  <a:lnTo>
                    <a:pt x="5523" y="6449"/>
                  </a:lnTo>
                  <a:lnTo>
                    <a:pt x="5831" y="6642"/>
                  </a:lnTo>
                  <a:lnTo>
                    <a:pt x="6140" y="6874"/>
                  </a:lnTo>
                  <a:lnTo>
                    <a:pt x="6411" y="7106"/>
                  </a:lnTo>
                  <a:lnTo>
                    <a:pt x="6681" y="7337"/>
                  </a:lnTo>
                  <a:lnTo>
                    <a:pt x="6913" y="7646"/>
                  </a:lnTo>
                  <a:lnTo>
                    <a:pt x="7144" y="7917"/>
                  </a:lnTo>
                  <a:lnTo>
                    <a:pt x="7337" y="8225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56" y="8805"/>
                  </a:lnTo>
                  <a:lnTo>
                    <a:pt x="5870" y="8843"/>
                  </a:lnTo>
                  <a:lnTo>
                    <a:pt x="5445" y="8805"/>
                  </a:lnTo>
                  <a:lnTo>
                    <a:pt x="5059" y="8766"/>
                  </a:lnTo>
                  <a:lnTo>
                    <a:pt x="4634" y="8650"/>
                  </a:lnTo>
                  <a:lnTo>
                    <a:pt x="4248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33" y="7106"/>
                  </a:lnTo>
                  <a:lnTo>
                    <a:pt x="1931" y="6604"/>
                  </a:lnTo>
                  <a:lnTo>
                    <a:pt x="1854" y="6526"/>
                  </a:lnTo>
                  <a:lnTo>
                    <a:pt x="1777" y="6526"/>
                  </a:lnTo>
                  <a:lnTo>
                    <a:pt x="1661" y="6565"/>
                  </a:lnTo>
                  <a:lnTo>
                    <a:pt x="1622" y="6565"/>
                  </a:lnTo>
                  <a:lnTo>
                    <a:pt x="1584" y="6604"/>
                  </a:lnTo>
                  <a:lnTo>
                    <a:pt x="1429" y="6874"/>
                  </a:lnTo>
                  <a:lnTo>
                    <a:pt x="1622" y="6913"/>
                  </a:lnTo>
                  <a:lnTo>
                    <a:pt x="2240" y="7492"/>
                  </a:lnTo>
                  <a:lnTo>
                    <a:pt x="2897" y="8071"/>
                  </a:lnTo>
                  <a:lnTo>
                    <a:pt x="3244" y="8341"/>
                  </a:lnTo>
                  <a:lnTo>
                    <a:pt x="3592" y="8573"/>
                  </a:lnTo>
                  <a:lnTo>
                    <a:pt x="3978" y="8805"/>
                  </a:lnTo>
                  <a:lnTo>
                    <a:pt x="4364" y="8998"/>
                  </a:lnTo>
                  <a:lnTo>
                    <a:pt x="4789" y="9152"/>
                  </a:lnTo>
                  <a:lnTo>
                    <a:pt x="5252" y="9229"/>
                  </a:lnTo>
                  <a:lnTo>
                    <a:pt x="5677" y="9268"/>
                  </a:lnTo>
                  <a:lnTo>
                    <a:pt x="6102" y="9229"/>
                  </a:lnTo>
                  <a:lnTo>
                    <a:pt x="6565" y="9191"/>
                  </a:lnTo>
                  <a:lnTo>
                    <a:pt x="6990" y="9114"/>
                  </a:lnTo>
                  <a:lnTo>
                    <a:pt x="7878" y="8882"/>
                  </a:lnTo>
                  <a:lnTo>
                    <a:pt x="7955" y="8805"/>
                  </a:lnTo>
                  <a:lnTo>
                    <a:pt x="7994" y="8727"/>
                  </a:lnTo>
                  <a:lnTo>
                    <a:pt x="7994" y="8650"/>
                  </a:lnTo>
                  <a:lnTo>
                    <a:pt x="7994" y="8573"/>
                  </a:lnTo>
                  <a:lnTo>
                    <a:pt x="7762" y="8110"/>
                  </a:lnTo>
                  <a:lnTo>
                    <a:pt x="7492" y="7685"/>
                  </a:lnTo>
                  <a:lnTo>
                    <a:pt x="7183" y="7299"/>
                  </a:lnTo>
                  <a:lnTo>
                    <a:pt x="6874" y="6951"/>
                  </a:lnTo>
                  <a:lnTo>
                    <a:pt x="6488" y="6604"/>
                  </a:lnTo>
                  <a:lnTo>
                    <a:pt x="6102" y="6295"/>
                  </a:lnTo>
                  <a:lnTo>
                    <a:pt x="5677" y="6063"/>
                  </a:lnTo>
                  <a:lnTo>
                    <a:pt x="5252" y="5831"/>
                  </a:lnTo>
                  <a:lnTo>
                    <a:pt x="4827" y="5638"/>
                  </a:lnTo>
                  <a:lnTo>
                    <a:pt x="4248" y="5445"/>
                  </a:lnTo>
                  <a:lnTo>
                    <a:pt x="3901" y="5368"/>
                  </a:lnTo>
                  <a:lnTo>
                    <a:pt x="3592" y="5329"/>
                  </a:lnTo>
                  <a:lnTo>
                    <a:pt x="3283" y="5291"/>
                  </a:lnTo>
                  <a:lnTo>
                    <a:pt x="2974" y="5291"/>
                  </a:lnTo>
                  <a:lnTo>
                    <a:pt x="3167" y="4982"/>
                  </a:lnTo>
                  <a:lnTo>
                    <a:pt x="3283" y="4673"/>
                  </a:lnTo>
                  <a:lnTo>
                    <a:pt x="3399" y="4325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44"/>
                  </a:lnTo>
                  <a:lnTo>
                    <a:pt x="3476" y="2858"/>
                  </a:lnTo>
                  <a:lnTo>
                    <a:pt x="3437" y="2510"/>
                  </a:lnTo>
                  <a:lnTo>
                    <a:pt x="3322" y="1970"/>
                  </a:lnTo>
                  <a:lnTo>
                    <a:pt x="3128" y="1468"/>
                  </a:lnTo>
                  <a:lnTo>
                    <a:pt x="2935" y="1005"/>
                  </a:lnTo>
                  <a:lnTo>
                    <a:pt x="2704" y="503"/>
                  </a:lnTo>
                  <a:lnTo>
                    <a:pt x="2588" y="309"/>
                  </a:lnTo>
                  <a:lnTo>
                    <a:pt x="2433" y="116"/>
                  </a:lnTo>
                  <a:lnTo>
                    <a:pt x="2356" y="78"/>
                  </a:lnTo>
                  <a:lnTo>
                    <a:pt x="227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5"/>
            <p:cNvSpPr/>
            <p:nvPr/>
          </p:nvSpPr>
          <p:spPr>
            <a:xfrm>
              <a:off x="3488525" y="2821275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120" y="387"/>
                  </a:moveTo>
                  <a:lnTo>
                    <a:pt x="1313" y="425"/>
                  </a:lnTo>
                  <a:lnTo>
                    <a:pt x="1506" y="464"/>
                  </a:lnTo>
                  <a:lnTo>
                    <a:pt x="1661" y="580"/>
                  </a:lnTo>
                  <a:lnTo>
                    <a:pt x="1738" y="734"/>
                  </a:lnTo>
                  <a:lnTo>
                    <a:pt x="1777" y="889"/>
                  </a:lnTo>
                  <a:lnTo>
                    <a:pt x="1738" y="966"/>
                  </a:lnTo>
                  <a:lnTo>
                    <a:pt x="1699" y="1004"/>
                  </a:lnTo>
                  <a:lnTo>
                    <a:pt x="1661" y="1082"/>
                  </a:lnTo>
                  <a:lnTo>
                    <a:pt x="1545" y="1120"/>
                  </a:lnTo>
                  <a:lnTo>
                    <a:pt x="1236" y="1159"/>
                  </a:lnTo>
                  <a:lnTo>
                    <a:pt x="927" y="1159"/>
                  </a:lnTo>
                  <a:lnTo>
                    <a:pt x="579" y="1198"/>
                  </a:lnTo>
                  <a:lnTo>
                    <a:pt x="464" y="1236"/>
                  </a:lnTo>
                  <a:lnTo>
                    <a:pt x="309" y="1313"/>
                  </a:lnTo>
                  <a:lnTo>
                    <a:pt x="309" y="1159"/>
                  </a:lnTo>
                  <a:lnTo>
                    <a:pt x="348" y="1004"/>
                  </a:lnTo>
                  <a:lnTo>
                    <a:pt x="386" y="850"/>
                  </a:lnTo>
                  <a:lnTo>
                    <a:pt x="464" y="734"/>
                  </a:lnTo>
                  <a:lnTo>
                    <a:pt x="541" y="618"/>
                  </a:lnTo>
                  <a:lnTo>
                    <a:pt x="657" y="541"/>
                  </a:lnTo>
                  <a:lnTo>
                    <a:pt x="811" y="464"/>
                  </a:lnTo>
                  <a:lnTo>
                    <a:pt x="927" y="425"/>
                  </a:lnTo>
                  <a:lnTo>
                    <a:pt x="1120" y="387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79" y="116"/>
                  </a:lnTo>
                  <a:lnTo>
                    <a:pt x="425" y="232"/>
                  </a:lnTo>
                  <a:lnTo>
                    <a:pt x="271" y="387"/>
                  </a:lnTo>
                  <a:lnTo>
                    <a:pt x="155" y="541"/>
                  </a:lnTo>
                  <a:lnTo>
                    <a:pt x="77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0" y="1275"/>
                  </a:lnTo>
                  <a:lnTo>
                    <a:pt x="39" y="1468"/>
                  </a:lnTo>
                  <a:lnTo>
                    <a:pt x="116" y="1661"/>
                  </a:lnTo>
                  <a:lnTo>
                    <a:pt x="155" y="1738"/>
                  </a:lnTo>
                  <a:lnTo>
                    <a:pt x="232" y="1815"/>
                  </a:lnTo>
                  <a:lnTo>
                    <a:pt x="309" y="1815"/>
                  </a:lnTo>
                  <a:lnTo>
                    <a:pt x="425" y="1777"/>
                  </a:lnTo>
                  <a:lnTo>
                    <a:pt x="541" y="1661"/>
                  </a:lnTo>
                  <a:lnTo>
                    <a:pt x="695" y="1584"/>
                  </a:lnTo>
                  <a:lnTo>
                    <a:pt x="850" y="1545"/>
                  </a:lnTo>
                  <a:lnTo>
                    <a:pt x="1043" y="1545"/>
                  </a:lnTo>
                  <a:lnTo>
                    <a:pt x="1390" y="1506"/>
                  </a:lnTo>
                  <a:lnTo>
                    <a:pt x="1583" y="1506"/>
                  </a:lnTo>
                  <a:lnTo>
                    <a:pt x="1738" y="1468"/>
                  </a:lnTo>
                  <a:lnTo>
                    <a:pt x="1931" y="1391"/>
                  </a:lnTo>
                  <a:lnTo>
                    <a:pt x="2047" y="1275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811"/>
                  </a:lnTo>
                  <a:lnTo>
                    <a:pt x="2124" y="657"/>
                  </a:lnTo>
                  <a:lnTo>
                    <a:pt x="2047" y="502"/>
                  </a:lnTo>
                  <a:lnTo>
                    <a:pt x="1970" y="348"/>
                  </a:lnTo>
                  <a:lnTo>
                    <a:pt x="1777" y="194"/>
                  </a:lnTo>
                  <a:lnTo>
                    <a:pt x="1622" y="116"/>
                  </a:lnTo>
                  <a:lnTo>
                    <a:pt x="1429" y="39"/>
                  </a:lnTo>
                  <a:lnTo>
                    <a:pt x="11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5"/>
            <p:cNvSpPr/>
            <p:nvPr/>
          </p:nvSpPr>
          <p:spPr>
            <a:xfrm>
              <a:off x="3429625" y="3033650"/>
              <a:ext cx="35750" cy="29950"/>
            </a:xfrm>
            <a:custGeom>
              <a:avLst/>
              <a:gdLst/>
              <a:ahLst/>
              <a:cxnLst/>
              <a:rect l="l" t="t" r="r" b="b"/>
              <a:pathLst>
                <a:path w="1430" h="1198" extrusionOk="0">
                  <a:moveTo>
                    <a:pt x="657" y="1"/>
                  </a:moveTo>
                  <a:lnTo>
                    <a:pt x="464" y="39"/>
                  </a:lnTo>
                  <a:lnTo>
                    <a:pt x="310" y="117"/>
                  </a:lnTo>
                  <a:lnTo>
                    <a:pt x="194" y="232"/>
                  </a:lnTo>
                  <a:lnTo>
                    <a:pt x="78" y="387"/>
                  </a:lnTo>
                  <a:lnTo>
                    <a:pt x="1" y="580"/>
                  </a:lnTo>
                  <a:lnTo>
                    <a:pt x="1" y="773"/>
                  </a:lnTo>
                  <a:lnTo>
                    <a:pt x="39" y="927"/>
                  </a:lnTo>
                  <a:lnTo>
                    <a:pt x="117" y="1121"/>
                  </a:lnTo>
                  <a:lnTo>
                    <a:pt x="155" y="1159"/>
                  </a:lnTo>
                  <a:lnTo>
                    <a:pt x="232" y="1198"/>
                  </a:lnTo>
                  <a:lnTo>
                    <a:pt x="348" y="1159"/>
                  </a:lnTo>
                  <a:lnTo>
                    <a:pt x="387" y="1082"/>
                  </a:lnTo>
                  <a:lnTo>
                    <a:pt x="426" y="1005"/>
                  </a:lnTo>
                  <a:lnTo>
                    <a:pt x="387" y="966"/>
                  </a:lnTo>
                  <a:lnTo>
                    <a:pt x="348" y="850"/>
                  </a:lnTo>
                  <a:lnTo>
                    <a:pt x="348" y="773"/>
                  </a:lnTo>
                  <a:lnTo>
                    <a:pt x="387" y="580"/>
                  </a:lnTo>
                  <a:lnTo>
                    <a:pt x="503" y="464"/>
                  </a:lnTo>
                  <a:lnTo>
                    <a:pt x="580" y="425"/>
                  </a:lnTo>
                  <a:lnTo>
                    <a:pt x="696" y="387"/>
                  </a:lnTo>
                  <a:lnTo>
                    <a:pt x="773" y="425"/>
                  </a:lnTo>
                  <a:lnTo>
                    <a:pt x="850" y="464"/>
                  </a:lnTo>
                  <a:lnTo>
                    <a:pt x="966" y="580"/>
                  </a:lnTo>
                  <a:lnTo>
                    <a:pt x="1005" y="696"/>
                  </a:lnTo>
                  <a:lnTo>
                    <a:pt x="1005" y="773"/>
                  </a:lnTo>
                  <a:lnTo>
                    <a:pt x="966" y="966"/>
                  </a:lnTo>
                  <a:lnTo>
                    <a:pt x="928" y="1043"/>
                  </a:lnTo>
                  <a:lnTo>
                    <a:pt x="966" y="1082"/>
                  </a:lnTo>
                  <a:lnTo>
                    <a:pt x="1005" y="1121"/>
                  </a:lnTo>
                  <a:lnTo>
                    <a:pt x="1043" y="1159"/>
                  </a:lnTo>
                  <a:lnTo>
                    <a:pt x="1236" y="1159"/>
                  </a:lnTo>
                  <a:lnTo>
                    <a:pt x="1314" y="1082"/>
                  </a:lnTo>
                  <a:lnTo>
                    <a:pt x="1391" y="927"/>
                  </a:lnTo>
                  <a:lnTo>
                    <a:pt x="1430" y="734"/>
                  </a:lnTo>
                  <a:lnTo>
                    <a:pt x="1391" y="541"/>
                  </a:lnTo>
                  <a:lnTo>
                    <a:pt x="1314" y="387"/>
                  </a:lnTo>
                  <a:lnTo>
                    <a:pt x="1159" y="232"/>
                  </a:lnTo>
                  <a:lnTo>
                    <a:pt x="1005" y="117"/>
                  </a:lnTo>
                  <a:lnTo>
                    <a:pt x="850" y="39"/>
                  </a:lnTo>
                  <a:lnTo>
                    <a:pt x="65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5"/>
            <p:cNvSpPr/>
            <p:nvPr/>
          </p:nvSpPr>
          <p:spPr>
            <a:xfrm>
              <a:off x="3419975" y="2751775"/>
              <a:ext cx="68575" cy="77250"/>
            </a:xfrm>
            <a:custGeom>
              <a:avLst/>
              <a:gdLst/>
              <a:ahLst/>
              <a:cxnLst/>
              <a:rect l="l" t="t" r="r" b="b"/>
              <a:pathLst>
                <a:path w="2743" h="3090" extrusionOk="0">
                  <a:moveTo>
                    <a:pt x="1198" y="464"/>
                  </a:moveTo>
                  <a:lnTo>
                    <a:pt x="1429" y="502"/>
                  </a:lnTo>
                  <a:lnTo>
                    <a:pt x="1700" y="618"/>
                  </a:lnTo>
                  <a:lnTo>
                    <a:pt x="1893" y="772"/>
                  </a:lnTo>
                  <a:lnTo>
                    <a:pt x="2047" y="966"/>
                  </a:lnTo>
                  <a:lnTo>
                    <a:pt x="2163" y="1159"/>
                  </a:lnTo>
                  <a:lnTo>
                    <a:pt x="2240" y="1352"/>
                  </a:lnTo>
                  <a:lnTo>
                    <a:pt x="2356" y="1738"/>
                  </a:lnTo>
                  <a:lnTo>
                    <a:pt x="2395" y="2163"/>
                  </a:lnTo>
                  <a:lnTo>
                    <a:pt x="2395" y="2587"/>
                  </a:lnTo>
                  <a:lnTo>
                    <a:pt x="2240" y="2433"/>
                  </a:lnTo>
                  <a:lnTo>
                    <a:pt x="2047" y="2278"/>
                  </a:lnTo>
                  <a:lnTo>
                    <a:pt x="1661" y="2085"/>
                  </a:lnTo>
                  <a:lnTo>
                    <a:pt x="1275" y="1931"/>
                  </a:lnTo>
                  <a:lnTo>
                    <a:pt x="1043" y="1815"/>
                  </a:lnTo>
                  <a:lnTo>
                    <a:pt x="850" y="1699"/>
                  </a:lnTo>
                  <a:lnTo>
                    <a:pt x="657" y="1545"/>
                  </a:lnTo>
                  <a:lnTo>
                    <a:pt x="503" y="1390"/>
                  </a:lnTo>
                  <a:lnTo>
                    <a:pt x="425" y="1197"/>
                  </a:lnTo>
                  <a:lnTo>
                    <a:pt x="425" y="1081"/>
                  </a:lnTo>
                  <a:lnTo>
                    <a:pt x="425" y="966"/>
                  </a:lnTo>
                  <a:lnTo>
                    <a:pt x="503" y="811"/>
                  </a:lnTo>
                  <a:lnTo>
                    <a:pt x="541" y="695"/>
                  </a:lnTo>
                  <a:lnTo>
                    <a:pt x="618" y="618"/>
                  </a:lnTo>
                  <a:lnTo>
                    <a:pt x="734" y="541"/>
                  </a:lnTo>
                  <a:lnTo>
                    <a:pt x="850" y="464"/>
                  </a:lnTo>
                  <a:close/>
                  <a:moveTo>
                    <a:pt x="1043" y="0"/>
                  </a:moveTo>
                  <a:lnTo>
                    <a:pt x="812" y="77"/>
                  </a:lnTo>
                  <a:lnTo>
                    <a:pt x="580" y="155"/>
                  </a:lnTo>
                  <a:lnTo>
                    <a:pt x="387" y="309"/>
                  </a:lnTo>
                  <a:lnTo>
                    <a:pt x="232" y="464"/>
                  </a:lnTo>
                  <a:lnTo>
                    <a:pt x="116" y="618"/>
                  </a:lnTo>
                  <a:lnTo>
                    <a:pt x="39" y="811"/>
                  </a:lnTo>
                  <a:lnTo>
                    <a:pt x="1" y="1043"/>
                  </a:lnTo>
                  <a:lnTo>
                    <a:pt x="39" y="1236"/>
                  </a:lnTo>
                  <a:lnTo>
                    <a:pt x="78" y="1468"/>
                  </a:lnTo>
                  <a:lnTo>
                    <a:pt x="194" y="1661"/>
                  </a:lnTo>
                  <a:lnTo>
                    <a:pt x="387" y="1892"/>
                  </a:lnTo>
                  <a:lnTo>
                    <a:pt x="657" y="2085"/>
                  </a:lnTo>
                  <a:lnTo>
                    <a:pt x="927" y="2201"/>
                  </a:lnTo>
                  <a:lnTo>
                    <a:pt x="1236" y="2317"/>
                  </a:lnTo>
                  <a:lnTo>
                    <a:pt x="1507" y="2433"/>
                  </a:lnTo>
                  <a:lnTo>
                    <a:pt x="1777" y="2587"/>
                  </a:lnTo>
                  <a:lnTo>
                    <a:pt x="2009" y="2780"/>
                  </a:lnTo>
                  <a:lnTo>
                    <a:pt x="2240" y="3012"/>
                  </a:lnTo>
                  <a:lnTo>
                    <a:pt x="2317" y="3051"/>
                  </a:lnTo>
                  <a:lnTo>
                    <a:pt x="2395" y="3089"/>
                  </a:lnTo>
                  <a:lnTo>
                    <a:pt x="2472" y="3051"/>
                  </a:lnTo>
                  <a:lnTo>
                    <a:pt x="2549" y="3012"/>
                  </a:lnTo>
                  <a:lnTo>
                    <a:pt x="2588" y="3012"/>
                  </a:lnTo>
                  <a:lnTo>
                    <a:pt x="2626" y="2935"/>
                  </a:lnTo>
                  <a:lnTo>
                    <a:pt x="2704" y="2356"/>
                  </a:lnTo>
                  <a:lnTo>
                    <a:pt x="2742" y="2047"/>
                  </a:lnTo>
                  <a:lnTo>
                    <a:pt x="2704" y="1738"/>
                  </a:lnTo>
                  <a:lnTo>
                    <a:pt x="2665" y="1429"/>
                  </a:lnTo>
                  <a:lnTo>
                    <a:pt x="2588" y="1159"/>
                  </a:lnTo>
                  <a:lnTo>
                    <a:pt x="2472" y="888"/>
                  </a:lnTo>
                  <a:lnTo>
                    <a:pt x="2317" y="618"/>
                  </a:lnTo>
                  <a:lnTo>
                    <a:pt x="2124" y="425"/>
                  </a:lnTo>
                  <a:lnTo>
                    <a:pt x="1931" y="270"/>
                  </a:lnTo>
                  <a:lnTo>
                    <a:pt x="1738" y="155"/>
                  </a:lnTo>
                  <a:lnTo>
                    <a:pt x="1507" y="77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5"/>
            <p:cNvSpPr/>
            <p:nvPr/>
          </p:nvSpPr>
          <p:spPr>
            <a:xfrm>
              <a:off x="3375575" y="3037525"/>
              <a:ext cx="34775" cy="29950"/>
            </a:xfrm>
            <a:custGeom>
              <a:avLst/>
              <a:gdLst/>
              <a:ahLst/>
              <a:cxnLst/>
              <a:rect l="l" t="t" r="r" b="b"/>
              <a:pathLst>
                <a:path w="1391" h="1198" extrusionOk="0">
                  <a:moveTo>
                    <a:pt x="657" y="0"/>
                  </a:moveTo>
                  <a:lnTo>
                    <a:pt x="425" y="39"/>
                  </a:lnTo>
                  <a:lnTo>
                    <a:pt x="271" y="116"/>
                  </a:lnTo>
                  <a:lnTo>
                    <a:pt x="116" y="270"/>
                  </a:lnTo>
                  <a:lnTo>
                    <a:pt x="39" y="425"/>
                  </a:lnTo>
                  <a:lnTo>
                    <a:pt x="0" y="618"/>
                  </a:lnTo>
                  <a:lnTo>
                    <a:pt x="39" y="811"/>
                  </a:lnTo>
                  <a:lnTo>
                    <a:pt x="116" y="1004"/>
                  </a:lnTo>
                  <a:lnTo>
                    <a:pt x="232" y="1120"/>
                  </a:lnTo>
                  <a:lnTo>
                    <a:pt x="425" y="1197"/>
                  </a:lnTo>
                  <a:lnTo>
                    <a:pt x="502" y="1197"/>
                  </a:lnTo>
                  <a:lnTo>
                    <a:pt x="541" y="1159"/>
                  </a:lnTo>
                  <a:lnTo>
                    <a:pt x="541" y="1081"/>
                  </a:lnTo>
                  <a:lnTo>
                    <a:pt x="502" y="1004"/>
                  </a:lnTo>
                  <a:lnTo>
                    <a:pt x="425" y="927"/>
                  </a:lnTo>
                  <a:lnTo>
                    <a:pt x="386" y="850"/>
                  </a:lnTo>
                  <a:lnTo>
                    <a:pt x="386" y="734"/>
                  </a:lnTo>
                  <a:lnTo>
                    <a:pt x="386" y="618"/>
                  </a:lnTo>
                  <a:lnTo>
                    <a:pt x="425" y="541"/>
                  </a:lnTo>
                  <a:lnTo>
                    <a:pt x="464" y="464"/>
                  </a:lnTo>
                  <a:lnTo>
                    <a:pt x="580" y="425"/>
                  </a:lnTo>
                  <a:lnTo>
                    <a:pt x="695" y="386"/>
                  </a:lnTo>
                  <a:lnTo>
                    <a:pt x="811" y="425"/>
                  </a:lnTo>
                  <a:lnTo>
                    <a:pt x="888" y="464"/>
                  </a:lnTo>
                  <a:lnTo>
                    <a:pt x="927" y="579"/>
                  </a:lnTo>
                  <a:lnTo>
                    <a:pt x="966" y="657"/>
                  </a:lnTo>
                  <a:lnTo>
                    <a:pt x="1043" y="888"/>
                  </a:lnTo>
                  <a:lnTo>
                    <a:pt x="1082" y="966"/>
                  </a:lnTo>
                  <a:lnTo>
                    <a:pt x="1120" y="1081"/>
                  </a:lnTo>
                  <a:lnTo>
                    <a:pt x="1159" y="1120"/>
                  </a:lnTo>
                  <a:lnTo>
                    <a:pt x="1236" y="1120"/>
                  </a:lnTo>
                  <a:lnTo>
                    <a:pt x="1313" y="1043"/>
                  </a:lnTo>
                  <a:lnTo>
                    <a:pt x="1352" y="966"/>
                  </a:lnTo>
                  <a:lnTo>
                    <a:pt x="1390" y="850"/>
                  </a:lnTo>
                  <a:lnTo>
                    <a:pt x="1352" y="618"/>
                  </a:lnTo>
                  <a:lnTo>
                    <a:pt x="1313" y="425"/>
                  </a:lnTo>
                  <a:lnTo>
                    <a:pt x="1197" y="232"/>
                  </a:lnTo>
                  <a:lnTo>
                    <a:pt x="1043" y="116"/>
                  </a:lnTo>
                  <a:lnTo>
                    <a:pt x="850" y="39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5"/>
            <p:cNvSpPr/>
            <p:nvPr/>
          </p:nvSpPr>
          <p:spPr>
            <a:xfrm>
              <a:off x="3345650" y="2889825"/>
              <a:ext cx="466300" cy="248125"/>
            </a:xfrm>
            <a:custGeom>
              <a:avLst/>
              <a:gdLst/>
              <a:ahLst/>
              <a:cxnLst/>
              <a:rect l="l" t="t" r="r" b="b"/>
              <a:pathLst>
                <a:path w="18652" h="9925" extrusionOk="0">
                  <a:moveTo>
                    <a:pt x="6140" y="0"/>
                  </a:moveTo>
                  <a:lnTo>
                    <a:pt x="5561" y="39"/>
                  </a:lnTo>
                  <a:lnTo>
                    <a:pt x="4982" y="155"/>
                  </a:lnTo>
                  <a:lnTo>
                    <a:pt x="4402" y="309"/>
                  </a:lnTo>
                  <a:lnTo>
                    <a:pt x="3862" y="502"/>
                  </a:lnTo>
                  <a:lnTo>
                    <a:pt x="3283" y="772"/>
                  </a:lnTo>
                  <a:lnTo>
                    <a:pt x="2781" y="1081"/>
                  </a:lnTo>
                  <a:lnTo>
                    <a:pt x="2279" y="1467"/>
                  </a:lnTo>
                  <a:lnTo>
                    <a:pt x="1815" y="1892"/>
                  </a:lnTo>
                  <a:lnTo>
                    <a:pt x="1390" y="2317"/>
                  </a:lnTo>
                  <a:lnTo>
                    <a:pt x="1043" y="2780"/>
                  </a:lnTo>
                  <a:lnTo>
                    <a:pt x="734" y="3244"/>
                  </a:lnTo>
                  <a:lnTo>
                    <a:pt x="464" y="3746"/>
                  </a:lnTo>
                  <a:lnTo>
                    <a:pt x="271" y="4286"/>
                  </a:lnTo>
                  <a:lnTo>
                    <a:pt x="116" y="4827"/>
                  </a:lnTo>
                  <a:lnTo>
                    <a:pt x="0" y="5368"/>
                  </a:lnTo>
                  <a:lnTo>
                    <a:pt x="348" y="5445"/>
                  </a:lnTo>
                  <a:lnTo>
                    <a:pt x="425" y="5020"/>
                  </a:lnTo>
                  <a:lnTo>
                    <a:pt x="541" y="4595"/>
                  </a:lnTo>
                  <a:lnTo>
                    <a:pt x="773" y="4016"/>
                  </a:lnTo>
                  <a:lnTo>
                    <a:pt x="1081" y="3437"/>
                  </a:lnTo>
                  <a:lnTo>
                    <a:pt x="1468" y="2896"/>
                  </a:lnTo>
                  <a:lnTo>
                    <a:pt x="1892" y="2394"/>
                  </a:lnTo>
                  <a:lnTo>
                    <a:pt x="2356" y="1931"/>
                  </a:lnTo>
                  <a:lnTo>
                    <a:pt x="2858" y="1545"/>
                  </a:lnTo>
                  <a:lnTo>
                    <a:pt x="3398" y="1197"/>
                  </a:lnTo>
                  <a:lnTo>
                    <a:pt x="3978" y="888"/>
                  </a:lnTo>
                  <a:lnTo>
                    <a:pt x="4595" y="657"/>
                  </a:lnTo>
                  <a:lnTo>
                    <a:pt x="5252" y="502"/>
                  </a:lnTo>
                  <a:lnTo>
                    <a:pt x="5908" y="425"/>
                  </a:lnTo>
                  <a:lnTo>
                    <a:pt x="6565" y="386"/>
                  </a:lnTo>
                  <a:lnTo>
                    <a:pt x="7221" y="463"/>
                  </a:lnTo>
                  <a:lnTo>
                    <a:pt x="7839" y="618"/>
                  </a:lnTo>
                  <a:lnTo>
                    <a:pt x="8457" y="811"/>
                  </a:lnTo>
                  <a:lnTo>
                    <a:pt x="9075" y="1120"/>
                  </a:lnTo>
                  <a:lnTo>
                    <a:pt x="9422" y="1313"/>
                  </a:lnTo>
                  <a:lnTo>
                    <a:pt x="9731" y="1506"/>
                  </a:lnTo>
                  <a:lnTo>
                    <a:pt x="10002" y="1738"/>
                  </a:lnTo>
                  <a:lnTo>
                    <a:pt x="10272" y="1969"/>
                  </a:lnTo>
                  <a:lnTo>
                    <a:pt x="10774" y="2471"/>
                  </a:lnTo>
                  <a:lnTo>
                    <a:pt x="11199" y="3051"/>
                  </a:lnTo>
                  <a:lnTo>
                    <a:pt x="11546" y="3630"/>
                  </a:lnTo>
                  <a:lnTo>
                    <a:pt x="11855" y="4286"/>
                  </a:lnTo>
                  <a:lnTo>
                    <a:pt x="12164" y="4943"/>
                  </a:lnTo>
                  <a:lnTo>
                    <a:pt x="12396" y="5638"/>
                  </a:lnTo>
                  <a:lnTo>
                    <a:pt x="12627" y="6217"/>
                  </a:lnTo>
                  <a:lnTo>
                    <a:pt x="12859" y="6835"/>
                  </a:lnTo>
                  <a:lnTo>
                    <a:pt x="13129" y="7414"/>
                  </a:lnTo>
                  <a:lnTo>
                    <a:pt x="13438" y="7993"/>
                  </a:lnTo>
                  <a:lnTo>
                    <a:pt x="13786" y="8495"/>
                  </a:lnTo>
                  <a:lnTo>
                    <a:pt x="14211" y="8959"/>
                  </a:lnTo>
                  <a:lnTo>
                    <a:pt x="14442" y="9190"/>
                  </a:lnTo>
                  <a:lnTo>
                    <a:pt x="14713" y="9383"/>
                  </a:lnTo>
                  <a:lnTo>
                    <a:pt x="14983" y="9538"/>
                  </a:lnTo>
                  <a:lnTo>
                    <a:pt x="15253" y="9692"/>
                  </a:lnTo>
                  <a:lnTo>
                    <a:pt x="15717" y="9847"/>
                  </a:lnTo>
                  <a:lnTo>
                    <a:pt x="16219" y="9924"/>
                  </a:lnTo>
                  <a:lnTo>
                    <a:pt x="16682" y="9885"/>
                  </a:lnTo>
                  <a:lnTo>
                    <a:pt x="17145" y="9808"/>
                  </a:lnTo>
                  <a:lnTo>
                    <a:pt x="17609" y="9654"/>
                  </a:lnTo>
                  <a:lnTo>
                    <a:pt x="17802" y="9538"/>
                  </a:lnTo>
                  <a:lnTo>
                    <a:pt x="17995" y="9383"/>
                  </a:lnTo>
                  <a:lnTo>
                    <a:pt x="18188" y="9229"/>
                  </a:lnTo>
                  <a:lnTo>
                    <a:pt x="18342" y="9075"/>
                  </a:lnTo>
                  <a:lnTo>
                    <a:pt x="18497" y="8881"/>
                  </a:lnTo>
                  <a:lnTo>
                    <a:pt x="18613" y="8650"/>
                  </a:lnTo>
                  <a:lnTo>
                    <a:pt x="18651" y="8573"/>
                  </a:lnTo>
                  <a:lnTo>
                    <a:pt x="18613" y="8457"/>
                  </a:lnTo>
                  <a:lnTo>
                    <a:pt x="18651" y="8418"/>
                  </a:lnTo>
                  <a:lnTo>
                    <a:pt x="18613" y="8341"/>
                  </a:lnTo>
                  <a:lnTo>
                    <a:pt x="18304" y="8380"/>
                  </a:lnTo>
                  <a:lnTo>
                    <a:pt x="18265" y="8418"/>
                  </a:lnTo>
                  <a:lnTo>
                    <a:pt x="18033" y="8766"/>
                  </a:lnTo>
                  <a:lnTo>
                    <a:pt x="17802" y="8997"/>
                  </a:lnTo>
                  <a:lnTo>
                    <a:pt x="17493" y="9229"/>
                  </a:lnTo>
                  <a:lnTo>
                    <a:pt x="17184" y="9345"/>
                  </a:lnTo>
                  <a:lnTo>
                    <a:pt x="16798" y="9461"/>
                  </a:lnTo>
                  <a:lnTo>
                    <a:pt x="16064" y="9461"/>
                  </a:lnTo>
                  <a:lnTo>
                    <a:pt x="15717" y="9383"/>
                  </a:lnTo>
                  <a:lnTo>
                    <a:pt x="15330" y="9229"/>
                  </a:lnTo>
                  <a:lnTo>
                    <a:pt x="15021" y="9036"/>
                  </a:lnTo>
                  <a:lnTo>
                    <a:pt x="14674" y="8766"/>
                  </a:lnTo>
                  <a:lnTo>
                    <a:pt x="14404" y="8495"/>
                  </a:lnTo>
                  <a:lnTo>
                    <a:pt x="14133" y="8186"/>
                  </a:lnTo>
                  <a:lnTo>
                    <a:pt x="13902" y="7878"/>
                  </a:lnTo>
                  <a:lnTo>
                    <a:pt x="13709" y="7530"/>
                  </a:lnTo>
                  <a:lnTo>
                    <a:pt x="13515" y="7182"/>
                  </a:lnTo>
                  <a:lnTo>
                    <a:pt x="13207" y="6526"/>
                  </a:lnTo>
                  <a:lnTo>
                    <a:pt x="12936" y="5870"/>
                  </a:lnTo>
                  <a:lnTo>
                    <a:pt x="12434" y="4518"/>
                  </a:lnTo>
                  <a:lnTo>
                    <a:pt x="12164" y="3862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317"/>
                  </a:lnTo>
                  <a:lnTo>
                    <a:pt x="11005" y="2047"/>
                  </a:lnTo>
                  <a:lnTo>
                    <a:pt x="10542" y="1583"/>
                  </a:lnTo>
                  <a:lnTo>
                    <a:pt x="10040" y="1197"/>
                  </a:lnTo>
                  <a:lnTo>
                    <a:pt x="9538" y="888"/>
                  </a:lnTo>
                  <a:lnTo>
                    <a:pt x="9036" y="579"/>
                  </a:lnTo>
                  <a:lnTo>
                    <a:pt x="8457" y="386"/>
                  </a:lnTo>
                  <a:lnTo>
                    <a:pt x="7916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5"/>
            <p:cNvSpPr/>
            <p:nvPr/>
          </p:nvSpPr>
          <p:spPr>
            <a:xfrm>
              <a:off x="3343725" y="3024000"/>
              <a:ext cx="482700" cy="227850"/>
            </a:xfrm>
            <a:custGeom>
              <a:avLst/>
              <a:gdLst/>
              <a:ahLst/>
              <a:cxnLst/>
              <a:rect l="l" t="t" r="r" b="b"/>
              <a:pathLst>
                <a:path w="19308" h="9114" extrusionOk="0">
                  <a:moveTo>
                    <a:pt x="77" y="1"/>
                  </a:moveTo>
                  <a:lnTo>
                    <a:pt x="0" y="618"/>
                  </a:lnTo>
                  <a:lnTo>
                    <a:pt x="0" y="1236"/>
                  </a:lnTo>
                  <a:lnTo>
                    <a:pt x="39" y="1854"/>
                  </a:lnTo>
                  <a:lnTo>
                    <a:pt x="154" y="2472"/>
                  </a:lnTo>
                  <a:lnTo>
                    <a:pt x="309" y="3090"/>
                  </a:lnTo>
                  <a:lnTo>
                    <a:pt x="502" y="3669"/>
                  </a:lnTo>
                  <a:lnTo>
                    <a:pt x="772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69" y="5947"/>
                  </a:lnTo>
                  <a:lnTo>
                    <a:pt x="2433" y="6449"/>
                  </a:lnTo>
                  <a:lnTo>
                    <a:pt x="2935" y="6913"/>
                  </a:lnTo>
                  <a:lnTo>
                    <a:pt x="3514" y="7299"/>
                  </a:lnTo>
                  <a:lnTo>
                    <a:pt x="4093" y="7646"/>
                  </a:lnTo>
                  <a:lnTo>
                    <a:pt x="4672" y="7994"/>
                  </a:lnTo>
                  <a:lnTo>
                    <a:pt x="5329" y="8264"/>
                  </a:lnTo>
                  <a:lnTo>
                    <a:pt x="5947" y="8496"/>
                  </a:lnTo>
                  <a:lnTo>
                    <a:pt x="6642" y="8689"/>
                  </a:lnTo>
                  <a:lnTo>
                    <a:pt x="7298" y="8843"/>
                  </a:lnTo>
                  <a:lnTo>
                    <a:pt x="7993" y="8998"/>
                  </a:lnTo>
                  <a:lnTo>
                    <a:pt x="8688" y="9075"/>
                  </a:lnTo>
                  <a:lnTo>
                    <a:pt x="9383" y="9114"/>
                  </a:lnTo>
                  <a:lnTo>
                    <a:pt x="10079" y="9114"/>
                  </a:lnTo>
                  <a:lnTo>
                    <a:pt x="10735" y="9075"/>
                  </a:lnTo>
                  <a:lnTo>
                    <a:pt x="11391" y="9036"/>
                  </a:lnTo>
                  <a:lnTo>
                    <a:pt x="12048" y="8921"/>
                  </a:lnTo>
                  <a:lnTo>
                    <a:pt x="12704" y="8805"/>
                  </a:lnTo>
                  <a:lnTo>
                    <a:pt x="13361" y="8612"/>
                  </a:lnTo>
                  <a:lnTo>
                    <a:pt x="14017" y="8419"/>
                  </a:lnTo>
                  <a:lnTo>
                    <a:pt x="14635" y="8187"/>
                  </a:lnTo>
                  <a:lnTo>
                    <a:pt x="15253" y="7917"/>
                  </a:lnTo>
                  <a:lnTo>
                    <a:pt x="15871" y="7569"/>
                  </a:lnTo>
                  <a:lnTo>
                    <a:pt x="16411" y="7222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28" y="4905"/>
                  </a:lnTo>
                  <a:lnTo>
                    <a:pt x="19076" y="4325"/>
                  </a:lnTo>
                  <a:lnTo>
                    <a:pt x="19307" y="3708"/>
                  </a:lnTo>
                  <a:lnTo>
                    <a:pt x="19114" y="3669"/>
                  </a:lnTo>
                  <a:lnTo>
                    <a:pt x="18767" y="4171"/>
                  </a:lnTo>
                  <a:lnTo>
                    <a:pt x="18381" y="4673"/>
                  </a:lnTo>
                  <a:lnTo>
                    <a:pt x="17995" y="5136"/>
                  </a:lnTo>
                  <a:lnTo>
                    <a:pt x="17608" y="5561"/>
                  </a:lnTo>
                  <a:lnTo>
                    <a:pt x="17145" y="5986"/>
                  </a:lnTo>
                  <a:lnTo>
                    <a:pt x="16720" y="6372"/>
                  </a:lnTo>
                  <a:lnTo>
                    <a:pt x="16218" y="6720"/>
                  </a:lnTo>
                  <a:lnTo>
                    <a:pt x="15716" y="7028"/>
                  </a:lnTo>
                  <a:lnTo>
                    <a:pt x="15214" y="7337"/>
                  </a:lnTo>
                  <a:lnTo>
                    <a:pt x="14674" y="7608"/>
                  </a:lnTo>
                  <a:lnTo>
                    <a:pt x="14133" y="7839"/>
                  </a:lnTo>
                  <a:lnTo>
                    <a:pt x="13554" y="8032"/>
                  </a:lnTo>
                  <a:lnTo>
                    <a:pt x="12975" y="8225"/>
                  </a:lnTo>
                  <a:lnTo>
                    <a:pt x="12395" y="8380"/>
                  </a:lnTo>
                  <a:lnTo>
                    <a:pt x="11816" y="8496"/>
                  </a:lnTo>
                  <a:lnTo>
                    <a:pt x="11198" y="8573"/>
                  </a:lnTo>
                  <a:lnTo>
                    <a:pt x="10503" y="8612"/>
                  </a:lnTo>
                  <a:lnTo>
                    <a:pt x="9808" y="8650"/>
                  </a:lnTo>
                  <a:lnTo>
                    <a:pt x="9075" y="8612"/>
                  </a:lnTo>
                  <a:lnTo>
                    <a:pt x="8379" y="8573"/>
                  </a:lnTo>
                  <a:lnTo>
                    <a:pt x="7684" y="8457"/>
                  </a:lnTo>
                  <a:lnTo>
                    <a:pt x="6989" y="8303"/>
                  </a:lnTo>
                  <a:lnTo>
                    <a:pt x="6294" y="8110"/>
                  </a:lnTo>
                  <a:lnTo>
                    <a:pt x="5638" y="7878"/>
                  </a:lnTo>
                  <a:lnTo>
                    <a:pt x="4981" y="7608"/>
                  </a:lnTo>
                  <a:lnTo>
                    <a:pt x="4364" y="7299"/>
                  </a:lnTo>
                  <a:lnTo>
                    <a:pt x="3784" y="6951"/>
                  </a:lnTo>
                  <a:lnTo>
                    <a:pt x="3205" y="6526"/>
                  </a:lnTo>
                  <a:lnTo>
                    <a:pt x="2664" y="6063"/>
                  </a:lnTo>
                  <a:lnTo>
                    <a:pt x="2201" y="5561"/>
                  </a:lnTo>
                  <a:lnTo>
                    <a:pt x="1738" y="5020"/>
                  </a:lnTo>
                  <a:lnTo>
                    <a:pt x="1352" y="4403"/>
                  </a:lnTo>
                  <a:lnTo>
                    <a:pt x="1081" y="3901"/>
                  </a:lnTo>
                  <a:lnTo>
                    <a:pt x="850" y="3399"/>
                  </a:lnTo>
                  <a:lnTo>
                    <a:pt x="656" y="2858"/>
                  </a:lnTo>
                  <a:lnTo>
                    <a:pt x="502" y="2317"/>
                  </a:lnTo>
                  <a:lnTo>
                    <a:pt x="425" y="1777"/>
                  </a:lnTo>
                  <a:lnTo>
                    <a:pt x="348" y="1198"/>
                  </a:lnTo>
                  <a:lnTo>
                    <a:pt x="386" y="618"/>
                  </a:lnTo>
                  <a:lnTo>
                    <a:pt x="425" y="78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5"/>
            <p:cNvSpPr/>
            <p:nvPr/>
          </p:nvSpPr>
          <p:spPr>
            <a:xfrm>
              <a:off x="2291450" y="1821150"/>
              <a:ext cx="200825" cy="230750"/>
            </a:xfrm>
            <a:custGeom>
              <a:avLst/>
              <a:gdLst/>
              <a:ahLst/>
              <a:cxnLst/>
              <a:rect l="l" t="t" r="r" b="b"/>
              <a:pathLst>
                <a:path w="8033" h="9230" extrusionOk="0">
                  <a:moveTo>
                    <a:pt x="2047" y="1"/>
                  </a:moveTo>
                  <a:lnTo>
                    <a:pt x="1893" y="78"/>
                  </a:lnTo>
                  <a:lnTo>
                    <a:pt x="1738" y="155"/>
                  </a:lnTo>
                  <a:lnTo>
                    <a:pt x="1430" y="425"/>
                  </a:lnTo>
                  <a:lnTo>
                    <a:pt x="1198" y="734"/>
                  </a:lnTo>
                  <a:lnTo>
                    <a:pt x="966" y="1005"/>
                  </a:lnTo>
                  <a:lnTo>
                    <a:pt x="735" y="1352"/>
                  </a:lnTo>
                  <a:lnTo>
                    <a:pt x="503" y="1738"/>
                  </a:lnTo>
                  <a:lnTo>
                    <a:pt x="348" y="2124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39" y="3476"/>
                  </a:lnTo>
                  <a:lnTo>
                    <a:pt x="1" y="3939"/>
                  </a:lnTo>
                  <a:lnTo>
                    <a:pt x="78" y="4441"/>
                  </a:lnTo>
                  <a:lnTo>
                    <a:pt x="155" y="4905"/>
                  </a:lnTo>
                  <a:lnTo>
                    <a:pt x="271" y="5329"/>
                  </a:lnTo>
                  <a:lnTo>
                    <a:pt x="464" y="5793"/>
                  </a:lnTo>
                  <a:lnTo>
                    <a:pt x="696" y="6179"/>
                  </a:lnTo>
                  <a:lnTo>
                    <a:pt x="1043" y="6179"/>
                  </a:lnTo>
                  <a:lnTo>
                    <a:pt x="889" y="5831"/>
                  </a:lnTo>
                  <a:lnTo>
                    <a:pt x="735" y="5484"/>
                  </a:lnTo>
                  <a:lnTo>
                    <a:pt x="657" y="5136"/>
                  </a:lnTo>
                  <a:lnTo>
                    <a:pt x="541" y="4789"/>
                  </a:lnTo>
                  <a:lnTo>
                    <a:pt x="503" y="4403"/>
                  </a:lnTo>
                  <a:lnTo>
                    <a:pt x="464" y="4055"/>
                  </a:lnTo>
                  <a:lnTo>
                    <a:pt x="464" y="3669"/>
                  </a:lnTo>
                  <a:lnTo>
                    <a:pt x="464" y="3321"/>
                  </a:lnTo>
                  <a:lnTo>
                    <a:pt x="541" y="2974"/>
                  </a:lnTo>
                  <a:lnTo>
                    <a:pt x="619" y="2626"/>
                  </a:lnTo>
                  <a:lnTo>
                    <a:pt x="735" y="2279"/>
                  </a:lnTo>
                  <a:lnTo>
                    <a:pt x="850" y="1931"/>
                  </a:lnTo>
                  <a:lnTo>
                    <a:pt x="1043" y="1622"/>
                  </a:lnTo>
                  <a:lnTo>
                    <a:pt x="1236" y="1313"/>
                  </a:lnTo>
                  <a:lnTo>
                    <a:pt x="1468" y="1005"/>
                  </a:lnTo>
                  <a:lnTo>
                    <a:pt x="1777" y="734"/>
                  </a:lnTo>
                  <a:lnTo>
                    <a:pt x="1970" y="580"/>
                  </a:lnTo>
                  <a:lnTo>
                    <a:pt x="2086" y="503"/>
                  </a:lnTo>
                  <a:lnTo>
                    <a:pt x="2202" y="464"/>
                  </a:lnTo>
                  <a:lnTo>
                    <a:pt x="2318" y="580"/>
                  </a:lnTo>
                  <a:lnTo>
                    <a:pt x="2434" y="811"/>
                  </a:lnTo>
                  <a:lnTo>
                    <a:pt x="2588" y="1198"/>
                  </a:lnTo>
                  <a:lnTo>
                    <a:pt x="2742" y="1584"/>
                  </a:lnTo>
                  <a:lnTo>
                    <a:pt x="2858" y="1931"/>
                  </a:lnTo>
                  <a:lnTo>
                    <a:pt x="2974" y="2317"/>
                  </a:lnTo>
                  <a:lnTo>
                    <a:pt x="3051" y="2704"/>
                  </a:lnTo>
                  <a:lnTo>
                    <a:pt x="3090" y="3090"/>
                  </a:lnTo>
                  <a:lnTo>
                    <a:pt x="3090" y="3437"/>
                  </a:lnTo>
                  <a:lnTo>
                    <a:pt x="3051" y="3785"/>
                  </a:lnTo>
                  <a:lnTo>
                    <a:pt x="3013" y="4132"/>
                  </a:lnTo>
                  <a:lnTo>
                    <a:pt x="2897" y="4480"/>
                  </a:lnTo>
                  <a:lnTo>
                    <a:pt x="2781" y="4789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22"/>
                  </a:lnTo>
                  <a:lnTo>
                    <a:pt x="2395" y="5638"/>
                  </a:lnTo>
                  <a:lnTo>
                    <a:pt x="2356" y="5716"/>
                  </a:lnTo>
                  <a:lnTo>
                    <a:pt x="2356" y="5754"/>
                  </a:lnTo>
                  <a:lnTo>
                    <a:pt x="2395" y="5793"/>
                  </a:lnTo>
                  <a:lnTo>
                    <a:pt x="2472" y="5793"/>
                  </a:lnTo>
                  <a:lnTo>
                    <a:pt x="2627" y="5716"/>
                  </a:lnTo>
                  <a:lnTo>
                    <a:pt x="2820" y="5677"/>
                  </a:lnTo>
                  <a:lnTo>
                    <a:pt x="3206" y="5677"/>
                  </a:lnTo>
                  <a:lnTo>
                    <a:pt x="3631" y="5716"/>
                  </a:lnTo>
                  <a:lnTo>
                    <a:pt x="4055" y="5793"/>
                  </a:lnTo>
                  <a:lnTo>
                    <a:pt x="4442" y="5947"/>
                  </a:lnTo>
                  <a:lnTo>
                    <a:pt x="4866" y="6102"/>
                  </a:lnTo>
                  <a:lnTo>
                    <a:pt x="5214" y="6256"/>
                  </a:lnTo>
                  <a:lnTo>
                    <a:pt x="5523" y="6449"/>
                  </a:lnTo>
                  <a:lnTo>
                    <a:pt x="5832" y="6642"/>
                  </a:lnTo>
                  <a:lnTo>
                    <a:pt x="6141" y="6835"/>
                  </a:lnTo>
                  <a:lnTo>
                    <a:pt x="6411" y="7067"/>
                  </a:lnTo>
                  <a:lnTo>
                    <a:pt x="6681" y="7337"/>
                  </a:lnTo>
                  <a:lnTo>
                    <a:pt x="6913" y="7608"/>
                  </a:lnTo>
                  <a:lnTo>
                    <a:pt x="7145" y="7878"/>
                  </a:lnTo>
                  <a:lnTo>
                    <a:pt x="7338" y="8187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95" y="8766"/>
                  </a:lnTo>
                  <a:lnTo>
                    <a:pt x="5870" y="8805"/>
                  </a:lnTo>
                  <a:lnTo>
                    <a:pt x="5484" y="8805"/>
                  </a:lnTo>
                  <a:lnTo>
                    <a:pt x="5059" y="8727"/>
                  </a:lnTo>
                  <a:lnTo>
                    <a:pt x="4673" y="8612"/>
                  </a:lnTo>
                  <a:lnTo>
                    <a:pt x="4248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72" y="7106"/>
                  </a:lnTo>
                  <a:lnTo>
                    <a:pt x="1932" y="6565"/>
                  </a:lnTo>
                  <a:lnTo>
                    <a:pt x="1854" y="6526"/>
                  </a:lnTo>
                  <a:lnTo>
                    <a:pt x="1816" y="6488"/>
                  </a:lnTo>
                  <a:lnTo>
                    <a:pt x="1661" y="6526"/>
                  </a:lnTo>
                  <a:lnTo>
                    <a:pt x="1623" y="6526"/>
                  </a:lnTo>
                  <a:lnTo>
                    <a:pt x="1584" y="6565"/>
                  </a:lnTo>
                  <a:lnTo>
                    <a:pt x="1430" y="6835"/>
                  </a:lnTo>
                  <a:lnTo>
                    <a:pt x="1661" y="6874"/>
                  </a:lnTo>
                  <a:lnTo>
                    <a:pt x="2279" y="7492"/>
                  </a:lnTo>
                  <a:lnTo>
                    <a:pt x="2897" y="8071"/>
                  </a:lnTo>
                  <a:lnTo>
                    <a:pt x="3244" y="8341"/>
                  </a:lnTo>
                  <a:lnTo>
                    <a:pt x="3631" y="8573"/>
                  </a:lnTo>
                  <a:lnTo>
                    <a:pt x="3978" y="8766"/>
                  </a:lnTo>
                  <a:lnTo>
                    <a:pt x="4364" y="8959"/>
                  </a:lnTo>
                  <a:lnTo>
                    <a:pt x="4828" y="9114"/>
                  </a:lnTo>
                  <a:lnTo>
                    <a:pt x="5252" y="9191"/>
                  </a:lnTo>
                  <a:lnTo>
                    <a:pt x="5677" y="9229"/>
                  </a:lnTo>
                  <a:lnTo>
                    <a:pt x="6141" y="9229"/>
                  </a:lnTo>
                  <a:lnTo>
                    <a:pt x="6565" y="9152"/>
                  </a:lnTo>
                  <a:lnTo>
                    <a:pt x="6990" y="9075"/>
                  </a:lnTo>
                  <a:lnTo>
                    <a:pt x="7878" y="8843"/>
                  </a:lnTo>
                  <a:lnTo>
                    <a:pt x="7955" y="8805"/>
                  </a:lnTo>
                  <a:lnTo>
                    <a:pt x="7994" y="8727"/>
                  </a:lnTo>
                  <a:lnTo>
                    <a:pt x="8033" y="8650"/>
                  </a:lnTo>
                  <a:lnTo>
                    <a:pt x="7994" y="8534"/>
                  </a:lnTo>
                  <a:lnTo>
                    <a:pt x="7762" y="8110"/>
                  </a:lnTo>
                  <a:lnTo>
                    <a:pt x="7492" y="7685"/>
                  </a:lnTo>
                  <a:lnTo>
                    <a:pt x="7222" y="7299"/>
                  </a:lnTo>
                  <a:lnTo>
                    <a:pt x="6874" y="6913"/>
                  </a:lnTo>
                  <a:lnTo>
                    <a:pt x="6527" y="6604"/>
                  </a:lnTo>
                  <a:lnTo>
                    <a:pt x="6141" y="6295"/>
                  </a:lnTo>
                  <a:lnTo>
                    <a:pt x="5716" y="6024"/>
                  </a:lnTo>
                  <a:lnTo>
                    <a:pt x="5252" y="5793"/>
                  </a:lnTo>
                  <a:lnTo>
                    <a:pt x="4828" y="5638"/>
                  </a:lnTo>
                  <a:lnTo>
                    <a:pt x="4248" y="5445"/>
                  </a:lnTo>
                  <a:lnTo>
                    <a:pt x="3940" y="5368"/>
                  </a:lnTo>
                  <a:lnTo>
                    <a:pt x="3592" y="5291"/>
                  </a:lnTo>
                  <a:lnTo>
                    <a:pt x="3013" y="5291"/>
                  </a:lnTo>
                  <a:lnTo>
                    <a:pt x="3167" y="4982"/>
                  </a:lnTo>
                  <a:lnTo>
                    <a:pt x="3322" y="4634"/>
                  </a:lnTo>
                  <a:lnTo>
                    <a:pt x="3399" y="4287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06"/>
                  </a:lnTo>
                  <a:lnTo>
                    <a:pt x="3515" y="2858"/>
                  </a:lnTo>
                  <a:lnTo>
                    <a:pt x="3438" y="2472"/>
                  </a:lnTo>
                  <a:lnTo>
                    <a:pt x="3322" y="1970"/>
                  </a:lnTo>
                  <a:lnTo>
                    <a:pt x="3167" y="1468"/>
                  </a:lnTo>
                  <a:lnTo>
                    <a:pt x="2936" y="966"/>
                  </a:lnTo>
                  <a:lnTo>
                    <a:pt x="2704" y="503"/>
                  </a:lnTo>
                  <a:lnTo>
                    <a:pt x="2588" y="271"/>
                  </a:lnTo>
                  <a:lnTo>
                    <a:pt x="2472" y="116"/>
                  </a:lnTo>
                  <a:lnTo>
                    <a:pt x="2356" y="39"/>
                  </a:lnTo>
                  <a:lnTo>
                    <a:pt x="227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5"/>
            <p:cNvSpPr/>
            <p:nvPr/>
          </p:nvSpPr>
          <p:spPr>
            <a:xfrm>
              <a:off x="1994125" y="1698550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313" y="387"/>
                  </a:moveTo>
                  <a:lnTo>
                    <a:pt x="1506" y="464"/>
                  </a:lnTo>
                  <a:lnTo>
                    <a:pt x="1661" y="580"/>
                  </a:lnTo>
                  <a:lnTo>
                    <a:pt x="1777" y="734"/>
                  </a:lnTo>
                  <a:lnTo>
                    <a:pt x="1777" y="889"/>
                  </a:lnTo>
                  <a:lnTo>
                    <a:pt x="1777" y="927"/>
                  </a:lnTo>
                  <a:lnTo>
                    <a:pt x="1738" y="1004"/>
                  </a:lnTo>
                  <a:lnTo>
                    <a:pt x="1661" y="1043"/>
                  </a:lnTo>
                  <a:lnTo>
                    <a:pt x="1584" y="1082"/>
                  </a:lnTo>
                  <a:lnTo>
                    <a:pt x="1275" y="1120"/>
                  </a:lnTo>
                  <a:lnTo>
                    <a:pt x="927" y="1120"/>
                  </a:lnTo>
                  <a:lnTo>
                    <a:pt x="618" y="1159"/>
                  </a:lnTo>
                  <a:lnTo>
                    <a:pt x="464" y="1198"/>
                  </a:lnTo>
                  <a:lnTo>
                    <a:pt x="348" y="1275"/>
                  </a:lnTo>
                  <a:lnTo>
                    <a:pt x="348" y="1120"/>
                  </a:lnTo>
                  <a:lnTo>
                    <a:pt x="348" y="1004"/>
                  </a:lnTo>
                  <a:lnTo>
                    <a:pt x="387" y="850"/>
                  </a:lnTo>
                  <a:lnTo>
                    <a:pt x="464" y="734"/>
                  </a:lnTo>
                  <a:lnTo>
                    <a:pt x="580" y="618"/>
                  </a:lnTo>
                  <a:lnTo>
                    <a:pt x="657" y="502"/>
                  </a:lnTo>
                  <a:lnTo>
                    <a:pt x="811" y="425"/>
                  </a:lnTo>
                  <a:lnTo>
                    <a:pt x="966" y="387"/>
                  </a:lnTo>
                  <a:close/>
                  <a:moveTo>
                    <a:pt x="1004" y="0"/>
                  </a:moveTo>
                  <a:lnTo>
                    <a:pt x="811" y="39"/>
                  </a:lnTo>
                  <a:lnTo>
                    <a:pt x="618" y="116"/>
                  </a:lnTo>
                  <a:lnTo>
                    <a:pt x="425" y="232"/>
                  </a:lnTo>
                  <a:lnTo>
                    <a:pt x="271" y="348"/>
                  </a:lnTo>
                  <a:lnTo>
                    <a:pt x="155" y="502"/>
                  </a:lnTo>
                  <a:lnTo>
                    <a:pt x="78" y="696"/>
                  </a:lnTo>
                  <a:lnTo>
                    <a:pt x="39" y="889"/>
                  </a:lnTo>
                  <a:lnTo>
                    <a:pt x="0" y="1082"/>
                  </a:lnTo>
                  <a:lnTo>
                    <a:pt x="0" y="1275"/>
                  </a:lnTo>
                  <a:lnTo>
                    <a:pt x="39" y="1429"/>
                  </a:lnTo>
                  <a:lnTo>
                    <a:pt x="116" y="1622"/>
                  </a:lnTo>
                  <a:lnTo>
                    <a:pt x="155" y="1738"/>
                  </a:lnTo>
                  <a:lnTo>
                    <a:pt x="232" y="1777"/>
                  </a:lnTo>
                  <a:lnTo>
                    <a:pt x="348" y="1815"/>
                  </a:lnTo>
                  <a:lnTo>
                    <a:pt x="425" y="1738"/>
                  </a:lnTo>
                  <a:lnTo>
                    <a:pt x="580" y="1622"/>
                  </a:lnTo>
                  <a:lnTo>
                    <a:pt x="696" y="1545"/>
                  </a:lnTo>
                  <a:lnTo>
                    <a:pt x="889" y="1506"/>
                  </a:lnTo>
                  <a:lnTo>
                    <a:pt x="1429" y="1506"/>
                  </a:lnTo>
                  <a:lnTo>
                    <a:pt x="1584" y="1468"/>
                  </a:lnTo>
                  <a:lnTo>
                    <a:pt x="1777" y="1429"/>
                  </a:lnTo>
                  <a:lnTo>
                    <a:pt x="1931" y="1352"/>
                  </a:lnTo>
                  <a:lnTo>
                    <a:pt x="2047" y="1236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8"/>
                  </a:lnTo>
                  <a:lnTo>
                    <a:pt x="2086" y="464"/>
                  </a:lnTo>
                  <a:lnTo>
                    <a:pt x="1970" y="309"/>
                  </a:lnTo>
                  <a:lnTo>
                    <a:pt x="1815" y="194"/>
                  </a:lnTo>
                  <a:lnTo>
                    <a:pt x="1622" y="78"/>
                  </a:lnTo>
                  <a:lnTo>
                    <a:pt x="142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5"/>
            <p:cNvSpPr/>
            <p:nvPr/>
          </p:nvSpPr>
          <p:spPr>
            <a:xfrm>
              <a:off x="1935225" y="1910925"/>
              <a:ext cx="35750" cy="29000"/>
            </a:xfrm>
            <a:custGeom>
              <a:avLst/>
              <a:gdLst/>
              <a:ahLst/>
              <a:cxnLst/>
              <a:rect l="l" t="t" r="r" b="b"/>
              <a:pathLst>
                <a:path w="1430" h="1160" extrusionOk="0">
                  <a:moveTo>
                    <a:pt x="503" y="1"/>
                  </a:moveTo>
                  <a:lnTo>
                    <a:pt x="310" y="117"/>
                  </a:lnTo>
                  <a:lnTo>
                    <a:pt x="194" y="232"/>
                  </a:lnTo>
                  <a:lnTo>
                    <a:pt x="78" y="387"/>
                  </a:lnTo>
                  <a:lnTo>
                    <a:pt x="40" y="541"/>
                  </a:lnTo>
                  <a:lnTo>
                    <a:pt x="1" y="734"/>
                  </a:lnTo>
                  <a:lnTo>
                    <a:pt x="40" y="927"/>
                  </a:lnTo>
                  <a:lnTo>
                    <a:pt x="117" y="1082"/>
                  </a:lnTo>
                  <a:lnTo>
                    <a:pt x="194" y="1159"/>
                  </a:lnTo>
                  <a:lnTo>
                    <a:pt x="348" y="1159"/>
                  </a:lnTo>
                  <a:lnTo>
                    <a:pt x="426" y="1043"/>
                  </a:lnTo>
                  <a:lnTo>
                    <a:pt x="426" y="1005"/>
                  </a:lnTo>
                  <a:lnTo>
                    <a:pt x="387" y="927"/>
                  </a:lnTo>
                  <a:lnTo>
                    <a:pt x="387" y="850"/>
                  </a:lnTo>
                  <a:lnTo>
                    <a:pt x="348" y="773"/>
                  </a:lnTo>
                  <a:lnTo>
                    <a:pt x="426" y="580"/>
                  </a:lnTo>
                  <a:lnTo>
                    <a:pt x="542" y="425"/>
                  </a:lnTo>
                  <a:lnTo>
                    <a:pt x="619" y="387"/>
                  </a:lnTo>
                  <a:lnTo>
                    <a:pt x="773" y="387"/>
                  </a:lnTo>
                  <a:lnTo>
                    <a:pt x="850" y="425"/>
                  </a:lnTo>
                  <a:lnTo>
                    <a:pt x="966" y="580"/>
                  </a:lnTo>
                  <a:lnTo>
                    <a:pt x="1005" y="657"/>
                  </a:lnTo>
                  <a:lnTo>
                    <a:pt x="1005" y="734"/>
                  </a:lnTo>
                  <a:lnTo>
                    <a:pt x="966" y="927"/>
                  </a:lnTo>
                  <a:lnTo>
                    <a:pt x="966" y="1005"/>
                  </a:lnTo>
                  <a:lnTo>
                    <a:pt x="966" y="1082"/>
                  </a:lnTo>
                  <a:lnTo>
                    <a:pt x="1005" y="1121"/>
                  </a:lnTo>
                  <a:lnTo>
                    <a:pt x="1082" y="1159"/>
                  </a:lnTo>
                  <a:lnTo>
                    <a:pt x="1198" y="1159"/>
                  </a:lnTo>
                  <a:lnTo>
                    <a:pt x="1275" y="1121"/>
                  </a:lnTo>
                  <a:lnTo>
                    <a:pt x="1314" y="1082"/>
                  </a:lnTo>
                  <a:lnTo>
                    <a:pt x="1391" y="889"/>
                  </a:lnTo>
                  <a:lnTo>
                    <a:pt x="1430" y="734"/>
                  </a:lnTo>
                  <a:lnTo>
                    <a:pt x="1391" y="541"/>
                  </a:lnTo>
                  <a:lnTo>
                    <a:pt x="1314" y="348"/>
                  </a:lnTo>
                  <a:lnTo>
                    <a:pt x="1198" y="194"/>
                  </a:lnTo>
                  <a:lnTo>
                    <a:pt x="1044" y="78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5"/>
            <p:cNvSpPr/>
            <p:nvPr/>
          </p:nvSpPr>
          <p:spPr>
            <a:xfrm>
              <a:off x="1926550" y="1629050"/>
              <a:ext cx="67600" cy="76275"/>
            </a:xfrm>
            <a:custGeom>
              <a:avLst/>
              <a:gdLst/>
              <a:ahLst/>
              <a:cxnLst/>
              <a:rect l="l" t="t" r="r" b="b"/>
              <a:pathLst>
                <a:path w="2704" h="3051" extrusionOk="0">
                  <a:moveTo>
                    <a:pt x="1159" y="425"/>
                  </a:moveTo>
                  <a:lnTo>
                    <a:pt x="1429" y="502"/>
                  </a:lnTo>
                  <a:lnTo>
                    <a:pt x="1661" y="618"/>
                  </a:lnTo>
                  <a:lnTo>
                    <a:pt x="1854" y="773"/>
                  </a:lnTo>
                  <a:lnTo>
                    <a:pt x="2008" y="966"/>
                  </a:lnTo>
                  <a:lnTo>
                    <a:pt x="2124" y="1120"/>
                  </a:lnTo>
                  <a:lnTo>
                    <a:pt x="2201" y="1313"/>
                  </a:lnTo>
                  <a:lnTo>
                    <a:pt x="2317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1" y="2394"/>
                  </a:lnTo>
                  <a:lnTo>
                    <a:pt x="2047" y="2278"/>
                  </a:lnTo>
                  <a:lnTo>
                    <a:pt x="1622" y="2047"/>
                  </a:lnTo>
                  <a:lnTo>
                    <a:pt x="1236" y="1892"/>
                  </a:lnTo>
                  <a:lnTo>
                    <a:pt x="1004" y="1776"/>
                  </a:lnTo>
                  <a:lnTo>
                    <a:pt x="811" y="1661"/>
                  </a:lnTo>
                  <a:lnTo>
                    <a:pt x="618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1"/>
                  </a:lnTo>
                  <a:lnTo>
                    <a:pt x="541" y="657"/>
                  </a:lnTo>
                  <a:lnTo>
                    <a:pt x="618" y="579"/>
                  </a:lnTo>
                  <a:lnTo>
                    <a:pt x="695" y="502"/>
                  </a:lnTo>
                  <a:lnTo>
                    <a:pt x="811" y="464"/>
                  </a:lnTo>
                  <a:lnTo>
                    <a:pt x="927" y="425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1"/>
                  </a:lnTo>
                  <a:lnTo>
                    <a:pt x="193" y="425"/>
                  </a:lnTo>
                  <a:lnTo>
                    <a:pt x="78" y="618"/>
                  </a:lnTo>
                  <a:lnTo>
                    <a:pt x="0" y="811"/>
                  </a:lnTo>
                  <a:lnTo>
                    <a:pt x="0" y="1004"/>
                  </a:lnTo>
                  <a:lnTo>
                    <a:pt x="0" y="1236"/>
                  </a:lnTo>
                  <a:lnTo>
                    <a:pt x="39" y="1429"/>
                  </a:lnTo>
                  <a:lnTo>
                    <a:pt x="155" y="1622"/>
                  </a:lnTo>
                  <a:lnTo>
                    <a:pt x="387" y="1854"/>
                  </a:lnTo>
                  <a:lnTo>
                    <a:pt x="618" y="2047"/>
                  </a:lnTo>
                  <a:lnTo>
                    <a:pt x="889" y="2201"/>
                  </a:lnTo>
                  <a:lnTo>
                    <a:pt x="1197" y="2317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8" y="2742"/>
                  </a:lnTo>
                  <a:lnTo>
                    <a:pt x="2201" y="2974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0" y="3012"/>
                  </a:lnTo>
                  <a:lnTo>
                    <a:pt x="2588" y="2974"/>
                  </a:lnTo>
                  <a:lnTo>
                    <a:pt x="2626" y="2896"/>
                  </a:lnTo>
                  <a:lnTo>
                    <a:pt x="2703" y="2317"/>
                  </a:lnTo>
                  <a:lnTo>
                    <a:pt x="2703" y="2008"/>
                  </a:lnTo>
                  <a:lnTo>
                    <a:pt x="2703" y="1699"/>
                  </a:lnTo>
                  <a:lnTo>
                    <a:pt x="2626" y="1429"/>
                  </a:lnTo>
                  <a:lnTo>
                    <a:pt x="2549" y="1120"/>
                  </a:lnTo>
                  <a:lnTo>
                    <a:pt x="2433" y="850"/>
                  </a:lnTo>
                  <a:lnTo>
                    <a:pt x="2279" y="579"/>
                  </a:lnTo>
                  <a:lnTo>
                    <a:pt x="2124" y="425"/>
                  </a:lnTo>
                  <a:lnTo>
                    <a:pt x="1931" y="271"/>
                  </a:lnTo>
                  <a:lnTo>
                    <a:pt x="1699" y="116"/>
                  </a:lnTo>
                  <a:lnTo>
                    <a:pt x="1506" y="39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5"/>
            <p:cNvSpPr/>
            <p:nvPr/>
          </p:nvSpPr>
          <p:spPr>
            <a:xfrm>
              <a:off x="1882150" y="1914800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0"/>
                  </a:moveTo>
                  <a:lnTo>
                    <a:pt x="425" y="39"/>
                  </a:lnTo>
                  <a:lnTo>
                    <a:pt x="232" y="116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1"/>
                  </a:lnTo>
                  <a:lnTo>
                    <a:pt x="77" y="966"/>
                  </a:lnTo>
                  <a:lnTo>
                    <a:pt x="232" y="1081"/>
                  </a:lnTo>
                  <a:lnTo>
                    <a:pt x="386" y="1197"/>
                  </a:lnTo>
                  <a:lnTo>
                    <a:pt x="463" y="1197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3" y="1004"/>
                  </a:lnTo>
                  <a:lnTo>
                    <a:pt x="386" y="927"/>
                  </a:lnTo>
                  <a:lnTo>
                    <a:pt x="348" y="811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6" y="502"/>
                  </a:lnTo>
                  <a:lnTo>
                    <a:pt x="463" y="464"/>
                  </a:lnTo>
                  <a:lnTo>
                    <a:pt x="541" y="386"/>
                  </a:lnTo>
                  <a:lnTo>
                    <a:pt x="772" y="386"/>
                  </a:lnTo>
                  <a:lnTo>
                    <a:pt x="850" y="464"/>
                  </a:lnTo>
                  <a:lnTo>
                    <a:pt x="927" y="541"/>
                  </a:lnTo>
                  <a:lnTo>
                    <a:pt x="965" y="657"/>
                  </a:lnTo>
                  <a:lnTo>
                    <a:pt x="1004" y="850"/>
                  </a:lnTo>
                  <a:lnTo>
                    <a:pt x="1043" y="966"/>
                  </a:lnTo>
                  <a:lnTo>
                    <a:pt x="1081" y="1043"/>
                  </a:lnTo>
                  <a:lnTo>
                    <a:pt x="1159" y="1081"/>
                  </a:lnTo>
                  <a:lnTo>
                    <a:pt x="1197" y="1081"/>
                  </a:lnTo>
                  <a:lnTo>
                    <a:pt x="1274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4" y="386"/>
                  </a:lnTo>
                  <a:lnTo>
                    <a:pt x="1159" y="232"/>
                  </a:lnTo>
                  <a:lnTo>
                    <a:pt x="1004" y="77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5"/>
            <p:cNvSpPr/>
            <p:nvPr/>
          </p:nvSpPr>
          <p:spPr>
            <a:xfrm>
              <a:off x="1851250" y="1767100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0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0"/>
                  </a:lnTo>
                  <a:lnTo>
                    <a:pt x="3862" y="502"/>
                  </a:lnTo>
                  <a:lnTo>
                    <a:pt x="3321" y="772"/>
                  </a:lnTo>
                  <a:lnTo>
                    <a:pt x="2781" y="1081"/>
                  </a:lnTo>
                  <a:lnTo>
                    <a:pt x="2279" y="1429"/>
                  </a:lnTo>
                  <a:lnTo>
                    <a:pt x="1815" y="1854"/>
                  </a:lnTo>
                  <a:lnTo>
                    <a:pt x="1429" y="2278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2" y="3746"/>
                  </a:lnTo>
                  <a:lnTo>
                    <a:pt x="271" y="4248"/>
                  </a:lnTo>
                  <a:lnTo>
                    <a:pt x="116" y="4788"/>
                  </a:lnTo>
                  <a:lnTo>
                    <a:pt x="0" y="5368"/>
                  </a:lnTo>
                  <a:lnTo>
                    <a:pt x="348" y="5406"/>
                  </a:lnTo>
                  <a:lnTo>
                    <a:pt x="464" y="4981"/>
                  </a:lnTo>
                  <a:lnTo>
                    <a:pt x="580" y="4595"/>
                  </a:lnTo>
                  <a:lnTo>
                    <a:pt x="811" y="3977"/>
                  </a:lnTo>
                  <a:lnTo>
                    <a:pt x="1120" y="3398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6"/>
                  </a:lnTo>
                  <a:lnTo>
                    <a:pt x="3399" y="1159"/>
                  </a:lnTo>
                  <a:lnTo>
                    <a:pt x="3978" y="888"/>
                  </a:lnTo>
                  <a:lnTo>
                    <a:pt x="4634" y="657"/>
                  </a:lnTo>
                  <a:lnTo>
                    <a:pt x="5252" y="463"/>
                  </a:lnTo>
                  <a:lnTo>
                    <a:pt x="5909" y="386"/>
                  </a:lnTo>
                  <a:lnTo>
                    <a:pt x="6565" y="386"/>
                  </a:lnTo>
                  <a:lnTo>
                    <a:pt x="7221" y="463"/>
                  </a:lnTo>
                  <a:lnTo>
                    <a:pt x="7878" y="579"/>
                  </a:lnTo>
                  <a:lnTo>
                    <a:pt x="8496" y="811"/>
                  </a:lnTo>
                  <a:lnTo>
                    <a:pt x="9114" y="1081"/>
                  </a:lnTo>
                  <a:lnTo>
                    <a:pt x="9422" y="1274"/>
                  </a:lnTo>
                  <a:lnTo>
                    <a:pt x="9731" y="1506"/>
                  </a:lnTo>
                  <a:lnTo>
                    <a:pt x="10040" y="1699"/>
                  </a:lnTo>
                  <a:lnTo>
                    <a:pt x="10311" y="1931"/>
                  </a:lnTo>
                  <a:lnTo>
                    <a:pt x="10774" y="2471"/>
                  </a:lnTo>
                  <a:lnTo>
                    <a:pt x="11199" y="3012"/>
                  </a:lnTo>
                  <a:lnTo>
                    <a:pt x="11546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4" y="5638"/>
                  </a:lnTo>
                  <a:lnTo>
                    <a:pt x="12628" y="6217"/>
                  </a:lnTo>
                  <a:lnTo>
                    <a:pt x="12859" y="6796"/>
                  </a:lnTo>
                  <a:lnTo>
                    <a:pt x="13129" y="7376"/>
                  </a:lnTo>
                  <a:lnTo>
                    <a:pt x="13438" y="7955"/>
                  </a:lnTo>
                  <a:lnTo>
                    <a:pt x="13825" y="8495"/>
                  </a:lnTo>
                  <a:lnTo>
                    <a:pt x="14249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499"/>
                  </a:lnTo>
                  <a:lnTo>
                    <a:pt x="15292" y="9654"/>
                  </a:lnTo>
                  <a:lnTo>
                    <a:pt x="15755" y="9808"/>
                  </a:lnTo>
                  <a:lnTo>
                    <a:pt x="16219" y="9886"/>
                  </a:lnTo>
                  <a:lnTo>
                    <a:pt x="16721" y="9886"/>
                  </a:lnTo>
                  <a:lnTo>
                    <a:pt x="17184" y="9808"/>
                  </a:lnTo>
                  <a:lnTo>
                    <a:pt x="17609" y="9615"/>
                  </a:lnTo>
                  <a:lnTo>
                    <a:pt x="17841" y="9499"/>
                  </a:lnTo>
                  <a:lnTo>
                    <a:pt x="18034" y="9384"/>
                  </a:lnTo>
                  <a:lnTo>
                    <a:pt x="18188" y="9229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1" y="8611"/>
                  </a:lnTo>
                  <a:lnTo>
                    <a:pt x="18651" y="8534"/>
                  </a:lnTo>
                  <a:lnTo>
                    <a:pt x="18651" y="8457"/>
                  </a:lnTo>
                  <a:lnTo>
                    <a:pt x="18651" y="8380"/>
                  </a:lnTo>
                  <a:lnTo>
                    <a:pt x="18651" y="8341"/>
                  </a:lnTo>
                  <a:lnTo>
                    <a:pt x="18304" y="8341"/>
                  </a:lnTo>
                  <a:lnTo>
                    <a:pt x="18265" y="8418"/>
                  </a:lnTo>
                  <a:lnTo>
                    <a:pt x="18072" y="8727"/>
                  </a:lnTo>
                  <a:lnTo>
                    <a:pt x="17802" y="8997"/>
                  </a:lnTo>
                  <a:lnTo>
                    <a:pt x="17493" y="9190"/>
                  </a:lnTo>
                  <a:lnTo>
                    <a:pt x="17184" y="9345"/>
                  </a:lnTo>
                  <a:lnTo>
                    <a:pt x="16837" y="9422"/>
                  </a:lnTo>
                  <a:lnTo>
                    <a:pt x="16450" y="9461"/>
                  </a:lnTo>
                  <a:lnTo>
                    <a:pt x="16103" y="9422"/>
                  </a:lnTo>
                  <a:lnTo>
                    <a:pt x="15717" y="9345"/>
                  </a:lnTo>
                  <a:lnTo>
                    <a:pt x="15369" y="9190"/>
                  </a:lnTo>
                  <a:lnTo>
                    <a:pt x="15022" y="8997"/>
                  </a:lnTo>
                  <a:lnTo>
                    <a:pt x="14713" y="8766"/>
                  </a:lnTo>
                  <a:lnTo>
                    <a:pt x="14404" y="8495"/>
                  </a:lnTo>
                  <a:lnTo>
                    <a:pt x="14172" y="8186"/>
                  </a:lnTo>
                  <a:lnTo>
                    <a:pt x="13940" y="7839"/>
                  </a:lnTo>
                  <a:lnTo>
                    <a:pt x="13709" y="7530"/>
                  </a:lnTo>
                  <a:lnTo>
                    <a:pt x="13554" y="7182"/>
                  </a:lnTo>
                  <a:lnTo>
                    <a:pt x="13245" y="6526"/>
                  </a:lnTo>
                  <a:lnTo>
                    <a:pt x="12975" y="5831"/>
                  </a:lnTo>
                  <a:lnTo>
                    <a:pt x="12473" y="4479"/>
                  </a:lnTo>
                  <a:lnTo>
                    <a:pt x="12164" y="3823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278"/>
                  </a:lnTo>
                  <a:lnTo>
                    <a:pt x="11006" y="2008"/>
                  </a:lnTo>
                  <a:lnTo>
                    <a:pt x="10542" y="1583"/>
                  </a:lnTo>
                  <a:lnTo>
                    <a:pt x="10079" y="1197"/>
                  </a:lnTo>
                  <a:lnTo>
                    <a:pt x="9577" y="850"/>
                  </a:lnTo>
                  <a:lnTo>
                    <a:pt x="9036" y="579"/>
                  </a:lnTo>
                  <a:lnTo>
                    <a:pt x="8496" y="348"/>
                  </a:lnTo>
                  <a:lnTo>
                    <a:pt x="7916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5"/>
            <p:cNvSpPr/>
            <p:nvPr/>
          </p:nvSpPr>
          <p:spPr>
            <a:xfrm>
              <a:off x="1849325" y="1901275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7" y="1"/>
                  </a:moveTo>
                  <a:lnTo>
                    <a:pt x="0" y="580"/>
                  </a:lnTo>
                  <a:lnTo>
                    <a:pt x="0" y="1198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9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70" y="5947"/>
                  </a:lnTo>
                  <a:lnTo>
                    <a:pt x="2433" y="6411"/>
                  </a:lnTo>
                  <a:lnTo>
                    <a:pt x="2974" y="6874"/>
                  </a:lnTo>
                  <a:lnTo>
                    <a:pt x="3514" y="7260"/>
                  </a:lnTo>
                  <a:lnTo>
                    <a:pt x="4093" y="7646"/>
                  </a:lnTo>
                  <a:lnTo>
                    <a:pt x="4711" y="7955"/>
                  </a:lnTo>
                  <a:lnTo>
                    <a:pt x="5329" y="8226"/>
                  </a:lnTo>
                  <a:lnTo>
                    <a:pt x="5986" y="8496"/>
                  </a:lnTo>
                  <a:lnTo>
                    <a:pt x="6642" y="8689"/>
                  </a:lnTo>
                  <a:lnTo>
                    <a:pt x="7298" y="8843"/>
                  </a:lnTo>
                  <a:lnTo>
                    <a:pt x="7993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4"/>
                  </a:lnTo>
                  <a:lnTo>
                    <a:pt x="10774" y="9075"/>
                  </a:lnTo>
                  <a:lnTo>
                    <a:pt x="11392" y="8998"/>
                  </a:lnTo>
                  <a:lnTo>
                    <a:pt x="12048" y="8921"/>
                  </a:lnTo>
                  <a:lnTo>
                    <a:pt x="12705" y="8766"/>
                  </a:lnTo>
                  <a:lnTo>
                    <a:pt x="13361" y="8612"/>
                  </a:lnTo>
                  <a:lnTo>
                    <a:pt x="14017" y="8380"/>
                  </a:lnTo>
                  <a:lnTo>
                    <a:pt x="14635" y="8148"/>
                  </a:lnTo>
                  <a:lnTo>
                    <a:pt x="15253" y="7878"/>
                  </a:lnTo>
                  <a:lnTo>
                    <a:pt x="15871" y="7569"/>
                  </a:lnTo>
                  <a:lnTo>
                    <a:pt x="16450" y="7222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5"/>
                  </a:lnTo>
                  <a:lnTo>
                    <a:pt x="19076" y="4287"/>
                  </a:lnTo>
                  <a:lnTo>
                    <a:pt x="19346" y="3669"/>
                  </a:lnTo>
                  <a:lnTo>
                    <a:pt x="19115" y="3630"/>
                  </a:lnTo>
                  <a:lnTo>
                    <a:pt x="18767" y="4171"/>
                  </a:lnTo>
                  <a:lnTo>
                    <a:pt x="18420" y="4634"/>
                  </a:lnTo>
                  <a:lnTo>
                    <a:pt x="18033" y="5098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0" y="6333"/>
                  </a:lnTo>
                  <a:lnTo>
                    <a:pt x="16257" y="6681"/>
                  </a:lnTo>
                  <a:lnTo>
                    <a:pt x="15755" y="7028"/>
                  </a:lnTo>
                  <a:lnTo>
                    <a:pt x="15214" y="7299"/>
                  </a:lnTo>
                  <a:lnTo>
                    <a:pt x="14712" y="7569"/>
                  </a:lnTo>
                  <a:lnTo>
                    <a:pt x="14133" y="7801"/>
                  </a:lnTo>
                  <a:lnTo>
                    <a:pt x="13593" y="8032"/>
                  </a:lnTo>
                  <a:lnTo>
                    <a:pt x="13013" y="8187"/>
                  </a:lnTo>
                  <a:lnTo>
                    <a:pt x="12434" y="8341"/>
                  </a:lnTo>
                  <a:lnTo>
                    <a:pt x="11816" y="8457"/>
                  </a:lnTo>
                  <a:lnTo>
                    <a:pt x="11199" y="8534"/>
                  </a:lnTo>
                  <a:lnTo>
                    <a:pt x="10503" y="8612"/>
                  </a:lnTo>
                  <a:lnTo>
                    <a:pt x="9113" y="8612"/>
                  </a:lnTo>
                  <a:lnTo>
                    <a:pt x="8380" y="8534"/>
                  </a:lnTo>
                  <a:lnTo>
                    <a:pt x="7685" y="8419"/>
                  </a:lnTo>
                  <a:lnTo>
                    <a:pt x="6990" y="8303"/>
                  </a:lnTo>
                  <a:lnTo>
                    <a:pt x="6333" y="8110"/>
                  </a:lnTo>
                  <a:lnTo>
                    <a:pt x="5638" y="7878"/>
                  </a:lnTo>
                  <a:lnTo>
                    <a:pt x="5020" y="7608"/>
                  </a:lnTo>
                  <a:lnTo>
                    <a:pt x="4364" y="7260"/>
                  </a:lnTo>
                  <a:lnTo>
                    <a:pt x="3784" y="6913"/>
                  </a:lnTo>
                  <a:lnTo>
                    <a:pt x="3205" y="6488"/>
                  </a:lnTo>
                  <a:lnTo>
                    <a:pt x="2703" y="6063"/>
                  </a:lnTo>
                  <a:lnTo>
                    <a:pt x="2201" y="5561"/>
                  </a:lnTo>
                  <a:lnTo>
                    <a:pt x="1776" y="4982"/>
                  </a:lnTo>
                  <a:lnTo>
                    <a:pt x="1390" y="4403"/>
                  </a:lnTo>
                  <a:lnTo>
                    <a:pt x="1120" y="3901"/>
                  </a:lnTo>
                  <a:lnTo>
                    <a:pt x="850" y="3360"/>
                  </a:lnTo>
                  <a:lnTo>
                    <a:pt x="695" y="2858"/>
                  </a:lnTo>
                  <a:lnTo>
                    <a:pt x="541" y="2279"/>
                  </a:lnTo>
                  <a:lnTo>
                    <a:pt x="425" y="1738"/>
                  </a:lnTo>
                  <a:lnTo>
                    <a:pt x="386" y="1159"/>
                  </a:lnTo>
                  <a:lnTo>
                    <a:pt x="386" y="618"/>
                  </a:lnTo>
                  <a:lnTo>
                    <a:pt x="425" y="39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5"/>
            <p:cNvSpPr/>
            <p:nvPr/>
          </p:nvSpPr>
          <p:spPr>
            <a:xfrm>
              <a:off x="2090650" y="2821275"/>
              <a:ext cx="200825" cy="230750"/>
            </a:xfrm>
            <a:custGeom>
              <a:avLst/>
              <a:gdLst/>
              <a:ahLst/>
              <a:cxnLst/>
              <a:rect l="l" t="t" r="r" b="b"/>
              <a:pathLst>
                <a:path w="8033" h="9230" extrusionOk="0">
                  <a:moveTo>
                    <a:pt x="2048" y="0"/>
                  </a:moveTo>
                  <a:lnTo>
                    <a:pt x="1893" y="78"/>
                  </a:lnTo>
                  <a:lnTo>
                    <a:pt x="1739" y="155"/>
                  </a:lnTo>
                  <a:lnTo>
                    <a:pt x="1430" y="425"/>
                  </a:lnTo>
                  <a:lnTo>
                    <a:pt x="1198" y="734"/>
                  </a:lnTo>
                  <a:lnTo>
                    <a:pt x="966" y="1004"/>
                  </a:lnTo>
                  <a:lnTo>
                    <a:pt x="735" y="1352"/>
                  </a:lnTo>
                  <a:lnTo>
                    <a:pt x="503" y="1738"/>
                  </a:lnTo>
                  <a:lnTo>
                    <a:pt x="348" y="2124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40" y="3476"/>
                  </a:lnTo>
                  <a:lnTo>
                    <a:pt x="1" y="3939"/>
                  </a:lnTo>
                  <a:lnTo>
                    <a:pt x="78" y="4441"/>
                  </a:lnTo>
                  <a:lnTo>
                    <a:pt x="155" y="4905"/>
                  </a:lnTo>
                  <a:lnTo>
                    <a:pt x="271" y="5329"/>
                  </a:lnTo>
                  <a:lnTo>
                    <a:pt x="464" y="5793"/>
                  </a:lnTo>
                  <a:lnTo>
                    <a:pt x="696" y="6179"/>
                  </a:lnTo>
                  <a:lnTo>
                    <a:pt x="1044" y="6179"/>
                  </a:lnTo>
                  <a:lnTo>
                    <a:pt x="889" y="5831"/>
                  </a:lnTo>
                  <a:lnTo>
                    <a:pt x="735" y="5484"/>
                  </a:lnTo>
                  <a:lnTo>
                    <a:pt x="657" y="5136"/>
                  </a:lnTo>
                  <a:lnTo>
                    <a:pt x="542" y="4789"/>
                  </a:lnTo>
                  <a:lnTo>
                    <a:pt x="503" y="4403"/>
                  </a:lnTo>
                  <a:lnTo>
                    <a:pt x="464" y="4055"/>
                  </a:lnTo>
                  <a:lnTo>
                    <a:pt x="464" y="3669"/>
                  </a:lnTo>
                  <a:lnTo>
                    <a:pt x="464" y="3321"/>
                  </a:lnTo>
                  <a:lnTo>
                    <a:pt x="542" y="2974"/>
                  </a:lnTo>
                  <a:lnTo>
                    <a:pt x="619" y="2626"/>
                  </a:lnTo>
                  <a:lnTo>
                    <a:pt x="735" y="2279"/>
                  </a:lnTo>
                  <a:lnTo>
                    <a:pt x="850" y="1931"/>
                  </a:lnTo>
                  <a:lnTo>
                    <a:pt x="1044" y="1622"/>
                  </a:lnTo>
                  <a:lnTo>
                    <a:pt x="1237" y="1313"/>
                  </a:lnTo>
                  <a:lnTo>
                    <a:pt x="1468" y="1004"/>
                  </a:lnTo>
                  <a:lnTo>
                    <a:pt x="1777" y="734"/>
                  </a:lnTo>
                  <a:lnTo>
                    <a:pt x="1970" y="580"/>
                  </a:lnTo>
                  <a:lnTo>
                    <a:pt x="2086" y="502"/>
                  </a:lnTo>
                  <a:lnTo>
                    <a:pt x="2202" y="464"/>
                  </a:lnTo>
                  <a:lnTo>
                    <a:pt x="2318" y="580"/>
                  </a:lnTo>
                  <a:lnTo>
                    <a:pt x="2434" y="811"/>
                  </a:lnTo>
                  <a:lnTo>
                    <a:pt x="2588" y="1198"/>
                  </a:lnTo>
                  <a:lnTo>
                    <a:pt x="2743" y="1584"/>
                  </a:lnTo>
                  <a:lnTo>
                    <a:pt x="2858" y="1931"/>
                  </a:lnTo>
                  <a:lnTo>
                    <a:pt x="2974" y="2317"/>
                  </a:lnTo>
                  <a:lnTo>
                    <a:pt x="3052" y="2703"/>
                  </a:lnTo>
                  <a:lnTo>
                    <a:pt x="3090" y="3090"/>
                  </a:lnTo>
                  <a:lnTo>
                    <a:pt x="3090" y="3437"/>
                  </a:lnTo>
                  <a:lnTo>
                    <a:pt x="3052" y="3785"/>
                  </a:lnTo>
                  <a:lnTo>
                    <a:pt x="3013" y="4132"/>
                  </a:lnTo>
                  <a:lnTo>
                    <a:pt x="2897" y="4480"/>
                  </a:lnTo>
                  <a:lnTo>
                    <a:pt x="2781" y="4789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22"/>
                  </a:lnTo>
                  <a:lnTo>
                    <a:pt x="2395" y="5638"/>
                  </a:lnTo>
                  <a:lnTo>
                    <a:pt x="2356" y="5715"/>
                  </a:lnTo>
                  <a:lnTo>
                    <a:pt x="2356" y="5754"/>
                  </a:lnTo>
                  <a:lnTo>
                    <a:pt x="2395" y="5793"/>
                  </a:lnTo>
                  <a:lnTo>
                    <a:pt x="2472" y="5793"/>
                  </a:lnTo>
                  <a:lnTo>
                    <a:pt x="2627" y="5715"/>
                  </a:lnTo>
                  <a:lnTo>
                    <a:pt x="2820" y="5677"/>
                  </a:lnTo>
                  <a:lnTo>
                    <a:pt x="3206" y="5677"/>
                  </a:lnTo>
                  <a:lnTo>
                    <a:pt x="3631" y="5715"/>
                  </a:lnTo>
                  <a:lnTo>
                    <a:pt x="4055" y="5793"/>
                  </a:lnTo>
                  <a:lnTo>
                    <a:pt x="4442" y="5947"/>
                  </a:lnTo>
                  <a:lnTo>
                    <a:pt x="4866" y="6102"/>
                  </a:lnTo>
                  <a:lnTo>
                    <a:pt x="5214" y="6256"/>
                  </a:lnTo>
                  <a:lnTo>
                    <a:pt x="5523" y="6449"/>
                  </a:lnTo>
                  <a:lnTo>
                    <a:pt x="5832" y="6642"/>
                  </a:lnTo>
                  <a:lnTo>
                    <a:pt x="6141" y="6835"/>
                  </a:lnTo>
                  <a:lnTo>
                    <a:pt x="6411" y="7067"/>
                  </a:lnTo>
                  <a:lnTo>
                    <a:pt x="6681" y="7337"/>
                  </a:lnTo>
                  <a:lnTo>
                    <a:pt x="6913" y="7608"/>
                  </a:lnTo>
                  <a:lnTo>
                    <a:pt x="7145" y="7878"/>
                  </a:lnTo>
                  <a:lnTo>
                    <a:pt x="7338" y="8187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95" y="8766"/>
                  </a:lnTo>
                  <a:lnTo>
                    <a:pt x="5870" y="8805"/>
                  </a:lnTo>
                  <a:lnTo>
                    <a:pt x="5484" y="8805"/>
                  </a:lnTo>
                  <a:lnTo>
                    <a:pt x="5059" y="8727"/>
                  </a:lnTo>
                  <a:lnTo>
                    <a:pt x="4673" y="8612"/>
                  </a:lnTo>
                  <a:lnTo>
                    <a:pt x="4249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72" y="7106"/>
                  </a:lnTo>
                  <a:lnTo>
                    <a:pt x="1932" y="6565"/>
                  </a:lnTo>
                  <a:lnTo>
                    <a:pt x="1854" y="6526"/>
                  </a:lnTo>
                  <a:lnTo>
                    <a:pt x="1816" y="6488"/>
                  </a:lnTo>
                  <a:lnTo>
                    <a:pt x="1661" y="6526"/>
                  </a:lnTo>
                  <a:lnTo>
                    <a:pt x="1623" y="6526"/>
                  </a:lnTo>
                  <a:lnTo>
                    <a:pt x="1584" y="6565"/>
                  </a:lnTo>
                  <a:lnTo>
                    <a:pt x="1430" y="6835"/>
                  </a:lnTo>
                  <a:lnTo>
                    <a:pt x="1661" y="6874"/>
                  </a:lnTo>
                  <a:lnTo>
                    <a:pt x="2279" y="7492"/>
                  </a:lnTo>
                  <a:lnTo>
                    <a:pt x="2897" y="8071"/>
                  </a:lnTo>
                  <a:lnTo>
                    <a:pt x="3245" y="8341"/>
                  </a:lnTo>
                  <a:lnTo>
                    <a:pt x="3631" y="8573"/>
                  </a:lnTo>
                  <a:lnTo>
                    <a:pt x="3978" y="8766"/>
                  </a:lnTo>
                  <a:lnTo>
                    <a:pt x="4364" y="8959"/>
                  </a:lnTo>
                  <a:lnTo>
                    <a:pt x="4828" y="9114"/>
                  </a:lnTo>
                  <a:lnTo>
                    <a:pt x="5253" y="9191"/>
                  </a:lnTo>
                  <a:lnTo>
                    <a:pt x="5677" y="9229"/>
                  </a:lnTo>
                  <a:lnTo>
                    <a:pt x="6141" y="9229"/>
                  </a:lnTo>
                  <a:lnTo>
                    <a:pt x="6565" y="9152"/>
                  </a:lnTo>
                  <a:lnTo>
                    <a:pt x="6990" y="9075"/>
                  </a:lnTo>
                  <a:lnTo>
                    <a:pt x="7878" y="8843"/>
                  </a:lnTo>
                  <a:lnTo>
                    <a:pt x="7956" y="8805"/>
                  </a:lnTo>
                  <a:lnTo>
                    <a:pt x="7994" y="8727"/>
                  </a:lnTo>
                  <a:lnTo>
                    <a:pt x="8033" y="8650"/>
                  </a:lnTo>
                  <a:lnTo>
                    <a:pt x="7994" y="8534"/>
                  </a:lnTo>
                  <a:lnTo>
                    <a:pt x="7763" y="8110"/>
                  </a:lnTo>
                  <a:lnTo>
                    <a:pt x="7492" y="7685"/>
                  </a:lnTo>
                  <a:lnTo>
                    <a:pt x="7222" y="7299"/>
                  </a:lnTo>
                  <a:lnTo>
                    <a:pt x="6874" y="6912"/>
                  </a:lnTo>
                  <a:lnTo>
                    <a:pt x="6527" y="6604"/>
                  </a:lnTo>
                  <a:lnTo>
                    <a:pt x="6141" y="6295"/>
                  </a:lnTo>
                  <a:lnTo>
                    <a:pt x="5716" y="6024"/>
                  </a:lnTo>
                  <a:lnTo>
                    <a:pt x="5253" y="5793"/>
                  </a:lnTo>
                  <a:lnTo>
                    <a:pt x="4828" y="5638"/>
                  </a:lnTo>
                  <a:lnTo>
                    <a:pt x="4249" y="5445"/>
                  </a:lnTo>
                  <a:lnTo>
                    <a:pt x="3940" y="5368"/>
                  </a:lnTo>
                  <a:lnTo>
                    <a:pt x="3592" y="5291"/>
                  </a:lnTo>
                  <a:lnTo>
                    <a:pt x="3013" y="5291"/>
                  </a:lnTo>
                  <a:lnTo>
                    <a:pt x="3167" y="4982"/>
                  </a:lnTo>
                  <a:lnTo>
                    <a:pt x="3322" y="4634"/>
                  </a:lnTo>
                  <a:lnTo>
                    <a:pt x="3399" y="4287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05"/>
                  </a:lnTo>
                  <a:lnTo>
                    <a:pt x="3515" y="2858"/>
                  </a:lnTo>
                  <a:lnTo>
                    <a:pt x="3438" y="2472"/>
                  </a:lnTo>
                  <a:lnTo>
                    <a:pt x="3322" y="1970"/>
                  </a:lnTo>
                  <a:lnTo>
                    <a:pt x="3167" y="1468"/>
                  </a:lnTo>
                  <a:lnTo>
                    <a:pt x="2936" y="966"/>
                  </a:lnTo>
                  <a:lnTo>
                    <a:pt x="2704" y="502"/>
                  </a:lnTo>
                  <a:lnTo>
                    <a:pt x="2588" y="271"/>
                  </a:lnTo>
                  <a:lnTo>
                    <a:pt x="2472" y="116"/>
                  </a:lnTo>
                  <a:lnTo>
                    <a:pt x="2356" y="39"/>
                  </a:lnTo>
                  <a:lnTo>
                    <a:pt x="227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5"/>
            <p:cNvSpPr/>
            <p:nvPr/>
          </p:nvSpPr>
          <p:spPr>
            <a:xfrm>
              <a:off x="1793325" y="2698675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313" y="387"/>
                  </a:moveTo>
                  <a:lnTo>
                    <a:pt x="1507" y="464"/>
                  </a:lnTo>
                  <a:lnTo>
                    <a:pt x="1661" y="580"/>
                  </a:lnTo>
                  <a:lnTo>
                    <a:pt x="1777" y="734"/>
                  </a:lnTo>
                  <a:lnTo>
                    <a:pt x="1777" y="889"/>
                  </a:lnTo>
                  <a:lnTo>
                    <a:pt x="1777" y="927"/>
                  </a:lnTo>
                  <a:lnTo>
                    <a:pt x="1738" y="1004"/>
                  </a:lnTo>
                  <a:lnTo>
                    <a:pt x="1661" y="1043"/>
                  </a:lnTo>
                  <a:lnTo>
                    <a:pt x="1584" y="1082"/>
                  </a:lnTo>
                  <a:lnTo>
                    <a:pt x="1275" y="1120"/>
                  </a:lnTo>
                  <a:lnTo>
                    <a:pt x="927" y="1120"/>
                  </a:lnTo>
                  <a:lnTo>
                    <a:pt x="618" y="1159"/>
                  </a:lnTo>
                  <a:lnTo>
                    <a:pt x="464" y="1197"/>
                  </a:lnTo>
                  <a:lnTo>
                    <a:pt x="348" y="1275"/>
                  </a:lnTo>
                  <a:lnTo>
                    <a:pt x="348" y="1120"/>
                  </a:lnTo>
                  <a:lnTo>
                    <a:pt x="348" y="1004"/>
                  </a:lnTo>
                  <a:lnTo>
                    <a:pt x="387" y="850"/>
                  </a:lnTo>
                  <a:lnTo>
                    <a:pt x="464" y="734"/>
                  </a:lnTo>
                  <a:lnTo>
                    <a:pt x="580" y="618"/>
                  </a:lnTo>
                  <a:lnTo>
                    <a:pt x="657" y="502"/>
                  </a:lnTo>
                  <a:lnTo>
                    <a:pt x="811" y="425"/>
                  </a:lnTo>
                  <a:lnTo>
                    <a:pt x="966" y="387"/>
                  </a:lnTo>
                  <a:close/>
                  <a:moveTo>
                    <a:pt x="1005" y="0"/>
                  </a:moveTo>
                  <a:lnTo>
                    <a:pt x="811" y="39"/>
                  </a:lnTo>
                  <a:lnTo>
                    <a:pt x="618" y="116"/>
                  </a:lnTo>
                  <a:lnTo>
                    <a:pt x="425" y="232"/>
                  </a:lnTo>
                  <a:lnTo>
                    <a:pt x="271" y="348"/>
                  </a:lnTo>
                  <a:lnTo>
                    <a:pt x="155" y="502"/>
                  </a:lnTo>
                  <a:lnTo>
                    <a:pt x="78" y="695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29"/>
                  </a:lnTo>
                  <a:lnTo>
                    <a:pt x="116" y="1622"/>
                  </a:lnTo>
                  <a:lnTo>
                    <a:pt x="155" y="1738"/>
                  </a:lnTo>
                  <a:lnTo>
                    <a:pt x="232" y="1777"/>
                  </a:lnTo>
                  <a:lnTo>
                    <a:pt x="348" y="1815"/>
                  </a:lnTo>
                  <a:lnTo>
                    <a:pt x="425" y="1738"/>
                  </a:lnTo>
                  <a:lnTo>
                    <a:pt x="580" y="1622"/>
                  </a:lnTo>
                  <a:lnTo>
                    <a:pt x="696" y="1545"/>
                  </a:lnTo>
                  <a:lnTo>
                    <a:pt x="889" y="1506"/>
                  </a:lnTo>
                  <a:lnTo>
                    <a:pt x="1429" y="1506"/>
                  </a:lnTo>
                  <a:lnTo>
                    <a:pt x="1584" y="1468"/>
                  </a:lnTo>
                  <a:lnTo>
                    <a:pt x="1777" y="1429"/>
                  </a:lnTo>
                  <a:lnTo>
                    <a:pt x="1931" y="1352"/>
                  </a:lnTo>
                  <a:lnTo>
                    <a:pt x="2047" y="1236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8"/>
                  </a:lnTo>
                  <a:lnTo>
                    <a:pt x="2086" y="464"/>
                  </a:lnTo>
                  <a:lnTo>
                    <a:pt x="1970" y="309"/>
                  </a:lnTo>
                  <a:lnTo>
                    <a:pt x="1815" y="193"/>
                  </a:lnTo>
                  <a:lnTo>
                    <a:pt x="1622" y="78"/>
                  </a:lnTo>
                  <a:lnTo>
                    <a:pt x="142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5"/>
            <p:cNvSpPr/>
            <p:nvPr/>
          </p:nvSpPr>
          <p:spPr>
            <a:xfrm>
              <a:off x="1734450" y="2911050"/>
              <a:ext cx="35725" cy="29000"/>
            </a:xfrm>
            <a:custGeom>
              <a:avLst/>
              <a:gdLst/>
              <a:ahLst/>
              <a:cxnLst/>
              <a:rect l="l" t="t" r="r" b="b"/>
              <a:pathLst>
                <a:path w="1429" h="1160" extrusionOk="0">
                  <a:moveTo>
                    <a:pt x="502" y="1"/>
                  </a:moveTo>
                  <a:lnTo>
                    <a:pt x="309" y="116"/>
                  </a:lnTo>
                  <a:lnTo>
                    <a:pt x="193" y="232"/>
                  </a:lnTo>
                  <a:lnTo>
                    <a:pt x="77" y="387"/>
                  </a:lnTo>
                  <a:lnTo>
                    <a:pt x="39" y="541"/>
                  </a:lnTo>
                  <a:lnTo>
                    <a:pt x="0" y="734"/>
                  </a:lnTo>
                  <a:lnTo>
                    <a:pt x="39" y="927"/>
                  </a:lnTo>
                  <a:lnTo>
                    <a:pt x="116" y="1082"/>
                  </a:lnTo>
                  <a:lnTo>
                    <a:pt x="193" y="1159"/>
                  </a:lnTo>
                  <a:lnTo>
                    <a:pt x="348" y="1159"/>
                  </a:lnTo>
                  <a:lnTo>
                    <a:pt x="425" y="1043"/>
                  </a:lnTo>
                  <a:lnTo>
                    <a:pt x="425" y="1005"/>
                  </a:lnTo>
                  <a:lnTo>
                    <a:pt x="386" y="927"/>
                  </a:lnTo>
                  <a:lnTo>
                    <a:pt x="386" y="850"/>
                  </a:lnTo>
                  <a:lnTo>
                    <a:pt x="348" y="773"/>
                  </a:lnTo>
                  <a:lnTo>
                    <a:pt x="425" y="580"/>
                  </a:lnTo>
                  <a:lnTo>
                    <a:pt x="541" y="425"/>
                  </a:lnTo>
                  <a:lnTo>
                    <a:pt x="618" y="387"/>
                  </a:lnTo>
                  <a:lnTo>
                    <a:pt x="772" y="387"/>
                  </a:lnTo>
                  <a:lnTo>
                    <a:pt x="850" y="425"/>
                  </a:lnTo>
                  <a:lnTo>
                    <a:pt x="965" y="580"/>
                  </a:lnTo>
                  <a:lnTo>
                    <a:pt x="1004" y="657"/>
                  </a:lnTo>
                  <a:lnTo>
                    <a:pt x="1004" y="734"/>
                  </a:lnTo>
                  <a:lnTo>
                    <a:pt x="965" y="927"/>
                  </a:lnTo>
                  <a:lnTo>
                    <a:pt x="965" y="1005"/>
                  </a:lnTo>
                  <a:lnTo>
                    <a:pt x="965" y="1082"/>
                  </a:lnTo>
                  <a:lnTo>
                    <a:pt x="1004" y="1120"/>
                  </a:lnTo>
                  <a:lnTo>
                    <a:pt x="1081" y="1159"/>
                  </a:lnTo>
                  <a:lnTo>
                    <a:pt x="1197" y="1159"/>
                  </a:lnTo>
                  <a:lnTo>
                    <a:pt x="1274" y="1120"/>
                  </a:lnTo>
                  <a:lnTo>
                    <a:pt x="1313" y="1082"/>
                  </a:lnTo>
                  <a:lnTo>
                    <a:pt x="1390" y="889"/>
                  </a:lnTo>
                  <a:lnTo>
                    <a:pt x="1429" y="734"/>
                  </a:lnTo>
                  <a:lnTo>
                    <a:pt x="1390" y="541"/>
                  </a:lnTo>
                  <a:lnTo>
                    <a:pt x="1313" y="348"/>
                  </a:lnTo>
                  <a:lnTo>
                    <a:pt x="1197" y="194"/>
                  </a:lnTo>
                  <a:lnTo>
                    <a:pt x="1043" y="78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5"/>
            <p:cNvSpPr/>
            <p:nvPr/>
          </p:nvSpPr>
          <p:spPr>
            <a:xfrm>
              <a:off x="1725750" y="2629175"/>
              <a:ext cx="67600" cy="76275"/>
            </a:xfrm>
            <a:custGeom>
              <a:avLst/>
              <a:gdLst/>
              <a:ahLst/>
              <a:cxnLst/>
              <a:rect l="l" t="t" r="r" b="b"/>
              <a:pathLst>
                <a:path w="2704" h="3051" extrusionOk="0">
                  <a:moveTo>
                    <a:pt x="1159" y="425"/>
                  </a:moveTo>
                  <a:lnTo>
                    <a:pt x="1429" y="502"/>
                  </a:lnTo>
                  <a:lnTo>
                    <a:pt x="1661" y="618"/>
                  </a:lnTo>
                  <a:lnTo>
                    <a:pt x="1854" y="772"/>
                  </a:lnTo>
                  <a:lnTo>
                    <a:pt x="2008" y="965"/>
                  </a:lnTo>
                  <a:lnTo>
                    <a:pt x="2124" y="1120"/>
                  </a:lnTo>
                  <a:lnTo>
                    <a:pt x="2202" y="1313"/>
                  </a:lnTo>
                  <a:lnTo>
                    <a:pt x="2317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2" y="2394"/>
                  </a:lnTo>
                  <a:lnTo>
                    <a:pt x="2047" y="2278"/>
                  </a:lnTo>
                  <a:lnTo>
                    <a:pt x="1622" y="2047"/>
                  </a:lnTo>
                  <a:lnTo>
                    <a:pt x="1236" y="1892"/>
                  </a:lnTo>
                  <a:lnTo>
                    <a:pt x="1004" y="1776"/>
                  </a:lnTo>
                  <a:lnTo>
                    <a:pt x="811" y="1661"/>
                  </a:lnTo>
                  <a:lnTo>
                    <a:pt x="618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1"/>
                  </a:lnTo>
                  <a:lnTo>
                    <a:pt x="541" y="657"/>
                  </a:lnTo>
                  <a:lnTo>
                    <a:pt x="618" y="579"/>
                  </a:lnTo>
                  <a:lnTo>
                    <a:pt x="696" y="502"/>
                  </a:lnTo>
                  <a:lnTo>
                    <a:pt x="811" y="463"/>
                  </a:lnTo>
                  <a:lnTo>
                    <a:pt x="927" y="425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0"/>
                  </a:lnTo>
                  <a:lnTo>
                    <a:pt x="194" y="425"/>
                  </a:lnTo>
                  <a:lnTo>
                    <a:pt x="78" y="618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1" y="1236"/>
                  </a:lnTo>
                  <a:lnTo>
                    <a:pt x="39" y="1429"/>
                  </a:lnTo>
                  <a:lnTo>
                    <a:pt x="155" y="1622"/>
                  </a:lnTo>
                  <a:lnTo>
                    <a:pt x="387" y="1854"/>
                  </a:lnTo>
                  <a:lnTo>
                    <a:pt x="618" y="2047"/>
                  </a:lnTo>
                  <a:lnTo>
                    <a:pt x="889" y="2201"/>
                  </a:lnTo>
                  <a:lnTo>
                    <a:pt x="1198" y="2317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8" y="2742"/>
                  </a:lnTo>
                  <a:lnTo>
                    <a:pt x="2202" y="2973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0" y="3012"/>
                  </a:lnTo>
                  <a:lnTo>
                    <a:pt x="2588" y="2973"/>
                  </a:lnTo>
                  <a:lnTo>
                    <a:pt x="2626" y="2896"/>
                  </a:lnTo>
                  <a:lnTo>
                    <a:pt x="2704" y="2317"/>
                  </a:lnTo>
                  <a:lnTo>
                    <a:pt x="2704" y="2008"/>
                  </a:lnTo>
                  <a:lnTo>
                    <a:pt x="2704" y="1699"/>
                  </a:lnTo>
                  <a:lnTo>
                    <a:pt x="2626" y="1429"/>
                  </a:lnTo>
                  <a:lnTo>
                    <a:pt x="2549" y="1120"/>
                  </a:lnTo>
                  <a:lnTo>
                    <a:pt x="2433" y="850"/>
                  </a:lnTo>
                  <a:lnTo>
                    <a:pt x="2279" y="579"/>
                  </a:lnTo>
                  <a:lnTo>
                    <a:pt x="2124" y="425"/>
                  </a:lnTo>
                  <a:lnTo>
                    <a:pt x="1931" y="270"/>
                  </a:lnTo>
                  <a:lnTo>
                    <a:pt x="1700" y="116"/>
                  </a:lnTo>
                  <a:lnTo>
                    <a:pt x="1506" y="39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5"/>
            <p:cNvSpPr/>
            <p:nvPr/>
          </p:nvSpPr>
          <p:spPr>
            <a:xfrm>
              <a:off x="1681350" y="2914925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0"/>
                  </a:moveTo>
                  <a:lnTo>
                    <a:pt x="425" y="39"/>
                  </a:lnTo>
                  <a:lnTo>
                    <a:pt x="232" y="116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1"/>
                  </a:lnTo>
                  <a:lnTo>
                    <a:pt x="77" y="965"/>
                  </a:lnTo>
                  <a:lnTo>
                    <a:pt x="232" y="1081"/>
                  </a:lnTo>
                  <a:lnTo>
                    <a:pt x="386" y="1197"/>
                  </a:lnTo>
                  <a:lnTo>
                    <a:pt x="464" y="1197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4" y="1004"/>
                  </a:lnTo>
                  <a:lnTo>
                    <a:pt x="386" y="927"/>
                  </a:lnTo>
                  <a:lnTo>
                    <a:pt x="348" y="811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6" y="502"/>
                  </a:lnTo>
                  <a:lnTo>
                    <a:pt x="464" y="463"/>
                  </a:lnTo>
                  <a:lnTo>
                    <a:pt x="541" y="386"/>
                  </a:lnTo>
                  <a:lnTo>
                    <a:pt x="773" y="386"/>
                  </a:lnTo>
                  <a:lnTo>
                    <a:pt x="850" y="463"/>
                  </a:lnTo>
                  <a:lnTo>
                    <a:pt x="927" y="541"/>
                  </a:lnTo>
                  <a:lnTo>
                    <a:pt x="966" y="657"/>
                  </a:lnTo>
                  <a:lnTo>
                    <a:pt x="1004" y="850"/>
                  </a:lnTo>
                  <a:lnTo>
                    <a:pt x="1043" y="965"/>
                  </a:lnTo>
                  <a:lnTo>
                    <a:pt x="1081" y="1043"/>
                  </a:lnTo>
                  <a:lnTo>
                    <a:pt x="1159" y="1081"/>
                  </a:lnTo>
                  <a:lnTo>
                    <a:pt x="1197" y="1081"/>
                  </a:lnTo>
                  <a:lnTo>
                    <a:pt x="1275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5" y="386"/>
                  </a:lnTo>
                  <a:lnTo>
                    <a:pt x="1159" y="232"/>
                  </a:lnTo>
                  <a:lnTo>
                    <a:pt x="1004" y="77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5"/>
            <p:cNvSpPr/>
            <p:nvPr/>
          </p:nvSpPr>
          <p:spPr>
            <a:xfrm>
              <a:off x="1650450" y="2767225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0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0"/>
                  </a:lnTo>
                  <a:lnTo>
                    <a:pt x="3862" y="502"/>
                  </a:lnTo>
                  <a:lnTo>
                    <a:pt x="3321" y="772"/>
                  </a:lnTo>
                  <a:lnTo>
                    <a:pt x="2781" y="1081"/>
                  </a:lnTo>
                  <a:lnTo>
                    <a:pt x="2279" y="1429"/>
                  </a:lnTo>
                  <a:lnTo>
                    <a:pt x="1815" y="1854"/>
                  </a:lnTo>
                  <a:lnTo>
                    <a:pt x="1429" y="2278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3" y="3746"/>
                  </a:lnTo>
                  <a:lnTo>
                    <a:pt x="271" y="4248"/>
                  </a:lnTo>
                  <a:lnTo>
                    <a:pt x="116" y="4788"/>
                  </a:lnTo>
                  <a:lnTo>
                    <a:pt x="1" y="5367"/>
                  </a:lnTo>
                  <a:lnTo>
                    <a:pt x="348" y="5406"/>
                  </a:lnTo>
                  <a:lnTo>
                    <a:pt x="464" y="4981"/>
                  </a:lnTo>
                  <a:lnTo>
                    <a:pt x="580" y="4595"/>
                  </a:lnTo>
                  <a:lnTo>
                    <a:pt x="811" y="3977"/>
                  </a:lnTo>
                  <a:lnTo>
                    <a:pt x="1120" y="3398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6"/>
                  </a:lnTo>
                  <a:lnTo>
                    <a:pt x="3399" y="1158"/>
                  </a:lnTo>
                  <a:lnTo>
                    <a:pt x="3978" y="888"/>
                  </a:lnTo>
                  <a:lnTo>
                    <a:pt x="4634" y="656"/>
                  </a:lnTo>
                  <a:lnTo>
                    <a:pt x="5252" y="463"/>
                  </a:lnTo>
                  <a:lnTo>
                    <a:pt x="5909" y="386"/>
                  </a:lnTo>
                  <a:lnTo>
                    <a:pt x="6565" y="386"/>
                  </a:lnTo>
                  <a:lnTo>
                    <a:pt x="7222" y="463"/>
                  </a:lnTo>
                  <a:lnTo>
                    <a:pt x="7878" y="579"/>
                  </a:lnTo>
                  <a:lnTo>
                    <a:pt x="8496" y="811"/>
                  </a:lnTo>
                  <a:lnTo>
                    <a:pt x="9114" y="1081"/>
                  </a:lnTo>
                  <a:lnTo>
                    <a:pt x="9423" y="1274"/>
                  </a:lnTo>
                  <a:lnTo>
                    <a:pt x="9731" y="1506"/>
                  </a:lnTo>
                  <a:lnTo>
                    <a:pt x="10040" y="1699"/>
                  </a:lnTo>
                  <a:lnTo>
                    <a:pt x="10311" y="1931"/>
                  </a:lnTo>
                  <a:lnTo>
                    <a:pt x="10774" y="2471"/>
                  </a:lnTo>
                  <a:lnTo>
                    <a:pt x="11199" y="3012"/>
                  </a:lnTo>
                  <a:lnTo>
                    <a:pt x="11546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5" y="5638"/>
                  </a:lnTo>
                  <a:lnTo>
                    <a:pt x="12628" y="6217"/>
                  </a:lnTo>
                  <a:lnTo>
                    <a:pt x="12859" y="6796"/>
                  </a:lnTo>
                  <a:lnTo>
                    <a:pt x="13130" y="7375"/>
                  </a:lnTo>
                  <a:lnTo>
                    <a:pt x="13439" y="7955"/>
                  </a:lnTo>
                  <a:lnTo>
                    <a:pt x="13825" y="8495"/>
                  </a:lnTo>
                  <a:lnTo>
                    <a:pt x="14249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499"/>
                  </a:lnTo>
                  <a:lnTo>
                    <a:pt x="15292" y="9654"/>
                  </a:lnTo>
                  <a:lnTo>
                    <a:pt x="15755" y="9808"/>
                  </a:lnTo>
                  <a:lnTo>
                    <a:pt x="16219" y="9885"/>
                  </a:lnTo>
                  <a:lnTo>
                    <a:pt x="16721" y="9885"/>
                  </a:lnTo>
                  <a:lnTo>
                    <a:pt x="17184" y="9808"/>
                  </a:lnTo>
                  <a:lnTo>
                    <a:pt x="17609" y="9615"/>
                  </a:lnTo>
                  <a:lnTo>
                    <a:pt x="17841" y="9499"/>
                  </a:lnTo>
                  <a:lnTo>
                    <a:pt x="18034" y="9383"/>
                  </a:lnTo>
                  <a:lnTo>
                    <a:pt x="18188" y="9229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2" y="8611"/>
                  </a:lnTo>
                  <a:lnTo>
                    <a:pt x="18652" y="8534"/>
                  </a:lnTo>
                  <a:lnTo>
                    <a:pt x="18652" y="8457"/>
                  </a:lnTo>
                  <a:lnTo>
                    <a:pt x="18652" y="8379"/>
                  </a:lnTo>
                  <a:lnTo>
                    <a:pt x="18652" y="8341"/>
                  </a:lnTo>
                  <a:lnTo>
                    <a:pt x="18304" y="8341"/>
                  </a:lnTo>
                  <a:lnTo>
                    <a:pt x="18265" y="8418"/>
                  </a:lnTo>
                  <a:lnTo>
                    <a:pt x="18072" y="8727"/>
                  </a:lnTo>
                  <a:lnTo>
                    <a:pt x="17802" y="8997"/>
                  </a:lnTo>
                  <a:lnTo>
                    <a:pt x="17493" y="9190"/>
                  </a:lnTo>
                  <a:lnTo>
                    <a:pt x="17184" y="9345"/>
                  </a:lnTo>
                  <a:lnTo>
                    <a:pt x="16837" y="9422"/>
                  </a:lnTo>
                  <a:lnTo>
                    <a:pt x="16450" y="9461"/>
                  </a:lnTo>
                  <a:lnTo>
                    <a:pt x="16103" y="9422"/>
                  </a:lnTo>
                  <a:lnTo>
                    <a:pt x="15717" y="9345"/>
                  </a:lnTo>
                  <a:lnTo>
                    <a:pt x="15369" y="9190"/>
                  </a:lnTo>
                  <a:lnTo>
                    <a:pt x="15022" y="8997"/>
                  </a:lnTo>
                  <a:lnTo>
                    <a:pt x="14713" y="8766"/>
                  </a:lnTo>
                  <a:lnTo>
                    <a:pt x="14404" y="8495"/>
                  </a:lnTo>
                  <a:lnTo>
                    <a:pt x="14172" y="8186"/>
                  </a:lnTo>
                  <a:lnTo>
                    <a:pt x="13941" y="7839"/>
                  </a:lnTo>
                  <a:lnTo>
                    <a:pt x="13709" y="7530"/>
                  </a:lnTo>
                  <a:lnTo>
                    <a:pt x="13554" y="7182"/>
                  </a:lnTo>
                  <a:lnTo>
                    <a:pt x="13245" y="6526"/>
                  </a:lnTo>
                  <a:lnTo>
                    <a:pt x="12975" y="5831"/>
                  </a:lnTo>
                  <a:lnTo>
                    <a:pt x="12473" y="4479"/>
                  </a:lnTo>
                  <a:lnTo>
                    <a:pt x="12164" y="3823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278"/>
                  </a:lnTo>
                  <a:lnTo>
                    <a:pt x="11006" y="2008"/>
                  </a:lnTo>
                  <a:lnTo>
                    <a:pt x="10542" y="1583"/>
                  </a:lnTo>
                  <a:lnTo>
                    <a:pt x="10079" y="1197"/>
                  </a:lnTo>
                  <a:lnTo>
                    <a:pt x="9577" y="850"/>
                  </a:lnTo>
                  <a:lnTo>
                    <a:pt x="9036" y="579"/>
                  </a:lnTo>
                  <a:lnTo>
                    <a:pt x="8496" y="348"/>
                  </a:lnTo>
                  <a:lnTo>
                    <a:pt x="7917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5"/>
            <p:cNvSpPr/>
            <p:nvPr/>
          </p:nvSpPr>
          <p:spPr>
            <a:xfrm>
              <a:off x="1648525" y="2901400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8" y="0"/>
                  </a:moveTo>
                  <a:lnTo>
                    <a:pt x="0" y="580"/>
                  </a:lnTo>
                  <a:lnTo>
                    <a:pt x="0" y="1198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9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70" y="5947"/>
                  </a:lnTo>
                  <a:lnTo>
                    <a:pt x="2433" y="6411"/>
                  </a:lnTo>
                  <a:lnTo>
                    <a:pt x="2974" y="6874"/>
                  </a:lnTo>
                  <a:lnTo>
                    <a:pt x="3514" y="7260"/>
                  </a:lnTo>
                  <a:lnTo>
                    <a:pt x="4093" y="7646"/>
                  </a:lnTo>
                  <a:lnTo>
                    <a:pt x="4711" y="7955"/>
                  </a:lnTo>
                  <a:lnTo>
                    <a:pt x="5329" y="8225"/>
                  </a:lnTo>
                  <a:lnTo>
                    <a:pt x="5986" y="8496"/>
                  </a:lnTo>
                  <a:lnTo>
                    <a:pt x="6642" y="8689"/>
                  </a:lnTo>
                  <a:lnTo>
                    <a:pt x="7299" y="8843"/>
                  </a:lnTo>
                  <a:lnTo>
                    <a:pt x="7994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4"/>
                  </a:lnTo>
                  <a:lnTo>
                    <a:pt x="10774" y="9075"/>
                  </a:lnTo>
                  <a:lnTo>
                    <a:pt x="11392" y="8998"/>
                  </a:lnTo>
                  <a:lnTo>
                    <a:pt x="12048" y="8920"/>
                  </a:lnTo>
                  <a:lnTo>
                    <a:pt x="12705" y="8766"/>
                  </a:lnTo>
                  <a:lnTo>
                    <a:pt x="13361" y="8612"/>
                  </a:lnTo>
                  <a:lnTo>
                    <a:pt x="14018" y="8380"/>
                  </a:lnTo>
                  <a:lnTo>
                    <a:pt x="14635" y="8148"/>
                  </a:lnTo>
                  <a:lnTo>
                    <a:pt x="15253" y="7878"/>
                  </a:lnTo>
                  <a:lnTo>
                    <a:pt x="15871" y="7569"/>
                  </a:lnTo>
                  <a:lnTo>
                    <a:pt x="16450" y="7221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5"/>
                  </a:lnTo>
                  <a:lnTo>
                    <a:pt x="19076" y="4287"/>
                  </a:lnTo>
                  <a:lnTo>
                    <a:pt x="19346" y="3669"/>
                  </a:lnTo>
                  <a:lnTo>
                    <a:pt x="19115" y="3630"/>
                  </a:lnTo>
                  <a:lnTo>
                    <a:pt x="18767" y="4171"/>
                  </a:lnTo>
                  <a:lnTo>
                    <a:pt x="18420" y="4634"/>
                  </a:lnTo>
                  <a:lnTo>
                    <a:pt x="18033" y="5098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1" y="6333"/>
                  </a:lnTo>
                  <a:lnTo>
                    <a:pt x="16257" y="6681"/>
                  </a:lnTo>
                  <a:lnTo>
                    <a:pt x="15755" y="7028"/>
                  </a:lnTo>
                  <a:lnTo>
                    <a:pt x="15215" y="7299"/>
                  </a:lnTo>
                  <a:lnTo>
                    <a:pt x="14713" y="7569"/>
                  </a:lnTo>
                  <a:lnTo>
                    <a:pt x="14133" y="7801"/>
                  </a:lnTo>
                  <a:lnTo>
                    <a:pt x="13593" y="8032"/>
                  </a:lnTo>
                  <a:lnTo>
                    <a:pt x="13014" y="8187"/>
                  </a:lnTo>
                  <a:lnTo>
                    <a:pt x="12434" y="8341"/>
                  </a:lnTo>
                  <a:lnTo>
                    <a:pt x="11816" y="8457"/>
                  </a:lnTo>
                  <a:lnTo>
                    <a:pt x="11199" y="8534"/>
                  </a:lnTo>
                  <a:lnTo>
                    <a:pt x="10504" y="8612"/>
                  </a:lnTo>
                  <a:lnTo>
                    <a:pt x="9113" y="8612"/>
                  </a:lnTo>
                  <a:lnTo>
                    <a:pt x="8380" y="8534"/>
                  </a:lnTo>
                  <a:lnTo>
                    <a:pt x="7685" y="8418"/>
                  </a:lnTo>
                  <a:lnTo>
                    <a:pt x="6990" y="8303"/>
                  </a:lnTo>
                  <a:lnTo>
                    <a:pt x="6333" y="8110"/>
                  </a:lnTo>
                  <a:lnTo>
                    <a:pt x="5638" y="7878"/>
                  </a:lnTo>
                  <a:lnTo>
                    <a:pt x="5020" y="7608"/>
                  </a:lnTo>
                  <a:lnTo>
                    <a:pt x="4364" y="7260"/>
                  </a:lnTo>
                  <a:lnTo>
                    <a:pt x="3785" y="6913"/>
                  </a:lnTo>
                  <a:lnTo>
                    <a:pt x="3205" y="6488"/>
                  </a:lnTo>
                  <a:lnTo>
                    <a:pt x="2703" y="6063"/>
                  </a:lnTo>
                  <a:lnTo>
                    <a:pt x="2201" y="5561"/>
                  </a:lnTo>
                  <a:lnTo>
                    <a:pt x="1777" y="4982"/>
                  </a:lnTo>
                  <a:lnTo>
                    <a:pt x="1390" y="4403"/>
                  </a:lnTo>
                  <a:lnTo>
                    <a:pt x="1120" y="3901"/>
                  </a:lnTo>
                  <a:lnTo>
                    <a:pt x="850" y="3360"/>
                  </a:lnTo>
                  <a:lnTo>
                    <a:pt x="695" y="2858"/>
                  </a:lnTo>
                  <a:lnTo>
                    <a:pt x="541" y="2279"/>
                  </a:lnTo>
                  <a:lnTo>
                    <a:pt x="425" y="1738"/>
                  </a:lnTo>
                  <a:lnTo>
                    <a:pt x="386" y="1159"/>
                  </a:lnTo>
                  <a:lnTo>
                    <a:pt x="386" y="618"/>
                  </a:lnTo>
                  <a:lnTo>
                    <a:pt x="425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5"/>
            <p:cNvSpPr/>
            <p:nvPr/>
          </p:nvSpPr>
          <p:spPr>
            <a:xfrm>
              <a:off x="5932850" y="4466275"/>
              <a:ext cx="200800" cy="230725"/>
            </a:xfrm>
            <a:custGeom>
              <a:avLst/>
              <a:gdLst/>
              <a:ahLst/>
              <a:cxnLst/>
              <a:rect l="l" t="t" r="r" b="b"/>
              <a:pathLst>
                <a:path w="8032" h="9229" extrusionOk="0">
                  <a:moveTo>
                    <a:pt x="2047" y="0"/>
                  </a:moveTo>
                  <a:lnTo>
                    <a:pt x="1892" y="77"/>
                  </a:lnTo>
                  <a:lnTo>
                    <a:pt x="1738" y="154"/>
                  </a:lnTo>
                  <a:lnTo>
                    <a:pt x="1429" y="425"/>
                  </a:lnTo>
                  <a:lnTo>
                    <a:pt x="1197" y="734"/>
                  </a:lnTo>
                  <a:lnTo>
                    <a:pt x="965" y="1004"/>
                  </a:lnTo>
                  <a:lnTo>
                    <a:pt x="734" y="1352"/>
                  </a:lnTo>
                  <a:lnTo>
                    <a:pt x="502" y="1738"/>
                  </a:lnTo>
                  <a:lnTo>
                    <a:pt x="348" y="2124"/>
                  </a:lnTo>
                  <a:lnTo>
                    <a:pt x="193" y="2549"/>
                  </a:lnTo>
                  <a:lnTo>
                    <a:pt x="77" y="3012"/>
                  </a:lnTo>
                  <a:lnTo>
                    <a:pt x="39" y="3475"/>
                  </a:lnTo>
                  <a:lnTo>
                    <a:pt x="0" y="3939"/>
                  </a:lnTo>
                  <a:lnTo>
                    <a:pt x="77" y="4441"/>
                  </a:lnTo>
                  <a:lnTo>
                    <a:pt x="155" y="4904"/>
                  </a:lnTo>
                  <a:lnTo>
                    <a:pt x="270" y="5329"/>
                  </a:lnTo>
                  <a:lnTo>
                    <a:pt x="463" y="5792"/>
                  </a:lnTo>
                  <a:lnTo>
                    <a:pt x="695" y="6178"/>
                  </a:lnTo>
                  <a:lnTo>
                    <a:pt x="1043" y="6178"/>
                  </a:lnTo>
                  <a:lnTo>
                    <a:pt x="888" y="5831"/>
                  </a:lnTo>
                  <a:lnTo>
                    <a:pt x="734" y="5483"/>
                  </a:lnTo>
                  <a:lnTo>
                    <a:pt x="657" y="5136"/>
                  </a:lnTo>
                  <a:lnTo>
                    <a:pt x="541" y="4788"/>
                  </a:lnTo>
                  <a:lnTo>
                    <a:pt x="502" y="4402"/>
                  </a:lnTo>
                  <a:lnTo>
                    <a:pt x="463" y="4055"/>
                  </a:lnTo>
                  <a:lnTo>
                    <a:pt x="463" y="3668"/>
                  </a:lnTo>
                  <a:lnTo>
                    <a:pt x="463" y="3321"/>
                  </a:lnTo>
                  <a:lnTo>
                    <a:pt x="541" y="2973"/>
                  </a:lnTo>
                  <a:lnTo>
                    <a:pt x="618" y="2626"/>
                  </a:lnTo>
                  <a:lnTo>
                    <a:pt x="734" y="2278"/>
                  </a:lnTo>
                  <a:lnTo>
                    <a:pt x="850" y="1931"/>
                  </a:lnTo>
                  <a:lnTo>
                    <a:pt x="1043" y="1622"/>
                  </a:lnTo>
                  <a:lnTo>
                    <a:pt x="1236" y="1313"/>
                  </a:lnTo>
                  <a:lnTo>
                    <a:pt x="1467" y="1004"/>
                  </a:lnTo>
                  <a:lnTo>
                    <a:pt x="1776" y="734"/>
                  </a:lnTo>
                  <a:lnTo>
                    <a:pt x="1969" y="579"/>
                  </a:lnTo>
                  <a:lnTo>
                    <a:pt x="2085" y="502"/>
                  </a:lnTo>
                  <a:lnTo>
                    <a:pt x="2201" y="463"/>
                  </a:lnTo>
                  <a:lnTo>
                    <a:pt x="2317" y="579"/>
                  </a:lnTo>
                  <a:lnTo>
                    <a:pt x="2433" y="811"/>
                  </a:lnTo>
                  <a:lnTo>
                    <a:pt x="2587" y="1197"/>
                  </a:lnTo>
                  <a:lnTo>
                    <a:pt x="2742" y="1583"/>
                  </a:lnTo>
                  <a:lnTo>
                    <a:pt x="2858" y="1931"/>
                  </a:lnTo>
                  <a:lnTo>
                    <a:pt x="2973" y="2317"/>
                  </a:lnTo>
                  <a:lnTo>
                    <a:pt x="3051" y="2703"/>
                  </a:lnTo>
                  <a:lnTo>
                    <a:pt x="3089" y="3089"/>
                  </a:lnTo>
                  <a:lnTo>
                    <a:pt x="3089" y="3437"/>
                  </a:lnTo>
                  <a:lnTo>
                    <a:pt x="3051" y="3784"/>
                  </a:lnTo>
                  <a:lnTo>
                    <a:pt x="3012" y="4132"/>
                  </a:lnTo>
                  <a:lnTo>
                    <a:pt x="2896" y="4479"/>
                  </a:lnTo>
                  <a:lnTo>
                    <a:pt x="2780" y="4788"/>
                  </a:lnTo>
                  <a:lnTo>
                    <a:pt x="2587" y="5136"/>
                  </a:lnTo>
                  <a:lnTo>
                    <a:pt x="2394" y="5445"/>
                  </a:lnTo>
                  <a:lnTo>
                    <a:pt x="2356" y="5522"/>
                  </a:lnTo>
                  <a:lnTo>
                    <a:pt x="2394" y="5638"/>
                  </a:lnTo>
                  <a:lnTo>
                    <a:pt x="2356" y="5715"/>
                  </a:lnTo>
                  <a:lnTo>
                    <a:pt x="2356" y="5754"/>
                  </a:lnTo>
                  <a:lnTo>
                    <a:pt x="2394" y="5792"/>
                  </a:lnTo>
                  <a:lnTo>
                    <a:pt x="2471" y="5792"/>
                  </a:lnTo>
                  <a:lnTo>
                    <a:pt x="2626" y="5715"/>
                  </a:lnTo>
                  <a:lnTo>
                    <a:pt x="2819" y="5676"/>
                  </a:lnTo>
                  <a:lnTo>
                    <a:pt x="3205" y="5676"/>
                  </a:lnTo>
                  <a:lnTo>
                    <a:pt x="3630" y="5715"/>
                  </a:lnTo>
                  <a:lnTo>
                    <a:pt x="4055" y="5792"/>
                  </a:lnTo>
                  <a:lnTo>
                    <a:pt x="4441" y="5947"/>
                  </a:lnTo>
                  <a:lnTo>
                    <a:pt x="4866" y="6101"/>
                  </a:lnTo>
                  <a:lnTo>
                    <a:pt x="5213" y="6256"/>
                  </a:lnTo>
                  <a:lnTo>
                    <a:pt x="5522" y="6449"/>
                  </a:lnTo>
                  <a:lnTo>
                    <a:pt x="5831" y="6642"/>
                  </a:lnTo>
                  <a:lnTo>
                    <a:pt x="6140" y="6835"/>
                  </a:lnTo>
                  <a:lnTo>
                    <a:pt x="6410" y="7067"/>
                  </a:lnTo>
                  <a:lnTo>
                    <a:pt x="6680" y="7337"/>
                  </a:lnTo>
                  <a:lnTo>
                    <a:pt x="6912" y="7607"/>
                  </a:lnTo>
                  <a:lnTo>
                    <a:pt x="7144" y="7877"/>
                  </a:lnTo>
                  <a:lnTo>
                    <a:pt x="7337" y="8186"/>
                  </a:lnTo>
                  <a:lnTo>
                    <a:pt x="7530" y="8534"/>
                  </a:lnTo>
                  <a:lnTo>
                    <a:pt x="7105" y="8650"/>
                  </a:lnTo>
                  <a:lnTo>
                    <a:pt x="6680" y="8727"/>
                  </a:lnTo>
                  <a:lnTo>
                    <a:pt x="6294" y="8766"/>
                  </a:lnTo>
                  <a:lnTo>
                    <a:pt x="5870" y="8804"/>
                  </a:lnTo>
                  <a:lnTo>
                    <a:pt x="5483" y="8804"/>
                  </a:lnTo>
                  <a:lnTo>
                    <a:pt x="5059" y="8727"/>
                  </a:lnTo>
                  <a:lnTo>
                    <a:pt x="4672" y="8611"/>
                  </a:lnTo>
                  <a:lnTo>
                    <a:pt x="4248" y="8457"/>
                  </a:lnTo>
                  <a:lnTo>
                    <a:pt x="3900" y="8264"/>
                  </a:lnTo>
                  <a:lnTo>
                    <a:pt x="3591" y="8071"/>
                  </a:lnTo>
                  <a:lnTo>
                    <a:pt x="3012" y="7607"/>
                  </a:lnTo>
                  <a:lnTo>
                    <a:pt x="2471" y="7105"/>
                  </a:lnTo>
                  <a:lnTo>
                    <a:pt x="1931" y="6565"/>
                  </a:lnTo>
                  <a:lnTo>
                    <a:pt x="1854" y="6526"/>
                  </a:lnTo>
                  <a:lnTo>
                    <a:pt x="1815" y="6487"/>
                  </a:lnTo>
                  <a:lnTo>
                    <a:pt x="1661" y="6526"/>
                  </a:lnTo>
                  <a:lnTo>
                    <a:pt x="1622" y="6526"/>
                  </a:lnTo>
                  <a:lnTo>
                    <a:pt x="1583" y="6565"/>
                  </a:lnTo>
                  <a:lnTo>
                    <a:pt x="1429" y="6835"/>
                  </a:lnTo>
                  <a:lnTo>
                    <a:pt x="1661" y="6873"/>
                  </a:lnTo>
                  <a:lnTo>
                    <a:pt x="2278" y="7491"/>
                  </a:lnTo>
                  <a:lnTo>
                    <a:pt x="2896" y="8071"/>
                  </a:lnTo>
                  <a:lnTo>
                    <a:pt x="3244" y="8341"/>
                  </a:lnTo>
                  <a:lnTo>
                    <a:pt x="3630" y="8573"/>
                  </a:lnTo>
                  <a:lnTo>
                    <a:pt x="3977" y="8766"/>
                  </a:lnTo>
                  <a:lnTo>
                    <a:pt x="4364" y="8959"/>
                  </a:lnTo>
                  <a:lnTo>
                    <a:pt x="4827" y="9113"/>
                  </a:lnTo>
                  <a:lnTo>
                    <a:pt x="5252" y="9190"/>
                  </a:lnTo>
                  <a:lnTo>
                    <a:pt x="5676" y="9229"/>
                  </a:lnTo>
                  <a:lnTo>
                    <a:pt x="6140" y="9229"/>
                  </a:lnTo>
                  <a:lnTo>
                    <a:pt x="6565" y="9152"/>
                  </a:lnTo>
                  <a:lnTo>
                    <a:pt x="6989" y="9074"/>
                  </a:lnTo>
                  <a:lnTo>
                    <a:pt x="7878" y="8843"/>
                  </a:lnTo>
                  <a:lnTo>
                    <a:pt x="7955" y="8804"/>
                  </a:lnTo>
                  <a:lnTo>
                    <a:pt x="7993" y="8727"/>
                  </a:lnTo>
                  <a:lnTo>
                    <a:pt x="8032" y="8650"/>
                  </a:lnTo>
                  <a:lnTo>
                    <a:pt x="7993" y="8534"/>
                  </a:lnTo>
                  <a:lnTo>
                    <a:pt x="7762" y="8109"/>
                  </a:lnTo>
                  <a:lnTo>
                    <a:pt x="7491" y="7684"/>
                  </a:lnTo>
                  <a:lnTo>
                    <a:pt x="7221" y="7298"/>
                  </a:lnTo>
                  <a:lnTo>
                    <a:pt x="6874" y="6912"/>
                  </a:lnTo>
                  <a:lnTo>
                    <a:pt x="6526" y="6603"/>
                  </a:lnTo>
                  <a:lnTo>
                    <a:pt x="6140" y="6294"/>
                  </a:lnTo>
                  <a:lnTo>
                    <a:pt x="5715" y="6024"/>
                  </a:lnTo>
                  <a:lnTo>
                    <a:pt x="5252" y="5792"/>
                  </a:lnTo>
                  <a:lnTo>
                    <a:pt x="4827" y="5638"/>
                  </a:lnTo>
                  <a:lnTo>
                    <a:pt x="4248" y="5445"/>
                  </a:lnTo>
                  <a:lnTo>
                    <a:pt x="3939" y="5367"/>
                  </a:lnTo>
                  <a:lnTo>
                    <a:pt x="3591" y="5290"/>
                  </a:lnTo>
                  <a:lnTo>
                    <a:pt x="3012" y="5290"/>
                  </a:lnTo>
                  <a:lnTo>
                    <a:pt x="3167" y="4981"/>
                  </a:lnTo>
                  <a:lnTo>
                    <a:pt x="3321" y="4634"/>
                  </a:lnTo>
                  <a:lnTo>
                    <a:pt x="3398" y="4286"/>
                  </a:lnTo>
                  <a:lnTo>
                    <a:pt x="3475" y="3939"/>
                  </a:lnTo>
                  <a:lnTo>
                    <a:pt x="3514" y="3591"/>
                  </a:lnTo>
                  <a:lnTo>
                    <a:pt x="3514" y="3205"/>
                  </a:lnTo>
                  <a:lnTo>
                    <a:pt x="3514" y="2858"/>
                  </a:lnTo>
                  <a:lnTo>
                    <a:pt x="3437" y="2471"/>
                  </a:lnTo>
                  <a:lnTo>
                    <a:pt x="3321" y="1969"/>
                  </a:lnTo>
                  <a:lnTo>
                    <a:pt x="3167" y="1467"/>
                  </a:lnTo>
                  <a:lnTo>
                    <a:pt x="2935" y="965"/>
                  </a:lnTo>
                  <a:lnTo>
                    <a:pt x="2703" y="502"/>
                  </a:lnTo>
                  <a:lnTo>
                    <a:pt x="2587" y="270"/>
                  </a:lnTo>
                  <a:lnTo>
                    <a:pt x="2471" y="116"/>
                  </a:lnTo>
                  <a:lnTo>
                    <a:pt x="2356" y="39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5"/>
            <p:cNvSpPr/>
            <p:nvPr/>
          </p:nvSpPr>
          <p:spPr>
            <a:xfrm>
              <a:off x="5635500" y="4343650"/>
              <a:ext cx="54100" cy="45400"/>
            </a:xfrm>
            <a:custGeom>
              <a:avLst/>
              <a:gdLst/>
              <a:ahLst/>
              <a:cxnLst/>
              <a:rect l="l" t="t" r="r" b="b"/>
              <a:pathLst>
                <a:path w="2164" h="1816" extrusionOk="0">
                  <a:moveTo>
                    <a:pt x="1314" y="387"/>
                  </a:moveTo>
                  <a:lnTo>
                    <a:pt x="1507" y="464"/>
                  </a:lnTo>
                  <a:lnTo>
                    <a:pt x="1661" y="580"/>
                  </a:lnTo>
                  <a:lnTo>
                    <a:pt x="1777" y="735"/>
                  </a:lnTo>
                  <a:lnTo>
                    <a:pt x="1777" y="889"/>
                  </a:lnTo>
                  <a:lnTo>
                    <a:pt x="1777" y="928"/>
                  </a:lnTo>
                  <a:lnTo>
                    <a:pt x="1738" y="1005"/>
                  </a:lnTo>
                  <a:lnTo>
                    <a:pt x="1661" y="1044"/>
                  </a:lnTo>
                  <a:lnTo>
                    <a:pt x="1584" y="1082"/>
                  </a:lnTo>
                  <a:lnTo>
                    <a:pt x="1275" y="1121"/>
                  </a:lnTo>
                  <a:lnTo>
                    <a:pt x="927" y="1121"/>
                  </a:lnTo>
                  <a:lnTo>
                    <a:pt x="619" y="1159"/>
                  </a:lnTo>
                  <a:lnTo>
                    <a:pt x="464" y="1198"/>
                  </a:lnTo>
                  <a:lnTo>
                    <a:pt x="348" y="1275"/>
                  </a:lnTo>
                  <a:lnTo>
                    <a:pt x="348" y="1121"/>
                  </a:lnTo>
                  <a:lnTo>
                    <a:pt x="348" y="1005"/>
                  </a:lnTo>
                  <a:lnTo>
                    <a:pt x="387" y="850"/>
                  </a:lnTo>
                  <a:lnTo>
                    <a:pt x="464" y="735"/>
                  </a:lnTo>
                  <a:lnTo>
                    <a:pt x="580" y="619"/>
                  </a:lnTo>
                  <a:lnTo>
                    <a:pt x="657" y="503"/>
                  </a:lnTo>
                  <a:lnTo>
                    <a:pt x="812" y="426"/>
                  </a:lnTo>
                  <a:lnTo>
                    <a:pt x="966" y="387"/>
                  </a:lnTo>
                  <a:close/>
                  <a:moveTo>
                    <a:pt x="1005" y="1"/>
                  </a:moveTo>
                  <a:lnTo>
                    <a:pt x="812" y="40"/>
                  </a:lnTo>
                  <a:lnTo>
                    <a:pt x="619" y="117"/>
                  </a:lnTo>
                  <a:lnTo>
                    <a:pt x="425" y="233"/>
                  </a:lnTo>
                  <a:lnTo>
                    <a:pt x="271" y="348"/>
                  </a:lnTo>
                  <a:lnTo>
                    <a:pt x="155" y="503"/>
                  </a:lnTo>
                  <a:lnTo>
                    <a:pt x="78" y="696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30"/>
                  </a:lnTo>
                  <a:lnTo>
                    <a:pt x="117" y="1623"/>
                  </a:lnTo>
                  <a:lnTo>
                    <a:pt x="155" y="1739"/>
                  </a:lnTo>
                  <a:lnTo>
                    <a:pt x="232" y="1777"/>
                  </a:lnTo>
                  <a:lnTo>
                    <a:pt x="348" y="1816"/>
                  </a:lnTo>
                  <a:lnTo>
                    <a:pt x="425" y="1739"/>
                  </a:lnTo>
                  <a:lnTo>
                    <a:pt x="580" y="1623"/>
                  </a:lnTo>
                  <a:lnTo>
                    <a:pt x="696" y="1546"/>
                  </a:lnTo>
                  <a:lnTo>
                    <a:pt x="889" y="1507"/>
                  </a:lnTo>
                  <a:lnTo>
                    <a:pt x="1429" y="1507"/>
                  </a:lnTo>
                  <a:lnTo>
                    <a:pt x="1584" y="1468"/>
                  </a:lnTo>
                  <a:lnTo>
                    <a:pt x="1777" y="1430"/>
                  </a:lnTo>
                  <a:lnTo>
                    <a:pt x="1931" y="1352"/>
                  </a:lnTo>
                  <a:lnTo>
                    <a:pt x="2047" y="1237"/>
                  </a:lnTo>
                  <a:lnTo>
                    <a:pt x="2125" y="1121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9"/>
                  </a:lnTo>
                  <a:lnTo>
                    <a:pt x="2086" y="464"/>
                  </a:lnTo>
                  <a:lnTo>
                    <a:pt x="1970" y="310"/>
                  </a:lnTo>
                  <a:lnTo>
                    <a:pt x="1816" y="194"/>
                  </a:lnTo>
                  <a:lnTo>
                    <a:pt x="1623" y="78"/>
                  </a:lnTo>
                  <a:lnTo>
                    <a:pt x="142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5"/>
            <p:cNvSpPr/>
            <p:nvPr/>
          </p:nvSpPr>
          <p:spPr>
            <a:xfrm>
              <a:off x="5576625" y="4556050"/>
              <a:ext cx="35725" cy="28975"/>
            </a:xfrm>
            <a:custGeom>
              <a:avLst/>
              <a:gdLst/>
              <a:ahLst/>
              <a:cxnLst/>
              <a:rect l="l" t="t" r="r" b="b"/>
              <a:pathLst>
                <a:path w="1429" h="1159" extrusionOk="0">
                  <a:moveTo>
                    <a:pt x="502" y="0"/>
                  </a:moveTo>
                  <a:lnTo>
                    <a:pt x="309" y="116"/>
                  </a:lnTo>
                  <a:lnTo>
                    <a:pt x="193" y="232"/>
                  </a:lnTo>
                  <a:lnTo>
                    <a:pt x="77" y="386"/>
                  </a:lnTo>
                  <a:lnTo>
                    <a:pt x="39" y="541"/>
                  </a:lnTo>
                  <a:lnTo>
                    <a:pt x="0" y="734"/>
                  </a:lnTo>
                  <a:lnTo>
                    <a:pt x="39" y="927"/>
                  </a:lnTo>
                  <a:lnTo>
                    <a:pt x="116" y="1081"/>
                  </a:lnTo>
                  <a:lnTo>
                    <a:pt x="193" y="1159"/>
                  </a:lnTo>
                  <a:lnTo>
                    <a:pt x="348" y="1159"/>
                  </a:lnTo>
                  <a:lnTo>
                    <a:pt x="425" y="1043"/>
                  </a:lnTo>
                  <a:lnTo>
                    <a:pt x="425" y="1004"/>
                  </a:lnTo>
                  <a:lnTo>
                    <a:pt x="386" y="927"/>
                  </a:lnTo>
                  <a:lnTo>
                    <a:pt x="386" y="850"/>
                  </a:lnTo>
                  <a:lnTo>
                    <a:pt x="348" y="772"/>
                  </a:lnTo>
                  <a:lnTo>
                    <a:pt x="425" y="579"/>
                  </a:lnTo>
                  <a:lnTo>
                    <a:pt x="541" y="425"/>
                  </a:lnTo>
                  <a:lnTo>
                    <a:pt x="618" y="386"/>
                  </a:lnTo>
                  <a:lnTo>
                    <a:pt x="773" y="386"/>
                  </a:lnTo>
                  <a:lnTo>
                    <a:pt x="850" y="425"/>
                  </a:lnTo>
                  <a:lnTo>
                    <a:pt x="966" y="579"/>
                  </a:lnTo>
                  <a:lnTo>
                    <a:pt x="1004" y="657"/>
                  </a:lnTo>
                  <a:lnTo>
                    <a:pt x="1004" y="734"/>
                  </a:lnTo>
                  <a:lnTo>
                    <a:pt x="966" y="927"/>
                  </a:lnTo>
                  <a:lnTo>
                    <a:pt x="966" y="1004"/>
                  </a:lnTo>
                  <a:lnTo>
                    <a:pt x="966" y="1081"/>
                  </a:lnTo>
                  <a:lnTo>
                    <a:pt x="1004" y="1120"/>
                  </a:lnTo>
                  <a:lnTo>
                    <a:pt x="1081" y="1159"/>
                  </a:lnTo>
                  <a:lnTo>
                    <a:pt x="1197" y="1159"/>
                  </a:lnTo>
                  <a:lnTo>
                    <a:pt x="1275" y="1120"/>
                  </a:lnTo>
                  <a:lnTo>
                    <a:pt x="1313" y="1081"/>
                  </a:lnTo>
                  <a:lnTo>
                    <a:pt x="1390" y="888"/>
                  </a:lnTo>
                  <a:lnTo>
                    <a:pt x="1429" y="734"/>
                  </a:lnTo>
                  <a:lnTo>
                    <a:pt x="1390" y="541"/>
                  </a:lnTo>
                  <a:lnTo>
                    <a:pt x="1313" y="348"/>
                  </a:lnTo>
                  <a:lnTo>
                    <a:pt x="1197" y="193"/>
                  </a:lnTo>
                  <a:lnTo>
                    <a:pt x="1043" y="77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5"/>
            <p:cNvSpPr/>
            <p:nvPr/>
          </p:nvSpPr>
          <p:spPr>
            <a:xfrm>
              <a:off x="5567925" y="4274150"/>
              <a:ext cx="67600" cy="76300"/>
            </a:xfrm>
            <a:custGeom>
              <a:avLst/>
              <a:gdLst/>
              <a:ahLst/>
              <a:cxnLst/>
              <a:rect l="l" t="t" r="r" b="b"/>
              <a:pathLst>
                <a:path w="2704" h="3052" extrusionOk="0">
                  <a:moveTo>
                    <a:pt x="1159" y="425"/>
                  </a:moveTo>
                  <a:lnTo>
                    <a:pt x="1429" y="503"/>
                  </a:lnTo>
                  <a:lnTo>
                    <a:pt x="1661" y="619"/>
                  </a:lnTo>
                  <a:lnTo>
                    <a:pt x="1854" y="773"/>
                  </a:lnTo>
                  <a:lnTo>
                    <a:pt x="2009" y="966"/>
                  </a:lnTo>
                  <a:lnTo>
                    <a:pt x="2124" y="1121"/>
                  </a:lnTo>
                  <a:lnTo>
                    <a:pt x="2202" y="1314"/>
                  </a:lnTo>
                  <a:lnTo>
                    <a:pt x="2318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2" y="2395"/>
                  </a:lnTo>
                  <a:lnTo>
                    <a:pt x="2047" y="2279"/>
                  </a:lnTo>
                  <a:lnTo>
                    <a:pt x="1623" y="2047"/>
                  </a:lnTo>
                  <a:lnTo>
                    <a:pt x="1236" y="1893"/>
                  </a:lnTo>
                  <a:lnTo>
                    <a:pt x="1005" y="1777"/>
                  </a:lnTo>
                  <a:lnTo>
                    <a:pt x="812" y="1661"/>
                  </a:lnTo>
                  <a:lnTo>
                    <a:pt x="619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2"/>
                  </a:lnTo>
                  <a:lnTo>
                    <a:pt x="541" y="657"/>
                  </a:lnTo>
                  <a:lnTo>
                    <a:pt x="619" y="580"/>
                  </a:lnTo>
                  <a:lnTo>
                    <a:pt x="696" y="503"/>
                  </a:lnTo>
                  <a:lnTo>
                    <a:pt x="812" y="464"/>
                  </a:lnTo>
                  <a:lnTo>
                    <a:pt x="927" y="425"/>
                  </a:lnTo>
                  <a:close/>
                  <a:moveTo>
                    <a:pt x="1005" y="1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1"/>
                  </a:lnTo>
                  <a:lnTo>
                    <a:pt x="194" y="425"/>
                  </a:lnTo>
                  <a:lnTo>
                    <a:pt x="78" y="619"/>
                  </a:lnTo>
                  <a:lnTo>
                    <a:pt x="1" y="812"/>
                  </a:lnTo>
                  <a:lnTo>
                    <a:pt x="1" y="1005"/>
                  </a:lnTo>
                  <a:lnTo>
                    <a:pt x="1" y="1236"/>
                  </a:lnTo>
                  <a:lnTo>
                    <a:pt x="39" y="1429"/>
                  </a:lnTo>
                  <a:lnTo>
                    <a:pt x="155" y="1623"/>
                  </a:lnTo>
                  <a:lnTo>
                    <a:pt x="387" y="1854"/>
                  </a:lnTo>
                  <a:lnTo>
                    <a:pt x="619" y="2047"/>
                  </a:lnTo>
                  <a:lnTo>
                    <a:pt x="889" y="2202"/>
                  </a:lnTo>
                  <a:lnTo>
                    <a:pt x="1198" y="2318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9" y="2742"/>
                  </a:lnTo>
                  <a:lnTo>
                    <a:pt x="2202" y="2974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1" y="3013"/>
                  </a:lnTo>
                  <a:lnTo>
                    <a:pt x="2588" y="2974"/>
                  </a:lnTo>
                  <a:lnTo>
                    <a:pt x="2626" y="2897"/>
                  </a:lnTo>
                  <a:lnTo>
                    <a:pt x="2704" y="2318"/>
                  </a:lnTo>
                  <a:lnTo>
                    <a:pt x="2704" y="2009"/>
                  </a:lnTo>
                  <a:lnTo>
                    <a:pt x="2704" y="1700"/>
                  </a:lnTo>
                  <a:lnTo>
                    <a:pt x="2626" y="1429"/>
                  </a:lnTo>
                  <a:lnTo>
                    <a:pt x="2549" y="1121"/>
                  </a:lnTo>
                  <a:lnTo>
                    <a:pt x="2433" y="850"/>
                  </a:lnTo>
                  <a:lnTo>
                    <a:pt x="2279" y="580"/>
                  </a:lnTo>
                  <a:lnTo>
                    <a:pt x="2124" y="425"/>
                  </a:lnTo>
                  <a:lnTo>
                    <a:pt x="1931" y="271"/>
                  </a:lnTo>
                  <a:lnTo>
                    <a:pt x="1700" y="117"/>
                  </a:lnTo>
                  <a:lnTo>
                    <a:pt x="1507" y="39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5"/>
            <p:cNvSpPr/>
            <p:nvPr/>
          </p:nvSpPr>
          <p:spPr>
            <a:xfrm>
              <a:off x="5523525" y="4559900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1"/>
                  </a:moveTo>
                  <a:lnTo>
                    <a:pt x="425" y="39"/>
                  </a:lnTo>
                  <a:lnTo>
                    <a:pt x="232" y="117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2"/>
                  </a:lnTo>
                  <a:lnTo>
                    <a:pt x="78" y="966"/>
                  </a:lnTo>
                  <a:lnTo>
                    <a:pt x="232" y="1082"/>
                  </a:lnTo>
                  <a:lnTo>
                    <a:pt x="387" y="1198"/>
                  </a:lnTo>
                  <a:lnTo>
                    <a:pt x="464" y="1198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4" y="1005"/>
                  </a:lnTo>
                  <a:lnTo>
                    <a:pt x="387" y="927"/>
                  </a:lnTo>
                  <a:lnTo>
                    <a:pt x="348" y="812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7" y="503"/>
                  </a:lnTo>
                  <a:lnTo>
                    <a:pt x="464" y="464"/>
                  </a:lnTo>
                  <a:lnTo>
                    <a:pt x="541" y="387"/>
                  </a:lnTo>
                  <a:lnTo>
                    <a:pt x="773" y="387"/>
                  </a:lnTo>
                  <a:lnTo>
                    <a:pt x="850" y="464"/>
                  </a:lnTo>
                  <a:lnTo>
                    <a:pt x="927" y="541"/>
                  </a:lnTo>
                  <a:lnTo>
                    <a:pt x="966" y="657"/>
                  </a:lnTo>
                  <a:lnTo>
                    <a:pt x="1004" y="850"/>
                  </a:lnTo>
                  <a:lnTo>
                    <a:pt x="1043" y="966"/>
                  </a:lnTo>
                  <a:lnTo>
                    <a:pt x="1082" y="1043"/>
                  </a:lnTo>
                  <a:lnTo>
                    <a:pt x="1159" y="1082"/>
                  </a:lnTo>
                  <a:lnTo>
                    <a:pt x="1197" y="1082"/>
                  </a:lnTo>
                  <a:lnTo>
                    <a:pt x="1275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5" y="387"/>
                  </a:lnTo>
                  <a:lnTo>
                    <a:pt x="1159" y="232"/>
                  </a:lnTo>
                  <a:lnTo>
                    <a:pt x="1004" y="78"/>
                  </a:lnTo>
                  <a:lnTo>
                    <a:pt x="81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5"/>
            <p:cNvSpPr/>
            <p:nvPr/>
          </p:nvSpPr>
          <p:spPr>
            <a:xfrm>
              <a:off x="5492625" y="4412200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1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1"/>
                  </a:lnTo>
                  <a:lnTo>
                    <a:pt x="3862" y="503"/>
                  </a:lnTo>
                  <a:lnTo>
                    <a:pt x="3322" y="773"/>
                  </a:lnTo>
                  <a:lnTo>
                    <a:pt x="2781" y="1082"/>
                  </a:lnTo>
                  <a:lnTo>
                    <a:pt x="2279" y="1429"/>
                  </a:lnTo>
                  <a:lnTo>
                    <a:pt x="1816" y="1854"/>
                  </a:lnTo>
                  <a:lnTo>
                    <a:pt x="1429" y="2279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3" y="3746"/>
                  </a:lnTo>
                  <a:lnTo>
                    <a:pt x="271" y="4248"/>
                  </a:lnTo>
                  <a:lnTo>
                    <a:pt x="117" y="4789"/>
                  </a:lnTo>
                  <a:lnTo>
                    <a:pt x="1" y="5368"/>
                  </a:lnTo>
                  <a:lnTo>
                    <a:pt x="348" y="5407"/>
                  </a:lnTo>
                  <a:lnTo>
                    <a:pt x="464" y="4982"/>
                  </a:lnTo>
                  <a:lnTo>
                    <a:pt x="580" y="4596"/>
                  </a:lnTo>
                  <a:lnTo>
                    <a:pt x="812" y="3978"/>
                  </a:lnTo>
                  <a:lnTo>
                    <a:pt x="1121" y="3399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7"/>
                  </a:lnTo>
                  <a:lnTo>
                    <a:pt x="3399" y="1159"/>
                  </a:lnTo>
                  <a:lnTo>
                    <a:pt x="3978" y="889"/>
                  </a:lnTo>
                  <a:lnTo>
                    <a:pt x="4635" y="657"/>
                  </a:lnTo>
                  <a:lnTo>
                    <a:pt x="5252" y="464"/>
                  </a:lnTo>
                  <a:lnTo>
                    <a:pt x="5909" y="387"/>
                  </a:lnTo>
                  <a:lnTo>
                    <a:pt x="6565" y="387"/>
                  </a:lnTo>
                  <a:lnTo>
                    <a:pt x="7222" y="464"/>
                  </a:lnTo>
                  <a:lnTo>
                    <a:pt x="7878" y="580"/>
                  </a:lnTo>
                  <a:lnTo>
                    <a:pt x="8496" y="812"/>
                  </a:lnTo>
                  <a:lnTo>
                    <a:pt x="9114" y="1082"/>
                  </a:lnTo>
                  <a:lnTo>
                    <a:pt x="9423" y="1275"/>
                  </a:lnTo>
                  <a:lnTo>
                    <a:pt x="9732" y="1507"/>
                  </a:lnTo>
                  <a:lnTo>
                    <a:pt x="10041" y="1700"/>
                  </a:lnTo>
                  <a:lnTo>
                    <a:pt x="10311" y="1931"/>
                  </a:lnTo>
                  <a:lnTo>
                    <a:pt x="10774" y="2472"/>
                  </a:lnTo>
                  <a:lnTo>
                    <a:pt x="11199" y="3013"/>
                  </a:lnTo>
                  <a:lnTo>
                    <a:pt x="11547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5" y="5638"/>
                  </a:lnTo>
                  <a:lnTo>
                    <a:pt x="12628" y="6218"/>
                  </a:lnTo>
                  <a:lnTo>
                    <a:pt x="12859" y="6797"/>
                  </a:lnTo>
                  <a:lnTo>
                    <a:pt x="13130" y="7376"/>
                  </a:lnTo>
                  <a:lnTo>
                    <a:pt x="13439" y="7955"/>
                  </a:lnTo>
                  <a:lnTo>
                    <a:pt x="13825" y="8496"/>
                  </a:lnTo>
                  <a:lnTo>
                    <a:pt x="14250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500"/>
                  </a:lnTo>
                  <a:lnTo>
                    <a:pt x="15292" y="9654"/>
                  </a:lnTo>
                  <a:lnTo>
                    <a:pt x="15756" y="9809"/>
                  </a:lnTo>
                  <a:lnTo>
                    <a:pt x="16219" y="9886"/>
                  </a:lnTo>
                  <a:lnTo>
                    <a:pt x="16721" y="9886"/>
                  </a:lnTo>
                  <a:lnTo>
                    <a:pt x="17184" y="9809"/>
                  </a:lnTo>
                  <a:lnTo>
                    <a:pt x="17609" y="9616"/>
                  </a:lnTo>
                  <a:lnTo>
                    <a:pt x="17841" y="9500"/>
                  </a:lnTo>
                  <a:lnTo>
                    <a:pt x="18034" y="9384"/>
                  </a:lnTo>
                  <a:lnTo>
                    <a:pt x="18188" y="9230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2" y="8612"/>
                  </a:lnTo>
                  <a:lnTo>
                    <a:pt x="18652" y="8534"/>
                  </a:lnTo>
                  <a:lnTo>
                    <a:pt x="18652" y="8457"/>
                  </a:lnTo>
                  <a:lnTo>
                    <a:pt x="18652" y="8380"/>
                  </a:lnTo>
                  <a:lnTo>
                    <a:pt x="18652" y="8341"/>
                  </a:lnTo>
                  <a:lnTo>
                    <a:pt x="18304" y="8341"/>
                  </a:lnTo>
                  <a:lnTo>
                    <a:pt x="18266" y="8419"/>
                  </a:lnTo>
                  <a:lnTo>
                    <a:pt x="18072" y="8728"/>
                  </a:lnTo>
                  <a:lnTo>
                    <a:pt x="17802" y="8998"/>
                  </a:lnTo>
                  <a:lnTo>
                    <a:pt x="17493" y="9191"/>
                  </a:lnTo>
                  <a:lnTo>
                    <a:pt x="17184" y="9345"/>
                  </a:lnTo>
                  <a:lnTo>
                    <a:pt x="16837" y="9423"/>
                  </a:lnTo>
                  <a:lnTo>
                    <a:pt x="16451" y="9461"/>
                  </a:lnTo>
                  <a:lnTo>
                    <a:pt x="16103" y="9423"/>
                  </a:lnTo>
                  <a:lnTo>
                    <a:pt x="15717" y="9345"/>
                  </a:lnTo>
                  <a:lnTo>
                    <a:pt x="15369" y="9191"/>
                  </a:lnTo>
                  <a:lnTo>
                    <a:pt x="15022" y="8998"/>
                  </a:lnTo>
                  <a:lnTo>
                    <a:pt x="14713" y="8766"/>
                  </a:lnTo>
                  <a:lnTo>
                    <a:pt x="14404" y="8496"/>
                  </a:lnTo>
                  <a:lnTo>
                    <a:pt x="14172" y="8187"/>
                  </a:lnTo>
                  <a:lnTo>
                    <a:pt x="13941" y="7839"/>
                  </a:lnTo>
                  <a:lnTo>
                    <a:pt x="13709" y="7530"/>
                  </a:lnTo>
                  <a:lnTo>
                    <a:pt x="13555" y="7183"/>
                  </a:lnTo>
                  <a:lnTo>
                    <a:pt x="13246" y="6526"/>
                  </a:lnTo>
                  <a:lnTo>
                    <a:pt x="12975" y="5831"/>
                  </a:lnTo>
                  <a:lnTo>
                    <a:pt x="12473" y="4480"/>
                  </a:lnTo>
                  <a:lnTo>
                    <a:pt x="12164" y="3823"/>
                  </a:lnTo>
                  <a:lnTo>
                    <a:pt x="11855" y="3206"/>
                  </a:lnTo>
                  <a:lnTo>
                    <a:pt x="11469" y="2588"/>
                  </a:lnTo>
                  <a:lnTo>
                    <a:pt x="11238" y="2279"/>
                  </a:lnTo>
                  <a:lnTo>
                    <a:pt x="11006" y="2009"/>
                  </a:lnTo>
                  <a:lnTo>
                    <a:pt x="10543" y="1584"/>
                  </a:lnTo>
                  <a:lnTo>
                    <a:pt x="10079" y="1198"/>
                  </a:lnTo>
                  <a:lnTo>
                    <a:pt x="9577" y="850"/>
                  </a:lnTo>
                  <a:lnTo>
                    <a:pt x="9037" y="580"/>
                  </a:lnTo>
                  <a:lnTo>
                    <a:pt x="8496" y="348"/>
                  </a:lnTo>
                  <a:lnTo>
                    <a:pt x="7917" y="194"/>
                  </a:lnTo>
                  <a:lnTo>
                    <a:pt x="7338" y="78"/>
                  </a:lnTo>
                  <a:lnTo>
                    <a:pt x="67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5"/>
            <p:cNvSpPr/>
            <p:nvPr/>
          </p:nvSpPr>
          <p:spPr>
            <a:xfrm>
              <a:off x="5490700" y="4546400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8" y="0"/>
                  </a:moveTo>
                  <a:lnTo>
                    <a:pt x="0" y="579"/>
                  </a:lnTo>
                  <a:lnTo>
                    <a:pt x="0" y="1197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8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6"/>
                  </a:lnTo>
                  <a:lnTo>
                    <a:pt x="1970" y="5947"/>
                  </a:lnTo>
                  <a:lnTo>
                    <a:pt x="2433" y="6410"/>
                  </a:lnTo>
                  <a:lnTo>
                    <a:pt x="2974" y="6873"/>
                  </a:lnTo>
                  <a:lnTo>
                    <a:pt x="3514" y="7260"/>
                  </a:lnTo>
                  <a:lnTo>
                    <a:pt x="4094" y="7646"/>
                  </a:lnTo>
                  <a:lnTo>
                    <a:pt x="4712" y="7955"/>
                  </a:lnTo>
                  <a:lnTo>
                    <a:pt x="5329" y="8225"/>
                  </a:lnTo>
                  <a:lnTo>
                    <a:pt x="5986" y="8495"/>
                  </a:lnTo>
                  <a:lnTo>
                    <a:pt x="6642" y="8688"/>
                  </a:lnTo>
                  <a:lnTo>
                    <a:pt x="7299" y="8843"/>
                  </a:lnTo>
                  <a:lnTo>
                    <a:pt x="7994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3"/>
                  </a:lnTo>
                  <a:lnTo>
                    <a:pt x="10774" y="9075"/>
                  </a:lnTo>
                  <a:lnTo>
                    <a:pt x="11392" y="8997"/>
                  </a:lnTo>
                  <a:lnTo>
                    <a:pt x="12048" y="8920"/>
                  </a:lnTo>
                  <a:lnTo>
                    <a:pt x="12705" y="8766"/>
                  </a:lnTo>
                  <a:lnTo>
                    <a:pt x="13361" y="8611"/>
                  </a:lnTo>
                  <a:lnTo>
                    <a:pt x="14018" y="8379"/>
                  </a:lnTo>
                  <a:lnTo>
                    <a:pt x="14636" y="8148"/>
                  </a:lnTo>
                  <a:lnTo>
                    <a:pt x="15253" y="7877"/>
                  </a:lnTo>
                  <a:lnTo>
                    <a:pt x="15871" y="7569"/>
                  </a:lnTo>
                  <a:lnTo>
                    <a:pt x="16450" y="7221"/>
                  </a:lnTo>
                  <a:lnTo>
                    <a:pt x="16991" y="6835"/>
                  </a:lnTo>
                  <a:lnTo>
                    <a:pt x="17493" y="6410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4"/>
                  </a:lnTo>
                  <a:lnTo>
                    <a:pt x="19076" y="4286"/>
                  </a:lnTo>
                  <a:lnTo>
                    <a:pt x="19347" y="3668"/>
                  </a:lnTo>
                  <a:lnTo>
                    <a:pt x="19115" y="3630"/>
                  </a:lnTo>
                  <a:lnTo>
                    <a:pt x="18767" y="4170"/>
                  </a:lnTo>
                  <a:lnTo>
                    <a:pt x="18420" y="4634"/>
                  </a:lnTo>
                  <a:lnTo>
                    <a:pt x="18034" y="5097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1" y="6333"/>
                  </a:lnTo>
                  <a:lnTo>
                    <a:pt x="16257" y="6680"/>
                  </a:lnTo>
                  <a:lnTo>
                    <a:pt x="15755" y="7028"/>
                  </a:lnTo>
                  <a:lnTo>
                    <a:pt x="15215" y="7298"/>
                  </a:lnTo>
                  <a:lnTo>
                    <a:pt x="14713" y="7569"/>
                  </a:lnTo>
                  <a:lnTo>
                    <a:pt x="14134" y="7800"/>
                  </a:lnTo>
                  <a:lnTo>
                    <a:pt x="13593" y="8032"/>
                  </a:lnTo>
                  <a:lnTo>
                    <a:pt x="13014" y="8186"/>
                  </a:lnTo>
                  <a:lnTo>
                    <a:pt x="12434" y="8341"/>
                  </a:lnTo>
                  <a:lnTo>
                    <a:pt x="11817" y="8457"/>
                  </a:lnTo>
                  <a:lnTo>
                    <a:pt x="11199" y="8534"/>
                  </a:lnTo>
                  <a:lnTo>
                    <a:pt x="10504" y="8611"/>
                  </a:lnTo>
                  <a:lnTo>
                    <a:pt x="9114" y="8611"/>
                  </a:lnTo>
                  <a:lnTo>
                    <a:pt x="8380" y="8534"/>
                  </a:lnTo>
                  <a:lnTo>
                    <a:pt x="7685" y="8418"/>
                  </a:lnTo>
                  <a:lnTo>
                    <a:pt x="6990" y="8302"/>
                  </a:lnTo>
                  <a:lnTo>
                    <a:pt x="6333" y="8109"/>
                  </a:lnTo>
                  <a:lnTo>
                    <a:pt x="5638" y="7877"/>
                  </a:lnTo>
                  <a:lnTo>
                    <a:pt x="5020" y="7607"/>
                  </a:lnTo>
                  <a:lnTo>
                    <a:pt x="4364" y="7260"/>
                  </a:lnTo>
                  <a:lnTo>
                    <a:pt x="3785" y="6912"/>
                  </a:lnTo>
                  <a:lnTo>
                    <a:pt x="3206" y="6487"/>
                  </a:lnTo>
                  <a:lnTo>
                    <a:pt x="2704" y="6063"/>
                  </a:lnTo>
                  <a:lnTo>
                    <a:pt x="2202" y="5561"/>
                  </a:lnTo>
                  <a:lnTo>
                    <a:pt x="1777" y="4981"/>
                  </a:lnTo>
                  <a:lnTo>
                    <a:pt x="1391" y="4402"/>
                  </a:lnTo>
                  <a:lnTo>
                    <a:pt x="1120" y="3900"/>
                  </a:lnTo>
                  <a:lnTo>
                    <a:pt x="850" y="3360"/>
                  </a:lnTo>
                  <a:lnTo>
                    <a:pt x="696" y="2858"/>
                  </a:lnTo>
                  <a:lnTo>
                    <a:pt x="541" y="2278"/>
                  </a:lnTo>
                  <a:lnTo>
                    <a:pt x="425" y="1738"/>
                  </a:lnTo>
                  <a:lnTo>
                    <a:pt x="387" y="1158"/>
                  </a:lnTo>
                  <a:lnTo>
                    <a:pt x="387" y="618"/>
                  </a:lnTo>
                  <a:lnTo>
                    <a:pt x="425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5"/>
            <p:cNvSpPr/>
            <p:nvPr/>
          </p:nvSpPr>
          <p:spPr>
            <a:xfrm>
              <a:off x="299900" y="4449850"/>
              <a:ext cx="375550" cy="386175"/>
            </a:xfrm>
            <a:custGeom>
              <a:avLst/>
              <a:gdLst/>
              <a:ahLst/>
              <a:cxnLst/>
              <a:rect l="l" t="t" r="r" b="b"/>
              <a:pathLst>
                <a:path w="15022" h="15447" extrusionOk="0">
                  <a:moveTo>
                    <a:pt x="8032" y="503"/>
                  </a:moveTo>
                  <a:lnTo>
                    <a:pt x="8611" y="580"/>
                  </a:lnTo>
                  <a:lnTo>
                    <a:pt x="9152" y="696"/>
                  </a:lnTo>
                  <a:lnTo>
                    <a:pt x="9693" y="850"/>
                  </a:lnTo>
                  <a:lnTo>
                    <a:pt x="10195" y="1005"/>
                  </a:lnTo>
                  <a:lnTo>
                    <a:pt x="10697" y="1236"/>
                  </a:lnTo>
                  <a:lnTo>
                    <a:pt x="11160" y="1507"/>
                  </a:lnTo>
                  <a:lnTo>
                    <a:pt x="11623" y="1815"/>
                  </a:lnTo>
                  <a:lnTo>
                    <a:pt x="10813" y="2163"/>
                  </a:lnTo>
                  <a:lnTo>
                    <a:pt x="10079" y="2588"/>
                  </a:lnTo>
                  <a:lnTo>
                    <a:pt x="9307" y="3090"/>
                  </a:lnTo>
                  <a:lnTo>
                    <a:pt x="8611" y="3592"/>
                  </a:lnTo>
                  <a:lnTo>
                    <a:pt x="7955" y="4171"/>
                  </a:lnTo>
                  <a:lnTo>
                    <a:pt x="7299" y="4789"/>
                  </a:lnTo>
                  <a:lnTo>
                    <a:pt x="6719" y="5445"/>
                  </a:lnTo>
                  <a:lnTo>
                    <a:pt x="6140" y="6140"/>
                  </a:lnTo>
                  <a:lnTo>
                    <a:pt x="5638" y="6835"/>
                  </a:lnTo>
                  <a:lnTo>
                    <a:pt x="5213" y="7608"/>
                  </a:lnTo>
                  <a:lnTo>
                    <a:pt x="4789" y="8380"/>
                  </a:lnTo>
                  <a:lnTo>
                    <a:pt x="4480" y="9191"/>
                  </a:lnTo>
                  <a:lnTo>
                    <a:pt x="4171" y="10040"/>
                  </a:lnTo>
                  <a:lnTo>
                    <a:pt x="3978" y="10890"/>
                  </a:lnTo>
                  <a:lnTo>
                    <a:pt x="3823" y="11739"/>
                  </a:lnTo>
                  <a:lnTo>
                    <a:pt x="3746" y="12628"/>
                  </a:lnTo>
                  <a:lnTo>
                    <a:pt x="3592" y="12666"/>
                  </a:lnTo>
                  <a:lnTo>
                    <a:pt x="3283" y="11817"/>
                  </a:lnTo>
                  <a:lnTo>
                    <a:pt x="3051" y="11006"/>
                  </a:lnTo>
                  <a:lnTo>
                    <a:pt x="2858" y="10195"/>
                  </a:lnTo>
                  <a:lnTo>
                    <a:pt x="2703" y="9345"/>
                  </a:lnTo>
                  <a:lnTo>
                    <a:pt x="2588" y="8496"/>
                  </a:lnTo>
                  <a:lnTo>
                    <a:pt x="2549" y="7646"/>
                  </a:lnTo>
                  <a:lnTo>
                    <a:pt x="2588" y="6797"/>
                  </a:lnTo>
                  <a:lnTo>
                    <a:pt x="2703" y="5909"/>
                  </a:lnTo>
                  <a:lnTo>
                    <a:pt x="2858" y="5214"/>
                  </a:lnTo>
                  <a:lnTo>
                    <a:pt x="3051" y="4480"/>
                  </a:lnTo>
                  <a:lnTo>
                    <a:pt x="3321" y="3823"/>
                  </a:lnTo>
                  <a:lnTo>
                    <a:pt x="3669" y="3167"/>
                  </a:lnTo>
                  <a:lnTo>
                    <a:pt x="4016" y="2549"/>
                  </a:lnTo>
                  <a:lnTo>
                    <a:pt x="4441" y="1970"/>
                  </a:lnTo>
                  <a:lnTo>
                    <a:pt x="4904" y="1391"/>
                  </a:lnTo>
                  <a:lnTo>
                    <a:pt x="5406" y="850"/>
                  </a:lnTo>
                  <a:lnTo>
                    <a:pt x="5908" y="696"/>
                  </a:lnTo>
                  <a:lnTo>
                    <a:pt x="6410" y="618"/>
                  </a:lnTo>
                  <a:lnTo>
                    <a:pt x="6951" y="541"/>
                  </a:lnTo>
                  <a:lnTo>
                    <a:pt x="7492" y="503"/>
                  </a:lnTo>
                  <a:close/>
                  <a:moveTo>
                    <a:pt x="11971" y="2086"/>
                  </a:moveTo>
                  <a:lnTo>
                    <a:pt x="12357" y="2433"/>
                  </a:lnTo>
                  <a:lnTo>
                    <a:pt x="12705" y="2781"/>
                  </a:lnTo>
                  <a:lnTo>
                    <a:pt x="13052" y="3206"/>
                  </a:lnTo>
                  <a:lnTo>
                    <a:pt x="13322" y="3630"/>
                  </a:lnTo>
                  <a:lnTo>
                    <a:pt x="13593" y="4094"/>
                  </a:lnTo>
                  <a:lnTo>
                    <a:pt x="13863" y="4557"/>
                  </a:lnTo>
                  <a:lnTo>
                    <a:pt x="14056" y="5059"/>
                  </a:lnTo>
                  <a:lnTo>
                    <a:pt x="14211" y="5600"/>
                  </a:lnTo>
                  <a:lnTo>
                    <a:pt x="14326" y="6102"/>
                  </a:lnTo>
                  <a:lnTo>
                    <a:pt x="14442" y="6604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64" y="6951"/>
                  </a:lnTo>
                  <a:lnTo>
                    <a:pt x="11392" y="7144"/>
                  </a:lnTo>
                  <a:lnTo>
                    <a:pt x="10658" y="7376"/>
                  </a:lnTo>
                  <a:lnTo>
                    <a:pt x="9963" y="7685"/>
                  </a:lnTo>
                  <a:lnTo>
                    <a:pt x="9229" y="8032"/>
                  </a:lnTo>
                  <a:lnTo>
                    <a:pt x="8534" y="8419"/>
                  </a:lnTo>
                  <a:lnTo>
                    <a:pt x="7878" y="8843"/>
                  </a:lnTo>
                  <a:lnTo>
                    <a:pt x="7260" y="9268"/>
                  </a:lnTo>
                  <a:lnTo>
                    <a:pt x="6642" y="9770"/>
                  </a:lnTo>
                  <a:lnTo>
                    <a:pt x="6102" y="10311"/>
                  </a:lnTo>
                  <a:lnTo>
                    <a:pt x="5561" y="10890"/>
                  </a:lnTo>
                  <a:lnTo>
                    <a:pt x="5098" y="11469"/>
                  </a:lnTo>
                  <a:lnTo>
                    <a:pt x="4634" y="12126"/>
                  </a:lnTo>
                  <a:lnTo>
                    <a:pt x="4248" y="12782"/>
                  </a:lnTo>
                  <a:lnTo>
                    <a:pt x="4132" y="12705"/>
                  </a:lnTo>
                  <a:lnTo>
                    <a:pt x="3978" y="12666"/>
                  </a:lnTo>
                  <a:lnTo>
                    <a:pt x="4094" y="11778"/>
                  </a:lnTo>
                  <a:lnTo>
                    <a:pt x="4325" y="10929"/>
                  </a:lnTo>
                  <a:lnTo>
                    <a:pt x="4557" y="10079"/>
                  </a:lnTo>
                  <a:lnTo>
                    <a:pt x="4866" y="9268"/>
                  </a:lnTo>
                  <a:lnTo>
                    <a:pt x="5213" y="8496"/>
                  </a:lnTo>
                  <a:lnTo>
                    <a:pt x="5600" y="7724"/>
                  </a:lnTo>
                  <a:lnTo>
                    <a:pt x="6024" y="6990"/>
                  </a:lnTo>
                  <a:lnTo>
                    <a:pt x="6526" y="6256"/>
                  </a:lnTo>
                  <a:lnTo>
                    <a:pt x="7067" y="5600"/>
                  </a:lnTo>
                  <a:lnTo>
                    <a:pt x="7607" y="4943"/>
                  </a:lnTo>
                  <a:lnTo>
                    <a:pt x="8225" y="4364"/>
                  </a:lnTo>
                  <a:lnTo>
                    <a:pt x="8920" y="3823"/>
                  </a:lnTo>
                  <a:lnTo>
                    <a:pt x="9615" y="3321"/>
                  </a:lnTo>
                  <a:lnTo>
                    <a:pt x="10349" y="2858"/>
                  </a:lnTo>
                  <a:lnTo>
                    <a:pt x="11121" y="2433"/>
                  </a:lnTo>
                  <a:lnTo>
                    <a:pt x="11971" y="2086"/>
                  </a:lnTo>
                  <a:close/>
                  <a:moveTo>
                    <a:pt x="14481" y="6990"/>
                  </a:moveTo>
                  <a:lnTo>
                    <a:pt x="14481" y="7839"/>
                  </a:lnTo>
                  <a:lnTo>
                    <a:pt x="14442" y="8689"/>
                  </a:lnTo>
                  <a:lnTo>
                    <a:pt x="14288" y="9538"/>
                  </a:lnTo>
                  <a:lnTo>
                    <a:pt x="14172" y="9925"/>
                  </a:lnTo>
                  <a:lnTo>
                    <a:pt x="14056" y="10349"/>
                  </a:lnTo>
                  <a:lnTo>
                    <a:pt x="13902" y="10735"/>
                  </a:lnTo>
                  <a:lnTo>
                    <a:pt x="13709" y="11122"/>
                  </a:lnTo>
                  <a:lnTo>
                    <a:pt x="13516" y="11508"/>
                  </a:lnTo>
                  <a:lnTo>
                    <a:pt x="13284" y="11894"/>
                  </a:lnTo>
                  <a:lnTo>
                    <a:pt x="13052" y="12241"/>
                  </a:lnTo>
                  <a:lnTo>
                    <a:pt x="12782" y="12550"/>
                  </a:lnTo>
                  <a:lnTo>
                    <a:pt x="12512" y="12898"/>
                  </a:lnTo>
                  <a:lnTo>
                    <a:pt x="12203" y="13207"/>
                  </a:lnTo>
                  <a:lnTo>
                    <a:pt x="11971" y="13014"/>
                  </a:lnTo>
                  <a:lnTo>
                    <a:pt x="11701" y="12898"/>
                  </a:lnTo>
                  <a:lnTo>
                    <a:pt x="11121" y="12743"/>
                  </a:lnTo>
                  <a:lnTo>
                    <a:pt x="10542" y="12628"/>
                  </a:lnTo>
                  <a:lnTo>
                    <a:pt x="10002" y="12550"/>
                  </a:lnTo>
                  <a:lnTo>
                    <a:pt x="9422" y="12473"/>
                  </a:lnTo>
                  <a:lnTo>
                    <a:pt x="8843" y="12435"/>
                  </a:lnTo>
                  <a:lnTo>
                    <a:pt x="8303" y="12435"/>
                  </a:lnTo>
                  <a:lnTo>
                    <a:pt x="7762" y="12473"/>
                  </a:lnTo>
                  <a:lnTo>
                    <a:pt x="7221" y="12550"/>
                  </a:lnTo>
                  <a:lnTo>
                    <a:pt x="6719" y="12666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23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01"/>
                  </a:lnTo>
                  <a:lnTo>
                    <a:pt x="5870" y="11160"/>
                  </a:lnTo>
                  <a:lnTo>
                    <a:pt x="6410" y="10620"/>
                  </a:lnTo>
                  <a:lnTo>
                    <a:pt x="6990" y="10118"/>
                  </a:lnTo>
                  <a:lnTo>
                    <a:pt x="7569" y="9616"/>
                  </a:lnTo>
                  <a:lnTo>
                    <a:pt x="8148" y="9191"/>
                  </a:lnTo>
                  <a:lnTo>
                    <a:pt x="8766" y="8805"/>
                  </a:lnTo>
                  <a:lnTo>
                    <a:pt x="9422" y="8419"/>
                  </a:lnTo>
                  <a:lnTo>
                    <a:pt x="10079" y="8110"/>
                  </a:lnTo>
                  <a:lnTo>
                    <a:pt x="10735" y="7801"/>
                  </a:lnTo>
                  <a:lnTo>
                    <a:pt x="11469" y="7569"/>
                  </a:lnTo>
                  <a:lnTo>
                    <a:pt x="12164" y="7337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6"/>
                  </a:moveTo>
                  <a:lnTo>
                    <a:pt x="4055" y="1815"/>
                  </a:lnTo>
                  <a:lnTo>
                    <a:pt x="3630" y="2433"/>
                  </a:lnTo>
                  <a:lnTo>
                    <a:pt x="3244" y="3090"/>
                  </a:lnTo>
                  <a:lnTo>
                    <a:pt x="2935" y="3785"/>
                  </a:lnTo>
                  <a:lnTo>
                    <a:pt x="2665" y="4519"/>
                  </a:lnTo>
                  <a:lnTo>
                    <a:pt x="2472" y="5252"/>
                  </a:lnTo>
                  <a:lnTo>
                    <a:pt x="2317" y="6024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1"/>
                  </a:lnTo>
                  <a:lnTo>
                    <a:pt x="2279" y="9114"/>
                  </a:lnTo>
                  <a:lnTo>
                    <a:pt x="2394" y="9847"/>
                  </a:lnTo>
                  <a:lnTo>
                    <a:pt x="2549" y="10620"/>
                  </a:lnTo>
                  <a:lnTo>
                    <a:pt x="2781" y="11353"/>
                  </a:lnTo>
                  <a:lnTo>
                    <a:pt x="3012" y="12048"/>
                  </a:lnTo>
                  <a:lnTo>
                    <a:pt x="3321" y="12743"/>
                  </a:lnTo>
                  <a:lnTo>
                    <a:pt x="3128" y="12859"/>
                  </a:lnTo>
                  <a:lnTo>
                    <a:pt x="2935" y="13014"/>
                  </a:lnTo>
                  <a:lnTo>
                    <a:pt x="2819" y="13207"/>
                  </a:lnTo>
                  <a:lnTo>
                    <a:pt x="2742" y="13439"/>
                  </a:lnTo>
                  <a:lnTo>
                    <a:pt x="2394" y="12975"/>
                  </a:lnTo>
                  <a:lnTo>
                    <a:pt x="2086" y="12550"/>
                  </a:lnTo>
                  <a:lnTo>
                    <a:pt x="1777" y="12087"/>
                  </a:lnTo>
                  <a:lnTo>
                    <a:pt x="1506" y="11585"/>
                  </a:lnTo>
                  <a:lnTo>
                    <a:pt x="1275" y="11122"/>
                  </a:lnTo>
                  <a:lnTo>
                    <a:pt x="1082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075"/>
                  </a:lnTo>
                  <a:lnTo>
                    <a:pt x="541" y="8534"/>
                  </a:lnTo>
                  <a:lnTo>
                    <a:pt x="502" y="8032"/>
                  </a:lnTo>
                  <a:lnTo>
                    <a:pt x="502" y="7492"/>
                  </a:lnTo>
                  <a:lnTo>
                    <a:pt x="541" y="6951"/>
                  </a:lnTo>
                  <a:lnTo>
                    <a:pt x="618" y="6411"/>
                  </a:lnTo>
                  <a:lnTo>
                    <a:pt x="773" y="5870"/>
                  </a:lnTo>
                  <a:lnTo>
                    <a:pt x="927" y="5291"/>
                  </a:lnTo>
                  <a:lnTo>
                    <a:pt x="1197" y="4673"/>
                  </a:lnTo>
                  <a:lnTo>
                    <a:pt x="1545" y="4055"/>
                  </a:lnTo>
                  <a:lnTo>
                    <a:pt x="1931" y="3476"/>
                  </a:lnTo>
                  <a:lnTo>
                    <a:pt x="2356" y="2935"/>
                  </a:lnTo>
                  <a:lnTo>
                    <a:pt x="2858" y="2433"/>
                  </a:lnTo>
                  <a:lnTo>
                    <a:pt x="3360" y="1970"/>
                  </a:lnTo>
                  <a:lnTo>
                    <a:pt x="3939" y="1584"/>
                  </a:lnTo>
                  <a:lnTo>
                    <a:pt x="4518" y="1236"/>
                  </a:lnTo>
                  <a:close/>
                  <a:moveTo>
                    <a:pt x="3862" y="12975"/>
                  </a:moveTo>
                  <a:lnTo>
                    <a:pt x="4016" y="13014"/>
                  </a:lnTo>
                  <a:lnTo>
                    <a:pt x="4171" y="13130"/>
                  </a:lnTo>
                  <a:lnTo>
                    <a:pt x="4287" y="13284"/>
                  </a:lnTo>
                  <a:lnTo>
                    <a:pt x="4325" y="13439"/>
                  </a:lnTo>
                  <a:lnTo>
                    <a:pt x="4364" y="13593"/>
                  </a:lnTo>
                  <a:lnTo>
                    <a:pt x="4364" y="13786"/>
                  </a:lnTo>
                  <a:lnTo>
                    <a:pt x="4325" y="13941"/>
                  </a:lnTo>
                  <a:lnTo>
                    <a:pt x="4209" y="14095"/>
                  </a:lnTo>
                  <a:lnTo>
                    <a:pt x="3785" y="13786"/>
                  </a:lnTo>
                  <a:lnTo>
                    <a:pt x="3360" y="13477"/>
                  </a:lnTo>
                  <a:lnTo>
                    <a:pt x="3244" y="13439"/>
                  </a:lnTo>
                  <a:lnTo>
                    <a:pt x="3167" y="13400"/>
                  </a:lnTo>
                  <a:lnTo>
                    <a:pt x="3051" y="13439"/>
                  </a:lnTo>
                  <a:lnTo>
                    <a:pt x="2974" y="13516"/>
                  </a:lnTo>
                  <a:lnTo>
                    <a:pt x="3051" y="13361"/>
                  </a:lnTo>
                  <a:lnTo>
                    <a:pt x="3167" y="13207"/>
                  </a:lnTo>
                  <a:lnTo>
                    <a:pt x="3321" y="13091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8187" y="12821"/>
                  </a:moveTo>
                  <a:lnTo>
                    <a:pt x="9152" y="12859"/>
                  </a:lnTo>
                  <a:lnTo>
                    <a:pt x="9615" y="12898"/>
                  </a:lnTo>
                  <a:lnTo>
                    <a:pt x="10117" y="12937"/>
                  </a:lnTo>
                  <a:lnTo>
                    <a:pt x="10504" y="13014"/>
                  </a:lnTo>
                  <a:lnTo>
                    <a:pt x="11006" y="13091"/>
                  </a:lnTo>
                  <a:lnTo>
                    <a:pt x="11508" y="13245"/>
                  </a:lnTo>
                  <a:lnTo>
                    <a:pt x="11701" y="13323"/>
                  </a:lnTo>
                  <a:lnTo>
                    <a:pt x="11894" y="13439"/>
                  </a:lnTo>
                  <a:lnTo>
                    <a:pt x="11508" y="13747"/>
                  </a:lnTo>
                  <a:lnTo>
                    <a:pt x="11083" y="14018"/>
                  </a:lnTo>
                  <a:lnTo>
                    <a:pt x="10658" y="14249"/>
                  </a:lnTo>
                  <a:lnTo>
                    <a:pt x="10233" y="14442"/>
                  </a:lnTo>
                  <a:lnTo>
                    <a:pt x="9770" y="14597"/>
                  </a:lnTo>
                  <a:lnTo>
                    <a:pt x="9307" y="14751"/>
                  </a:lnTo>
                  <a:lnTo>
                    <a:pt x="8843" y="14829"/>
                  </a:lnTo>
                  <a:lnTo>
                    <a:pt x="8341" y="14906"/>
                  </a:lnTo>
                  <a:lnTo>
                    <a:pt x="7878" y="14944"/>
                  </a:lnTo>
                  <a:lnTo>
                    <a:pt x="7376" y="14944"/>
                  </a:lnTo>
                  <a:lnTo>
                    <a:pt x="6912" y="14906"/>
                  </a:lnTo>
                  <a:lnTo>
                    <a:pt x="6410" y="14867"/>
                  </a:lnTo>
                  <a:lnTo>
                    <a:pt x="5947" y="14751"/>
                  </a:lnTo>
                  <a:lnTo>
                    <a:pt x="5484" y="14636"/>
                  </a:lnTo>
                  <a:lnTo>
                    <a:pt x="5020" y="14481"/>
                  </a:lnTo>
                  <a:lnTo>
                    <a:pt x="4596" y="14288"/>
                  </a:lnTo>
                  <a:lnTo>
                    <a:pt x="4711" y="14018"/>
                  </a:lnTo>
                  <a:lnTo>
                    <a:pt x="4750" y="13709"/>
                  </a:lnTo>
                  <a:lnTo>
                    <a:pt x="4711" y="13593"/>
                  </a:lnTo>
                  <a:lnTo>
                    <a:pt x="5561" y="13284"/>
                  </a:lnTo>
                  <a:lnTo>
                    <a:pt x="6410" y="13091"/>
                  </a:lnTo>
                  <a:lnTo>
                    <a:pt x="7299" y="12937"/>
                  </a:lnTo>
                  <a:lnTo>
                    <a:pt x="8187" y="12821"/>
                  </a:lnTo>
                  <a:close/>
                  <a:moveTo>
                    <a:pt x="6990" y="1"/>
                  </a:moveTo>
                  <a:lnTo>
                    <a:pt x="6449" y="78"/>
                  </a:lnTo>
                  <a:lnTo>
                    <a:pt x="5870" y="194"/>
                  </a:lnTo>
                  <a:lnTo>
                    <a:pt x="5329" y="348"/>
                  </a:lnTo>
                  <a:lnTo>
                    <a:pt x="4789" y="580"/>
                  </a:lnTo>
                  <a:lnTo>
                    <a:pt x="4248" y="811"/>
                  </a:lnTo>
                  <a:lnTo>
                    <a:pt x="3785" y="1082"/>
                  </a:lnTo>
                  <a:lnTo>
                    <a:pt x="3283" y="1391"/>
                  </a:lnTo>
                  <a:lnTo>
                    <a:pt x="2819" y="1738"/>
                  </a:lnTo>
                  <a:lnTo>
                    <a:pt x="2394" y="2124"/>
                  </a:lnTo>
                  <a:lnTo>
                    <a:pt x="2008" y="2549"/>
                  </a:lnTo>
                  <a:lnTo>
                    <a:pt x="1622" y="3013"/>
                  </a:lnTo>
                  <a:lnTo>
                    <a:pt x="1275" y="3476"/>
                  </a:lnTo>
                  <a:lnTo>
                    <a:pt x="966" y="3978"/>
                  </a:lnTo>
                  <a:lnTo>
                    <a:pt x="695" y="4596"/>
                  </a:lnTo>
                  <a:lnTo>
                    <a:pt x="425" y="5214"/>
                  </a:lnTo>
                  <a:lnTo>
                    <a:pt x="232" y="5870"/>
                  </a:lnTo>
                  <a:lnTo>
                    <a:pt x="116" y="6526"/>
                  </a:lnTo>
                  <a:lnTo>
                    <a:pt x="39" y="7222"/>
                  </a:lnTo>
                  <a:lnTo>
                    <a:pt x="0" y="7878"/>
                  </a:lnTo>
                  <a:lnTo>
                    <a:pt x="39" y="8573"/>
                  </a:lnTo>
                  <a:lnTo>
                    <a:pt x="116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5" y="11199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1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5" y="14481"/>
                  </a:lnTo>
                  <a:lnTo>
                    <a:pt x="4132" y="14597"/>
                  </a:lnTo>
                  <a:lnTo>
                    <a:pt x="4557" y="14790"/>
                  </a:lnTo>
                  <a:lnTo>
                    <a:pt x="4982" y="14983"/>
                  </a:lnTo>
                  <a:lnTo>
                    <a:pt x="5406" y="15138"/>
                  </a:lnTo>
                  <a:lnTo>
                    <a:pt x="5870" y="15253"/>
                  </a:lnTo>
                  <a:lnTo>
                    <a:pt x="6333" y="15369"/>
                  </a:lnTo>
                  <a:lnTo>
                    <a:pt x="6797" y="15408"/>
                  </a:lnTo>
                  <a:lnTo>
                    <a:pt x="7299" y="15446"/>
                  </a:lnTo>
                  <a:lnTo>
                    <a:pt x="8225" y="15446"/>
                  </a:lnTo>
                  <a:lnTo>
                    <a:pt x="8689" y="15369"/>
                  </a:lnTo>
                  <a:lnTo>
                    <a:pt x="9152" y="15292"/>
                  </a:lnTo>
                  <a:lnTo>
                    <a:pt x="9615" y="15176"/>
                  </a:lnTo>
                  <a:lnTo>
                    <a:pt x="10079" y="15022"/>
                  </a:lnTo>
                  <a:lnTo>
                    <a:pt x="10542" y="14867"/>
                  </a:lnTo>
                  <a:lnTo>
                    <a:pt x="10967" y="14674"/>
                  </a:lnTo>
                  <a:lnTo>
                    <a:pt x="11392" y="14442"/>
                  </a:lnTo>
                  <a:lnTo>
                    <a:pt x="11855" y="14134"/>
                  </a:lnTo>
                  <a:lnTo>
                    <a:pt x="12318" y="13747"/>
                  </a:lnTo>
                  <a:lnTo>
                    <a:pt x="12743" y="13361"/>
                  </a:lnTo>
                  <a:lnTo>
                    <a:pt x="13129" y="12975"/>
                  </a:lnTo>
                  <a:lnTo>
                    <a:pt x="13477" y="12512"/>
                  </a:lnTo>
                  <a:lnTo>
                    <a:pt x="13786" y="12048"/>
                  </a:lnTo>
                  <a:lnTo>
                    <a:pt x="14056" y="11546"/>
                  </a:lnTo>
                  <a:lnTo>
                    <a:pt x="14288" y="11044"/>
                  </a:lnTo>
                  <a:lnTo>
                    <a:pt x="14520" y="10504"/>
                  </a:lnTo>
                  <a:lnTo>
                    <a:pt x="14674" y="9963"/>
                  </a:lnTo>
                  <a:lnTo>
                    <a:pt x="14828" y="9423"/>
                  </a:lnTo>
                  <a:lnTo>
                    <a:pt x="14906" y="8843"/>
                  </a:lnTo>
                  <a:lnTo>
                    <a:pt x="14983" y="8264"/>
                  </a:lnTo>
                  <a:lnTo>
                    <a:pt x="15022" y="7724"/>
                  </a:lnTo>
                  <a:lnTo>
                    <a:pt x="14983" y="7144"/>
                  </a:lnTo>
                  <a:lnTo>
                    <a:pt x="14944" y="6565"/>
                  </a:lnTo>
                  <a:lnTo>
                    <a:pt x="14828" y="5986"/>
                  </a:lnTo>
                  <a:lnTo>
                    <a:pt x="14674" y="5368"/>
                  </a:lnTo>
                  <a:lnTo>
                    <a:pt x="14481" y="4789"/>
                  </a:lnTo>
                  <a:lnTo>
                    <a:pt x="14249" y="4248"/>
                  </a:lnTo>
                  <a:lnTo>
                    <a:pt x="13979" y="3708"/>
                  </a:lnTo>
                  <a:lnTo>
                    <a:pt x="13670" y="3206"/>
                  </a:lnTo>
                  <a:lnTo>
                    <a:pt x="13322" y="2742"/>
                  </a:lnTo>
                  <a:lnTo>
                    <a:pt x="12936" y="2279"/>
                  </a:lnTo>
                  <a:lnTo>
                    <a:pt x="12512" y="1893"/>
                  </a:lnTo>
                  <a:lnTo>
                    <a:pt x="12048" y="1507"/>
                  </a:lnTo>
                  <a:lnTo>
                    <a:pt x="11585" y="1159"/>
                  </a:lnTo>
                  <a:lnTo>
                    <a:pt x="11083" y="850"/>
                  </a:lnTo>
                  <a:lnTo>
                    <a:pt x="10542" y="580"/>
                  </a:lnTo>
                  <a:lnTo>
                    <a:pt x="9963" y="387"/>
                  </a:lnTo>
                  <a:lnTo>
                    <a:pt x="9384" y="194"/>
                  </a:lnTo>
                  <a:lnTo>
                    <a:pt x="8766" y="78"/>
                  </a:lnTo>
                  <a:lnTo>
                    <a:pt x="81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5"/>
            <p:cNvSpPr/>
            <p:nvPr/>
          </p:nvSpPr>
          <p:spPr>
            <a:xfrm>
              <a:off x="3315725" y="3754775"/>
              <a:ext cx="374575" cy="387150"/>
            </a:xfrm>
            <a:custGeom>
              <a:avLst/>
              <a:gdLst/>
              <a:ahLst/>
              <a:cxnLst/>
              <a:rect l="l" t="t" r="r" b="b"/>
              <a:pathLst>
                <a:path w="14983" h="15486" extrusionOk="0">
                  <a:moveTo>
                    <a:pt x="7453" y="503"/>
                  </a:moveTo>
                  <a:lnTo>
                    <a:pt x="8032" y="542"/>
                  </a:lnTo>
                  <a:lnTo>
                    <a:pt x="8611" y="580"/>
                  </a:lnTo>
                  <a:lnTo>
                    <a:pt x="9152" y="696"/>
                  </a:lnTo>
                  <a:lnTo>
                    <a:pt x="9693" y="850"/>
                  </a:lnTo>
                  <a:lnTo>
                    <a:pt x="10195" y="1044"/>
                  </a:lnTo>
                  <a:lnTo>
                    <a:pt x="10697" y="1275"/>
                  </a:lnTo>
                  <a:lnTo>
                    <a:pt x="11160" y="1546"/>
                  </a:lnTo>
                  <a:lnTo>
                    <a:pt x="11623" y="1816"/>
                  </a:lnTo>
                  <a:lnTo>
                    <a:pt x="10812" y="2202"/>
                  </a:lnTo>
                  <a:lnTo>
                    <a:pt x="10040" y="2627"/>
                  </a:lnTo>
                  <a:lnTo>
                    <a:pt x="9306" y="3090"/>
                  </a:lnTo>
                  <a:lnTo>
                    <a:pt x="8611" y="3631"/>
                  </a:lnTo>
                  <a:lnTo>
                    <a:pt x="7955" y="4171"/>
                  </a:lnTo>
                  <a:lnTo>
                    <a:pt x="7298" y="4789"/>
                  </a:lnTo>
                  <a:lnTo>
                    <a:pt x="6719" y="5446"/>
                  </a:lnTo>
                  <a:lnTo>
                    <a:pt x="6140" y="6141"/>
                  </a:lnTo>
                  <a:lnTo>
                    <a:pt x="5638" y="6874"/>
                  </a:lnTo>
                  <a:lnTo>
                    <a:pt x="5213" y="7647"/>
                  </a:lnTo>
                  <a:lnTo>
                    <a:pt x="4788" y="8419"/>
                  </a:lnTo>
                  <a:lnTo>
                    <a:pt x="4480" y="9230"/>
                  </a:lnTo>
                  <a:lnTo>
                    <a:pt x="4171" y="10041"/>
                  </a:lnTo>
                  <a:lnTo>
                    <a:pt x="3978" y="10890"/>
                  </a:lnTo>
                  <a:lnTo>
                    <a:pt x="3823" y="11778"/>
                  </a:lnTo>
                  <a:lnTo>
                    <a:pt x="3746" y="12667"/>
                  </a:lnTo>
                  <a:lnTo>
                    <a:pt x="3553" y="12667"/>
                  </a:lnTo>
                  <a:lnTo>
                    <a:pt x="3282" y="11856"/>
                  </a:lnTo>
                  <a:lnTo>
                    <a:pt x="3051" y="11045"/>
                  </a:lnTo>
                  <a:lnTo>
                    <a:pt x="2858" y="10195"/>
                  </a:lnTo>
                  <a:lnTo>
                    <a:pt x="2703" y="9346"/>
                  </a:lnTo>
                  <a:lnTo>
                    <a:pt x="2587" y="8535"/>
                  </a:lnTo>
                  <a:lnTo>
                    <a:pt x="2549" y="7685"/>
                  </a:lnTo>
                  <a:lnTo>
                    <a:pt x="2587" y="6797"/>
                  </a:lnTo>
                  <a:lnTo>
                    <a:pt x="2703" y="5948"/>
                  </a:lnTo>
                  <a:lnTo>
                    <a:pt x="2858" y="5214"/>
                  </a:lnTo>
                  <a:lnTo>
                    <a:pt x="3051" y="4519"/>
                  </a:lnTo>
                  <a:lnTo>
                    <a:pt x="3321" y="3824"/>
                  </a:lnTo>
                  <a:lnTo>
                    <a:pt x="3669" y="3206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30"/>
                  </a:lnTo>
                  <a:lnTo>
                    <a:pt x="5406" y="889"/>
                  </a:lnTo>
                  <a:lnTo>
                    <a:pt x="5908" y="735"/>
                  </a:lnTo>
                  <a:lnTo>
                    <a:pt x="6410" y="619"/>
                  </a:lnTo>
                  <a:lnTo>
                    <a:pt x="6951" y="542"/>
                  </a:lnTo>
                  <a:lnTo>
                    <a:pt x="7453" y="503"/>
                  </a:lnTo>
                  <a:close/>
                  <a:moveTo>
                    <a:pt x="11932" y="2086"/>
                  </a:moveTo>
                  <a:lnTo>
                    <a:pt x="12357" y="2434"/>
                  </a:lnTo>
                  <a:lnTo>
                    <a:pt x="12704" y="2820"/>
                  </a:lnTo>
                  <a:lnTo>
                    <a:pt x="13013" y="3206"/>
                  </a:lnTo>
                  <a:lnTo>
                    <a:pt x="13322" y="3669"/>
                  </a:lnTo>
                  <a:lnTo>
                    <a:pt x="13593" y="4094"/>
                  </a:lnTo>
                  <a:lnTo>
                    <a:pt x="13863" y="4596"/>
                  </a:lnTo>
                  <a:lnTo>
                    <a:pt x="14056" y="5098"/>
                  </a:lnTo>
                  <a:lnTo>
                    <a:pt x="14210" y="5600"/>
                  </a:lnTo>
                  <a:lnTo>
                    <a:pt x="14326" y="6102"/>
                  </a:lnTo>
                  <a:lnTo>
                    <a:pt x="14442" y="6643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64" y="6952"/>
                  </a:lnTo>
                  <a:lnTo>
                    <a:pt x="11392" y="7145"/>
                  </a:lnTo>
                  <a:lnTo>
                    <a:pt x="10658" y="7415"/>
                  </a:lnTo>
                  <a:lnTo>
                    <a:pt x="9924" y="7724"/>
                  </a:lnTo>
                  <a:lnTo>
                    <a:pt x="9229" y="8033"/>
                  </a:lnTo>
                  <a:lnTo>
                    <a:pt x="8534" y="8419"/>
                  </a:lnTo>
                  <a:lnTo>
                    <a:pt x="7878" y="8844"/>
                  </a:lnTo>
                  <a:lnTo>
                    <a:pt x="7260" y="9307"/>
                  </a:lnTo>
                  <a:lnTo>
                    <a:pt x="6642" y="9809"/>
                  </a:lnTo>
                  <a:lnTo>
                    <a:pt x="6101" y="10350"/>
                  </a:lnTo>
                  <a:lnTo>
                    <a:pt x="5561" y="10890"/>
                  </a:lnTo>
                  <a:lnTo>
                    <a:pt x="5097" y="11508"/>
                  </a:lnTo>
                  <a:lnTo>
                    <a:pt x="4634" y="12126"/>
                  </a:lnTo>
                  <a:lnTo>
                    <a:pt x="4248" y="12821"/>
                  </a:lnTo>
                  <a:lnTo>
                    <a:pt x="4132" y="12744"/>
                  </a:lnTo>
                  <a:lnTo>
                    <a:pt x="3978" y="12667"/>
                  </a:lnTo>
                  <a:lnTo>
                    <a:pt x="4093" y="11817"/>
                  </a:lnTo>
                  <a:lnTo>
                    <a:pt x="4325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3" y="8496"/>
                  </a:lnTo>
                  <a:lnTo>
                    <a:pt x="5599" y="7724"/>
                  </a:lnTo>
                  <a:lnTo>
                    <a:pt x="6024" y="6990"/>
                  </a:lnTo>
                  <a:lnTo>
                    <a:pt x="6526" y="6295"/>
                  </a:lnTo>
                  <a:lnTo>
                    <a:pt x="7067" y="5600"/>
                  </a:lnTo>
                  <a:lnTo>
                    <a:pt x="7607" y="4982"/>
                  </a:lnTo>
                  <a:lnTo>
                    <a:pt x="8225" y="4403"/>
                  </a:lnTo>
                  <a:lnTo>
                    <a:pt x="8920" y="3824"/>
                  </a:lnTo>
                  <a:lnTo>
                    <a:pt x="9615" y="3322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32" y="2086"/>
                  </a:lnTo>
                  <a:close/>
                  <a:moveTo>
                    <a:pt x="14481" y="6990"/>
                  </a:moveTo>
                  <a:lnTo>
                    <a:pt x="14481" y="7840"/>
                  </a:lnTo>
                  <a:lnTo>
                    <a:pt x="14442" y="8689"/>
                  </a:lnTo>
                  <a:lnTo>
                    <a:pt x="14288" y="9539"/>
                  </a:lnTo>
                  <a:lnTo>
                    <a:pt x="14172" y="9964"/>
                  </a:lnTo>
                  <a:lnTo>
                    <a:pt x="14056" y="10350"/>
                  </a:lnTo>
                  <a:lnTo>
                    <a:pt x="13902" y="10774"/>
                  </a:lnTo>
                  <a:lnTo>
                    <a:pt x="13708" y="11161"/>
                  </a:lnTo>
                  <a:lnTo>
                    <a:pt x="13515" y="11547"/>
                  </a:lnTo>
                  <a:lnTo>
                    <a:pt x="13284" y="11894"/>
                  </a:lnTo>
                  <a:lnTo>
                    <a:pt x="13052" y="12242"/>
                  </a:lnTo>
                  <a:lnTo>
                    <a:pt x="12782" y="12589"/>
                  </a:lnTo>
                  <a:lnTo>
                    <a:pt x="12511" y="12898"/>
                  </a:lnTo>
                  <a:lnTo>
                    <a:pt x="12202" y="13207"/>
                  </a:lnTo>
                  <a:lnTo>
                    <a:pt x="11971" y="13053"/>
                  </a:lnTo>
                  <a:lnTo>
                    <a:pt x="11701" y="12937"/>
                  </a:lnTo>
                  <a:lnTo>
                    <a:pt x="11121" y="12782"/>
                  </a:lnTo>
                  <a:lnTo>
                    <a:pt x="10542" y="12628"/>
                  </a:lnTo>
                  <a:lnTo>
                    <a:pt x="10001" y="12551"/>
                  </a:lnTo>
                  <a:lnTo>
                    <a:pt x="9422" y="12512"/>
                  </a:lnTo>
                  <a:lnTo>
                    <a:pt x="8843" y="12474"/>
                  </a:lnTo>
                  <a:lnTo>
                    <a:pt x="8302" y="12474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681" y="12667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62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40"/>
                  </a:lnTo>
                  <a:lnTo>
                    <a:pt x="5870" y="11161"/>
                  </a:lnTo>
                  <a:lnTo>
                    <a:pt x="6410" y="10620"/>
                  </a:lnTo>
                  <a:lnTo>
                    <a:pt x="6989" y="10118"/>
                  </a:lnTo>
                  <a:lnTo>
                    <a:pt x="7530" y="9655"/>
                  </a:lnTo>
                  <a:lnTo>
                    <a:pt x="8148" y="9230"/>
                  </a:lnTo>
                  <a:lnTo>
                    <a:pt x="8766" y="8805"/>
                  </a:lnTo>
                  <a:lnTo>
                    <a:pt x="9422" y="8458"/>
                  </a:lnTo>
                  <a:lnTo>
                    <a:pt x="10079" y="8110"/>
                  </a:lnTo>
                  <a:lnTo>
                    <a:pt x="10735" y="7840"/>
                  </a:lnTo>
                  <a:lnTo>
                    <a:pt x="11469" y="7569"/>
                  </a:lnTo>
                  <a:lnTo>
                    <a:pt x="12164" y="7376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7"/>
                  </a:moveTo>
                  <a:lnTo>
                    <a:pt x="4055" y="1854"/>
                  </a:lnTo>
                  <a:lnTo>
                    <a:pt x="3630" y="2472"/>
                  </a:lnTo>
                  <a:lnTo>
                    <a:pt x="3244" y="3129"/>
                  </a:lnTo>
                  <a:lnTo>
                    <a:pt x="2935" y="3824"/>
                  </a:lnTo>
                  <a:lnTo>
                    <a:pt x="2665" y="4519"/>
                  </a:lnTo>
                  <a:lnTo>
                    <a:pt x="2472" y="5291"/>
                  </a:lnTo>
                  <a:lnTo>
                    <a:pt x="2317" y="6025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2"/>
                  </a:lnTo>
                  <a:lnTo>
                    <a:pt x="2278" y="9114"/>
                  </a:lnTo>
                  <a:lnTo>
                    <a:pt x="2394" y="9886"/>
                  </a:lnTo>
                  <a:lnTo>
                    <a:pt x="2549" y="10620"/>
                  </a:lnTo>
                  <a:lnTo>
                    <a:pt x="2742" y="11354"/>
                  </a:lnTo>
                  <a:lnTo>
                    <a:pt x="3012" y="12087"/>
                  </a:lnTo>
                  <a:lnTo>
                    <a:pt x="3321" y="12744"/>
                  </a:lnTo>
                  <a:lnTo>
                    <a:pt x="3128" y="12898"/>
                  </a:lnTo>
                  <a:lnTo>
                    <a:pt x="2935" y="13053"/>
                  </a:lnTo>
                  <a:lnTo>
                    <a:pt x="2819" y="13246"/>
                  </a:lnTo>
                  <a:lnTo>
                    <a:pt x="2742" y="13439"/>
                  </a:lnTo>
                  <a:lnTo>
                    <a:pt x="2394" y="13014"/>
                  </a:lnTo>
                  <a:lnTo>
                    <a:pt x="2085" y="12551"/>
                  </a:lnTo>
                  <a:lnTo>
                    <a:pt x="1776" y="12087"/>
                  </a:lnTo>
                  <a:lnTo>
                    <a:pt x="1506" y="11624"/>
                  </a:lnTo>
                  <a:lnTo>
                    <a:pt x="1274" y="11122"/>
                  </a:lnTo>
                  <a:lnTo>
                    <a:pt x="1081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114"/>
                  </a:lnTo>
                  <a:lnTo>
                    <a:pt x="541" y="8573"/>
                  </a:lnTo>
                  <a:lnTo>
                    <a:pt x="502" y="8033"/>
                  </a:lnTo>
                  <a:lnTo>
                    <a:pt x="502" y="7492"/>
                  </a:lnTo>
                  <a:lnTo>
                    <a:pt x="541" y="6952"/>
                  </a:lnTo>
                  <a:lnTo>
                    <a:pt x="618" y="6411"/>
                  </a:lnTo>
                  <a:lnTo>
                    <a:pt x="772" y="5870"/>
                  </a:lnTo>
                  <a:lnTo>
                    <a:pt x="927" y="5330"/>
                  </a:lnTo>
                  <a:lnTo>
                    <a:pt x="1197" y="4673"/>
                  </a:lnTo>
                  <a:lnTo>
                    <a:pt x="1545" y="4055"/>
                  </a:lnTo>
                  <a:lnTo>
                    <a:pt x="1931" y="3476"/>
                  </a:lnTo>
                  <a:lnTo>
                    <a:pt x="2356" y="2936"/>
                  </a:lnTo>
                  <a:lnTo>
                    <a:pt x="2819" y="2434"/>
                  </a:lnTo>
                  <a:lnTo>
                    <a:pt x="3360" y="2009"/>
                  </a:lnTo>
                  <a:lnTo>
                    <a:pt x="3939" y="1584"/>
                  </a:lnTo>
                  <a:lnTo>
                    <a:pt x="4518" y="1237"/>
                  </a:lnTo>
                  <a:close/>
                  <a:moveTo>
                    <a:pt x="3862" y="12976"/>
                  </a:moveTo>
                  <a:lnTo>
                    <a:pt x="4016" y="13053"/>
                  </a:lnTo>
                  <a:lnTo>
                    <a:pt x="4171" y="13169"/>
                  </a:lnTo>
                  <a:lnTo>
                    <a:pt x="4286" y="13284"/>
                  </a:lnTo>
                  <a:lnTo>
                    <a:pt x="4325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286" y="13941"/>
                  </a:lnTo>
                  <a:lnTo>
                    <a:pt x="4209" y="14095"/>
                  </a:lnTo>
                  <a:lnTo>
                    <a:pt x="3784" y="13825"/>
                  </a:lnTo>
                  <a:lnTo>
                    <a:pt x="3360" y="13477"/>
                  </a:lnTo>
                  <a:lnTo>
                    <a:pt x="3244" y="13439"/>
                  </a:lnTo>
                  <a:lnTo>
                    <a:pt x="3167" y="13439"/>
                  </a:lnTo>
                  <a:lnTo>
                    <a:pt x="3051" y="13477"/>
                  </a:lnTo>
                  <a:lnTo>
                    <a:pt x="2974" y="13516"/>
                  </a:lnTo>
                  <a:lnTo>
                    <a:pt x="3051" y="13362"/>
                  </a:lnTo>
                  <a:lnTo>
                    <a:pt x="3167" y="13207"/>
                  </a:lnTo>
                  <a:lnTo>
                    <a:pt x="3321" y="13130"/>
                  </a:lnTo>
                  <a:lnTo>
                    <a:pt x="3476" y="13014"/>
                  </a:lnTo>
                  <a:lnTo>
                    <a:pt x="3669" y="12976"/>
                  </a:lnTo>
                  <a:close/>
                  <a:moveTo>
                    <a:pt x="9152" y="12860"/>
                  </a:moveTo>
                  <a:lnTo>
                    <a:pt x="9615" y="12898"/>
                  </a:lnTo>
                  <a:lnTo>
                    <a:pt x="10117" y="12976"/>
                  </a:lnTo>
                  <a:lnTo>
                    <a:pt x="10503" y="13014"/>
                  </a:lnTo>
                  <a:lnTo>
                    <a:pt x="11005" y="13130"/>
                  </a:lnTo>
                  <a:lnTo>
                    <a:pt x="11507" y="13246"/>
                  </a:lnTo>
                  <a:lnTo>
                    <a:pt x="11701" y="13362"/>
                  </a:lnTo>
                  <a:lnTo>
                    <a:pt x="11894" y="13477"/>
                  </a:lnTo>
                  <a:lnTo>
                    <a:pt x="11507" y="13786"/>
                  </a:lnTo>
                  <a:lnTo>
                    <a:pt x="11083" y="14018"/>
                  </a:lnTo>
                  <a:lnTo>
                    <a:pt x="10658" y="14250"/>
                  </a:lnTo>
                  <a:lnTo>
                    <a:pt x="10233" y="14443"/>
                  </a:lnTo>
                  <a:lnTo>
                    <a:pt x="9770" y="14636"/>
                  </a:lnTo>
                  <a:lnTo>
                    <a:pt x="9306" y="14752"/>
                  </a:lnTo>
                  <a:lnTo>
                    <a:pt x="8843" y="14868"/>
                  </a:lnTo>
                  <a:lnTo>
                    <a:pt x="8341" y="14945"/>
                  </a:lnTo>
                  <a:lnTo>
                    <a:pt x="7878" y="14983"/>
                  </a:lnTo>
                  <a:lnTo>
                    <a:pt x="7376" y="14983"/>
                  </a:lnTo>
                  <a:lnTo>
                    <a:pt x="6912" y="14945"/>
                  </a:lnTo>
                  <a:lnTo>
                    <a:pt x="6410" y="14868"/>
                  </a:lnTo>
                  <a:lnTo>
                    <a:pt x="5947" y="14790"/>
                  </a:lnTo>
                  <a:lnTo>
                    <a:pt x="5484" y="14636"/>
                  </a:lnTo>
                  <a:lnTo>
                    <a:pt x="5020" y="14481"/>
                  </a:lnTo>
                  <a:lnTo>
                    <a:pt x="4595" y="14288"/>
                  </a:lnTo>
                  <a:lnTo>
                    <a:pt x="4711" y="14018"/>
                  </a:lnTo>
                  <a:lnTo>
                    <a:pt x="4711" y="13748"/>
                  </a:lnTo>
                  <a:lnTo>
                    <a:pt x="4711" y="13593"/>
                  </a:lnTo>
                  <a:lnTo>
                    <a:pt x="5561" y="13323"/>
                  </a:lnTo>
                  <a:lnTo>
                    <a:pt x="6410" y="13091"/>
                  </a:lnTo>
                  <a:lnTo>
                    <a:pt x="7298" y="12937"/>
                  </a:lnTo>
                  <a:lnTo>
                    <a:pt x="8187" y="12860"/>
                  </a:lnTo>
                  <a:close/>
                  <a:moveTo>
                    <a:pt x="7569" y="1"/>
                  </a:moveTo>
                  <a:lnTo>
                    <a:pt x="6989" y="40"/>
                  </a:lnTo>
                  <a:lnTo>
                    <a:pt x="6449" y="117"/>
                  </a:lnTo>
                  <a:lnTo>
                    <a:pt x="5870" y="233"/>
                  </a:lnTo>
                  <a:lnTo>
                    <a:pt x="5329" y="387"/>
                  </a:lnTo>
                  <a:lnTo>
                    <a:pt x="4788" y="580"/>
                  </a:lnTo>
                  <a:lnTo>
                    <a:pt x="4248" y="812"/>
                  </a:lnTo>
                  <a:lnTo>
                    <a:pt x="3746" y="1121"/>
                  </a:lnTo>
                  <a:lnTo>
                    <a:pt x="3282" y="1430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2008" y="2588"/>
                  </a:lnTo>
                  <a:lnTo>
                    <a:pt x="1622" y="3013"/>
                  </a:lnTo>
                  <a:lnTo>
                    <a:pt x="1274" y="3515"/>
                  </a:lnTo>
                  <a:lnTo>
                    <a:pt x="966" y="4017"/>
                  </a:lnTo>
                  <a:lnTo>
                    <a:pt x="695" y="4596"/>
                  </a:lnTo>
                  <a:lnTo>
                    <a:pt x="425" y="5253"/>
                  </a:lnTo>
                  <a:lnTo>
                    <a:pt x="232" y="5909"/>
                  </a:lnTo>
                  <a:lnTo>
                    <a:pt x="116" y="6565"/>
                  </a:lnTo>
                  <a:lnTo>
                    <a:pt x="39" y="7222"/>
                  </a:lnTo>
                  <a:lnTo>
                    <a:pt x="0" y="7917"/>
                  </a:lnTo>
                  <a:lnTo>
                    <a:pt x="39" y="8612"/>
                  </a:lnTo>
                  <a:lnTo>
                    <a:pt x="116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5" y="11238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0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4" y="14520"/>
                  </a:lnTo>
                  <a:lnTo>
                    <a:pt x="4093" y="14597"/>
                  </a:lnTo>
                  <a:lnTo>
                    <a:pt x="4518" y="14829"/>
                  </a:lnTo>
                  <a:lnTo>
                    <a:pt x="4982" y="14983"/>
                  </a:lnTo>
                  <a:lnTo>
                    <a:pt x="5406" y="15138"/>
                  </a:lnTo>
                  <a:lnTo>
                    <a:pt x="5870" y="15292"/>
                  </a:lnTo>
                  <a:lnTo>
                    <a:pt x="6333" y="15370"/>
                  </a:lnTo>
                  <a:lnTo>
                    <a:pt x="6796" y="15447"/>
                  </a:lnTo>
                  <a:lnTo>
                    <a:pt x="7260" y="15485"/>
                  </a:lnTo>
                  <a:lnTo>
                    <a:pt x="7762" y="15485"/>
                  </a:lnTo>
                  <a:lnTo>
                    <a:pt x="8225" y="15447"/>
                  </a:lnTo>
                  <a:lnTo>
                    <a:pt x="8689" y="15408"/>
                  </a:lnTo>
                  <a:lnTo>
                    <a:pt x="9152" y="15331"/>
                  </a:lnTo>
                  <a:lnTo>
                    <a:pt x="9615" y="15215"/>
                  </a:lnTo>
                  <a:lnTo>
                    <a:pt x="10079" y="15061"/>
                  </a:lnTo>
                  <a:lnTo>
                    <a:pt x="10542" y="14868"/>
                  </a:lnTo>
                  <a:lnTo>
                    <a:pt x="10967" y="14675"/>
                  </a:lnTo>
                  <a:lnTo>
                    <a:pt x="11392" y="14443"/>
                  </a:lnTo>
                  <a:lnTo>
                    <a:pt x="11855" y="14134"/>
                  </a:lnTo>
                  <a:lnTo>
                    <a:pt x="12318" y="13786"/>
                  </a:lnTo>
                  <a:lnTo>
                    <a:pt x="12743" y="13400"/>
                  </a:lnTo>
                  <a:lnTo>
                    <a:pt x="13129" y="12976"/>
                  </a:lnTo>
                  <a:lnTo>
                    <a:pt x="13477" y="12551"/>
                  </a:lnTo>
                  <a:lnTo>
                    <a:pt x="13786" y="12049"/>
                  </a:lnTo>
                  <a:lnTo>
                    <a:pt x="14056" y="11585"/>
                  </a:lnTo>
                  <a:lnTo>
                    <a:pt x="14288" y="11045"/>
                  </a:lnTo>
                  <a:lnTo>
                    <a:pt x="14519" y="10543"/>
                  </a:lnTo>
                  <a:lnTo>
                    <a:pt x="14674" y="10002"/>
                  </a:lnTo>
                  <a:lnTo>
                    <a:pt x="14828" y="9423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4983" y="7724"/>
                  </a:lnTo>
                  <a:lnTo>
                    <a:pt x="14983" y="7145"/>
                  </a:lnTo>
                  <a:lnTo>
                    <a:pt x="14944" y="6604"/>
                  </a:lnTo>
                  <a:lnTo>
                    <a:pt x="14828" y="5986"/>
                  </a:lnTo>
                  <a:lnTo>
                    <a:pt x="14674" y="5407"/>
                  </a:lnTo>
                  <a:lnTo>
                    <a:pt x="14481" y="4828"/>
                  </a:lnTo>
                  <a:lnTo>
                    <a:pt x="14249" y="4287"/>
                  </a:lnTo>
                  <a:lnTo>
                    <a:pt x="13979" y="3747"/>
                  </a:lnTo>
                  <a:lnTo>
                    <a:pt x="13670" y="3245"/>
                  </a:lnTo>
                  <a:lnTo>
                    <a:pt x="13322" y="2743"/>
                  </a:lnTo>
                  <a:lnTo>
                    <a:pt x="12936" y="2318"/>
                  </a:lnTo>
                  <a:lnTo>
                    <a:pt x="12511" y="1893"/>
                  </a:lnTo>
                  <a:lnTo>
                    <a:pt x="12048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2" y="619"/>
                  </a:lnTo>
                  <a:lnTo>
                    <a:pt x="9963" y="387"/>
                  </a:lnTo>
                  <a:lnTo>
                    <a:pt x="9384" y="233"/>
                  </a:lnTo>
                  <a:lnTo>
                    <a:pt x="8766" y="117"/>
                  </a:lnTo>
                  <a:lnTo>
                    <a:pt x="8187" y="40"/>
                  </a:lnTo>
                  <a:lnTo>
                    <a:pt x="756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5"/>
            <p:cNvSpPr/>
            <p:nvPr/>
          </p:nvSpPr>
          <p:spPr>
            <a:xfrm>
              <a:off x="4674950" y="1001550"/>
              <a:ext cx="375575" cy="387150"/>
            </a:xfrm>
            <a:custGeom>
              <a:avLst/>
              <a:gdLst/>
              <a:ahLst/>
              <a:cxnLst/>
              <a:rect l="l" t="t" r="r" b="b"/>
              <a:pathLst>
                <a:path w="15023" h="15486" extrusionOk="0">
                  <a:moveTo>
                    <a:pt x="7492" y="503"/>
                  </a:moveTo>
                  <a:lnTo>
                    <a:pt x="8033" y="541"/>
                  </a:lnTo>
                  <a:lnTo>
                    <a:pt x="8612" y="580"/>
                  </a:lnTo>
                  <a:lnTo>
                    <a:pt x="9153" y="696"/>
                  </a:lnTo>
                  <a:lnTo>
                    <a:pt x="9693" y="850"/>
                  </a:lnTo>
                  <a:lnTo>
                    <a:pt x="10195" y="1043"/>
                  </a:lnTo>
                  <a:lnTo>
                    <a:pt x="10697" y="1275"/>
                  </a:lnTo>
                  <a:lnTo>
                    <a:pt x="11161" y="1545"/>
                  </a:lnTo>
                  <a:lnTo>
                    <a:pt x="11624" y="1815"/>
                  </a:lnTo>
                  <a:lnTo>
                    <a:pt x="10813" y="2202"/>
                  </a:lnTo>
                  <a:lnTo>
                    <a:pt x="10079" y="2626"/>
                  </a:lnTo>
                  <a:lnTo>
                    <a:pt x="9307" y="3090"/>
                  </a:lnTo>
                  <a:lnTo>
                    <a:pt x="8612" y="3630"/>
                  </a:lnTo>
                  <a:lnTo>
                    <a:pt x="7956" y="4171"/>
                  </a:lnTo>
                  <a:lnTo>
                    <a:pt x="7299" y="4789"/>
                  </a:lnTo>
                  <a:lnTo>
                    <a:pt x="6720" y="5445"/>
                  </a:lnTo>
                  <a:lnTo>
                    <a:pt x="6141" y="6140"/>
                  </a:lnTo>
                  <a:lnTo>
                    <a:pt x="5639" y="6874"/>
                  </a:lnTo>
                  <a:lnTo>
                    <a:pt x="5214" y="7646"/>
                  </a:lnTo>
                  <a:lnTo>
                    <a:pt x="4789" y="8419"/>
                  </a:lnTo>
                  <a:lnTo>
                    <a:pt x="4480" y="9230"/>
                  </a:lnTo>
                  <a:lnTo>
                    <a:pt x="4171" y="10040"/>
                  </a:lnTo>
                  <a:lnTo>
                    <a:pt x="3978" y="10890"/>
                  </a:lnTo>
                  <a:lnTo>
                    <a:pt x="3824" y="11778"/>
                  </a:lnTo>
                  <a:lnTo>
                    <a:pt x="3747" y="12666"/>
                  </a:lnTo>
                  <a:lnTo>
                    <a:pt x="3592" y="12666"/>
                  </a:lnTo>
                  <a:lnTo>
                    <a:pt x="3283" y="11855"/>
                  </a:lnTo>
                  <a:lnTo>
                    <a:pt x="3052" y="11044"/>
                  </a:lnTo>
                  <a:lnTo>
                    <a:pt x="2858" y="10195"/>
                  </a:lnTo>
                  <a:lnTo>
                    <a:pt x="2704" y="9345"/>
                  </a:lnTo>
                  <a:lnTo>
                    <a:pt x="2588" y="8534"/>
                  </a:lnTo>
                  <a:lnTo>
                    <a:pt x="2550" y="7685"/>
                  </a:lnTo>
                  <a:lnTo>
                    <a:pt x="2588" y="6797"/>
                  </a:lnTo>
                  <a:lnTo>
                    <a:pt x="2704" y="5947"/>
                  </a:lnTo>
                  <a:lnTo>
                    <a:pt x="2858" y="5214"/>
                  </a:lnTo>
                  <a:lnTo>
                    <a:pt x="3052" y="4519"/>
                  </a:lnTo>
                  <a:lnTo>
                    <a:pt x="3322" y="3823"/>
                  </a:lnTo>
                  <a:lnTo>
                    <a:pt x="3669" y="3206"/>
                  </a:lnTo>
                  <a:lnTo>
                    <a:pt x="4017" y="2588"/>
                  </a:lnTo>
                  <a:lnTo>
                    <a:pt x="4442" y="1970"/>
                  </a:lnTo>
                  <a:lnTo>
                    <a:pt x="4905" y="1429"/>
                  </a:lnTo>
                  <a:lnTo>
                    <a:pt x="5407" y="889"/>
                  </a:lnTo>
                  <a:lnTo>
                    <a:pt x="5909" y="734"/>
                  </a:lnTo>
                  <a:lnTo>
                    <a:pt x="6411" y="618"/>
                  </a:lnTo>
                  <a:lnTo>
                    <a:pt x="6952" y="541"/>
                  </a:lnTo>
                  <a:lnTo>
                    <a:pt x="7492" y="503"/>
                  </a:lnTo>
                  <a:close/>
                  <a:moveTo>
                    <a:pt x="11972" y="2086"/>
                  </a:moveTo>
                  <a:lnTo>
                    <a:pt x="12358" y="2433"/>
                  </a:lnTo>
                  <a:lnTo>
                    <a:pt x="12705" y="2819"/>
                  </a:lnTo>
                  <a:lnTo>
                    <a:pt x="13053" y="3206"/>
                  </a:lnTo>
                  <a:lnTo>
                    <a:pt x="13323" y="3669"/>
                  </a:lnTo>
                  <a:lnTo>
                    <a:pt x="13593" y="4094"/>
                  </a:lnTo>
                  <a:lnTo>
                    <a:pt x="13864" y="4596"/>
                  </a:lnTo>
                  <a:lnTo>
                    <a:pt x="14057" y="5098"/>
                  </a:lnTo>
                  <a:lnTo>
                    <a:pt x="14211" y="5600"/>
                  </a:lnTo>
                  <a:lnTo>
                    <a:pt x="14327" y="6102"/>
                  </a:lnTo>
                  <a:lnTo>
                    <a:pt x="14443" y="6642"/>
                  </a:lnTo>
                  <a:lnTo>
                    <a:pt x="13671" y="6681"/>
                  </a:lnTo>
                  <a:lnTo>
                    <a:pt x="12898" y="6797"/>
                  </a:lnTo>
                  <a:lnTo>
                    <a:pt x="12165" y="6951"/>
                  </a:lnTo>
                  <a:lnTo>
                    <a:pt x="11392" y="7144"/>
                  </a:lnTo>
                  <a:lnTo>
                    <a:pt x="10659" y="7415"/>
                  </a:lnTo>
                  <a:lnTo>
                    <a:pt x="9964" y="7724"/>
                  </a:lnTo>
                  <a:lnTo>
                    <a:pt x="9230" y="8032"/>
                  </a:lnTo>
                  <a:lnTo>
                    <a:pt x="8535" y="8419"/>
                  </a:lnTo>
                  <a:lnTo>
                    <a:pt x="7878" y="8843"/>
                  </a:lnTo>
                  <a:lnTo>
                    <a:pt x="7261" y="9307"/>
                  </a:lnTo>
                  <a:lnTo>
                    <a:pt x="6643" y="9809"/>
                  </a:lnTo>
                  <a:lnTo>
                    <a:pt x="6102" y="10349"/>
                  </a:lnTo>
                  <a:lnTo>
                    <a:pt x="5561" y="10890"/>
                  </a:lnTo>
                  <a:lnTo>
                    <a:pt x="5098" y="11508"/>
                  </a:lnTo>
                  <a:lnTo>
                    <a:pt x="4635" y="12126"/>
                  </a:lnTo>
                  <a:lnTo>
                    <a:pt x="4249" y="12821"/>
                  </a:lnTo>
                  <a:lnTo>
                    <a:pt x="4133" y="12743"/>
                  </a:lnTo>
                  <a:lnTo>
                    <a:pt x="3978" y="12666"/>
                  </a:lnTo>
                  <a:lnTo>
                    <a:pt x="4094" y="11817"/>
                  </a:lnTo>
                  <a:lnTo>
                    <a:pt x="4326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4" y="8496"/>
                  </a:lnTo>
                  <a:lnTo>
                    <a:pt x="5600" y="7724"/>
                  </a:lnTo>
                  <a:lnTo>
                    <a:pt x="6025" y="6990"/>
                  </a:lnTo>
                  <a:lnTo>
                    <a:pt x="6527" y="6295"/>
                  </a:lnTo>
                  <a:lnTo>
                    <a:pt x="7067" y="5600"/>
                  </a:lnTo>
                  <a:lnTo>
                    <a:pt x="7608" y="4982"/>
                  </a:lnTo>
                  <a:lnTo>
                    <a:pt x="8226" y="4403"/>
                  </a:lnTo>
                  <a:lnTo>
                    <a:pt x="8921" y="3823"/>
                  </a:lnTo>
                  <a:lnTo>
                    <a:pt x="9616" y="3321"/>
                  </a:lnTo>
                  <a:lnTo>
                    <a:pt x="10350" y="2858"/>
                  </a:lnTo>
                  <a:lnTo>
                    <a:pt x="11122" y="2472"/>
                  </a:lnTo>
                  <a:lnTo>
                    <a:pt x="11972" y="2086"/>
                  </a:lnTo>
                  <a:close/>
                  <a:moveTo>
                    <a:pt x="14482" y="6990"/>
                  </a:moveTo>
                  <a:lnTo>
                    <a:pt x="14482" y="7839"/>
                  </a:lnTo>
                  <a:lnTo>
                    <a:pt x="14443" y="8689"/>
                  </a:lnTo>
                  <a:lnTo>
                    <a:pt x="14288" y="9538"/>
                  </a:lnTo>
                  <a:lnTo>
                    <a:pt x="14173" y="9963"/>
                  </a:lnTo>
                  <a:lnTo>
                    <a:pt x="14057" y="10349"/>
                  </a:lnTo>
                  <a:lnTo>
                    <a:pt x="13902" y="10774"/>
                  </a:lnTo>
                  <a:lnTo>
                    <a:pt x="13709" y="11160"/>
                  </a:lnTo>
                  <a:lnTo>
                    <a:pt x="13516" y="11546"/>
                  </a:lnTo>
                  <a:lnTo>
                    <a:pt x="13284" y="11894"/>
                  </a:lnTo>
                  <a:lnTo>
                    <a:pt x="13053" y="12241"/>
                  </a:lnTo>
                  <a:lnTo>
                    <a:pt x="12782" y="12589"/>
                  </a:lnTo>
                  <a:lnTo>
                    <a:pt x="12512" y="12898"/>
                  </a:lnTo>
                  <a:lnTo>
                    <a:pt x="12203" y="13207"/>
                  </a:lnTo>
                  <a:lnTo>
                    <a:pt x="11972" y="13052"/>
                  </a:lnTo>
                  <a:lnTo>
                    <a:pt x="11701" y="12937"/>
                  </a:lnTo>
                  <a:lnTo>
                    <a:pt x="11122" y="12782"/>
                  </a:lnTo>
                  <a:lnTo>
                    <a:pt x="10543" y="12628"/>
                  </a:lnTo>
                  <a:lnTo>
                    <a:pt x="10002" y="12550"/>
                  </a:lnTo>
                  <a:lnTo>
                    <a:pt x="9423" y="12512"/>
                  </a:lnTo>
                  <a:lnTo>
                    <a:pt x="8844" y="12473"/>
                  </a:lnTo>
                  <a:lnTo>
                    <a:pt x="8303" y="12473"/>
                  </a:lnTo>
                  <a:lnTo>
                    <a:pt x="7763" y="12512"/>
                  </a:lnTo>
                  <a:lnTo>
                    <a:pt x="7222" y="12589"/>
                  </a:lnTo>
                  <a:lnTo>
                    <a:pt x="6720" y="12666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61"/>
                  </a:lnTo>
                  <a:lnTo>
                    <a:pt x="4557" y="13130"/>
                  </a:lnTo>
                  <a:lnTo>
                    <a:pt x="4442" y="12937"/>
                  </a:lnTo>
                  <a:lnTo>
                    <a:pt x="4905" y="12319"/>
                  </a:lnTo>
                  <a:lnTo>
                    <a:pt x="5368" y="11739"/>
                  </a:lnTo>
                  <a:lnTo>
                    <a:pt x="5870" y="11160"/>
                  </a:lnTo>
                  <a:lnTo>
                    <a:pt x="6411" y="10620"/>
                  </a:lnTo>
                  <a:lnTo>
                    <a:pt x="6990" y="10118"/>
                  </a:lnTo>
                  <a:lnTo>
                    <a:pt x="7569" y="9654"/>
                  </a:lnTo>
                  <a:lnTo>
                    <a:pt x="8149" y="9230"/>
                  </a:lnTo>
                  <a:lnTo>
                    <a:pt x="8767" y="8805"/>
                  </a:lnTo>
                  <a:lnTo>
                    <a:pt x="9423" y="8457"/>
                  </a:lnTo>
                  <a:lnTo>
                    <a:pt x="10079" y="8110"/>
                  </a:lnTo>
                  <a:lnTo>
                    <a:pt x="10736" y="7839"/>
                  </a:lnTo>
                  <a:lnTo>
                    <a:pt x="11470" y="7569"/>
                  </a:lnTo>
                  <a:lnTo>
                    <a:pt x="12165" y="7376"/>
                  </a:lnTo>
                  <a:lnTo>
                    <a:pt x="12937" y="7183"/>
                  </a:lnTo>
                  <a:lnTo>
                    <a:pt x="13671" y="7067"/>
                  </a:lnTo>
                  <a:lnTo>
                    <a:pt x="14482" y="6990"/>
                  </a:lnTo>
                  <a:close/>
                  <a:moveTo>
                    <a:pt x="4519" y="1236"/>
                  </a:moveTo>
                  <a:lnTo>
                    <a:pt x="4055" y="1854"/>
                  </a:lnTo>
                  <a:lnTo>
                    <a:pt x="3631" y="2472"/>
                  </a:lnTo>
                  <a:lnTo>
                    <a:pt x="3245" y="3128"/>
                  </a:lnTo>
                  <a:lnTo>
                    <a:pt x="2936" y="3823"/>
                  </a:lnTo>
                  <a:lnTo>
                    <a:pt x="2665" y="4519"/>
                  </a:lnTo>
                  <a:lnTo>
                    <a:pt x="2472" y="5291"/>
                  </a:lnTo>
                  <a:lnTo>
                    <a:pt x="2318" y="6025"/>
                  </a:lnTo>
                  <a:lnTo>
                    <a:pt x="2241" y="6797"/>
                  </a:lnTo>
                  <a:lnTo>
                    <a:pt x="2202" y="7569"/>
                  </a:lnTo>
                  <a:lnTo>
                    <a:pt x="2202" y="8341"/>
                  </a:lnTo>
                  <a:lnTo>
                    <a:pt x="2279" y="9114"/>
                  </a:lnTo>
                  <a:lnTo>
                    <a:pt x="2395" y="9886"/>
                  </a:lnTo>
                  <a:lnTo>
                    <a:pt x="2550" y="10620"/>
                  </a:lnTo>
                  <a:lnTo>
                    <a:pt x="2781" y="11353"/>
                  </a:lnTo>
                  <a:lnTo>
                    <a:pt x="3013" y="12087"/>
                  </a:lnTo>
                  <a:lnTo>
                    <a:pt x="3322" y="12743"/>
                  </a:lnTo>
                  <a:lnTo>
                    <a:pt x="3129" y="12898"/>
                  </a:lnTo>
                  <a:lnTo>
                    <a:pt x="2936" y="13052"/>
                  </a:lnTo>
                  <a:lnTo>
                    <a:pt x="2820" y="13245"/>
                  </a:lnTo>
                  <a:lnTo>
                    <a:pt x="2743" y="13439"/>
                  </a:lnTo>
                  <a:lnTo>
                    <a:pt x="2395" y="13014"/>
                  </a:lnTo>
                  <a:lnTo>
                    <a:pt x="2086" y="12550"/>
                  </a:lnTo>
                  <a:lnTo>
                    <a:pt x="1777" y="12087"/>
                  </a:lnTo>
                  <a:lnTo>
                    <a:pt x="1507" y="11624"/>
                  </a:lnTo>
                  <a:lnTo>
                    <a:pt x="1275" y="11122"/>
                  </a:lnTo>
                  <a:lnTo>
                    <a:pt x="1082" y="10620"/>
                  </a:lnTo>
                  <a:lnTo>
                    <a:pt x="889" y="10118"/>
                  </a:lnTo>
                  <a:lnTo>
                    <a:pt x="735" y="9616"/>
                  </a:lnTo>
                  <a:lnTo>
                    <a:pt x="619" y="9114"/>
                  </a:lnTo>
                  <a:lnTo>
                    <a:pt x="542" y="8573"/>
                  </a:lnTo>
                  <a:lnTo>
                    <a:pt x="503" y="8032"/>
                  </a:lnTo>
                  <a:lnTo>
                    <a:pt x="503" y="7492"/>
                  </a:lnTo>
                  <a:lnTo>
                    <a:pt x="542" y="6951"/>
                  </a:lnTo>
                  <a:lnTo>
                    <a:pt x="619" y="6411"/>
                  </a:lnTo>
                  <a:lnTo>
                    <a:pt x="773" y="5870"/>
                  </a:lnTo>
                  <a:lnTo>
                    <a:pt x="928" y="5329"/>
                  </a:lnTo>
                  <a:lnTo>
                    <a:pt x="1198" y="4673"/>
                  </a:lnTo>
                  <a:lnTo>
                    <a:pt x="1546" y="4055"/>
                  </a:lnTo>
                  <a:lnTo>
                    <a:pt x="1932" y="3476"/>
                  </a:lnTo>
                  <a:lnTo>
                    <a:pt x="2356" y="2935"/>
                  </a:lnTo>
                  <a:lnTo>
                    <a:pt x="2858" y="2433"/>
                  </a:lnTo>
                  <a:lnTo>
                    <a:pt x="3360" y="2009"/>
                  </a:lnTo>
                  <a:lnTo>
                    <a:pt x="3940" y="1584"/>
                  </a:lnTo>
                  <a:lnTo>
                    <a:pt x="4519" y="1236"/>
                  </a:lnTo>
                  <a:close/>
                  <a:moveTo>
                    <a:pt x="3862" y="12975"/>
                  </a:moveTo>
                  <a:lnTo>
                    <a:pt x="4017" y="13052"/>
                  </a:lnTo>
                  <a:lnTo>
                    <a:pt x="4171" y="13168"/>
                  </a:lnTo>
                  <a:lnTo>
                    <a:pt x="4287" y="13284"/>
                  </a:lnTo>
                  <a:lnTo>
                    <a:pt x="4326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326" y="13941"/>
                  </a:lnTo>
                  <a:lnTo>
                    <a:pt x="4210" y="14095"/>
                  </a:lnTo>
                  <a:lnTo>
                    <a:pt x="3785" y="13825"/>
                  </a:lnTo>
                  <a:lnTo>
                    <a:pt x="3360" y="13477"/>
                  </a:lnTo>
                  <a:lnTo>
                    <a:pt x="3245" y="13439"/>
                  </a:lnTo>
                  <a:lnTo>
                    <a:pt x="3167" y="13439"/>
                  </a:lnTo>
                  <a:lnTo>
                    <a:pt x="3052" y="13477"/>
                  </a:lnTo>
                  <a:lnTo>
                    <a:pt x="2974" y="13516"/>
                  </a:lnTo>
                  <a:lnTo>
                    <a:pt x="3052" y="13361"/>
                  </a:lnTo>
                  <a:lnTo>
                    <a:pt x="3167" y="13207"/>
                  </a:lnTo>
                  <a:lnTo>
                    <a:pt x="3322" y="13130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9153" y="12859"/>
                  </a:moveTo>
                  <a:lnTo>
                    <a:pt x="9616" y="12898"/>
                  </a:lnTo>
                  <a:lnTo>
                    <a:pt x="10118" y="12975"/>
                  </a:lnTo>
                  <a:lnTo>
                    <a:pt x="10504" y="13014"/>
                  </a:lnTo>
                  <a:lnTo>
                    <a:pt x="11006" y="13130"/>
                  </a:lnTo>
                  <a:lnTo>
                    <a:pt x="11508" y="13245"/>
                  </a:lnTo>
                  <a:lnTo>
                    <a:pt x="11701" y="13361"/>
                  </a:lnTo>
                  <a:lnTo>
                    <a:pt x="11894" y="13477"/>
                  </a:lnTo>
                  <a:lnTo>
                    <a:pt x="11508" y="13786"/>
                  </a:lnTo>
                  <a:lnTo>
                    <a:pt x="11083" y="14018"/>
                  </a:lnTo>
                  <a:lnTo>
                    <a:pt x="10659" y="14249"/>
                  </a:lnTo>
                  <a:lnTo>
                    <a:pt x="10234" y="14443"/>
                  </a:lnTo>
                  <a:lnTo>
                    <a:pt x="9770" y="14636"/>
                  </a:lnTo>
                  <a:lnTo>
                    <a:pt x="9307" y="14751"/>
                  </a:lnTo>
                  <a:lnTo>
                    <a:pt x="8844" y="14867"/>
                  </a:lnTo>
                  <a:lnTo>
                    <a:pt x="8342" y="14945"/>
                  </a:lnTo>
                  <a:lnTo>
                    <a:pt x="7878" y="14983"/>
                  </a:lnTo>
                  <a:lnTo>
                    <a:pt x="7376" y="14983"/>
                  </a:lnTo>
                  <a:lnTo>
                    <a:pt x="6913" y="14945"/>
                  </a:lnTo>
                  <a:lnTo>
                    <a:pt x="6411" y="14867"/>
                  </a:lnTo>
                  <a:lnTo>
                    <a:pt x="5948" y="14790"/>
                  </a:lnTo>
                  <a:lnTo>
                    <a:pt x="5484" y="14636"/>
                  </a:lnTo>
                  <a:lnTo>
                    <a:pt x="5021" y="14481"/>
                  </a:lnTo>
                  <a:lnTo>
                    <a:pt x="4596" y="14288"/>
                  </a:lnTo>
                  <a:lnTo>
                    <a:pt x="4712" y="14018"/>
                  </a:lnTo>
                  <a:lnTo>
                    <a:pt x="4751" y="13747"/>
                  </a:lnTo>
                  <a:lnTo>
                    <a:pt x="4712" y="13593"/>
                  </a:lnTo>
                  <a:lnTo>
                    <a:pt x="5561" y="13323"/>
                  </a:lnTo>
                  <a:lnTo>
                    <a:pt x="6411" y="13091"/>
                  </a:lnTo>
                  <a:lnTo>
                    <a:pt x="7299" y="12937"/>
                  </a:lnTo>
                  <a:lnTo>
                    <a:pt x="8187" y="12859"/>
                  </a:lnTo>
                  <a:close/>
                  <a:moveTo>
                    <a:pt x="7608" y="1"/>
                  </a:moveTo>
                  <a:lnTo>
                    <a:pt x="6990" y="39"/>
                  </a:lnTo>
                  <a:lnTo>
                    <a:pt x="6450" y="116"/>
                  </a:lnTo>
                  <a:lnTo>
                    <a:pt x="5870" y="232"/>
                  </a:lnTo>
                  <a:lnTo>
                    <a:pt x="5330" y="387"/>
                  </a:lnTo>
                  <a:lnTo>
                    <a:pt x="4789" y="580"/>
                  </a:lnTo>
                  <a:lnTo>
                    <a:pt x="4249" y="812"/>
                  </a:lnTo>
                  <a:lnTo>
                    <a:pt x="3785" y="1120"/>
                  </a:lnTo>
                  <a:lnTo>
                    <a:pt x="3283" y="1429"/>
                  </a:lnTo>
                  <a:lnTo>
                    <a:pt x="2820" y="1777"/>
                  </a:lnTo>
                  <a:lnTo>
                    <a:pt x="2395" y="2163"/>
                  </a:lnTo>
                  <a:lnTo>
                    <a:pt x="2009" y="2588"/>
                  </a:lnTo>
                  <a:lnTo>
                    <a:pt x="1623" y="3013"/>
                  </a:lnTo>
                  <a:lnTo>
                    <a:pt x="1275" y="3515"/>
                  </a:lnTo>
                  <a:lnTo>
                    <a:pt x="966" y="4017"/>
                  </a:lnTo>
                  <a:lnTo>
                    <a:pt x="696" y="4596"/>
                  </a:lnTo>
                  <a:lnTo>
                    <a:pt x="426" y="5252"/>
                  </a:lnTo>
                  <a:lnTo>
                    <a:pt x="233" y="5909"/>
                  </a:lnTo>
                  <a:lnTo>
                    <a:pt x="117" y="6565"/>
                  </a:lnTo>
                  <a:lnTo>
                    <a:pt x="40" y="7222"/>
                  </a:lnTo>
                  <a:lnTo>
                    <a:pt x="1" y="7917"/>
                  </a:lnTo>
                  <a:lnTo>
                    <a:pt x="40" y="8612"/>
                  </a:lnTo>
                  <a:lnTo>
                    <a:pt x="117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6" y="11238"/>
                  </a:lnTo>
                  <a:lnTo>
                    <a:pt x="1005" y="11817"/>
                  </a:lnTo>
                  <a:lnTo>
                    <a:pt x="1352" y="12396"/>
                  </a:lnTo>
                  <a:lnTo>
                    <a:pt x="1739" y="12937"/>
                  </a:lnTo>
                  <a:lnTo>
                    <a:pt x="2202" y="13439"/>
                  </a:lnTo>
                  <a:lnTo>
                    <a:pt x="2704" y="13902"/>
                  </a:lnTo>
                  <a:lnTo>
                    <a:pt x="2781" y="13941"/>
                  </a:lnTo>
                  <a:lnTo>
                    <a:pt x="2820" y="13941"/>
                  </a:lnTo>
                  <a:lnTo>
                    <a:pt x="2936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5" y="14520"/>
                  </a:lnTo>
                  <a:lnTo>
                    <a:pt x="4133" y="14597"/>
                  </a:lnTo>
                  <a:lnTo>
                    <a:pt x="4557" y="14829"/>
                  </a:lnTo>
                  <a:lnTo>
                    <a:pt x="4982" y="14983"/>
                  </a:lnTo>
                  <a:lnTo>
                    <a:pt x="5407" y="15138"/>
                  </a:lnTo>
                  <a:lnTo>
                    <a:pt x="5870" y="15292"/>
                  </a:lnTo>
                  <a:lnTo>
                    <a:pt x="6334" y="15369"/>
                  </a:lnTo>
                  <a:lnTo>
                    <a:pt x="6797" y="15447"/>
                  </a:lnTo>
                  <a:lnTo>
                    <a:pt x="7299" y="15485"/>
                  </a:lnTo>
                  <a:lnTo>
                    <a:pt x="7763" y="15485"/>
                  </a:lnTo>
                  <a:lnTo>
                    <a:pt x="8226" y="15447"/>
                  </a:lnTo>
                  <a:lnTo>
                    <a:pt x="8689" y="15408"/>
                  </a:lnTo>
                  <a:lnTo>
                    <a:pt x="9153" y="15331"/>
                  </a:lnTo>
                  <a:lnTo>
                    <a:pt x="9616" y="15215"/>
                  </a:lnTo>
                  <a:lnTo>
                    <a:pt x="10079" y="15060"/>
                  </a:lnTo>
                  <a:lnTo>
                    <a:pt x="10543" y="14867"/>
                  </a:lnTo>
                  <a:lnTo>
                    <a:pt x="10968" y="14674"/>
                  </a:lnTo>
                  <a:lnTo>
                    <a:pt x="11392" y="14443"/>
                  </a:lnTo>
                  <a:lnTo>
                    <a:pt x="11856" y="14134"/>
                  </a:lnTo>
                  <a:lnTo>
                    <a:pt x="12319" y="13786"/>
                  </a:lnTo>
                  <a:lnTo>
                    <a:pt x="12744" y="13400"/>
                  </a:lnTo>
                  <a:lnTo>
                    <a:pt x="13130" y="12975"/>
                  </a:lnTo>
                  <a:lnTo>
                    <a:pt x="13478" y="12550"/>
                  </a:lnTo>
                  <a:lnTo>
                    <a:pt x="13786" y="12048"/>
                  </a:lnTo>
                  <a:lnTo>
                    <a:pt x="14057" y="11585"/>
                  </a:lnTo>
                  <a:lnTo>
                    <a:pt x="14288" y="11044"/>
                  </a:lnTo>
                  <a:lnTo>
                    <a:pt x="14520" y="10542"/>
                  </a:lnTo>
                  <a:lnTo>
                    <a:pt x="14675" y="10002"/>
                  </a:lnTo>
                  <a:lnTo>
                    <a:pt x="14829" y="9423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5022" y="7724"/>
                  </a:lnTo>
                  <a:lnTo>
                    <a:pt x="14983" y="7144"/>
                  </a:lnTo>
                  <a:lnTo>
                    <a:pt x="14945" y="6604"/>
                  </a:lnTo>
                  <a:lnTo>
                    <a:pt x="14829" y="5986"/>
                  </a:lnTo>
                  <a:lnTo>
                    <a:pt x="14675" y="5407"/>
                  </a:lnTo>
                  <a:lnTo>
                    <a:pt x="14482" y="4827"/>
                  </a:lnTo>
                  <a:lnTo>
                    <a:pt x="14250" y="4287"/>
                  </a:lnTo>
                  <a:lnTo>
                    <a:pt x="13980" y="3746"/>
                  </a:lnTo>
                  <a:lnTo>
                    <a:pt x="13671" y="3244"/>
                  </a:lnTo>
                  <a:lnTo>
                    <a:pt x="13323" y="2742"/>
                  </a:lnTo>
                  <a:lnTo>
                    <a:pt x="12937" y="2317"/>
                  </a:lnTo>
                  <a:lnTo>
                    <a:pt x="12512" y="1893"/>
                  </a:lnTo>
                  <a:lnTo>
                    <a:pt x="12049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3" y="618"/>
                  </a:lnTo>
                  <a:lnTo>
                    <a:pt x="9964" y="387"/>
                  </a:lnTo>
                  <a:lnTo>
                    <a:pt x="9384" y="232"/>
                  </a:lnTo>
                  <a:lnTo>
                    <a:pt x="8767" y="116"/>
                  </a:lnTo>
                  <a:lnTo>
                    <a:pt x="8187" y="39"/>
                  </a:lnTo>
                  <a:lnTo>
                    <a:pt x="760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5"/>
            <p:cNvSpPr/>
            <p:nvPr/>
          </p:nvSpPr>
          <p:spPr>
            <a:xfrm>
              <a:off x="6760175" y="920450"/>
              <a:ext cx="375550" cy="387150"/>
            </a:xfrm>
            <a:custGeom>
              <a:avLst/>
              <a:gdLst/>
              <a:ahLst/>
              <a:cxnLst/>
              <a:rect l="l" t="t" r="r" b="b"/>
              <a:pathLst>
                <a:path w="15022" h="15486" extrusionOk="0">
                  <a:moveTo>
                    <a:pt x="7491" y="503"/>
                  </a:moveTo>
                  <a:lnTo>
                    <a:pt x="8032" y="542"/>
                  </a:lnTo>
                  <a:lnTo>
                    <a:pt x="8611" y="580"/>
                  </a:lnTo>
                  <a:lnTo>
                    <a:pt x="9152" y="696"/>
                  </a:lnTo>
                  <a:lnTo>
                    <a:pt x="9692" y="850"/>
                  </a:lnTo>
                  <a:lnTo>
                    <a:pt x="10194" y="1044"/>
                  </a:lnTo>
                  <a:lnTo>
                    <a:pt x="10696" y="1275"/>
                  </a:lnTo>
                  <a:lnTo>
                    <a:pt x="11160" y="1546"/>
                  </a:lnTo>
                  <a:lnTo>
                    <a:pt x="11623" y="1816"/>
                  </a:lnTo>
                  <a:lnTo>
                    <a:pt x="10812" y="2202"/>
                  </a:lnTo>
                  <a:lnTo>
                    <a:pt x="10079" y="2627"/>
                  </a:lnTo>
                  <a:lnTo>
                    <a:pt x="9306" y="3090"/>
                  </a:lnTo>
                  <a:lnTo>
                    <a:pt x="8611" y="3631"/>
                  </a:lnTo>
                  <a:lnTo>
                    <a:pt x="7955" y="4171"/>
                  </a:lnTo>
                  <a:lnTo>
                    <a:pt x="7298" y="4789"/>
                  </a:lnTo>
                  <a:lnTo>
                    <a:pt x="6719" y="5446"/>
                  </a:lnTo>
                  <a:lnTo>
                    <a:pt x="6140" y="6141"/>
                  </a:lnTo>
                  <a:lnTo>
                    <a:pt x="5638" y="6874"/>
                  </a:lnTo>
                  <a:lnTo>
                    <a:pt x="5213" y="7647"/>
                  </a:lnTo>
                  <a:lnTo>
                    <a:pt x="4788" y="8419"/>
                  </a:lnTo>
                  <a:lnTo>
                    <a:pt x="4479" y="9230"/>
                  </a:lnTo>
                  <a:lnTo>
                    <a:pt x="4170" y="10041"/>
                  </a:lnTo>
                  <a:lnTo>
                    <a:pt x="3977" y="10890"/>
                  </a:lnTo>
                  <a:lnTo>
                    <a:pt x="3823" y="11778"/>
                  </a:lnTo>
                  <a:lnTo>
                    <a:pt x="3746" y="12667"/>
                  </a:lnTo>
                  <a:lnTo>
                    <a:pt x="3591" y="12667"/>
                  </a:lnTo>
                  <a:lnTo>
                    <a:pt x="3282" y="11856"/>
                  </a:lnTo>
                  <a:lnTo>
                    <a:pt x="3051" y="11045"/>
                  </a:lnTo>
                  <a:lnTo>
                    <a:pt x="2858" y="10195"/>
                  </a:lnTo>
                  <a:lnTo>
                    <a:pt x="2703" y="9346"/>
                  </a:lnTo>
                  <a:lnTo>
                    <a:pt x="2587" y="8535"/>
                  </a:lnTo>
                  <a:lnTo>
                    <a:pt x="2549" y="7685"/>
                  </a:lnTo>
                  <a:lnTo>
                    <a:pt x="2587" y="6797"/>
                  </a:lnTo>
                  <a:lnTo>
                    <a:pt x="2703" y="5948"/>
                  </a:lnTo>
                  <a:lnTo>
                    <a:pt x="2858" y="5214"/>
                  </a:lnTo>
                  <a:lnTo>
                    <a:pt x="3051" y="4519"/>
                  </a:lnTo>
                  <a:lnTo>
                    <a:pt x="3321" y="3824"/>
                  </a:lnTo>
                  <a:lnTo>
                    <a:pt x="3668" y="3206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30"/>
                  </a:lnTo>
                  <a:lnTo>
                    <a:pt x="5406" y="889"/>
                  </a:lnTo>
                  <a:lnTo>
                    <a:pt x="5908" y="735"/>
                  </a:lnTo>
                  <a:lnTo>
                    <a:pt x="6410" y="619"/>
                  </a:lnTo>
                  <a:lnTo>
                    <a:pt x="6951" y="542"/>
                  </a:lnTo>
                  <a:lnTo>
                    <a:pt x="7491" y="503"/>
                  </a:lnTo>
                  <a:close/>
                  <a:moveTo>
                    <a:pt x="11971" y="2086"/>
                  </a:moveTo>
                  <a:lnTo>
                    <a:pt x="12357" y="2434"/>
                  </a:lnTo>
                  <a:lnTo>
                    <a:pt x="12704" y="2820"/>
                  </a:lnTo>
                  <a:lnTo>
                    <a:pt x="13052" y="3206"/>
                  </a:lnTo>
                  <a:lnTo>
                    <a:pt x="13322" y="3669"/>
                  </a:lnTo>
                  <a:lnTo>
                    <a:pt x="13592" y="4094"/>
                  </a:lnTo>
                  <a:lnTo>
                    <a:pt x="13863" y="4596"/>
                  </a:lnTo>
                  <a:lnTo>
                    <a:pt x="14056" y="5098"/>
                  </a:lnTo>
                  <a:lnTo>
                    <a:pt x="14210" y="5600"/>
                  </a:lnTo>
                  <a:lnTo>
                    <a:pt x="14326" y="6102"/>
                  </a:lnTo>
                  <a:lnTo>
                    <a:pt x="14442" y="6643"/>
                  </a:lnTo>
                  <a:lnTo>
                    <a:pt x="13670" y="6681"/>
                  </a:lnTo>
                  <a:lnTo>
                    <a:pt x="12897" y="6797"/>
                  </a:lnTo>
                  <a:lnTo>
                    <a:pt x="12164" y="6952"/>
                  </a:lnTo>
                  <a:lnTo>
                    <a:pt x="11391" y="7145"/>
                  </a:lnTo>
                  <a:lnTo>
                    <a:pt x="10658" y="7415"/>
                  </a:lnTo>
                  <a:lnTo>
                    <a:pt x="9963" y="7724"/>
                  </a:lnTo>
                  <a:lnTo>
                    <a:pt x="9229" y="8033"/>
                  </a:lnTo>
                  <a:lnTo>
                    <a:pt x="8534" y="8419"/>
                  </a:lnTo>
                  <a:lnTo>
                    <a:pt x="7877" y="8844"/>
                  </a:lnTo>
                  <a:lnTo>
                    <a:pt x="7260" y="9307"/>
                  </a:lnTo>
                  <a:lnTo>
                    <a:pt x="6642" y="9809"/>
                  </a:lnTo>
                  <a:lnTo>
                    <a:pt x="6101" y="10350"/>
                  </a:lnTo>
                  <a:lnTo>
                    <a:pt x="5561" y="10890"/>
                  </a:lnTo>
                  <a:lnTo>
                    <a:pt x="5097" y="11508"/>
                  </a:lnTo>
                  <a:lnTo>
                    <a:pt x="4634" y="12126"/>
                  </a:lnTo>
                  <a:lnTo>
                    <a:pt x="4248" y="12821"/>
                  </a:lnTo>
                  <a:lnTo>
                    <a:pt x="4132" y="12744"/>
                  </a:lnTo>
                  <a:lnTo>
                    <a:pt x="3977" y="12667"/>
                  </a:lnTo>
                  <a:lnTo>
                    <a:pt x="4093" y="11817"/>
                  </a:lnTo>
                  <a:lnTo>
                    <a:pt x="4325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3" y="8496"/>
                  </a:lnTo>
                  <a:lnTo>
                    <a:pt x="5599" y="7724"/>
                  </a:lnTo>
                  <a:lnTo>
                    <a:pt x="6024" y="6990"/>
                  </a:lnTo>
                  <a:lnTo>
                    <a:pt x="6526" y="6295"/>
                  </a:lnTo>
                  <a:lnTo>
                    <a:pt x="7067" y="5600"/>
                  </a:lnTo>
                  <a:lnTo>
                    <a:pt x="7607" y="4982"/>
                  </a:lnTo>
                  <a:lnTo>
                    <a:pt x="8225" y="4403"/>
                  </a:lnTo>
                  <a:lnTo>
                    <a:pt x="8920" y="3824"/>
                  </a:lnTo>
                  <a:lnTo>
                    <a:pt x="9615" y="3322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71" y="2086"/>
                  </a:lnTo>
                  <a:close/>
                  <a:moveTo>
                    <a:pt x="14481" y="6990"/>
                  </a:moveTo>
                  <a:lnTo>
                    <a:pt x="14481" y="7840"/>
                  </a:lnTo>
                  <a:lnTo>
                    <a:pt x="14442" y="8689"/>
                  </a:lnTo>
                  <a:lnTo>
                    <a:pt x="14288" y="9539"/>
                  </a:lnTo>
                  <a:lnTo>
                    <a:pt x="14172" y="9964"/>
                  </a:lnTo>
                  <a:lnTo>
                    <a:pt x="14056" y="10350"/>
                  </a:lnTo>
                  <a:lnTo>
                    <a:pt x="13901" y="10774"/>
                  </a:lnTo>
                  <a:lnTo>
                    <a:pt x="13708" y="11161"/>
                  </a:lnTo>
                  <a:lnTo>
                    <a:pt x="13515" y="11547"/>
                  </a:lnTo>
                  <a:lnTo>
                    <a:pt x="13284" y="11894"/>
                  </a:lnTo>
                  <a:lnTo>
                    <a:pt x="13052" y="12242"/>
                  </a:lnTo>
                  <a:lnTo>
                    <a:pt x="12782" y="12589"/>
                  </a:lnTo>
                  <a:lnTo>
                    <a:pt x="12511" y="12898"/>
                  </a:lnTo>
                  <a:lnTo>
                    <a:pt x="12202" y="13207"/>
                  </a:lnTo>
                  <a:lnTo>
                    <a:pt x="11971" y="13053"/>
                  </a:lnTo>
                  <a:lnTo>
                    <a:pt x="11700" y="12937"/>
                  </a:lnTo>
                  <a:lnTo>
                    <a:pt x="11121" y="12782"/>
                  </a:lnTo>
                  <a:lnTo>
                    <a:pt x="10542" y="12628"/>
                  </a:lnTo>
                  <a:lnTo>
                    <a:pt x="10001" y="12551"/>
                  </a:lnTo>
                  <a:lnTo>
                    <a:pt x="9422" y="12512"/>
                  </a:lnTo>
                  <a:lnTo>
                    <a:pt x="8843" y="12474"/>
                  </a:lnTo>
                  <a:lnTo>
                    <a:pt x="8302" y="12474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719" y="12667"/>
                  </a:lnTo>
                  <a:lnTo>
                    <a:pt x="6178" y="12782"/>
                  </a:lnTo>
                  <a:lnTo>
                    <a:pt x="5676" y="12937"/>
                  </a:lnTo>
                  <a:lnTo>
                    <a:pt x="5174" y="13130"/>
                  </a:lnTo>
                  <a:lnTo>
                    <a:pt x="4672" y="13362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40"/>
                  </a:lnTo>
                  <a:lnTo>
                    <a:pt x="5870" y="11161"/>
                  </a:lnTo>
                  <a:lnTo>
                    <a:pt x="6410" y="10620"/>
                  </a:lnTo>
                  <a:lnTo>
                    <a:pt x="6989" y="10118"/>
                  </a:lnTo>
                  <a:lnTo>
                    <a:pt x="7569" y="9655"/>
                  </a:lnTo>
                  <a:lnTo>
                    <a:pt x="8148" y="9230"/>
                  </a:lnTo>
                  <a:lnTo>
                    <a:pt x="8766" y="8805"/>
                  </a:lnTo>
                  <a:lnTo>
                    <a:pt x="9422" y="8458"/>
                  </a:lnTo>
                  <a:lnTo>
                    <a:pt x="10079" y="8110"/>
                  </a:lnTo>
                  <a:lnTo>
                    <a:pt x="10735" y="7840"/>
                  </a:lnTo>
                  <a:lnTo>
                    <a:pt x="11469" y="7569"/>
                  </a:lnTo>
                  <a:lnTo>
                    <a:pt x="12164" y="7376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7"/>
                  </a:moveTo>
                  <a:lnTo>
                    <a:pt x="4055" y="1854"/>
                  </a:lnTo>
                  <a:lnTo>
                    <a:pt x="3630" y="2472"/>
                  </a:lnTo>
                  <a:lnTo>
                    <a:pt x="3244" y="3129"/>
                  </a:lnTo>
                  <a:lnTo>
                    <a:pt x="2935" y="3824"/>
                  </a:lnTo>
                  <a:lnTo>
                    <a:pt x="2664" y="4519"/>
                  </a:lnTo>
                  <a:lnTo>
                    <a:pt x="2471" y="5291"/>
                  </a:lnTo>
                  <a:lnTo>
                    <a:pt x="2317" y="6025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2"/>
                  </a:lnTo>
                  <a:lnTo>
                    <a:pt x="2278" y="9114"/>
                  </a:lnTo>
                  <a:lnTo>
                    <a:pt x="2394" y="9886"/>
                  </a:lnTo>
                  <a:lnTo>
                    <a:pt x="2549" y="10620"/>
                  </a:lnTo>
                  <a:lnTo>
                    <a:pt x="2780" y="11354"/>
                  </a:lnTo>
                  <a:lnTo>
                    <a:pt x="3012" y="12087"/>
                  </a:lnTo>
                  <a:lnTo>
                    <a:pt x="3321" y="12744"/>
                  </a:lnTo>
                  <a:lnTo>
                    <a:pt x="3128" y="12898"/>
                  </a:lnTo>
                  <a:lnTo>
                    <a:pt x="2935" y="13053"/>
                  </a:lnTo>
                  <a:lnTo>
                    <a:pt x="2819" y="13246"/>
                  </a:lnTo>
                  <a:lnTo>
                    <a:pt x="2742" y="13439"/>
                  </a:lnTo>
                  <a:lnTo>
                    <a:pt x="2394" y="13014"/>
                  </a:lnTo>
                  <a:lnTo>
                    <a:pt x="2085" y="12551"/>
                  </a:lnTo>
                  <a:lnTo>
                    <a:pt x="1776" y="12087"/>
                  </a:lnTo>
                  <a:lnTo>
                    <a:pt x="1506" y="11624"/>
                  </a:lnTo>
                  <a:lnTo>
                    <a:pt x="1274" y="11122"/>
                  </a:lnTo>
                  <a:lnTo>
                    <a:pt x="1081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114"/>
                  </a:lnTo>
                  <a:lnTo>
                    <a:pt x="541" y="8573"/>
                  </a:lnTo>
                  <a:lnTo>
                    <a:pt x="502" y="8033"/>
                  </a:lnTo>
                  <a:lnTo>
                    <a:pt x="502" y="7492"/>
                  </a:lnTo>
                  <a:lnTo>
                    <a:pt x="541" y="6952"/>
                  </a:lnTo>
                  <a:lnTo>
                    <a:pt x="618" y="6411"/>
                  </a:lnTo>
                  <a:lnTo>
                    <a:pt x="772" y="5870"/>
                  </a:lnTo>
                  <a:lnTo>
                    <a:pt x="927" y="5330"/>
                  </a:lnTo>
                  <a:lnTo>
                    <a:pt x="1197" y="4673"/>
                  </a:lnTo>
                  <a:lnTo>
                    <a:pt x="1545" y="4056"/>
                  </a:lnTo>
                  <a:lnTo>
                    <a:pt x="1931" y="3476"/>
                  </a:lnTo>
                  <a:lnTo>
                    <a:pt x="2356" y="2936"/>
                  </a:lnTo>
                  <a:lnTo>
                    <a:pt x="2858" y="2434"/>
                  </a:lnTo>
                  <a:lnTo>
                    <a:pt x="3360" y="2009"/>
                  </a:lnTo>
                  <a:lnTo>
                    <a:pt x="3939" y="1584"/>
                  </a:lnTo>
                  <a:lnTo>
                    <a:pt x="4518" y="1237"/>
                  </a:lnTo>
                  <a:close/>
                  <a:moveTo>
                    <a:pt x="3862" y="12976"/>
                  </a:moveTo>
                  <a:lnTo>
                    <a:pt x="4016" y="13053"/>
                  </a:lnTo>
                  <a:lnTo>
                    <a:pt x="4170" y="13169"/>
                  </a:lnTo>
                  <a:lnTo>
                    <a:pt x="4286" y="13284"/>
                  </a:lnTo>
                  <a:lnTo>
                    <a:pt x="4325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325" y="13941"/>
                  </a:lnTo>
                  <a:lnTo>
                    <a:pt x="4209" y="14095"/>
                  </a:lnTo>
                  <a:lnTo>
                    <a:pt x="3784" y="13825"/>
                  </a:lnTo>
                  <a:lnTo>
                    <a:pt x="3360" y="13478"/>
                  </a:lnTo>
                  <a:lnTo>
                    <a:pt x="3244" y="13439"/>
                  </a:lnTo>
                  <a:lnTo>
                    <a:pt x="3166" y="13439"/>
                  </a:lnTo>
                  <a:lnTo>
                    <a:pt x="3051" y="13478"/>
                  </a:lnTo>
                  <a:lnTo>
                    <a:pt x="2973" y="13516"/>
                  </a:lnTo>
                  <a:lnTo>
                    <a:pt x="3051" y="13362"/>
                  </a:lnTo>
                  <a:lnTo>
                    <a:pt x="3166" y="13207"/>
                  </a:lnTo>
                  <a:lnTo>
                    <a:pt x="3321" y="13130"/>
                  </a:lnTo>
                  <a:lnTo>
                    <a:pt x="3475" y="13014"/>
                  </a:lnTo>
                  <a:lnTo>
                    <a:pt x="3668" y="12976"/>
                  </a:lnTo>
                  <a:close/>
                  <a:moveTo>
                    <a:pt x="9152" y="12860"/>
                  </a:moveTo>
                  <a:lnTo>
                    <a:pt x="9615" y="12898"/>
                  </a:lnTo>
                  <a:lnTo>
                    <a:pt x="10117" y="12976"/>
                  </a:lnTo>
                  <a:lnTo>
                    <a:pt x="10503" y="13014"/>
                  </a:lnTo>
                  <a:lnTo>
                    <a:pt x="11005" y="13130"/>
                  </a:lnTo>
                  <a:lnTo>
                    <a:pt x="11507" y="13246"/>
                  </a:lnTo>
                  <a:lnTo>
                    <a:pt x="11700" y="13362"/>
                  </a:lnTo>
                  <a:lnTo>
                    <a:pt x="11893" y="13478"/>
                  </a:lnTo>
                  <a:lnTo>
                    <a:pt x="11507" y="13786"/>
                  </a:lnTo>
                  <a:lnTo>
                    <a:pt x="11083" y="14018"/>
                  </a:lnTo>
                  <a:lnTo>
                    <a:pt x="10658" y="14250"/>
                  </a:lnTo>
                  <a:lnTo>
                    <a:pt x="10233" y="14443"/>
                  </a:lnTo>
                  <a:lnTo>
                    <a:pt x="9770" y="14636"/>
                  </a:lnTo>
                  <a:lnTo>
                    <a:pt x="9306" y="14752"/>
                  </a:lnTo>
                  <a:lnTo>
                    <a:pt x="8843" y="14868"/>
                  </a:lnTo>
                  <a:lnTo>
                    <a:pt x="8341" y="14945"/>
                  </a:lnTo>
                  <a:lnTo>
                    <a:pt x="7877" y="14983"/>
                  </a:lnTo>
                  <a:lnTo>
                    <a:pt x="7375" y="14983"/>
                  </a:lnTo>
                  <a:lnTo>
                    <a:pt x="6912" y="14945"/>
                  </a:lnTo>
                  <a:lnTo>
                    <a:pt x="6410" y="14868"/>
                  </a:lnTo>
                  <a:lnTo>
                    <a:pt x="5947" y="14790"/>
                  </a:lnTo>
                  <a:lnTo>
                    <a:pt x="5483" y="14636"/>
                  </a:lnTo>
                  <a:lnTo>
                    <a:pt x="5020" y="14482"/>
                  </a:lnTo>
                  <a:lnTo>
                    <a:pt x="4595" y="14288"/>
                  </a:lnTo>
                  <a:lnTo>
                    <a:pt x="4711" y="14018"/>
                  </a:lnTo>
                  <a:lnTo>
                    <a:pt x="4750" y="13748"/>
                  </a:lnTo>
                  <a:lnTo>
                    <a:pt x="4711" y="13593"/>
                  </a:lnTo>
                  <a:lnTo>
                    <a:pt x="5561" y="13323"/>
                  </a:lnTo>
                  <a:lnTo>
                    <a:pt x="6410" y="13091"/>
                  </a:lnTo>
                  <a:lnTo>
                    <a:pt x="7298" y="12937"/>
                  </a:lnTo>
                  <a:lnTo>
                    <a:pt x="8186" y="12860"/>
                  </a:lnTo>
                  <a:close/>
                  <a:moveTo>
                    <a:pt x="7607" y="1"/>
                  </a:moveTo>
                  <a:lnTo>
                    <a:pt x="6989" y="40"/>
                  </a:lnTo>
                  <a:lnTo>
                    <a:pt x="6449" y="117"/>
                  </a:lnTo>
                  <a:lnTo>
                    <a:pt x="5870" y="233"/>
                  </a:lnTo>
                  <a:lnTo>
                    <a:pt x="5329" y="387"/>
                  </a:lnTo>
                  <a:lnTo>
                    <a:pt x="4788" y="580"/>
                  </a:lnTo>
                  <a:lnTo>
                    <a:pt x="4248" y="812"/>
                  </a:lnTo>
                  <a:lnTo>
                    <a:pt x="3784" y="1121"/>
                  </a:lnTo>
                  <a:lnTo>
                    <a:pt x="3282" y="1430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2008" y="2588"/>
                  </a:lnTo>
                  <a:lnTo>
                    <a:pt x="1622" y="3013"/>
                  </a:lnTo>
                  <a:lnTo>
                    <a:pt x="1274" y="3515"/>
                  </a:lnTo>
                  <a:lnTo>
                    <a:pt x="965" y="4017"/>
                  </a:lnTo>
                  <a:lnTo>
                    <a:pt x="695" y="4596"/>
                  </a:lnTo>
                  <a:lnTo>
                    <a:pt x="425" y="5253"/>
                  </a:lnTo>
                  <a:lnTo>
                    <a:pt x="232" y="5909"/>
                  </a:lnTo>
                  <a:lnTo>
                    <a:pt x="116" y="6565"/>
                  </a:lnTo>
                  <a:lnTo>
                    <a:pt x="39" y="7222"/>
                  </a:lnTo>
                  <a:lnTo>
                    <a:pt x="0" y="7917"/>
                  </a:lnTo>
                  <a:lnTo>
                    <a:pt x="39" y="8612"/>
                  </a:lnTo>
                  <a:lnTo>
                    <a:pt x="116" y="9269"/>
                  </a:lnTo>
                  <a:lnTo>
                    <a:pt x="270" y="9925"/>
                  </a:lnTo>
                  <a:lnTo>
                    <a:pt x="463" y="10581"/>
                  </a:lnTo>
                  <a:lnTo>
                    <a:pt x="695" y="11238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0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6" y="14134"/>
                  </a:lnTo>
                  <a:lnTo>
                    <a:pt x="3475" y="14327"/>
                  </a:lnTo>
                  <a:lnTo>
                    <a:pt x="3784" y="14520"/>
                  </a:lnTo>
                  <a:lnTo>
                    <a:pt x="4132" y="14597"/>
                  </a:lnTo>
                  <a:lnTo>
                    <a:pt x="4557" y="14829"/>
                  </a:lnTo>
                  <a:lnTo>
                    <a:pt x="4981" y="14983"/>
                  </a:lnTo>
                  <a:lnTo>
                    <a:pt x="5406" y="15138"/>
                  </a:lnTo>
                  <a:lnTo>
                    <a:pt x="5870" y="15292"/>
                  </a:lnTo>
                  <a:lnTo>
                    <a:pt x="6333" y="15370"/>
                  </a:lnTo>
                  <a:lnTo>
                    <a:pt x="6796" y="15447"/>
                  </a:lnTo>
                  <a:lnTo>
                    <a:pt x="7298" y="15485"/>
                  </a:lnTo>
                  <a:lnTo>
                    <a:pt x="7762" y="15485"/>
                  </a:lnTo>
                  <a:lnTo>
                    <a:pt x="8225" y="15447"/>
                  </a:lnTo>
                  <a:lnTo>
                    <a:pt x="8688" y="15408"/>
                  </a:lnTo>
                  <a:lnTo>
                    <a:pt x="9152" y="15331"/>
                  </a:lnTo>
                  <a:lnTo>
                    <a:pt x="9615" y="15215"/>
                  </a:lnTo>
                  <a:lnTo>
                    <a:pt x="10079" y="15061"/>
                  </a:lnTo>
                  <a:lnTo>
                    <a:pt x="10542" y="14868"/>
                  </a:lnTo>
                  <a:lnTo>
                    <a:pt x="10967" y="14675"/>
                  </a:lnTo>
                  <a:lnTo>
                    <a:pt x="11391" y="14443"/>
                  </a:lnTo>
                  <a:lnTo>
                    <a:pt x="11855" y="14134"/>
                  </a:lnTo>
                  <a:lnTo>
                    <a:pt x="12318" y="13786"/>
                  </a:lnTo>
                  <a:lnTo>
                    <a:pt x="12743" y="13400"/>
                  </a:lnTo>
                  <a:lnTo>
                    <a:pt x="13129" y="12976"/>
                  </a:lnTo>
                  <a:lnTo>
                    <a:pt x="13477" y="12551"/>
                  </a:lnTo>
                  <a:lnTo>
                    <a:pt x="13786" y="12049"/>
                  </a:lnTo>
                  <a:lnTo>
                    <a:pt x="14056" y="11585"/>
                  </a:lnTo>
                  <a:lnTo>
                    <a:pt x="14288" y="11045"/>
                  </a:lnTo>
                  <a:lnTo>
                    <a:pt x="14519" y="10543"/>
                  </a:lnTo>
                  <a:lnTo>
                    <a:pt x="14674" y="10002"/>
                  </a:lnTo>
                  <a:lnTo>
                    <a:pt x="14828" y="9423"/>
                  </a:lnTo>
                  <a:lnTo>
                    <a:pt x="14905" y="8882"/>
                  </a:lnTo>
                  <a:lnTo>
                    <a:pt x="14983" y="8303"/>
                  </a:lnTo>
                  <a:lnTo>
                    <a:pt x="15021" y="7724"/>
                  </a:lnTo>
                  <a:lnTo>
                    <a:pt x="14983" y="7145"/>
                  </a:lnTo>
                  <a:lnTo>
                    <a:pt x="14944" y="6604"/>
                  </a:lnTo>
                  <a:lnTo>
                    <a:pt x="14828" y="5986"/>
                  </a:lnTo>
                  <a:lnTo>
                    <a:pt x="14674" y="5407"/>
                  </a:lnTo>
                  <a:lnTo>
                    <a:pt x="14481" y="4828"/>
                  </a:lnTo>
                  <a:lnTo>
                    <a:pt x="14249" y="4287"/>
                  </a:lnTo>
                  <a:lnTo>
                    <a:pt x="13979" y="3747"/>
                  </a:lnTo>
                  <a:lnTo>
                    <a:pt x="13670" y="3245"/>
                  </a:lnTo>
                  <a:lnTo>
                    <a:pt x="13322" y="2743"/>
                  </a:lnTo>
                  <a:lnTo>
                    <a:pt x="12936" y="2318"/>
                  </a:lnTo>
                  <a:lnTo>
                    <a:pt x="12511" y="1893"/>
                  </a:lnTo>
                  <a:lnTo>
                    <a:pt x="12048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2" y="619"/>
                  </a:lnTo>
                  <a:lnTo>
                    <a:pt x="9963" y="387"/>
                  </a:lnTo>
                  <a:lnTo>
                    <a:pt x="9383" y="233"/>
                  </a:lnTo>
                  <a:lnTo>
                    <a:pt x="8766" y="117"/>
                  </a:lnTo>
                  <a:lnTo>
                    <a:pt x="8186" y="40"/>
                  </a:lnTo>
                  <a:lnTo>
                    <a:pt x="76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5"/>
            <p:cNvSpPr/>
            <p:nvPr/>
          </p:nvSpPr>
          <p:spPr>
            <a:xfrm>
              <a:off x="1387875" y="1558575"/>
              <a:ext cx="374575" cy="387125"/>
            </a:xfrm>
            <a:custGeom>
              <a:avLst/>
              <a:gdLst/>
              <a:ahLst/>
              <a:cxnLst/>
              <a:rect l="l" t="t" r="r" b="b"/>
              <a:pathLst>
                <a:path w="14983" h="15485" extrusionOk="0">
                  <a:moveTo>
                    <a:pt x="7453" y="502"/>
                  </a:moveTo>
                  <a:lnTo>
                    <a:pt x="8032" y="541"/>
                  </a:lnTo>
                  <a:lnTo>
                    <a:pt x="8573" y="580"/>
                  </a:lnTo>
                  <a:lnTo>
                    <a:pt x="9152" y="695"/>
                  </a:lnTo>
                  <a:lnTo>
                    <a:pt x="9654" y="850"/>
                  </a:lnTo>
                  <a:lnTo>
                    <a:pt x="10195" y="1043"/>
                  </a:lnTo>
                  <a:lnTo>
                    <a:pt x="10697" y="1275"/>
                  </a:lnTo>
                  <a:lnTo>
                    <a:pt x="11160" y="1545"/>
                  </a:lnTo>
                  <a:lnTo>
                    <a:pt x="11585" y="1854"/>
                  </a:lnTo>
                  <a:lnTo>
                    <a:pt x="10812" y="2201"/>
                  </a:lnTo>
                  <a:lnTo>
                    <a:pt x="10040" y="2626"/>
                  </a:lnTo>
                  <a:lnTo>
                    <a:pt x="9306" y="3090"/>
                  </a:lnTo>
                  <a:lnTo>
                    <a:pt x="8611" y="3630"/>
                  </a:lnTo>
                  <a:lnTo>
                    <a:pt x="7916" y="4171"/>
                  </a:lnTo>
                  <a:lnTo>
                    <a:pt x="7299" y="4789"/>
                  </a:lnTo>
                  <a:lnTo>
                    <a:pt x="6681" y="5445"/>
                  </a:lnTo>
                  <a:lnTo>
                    <a:pt x="6140" y="6140"/>
                  </a:lnTo>
                  <a:lnTo>
                    <a:pt x="5638" y="6874"/>
                  </a:lnTo>
                  <a:lnTo>
                    <a:pt x="5175" y="7646"/>
                  </a:lnTo>
                  <a:lnTo>
                    <a:pt x="4789" y="8418"/>
                  </a:lnTo>
                  <a:lnTo>
                    <a:pt x="4441" y="9229"/>
                  </a:lnTo>
                  <a:lnTo>
                    <a:pt x="4171" y="10040"/>
                  </a:lnTo>
                  <a:lnTo>
                    <a:pt x="3939" y="10890"/>
                  </a:lnTo>
                  <a:lnTo>
                    <a:pt x="3823" y="11778"/>
                  </a:lnTo>
                  <a:lnTo>
                    <a:pt x="3746" y="12666"/>
                  </a:lnTo>
                  <a:lnTo>
                    <a:pt x="3553" y="12666"/>
                  </a:lnTo>
                  <a:lnTo>
                    <a:pt x="3283" y="11855"/>
                  </a:lnTo>
                  <a:lnTo>
                    <a:pt x="3051" y="11044"/>
                  </a:lnTo>
                  <a:lnTo>
                    <a:pt x="2819" y="10195"/>
                  </a:lnTo>
                  <a:lnTo>
                    <a:pt x="2665" y="9384"/>
                  </a:lnTo>
                  <a:lnTo>
                    <a:pt x="2588" y="8534"/>
                  </a:lnTo>
                  <a:lnTo>
                    <a:pt x="2549" y="7685"/>
                  </a:lnTo>
                  <a:lnTo>
                    <a:pt x="2588" y="6797"/>
                  </a:lnTo>
                  <a:lnTo>
                    <a:pt x="2665" y="5947"/>
                  </a:lnTo>
                  <a:lnTo>
                    <a:pt x="2858" y="5213"/>
                  </a:lnTo>
                  <a:lnTo>
                    <a:pt x="3051" y="4518"/>
                  </a:lnTo>
                  <a:lnTo>
                    <a:pt x="3321" y="3823"/>
                  </a:lnTo>
                  <a:lnTo>
                    <a:pt x="3630" y="3205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29"/>
                  </a:lnTo>
                  <a:lnTo>
                    <a:pt x="5406" y="888"/>
                  </a:lnTo>
                  <a:lnTo>
                    <a:pt x="5908" y="734"/>
                  </a:lnTo>
                  <a:lnTo>
                    <a:pt x="6410" y="618"/>
                  </a:lnTo>
                  <a:lnTo>
                    <a:pt x="6912" y="541"/>
                  </a:lnTo>
                  <a:lnTo>
                    <a:pt x="7453" y="502"/>
                  </a:lnTo>
                  <a:close/>
                  <a:moveTo>
                    <a:pt x="11932" y="2086"/>
                  </a:moveTo>
                  <a:lnTo>
                    <a:pt x="12318" y="2433"/>
                  </a:lnTo>
                  <a:lnTo>
                    <a:pt x="12666" y="2819"/>
                  </a:lnTo>
                  <a:lnTo>
                    <a:pt x="13014" y="3205"/>
                  </a:lnTo>
                  <a:lnTo>
                    <a:pt x="13322" y="3669"/>
                  </a:lnTo>
                  <a:lnTo>
                    <a:pt x="13593" y="4093"/>
                  </a:lnTo>
                  <a:lnTo>
                    <a:pt x="13824" y="4595"/>
                  </a:lnTo>
                  <a:lnTo>
                    <a:pt x="14018" y="5097"/>
                  </a:lnTo>
                  <a:lnTo>
                    <a:pt x="14211" y="5599"/>
                  </a:lnTo>
                  <a:lnTo>
                    <a:pt x="14326" y="6101"/>
                  </a:lnTo>
                  <a:lnTo>
                    <a:pt x="14404" y="6642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25" y="6951"/>
                  </a:lnTo>
                  <a:lnTo>
                    <a:pt x="11392" y="7144"/>
                  </a:lnTo>
                  <a:lnTo>
                    <a:pt x="10658" y="7414"/>
                  </a:lnTo>
                  <a:lnTo>
                    <a:pt x="9924" y="7723"/>
                  </a:lnTo>
                  <a:lnTo>
                    <a:pt x="9229" y="8032"/>
                  </a:lnTo>
                  <a:lnTo>
                    <a:pt x="8534" y="8418"/>
                  </a:lnTo>
                  <a:lnTo>
                    <a:pt x="7878" y="8843"/>
                  </a:lnTo>
                  <a:lnTo>
                    <a:pt x="7221" y="9306"/>
                  </a:lnTo>
                  <a:lnTo>
                    <a:pt x="6642" y="9808"/>
                  </a:lnTo>
                  <a:lnTo>
                    <a:pt x="6063" y="10349"/>
                  </a:lnTo>
                  <a:lnTo>
                    <a:pt x="5561" y="10890"/>
                  </a:lnTo>
                  <a:lnTo>
                    <a:pt x="5059" y="11508"/>
                  </a:lnTo>
                  <a:lnTo>
                    <a:pt x="4634" y="12125"/>
                  </a:lnTo>
                  <a:lnTo>
                    <a:pt x="4248" y="12820"/>
                  </a:lnTo>
                  <a:lnTo>
                    <a:pt x="4093" y="12743"/>
                  </a:lnTo>
                  <a:lnTo>
                    <a:pt x="3939" y="12666"/>
                  </a:lnTo>
                  <a:lnTo>
                    <a:pt x="4093" y="11816"/>
                  </a:lnTo>
                  <a:lnTo>
                    <a:pt x="4287" y="10928"/>
                  </a:lnTo>
                  <a:lnTo>
                    <a:pt x="4557" y="10117"/>
                  </a:lnTo>
                  <a:lnTo>
                    <a:pt x="4827" y="9306"/>
                  </a:lnTo>
                  <a:lnTo>
                    <a:pt x="5175" y="8496"/>
                  </a:lnTo>
                  <a:lnTo>
                    <a:pt x="5561" y="7723"/>
                  </a:lnTo>
                  <a:lnTo>
                    <a:pt x="6024" y="6990"/>
                  </a:lnTo>
                  <a:lnTo>
                    <a:pt x="6488" y="6295"/>
                  </a:lnTo>
                  <a:lnTo>
                    <a:pt x="7028" y="5599"/>
                  </a:lnTo>
                  <a:lnTo>
                    <a:pt x="7607" y="4982"/>
                  </a:lnTo>
                  <a:lnTo>
                    <a:pt x="8225" y="4402"/>
                  </a:lnTo>
                  <a:lnTo>
                    <a:pt x="8882" y="3823"/>
                  </a:lnTo>
                  <a:lnTo>
                    <a:pt x="9577" y="3321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32" y="2086"/>
                  </a:lnTo>
                  <a:close/>
                  <a:moveTo>
                    <a:pt x="14442" y="6990"/>
                  </a:moveTo>
                  <a:lnTo>
                    <a:pt x="14481" y="7839"/>
                  </a:lnTo>
                  <a:lnTo>
                    <a:pt x="14404" y="8689"/>
                  </a:lnTo>
                  <a:lnTo>
                    <a:pt x="14249" y="9538"/>
                  </a:lnTo>
                  <a:lnTo>
                    <a:pt x="14172" y="9963"/>
                  </a:lnTo>
                  <a:lnTo>
                    <a:pt x="14018" y="10388"/>
                  </a:lnTo>
                  <a:lnTo>
                    <a:pt x="13863" y="10774"/>
                  </a:lnTo>
                  <a:lnTo>
                    <a:pt x="13709" y="11160"/>
                  </a:lnTo>
                  <a:lnTo>
                    <a:pt x="13516" y="11546"/>
                  </a:lnTo>
                  <a:lnTo>
                    <a:pt x="13284" y="11894"/>
                  </a:lnTo>
                  <a:lnTo>
                    <a:pt x="13052" y="12241"/>
                  </a:lnTo>
                  <a:lnTo>
                    <a:pt x="12782" y="12589"/>
                  </a:lnTo>
                  <a:lnTo>
                    <a:pt x="12473" y="12898"/>
                  </a:lnTo>
                  <a:lnTo>
                    <a:pt x="12203" y="13207"/>
                  </a:lnTo>
                  <a:lnTo>
                    <a:pt x="11932" y="13052"/>
                  </a:lnTo>
                  <a:lnTo>
                    <a:pt x="11662" y="12936"/>
                  </a:lnTo>
                  <a:lnTo>
                    <a:pt x="11083" y="12782"/>
                  </a:lnTo>
                  <a:lnTo>
                    <a:pt x="10542" y="12627"/>
                  </a:lnTo>
                  <a:lnTo>
                    <a:pt x="9963" y="12550"/>
                  </a:lnTo>
                  <a:lnTo>
                    <a:pt x="9384" y="12512"/>
                  </a:lnTo>
                  <a:lnTo>
                    <a:pt x="8843" y="12473"/>
                  </a:lnTo>
                  <a:lnTo>
                    <a:pt x="8303" y="12473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681" y="12666"/>
                  </a:lnTo>
                  <a:lnTo>
                    <a:pt x="6179" y="12782"/>
                  </a:lnTo>
                  <a:lnTo>
                    <a:pt x="5638" y="12975"/>
                  </a:lnTo>
                  <a:lnTo>
                    <a:pt x="5136" y="13129"/>
                  </a:lnTo>
                  <a:lnTo>
                    <a:pt x="4673" y="13361"/>
                  </a:lnTo>
                  <a:lnTo>
                    <a:pt x="4557" y="13129"/>
                  </a:lnTo>
                  <a:lnTo>
                    <a:pt x="4402" y="12936"/>
                  </a:lnTo>
                  <a:lnTo>
                    <a:pt x="4866" y="12318"/>
                  </a:lnTo>
                  <a:lnTo>
                    <a:pt x="5368" y="11739"/>
                  </a:lnTo>
                  <a:lnTo>
                    <a:pt x="5870" y="11160"/>
                  </a:lnTo>
                  <a:lnTo>
                    <a:pt x="6410" y="10619"/>
                  </a:lnTo>
                  <a:lnTo>
                    <a:pt x="6951" y="10117"/>
                  </a:lnTo>
                  <a:lnTo>
                    <a:pt x="7530" y="9654"/>
                  </a:lnTo>
                  <a:lnTo>
                    <a:pt x="8148" y="9229"/>
                  </a:lnTo>
                  <a:lnTo>
                    <a:pt x="8766" y="8804"/>
                  </a:lnTo>
                  <a:lnTo>
                    <a:pt x="9384" y="8457"/>
                  </a:lnTo>
                  <a:lnTo>
                    <a:pt x="10040" y="8109"/>
                  </a:lnTo>
                  <a:lnTo>
                    <a:pt x="10735" y="7839"/>
                  </a:lnTo>
                  <a:lnTo>
                    <a:pt x="11430" y="7569"/>
                  </a:lnTo>
                  <a:lnTo>
                    <a:pt x="12164" y="7376"/>
                  </a:lnTo>
                  <a:lnTo>
                    <a:pt x="12898" y="7183"/>
                  </a:lnTo>
                  <a:lnTo>
                    <a:pt x="13670" y="7067"/>
                  </a:lnTo>
                  <a:lnTo>
                    <a:pt x="14442" y="6990"/>
                  </a:lnTo>
                  <a:close/>
                  <a:moveTo>
                    <a:pt x="4518" y="1275"/>
                  </a:moveTo>
                  <a:lnTo>
                    <a:pt x="4016" y="1854"/>
                  </a:lnTo>
                  <a:lnTo>
                    <a:pt x="3591" y="2472"/>
                  </a:lnTo>
                  <a:lnTo>
                    <a:pt x="3244" y="3128"/>
                  </a:lnTo>
                  <a:lnTo>
                    <a:pt x="2935" y="3823"/>
                  </a:lnTo>
                  <a:lnTo>
                    <a:pt x="2665" y="4518"/>
                  </a:lnTo>
                  <a:lnTo>
                    <a:pt x="2472" y="5291"/>
                  </a:lnTo>
                  <a:lnTo>
                    <a:pt x="2317" y="6024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1"/>
                  </a:lnTo>
                  <a:lnTo>
                    <a:pt x="2279" y="9113"/>
                  </a:lnTo>
                  <a:lnTo>
                    <a:pt x="2356" y="9886"/>
                  </a:lnTo>
                  <a:lnTo>
                    <a:pt x="2549" y="10619"/>
                  </a:lnTo>
                  <a:lnTo>
                    <a:pt x="2742" y="11353"/>
                  </a:lnTo>
                  <a:lnTo>
                    <a:pt x="3012" y="12087"/>
                  </a:lnTo>
                  <a:lnTo>
                    <a:pt x="3283" y="12782"/>
                  </a:lnTo>
                  <a:lnTo>
                    <a:pt x="3089" y="12898"/>
                  </a:lnTo>
                  <a:lnTo>
                    <a:pt x="2935" y="13052"/>
                  </a:lnTo>
                  <a:lnTo>
                    <a:pt x="2819" y="13245"/>
                  </a:lnTo>
                  <a:lnTo>
                    <a:pt x="2703" y="13438"/>
                  </a:lnTo>
                  <a:lnTo>
                    <a:pt x="2394" y="13014"/>
                  </a:lnTo>
                  <a:lnTo>
                    <a:pt x="2047" y="12550"/>
                  </a:lnTo>
                  <a:lnTo>
                    <a:pt x="1777" y="12087"/>
                  </a:lnTo>
                  <a:lnTo>
                    <a:pt x="1506" y="11623"/>
                  </a:lnTo>
                  <a:lnTo>
                    <a:pt x="1275" y="11121"/>
                  </a:lnTo>
                  <a:lnTo>
                    <a:pt x="1043" y="10619"/>
                  </a:lnTo>
                  <a:lnTo>
                    <a:pt x="850" y="10117"/>
                  </a:lnTo>
                  <a:lnTo>
                    <a:pt x="734" y="9615"/>
                  </a:lnTo>
                  <a:lnTo>
                    <a:pt x="618" y="9113"/>
                  </a:lnTo>
                  <a:lnTo>
                    <a:pt x="541" y="8573"/>
                  </a:lnTo>
                  <a:lnTo>
                    <a:pt x="502" y="8032"/>
                  </a:lnTo>
                  <a:lnTo>
                    <a:pt x="502" y="7492"/>
                  </a:lnTo>
                  <a:lnTo>
                    <a:pt x="541" y="6951"/>
                  </a:lnTo>
                  <a:lnTo>
                    <a:pt x="618" y="6410"/>
                  </a:lnTo>
                  <a:lnTo>
                    <a:pt x="734" y="5870"/>
                  </a:lnTo>
                  <a:lnTo>
                    <a:pt x="927" y="5329"/>
                  </a:lnTo>
                  <a:lnTo>
                    <a:pt x="1197" y="4673"/>
                  </a:lnTo>
                  <a:lnTo>
                    <a:pt x="1506" y="4055"/>
                  </a:lnTo>
                  <a:lnTo>
                    <a:pt x="1892" y="3476"/>
                  </a:lnTo>
                  <a:lnTo>
                    <a:pt x="2356" y="2935"/>
                  </a:lnTo>
                  <a:lnTo>
                    <a:pt x="2819" y="2433"/>
                  </a:lnTo>
                  <a:lnTo>
                    <a:pt x="3360" y="2008"/>
                  </a:lnTo>
                  <a:lnTo>
                    <a:pt x="3900" y="1584"/>
                  </a:lnTo>
                  <a:lnTo>
                    <a:pt x="4518" y="1275"/>
                  </a:lnTo>
                  <a:close/>
                  <a:moveTo>
                    <a:pt x="3823" y="12975"/>
                  </a:moveTo>
                  <a:lnTo>
                    <a:pt x="4016" y="13052"/>
                  </a:lnTo>
                  <a:lnTo>
                    <a:pt x="4132" y="13168"/>
                  </a:lnTo>
                  <a:lnTo>
                    <a:pt x="4248" y="13284"/>
                  </a:lnTo>
                  <a:lnTo>
                    <a:pt x="4325" y="13438"/>
                  </a:lnTo>
                  <a:lnTo>
                    <a:pt x="4364" y="13631"/>
                  </a:lnTo>
                  <a:lnTo>
                    <a:pt x="4325" y="13786"/>
                  </a:lnTo>
                  <a:lnTo>
                    <a:pt x="4287" y="13940"/>
                  </a:lnTo>
                  <a:lnTo>
                    <a:pt x="4209" y="14095"/>
                  </a:lnTo>
                  <a:lnTo>
                    <a:pt x="3746" y="13824"/>
                  </a:lnTo>
                  <a:lnTo>
                    <a:pt x="3321" y="13477"/>
                  </a:lnTo>
                  <a:lnTo>
                    <a:pt x="3244" y="13438"/>
                  </a:lnTo>
                  <a:lnTo>
                    <a:pt x="3128" y="13438"/>
                  </a:lnTo>
                  <a:lnTo>
                    <a:pt x="3051" y="13477"/>
                  </a:lnTo>
                  <a:lnTo>
                    <a:pt x="2974" y="13515"/>
                  </a:lnTo>
                  <a:lnTo>
                    <a:pt x="3051" y="13361"/>
                  </a:lnTo>
                  <a:lnTo>
                    <a:pt x="3167" y="13245"/>
                  </a:lnTo>
                  <a:lnTo>
                    <a:pt x="3321" y="13129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9113" y="12859"/>
                  </a:moveTo>
                  <a:lnTo>
                    <a:pt x="9615" y="12898"/>
                  </a:lnTo>
                  <a:lnTo>
                    <a:pt x="10079" y="12975"/>
                  </a:lnTo>
                  <a:lnTo>
                    <a:pt x="10504" y="13014"/>
                  </a:lnTo>
                  <a:lnTo>
                    <a:pt x="11006" y="13129"/>
                  </a:lnTo>
                  <a:lnTo>
                    <a:pt x="11469" y="13245"/>
                  </a:lnTo>
                  <a:lnTo>
                    <a:pt x="11701" y="13361"/>
                  </a:lnTo>
                  <a:lnTo>
                    <a:pt x="11894" y="13477"/>
                  </a:lnTo>
                  <a:lnTo>
                    <a:pt x="11508" y="13786"/>
                  </a:lnTo>
                  <a:lnTo>
                    <a:pt x="11083" y="14017"/>
                  </a:lnTo>
                  <a:lnTo>
                    <a:pt x="10658" y="14249"/>
                  </a:lnTo>
                  <a:lnTo>
                    <a:pt x="10195" y="14442"/>
                  </a:lnTo>
                  <a:lnTo>
                    <a:pt x="9770" y="14635"/>
                  </a:lnTo>
                  <a:lnTo>
                    <a:pt x="9306" y="14751"/>
                  </a:lnTo>
                  <a:lnTo>
                    <a:pt x="8804" y="14867"/>
                  </a:lnTo>
                  <a:lnTo>
                    <a:pt x="8341" y="14944"/>
                  </a:lnTo>
                  <a:lnTo>
                    <a:pt x="7839" y="14983"/>
                  </a:lnTo>
                  <a:lnTo>
                    <a:pt x="7376" y="14983"/>
                  </a:lnTo>
                  <a:lnTo>
                    <a:pt x="6874" y="14944"/>
                  </a:lnTo>
                  <a:lnTo>
                    <a:pt x="6410" y="14867"/>
                  </a:lnTo>
                  <a:lnTo>
                    <a:pt x="5947" y="14790"/>
                  </a:lnTo>
                  <a:lnTo>
                    <a:pt x="5484" y="14674"/>
                  </a:lnTo>
                  <a:lnTo>
                    <a:pt x="5020" y="14481"/>
                  </a:lnTo>
                  <a:lnTo>
                    <a:pt x="4557" y="14288"/>
                  </a:lnTo>
                  <a:lnTo>
                    <a:pt x="4673" y="14017"/>
                  </a:lnTo>
                  <a:lnTo>
                    <a:pt x="4711" y="13747"/>
                  </a:lnTo>
                  <a:lnTo>
                    <a:pt x="4711" y="13593"/>
                  </a:lnTo>
                  <a:lnTo>
                    <a:pt x="5561" y="13322"/>
                  </a:lnTo>
                  <a:lnTo>
                    <a:pt x="6410" y="13091"/>
                  </a:lnTo>
                  <a:lnTo>
                    <a:pt x="7260" y="12936"/>
                  </a:lnTo>
                  <a:lnTo>
                    <a:pt x="8148" y="12859"/>
                  </a:lnTo>
                  <a:close/>
                  <a:moveTo>
                    <a:pt x="7569" y="0"/>
                  </a:moveTo>
                  <a:lnTo>
                    <a:pt x="6990" y="39"/>
                  </a:lnTo>
                  <a:lnTo>
                    <a:pt x="6410" y="116"/>
                  </a:lnTo>
                  <a:lnTo>
                    <a:pt x="5870" y="232"/>
                  </a:lnTo>
                  <a:lnTo>
                    <a:pt x="5291" y="386"/>
                  </a:lnTo>
                  <a:lnTo>
                    <a:pt x="4750" y="580"/>
                  </a:lnTo>
                  <a:lnTo>
                    <a:pt x="4248" y="811"/>
                  </a:lnTo>
                  <a:lnTo>
                    <a:pt x="3746" y="1120"/>
                  </a:lnTo>
                  <a:lnTo>
                    <a:pt x="3283" y="1429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1970" y="2588"/>
                  </a:lnTo>
                  <a:lnTo>
                    <a:pt x="1622" y="3012"/>
                  </a:lnTo>
                  <a:lnTo>
                    <a:pt x="1275" y="3514"/>
                  </a:lnTo>
                  <a:lnTo>
                    <a:pt x="966" y="4016"/>
                  </a:lnTo>
                  <a:lnTo>
                    <a:pt x="657" y="4595"/>
                  </a:lnTo>
                  <a:lnTo>
                    <a:pt x="425" y="5252"/>
                  </a:lnTo>
                  <a:lnTo>
                    <a:pt x="232" y="5908"/>
                  </a:lnTo>
                  <a:lnTo>
                    <a:pt x="116" y="6565"/>
                  </a:lnTo>
                  <a:lnTo>
                    <a:pt x="0" y="7221"/>
                  </a:lnTo>
                  <a:lnTo>
                    <a:pt x="0" y="7916"/>
                  </a:lnTo>
                  <a:lnTo>
                    <a:pt x="39" y="8611"/>
                  </a:lnTo>
                  <a:lnTo>
                    <a:pt x="116" y="9268"/>
                  </a:lnTo>
                  <a:lnTo>
                    <a:pt x="232" y="9924"/>
                  </a:lnTo>
                  <a:lnTo>
                    <a:pt x="425" y="10581"/>
                  </a:lnTo>
                  <a:lnTo>
                    <a:pt x="695" y="11237"/>
                  </a:lnTo>
                  <a:lnTo>
                    <a:pt x="966" y="11855"/>
                  </a:lnTo>
                  <a:lnTo>
                    <a:pt x="1313" y="12396"/>
                  </a:lnTo>
                  <a:lnTo>
                    <a:pt x="1738" y="12975"/>
                  </a:lnTo>
                  <a:lnTo>
                    <a:pt x="2201" y="13477"/>
                  </a:lnTo>
                  <a:lnTo>
                    <a:pt x="2703" y="13902"/>
                  </a:lnTo>
                  <a:lnTo>
                    <a:pt x="2742" y="13940"/>
                  </a:lnTo>
                  <a:lnTo>
                    <a:pt x="2819" y="13940"/>
                  </a:lnTo>
                  <a:lnTo>
                    <a:pt x="2896" y="13902"/>
                  </a:lnTo>
                  <a:lnTo>
                    <a:pt x="3167" y="14133"/>
                  </a:lnTo>
                  <a:lnTo>
                    <a:pt x="3437" y="14326"/>
                  </a:lnTo>
                  <a:lnTo>
                    <a:pt x="3785" y="14519"/>
                  </a:lnTo>
                  <a:lnTo>
                    <a:pt x="4093" y="14597"/>
                  </a:lnTo>
                  <a:lnTo>
                    <a:pt x="4518" y="14828"/>
                  </a:lnTo>
                  <a:lnTo>
                    <a:pt x="4943" y="14983"/>
                  </a:lnTo>
                  <a:lnTo>
                    <a:pt x="5406" y="15137"/>
                  </a:lnTo>
                  <a:lnTo>
                    <a:pt x="5870" y="15292"/>
                  </a:lnTo>
                  <a:lnTo>
                    <a:pt x="6333" y="15369"/>
                  </a:lnTo>
                  <a:lnTo>
                    <a:pt x="6797" y="15446"/>
                  </a:lnTo>
                  <a:lnTo>
                    <a:pt x="7260" y="15485"/>
                  </a:lnTo>
                  <a:lnTo>
                    <a:pt x="7723" y="15485"/>
                  </a:lnTo>
                  <a:lnTo>
                    <a:pt x="8225" y="15446"/>
                  </a:lnTo>
                  <a:lnTo>
                    <a:pt x="8689" y="15408"/>
                  </a:lnTo>
                  <a:lnTo>
                    <a:pt x="9152" y="15330"/>
                  </a:lnTo>
                  <a:lnTo>
                    <a:pt x="9615" y="15215"/>
                  </a:lnTo>
                  <a:lnTo>
                    <a:pt x="10079" y="15060"/>
                  </a:lnTo>
                  <a:lnTo>
                    <a:pt x="10504" y="14906"/>
                  </a:lnTo>
                  <a:lnTo>
                    <a:pt x="10928" y="14674"/>
                  </a:lnTo>
                  <a:lnTo>
                    <a:pt x="11353" y="14442"/>
                  </a:lnTo>
                  <a:lnTo>
                    <a:pt x="11855" y="14133"/>
                  </a:lnTo>
                  <a:lnTo>
                    <a:pt x="12318" y="13786"/>
                  </a:lnTo>
                  <a:lnTo>
                    <a:pt x="12705" y="13400"/>
                  </a:lnTo>
                  <a:lnTo>
                    <a:pt x="13091" y="12975"/>
                  </a:lnTo>
                  <a:lnTo>
                    <a:pt x="13438" y="12550"/>
                  </a:lnTo>
                  <a:lnTo>
                    <a:pt x="13747" y="12048"/>
                  </a:lnTo>
                  <a:lnTo>
                    <a:pt x="14056" y="11585"/>
                  </a:lnTo>
                  <a:lnTo>
                    <a:pt x="14288" y="11044"/>
                  </a:lnTo>
                  <a:lnTo>
                    <a:pt x="14481" y="10542"/>
                  </a:lnTo>
                  <a:lnTo>
                    <a:pt x="14674" y="10002"/>
                  </a:lnTo>
                  <a:lnTo>
                    <a:pt x="14790" y="9422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4983" y="7723"/>
                  </a:lnTo>
                  <a:lnTo>
                    <a:pt x="14983" y="7144"/>
                  </a:lnTo>
                  <a:lnTo>
                    <a:pt x="14906" y="6603"/>
                  </a:lnTo>
                  <a:lnTo>
                    <a:pt x="14828" y="5986"/>
                  </a:lnTo>
                  <a:lnTo>
                    <a:pt x="14674" y="5406"/>
                  </a:lnTo>
                  <a:lnTo>
                    <a:pt x="14481" y="4827"/>
                  </a:lnTo>
                  <a:lnTo>
                    <a:pt x="14249" y="4287"/>
                  </a:lnTo>
                  <a:lnTo>
                    <a:pt x="13979" y="3746"/>
                  </a:lnTo>
                  <a:lnTo>
                    <a:pt x="13631" y="3244"/>
                  </a:lnTo>
                  <a:lnTo>
                    <a:pt x="13284" y="2742"/>
                  </a:lnTo>
                  <a:lnTo>
                    <a:pt x="12898" y="2317"/>
                  </a:lnTo>
                  <a:lnTo>
                    <a:pt x="12512" y="1892"/>
                  </a:lnTo>
                  <a:lnTo>
                    <a:pt x="12048" y="1506"/>
                  </a:lnTo>
                  <a:lnTo>
                    <a:pt x="11546" y="1197"/>
                  </a:lnTo>
                  <a:lnTo>
                    <a:pt x="11044" y="888"/>
                  </a:lnTo>
                  <a:lnTo>
                    <a:pt x="10504" y="618"/>
                  </a:lnTo>
                  <a:lnTo>
                    <a:pt x="9963" y="386"/>
                  </a:lnTo>
                  <a:lnTo>
                    <a:pt x="9345" y="232"/>
                  </a:lnTo>
                  <a:lnTo>
                    <a:pt x="8766" y="116"/>
                  </a:lnTo>
                  <a:lnTo>
                    <a:pt x="8148" y="39"/>
                  </a:lnTo>
                  <a:lnTo>
                    <a:pt x="756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5"/>
            <p:cNvSpPr/>
            <p:nvPr/>
          </p:nvSpPr>
          <p:spPr>
            <a:xfrm>
              <a:off x="3401625" y="4223000"/>
              <a:ext cx="240425" cy="634250"/>
            </a:xfrm>
            <a:custGeom>
              <a:avLst/>
              <a:gdLst/>
              <a:ahLst/>
              <a:cxnLst/>
              <a:rect l="l" t="t" r="r" b="b"/>
              <a:pathLst>
                <a:path w="9617" h="25370" extrusionOk="0">
                  <a:moveTo>
                    <a:pt x="4751" y="463"/>
                  </a:moveTo>
                  <a:lnTo>
                    <a:pt x="5291" y="502"/>
                  </a:lnTo>
                  <a:lnTo>
                    <a:pt x="5755" y="579"/>
                  </a:lnTo>
                  <a:lnTo>
                    <a:pt x="6218" y="772"/>
                  </a:lnTo>
                  <a:lnTo>
                    <a:pt x="6681" y="965"/>
                  </a:lnTo>
                  <a:lnTo>
                    <a:pt x="7067" y="1236"/>
                  </a:lnTo>
                  <a:lnTo>
                    <a:pt x="7454" y="1583"/>
                  </a:lnTo>
                  <a:lnTo>
                    <a:pt x="7801" y="1931"/>
                  </a:lnTo>
                  <a:lnTo>
                    <a:pt x="8149" y="2356"/>
                  </a:lnTo>
                  <a:lnTo>
                    <a:pt x="8419" y="2780"/>
                  </a:lnTo>
                  <a:lnTo>
                    <a:pt x="8651" y="3244"/>
                  </a:lnTo>
                  <a:lnTo>
                    <a:pt x="8844" y="3707"/>
                  </a:lnTo>
                  <a:lnTo>
                    <a:pt x="8998" y="4209"/>
                  </a:lnTo>
                  <a:lnTo>
                    <a:pt x="9075" y="4711"/>
                  </a:lnTo>
                  <a:lnTo>
                    <a:pt x="9114" y="5213"/>
                  </a:lnTo>
                  <a:lnTo>
                    <a:pt x="9114" y="5754"/>
                  </a:lnTo>
                  <a:lnTo>
                    <a:pt x="9075" y="6256"/>
                  </a:lnTo>
                  <a:lnTo>
                    <a:pt x="8998" y="6758"/>
                  </a:lnTo>
                  <a:lnTo>
                    <a:pt x="8882" y="7260"/>
                  </a:lnTo>
                  <a:lnTo>
                    <a:pt x="8689" y="7723"/>
                  </a:lnTo>
                  <a:lnTo>
                    <a:pt x="8496" y="8225"/>
                  </a:lnTo>
                  <a:lnTo>
                    <a:pt x="8303" y="8650"/>
                  </a:lnTo>
                  <a:lnTo>
                    <a:pt x="8033" y="9113"/>
                  </a:lnTo>
                  <a:lnTo>
                    <a:pt x="7763" y="9538"/>
                  </a:lnTo>
                  <a:lnTo>
                    <a:pt x="7454" y="9924"/>
                  </a:lnTo>
                  <a:lnTo>
                    <a:pt x="7106" y="10349"/>
                  </a:lnTo>
                  <a:lnTo>
                    <a:pt x="6759" y="10735"/>
                  </a:lnTo>
                  <a:lnTo>
                    <a:pt x="6025" y="11469"/>
                  </a:lnTo>
                  <a:lnTo>
                    <a:pt x="5253" y="12125"/>
                  </a:lnTo>
                  <a:lnTo>
                    <a:pt x="5098" y="12125"/>
                  </a:lnTo>
                  <a:lnTo>
                    <a:pt x="5059" y="12202"/>
                  </a:lnTo>
                  <a:lnTo>
                    <a:pt x="5021" y="12241"/>
                  </a:lnTo>
                  <a:lnTo>
                    <a:pt x="5021" y="12280"/>
                  </a:lnTo>
                  <a:lnTo>
                    <a:pt x="4210" y="11816"/>
                  </a:lnTo>
                  <a:lnTo>
                    <a:pt x="3476" y="11314"/>
                  </a:lnTo>
                  <a:lnTo>
                    <a:pt x="2781" y="10735"/>
                  </a:lnTo>
                  <a:lnTo>
                    <a:pt x="2472" y="10426"/>
                  </a:lnTo>
                  <a:lnTo>
                    <a:pt x="2163" y="10117"/>
                  </a:lnTo>
                  <a:lnTo>
                    <a:pt x="1893" y="9770"/>
                  </a:lnTo>
                  <a:lnTo>
                    <a:pt x="1661" y="9422"/>
                  </a:lnTo>
                  <a:lnTo>
                    <a:pt x="1430" y="9036"/>
                  </a:lnTo>
                  <a:lnTo>
                    <a:pt x="1198" y="8650"/>
                  </a:lnTo>
                  <a:lnTo>
                    <a:pt x="1005" y="8264"/>
                  </a:lnTo>
                  <a:lnTo>
                    <a:pt x="850" y="7839"/>
                  </a:lnTo>
                  <a:lnTo>
                    <a:pt x="735" y="7376"/>
                  </a:lnTo>
                  <a:lnTo>
                    <a:pt x="619" y="6912"/>
                  </a:lnTo>
                  <a:lnTo>
                    <a:pt x="542" y="6449"/>
                  </a:lnTo>
                  <a:lnTo>
                    <a:pt x="503" y="5985"/>
                  </a:lnTo>
                  <a:lnTo>
                    <a:pt x="503" y="5522"/>
                  </a:lnTo>
                  <a:lnTo>
                    <a:pt x="542" y="5020"/>
                  </a:lnTo>
                  <a:lnTo>
                    <a:pt x="619" y="4557"/>
                  </a:lnTo>
                  <a:lnTo>
                    <a:pt x="696" y="4055"/>
                  </a:lnTo>
                  <a:lnTo>
                    <a:pt x="850" y="3591"/>
                  </a:lnTo>
                  <a:lnTo>
                    <a:pt x="1005" y="3167"/>
                  </a:lnTo>
                  <a:lnTo>
                    <a:pt x="1237" y="2742"/>
                  </a:lnTo>
                  <a:lnTo>
                    <a:pt x="1468" y="2317"/>
                  </a:lnTo>
                  <a:lnTo>
                    <a:pt x="1739" y="1931"/>
                  </a:lnTo>
                  <a:lnTo>
                    <a:pt x="2086" y="1583"/>
                  </a:lnTo>
                  <a:lnTo>
                    <a:pt x="2434" y="1274"/>
                  </a:lnTo>
                  <a:lnTo>
                    <a:pt x="2820" y="1004"/>
                  </a:lnTo>
                  <a:lnTo>
                    <a:pt x="3245" y="811"/>
                  </a:lnTo>
                  <a:lnTo>
                    <a:pt x="3708" y="618"/>
                  </a:lnTo>
                  <a:lnTo>
                    <a:pt x="4249" y="502"/>
                  </a:lnTo>
                  <a:lnTo>
                    <a:pt x="4751" y="463"/>
                  </a:lnTo>
                  <a:close/>
                  <a:moveTo>
                    <a:pt x="5137" y="12627"/>
                  </a:moveTo>
                  <a:lnTo>
                    <a:pt x="5214" y="12666"/>
                  </a:lnTo>
                  <a:lnTo>
                    <a:pt x="5484" y="13129"/>
                  </a:lnTo>
                  <a:lnTo>
                    <a:pt x="4751" y="13052"/>
                  </a:lnTo>
                  <a:lnTo>
                    <a:pt x="5059" y="12627"/>
                  </a:lnTo>
                  <a:close/>
                  <a:moveTo>
                    <a:pt x="3167" y="13979"/>
                  </a:moveTo>
                  <a:lnTo>
                    <a:pt x="3476" y="14403"/>
                  </a:lnTo>
                  <a:lnTo>
                    <a:pt x="3708" y="14828"/>
                  </a:lnTo>
                  <a:lnTo>
                    <a:pt x="3669" y="14867"/>
                  </a:lnTo>
                  <a:lnTo>
                    <a:pt x="3438" y="14944"/>
                  </a:lnTo>
                  <a:lnTo>
                    <a:pt x="3167" y="15021"/>
                  </a:lnTo>
                  <a:lnTo>
                    <a:pt x="2936" y="15060"/>
                  </a:lnTo>
                  <a:lnTo>
                    <a:pt x="2665" y="15021"/>
                  </a:lnTo>
                  <a:lnTo>
                    <a:pt x="2936" y="14519"/>
                  </a:lnTo>
                  <a:lnTo>
                    <a:pt x="3167" y="13979"/>
                  </a:lnTo>
                  <a:close/>
                  <a:moveTo>
                    <a:pt x="5330" y="14867"/>
                  </a:moveTo>
                  <a:lnTo>
                    <a:pt x="5021" y="15987"/>
                  </a:lnTo>
                  <a:lnTo>
                    <a:pt x="4789" y="15794"/>
                  </a:lnTo>
                  <a:lnTo>
                    <a:pt x="4557" y="15562"/>
                  </a:lnTo>
                  <a:lnTo>
                    <a:pt x="4364" y="15330"/>
                  </a:lnTo>
                  <a:lnTo>
                    <a:pt x="4210" y="15098"/>
                  </a:lnTo>
                  <a:lnTo>
                    <a:pt x="4171" y="15060"/>
                  </a:lnTo>
                  <a:lnTo>
                    <a:pt x="5330" y="14867"/>
                  </a:lnTo>
                  <a:close/>
                  <a:moveTo>
                    <a:pt x="4055" y="15407"/>
                  </a:moveTo>
                  <a:lnTo>
                    <a:pt x="4249" y="15678"/>
                  </a:lnTo>
                  <a:lnTo>
                    <a:pt x="4480" y="15948"/>
                  </a:lnTo>
                  <a:lnTo>
                    <a:pt x="4712" y="16218"/>
                  </a:lnTo>
                  <a:lnTo>
                    <a:pt x="4982" y="16450"/>
                  </a:lnTo>
                  <a:lnTo>
                    <a:pt x="5098" y="16489"/>
                  </a:lnTo>
                  <a:lnTo>
                    <a:pt x="4905" y="16991"/>
                  </a:lnTo>
                  <a:lnTo>
                    <a:pt x="4789" y="17531"/>
                  </a:lnTo>
                  <a:lnTo>
                    <a:pt x="4480" y="17145"/>
                  </a:lnTo>
                  <a:lnTo>
                    <a:pt x="4249" y="16759"/>
                  </a:lnTo>
                  <a:lnTo>
                    <a:pt x="4133" y="16527"/>
                  </a:lnTo>
                  <a:lnTo>
                    <a:pt x="4055" y="16296"/>
                  </a:lnTo>
                  <a:lnTo>
                    <a:pt x="4017" y="16064"/>
                  </a:lnTo>
                  <a:lnTo>
                    <a:pt x="4017" y="15794"/>
                  </a:lnTo>
                  <a:lnTo>
                    <a:pt x="4055" y="15407"/>
                  </a:lnTo>
                  <a:close/>
                  <a:moveTo>
                    <a:pt x="5291" y="16798"/>
                  </a:moveTo>
                  <a:lnTo>
                    <a:pt x="5600" y="17145"/>
                  </a:lnTo>
                  <a:lnTo>
                    <a:pt x="5870" y="17531"/>
                  </a:lnTo>
                  <a:lnTo>
                    <a:pt x="5446" y="17570"/>
                  </a:lnTo>
                  <a:lnTo>
                    <a:pt x="5021" y="17647"/>
                  </a:lnTo>
                  <a:lnTo>
                    <a:pt x="5291" y="16798"/>
                  </a:lnTo>
                  <a:close/>
                  <a:moveTo>
                    <a:pt x="4557" y="17879"/>
                  </a:moveTo>
                  <a:lnTo>
                    <a:pt x="4635" y="17995"/>
                  </a:lnTo>
                  <a:lnTo>
                    <a:pt x="4519" y="18149"/>
                  </a:lnTo>
                  <a:lnTo>
                    <a:pt x="4403" y="18381"/>
                  </a:lnTo>
                  <a:lnTo>
                    <a:pt x="4287" y="18805"/>
                  </a:lnTo>
                  <a:lnTo>
                    <a:pt x="3901" y="18381"/>
                  </a:lnTo>
                  <a:lnTo>
                    <a:pt x="3553" y="17917"/>
                  </a:lnTo>
                  <a:lnTo>
                    <a:pt x="4557" y="17879"/>
                  </a:lnTo>
                  <a:close/>
                  <a:moveTo>
                    <a:pt x="7917" y="20003"/>
                  </a:moveTo>
                  <a:lnTo>
                    <a:pt x="7878" y="20736"/>
                  </a:lnTo>
                  <a:lnTo>
                    <a:pt x="7763" y="21509"/>
                  </a:lnTo>
                  <a:lnTo>
                    <a:pt x="6797" y="20775"/>
                  </a:lnTo>
                  <a:lnTo>
                    <a:pt x="6759" y="20736"/>
                  </a:lnTo>
                  <a:lnTo>
                    <a:pt x="6681" y="20466"/>
                  </a:lnTo>
                  <a:lnTo>
                    <a:pt x="6990" y="20273"/>
                  </a:lnTo>
                  <a:lnTo>
                    <a:pt x="7299" y="20118"/>
                  </a:lnTo>
                  <a:lnTo>
                    <a:pt x="7608" y="20041"/>
                  </a:lnTo>
                  <a:lnTo>
                    <a:pt x="7917" y="20003"/>
                  </a:lnTo>
                  <a:close/>
                  <a:moveTo>
                    <a:pt x="5330" y="20389"/>
                  </a:moveTo>
                  <a:lnTo>
                    <a:pt x="6179" y="20813"/>
                  </a:lnTo>
                  <a:lnTo>
                    <a:pt x="5755" y="21200"/>
                  </a:lnTo>
                  <a:lnTo>
                    <a:pt x="5368" y="21663"/>
                  </a:lnTo>
                  <a:lnTo>
                    <a:pt x="5291" y="21007"/>
                  </a:lnTo>
                  <a:lnTo>
                    <a:pt x="5330" y="20389"/>
                  </a:lnTo>
                  <a:close/>
                  <a:moveTo>
                    <a:pt x="4905" y="0"/>
                  </a:moveTo>
                  <a:lnTo>
                    <a:pt x="4519" y="39"/>
                  </a:lnTo>
                  <a:lnTo>
                    <a:pt x="4171" y="39"/>
                  </a:lnTo>
                  <a:lnTo>
                    <a:pt x="3785" y="116"/>
                  </a:lnTo>
                  <a:lnTo>
                    <a:pt x="3438" y="232"/>
                  </a:lnTo>
                  <a:lnTo>
                    <a:pt x="3090" y="348"/>
                  </a:lnTo>
                  <a:lnTo>
                    <a:pt x="2743" y="502"/>
                  </a:lnTo>
                  <a:lnTo>
                    <a:pt x="2434" y="695"/>
                  </a:lnTo>
                  <a:lnTo>
                    <a:pt x="2086" y="927"/>
                  </a:lnTo>
                  <a:lnTo>
                    <a:pt x="1816" y="1197"/>
                  </a:lnTo>
                  <a:lnTo>
                    <a:pt x="1507" y="1506"/>
                  </a:lnTo>
                  <a:lnTo>
                    <a:pt x="1275" y="1815"/>
                  </a:lnTo>
                  <a:lnTo>
                    <a:pt x="1044" y="2124"/>
                  </a:lnTo>
                  <a:lnTo>
                    <a:pt x="812" y="2471"/>
                  </a:lnTo>
                  <a:lnTo>
                    <a:pt x="619" y="2858"/>
                  </a:lnTo>
                  <a:lnTo>
                    <a:pt x="464" y="3205"/>
                  </a:lnTo>
                  <a:lnTo>
                    <a:pt x="310" y="3591"/>
                  </a:lnTo>
                  <a:lnTo>
                    <a:pt x="233" y="3977"/>
                  </a:lnTo>
                  <a:lnTo>
                    <a:pt x="117" y="4364"/>
                  </a:lnTo>
                  <a:lnTo>
                    <a:pt x="78" y="4750"/>
                  </a:lnTo>
                  <a:lnTo>
                    <a:pt x="1" y="5174"/>
                  </a:lnTo>
                  <a:lnTo>
                    <a:pt x="1" y="5561"/>
                  </a:lnTo>
                  <a:lnTo>
                    <a:pt x="1" y="5985"/>
                  </a:lnTo>
                  <a:lnTo>
                    <a:pt x="40" y="6372"/>
                  </a:lnTo>
                  <a:lnTo>
                    <a:pt x="78" y="6796"/>
                  </a:lnTo>
                  <a:lnTo>
                    <a:pt x="155" y="7182"/>
                  </a:lnTo>
                  <a:lnTo>
                    <a:pt x="271" y="7569"/>
                  </a:lnTo>
                  <a:lnTo>
                    <a:pt x="387" y="7993"/>
                  </a:lnTo>
                  <a:lnTo>
                    <a:pt x="542" y="8380"/>
                  </a:lnTo>
                  <a:lnTo>
                    <a:pt x="928" y="9152"/>
                  </a:lnTo>
                  <a:lnTo>
                    <a:pt x="1121" y="9538"/>
                  </a:lnTo>
                  <a:lnTo>
                    <a:pt x="1352" y="9924"/>
                  </a:lnTo>
                  <a:lnTo>
                    <a:pt x="1623" y="10272"/>
                  </a:lnTo>
                  <a:lnTo>
                    <a:pt x="1893" y="10619"/>
                  </a:lnTo>
                  <a:lnTo>
                    <a:pt x="2202" y="10928"/>
                  </a:lnTo>
                  <a:lnTo>
                    <a:pt x="2511" y="11237"/>
                  </a:lnTo>
                  <a:lnTo>
                    <a:pt x="2820" y="11546"/>
                  </a:lnTo>
                  <a:lnTo>
                    <a:pt x="3167" y="11778"/>
                  </a:lnTo>
                  <a:lnTo>
                    <a:pt x="3553" y="12009"/>
                  </a:lnTo>
                  <a:lnTo>
                    <a:pt x="3940" y="12241"/>
                  </a:lnTo>
                  <a:lnTo>
                    <a:pt x="4326" y="12395"/>
                  </a:lnTo>
                  <a:lnTo>
                    <a:pt x="4712" y="12550"/>
                  </a:lnTo>
                  <a:lnTo>
                    <a:pt x="4171" y="13091"/>
                  </a:lnTo>
                  <a:lnTo>
                    <a:pt x="4133" y="13206"/>
                  </a:lnTo>
                  <a:lnTo>
                    <a:pt x="4133" y="13322"/>
                  </a:lnTo>
                  <a:lnTo>
                    <a:pt x="4210" y="13399"/>
                  </a:lnTo>
                  <a:lnTo>
                    <a:pt x="4326" y="13438"/>
                  </a:lnTo>
                  <a:lnTo>
                    <a:pt x="4789" y="13477"/>
                  </a:lnTo>
                  <a:lnTo>
                    <a:pt x="4519" y="13747"/>
                  </a:lnTo>
                  <a:lnTo>
                    <a:pt x="4287" y="13979"/>
                  </a:lnTo>
                  <a:lnTo>
                    <a:pt x="4094" y="14288"/>
                  </a:lnTo>
                  <a:lnTo>
                    <a:pt x="3940" y="14596"/>
                  </a:lnTo>
                  <a:lnTo>
                    <a:pt x="3785" y="14288"/>
                  </a:lnTo>
                  <a:lnTo>
                    <a:pt x="3631" y="14017"/>
                  </a:lnTo>
                  <a:lnTo>
                    <a:pt x="3438" y="13747"/>
                  </a:lnTo>
                  <a:lnTo>
                    <a:pt x="3206" y="13477"/>
                  </a:lnTo>
                  <a:lnTo>
                    <a:pt x="3129" y="13438"/>
                  </a:lnTo>
                  <a:lnTo>
                    <a:pt x="3051" y="13438"/>
                  </a:lnTo>
                  <a:lnTo>
                    <a:pt x="2974" y="13477"/>
                  </a:lnTo>
                  <a:lnTo>
                    <a:pt x="2897" y="13593"/>
                  </a:lnTo>
                  <a:lnTo>
                    <a:pt x="2588" y="14326"/>
                  </a:lnTo>
                  <a:lnTo>
                    <a:pt x="2241" y="15098"/>
                  </a:lnTo>
                  <a:lnTo>
                    <a:pt x="2202" y="15176"/>
                  </a:lnTo>
                  <a:lnTo>
                    <a:pt x="2202" y="15253"/>
                  </a:lnTo>
                  <a:lnTo>
                    <a:pt x="2241" y="15330"/>
                  </a:lnTo>
                  <a:lnTo>
                    <a:pt x="2318" y="15369"/>
                  </a:lnTo>
                  <a:lnTo>
                    <a:pt x="2665" y="15407"/>
                  </a:lnTo>
                  <a:lnTo>
                    <a:pt x="3013" y="15407"/>
                  </a:lnTo>
                  <a:lnTo>
                    <a:pt x="3360" y="15369"/>
                  </a:lnTo>
                  <a:lnTo>
                    <a:pt x="3669" y="15253"/>
                  </a:lnTo>
                  <a:lnTo>
                    <a:pt x="3669" y="15253"/>
                  </a:lnTo>
                  <a:lnTo>
                    <a:pt x="3631" y="15562"/>
                  </a:lnTo>
                  <a:lnTo>
                    <a:pt x="3592" y="15909"/>
                  </a:lnTo>
                  <a:lnTo>
                    <a:pt x="3631" y="16141"/>
                  </a:lnTo>
                  <a:lnTo>
                    <a:pt x="3669" y="16373"/>
                  </a:lnTo>
                  <a:lnTo>
                    <a:pt x="3785" y="16798"/>
                  </a:lnTo>
                  <a:lnTo>
                    <a:pt x="4017" y="17184"/>
                  </a:lnTo>
                  <a:lnTo>
                    <a:pt x="4287" y="17570"/>
                  </a:lnTo>
                  <a:lnTo>
                    <a:pt x="3245" y="17570"/>
                  </a:lnTo>
                  <a:lnTo>
                    <a:pt x="3167" y="17608"/>
                  </a:lnTo>
                  <a:lnTo>
                    <a:pt x="3090" y="17647"/>
                  </a:lnTo>
                  <a:lnTo>
                    <a:pt x="3051" y="17763"/>
                  </a:lnTo>
                  <a:lnTo>
                    <a:pt x="3090" y="17840"/>
                  </a:lnTo>
                  <a:lnTo>
                    <a:pt x="3322" y="18265"/>
                  </a:lnTo>
                  <a:lnTo>
                    <a:pt x="3592" y="18612"/>
                  </a:lnTo>
                  <a:lnTo>
                    <a:pt x="3901" y="18960"/>
                  </a:lnTo>
                  <a:lnTo>
                    <a:pt x="4249" y="19307"/>
                  </a:lnTo>
                  <a:lnTo>
                    <a:pt x="4326" y="19346"/>
                  </a:lnTo>
                  <a:lnTo>
                    <a:pt x="4442" y="19346"/>
                  </a:lnTo>
                  <a:lnTo>
                    <a:pt x="4519" y="19307"/>
                  </a:lnTo>
                  <a:lnTo>
                    <a:pt x="4557" y="19230"/>
                  </a:lnTo>
                  <a:lnTo>
                    <a:pt x="4751" y="18767"/>
                  </a:lnTo>
                  <a:lnTo>
                    <a:pt x="4828" y="18497"/>
                  </a:lnTo>
                  <a:lnTo>
                    <a:pt x="4905" y="18265"/>
                  </a:lnTo>
                  <a:lnTo>
                    <a:pt x="5021" y="18381"/>
                  </a:lnTo>
                  <a:lnTo>
                    <a:pt x="5446" y="18883"/>
                  </a:lnTo>
                  <a:lnTo>
                    <a:pt x="5793" y="19385"/>
                  </a:lnTo>
                  <a:lnTo>
                    <a:pt x="6063" y="19964"/>
                  </a:lnTo>
                  <a:lnTo>
                    <a:pt x="6257" y="20543"/>
                  </a:lnTo>
                  <a:lnTo>
                    <a:pt x="5253" y="19964"/>
                  </a:lnTo>
                  <a:lnTo>
                    <a:pt x="5175" y="19925"/>
                  </a:lnTo>
                  <a:lnTo>
                    <a:pt x="5098" y="19925"/>
                  </a:lnTo>
                  <a:lnTo>
                    <a:pt x="5021" y="20003"/>
                  </a:lnTo>
                  <a:lnTo>
                    <a:pt x="4982" y="20041"/>
                  </a:lnTo>
                  <a:lnTo>
                    <a:pt x="4944" y="20582"/>
                  </a:lnTo>
                  <a:lnTo>
                    <a:pt x="4944" y="21084"/>
                  </a:lnTo>
                  <a:lnTo>
                    <a:pt x="4982" y="21586"/>
                  </a:lnTo>
                  <a:lnTo>
                    <a:pt x="5059" y="22088"/>
                  </a:lnTo>
                  <a:lnTo>
                    <a:pt x="5098" y="22204"/>
                  </a:lnTo>
                  <a:lnTo>
                    <a:pt x="5214" y="22242"/>
                  </a:lnTo>
                  <a:lnTo>
                    <a:pt x="5291" y="22242"/>
                  </a:lnTo>
                  <a:lnTo>
                    <a:pt x="5368" y="22165"/>
                  </a:lnTo>
                  <a:lnTo>
                    <a:pt x="5870" y="21663"/>
                  </a:lnTo>
                  <a:lnTo>
                    <a:pt x="6372" y="21161"/>
                  </a:lnTo>
                  <a:lnTo>
                    <a:pt x="6411" y="21547"/>
                  </a:lnTo>
                  <a:lnTo>
                    <a:pt x="6372" y="21933"/>
                  </a:lnTo>
                  <a:lnTo>
                    <a:pt x="6295" y="22474"/>
                  </a:lnTo>
                  <a:lnTo>
                    <a:pt x="6102" y="23053"/>
                  </a:lnTo>
                  <a:lnTo>
                    <a:pt x="5870" y="23671"/>
                  </a:lnTo>
                  <a:lnTo>
                    <a:pt x="5677" y="23941"/>
                  </a:lnTo>
                  <a:lnTo>
                    <a:pt x="5523" y="24173"/>
                  </a:lnTo>
                  <a:lnTo>
                    <a:pt x="5330" y="24405"/>
                  </a:lnTo>
                  <a:lnTo>
                    <a:pt x="5098" y="24598"/>
                  </a:lnTo>
                  <a:lnTo>
                    <a:pt x="4866" y="24752"/>
                  </a:lnTo>
                  <a:lnTo>
                    <a:pt x="4635" y="24868"/>
                  </a:lnTo>
                  <a:lnTo>
                    <a:pt x="4364" y="24945"/>
                  </a:lnTo>
                  <a:lnTo>
                    <a:pt x="4094" y="24907"/>
                  </a:lnTo>
                  <a:lnTo>
                    <a:pt x="3785" y="24868"/>
                  </a:lnTo>
                  <a:lnTo>
                    <a:pt x="3476" y="24714"/>
                  </a:lnTo>
                  <a:lnTo>
                    <a:pt x="3399" y="24675"/>
                  </a:lnTo>
                  <a:lnTo>
                    <a:pt x="3360" y="24675"/>
                  </a:lnTo>
                  <a:lnTo>
                    <a:pt x="3283" y="24752"/>
                  </a:lnTo>
                  <a:lnTo>
                    <a:pt x="3245" y="24868"/>
                  </a:lnTo>
                  <a:lnTo>
                    <a:pt x="3245" y="24907"/>
                  </a:lnTo>
                  <a:lnTo>
                    <a:pt x="3283" y="24945"/>
                  </a:lnTo>
                  <a:lnTo>
                    <a:pt x="3438" y="25100"/>
                  </a:lnTo>
                  <a:lnTo>
                    <a:pt x="3592" y="25216"/>
                  </a:lnTo>
                  <a:lnTo>
                    <a:pt x="3785" y="25293"/>
                  </a:lnTo>
                  <a:lnTo>
                    <a:pt x="3940" y="25331"/>
                  </a:lnTo>
                  <a:lnTo>
                    <a:pt x="4133" y="25370"/>
                  </a:lnTo>
                  <a:lnTo>
                    <a:pt x="4287" y="25370"/>
                  </a:lnTo>
                  <a:lnTo>
                    <a:pt x="4635" y="25293"/>
                  </a:lnTo>
                  <a:lnTo>
                    <a:pt x="4982" y="25138"/>
                  </a:lnTo>
                  <a:lnTo>
                    <a:pt x="5330" y="24945"/>
                  </a:lnTo>
                  <a:lnTo>
                    <a:pt x="5600" y="24714"/>
                  </a:lnTo>
                  <a:lnTo>
                    <a:pt x="5870" y="24443"/>
                  </a:lnTo>
                  <a:lnTo>
                    <a:pt x="6141" y="24057"/>
                  </a:lnTo>
                  <a:lnTo>
                    <a:pt x="6334" y="23671"/>
                  </a:lnTo>
                  <a:lnTo>
                    <a:pt x="6527" y="23285"/>
                  </a:lnTo>
                  <a:lnTo>
                    <a:pt x="6643" y="22860"/>
                  </a:lnTo>
                  <a:lnTo>
                    <a:pt x="6759" y="22435"/>
                  </a:lnTo>
                  <a:lnTo>
                    <a:pt x="6797" y="21972"/>
                  </a:lnTo>
                  <a:lnTo>
                    <a:pt x="6836" y="21547"/>
                  </a:lnTo>
                  <a:lnTo>
                    <a:pt x="6797" y="21084"/>
                  </a:lnTo>
                  <a:lnTo>
                    <a:pt x="7763" y="21933"/>
                  </a:lnTo>
                  <a:lnTo>
                    <a:pt x="7840" y="21972"/>
                  </a:lnTo>
                  <a:lnTo>
                    <a:pt x="7917" y="21972"/>
                  </a:lnTo>
                  <a:lnTo>
                    <a:pt x="7994" y="21933"/>
                  </a:lnTo>
                  <a:lnTo>
                    <a:pt x="8071" y="21856"/>
                  </a:lnTo>
                  <a:lnTo>
                    <a:pt x="8149" y="21354"/>
                  </a:lnTo>
                  <a:lnTo>
                    <a:pt x="8226" y="20852"/>
                  </a:lnTo>
                  <a:lnTo>
                    <a:pt x="8303" y="19809"/>
                  </a:lnTo>
                  <a:lnTo>
                    <a:pt x="8303" y="19732"/>
                  </a:lnTo>
                  <a:lnTo>
                    <a:pt x="8265" y="19694"/>
                  </a:lnTo>
                  <a:lnTo>
                    <a:pt x="8187" y="19655"/>
                  </a:lnTo>
                  <a:lnTo>
                    <a:pt x="8149" y="19616"/>
                  </a:lnTo>
                  <a:lnTo>
                    <a:pt x="7724" y="19655"/>
                  </a:lnTo>
                  <a:lnTo>
                    <a:pt x="7299" y="19732"/>
                  </a:lnTo>
                  <a:lnTo>
                    <a:pt x="6952" y="19848"/>
                  </a:lnTo>
                  <a:lnTo>
                    <a:pt x="6604" y="20080"/>
                  </a:lnTo>
                  <a:lnTo>
                    <a:pt x="6334" y="19539"/>
                  </a:lnTo>
                  <a:lnTo>
                    <a:pt x="6025" y="18999"/>
                  </a:lnTo>
                  <a:lnTo>
                    <a:pt x="5677" y="18497"/>
                  </a:lnTo>
                  <a:lnTo>
                    <a:pt x="5253" y="18033"/>
                  </a:lnTo>
                  <a:lnTo>
                    <a:pt x="5214" y="17995"/>
                  </a:lnTo>
                  <a:lnTo>
                    <a:pt x="5716" y="17956"/>
                  </a:lnTo>
                  <a:lnTo>
                    <a:pt x="6179" y="17879"/>
                  </a:lnTo>
                  <a:lnTo>
                    <a:pt x="6257" y="17840"/>
                  </a:lnTo>
                  <a:lnTo>
                    <a:pt x="6295" y="17763"/>
                  </a:lnTo>
                  <a:lnTo>
                    <a:pt x="6295" y="17686"/>
                  </a:lnTo>
                  <a:lnTo>
                    <a:pt x="6257" y="17608"/>
                  </a:lnTo>
                  <a:lnTo>
                    <a:pt x="6102" y="17261"/>
                  </a:lnTo>
                  <a:lnTo>
                    <a:pt x="5870" y="16952"/>
                  </a:lnTo>
                  <a:lnTo>
                    <a:pt x="5639" y="16682"/>
                  </a:lnTo>
                  <a:lnTo>
                    <a:pt x="5368" y="16411"/>
                  </a:lnTo>
                  <a:lnTo>
                    <a:pt x="5291" y="16373"/>
                  </a:lnTo>
                  <a:lnTo>
                    <a:pt x="5793" y="14674"/>
                  </a:lnTo>
                  <a:lnTo>
                    <a:pt x="5793" y="14558"/>
                  </a:lnTo>
                  <a:lnTo>
                    <a:pt x="5755" y="14481"/>
                  </a:lnTo>
                  <a:lnTo>
                    <a:pt x="5677" y="14442"/>
                  </a:lnTo>
                  <a:lnTo>
                    <a:pt x="5561" y="14442"/>
                  </a:lnTo>
                  <a:lnTo>
                    <a:pt x="4326" y="14674"/>
                  </a:lnTo>
                  <a:lnTo>
                    <a:pt x="4326" y="14674"/>
                  </a:lnTo>
                  <a:lnTo>
                    <a:pt x="4519" y="14326"/>
                  </a:lnTo>
                  <a:lnTo>
                    <a:pt x="4751" y="14056"/>
                  </a:lnTo>
                  <a:lnTo>
                    <a:pt x="4982" y="13786"/>
                  </a:lnTo>
                  <a:lnTo>
                    <a:pt x="5214" y="13515"/>
                  </a:lnTo>
                  <a:lnTo>
                    <a:pt x="5870" y="13554"/>
                  </a:lnTo>
                  <a:lnTo>
                    <a:pt x="5986" y="13515"/>
                  </a:lnTo>
                  <a:lnTo>
                    <a:pt x="6025" y="13438"/>
                  </a:lnTo>
                  <a:lnTo>
                    <a:pt x="6063" y="13361"/>
                  </a:lnTo>
                  <a:lnTo>
                    <a:pt x="6025" y="13245"/>
                  </a:lnTo>
                  <a:lnTo>
                    <a:pt x="5832" y="12820"/>
                  </a:lnTo>
                  <a:lnTo>
                    <a:pt x="5561" y="12434"/>
                  </a:lnTo>
                  <a:lnTo>
                    <a:pt x="6257" y="11893"/>
                  </a:lnTo>
                  <a:lnTo>
                    <a:pt x="6913" y="11276"/>
                  </a:lnTo>
                  <a:lnTo>
                    <a:pt x="7531" y="10619"/>
                  </a:lnTo>
                  <a:lnTo>
                    <a:pt x="8110" y="9885"/>
                  </a:lnTo>
                  <a:lnTo>
                    <a:pt x="8573" y="9152"/>
                  </a:lnTo>
                  <a:lnTo>
                    <a:pt x="8805" y="8766"/>
                  </a:lnTo>
                  <a:lnTo>
                    <a:pt x="8998" y="8341"/>
                  </a:lnTo>
                  <a:lnTo>
                    <a:pt x="9153" y="7916"/>
                  </a:lnTo>
                  <a:lnTo>
                    <a:pt x="9307" y="7491"/>
                  </a:lnTo>
                  <a:lnTo>
                    <a:pt x="9423" y="7067"/>
                  </a:lnTo>
                  <a:lnTo>
                    <a:pt x="9500" y="6642"/>
                  </a:lnTo>
                  <a:lnTo>
                    <a:pt x="9577" y="6217"/>
                  </a:lnTo>
                  <a:lnTo>
                    <a:pt x="9616" y="5754"/>
                  </a:lnTo>
                  <a:lnTo>
                    <a:pt x="9616" y="5329"/>
                  </a:lnTo>
                  <a:lnTo>
                    <a:pt x="9577" y="4904"/>
                  </a:lnTo>
                  <a:lnTo>
                    <a:pt x="9539" y="4479"/>
                  </a:lnTo>
                  <a:lnTo>
                    <a:pt x="9462" y="4093"/>
                  </a:lnTo>
                  <a:lnTo>
                    <a:pt x="9346" y="3669"/>
                  </a:lnTo>
                  <a:lnTo>
                    <a:pt x="9230" y="3282"/>
                  </a:lnTo>
                  <a:lnTo>
                    <a:pt x="9037" y="2896"/>
                  </a:lnTo>
                  <a:lnTo>
                    <a:pt x="8882" y="2510"/>
                  </a:lnTo>
                  <a:lnTo>
                    <a:pt x="8651" y="2163"/>
                  </a:lnTo>
                  <a:lnTo>
                    <a:pt x="8380" y="1815"/>
                  </a:lnTo>
                  <a:lnTo>
                    <a:pt x="8110" y="1506"/>
                  </a:lnTo>
                  <a:lnTo>
                    <a:pt x="7801" y="1197"/>
                  </a:lnTo>
                  <a:lnTo>
                    <a:pt x="7492" y="927"/>
                  </a:lnTo>
                  <a:lnTo>
                    <a:pt x="7106" y="695"/>
                  </a:lnTo>
                  <a:lnTo>
                    <a:pt x="6759" y="502"/>
                  </a:lnTo>
                  <a:lnTo>
                    <a:pt x="6411" y="348"/>
                  </a:lnTo>
                  <a:lnTo>
                    <a:pt x="6025" y="193"/>
                  </a:lnTo>
                  <a:lnTo>
                    <a:pt x="5639" y="116"/>
                  </a:lnTo>
                  <a:lnTo>
                    <a:pt x="5291" y="3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5"/>
            <p:cNvSpPr/>
            <p:nvPr/>
          </p:nvSpPr>
          <p:spPr>
            <a:xfrm>
              <a:off x="3447000" y="857725"/>
              <a:ext cx="309925" cy="605300"/>
            </a:xfrm>
            <a:custGeom>
              <a:avLst/>
              <a:gdLst/>
              <a:ahLst/>
              <a:cxnLst/>
              <a:rect l="l" t="t" r="r" b="b"/>
              <a:pathLst>
                <a:path w="12397" h="24212" extrusionOk="0">
                  <a:moveTo>
                    <a:pt x="7955" y="463"/>
                  </a:moveTo>
                  <a:lnTo>
                    <a:pt x="8496" y="502"/>
                  </a:lnTo>
                  <a:lnTo>
                    <a:pt x="9037" y="618"/>
                  </a:lnTo>
                  <a:lnTo>
                    <a:pt x="9500" y="811"/>
                  </a:lnTo>
                  <a:lnTo>
                    <a:pt x="9925" y="1043"/>
                  </a:lnTo>
                  <a:lnTo>
                    <a:pt x="10311" y="1352"/>
                  </a:lnTo>
                  <a:lnTo>
                    <a:pt x="10659" y="1699"/>
                  </a:lnTo>
                  <a:lnTo>
                    <a:pt x="10967" y="2085"/>
                  </a:lnTo>
                  <a:lnTo>
                    <a:pt x="11238" y="2510"/>
                  </a:lnTo>
                  <a:lnTo>
                    <a:pt x="11469" y="2973"/>
                  </a:lnTo>
                  <a:lnTo>
                    <a:pt x="11663" y="3437"/>
                  </a:lnTo>
                  <a:lnTo>
                    <a:pt x="11778" y="3939"/>
                  </a:lnTo>
                  <a:lnTo>
                    <a:pt x="11856" y="4441"/>
                  </a:lnTo>
                  <a:lnTo>
                    <a:pt x="11894" y="4981"/>
                  </a:lnTo>
                  <a:lnTo>
                    <a:pt x="11894" y="5483"/>
                  </a:lnTo>
                  <a:lnTo>
                    <a:pt x="11817" y="5985"/>
                  </a:lnTo>
                  <a:lnTo>
                    <a:pt x="11701" y="6487"/>
                  </a:lnTo>
                  <a:lnTo>
                    <a:pt x="11547" y="6989"/>
                  </a:lnTo>
                  <a:lnTo>
                    <a:pt x="11315" y="7453"/>
                  </a:lnTo>
                  <a:lnTo>
                    <a:pt x="11083" y="7916"/>
                  </a:lnTo>
                  <a:lnTo>
                    <a:pt x="10813" y="8341"/>
                  </a:lnTo>
                  <a:lnTo>
                    <a:pt x="10504" y="8766"/>
                  </a:lnTo>
                  <a:lnTo>
                    <a:pt x="10195" y="9152"/>
                  </a:lnTo>
                  <a:lnTo>
                    <a:pt x="9848" y="9499"/>
                  </a:lnTo>
                  <a:lnTo>
                    <a:pt x="9461" y="9847"/>
                  </a:lnTo>
                  <a:lnTo>
                    <a:pt x="9037" y="10156"/>
                  </a:lnTo>
                  <a:lnTo>
                    <a:pt x="8651" y="10465"/>
                  </a:lnTo>
                  <a:lnTo>
                    <a:pt x="8187" y="10735"/>
                  </a:lnTo>
                  <a:lnTo>
                    <a:pt x="7762" y="11005"/>
                  </a:lnTo>
                  <a:lnTo>
                    <a:pt x="6836" y="11469"/>
                  </a:lnTo>
                  <a:lnTo>
                    <a:pt x="5870" y="11855"/>
                  </a:lnTo>
                  <a:lnTo>
                    <a:pt x="5677" y="11855"/>
                  </a:lnTo>
                  <a:lnTo>
                    <a:pt x="5639" y="11932"/>
                  </a:lnTo>
                  <a:lnTo>
                    <a:pt x="5600" y="11932"/>
                  </a:lnTo>
                  <a:lnTo>
                    <a:pt x="4982" y="11276"/>
                  </a:lnTo>
                  <a:lnTo>
                    <a:pt x="4442" y="10542"/>
                  </a:lnTo>
                  <a:lnTo>
                    <a:pt x="3978" y="9808"/>
                  </a:lnTo>
                  <a:lnTo>
                    <a:pt x="3746" y="9383"/>
                  </a:lnTo>
                  <a:lnTo>
                    <a:pt x="3592" y="8997"/>
                  </a:lnTo>
                  <a:lnTo>
                    <a:pt x="3438" y="8611"/>
                  </a:lnTo>
                  <a:lnTo>
                    <a:pt x="3283" y="8186"/>
                  </a:lnTo>
                  <a:lnTo>
                    <a:pt x="3167" y="7762"/>
                  </a:lnTo>
                  <a:lnTo>
                    <a:pt x="3090" y="7298"/>
                  </a:lnTo>
                  <a:lnTo>
                    <a:pt x="3051" y="6873"/>
                  </a:lnTo>
                  <a:lnTo>
                    <a:pt x="3013" y="6410"/>
                  </a:lnTo>
                  <a:lnTo>
                    <a:pt x="3051" y="5947"/>
                  </a:lnTo>
                  <a:lnTo>
                    <a:pt x="3090" y="5483"/>
                  </a:lnTo>
                  <a:lnTo>
                    <a:pt x="3167" y="5020"/>
                  </a:lnTo>
                  <a:lnTo>
                    <a:pt x="3244" y="4557"/>
                  </a:lnTo>
                  <a:lnTo>
                    <a:pt x="3399" y="4093"/>
                  </a:lnTo>
                  <a:lnTo>
                    <a:pt x="3592" y="3668"/>
                  </a:lnTo>
                  <a:lnTo>
                    <a:pt x="3785" y="3205"/>
                  </a:lnTo>
                  <a:lnTo>
                    <a:pt x="4055" y="2819"/>
                  </a:lnTo>
                  <a:lnTo>
                    <a:pt x="4326" y="2394"/>
                  </a:lnTo>
                  <a:lnTo>
                    <a:pt x="4635" y="2047"/>
                  </a:lnTo>
                  <a:lnTo>
                    <a:pt x="4944" y="1699"/>
                  </a:lnTo>
                  <a:lnTo>
                    <a:pt x="5330" y="1390"/>
                  </a:lnTo>
                  <a:lnTo>
                    <a:pt x="5716" y="1081"/>
                  </a:lnTo>
                  <a:lnTo>
                    <a:pt x="6102" y="850"/>
                  </a:lnTo>
                  <a:lnTo>
                    <a:pt x="6527" y="695"/>
                  </a:lnTo>
                  <a:lnTo>
                    <a:pt x="6990" y="541"/>
                  </a:lnTo>
                  <a:lnTo>
                    <a:pt x="7453" y="463"/>
                  </a:lnTo>
                  <a:close/>
                  <a:moveTo>
                    <a:pt x="5561" y="12279"/>
                  </a:moveTo>
                  <a:lnTo>
                    <a:pt x="5600" y="12318"/>
                  </a:lnTo>
                  <a:lnTo>
                    <a:pt x="5677" y="12357"/>
                  </a:lnTo>
                  <a:lnTo>
                    <a:pt x="5793" y="12897"/>
                  </a:lnTo>
                  <a:lnTo>
                    <a:pt x="5793" y="12897"/>
                  </a:lnTo>
                  <a:lnTo>
                    <a:pt x="5098" y="12588"/>
                  </a:lnTo>
                  <a:lnTo>
                    <a:pt x="5561" y="12279"/>
                  </a:lnTo>
                  <a:close/>
                  <a:moveTo>
                    <a:pt x="3322" y="12975"/>
                  </a:moveTo>
                  <a:lnTo>
                    <a:pt x="3476" y="13477"/>
                  </a:lnTo>
                  <a:lnTo>
                    <a:pt x="3553" y="13979"/>
                  </a:lnTo>
                  <a:lnTo>
                    <a:pt x="3013" y="13979"/>
                  </a:lnTo>
                  <a:lnTo>
                    <a:pt x="2781" y="13940"/>
                  </a:lnTo>
                  <a:lnTo>
                    <a:pt x="2511" y="13824"/>
                  </a:lnTo>
                  <a:lnTo>
                    <a:pt x="2936" y="13399"/>
                  </a:lnTo>
                  <a:lnTo>
                    <a:pt x="3322" y="12975"/>
                  </a:lnTo>
                  <a:close/>
                  <a:moveTo>
                    <a:pt x="3940" y="14326"/>
                  </a:moveTo>
                  <a:lnTo>
                    <a:pt x="5098" y="14519"/>
                  </a:lnTo>
                  <a:lnTo>
                    <a:pt x="4442" y="15485"/>
                  </a:lnTo>
                  <a:lnTo>
                    <a:pt x="4287" y="15214"/>
                  </a:lnTo>
                  <a:lnTo>
                    <a:pt x="4171" y="14944"/>
                  </a:lnTo>
                  <a:lnTo>
                    <a:pt x="4055" y="14635"/>
                  </a:lnTo>
                  <a:lnTo>
                    <a:pt x="3978" y="14365"/>
                  </a:lnTo>
                  <a:lnTo>
                    <a:pt x="3940" y="14326"/>
                  </a:lnTo>
                  <a:close/>
                  <a:moveTo>
                    <a:pt x="3746" y="14596"/>
                  </a:moveTo>
                  <a:lnTo>
                    <a:pt x="3824" y="14944"/>
                  </a:lnTo>
                  <a:lnTo>
                    <a:pt x="3978" y="15291"/>
                  </a:lnTo>
                  <a:lnTo>
                    <a:pt x="4133" y="15600"/>
                  </a:lnTo>
                  <a:lnTo>
                    <a:pt x="4287" y="15909"/>
                  </a:lnTo>
                  <a:lnTo>
                    <a:pt x="4364" y="15987"/>
                  </a:lnTo>
                  <a:lnTo>
                    <a:pt x="4055" y="16411"/>
                  </a:lnTo>
                  <a:lnTo>
                    <a:pt x="3746" y="16875"/>
                  </a:lnTo>
                  <a:lnTo>
                    <a:pt x="3592" y="16411"/>
                  </a:lnTo>
                  <a:lnTo>
                    <a:pt x="3476" y="15948"/>
                  </a:lnTo>
                  <a:lnTo>
                    <a:pt x="3476" y="15716"/>
                  </a:lnTo>
                  <a:lnTo>
                    <a:pt x="3476" y="15446"/>
                  </a:lnTo>
                  <a:lnTo>
                    <a:pt x="3515" y="15214"/>
                  </a:lnTo>
                  <a:lnTo>
                    <a:pt x="3553" y="14983"/>
                  </a:lnTo>
                  <a:lnTo>
                    <a:pt x="3746" y="14596"/>
                  </a:lnTo>
                  <a:close/>
                  <a:moveTo>
                    <a:pt x="4480" y="16334"/>
                  </a:moveTo>
                  <a:lnTo>
                    <a:pt x="4673" y="16759"/>
                  </a:lnTo>
                  <a:lnTo>
                    <a:pt x="4789" y="17222"/>
                  </a:lnTo>
                  <a:lnTo>
                    <a:pt x="4789" y="17222"/>
                  </a:lnTo>
                  <a:lnTo>
                    <a:pt x="4364" y="17106"/>
                  </a:lnTo>
                  <a:lnTo>
                    <a:pt x="3940" y="17029"/>
                  </a:lnTo>
                  <a:lnTo>
                    <a:pt x="4480" y="16334"/>
                  </a:lnTo>
                  <a:close/>
                  <a:moveTo>
                    <a:pt x="2472" y="16875"/>
                  </a:moveTo>
                  <a:lnTo>
                    <a:pt x="3399" y="17106"/>
                  </a:lnTo>
                  <a:lnTo>
                    <a:pt x="3476" y="17261"/>
                  </a:lnTo>
                  <a:lnTo>
                    <a:pt x="3322" y="17377"/>
                  </a:lnTo>
                  <a:lnTo>
                    <a:pt x="3167" y="17570"/>
                  </a:lnTo>
                  <a:lnTo>
                    <a:pt x="2897" y="17917"/>
                  </a:lnTo>
                  <a:lnTo>
                    <a:pt x="2665" y="17415"/>
                  </a:lnTo>
                  <a:lnTo>
                    <a:pt x="2472" y="16875"/>
                  </a:lnTo>
                  <a:close/>
                  <a:moveTo>
                    <a:pt x="3360" y="19732"/>
                  </a:moveTo>
                  <a:lnTo>
                    <a:pt x="4055" y="20427"/>
                  </a:lnTo>
                  <a:lnTo>
                    <a:pt x="3553" y="20659"/>
                  </a:lnTo>
                  <a:lnTo>
                    <a:pt x="3013" y="20968"/>
                  </a:lnTo>
                  <a:lnTo>
                    <a:pt x="3167" y="20350"/>
                  </a:lnTo>
                  <a:lnTo>
                    <a:pt x="3360" y="19732"/>
                  </a:lnTo>
                  <a:close/>
                  <a:moveTo>
                    <a:pt x="5677" y="20118"/>
                  </a:moveTo>
                  <a:lnTo>
                    <a:pt x="5986" y="20196"/>
                  </a:lnTo>
                  <a:lnTo>
                    <a:pt x="5716" y="20891"/>
                  </a:lnTo>
                  <a:lnTo>
                    <a:pt x="5368" y="21547"/>
                  </a:lnTo>
                  <a:lnTo>
                    <a:pt x="4673" y="20582"/>
                  </a:lnTo>
                  <a:lnTo>
                    <a:pt x="4635" y="20543"/>
                  </a:lnTo>
                  <a:lnTo>
                    <a:pt x="4673" y="20234"/>
                  </a:lnTo>
                  <a:lnTo>
                    <a:pt x="5021" y="20157"/>
                  </a:lnTo>
                  <a:lnTo>
                    <a:pt x="5330" y="20118"/>
                  </a:lnTo>
                  <a:close/>
                  <a:moveTo>
                    <a:pt x="7453" y="0"/>
                  </a:moveTo>
                  <a:lnTo>
                    <a:pt x="7067" y="39"/>
                  </a:lnTo>
                  <a:lnTo>
                    <a:pt x="6720" y="154"/>
                  </a:lnTo>
                  <a:lnTo>
                    <a:pt x="6334" y="270"/>
                  </a:lnTo>
                  <a:lnTo>
                    <a:pt x="5986" y="425"/>
                  </a:lnTo>
                  <a:lnTo>
                    <a:pt x="5639" y="579"/>
                  </a:lnTo>
                  <a:lnTo>
                    <a:pt x="5291" y="811"/>
                  </a:lnTo>
                  <a:lnTo>
                    <a:pt x="4944" y="1043"/>
                  </a:lnTo>
                  <a:lnTo>
                    <a:pt x="4635" y="1313"/>
                  </a:lnTo>
                  <a:lnTo>
                    <a:pt x="4364" y="1622"/>
                  </a:lnTo>
                  <a:lnTo>
                    <a:pt x="4094" y="1892"/>
                  </a:lnTo>
                  <a:lnTo>
                    <a:pt x="3824" y="2240"/>
                  </a:lnTo>
                  <a:lnTo>
                    <a:pt x="3592" y="2549"/>
                  </a:lnTo>
                  <a:lnTo>
                    <a:pt x="3399" y="2896"/>
                  </a:lnTo>
                  <a:lnTo>
                    <a:pt x="3206" y="3282"/>
                  </a:lnTo>
                  <a:lnTo>
                    <a:pt x="3051" y="3630"/>
                  </a:lnTo>
                  <a:lnTo>
                    <a:pt x="2897" y="4016"/>
                  </a:lnTo>
                  <a:lnTo>
                    <a:pt x="2781" y="4402"/>
                  </a:lnTo>
                  <a:lnTo>
                    <a:pt x="2704" y="4788"/>
                  </a:lnTo>
                  <a:lnTo>
                    <a:pt x="2627" y="5174"/>
                  </a:lnTo>
                  <a:lnTo>
                    <a:pt x="2588" y="5599"/>
                  </a:lnTo>
                  <a:lnTo>
                    <a:pt x="2549" y="5985"/>
                  </a:lnTo>
                  <a:lnTo>
                    <a:pt x="2549" y="6410"/>
                  </a:lnTo>
                  <a:lnTo>
                    <a:pt x="2549" y="6835"/>
                  </a:lnTo>
                  <a:lnTo>
                    <a:pt x="2665" y="7723"/>
                  </a:lnTo>
                  <a:lnTo>
                    <a:pt x="2742" y="8148"/>
                  </a:lnTo>
                  <a:lnTo>
                    <a:pt x="2858" y="8572"/>
                  </a:lnTo>
                  <a:lnTo>
                    <a:pt x="3013" y="8997"/>
                  </a:lnTo>
                  <a:lnTo>
                    <a:pt x="3167" y="9383"/>
                  </a:lnTo>
                  <a:lnTo>
                    <a:pt x="3322" y="9808"/>
                  </a:lnTo>
                  <a:lnTo>
                    <a:pt x="3553" y="10194"/>
                  </a:lnTo>
                  <a:lnTo>
                    <a:pt x="3746" y="10542"/>
                  </a:lnTo>
                  <a:lnTo>
                    <a:pt x="4017" y="10928"/>
                  </a:lnTo>
                  <a:lnTo>
                    <a:pt x="4287" y="11237"/>
                  </a:lnTo>
                  <a:lnTo>
                    <a:pt x="4596" y="11546"/>
                  </a:lnTo>
                  <a:lnTo>
                    <a:pt x="4905" y="11855"/>
                  </a:lnTo>
                  <a:lnTo>
                    <a:pt x="5252" y="12086"/>
                  </a:lnTo>
                  <a:lnTo>
                    <a:pt x="4557" y="12473"/>
                  </a:lnTo>
                  <a:lnTo>
                    <a:pt x="4480" y="12550"/>
                  </a:lnTo>
                  <a:lnTo>
                    <a:pt x="4442" y="12666"/>
                  </a:lnTo>
                  <a:lnTo>
                    <a:pt x="4480" y="12781"/>
                  </a:lnTo>
                  <a:lnTo>
                    <a:pt x="4596" y="12859"/>
                  </a:lnTo>
                  <a:lnTo>
                    <a:pt x="5021" y="13013"/>
                  </a:lnTo>
                  <a:lnTo>
                    <a:pt x="4673" y="13168"/>
                  </a:lnTo>
                  <a:lnTo>
                    <a:pt x="4403" y="13361"/>
                  </a:lnTo>
                  <a:lnTo>
                    <a:pt x="4094" y="13554"/>
                  </a:lnTo>
                  <a:lnTo>
                    <a:pt x="3862" y="13785"/>
                  </a:lnTo>
                  <a:lnTo>
                    <a:pt x="3824" y="13477"/>
                  </a:lnTo>
                  <a:lnTo>
                    <a:pt x="3746" y="13168"/>
                  </a:lnTo>
                  <a:lnTo>
                    <a:pt x="3631" y="12859"/>
                  </a:lnTo>
                  <a:lnTo>
                    <a:pt x="3515" y="12550"/>
                  </a:lnTo>
                  <a:lnTo>
                    <a:pt x="3476" y="12473"/>
                  </a:lnTo>
                  <a:lnTo>
                    <a:pt x="3360" y="12434"/>
                  </a:lnTo>
                  <a:lnTo>
                    <a:pt x="3283" y="12473"/>
                  </a:lnTo>
                  <a:lnTo>
                    <a:pt x="3206" y="12511"/>
                  </a:lnTo>
                  <a:lnTo>
                    <a:pt x="2665" y="13168"/>
                  </a:lnTo>
                  <a:lnTo>
                    <a:pt x="2086" y="13747"/>
                  </a:lnTo>
                  <a:lnTo>
                    <a:pt x="2047" y="13824"/>
                  </a:lnTo>
                  <a:lnTo>
                    <a:pt x="2009" y="13901"/>
                  </a:lnTo>
                  <a:lnTo>
                    <a:pt x="2047" y="13979"/>
                  </a:lnTo>
                  <a:lnTo>
                    <a:pt x="2086" y="14056"/>
                  </a:lnTo>
                  <a:lnTo>
                    <a:pt x="2395" y="14210"/>
                  </a:lnTo>
                  <a:lnTo>
                    <a:pt x="2742" y="14287"/>
                  </a:lnTo>
                  <a:lnTo>
                    <a:pt x="3051" y="14365"/>
                  </a:lnTo>
                  <a:lnTo>
                    <a:pt x="3399" y="14365"/>
                  </a:lnTo>
                  <a:lnTo>
                    <a:pt x="3244" y="14635"/>
                  </a:lnTo>
                  <a:lnTo>
                    <a:pt x="3129" y="14944"/>
                  </a:lnTo>
                  <a:lnTo>
                    <a:pt x="3090" y="15176"/>
                  </a:lnTo>
                  <a:lnTo>
                    <a:pt x="3051" y="15407"/>
                  </a:lnTo>
                  <a:lnTo>
                    <a:pt x="3051" y="15871"/>
                  </a:lnTo>
                  <a:lnTo>
                    <a:pt x="3129" y="16295"/>
                  </a:lnTo>
                  <a:lnTo>
                    <a:pt x="3244" y="16759"/>
                  </a:lnTo>
                  <a:lnTo>
                    <a:pt x="2781" y="16566"/>
                  </a:lnTo>
                  <a:lnTo>
                    <a:pt x="2279" y="16411"/>
                  </a:lnTo>
                  <a:lnTo>
                    <a:pt x="2202" y="16411"/>
                  </a:lnTo>
                  <a:lnTo>
                    <a:pt x="2125" y="16450"/>
                  </a:lnTo>
                  <a:lnTo>
                    <a:pt x="2047" y="16527"/>
                  </a:lnTo>
                  <a:lnTo>
                    <a:pt x="2047" y="16643"/>
                  </a:lnTo>
                  <a:lnTo>
                    <a:pt x="2163" y="17106"/>
                  </a:lnTo>
                  <a:lnTo>
                    <a:pt x="2279" y="17531"/>
                  </a:lnTo>
                  <a:lnTo>
                    <a:pt x="2472" y="17956"/>
                  </a:lnTo>
                  <a:lnTo>
                    <a:pt x="2704" y="18381"/>
                  </a:lnTo>
                  <a:lnTo>
                    <a:pt x="2781" y="18458"/>
                  </a:lnTo>
                  <a:lnTo>
                    <a:pt x="2858" y="18496"/>
                  </a:lnTo>
                  <a:lnTo>
                    <a:pt x="2936" y="18458"/>
                  </a:lnTo>
                  <a:lnTo>
                    <a:pt x="3013" y="18381"/>
                  </a:lnTo>
                  <a:lnTo>
                    <a:pt x="3322" y="18033"/>
                  </a:lnTo>
                  <a:lnTo>
                    <a:pt x="3515" y="17801"/>
                  </a:lnTo>
                  <a:lnTo>
                    <a:pt x="3631" y="17608"/>
                  </a:lnTo>
                  <a:lnTo>
                    <a:pt x="3708" y="17763"/>
                  </a:lnTo>
                  <a:lnTo>
                    <a:pt x="3978" y="18342"/>
                  </a:lnTo>
                  <a:lnTo>
                    <a:pt x="4133" y="18960"/>
                  </a:lnTo>
                  <a:lnTo>
                    <a:pt x="4248" y="19539"/>
                  </a:lnTo>
                  <a:lnTo>
                    <a:pt x="4248" y="20157"/>
                  </a:lnTo>
                  <a:lnTo>
                    <a:pt x="3438" y="19307"/>
                  </a:lnTo>
                  <a:lnTo>
                    <a:pt x="3399" y="19269"/>
                  </a:lnTo>
                  <a:lnTo>
                    <a:pt x="3206" y="19269"/>
                  </a:lnTo>
                  <a:lnTo>
                    <a:pt x="3167" y="19346"/>
                  </a:lnTo>
                  <a:lnTo>
                    <a:pt x="2974" y="19809"/>
                  </a:lnTo>
                  <a:lnTo>
                    <a:pt x="2781" y="20273"/>
                  </a:lnTo>
                  <a:lnTo>
                    <a:pt x="2665" y="20775"/>
                  </a:lnTo>
                  <a:lnTo>
                    <a:pt x="2627" y="21315"/>
                  </a:lnTo>
                  <a:lnTo>
                    <a:pt x="2627" y="21393"/>
                  </a:lnTo>
                  <a:lnTo>
                    <a:pt x="2704" y="21470"/>
                  </a:lnTo>
                  <a:lnTo>
                    <a:pt x="2781" y="21508"/>
                  </a:lnTo>
                  <a:lnTo>
                    <a:pt x="2897" y="21470"/>
                  </a:lnTo>
                  <a:lnTo>
                    <a:pt x="3515" y="21161"/>
                  </a:lnTo>
                  <a:lnTo>
                    <a:pt x="4171" y="20775"/>
                  </a:lnTo>
                  <a:lnTo>
                    <a:pt x="4055" y="21161"/>
                  </a:lnTo>
                  <a:lnTo>
                    <a:pt x="3901" y="21547"/>
                  </a:lnTo>
                  <a:lnTo>
                    <a:pt x="3669" y="22049"/>
                  </a:lnTo>
                  <a:lnTo>
                    <a:pt x="3322" y="22551"/>
                  </a:lnTo>
                  <a:lnTo>
                    <a:pt x="2897" y="23014"/>
                  </a:lnTo>
                  <a:lnTo>
                    <a:pt x="2627" y="23246"/>
                  </a:lnTo>
                  <a:lnTo>
                    <a:pt x="2395" y="23401"/>
                  </a:lnTo>
                  <a:lnTo>
                    <a:pt x="2125" y="23594"/>
                  </a:lnTo>
                  <a:lnTo>
                    <a:pt x="1854" y="23709"/>
                  </a:lnTo>
                  <a:lnTo>
                    <a:pt x="1584" y="23787"/>
                  </a:lnTo>
                  <a:lnTo>
                    <a:pt x="1314" y="23787"/>
                  </a:lnTo>
                  <a:lnTo>
                    <a:pt x="1082" y="23748"/>
                  </a:lnTo>
                  <a:lnTo>
                    <a:pt x="812" y="23671"/>
                  </a:lnTo>
                  <a:lnTo>
                    <a:pt x="541" y="23516"/>
                  </a:lnTo>
                  <a:lnTo>
                    <a:pt x="310" y="23285"/>
                  </a:lnTo>
                  <a:lnTo>
                    <a:pt x="233" y="23246"/>
                  </a:lnTo>
                  <a:lnTo>
                    <a:pt x="78" y="23246"/>
                  </a:lnTo>
                  <a:lnTo>
                    <a:pt x="39" y="23362"/>
                  </a:lnTo>
                  <a:lnTo>
                    <a:pt x="1" y="23401"/>
                  </a:lnTo>
                  <a:lnTo>
                    <a:pt x="39" y="23478"/>
                  </a:lnTo>
                  <a:lnTo>
                    <a:pt x="155" y="23632"/>
                  </a:lnTo>
                  <a:lnTo>
                    <a:pt x="271" y="23787"/>
                  </a:lnTo>
                  <a:lnTo>
                    <a:pt x="387" y="23903"/>
                  </a:lnTo>
                  <a:lnTo>
                    <a:pt x="541" y="24018"/>
                  </a:lnTo>
                  <a:lnTo>
                    <a:pt x="696" y="24096"/>
                  </a:lnTo>
                  <a:lnTo>
                    <a:pt x="889" y="24134"/>
                  </a:lnTo>
                  <a:lnTo>
                    <a:pt x="1236" y="24211"/>
                  </a:lnTo>
                  <a:lnTo>
                    <a:pt x="1584" y="24173"/>
                  </a:lnTo>
                  <a:lnTo>
                    <a:pt x="1970" y="24096"/>
                  </a:lnTo>
                  <a:lnTo>
                    <a:pt x="2318" y="23941"/>
                  </a:lnTo>
                  <a:lnTo>
                    <a:pt x="2665" y="23748"/>
                  </a:lnTo>
                  <a:lnTo>
                    <a:pt x="3013" y="23478"/>
                  </a:lnTo>
                  <a:lnTo>
                    <a:pt x="3322" y="23207"/>
                  </a:lnTo>
                  <a:lnTo>
                    <a:pt x="3631" y="22860"/>
                  </a:lnTo>
                  <a:lnTo>
                    <a:pt x="3901" y="22512"/>
                  </a:lnTo>
                  <a:lnTo>
                    <a:pt x="4133" y="22126"/>
                  </a:lnTo>
                  <a:lnTo>
                    <a:pt x="4326" y="21702"/>
                  </a:lnTo>
                  <a:lnTo>
                    <a:pt x="4480" y="21315"/>
                  </a:lnTo>
                  <a:lnTo>
                    <a:pt x="4596" y="20852"/>
                  </a:lnTo>
                  <a:lnTo>
                    <a:pt x="5214" y="21972"/>
                  </a:lnTo>
                  <a:lnTo>
                    <a:pt x="5291" y="22049"/>
                  </a:lnTo>
                  <a:lnTo>
                    <a:pt x="5368" y="22088"/>
                  </a:lnTo>
                  <a:lnTo>
                    <a:pt x="5446" y="22049"/>
                  </a:lnTo>
                  <a:lnTo>
                    <a:pt x="5523" y="22010"/>
                  </a:lnTo>
                  <a:lnTo>
                    <a:pt x="5793" y="21547"/>
                  </a:lnTo>
                  <a:lnTo>
                    <a:pt x="6025" y="21084"/>
                  </a:lnTo>
                  <a:lnTo>
                    <a:pt x="6411" y="20118"/>
                  </a:lnTo>
                  <a:lnTo>
                    <a:pt x="6411" y="20041"/>
                  </a:lnTo>
                  <a:lnTo>
                    <a:pt x="6411" y="19964"/>
                  </a:lnTo>
                  <a:lnTo>
                    <a:pt x="6372" y="19925"/>
                  </a:lnTo>
                  <a:lnTo>
                    <a:pt x="6295" y="19887"/>
                  </a:lnTo>
                  <a:lnTo>
                    <a:pt x="5909" y="19771"/>
                  </a:lnTo>
                  <a:lnTo>
                    <a:pt x="5484" y="19732"/>
                  </a:lnTo>
                  <a:lnTo>
                    <a:pt x="5098" y="19732"/>
                  </a:lnTo>
                  <a:lnTo>
                    <a:pt x="4673" y="19848"/>
                  </a:lnTo>
                  <a:lnTo>
                    <a:pt x="4635" y="19230"/>
                  </a:lnTo>
                  <a:lnTo>
                    <a:pt x="4519" y="18651"/>
                  </a:lnTo>
                  <a:lnTo>
                    <a:pt x="4287" y="18033"/>
                  </a:lnTo>
                  <a:lnTo>
                    <a:pt x="4055" y="17454"/>
                  </a:lnTo>
                  <a:lnTo>
                    <a:pt x="4055" y="17454"/>
                  </a:lnTo>
                  <a:lnTo>
                    <a:pt x="4519" y="17531"/>
                  </a:lnTo>
                  <a:lnTo>
                    <a:pt x="4982" y="17608"/>
                  </a:lnTo>
                  <a:lnTo>
                    <a:pt x="5059" y="17608"/>
                  </a:lnTo>
                  <a:lnTo>
                    <a:pt x="5098" y="17531"/>
                  </a:lnTo>
                  <a:lnTo>
                    <a:pt x="5137" y="17492"/>
                  </a:lnTo>
                  <a:lnTo>
                    <a:pt x="5137" y="17377"/>
                  </a:lnTo>
                  <a:lnTo>
                    <a:pt x="5098" y="17029"/>
                  </a:lnTo>
                  <a:lnTo>
                    <a:pt x="4982" y="16643"/>
                  </a:lnTo>
                  <a:lnTo>
                    <a:pt x="4828" y="16295"/>
                  </a:lnTo>
                  <a:lnTo>
                    <a:pt x="4673" y="15987"/>
                  </a:lnTo>
                  <a:lnTo>
                    <a:pt x="4596" y="15909"/>
                  </a:lnTo>
                  <a:lnTo>
                    <a:pt x="4635" y="15909"/>
                  </a:lnTo>
                  <a:lnTo>
                    <a:pt x="5600" y="14481"/>
                  </a:lnTo>
                  <a:lnTo>
                    <a:pt x="5639" y="14365"/>
                  </a:lnTo>
                  <a:lnTo>
                    <a:pt x="5600" y="14287"/>
                  </a:lnTo>
                  <a:lnTo>
                    <a:pt x="5561" y="14210"/>
                  </a:lnTo>
                  <a:lnTo>
                    <a:pt x="5446" y="14172"/>
                  </a:lnTo>
                  <a:lnTo>
                    <a:pt x="4210" y="13979"/>
                  </a:lnTo>
                  <a:lnTo>
                    <a:pt x="4480" y="13747"/>
                  </a:lnTo>
                  <a:lnTo>
                    <a:pt x="4789" y="13554"/>
                  </a:lnTo>
                  <a:lnTo>
                    <a:pt x="5098" y="13361"/>
                  </a:lnTo>
                  <a:lnTo>
                    <a:pt x="5407" y="13168"/>
                  </a:lnTo>
                  <a:lnTo>
                    <a:pt x="6025" y="13399"/>
                  </a:lnTo>
                  <a:lnTo>
                    <a:pt x="6141" y="13438"/>
                  </a:lnTo>
                  <a:lnTo>
                    <a:pt x="6218" y="13361"/>
                  </a:lnTo>
                  <a:lnTo>
                    <a:pt x="6256" y="13283"/>
                  </a:lnTo>
                  <a:lnTo>
                    <a:pt x="6295" y="13168"/>
                  </a:lnTo>
                  <a:lnTo>
                    <a:pt x="6179" y="12704"/>
                  </a:lnTo>
                  <a:lnTo>
                    <a:pt x="6063" y="12241"/>
                  </a:lnTo>
                  <a:lnTo>
                    <a:pt x="6913" y="11932"/>
                  </a:lnTo>
                  <a:lnTo>
                    <a:pt x="7724" y="11584"/>
                  </a:lnTo>
                  <a:lnTo>
                    <a:pt x="8535" y="11121"/>
                  </a:lnTo>
                  <a:lnTo>
                    <a:pt x="9268" y="10619"/>
                  </a:lnTo>
                  <a:lnTo>
                    <a:pt x="9963" y="10078"/>
                  </a:lnTo>
                  <a:lnTo>
                    <a:pt x="10311" y="9770"/>
                  </a:lnTo>
                  <a:lnTo>
                    <a:pt x="10620" y="9422"/>
                  </a:lnTo>
                  <a:lnTo>
                    <a:pt x="10890" y="9074"/>
                  </a:lnTo>
                  <a:lnTo>
                    <a:pt x="11161" y="8727"/>
                  </a:lnTo>
                  <a:lnTo>
                    <a:pt x="11392" y="8341"/>
                  </a:lnTo>
                  <a:lnTo>
                    <a:pt x="11624" y="7955"/>
                  </a:lnTo>
                  <a:lnTo>
                    <a:pt x="11817" y="7568"/>
                  </a:lnTo>
                  <a:lnTo>
                    <a:pt x="11971" y="7182"/>
                  </a:lnTo>
                  <a:lnTo>
                    <a:pt x="12126" y="6758"/>
                  </a:lnTo>
                  <a:lnTo>
                    <a:pt x="12242" y="6333"/>
                  </a:lnTo>
                  <a:lnTo>
                    <a:pt x="12319" y="5947"/>
                  </a:lnTo>
                  <a:lnTo>
                    <a:pt x="12358" y="5522"/>
                  </a:lnTo>
                  <a:lnTo>
                    <a:pt x="12396" y="5097"/>
                  </a:lnTo>
                  <a:lnTo>
                    <a:pt x="12396" y="4672"/>
                  </a:lnTo>
                  <a:lnTo>
                    <a:pt x="12358" y="4248"/>
                  </a:lnTo>
                  <a:lnTo>
                    <a:pt x="12280" y="3823"/>
                  </a:lnTo>
                  <a:lnTo>
                    <a:pt x="12203" y="3437"/>
                  </a:lnTo>
                  <a:lnTo>
                    <a:pt x="12049" y="3051"/>
                  </a:lnTo>
                  <a:lnTo>
                    <a:pt x="11894" y="2664"/>
                  </a:lnTo>
                  <a:lnTo>
                    <a:pt x="11701" y="2278"/>
                  </a:lnTo>
                  <a:lnTo>
                    <a:pt x="11469" y="1892"/>
                  </a:lnTo>
                  <a:lnTo>
                    <a:pt x="11161" y="1545"/>
                  </a:lnTo>
                  <a:lnTo>
                    <a:pt x="10890" y="1274"/>
                  </a:lnTo>
                  <a:lnTo>
                    <a:pt x="10620" y="1004"/>
                  </a:lnTo>
                  <a:lnTo>
                    <a:pt x="10311" y="772"/>
                  </a:lnTo>
                  <a:lnTo>
                    <a:pt x="9963" y="579"/>
                  </a:lnTo>
                  <a:lnTo>
                    <a:pt x="9655" y="386"/>
                  </a:lnTo>
                  <a:lnTo>
                    <a:pt x="9307" y="232"/>
                  </a:lnTo>
                  <a:lnTo>
                    <a:pt x="8921" y="116"/>
                  </a:lnTo>
                  <a:lnTo>
                    <a:pt x="8573" y="39"/>
                  </a:lnTo>
                  <a:lnTo>
                    <a:pt x="818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5"/>
            <p:cNvSpPr/>
            <p:nvPr/>
          </p:nvSpPr>
          <p:spPr>
            <a:xfrm>
              <a:off x="5914500" y="2336650"/>
              <a:ext cx="309900" cy="605325"/>
            </a:xfrm>
            <a:custGeom>
              <a:avLst/>
              <a:gdLst/>
              <a:ahLst/>
              <a:cxnLst/>
              <a:rect l="l" t="t" r="r" b="b"/>
              <a:pathLst>
                <a:path w="12396" h="24213" extrusionOk="0">
                  <a:moveTo>
                    <a:pt x="7955" y="464"/>
                  </a:moveTo>
                  <a:lnTo>
                    <a:pt x="8496" y="503"/>
                  </a:lnTo>
                  <a:lnTo>
                    <a:pt x="9036" y="619"/>
                  </a:lnTo>
                  <a:lnTo>
                    <a:pt x="9500" y="812"/>
                  </a:lnTo>
                  <a:lnTo>
                    <a:pt x="9924" y="1043"/>
                  </a:lnTo>
                  <a:lnTo>
                    <a:pt x="10311" y="1352"/>
                  </a:lnTo>
                  <a:lnTo>
                    <a:pt x="10658" y="1700"/>
                  </a:lnTo>
                  <a:lnTo>
                    <a:pt x="10967" y="2086"/>
                  </a:lnTo>
                  <a:lnTo>
                    <a:pt x="11237" y="2511"/>
                  </a:lnTo>
                  <a:lnTo>
                    <a:pt x="11469" y="2974"/>
                  </a:lnTo>
                  <a:lnTo>
                    <a:pt x="11662" y="3438"/>
                  </a:lnTo>
                  <a:lnTo>
                    <a:pt x="11778" y="3940"/>
                  </a:lnTo>
                  <a:lnTo>
                    <a:pt x="11855" y="4442"/>
                  </a:lnTo>
                  <a:lnTo>
                    <a:pt x="11894" y="4982"/>
                  </a:lnTo>
                  <a:lnTo>
                    <a:pt x="11894" y="5484"/>
                  </a:lnTo>
                  <a:lnTo>
                    <a:pt x="11817" y="5986"/>
                  </a:lnTo>
                  <a:lnTo>
                    <a:pt x="11701" y="6488"/>
                  </a:lnTo>
                  <a:lnTo>
                    <a:pt x="11546" y="6990"/>
                  </a:lnTo>
                  <a:lnTo>
                    <a:pt x="11315" y="7453"/>
                  </a:lnTo>
                  <a:lnTo>
                    <a:pt x="11083" y="7917"/>
                  </a:lnTo>
                  <a:lnTo>
                    <a:pt x="10813" y="8342"/>
                  </a:lnTo>
                  <a:lnTo>
                    <a:pt x="10504" y="8766"/>
                  </a:lnTo>
                  <a:lnTo>
                    <a:pt x="10195" y="9153"/>
                  </a:lnTo>
                  <a:lnTo>
                    <a:pt x="9847" y="9500"/>
                  </a:lnTo>
                  <a:lnTo>
                    <a:pt x="9461" y="9848"/>
                  </a:lnTo>
                  <a:lnTo>
                    <a:pt x="9036" y="10157"/>
                  </a:lnTo>
                  <a:lnTo>
                    <a:pt x="8650" y="10465"/>
                  </a:lnTo>
                  <a:lnTo>
                    <a:pt x="8187" y="10736"/>
                  </a:lnTo>
                  <a:lnTo>
                    <a:pt x="7762" y="11006"/>
                  </a:lnTo>
                  <a:lnTo>
                    <a:pt x="6835" y="11469"/>
                  </a:lnTo>
                  <a:lnTo>
                    <a:pt x="5870" y="11856"/>
                  </a:lnTo>
                  <a:lnTo>
                    <a:pt x="5677" y="11856"/>
                  </a:lnTo>
                  <a:lnTo>
                    <a:pt x="5638" y="11933"/>
                  </a:lnTo>
                  <a:lnTo>
                    <a:pt x="5600" y="11933"/>
                  </a:lnTo>
                  <a:lnTo>
                    <a:pt x="4982" y="11276"/>
                  </a:lnTo>
                  <a:lnTo>
                    <a:pt x="4441" y="10543"/>
                  </a:lnTo>
                  <a:lnTo>
                    <a:pt x="3978" y="9809"/>
                  </a:lnTo>
                  <a:lnTo>
                    <a:pt x="3746" y="9384"/>
                  </a:lnTo>
                  <a:lnTo>
                    <a:pt x="3592" y="8998"/>
                  </a:lnTo>
                  <a:lnTo>
                    <a:pt x="3437" y="8612"/>
                  </a:lnTo>
                  <a:lnTo>
                    <a:pt x="3283" y="8187"/>
                  </a:lnTo>
                  <a:lnTo>
                    <a:pt x="3167" y="7762"/>
                  </a:lnTo>
                  <a:lnTo>
                    <a:pt x="3090" y="7299"/>
                  </a:lnTo>
                  <a:lnTo>
                    <a:pt x="3051" y="6874"/>
                  </a:lnTo>
                  <a:lnTo>
                    <a:pt x="3012" y="6411"/>
                  </a:lnTo>
                  <a:lnTo>
                    <a:pt x="3051" y="5948"/>
                  </a:lnTo>
                  <a:lnTo>
                    <a:pt x="3090" y="5484"/>
                  </a:lnTo>
                  <a:lnTo>
                    <a:pt x="3167" y="5021"/>
                  </a:lnTo>
                  <a:lnTo>
                    <a:pt x="3244" y="4557"/>
                  </a:lnTo>
                  <a:lnTo>
                    <a:pt x="3399" y="4094"/>
                  </a:lnTo>
                  <a:lnTo>
                    <a:pt x="3592" y="3669"/>
                  </a:lnTo>
                  <a:lnTo>
                    <a:pt x="3785" y="3206"/>
                  </a:lnTo>
                  <a:lnTo>
                    <a:pt x="4055" y="2820"/>
                  </a:lnTo>
                  <a:lnTo>
                    <a:pt x="4325" y="2395"/>
                  </a:lnTo>
                  <a:lnTo>
                    <a:pt x="4634" y="2047"/>
                  </a:lnTo>
                  <a:lnTo>
                    <a:pt x="4943" y="1700"/>
                  </a:lnTo>
                  <a:lnTo>
                    <a:pt x="5329" y="1391"/>
                  </a:lnTo>
                  <a:lnTo>
                    <a:pt x="5715" y="1082"/>
                  </a:lnTo>
                  <a:lnTo>
                    <a:pt x="6102" y="850"/>
                  </a:lnTo>
                  <a:lnTo>
                    <a:pt x="6526" y="696"/>
                  </a:lnTo>
                  <a:lnTo>
                    <a:pt x="6990" y="541"/>
                  </a:lnTo>
                  <a:lnTo>
                    <a:pt x="7453" y="464"/>
                  </a:lnTo>
                  <a:close/>
                  <a:moveTo>
                    <a:pt x="5561" y="12280"/>
                  </a:moveTo>
                  <a:lnTo>
                    <a:pt x="5600" y="12319"/>
                  </a:lnTo>
                  <a:lnTo>
                    <a:pt x="5677" y="12358"/>
                  </a:lnTo>
                  <a:lnTo>
                    <a:pt x="5793" y="12898"/>
                  </a:lnTo>
                  <a:lnTo>
                    <a:pt x="5098" y="12589"/>
                  </a:lnTo>
                  <a:lnTo>
                    <a:pt x="5561" y="12280"/>
                  </a:lnTo>
                  <a:close/>
                  <a:moveTo>
                    <a:pt x="3321" y="12975"/>
                  </a:moveTo>
                  <a:lnTo>
                    <a:pt x="3476" y="13477"/>
                  </a:lnTo>
                  <a:lnTo>
                    <a:pt x="3553" y="13979"/>
                  </a:lnTo>
                  <a:lnTo>
                    <a:pt x="3012" y="13979"/>
                  </a:lnTo>
                  <a:lnTo>
                    <a:pt x="2781" y="13941"/>
                  </a:lnTo>
                  <a:lnTo>
                    <a:pt x="2510" y="13825"/>
                  </a:lnTo>
                  <a:lnTo>
                    <a:pt x="2935" y="13400"/>
                  </a:lnTo>
                  <a:lnTo>
                    <a:pt x="3321" y="12975"/>
                  </a:lnTo>
                  <a:close/>
                  <a:moveTo>
                    <a:pt x="3939" y="14327"/>
                  </a:moveTo>
                  <a:lnTo>
                    <a:pt x="5098" y="14520"/>
                  </a:lnTo>
                  <a:lnTo>
                    <a:pt x="4441" y="15485"/>
                  </a:lnTo>
                  <a:lnTo>
                    <a:pt x="4287" y="15215"/>
                  </a:lnTo>
                  <a:lnTo>
                    <a:pt x="4171" y="14945"/>
                  </a:lnTo>
                  <a:lnTo>
                    <a:pt x="4055" y="14636"/>
                  </a:lnTo>
                  <a:lnTo>
                    <a:pt x="3978" y="14366"/>
                  </a:lnTo>
                  <a:lnTo>
                    <a:pt x="3939" y="14327"/>
                  </a:lnTo>
                  <a:close/>
                  <a:moveTo>
                    <a:pt x="3746" y="14597"/>
                  </a:moveTo>
                  <a:lnTo>
                    <a:pt x="3823" y="14945"/>
                  </a:lnTo>
                  <a:lnTo>
                    <a:pt x="3978" y="15292"/>
                  </a:lnTo>
                  <a:lnTo>
                    <a:pt x="4132" y="15601"/>
                  </a:lnTo>
                  <a:lnTo>
                    <a:pt x="4287" y="15910"/>
                  </a:lnTo>
                  <a:lnTo>
                    <a:pt x="4364" y="15987"/>
                  </a:lnTo>
                  <a:lnTo>
                    <a:pt x="4055" y="16412"/>
                  </a:lnTo>
                  <a:lnTo>
                    <a:pt x="3746" y="16875"/>
                  </a:lnTo>
                  <a:lnTo>
                    <a:pt x="3592" y="16412"/>
                  </a:lnTo>
                  <a:lnTo>
                    <a:pt x="3476" y="15949"/>
                  </a:lnTo>
                  <a:lnTo>
                    <a:pt x="3476" y="15717"/>
                  </a:lnTo>
                  <a:lnTo>
                    <a:pt x="3476" y="15447"/>
                  </a:lnTo>
                  <a:lnTo>
                    <a:pt x="3514" y="15215"/>
                  </a:lnTo>
                  <a:lnTo>
                    <a:pt x="3553" y="14983"/>
                  </a:lnTo>
                  <a:lnTo>
                    <a:pt x="3746" y="14597"/>
                  </a:lnTo>
                  <a:close/>
                  <a:moveTo>
                    <a:pt x="4480" y="16335"/>
                  </a:moveTo>
                  <a:lnTo>
                    <a:pt x="4673" y="16760"/>
                  </a:lnTo>
                  <a:lnTo>
                    <a:pt x="4789" y="17223"/>
                  </a:lnTo>
                  <a:lnTo>
                    <a:pt x="4364" y="17107"/>
                  </a:lnTo>
                  <a:lnTo>
                    <a:pt x="3939" y="17030"/>
                  </a:lnTo>
                  <a:lnTo>
                    <a:pt x="4480" y="16335"/>
                  </a:lnTo>
                  <a:close/>
                  <a:moveTo>
                    <a:pt x="2472" y="16875"/>
                  </a:moveTo>
                  <a:lnTo>
                    <a:pt x="3399" y="17107"/>
                  </a:lnTo>
                  <a:lnTo>
                    <a:pt x="3476" y="17262"/>
                  </a:lnTo>
                  <a:lnTo>
                    <a:pt x="3321" y="17377"/>
                  </a:lnTo>
                  <a:lnTo>
                    <a:pt x="3167" y="17571"/>
                  </a:lnTo>
                  <a:lnTo>
                    <a:pt x="2897" y="17918"/>
                  </a:lnTo>
                  <a:lnTo>
                    <a:pt x="2665" y="17416"/>
                  </a:lnTo>
                  <a:lnTo>
                    <a:pt x="2472" y="16875"/>
                  </a:lnTo>
                  <a:close/>
                  <a:moveTo>
                    <a:pt x="3360" y="19733"/>
                  </a:moveTo>
                  <a:lnTo>
                    <a:pt x="4055" y="20428"/>
                  </a:lnTo>
                  <a:lnTo>
                    <a:pt x="3553" y="20660"/>
                  </a:lnTo>
                  <a:lnTo>
                    <a:pt x="3012" y="20969"/>
                  </a:lnTo>
                  <a:lnTo>
                    <a:pt x="3012" y="20969"/>
                  </a:lnTo>
                  <a:lnTo>
                    <a:pt x="3167" y="20351"/>
                  </a:lnTo>
                  <a:lnTo>
                    <a:pt x="3360" y="19733"/>
                  </a:lnTo>
                  <a:close/>
                  <a:moveTo>
                    <a:pt x="5677" y="20119"/>
                  </a:moveTo>
                  <a:lnTo>
                    <a:pt x="5986" y="20196"/>
                  </a:lnTo>
                  <a:lnTo>
                    <a:pt x="5715" y="20891"/>
                  </a:lnTo>
                  <a:lnTo>
                    <a:pt x="5368" y="21548"/>
                  </a:lnTo>
                  <a:lnTo>
                    <a:pt x="4673" y="20583"/>
                  </a:lnTo>
                  <a:lnTo>
                    <a:pt x="4634" y="20544"/>
                  </a:lnTo>
                  <a:lnTo>
                    <a:pt x="4673" y="20235"/>
                  </a:lnTo>
                  <a:lnTo>
                    <a:pt x="5020" y="20158"/>
                  </a:lnTo>
                  <a:lnTo>
                    <a:pt x="5329" y="20119"/>
                  </a:lnTo>
                  <a:close/>
                  <a:moveTo>
                    <a:pt x="7453" y="1"/>
                  </a:moveTo>
                  <a:lnTo>
                    <a:pt x="7067" y="39"/>
                  </a:lnTo>
                  <a:lnTo>
                    <a:pt x="6719" y="155"/>
                  </a:lnTo>
                  <a:lnTo>
                    <a:pt x="6333" y="271"/>
                  </a:lnTo>
                  <a:lnTo>
                    <a:pt x="5986" y="426"/>
                  </a:lnTo>
                  <a:lnTo>
                    <a:pt x="5638" y="580"/>
                  </a:lnTo>
                  <a:lnTo>
                    <a:pt x="5291" y="812"/>
                  </a:lnTo>
                  <a:lnTo>
                    <a:pt x="4943" y="1043"/>
                  </a:lnTo>
                  <a:lnTo>
                    <a:pt x="4634" y="1314"/>
                  </a:lnTo>
                  <a:lnTo>
                    <a:pt x="4364" y="1623"/>
                  </a:lnTo>
                  <a:lnTo>
                    <a:pt x="4094" y="1893"/>
                  </a:lnTo>
                  <a:lnTo>
                    <a:pt x="3823" y="2240"/>
                  </a:lnTo>
                  <a:lnTo>
                    <a:pt x="3592" y="2549"/>
                  </a:lnTo>
                  <a:lnTo>
                    <a:pt x="3399" y="2897"/>
                  </a:lnTo>
                  <a:lnTo>
                    <a:pt x="3205" y="3283"/>
                  </a:lnTo>
                  <a:lnTo>
                    <a:pt x="3051" y="3631"/>
                  </a:lnTo>
                  <a:lnTo>
                    <a:pt x="2897" y="4017"/>
                  </a:lnTo>
                  <a:lnTo>
                    <a:pt x="2781" y="4403"/>
                  </a:lnTo>
                  <a:lnTo>
                    <a:pt x="2703" y="4789"/>
                  </a:lnTo>
                  <a:lnTo>
                    <a:pt x="2626" y="5175"/>
                  </a:lnTo>
                  <a:lnTo>
                    <a:pt x="2588" y="5600"/>
                  </a:lnTo>
                  <a:lnTo>
                    <a:pt x="2549" y="5986"/>
                  </a:lnTo>
                  <a:lnTo>
                    <a:pt x="2549" y="6411"/>
                  </a:lnTo>
                  <a:lnTo>
                    <a:pt x="2549" y="6836"/>
                  </a:lnTo>
                  <a:lnTo>
                    <a:pt x="2665" y="7724"/>
                  </a:lnTo>
                  <a:lnTo>
                    <a:pt x="2742" y="8149"/>
                  </a:lnTo>
                  <a:lnTo>
                    <a:pt x="2858" y="8573"/>
                  </a:lnTo>
                  <a:lnTo>
                    <a:pt x="3012" y="8998"/>
                  </a:lnTo>
                  <a:lnTo>
                    <a:pt x="3167" y="9384"/>
                  </a:lnTo>
                  <a:lnTo>
                    <a:pt x="3321" y="9809"/>
                  </a:lnTo>
                  <a:lnTo>
                    <a:pt x="3553" y="10195"/>
                  </a:lnTo>
                  <a:lnTo>
                    <a:pt x="3746" y="10543"/>
                  </a:lnTo>
                  <a:lnTo>
                    <a:pt x="4016" y="10929"/>
                  </a:lnTo>
                  <a:lnTo>
                    <a:pt x="4287" y="11238"/>
                  </a:lnTo>
                  <a:lnTo>
                    <a:pt x="4596" y="11547"/>
                  </a:lnTo>
                  <a:lnTo>
                    <a:pt x="4905" y="11856"/>
                  </a:lnTo>
                  <a:lnTo>
                    <a:pt x="5252" y="12087"/>
                  </a:lnTo>
                  <a:lnTo>
                    <a:pt x="4557" y="12473"/>
                  </a:lnTo>
                  <a:lnTo>
                    <a:pt x="4480" y="12551"/>
                  </a:lnTo>
                  <a:lnTo>
                    <a:pt x="4441" y="12666"/>
                  </a:lnTo>
                  <a:lnTo>
                    <a:pt x="4480" y="12782"/>
                  </a:lnTo>
                  <a:lnTo>
                    <a:pt x="4596" y="12860"/>
                  </a:lnTo>
                  <a:lnTo>
                    <a:pt x="5020" y="13014"/>
                  </a:lnTo>
                  <a:lnTo>
                    <a:pt x="4673" y="13168"/>
                  </a:lnTo>
                  <a:lnTo>
                    <a:pt x="4403" y="13362"/>
                  </a:lnTo>
                  <a:lnTo>
                    <a:pt x="4094" y="13555"/>
                  </a:lnTo>
                  <a:lnTo>
                    <a:pt x="3862" y="13786"/>
                  </a:lnTo>
                  <a:lnTo>
                    <a:pt x="3823" y="13477"/>
                  </a:lnTo>
                  <a:lnTo>
                    <a:pt x="3746" y="13168"/>
                  </a:lnTo>
                  <a:lnTo>
                    <a:pt x="3630" y="12860"/>
                  </a:lnTo>
                  <a:lnTo>
                    <a:pt x="3514" y="12551"/>
                  </a:lnTo>
                  <a:lnTo>
                    <a:pt x="3476" y="12473"/>
                  </a:lnTo>
                  <a:lnTo>
                    <a:pt x="3360" y="12435"/>
                  </a:lnTo>
                  <a:lnTo>
                    <a:pt x="3283" y="12473"/>
                  </a:lnTo>
                  <a:lnTo>
                    <a:pt x="3205" y="12512"/>
                  </a:lnTo>
                  <a:lnTo>
                    <a:pt x="2665" y="13168"/>
                  </a:lnTo>
                  <a:lnTo>
                    <a:pt x="2086" y="13748"/>
                  </a:lnTo>
                  <a:lnTo>
                    <a:pt x="2047" y="13825"/>
                  </a:lnTo>
                  <a:lnTo>
                    <a:pt x="2008" y="13902"/>
                  </a:lnTo>
                  <a:lnTo>
                    <a:pt x="2047" y="13979"/>
                  </a:lnTo>
                  <a:lnTo>
                    <a:pt x="2086" y="14057"/>
                  </a:lnTo>
                  <a:lnTo>
                    <a:pt x="2395" y="14211"/>
                  </a:lnTo>
                  <a:lnTo>
                    <a:pt x="2742" y="14288"/>
                  </a:lnTo>
                  <a:lnTo>
                    <a:pt x="3051" y="14366"/>
                  </a:lnTo>
                  <a:lnTo>
                    <a:pt x="3399" y="14366"/>
                  </a:lnTo>
                  <a:lnTo>
                    <a:pt x="3244" y="14636"/>
                  </a:lnTo>
                  <a:lnTo>
                    <a:pt x="3128" y="14945"/>
                  </a:lnTo>
                  <a:lnTo>
                    <a:pt x="3090" y="15176"/>
                  </a:lnTo>
                  <a:lnTo>
                    <a:pt x="3051" y="15408"/>
                  </a:lnTo>
                  <a:lnTo>
                    <a:pt x="3051" y="15872"/>
                  </a:lnTo>
                  <a:lnTo>
                    <a:pt x="3128" y="16296"/>
                  </a:lnTo>
                  <a:lnTo>
                    <a:pt x="3244" y="16760"/>
                  </a:lnTo>
                  <a:lnTo>
                    <a:pt x="2781" y="16567"/>
                  </a:lnTo>
                  <a:lnTo>
                    <a:pt x="2279" y="16412"/>
                  </a:lnTo>
                  <a:lnTo>
                    <a:pt x="2201" y="16412"/>
                  </a:lnTo>
                  <a:lnTo>
                    <a:pt x="2124" y="16451"/>
                  </a:lnTo>
                  <a:lnTo>
                    <a:pt x="2047" y="16528"/>
                  </a:lnTo>
                  <a:lnTo>
                    <a:pt x="2047" y="16644"/>
                  </a:lnTo>
                  <a:lnTo>
                    <a:pt x="2163" y="17107"/>
                  </a:lnTo>
                  <a:lnTo>
                    <a:pt x="2279" y="17532"/>
                  </a:lnTo>
                  <a:lnTo>
                    <a:pt x="2472" y="17957"/>
                  </a:lnTo>
                  <a:lnTo>
                    <a:pt x="2703" y="18381"/>
                  </a:lnTo>
                  <a:lnTo>
                    <a:pt x="2781" y="18459"/>
                  </a:lnTo>
                  <a:lnTo>
                    <a:pt x="2858" y="18497"/>
                  </a:lnTo>
                  <a:lnTo>
                    <a:pt x="2935" y="18459"/>
                  </a:lnTo>
                  <a:lnTo>
                    <a:pt x="3012" y="18381"/>
                  </a:lnTo>
                  <a:lnTo>
                    <a:pt x="3321" y="18034"/>
                  </a:lnTo>
                  <a:lnTo>
                    <a:pt x="3514" y="17802"/>
                  </a:lnTo>
                  <a:lnTo>
                    <a:pt x="3630" y="17609"/>
                  </a:lnTo>
                  <a:lnTo>
                    <a:pt x="3707" y="17764"/>
                  </a:lnTo>
                  <a:lnTo>
                    <a:pt x="3978" y="18343"/>
                  </a:lnTo>
                  <a:lnTo>
                    <a:pt x="4132" y="18961"/>
                  </a:lnTo>
                  <a:lnTo>
                    <a:pt x="4248" y="19540"/>
                  </a:lnTo>
                  <a:lnTo>
                    <a:pt x="4248" y="20158"/>
                  </a:lnTo>
                  <a:lnTo>
                    <a:pt x="3437" y="19308"/>
                  </a:lnTo>
                  <a:lnTo>
                    <a:pt x="3399" y="19270"/>
                  </a:lnTo>
                  <a:lnTo>
                    <a:pt x="3205" y="19270"/>
                  </a:lnTo>
                  <a:lnTo>
                    <a:pt x="3167" y="19347"/>
                  </a:lnTo>
                  <a:lnTo>
                    <a:pt x="2974" y="19810"/>
                  </a:lnTo>
                  <a:lnTo>
                    <a:pt x="2781" y="20274"/>
                  </a:lnTo>
                  <a:lnTo>
                    <a:pt x="2665" y="20776"/>
                  </a:lnTo>
                  <a:lnTo>
                    <a:pt x="2626" y="21316"/>
                  </a:lnTo>
                  <a:lnTo>
                    <a:pt x="2626" y="21393"/>
                  </a:lnTo>
                  <a:lnTo>
                    <a:pt x="2703" y="21471"/>
                  </a:lnTo>
                  <a:lnTo>
                    <a:pt x="2781" y="21509"/>
                  </a:lnTo>
                  <a:lnTo>
                    <a:pt x="2897" y="21471"/>
                  </a:lnTo>
                  <a:lnTo>
                    <a:pt x="3514" y="21162"/>
                  </a:lnTo>
                  <a:lnTo>
                    <a:pt x="4171" y="20776"/>
                  </a:lnTo>
                  <a:lnTo>
                    <a:pt x="4171" y="20776"/>
                  </a:lnTo>
                  <a:lnTo>
                    <a:pt x="4055" y="21162"/>
                  </a:lnTo>
                  <a:lnTo>
                    <a:pt x="3901" y="21548"/>
                  </a:lnTo>
                  <a:lnTo>
                    <a:pt x="3669" y="22050"/>
                  </a:lnTo>
                  <a:lnTo>
                    <a:pt x="3321" y="22552"/>
                  </a:lnTo>
                  <a:lnTo>
                    <a:pt x="2897" y="23015"/>
                  </a:lnTo>
                  <a:lnTo>
                    <a:pt x="2626" y="23247"/>
                  </a:lnTo>
                  <a:lnTo>
                    <a:pt x="2395" y="23401"/>
                  </a:lnTo>
                  <a:lnTo>
                    <a:pt x="2124" y="23594"/>
                  </a:lnTo>
                  <a:lnTo>
                    <a:pt x="1854" y="23710"/>
                  </a:lnTo>
                  <a:lnTo>
                    <a:pt x="1584" y="23788"/>
                  </a:lnTo>
                  <a:lnTo>
                    <a:pt x="1313" y="23788"/>
                  </a:lnTo>
                  <a:lnTo>
                    <a:pt x="1082" y="23749"/>
                  </a:lnTo>
                  <a:lnTo>
                    <a:pt x="811" y="23672"/>
                  </a:lnTo>
                  <a:lnTo>
                    <a:pt x="541" y="23517"/>
                  </a:lnTo>
                  <a:lnTo>
                    <a:pt x="309" y="23286"/>
                  </a:lnTo>
                  <a:lnTo>
                    <a:pt x="232" y="23247"/>
                  </a:lnTo>
                  <a:lnTo>
                    <a:pt x="78" y="23247"/>
                  </a:lnTo>
                  <a:lnTo>
                    <a:pt x="39" y="23363"/>
                  </a:lnTo>
                  <a:lnTo>
                    <a:pt x="0" y="23401"/>
                  </a:lnTo>
                  <a:lnTo>
                    <a:pt x="39" y="23479"/>
                  </a:lnTo>
                  <a:lnTo>
                    <a:pt x="155" y="23633"/>
                  </a:lnTo>
                  <a:lnTo>
                    <a:pt x="271" y="23788"/>
                  </a:lnTo>
                  <a:lnTo>
                    <a:pt x="387" y="23903"/>
                  </a:lnTo>
                  <a:lnTo>
                    <a:pt x="541" y="24019"/>
                  </a:lnTo>
                  <a:lnTo>
                    <a:pt x="695" y="24096"/>
                  </a:lnTo>
                  <a:lnTo>
                    <a:pt x="889" y="24135"/>
                  </a:lnTo>
                  <a:lnTo>
                    <a:pt x="1236" y="24212"/>
                  </a:lnTo>
                  <a:lnTo>
                    <a:pt x="1584" y="24174"/>
                  </a:lnTo>
                  <a:lnTo>
                    <a:pt x="1970" y="24096"/>
                  </a:lnTo>
                  <a:lnTo>
                    <a:pt x="2317" y="23942"/>
                  </a:lnTo>
                  <a:lnTo>
                    <a:pt x="2665" y="23749"/>
                  </a:lnTo>
                  <a:lnTo>
                    <a:pt x="3012" y="23479"/>
                  </a:lnTo>
                  <a:lnTo>
                    <a:pt x="3321" y="23208"/>
                  </a:lnTo>
                  <a:lnTo>
                    <a:pt x="3630" y="22861"/>
                  </a:lnTo>
                  <a:lnTo>
                    <a:pt x="3901" y="22513"/>
                  </a:lnTo>
                  <a:lnTo>
                    <a:pt x="4132" y="22127"/>
                  </a:lnTo>
                  <a:lnTo>
                    <a:pt x="4325" y="21702"/>
                  </a:lnTo>
                  <a:lnTo>
                    <a:pt x="4480" y="21316"/>
                  </a:lnTo>
                  <a:lnTo>
                    <a:pt x="4596" y="20853"/>
                  </a:lnTo>
                  <a:lnTo>
                    <a:pt x="5213" y="21973"/>
                  </a:lnTo>
                  <a:lnTo>
                    <a:pt x="5291" y="22050"/>
                  </a:lnTo>
                  <a:lnTo>
                    <a:pt x="5368" y="22088"/>
                  </a:lnTo>
                  <a:lnTo>
                    <a:pt x="5445" y="22050"/>
                  </a:lnTo>
                  <a:lnTo>
                    <a:pt x="5522" y="22011"/>
                  </a:lnTo>
                  <a:lnTo>
                    <a:pt x="5793" y="21548"/>
                  </a:lnTo>
                  <a:lnTo>
                    <a:pt x="6024" y="21084"/>
                  </a:lnTo>
                  <a:lnTo>
                    <a:pt x="6410" y="20119"/>
                  </a:lnTo>
                  <a:lnTo>
                    <a:pt x="6410" y="20042"/>
                  </a:lnTo>
                  <a:lnTo>
                    <a:pt x="6410" y="19965"/>
                  </a:lnTo>
                  <a:lnTo>
                    <a:pt x="6372" y="19926"/>
                  </a:lnTo>
                  <a:lnTo>
                    <a:pt x="6295" y="19887"/>
                  </a:lnTo>
                  <a:lnTo>
                    <a:pt x="5908" y="19772"/>
                  </a:lnTo>
                  <a:lnTo>
                    <a:pt x="5484" y="19733"/>
                  </a:lnTo>
                  <a:lnTo>
                    <a:pt x="5098" y="19733"/>
                  </a:lnTo>
                  <a:lnTo>
                    <a:pt x="4673" y="19849"/>
                  </a:lnTo>
                  <a:lnTo>
                    <a:pt x="4634" y="19231"/>
                  </a:lnTo>
                  <a:lnTo>
                    <a:pt x="4518" y="18652"/>
                  </a:lnTo>
                  <a:lnTo>
                    <a:pt x="4287" y="18034"/>
                  </a:lnTo>
                  <a:lnTo>
                    <a:pt x="4055" y="17455"/>
                  </a:lnTo>
                  <a:lnTo>
                    <a:pt x="4518" y="17532"/>
                  </a:lnTo>
                  <a:lnTo>
                    <a:pt x="4982" y="17609"/>
                  </a:lnTo>
                  <a:lnTo>
                    <a:pt x="5059" y="17609"/>
                  </a:lnTo>
                  <a:lnTo>
                    <a:pt x="5098" y="17532"/>
                  </a:lnTo>
                  <a:lnTo>
                    <a:pt x="5136" y="17493"/>
                  </a:lnTo>
                  <a:lnTo>
                    <a:pt x="5136" y="17377"/>
                  </a:lnTo>
                  <a:lnTo>
                    <a:pt x="5098" y="17030"/>
                  </a:lnTo>
                  <a:lnTo>
                    <a:pt x="4982" y="16644"/>
                  </a:lnTo>
                  <a:lnTo>
                    <a:pt x="4827" y="16296"/>
                  </a:lnTo>
                  <a:lnTo>
                    <a:pt x="4673" y="15987"/>
                  </a:lnTo>
                  <a:lnTo>
                    <a:pt x="4596" y="15910"/>
                  </a:lnTo>
                  <a:lnTo>
                    <a:pt x="4634" y="15910"/>
                  </a:lnTo>
                  <a:lnTo>
                    <a:pt x="5600" y="14481"/>
                  </a:lnTo>
                  <a:lnTo>
                    <a:pt x="5638" y="14366"/>
                  </a:lnTo>
                  <a:lnTo>
                    <a:pt x="5600" y="14288"/>
                  </a:lnTo>
                  <a:lnTo>
                    <a:pt x="5561" y="14211"/>
                  </a:lnTo>
                  <a:lnTo>
                    <a:pt x="5445" y="14172"/>
                  </a:lnTo>
                  <a:lnTo>
                    <a:pt x="4209" y="13979"/>
                  </a:lnTo>
                  <a:lnTo>
                    <a:pt x="4480" y="13748"/>
                  </a:lnTo>
                  <a:lnTo>
                    <a:pt x="4789" y="13555"/>
                  </a:lnTo>
                  <a:lnTo>
                    <a:pt x="5098" y="13362"/>
                  </a:lnTo>
                  <a:lnTo>
                    <a:pt x="5406" y="13168"/>
                  </a:lnTo>
                  <a:lnTo>
                    <a:pt x="6024" y="13400"/>
                  </a:lnTo>
                  <a:lnTo>
                    <a:pt x="6140" y="13439"/>
                  </a:lnTo>
                  <a:lnTo>
                    <a:pt x="6217" y="13362"/>
                  </a:lnTo>
                  <a:lnTo>
                    <a:pt x="6256" y="13284"/>
                  </a:lnTo>
                  <a:lnTo>
                    <a:pt x="6295" y="13168"/>
                  </a:lnTo>
                  <a:lnTo>
                    <a:pt x="6179" y="12705"/>
                  </a:lnTo>
                  <a:lnTo>
                    <a:pt x="6063" y="12242"/>
                  </a:lnTo>
                  <a:lnTo>
                    <a:pt x="6912" y="11933"/>
                  </a:lnTo>
                  <a:lnTo>
                    <a:pt x="7723" y="11585"/>
                  </a:lnTo>
                  <a:lnTo>
                    <a:pt x="8534" y="11122"/>
                  </a:lnTo>
                  <a:lnTo>
                    <a:pt x="9268" y="10620"/>
                  </a:lnTo>
                  <a:lnTo>
                    <a:pt x="9963" y="10079"/>
                  </a:lnTo>
                  <a:lnTo>
                    <a:pt x="10311" y="9770"/>
                  </a:lnTo>
                  <a:lnTo>
                    <a:pt x="10620" y="9423"/>
                  </a:lnTo>
                  <a:lnTo>
                    <a:pt x="10890" y="9075"/>
                  </a:lnTo>
                  <a:lnTo>
                    <a:pt x="11160" y="8728"/>
                  </a:lnTo>
                  <a:lnTo>
                    <a:pt x="11392" y="8342"/>
                  </a:lnTo>
                  <a:lnTo>
                    <a:pt x="11623" y="7955"/>
                  </a:lnTo>
                  <a:lnTo>
                    <a:pt x="11817" y="7569"/>
                  </a:lnTo>
                  <a:lnTo>
                    <a:pt x="11971" y="7183"/>
                  </a:lnTo>
                  <a:lnTo>
                    <a:pt x="12125" y="6758"/>
                  </a:lnTo>
                  <a:lnTo>
                    <a:pt x="12241" y="6334"/>
                  </a:lnTo>
                  <a:lnTo>
                    <a:pt x="12319" y="5948"/>
                  </a:lnTo>
                  <a:lnTo>
                    <a:pt x="12357" y="5523"/>
                  </a:lnTo>
                  <a:lnTo>
                    <a:pt x="12396" y="5098"/>
                  </a:lnTo>
                  <a:lnTo>
                    <a:pt x="12396" y="4673"/>
                  </a:lnTo>
                  <a:lnTo>
                    <a:pt x="12357" y="4248"/>
                  </a:lnTo>
                  <a:lnTo>
                    <a:pt x="12280" y="3824"/>
                  </a:lnTo>
                  <a:lnTo>
                    <a:pt x="12203" y="3438"/>
                  </a:lnTo>
                  <a:lnTo>
                    <a:pt x="12048" y="3051"/>
                  </a:lnTo>
                  <a:lnTo>
                    <a:pt x="11894" y="2665"/>
                  </a:lnTo>
                  <a:lnTo>
                    <a:pt x="11701" y="2279"/>
                  </a:lnTo>
                  <a:lnTo>
                    <a:pt x="11469" y="1893"/>
                  </a:lnTo>
                  <a:lnTo>
                    <a:pt x="11160" y="1545"/>
                  </a:lnTo>
                  <a:lnTo>
                    <a:pt x="10890" y="1275"/>
                  </a:lnTo>
                  <a:lnTo>
                    <a:pt x="10620" y="1005"/>
                  </a:lnTo>
                  <a:lnTo>
                    <a:pt x="10311" y="773"/>
                  </a:lnTo>
                  <a:lnTo>
                    <a:pt x="9963" y="580"/>
                  </a:lnTo>
                  <a:lnTo>
                    <a:pt x="9654" y="387"/>
                  </a:lnTo>
                  <a:lnTo>
                    <a:pt x="9307" y="233"/>
                  </a:lnTo>
                  <a:lnTo>
                    <a:pt x="8920" y="117"/>
                  </a:lnTo>
                  <a:lnTo>
                    <a:pt x="8573" y="39"/>
                  </a:lnTo>
                  <a:lnTo>
                    <a:pt x="81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5"/>
            <p:cNvSpPr/>
            <p:nvPr/>
          </p:nvSpPr>
          <p:spPr>
            <a:xfrm>
              <a:off x="1307750" y="4498125"/>
              <a:ext cx="103325" cy="105250"/>
            </a:xfrm>
            <a:custGeom>
              <a:avLst/>
              <a:gdLst/>
              <a:ahLst/>
              <a:cxnLst/>
              <a:rect l="l" t="t" r="r" b="b"/>
              <a:pathLst>
                <a:path w="4133" h="4210" extrusionOk="0">
                  <a:moveTo>
                    <a:pt x="2317" y="348"/>
                  </a:moveTo>
                  <a:lnTo>
                    <a:pt x="2665" y="425"/>
                  </a:lnTo>
                  <a:lnTo>
                    <a:pt x="2819" y="502"/>
                  </a:lnTo>
                  <a:lnTo>
                    <a:pt x="2974" y="618"/>
                  </a:lnTo>
                  <a:lnTo>
                    <a:pt x="3128" y="734"/>
                  </a:lnTo>
                  <a:lnTo>
                    <a:pt x="3244" y="850"/>
                  </a:lnTo>
                  <a:lnTo>
                    <a:pt x="3360" y="1043"/>
                  </a:lnTo>
                  <a:lnTo>
                    <a:pt x="3476" y="1197"/>
                  </a:lnTo>
                  <a:lnTo>
                    <a:pt x="3514" y="1236"/>
                  </a:lnTo>
                  <a:lnTo>
                    <a:pt x="3630" y="1545"/>
                  </a:lnTo>
                  <a:lnTo>
                    <a:pt x="3707" y="1815"/>
                  </a:lnTo>
                  <a:lnTo>
                    <a:pt x="3746" y="2086"/>
                  </a:lnTo>
                  <a:lnTo>
                    <a:pt x="3746" y="2356"/>
                  </a:lnTo>
                  <a:lnTo>
                    <a:pt x="3707" y="2626"/>
                  </a:lnTo>
                  <a:lnTo>
                    <a:pt x="3630" y="2896"/>
                  </a:lnTo>
                  <a:lnTo>
                    <a:pt x="3514" y="3128"/>
                  </a:lnTo>
                  <a:lnTo>
                    <a:pt x="3283" y="3398"/>
                  </a:lnTo>
                  <a:lnTo>
                    <a:pt x="3012" y="3591"/>
                  </a:lnTo>
                  <a:lnTo>
                    <a:pt x="2703" y="3746"/>
                  </a:lnTo>
                  <a:lnTo>
                    <a:pt x="2356" y="3823"/>
                  </a:lnTo>
                  <a:lnTo>
                    <a:pt x="2008" y="3862"/>
                  </a:lnTo>
                  <a:lnTo>
                    <a:pt x="1661" y="3785"/>
                  </a:lnTo>
                  <a:lnTo>
                    <a:pt x="1313" y="3669"/>
                  </a:lnTo>
                  <a:lnTo>
                    <a:pt x="1004" y="3476"/>
                  </a:lnTo>
                  <a:lnTo>
                    <a:pt x="734" y="3244"/>
                  </a:lnTo>
                  <a:lnTo>
                    <a:pt x="579" y="2935"/>
                  </a:lnTo>
                  <a:lnTo>
                    <a:pt x="425" y="2665"/>
                  </a:lnTo>
                  <a:lnTo>
                    <a:pt x="386" y="2317"/>
                  </a:lnTo>
                  <a:lnTo>
                    <a:pt x="348" y="2008"/>
                  </a:lnTo>
                  <a:lnTo>
                    <a:pt x="386" y="1661"/>
                  </a:lnTo>
                  <a:lnTo>
                    <a:pt x="502" y="1352"/>
                  </a:lnTo>
                  <a:lnTo>
                    <a:pt x="657" y="1043"/>
                  </a:lnTo>
                  <a:lnTo>
                    <a:pt x="888" y="811"/>
                  </a:lnTo>
                  <a:lnTo>
                    <a:pt x="1197" y="580"/>
                  </a:lnTo>
                  <a:lnTo>
                    <a:pt x="1545" y="425"/>
                  </a:lnTo>
                  <a:lnTo>
                    <a:pt x="1931" y="348"/>
                  </a:lnTo>
                  <a:close/>
                  <a:moveTo>
                    <a:pt x="2201" y="0"/>
                  </a:moveTo>
                  <a:lnTo>
                    <a:pt x="1815" y="39"/>
                  </a:lnTo>
                  <a:lnTo>
                    <a:pt x="1468" y="116"/>
                  </a:lnTo>
                  <a:lnTo>
                    <a:pt x="1120" y="232"/>
                  </a:lnTo>
                  <a:lnTo>
                    <a:pt x="927" y="348"/>
                  </a:lnTo>
                  <a:lnTo>
                    <a:pt x="773" y="464"/>
                  </a:lnTo>
                  <a:lnTo>
                    <a:pt x="579" y="618"/>
                  </a:lnTo>
                  <a:lnTo>
                    <a:pt x="464" y="773"/>
                  </a:lnTo>
                  <a:lnTo>
                    <a:pt x="232" y="1159"/>
                  </a:lnTo>
                  <a:lnTo>
                    <a:pt x="78" y="1545"/>
                  </a:lnTo>
                  <a:lnTo>
                    <a:pt x="0" y="1970"/>
                  </a:lnTo>
                  <a:lnTo>
                    <a:pt x="0" y="2394"/>
                  </a:lnTo>
                  <a:lnTo>
                    <a:pt x="116" y="2858"/>
                  </a:lnTo>
                  <a:lnTo>
                    <a:pt x="193" y="3051"/>
                  </a:lnTo>
                  <a:lnTo>
                    <a:pt x="309" y="3244"/>
                  </a:lnTo>
                  <a:lnTo>
                    <a:pt x="579" y="3553"/>
                  </a:lnTo>
                  <a:lnTo>
                    <a:pt x="888" y="3823"/>
                  </a:lnTo>
                  <a:lnTo>
                    <a:pt x="1236" y="4016"/>
                  </a:lnTo>
                  <a:lnTo>
                    <a:pt x="1622" y="4171"/>
                  </a:lnTo>
                  <a:lnTo>
                    <a:pt x="2047" y="4209"/>
                  </a:lnTo>
                  <a:lnTo>
                    <a:pt x="2472" y="4209"/>
                  </a:lnTo>
                  <a:lnTo>
                    <a:pt x="2858" y="4093"/>
                  </a:lnTo>
                  <a:lnTo>
                    <a:pt x="3244" y="3939"/>
                  </a:lnTo>
                  <a:lnTo>
                    <a:pt x="3398" y="3823"/>
                  </a:lnTo>
                  <a:lnTo>
                    <a:pt x="3553" y="3669"/>
                  </a:lnTo>
                  <a:lnTo>
                    <a:pt x="3707" y="3514"/>
                  </a:lnTo>
                  <a:lnTo>
                    <a:pt x="3823" y="3321"/>
                  </a:lnTo>
                  <a:lnTo>
                    <a:pt x="4016" y="2935"/>
                  </a:lnTo>
                  <a:lnTo>
                    <a:pt x="4132" y="2510"/>
                  </a:lnTo>
                  <a:lnTo>
                    <a:pt x="4132" y="2047"/>
                  </a:lnTo>
                  <a:lnTo>
                    <a:pt x="4132" y="1854"/>
                  </a:lnTo>
                  <a:lnTo>
                    <a:pt x="4055" y="1622"/>
                  </a:lnTo>
                  <a:lnTo>
                    <a:pt x="4016" y="1429"/>
                  </a:lnTo>
                  <a:lnTo>
                    <a:pt x="3900" y="1236"/>
                  </a:lnTo>
                  <a:lnTo>
                    <a:pt x="3785" y="1082"/>
                  </a:lnTo>
                  <a:lnTo>
                    <a:pt x="3630" y="927"/>
                  </a:lnTo>
                  <a:lnTo>
                    <a:pt x="3591" y="888"/>
                  </a:lnTo>
                  <a:lnTo>
                    <a:pt x="3553" y="734"/>
                  </a:lnTo>
                  <a:lnTo>
                    <a:pt x="3437" y="580"/>
                  </a:lnTo>
                  <a:lnTo>
                    <a:pt x="3360" y="425"/>
                  </a:lnTo>
                  <a:lnTo>
                    <a:pt x="3244" y="348"/>
                  </a:lnTo>
                  <a:lnTo>
                    <a:pt x="3089" y="232"/>
                  </a:lnTo>
                  <a:lnTo>
                    <a:pt x="2935" y="155"/>
                  </a:lnTo>
                  <a:lnTo>
                    <a:pt x="2587" y="39"/>
                  </a:lnTo>
                  <a:lnTo>
                    <a:pt x="220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5"/>
            <p:cNvSpPr/>
            <p:nvPr/>
          </p:nvSpPr>
          <p:spPr>
            <a:xfrm>
              <a:off x="1058675" y="4315675"/>
              <a:ext cx="594700" cy="534825"/>
            </a:xfrm>
            <a:custGeom>
              <a:avLst/>
              <a:gdLst/>
              <a:ahLst/>
              <a:cxnLst/>
              <a:rect l="l" t="t" r="r" b="b"/>
              <a:pathLst>
                <a:path w="23788" h="21393" extrusionOk="0">
                  <a:moveTo>
                    <a:pt x="23478" y="270"/>
                  </a:moveTo>
                  <a:lnTo>
                    <a:pt x="23401" y="386"/>
                  </a:lnTo>
                  <a:lnTo>
                    <a:pt x="22590" y="1815"/>
                  </a:lnTo>
                  <a:lnTo>
                    <a:pt x="21741" y="3205"/>
                  </a:lnTo>
                  <a:lnTo>
                    <a:pt x="20853" y="4595"/>
                  </a:lnTo>
                  <a:lnTo>
                    <a:pt x="19926" y="5985"/>
                  </a:lnTo>
                  <a:lnTo>
                    <a:pt x="19269" y="5754"/>
                  </a:lnTo>
                  <a:lnTo>
                    <a:pt x="18999" y="5638"/>
                  </a:lnTo>
                  <a:lnTo>
                    <a:pt x="18690" y="5483"/>
                  </a:lnTo>
                  <a:lnTo>
                    <a:pt x="18420" y="5290"/>
                  </a:lnTo>
                  <a:lnTo>
                    <a:pt x="18150" y="5059"/>
                  </a:lnTo>
                  <a:lnTo>
                    <a:pt x="17918" y="4827"/>
                  </a:lnTo>
                  <a:lnTo>
                    <a:pt x="17686" y="4557"/>
                  </a:lnTo>
                  <a:lnTo>
                    <a:pt x="17493" y="4286"/>
                  </a:lnTo>
                  <a:lnTo>
                    <a:pt x="17339" y="3977"/>
                  </a:lnTo>
                  <a:lnTo>
                    <a:pt x="17030" y="3360"/>
                  </a:lnTo>
                  <a:lnTo>
                    <a:pt x="16798" y="2742"/>
                  </a:lnTo>
                  <a:lnTo>
                    <a:pt x="16605" y="2085"/>
                  </a:lnTo>
                  <a:lnTo>
                    <a:pt x="17416" y="1776"/>
                  </a:lnTo>
                  <a:lnTo>
                    <a:pt x="18265" y="1467"/>
                  </a:lnTo>
                  <a:lnTo>
                    <a:pt x="19115" y="1197"/>
                  </a:lnTo>
                  <a:lnTo>
                    <a:pt x="19965" y="965"/>
                  </a:lnTo>
                  <a:lnTo>
                    <a:pt x="20853" y="772"/>
                  </a:lnTo>
                  <a:lnTo>
                    <a:pt x="21702" y="579"/>
                  </a:lnTo>
                  <a:lnTo>
                    <a:pt x="22590" y="425"/>
                  </a:lnTo>
                  <a:lnTo>
                    <a:pt x="23478" y="270"/>
                  </a:lnTo>
                  <a:close/>
                  <a:moveTo>
                    <a:pt x="4866" y="7607"/>
                  </a:moveTo>
                  <a:lnTo>
                    <a:pt x="6256" y="7646"/>
                  </a:lnTo>
                  <a:lnTo>
                    <a:pt x="7608" y="7723"/>
                  </a:lnTo>
                  <a:lnTo>
                    <a:pt x="7222" y="8186"/>
                  </a:lnTo>
                  <a:lnTo>
                    <a:pt x="6835" y="8650"/>
                  </a:lnTo>
                  <a:lnTo>
                    <a:pt x="6488" y="9190"/>
                  </a:lnTo>
                  <a:lnTo>
                    <a:pt x="6140" y="9692"/>
                  </a:lnTo>
                  <a:lnTo>
                    <a:pt x="5909" y="10233"/>
                  </a:lnTo>
                  <a:lnTo>
                    <a:pt x="5870" y="10272"/>
                  </a:lnTo>
                  <a:lnTo>
                    <a:pt x="5214" y="10774"/>
                  </a:lnTo>
                  <a:lnTo>
                    <a:pt x="4557" y="11314"/>
                  </a:lnTo>
                  <a:lnTo>
                    <a:pt x="4326" y="11546"/>
                  </a:lnTo>
                  <a:lnTo>
                    <a:pt x="4094" y="11816"/>
                  </a:lnTo>
                  <a:lnTo>
                    <a:pt x="3824" y="12048"/>
                  </a:lnTo>
                  <a:lnTo>
                    <a:pt x="3708" y="12125"/>
                  </a:lnTo>
                  <a:lnTo>
                    <a:pt x="3553" y="12164"/>
                  </a:lnTo>
                  <a:lnTo>
                    <a:pt x="3399" y="12202"/>
                  </a:lnTo>
                  <a:lnTo>
                    <a:pt x="3206" y="12164"/>
                  </a:lnTo>
                  <a:lnTo>
                    <a:pt x="2742" y="12087"/>
                  </a:lnTo>
                  <a:lnTo>
                    <a:pt x="1970" y="11855"/>
                  </a:lnTo>
                  <a:lnTo>
                    <a:pt x="387" y="11507"/>
                  </a:lnTo>
                  <a:lnTo>
                    <a:pt x="1005" y="11083"/>
                  </a:lnTo>
                  <a:lnTo>
                    <a:pt x="1584" y="10658"/>
                  </a:lnTo>
                  <a:lnTo>
                    <a:pt x="2163" y="10156"/>
                  </a:lnTo>
                  <a:lnTo>
                    <a:pt x="2704" y="9654"/>
                  </a:lnTo>
                  <a:lnTo>
                    <a:pt x="3553" y="8804"/>
                  </a:lnTo>
                  <a:lnTo>
                    <a:pt x="4055" y="8186"/>
                  </a:lnTo>
                  <a:lnTo>
                    <a:pt x="4326" y="7916"/>
                  </a:lnTo>
                  <a:lnTo>
                    <a:pt x="4634" y="7684"/>
                  </a:lnTo>
                  <a:lnTo>
                    <a:pt x="4789" y="7684"/>
                  </a:lnTo>
                  <a:lnTo>
                    <a:pt x="4827" y="7646"/>
                  </a:lnTo>
                  <a:lnTo>
                    <a:pt x="4866" y="7607"/>
                  </a:lnTo>
                  <a:close/>
                  <a:moveTo>
                    <a:pt x="16296" y="2201"/>
                  </a:moveTo>
                  <a:lnTo>
                    <a:pt x="16489" y="2858"/>
                  </a:lnTo>
                  <a:lnTo>
                    <a:pt x="16721" y="3553"/>
                  </a:lnTo>
                  <a:lnTo>
                    <a:pt x="17030" y="4209"/>
                  </a:lnTo>
                  <a:lnTo>
                    <a:pt x="17223" y="4518"/>
                  </a:lnTo>
                  <a:lnTo>
                    <a:pt x="17455" y="4827"/>
                  </a:lnTo>
                  <a:lnTo>
                    <a:pt x="17648" y="5136"/>
                  </a:lnTo>
                  <a:lnTo>
                    <a:pt x="17879" y="5368"/>
                  </a:lnTo>
                  <a:lnTo>
                    <a:pt x="18150" y="5599"/>
                  </a:lnTo>
                  <a:lnTo>
                    <a:pt x="18420" y="5831"/>
                  </a:lnTo>
                  <a:lnTo>
                    <a:pt x="18729" y="5985"/>
                  </a:lnTo>
                  <a:lnTo>
                    <a:pt x="19038" y="6140"/>
                  </a:lnTo>
                  <a:lnTo>
                    <a:pt x="19385" y="6217"/>
                  </a:lnTo>
                  <a:lnTo>
                    <a:pt x="19771" y="6256"/>
                  </a:lnTo>
                  <a:lnTo>
                    <a:pt x="18922" y="7453"/>
                  </a:lnTo>
                  <a:lnTo>
                    <a:pt x="18034" y="8611"/>
                  </a:lnTo>
                  <a:lnTo>
                    <a:pt x="17223" y="9615"/>
                  </a:lnTo>
                  <a:lnTo>
                    <a:pt x="16373" y="10581"/>
                  </a:lnTo>
                  <a:lnTo>
                    <a:pt x="15524" y="11507"/>
                  </a:lnTo>
                  <a:lnTo>
                    <a:pt x="14597" y="12395"/>
                  </a:lnTo>
                  <a:lnTo>
                    <a:pt x="13670" y="13284"/>
                  </a:lnTo>
                  <a:lnTo>
                    <a:pt x="13168" y="13747"/>
                  </a:lnTo>
                  <a:lnTo>
                    <a:pt x="12628" y="14172"/>
                  </a:lnTo>
                  <a:lnTo>
                    <a:pt x="12126" y="14558"/>
                  </a:lnTo>
                  <a:lnTo>
                    <a:pt x="11546" y="14905"/>
                  </a:lnTo>
                  <a:lnTo>
                    <a:pt x="10967" y="15214"/>
                  </a:lnTo>
                  <a:lnTo>
                    <a:pt x="10388" y="15446"/>
                  </a:lnTo>
                  <a:lnTo>
                    <a:pt x="9809" y="15600"/>
                  </a:lnTo>
                  <a:lnTo>
                    <a:pt x="9191" y="15678"/>
                  </a:lnTo>
                  <a:lnTo>
                    <a:pt x="8612" y="15678"/>
                  </a:lnTo>
                  <a:lnTo>
                    <a:pt x="8341" y="15639"/>
                  </a:lnTo>
                  <a:lnTo>
                    <a:pt x="8033" y="15562"/>
                  </a:lnTo>
                  <a:lnTo>
                    <a:pt x="7762" y="15446"/>
                  </a:lnTo>
                  <a:lnTo>
                    <a:pt x="7531" y="15330"/>
                  </a:lnTo>
                  <a:lnTo>
                    <a:pt x="7260" y="15214"/>
                  </a:lnTo>
                  <a:lnTo>
                    <a:pt x="7029" y="15021"/>
                  </a:lnTo>
                  <a:lnTo>
                    <a:pt x="6835" y="14828"/>
                  </a:lnTo>
                  <a:lnTo>
                    <a:pt x="6642" y="14597"/>
                  </a:lnTo>
                  <a:lnTo>
                    <a:pt x="6449" y="14365"/>
                  </a:lnTo>
                  <a:lnTo>
                    <a:pt x="6295" y="14095"/>
                  </a:lnTo>
                  <a:lnTo>
                    <a:pt x="6063" y="13554"/>
                  </a:lnTo>
                  <a:lnTo>
                    <a:pt x="5909" y="13013"/>
                  </a:lnTo>
                  <a:lnTo>
                    <a:pt x="5870" y="12434"/>
                  </a:lnTo>
                  <a:lnTo>
                    <a:pt x="5870" y="11855"/>
                  </a:lnTo>
                  <a:lnTo>
                    <a:pt x="5986" y="11314"/>
                  </a:lnTo>
                  <a:lnTo>
                    <a:pt x="6140" y="10735"/>
                  </a:lnTo>
                  <a:lnTo>
                    <a:pt x="6333" y="10194"/>
                  </a:lnTo>
                  <a:lnTo>
                    <a:pt x="6604" y="9692"/>
                  </a:lnTo>
                  <a:lnTo>
                    <a:pt x="6913" y="9229"/>
                  </a:lnTo>
                  <a:lnTo>
                    <a:pt x="7222" y="8766"/>
                  </a:lnTo>
                  <a:lnTo>
                    <a:pt x="7569" y="8302"/>
                  </a:lnTo>
                  <a:lnTo>
                    <a:pt x="7955" y="7878"/>
                  </a:lnTo>
                  <a:lnTo>
                    <a:pt x="8766" y="7067"/>
                  </a:lnTo>
                  <a:lnTo>
                    <a:pt x="9616" y="6333"/>
                  </a:lnTo>
                  <a:lnTo>
                    <a:pt x="10542" y="5561"/>
                  </a:lnTo>
                  <a:lnTo>
                    <a:pt x="11508" y="4866"/>
                  </a:lnTo>
                  <a:lnTo>
                    <a:pt x="12473" y="4209"/>
                  </a:lnTo>
                  <a:lnTo>
                    <a:pt x="13516" y="3591"/>
                  </a:lnTo>
                  <a:lnTo>
                    <a:pt x="14211" y="3205"/>
                  </a:lnTo>
                  <a:lnTo>
                    <a:pt x="14906" y="2858"/>
                  </a:lnTo>
                  <a:lnTo>
                    <a:pt x="15601" y="2510"/>
                  </a:lnTo>
                  <a:lnTo>
                    <a:pt x="16296" y="2201"/>
                  </a:lnTo>
                  <a:close/>
                  <a:moveTo>
                    <a:pt x="5638" y="13361"/>
                  </a:moveTo>
                  <a:lnTo>
                    <a:pt x="5754" y="13747"/>
                  </a:lnTo>
                  <a:lnTo>
                    <a:pt x="5870" y="14133"/>
                  </a:lnTo>
                  <a:lnTo>
                    <a:pt x="6063" y="14519"/>
                  </a:lnTo>
                  <a:lnTo>
                    <a:pt x="6295" y="14828"/>
                  </a:lnTo>
                  <a:lnTo>
                    <a:pt x="6565" y="15137"/>
                  </a:lnTo>
                  <a:lnTo>
                    <a:pt x="6874" y="15407"/>
                  </a:lnTo>
                  <a:lnTo>
                    <a:pt x="7222" y="15639"/>
                  </a:lnTo>
                  <a:lnTo>
                    <a:pt x="7608" y="15832"/>
                  </a:lnTo>
                  <a:lnTo>
                    <a:pt x="7415" y="16141"/>
                  </a:lnTo>
                  <a:lnTo>
                    <a:pt x="7260" y="16489"/>
                  </a:lnTo>
                  <a:lnTo>
                    <a:pt x="6797" y="16296"/>
                  </a:lnTo>
                  <a:lnTo>
                    <a:pt x="6411" y="16025"/>
                  </a:lnTo>
                  <a:lnTo>
                    <a:pt x="6025" y="15716"/>
                  </a:lnTo>
                  <a:lnTo>
                    <a:pt x="5716" y="15369"/>
                  </a:lnTo>
                  <a:lnTo>
                    <a:pt x="5484" y="14983"/>
                  </a:lnTo>
                  <a:lnTo>
                    <a:pt x="5252" y="14558"/>
                  </a:lnTo>
                  <a:lnTo>
                    <a:pt x="5098" y="14133"/>
                  </a:lnTo>
                  <a:lnTo>
                    <a:pt x="5021" y="13631"/>
                  </a:lnTo>
                  <a:lnTo>
                    <a:pt x="4982" y="13593"/>
                  </a:lnTo>
                  <a:lnTo>
                    <a:pt x="5638" y="13361"/>
                  </a:lnTo>
                  <a:close/>
                  <a:moveTo>
                    <a:pt x="4827" y="13670"/>
                  </a:moveTo>
                  <a:lnTo>
                    <a:pt x="4866" y="14210"/>
                  </a:lnTo>
                  <a:lnTo>
                    <a:pt x="4982" y="14712"/>
                  </a:lnTo>
                  <a:lnTo>
                    <a:pt x="5214" y="15176"/>
                  </a:lnTo>
                  <a:lnTo>
                    <a:pt x="5484" y="15600"/>
                  </a:lnTo>
                  <a:lnTo>
                    <a:pt x="5831" y="15948"/>
                  </a:lnTo>
                  <a:lnTo>
                    <a:pt x="6218" y="16296"/>
                  </a:lnTo>
                  <a:lnTo>
                    <a:pt x="6642" y="16566"/>
                  </a:lnTo>
                  <a:lnTo>
                    <a:pt x="7106" y="16759"/>
                  </a:lnTo>
                  <a:lnTo>
                    <a:pt x="6951" y="17300"/>
                  </a:lnTo>
                  <a:lnTo>
                    <a:pt x="6411" y="17029"/>
                  </a:lnTo>
                  <a:lnTo>
                    <a:pt x="5909" y="16720"/>
                  </a:lnTo>
                  <a:lnTo>
                    <a:pt x="5484" y="16373"/>
                  </a:lnTo>
                  <a:lnTo>
                    <a:pt x="5098" y="15987"/>
                  </a:lnTo>
                  <a:lnTo>
                    <a:pt x="4789" y="15562"/>
                  </a:lnTo>
                  <a:lnTo>
                    <a:pt x="4480" y="15060"/>
                  </a:lnTo>
                  <a:lnTo>
                    <a:pt x="4248" y="14558"/>
                  </a:lnTo>
                  <a:lnTo>
                    <a:pt x="4055" y="13979"/>
                  </a:lnTo>
                  <a:lnTo>
                    <a:pt x="4248" y="13940"/>
                  </a:lnTo>
                  <a:lnTo>
                    <a:pt x="4441" y="13863"/>
                  </a:lnTo>
                  <a:lnTo>
                    <a:pt x="4827" y="13670"/>
                  </a:lnTo>
                  <a:close/>
                  <a:moveTo>
                    <a:pt x="4441" y="15871"/>
                  </a:moveTo>
                  <a:lnTo>
                    <a:pt x="4673" y="16180"/>
                  </a:lnTo>
                  <a:lnTo>
                    <a:pt x="4905" y="16450"/>
                  </a:lnTo>
                  <a:lnTo>
                    <a:pt x="5175" y="16682"/>
                  </a:lnTo>
                  <a:lnTo>
                    <a:pt x="5445" y="16913"/>
                  </a:lnTo>
                  <a:lnTo>
                    <a:pt x="5291" y="17029"/>
                  </a:lnTo>
                  <a:lnTo>
                    <a:pt x="5214" y="17222"/>
                  </a:lnTo>
                  <a:lnTo>
                    <a:pt x="5098" y="17068"/>
                  </a:lnTo>
                  <a:lnTo>
                    <a:pt x="5059" y="16991"/>
                  </a:lnTo>
                  <a:lnTo>
                    <a:pt x="4982" y="16952"/>
                  </a:lnTo>
                  <a:lnTo>
                    <a:pt x="4905" y="16952"/>
                  </a:lnTo>
                  <a:lnTo>
                    <a:pt x="4827" y="16991"/>
                  </a:lnTo>
                  <a:lnTo>
                    <a:pt x="4519" y="17415"/>
                  </a:lnTo>
                  <a:lnTo>
                    <a:pt x="4210" y="17840"/>
                  </a:lnTo>
                  <a:lnTo>
                    <a:pt x="3862" y="18226"/>
                  </a:lnTo>
                  <a:lnTo>
                    <a:pt x="3476" y="18574"/>
                  </a:lnTo>
                  <a:lnTo>
                    <a:pt x="3090" y="18921"/>
                  </a:lnTo>
                  <a:lnTo>
                    <a:pt x="2665" y="19230"/>
                  </a:lnTo>
                  <a:lnTo>
                    <a:pt x="2240" y="19501"/>
                  </a:lnTo>
                  <a:lnTo>
                    <a:pt x="1777" y="19771"/>
                  </a:lnTo>
                  <a:lnTo>
                    <a:pt x="1777" y="19771"/>
                  </a:lnTo>
                  <a:lnTo>
                    <a:pt x="1816" y="19346"/>
                  </a:lnTo>
                  <a:lnTo>
                    <a:pt x="1854" y="18921"/>
                  </a:lnTo>
                  <a:lnTo>
                    <a:pt x="2009" y="18535"/>
                  </a:lnTo>
                  <a:lnTo>
                    <a:pt x="2163" y="18188"/>
                  </a:lnTo>
                  <a:lnTo>
                    <a:pt x="2395" y="17840"/>
                  </a:lnTo>
                  <a:lnTo>
                    <a:pt x="2665" y="17531"/>
                  </a:lnTo>
                  <a:lnTo>
                    <a:pt x="2974" y="17222"/>
                  </a:lnTo>
                  <a:lnTo>
                    <a:pt x="3360" y="16913"/>
                  </a:lnTo>
                  <a:lnTo>
                    <a:pt x="3669" y="16720"/>
                  </a:lnTo>
                  <a:lnTo>
                    <a:pt x="3939" y="16489"/>
                  </a:lnTo>
                  <a:lnTo>
                    <a:pt x="4017" y="16334"/>
                  </a:lnTo>
                  <a:lnTo>
                    <a:pt x="4094" y="16218"/>
                  </a:lnTo>
                  <a:lnTo>
                    <a:pt x="4094" y="16064"/>
                  </a:lnTo>
                  <a:lnTo>
                    <a:pt x="4055" y="15871"/>
                  </a:lnTo>
                  <a:close/>
                  <a:moveTo>
                    <a:pt x="13439" y="13979"/>
                  </a:moveTo>
                  <a:lnTo>
                    <a:pt x="13400" y="14674"/>
                  </a:lnTo>
                  <a:lnTo>
                    <a:pt x="13400" y="15369"/>
                  </a:lnTo>
                  <a:lnTo>
                    <a:pt x="13477" y="16025"/>
                  </a:lnTo>
                  <a:lnTo>
                    <a:pt x="13632" y="16682"/>
                  </a:lnTo>
                  <a:lnTo>
                    <a:pt x="12396" y="17454"/>
                  </a:lnTo>
                  <a:lnTo>
                    <a:pt x="11160" y="18304"/>
                  </a:lnTo>
                  <a:lnTo>
                    <a:pt x="8805" y="20041"/>
                  </a:lnTo>
                  <a:lnTo>
                    <a:pt x="8766" y="19037"/>
                  </a:lnTo>
                  <a:lnTo>
                    <a:pt x="8689" y="18033"/>
                  </a:lnTo>
                  <a:lnTo>
                    <a:pt x="8650" y="17724"/>
                  </a:lnTo>
                  <a:lnTo>
                    <a:pt x="8689" y="17493"/>
                  </a:lnTo>
                  <a:lnTo>
                    <a:pt x="8728" y="17377"/>
                  </a:lnTo>
                  <a:lnTo>
                    <a:pt x="8805" y="17261"/>
                  </a:lnTo>
                  <a:lnTo>
                    <a:pt x="9037" y="17068"/>
                  </a:lnTo>
                  <a:lnTo>
                    <a:pt x="9654" y="16604"/>
                  </a:lnTo>
                  <a:lnTo>
                    <a:pt x="10195" y="16141"/>
                  </a:lnTo>
                  <a:lnTo>
                    <a:pt x="10234" y="16064"/>
                  </a:lnTo>
                  <a:lnTo>
                    <a:pt x="10272" y="16025"/>
                  </a:lnTo>
                  <a:lnTo>
                    <a:pt x="10234" y="15909"/>
                  </a:lnTo>
                  <a:lnTo>
                    <a:pt x="10774" y="15716"/>
                  </a:lnTo>
                  <a:lnTo>
                    <a:pt x="11276" y="15485"/>
                  </a:lnTo>
                  <a:lnTo>
                    <a:pt x="11740" y="15214"/>
                  </a:lnTo>
                  <a:lnTo>
                    <a:pt x="12203" y="14905"/>
                  </a:lnTo>
                  <a:lnTo>
                    <a:pt x="12821" y="14481"/>
                  </a:lnTo>
                  <a:lnTo>
                    <a:pt x="13439" y="13979"/>
                  </a:lnTo>
                  <a:close/>
                  <a:moveTo>
                    <a:pt x="3978" y="14944"/>
                  </a:moveTo>
                  <a:lnTo>
                    <a:pt x="4132" y="15330"/>
                  </a:lnTo>
                  <a:lnTo>
                    <a:pt x="4326" y="15678"/>
                  </a:lnTo>
                  <a:lnTo>
                    <a:pt x="3862" y="15678"/>
                  </a:lnTo>
                  <a:lnTo>
                    <a:pt x="3785" y="15716"/>
                  </a:lnTo>
                  <a:lnTo>
                    <a:pt x="3746" y="15755"/>
                  </a:lnTo>
                  <a:lnTo>
                    <a:pt x="3746" y="15832"/>
                  </a:lnTo>
                  <a:lnTo>
                    <a:pt x="3785" y="15871"/>
                  </a:lnTo>
                  <a:lnTo>
                    <a:pt x="3785" y="15948"/>
                  </a:lnTo>
                  <a:lnTo>
                    <a:pt x="3785" y="16064"/>
                  </a:lnTo>
                  <a:lnTo>
                    <a:pt x="3669" y="16257"/>
                  </a:lnTo>
                  <a:lnTo>
                    <a:pt x="3476" y="16489"/>
                  </a:lnTo>
                  <a:lnTo>
                    <a:pt x="3206" y="16720"/>
                  </a:lnTo>
                  <a:lnTo>
                    <a:pt x="2665" y="17145"/>
                  </a:lnTo>
                  <a:lnTo>
                    <a:pt x="2318" y="17415"/>
                  </a:lnTo>
                  <a:lnTo>
                    <a:pt x="2009" y="17802"/>
                  </a:lnTo>
                  <a:lnTo>
                    <a:pt x="1777" y="18188"/>
                  </a:lnTo>
                  <a:lnTo>
                    <a:pt x="1584" y="18651"/>
                  </a:lnTo>
                  <a:lnTo>
                    <a:pt x="1507" y="19114"/>
                  </a:lnTo>
                  <a:lnTo>
                    <a:pt x="1468" y="19346"/>
                  </a:lnTo>
                  <a:lnTo>
                    <a:pt x="1468" y="19578"/>
                  </a:lnTo>
                  <a:lnTo>
                    <a:pt x="1507" y="19848"/>
                  </a:lnTo>
                  <a:lnTo>
                    <a:pt x="1545" y="20080"/>
                  </a:lnTo>
                  <a:lnTo>
                    <a:pt x="1622" y="20118"/>
                  </a:lnTo>
                  <a:lnTo>
                    <a:pt x="1738" y="20118"/>
                  </a:lnTo>
                  <a:lnTo>
                    <a:pt x="1777" y="20041"/>
                  </a:lnTo>
                  <a:lnTo>
                    <a:pt x="2279" y="19809"/>
                  </a:lnTo>
                  <a:lnTo>
                    <a:pt x="2742" y="19578"/>
                  </a:lnTo>
                  <a:lnTo>
                    <a:pt x="3167" y="19269"/>
                  </a:lnTo>
                  <a:lnTo>
                    <a:pt x="3553" y="18960"/>
                  </a:lnTo>
                  <a:lnTo>
                    <a:pt x="3939" y="18612"/>
                  </a:lnTo>
                  <a:lnTo>
                    <a:pt x="4287" y="18226"/>
                  </a:lnTo>
                  <a:lnTo>
                    <a:pt x="4634" y="17802"/>
                  </a:lnTo>
                  <a:lnTo>
                    <a:pt x="4943" y="17377"/>
                  </a:lnTo>
                  <a:lnTo>
                    <a:pt x="5059" y="17531"/>
                  </a:lnTo>
                  <a:lnTo>
                    <a:pt x="5175" y="17647"/>
                  </a:lnTo>
                  <a:lnTo>
                    <a:pt x="5291" y="17647"/>
                  </a:lnTo>
                  <a:lnTo>
                    <a:pt x="5368" y="17608"/>
                  </a:lnTo>
                  <a:lnTo>
                    <a:pt x="5368" y="17531"/>
                  </a:lnTo>
                  <a:lnTo>
                    <a:pt x="5638" y="17068"/>
                  </a:lnTo>
                  <a:lnTo>
                    <a:pt x="6025" y="17300"/>
                  </a:lnTo>
                  <a:lnTo>
                    <a:pt x="5986" y="17802"/>
                  </a:lnTo>
                  <a:lnTo>
                    <a:pt x="5870" y="18304"/>
                  </a:lnTo>
                  <a:lnTo>
                    <a:pt x="5754" y="18806"/>
                  </a:lnTo>
                  <a:lnTo>
                    <a:pt x="5561" y="19308"/>
                  </a:lnTo>
                  <a:lnTo>
                    <a:pt x="5445" y="19076"/>
                  </a:lnTo>
                  <a:lnTo>
                    <a:pt x="5407" y="18844"/>
                  </a:lnTo>
                  <a:lnTo>
                    <a:pt x="5368" y="18574"/>
                  </a:lnTo>
                  <a:lnTo>
                    <a:pt x="5407" y="18304"/>
                  </a:lnTo>
                  <a:lnTo>
                    <a:pt x="5445" y="18226"/>
                  </a:lnTo>
                  <a:lnTo>
                    <a:pt x="5407" y="18188"/>
                  </a:lnTo>
                  <a:lnTo>
                    <a:pt x="5329" y="18110"/>
                  </a:lnTo>
                  <a:lnTo>
                    <a:pt x="5252" y="18072"/>
                  </a:lnTo>
                  <a:lnTo>
                    <a:pt x="5214" y="18110"/>
                  </a:lnTo>
                  <a:lnTo>
                    <a:pt x="5136" y="18110"/>
                  </a:lnTo>
                  <a:lnTo>
                    <a:pt x="5098" y="18188"/>
                  </a:lnTo>
                  <a:lnTo>
                    <a:pt x="4827" y="18767"/>
                  </a:lnTo>
                  <a:lnTo>
                    <a:pt x="4519" y="19308"/>
                  </a:lnTo>
                  <a:lnTo>
                    <a:pt x="4326" y="19539"/>
                  </a:lnTo>
                  <a:lnTo>
                    <a:pt x="4094" y="19771"/>
                  </a:lnTo>
                  <a:lnTo>
                    <a:pt x="3862" y="19964"/>
                  </a:lnTo>
                  <a:lnTo>
                    <a:pt x="3592" y="20196"/>
                  </a:lnTo>
                  <a:lnTo>
                    <a:pt x="3090" y="20505"/>
                  </a:lnTo>
                  <a:lnTo>
                    <a:pt x="2820" y="20659"/>
                  </a:lnTo>
                  <a:lnTo>
                    <a:pt x="2511" y="20775"/>
                  </a:lnTo>
                  <a:lnTo>
                    <a:pt x="2202" y="20891"/>
                  </a:lnTo>
                  <a:lnTo>
                    <a:pt x="1893" y="20968"/>
                  </a:lnTo>
                  <a:lnTo>
                    <a:pt x="1584" y="21007"/>
                  </a:lnTo>
                  <a:lnTo>
                    <a:pt x="1275" y="20968"/>
                  </a:lnTo>
                  <a:lnTo>
                    <a:pt x="1043" y="20929"/>
                  </a:lnTo>
                  <a:lnTo>
                    <a:pt x="889" y="20813"/>
                  </a:lnTo>
                  <a:lnTo>
                    <a:pt x="773" y="20698"/>
                  </a:lnTo>
                  <a:lnTo>
                    <a:pt x="734" y="20543"/>
                  </a:lnTo>
                  <a:lnTo>
                    <a:pt x="696" y="20350"/>
                  </a:lnTo>
                  <a:lnTo>
                    <a:pt x="696" y="20157"/>
                  </a:lnTo>
                  <a:lnTo>
                    <a:pt x="734" y="19732"/>
                  </a:lnTo>
                  <a:lnTo>
                    <a:pt x="812" y="19037"/>
                  </a:lnTo>
                  <a:lnTo>
                    <a:pt x="889" y="18690"/>
                  </a:lnTo>
                  <a:lnTo>
                    <a:pt x="1005" y="18342"/>
                  </a:lnTo>
                  <a:lnTo>
                    <a:pt x="1159" y="17956"/>
                  </a:lnTo>
                  <a:lnTo>
                    <a:pt x="1352" y="17608"/>
                  </a:lnTo>
                  <a:lnTo>
                    <a:pt x="1584" y="17261"/>
                  </a:lnTo>
                  <a:lnTo>
                    <a:pt x="1854" y="16952"/>
                  </a:lnTo>
                  <a:lnTo>
                    <a:pt x="2124" y="16682"/>
                  </a:lnTo>
                  <a:lnTo>
                    <a:pt x="2433" y="16411"/>
                  </a:lnTo>
                  <a:lnTo>
                    <a:pt x="2781" y="16180"/>
                  </a:lnTo>
                  <a:lnTo>
                    <a:pt x="3167" y="16025"/>
                  </a:lnTo>
                  <a:lnTo>
                    <a:pt x="3244" y="15948"/>
                  </a:lnTo>
                  <a:lnTo>
                    <a:pt x="3244" y="15871"/>
                  </a:lnTo>
                  <a:lnTo>
                    <a:pt x="3206" y="15794"/>
                  </a:lnTo>
                  <a:lnTo>
                    <a:pt x="3167" y="15716"/>
                  </a:lnTo>
                  <a:lnTo>
                    <a:pt x="2433" y="15369"/>
                  </a:lnTo>
                  <a:lnTo>
                    <a:pt x="2781" y="15176"/>
                  </a:lnTo>
                  <a:lnTo>
                    <a:pt x="3167" y="15021"/>
                  </a:lnTo>
                  <a:lnTo>
                    <a:pt x="3553" y="14983"/>
                  </a:lnTo>
                  <a:lnTo>
                    <a:pt x="3978" y="14944"/>
                  </a:lnTo>
                  <a:close/>
                  <a:moveTo>
                    <a:pt x="23478" y="0"/>
                  </a:moveTo>
                  <a:lnTo>
                    <a:pt x="22204" y="155"/>
                  </a:lnTo>
                  <a:lnTo>
                    <a:pt x="20891" y="386"/>
                  </a:lnTo>
                  <a:lnTo>
                    <a:pt x="19617" y="657"/>
                  </a:lnTo>
                  <a:lnTo>
                    <a:pt x="18381" y="1043"/>
                  </a:lnTo>
                  <a:lnTo>
                    <a:pt x="17146" y="1467"/>
                  </a:lnTo>
                  <a:lnTo>
                    <a:pt x="15949" y="1969"/>
                  </a:lnTo>
                  <a:lnTo>
                    <a:pt x="14752" y="2510"/>
                  </a:lnTo>
                  <a:lnTo>
                    <a:pt x="13593" y="3128"/>
                  </a:lnTo>
                  <a:lnTo>
                    <a:pt x="12473" y="3784"/>
                  </a:lnTo>
                  <a:lnTo>
                    <a:pt x="11353" y="4518"/>
                  </a:lnTo>
                  <a:lnTo>
                    <a:pt x="10311" y="5290"/>
                  </a:lnTo>
                  <a:lnTo>
                    <a:pt x="9307" y="6140"/>
                  </a:lnTo>
                  <a:lnTo>
                    <a:pt x="8535" y="6796"/>
                  </a:lnTo>
                  <a:lnTo>
                    <a:pt x="7801" y="7491"/>
                  </a:lnTo>
                  <a:lnTo>
                    <a:pt x="7029" y="7337"/>
                  </a:lnTo>
                  <a:lnTo>
                    <a:pt x="6218" y="7221"/>
                  </a:lnTo>
                  <a:lnTo>
                    <a:pt x="5407" y="7182"/>
                  </a:lnTo>
                  <a:lnTo>
                    <a:pt x="4557" y="7221"/>
                  </a:lnTo>
                  <a:lnTo>
                    <a:pt x="4519" y="7221"/>
                  </a:lnTo>
                  <a:lnTo>
                    <a:pt x="4441" y="7260"/>
                  </a:lnTo>
                  <a:lnTo>
                    <a:pt x="4403" y="7414"/>
                  </a:lnTo>
                  <a:lnTo>
                    <a:pt x="4171" y="7530"/>
                  </a:lnTo>
                  <a:lnTo>
                    <a:pt x="3939" y="7723"/>
                  </a:lnTo>
                  <a:lnTo>
                    <a:pt x="3708" y="7916"/>
                  </a:lnTo>
                  <a:lnTo>
                    <a:pt x="3515" y="8148"/>
                  </a:lnTo>
                  <a:lnTo>
                    <a:pt x="3128" y="8611"/>
                  </a:lnTo>
                  <a:lnTo>
                    <a:pt x="2742" y="9036"/>
                  </a:lnTo>
                  <a:lnTo>
                    <a:pt x="2124" y="9654"/>
                  </a:lnTo>
                  <a:lnTo>
                    <a:pt x="1468" y="10194"/>
                  </a:lnTo>
                  <a:lnTo>
                    <a:pt x="773" y="10774"/>
                  </a:lnTo>
                  <a:lnTo>
                    <a:pt x="78" y="11276"/>
                  </a:lnTo>
                  <a:lnTo>
                    <a:pt x="1" y="11353"/>
                  </a:lnTo>
                  <a:lnTo>
                    <a:pt x="1" y="11430"/>
                  </a:lnTo>
                  <a:lnTo>
                    <a:pt x="1" y="11507"/>
                  </a:lnTo>
                  <a:lnTo>
                    <a:pt x="39" y="11546"/>
                  </a:lnTo>
                  <a:lnTo>
                    <a:pt x="39" y="11623"/>
                  </a:lnTo>
                  <a:lnTo>
                    <a:pt x="39" y="11700"/>
                  </a:lnTo>
                  <a:lnTo>
                    <a:pt x="78" y="11739"/>
                  </a:lnTo>
                  <a:lnTo>
                    <a:pt x="116" y="11778"/>
                  </a:lnTo>
                  <a:lnTo>
                    <a:pt x="1005" y="12048"/>
                  </a:lnTo>
                  <a:lnTo>
                    <a:pt x="1893" y="12280"/>
                  </a:lnTo>
                  <a:lnTo>
                    <a:pt x="3669" y="12666"/>
                  </a:lnTo>
                  <a:lnTo>
                    <a:pt x="3785" y="12666"/>
                  </a:lnTo>
                  <a:lnTo>
                    <a:pt x="3862" y="12589"/>
                  </a:lnTo>
                  <a:lnTo>
                    <a:pt x="4750" y="11700"/>
                  </a:lnTo>
                  <a:lnTo>
                    <a:pt x="5716" y="10851"/>
                  </a:lnTo>
                  <a:lnTo>
                    <a:pt x="5600" y="11391"/>
                  </a:lnTo>
                  <a:lnTo>
                    <a:pt x="5523" y="11971"/>
                  </a:lnTo>
                  <a:lnTo>
                    <a:pt x="5523" y="12550"/>
                  </a:lnTo>
                  <a:lnTo>
                    <a:pt x="5600" y="13091"/>
                  </a:lnTo>
                  <a:lnTo>
                    <a:pt x="5136" y="13168"/>
                  </a:lnTo>
                  <a:lnTo>
                    <a:pt x="4712" y="13284"/>
                  </a:lnTo>
                  <a:lnTo>
                    <a:pt x="4248" y="13477"/>
                  </a:lnTo>
                  <a:lnTo>
                    <a:pt x="4017" y="13593"/>
                  </a:lnTo>
                  <a:lnTo>
                    <a:pt x="3862" y="13747"/>
                  </a:lnTo>
                  <a:lnTo>
                    <a:pt x="3824" y="13824"/>
                  </a:lnTo>
                  <a:lnTo>
                    <a:pt x="3862" y="13901"/>
                  </a:lnTo>
                  <a:lnTo>
                    <a:pt x="3824" y="13940"/>
                  </a:lnTo>
                  <a:lnTo>
                    <a:pt x="3785" y="14017"/>
                  </a:lnTo>
                  <a:lnTo>
                    <a:pt x="3824" y="14403"/>
                  </a:lnTo>
                  <a:lnTo>
                    <a:pt x="3901" y="14751"/>
                  </a:lnTo>
                  <a:lnTo>
                    <a:pt x="3669" y="14712"/>
                  </a:lnTo>
                  <a:lnTo>
                    <a:pt x="3399" y="14712"/>
                  </a:lnTo>
                  <a:lnTo>
                    <a:pt x="3167" y="14751"/>
                  </a:lnTo>
                  <a:lnTo>
                    <a:pt x="2935" y="14790"/>
                  </a:lnTo>
                  <a:lnTo>
                    <a:pt x="2665" y="14867"/>
                  </a:lnTo>
                  <a:lnTo>
                    <a:pt x="2433" y="14983"/>
                  </a:lnTo>
                  <a:lnTo>
                    <a:pt x="2240" y="15098"/>
                  </a:lnTo>
                  <a:lnTo>
                    <a:pt x="2009" y="15253"/>
                  </a:lnTo>
                  <a:lnTo>
                    <a:pt x="1931" y="15330"/>
                  </a:lnTo>
                  <a:lnTo>
                    <a:pt x="1931" y="15407"/>
                  </a:lnTo>
                  <a:lnTo>
                    <a:pt x="1970" y="15485"/>
                  </a:lnTo>
                  <a:lnTo>
                    <a:pt x="2047" y="15523"/>
                  </a:lnTo>
                  <a:lnTo>
                    <a:pt x="2704" y="15871"/>
                  </a:lnTo>
                  <a:lnTo>
                    <a:pt x="2356" y="16064"/>
                  </a:lnTo>
                  <a:lnTo>
                    <a:pt x="2047" y="16334"/>
                  </a:lnTo>
                  <a:lnTo>
                    <a:pt x="1738" y="16604"/>
                  </a:lnTo>
                  <a:lnTo>
                    <a:pt x="1468" y="16875"/>
                  </a:lnTo>
                  <a:lnTo>
                    <a:pt x="1198" y="17222"/>
                  </a:lnTo>
                  <a:lnTo>
                    <a:pt x="1005" y="17570"/>
                  </a:lnTo>
                  <a:lnTo>
                    <a:pt x="812" y="17956"/>
                  </a:lnTo>
                  <a:lnTo>
                    <a:pt x="657" y="18342"/>
                  </a:lnTo>
                  <a:lnTo>
                    <a:pt x="464" y="18960"/>
                  </a:lnTo>
                  <a:lnTo>
                    <a:pt x="387" y="19385"/>
                  </a:lnTo>
                  <a:lnTo>
                    <a:pt x="310" y="19809"/>
                  </a:lnTo>
                  <a:lnTo>
                    <a:pt x="271" y="20234"/>
                  </a:lnTo>
                  <a:lnTo>
                    <a:pt x="310" y="20659"/>
                  </a:lnTo>
                  <a:lnTo>
                    <a:pt x="348" y="20813"/>
                  </a:lnTo>
                  <a:lnTo>
                    <a:pt x="425" y="20968"/>
                  </a:lnTo>
                  <a:lnTo>
                    <a:pt x="503" y="21084"/>
                  </a:lnTo>
                  <a:lnTo>
                    <a:pt x="618" y="21200"/>
                  </a:lnTo>
                  <a:lnTo>
                    <a:pt x="773" y="21277"/>
                  </a:lnTo>
                  <a:lnTo>
                    <a:pt x="927" y="21315"/>
                  </a:lnTo>
                  <a:lnTo>
                    <a:pt x="1275" y="21393"/>
                  </a:lnTo>
                  <a:lnTo>
                    <a:pt x="1661" y="21354"/>
                  </a:lnTo>
                  <a:lnTo>
                    <a:pt x="2047" y="21277"/>
                  </a:lnTo>
                  <a:lnTo>
                    <a:pt x="2433" y="21161"/>
                  </a:lnTo>
                  <a:lnTo>
                    <a:pt x="2820" y="21007"/>
                  </a:lnTo>
                  <a:lnTo>
                    <a:pt x="3437" y="20698"/>
                  </a:lnTo>
                  <a:lnTo>
                    <a:pt x="3901" y="20389"/>
                  </a:lnTo>
                  <a:lnTo>
                    <a:pt x="4364" y="20003"/>
                  </a:lnTo>
                  <a:lnTo>
                    <a:pt x="4750" y="19539"/>
                  </a:lnTo>
                  <a:lnTo>
                    <a:pt x="5098" y="19037"/>
                  </a:lnTo>
                  <a:lnTo>
                    <a:pt x="5136" y="19230"/>
                  </a:lnTo>
                  <a:lnTo>
                    <a:pt x="5214" y="19423"/>
                  </a:lnTo>
                  <a:lnTo>
                    <a:pt x="5329" y="19578"/>
                  </a:lnTo>
                  <a:lnTo>
                    <a:pt x="5484" y="19771"/>
                  </a:lnTo>
                  <a:lnTo>
                    <a:pt x="5561" y="19809"/>
                  </a:lnTo>
                  <a:lnTo>
                    <a:pt x="5638" y="19809"/>
                  </a:lnTo>
                  <a:lnTo>
                    <a:pt x="5716" y="19771"/>
                  </a:lnTo>
                  <a:lnTo>
                    <a:pt x="5793" y="19694"/>
                  </a:lnTo>
                  <a:lnTo>
                    <a:pt x="5986" y="19153"/>
                  </a:lnTo>
                  <a:lnTo>
                    <a:pt x="6179" y="18612"/>
                  </a:lnTo>
                  <a:lnTo>
                    <a:pt x="6295" y="18033"/>
                  </a:lnTo>
                  <a:lnTo>
                    <a:pt x="6372" y="17454"/>
                  </a:lnTo>
                  <a:lnTo>
                    <a:pt x="6913" y="17608"/>
                  </a:lnTo>
                  <a:lnTo>
                    <a:pt x="7183" y="17608"/>
                  </a:lnTo>
                  <a:lnTo>
                    <a:pt x="7183" y="17531"/>
                  </a:lnTo>
                  <a:lnTo>
                    <a:pt x="7531" y="16720"/>
                  </a:lnTo>
                  <a:lnTo>
                    <a:pt x="7724" y="16334"/>
                  </a:lnTo>
                  <a:lnTo>
                    <a:pt x="7955" y="15948"/>
                  </a:lnTo>
                  <a:lnTo>
                    <a:pt x="8110" y="15987"/>
                  </a:lnTo>
                  <a:lnTo>
                    <a:pt x="8535" y="16064"/>
                  </a:lnTo>
                  <a:lnTo>
                    <a:pt x="8921" y="16102"/>
                  </a:lnTo>
                  <a:lnTo>
                    <a:pt x="9307" y="16064"/>
                  </a:lnTo>
                  <a:lnTo>
                    <a:pt x="9693" y="16025"/>
                  </a:lnTo>
                  <a:lnTo>
                    <a:pt x="9693" y="16025"/>
                  </a:lnTo>
                  <a:lnTo>
                    <a:pt x="8998" y="16604"/>
                  </a:lnTo>
                  <a:lnTo>
                    <a:pt x="8226" y="17106"/>
                  </a:lnTo>
                  <a:lnTo>
                    <a:pt x="8148" y="17222"/>
                  </a:lnTo>
                  <a:lnTo>
                    <a:pt x="8148" y="17300"/>
                  </a:lnTo>
                  <a:lnTo>
                    <a:pt x="8264" y="18110"/>
                  </a:lnTo>
                  <a:lnTo>
                    <a:pt x="8341" y="18883"/>
                  </a:lnTo>
                  <a:lnTo>
                    <a:pt x="8380" y="19655"/>
                  </a:lnTo>
                  <a:lnTo>
                    <a:pt x="8380" y="20427"/>
                  </a:lnTo>
                  <a:lnTo>
                    <a:pt x="8419" y="20543"/>
                  </a:lnTo>
                  <a:lnTo>
                    <a:pt x="8496" y="20620"/>
                  </a:lnTo>
                  <a:lnTo>
                    <a:pt x="8612" y="20659"/>
                  </a:lnTo>
                  <a:lnTo>
                    <a:pt x="8728" y="20620"/>
                  </a:lnTo>
                  <a:lnTo>
                    <a:pt x="11392" y="18806"/>
                  </a:lnTo>
                  <a:lnTo>
                    <a:pt x="12705" y="17840"/>
                  </a:lnTo>
                  <a:lnTo>
                    <a:pt x="13323" y="17338"/>
                  </a:lnTo>
                  <a:lnTo>
                    <a:pt x="13941" y="16836"/>
                  </a:lnTo>
                  <a:lnTo>
                    <a:pt x="13979" y="16759"/>
                  </a:lnTo>
                  <a:lnTo>
                    <a:pt x="13979" y="16682"/>
                  </a:lnTo>
                  <a:lnTo>
                    <a:pt x="13979" y="16643"/>
                  </a:lnTo>
                  <a:lnTo>
                    <a:pt x="13941" y="16257"/>
                  </a:lnTo>
                  <a:lnTo>
                    <a:pt x="13902" y="15871"/>
                  </a:lnTo>
                  <a:lnTo>
                    <a:pt x="13825" y="15098"/>
                  </a:lnTo>
                  <a:lnTo>
                    <a:pt x="13748" y="13747"/>
                  </a:lnTo>
                  <a:lnTo>
                    <a:pt x="14443" y="13129"/>
                  </a:lnTo>
                  <a:lnTo>
                    <a:pt x="15099" y="12473"/>
                  </a:lnTo>
                  <a:lnTo>
                    <a:pt x="15756" y="11816"/>
                  </a:lnTo>
                  <a:lnTo>
                    <a:pt x="16373" y="11121"/>
                  </a:lnTo>
                  <a:lnTo>
                    <a:pt x="17455" y="9924"/>
                  </a:lnTo>
                  <a:lnTo>
                    <a:pt x="18459" y="8650"/>
                  </a:lnTo>
                  <a:lnTo>
                    <a:pt x="19424" y="7376"/>
                  </a:lnTo>
                  <a:lnTo>
                    <a:pt x="20351" y="6024"/>
                  </a:lnTo>
                  <a:lnTo>
                    <a:pt x="21239" y="4673"/>
                  </a:lnTo>
                  <a:lnTo>
                    <a:pt x="22088" y="3321"/>
                  </a:lnTo>
                  <a:lnTo>
                    <a:pt x="22938" y="1931"/>
                  </a:lnTo>
                  <a:lnTo>
                    <a:pt x="23749" y="502"/>
                  </a:lnTo>
                  <a:lnTo>
                    <a:pt x="23749" y="425"/>
                  </a:lnTo>
                  <a:lnTo>
                    <a:pt x="23749" y="348"/>
                  </a:lnTo>
                  <a:lnTo>
                    <a:pt x="23749" y="270"/>
                  </a:lnTo>
                  <a:lnTo>
                    <a:pt x="23787" y="155"/>
                  </a:lnTo>
                  <a:lnTo>
                    <a:pt x="23787" y="77"/>
                  </a:lnTo>
                  <a:lnTo>
                    <a:pt x="23749" y="39"/>
                  </a:lnTo>
                  <a:lnTo>
                    <a:pt x="23672" y="0"/>
                  </a:lnTo>
                  <a:lnTo>
                    <a:pt x="23633" y="39"/>
                  </a:lnTo>
                  <a:lnTo>
                    <a:pt x="23633" y="77"/>
                  </a:lnTo>
                  <a:lnTo>
                    <a:pt x="2355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5"/>
            <p:cNvSpPr/>
            <p:nvPr/>
          </p:nvSpPr>
          <p:spPr>
            <a:xfrm>
              <a:off x="1402350" y="3219000"/>
              <a:ext cx="106225" cy="103325"/>
            </a:xfrm>
            <a:custGeom>
              <a:avLst/>
              <a:gdLst/>
              <a:ahLst/>
              <a:cxnLst/>
              <a:rect l="l" t="t" r="r" b="b"/>
              <a:pathLst>
                <a:path w="4249" h="4133" extrusionOk="0">
                  <a:moveTo>
                    <a:pt x="2317" y="387"/>
                  </a:moveTo>
                  <a:lnTo>
                    <a:pt x="2588" y="425"/>
                  </a:lnTo>
                  <a:lnTo>
                    <a:pt x="2858" y="503"/>
                  </a:lnTo>
                  <a:lnTo>
                    <a:pt x="3128" y="619"/>
                  </a:lnTo>
                  <a:lnTo>
                    <a:pt x="3321" y="812"/>
                  </a:lnTo>
                  <a:lnTo>
                    <a:pt x="3553" y="1043"/>
                  </a:lnTo>
                  <a:lnTo>
                    <a:pt x="3708" y="1352"/>
                  </a:lnTo>
                  <a:lnTo>
                    <a:pt x="3823" y="1700"/>
                  </a:lnTo>
                  <a:lnTo>
                    <a:pt x="3862" y="2047"/>
                  </a:lnTo>
                  <a:lnTo>
                    <a:pt x="3785" y="2395"/>
                  </a:lnTo>
                  <a:lnTo>
                    <a:pt x="3708" y="2742"/>
                  </a:lnTo>
                  <a:lnTo>
                    <a:pt x="3514" y="3051"/>
                  </a:lnTo>
                  <a:lnTo>
                    <a:pt x="3283" y="3322"/>
                  </a:lnTo>
                  <a:lnTo>
                    <a:pt x="3012" y="3515"/>
                  </a:lnTo>
                  <a:lnTo>
                    <a:pt x="2704" y="3669"/>
                  </a:lnTo>
                  <a:lnTo>
                    <a:pt x="2395" y="3746"/>
                  </a:lnTo>
                  <a:lnTo>
                    <a:pt x="2047" y="3785"/>
                  </a:lnTo>
                  <a:lnTo>
                    <a:pt x="1738" y="3746"/>
                  </a:lnTo>
                  <a:lnTo>
                    <a:pt x="1391" y="3631"/>
                  </a:lnTo>
                  <a:lnTo>
                    <a:pt x="1120" y="3476"/>
                  </a:lnTo>
                  <a:lnTo>
                    <a:pt x="850" y="3283"/>
                  </a:lnTo>
                  <a:lnTo>
                    <a:pt x="618" y="3013"/>
                  </a:lnTo>
                  <a:lnTo>
                    <a:pt x="464" y="2665"/>
                  </a:lnTo>
                  <a:lnTo>
                    <a:pt x="348" y="2318"/>
                  </a:lnTo>
                  <a:lnTo>
                    <a:pt x="348" y="1931"/>
                  </a:lnTo>
                  <a:lnTo>
                    <a:pt x="387" y="1545"/>
                  </a:lnTo>
                  <a:lnTo>
                    <a:pt x="541" y="1236"/>
                  </a:lnTo>
                  <a:lnTo>
                    <a:pt x="618" y="1082"/>
                  </a:lnTo>
                  <a:lnTo>
                    <a:pt x="734" y="927"/>
                  </a:lnTo>
                  <a:lnTo>
                    <a:pt x="889" y="812"/>
                  </a:lnTo>
                  <a:lnTo>
                    <a:pt x="1043" y="696"/>
                  </a:lnTo>
                  <a:lnTo>
                    <a:pt x="1236" y="619"/>
                  </a:lnTo>
                  <a:lnTo>
                    <a:pt x="1429" y="541"/>
                  </a:lnTo>
                  <a:lnTo>
                    <a:pt x="1468" y="503"/>
                  </a:lnTo>
                  <a:lnTo>
                    <a:pt x="1777" y="425"/>
                  </a:lnTo>
                  <a:lnTo>
                    <a:pt x="2047" y="387"/>
                  </a:lnTo>
                  <a:close/>
                  <a:moveTo>
                    <a:pt x="1931" y="1"/>
                  </a:moveTo>
                  <a:lnTo>
                    <a:pt x="1738" y="39"/>
                  </a:lnTo>
                  <a:lnTo>
                    <a:pt x="1507" y="117"/>
                  </a:lnTo>
                  <a:lnTo>
                    <a:pt x="1313" y="232"/>
                  </a:lnTo>
                  <a:lnTo>
                    <a:pt x="1159" y="348"/>
                  </a:lnTo>
                  <a:lnTo>
                    <a:pt x="1120" y="387"/>
                  </a:lnTo>
                  <a:lnTo>
                    <a:pt x="966" y="387"/>
                  </a:lnTo>
                  <a:lnTo>
                    <a:pt x="773" y="464"/>
                  </a:lnTo>
                  <a:lnTo>
                    <a:pt x="657" y="541"/>
                  </a:lnTo>
                  <a:lnTo>
                    <a:pt x="503" y="657"/>
                  </a:lnTo>
                  <a:lnTo>
                    <a:pt x="387" y="773"/>
                  </a:lnTo>
                  <a:lnTo>
                    <a:pt x="309" y="927"/>
                  </a:lnTo>
                  <a:lnTo>
                    <a:pt x="155" y="1236"/>
                  </a:lnTo>
                  <a:lnTo>
                    <a:pt x="39" y="1623"/>
                  </a:lnTo>
                  <a:lnTo>
                    <a:pt x="1" y="2009"/>
                  </a:lnTo>
                  <a:lnTo>
                    <a:pt x="39" y="2356"/>
                  </a:lnTo>
                  <a:lnTo>
                    <a:pt x="78" y="2704"/>
                  </a:lnTo>
                  <a:lnTo>
                    <a:pt x="155" y="2897"/>
                  </a:lnTo>
                  <a:lnTo>
                    <a:pt x="271" y="3090"/>
                  </a:lnTo>
                  <a:lnTo>
                    <a:pt x="387" y="3283"/>
                  </a:lnTo>
                  <a:lnTo>
                    <a:pt x="541" y="3437"/>
                  </a:lnTo>
                  <a:lnTo>
                    <a:pt x="850" y="3746"/>
                  </a:lnTo>
                  <a:lnTo>
                    <a:pt x="1236" y="3939"/>
                  </a:lnTo>
                  <a:lnTo>
                    <a:pt x="1661" y="4094"/>
                  </a:lnTo>
                  <a:lnTo>
                    <a:pt x="2086" y="4133"/>
                  </a:lnTo>
                  <a:lnTo>
                    <a:pt x="2510" y="4094"/>
                  </a:lnTo>
                  <a:lnTo>
                    <a:pt x="2742" y="4055"/>
                  </a:lnTo>
                  <a:lnTo>
                    <a:pt x="2974" y="3978"/>
                  </a:lnTo>
                  <a:lnTo>
                    <a:pt x="3321" y="3746"/>
                  </a:lnTo>
                  <a:lnTo>
                    <a:pt x="3630" y="3476"/>
                  </a:lnTo>
                  <a:lnTo>
                    <a:pt x="3862" y="3167"/>
                  </a:lnTo>
                  <a:lnTo>
                    <a:pt x="4055" y="2781"/>
                  </a:lnTo>
                  <a:lnTo>
                    <a:pt x="4171" y="2395"/>
                  </a:lnTo>
                  <a:lnTo>
                    <a:pt x="4248" y="2009"/>
                  </a:lnTo>
                  <a:lnTo>
                    <a:pt x="4210" y="1584"/>
                  </a:lnTo>
                  <a:lnTo>
                    <a:pt x="4094" y="1198"/>
                  </a:lnTo>
                  <a:lnTo>
                    <a:pt x="3978" y="1005"/>
                  </a:lnTo>
                  <a:lnTo>
                    <a:pt x="3862" y="812"/>
                  </a:lnTo>
                  <a:lnTo>
                    <a:pt x="3708" y="657"/>
                  </a:lnTo>
                  <a:lnTo>
                    <a:pt x="3553" y="503"/>
                  </a:lnTo>
                  <a:lnTo>
                    <a:pt x="3206" y="232"/>
                  </a:lnTo>
                  <a:lnTo>
                    <a:pt x="2781" y="78"/>
                  </a:lnTo>
                  <a:lnTo>
                    <a:pt x="23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5"/>
            <p:cNvSpPr/>
            <p:nvPr/>
          </p:nvSpPr>
          <p:spPr>
            <a:xfrm>
              <a:off x="1264300" y="2944850"/>
              <a:ext cx="455675" cy="657425"/>
            </a:xfrm>
            <a:custGeom>
              <a:avLst/>
              <a:gdLst/>
              <a:ahLst/>
              <a:cxnLst/>
              <a:rect l="l" t="t" r="r" b="b"/>
              <a:pathLst>
                <a:path w="18227" h="26297" extrusionOk="0">
                  <a:moveTo>
                    <a:pt x="310" y="348"/>
                  </a:moveTo>
                  <a:lnTo>
                    <a:pt x="425" y="386"/>
                  </a:lnTo>
                  <a:lnTo>
                    <a:pt x="1700" y="1429"/>
                  </a:lnTo>
                  <a:lnTo>
                    <a:pt x="2974" y="2510"/>
                  </a:lnTo>
                  <a:lnTo>
                    <a:pt x="4210" y="3591"/>
                  </a:lnTo>
                  <a:lnTo>
                    <a:pt x="5445" y="4673"/>
                  </a:lnTo>
                  <a:lnTo>
                    <a:pt x="5098" y="5290"/>
                  </a:lnTo>
                  <a:lnTo>
                    <a:pt x="4943" y="5599"/>
                  </a:lnTo>
                  <a:lnTo>
                    <a:pt x="4712" y="5831"/>
                  </a:lnTo>
                  <a:lnTo>
                    <a:pt x="4519" y="6101"/>
                  </a:lnTo>
                  <a:lnTo>
                    <a:pt x="4248" y="6294"/>
                  </a:lnTo>
                  <a:lnTo>
                    <a:pt x="3978" y="6526"/>
                  </a:lnTo>
                  <a:lnTo>
                    <a:pt x="3669" y="6680"/>
                  </a:lnTo>
                  <a:lnTo>
                    <a:pt x="3360" y="6835"/>
                  </a:lnTo>
                  <a:lnTo>
                    <a:pt x="3051" y="6989"/>
                  </a:lnTo>
                  <a:lnTo>
                    <a:pt x="2395" y="7182"/>
                  </a:lnTo>
                  <a:lnTo>
                    <a:pt x="1738" y="7298"/>
                  </a:lnTo>
                  <a:lnTo>
                    <a:pt x="1082" y="7414"/>
                  </a:lnTo>
                  <a:lnTo>
                    <a:pt x="889" y="6526"/>
                  </a:lnTo>
                  <a:lnTo>
                    <a:pt x="734" y="5677"/>
                  </a:lnTo>
                  <a:lnTo>
                    <a:pt x="580" y="4788"/>
                  </a:lnTo>
                  <a:lnTo>
                    <a:pt x="464" y="3900"/>
                  </a:lnTo>
                  <a:lnTo>
                    <a:pt x="387" y="3012"/>
                  </a:lnTo>
                  <a:lnTo>
                    <a:pt x="348" y="2124"/>
                  </a:lnTo>
                  <a:lnTo>
                    <a:pt x="310" y="1236"/>
                  </a:lnTo>
                  <a:lnTo>
                    <a:pt x="310" y="348"/>
                  </a:lnTo>
                  <a:close/>
                  <a:moveTo>
                    <a:pt x="12357" y="12318"/>
                  </a:moveTo>
                  <a:lnTo>
                    <a:pt x="13014" y="12473"/>
                  </a:lnTo>
                  <a:lnTo>
                    <a:pt x="13709" y="12550"/>
                  </a:lnTo>
                  <a:lnTo>
                    <a:pt x="14404" y="12589"/>
                  </a:lnTo>
                  <a:lnTo>
                    <a:pt x="15060" y="12550"/>
                  </a:lnTo>
                  <a:lnTo>
                    <a:pt x="15640" y="13901"/>
                  </a:lnTo>
                  <a:lnTo>
                    <a:pt x="16296" y="15214"/>
                  </a:lnTo>
                  <a:lnTo>
                    <a:pt x="17648" y="17840"/>
                  </a:lnTo>
                  <a:lnTo>
                    <a:pt x="16644" y="17686"/>
                  </a:lnTo>
                  <a:lnTo>
                    <a:pt x="15640" y="17647"/>
                  </a:lnTo>
                  <a:lnTo>
                    <a:pt x="15331" y="17608"/>
                  </a:lnTo>
                  <a:lnTo>
                    <a:pt x="15099" y="17531"/>
                  </a:lnTo>
                  <a:lnTo>
                    <a:pt x="14983" y="17493"/>
                  </a:lnTo>
                  <a:lnTo>
                    <a:pt x="14906" y="17415"/>
                  </a:lnTo>
                  <a:lnTo>
                    <a:pt x="14751" y="17106"/>
                  </a:lnTo>
                  <a:lnTo>
                    <a:pt x="14365" y="16489"/>
                  </a:lnTo>
                  <a:lnTo>
                    <a:pt x="13979" y="15832"/>
                  </a:lnTo>
                  <a:lnTo>
                    <a:pt x="13941" y="15794"/>
                  </a:lnTo>
                  <a:lnTo>
                    <a:pt x="13902" y="15755"/>
                  </a:lnTo>
                  <a:lnTo>
                    <a:pt x="13747" y="15755"/>
                  </a:lnTo>
                  <a:lnTo>
                    <a:pt x="13670" y="15214"/>
                  </a:lnTo>
                  <a:lnTo>
                    <a:pt x="13516" y="14712"/>
                  </a:lnTo>
                  <a:lnTo>
                    <a:pt x="13323" y="14172"/>
                  </a:lnTo>
                  <a:lnTo>
                    <a:pt x="13091" y="13670"/>
                  </a:lnTo>
                  <a:lnTo>
                    <a:pt x="12744" y="13013"/>
                  </a:lnTo>
                  <a:lnTo>
                    <a:pt x="12357" y="12318"/>
                  </a:lnTo>
                  <a:close/>
                  <a:moveTo>
                    <a:pt x="5677" y="4904"/>
                  </a:moveTo>
                  <a:lnTo>
                    <a:pt x="6720" y="5947"/>
                  </a:lnTo>
                  <a:lnTo>
                    <a:pt x="7762" y="6989"/>
                  </a:lnTo>
                  <a:lnTo>
                    <a:pt x="8612" y="7916"/>
                  </a:lnTo>
                  <a:lnTo>
                    <a:pt x="9423" y="8920"/>
                  </a:lnTo>
                  <a:lnTo>
                    <a:pt x="10234" y="9886"/>
                  </a:lnTo>
                  <a:lnTo>
                    <a:pt x="10967" y="10928"/>
                  </a:lnTo>
                  <a:lnTo>
                    <a:pt x="11701" y="12009"/>
                  </a:lnTo>
                  <a:lnTo>
                    <a:pt x="12087" y="12550"/>
                  </a:lnTo>
                  <a:lnTo>
                    <a:pt x="12396" y="13129"/>
                  </a:lnTo>
                  <a:lnTo>
                    <a:pt x="12705" y="13708"/>
                  </a:lnTo>
                  <a:lnTo>
                    <a:pt x="12975" y="14326"/>
                  </a:lnTo>
                  <a:lnTo>
                    <a:pt x="13207" y="14944"/>
                  </a:lnTo>
                  <a:lnTo>
                    <a:pt x="13361" y="15562"/>
                  </a:lnTo>
                  <a:lnTo>
                    <a:pt x="13439" y="16180"/>
                  </a:lnTo>
                  <a:lnTo>
                    <a:pt x="13400" y="16759"/>
                  </a:lnTo>
                  <a:lnTo>
                    <a:pt x="13361" y="17068"/>
                  </a:lnTo>
                  <a:lnTo>
                    <a:pt x="13284" y="17338"/>
                  </a:lnTo>
                  <a:lnTo>
                    <a:pt x="13207" y="17608"/>
                  </a:lnTo>
                  <a:lnTo>
                    <a:pt x="13091" y="17879"/>
                  </a:lnTo>
                  <a:lnTo>
                    <a:pt x="12975" y="18149"/>
                  </a:lnTo>
                  <a:lnTo>
                    <a:pt x="12821" y="18381"/>
                  </a:lnTo>
                  <a:lnTo>
                    <a:pt x="12628" y="18612"/>
                  </a:lnTo>
                  <a:lnTo>
                    <a:pt x="12435" y="18806"/>
                  </a:lnTo>
                  <a:lnTo>
                    <a:pt x="12203" y="18999"/>
                  </a:lnTo>
                  <a:lnTo>
                    <a:pt x="11971" y="19153"/>
                  </a:lnTo>
                  <a:lnTo>
                    <a:pt x="11662" y="19308"/>
                  </a:lnTo>
                  <a:lnTo>
                    <a:pt x="11392" y="19423"/>
                  </a:lnTo>
                  <a:lnTo>
                    <a:pt x="10813" y="19539"/>
                  </a:lnTo>
                  <a:lnTo>
                    <a:pt x="10234" y="19616"/>
                  </a:lnTo>
                  <a:lnTo>
                    <a:pt x="9693" y="19578"/>
                  </a:lnTo>
                  <a:lnTo>
                    <a:pt x="9114" y="19462"/>
                  </a:lnTo>
                  <a:lnTo>
                    <a:pt x="8573" y="19308"/>
                  </a:lnTo>
                  <a:lnTo>
                    <a:pt x="8032" y="19076"/>
                  </a:lnTo>
                  <a:lnTo>
                    <a:pt x="7531" y="18767"/>
                  </a:lnTo>
                  <a:lnTo>
                    <a:pt x="7067" y="18458"/>
                  </a:lnTo>
                  <a:lnTo>
                    <a:pt x="6642" y="18072"/>
                  </a:lnTo>
                  <a:lnTo>
                    <a:pt x="6256" y="17686"/>
                  </a:lnTo>
                  <a:lnTo>
                    <a:pt x="5870" y="17261"/>
                  </a:lnTo>
                  <a:lnTo>
                    <a:pt x="5484" y="16798"/>
                  </a:lnTo>
                  <a:lnTo>
                    <a:pt x="4827" y="15871"/>
                  </a:lnTo>
                  <a:lnTo>
                    <a:pt x="4210" y="14944"/>
                  </a:lnTo>
                  <a:lnTo>
                    <a:pt x="3592" y="13901"/>
                  </a:lnTo>
                  <a:lnTo>
                    <a:pt x="3051" y="12859"/>
                  </a:lnTo>
                  <a:lnTo>
                    <a:pt x="2549" y="11778"/>
                  </a:lnTo>
                  <a:lnTo>
                    <a:pt x="2086" y="10696"/>
                  </a:lnTo>
                  <a:lnTo>
                    <a:pt x="1816" y="9963"/>
                  </a:lnTo>
                  <a:lnTo>
                    <a:pt x="1584" y="9190"/>
                  </a:lnTo>
                  <a:lnTo>
                    <a:pt x="1352" y="8457"/>
                  </a:lnTo>
                  <a:lnTo>
                    <a:pt x="1159" y="7723"/>
                  </a:lnTo>
                  <a:lnTo>
                    <a:pt x="1816" y="7646"/>
                  </a:lnTo>
                  <a:lnTo>
                    <a:pt x="2549" y="7491"/>
                  </a:lnTo>
                  <a:lnTo>
                    <a:pt x="3244" y="7298"/>
                  </a:lnTo>
                  <a:lnTo>
                    <a:pt x="3592" y="7144"/>
                  </a:lnTo>
                  <a:lnTo>
                    <a:pt x="3901" y="6989"/>
                  </a:lnTo>
                  <a:lnTo>
                    <a:pt x="4248" y="6796"/>
                  </a:lnTo>
                  <a:lnTo>
                    <a:pt x="4519" y="6603"/>
                  </a:lnTo>
                  <a:lnTo>
                    <a:pt x="4789" y="6410"/>
                  </a:lnTo>
                  <a:lnTo>
                    <a:pt x="5059" y="6140"/>
                  </a:lnTo>
                  <a:lnTo>
                    <a:pt x="5252" y="5870"/>
                  </a:lnTo>
                  <a:lnTo>
                    <a:pt x="5445" y="5599"/>
                  </a:lnTo>
                  <a:lnTo>
                    <a:pt x="5561" y="5252"/>
                  </a:lnTo>
                  <a:lnTo>
                    <a:pt x="5677" y="4904"/>
                  </a:lnTo>
                  <a:close/>
                  <a:moveTo>
                    <a:pt x="13284" y="18381"/>
                  </a:moveTo>
                  <a:lnTo>
                    <a:pt x="13593" y="18612"/>
                  </a:lnTo>
                  <a:lnTo>
                    <a:pt x="13902" y="18844"/>
                  </a:lnTo>
                  <a:lnTo>
                    <a:pt x="13632" y="19230"/>
                  </a:lnTo>
                  <a:lnTo>
                    <a:pt x="13323" y="19578"/>
                  </a:lnTo>
                  <a:lnTo>
                    <a:pt x="12975" y="19887"/>
                  </a:lnTo>
                  <a:lnTo>
                    <a:pt x="12589" y="20157"/>
                  </a:lnTo>
                  <a:lnTo>
                    <a:pt x="12164" y="20350"/>
                  </a:lnTo>
                  <a:lnTo>
                    <a:pt x="11701" y="20505"/>
                  </a:lnTo>
                  <a:lnTo>
                    <a:pt x="11238" y="20582"/>
                  </a:lnTo>
                  <a:lnTo>
                    <a:pt x="10736" y="20620"/>
                  </a:lnTo>
                  <a:lnTo>
                    <a:pt x="10697" y="20620"/>
                  </a:lnTo>
                  <a:lnTo>
                    <a:pt x="10581" y="19964"/>
                  </a:lnTo>
                  <a:lnTo>
                    <a:pt x="10967" y="19887"/>
                  </a:lnTo>
                  <a:lnTo>
                    <a:pt x="11392" y="19810"/>
                  </a:lnTo>
                  <a:lnTo>
                    <a:pt x="11740" y="19694"/>
                  </a:lnTo>
                  <a:lnTo>
                    <a:pt x="12126" y="19501"/>
                  </a:lnTo>
                  <a:lnTo>
                    <a:pt x="12473" y="19308"/>
                  </a:lnTo>
                  <a:lnTo>
                    <a:pt x="12782" y="19037"/>
                  </a:lnTo>
                  <a:lnTo>
                    <a:pt x="13052" y="18728"/>
                  </a:lnTo>
                  <a:lnTo>
                    <a:pt x="13284" y="18381"/>
                  </a:lnTo>
                  <a:close/>
                  <a:moveTo>
                    <a:pt x="14172" y="18999"/>
                  </a:moveTo>
                  <a:lnTo>
                    <a:pt x="14636" y="19230"/>
                  </a:lnTo>
                  <a:lnTo>
                    <a:pt x="14327" y="19732"/>
                  </a:lnTo>
                  <a:lnTo>
                    <a:pt x="13941" y="20157"/>
                  </a:lnTo>
                  <a:lnTo>
                    <a:pt x="13516" y="20543"/>
                  </a:lnTo>
                  <a:lnTo>
                    <a:pt x="13091" y="20852"/>
                  </a:lnTo>
                  <a:lnTo>
                    <a:pt x="12589" y="21122"/>
                  </a:lnTo>
                  <a:lnTo>
                    <a:pt x="12087" y="21315"/>
                  </a:lnTo>
                  <a:lnTo>
                    <a:pt x="11508" y="21470"/>
                  </a:lnTo>
                  <a:lnTo>
                    <a:pt x="10929" y="21624"/>
                  </a:lnTo>
                  <a:lnTo>
                    <a:pt x="10929" y="21393"/>
                  </a:lnTo>
                  <a:lnTo>
                    <a:pt x="10851" y="21200"/>
                  </a:lnTo>
                  <a:lnTo>
                    <a:pt x="10736" y="20814"/>
                  </a:lnTo>
                  <a:lnTo>
                    <a:pt x="11276" y="20852"/>
                  </a:lnTo>
                  <a:lnTo>
                    <a:pt x="11778" y="20775"/>
                  </a:lnTo>
                  <a:lnTo>
                    <a:pt x="12280" y="20659"/>
                  </a:lnTo>
                  <a:lnTo>
                    <a:pt x="12744" y="20427"/>
                  </a:lnTo>
                  <a:lnTo>
                    <a:pt x="13168" y="20157"/>
                  </a:lnTo>
                  <a:lnTo>
                    <a:pt x="13554" y="19810"/>
                  </a:lnTo>
                  <a:lnTo>
                    <a:pt x="13863" y="19423"/>
                  </a:lnTo>
                  <a:lnTo>
                    <a:pt x="14172" y="18999"/>
                  </a:lnTo>
                  <a:close/>
                  <a:moveTo>
                    <a:pt x="14018" y="20659"/>
                  </a:moveTo>
                  <a:lnTo>
                    <a:pt x="14172" y="20852"/>
                  </a:lnTo>
                  <a:lnTo>
                    <a:pt x="14288" y="20968"/>
                  </a:lnTo>
                  <a:lnTo>
                    <a:pt x="14134" y="21007"/>
                  </a:lnTo>
                  <a:lnTo>
                    <a:pt x="14056" y="21045"/>
                  </a:lnTo>
                  <a:lnTo>
                    <a:pt x="14018" y="21122"/>
                  </a:lnTo>
                  <a:lnTo>
                    <a:pt x="13979" y="21200"/>
                  </a:lnTo>
                  <a:lnTo>
                    <a:pt x="14018" y="21277"/>
                  </a:lnTo>
                  <a:lnTo>
                    <a:pt x="14404" y="21663"/>
                  </a:lnTo>
                  <a:lnTo>
                    <a:pt x="14751" y="22049"/>
                  </a:lnTo>
                  <a:lnTo>
                    <a:pt x="15099" y="22435"/>
                  </a:lnTo>
                  <a:lnTo>
                    <a:pt x="15408" y="22860"/>
                  </a:lnTo>
                  <a:lnTo>
                    <a:pt x="15678" y="23285"/>
                  </a:lnTo>
                  <a:lnTo>
                    <a:pt x="15910" y="23748"/>
                  </a:lnTo>
                  <a:lnTo>
                    <a:pt x="16142" y="24250"/>
                  </a:lnTo>
                  <a:lnTo>
                    <a:pt x="16335" y="24714"/>
                  </a:lnTo>
                  <a:lnTo>
                    <a:pt x="15871" y="24636"/>
                  </a:lnTo>
                  <a:lnTo>
                    <a:pt x="15485" y="24521"/>
                  </a:lnTo>
                  <a:lnTo>
                    <a:pt x="15099" y="24327"/>
                  </a:lnTo>
                  <a:lnTo>
                    <a:pt x="14790" y="24096"/>
                  </a:lnTo>
                  <a:lnTo>
                    <a:pt x="14481" y="23825"/>
                  </a:lnTo>
                  <a:lnTo>
                    <a:pt x="14211" y="23517"/>
                  </a:lnTo>
                  <a:lnTo>
                    <a:pt x="13979" y="23169"/>
                  </a:lnTo>
                  <a:lnTo>
                    <a:pt x="13747" y="22744"/>
                  </a:lnTo>
                  <a:lnTo>
                    <a:pt x="13593" y="22397"/>
                  </a:lnTo>
                  <a:lnTo>
                    <a:pt x="13400" y="22126"/>
                  </a:lnTo>
                  <a:lnTo>
                    <a:pt x="13284" y="22011"/>
                  </a:lnTo>
                  <a:lnTo>
                    <a:pt x="13130" y="21895"/>
                  </a:lnTo>
                  <a:lnTo>
                    <a:pt x="12975" y="21856"/>
                  </a:lnTo>
                  <a:lnTo>
                    <a:pt x="12821" y="21895"/>
                  </a:lnTo>
                  <a:lnTo>
                    <a:pt x="12821" y="21702"/>
                  </a:lnTo>
                  <a:lnTo>
                    <a:pt x="12898" y="21470"/>
                  </a:lnTo>
                  <a:lnTo>
                    <a:pt x="13207" y="21315"/>
                  </a:lnTo>
                  <a:lnTo>
                    <a:pt x="13477" y="21122"/>
                  </a:lnTo>
                  <a:lnTo>
                    <a:pt x="13786" y="20891"/>
                  </a:lnTo>
                  <a:lnTo>
                    <a:pt x="14018" y="20659"/>
                  </a:lnTo>
                  <a:close/>
                  <a:moveTo>
                    <a:pt x="5291" y="17145"/>
                  </a:moveTo>
                  <a:lnTo>
                    <a:pt x="5677" y="17608"/>
                  </a:lnTo>
                  <a:lnTo>
                    <a:pt x="6102" y="18072"/>
                  </a:lnTo>
                  <a:lnTo>
                    <a:pt x="6565" y="18497"/>
                  </a:lnTo>
                  <a:lnTo>
                    <a:pt x="7029" y="18883"/>
                  </a:lnTo>
                  <a:lnTo>
                    <a:pt x="7531" y="19192"/>
                  </a:lnTo>
                  <a:lnTo>
                    <a:pt x="7531" y="19230"/>
                  </a:lnTo>
                  <a:lnTo>
                    <a:pt x="7917" y="19964"/>
                  </a:lnTo>
                  <a:lnTo>
                    <a:pt x="8380" y="20698"/>
                  </a:lnTo>
                  <a:lnTo>
                    <a:pt x="8573" y="20968"/>
                  </a:lnTo>
                  <a:lnTo>
                    <a:pt x="8805" y="21238"/>
                  </a:lnTo>
                  <a:lnTo>
                    <a:pt x="8998" y="21509"/>
                  </a:lnTo>
                  <a:lnTo>
                    <a:pt x="9036" y="21663"/>
                  </a:lnTo>
                  <a:lnTo>
                    <a:pt x="9075" y="21817"/>
                  </a:lnTo>
                  <a:lnTo>
                    <a:pt x="9075" y="22011"/>
                  </a:lnTo>
                  <a:lnTo>
                    <a:pt x="9036" y="22204"/>
                  </a:lnTo>
                  <a:lnTo>
                    <a:pt x="8882" y="22590"/>
                  </a:lnTo>
                  <a:lnTo>
                    <a:pt x="8496" y="23362"/>
                  </a:lnTo>
                  <a:lnTo>
                    <a:pt x="7955" y="24868"/>
                  </a:lnTo>
                  <a:lnTo>
                    <a:pt x="7608" y="24173"/>
                  </a:lnTo>
                  <a:lnTo>
                    <a:pt x="7260" y="23555"/>
                  </a:lnTo>
                  <a:lnTo>
                    <a:pt x="6874" y="22899"/>
                  </a:lnTo>
                  <a:lnTo>
                    <a:pt x="6488" y="22281"/>
                  </a:lnTo>
                  <a:lnTo>
                    <a:pt x="5716" y="21315"/>
                  </a:lnTo>
                  <a:lnTo>
                    <a:pt x="5214" y="20736"/>
                  </a:lnTo>
                  <a:lnTo>
                    <a:pt x="4982" y="20389"/>
                  </a:lnTo>
                  <a:lnTo>
                    <a:pt x="4789" y="20080"/>
                  </a:lnTo>
                  <a:lnTo>
                    <a:pt x="4827" y="20003"/>
                  </a:lnTo>
                  <a:lnTo>
                    <a:pt x="4827" y="19925"/>
                  </a:lnTo>
                  <a:lnTo>
                    <a:pt x="4827" y="19887"/>
                  </a:lnTo>
                  <a:lnTo>
                    <a:pt x="4750" y="19810"/>
                  </a:lnTo>
                  <a:lnTo>
                    <a:pt x="5021" y="18458"/>
                  </a:lnTo>
                  <a:lnTo>
                    <a:pt x="5291" y="17145"/>
                  </a:lnTo>
                  <a:close/>
                  <a:moveTo>
                    <a:pt x="14481" y="20157"/>
                  </a:moveTo>
                  <a:lnTo>
                    <a:pt x="15022" y="20273"/>
                  </a:lnTo>
                  <a:lnTo>
                    <a:pt x="15485" y="20466"/>
                  </a:lnTo>
                  <a:lnTo>
                    <a:pt x="15987" y="20659"/>
                  </a:lnTo>
                  <a:lnTo>
                    <a:pt x="16451" y="20891"/>
                  </a:lnTo>
                  <a:lnTo>
                    <a:pt x="16180" y="21007"/>
                  </a:lnTo>
                  <a:lnTo>
                    <a:pt x="15949" y="21007"/>
                  </a:lnTo>
                  <a:lnTo>
                    <a:pt x="15678" y="20968"/>
                  </a:lnTo>
                  <a:lnTo>
                    <a:pt x="15447" y="20891"/>
                  </a:lnTo>
                  <a:lnTo>
                    <a:pt x="15292" y="20891"/>
                  </a:lnTo>
                  <a:lnTo>
                    <a:pt x="15176" y="20968"/>
                  </a:lnTo>
                  <a:lnTo>
                    <a:pt x="15176" y="21045"/>
                  </a:lnTo>
                  <a:lnTo>
                    <a:pt x="15176" y="21084"/>
                  </a:lnTo>
                  <a:lnTo>
                    <a:pt x="15215" y="21161"/>
                  </a:lnTo>
                  <a:lnTo>
                    <a:pt x="15253" y="21200"/>
                  </a:lnTo>
                  <a:lnTo>
                    <a:pt x="15794" y="21547"/>
                  </a:lnTo>
                  <a:lnTo>
                    <a:pt x="16257" y="21972"/>
                  </a:lnTo>
                  <a:lnTo>
                    <a:pt x="16489" y="22204"/>
                  </a:lnTo>
                  <a:lnTo>
                    <a:pt x="16682" y="22435"/>
                  </a:lnTo>
                  <a:lnTo>
                    <a:pt x="16837" y="22706"/>
                  </a:lnTo>
                  <a:lnTo>
                    <a:pt x="16991" y="22976"/>
                  </a:lnTo>
                  <a:lnTo>
                    <a:pt x="17223" y="23517"/>
                  </a:lnTo>
                  <a:lnTo>
                    <a:pt x="17339" y="23825"/>
                  </a:lnTo>
                  <a:lnTo>
                    <a:pt x="17416" y="24173"/>
                  </a:lnTo>
                  <a:lnTo>
                    <a:pt x="17493" y="24482"/>
                  </a:lnTo>
                  <a:lnTo>
                    <a:pt x="17532" y="24791"/>
                  </a:lnTo>
                  <a:lnTo>
                    <a:pt x="17493" y="25100"/>
                  </a:lnTo>
                  <a:lnTo>
                    <a:pt x="17455" y="25409"/>
                  </a:lnTo>
                  <a:lnTo>
                    <a:pt x="17339" y="25602"/>
                  </a:lnTo>
                  <a:lnTo>
                    <a:pt x="17223" y="25756"/>
                  </a:lnTo>
                  <a:lnTo>
                    <a:pt x="17068" y="25833"/>
                  </a:lnTo>
                  <a:lnTo>
                    <a:pt x="16914" y="25872"/>
                  </a:lnTo>
                  <a:lnTo>
                    <a:pt x="16528" y="25872"/>
                  </a:lnTo>
                  <a:lnTo>
                    <a:pt x="16103" y="25756"/>
                  </a:lnTo>
                  <a:lnTo>
                    <a:pt x="15447" y="25563"/>
                  </a:lnTo>
                  <a:lnTo>
                    <a:pt x="15099" y="25409"/>
                  </a:lnTo>
                  <a:lnTo>
                    <a:pt x="14790" y="25254"/>
                  </a:lnTo>
                  <a:lnTo>
                    <a:pt x="14443" y="25061"/>
                  </a:lnTo>
                  <a:lnTo>
                    <a:pt x="14095" y="24829"/>
                  </a:lnTo>
                  <a:lnTo>
                    <a:pt x="13786" y="24559"/>
                  </a:lnTo>
                  <a:lnTo>
                    <a:pt x="13516" y="24250"/>
                  </a:lnTo>
                  <a:lnTo>
                    <a:pt x="13284" y="23903"/>
                  </a:lnTo>
                  <a:lnTo>
                    <a:pt x="13091" y="23555"/>
                  </a:lnTo>
                  <a:lnTo>
                    <a:pt x="12937" y="23208"/>
                  </a:lnTo>
                  <a:lnTo>
                    <a:pt x="12821" y="22783"/>
                  </a:lnTo>
                  <a:lnTo>
                    <a:pt x="12744" y="22706"/>
                  </a:lnTo>
                  <a:lnTo>
                    <a:pt x="12666" y="22667"/>
                  </a:lnTo>
                  <a:lnTo>
                    <a:pt x="12589" y="22706"/>
                  </a:lnTo>
                  <a:lnTo>
                    <a:pt x="12512" y="22744"/>
                  </a:lnTo>
                  <a:lnTo>
                    <a:pt x="12048" y="23439"/>
                  </a:lnTo>
                  <a:lnTo>
                    <a:pt x="11933" y="23053"/>
                  </a:lnTo>
                  <a:lnTo>
                    <a:pt x="11855" y="22628"/>
                  </a:lnTo>
                  <a:lnTo>
                    <a:pt x="11855" y="22242"/>
                  </a:lnTo>
                  <a:lnTo>
                    <a:pt x="11894" y="21817"/>
                  </a:lnTo>
                  <a:lnTo>
                    <a:pt x="12280" y="21740"/>
                  </a:lnTo>
                  <a:lnTo>
                    <a:pt x="12666" y="21586"/>
                  </a:lnTo>
                  <a:lnTo>
                    <a:pt x="12589" y="21817"/>
                  </a:lnTo>
                  <a:lnTo>
                    <a:pt x="12589" y="22049"/>
                  </a:lnTo>
                  <a:lnTo>
                    <a:pt x="12589" y="22126"/>
                  </a:lnTo>
                  <a:lnTo>
                    <a:pt x="12628" y="22165"/>
                  </a:lnTo>
                  <a:lnTo>
                    <a:pt x="12937" y="22165"/>
                  </a:lnTo>
                  <a:lnTo>
                    <a:pt x="13130" y="22319"/>
                  </a:lnTo>
                  <a:lnTo>
                    <a:pt x="13323" y="22551"/>
                  </a:lnTo>
                  <a:lnTo>
                    <a:pt x="13516" y="22821"/>
                  </a:lnTo>
                  <a:lnTo>
                    <a:pt x="13863" y="23439"/>
                  </a:lnTo>
                  <a:lnTo>
                    <a:pt x="14095" y="23825"/>
                  </a:lnTo>
                  <a:lnTo>
                    <a:pt x="14404" y="24173"/>
                  </a:lnTo>
                  <a:lnTo>
                    <a:pt x="14751" y="24482"/>
                  </a:lnTo>
                  <a:lnTo>
                    <a:pt x="15176" y="24752"/>
                  </a:lnTo>
                  <a:lnTo>
                    <a:pt x="15640" y="24907"/>
                  </a:lnTo>
                  <a:lnTo>
                    <a:pt x="15871" y="24945"/>
                  </a:lnTo>
                  <a:lnTo>
                    <a:pt x="16103" y="24984"/>
                  </a:lnTo>
                  <a:lnTo>
                    <a:pt x="16566" y="24984"/>
                  </a:lnTo>
                  <a:lnTo>
                    <a:pt x="16644" y="24945"/>
                  </a:lnTo>
                  <a:lnTo>
                    <a:pt x="16644" y="24907"/>
                  </a:lnTo>
                  <a:lnTo>
                    <a:pt x="16644" y="24829"/>
                  </a:lnTo>
                  <a:lnTo>
                    <a:pt x="16605" y="24791"/>
                  </a:lnTo>
                  <a:lnTo>
                    <a:pt x="16605" y="24752"/>
                  </a:lnTo>
                  <a:lnTo>
                    <a:pt x="16451" y="24250"/>
                  </a:lnTo>
                  <a:lnTo>
                    <a:pt x="16257" y="23748"/>
                  </a:lnTo>
                  <a:lnTo>
                    <a:pt x="16026" y="23285"/>
                  </a:lnTo>
                  <a:lnTo>
                    <a:pt x="15755" y="22821"/>
                  </a:lnTo>
                  <a:lnTo>
                    <a:pt x="15485" y="22397"/>
                  </a:lnTo>
                  <a:lnTo>
                    <a:pt x="15176" y="22011"/>
                  </a:lnTo>
                  <a:lnTo>
                    <a:pt x="14829" y="21586"/>
                  </a:lnTo>
                  <a:lnTo>
                    <a:pt x="14443" y="21238"/>
                  </a:lnTo>
                  <a:lnTo>
                    <a:pt x="14597" y="21161"/>
                  </a:lnTo>
                  <a:lnTo>
                    <a:pt x="14713" y="21045"/>
                  </a:lnTo>
                  <a:lnTo>
                    <a:pt x="14751" y="20968"/>
                  </a:lnTo>
                  <a:lnTo>
                    <a:pt x="14751" y="20929"/>
                  </a:lnTo>
                  <a:lnTo>
                    <a:pt x="14713" y="20852"/>
                  </a:lnTo>
                  <a:lnTo>
                    <a:pt x="14674" y="20814"/>
                  </a:lnTo>
                  <a:lnTo>
                    <a:pt x="14211" y="20505"/>
                  </a:lnTo>
                  <a:lnTo>
                    <a:pt x="14481" y="20157"/>
                  </a:lnTo>
                  <a:close/>
                  <a:moveTo>
                    <a:pt x="155" y="0"/>
                  </a:moveTo>
                  <a:lnTo>
                    <a:pt x="116" y="39"/>
                  </a:lnTo>
                  <a:lnTo>
                    <a:pt x="78" y="77"/>
                  </a:lnTo>
                  <a:lnTo>
                    <a:pt x="116" y="155"/>
                  </a:lnTo>
                  <a:lnTo>
                    <a:pt x="78" y="193"/>
                  </a:lnTo>
                  <a:lnTo>
                    <a:pt x="39" y="270"/>
                  </a:lnTo>
                  <a:lnTo>
                    <a:pt x="1" y="1583"/>
                  </a:lnTo>
                  <a:lnTo>
                    <a:pt x="39" y="2896"/>
                  </a:lnTo>
                  <a:lnTo>
                    <a:pt x="116" y="4171"/>
                  </a:lnTo>
                  <a:lnTo>
                    <a:pt x="310" y="5483"/>
                  </a:lnTo>
                  <a:lnTo>
                    <a:pt x="541" y="6758"/>
                  </a:lnTo>
                  <a:lnTo>
                    <a:pt x="850" y="8032"/>
                  </a:lnTo>
                  <a:lnTo>
                    <a:pt x="1198" y="9306"/>
                  </a:lnTo>
                  <a:lnTo>
                    <a:pt x="1622" y="10542"/>
                  </a:lnTo>
                  <a:lnTo>
                    <a:pt x="2124" y="11739"/>
                  </a:lnTo>
                  <a:lnTo>
                    <a:pt x="2665" y="12936"/>
                  </a:lnTo>
                  <a:lnTo>
                    <a:pt x="3283" y="14095"/>
                  </a:lnTo>
                  <a:lnTo>
                    <a:pt x="3978" y="15214"/>
                  </a:lnTo>
                  <a:lnTo>
                    <a:pt x="4519" y="16064"/>
                  </a:lnTo>
                  <a:lnTo>
                    <a:pt x="5098" y="16913"/>
                  </a:lnTo>
                  <a:lnTo>
                    <a:pt x="4827" y="17686"/>
                  </a:lnTo>
                  <a:lnTo>
                    <a:pt x="4596" y="18458"/>
                  </a:lnTo>
                  <a:lnTo>
                    <a:pt x="4441" y="19269"/>
                  </a:lnTo>
                  <a:lnTo>
                    <a:pt x="4325" y="20080"/>
                  </a:lnTo>
                  <a:lnTo>
                    <a:pt x="4325" y="20157"/>
                  </a:lnTo>
                  <a:lnTo>
                    <a:pt x="4364" y="20196"/>
                  </a:lnTo>
                  <a:lnTo>
                    <a:pt x="4480" y="20273"/>
                  </a:lnTo>
                  <a:lnTo>
                    <a:pt x="4596" y="20543"/>
                  </a:lnTo>
                  <a:lnTo>
                    <a:pt x="4712" y="20775"/>
                  </a:lnTo>
                  <a:lnTo>
                    <a:pt x="4905" y="21045"/>
                  </a:lnTo>
                  <a:lnTo>
                    <a:pt x="5059" y="21277"/>
                  </a:lnTo>
                  <a:lnTo>
                    <a:pt x="5484" y="21702"/>
                  </a:lnTo>
                  <a:lnTo>
                    <a:pt x="5831" y="22165"/>
                  </a:lnTo>
                  <a:lnTo>
                    <a:pt x="6333" y="22860"/>
                  </a:lnTo>
                  <a:lnTo>
                    <a:pt x="6835" y="23594"/>
                  </a:lnTo>
                  <a:lnTo>
                    <a:pt x="7260" y="24366"/>
                  </a:lnTo>
                  <a:lnTo>
                    <a:pt x="7646" y="25138"/>
                  </a:lnTo>
                  <a:lnTo>
                    <a:pt x="7724" y="25216"/>
                  </a:lnTo>
                  <a:lnTo>
                    <a:pt x="7878" y="25216"/>
                  </a:lnTo>
                  <a:lnTo>
                    <a:pt x="7917" y="25177"/>
                  </a:lnTo>
                  <a:lnTo>
                    <a:pt x="7994" y="25216"/>
                  </a:lnTo>
                  <a:lnTo>
                    <a:pt x="8110" y="25216"/>
                  </a:lnTo>
                  <a:lnTo>
                    <a:pt x="8187" y="25138"/>
                  </a:lnTo>
                  <a:lnTo>
                    <a:pt x="8534" y="24327"/>
                  </a:lnTo>
                  <a:lnTo>
                    <a:pt x="8921" y="23478"/>
                  </a:lnTo>
                  <a:lnTo>
                    <a:pt x="9577" y="21779"/>
                  </a:lnTo>
                  <a:lnTo>
                    <a:pt x="9577" y="21663"/>
                  </a:lnTo>
                  <a:lnTo>
                    <a:pt x="9538" y="21586"/>
                  </a:lnTo>
                  <a:lnTo>
                    <a:pt x="8766" y="20543"/>
                  </a:lnTo>
                  <a:lnTo>
                    <a:pt x="8071" y="19462"/>
                  </a:lnTo>
                  <a:lnTo>
                    <a:pt x="8612" y="19694"/>
                  </a:lnTo>
                  <a:lnTo>
                    <a:pt x="9152" y="19848"/>
                  </a:lnTo>
                  <a:lnTo>
                    <a:pt x="9732" y="19925"/>
                  </a:lnTo>
                  <a:lnTo>
                    <a:pt x="10311" y="19964"/>
                  </a:lnTo>
                  <a:lnTo>
                    <a:pt x="10311" y="20389"/>
                  </a:lnTo>
                  <a:lnTo>
                    <a:pt x="10349" y="20852"/>
                  </a:lnTo>
                  <a:lnTo>
                    <a:pt x="10465" y="21315"/>
                  </a:lnTo>
                  <a:lnTo>
                    <a:pt x="10542" y="21547"/>
                  </a:lnTo>
                  <a:lnTo>
                    <a:pt x="10697" y="21740"/>
                  </a:lnTo>
                  <a:lnTo>
                    <a:pt x="10736" y="21779"/>
                  </a:lnTo>
                  <a:lnTo>
                    <a:pt x="10813" y="21779"/>
                  </a:lnTo>
                  <a:lnTo>
                    <a:pt x="10851" y="21856"/>
                  </a:lnTo>
                  <a:lnTo>
                    <a:pt x="10929" y="21856"/>
                  </a:lnTo>
                  <a:lnTo>
                    <a:pt x="11315" y="21895"/>
                  </a:lnTo>
                  <a:lnTo>
                    <a:pt x="11662" y="21856"/>
                  </a:lnTo>
                  <a:lnTo>
                    <a:pt x="11624" y="22126"/>
                  </a:lnTo>
                  <a:lnTo>
                    <a:pt x="11585" y="22358"/>
                  </a:lnTo>
                  <a:lnTo>
                    <a:pt x="11546" y="22590"/>
                  </a:lnTo>
                  <a:lnTo>
                    <a:pt x="11585" y="22860"/>
                  </a:lnTo>
                  <a:lnTo>
                    <a:pt x="11624" y="23092"/>
                  </a:lnTo>
                  <a:lnTo>
                    <a:pt x="11662" y="23323"/>
                  </a:lnTo>
                  <a:lnTo>
                    <a:pt x="11778" y="23594"/>
                  </a:lnTo>
                  <a:lnTo>
                    <a:pt x="11894" y="23825"/>
                  </a:lnTo>
                  <a:lnTo>
                    <a:pt x="11933" y="23903"/>
                  </a:lnTo>
                  <a:lnTo>
                    <a:pt x="12010" y="23903"/>
                  </a:lnTo>
                  <a:lnTo>
                    <a:pt x="12087" y="23864"/>
                  </a:lnTo>
                  <a:lnTo>
                    <a:pt x="12164" y="23825"/>
                  </a:lnTo>
                  <a:lnTo>
                    <a:pt x="12589" y="23208"/>
                  </a:lnTo>
                  <a:lnTo>
                    <a:pt x="12744" y="23594"/>
                  </a:lnTo>
                  <a:lnTo>
                    <a:pt x="12937" y="23941"/>
                  </a:lnTo>
                  <a:lnTo>
                    <a:pt x="13168" y="24289"/>
                  </a:lnTo>
                  <a:lnTo>
                    <a:pt x="13439" y="24598"/>
                  </a:lnTo>
                  <a:lnTo>
                    <a:pt x="13709" y="24907"/>
                  </a:lnTo>
                  <a:lnTo>
                    <a:pt x="14018" y="25177"/>
                  </a:lnTo>
                  <a:lnTo>
                    <a:pt x="14365" y="25409"/>
                  </a:lnTo>
                  <a:lnTo>
                    <a:pt x="14713" y="25602"/>
                  </a:lnTo>
                  <a:lnTo>
                    <a:pt x="15331" y="25911"/>
                  </a:lnTo>
                  <a:lnTo>
                    <a:pt x="15717" y="26027"/>
                  </a:lnTo>
                  <a:lnTo>
                    <a:pt x="16142" y="26181"/>
                  </a:lnTo>
                  <a:lnTo>
                    <a:pt x="16566" y="26258"/>
                  </a:lnTo>
                  <a:lnTo>
                    <a:pt x="16953" y="26297"/>
                  </a:lnTo>
                  <a:lnTo>
                    <a:pt x="17146" y="26297"/>
                  </a:lnTo>
                  <a:lnTo>
                    <a:pt x="17300" y="26258"/>
                  </a:lnTo>
                  <a:lnTo>
                    <a:pt x="17416" y="26181"/>
                  </a:lnTo>
                  <a:lnTo>
                    <a:pt x="17570" y="26104"/>
                  </a:lnTo>
                  <a:lnTo>
                    <a:pt x="17648" y="25949"/>
                  </a:lnTo>
                  <a:lnTo>
                    <a:pt x="17725" y="25833"/>
                  </a:lnTo>
                  <a:lnTo>
                    <a:pt x="17841" y="25486"/>
                  </a:lnTo>
                  <a:lnTo>
                    <a:pt x="17879" y="25100"/>
                  </a:lnTo>
                  <a:lnTo>
                    <a:pt x="17841" y="24675"/>
                  </a:lnTo>
                  <a:lnTo>
                    <a:pt x="17802" y="24289"/>
                  </a:lnTo>
                  <a:lnTo>
                    <a:pt x="17686" y="23903"/>
                  </a:lnTo>
                  <a:lnTo>
                    <a:pt x="17493" y="23246"/>
                  </a:lnTo>
                  <a:lnTo>
                    <a:pt x="17223" y="22706"/>
                  </a:lnTo>
                  <a:lnTo>
                    <a:pt x="16914" y="22204"/>
                  </a:lnTo>
                  <a:lnTo>
                    <a:pt x="16528" y="21740"/>
                  </a:lnTo>
                  <a:lnTo>
                    <a:pt x="16103" y="21354"/>
                  </a:lnTo>
                  <a:lnTo>
                    <a:pt x="16296" y="21315"/>
                  </a:lnTo>
                  <a:lnTo>
                    <a:pt x="16489" y="21277"/>
                  </a:lnTo>
                  <a:lnTo>
                    <a:pt x="16682" y="21161"/>
                  </a:lnTo>
                  <a:lnTo>
                    <a:pt x="16875" y="21045"/>
                  </a:lnTo>
                  <a:lnTo>
                    <a:pt x="16914" y="21007"/>
                  </a:lnTo>
                  <a:lnTo>
                    <a:pt x="16953" y="20929"/>
                  </a:lnTo>
                  <a:lnTo>
                    <a:pt x="16914" y="20814"/>
                  </a:lnTo>
                  <a:lnTo>
                    <a:pt x="16875" y="20775"/>
                  </a:lnTo>
                  <a:lnTo>
                    <a:pt x="16335" y="20466"/>
                  </a:lnTo>
                  <a:lnTo>
                    <a:pt x="15833" y="20196"/>
                  </a:lnTo>
                  <a:lnTo>
                    <a:pt x="15292" y="20003"/>
                  </a:lnTo>
                  <a:lnTo>
                    <a:pt x="14713" y="19848"/>
                  </a:lnTo>
                  <a:lnTo>
                    <a:pt x="14983" y="19346"/>
                  </a:lnTo>
                  <a:lnTo>
                    <a:pt x="14983" y="19230"/>
                  </a:lnTo>
                  <a:lnTo>
                    <a:pt x="14983" y="19114"/>
                  </a:lnTo>
                  <a:lnTo>
                    <a:pt x="14983" y="19076"/>
                  </a:lnTo>
                  <a:lnTo>
                    <a:pt x="14945" y="19037"/>
                  </a:lnTo>
                  <a:lnTo>
                    <a:pt x="14172" y="18574"/>
                  </a:lnTo>
                  <a:lnTo>
                    <a:pt x="13825" y="18342"/>
                  </a:lnTo>
                  <a:lnTo>
                    <a:pt x="13477" y="18033"/>
                  </a:lnTo>
                  <a:lnTo>
                    <a:pt x="13554" y="17879"/>
                  </a:lnTo>
                  <a:lnTo>
                    <a:pt x="13670" y="17493"/>
                  </a:lnTo>
                  <a:lnTo>
                    <a:pt x="13747" y="17106"/>
                  </a:lnTo>
                  <a:lnTo>
                    <a:pt x="13786" y="16720"/>
                  </a:lnTo>
                  <a:lnTo>
                    <a:pt x="13825" y="16334"/>
                  </a:lnTo>
                  <a:lnTo>
                    <a:pt x="14249" y="17106"/>
                  </a:lnTo>
                  <a:lnTo>
                    <a:pt x="14674" y="17956"/>
                  </a:lnTo>
                  <a:lnTo>
                    <a:pt x="14751" y="18033"/>
                  </a:lnTo>
                  <a:lnTo>
                    <a:pt x="14867" y="18033"/>
                  </a:lnTo>
                  <a:lnTo>
                    <a:pt x="15640" y="18072"/>
                  </a:lnTo>
                  <a:lnTo>
                    <a:pt x="16412" y="18110"/>
                  </a:lnTo>
                  <a:lnTo>
                    <a:pt x="17184" y="18188"/>
                  </a:lnTo>
                  <a:lnTo>
                    <a:pt x="17957" y="18304"/>
                  </a:lnTo>
                  <a:lnTo>
                    <a:pt x="18111" y="18304"/>
                  </a:lnTo>
                  <a:lnTo>
                    <a:pt x="18188" y="18226"/>
                  </a:lnTo>
                  <a:lnTo>
                    <a:pt x="18227" y="18110"/>
                  </a:lnTo>
                  <a:lnTo>
                    <a:pt x="18188" y="17995"/>
                  </a:lnTo>
                  <a:lnTo>
                    <a:pt x="16798" y="15099"/>
                  </a:lnTo>
                  <a:lnTo>
                    <a:pt x="16064" y="13631"/>
                  </a:lnTo>
                  <a:lnTo>
                    <a:pt x="15678" y="12936"/>
                  </a:lnTo>
                  <a:lnTo>
                    <a:pt x="15253" y="12241"/>
                  </a:lnTo>
                  <a:lnTo>
                    <a:pt x="15176" y="12202"/>
                  </a:lnTo>
                  <a:lnTo>
                    <a:pt x="15099" y="12202"/>
                  </a:lnTo>
                  <a:lnTo>
                    <a:pt x="14713" y="12164"/>
                  </a:lnTo>
                  <a:lnTo>
                    <a:pt x="14288" y="12164"/>
                  </a:lnTo>
                  <a:lnTo>
                    <a:pt x="13516" y="12125"/>
                  </a:lnTo>
                  <a:lnTo>
                    <a:pt x="12164" y="12009"/>
                  </a:lnTo>
                  <a:lnTo>
                    <a:pt x="11662" y="11198"/>
                  </a:lnTo>
                  <a:lnTo>
                    <a:pt x="11122" y="10465"/>
                  </a:lnTo>
                  <a:lnTo>
                    <a:pt x="10542" y="9731"/>
                  </a:lnTo>
                  <a:lnTo>
                    <a:pt x="10002" y="8997"/>
                  </a:lnTo>
                  <a:lnTo>
                    <a:pt x="8959" y="7762"/>
                  </a:lnTo>
                  <a:lnTo>
                    <a:pt x="7839" y="6565"/>
                  </a:lnTo>
                  <a:lnTo>
                    <a:pt x="6720" y="5406"/>
                  </a:lnTo>
                  <a:lnTo>
                    <a:pt x="5561" y="4286"/>
                  </a:lnTo>
                  <a:lnTo>
                    <a:pt x="4325" y="3205"/>
                  </a:lnTo>
                  <a:lnTo>
                    <a:pt x="3128" y="2163"/>
                  </a:lnTo>
                  <a:lnTo>
                    <a:pt x="1854" y="1120"/>
                  </a:lnTo>
                  <a:lnTo>
                    <a:pt x="580" y="116"/>
                  </a:lnTo>
                  <a:lnTo>
                    <a:pt x="541" y="77"/>
                  </a:lnTo>
                  <a:lnTo>
                    <a:pt x="464" y="77"/>
                  </a:lnTo>
                  <a:lnTo>
                    <a:pt x="348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5"/>
            <p:cNvSpPr/>
            <p:nvPr/>
          </p:nvSpPr>
          <p:spPr>
            <a:xfrm>
              <a:off x="3031900" y="4271250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4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8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1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5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9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5"/>
                  </a:lnTo>
                  <a:lnTo>
                    <a:pt x="1159" y="541"/>
                  </a:lnTo>
                  <a:lnTo>
                    <a:pt x="1352" y="426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9"/>
                  </a:lnTo>
                  <a:lnTo>
                    <a:pt x="309" y="928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6"/>
                  </a:lnTo>
                  <a:lnTo>
                    <a:pt x="0" y="2009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3" y="2858"/>
                  </a:lnTo>
                  <a:lnTo>
                    <a:pt x="425" y="3244"/>
                  </a:lnTo>
                  <a:lnTo>
                    <a:pt x="695" y="3553"/>
                  </a:lnTo>
                  <a:lnTo>
                    <a:pt x="1043" y="3824"/>
                  </a:lnTo>
                  <a:lnTo>
                    <a:pt x="1468" y="4017"/>
                  </a:lnTo>
                  <a:lnTo>
                    <a:pt x="1661" y="4094"/>
                  </a:lnTo>
                  <a:lnTo>
                    <a:pt x="1893" y="4133"/>
                  </a:lnTo>
                  <a:lnTo>
                    <a:pt x="2317" y="4133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3"/>
                  </a:lnTo>
                  <a:lnTo>
                    <a:pt x="4171" y="1430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7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5"/>
            <p:cNvSpPr/>
            <p:nvPr/>
          </p:nvSpPr>
          <p:spPr>
            <a:xfrm>
              <a:off x="2923775" y="3946900"/>
              <a:ext cx="335975" cy="782925"/>
            </a:xfrm>
            <a:custGeom>
              <a:avLst/>
              <a:gdLst/>
              <a:ahLst/>
              <a:cxnLst/>
              <a:rect l="l" t="t" r="r" b="b"/>
              <a:pathLst>
                <a:path w="13439" h="31317" extrusionOk="0">
                  <a:moveTo>
                    <a:pt x="6488" y="386"/>
                  </a:moveTo>
                  <a:lnTo>
                    <a:pt x="6526" y="464"/>
                  </a:lnTo>
                  <a:lnTo>
                    <a:pt x="7144" y="2008"/>
                  </a:lnTo>
                  <a:lnTo>
                    <a:pt x="7685" y="3553"/>
                  </a:lnTo>
                  <a:lnTo>
                    <a:pt x="8226" y="5136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1"/>
                  </a:lnTo>
                  <a:lnTo>
                    <a:pt x="7530" y="7337"/>
                  </a:lnTo>
                  <a:lnTo>
                    <a:pt x="7222" y="7453"/>
                  </a:lnTo>
                  <a:lnTo>
                    <a:pt x="6913" y="7530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0"/>
                  </a:lnTo>
                  <a:lnTo>
                    <a:pt x="5522" y="7492"/>
                  </a:lnTo>
                  <a:lnTo>
                    <a:pt x="4866" y="7337"/>
                  </a:lnTo>
                  <a:lnTo>
                    <a:pt x="4210" y="7105"/>
                  </a:lnTo>
                  <a:lnTo>
                    <a:pt x="3592" y="6874"/>
                  </a:lnTo>
                  <a:lnTo>
                    <a:pt x="3862" y="6024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3"/>
                  </a:lnTo>
                  <a:lnTo>
                    <a:pt x="5214" y="2742"/>
                  </a:lnTo>
                  <a:lnTo>
                    <a:pt x="5600" y="1931"/>
                  </a:lnTo>
                  <a:lnTo>
                    <a:pt x="6024" y="1159"/>
                  </a:lnTo>
                  <a:lnTo>
                    <a:pt x="6488" y="386"/>
                  </a:lnTo>
                  <a:close/>
                  <a:moveTo>
                    <a:pt x="8805" y="7028"/>
                  </a:moveTo>
                  <a:lnTo>
                    <a:pt x="9230" y="8418"/>
                  </a:lnTo>
                  <a:lnTo>
                    <a:pt x="9577" y="9847"/>
                  </a:lnTo>
                  <a:lnTo>
                    <a:pt x="9847" y="11083"/>
                  </a:lnTo>
                  <a:lnTo>
                    <a:pt x="10079" y="12357"/>
                  </a:lnTo>
                  <a:lnTo>
                    <a:pt x="10233" y="13631"/>
                  </a:lnTo>
                  <a:lnTo>
                    <a:pt x="10388" y="14906"/>
                  </a:lnTo>
                  <a:lnTo>
                    <a:pt x="10465" y="16180"/>
                  </a:lnTo>
                  <a:lnTo>
                    <a:pt x="10504" y="16836"/>
                  </a:lnTo>
                  <a:lnTo>
                    <a:pt x="10504" y="17493"/>
                  </a:lnTo>
                  <a:lnTo>
                    <a:pt x="10504" y="18188"/>
                  </a:lnTo>
                  <a:lnTo>
                    <a:pt x="10427" y="18844"/>
                  </a:lnTo>
                  <a:lnTo>
                    <a:pt x="10311" y="19462"/>
                  </a:lnTo>
                  <a:lnTo>
                    <a:pt x="10118" y="20080"/>
                  </a:lnTo>
                  <a:lnTo>
                    <a:pt x="9886" y="20659"/>
                  </a:lnTo>
                  <a:lnTo>
                    <a:pt x="9538" y="21161"/>
                  </a:lnTo>
                  <a:lnTo>
                    <a:pt x="9384" y="21393"/>
                  </a:lnTo>
                  <a:lnTo>
                    <a:pt x="9152" y="21586"/>
                  </a:lnTo>
                  <a:lnTo>
                    <a:pt x="8959" y="21779"/>
                  </a:lnTo>
                  <a:lnTo>
                    <a:pt x="8728" y="21972"/>
                  </a:lnTo>
                  <a:lnTo>
                    <a:pt x="8496" y="22127"/>
                  </a:lnTo>
                  <a:lnTo>
                    <a:pt x="8226" y="22242"/>
                  </a:lnTo>
                  <a:lnTo>
                    <a:pt x="7955" y="22358"/>
                  </a:lnTo>
                  <a:lnTo>
                    <a:pt x="7685" y="22435"/>
                  </a:lnTo>
                  <a:lnTo>
                    <a:pt x="7415" y="22474"/>
                  </a:lnTo>
                  <a:lnTo>
                    <a:pt x="6797" y="22474"/>
                  </a:lnTo>
                  <a:lnTo>
                    <a:pt x="6488" y="22435"/>
                  </a:lnTo>
                  <a:lnTo>
                    <a:pt x="5909" y="22281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4"/>
                  </a:lnTo>
                  <a:lnTo>
                    <a:pt x="4094" y="20929"/>
                  </a:lnTo>
                  <a:lnTo>
                    <a:pt x="3785" y="20466"/>
                  </a:lnTo>
                  <a:lnTo>
                    <a:pt x="3476" y="19964"/>
                  </a:lnTo>
                  <a:lnTo>
                    <a:pt x="3244" y="19424"/>
                  </a:lnTo>
                  <a:lnTo>
                    <a:pt x="3051" y="18883"/>
                  </a:lnTo>
                  <a:lnTo>
                    <a:pt x="2897" y="18342"/>
                  </a:lnTo>
                  <a:lnTo>
                    <a:pt x="2781" y="17802"/>
                  </a:lnTo>
                  <a:lnTo>
                    <a:pt x="2704" y="17222"/>
                  </a:lnTo>
                  <a:lnTo>
                    <a:pt x="2588" y="16103"/>
                  </a:lnTo>
                  <a:lnTo>
                    <a:pt x="2511" y="14944"/>
                  </a:lnTo>
                  <a:lnTo>
                    <a:pt x="2511" y="13747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2"/>
                  </a:lnTo>
                  <a:lnTo>
                    <a:pt x="3128" y="8689"/>
                  </a:lnTo>
                  <a:lnTo>
                    <a:pt x="3283" y="7916"/>
                  </a:lnTo>
                  <a:lnTo>
                    <a:pt x="3515" y="7183"/>
                  </a:lnTo>
                  <a:lnTo>
                    <a:pt x="4132" y="7453"/>
                  </a:lnTo>
                  <a:lnTo>
                    <a:pt x="4827" y="7685"/>
                  </a:lnTo>
                  <a:lnTo>
                    <a:pt x="5522" y="7839"/>
                  </a:lnTo>
                  <a:lnTo>
                    <a:pt x="5909" y="7916"/>
                  </a:lnTo>
                  <a:lnTo>
                    <a:pt x="6256" y="7916"/>
                  </a:lnTo>
                  <a:lnTo>
                    <a:pt x="6604" y="7955"/>
                  </a:lnTo>
                  <a:lnTo>
                    <a:pt x="6990" y="7916"/>
                  </a:lnTo>
                  <a:lnTo>
                    <a:pt x="7299" y="7878"/>
                  </a:lnTo>
                  <a:lnTo>
                    <a:pt x="7646" y="7762"/>
                  </a:lnTo>
                  <a:lnTo>
                    <a:pt x="7955" y="7646"/>
                  </a:lnTo>
                  <a:lnTo>
                    <a:pt x="8264" y="7492"/>
                  </a:lnTo>
                  <a:lnTo>
                    <a:pt x="8573" y="7260"/>
                  </a:lnTo>
                  <a:lnTo>
                    <a:pt x="8805" y="7028"/>
                  </a:lnTo>
                  <a:close/>
                  <a:moveTo>
                    <a:pt x="8650" y="22474"/>
                  </a:moveTo>
                  <a:lnTo>
                    <a:pt x="8766" y="22822"/>
                  </a:lnTo>
                  <a:lnTo>
                    <a:pt x="8921" y="23169"/>
                  </a:lnTo>
                  <a:lnTo>
                    <a:pt x="8496" y="23401"/>
                  </a:lnTo>
                  <a:lnTo>
                    <a:pt x="8071" y="23555"/>
                  </a:lnTo>
                  <a:lnTo>
                    <a:pt x="7608" y="23633"/>
                  </a:lnTo>
                  <a:lnTo>
                    <a:pt x="7144" y="23671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2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4"/>
                  </a:lnTo>
                  <a:lnTo>
                    <a:pt x="5870" y="22629"/>
                  </a:lnTo>
                  <a:lnTo>
                    <a:pt x="6256" y="22783"/>
                  </a:lnTo>
                  <a:lnTo>
                    <a:pt x="6681" y="22860"/>
                  </a:lnTo>
                  <a:lnTo>
                    <a:pt x="7067" y="22899"/>
                  </a:lnTo>
                  <a:lnTo>
                    <a:pt x="7453" y="22860"/>
                  </a:lnTo>
                  <a:lnTo>
                    <a:pt x="7878" y="22822"/>
                  </a:lnTo>
                  <a:lnTo>
                    <a:pt x="8264" y="22667"/>
                  </a:lnTo>
                  <a:lnTo>
                    <a:pt x="8650" y="22474"/>
                  </a:lnTo>
                  <a:close/>
                  <a:moveTo>
                    <a:pt x="10890" y="16798"/>
                  </a:moveTo>
                  <a:lnTo>
                    <a:pt x="11392" y="17261"/>
                  </a:lnTo>
                  <a:lnTo>
                    <a:pt x="11933" y="17647"/>
                  </a:lnTo>
                  <a:lnTo>
                    <a:pt x="12512" y="18033"/>
                  </a:lnTo>
                  <a:lnTo>
                    <a:pt x="13091" y="18342"/>
                  </a:lnTo>
                  <a:lnTo>
                    <a:pt x="12937" y="19771"/>
                  </a:lnTo>
                  <a:lnTo>
                    <a:pt x="12821" y="21238"/>
                  </a:lnTo>
                  <a:lnTo>
                    <a:pt x="12705" y="24212"/>
                  </a:lnTo>
                  <a:lnTo>
                    <a:pt x="11894" y="23594"/>
                  </a:lnTo>
                  <a:lnTo>
                    <a:pt x="11044" y="23015"/>
                  </a:lnTo>
                  <a:lnTo>
                    <a:pt x="10813" y="22860"/>
                  </a:lnTo>
                  <a:lnTo>
                    <a:pt x="10620" y="22667"/>
                  </a:lnTo>
                  <a:lnTo>
                    <a:pt x="10581" y="22590"/>
                  </a:lnTo>
                  <a:lnTo>
                    <a:pt x="10542" y="22435"/>
                  </a:lnTo>
                  <a:lnTo>
                    <a:pt x="10542" y="22127"/>
                  </a:lnTo>
                  <a:lnTo>
                    <a:pt x="10542" y="21393"/>
                  </a:lnTo>
                  <a:lnTo>
                    <a:pt x="10504" y="20659"/>
                  </a:lnTo>
                  <a:lnTo>
                    <a:pt x="10504" y="20582"/>
                  </a:lnTo>
                  <a:lnTo>
                    <a:pt x="10465" y="20543"/>
                  </a:lnTo>
                  <a:lnTo>
                    <a:pt x="10388" y="20466"/>
                  </a:lnTo>
                  <a:lnTo>
                    <a:pt x="10542" y="19964"/>
                  </a:lnTo>
                  <a:lnTo>
                    <a:pt x="10697" y="19424"/>
                  </a:lnTo>
                  <a:lnTo>
                    <a:pt x="10774" y="18883"/>
                  </a:lnTo>
                  <a:lnTo>
                    <a:pt x="10851" y="18304"/>
                  </a:lnTo>
                  <a:lnTo>
                    <a:pt x="10890" y="17570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4"/>
                  </a:lnTo>
                  <a:lnTo>
                    <a:pt x="6140" y="23826"/>
                  </a:lnTo>
                  <a:lnTo>
                    <a:pt x="6642" y="23941"/>
                  </a:lnTo>
                  <a:lnTo>
                    <a:pt x="7144" y="23980"/>
                  </a:lnTo>
                  <a:lnTo>
                    <a:pt x="7646" y="23980"/>
                  </a:lnTo>
                  <a:lnTo>
                    <a:pt x="8148" y="23864"/>
                  </a:lnTo>
                  <a:lnTo>
                    <a:pt x="8612" y="23710"/>
                  </a:lnTo>
                  <a:lnTo>
                    <a:pt x="9075" y="23439"/>
                  </a:lnTo>
                  <a:lnTo>
                    <a:pt x="9384" y="23903"/>
                  </a:lnTo>
                  <a:lnTo>
                    <a:pt x="8843" y="24173"/>
                  </a:lnTo>
                  <a:lnTo>
                    <a:pt x="8303" y="24366"/>
                  </a:lnTo>
                  <a:lnTo>
                    <a:pt x="7762" y="24482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3"/>
                  </a:lnTo>
                  <a:lnTo>
                    <a:pt x="5561" y="24289"/>
                  </a:lnTo>
                  <a:lnTo>
                    <a:pt x="4982" y="24096"/>
                  </a:lnTo>
                  <a:lnTo>
                    <a:pt x="5059" y="23903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7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2"/>
                  </a:lnTo>
                  <a:lnTo>
                    <a:pt x="2974" y="19771"/>
                  </a:lnTo>
                  <a:lnTo>
                    <a:pt x="3244" y="20312"/>
                  </a:lnTo>
                  <a:lnTo>
                    <a:pt x="3244" y="20350"/>
                  </a:lnTo>
                  <a:lnTo>
                    <a:pt x="3206" y="21200"/>
                  </a:lnTo>
                  <a:lnTo>
                    <a:pt x="3244" y="22049"/>
                  </a:lnTo>
                  <a:lnTo>
                    <a:pt x="3283" y="22358"/>
                  </a:lnTo>
                  <a:lnTo>
                    <a:pt x="3321" y="22706"/>
                  </a:lnTo>
                  <a:lnTo>
                    <a:pt x="3321" y="23053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8"/>
                  </a:lnTo>
                  <a:lnTo>
                    <a:pt x="3051" y="23633"/>
                  </a:lnTo>
                  <a:lnTo>
                    <a:pt x="2704" y="23903"/>
                  </a:lnTo>
                  <a:lnTo>
                    <a:pt x="2009" y="24405"/>
                  </a:lnTo>
                  <a:lnTo>
                    <a:pt x="773" y="25409"/>
                  </a:lnTo>
                  <a:lnTo>
                    <a:pt x="811" y="24675"/>
                  </a:lnTo>
                  <a:lnTo>
                    <a:pt x="850" y="23941"/>
                  </a:lnTo>
                  <a:lnTo>
                    <a:pt x="811" y="23169"/>
                  </a:lnTo>
                  <a:lnTo>
                    <a:pt x="773" y="22435"/>
                  </a:lnTo>
                  <a:lnTo>
                    <a:pt x="657" y="21238"/>
                  </a:lnTo>
                  <a:lnTo>
                    <a:pt x="503" y="20466"/>
                  </a:lnTo>
                  <a:lnTo>
                    <a:pt x="425" y="20080"/>
                  </a:lnTo>
                  <a:lnTo>
                    <a:pt x="464" y="19694"/>
                  </a:lnTo>
                  <a:lnTo>
                    <a:pt x="503" y="19655"/>
                  </a:lnTo>
                  <a:lnTo>
                    <a:pt x="541" y="19578"/>
                  </a:lnTo>
                  <a:lnTo>
                    <a:pt x="541" y="19539"/>
                  </a:lnTo>
                  <a:lnTo>
                    <a:pt x="541" y="19462"/>
                  </a:lnTo>
                  <a:lnTo>
                    <a:pt x="1429" y="18420"/>
                  </a:lnTo>
                  <a:lnTo>
                    <a:pt x="2356" y="17377"/>
                  </a:lnTo>
                  <a:close/>
                  <a:moveTo>
                    <a:pt x="8148" y="24830"/>
                  </a:moveTo>
                  <a:lnTo>
                    <a:pt x="8148" y="25061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7"/>
                  </a:lnTo>
                  <a:lnTo>
                    <a:pt x="7878" y="25216"/>
                  </a:lnTo>
                  <a:lnTo>
                    <a:pt x="7839" y="25293"/>
                  </a:lnTo>
                  <a:lnTo>
                    <a:pt x="7839" y="25370"/>
                  </a:lnTo>
                  <a:lnTo>
                    <a:pt x="7994" y="25872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59"/>
                  </a:lnTo>
                  <a:lnTo>
                    <a:pt x="8148" y="28961"/>
                  </a:lnTo>
                  <a:lnTo>
                    <a:pt x="8071" y="29502"/>
                  </a:lnTo>
                  <a:lnTo>
                    <a:pt x="7762" y="29193"/>
                  </a:lnTo>
                  <a:lnTo>
                    <a:pt x="7453" y="28884"/>
                  </a:lnTo>
                  <a:lnTo>
                    <a:pt x="7260" y="28537"/>
                  </a:lnTo>
                  <a:lnTo>
                    <a:pt x="7067" y="28189"/>
                  </a:lnTo>
                  <a:lnTo>
                    <a:pt x="6951" y="27803"/>
                  </a:lnTo>
                  <a:lnTo>
                    <a:pt x="6874" y="27417"/>
                  </a:lnTo>
                  <a:lnTo>
                    <a:pt x="6835" y="26953"/>
                  </a:lnTo>
                  <a:lnTo>
                    <a:pt x="6835" y="26490"/>
                  </a:lnTo>
                  <a:lnTo>
                    <a:pt x="6874" y="26104"/>
                  </a:lnTo>
                  <a:lnTo>
                    <a:pt x="6874" y="25756"/>
                  </a:lnTo>
                  <a:lnTo>
                    <a:pt x="6835" y="25602"/>
                  </a:lnTo>
                  <a:lnTo>
                    <a:pt x="6758" y="25486"/>
                  </a:lnTo>
                  <a:lnTo>
                    <a:pt x="6642" y="25370"/>
                  </a:lnTo>
                  <a:lnTo>
                    <a:pt x="6488" y="25293"/>
                  </a:lnTo>
                  <a:lnTo>
                    <a:pt x="6604" y="25100"/>
                  </a:lnTo>
                  <a:lnTo>
                    <a:pt x="6720" y="24984"/>
                  </a:lnTo>
                  <a:lnTo>
                    <a:pt x="7106" y="24984"/>
                  </a:lnTo>
                  <a:lnTo>
                    <a:pt x="7453" y="24945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4"/>
                  </a:lnTo>
                  <a:lnTo>
                    <a:pt x="9500" y="25409"/>
                  </a:lnTo>
                  <a:lnTo>
                    <a:pt x="9809" y="25795"/>
                  </a:lnTo>
                  <a:lnTo>
                    <a:pt x="10118" y="26258"/>
                  </a:lnTo>
                  <a:lnTo>
                    <a:pt x="9847" y="26220"/>
                  </a:lnTo>
                  <a:lnTo>
                    <a:pt x="9616" y="26104"/>
                  </a:lnTo>
                  <a:lnTo>
                    <a:pt x="9423" y="25949"/>
                  </a:lnTo>
                  <a:lnTo>
                    <a:pt x="9230" y="25756"/>
                  </a:lnTo>
                  <a:lnTo>
                    <a:pt x="9191" y="25679"/>
                  </a:lnTo>
                  <a:lnTo>
                    <a:pt x="8998" y="25679"/>
                  </a:lnTo>
                  <a:lnTo>
                    <a:pt x="8959" y="25718"/>
                  </a:lnTo>
                  <a:lnTo>
                    <a:pt x="8921" y="25795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0"/>
                  </a:lnTo>
                  <a:lnTo>
                    <a:pt x="9423" y="27069"/>
                  </a:lnTo>
                  <a:lnTo>
                    <a:pt x="9500" y="27378"/>
                  </a:lnTo>
                  <a:lnTo>
                    <a:pt x="9538" y="27687"/>
                  </a:lnTo>
                  <a:lnTo>
                    <a:pt x="9538" y="27996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79"/>
                  </a:lnTo>
                  <a:lnTo>
                    <a:pt x="9230" y="29888"/>
                  </a:lnTo>
                  <a:lnTo>
                    <a:pt x="9075" y="30158"/>
                  </a:lnTo>
                  <a:lnTo>
                    <a:pt x="8921" y="30429"/>
                  </a:lnTo>
                  <a:lnTo>
                    <a:pt x="8728" y="30660"/>
                  </a:lnTo>
                  <a:lnTo>
                    <a:pt x="8534" y="30776"/>
                  </a:lnTo>
                  <a:lnTo>
                    <a:pt x="8341" y="30853"/>
                  </a:lnTo>
                  <a:lnTo>
                    <a:pt x="8187" y="30853"/>
                  </a:lnTo>
                  <a:lnTo>
                    <a:pt x="7994" y="30776"/>
                  </a:lnTo>
                  <a:lnTo>
                    <a:pt x="7839" y="30699"/>
                  </a:lnTo>
                  <a:lnTo>
                    <a:pt x="7685" y="30583"/>
                  </a:lnTo>
                  <a:lnTo>
                    <a:pt x="7376" y="30274"/>
                  </a:lnTo>
                  <a:lnTo>
                    <a:pt x="6874" y="29772"/>
                  </a:lnTo>
                  <a:lnTo>
                    <a:pt x="6681" y="29502"/>
                  </a:lnTo>
                  <a:lnTo>
                    <a:pt x="6488" y="29193"/>
                  </a:lnTo>
                  <a:lnTo>
                    <a:pt x="6295" y="28846"/>
                  </a:lnTo>
                  <a:lnTo>
                    <a:pt x="6102" y="28459"/>
                  </a:lnTo>
                  <a:lnTo>
                    <a:pt x="5986" y="28073"/>
                  </a:lnTo>
                  <a:lnTo>
                    <a:pt x="5909" y="27687"/>
                  </a:lnTo>
                  <a:lnTo>
                    <a:pt x="5870" y="27262"/>
                  </a:lnTo>
                  <a:lnTo>
                    <a:pt x="5870" y="26876"/>
                  </a:lnTo>
                  <a:lnTo>
                    <a:pt x="5909" y="26490"/>
                  </a:lnTo>
                  <a:lnTo>
                    <a:pt x="6024" y="26065"/>
                  </a:lnTo>
                  <a:lnTo>
                    <a:pt x="6024" y="25949"/>
                  </a:lnTo>
                  <a:lnTo>
                    <a:pt x="5947" y="25911"/>
                  </a:lnTo>
                  <a:lnTo>
                    <a:pt x="5870" y="25872"/>
                  </a:lnTo>
                  <a:lnTo>
                    <a:pt x="5793" y="25872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7"/>
                  </a:lnTo>
                  <a:lnTo>
                    <a:pt x="5445" y="25100"/>
                  </a:lnTo>
                  <a:lnTo>
                    <a:pt x="5716" y="24752"/>
                  </a:lnTo>
                  <a:lnTo>
                    <a:pt x="6102" y="24868"/>
                  </a:lnTo>
                  <a:lnTo>
                    <a:pt x="6488" y="24945"/>
                  </a:lnTo>
                  <a:lnTo>
                    <a:pt x="6333" y="25100"/>
                  </a:lnTo>
                  <a:lnTo>
                    <a:pt x="6179" y="25293"/>
                  </a:lnTo>
                  <a:lnTo>
                    <a:pt x="6179" y="25370"/>
                  </a:lnTo>
                  <a:lnTo>
                    <a:pt x="6179" y="25447"/>
                  </a:lnTo>
                  <a:lnTo>
                    <a:pt x="6256" y="25486"/>
                  </a:lnTo>
                  <a:lnTo>
                    <a:pt x="6295" y="25486"/>
                  </a:lnTo>
                  <a:lnTo>
                    <a:pt x="6372" y="25525"/>
                  </a:lnTo>
                  <a:lnTo>
                    <a:pt x="6449" y="25602"/>
                  </a:lnTo>
                  <a:lnTo>
                    <a:pt x="6526" y="25795"/>
                  </a:lnTo>
                  <a:lnTo>
                    <a:pt x="6565" y="26104"/>
                  </a:lnTo>
                  <a:lnTo>
                    <a:pt x="6604" y="26451"/>
                  </a:lnTo>
                  <a:lnTo>
                    <a:pt x="6604" y="27146"/>
                  </a:lnTo>
                  <a:lnTo>
                    <a:pt x="6604" y="27610"/>
                  </a:lnTo>
                  <a:lnTo>
                    <a:pt x="6681" y="28073"/>
                  </a:lnTo>
                  <a:lnTo>
                    <a:pt x="6835" y="28498"/>
                  </a:lnTo>
                  <a:lnTo>
                    <a:pt x="7067" y="28923"/>
                  </a:lnTo>
                  <a:lnTo>
                    <a:pt x="7376" y="29309"/>
                  </a:lnTo>
                  <a:lnTo>
                    <a:pt x="7569" y="29463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49"/>
                  </a:lnTo>
                  <a:lnTo>
                    <a:pt x="8264" y="29849"/>
                  </a:lnTo>
                  <a:lnTo>
                    <a:pt x="8303" y="29811"/>
                  </a:lnTo>
                  <a:lnTo>
                    <a:pt x="8303" y="29734"/>
                  </a:lnTo>
                  <a:lnTo>
                    <a:pt x="8303" y="29695"/>
                  </a:lnTo>
                  <a:lnTo>
                    <a:pt x="8303" y="29656"/>
                  </a:lnTo>
                  <a:lnTo>
                    <a:pt x="8419" y="29154"/>
                  </a:lnTo>
                  <a:lnTo>
                    <a:pt x="8496" y="28614"/>
                  </a:lnTo>
                  <a:lnTo>
                    <a:pt x="8534" y="28112"/>
                  </a:lnTo>
                  <a:lnTo>
                    <a:pt x="8534" y="27571"/>
                  </a:lnTo>
                  <a:lnTo>
                    <a:pt x="8534" y="27069"/>
                  </a:lnTo>
                  <a:lnTo>
                    <a:pt x="8457" y="26567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6"/>
                  </a:lnTo>
                  <a:lnTo>
                    <a:pt x="8650" y="25409"/>
                  </a:lnTo>
                  <a:lnTo>
                    <a:pt x="8650" y="25370"/>
                  </a:lnTo>
                  <a:lnTo>
                    <a:pt x="8612" y="25293"/>
                  </a:lnTo>
                  <a:lnTo>
                    <a:pt x="8380" y="24791"/>
                  </a:lnTo>
                  <a:lnTo>
                    <a:pt x="8805" y="24637"/>
                  </a:lnTo>
                  <a:close/>
                  <a:moveTo>
                    <a:pt x="6449" y="0"/>
                  </a:moveTo>
                  <a:lnTo>
                    <a:pt x="6411" y="39"/>
                  </a:lnTo>
                  <a:lnTo>
                    <a:pt x="6411" y="116"/>
                  </a:lnTo>
                  <a:lnTo>
                    <a:pt x="6333" y="116"/>
                  </a:lnTo>
                  <a:lnTo>
                    <a:pt x="6295" y="193"/>
                  </a:lnTo>
                  <a:lnTo>
                    <a:pt x="5600" y="1275"/>
                  </a:lnTo>
                  <a:lnTo>
                    <a:pt x="4943" y="2433"/>
                  </a:lnTo>
                  <a:lnTo>
                    <a:pt x="4403" y="3591"/>
                  </a:lnTo>
                  <a:lnTo>
                    <a:pt x="3901" y="4827"/>
                  </a:lnTo>
                  <a:lnTo>
                    <a:pt x="3437" y="6063"/>
                  </a:lnTo>
                  <a:lnTo>
                    <a:pt x="3090" y="7298"/>
                  </a:lnTo>
                  <a:lnTo>
                    <a:pt x="2742" y="8573"/>
                  </a:lnTo>
                  <a:lnTo>
                    <a:pt x="2511" y="9847"/>
                  </a:lnTo>
                  <a:lnTo>
                    <a:pt x="2317" y="11160"/>
                  </a:lnTo>
                  <a:lnTo>
                    <a:pt x="2202" y="12473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8"/>
                  </a:lnTo>
                  <a:lnTo>
                    <a:pt x="541" y="18806"/>
                  </a:lnTo>
                  <a:lnTo>
                    <a:pt x="39" y="19462"/>
                  </a:lnTo>
                  <a:lnTo>
                    <a:pt x="1" y="19501"/>
                  </a:lnTo>
                  <a:lnTo>
                    <a:pt x="1" y="19578"/>
                  </a:lnTo>
                  <a:lnTo>
                    <a:pt x="78" y="19694"/>
                  </a:lnTo>
                  <a:lnTo>
                    <a:pt x="39" y="19964"/>
                  </a:lnTo>
                  <a:lnTo>
                    <a:pt x="39" y="20273"/>
                  </a:lnTo>
                  <a:lnTo>
                    <a:pt x="39" y="20543"/>
                  </a:lnTo>
                  <a:lnTo>
                    <a:pt x="78" y="20852"/>
                  </a:lnTo>
                  <a:lnTo>
                    <a:pt x="194" y="21431"/>
                  </a:lnTo>
                  <a:lnTo>
                    <a:pt x="309" y="22011"/>
                  </a:lnTo>
                  <a:lnTo>
                    <a:pt x="387" y="22899"/>
                  </a:lnTo>
                  <a:lnTo>
                    <a:pt x="425" y="23748"/>
                  </a:lnTo>
                  <a:lnTo>
                    <a:pt x="425" y="24637"/>
                  </a:lnTo>
                  <a:lnTo>
                    <a:pt x="387" y="25486"/>
                  </a:lnTo>
                  <a:lnTo>
                    <a:pt x="387" y="25602"/>
                  </a:lnTo>
                  <a:lnTo>
                    <a:pt x="464" y="25640"/>
                  </a:lnTo>
                  <a:lnTo>
                    <a:pt x="503" y="25679"/>
                  </a:lnTo>
                  <a:lnTo>
                    <a:pt x="580" y="25679"/>
                  </a:lnTo>
                  <a:lnTo>
                    <a:pt x="618" y="25756"/>
                  </a:lnTo>
                  <a:lnTo>
                    <a:pt x="696" y="25795"/>
                  </a:lnTo>
                  <a:lnTo>
                    <a:pt x="811" y="25795"/>
                  </a:lnTo>
                  <a:lnTo>
                    <a:pt x="1584" y="25254"/>
                  </a:lnTo>
                  <a:lnTo>
                    <a:pt x="2279" y="24714"/>
                  </a:lnTo>
                  <a:lnTo>
                    <a:pt x="3746" y="23594"/>
                  </a:lnTo>
                  <a:lnTo>
                    <a:pt x="3785" y="23478"/>
                  </a:lnTo>
                  <a:lnTo>
                    <a:pt x="3785" y="23362"/>
                  </a:lnTo>
                  <a:lnTo>
                    <a:pt x="3630" y="22088"/>
                  </a:lnTo>
                  <a:lnTo>
                    <a:pt x="3592" y="20814"/>
                  </a:lnTo>
                  <a:lnTo>
                    <a:pt x="3939" y="21277"/>
                  </a:lnTo>
                  <a:lnTo>
                    <a:pt x="4364" y="21663"/>
                  </a:lnTo>
                  <a:lnTo>
                    <a:pt x="4789" y="22049"/>
                  </a:lnTo>
                  <a:lnTo>
                    <a:pt x="5252" y="22358"/>
                  </a:lnTo>
                  <a:lnTo>
                    <a:pt x="5059" y="22744"/>
                  </a:lnTo>
                  <a:lnTo>
                    <a:pt x="4866" y="23169"/>
                  </a:lnTo>
                  <a:lnTo>
                    <a:pt x="4712" y="23633"/>
                  </a:lnTo>
                  <a:lnTo>
                    <a:pt x="4673" y="23864"/>
                  </a:lnTo>
                  <a:lnTo>
                    <a:pt x="4712" y="24096"/>
                  </a:lnTo>
                  <a:lnTo>
                    <a:pt x="4750" y="24173"/>
                  </a:lnTo>
                  <a:lnTo>
                    <a:pt x="4789" y="24212"/>
                  </a:lnTo>
                  <a:lnTo>
                    <a:pt x="4827" y="24250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5"/>
                  </a:lnTo>
                  <a:lnTo>
                    <a:pt x="5329" y="24868"/>
                  </a:lnTo>
                  <a:lnTo>
                    <a:pt x="5175" y="25061"/>
                  </a:lnTo>
                  <a:lnTo>
                    <a:pt x="5020" y="25254"/>
                  </a:lnTo>
                  <a:lnTo>
                    <a:pt x="4905" y="25486"/>
                  </a:lnTo>
                  <a:lnTo>
                    <a:pt x="4827" y="25718"/>
                  </a:lnTo>
                  <a:lnTo>
                    <a:pt x="4750" y="25949"/>
                  </a:lnTo>
                  <a:lnTo>
                    <a:pt x="4712" y="26220"/>
                  </a:lnTo>
                  <a:lnTo>
                    <a:pt x="4712" y="26490"/>
                  </a:lnTo>
                  <a:lnTo>
                    <a:pt x="4712" y="26567"/>
                  </a:lnTo>
                  <a:lnTo>
                    <a:pt x="4789" y="26644"/>
                  </a:lnTo>
                  <a:lnTo>
                    <a:pt x="4943" y="26644"/>
                  </a:lnTo>
                  <a:lnTo>
                    <a:pt x="5638" y="26297"/>
                  </a:lnTo>
                  <a:lnTo>
                    <a:pt x="5638" y="26297"/>
                  </a:lnTo>
                  <a:lnTo>
                    <a:pt x="5561" y="26722"/>
                  </a:lnTo>
                  <a:lnTo>
                    <a:pt x="5561" y="27146"/>
                  </a:lnTo>
                  <a:lnTo>
                    <a:pt x="5561" y="27533"/>
                  </a:lnTo>
                  <a:lnTo>
                    <a:pt x="5638" y="27957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6"/>
                  </a:lnTo>
                  <a:lnTo>
                    <a:pt x="6256" y="29463"/>
                  </a:lnTo>
                  <a:lnTo>
                    <a:pt x="6642" y="30004"/>
                  </a:lnTo>
                  <a:lnTo>
                    <a:pt x="6913" y="30351"/>
                  </a:lnTo>
                  <a:lnTo>
                    <a:pt x="7183" y="30660"/>
                  </a:lnTo>
                  <a:lnTo>
                    <a:pt x="7530" y="30969"/>
                  </a:lnTo>
                  <a:lnTo>
                    <a:pt x="7839" y="31162"/>
                  </a:lnTo>
                  <a:lnTo>
                    <a:pt x="7994" y="31240"/>
                  </a:lnTo>
                  <a:lnTo>
                    <a:pt x="8148" y="31317"/>
                  </a:lnTo>
                  <a:lnTo>
                    <a:pt x="8303" y="31317"/>
                  </a:lnTo>
                  <a:lnTo>
                    <a:pt x="8457" y="31278"/>
                  </a:lnTo>
                  <a:lnTo>
                    <a:pt x="8612" y="31240"/>
                  </a:lnTo>
                  <a:lnTo>
                    <a:pt x="8766" y="31162"/>
                  </a:lnTo>
                  <a:lnTo>
                    <a:pt x="8998" y="30892"/>
                  </a:lnTo>
                  <a:lnTo>
                    <a:pt x="9230" y="30583"/>
                  </a:lnTo>
                  <a:lnTo>
                    <a:pt x="9423" y="30236"/>
                  </a:lnTo>
                  <a:lnTo>
                    <a:pt x="9577" y="29849"/>
                  </a:lnTo>
                  <a:lnTo>
                    <a:pt x="9693" y="29463"/>
                  </a:lnTo>
                  <a:lnTo>
                    <a:pt x="9847" y="28807"/>
                  </a:lnTo>
                  <a:lnTo>
                    <a:pt x="9886" y="28228"/>
                  </a:lnTo>
                  <a:lnTo>
                    <a:pt x="9847" y="27610"/>
                  </a:lnTo>
                  <a:lnTo>
                    <a:pt x="9770" y="27031"/>
                  </a:lnTo>
                  <a:lnTo>
                    <a:pt x="9577" y="26490"/>
                  </a:lnTo>
                  <a:lnTo>
                    <a:pt x="9770" y="26529"/>
                  </a:lnTo>
                  <a:lnTo>
                    <a:pt x="9963" y="26567"/>
                  </a:lnTo>
                  <a:lnTo>
                    <a:pt x="10156" y="26606"/>
                  </a:lnTo>
                  <a:lnTo>
                    <a:pt x="10388" y="26606"/>
                  </a:lnTo>
                  <a:lnTo>
                    <a:pt x="10465" y="26567"/>
                  </a:lnTo>
                  <a:lnTo>
                    <a:pt x="10542" y="26529"/>
                  </a:lnTo>
                  <a:lnTo>
                    <a:pt x="10542" y="26451"/>
                  </a:lnTo>
                  <a:lnTo>
                    <a:pt x="10542" y="26336"/>
                  </a:lnTo>
                  <a:lnTo>
                    <a:pt x="10233" y="25834"/>
                  </a:lnTo>
                  <a:lnTo>
                    <a:pt x="9925" y="25332"/>
                  </a:lnTo>
                  <a:lnTo>
                    <a:pt x="9538" y="24868"/>
                  </a:lnTo>
                  <a:lnTo>
                    <a:pt x="9114" y="24482"/>
                  </a:lnTo>
                  <a:lnTo>
                    <a:pt x="9616" y="24135"/>
                  </a:lnTo>
                  <a:lnTo>
                    <a:pt x="9693" y="24057"/>
                  </a:lnTo>
                  <a:lnTo>
                    <a:pt x="9732" y="23980"/>
                  </a:lnTo>
                  <a:lnTo>
                    <a:pt x="9770" y="23941"/>
                  </a:lnTo>
                  <a:lnTo>
                    <a:pt x="9732" y="23864"/>
                  </a:lnTo>
                  <a:lnTo>
                    <a:pt x="9307" y="23092"/>
                  </a:lnTo>
                  <a:lnTo>
                    <a:pt x="9114" y="22706"/>
                  </a:lnTo>
                  <a:lnTo>
                    <a:pt x="8959" y="22281"/>
                  </a:lnTo>
                  <a:lnTo>
                    <a:pt x="9114" y="22204"/>
                  </a:lnTo>
                  <a:lnTo>
                    <a:pt x="9423" y="21933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8"/>
                  </a:lnTo>
                  <a:lnTo>
                    <a:pt x="10118" y="21895"/>
                  </a:lnTo>
                  <a:lnTo>
                    <a:pt x="10040" y="22822"/>
                  </a:lnTo>
                  <a:lnTo>
                    <a:pt x="10079" y="22899"/>
                  </a:lnTo>
                  <a:lnTo>
                    <a:pt x="10156" y="22976"/>
                  </a:lnTo>
                  <a:lnTo>
                    <a:pt x="10813" y="23401"/>
                  </a:lnTo>
                  <a:lnTo>
                    <a:pt x="11469" y="23826"/>
                  </a:lnTo>
                  <a:lnTo>
                    <a:pt x="12126" y="24289"/>
                  </a:lnTo>
                  <a:lnTo>
                    <a:pt x="12743" y="24752"/>
                  </a:lnTo>
                  <a:lnTo>
                    <a:pt x="12859" y="24830"/>
                  </a:lnTo>
                  <a:lnTo>
                    <a:pt x="12975" y="24791"/>
                  </a:lnTo>
                  <a:lnTo>
                    <a:pt x="13052" y="24752"/>
                  </a:lnTo>
                  <a:lnTo>
                    <a:pt x="13091" y="24637"/>
                  </a:lnTo>
                  <a:lnTo>
                    <a:pt x="13323" y="21393"/>
                  </a:lnTo>
                  <a:lnTo>
                    <a:pt x="13400" y="19771"/>
                  </a:lnTo>
                  <a:lnTo>
                    <a:pt x="13439" y="18960"/>
                  </a:lnTo>
                  <a:lnTo>
                    <a:pt x="13400" y="18188"/>
                  </a:lnTo>
                  <a:lnTo>
                    <a:pt x="13361" y="18072"/>
                  </a:lnTo>
                  <a:lnTo>
                    <a:pt x="13323" y="18033"/>
                  </a:lnTo>
                  <a:lnTo>
                    <a:pt x="13284" y="18033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4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5" y="14558"/>
                  </a:lnTo>
                  <a:lnTo>
                    <a:pt x="10620" y="13631"/>
                  </a:lnTo>
                  <a:lnTo>
                    <a:pt x="10504" y="12705"/>
                  </a:lnTo>
                  <a:lnTo>
                    <a:pt x="10233" y="11121"/>
                  </a:lnTo>
                  <a:lnTo>
                    <a:pt x="9886" y="9538"/>
                  </a:lnTo>
                  <a:lnTo>
                    <a:pt x="9500" y="7955"/>
                  </a:lnTo>
                  <a:lnTo>
                    <a:pt x="9036" y="6410"/>
                  </a:lnTo>
                  <a:lnTo>
                    <a:pt x="8534" y="4866"/>
                  </a:lnTo>
                  <a:lnTo>
                    <a:pt x="7994" y="3321"/>
                  </a:lnTo>
                  <a:lnTo>
                    <a:pt x="7415" y="1815"/>
                  </a:lnTo>
                  <a:lnTo>
                    <a:pt x="6835" y="309"/>
                  </a:lnTo>
                  <a:lnTo>
                    <a:pt x="6797" y="232"/>
                  </a:lnTo>
                  <a:lnTo>
                    <a:pt x="6720" y="193"/>
                  </a:lnTo>
                  <a:lnTo>
                    <a:pt x="6642" y="155"/>
                  </a:lnTo>
                  <a:lnTo>
                    <a:pt x="6604" y="39"/>
                  </a:lnTo>
                  <a:lnTo>
                    <a:pt x="652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5"/>
            <p:cNvSpPr/>
            <p:nvPr/>
          </p:nvSpPr>
          <p:spPr>
            <a:xfrm>
              <a:off x="5032150" y="3545300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3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7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0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5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8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4"/>
                  </a:lnTo>
                  <a:lnTo>
                    <a:pt x="1159" y="541"/>
                  </a:lnTo>
                  <a:lnTo>
                    <a:pt x="1352" y="425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8"/>
                  </a:lnTo>
                  <a:lnTo>
                    <a:pt x="309" y="927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5"/>
                  </a:lnTo>
                  <a:lnTo>
                    <a:pt x="0" y="2009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4" y="2858"/>
                  </a:lnTo>
                  <a:lnTo>
                    <a:pt x="425" y="3244"/>
                  </a:lnTo>
                  <a:lnTo>
                    <a:pt x="695" y="3553"/>
                  </a:lnTo>
                  <a:lnTo>
                    <a:pt x="1043" y="3823"/>
                  </a:lnTo>
                  <a:lnTo>
                    <a:pt x="1468" y="4016"/>
                  </a:lnTo>
                  <a:lnTo>
                    <a:pt x="1661" y="4094"/>
                  </a:lnTo>
                  <a:lnTo>
                    <a:pt x="1893" y="4132"/>
                  </a:lnTo>
                  <a:lnTo>
                    <a:pt x="2317" y="4132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2"/>
                  </a:lnTo>
                  <a:lnTo>
                    <a:pt x="4171" y="1429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6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5"/>
            <p:cNvSpPr/>
            <p:nvPr/>
          </p:nvSpPr>
          <p:spPr>
            <a:xfrm>
              <a:off x="4924025" y="3220925"/>
              <a:ext cx="335975" cy="782950"/>
            </a:xfrm>
            <a:custGeom>
              <a:avLst/>
              <a:gdLst/>
              <a:ahLst/>
              <a:cxnLst/>
              <a:rect l="l" t="t" r="r" b="b"/>
              <a:pathLst>
                <a:path w="13439" h="31318" extrusionOk="0">
                  <a:moveTo>
                    <a:pt x="6488" y="387"/>
                  </a:moveTo>
                  <a:lnTo>
                    <a:pt x="6526" y="464"/>
                  </a:lnTo>
                  <a:lnTo>
                    <a:pt x="7144" y="2009"/>
                  </a:lnTo>
                  <a:lnTo>
                    <a:pt x="7685" y="3554"/>
                  </a:lnTo>
                  <a:lnTo>
                    <a:pt x="8226" y="5137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2"/>
                  </a:lnTo>
                  <a:lnTo>
                    <a:pt x="7530" y="7338"/>
                  </a:lnTo>
                  <a:lnTo>
                    <a:pt x="7222" y="7454"/>
                  </a:lnTo>
                  <a:lnTo>
                    <a:pt x="6913" y="7531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1"/>
                  </a:lnTo>
                  <a:lnTo>
                    <a:pt x="5522" y="7492"/>
                  </a:lnTo>
                  <a:lnTo>
                    <a:pt x="4866" y="7338"/>
                  </a:lnTo>
                  <a:lnTo>
                    <a:pt x="4210" y="7106"/>
                  </a:lnTo>
                  <a:lnTo>
                    <a:pt x="3592" y="6874"/>
                  </a:lnTo>
                  <a:lnTo>
                    <a:pt x="3862" y="6025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4"/>
                  </a:lnTo>
                  <a:lnTo>
                    <a:pt x="5214" y="2743"/>
                  </a:lnTo>
                  <a:lnTo>
                    <a:pt x="5600" y="1932"/>
                  </a:lnTo>
                  <a:lnTo>
                    <a:pt x="6024" y="1159"/>
                  </a:lnTo>
                  <a:lnTo>
                    <a:pt x="6488" y="387"/>
                  </a:lnTo>
                  <a:close/>
                  <a:moveTo>
                    <a:pt x="8805" y="7029"/>
                  </a:moveTo>
                  <a:lnTo>
                    <a:pt x="9230" y="8419"/>
                  </a:lnTo>
                  <a:lnTo>
                    <a:pt x="9577" y="9848"/>
                  </a:lnTo>
                  <a:lnTo>
                    <a:pt x="9847" y="11083"/>
                  </a:lnTo>
                  <a:lnTo>
                    <a:pt x="10079" y="12358"/>
                  </a:lnTo>
                  <a:lnTo>
                    <a:pt x="10234" y="13632"/>
                  </a:lnTo>
                  <a:lnTo>
                    <a:pt x="10388" y="14906"/>
                  </a:lnTo>
                  <a:lnTo>
                    <a:pt x="10465" y="16181"/>
                  </a:lnTo>
                  <a:lnTo>
                    <a:pt x="10504" y="16837"/>
                  </a:lnTo>
                  <a:lnTo>
                    <a:pt x="10504" y="17493"/>
                  </a:lnTo>
                  <a:lnTo>
                    <a:pt x="10504" y="18189"/>
                  </a:lnTo>
                  <a:lnTo>
                    <a:pt x="10427" y="18845"/>
                  </a:lnTo>
                  <a:lnTo>
                    <a:pt x="10311" y="19463"/>
                  </a:lnTo>
                  <a:lnTo>
                    <a:pt x="10118" y="20081"/>
                  </a:lnTo>
                  <a:lnTo>
                    <a:pt x="9886" y="20660"/>
                  </a:lnTo>
                  <a:lnTo>
                    <a:pt x="9538" y="21162"/>
                  </a:lnTo>
                  <a:lnTo>
                    <a:pt x="9384" y="21394"/>
                  </a:lnTo>
                  <a:lnTo>
                    <a:pt x="9152" y="21587"/>
                  </a:lnTo>
                  <a:lnTo>
                    <a:pt x="8959" y="21780"/>
                  </a:lnTo>
                  <a:lnTo>
                    <a:pt x="8728" y="21973"/>
                  </a:lnTo>
                  <a:lnTo>
                    <a:pt x="8496" y="22127"/>
                  </a:lnTo>
                  <a:lnTo>
                    <a:pt x="8226" y="22243"/>
                  </a:lnTo>
                  <a:lnTo>
                    <a:pt x="7955" y="22359"/>
                  </a:lnTo>
                  <a:lnTo>
                    <a:pt x="7685" y="22436"/>
                  </a:lnTo>
                  <a:lnTo>
                    <a:pt x="7415" y="22475"/>
                  </a:lnTo>
                  <a:lnTo>
                    <a:pt x="6797" y="22475"/>
                  </a:lnTo>
                  <a:lnTo>
                    <a:pt x="6488" y="22436"/>
                  </a:lnTo>
                  <a:lnTo>
                    <a:pt x="5909" y="22282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5"/>
                  </a:lnTo>
                  <a:lnTo>
                    <a:pt x="4094" y="20930"/>
                  </a:lnTo>
                  <a:lnTo>
                    <a:pt x="3785" y="20467"/>
                  </a:lnTo>
                  <a:lnTo>
                    <a:pt x="3476" y="19965"/>
                  </a:lnTo>
                  <a:lnTo>
                    <a:pt x="3244" y="19424"/>
                  </a:lnTo>
                  <a:lnTo>
                    <a:pt x="3051" y="18884"/>
                  </a:lnTo>
                  <a:lnTo>
                    <a:pt x="2897" y="18343"/>
                  </a:lnTo>
                  <a:lnTo>
                    <a:pt x="2781" y="17802"/>
                  </a:lnTo>
                  <a:lnTo>
                    <a:pt x="2704" y="17223"/>
                  </a:lnTo>
                  <a:lnTo>
                    <a:pt x="2588" y="16103"/>
                  </a:lnTo>
                  <a:lnTo>
                    <a:pt x="2511" y="14945"/>
                  </a:lnTo>
                  <a:lnTo>
                    <a:pt x="2511" y="13748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3"/>
                  </a:lnTo>
                  <a:lnTo>
                    <a:pt x="3128" y="8689"/>
                  </a:lnTo>
                  <a:lnTo>
                    <a:pt x="3283" y="7917"/>
                  </a:lnTo>
                  <a:lnTo>
                    <a:pt x="3515" y="7183"/>
                  </a:lnTo>
                  <a:lnTo>
                    <a:pt x="4132" y="7454"/>
                  </a:lnTo>
                  <a:lnTo>
                    <a:pt x="4827" y="7685"/>
                  </a:lnTo>
                  <a:lnTo>
                    <a:pt x="5522" y="7840"/>
                  </a:lnTo>
                  <a:lnTo>
                    <a:pt x="5909" y="7917"/>
                  </a:lnTo>
                  <a:lnTo>
                    <a:pt x="6256" y="7917"/>
                  </a:lnTo>
                  <a:lnTo>
                    <a:pt x="6604" y="7956"/>
                  </a:lnTo>
                  <a:lnTo>
                    <a:pt x="6990" y="7917"/>
                  </a:lnTo>
                  <a:lnTo>
                    <a:pt x="7299" y="7878"/>
                  </a:lnTo>
                  <a:lnTo>
                    <a:pt x="7646" y="7763"/>
                  </a:lnTo>
                  <a:lnTo>
                    <a:pt x="7955" y="7647"/>
                  </a:lnTo>
                  <a:lnTo>
                    <a:pt x="8264" y="7492"/>
                  </a:lnTo>
                  <a:lnTo>
                    <a:pt x="8573" y="7261"/>
                  </a:lnTo>
                  <a:lnTo>
                    <a:pt x="8805" y="7029"/>
                  </a:lnTo>
                  <a:close/>
                  <a:moveTo>
                    <a:pt x="8650" y="22475"/>
                  </a:moveTo>
                  <a:lnTo>
                    <a:pt x="8766" y="22822"/>
                  </a:lnTo>
                  <a:lnTo>
                    <a:pt x="8921" y="23170"/>
                  </a:lnTo>
                  <a:lnTo>
                    <a:pt x="8496" y="23402"/>
                  </a:lnTo>
                  <a:lnTo>
                    <a:pt x="8071" y="23556"/>
                  </a:lnTo>
                  <a:lnTo>
                    <a:pt x="7608" y="23633"/>
                  </a:lnTo>
                  <a:lnTo>
                    <a:pt x="7144" y="23672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3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5"/>
                  </a:lnTo>
                  <a:lnTo>
                    <a:pt x="5870" y="22629"/>
                  </a:lnTo>
                  <a:lnTo>
                    <a:pt x="6256" y="22784"/>
                  </a:lnTo>
                  <a:lnTo>
                    <a:pt x="6681" y="22861"/>
                  </a:lnTo>
                  <a:lnTo>
                    <a:pt x="7067" y="22900"/>
                  </a:lnTo>
                  <a:lnTo>
                    <a:pt x="7453" y="22861"/>
                  </a:lnTo>
                  <a:lnTo>
                    <a:pt x="7878" y="22822"/>
                  </a:lnTo>
                  <a:lnTo>
                    <a:pt x="8264" y="22668"/>
                  </a:lnTo>
                  <a:lnTo>
                    <a:pt x="8650" y="22475"/>
                  </a:lnTo>
                  <a:close/>
                  <a:moveTo>
                    <a:pt x="10890" y="16798"/>
                  </a:moveTo>
                  <a:lnTo>
                    <a:pt x="11392" y="17262"/>
                  </a:lnTo>
                  <a:lnTo>
                    <a:pt x="11933" y="17648"/>
                  </a:lnTo>
                  <a:lnTo>
                    <a:pt x="12512" y="18034"/>
                  </a:lnTo>
                  <a:lnTo>
                    <a:pt x="13091" y="18343"/>
                  </a:lnTo>
                  <a:lnTo>
                    <a:pt x="12937" y="19772"/>
                  </a:lnTo>
                  <a:lnTo>
                    <a:pt x="12821" y="21239"/>
                  </a:lnTo>
                  <a:lnTo>
                    <a:pt x="12705" y="24212"/>
                  </a:lnTo>
                  <a:lnTo>
                    <a:pt x="11894" y="23595"/>
                  </a:lnTo>
                  <a:lnTo>
                    <a:pt x="11044" y="23015"/>
                  </a:lnTo>
                  <a:lnTo>
                    <a:pt x="10813" y="22861"/>
                  </a:lnTo>
                  <a:lnTo>
                    <a:pt x="10620" y="22668"/>
                  </a:lnTo>
                  <a:lnTo>
                    <a:pt x="10581" y="22591"/>
                  </a:lnTo>
                  <a:lnTo>
                    <a:pt x="10542" y="22436"/>
                  </a:lnTo>
                  <a:lnTo>
                    <a:pt x="10542" y="22127"/>
                  </a:lnTo>
                  <a:lnTo>
                    <a:pt x="10542" y="21394"/>
                  </a:lnTo>
                  <a:lnTo>
                    <a:pt x="10504" y="20660"/>
                  </a:lnTo>
                  <a:lnTo>
                    <a:pt x="10504" y="20583"/>
                  </a:lnTo>
                  <a:lnTo>
                    <a:pt x="10465" y="20544"/>
                  </a:lnTo>
                  <a:lnTo>
                    <a:pt x="10388" y="20467"/>
                  </a:lnTo>
                  <a:lnTo>
                    <a:pt x="10542" y="19965"/>
                  </a:lnTo>
                  <a:lnTo>
                    <a:pt x="10697" y="19424"/>
                  </a:lnTo>
                  <a:lnTo>
                    <a:pt x="10774" y="18884"/>
                  </a:lnTo>
                  <a:lnTo>
                    <a:pt x="10851" y="18304"/>
                  </a:lnTo>
                  <a:lnTo>
                    <a:pt x="10890" y="17571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5"/>
                  </a:lnTo>
                  <a:lnTo>
                    <a:pt x="6140" y="23826"/>
                  </a:lnTo>
                  <a:lnTo>
                    <a:pt x="6642" y="23942"/>
                  </a:lnTo>
                  <a:lnTo>
                    <a:pt x="7144" y="23981"/>
                  </a:lnTo>
                  <a:lnTo>
                    <a:pt x="7646" y="23981"/>
                  </a:lnTo>
                  <a:lnTo>
                    <a:pt x="8148" y="23865"/>
                  </a:lnTo>
                  <a:lnTo>
                    <a:pt x="8612" y="23710"/>
                  </a:lnTo>
                  <a:lnTo>
                    <a:pt x="9075" y="23440"/>
                  </a:lnTo>
                  <a:lnTo>
                    <a:pt x="9384" y="23904"/>
                  </a:lnTo>
                  <a:lnTo>
                    <a:pt x="8843" y="24174"/>
                  </a:lnTo>
                  <a:lnTo>
                    <a:pt x="8303" y="24367"/>
                  </a:lnTo>
                  <a:lnTo>
                    <a:pt x="7762" y="24483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4"/>
                  </a:lnTo>
                  <a:lnTo>
                    <a:pt x="5561" y="24290"/>
                  </a:lnTo>
                  <a:lnTo>
                    <a:pt x="4982" y="24097"/>
                  </a:lnTo>
                  <a:lnTo>
                    <a:pt x="5059" y="23904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8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3"/>
                  </a:lnTo>
                  <a:lnTo>
                    <a:pt x="2974" y="19772"/>
                  </a:lnTo>
                  <a:lnTo>
                    <a:pt x="3244" y="20312"/>
                  </a:lnTo>
                  <a:lnTo>
                    <a:pt x="3244" y="20351"/>
                  </a:lnTo>
                  <a:lnTo>
                    <a:pt x="3206" y="21200"/>
                  </a:lnTo>
                  <a:lnTo>
                    <a:pt x="3244" y="22050"/>
                  </a:lnTo>
                  <a:lnTo>
                    <a:pt x="3283" y="22359"/>
                  </a:lnTo>
                  <a:lnTo>
                    <a:pt x="3321" y="22706"/>
                  </a:lnTo>
                  <a:lnTo>
                    <a:pt x="3321" y="23054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9"/>
                  </a:lnTo>
                  <a:lnTo>
                    <a:pt x="3051" y="23633"/>
                  </a:lnTo>
                  <a:lnTo>
                    <a:pt x="2704" y="23904"/>
                  </a:lnTo>
                  <a:lnTo>
                    <a:pt x="2009" y="24406"/>
                  </a:lnTo>
                  <a:lnTo>
                    <a:pt x="773" y="25409"/>
                  </a:lnTo>
                  <a:lnTo>
                    <a:pt x="811" y="24676"/>
                  </a:lnTo>
                  <a:lnTo>
                    <a:pt x="850" y="23942"/>
                  </a:lnTo>
                  <a:lnTo>
                    <a:pt x="811" y="23170"/>
                  </a:lnTo>
                  <a:lnTo>
                    <a:pt x="773" y="22436"/>
                  </a:lnTo>
                  <a:lnTo>
                    <a:pt x="657" y="21239"/>
                  </a:lnTo>
                  <a:lnTo>
                    <a:pt x="503" y="20467"/>
                  </a:lnTo>
                  <a:lnTo>
                    <a:pt x="425" y="20081"/>
                  </a:lnTo>
                  <a:lnTo>
                    <a:pt x="464" y="19695"/>
                  </a:lnTo>
                  <a:lnTo>
                    <a:pt x="503" y="19656"/>
                  </a:lnTo>
                  <a:lnTo>
                    <a:pt x="541" y="19579"/>
                  </a:lnTo>
                  <a:lnTo>
                    <a:pt x="541" y="19540"/>
                  </a:lnTo>
                  <a:lnTo>
                    <a:pt x="541" y="19463"/>
                  </a:lnTo>
                  <a:lnTo>
                    <a:pt x="1429" y="18420"/>
                  </a:lnTo>
                  <a:lnTo>
                    <a:pt x="2356" y="17378"/>
                  </a:lnTo>
                  <a:close/>
                  <a:moveTo>
                    <a:pt x="8148" y="24830"/>
                  </a:moveTo>
                  <a:lnTo>
                    <a:pt x="8148" y="25062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8"/>
                  </a:lnTo>
                  <a:lnTo>
                    <a:pt x="7878" y="25216"/>
                  </a:lnTo>
                  <a:lnTo>
                    <a:pt x="7839" y="25294"/>
                  </a:lnTo>
                  <a:lnTo>
                    <a:pt x="7839" y="25371"/>
                  </a:lnTo>
                  <a:lnTo>
                    <a:pt x="7994" y="25873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60"/>
                  </a:lnTo>
                  <a:lnTo>
                    <a:pt x="8148" y="28962"/>
                  </a:lnTo>
                  <a:lnTo>
                    <a:pt x="8071" y="29503"/>
                  </a:lnTo>
                  <a:lnTo>
                    <a:pt x="7762" y="29194"/>
                  </a:lnTo>
                  <a:lnTo>
                    <a:pt x="7453" y="28885"/>
                  </a:lnTo>
                  <a:lnTo>
                    <a:pt x="7260" y="28537"/>
                  </a:lnTo>
                  <a:lnTo>
                    <a:pt x="7067" y="28190"/>
                  </a:lnTo>
                  <a:lnTo>
                    <a:pt x="6951" y="27804"/>
                  </a:lnTo>
                  <a:lnTo>
                    <a:pt x="6874" y="27417"/>
                  </a:lnTo>
                  <a:lnTo>
                    <a:pt x="6835" y="26954"/>
                  </a:lnTo>
                  <a:lnTo>
                    <a:pt x="6835" y="26491"/>
                  </a:lnTo>
                  <a:lnTo>
                    <a:pt x="6874" y="26105"/>
                  </a:lnTo>
                  <a:lnTo>
                    <a:pt x="6874" y="25757"/>
                  </a:lnTo>
                  <a:lnTo>
                    <a:pt x="6835" y="25603"/>
                  </a:lnTo>
                  <a:lnTo>
                    <a:pt x="6758" y="25487"/>
                  </a:lnTo>
                  <a:lnTo>
                    <a:pt x="6642" y="25371"/>
                  </a:lnTo>
                  <a:lnTo>
                    <a:pt x="6488" y="25294"/>
                  </a:lnTo>
                  <a:lnTo>
                    <a:pt x="6604" y="25101"/>
                  </a:lnTo>
                  <a:lnTo>
                    <a:pt x="6720" y="24985"/>
                  </a:lnTo>
                  <a:lnTo>
                    <a:pt x="7106" y="24985"/>
                  </a:lnTo>
                  <a:lnTo>
                    <a:pt x="7453" y="24946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5"/>
                  </a:lnTo>
                  <a:lnTo>
                    <a:pt x="9500" y="25409"/>
                  </a:lnTo>
                  <a:lnTo>
                    <a:pt x="9809" y="25796"/>
                  </a:lnTo>
                  <a:lnTo>
                    <a:pt x="10118" y="26259"/>
                  </a:lnTo>
                  <a:lnTo>
                    <a:pt x="9847" y="26220"/>
                  </a:lnTo>
                  <a:lnTo>
                    <a:pt x="9616" y="26105"/>
                  </a:lnTo>
                  <a:lnTo>
                    <a:pt x="9423" y="25950"/>
                  </a:lnTo>
                  <a:lnTo>
                    <a:pt x="9230" y="25757"/>
                  </a:lnTo>
                  <a:lnTo>
                    <a:pt x="9191" y="25680"/>
                  </a:lnTo>
                  <a:lnTo>
                    <a:pt x="8998" y="25680"/>
                  </a:lnTo>
                  <a:lnTo>
                    <a:pt x="8959" y="25718"/>
                  </a:lnTo>
                  <a:lnTo>
                    <a:pt x="8921" y="25796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1"/>
                  </a:lnTo>
                  <a:lnTo>
                    <a:pt x="9423" y="27070"/>
                  </a:lnTo>
                  <a:lnTo>
                    <a:pt x="9500" y="27379"/>
                  </a:lnTo>
                  <a:lnTo>
                    <a:pt x="9538" y="27688"/>
                  </a:lnTo>
                  <a:lnTo>
                    <a:pt x="9538" y="27997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80"/>
                  </a:lnTo>
                  <a:lnTo>
                    <a:pt x="9230" y="29889"/>
                  </a:lnTo>
                  <a:lnTo>
                    <a:pt x="9075" y="30159"/>
                  </a:lnTo>
                  <a:lnTo>
                    <a:pt x="8921" y="30429"/>
                  </a:lnTo>
                  <a:lnTo>
                    <a:pt x="8728" y="30661"/>
                  </a:lnTo>
                  <a:lnTo>
                    <a:pt x="8534" y="30777"/>
                  </a:lnTo>
                  <a:lnTo>
                    <a:pt x="8341" y="30854"/>
                  </a:lnTo>
                  <a:lnTo>
                    <a:pt x="8187" y="30854"/>
                  </a:lnTo>
                  <a:lnTo>
                    <a:pt x="7994" y="30777"/>
                  </a:lnTo>
                  <a:lnTo>
                    <a:pt x="7839" y="30700"/>
                  </a:lnTo>
                  <a:lnTo>
                    <a:pt x="7685" y="30584"/>
                  </a:lnTo>
                  <a:lnTo>
                    <a:pt x="7376" y="30275"/>
                  </a:lnTo>
                  <a:lnTo>
                    <a:pt x="6874" y="29773"/>
                  </a:lnTo>
                  <a:lnTo>
                    <a:pt x="6681" y="29503"/>
                  </a:lnTo>
                  <a:lnTo>
                    <a:pt x="6488" y="29194"/>
                  </a:lnTo>
                  <a:lnTo>
                    <a:pt x="6295" y="28846"/>
                  </a:lnTo>
                  <a:lnTo>
                    <a:pt x="6102" y="28460"/>
                  </a:lnTo>
                  <a:lnTo>
                    <a:pt x="5986" y="28074"/>
                  </a:lnTo>
                  <a:lnTo>
                    <a:pt x="5909" y="27688"/>
                  </a:lnTo>
                  <a:lnTo>
                    <a:pt x="5870" y="27263"/>
                  </a:lnTo>
                  <a:lnTo>
                    <a:pt x="5870" y="26877"/>
                  </a:lnTo>
                  <a:lnTo>
                    <a:pt x="5909" y="26491"/>
                  </a:lnTo>
                  <a:lnTo>
                    <a:pt x="6024" y="26066"/>
                  </a:lnTo>
                  <a:lnTo>
                    <a:pt x="6024" y="25950"/>
                  </a:lnTo>
                  <a:lnTo>
                    <a:pt x="5947" y="25911"/>
                  </a:lnTo>
                  <a:lnTo>
                    <a:pt x="5870" y="25873"/>
                  </a:lnTo>
                  <a:lnTo>
                    <a:pt x="5793" y="25873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8"/>
                  </a:lnTo>
                  <a:lnTo>
                    <a:pt x="5445" y="25101"/>
                  </a:lnTo>
                  <a:lnTo>
                    <a:pt x="5716" y="24753"/>
                  </a:lnTo>
                  <a:lnTo>
                    <a:pt x="6102" y="24869"/>
                  </a:lnTo>
                  <a:lnTo>
                    <a:pt x="6488" y="24946"/>
                  </a:lnTo>
                  <a:lnTo>
                    <a:pt x="6333" y="25101"/>
                  </a:lnTo>
                  <a:lnTo>
                    <a:pt x="6179" y="25294"/>
                  </a:lnTo>
                  <a:lnTo>
                    <a:pt x="6179" y="25371"/>
                  </a:lnTo>
                  <a:lnTo>
                    <a:pt x="6179" y="25448"/>
                  </a:lnTo>
                  <a:lnTo>
                    <a:pt x="6256" y="25487"/>
                  </a:lnTo>
                  <a:lnTo>
                    <a:pt x="6295" y="25487"/>
                  </a:lnTo>
                  <a:lnTo>
                    <a:pt x="6372" y="25525"/>
                  </a:lnTo>
                  <a:lnTo>
                    <a:pt x="6449" y="25603"/>
                  </a:lnTo>
                  <a:lnTo>
                    <a:pt x="6526" y="25796"/>
                  </a:lnTo>
                  <a:lnTo>
                    <a:pt x="6565" y="26105"/>
                  </a:lnTo>
                  <a:lnTo>
                    <a:pt x="6604" y="26452"/>
                  </a:lnTo>
                  <a:lnTo>
                    <a:pt x="6604" y="27147"/>
                  </a:lnTo>
                  <a:lnTo>
                    <a:pt x="6604" y="27611"/>
                  </a:lnTo>
                  <a:lnTo>
                    <a:pt x="6681" y="28074"/>
                  </a:lnTo>
                  <a:lnTo>
                    <a:pt x="6835" y="28499"/>
                  </a:lnTo>
                  <a:lnTo>
                    <a:pt x="7067" y="28923"/>
                  </a:lnTo>
                  <a:lnTo>
                    <a:pt x="7376" y="29310"/>
                  </a:lnTo>
                  <a:lnTo>
                    <a:pt x="7569" y="29464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50"/>
                  </a:lnTo>
                  <a:lnTo>
                    <a:pt x="8264" y="29850"/>
                  </a:lnTo>
                  <a:lnTo>
                    <a:pt x="8303" y="29812"/>
                  </a:lnTo>
                  <a:lnTo>
                    <a:pt x="8303" y="29734"/>
                  </a:lnTo>
                  <a:lnTo>
                    <a:pt x="8303" y="29696"/>
                  </a:lnTo>
                  <a:lnTo>
                    <a:pt x="8303" y="29657"/>
                  </a:lnTo>
                  <a:lnTo>
                    <a:pt x="8419" y="29155"/>
                  </a:lnTo>
                  <a:lnTo>
                    <a:pt x="8496" y="28615"/>
                  </a:lnTo>
                  <a:lnTo>
                    <a:pt x="8534" y="28113"/>
                  </a:lnTo>
                  <a:lnTo>
                    <a:pt x="8534" y="27572"/>
                  </a:lnTo>
                  <a:lnTo>
                    <a:pt x="8534" y="27070"/>
                  </a:lnTo>
                  <a:lnTo>
                    <a:pt x="8457" y="26568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7"/>
                  </a:lnTo>
                  <a:lnTo>
                    <a:pt x="8650" y="25409"/>
                  </a:lnTo>
                  <a:lnTo>
                    <a:pt x="8650" y="25371"/>
                  </a:lnTo>
                  <a:lnTo>
                    <a:pt x="8612" y="25294"/>
                  </a:lnTo>
                  <a:lnTo>
                    <a:pt x="8380" y="24792"/>
                  </a:lnTo>
                  <a:lnTo>
                    <a:pt x="8805" y="24637"/>
                  </a:lnTo>
                  <a:close/>
                  <a:moveTo>
                    <a:pt x="6449" y="1"/>
                  </a:moveTo>
                  <a:lnTo>
                    <a:pt x="6411" y="40"/>
                  </a:lnTo>
                  <a:lnTo>
                    <a:pt x="6411" y="117"/>
                  </a:lnTo>
                  <a:lnTo>
                    <a:pt x="6333" y="117"/>
                  </a:lnTo>
                  <a:lnTo>
                    <a:pt x="6295" y="194"/>
                  </a:lnTo>
                  <a:lnTo>
                    <a:pt x="5600" y="1275"/>
                  </a:lnTo>
                  <a:lnTo>
                    <a:pt x="4943" y="2434"/>
                  </a:lnTo>
                  <a:lnTo>
                    <a:pt x="4403" y="3592"/>
                  </a:lnTo>
                  <a:lnTo>
                    <a:pt x="3901" y="4828"/>
                  </a:lnTo>
                  <a:lnTo>
                    <a:pt x="3437" y="6063"/>
                  </a:lnTo>
                  <a:lnTo>
                    <a:pt x="3090" y="7299"/>
                  </a:lnTo>
                  <a:lnTo>
                    <a:pt x="2742" y="8573"/>
                  </a:lnTo>
                  <a:lnTo>
                    <a:pt x="2511" y="9848"/>
                  </a:lnTo>
                  <a:lnTo>
                    <a:pt x="2317" y="11161"/>
                  </a:lnTo>
                  <a:lnTo>
                    <a:pt x="2202" y="12474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9"/>
                  </a:lnTo>
                  <a:lnTo>
                    <a:pt x="541" y="18806"/>
                  </a:lnTo>
                  <a:lnTo>
                    <a:pt x="39" y="19463"/>
                  </a:lnTo>
                  <a:lnTo>
                    <a:pt x="1" y="19501"/>
                  </a:lnTo>
                  <a:lnTo>
                    <a:pt x="1" y="19579"/>
                  </a:lnTo>
                  <a:lnTo>
                    <a:pt x="78" y="19695"/>
                  </a:lnTo>
                  <a:lnTo>
                    <a:pt x="39" y="19965"/>
                  </a:lnTo>
                  <a:lnTo>
                    <a:pt x="39" y="20274"/>
                  </a:lnTo>
                  <a:lnTo>
                    <a:pt x="39" y="20544"/>
                  </a:lnTo>
                  <a:lnTo>
                    <a:pt x="78" y="20853"/>
                  </a:lnTo>
                  <a:lnTo>
                    <a:pt x="194" y="21432"/>
                  </a:lnTo>
                  <a:lnTo>
                    <a:pt x="309" y="22011"/>
                  </a:lnTo>
                  <a:lnTo>
                    <a:pt x="387" y="22900"/>
                  </a:lnTo>
                  <a:lnTo>
                    <a:pt x="425" y="23749"/>
                  </a:lnTo>
                  <a:lnTo>
                    <a:pt x="425" y="24637"/>
                  </a:lnTo>
                  <a:lnTo>
                    <a:pt x="387" y="25487"/>
                  </a:lnTo>
                  <a:lnTo>
                    <a:pt x="387" y="25603"/>
                  </a:lnTo>
                  <a:lnTo>
                    <a:pt x="464" y="25641"/>
                  </a:lnTo>
                  <a:lnTo>
                    <a:pt x="503" y="25680"/>
                  </a:lnTo>
                  <a:lnTo>
                    <a:pt x="580" y="25680"/>
                  </a:lnTo>
                  <a:lnTo>
                    <a:pt x="618" y="25757"/>
                  </a:lnTo>
                  <a:lnTo>
                    <a:pt x="696" y="25796"/>
                  </a:lnTo>
                  <a:lnTo>
                    <a:pt x="811" y="25796"/>
                  </a:lnTo>
                  <a:lnTo>
                    <a:pt x="1584" y="25255"/>
                  </a:lnTo>
                  <a:lnTo>
                    <a:pt x="2279" y="24714"/>
                  </a:lnTo>
                  <a:lnTo>
                    <a:pt x="3746" y="23595"/>
                  </a:lnTo>
                  <a:lnTo>
                    <a:pt x="3785" y="23479"/>
                  </a:lnTo>
                  <a:lnTo>
                    <a:pt x="3785" y="23363"/>
                  </a:lnTo>
                  <a:lnTo>
                    <a:pt x="3630" y="22089"/>
                  </a:lnTo>
                  <a:lnTo>
                    <a:pt x="3592" y="20814"/>
                  </a:lnTo>
                  <a:lnTo>
                    <a:pt x="3939" y="21278"/>
                  </a:lnTo>
                  <a:lnTo>
                    <a:pt x="4364" y="21664"/>
                  </a:lnTo>
                  <a:lnTo>
                    <a:pt x="4789" y="22050"/>
                  </a:lnTo>
                  <a:lnTo>
                    <a:pt x="5252" y="22359"/>
                  </a:lnTo>
                  <a:lnTo>
                    <a:pt x="5059" y="22745"/>
                  </a:lnTo>
                  <a:lnTo>
                    <a:pt x="4866" y="23170"/>
                  </a:lnTo>
                  <a:lnTo>
                    <a:pt x="4712" y="23633"/>
                  </a:lnTo>
                  <a:lnTo>
                    <a:pt x="4673" y="23865"/>
                  </a:lnTo>
                  <a:lnTo>
                    <a:pt x="4712" y="24097"/>
                  </a:lnTo>
                  <a:lnTo>
                    <a:pt x="4750" y="24174"/>
                  </a:lnTo>
                  <a:lnTo>
                    <a:pt x="4789" y="24212"/>
                  </a:lnTo>
                  <a:lnTo>
                    <a:pt x="4827" y="24251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6"/>
                  </a:lnTo>
                  <a:lnTo>
                    <a:pt x="5329" y="24869"/>
                  </a:lnTo>
                  <a:lnTo>
                    <a:pt x="5175" y="25062"/>
                  </a:lnTo>
                  <a:lnTo>
                    <a:pt x="5020" y="25255"/>
                  </a:lnTo>
                  <a:lnTo>
                    <a:pt x="4905" y="25487"/>
                  </a:lnTo>
                  <a:lnTo>
                    <a:pt x="4827" y="25718"/>
                  </a:lnTo>
                  <a:lnTo>
                    <a:pt x="4750" y="25950"/>
                  </a:lnTo>
                  <a:lnTo>
                    <a:pt x="4712" y="26220"/>
                  </a:lnTo>
                  <a:lnTo>
                    <a:pt x="4712" y="26491"/>
                  </a:lnTo>
                  <a:lnTo>
                    <a:pt x="4712" y="26568"/>
                  </a:lnTo>
                  <a:lnTo>
                    <a:pt x="4789" y="26645"/>
                  </a:lnTo>
                  <a:lnTo>
                    <a:pt x="4943" y="26645"/>
                  </a:lnTo>
                  <a:lnTo>
                    <a:pt x="5638" y="26298"/>
                  </a:lnTo>
                  <a:lnTo>
                    <a:pt x="5561" y="26722"/>
                  </a:lnTo>
                  <a:lnTo>
                    <a:pt x="5561" y="27147"/>
                  </a:lnTo>
                  <a:lnTo>
                    <a:pt x="5561" y="27533"/>
                  </a:lnTo>
                  <a:lnTo>
                    <a:pt x="5638" y="27958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7"/>
                  </a:lnTo>
                  <a:lnTo>
                    <a:pt x="6256" y="29464"/>
                  </a:lnTo>
                  <a:lnTo>
                    <a:pt x="6642" y="30005"/>
                  </a:lnTo>
                  <a:lnTo>
                    <a:pt x="6913" y="30352"/>
                  </a:lnTo>
                  <a:lnTo>
                    <a:pt x="7183" y="30661"/>
                  </a:lnTo>
                  <a:lnTo>
                    <a:pt x="7530" y="30970"/>
                  </a:lnTo>
                  <a:lnTo>
                    <a:pt x="7839" y="31163"/>
                  </a:lnTo>
                  <a:lnTo>
                    <a:pt x="7994" y="31240"/>
                  </a:lnTo>
                  <a:lnTo>
                    <a:pt x="8148" y="31318"/>
                  </a:lnTo>
                  <a:lnTo>
                    <a:pt x="8303" y="31318"/>
                  </a:lnTo>
                  <a:lnTo>
                    <a:pt x="8457" y="31279"/>
                  </a:lnTo>
                  <a:lnTo>
                    <a:pt x="8612" y="31240"/>
                  </a:lnTo>
                  <a:lnTo>
                    <a:pt x="8766" y="31163"/>
                  </a:lnTo>
                  <a:lnTo>
                    <a:pt x="8998" y="30893"/>
                  </a:lnTo>
                  <a:lnTo>
                    <a:pt x="9230" y="30584"/>
                  </a:lnTo>
                  <a:lnTo>
                    <a:pt x="9423" y="30236"/>
                  </a:lnTo>
                  <a:lnTo>
                    <a:pt x="9577" y="29850"/>
                  </a:lnTo>
                  <a:lnTo>
                    <a:pt x="9693" y="29464"/>
                  </a:lnTo>
                  <a:lnTo>
                    <a:pt x="9847" y="28808"/>
                  </a:lnTo>
                  <a:lnTo>
                    <a:pt x="9886" y="28228"/>
                  </a:lnTo>
                  <a:lnTo>
                    <a:pt x="9847" y="27611"/>
                  </a:lnTo>
                  <a:lnTo>
                    <a:pt x="9770" y="27031"/>
                  </a:lnTo>
                  <a:lnTo>
                    <a:pt x="9577" y="26491"/>
                  </a:lnTo>
                  <a:lnTo>
                    <a:pt x="9770" y="26529"/>
                  </a:lnTo>
                  <a:lnTo>
                    <a:pt x="9963" y="26568"/>
                  </a:lnTo>
                  <a:lnTo>
                    <a:pt x="10156" y="26607"/>
                  </a:lnTo>
                  <a:lnTo>
                    <a:pt x="10388" y="26607"/>
                  </a:lnTo>
                  <a:lnTo>
                    <a:pt x="10465" y="26568"/>
                  </a:lnTo>
                  <a:lnTo>
                    <a:pt x="10542" y="26529"/>
                  </a:lnTo>
                  <a:lnTo>
                    <a:pt x="10542" y="26452"/>
                  </a:lnTo>
                  <a:lnTo>
                    <a:pt x="10542" y="26336"/>
                  </a:lnTo>
                  <a:lnTo>
                    <a:pt x="10234" y="25834"/>
                  </a:lnTo>
                  <a:lnTo>
                    <a:pt x="9925" y="25332"/>
                  </a:lnTo>
                  <a:lnTo>
                    <a:pt x="9538" y="24869"/>
                  </a:lnTo>
                  <a:lnTo>
                    <a:pt x="9114" y="24483"/>
                  </a:lnTo>
                  <a:lnTo>
                    <a:pt x="9616" y="24135"/>
                  </a:lnTo>
                  <a:lnTo>
                    <a:pt x="9693" y="24058"/>
                  </a:lnTo>
                  <a:lnTo>
                    <a:pt x="9732" y="23981"/>
                  </a:lnTo>
                  <a:lnTo>
                    <a:pt x="9770" y="23942"/>
                  </a:lnTo>
                  <a:lnTo>
                    <a:pt x="9732" y="23865"/>
                  </a:lnTo>
                  <a:lnTo>
                    <a:pt x="9307" y="23093"/>
                  </a:lnTo>
                  <a:lnTo>
                    <a:pt x="9114" y="22706"/>
                  </a:lnTo>
                  <a:lnTo>
                    <a:pt x="8959" y="22282"/>
                  </a:lnTo>
                  <a:lnTo>
                    <a:pt x="9114" y="22204"/>
                  </a:lnTo>
                  <a:lnTo>
                    <a:pt x="9423" y="21934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9"/>
                  </a:lnTo>
                  <a:lnTo>
                    <a:pt x="10118" y="21896"/>
                  </a:lnTo>
                  <a:lnTo>
                    <a:pt x="10040" y="22822"/>
                  </a:lnTo>
                  <a:lnTo>
                    <a:pt x="10079" y="22900"/>
                  </a:lnTo>
                  <a:lnTo>
                    <a:pt x="10156" y="22977"/>
                  </a:lnTo>
                  <a:lnTo>
                    <a:pt x="10813" y="23402"/>
                  </a:lnTo>
                  <a:lnTo>
                    <a:pt x="11469" y="23826"/>
                  </a:lnTo>
                  <a:lnTo>
                    <a:pt x="12126" y="24290"/>
                  </a:lnTo>
                  <a:lnTo>
                    <a:pt x="12743" y="24753"/>
                  </a:lnTo>
                  <a:lnTo>
                    <a:pt x="12859" y="24830"/>
                  </a:lnTo>
                  <a:lnTo>
                    <a:pt x="12975" y="24792"/>
                  </a:lnTo>
                  <a:lnTo>
                    <a:pt x="13052" y="24753"/>
                  </a:lnTo>
                  <a:lnTo>
                    <a:pt x="13091" y="24637"/>
                  </a:lnTo>
                  <a:lnTo>
                    <a:pt x="13323" y="21394"/>
                  </a:lnTo>
                  <a:lnTo>
                    <a:pt x="13400" y="19772"/>
                  </a:lnTo>
                  <a:lnTo>
                    <a:pt x="13439" y="18961"/>
                  </a:lnTo>
                  <a:lnTo>
                    <a:pt x="13400" y="18189"/>
                  </a:lnTo>
                  <a:lnTo>
                    <a:pt x="13361" y="18073"/>
                  </a:lnTo>
                  <a:lnTo>
                    <a:pt x="13323" y="18034"/>
                  </a:lnTo>
                  <a:lnTo>
                    <a:pt x="13284" y="18034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5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5" y="14559"/>
                  </a:lnTo>
                  <a:lnTo>
                    <a:pt x="10620" y="13632"/>
                  </a:lnTo>
                  <a:lnTo>
                    <a:pt x="10504" y="12705"/>
                  </a:lnTo>
                  <a:lnTo>
                    <a:pt x="10234" y="11122"/>
                  </a:lnTo>
                  <a:lnTo>
                    <a:pt x="9886" y="9539"/>
                  </a:lnTo>
                  <a:lnTo>
                    <a:pt x="9500" y="7956"/>
                  </a:lnTo>
                  <a:lnTo>
                    <a:pt x="9036" y="6411"/>
                  </a:lnTo>
                  <a:lnTo>
                    <a:pt x="8534" y="4866"/>
                  </a:lnTo>
                  <a:lnTo>
                    <a:pt x="7994" y="3322"/>
                  </a:lnTo>
                  <a:lnTo>
                    <a:pt x="7415" y="1816"/>
                  </a:lnTo>
                  <a:lnTo>
                    <a:pt x="6835" y="310"/>
                  </a:lnTo>
                  <a:lnTo>
                    <a:pt x="6797" y="233"/>
                  </a:lnTo>
                  <a:lnTo>
                    <a:pt x="6720" y="194"/>
                  </a:lnTo>
                  <a:lnTo>
                    <a:pt x="6642" y="155"/>
                  </a:lnTo>
                  <a:lnTo>
                    <a:pt x="6604" y="40"/>
                  </a:lnTo>
                  <a:lnTo>
                    <a:pt x="65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5"/>
            <p:cNvSpPr/>
            <p:nvPr/>
          </p:nvSpPr>
          <p:spPr>
            <a:xfrm>
              <a:off x="7032400" y="3923725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3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7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0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6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8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4"/>
                  </a:lnTo>
                  <a:lnTo>
                    <a:pt x="1159" y="541"/>
                  </a:lnTo>
                  <a:lnTo>
                    <a:pt x="1352" y="425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8"/>
                  </a:lnTo>
                  <a:lnTo>
                    <a:pt x="309" y="927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5"/>
                  </a:lnTo>
                  <a:lnTo>
                    <a:pt x="0" y="2008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4" y="2858"/>
                  </a:lnTo>
                  <a:lnTo>
                    <a:pt x="425" y="3244"/>
                  </a:lnTo>
                  <a:lnTo>
                    <a:pt x="696" y="3553"/>
                  </a:lnTo>
                  <a:lnTo>
                    <a:pt x="1043" y="3823"/>
                  </a:lnTo>
                  <a:lnTo>
                    <a:pt x="1468" y="4016"/>
                  </a:lnTo>
                  <a:lnTo>
                    <a:pt x="1661" y="4094"/>
                  </a:lnTo>
                  <a:lnTo>
                    <a:pt x="1893" y="4132"/>
                  </a:lnTo>
                  <a:lnTo>
                    <a:pt x="2317" y="4132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2"/>
                  </a:lnTo>
                  <a:lnTo>
                    <a:pt x="4171" y="1429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6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5"/>
            <p:cNvSpPr/>
            <p:nvPr/>
          </p:nvSpPr>
          <p:spPr>
            <a:xfrm>
              <a:off x="6924275" y="3599350"/>
              <a:ext cx="335975" cy="782950"/>
            </a:xfrm>
            <a:custGeom>
              <a:avLst/>
              <a:gdLst/>
              <a:ahLst/>
              <a:cxnLst/>
              <a:rect l="l" t="t" r="r" b="b"/>
              <a:pathLst>
                <a:path w="13439" h="31318" extrusionOk="0">
                  <a:moveTo>
                    <a:pt x="6488" y="387"/>
                  </a:moveTo>
                  <a:lnTo>
                    <a:pt x="6526" y="464"/>
                  </a:lnTo>
                  <a:lnTo>
                    <a:pt x="7144" y="2009"/>
                  </a:lnTo>
                  <a:lnTo>
                    <a:pt x="7685" y="3554"/>
                  </a:lnTo>
                  <a:lnTo>
                    <a:pt x="8226" y="5137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2"/>
                  </a:lnTo>
                  <a:lnTo>
                    <a:pt x="7530" y="7338"/>
                  </a:lnTo>
                  <a:lnTo>
                    <a:pt x="7222" y="7454"/>
                  </a:lnTo>
                  <a:lnTo>
                    <a:pt x="6913" y="7531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1"/>
                  </a:lnTo>
                  <a:lnTo>
                    <a:pt x="5522" y="7492"/>
                  </a:lnTo>
                  <a:lnTo>
                    <a:pt x="4866" y="7338"/>
                  </a:lnTo>
                  <a:lnTo>
                    <a:pt x="4210" y="7106"/>
                  </a:lnTo>
                  <a:lnTo>
                    <a:pt x="3592" y="6874"/>
                  </a:lnTo>
                  <a:lnTo>
                    <a:pt x="3862" y="6025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4"/>
                  </a:lnTo>
                  <a:lnTo>
                    <a:pt x="5214" y="2743"/>
                  </a:lnTo>
                  <a:lnTo>
                    <a:pt x="5600" y="1932"/>
                  </a:lnTo>
                  <a:lnTo>
                    <a:pt x="6024" y="1159"/>
                  </a:lnTo>
                  <a:lnTo>
                    <a:pt x="6488" y="387"/>
                  </a:lnTo>
                  <a:close/>
                  <a:moveTo>
                    <a:pt x="8805" y="7029"/>
                  </a:moveTo>
                  <a:lnTo>
                    <a:pt x="9230" y="8419"/>
                  </a:lnTo>
                  <a:lnTo>
                    <a:pt x="9577" y="9848"/>
                  </a:lnTo>
                  <a:lnTo>
                    <a:pt x="9847" y="11083"/>
                  </a:lnTo>
                  <a:lnTo>
                    <a:pt x="10079" y="12358"/>
                  </a:lnTo>
                  <a:lnTo>
                    <a:pt x="10234" y="13632"/>
                  </a:lnTo>
                  <a:lnTo>
                    <a:pt x="10388" y="14906"/>
                  </a:lnTo>
                  <a:lnTo>
                    <a:pt x="10465" y="16181"/>
                  </a:lnTo>
                  <a:lnTo>
                    <a:pt x="10504" y="16837"/>
                  </a:lnTo>
                  <a:lnTo>
                    <a:pt x="10504" y="17493"/>
                  </a:lnTo>
                  <a:lnTo>
                    <a:pt x="10504" y="18189"/>
                  </a:lnTo>
                  <a:lnTo>
                    <a:pt x="10427" y="18845"/>
                  </a:lnTo>
                  <a:lnTo>
                    <a:pt x="10311" y="19463"/>
                  </a:lnTo>
                  <a:lnTo>
                    <a:pt x="10118" y="20081"/>
                  </a:lnTo>
                  <a:lnTo>
                    <a:pt x="9886" y="20660"/>
                  </a:lnTo>
                  <a:lnTo>
                    <a:pt x="9538" y="21162"/>
                  </a:lnTo>
                  <a:lnTo>
                    <a:pt x="9384" y="21394"/>
                  </a:lnTo>
                  <a:lnTo>
                    <a:pt x="9152" y="21587"/>
                  </a:lnTo>
                  <a:lnTo>
                    <a:pt x="8959" y="21780"/>
                  </a:lnTo>
                  <a:lnTo>
                    <a:pt x="8728" y="21973"/>
                  </a:lnTo>
                  <a:lnTo>
                    <a:pt x="8496" y="22127"/>
                  </a:lnTo>
                  <a:lnTo>
                    <a:pt x="8226" y="22243"/>
                  </a:lnTo>
                  <a:lnTo>
                    <a:pt x="7955" y="22359"/>
                  </a:lnTo>
                  <a:lnTo>
                    <a:pt x="7685" y="22436"/>
                  </a:lnTo>
                  <a:lnTo>
                    <a:pt x="7415" y="22475"/>
                  </a:lnTo>
                  <a:lnTo>
                    <a:pt x="6797" y="22475"/>
                  </a:lnTo>
                  <a:lnTo>
                    <a:pt x="6488" y="22436"/>
                  </a:lnTo>
                  <a:lnTo>
                    <a:pt x="5909" y="22282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5"/>
                  </a:lnTo>
                  <a:lnTo>
                    <a:pt x="4094" y="20930"/>
                  </a:lnTo>
                  <a:lnTo>
                    <a:pt x="3785" y="20467"/>
                  </a:lnTo>
                  <a:lnTo>
                    <a:pt x="3476" y="19965"/>
                  </a:lnTo>
                  <a:lnTo>
                    <a:pt x="3244" y="19424"/>
                  </a:lnTo>
                  <a:lnTo>
                    <a:pt x="3051" y="18884"/>
                  </a:lnTo>
                  <a:lnTo>
                    <a:pt x="2897" y="18343"/>
                  </a:lnTo>
                  <a:lnTo>
                    <a:pt x="2781" y="17802"/>
                  </a:lnTo>
                  <a:lnTo>
                    <a:pt x="2704" y="17223"/>
                  </a:lnTo>
                  <a:lnTo>
                    <a:pt x="2588" y="16103"/>
                  </a:lnTo>
                  <a:lnTo>
                    <a:pt x="2511" y="14945"/>
                  </a:lnTo>
                  <a:lnTo>
                    <a:pt x="2511" y="13748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3"/>
                  </a:lnTo>
                  <a:lnTo>
                    <a:pt x="3128" y="8689"/>
                  </a:lnTo>
                  <a:lnTo>
                    <a:pt x="3283" y="7917"/>
                  </a:lnTo>
                  <a:lnTo>
                    <a:pt x="3515" y="7183"/>
                  </a:lnTo>
                  <a:lnTo>
                    <a:pt x="4132" y="7454"/>
                  </a:lnTo>
                  <a:lnTo>
                    <a:pt x="4827" y="7685"/>
                  </a:lnTo>
                  <a:lnTo>
                    <a:pt x="5522" y="7840"/>
                  </a:lnTo>
                  <a:lnTo>
                    <a:pt x="5909" y="7917"/>
                  </a:lnTo>
                  <a:lnTo>
                    <a:pt x="6256" y="7917"/>
                  </a:lnTo>
                  <a:lnTo>
                    <a:pt x="6604" y="7956"/>
                  </a:lnTo>
                  <a:lnTo>
                    <a:pt x="6990" y="7917"/>
                  </a:lnTo>
                  <a:lnTo>
                    <a:pt x="7299" y="7878"/>
                  </a:lnTo>
                  <a:lnTo>
                    <a:pt x="7646" y="7763"/>
                  </a:lnTo>
                  <a:lnTo>
                    <a:pt x="7955" y="7647"/>
                  </a:lnTo>
                  <a:lnTo>
                    <a:pt x="8264" y="7492"/>
                  </a:lnTo>
                  <a:lnTo>
                    <a:pt x="8573" y="7261"/>
                  </a:lnTo>
                  <a:lnTo>
                    <a:pt x="8805" y="7029"/>
                  </a:lnTo>
                  <a:close/>
                  <a:moveTo>
                    <a:pt x="8650" y="22475"/>
                  </a:moveTo>
                  <a:lnTo>
                    <a:pt x="8766" y="22822"/>
                  </a:lnTo>
                  <a:lnTo>
                    <a:pt x="8921" y="23170"/>
                  </a:lnTo>
                  <a:lnTo>
                    <a:pt x="8496" y="23402"/>
                  </a:lnTo>
                  <a:lnTo>
                    <a:pt x="8071" y="23556"/>
                  </a:lnTo>
                  <a:lnTo>
                    <a:pt x="7608" y="23633"/>
                  </a:lnTo>
                  <a:lnTo>
                    <a:pt x="7144" y="23672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3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5"/>
                  </a:lnTo>
                  <a:lnTo>
                    <a:pt x="5870" y="22629"/>
                  </a:lnTo>
                  <a:lnTo>
                    <a:pt x="6256" y="22784"/>
                  </a:lnTo>
                  <a:lnTo>
                    <a:pt x="6681" y="22861"/>
                  </a:lnTo>
                  <a:lnTo>
                    <a:pt x="7067" y="22900"/>
                  </a:lnTo>
                  <a:lnTo>
                    <a:pt x="7453" y="22861"/>
                  </a:lnTo>
                  <a:lnTo>
                    <a:pt x="7878" y="22822"/>
                  </a:lnTo>
                  <a:lnTo>
                    <a:pt x="8264" y="22668"/>
                  </a:lnTo>
                  <a:lnTo>
                    <a:pt x="8650" y="22475"/>
                  </a:lnTo>
                  <a:close/>
                  <a:moveTo>
                    <a:pt x="10890" y="16798"/>
                  </a:moveTo>
                  <a:lnTo>
                    <a:pt x="11392" y="17262"/>
                  </a:lnTo>
                  <a:lnTo>
                    <a:pt x="11933" y="17648"/>
                  </a:lnTo>
                  <a:lnTo>
                    <a:pt x="12512" y="18034"/>
                  </a:lnTo>
                  <a:lnTo>
                    <a:pt x="13091" y="18343"/>
                  </a:lnTo>
                  <a:lnTo>
                    <a:pt x="12937" y="19772"/>
                  </a:lnTo>
                  <a:lnTo>
                    <a:pt x="12821" y="21239"/>
                  </a:lnTo>
                  <a:lnTo>
                    <a:pt x="12705" y="24212"/>
                  </a:lnTo>
                  <a:lnTo>
                    <a:pt x="11894" y="23595"/>
                  </a:lnTo>
                  <a:lnTo>
                    <a:pt x="11044" y="23015"/>
                  </a:lnTo>
                  <a:lnTo>
                    <a:pt x="10813" y="22861"/>
                  </a:lnTo>
                  <a:lnTo>
                    <a:pt x="10620" y="22668"/>
                  </a:lnTo>
                  <a:lnTo>
                    <a:pt x="10581" y="22591"/>
                  </a:lnTo>
                  <a:lnTo>
                    <a:pt x="10542" y="22436"/>
                  </a:lnTo>
                  <a:lnTo>
                    <a:pt x="10542" y="22127"/>
                  </a:lnTo>
                  <a:lnTo>
                    <a:pt x="10542" y="21394"/>
                  </a:lnTo>
                  <a:lnTo>
                    <a:pt x="10504" y="20660"/>
                  </a:lnTo>
                  <a:lnTo>
                    <a:pt x="10504" y="20583"/>
                  </a:lnTo>
                  <a:lnTo>
                    <a:pt x="10465" y="20544"/>
                  </a:lnTo>
                  <a:lnTo>
                    <a:pt x="10388" y="20467"/>
                  </a:lnTo>
                  <a:lnTo>
                    <a:pt x="10542" y="19965"/>
                  </a:lnTo>
                  <a:lnTo>
                    <a:pt x="10697" y="19424"/>
                  </a:lnTo>
                  <a:lnTo>
                    <a:pt x="10774" y="18884"/>
                  </a:lnTo>
                  <a:lnTo>
                    <a:pt x="10851" y="18304"/>
                  </a:lnTo>
                  <a:lnTo>
                    <a:pt x="10890" y="17571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5"/>
                  </a:lnTo>
                  <a:lnTo>
                    <a:pt x="6140" y="23826"/>
                  </a:lnTo>
                  <a:lnTo>
                    <a:pt x="6642" y="23942"/>
                  </a:lnTo>
                  <a:lnTo>
                    <a:pt x="7144" y="23981"/>
                  </a:lnTo>
                  <a:lnTo>
                    <a:pt x="7646" y="23981"/>
                  </a:lnTo>
                  <a:lnTo>
                    <a:pt x="8148" y="23865"/>
                  </a:lnTo>
                  <a:lnTo>
                    <a:pt x="8612" y="23710"/>
                  </a:lnTo>
                  <a:lnTo>
                    <a:pt x="9075" y="23440"/>
                  </a:lnTo>
                  <a:lnTo>
                    <a:pt x="9384" y="23904"/>
                  </a:lnTo>
                  <a:lnTo>
                    <a:pt x="8843" y="24174"/>
                  </a:lnTo>
                  <a:lnTo>
                    <a:pt x="8303" y="24367"/>
                  </a:lnTo>
                  <a:lnTo>
                    <a:pt x="7762" y="24483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4"/>
                  </a:lnTo>
                  <a:lnTo>
                    <a:pt x="5561" y="24290"/>
                  </a:lnTo>
                  <a:lnTo>
                    <a:pt x="4982" y="24097"/>
                  </a:lnTo>
                  <a:lnTo>
                    <a:pt x="5059" y="23904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8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3"/>
                  </a:lnTo>
                  <a:lnTo>
                    <a:pt x="2974" y="19772"/>
                  </a:lnTo>
                  <a:lnTo>
                    <a:pt x="3244" y="20312"/>
                  </a:lnTo>
                  <a:lnTo>
                    <a:pt x="3244" y="20351"/>
                  </a:lnTo>
                  <a:lnTo>
                    <a:pt x="3206" y="21200"/>
                  </a:lnTo>
                  <a:lnTo>
                    <a:pt x="3244" y="22050"/>
                  </a:lnTo>
                  <a:lnTo>
                    <a:pt x="3283" y="22359"/>
                  </a:lnTo>
                  <a:lnTo>
                    <a:pt x="3321" y="22706"/>
                  </a:lnTo>
                  <a:lnTo>
                    <a:pt x="3321" y="23054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9"/>
                  </a:lnTo>
                  <a:lnTo>
                    <a:pt x="3051" y="23633"/>
                  </a:lnTo>
                  <a:lnTo>
                    <a:pt x="2704" y="23904"/>
                  </a:lnTo>
                  <a:lnTo>
                    <a:pt x="2009" y="24405"/>
                  </a:lnTo>
                  <a:lnTo>
                    <a:pt x="773" y="25409"/>
                  </a:lnTo>
                  <a:lnTo>
                    <a:pt x="811" y="24676"/>
                  </a:lnTo>
                  <a:lnTo>
                    <a:pt x="850" y="23942"/>
                  </a:lnTo>
                  <a:lnTo>
                    <a:pt x="811" y="23170"/>
                  </a:lnTo>
                  <a:lnTo>
                    <a:pt x="773" y="22436"/>
                  </a:lnTo>
                  <a:lnTo>
                    <a:pt x="657" y="21239"/>
                  </a:lnTo>
                  <a:lnTo>
                    <a:pt x="503" y="20467"/>
                  </a:lnTo>
                  <a:lnTo>
                    <a:pt x="425" y="20081"/>
                  </a:lnTo>
                  <a:lnTo>
                    <a:pt x="464" y="19694"/>
                  </a:lnTo>
                  <a:lnTo>
                    <a:pt x="503" y="19656"/>
                  </a:lnTo>
                  <a:lnTo>
                    <a:pt x="541" y="19579"/>
                  </a:lnTo>
                  <a:lnTo>
                    <a:pt x="541" y="19540"/>
                  </a:lnTo>
                  <a:lnTo>
                    <a:pt x="541" y="19463"/>
                  </a:lnTo>
                  <a:lnTo>
                    <a:pt x="1429" y="18420"/>
                  </a:lnTo>
                  <a:lnTo>
                    <a:pt x="2356" y="17378"/>
                  </a:lnTo>
                  <a:close/>
                  <a:moveTo>
                    <a:pt x="8148" y="24830"/>
                  </a:moveTo>
                  <a:lnTo>
                    <a:pt x="8148" y="25062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8"/>
                  </a:lnTo>
                  <a:lnTo>
                    <a:pt x="7878" y="25216"/>
                  </a:lnTo>
                  <a:lnTo>
                    <a:pt x="7839" y="25294"/>
                  </a:lnTo>
                  <a:lnTo>
                    <a:pt x="7839" y="25371"/>
                  </a:lnTo>
                  <a:lnTo>
                    <a:pt x="7994" y="25873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60"/>
                  </a:lnTo>
                  <a:lnTo>
                    <a:pt x="8148" y="28962"/>
                  </a:lnTo>
                  <a:lnTo>
                    <a:pt x="8071" y="29503"/>
                  </a:lnTo>
                  <a:lnTo>
                    <a:pt x="7762" y="29194"/>
                  </a:lnTo>
                  <a:lnTo>
                    <a:pt x="7453" y="28885"/>
                  </a:lnTo>
                  <a:lnTo>
                    <a:pt x="7260" y="28537"/>
                  </a:lnTo>
                  <a:lnTo>
                    <a:pt x="7067" y="28190"/>
                  </a:lnTo>
                  <a:lnTo>
                    <a:pt x="6951" y="27804"/>
                  </a:lnTo>
                  <a:lnTo>
                    <a:pt x="6874" y="27417"/>
                  </a:lnTo>
                  <a:lnTo>
                    <a:pt x="6835" y="26954"/>
                  </a:lnTo>
                  <a:lnTo>
                    <a:pt x="6835" y="26491"/>
                  </a:lnTo>
                  <a:lnTo>
                    <a:pt x="6874" y="26105"/>
                  </a:lnTo>
                  <a:lnTo>
                    <a:pt x="6874" y="25757"/>
                  </a:lnTo>
                  <a:lnTo>
                    <a:pt x="6835" y="25603"/>
                  </a:lnTo>
                  <a:lnTo>
                    <a:pt x="6758" y="25487"/>
                  </a:lnTo>
                  <a:lnTo>
                    <a:pt x="6642" y="25371"/>
                  </a:lnTo>
                  <a:lnTo>
                    <a:pt x="6488" y="25294"/>
                  </a:lnTo>
                  <a:lnTo>
                    <a:pt x="6604" y="25101"/>
                  </a:lnTo>
                  <a:lnTo>
                    <a:pt x="6720" y="24985"/>
                  </a:lnTo>
                  <a:lnTo>
                    <a:pt x="7106" y="24985"/>
                  </a:lnTo>
                  <a:lnTo>
                    <a:pt x="7453" y="24946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5"/>
                  </a:lnTo>
                  <a:lnTo>
                    <a:pt x="9500" y="25409"/>
                  </a:lnTo>
                  <a:lnTo>
                    <a:pt x="9809" y="25796"/>
                  </a:lnTo>
                  <a:lnTo>
                    <a:pt x="10118" y="26259"/>
                  </a:lnTo>
                  <a:lnTo>
                    <a:pt x="9847" y="26220"/>
                  </a:lnTo>
                  <a:lnTo>
                    <a:pt x="9616" y="26105"/>
                  </a:lnTo>
                  <a:lnTo>
                    <a:pt x="9423" y="25950"/>
                  </a:lnTo>
                  <a:lnTo>
                    <a:pt x="9230" y="25757"/>
                  </a:lnTo>
                  <a:lnTo>
                    <a:pt x="9191" y="25680"/>
                  </a:lnTo>
                  <a:lnTo>
                    <a:pt x="8998" y="25680"/>
                  </a:lnTo>
                  <a:lnTo>
                    <a:pt x="8959" y="25718"/>
                  </a:lnTo>
                  <a:lnTo>
                    <a:pt x="8921" y="25796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1"/>
                  </a:lnTo>
                  <a:lnTo>
                    <a:pt x="9423" y="27070"/>
                  </a:lnTo>
                  <a:lnTo>
                    <a:pt x="9500" y="27379"/>
                  </a:lnTo>
                  <a:lnTo>
                    <a:pt x="9538" y="27688"/>
                  </a:lnTo>
                  <a:lnTo>
                    <a:pt x="9538" y="27997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80"/>
                  </a:lnTo>
                  <a:lnTo>
                    <a:pt x="9230" y="29889"/>
                  </a:lnTo>
                  <a:lnTo>
                    <a:pt x="9075" y="30159"/>
                  </a:lnTo>
                  <a:lnTo>
                    <a:pt x="8921" y="30429"/>
                  </a:lnTo>
                  <a:lnTo>
                    <a:pt x="8728" y="30661"/>
                  </a:lnTo>
                  <a:lnTo>
                    <a:pt x="8534" y="30777"/>
                  </a:lnTo>
                  <a:lnTo>
                    <a:pt x="8341" y="30854"/>
                  </a:lnTo>
                  <a:lnTo>
                    <a:pt x="8187" y="30854"/>
                  </a:lnTo>
                  <a:lnTo>
                    <a:pt x="7994" y="30777"/>
                  </a:lnTo>
                  <a:lnTo>
                    <a:pt x="7839" y="30700"/>
                  </a:lnTo>
                  <a:lnTo>
                    <a:pt x="7685" y="30584"/>
                  </a:lnTo>
                  <a:lnTo>
                    <a:pt x="7376" y="30275"/>
                  </a:lnTo>
                  <a:lnTo>
                    <a:pt x="6874" y="29773"/>
                  </a:lnTo>
                  <a:lnTo>
                    <a:pt x="6681" y="29503"/>
                  </a:lnTo>
                  <a:lnTo>
                    <a:pt x="6488" y="29194"/>
                  </a:lnTo>
                  <a:lnTo>
                    <a:pt x="6295" y="28846"/>
                  </a:lnTo>
                  <a:lnTo>
                    <a:pt x="6102" y="28460"/>
                  </a:lnTo>
                  <a:lnTo>
                    <a:pt x="5986" y="28074"/>
                  </a:lnTo>
                  <a:lnTo>
                    <a:pt x="5909" y="27688"/>
                  </a:lnTo>
                  <a:lnTo>
                    <a:pt x="5870" y="27263"/>
                  </a:lnTo>
                  <a:lnTo>
                    <a:pt x="5870" y="26877"/>
                  </a:lnTo>
                  <a:lnTo>
                    <a:pt x="5909" y="26491"/>
                  </a:lnTo>
                  <a:lnTo>
                    <a:pt x="6024" y="26066"/>
                  </a:lnTo>
                  <a:lnTo>
                    <a:pt x="6024" y="25950"/>
                  </a:lnTo>
                  <a:lnTo>
                    <a:pt x="5947" y="25911"/>
                  </a:lnTo>
                  <a:lnTo>
                    <a:pt x="5870" y="25873"/>
                  </a:lnTo>
                  <a:lnTo>
                    <a:pt x="5793" y="25873"/>
                  </a:lnTo>
                  <a:lnTo>
                    <a:pt x="5059" y="26220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8"/>
                  </a:lnTo>
                  <a:lnTo>
                    <a:pt x="5445" y="25101"/>
                  </a:lnTo>
                  <a:lnTo>
                    <a:pt x="5716" y="24753"/>
                  </a:lnTo>
                  <a:lnTo>
                    <a:pt x="6102" y="24869"/>
                  </a:lnTo>
                  <a:lnTo>
                    <a:pt x="6488" y="24946"/>
                  </a:lnTo>
                  <a:lnTo>
                    <a:pt x="6333" y="25101"/>
                  </a:lnTo>
                  <a:lnTo>
                    <a:pt x="6179" y="25294"/>
                  </a:lnTo>
                  <a:lnTo>
                    <a:pt x="6179" y="25371"/>
                  </a:lnTo>
                  <a:lnTo>
                    <a:pt x="6179" y="25448"/>
                  </a:lnTo>
                  <a:lnTo>
                    <a:pt x="6256" y="25487"/>
                  </a:lnTo>
                  <a:lnTo>
                    <a:pt x="6295" y="25487"/>
                  </a:lnTo>
                  <a:lnTo>
                    <a:pt x="6372" y="25525"/>
                  </a:lnTo>
                  <a:lnTo>
                    <a:pt x="6449" y="25603"/>
                  </a:lnTo>
                  <a:lnTo>
                    <a:pt x="6526" y="25796"/>
                  </a:lnTo>
                  <a:lnTo>
                    <a:pt x="6565" y="26105"/>
                  </a:lnTo>
                  <a:lnTo>
                    <a:pt x="6604" y="26452"/>
                  </a:lnTo>
                  <a:lnTo>
                    <a:pt x="6604" y="27147"/>
                  </a:lnTo>
                  <a:lnTo>
                    <a:pt x="6604" y="27611"/>
                  </a:lnTo>
                  <a:lnTo>
                    <a:pt x="6681" y="28074"/>
                  </a:lnTo>
                  <a:lnTo>
                    <a:pt x="6835" y="28499"/>
                  </a:lnTo>
                  <a:lnTo>
                    <a:pt x="7067" y="28923"/>
                  </a:lnTo>
                  <a:lnTo>
                    <a:pt x="7376" y="29310"/>
                  </a:lnTo>
                  <a:lnTo>
                    <a:pt x="7569" y="29464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50"/>
                  </a:lnTo>
                  <a:lnTo>
                    <a:pt x="8264" y="29850"/>
                  </a:lnTo>
                  <a:lnTo>
                    <a:pt x="8303" y="29812"/>
                  </a:lnTo>
                  <a:lnTo>
                    <a:pt x="8303" y="29734"/>
                  </a:lnTo>
                  <a:lnTo>
                    <a:pt x="8303" y="29696"/>
                  </a:lnTo>
                  <a:lnTo>
                    <a:pt x="8303" y="29657"/>
                  </a:lnTo>
                  <a:lnTo>
                    <a:pt x="8419" y="29155"/>
                  </a:lnTo>
                  <a:lnTo>
                    <a:pt x="8496" y="28615"/>
                  </a:lnTo>
                  <a:lnTo>
                    <a:pt x="8534" y="28113"/>
                  </a:lnTo>
                  <a:lnTo>
                    <a:pt x="8534" y="27572"/>
                  </a:lnTo>
                  <a:lnTo>
                    <a:pt x="8534" y="27070"/>
                  </a:lnTo>
                  <a:lnTo>
                    <a:pt x="8457" y="26568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7"/>
                  </a:lnTo>
                  <a:lnTo>
                    <a:pt x="8650" y="25409"/>
                  </a:lnTo>
                  <a:lnTo>
                    <a:pt x="8650" y="25371"/>
                  </a:lnTo>
                  <a:lnTo>
                    <a:pt x="8612" y="25294"/>
                  </a:lnTo>
                  <a:lnTo>
                    <a:pt x="8380" y="24792"/>
                  </a:lnTo>
                  <a:lnTo>
                    <a:pt x="8805" y="24637"/>
                  </a:lnTo>
                  <a:close/>
                  <a:moveTo>
                    <a:pt x="6449" y="1"/>
                  </a:moveTo>
                  <a:lnTo>
                    <a:pt x="6411" y="40"/>
                  </a:lnTo>
                  <a:lnTo>
                    <a:pt x="6411" y="117"/>
                  </a:lnTo>
                  <a:lnTo>
                    <a:pt x="6333" y="117"/>
                  </a:lnTo>
                  <a:lnTo>
                    <a:pt x="6295" y="194"/>
                  </a:lnTo>
                  <a:lnTo>
                    <a:pt x="5600" y="1275"/>
                  </a:lnTo>
                  <a:lnTo>
                    <a:pt x="4943" y="2434"/>
                  </a:lnTo>
                  <a:lnTo>
                    <a:pt x="4403" y="3592"/>
                  </a:lnTo>
                  <a:lnTo>
                    <a:pt x="3901" y="4828"/>
                  </a:lnTo>
                  <a:lnTo>
                    <a:pt x="3437" y="6063"/>
                  </a:lnTo>
                  <a:lnTo>
                    <a:pt x="3090" y="7299"/>
                  </a:lnTo>
                  <a:lnTo>
                    <a:pt x="2742" y="8573"/>
                  </a:lnTo>
                  <a:lnTo>
                    <a:pt x="2511" y="9848"/>
                  </a:lnTo>
                  <a:lnTo>
                    <a:pt x="2317" y="11161"/>
                  </a:lnTo>
                  <a:lnTo>
                    <a:pt x="2202" y="12474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9"/>
                  </a:lnTo>
                  <a:lnTo>
                    <a:pt x="541" y="18806"/>
                  </a:lnTo>
                  <a:lnTo>
                    <a:pt x="39" y="19463"/>
                  </a:lnTo>
                  <a:lnTo>
                    <a:pt x="1" y="19501"/>
                  </a:lnTo>
                  <a:lnTo>
                    <a:pt x="1" y="19579"/>
                  </a:lnTo>
                  <a:lnTo>
                    <a:pt x="78" y="19694"/>
                  </a:lnTo>
                  <a:lnTo>
                    <a:pt x="39" y="19965"/>
                  </a:lnTo>
                  <a:lnTo>
                    <a:pt x="39" y="20274"/>
                  </a:lnTo>
                  <a:lnTo>
                    <a:pt x="39" y="20544"/>
                  </a:lnTo>
                  <a:lnTo>
                    <a:pt x="78" y="20853"/>
                  </a:lnTo>
                  <a:lnTo>
                    <a:pt x="194" y="21432"/>
                  </a:lnTo>
                  <a:lnTo>
                    <a:pt x="309" y="22011"/>
                  </a:lnTo>
                  <a:lnTo>
                    <a:pt x="387" y="22900"/>
                  </a:lnTo>
                  <a:lnTo>
                    <a:pt x="425" y="23749"/>
                  </a:lnTo>
                  <a:lnTo>
                    <a:pt x="425" y="24637"/>
                  </a:lnTo>
                  <a:lnTo>
                    <a:pt x="387" y="25487"/>
                  </a:lnTo>
                  <a:lnTo>
                    <a:pt x="387" y="25603"/>
                  </a:lnTo>
                  <a:lnTo>
                    <a:pt x="464" y="25641"/>
                  </a:lnTo>
                  <a:lnTo>
                    <a:pt x="503" y="25680"/>
                  </a:lnTo>
                  <a:lnTo>
                    <a:pt x="580" y="25680"/>
                  </a:lnTo>
                  <a:lnTo>
                    <a:pt x="618" y="25757"/>
                  </a:lnTo>
                  <a:lnTo>
                    <a:pt x="696" y="25796"/>
                  </a:lnTo>
                  <a:lnTo>
                    <a:pt x="811" y="25796"/>
                  </a:lnTo>
                  <a:lnTo>
                    <a:pt x="1584" y="25255"/>
                  </a:lnTo>
                  <a:lnTo>
                    <a:pt x="2279" y="24714"/>
                  </a:lnTo>
                  <a:lnTo>
                    <a:pt x="3746" y="23595"/>
                  </a:lnTo>
                  <a:lnTo>
                    <a:pt x="3785" y="23479"/>
                  </a:lnTo>
                  <a:lnTo>
                    <a:pt x="3785" y="23363"/>
                  </a:lnTo>
                  <a:lnTo>
                    <a:pt x="3630" y="22089"/>
                  </a:lnTo>
                  <a:lnTo>
                    <a:pt x="3592" y="20814"/>
                  </a:lnTo>
                  <a:lnTo>
                    <a:pt x="3939" y="21278"/>
                  </a:lnTo>
                  <a:lnTo>
                    <a:pt x="4364" y="21664"/>
                  </a:lnTo>
                  <a:lnTo>
                    <a:pt x="4789" y="22050"/>
                  </a:lnTo>
                  <a:lnTo>
                    <a:pt x="5252" y="22359"/>
                  </a:lnTo>
                  <a:lnTo>
                    <a:pt x="5059" y="22745"/>
                  </a:lnTo>
                  <a:lnTo>
                    <a:pt x="4866" y="23170"/>
                  </a:lnTo>
                  <a:lnTo>
                    <a:pt x="4712" y="23633"/>
                  </a:lnTo>
                  <a:lnTo>
                    <a:pt x="4673" y="23865"/>
                  </a:lnTo>
                  <a:lnTo>
                    <a:pt x="4712" y="24097"/>
                  </a:lnTo>
                  <a:lnTo>
                    <a:pt x="4750" y="24174"/>
                  </a:lnTo>
                  <a:lnTo>
                    <a:pt x="4789" y="24212"/>
                  </a:lnTo>
                  <a:lnTo>
                    <a:pt x="4827" y="24251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6"/>
                  </a:lnTo>
                  <a:lnTo>
                    <a:pt x="5329" y="24869"/>
                  </a:lnTo>
                  <a:lnTo>
                    <a:pt x="5175" y="25062"/>
                  </a:lnTo>
                  <a:lnTo>
                    <a:pt x="5021" y="25255"/>
                  </a:lnTo>
                  <a:lnTo>
                    <a:pt x="4905" y="25487"/>
                  </a:lnTo>
                  <a:lnTo>
                    <a:pt x="4827" y="25718"/>
                  </a:lnTo>
                  <a:lnTo>
                    <a:pt x="4750" y="25950"/>
                  </a:lnTo>
                  <a:lnTo>
                    <a:pt x="4712" y="26220"/>
                  </a:lnTo>
                  <a:lnTo>
                    <a:pt x="4712" y="26491"/>
                  </a:lnTo>
                  <a:lnTo>
                    <a:pt x="4712" y="26568"/>
                  </a:lnTo>
                  <a:lnTo>
                    <a:pt x="4789" y="26645"/>
                  </a:lnTo>
                  <a:lnTo>
                    <a:pt x="4943" y="26645"/>
                  </a:lnTo>
                  <a:lnTo>
                    <a:pt x="5638" y="26298"/>
                  </a:lnTo>
                  <a:lnTo>
                    <a:pt x="5561" y="26722"/>
                  </a:lnTo>
                  <a:lnTo>
                    <a:pt x="5561" y="27147"/>
                  </a:lnTo>
                  <a:lnTo>
                    <a:pt x="5561" y="27533"/>
                  </a:lnTo>
                  <a:lnTo>
                    <a:pt x="5638" y="27958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6"/>
                  </a:lnTo>
                  <a:lnTo>
                    <a:pt x="6256" y="29464"/>
                  </a:lnTo>
                  <a:lnTo>
                    <a:pt x="6642" y="30005"/>
                  </a:lnTo>
                  <a:lnTo>
                    <a:pt x="6913" y="30352"/>
                  </a:lnTo>
                  <a:lnTo>
                    <a:pt x="7183" y="30661"/>
                  </a:lnTo>
                  <a:lnTo>
                    <a:pt x="7530" y="30970"/>
                  </a:lnTo>
                  <a:lnTo>
                    <a:pt x="7839" y="31163"/>
                  </a:lnTo>
                  <a:lnTo>
                    <a:pt x="7994" y="31240"/>
                  </a:lnTo>
                  <a:lnTo>
                    <a:pt x="8148" y="31318"/>
                  </a:lnTo>
                  <a:lnTo>
                    <a:pt x="8303" y="31318"/>
                  </a:lnTo>
                  <a:lnTo>
                    <a:pt x="8457" y="31279"/>
                  </a:lnTo>
                  <a:lnTo>
                    <a:pt x="8612" y="31240"/>
                  </a:lnTo>
                  <a:lnTo>
                    <a:pt x="8766" y="31163"/>
                  </a:lnTo>
                  <a:lnTo>
                    <a:pt x="8998" y="30893"/>
                  </a:lnTo>
                  <a:lnTo>
                    <a:pt x="9230" y="30584"/>
                  </a:lnTo>
                  <a:lnTo>
                    <a:pt x="9423" y="30236"/>
                  </a:lnTo>
                  <a:lnTo>
                    <a:pt x="9577" y="29850"/>
                  </a:lnTo>
                  <a:lnTo>
                    <a:pt x="9693" y="29464"/>
                  </a:lnTo>
                  <a:lnTo>
                    <a:pt x="9847" y="28808"/>
                  </a:lnTo>
                  <a:lnTo>
                    <a:pt x="9886" y="28228"/>
                  </a:lnTo>
                  <a:lnTo>
                    <a:pt x="9847" y="27611"/>
                  </a:lnTo>
                  <a:lnTo>
                    <a:pt x="9770" y="27031"/>
                  </a:lnTo>
                  <a:lnTo>
                    <a:pt x="9577" y="26491"/>
                  </a:lnTo>
                  <a:lnTo>
                    <a:pt x="9770" y="26529"/>
                  </a:lnTo>
                  <a:lnTo>
                    <a:pt x="9963" y="26568"/>
                  </a:lnTo>
                  <a:lnTo>
                    <a:pt x="10156" y="26607"/>
                  </a:lnTo>
                  <a:lnTo>
                    <a:pt x="10388" y="26607"/>
                  </a:lnTo>
                  <a:lnTo>
                    <a:pt x="10465" y="26568"/>
                  </a:lnTo>
                  <a:lnTo>
                    <a:pt x="10542" y="26529"/>
                  </a:lnTo>
                  <a:lnTo>
                    <a:pt x="10542" y="26452"/>
                  </a:lnTo>
                  <a:lnTo>
                    <a:pt x="10542" y="26336"/>
                  </a:lnTo>
                  <a:lnTo>
                    <a:pt x="10234" y="25834"/>
                  </a:lnTo>
                  <a:lnTo>
                    <a:pt x="9925" y="25332"/>
                  </a:lnTo>
                  <a:lnTo>
                    <a:pt x="9538" y="24869"/>
                  </a:lnTo>
                  <a:lnTo>
                    <a:pt x="9114" y="24483"/>
                  </a:lnTo>
                  <a:lnTo>
                    <a:pt x="9616" y="24135"/>
                  </a:lnTo>
                  <a:lnTo>
                    <a:pt x="9693" y="24058"/>
                  </a:lnTo>
                  <a:lnTo>
                    <a:pt x="9732" y="23981"/>
                  </a:lnTo>
                  <a:lnTo>
                    <a:pt x="9770" y="23942"/>
                  </a:lnTo>
                  <a:lnTo>
                    <a:pt x="9732" y="23865"/>
                  </a:lnTo>
                  <a:lnTo>
                    <a:pt x="9307" y="23093"/>
                  </a:lnTo>
                  <a:lnTo>
                    <a:pt x="9114" y="22706"/>
                  </a:lnTo>
                  <a:lnTo>
                    <a:pt x="8959" y="22282"/>
                  </a:lnTo>
                  <a:lnTo>
                    <a:pt x="9114" y="22204"/>
                  </a:lnTo>
                  <a:lnTo>
                    <a:pt x="9423" y="21934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9"/>
                  </a:lnTo>
                  <a:lnTo>
                    <a:pt x="10118" y="21896"/>
                  </a:lnTo>
                  <a:lnTo>
                    <a:pt x="10040" y="22822"/>
                  </a:lnTo>
                  <a:lnTo>
                    <a:pt x="10079" y="22900"/>
                  </a:lnTo>
                  <a:lnTo>
                    <a:pt x="10156" y="22977"/>
                  </a:lnTo>
                  <a:lnTo>
                    <a:pt x="10813" y="23402"/>
                  </a:lnTo>
                  <a:lnTo>
                    <a:pt x="11469" y="23826"/>
                  </a:lnTo>
                  <a:lnTo>
                    <a:pt x="12126" y="24290"/>
                  </a:lnTo>
                  <a:lnTo>
                    <a:pt x="12743" y="24753"/>
                  </a:lnTo>
                  <a:lnTo>
                    <a:pt x="12859" y="24830"/>
                  </a:lnTo>
                  <a:lnTo>
                    <a:pt x="12975" y="24792"/>
                  </a:lnTo>
                  <a:lnTo>
                    <a:pt x="13052" y="24753"/>
                  </a:lnTo>
                  <a:lnTo>
                    <a:pt x="13091" y="24637"/>
                  </a:lnTo>
                  <a:lnTo>
                    <a:pt x="13323" y="21394"/>
                  </a:lnTo>
                  <a:lnTo>
                    <a:pt x="13400" y="19772"/>
                  </a:lnTo>
                  <a:lnTo>
                    <a:pt x="13439" y="18961"/>
                  </a:lnTo>
                  <a:lnTo>
                    <a:pt x="13400" y="18189"/>
                  </a:lnTo>
                  <a:lnTo>
                    <a:pt x="13361" y="18073"/>
                  </a:lnTo>
                  <a:lnTo>
                    <a:pt x="13323" y="18034"/>
                  </a:lnTo>
                  <a:lnTo>
                    <a:pt x="13284" y="18034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5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6" y="14559"/>
                  </a:lnTo>
                  <a:lnTo>
                    <a:pt x="10620" y="13632"/>
                  </a:lnTo>
                  <a:lnTo>
                    <a:pt x="10504" y="12705"/>
                  </a:lnTo>
                  <a:lnTo>
                    <a:pt x="10234" y="11122"/>
                  </a:lnTo>
                  <a:lnTo>
                    <a:pt x="9886" y="9539"/>
                  </a:lnTo>
                  <a:lnTo>
                    <a:pt x="9500" y="7956"/>
                  </a:lnTo>
                  <a:lnTo>
                    <a:pt x="9036" y="6411"/>
                  </a:lnTo>
                  <a:lnTo>
                    <a:pt x="8534" y="4866"/>
                  </a:lnTo>
                  <a:lnTo>
                    <a:pt x="7994" y="3322"/>
                  </a:lnTo>
                  <a:lnTo>
                    <a:pt x="7415" y="1816"/>
                  </a:lnTo>
                  <a:lnTo>
                    <a:pt x="6835" y="310"/>
                  </a:lnTo>
                  <a:lnTo>
                    <a:pt x="6797" y="233"/>
                  </a:lnTo>
                  <a:lnTo>
                    <a:pt x="6720" y="194"/>
                  </a:lnTo>
                  <a:lnTo>
                    <a:pt x="6642" y="155"/>
                  </a:lnTo>
                  <a:lnTo>
                    <a:pt x="6604" y="40"/>
                  </a:lnTo>
                  <a:lnTo>
                    <a:pt x="65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5"/>
            <p:cNvSpPr/>
            <p:nvPr/>
          </p:nvSpPr>
          <p:spPr>
            <a:xfrm>
              <a:off x="3067625" y="1293100"/>
              <a:ext cx="105250" cy="105250"/>
            </a:xfrm>
            <a:custGeom>
              <a:avLst/>
              <a:gdLst/>
              <a:ahLst/>
              <a:cxnLst/>
              <a:rect l="l" t="t" r="r" b="b"/>
              <a:pathLst>
                <a:path w="4210" h="4210" extrusionOk="0">
                  <a:moveTo>
                    <a:pt x="2317" y="348"/>
                  </a:moveTo>
                  <a:lnTo>
                    <a:pt x="2472" y="425"/>
                  </a:lnTo>
                  <a:lnTo>
                    <a:pt x="2665" y="464"/>
                  </a:lnTo>
                  <a:lnTo>
                    <a:pt x="2819" y="579"/>
                  </a:lnTo>
                  <a:lnTo>
                    <a:pt x="2974" y="695"/>
                  </a:lnTo>
                  <a:lnTo>
                    <a:pt x="3128" y="811"/>
                  </a:lnTo>
                  <a:lnTo>
                    <a:pt x="3205" y="850"/>
                  </a:lnTo>
                  <a:lnTo>
                    <a:pt x="3360" y="1081"/>
                  </a:lnTo>
                  <a:lnTo>
                    <a:pt x="3553" y="1313"/>
                  </a:lnTo>
                  <a:lnTo>
                    <a:pt x="3669" y="1545"/>
                  </a:lnTo>
                  <a:lnTo>
                    <a:pt x="3784" y="1815"/>
                  </a:lnTo>
                  <a:lnTo>
                    <a:pt x="3823" y="2085"/>
                  </a:lnTo>
                  <a:lnTo>
                    <a:pt x="3823" y="2356"/>
                  </a:lnTo>
                  <a:lnTo>
                    <a:pt x="3784" y="2665"/>
                  </a:lnTo>
                  <a:lnTo>
                    <a:pt x="3669" y="2935"/>
                  </a:lnTo>
                  <a:lnTo>
                    <a:pt x="3476" y="3244"/>
                  </a:lnTo>
                  <a:lnTo>
                    <a:pt x="3205" y="3476"/>
                  </a:lnTo>
                  <a:lnTo>
                    <a:pt x="2896" y="3669"/>
                  </a:lnTo>
                  <a:lnTo>
                    <a:pt x="2587" y="3785"/>
                  </a:lnTo>
                  <a:lnTo>
                    <a:pt x="2201" y="3862"/>
                  </a:lnTo>
                  <a:lnTo>
                    <a:pt x="1854" y="3823"/>
                  </a:lnTo>
                  <a:lnTo>
                    <a:pt x="1506" y="3746"/>
                  </a:lnTo>
                  <a:lnTo>
                    <a:pt x="1197" y="3591"/>
                  </a:lnTo>
                  <a:lnTo>
                    <a:pt x="927" y="3398"/>
                  </a:lnTo>
                  <a:lnTo>
                    <a:pt x="695" y="3167"/>
                  </a:lnTo>
                  <a:lnTo>
                    <a:pt x="541" y="2858"/>
                  </a:lnTo>
                  <a:lnTo>
                    <a:pt x="425" y="2549"/>
                  </a:lnTo>
                  <a:lnTo>
                    <a:pt x="348" y="2240"/>
                  </a:lnTo>
                  <a:lnTo>
                    <a:pt x="348" y="1892"/>
                  </a:lnTo>
                  <a:lnTo>
                    <a:pt x="425" y="1583"/>
                  </a:lnTo>
                  <a:lnTo>
                    <a:pt x="541" y="1275"/>
                  </a:lnTo>
                  <a:lnTo>
                    <a:pt x="772" y="966"/>
                  </a:lnTo>
                  <a:lnTo>
                    <a:pt x="1081" y="695"/>
                  </a:lnTo>
                  <a:lnTo>
                    <a:pt x="1390" y="502"/>
                  </a:lnTo>
                  <a:lnTo>
                    <a:pt x="1738" y="386"/>
                  </a:lnTo>
                  <a:lnTo>
                    <a:pt x="2124" y="348"/>
                  </a:lnTo>
                  <a:close/>
                  <a:moveTo>
                    <a:pt x="1892" y="0"/>
                  </a:moveTo>
                  <a:lnTo>
                    <a:pt x="1545" y="77"/>
                  </a:lnTo>
                  <a:lnTo>
                    <a:pt x="1197" y="232"/>
                  </a:lnTo>
                  <a:lnTo>
                    <a:pt x="850" y="425"/>
                  </a:lnTo>
                  <a:lnTo>
                    <a:pt x="618" y="618"/>
                  </a:lnTo>
                  <a:lnTo>
                    <a:pt x="464" y="811"/>
                  </a:lnTo>
                  <a:lnTo>
                    <a:pt x="309" y="966"/>
                  </a:lnTo>
                  <a:lnTo>
                    <a:pt x="232" y="1159"/>
                  </a:lnTo>
                  <a:lnTo>
                    <a:pt x="116" y="1390"/>
                  </a:lnTo>
                  <a:lnTo>
                    <a:pt x="39" y="1815"/>
                  </a:lnTo>
                  <a:lnTo>
                    <a:pt x="0" y="2240"/>
                  </a:lnTo>
                  <a:lnTo>
                    <a:pt x="77" y="2665"/>
                  </a:lnTo>
                  <a:lnTo>
                    <a:pt x="232" y="3051"/>
                  </a:lnTo>
                  <a:lnTo>
                    <a:pt x="464" y="3437"/>
                  </a:lnTo>
                  <a:lnTo>
                    <a:pt x="618" y="3591"/>
                  </a:lnTo>
                  <a:lnTo>
                    <a:pt x="772" y="3746"/>
                  </a:lnTo>
                  <a:lnTo>
                    <a:pt x="1120" y="3978"/>
                  </a:lnTo>
                  <a:lnTo>
                    <a:pt x="1506" y="4132"/>
                  </a:lnTo>
                  <a:lnTo>
                    <a:pt x="1931" y="4209"/>
                  </a:lnTo>
                  <a:lnTo>
                    <a:pt x="2317" y="4209"/>
                  </a:lnTo>
                  <a:lnTo>
                    <a:pt x="2742" y="4132"/>
                  </a:lnTo>
                  <a:lnTo>
                    <a:pt x="3128" y="3978"/>
                  </a:lnTo>
                  <a:lnTo>
                    <a:pt x="3476" y="3785"/>
                  </a:lnTo>
                  <a:lnTo>
                    <a:pt x="3784" y="3476"/>
                  </a:lnTo>
                  <a:lnTo>
                    <a:pt x="3900" y="3321"/>
                  </a:lnTo>
                  <a:lnTo>
                    <a:pt x="4016" y="3128"/>
                  </a:lnTo>
                  <a:lnTo>
                    <a:pt x="4093" y="2935"/>
                  </a:lnTo>
                  <a:lnTo>
                    <a:pt x="4132" y="2703"/>
                  </a:lnTo>
                  <a:lnTo>
                    <a:pt x="4209" y="2279"/>
                  </a:lnTo>
                  <a:lnTo>
                    <a:pt x="4171" y="1854"/>
                  </a:lnTo>
                  <a:lnTo>
                    <a:pt x="4055" y="1429"/>
                  </a:lnTo>
                  <a:lnTo>
                    <a:pt x="3939" y="1236"/>
                  </a:lnTo>
                  <a:lnTo>
                    <a:pt x="3823" y="1043"/>
                  </a:lnTo>
                  <a:lnTo>
                    <a:pt x="3707" y="888"/>
                  </a:lnTo>
                  <a:lnTo>
                    <a:pt x="3553" y="734"/>
                  </a:lnTo>
                  <a:lnTo>
                    <a:pt x="3360" y="579"/>
                  </a:lnTo>
                  <a:lnTo>
                    <a:pt x="3167" y="502"/>
                  </a:lnTo>
                  <a:lnTo>
                    <a:pt x="3128" y="502"/>
                  </a:lnTo>
                  <a:lnTo>
                    <a:pt x="3051" y="348"/>
                  </a:lnTo>
                  <a:lnTo>
                    <a:pt x="2896" y="232"/>
                  </a:lnTo>
                  <a:lnTo>
                    <a:pt x="2780" y="116"/>
                  </a:lnTo>
                  <a:lnTo>
                    <a:pt x="2626" y="77"/>
                  </a:lnTo>
                  <a:lnTo>
                    <a:pt x="2433" y="39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5"/>
            <p:cNvSpPr/>
            <p:nvPr/>
          </p:nvSpPr>
          <p:spPr>
            <a:xfrm>
              <a:off x="2850400" y="1030525"/>
              <a:ext cx="475950" cy="686400"/>
            </a:xfrm>
            <a:custGeom>
              <a:avLst/>
              <a:gdLst/>
              <a:ahLst/>
              <a:cxnLst/>
              <a:rect l="l" t="t" r="r" b="b"/>
              <a:pathLst>
                <a:path w="19038" h="27456" extrusionOk="0">
                  <a:moveTo>
                    <a:pt x="18690" y="309"/>
                  </a:moveTo>
                  <a:lnTo>
                    <a:pt x="18690" y="463"/>
                  </a:lnTo>
                  <a:lnTo>
                    <a:pt x="18382" y="2047"/>
                  </a:lnTo>
                  <a:lnTo>
                    <a:pt x="17995" y="3668"/>
                  </a:lnTo>
                  <a:lnTo>
                    <a:pt x="17609" y="5252"/>
                  </a:lnTo>
                  <a:lnTo>
                    <a:pt x="17184" y="6873"/>
                  </a:lnTo>
                  <a:lnTo>
                    <a:pt x="16489" y="6873"/>
                  </a:lnTo>
                  <a:lnTo>
                    <a:pt x="16180" y="6835"/>
                  </a:lnTo>
                  <a:lnTo>
                    <a:pt x="15833" y="6758"/>
                  </a:lnTo>
                  <a:lnTo>
                    <a:pt x="15524" y="6680"/>
                  </a:lnTo>
                  <a:lnTo>
                    <a:pt x="15215" y="6565"/>
                  </a:lnTo>
                  <a:lnTo>
                    <a:pt x="14906" y="6410"/>
                  </a:lnTo>
                  <a:lnTo>
                    <a:pt x="14597" y="6217"/>
                  </a:lnTo>
                  <a:lnTo>
                    <a:pt x="14327" y="6024"/>
                  </a:lnTo>
                  <a:lnTo>
                    <a:pt x="14057" y="5792"/>
                  </a:lnTo>
                  <a:lnTo>
                    <a:pt x="13593" y="5329"/>
                  </a:lnTo>
                  <a:lnTo>
                    <a:pt x="13168" y="4788"/>
                  </a:lnTo>
                  <a:lnTo>
                    <a:pt x="12782" y="4248"/>
                  </a:lnTo>
                  <a:lnTo>
                    <a:pt x="13477" y="3668"/>
                  </a:lnTo>
                  <a:lnTo>
                    <a:pt x="14172" y="3128"/>
                  </a:lnTo>
                  <a:lnTo>
                    <a:pt x="14868" y="2587"/>
                  </a:lnTo>
                  <a:lnTo>
                    <a:pt x="15601" y="2085"/>
                  </a:lnTo>
                  <a:lnTo>
                    <a:pt x="16374" y="1622"/>
                  </a:lnTo>
                  <a:lnTo>
                    <a:pt x="17146" y="1158"/>
                  </a:lnTo>
                  <a:lnTo>
                    <a:pt x="17918" y="734"/>
                  </a:lnTo>
                  <a:lnTo>
                    <a:pt x="18690" y="309"/>
                  </a:lnTo>
                  <a:close/>
                  <a:moveTo>
                    <a:pt x="6063" y="12434"/>
                  </a:moveTo>
                  <a:lnTo>
                    <a:pt x="5793" y="13013"/>
                  </a:lnTo>
                  <a:lnTo>
                    <a:pt x="5600" y="13592"/>
                  </a:lnTo>
                  <a:lnTo>
                    <a:pt x="5446" y="14172"/>
                  </a:lnTo>
                  <a:lnTo>
                    <a:pt x="5291" y="14790"/>
                  </a:lnTo>
                  <a:lnTo>
                    <a:pt x="5252" y="15369"/>
                  </a:lnTo>
                  <a:lnTo>
                    <a:pt x="5214" y="15407"/>
                  </a:lnTo>
                  <a:lnTo>
                    <a:pt x="4750" y="16102"/>
                  </a:lnTo>
                  <a:lnTo>
                    <a:pt x="4287" y="16797"/>
                  </a:lnTo>
                  <a:lnTo>
                    <a:pt x="4171" y="17106"/>
                  </a:lnTo>
                  <a:lnTo>
                    <a:pt x="4017" y="17415"/>
                  </a:lnTo>
                  <a:lnTo>
                    <a:pt x="3824" y="17724"/>
                  </a:lnTo>
                  <a:lnTo>
                    <a:pt x="3746" y="17840"/>
                  </a:lnTo>
                  <a:lnTo>
                    <a:pt x="3631" y="17956"/>
                  </a:lnTo>
                  <a:lnTo>
                    <a:pt x="3476" y="18033"/>
                  </a:lnTo>
                  <a:lnTo>
                    <a:pt x="3283" y="18072"/>
                  </a:lnTo>
                  <a:lnTo>
                    <a:pt x="2858" y="18110"/>
                  </a:lnTo>
                  <a:lnTo>
                    <a:pt x="2009" y="18149"/>
                  </a:lnTo>
                  <a:lnTo>
                    <a:pt x="426" y="18342"/>
                  </a:lnTo>
                  <a:lnTo>
                    <a:pt x="426" y="18342"/>
                  </a:lnTo>
                  <a:lnTo>
                    <a:pt x="850" y="17724"/>
                  </a:lnTo>
                  <a:lnTo>
                    <a:pt x="1275" y="17106"/>
                  </a:lnTo>
                  <a:lnTo>
                    <a:pt x="1661" y="16489"/>
                  </a:lnTo>
                  <a:lnTo>
                    <a:pt x="2009" y="15832"/>
                  </a:lnTo>
                  <a:lnTo>
                    <a:pt x="2549" y="14751"/>
                  </a:lnTo>
                  <a:lnTo>
                    <a:pt x="2820" y="14017"/>
                  </a:lnTo>
                  <a:lnTo>
                    <a:pt x="3013" y="13670"/>
                  </a:lnTo>
                  <a:lnTo>
                    <a:pt x="3206" y="13322"/>
                  </a:lnTo>
                  <a:lnTo>
                    <a:pt x="3360" y="13322"/>
                  </a:lnTo>
                  <a:lnTo>
                    <a:pt x="3399" y="13245"/>
                  </a:lnTo>
                  <a:lnTo>
                    <a:pt x="3438" y="13206"/>
                  </a:lnTo>
                  <a:lnTo>
                    <a:pt x="4750" y="12782"/>
                  </a:lnTo>
                  <a:lnTo>
                    <a:pt x="6063" y="12434"/>
                  </a:lnTo>
                  <a:close/>
                  <a:moveTo>
                    <a:pt x="12551" y="4441"/>
                  </a:moveTo>
                  <a:lnTo>
                    <a:pt x="12898" y="5020"/>
                  </a:lnTo>
                  <a:lnTo>
                    <a:pt x="13362" y="5561"/>
                  </a:lnTo>
                  <a:lnTo>
                    <a:pt x="13864" y="6101"/>
                  </a:lnTo>
                  <a:lnTo>
                    <a:pt x="14172" y="6333"/>
                  </a:lnTo>
                  <a:lnTo>
                    <a:pt x="14443" y="6565"/>
                  </a:lnTo>
                  <a:lnTo>
                    <a:pt x="14752" y="6758"/>
                  </a:lnTo>
                  <a:lnTo>
                    <a:pt x="15061" y="6951"/>
                  </a:lnTo>
                  <a:lnTo>
                    <a:pt x="15370" y="7067"/>
                  </a:lnTo>
                  <a:lnTo>
                    <a:pt x="15717" y="7182"/>
                  </a:lnTo>
                  <a:lnTo>
                    <a:pt x="16026" y="7260"/>
                  </a:lnTo>
                  <a:lnTo>
                    <a:pt x="16721" y="7260"/>
                  </a:lnTo>
                  <a:lnTo>
                    <a:pt x="17107" y="7182"/>
                  </a:lnTo>
                  <a:lnTo>
                    <a:pt x="16682" y="8573"/>
                  </a:lnTo>
                  <a:lnTo>
                    <a:pt x="16180" y="9963"/>
                  </a:lnTo>
                  <a:lnTo>
                    <a:pt x="15756" y="11160"/>
                  </a:lnTo>
                  <a:lnTo>
                    <a:pt x="15254" y="12357"/>
                  </a:lnTo>
                  <a:lnTo>
                    <a:pt x="14752" y="13515"/>
                  </a:lnTo>
                  <a:lnTo>
                    <a:pt x="14172" y="14635"/>
                  </a:lnTo>
                  <a:lnTo>
                    <a:pt x="13555" y="15793"/>
                  </a:lnTo>
                  <a:lnTo>
                    <a:pt x="13207" y="16373"/>
                  </a:lnTo>
                  <a:lnTo>
                    <a:pt x="12860" y="16952"/>
                  </a:lnTo>
                  <a:lnTo>
                    <a:pt x="12473" y="17493"/>
                  </a:lnTo>
                  <a:lnTo>
                    <a:pt x="12087" y="17995"/>
                  </a:lnTo>
                  <a:lnTo>
                    <a:pt x="11624" y="18458"/>
                  </a:lnTo>
                  <a:lnTo>
                    <a:pt x="11161" y="18883"/>
                  </a:lnTo>
                  <a:lnTo>
                    <a:pt x="10620" y="19230"/>
                  </a:lnTo>
                  <a:lnTo>
                    <a:pt x="10079" y="19462"/>
                  </a:lnTo>
                  <a:lnTo>
                    <a:pt x="9809" y="19578"/>
                  </a:lnTo>
                  <a:lnTo>
                    <a:pt x="9539" y="19655"/>
                  </a:lnTo>
                  <a:lnTo>
                    <a:pt x="9230" y="19694"/>
                  </a:lnTo>
                  <a:lnTo>
                    <a:pt x="8959" y="19732"/>
                  </a:lnTo>
                  <a:lnTo>
                    <a:pt x="8689" y="19732"/>
                  </a:lnTo>
                  <a:lnTo>
                    <a:pt x="8380" y="19694"/>
                  </a:lnTo>
                  <a:lnTo>
                    <a:pt x="8110" y="19616"/>
                  </a:lnTo>
                  <a:lnTo>
                    <a:pt x="7840" y="19539"/>
                  </a:lnTo>
                  <a:lnTo>
                    <a:pt x="7569" y="19423"/>
                  </a:lnTo>
                  <a:lnTo>
                    <a:pt x="7299" y="19269"/>
                  </a:lnTo>
                  <a:lnTo>
                    <a:pt x="7067" y="19114"/>
                  </a:lnTo>
                  <a:lnTo>
                    <a:pt x="6836" y="18883"/>
                  </a:lnTo>
                  <a:lnTo>
                    <a:pt x="6450" y="18458"/>
                  </a:lnTo>
                  <a:lnTo>
                    <a:pt x="6141" y="17956"/>
                  </a:lnTo>
                  <a:lnTo>
                    <a:pt x="5870" y="17454"/>
                  </a:lnTo>
                  <a:lnTo>
                    <a:pt x="5716" y="16913"/>
                  </a:lnTo>
                  <a:lnTo>
                    <a:pt x="5639" y="16334"/>
                  </a:lnTo>
                  <a:lnTo>
                    <a:pt x="5600" y="15755"/>
                  </a:lnTo>
                  <a:lnTo>
                    <a:pt x="5639" y="15214"/>
                  </a:lnTo>
                  <a:lnTo>
                    <a:pt x="5716" y="14635"/>
                  </a:lnTo>
                  <a:lnTo>
                    <a:pt x="5832" y="14056"/>
                  </a:lnTo>
                  <a:lnTo>
                    <a:pt x="6025" y="13515"/>
                  </a:lnTo>
                  <a:lnTo>
                    <a:pt x="6218" y="13013"/>
                  </a:lnTo>
                  <a:lnTo>
                    <a:pt x="6450" y="12473"/>
                  </a:lnTo>
                  <a:lnTo>
                    <a:pt x="6952" y="11469"/>
                  </a:lnTo>
                  <a:lnTo>
                    <a:pt x="7531" y="10465"/>
                  </a:lnTo>
                  <a:lnTo>
                    <a:pt x="8149" y="9461"/>
                  </a:lnTo>
                  <a:lnTo>
                    <a:pt x="8844" y="8495"/>
                  </a:lnTo>
                  <a:lnTo>
                    <a:pt x="9539" y="7530"/>
                  </a:lnTo>
                  <a:lnTo>
                    <a:pt x="10311" y="6642"/>
                  </a:lnTo>
                  <a:lnTo>
                    <a:pt x="10852" y="6063"/>
                  </a:lnTo>
                  <a:lnTo>
                    <a:pt x="11392" y="5522"/>
                  </a:lnTo>
                  <a:lnTo>
                    <a:pt x="11971" y="4981"/>
                  </a:lnTo>
                  <a:lnTo>
                    <a:pt x="12551" y="4441"/>
                  </a:lnTo>
                  <a:close/>
                  <a:moveTo>
                    <a:pt x="5986" y="18419"/>
                  </a:moveTo>
                  <a:lnTo>
                    <a:pt x="6218" y="18767"/>
                  </a:lnTo>
                  <a:lnTo>
                    <a:pt x="6450" y="19076"/>
                  </a:lnTo>
                  <a:lnTo>
                    <a:pt x="6758" y="19346"/>
                  </a:lnTo>
                  <a:lnTo>
                    <a:pt x="7067" y="19616"/>
                  </a:lnTo>
                  <a:lnTo>
                    <a:pt x="7415" y="19809"/>
                  </a:lnTo>
                  <a:lnTo>
                    <a:pt x="7801" y="19964"/>
                  </a:lnTo>
                  <a:lnTo>
                    <a:pt x="8187" y="20080"/>
                  </a:lnTo>
                  <a:lnTo>
                    <a:pt x="8612" y="20118"/>
                  </a:lnTo>
                  <a:lnTo>
                    <a:pt x="8535" y="20466"/>
                  </a:lnTo>
                  <a:lnTo>
                    <a:pt x="8496" y="20852"/>
                  </a:lnTo>
                  <a:lnTo>
                    <a:pt x="7994" y="20813"/>
                  </a:lnTo>
                  <a:lnTo>
                    <a:pt x="7531" y="20698"/>
                  </a:lnTo>
                  <a:lnTo>
                    <a:pt x="7106" y="20504"/>
                  </a:lnTo>
                  <a:lnTo>
                    <a:pt x="6720" y="20273"/>
                  </a:lnTo>
                  <a:lnTo>
                    <a:pt x="6334" y="20002"/>
                  </a:lnTo>
                  <a:lnTo>
                    <a:pt x="6025" y="19655"/>
                  </a:lnTo>
                  <a:lnTo>
                    <a:pt x="5716" y="19307"/>
                  </a:lnTo>
                  <a:lnTo>
                    <a:pt x="5446" y="18883"/>
                  </a:lnTo>
                  <a:lnTo>
                    <a:pt x="5446" y="18844"/>
                  </a:lnTo>
                  <a:lnTo>
                    <a:pt x="5986" y="18419"/>
                  </a:lnTo>
                  <a:close/>
                  <a:moveTo>
                    <a:pt x="5291" y="18960"/>
                  </a:moveTo>
                  <a:lnTo>
                    <a:pt x="5523" y="19462"/>
                  </a:lnTo>
                  <a:lnTo>
                    <a:pt x="5793" y="19887"/>
                  </a:lnTo>
                  <a:lnTo>
                    <a:pt x="6141" y="20234"/>
                  </a:lnTo>
                  <a:lnTo>
                    <a:pt x="6527" y="20582"/>
                  </a:lnTo>
                  <a:lnTo>
                    <a:pt x="6952" y="20813"/>
                  </a:lnTo>
                  <a:lnTo>
                    <a:pt x="7453" y="21006"/>
                  </a:lnTo>
                  <a:lnTo>
                    <a:pt x="7955" y="21122"/>
                  </a:lnTo>
                  <a:lnTo>
                    <a:pt x="8457" y="21161"/>
                  </a:lnTo>
                  <a:lnTo>
                    <a:pt x="8496" y="21702"/>
                  </a:lnTo>
                  <a:lnTo>
                    <a:pt x="7878" y="21624"/>
                  </a:lnTo>
                  <a:lnTo>
                    <a:pt x="7299" y="21508"/>
                  </a:lnTo>
                  <a:lnTo>
                    <a:pt x="6797" y="21315"/>
                  </a:lnTo>
                  <a:lnTo>
                    <a:pt x="6295" y="21084"/>
                  </a:lnTo>
                  <a:lnTo>
                    <a:pt x="5870" y="20775"/>
                  </a:lnTo>
                  <a:lnTo>
                    <a:pt x="5446" y="20389"/>
                  </a:lnTo>
                  <a:lnTo>
                    <a:pt x="5021" y="19964"/>
                  </a:lnTo>
                  <a:lnTo>
                    <a:pt x="4673" y="19501"/>
                  </a:lnTo>
                  <a:lnTo>
                    <a:pt x="4828" y="19385"/>
                  </a:lnTo>
                  <a:lnTo>
                    <a:pt x="4982" y="19269"/>
                  </a:lnTo>
                  <a:lnTo>
                    <a:pt x="5291" y="18960"/>
                  </a:lnTo>
                  <a:close/>
                  <a:moveTo>
                    <a:pt x="13555" y="16527"/>
                  </a:moveTo>
                  <a:lnTo>
                    <a:pt x="13748" y="17184"/>
                  </a:lnTo>
                  <a:lnTo>
                    <a:pt x="13979" y="17840"/>
                  </a:lnTo>
                  <a:lnTo>
                    <a:pt x="14250" y="18458"/>
                  </a:lnTo>
                  <a:lnTo>
                    <a:pt x="14597" y="19037"/>
                  </a:lnTo>
                  <a:lnTo>
                    <a:pt x="13670" y="20157"/>
                  </a:lnTo>
                  <a:lnTo>
                    <a:pt x="12782" y="21315"/>
                  </a:lnTo>
                  <a:lnTo>
                    <a:pt x="11083" y="23748"/>
                  </a:lnTo>
                  <a:lnTo>
                    <a:pt x="10736" y="22783"/>
                  </a:lnTo>
                  <a:lnTo>
                    <a:pt x="10350" y="21856"/>
                  </a:lnTo>
                  <a:lnTo>
                    <a:pt x="10234" y="21586"/>
                  </a:lnTo>
                  <a:lnTo>
                    <a:pt x="10195" y="21354"/>
                  </a:lnTo>
                  <a:lnTo>
                    <a:pt x="10195" y="21238"/>
                  </a:lnTo>
                  <a:lnTo>
                    <a:pt x="10234" y="21122"/>
                  </a:lnTo>
                  <a:lnTo>
                    <a:pt x="10388" y="20813"/>
                  </a:lnTo>
                  <a:lnTo>
                    <a:pt x="10813" y="20234"/>
                  </a:lnTo>
                  <a:lnTo>
                    <a:pt x="11199" y="19578"/>
                  </a:lnTo>
                  <a:lnTo>
                    <a:pt x="11199" y="19501"/>
                  </a:lnTo>
                  <a:lnTo>
                    <a:pt x="11199" y="19462"/>
                  </a:lnTo>
                  <a:lnTo>
                    <a:pt x="11161" y="19346"/>
                  </a:lnTo>
                  <a:lnTo>
                    <a:pt x="11585" y="18999"/>
                  </a:lnTo>
                  <a:lnTo>
                    <a:pt x="11971" y="18612"/>
                  </a:lnTo>
                  <a:lnTo>
                    <a:pt x="12358" y="18226"/>
                  </a:lnTo>
                  <a:lnTo>
                    <a:pt x="12705" y="17801"/>
                  </a:lnTo>
                  <a:lnTo>
                    <a:pt x="13130" y="17184"/>
                  </a:lnTo>
                  <a:lnTo>
                    <a:pt x="13555" y="16527"/>
                  </a:lnTo>
                  <a:close/>
                  <a:moveTo>
                    <a:pt x="5677" y="21161"/>
                  </a:moveTo>
                  <a:lnTo>
                    <a:pt x="5948" y="21393"/>
                  </a:lnTo>
                  <a:lnTo>
                    <a:pt x="6256" y="21547"/>
                  </a:lnTo>
                  <a:lnTo>
                    <a:pt x="6565" y="21702"/>
                  </a:lnTo>
                  <a:lnTo>
                    <a:pt x="6913" y="21817"/>
                  </a:lnTo>
                  <a:lnTo>
                    <a:pt x="6836" y="22010"/>
                  </a:lnTo>
                  <a:lnTo>
                    <a:pt x="6797" y="22204"/>
                  </a:lnTo>
                  <a:lnTo>
                    <a:pt x="6643" y="22088"/>
                  </a:lnTo>
                  <a:lnTo>
                    <a:pt x="6604" y="22010"/>
                  </a:lnTo>
                  <a:lnTo>
                    <a:pt x="6411" y="22010"/>
                  </a:lnTo>
                  <a:lnTo>
                    <a:pt x="6372" y="22088"/>
                  </a:lnTo>
                  <a:lnTo>
                    <a:pt x="6218" y="22628"/>
                  </a:lnTo>
                  <a:lnTo>
                    <a:pt x="6025" y="23092"/>
                  </a:lnTo>
                  <a:lnTo>
                    <a:pt x="5832" y="23594"/>
                  </a:lnTo>
                  <a:lnTo>
                    <a:pt x="5600" y="24057"/>
                  </a:lnTo>
                  <a:lnTo>
                    <a:pt x="5330" y="24482"/>
                  </a:lnTo>
                  <a:lnTo>
                    <a:pt x="5021" y="24907"/>
                  </a:lnTo>
                  <a:lnTo>
                    <a:pt x="4712" y="25331"/>
                  </a:lnTo>
                  <a:lnTo>
                    <a:pt x="4364" y="25717"/>
                  </a:lnTo>
                  <a:lnTo>
                    <a:pt x="4248" y="25293"/>
                  </a:lnTo>
                  <a:lnTo>
                    <a:pt x="4171" y="24868"/>
                  </a:lnTo>
                  <a:lnTo>
                    <a:pt x="4171" y="24482"/>
                  </a:lnTo>
                  <a:lnTo>
                    <a:pt x="4210" y="24057"/>
                  </a:lnTo>
                  <a:lnTo>
                    <a:pt x="4326" y="23671"/>
                  </a:lnTo>
                  <a:lnTo>
                    <a:pt x="4480" y="23285"/>
                  </a:lnTo>
                  <a:lnTo>
                    <a:pt x="4673" y="22899"/>
                  </a:lnTo>
                  <a:lnTo>
                    <a:pt x="4944" y="22512"/>
                  </a:lnTo>
                  <a:lnTo>
                    <a:pt x="5175" y="22204"/>
                  </a:lnTo>
                  <a:lnTo>
                    <a:pt x="5330" y="21895"/>
                  </a:lnTo>
                  <a:lnTo>
                    <a:pt x="5407" y="21740"/>
                  </a:lnTo>
                  <a:lnTo>
                    <a:pt x="5407" y="21586"/>
                  </a:lnTo>
                  <a:lnTo>
                    <a:pt x="5368" y="21470"/>
                  </a:lnTo>
                  <a:lnTo>
                    <a:pt x="5291" y="21315"/>
                  </a:lnTo>
                  <a:lnTo>
                    <a:pt x="5446" y="21238"/>
                  </a:lnTo>
                  <a:lnTo>
                    <a:pt x="5677" y="21161"/>
                  </a:lnTo>
                  <a:close/>
                  <a:moveTo>
                    <a:pt x="4905" y="20466"/>
                  </a:moveTo>
                  <a:lnTo>
                    <a:pt x="5175" y="20736"/>
                  </a:lnTo>
                  <a:lnTo>
                    <a:pt x="5484" y="21006"/>
                  </a:lnTo>
                  <a:lnTo>
                    <a:pt x="5252" y="21084"/>
                  </a:lnTo>
                  <a:lnTo>
                    <a:pt x="5021" y="21161"/>
                  </a:lnTo>
                  <a:lnTo>
                    <a:pt x="4982" y="21200"/>
                  </a:lnTo>
                  <a:lnTo>
                    <a:pt x="4944" y="21277"/>
                  </a:lnTo>
                  <a:lnTo>
                    <a:pt x="4982" y="21354"/>
                  </a:lnTo>
                  <a:lnTo>
                    <a:pt x="5021" y="21393"/>
                  </a:lnTo>
                  <a:lnTo>
                    <a:pt x="5059" y="21470"/>
                  </a:lnTo>
                  <a:lnTo>
                    <a:pt x="5098" y="21547"/>
                  </a:lnTo>
                  <a:lnTo>
                    <a:pt x="5059" y="21779"/>
                  </a:lnTo>
                  <a:lnTo>
                    <a:pt x="4905" y="22049"/>
                  </a:lnTo>
                  <a:lnTo>
                    <a:pt x="4750" y="22358"/>
                  </a:lnTo>
                  <a:lnTo>
                    <a:pt x="4364" y="22937"/>
                  </a:lnTo>
                  <a:lnTo>
                    <a:pt x="4133" y="23323"/>
                  </a:lnTo>
                  <a:lnTo>
                    <a:pt x="3940" y="23748"/>
                  </a:lnTo>
                  <a:lnTo>
                    <a:pt x="3862" y="24212"/>
                  </a:lnTo>
                  <a:lnTo>
                    <a:pt x="3824" y="24714"/>
                  </a:lnTo>
                  <a:lnTo>
                    <a:pt x="3862" y="25177"/>
                  </a:lnTo>
                  <a:lnTo>
                    <a:pt x="3940" y="25409"/>
                  </a:lnTo>
                  <a:lnTo>
                    <a:pt x="4017" y="25640"/>
                  </a:lnTo>
                  <a:lnTo>
                    <a:pt x="4133" y="25872"/>
                  </a:lnTo>
                  <a:lnTo>
                    <a:pt x="4248" y="26065"/>
                  </a:lnTo>
                  <a:lnTo>
                    <a:pt x="4287" y="26104"/>
                  </a:lnTo>
                  <a:lnTo>
                    <a:pt x="4364" y="26104"/>
                  </a:lnTo>
                  <a:lnTo>
                    <a:pt x="4403" y="26065"/>
                  </a:lnTo>
                  <a:lnTo>
                    <a:pt x="4442" y="25988"/>
                  </a:lnTo>
                  <a:lnTo>
                    <a:pt x="4480" y="25988"/>
                  </a:lnTo>
                  <a:lnTo>
                    <a:pt x="4828" y="25602"/>
                  </a:lnTo>
                  <a:lnTo>
                    <a:pt x="5175" y="25215"/>
                  </a:lnTo>
                  <a:lnTo>
                    <a:pt x="5484" y="24791"/>
                  </a:lnTo>
                  <a:lnTo>
                    <a:pt x="5793" y="24366"/>
                  </a:lnTo>
                  <a:lnTo>
                    <a:pt x="6025" y="23903"/>
                  </a:lnTo>
                  <a:lnTo>
                    <a:pt x="6256" y="23439"/>
                  </a:lnTo>
                  <a:lnTo>
                    <a:pt x="6450" y="22937"/>
                  </a:lnTo>
                  <a:lnTo>
                    <a:pt x="6604" y="22435"/>
                  </a:lnTo>
                  <a:lnTo>
                    <a:pt x="6720" y="22551"/>
                  </a:lnTo>
                  <a:lnTo>
                    <a:pt x="6913" y="22590"/>
                  </a:lnTo>
                  <a:lnTo>
                    <a:pt x="6952" y="22628"/>
                  </a:lnTo>
                  <a:lnTo>
                    <a:pt x="7029" y="22590"/>
                  </a:lnTo>
                  <a:lnTo>
                    <a:pt x="7067" y="22512"/>
                  </a:lnTo>
                  <a:lnTo>
                    <a:pt x="7067" y="22474"/>
                  </a:lnTo>
                  <a:lnTo>
                    <a:pt x="7145" y="21895"/>
                  </a:lnTo>
                  <a:lnTo>
                    <a:pt x="7608" y="22010"/>
                  </a:lnTo>
                  <a:lnTo>
                    <a:pt x="7724" y="22512"/>
                  </a:lnTo>
                  <a:lnTo>
                    <a:pt x="7762" y="23014"/>
                  </a:lnTo>
                  <a:lnTo>
                    <a:pt x="7801" y="23555"/>
                  </a:lnTo>
                  <a:lnTo>
                    <a:pt x="7801" y="24057"/>
                  </a:lnTo>
                  <a:lnTo>
                    <a:pt x="7608" y="23903"/>
                  </a:lnTo>
                  <a:lnTo>
                    <a:pt x="7492" y="23671"/>
                  </a:lnTo>
                  <a:lnTo>
                    <a:pt x="7376" y="23439"/>
                  </a:lnTo>
                  <a:lnTo>
                    <a:pt x="7338" y="23169"/>
                  </a:lnTo>
                  <a:lnTo>
                    <a:pt x="7338" y="23092"/>
                  </a:lnTo>
                  <a:lnTo>
                    <a:pt x="7299" y="23053"/>
                  </a:lnTo>
                  <a:lnTo>
                    <a:pt x="7183" y="23014"/>
                  </a:lnTo>
                  <a:lnTo>
                    <a:pt x="7106" y="23014"/>
                  </a:lnTo>
                  <a:lnTo>
                    <a:pt x="7067" y="23053"/>
                  </a:lnTo>
                  <a:lnTo>
                    <a:pt x="7029" y="23092"/>
                  </a:lnTo>
                  <a:lnTo>
                    <a:pt x="6990" y="23169"/>
                  </a:lnTo>
                  <a:lnTo>
                    <a:pt x="6952" y="23787"/>
                  </a:lnTo>
                  <a:lnTo>
                    <a:pt x="6797" y="24405"/>
                  </a:lnTo>
                  <a:lnTo>
                    <a:pt x="6681" y="24675"/>
                  </a:lnTo>
                  <a:lnTo>
                    <a:pt x="6565" y="24984"/>
                  </a:lnTo>
                  <a:lnTo>
                    <a:pt x="6411" y="25254"/>
                  </a:lnTo>
                  <a:lnTo>
                    <a:pt x="6218" y="25524"/>
                  </a:lnTo>
                  <a:lnTo>
                    <a:pt x="5832" y="25988"/>
                  </a:lnTo>
                  <a:lnTo>
                    <a:pt x="5600" y="26219"/>
                  </a:lnTo>
                  <a:lnTo>
                    <a:pt x="5368" y="26451"/>
                  </a:lnTo>
                  <a:lnTo>
                    <a:pt x="5098" y="26644"/>
                  </a:lnTo>
                  <a:lnTo>
                    <a:pt x="4828" y="26799"/>
                  </a:lnTo>
                  <a:lnTo>
                    <a:pt x="4557" y="26953"/>
                  </a:lnTo>
                  <a:lnTo>
                    <a:pt x="4248" y="27030"/>
                  </a:lnTo>
                  <a:lnTo>
                    <a:pt x="4017" y="27030"/>
                  </a:lnTo>
                  <a:lnTo>
                    <a:pt x="3862" y="26992"/>
                  </a:lnTo>
                  <a:lnTo>
                    <a:pt x="3708" y="26915"/>
                  </a:lnTo>
                  <a:lnTo>
                    <a:pt x="3592" y="26760"/>
                  </a:lnTo>
                  <a:lnTo>
                    <a:pt x="3515" y="26606"/>
                  </a:lnTo>
                  <a:lnTo>
                    <a:pt x="3438" y="26413"/>
                  </a:lnTo>
                  <a:lnTo>
                    <a:pt x="3322" y="25988"/>
                  </a:lnTo>
                  <a:lnTo>
                    <a:pt x="3206" y="25293"/>
                  </a:lnTo>
                  <a:lnTo>
                    <a:pt x="3167" y="24945"/>
                  </a:lnTo>
                  <a:lnTo>
                    <a:pt x="3167" y="24598"/>
                  </a:lnTo>
                  <a:lnTo>
                    <a:pt x="3206" y="24173"/>
                  </a:lnTo>
                  <a:lnTo>
                    <a:pt x="3283" y="23787"/>
                  </a:lnTo>
                  <a:lnTo>
                    <a:pt x="3360" y="23401"/>
                  </a:lnTo>
                  <a:lnTo>
                    <a:pt x="3515" y="23014"/>
                  </a:lnTo>
                  <a:lnTo>
                    <a:pt x="3708" y="22667"/>
                  </a:lnTo>
                  <a:lnTo>
                    <a:pt x="3901" y="22319"/>
                  </a:lnTo>
                  <a:lnTo>
                    <a:pt x="4171" y="22010"/>
                  </a:lnTo>
                  <a:lnTo>
                    <a:pt x="4480" y="21702"/>
                  </a:lnTo>
                  <a:lnTo>
                    <a:pt x="4519" y="21624"/>
                  </a:lnTo>
                  <a:lnTo>
                    <a:pt x="4519" y="21547"/>
                  </a:lnTo>
                  <a:lnTo>
                    <a:pt x="4442" y="21470"/>
                  </a:lnTo>
                  <a:lnTo>
                    <a:pt x="4364" y="21431"/>
                  </a:lnTo>
                  <a:lnTo>
                    <a:pt x="3553" y="21315"/>
                  </a:lnTo>
                  <a:lnTo>
                    <a:pt x="3862" y="21045"/>
                  </a:lnTo>
                  <a:lnTo>
                    <a:pt x="4171" y="20775"/>
                  </a:lnTo>
                  <a:lnTo>
                    <a:pt x="4519" y="20582"/>
                  </a:lnTo>
                  <a:lnTo>
                    <a:pt x="4905" y="20466"/>
                  </a:lnTo>
                  <a:close/>
                  <a:moveTo>
                    <a:pt x="18845" y="0"/>
                  </a:moveTo>
                  <a:lnTo>
                    <a:pt x="18806" y="77"/>
                  </a:lnTo>
                  <a:lnTo>
                    <a:pt x="18729" y="39"/>
                  </a:lnTo>
                  <a:lnTo>
                    <a:pt x="18652" y="39"/>
                  </a:lnTo>
                  <a:lnTo>
                    <a:pt x="17455" y="618"/>
                  </a:lnTo>
                  <a:lnTo>
                    <a:pt x="16296" y="1236"/>
                  </a:lnTo>
                  <a:lnTo>
                    <a:pt x="15215" y="1931"/>
                  </a:lnTo>
                  <a:lnTo>
                    <a:pt x="14134" y="2664"/>
                  </a:lnTo>
                  <a:lnTo>
                    <a:pt x="13091" y="3475"/>
                  </a:lnTo>
                  <a:lnTo>
                    <a:pt x="12087" y="4325"/>
                  </a:lnTo>
                  <a:lnTo>
                    <a:pt x="11161" y="5213"/>
                  </a:lnTo>
                  <a:lnTo>
                    <a:pt x="10272" y="6178"/>
                  </a:lnTo>
                  <a:lnTo>
                    <a:pt x="9384" y="7144"/>
                  </a:lnTo>
                  <a:lnTo>
                    <a:pt x="8573" y="8186"/>
                  </a:lnTo>
                  <a:lnTo>
                    <a:pt x="7840" y="9268"/>
                  </a:lnTo>
                  <a:lnTo>
                    <a:pt x="7145" y="10387"/>
                  </a:lnTo>
                  <a:lnTo>
                    <a:pt x="6643" y="11276"/>
                  </a:lnTo>
                  <a:lnTo>
                    <a:pt x="6179" y="12164"/>
                  </a:lnTo>
                  <a:lnTo>
                    <a:pt x="5368" y="12241"/>
                  </a:lnTo>
                  <a:lnTo>
                    <a:pt x="4557" y="12395"/>
                  </a:lnTo>
                  <a:lnTo>
                    <a:pt x="3785" y="12627"/>
                  </a:lnTo>
                  <a:lnTo>
                    <a:pt x="3013" y="12936"/>
                  </a:lnTo>
                  <a:lnTo>
                    <a:pt x="2936" y="12975"/>
                  </a:lnTo>
                  <a:lnTo>
                    <a:pt x="2897" y="13013"/>
                  </a:lnTo>
                  <a:lnTo>
                    <a:pt x="2897" y="13168"/>
                  </a:lnTo>
                  <a:lnTo>
                    <a:pt x="2704" y="13361"/>
                  </a:lnTo>
                  <a:lnTo>
                    <a:pt x="2549" y="13592"/>
                  </a:lnTo>
                  <a:lnTo>
                    <a:pt x="2395" y="13863"/>
                  </a:lnTo>
                  <a:lnTo>
                    <a:pt x="2279" y="14133"/>
                  </a:lnTo>
                  <a:lnTo>
                    <a:pt x="2086" y="14712"/>
                  </a:lnTo>
                  <a:lnTo>
                    <a:pt x="1854" y="15214"/>
                  </a:lnTo>
                  <a:lnTo>
                    <a:pt x="1430" y="15987"/>
                  </a:lnTo>
                  <a:lnTo>
                    <a:pt x="1005" y="16759"/>
                  </a:lnTo>
                  <a:lnTo>
                    <a:pt x="541" y="17493"/>
                  </a:lnTo>
                  <a:lnTo>
                    <a:pt x="39" y="18226"/>
                  </a:lnTo>
                  <a:lnTo>
                    <a:pt x="1" y="18303"/>
                  </a:lnTo>
                  <a:lnTo>
                    <a:pt x="1" y="18381"/>
                  </a:lnTo>
                  <a:lnTo>
                    <a:pt x="39" y="18419"/>
                  </a:lnTo>
                  <a:lnTo>
                    <a:pt x="117" y="18458"/>
                  </a:lnTo>
                  <a:lnTo>
                    <a:pt x="117" y="18535"/>
                  </a:lnTo>
                  <a:lnTo>
                    <a:pt x="117" y="18612"/>
                  </a:lnTo>
                  <a:lnTo>
                    <a:pt x="155" y="18651"/>
                  </a:lnTo>
                  <a:lnTo>
                    <a:pt x="233" y="18690"/>
                  </a:lnTo>
                  <a:lnTo>
                    <a:pt x="1159" y="18612"/>
                  </a:lnTo>
                  <a:lnTo>
                    <a:pt x="2086" y="18574"/>
                  </a:lnTo>
                  <a:lnTo>
                    <a:pt x="3901" y="18381"/>
                  </a:lnTo>
                  <a:lnTo>
                    <a:pt x="3978" y="18342"/>
                  </a:lnTo>
                  <a:lnTo>
                    <a:pt x="4055" y="18265"/>
                  </a:lnTo>
                  <a:lnTo>
                    <a:pt x="4596" y="17106"/>
                  </a:lnTo>
                  <a:lnTo>
                    <a:pt x="5252" y="15987"/>
                  </a:lnTo>
                  <a:lnTo>
                    <a:pt x="5291" y="16566"/>
                  </a:lnTo>
                  <a:lnTo>
                    <a:pt x="5446" y="17106"/>
                  </a:lnTo>
                  <a:lnTo>
                    <a:pt x="5600" y="17647"/>
                  </a:lnTo>
                  <a:lnTo>
                    <a:pt x="5832" y="18188"/>
                  </a:lnTo>
                  <a:lnTo>
                    <a:pt x="5446" y="18381"/>
                  </a:lnTo>
                  <a:lnTo>
                    <a:pt x="5059" y="18651"/>
                  </a:lnTo>
                  <a:lnTo>
                    <a:pt x="4673" y="18960"/>
                  </a:lnTo>
                  <a:lnTo>
                    <a:pt x="4519" y="19153"/>
                  </a:lnTo>
                  <a:lnTo>
                    <a:pt x="4403" y="19346"/>
                  </a:lnTo>
                  <a:lnTo>
                    <a:pt x="4403" y="19423"/>
                  </a:lnTo>
                  <a:lnTo>
                    <a:pt x="4442" y="19501"/>
                  </a:lnTo>
                  <a:lnTo>
                    <a:pt x="4442" y="19539"/>
                  </a:lnTo>
                  <a:lnTo>
                    <a:pt x="4442" y="19616"/>
                  </a:lnTo>
                  <a:lnTo>
                    <a:pt x="4596" y="19964"/>
                  </a:lnTo>
                  <a:lnTo>
                    <a:pt x="4789" y="20273"/>
                  </a:lnTo>
                  <a:lnTo>
                    <a:pt x="4519" y="20311"/>
                  </a:lnTo>
                  <a:lnTo>
                    <a:pt x="4287" y="20389"/>
                  </a:lnTo>
                  <a:lnTo>
                    <a:pt x="4055" y="20504"/>
                  </a:lnTo>
                  <a:lnTo>
                    <a:pt x="3862" y="20620"/>
                  </a:lnTo>
                  <a:lnTo>
                    <a:pt x="3669" y="20775"/>
                  </a:lnTo>
                  <a:lnTo>
                    <a:pt x="3476" y="20968"/>
                  </a:lnTo>
                  <a:lnTo>
                    <a:pt x="3283" y="21161"/>
                  </a:lnTo>
                  <a:lnTo>
                    <a:pt x="3129" y="21354"/>
                  </a:lnTo>
                  <a:lnTo>
                    <a:pt x="3090" y="21431"/>
                  </a:lnTo>
                  <a:lnTo>
                    <a:pt x="3129" y="21508"/>
                  </a:lnTo>
                  <a:lnTo>
                    <a:pt x="3167" y="21586"/>
                  </a:lnTo>
                  <a:lnTo>
                    <a:pt x="3244" y="21624"/>
                  </a:lnTo>
                  <a:lnTo>
                    <a:pt x="4017" y="21702"/>
                  </a:lnTo>
                  <a:lnTo>
                    <a:pt x="3746" y="22010"/>
                  </a:lnTo>
                  <a:lnTo>
                    <a:pt x="3476" y="22358"/>
                  </a:lnTo>
                  <a:lnTo>
                    <a:pt x="3283" y="22706"/>
                  </a:lnTo>
                  <a:lnTo>
                    <a:pt x="3129" y="23092"/>
                  </a:lnTo>
                  <a:lnTo>
                    <a:pt x="3013" y="23478"/>
                  </a:lnTo>
                  <a:lnTo>
                    <a:pt x="2897" y="23864"/>
                  </a:lnTo>
                  <a:lnTo>
                    <a:pt x="2858" y="24289"/>
                  </a:lnTo>
                  <a:lnTo>
                    <a:pt x="2858" y="24714"/>
                  </a:lnTo>
                  <a:lnTo>
                    <a:pt x="2858" y="25370"/>
                  </a:lnTo>
                  <a:lnTo>
                    <a:pt x="2897" y="25795"/>
                  </a:lnTo>
                  <a:lnTo>
                    <a:pt x="2974" y="26219"/>
                  </a:lnTo>
                  <a:lnTo>
                    <a:pt x="3090" y="26644"/>
                  </a:lnTo>
                  <a:lnTo>
                    <a:pt x="3244" y="26992"/>
                  </a:lnTo>
                  <a:lnTo>
                    <a:pt x="3360" y="27146"/>
                  </a:lnTo>
                  <a:lnTo>
                    <a:pt x="3438" y="27262"/>
                  </a:lnTo>
                  <a:lnTo>
                    <a:pt x="3553" y="27378"/>
                  </a:lnTo>
                  <a:lnTo>
                    <a:pt x="3708" y="27417"/>
                  </a:lnTo>
                  <a:lnTo>
                    <a:pt x="3862" y="27455"/>
                  </a:lnTo>
                  <a:lnTo>
                    <a:pt x="4017" y="27455"/>
                  </a:lnTo>
                  <a:lnTo>
                    <a:pt x="4364" y="27417"/>
                  </a:lnTo>
                  <a:lnTo>
                    <a:pt x="4750" y="27262"/>
                  </a:lnTo>
                  <a:lnTo>
                    <a:pt x="5098" y="27069"/>
                  </a:lnTo>
                  <a:lnTo>
                    <a:pt x="5407" y="26837"/>
                  </a:lnTo>
                  <a:lnTo>
                    <a:pt x="5716" y="26567"/>
                  </a:lnTo>
                  <a:lnTo>
                    <a:pt x="6218" y="26065"/>
                  </a:lnTo>
                  <a:lnTo>
                    <a:pt x="6565" y="25602"/>
                  </a:lnTo>
                  <a:lnTo>
                    <a:pt x="6874" y="25100"/>
                  </a:lnTo>
                  <a:lnTo>
                    <a:pt x="7106" y="24559"/>
                  </a:lnTo>
                  <a:lnTo>
                    <a:pt x="7260" y="23980"/>
                  </a:lnTo>
                  <a:lnTo>
                    <a:pt x="7376" y="24134"/>
                  </a:lnTo>
                  <a:lnTo>
                    <a:pt x="7531" y="24289"/>
                  </a:lnTo>
                  <a:lnTo>
                    <a:pt x="7685" y="24405"/>
                  </a:lnTo>
                  <a:lnTo>
                    <a:pt x="7878" y="24520"/>
                  </a:lnTo>
                  <a:lnTo>
                    <a:pt x="7955" y="24559"/>
                  </a:lnTo>
                  <a:lnTo>
                    <a:pt x="8033" y="24520"/>
                  </a:lnTo>
                  <a:lnTo>
                    <a:pt x="8110" y="24482"/>
                  </a:lnTo>
                  <a:lnTo>
                    <a:pt x="8110" y="24366"/>
                  </a:lnTo>
                  <a:lnTo>
                    <a:pt x="8149" y="23787"/>
                  </a:lnTo>
                  <a:lnTo>
                    <a:pt x="8149" y="23208"/>
                  </a:lnTo>
                  <a:lnTo>
                    <a:pt x="8071" y="22628"/>
                  </a:lnTo>
                  <a:lnTo>
                    <a:pt x="7955" y="22049"/>
                  </a:lnTo>
                  <a:lnTo>
                    <a:pt x="8535" y="22049"/>
                  </a:lnTo>
                  <a:lnTo>
                    <a:pt x="8651" y="22010"/>
                  </a:lnTo>
                  <a:lnTo>
                    <a:pt x="8728" y="21972"/>
                  </a:lnTo>
                  <a:lnTo>
                    <a:pt x="8766" y="21933"/>
                  </a:lnTo>
                  <a:lnTo>
                    <a:pt x="8766" y="21895"/>
                  </a:lnTo>
                  <a:lnTo>
                    <a:pt x="8844" y="21006"/>
                  </a:lnTo>
                  <a:lnTo>
                    <a:pt x="8921" y="20543"/>
                  </a:lnTo>
                  <a:lnTo>
                    <a:pt x="8998" y="20118"/>
                  </a:lnTo>
                  <a:lnTo>
                    <a:pt x="9153" y="20118"/>
                  </a:lnTo>
                  <a:lnTo>
                    <a:pt x="9577" y="20041"/>
                  </a:lnTo>
                  <a:lnTo>
                    <a:pt x="9963" y="19964"/>
                  </a:lnTo>
                  <a:lnTo>
                    <a:pt x="10311" y="19809"/>
                  </a:lnTo>
                  <a:lnTo>
                    <a:pt x="10659" y="19655"/>
                  </a:lnTo>
                  <a:lnTo>
                    <a:pt x="10157" y="20389"/>
                  </a:lnTo>
                  <a:lnTo>
                    <a:pt x="9616" y="21161"/>
                  </a:lnTo>
                  <a:lnTo>
                    <a:pt x="9577" y="21238"/>
                  </a:lnTo>
                  <a:lnTo>
                    <a:pt x="9616" y="21354"/>
                  </a:lnTo>
                  <a:lnTo>
                    <a:pt x="9963" y="22049"/>
                  </a:lnTo>
                  <a:lnTo>
                    <a:pt x="10272" y="22783"/>
                  </a:lnTo>
                  <a:lnTo>
                    <a:pt x="10581" y="23516"/>
                  </a:lnTo>
                  <a:lnTo>
                    <a:pt x="10813" y="24250"/>
                  </a:lnTo>
                  <a:lnTo>
                    <a:pt x="10890" y="24327"/>
                  </a:lnTo>
                  <a:lnTo>
                    <a:pt x="11006" y="24405"/>
                  </a:lnTo>
                  <a:lnTo>
                    <a:pt x="11122" y="24405"/>
                  </a:lnTo>
                  <a:lnTo>
                    <a:pt x="11199" y="24289"/>
                  </a:lnTo>
                  <a:lnTo>
                    <a:pt x="13130" y="21740"/>
                  </a:lnTo>
                  <a:lnTo>
                    <a:pt x="14095" y="20389"/>
                  </a:lnTo>
                  <a:lnTo>
                    <a:pt x="14520" y="19732"/>
                  </a:lnTo>
                  <a:lnTo>
                    <a:pt x="14945" y="19037"/>
                  </a:lnTo>
                  <a:lnTo>
                    <a:pt x="14983" y="18960"/>
                  </a:lnTo>
                  <a:lnTo>
                    <a:pt x="14945" y="18883"/>
                  </a:lnTo>
                  <a:lnTo>
                    <a:pt x="14790" y="18535"/>
                  </a:lnTo>
                  <a:lnTo>
                    <a:pt x="14597" y="18149"/>
                  </a:lnTo>
                  <a:lnTo>
                    <a:pt x="14288" y="17454"/>
                  </a:lnTo>
                  <a:lnTo>
                    <a:pt x="13786" y="16180"/>
                  </a:lnTo>
                  <a:lnTo>
                    <a:pt x="14211" y="15369"/>
                  </a:lnTo>
                  <a:lnTo>
                    <a:pt x="14674" y="14558"/>
                  </a:lnTo>
                  <a:lnTo>
                    <a:pt x="15061" y="13708"/>
                  </a:lnTo>
                  <a:lnTo>
                    <a:pt x="15447" y="12897"/>
                  </a:lnTo>
                  <a:lnTo>
                    <a:pt x="16065" y="11391"/>
                  </a:lnTo>
                  <a:lnTo>
                    <a:pt x="16644" y="9885"/>
                  </a:lnTo>
                  <a:lnTo>
                    <a:pt x="17146" y="8341"/>
                  </a:lnTo>
                  <a:lnTo>
                    <a:pt x="17609" y="6796"/>
                  </a:lnTo>
                  <a:lnTo>
                    <a:pt x="17995" y="5213"/>
                  </a:lnTo>
                  <a:lnTo>
                    <a:pt x="18382" y="3630"/>
                  </a:lnTo>
                  <a:lnTo>
                    <a:pt x="18729" y="2047"/>
                  </a:lnTo>
                  <a:lnTo>
                    <a:pt x="19038" y="463"/>
                  </a:lnTo>
                  <a:lnTo>
                    <a:pt x="19038" y="386"/>
                  </a:lnTo>
                  <a:lnTo>
                    <a:pt x="18999" y="309"/>
                  </a:lnTo>
                  <a:lnTo>
                    <a:pt x="18999" y="232"/>
                  </a:lnTo>
                  <a:lnTo>
                    <a:pt x="18999" y="77"/>
                  </a:lnTo>
                  <a:lnTo>
                    <a:pt x="18961" y="39"/>
                  </a:lnTo>
                  <a:lnTo>
                    <a:pt x="1888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5"/>
            <p:cNvSpPr/>
            <p:nvPr/>
          </p:nvSpPr>
          <p:spPr>
            <a:xfrm>
              <a:off x="1663975" y="3660175"/>
              <a:ext cx="229775" cy="419975"/>
            </a:xfrm>
            <a:custGeom>
              <a:avLst/>
              <a:gdLst/>
              <a:ahLst/>
              <a:cxnLst/>
              <a:rect l="l" t="t" r="r" b="b"/>
              <a:pathLst>
                <a:path w="9191" h="16799" extrusionOk="0">
                  <a:moveTo>
                    <a:pt x="77" y="1"/>
                  </a:moveTo>
                  <a:lnTo>
                    <a:pt x="0" y="271"/>
                  </a:lnTo>
                  <a:lnTo>
                    <a:pt x="2124" y="1275"/>
                  </a:lnTo>
                  <a:lnTo>
                    <a:pt x="4286" y="2240"/>
                  </a:lnTo>
                  <a:lnTo>
                    <a:pt x="5290" y="2742"/>
                  </a:lnTo>
                  <a:lnTo>
                    <a:pt x="6294" y="3244"/>
                  </a:lnTo>
                  <a:lnTo>
                    <a:pt x="7298" y="3746"/>
                  </a:lnTo>
                  <a:lnTo>
                    <a:pt x="8302" y="4248"/>
                  </a:lnTo>
                  <a:lnTo>
                    <a:pt x="7028" y="4750"/>
                  </a:lnTo>
                  <a:lnTo>
                    <a:pt x="5792" y="5252"/>
                  </a:lnTo>
                  <a:lnTo>
                    <a:pt x="5947" y="5677"/>
                  </a:lnTo>
                  <a:lnTo>
                    <a:pt x="7298" y="5175"/>
                  </a:lnTo>
                  <a:lnTo>
                    <a:pt x="7955" y="4905"/>
                  </a:lnTo>
                  <a:lnTo>
                    <a:pt x="8611" y="4596"/>
                  </a:lnTo>
                  <a:lnTo>
                    <a:pt x="8457" y="5136"/>
                  </a:lnTo>
                  <a:lnTo>
                    <a:pt x="8341" y="5638"/>
                  </a:lnTo>
                  <a:lnTo>
                    <a:pt x="8148" y="6681"/>
                  </a:lnTo>
                  <a:lnTo>
                    <a:pt x="7839" y="8380"/>
                  </a:lnTo>
                  <a:lnTo>
                    <a:pt x="7569" y="10041"/>
                  </a:lnTo>
                  <a:lnTo>
                    <a:pt x="7028" y="13361"/>
                  </a:lnTo>
                  <a:lnTo>
                    <a:pt x="6796" y="15060"/>
                  </a:lnTo>
                  <a:lnTo>
                    <a:pt x="6681" y="15871"/>
                  </a:lnTo>
                  <a:lnTo>
                    <a:pt x="6642" y="16721"/>
                  </a:lnTo>
                  <a:lnTo>
                    <a:pt x="6989" y="16798"/>
                  </a:lnTo>
                  <a:lnTo>
                    <a:pt x="7298" y="15215"/>
                  </a:lnTo>
                  <a:lnTo>
                    <a:pt x="7530" y="13593"/>
                  </a:lnTo>
                  <a:lnTo>
                    <a:pt x="7723" y="12010"/>
                  </a:lnTo>
                  <a:lnTo>
                    <a:pt x="7955" y="10427"/>
                  </a:lnTo>
                  <a:lnTo>
                    <a:pt x="8225" y="8805"/>
                  </a:lnTo>
                  <a:lnTo>
                    <a:pt x="8495" y="7183"/>
                  </a:lnTo>
                  <a:lnTo>
                    <a:pt x="8689" y="6488"/>
                  </a:lnTo>
                  <a:lnTo>
                    <a:pt x="8882" y="5793"/>
                  </a:lnTo>
                  <a:lnTo>
                    <a:pt x="9036" y="5059"/>
                  </a:lnTo>
                  <a:lnTo>
                    <a:pt x="9152" y="4364"/>
                  </a:lnTo>
                  <a:lnTo>
                    <a:pt x="9152" y="4287"/>
                  </a:lnTo>
                  <a:lnTo>
                    <a:pt x="9190" y="4210"/>
                  </a:lnTo>
                  <a:lnTo>
                    <a:pt x="9113" y="4094"/>
                  </a:lnTo>
                  <a:lnTo>
                    <a:pt x="9036" y="4017"/>
                  </a:lnTo>
                  <a:lnTo>
                    <a:pt x="8920" y="4017"/>
                  </a:lnTo>
                  <a:lnTo>
                    <a:pt x="8882" y="4055"/>
                  </a:lnTo>
                  <a:lnTo>
                    <a:pt x="7839" y="3437"/>
                  </a:lnTo>
                  <a:lnTo>
                    <a:pt x="6758" y="2897"/>
                  </a:lnTo>
                  <a:lnTo>
                    <a:pt x="4595" y="1893"/>
                  </a:lnTo>
                  <a:lnTo>
                    <a:pt x="2356" y="927"/>
                  </a:lnTo>
                  <a:lnTo>
                    <a:pt x="1236" y="464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5"/>
            <p:cNvSpPr/>
            <p:nvPr/>
          </p:nvSpPr>
          <p:spPr>
            <a:xfrm>
              <a:off x="1792350" y="4089775"/>
              <a:ext cx="345650" cy="269350"/>
            </a:xfrm>
            <a:custGeom>
              <a:avLst/>
              <a:gdLst/>
              <a:ahLst/>
              <a:cxnLst/>
              <a:rect l="l" t="t" r="r" b="b"/>
              <a:pathLst>
                <a:path w="13826" h="10774" extrusionOk="0">
                  <a:moveTo>
                    <a:pt x="3438" y="1004"/>
                  </a:moveTo>
                  <a:lnTo>
                    <a:pt x="3515" y="1081"/>
                  </a:lnTo>
                  <a:lnTo>
                    <a:pt x="3631" y="1159"/>
                  </a:lnTo>
                  <a:lnTo>
                    <a:pt x="3669" y="1275"/>
                  </a:lnTo>
                  <a:lnTo>
                    <a:pt x="3669" y="1429"/>
                  </a:lnTo>
                  <a:lnTo>
                    <a:pt x="3592" y="1661"/>
                  </a:lnTo>
                  <a:lnTo>
                    <a:pt x="3515" y="1815"/>
                  </a:lnTo>
                  <a:lnTo>
                    <a:pt x="3360" y="1931"/>
                  </a:lnTo>
                  <a:lnTo>
                    <a:pt x="3167" y="1970"/>
                  </a:lnTo>
                  <a:lnTo>
                    <a:pt x="2974" y="2008"/>
                  </a:lnTo>
                  <a:lnTo>
                    <a:pt x="2781" y="2008"/>
                  </a:lnTo>
                  <a:lnTo>
                    <a:pt x="2356" y="1931"/>
                  </a:lnTo>
                  <a:lnTo>
                    <a:pt x="2395" y="1892"/>
                  </a:lnTo>
                  <a:lnTo>
                    <a:pt x="2472" y="1661"/>
                  </a:lnTo>
                  <a:lnTo>
                    <a:pt x="2588" y="1429"/>
                  </a:lnTo>
                  <a:lnTo>
                    <a:pt x="2704" y="1236"/>
                  </a:lnTo>
                  <a:lnTo>
                    <a:pt x="2897" y="1081"/>
                  </a:lnTo>
                  <a:lnTo>
                    <a:pt x="3013" y="1004"/>
                  </a:lnTo>
                  <a:close/>
                  <a:moveTo>
                    <a:pt x="1044" y="1468"/>
                  </a:moveTo>
                  <a:lnTo>
                    <a:pt x="1237" y="1545"/>
                  </a:lnTo>
                  <a:lnTo>
                    <a:pt x="1430" y="1622"/>
                  </a:lnTo>
                  <a:lnTo>
                    <a:pt x="1623" y="1777"/>
                  </a:lnTo>
                  <a:lnTo>
                    <a:pt x="1816" y="1892"/>
                  </a:lnTo>
                  <a:lnTo>
                    <a:pt x="1507" y="2201"/>
                  </a:lnTo>
                  <a:lnTo>
                    <a:pt x="1314" y="2356"/>
                  </a:lnTo>
                  <a:lnTo>
                    <a:pt x="1121" y="2433"/>
                  </a:lnTo>
                  <a:lnTo>
                    <a:pt x="966" y="2472"/>
                  </a:lnTo>
                  <a:lnTo>
                    <a:pt x="812" y="2472"/>
                  </a:lnTo>
                  <a:lnTo>
                    <a:pt x="696" y="2433"/>
                  </a:lnTo>
                  <a:lnTo>
                    <a:pt x="580" y="2394"/>
                  </a:lnTo>
                  <a:lnTo>
                    <a:pt x="464" y="2317"/>
                  </a:lnTo>
                  <a:lnTo>
                    <a:pt x="387" y="2201"/>
                  </a:lnTo>
                  <a:lnTo>
                    <a:pt x="387" y="2085"/>
                  </a:lnTo>
                  <a:lnTo>
                    <a:pt x="426" y="1892"/>
                  </a:lnTo>
                  <a:lnTo>
                    <a:pt x="503" y="1699"/>
                  </a:lnTo>
                  <a:lnTo>
                    <a:pt x="657" y="1545"/>
                  </a:lnTo>
                  <a:lnTo>
                    <a:pt x="850" y="1468"/>
                  </a:lnTo>
                  <a:close/>
                  <a:moveTo>
                    <a:pt x="4866" y="3823"/>
                  </a:moveTo>
                  <a:lnTo>
                    <a:pt x="5021" y="3862"/>
                  </a:lnTo>
                  <a:lnTo>
                    <a:pt x="5137" y="3939"/>
                  </a:lnTo>
                  <a:lnTo>
                    <a:pt x="5253" y="4055"/>
                  </a:lnTo>
                  <a:lnTo>
                    <a:pt x="5330" y="4171"/>
                  </a:lnTo>
                  <a:lnTo>
                    <a:pt x="5330" y="4325"/>
                  </a:lnTo>
                  <a:lnTo>
                    <a:pt x="5330" y="4441"/>
                  </a:lnTo>
                  <a:lnTo>
                    <a:pt x="5291" y="4557"/>
                  </a:lnTo>
                  <a:lnTo>
                    <a:pt x="5137" y="4788"/>
                  </a:lnTo>
                  <a:lnTo>
                    <a:pt x="4944" y="4982"/>
                  </a:lnTo>
                  <a:lnTo>
                    <a:pt x="4751" y="5097"/>
                  </a:lnTo>
                  <a:lnTo>
                    <a:pt x="4557" y="5136"/>
                  </a:lnTo>
                  <a:lnTo>
                    <a:pt x="4171" y="5213"/>
                  </a:lnTo>
                  <a:lnTo>
                    <a:pt x="4171" y="5213"/>
                  </a:lnTo>
                  <a:lnTo>
                    <a:pt x="4210" y="4750"/>
                  </a:lnTo>
                  <a:lnTo>
                    <a:pt x="4287" y="4557"/>
                  </a:lnTo>
                  <a:lnTo>
                    <a:pt x="4364" y="4325"/>
                  </a:lnTo>
                  <a:lnTo>
                    <a:pt x="4519" y="4055"/>
                  </a:lnTo>
                  <a:lnTo>
                    <a:pt x="4635" y="3978"/>
                  </a:lnTo>
                  <a:lnTo>
                    <a:pt x="4751" y="3900"/>
                  </a:lnTo>
                  <a:lnTo>
                    <a:pt x="4866" y="3823"/>
                  </a:lnTo>
                  <a:close/>
                  <a:moveTo>
                    <a:pt x="7299" y="4518"/>
                  </a:moveTo>
                  <a:lnTo>
                    <a:pt x="7415" y="4595"/>
                  </a:lnTo>
                  <a:lnTo>
                    <a:pt x="7492" y="4673"/>
                  </a:lnTo>
                  <a:lnTo>
                    <a:pt x="7531" y="4788"/>
                  </a:lnTo>
                  <a:lnTo>
                    <a:pt x="7569" y="4943"/>
                  </a:lnTo>
                  <a:lnTo>
                    <a:pt x="7608" y="5175"/>
                  </a:lnTo>
                  <a:lnTo>
                    <a:pt x="7569" y="5445"/>
                  </a:lnTo>
                  <a:lnTo>
                    <a:pt x="7531" y="5677"/>
                  </a:lnTo>
                  <a:lnTo>
                    <a:pt x="7454" y="5908"/>
                  </a:lnTo>
                  <a:lnTo>
                    <a:pt x="7299" y="6101"/>
                  </a:lnTo>
                  <a:lnTo>
                    <a:pt x="7145" y="6294"/>
                  </a:lnTo>
                  <a:lnTo>
                    <a:pt x="6913" y="5870"/>
                  </a:lnTo>
                  <a:lnTo>
                    <a:pt x="6797" y="5677"/>
                  </a:lnTo>
                  <a:lnTo>
                    <a:pt x="6759" y="5445"/>
                  </a:lnTo>
                  <a:lnTo>
                    <a:pt x="6720" y="5136"/>
                  </a:lnTo>
                  <a:lnTo>
                    <a:pt x="6759" y="4943"/>
                  </a:lnTo>
                  <a:lnTo>
                    <a:pt x="6797" y="4788"/>
                  </a:lnTo>
                  <a:lnTo>
                    <a:pt x="6874" y="4634"/>
                  </a:lnTo>
                  <a:lnTo>
                    <a:pt x="6990" y="4557"/>
                  </a:lnTo>
                  <a:lnTo>
                    <a:pt x="7106" y="4518"/>
                  </a:lnTo>
                  <a:close/>
                  <a:moveTo>
                    <a:pt x="11161" y="4982"/>
                  </a:moveTo>
                  <a:lnTo>
                    <a:pt x="11276" y="5059"/>
                  </a:lnTo>
                  <a:lnTo>
                    <a:pt x="11354" y="5136"/>
                  </a:lnTo>
                  <a:lnTo>
                    <a:pt x="11392" y="5252"/>
                  </a:lnTo>
                  <a:lnTo>
                    <a:pt x="11431" y="5368"/>
                  </a:lnTo>
                  <a:lnTo>
                    <a:pt x="11392" y="5677"/>
                  </a:lnTo>
                  <a:lnTo>
                    <a:pt x="11315" y="5986"/>
                  </a:lnTo>
                  <a:lnTo>
                    <a:pt x="11161" y="6217"/>
                  </a:lnTo>
                  <a:lnTo>
                    <a:pt x="11083" y="6333"/>
                  </a:lnTo>
                  <a:lnTo>
                    <a:pt x="10968" y="6372"/>
                  </a:lnTo>
                  <a:lnTo>
                    <a:pt x="10890" y="6410"/>
                  </a:lnTo>
                  <a:lnTo>
                    <a:pt x="10736" y="6410"/>
                  </a:lnTo>
                  <a:lnTo>
                    <a:pt x="10697" y="6449"/>
                  </a:lnTo>
                  <a:lnTo>
                    <a:pt x="10659" y="6449"/>
                  </a:lnTo>
                  <a:lnTo>
                    <a:pt x="10466" y="6101"/>
                  </a:lnTo>
                  <a:lnTo>
                    <a:pt x="10388" y="5947"/>
                  </a:lnTo>
                  <a:lnTo>
                    <a:pt x="10350" y="5715"/>
                  </a:lnTo>
                  <a:lnTo>
                    <a:pt x="10350" y="5484"/>
                  </a:lnTo>
                  <a:lnTo>
                    <a:pt x="10427" y="5252"/>
                  </a:lnTo>
                  <a:lnTo>
                    <a:pt x="10581" y="5097"/>
                  </a:lnTo>
                  <a:lnTo>
                    <a:pt x="10697" y="5059"/>
                  </a:lnTo>
                  <a:lnTo>
                    <a:pt x="10813" y="4982"/>
                  </a:lnTo>
                  <a:close/>
                  <a:moveTo>
                    <a:pt x="3052" y="5522"/>
                  </a:moveTo>
                  <a:lnTo>
                    <a:pt x="3476" y="5561"/>
                  </a:lnTo>
                  <a:lnTo>
                    <a:pt x="3283" y="5947"/>
                  </a:lnTo>
                  <a:lnTo>
                    <a:pt x="3167" y="6140"/>
                  </a:lnTo>
                  <a:lnTo>
                    <a:pt x="3013" y="6294"/>
                  </a:lnTo>
                  <a:lnTo>
                    <a:pt x="2858" y="6410"/>
                  </a:lnTo>
                  <a:lnTo>
                    <a:pt x="2704" y="6488"/>
                  </a:lnTo>
                  <a:lnTo>
                    <a:pt x="2472" y="6488"/>
                  </a:lnTo>
                  <a:lnTo>
                    <a:pt x="2279" y="6410"/>
                  </a:lnTo>
                  <a:lnTo>
                    <a:pt x="2125" y="6294"/>
                  </a:lnTo>
                  <a:lnTo>
                    <a:pt x="2086" y="6179"/>
                  </a:lnTo>
                  <a:lnTo>
                    <a:pt x="2086" y="6063"/>
                  </a:lnTo>
                  <a:lnTo>
                    <a:pt x="2125" y="5908"/>
                  </a:lnTo>
                  <a:lnTo>
                    <a:pt x="2241" y="5792"/>
                  </a:lnTo>
                  <a:lnTo>
                    <a:pt x="2356" y="5677"/>
                  </a:lnTo>
                  <a:lnTo>
                    <a:pt x="2472" y="5599"/>
                  </a:lnTo>
                  <a:lnTo>
                    <a:pt x="2588" y="5561"/>
                  </a:lnTo>
                  <a:lnTo>
                    <a:pt x="2820" y="5522"/>
                  </a:lnTo>
                  <a:close/>
                  <a:moveTo>
                    <a:pt x="7222" y="6796"/>
                  </a:moveTo>
                  <a:lnTo>
                    <a:pt x="7183" y="7260"/>
                  </a:lnTo>
                  <a:lnTo>
                    <a:pt x="7106" y="7453"/>
                  </a:lnTo>
                  <a:lnTo>
                    <a:pt x="7029" y="7685"/>
                  </a:lnTo>
                  <a:lnTo>
                    <a:pt x="6874" y="7916"/>
                  </a:lnTo>
                  <a:lnTo>
                    <a:pt x="6681" y="8148"/>
                  </a:lnTo>
                  <a:lnTo>
                    <a:pt x="6565" y="8225"/>
                  </a:lnTo>
                  <a:lnTo>
                    <a:pt x="6450" y="8264"/>
                  </a:lnTo>
                  <a:lnTo>
                    <a:pt x="6295" y="8302"/>
                  </a:lnTo>
                  <a:lnTo>
                    <a:pt x="6141" y="8225"/>
                  </a:lnTo>
                  <a:lnTo>
                    <a:pt x="6025" y="8148"/>
                  </a:lnTo>
                  <a:lnTo>
                    <a:pt x="5948" y="8032"/>
                  </a:lnTo>
                  <a:lnTo>
                    <a:pt x="5909" y="7916"/>
                  </a:lnTo>
                  <a:lnTo>
                    <a:pt x="5909" y="7800"/>
                  </a:lnTo>
                  <a:lnTo>
                    <a:pt x="5948" y="7646"/>
                  </a:lnTo>
                  <a:lnTo>
                    <a:pt x="6025" y="7530"/>
                  </a:lnTo>
                  <a:lnTo>
                    <a:pt x="6179" y="7298"/>
                  </a:lnTo>
                  <a:lnTo>
                    <a:pt x="6411" y="7144"/>
                  </a:lnTo>
                  <a:lnTo>
                    <a:pt x="6643" y="7028"/>
                  </a:lnTo>
                  <a:lnTo>
                    <a:pt x="7183" y="6835"/>
                  </a:lnTo>
                  <a:lnTo>
                    <a:pt x="7183" y="6796"/>
                  </a:lnTo>
                  <a:close/>
                  <a:moveTo>
                    <a:pt x="10620" y="7144"/>
                  </a:moveTo>
                  <a:lnTo>
                    <a:pt x="10659" y="7337"/>
                  </a:lnTo>
                  <a:lnTo>
                    <a:pt x="10697" y="7530"/>
                  </a:lnTo>
                  <a:lnTo>
                    <a:pt x="10697" y="7685"/>
                  </a:lnTo>
                  <a:lnTo>
                    <a:pt x="10659" y="7878"/>
                  </a:lnTo>
                  <a:lnTo>
                    <a:pt x="10620" y="8032"/>
                  </a:lnTo>
                  <a:lnTo>
                    <a:pt x="10504" y="8187"/>
                  </a:lnTo>
                  <a:lnTo>
                    <a:pt x="10427" y="8341"/>
                  </a:lnTo>
                  <a:lnTo>
                    <a:pt x="10272" y="8457"/>
                  </a:lnTo>
                  <a:lnTo>
                    <a:pt x="10118" y="8573"/>
                  </a:lnTo>
                  <a:lnTo>
                    <a:pt x="9925" y="8611"/>
                  </a:lnTo>
                  <a:lnTo>
                    <a:pt x="9848" y="8573"/>
                  </a:lnTo>
                  <a:lnTo>
                    <a:pt x="9770" y="8573"/>
                  </a:lnTo>
                  <a:lnTo>
                    <a:pt x="9732" y="8496"/>
                  </a:lnTo>
                  <a:lnTo>
                    <a:pt x="9655" y="8418"/>
                  </a:lnTo>
                  <a:lnTo>
                    <a:pt x="9616" y="8225"/>
                  </a:lnTo>
                  <a:lnTo>
                    <a:pt x="9655" y="8071"/>
                  </a:lnTo>
                  <a:lnTo>
                    <a:pt x="9732" y="7916"/>
                  </a:lnTo>
                  <a:lnTo>
                    <a:pt x="9809" y="7762"/>
                  </a:lnTo>
                  <a:lnTo>
                    <a:pt x="10002" y="7569"/>
                  </a:lnTo>
                  <a:lnTo>
                    <a:pt x="10195" y="7414"/>
                  </a:lnTo>
                  <a:lnTo>
                    <a:pt x="10388" y="7260"/>
                  </a:lnTo>
                  <a:lnTo>
                    <a:pt x="10620" y="7144"/>
                  </a:lnTo>
                  <a:close/>
                  <a:moveTo>
                    <a:pt x="1854" y="0"/>
                  </a:moveTo>
                  <a:lnTo>
                    <a:pt x="1507" y="39"/>
                  </a:lnTo>
                  <a:lnTo>
                    <a:pt x="1584" y="734"/>
                  </a:lnTo>
                  <a:lnTo>
                    <a:pt x="1700" y="1429"/>
                  </a:lnTo>
                  <a:lnTo>
                    <a:pt x="1584" y="1313"/>
                  </a:lnTo>
                  <a:lnTo>
                    <a:pt x="1430" y="1236"/>
                  </a:lnTo>
                  <a:lnTo>
                    <a:pt x="1275" y="1159"/>
                  </a:lnTo>
                  <a:lnTo>
                    <a:pt x="1082" y="1120"/>
                  </a:lnTo>
                  <a:lnTo>
                    <a:pt x="889" y="1120"/>
                  </a:lnTo>
                  <a:lnTo>
                    <a:pt x="735" y="1159"/>
                  </a:lnTo>
                  <a:lnTo>
                    <a:pt x="542" y="1236"/>
                  </a:lnTo>
                  <a:lnTo>
                    <a:pt x="387" y="1313"/>
                  </a:lnTo>
                  <a:lnTo>
                    <a:pt x="271" y="1429"/>
                  </a:lnTo>
                  <a:lnTo>
                    <a:pt x="155" y="1545"/>
                  </a:lnTo>
                  <a:lnTo>
                    <a:pt x="78" y="1738"/>
                  </a:lnTo>
                  <a:lnTo>
                    <a:pt x="40" y="1892"/>
                  </a:lnTo>
                  <a:lnTo>
                    <a:pt x="1" y="2085"/>
                  </a:lnTo>
                  <a:lnTo>
                    <a:pt x="40" y="2240"/>
                  </a:lnTo>
                  <a:lnTo>
                    <a:pt x="78" y="2394"/>
                  </a:lnTo>
                  <a:lnTo>
                    <a:pt x="155" y="2549"/>
                  </a:lnTo>
                  <a:lnTo>
                    <a:pt x="271" y="2665"/>
                  </a:lnTo>
                  <a:lnTo>
                    <a:pt x="387" y="2742"/>
                  </a:lnTo>
                  <a:lnTo>
                    <a:pt x="542" y="2819"/>
                  </a:lnTo>
                  <a:lnTo>
                    <a:pt x="735" y="2858"/>
                  </a:lnTo>
                  <a:lnTo>
                    <a:pt x="1044" y="2858"/>
                  </a:lnTo>
                  <a:lnTo>
                    <a:pt x="1352" y="2742"/>
                  </a:lnTo>
                  <a:lnTo>
                    <a:pt x="1661" y="2587"/>
                  </a:lnTo>
                  <a:lnTo>
                    <a:pt x="1932" y="2356"/>
                  </a:lnTo>
                  <a:lnTo>
                    <a:pt x="2163" y="3089"/>
                  </a:lnTo>
                  <a:lnTo>
                    <a:pt x="2434" y="3823"/>
                  </a:lnTo>
                  <a:lnTo>
                    <a:pt x="2820" y="4518"/>
                  </a:lnTo>
                  <a:lnTo>
                    <a:pt x="3013" y="4827"/>
                  </a:lnTo>
                  <a:lnTo>
                    <a:pt x="3245" y="5136"/>
                  </a:lnTo>
                  <a:lnTo>
                    <a:pt x="2936" y="5136"/>
                  </a:lnTo>
                  <a:lnTo>
                    <a:pt x="2588" y="5175"/>
                  </a:lnTo>
                  <a:lnTo>
                    <a:pt x="2318" y="5252"/>
                  </a:lnTo>
                  <a:lnTo>
                    <a:pt x="2048" y="5445"/>
                  </a:lnTo>
                  <a:lnTo>
                    <a:pt x="1932" y="5561"/>
                  </a:lnTo>
                  <a:lnTo>
                    <a:pt x="1854" y="5677"/>
                  </a:lnTo>
                  <a:lnTo>
                    <a:pt x="1777" y="5831"/>
                  </a:lnTo>
                  <a:lnTo>
                    <a:pt x="1739" y="5986"/>
                  </a:lnTo>
                  <a:lnTo>
                    <a:pt x="1700" y="6140"/>
                  </a:lnTo>
                  <a:lnTo>
                    <a:pt x="1739" y="6294"/>
                  </a:lnTo>
                  <a:lnTo>
                    <a:pt x="1777" y="6449"/>
                  </a:lnTo>
                  <a:lnTo>
                    <a:pt x="1893" y="6603"/>
                  </a:lnTo>
                  <a:lnTo>
                    <a:pt x="2009" y="6681"/>
                  </a:lnTo>
                  <a:lnTo>
                    <a:pt x="2125" y="6758"/>
                  </a:lnTo>
                  <a:lnTo>
                    <a:pt x="2279" y="6835"/>
                  </a:lnTo>
                  <a:lnTo>
                    <a:pt x="2434" y="6874"/>
                  </a:lnTo>
                  <a:lnTo>
                    <a:pt x="2588" y="6874"/>
                  </a:lnTo>
                  <a:lnTo>
                    <a:pt x="2743" y="6835"/>
                  </a:lnTo>
                  <a:lnTo>
                    <a:pt x="2897" y="6796"/>
                  </a:lnTo>
                  <a:lnTo>
                    <a:pt x="3052" y="6719"/>
                  </a:lnTo>
                  <a:lnTo>
                    <a:pt x="3283" y="6526"/>
                  </a:lnTo>
                  <a:lnTo>
                    <a:pt x="3476" y="6294"/>
                  </a:lnTo>
                  <a:lnTo>
                    <a:pt x="3631" y="5986"/>
                  </a:lnTo>
                  <a:lnTo>
                    <a:pt x="3747" y="5677"/>
                  </a:lnTo>
                  <a:lnTo>
                    <a:pt x="4171" y="6024"/>
                  </a:lnTo>
                  <a:lnTo>
                    <a:pt x="4635" y="6333"/>
                  </a:lnTo>
                  <a:lnTo>
                    <a:pt x="5137" y="6565"/>
                  </a:lnTo>
                  <a:lnTo>
                    <a:pt x="5716" y="6719"/>
                  </a:lnTo>
                  <a:lnTo>
                    <a:pt x="6218" y="6796"/>
                  </a:lnTo>
                  <a:lnTo>
                    <a:pt x="6025" y="6912"/>
                  </a:lnTo>
                  <a:lnTo>
                    <a:pt x="5870" y="7028"/>
                  </a:lnTo>
                  <a:lnTo>
                    <a:pt x="5755" y="7183"/>
                  </a:lnTo>
                  <a:lnTo>
                    <a:pt x="5639" y="7376"/>
                  </a:lnTo>
                  <a:lnTo>
                    <a:pt x="5561" y="7530"/>
                  </a:lnTo>
                  <a:lnTo>
                    <a:pt x="5523" y="7685"/>
                  </a:lnTo>
                  <a:lnTo>
                    <a:pt x="5523" y="7878"/>
                  </a:lnTo>
                  <a:lnTo>
                    <a:pt x="5523" y="8032"/>
                  </a:lnTo>
                  <a:lnTo>
                    <a:pt x="5561" y="8187"/>
                  </a:lnTo>
                  <a:lnTo>
                    <a:pt x="5639" y="8341"/>
                  </a:lnTo>
                  <a:lnTo>
                    <a:pt x="5755" y="8457"/>
                  </a:lnTo>
                  <a:lnTo>
                    <a:pt x="5909" y="8573"/>
                  </a:lnTo>
                  <a:lnTo>
                    <a:pt x="6063" y="8650"/>
                  </a:lnTo>
                  <a:lnTo>
                    <a:pt x="6257" y="8689"/>
                  </a:lnTo>
                  <a:lnTo>
                    <a:pt x="6411" y="8689"/>
                  </a:lnTo>
                  <a:lnTo>
                    <a:pt x="6604" y="8650"/>
                  </a:lnTo>
                  <a:lnTo>
                    <a:pt x="6759" y="8573"/>
                  </a:lnTo>
                  <a:lnTo>
                    <a:pt x="6952" y="8457"/>
                  </a:lnTo>
                  <a:lnTo>
                    <a:pt x="7067" y="8341"/>
                  </a:lnTo>
                  <a:lnTo>
                    <a:pt x="7183" y="8187"/>
                  </a:lnTo>
                  <a:lnTo>
                    <a:pt x="7376" y="7878"/>
                  </a:lnTo>
                  <a:lnTo>
                    <a:pt x="7492" y="7530"/>
                  </a:lnTo>
                  <a:lnTo>
                    <a:pt x="7531" y="7183"/>
                  </a:lnTo>
                  <a:lnTo>
                    <a:pt x="7531" y="6796"/>
                  </a:lnTo>
                  <a:lnTo>
                    <a:pt x="8882" y="6719"/>
                  </a:lnTo>
                  <a:lnTo>
                    <a:pt x="9577" y="6719"/>
                  </a:lnTo>
                  <a:lnTo>
                    <a:pt x="10272" y="6796"/>
                  </a:lnTo>
                  <a:lnTo>
                    <a:pt x="10466" y="6835"/>
                  </a:lnTo>
                  <a:lnTo>
                    <a:pt x="10311" y="6912"/>
                  </a:lnTo>
                  <a:lnTo>
                    <a:pt x="10118" y="7028"/>
                  </a:lnTo>
                  <a:lnTo>
                    <a:pt x="9809" y="7260"/>
                  </a:lnTo>
                  <a:lnTo>
                    <a:pt x="9539" y="7569"/>
                  </a:lnTo>
                  <a:lnTo>
                    <a:pt x="9423" y="7723"/>
                  </a:lnTo>
                  <a:lnTo>
                    <a:pt x="9346" y="7916"/>
                  </a:lnTo>
                  <a:lnTo>
                    <a:pt x="9307" y="8109"/>
                  </a:lnTo>
                  <a:lnTo>
                    <a:pt x="9269" y="8264"/>
                  </a:lnTo>
                  <a:lnTo>
                    <a:pt x="9307" y="8457"/>
                  </a:lnTo>
                  <a:lnTo>
                    <a:pt x="9384" y="8611"/>
                  </a:lnTo>
                  <a:lnTo>
                    <a:pt x="9462" y="8766"/>
                  </a:lnTo>
                  <a:lnTo>
                    <a:pt x="9616" y="8882"/>
                  </a:lnTo>
                  <a:lnTo>
                    <a:pt x="9770" y="8959"/>
                  </a:lnTo>
                  <a:lnTo>
                    <a:pt x="9964" y="8998"/>
                  </a:lnTo>
                  <a:lnTo>
                    <a:pt x="10157" y="8959"/>
                  </a:lnTo>
                  <a:lnTo>
                    <a:pt x="10311" y="8882"/>
                  </a:lnTo>
                  <a:lnTo>
                    <a:pt x="10466" y="8804"/>
                  </a:lnTo>
                  <a:lnTo>
                    <a:pt x="10620" y="8650"/>
                  </a:lnTo>
                  <a:lnTo>
                    <a:pt x="10736" y="8534"/>
                  </a:lnTo>
                  <a:lnTo>
                    <a:pt x="10852" y="8341"/>
                  </a:lnTo>
                  <a:lnTo>
                    <a:pt x="10929" y="8187"/>
                  </a:lnTo>
                  <a:lnTo>
                    <a:pt x="11006" y="7994"/>
                  </a:lnTo>
                  <a:lnTo>
                    <a:pt x="11045" y="7762"/>
                  </a:lnTo>
                  <a:lnTo>
                    <a:pt x="11045" y="7492"/>
                  </a:lnTo>
                  <a:lnTo>
                    <a:pt x="10968" y="7221"/>
                  </a:lnTo>
                  <a:lnTo>
                    <a:pt x="10890" y="6990"/>
                  </a:lnTo>
                  <a:lnTo>
                    <a:pt x="10929" y="6951"/>
                  </a:lnTo>
                  <a:lnTo>
                    <a:pt x="11431" y="7105"/>
                  </a:lnTo>
                  <a:lnTo>
                    <a:pt x="11894" y="7376"/>
                  </a:lnTo>
                  <a:lnTo>
                    <a:pt x="12319" y="7685"/>
                  </a:lnTo>
                  <a:lnTo>
                    <a:pt x="12512" y="7839"/>
                  </a:lnTo>
                  <a:lnTo>
                    <a:pt x="12705" y="8032"/>
                  </a:lnTo>
                  <a:lnTo>
                    <a:pt x="12898" y="8341"/>
                  </a:lnTo>
                  <a:lnTo>
                    <a:pt x="13091" y="8650"/>
                  </a:lnTo>
                  <a:lnTo>
                    <a:pt x="13207" y="8920"/>
                  </a:lnTo>
                  <a:lnTo>
                    <a:pt x="13284" y="9268"/>
                  </a:lnTo>
                  <a:lnTo>
                    <a:pt x="13323" y="9577"/>
                  </a:lnTo>
                  <a:lnTo>
                    <a:pt x="13362" y="9924"/>
                  </a:lnTo>
                  <a:lnTo>
                    <a:pt x="13323" y="10619"/>
                  </a:lnTo>
                  <a:lnTo>
                    <a:pt x="13323" y="10658"/>
                  </a:lnTo>
                  <a:lnTo>
                    <a:pt x="13362" y="10735"/>
                  </a:lnTo>
                  <a:lnTo>
                    <a:pt x="13439" y="10774"/>
                  </a:lnTo>
                  <a:lnTo>
                    <a:pt x="13555" y="10774"/>
                  </a:lnTo>
                  <a:lnTo>
                    <a:pt x="13632" y="10697"/>
                  </a:lnTo>
                  <a:lnTo>
                    <a:pt x="13709" y="10465"/>
                  </a:lnTo>
                  <a:lnTo>
                    <a:pt x="13786" y="10272"/>
                  </a:lnTo>
                  <a:lnTo>
                    <a:pt x="13825" y="10040"/>
                  </a:lnTo>
                  <a:lnTo>
                    <a:pt x="13825" y="9808"/>
                  </a:lnTo>
                  <a:lnTo>
                    <a:pt x="13786" y="9384"/>
                  </a:lnTo>
                  <a:lnTo>
                    <a:pt x="13671" y="8920"/>
                  </a:lnTo>
                  <a:lnTo>
                    <a:pt x="13478" y="8496"/>
                  </a:lnTo>
                  <a:lnTo>
                    <a:pt x="13246" y="8109"/>
                  </a:lnTo>
                  <a:lnTo>
                    <a:pt x="12976" y="7723"/>
                  </a:lnTo>
                  <a:lnTo>
                    <a:pt x="12667" y="7414"/>
                  </a:lnTo>
                  <a:lnTo>
                    <a:pt x="12319" y="7144"/>
                  </a:lnTo>
                  <a:lnTo>
                    <a:pt x="11972" y="6912"/>
                  </a:lnTo>
                  <a:lnTo>
                    <a:pt x="11585" y="6719"/>
                  </a:lnTo>
                  <a:lnTo>
                    <a:pt x="11199" y="6565"/>
                  </a:lnTo>
                  <a:lnTo>
                    <a:pt x="11392" y="6410"/>
                  </a:lnTo>
                  <a:lnTo>
                    <a:pt x="11585" y="6140"/>
                  </a:lnTo>
                  <a:lnTo>
                    <a:pt x="11701" y="5831"/>
                  </a:lnTo>
                  <a:lnTo>
                    <a:pt x="11740" y="5522"/>
                  </a:lnTo>
                  <a:lnTo>
                    <a:pt x="11740" y="5213"/>
                  </a:lnTo>
                  <a:lnTo>
                    <a:pt x="11701" y="5059"/>
                  </a:lnTo>
                  <a:lnTo>
                    <a:pt x="11624" y="4943"/>
                  </a:lnTo>
                  <a:lnTo>
                    <a:pt x="11547" y="4827"/>
                  </a:lnTo>
                  <a:lnTo>
                    <a:pt x="11431" y="4750"/>
                  </a:lnTo>
                  <a:lnTo>
                    <a:pt x="11276" y="4673"/>
                  </a:lnTo>
                  <a:lnTo>
                    <a:pt x="11122" y="4634"/>
                  </a:lnTo>
                  <a:lnTo>
                    <a:pt x="10774" y="4634"/>
                  </a:lnTo>
                  <a:lnTo>
                    <a:pt x="10581" y="4711"/>
                  </a:lnTo>
                  <a:lnTo>
                    <a:pt x="10427" y="4788"/>
                  </a:lnTo>
                  <a:lnTo>
                    <a:pt x="10311" y="4866"/>
                  </a:lnTo>
                  <a:lnTo>
                    <a:pt x="10195" y="5020"/>
                  </a:lnTo>
                  <a:lnTo>
                    <a:pt x="10079" y="5136"/>
                  </a:lnTo>
                  <a:lnTo>
                    <a:pt x="10002" y="5329"/>
                  </a:lnTo>
                  <a:lnTo>
                    <a:pt x="9964" y="5561"/>
                  </a:lnTo>
                  <a:lnTo>
                    <a:pt x="9964" y="5831"/>
                  </a:lnTo>
                  <a:lnTo>
                    <a:pt x="10041" y="6063"/>
                  </a:lnTo>
                  <a:lnTo>
                    <a:pt x="10118" y="6333"/>
                  </a:lnTo>
                  <a:lnTo>
                    <a:pt x="9462" y="6256"/>
                  </a:lnTo>
                  <a:lnTo>
                    <a:pt x="8805" y="6256"/>
                  </a:lnTo>
                  <a:lnTo>
                    <a:pt x="7492" y="6333"/>
                  </a:lnTo>
                  <a:lnTo>
                    <a:pt x="7685" y="6063"/>
                  </a:lnTo>
                  <a:lnTo>
                    <a:pt x="7801" y="5792"/>
                  </a:lnTo>
                  <a:lnTo>
                    <a:pt x="7878" y="5522"/>
                  </a:lnTo>
                  <a:lnTo>
                    <a:pt x="7956" y="5213"/>
                  </a:lnTo>
                  <a:lnTo>
                    <a:pt x="7917" y="4866"/>
                  </a:lnTo>
                  <a:lnTo>
                    <a:pt x="7878" y="4711"/>
                  </a:lnTo>
                  <a:lnTo>
                    <a:pt x="7801" y="4557"/>
                  </a:lnTo>
                  <a:lnTo>
                    <a:pt x="7724" y="4402"/>
                  </a:lnTo>
                  <a:lnTo>
                    <a:pt x="7608" y="4287"/>
                  </a:lnTo>
                  <a:lnTo>
                    <a:pt x="7492" y="4209"/>
                  </a:lnTo>
                  <a:lnTo>
                    <a:pt x="7299" y="4132"/>
                  </a:lnTo>
                  <a:lnTo>
                    <a:pt x="6990" y="4132"/>
                  </a:lnTo>
                  <a:lnTo>
                    <a:pt x="6836" y="4209"/>
                  </a:lnTo>
                  <a:lnTo>
                    <a:pt x="6720" y="4325"/>
                  </a:lnTo>
                  <a:lnTo>
                    <a:pt x="6604" y="4441"/>
                  </a:lnTo>
                  <a:lnTo>
                    <a:pt x="6527" y="4595"/>
                  </a:lnTo>
                  <a:lnTo>
                    <a:pt x="6411" y="4904"/>
                  </a:lnTo>
                  <a:lnTo>
                    <a:pt x="6372" y="5252"/>
                  </a:lnTo>
                  <a:lnTo>
                    <a:pt x="6411" y="5638"/>
                  </a:lnTo>
                  <a:lnTo>
                    <a:pt x="6450" y="5831"/>
                  </a:lnTo>
                  <a:lnTo>
                    <a:pt x="6527" y="6024"/>
                  </a:lnTo>
                  <a:lnTo>
                    <a:pt x="6643" y="6179"/>
                  </a:lnTo>
                  <a:lnTo>
                    <a:pt x="6759" y="6333"/>
                  </a:lnTo>
                  <a:lnTo>
                    <a:pt x="6102" y="6256"/>
                  </a:lnTo>
                  <a:lnTo>
                    <a:pt x="5755" y="6217"/>
                  </a:lnTo>
                  <a:lnTo>
                    <a:pt x="5446" y="6140"/>
                  </a:lnTo>
                  <a:lnTo>
                    <a:pt x="5137" y="6024"/>
                  </a:lnTo>
                  <a:lnTo>
                    <a:pt x="4828" y="5870"/>
                  </a:lnTo>
                  <a:lnTo>
                    <a:pt x="4519" y="5715"/>
                  </a:lnTo>
                  <a:lnTo>
                    <a:pt x="4210" y="5522"/>
                  </a:lnTo>
                  <a:lnTo>
                    <a:pt x="4557" y="5484"/>
                  </a:lnTo>
                  <a:lnTo>
                    <a:pt x="4905" y="5406"/>
                  </a:lnTo>
                  <a:lnTo>
                    <a:pt x="5175" y="5252"/>
                  </a:lnTo>
                  <a:lnTo>
                    <a:pt x="5446" y="5020"/>
                  </a:lnTo>
                  <a:lnTo>
                    <a:pt x="5561" y="4866"/>
                  </a:lnTo>
                  <a:lnTo>
                    <a:pt x="5639" y="4711"/>
                  </a:lnTo>
                  <a:lnTo>
                    <a:pt x="5677" y="4518"/>
                  </a:lnTo>
                  <a:lnTo>
                    <a:pt x="5716" y="4364"/>
                  </a:lnTo>
                  <a:lnTo>
                    <a:pt x="5716" y="4171"/>
                  </a:lnTo>
                  <a:lnTo>
                    <a:pt x="5639" y="4016"/>
                  </a:lnTo>
                  <a:lnTo>
                    <a:pt x="5561" y="3862"/>
                  </a:lnTo>
                  <a:lnTo>
                    <a:pt x="5446" y="3707"/>
                  </a:lnTo>
                  <a:lnTo>
                    <a:pt x="5330" y="3591"/>
                  </a:lnTo>
                  <a:lnTo>
                    <a:pt x="5175" y="3514"/>
                  </a:lnTo>
                  <a:lnTo>
                    <a:pt x="5021" y="3476"/>
                  </a:lnTo>
                  <a:lnTo>
                    <a:pt x="4866" y="3437"/>
                  </a:lnTo>
                  <a:lnTo>
                    <a:pt x="4712" y="3476"/>
                  </a:lnTo>
                  <a:lnTo>
                    <a:pt x="4557" y="3514"/>
                  </a:lnTo>
                  <a:lnTo>
                    <a:pt x="4442" y="3630"/>
                  </a:lnTo>
                  <a:lnTo>
                    <a:pt x="4287" y="3707"/>
                  </a:lnTo>
                  <a:lnTo>
                    <a:pt x="4171" y="3862"/>
                  </a:lnTo>
                  <a:lnTo>
                    <a:pt x="4055" y="4016"/>
                  </a:lnTo>
                  <a:lnTo>
                    <a:pt x="3940" y="4364"/>
                  </a:lnTo>
                  <a:lnTo>
                    <a:pt x="3824" y="4750"/>
                  </a:lnTo>
                  <a:lnTo>
                    <a:pt x="3785" y="5097"/>
                  </a:lnTo>
                  <a:lnTo>
                    <a:pt x="3515" y="4788"/>
                  </a:lnTo>
                  <a:lnTo>
                    <a:pt x="3283" y="4441"/>
                  </a:lnTo>
                  <a:lnTo>
                    <a:pt x="3052" y="4093"/>
                  </a:lnTo>
                  <a:lnTo>
                    <a:pt x="2858" y="3746"/>
                  </a:lnTo>
                  <a:lnTo>
                    <a:pt x="2704" y="3398"/>
                  </a:lnTo>
                  <a:lnTo>
                    <a:pt x="2550" y="3012"/>
                  </a:lnTo>
                  <a:lnTo>
                    <a:pt x="2318" y="2240"/>
                  </a:lnTo>
                  <a:lnTo>
                    <a:pt x="2318" y="2240"/>
                  </a:lnTo>
                  <a:lnTo>
                    <a:pt x="2588" y="2317"/>
                  </a:lnTo>
                  <a:lnTo>
                    <a:pt x="2858" y="2356"/>
                  </a:lnTo>
                  <a:lnTo>
                    <a:pt x="3129" y="2356"/>
                  </a:lnTo>
                  <a:lnTo>
                    <a:pt x="3399" y="2279"/>
                  </a:lnTo>
                  <a:lnTo>
                    <a:pt x="3554" y="2201"/>
                  </a:lnTo>
                  <a:lnTo>
                    <a:pt x="3708" y="2085"/>
                  </a:lnTo>
                  <a:lnTo>
                    <a:pt x="3824" y="1970"/>
                  </a:lnTo>
                  <a:lnTo>
                    <a:pt x="3940" y="1815"/>
                  </a:lnTo>
                  <a:lnTo>
                    <a:pt x="4017" y="1661"/>
                  </a:lnTo>
                  <a:lnTo>
                    <a:pt x="4055" y="1506"/>
                  </a:lnTo>
                  <a:lnTo>
                    <a:pt x="4055" y="1313"/>
                  </a:lnTo>
                  <a:lnTo>
                    <a:pt x="4017" y="1159"/>
                  </a:lnTo>
                  <a:lnTo>
                    <a:pt x="3978" y="1004"/>
                  </a:lnTo>
                  <a:lnTo>
                    <a:pt x="3862" y="850"/>
                  </a:lnTo>
                  <a:lnTo>
                    <a:pt x="3747" y="773"/>
                  </a:lnTo>
                  <a:lnTo>
                    <a:pt x="3592" y="695"/>
                  </a:lnTo>
                  <a:lnTo>
                    <a:pt x="3438" y="618"/>
                  </a:lnTo>
                  <a:lnTo>
                    <a:pt x="3283" y="579"/>
                  </a:lnTo>
                  <a:lnTo>
                    <a:pt x="3129" y="579"/>
                  </a:lnTo>
                  <a:lnTo>
                    <a:pt x="2974" y="618"/>
                  </a:lnTo>
                  <a:lnTo>
                    <a:pt x="2820" y="657"/>
                  </a:lnTo>
                  <a:lnTo>
                    <a:pt x="2665" y="734"/>
                  </a:lnTo>
                  <a:lnTo>
                    <a:pt x="2434" y="927"/>
                  </a:lnTo>
                  <a:lnTo>
                    <a:pt x="2241" y="1159"/>
                  </a:lnTo>
                  <a:lnTo>
                    <a:pt x="2125" y="1468"/>
                  </a:lnTo>
                  <a:lnTo>
                    <a:pt x="18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5"/>
            <p:cNvSpPr/>
            <p:nvPr/>
          </p:nvSpPr>
          <p:spPr>
            <a:xfrm>
              <a:off x="1572250" y="3880275"/>
              <a:ext cx="267450" cy="210475"/>
            </a:xfrm>
            <a:custGeom>
              <a:avLst/>
              <a:gdLst/>
              <a:ahLst/>
              <a:cxnLst/>
              <a:rect l="l" t="t" r="r" b="b"/>
              <a:pathLst>
                <a:path w="10698" h="8419" extrusionOk="0">
                  <a:moveTo>
                    <a:pt x="155" y="1"/>
                  </a:moveTo>
                  <a:lnTo>
                    <a:pt x="1" y="233"/>
                  </a:lnTo>
                  <a:lnTo>
                    <a:pt x="1391" y="1314"/>
                  </a:lnTo>
                  <a:lnTo>
                    <a:pt x="2781" y="2395"/>
                  </a:lnTo>
                  <a:lnTo>
                    <a:pt x="4210" y="3476"/>
                  </a:lnTo>
                  <a:lnTo>
                    <a:pt x="5600" y="4596"/>
                  </a:lnTo>
                  <a:lnTo>
                    <a:pt x="6951" y="5677"/>
                  </a:lnTo>
                  <a:lnTo>
                    <a:pt x="8303" y="6797"/>
                  </a:lnTo>
                  <a:lnTo>
                    <a:pt x="9616" y="7917"/>
                  </a:lnTo>
                  <a:lnTo>
                    <a:pt x="9963" y="8226"/>
                  </a:lnTo>
                  <a:lnTo>
                    <a:pt x="10118" y="8342"/>
                  </a:lnTo>
                  <a:lnTo>
                    <a:pt x="10311" y="8419"/>
                  </a:lnTo>
                  <a:lnTo>
                    <a:pt x="10658" y="8380"/>
                  </a:lnTo>
                  <a:lnTo>
                    <a:pt x="10697" y="8264"/>
                  </a:lnTo>
                  <a:lnTo>
                    <a:pt x="10697" y="8149"/>
                  </a:lnTo>
                  <a:lnTo>
                    <a:pt x="10658" y="8033"/>
                  </a:lnTo>
                  <a:lnTo>
                    <a:pt x="10658" y="7994"/>
                  </a:lnTo>
                  <a:lnTo>
                    <a:pt x="10311" y="7917"/>
                  </a:lnTo>
                  <a:lnTo>
                    <a:pt x="10002" y="6952"/>
                  </a:lnTo>
                  <a:lnTo>
                    <a:pt x="9654" y="5986"/>
                  </a:lnTo>
                  <a:lnTo>
                    <a:pt x="8882" y="4094"/>
                  </a:lnTo>
                  <a:lnTo>
                    <a:pt x="8380" y="2781"/>
                  </a:lnTo>
                  <a:lnTo>
                    <a:pt x="7994" y="2936"/>
                  </a:lnTo>
                  <a:lnTo>
                    <a:pt x="8419" y="3940"/>
                  </a:lnTo>
                  <a:lnTo>
                    <a:pt x="9037" y="5677"/>
                  </a:lnTo>
                  <a:lnTo>
                    <a:pt x="9346" y="6565"/>
                  </a:lnTo>
                  <a:lnTo>
                    <a:pt x="9654" y="7415"/>
                  </a:lnTo>
                  <a:lnTo>
                    <a:pt x="9230" y="7029"/>
                  </a:lnTo>
                  <a:lnTo>
                    <a:pt x="7994" y="5986"/>
                  </a:lnTo>
                  <a:lnTo>
                    <a:pt x="6720" y="4905"/>
                  </a:lnTo>
                  <a:lnTo>
                    <a:pt x="5407" y="3862"/>
                  </a:lnTo>
                  <a:lnTo>
                    <a:pt x="4133" y="2858"/>
                  </a:lnTo>
                  <a:lnTo>
                    <a:pt x="2820" y="1854"/>
                  </a:lnTo>
                  <a:lnTo>
                    <a:pt x="1507" y="928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5"/>
            <p:cNvSpPr/>
            <p:nvPr/>
          </p:nvSpPr>
          <p:spPr>
            <a:xfrm>
              <a:off x="1564525" y="3658250"/>
              <a:ext cx="248125" cy="295425"/>
            </a:xfrm>
            <a:custGeom>
              <a:avLst/>
              <a:gdLst/>
              <a:ahLst/>
              <a:cxnLst/>
              <a:rect l="l" t="t" r="r" b="b"/>
              <a:pathLst>
                <a:path w="9925" h="11817" extrusionOk="0">
                  <a:moveTo>
                    <a:pt x="3785" y="850"/>
                  </a:moveTo>
                  <a:lnTo>
                    <a:pt x="4326" y="2279"/>
                  </a:lnTo>
                  <a:lnTo>
                    <a:pt x="4944" y="3746"/>
                  </a:lnTo>
                  <a:lnTo>
                    <a:pt x="6179" y="6565"/>
                  </a:lnTo>
                  <a:lnTo>
                    <a:pt x="3322" y="7492"/>
                  </a:lnTo>
                  <a:lnTo>
                    <a:pt x="1893" y="7955"/>
                  </a:lnTo>
                  <a:lnTo>
                    <a:pt x="464" y="8457"/>
                  </a:lnTo>
                  <a:lnTo>
                    <a:pt x="464" y="8457"/>
                  </a:lnTo>
                  <a:lnTo>
                    <a:pt x="1043" y="7569"/>
                  </a:lnTo>
                  <a:lnTo>
                    <a:pt x="1507" y="6604"/>
                  </a:lnTo>
                  <a:lnTo>
                    <a:pt x="1970" y="5638"/>
                  </a:lnTo>
                  <a:lnTo>
                    <a:pt x="2395" y="4673"/>
                  </a:lnTo>
                  <a:lnTo>
                    <a:pt x="2781" y="3746"/>
                  </a:lnTo>
                  <a:lnTo>
                    <a:pt x="3167" y="2781"/>
                  </a:lnTo>
                  <a:lnTo>
                    <a:pt x="3476" y="1815"/>
                  </a:lnTo>
                  <a:lnTo>
                    <a:pt x="3785" y="850"/>
                  </a:lnTo>
                  <a:close/>
                  <a:moveTo>
                    <a:pt x="3824" y="0"/>
                  </a:moveTo>
                  <a:lnTo>
                    <a:pt x="3746" y="39"/>
                  </a:lnTo>
                  <a:lnTo>
                    <a:pt x="3708" y="78"/>
                  </a:lnTo>
                  <a:lnTo>
                    <a:pt x="3592" y="116"/>
                  </a:lnTo>
                  <a:lnTo>
                    <a:pt x="3553" y="194"/>
                  </a:lnTo>
                  <a:lnTo>
                    <a:pt x="2820" y="2395"/>
                  </a:lnTo>
                  <a:lnTo>
                    <a:pt x="2434" y="3476"/>
                  </a:lnTo>
                  <a:lnTo>
                    <a:pt x="2009" y="4518"/>
                  </a:lnTo>
                  <a:lnTo>
                    <a:pt x="1545" y="5561"/>
                  </a:lnTo>
                  <a:lnTo>
                    <a:pt x="1043" y="6604"/>
                  </a:lnTo>
                  <a:lnTo>
                    <a:pt x="503" y="7608"/>
                  </a:lnTo>
                  <a:lnTo>
                    <a:pt x="39" y="8650"/>
                  </a:lnTo>
                  <a:lnTo>
                    <a:pt x="1" y="8689"/>
                  </a:lnTo>
                  <a:lnTo>
                    <a:pt x="39" y="8766"/>
                  </a:lnTo>
                  <a:lnTo>
                    <a:pt x="117" y="8805"/>
                  </a:lnTo>
                  <a:lnTo>
                    <a:pt x="117" y="8843"/>
                  </a:lnTo>
                  <a:lnTo>
                    <a:pt x="117" y="8920"/>
                  </a:lnTo>
                  <a:lnTo>
                    <a:pt x="155" y="8998"/>
                  </a:lnTo>
                  <a:lnTo>
                    <a:pt x="310" y="9114"/>
                  </a:lnTo>
                  <a:lnTo>
                    <a:pt x="464" y="8882"/>
                  </a:lnTo>
                  <a:lnTo>
                    <a:pt x="1970" y="8457"/>
                  </a:lnTo>
                  <a:lnTo>
                    <a:pt x="3438" y="7994"/>
                  </a:lnTo>
                  <a:lnTo>
                    <a:pt x="6372" y="7028"/>
                  </a:lnTo>
                  <a:lnTo>
                    <a:pt x="7106" y="8689"/>
                  </a:lnTo>
                  <a:lnTo>
                    <a:pt x="8303" y="11817"/>
                  </a:lnTo>
                  <a:lnTo>
                    <a:pt x="8689" y="11662"/>
                  </a:lnTo>
                  <a:lnTo>
                    <a:pt x="7531" y="8689"/>
                  </a:lnTo>
                  <a:lnTo>
                    <a:pt x="6797" y="6874"/>
                  </a:lnTo>
                  <a:lnTo>
                    <a:pt x="8380" y="6333"/>
                  </a:lnTo>
                  <a:lnTo>
                    <a:pt x="9925" y="5754"/>
                  </a:lnTo>
                  <a:lnTo>
                    <a:pt x="9770" y="5329"/>
                  </a:lnTo>
                  <a:lnTo>
                    <a:pt x="8187" y="5909"/>
                  </a:lnTo>
                  <a:lnTo>
                    <a:pt x="6643" y="6449"/>
                  </a:lnTo>
                  <a:lnTo>
                    <a:pt x="6025" y="4905"/>
                  </a:lnTo>
                  <a:lnTo>
                    <a:pt x="5407" y="3360"/>
                  </a:lnTo>
                  <a:lnTo>
                    <a:pt x="4712" y="1854"/>
                  </a:lnTo>
                  <a:lnTo>
                    <a:pt x="3978" y="348"/>
                  </a:lnTo>
                  <a:lnTo>
                    <a:pt x="4055" y="78"/>
                  </a:lnTo>
                  <a:lnTo>
                    <a:pt x="3862" y="39"/>
                  </a:lnTo>
                  <a:lnTo>
                    <a:pt x="382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5"/>
            <p:cNvSpPr/>
            <p:nvPr/>
          </p:nvSpPr>
          <p:spPr>
            <a:xfrm>
              <a:off x="3536800" y="1931200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3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6" y="7492"/>
                  </a:lnTo>
                  <a:lnTo>
                    <a:pt x="6371" y="7453"/>
                  </a:lnTo>
                  <a:lnTo>
                    <a:pt x="6371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59" y="12087"/>
                  </a:lnTo>
                  <a:lnTo>
                    <a:pt x="1583" y="14983"/>
                  </a:lnTo>
                  <a:lnTo>
                    <a:pt x="772" y="16451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50"/>
                  </a:lnTo>
                  <a:lnTo>
                    <a:pt x="1158" y="16759"/>
                  </a:lnTo>
                  <a:lnTo>
                    <a:pt x="1969" y="15369"/>
                  </a:lnTo>
                  <a:lnTo>
                    <a:pt x="2780" y="13979"/>
                  </a:lnTo>
                  <a:lnTo>
                    <a:pt x="3591" y="12589"/>
                  </a:lnTo>
                  <a:lnTo>
                    <a:pt x="4441" y="11199"/>
                  </a:lnTo>
                  <a:lnTo>
                    <a:pt x="5290" y="9809"/>
                  </a:lnTo>
                  <a:lnTo>
                    <a:pt x="5715" y="9191"/>
                  </a:lnTo>
                  <a:lnTo>
                    <a:pt x="6178" y="8612"/>
                  </a:lnTo>
                  <a:lnTo>
                    <a:pt x="6603" y="8033"/>
                  </a:lnTo>
                  <a:lnTo>
                    <a:pt x="6989" y="7453"/>
                  </a:lnTo>
                  <a:lnTo>
                    <a:pt x="6989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89" y="7067"/>
                  </a:lnTo>
                  <a:lnTo>
                    <a:pt x="6873" y="7029"/>
                  </a:lnTo>
                  <a:lnTo>
                    <a:pt x="6835" y="7029"/>
                  </a:lnTo>
                  <a:lnTo>
                    <a:pt x="6101" y="6102"/>
                  </a:lnTo>
                  <a:lnTo>
                    <a:pt x="5290" y="5175"/>
                  </a:lnTo>
                  <a:lnTo>
                    <a:pt x="3668" y="3437"/>
                  </a:lnTo>
                  <a:lnTo>
                    <a:pt x="1969" y="1700"/>
                  </a:lnTo>
                  <a:lnTo>
                    <a:pt x="1081" y="812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5"/>
            <p:cNvSpPr/>
            <p:nvPr/>
          </p:nvSpPr>
          <p:spPr>
            <a:xfrm>
              <a:off x="3476925" y="2391675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7" y="1159"/>
                  </a:lnTo>
                  <a:lnTo>
                    <a:pt x="1391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6" y="1816"/>
                  </a:lnTo>
                  <a:lnTo>
                    <a:pt x="387" y="1700"/>
                  </a:lnTo>
                  <a:lnTo>
                    <a:pt x="348" y="1584"/>
                  </a:lnTo>
                  <a:lnTo>
                    <a:pt x="387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2" y="1623"/>
                  </a:lnTo>
                  <a:lnTo>
                    <a:pt x="3669" y="1700"/>
                  </a:lnTo>
                  <a:lnTo>
                    <a:pt x="3747" y="1816"/>
                  </a:lnTo>
                  <a:lnTo>
                    <a:pt x="3747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9" y="2356"/>
                  </a:lnTo>
                  <a:lnTo>
                    <a:pt x="3206" y="2434"/>
                  </a:lnTo>
                  <a:lnTo>
                    <a:pt x="3013" y="2395"/>
                  </a:lnTo>
                  <a:lnTo>
                    <a:pt x="2820" y="2356"/>
                  </a:lnTo>
                  <a:lnTo>
                    <a:pt x="2627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1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90" y="1468"/>
                  </a:lnTo>
                  <a:close/>
                  <a:moveTo>
                    <a:pt x="3747" y="4750"/>
                  </a:moveTo>
                  <a:lnTo>
                    <a:pt x="3901" y="4789"/>
                  </a:lnTo>
                  <a:lnTo>
                    <a:pt x="4017" y="4828"/>
                  </a:lnTo>
                  <a:lnTo>
                    <a:pt x="4094" y="4944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3" y="5368"/>
                  </a:lnTo>
                  <a:lnTo>
                    <a:pt x="4094" y="5484"/>
                  </a:lnTo>
                  <a:lnTo>
                    <a:pt x="3978" y="5600"/>
                  </a:lnTo>
                  <a:lnTo>
                    <a:pt x="3785" y="5754"/>
                  </a:lnTo>
                  <a:lnTo>
                    <a:pt x="3515" y="5870"/>
                  </a:lnTo>
                  <a:lnTo>
                    <a:pt x="3129" y="5870"/>
                  </a:lnTo>
                  <a:lnTo>
                    <a:pt x="2743" y="5793"/>
                  </a:lnTo>
                  <a:lnTo>
                    <a:pt x="2936" y="5368"/>
                  </a:lnTo>
                  <a:lnTo>
                    <a:pt x="3051" y="5214"/>
                  </a:lnTo>
                  <a:lnTo>
                    <a:pt x="3206" y="5021"/>
                  </a:lnTo>
                  <a:lnTo>
                    <a:pt x="3476" y="4866"/>
                  </a:lnTo>
                  <a:lnTo>
                    <a:pt x="3631" y="4789"/>
                  </a:lnTo>
                  <a:lnTo>
                    <a:pt x="3747" y="4750"/>
                  </a:lnTo>
                  <a:close/>
                  <a:moveTo>
                    <a:pt x="1121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3" y="6102"/>
                  </a:lnTo>
                  <a:lnTo>
                    <a:pt x="1430" y="6256"/>
                  </a:lnTo>
                  <a:lnTo>
                    <a:pt x="1237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6" y="6334"/>
                  </a:lnTo>
                  <a:lnTo>
                    <a:pt x="503" y="6179"/>
                  </a:lnTo>
                  <a:lnTo>
                    <a:pt x="426" y="6025"/>
                  </a:lnTo>
                  <a:lnTo>
                    <a:pt x="426" y="5909"/>
                  </a:lnTo>
                  <a:lnTo>
                    <a:pt x="464" y="5754"/>
                  </a:lnTo>
                  <a:lnTo>
                    <a:pt x="580" y="5677"/>
                  </a:lnTo>
                  <a:lnTo>
                    <a:pt x="696" y="5600"/>
                  </a:lnTo>
                  <a:lnTo>
                    <a:pt x="850" y="5523"/>
                  </a:lnTo>
                  <a:close/>
                  <a:moveTo>
                    <a:pt x="5716" y="6218"/>
                  </a:moveTo>
                  <a:lnTo>
                    <a:pt x="5870" y="6334"/>
                  </a:lnTo>
                  <a:lnTo>
                    <a:pt x="5948" y="6411"/>
                  </a:lnTo>
                  <a:lnTo>
                    <a:pt x="5986" y="6527"/>
                  </a:lnTo>
                  <a:lnTo>
                    <a:pt x="6025" y="6681"/>
                  </a:lnTo>
                  <a:lnTo>
                    <a:pt x="5986" y="6797"/>
                  </a:lnTo>
                  <a:lnTo>
                    <a:pt x="5909" y="7067"/>
                  </a:lnTo>
                  <a:lnTo>
                    <a:pt x="5793" y="7260"/>
                  </a:lnTo>
                  <a:lnTo>
                    <a:pt x="5677" y="7492"/>
                  </a:lnTo>
                  <a:lnTo>
                    <a:pt x="5484" y="7647"/>
                  </a:lnTo>
                  <a:lnTo>
                    <a:pt x="5291" y="7801"/>
                  </a:lnTo>
                  <a:lnTo>
                    <a:pt x="5059" y="7917"/>
                  </a:lnTo>
                  <a:lnTo>
                    <a:pt x="5098" y="7878"/>
                  </a:lnTo>
                  <a:lnTo>
                    <a:pt x="5021" y="7415"/>
                  </a:lnTo>
                  <a:lnTo>
                    <a:pt x="4982" y="7183"/>
                  </a:lnTo>
                  <a:lnTo>
                    <a:pt x="5021" y="6952"/>
                  </a:lnTo>
                  <a:lnTo>
                    <a:pt x="5137" y="6681"/>
                  </a:lnTo>
                  <a:lnTo>
                    <a:pt x="5214" y="6527"/>
                  </a:lnTo>
                  <a:lnTo>
                    <a:pt x="5330" y="6372"/>
                  </a:lnTo>
                  <a:lnTo>
                    <a:pt x="5446" y="6256"/>
                  </a:lnTo>
                  <a:lnTo>
                    <a:pt x="5600" y="6218"/>
                  </a:lnTo>
                  <a:close/>
                  <a:moveTo>
                    <a:pt x="8960" y="8071"/>
                  </a:moveTo>
                  <a:lnTo>
                    <a:pt x="9153" y="8110"/>
                  </a:lnTo>
                  <a:lnTo>
                    <a:pt x="9268" y="8187"/>
                  </a:lnTo>
                  <a:lnTo>
                    <a:pt x="9346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1"/>
                  </a:lnTo>
                  <a:lnTo>
                    <a:pt x="9268" y="8921"/>
                  </a:lnTo>
                  <a:lnTo>
                    <a:pt x="9037" y="9153"/>
                  </a:lnTo>
                  <a:lnTo>
                    <a:pt x="8805" y="9346"/>
                  </a:lnTo>
                  <a:lnTo>
                    <a:pt x="8689" y="9384"/>
                  </a:lnTo>
                  <a:lnTo>
                    <a:pt x="8612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2" y="9346"/>
                  </a:lnTo>
                  <a:lnTo>
                    <a:pt x="8264" y="9346"/>
                  </a:lnTo>
                  <a:lnTo>
                    <a:pt x="8226" y="8960"/>
                  </a:lnTo>
                  <a:lnTo>
                    <a:pt x="8226" y="8766"/>
                  </a:lnTo>
                  <a:lnTo>
                    <a:pt x="8264" y="8573"/>
                  </a:lnTo>
                  <a:lnTo>
                    <a:pt x="8342" y="8342"/>
                  </a:lnTo>
                  <a:lnTo>
                    <a:pt x="8496" y="8187"/>
                  </a:lnTo>
                  <a:lnTo>
                    <a:pt x="8728" y="8110"/>
                  </a:lnTo>
                  <a:lnTo>
                    <a:pt x="8844" y="8071"/>
                  </a:lnTo>
                  <a:close/>
                  <a:moveTo>
                    <a:pt x="4944" y="8380"/>
                  </a:moveTo>
                  <a:lnTo>
                    <a:pt x="4944" y="8419"/>
                  </a:lnTo>
                  <a:lnTo>
                    <a:pt x="4751" y="8805"/>
                  </a:lnTo>
                  <a:lnTo>
                    <a:pt x="4596" y="8960"/>
                  </a:lnTo>
                  <a:lnTo>
                    <a:pt x="4442" y="9153"/>
                  </a:lnTo>
                  <a:lnTo>
                    <a:pt x="4210" y="9307"/>
                  </a:lnTo>
                  <a:lnTo>
                    <a:pt x="3940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9" y="9346"/>
                  </a:lnTo>
                  <a:lnTo>
                    <a:pt x="3322" y="9191"/>
                  </a:lnTo>
                  <a:lnTo>
                    <a:pt x="3322" y="9075"/>
                  </a:lnTo>
                  <a:lnTo>
                    <a:pt x="3322" y="8960"/>
                  </a:lnTo>
                  <a:lnTo>
                    <a:pt x="3399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5" y="8458"/>
                  </a:lnTo>
                  <a:lnTo>
                    <a:pt x="4055" y="8380"/>
                  </a:lnTo>
                  <a:lnTo>
                    <a:pt x="4326" y="8380"/>
                  </a:lnTo>
                  <a:lnTo>
                    <a:pt x="4905" y="8419"/>
                  </a:lnTo>
                  <a:lnTo>
                    <a:pt x="4944" y="8380"/>
                  </a:lnTo>
                  <a:close/>
                  <a:moveTo>
                    <a:pt x="7994" y="10002"/>
                  </a:moveTo>
                  <a:lnTo>
                    <a:pt x="7956" y="10195"/>
                  </a:lnTo>
                  <a:lnTo>
                    <a:pt x="7917" y="10350"/>
                  </a:lnTo>
                  <a:lnTo>
                    <a:pt x="7840" y="10543"/>
                  </a:lnTo>
                  <a:lnTo>
                    <a:pt x="7724" y="10697"/>
                  </a:lnTo>
                  <a:lnTo>
                    <a:pt x="7608" y="10813"/>
                  </a:lnTo>
                  <a:lnTo>
                    <a:pt x="7492" y="10929"/>
                  </a:lnTo>
                  <a:lnTo>
                    <a:pt x="7338" y="11045"/>
                  </a:lnTo>
                  <a:lnTo>
                    <a:pt x="7145" y="11083"/>
                  </a:lnTo>
                  <a:lnTo>
                    <a:pt x="6952" y="11122"/>
                  </a:lnTo>
                  <a:lnTo>
                    <a:pt x="6797" y="11083"/>
                  </a:lnTo>
                  <a:lnTo>
                    <a:pt x="6720" y="11045"/>
                  </a:lnTo>
                  <a:lnTo>
                    <a:pt x="6681" y="10967"/>
                  </a:lnTo>
                  <a:lnTo>
                    <a:pt x="6643" y="10890"/>
                  </a:lnTo>
                  <a:lnTo>
                    <a:pt x="6604" y="10813"/>
                  </a:lnTo>
                  <a:lnTo>
                    <a:pt x="6643" y="10620"/>
                  </a:lnTo>
                  <a:lnTo>
                    <a:pt x="6720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2" y="10157"/>
                  </a:lnTo>
                  <a:lnTo>
                    <a:pt x="7492" y="10079"/>
                  </a:lnTo>
                  <a:lnTo>
                    <a:pt x="7724" y="10041"/>
                  </a:lnTo>
                  <a:lnTo>
                    <a:pt x="7994" y="10002"/>
                  </a:lnTo>
                  <a:close/>
                  <a:moveTo>
                    <a:pt x="2202" y="1"/>
                  </a:moveTo>
                  <a:lnTo>
                    <a:pt x="2009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1" y="812"/>
                  </a:lnTo>
                  <a:lnTo>
                    <a:pt x="1237" y="773"/>
                  </a:lnTo>
                  <a:lnTo>
                    <a:pt x="1043" y="735"/>
                  </a:lnTo>
                  <a:lnTo>
                    <a:pt x="696" y="735"/>
                  </a:lnTo>
                  <a:lnTo>
                    <a:pt x="541" y="812"/>
                  </a:lnTo>
                  <a:lnTo>
                    <a:pt x="387" y="889"/>
                  </a:lnTo>
                  <a:lnTo>
                    <a:pt x="233" y="1005"/>
                  </a:lnTo>
                  <a:lnTo>
                    <a:pt x="117" y="1159"/>
                  </a:lnTo>
                  <a:lnTo>
                    <a:pt x="39" y="1314"/>
                  </a:lnTo>
                  <a:lnTo>
                    <a:pt x="1" y="1468"/>
                  </a:lnTo>
                  <a:lnTo>
                    <a:pt x="1" y="1623"/>
                  </a:lnTo>
                  <a:lnTo>
                    <a:pt x="1" y="1777"/>
                  </a:lnTo>
                  <a:lnTo>
                    <a:pt x="78" y="1932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6" y="2279"/>
                  </a:lnTo>
                  <a:lnTo>
                    <a:pt x="580" y="2356"/>
                  </a:lnTo>
                  <a:lnTo>
                    <a:pt x="735" y="2395"/>
                  </a:lnTo>
                  <a:lnTo>
                    <a:pt x="1043" y="2434"/>
                  </a:lnTo>
                  <a:lnTo>
                    <a:pt x="1391" y="2395"/>
                  </a:lnTo>
                  <a:lnTo>
                    <a:pt x="1700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9" y="4635"/>
                  </a:lnTo>
                  <a:lnTo>
                    <a:pt x="1777" y="5021"/>
                  </a:lnTo>
                  <a:lnTo>
                    <a:pt x="1893" y="5368"/>
                  </a:lnTo>
                  <a:lnTo>
                    <a:pt x="1584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3" y="5252"/>
                  </a:lnTo>
                  <a:lnTo>
                    <a:pt x="387" y="5330"/>
                  </a:lnTo>
                  <a:lnTo>
                    <a:pt x="271" y="5446"/>
                  </a:lnTo>
                  <a:lnTo>
                    <a:pt x="155" y="5561"/>
                  </a:lnTo>
                  <a:lnTo>
                    <a:pt x="78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8" y="6218"/>
                  </a:lnTo>
                  <a:lnTo>
                    <a:pt x="155" y="6334"/>
                  </a:lnTo>
                  <a:lnTo>
                    <a:pt x="233" y="6450"/>
                  </a:lnTo>
                  <a:lnTo>
                    <a:pt x="348" y="6565"/>
                  </a:lnTo>
                  <a:lnTo>
                    <a:pt x="503" y="6643"/>
                  </a:lnTo>
                  <a:lnTo>
                    <a:pt x="657" y="6720"/>
                  </a:lnTo>
                  <a:lnTo>
                    <a:pt x="812" y="6758"/>
                  </a:lnTo>
                  <a:lnTo>
                    <a:pt x="1121" y="6758"/>
                  </a:lnTo>
                  <a:lnTo>
                    <a:pt x="1430" y="6681"/>
                  </a:lnTo>
                  <a:lnTo>
                    <a:pt x="1700" y="6527"/>
                  </a:lnTo>
                  <a:lnTo>
                    <a:pt x="1932" y="6295"/>
                  </a:lnTo>
                  <a:lnTo>
                    <a:pt x="2125" y="6063"/>
                  </a:lnTo>
                  <a:lnTo>
                    <a:pt x="2395" y="6527"/>
                  </a:lnTo>
                  <a:lnTo>
                    <a:pt x="2743" y="6990"/>
                  </a:lnTo>
                  <a:lnTo>
                    <a:pt x="3129" y="7376"/>
                  </a:lnTo>
                  <a:lnTo>
                    <a:pt x="3592" y="7762"/>
                  </a:lnTo>
                  <a:lnTo>
                    <a:pt x="4017" y="7994"/>
                  </a:lnTo>
                  <a:lnTo>
                    <a:pt x="3824" y="8033"/>
                  </a:lnTo>
                  <a:lnTo>
                    <a:pt x="3631" y="8110"/>
                  </a:lnTo>
                  <a:lnTo>
                    <a:pt x="3438" y="8187"/>
                  </a:lnTo>
                  <a:lnTo>
                    <a:pt x="3283" y="8342"/>
                  </a:lnTo>
                  <a:lnTo>
                    <a:pt x="3167" y="8458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6" y="8882"/>
                  </a:lnTo>
                  <a:lnTo>
                    <a:pt x="2897" y="9075"/>
                  </a:lnTo>
                  <a:lnTo>
                    <a:pt x="2936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2" y="9770"/>
                  </a:lnTo>
                  <a:lnTo>
                    <a:pt x="3515" y="9848"/>
                  </a:lnTo>
                  <a:lnTo>
                    <a:pt x="3708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9" y="9770"/>
                  </a:lnTo>
                  <a:lnTo>
                    <a:pt x="4403" y="9693"/>
                  </a:lnTo>
                  <a:lnTo>
                    <a:pt x="4673" y="9461"/>
                  </a:lnTo>
                  <a:lnTo>
                    <a:pt x="4905" y="9153"/>
                  </a:lnTo>
                  <a:lnTo>
                    <a:pt x="5098" y="8844"/>
                  </a:lnTo>
                  <a:lnTo>
                    <a:pt x="5214" y="8496"/>
                  </a:lnTo>
                  <a:lnTo>
                    <a:pt x="6527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6" y="9655"/>
                  </a:lnTo>
                  <a:lnTo>
                    <a:pt x="7762" y="9655"/>
                  </a:lnTo>
                  <a:lnTo>
                    <a:pt x="7569" y="9693"/>
                  </a:lnTo>
                  <a:lnTo>
                    <a:pt x="7145" y="9809"/>
                  </a:lnTo>
                  <a:lnTo>
                    <a:pt x="6797" y="9963"/>
                  </a:lnTo>
                  <a:lnTo>
                    <a:pt x="6643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5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5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6" y="11508"/>
                  </a:lnTo>
                  <a:lnTo>
                    <a:pt x="7029" y="11508"/>
                  </a:lnTo>
                  <a:lnTo>
                    <a:pt x="7222" y="11469"/>
                  </a:lnTo>
                  <a:lnTo>
                    <a:pt x="7415" y="11392"/>
                  </a:lnTo>
                  <a:lnTo>
                    <a:pt x="7569" y="11315"/>
                  </a:lnTo>
                  <a:lnTo>
                    <a:pt x="7724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10" y="10697"/>
                  </a:lnTo>
                  <a:lnTo>
                    <a:pt x="8226" y="10465"/>
                  </a:lnTo>
                  <a:lnTo>
                    <a:pt x="8264" y="10234"/>
                  </a:lnTo>
                  <a:lnTo>
                    <a:pt x="8303" y="9963"/>
                  </a:lnTo>
                  <a:lnTo>
                    <a:pt x="8342" y="9925"/>
                  </a:lnTo>
                  <a:lnTo>
                    <a:pt x="8728" y="10272"/>
                  </a:lnTo>
                  <a:lnTo>
                    <a:pt x="9075" y="10659"/>
                  </a:lnTo>
                  <a:lnTo>
                    <a:pt x="9346" y="11122"/>
                  </a:lnTo>
                  <a:lnTo>
                    <a:pt x="9462" y="11354"/>
                  </a:lnTo>
                  <a:lnTo>
                    <a:pt x="9539" y="11585"/>
                  </a:lnTo>
                  <a:lnTo>
                    <a:pt x="9655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5" y="12937"/>
                  </a:lnTo>
                  <a:lnTo>
                    <a:pt x="9577" y="13284"/>
                  </a:lnTo>
                  <a:lnTo>
                    <a:pt x="9462" y="13593"/>
                  </a:lnTo>
                  <a:lnTo>
                    <a:pt x="9191" y="14211"/>
                  </a:lnTo>
                  <a:lnTo>
                    <a:pt x="9153" y="14288"/>
                  </a:lnTo>
                  <a:lnTo>
                    <a:pt x="9153" y="14327"/>
                  </a:lnTo>
                  <a:lnTo>
                    <a:pt x="9230" y="14404"/>
                  </a:lnTo>
                  <a:lnTo>
                    <a:pt x="9307" y="14443"/>
                  </a:lnTo>
                  <a:lnTo>
                    <a:pt x="9423" y="14404"/>
                  </a:lnTo>
                  <a:lnTo>
                    <a:pt x="9577" y="14250"/>
                  </a:lnTo>
                  <a:lnTo>
                    <a:pt x="9732" y="14057"/>
                  </a:lnTo>
                  <a:lnTo>
                    <a:pt x="9848" y="13902"/>
                  </a:lnTo>
                  <a:lnTo>
                    <a:pt x="9925" y="13671"/>
                  </a:lnTo>
                  <a:lnTo>
                    <a:pt x="10079" y="13246"/>
                  </a:lnTo>
                  <a:lnTo>
                    <a:pt x="10118" y="12782"/>
                  </a:lnTo>
                  <a:lnTo>
                    <a:pt x="10118" y="12319"/>
                  </a:lnTo>
                  <a:lnTo>
                    <a:pt x="10041" y="11856"/>
                  </a:lnTo>
                  <a:lnTo>
                    <a:pt x="9925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7" y="10272"/>
                  </a:lnTo>
                  <a:lnTo>
                    <a:pt x="9037" y="9963"/>
                  </a:lnTo>
                  <a:lnTo>
                    <a:pt x="8728" y="9693"/>
                  </a:lnTo>
                  <a:lnTo>
                    <a:pt x="8960" y="9577"/>
                  </a:lnTo>
                  <a:lnTo>
                    <a:pt x="9230" y="9423"/>
                  </a:lnTo>
                  <a:lnTo>
                    <a:pt x="9462" y="9191"/>
                  </a:lnTo>
                  <a:lnTo>
                    <a:pt x="9616" y="8921"/>
                  </a:lnTo>
                  <a:lnTo>
                    <a:pt x="9732" y="8612"/>
                  </a:lnTo>
                  <a:lnTo>
                    <a:pt x="9732" y="8496"/>
                  </a:lnTo>
                  <a:lnTo>
                    <a:pt x="9732" y="8342"/>
                  </a:lnTo>
                  <a:lnTo>
                    <a:pt x="9693" y="8187"/>
                  </a:lnTo>
                  <a:lnTo>
                    <a:pt x="9616" y="8071"/>
                  </a:lnTo>
                  <a:lnTo>
                    <a:pt x="9500" y="7956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7" y="7724"/>
                  </a:lnTo>
                  <a:lnTo>
                    <a:pt x="8689" y="7724"/>
                  </a:lnTo>
                  <a:lnTo>
                    <a:pt x="8535" y="7762"/>
                  </a:lnTo>
                  <a:lnTo>
                    <a:pt x="8380" y="7840"/>
                  </a:lnTo>
                  <a:lnTo>
                    <a:pt x="8226" y="7956"/>
                  </a:lnTo>
                  <a:lnTo>
                    <a:pt x="8110" y="8071"/>
                  </a:lnTo>
                  <a:lnTo>
                    <a:pt x="7956" y="8264"/>
                  </a:lnTo>
                  <a:lnTo>
                    <a:pt x="7878" y="8535"/>
                  </a:lnTo>
                  <a:lnTo>
                    <a:pt x="7840" y="8766"/>
                  </a:lnTo>
                  <a:lnTo>
                    <a:pt x="7840" y="9037"/>
                  </a:lnTo>
                  <a:lnTo>
                    <a:pt x="7222" y="8766"/>
                  </a:lnTo>
                  <a:lnTo>
                    <a:pt x="6643" y="8496"/>
                  </a:lnTo>
                  <a:lnTo>
                    <a:pt x="5368" y="8033"/>
                  </a:lnTo>
                  <a:lnTo>
                    <a:pt x="5639" y="7878"/>
                  </a:lnTo>
                  <a:lnTo>
                    <a:pt x="5870" y="7685"/>
                  </a:lnTo>
                  <a:lnTo>
                    <a:pt x="6063" y="7454"/>
                  </a:lnTo>
                  <a:lnTo>
                    <a:pt x="6218" y="7183"/>
                  </a:lnTo>
                  <a:lnTo>
                    <a:pt x="6334" y="6874"/>
                  </a:lnTo>
                  <a:lnTo>
                    <a:pt x="6334" y="6720"/>
                  </a:lnTo>
                  <a:lnTo>
                    <a:pt x="6334" y="6527"/>
                  </a:lnTo>
                  <a:lnTo>
                    <a:pt x="6334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5" y="5948"/>
                  </a:lnTo>
                  <a:lnTo>
                    <a:pt x="5870" y="5870"/>
                  </a:lnTo>
                  <a:lnTo>
                    <a:pt x="5716" y="5832"/>
                  </a:lnTo>
                  <a:lnTo>
                    <a:pt x="5561" y="5870"/>
                  </a:lnTo>
                  <a:lnTo>
                    <a:pt x="5407" y="5909"/>
                  </a:lnTo>
                  <a:lnTo>
                    <a:pt x="5253" y="5986"/>
                  </a:lnTo>
                  <a:lnTo>
                    <a:pt x="5137" y="6063"/>
                  </a:lnTo>
                  <a:lnTo>
                    <a:pt x="4905" y="6334"/>
                  </a:lnTo>
                  <a:lnTo>
                    <a:pt x="4751" y="6643"/>
                  </a:lnTo>
                  <a:lnTo>
                    <a:pt x="4635" y="7029"/>
                  </a:lnTo>
                  <a:lnTo>
                    <a:pt x="4635" y="7222"/>
                  </a:lnTo>
                  <a:lnTo>
                    <a:pt x="4635" y="7415"/>
                  </a:lnTo>
                  <a:lnTo>
                    <a:pt x="4635" y="7608"/>
                  </a:lnTo>
                  <a:lnTo>
                    <a:pt x="4712" y="7762"/>
                  </a:lnTo>
                  <a:lnTo>
                    <a:pt x="4094" y="7454"/>
                  </a:lnTo>
                  <a:lnTo>
                    <a:pt x="3824" y="7299"/>
                  </a:lnTo>
                  <a:lnTo>
                    <a:pt x="3553" y="7106"/>
                  </a:lnTo>
                  <a:lnTo>
                    <a:pt x="3322" y="6874"/>
                  </a:lnTo>
                  <a:lnTo>
                    <a:pt x="3090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2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3" y="5986"/>
                  </a:lnTo>
                  <a:lnTo>
                    <a:pt x="4249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9" y="5407"/>
                  </a:lnTo>
                  <a:lnTo>
                    <a:pt x="4557" y="5214"/>
                  </a:lnTo>
                  <a:lnTo>
                    <a:pt x="4519" y="5059"/>
                  </a:lnTo>
                  <a:lnTo>
                    <a:pt x="4480" y="4866"/>
                  </a:lnTo>
                  <a:lnTo>
                    <a:pt x="4403" y="4712"/>
                  </a:lnTo>
                  <a:lnTo>
                    <a:pt x="4287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1" y="4364"/>
                  </a:lnTo>
                  <a:lnTo>
                    <a:pt x="3708" y="4364"/>
                  </a:lnTo>
                  <a:lnTo>
                    <a:pt x="3553" y="4403"/>
                  </a:lnTo>
                  <a:lnTo>
                    <a:pt x="3399" y="4442"/>
                  </a:lnTo>
                  <a:lnTo>
                    <a:pt x="3245" y="4519"/>
                  </a:lnTo>
                  <a:lnTo>
                    <a:pt x="3090" y="4635"/>
                  </a:lnTo>
                  <a:lnTo>
                    <a:pt x="2820" y="4905"/>
                  </a:lnTo>
                  <a:lnTo>
                    <a:pt x="2588" y="5214"/>
                  </a:lnTo>
                  <a:lnTo>
                    <a:pt x="2434" y="5561"/>
                  </a:lnTo>
                  <a:lnTo>
                    <a:pt x="2395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6" y="4326"/>
                  </a:lnTo>
                  <a:lnTo>
                    <a:pt x="2047" y="3940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5" y="2318"/>
                  </a:lnTo>
                  <a:lnTo>
                    <a:pt x="2356" y="2511"/>
                  </a:lnTo>
                  <a:lnTo>
                    <a:pt x="2588" y="2627"/>
                  </a:lnTo>
                  <a:lnTo>
                    <a:pt x="2820" y="2743"/>
                  </a:lnTo>
                  <a:lnTo>
                    <a:pt x="3129" y="2781"/>
                  </a:lnTo>
                  <a:lnTo>
                    <a:pt x="3283" y="2743"/>
                  </a:lnTo>
                  <a:lnTo>
                    <a:pt x="3476" y="2704"/>
                  </a:lnTo>
                  <a:lnTo>
                    <a:pt x="3631" y="2627"/>
                  </a:lnTo>
                  <a:lnTo>
                    <a:pt x="3785" y="2549"/>
                  </a:lnTo>
                  <a:lnTo>
                    <a:pt x="3901" y="2434"/>
                  </a:lnTo>
                  <a:lnTo>
                    <a:pt x="4017" y="2279"/>
                  </a:lnTo>
                  <a:lnTo>
                    <a:pt x="4094" y="2125"/>
                  </a:lnTo>
                  <a:lnTo>
                    <a:pt x="4133" y="1970"/>
                  </a:lnTo>
                  <a:lnTo>
                    <a:pt x="4094" y="1777"/>
                  </a:lnTo>
                  <a:lnTo>
                    <a:pt x="4055" y="1623"/>
                  </a:lnTo>
                  <a:lnTo>
                    <a:pt x="4017" y="1507"/>
                  </a:lnTo>
                  <a:lnTo>
                    <a:pt x="3901" y="1352"/>
                  </a:lnTo>
                  <a:lnTo>
                    <a:pt x="3785" y="1237"/>
                  </a:lnTo>
                  <a:lnTo>
                    <a:pt x="3631" y="1159"/>
                  </a:lnTo>
                  <a:lnTo>
                    <a:pt x="3515" y="1121"/>
                  </a:lnTo>
                  <a:lnTo>
                    <a:pt x="3322" y="1082"/>
                  </a:lnTo>
                  <a:lnTo>
                    <a:pt x="3167" y="1043"/>
                  </a:lnTo>
                  <a:lnTo>
                    <a:pt x="3013" y="1082"/>
                  </a:lnTo>
                  <a:lnTo>
                    <a:pt x="2743" y="1159"/>
                  </a:lnTo>
                  <a:lnTo>
                    <a:pt x="2472" y="1314"/>
                  </a:lnTo>
                  <a:lnTo>
                    <a:pt x="2241" y="1545"/>
                  </a:lnTo>
                  <a:lnTo>
                    <a:pt x="2511" y="78"/>
                  </a:lnTo>
                  <a:lnTo>
                    <a:pt x="220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5"/>
            <p:cNvSpPr/>
            <p:nvPr/>
          </p:nvSpPr>
          <p:spPr>
            <a:xfrm>
              <a:off x="3369775" y="2101100"/>
              <a:ext cx="174750" cy="292550"/>
            </a:xfrm>
            <a:custGeom>
              <a:avLst/>
              <a:gdLst/>
              <a:ahLst/>
              <a:cxnLst/>
              <a:rect l="l" t="t" r="r" b="b"/>
              <a:pathLst>
                <a:path w="6990" h="11702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3" y="6256"/>
                  </a:lnTo>
                  <a:lnTo>
                    <a:pt x="5214" y="9346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3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1" y="11508"/>
                  </a:lnTo>
                  <a:lnTo>
                    <a:pt x="6951" y="11392"/>
                  </a:lnTo>
                  <a:lnTo>
                    <a:pt x="6990" y="11354"/>
                  </a:lnTo>
                  <a:lnTo>
                    <a:pt x="6681" y="11122"/>
                  </a:lnTo>
                  <a:lnTo>
                    <a:pt x="6758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5" y="5639"/>
                  </a:lnTo>
                  <a:lnTo>
                    <a:pt x="6411" y="5639"/>
                  </a:lnTo>
                  <a:lnTo>
                    <a:pt x="6411" y="6758"/>
                  </a:lnTo>
                  <a:lnTo>
                    <a:pt x="6333" y="8573"/>
                  </a:lnTo>
                  <a:lnTo>
                    <a:pt x="6295" y="9500"/>
                  </a:lnTo>
                  <a:lnTo>
                    <a:pt x="6256" y="10427"/>
                  </a:lnTo>
                  <a:lnTo>
                    <a:pt x="5986" y="9886"/>
                  </a:lnTo>
                  <a:lnTo>
                    <a:pt x="5252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3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5"/>
            <p:cNvSpPr/>
            <p:nvPr/>
          </p:nvSpPr>
          <p:spPr>
            <a:xfrm>
              <a:off x="3366875" y="1926375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1" y="2317"/>
                  </a:lnTo>
                  <a:lnTo>
                    <a:pt x="6449" y="3901"/>
                  </a:lnTo>
                  <a:lnTo>
                    <a:pt x="6527" y="6990"/>
                  </a:lnTo>
                  <a:lnTo>
                    <a:pt x="3515" y="6758"/>
                  </a:lnTo>
                  <a:lnTo>
                    <a:pt x="2009" y="6642"/>
                  </a:lnTo>
                  <a:lnTo>
                    <a:pt x="503" y="6604"/>
                  </a:lnTo>
                  <a:lnTo>
                    <a:pt x="1352" y="5986"/>
                  </a:lnTo>
                  <a:lnTo>
                    <a:pt x="2202" y="5291"/>
                  </a:lnTo>
                  <a:lnTo>
                    <a:pt x="2974" y="4557"/>
                  </a:lnTo>
                  <a:lnTo>
                    <a:pt x="3708" y="3823"/>
                  </a:lnTo>
                  <a:lnTo>
                    <a:pt x="4441" y="3090"/>
                  </a:lnTo>
                  <a:lnTo>
                    <a:pt x="5137" y="2356"/>
                  </a:lnTo>
                  <a:lnTo>
                    <a:pt x="5793" y="1584"/>
                  </a:lnTo>
                  <a:lnTo>
                    <a:pt x="6449" y="773"/>
                  </a:lnTo>
                  <a:close/>
                  <a:moveTo>
                    <a:pt x="6720" y="1"/>
                  </a:moveTo>
                  <a:lnTo>
                    <a:pt x="6643" y="39"/>
                  </a:lnTo>
                  <a:lnTo>
                    <a:pt x="6565" y="39"/>
                  </a:lnTo>
                  <a:lnTo>
                    <a:pt x="6488" y="116"/>
                  </a:lnTo>
                  <a:lnTo>
                    <a:pt x="4982" y="1854"/>
                  </a:lnTo>
                  <a:lnTo>
                    <a:pt x="4210" y="2704"/>
                  </a:lnTo>
                  <a:lnTo>
                    <a:pt x="3438" y="3515"/>
                  </a:lnTo>
                  <a:lnTo>
                    <a:pt x="2588" y="4287"/>
                  </a:lnTo>
                  <a:lnTo>
                    <a:pt x="1738" y="5059"/>
                  </a:lnTo>
                  <a:lnTo>
                    <a:pt x="889" y="5793"/>
                  </a:lnTo>
                  <a:lnTo>
                    <a:pt x="39" y="6604"/>
                  </a:lnTo>
                  <a:lnTo>
                    <a:pt x="1" y="6642"/>
                  </a:lnTo>
                  <a:lnTo>
                    <a:pt x="1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1" y="6913"/>
                  </a:lnTo>
                  <a:lnTo>
                    <a:pt x="39" y="6990"/>
                  </a:lnTo>
                  <a:lnTo>
                    <a:pt x="117" y="7144"/>
                  </a:lnTo>
                  <a:lnTo>
                    <a:pt x="387" y="6990"/>
                  </a:lnTo>
                  <a:lnTo>
                    <a:pt x="1893" y="7144"/>
                  </a:lnTo>
                  <a:lnTo>
                    <a:pt x="3438" y="7299"/>
                  </a:lnTo>
                  <a:lnTo>
                    <a:pt x="6527" y="7453"/>
                  </a:lnTo>
                  <a:lnTo>
                    <a:pt x="6565" y="9307"/>
                  </a:lnTo>
                  <a:lnTo>
                    <a:pt x="6527" y="12628"/>
                  </a:lnTo>
                  <a:lnTo>
                    <a:pt x="6951" y="12628"/>
                  </a:lnTo>
                  <a:lnTo>
                    <a:pt x="6990" y="9461"/>
                  </a:lnTo>
                  <a:lnTo>
                    <a:pt x="6990" y="7492"/>
                  </a:lnTo>
                  <a:lnTo>
                    <a:pt x="8651" y="7569"/>
                  </a:lnTo>
                  <a:lnTo>
                    <a:pt x="10311" y="7646"/>
                  </a:lnTo>
                  <a:lnTo>
                    <a:pt x="10311" y="7183"/>
                  </a:lnTo>
                  <a:lnTo>
                    <a:pt x="8651" y="7106"/>
                  </a:lnTo>
                  <a:lnTo>
                    <a:pt x="6990" y="7028"/>
                  </a:lnTo>
                  <a:lnTo>
                    <a:pt x="7029" y="5368"/>
                  </a:lnTo>
                  <a:lnTo>
                    <a:pt x="6990" y="3708"/>
                  </a:lnTo>
                  <a:lnTo>
                    <a:pt x="6951" y="2047"/>
                  </a:lnTo>
                  <a:lnTo>
                    <a:pt x="6797" y="387"/>
                  </a:lnTo>
                  <a:lnTo>
                    <a:pt x="6990" y="194"/>
                  </a:lnTo>
                  <a:lnTo>
                    <a:pt x="6836" y="39"/>
                  </a:lnTo>
                  <a:lnTo>
                    <a:pt x="67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5"/>
            <p:cNvSpPr/>
            <p:nvPr/>
          </p:nvSpPr>
          <p:spPr>
            <a:xfrm>
              <a:off x="5455950" y="1981400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4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7" y="7492"/>
                  </a:lnTo>
                  <a:lnTo>
                    <a:pt x="6372" y="7453"/>
                  </a:lnTo>
                  <a:lnTo>
                    <a:pt x="6372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60" y="12087"/>
                  </a:lnTo>
                  <a:lnTo>
                    <a:pt x="1584" y="14983"/>
                  </a:lnTo>
                  <a:lnTo>
                    <a:pt x="773" y="16450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50"/>
                  </a:lnTo>
                  <a:lnTo>
                    <a:pt x="1159" y="16759"/>
                  </a:lnTo>
                  <a:lnTo>
                    <a:pt x="1970" y="15369"/>
                  </a:lnTo>
                  <a:lnTo>
                    <a:pt x="2781" y="13979"/>
                  </a:lnTo>
                  <a:lnTo>
                    <a:pt x="3592" y="12589"/>
                  </a:lnTo>
                  <a:lnTo>
                    <a:pt x="4441" y="11199"/>
                  </a:lnTo>
                  <a:lnTo>
                    <a:pt x="5291" y="9809"/>
                  </a:lnTo>
                  <a:lnTo>
                    <a:pt x="5715" y="9191"/>
                  </a:lnTo>
                  <a:lnTo>
                    <a:pt x="6179" y="8612"/>
                  </a:lnTo>
                  <a:lnTo>
                    <a:pt x="6603" y="8032"/>
                  </a:lnTo>
                  <a:lnTo>
                    <a:pt x="6990" y="7453"/>
                  </a:lnTo>
                  <a:lnTo>
                    <a:pt x="6990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90" y="7067"/>
                  </a:lnTo>
                  <a:lnTo>
                    <a:pt x="6874" y="7028"/>
                  </a:lnTo>
                  <a:lnTo>
                    <a:pt x="6835" y="7028"/>
                  </a:lnTo>
                  <a:lnTo>
                    <a:pt x="6102" y="6102"/>
                  </a:lnTo>
                  <a:lnTo>
                    <a:pt x="5291" y="5175"/>
                  </a:lnTo>
                  <a:lnTo>
                    <a:pt x="3669" y="3437"/>
                  </a:lnTo>
                  <a:lnTo>
                    <a:pt x="1970" y="1700"/>
                  </a:lnTo>
                  <a:lnTo>
                    <a:pt x="1082" y="812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5"/>
            <p:cNvSpPr/>
            <p:nvPr/>
          </p:nvSpPr>
          <p:spPr>
            <a:xfrm>
              <a:off x="5396100" y="2441875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6" y="1159"/>
                  </a:lnTo>
                  <a:lnTo>
                    <a:pt x="1390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5" y="1816"/>
                  </a:lnTo>
                  <a:lnTo>
                    <a:pt x="386" y="1700"/>
                  </a:lnTo>
                  <a:lnTo>
                    <a:pt x="348" y="1584"/>
                  </a:lnTo>
                  <a:lnTo>
                    <a:pt x="386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1" y="1623"/>
                  </a:lnTo>
                  <a:lnTo>
                    <a:pt x="3669" y="1700"/>
                  </a:lnTo>
                  <a:lnTo>
                    <a:pt x="3746" y="1816"/>
                  </a:lnTo>
                  <a:lnTo>
                    <a:pt x="3746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8" y="2356"/>
                  </a:lnTo>
                  <a:lnTo>
                    <a:pt x="3205" y="2434"/>
                  </a:lnTo>
                  <a:lnTo>
                    <a:pt x="3012" y="2395"/>
                  </a:lnTo>
                  <a:lnTo>
                    <a:pt x="2819" y="2356"/>
                  </a:lnTo>
                  <a:lnTo>
                    <a:pt x="2626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0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89" y="1468"/>
                  </a:lnTo>
                  <a:close/>
                  <a:moveTo>
                    <a:pt x="3746" y="4750"/>
                  </a:moveTo>
                  <a:lnTo>
                    <a:pt x="3900" y="4789"/>
                  </a:lnTo>
                  <a:lnTo>
                    <a:pt x="4016" y="4828"/>
                  </a:lnTo>
                  <a:lnTo>
                    <a:pt x="4093" y="4944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2" y="5368"/>
                  </a:lnTo>
                  <a:lnTo>
                    <a:pt x="4093" y="5484"/>
                  </a:lnTo>
                  <a:lnTo>
                    <a:pt x="3978" y="5600"/>
                  </a:lnTo>
                  <a:lnTo>
                    <a:pt x="3784" y="5754"/>
                  </a:lnTo>
                  <a:lnTo>
                    <a:pt x="3514" y="5870"/>
                  </a:lnTo>
                  <a:lnTo>
                    <a:pt x="3128" y="5870"/>
                  </a:lnTo>
                  <a:lnTo>
                    <a:pt x="2742" y="5793"/>
                  </a:lnTo>
                  <a:lnTo>
                    <a:pt x="2935" y="5368"/>
                  </a:lnTo>
                  <a:lnTo>
                    <a:pt x="3051" y="5214"/>
                  </a:lnTo>
                  <a:lnTo>
                    <a:pt x="3205" y="5021"/>
                  </a:lnTo>
                  <a:lnTo>
                    <a:pt x="3476" y="4866"/>
                  </a:lnTo>
                  <a:lnTo>
                    <a:pt x="3630" y="4789"/>
                  </a:lnTo>
                  <a:lnTo>
                    <a:pt x="3746" y="4750"/>
                  </a:lnTo>
                  <a:close/>
                  <a:moveTo>
                    <a:pt x="1120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2" y="6102"/>
                  </a:lnTo>
                  <a:lnTo>
                    <a:pt x="1429" y="6256"/>
                  </a:lnTo>
                  <a:lnTo>
                    <a:pt x="1236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5" y="6334"/>
                  </a:lnTo>
                  <a:lnTo>
                    <a:pt x="502" y="6179"/>
                  </a:lnTo>
                  <a:lnTo>
                    <a:pt x="425" y="6025"/>
                  </a:lnTo>
                  <a:lnTo>
                    <a:pt x="425" y="5909"/>
                  </a:lnTo>
                  <a:lnTo>
                    <a:pt x="464" y="5754"/>
                  </a:lnTo>
                  <a:lnTo>
                    <a:pt x="579" y="5677"/>
                  </a:lnTo>
                  <a:lnTo>
                    <a:pt x="695" y="5600"/>
                  </a:lnTo>
                  <a:lnTo>
                    <a:pt x="850" y="5523"/>
                  </a:lnTo>
                  <a:close/>
                  <a:moveTo>
                    <a:pt x="5715" y="6218"/>
                  </a:moveTo>
                  <a:lnTo>
                    <a:pt x="5870" y="6334"/>
                  </a:lnTo>
                  <a:lnTo>
                    <a:pt x="5947" y="6411"/>
                  </a:lnTo>
                  <a:lnTo>
                    <a:pt x="5986" y="6527"/>
                  </a:lnTo>
                  <a:lnTo>
                    <a:pt x="6024" y="6681"/>
                  </a:lnTo>
                  <a:lnTo>
                    <a:pt x="5986" y="6797"/>
                  </a:lnTo>
                  <a:lnTo>
                    <a:pt x="5908" y="7067"/>
                  </a:lnTo>
                  <a:lnTo>
                    <a:pt x="5792" y="7260"/>
                  </a:lnTo>
                  <a:lnTo>
                    <a:pt x="5677" y="7492"/>
                  </a:lnTo>
                  <a:lnTo>
                    <a:pt x="5484" y="7647"/>
                  </a:lnTo>
                  <a:lnTo>
                    <a:pt x="5290" y="7801"/>
                  </a:lnTo>
                  <a:lnTo>
                    <a:pt x="5059" y="7917"/>
                  </a:lnTo>
                  <a:lnTo>
                    <a:pt x="5097" y="7878"/>
                  </a:lnTo>
                  <a:lnTo>
                    <a:pt x="5020" y="7415"/>
                  </a:lnTo>
                  <a:lnTo>
                    <a:pt x="4982" y="7183"/>
                  </a:lnTo>
                  <a:lnTo>
                    <a:pt x="5020" y="6952"/>
                  </a:lnTo>
                  <a:lnTo>
                    <a:pt x="5136" y="6681"/>
                  </a:lnTo>
                  <a:lnTo>
                    <a:pt x="5213" y="6527"/>
                  </a:lnTo>
                  <a:lnTo>
                    <a:pt x="5329" y="6372"/>
                  </a:lnTo>
                  <a:lnTo>
                    <a:pt x="5445" y="6256"/>
                  </a:lnTo>
                  <a:lnTo>
                    <a:pt x="5599" y="6218"/>
                  </a:lnTo>
                  <a:close/>
                  <a:moveTo>
                    <a:pt x="8959" y="8071"/>
                  </a:moveTo>
                  <a:lnTo>
                    <a:pt x="9152" y="8110"/>
                  </a:lnTo>
                  <a:lnTo>
                    <a:pt x="9268" y="8187"/>
                  </a:lnTo>
                  <a:lnTo>
                    <a:pt x="9345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1"/>
                  </a:lnTo>
                  <a:lnTo>
                    <a:pt x="9268" y="8921"/>
                  </a:lnTo>
                  <a:lnTo>
                    <a:pt x="9036" y="9153"/>
                  </a:lnTo>
                  <a:lnTo>
                    <a:pt x="8804" y="9346"/>
                  </a:lnTo>
                  <a:lnTo>
                    <a:pt x="8689" y="9384"/>
                  </a:lnTo>
                  <a:lnTo>
                    <a:pt x="8611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1" y="9346"/>
                  </a:lnTo>
                  <a:lnTo>
                    <a:pt x="8264" y="9346"/>
                  </a:lnTo>
                  <a:lnTo>
                    <a:pt x="8225" y="8959"/>
                  </a:lnTo>
                  <a:lnTo>
                    <a:pt x="8225" y="8766"/>
                  </a:lnTo>
                  <a:lnTo>
                    <a:pt x="8264" y="8573"/>
                  </a:lnTo>
                  <a:lnTo>
                    <a:pt x="8341" y="8342"/>
                  </a:lnTo>
                  <a:lnTo>
                    <a:pt x="8496" y="8187"/>
                  </a:lnTo>
                  <a:lnTo>
                    <a:pt x="8727" y="8110"/>
                  </a:lnTo>
                  <a:lnTo>
                    <a:pt x="8843" y="8071"/>
                  </a:lnTo>
                  <a:close/>
                  <a:moveTo>
                    <a:pt x="4943" y="8380"/>
                  </a:moveTo>
                  <a:lnTo>
                    <a:pt x="4943" y="8419"/>
                  </a:lnTo>
                  <a:lnTo>
                    <a:pt x="4750" y="8805"/>
                  </a:lnTo>
                  <a:lnTo>
                    <a:pt x="4595" y="8959"/>
                  </a:lnTo>
                  <a:lnTo>
                    <a:pt x="4441" y="9153"/>
                  </a:lnTo>
                  <a:lnTo>
                    <a:pt x="4209" y="9307"/>
                  </a:lnTo>
                  <a:lnTo>
                    <a:pt x="3939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8" y="9346"/>
                  </a:lnTo>
                  <a:lnTo>
                    <a:pt x="3321" y="9191"/>
                  </a:lnTo>
                  <a:lnTo>
                    <a:pt x="3321" y="9075"/>
                  </a:lnTo>
                  <a:lnTo>
                    <a:pt x="3321" y="8959"/>
                  </a:lnTo>
                  <a:lnTo>
                    <a:pt x="3398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4" y="8457"/>
                  </a:lnTo>
                  <a:lnTo>
                    <a:pt x="4055" y="8380"/>
                  </a:lnTo>
                  <a:lnTo>
                    <a:pt x="4325" y="8380"/>
                  </a:lnTo>
                  <a:lnTo>
                    <a:pt x="4904" y="8419"/>
                  </a:lnTo>
                  <a:lnTo>
                    <a:pt x="4943" y="8380"/>
                  </a:lnTo>
                  <a:close/>
                  <a:moveTo>
                    <a:pt x="7994" y="10002"/>
                  </a:moveTo>
                  <a:lnTo>
                    <a:pt x="7955" y="10195"/>
                  </a:lnTo>
                  <a:lnTo>
                    <a:pt x="7916" y="10350"/>
                  </a:lnTo>
                  <a:lnTo>
                    <a:pt x="7839" y="10543"/>
                  </a:lnTo>
                  <a:lnTo>
                    <a:pt x="7723" y="10697"/>
                  </a:lnTo>
                  <a:lnTo>
                    <a:pt x="7607" y="10813"/>
                  </a:lnTo>
                  <a:lnTo>
                    <a:pt x="7492" y="10929"/>
                  </a:lnTo>
                  <a:lnTo>
                    <a:pt x="7337" y="11045"/>
                  </a:lnTo>
                  <a:lnTo>
                    <a:pt x="7144" y="11083"/>
                  </a:lnTo>
                  <a:lnTo>
                    <a:pt x="6951" y="11122"/>
                  </a:lnTo>
                  <a:lnTo>
                    <a:pt x="6796" y="11083"/>
                  </a:lnTo>
                  <a:lnTo>
                    <a:pt x="6719" y="11045"/>
                  </a:lnTo>
                  <a:lnTo>
                    <a:pt x="6681" y="10967"/>
                  </a:lnTo>
                  <a:lnTo>
                    <a:pt x="6642" y="10890"/>
                  </a:lnTo>
                  <a:lnTo>
                    <a:pt x="6603" y="10813"/>
                  </a:lnTo>
                  <a:lnTo>
                    <a:pt x="6642" y="10620"/>
                  </a:lnTo>
                  <a:lnTo>
                    <a:pt x="6719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1" y="10157"/>
                  </a:lnTo>
                  <a:lnTo>
                    <a:pt x="7492" y="10079"/>
                  </a:lnTo>
                  <a:lnTo>
                    <a:pt x="7723" y="10041"/>
                  </a:lnTo>
                  <a:lnTo>
                    <a:pt x="7994" y="10002"/>
                  </a:lnTo>
                  <a:close/>
                  <a:moveTo>
                    <a:pt x="2201" y="1"/>
                  </a:moveTo>
                  <a:lnTo>
                    <a:pt x="2008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0" y="812"/>
                  </a:lnTo>
                  <a:lnTo>
                    <a:pt x="1236" y="773"/>
                  </a:lnTo>
                  <a:lnTo>
                    <a:pt x="1043" y="735"/>
                  </a:lnTo>
                  <a:lnTo>
                    <a:pt x="695" y="735"/>
                  </a:lnTo>
                  <a:lnTo>
                    <a:pt x="541" y="812"/>
                  </a:lnTo>
                  <a:lnTo>
                    <a:pt x="386" y="889"/>
                  </a:lnTo>
                  <a:lnTo>
                    <a:pt x="232" y="1005"/>
                  </a:lnTo>
                  <a:lnTo>
                    <a:pt x="116" y="1159"/>
                  </a:lnTo>
                  <a:lnTo>
                    <a:pt x="39" y="1314"/>
                  </a:lnTo>
                  <a:lnTo>
                    <a:pt x="0" y="1468"/>
                  </a:lnTo>
                  <a:lnTo>
                    <a:pt x="0" y="1623"/>
                  </a:lnTo>
                  <a:lnTo>
                    <a:pt x="0" y="1777"/>
                  </a:lnTo>
                  <a:lnTo>
                    <a:pt x="77" y="1932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5" y="2279"/>
                  </a:lnTo>
                  <a:lnTo>
                    <a:pt x="579" y="2356"/>
                  </a:lnTo>
                  <a:lnTo>
                    <a:pt x="734" y="2395"/>
                  </a:lnTo>
                  <a:lnTo>
                    <a:pt x="1043" y="2434"/>
                  </a:lnTo>
                  <a:lnTo>
                    <a:pt x="1390" y="2395"/>
                  </a:lnTo>
                  <a:lnTo>
                    <a:pt x="1699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8" y="4635"/>
                  </a:lnTo>
                  <a:lnTo>
                    <a:pt x="1777" y="5021"/>
                  </a:lnTo>
                  <a:lnTo>
                    <a:pt x="1892" y="5368"/>
                  </a:lnTo>
                  <a:lnTo>
                    <a:pt x="1583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2" y="5252"/>
                  </a:lnTo>
                  <a:lnTo>
                    <a:pt x="386" y="5330"/>
                  </a:lnTo>
                  <a:lnTo>
                    <a:pt x="271" y="5446"/>
                  </a:lnTo>
                  <a:lnTo>
                    <a:pt x="155" y="5561"/>
                  </a:lnTo>
                  <a:lnTo>
                    <a:pt x="77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7" y="6218"/>
                  </a:lnTo>
                  <a:lnTo>
                    <a:pt x="155" y="6334"/>
                  </a:lnTo>
                  <a:lnTo>
                    <a:pt x="232" y="6450"/>
                  </a:lnTo>
                  <a:lnTo>
                    <a:pt x="348" y="6565"/>
                  </a:lnTo>
                  <a:lnTo>
                    <a:pt x="502" y="6643"/>
                  </a:lnTo>
                  <a:lnTo>
                    <a:pt x="657" y="6720"/>
                  </a:lnTo>
                  <a:lnTo>
                    <a:pt x="811" y="6758"/>
                  </a:lnTo>
                  <a:lnTo>
                    <a:pt x="1120" y="6758"/>
                  </a:lnTo>
                  <a:lnTo>
                    <a:pt x="1429" y="6681"/>
                  </a:lnTo>
                  <a:lnTo>
                    <a:pt x="1699" y="6527"/>
                  </a:lnTo>
                  <a:lnTo>
                    <a:pt x="1931" y="6295"/>
                  </a:lnTo>
                  <a:lnTo>
                    <a:pt x="2124" y="6063"/>
                  </a:lnTo>
                  <a:lnTo>
                    <a:pt x="2394" y="6527"/>
                  </a:lnTo>
                  <a:lnTo>
                    <a:pt x="2742" y="6990"/>
                  </a:lnTo>
                  <a:lnTo>
                    <a:pt x="3128" y="7376"/>
                  </a:lnTo>
                  <a:lnTo>
                    <a:pt x="3591" y="7762"/>
                  </a:lnTo>
                  <a:lnTo>
                    <a:pt x="4016" y="7994"/>
                  </a:lnTo>
                  <a:lnTo>
                    <a:pt x="3823" y="8033"/>
                  </a:lnTo>
                  <a:lnTo>
                    <a:pt x="3630" y="8110"/>
                  </a:lnTo>
                  <a:lnTo>
                    <a:pt x="3437" y="8187"/>
                  </a:lnTo>
                  <a:lnTo>
                    <a:pt x="3282" y="8342"/>
                  </a:lnTo>
                  <a:lnTo>
                    <a:pt x="3167" y="8457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5" y="8882"/>
                  </a:lnTo>
                  <a:lnTo>
                    <a:pt x="2896" y="9075"/>
                  </a:lnTo>
                  <a:lnTo>
                    <a:pt x="2935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1" y="9770"/>
                  </a:lnTo>
                  <a:lnTo>
                    <a:pt x="3514" y="9848"/>
                  </a:lnTo>
                  <a:lnTo>
                    <a:pt x="3707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8" y="9770"/>
                  </a:lnTo>
                  <a:lnTo>
                    <a:pt x="4402" y="9693"/>
                  </a:lnTo>
                  <a:lnTo>
                    <a:pt x="4673" y="9461"/>
                  </a:lnTo>
                  <a:lnTo>
                    <a:pt x="4904" y="9153"/>
                  </a:lnTo>
                  <a:lnTo>
                    <a:pt x="5097" y="8844"/>
                  </a:lnTo>
                  <a:lnTo>
                    <a:pt x="5213" y="8496"/>
                  </a:lnTo>
                  <a:lnTo>
                    <a:pt x="6526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5" y="9655"/>
                  </a:lnTo>
                  <a:lnTo>
                    <a:pt x="7762" y="9655"/>
                  </a:lnTo>
                  <a:lnTo>
                    <a:pt x="7569" y="9693"/>
                  </a:lnTo>
                  <a:lnTo>
                    <a:pt x="7144" y="9809"/>
                  </a:lnTo>
                  <a:lnTo>
                    <a:pt x="6796" y="9963"/>
                  </a:lnTo>
                  <a:lnTo>
                    <a:pt x="6642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4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4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5" y="11508"/>
                  </a:lnTo>
                  <a:lnTo>
                    <a:pt x="7028" y="11508"/>
                  </a:lnTo>
                  <a:lnTo>
                    <a:pt x="7221" y="11469"/>
                  </a:lnTo>
                  <a:lnTo>
                    <a:pt x="7414" y="11392"/>
                  </a:lnTo>
                  <a:lnTo>
                    <a:pt x="7569" y="11315"/>
                  </a:lnTo>
                  <a:lnTo>
                    <a:pt x="7723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09" y="10697"/>
                  </a:lnTo>
                  <a:lnTo>
                    <a:pt x="8225" y="10465"/>
                  </a:lnTo>
                  <a:lnTo>
                    <a:pt x="8264" y="10234"/>
                  </a:lnTo>
                  <a:lnTo>
                    <a:pt x="8302" y="9963"/>
                  </a:lnTo>
                  <a:lnTo>
                    <a:pt x="8341" y="9925"/>
                  </a:lnTo>
                  <a:lnTo>
                    <a:pt x="8727" y="10272"/>
                  </a:lnTo>
                  <a:lnTo>
                    <a:pt x="9075" y="10659"/>
                  </a:lnTo>
                  <a:lnTo>
                    <a:pt x="9345" y="11122"/>
                  </a:lnTo>
                  <a:lnTo>
                    <a:pt x="9461" y="11354"/>
                  </a:lnTo>
                  <a:lnTo>
                    <a:pt x="9538" y="11585"/>
                  </a:lnTo>
                  <a:lnTo>
                    <a:pt x="9654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4" y="12937"/>
                  </a:lnTo>
                  <a:lnTo>
                    <a:pt x="9577" y="13284"/>
                  </a:lnTo>
                  <a:lnTo>
                    <a:pt x="9461" y="13593"/>
                  </a:lnTo>
                  <a:lnTo>
                    <a:pt x="9191" y="14211"/>
                  </a:lnTo>
                  <a:lnTo>
                    <a:pt x="9152" y="14288"/>
                  </a:lnTo>
                  <a:lnTo>
                    <a:pt x="9152" y="14327"/>
                  </a:lnTo>
                  <a:lnTo>
                    <a:pt x="9229" y="14404"/>
                  </a:lnTo>
                  <a:lnTo>
                    <a:pt x="9306" y="14443"/>
                  </a:lnTo>
                  <a:lnTo>
                    <a:pt x="9422" y="14404"/>
                  </a:lnTo>
                  <a:lnTo>
                    <a:pt x="9577" y="14250"/>
                  </a:lnTo>
                  <a:lnTo>
                    <a:pt x="9731" y="14057"/>
                  </a:lnTo>
                  <a:lnTo>
                    <a:pt x="9847" y="13902"/>
                  </a:lnTo>
                  <a:lnTo>
                    <a:pt x="9924" y="13670"/>
                  </a:lnTo>
                  <a:lnTo>
                    <a:pt x="10079" y="13246"/>
                  </a:lnTo>
                  <a:lnTo>
                    <a:pt x="10117" y="12782"/>
                  </a:lnTo>
                  <a:lnTo>
                    <a:pt x="10117" y="12319"/>
                  </a:lnTo>
                  <a:lnTo>
                    <a:pt x="10040" y="11856"/>
                  </a:lnTo>
                  <a:lnTo>
                    <a:pt x="9924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6" y="10272"/>
                  </a:lnTo>
                  <a:lnTo>
                    <a:pt x="9036" y="9963"/>
                  </a:lnTo>
                  <a:lnTo>
                    <a:pt x="8727" y="9693"/>
                  </a:lnTo>
                  <a:lnTo>
                    <a:pt x="8959" y="9577"/>
                  </a:lnTo>
                  <a:lnTo>
                    <a:pt x="9229" y="9423"/>
                  </a:lnTo>
                  <a:lnTo>
                    <a:pt x="9461" y="9191"/>
                  </a:lnTo>
                  <a:lnTo>
                    <a:pt x="9615" y="8921"/>
                  </a:lnTo>
                  <a:lnTo>
                    <a:pt x="9731" y="8612"/>
                  </a:lnTo>
                  <a:lnTo>
                    <a:pt x="9731" y="8496"/>
                  </a:lnTo>
                  <a:lnTo>
                    <a:pt x="9731" y="8342"/>
                  </a:lnTo>
                  <a:lnTo>
                    <a:pt x="9693" y="8187"/>
                  </a:lnTo>
                  <a:lnTo>
                    <a:pt x="9615" y="8071"/>
                  </a:lnTo>
                  <a:lnTo>
                    <a:pt x="9499" y="7955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6" y="7724"/>
                  </a:lnTo>
                  <a:lnTo>
                    <a:pt x="8689" y="7724"/>
                  </a:lnTo>
                  <a:lnTo>
                    <a:pt x="8534" y="7762"/>
                  </a:lnTo>
                  <a:lnTo>
                    <a:pt x="8380" y="7840"/>
                  </a:lnTo>
                  <a:lnTo>
                    <a:pt x="8225" y="7955"/>
                  </a:lnTo>
                  <a:lnTo>
                    <a:pt x="8109" y="8071"/>
                  </a:lnTo>
                  <a:lnTo>
                    <a:pt x="7955" y="8264"/>
                  </a:lnTo>
                  <a:lnTo>
                    <a:pt x="7878" y="8535"/>
                  </a:lnTo>
                  <a:lnTo>
                    <a:pt x="7839" y="8766"/>
                  </a:lnTo>
                  <a:lnTo>
                    <a:pt x="7839" y="9037"/>
                  </a:lnTo>
                  <a:lnTo>
                    <a:pt x="7221" y="8766"/>
                  </a:lnTo>
                  <a:lnTo>
                    <a:pt x="6642" y="8496"/>
                  </a:lnTo>
                  <a:lnTo>
                    <a:pt x="5368" y="8033"/>
                  </a:lnTo>
                  <a:lnTo>
                    <a:pt x="5638" y="7878"/>
                  </a:lnTo>
                  <a:lnTo>
                    <a:pt x="5870" y="7685"/>
                  </a:lnTo>
                  <a:lnTo>
                    <a:pt x="6063" y="7453"/>
                  </a:lnTo>
                  <a:lnTo>
                    <a:pt x="6217" y="7183"/>
                  </a:lnTo>
                  <a:lnTo>
                    <a:pt x="6333" y="6874"/>
                  </a:lnTo>
                  <a:lnTo>
                    <a:pt x="6333" y="6720"/>
                  </a:lnTo>
                  <a:lnTo>
                    <a:pt x="6333" y="6527"/>
                  </a:lnTo>
                  <a:lnTo>
                    <a:pt x="6333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4" y="5948"/>
                  </a:lnTo>
                  <a:lnTo>
                    <a:pt x="5870" y="5870"/>
                  </a:lnTo>
                  <a:lnTo>
                    <a:pt x="5715" y="5832"/>
                  </a:lnTo>
                  <a:lnTo>
                    <a:pt x="5561" y="5870"/>
                  </a:lnTo>
                  <a:lnTo>
                    <a:pt x="5406" y="5909"/>
                  </a:lnTo>
                  <a:lnTo>
                    <a:pt x="5252" y="5986"/>
                  </a:lnTo>
                  <a:lnTo>
                    <a:pt x="5136" y="6063"/>
                  </a:lnTo>
                  <a:lnTo>
                    <a:pt x="4904" y="6334"/>
                  </a:lnTo>
                  <a:lnTo>
                    <a:pt x="4750" y="6643"/>
                  </a:lnTo>
                  <a:lnTo>
                    <a:pt x="4634" y="7029"/>
                  </a:lnTo>
                  <a:lnTo>
                    <a:pt x="4634" y="7222"/>
                  </a:lnTo>
                  <a:lnTo>
                    <a:pt x="4634" y="7415"/>
                  </a:lnTo>
                  <a:lnTo>
                    <a:pt x="4634" y="7608"/>
                  </a:lnTo>
                  <a:lnTo>
                    <a:pt x="4711" y="7762"/>
                  </a:lnTo>
                  <a:lnTo>
                    <a:pt x="4093" y="7453"/>
                  </a:lnTo>
                  <a:lnTo>
                    <a:pt x="3823" y="7299"/>
                  </a:lnTo>
                  <a:lnTo>
                    <a:pt x="3553" y="7106"/>
                  </a:lnTo>
                  <a:lnTo>
                    <a:pt x="3321" y="6874"/>
                  </a:lnTo>
                  <a:lnTo>
                    <a:pt x="3089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1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2" y="5986"/>
                  </a:lnTo>
                  <a:lnTo>
                    <a:pt x="4248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8" y="5407"/>
                  </a:lnTo>
                  <a:lnTo>
                    <a:pt x="4557" y="5214"/>
                  </a:lnTo>
                  <a:lnTo>
                    <a:pt x="4518" y="5059"/>
                  </a:lnTo>
                  <a:lnTo>
                    <a:pt x="4480" y="4866"/>
                  </a:lnTo>
                  <a:lnTo>
                    <a:pt x="4402" y="4712"/>
                  </a:lnTo>
                  <a:lnTo>
                    <a:pt x="4286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0" y="4364"/>
                  </a:lnTo>
                  <a:lnTo>
                    <a:pt x="3707" y="4364"/>
                  </a:lnTo>
                  <a:lnTo>
                    <a:pt x="3553" y="4403"/>
                  </a:lnTo>
                  <a:lnTo>
                    <a:pt x="3398" y="4442"/>
                  </a:lnTo>
                  <a:lnTo>
                    <a:pt x="3244" y="4519"/>
                  </a:lnTo>
                  <a:lnTo>
                    <a:pt x="3089" y="4635"/>
                  </a:lnTo>
                  <a:lnTo>
                    <a:pt x="2819" y="4905"/>
                  </a:lnTo>
                  <a:lnTo>
                    <a:pt x="2587" y="5214"/>
                  </a:lnTo>
                  <a:lnTo>
                    <a:pt x="2433" y="5561"/>
                  </a:lnTo>
                  <a:lnTo>
                    <a:pt x="2394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5" y="4326"/>
                  </a:lnTo>
                  <a:lnTo>
                    <a:pt x="2047" y="3940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4" y="2318"/>
                  </a:lnTo>
                  <a:lnTo>
                    <a:pt x="2356" y="2511"/>
                  </a:lnTo>
                  <a:lnTo>
                    <a:pt x="2587" y="2627"/>
                  </a:lnTo>
                  <a:lnTo>
                    <a:pt x="2819" y="2742"/>
                  </a:lnTo>
                  <a:lnTo>
                    <a:pt x="3128" y="2781"/>
                  </a:lnTo>
                  <a:lnTo>
                    <a:pt x="3282" y="2742"/>
                  </a:lnTo>
                  <a:lnTo>
                    <a:pt x="3476" y="2704"/>
                  </a:lnTo>
                  <a:lnTo>
                    <a:pt x="3630" y="2627"/>
                  </a:lnTo>
                  <a:lnTo>
                    <a:pt x="3784" y="2549"/>
                  </a:lnTo>
                  <a:lnTo>
                    <a:pt x="3900" y="2434"/>
                  </a:lnTo>
                  <a:lnTo>
                    <a:pt x="4016" y="2279"/>
                  </a:lnTo>
                  <a:lnTo>
                    <a:pt x="4093" y="2125"/>
                  </a:lnTo>
                  <a:lnTo>
                    <a:pt x="4132" y="1970"/>
                  </a:lnTo>
                  <a:lnTo>
                    <a:pt x="4093" y="1777"/>
                  </a:lnTo>
                  <a:lnTo>
                    <a:pt x="4055" y="1623"/>
                  </a:lnTo>
                  <a:lnTo>
                    <a:pt x="4016" y="1507"/>
                  </a:lnTo>
                  <a:lnTo>
                    <a:pt x="3900" y="1352"/>
                  </a:lnTo>
                  <a:lnTo>
                    <a:pt x="3784" y="1237"/>
                  </a:lnTo>
                  <a:lnTo>
                    <a:pt x="3630" y="1159"/>
                  </a:lnTo>
                  <a:lnTo>
                    <a:pt x="3514" y="1121"/>
                  </a:lnTo>
                  <a:lnTo>
                    <a:pt x="3321" y="1082"/>
                  </a:lnTo>
                  <a:lnTo>
                    <a:pt x="3167" y="1043"/>
                  </a:lnTo>
                  <a:lnTo>
                    <a:pt x="3012" y="1082"/>
                  </a:lnTo>
                  <a:lnTo>
                    <a:pt x="2742" y="1159"/>
                  </a:lnTo>
                  <a:lnTo>
                    <a:pt x="2472" y="1314"/>
                  </a:lnTo>
                  <a:lnTo>
                    <a:pt x="2240" y="1545"/>
                  </a:lnTo>
                  <a:lnTo>
                    <a:pt x="2510" y="78"/>
                  </a:lnTo>
                  <a:lnTo>
                    <a:pt x="220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5"/>
            <p:cNvSpPr/>
            <p:nvPr/>
          </p:nvSpPr>
          <p:spPr>
            <a:xfrm>
              <a:off x="5288925" y="2151300"/>
              <a:ext cx="174775" cy="292550"/>
            </a:xfrm>
            <a:custGeom>
              <a:avLst/>
              <a:gdLst/>
              <a:ahLst/>
              <a:cxnLst/>
              <a:rect l="l" t="t" r="r" b="b"/>
              <a:pathLst>
                <a:path w="6991" h="11702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4" y="6256"/>
                  </a:lnTo>
                  <a:lnTo>
                    <a:pt x="4403" y="7801"/>
                  </a:lnTo>
                  <a:lnTo>
                    <a:pt x="5214" y="9346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4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2" y="11508"/>
                  </a:lnTo>
                  <a:lnTo>
                    <a:pt x="6952" y="11392"/>
                  </a:lnTo>
                  <a:lnTo>
                    <a:pt x="6990" y="11354"/>
                  </a:lnTo>
                  <a:lnTo>
                    <a:pt x="6681" y="11122"/>
                  </a:lnTo>
                  <a:lnTo>
                    <a:pt x="6759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6" y="5639"/>
                  </a:lnTo>
                  <a:lnTo>
                    <a:pt x="6411" y="5639"/>
                  </a:lnTo>
                  <a:lnTo>
                    <a:pt x="6411" y="6758"/>
                  </a:lnTo>
                  <a:lnTo>
                    <a:pt x="6334" y="8573"/>
                  </a:lnTo>
                  <a:lnTo>
                    <a:pt x="6295" y="9500"/>
                  </a:lnTo>
                  <a:lnTo>
                    <a:pt x="6257" y="10427"/>
                  </a:lnTo>
                  <a:lnTo>
                    <a:pt x="5986" y="9886"/>
                  </a:lnTo>
                  <a:lnTo>
                    <a:pt x="5253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3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5"/>
            <p:cNvSpPr/>
            <p:nvPr/>
          </p:nvSpPr>
          <p:spPr>
            <a:xfrm>
              <a:off x="5286050" y="1976575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0" y="2317"/>
                  </a:lnTo>
                  <a:lnTo>
                    <a:pt x="6449" y="3901"/>
                  </a:lnTo>
                  <a:lnTo>
                    <a:pt x="6526" y="6990"/>
                  </a:lnTo>
                  <a:lnTo>
                    <a:pt x="3514" y="6758"/>
                  </a:lnTo>
                  <a:lnTo>
                    <a:pt x="2008" y="6642"/>
                  </a:lnTo>
                  <a:lnTo>
                    <a:pt x="502" y="6604"/>
                  </a:lnTo>
                  <a:lnTo>
                    <a:pt x="1352" y="5986"/>
                  </a:lnTo>
                  <a:lnTo>
                    <a:pt x="2201" y="5291"/>
                  </a:lnTo>
                  <a:lnTo>
                    <a:pt x="2973" y="4557"/>
                  </a:lnTo>
                  <a:lnTo>
                    <a:pt x="3707" y="3823"/>
                  </a:lnTo>
                  <a:lnTo>
                    <a:pt x="4441" y="3090"/>
                  </a:lnTo>
                  <a:lnTo>
                    <a:pt x="5136" y="2356"/>
                  </a:lnTo>
                  <a:lnTo>
                    <a:pt x="5792" y="1584"/>
                  </a:lnTo>
                  <a:lnTo>
                    <a:pt x="6449" y="773"/>
                  </a:lnTo>
                  <a:close/>
                  <a:moveTo>
                    <a:pt x="6719" y="1"/>
                  </a:moveTo>
                  <a:lnTo>
                    <a:pt x="6642" y="39"/>
                  </a:lnTo>
                  <a:lnTo>
                    <a:pt x="6565" y="39"/>
                  </a:lnTo>
                  <a:lnTo>
                    <a:pt x="6487" y="116"/>
                  </a:lnTo>
                  <a:lnTo>
                    <a:pt x="4981" y="1854"/>
                  </a:lnTo>
                  <a:lnTo>
                    <a:pt x="4209" y="2704"/>
                  </a:lnTo>
                  <a:lnTo>
                    <a:pt x="3437" y="3514"/>
                  </a:lnTo>
                  <a:lnTo>
                    <a:pt x="2587" y="4287"/>
                  </a:lnTo>
                  <a:lnTo>
                    <a:pt x="1738" y="5059"/>
                  </a:lnTo>
                  <a:lnTo>
                    <a:pt x="888" y="5793"/>
                  </a:lnTo>
                  <a:lnTo>
                    <a:pt x="39" y="6604"/>
                  </a:lnTo>
                  <a:lnTo>
                    <a:pt x="0" y="6642"/>
                  </a:lnTo>
                  <a:lnTo>
                    <a:pt x="0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0" y="6913"/>
                  </a:lnTo>
                  <a:lnTo>
                    <a:pt x="39" y="6990"/>
                  </a:lnTo>
                  <a:lnTo>
                    <a:pt x="116" y="7144"/>
                  </a:lnTo>
                  <a:lnTo>
                    <a:pt x="386" y="6990"/>
                  </a:lnTo>
                  <a:lnTo>
                    <a:pt x="1892" y="7144"/>
                  </a:lnTo>
                  <a:lnTo>
                    <a:pt x="3437" y="7299"/>
                  </a:lnTo>
                  <a:lnTo>
                    <a:pt x="6526" y="7453"/>
                  </a:lnTo>
                  <a:lnTo>
                    <a:pt x="6565" y="9307"/>
                  </a:lnTo>
                  <a:lnTo>
                    <a:pt x="6526" y="12628"/>
                  </a:lnTo>
                  <a:lnTo>
                    <a:pt x="6951" y="12628"/>
                  </a:lnTo>
                  <a:lnTo>
                    <a:pt x="6989" y="9461"/>
                  </a:lnTo>
                  <a:lnTo>
                    <a:pt x="6989" y="7492"/>
                  </a:lnTo>
                  <a:lnTo>
                    <a:pt x="8650" y="7569"/>
                  </a:lnTo>
                  <a:lnTo>
                    <a:pt x="10310" y="7646"/>
                  </a:lnTo>
                  <a:lnTo>
                    <a:pt x="10310" y="7183"/>
                  </a:lnTo>
                  <a:lnTo>
                    <a:pt x="8650" y="7106"/>
                  </a:lnTo>
                  <a:lnTo>
                    <a:pt x="6989" y="7028"/>
                  </a:lnTo>
                  <a:lnTo>
                    <a:pt x="7028" y="5368"/>
                  </a:lnTo>
                  <a:lnTo>
                    <a:pt x="6989" y="3708"/>
                  </a:lnTo>
                  <a:lnTo>
                    <a:pt x="6951" y="2047"/>
                  </a:lnTo>
                  <a:lnTo>
                    <a:pt x="6796" y="387"/>
                  </a:lnTo>
                  <a:lnTo>
                    <a:pt x="6989" y="194"/>
                  </a:lnTo>
                  <a:lnTo>
                    <a:pt x="6835" y="39"/>
                  </a:lnTo>
                  <a:lnTo>
                    <a:pt x="679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5"/>
            <p:cNvSpPr/>
            <p:nvPr/>
          </p:nvSpPr>
          <p:spPr>
            <a:xfrm>
              <a:off x="4598700" y="3452625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4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7" y="7492"/>
                  </a:lnTo>
                  <a:lnTo>
                    <a:pt x="6372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60" y="12087"/>
                  </a:lnTo>
                  <a:lnTo>
                    <a:pt x="1584" y="14983"/>
                  </a:lnTo>
                  <a:lnTo>
                    <a:pt x="773" y="16450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49"/>
                  </a:lnTo>
                  <a:lnTo>
                    <a:pt x="1159" y="16759"/>
                  </a:lnTo>
                  <a:lnTo>
                    <a:pt x="1970" y="15369"/>
                  </a:lnTo>
                  <a:lnTo>
                    <a:pt x="2781" y="13979"/>
                  </a:lnTo>
                  <a:lnTo>
                    <a:pt x="3592" y="12589"/>
                  </a:lnTo>
                  <a:lnTo>
                    <a:pt x="4441" y="11199"/>
                  </a:lnTo>
                  <a:lnTo>
                    <a:pt x="5291" y="9809"/>
                  </a:lnTo>
                  <a:lnTo>
                    <a:pt x="5715" y="9191"/>
                  </a:lnTo>
                  <a:lnTo>
                    <a:pt x="6179" y="8612"/>
                  </a:lnTo>
                  <a:lnTo>
                    <a:pt x="6603" y="8032"/>
                  </a:lnTo>
                  <a:lnTo>
                    <a:pt x="6990" y="7453"/>
                  </a:lnTo>
                  <a:lnTo>
                    <a:pt x="6990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90" y="7067"/>
                  </a:lnTo>
                  <a:lnTo>
                    <a:pt x="6874" y="7028"/>
                  </a:lnTo>
                  <a:lnTo>
                    <a:pt x="6835" y="7028"/>
                  </a:lnTo>
                  <a:lnTo>
                    <a:pt x="6102" y="6102"/>
                  </a:lnTo>
                  <a:lnTo>
                    <a:pt x="5291" y="5175"/>
                  </a:lnTo>
                  <a:lnTo>
                    <a:pt x="3669" y="3437"/>
                  </a:lnTo>
                  <a:lnTo>
                    <a:pt x="1970" y="1700"/>
                  </a:lnTo>
                  <a:lnTo>
                    <a:pt x="1082" y="811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5"/>
            <p:cNvSpPr/>
            <p:nvPr/>
          </p:nvSpPr>
          <p:spPr>
            <a:xfrm>
              <a:off x="4538850" y="3913100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6" y="1159"/>
                  </a:lnTo>
                  <a:lnTo>
                    <a:pt x="1390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5" y="1816"/>
                  </a:lnTo>
                  <a:lnTo>
                    <a:pt x="386" y="1700"/>
                  </a:lnTo>
                  <a:lnTo>
                    <a:pt x="348" y="1584"/>
                  </a:lnTo>
                  <a:lnTo>
                    <a:pt x="386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1" y="1623"/>
                  </a:lnTo>
                  <a:lnTo>
                    <a:pt x="3669" y="1700"/>
                  </a:lnTo>
                  <a:lnTo>
                    <a:pt x="3746" y="1816"/>
                  </a:lnTo>
                  <a:lnTo>
                    <a:pt x="3746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8" y="2356"/>
                  </a:lnTo>
                  <a:lnTo>
                    <a:pt x="3205" y="2433"/>
                  </a:lnTo>
                  <a:lnTo>
                    <a:pt x="3012" y="2395"/>
                  </a:lnTo>
                  <a:lnTo>
                    <a:pt x="2819" y="2356"/>
                  </a:lnTo>
                  <a:lnTo>
                    <a:pt x="2626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0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89" y="1468"/>
                  </a:lnTo>
                  <a:close/>
                  <a:moveTo>
                    <a:pt x="3746" y="4750"/>
                  </a:moveTo>
                  <a:lnTo>
                    <a:pt x="3900" y="4789"/>
                  </a:lnTo>
                  <a:lnTo>
                    <a:pt x="4016" y="4828"/>
                  </a:lnTo>
                  <a:lnTo>
                    <a:pt x="4093" y="4943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2" y="5368"/>
                  </a:lnTo>
                  <a:lnTo>
                    <a:pt x="4093" y="5484"/>
                  </a:lnTo>
                  <a:lnTo>
                    <a:pt x="3978" y="5600"/>
                  </a:lnTo>
                  <a:lnTo>
                    <a:pt x="3784" y="5754"/>
                  </a:lnTo>
                  <a:lnTo>
                    <a:pt x="3514" y="5870"/>
                  </a:lnTo>
                  <a:lnTo>
                    <a:pt x="3128" y="5870"/>
                  </a:lnTo>
                  <a:lnTo>
                    <a:pt x="2742" y="5793"/>
                  </a:lnTo>
                  <a:lnTo>
                    <a:pt x="2935" y="5368"/>
                  </a:lnTo>
                  <a:lnTo>
                    <a:pt x="3051" y="5214"/>
                  </a:lnTo>
                  <a:lnTo>
                    <a:pt x="3205" y="5021"/>
                  </a:lnTo>
                  <a:lnTo>
                    <a:pt x="3476" y="4866"/>
                  </a:lnTo>
                  <a:lnTo>
                    <a:pt x="3630" y="4789"/>
                  </a:lnTo>
                  <a:lnTo>
                    <a:pt x="3746" y="4750"/>
                  </a:lnTo>
                  <a:close/>
                  <a:moveTo>
                    <a:pt x="1120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2" y="6102"/>
                  </a:lnTo>
                  <a:lnTo>
                    <a:pt x="1429" y="6256"/>
                  </a:lnTo>
                  <a:lnTo>
                    <a:pt x="1236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5" y="6334"/>
                  </a:lnTo>
                  <a:lnTo>
                    <a:pt x="502" y="6179"/>
                  </a:lnTo>
                  <a:lnTo>
                    <a:pt x="425" y="6025"/>
                  </a:lnTo>
                  <a:lnTo>
                    <a:pt x="425" y="5909"/>
                  </a:lnTo>
                  <a:lnTo>
                    <a:pt x="464" y="5754"/>
                  </a:lnTo>
                  <a:lnTo>
                    <a:pt x="579" y="5677"/>
                  </a:lnTo>
                  <a:lnTo>
                    <a:pt x="695" y="5600"/>
                  </a:lnTo>
                  <a:lnTo>
                    <a:pt x="850" y="5523"/>
                  </a:lnTo>
                  <a:close/>
                  <a:moveTo>
                    <a:pt x="5715" y="6218"/>
                  </a:moveTo>
                  <a:lnTo>
                    <a:pt x="5870" y="6334"/>
                  </a:lnTo>
                  <a:lnTo>
                    <a:pt x="5947" y="6411"/>
                  </a:lnTo>
                  <a:lnTo>
                    <a:pt x="5986" y="6527"/>
                  </a:lnTo>
                  <a:lnTo>
                    <a:pt x="6024" y="6681"/>
                  </a:lnTo>
                  <a:lnTo>
                    <a:pt x="5986" y="6797"/>
                  </a:lnTo>
                  <a:lnTo>
                    <a:pt x="5908" y="7067"/>
                  </a:lnTo>
                  <a:lnTo>
                    <a:pt x="5792" y="7260"/>
                  </a:lnTo>
                  <a:lnTo>
                    <a:pt x="5677" y="7492"/>
                  </a:lnTo>
                  <a:lnTo>
                    <a:pt x="5484" y="7646"/>
                  </a:lnTo>
                  <a:lnTo>
                    <a:pt x="5290" y="7801"/>
                  </a:lnTo>
                  <a:lnTo>
                    <a:pt x="5059" y="7917"/>
                  </a:lnTo>
                  <a:lnTo>
                    <a:pt x="5097" y="7878"/>
                  </a:lnTo>
                  <a:lnTo>
                    <a:pt x="5020" y="7415"/>
                  </a:lnTo>
                  <a:lnTo>
                    <a:pt x="4982" y="7183"/>
                  </a:lnTo>
                  <a:lnTo>
                    <a:pt x="5020" y="6951"/>
                  </a:lnTo>
                  <a:lnTo>
                    <a:pt x="5136" y="6681"/>
                  </a:lnTo>
                  <a:lnTo>
                    <a:pt x="5213" y="6527"/>
                  </a:lnTo>
                  <a:lnTo>
                    <a:pt x="5329" y="6372"/>
                  </a:lnTo>
                  <a:lnTo>
                    <a:pt x="5445" y="6256"/>
                  </a:lnTo>
                  <a:lnTo>
                    <a:pt x="5599" y="6218"/>
                  </a:lnTo>
                  <a:close/>
                  <a:moveTo>
                    <a:pt x="8959" y="8071"/>
                  </a:moveTo>
                  <a:lnTo>
                    <a:pt x="9152" y="8110"/>
                  </a:lnTo>
                  <a:lnTo>
                    <a:pt x="9268" y="8187"/>
                  </a:lnTo>
                  <a:lnTo>
                    <a:pt x="9345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0"/>
                  </a:lnTo>
                  <a:lnTo>
                    <a:pt x="9268" y="8921"/>
                  </a:lnTo>
                  <a:lnTo>
                    <a:pt x="9036" y="9152"/>
                  </a:lnTo>
                  <a:lnTo>
                    <a:pt x="8804" y="9346"/>
                  </a:lnTo>
                  <a:lnTo>
                    <a:pt x="8689" y="9384"/>
                  </a:lnTo>
                  <a:lnTo>
                    <a:pt x="8611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1" y="9346"/>
                  </a:lnTo>
                  <a:lnTo>
                    <a:pt x="8264" y="9346"/>
                  </a:lnTo>
                  <a:lnTo>
                    <a:pt x="8225" y="8959"/>
                  </a:lnTo>
                  <a:lnTo>
                    <a:pt x="8225" y="8766"/>
                  </a:lnTo>
                  <a:lnTo>
                    <a:pt x="8264" y="8573"/>
                  </a:lnTo>
                  <a:lnTo>
                    <a:pt x="8341" y="8342"/>
                  </a:lnTo>
                  <a:lnTo>
                    <a:pt x="8496" y="8187"/>
                  </a:lnTo>
                  <a:lnTo>
                    <a:pt x="8727" y="8110"/>
                  </a:lnTo>
                  <a:lnTo>
                    <a:pt x="8843" y="8071"/>
                  </a:lnTo>
                  <a:close/>
                  <a:moveTo>
                    <a:pt x="4943" y="8380"/>
                  </a:moveTo>
                  <a:lnTo>
                    <a:pt x="4943" y="8419"/>
                  </a:lnTo>
                  <a:lnTo>
                    <a:pt x="4750" y="8805"/>
                  </a:lnTo>
                  <a:lnTo>
                    <a:pt x="4595" y="8959"/>
                  </a:lnTo>
                  <a:lnTo>
                    <a:pt x="4441" y="9152"/>
                  </a:lnTo>
                  <a:lnTo>
                    <a:pt x="4209" y="9307"/>
                  </a:lnTo>
                  <a:lnTo>
                    <a:pt x="3939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8" y="9346"/>
                  </a:lnTo>
                  <a:lnTo>
                    <a:pt x="3321" y="9191"/>
                  </a:lnTo>
                  <a:lnTo>
                    <a:pt x="3321" y="9075"/>
                  </a:lnTo>
                  <a:lnTo>
                    <a:pt x="3321" y="8959"/>
                  </a:lnTo>
                  <a:lnTo>
                    <a:pt x="3398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4" y="8457"/>
                  </a:lnTo>
                  <a:lnTo>
                    <a:pt x="4055" y="8380"/>
                  </a:lnTo>
                  <a:lnTo>
                    <a:pt x="4325" y="8380"/>
                  </a:lnTo>
                  <a:lnTo>
                    <a:pt x="4904" y="8419"/>
                  </a:lnTo>
                  <a:lnTo>
                    <a:pt x="4943" y="8380"/>
                  </a:lnTo>
                  <a:close/>
                  <a:moveTo>
                    <a:pt x="7994" y="10002"/>
                  </a:moveTo>
                  <a:lnTo>
                    <a:pt x="7955" y="10195"/>
                  </a:lnTo>
                  <a:lnTo>
                    <a:pt x="7916" y="10350"/>
                  </a:lnTo>
                  <a:lnTo>
                    <a:pt x="7839" y="10543"/>
                  </a:lnTo>
                  <a:lnTo>
                    <a:pt x="7723" y="10697"/>
                  </a:lnTo>
                  <a:lnTo>
                    <a:pt x="7607" y="10813"/>
                  </a:lnTo>
                  <a:lnTo>
                    <a:pt x="7492" y="10929"/>
                  </a:lnTo>
                  <a:lnTo>
                    <a:pt x="7337" y="11045"/>
                  </a:lnTo>
                  <a:lnTo>
                    <a:pt x="7144" y="11083"/>
                  </a:lnTo>
                  <a:lnTo>
                    <a:pt x="6951" y="11122"/>
                  </a:lnTo>
                  <a:lnTo>
                    <a:pt x="6796" y="11083"/>
                  </a:lnTo>
                  <a:lnTo>
                    <a:pt x="6719" y="11045"/>
                  </a:lnTo>
                  <a:lnTo>
                    <a:pt x="6681" y="10967"/>
                  </a:lnTo>
                  <a:lnTo>
                    <a:pt x="6642" y="10890"/>
                  </a:lnTo>
                  <a:lnTo>
                    <a:pt x="6603" y="10813"/>
                  </a:lnTo>
                  <a:lnTo>
                    <a:pt x="6642" y="10620"/>
                  </a:lnTo>
                  <a:lnTo>
                    <a:pt x="6719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1" y="10156"/>
                  </a:lnTo>
                  <a:lnTo>
                    <a:pt x="7492" y="10079"/>
                  </a:lnTo>
                  <a:lnTo>
                    <a:pt x="7723" y="10041"/>
                  </a:lnTo>
                  <a:lnTo>
                    <a:pt x="7994" y="10002"/>
                  </a:lnTo>
                  <a:close/>
                  <a:moveTo>
                    <a:pt x="2201" y="1"/>
                  </a:moveTo>
                  <a:lnTo>
                    <a:pt x="2008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0" y="812"/>
                  </a:lnTo>
                  <a:lnTo>
                    <a:pt x="1236" y="773"/>
                  </a:lnTo>
                  <a:lnTo>
                    <a:pt x="1043" y="734"/>
                  </a:lnTo>
                  <a:lnTo>
                    <a:pt x="695" y="734"/>
                  </a:lnTo>
                  <a:lnTo>
                    <a:pt x="541" y="812"/>
                  </a:lnTo>
                  <a:lnTo>
                    <a:pt x="386" y="889"/>
                  </a:lnTo>
                  <a:lnTo>
                    <a:pt x="232" y="1005"/>
                  </a:lnTo>
                  <a:lnTo>
                    <a:pt x="116" y="1159"/>
                  </a:lnTo>
                  <a:lnTo>
                    <a:pt x="39" y="1314"/>
                  </a:lnTo>
                  <a:lnTo>
                    <a:pt x="0" y="1468"/>
                  </a:lnTo>
                  <a:lnTo>
                    <a:pt x="0" y="1623"/>
                  </a:lnTo>
                  <a:lnTo>
                    <a:pt x="0" y="1777"/>
                  </a:lnTo>
                  <a:lnTo>
                    <a:pt x="77" y="1931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5" y="2279"/>
                  </a:lnTo>
                  <a:lnTo>
                    <a:pt x="579" y="2356"/>
                  </a:lnTo>
                  <a:lnTo>
                    <a:pt x="734" y="2395"/>
                  </a:lnTo>
                  <a:lnTo>
                    <a:pt x="1043" y="2433"/>
                  </a:lnTo>
                  <a:lnTo>
                    <a:pt x="1390" y="2395"/>
                  </a:lnTo>
                  <a:lnTo>
                    <a:pt x="1699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8" y="4635"/>
                  </a:lnTo>
                  <a:lnTo>
                    <a:pt x="1777" y="5021"/>
                  </a:lnTo>
                  <a:lnTo>
                    <a:pt x="1892" y="5368"/>
                  </a:lnTo>
                  <a:lnTo>
                    <a:pt x="1583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2" y="5252"/>
                  </a:lnTo>
                  <a:lnTo>
                    <a:pt x="386" y="5330"/>
                  </a:lnTo>
                  <a:lnTo>
                    <a:pt x="271" y="5445"/>
                  </a:lnTo>
                  <a:lnTo>
                    <a:pt x="155" y="5561"/>
                  </a:lnTo>
                  <a:lnTo>
                    <a:pt x="77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7" y="6218"/>
                  </a:lnTo>
                  <a:lnTo>
                    <a:pt x="155" y="6334"/>
                  </a:lnTo>
                  <a:lnTo>
                    <a:pt x="232" y="6449"/>
                  </a:lnTo>
                  <a:lnTo>
                    <a:pt x="348" y="6565"/>
                  </a:lnTo>
                  <a:lnTo>
                    <a:pt x="502" y="6643"/>
                  </a:lnTo>
                  <a:lnTo>
                    <a:pt x="657" y="6720"/>
                  </a:lnTo>
                  <a:lnTo>
                    <a:pt x="811" y="6758"/>
                  </a:lnTo>
                  <a:lnTo>
                    <a:pt x="1120" y="6758"/>
                  </a:lnTo>
                  <a:lnTo>
                    <a:pt x="1429" y="6681"/>
                  </a:lnTo>
                  <a:lnTo>
                    <a:pt x="1699" y="6527"/>
                  </a:lnTo>
                  <a:lnTo>
                    <a:pt x="1931" y="6295"/>
                  </a:lnTo>
                  <a:lnTo>
                    <a:pt x="2124" y="6063"/>
                  </a:lnTo>
                  <a:lnTo>
                    <a:pt x="2394" y="6527"/>
                  </a:lnTo>
                  <a:lnTo>
                    <a:pt x="2742" y="6990"/>
                  </a:lnTo>
                  <a:lnTo>
                    <a:pt x="3128" y="7376"/>
                  </a:lnTo>
                  <a:lnTo>
                    <a:pt x="3591" y="7762"/>
                  </a:lnTo>
                  <a:lnTo>
                    <a:pt x="4016" y="7994"/>
                  </a:lnTo>
                  <a:lnTo>
                    <a:pt x="3823" y="8033"/>
                  </a:lnTo>
                  <a:lnTo>
                    <a:pt x="3630" y="8110"/>
                  </a:lnTo>
                  <a:lnTo>
                    <a:pt x="3437" y="8187"/>
                  </a:lnTo>
                  <a:lnTo>
                    <a:pt x="3282" y="8342"/>
                  </a:lnTo>
                  <a:lnTo>
                    <a:pt x="3167" y="8457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5" y="8882"/>
                  </a:lnTo>
                  <a:lnTo>
                    <a:pt x="2896" y="9075"/>
                  </a:lnTo>
                  <a:lnTo>
                    <a:pt x="2935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1" y="9770"/>
                  </a:lnTo>
                  <a:lnTo>
                    <a:pt x="3514" y="9848"/>
                  </a:lnTo>
                  <a:lnTo>
                    <a:pt x="3707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8" y="9770"/>
                  </a:lnTo>
                  <a:lnTo>
                    <a:pt x="4402" y="9693"/>
                  </a:lnTo>
                  <a:lnTo>
                    <a:pt x="4673" y="9461"/>
                  </a:lnTo>
                  <a:lnTo>
                    <a:pt x="4904" y="9152"/>
                  </a:lnTo>
                  <a:lnTo>
                    <a:pt x="5097" y="8844"/>
                  </a:lnTo>
                  <a:lnTo>
                    <a:pt x="5213" y="8496"/>
                  </a:lnTo>
                  <a:lnTo>
                    <a:pt x="6526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5" y="9654"/>
                  </a:lnTo>
                  <a:lnTo>
                    <a:pt x="7762" y="9654"/>
                  </a:lnTo>
                  <a:lnTo>
                    <a:pt x="7569" y="9693"/>
                  </a:lnTo>
                  <a:lnTo>
                    <a:pt x="7144" y="9809"/>
                  </a:lnTo>
                  <a:lnTo>
                    <a:pt x="6796" y="9963"/>
                  </a:lnTo>
                  <a:lnTo>
                    <a:pt x="6642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4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4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5" y="11508"/>
                  </a:lnTo>
                  <a:lnTo>
                    <a:pt x="7028" y="11508"/>
                  </a:lnTo>
                  <a:lnTo>
                    <a:pt x="7221" y="11469"/>
                  </a:lnTo>
                  <a:lnTo>
                    <a:pt x="7414" y="11392"/>
                  </a:lnTo>
                  <a:lnTo>
                    <a:pt x="7569" y="11315"/>
                  </a:lnTo>
                  <a:lnTo>
                    <a:pt x="7723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09" y="10697"/>
                  </a:lnTo>
                  <a:lnTo>
                    <a:pt x="8225" y="10465"/>
                  </a:lnTo>
                  <a:lnTo>
                    <a:pt x="8264" y="10234"/>
                  </a:lnTo>
                  <a:lnTo>
                    <a:pt x="8302" y="9963"/>
                  </a:lnTo>
                  <a:lnTo>
                    <a:pt x="8341" y="9925"/>
                  </a:lnTo>
                  <a:lnTo>
                    <a:pt x="8727" y="10272"/>
                  </a:lnTo>
                  <a:lnTo>
                    <a:pt x="9075" y="10658"/>
                  </a:lnTo>
                  <a:lnTo>
                    <a:pt x="9345" y="11122"/>
                  </a:lnTo>
                  <a:lnTo>
                    <a:pt x="9461" y="11354"/>
                  </a:lnTo>
                  <a:lnTo>
                    <a:pt x="9538" y="11585"/>
                  </a:lnTo>
                  <a:lnTo>
                    <a:pt x="9654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4" y="12937"/>
                  </a:lnTo>
                  <a:lnTo>
                    <a:pt x="9577" y="13284"/>
                  </a:lnTo>
                  <a:lnTo>
                    <a:pt x="9461" y="13593"/>
                  </a:lnTo>
                  <a:lnTo>
                    <a:pt x="9191" y="14211"/>
                  </a:lnTo>
                  <a:lnTo>
                    <a:pt x="9152" y="14288"/>
                  </a:lnTo>
                  <a:lnTo>
                    <a:pt x="9152" y="14327"/>
                  </a:lnTo>
                  <a:lnTo>
                    <a:pt x="9229" y="14404"/>
                  </a:lnTo>
                  <a:lnTo>
                    <a:pt x="9306" y="14443"/>
                  </a:lnTo>
                  <a:lnTo>
                    <a:pt x="9422" y="14404"/>
                  </a:lnTo>
                  <a:lnTo>
                    <a:pt x="9577" y="14250"/>
                  </a:lnTo>
                  <a:lnTo>
                    <a:pt x="9731" y="14057"/>
                  </a:lnTo>
                  <a:lnTo>
                    <a:pt x="9847" y="13902"/>
                  </a:lnTo>
                  <a:lnTo>
                    <a:pt x="9924" y="13670"/>
                  </a:lnTo>
                  <a:lnTo>
                    <a:pt x="10079" y="13246"/>
                  </a:lnTo>
                  <a:lnTo>
                    <a:pt x="10117" y="12782"/>
                  </a:lnTo>
                  <a:lnTo>
                    <a:pt x="10117" y="12319"/>
                  </a:lnTo>
                  <a:lnTo>
                    <a:pt x="10040" y="11855"/>
                  </a:lnTo>
                  <a:lnTo>
                    <a:pt x="9924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6" y="10272"/>
                  </a:lnTo>
                  <a:lnTo>
                    <a:pt x="9036" y="9963"/>
                  </a:lnTo>
                  <a:lnTo>
                    <a:pt x="8727" y="9693"/>
                  </a:lnTo>
                  <a:lnTo>
                    <a:pt x="8959" y="9577"/>
                  </a:lnTo>
                  <a:lnTo>
                    <a:pt x="9229" y="9423"/>
                  </a:lnTo>
                  <a:lnTo>
                    <a:pt x="9461" y="9191"/>
                  </a:lnTo>
                  <a:lnTo>
                    <a:pt x="9615" y="8921"/>
                  </a:lnTo>
                  <a:lnTo>
                    <a:pt x="9731" y="8612"/>
                  </a:lnTo>
                  <a:lnTo>
                    <a:pt x="9731" y="8496"/>
                  </a:lnTo>
                  <a:lnTo>
                    <a:pt x="9731" y="8342"/>
                  </a:lnTo>
                  <a:lnTo>
                    <a:pt x="9693" y="8187"/>
                  </a:lnTo>
                  <a:lnTo>
                    <a:pt x="9615" y="8071"/>
                  </a:lnTo>
                  <a:lnTo>
                    <a:pt x="9499" y="7955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6" y="7724"/>
                  </a:lnTo>
                  <a:lnTo>
                    <a:pt x="8689" y="7724"/>
                  </a:lnTo>
                  <a:lnTo>
                    <a:pt x="8534" y="7762"/>
                  </a:lnTo>
                  <a:lnTo>
                    <a:pt x="8380" y="7840"/>
                  </a:lnTo>
                  <a:lnTo>
                    <a:pt x="8225" y="7955"/>
                  </a:lnTo>
                  <a:lnTo>
                    <a:pt x="8109" y="8071"/>
                  </a:lnTo>
                  <a:lnTo>
                    <a:pt x="7955" y="8264"/>
                  </a:lnTo>
                  <a:lnTo>
                    <a:pt x="7878" y="8535"/>
                  </a:lnTo>
                  <a:lnTo>
                    <a:pt x="7839" y="8766"/>
                  </a:lnTo>
                  <a:lnTo>
                    <a:pt x="7839" y="9037"/>
                  </a:lnTo>
                  <a:lnTo>
                    <a:pt x="7221" y="8766"/>
                  </a:lnTo>
                  <a:lnTo>
                    <a:pt x="6642" y="8496"/>
                  </a:lnTo>
                  <a:lnTo>
                    <a:pt x="5368" y="8033"/>
                  </a:lnTo>
                  <a:lnTo>
                    <a:pt x="5638" y="7878"/>
                  </a:lnTo>
                  <a:lnTo>
                    <a:pt x="5870" y="7685"/>
                  </a:lnTo>
                  <a:lnTo>
                    <a:pt x="6063" y="7453"/>
                  </a:lnTo>
                  <a:lnTo>
                    <a:pt x="6217" y="7183"/>
                  </a:lnTo>
                  <a:lnTo>
                    <a:pt x="6333" y="6874"/>
                  </a:lnTo>
                  <a:lnTo>
                    <a:pt x="6333" y="6720"/>
                  </a:lnTo>
                  <a:lnTo>
                    <a:pt x="6333" y="6527"/>
                  </a:lnTo>
                  <a:lnTo>
                    <a:pt x="6333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4" y="5947"/>
                  </a:lnTo>
                  <a:lnTo>
                    <a:pt x="5870" y="5870"/>
                  </a:lnTo>
                  <a:lnTo>
                    <a:pt x="5715" y="5832"/>
                  </a:lnTo>
                  <a:lnTo>
                    <a:pt x="5561" y="5870"/>
                  </a:lnTo>
                  <a:lnTo>
                    <a:pt x="5406" y="5909"/>
                  </a:lnTo>
                  <a:lnTo>
                    <a:pt x="5252" y="5986"/>
                  </a:lnTo>
                  <a:lnTo>
                    <a:pt x="5136" y="6063"/>
                  </a:lnTo>
                  <a:lnTo>
                    <a:pt x="4904" y="6334"/>
                  </a:lnTo>
                  <a:lnTo>
                    <a:pt x="4750" y="6643"/>
                  </a:lnTo>
                  <a:lnTo>
                    <a:pt x="4634" y="7029"/>
                  </a:lnTo>
                  <a:lnTo>
                    <a:pt x="4634" y="7222"/>
                  </a:lnTo>
                  <a:lnTo>
                    <a:pt x="4634" y="7415"/>
                  </a:lnTo>
                  <a:lnTo>
                    <a:pt x="4634" y="7608"/>
                  </a:lnTo>
                  <a:lnTo>
                    <a:pt x="4711" y="7762"/>
                  </a:lnTo>
                  <a:lnTo>
                    <a:pt x="4093" y="7453"/>
                  </a:lnTo>
                  <a:lnTo>
                    <a:pt x="3823" y="7299"/>
                  </a:lnTo>
                  <a:lnTo>
                    <a:pt x="3553" y="7106"/>
                  </a:lnTo>
                  <a:lnTo>
                    <a:pt x="3321" y="6874"/>
                  </a:lnTo>
                  <a:lnTo>
                    <a:pt x="3089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1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2" y="5986"/>
                  </a:lnTo>
                  <a:lnTo>
                    <a:pt x="4248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8" y="5407"/>
                  </a:lnTo>
                  <a:lnTo>
                    <a:pt x="4557" y="5214"/>
                  </a:lnTo>
                  <a:lnTo>
                    <a:pt x="4518" y="5059"/>
                  </a:lnTo>
                  <a:lnTo>
                    <a:pt x="4480" y="4866"/>
                  </a:lnTo>
                  <a:lnTo>
                    <a:pt x="4402" y="4712"/>
                  </a:lnTo>
                  <a:lnTo>
                    <a:pt x="4286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0" y="4364"/>
                  </a:lnTo>
                  <a:lnTo>
                    <a:pt x="3707" y="4364"/>
                  </a:lnTo>
                  <a:lnTo>
                    <a:pt x="3553" y="4403"/>
                  </a:lnTo>
                  <a:lnTo>
                    <a:pt x="3398" y="4441"/>
                  </a:lnTo>
                  <a:lnTo>
                    <a:pt x="3244" y="4519"/>
                  </a:lnTo>
                  <a:lnTo>
                    <a:pt x="3089" y="4635"/>
                  </a:lnTo>
                  <a:lnTo>
                    <a:pt x="2819" y="4905"/>
                  </a:lnTo>
                  <a:lnTo>
                    <a:pt x="2587" y="5214"/>
                  </a:lnTo>
                  <a:lnTo>
                    <a:pt x="2433" y="5561"/>
                  </a:lnTo>
                  <a:lnTo>
                    <a:pt x="2394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5" y="4326"/>
                  </a:lnTo>
                  <a:lnTo>
                    <a:pt x="2047" y="3939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4" y="2318"/>
                  </a:lnTo>
                  <a:lnTo>
                    <a:pt x="2356" y="2511"/>
                  </a:lnTo>
                  <a:lnTo>
                    <a:pt x="2587" y="2627"/>
                  </a:lnTo>
                  <a:lnTo>
                    <a:pt x="2819" y="2742"/>
                  </a:lnTo>
                  <a:lnTo>
                    <a:pt x="3128" y="2781"/>
                  </a:lnTo>
                  <a:lnTo>
                    <a:pt x="3282" y="2742"/>
                  </a:lnTo>
                  <a:lnTo>
                    <a:pt x="3476" y="2704"/>
                  </a:lnTo>
                  <a:lnTo>
                    <a:pt x="3630" y="2627"/>
                  </a:lnTo>
                  <a:lnTo>
                    <a:pt x="3784" y="2549"/>
                  </a:lnTo>
                  <a:lnTo>
                    <a:pt x="3900" y="2433"/>
                  </a:lnTo>
                  <a:lnTo>
                    <a:pt x="4016" y="2279"/>
                  </a:lnTo>
                  <a:lnTo>
                    <a:pt x="4093" y="2125"/>
                  </a:lnTo>
                  <a:lnTo>
                    <a:pt x="4132" y="1970"/>
                  </a:lnTo>
                  <a:lnTo>
                    <a:pt x="4093" y="1777"/>
                  </a:lnTo>
                  <a:lnTo>
                    <a:pt x="4055" y="1623"/>
                  </a:lnTo>
                  <a:lnTo>
                    <a:pt x="4016" y="1507"/>
                  </a:lnTo>
                  <a:lnTo>
                    <a:pt x="3900" y="1352"/>
                  </a:lnTo>
                  <a:lnTo>
                    <a:pt x="3784" y="1236"/>
                  </a:lnTo>
                  <a:lnTo>
                    <a:pt x="3630" y="1159"/>
                  </a:lnTo>
                  <a:lnTo>
                    <a:pt x="3514" y="1121"/>
                  </a:lnTo>
                  <a:lnTo>
                    <a:pt x="3321" y="1082"/>
                  </a:lnTo>
                  <a:lnTo>
                    <a:pt x="3167" y="1043"/>
                  </a:lnTo>
                  <a:lnTo>
                    <a:pt x="3012" y="1082"/>
                  </a:lnTo>
                  <a:lnTo>
                    <a:pt x="2742" y="1159"/>
                  </a:lnTo>
                  <a:lnTo>
                    <a:pt x="2472" y="1314"/>
                  </a:lnTo>
                  <a:lnTo>
                    <a:pt x="2240" y="1545"/>
                  </a:lnTo>
                  <a:lnTo>
                    <a:pt x="2510" y="78"/>
                  </a:lnTo>
                  <a:lnTo>
                    <a:pt x="220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5"/>
            <p:cNvSpPr/>
            <p:nvPr/>
          </p:nvSpPr>
          <p:spPr>
            <a:xfrm>
              <a:off x="4431675" y="3622525"/>
              <a:ext cx="174775" cy="292525"/>
            </a:xfrm>
            <a:custGeom>
              <a:avLst/>
              <a:gdLst/>
              <a:ahLst/>
              <a:cxnLst/>
              <a:rect l="l" t="t" r="r" b="b"/>
              <a:pathLst>
                <a:path w="6991" h="11701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4" y="6256"/>
                  </a:lnTo>
                  <a:lnTo>
                    <a:pt x="4403" y="7801"/>
                  </a:lnTo>
                  <a:lnTo>
                    <a:pt x="5214" y="9345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4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2" y="11508"/>
                  </a:lnTo>
                  <a:lnTo>
                    <a:pt x="6952" y="11392"/>
                  </a:lnTo>
                  <a:lnTo>
                    <a:pt x="6990" y="11353"/>
                  </a:lnTo>
                  <a:lnTo>
                    <a:pt x="6681" y="11122"/>
                  </a:lnTo>
                  <a:lnTo>
                    <a:pt x="6759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6" y="5638"/>
                  </a:lnTo>
                  <a:lnTo>
                    <a:pt x="6411" y="5638"/>
                  </a:lnTo>
                  <a:lnTo>
                    <a:pt x="6411" y="6758"/>
                  </a:lnTo>
                  <a:lnTo>
                    <a:pt x="6334" y="8573"/>
                  </a:lnTo>
                  <a:lnTo>
                    <a:pt x="6295" y="9500"/>
                  </a:lnTo>
                  <a:lnTo>
                    <a:pt x="6257" y="10427"/>
                  </a:lnTo>
                  <a:lnTo>
                    <a:pt x="5986" y="9886"/>
                  </a:lnTo>
                  <a:lnTo>
                    <a:pt x="5253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2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5"/>
            <p:cNvSpPr/>
            <p:nvPr/>
          </p:nvSpPr>
          <p:spPr>
            <a:xfrm>
              <a:off x="4428800" y="3447800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0" y="2317"/>
                  </a:lnTo>
                  <a:lnTo>
                    <a:pt x="6449" y="3901"/>
                  </a:lnTo>
                  <a:lnTo>
                    <a:pt x="6526" y="6990"/>
                  </a:lnTo>
                  <a:lnTo>
                    <a:pt x="3514" y="6758"/>
                  </a:lnTo>
                  <a:lnTo>
                    <a:pt x="2008" y="6642"/>
                  </a:lnTo>
                  <a:lnTo>
                    <a:pt x="502" y="6604"/>
                  </a:lnTo>
                  <a:lnTo>
                    <a:pt x="1352" y="5986"/>
                  </a:lnTo>
                  <a:lnTo>
                    <a:pt x="2201" y="5291"/>
                  </a:lnTo>
                  <a:lnTo>
                    <a:pt x="2973" y="4557"/>
                  </a:lnTo>
                  <a:lnTo>
                    <a:pt x="3707" y="3823"/>
                  </a:lnTo>
                  <a:lnTo>
                    <a:pt x="4441" y="3090"/>
                  </a:lnTo>
                  <a:lnTo>
                    <a:pt x="5136" y="2356"/>
                  </a:lnTo>
                  <a:lnTo>
                    <a:pt x="5792" y="1584"/>
                  </a:lnTo>
                  <a:lnTo>
                    <a:pt x="6449" y="773"/>
                  </a:lnTo>
                  <a:close/>
                  <a:moveTo>
                    <a:pt x="6719" y="0"/>
                  </a:moveTo>
                  <a:lnTo>
                    <a:pt x="6642" y="39"/>
                  </a:lnTo>
                  <a:lnTo>
                    <a:pt x="6565" y="39"/>
                  </a:lnTo>
                  <a:lnTo>
                    <a:pt x="6487" y="116"/>
                  </a:lnTo>
                  <a:lnTo>
                    <a:pt x="4981" y="1854"/>
                  </a:lnTo>
                  <a:lnTo>
                    <a:pt x="4209" y="2703"/>
                  </a:lnTo>
                  <a:lnTo>
                    <a:pt x="3437" y="3514"/>
                  </a:lnTo>
                  <a:lnTo>
                    <a:pt x="2587" y="4287"/>
                  </a:lnTo>
                  <a:lnTo>
                    <a:pt x="1738" y="5059"/>
                  </a:lnTo>
                  <a:lnTo>
                    <a:pt x="888" y="5793"/>
                  </a:lnTo>
                  <a:lnTo>
                    <a:pt x="39" y="6604"/>
                  </a:lnTo>
                  <a:lnTo>
                    <a:pt x="0" y="6642"/>
                  </a:lnTo>
                  <a:lnTo>
                    <a:pt x="0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0" y="6912"/>
                  </a:lnTo>
                  <a:lnTo>
                    <a:pt x="39" y="6990"/>
                  </a:lnTo>
                  <a:lnTo>
                    <a:pt x="116" y="7144"/>
                  </a:lnTo>
                  <a:lnTo>
                    <a:pt x="386" y="6990"/>
                  </a:lnTo>
                  <a:lnTo>
                    <a:pt x="1892" y="7144"/>
                  </a:lnTo>
                  <a:lnTo>
                    <a:pt x="3437" y="7299"/>
                  </a:lnTo>
                  <a:lnTo>
                    <a:pt x="6526" y="7453"/>
                  </a:lnTo>
                  <a:lnTo>
                    <a:pt x="6565" y="9307"/>
                  </a:lnTo>
                  <a:lnTo>
                    <a:pt x="6526" y="12627"/>
                  </a:lnTo>
                  <a:lnTo>
                    <a:pt x="6951" y="12627"/>
                  </a:lnTo>
                  <a:lnTo>
                    <a:pt x="6989" y="9461"/>
                  </a:lnTo>
                  <a:lnTo>
                    <a:pt x="6989" y="7492"/>
                  </a:lnTo>
                  <a:lnTo>
                    <a:pt x="8650" y="7569"/>
                  </a:lnTo>
                  <a:lnTo>
                    <a:pt x="10310" y="7646"/>
                  </a:lnTo>
                  <a:lnTo>
                    <a:pt x="10310" y="7183"/>
                  </a:lnTo>
                  <a:lnTo>
                    <a:pt x="8650" y="7106"/>
                  </a:lnTo>
                  <a:lnTo>
                    <a:pt x="6989" y="7028"/>
                  </a:lnTo>
                  <a:lnTo>
                    <a:pt x="7028" y="5368"/>
                  </a:lnTo>
                  <a:lnTo>
                    <a:pt x="6989" y="3707"/>
                  </a:lnTo>
                  <a:lnTo>
                    <a:pt x="6951" y="2047"/>
                  </a:lnTo>
                  <a:lnTo>
                    <a:pt x="6796" y="387"/>
                  </a:lnTo>
                  <a:lnTo>
                    <a:pt x="6989" y="194"/>
                  </a:lnTo>
                  <a:lnTo>
                    <a:pt x="6835" y="39"/>
                  </a:lnTo>
                  <a:lnTo>
                    <a:pt x="679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5"/>
            <p:cNvSpPr/>
            <p:nvPr/>
          </p:nvSpPr>
          <p:spPr>
            <a:xfrm>
              <a:off x="2602300" y="2637850"/>
              <a:ext cx="63750" cy="173800"/>
            </a:xfrm>
            <a:custGeom>
              <a:avLst/>
              <a:gdLst/>
              <a:ahLst/>
              <a:cxnLst/>
              <a:rect l="l" t="t" r="r" b="b"/>
              <a:pathLst>
                <a:path w="2550" h="6952" extrusionOk="0">
                  <a:moveTo>
                    <a:pt x="271" y="1"/>
                  </a:moveTo>
                  <a:lnTo>
                    <a:pt x="1" y="78"/>
                  </a:lnTo>
                  <a:lnTo>
                    <a:pt x="232" y="927"/>
                  </a:lnTo>
                  <a:lnTo>
                    <a:pt x="503" y="1816"/>
                  </a:lnTo>
                  <a:lnTo>
                    <a:pt x="1082" y="3515"/>
                  </a:lnTo>
                  <a:lnTo>
                    <a:pt x="2318" y="6951"/>
                  </a:lnTo>
                  <a:lnTo>
                    <a:pt x="2549" y="6874"/>
                  </a:lnTo>
                  <a:lnTo>
                    <a:pt x="2047" y="5136"/>
                  </a:lnTo>
                  <a:lnTo>
                    <a:pt x="1507" y="3399"/>
                  </a:lnTo>
                  <a:lnTo>
                    <a:pt x="928" y="1661"/>
                  </a:lnTo>
                  <a:lnTo>
                    <a:pt x="619" y="81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5"/>
            <p:cNvSpPr/>
            <p:nvPr/>
          </p:nvSpPr>
          <p:spPr>
            <a:xfrm>
              <a:off x="2495150" y="2725700"/>
              <a:ext cx="165100" cy="91725"/>
            </a:xfrm>
            <a:custGeom>
              <a:avLst/>
              <a:gdLst/>
              <a:ahLst/>
              <a:cxnLst/>
              <a:rect l="l" t="t" r="r" b="b"/>
              <a:pathLst>
                <a:path w="6604" h="3669" extrusionOk="0">
                  <a:moveTo>
                    <a:pt x="116" y="1"/>
                  </a:moveTo>
                  <a:lnTo>
                    <a:pt x="1" y="194"/>
                  </a:lnTo>
                  <a:lnTo>
                    <a:pt x="1622" y="1043"/>
                  </a:lnTo>
                  <a:lnTo>
                    <a:pt x="3244" y="1893"/>
                  </a:lnTo>
                  <a:lnTo>
                    <a:pt x="4017" y="2356"/>
                  </a:lnTo>
                  <a:lnTo>
                    <a:pt x="4827" y="2819"/>
                  </a:lnTo>
                  <a:lnTo>
                    <a:pt x="5638" y="3283"/>
                  </a:lnTo>
                  <a:lnTo>
                    <a:pt x="6024" y="3476"/>
                  </a:lnTo>
                  <a:lnTo>
                    <a:pt x="6449" y="3669"/>
                  </a:lnTo>
                  <a:lnTo>
                    <a:pt x="6604" y="3592"/>
                  </a:lnTo>
                  <a:lnTo>
                    <a:pt x="6604" y="3515"/>
                  </a:lnTo>
                  <a:lnTo>
                    <a:pt x="6565" y="3437"/>
                  </a:lnTo>
                  <a:lnTo>
                    <a:pt x="6218" y="3167"/>
                  </a:lnTo>
                  <a:lnTo>
                    <a:pt x="5870" y="2935"/>
                  </a:lnTo>
                  <a:lnTo>
                    <a:pt x="5098" y="2472"/>
                  </a:lnTo>
                  <a:lnTo>
                    <a:pt x="3515" y="1622"/>
                  </a:lnTo>
                  <a:lnTo>
                    <a:pt x="1815" y="773"/>
                  </a:lnTo>
                  <a:lnTo>
                    <a:pt x="966" y="387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5"/>
            <p:cNvSpPr/>
            <p:nvPr/>
          </p:nvSpPr>
          <p:spPr>
            <a:xfrm>
              <a:off x="2413100" y="2319275"/>
              <a:ext cx="84975" cy="222075"/>
            </a:xfrm>
            <a:custGeom>
              <a:avLst/>
              <a:gdLst/>
              <a:ahLst/>
              <a:cxnLst/>
              <a:rect l="l" t="t" r="r" b="b"/>
              <a:pathLst>
                <a:path w="3399" h="8883" extrusionOk="0">
                  <a:moveTo>
                    <a:pt x="1043" y="7376"/>
                  </a:moveTo>
                  <a:lnTo>
                    <a:pt x="1197" y="7453"/>
                  </a:lnTo>
                  <a:lnTo>
                    <a:pt x="1352" y="7608"/>
                  </a:lnTo>
                  <a:lnTo>
                    <a:pt x="1429" y="7685"/>
                  </a:lnTo>
                  <a:lnTo>
                    <a:pt x="1468" y="7801"/>
                  </a:lnTo>
                  <a:lnTo>
                    <a:pt x="1468" y="8033"/>
                  </a:lnTo>
                  <a:lnTo>
                    <a:pt x="1390" y="8226"/>
                  </a:lnTo>
                  <a:lnTo>
                    <a:pt x="1313" y="8342"/>
                  </a:lnTo>
                  <a:lnTo>
                    <a:pt x="1236" y="8419"/>
                  </a:lnTo>
                  <a:lnTo>
                    <a:pt x="1159" y="8457"/>
                  </a:lnTo>
                  <a:lnTo>
                    <a:pt x="1043" y="8496"/>
                  </a:lnTo>
                  <a:lnTo>
                    <a:pt x="811" y="8496"/>
                  </a:lnTo>
                  <a:lnTo>
                    <a:pt x="618" y="8419"/>
                  </a:lnTo>
                  <a:lnTo>
                    <a:pt x="541" y="8342"/>
                  </a:lnTo>
                  <a:lnTo>
                    <a:pt x="464" y="8264"/>
                  </a:lnTo>
                  <a:lnTo>
                    <a:pt x="386" y="8148"/>
                  </a:lnTo>
                  <a:lnTo>
                    <a:pt x="386" y="8033"/>
                  </a:lnTo>
                  <a:lnTo>
                    <a:pt x="386" y="7917"/>
                  </a:lnTo>
                  <a:lnTo>
                    <a:pt x="386" y="7801"/>
                  </a:lnTo>
                  <a:lnTo>
                    <a:pt x="502" y="7569"/>
                  </a:lnTo>
                  <a:lnTo>
                    <a:pt x="695" y="7415"/>
                  </a:lnTo>
                  <a:lnTo>
                    <a:pt x="850" y="7376"/>
                  </a:lnTo>
                  <a:close/>
                  <a:moveTo>
                    <a:pt x="3128" y="1"/>
                  </a:moveTo>
                  <a:lnTo>
                    <a:pt x="3089" y="39"/>
                  </a:lnTo>
                  <a:lnTo>
                    <a:pt x="3051" y="78"/>
                  </a:lnTo>
                  <a:lnTo>
                    <a:pt x="2819" y="503"/>
                  </a:lnTo>
                  <a:lnTo>
                    <a:pt x="2665" y="889"/>
                  </a:lnTo>
                  <a:lnTo>
                    <a:pt x="2356" y="1777"/>
                  </a:lnTo>
                  <a:lnTo>
                    <a:pt x="2085" y="2665"/>
                  </a:lnTo>
                  <a:lnTo>
                    <a:pt x="1854" y="3515"/>
                  </a:lnTo>
                  <a:lnTo>
                    <a:pt x="1313" y="5252"/>
                  </a:lnTo>
                  <a:lnTo>
                    <a:pt x="1043" y="6102"/>
                  </a:lnTo>
                  <a:lnTo>
                    <a:pt x="811" y="6990"/>
                  </a:lnTo>
                  <a:lnTo>
                    <a:pt x="657" y="6990"/>
                  </a:lnTo>
                  <a:lnTo>
                    <a:pt x="541" y="7029"/>
                  </a:lnTo>
                  <a:lnTo>
                    <a:pt x="386" y="7106"/>
                  </a:lnTo>
                  <a:lnTo>
                    <a:pt x="309" y="7222"/>
                  </a:lnTo>
                  <a:lnTo>
                    <a:pt x="271" y="7299"/>
                  </a:lnTo>
                  <a:lnTo>
                    <a:pt x="271" y="7376"/>
                  </a:lnTo>
                  <a:lnTo>
                    <a:pt x="116" y="7608"/>
                  </a:lnTo>
                  <a:lnTo>
                    <a:pt x="0" y="7840"/>
                  </a:lnTo>
                  <a:lnTo>
                    <a:pt x="0" y="8110"/>
                  </a:lnTo>
                  <a:lnTo>
                    <a:pt x="39" y="8264"/>
                  </a:lnTo>
                  <a:lnTo>
                    <a:pt x="78" y="8419"/>
                  </a:lnTo>
                  <a:lnTo>
                    <a:pt x="193" y="8573"/>
                  </a:lnTo>
                  <a:lnTo>
                    <a:pt x="348" y="8689"/>
                  </a:lnTo>
                  <a:lnTo>
                    <a:pt x="502" y="8805"/>
                  </a:lnTo>
                  <a:lnTo>
                    <a:pt x="657" y="8882"/>
                  </a:lnTo>
                  <a:lnTo>
                    <a:pt x="1043" y="8882"/>
                  </a:lnTo>
                  <a:lnTo>
                    <a:pt x="1236" y="8844"/>
                  </a:lnTo>
                  <a:lnTo>
                    <a:pt x="1429" y="8766"/>
                  </a:lnTo>
                  <a:lnTo>
                    <a:pt x="1584" y="8650"/>
                  </a:lnTo>
                  <a:lnTo>
                    <a:pt x="1699" y="8496"/>
                  </a:lnTo>
                  <a:lnTo>
                    <a:pt x="1777" y="8342"/>
                  </a:lnTo>
                  <a:lnTo>
                    <a:pt x="1854" y="8148"/>
                  </a:lnTo>
                  <a:lnTo>
                    <a:pt x="1854" y="7955"/>
                  </a:lnTo>
                  <a:lnTo>
                    <a:pt x="1854" y="7762"/>
                  </a:lnTo>
                  <a:lnTo>
                    <a:pt x="1815" y="7608"/>
                  </a:lnTo>
                  <a:lnTo>
                    <a:pt x="1738" y="7415"/>
                  </a:lnTo>
                  <a:lnTo>
                    <a:pt x="1622" y="7299"/>
                  </a:lnTo>
                  <a:lnTo>
                    <a:pt x="1506" y="7183"/>
                  </a:lnTo>
                  <a:lnTo>
                    <a:pt x="1352" y="7106"/>
                  </a:lnTo>
                  <a:lnTo>
                    <a:pt x="1197" y="7029"/>
                  </a:lnTo>
                  <a:lnTo>
                    <a:pt x="1545" y="6179"/>
                  </a:lnTo>
                  <a:lnTo>
                    <a:pt x="1815" y="5330"/>
                  </a:lnTo>
                  <a:lnTo>
                    <a:pt x="2394" y="3592"/>
                  </a:lnTo>
                  <a:lnTo>
                    <a:pt x="2665" y="2781"/>
                  </a:lnTo>
                  <a:lnTo>
                    <a:pt x="2974" y="1932"/>
                  </a:lnTo>
                  <a:lnTo>
                    <a:pt x="3244" y="1082"/>
                  </a:lnTo>
                  <a:lnTo>
                    <a:pt x="3321" y="657"/>
                  </a:lnTo>
                  <a:lnTo>
                    <a:pt x="3398" y="232"/>
                  </a:lnTo>
                  <a:lnTo>
                    <a:pt x="3360" y="117"/>
                  </a:lnTo>
                  <a:lnTo>
                    <a:pt x="3244" y="39"/>
                  </a:lnTo>
                  <a:lnTo>
                    <a:pt x="312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5"/>
            <p:cNvSpPr/>
            <p:nvPr/>
          </p:nvSpPr>
          <p:spPr>
            <a:xfrm>
              <a:off x="2488400" y="2725700"/>
              <a:ext cx="48275" cy="165100"/>
            </a:xfrm>
            <a:custGeom>
              <a:avLst/>
              <a:gdLst/>
              <a:ahLst/>
              <a:cxnLst/>
              <a:rect l="l" t="t" r="r" b="b"/>
              <a:pathLst>
                <a:path w="1931" h="6604" extrusionOk="0">
                  <a:moveTo>
                    <a:pt x="271" y="1"/>
                  </a:moveTo>
                  <a:lnTo>
                    <a:pt x="193" y="39"/>
                  </a:lnTo>
                  <a:lnTo>
                    <a:pt x="155" y="39"/>
                  </a:lnTo>
                  <a:lnTo>
                    <a:pt x="0" y="155"/>
                  </a:lnTo>
                  <a:lnTo>
                    <a:pt x="0" y="194"/>
                  </a:lnTo>
                  <a:lnTo>
                    <a:pt x="348" y="1815"/>
                  </a:lnTo>
                  <a:lnTo>
                    <a:pt x="773" y="3437"/>
                  </a:lnTo>
                  <a:lnTo>
                    <a:pt x="1236" y="5021"/>
                  </a:lnTo>
                  <a:lnTo>
                    <a:pt x="1738" y="6604"/>
                  </a:lnTo>
                  <a:lnTo>
                    <a:pt x="1931" y="6565"/>
                  </a:lnTo>
                  <a:lnTo>
                    <a:pt x="1622" y="4982"/>
                  </a:lnTo>
                  <a:lnTo>
                    <a:pt x="1236" y="3360"/>
                  </a:lnTo>
                  <a:lnTo>
                    <a:pt x="773" y="1777"/>
                  </a:lnTo>
                  <a:lnTo>
                    <a:pt x="271" y="194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5"/>
            <p:cNvSpPr/>
            <p:nvPr/>
          </p:nvSpPr>
          <p:spPr>
            <a:xfrm>
              <a:off x="2130250" y="2495950"/>
              <a:ext cx="246175" cy="107175"/>
            </a:xfrm>
            <a:custGeom>
              <a:avLst/>
              <a:gdLst/>
              <a:ahLst/>
              <a:cxnLst/>
              <a:rect l="l" t="t" r="r" b="b"/>
              <a:pathLst>
                <a:path w="9847" h="4287" extrusionOk="0">
                  <a:moveTo>
                    <a:pt x="8882" y="2742"/>
                  </a:moveTo>
                  <a:lnTo>
                    <a:pt x="9113" y="2819"/>
                  </a:lnTo>
                  <a:lnTo>
                    <a:pt x="9229" y="2896"/>
                  </a:lnTo>
                  <a:lnTo>
                    <a:pt x="9306" y="3012"/>
                  </a:lnTo>
                  <a:lnTo>
                    <a:pt x="9384" y="3089"/>
                  </a:lnTo>
                  <a:lnTo>
                    <a:pt x="9384" y="3205"/>
                  </a:lnTo>
                  <a:lnTo>
                    <a:pt x="9422" y="3321"/>
                  </a:lnTo>
                  <a:lnTo>
                    <a:pt x="9384" y="3437"/>
                  </a:lnTo>
                  <a:lnTo>
                    <a:pt x="9268" y="3630"/>
                  </a:lnTo>
                  <a:lnTo>
                    <a:pt x="9113" y="3785"/>
                  </a:lnTo>
                  <a:lnTo>
                    <a:pt x="8920" y="3862"/>
                  </a:lnTo>
                  <a:lnTo>
                    <a:pt x="8727" y="3862"/>
                  </a:lnTo>
                  <a:lnTo>
                    <a:pt x="8573" y="3785"/>
                  </a:lnTo>
                  <a:lnTo>
                    <a:pt x="8418" y="3630"/>
                  </a:lnTo>
                  <a:lnTo>
                    <a:pt x="8302" y="3437"/>
                  </a:lnTo>
                  <a:lnTo>
                    <a:pt x="8302" y="3244"/>
                  </a:lnTo>
                  <a:lnTo>
                    <a:pt x="8341" y="3051"/>
                  </a:lnTo>
                  <a:lnTo>
                    <a:pt x="8380" y="2858"/>
                  </a:lnTo>
                  <a:lnTo>
                    <a:pt x="8418" y="2819"/>
                  </a:lnTo>
                  <a:lnTo>
                    <a:pt x="8650" y="2742"/>
                  </a:lnTo>
                  <a:close/>
                  <a:moveTo>
                    <a:pt x="155" y="0"/>
                  </a:moveTo>
                  <a:lnTo>
                    <a:pt x="77" y="39"/>
                  </a:lnTo>
                  <a:lnTo>
                    <a:pt x="39" y="78"/>
                  </a:lnTo>
                  <a:lnTo>
                    <a:pt x="0" y="155"/>
                  </a:lnTo>
                  <a:lnTo>
                    <a:pt x="39" y="271"/>
                  </a:lnTo>
                  <a:lnTo>
                    <a:pt x="77" y="348"/>
                  </a:lnTo>
                  <a:lnTo>
                    <a:pt x="116" y="386"/>
                  </a:lnTo>
                  <a:lnTo>
                    <a:pt x="618" y="618"/>
                  </a:lnTo>
                  <a:lnTo>
                    <a:pt x="1120" y="773"/>
                  </a:lnTo>
                  <a:lnTo>
                    <a:pt x="2124" y="1081"/>
                  </a:lnTo>
                  <a:lnTo>
                    <a:pt x="4286" y="1738"/>
                  </a:lnTo>
                  <a:lnTo>
                    <a:pt x="6101" y="2317"/>
                  </a:lnTo>
                  <a:lnTo>
                    <a:pt x="7028" y="2587"/>
                  </a:lnTo>
                  <a:lnTo>
                    <a:pt x="7993" y="2819"/>
                  </a:lnTo>
                  <a:lnTo>
                    <a:pt x="7916" y="2974"/>
                  </a:lnTo>
                  <a:lnTo>
                    <a:pt x="7878" y="3089"/>
                  </a:lnTo>
                  <a:lnTo>
                    <a:pt x="7878" y="3398"/>
                  </a:lnTo>
                  <a:lnTo>
                    <a:pt x="7993" y="3707"/>
                  </a:lnTo>
                  <a:lnTo>
                    <a:pt x="8109" y="3939"/>
                  </a:lnTo>
                  <a:lnTo>
                    <a:pt x="8225" y="4093"/>
                  </a:lnTo>
                  <a:lnTo>
                    <a:pt x="8380" y="4171"/>
                  </a:lnTo>
                  <a:lnTo>
                    <a:pt x="8573" y="4248"/>
                  </a:lnTo>
                  <a:lnTo>
                    <a:pt x="8727" y="4287"/>
                  </a:lnTo>
                  <a:lnTo>
                    <a:pt x="8920" y="4287"/>
                  </a:lnTo>
                  <a:lnTo>
                    <a:pt x="9075" y="4248"/>
                  </a:lnTo>
                  <a:lnTo>
                    <a:pt x="9268" y="4209"/>
                  </a:lnTo>
                  <a:lnTo>
                    <a:pt x="9422" y="4093"/>
                  </a:lnTo>
                  <a:lnTo>
                    <a:pt x="9538" y="3978"/>
                  </a:lnTo>
                  <a:lnTo>
                    <a:pt x="9654" y="3823"/>
                  </a:lnTo>
                  <a:lnTo>
                    <a:pt x="9770" y="3669"/>
                  </a:lnTo>
                  <a:lnTo>
                    <a:pt x="9808" y="3514"/>
                  </a:lnTo>
                  <a:lnTo>
                    <a:pt x="9847" y="3321"/>
                  </a:lnTo>
                  <a:lnTo>
                    <a:pt x="9847" y="3128"/>
                  </a:lnTo>
                  <a:lnTo>
                    <a:pt x="9770" y="2974"/>
                  </a:lnTo>
                  <a:lnTo>
                    <a:pt x="9692" y="2781"/>
                  </a:lnTo>
                  <a:lnTo>
                    <a:pt x="9577" y="2665"/>
                  </a:lnTo>
                  <a:lnTo>
                    <a:pt x="9422" y="2549"/>
                  </a:lnTo>
                  <a:lnTo>
                    <a:pt x="9229" y="2433"/>
                  </a:lnTo>
                  <a:lnTo>
                    <a:pt x="9075" y="2394"/>
                  </a:lnTo>
                  <a:lnTo>
                    <a:pt x="8688" y="2394"/>
                  </a:lnTo>
                  <a:lnTo>
                    <a:pt x="8495" y="2472"/>
                  </a:lnTo>
                  <a:lnTo>
                    <a:pt x="8341" y="2549"/>
                  </a:lnTo>
                  <a:lnTo>
                    <a:pt x="7298" y="2163"/>
                  </a:lnTo>
                  <a:lnTo>
                    <a:pt x="6294" y="1815"/>
                  </a:lnTo>
                  <a:lnTo>
                    <a:pt x="4209" y="1159"/>
                  </a:lnTo>
                  <a:lnTo>
                    <a:pt x="3244" y="850"/>
                  </a:lnTo>
                  <a:lnTo>
                    <a:pt x="2240" y="502"/>
                  </a:lnTo>
                  <a:lnTo>
                    <a:pt x="1236" y="193"/>
                  </a:lnTo>
                  <a:lnTo>
                    <a:pt x="734" y="78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5"/>
            <p:cNvSpPr/>
            <p:nvPr/>
          </p:nvSpPr>
          <p:spPr>
            <a:xfrm>
              <a:off x="2452675" y="2582825"/>
              <a:ext cx="296400" cy="356250"/>
            </a:xfrm>
            <a:custGeom>
              <a:avLst/>
              <a:gdLst/>
              <a:ahLst/>
              <a:cxnLst/>
              <a:rect l="l" t="t" r="r" b="b"/>
              <a:pathLst>
                <a:path w="11856" h="14250" extrusionOk="0">
                  <a:moveTo>
                    <a:pt x="7221" y="1"/>
                  </a:moveTo>
                  <a:lnTo>
                    <a:pt x="6990" y="194"/>
                  </a:lnTo>
                  <a:lnTo>
                    <a:pt x="8032" y="1777"/>
                  </a:lnTo>
                  <a:lnTo>
                    <a:pt x="9114" y="3283"/>
                  </a:lnTo>
                  <a:lnTo>
                    <a:pt x="8032" y="2704"/>
                  </a:lnTo>
                  <a:lnTo>
                    <a:pt x="6913" y="2202"/>
                  </a:lnTo>
                  <a:lnTo>
                    <a:pt x="6758" y="2472"/>
                  </a:lnTo>
                  <a:lnTo>
                    <a:pt x="8225" y="3283"/>
                  </a:lnTo>
                  <a:lnTo>
                    <a:pt x="9731" y="4094"/>
                  </a:lnTo>
                  <a:lnTo>
                    <a:pt x="10388" y="4905"/>
                  </a:lnTo>
                  <a:lnTo>
                    <a:pt x="10388" y="4943"/>
                  </a:lnTo>
                  <a:lnTo>
                    <a:pt x="10697" y="4827"/>
                  </a:lnTo>
                  <a:lnTo>
                    <a:pt x="10658" y="4712"/>
                  </a:lnTo>
                  <a:lnTo>
                    <a:pt x="10620" y="4596"/>
                  </a:lnTo>
                  <a:lnTo>
                    <a:pt x="10620" y="4596"/>
                  </a:lnTo>
                  <a:lnTo>
                    <a:pt x="10929" y="4712"/>
                  </a:lnTo>
                  <a:lnTo>
                    <a:pt x="11160" y="4827"/>
                  </a:lnTo>
                  <a:lnTo>
                    <a:pt x="11315" y="5021"/>
                  </a:lnTo>
                  <a:lnTo>
                    <a:pt x="11431" y="5252"/>
                  </a:lnTo>
                  <a:lnTo>
                    <a:pt x="11469" y="5484"/>
                  </a:lnTo>
                  <a:lnTo>
                    <a:pt x="11469" y="5754"/>
                  </a:lnTo>
                  <a:lnTo>
                    <a:pt x="11431" y="6063"/>
                  </a:lnTo>
                  <a:lnTo>
                    <a:pt x="11353" y="6372"/>
                  </a:lnTo>
                  <a:lnTo>
                    <a:pt x="11083" y="7028"/>
                  </a:lnTo>
                  <a:lnTo>
                    <a:pt x="10813" y="7646"/>
                  </a:lnTo>
                  <a:lnTo>
                    <a:pt x="10504" y="8148"/>
                  </a:lnTo>
                  <a:lnTo>
                    <a:pt x="10233" y="8573"/>
                  </a:lnTo>
                  <a:lnTo>
                    <a:pt x="9654" y="9345"/>
                  </a:lnTo>
                  <a:lnTo>
                    <a:pt x="9036" y="10079"/>
                  </a:lnTo>
                  <a:lnTo>
                    <a:pt x="8380" y="10736"/>
                  </a:lnTo>
                  <a:lnTo>
                    <a:pt x="7646" y="11353"/>
                  </a:lnTo>
                  <a:lnTo>
                    <a:pt x="6874" y="11933"/>
                  </a:lnTo>
                  <a:lnTo>
                    <a:pt x="6024" y="12435"/>
                  </a:lnTo>
                  <a:lnTo>
                    <a:pt x="5175" y="12898"/>
                  </a:lnTo>
                  <a:lnTo>
                    <a:pt x="4287" y="13284"/>
                  </a:lnTo>
                  <a:lnTo>
                    <a:pt x="3862" y="13439"/>
                  </a:lnTo>
                  <a:lnTo>
                    <a:pt x="3283" y="13632"/>
                  </a:lnTo>
                  <a:lnTo>
                    <a:pt x="2665" y="13786"/>
                  </a:lnTo>
                  <a:lnTo>
                    <a:pt x="1970" y="13941"/>
                  </a:lnTo>
                  <a:lnTo>
                    <a:pt x="1043" y="13941"/>
                  </a:lnTo>
                  <a:lnTo>
                    <a:pt x="811" y="13863"/>
                  </a:lnTo>
                  <a:lnTo>
                    <a:pt x="580" y="13709"/>
                  </a:lnTo>
                  <a:lnTo>
                    <a:pt x="425" y="13554"/>
                  </a:lnTo>
                  <a:lnTo>
                    <a:pt x="309" y="13323"/>
                  </a:lnTo>
                  <a:lnTo>
                    <a:pt x="232" y="13052"/>
                  </a:lnTo>
                  <a:lnTo>
                    <a:pt x="1" y="13130"/>
                  </a:lnTo>
                  <a:lnTo>
                    <a:pt x="1" y="13400"/>
                  </a:lnTo>
                  <a:lnTo>
                    <a:pt x="39" y="13632"/>
                  </a:lnTo>
                  <a:lnTo>
                    <a:pt x="155" y="13825"/>
                  </a:lnTo>
                  <a:lnTo>
                    <a:pt x="271" y="13941"/>
                  </a:lnTo>
                  <a:lnTo>
                    <a:pt x="464" y="14056"/>
                  </a:lnTo>
                  <a:lnTo>
                    <a:pt x="657" y="14172"/>
                  </a:lnTo>
                  <a:lnTo>
                    <a:pt x="889" y="14211"/>
                  </a:lnTo>
                  <a:lnTo>
                    <a:pt x="1120" y="14249"/>
                  </a:lnTo>
                  <a:lnTo>
                    <a:pt x="1661" y="14249"/>
                  </a:lnTo>
                  <a:lnTo>
                    <a:pt x="2163" y="14211"/>
                  </a:lnTo>
                  <a:lnTo>
                    <a:pt x="2665" y="14134"/>
                  </a:lnTo>
                  <a:lnTo>
                    <a:pt x="3051" y="14056"/>
                  </a:lnTo>
                  <a:lnTo>
                    <a:pt x="3708" y="13863"/>
                  </a:lnTo>
                  <a:lnTo>
                    <a:pt x="4364" y="13632"/>
                  </a:lnTo>
                  <a:lnTo>
                    <a:pt x="5020" y="13361"/>
                  </a:lnTo>
                  <a:lnTo>
                    <a:pt x="5638" y="13091"/>
                  </a:lnTo>
                  <a:lnTo>
                    <a:pt x="6256" y="12743"/>
                  </a:lnTo>
                  <a:lnTo>
                    <a:pt x="6835" y="12396"/>
                  </a:lnTo>
                  <a:lnTo>
                    <a:pt x="7415" y="12010"/>
                  </a:lnTo>
                  <a:lnTo>
                    <a:pt x="7955" y="11585"/>
                  </a:lnTo>
                  <a:lnTo>
                    <a:pt x="8457" y="11160"/>
                  </a:lnTo>
                  <a:lnTo>
                    <a:pt x="8959" y="10697"/>
                  </a:lnTo>
                  <a:lnTo>
                    <a:pt x="9423" y="10234"/>
                  </a:lnTo>
                  <a:lnTo>
                    <a:pt x="9847" y="9732"/>
                  </a:lnTo>
                  <a:lnTo>
                    <a:pt x="10272" y="9191"/>
                  </a:lnTo>
                  <a:lnTo>
                    <a:pt x="10620" y="8650"/>
                  </a:lnTo>
                  <a:lnTo>
                    <a:pt x="11006" y="8071"/>
                  </a:lnTo>
                  <a:lnTo>
                    <a:pt x="11315" y="7492"/>
                  </a:lnTo>
                  <a:lnTo>
                    <a:pt x="11546" y="6951"/>
                  </a:lnTo>
                  <a:lnTo>
                    <a:pt x="11778" y="6411"/>
                  </a:lnTo>
                  <a:lnTo>
                    <a:pt x="11817" y="6102"/>
                  </a:lnTo>
                  <a:lnTo>
                    <a:pt x="11855" y="5831"/>
                  </a:lnTo>
                  <a:lnTo>
                    <a:pt x="11855" y="5523"/>
                  </a:lnTo>
                  <a:lnTo>
                    <a:pt x="11778" y="5252"/>
                  </a:lnTo>
                  <a:lnTo>
                    <a:pt x="11701" y="5021"/>
                  </a:lnTo>
                  <a:lnTo>
                    <a:pt x="11585" y="4866"/>
                  </a:lnTo>
                  <a:lnTo>
                    <a:pt x="11469" y="4673"/>
                  </a:lnTo>
                  <a:lnTo>
                    <a:pt x="11315" y="4519"/>
                  </a:lnTo>
                  <a:lnTo>
                    <a:pt x="11122" y="4403"/>
                  </a:lnTo>
                  <a:lnTo>
                    <a:pt x="10929" y="4325"/>
                  </a:lnTo>
                  <a:lnTo>
                    <a:pt x="10735" y="4248"/>
                  </a:lnTo>
                  <a:lnTo>
                    <a:pt x="10504" y="4210"/>
                  </a:lnTo>
                  <a:lnTo>
                    <a:pt x="10465" y="4248"/>
                  </a:lnTo>
                  <a:lnTo>
                    <a:pt x="10388" y="4248"/>
                  </a:lnTo>
                  <a:lnTo>
                    <a:pt x="9654" y="3167"/>
                  </a:lnTo>
                  <a:lnTo>
                    <a:pt x="8882" y="2086"/>
                  </a:lnTo>
                  <a:lnTo>
                    <a:pt x="8032" y="1043"/>
                  </a:lnTo>
                  <a:lnTo>
                    <a:pt x="72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5"/>
            <p:cNvSpPr/>
            <p:nvPr/>
          </p:nvSpPr>
          <p:spPr>
            <a:xfrm>
              <a:off x="2371575" y="2703500"/>
              <a:ext cx="351425" cy="207575"/>
            </a:xfrm>
            <a:custGeom>
              <a:avLst/>
              <a:gdLst/>
              <a:ahLst/>
              <a:cxnLst/>
              <a:rect l="l" t="t" r="r" b="b"/>
              <a:pathLst>
                <a:path w="14057" h="8303" extrusionOk="0">
                  <a:moveTo>
                    <a:pt x="13941" y="0"/>
                  </a:moveTo>
                  <a:lnTo>
                    <a:pt x="13632" y="116"/>
                  </a:lnTo>
                  <a:lnTo>
                    <a:pt x="13632" y="155"/>
                  </a:lnTo>
                  <a:lnTo>
                    <a:pt x="13555" y="773"/>
                  </a:lnTo>
                  <a:lnTo>
                    <a:pt x="13439" y="1313"/>
                  </a:lnTo>
                  <a:lnTo>
                    <a:pt x="13284" y="1854"/>
                  </a:lnTo>
                  <a:lnTo>
                    <a:pt x="13053" y="2395"/>
                  </a:lnTo>
                  <a:lnTo>
                    <a:pt x="12782" y="2897"/>
                  </a:lnTo>
                  <a:lnTo>
                    <a:pt x="12473" y="3360"/>
                  </a:lnTo>
                  <a:lnTo>
                    <a:pt x="12126" y="3823"/>
                  </a:lnTo>
                  <a:lnTo>
                    <a:pt x="11778" y="4248"/>
                  </a:lnTo>
                  <a:lnTo>
                    <a:pt x="11547" y="4325"/>
                  </a:lnTo>
                  <a:lnTo>
                    <a:pt x="11585" y="4441"/>
                  </a:lnTo>
                  <a:lnTo>
                    <a:pt x="11547" y="4480"/>
                  </a:lnTo>
                  <a:lnTo>
                    <a:pt x="11392" y="4557"/>
                  </a:lnTo>
                  <a:lnTo>
                    <a:pt x="11469" y="4557"/>
                  </a:lnTo>
                  <a:lnTo>
                    <a:pt x="10967" y="5020"/>
                  </a:lnTo>
                  <a:lnTo>
                    <a:pt x="10427" y="5445"/>
                  </a:lnTo>
                  <a:lnTo>
                    <a:pt x="9539" y="6063"/>
                  </a:lnTo>
                  <a:lnTo>
                    <a:pt x="8612" y="6642"/>
                  </a:lnTo>
                  <a:lnTo>
                    <a:pt x="8149" y="6912"/>
                  </a:lnTo>
                  <a:lnTo>
                    <a:pt x="7647" y="7144"/>
                  </a:lnTo>
                  <a:lnTo>
                    <a:pt x="7145" y="7376"/>
                  </a:lnTo>
                  <a:lnTo>
                    <a:pt x="6643" y="7569"/>
                  </a:lnTo>
                  <a:lnTo>
                    <a:pt x="6604" y="7453"/>
                  </a:lnTo>
                  <a:lnTo>
                    <a:pt x="6411" y="7492"/>
                  </a:lnTo>
                  <a:lnTo>
                    <a:pt x="4905" y="6372"/>
                  </a:lnTo>
                  <a:lnTo>
                    <a:pt x="3322" y="5291"/>
                  </a:lnTo>
                  <a:lnTo>
                    <a:pt x="1739" y="4248"/>
                  </a:lnTo>
                  <a:lnTo>
                    <a:pt x="78" y="3321"/>
                  </a:lnTo>
                  <a:lnTo>
                    <a:pt x="1" y="3399"/>
                  </a:lnTo>
                  <a:lnTo>
                    <a:pt x="3051" y="5600"/>
                  </a:lnTo>
                  <a:lnTo>
                    <a:pt x="6141" y="7723"/>
                  </a:lnTo>
                  <a:lnTo>
                    <a:pt x="5639" y="7839"/>
                  </a:lnTo>
                  <a:lnTo>
                    <a:pt x="5175" y="7916"/>
                  </a:lnTo>
                  <a:lnTo>
                    <a:pt x="4673" y="7955"/>
                  </a:lnTo>
                  <a:lnTo>
                    <a:pt x="4210" y="7994"/>
                  </a:lnTo>
                  <a:lnTo>
                    <a:pt x="4094" y="7994"/>
                  </a:lnTo>
                  <a:lnTo>
                    <a:pt x="4055" y="8071"/>
                  </a:lnTo>
                  <a:lnTo>
                    <a:pt x="4248" y="8303"/>
                  </a:lnTo>
                  <a:lnTo>
                    <a:pt x="5098" y="8303"/>
                  </a:lnTo>
                  <a:lnTo>
                    <a:pt x="5523" y="8264"/>
                  </a:lnTo>
                  <a:lnTo>
                    <a:pt x="5948" y="8187"/>
                  </a:lnTo>
                  <a:lnTo>
                    <a:pt x="6372" y="8110"/>
                  </a:lnTo>
                  <a:lnTo>
                    <a:pt x="6797" y="7955"/>
                  </a:lnTo>
                  <a:lnTo>
                    <a:pt x="7647" y="7646"/>
                  </a:lnTo>
                  <a:lnTo>
                    <a:pt x="8458" y="7221"/>
                  </a:lnTo>
                  <a:lnTo>
                    <a:pt x="9230" y="6758"/>
                  </a:lnTo>
                  <a:lnTo>
                    <a:pt x="10002" y="6295"/>
                  </a:lnTo>
                  <a:lnTo>
                    <a:pt x="10659" y="5793"/>
                  </a:lnTo>
                  <a:lnTo>
                    <a:pt x="11315" y="5252"/>
                  </a:lnTo>
                  <a:lnTo>
                    <a:pt x="11933" y="4673"/>
                  </a:lnTo>
                  <a:lnTo>
                    <a:pt x="12512" y="4055"/>
                  </a:lnTo>
                  <a:lnTo>
                    <a:pt x="12975" y="3360"/>
                  </a:lnTo>
                  <a:lnTo>
                    <a:pt x="13207" y="3012"/>
                  </a:lnTo>
                  <a:lnTo>
                    <a:pt x="13400" y="2665"/>
                  </a:lnTo>
                  <a:lnTo>
                    <a:pt x="13555" y="2279"/>
                  </a:lnTo>
                  <a:lnTo>
                    <a:pt x="13709" y="1893"/>
                  </a:lnTo>
                  <a:lnTo>
                    <a:pt x="13864" y="1506"/>
                  </a:lnTo>
                  <a:lnTo>
                    <a:pt x="13941" y="1082"/>
                  </a:lnTo>
                  <a:lnTo>
                    <a:pt x="14018" y="657"/>
                  </a:lnTo>
                  <a:lnTo>
                    <a:pt x="14057" y="232"/>
                  </a:lnTo>
                  <a:lnTo>
                    <a:pt x="14018" y="116"/>
                  </a:lnTo>
                  <a:lnTo>
                    <a:pt x="13941" y="39"/>
                  </a:lnTo>
                  <a:lnTo>
                    <a:pt x="1394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5"/>
            <p:cNvSpPr/>
            <p:nvPr/>
          </p:nvSpPr>
          <p:spPr>
            <a:xfrm>
              <a:off x="2362900" y="2786525"/>
              <a:ext cx="114900" cy="130350"/>
            </a:xfrm>
            <a:custGeom>
              <a:avLst/>
              <a:gdLst/>
              <a:ahLst/>
              <a:cxnLst/>
              <a:rect l="l" t="t" r="r" b="b"/>
              <a:pathLst>
                <a:path w="4596" h="5214" extrusionOk="0">
                  <a:moveTo>
                    <a:pt x="232" y="0"/>
                  </a:moveTo>
                  <a:lnTo>
                    <a:pt x="0" y="193"/>
                  </a:lnTo>
                  <a:lnTo>
                    <a:pt x="502" y="888"/>
                  </a:lnTo>
                  <a:lnTo>
                    <a:pt x="1004" y="1622"/>
                  </a:lnTo>
                  <a:lnTo>
                    <a:pt x="1545" y="2279"/>
                  </a:lnTo>
                  <a:lnTo>
                    <a:pt x="2124" y="2974"/>
                  </a:lnTo>
                  <a:lnTo>
                    <a:pt x="3283" y="4248"/>
                  </a:lnTo>
                  <a:lnTo>
                    <a:pt x="3746" y="4789"/>
                  </a:lnTo>
                  <a:lnTo>
                    <a:pt x="3630" y="4789"/>
                  </a:lnTo>
                  <a:lnTo>
                    <a:pt x="3592" y="4866"/>
                  </a:lnTo>
                  <a:lnTo>
                    <a:pt x="3592" y="4982"/>
                  </a:lnTo>
                  <a:lnTo>
                    <a:pt x="3823" y="4904"/>
                  </a:lnTo>
                  <a:lnTo>
                    <a:pt x="4055" y="5059"/>
                  </a:lnTo>
                  <a:lnTo>
                    <a:pt x="4287" y="5213"/>
                  </a:lnTo>
                  <a:lnTo>
                    <a:pt x="4441" y="5213"/>
                  </a:lnTo>
                  <a:lnTo>
                    <a:pt x="4518" y="5175"/>
                  </a:lnTo>
                  <a:lnTo>
                    <a:pt x="4557" y="5097"/>
                  </a:lnTo>
                  <a:lnTo>
                    <a:pt x="4557" y="5059"/>
                  </a:lnTo>
                  <a:lnTo>
                    <a:pt x="4595" y="4982"/>
                  </a:lnTo>
                  <a:lnTo>
                    <a:pt x="4402" y="4750"/>
                  </a:lnTo>
                  <a:lnTo>
                    <a:pt x="4325" y="4750"/>
                  </a:lnTo>
                  <a:lnTo>
                    <a:pt x="4016" y="4480"/>
                  </a:lnTo>
                  <a:lnTo>
                    <a:pt x="3746" y="4171"/>
                  </a:lnTo>
                  <a:lnTo>
                    <a:pt x="3244" y="3553"/>
                  </a:lnTo>
                  <a:lnTo>
                    <a:pt x="2201" y="2394"/>
                  </a:lnTo>
                  <a:lnTo>
                    <a:pt x="1197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5"/>
            <p:cNvSpPr/>
            <p:nvPr/>
          </p:nvSpPr>
          <p:spPr>
            <a:xfrm>
              <a:off x="2323325" y="2542275"/>
              <a:ext cx="309900" cy="249100"/>
            </a:xfrm>
            <a:custGeom>
              <a:avLst/>
              <a:gdLst/>
              <a:ahLst/>
              <a:cxnLst/>
              <a:rect l="l" t="t" r="r" b="b"/>
              <a:pathLst>
                <a:path w="12396" h="9964" extrusionOk="0">
                  <a:moveTo>
                    <a:pt x="10079" y="426"/>
                  </a:moveTo>
                  <a:lnTo>
                    <a:pt x="10272" y="464"/>
                  </a:lnTo>
                  <a:lnTo>
                    <a:pt x="10465" y="503"/>
                  </a:lnTo>
                  <a:lnTo>
                    <a:pt x="10581" y="541"/>
                  </a:lnTo>
                  <a:lnTo>
                    <a:pt x="10735" y="657"/>
                  </a:lnTo>
                  <a:lnTo>
                    <a:pt x="10851" y="850"/>
                  </a:lnTo>
                  <a:lnTo>
                    <a:pt x="10928" y="1043"/>
                  </a:lnTo>
                  <a:lnTo>
                    <a:pt x="10928" y="1236"/>
                  </a:lnTo>
                  <a:lnTo>
                    <a:pt x="10928" y="1430"/>
                  </a:lnTo>
                  <a:lnTo>
                    <a:pt x="10890" y="1661"/>
                  </a:lnTo>
                  <a:lnTo>
                    <a:pt x="10812" y="1854"/>
                  </a:lnTo>
                  <a:lnTo>
                    <a:pt x="10619" y="2202"/>
                  </a:lnTo>
                  <a:lnTo>
                    <a:pt x="10310" y="2588"/>
                  </a:lnTo>
                  <a:lnTo>
                    <a:pt x="9963" y="2936"/>
                  </a:lnTo>
                  <a:lnTo>
                    <a:pt x="9422" y="3476"/>
                  </a:lnTo>
                  <a:lnTo>
                    <a:pt x="8843" y="3978"/>
                  </a:lnTo>
                  <a:lnTo>
                    <a:pt x="8186" y="4480"/>
                  </a:lnTo>
                  <a:lnTo>
                    <a:pt x="7569" y="4982"/>
                  </a:lnTo>
                  <a:lnTo>
                    <a:pt x="6912" y="5484"/>
                  </a:lnTo>
                  <a:lnTo>
                    <a:pt x="6256" y="5947"/>
                  </a:lnTo>
                  <a:lnTo>
                    <a:pt x="5483" y="6411"/>
                  </a:lnTo>
                  <a:lnTo>
                    <a:pt x="4711" y="6874"/>
                  </a:lnTo>
                  <a:lnTo>
                    <a:pt x="3939" y="7299"/>
                  </a:lnTo>
                  <a:lnTo>
                    <a:pt x="3128" y="7724"/>
                  </a:lnTo>
                  <a:lnTo>
                    <a:pt x="2471" y="7994"/>
                  </a:lnTo>
                  <a:lnTo>
                    <a:pt x="2163" y="8110"/>
                  </a:lnTo>
                  <a:lnTo>
                    <a:pt x="1815" y="8226"/>
                  </a:lnTo>
                  <a:lnTo>
                    <a:pt x="1506" y="8264"/>
                  </a:lnTo>
                  <a:lnTo>
                    <a:pt x="1159" y="8303"/>
                  </a:lnTo>
                  <a:lnTo>
                    <a:pt x="811" y="8303"/>
                  </a:lnTo>
                  <a:lnTo>
                    <a:pt x="463" y="8226"/>
                  </a:lnTo>
                  <a:lnTo>
                    <a:pt x="502" y="8148"/>
                  </a:lnTo>
                  <a:lnTo>
                    <a:pt x="463" y="8033"/>
                  </a:lnTo>
                  <a:lnTo>
                    <a:pt x="463" y="7917"/>
                  </a:lnTo>
                  <a:lnTo>
                    <a:pt x="463" y="7801"/>
                  </a:lnTo>
                  <a:lnTo>
                    <a:pt x="502" y="7569"/>
                  </a:lnTo>
                  <a:lnTo>
                    <a:pt x="618" y="7299"/>
                  </a:lnTo>
                  <a:lnTo>
                    <a:pt x="772" y="7029"/>
                  </a:lnTo>
                  <a:lnTo>
                    <a:pt x="1159" y="6565"/>
                  </a:lnTo>
                  <a:lnTo>
                    <a:pt x="1467" y="6179"/>
                  </a:lnTo>
                  <a:lnTo>
                    <a:pt x="2008" y="5561"/>
                  </a:lnTo>
                  <a:lnTo>
                    <a:pt x="2549" y="4982"/>
                  </a:lnTo>
                  <a:lnTo>
                    <a:pt x="3128" y="4441"/>
                  </a:lnTo>
                  <a:lnTo>
                    <a:pt x="3746" y="3862"/>
                  </a:lnTo>
                  <a:lnTo>
                    <a:pt x="4364" y="3360"/>
                  </a:lnTo>
                  <a:lnTo>
                    <a:pt x="5020" y="2858"/>
                  </a:lnTo>
                  <a:lnTo>
                    <a:pt x="5715" y="2434"/>
                  </a:lnTo>
                  <a:lnTo>
                    <a:pt x="6410" y="1970"/>
                  </a:lnTo>
                  <a:lnTo>
                    <a:pt x="7105" y="1584"/>
                  </a:lnTo>
                  <a:lnTo>
                    <a:pt x="7839" y="1236"/>
                  </a:lnTo>
                  <a:lnTo>
                    <a:pt x="8457" y="928"/>
                  </a:lnTo>
                  <a:lnTo>
                    <a:pt x="8843" y="734"/>
                  </a:lnTo>
                  <a:lnTo>
                    <a:pt x="9268" y="580"/>
                  </a:lnTo>
                  <a:lnTo>
                    <a:pt x="9692" y="464"/>
                  </a:lnTo>
                  <a:lnTo>
                    <a:pt x="10079" y="426"/>
                  </a:lnTo>
                  <a:close/>
                  <a:moveTo>
                    <a:pt x="11237" y="464"/>
                  </a:moveTo>
                  <a:lnTo>
                    <a:pt x="11430" y="580"/>
                  </a:lnTo>
                  <a:lnTo>
                    <a:pt x="11585" y="773"/>
                  </a:lnTo>
                  <a:lnTo>
                    <a:pt x="11700" y="966"/>
                  </a:lnTo>
                  <a:lnTo>
                    <a:pt x="11778" y="1236"/>
                  </a:lnTo>
                  <a:lnTo>
                    <a:pt x="11778" y="1468"/>
                  </a:lnTo>
                  <a:lnTo>
                    <a:pt x="11778" y="1738"/>
                  </a:lnTo>
                  <a:lnTo>
                    <a:pt x="11739" y="1970"/>
                  </a:lnTo>
                  <a:lnTo>
                    <a:pt x="11662" y="2240"/>
                  </a:lnTo>
                  <a:lnTo>
                    <a:pt x="11430" y="2627"/>
                  </a:lnTo>
                  <a:lnTo>
                    <a:pt x="11160" y="3013"/>
                  </a:lnTo>
                  <a:lnTo>
                    <a:pt x="10851" y="3399"/>
                  </a:lnTo>
                  <a:lnTo>
                    <a:pt x="10542" y="3746"/>
                  </a:lnTo>
                  <a:lnTo>
                    <a:pt x="9847" y="4480"/>
                  </a:lnTo>
                  <a:lnTo>
                    <a:pt x="9075" y="5137"/>
                  </a:lnTo>
                  <a:lnTo>
                    <a:pt x="8264" y="5793"/>
                  </a:lnTo>
                  <a:lnTo>
                    <a:pt x="7453" y="6372"/>
                  </a:lnTo>
                  <a:lnTo>
                    <a:pt x="6603" y="6990"/>
                  </a:lnTo>
                  <a:lnTo>
                    <a:pt x="5754" y="7569"/>
                  </a:lnTo>
                  <a:lnTo>
                    <a:pt x="4866" y="8110"/>
                  </a:lnTo>
                  <a:lnTo>
                    <a:pt x="3977" y="8612"/>
                  </a:lnTo>
                  <a:lnTo>
                    <a:pt x="3128" y="9037"/>
                  </a:lnTo>
                  <a:lnTo>
                    <a:pt x="2703" y="9191"/>
                  </a:lnTo>
                  <a:lnTo>
                    <a:pt x="2240" y="9346"/>
                  </a:lnTo>
                  <a:lnTo>
                    <a:pt x="1969" y="9384"/>
                  </a:lnTo>
                  <a:lnTo>
                    <a:pt x="1661" y="9423"/>
                  </a:lnTo>
                  <a:lnTo>
                    <a:pt x="1313" y="9384"/>
                  </a:lnTo>
                  <a:lnTo>
                    <a:pt x="1004" y="9346"/>
                  </a:lnTo>
                  <a:lnTo>
                    <a:pt x="734" y="9191"/>
                  </a:lnTo>
                  <a:lnTo>
                    <a:pt x="541" y="9037"/>
                  </a:lnTo>
                  <a:lnTo>
                    <a:pt x="463" y="8921"/>
                  </a:lnTo>
                  <a:lnTo>
                    <a:pt x="386" y="8805"/>
                  </a:lnTo>
                  <a:lnTo>
                    <a:pt x="348" y="8650"/>
                  </a:lnTo>
                  <a:lnTo>
                    <a:pt x="309" y="8496"/>
                  </a:lnTo>
                  <a:lnTo>
                    <a:pt x="579" y="8612"/>
                  </a:lnTo>
                  <a:lnTo>
                    <a:pt x="888" y="8728"/>
                  </a:lnTo>
                  <a:lnTo>
                    <a:pt x="1197" y="8766"/>
                  </a:lnTo>
                  <a:lnTo>
                    <a:pt x="1506" y="8766"/>
                  </a:lnTo>
                  <a:lnTo>
                    <a:pt x="1815" y="8728"/>
                  </a:lnTo>
                  <a:lnTo>
                    <a:pt x="2124" y="8650"/>
                  </a:lnTo>
                  <a:lnTo>
                    <a:pt x="2742" y="8457"/>
                  </a:lnTo>
                  <a:lnTo>
                    <a:pt x="3321" y="8187"/>
                  </a:lnTo>
                  <a:lnTo>
                    <a:pt x="3939" y="7917"/>
                  </a:lnTo>
                  <a:lnTo>
                    <a:pt x="4981" y="7299"/>
                  </a:lnTo>
                  <a:lnTo>
                    <a:pt x="6526" y="6372"/>
                  </a:lnTo>
                  <a:lnTo>
                    <a:pt x="7298" y="5832"/>
                  </a:lnTo>
                  <a:lnTo>
                    <a:pt x="8071" y="5291"/>
                  </a:lnTo>
                  <a:lnTo>
                    <a:pt x="8804" y="4750"/>
                  </a:lnTo>
                  <a:lnTo>
                    <a:pt x="9499" y="4133"/>
                  </a:lnTo>
                  <a:lnTo>
                    <a:pt x="10156" y="3515"/>
                  </a:lnTo>
                  <a:lnTo>
                    <a:pt x="10774" y="2820"/>
                  </a:lnTo>
                  <a:lnTo>
                    <a:pt x="10967" y="2588"/>
                  </a:lnTo>
                  <a:lnTo>
                    <a:pt x="11121" y="2356"/>
                  </a:lnTo>
                  <a:lnTo>
                    <a:pt x="11276" y="2047"/>
                  </a:lnTo>
                  <a:lnTo>
                    <a:pt x="11391" y="1777"/>
                  </a:lnTo>
                  <a:lnTo>
                    <a:pt x="11469" y="1468"/>
                  </a:lnTo>
                  <a:lnTo>
                    <a:pt x="11507" y="1159"/>
                  </a:lnTo>
                  <a:lnTo>
                    <a:pt x="11430" y="889"/>
                  </a:lnTo>
                  <a:lnTo>
                    <a:pt x="11314" y="580"/>
                  </a:lnTo>
                  <a:lnTo>
                    <a:pt x="11237" y="464"/>
                  </a:lnTo>
                  <a:close/>
                  <a:moveTo>
                    <a:pt x="9924" y="1"/>
                  </a:moveTo>
                  <a:lnTo>
                    <a:pt x="9654" y="39"/>
                  </a:lnTo>
                  <a:lnTo>
                    <a:pt x="9306" y="117"/>
                  </a:lnTo>
                  <a:lnTo>
                    <a:pt x="8920" y="194"/>
                  </a:lnTo>
                  <a:lnTo>
                    <a:pt x="8186" y="503"/>
                  </a:lnTo>
                  <a:lnTo>
                    <a:pt x="7491" y="850"/>
                  </a:lnTo>
                  <a:lnTo>
                    <a:pt x="6835" y="1198"/>
                  </a:lnTo>
                  <a:lnTo>
                    <a:pt x="6101" y="1584"/>
                  </a:lnTo>
                  <a:lnTo>
                    <a:pt x="5406" y="2009"/>
                  </a:lnTo>
                  <a:lnTo>
                    <a:pt x="4750" y="2472"/>
                  </a:lnTo>
                  <a:lnTo>
                    <a:pt x="4093" y="2974"/>
                  </a:lnTo>
                  <a:lnTo>
                    <a:pt x="3360" y="3553"/>
                  </a:lnTo>
                  <a:lnTo>
                    <a:pt x="2665" y="4210"/>
                  </a:lnTo>
                  <a:lnTo>
                    <a:pt x="1969" y="4866"/>
                  </a:lnTo>
                  <a:lnTo>
                    <a:pt x="1352" y="5600"/>
                  </a:lnTo>
                  <a:lnTo>
                    <a:pt x="888" y="6141"/>
                  </a:lnTo>
                  <a:lnTo>
                    <a:pt x="618" y="6449"/>
                  </a:lnTo>
                  <a:lnTo>
                    <a:pt x="348" y="6797"/>
                  </a:lnTo>
                  <a:lnTo>
                    <a:pt x="155" y="7145"/>
                  </a:lnTo>
                  <a:lnTo>
                    <a:pt x="0" y="7492"/>
                  </a:lnTo>
                  <a:lnTo>
                    <a:pt x="0" y="7685"/>
                  </a:lnTo>
                  <a:lnTo>
                    <a:pt x="0" y="7840"/>
                  </a:lnTo>
                  <a:lnTo>
                    <a:pt x="0" y="8033"/>
                  </a:lnTo>
                  <a:lnTo>
                    <a:pt x="77" y="8187"/>
                  </a:lnTo>
                  <a:lnTo>
                    <a:pt x="77" y="8264"/>
                  </a:lnTo>
                  <a:lnTo>
                    <a:pt x="77" y="8342"/>
                  </a:lnTo>
                  <a:lnTo>
                    <a:pt x="39" y="8496"/>
                  </a:lnTo>
                  <a:lnTo>
                    <a:pt x="39" y="8650"/>
                  </a:lnTo>
                  <a:lnTo>
                    <a:pt x="77" y="8805"/>
                  </a:lnTo>
                  <a:lnTo>
                    <a:pt x="116" y="8959"/>
                  </a:lnTo>
                  <a:lnTo>
                    <a:pt x="309" y="9230"/>
                  </a:lnTo>
                  <a:lnTo>
                    <a:pt x="541" y="9500"/>
                  </a:lnTo>
                  <a:lnTo>
                    <a:pt x="734" y="9616"/>
                  </a:lnTo>
                  <a:lnTo>
                    <a:pt x="965" y="9732"/>
                  </a:lnTo>
                  <a:lnTo>
                    <a:pt x="1236" y="9770"/>
                  </a:lnTo>
                  <a:lnTo>
                    <a:pt x="1467" y="9809"/>
                  </a:lnTo>
                  <a:lnTo>
                    <a:pt x="1583" y="9963"/>
                  </a:lnTo>
                  <a:lnTo>
                    <a:pt x="1815" y="9770"/>
                  </a:lnTo>
                  <a:lnTo>
                    <a:pt x="1892" y="9770"/>
                  </a:lnTo>
                  <a:lnTo>
                    <a:pt x="1892" y="9848"/>
                  </a:lnTo>
                  <a:lnTo>
                    <a:pt x="1931" y="9848"/>
                  </a:lnTo>
                  <a:lnTo>
                    <a:pt x="2008" y="9770"/>
                  </a:lnTo>
                  <a:lnTo>
                    <a:pt x="2394" y="9654"/>
                  </a:lnTo>
                  <a:lnTo>
                    <a:pt x="2935" y="9500"/>
                  </a:lnTo>
                  <a:lnTo>
                    <a:pt x="3514" y="9268"/>
                  </a:lnTo>
                  <a:lnTo>
                    <a:pt x="4055" y="9037"/>
                  </a:lnTo>
                  <a:lnTo>
                    <a:pt x="4557" y="8766"/>
                  </a:lnTo>
                  <a:lnTo>
                    <a:pt x="5599" y="8148"/>
                  </a:lnTo>
                  <a:lnTo>
                    <a:pt x="6603" y="7492"/>
                  </a:lnTo>
                  <a:lnTo>
                    <a:pt x="6758" y="7376"/>
                  </a:lnTo>
                  <a:lnTo>
                    <a:pt x="7839" y="6643"/>
                  </a:lnTo>
                  <a:lnTo>
                    <a:pt x="8688" y="5986"/>
                  </a:lnTo>
                  <a:lnTo>
                    <a:pt x="9538" y="5330"/>
                  </a:lnTo>
                  <a:lnTo>
                    <a:pt x="10388" y="4596"/>
                  </a:lnTo>
                  <a:lnTo>
                    <a:pt x="10774" y="4171"/>
                  </a:lnTo>
                  <a:lnTo>
                    <a:pt x="11121" y="3785"/>
                  </a:lnTo>
                  <a:lnTo>
                    <a:pt x="11160" y="3901"/>
                  </a:lnTo>
                  <a:lnTo>
                    <a:pt x="11430" y="3824"/>
                  </a:lnTo>
                  <a:lnTo>
                    <a:pt x="11932" y="4094"/>
                  </a:lnTo>
                  <a:lnTo>
                    <a:pt x="12087" y="3824"/>
                  </a:lnTo>
                  <a:lnTo>
                    <a:pt x="11353" y="3476"/>
                  </a:lnTo>
                  <a:lnTo>
                    <a:pt x="11662" y="3051"/>
                  </a:lnTo>
                  <a:lnTo>
                    <a:pt x="11932" y="2588"/>
                  </a:lnTo>
                  <a:lnTo>
                    <a:pt x="12087" y="2202"/>
                  </a:lnTo>
                  <a:lnTo>
                    <a:pt x="12164" y="1816"/>
                  </a:lnTo>
                  <a:lnTo>
                    <a:pt x="12395" y="1623"/>
                  </a:lnTo>
                  <a:lnTo>
                    <a:pt x="12164" y="1391"/>
                  </a:lnTo>
                  <a:lnTo>
                    <a:pt x="12125" y="1082"/>
                  </a:lnTo>
                  <a:lnTo>
                    <a:pt x="12048" y="812"/>
                  </a:lnTo>
                  <a:lnTo>
                    <a:pt x="11932" y="580"/>
                  </a:lnTo>
                  <a:lnTo>
                    <a:pt x="11778" y="387"/>
                  </a:lnTo>
                  <a:lnTo>
                    <a:pt x="11585" y="194"/>
                  </a:lnTo>
                  <a:lnTo>
                    <a:pt x="11353" y="78"/>
                  </a:lnTo>
                  <a:lnTo>
                    <a:pt x="11044" y="39"/>
                  </a:lnTo>
                  <a:lnTo>
                    <a:pt x="10735" y="39"/>
                  </a:lnTo>
                  <a:lnTo>
                    <a:pt x="10619" y="78"/>
                  </a:lnTo>
                  <a:lnTo>
                    <a:pt x="1038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5"/>
            <p:cNvSpPr/>
            <p:nvPr/>
          </p:nvSpPr>
          <p:spPr>
            <a:xfrm>
              <a:off x="902300" y="1957275"/>
              <a:ext cx="17400" cy="181500"/>
            </a:xfrm>
            <a:custGeom>
              <a:avLst/>
              <a:gdLst/>
              <a:ahLst/>
              <a:cxnLst/>
              <a:rect l="l" t="t" r="r" b="b"/>
              <a:pathLst>
                <a:path w="696" h="7260" extrusionOk="0">
                  <a:moveTo>
                    <a:pt x="425" y="0"/>
                  </a:moveTo>
                  <a:lnTo>
                    <a:pt x="348" y="888"/>
                  </a:lnTo>
                  <a:lnTo>
                    <a:pt x="232" y="1815"/>
                  </a:lnTo>
                  <a:lnTo>
                    <a:pt x="154" y="3630"/>
                  </a:lnTo>
                  <a:lnTo>
                    <a:pt x="0" y="7260"/>
                  </a:lnTo>
                  <a:lnTo>
                    <a:pt x="193" y="7260"/>
                  </a:lnTo>
                  <a:lnTo>
                    <a:pt x="425" y="5484"/>
                  </a:lnTo>
                  <a:lnTo>
                    <a:pt x="579" y="3669"/>
                  </a:lnTo>
                  <a:lnTo>
                    <a:pt x="695" y="1854"/>
                  </a:lnTo>
                  <a:lnTo>
                    <a:pt x="695" y="927"/>
                  </a:lnTo>
                  <a:lnTo>
                    <a:pt x="695" y="39"/>
                  </a:lnTo>
                  <a:lnTo>
                    <a:pt x="42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5"/>
            <p:cNvSpPr/>
            <p:nvPr/>
          </p:nvSpPr>
          <p:spPr>
            <a:xfrm>
              <a:off x="779675" y="1997825"/>
              <a:ext cx="121675" cy="144825"/>
            </a:xfrm>
            <a:custGeom>
              <a:avLst/>
              <a:gdLst/>
              <a:ahLst/>
              <a:cxnLst/>
              <a:rect l="l" t="t" r="r" b="b"/>
              <a:pathLst>
                <a:path w="4867" h="5793" extrusionOk="0">
                  <a:moveTo>
                    <a:pt x="155" y="0"/>
                  </a:moveTo>
                  <a:lnTo>
                    <a:pt x="1" y="155"/>
                  </a:lnTo>
                  <a:lnTo>
                    <a:pt x="1198" y="1545"/>
                  </a:lnTo>
                  <a:lnTo>
                    <a:pt x="2356" y="2935"/>
                  </a:lnTo>
                  <a:lnTo>
                    <a:pt x="2897" y="3630"/>
                  </a:lnTo>
                  <a:lnTo>
                    <a:pt x="3476" y="4402"/>
                  </a:lnTo>
                  <a:lnTo>
                    <a:pt x="4056" y="5097"/>
                  </a:lnTo>
                  <a:lnTo>
                    <a:pt x="4326" y="5445"/>
                  </a:lnTo>
                  <a:lnTo>
                    <a:pt x="4635" y="5792"/>
                  </a:lnTo>
                  <a:lnTo>
                    <a:pt x="4828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5" y="5252"/>
                  </a:lnTo>
                  <a:lnTo>
                    <a:pt x="4403" y="4866"/>
                  </a:lnTo>
                  <a:lnTo>
                    <a:pt x="3862" y="4170"/>
                  </a:lnTo>
                  <a:lnTo>
                    <a:pt x="2704" y="2780"/>
                  </a:lnTo>
                  <a:lnTo>
                    <a:pt x="1468" y="1352"/>
                  </a:lnTo>
                  <a:lnTo>
                    <a:pt x="812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5"/>
            <p:cNvSpPr/>
            <p:nvPr/>
          </p:nvSpPr>
          <p:spPr>
            <a:xfrm>
              <a:off x="781625" y="1619400"/>
              <a:ext cx="153500" cy="186325"/>
            </a:xfrm>
            <a:custGeom>
              <a:avLst/>
              <a:gdLst/>
              <a:ahLst/>
              <a:cxnLst/>
              <a:rect l="l" t="t" r="r" b="b"/>
              <a:pathLst>
                <a:path w="6140" h="7453" extrusionOk="0">
                  <a:moveTo>
                    <a:pt x="888" y="5908"/>
                  </a:moveTo>
                  <a:lnTo>
                    <a:pt x="1081" y="5985"/>
                  </a:lnTo>
                  <a:lnTo>
                    <a:pt x="1236" y="6024"/>
                  </a:lnTo>
                  <a:lnTo>
                    <a:pt x="1390" y="6178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0" y="6796"/>
                  </a:lnTo>
                  <a:lnTo>
                    <a:pt x="1236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89"/>
                  </a:lnTo>
                  <a:lnTo>
                    <a:pt x="464" y="6835"/>
                  </a:lnTo>
                  <a:lnTo>
                    <a:pt x="425" y="6719"/>
                  </a:lnTo>
                  <a:lnTo>
                    <a:pt x="386" y="6642"/>
                  </a:lnTo>
                  <a:lnTo>
                    <a:pt x="348" y="6487"/>
                  </a:lnTo>
                  <a:lnTo>
                    <a:pt x="386" y="6371"/>
                  </a:lnTo>
                  <a:lnTo>
                    <a:pt x="425" y="6256"/>
                  </a:lnTo>
                  <a:lnTo>
                    <a:pt x="502" y="6178"/>
                  </a:lnTo>
                  <a:lnTo>
                    <a:pt x="695" y="6024"/>
                  </a:lnTo>
                  <a:lnTo>
                    <a:pt x="888" y="5908"/>
                  </a:lnTo>
                  <a:close/>
                  <a:moveTo>
                    <a:pt x="5908" y="0"/>
                  </a:moveTo>
                  <a:lnTo>
                    <a:pt x="5831" y="39"/>
                  </a:lnTo>
                  <a:lnTo>
                    <a:pt x="5522" y="309"/>
                  </a:lnTo>
                  <a:lnTo>
                    <a:pt x="5175" y="618"/>
                  </a:lnTo>
                  <a:lnTo>
                    <a:pt x="4595" y="1313"/>
                  </a:lnTo>
                  <a:lnTo>
                    <a:pt x="4016" y="2047"/>
                  </a:lnTo>
                  <a:lnTo>
                    <a:pt x="3437" y="2780"/>
                  </a:lnTo>
                  <a:lnTo>
                    <a:pt x="2278" y="4132"/>
                  </a:lnTo>
                  <a:lnTo>
                    <a:pt x="1738" y="4866"/>
                  </a:lnTo>
                  <a:lnTo>
                    <a:pt x="1197" y="5561"/>
                  </a:lnTo>
                  <a:lnTo>
                    <a:pt x="1043" y="5522"/>
                  </a:lnTo>
                  <a:lnTo>
                    <a:pt x="888" y="5522"/>
                  </a:lnTo>
                  <a:lnTo>
                    <a:pt x="772" y="5561"/>
                  </a:lnTo>
                  <a:lnTo>
                    <a:pt x="618" y="5599"/>
                  </a:lnTo>
                  <a:lnTo>
                    <a:pt x="541" y="5676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0" y="6333"/>
                  </a:lnTo>
                  <a:lnTo>
                    <a:pt x="0" y="6487"/>
                  </a:lnTo>
                  <a:lnTo>
                    <a:pt x="0" y="6603"/>
                  </a:lnTo>
                  <a:lnTo>
                    <a:pt x="39" y="6796"/>
                  </a:lnTo>
                  <a:lnTo>
                    <a:pt x="116" y="6989"/>
                  </a:lnTo>
                  <a:lnTo>
                    <a:pt x="193" y="7144"/>
                  </a:lnTo>
                  <a:lnTo>
                    <a:pt x="348" y="7260"/>
                  </a:lnTo>
                  <a:lnTo>
                    <a:pt x="502" y="7375"/>
                  </a:lnTo>
                  <a:lnTo>
                    <a:pt x="695" y="7453"/>
                  </a:lnTo>
                  <a:lnTo>
                    <a:pt x="1081" y="7453"/>
                  </a:lnTo>
                  <a:lnTo>
                    <a:pt x="1274" y="7414"/>
                  </a:lnTo>
                  <a:lnTo>
                    <a:pt x="1429" y="7298"/>
                  </a:lnTo>
                  <a:lnTo>
                    <a:pt x="1583" y="7182"/>
                  </a:lnTo>
                  <a:lnTo>
                    <a:pt x="1699" y="7067"/>
                  </a:lnTo>
                  <a:lnTo>
                    <a:pt x="1815" y="6873"/>
                  </a:lnTo>
                  <a:lnTo>
                    <a:pt x="1854" y="6680"/>
                  </a:lnTo>
                  <a:lnTo>
                    <a:pt x="1892" y="6526"/>
                  </a:lnTo>
                  <a:lnTo>
                    <a:pt x="1854" y="6333"/>
                  </a:lnTo>
                  <a:lnTo>
                    <a:pt x="1815" y="6178"/>
                  </a:lnTo>
                  <a:lnTo>
                    <a:pt x="1738" y="6024"/>
                  </a:lnTo>
                  <a:lnTo>
                    <a:pt x="1661" y="5908"/>
                  </a:lnTo>
                  <a:lnTo>
                    <a:pt x="1545" y="5792"/>
                  </a:lnTo>
                  <a:lnTo>
                    <a:pt x="2163" y="5097"/>
                  </a:lnTo>
                  <a:lnTo>
                    <a:pt x="2742" y="4402"/>
                  </a:lnTo>
                  <a:lnTo>
                    <a:pt x="3939" y="3012"/>
                  </a:lnTo>
                  <a:lnTo>
                    <a:pt x="4479" y="2394"/>
                  </a:lnTo>
                  <a:lnTo>
                    <a:pt x="5097" y="1699"/>
                  </a:lnTo>
                  <a:lnTo>
                    <a:pt x="5638" y="1043"/>
                  </a:lnTo>
                  <a:lnTo>
                    <a:pt x="5908" y="657"/>
                  </a:lnTo>
                  <a:lnTo>
                    <a:pt x="6101" y="309"/>
                  </a:lnTo>
                  <a:lnTo>
                    <a:pt x="6140" y="193"/>
                  </a:lnTo>
                  <a:lnTo>
                    <a:pt x="6063" y="77"/>
                  </a:lnTo>
                  <a:lnTo>
                    <a:pt x="598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5"/>
            <p:cNvSpPr/>
            <p:nvPr/>
          </p:nvSpPr>
          <p:spPr>
            <a:xfrm>
              <a:off x="752650" y="1995875"/>
              <a:ext cx="30925" cy="168975"/>
            </a:xfrm>
            <a:custGeom>
              <a:avLst/>
              <a:gdLst/>
              <a:ahLst/>
              <a:cxnLst/>
              <a:rect l="l" t="t" r="r" b="b"/>
              <a:pathLst>
                <a:path w="1237" h="6759" extrusionOk="0">
                  <a:moveTo>
                    <a:pt x="1121" y="1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8"/>
                  </a:lnTo>
                  <a:lnTo>
                    <a:pt x="850" y="117"/>
                  </a:lnTo>
                  <a:lnTo>
                    <a:pt x="541" y="1738"/>
                  </a:lnTo>
                  <a:lnTo>
                    <a:pt x="310" y="3399"/>
                  </a:lnTo>
                  <a:lnTo>
                    <a:pt x="117" y="5059"/>
                  </a:lnTo>
                  <a:lnTo>
                    <a:pt x="1" y="6720"/>
                  </a:lnTo>
                  <a:lnTo>
                    <a:pt x="232" y="6758"/>
                  </a:lnTo>
                  <a:lnTo>
                    <a:pt x="503" y="5137"/>
                  </a:lnTo>
                  <a:lnTo>
                    <a:pt x="773" y="3515"/>
                  </a:lnTo>
                  <a:lnTo>
                    <a:pt x="966" y="1854"/>
                  </a:lnTo>
                  <a:lnTo>
                    <a:pt x="1082" y="233"/>
                  </a:lnTo>
                  <a:lnTo>
                    <a:pt x="1236" y="78"/>
                  </a:lnTo>
                  <a:lnTo>
                    <a:pt x="1236" y="39"/>
                  </a:lnTo>
                  <a:lnTo>
                    <a:pt x="11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5"/>
            <p:cNvSpPr/>
            <p:nvPr/>
          </p:nvSpPr>
          <p:spPr>
            <a:xfrm>
              <a:off x="527725" y="164737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5"/>
                  </a:lnTo>
                  <a:lnTo>
                    <a:pt x="7530" y="6141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0" y="6565"/>
                  </a:lnTo>
                  <a:lnTo>
                    <a:pt x="7492" y="6681"/>
                  </a:lnTo>
                  <a:lnTo>
                    <a:pt x="7337" y="6797"/>
                  </a:lnTo>
                  <a:lnTo>
                    <a:pt x="7106" y="6913"/>
                  </a:lnTo>
                  <a:lnTo>
                    <a:pt x="6913" y="6913"/>
                  </a:lnTo>
                  <a:lnTo>
                    <a:pt x="6719" y="6836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6" y="6102"/>
                  </a:lnTo>
                  <a:lnTo>
                    <a:pt x="6642" y="5909"/>
                  </a:lnTo>
                  <a:lnTo>
                    <a:pt x="6797" y="5754"/>
                  </a:lnTo>
                  <a:close/>
                  <a:moveTo>
                    <a:pt x="232" y="1"/>
                  </a:moveTo>
                  <a:lnTo>
                    <a:pt x="155" y="40"/>
                  </a:lnTo>
                  <a:lnTo>
                    <a:pt x="78" y="40"/>
                  </a:lnTo>
                  <a:lnTo>
                    <a:pt x="39" y="117"/>
                  </a:lnTo>
                  <a:lnTo>
                    <a:pt x="0" y="233"/>
                  </a:lnTo>
                  <a:lnTo>
                    <a:pt x="0" y="310"/>
                  </a:lnTo>
                  <a:lnTo>
                    <a:pt x="39" y="387"/>
                  </a:lnTo>
                  <a:lnTo>
                    <a:pt x="425" y="773"/>
                  </a:lnTo>
                  <a:lnTo>
                    <a:pt x="811" y="1121"/>
                  </a:lnTo>
                  <a:lnTo>
                    <a:pt x="1622" y="1777"/>
                  </a:lnTo>
                  <a:lnTo>
                    <a:pt x="3399" y="3206"/>
                  </a:lnTo>
                  <a:lnTo>
                    <a:pt x="4866" y="4442"/>
                  </a:lnTo>
                  <a:lnTo>
                    <a:pt x="5638" y="5021"/>
                  </a:lnTo>
                  <a:lnTo>
                    <a:pt x="6411" y="5600"/>
                  </a:lnTo>
                  <a:lnTo>
                    <a:pt x="6295" y="5677"/>
                  </a:lnTo>
                  <a:lnTo>
                    <a:pt x="6217" y="5793"/>
                  </a:lnTo>
                  <a:lnTo>
                    <a:pt x="6102" y="6102"/>
                  </a:lnTo>
                  <a:lnTo>
                    <a:pt x="6063" y="6411"/>
                  </a:lnTo>
                  <a:lnTo>
                    <a:pt x="6102" y="6681"/>
                  </a:lnTo>
                  <a:lnTo>
                    <a:pt x="6179" y="6836"/>
                  </a:lnTo>
                  <a:lnTo>
                    <a:pt x="6295" y="6990"/>
                  </a:lnTo>
                  <a:lnTo>
                    <a:pt x="6411" y="7145"/>
                  </a:lnTo>
                  <a:lnTo>
                    <a:pt x="6565" y="7222"/>
                  </a:lnTo>
                  <a:lnTo>
                    <a:pt x="6719" y="7299"/>
                  </a:lnTo>
                  <a:lnTo>
                    <a:pt x="6874" y="7338"/>
                  </a:lnTo>
                  <a:lnTo>
                    <a:pt x="7067" y="7338"/>
                  </a:lnTo>
                  <a:lnTo>
                    <a:pt x="7260" y="7299"/>
                  </a:lnTo>
                  <a:lnTo>
                    <a:pt x="7453" y="7260"/>
                  </a:lnTo>
                  <a:lnTo>
                    <a:pt x="7608" y="7145"/>
                  </a:lnTo>
                  <a:lnTo>
                    <a:pt x="7723" y="7029"/>
                  </a:lnTo>
                  <a:lnTo>
                    <a:pt x="7839" y="6913"/>
                  </a:lnTo>
                  <a:lnTo>
                    <a:pt x="7955" y="6758"/>
                  </a:lnTo>
                  <a:lnTo>
                    <a:pt x="7994" y="6565"/>
                  </a:lnTo>
                  <a:lnTo>
                    <a:pt x="8032" y="6411"/>
                  </a:lnTo>
                  <a:lnTo>
                    <a:pt x="8032" y="6218"/>
                  </a:lnTo>
                  <a:lnTo>
                    <a:pt x="7955" y="6025"/>
                  </a:lnTo>
                  <a:lnTo>
                    <a:pt x="7839" y="5870"/>
                  </a:lnTo>
                  <a:lnTo>
                    <a:pt x="7723" y="5716"/>
                  </a:lnTo>
                  <a:lnTo>
                    <a:pt x="7569" y="5600"/>
                  </a:lnTo>
                  <a:lnTo>
                    <a:pt x="7415" y="5523"/>
                  </a:lnTo>
                  <a:lnTo>
                    <a:pt x="7221" y="5446"/>
                  </a:lnTo>
                  <a:lnTo>
                    <a:pt x="7028" y="5446"/>
                  </a:lnTo>
                  <a:lnTo>
                    <a:pt x="6835" y="5484"/>
                  </a:lnTo>
                  <a:lnTo>
                    <a:pt x="6024" y="4712"/>
                  </a:lnTo>
                  <a:lnTo>
                    <a:pt x="5213" y="4017"/>
                  </a:lnTo>
                  <a:lnTo>
                    <a:pt x="3514" y="2627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9"/>
                  </a:lnTo>
                  <a:lnTo>
                    <a:pt x="734" y="310"/>
                  </a:lnTo>
                  <a:lnTo>
                    <a:pt x="309" y="40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5"/>
            <p:cNvSpPr/>
            <p:nvPr/>
          </p:nvSpPr>
          <p:spPr>
            <a:xfrm>
              <a:off x="668675" y="1916725"/>
              <a:ext cx="350450" cy="288675"/>
            </a:xfrm>
            <a:custGeom>
              <a:avLst/>
              <a:gdLst/>
              <a:ahLst/>
              <a:cxnLst/>
              <a:rect l="l" t="t" r="r" b="b"/>
              <a:pathLst>
                <a:path w="14018" h="11547" extrusionOk="0">
                  <a:moveTo>
                    <a:pt x="11778" y="0"/>
                  </a:moveTo>
                  <a:lnTo>
                    <a:pt x="11469" y="78"/>
                  </a:lnTo>
                  <a:lnTo>
                    <a:pt x="11855" y="1931"/>
                  </a:lnTo>
                  <a:lnTo>
                    <a:pt x="12280" y="3746"/>
                  </a:lnTo>
                  <a:lnTo>
                    <a:pt x="11507" y="2781"/>
                  </a:lnTo>
                  <a:lnTo>
                    <a:pt x="10658" y="1893"/>
                  </a:lnTo>
                  <a:lnTo>
                    <a:pt x="10426" y="2086"/>
                  </a:lnTo>
                  <a:lnTo>
                    <a:pt x="11469" y="3437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8"/>
                  </a:lnTo>
                  <a:lnTo>
                    <a:pt x="13168" y="5522"/>
                  </a:lnTo>
                  <a:lnTo>
                    <a:pt x="13438" y="5715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0"/>
                  </a:lnTo>
                  <a:lnTo>
                    <a:pt x="13631" y="6681"/>
                  </a:lnTo>
                  <a:lnTo>
                    <a:pt x="13515" y="6912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3" y="7955"/>
                  </a:lnTo>
                  <a:lnTo>
                    <a:pt x="12203" y="8418"/>
                  </a:lnTo>
                  <a:lnTo>
                    <a:pt x="11739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2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0" y="11160"/>
                  </a:lnTo>
                  <a:lnTo>
                    <a:pt x="3630" y="11160"/>
                  </a:lnTo>
                  <a:lnTo>
                    <a:pt x="3012" y="11121"/>
                  </a:lnTo>
                  <a:lnTo>
                    <a:pt x="2356" y="11044"/>
                  </a:lnTo>
                  <a:lnTo>
                    <a:pt x="1661" y="10928"/>
                  </a:lnTo>
                  <a:lnTo>
                    <a:pt x="1352" y="10813"/>
                  </a:lnTo>
                  <a:lnTo>
                    <a:pt x="1081" y="10697"/>
                  </a:lnTo>
                  <a:lnTo>
                    <a:pt x="811" y="10542"/>
                  </a:lnTo>
                  <a:lnTo>
                    <a:pt x="618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1"/>
                  </a:lnTo>
                  <a:lnTo>
                    <a:pt x="386" y="9461"/>
                  </a:lnTo>
                  <a:lnTo>
                    <a:pt x="155" y="9422"/>
                  </a:lnTo>
                  <a:lnTo>
                    <a:pt x="39" y="9654"/>
                  </a:lnTo>
                  <a:lnTo>
                    <a:pt x="0" y="9886"/>
                  </a:lnTo>
                  <a:lnTo>
                    <a:pt x="39" y="10117"/>
                  </a:lnTo>
                  <a:lnTo>
                    <a:pt x="77" y="10311"/>
                  </a:lnTo>
                  <a:lnTo>
                    <a:pt x="193" y="10465"/>
                  </a:lnTo>
                  <a:lnTo>
                    <a:pt x="348" y="10619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7"/>
                  </a:lnTo>
                  <a:lnTo>
                    <a:pt x="2201" y="11353"/>
                  </a:lnTo>
                  <a:lnTo>
                    <a:pt x="2626" y="11430"/>
                  </a:lnTo>
                  <a:lnTo>
                    <a:pt x="3321" y="11508"/>
                  </a:lnTo>
                  <a:lnTo>
                    <a:pt x="3978" y="11546"/>
                  </a:lnTo>
                  <a:lnTo>
                    <a:pt x="4673" y="11546"/>
                  </a:lnTo>
                  <a:lnTo>
                    <a:pt x="5368" y="11508"/>
                  </a:lnTo>
                  <a:lnTo>
                    <a:pt x="6063" y="11430"/>
                  </a:lnTo>
                  <a:lnTo>
                    <a:pt x="6758" y="11315"/>
                  </a:lnTo>
                  <a:lnTo>
                    <a:pt x="7414" y="11160"/>
                  </a:lnTo>
                  <a:lnTo>
                    <a:pt x="8071" y="11006"/>
                  </a:lnTo>
                  <a:lnTo>
                    <a:pt x="8727" y="10774"/>
                  </a:lnTo>
                  <a:lnTo>
                    <a:pt x="9345" y="10542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1" y="9654"/>
                  </a:lnTo>
                  <a:lnTo>
                    <a:pt x="11701" y="9268"/>
                  </a:lnTo>
                  <a:lnTo>
                    <a:pt x="12241" y="8882"/>
                  </a:lnTo>
                  <a:lnTo>
                    <a:pt x="12743" y="8457"/>
                  </a:lnTo>
                  <a:lnTo>
                    <a:pt x="13168" y="8071"/>
                  </a:lnTo>
                  <a:lnTo>
                    <a:pt x="13554" y="7646"/>
                  </a:lnTo>
                  <a:lnTo>
                    <a:pt x="13747" y="7376"/>
                  </a:lnTo>
                  <a:lnTo>
                    <a:pt x="13863" y="7144"/>
                  </a:lnTo>
                  <a:lnTo>
                    <a:pt x="13979" y="6874"/>
                  </a:lnTo>
                  <a:lnTo>
                    <a:pt x="14017" y="6565"/>
                  </a:lnTo>
                  <a:lnTo>
                    <a:pt x="14017" y="6333"/>
                  </a:lnTo>
                  <a:lnTo>
                    <a:pt x="14017" y="6140"/>
                  </a:lnTo>
                  <a:lnTo>
                    <a:pt x="13940" y="5908"/>
                  </a:lnTo>
                  <a:lnTo>
                    <a:pt x="13863" y="5715"/>
                  </a:lnTo>
                  <a:lnTo>
                    <a:pt x="13747" y="5522"/>
                  </a:lnTo>
                  <a:lnTo>
                    <a:pt x="13593" y="5368"/>
                  </a:lnTo>
                  <a:lnTo>
                    <a:pt x="13438" y="5252"/>
                  </a:lnTo>
                  <a:lnTo>
                    <a:pt x="13245" y="5136"/>
                  </a:lnTo>
                  <a:lnTo>
                    <a:pt x="13091" y="5136"/>
                  </a:lnTo>
                  <a:lnTo>
                    <a:pt x="12820" y="3823"/>
                  </a:lnTo>
                  <a:lnTo>
                    <a:pt x="12511" y="2549"/>
                  </a:lnTo>
                  <a:lnTo>
                    <a:pt x="12164" y="1275"/>
                  </a:lnTo>
                  <a:lnTo>
                    <a:pt x="117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5"/>
            <p:cNvSpPr/>
            <p:nvPr/>
          </p:nvSpPr>
          <p:spPr>
            <a:xfrm>
              <a:off x="643575" y="2007475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0"/>
                  </a:moveTo>
                  <a:lnTo>
                    <a:pt x="0" y="39"/>
                  </a:lnTo>
                  <a:lnTo>
                    <a:pt x="1970" y="3205"/>
                  </a:lnTo>
                  <a:lnTo>
                    <a:pt x="4055" y="6333"/>
                  </a:lnTo>
                  <a:lnTo>
                    <a:pt x="3553" y="6294"/>
                  </a:lnTo>
                  <a:lnTo>
                    <a:pt x="3051" y="6179"/>
                  </a:lnTo>
                  <a:lnTo>
                    <a:pt x="2587" y="6024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5" y="6179"/>
                  </a:lnTo>
                  <a:lnTo>
                    <a:pt x="2472" y="6372"/>
                  </a:lnTo>
                  <a:lnTo>
                    <a:pt x="2858" y="6526"/>
                  </a:lnTo>
                  <a:lnTo>
                    <a:pt x="3283" y="6642"/>
                  </a:lnTo>
                  <a:lnTo>
                    <a:pt x="3707" y="6719"/>
                  </a:lnTo>
                  <a:lnTo>
                    <a:pt x="4132" y="6796"/>
                  </a:lnTo>
                  <a:lnTo>
                    <a:pt x="4595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8" y="6642"/>
                  </a:lnTo>
                  <a:lnTo>
                    <a:pt x="8148" y="6487"/>
                  </a:lnTo>
                  <a:lnTo>
                    <a:pt x="8959" y="6294"/>
                  </a:lnTo>
                  <a:lnTo>
                    <a:pt x="9770" y="6024"/>
                  </a:lnTo>
                  <a:lnTo>
                    <a:pt x="10581" y="5715"/>
                  </a:lnTo>
                  <a:lnTo>
                    <a:pt x="11314" y="5368"/>
                  </a:lnTo>
                  <a:lnTo>
                    <a:pt x="12009" y="4904"/>
                  </a:lnTo>
                  <a:lnTo>
                    <a:pt x="12357" y="4673"/>
                  </a:lnTo>
                  <a:lnTo>
                    <a:pt x="12666" y="4402"/>
                  </a:lnTo>
                  <a:lnTo>
                    <a:pt x="12975" y="4093"/>
                  </a:lnTo>
                  <a:lnTo>
                    <a:pt x="13284" y="3784"/>
                  </a:lnTo>
                  <a:lnTo>
                    <a:pt x="13515" y="3476"/>
                  </a:lnTo>
                  <a:lnTo>
                    <a:pt x="13786" y="3128"/>
                  </a:lnTo>
                  <a:lnTo>
                    <a:pt x="13979" y="2780"/>
                  </a:lnTo>
                  <a:lnTo>
                    <a:pt x="14211" y="2394"/>
                  </a:lnTo>
                  <a:lnTo>
                    <a:pt x="14211" y="2278"/>
                  </a:lnTo>
                  <a:lnTo>
                    <a:pt x="14172" y="2163"/>
                  </a:lnTo>
                  <a:lnTo>
                    <a:pt x="14172" y="2124"/>
                  </a:lnTo>
                  <a:lnTo>
                    <a:pt x="13863" y="2124"/>
                  </a:lnTo>
                  <a:lnTo>
                    <a:pt x="13824" y="2163"/>
                  </a:lnTo>
                  <a:lnTo>
                    <a:pt x="13554" y="2703"/>
                  </a:lnTo>
                  <a:lnTo>
                    <a:pt x="13207" y="3167"/>
                  </a:lnTo>
                  <a:lnTo>
                    <a:pt x="12859" y="3630"/>
                  </a:lnTo>
                  <a:lnTo>
                    <a:pt x="12473" y="4016"/>
                  </a:lnTo>
                  <a:lnTo>
                    <a:pt x="12009" y="4364"/>
                  </a:lnTo>
                  <a:lnTo>
                    <a:pt x="11546" y="4711"/>
                  </a:lnTo>
                  <a:lnTo>
                    <a:pt x="11083" y="4982"/>
                  </a:lnTo>
                  <a:lnTo>
                    <a:pt x="10542" y="5252"/>
                  </a:lnTo>
                  <a:lnTo>
                    <a:pt x="10349" y="5252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6"/>
                  </a:lnTo>
                  <a:lnTo>
                    <a:pt x="10156" y="5445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1"/>
                  </a:lnTo>
                  <a:lnTo>
                    <a:pt x="6758" y="6294"/>
                  </a:lnTo>
                  <a:lnTo>
                    <a:pt x="6217" y="6333"/>
                  </a:lnTo>
                  <a:lnTo>
                    <a:pt x="5677" y="6410"/>
                  </a:lnTo>
                  <a:lnTo>
                    <a:pt x="4557" y="6410"/>
                  </a:lnTo>
                  <a:lnTo>
                    <a:pt x="4595" y="6294"/>
                  </a:lnTo>
                  <a:lnTo>
                    <a:pt x="4364" y="6256"/>
                  </a:lnTo>
                  <a:lnTo>
                    <a:pt x="3398" y="4634"/>
                  </a:lnTo>
                  <a:lnTo>
                    <a:pt x="2356" y="3012"/>
                  </a:lnTo>
                  <a:lnTo>
                    <a:pt x="1275" y="1468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5"/>
            <p:cNvSpPr/>
            <p:nvPr/>
          </p:nvSpPr>
          <p:spPr>
            <a:xfrm>
              <a:off x="633925" y="2005525"/>
              <a:ext cx="61800" cy="160300"/>
            </a:xfrm>
            <a:custGeom>
              <a:avLst/>
              <a:gdLst/>
              <a:ahLst/>
              <a:cxnLst/>
              <a:rect l="l" t="t" r="r" b="b"/>
              <a:pathLst>
                <a:path w="2472" h="6412" extrusionOk="0">
                  <a:moveTo>
                    <a:pt x="309" y="1"/>
                  </a:moveTo>
                  <a:lnTo>
                    <a:pt x="0" y="78"/>
                  </a:lnTo>
                  <a:lnTo>
                    <a:pt x="193" y="928"/>
                  </a:lnTo>
                  <a:lnTo>
                    <a:pt x="425" y="1777"/>
                  </a:lnTo>
                  <a:lnTo>
                    <a:pt x="657" y="2627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5"/>
                  </a:lnTo>
                  <a:lnTo>
                    <a:pt x="1661" y="5716"/>
                  </a:lnTo>
                  <a:lnTo>
                    <a:pt x="1583" y="5793"/>
                  </a:lnTo>
                  <a:lnTo>
                    <a:pt x="1545" y="5870"/>
                  </a:lnTo>
                  <a:lnTo>
                    <a:pt x="1776" y="5909"/>
                  </a:lnTo>
                  <a:lnTo>
                    <a:pt x="1931" y="6141"/>
                  </a:lnTo>
                  <a:lnTo>
                    <a:pt x="2085" y="6334"/>
                  </a:lnTo>
                  <a:lnTo>
                    <a:pt x="2124" y="6411"/>
                  </a:lnTo>
                  <a:lnTo>
                    <a:pt x="2317" y="6411"/>
                  </a:lnTo>
                  <a:lnTo>
                    <a:pt x="2356" y="6334"/>
                  </a:lnTo>
                  <a:lnTo>
                    <a:pt x="2433" y="6295"/>
                  </a:lnTo>
                  <a:lnTo>
                    <a:pt x="2471" y="6257"/>
                  </a:lnTo>
                  <a:lnTo>
                    <a:pt x="2356" y="5948"/>
                  </a:lnTo>
                  <a:lnTo>
                    <a:pt x="2278" y="5948"/>
                  </a:lnTo>
                  <a:lnTo>
                    <a:pt x="2124" y="5600"/>
                  </a:lnTo>
                  <a:lnTo>
                    <a:pt x="1969" y="5214"/>
                  </a:lnTo>
                  <a:lnTo>
                    <a:pt x="1738" y="4442"/>
                  </a:lnTo>
                  <a:lnTo>
                    <a:pt x="1197" y="2936"/>
                  </a:lnTo>
                  <a:lnTo>
                    <a:pt x="734" y="1468"/>
                  </a:lnTo>
                  <a:lnTo>
                    <a:pt x="30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5"/>
            <p:cNvSpPr/>
            <p:nvPr/>
          </p:nvSpPr>
          <p:spPr>
            <a:xfrm>
              <a:off x="609775" y="1851075"/>
              <a:ext cx="353350" cy="159325"/>
            </a:xfrm>
            <a:custGeom>
              <a:avLst/>
              <a:gdLst/>
              <a:ahLst/>
              <a:cxnLst/>
              <a:rect l="l" t="t" r="r" b="b"/>
              <a:pathLst>
                <a:path w="14134" h="6373" extrusionOk="0">
                  <a:moveTo>
                    <a:pt x="11160" y="464"/>
                  </a:moveTo>
                  <a:lnTo>
                    <a:pt x="11624" y="503"/>
                  </a:lnTo>
                  <a:lnTo>
                    <a:pt x="12049" y="541"/>
                  </a:lnTo>
                  <a:lnTo>
                    <a:pt x="12435" y="657"/>
                  </a:lnTo>
                  <a:lnTo>
                    <a:pt x="12628" y="734"/>
                  </a:lnTo>
                  <a:lnTo>
                    <a:pt x="12744" y="812"/>
                  </a:lnTo>
                  <a:lnTo>
                    <a:pt x="12859" y="966"/>
                  </a:lnTo>
                  <a:lnTo>
                    <a:pt x="12937" y="1082"/>
                  </a:lnTo>
                  <a:lnTo>
                    <a:pt x="12975" y="1314"/>
                  </a:lnTo>
                  <a:lnTo>
                    <a:pt x="12975" y="1507"/>
                  </a:lnTo>
                  <a:lnTo>
                    <a:pt x="12937" y="1700"/>
                  </a:lnTo>
                  <a:lnTo>
                    <a:pt x="12821" y="1893"/>
                  </a:lnTo>
                  <a:lnTo>
                    <a:pt x="12705" y="2086"/>
                  </a:lnTo>
                  <a:lnTo>
                    <a:pt x="12589" y="2240"/>
                  </a:lnTo>
                  <a:lnTo>
                    <a:pt x="12242" y="2472"/>
                  </a:lnTo>
                  <a:lnTo>
                    <a:pt x="11817" y="2742"/>
                  </a:lnTo>
                  <a:lnTo>
                    <a:pt x="11392" y="2935"/>
                  </a:lnTo>
                  <a:lnTo>
                    <a:pt x="10658" y="3206"/>
                  </a:lnTo>
                  <a:lnTo>
                    <a:pt x="9925" y="3437"/>
                  </a:lnTo>
                  <a:lnTo>
                    <a:pt x="9152" y="3708"/>
                  </a:lnTo>
                  <a:lnTo>
                    <a:pt x="8380" y="3901"/>
                  </a:lnTo>
                  <a:lnTo>
                    <a:pt x="7608" y="4094"/>
                  </a:lnTo>
                  <a:lnTo>
                    <a:pt x="6797" y="4287"/>
                  </a:lnTo>
                  <a:lnTo>
                    <a:pt x="5909" y="4441"/>
                  </a:lnTo>
                  <a:lnTo>
                    <a:pt x="5021" y="4596"/>
                  </a:lnTo>
                  <a:lnTo>
                    <a:pt x="4133" y="4712"/>
                  </a:lnTo>
                  <a:lnTo>
                    <a:pt x="3244" y="4789"/>
                  </a:lnTo>
                  <a:lnTo>
                    <a:pt x="2202" y="4789"/>
                  </a:lnTo>
                  <a:lnTo>
                    <a:pt x="1854" y="4750"/>
                  </a:lnTo>
                  <a:lnTo>
                    <a:pt x="1507" y="4673"/>
                  </a:lnTo>
                  <a:lnTo>
                    <a:pt x="1198" y="4557"/>
                  </a:lnTo>
                  <a:lnTo>
                    <a:pt x="889" y="4441"/>
                  </a:lnTo>
                  <a:lnTo>
                    <a:pt x="580" y="4248"/>
                  </a:lnTo>
                  <a:lnTo>
                    <a:pt x="657" y="4171"/>
                  </a:lnTo>
                  <a:lnTo>
                    <a:pt x="696" y="4055"/>
                  </a:lnTo>
                  <a:lnTo>
                    <a:pt x="696" y="3939"/>
                  </a:lnTo>
                  <a:lnTo>
                    <a:pt x="734" y="3823"/>
                  </a:lnTo>
                  <a:lnTo>
                    <a:pt x="850" y="3630"/>
                  </a:lnTo>
                  <a:lnTo>
                    <a:pt x="1082" y="3437"/>
                  </a:lnTo>
                  <a:lnTo>
                    <a:pt x="1314" y="3244"/>
                  </a:lnTo>
                  <a:lnTo>
                    <a:pt x="1854" y="2935"/>
                  </a:lnTo>
                  <a:lnTo>
                    <a:pt x="2279" y="2704"/>
                  </a:lnTo>
                  <a:lnTo>
                    <a:pt x="3013" y="2356"/>
                  </a:lnTo>
                  <a:lnTo>
                    <a:pt x="3708" y="2009"/>
                  </a:lnTo>
                  <a:lnTo>
                    <a:pt x="4480" y="1700"/>
                  </a:lnTo>
                  <a:lnTo>
                    <a:pt x="5252" y="1429"/>
                  </a:lnTo>
                  <a:lnTo>
                    <a:pt x="6025" y="1198"/>
                  </a:lnTo>
                  <a:lnTo>
                    <a:pt x="6836" y="1005"/>
                  </a:lnTo>
                  <a:lnTo>
                    <a:pt x="7608" y="812"/>
                  </a:lnTo>
                  <a:lnTo>
                    <a:pt x="8419" y="696"/>
                  </a:lnTo>
                  <a:lnTo>
                    <a:pt x="9230" y="580"/>
                  </a:lnTo>
                  <a:lnTo>
                    <a:pt x="10041" y="541"/>
                  </a:lnTo>
                  <a:lnTo>
                    <a:pt x="10736" y="503"/>
                  </a:lnTo>
                  <a:lnTo>
                    <a:pt x="11160" y="464"/>
                  </a:lnTo>
                  <a:close/>
                  <a:moveTo>
                    <a:pt x="13477" y="1120"/>
                  </a:moveTo>
                  <a:lnTo>
                    <a:pt x="13632" y="1314"/>
                  </a:lnTo>
                  <a:lnTo>
                    <a:pt x="13709" y="1507"/>
                  </a:lnTo>
                  <a:lnTo>
                    <a:pt x="13748" y="1738"/>
                  </a:lnTo>
                  <a:lnTo>
                    <a:pt x="13709" y="2009"/>
                  </a:lnTo>
                  <a:lnTo>
                    <a:pt x="13632" y="2240"/>
                  </a:lnTo>
                  <a:lnTo>
                    <a:pt x="13516" y="2472"/>
                  </a:lnTo>
                  <a:lnTo>
                    <a:pt x="13400" y="2704"/>
                  </a:lnTo>
                  <a:lnTo>
                    <a:pt x="13207" y="2897"/>
                  </a:lnTo>
                  <a:lnTo>
                    <a:pt x="12859" y="3206"/>
                  </a:lnTo>
                  <a:lnTo>
                    <a:pt x="12473" y="3437"/>
                  </a:lnTo>
                  <a:lnTo>
                    <a:pt x="12049" y="3669"/>
                  </a:lnTo>
                  <a:lnTo>
                    <a:pt x="11624" y="3901"/>
                  </a:lnTo>
                  <a:lnTo>
                    <a:pt x="10658" y="4287"/>
                  </a:lnTo>
                  <a:lnTo>
                    <a:pt x="9732" y="4634"/>
                  </a:lnTo>
                  <a:lnTo>
                    <a:pt x="8766" y="4905"/>
                  </a:lnTo>
                  <a:lnTo>
                    <a:pt x="7762" y="5175"/>
                  </a:lnTo>
                  <a:lnTo>
                    <a:pt x="6758" y="5407"/>
                  </a:lnTo>
                  <a:lnTo>
                    <a:pt x="5754" y="5600"/>
                  </a:lnTo>
                  <a:lnTo>
                    <a:pt x="4712" y="5793"/>
                  </a:lnTo>
                  <a:lnTo>
                    <a:pt x="3708" y="5909"/>
                  </a:lnTo>
                  <a:lnTo>
                    <a:pt x="2781" y="5986"/>
                  </a:lnTo>
                  <a:lnTo>
                    <a:pt x="2279" y="5986"/>
                  </a:lnTo>
                  <a:lnTo>
                    <a:pt x="1816" y="5947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8"/>
                  </a:lnTo>
                  <a:lnTo>
                    <a:pt x="696" y="5484"/>
                  </a:lnTo>
                  <a:lnTo>
                    <a:pt x="503" y="5252"/>
                  </a:lnTo>
                  <a:lnTo>
                    <a:pt x="348" y="5021"/>
                  </a:lnTo>
                  <a:lnTo>
                    <a:pt x="310" y="4866"/>
                  </a:lnTo>
                  <a:lnTo>
                    <a:pt x="310" y="4750"/>
                  </a:lnTo>
                  <a:lnTo>
                    <a:pt x="310" y="4596"/>
                  </a:lnTo>
                  <a:lnTo>
                    <a:pt x="348" y="4441"/>
                  </a:lnTo>
                  <a:lnTo>
                    <a:pt x="541" y="4673"/>
                  </a:lnTo>
                  <a:lnTo>
                    <a:pt x="812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3" y="5214"/>
                  </a:lnTo>
                  <a:lnTo>
                    <a:pt x="1931" y="5252"/>
                  </a:lnTo>
                  <a:lnTo>
                    <a:pt x="2588" y="5329"/>
                  </a:lnTo>
                  <a:lnTo>
                    <a:pt x="3244" y="5291"/>
                  </a:lnTo>
                  <a:lnTo>
                    <a:pt x="3939" y="5252"/>
                  </a:lnTo>
                  <a:lnTo>
                    <a:pt x="5137" y="5059"/>
                  </a:lnTo>
                  <a:lnTo>
                    <a:pt x="6913" y="4789"/>
                  </a:lnTo>
                  <a:lnTo>
                    <a:pt x="7840" y="4596"/>
                  </a:lnTo>
                  <a:lnTo>
                    <a:pt x="8728" y="4403"/>
                  </a:lnTo>
                  <a:lnTo>
                    <a:pt x="9616" y="4132"/>
                  </a:lnTo>
                  <a:lnTo>
                    <a:pt x="10504" y="3862"/>
                  </a:lnTo>
                  <a:lnTo>
                    <a:pt x="11353" y="3515"/>
                  </a:lnTo>
                  <a:lnTo>
                    <a:pt x="12164" y="3128"/>
                  </a:lnTo>
                  <a:lnTo>
                    <a:pt x="12435" y="2974"/>
                  </a:lnTo>
                  <a:lnTo>
                    <a:pt x="12705" y="2819"/>
                  </a:lnTo>
                  <a:lnTo>
                    <a:pt x="12937" y="2588"/>
                  </a:lnTo>
                  <a:lnTo>
                    <a:pt x="13130" y="2395"/>
                  </a:lnTo>
                  <a:lnTo>
                    <a:pt x="13323" y="2124"/>
                  </a:lnTo>
                  <a:lnTo>
                    <a:pt x="13439" y="1854"/>
                  </a:lnTo>
                  <a:lnTo>
                    <a:pt x="13516" y="1584"/>
                  </a:lnTo>
                  <a:lnTo>
                    <a:pt x="13516" y="1236"/>
                  </a:lnTo>
                  <a:lnTo>
                    <a:pt x="13477" y="1120"/>
                  </a:lnTo>
                  <a:close/>
                  <a:moveTo>
                    <a:pt x="10658" y="1"/>
                  </a:moveTo>
                  <a:lnTo>
                    <a:pt x="9886" y="39"/>
                  </a:lnTo>
                  <a:lnTo>
                    <a:pt x="9114" y="116"/>
                  </a:lnTo>
                  <a:lnTo>
                    <a:pt x="8303" y="232"/>
                  </a:lnTo>
                  <a:lnTo>
                    <a:pt x="7531" y="348"/>
                  </a:lnTo>
                  <a:lnTo>
                    <a:pt x="6720" y="541"/>
                  </a:lnTo>
                  <a:lnTo>
                    <a:pt x="5909" y="734"/>
                  </a:lnTo>
                  <a:lnTo>
                    <a:pt x="5021" y="1005"/>
                  </a:lnTo>
                  <a:lnTo>
                    <a:pt x="4133" y="1352"/>
                  </a:lnTo>
                  <a:lnTo>
                    <a:pt x="3244" y="1700"/>
                  </a:lnTo>
                  <a:lnTo>
                    <a:pt x="2395" y="2124"/>
                  </a:lnTo>
                  <a:lnTo>
                    <a:pt x="1777" y="2433"/>
                  </a:lnTo>
                  <a:lnTo>
                    <a:pt x="1391" y="2626"/>
                  </a:lnTo>
                  <a:lnTo>
                    <a:pt x="1043" y="2858"/>
                  </a:lnTo>
                  <a:lnTo>
                    <a:pt x="696" y="3090"/>
                  </a:lnTo>
                  <a:lnTo>
                    <a:pt x="464" y="3399"/>
                  </a:lnTo>
                  <a:lnTo>
                    <a:pt x="348" y="3553"/>
                  </a:lnTo>
                  <a:lnTo>
                    <a:pt x="271" y="3708"/>
                  </a:lnTo>
                  <a:lnTo>
                    <a:pt x="232" y="3862"/>
                  </a:lnTo>
                  <a:lnTo>
                    <a:pt x="232" y="4055"/>
                  </a:lnTo>
                  <a:lnTo>
                    <a:pt x="194" y="4132"/>
                  </a:lnTo>
                  <a:lnTo>
                    <a:pt x="194" y="4171"/>
                  </a:lnTo>
                  <a:lnTo>
                    <a:pt x="117" y="4325"/>
                  </a:lnTo>
                  <a:lnTo>
                    <a:pt x="39" y="4480"/>
                  </a:lnTo>
                  <a:lnTo>
                    <a:pt x="1" y="4634"/>
                  </a:lnTo>
                  <a:lnTo>
                    <a:pt x="1" y="4789"/>
                  </a:lnTo>
                  <a:lnTo>
                    <a:pt x="39" y="5136"/>
                  </a:lnTo>
                  <a:lnTo>
                    <a:pt x="194" y="5445"/>
                  </a:lnTo>
                  <a:lnTo>
                    <a:pt x="348" y="5638"/>
                  </a:lnTo>
                  <a:lnTo>
                    <a:pt x="503" y="5831"/>
                  </a:lnTo>
                  <a:lnTo>
                    <a:pt x="696" y="5947"/>
                  </a:lnTo>
                  <a:lnTo>
                    <a:pt x="927" y="6063"/>
                  </a:lnTo>
                  <a:lnTo>
                    <a:pt x="966" y="6256"/>
                  </a:lnTo>
                  <a:lnTo>
                    <a:pt x="1275" y="6179"/>
                  </a:lnTo>
                  <a:lnTo>
                    <a:pt x="1314" y="6218"/>
                  </a:lnTo>
                  <a:lnTo>
                    <a:pt x="1314" y="6256"/>
                  </a:lnTo>
                  <a:lnTo>
                    <a:pt x="1352" y="6295"/>
                  </a:lnTo>
                  <a:lnTo>
                    <a:pt x="1468" y="6256"/>
                  </a:lnTo>
                  <a:lnTo>
                    <a:pt x="1816" y="6295"/>
                  </a:lnTo>
                  <a:lnTo>
                    <a:pt x="2395" y="6333"/>
                  </a:lnTo>
                  <a:lnTo>
                    <a:pt x="3013" y="6372"/>
                  </a:lnTo>
                  <a:lnTo>
                    <a:pt x="3592" y="6333"/>
                  </a:lnTo>
                  <a:lnTo>
                    <a:pt x="4171" y="6295"/>
                  </a:lnTo>
                  <a:lnTo>
                    <a:pt x="5368" y="6102"/>
                  </a:lnTo>
                  <a:lnTo>
                    <a:pt x="6565" y="5870"/>
                  </a:lnTo>
                  <a:lnTo>
                    <a:pt x="6758" y="5831"/>
                  </a:lnTo>
                  <a:lnTo>
                    <a:pt x="7994" y="5523"/>
                  </a:lnTo>
                  <a:lnTo>
                    <a:pt x="9037" y="5252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6" y="4132"/>
                  </a:lnTo>
                  <a:lnTo>
                    <a:pt x="12126" y="4248"/>
                  </a:lnTo>
                  <a:lnTo>
                    <a:pt x="12396" y="4287"/>
                  </a:lnTo>
                  <a:lnTo>
                    <a:pt x="12782" y="4712"/>
                  </a:lnTo>
                  <a:lnTo>
                    <a:pt x="13014" y="4519"/>
                  </a:lnTo>
                  <a:lnTo>
                    <a:pt x="12435" y="3939"/>
                  </a:lnTo>
                  <a:lnTo>
                    <a:pt x="12898" y="3669"/>
                  </a:lnTo>
                  <a:lnTo>
                    <a:pt x="13361" y="3321"/>
                  </a:lnTo>
                  <a:lnTo>
                    <a:pt x="13632" y="3051"/>
                  </a:lnTo>
                  <a:lnTo>
                    <a:pt x="13825" y="2704"/>
                  </a:lnTo>
                  <a:lnTo>
                    <a:pt x="14134" y="2626"/>
                  </a:lnTo>
                  <a:lnTo>
                    <a:pt x="14018" y="2317"/>
                  </a:lnTo>
                  <a:lnTo>
                    <a:pt x="14095" y="2009"/>
                  </a:lnTo>
                  <a:lnTo>
                    <a:pt x="14134" y="1738"/>
                  </a:lnTo>
                  <a:lnTo>
                    <a:pt x="14095" y="1468"/>
                  </a:lnTo>
                  <a:lnTo>
                    <a:pt x="14018" y="1236"/>
                  </a:lnTo>
                  <a:lnTo>
                    <a:pt x="13902" y="1005"/>
                  </a:lnTo>
                  <a:lnTo>
                    <a:pt x="13748" y="812"/>
                  </a:lnTo>
                  <a:lnTo>
                    <a:pt x="13477" y="618"/>
                  </a:lnTo>
                  <a:lnTo>
                    <a:pt x="13168" y="503"/>
                  </a:lnTo>
                  <a:lnTo>
                    <a:pt x="13091" y="503"/>
                  </a:lnTo>
                  <a:lnTo>
                    <a:pt x="12898" y="387"/>
                  </a:lnTo>
                  <a:lnTo>
                    <a:pt x="12666" y="271"/>
                  </a:lnTo>
                  <a:lnTo>
                    <a:pt x="12435" y="155"/>
                  </a:lnTo>
                  <a:lnTo>
                    <a:pt x="12203" y="116"/>
                  </a:lnTo>
                  <a:lnTo>
                    <a:pt x="11817" y="39"/>
                  </a:lnTo>
                  <a:lnTo>
                    <a:pt x="1143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5"/>
            <p:cNvSpPr/>
            <p:nvPr/>
          </p:nvSpPr>
          <p:spPr>
            <a:xfrm>
              <a:off x="4200000" y="4529000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5" y="1"/>
                  </a:moveTo>
                  <a:lnTo>
                    <a:pt x="348" y="889"/>
                  </a:lnTo>
                  <a:lnTo>
                    <a:pt x="232" y="1816"/>
                  </a:lnTo>
                  <a:lnTo>
                    <a:pt x="155" y="3631"/>
                  </a:lnTo>
                  <a:lnTo>
                    <a:pt x="0" y="7261"/>
                  </a:lnTo>
                  <a:lnTo>
                    <a:pt x="193" y="7261"/>
                  </a:lnTo>
                  <a:lnTo>
                    <a:pt x="425" y="5484"/>
                  </a:lnTo>
                  <a:lnTo>
                    <a:pt x="580" y="3669"/>
                  </a:lnTo>
                  <a:lnTo>
                    <a:pt x="695" y="1854"/>
                  </a:lnTo>
                  <a:lnTo>
                    <a:pt x="695" y="928"/>
                  </a:lnTo>
                  <a:lnTo>
                    <a:pt x="695" y="40"/>
                  </a:lnTo>
                  <a:lnTo>
                    <a:pt x="42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5"/>
            <p:cNvSpPr/>
            <p:nvPr/>
          </p:nvSpPr>
          <p:spPr>
            <a:xfrm>
              <a:off x="4077400" y="4569550"/>
              <a:ext cx="121650" cy="144850"/>
            </a:xfrm>
            <a:custGeom>
              <a:avLst/>
              <a:gdLst/>
              <a:ahLst/>
              <a:cxnLst/>
              <a:rect l="l" t="t" r="r" b="b"/>
              <a:pathLst>
                <a:path w="4866" h="5794" extrusionOk="0">
                  <a:moveTo>
                    <a:pt x="155" y="1"/>
                  </a:moveTo>
                  <a:lnTo>
                    <a:pt x="0" y="155"/>
                  </a:lnTo>
                  <a:lnTo>
                    <a:pt x="1197" y="1545"/>
                  </a:lnTo>
                  <a:lnTo>
                    <a:pt x="2356" y="2936"/>
                  </a:lnTo>
                  <a:lnTo>
                    <a:pt x="2896" y="3631"/>
                  </a:lnTo>
                  <a:lnTo>
                    <a:pt x="3476" y="4403"/>
                  </a:lnTo>
                  <a:lnTo>
                    <a:pt x="4055" y="5098"/>
                  </a:lnTo>
                  <a:lnTo>
                    <a:pt x="4325" y="5445"/>
                  </a:lnTo>
                  <a:lnTo>
                    <a:pt x="4634" y="5793"/>
                  </a:lnTo>
                  <a:lnTo>
                    <a:pt x="4827" y="5754"/>
                  </a:lnTo>
                  <a:lnTo>
                    <a:pt x="4866" y="5716"/>
                  </a:lnTo>
                  <a:lnTo>
                    <a:pt x="4866" y="5639"/>
                  </a:lnTo>
                  <a:lnTo>
                    <a:pt x="4634" y="5252"/>
                  </a:lnTo>
                  <a:lnTo>
                    <a:pt x="4402" y="4866"/>
                  </a:lnTo>
                  <a:lnTo>
                    <a:pt x="3862" y="4171"/>
                  </a:lnTo>
                  <a:lnTo>
                    <a:pt x="2703" y="2781"/>
                  </a:lnTo>
                  <a:lnTo>
                    <a:pt x="1468" y="1352"/>
                  </a:lnTo>
                  <a:lnTo>
                    <a:pt x="811" y="657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5"/>
            <p:cNvSpPr/>
            <p:nvPr/>
          </p:nvSpPr>
          <p:spPr>
            <a:xfrm>
              <a:off x="4079325" y="4191125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9" y="5909"/>
                  </a:moveTo>
                  <a:lnTo>
                    <a:pt x="1082" y="5986"/>
                  </a:lnTo>
                  <a:lnTo>
                    <a:pt x="1236" y="6025"/>
                  </a:lnTo>
                  <a:lnTo>
                    <a:pt x="1391" y="6179"/>
                  </a:lnTo>
                  <a:lnTo>
                    <a:pt x="1468" y="6334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1" y="6797"/>
                  </a:lnTo>
                  <a:lnTo>
                    <a:pt x="1236" y="6951"/>
                  </a:lnTo>
                  <a:lnTo>
                    <a:pt x="1159" y="7029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90"/>
                  </a:lnTo>
                  <a:lnTo>
                    <a:pt x="464" y="6836"/>
                  </a:lnTo>
                  <a:lnTo>
                    <a:pt x="425" y="6720"/>
                  </a:lnTo>
                  <a:lnTo>
                    <a:pt x="387" y="6643"/>
                  </a:lnTo>
                  <a:lnTo>
                    <a:pt x="348" y="6488"/>
                  </a:lnTo>
                  <a:lnTo>
                    <a:pt x="387" y="6372"/>
                  </a:lnTo>
                  <a:lnTo>
                    <a:pt x="425" y="6256"/>
                  </a:lnTo>
                  <a:lnTo>
                    <a:pt x="503" y="6179"/>
                  </a:lnTo>
                  <a:lnTo>
                    <a:pt x="696" y="6025"/>
                  </a:lnTo>
                  <a:lnTo>
                    <a:pt x="889" y="5909"/>
                  </a:lnTo>
                  <a:close/>
                  <a:moveTo>
                    <a:pt x="5909" y="1"/>
                  </a:moveTo>
                  <a:lnTo>
                    <a:pt x="5831" y="39"/>
                  </a:lnTo>
                  <a:lnTo>
                    <a:pt x="5522" y="310"/>
                  </a:lnTo>
                  <a:lnTo>
                    <a:pt x="5175" y="619"/>
                  </a:lnTo>
                  <a:lnTo>
                    <a:pt x="4596" y="1314"/>
                  </a:lnTo>
                  <a:lnTo>
                    <a:pt x="4017" y="2047"/>
                  </a:lnTo>
                  <a:lnTo>
                    <a:pt x="3437" y="2781"/>
                  </a:lnTo>
                  <a:lnTo>
                    <a:pt x="2279" y="4133"/>
                  </a:lnTo>
                  <a:lnTo>
                    <a:pt x="1738" y="4866"/>
                  </a:lnTo>
                  <a:lnTo>
                    <a:pt x="1198" y="5561"/>
                  </a:lnTo>
                  <a:lnTo>
                    <a:pt x="1043" y="5523"/>
                  </a:lnTo>
                  <a:lnTo>
                    <a:pt x="889" y="5523"/>
                  </a:lnTo>
                  <a:lnTo>
                    <a:pt x="773" y="5561"/>
                  </a:lnTo>
                  <a:lnTo>
                    <a:pt x="618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1" y="6334"/>
                  </a:lnTo>
                  <a:lnTo>
                    <a:pt x="1" y="6488"/>
                  </a:lnTo>
                  <a:lnTo>
                    <a:pt x="1" y="6604"/>
                  </a:lnTo>
                  <a:lnTo>
                    <a:pt x="39" y="6797"/>
                  </a:lnTo>
                  <a:lnTo>
                    <a:pt x="116" y="6990"/>
                  </a:lnTo>
                  <a:lnTo>
                    <a:pt x="194" y="7145"/>
                  </a:lnTo>
                  <a:lnTo>
                    <a:pt x="348" y="7260"/>
                  </a:lnTo>
                  <a:lnTo>
                    <a:pt x="503" y="7376"/>
                  </a:lnTo>
                  <a:lnTo>
                    <a:pt x="696" y="7453"/>
                  </a:lnTo>
                  <a:lnTo>
                    <a:pt x="1082" y="7453"/>
                  </a:lnTo>
                  <a:lnTo>
                    <a:pt x="1275" y="7415"/>
                  </a:lnTo>
                  <a:lnTo>
                    <a:pt x="1429" y="7299"/>
                  </a:lnTo>
                  <a:lnTo>
                    <a:pt x="1584" y="7183"/>
                  </a:lnTo>
                  <a:lnTo>
                    <a:pt x="1700" y="7067"/>
                  </a:lnTo>
                  <a:lnTo>
                    <a:pt x="1815" y="6874"/>
                  </a:lnTo>
                  <a:lnTo>
                    <a:pt x="1854" y="6681"/>
                  </a:lnTo>
                  <a:lnTo>
                    <a:pt x="1893" y="6527"/>
                  </a:lnTo>
                  <a:lnTo>
                    <a:pt x="1854" y="6334"/>
                  </a:lnTo>
                  <a:lnTo>
                    <a:pt x="1815" y="6179"/>
                  </a:lnTo>
                  <a:lnTo>
                    <a:pt x="1738" y="6025"/>
                  </a:lnTo>
                  <a:lnTo>
                    <a:pt x="1661" y="5909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2" y="4403"/>
                  </a:lnTo>
                  <a:lnTo>
                    <a:pt x="3939" y="3013"/>
                  </a:lnTo>
                  <a:lnTo>
                    <a:pt x="4480" y="2395"/>
                  </a:lnTo>
                  <a:lnTo>
                    <a:pt x="5098" y="1700"/>
                  </a:lnTo>
                  <a:lnTo>
                    <a:pt x="5638" y="1043"/>
                  </a:lnTo>
                  <a:lnTo>
                    <a:pt x="5909" y="657"/>
                  </a:lnTo>
                  <a:lnTo>
                    <a:pt x="6102" y="310"/>
                  </a:lnTo>
                  <a:lnTo>
                    <a:pt x="6140" y="194"/>
                  </a:lnTo>
                  <a:lnTo>
                    <a:pt x="6063" y="78"/>
                  </a:lnTo>
                  <a:lnTo>
                    <a:pt x="598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5"/>
            <p:cNvSpPr/>
            <p:nvPr/>
          </p:nvSpPr>
          <p:spPr>
            <a:xfrm>
              <a:off x="4050375" y="4567625"/>
              <a:ext cx="30900" cy="168975"/>
            </a:xfrm>
            <a:custGeom>
              <a:avLst/>
              <a:gdLst/>
              <a:ahLst/>
              <a:cxnLst/>
              <a:rect l="l" t="t" r="r" b="b"/>
              <a:pathLst>
                <a:path w="1236" h="6759" extrusionOk="0">
                  <a:moveTo>
                    <a:pt x="1120" y="1"/>
                  </a:moveTo>
                  <a:lnTo>
                    <a:pt x="1081" y="39"/>
                  </a:lnTo>
                  <a:lnTo>
                    <a:pt x="1043" y="39"/>
                  </a:lnTo>
                  <a:lnTo>
                    <a:pt x="850" y="78"/>
                  </a:lnTo>
                  <a:lnTo>
                    <a:pt x="850" y="116"/>
                  </a:lnTo>
                  <a:lnTo>
                    <a:pt x="541" y="1738"/>
                  </a:lnTo>
                  <a:lnTo>
                    <a:pt x="309" y="3399"/>
                  </a:lnTo>
                  <a:lnTo>
                    <a:pt x="116" y="5059"/>
                  </a:lnTo>
                  <a:lnTo>
                    <a:pt x="0" y="6720"/>
                  </a:lnTo>
                  <a:lnTo>
                    <a:pt x="232" y="6758"/>
                  </a:lnTo>
                  <a:lnTo>
                    <a:pt x="502" y="5136"/>
                  </a:lnTo>
                  <a:lnTo>
                    <a:pt x="772" y="3515"/>
                  </a:lnTo>
                  <a:lnTo>
                    <a:pt x="965" y="1854"/>
                  </a:lnTo>
                  <a:lnTo>
                    <a:pt x="1081" y="232"/>
                  </a:lnTo>
                  <a:lnTo>
                    <a:pt x="1236" y="78"/>
                  </a:lnTo>
                  <a:lnTo>
                    <a:pt x="1236" y="39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5"/>
            <p:cNvSpPr/>
            <p:nvPr/>
          </p:nvSpPr>
          <p:spPr>
            <a:xfrm>
              <a:off x="3825425" y="421912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5"/>
                  </a:lnTo>
                  <a:lnTo>
                    <a:pt x="7531" y="6140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1" y="6565"/>
                  </a:lnTo>
                  <a:lnTo>
                    <a:pt x="7492" y="6681"/>
                  </a:lnTo>
                  <a:lnTo>
                    <a:pt x="7338" y="6797"/>
                  </a:lnTo>
                  <a:lnTo>
                    <a:pt x="7106" y="6913"/>
                  </a:lnTo>
                  <a:lnTo>
                    <a:pt x="6913" y="6913"/>
                  </a:lnTo>
                  <a:lnTo>
                    <a:pt x="6720" y="6835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7" y="6102"/>
                  </a:lnTo>
                  <a:lnTo>
                    <a:pt x="6643" y="5909"/>
                  </a:lnTo>
                  <a:lnTo>
                    <a:pt x="6797" y="5754"/>
                  </a:lnTo>
                  <a:close/>
                  <a:moveTo>
                    <a:pt x="233" y="1"/>
                  </a:moveTo>
                  <a:lnTo>
                    <a:pt x="155" y="39"/>
                  </a:lnTo>
                  <a:lnTo>
                    <a:pt x="78" y="39"/>
                  </a:lnTo>
                  <a:lnTo>
                    <a:pt x="39" y="116"/>
                  </a:lnTo>
                  <a:lnTo>
                    <a:pt x="1" y="232"/>
                  </a:lnTo>
                  <a:lnTo>
                    <a:pt x="1" y="310"/>
                  </a:lnTo>
                  <a:lnTo>
                    <a:pt x="39" y="387"/>
                  </a:lnTo>
                  <a:lnTo>
                    <a:pt x="426" y="773"/>
                  </a:lnTo>
                  <a:lnTo>
                    <a:pt x="812" y="1120"/>
                  </a:lnTo>
                  <a:lnTo>
                    <a:pt x="1623" y="1777"/>
                  </a:lnTo>
                  <a:lnTo>
                    <a:pt x="3399" y="3206"/>
                  </a:lnTo>
                  <a:lnTo>
                    <a:pt x="4866" y="4441"/>
                  </a:lnTo>
                  <a:lnTo>
                    <a:pt x="5639" y="5021"/>
                  </a:lnTo>
                  <a:lnTo>
                    <a:pt x="6411" y="5600"/>
                  </a:lnTo>
                  <a:lnTo>
                    <a:pt x="6295" y="5677"/>
                  </a:lnTo>
                  <a:lnTo>
                    <a:pt x="6218" y="5793"/>
                  </a:lnTo>
                  <a:lnTo>
                    <a:pt x="6102" y="6102"/>
                  </a:lnTo>
                  <a:lnTo>
                    <a:pt x="6063" y="6411"/>
                  </a:lnTo>
                  <a:lnTo>
                    <a:pt x="6102" y="6681"/>
                  </a:lnTo>
                  <a:lnTo>
                    <a:pt x="6179" y="6835"/>
                  </a:lnTo>
                  <a:lnTo>
                    <a:pt x="6295" y="6990"/>
                  </a:lnTo>
                  <a:lnTo>
                    <a:pt x="6411" y="7144"/>
                  </a:lnTo>
                  <a:lnTo>
                    <a:pt x="6565" y="7222"/>
                  </a:lnTo>
                  <a:lnTo>
                    <a:pt x="6720" y="7299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9"/>
                  </a:lnTo>
                  <a:lnTo>
                    <a:pt x="7454" y="7260"/>
                  </a:lnTo>
                  <a:lnTo>
                    <a:pt x="7608" y="7144"/>
                  </a:lnTo>
                  <a:lnTo>
                    <a:pt x="7724" y="7029"/>
                  </a:lnTo>
                  <a:lnTo>
                    <a:pt x="7840" y="6913"/>
                  </a:lnTo>
                  <a:lnTo>
                    <a:pt x="7956" y="6758"/>
                  </a:lnTo>
                  <a:lnTo>
                    <a:pt x="7994" y="6565"/>
                  </a:lnTo>
                  <a:lnTo>
                    <a:pt x="8033" y="6411"/>
                  </a:lnTo>
                  <a:lnTo>
                    <a:pt x="8033" y="6218"/>
                  </a:lnTo>
                  <a:lnTo>
                    <a:pt x="7956" y="6025"/>
                  </a:lnTo>
                  <a:lnTo>
                    <a:pt x="7840" y="5870"/>
                  </a:lnTo>
                  <a:lnTo>
                    <a:pt x="7724" y="5716"/>
                  </a:lnTo>
                  <a:lnTo>
                    <a:pt x="7569" y="5600"/>
                  </a:lnTo>
                  <a:lnTo>
                    <a:pt x="7415" y="5523"/>
                  </a:lnTo>
                  <a:lnTo>
                    <a:pt x="7222" y="5445"/>
                  </a:lnTo>
                  <a:lnTo>
                    <a:pt x="7029" y="5445"/>
                  </a:lnTo>
                  <a:lnTo>
                    <a:pt x="6836" y="5484"/>
                  </a:lnTo>
                  <a:lnTo>
                    <a:pt x="6025" y="4712"/>
                  </a:lnTo>
                  <a:lnTo>
                    <a:pt x="5214" y="4017"/>
                  </a:lnTo>
                  <a:lnTo>
                    <a:pt x="3515" y="2626"/>
                  </a:lnTo>
                  <a:lnTo>
                    <a:pt x="2743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5" y="310"/>
                  </a:lnTo>
                  <a:lnTo>
                    <a:pt x="310" y="39"/>
                  </a:lnTo>
                  <a:lnTo>
                    <a:pt x="23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5"/>
            <p:cNvSpPr/>
            <p:nvPr/>
          </p:nvSpPr>
          <p:spPr>
            <a:xfrm>
              <a:off x="3966375" y="4488475"/>
              <a:ext cx="350450" cy="288650"/>
            </a:xfrm>
            <a:custGeom>
              <a:avLst/>
              <a:gdLst/>
              <a:ahLst/>
              <a:cxnLst/>
              <a:rect l="l" t="t" r="r" b="b"/>
              <a:pathLst>
                <a:path w="14018" h="11546" extrusionOk="0">
                  <a:moveTo>
                    <a:pt x="11778" y="0"/>
                  </a:moveTo>
                  <a:lnTo>
                    <a:pt x="11469" y="77"/>
                  </a:lnTo>
                  <a:lnTo>
                    <a:pt x="11855" y="1931"/>
                  </a:lnTo>
                  <a:lnTo>
                    <a:pt x="12280" y="3746"/>
                  </a:lnTo>
                  <a:lnTo>
                    <a:pt x="11508" y="2780"/>
                  </a:lnTo>
                  <a:lnTo>
                    <a:pt x="10658" y="1892"/>
                  </a:lnTo>
                  <a:lnTo>
                    <a:pt x="10427" y="2085"/>
                  </a:lnTo>
                  <a:lnTo>
                    <a:pt x="11469" y="3437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8"/>
                  </a:lnTo>
                  <a:lnTo>
                    <a:pt x="13168" y="5522"/>
                  </a:lnTo>
                  <a:lnTo>
                    <a:pt x="13168" y="5522"/>
                  </a:lnTo>
                  <a:lnTo>
                    <a:pt x="13439" y="5715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0"/>
                  </a:lnTo>
                  <a:lnTo>
                    <a:pt x="13632" y="6681"/>
                  </a:lnTo>
                  <a:lnTo>
                    <a:pt x="13516" y="6912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4" y="7955"/>
                  </a:lnTo>
                  <a:lnTo>
                    <a:pt x="12203" y="8418"/>
                  </a:lnTo>
                  <a:lnTo>
                    <a:pt x="11740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1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1" y="11160"/>
                  </a:lnTo>
                  <a:lnTo>
                    <a:pt x="3630" y="11160"/>
                  </a:lnTo>
                  <a:lnTo>
                    <a:pt x="3013" y="11121"/>
                  </a:lnTo>
                  <a:lnTo>
                    <a:pt x="2356" y="11044"/>
                  </a:lnTo>
                  <a:lnTo>
                    <a:pt x="1661" y="10928"/>
                  </a:lnTo>
                  <a:lnTo>
                    <a:pt x="1352" y="10812"/>
                  </a:lnTo>
                  <a:lnTo>
                    <a:pt x="1082" y="10696"/>
                  </a:lnTo>
                  <a:lnTo>
                    <a:pt x="812" y="10542"/>
                  </a:lnTo>
                  <a:lnTo>
                    <a:pt x="618" y="10388"/>
                  </a:lnTo>
                  <a:lnTo>
                    <a:pt x="464" y="10194"/>
                  </a:lnTo>
                  <a:lnTo>
                    <a:pt x="348" y="9963"/>
                  </a:lnTo>
                  <a:lnTo>
                    <a:pt x="348" y="9731"/>
                  </a:lnTo>
                  <a:lnTo>
                    <a:pt x="387" y="9461"/>
                  </a:lnTo>
                  <a:lnTo>
                    <a:pt x="155" y="9422"/>
                  </a:lnTo>
                  <a:lnTo>
                    <a:pt x="39" y="9654"/>
                  </a:lnTo>
                  <a:lnTo>
                    <a:pt x="1" y="9886"/>
                  </a:lnTo>
                  <a:lnTo>
                    <a:pt x="39" y="10117"/>
                  </a:lnTo>
                  <a:lnTo>
                    <a:pt x="78" y="10310"/>
                  </a:lnTo>
                  <a:lnTo>
                    <a:pt x="194" y="10465"/>
                  </a:lnTo>
                  <a:lnTo>
                    <a:pt x="348" y="10619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7"/>
                  </a:lnTo>
                  <a:lnTo>
                    <a:pt x="2202" y="11353"/>
                  </a:lnTo>
                  <a:lnTo>
                    <a:pt x="2626" y="11430"/>
                  </a:lnTo>
                  <a:lnTo>
                    <a:pt x="3321" y="11507"/>
                  </a:lnTo>
                  <a:lnTo>
                    <a:pt x="3978" y="11546"/>
                  </a:lnTo>
                  <a:lnTo>
                    <a:pt x="4673" y="11546"/>
                  </a:lnTo>
                  <a:lnTo>
                    <a:pt x="5368" y="11507"/>
                  </a:lnTo>
                  <a:lnTo>
                    <a:pt x="6063" y="11430"/>
                  </a:lnTo>
                  <a:lnTo>
                    <a:pt x="6758" y="11314"/>
                  </a:lnTo>
                  <a:lnTo>
                    <a:pt x="7415" y="11160"/>
                  </a:lnTo>
                  <a:lnTo>
                    <a:pt x="8071" y="11005"/>
                  </a:lnTo>
                  <a:lnTo>
                    <a:pt x="8728" y="10774"/>
                  </a:lnTo>
                  <a:lnTo>
                    <a:pt x="9345" y="10542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2" y="9654"/>
                  </a:lnTo>
                  <a:lnTo>
                    <a:pt x="11701" y="9268"/>
                  </a:lnTo>
                  <a:lnTo>
                    <a:pt x="12242" y="8882"/>
                  </a:lnTo>
                  <a:lnTo>
                    <a:pt x="12744" y="8457"/>
                  </a:lnTo>
                  <a:lnTo>
                    <a:pt x="13168" y="8071"/>
                  </a:lnTo>
                  <a:lnTo>
                    <a:pt x="13554" y="7646"/>
                  </a:lnTo>
                  <a:lnTo>
                    <a:pt x="13748" y="7376"/>
                  </a:lnTo>
                  <a:lnTo>
                    <a:pt x="13863" y="7144"/>
                  </a:lnTo>
                  <a:lnTo>
                    <a:pt x="13979" y="6874"/>
                  </a:lnTo>
                  <a:lnTo>
                    <a:pt x="14018" y="6565"/>
                  </a:lnTo>
                  <a:lnTo>
                    <a:pt x="14018" y="6333"/>
                  </a:lnTo>
                  <a:lnTo>
                    <a:pt x="14018" y="6140"/>
                  </a:lnTo>
                  <a:lnTo>
                    <a:pt x="13941" y="5908"/>
                  </a:lnTo>
                  <a:lnTo>
                    <a:pt x="13863" y="5715"/>
                  </a:lnTo>
                  <a:lnTo>
                    <a:pt x="13748" y="5522"/>
                  </a:lnTo>
                  <a:lnTo>
                    <a:pt x="13593" y="5368"/>
                  </a:lnTo>
                  <a:lnTo>
                    <a:pt x="13439" y="5252"/>
                  </a:lnTo>
                  <a:lnTo>
                    <a:pt x="13246" y="5136"/>
                  </a:lnTo>
                  <a:lnTo>
                    <a:pt x="13091" y="5136"/>
                  </a:lnTo>
                  <a:lnTo>
                    <a:pt x="12821" y="3823"/>
                  </a:lnTo>
                  <a:lnTo>
                    <a:pt x="12512" y="2549"/>
                  </a:lnTo>
                  <a:lnTo>
                    <a:pt x="12164" y="1274"/>
                  </a:lnTo>
                  <a:lnTo>
                    <a:pt x="117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5"/>
            <p:cNvSpPr/>
            <p:nvPr/>
          </p:nvSpPr>
          <p:spPr>
            <a:xfrm>
              <a:off x="3941275" y="4579200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1"/>
                  </a:moveTo>
                  <a:lnTo>
                    <a:pt x="1" y="40"/>
                  </a:lnTo>
                  <a:lnTo>
                    <a:pt x="1970" y="3206"/>
                  </a:lnTo>
                  <a:lnTo>
                    <a:pt x="4055" y="6334"/>
                  </a:lnTo>
                  <a:lnTo>
                    <a:pt x="4055" y="6334"/>
                  </a:lnTo>
                  <a:lnTo>
                    <a:pt x="3553" y="6295"/>
                  </a:lnTo>
                  <a:lnTo>
                    <a:pt x="3051" y="6179"/>
                  </a:lnTo>
                  <a:lnTo>
                    <a:pt x="2588" y="6025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7"/>
                  </a:lnTo>
                  <a:lnTo>
                    <a:pt x="3283" y="6643"/>
                  </a:lnTo>
                  <a:lnTo>
                    <a:pt x="3708" y="6720"/>
                  </a:lnTo>
                  <a:lnTo>
                    <a:pt x="4132" y="6797"/>
                  </a:lnTo>
                  <a:lnTo>
                    <a:pt x="4596" y="6836"/>
                  </a:lnTo>
                  <a:lnTo>
                    <a:pt x="5484" y="6836"/>
                  </a:lnTo>
                  <a:lnTo>
                    <a:pt x="6372" y="6759"/>
                  </a:lnTo>
                  <a:lnTo>
                    <a:pt x="7299" y="6643"/>
                  </a:lnTo>
                  <a:lnTo>
                    <a:pt x="8148" y="6488"/>
                  </a:lnTo>
                  <a:lnTo>
                    <a:pt x="8959" y="6295"/>
                  </a:lnTo>
                  <a:lnTo>
                    <a:pt x="9770" y="6025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7" y="4673"/>
                  </a:lnTo>
                  <a:lnTo>
                    <a:pt x="12666" y="4403"/>
                  </a:lnTo>
                  <a:lnTo>
                    <a:pt x="12975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9"/>
                  </a:lnTo>
                  <a:lnTo>
                    <a:pt x="13979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2" y="2163"/>
                  </a:lnTo>
                  <a:lnTo>
                    <a:pt x="14172" y="2125"/>
                  </a:lnTo>
                  <a:lnTo>
                    <a:pt x="13863" y="2125"/>
                  </a:lnTo>
                  <a:lnTo>
                    <a:pt x="13825" y="2163"/>
                  </a:lnTo>
                  <a:lnTo>
                    <a:pt x="13554" y="2704"/>
                  </a:lnTo>
                  <a:lnTo>
                    <a:pt x="13207" y="3167"/>
                  </a:lnTo>
                  <a:lnTo>
                    <a:pt x="12859" y="3631"/>
                  </a:lnTo>
                  <a:lnTo>
                    <a:pt x="12473" y="4017"/>
                  </a:lnTo>
                  <a:lnTo>
                    <a:pt x="12010" y="4364"/>
                  </a:lnTo>
                  <a:lnTo>
                    <a:pt x="11546" y="4712"/>
                  </a:lnTo>
                  <a:lnTo>
                    <a:pt x="11083" y="4982"/>
                  </a:lnTo>
                  <a:lnTo>
                    <a:pt x="10542" y="5253"/>
                  </a:lnTo>
                  <a:lnTo>
                    <a:pt x="10349" y="5253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7"/>
                  </a:lnTo>
                  <a:lnTo>
                    <a:pt x="10156" y="5446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2"/>
                  </a:lnTo>
                  <a:lnTo>
                    <a:pt x="6758" y="6295"/>
                  </a:lnTo>
                  <a:lnTo>
                    <a:pt x="6218" y="6334"/>
                  </a:lnTo>
                  <a:lnTo>
                    <a:pt x="5677" y="6411"/>
                  </a:lnTo>
                  <a:lnTo>
                    <a:pt x="4557" y="6411"/>
                  </a:lnTo>
                  <a:lnTo>
                    <a:pt x="4596" y="6295"/>
                  </a:lnTo>
                  <a:lnTo>
                    <a:pt x="4364" y="6257"/>
                  </a:lnTo>
                  <a:lnTo>
                    <a:pt x="3399" y="4635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5"/>
            <p:cNvSpPr/>
            <p:nvPr/>
          </p:nvSpPr>
          <p:spPr>
            <a:xfrm>
              <a:off x="3931625" y="4577275"/>
              <a:ext cx="61800" cy="160275"/>
            </a:xfrm>
            <a:custGeom>
              <a:avLst/>
              <a:gdLst/>
              <a:ahLst/>
              <a:cxnLst/>
              <a:rect l="l" t="t" r="r" b="b"/>
              <a:pathLst>
                <a:path w="2472" h="6411" extrusionOk="0">
                  <a:moveTo>
                    <a:pt x="309" y="1"/>
                  </a:moveTo>
                  <a:lnTo>
                    <a:pt x="0" y="78"/>
                  </a:lnTo>
                  <a:lnTo>
                    <a:pt x="194" y="927"/>
                  </a:lnTo>
                  <a:lnTo>
                    <a:pt x="425" y="1777"/>
                  </a:lnTo>
                  <a:lnTo>
                    <a:pt x="657" y="2627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4"/>
                  </a:lnTo>
                  <a:lnTo>
                    <a:pt x="1661" y="5716"/>
                  </a:lnTo>
                  <a:lnTo>
                    <a:pt x="1584" y="5793"/>
                  </a:lnTo>
                  <a:lnTo>
                    <a:pt x="1545" y="5870"/>
                  </a:lnTo>
                  <a:lnTo>
                    <a:pt x="1777" y="5909"/>
                  </a:lnTo>
                  <a:lnTo>
                    <a:pt x="1931" y="6140"/>
                  </a:lnTo>
                  <a:lnTo>
                    <a:pt x="2086" y="6334"/>
                  </a:lnTo>
                  <a:lnTo>
                    <a:pt x="2124" y="6411"/>
                  </a:lnTo>
                  <a:lnTo>
                    <a:pt x="2317" y="6411"/>
                  </a:lnTo>
                  <a:lnTo>
                    <a:pt x="2356" y="6334"/>
                  </a:lnTo>
                  <a:lnTo>
                    <a:pt x="2433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4" y="5600"/>
                  </a:lnTo>
                  <a:lnTo>
                    <a:pt x="1970" y="5214"/>
                  </a:lnTo>
                  <a:lnTo>
                    <a:pt x="1738" y="4441"/>
                  </a:lnTo>
                  <a:lnTo>
                    <a:pt x="1198" y="2935"/>
                  </a:lnTo>
                  <a:lnTo>
                    <a:pt x="734" y="1468"/>
                  </a:lnTo>
                  <a:lnTo>
                    <a:pt x="30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5"/>
            <p:cNvSpPr/>
            <p:nvPr/>
          </p:nvSpPr>
          <p:spPr>
            <a:xfrm>
              <a:off x="3907500" y="4422825"/>
              <a:ext cx="353350" cy="159300"/>
            </a:xfrm>
            <a:custGeom>
              <a:avLst/>
              <a:gdLst/>
              <a:ahLst/>
              <a:cxnLst/>
              <a:rect l="l" t="t" r="r" b="b"/>
              <a:pathLst>
                <a:path w="14134" h="6372" extrusionOk="0">
                  <a:moveTo>
                    <a:pt x="11160" y="464"/>
                  </a:moveTo>
                  <a:lnTo>
                    <a:pt x="11623" y="502"/>
                  </a:lnTo>
                  <a:lnTo>
                    <a:pt x="12048" y="541"/>
                  </a:lnTo>
                  <a:lnTo>
                    <a:pt x="12434" y="657"/>
                  </a:lnTo>
                  <a:lnTo>
                    <a:pt x="12627" y="734"/>
                  </a:lnTo>
                  <a:lnTo>
                    <a:pt x="12743" y="811"/>
                  </a:lnTo>
                  <a:lnTo>
                    <a:pt x="12859" y="966"/>
                  </a:lnTo>
                  <a:lnTo>
                    <a:pt x="12936" y="1082"/>
                  </a:lnTo>
                  <a:lnTo>
                    <a:pt x="12975" y="1313"/>
                  </a:lnTo>
                  <a:lnTo>
                    <a:pt x="12975" y="1506"/>
                  </a:lnTo>
                  <a:lnTo>
                    <a:pt x="12936" y="1699"/>
                  </a:lnTo>
                  <a:lnTo>
                    <a:pt x="12820" y="1892"/>
                  </a:lnTo>
                  <a:lnTo>
                    <a:pt x="12704" y="2086"/>
                  </a:lnTo>
                  <a:lnTo>
                    <a:pt x="12589" y="2240"/>
                  </a:lnTo>
                  <a:lnTo>
                    <a:pt x="12241" y="2472"/>
                  </a:lnTo>
                  <a:lnTo>
                    <a:pt x="11816" y="2742"/>
                  </a:lnTo>
                  <a:lnTo>
                    <a:pt x="11391" y="2935"/>
                  </a:lnTo>
                  <a:lnTo>
                    <a:pt x="10658" y="3205"/>
                  </a:lnTo>
                  <a:lnTo>
                    <a:pt x="9924" y="3437"/>
                  </a:lnTo>
                  <a:lnTo>
                    <a:pt x="9152" y="3707"/>
                  </a:lnTo>
                  <a:lnTo>
                    <a:pt x="8380" y="3900"/>
                  </a:lnTo>
                  <a:lnTo>
                    <a:pt x="7607" y="4094"/>
                  </a:lnTo>
                  <a:lnTo>
                    <a:pt x="6796" y="4287"/>
                  </a:lnTo>
                  <a:lnTo>
                    <a:pt x="5908" y="4441"/>
                  </a:lnTo>
                  <a:lnTo>
                    <a:pt x="5020" y="4596"/>
                  </a:lnTo>
                  <a:lnTo>
                    <a:pt x="4132" y="4711"/>
                  </a:lnTo>
                  <a:lnTo>
                    <a:pt x="3244" y="4789"/>
                  </a:lnTo>
                  <a:lnTo>
                    <a:pt x="2201" y="4789"/>
                  </a:lnTo>
                  <a:lnTo>
                    <a:pt x="1854" y="4750"/>
                  </a:lnTo>
                  <a:lnTo>
                    <a:pt x="1506" y="4673"/>
                  </a:lnTo>
                  <a:lnTo>
                    <a:pt x="1197" y="4557"/>
                  </a:lnTo>
                  <a:lnTo>
                    <a:pt x="888" y="4441"/>
                  </a:lnTo>
                  <a:lnTo>
                    <a:pt x="579" y="4248"/>
                  </a:lnTo>
                  <a:lnTo>
                    <a:pt x="657" y="4171"/>
                  </a:lnTo>
                  <a:lnTo>
                    <a:pt x="695" y="4055"/>
                  </a:lnTo>
                  <a:lnTo>
                    <a:pt x="695" y="3939"/>
                  </a:lnTo>
                  <a:lnTo>
                    <a:pt x="734" y="3823"/>
                  </a:lnTo>
                  <a:lnTo>
                    <a:pt x="850" y="3630"/>
                  </a:lnTo>
                  <a:lnTo>
                    <a:pt x="1081" y="3437"/>
                  </a:lnTo>
                  <a:lnTo>
                    <a:pt x="1313" y="3244"/>
                  </a:lnTo>
                  <a:lnTo>
                    <a:pt x="1854" y="2935"/>
                  </a:lnTo>
                  <a:lnTo>
                    <a:pt x="2278" y="2703"/>
                  </a:lnTo>
                  <a:lnTo>
                    <a:pt x="3012" y="2356"/>
                  </a:lnTo>
                  <a:lnTo>
                    <a:pt x="3707" y="2008"/>
                  </a:lnTo>
                  <a:lnTo>
                    <a:pt x="4479" y="1699"/>
                  </a:lnTo>
                  <a:lnTo>
                    <a:pt x="5252" y="1429"/>
                  </a:lnTo>
                  <a:lnTo>
                    <a:pt x="6024" y="1197"/>
                  </a:lnTo>
                  <a:lnTo>
                    <a:pt x="6835" y="1004"/>
                  </a:lnTo>
                  <a:lnTo>
                    <a:pt x="7607" y="811"/>
                  </a:lnTo>
                  <a:lnTo>
                    <a:pt x="8418" y="695"/>
                  </a:lnTo>
                  <a:lnTo>
                    <a:pt x="9229" y="580"/>
                  </a:lnTo>
                  <a:lnTo>
                    <a:pt x="10040" y="541"/>
                  </a:lnTo>
                  <a:lnTo>
                    <a:pt x="10735" y="502"/>
                  </a:lnTo>
                  <a:lnTo>
                    <a:pt x="11160" y="464"/>
                  </a:lnTo>
                  <a:close/>
                  <a:moveTo>
                    <a:pt x="13477" y="1120"/>
                  </a:moveTo>
                  <a:lnTo>
                    <a:pt x="13631" y="1313"/>
                  </a:lnTo>
                  <a:lnTo>
                    <a:pt x="13708" y="1506"/>
                  </a:lnTo>
                  <a:lnTo>
                    <a:pt x="13747" y="1738"/>
                  </a:lnTo>
                  <a:lnTo>
                    <a:pt x="13708" y="2008"/>
                  </a:lnTo>
                  <a:lnTo>
                    <a:pt x="13631" y="2240"/>
                  </a:lnTo>
                  <a:lnTo>
                    <a:pt x="13515" y="2472"/>
                  </a:lnTo>
                  <a:lnTo>
                    <a:pt x="13399" y="2703"/>
                  </a:lnTo>
                  <a:lnTo>
                    <a:pt x="13206" y="2896"/>
                  </a:lnTo>
                  <a:lnTo>
                    <a:pt x="12859" y="3205"/>
                  </a:lnTo>
                  <a:lnTo>
                    <a:pt x="12473" y="3437"/>
                  </a:lnTo>
                  <a:lnTo>
                    <a:pt x="12048" y="3669"/>
                  </a:lnTo>
                  <a:lnTo>
                    <a:pt x="11623" y="3900"/>
                  </a:lnTo>
                  <a:lnTo>
                    <a:pt x="10658" y="4287"/>
                  </a:lnTo>
                  <a:lnTo>
                    <a:pt x="9731" y="4634"/>
                  </a:lnTo>
                  <a:lnTo>
                    <a:pt x="8766" y="4904"/>
                  </a:lnTo>
                  <a:lnTo>
                    <a:pt x="7762" y="5175"/>
                  </a:lnTo>
                  <a:lnTo>
                    <a:pt x="6758" y="5406"/>
                  </a:lnTo>
                  <a:lnTo>
                    <a:pt x="5754" y="5600"/>
                  </a:lnTo>
                  <a:lnTo>
                    <a:pt x="4711" y="5793"/>
                  </a:lnTo>
                  <a:lnTo>
                    <a:pt x="3707" y="5908"/>
                  </a:lnTo>
                  <a:lnTo>
                    <a:pt x="2780" y="5986"/>
                  </a:lnTo>
                  <a:lnTo>
                    <a:pt x="2278" y="5986"/>
                  </a:lnTo>
                  <a:lnTo>
                    <a:pt x="1815" y="5947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8"/>
                  </a:lnTo>
                  <a:lnTo>
                    <a:pt x="695" y="5484"/>
                  </a:lnTo>
                  <a:lnTo>
                    <a:pt x="502" y="5252"/>
                  </a:lnTo>
                  <a:lnTo>
                    <a:pt x="348" y="5020"/>
                  </a:lnTo>
                  <a:lnTo>
                    <a:pt x="309" y="4866"/>
                  </a:lnTo>
                  <a:lnTo>
                    <a:pt x="309" y="4750"/>
                  </a:lnTo>
                  <a:lnTo>
                    <a:pt x="309" y="4596"/>
                  </a:lnTo>
                  <a:lnTo>
                    <a:pt x="348" y="4441"/>
                  </a:lnTo>
                  <a:lnTo>
                    <a:pt x="541" y="4673"/>
                  </a:lnTo>
                  <a:lnTo>
                    <a:pt x="811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2" y="5213"/>
                  </a:lnTo>
                  <a:lnTo>
                    <a:pt x="1931" y="5252"/>
                  </a:lnTo>
                  <a:lnTo>
                    <a:pt x="2587" y="5329"/>
                  </a:lnTo>
                  <a:lnTo>
                    <a:pt x="3244" y="5291"/>
                  </a:lnTo>
                  <a:lnTo>
                    <a:pt x="3939" y="5252"/>
                  </a:lnTo>
                  <a:lnTo>
                    <a:pt x="5136" y="5059"/>
                  </a:lnTo>
                  <a:lnTo>
                    <a:pt x="6912" y="4789"/>
                  </a:lnTo>
                  <a:lnTo>
                    <a:pt x="7839" y="4596"/>
                  </a:lnTo>
                  <a:lnTo>
                    <a:pt x="8727" y="4402"/>
                  </a:lnTo>
                  <a:lnTo>
                    <a:pt x="9615" y="4132"/>
                  </a:lnTo>
                  <a:lnTo>
                    <a:pt x="10503" y="3862"/>
                  </a:lnTo>
                  <a:lnTo>
                    <a:pt x="11353" y="3514"/>
                  </a:lnTo>
                  <a:lnTo>
                    <a:pt x="12164" y="3128"/>
                  </a:lnTo>
                  <a:lnTo>
                    <a:pt x="12434" y="2974"/>
                  </a:lnTo>
                  <a:lnTo>
                    <a:pt x="12704" y="2819"/>
                  </a:lnTo>
                  <a:lnTo>
                    <a:pt x="12936" y="2588"/>
                  </a:lnTo>
                  <a:lnTo>
                    <a:pt x="13129" y="2394"/>
                  </a:lnTo>
                  <a:lnTo>
                    <a:pt x="13322" y="2124"/>
                  </a:lnTo>
                  <a:lnTo>
                    <a:pt x="13438" y="1854"/>
                  </a:lnTo>
                  <a:lnTo>
                    <a:pt x="13515" y="1584"/>
                  </a:lnTo>
                  <a:lnTo>
                    <a:pt x="13515" y="1236"/>
                  </a:lnTo>
                  <a:lnTo>
                    <a:pt x="13477" y="1120"/>
                  </a:lnTo>
                  <a:close/>
                  <a:moveTo>
                    <a:pt x="10658" y="0"/>
                  </a:moveTo>
                  <a:lnTo>
                    <a:pt x="9886" y="39"/>
                  </a:lnTo>
                  <a:lnTo>
                    <a:pt x="9113" y="116"/>
                  </a:lnTo>
                  <a:lnTo>
                    <a:pt x="8302" y="232"/>
                  </a:lnTo>
                  <a:lnTo>
                    <a:pt x="7530" y="348"/>
                  </a:lnTo>
                  <a:lnTo>
                    <a:pt x="6719" y="541"/>
                  </a:lnTo>
                  <a:lnTo>
                    <a:pt x="5908" y="734"/>
                  </a:lnTo>
                  <a:lnTo>
                    <a:pt x="5020" y="1004"/>
                  </a:lnTo>
                  <a:lnTo>
                    <a:pt x="4132" y="1352"/>
                  </a:lnTo>
                  <a:lnTo>
                    <a:pt x="3244" y="1699"/>
                  </a:lnTo>
                  <a:lnTo>
                    <a:pt x="2394" y="2124"/>
                  </a:lnTo>
                  <a:lnTo>
                    <a:pt x="1776" y="2433"/>
                  </a:lnTo>
                  <a:lnTo>
                    <a:pt x="1390" y="2626"/>
                  </a:lnTo>
                  <a:lnTo>
                    <a:pt x="1043" y="2858"/>
                  </a:lnTo>
                  <a:lnTo>
                    <a:pt x="695" y="3090"/>
                  </a:lnTo>
                  <a:lnTo>
                    <a:pt x="463" y="3398"/>
                  </a:lnTo>
                  <a:lnTo>
                    <a:pt x="348" y="3553"/>
                  </a:lnTo>
                  <a:lnTo>
                    <a:pt x="270" y="3707"/>
                  </a:lnTo>
                  <a:lnTo>
                    <a:pt x="232" y="3862"/>
                  </a:lnTo>
                  <a:lnTo>
                    <a:pt x="232" y="4055"/>
                  </a:lnTo>
                  <a:lnTo>
                    <a:pt x="193" y="4132"/>
                  </a:lnTo>
                  <a:lnTo>
                    <a:pt x="193" y="4171"/>
                  </a:lnTo>
                  <a:lnTo>
                    <a:pt x="116" y="4325"/>
                  </a:lnTo>
                  <a:lnTo>
                    <a:pt x="39" y="4480"/>
                  </a:lnTo>
                  <a:lnTo>
                    <a:pt x="0" y="4634"/>
                  </a:lnTo>
                  <a:lnTo>
                    <a:pt x="0" y="4789"/>
                  </a:lnTo>
                  <a:lnTo>
                    <a:pt x="39" y="5136"/>
                  </a:lnTo>
                  <a:lnTo>
                    <a:pt x="193" y="5445"/>
                  </a:lnTo>
                  <a:lnTo>
                    <a:pt x="348" y="5638"/>
                  </a:lnTo>
                  <a:lnTo>
                    <a:pt x="502" y="5831"/>
                  </a:lnTo>
                  <a:lnTo>
                    <a:pt x="695" y="5947"/>
                  </a:lnTo>
                  <a:lnTo>
                    <a:pt x="927" y="6063"/>
                  </a:lnTo>
                  <a:lnTo>
                    <a:pt x="965" y="6256"/>
                  </a:lnTo>
                  <a:lnTo>
                    <a:pt x="1274" y="6179"/>
                  </a:lnTo>
                  <a:lnTo>
                    <a:pt x="1313" y="6217"/>
                  </a:lnTo>
                  <a:lnTo>
                    <a:pt x="1313" y="6256"/>
                  </a:lnTo>
                  <a:lnTo>
                    <a:pt x="1352" y="6295"/>
                  </a:lnTo>
                  <a:lnTo>
                    <a:pt x="1467" y="6256"/>
                  </a:lnTo>
                  <a:lnTo>
                    <a:pt x="1815" y="6295"/>
                  </a:lnTo>
                  <a:lnTo>
                    <a:pt x="2394" y="6333"/>
                  </a:lnTo>
                  <a:lnTo>
                    <a:pt x="3012" y="6372"/>
                  </a:lnTo>
                  <a:lnTo>
                    <a:pt x="3591" y="6333"/>
                  </a:lnTo>
                  <a:lnTo>
                    <a:pt x="4171" y="6295"/>
                  </a:lnTo>
                  <a:lnTo>
                    <a:pt x="5368" y="6101"/>
                  </a:lnTo>
                  <a:lnTo>
                    <a:pt x="6565" y="5870"/>
                  </a:lnTo>
                  <a:lnTo>
                    <a:pt x="6758" y="5831"/>
                  </a:lnTo>
                  <a:lnTo>
                    <a:pt x="7993" y="5522"/>
                  </a:lnTo>
                  <a:lnTo>
                    <a:pt x="9036" y="5252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5" y="4132"/>
                  </a:lnTo>
                  <a:lnTo>
                    <a:pt x="12125" y="4248"/>
                  </a:lnTo>
                  <a:lnTo>
                    <a:pt x="12395" y="4287"/>
                  </a:lnTo>
                  <a:lnTo>
                    <a:pt x="12782" y="4711"/>
                  </a:lnTo>
                  <a:lnTo>
                    <a:pt x="13013" y="4518"/>
                  </a:lnTo>
                  <a:lnTo>
                    <a:pt x="12434" y="3939"/>
                  </a:lnTo>
                  <a:lnTo>
                    <a:pt x="12897" y="3669"/>
                  </a:lnTo>
                  <a:lnTo>
                    <a:pt x="13361" y="3321"/>
                  </a:lnTo>
                  <a:lnTo>
                    <a:pt x="13631" y="3051"/>
                  </a:lnTo>
                  <a:lnTo>
                    <a:pt x="13824" y="2703"/>
                  </a:lnTo>
                  <a:lnTo>
                    <a:pt x="14133" y="2626"/>
                  </a:lnTo>
                  <a:lnTo>
                    <a:pt x="14017" y="2317"/>
                  </a:lnTo>
                  <a:lnTo>
                    <a:pt x="14095" y="2008"/>
                  </a:lnTo>
                  <a:lnTo>
                    <a:pt x="14133" y="1738"/>
                  </a:lnTo>
                  <a:lnTo>
                    <a:pt x="14095" y="1468"/>
                  </a:lnTo>
                  <a:lnTo>
                    <a:pt x="14017" y="1236"/>
                  </a:lnTo>
                  <a:lnTo>
                    <a:pt x="13901" y="1004"/>
                  </a:lnTo>
                  <a:lnTo>
                    <a:pt x="13747" y="811"/>
                  </a:lnTo>
                  <a:lnTo>
                    <a:pt x="13477" y="618"/>
                  </a:lnTo>
                  <a:lnTo>
                    <a:pt x="13168" y="502"/>
                  </a:lnTo>
                  <a:lnTo>
                    <a:pt x="13091" y="502"/>
                  </a:lnTo>
                  <a:lnTo>
                    <a:pt x="12897" y="387"/>
                  </a:lnTo>
                  <a:lnTo>
                    <a:pt x="12666" y="271"/>
                  </a:lnTo>
                  <a:lnTo>
                    <a:pt x="12434" y="155"/>
                  </a:lnTo>
                  <a:lnTo>
                    <a:pt x="12202" y="116"/>
                  </a:lnTo>
                  <a:lnTo>
                    <a:pt x="11816" y="39"/>
                  </a:lnTo>
                  <a:lnTo>
                    <a:pt x="1143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5"/>
            <p:cNvSpPr/>
            <p:nvPr/>
          </p:nvSpPr>
          <p:spPr>
            <a:xfrm>
              <a:off x="5030225" y="1918650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5" y="1"/>
                  </a:moveTo>
                  <a:lnTo>
                    <a:pt x="348" y="889"/>
                  </a:lnTo>
                  <a:lnTo>
                    <a:pt x="232" y="1816"/>
                  </a:lnTo>
                  <a:lnTo>
                    <a:pt x="155" y="3630"/>
                  </a:lnTo>
                  <a:lnTo>
                    <a:pt x="0" y="7260"/>
                  </a:lnTo>
                  <a:lnTo>
                    <a:pt x="193" y="7260"/>
                  </a:lnTo>
                  <a:lnTo>
                    <a:pt x="425" y="5484"/>
                  </a:lnTo>
                  <a:lnTo>
                    <a:pt x="579" y="3669"/>
                  </a:lnTo>
                  <a:lnTo>
                    <a:pt x="695" y="1854"/>
                  </a:lnTo>
                  <a:lnTo>
                    <a:pt x="695" y="927"/>
                  </a:lnTo>
                  <a:lnTo>
                    <a:pt x="695" y="39"/>
                  </a:lnTo>
                  <a:lnTo>
                    <a:pt x="42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5"/>
            <p:cNvSpPr/>
            <p:nvPr/>
          </p:nvSpPr>
          <p:spPr>
            <a:xfrm>
              <a:off x="4907625" y="1959200"/>
              <a:ext cx="121650" cy="144825"/>
            </a:xfrm>
            <a:custGeom>
              <a:avLst/>
              <a:gdLst/>
              <a:ahLst/>
              <a:cxnLst/>
              <a:rect l="l" t="t" r="r" b="b"/>
              <a:pathLst>
                <a:path w="4866" h="5793" extrusionOk="0">
                  <a:moveTo>
                    <a:pt x="155" y="0"/>
                  </a:moveTo>
                  <a:lnTo>
                    <a:pt x="0" y="155"/>
                  </a:lnTo>
                  <a:lnTo>
                    <a:pt x="1197" y="1545"/>
                  </a:lnTo>
                  <a:lnTo>
                    <a:pt x="2356" y="2935"/>
                  </a:lnTo>
                  <a:lnTo>
                    <a:pt x="2896" y="3630"/>
                  </a:lnTo>
                  <a:lnTo>
                    <a:pt x="3475" y="4403"/>
                  </a:lnTo>
                  <a:lnTo>
                    <a:pt x="4055" y="5098"/>
                  </a:lnTo>
                  <a:lnTo>
                    <a:pt x="4325" y="5445"/>
                  </a:lnTo>
                  <a:lnTo>
                    <a:pt x="4634" y="5793"/>
                  </a:lnTo>
                  <a:lnTo>
                    <a:pt x="4827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4" y="5252"/>
                  </a:lnTo>
                  <a:lnTo>
                    <a:pt x="4402" y="4866"/>
                  </a:lnTo>
                  <a:lnTo>
                    <a:pt x="3862" y="4171"/>
                  </a:lnTo>
                  <a:lnTo>
                    <a:pt x="2703" y="2781"/>
                  </a:lnTo>
                  <a:lnTo>
                    <a:pt x="1467" y="1352"/>
                  </a:lnTo>
                  <a:lnTo>
                    <a:pt x="811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5"/>
            <p:cNvSpPr/>
            <p:nvPr/>
          </p:nvSpPr>
          <p:spPr>
            <a:xfrm>
              <a:off x="4909550" y="1580775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8" y="5909"/>
                  </a:moveTo>
                  <a:lnTo>
                    <a:pt x="1082" y="5986"/>
                  </a:lnTo>
                  <a:lnTo>
                    <a:pt x="1236" y="6024"/>
                  </a:lnTo>
                  <a:lnTo>
                    <a:pt x="1390" y="6179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0" y="6797"/>
                  </a:lnTo>
                  <a:lnTo>
                    <a:pt x="1236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90"/>
                  </a:lnTo>
                  <a:lnTo>
                    <a:pt x="464" y="6835"/>
                  </a:lnTo>
                  <a:lnTo>
                    <a:pt x="425" y="6719"/>
                  </a:lnTo>
                  <a:lnTo>
                    <a:pt x="386" y="6642"/>
                  </a:lnTo>
                  <a:lnTo>
                    <a:pt x="348" y="6488"/>
                  </a:lnTo>
                  <a:lnTo>
                    <a:pt x="386" y="6372"/>
                  </a:lnTo>
                  <a:lnTo>
                    <a:pt x="425" y="6256"/>
                  </a:lnTo>
                  <a:lnTo>
                    <a:pt x="502" y="6179"/>
                  </a:lnTo>
                  <a:lnTo>
                    <a:pt x="695" y="6024"/>
                  </a:lnTo>
                  <a:lnTo>
                    <a:pt x="888" y="5909"/>
                  </a:lnTo>
                  <a:close/>
                  <a:moveTo>
                    <a:pt x="5908" y="0"/>
                  </a:moveTo>
                  <a:lnTo>
                    <a:pt x="5831" y="39"/>
                  </a:lnTo>
                  <a:lnTo>
                    <a:pt x="5522" y="309"/>
                  </a:lnTo>
                  <a:lnTo>
                    <a:pt x="5175" y="618"/>
                  </a:lnTo>
                  <a:lnTo>
                    <a:pt x="4596" y="1313"/>
                  </a:lnTo>
                  <a:lnTo>
                    <a:pt x="4016" y="2047"/>
                  </a:lnTo>
                  <a:lnTo>
                    <a:pt x="3437" y="2781"/>
                  </a:lnTo>
                  <a:lnTo>
                    <a:pt x="2279" y="4132"/>
                  </a:lnTo>
                  <a:lnTo>
                    <a:pt x="1738" y="4866"/>
                  </a:lnTo>
                  <a:lnTo>
                    <a:pt x="1197" y="5561"/>
                  </a:lnTo>
                  <a:lnTo>
                    <a:pt x="1043" y="5522"/>
                  </a:lnTo>
                  <a:lnTo>
                    <a:pt x="888" y="5522"/>
                  </a:lnTo>
                  <a:lnTo>
                    <a:pt x="773" y="5561"/>
                  </a:lnTo>
                  <a:lnTo>
                    <a:pt x="618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0" y="6333"/>
                  </a:lnTo>
                  <a:lnTo>
                    <a:pt x="0" y="6488"/>
                  </a:lnTo>
                  <a:lnTo>
                    <a:pt x="0" y="6604"/>
                  </a:lnTo>
                  <a:lnTo>
                    <a:pt x="39" y="6797"/>
                  </a:lnTo>
                  <a:lnTo>
                    <a:pt x="116" y="6990"/>
                  </a:lnTo>
                  <a:lnTo>
                    <a:pt x="193" y="7144"/>
                  </a:lnTo>
                  <a:lnTo>
                    <a:pt x="348" y="7260"/>
                  </a:lnTo>
                  <a:lnTo>
                    <a:pt x="502" y="7376"/>
                  </a:lnTo>
                  <a:lnTo>
                    <a:pt x="695" y="7453"/>
                  </a:lnTo>
                  <a:lnTo>
                    <a:pt x="1082" y="7453"/>
                  </a:lnTo>
                  <a:lnTo>
                    <a:pt x="1275" y="7415"/>
                  </a:lnTo>
                  <a:lnTo>
                    <a:pt x="1429" y="7299"/>
                  </a:lnTo>
                  <a:lnTo>
                    <a:pt x="1584" y="7183"/>
                  </a:lnTo>
                  <a:lnTo>
                    <a:pt x="1699" y="7067"/>
                  </a:lnTo>
                  <a:lnTo>
                    <a:pt x="1815" y="6874"/>
                  </a:lnTo>
                  <a:lnTo>
                    <a:pt x="1854" y="6681"/>
                  </a:lnTo>
                  <a:lnTo>
                    <a:pt x="1892" y="6526"/>
                  </a:lnTo>
                  <a:lnTo>
                    <a:pt x="1854" y="6333"/>
                  </a:lnTo>
                  <a:lnTo>
                    <a:pt x="1815" y="6179"/>
                  </a:lnTo>
                  <a:lnTo>
                    <a:pt x="1738" y="6024"/>
                  </a:lnTo>
                  <a:lnTo>
                    <a:pt x="1661" y="5909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2" y="4403"/>
                  </a:lnTo>
                  <a:lnTo>
                    <a:pt x="3939" y="3012"/>
                  </a:lnTo>
                  <a:lnTo>
                    <a:pt x="4480" y="2395"/>
                  </a:lnTo>
                  <a:lnTo>
                    <a:pt x="5098" y="1700"/>
                  </a:lnTo>
                  <a:lnTo>
                    <a:pt x="5638" y="1043"/>
                  </a:lnTo>
                  <a:lnTo>
                    <a:pt x="5908" y="657"/>
                  </a:lnTo>
                  <a:lnTo>
                    <a:pt x="6101" y="309"/>
                  </a:lnTo>
                  <a:lnTo>
                    <a:pt x="6140" y="194"/>
                  </a:lnTo>
                  <a:lnTo>
                    <a:pt x="6063" y="78"/>
                  </a:lnTo>
                  <a:lnTo>
                    <a:pt x="598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5"/>
            <p:cNvSpPr/>
            <p:nvPr/>
          </p:nvSpPr>
          <p:spPr>
            <a:xfrm>
              <a:off x="4880575" y="1957275"/>
              <a:ext cx="30925" cy="168950"/>
            </a:xfrm>
            <a:custGeom>
              <a:avLst/>
              <a:gdLst/>
              <a:ahLst/>
              <a:cxnLst/>
              <a:rect l="l" t="t" r="r" b="b"/>
              <a:pathLst>
                <a:path w="1237" h="6758" extrusionOk="0">
                  <a:moveTo>
                    <a:pt x="1121" y="0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7"/>
                  </a:lnTo>
                  <a:lnTo>
                    <a:pt x="850" y="116"/>
                  </a:lnTo>
                  <a:lnTo>
                    <a:pt x="542" y="1738"/>
                  </a:lnTo>
                  <a:lnTo>
                    <a:pt x="310" y="3398"/>
                  </a:lnTo>
                  <a:lnTo>
                    <a:pt x="117" y="5059"/>
                  </a:lnTo>
                  <a:lnTo>
                    <a:pt x="1" y="6719"/>
                  </a:lnTo>
                  <a:lnTo>
                    <a:pt x="233" y="6758"/>
                  </a:lnTo>
                  <a:lnTo>
                    <a:pt x="503" y="5136"/>
                  </a:lnTo>
                  <a:lnTo>
                    <a:pt x="773" y="3514"/>
                  </a:lnTo>
                  <a:lnTo>
                    <a:pt x="966" y="1854"/>
                  </a:lnTo>
                  <a:lnTo>
                    <a:pt x="1082" y="232"/>
                  </a:lnTo>
                  <a:lnTo>
                    <a:pt x="1237" y="77"/>
                  </a:lnTo>
                  <a:lnTo>
                    <a:pt x="1237" y="39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5"/>
            <p:cNvSpPr/>
            <p:nvPr/>
          </p:nvSpPr>
          <p:spPr>
            <a:xfrm>
              <a:off x="4655650" y="160877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4"/>
                  </a:lnTo>
                  <a:lnTo>
                    <a:pt x="7531" y="6140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1" y="6565"/>
                  </a:lnTo>
                  <a:lnTo>
                    <a:pt x="7492" y="6681"/>
                  </a:lnTo>
                  <a:lnTo>
                    <a:pt x="7337" y="6796"/>
                  </a:lnTo>
                  <a:lnTo>
                    <a:pt x="7106" y="6912"/>
                  </a:lnTo>
                  <a:lnTo>
                    <a:pt x="6913" y="6912"/>
                  </a:lnTo>
                  <a:lnTo>
                    <a:pt x="6720" y="6835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7" y="6101"/>
                  </a:lnTo>
                  <a:lnTo>
                    <a:pt x="6642" y="5908"/>
                  </a:lnTo>
                  <a:lnTo>
                    <a:pt x="6797" y="5754"/>
                  </a:lnTo>
                  <a:close/>
                  <a:moveTo>
                    <a:pt x="232" y="0"/>
                  </a:moveTo>
                  <a:lnTo>
                    <a:pt x="155" y="39"/>
                  </a:lnTo>
                  <a:lnTo>
                    <a:pt x="78" y="39"/>
                  </a:lnTo>
                  <a:lnTo>
                    <a:pt x="39" y="116"/>
                  </a:lnTo>
                  <a:lnTo>
                    <a:pt x="1" y="232"/>
                  </a:lnTo>
                  <a:lnTo>
                    <a:pt x="1" y="309"/>
                  </a:lnTo>
                  <a:lnTo>
                    <a:pt x="39" y="386"/>
                  </a:lnTo>
                  <a:lnTo>
                    <a:pt x="425" y="773"/>
                  </a:lnTo>
                  <a:lnTo>
                    <a:pt x="812" y="1120"/>
                  </a:lnTo>
                  <a:lnTo>
                    <a:pt x="1622" y="1777"/>
                  </a:lnTo>
                  <a:lnTo>
                    <a:pt x="3399" y="3205"/>
                  </a:lnTo>
                  <a:lnTo>
                    <a:pt x="4866" y="4441"/>
                  </a:lnTo>
                  <a:lnTo>
                    <a:pt x="5638" y="5020"/>
                  </a:lnTo>
                  <a:lnTo>
                    <a:pt x="6411" y="5599"/>
                  </a:lnTo>
                  <a:lnTo>
                    <a:pt x="6295" y="5677"/>
                  </a:lnTo>
                  <a:lnTo>
                    <a:pt x="6218" y="5793"/>
                  </a:lnTo>
                  <a:lnTo>
                    <a:pt x="6102" y="6101"/>
                  </a:lnTo>
                  <a:lnTo>
                    <a:pt x="6063" y="6410"/>
                  </a:lnTo>
                  <a:lnTo>
                    <a:pt x="6102" y="6681"/>
                  </a:lnTo>
                  <a:lnTo>
                    <a:pt x="6179" y="6835"/>
                  </a:lnTo>
                  <a:lnTo>
                    <a:pt x="6295" y="6990"/>
                  </a:lnTo>
                  <a:lnTo>
                    <a:pt x="6411" y="7144"/>
                  </a:lnTo>
                  <a:lnTo>
                    <a:pt x="6565" y="7221"/>
                  </a:lnTo>
                  <a:lnTo>
                    <a:pt x="6720" y="7298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8"/>
                  </a:lnTo>
                  <a:lnTo>
                    <a:pt x="7453" y="7260"/>
                  </a:lnTo>
                  <a:lnTo>
                    <a:pt x="7608" y="7144"/>
                  </a:lnTo>
                  <a:lnTo>
                    <a:pt x="7724" y="7028"/>
                  </a:lnTo>
                  <a:lnTo>
                    <a:pt x="7839" y="6912"/>
                  </a:lnTo>
                  <a:lnTo>
                    <a:pt x="7955" y="6758"/>
                  </a:lnTo>
                  <a:lnTo>
                    <a:pt x="7994" y="6565"/>
                  </a:lnTo>
                  <a:lnTo>
                    <a:pt x="8033" y="6410"/>
                  </a:lnTo>
                  <a:lnTo>
                    <a:pt x="8033" y="6217"/>
                  </a:lnTo>
                  <a:lnTo>
                    <a:pt x="7955" y="6024"/>
                  </a:lnTo>
                  <a:lnTo>
                    <a:pt x="7839" y="5870"/>
                  </a:lnTo>
                  <a:lnTo>
                    <a:pt x="7724" y="5715"/>
                  </a:lnTo>
                  <a:lnTo>
                    <a:pt x="7569" y="5599"/>
                  </a:lnTo>
                  <a:lnTo>
                    <a:pt x="7415" y="5522"/>
                  </a:lnTo>
                  <a:lnTo>
                    <a:pt x="7222" y="5445"/>
                  </a:lnTo>
                  <a:lnTo>
                    <a:pt x="7029" y="5445"/>
                  </a:lnTo>
                  <a:lnTo>
                    <a:pt x="6835" y="5484"/>
                  </a:lnTo>
                  <a:lnTo>
                    <a:pt x="6025" y="4711"/>
                  </a:lnTo>
                  <a:lnTo>
                    <a:pt x="5214" y="4016"/>
                  </a:lnTo>
                  <a:lnTo>
                    <a:pt x="3515" y="2626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4" y="309"/>
                  </a:lnTo>
                  <a:lnTo>
                    <a:pt x="310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5"/>
            <p:cNvSpPr/>
            <p:nvPr/>
          </p:nvSpPr>
          <p:spPr>
            <a:xfrm>
              <a:off x="4796600" y="1878100"/>
              <a:ext cx="350450" cy="288675"/>
            </a:xfrm>
            <a:custGeom>
              <a:avLst/>
              <a:gdLst/>
              <a:ahLst/>
              <a:cxnLst/>
              <a:rect l="l" t="t" r="r" b="b"/>
              <a:pathLst>
                <a:path w="14018" h="11547" extrusionOk="0">
                  <a:moveTo>
                    <a:pt x="11778" y="1"/>
                  </a:moveTo>
                  <a:lnTo>
                    <a:pt x="11469" y="78"/>
                  </a:lnTo>
                  <a:lnTo>
                    <a:pt x="11855" y="1932"/>
                  </a:lnTo>
                  <a:lnTo>
                    <a:pt x="12280" y="3746"/>
                  </a:lnTo>
                  <a:lnTo>
                    <a:pt x="11508" y="2781"/>
                  </a:lnTo>
                  <a:lnTo>
                    <a:pt x="10658" y="1893"/>
                  </a:lnTo>
                  <a:lnTo>
                    <a:pt x="10426" y="2086"/>
                  </a:lnTo>
                  <a:lnTo>
                    <a:pt x="11469" y="3438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9"/>
                  </a:lnTo>
                  <a:lnTo>
                    <a:pt x="13168" y="5523"/>
                  </a:lnTo>
                  <a:lnTo>
                    <a:pt x="13438" y="5716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1"/>
                  </a:lnTo>
                  <a:lnTo>
                    <a:pt x="13631" y="6681"/>
                  </a:lnTo>
                  <a:lnTo>
                    <a:pt x="13516" y="6913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3" y="7955"/>
                  </a:lnTo>
                  <a:lnTo>
                    <a:pt x="12203" y="8419"/>
                  </a:lnTo>
                  <a:lnTo>
                    <a:pt x="11739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2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0" y="11160"/>
                  </a:lnTo>
                  <a:lnTo>
                    <a:pt x="3630" y="11160"/>
                  </a:lnTo>
                  <a:lnTo>
                    <a:pt x="3012" y="11122"/>
                  </a:lnTo>
                  <a:lnTo>
                    <a:pt x="2356" y="11045"/>
                  </a:lnTo>
                  <a:lnTo>
                    <a:pt x="1661" y="10929"/>
                  </a:lnTo>
                  <a:lnTo>
                    <a:pt x="1352" y="10813"/>
                  </a:lnTo>
                  <a:lnTo>
                    <a:pt x="1082" y="10697"/>
                  </a:lnTo>
                  <a:lnTo>
                    <a:pt x="811" y="10543"/>
                  </a:lnTo>
                  <a:lnTo>
                    <a:pt x="618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2"/>
                  </a:lnTo>
                  <a:lnTo>
                    <a:pt x="387" y="9461"/>
                  </a:lnTo>
                  <a:lnTo>
                    <a:pt x="155" y="9423"/>
                  </a:lnTo>
                  <a:lnTo>
                    <a:pt x="39" y="9655"/>
                  </a:lnTo>
                  <a:lnTo>
                    <a:pt x="0" y="9886"/>
                  </a:lnTo>
                  <a:lnTo>
                    <a:pt x="39" y="10118"/>
                  </a:lnTo>
                  <a:lnTo>
                    <a:pt x="78" y="10311"/>
                  </a:lnTo>
                  <a:lnTo>
                    <a:pt x="193" y="10465"/>
                  </a:lnTo>
                  <a:lnTo>
                    <a:pt x="348" y="10620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8"/>
                  </a:lnTo>
                  <a:lnTo>
                    <a:pt x="2201" y="11354"/>
                  </a:lnTo>
                  <a:lnTo>
                    <a:pt x="2626" y="11431"/>
                  </a:lnTo>
                  <a:lnTo>
                    <a:pt x="3321" y="11508"/>
                  </a:lnTo>
                  <a:lnTo>
                    <a:pt x="3978" y="11547"/>
                  </a:lnTo>
                  <a:lnTo>
                    <a:pt x="4673" y="11547"/>
                  </a:lnTo>
                  <a:lnTo>
                    <a:pt x="5368" y="11508"/>
                  </a:lnTo>
                  <a:lnTo>
                    <a:pt x="6063" y="11431"/>
                  </a:lnTo>
                  <a:lnTo>
                    <a:pt x="6758" y="11315"/>
                  </a:lnTo>
                  <a:lnTo>
                    <a:pt x="7414" y="11160"/>
                  </a:lnTo>
                  <a:lnTo>
                    <a:pt x="8071" y="11006"/>
                  </a:lnTo>
                  <a:lnTo>
                    <a:pt x="8727" y="10774"/>
                  </a:lnTo>
                  <a:lnTo>
                    <a:pt x="9345" y="10543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1" y="9655"/>
                  </a:lnTo>
                  <a:lnTo>
                    <a:pt x="11701" y="9268"/>
                  </a:lnTo>
                  <a:lnTo>
                    <a:pt x="12241" y="8882"/>
                  </a:lnTo>
                  <a:lnTo>
                    <a:pt x="12743" y="8457"/>
                  </a:lnTo>
                  <a:lnTo>
                    <a:pt x="13168" y="8071"/>
                  </a:lnTo>
                  <a:lnTo>
                    <a:pt x="13554" y="7647"/>
                  </a:lnTo>
                  <a:lnTo>
                    <a:pt x="13747" y="7376"/>
                  </a:lnTo>
                  <a:lnTo>
                    <a:pt x="13863" y="7145"/>
                  </a:lnTo>
                  <a:lnTo>
                    <a:pt x="13979" y="6874"/>
                  </a:lnTo>
                  <a:lnTo>
                    <a:pt x="14018" y="6565"/>
                  </a:lnTo>
                  <a:lnTo>
                    <a:pt x="14018" y="6334"/>
                  </a:lnTo>
                  <a:lnTo>
                    <a:pt x="14018" y="6141"/>
                  </a:lnTo>
                  <a:lnTo>
                    <a:pt x="13940" y="5909"/>
                  </a:lnTo>
                  <a:lnTo>
                    <a:pt x="13863" y="5716"/>
                  </a:lnTo>
                  <a:lnTo>
                    <a:pt x="13747" y="5523"/>
                  </a:lnTo>
                  <a:lnTo>
                    <a:pt x="13593" y="5368"/>
                  </a:lnTo>
                  <a:lnTo>
                    <a:pt x="13438" y="5252"/>
                  </a:lnTo>
                  <a:lnTo>
                    <a:pt x="13245" y="5137"/>
                  </a:lnTo>
                  <a:lnTo>
                    <a:pt x="13091" y="5137"/>
                  </a:lnTo>
                  <a:lnTo>
                    <a:pt x="12821" y="3824"/>
                  </a:lnTo>
                  <a:lnTo>
                    <a:pt x="12512" y="2549"/>
                  </a:lnTo>
                  <a:lnTo>
                    <a:pt x="12164" y="1275"/>
                  </a:lnTo>
                  <a:lnTo>
                    <a:pt x="117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5"/>
            <p:cNvSpPr/>
            <p:nvPr/>
          </p:nvSpPr>
          <p:spPr>
            <a:xfrm>
              <a:off x="4771500" y="1968850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1"/>
                  </a:moveTo>
                  <a:lnTo>
                    <a:pt x="0" y="39"/>
                  </a:lnTo>
                  <a:lnTo>
                    <a:pt x="1970" y="3206"/>
                  </a:lnTo>
                  <a:lnTo>
                    <a:pt x="4055" y="6333"/>
                  </a:lnTo>
                  <a:lnTo>
                    <a:pt x="3553" y="6295"/>
                  </a:lnTo>
                  <a:lnTo>
                    <a:pt x="3051" y="6179"/>
                  </a:lnTo>
                  <a:lnTo>
                    <a:pt x="2588" y="6025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7"/>
                  </a:lnTo>
                  <a:lnTo>
                    <a:pt x="3283" y="6642"/>
                  </a:lnTo>
                  <a:lnTo>
                    <a:pt x="3707" y="6720"/>
                  </a:lnTo>
                  <a:lnTo>
                    <a:pt x="4132" y="6797"/>
                  </a:lnTo>
                  <a:lnTo>
                    <a:pt x="4596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9" y="6642"/>
                  </a:lnTo>
                  <a:lnTo>
                    <a:pt x="8148" y="6488"/>
                  </a:lnTo>
                  <a:lnTo>
                    <a:pt x="8959" y="6295"/>
                  </a:lnTo>
                  <a:lnTo>
                    <a:pt x="9770" y="6025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7" y="4673"/>
                  </a:lnTo>
                  <a:lnTo>
                    <a:pt x="12666" y="4403"/>
                  </a:lnTo>
                  <a:lnTo>
                    <a:pt x="12975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8"/>
                  </a:lnTo>
                  <a:lnTo>
                    <a:pt x="13979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2" y="2163"/>
                  </a:lnTo>
                  <a:lnTo>
                    <a:pt x="14172" y="2124"/>
                  </a:lnTo>
                  <a:lnTo>
                    <a:pt x="13863" y="2124"/>
                  </a:lnTo>
                  <a:lnTo>
                    <a:pt x="13825" y="2163"/>
                  </a:lnTo>
                  <a:lnTo>
                    <a:pt x="13554" y="2704"/>
                  </a:lnTo>
                  <a:lnTo>
                    <a:pt x="13207" y="3167"/>
                  </a:lnTo>
                  <a:lnTo>
                    <a:pt x="12859" y="3630"/>
                  </a:lnTo>
                  <a:lnTo>
                    <a:pt x="12473" y="4017"/>
                  </a:lnTo>
                  <a:lnTo>
                    <a:pt x="12010" y="4364"/>
                  </a:lnTo>
                  <a:lnTo>
                    <a:pt x="11546" y="4712"/>
                  </a:lnTo>
                  <a:lnTo>
                    <a:pt x="11083" y="4982"/>
                  </a:lnTo>
                  <a:lnTo>
                    <a:pt x="10542" y="5252"/>
                  </a:lnTo>
                  <a:lnTo>
                    <a:pt x="10349" y="5252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7"/>
                  </a:lnTo>
                  <a:lnTo>
                    <a:pt x="10156" y="5445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2"/>
                  </a:lnTo>
                  <a:lnTo>
                    <a:pt x="6758" y="6295"/>
                  </a:lnTo>
                  <a:lnTo>
                    <a:pt x="6217" y="6333"/>
                  </a:lnTo>
                  <a:lnTo>
                    <a:pt x="5677" y="6411"/>
                  </a:lnTo>
                  <a:lnTo>
                    <a:pt x="4557" y="6411"/>
                  </a:lnTo>
                  <a:lnTo>
                    <a:pt x="4596" y="6295"/>
                  </a:lnTo>
                  <a:lnTo>
                    <a:pt x="4364" y="6256"/>
                  </a:lnTo>
                  <a:lnTo>
                    <a:pt x="3399" y="4634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5"/>
            <p:cNvSpPr/>
            <p:nvPr/>
          </p:nvSpPr>
          <p:spPr>
            <a:xfrm>
              <a:off x="4761850" y="1966925"/>
              <a:ext cx="61800" cy="160275"/>
            </a:xfrm>
            <a:custGeom>
              <a:avLst/>
              <a:gdLst/>
              <a:ahLst/>
              <a:cxnLst/>
              <a:rect l="l" t="t" r="r" b="b"/>
              <a:pathLst>
                <a:path w="2472" h="6411" extrusionOk="0">
                  <a:moveTo>
                    <a:pt x="309" y="0"/>
                  </a:moveTo>
                  <a:lnTo>
                    <a:pt x="0" y="78"/>
                  </a:lnTo>
                  <a:lnTo>
                    <a:pt x="193" y="927"/>
                  </a:lnTo>
                  <a:lnTo>
                    <a:pt x="425" y="1777"/>
                  </a:lnTo>
                  <a:lnTo>
                    <a:pt x="657" y="2626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4"/>
                  </a:lnTo>
                  <a:lnTo>
                    <a:pt x="1661" y="5715"/>
                  </a:lnTo>
                  <a:lnTo>
                    <a:pt x="1583" y="5793"/>
                  </a:lnTo>
                  <a:lnTo>
                    <a:pt x="1545" y="5870"/>
                  </a:lnTo>
                  <a:lnTo>
                    <a:pt x="1777" y="5908"/>
                  </a:lnTo>
                  <a:lnTo>
                    <a:pt x="1931" y="6140"/>
                  </a:lnTo>
                  <a:lnTo>
                    <a:pt x="2085" y="6333"/>
                  </a:lnTo>
                  <a:lnTo>
                    <a:pt x="2124" y="6410"/>
                  </a:lnTo>
                  <a:lnTo>
                    <a:pt x="2317" y="6410"/>
                  </a:lnTo>
                  <a:lnTo>
                    <a:pt x="2356" y="6333"/>
                  </a:lnTo>
                  <a:lnTo>
                    <a:pt x="2433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4" y="5600"/>
                  </a:lnTo>
                  <a:lnTo>
                    <a:pt x="1970" y="5213"/>
                  </a:lnTo>
                  <a:lnTo>
                    <a:pt x="1738" y="4441"/>
                  </a:lnTo>
                  <a:lnTo>
                    <a:pt x="1197" y="2935"/>
                  </a:lnTo>
                  <a:lnTo>
                    <a:pt x="734" y="1468"/>
                  </a:lnTo>
                  <a:lnTo>
                    <a:pt x="30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5"/>
            <p:cNvSpPr/>
            <p:nvPr/>
          </p:nvSpPr>
          <p:spPr>
            <a:xfrm>
              <a:off x="4737700" y="1812475"/>
              <a:ext cx="353350" cy="159300"/>
            </a:xfrm>
            <a:custGeom>
              <a:avLst/>
              <a:gdLst/>
              <a:ahLst/>
              <a:cxnLst/>
              <a:rect l="l" t="t" r="r" b="b"/>
              <a:pathLst>
                <a:path w="14134" h="6372" extrusionOk="0">
                  <a:moveTo>
                    <a:pt x="11161" y="463"/>
                  </a:moveTo>
                  <a:lnTo>
                    <a:pt x="11624" y="502"/>
                  </a:lnTo>
                  <a:lnTo>
                    <a:pt x="12049" y="541"/>
                  </a:lnTo>
                  <a:lnTo>
                    <a:pt x="12435" y="656"/>
                  </a:lnTo>
                  <a:lnTo>
                    <a:pt x="12628" y="734"/>
                  </a:lnTo>
                  <a:lnTo>
                    <a:pt x="12744" y="811"/>
                  </a:lnTo>
                  <a:lnTo>
                    <a:pt x="12860" y="965"/>
                  </a:lnTo>
                  <a:lnTo>
                    <a:pt x="12937" y="1081"/>
                  </a:lnTo>
                  <a:lnTo>
                    <a:pt x="12975" y="1313"/>
                  </a:lnTo>
                  <a:lnTo>
                    <a:pt x="12975" y="1506"/>
                  </a:lnTo>
                  <a:lnTo>
                    <a:pt x="12937" y="1699"/>
                  </a:lnTo>
                  <a:lnTo>
                    <a:pt x="12821" y="1892"/>
                  </a:lnTo>
                  <a:lnTo>
                    <a:pt x="12705" y="2085"/>
                  </a:lnTo>
                  <a:lnTo>
                    <a:pt x="12589" y="2240"/>
                  </a:lnTo>
                  <a:lnTo>
                    <a:pt x="12242" y="2471"/>
                  </a:lnTo>
                  <a:lnTo>
                    <a:pt x="11817" y="2742"/>
                  </a:lnTo>
                  <a:lnTo>
                    <a:pt x="11392" y="2935"/>
                  </a:lnTo>
                  <a:lnTo>
                    <a:pt x="10659" y="3205"/>
                  </a:lnTo>
                  <a:lnTo>
                    <a:pt x="9925" y="3437"/>
                  </a:lnTo>
                  <a:lnTo>
                    <a:pt x="9153" y="3707"/>
                  </a:lnTo>
                  <a:lnTo>
                    <a:pt x="8380" y="3900"/>
                  </a:lnTo>
                  <a:lnTo>
                    <a:pt x="7608" y="4093"/>
                  </a:lnTo>
                  <a:lnTo>
                    <a:pt x="6797" y="4286"/>
                  </a:lnTo>
                  <a:lnTo>
                    <a:pt x="5909" y="4441"/>
                  </a:lnTo>
                  <a:lnTo>
                    <a:pt x="5021" y="4595"/>
                  </a:lnTo>
                  <a:lnTo>
                    <a:pt x="4133" y="4711"/>
                  </a:lnTo>
                  <a:lnTo>
                    <a:pt x="3245" y="4788"/>
                  </a:lnTo>
                  <a:lnTo>
                    <a:pt x="2202" y="4788"/>
                  </a:lnTo>
                  <a:lnTo>
                    <a:pt x="1854" y="4750"/>
                  </a:lnTo>
                  <a:lnTo>
                    <a:pt x="1507" y="4672"/>
                  </a:lnTo>
                  <a:lnTo>
                    <a:pt x="1198" y="4557"/>
                  </a:lnTo>
                  <a:lnTo>
                    <a:pt x="889" y="4441"/>
                  </a:lnTo>
                  <a:lnTo>
                    <a:pt x="580" y="4248"/>
                  </a:lnTo>
                  <a:lnTo>
                    <a:pt x="657" y="4170"/>
                  </a:lnTo>
                  <a:lnTo>
                    <a:pt x="696" y="4055"/>
                  </a:lnTo>
                  <a:lnTo>
                    <a:pt x="696" y="3939"/>
                  </a:lnTo>
                  <a:lnTo>
                    <a:pt x="735" y="3823"/>
                  </a:lnTo>
                  <a:lnTo>
                    <a:pt x="850" y="3630"/>
                  </a:lnTo>
                  <a:lnTo>
                    <a:pt x="1082" y="3437"/>
                  </a:lnTo>
                  <a:lnTo>
                    <a:pt x="1314" y="3244"/>
                  </a:lnTo>
                  <a:lnTo>
                    <a:pt x="1854" y="2935"/>
                  </a:lnTo>
                  <a:lnTo>
                    <a:pt x="2279" y="2703"/>
                  </a:lnTo>
                  <a:lnTo>
                    <a:pt x="3013" y="2356"/>
                  </a:lnTo>
                  <a:lnTo>
                    <a:pt x="3708" y="2008"/>
                  </a:lnTo>
                  <a:lnTo>
                    <a:pt x="4480" y="1699"/>
                  </a:lnTo>
                  <a:lnTo>
                    <a:pt x="5253" y="1429"/>
                  </a:lnTo>
                  <a:lnTo>
                    <a:pt x="6025" y="1197"/>
                  </a:lnTo>
                  <a:lnTo>
                    <a:pt x="6836" y="1004"/>
                  </a:lnTo>
                  <a:lnTo>
                    <a:pt x="7608" y="811"/>
                  </a:lnTo>
                  <a:lnTo>
                    <a:pt x="8419" y="695"/>
                  </a:lnTo>
                  <a:lnTo>
                    <a:pt x="9230" y="579"/>
                  </a:lnTo>
                  <a:lnTo>
                    <a:pt x="10041" y="541"/>
                  </a:lnTo>
                  <a:lnTo>
                    <a:pt x="10736" y="502"/>
                  </a:lnTo>
                  <a:lnTo>
                    <a:pt x="11161" y="463"/>
                  </a:lnTo>
                  <a:close/>
                  <a:moveTo>
                    <a:pt x="13477" y="1120"/>
                  </a:moveTo>
                  <a:lnTo>
                    <a:pt x="13632" y="1313"/>
                  </a:lnTo>
                  <a:lnTo>
                    <a:pt x="13709" y="1506"/>
                  </a:lnTo>
                  <a:lnTo>
                    <a:pt x="13748" y="1738"/>
                  </a:lnTo>
                  <a:lnTo>
                    <a:pt x="13709" y="2008"/>
                  </a:lnTo>
                  <a:lnTo>
                    <a:pt x="13632" y="2240"/>
                  </a:lnTo>
                  <a:lnTo>
                    <a:pt x="13516" y="2471"/>
                  </a:lnTo>
                  <a:lnTo>
                    <a:pt x="13400" y="2703"/>
                  </a:lnTo>
                  <a:lnTo>
                    <a:pt x="13207" y="2896"/>
                  </a:lnTo>
                  <a:lnTo>
                    <a:pt x="12860" y="3205"/>
                  </a:lnTo>
                  <a:lnTo>
                    <a:pt x="12473" y="3437"/>
                  </a:lnTo>
                  <a:lnTo>
                    <a:pt x="12049" y="3668"/>
                  </a:lnTo>
                  <a:lnTo>
                    <a:pt x="11624" y="3900"/>
                  </a:lnTo>
                  <a:lnTo>
                    <a:pt x="10659" y="4286"/>
                  </a:lnTo>
                  <a:lnTo>
                    <a:pt x="9732" y="4634"/>
                  </a:lnTo>
                  <a:lnTo>
                    <a:pt x="8766" y="4904"/>
                  </a:lnTo>
                  <a:lnTo>
                    <a:pt x="7762" y="5174"/>
                  </a:lnTo>
                  <a:lnTo>
                    <a:pt x="6758" y="5406"/>
                  </a:lnTo>
                  <a:lnTo>
                    <a:pt x="5755" y="5599"/>
                  </a:lnTo>
                  <a:lnTo>
                    <a:pt x="4712" y="5792"/>
                  </a:lnTo>
                  <a:lnTo>
                    <a:pt x="3708" y="5908"/>
                  </a:lnTo>
                  <a:lnTo>
                    <a:pt x="2781" y="5985"/>
                  </a:lnTo>
                  <a:lnTo>
                    <a:pt x="2279" y="5985"/>
                  </a:lnTo>
                  <a:lnTo>
                    <a:pt x="1816" y="5947"/>
                  </a:lnTo>
                  <a:lnTo>
                    <a:pt x="1545" y="5869"/>
                  </a:lnTo>
                  <a:lnTo>
                    <a:pt x="1237" y="5792"/>
                  </a:lnTo>
                  <a:lnTo>
                    <a:pt x="928" y="5638"/>
                  </a:lnTo>
                  <a:lnTo>
                    <a:pt x="696" y="5483"/>
                  </a:lnTo>
                  <a:lnTo>
                    <a:pt x="503" y="5252"/>
                  </a:lnTo>
                  <a:lnTo>
                    <a:pt x="348" y="5020"/>
                  </a:lnTo>
                  <a:lnTo>
                    <a:pt x="310" y="4865"/>
                  </a:lnTo>
                  <a:lnTo>
                    <a:pt x="310" y="4750"/>
                  </a:lnTo>
                  <a:lnTo>
                    <a:pt x="310" y="4595"/>
                  </a:lnTo>
                  <a:lnTo>
                    <a:pt x="348" y="4441"/>
                  </a:lnTo>
                  <a:lnTo>
                    <a:pt x="542" y="4672"/>
                  </a:lnTo>
                  <a:lnTo>
                    <a:pt x="812" y="4865"/>
                  </a:lnTo>
                  <a:lnTo>
                    <a:pt x="1043" y="4981"/>
                  </a:lnTo>
                  <a:lnTo>
                    <a:pt x="1352" y="5097"/>
                  </a:lnTo>
                  <a:lnTo>
                    <a:pt x="1623" y="5213"/>
                  </a:lnTo>
                  <a:lnTo>
                    <a:pt x="1932" y="5252"/>
                  </a:lnTo>
                  <a:lnTo>
                    <a:pt x="2588" y="5329"/>
                  </a:lnTo>
                  <a:lnTo>
                    <a:pt x="3245" y="5290"/>
                  </a:lnTo>
                  <a:lnTo>
                    <a:pt x="3940" y="5252"/>
                  </a:lnTo>
                  <a:lnTo>
                    <a:pt x="5137" y="5059"/>
                  </a:lnTo>
                  <a:lnTo>
                    <a:pt x="6913" y="4788"/>
                  </a:lnTo>
                  <a:lnTo>
                    <a:pt x="7840" y="4595"/>
                  </a:lnTo>
                  <a:lnTo>
                    <a:pt x="8728" y="4402"/>
                  </a:lnTo>
                  <a:lnTo>
                    <a:pt x="9616" y="4132"/>
                  </a:lnTo>
                  <a:lnTo>
                    <a:pt x="10504" y="3861"/>
                  </a:lnTo>
                  <a:lnTo>
                    <a:pt x="11354" y="3514"/>
                  </a:lnTo>
                  <a:lnTo>
                    <a:pt x="12165" y="3128"/>
                  </a:lnTo>
                  <a:lnTo>
                    <a:pt x="12435" y="2973"/>
                  </a:lnTo>
                  <a:lnTo>
                    <a:pt x="12705" y="2819"/>
                  </a:lnTo>
                  <a:lnTo>
                    <a:pt x="12937" y="2587"/>
                  </a:lnTo>
                  <a:lnTo>
                    <a:pt x="13130" y="2394"/>
                  </a:lnTo>
                  <a:lnTo>
                    <a:pt x="13323" y="2124"/>
                  </a:lnTo>
                  <a:lnTo>
                    <a:pt x="13439" y="1854"/>
                  </a:lnTo>
                  <a:lnTo>
                    <a:pt x="13516" y="1583"/>
                  </a:lnTo>
                  <a:lnTo>
                    <a:pt x="13516" y="1236"/>
                  </a:lnTo>
                  <a:lnTo>
                    <a:pt x="13477" y="1120"/>
                  </a:lnTo>
                  <a:close/>
                  <a:moveTo>
                    <a:pt x="10659" y="0"/>
                  </a:moveTo>
                  <a:lnTo>
                    <a:pt x="9886" y="39"/>
                  </a:lnTo>
                  <a:lnTo>
                    <a:pt x="9114" y="116"/>
                  </a:lnTo>
                  <a:lnTo>
                    <a:pt x="8303" y="232"/>
                  </a:lnTo>
                  <a:lnTo>
                    <a:pt x="7531" y="348"/>
                  </a:lnTo>
                  <a:lnTo>
                    <a:pt x="6720" y="541"/>
                  </a:lnTo>
                  <a:lnTo>
                    <a:pt x="5909" y="734"/>
                  </a:lnTo>
                  <a:lnTo>
                    <a:pt x="5021" y="1004"/>
                  </a:lnTo>
                  <a:lnTo>
                    <a:pt x="4133" y="1352"/>
                  </a:lnTo>
                  <a:lnTo>
                    <a:pt x="3245" y="1699"/>
                  </a:lnTo>
                  <a:lnTo>
                    <a:pt x="2395" y="2124"/>
                  </a:lnTo>
                  <a:lnTo>
                    <a:pt x="1777" y="2433"/>
                  </a:lnTo>
                  <a:lnTo>
                    <a:pt x="1391" y="2626"/>
                  </a:lnTo>
                  <a:lnTo>
                    <a:pt x="1043" y="2858"/>
                  </a:lnTo>
                  <a:lnTo>
                    <a:pt x="696" y="3089"/>
                  </a:lnTo>
                  <a:lnTo>
                    <a:pt x="464" y="3398"/>
                  </a:lnTo>
                  <a:lnTo>
                    <a:pt x="348" y="3553"/>
                  </a:lnTo>
                  <a:lnTo>
                    <a:pt x="271" y="3707"/>
                  </a:lnTo>
                  <a:lnTo>
                    <a:pt x="233" y="3861"/>
                  </a:lnTo>
                  <a:lnTo>
                    <a:pt x="233" y="4055"/>
                  </a:lnTo>
                  <a:lnTo>
                    <a:pt x="194" y="4132"/>
                  </a:lnTo>
                  <a:lnTo>
                    <a:pt x="194" y="4170"/>
                  </a:lnTo>
                  <a:lnTo>
                    <a:pt x="117" y="4325"/>
                  </a:lnTo>
                  <a:lnTo>
                    <a:pt x="40" y="4479"/>
                  </a:lnTo>
                  <a:lnTo>
                    <a:pt x="1" y="4634"/>
                  </a:lnTo>
                  <a:lnTo>
                    <a:pt x="1" y="4788"/>
                  </a:lnTo>
                  <a:lnTo>
                    <a:pt x="40" y="5136"/>
                  </a:lnTo>
                  <a:lnTo>
                    <a:pt x="194" y="5445"/>
                  </a:lnTo>
                  <a:lnTo>
                    <a:pt x="348" y="5638"/>
                  </a:lnTo>
                  <a:lnTo>
                    <a:pt x="503" y="5831"/>
                  </a:lnTo>
                  <a:lnTo>
                    <a:pt x="696" y="5947"/>
                  </a:lnTo>
                  <a:lnTo>
                    <a:pt x="928" y="6063"/>
                  </a:lnTo>
                  <a:lnTo>
                    <a:pt x="966" y="6256"/>
                  </a:lnTo>
                  <a:lnTo>
                    <a:pt x="1275" y="6178"/>
                  </a:lnTo>
                  <a:lnTo>
                    <a:pt x="1314" y="6217"/>
                  </a:lnTo>
                  <a:lnTo>
                    <a:pt x="1314" y="6256"/>
                  </a:lnTo>
                  <a:lnTo>
                    <a:pt x="1352" y="6294"/>
                  </a:lnTo>
                  <a:lnTo>
                    <a:pt x="1468" y="6256"/>
                  </a:lnTo>
                  <a:lnTo>
                    <a:pt x="1816" y="6294"/>
                  </a:lnTo>
                  <a:lnTo>
                    <a:pt x="2395" y="6333"/>
                  </a:lnTo>
                  <a:lnTo>
                    <a:pt x="3013" y="6371"/>
                  </a:lnTo>
                  <a:lnTo>
                    <a:pt x="3592" y="6333"/>
                  </a:lnTo>
                  <a:lnTo>
                    <a:pt x="4171" y="6294"/>
                  </a:lnTo>
                  <a:lnTo>
                    <a:pt x="5368" y="6101"/>
                  </a:lnTo>
                  <a:lnTo>
                    <a:pt x="6565" y="5869"/>
                  </a:lnTo>
                  <a:lnTo>
                    <a:pt x="6758" y="5831"/>
                  </a:lnTo>
                  <a:lnTo>
                    <a:pt x="7994" y="5522"/>
                  </a:lnTo>
                  <a:lnTo>
                    <a:pt x="9037" y="5252"/>
                  </a:lnTo>
                  <a:lnTo>
                    <a:pt x="10079" y="4981"/>
                  </a:lnTo>
                  <a:lnTo>
                    <a:pt x="11161" y="4595"/>
                  </a:lnTo>
                  <a:lnTo>
                    <a:pt x="11663" y="4363"/>
                  </a:lnTo>
                  <a:lnTo>
                    <a:pt x="12126" y="4132"/>
                  </a:lnTo>
                  <a:lnTo>
                    <a:pt x="12126" y="4248"/>
                  </a:lnTo>
                  <a:lnTo>
                    <a:pt x="12396" y="4286"/>
                  </a:lnTo>
                  <a:lnTo>
                    <a:pt x="12782" y="4711"/>
                  </a:lnTo>
                  <a:lnTo>
                    <a:pt x="13014" y="4518"/>
                  </a:lnTo>
                  <a:lnTo>
                    <a:pt x="12435" y="3939"/>
                  </a:lnTo>
                  <a:lnTo>
                    <a:pt x="12898" y="3668"/>
                  </a:lnTo>
                  <a:lnTo>
                    <a:pt x="13362" y="3321"/>
                  </a:lnTo>
                  <a:lnTo>
                    <a:pt x="13632" y="3051"/>
                  </a:lnTo>
                  <a:lnTo>
                    <a:pt x="13825" y="2703"/>
                  </a:lnTo>
                  <a:lnTo>
                    <a:pt x="14134" y="2626"/>
                  </a:lnTo>
                  <a:lnTo>
                    <a:pt x="14018" y="2317"/>
                  </a:lnTo>
                  <a:lnTo>
                    <a:pt x="14095" y="2008"/>
                  </a:lnTo>
                  <a:lnTo>
                    <a:pt x="14134" y="1738"/>
                  </a:lnTo>
                  <a:lnTo>
                    <a:pt x="14095" y="1467"/>
                  </a:lnTo>
                  <a:lnTo>
                    <a:pt x="14018" y="1236"/>
                  </a:lnTo>
                  <a:lnTo>
                    <a:pt x="13902" y="1004"/>
                  </a:lnTo>
                  <a:lnTo>
                    <a:pt x="13748" y="811"/>
                  </a:lnTo>
                  <a:lnTo>
                    <a:pt x="13477" y="618"/>
                  </a:lnTo>
                  <a:lnTo>
                    <a:pt x="13169" y="502"/>
                  </a:lnTo>
                  <a:lnTo>
                    <a:pt x="13091" y="502"/>
                  </a:lnTo>
                  <a:lnTo>
                    <a:pt x="12898" y="386"/>
                  </a:lnTo>
                  <a:lnTo>
                    <a:pt x="12667" y="270"/>
                  </a:lnTo>
                  <a:lnTo>
                    <a:pt x="12435" y="154"/>
                  </a:lnTo>
                  <a:lnTo>
                    <a:pt x="12203" y="116"/>
                  </a:lnTo>
                  <a:lnTo>
                    <a:pt x="11817" y="39"/>
                  </a:lnTo>
                  <a:lnTo>
                    <a:pt x="1143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5"/>
            <p:cNvSpPr/>
            <p:nvPr/>
          </p:nvSpPr>
          <p:spPr>
            <a:xfrm>
              <a:off x="6883725" y="1876175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6" y="1"/>
                  </a:moveTo>
                  <a:lnTo>
                    <a:pt x="348" y="889"/>
                  </a:lnTo>
                  <a:lnTo>
                    <a:pt x="232" y="1815"/>
                  </a:lnTo>
                  <a:lnTo>
                    <a:pt x="155" y="3630"/>
                  </a:lnTo>
                  <a:lnTo>
                    <a:pt x="1" y="7260"/>
                  </a:lnTo>
                  <a:lnTo>
                    <a:pt x="194" y="7260"/>
                  </a:lnTo>
                  <a:lnTo>
                    <a:pt x="426" y="5484"/>
                  </a:lnTo>
                  <a:lnTo>
                    <a:pt x="580" y="3669"/>
                  </a:lnTo>
                  <a:lnTo>
                    <a:pt x="696" y="1854"/>
                  </a:lnTo>
                  <a:lnTo>
                    <a:pt x="696" y="927"/>
                  </a:lnTo>
                  <a:lnTo>
                    <a:pt x="696" y="39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5"/>
            <p:cNvSpPr/>
            <p:nvPr/>
          </p:nvSpPr>
          <p:spPr>
            <a:xfrm>
              <a:off x="6761125" y="1916725"/>
              <a:ext cx="121675" cy="144825"/>
            </a:xfrm>
            <a:custGeom>
              <a:avLst/>
              <a:gdLst/>
              <a:ahLst/>
              <a:cxnLst/>
              <a:rect l="l" t="t" r="r" b="b"/>
              <a:pathLst>
                <a:path w="4867" h="5793" extrusionOk="0">
                  <a:moveTo>
                    <a:pt x="155" y="0"/>
                  </a:moveTo>
                  <a:lnTo>
                    <a:pt x="1" y="155"/>
                  </a:lnTo>
                  <a:lnTo>
                    <a:pt x="1198" y="1545"/>
                  </a:lnTo>
                  <a:lnTo>
                    <a:pt x="2356" y="2935"/>
                  </a:lnTo>
                  <a:lnTo>
                    <a:pt x="2897" y="3630"/>
                  </a:lnTo>
                  <a:lnTo>
                    <a:pt x="3476" y="4402"/>
                  </a:lnTo>
                  <a:lnTo>
                    <a:pt x="4055" y="5098"/>
                  </a:lnTo>
                  <a:lnTo>
                    <a:pt x="4326" y="5445"/>
                  </a:lnTo>
                  <a:lnTo>
                    <a:pt x="4634" y="5793"/>
                  </a:lnTo>
                  <a:lnTo>
                    <a:pt x="4828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4" y="5252"/>
                  </a:lnTo>
                  <a:lnTo>
                    <a:pt x="4403" y="4866"/>
                  </a:lnTo>
                  <a:lnTo>
                    <a:pt x="3862" y="4171"/>
                  </a:lnTo>
                  <a:lnTo>
                    <a:pt x="2704" y="2781"/>
                  </a:lnTo>
                  <a:lnTo>
                    <a:pt x="1468" y="1352"/>
                  </a:lnTo>
                  <a:lnTo>
                    <a:pt x="812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5"/>
            <p:cNvSpPr/>
            <p:nvPr/>
          </p:nvSpPr>
          <p:spPr>
            <a:xfrm>
              <a:off x="6763050" y="1538300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9" y="5908"/>
                  </a:moveTo>
                  <a:lnTo>
                    <a:pt x="1082" y="5986"/>
                  </a:lnTo>
                  <a:lnTo>
                    <a:pt x="1237" y="6024"/>
                  </a:lnTo>
                  <a:lnTo>
                    <a:pt x="1391" y="6179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1" y="6797"/>
                  </a:lnTo>
                  <a:lnTo>
                    <a:pt x="1237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9" y="6990"/>
                  </a:lnTo>
                  <a:lnTo>
                    <a:pt x="464" y="6835"/>
                  </a:lnTo>
                  <a:lnTo>
                    <a:pt x="426" y="6719"/>
                  </a:lnTo>
                  <a:lnTo>
                    <a:pt x="387" y="6642"/>
                  </a:lnTo>
                  <a:lnTo>
                    <a:pt x="348" y="6488"/>
                  </a:lnTo>
                  <a:lnTo>
                    <a:pt x="387" y="6372"/>
                  </a:lnTo>
                  <a:lnTo>
                    <a:pt x="426" y="6256"/>
                  </a:lnTo>
                  <a:lnTo>
                    <a:pt x="503" y="6179"/>
                  </a:lnTo>
                  <a:lnTo>
                    <a:pt x="696" y="6024"/>
                  </a:lnTo>
                  <a:lnTo>
                    <a:pt x="889" y="5908"/>
                  </a:lnTo>
                  <a:close/>
                  <a:moveTo>
                    <a:pt x="5909" y="0"/>
                  </a:moveTo>
                  <a:lnTo>
                    <a:pt x="5832" y="39"/>
                  </a:lnTo>
                  <a:lnTo>
                    <a:pt x="5523" y="309"/>
                  </a:lnTo>
                  <a:lnTo>
                    <a:pt x="5175" y="618"/>
                  </a:lnTo>
                  <a:lnTo>
                    <a:pt x="4596" y="1313"/>
                  </a:lnTo>
                  <a:lnTo>
                    <a:pt x="4017" y="2047"/>
                  </a:lnTo>
                  <a:lnTo>
                    <a:pt x="3438" y="2781"/>
                  </a:lnTo>
                  <a:lnTo>
                    <a:pt x="2279" y="4132"/>
                  </a:lnTo>
                  <a:lnTo>
                    <a:pt x="1739" y="4866"/>
                  </a:lnTo>
                  <a:lnTo>
                    <a:pt x="1198" y="5561"/>
                  </a:lnTo>
                  <a:lnTo>
                    <a:pt x="1043" y="5522"/>
                  </a:lnTo>
                  <a:lnTo>
                    <a:pt x="889" y="5522"/>
                  </a:lnTo>
                  <a:lnTo>
                    <a:pt x="773" y="5561"/>
                  </a:lnTo>
                  <a:lnTo>
                    <a:pt x="619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10" y="5870"/>
                  </a:lnTo>
                  <a:lnTo>
                    <a:pt x="117" y="6063"/>
                  </a:lnTo>
                  <a:lnTo>
                    <a:pt x="1" y="6333"/>
                  </a:lnTo>
                  <a:lnTo>
                    <a:pt x="1" y="6488"/>
                  </a:lnTo>
                  <a:lnTo>
                    <a:pt x="1" y="6604"/>
                  </a:lnTo>
                  <a:lnTo>
                    <a:pt x="40" y="6797"/>
                  </a:lnTo>
                  <a:lnTo>
                    <a:pt x="117" y="6990"/>
                  </a:lnTo>
                  <a:lnTo>
                    <a:pt x="194" y="7144"/>
                  </a:lnTo>
                  <a:lnTo>
                    <a:pt x="348" y="7260"/>
                  </a:lnTo>
                  <a:lnTo>
                    <a:pt x="503" y="7376"/>
                  </a:lnTo>
                  <a:lnTo>
                    <a:pt x="696" y="7453"/>
                  </a:lnTo>
                  <a:lnTo>
                    <a:pt x="1082" y="7453"/>
                  </a:lnTo>
                  <a:lnTo>
                    <a:pt x="1275" y="7414"/>
                  </a:lnTo>
                  <a:lnTo>
                    <a:pt x="1430" y="7299"/>
                  </a:lnTo>
                  <a:lnTo>
                    <a:pt x="1584" y="7183"/>
                  </a:lnTo>
                  <a:lnTo>
                    <a:pt x="1700" y="7067"/>
                  </a:lnTo>
                  <a:lnTo>
                    <a:pt x="1816" y="6874"/>
                  </a:lnTo>
                  <a:lnTo>
                    <a:pt x="1854" y="6681"/>
                  </a:lnTo>
                  <a:lnTo>
                    <a:pt x="1893" y="6526"/>
                  </a:lnTo>
                  <a:lnTo>
                    <a:pt x="1854" y="6333"/>
                  </a:lnTo>
                  <a:lnTo>
                    <a:pt x="1816" y="6179"/>
                  </a:lnTo>
                  <a:lnTo>
                    <a:pt x="1739" y="6024"/>
                  </a:lnTo>
                  <a:lnTo>
                    <a:pt x="1661" y="5908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3" y="4403"/>
                  </a:lnTo>
                  <a:lnTo>
                    <a:pt x="3940" y="3012"/>
                  </a:lnTo>
                  <a:lnTo>
                    <a:pt x="4480" y="2395"/>
                  </a:lnTo>
                  <a:lnTo>
                    <a:pt x="5098" y="1699"/>
                  </a:lnTo>
                  <a:lnTo>
                    <a:pt x="5639" y="1043"/>
                  </a:lnTo>
                  <a:lnTo>
                    <a:pt x="5909" y="657"/>
                  </a:lnTo>
                  <a:lnTo>
                    <a:pt x="6102" y="309"/>
                  </a:lnTo>
                  <a:lnTo>
                    <a:pt x="6141" y="193"/>
                  </a:lnTo>
                  <a:lnTo>
                    <a:pt x="6063" y="78"/>
                  </a:lnTo>
                  <a:lnTo>
                    <a:pt x="598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5"/>
            <p:cNvSpPr/>
            <p:nvPr/>
          </p:nvSpPr>
          <p:spPr>
            <a:xfrm>
              <a:off x="6734100" y="1914800"/>
              <a:ext cx="30925" cy="168950"/>
            </a:xfrm>
            <a:custGeom>
              <a:avLst/>
              <a:gdLst/>
              <a:ahLst/>
              <a:cxnLst/>
              <a:rect l="l" t="t" r="r" b="b"/>
              <a:pathLst>
                <a:path w="1237" h="6758" extrusionOk="0">
                  <a:moveTo>
                    <a:pt x="1120" y="0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7"/>
                  </a:lnTo>
                  <a:lnTo>
                    <a:pt x="850" y="116"/>
                  </a:lnTo>
                  <a:lnTo>
                    <a:pt x="541" y="1738"/>
                  </a:lnTo>
                  <a:lnTo>
                    <a:pt x="309" y="3398"/>
                  </a:lnTo>
                  <a:lnTo>
                    <a:pt x="116" y="5059"/>
                  </a:lnTo>
                  <a:lnTo>
                    <a:pt x="0" y="6719"/>
                  </a:lnTo>
                  <a:lnTo>
                    <a:pt x="232" y="6758"/>
                  </a:lnTo>
                  <a:lnTo>
                    <a:pt x="502" y="5136"/>
                  </a:lnTo>
                  <a:lnTo>
                    <a:pt x="773" y="3514"/>
                  </a:lnTo>
                  <a:lnTo>
                    <a:pt x="966" y="1854"/>
                  </a:lnTo>
                  <a:lnTo>
                    <a:pt x="1082" y="232"/>
                  </a:lnTo>
                  <a:lnTo>
                    <a:pt x="1236" y="77"/>
                  </a:lnTo>
                  <a:lnTo>
                    <a:pt x="1236" y="39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5"/>
            <p:cNvSpPr/>
            <p:nvPr/>
          </p:nvSpPr>
          <p:spPr>
            <a:xfrm>
              <a:off x="6509175" y="1566300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8" y="5870"/>
                  </a:lnTo>
                  <a:lnTo>
                    <a:pt x="7491" y="6024"/>
                  </a:lnTo>
                  <a:lnTo>
                    <a:pt x="7530" y="6140"/>
                  </a:lnTo>
                  <a:lnTo>
                    <a:pt x="7569" y="6256"/>
                  </a:lnTo>
                  <a:lnTo>
                    <a:pt x="7607" y="6372"/>
                  </a:lnTo>
                  <a:lnTo>
                    <a:pt x="7569" y="6488"/>
                  </a:lnTo>
                  <a:lnTo>
                    <a:pt x="7530" y="6565"/>
                  </a:lnTo>
                  <a:lnTo>
                    <a:pt x="7491" y="6681"/>
                  </a:lnTo>
                  <a:lnTo>
                    <a:pt x="7337" y="6796"/>
                  </a:lnTo>
                  <a:lnTo>
                    <a:pt x="7105" y="6912"/>
                  </a:lnTo>
                  <a:lnTo>
                    <a:pt x="6912" y="6912"/>
                  </a:lnTo>
                  <a:lnTo>
                    <a:pt x="6719" y="6835"/>
                  </a:lnTo>
                  <a:lnTo>
                    <a:pt x="6565" y="6681"/>
                  </a:lnTo>
                  <a:lnTo>
                    <a:pt x="6487" y="6488"/>
                  </a:lnTo>
                  <a:lnTo>
                    <a:pt x="6487" y="6294"/>
                  </a:lnTo>
                  <a:lnTo>
                    <a:pt x="6526" y="6101"/>
                  </a:lnTo>
                  <a:lnTo>
                    <a:pt x="6642" y="5908"/>
                  </a:lnTo>
                  <a:lnTo>
                    <a:pt x="6796" y="5754"/>
                  </a:lnTo>
                  <a:close/>
                  <a:moveTo>
                    <a:pt x="232" y="0"/>
                  </a:moveTo>
                  <a:lnTo>
                    <a:pt x="155" y="39"/>
                  </a:lnTo>
                  <a:lnTo>
                    <a:pt x="77" y="39"/>
                  </a:lnTo>
                  <a:lnTo>
                    <a:pt x="39" y="116"/>
                  </a:lnTo>
                  <a:lnTo>
                    <a:pt x="0" y="232"/>
                  </a:lnTo>
                  <a:lnTo>
                    <a:pt x="0" y="309"/>
                  </a:lnTo>
                  <a:lnTo>
                    <a:pt x="39" y="386"/>
                  </a:lnTo>
                  <a:lnTo>
                    <a:pt x="425" y="773"/>
                  </a:lnTo>
                  <a:lnTo>
                    <a:pt x="811" y="1120"/>
                  </a:lnTo>
                  <a:lnTo>
                    <a:pt x="1622" y="1777"/>
                  </a:lnTo>
                  <a:lnTo>
                    <a:pt x="3398" y="3205"/>
                  </a:lnTo>
                  <a:lnTo>
                    <a:pt x="4866" y="4441"/>
                  </a:lnTo>
                  <a:lnTo>
                    <a:pt x="5638" y="5020"/>
                  </a:lnTo>
                  <a:lnTo>
                    <a:pt x="6410" y="5599"/>
                  </a:lnTo>
                  <a:lnTo>
                    <a:pt x="6294" y="5677"/>
                  </a:lnTo>
                  <a:lnTo>
                    <a:pt x="6217" y="5792"/>
                  </a:lnTo>
                  <a:lnTo>
                    <a:pt x="6101" y="6101"/>
                  </a:lnTo>
                  <a:lnTo>
                    <a:pt x="6063" y="6410"/>
                  </a:lnTo>
                  <a:lnTo>
                    <a:pt x="6101" y="6681"/>
                  </a:lnTo>
                  <a:lnTo>
                    <a:pt x="6179" y="6835"/>
                  </a:lnTo>
                  <a:lnTo>
                    <a:pt x="6294" y="6990"/>
                  </a:lnTo>
                  <a:lnTo>
                    <a:pt x="6410" y="7144"/>
                  </a:lnTo>
                  <a:lnTo>
                    <a:pt x="6565" y="7221"/>
                  </a:lnTo>
                  <a:lnTo>
                    <a:pt x="6719" y="7298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8"/>
                  </a:lnTo>
                  <a:lnTo>
                    <a:pt x="7453" y="7260"/>
                  </a:lnTo>
                  <a:lnTo>
                    <a:pt x="7607" y="7144"/>
                  </a:lnTo>
                  <a:lnTo>
                    <a:pt x="7723" y="7028"/>
                  </a:lnTo>
                  <a:lnTo>
                    <a:pt x="7839" y="6912"/>
                  </a:lnTo>
                  <a:lnTo>
                    <a:pt x="7955" y="6758"/>
                  </a:lnTo>
                  <a:lnTo>
                    <a:pt x="7993" y="6565"/>
                  </a:lnTo>
                  <a:lnTo>
                    <a:pt x="8032" y="6410"/>
                  </a:lnTo>
                  <a:lnTo>
                    <a:pt x="8032" y="6217"/>
                  </a:lnTo>
                  <a:lnTo>
                    <a:pt x="7955" y="6024"/>
                  </a:lnTo>
                  <a:lnTo>
                    <a:pt x="7839" y="5870"/>
                  </a:lnTo>
                  <a:lnTo>
                    <a:pt x="7723" y="5715"/>
                  </a:lnTo>
                  <a:lnTo>
                    <a:pt x="7569" y="5599"/>
                  </a:lnTo>
                  <a:lnTo>
                    <a:pt x="7414" y="5522"/>
                  </a:lnTo>
                  <a:lnTo>
                    <a:pt x="7221" y="5445"/>
                  </a:lnTo>
                  <a:lnTo>
                    <a:pt x="7028" y="5445"/>
                  </a:lnTo>
                  <a:lnTo>
                    <a:pt x="6835" y="5484"/>
                  </a:lnTo>
                  <a:lnTo>
                    <a:pt x="6024" y="4711"/>
                  </a:lnTo>
                  <a:lnTo>
                    <a:pt x="5213" y="4016"/>
                  </a:lnTo>
                  <a:lnTo>
                    <a:pt x="3514" y="2626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4" y="309"/>
                  </a:lnTo>
                  <a:lnTo>
                    <a:pt x="309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5"/>
            <p:cNvSpPr/>
            <p:nvPr/>
          </p:nvSpPr>
          <p:spPr>
            <a:xfrm>
              <a:off x="6650100" y="1835625"/>
              <a:ext cx="350475" cy="288675"/>
            </a:xfrm>
            <a:custGeom>
              <a:avLst/>
              <a:gdLst/>
              <a:ahLst/>
              <a:cxnLst/>
              <a:rect l="l" t="t" r="r" b="b"/>
              <a:pathLst>
                <a:path w="14019" h="11547" extrusionOk="0">
                  <a:moveTo>
                    <a:pt x="11778" y="1"/>
                  </a:moveTo>
                  <a:lnTo>
                    <a:pt x="11470" y="78"/>
                  </a:lnTo>
                  <a:lnTo>
                    <a:pt x="11856" y="1932"/>
                  </a:lnTo>
                  <a:lnTo>
                    <a:pt x="12280" y="3746"/>
                  </a:lnTo>
                  <a:lnTo>
                    <a:pt x="11508" y="2781"/>
                  </a:lnTo>
                  <a:lnTo>
                    <a:pt x="10659" y="1893"/>
                  </a:lnTo>
                  <a:lnTo>
                    <a:pt x="10427" y="2086"/>
                  </a:lnTo>
                  <a:lnTo>
                    <a:pt x="11470" y="3437"/>
                  </a:lnTo>
                  <a:lnTo>
                    <a:pt x="12551" y="4750"/>
                  </a:lnTo>
                  <a:lnTo>
                    <a:pt x="12860" y="5754"/>
                  </a:lnTo>
                  <a:lnTo>
                    <a:pt x="13169" y="5754"/>
                  </a:lnTo>
                  <a:lnTo>
                    <a:pt x="13207" y="5639"/>
                  </a:lnTo>
                  <a:lnTo>
                    <a:pt x="13169" y="5523"/>
                  </a:lnTo>
                  <a:lnTo>
                    <a:pt x="13439" y="5716"/>
                  </a:lnTo>
                  <a:lnTo>
                    <a:pt x="13593" y="5947"/>
                  </a:lnTo>
                  <a:lnTo>
                    <a:pt x="13671" y="6179"/>
                  </a:lnTo>
                  <a:lnTo>
                    <a:pt x="13709" y="6411"/>
                  </a:lnTo>
                  <a:lnTo>
                    <a:pt x="13632" y="6681"/>
                  </a:lnTo>
                  <a:lnTo>
                    <a:pt x="13516" y="6913"/>
                  </a:lnTo>
                  <a:lnTo>
                    <a:pt x="13362" y="7183"/>
                  </a:lnTo>
                  <a:lnTo>
                    <a:pt x="13169" y="7453"/>
                  </a:lnTo>
                  <a:lnTo>
                    <a:pt x="12744" y="7955"/>
                  </a:lnTo>
                  <a:lnTo>
                    <a:pt x="12203" y="8419"/>
                  </a:lnTo>
                  <a:lnTo>
                    <a:pt x="11740" y="8766"/>
                  </a:lnTo>
                  <a:lnTo>
                    <a:pt x="11354" y="9075"/>
                  </a:lnTo>
                  <a:lnTo>
                    <a:pt x="10543" y="9577"/>
                  </a:lnTo>
                  <a:lnTo>
                    <a:pt x="9655" y="10002"/>
                  </a:lnTo>
                  <a:lnTo>
                    <a:pt x="8767" y="10388"/>
                  </a:lnTo>
                  <a:lnTo>
                    <a:pt x="7878" y="10658"/>
                  </a:lnTo>
                  <a:lnTo>
                    <a:pt x="6952" y="10890"/>
                  </a:lnTo>
                  <a:lnTo>
                    <a:pt x="5986" y="11083"/>
                  </a:lnTo>
                  <a:lnTo>
                    <a:pt x="5021" y="11160"/>
                  </a:lnTo>
                  <a:lnTo>
                    <a:pt x="3631" y="11160"/>
                  </a:lnTo>
                  <a:lnTo>
                    <a:pt x="3013" y="11122"/>
                  </a:lnTo>
                  <a:lnTo>
                    <a:pt x="2356" y="11045"/>
                  </a:lnTo>
                  <a:lnTo>
                    <a:pt x="1661" y="10929"/>
                  </a:lnTo>
                  <a:lnTo>
                    <a:pt x="1352" y="10813"/>
                  </a:lnTo>
                  <a:lnTo>
                    <a:pt x="1082" y="10697"/>
                  </a:lnTo>
                  <a:lnTo>
                    <a:pt x="812" y="10543"/>
                  </a:lnTo>
                  <a:lnTo>
                    <a:pt x="619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2"/>
                  </a:lnTo>
                  <a:lnTo>
                    <a:pt x="387" y="9461"/>
                  </a:lnTo>
                  <a:lnTo>
                    <a:pt x="155" y="9423"/>
                  </a:lnTo>
                  <a:lnTo>
                    <a:pt x="40" y="9654"/>
                  </a:lnTo>
                  <a:lnTo>
                    <a:pt x="1" y="9886"/>
                  </a:lnTo>
                  <a:lnTo>
                    <a:pt x="40" y="10118"/>
                  </a:lnTo>
                  <a:lnTo>
                    <a:pt x="78" y="10311"/>
                  </a:lnTo>
                  <a:lnTo>
                    <a:pt x="194" y="10465"/>
                  </a:lnTo>
                  <a:lnTo>
                    <a:pt x="348" y="10620"/>
                  </a:lnTo>
                  <a:lnTo>
                    <a:pt x="542" y="10774"/>
                  </a:lnTo>
                  <a:lnTo>
                    <a:pt x="773" y="10890"/>
                  </a:lnTo>
                  <a:lnTo>
                    <a:pt x="1237" y="11083"/>
                  </a:lnTo>
                  <a:lnTo>
                    <a:pt x="1739" y="11238"/>
                  </a:lnTo>
                  <a:lnTo>
                    <a:pt x="2202" y="11354"/>
                  </a:lnTo>
                  <a:lnTo>
                    <a:pt x="2627" y="11431"/>
                  </a:lnTo>
                  <a:lnTo>
                    <a:pt x="3322" y="11508"/>
                  </a:lnTo>
                  <a:lnTo>
                    <a:pt x="3978" y="11547"/>
                  </a:lnTo>
                  <a:lnTo>
                    <a:pt x="4673" y="11547"/>
                  </a:lnTo>
                  <a:lnTo>
                    <a:pt x="5368" y="11508"/>
                  </a:lnTo>
                  <a:lnTo>
                    <a:pt x="6063" y="11431"/>
                  </a:lnTo>
                  <a:lnTo>
                    <a:pt x="6759" y="11315"/>
                  </a:lnTo>
                  <a:lnTo>
                    <a:pt x="7415" y="11160"/>
                  </a:lnTo>
                  <a:lnTo>
                    <a:pt x="8071" y="11006"/>
                  </a:lnTo>
                  <a:lnTo>
                    <a:pt x="8728" y="10774"/>
                  </a:lnTo>
                  <a:lnTo>
                    <a:pt x="9346" y="10543"/>
                  </a:lnTo>
                  <a:lnTo>
                    <a:pt x="9964" y="10272"/>
                  </a:lnTo>
                  <a:lnTo>
                    <a:pt x="10543" y="9963"/>
                  </a:lnTo>
                  <a:lnTo>
                    <a:pt x="11122" y="9654"/>
                  </a:lnTo>
                  <a:lnTo>
                    <a:pt x="11701" y="9268"/>
                  </a:lnTo>
                  <a:lnTo>
                    <a:pt x="12242" y="8882"/>
                  </a:lnTo>
                  <a:lnTo>
                    <a:pt x="12744" y="8457"/>
                  </a:lnTo>
                  <a:lnTo>
                    <a:pt x="13169" y="8071"/>
                  </a:lnTo>
                  <a:lnTo>
                    <a:pt x="13555" y="7646"/>
                  </a:lnTo>
                  <a:lnTo>
                    <a:pt x="13748" y="7376"/>
                  </a:lnTo>
                  <a:lnTo>
                    <a:pt x="13864" y="7145"/>
                  </a:lnTo>
                  <a:lnTo>
                    <a:pt x="13980" y="6874"/>
                  </a:lnTo>
                  <a:lnTo>
                    <a:pt x="14018" y="6565"/>
                  </a:lnTo>
                  <a:lnTo>
                    <a:pt x="14018" y="6334"/>
                  </a:lnTo>
                  <a:lnTo>
                    <a:pt x="14018" y="6141"/>
                  </a:lnTo>
                  <a:lnTo>
                    <a:pt x="13941" y="5909"/>
                  </a:lnTo>
                  <a:lnTo>
                    <a:pt x="13864" y="5716"/>
                  </a:lnTo>
                  <a:lnTo>
                    <a:pt x="13748" y="5523"/>
                  </a:lnTo>
                  <a:lnTo>
                    <a:pt x="13593" y="5368"/>
                  </a:lnTo>
                  <a:lnTo>
                    <a:pt x="13439" y="5252"/>
                  </a:lnTo>
                  <a:lnTo>
                    <a:pt x="13246" y="5137"/>
                  </a:lnTo>
                  <a:lnTo>
                    <a:pt x="13091" y="5137"/>
                  </a:lnTo>
                  <a:lnTo>
                    <a:pt x="12821" y="3824"/>
                  </a:lnTo>
                  <a:lnTo>
                    <a:pt x="12512" y="2549"/>
                  </a:lnTo>
                  <a:lnTo>
                    <a:pt x="12165" y="1275"/>
                  </a:lnTo>
                  <a:lnTo>
                    <a:pt x="117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5"/>
            <p:cNvSpPr/>
            <p:nvPr/>
          </p:nvSpPr>
          <p:spPr>
            <a:xfrm>
              <a:off x="6625000" y="1926375"/>
              <a:ext cx="355300" cy="170900"/>
            </a:xfrm>
            <a:custGeom>
              <a:avLst/>
              <a:gdLst/>
              <a:ahLst/>
              <a:cxnLst/>
              <a:rect l="l" t="t" r="r" b="b"/>
              <a:pathLst>
                <a:path w="14212" h="6836" extrusionOk="0">
                  <a:moveTo>
                    <a:pt x="117" y="1"/>
                  </a:moveTo>
                  <a:lnTo>
                    <a:pt x="1" y="39"/>
                  </a:lnTo>
                  <a:lnTo>
                    <a:pt x="1970" y="3206"/>
                  </a:lnTo>
                  <a:lnTo>
                    <a:pt x="4056" y="6333"/>
                  </a:lnTo>
                  <a:lnTo>
                    <a:pt x="3554" y="6295"/>
                  </a:lnTo>
                  <a:lnTo>
                    <a:pt x="3052" y="6179"/>
                  </a:lnTo>
                  <a:lnTo>
                    <a:pt x="2588" y="6024"/>
                  </a:lnTo>
                  <a:lnTo>
                    <a:pt x="2125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6"/>
                  </a:lnTo>
                  <a:lnTo>
                    <a:pt x="3283" y="6642"/>
                  </a:lnTo>
                  <a:lnTo>
                    <a:pt x="3708" y="6720"/>
                  </a:lnTo>
                  <a:lnTo>
                    <a:pt x="4133" y="6797"/>
                  </a:lnTo>
                  <a:lnTo>
                    <a:pt x="4596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9" y="6642"/>
                  </a:lnTo>
                  <a:lnTo>
                    <a:pt x="8149" y="6488"/>
                  </a:lnTo>
                  <a:lnTo>
                    <a:pt x="8960" y="6295"/>
                  </a:lnTo>
                  <a:lnTo>
                    <a:pt x="9771" y="6024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8" y="4673"/>
                  </a:lnTo>
                  <a:lnTo>
                    <a:pt x="12667" y="4403"/>
                  </a:lnTo>
                  <a:lnTo>
                    <a:pt x="12976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8"/>
                  </a:lnTo>
                  <a:lnTo>
                    <a:pt x="13980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3" y="2163"/>
                  </a:lnTo>
                  <a:lnTo>
                    <a:pt x="14173" y="2124"/>
                  </a:lnTo>
                  <a:lnTo>
                    <a:pt x="13864" y="2124"/>
                  </a:lnTo>
                  <a:lnTo>
                    <a:pt x="13825" y="2163"/>
                  </a:lnTo>
                  <a:lnTo>
                    <a:pt x="13555" y="2704"/>
                  </a:lnTo>
                  <a:lnTo>
                    <a:pt x="13207" y="3167"/>
                  </a:lnTo>
                  <a:lnTo>
                    <a:pt x="12860" y="3630"/>
                  </a:lnTo>
                  <a:lnTo>
                    <a:pt x="12474" y="4016"/>
                  </a:lnTo>
                  <a:lnTo>
                    <a:pt x="12010" y="4364"/>
                  </a:lnTo>
                  <a:lnTo>
                    <a:pt x="11547" y="4712"/>
                  </a:lnTo>
                  <a:lnTo>
                    <a:pt x="11083" y="4982"/>
                  </a:lnTo>
                  <a:lnTo>
                    <a:pt x="10543" y="5252"/>
                  </a:lnTo>
                  <a:lnTo>
                    <a:pt x="10350" y="5252"/>
                  </a:lnTo>
                  <a:lnTo>
                    <a:pt x="10350" y="5368"/>
                  </a:lnTo>
                  <a:lnTo>
                    <a:pt x="10273" y="5368"/>
                  </a:lnTo>
                  <a:lnTo>
                    <a:pt x="10079" y="5407"/>
                  </a:lnTo>
                  <a:lnTo>
                    <a:pt x="10157" y="5445"/>
                  </a:lnTo>
                  <a:lnTo>
                    <a:pt x="9500" y="5677"/>
                  </a:lnTo>
                  <a:lnTo>
                    <a:pt x="8844" y="5870"/>
                  </a:lnTo>
                  <a:lnTo>
                    <a:pt x="7840" y="6102"/>
                  </a:lnTo>
                  <a:lnTo>
                    <a:pt x="6759" y="6295"/>
                  </a:lnTo>
                  <a:lnTo>
                    <a:pt x="6218" y="6333"/>
                  </a:lnTo>
                  <a:lnTo>
                    <a:pt x="5677" y="6411"/>
                  </a:lnTo>
                  <a:lnTo>
                    <a:pt x="4558" y="6411"/>
                  </a:lnTo>
                  <a:lnTo>
                    <a:pt x="4596" y="6295"/>
                  </a:lnTo>
                  <a:lnTo>
                    <a:pt x="4364" y="6256"/>
                  </a:lnTo>
                  <a:lnTo>
                    <a:pt x="3399" y="4634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5"/>
            <p:cNvSpPr/>
            <p:nvPr/>
          </p:nvSpPr>
          <p:spPr>
            <a:xfrm>
              <a:off x="6615350" y="1924450"/>
              <a:ext cx="61825" cy="160275"/>
            </a:xfrm>
            <a:custGeom>
              <a:avLst/>
              <a:gdLst/>
              <a:ahLst/>
              <a:cxnLst/>
              <a:rect l="l" t="t" r="r" b="b"/>
              <a:pathLst>
                <a:path w="2473" h="6411" extrusionOk="0">
                  <a:moveTo>
                    <a:pt x="310" y="0"/>
                  </a:moveTo>
                  <a:lnTo>
                    <a:pt x="1" y="78"/>
                  </a:lnTo>
                  <a:lnTo>
                    <a:pt x="194" y="927"/>
                  </a:lnTo>
                  <a:lnTo>
                    <a:pt x="426" y="1777"/>
                  </a:lnTo>
                  <a:lnTo>
                    <a:pt x="657" y="2626"/>
                  </a:lnTo>
                  <a:lnTo>
                    <a:pt x="928" y="3476"/>
                  </a:lnTo>
                  <a:lnTo>
                    <a:pt x="1507" y="5097"/>
                  </a:lnTo>
                  <a:lnTo>
                    <a:pt x="1738" y="5754"/>
                  </a:lnTo>
                  <a:lnTo>
                    <a:pt x="1661" y="5715"/>
                  </a:lnTo>
                  <a:lnTo>
                    <a:pt x="1584" y="5793"/>
                  </a:lnTo>
                  <a:lnTo>
                    <a:pt x="1545" y="5870"/>
                  </a:lnTo>
                  <a:lnTo>
                    <a:pt x="1777" y="5908"/>
                  </a:lnTo>
                  <a:lnTo>
                    <a:pt x="1932" y="6140"/>
                  </a:lnTo>
                  <a:lnTo>
                    <a:pt x="2086" y="6333"/>
                  </a:lnTo>
                  <a:lnTo>
                    <a:pt x="2125" y="6410"/>
                  </a:lnTo>
                  <a:lnTo>
                    <a:pt x="2318" y="6410"/>
                  </a:lnTo>
                  <a:lnTo>
                    <a:pt x="2356" y="6333"/>
                  </a:lnTo>
                  <a:lnTo>
                    <a:pt x="2434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5" y="5599"/>
                  </a:lnTo>
                  <a:lnTo>
                    <a:pt x="1970" y="5213"/>
                  </a:lnTo>
                  <a:lnTo>
                    <a:pt x="1738" y="4441"/>
                  </a:lnTo>
                  <a:lnTo>
                    <a:pt x="1198" y="2935"/>
                  </a:lnTo>
                  <a:lnTo>
                    <a:pt x="734" y="1468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5"/>
            <p:cNvSpPr/>
            <p:nvPr/>
          </p:nvSpPr>
          <p:spPr>
            <a:xfrm>
              <a:off x="6591225" y="1769975"/>
              <a:ext cx="353350" cy="159325"/>
            </a:xfrm>
            <a:custGeom>
              <a:avLst/>
              <a:gdLst/>
              <a:ahLst/>
              <a:cxnLst/>
              <a:rect l="l" t="t" r="r" b="b"/>
              <a:pathLst>
                <a:path w="14134" h="6373" extrusionOk="0">
                  <a:moveTo>
                    <a:pt x="11160" y="464"/>
                  </a:moveTo>
                  <a:lnTo>
                    <a:pt x="11624" y="503"/>
                  </a:lnTo>
                  <a:lnTo>
                    <a:pt x="12048" y="542"/>
                  </a:lnTo>
                  <a:lnTo>
                    <a:pt x="12434" y="657"/>
                  </a:lnTo>
                  <a:lnTo>
                    <a:pt x="12628" y="735"/>
                  </a:lnTo>
                  <a:lnTo>
                    <a:pt x="12743" y="812"/>
                  </a:lnTo>
                  <a:lnTo>
                    <a:pt x="12859" y="966"/>
                  </a:lnTo>
                  <a:lnTo>
                    <a:pt x="12936" y="1082"/>
                  </a:lnTo>
                  <a:lnTo>
                    <a:pt x="12975" y="1314"/>
                  </a:lnTo>
                  <a:lnTo>
                    <a:pt x="12975" y="1507"/>
                  </a:lnTo>
                  <a:lnTo>
                    <a:pt x="12936" y="1700"/>
                  </a:lnTo>
                  <a:lnTo>
                    <a:pt x="12821" y="1893"/>
                  </a:lnTo>
                  <a:lnTo>
                    <a:pt x="12705" y="2086"/>
                  </a:lnTo>
                  <a:lnTo>
                    <a:pt x="12589" y="2241"/>
                  </a:lnTo>
                  <a:lnTo>
                    <a:pt x="12241" y="2472"/>
                  </a:lnTo>
                  <a:lnTo>
                    <a:pt x="11817" y="2743"/>
                  </a:lnTo>
                  <a:lnTo>
                    <a:pt x="11392" y="2936"/>
                  </a:lnTo>
                  <a:lnTo>
                    <a:pt x="10658" y="3206"/>
                  </a:lnTo>
                  <a:lnTo>
                    <a:pt x="9924" y="3438"/>
                  </a:lnTo>
                  <a:lnTo>
                    <a:pt x="9152" y="3708"/>
                  </a:lnTo>
                  <a:lnTo>
                    <a:pt x="8380" y="3901"/>
                  </a:lnTo>
                  <a:lnTo>
                    <a:pt x="7608" y="4094"/>
                  </a:lnTo>
                  <a:lnTo>
                    <a:pt x="6797" y="4287"/>
                  </a:lnTo>
                  <a:lnTo>
                    <a:pt x="5909" y="4442"/>
                  </a:lnTo>
                  <a:lnTo>
                    <a:pt x="5020" y="4596"/>
                  </a:lnTo>
                  <a:lnTo>
                    <a:pt x="4132" y="4712"/>
                  </a:lnTo>
                  <a:lnTo>
                    <a:pt x="3244" y="4789"/>
                  </a:lnTo>
                  <a:lnTo>
                    <a:pt x="2201" y="4789"/>
                  </a:lnTo>
                  <a:lnTo>
                    <a:pt x="1854" y="4751"/>
                  </a:lnTo>
                  <a:lnTo>
                    <a:pt x="1506" y="4673"/>
                  </a:lnTo>
                  <a:lnTo>
                    <a:pt x="1198" y="4558"/>
                  </a:lnTo>
                  <a:lnTo>
                    <a:pt x="889" y="4442"/>
                  </a:lnTo>
                  <a:lnTo>
                    <a:pt x="580" y="4249"/>
                  </a:lnTo>
                  <a:lnTo>
                    <a:pt x="657" y="4171"/>
                  </a:lnTo>
                  <a:lnTo>
                    <a:pt x="696" y="4056"/>
                  </a:lnTo>
                  <a:lnTo>
                    <a:pt x="696" y="3940"/>
                  </a:lnTo>
                  <a:lnTo>
                    <a:pt x="734" y="3824"/>
                  </a:lnTo>
                  <a:lnTo>
                    <a:pt x="850" y="3631"/>
                  </a:lnTo>
                  <a:lnTo>
                    <a:pt x="1082" y="3438"/>
                  </a:lnTo>
                  <a:lnTo>
                    <a:pt x="1313" y="3245"/>
                  </a:lnTo>
                  <a:lnTo>
                    <a:pt x="1854" y="2936"/>
                  </a:lnTo>
                  <a:lnTo>
                    <a:pt x="2279" y="2704"/>
                  </a:lnTo>
                  <a:lnTo>
                    <a:pt x="3012" y="2356"/>
                  </a:lnTo>
                  <a:lnTo>
                    <a:pt x="3707" y="2009"/>
                  </a:lnTo>
                  <a:lnTo>
                    <a:pt x="4480" y="1700"/>
                  </a:lnTo>
                  <a:lnTo>
                    <a:pt x="5252" y="1430"/>
                  </a:lnTo>
                  <a:lnTo>
                    <a:pt x="6024" y="1198"/>
                  </a:lnTo>
                  <a:lnTo>
                    <a:pt x="6835" y="1005"/>
                  </a:lnTo>
                  <a:lnTo>
                    <a:pt x="7608" y="812"/>
                  </a:lnTo>
                  <a:lnTo>
                    <a:pt x="8418" y="696"/>
                  </a:lnTo>
                  <a:lnTo>
                    <a:pt x="9229" y="580"/>
                  </a:lnTo>
                  <a:lnTo>
                    <a:pt x="10040" y="542"/>
                  </a:lnTo>
                  <a:lnTo>
                    <a:pt x="10735" y="503"/>
                  </a:lnTo>
                  <a:lnTo>
                    <a:pt x="11160" y="464"/>
                  </a:lnTo>
                  <a:close/>
                  <a:moveTo>
                    <a:pt x="13477" y="1121"/>
                  </a:moveTo>
                  <a:lnTo>
                    <a:pt x="13631" y="1314"/>
                  </a:lnTo>
                  <a:lnTo>
                    <a:pt x="13709" y="1507"/>
                  </a:lnTo>
                  <a:lnTo>
                    <a:pt x="13747" y="1739"/>
                  </a:lnTo>
                  <a:lnTo>
                    <a:pt x="13709" y="2009"/>
                  </a:lnTo>
                  <a:lnTo>
                    <a:pt x="13631" y="2241"/>
                  </a:lnTo>
                  <a:lnTo>
                    <a:pt x="13516" y="2472"/>
                  </a:lnTo>
                  <a:lnTo>
                    <a:pt x="13400" y="2704"/>
                  </a:lnTo>
                  <a:lnTo>
                    <a:pt x="13207" y="2897"/>
                  </a:lnTo>
                  <a:lnTo>
                    <a:pt x="12859" y="3206"/>
                  </a:lnTo>
                  <a:lnTo>
                    <a:pt x="12473" y="3438"/>
                  </a:lnTo>
                  <a:lnTo>
                    <a:pt x="12048" y="3669"/>
                  </a:lnTo>
                  <a:lnTo>
                    <a:pt x="11624" y="3901"/>
                  </a:lnTo>
                  <a:lnTo>
                    <a:pt x="10658" y="4287"/>
                  </a:lnTo>
                  <a:lnTo>
                    <a:pt x="9731" y="4635"/>
                  </a:lnTo>
                  <a:lnTo>
                    <a:pt x="8766" y="4905"/>
                  </a:lnTo>
                  <a:lnTo>
                    <a:pt x="7762" y="5175"/>
                  </a:lnTo>
                  <a:lnTo>
                    <a:pt x="6758" y="5407"/>
                  </a:lnTo>
                  <a:lnTo>
                    <a:pt x="5754" y="5600"/>
                  </a:lnTo>
                  <a:lnTo>
                    <a:pt x="4711" y="5793"/>
                  </a:lnTo>
                  <a:lnTo>
                    <a:pt x="3707" y="5909"/>
                  </a:lnTo>
                  <a:lnTo>
                    <a:pt x="2781" y="5986"/>
                  </a:lnTo>
                  <a:lnTo>
                    <a:pt x="2279" y="5986"/>
                  </a:lnTo>
                  <a:lnTo>
                    <a:pt x="1815" y="5948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9"/>
                  </a:lnTo>
                  <a:lnTo>
                    <a:pt x="696" y="5484"/>
                  </a:lnTo>
                  <a:lnTo>
                    <a:pt x="502" y="5253"/>
                  </a:lnTo>
                  <a:lnTo>
                    <a:pt x="348" y="5021"/>
                  </a:lnTo>
                  <a:lnTo>
                    <a:pt x="309" y="4866"/>
                  </a:lnTo>
                  <a:lnTo>
                    <a:pt x="309" y="4751"/>
                  </a:lnTo>
                  <a:lnTo>
                    <a:pt x="309" y="4596"/>
                  </a:lnTo>
                  <a:lnTo>
                    <a:pt x="348" y="4442"/>
                  </a:lnTo>
                  <a:lnTo>
                    <a:pt x="541" y="4673"/>
                  </a:lnTo>
                  <a:lnTo>
                    <a:pt x="811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2" y="5214"/>
                  </a:lnTo>
                  <a:lnTo>
                    <a:pt x="1931" y="5253"/>
                  </a:lnTo>
                  <a:lnTo>
                    <a:pt x="2588" y="5330"/>
                  </a:lnTo>
                  <a:lnTo>
                    <a:pt x="3244" y="5291"/>
                  </a:lnTo>
                  <a:lnTo>
                    <a:pt x="3939" y="5253"/>
                  </a:lnTo>
                  <a:lnTo>
                    <a:pt x="5136" y="5059"/>
                  </a:lnTo>
                  <a:lnTo>
                    <a:pt x="6913" y="4789"/>
                  </a:lnTo>
                  <a:lnTo>
                    <a:pt x="7839" y="4596"/>
                  </a:lnTo>
                  <a:lnTo>
                    <a:pt x="8727" y="4403"/>
                  </a:lnTo>
                  <a:lnTo>
                    <a:pt x="9616" y="4133"/>
                  </a:lnTo>
                  <a:lnTo>
                    <a:pt x="10504" y="3862"/>
                  </a:lnTo>
                  <a:lnTo>
                    <a:pt x="11353" y="3515"/>
                  </a:lnTo>
                  <a:lnTo>
                    <a:pt x="12164" y="3129"/>
                  </a:lnTo>
                  <a:lnTo>
                    <a:pt x="12434" y="2974"/>
                  </a:lnTo>
                  <a:lnTo>
                    <a:pt x="12705" y="2820"/>
                  </a:lnTo>
                  <a:lnTo>
                    <a:pt x="12936" y="2588"/>
                  </a:lnTo>
                  <a:lnTo>
                    <a:pt x="13129" y="2395"/>
                  </a:lnTo>
                  <a:lnTo>
                    <a:pt x="13323" y="2125"/>
                  </a:lnTo>
                  <a:lnTo>
                    <a:pt x="13438" y="1854"/>
                  </a:lnTo>
                  <a:lnTo>
                    <a:pt x="13516" y="1584"/>
                  </a:lnTo>
                  <a:lnTo>
                    <a:pt x="13516" y="1237"/>
                  </a:lnTo>
                  <a:lnTo>
                    <a:pt x="13477" y="1121"/>
                  </a:lnTo>
                  <a:close/>
                  <a:moveTo>
                    <a:pt x="10658" y="1"/>
                  </a:moveTo>
                  <a:lnTo>
                    <a:pt x="9886" y="40"/>
                  </a:lnTo>
                  <a:lnTo>
                    <a:pt x="9114" y="117"/>
                  </a:lnTo>
                  <a:lnTo>
                    <a:pt x="8303" y="233"/>
                  </a:lnTo>
                  <a:lnTo>
                    <a:pt x="7530" y="348"/>
                  </a:lnTo>
                  <a:lnTo>
                    <a:pt x="6719" y="542"/>
                  </a:lnTo>
                  <a:lnTo>
                    <a:pt x="5909" y="735"/>
                  </a:lnTo>
                  <a:lnTo>
                    <a:pt x="5020" y="1005"/>
                  </a:lnTo>
                  <a:lnTo>
                    <a:pt x="4132" y="1352"/>
                  </a:lnTo>
                  <a:lnTo>
                    <a:pt x="3244" y="1700"/>
                  </a:lnTo>
                  <a:lnTo>
                    <a:pt x="2395" y="2125"/>
                  </a:lnTo>
                  <a:lnTo>
                    <a:pt x="1777" y="2434"/>
                  </a:lnTo>
                  <a:lnTo>
                    <a:pt x="1391" y="2627"/>
                  </a:lnTo>
                  <a:lnTo>
                    <a:pt x="1043" y="2858"/>
                  </a:lnTo>
                  <a:lnTo>
                    <a:pt x="696" y="3090"/>
                  </a:lnTo>
                  <a:lnTo>
                    <a:pt x="464" y="3399"/>
                  </a:lnTo>
                  <a:lnTo>
                    <a:pt x="348" y="3554"/>
                  </a:lnTo>
                  <a:lnTo>
                    <a:pt x="271" y="3708"/>
                  </a:lnTo>
                  <a:lnTo>
                    <a:pt x="232" y="3862"/>
                  </a:lnTo>
                  <a:lnTo>
                    <a:pt x="232" y="4056"/>
                  </a:lnTo>
                  <a:lnTo>
                    <a:pt x="194" y="4133"/>
                  </a:lnTo>
                  <a:lnTo>
                    <a:pt x="194" y="4171"/>
                  </a:lnTo>
                  <a:lnTo>
                    <a:pt x="116" y="4326"/>
                  </a:lnTo>
                  <a:lnTo>
                    <a:pt x="39" y="4480"/>
                  </a:lnTo>
                  <a:lnTo>
                    <a:pt x="0" y="4635"/>
                  </a:lnTo>
                  <a:lnTo>
                    <a:pt x="0" y="4789"/>
                  </a:lnTo>
                  <a:lnTo>
                    <a:pt x="39" y="5137"/>
                  </a:lnTo>
                  <a:lnTo>
                    <a:pt x="194" y="5446"/>
                  </a:lnTo>
                  <a:lnTo>
                    <a:pt x="348" y="5639"/>
                  </a:lnTo>
                  <a:lnTo>
                    <a:pt x="502" y="5832"/>
                  </a:lnTo>
                  <a:lnTo>
                    <a:pt x="696" y="5948"/>
                  </a:lnTo>
                  <a:lnTo>
                    <a:pt x="927" y="6063"/>
                  </a:lnTo>
                  <a:lnTo>
                    <a:pt x="966" y="6257"/>
                  </a:lnTo>
                  <a:lnTo>
                    <a:pt x="1275" y="6179"/>
                  </a:lnTo>
                  <a:lnTo>
                    <a:pt x="1313" y="6218"/>
                  </a:lnTo>
                  <a:lnTo>
                    <a:pt x="1313" y="6257"/>
                  </a:lnTo>
                  <a:lnTo>
                    <a:pt x="1352" y="6295"/>
                  </a:lnTo>
                  <a:lnTo>
                    <a:pt x="1468" y="6257"/>
                  </a:lnTo>
                  <a:lnTo>
                    <a:pt x="1815" y="6295"/>
                  </a:lnTo>
                  <a:lnTo>
                    <a:pt x="2395" y="6334"/>
                  </a:lnTo>
                  <a:lnTo>
                    <a:pt x="3012" y="6372"/>
                  </a:lnTo>
                  <a:lnTo>
                    <a:pt x="3592" y="6334"/>
                  </a:lnTo>
                  <a:lnTo>
                    <a:pt x="4171" y="6295"/>
                  </a:lnTo>
                  <a:lnTo>
                    <a:pt x="5368" y="6102"/>
                  </a:lnTo>
                  <a:lnTo>
                    <a:pt x="6565" y="5870"/>
                  </a:lnTo>
                  <a:lnTo>
                    <a:pt x="6758" y="5832"/>
                  </a:lnTo>
                  <a:lnTo>
                    <a:pt x="7994" y="5523"/>
                  </a:lnTo>
                  <a:lnTo>
                    <a:pt x="9036" y="5253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6" y="4133"/>
                  </a:lnTo>
                  <a:lnTo>
                    <a:pt x="12126" y="4249"/>
                  </a:lnTo>
                  <a:lnTo>
                    <a:pt x="12396" y="4287"/>
                  </a:lnTo>
                  <a:lnTo>
                    <a:pt x="12782" y="4712"/>
                  </a:lnTo>
                  <a:lnTo>
                    <a:pt x="13014" y="4519"/>
                  </a:lnTo>
                  <a:lnTo>
                    <a:pt x="12434" y="3940"/>
                  </a:lnTo>
                  <a:lnTo>
                    <a:pt x="12898" y="3669"/>
                  </a:lnTo>
                  <a:lnTo>
                    <a:pt x="13361" y="3322"/>
                  </a:lnTo>
                  <a:lnTo>
                    <a:pt x="13631" y="3052"/>
                  </a:lnTo>
                  <a:lnTo>
                    <a:pt x="13825" y="2704"/>
                  </a:lnTo>
                  <a:lnTo>
                    <a:pt x="14133" y="2627"/>
                  </a:lnTo>
                  <a:lnTo>
                    <a:pt x="14018" y="2318"/>
                  </a:lnTo>
                  <a:lnTo>
                    <a:pt x="14095" y="2009"/>
                  </a:lnTo>
                  <a:lnTo>
                    <a:pt x="14133" y="1739"/>
                  </a:lnTo>
                  <a:lnTo>
                    <a:pt x="14095" y="1468"/>
                  </a:lnTo>
                  <a:lnTo>
                    <a:pt x="14018" y="1237"/>
                  </a:lnTo>
                  <a:lnTo>
                    <a:pt x="13902" y="1005"/>
                  </a:lnTo>
                  <a:lnTo>
                    <a:pt x="13747" y="812"/>
                  </a:lnTo>
                  <a:lnTo>
                    <a:pt x="13477" y="619"/>
                  </a:lnTo>
                  <a:lnTo>
                    <a:pt x="13168" y="503"/>
                  </a:lnTo>
                  <a:lnTo>
                    <a:pt x="13091" y="503"/>
                  </a:lnTo>
                  <a:lnTo>
                    <a:pt x="12898" y="387"/>
                  </a:lnTo>
                  <a:lnTo>
                    <a:pt x="12666" y="271"/>
                  </a:lnTo>
                  <a:lnTo>
                    <a:pt x="12434" y="155"/>
                  </a:lnTo>
                  <a:lnTo>
                    <a:pt x="12203" y="117"/>
                  </a:lnTo>
                  <a:lnTo>
                    <a:pt x="11817" y="40"/>
                  </a:lnTo>
                  <a:lnTo>
                    <a:pt x="1143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5"/>
            <p:cNvSpPr/>
            <p:nvPr/>
          </p:nvSpPr>
          <p:spPr>
            <a:xfrm>
              <a:off x="7229325" y="290815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1"/>
                  </a:moveTo>
                  <a:lnTo>
                    <a:pt x="3399" y="426"/>
                  </a:lnTo>
                  <a:lnTo>
                    <a:pt x="3785" y="619"/>
                  </a:lnTo>
                  <a:lnTo>
                    <a:pt x="4094" y="889"/>
                  </a:lnTo>
                  <a:lnTo>
                    <a:pt x="4364" y="1121"/>
                  </a:lnTo>
                  <a:lnTo>
                    <a:pt x="4635" y="1430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4" y="2434"/>
                  </a:lnTo>
                  <a:lnTo>
                    <a:pt x="5368" y="2820"/>
                  </a:lnTo>
                  <a:lnTo>
                    <a:pt x="5484" y="3206"/>
                  </a:lnTo>
                  <a:lnTo>
                    <a:pt x="5523" y="3592"/>
                  </a:lnTo>
                  <a:lnTo>
                    <a:pt x="5600" y="3978"/>
                  </a:lnTo>
                  <a:lnTo>
                    <a:pt x="5600" y="4403"/>
                  </a:lnTo>
                  <a:lnTo>
                    <a:pt x="5561" y="4789"/>
                  </a:lnTo>
                  <a:lnTo>
                    <a:pt x="5523" y="5214"/>
                  </a:lnTo>
                  <a:lnTo>
                    <a:pt x="5446" y="5600"/>
                  </a:lnTo>
                  <a:lnTo>
                    <a:pt x="5330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7"/>
                  </a:lnTo>
                  <a:lnTo>
                    <a:pt x="4210" y="8033"/>
                  </a:lnTo>
                  <a:lnTo>
                    <a:pt x="3940" y="8380"/>
                  </a:lnTo>
                  <a:lnTo>
                    <a:pt x="3631" y="8728"/>
                  </a:lnTo>
                  <a:lnTo>
                    <a:pt x="3283" y="9037"/>
                  </a:lnTo>
                  <a:lnTo>
                    <a:pt x="2936" y="9307"/>
                  </a:lnTo>
                  <a:lnTo>
                    <a:pt x="2549" y="9577"/>
                  </a:lnTo>
                  <a:lnTo>
                    <a:pt x="2163" y="9809"/>
                  </a:lnTo>
                  <a:lnTo>
                    <a:pt x="1739" y="10041"/>
                  </a:lnTo>
                  <a:lnTo>
                    <a:pt x="1314" y="10234"/>
                  </a:lnTo>
                  <a:lnTo>
                    <a:pt x="889" y="10388"/>
                  </a:lnTo>
                  <a:lnTo>
                    <a:pt x="464" y="10543"/>
                  </a:lnTo>
                  <a:lnTo>
                    <a:pt x="1" y="10658"/>
                  </a:lnTo>
                  <a:lnTo>
                    <a:pt x="78" y="11045"/>
                  </a:lnTo>
                  <a:lnTo>
                    <a:pt x="619" y="10967"/>
                  </a:lnTo>
                  <a:lnTo>
                    <a:pt x="1121" y="10813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5"/>
                  </a:lnTo>
                  <a:lnTo>
                    <a:pt x="3399" y="9616"/>
                  </a:lnTo>
                  <a:lnTo>
                    <a:pt x="3785" y="9268"/>
                  </a:lnTo>
                  <a:lnTo>
                    <a:pt x="4171" y="8921"/>
                  </a:lnTo>
                  <a:lnTo>
                    <a:pt x="4480" y="8535"/>
                  </a:lnTo>
                  <a:lnTo>
                    <a:pt x="4828" y="8110"/>
                  </a:lnTo>
                  <a:lnTo>
                    <a:pt x="5098" y="7685"/>
                  </a:lnTo>
                  <a:lnTo>
                    <a:pt x="5368" y="7222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55"/>
                  </a:lnTo>
                  <a:lnTo>
                    <a:pt x="6063" y="3631"/>
                  </a:lnTo>
                  <a:lnTo>
                    <a:pt x="5986" y="3244"/>
                  </a:lnTo>
                  <a:lnTo>
                    <a:pt x="5870" y="2820"/>
                  </a:lnTo>
                  <a:lnTo>
                    <a:pt x="5754" y="2434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7" y="1314"/>
                  </a:lnTo>
                  <a:lnTo>
                    <a:pt x="4905" y="1005"/>
                  </a:lnTo>
                  <a:lnTo>
                    <a:pt x="4596" y="696"/>
                  </a:lnTo>
                  <a:lnTo>
                    <a:pt x="4287" y="426"/>
                  </a:lnTo>
                  <a:lnTo>
                    <a:pt x="3940" y="194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5"/>
            <p:cNvSpPr/>
            <p:nvPr/>
          </p:nvSpPr>
          <p:spPr>
            <a:xfrm>
              <a:off x="7199400" y="3174600"/>
              <a:ext cx="61825" cy="89800"/>
            </a:xfrm>
            <a:custGeom>
              <a:avLst/>
              <a:gdLst/>
              <a:ahLst/>
              <a:cxnLst/>
              <a:rect l="l" t="t" r="r" b="b"/>
              <a:pathLst>
                <a:path w="2473" h="3592" extrusionOk="0">
                  <a:moveTo>
                    <a:pt x="1082" y="0"/>
                  </a:moveTo>
                  <a:lnTo>
                    <a:pt x="1005" y="39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2"/>
                  </a:lnTo>
                  <a:lnTo>
                    <a:pt x="850" y="232"/>
                  </a:lnTo>
                  <a:lnTo>
                    <a:pt x="773" y="271"/>
                  </a:lnTo>
                  <a:lnTo>
                    <a:pt x="734" y="348"/>
                  </a:lnTo>
                  <a:lnTo>
                    <a:pt x="696" y="425"/>
                  </a:lnTo>
                  <a:lnTo>
                    <a:pt x="696" y="502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1"/>
                  </a:lnTo>
                  <a:lnTo>
                    <a:pt x="1275" y="927"/>
                  </a:lnTo>
                  <a:lnTo>
                    <a:pt x="1468" y="1082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1"/>
                  </a:lnTo>
                  <a:lnTo>
                    <a:pt x="1932" y="2163"/>
                  </a:lnTo>
                  <a:lnTo>
                    <a:pt x="1932" y="2433"/>
                  </a:lnTo>
                  <a:lnTo>
                    <a:pt x="1816" y="2742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1"/>
                  </a:lnTo>
                  <a:lnTo>
                    <a:pt x="1391" y="3128"/>
                  </a:lnTo>
                  <a:lnTo>
                    <a:pt x="1198" y="3128"/>
                  </a:lnTo>
                  <a:lnTo>
                    <a:pt x="1043" y="3090"/>
                  </a:lnTo>
                  <a:lnTo>
                    <a:pt x="928" y="3012"/>
                  </a:lnTo>
                  <a:lnTo>
                    <a:pt x="850" y="2897"/>
                  </a:lnTo>
                  <a:lnTo>
                    <a:pt x="812" y="2742"/>
                  </a:lnTo>
                  <a:lnTo>
                    <a:pt x="850" y="2588"/>
                  </a:lnTo>
                  <a:lnTo>
                    <a:pt x="928" y="2433"/>
                  </a:lnTo>
                  <a:lnTo>
                    <a:pt x="1043" y="2317"/>
                  </a:lnTo>
                  <a:lnTo>
                    <a:pt x="1159" y="2240"/>
                  </a:lnTo>
                  <a:lnTo>
                    <a:pt x="1159" y="2124"/>
                  </a:lnTo>
                  <a:lnTo>
                    <a:pt x="1121" y="2008"/>
                  </a:lnTo>
                  <a:lnTo>
                    <a:pt x="1043" y="1931"/>
                  </a:lnTo>
                  <a:lnTo>
                    <a:pt x="657" y="1622"/>
                  </a:lnTo>
                  <a:lnTo>
                    <a:pt x="426" y="1468"/>
                  </a:lnTo>
                  <a:lnTo>
                    <a:pt x="194" y="1313"/>
                  </a:lnTo>
                  <a:lnTo>
                    <a:pt x="1" y="1622"/>
                  </a:lnTo>
                  <a:lnTo>
                    <a:pt x="271" y="1893"/>
                  </a:lnTo>
                  <a:lnTo>
                    <a:pt x="580" y="2124"/>
                  </a:lnTo>
                  <a:lnTo>
                    <a:pt x="426" y="2356"/>
                  </a:lnTo>
                  <a:lnTo>
                    <a:pt x="348" y="2626"/>
                  </a:lnTo>
                  <a:lnTo>
                    <a:pt x="310" y="2897"/>
                  </a:lnTo>
                  <a:lnTo>
                    <a:pt x="348" y="3051"/>
                  </a:lnTo>
                  <a:lnTo>
                    <a:pt x="426" y="3167"/>
                  </a:lnTo>
                  <a:lnTo>
                    <a:pt x="541" y="3321"/>
                  </a:lnTo>
                  <a:lnTo>
                    <a:pt x="696" y="3476"/>
                  </a:lnTo>
                  <a:lnTo>
                    <a:pt x="889" y="3553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3"/>
                  </a:lnTo>
                  <a:lnTo>
                    <a:pt x="1700" y="3514"/>
                  </a:lnTo>
                  <a:lnTo>
                    <a:pt x="1854" y="3399"/>
                  </a:lnTo>
                  <a:lnTo>
                    <a:pt x="2047" y="3244"/>
                  </a:lnTo>
                  <a:lnTo>
                    <a:pt x="2202" y="3051"/>
                  </a:lnTo>
                  <a:lnTo>
                    <a:pt x="2318" y="2858"/>
                  </a:lnTo>
                  <a:lnTo>
                    <a:pt x="2395" y="2665"/>
                  </a:lnTo>
                  <a:lnTo>
                    <a:pt x="2434" y="2472"/>
                  </a:lnTo>
                  <a:lnTo>
                    <a:pt x="2472" y="2240"/>
                  </a:lnTo>
                  <a:lnTo>
                    <a:pt x="2434" y="2008"/>
                  </a:lnTo>
                  <a:lnTo>
                    <a:pt x="2395" y="1815"/>
                  </a:lnTo>
                  <a:lnTo>
                    <a:pt x="2318" y="1584"/>
                  </a:lnTo>
                  <a:lnTo>
                    <a:pt x="2202" y="1391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5"/>
            <p:cNvSpPr/>
            <p:nvPr/>
          </p:nvSpPr>
          <p:spPr>
            <a:xfrm>
              <a:off x="7111550" y="3205500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0"/>
                  </a:moveTo>
                  <a:lnTo>
                    <a:pt x="3360" y="77"/>
                  </a:lnTo>
                  <a:lnTo>
                    <a:pt x="3245" y="77"/>
                  </a:lnTo>
                  <a:lnTo>
                    <a:pt x="3013" y="270"/>
                  </a:lnTo>
                  <a:lnTo>
                    <a:pt x="2781" y="502"/>
                  </a:lnTo>
                  <a:lnTo>
                    <a:pt x="2549" y="772"/>
                  </a:lnTo>
                  <a:lnTo>
                    <a:pt x="2356" y="1004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5"/>
                  </a:lnTo>
                  <a:lnTo>
                    <a:pt x="1082" y="1854"/>
                  </a:lnTo>
                  <a:lnTo>
                    <a:pt x="1043" y="1931"/>
                  </a:lnTo>
                  <a:lnTo>
                    <a:pt x="1082" y="2008"/>
                  </a:lnTo>
                  <a:lnTo>
                    <a:pt x="1121" y="2085"/>
                  </a:lnTo>
                  <a:lnTo>
                    <a:pt x="1005" y="2085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2" y="2240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471"/>
                  </a:lnTo>
                  <a:lnTo>
                    <a:pt x="966" y="2510"/>
                  </a:lnTo>
                  <a:lnTo>
                    <a:pt x="1198" y="2587"/>
                  </a:lnTo>
                  <a:lnTo>
                    <a:pt x="1430" y="2703"/>
                  </a:lnTo>
                  <a:lnTo>
                    <a:pt x="1623" y="2819"/>
                  </a:lnTo>
                  <a:lnTo>
                    <a:pt x="1816" y="2973"/>
                  </a:lnTo>
                  <a:lnTo>
                    <a:pt x="1970" y="3167"/>
                  </a:lnTo>
                  <a:lnTo>
                    <a:pt x="2047" y="3398"/>
                  </a:lnTo>
                  <a:lnTo>
                    <a:pt x="2125" y="3630"/>
                  </a:lnTo>
                  <a:lnTo>
                    <a:pt x="2125" y="3900"/>
                  </a:lnTo>
                  <a:lnTo>
                    <a:pt x="2086" y="4093"/>
                  </a:lnTo>
                  <a:lnTo>
                    <a:pt x="2009" y="4325"/>
                  </a:lnTo>
                  <a:lnTo>
                    <a:pt x="1893" y="4518"/>
                  </a:lnTo>
                  <a:lnTo>
                    <a:pt x="1739" y="4711"/>
                  </a:lnTo>
                  <a:lnTo>
                    <a:pt x="1545" y="4827"/>
                  </a:lnTo>
                  <a:lnTo>
                    <a:pt x="1314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5"/>
                  </a:lnTo>
                  <a:lnTo>
                    <a:pt x="657" y="4441"/>
                  </a:lnTo>
                  <a:lnTo>
                    <a:pt x="735" y="4286"/>
                  </a:lnTo>
                  <a:lnTo>
                    <a:pt x="812" y="4209"/>
                  </a:lnTo>
                  <a:lnTo>
                    <a:pt x="889" y="4132"/>
                  </a:lnTo>
                  <a:lnTo>
                    <a:pt x="966" y="4093"/>
                  </a:lnTo>
                  <a:lnTo>
                    <a:pt x="1121" y="4093"/>
                  </a:lnTo>
                  <a:lnTo>
                    <a:pt x="1237" y="4016"/>
                  </a:lnTo>
                  <a:lnTo>
                    <a:pt x="1314" y="3900"/>
                  </a:lnTo>
                  <a:lnTo>
                    <a:pt x="1314" y="3784"/>
                  </a:lnTo>
                  <a:lnTo>
                    <a:pt x="1275" y="3707"/>
                  </a:lnTo>
                  <a:lnTo>
                    <a:pt x="1198" y="3669"/>
                  </a:lnTo>
                  <a:lnTo>
                    <a:pt x="117" y="2935"/>
                  </a:lnTo>
                  <a:lnTo>
                    <a:pt x="1" y="3282"/>
                  </a:lnTo>
                  <a:lnTo>
                    <a:pt x="657" y="3784"/>
                  </a:lnTo>
                  <a:lnTo>
                    <a:pt x="503" y="3862"/>
                  </a:lnTo>
                  <a:lnTo>
                    <a:pt x="387" y="3977"/>
                  </a:lnTo>
                  <a:lnTo>
                    <a:pt x="310" y="4093"/>
                  </a:lnTo>
                  <a:lnTo>
                    <a:pt x="233" y="4248"/>
                  </a:lnTo>
                  <a:lnTo>
                    <a:pt x="194" y="4402"/>
                  </a:lnTo>
                  <a:lnTo>
                    <a:pt x="194" y="4557"/>
                  </a:lnTo>
                  <a:lnTo>
                    <a:pt x="194" y="4711"/>
                  </a:lnTo>
                  <a:lnTo>
                    <a:pt x="271" y="4866"/>
                  </a:lnTo>
                  <a:lnTo>
                    <a:pt x="387" y="5097"/>
                  </a:lnTo>
                  <a:lnTo>
                    <a:pt x="541" y="5252"/>
                  </a:lnTo>
                  <a:lnTo>
                    <a:pt x="735" y="5368"/>
                  </a:lnTo>
                  <a:lnTo>
                    <a:pt x="966" y="5406"/>
                  </a:lnTo>
                  <a:lnTo>
                    <a:pt x="1198" y="5406"/>
                  </a:lnTo>
                  <a:lnTo>
                    <a:pt x="1430" y="5368"/>
                  </a:lnTo>
                  <a:lnTo>
                    <a:pt x="1623" y="5329"/>
                  </a:lnTo>
                  <a:lnTo>
                    <a:pt x="1854" y="5213"/>
                  </a:lnTo>
                  <a:lnTo>
                    <a:pt x="2086" y="5020"/>
                  </a:lnTo>
                  <a:lnTo>
                    <a:pt x="2241" y="4827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09"/>
                  </a:lnTo>
                  <a:lnTo>
                    <a:pt x="2588" y="3977"/>
                  </a:lnTo>
                  <a:lnTo>
                    <a:pt x="2588" y="3746"/>
                  </a:lnTo>
                  <a:lnTo>
                    <a:pt x="2549" y="3514"/>
                  </a:lnTo>
                  <a:lnTo>
                    <a:pt x="2472" y="3282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471"/>
                  </a:lnTo>
                  <a:lnTo>
                    <a:pt x="1739" y="2356"/>
                  </a:lnTo>
                  <a:lnTo>
                    <a:pt x="1507" y="2201"/>
                  </a:lnTo>
                  <a:lnTo>
                    <a:pt x="1275" y="2124"/>
                  </a:lnTo>
                  <a:lnTo>
                    <a:pt x="1623" y="1969"/>
                  </a:lnTo>
                  <a:lnTo>
                    <a:pt x="1932" y="1815"/>
                  </a:lnTo>
                  <a:lnTo>
                    <a:pt x="2241" y="1622"/>
                  </a:lnTo>
                  <a:lnTo>
                    <a:pt x="2549" y="1390"/>
                  </a:lnTo>
                  <a:lnTo>
                    <a:pt x="2820" y="1197"/>
                  </a:lnTo>
                  <a:lnTo>
                    <a:pt x="3090" y="965"/>
                  </a:lnTo>
                  <a:lnTo>
                    <a:pt x="3360" y="657"/>
                  </a:lnTo>
                  <a:lnTo>
                    <a:pt x="3438" y="541"/>
                  </a:lnTo>
                  <a:lnTo>
                    <a:pt x="3515" y="386"/>
                  </a:lnTo>
                  <a:lnTo>
                    <a:pt x="3708" y="77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5"/>
            <p:cNvSpPr/>
            <p:nvPr/>
          </p:nvSpPr>
          <p:spPr>
            <a:xfrm>
              <a:off x="6803600" y="3198725"/>
              <a:ext cx="310875" cy="124575"/>
            </a:xfrm>
            <a:custGeom>
              <a:avLst/>
              <a:gdLst/>
              <a:ahLst/>
              <a:cxnLst/>
              <a:rect l="l" t="t" r="r" b="b"/>
              <a:pathLst>
                <a:path w="12435" h="4983" extrusionOk="0">
                  <a:moveTo>
                    <a:pt x="232" y="1"/>
                  </a:moveTo>
                  <a:lnTo>
                    <a:pt x="1" y="233"/>
                  </a:lnTo>
                  <a:lnTo>
                    <a:pt x="503" y="966"/>
                  </a:lnTo>
                  <a:lnTo>
                    <a:pt x="1043" y="1623"/>
                  </a:lnTo>
                  <a:lnTo>
                    <a:pt x="1700" y="2279"/>
                  </a:lnTo>
                  <a:lnTo>
                    <a:pt x="2356" y="2858"/>
                  </a:lnTo>
                  <a:lnTo>
                    <a:pt x="3090" y="3399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44"/>
                  </a:lnTo>
                  <a:lnTo>
                    <a:pt x="7685" y="4982"/>
                  </a:lnTo>
                  <a:lnTo>
                    <a:pt x="8535" y="4982"/>
                  </a:lnTo>
                  <a:lnTo>
                    <a:pt x="8998" y="4944"/>
                  </a:lnTo>
                  <a:lnTo>
                    <a:pt x="9423" y="4866"/>
                  </a:lnTo>
                  <a:lnTo>
                    <a:pt x="9848" y="4789"/>
                  </a:lnTo>
                  <a:lnTo>
                    <a:pt x="10272" y="4673"/>
                  </a:lnTo>
                  <a:lnTo>
                    <a:pt x="10658" y="4519"/>
                  </a:lnTo>
                  <a:lnTo>
                    <a:pt x="11083" y="4326"/>
                  </a:lnTo>
                  <a:lnTo>
                    <a:pt x="11469" y="4133"/>
                  </a:lnTo>
                  <a:lnTo>
                    <a:pt x="11855" y="3862"/>
                  </a:lnTo>
                  <a:lnTo>
                    <a:pt x="12242" y="3592"/>
                  </a:lnTo>
                  <a:lnTo>
                    <a:pt x="12319" y="3553"/>
                  </a:lnTo>
                  <a:lnTo>
                    <a:pt x="12435" y="3206"/>
                  </a:lnTo>
                  <a:lnTo>
                    <a:pt x="12357" y="3167"/>
                  </a:lnTo>
                  <a:lnTo>
                    <a:pt x="12280" y="3206"/>
                  </a:lnTo>
                  <a:lnTo>
                    <a:pt x="12203" y="3129"/>
                  </a:lnTo>
                  <a:lnTo>
                    <a:pt x="12010" y="3129"/>
                  </a:lnTo>
                  <a:lnTo>
                    <a:pt x="11933" y="3206"/>
                  </a:lnTo>
                  <a:lnTo>
                    <a:pt x="11585" y="3438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7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2"/>
                  </a:lnTo>
                  <a:lnTo>
                    <a:pt x="8342" y="4480"/>
                  </a:lnTo>
                  <a:lnTo>
                    <a:pt x="7917" y="4480"/>
                  </a:lnTo>
                  <a:lnTo>
                    <a:pt x="7492" y="4442"/>
                  </a:lnTo>
                  <a:lnTo>
                    <a:pt x="7067" y="4403"/>
                  </a:lnTo>
                  <a:lnTo>
                    <a:pt x="6642" y="4364"/>
                  </a:lnTo>
                  <a:lnTo>
                    <a:pt x="6218" y="4248"/>
                  </a:lnTo>
                  <a:lnTo>
                    <a:pt x="5793" y="4171"/>
                  </a:lnTo>
                  <a:lnTo>
                    <a:pt x="5368" y="4017"/>
                  </a:lnTo>
                  <a:lnTo>
                    <a:pt x="4596" y="3708"/>
                  </a:lnTo>
                  <a:lnTo>
                    <a:pt x="3901" y="3283"/>
                  </a:lnTo>
                  <a:lnTo>
                    <a:pt x="3206" y="2820"/>
                  </a:lnTo>
                  <a:lnTo>
                    <a:pt x="2588" y="2318"/>
                  </a:lnTo>
                  <a:lnTo>
                    <a:pt x="1970" y="1777"/>
                  </a:lnTo>
                  <a:lnTo>
                    <a:pt x="1391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5"/>
            <p:cNvSpPr/>
            <p:nvPr/>
          </p:nvSpPr>
          <p:spPr>
            <a:xfrm>
              <a:off x="6719625" y="2898500"/>
              <a:ext cx="625575" cy="344675"/>
            </a:xfrm>
            <a:custGeom>
              <a:avLst/>
              <a:gdLst/>
              <a:ahLst/>
              <a:cxnLst/>
              <a:rect l="l" t="t" r="r" b="b"/>
              <a:pathLst>
                <a:path w="25023" h="13787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41" y="2009"/>
                  </a:lnTo>
                  <a:lnTo>
                    <a:pt x="23787" y="2163"/>
                  </a:lnTo>
                  <a:lnTo>
                    <a:pt x="23633" y="2202"/>
                  </a:lnTo>
                  <a:lnTo>
                    <a:pt x="23478" y="2202"/>
                  </a:lnTo>
                  <a:lnTo>
                    <a:pt x="23324" y="2163"/>
                  </a:lnTo>
                  <a:lnTo>
                    <a:pt x="23208" y="2086"/>
                  </a:lnTo>
                  <a:lnTo>
                    <a:pt x="23092" y="1970"/>
                  </a:lnTo>
                  <a:lnTo>
                    <a:pt x="23015" y="1816"/>
                  </a:lnTo>
                  <a:lnTo>
                    <a:pt x="22976" y="1661"/>
                  </a:lnTo>
                  <a:lnTo>
                    <a:pt x="22976" y="1429"/>
                  </a:lnTo>
                  <a:lnTo>
                    <a:pt x="23053" y="1275"/>
                  </a:lnTo>
                  <a:lnTo>
                    <a:pt x="23169" y="1120"/>
                  </a:lnTo>
                  <a:lnTo>
                    <a:pt x="23285" y="966"/>
                  </a:lnTo>
                  <a:close/>
                  <a:moveTo>
                    <a:pt x="24096" y="2433"/>
                  </a:moveTo>
                  <a:lnTo>
                    <a:pt x="24212" y="2781"/>
                  </a:lnTo>
                  <a:lnTo>
                    <a:pt x="24328" y="3090"/>
                  </a:lnTo>
                  <a:lnTo>
                    <a:pt x="24366" y="3437"/>
                  </a:lnTo>
                  <a:lnTo>
                    <a:pt x="24443" y="3823"/>
                  </a:lnTo>
                  <a:lnTo>
                    <a:pt x="24173" y="3746"/>
                  </a:lnTo>
                  <a:lnTo>
                    <a:pt x="23941" y="3592"/>
                  </a:lnTo>
                  <a:lnTo>
                    <a:pt x="23864" y="3515"/>
                  </a:lnTo>
                  <a:lnTo>
                    <a:pt x="23787" y="3399"/>
                  </a:lnTo>
                  <a:lnTo>
                    <a:pt x="23748" y="3283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7" y="2742"/>
                  </a:lnTo>
                  <a:lnTo>
                    <a:pt x="23941" y="2588"/>
                  </a:lnTo>
                  <a:lnTo>
                    <a:pt x="24096" y="2433"/>
                  </a:lnTo>
                  <a:close/>
                  <a:moveTo>
                    <a:pt x="16296" y="4982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6" y="5291"/>
                  </a:lnTo>
                  <a:lnTo>
                    <a:pt x="16566" y="5407"/>
                  </a:lnTo>
                  <a:lnTo>
                    <a:pt x="16296" y="5445"/>
                  </a:lnTo>
                  <a:lnTo>
                    <a:pt x="15639" y="5523"/>
                  </a:lnTo>
                  <a:lnTo>
                    <a:pt x="15639" y="5484"/>
                  </a:lnTo>
                  <a:lnTo>
                    <a:pt x="15678" y="5368"/>
                  </a:lnTo>
                  <a:lnTo>
                    <a:pt x="15716" y="5252"/>
                  </a:lnTo>
                  <a:lnTo>
                    <a:pt x="15755" y="5175"/>
                  </a:lnTo>
                  <a:lnTo>
                    <a:pt x="15832" y="5098"/>
                  </a:lnTo>
                  <a:lnTo>
                    <a:pt x="15948" y="5021"/>
                  </a:lnTo>
                  <a:lnTo>
                    <a:pt x="16064" y="4982"/>
                  </a:lnTo>
                  <a:close/>
                  <a:moveTo>
                    <a:pt x="24443" y="4248"/>
                  </a:moveTo>
                  <a:lnTo>
                    <a:pt x="24443" y="4673"/>
                  </a:lnTo>
                  <a:lnTo>
                    <a:pt x="24366" y="5098"/>
                  </a:lnTo>
                  <a:lnTo>
                    <a:pt x="24250" y="5523"/>
                  </a:lnTo>
                  <a:lnTo>
                    <a:pt x="24057" y="5445"/>
                  </a:lnTo>
                  <a:lnTo>
                    <a:pt x="23903" y="5291"/>
                  </a:lnTo>
                  <a:lnTo>
                    <a:pt x="23826" y="5098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50"/>
                  </a:lnTo>
                  <a:lnTo>
                    <a:pt x="23864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48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1"/>
                  </a:lnTo>
                  <a:lnTo>
                    <a:pt x="18111" y="5214"/>
                  </a:lnTo>
                  <a:lnTo>
                    <a:pt x="18111" y="5407"/>
                  </a:lnTo>
                  <a:lnTo>
                    <a:pt x="18072" y="5638"/>
                  </a:lnTo>
                  <a:lnTo>
                    <a:pt x="17570" y="5523"/>
                  </a:lnTo>
                  <a:lnTo>
                    <a:pt x="17029" y="5445"/>
                  </a:lnTo>
                  <a:lnTo>
                    <a:pt x="17068" y="5291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5"/>
                  </a:lnTo>
                  <a:lnTo>
                    <a:pt x="17531" y="4866"/>
                  </a:lnTo>
                  <a:lnTo>
                    <a:pt x="17647" y="4827"/>
                  </a:lnTo>
                  <a:close/>
                  <a:moveTo>
                    <a:pt x="14712" y="5329"/>
                  </a:moveTo>
                  <a:lnTo>
                    <a:pt x="14828" y="5368"/>
                  </a:lnTo>
                  <a:lnTo>
                    <a:pt x="14906" y="5445"/>
                  </a:lnTo>
                  <a:lnTo>
                    <a:pt x="15021" y="5561"/>
                  </a:lnTo>
                  <a:lnTo>
                    <a:pt x="15060" y="5677"/>
                  </a:lnTo>
                  <a:lnTo>
                    <a:pt x="14558" y="5870"/>
                  </a:lnTo>
                  <a:lnTo>
                    <a:pt x="14056" y="6102"/>
                  </a:lnTo>
                  <a:lnTo>
                    <a:pt x="14017" y="6063"/>
                  </a:lnTo>
                  <a:lnTo>
                    <a:pt x="14056" y="5831"/>
                  </a:lnTo>
                  <a:lnTo>
                    <a:pt x="14133" y="5600"/>
                  </a:lnTo>
                  <a:lnTo>
                    <a:pt x="14249" y="5445"/>
                  </a:lnTo>
                  <a:lnTo>
                    <a:pt x="14365" y="5368"/>
                  </a:lnTo>
                  <a:lnTo>
                    <a:pt x="14442" y="5329"/>
                  </a:lnTo>
                  <a:close/>
                  <a:moveTo>
                    <a:pt x="18999" y="5484"/>
                  </a:moveTo>
                  <a:lnTo>
                    <a:pt x="19115" y="5523"/>
                  </a:lnTo>
                  <a:lnTo>
                    <a:pt x="19192" y="5561"/>
                  </a:lnTo>
                  <a:lnTo>
                    <a:pt x="19308" y="5677"/>
                  </a:lnTo>
                  <a:lnTo>
                    <a:pt x="19385" y="5831"/>
                  </a:lnTo>
                  <a:lnTo>
                    <a:pt x="19385" y="5986"/>
                  </a:lnTo>
                  <a:lnTo>
                    <a:pt x="19346" y="6179"/>
                  </a:lnTo>
                  <a:lnTo>
                    <a:pt x="18613" y="5831"/>
                  </a:lnTo>
                  <a:lnTo>
                    <a:pt x="18651" y="5754"/>
                  </a:lnTo>
                  <a:lnTo>
                    <a:pt x="18690" y="5677"/>
                  </a:lnTo>
                  <a:lnTo>
                    <a:pt x="18844" y="5523"/>
                  </a:lnTo>
                  <a:lnTo>
                    <a:pt x="18999" y="5484"/>
                  </a:lnTo>
                  <a:close/>
                  <a:moveTo>
                    <a:pt x="20196" y="6063"/>
                  </a:moveTo>
                  <a:lnTo>
                    <a:pt x="20350" y="6102"/>
                  </a:lnTo>
                  <a:lnTo>
                    <a:pt x="20466" y="6140"/>
                  </a:lnTo>
                  <a:lnTo>
                    <a:pt x="20543" y="6179"/>
                  </a:lnTo>
                  <a:lnTo>
                    <a:pt x="20698" y="6333"/>
                  </a:lnTo>
                  <a:lnTo>
                    <a:pt x="20775" y="6527"/>
                  </a:lnTo>
                  <a:lnTo>
                    <a:pt x="20814" y="6720"/>
                  </a:lnTo>
                  <a:lnTo>
                    <a:pt x="20891" y="6951"/>
                  </a:lnTo>
                  <a:lnTo>
                    <a:pt x="20466" y="6758"/>
                  </a:lnTo>
                  <a:lnTo>
                    <a:pt x="20080" y="6565"/>
                  </a:lnTo>
                  <a:lnTo>
                    <a:pt x="19810" y="6411"/>
                  </a:lnTo>
                  <a:lnTo>
                    <a:pt x="19848" y="6295"/>
                  </a:lnTo>
                  <a:lnTo>
                    <a:pt x="19887" y="6179"/>
                  </a:lnTo>
                  <a:lnTo>
                    <a:pt x="20003" y="6140"/>
                  </a:lnTo>
                  <a:lnTo>
                    <a:pt x="20080" y="6102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9"/>
                  </a:lnTo>
                  <a:lnTo>
                    <a:pt x="23941" y="5986"/>
                  </a:lnTo>
                  <a:lnTo>
                    <a:pt x="24019" y="6025"/>
                  </a:lnTo>
                  <a:lnTo>
                    <a:pt x="24096" y="6025"/>
                  </a:lnTo>
                  <a:lnTo>
                    <a:pt x="23941" y="6295"/>
                  </a:lnTo>
                  <a:lnTo>
                    <a:pt x="23748" y="6565"/>
                  </a:lnTo>
                  <a:lnTo>
                    <a:pt x="23517" y="6797"/>
                  </a:lnTo>
                  <a:lnTo>
                    <a:pt x="23246" y="6990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7"/>
                  </a:lnTo>
                  <a:lnTo>
                    <a:pt x="23015" y="6295"/>
                  </a:lnTo>
                  <a:lnTo>
                    <a:pt x="23053" y="6179"/>
                  </a:lnTo>
                  <a:lnTo>
                    <a:pt x="23131" y="6102"/>
                  </a:lnTo>
                  <a:lnTo>
                    <a:pt x="23208" y="6025"/>
                  </a:lnTo>
                  <a:lnTo>
                    <a:pt x="23285" y="5947"/>
                  </a:lnTo>
                  <a:lnTo>
                    <a:pt x="23517" y="5870"/>
                  </a:lnTo>
                  <a:close/>
                  <a:moveTo>
                    <a:pt x="13245" y="6102"/>
                  </a:moveTo>
                  <a:lnTo>
                    <a:pt x="13477" y="6179"/>
                  </a:lnTo>
                  <a:lnTo>
                    <a:pt x="13593" y="6256"/>
                  </a:lnTo>
                  <a:lnTo>
                    <a:pt x="13708" y="6333"/>
                  </a:lnTo>
                  <a:lnTo>
                    <a:pt x="13168" y="6720"/>
                  </a:lnTo>
                  <a:lnTo>
                    <a:pt x="12782" y="7106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7" y="6797"/>
                  </a:lnTo>
                  <a:lnTo>
                    <a:pt x="12627" y="6681"/>
                  </a:lnTo>
                  <a:lnTo>
                    <a:pt x="12666" y="6527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59" y="6218"/>
                  </a:lnTo>
                  <a:lnTo>
                    <a:pt x="13013" y="6140"/>
                  </a:lnTo>
                  <a:lnTo>
                    <a:pt x="13129" y="6102"/>
                  </a:lnTo>
                  <a:close/>
                  <a:moveTo>
                    <a:pt x="22165" y="6565"/>
                  </a:moveTo>
                  <a:lnTo>
                    <a:pt x="22281" y="6604"/>
                  </a:lnTo>
                  <a:lnTo>
                    <a:pt x="22474" y="6720"/>
                  </a:lnTo>
                  <a:lnTo>
                    <a:pt x="22629" y="6874"/>
                  </a:lnTo>
                  <a:lnTo>
                    <a:pt x="22783" y="7029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6"/>
                  </a:lnTo>
                  <a:lnTo>
                    <a:pt x="22937" y="7144"/>
                  </a:lnTo>
                  <a:lnTo>
                    <a:pt x="22551" y="7222"/>
                  </a:lnTo>
                  <a:lnTo>
                    <a:pt x="22165" y="7260"/>
                  </a:lnTo>
                  <a:lnTo>
                    <a:pt x="21779" y="7222"/>
                  </a:lnTo>
                  <a:lnTo>
                    <a:pt x="21393" y="7106"/>
                  </a:lnTo>
                  <a:lnTo>
                    <a:pt x="21470" y="6913"/>
                  </a:lnTo>
                  <a:lnTo>
                    <a:pt x="21625" y="6758"/>
                  </a:lnTo>
                  <a:lnTo>
                    <a:pt x="21818" y="6604"/>
                  </a:lnTo>
                  <a:lnTo>
                    <a:pt x="22049" y="6565"/>
                  </a:lnTo>
                  <a:close/>
                  <a:moveTo>
                    <a:pt x="12280" y="7415"/>
                  </a:moveTo>
                  <a:lnTo>
                    <a:pt x="12473" y="7453"/>
                  </a:lnTo>
                  <a:lnTo>
                    <a:pt x="12125" y="7994"/>
                  </a:lnTo>
                  <a:lnTo>
                    <a:pt x="11816" y="8573"/>
                  </a:lnTo>
                  <a:lnTo>
                    <a:pt x="11701" y="8341"/>
                  </a:lnTo>
                  <a:lnTo>
                    <a:pt x="11662" y="8110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39" y="7724"/>
                  </a:lnTo>
                  <a:lnTo>
                    <a:pt x="11816" y="7608"/>
                  </a:lnTo>
                  <a:lnTo>
                    <a:pt x="11894" y="7531"/>
                  </a:lnTo>
                  <a:lnTo>
                    <a:pt x="12009" y="7453"/>
                  </a:lnTo>
                  <a:lnTo>
                    <a:pt x="12164" y="7415"/>
                  </a:lnTo>
                  <a:close/>
                  <a:moveTo>
                    <a:pt x="2240" y="9384"/>
                  </a:moveTo>
                  <a:lnTo>
                    <a:pt x="2356" y="9423"/>
                  </a:lnTo>
                  <a:lnTo>
                    <a:pt x="2472" y="9500"/>
                  </a:lnTo>
                  <a:lnTo>
                    <a:pt x="2549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10002"/>
                  </a:lnTo>
                  <a:lnTo>
                    <a:pt x="2124" y="9886"/>
                  </a:lnTo>
                  <a:lnTo>
                    <a:pt x="1661" y="9886"/>
                  </a:lnTo>
                  <a:lnTo>
                    <a:pt x="1699" y="9770"/>
                  </a:lnTo>
                  <a:lnTo>
                    <a:pt x="1738" y="9654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close/>
                  <a:moveTo>
                    <a:pt x="11662" y="8998"/>
                  </a:moveTo>
                  <a:lnTo>
                    <a:pt x="11469" y="9500"/>
                  </a:lnTo>
                  <a:lnTo>
                    <a:pt x="11353" y="10040"/>
                  </a:lnTo>
                  <a:lnTo>
                    <a:pt x="11276" y="10272"/>
                  </a:lnTo>
                  <a:lnTo>
                    <a:pt x="11237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8" y="9693"/>
                  </a:lnTo>
                  <a:lnTo>
                    <a:pt x="10928" y="9577"/>
                  </a:lnTo>
                  <a:lnTo>
                    <a:pt x="10967" y="9461"/>
                  </a:lnTo>
                  <a:lnTo>
                    <a:pt x="11005" y="9345"/>
                  </a:lnTo>
                  <a:lnTo>
                    <a:pt x="11121" y="9152"/>
                  </a:lnTo>
                  <a:lnTo>
                    <a:pt x="11276" y="9075"/>
                  </a:lnTo>
                  <a:lnTo>
                    <a:pt x="11469" y="8998"/>
                  </a:lnTo>
                  <a:close/>
                  <a:moveTo>
                    <a:pt x="3784" y="9770"/>
                  </a:moveTo>
                  <a:lnTo>
                    <a:pt x="3900" y="9809"/>
                  </a:lnTo>
                  <a:lnTo>
                    <a:pt x="4016" y="9886"/>
                  </a:lnTo>
                  <a:lnTo>
                    <a:pt x="4093" y="10002"/>
                  </a:lnTo>
                  <a:lnTo>
                    <a:pt x="4132" y="10118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3" y="10542"/>
                  </a:lnTo>
                  <a:lnTo>
                    <a:pt x="4016" y="10658"/>
                  </a:lnTo>
                  <a:lnTo>
                    <a:pt x="3862" y="10542"/>
                  </a:lnTo>
                  <a:lnTo>
                    <a:pt x="3514" y="10349"/>
                  </a:lnTo>
                  <a:lnTo>
                    <a:pt x="3089" y="10156"/>
                  </a:lnTo>
                  <a:lnTo>
                    <a:pt x="3128" y="10040"/>
                  </a:lnTo>
                  <a:lnTo>
                    <a:pt x="3244" y="9925"/>
                  </a:lnTo>
                  <a:lnTo>
                    <a:pt x="3360" y="9847"/>
                  </a:lnTo>
                  <a:lnTo>
                    <a:pt x="3514" y="9770"/>
                  </a:lnTo>
                  <a:close/>
                  <a:moveTo>
                    <a:pt x="4943" y="10658"/>
                  </a:moveTo>
                  <a:lnTo>
                    <a:pt x="5020" y="10736"/>
                  </a:lnTo>
                  <a:lnTo>
                    <a:pt x="5097" y="10774"/>
                  </a:lnTo>
                  <a:lnTo>
                    <a:pt x="5136" y="10890"/>
                  </a:lnTo>
                  <a:lnTo>
                    <a:pt x="5175" y="11044"/>
                  </a:lnTo>
                  <a:lnTo>
                    <a:pt x="5136" y="11238"/>
                  </a:lnTo>
                  <a:lnTo>
                    <a:pt x="5097" y="11431"/>
                  </a:lnTo>
                  <a:lnTo>
                    <a:pt x="4402" y="10929"/>
                  </a:lnTo>
                  <a:lnTo>
                    <a:pt x="4441" y="10813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20"/>
                  </a:moveTo>
                  <a:lnTo>
                    <a:pt x="10967" y="11199"/>
                  </a:lnTo>
                  <a:lnTo>
                    <a:pt x="10735" y="11740"/>
                  </a:lnTo>
                  <a:lnTo>
                    <a:pt x="10658" y="11701"/>
                  </a:lnTo>
                  <a:lnTo>
                    <a:pt x="10503" y="11546"/>
                  </a:lnTo>
                  <a:lnTo>
                    <a:pt x="10426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3"/>
                  </a:lnTo>
                  <a:lnTo>
                    <a:pt x="10735" y="10697"/>
                  </a:lnTo>
                  <a:lnTo>
                    <a:pt x="10928" y="10620"/>
                  </a:lnTo>
                  <a:close/>
                  <a:moveTo>
                    <a:pt x="5986" y="11469"/>
                  </a:moveTo>
                  <a:lnTo>
                    <a:pt x="6063" y="11508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3" y="11778"/>
                  </a:lnTo>
                  <a:lnTo>
                    <a:pt x="6372" y="12010"/>
                  </a:lnTo>
                  <a:lnTo>
                    <a:pt x="6410" y="12242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1"/>
                  </a:lnTo>
                  <a:lnTo>
                    <a:pt x="5445" y="11624"/>
                  </a:lnTo>
                  <a:lnTo>
                    <a:pt x="5561" y="11546"/>
                  </a:lnTo>
                  <a:lnTo>
                    <a:pt x="5638" y="11508"/>
                  </a:lnTo>
                  <a:lnTo>
                    <a:pt x="5754" y="11469"/>
                  </a:lnTo>
                  <a:close/>
                  <a:moveTo>
                    <a:pt x="10542" y="12048"/>
                  </a:moveTo>
                  <a:lnTo>
                    <a:pt x="10388" y="12319"/>
                  </a:lnTo>
                  <a:lnTo>
                    <a:pt x="10195" y="12550"/>
                  </a:lnTo>
                  <a:lnTo>
                    <a:pt x="10001" y="12744"/>
                  </a:lnTo>
                  <a:lnTo>
                    <a:pt x="9770" y="12937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8" y="12242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76" y="12512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1"/>
                  </a:lnTo>
                  <a:lnTo>
                    <a:pt x="7878" y="13014"/>
                  </a:lnTo>
                  <a:lnTo>
                    <a:pt x="7878" y="13207"/>
                  </a:lnTo>
                  <a:lnTo>
                    <a:pt x="7839" y="13207"/>
                  </a:lnTo>
                  <a:lnTo>
                    <a:pt x="7337" y="13014"/>
                  </a:lnTo>
                  <a:lnTo>
                    <a:pt x="6835" y="12744"/>
                  </a:lnTo>
                  <a:lnTo>
                    <a:pt x="6990" y="12628"/>
                  </a:lnTo>
                  <a:lnTo>
                    <a:pt x="7183" y="12550"/>
                  </a:lnTo>
                  <a:lnTo>
                    <a:pt x="7376" y="12512"/>
                  </a:lnTo>
                  <a:close/>
                  <a:moveTo>
                    <a:pt x="8843" y="12628"/>
                  </a:moveTo>
                  <a:lnTo>
                    <a:pt x="8959" y="12666"/>
                  </a:lnTo>
                  <a:lnTo>
                    <a:pt x="9113" y="12782"/>
                  </a:lnTo>
                  <a:lnTo>
                    <a:pt x="9191" y="12937"/>
                  </a:lnTo>
                  <a:lnTo>
                    <a:pt x="9229" y="13130"/>
                  </a:lnTo>
                  <a:lnTo>
                    <a:pt x="9268" y="13207"/>
                  </a:lnTo>
                  <a:lnTo>
                    <a:pt x="9036" y="13284"/>
                  </a:lnTo>
                  <a:lnTo>
                    <a:pt x="8804" y="13323"/>
                  </a:lnTo>
                  <a:lnTo>
                    <a:pt x="8573" y="13323"/>
                  </a:lnTo>
                  <a:lnTo>
                    <a:pt x="8302" y="13284"/>
                  </a:lnTo>
                  <a:lnTo>
                    <a:pt x="8302" y="13207"/>
                  </a:lnTo>
                  <a:lnTo>
                    <a:pt x="8341" y="13014"/>
                  </a:lnTo>
                  <a:lnTo>
                    <a:pt x="8418" y="12821"/>
                  </a:lnTo>
                  <a:lnTo>
                    <a:pt x="8573" y="12705"/>
                  </a:lnTo>
                  <a:lnTo>
                    <a:pt x="8650" y="12666"/>
                  </a:lnTo>
                  <a:lnTo>
                    <a:pt x="8766" y="12628"/>
                  </a:lnTo>
                  <a:close/>
                  <a:moveTo>
                    <a:pt x="22976" y="1"/>
                  </a:moveTo>
                  <a:lnTo>
                    <a:pt x="22899" y="39"/>
                  </a:lnTo>
                  <a:lnTo>
                    <a:pt x="22822" y="78"/>
                  </a:lnTo>
                  <a:lnTo>
                    <a:pt x="22783" y="155"/>
                  </a:lnTo>
                  <a:lnTo>
                    <a:pt x="22744" y="232"/>
                  </a:lnTo>
                  <a:lnTo>
                    <a:pt x="22744" y="310"/>
                  </a:lnTo>
                  <a:lnTo>
                    <a:pt x="22822" y="425"/>
                  </a:lnTo>
                  <a:lnTo>
                    <a:pt x="22860" y="464"/>
                  </a:lnTo>
                  <a:lnTo>
                    <a:pt x="23015" y="657"/>
                  </a:lnTo>
                  <a:lnTo>
                    <a:pt x="22899" y="773"/>
                  </a:lnTo>
                  <a:lnTo>
                    <a:pt x="22783" y="966"/>
                  </a:lnTo>
                  <a:lnTo>
                    <a:pt x="22706" y="1120"/>
                  </a:lnTo>
                  <a:lnTo>
                    <a:pt x="22629" y="1314"/>
                  </a:lnTo>
                  <a:lnTo>
                    <a:pt x="22590" y="1507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60" y="2279"/>
                  </a:lnTo>
                  <a:lnTo>
                    <a:pt x="23053" y="2395"/>
                  </a:lnTo>
                  <a:lnTo>
                    <a:pt x="23246" y="2511"/>
                  </a:lnTo>
                  <a:lnTo>
                    <a:pt x="23478" y="2511"/>
                  </a:lnTo>
                  <a:lnTo>
                    <a:pt x="23401" y="2704"/>
                  </a:lnTo>
                  <a:lnTo>
                    <a:pt x="23362" y="2897"/>
                  </a:lnTo>
                  <a:lnTo>
                    <a:pt x="23324" y="3090"/>
                  </a:lnTo>
                  <a:lnTo>
                    <a:pt x="23362" y="3283"/>
                  </a:lnTo>
                  <a:lnTo>
                    <a:pt x="23439" y="3515"/>
                  </a:lnTo>
                  <a:lnTo>
                    <a:pt x="23555" y="3708"/>
                  </a:lnTo>
                  <a:lnTo>
                    <a:pt x="23748" y="3901"/>
                  </a:lnTo>
                  <a:lnTo>
                    <a:pt x="23980" y="4017"/>
                  </a:lnTo>
                  <a:lnTo>
                    <a:pt x="23748" y="4210"/>
                  </a:lnTo>
                  <a:lnTo>
                    <a:pt x="23555" y="4480"/>
                  </a:lnTo>
                  <a:lnTo>
                    <a:pt x="23478" y="4750"/>
                  </a:lnTo>
                  <a:lnTo>
                    <a:pt x="23439" y="4905"/>
                  </a:lnTo>
                  <a:lnTo>
                    <a:pt x="23439" y="5021"/>
                  </a:lnTo>
                  <a:lnTo>
                    <a:pt x="23517" y="5291"/>
                  </a:lnTo>
                  <a:lnTo>
                    <a:pt x="23633" y="5484"/>
                  </a:lnTo>
                  <a:lnTo>
                    <a:pt x="23401" y="5523"/>
                  </a:lnTo>
                  <a:lnTo>
                    <a:pt x="23169" y="5561"/>
                  </a:lnTo>
                  <a:lnTo>
                    <a:pt x="22976" y="5716"/>
                  </a:lnTo>
                  <a:lnTo>
                    <a:pt x="22783" y="5870"/>
                  </a:lnTo>
                  <a:lnTo>
                    <a:pt x="22706" y="6102"/>
                  </a:lnTo>
                  <a:lnTo>
                    <a:pt x="22629" y="6372"/>
                  </a:lnTo>
                  <a:lnTo>
                    <a:pt x="22474" y="6295"/>
                  </a:lnTo>
                  <a:lnTo>
                    <a:pt x="22320" y="6256"/>
                  </a:lnTo>
                  <a:lnTo>
                    <a:pt x="22165" y="6218"/>
                  </a:lnTo>
                  <a:lnTo>
                    <a:pt x="21972" y="6218"/>
                  </a:lnTo>
                  <a:lnTo>
                    <a:pt x="21740" y="6295"/>
                  </a:lnTo>
                  <a:lnTo>
                    <a:pt x="21509" y="6411"/>
                  </a:lnTo>
                  <a:lnTo>
                    <a:pt x="21354" y="6565"/>
                  </a:lnTo>
                  <a:lnTo>
                    <a:pt x="21200" y="6797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6025"/>
                  </a:lnTo>
                  <a:lnTo>
                    <a:pt x="20736" y="5909"/>
                  </a:lnTo>
                  <a:lnTo>
                    <a:pt x="20582" y="5831"/>
                  </a:lnTo>
                  <a:lnTo>
                    <a:pt x="20427" y="5754"/>
                  </a:lnTo>
                  <a:lnTo>
                    <a:pt x="20234" y="5754"/>
                  </a:lnTo>
                  <a:lnTo>
                    <a:pt x="20080" y="5793"/>
                  </a:lnTo>
                  <a:lnTo>
                    <a:pt x="19887" y="5870"/>
                  </a:lnTo>
                  <a:lnTo>
                    <a:pt x="19771" y="5947"/>
                  </a:lnTo>
                  <a:lnTo>
                    <a:pt x="19732" y="5716"/>
                  </a:lnTo>
                  <a:lnTo>
                    <a:pt x="19617" y="5484"/>
                  </a:lnTo>
                  <a:lnTo>
                    <a:pt x="19462" y="5329"/>
                  </a:lnTo>
                  <a:lnTo>
                    <a:pt x="19385" y="5252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91"/>
                  </a:lnTo>
                  <a:lnTo>
                    <a:pt x="18497" y="5407"/>
                  </a:lnTo>
                  <a:lnTo>
                    <a:pt x="18458" y="5252"/>
                  </a:lnTo>
                  <a:lnTo>
                    <a:pt x="18420" y="5136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73"/>
                  </a:lnTo>
                  <a:lnTo>
                    <a:pt x="17956" y="4596"/>
                  </a:lnTo>
                  <a:lnTo>
                    <a:pt x="17802" y="4557"/>
                  </a:lnTo>
                  <a:lnTo>
                    <a:pt x="17647" y="4519"/>
                  </a:lnTo>
                  <a:lnTo>
                    <a:pt x="17493" y="4557"/>
                  </a:lnTo>
                  <a:lnTo>
                    <a:pt x="17377" y="4596"/>
                  </a:lnTo>
                  <a:lnTo>
                    <a:pt x="17261" y="4634"/>
                  </a:lnTo>
                  <a:lnTo>
                    <a:pt x="17145" y="4750"/>
                  </a:lnTo>
                  <a:lnTo>
                    <a:pt x="17029" y="4827"/>
                  </a:lnTo>
                  <a:lnTo>
                    <a:pt x="16875" y="5098"/>
                  </a:lnTo>
                  <a:lnTo>
                    <a:pt x="16759" y="4943"/>
                  </a:lnTo>
                  <a:lnTo>
                    <a:pt x="16605" y="4789"/>
                  </a:lnTo>
                  <a:lnTo>
                    <a:pt x="16450" y="4712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66"/>
                  </a:lnTo>
                  <a:lnTo>
                    <a:pt x="15523" y="4982"/>
                  </a:lnTo>
                  <a:lnTo>
                    <a:pt x="15446" y="5136"/>
                  </a:lnTo>
                  <a:lnTo>
                    <a:pt x="15408" y="5329"/>
                  </a:lnTo>
                  <a:lnTo>
                    <a:pt x="15408" y="5484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68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2"/>
                  </a:lnTo>
                  <a:lnTo>
                    <a:pt x="14635" y="4943"/>
                  </a:lnTo>
                  <a:lnTo>
                    <a:pt x="14442" y="4982"/>
                  </a:lnTo>
                  <a:lnTo>
                    <a:pt x="14288" y="5021"/>
                  </a:lnTo>
                  <a:lnTo>
                    <a:pt x="14133" y="5098"/>
                  </a:lnTo>
                  <a:lnTo>
                    <a:pt x="14056" y="5175"/>
                  </a:lnTo>
                  <a:lnTo>
                    <a:pt x="13940" y="5291"/>
                  </a:lnTo>
                  <a:lnTo>
                    <a:pt x="13824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6"/>
                  </a:lnTo>
                  <a:lnTo>
                    <a:pt x="13168" y="5716"/>
                  </a:lnTo>
                  <a:lnTo>
                    <a:pt x="12936" y="5754"/>
                  </a:lnTo>
                  <a:lnTo>
                    <a:pt x="12743" y="5831"/>
                  </a:lnTo>
                  <a:lnTo>
                    <a:pt x="12589" y="5947"/>
                  </a:lnTo>
                  <a:lnTo>
                    <a:pt x="12511" y="6063"/>
                  </a:lnTo>
                  <a:lnTo>
                    <a:pt x="12434" y="6218"/>
                  </a:lnTo>
                  <a:lnTo>
                    <a:pt x="12357" y="6372"/>
                  </a:lnTo>
                  <a:lnTo>
                    <a:pt x="12357" y="6527"/>
                  </a:lnTo>
                  <a:lnTo>
                    <a:pt x="12357" y="6681"/>
                  </a:lnTo>
                  <a:lnTo>
                    <a:pt x="12357" y="6835"/>
                  </a:lnTo>
                  <a:lnTo>
                    <a:pt x="12434" y="6990"/>
                  </a:lnTo>
                  <a:lnTo>
                    <a:pt x="12164" y="7029"/>
                  </a:lnTo>
                  <a:lnTo>
                    <a:pt x="11894" y="7106"/>
                  </a:lnTo>
                  <a:lnTo>
                    <a:pt x="11662" y="7222"/>
                  </a:lnTo>
                  <a:lnTo>
                    <a:pt x="11507" y="7415"/>
                  </a:lnTo>
                  <a:lnTo>
                    <a:pt x="11392" y="7531"/>
                  </a:lnTo>
                  <a:lnTo>
                    <a:pt x="11353" y="7685"/>
                  </a:lnTo>
                  <a:lnTo>
                    <a:pt x="11314" y="7839"/>
                  </a:lnTo>
                  <a:lnTo>
                    <a:pt x="11276" y="7994"/>
                  </a:lnTo>
                  <a:lnTo>
                    <a:pt x="11314" y="8148"/>
                  </a:lnTo>
                  <a:lnTo>
                    <a:pt x="11353" y="8303"/>
                  </a:lnTo>
                  <a:lnTo>
                    <a:pt x="11392" y="8457"/>
                  </a:lnTo>
                  <a:lnTo>
                    <a:pt x="11469" y="8612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58" y="9230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1" y="10234"/>
                  </a:lnTo>
                  <a:lnTo>
                    <a:pt x="10619" y="10311"/>
                  </a:lnTo>
                  <a:lnTo>
                    <a:pt x="10426" y="10427"/>
                  </a:lnTo>
                  <a:lnTo>
                    <a:pt x="10233" y="10581"/>
                  </a:lnTo>
                  <a:lnTo>
                    <a:pt x="10117" y="10774"/>
                  </a:lnTo>
                  <a:lnTo>
                    <a:pt x="10079" y="11006"/>
                  </a:lnTo>
                  <a:lnTo>
                    <a:pt x="10040" y="11238"/>
                  </a:lnTo>
                  <a:lnTo>
                    <a:pt x="10079" y="11469"/>
                  </a:lnTo>
                  <a:lnTo>
                    <a:pt x="10195" y="11701"/>
                  </a:lnTo>
                  <a:lnTo>
                    <a:pt x="9924" y="11740"/>
                  </a:lnTo>
                  <a:lnTo>
                    <a:pt x="9693" y="11855"/>
                  </a:lnTo>
                  <a:lnTo>
                    <a:pt x="9499" y="12010"/>
                  </a:lnTo>
                  <a:lnTo>
                    <a:pt x="9422" y="12087"/>
                  </a:lnTo>
                  <a:lnTo>
                    <a:pt x="9384" y="12203"/>
                  </a:lnTo>
                  <a:lnTo>
                    <a:pt x="9345" y="12319"/>
                  </a:lnTo>
                  <a:lnTo>
                    <a:pt x="9306" y="12473"/>
                  </a:lnTo>
                  <a:lnTo>
                    <a:pt x="9191" y="12396"/>
                  </a:lnTo>
                  <a:lnTo>
                    <a:pt x="9036" y="12319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57"/>
                  </a:lnTo>
                  <a:lnTo>
                    <a:pt x="8380" y="12435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09" y="12550"/>
                  </a:lnTo>
                  <a:lnTo>
                    <a:pt x="7993" y="12435"/>
                  </a:lnTo>
                  <a:lnTo>
                    <a:pt x="7878" y="12319"/>
                  </a:lnTo>
                  <a:lnTo>
                    <a:pt x="7723" y="12242"/>
                  </a:lnTo>
                  <a:lnTo>
                    <a:pt x="7492" y="12164"/>
                  </a:lnTo>
                  <a:lnTo>
                    <a:pt x="7221" y="12203"/>
                  </a:lnTo>
                  <a:lnTo>
                    <a:pt x="6990" y="12280"/>
                  </a:lnTo>
                  <a:lnTo>
                    <a:pt x="6796" y="12435"/>
                  </a:lnTo>
                  <a:lnTo>
                    <a:pt x="6796" y="12048"/>
                  </a:lnTo>
                  <a:lnTo>
                    <a:pt x="6758" y="11894"/>
                  </a:lnTo>
                  <a:lnTo>
                    <a:pt x="6681" y="11701"/>
                  </a:lnTo>
                  <a:lnTo>
                    <a:pt x="6603" y="11546"/>
                  </a:lnTo>
                  <a:lnTo>
                    <a:pt x="6526" y="11431"/>
                  </a:lnTo>
                  <a:lnTo>
                    <a:pt x="6372" y="11315"/>
                  </a:lnTo>
                  <a:lnTo>
                    <a:pt x="6217" y="11199"/>
                  </a:lnTo>
                  <a:lnTo>
                    <a:pt x="6063" y="11160"/>
                  </a:lnTo>
                  <a:lnTo>
                    <a:pt x="5715" y="11160"/>
                  </a:lnTo>
                  <a:lnTo>
                    <a:pt x="5522" y="11238"/>
                  </a:lnTo>
                  <a:lnTo>
                    <a:pt x="5522" y="10967"/>
                  </a:lnTo>
                  <a:lnTo>
                    <a:pt x="5445" y="10736"/>
                  </a:lnTo>
                  <a:lnTo>
                    <a:pt x="5329" y="10504"/>
                  </a:lnTo>
                  <a:lnTo>
                    <a:pt x="5213" y="10427"/>
                  </a:lnTo>
                  <a:lnTo>
                    <a:pt x="5097" y="10388"/>
                  </a:lnTo>
                  <a:lnTo>
                    <a:pt x="4943" y="10311"/>
                  </a:lnTo>
                  <a:lnTo>
                    <a:pt x="4827" y="10311"/>
                  </a:lnTo>
                  <a:lnTo>
                    <a:pt x="4673" y="10349"/>
                  </a:lnTo>
                  <a:lnTo>
                    <a:pt x="4518" y="10388"/>
                  </a:lnTo>
                  <a:lnTo>
                    <a:pt x="4518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09" y="9577"/>
                  </a:lnTo>
                  <a:lnTo>
                    <a:pt x="4055" y="9500"/>
                  </a:lnTo>
                  <a:lnTo>
                    <a:pt x="3900" y="9461"/>
                  </a:lnTo>
                  <a:lnTo>
                    <a:pt x="3746" y="9423"/>
                  </a:lnTo>
                  <a:lnTo>
                    <a:pt x="3591" y="9423"/>
                  </a:lnTo>
                  <a:lnTo>
                    <a:pt x="3398" y="9461"/>
                  </a:lnTo>
                  <a:lnTo>
                    <a:pt x="3282" y="9538"/>
                  </a:lnTo>
                  <a:lnTo>
                    <a:pt x="3128" y="9616"/>
                  </a:lnTo>
                  <a:lnTo>
                    <a:pt x="3012" y="9770"/>
                  </a:lnTo>
                  <a:lnTo>
                    <a:pt x="2974" y="9616"/>
                  </a:lnTo>
                  <a:lnTo>
                    <a:pt x="2896" y="9461"/>
                  </a:lnTo>
                  <a:lnTo>
                    <a:pt x="2780" y="9268"/>
                  </a:lnTo>
                  <a:lnTo>
                    <a:pt x="2626" y="9152"/>
                  </a:lnTo>
                  <a:lnTo>
                    <a:pt x="2433" y="9036"/>
                  </a:lnTo>
                  <a:lnTo>
                    <a:pt x="2240" y="8998"/>
                  </a:lnTo>
                  <a:lnTo>
                    <a:pt x="2047" y="9036"/>
                  </a:lnTo>
                  <a:lnTo>
                    <a:pt x="1854" y="9114"/>
                  </a:lnTo>
                  <a:lnTo>
                    <a:pt x="1699" y="9191"/>
                  </a:lnTo>
                  <a:lnTo>
                    <a:pt x="1545" y="9345"/>
                  </a:lnTo>
                  <a:lnTo>
                    <a:pt x="1429" y="9538"/>
                  </a:lnTo>
                  <a:lnTo>
                    <a:pt x="1390" y="9732"/>
                  </a:lnTo>
                  <a:lnTo>
                    <a:pt x="1352" y="9925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311"/>
                  </a:lnTo>
                  <a:lnTo>
                    <a:pt x="386" y="10427"/>
                  </a:lnTo>
                  <a:lnTo>
                    <a:pt x="271" y="10581"/>
                  </a:lnTo>
                  <a:lnTo>
                    <a:pt x="116" y="10890"/>
                  </a:lnTo>
                  <a:lnTo>
                    <a:pt x="0" y="11238"/>
                  </a:lnTo>
                  <a:lnTo>
                    <a:pt x="0" y="11585"/>
                  </a:lnTo>
                  <a:lnTo>
                    <a:pt x="77" y="11933"/>
                  </a:lnTo>
                  <a:lnTo>
                    <a:pt x="193" y="12242"/>
                  </a:lnTo>
                  <a:lnTo>
                    <a:pt x="386" y="12550"/>
                  </a:lnTo>
                  <a:lnTo>
                    <a:pt x="618" y="12821"/>
                  </a:lnTo>
                  <a:lnTo>
                    <a:pt x="811" y="12937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52" y="13130"/>
                  </a:lnTo>
                  <a:lnTo>
                    <a:pt x="1738" y="13168"/>
                  </a:lnTo>
                  <a:lnTo>
                    <a:pt x="2085" y="13130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50"/>
                  </a:lnTo>
                  <a:lnTo>
                    <a:pt x="3360" y="12242"/>
                  </a:lnTo>
                  <a:lnTo>
                    <a:pt x="3591" y="12010"/>
                  </a:lnTo>
                  <a:lnTo>
                    <a:pt x="3553" y="11933"/>
                  </a:lnTo>
                  <a:lnTo>
                    <a:pt x="3514" y="11817"/>
                  </a:lnTo>
                  <a:lnTo>
                    <a:pt x="3437" y="11778"/>
                  </a:lnTo>
                  <a:lnTo>
                    <a:pt x="3321" y="11740"/>
                  </a:lnTo>
                  <a:lnTo>
                    <a:pt x="3282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19" y="12242"/>
                  </a:lnTo>
                  <a:lnTo>
                    <a:pt x="2587" y="12435"/>
                  </a:lnTo>
                  <a:lnTo>
                    <a:pt x="2317" y="12589"/>
                  </a:lnTo>
                  <a:lnTo>
                    <a:pt x="2047" y="12666"/>
                  </a:lnTo>
                  <a:lnTo>
                    <a:pt x="1738" y="12705"/>
                  </a:lnTo>
                  <a:lnTo>
                    <a:pt x="1429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1" y="12357"/>
                  </a:lnTo>
                  <a:lnTo>
                    <a:pt x="695" y="12203"/>
                  </a:lnTo>
                  <a:lnTo>
                    <a:pt x="618" y="12048"/>
                  </a:lnTo>
                  <a:lnTo>
                    <a:pt x="541" y="11894"/>
                  </a:lnTo>
                  <a:lnTo>
                    <a:pt x="502" y="11740"/>
                  </a:lnTo>
                  <a:lnTo>
                    <a:pt x="502" y="11546"/>
                  </a:lnTo>
                  <a:lnTo>
                    <a:pt x="502" y="11392"/>
                  </a:lnTo>
                  <a:lnTo>
                    <a:pt x="541" y="11199"/>
                  </a:lnTo>
                  <a:lnTo>
                    <a:pt x="579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8" y="10620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008" y="10349"/>
                  </a:lnTo>
                  <a:lnTo>
                    <a:pt x="2317" y="10388"/>
                  </a:lnTo>
                  <a:lnTo>
                    <a:pt x="2587" y="10427"/>
                  </a:lnTo>
                  <a:lnTo>
                    <a:pt x="2858" y="10542"/>
                  </a:lnTo>
                  <a:lnTo>
                    <a:pt x="3128" y="10658"/>
                  </a:lnTo>
                  <a:lnTo>
                    <a:pt x="3669" y="10929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6"/>
                  </a:lnTo>
                  <a:lnTo>
                    <a:pt x="5870" y="12705"/>
                  </a:lnTo>
                  <a:lnTo>
                    <a:pt x="6256" y="12975"/>
                  </a:lnTo>
                  <a:lnTo>
                    <a:pt x="6681" y="13207"/>
                  </a:lnTo>
                  <a:lnTo>
                    <a:pt x="7105" y="13439"/>
                  </a:lnTo>
                  <a:lnTo>
                    <a:pt x="7530" y="13593"/>
                  </a:lnTo>
                  <a:lnTo>
                    <a:pt x="7993" y="13747"/>
                  </a:lnTo>
                  <a:lnTo>
                    <a:pt x="8457" y="13786"/>
                  </a:lnTo>
                  <a:lnTo>
                    <a:pt x="8920" y="13786"/>
                  </a:lnTo>
                  <a:lnTo>
                    <a:pt x="9345" y="13709"/>
                  </a:lnTo>
                  <a:lnTo>
                    <a:pt x="9731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73"/>
                  </a:lnTo>
                  <a:lnTo>
                    <a:pt x="11121" y="12126"/>
                  </a:lnTo>
                  <a:lnTo>
                    <a:pt x="11314" y="11740"/>
                  </a:lnTo>
                  <a:lnTo>
                    <a:pt x="11507" y="11238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5" y="9114"/>
                  </a:lnTo>
                  <a:lnTo>
                    <a:pt x="12357" y="8612"/>
                  </a:lnTo>
                  <a:lnTo>
                    <a:pt x="12589" y="8110"/>
                  </a:lnTo>
                  <a:lnTo>
                    <a:pt x="12936" y="7646"/>
                  </a:lnTo>
                  <a:lnTo>
                    <a:pt x="13284" y="7299"/>
                  </a:lnTo>
                  <a:lnTo>
                    <a:pt x="13631" y="6990"/>
                  </a:lnTo>
                  <a:lnTo>
                    <a:pt x="14017" y="6720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2"/>
                  </a:lnTo>
                  <a:lnTo>
                    <a:pt x="15832" y="5986"/>
                  </a:lnTo>
                  <a:lnTo>
                    <a:pt x="16296" y="5947"/>
                  </a:lnTo>
                  <a:lnTo>
                    <a:pt x="16605" y="5909"/>
                  </a:lnTo>
                  <a:lnTo>
                    <a:pt x="16914" y="5909"/>
                  </a:lnTo>
                  <a:lnTo>
                    <a:pt x="17454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4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29" y="7492"/>
                  </a:lnTo>
                  <a:lnTo>
                    <a:pt x="21316" y="7646"/>
                  </a:lnTo>
                  <a:lnTo>
                    <a:pt x="21740" y="7724"/>
                  </a:lnTo>
                  <a:lnTo>
                    <a:pt x="22165" y="7762"/>
                  </a:lnTo>
                  <a:lnTo>
                    <a:pt x="22590" y="7724"/>
                  </a:lnTo>
                  <a:lnTo>
                    <a:pt x="22976" y="7646"/>
                  </a:lnTo>
                  <a:lnTo>
                    <a:pt x="23362" y="7531"/>
                  </a:lnTo>
                  <a:lnTo>
                    <a:pt x="23710" y="7299"/>
                  </a:lnTo>
                  <a:lnTo>
                    <a:pt x="24057" y="6990"/>
                  </a:lnTo>
                  <a:lnTo>
                    <a:pt x="24366" y="6642"/>
                  </a:lnTo>
                  <a:lnTo>
                    <a:pt x="24598" y="6295"/>
                  </a:lnTo>
                  <a:lnTo>
                    <a:pt x="24752" y="5909"/>
                  </a:lnTo>
                  <a:lnTo>
                    <a:pt x="24868" y="5484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210"/>
                  </a:lnTo>
                  <a:lnTo>
                    <a:pt x="24945" y="3746"/>
                  </a:lnTo>
                  <a:lnTo>
                    <a:pt x="24868" y="3283"/>
                  </a:lnTo>
                  <a:lnTo>
                    <a:pt x="24791" y="2858"/>
                  </a:lnTo>
                  <a:lnTo>
                    <a:pt x="24637" y="2395"/>
                  </a:lnTo>
                  <a:lnTo>
                    <a:pt x="24443" y="1970"/>
                  </a:lnTo>
                  <a:lnTo>
                    <a:pt x="24250" y="1584"/>
                  </a:lnTo>
                  <a:lnTo>
                    <a:pt x="24057" y="1198"/>
                  </a:lnTo>
                  <a:lnTo>
                    <a:pt x="23787" y="812"/>
                  </a:lnTo>
                  <a:lnTo>
                    <a:pt x="23941" y="387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69" y="78"/>
                  </a:lnTo>
                  <a:lnTo>
                    <a:pt x="230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5"/>
            <p:cNvSpPr/>
            <p:nvPr/>
          </p:nvSpPr>
          <p:spPr>
            <a:xfrm>
              <a:off x="5082350" y="438710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1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9"/>
                  </a:lnTo>
                  <a:lnTo>
                    <a:pt x="4364" y="1120"/>
                  </a:lnTo>
                  <a:lnTo>
                    <a:pt x="4634" y="1429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3" y="2433"/>
                  </a:lnTo>
                  <a:lnTo>
                    <a:pt x="5368" y="2819"/>
                  </a:lnTo>
                  <a:lnTo>
                    <a:pt x="5484" y="3206"/>
                  </a:lnTo>
                  <a:lnTo>
                    <a:pt x="5522" y="3592"/>
                  </a:lnTo>
                  <a:lnTo>
                    <a:pt x="5600" y="3978"/>
                  </a:lnTo>
                  <a:lnTo>
                    <a:pt x="5600" y="4403"/>
                  </a:lnTo>
                  <a:lnTo>
                    <a:pt x="5561" y="4789"/>
                  </a:lnTo>
                  <a:lnTo>
                    <a:pt x="5522" y="5214"/>
                  </a:lnTo>
                  <a:lnTo>
                    <a:pt x="5445" y="5600"/>
                  </a:lnTo>
                  <a:lnTo>
                    <a:pt x="5329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6"/>
                  </a:lnTo>
                  <a:lnTo>
                    <a:pt x="4209" y="8032"/>
                  </a:lnTo>
                  <a:lnTo>
                    <a:pt x="3939" y="8380"/>
                  </a:lnTo>
                  <a:lnTo>
                    <a:pt x="3630" y="8728"/>
                  </a:lnTo>
                  <a:lnTo>
                    <a:pt x="3283" y="9036"/>
                  </a:lnTo>
                  <a:lnTo>
                    <a:pt x="2935" y="9307"/>
                  </a:lnTo>
                  <a:lnTo>
                    <a:pt x="2549" y="9577"/>
                  </a:lnTo>
                  <a:lnTo>
                    <a:pt x="2163" y="9809"/>
                  </a:lnTo>
                  <a:lnTo>
                    <a:pt x="1738" y="10040"/>
                  </a:lnTo>
                  <a:lnTo>
                    <a:pt x="1313" y="10234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0" y="10658"/>
                  </a:lnTo>
                  <a:lnTo>
                    <a:pt x="78" y="11044"/>
                  </a:lnTo>
                  <a:lnTo>
                    <a:pt x="618" y="10967"/>
                  </a:lnTo>
                  <a:lnTo>
                    <a:pt x="1120" y="10813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0" y="10195"/>
                  </a:lnTo>
                  <a:lnTo>
                    <a:pt x="2974" y="9925"/>
                  </a:lnTo>
                  <a:lnTo>
                    <a:pt x="3399" y="9616"/>
                  </a:lnTo>
                  <a:lnTo>
                    <a:pt x="3785" y="9268"/>
                  </a:lnTo>
                  <a:lnTo>
                    <a:pt x="4171" y="8921"/>
                  </a:lnTo>
                  <a:lnTo>
                    <a:pt x="4480" y="8534"/>
                  </a:lnTo>
                  <a:lnTo>
                    <a:pt x="4827" y="8110"/>
                  </a:lnTo>
                  <a:lnTo>
                    <a:pt x="5098" y="7685"/>
                  </a:lnTo>
                  <a:lnTo>
                    <a:pt x="5368" y="7222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8" y="5793"/>
                  </a:lnTo>
                  <a:lnTo>
                    <a:pt x="6024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4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6" y="1314"/>
                  </a:lnTo>
                  <a:lnTo>
                    <a:pt x="4904" y="1005"/>
                  </a:lnTo>
                  <a:lnTo>
                    <a:pt x="4596" y="696"/>
                  </a:lnTo>
                  <a:lnTo>
                    <a:pt x="4287" y="425"/>
                  </a:lnTo>
                  <a:lnTo>
                    <a:pt x="3939" y="194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5"/>
            <p:cNvSpPr/>
            <p:nvPr/>
          </p:nvSpPr>
          <p:spPr>
            <a:xfrm>
              <a:off x="5052425" y="4653550"/>
              <a:ext cx="61800" cy="89800"/>
            </a:xfrm>
            <a:custGeom>
              <a:avLst/>
              <a:gdLst/>
              <a:ahLst/>
              <a:cxnLst/>
              <a:rect l="l" t="t" r="r" b="b"/>
              <a:pathLst>
                <a:path w="2472" h="3592" extrusionOk="0">
                  <a:moveTo>
                    <a:pt x="1082" y="0"/>
                  </a:moveTo>
                  <a:lnTo>
                    <a:pt x="1004" y="39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2"/>
                  </a:lnTo>
                  <a:lnTo>
                    <a:pt x="850" y="232"/>
                  </a:lnTo>
                  <a:lnTo>
                    <a:pt x="773" y="271"/>
                  </a:lnTo>
                  <a:lnTo>
                    <a:pt x="734" y="348"/>
                  </a:lnTo>
                  <a:lnTo>
                    <a:pt x="695" y="425"/>
                  </a:lnTo>
                  <a:lnTo>
                    <a:pt x="695" y="502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5"/>
                  </a:lnTo>
                  <a:lnTo>
                    <a:pt x="1082" y="811"/>
                  </a:lnTo>
                  <a:lnTo>
                    <a:pt x="1275" y="927"/>
                  </a:lnTo>
                  <a:lnTo>
                    <a:pt x="1468" y="1082"/>
                  </a:lnTo>
                  <a:lnTo>
                    <a:pt x="1622" y="1275"/>
                  </a:lnTo>
                  <a:lnTo>
                    <a:pt x="1777" y="1468"/>
                  </a:lnTo>
                  <a:lnTo>
                    <a:pt x="1854" y="1699"/>
                  </a:lnTo>
                  <a:lnTo>
                    <a:pt x="1931" y="1931"/>
                  </a:lnTo>
                  <a:lnTo>
                    <a:pt x="1931" y="2163"/>
                  </a:lnTo>
                  <a:lnTo>
                    <a:pt x="1931" y="2433"/>
                  </a:lnTo>
                  <a:lnTo>
                    <a:pt x="1815" y="2742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1"/>
                  </a:lnTo>
                  <a:lnTo>
                    <a:pt x="1390" y="3128"/>
                  </a:lnTo>
                  <a:lnTo>
                    <a:pt x="1197" y="3128"/>
                  </a:lnTo>
                  <a:lnTo>
                    <a:pt x="1043" y="3089"/>
                  </a:lnTo>
                  <a:lnTo>
                    <a:pt x="927" y="3012"/>
                  </a:lnTo>
                  <a:lnTo>
                    <a:pt x="850" y="2896"/>
                  </a:lnTo>
                  <a:lnTo>
                    <a:pt x="811" y="2742"/>
                  </a:lnTo>
                  <a:lnTo>
                    <a:pt x="850" y="2587"/>
                  </a:lnTo>
                  <a:lnTo>
                    <a:pt x="927" y="2433"/>
                  </a:lnTo>
                  <a:lnTo>
                    <a:pt x="1043" y="2317"/>
                  </a:lnTo>
                  <a:lnTo>
                    <a:pt x="1159" y="2240"/>
                  </a:lnTo>
                  <a:lnTo>
                    <a:pt x="1159" y="2124"/>
                  </a:lnTo>
                  <a:lnTo>
                    <a:pt x="1120" y="2008"/>
                  </a:lnTo>
                  <a:lnTo>
                    <a:pt x="1043" y="1931"/>
                  </a:lnTo>
                  <a:lnTo>
                    <a:pt x="657" y="1622"/>
                  </a:lnTo>
                  <a:lnTo>
                    <a:pt x="425" y="1468"/>
                  </a:lnTo>
                  <a:lnTo>
                    <a:pt x="193" y="1313"/>
                  </a:lnTo>
                  <a:lnTo>
                    <a:pt x="0" y="1622"/>
                  </a:lnTo>
                  <a:lnTo>
                    <a:pt x="271" y="1892"/>
                  </a:lnTo>
                  <a:lnTo>
                    <a:pt x="580" y="2124"/>
                  </a:lnTo>
                  <a:lnTo>
                    <a:pt x="425" y="2356"/>
                  </a:lnTo>
                  <a:lnTo>
                    <a:pt x="348" y="2626"/>
                  </a:lnTo>
                  <a:lnTo>
                    <a:pt x="309" y="2896"/>
                  </a:lnTo>
                  <a:lnTo>
                    <a:pt x="348" y="3051"/>
                  </a:lnTo>
                  <a:lnTo>
                    <a:pt x="425" y="3167"/>
                  </a:lnTo>
                  <a:lnTo>
                    <a:pt x="541" y="3321"/>
                  </a:lnTo>
                  <a:lnTo>
                    <a:pt x="695" y="3476"/>
                  </a:lnTo>
                  <a:lnTo>
                    <a:pt x="888" y="3553"/>
                  </a:lnTo>
                  <a:lnTo>
                    <a:pt x="1082" y="3591"/>
                  </a:lnTo>
                  <a:lnTo>
                    <a:pt x="1275" y="3591"/>
                  </a:lnTo>
                  <a:lnTo>
                    <a:pt x="1506" y="3553"/>
                  </a:lnTo>
                  <a:lnTo>
                    <a:pt x="1699" y="3514"/>
                  </a:lnTo>
                  <a:lnTo>
                    <a:pt x="1854" y="3398"/>
                  </a:lnTo>
                  <a:lnTo>
                    <a:pt x="2047" y="3244"/>
                  </a:lnTo>
                  <a:lnTo>
                    <a:pt x="2201" y="3051"/>
                  </a:lnTo>
                  <a:lnTo>
                    <a:pt x="2317" y="2858"/>
                  </a:lnTo>
                  <a:lnTo>
                    <a:pt x="2394" y="2665"/>
                  </a:lnTo>
                  <a:lnTo>
                    <a:pt x="2433" y="2472"/>
                  </a:lnTo>
                  <a:lnTo>
                    <a:pt x="2472" y="2240"/>
                  </a:lnTo>
                  <a:lnTo>
                    <a:pt x="2433" y="2008"/>
                  </a:lnTo>
                  <a:lnTo>
                    <a:pt x="2394" y="1815"/>
                  </a:lnTo>
                  <a:lnTo>
                    <a:pt x="2317" y="1583"/>
                  </a:lnTo>
                  <a:lnTo>
                    <a:pt x="2201" y="1390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6"/>
                  </a:lnTo>
                  <a:lnTo>
                    <a:pt x="11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5"/>
            <p:cNvSpPr/>
            <p:nvPr/>
          </p:nvSpPr>
          <p:spPr>
            <a:xfrm>
              <a:off x="4964575" y="4684425"/>
              <a:ext cx="92700" cy="135200"/>
            </a:xfrm>
            <a:custGeom>
              <a:avLst/>
              <a:gdLst/>
              <a:ahLst/>
              <a:cxnLst/>
              <a:rect l="l" t="t" r="r" b="b"/>
              <a:pathLst>
                <a:path w="3708" h="5408" extrusionOk="0">
                  <a:moveTo>
                    <a:pt x="3398" y="1"/>
                  </a:moveTo>
                  <a:lnTo>
                    <a:pt x="3360" y="78"/>
                  </a:lnTo>
                  <a:lnTo>
                    <a:pt x="3244" y="78"/>
                  </a:lnTo>
                  <a:lnTo>
                    <a:pt x="3012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7"/>
                  </a:lnTo>
                  <a:lnTo>
                    <a:pt x="1777" y="1430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3" y="1932"/>
                  </a:lnTo>
                  <a:lnTo>
                    <a:pt x="1082" y="2009"/>
                  </a:lnTo>
                  <a:lnTo>
                    <a:pt x="1120" y="2086"/>
                  </a:lnTo>
                  <a:lnTo>
                    <a:pt x="1004" y="2086"/>
                  </a:lnTo>
                  <a:lnTo>
                    <a:pt x="889" y="2125"/>
                  </a:lnTo>
                  <a:lnTo>
                    <a:pt x="850" y="2163"/>
                  </a:lnTo>
                  <a:lnTo>
                    <a:pt x="811" y="2241"/>
                  </a:lnTo>
                  <a:lnTo>
                    <a:pt x="811" y="2356"/>
                  </a:lnTo>
                  <a:lnTo>
                    <a:pt x="811" y="2434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7" y="2588"/>
                  </a:lnTo>
                  <a:lnTo>
                    <a:pt x="1429" y="2704"/>
                  </a:lnTo>
                  <a:lnTo>
                    <a:pt x="1622" y="2820"/>
                  </a:lnTo>
                  <a:lnTo>
                    <a:pt x="1815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4" y="3631"/>
                  </a:lnTo>
                  <a:lnTo>
                    <a:pt x="2124" y="3901"/>
                  </a:lnTo>
                  <a:lnTo>
                    <a:pt x="2086" y="4094"/>
                  </a:lnTo>
                  <a:lnTo>
                    <a:pt x="2008" y="4326"/>
                  </a:lnTo>
                  <a:lnTo>
                    <a:pt x="1893" y="4519"/>
                  </a:lnTo>
                  <a:lnTo>
                    <a:pt x="1738" y="4712"/>
                  </a:lnTo>
                  <a:lnTo>
                    <a:pt x="1545" y="4828"/>
                  </a:lnTo>
                  <a:lnTo>
                    <a:pt x="1313" y="4944"/>
                  </a:lnTo>
                  <a:lnTo>
                    <a:pt x="1082" y="4944"/>
                  </a:lnTo>
                  <a:lnTo>
                    <a:pt x="889" y="4866"/>
                  </a:lnTo>
                  <a:lnTo>
                    <a:pt x="773" y="4751"/>
                  </a:lnTo>
                  <a:lnTo>
                    <a:pt x="695" y="4596"/>
                  </a:lnTo>
                  <a:lnTo>
                    <a:pt x="657" y="4442"/>
                  </a:lnTo>
                  <a:lnTo>
                    <a:pt x="734" y="4287"/>
                  </a:lnTo>
                  <a:lnTo>
                    <a:pt x="811" y="4210"/>
                  </a:lnTo>
                  <a:lnTo>
                    <a:pt x="889" y="4133"/>
                  </a:lnTo>
                  <a:lnTo>
                    <a:pt x="966" y="4094"/>
                  </a:lnTo>
                  <a:lnTo>
                    <a:pt x="1120" y="4094"/>
                  </a:lnTo>
                  <a:lnTo>
                    <a:pt x="1236" y="4017"/>
                  </a:lnTo>
                  <a:lnTo>
                    <a:pt x="1313" y="3901"/>
                  </a:lnTo>
                  <a:lnTo>
                    <a:pt x="1313" y="3785"/>
                  </a:lnTo>
                  <a:lnTo>
                    <a:pt x="1275" y="3708"/>
                  </a:lnTo>
                  <a:lnTo>
                    <a:pt x="1197" y="3669"/>
                  </a:lnTo>
                  <a:lnTo>
                    <a:pt x="116" y="2936"/>
                  </a:lnTo>
                  <a:lnTo>
                    <a:pt x="0" y="3283"/>
                  </a:lnTo>
                  <a:lnTo>
                    <a:pt x="657" y="3785"/>
                  </a:lnTo>
                  <a:lnTo>
                    <a:pt x="502" y="3862"/>
                  </a:lnTo>
                  <a:lnTo>
                    <a:pt x="387" y="3978"/>
                  </a:lnTo>
                  <a:lnTo>
                    <a:pt x="309" y="4094"/>
                  </a:lnTo>
                  <a:lnTo>
                    <a:pt x="232" y="4249"/>
                  </a:lnTo>
                  <a:lnTo>
                    <a:pt x="193" y="4403"/>
                  </a:lnTo>
                  <a:lnTo>
                    <a:pt x="193" y="4558"/>
                  </a:lnTo>
                  <a:lnTo>
                    <a:pt x="193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1" y="5253"/>
                  </a:lnTo>
                  <a:lnTo>
                    <a:pt x="734" y="5368"/>
                  </a:lnTo>
                  <a:lnTo>
                    <a:pt x="966" y="5407"/>
                  </a:lnTo>
                  <a:lnTo>
                    <a:pt x="1197" y="5407"/>
                  </a:lnTo>
                  <a:lnTo>
                    <a:pt x="1429" y="5368"/>
                  </a:lnTo>
                  <a:lnTo>
                    <a:pt x="1622" y="5330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0" y="4828"/>
                  </a:lnTo>
                  <a:lnTo>
                    <a:pt x="2395" y="4635"/>
                  </a:lnTo>
                  <a:lnTo>
                    <a:pt x="2510" y="4442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7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2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31" y="2472"/>
                  </a:lnTo>
                  <a:lnTo>
                    <a:pt x="1738" y="2356"/>
                  </a:lnTo>
                  <a:lnTo>
                    <a:pt x="1506" y="2202"/>
                  </a:lnTo>
                  <a:lnTo>
                    <a:pt x="1275" y="2125"/>
                  </a:lnTo>
                  <a:lnTo>
                    <a:pt x="1622" y="1970"/>
                  </a:lnTo>
                  <a:lnTo>
                    <a:pt x="1931" y="1816"/>
                  </a:lnTo>
                  <a:lnTo>
                    <a:pt x="2240" y="1623"/>
                  </a:lnTo>
                  <a:lnTo>
                    <a:pt x="2549" y="1391"/>
                  </a:lnTo>
                  <a:lnTo>
                    <a:pt x="2819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7" y="542"/>
                  </a:lnTo>
                  <a:lnTo>
                    <a:pt x="3514" y="387"/>
                  </a:lnTo>
                  <a:lnTo>
                    <a:pt x="3707" y="78"/>
                  </a:lnTo>
                  <a:lnTo>
                    <a:pt x="351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5"/>
            <p:cNvSpPr/>
            <p:nvPr/>
          </p:nvSpPr>
          <p:spPr>
            <a:xfrm>
              <a:off x="4656625" y="4677675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1"/>
                  </a:moveTo>
                  <a:lnTo>
                    <a:pt x="0" y="232"/>
                  </a:lnTo>
                  <a:lnTo>
                    <a:pt x="502" y="966"/>
                  </a:lnTo>
                  <a:lnTo>
                    <a:pt x="1043" y="1622"/>
                  </a:lnTo>
                  <a:lnTo>
                    <a:pt x="1699" y="2279"/>
                  </a:lnTo>
                  <a:lnTo>
                    <a:pt x="2356" y="2858"/>
                  </a:lnTo>
                  <a:lnTo>
                    <a:pt x="3089" y="3399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4" y="4982"/>
                  </a:lnTo>
                  <a:lnTo>
                    <a:pt x="8998" y="4943"/>
                  </a:lnTo>
                  <a:lnTo>
                    <a:pt x="9422" y="4866"/>
                  </a:lnTo>
                  <a:lnTo>
                    <a:pt x="9847" y="4789"/>
                  </a:lnTo>
                  <a:lnTo>
                    <a:pt x="10272" y="4673"/>
                  </a:lnTo>
                  <a:lnTo>
                    <a:pt x="10658" y="4519"/>
                  </a:lnTo>
                  <a:lnTo>
                    <a:pt x="11083" y="4326"/>
                  </a:lnTo>
                  <a:lnTo>
                    <a:pt x="11469" y="4132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318" y="3553"/>
                  </a:lnTo>
                  <a:lnTo>
                    <a:pt x="12434" y="3206"/>
                  </a:lnTo>
                  <a:lnTo>
                    <a:pt x="12357" y="3167"/>
                  </a:lnTo>
                  <a:lnTo>
                    <a:pt x="12280" y="3206"/>
                  </a:lnTo>
                  <a:lnTo>
                    <a:pt x="12203" y="3128"/>
                  </a:lnTo>
                  <a:lnTo>
                    <a:pt x="12009" y="3128"/>
                  </a:lnTo>
                  <a:lnTo>
                    <a:pt x="11932" y="3206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2" y="3862"/>
                  </a:lnTo>
                  <a:lnTo>
                    <a:pt x="10426" y="4017"/>
                  </a:lnTo>
                  <a:lnTo>
                    <a:pt x="10040" y="4171"/>
                  </a:lnTo>
                  <a:lnTo>
                    <a:pt x="9615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1" y="4480"/>
                  </a:lnTo>
                  <a:lnTo>
                    <a:pt x="7916" y="4480"/>
                  </a:lnTo>
                  <a:lnTo>
                    <a:pt x="7492" y="4441"/>
                  </a:lnTo>
                  <a:lnTo>
                    <a:pt x="7067" y="4403"/>
                  </a:lnTo>
                  <a:lnTo>
                    <a:pt x="6642" y="4364"/>
                  </a:lnTo>
                  <a:lnTo>
                    <a:pt x="6217" y="4248"/>
                  </a:lnTo>
                  <a:lnTo>
                    <a:pt x="5792" y="4171"/>
                  </a:lnTo>
                  <a:lnTo>
                    <a:pt x="5368" y="4017"/>
                  </a:lnTo>
                  <a:lnTo>
                    <a:pt x="4595" y="3708"/>
                  </a:lnTo>
                  <a:lnTo>
                    <a:pt x="3900" y="3283"/>
                  </a:lnTo>
                  <a:lnTo>
                    <a:pt x="3205" y="2820"/>
                  </a:lnTo>
                  <a:lnTo>
                    <a:pt x="2587" y="2318"/>
                  </a:lnTo>
                  <a:lnTo>
                    <a:pt x="1970" y="1777"/>
                  </a:lnTo>
                  <a:lnTo>
                    <a:pt x="1390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5"/>
            <p:cNvSpPr/>
            <p:nvPr/>
          </p:nvSpPr>
          <p:spPr>
            <a:xfrm>
              <a:off x="4572625" y="4377450"/>
              <a:ext cx="625600" cy="344650"/>
            </a:xfrm>
            <a:custGeom>
              <a:avLst/>
              <a:gdLst/>
              <a:ahLst/>
              <a:cxnLst/>
              <a:rect l="l" t="t" r="r" b="b"/>
              <a:pathLst>
                <a:path w="25024" h="13786" extrusionOk="0">
                  <a:moveTo>
                    <a:pt x="23286" y="966"/>
                  </a:moveTo>
                  <a:lnTo>
                    <a:pt x="23633" y="1468"/>
                  </a:lnTo>
                  <a:lnTo>
                    <a:pt x="23942" y="2008"/>
                  </a:lnTo>
                  <a:lnTo>
                    <a:pt x="23788" y="2163"/>
                  </a:lnTo>
                  <a:lnTo>
                    <a:pt x="23633" y="2202"/>
                  </a:lnTo>
                  <a:lnTo>
                    <a:pt x="23479" y="2202"/>
                  </a:lnTo>
                  <a:lnTo>
                    <a:pt x="23324" y="2163"/>
                  </a:lnTo>
                  <a:lnTo>
                    <a:pt x="23208" y="2086"/>
                  </a:lnTo>
                  <a:lnTo>
                    <a:pt x="23092" y="1970"/>
                  </a:lnTo>
                  <a:lnTo>
                    <a:pt x="23015" y="1815"/>
                  </a:lnTo>
                  <a:lnTo>
                    <a:pt x="22977" y="1661"/>
                  </a:lnTo>
                  <a:lnTo>
                    <a:pt x="22977" y="1429"/>
                  </a:lnTo>
                  <a:lnTo>
                    <a:pt x="23054" y="1275"/>
                  </a:lnTo>
                  <a:lnTo>
                    <a:pt x="23170" y="1120"/>
                  </a:lnTo>
                  <a:lnTo>
                    <a:pt x="23286" y="966"/>
                  </a:lnTo>
                  <a:close/>
                  <a:moveTo>
                    <a:pt x="24096" y="2433"/>
                  </a:moveTo>
                  <a:lnTo>
                    <a:pt x="24212" y="2781"/>
                  </a:lnTo>
                  <a:lnTo>
                    <a:pt x="24328" y="3090"/>
                  </a:lnTo>
                  <a:lnTo>
                    <a:pt x="24367" y="3437"/>
                  </a:lnTo>
                  <a:lnTo>
                    <a:pt x="24444" y="3823"/>
                  </a:lnTo>
                  <a:lnTo>
                    <a:pt x="24174" y="3746"/>
                  </a:lnTo>
                  <a:lnTo>
                    <a:pt x="23942" y="3592"/>
                  </a:lnTo>
                  <a:lnTo>
                    <a:pt x="23865" y="3514"/>
                  </a:lnTo>
                  <a:lnTo>
                    <a:pt x="23788" y="3399"/>
                  </a:lnTo>
                  <a:lnTo>
                    <a:pt x="23749" y="3283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8" y="2742"/>
                  </a:lnTo>
                  <a:lnTo>
                    <a:pt x="23942" y="2588"/>
                  </a:lnTo>
                  <a:lnTo>
                    <a:pt x="24096" y="2433"/>
                  </a:lnTo>
                  <a:close/>
                  <a:moveTo>
                    <a:pt x="16296" y="4982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7" y="5291"/>
                  </a:lnTo>
                  <a:lnTo>
                    <a:pt x="16567" y="5407"/>
                  </a:lnTo>
                  <a:lnTo>
                    <a:pt x="16296" y="5445"/>
                  </a:lnTo>
                  <a:lnTo>
                    <a:pt x="15640" y="5522"/>
                  </a:lnTo>
                  <a:lnTo>
                    <a:pt x="15640" y="5484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56" y="5175"/>
                  </a:lnTo>
                  <a:lnTo>
                    <a:pt x="15833" y="5098"/>
                  </a:lnTo>
                  <a:lnTo>
                    <a:pt x="15949" y="5020"/>
                  </a:lnTo>
                  <a:lnTo>
                    <a:pt x="16065" y="4982"/>
                  </a:lnTo>
                  <a:close/>
                  <a:moveTo>
                    <a:pt x="24444" y="4248"/>
                  </a:moveTo>
                  <a:lnTo>
                    <a:pt x="24444" y="4673"/>
                  </a:lnTo>
                  <a:lnTo>
                    <a:pt x="24367" y="5098"/>
                  </a:lnTo>
                  <a:lnTo>
                    <a:pt x="24251" y="5522"/>
                  </a:lnTo>
                  <a:lnTo>
                    <a:pt x="24058" y="5445"/>
                  </a:lnTo>
                  <a:lnTo>
                    <a:pt x="23903" y="5291"/>
                  </a:lnTo>
                  <a:lnTo>
                    <a:pt x="23826" y="5098"/>
                  </a:lnTo>
                  <a:lnTo>
                    <a:pt x="23788" y="4982"/>
                  </a:lnTo>
                  <a:lnTo>
                    <a:pt x="23788" y="4866"/>
                  </a:lnTo>
                  <a:lnTo>
                    <a:pt x="23826" y="4750"/>
                  </a:lnTo>
                  <a:lnTo>
                    <a:pt x="23865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7"/>
                  </a:lnTo>
                  <a:lnTo>
                    <a:pt x="18073" y="5638"/>
                  </a:lnTo>
                  <a:lnTo>
                    <a:pt x="17571" y="5522"/>
                  </a:lnTo>
                  <a:lnTo>
                    <a:pt x="17030" y="5445"/>
                  </a:lnTo>
                  <a:lnTo>
                    <a:pt x="17069" y="5291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5"/>
                  </a:lnTo>
                  <a:lnTo>
                    <a:pt x="17532" y="4866"/>
                  </a:lnTo>
                  <a:lnTo>
                    <a:pt x="17648" y="4827"/>
                  </a:lnTo>
                  <a:close/>
                  <a:moveTo>
                    <a:pt x="14713" y="5329"/>
                  </a:moveTo>
                  <a:lnTo>
                    <a:pt x="14829" y="5368"/>
                  </a:lnTo>
                  <a:lnTo>
                    <a:pt x="14906" y="5445"/>
                  </a:lnTo>
                  <a:lnTo>
                    <a:pt x="15022" y="5561"/>
                  </a:lnTo>
                  <a:lnTo>
                    <a:pt x="15061" y="5677"/>
                  </a:lnTo>
                  <a:lnTo>
                    <a:pt x="14559" y="5870"/>
                  </a:lnTo>
                  <a:lnTo>
                    <a:pt x="14057" y="6102"/>
                  </a:lnTo>
                  <a:lnTo>
                    <a:pt x="14018" y="6063"/>
                  </a:lnTo>
                  <a:lnTo>
                    <a:pt x="14057" y="5831"/>
                  </a:lnTo>
                  <a:lnTo>
                    <a:pt x="14134" y="5600"/>
                  </a:lnTo>
                  <a:lnTo>
                    <a:pt x="14250" y="5445"/>
                  </a:lnTo>
                  <a:lnTo>
                    <a:pt x="14365" y="5368"/>
                  </a:lnTo>
                  <a:lnTo>
                    <a:pt x="14443" y="5329"/>
                  </a:lnTo>
                  <a:close/>
                  <a:moveTo>
                    <a:pt x="18999" y="5484"/>
                  </a:moveTo>
                  <a:lnTo>
                    <a:pt x="19115" y="5522"/>
                  </a:lnTo>
                  <a:lnTo>
                    <a:pt x="19192" y="5561"/>
                  </a:lnTo>
                  <a:lnTo>
                    <a:pt x="19308" y="5677"/>
                  </a:lnTo>
                  <a:lnTo>
                    <a:pt x="19385" y="5831"/>
                  </a:lnTo>
                  <a:lnTo>
                    <a:pt x="19385" y="5986"/>
                  </a:lnTo>
                  <a:lnTo>
                    <a:pt x="19347" y="6179"/>
                  </a:lnTo>
                  <a:lnTo>
                    <a:pt x="18613" y="5831"/>
                  </a:lnTo>
                  <a:lnTo>
                    <a:pt x="18652" y="5754"/>
                  </a:lnTo>
                  <a:lnTo>
                    <a:pt x="18690" y="5677"/>
                  </a:lnTo>
                  <a:lnTo>
                    <a:pt x="18845" y="5522"/>
                  </a:lnTo>
                  <a:lnTo>
                    <a:pt x="18999" y="5484"/>
                  </a:lnTo>
                  <a:close/>
                  <a:moveTo>
                    <a:pt x="20196" y="6063"/>
                  </a:moveTo>
                  <a:lnTo>
                    <a:pt x="20351" y="6102"/>
                  </a:lnTo>
                  <a:lnTo>
                    <a:pt x="20467" y="6140"/>
                  </a:lnTo>
                  <a:lnTo>
                    <a:pt x="20544" y="6179"/>
                  </a:lnTo>
                  <a:lnTo>
                    <a:pt x="20698" y="6333"/>
                  </a:lnTo>
                  <a:lnTo>
                    <a:pt x="20776" y="6526"/>
                  </a:lnTo>
                  <a:lnTo>
                    <a:pt x="20814" y="6719"/>
                  </a:lnTo>
                  <a:lnTo>
                    <a:pt x="20891" y="6951"/>
                  </a:lnTo>
                  <a:lnTo>
                    <a:pt x="20891" y="6951"/>
                  </a:lnTo>
                  <a:lnTo>
                    <a:pt x="20467" y="6758"/>
                  </a:lnTo>
                  <a:lnTo>
                    <a:pt x="20080" y="6565"/>
                  </a:lnTo>
                  <a:lnTo>
                    <a:pt x="19810" y="6411"/>
                  </a:lnTo>
                  <a:lnTo>
                    <a:pt x="19849" y="6295"/>
                  </a:lnTo>
                  <a:lnTo>
                    <a:pt x="19887" y="6179"/>
                  </a:lnTo>
                  <a:lnTo>
                    <a:pt x="20003" y="6140"/>
                  </a:lnTo>
                  <a:lnTo>
                    <a:pt x="20080" y="6102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9"/>
                  </a:lnTo>
                  <a:lnTo>
                    <a:pt x="23942" y="5986"/>
                  </a:lnTo>
                  <a:lnTo>
                    <a:pt x="24019" y="6024"/>
                  </a:lnTo>
                  <a:lnTo>
                    <a:pt x="24096" y="6024"/>
                  </a:lnTo>
                  <a:lnTo>
                    <a:pt x="23942" y="6295"/>
                  </a:lnTo>
                  <a:lnTo>
                    <a:pt x="23749" y="6565"/>
                  </a:lnTo>
                  <a:lnTo>
                    <a:pt x="23517" y="6797"/>
                  </a:lnTo>
                  <a:lnTo>
                    <a:pt x="23247" y="6990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6"/>
                  </a:lnTo>
                  <a:lnTo>
                    <a:pt x="23015" y="6295"/>
                  </a:lnTo>
                  <a:lnTo>
                    <a:pt x="23054" y="6179"/>
                  </a:lnTo>
                  <a:lnTo>
                    <a:pt x="23131" y="6102"/>
                  </a:lnTo>
                  <a:lnTo>
                    <a:pt x="23208" y="6024"/>
                  </a:lnTo>
                  <a:lnTo>
                    <a:pt x="23286" y="5947"/>
                  </a:lnTo>
                  <a:lnTo>
                    <a:pt x="23517" y="5870"/>
                  </a:lnTo>
                  <a:close/>
                  <a:moveTo>
                    <a:pt x="13246" y="6102"/>
                  </a:moveTo>
                  <a:lnTo>
                    <a:pt x="13477" y="6179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106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8" y="6797"/>
                  </a:lnTo>
                  <a:lnTo>
                    <a:pt x="12628" y="6681"/>
                  </a:lnTo>
                  <a:lnTo>
                    <a:pt x="12666" y="6526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60" y="6217"/>
                  </a:lnTo>
                  <a:lnTo>
                    <a:pt x="13014" y="6140"/>
                  </a:lnTo>
                  <a:lnTo>
                    <a:pt x="13130" y="6102"/>
                  </a:lnTo>
                  <a:close/>
                  <a:moveTo>
                    <a:pt x="22166" y="6565"/>
                  </a:moveTo>
                  <a:lnTo>
                    <a:pt x="22282" y="6604"/>
                  </a:lnTo>
                  <a:lnTo>
                    <a:pt x="22475" y="6719"/>
                  </a:lnTo>
                  <a:lnTo>
                    <a:pt x="22629" y="6874"/>
                  </a:lnTo>
                  <a:lnTo>
                    <a:pt x="22784" y="7028"/>
                  </a:lnTo>
                  <a:lnTo>
                    <a:pt x="22861" y="7067"/>
                  </a:lnTo>
                  <a:lnTo>
                    <a:pt x="22938" y="7067"/>
                  </a:lnTo>
                  <a:lnTo>
                    <a:pt x="22977" y="7106"/>
                  </a:lnTo>
                  <a:lnTo>
                    <a:pt x="22938" y="7144"/>
                  </a:lnTo>
                  <a:lnTo>
                    <a:pt x="22552" y="7221"/>
                  </a:lnTo>
                  <a:lnTo>
                    <a:pt x="22166" y="7260"/>
                  </a:lnTo>
                  <a:lnTo>
                    <a:pt x="21780" y="7221"/>
                  </a:lnTo>
                  <a:lnTo>
                    <a:pt x="21393" y="7106"/>
                  </a:lnTo>
                  <a:lnTo>
                    <a:pt x="21471" y="6913"/>
                  </a:lnTo>
                  <a:lnTo>
                    <a:pt x="21625" y="6758"/>
                  </a:lnTo>
                  <a:lnTo>
                    <a:pt x="21818" y="6604"/>
                  </a:lnTo>
                  <a:lnTo>
                    <a:pt x="22050" y="6565"/>
                  </a:lnTo>
                  <a:close/>
                  <a:moveTo>
                    <a:pt x="12280" y="7415"/>
                  </a:moveTo>
                  <a:lnTo>
                    <a:pt x="12473" y="7453"/>
                  </a:lnTo>
                  <a:lnTo>
                    <a:pt x="12126" y="7994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62" y="8110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40" y="7723"/>
                  </a:lnTo>
                  <a:lnTo>
                    <a:pt x="11817" y="7608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64" y="7415"/>
                  </a:lnTo>
                  <a:close/>
                  <a:moveTo>
                    <a:pt x="2240" y="9384"/>
                  </a:moveTo>
                  <a:lnTo>
                    <a:pt x="2356" y="9422"/>
                  </a:lnTo>
                  <a:lnTo>
                    <a:pt x="2472" y="9500"/>
                  </a:lnTo>
                  <a:lnTo>
                    <a:pt x="2549" y="9577"/>
                  </a:lnTo>
                  <a:lnTo>
                    <a:pt x="2627" y="9770"/>
                  </a:lnTo>
                  <a:lnTo>
                    <a:pt x="2627" y="9886"/>
                  </a:lnTo>
                  <a:lnTo>
                    <a:pt x="2627" y="10002"/>
                  </a:lnTo>
                  <a:lnTo>
                    <a:pt x="2125" y="9886"/>
                  </a:lnTo>
                  <a:lnTo>
                    <a:pt x="1661" y="9886"/>
                  </a:lnTo>
                  <a:lnTo>
                    <a:pt x="1700" y="9770"/>
                  </a:lnTo>
                  <a:lnTo>
                    <a:pt x="1738" y="9654"/>
                  </a:lnTo>
                  <a:lnTo>
                    <a:pt x="1816" y="9538"/>
                  </a:lnTo>
                  <a:lnTo>
                    <a:pt x="1893" y="9461"/>
                  </a:lnTo>
                  <a:lnTo>
                    <a:pt x="2009" y="9384"/>
                  </a:lnTo>
                  <a:close/>
                  <a:moveTo>
                    <a:pt x="11662" y="8998"/>
                  </a:moveTo>
                  <a:lnTo>
                    <a:pt x="11469" y="9500"/>
                  </a:lnTo>
                  <a:lnTo>
                    <a:pt x="11354" y="10040"/>
                  </a:lnTo>
                  <a:lnTo>
                    <a:pt x="11276" y="10272"/>
                  </a:lnTo>
                  <a:lnTo>
                    <a:pt x="11238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9" y="9693"/>
                  </a:lnTo>
                  <a:lnTo>
                    <a:pt x="10929" y="9577"/>
                  </a:lnTo>
                  <a:lnTo>
                    <a:pt x="10967" y="9461"/>
                  </a:lnTo>
                  <a:lnTo>
                    <a:pt x="11006" y="9345"/>
                  </a:lnTo>
                  <a:lnTo>
                    <a:pt x="11122" y="9152"/>
                  </a:lnTo>
                  <a:lnTo>
                    <a:pt x="11276" y="9075"/>
                  </a:lnTo>
                  <a:lnTo>
                    <a:pt x="11469" y="8998"/>
                  </a:lnTo>
                  <a:close/>
                  <a:moveTo>
                    <a:pt x="3785" y="9770"/>
                  </a:moveTo>
                  <a:lnTo>
                    <a:pt x="3901" y="9809"/>
                  </a:lnTo>
                  <a:lnTo>
                    <a:pt x="4017" y="9886"/>
                  </a:lnTo>
                  <a:lnTo>
                    <a:pt x="4094" y="10002"/>
                  </a:lnTo>
                  <a:lnTo>
                    <a:pt x="4133" y="10118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4" y="10542"/>
                  </a:lnTo>
                  <a:lnTo>
                    <a:pt x="4017" y="10658"/>
                  </a:lnTo>
                  <a:lnTo>
                    <a:pt x="3862" y="10542"/>
                  </a:lnTo>
                  <a:lnTo>
                    <a:pt x="3515" y="10349"/>
                  </a:lnTo>
                  <a:lnTo>
                    <a:pt x="3090" y="10156"/>
                  </a:lnTo>
                  <a:lnTo>
                    <a:pt x="3129" y="10040"/>
                  </a:lnTo>
                  <a:lnTo>
                    <a:pt x="3244" y="9924"/>
                  </a:lnTo>
                  <a:lnTo>
                    <a:pt x="3360" y="9847"/>
                  </a:lnTo>
                  <a:lnTo>
                    <a:pt x="3515" y="9770"/>
                  </a:lnTo>
                  <a:close/>
                  <a:moveTo>
                    <a:pt x="4943" y="10658"/>
                  </a:moveTo>
                  <a:lnTo>
                    <a:pt x="5021" y="10735"/>
                  </a:lnTo>
                  <a:lnTo>
                    <a:pt x="5098" y="10774"/>
                  </a:lnTo>
                  <a:lnTo>
                    <a:pt x="5137" y="10890"/>
                  </a:lnTo>
                  <a:lnTo>
                    <a:pt x="5175" y="11044"/>
                  </a:lnTo>
                  <a:lnTo>
                    <a:pt x="5137" y="11237"/>
                  </a:lnTo>
                  <a:lnTo>
                    <a:pt x="5098" y="11430"/>
                  </a:lnTo>
                  <a:lnTo>
                    <a:pt x="4403" y="10928"/>
                  </a:lnTo>
                  <a:lnTo>
                    <a:pt x="4441" y="10813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20"/>
                  </a:moveTo>
                  <a:lnTo>
                    <a:pt x="10967" y="11199"/>
                  </a:lnTo>
                  <a:lnTo>
                    <a:pt x="10736" y="11739"/>
                  </a:lnTo>
                  <a:lnTo>
                    <a:pt x="10658" y="11701"/>
                  </a:lnTo>
                  <a:lnTo>
                    <a:pt x="10504" y="11546"/>
                  </a:lnTo>
                  <a:lnTo>
                    <a:pt x="10427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3"/>
                  </a:lnTo>
                  <a:lnTo>
                    <a:pt x="10736" y="10697"/>
                  </a:lnTo>
                  <a:lnTo>
                    <a:pt x="10929" y="10620"/>
                  </a:lnTo>
                  <a:close/>
                  <a:moveTo>
                    <a:pt x="5986" y="11469"/>
                  </a:moveTo>
                  <a:lnTo>
                    <a:pt x="6063" y="11508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4" y="11778"/>
                  </a:lnTo>
                  <a:lnTo>
                    <a:pt x="6372" y="12010"/>
                  </a:lnTo>
                  <a:lnTo>
                    <a:pt x="6411" y="12241"/>
                  </a:lnTo>
                  <a:lnTo>
                    <a:pt x="6372" y="12473"/>
                  </a:lnTo>
                  <a:lnTo>
                    <a:pt x="5909" y="12087"/>
                  </a:lnTo>
                  <a:lnTo>
                    <a:pt x="5407" y="11701"/>
                  </a:lnTo>
                  <a:lnTo>
                    <a:pt x="5445" y="11624"/>
                  </a:lnTo>
                  <a:lnTo>
                    <a:pt x="5561" y="11546"/>
                  </a:lnTo>
                  <a:lnTo>
                    <a:pt x="5639" y="11508"/>
                  </a:lnTo>
                  <a:lnTo>
                    <a:pt x="5754" y="11469"/>
                  </a:lnTo>
                  <a:close/>
                  <a:moveTo>
                    <a:pt x="10543" y="12048"/>
                  </a:moveTo>
                  <a:lnTo>
                    <a:pt x="10388" y="12319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9" y="12241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3" y="12048"/>
                  </a:lnTo>
                  <a:close/>
                  <a:moveTo>
                    <a:pt x="7376" y="12512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40" y="12821"/>
                  </a:lnTo>
                  <a:lnTo>
                    <a:pt x="7878" y="13014"/>
                  </a:lnTo>
                  <a:lnTo>
                    <a:pt x="7878" y="13207"/>
                  </a:lnTo>
                  <a:lnTo>
                    <a:pt x="7840" y="13207"/>
                  </a:lnTo>
                  <a:lnTo>
                    <a:pt x="7338" y="13014"/>
                  </a:lnTo>
                  <a:lnTo>
                    <a:pt x="6836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2"/>
                  </a:lnTo>
                  <a:close/>
                  <a:moveTo>
                    <a:pt x="8844" y="12627"/>
                  </a:moveTo>
                  <a:lnTo>
                    <a:pt x="8959" y="12666"/>
                  </a:lnTo>
                  <a:lnTo>
                    <a:pt x="9114" y="12782"/>
                  </a:lnTo>
                  <a:lnTo>
                    <a:pt x="9191" y="12936"/>
                  </a:lnTo>
                  <a:lnTo>
                    <a:pt x="9230" y="13129"/>
                  </a:lnTo>
                  <a:lnTo>
                    <a:pt x="9268" y="13207"/>
                  </a:lnTo>
                  <a:lnTo>
                    <a:pt x="9037" y="13284"/>
                  </a:lnTo>
                  <a:lnTo>
                    <a:pt x="8805" y="13323"/>
                  </a:lnTo>
                  <a:lnTo>
                    <a:pt x="8573" y="13323"/>
                  </a:lnTo>
                  <a:lnTo>
                    <a:pt x="8303" y="13284"/>
                  </a:lnTo>
                  <a:lnTo>
                    <a:pt x="8303" y="13207"/>
                  </a:lnTo>
                  <a:lnTo>
                    <a:pt x="8342" y="13014"/>
                  </a:lnTo>
                  <a:lnTo>
                    <a:pt x="8419" y="12821"/>
                  </a:lnTo>
                  <a:lnTo>
                    <a:pt x="8573" y="12705"/>
                  </a:lnTo>
                  <a:lnTo>
                    <a:pt x="8650" y="12666"/>
                  </a:lnTo>
                  <a:lnTo>
                    <a:pt x="8766" y="12627"/>
                  </a:lnTo>
                  <a:close/>
                  <a:moveTo>
                    <a:pt x="22977" y="0"/>
                  </a:moveTo>
                  <a:lnTo>
                    <a:pt x="22899" y="39"/>
                  </a:lnTo>
                  <a:lnTo>
                    <a:pt x="22822" y="78"/>
                  </a:lnTo>
                  <a:lnTo>
                    <a:pt x="22784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822" y="425"/>
                  </a:lnTo>
                  <a:lnTo>
                    <a:pt x="22861" y="464"/>
                  </a:lnTo>
                  <a:lnTo>
                    <a:pt x="23015" y="657"/>
                  </a:lnTo>
                  <a:lnTo>
                    <a:pt x="22899" y="773"/>
                  </a:lnTo>
                  <a:lnTo>
                    <a:pt x="22784" y="966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61" y="2279"/>
                  </a:lnTo>
                  <a:lnTo>
                    <a:pt x="23054" y="2395"/>
                  </a:lnTo>
                  <a:lnTo>
                    <a:pt x="23247" y="2510"/>
                  </a:lnTo>
                  <a:lnTo>
                    <a:pt x="23479" y="2510"/>
                  </a:lnTo>
                  <a:lnTo>
                    <a:pt x="23401" y="2704"/>
                  </a:lnTo>
                  <a:lnTo>
                    <a:pt x="23363" y="2897"/>
                  </a:lnTo>
                  <a:lnTo>
                    <a:pt x="23324" y="3090"/>
                  </a:lnTo>
                  <a:lnTo>
                    <a:pt x="23363" y="3283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901"/>
                  </a:lnTo>
                  <a:lnTo>
                    <a:pt x="23981" y="4016"/>
                  </a:lnTo>
                  <a:lnTo>
                    <a:pt x="23749" y="4209"/>
                  </a:lnTo>
                  <a:lnTo>
                    <a:pt x="23556" y="4480"/>
                  </a:lnTo>
                  <a:lnTo>
                    <a:pt x="23479" y="4750"/>
                  </a:lnTo>
                  <a:lnTo>
                    <a:pt x="23440" y="4905"/>
                  </a:lnTo>
                  <a:lnTo>
                    <a:pt x="23440" y="5020"/>
                  </a:lnTo>
                  <a:lnTo>
                    <a:pt x="23517" y="5291"/>
                  </a:lnTo>
                  <a:lnTo>
                    <a:pt x="23633" y="5484"/>
                  </a:lnTo>
                  <a:lnTo>
                    <a:pt x="23401" y="5522"/>
                  </a:lnTo>
                  <a:lnTo>
                    <a:pt x="23170" y="5561"/>
                  </a:lnTo>
                  <a:lnTo>
                    <a:pt x="22977" y="5715"/>
                  </a:lnTo>
                  <a:lnTo>
                    <a:pt x="22784" y="5870"/>
                  </a:lnTo>
                  <a:lnTo>
                    <a:pt x="22706" y="6102"/>
                  </a:lnTo>
                  <a:lnTo>
                    <a:pt x="22629" y="6372"/>
                  </a:lnTo>
                  <a:lnTo>
                    <a:pt x="22475" y="6295"/>
                  </a:lnTo>
                  <a:lnTo>
                    <a:pt x="22320" y="6256"/>
                  </a:lnTo>
                  <a:lnTo>
                    <a:pt x="22166" y="6217"/>
                  </a:lnTo>
                  <a:lnTo>
                    <a:pt x="21973" y="6217"/>
                  </a:lnTo>
                  <a:lnTo>
                    <a:pt x="21741" y="6295"/>
                  </a:lnTo>
                  <a:lnTo>
                    <a:pt x="21509" y="6411"/>
                  </a:lnTo>
                  <a:lnTo>
                    <a:pt x="21355" y="6565"/>
                  </a:lnTo>
                  <a:lnTo>
                    <a:pt x="21200" y="6797"/>
                  </a:lnTo>
                  <a:lnTo>
                    <a:pt x="21123" y="6449"/>
                  </a:lnTo>
                  <a:lnTo>
                    <a:pt x="20969" y="6140"/>
                  </a:lnTo>
                  <a:lnTo>
                    <a:pt x="20853" y="6024"/>
                  </a:lnTo>
                  <a:lnTo>
                    <a:pt x="20737" y="5909"/>
                  </a:lnTo>
                  <a:lnTo>
                    <a:pt x="20582" y="5831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80" y="5793"/>
                  </a:lnTo>
                  <a:lnTo>
                    <a:pt x="19887" y="5870"/>
                  </a:lnTo>
                  <a:lnTo>
                    <a:pt x="19772" y="5947"/>
                  </a:lnTo>
                  <a:lnTo>
                    <a:pt x="19733" y="5715"/>
                  </a:lnTo>
                  <a:lnTo>
                    <a:pt x="19617" y="5484"/>
                  </a:lnTo>
                  <a:lnTo>
                    <a:pt x="19463" y="5329"/>
                  </a:lnTo>
                  <a:lnTo>
                    <a:pt x="19385" y="5252"/>
                  </a:lnTo>
                  <a:lnTo>
                    <a:pt x="19270" y="5175"/>
                  </a:lnTo>
                  <a:lnTo>
                    <a:pt x="19038" y="5136"/>
                  </a:lnTo>
                  <a:lnTo>
                    <a:pt x="18845" y="5175"/>
                  </a:lnTo>
                  <a:lnTo>
                    <a:pt x="18652" y="5291"/>
                  </a:lnTo>
                  <a:lnTo>
                    <a:pt x="18497" y="5407"/>
                  </a:lnTo>
                  <a:lnTo>
                    <a:pt x="18459" y="5252"/>
                  </a:lnTo>
                  <a:lnTo>
                    <a:pt x="18420" y="5136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3" y="4673"/>
                  </a:lnTo>
                  <a:lnTo>
                    <a:pt x="17957" y="4596"/>
                  </a:lnTo>
                  <a:lnTo>
                    <a:pt x="17802" y="4557"/>
                  </a:lnTo>
                  <a:lnTo>
                    <a:pt x="17648" y="4518"/>
                  </a:lnTo>
                  <a:lnTo>
                    <a:pt x="17493" y="4557"/>
                  </a:lnTo>
                  <a:lnTo>
                    <a:pt x="17377" y="4596"/>
                  </a:lnTo>
                  <a:lnTo>
                    <a:pt x="17262" y="4634"/>
                  </a:lnTo>
                  <a:lnTo>
                    <a:pt x="17146" y="4750"/>
                  </a:lnTo>
                  <a:lnTo>
                    <a:pt x="17030" y="4827"/>
                  </a:lnTo>
                  <a:lnTo>
                    <a:pt x="16875" y="5098"/>
                  </a:lnTo>
                  <a:lnTo>
                    <a:pt x="16760" y="4943"/>
                  </a:lnTo>
                  <a:lnTo>
                    <a:pt x="16605" y="4789"/>
                  </a:lnTo>
                  <a:lnTo>
                    <a:pt x="16451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9" y="4673"/>
                  </a:lnTo>
                  <a:lnTo>
                    <a:pt x="15794" y="4750"/>
                  </a:lnTo>
                  <a:lnTo>
                    <a:pt x="15640" y="4866"/>
                  </a:lnTo>
                  <a:lnTo>
                    <a:pt x="15524" y="4982"/>
                  </a:lnTo>
                  <a:lnTo>
                    <a:pt x="15447" y="5136"/>
                  </a:lnTo>
                  <a:lnTo>
                    <a:pt x="15408" y="5329"/>
                  </a:lnTo>
                  <a:lnTo>
                    <a:pt x="15408" y="5484"/>
                  </a:lnTo>
                  <a:lnTo>
                    <a:pt x="15447" y="5561"/>
                  </a:lnTo>
                  <a:lnTo>
                    <a:pt x="15408" y="5561"/>
                  </a:lnTo>
                  <a:lnTo>
                    <a:pt x="15331" y="5368"/>
                  </a:lnTo>
                  <a:lnTo>
                    <a:pt x="15176" y="5175"/>
                  </a:lnTo>
                  <a:lnTo>
                    <a:pt x="15022" y="5059"/>
                  </a:lnTo>
                  <a:lnTo>
                    <a:pt x="14829" y="4982"/>
                  </a:lnTo>
                  <a:lnTo>
                    <a:pt x="14636" y="4943"/>
                  </a:lnTo>
                  <a:lnTo>
                    <a:pt x="14443" y="4982"/>
                  </a:lnTo>
                  <a:lnTo>
                    <a:pt x="14288" y="5020"/>
                  </a:lnTo>
                  <a:lnTo>
                    <a:pt x="14134" y="5098"/>
                  </a:lnTo>
                  <a:lnTo>
                    <a:pt x="14057" y="5175"/>
                  </a:lnTo>
                  <a:lnTo>
                    <a:pt x="13941" y="5291"/>
                  </a:lnTo>
                  <a:lnTo>
                    <a:pt x="13825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5"/>
                  </a:lnTo>
                  <a:lnTo>
                    <a:pt x="13168" y="5715"/>
                  </a:lnTo>
                  <a:lnTo>
                    <a:pt x="12937" y="5754"/>
                  </a:lnTo>
                  <a:lnTo>
                    <a:pt x="12744" y="5831"/>
                  </a:lnTo>
                  <a:lnTo>
                    <a:pt x="12589" y="5947"/>
                  </a:lnTo>
                  <a:lnTo>
                    <a:pt x="12512" y="6063"/>
                  </a:lnTo>
                  <a:lnTo>
                    <a:pt x="12435" y="6217"/>
                  </a:lnTo>
                  <a:lnTo>
                    <a:pt x="12358" y="6372"/>
                  </a:lnTo>
                  <a:lnTo>
                    <a:pt x="12358" y="6526"/>
                  </a:lnTo>
                  <a:lnTo>
                    <a:pt x="12358" y="6681"/>
                  </a:lnTo>
                  <a:lnTo>
                    <a:pt x="12358" y="6835"/>
                  </a:lnTo>
                  <a:lnTo>
                    <a:pt x="12435" y="6990"/>
                  </a:lnTo>
                  <a:lnTo>
                    <a:pt x="12164" y="7028"/>
                  </a:lnTo>
                  <a:lnTo>
                    <a:pt x="11894" y="7106"/>
                  </a:lnTo>
                  <a:lnTo>
                    <a:pt x="11662" y="7221"/>
                  </a:lnTo>
                  <a:lnTo>
                    <a:pt x="11508" y="7415"/>
                  </a:lnTo>
                  <a:lnTo>
                    <a:pt x="11392" y="7530"/>
                  </a:lnTo>
                  <a:lnTo>
                    <a:pt x="11354" y="7685"/>
                  </a:lnTo>
                  <a:lnTo>
                    <a:pt x="11315" y="7839"/>
                  </a:lnTo>
                  <a:lnTo>
                    <a:pt x="11276" y="7994"/>
                  </a:lnTo>
                  <a:lnTo>
                    <a:pt x="11315" y="8148"/>
                  </a:lnTo>
                  <a:lnTo>
                    <a:pt x="11354" y="8303"/>
                  </a:lnTo>
                  <a:lnTo>
                    <a:pt x="11392" y="8457"/>
                  </a:lnTo>
                  <a:lnTo>
                    <a:pt x="11469" y="8612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58" y="9229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2" y="10233"/>
                  </a:lnTo>
                  <a:lnTo>
                    <a:pt x="10620" y="10311"/>
                  </a:lnTo>
                  <a:lnTo>
                    <a:pt x="10427" y="10426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79" y="11006"/>
                  </a:lnTo>
                  <a:lnTo>
                    <a:pt x="10041" y="11237"/>
                  </a:lnTo>
                  <a:lnTo>
                    <a:pt x="10079" y="11469"/>
                  </a:lnTo>
                  <a:lnTo>
                    <a:pt x="10195" y="11701"/>
                  </a:lnTo>
                  <a:lnTo>
                    <a:pt x="9925" y="11739"/>
                  </a:lnTo>
                  <a:lnTo>
                    <a:pt x="9693" y="11855"/>
                  </a:lnTo>
                  <a:lnTo>
                    <a:pt x="9500" y="12010"/>
                  </a:lnTo>
                  <a:lnTo>
                    <a:pt x="9423" y="12087"/>
                  </a:lnTo>
                  <a:lnTo>
                    <a:pt x="9384" y="12203"/>
                  </a:lnTo>
                  <a:lnTo>
                    <a:pt x="9346" y="12319"/>
                  </a:lnTo>
                  <a:lnTo>
                    <a:pt x="9307" y="12473"/>
                  </a:lnTo>
                  <a:lnTo>
                    <a:pt x="9191" y="12396"/>
                  </a:lnTo>
                  <a:lnTo>
                    <a:pt x="9037" y="12319"/>
                  </a:lnTo>
                  <a:lnTo>
                    <a:pt x="8882" y="12280"/>
                  </a:lnTo>
                  <a:lnTo>
                    <a:pt x="8728" y="12280"/>
                  </a:lnTo>
                  <a:lnTo>
                    <a:pt x="8535" y="12357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10" y="12550"/>
                  </a:lnTo>
                  <a:lnTo>
                    <a:pt x="7994" y="12434"/>
                  </a:lnTo>
                  <a:lnTo>
                    <a:pt x="7878" y="12319"/>
                  </a:lnTo>
                  <a:lnTo>
                    <a:pt x="7724" y="12241"/>
                  </a:lnTo>
                  <a:lnTo>
                    <a:pt x="7492" y="12164"/>
                  </a:lnTo>
                  <a:lnTo>
                    <a:pt x="7222" y="12203"/>
                  </a:lnTo>
                  <a:lnTo>
                    <a:pt x="6990" y="12280"/>
                  </a:lnTo>
                  <a:lnTo>
                    <a:pt x="6797" y="12434"/>
                  </a:lnTo>
                  <a:lnTo>
                    <a:pt x="6797" y="12048"/>
                  </a:lnTo>
                  <a:lnTo>
                    <a:pt x="6758" y="11894"/>
                  </a:lnTo>
                  <a:lnTo>
                    <a:pt x="6681" y="11701"/>
                  </a:lnTo>
                  <a:lnTo>
                    <a:pt x="6604" y="11546"/>
                  </a:lnTo>
                  <a:lnTo>
                    <a:pt x="6527" y="11430"/>
                  </a:lnTo>
                  <a:lnTo>
                    <a:pt x="6372" y="11315"/>
                  </a:lnTo>
                  <a:lnTo>
                    <a:pt x="6218" y="11199"/>
                  </a:lnTo>
                  <a:lnTo>
                    <a:pt x="6063" y="11160"/>
                  </a:lnTo>
                  <a:lnTo>
                    <a:pt x="5716" y="11160"/>
                  </a:lnTo>
                  <a:lnTo>
                    <a:pt x="5523" y="11237"/>
                  </a:lnTo>
                  <a:lnTo>
                    <a:pt x="5523" y="10967"/>
                  </a:lnTo>
                  <a:lnTo>
                    <a:pt x="5445" y="10735"/>
                  </a:lnTo>
                  <a:lnTo>
                    <a:pt x="5330" y="10504"/>
                  </a:lnTo>
                  <a:lnTo>
                    <a:pt x="5214" y="10426"/>
                  </a:lnTo>
                  <a:lnTo>
                    <a:pt x="5098" y="10388"/>
                  </a:lnTo>
                  <a:lnTo>
                    <a:pt x="4943" y="10311"/>
                  </a:lnTo>
                  <a:lnTo>
                    <a:pt x="4828" y="10311"/>
                  </a:lnTo>
                  <a:lnTo>
                    <a:pt x="4673" y="10349"/>
                  </a:lnTo>
                  <a:lnTo>
                    <a:pt x="4519" y="10388"/>
                  </a:lnTo>
                  <a:lnTo>
                    <a:pt x="4519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10" y="9577"/>
                  </a:lnTo>
                  <a:lnTo>
                    <a:pt x="4055" y="9500"/>
                  </a:lnTo>
                  <a:lnTo>
                    <a:pt x="3901" y="9461"/>
                  </a:lnTo>
                  <a:lnTo>
                    <a:pt x="3746" y="9422"/>
                  </a:lnTo>
                  <a:lnTo>
                    <a:pt x="3592" y="9422"/>
                  </a:lnTo>
                  <a:lnTo>
                    <a:pt x="3399" y="9461"/>
                  </a:lnTo>
                  <a:lnTo>
                    <a:pt x="3283" y="9538"/>
                  </a:lnTo>
                  <a:lnTo>
                    <a:pt x="3129" y="9616"/>
                  </a:lnTo>
                  <a:lnTo>
                    <a:pt x="3013" y="9770"/>
                  </a:lnTo>
                  <a:lnTo>
                    <a:pt x="2974" y="9616"/>
                  </a:lnTo>
                  <a:lnTo>
                    <a:pt x="2897" y="9461"/>
                  </a:lnTo>
                  <a:lnTo>
                    <a:pt x="2781" y="9268"/>
                  </a:lnTo>
                  <a:lnTo>
                    <a:pt x="2627" y="9152"/>
                  </a:lnTo>
                  <a:lnTo>
                    <a:pt x="2433" y="9036"/>
                  </a:lnTo>
                  <a:lnTo>
                    <a:pt x="2240" y="8998"/>
                  </a:lnTo>
                  <a:lnTo>
                    <a:pt x="2047" y="9036"/>
                  </a:lnTo>
                  <a:lnTo>
                    <a:pt x="1854" y="9114"/>
                  </a:lnTo>
                  <a:lnTo>
                    <a:pt x="1700" y="9191"/>
                  </a:lnTo>
                  <a:lnTo>
                    <a:pt x="1545" y="9345"/>
                  </a:lnTo>
                  <a:lnTo>
                    <a:pt x="1430" y="9538"/>
                  </a:lnTo>
                  <a:lnTo>
                    <a:pt x="1391" y="9731"/>
                  </a:lnTo>
                  <a:lnTo>
                    <a:pt x="1352" y="9924"/>
                  </a:lnTo>
                  <a:lnTo>
                    <a:pt x="1121" y="9963"/>
                  </a:lnTo>
                  <a:lnTo>
                    <a:pt x="928" y="10040"/>
                  </a:lnTo>
                  <a:lnTo>
                    <a:pt x="696" y="10156"/>
                  </a:lnTo>
                  <a:lnTo>
                    <a:pt x="503" y="10311"/>
                  </a:lnTo>
                  <a:lnTo>
                    <a:pt x="387" y="10426"/>
                  </a:lnTo>
                  <a:lnTo>
                    <a:pt x="271" y="10581"/>
                  </a:lnTo>
                  <a:lnTo>
                    <a:pt x="117" y="10890"/>
                  </a:lnTo>
                  <a:lnTo>
                    <a:pt x="1" y="11237"/>
                  </a:lnTo>
                  <a:lnTo>
                    <a:pt x="1" y="11585"/>
                  </a:lnTo>
                  <a:lnTo>
                    <a:pt x="78" y="11932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9" y="12821"/>
                  </a:lnTo>
                  <a:lnTo>
                    <a:pt x="812" y="12936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086" y="13129"/>
                  </a:lnTo>
                  <a:lnTo>
                    <a:pt x="2472" y="12975"/>
                  </a:lnTo>
                  <a:lnTo>
                    <a:pt x="2820" y="12782"/>
                  </a:lnTo>
                  <a:lnTo>
                    <a:pt x="3129" y="12550"/>
                  </a:lnTo>
                  <a:lnTo>
                    <a:pt x="3360" y="12241"/>
                  </a:lnTo>
                  <a:lnTo>
                    <a:pt x="3592" y="12010"/>
                  </a:lnTo>
                  <a:lnTo>
                    <a:pt x="3553" y="11932"/>
                  </a:lnTo>
                  <a:lnTo>
                    <a:pt x="3515" y="11817"/>
                  </a:lnTo>
                  <a:lnTo>
                    <a:pt x="3437" y="11778"/>
                  </a:lnTo>
                  <a:lnTo>
                    <a:pt x="3322" y="11739"/>
                  </a:lnTo>
                  <a:lnTo>
                    <a:pt x="3283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20" y="12241"/>
                  </a:lnTo>
                  <a:lnTo>
                    <a:pt x="2588" y="12434"/>
                  </a:lnTo>
                  <a:lnTo>
                    <a:pt x="2318" y="12589"/>
                  </a:lnTo>
                  <a:lnTo>
                    <a:pt x="2047" y="12666"/>
                  </a:lnTo>
                  <a:lnTo>
                    <a:pt x="1738" y="12705"/>
                  </a:lnTo>
                  <a:lnTo>
                    <a:pt x="1430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2" y="12357"/>
                  </a:lnTo>
                  <a:lnTo>
                    <a:pt x="696" y="12203"/>
                  </a:lnTo>
                  <a:lnTo>
                    <a:pt x="619" y="12048"/>
                  </a:lnTo>
                  <a:lnTo>
                    <a:pt x="541" y="11894"/>
                  </a:lnTo>
                  <a:lnTo>
                    <a:pt x="503" y="11739"/>
                  </a:lnTo>
                  <a:lnTo>
                    <a:pt x="503" y="11546"/>
                  </a:lnTo>
                  <a:lnTo>
                    <a:pt x="503" y="11392"/>
                  </a:lnTo>
                  <a:lnTo>
                    <a:pt x="541" y="11199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9" y="10620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30" y="10388"/>
                  </a:lnTo>
                  <a:lnTo>
                    <a:pt x="1738" y="10349"/>
                  </a:lnTo>
                  <a:lnTo>
                    <a:pt x="2009" y="10349"/>
                  </a:lnTo>
                  <a:lnTo>
                    <a:pt x="2318" y="10388"/>
                  </a:lnTo>
                  <a:lnTo>
                    <a:pt x="2588" y="10426"/>
                  </a:lnTo>
                  <a:lnTo>
                    <a:pt x="2858" y="10542"/>
                  </a:lnTo>
                  <a:lnTo>
                    <a:pt x="3129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5" y="11662"/>
                  </a:lnTo>
                  <a:lnTo>
                    <a:pt x="5523" y="12396"/>
                  </a:lnTo>
                  <a:lnTo>
                    <a:pt x="5870" y="12705"/>
                  </a:lnTo>
                  <a:lnTo>
                    <a:pt x="6256" y="12975"/>
                  </a:lnTo>
                  <a:lnTo>
                    <a:pt x="6681" y="13207"/>
                  </a:lnTo>
                  <a:lnTo>
                    <a:pt x="7106" y="13438"/>
                  </a:lnTo>
                  <a:lnTo>
                    <a:pt x="7531" y="13593"/>
                  </a:lnTo>
                  <a:lnTo>
                    <a:pt x="7994" y="13747"/>
                  </a:lnTo>
                  <a:lnTo>
                    <a:pt x="8457" y="13786"/>
                  </a:lnTo>
                  <a:lnTo>
                    <a:pt x="8921" y="13786"/>
                  </a:lnTo>
                  <a:lnTo>
                    <a:pt x="9346" y="13709"/>
                  </a:lnTo>
                  <a:lnTo>
                    <a:pt x="9732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9" y="12473"/>
                  </a:lnTo>
                  <a:lnTo>
                    <a:pt x="11122" y="12126"/>
                  </a:lnTo>
                  <a:lnTo>
                    <a:pt x="11315" y="11739"/>
                  </a:lnTo>
                  <a:lnTo>
                    <a:pt x="11508" y="11237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6" y="9114"/>
                  </a:lnTo>
                  <a:lnTo>
                    <a:pt x="12358" y="8612"/>
                  </a:lnTo>
                  <a:lnTo>
                    <a:pt x="12589" y="8110"/>
                  </a:lnTo>
                  <a:lnTo>
                    <a:pt x="12937" y="7646"/>
                  </a:lnTo>
                  <a:lnTo>
                    <a:pt x="13284" y="7299"/>
                  </a:lnTo>
                  <a:lnTo>
                    <a:pt x="13632" y="6990"/>
                  </a:lnTo>
                  <a:lnTo>
                    <a:pt x="14018" y="6719"/>
                  </a:lnTo>
                  <a:lnTo>
                    <a:pt x="14443" y="6449"/>
                  </a:lnTo>
                  <a:lnTo>
                    <a:pt x="14906" y="6256"/>
                  </a:lnTo>
                  <a:lnTo>
                    <a:pt x="15369" y="6102"/>
                  </a:lnTo>
                  <a:lnTo>
                    <a:pt x="15833" y="5986"/>
                  </a:lnTo>
                  <a:lnTo>
                    <a:pt x="16296" y="5947"/>
                  </a:lnTo>
                  <a:lnTo>
                    <a:pt x="16605" y="5909"/>
                  </a:lnTo>
                  <a:lnTo>
                    <a:pt x="16914" y="5909"/>
                  </a:lnTo>
                  <a:lnTo>
                    <a:pt x="17455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4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2"/>
                  </a:lnTo>
                  <a:lnTo>
                    <a:pt x="21316" y="7646"/>
                  </a:lnTo>
                  <a:lnTo>
                    <a:pt x="21741" y="7723"/>
                  </a:lnTo>
                  <a:lnTo>
                    <a:pt x="22166" y="7762"/>
                  </a:lnTo>
                  <a:lnTo>
                    <a:pt x="22590" y="7723"/>
                  </a:lnTo>
                  <a:lnTo>
                    <a:pt x="22977" y="7646"/>
                  </a:lnTo>
                  <a:lnTo>
                    <a:pt x="23363" y="7530"/>
                  </a:lnTo>
                  <a:lnTo>
                    <a:pt x="23710" y="7299"/>
                  </a:lnTo>
                  <a:lnTo>
                    <a:pt x="24058" y="6990"/>
                  </a:lnTo>
                  <a:lnTo>
                    <a:pt x="24367" y="6642"/>
                  </a:lnTo>
                  <a:lnTo>
                    <a:pt x="24598" y="6295"/>
                  </a:lnTo>
                  <a:lnTo>
                    <a:pt x="24753" y="5909"/>
                  </a:lnTo>
                  <a:lnTo>
                    <a:pt x="24869" y="5484"/>
                  </a:lnTo>
                  <a:lnTo>
                    <a:pt x="24985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6" y="3746"/>
                  </a:lnTo>
                  <a:lnTo>
                    <a:pt x="24869" y="3283"/>
                  </a:lnTo>
                  <a:lnTo>
                    <a:pt x="24791" y="2858"/>
                  </a:lnTo>
                  <a:lnTo>
                    <a:pt x="24637" y="2395"/>
                  </a:lnTo>
                  <a:lnTo>
                    <a:pt x="24444" y="1970"/>
                  </a:lnTo>
                  <a:lnTo>
                    <a:pt x="24251" y="1584"/>
                  </a:lnTo>
                  <a:lnTo>
                    <a:pt x="24058" y="1198"/>
                  </a:lnTo>
                  <a:lnTo>
                    <a:pt x="23788" y="811"/>
                  </a:lnTo>
                  <a:lnTo>
                    <a:pt x="23942" y="387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70" y="78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5"/>
            <p:cNvSpPr/>
            <p:nvPr/>
          </p:nvSpPr>
          <p:spPr>
            <a:xfrm>
              <a:off x="4302325" y="96970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0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8"/>
                  </a:lnTo>
                  <a:lnTo>
                    <a:pt x="4364" y="1120"/>
                  </a:lnTo>
                  <a:lnTo>
                    <a:pt x="4634" y="1429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4" y="2433"/>
                  </a:lnTo>
                  <a:lnTo>
                    <a:pt x="5368" y="2819"/>
                  </a:lnTo>
                  <a:lnTo>
                    <a:pt x="5484" y="3205"/>
                  </a:lnTo>
                  <a:lnTo>
                    <a:pt x="5523" y="3591"/>
                  </a:lnTo>
                  <a:lnTo>
                    <a:pt x="5600" y="3978"/>
                  </a:lnTo>
                  <a:lnTo>
                    <a:pt x="5600" y="4402"/>
                  </a:lnTo>
                  <a:lnTo>
                    <a:pt x="5561" y="4789"/>
                  </a:lnTo>
                  <a:lnTo>
                    <a:pt x="5523" y="5213"/>
                  </a:lnTo>
                  <a:lnTo>
                    <a:pt x="5445" y="5599"/>
                  </a:lnTo>
                  <a:lnTo>
                    <a:pt x="5329" y="6024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6"/>
                  </a:lnTo>
                  <a:lnTo>
                    <a:pt x="4210" y="8032"/>
                  </a:lnTo>
                  <a:lnTo>
                    <a:pt x="3939" y="8380"/>
                  </a:lnTo>
                  <a:lnTo>
                    <a:pt x="3630" y="8727"/>
                  </a:lnTo>
                  <a:lnTo>
                    <a:pt x="3283" y="9036"/>
                  </a:lnTo>
                  <a:lnTo>
                    <a:pt x="2935" y="9306"/>
                  </a:lnTo>
                  <a:lnTo>
                    <a:pt x="2549" y="9577"/>
                  </a:lnTo>
                  <a:lnTo>
                    <a:pt x="2163" y="9808"/>
                  </a:lnTo>
                  <a:lnTo>
                    <a:pt x="1738" y="10040"/>
                  </a:lnTo>
                  <a:lnTo>
                    <a:pt x="1313" y="10233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1" y="10658"/>
                  </a:lnTo>
                  <a:lnTo>
                    <a:pt x="78" y="11044"/>
                  </a:lnTo>
                  <a:lnTo>
                    <a:pt x="618" y="10967"/>
                  </a:lnTo>
                  <a:lnTo>
                    <a:pt x="1120" y="1081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4"/>
                  </a:lnTo>
                  <a:lnTo>
                    <a:pt x="3399" y="9615"/>
                  </a:lnTo>
                  <a:lnTo>
                    <a:pt x="3785" y="9268"/>
                  </a:lnTo>
                  <a:lnTo>
                    <a:pt x="4171" y="8920"/>
                  </a:lnTo>
                  <a:lnTo>
                    <a:pt x="4480" y="8534"/>
                  </a:lnTo>
                  <a:lnTo>
                    <a:pt x="4827" y="8109"/>
                  </a:lnTo>
                  <a:lnTo>
                    <a:pt x="5098" y="7685"/>
                  </a:lnTo>
                  <a:lnTo>
                    <a:pt x="5368" y="7221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8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4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6" y="1313"/>
                  </a:lnTo>
                  <a:lnTo>
                    <a:pt x="4905" y="1004"/>
                  </a:lnTo>
                  <a:lnTo>
                    <a:pt x="4596" y="695"/>
                  </a:lnTo>
                  <a:lnTo>
                    <a:pt x="4287" y="425"/>
                  </a:lnTo>
                  <a:lnTo>
                    <a:pt x="3939" y="193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5"/>
            <p:cNvSpPr/>
            <p:nvPr/>
          </p:nvSpPr>
          <p:spPr>
            <a:xfrm>
              <a:off x="4272400" y="1236125"/>
              <a:ext cx="61800" cy="89825"/>
            </a:xfrm>
            <a:custGeom>
              <a:avLst/>
              <a:gdLst/>
              <a:ahLst/>
              <a:cxnLst/>
              <a:rect l="l" t="t" r="r" b="b"/>
              <a:pathLst>
                <a:path w="2472" h="3593" extrusionOk="0">
                  <a:moveTo>
                    <a:pt x="1082" y="1"/>
                  </a:moveTo>
                  <a:lnTo>
                    <a:pt x="1005" y="40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3"/>
                  </a:lnTo>
                  <a:lnTo>
                    <a:pt x="850" y="233"/>
                  </a:lnTo>
                  <a:lnTo>
                    <a:pt x="773" y="271"/>
                  </a:lnTo>
                  <a:lnTo>
                    <a:pt x="734" y="349"/>
                  </a:lnTo>
                  <a:lnTo>
                    <a:pt x="696" y="426"/>
                  </a:lnTo>
                  <a:lnTo>
                    <a:pt x="696" y="503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2"/>
                  </a:lnTo>
                  <a:lnTo>
                    <a:pt x="1275" y="928"/>
                  </a:lnTo>
                  <a:lnTo>
                    <a:pt x="1468" y="1082"/>
                  </a:lnTo>
                  <a:lnTo>
                    <a:pt x="1622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1" y="1932"/>
                  </a:lnTo>
                  <a:lnTo>
                    <a:pt x="1931" y="2163"/>
                  </a:lnTo>
                  <a:lnTo>
                    <a:pt x="1931" y="2434"/>
                  </a:lnTo>
                  <a:lnTo>
                    <a:pt x="1815" y="2743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2"/>
                  </a:lnTo>
                  <a:lnTo>
                    <a:pt x="1391" y="3129"/>
                  </a:lnTo>
                  <a:lnTo>
                    <a:pt x="1198" y="3129"/>
                  </a:lnTo>
                  <a:lnTo>
                    <a:pt x="1043" y="3090"/>
                  </a:lnTo>
                  <a:lnTo>
                    <a:pt x="927" y="3013"/>
                  </a:lnTo>
                  <a:lnTo>
                    <a:pt x="850" y="2897"/>
                  </a:lnTo>
                  <a:lnTo>
                    <a:pt x="811" y="2743"/>
                  </a:lnTo>
                  <a:lnTo>
                    <a:pt x="850" y="2588"/>
                  </a:lnTo>
                  <a:lnTo>
                    <a:pt x="927" y="2434"/>
                  </a:lnTo>
                  <a:lnTo>
                    <a:pt x="1043" y="2318"/>
                  </a:lnTo>
                  <a:lnTo>
                    <a:pt x="1159" y="2241"/>
                  </a:lnTo>
                  <a:lnTo>
                    <a:pt x="1159" y="2125"/>
                  </a:lnTo>
                  <a:lnTo>
                    <a:pt x="1120" y="2009"/>
                  </a:lnTo>
                  <a:lnTo>
                    <a:pt x="1043" y="1932"/>
                  </a:lnTo>
                  <a:lnTo>
                    <a:pt x="657" y="1623"/>
                  </a:lnTo>
                  <a:lnTo>
                    <a:pt x="425" y="1468"/>
                  </a:lnTo>
                  <a:lnTo>
                    <a:pt x="194" y="1314"/>
                  </a:lnTo>
                  <a:lnTo>
                    <a:pt x="1" y="1623"/>
                  </a:lnTo>
                  <a:lnTo>
                    <a:pt x="271" y="1893"/>
                  </a:lnTo>
                  <a:lnTo>
                    <a:pt x="580" y="2125"/>
                  </a:lnTo>
                  <a:lnTo>
                    <a:pt x="425" y="2356"/>
                  </a:lnTo>
                  <a:lnTo>
                    <a:pt x="348" y="2627"/>
                  </a:lnTo>
                  <a:lnTo>
                    <a:pt x="309" y="2897"/>
                  </a:lnTo>
                  <a:lnTo>
                    <a:pt x="348" y="3052"/>
                  </a:lnTo>
                  <a:lnTo>
                    <a:pt x="425" y="3167"/>
                  </a:lnTo>
                  <a:lnTo>
                    <a:pt x="541" y="3322"/>
                  </a:lnTo>
                  <a:lnTo>
                    <a:pt x="696" y="3476"/>
                  </a:lnTo>
                  <a:lnTo>
                    <a:pt x="889" y="3554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4"/>
                  </a:lnTo>
                  <a:lnTo>
                    <a:pt x="1700" y="3515"/>
                  </a:lnTo>
                  <a:lnTo>
                    <a:pt x="1854" y="3399"/>
                  </a:lnTo>
                  <a:lnTo>
                    <a:pt x="2047" y="3245"/>
                  </a:lnTo>
                  <a:lnTo>
                    <a:pt x="2202" y="3052"/>
                  </a:lnTo>
                  <a:lnTo>
                    <a:pt x="2317" y="2858"/>
                  </a:lnTo>
                  <a:lnTo>
                    <a:pt x="2395" y="2665"/>
                  </a:lnTo>
                  <a:lnTo>
                    <a:pt x="2433" y="2472"/>
                  </a:lnTo>
                  <a:lnTo>
                    <a:pt x="2472" y="2241"/>
                  </a:lnTo>
                  <a:lnTo>
                    <a:pt x="2433" y="2009"/>
                  </a:lnTo>
                  <a:lnTo>
                    <a:pt x="2395" y="1816"/>
                  </a:lnTo>
                  <a:lnTo>
                    <a:pt x="2317" y="1584"/>
                  </a:lnTo>
                  <a:lnTo>
                    <a:pt x="2202" y="1391"/>
                  </a:lnTo>
                  <a:lnTo>
                    <a:pt x="1970" y="1005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5"/>
            <p:cNvSpPr/>
            <p:nvPr/>
          </p:nvSpPr>
          <p:spPr>
            <a:xfrm>
              <a:off x="4184550" y="1267025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1"/>
                  </a:moveTo>
                  <a:lnTo>
                    <a:pt x="3360" y="78"/>
                  </a:lnTo>
                  <a:lnTo>
                    <a:pt x="3244" y="78"/>
                  </a:lnTo>
                  <a:lnTo>
                    <a:pt x="3013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3" y="1931"/>
                  </a:lnTo>
                  <a:lnTo>
                    <a:pt x="1082" y="2009"/>
                  </a:lnTo>
                  <a:lnTo>
                    <a:pt x="1120" y="2086"/>
                  </a:lnTo>
                  <a:lnTo>
                    <a:pt x="1005" y="2086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1" y="2240"/>
                  </a:lnTo>
                  <a:lnTo>
                    <a:pt x="811" y="2356"/>
                  </a:lnTo>
                  <a:lnTo>
                    <a:pt x="811" y="2433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8" y="2588"/>
                  </a:lnTo>
                  <a:lnTo>
                    <a:pt x="1429" y="2704"/>
                  </a:lnTo>
                  <a:lnTo>
                    <a:pt x="1622" y="2820"/>
                  </a:lnTo>
                  <a:lnTo>
                    <a:pt x="1815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4" y="3630"/>
                  </a:lnTo>
                  <a:lnTo>
                    <a:pt x="2124" y="3901"/>
                  </a:lnTo>
                  <a:lnTo>
                    <a:pt x="2086" y="4094"/>
                  </a:lnTo>
                  <a:lnTo>
                    <a:pt x="2009" y="4326"/>
                  </a:lnTo>
                  <a:lnTo>
                    <a:pt x="1893" y="4519"/>
                  </a:lnTo>
                  <a:lnTo>
                    <a:pt x="1738" y="4712"/>
                  </a:lnTo>
                  <a:lnTo>
                    <a:pt x="1545" y="4828"/>
                  </a:lnTo>
                  <a:lnTo>
                    <a:pt x="1313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6"/>
                  </a:lnTo>
                  <a:lnTo>
                    <a:pt x="657" y="4441"/>
                  </a:lnTo>
                  <a:lnTo>
                    <a:pt x="734" y="4287"/>
                  </a:lnTo>
                  <a:lnTo>
                    <a:pt x="811" y="4210"/>
                  </a:lnTo>
                  <a:lnTo>
                    <a:pt x="889" y="4132"/>
                  </a:lnTo>
                  <a:lnTo>
                    <a:pt x="966" y="4094"/>
                  </a:lnTo>
                  <a:lnTo>
                    <a:pt x="1120" y="4094"/>
                  </a:lnTo>
                  <a:lnTo>
                    <a:pt x="1236" y="4017"/>
                  </a:lnTo>
                  <a:lnTo>
                    <a:pt x="1313" y="3901"/>
                  </a:lnTo>
                  <a:lnTo>
                    <a:pt x="1313" y="3785"/>
                  </a:lnTo>
                  <a:lnTo>
                    <a:pt x="1275" y="3708"/>
                  </a:lnTo>
                  <a:lnTo>
                    <a:pt x="1198" y="3669"/>
                  </a:lnTo>
                  <a:lnTo>
                    <a:pt x="116" y="2935"/>
                  </a:lnTo>
                  <a:lnTo>
                    <a:pt x="1" y="3283"/>
                  </a:lnTo>
                  <a:lnTo>
                    <a:pt x="657" y="3785"/>
                  </a:lnTo>
                  <a:lnTo>
                    <a:pt x="503" y="3862"/>
                  </a:lnTo>
                  <a:lnTo>
                    <a:pt x="387" y="3978"/>
                  </a:lnTo>
                  <a:lnTo>
                    <a:pt x="309" y="4094"/>
                  </a:lnTo>
                  <a:lnTo>
                    <a:pt x="232" y="4248"/>
                  </a:lnTo>
                  <a:lnTo>
                    <a:pt x="194" y="4403"/>
                  </a:lnTo>
                  <a:lnTo>
                    <a:pt x="194" y="4557"/>
                  </a:lnTo>
                  <a:lnTo>
                    <a:pt x="194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1" y="5252"/>
                  </a:lnTo>
                  <a:lnTo>
                    <a:pt x="734" y="5368"/>
                  </a:lnTo>
                  <a:lnTo>
                    <a:pt x="966" y="5407"/>
                  </a:lnTo>
                  <a:lnTo>
                    <a:pt x="1198" y="5407"/>
                  </a:lnTo>
                  <a:lnTo>
                    <a:pt x="1429" y="5368"/>
                  </a:lnTo>
                  <a:lnTo>
                    <a:pt x="1622" y="5330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0" y="4828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6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31" y="2472"/>
                  </a:lnTo>
                  <a:lnTo>
                    <a:pt x="1738" y="2356"/>
                  </a:lnTo>
                  <a:lnTo>
                    <a:pt x="1507" y="2202"/>
                  </a:lnTo>
                  <a:lnTo>
                    <a:pt x="1275" y="2124"/>
                  </a:lnTo>
                  <a:lnTo>
                    <a:pt x="1622" y="1970"/>
                  </a:lnTo>
                  <a:lnTo>
                    <a:pt x="1931" y="1816"/>
                  </a:lnTo>
                  <a:lnTo>
                    <a:pt x="2240" y="1622"/>
                  </a:lnTo>
                  <a:lnTo>
                    <a:pt x="2549" y="1391"/>
                  </a:lnTo>
                  <a:lnTo>
                    <a:pt x="2819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7" y="541"/>
                  </a:lnTo>
                  <a:lnTo>
                    <a:pt x="3515" y="387"/>
                  </a:lnTo>
                  <a:lnTo>
                    <a:pt x="3708" y="78"/>
                  </a:lnTo>
                  <a:lnTo>
                    <a:pt x="351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5"/>
            <p:cNvSpPr/>
            <p:nvPr/>
          </p:nvSpPr>
          <p:spPr>
            <a:xfrm>
              <a:off x="3876600" y="1260275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0" y="232"/>
                  </a:lnTo>
                  <a:lnTo>
                    <a:pt x="502" y="966"/>
                  </a:lnTo>
                  <a:lnTo>
                    <a:pt x="1043" y="1622"/>
                  </a:lnTo>
                  <a:lnTo>
                    <a:pt x="1699" y="2279"/>
                  </a:lnTo>
                  <a:lnTo>
                    <a:pt x="2356" y="2858"/>
                  </a:lnTo>
                  <a:lnTo>
                    <a:pt x="3090" y="3398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4" y="4982"/>
                  </a:lnTo>
                  <a:lnTo>
                    <a:pt x="8998" y="4943"/>
                  </a:lnTo>
                  <a:lnTo>
                    <a:pt x="9422" y="4866"/>
                  </a:lnTo>
                  <a:lnTo>
                    <a:pt x="9847" y="4789"/>
                  </a:lnTo>
                  <a:lnTo>
                    <a:pt x="10272" y="4673"/>
                  </a:lnTo>
                  <a:lnTo>
                    <a:pt x="10658" y="4518"/>
                  </a:lnTo>
                  <a:lnTo>
                    <a:pt x="11083" y="4325"/>
                  </a:lnTo>
                  <a:lnTo>
                    <a:pt x="11469" y="4132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319" y="3553"/>
                  </a:lnTo>
                  <a:lnTo>
                    <a:pt x="12434" y="3205"/>
                  </a:lnTo>
                  <a:lnTo>
                    <a:pt x="12357" y="3167"/>
                  </a:lnTo>
                  <a:lnTo>
                    <a:pt x="12280" y="3205"/>
                  </a:lnTo>
                  <a:lnTo>
                    <a:pt x="12203" y="3128"/>
                  </a:lnTo>
                  <a:lnTo>
                    <a:pt x="12010" y="3128"/>
                  </a:lnTo>
                  <a:lnTo>
                    <a:pt x="11932" y="3205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6" y="4016"/>
                  </a:lnTo>
                  <a:lnTo>
                    <a:pt x="10040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1" y="4480"/>
                  </a:lnTo>
                  <a:lnTo>
                    <a:pt x="7916" y="4480"/>
                  </a:lnTo>
                  <a:lnTo>
                    <a:pt x="7492" y="4441"/>
                  </a:lnTo>
                  <a:lnTo>
                    <a:pt x="7067" y="4402"/>
                  </a:lnTo>
                  <a:lnTo>
                    <a:pt x="6642" y="4364"/>
                  </a:lnTo>
                  <a:lnTo>
                    <a:pt x="6217" y="4248"/>
                  </a:lnTo>
                  <a:lnTo>
                    <a:pt x="5793" y="4171"/>
                  </a:lnTo>
                  <a:lnTo>
                    <a:pt x="5368" y="4016"/>
                  </a:lnTo>
                  <a:lnTo>
                    <a:pt x="4596" y="3707"/>
                  </a:lnTo>
                  <a:lnTo>
                    <a:pt x="3901" y="3283"/>
                  </a:lnTo>
                  <a:lnTo>
                    <a:pt x="3205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5"/>
            <p:cNvSpPr/>
            <p:nvPr/>
          </p:nvSpPr>
          <p:spPr>
            <a:xfrm>
              <a:off x="3792600" y="960050"/>
              <a:ext cx="625600" cy="344650"/>
            </a:xfrm>
            <a:custGeom>
              <a:avLst/>
              <a:gdLst/>
              <a:ahLst/>
              <a:cxnLst/>
              <a:rect l="l" t="t" r="r" b="b"/>
              <a:pathLst>
                <a:path w="25024" h="13786" extrusionOk="0">
                  <a:moveTo>
                    <a:pt x="23286" y="966"/>
                  </a:moveTo>
                  <a:lnTo>
                    <a:pt x="23633" y="1468"/>
                  </a:lnTo>
                  <a:lnTo>
                    <a:pt x="23942" y="2008"/>
                  </a:lnTo>
                  <a:lnTo>
                    <a:pt x="23788" y="2163"/>
                  </a:lnTo>
                  <a:lnTo>
                    <a:pt x="23633" y="2201"/>
                  </a:lnTo>
                  <a:lnTo>
                    <a:pt x="23479" y="2201"/>
                  </a:lnTo>
                  <a:lnTo>
                    <a:pt x="23324" y="2163"/>
                  </a:lnTo>
                  <a:lnTo>
                    <a:pt x="23208" y="2085"/>
                  </a:lnTo>
                  <a:lnTo>
                    <a:pt x="23093" y="1970"/>
                  </a:lnTo>
                  <a:lnTo>
                    <a:pt x="23015" y="1815"/>
                  </a:lnTo>
                  <a:lnTo>
                    <a:pt x="22977" y="1661"/>
                  </a:lnTo>
                  <a:lnTo>
                    <a:pt x="22977" y="1429"/>
                  </a:lnTo>
                  <a:lnTo>
                    <a:pt x="23054" y="1274"/>
                  </a:lnTo>
                  <a:lnTo>
                    <a:pt x="23170" y="1120"/>
                  </a:lnTo>
                  <a:lnTo>
                    <a:pt x="23286" y="966"/>
                  </a:lnTo>
                  <a:close/>
                  <a:moveTo>
                    <a:pt x="24097" y="2433"/>
                  </a:moveTo>
                  <a:lnTo>
                    <a:pt x="24212" y="2780"/>
                  </a:lnTo>
                  <a:lnTo>
                    <a:pt x="24328" y="3089"/>
                  </a:lnTo>
                  <a:lnTo>
                    <a:pt x="24367" y="3437"/>
                  </a:lnTo>
                  <a:lnTo>
                    <a:pt x="24444" y="3823"/>
                  </a:lnTo>
                  <a:lnTo>
                    <a:pt x="24174" y="3746"/>
                  </a:lnTo>
                  <a:lnTo>
                    <a:pt x="23942" y="3591"/>
                  </a:lnTo>
                  <a:lnTo>
                    <a:pt x="23865" y="3514"/>
                  </a:lnTo>
                  <a:lnTo>
                    <a:pt x="23788" y="3398"/>
                  </a:lnTo>
                  <a:lnTo>
                    <a:pt x="23749" y="3282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8" y="2742"/>
                  </a:lnTo>
                  <a:lnTo>
                    <a:pt x="23942" y="2587"/>
                  </a:lnTo>
                  <a:lnTo>
                    <a:pt x="24097" y="2433"/>
                  </a:lnTo>
                  <a:close/>
                  <a:moveTo>
                    <a:pt x="16296" y="4981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7" y="5290"/>
                  </a:lnTo>
                  <a:lnTo>
                    <a:pt x="16567" y="5406"/>
                  </a:lnTo>
                  <a:lnTo>
                    <a:pt x="16296" y="5445"/>
                  </a:lnTo>
                  <a:lnTo>
                    <a:pt x="15640" y="5522"/>
                  </a:lnTo>
                  <a:lnTo>
                    <a:pt x="15640" y="5483"/>
                  </a:lnTo>
                  <a:lnTo>
                    <a:pt x="15679" y="5368"/>
                  </a:lnTo>
                  <a:lnTo>
                    <a:pt x="15717" y="5252"/>
                  </a:lnTo>
                  <a:lnTo>
                    <a:pt x="15756" y="5175"/>
                  </a:lnTo>
                  <a:lnTo>
                    <a:pt x="15833" y="5097"/>
                  </a:lnTo>
                  <a:lnTo>
                    <a:pt x="15949" y="5020"/>
                  </a:lnTo>
                  <a:lnTo>
                    <a:pt x="16065" y="4981"/>
                  </a:lnTo>
                  <a:close/>
                  <a:moveTo>
                    <a:pt x="24444" y="4248"/>
                  </a:moveTo>
                  <a:lnTo>
                    <a:pt x="24444" y="4673"/>
                  </a:lnTo>
                  <a:lnTo>
                    <a:pt x="24367" y="5097"/>
                  </a:lnTo>
                  <a:lnTo>
                    <a:pt x="24251" y="5522"/>
                  </a:lnTo>
                  <a:lnTo>
                    <a:pt x="24058" y="5445"/>
                  </a:lnTo>
                  <a:lnTo>
                    <a:pt x="23904" y="5290"/>
                  </a:lnTo>
                  <a:lnTo>
                    <a:pt x="23826" y="5097"/>
                  </a:lnTo>
                  <a:lnTo>
                    <a:pt x="23788" y="4981"/>
                  </a:lnTo>
                  <a:lnTo>
                    <a:pt x="23788" y="4866"/>
                  </a:lnTo>
                  <a:lnTo>
                    <a:pt x="23826" y="4750"/>
                  </a:lnTo>
                  <a:lnTo>
                    <a:pt x="23865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6"/>
                  </a:lnTo>
                  <a:lnTo>
                    <a:pt x="18073" y="5638"/>
                  </a:lnTo>
                  <a:lnTo>
                    <a:pt x="17571" y="5522"/>
                  </a:lnTo>
                  <a:lnTo>
                    <a:pt x="17030" y="5445"/>
                  </a:lnTo>
                  <a:lnTo>
                    <a:pt x="17069" y="5290"/>
                  </a:lnTo>
                  <a:lnTo>
                    <a:pt x="17107" y="5175"/>
                  </a:lnTo>
                  <a:lnTo>
                    <a:pt x="17185" y="5059"/>
                  </a:lnTo>
                  <a:lnTo>
                    <a:pt x="17300" y="4943"/>
                  </a:lnTo>
                  <a:lnTo>
                    <a:pt x="17416" y="4904"/>
                  </a:lnTo>
                  <a:lnTo>
                    <a:pt x="17532" y="4866"/>
                  </a:lnTo>
                  <a:lnTo>
                    <a:pt x="17648" y="4827"/>
                  </a:lnTo>
                  <a:close/>
                  <a:moveTo>
                    <a:pt x="14713" y="5329"/>
                  </a:moveTo>
                  <a:lnTo>
                    <a:pt x="14829" y="5368"/>
                  </a:lnTo>
                  <a:lnTo>
                    <a:pt x="14906" y="5445"/>
                  </a:lnTo>
                  <a:lnTo>
                    <a:pt x="15022" y="5561"/>
                  </a:lnTo>
                  <a:lnTo>
                    <a:pt x="15061" y="5677"/>
                  </a:lnTo>
                  <a:lnTo>
                    <a:pt x="14559" y="5870"/>
                  </a:lnTo>
                  <a:lnTo>
                    <a:pt x="14057" y="6101"/>
                  </a:lnTo>
                  <a:lnTo>
                    <a:pt x="14018" y="6063"/>
                  </a:lnTo>
                  <a:lnTo>
                    <a:pt x="14057" y="5831"/>
                  </a:lnTo>
                  <a:lnTo>
                    <a:pt x="14134" y="5599"/>
                  </a:lnTo>
                  <a:lnTo>
                    <a:pt x="14250" y="5445"/>
                  </a:lnTo>
                  <a:lnTo>
                    <a:pt x="14366" y="5368"/>
                  </a:lnTo>
                  <a:lnTo>
                    <a:pt x="14443" y="5329"/>
                  </a:lnTo>
                  <a:close/>
                  <a:moveTo>
                    <a:pt x="18999" y="5483"/>
                  </a:moveTo>
                  <a:lnTo>
                    <a:pt x="19115" y="5522"/>
                  </a:lnTo>
                  <a:lnTo>
                    <a:pt x="19193" y="5561"/>
                  </a:lnTo>
                  <a:lnTo>
                    <a:pt x="19308" y="5677"/>
                  </a:lnTo>
                  <a:lnTo>
                    <a:pt x="19386" y="5831"/>
                  </a:lnTo>
                  <a:lnTo>
                    <a:pt x="19386" y="5985"/>
                  </a:lnTo>
                  <a:lnTo>
                    <a:pt x="19347" y="6179"/>
                  </a:lnTo>
                  <a:lnTo>
                    <a:pt x="18613" y="5831"/>
                  </a:lnTo>
                  <a:lnTo>
                    <a:pt x="18652" y="5754"/>
                  </a:lnTo>
                  <a:lnTo>
                    <a:pt x="18691" y="5677"/>
                  </a:lnTo>
                  <a:lnTo>
                    <a:pt x="18845" y="5522"/>
                  </a:lnTo>
                  <a:lnTo>
                    <a:pt x="18999" y="5483"/>
                  </a:lnTo>
                  <a:close/>
                  <a:moveTo>
                    <a:pt x="20197" y="6063"/>
                  </a:moveTo>
                  <a:lnTo>
                    <a:pt x="20351" y="6101"/>
                  </a:lnTo>
                  <a:lnTo>
                    <a:pt x="20467" y="6140"/>
                  </a:lnTo>
                  <a:lnTo>
                    <a:pt x="20544" y="6179"/>
                  </a:lnTo>
                  <a:lnTo>
                    <a:pt x="20699" y="6333"/>
                  </a:lnTo>
                  <a:lnTo>
                    <a:pt x="20776" y="6526"/>
                  </a:lnTo>
                  <a:lnTo>
                    <a:pt x="20814" y="6719"/>
                  </a:lnTo>
                  <a:lnTo>
                    <a:pt x="20892" y="6951"/>
                  </a:lnTo>
                  <a:lnTo>
                    <a:pt x="20467" y="6758"/>
                  </a:lnTo>
                  <a:lnTo>
                    <a:pt x="20081" y="6565"/>
                  </a:lnTo>
                  <a:lnTo>
                    <a:pt x="19810" y="6410"/>
                  </a:lnTo>
                  <a:lnTo>
                    <a:pt x="19849" y="6294"/>
                  </a:lnTo>
                  <a:lnTo>
                    <a:pt x="19888" y="6179"/>
                  </a:lnTo>
                  <a:lnTo>
                    <a:pt x="20003" y="6140"/>
                  </a:lnTo>
                  <a:lnTo>
                    <a:pt x="20081" y="6101"/>
                  </a:lnTo>
                  <a:lnTo>
                    <a:pt x="20197" y="6063"/>
                  </a:lnTo>
                  <a:close/>
                  <a:moveTo>
                    <a:pt x="23517" y="5870"/>
                  </a:moveTo>
                  <a:lnTo>
                    <a:pt x="23710" y="5908"/>
                  </a:lnTo>
                  <a:lnTo>
                    <a:pt x="23942" y="5985"/>
                  </a:lnTo>
                  <a:lnTo>
                    <a:pt x="24019" y="6024"/>
                  </a:lnTo>
                  <a:lnTo>
                    <a:pt x="24097" y="6024"/>
                  </a:lnTo>
                  <a:lnTo>
                    <a:pt x="23942" y="6294"/>
                  </a:lnTo>
                  <a:lnTo>
                    <a:pt x="23749" y="6565"/>
                  </a:lnTo>
                  <a:lnTo>
                    <a:pt x="23517" y="6796"/>
                  </a:lnTo>
                  <a:lnTo>
                    <a:pt x="23247" y="6989"/>
                  </a:lnTo>
                  <a:lnTo>
                    <a:pt x="23208" y="6951"/>
                  </a:lnTo>
                  <a:lnTo>
                    <a:pt x="23093" y="6758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4" y="6179"/>
                  </a:lnTo>
                  <a:lnTo>
                    <a:pt x="23131" y="6101"/>
                  </a:lnTo>
                  <a:lnTo>
                    <a:pt x="23208" y="6024"/>
                  </a:lnTo>
                  <a:lnTo>
                    <a:pt x="23286" y="5947"/>
                  </a:lnTo>
                  <a:lnTo>
                    <a:pt x="23517" y="5870"/>
                  </a:lnTo>
                  <a:close/>
                  <a:moveTo>
                    <a:pt x="13246" y="6101"/>
                  </a:moveTo>
                  <a:lnTo>
                    <a:pt x="13478" y="6179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9" y="6719"/>
                  </a:lnTo>
                  <a:lnTo>
                    <a:pt x="12782" y="7105"/>
                  </a:lnTo>
                  <a:lnTo>
                    <a:pt x="12705" y="7067"/>
                  </a:lnTo>
                  <a:lnTo>
                    <a:pt x="12667" y="6951"/>
                  </a:lnTo>
                  <a:lnTo>
                    <a:pt x="12628" y="6796"/>
                  </a:lnTo>
                  <a:lnTo>
                    <a:pt x="12628" y="6681"/>
                  </a:lnTo>
                  <a:lnTo>
                    <a:pt x="12667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60" y="6217"/>
                  </a:lnTo>
                  <a:lnTo>
                    <a:pt x="13014" y="6140"/>
                  </a:lnTo>
                  <a:lnTo>
                    <a:pt x="13130" y="6101"/>
                  </a:lnTo>
                  <a:close/>
                  <a:moveTo>
                    <a:pt x="22166" y="6565"/>
                  </a:moveTo>
                  <a:lnTo>
                    <a:pt x="22282" y="6603"/>
                  </a:lnTo>
                  <a:lnTo>
                    <a:pt x="22475" y="6719"/>
                  </a:lnTo>
                  <a:lnTo>
                    <a:pt x="22629" y="6874"/>
                  </a:lnTo>
                  <a:lnTo>
                    <a:pt x="22784" y="7028"/>
                  </a:lnTo>
                  <a:lnTo>
                    <a:pt x="22861" y="7067"/>
                  </a:lnTo>
                  <a:lnTo>
                    <a:pt x="22938" y="7067"/>
                  </a:lnTo>
                  <a:lnTo>
                    <a:pt x="22977" y="7105"/>
                  </a:lnTo>
                  <a:lnTo>
                    <a:pt x="22938" y="7144"/>
                  </a:lnTo>
                  <a:lnTo>
                    <a:pt x="22552" y="7221"/>
                  </a:lnTo>
                  <a:lnTo>
                    <a:pt x="22166" y="7260"/>
                  </a:lnTo>
                  <a:lnTo>
                    <a:pt x="21780" y="7221"/>
                  </a:lnTo>
                  <a:lnTo>
                    <a:pt x="21394" y="7105"/>
                  </a:lnTo>
                  <a:lnTo>
                    <a:pt x="21471" y="6912"/>
                  </a:lnTo>
                  <a:lnTo>
                    <a:pt x="21625" y="6758"/>
                  </a:lnTo>
                  <a:lnTo>
                    <a:pt x="21818" y="6603"/>
                  </a:lnTo>
                  <a:lnTo>
                    <a:pt x="22050" y="6565"/>
                  </a:lnTo>
                  <a:close/>
                  <a:moveTo>
                    <a:pt x="12280" y="7414"/>
                  </a:moveTo>
                  <a:lnTo>
                    <a:pt x="12474" y="7453"/>
                  </a:lnTo>
                  <a:lnTo>
                    <a:pt x="12126" y="7993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63" y="8109"/>
                  </a:lnTo>
                  <a:lnTo>
                    <a:pt x="11663" y="7955"/>
                  </a:lnTo>
                  <a:lnTo>
                    <a:pt x="11663" y="7839"/>
                  </a:lnTo>
                  <a:lnTo>
                    <a:pt x="11740" y="7723"/>
                  </a:lnTo>
                  <a:lnTo>
                    <a:pt x="11817" y="7607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65" y="7414"/>
                  </a:lnTo>
                  <a:close/>
                  <a:moveTo>
                    <a:pt x="2241" y="9384"/>
                  </a:moveTo>
                  <a:lnTo>
                    <a:pt x="2356" y="9422"/>
                  </a:lnTo>
                  <a:lnTo>
                    <a:pt x="2472" y="9499"/>
                  </a:lnTo>
                  <a:lnTo>
                    <a:pt x="2550" y="9577"/>
                  </a:lnTo>
                  <a:lnTo>
                    <a:pt x="2627" y="9770"/>
                  </a:lnTo>
                  <a:lnTo>
                    <a:pt x="2627" y="9886"/>
                  </a:lnTo>
                  <a:lnTo>
                    <a:pt x="2627" y="10001"/>
                  </a:lnTo>
                  <a:lnTo>
                    <a:pt x="2125" y="9886"/>
                  </a:lnTo>
                  <a:lnTo>
                    <a:pt x="1661" y="9886"/>
                  </a:lnTo>
                  <a:lnTo>
                    <a:pt x="1700" y="9770"/>
                  </a:lnTo>
                  <a:lnTo>
                    <a:pt x="1739" y="9654"/>
                  </a:lnTo>
                  <a:lnTo>
                    <a:pt x="1816" y="9538"/>
                  </a:lnTo>
                  <a:lnTo>
                    <a:pt x="1893" y="9461"/>
                  </a:lnTo>
                  <a:lnTo>
                    <a:pt x="2009" y="9384"/>
                  </a:lnTo>
                  <a:close/>
                  <a:moveTo>
                    <a:pt x="11663" y="8997"/>
                  </a:moveTo>
                  <a:lnTo>
                    <a:pt x="11470" y="9499"/>
                  </a:lnTo>
                  <a:lnTo>
                    <a:pt x="11354" y="10040"/>
                  </a:lnTo>
                  <a:lnTo>
                    <a:pt x="11276" y="10272"/>
                  </a:lnTo>
                  <a:lnTo>
                    <a:pt x="11238" y="10272"/>
                  </a:lnTo>
                  <a:lnTo>
                    <a:pt x="11083" y="10079"/>
                  </a:lnTo>
                  <a:lnTo>
                    <a:pt x="10968" y="9847"/>
                  </a:lnTo>
                  <a:lnTo>
                    <a:pt x="10929" y="9692"/>
                  </a:lnTo>
                  <a:lnTo>
                    <a:pt x="10929" y="9577"/>
                  </a:lnTo>
                  <a:lnTo>
                    <a:pt x="10968" y="9461"/>
                  </a:lnTo>
                  <a:lnTo>
                    <a:pt x="11006" y="9345"/>
                  </a:lnTo>
                  <a:lnTo>
                    <a:pt x="11122" y="9152"/>
                  </a:lnTo>
                  <a:lnTo>
                    <a:pt x="11276" y="9075"/>
                  </a:lnTo>
                  <a:lnTo>
                    <a:pt x="11470" y="8997"/>
                  </a:lnTo>
                  <a:close/>
                  <a:moveTo>
                    <a:pt x="3785" y="9770"/>
                  </a:moveTo>
                  <a:lnTo>
                    <a:pt x="3901" y="9808"/>
                  </a:lnTo>
                  <a:lnTo>
                    <a:pt x="4017" y="9886"/>
                  </a:lnTo>
                  <a:lnTo>
                    <a:pt x="4094" y="10001"/>
                  </a:lnTo>
                  <a:lnTo>
                    <a:pt x="4133" y="10117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4" y="10542"/>
                  </a:lnTo>
                  <a:lnTo>
                    <a:pt x="4017" y="10658"/>
                  </a:lnTo>
                  <a:lnTo>
                    <a:pt x="3862" y="10542"/>
                  </a:lnTo>
                  <a:lnTo>
                    <a:pt x="3515" y="10349"/>
                  </a:lnTo>
                  <a:lnTo>
                    <a:pt x="3090" y="10156"/>
                  </a:lnTo>
                  <a:lnTo>
                    <a:pt x="3129" y="10040"/>
                  </a:lnTo>
                  <a:lnTo>
                    <a:pt x="3245" y="9924"/>
                  </a:lnTo>
                  <a:lnTo>
                    <a:pt x="3360" y="9847"/>
                  </a:lnTo>
                  <a:lnTo>
                    <a:pt x="3515" y="9770"/>
                  </a:lnTo>
                  <a:close/>
                  <a:moveTo>
                    <a:pt x="4944" y="10658"/>
                  </a:moveTo>
                  <a:lnTo>
                    <a:pt x="5021" y="10735"/>
                  </a:lnTo>
                  <a:lnTo>
                    <a:pt x="5098" y="10774"/>
                  </a:lnTo>
                  <a:lnTo>
                    <a:pt x="5137" y="10890"/>
                  </a:lnTo>
                  <a:lnTo>
                    <a:pt x="5175" y="11044"/>
                  </a:lnTo>
                  <a:lnTo>
                    <a:pt x="5137" y="11237"/>
                  </a:lnTo>
                  <a:lnTo>
                    <a:pt x="5098" y="11430"/>
                  </a:lnTo>
                  <a:lnTo>
                    <a:pt x="4403" y="10928"/>
                  </a:lnTo>
                  <a:lnTo>
                    <a:pt x="4442" y="10812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1" y="10619"/>
                  </a:moveTo>
                  <a:lnTo>
                    <a:pt x="10968" y="11198"/>
                  </a:lnTo>
                  <a:lnTo>
                    <a:pt x="10736" y="11739"/>
                  </a:lnTo>
                  <a:lnTo>
                    <a:pt x="10659" y="11700"/>
                  </a:lnTo>
                  <a:lnTo>
                    <a:pt x="10504" y="11546"/>
                  </a:lnTo>
                  <a:lnTo>
                    <a:pt x="10427" y="11353"/>
                  </a:lnTo>
                  <a:lnTo>
                    <a:pt x="10388" y="11160"/>
                  </a:lnTo>
                  <a:lnTo>
                    <a:pt x="10466" y="10967"/>
                  </a:lnTo>
                  <a:lnTo>
                    <a:pt x="10581" y="10812"/>
                  </a:lnTo>
                  <a:lnTo>
                    <a:pt x="10736" y="10696"/>
                  </a:lnTo>
                  <a:lnTo>
                    <a:pt x="10929" y="10619"/>
                  </a:lnTo>
                  <a:close/>
                  <a:moveTo>
                    <a:pt x="5986" y="11469"/>
                  </a:moveTo>
                  <a:lnTo>
                    <a:pt x="6063" y="11507"/>
                  </a:lnTo>
                  <a:lnTo>
                    <a:pt x="6179" y="11585"/>
                  </a:lnTo>
                  <a:lnTo>
                    <a:pt x="6257" y="11662"/>
                  </a:lnTo>
                  <a:lnTo>
                    <a:pt x="6334" y="11778"/>
                  </a:lnTo>
                  <a:lnTo>
                    <a:pt x="6372" y="12009"/>
                  </a:lnTo>
                  <a:lnTo>
                    <a:pt x="6411" y="12241"/>
                  </a:lnTo>
                  <a:lnTo>
                    <a:pt x="6372" y="12473"/>
                  </a:lnTo>
                  <a:lnTo>
                    <a:pt x="5909" y="12087"/>
                  </a:lnTo>
                  <a:lnTo>
                    <a:pt x="5407" y="11700"/>
                  </a:lnTo>
                  <a:lnTo>
                    <a:pt x="5446" y="11623"/>
                  </a:lnTo>
                  <a:lnTo>
                    <a:pt x="5561" y="11546"/>
                  </a:lnTo>
                  <a:lnTo>
                    <a:pt x="5639" y="11507"/>
                  </a:lnTo>
                  <a:lnTo>
                    <a:pt x="5755" y="11469"/>
                  </a:lnTo>
                  <a:close/>
                  <a:moveTo>
                    <a:pt x="10543" y="12048"/>
                  </a:moveTo>
                  <a:lnTo>
                    <a:pt x="10388" y="12318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1" y="12936"/>
                  </a:lnTo>
                  <a:lnTo>
                    <a:pt x="9771" y="12859"/>
                  </a:lnTo>
                  <a:lnTo>
                    <a:pt x="9655" y="12666"/>
                  </a:lnTo>
                  <a:lnTo>
                    <a:pt x="9655" y="12473"/>
                  </a:lnTo>
                  <a:lnTo>
                    <a:pt x="9693" y="12357"/>
                  </a:lnTo>
                  <a:lnTo>
                    <a:pt x="9809" y="12241"/>
                  </a:lnTo>
                  <a:lnTo>
                    <a:pt x="9964" y="12164"/>
                  </a:lnTo>
                  <a:lnTo>
                    <a:pt x="10157" y="12087"/>
                  </a:lnTo>
                  <a:lnTo>
                    <a:pt x="10543" y="12048"/>
                  </a:lnTo>
                  <a:close/>
                  <a:moveTo>
                    <a:pt x="7376" y="12511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40" y="12820"/>
                  </a:lnTo>
                  <a:lnTo>
                    <a:pt x="7878" y="13013"/>
                  </a:lnTo>
                  <a:lnTo>
                    <a:pt x="7878" y="13206"/>
                  </a:lnTo>
                  <a:lnTo>
                    <a:pt x="7840" y="13206"/>
                  </a:lnTo>
                  <a:lnTo>
                    <a:pt x="7338" y="13013"/>
                  </a:lnTo>
                  <a:lnTo>
                    <a:pt x="6836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1"/>
                  </a:lnTo>
                  <a:close/>
                  <a:moveTo>
                    <a:pt x="8844" y="12627"/>
                  </a:moveTo>
                  <a:lnTo>
                    <a:pt x="8960" y="12666"/>
                  </a:lnTo>
                  <a:lnTo>
                    <a:pt x="9114" y="12782"/>
                  </a:lnTo>
                  <a:lnTo>
                    <a:pt x="9191" y="12936"/>
                  </a:lnTo>
                  <a:lnTo>
                    <a:pt x="9230" y="13129"/>
                  </a:lnTo>
                  <a:lnTo>
                    <a:pt x="9269" y="13206"/>
                  </a:lnTo>
                  <a:lnTo>
                    <a:pt x="9037" y="13284"/>
                  </a:lnTo>
                  <a:lnTo>
                    <a:pt x="8805" y="13322"/>
                  </a:lnTo>
                  <a:lnTo>
                    <a:pt x="8573" y="13322"/>
                  </a:lnTo>
                  <a:lnTo>
                    <a:pt x="8303" y="13284"/>
                  </a:lnTo>
                  <a:lnTo>
                    <a:pt x="8303" y="13206"/>
                  </a:lnTo>
                  <a:lnTo>
                    <a:pt x="8342" y="13013"/>
                  </a:lnTo>
                  <a:lnTo>
                    <a:pt x="8419" y="12820"/>
                  </a:lnTo>
                  <a:lnTo>
                    <a:pt x="8573" y="12704"/>
                  </a:lnTo>
                  <a:lnTo>
                    <a:pt x="8651" y="12666"/>
                  </a:lnTo>
                  <a:lnTo>
                    <a:pt x="8767" y="12627"/>
                  </a:lnTo>
                  <a:close/>
                  <a:moveTo>
                    <a:pt x="22977" y="0"/>
                  </a:moveTo>
                  <a:lnTo>
                    <a:pt x="22900" y="39"/>
                  </a:lnTo>
                  <a:lnTo>
                    <a:pt x="22822" y="77"/>
                  </a:lnTo>
                  <a:lnTo>
                    <a:pt x="22784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822" y="425"/>
                  </a:lnTo>
                  <a:lnTo>
                    <a:pt x="22861" y="464"/>
                  </a:lnTo>
                  <a:lnTo>
                    <a:pt x="23015" y="657"/>
                  </a:lnTo>
                  <a:lnTo>
                    <a:pt x="22900" y="772"/>
                  </a:lnTo>
                  <a:lnTo>
                    <a:pt x="22784" y="966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1" y="1506"/>
                  </a:lnTo>
                  <a:lnTo>
                    <a:pt x="22591" y="1699"/>
                  </a:lnTo>
                  <a:lnTo>
                    <a:pt x="22629" y="1892"/>
                  </a:lnTo>
                  <a:lnTo>
                    <a:pt x="22706" y="2047"/>
                  </a:lnTo>
                  <a:lnTo>
                    <a:pt x="22861" y="2278"/>
                  </a:lnTo>
                  <a:lnTo>
                    <a:pt x="23054" y="2394"/>
                  </a:lnTo>
                  <a:lnTo>
                    <a:pt x="23247" y="2510"/>
                  </a:lnTo>
                  <a:lnTo>
                    <a:pt x="23479" y="2510"/>
                  </a:lnTo>
                  <a:lnTo>
                    <a:pt x="23402" y="2703"/>
                  </a:lnTo>
                  <a:lnTo>
                    <a:pt x="23363" y="2896"/>
                  </a:lnTo>
                  <a:lnTo>
                    <a:pt x="23324" y="3089"/>
                  </a:lnTo>
                  <a:lnTo>
                    <a:pt x="23363" y="3282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900"/>
                  </a:lnTo>
                  <a:lnTo>
                    <a:pt x="23981" y="4016"/>
                  </a:lnTo>
                  <a:lnTo>
                    <a:pt x="23749" y="4209"/>
                  </a:lnTo>
                  <a:lnTo>
                    <a:pt x="23556" y="4479"/>
                  </a:lnTo>
                  <a:lnTo>
                    <a:pt x="23479" y="4750"/>
                  </a:lnTo>
                  <a:lnTo>
                    <a:pt x="23440" y="4904"/>
                  </a:lnTo>
                  <a:lnTo>
                    <a:pt x="23440" y="5020"/>
                  </a:lnTo>
                  <a:lnTo>
                    <a:pt x="23517" y="5290"/>
                  </a:lnTo>
                  <a:lnTo>
                    <a:pt x="23633" y="5483"/>
                  </a:lnTo>
                  <a:lnTo>
                    <a:pt x="23402" y="5522"/>
                  </a:lnTo>
                  <a:lnTo>
                    <a:pt x="23170" y="5561"/>
                  </a:lnTo>
                  <a:lnTo>
                    <a:pt x="22977" y="5715"/>
                  </a:lnTo>
                  <a:lnTo>
                    <a:pt x="22784" y="5870"/>
                  </a:lnTo>
                  <a:lnTo>
                    <a:pt x="22706" y="6101"/>
                  </a:lnTo>
                  <a:lnTo>
                    <a:pt x="22629" y="6372"/>
                  </a:lnTo>
                  <a:lnTo>
                    <a:pt x="22475" y="6294"/>
                  </a:lnTo>
                  <a:lnTo>
                    <a:pt x="22320" y="6256"/>
                  </a:lnTo>
                  <a:lnTo>
                    <a:pt x="22166" y="6217"/>
                  </a:lnTo>
                  <a:lnTo>
                    <a:pt x="21973" y="6217"/>
                  </a:lnTo>
                  <a:lnTo>
                    <a:pt x="21741" y="6294"/>
                  </a:lnTo>
                  <a:lnTo>
                    <a:pt x="21509" y="6410"/>
                  </a:lnTo>
                  <a:lnTo>
                    <a:pt x="21355" y="6565"/>
                  </a:lnTo>
                  <a:lnTo>
                    <a:pt x="21201" y="6796"/>
                  </a:lnTo>
                  <a:lnTo>
                    <a:pt x="21123" y="6449"/>
                  </a:lnTo>
                  <a:lnTo>
                    <a:pt x="20969" y="6140"/>
                  </a:lnTo>
                  <a:lnTo>
                    <a:pt x="20853" y="6024"/>
                  </a:lnTo>
                  <a:lnTo>
                    <a:pt x="20737" y="5908"/>
                  </a:lnTo>
                  <a:lnTo>
                    <a:pt x="20583" y="5831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81" y="5792"/>
                  </a:lnTo>
                  <a:lnTo>
                    <a:pt x="19888" y="5870"/>
                  </a:lnTo>
                  <a:lnTo>
                    <a:pt x="19772" y="5947"/>
                  </a:lnTo>
                  <a:lnTo>
                    <a:pt x="19733" y="5715"/>
                  </a:lnTo>
                  <a:lnTo>
                    <a:pt x="19617" y="5483"/>
                  </a:lnTo>
                  <a:lnTo>
                    <a:pt x="19463" y="5329"/>
                  </a:lnTo>
                  <a:lnTo>
                    <a:pt x="19386" y="5252"/>
                  </a:lnTo>
                  <a:lnTo>
                    <a:pt x="19270" y="5175"/>
                  </a:lnTo>
                  <a:lnTo>
                    <a:pt x="19038" y="5136"/>
                  </a:lnTo>
                  <a:lnTo>
                    <a:pt x="18845" y="5175"/>
                  </a:lnTo>
                  <a:lnTo>
                    <a:pt x="18652" y="5290"/>
                  </a:lnTo>
                  <a:lnTo>
                    <a:pt x="18497" y="5406"/>
                  </a:lnTo>
                  <a:lnTo>
                    <a:pt x="18459" y="5252"/>
                  </a:lnTo>
                  <a:lnTo>
                    <a:pt x="18420" y="5136"/>
                  </a:lnTo>
                  <a:lnTo>
                    <a:pt x="18382" y="4981"/>
                  </a:lnTo>
                  <a:lnTo>
                    <a:pt x="18304" y="4866"/>
                  </a:lnTo>
                  <a:lnTo>
                    <a:pt x="18189" y="4750"/>
                  </a:lnTo>
                  <a:lnTo>
                    <a:pt x="18073" y="4673"/>
                  </a:lnTo>
                  <a:lnTo>
                    <a:pt x="17957" y="4595"/>
                  </a:lnTo>
                  <a:lnTo>
                    <a:pt x="17802" y="4557"/>
                  </a:lnTo>
                  <a:lnTo>
                    <a:pt x="17648" y="4518"/>
                  </a:lnTo>
                  <a:lnTo>
                    <a:pt x="17493" y="4557"/>
                  </a:lnTo>
                  <a:lnTo>
                    <a:pt x="17378" y="4595"/>
                  </a:lnTo>
                  <a:lnTo>
                    <a:pt x="17262" y="4634"/>
                  </a:lnTo>
                  <a:lnTo>
                    <a:pt x="17146" y="4750"/>
                  </a:lnTo>
                  <a:lnTo>
                    <a:pt x="17030" y="4827"/>
                  </a:lnTo>
                  <a:lnTo>
                    <a:pt x="16876" y="5097"/>
                  </a:lnTo>
                  <a:lnTo>
                    <a:pt x="16760" y="4943"/>
                  </a:lnTo>
                  <a:lnTo>
                    <a:pt x="16605" y="4788"/>
                  </a:lnTo>
                  <a:lnTo>
                    <a:pt x="16451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9" y="4673"/>
                  </a:lnTo>
                  <a:lnTo>
                    <a:pt x="15794" y="4750"/>
                  </a:lnTo>
                  <a:lnTo>
                    <a:pt x="15640" y="4866"/>
                  </a:lnTo>
                  <a:lnTo>
                    <a:pt x="15524" y="4981"/>
                  </a:lnTo>
                  <a:lnTo>
                    <a:pt x="15447" y="5136"/>
                  </a:lnTo>
                  <a:lnTo>
                    <a:pt x="15408" y="5329"/>
                  </a:lnTo>
                  <a:lnTo>
                    <a:pt x="15408" y="5483"/>
                  </a:lnTo>
                  <a:lnTo>
                    <a:pt x="15447" y="5561"/>
                  </a:lnTo>
                  <a:lnTo>
                    <a:pt x="15408" y="5561"/>
                  </a:lnTo>
                  <a:lnTo>
                    <a:pt x="15331" y="5368"/>
                  </a:lnTo>
                  <a:lnTo>
                    <a:pt x="15177" y="5175"/>
                  </a:lnTo>
                  <a:lnTo>
                    <a:pt x="15022" y="5059"/>
                  </a:lnTo>
                  <a:lnTo>
                    <a:pt x="14829" y="4981"/>
                  </a:lnTo>
                  <a:lnTo>
                    <a:pt x="14636" y="4943"/>
                  </a:lnTo>
                  <a:lnTo>
                    <a:pt x="14443" y="4981"/>
                  </a:lnTo>
                  <a:lnTo>
                    <a:pt x="14288" y="5020"/>
                  </a:lnTo>
                  <a:lnTo>
                    <a:pt x="14134" y="5097"/>
                  </a:lnTo>
                  <a:lnTo>
                    <a:pt x="14057" y="5175"/>
                  </a:lnTo>
                  <a:lnTo>
                    <a:pt x="13941" y="5290"/>
                  </a:lnTo>
                  <a:lnTo>
                    <a:pt x="13825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2" y="5715"/>
                  </a:lnTo>
                  <a:lnTo>
                    <a:pt x="13169" y="5715"/>
                  </a:lnTo>
                  <a:lnTo>
                    <a:pt x="12937" y="5754"/>
                  </a:lnTo>
                  <a:lnTo>
                    <a:pt x="12744" y="5831"/>
                  </a:lnTo>
                  <a:lnTo>
                    <a:pt x="12589" y="5947"/>
                  </a:lnTo>
                  <a:lnTo>
                    <a:pt x="12512" y="6063"/>
                  </a:lnTo>
                  <a:lnTo>
                    <a:pt x="12435" y="6217"/>
                  </a:lnTo>
                  <a:lnTo>
                    <a:pt x="12358" y="6372"/>
                  </a:lnTo>
                  <a:lnTo>
                    <a:pt x="12358" y="6526"/>
                  </a:lnTo>
                  <a:lnTo>
                    <a:pt x="12358" y="6681"/>
                  </a:lnTo>
                  <a:lnTo>
                    <a:pt x="12358" y="6835"/>
                  </a:lnTo>
                  <a:lnTo>
                    <a:pt x="12435" y="6989"/>
                  </a:lnTo>
                  <a:lnTo>
                    <a:pt x="12165" y="7028"/>
                  </a:lnTo>
                  <a:lnTo>
                    <a:pt x="11894" y="7105"/>
                  </a:lnTo>
                  <a:lnTo>
                    <a:pt x="11663" y="7221"/>
                  </a:lnTo>
                  <a:lnTo>
                    <a:pt x="11508" y="7414"/>
                  </a:lnTo>
                  <a:lnTo>
                    <a:pt x="11392" y="7530"/>
                  </a:lnTo>
                  <a:lnTo>
                    <a:pt x="11354" y="7685"/>
                  </a:lnTo>
                  <a:lnTo>
                    <a:pt x="11315" y="7839"/>
                  </a:lnTo>
                  <a:lnTo>
                    <a:pt x="11276" y="7993"/>
                  </a:lnTo>
                  <a:lnTo>
                    <a:pt x="11315" y="8148"/>
                  </a:lnTo>
                  <a:lnTo>
                    <a:pt x="11354" y="8302"/>
                  </a:lnTo>
                  <a:lnTo>
                    <a:pt x="11392" y="8457"/>
                  </a:lnTo>
                  <a:lnTo>
                    <a:pt x="11470" y="8611"/>
                  </a:lnTo>
                  <a:lnTo>
                    <a:pt x="11199" y="8650"/>
                  </a:lnTo>
                  <a:lnTo>
                    <a:pt x="10968" y="8804"/>
                  </a:lnTo>
                  <a:lnTo>
                    <a:pt x="10774" y="8997"/>
                  </a:lnTo>
                  <a:lnTo>
                    <a:pt x="10659" y="9229"/>
                  </a:lnTo>
                  <a:lnTo>
                    <a:pt x="10581" y="9499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2" y="10233"/>
                  </a:lnTo>
                  <a:lnTo>
                    <a:pt x="10620" y="10310"/>
                  </a:lnTo>
                  <a:lnTo>
                    <a:pt x="10427" y="10426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79" y="11005"/>
                  </a:lnTo>
                  <a:lnTo>
                    <a:pt x="10041" y="11237"/>
                  </a:lnTo>
                  <a:lnTo>
                    <a:pt x="10079" y="11469"/>
                  </a:lnTo>
                  <a:lnTo>
                    <a:pt x="10195" y="11700"/>
                  </a:lnTo>
                  <a:lnTo>
                    <a:pt x="9925" y="11739"/>
                  </a:lnTo>
                  <a:lnTo>
                    <a:pt x="9693" y="11855"/>
                  </a:lnTo>
                  <a:lnTo>
                    <a:pt x="9500" y="12009"/>
                  </a:lnTo>
                  <a:lnTo>
                    <a:pt x="9423" y="12087"/>
                  </a:lnTo>
                  <a:lnTo>
                    <a:pt x="9384" y="12202"/>
                  </a:lnTo>
                  <a:lnTo>
                    <a:pt x="9346" y="12318"/>
                  </a:lnTo>
                  <a:lnTo>
                    <a:pt x="9307" y="12473"/>
                  </a:lnTo>
                  <a:lnTo>
                    <a:pt x="9191" y="12396"/>
                  </a:lnTo>
                  <a:lnTo>
                    <a:pt x="9037" y="12318"/>
                  </a:lnTo>
                  <a:lnTo>
                    <a:pt x="8882" y="12280"/>
                  </a:lnTo>
                  <a:lnTo>
                    <a:pt x="8728" y="12280"/>
                  </a:lnTo>
                  <a:lnTo>
                    <a:pt x="8535" y="12357"/>
                  </a:lnTo>
                  <a:lnTo>
                    <a:pt x="8380" y="12434"/>
                  </a:lnTo>
                  <a:lnTo>
                    <a:pt x="8265" y="12550"/>
                  </a:lnTo>
                  <a:lnTo>
                    <a:pt x="8187" y="12704"/>
                  </a:lnTo>
                  <a:lnTo>
                    <a:pt x="8110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4" y="12241"/>
                  </a:lnTo>
                  <a:lnTo>
                    <a:pt x="7492" y="12164"/>
                  </a:lnTo>
                  <a:lnTo>
                    <a:pt x="7222" y="12202"/>
                  </a:lnTo>
                  <a:lnTo>
                    <a:pt x="6990" y="12280"/>
                  </a:lnTo>
                  <a:lnTo>
                    <a:pt x="6797" y="12434"/>
                  </a:lnTo>
                  <a:lnTo>
                    <a:pt x="6797" y="12048"/>
                  </a:lnTo>
                  <a:lnTo>
                    <a:pt x="6759" y="11894"/>
                  </a:lnTo>
                  <a:lnTo>
                    <a:pt x="6681" y="11700"/>
                  </a:lnTo>
                  <a:lnTo>
                    <a:pt x="6604" y="11546"/>
                  </a:lnTo>
                  <a:lnTo>
                    <a:pt x="6527" y="11430"/>
                  </a:lnTo>
                  <a:lnTo>
                    <a:pt x="6372" y="11314"/>
                  </a:lnTo>
                  <a:lnTo>
                    <a:pt x="6218" y="11198"/>
                  </a:lnTo>
                  <a:lnTo>
                    <a:pt x="6063" y="11160"/>
                  </a:lnTo>
                  <a:lnTo>
                    <a:pt x="5716" y="11160"/>
                  </a:lnTo>
                  <a:lnTo>
                    <a:pt x="5523" y="11237"/>
                  </a:lnTo>
                  <a:lnTo>
                    <a:pt x="5523" y="10967"/>
                  </a:lnTo>
                  <a:lnTo>
                    <a:pt x="5446" y="10735"/>
                  </a:lnTo>
                  <a:lnTo>
                    <a:pt x="5330" y="10503"/>
                  </a:lnTo>
                  <a:lnTo>
                    <a:pt x="5214" y="10426"/>
                  </a:lnTo>
                  <a:lnTo>
                    <a:pt x="5098" y="10388"/>
                  </a:lnTo>
                  <a:lnTo>
                    <a:pt x="4944" y="10310"/>
                  </a:lnTo>
                  <a:lnTo>
                    <a:pt x="4828" y="10310"/>
                  </a:lnTo>
                  <a:lnTo>
                    <a:pt x="4673" y="10349"/>
                  </a:lnTo>
                  <a:lnTo>
                    <a:pt x="4519" y="10388"/>
                  </a:lnTo>
                  <a:lnTo>
                    <a:pt x="4519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10" y="9577"/>
                  </a:lnTo>
                  <a:lnTo>
                    <a:pt x="4056" y="9499"/>
                  </a:lnTo>
                  <a:lnTo>
                    <a:pt x="3901" y="9461"/>
                  </a:lnTo>
                  <a:lnTo>
                    <a:pt x="3747" y="9422"/>
                  </a:lnTo>
                  <a:lnTo>
                    <a:pt x="3592" y="9422"/>
                  </a:lnTo>
                  <a:lnTo>
                    <a:pt x="3399" y="9461"/>
                  </a:lnTo>
                  <a:lnTo>
                    <a:pt x="3283" y="9538"/>
                  </a:lnTo>
                  <a:lnTo>
                    <a:pt x="3129" y="9615"/>
                  </a:lnTo>
                  <a:lnTo>
                    <a:pt x="3013" y="9770"/>
                  </a:lnTo>
                  <a:lnTo>
                    <a:pt x="2974" y="9615"/>
                  </a:lnTo>
                  <a:lnTo>
                    <a:pt x="2897" y="9461"/>
                  </a:lnTo>
                  <a:lnTo>
                    <a:pt x="2781" y="9268"/>
                  </a:lnTo>
                  <a:lnTo>
                    <a:pt x="2627" y="9152"/>
                  </a:lnTo>
                  <a:lnTo>
                    <a:pt x="2434" y="9036"/>
                  </a:lnTo>
                  <a:lnTo>
                    <a:pt x="2241" y="8997"/>
                  </a:lnTo>
                  <a:lnTo>
                    <a:pt x="2048" y="9036"/>
                  </a:lnTo>
                  <a:lnTo>
                    <a:pt x="1854" y="9113"/>
                  </a:lnTo>
                  <a:lnTo>
                    <a:pt x="1700" y="9190"/>
                  </a:lnTo>
                  <a:lnTo>
                    <a:pt x="1546" y="9345"/>
                  </a:lnTo>
                  <a:lnTo>
                    <a:pt x="1430" y="9538"/>
                  </a:lnTo>
                  <a:lnTo>
                    <a:pt x="1391" y="9731"/>
                  </a:lnTo>
                  <a:lnTo>
                    <a:pt x="1352" y="9924"/>
                  </a:lnTo>
                  <a:lnTo>
                    <a:pt x="1121" y="9963"/>
                  </a:lnTo>
                  <a:lnTo>
                    <a:pt x="928" y="10040"/>
                  </a:lnTo>
                  <a:lnTo>
                    <a:pt x="696" y="10156"/>
                  </a:lnTo>
                  <a:lnTo>
                    <a:pt x="503" y="10310"/>
                  </a:lnTo>
                  <a:lnTo>
                    <a:pt x="387" y="10426"/>
                  </a:lnTo>
                  <a:lnTo>
                    <a:pt x="271" y="10581"/>
                  </a:lnTo>
                  <a:lnTo>
                    <a:pt x="117" y="10890"/>
                  </a:lnTo>
                  <a:lnTo>
                    <a:pt x="1" y="11237"/>
                  </a:lnTo>
                  <a:lnTo>
                    <a:pt x="1" y="11585"/>
                  </a:lnTo>
                  <a:lnTo>
                    <a:pt x="78" y="11932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9" y="12820"/>
                  </a:lnTo>
                  <a:lnTo>
                    <a:pt x="812" y="12936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9" y="13168"/>
                  </a:lnTo>
                  <a:lnTo>
                    <a:pt x="2086" y="13129"/>
                  </a:lnTo>
                  <a:lnTo>
                    <a:pt x="2472" y="12975"/>
                  </a:lnTo>
                  <a:lnTo>
                    <a:pt x="2820" y="12782"/>
                  </a:lnTo>
                  <a:lnTo>
                    <a:pt x="3129" y="12550"/>
                  </a:lnTo>
                  <a:lnTo>
                    <a:pt x="3360" y="12241"/>
                  </a:lnTo>
                  <a:lnTo>
                    <a:pt x="3592" y="12009"/>
                  </a:lnTo>
                  <a:lnTo>
                    <a:pt x="3554" y="11932"/>
                  </a:lnTo>
                  <a:lnTo>
                    <a:pt x="3515" y="11816"/>
                  </a:lnTo>
                  <a:lnTo>
                    <a:pt x="3438" y="11778"/>
                  </a:lnTo>
                  <a:lnTo>
                    <a:pt x="3322" y="11739"/>
                  </a:lnTo>
                  <a:lnTo>
                    <a:pt x="3283" y="11778"/>
                  </a:lnTo>
                  <a:lnTo>
                    <a:pt x="3245" y="11816"/>
                  </a:lnTo>
                  <a:lnTo>
                    <a:pt x="3052" y="12048"/>
                  </a:lnTo>
                  <a:lnTo>
                    <a:pt x="2820" y="12241"/>
                  </a:lnTo>
                  <a:lnTo>
                    <a:pt x="2588" y="12434"/>
                  </a:lnTo>
                  <a:lnTo>
                    <a:pt x="2318" y="12589"/>
                  </a:lnTo>
                  <a:lnTo>
                    <a:pt x="2048" y="12666"/>
                  </a:lnTo>
                  <a:lnTo>
                    <a:pt x="1739" y="12704"/>
                  </a:lnTo>
                  <a:lnTo>
                    <a:pt x="1430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2" y="12357"/>
                  </a:lnTo>
                  <a:lnTo>
                    <a:pt x="696" y="12202"/>
                  </a:lnTo>
                  <a:lnTo>
                    <a:pt x="619" y="12048"/>
                  </a:lnTo>
                  <a:lnTo>
                    <a:pt x="542" y="11894"/>
                  </a:lnTo>
                  <a:lnTo>
                    <a:pt x="503" y="11739"/>
                  </a:lnTo>
                  <a:lnTo>
                    <a:pt x="503" y="11546"/>
                  </a:lnTo>
                  <a:lnTo>
                    <a:pt x="503" y="11392"/>
                  </a:lnTo>
                  <a:lnTo>
                    <a:pt x="542" y="11198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9" y="10619"/>
                  </a:lnTo>
                  <a:lnTo>
                    <a:pt x="1044" y="10542"/>
                  </a:lnTo>
                  <a:lnTo>
                    <a:pt x="1237" y="10465"/>
                  </a:lnTo>
                  <a:lnTo>
                    <a:pt x="1430" y="10388"/>
                  </a:lnTo>
                  <a:lnTo>
                    <a:pt x="1739" y="10349"/>
                  </a:lnTo>
                  <a:lnTo>
                    <a:pt x="2009" y="10349"/>
                  </a:lnTo>
                  <a:lnTo>
                    <a:pt x="2318" y="10388"/>
                  </a:lnTo>
                  <a:lnTo>
                    <a:pt x="2588" y="10426"/>
                  </a:lnTo>
                  <a:lnTo>
                    <a:pt x="2858" y="10542"/>
                  </a:lnTo>
                  <a:lnTo>
                    <a:pt x="3129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5" y="11662"/>
                  </a:lnTo>
                  <a:lnTo>
                    <a:pt x="5523" y="12396"/>
                  </a:lnTo>
                  <a:lnTo>
                    <a:pt x="5870" y="12704"/>
                  </a:lnTo>
                  <a:lnTo>
                    <a:pt x="6257" y="12975"/>
                  </a:lnTo>
                  <a:lnTo>
                    <a:pt x="6681" y="13206"/>
                  </a:lnTo>
                  <a:lnTo>
                    <a:pt x="7106" y="13438"/>
                  </a:lnTo>
                  <a:lnTo>
                    <a:pt x="7531" y="13593"/>
                  </a:lnTo>
                  <a:lnTo>
                    <a:pt x="7994" y="13747"/>
                  </a:lnTo>
                  <a:lnTo>
                    <a:pt x="8458" y="13786"/>
                  </a:lnTo>
                  <a:lnTo>
                    <a:pt x="8921" y="13786"/>
                  </a:lnTo>
                  <a:lnTo>
                    <a:pt x="9346" y="13708"/>
                  </a:lnTo>
                  <a:lnTo>
                    <a:pt x="9732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9" y="12782"/>
                  </a:lnTo>
                  <a:lnTo>
                    <a:pt x="10929" y="12473"/>
                  </a:lnTo>
                  <a:lnTo>
                    <a:pt x="11122" y="12125"/>
                  </a:lnTo>
                  <a:lnTo>
                    <a:pt x="11315" y="11739"/>
                  </a:lnTo>
                  <a:lnTo>
                    <a:pt x="11508" y="11237"/>
                  </a:lnTo>
                  <a:lnTo>
                    <a:pt x="11663" y="10696"/>
                  </a:lnTo>
                  <a:lnTo>
                    <a:pt x="11972" y="9615"/>
                  </a:lnTo>
                  <a:lnTo>
                    <a:pt x="12126" y="9113"/>
                  </a:lnTo>
                  <a:lnTo>
                    <a:pt x="12358" y="8611"/>
                  </a:lnTo>
                  <a:lnTo>
                    <a:pt x="12589" y="8109"/>
                  </a:lnTo>
                  <a:lnTo>
                    <a:pt x="12937" y="7646"/>
                  </a:lnTo>
                  <a:lnTo>
                    <a:pt x="13284" y="7298"/>
                  </a:lnTo>
                  <a:lnTo>
                    <a:pt x="13632" y="6989"/>
                  </a:lnTo>
                  <a:lnTo>
                    <a:pt x="14018" y="6719"/>
                  </a:lnTo>
                  <a:lnTo>
                    <a:pt x="14443" y="6449"/>
                  </a:lnTo>
                  <a:lnTo>
                    <a:pt x="14906" y="6256"/>
                  </a:lnTo>
                  <a:lnTo>
                    <a:pt x="15370" y="6101"/>
                  </a:lnTo>
                  <a:lnTo>
                    <a:pt x="15833" y="5985"/>
                  </a:lnTo>
                  <a:lnTo>
                    <a:pt x="16296" y="5947"/>
                  </a:lnTo>
                  <a:lnTo>
                    <a:pt x="16605" y="5908"/>
                  </a:lnTo>
                  <a:lnTo>
                    <a:pt x="16914" y="5908"/>
                  </a:lnTo>
                  <a:lnTo>
                    <a:pt x="17455" y="5985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3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1"/>
                  </a:lnTo>
                  <a:lnTo>
                    <a:pt x="21316" y="7646"/>
                  </a:lnTo>
                  <a:lnTo>
                    <a:pt x="21741" y="7723"/>
                  </a:lnTo>
                  <a:lnTo>
                    <a:pt x="22166" y="7762"/>
                  </a:lnTo>
                  <a:lnTo>
                    <a:pt x="22591" y="7723"/>
                  </a:lnTo>
                  <a:lnTo>
                    <a:pt x="22977" y="7646"/>
                  </a:lnTo>
                  <a:lnTo>
                    <a:pt x="23363" y="7530"/>
                  </a:lnTo>
                  <a:lnTo>
                    <a:pt x="23710" y="7298"/>
                  </a:lnTo>
                  <a:lnTo>
                    <a:pt x="24058" y="6989"/>
                  </a:lnTo>
                  <a:lnTo>
                    <a:pt x="24367" y="6642"/>
                  </a:lnTo>
                  <a:lnTo>
                    <a:pt x="24599" y="6294"/>
                  </a:lnTo>
                  <a:lnTo>
                    <a:pt x="24753" y="5908"/>
                  </a:lnTo>
                  <a:lnTo>
                    <a:pt x="24869" y="5483"/>
                  </a:lnTo>
                  <a:lnTo>
                    <a:pt x="24985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6" y="3746"/>
                  </a:lnTo>
                  <a:lnTo>
                    <a:pt x="24869" y="3282"/>
                  </a:lnTo>
                  <a:lnTo>
                    <a:pt x="24792" y="2858"/>
                  </a:lnTo>
                  <a:lnTo>
                    <a:pt x="24637" y="2394"/>
                  </a:lnTo>
                  <a:lnTo>
                    <a:pt x="24444" y="1970"/>
                  </a:lnTo>
                  <a:lnTo>
                    <a:pt x="24251" y="1583"/>
                  </a:lnTo>
                  <a:lnTo>
                    <a:pt x="24058" y="1197"/>
                  </a:lnTo>
                  <a:lnTo>
                    <a:pt x="23788" y="811"/>
                  </a:lnTo>
                  <a:lnTo>
                    <a:pt x="23942" y="386"/>
                  </a:lnTo>
                  <a:lnTo>
                    <a:pt x="23595" y="232"/>
                  </a:lnTo>
                  <a:lnTo>
                    <a:pt x="23208" y="116"/>
                  </a:lnTo>
                  <a:lnTo>
                    <a:pt x="23170" y="77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5"/>
            <p:cNvSpPr/>
            <p:nvPr/>
          </p:nvSpPr>
          <p:spPr>
            <a:xfrm>
              <a:off x="5843050" y="1398325"/>
              <a:ext cx="152575" cy="276125"/>
            </a:xfrm>
            <a:custGeom>
              <a:avLst/>
              <a:gdLst/>
              <a:ahLst/>
              <a:cxnLst/>
              <a:rect l="l" t="t" r="r" b="b"/>
              <a:pathLst>
                <a:path w="6103" h="11045" extrusionOk="0">
                  <a:moveTo>
                    <a:pt x="3553" y="0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8"/>
                  </a:lnTo>
                  <a:lnTo>
                    <a:pt x="4364" y="1120"/>
                  </a:lnTo>
                  <a:lnTo>
                    <a:pt x="4635" y="1429"/>
                  </a:lnTo>
                  <a:lnTo>
                    <a:pt x="4866" y="1738"/>
                  </a:lnTo>
                  <a:lnTo>
                    <a:pt x="5059" y="2085"/>
                  </a:lnTo>
                  <a:lnTo>
                    <a:pt x="5214" y="2433"/>
                  </a:lnTo>
                  <a:lnTo>
                    <a:pt x="5368" y="2819"/>
                  </a:lnTo>
                  <a:lnTo>
                    <a:pt x="5484" y="3205"/>
                  </a:lnTo>
                  <a:lnTo>
                    <a:pt x="5523" y="3591"/>
                  </a:lnTo>
                  <a:lnTo>
                    <a:pt x="5600" y="3978"/>
                  </a:lnTo>
                  <a:lnTo>
                    <a:pt x="5600" y="4402"/>
                  </a:lnTo>
                  <a:lnTo>
                    <a:pt x="5561" y="4789"/>
                  </a:lnTo>
                  <a:lnTo>
                    <a:pt x="5523" y="5213"/>
                  </a:lnTo>
                  <a:lnTo>
                    <a:pt x="5446" y="5599"/>
                  </a:lnTo>
                  <a:lnTo>
                    <a:pt x="5330" y="6024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1" y="7260"/>
                  </a:lnTo>
                  <a:lnTo>
                    <a:pt x="4480" y="7646"/>
                  </a:lnTo>
                  <a:lnTo>
                    <a:pt x="4210" y="8032"/>
                  </a:lnTo>
                  <a:lnTo>
                    <a:pt x="3940" y="8380"/>
                  </a:lnTo>
                  <a:lnTo>
                    <a:pt x="3631" y="8727"/>
                  </a:lnTo>
                  <a:lnTo>
                    <a:pt x="3283" y="9036"/>
                  </a:lnTo>
                  <a:lnTo>
                    <a:pt x="2936" y="9306"/>
                  </a:lnTo>
                  <a:lnTo>
                    <a:pt x="2549" y="9577"/>
                  </a:lnTo>
                  <a:lnTo>
                    <a:pt x="2163" y="9808"/>
                  </a:lnTo>
                  <a:lnTo>
                    <a:pt x="1739" y="10040"/>
                  </a:lnTo>
                  <a:lnTo>
                    <a:pt x="1314" y="10233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1" y="10658"/>
                  </a:lnTo>
                  <a:lnTo>
                    <a:pt x="78" y="11044"/>
                  </a:lnTo>
                  <a:lnTo>
                    <a:pt x="619" y="10967"/>
                  </a:lnTo>
                  <a:lnTo>
                    <a:pt x="1121" y="1081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4"/>
                  </a:lnTo>
                  <a:lnTo>
                    <a:pt x="3399" y="9615"/>
                  </a:lnTo>
                  <a:lnTo>
                    <a:pt x="3785" y="9268"/>
                  </a:lnTo>
                  <a:lnTo>
                    <a:pt x="4171" y="8920"/>
                  </a:lnTo>
                  <a:lnTo>
                    <a:pt x="4480" y="8534"/>
                  </a:lnTo>
                  <a:lnTo>
                    <a:pt x="4828" y="8109"/>
                  </a:lnTo>
                  <a:lnTo>
                    <a:pt x="5098" y="7685"/>
                  </a:lnTo>
                  <a:lnTo>
                    <a:pt x="5368" y="7221"/>
                  </a:lnTo>
                  <a:lnTo>
                    <a:pt x="5600" y="6758"/>
                  </a:lnTo>
                  <a:lnTo>
                    <a:pt x="5755" y="6294"/>
                  </a:lnTo>
                  <a:lnTo>
                    <a:pt x="5909" y="5792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8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5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7" y="1313"/>
                  </a:lnTo>
                  <a:lnTo>
                    <a:pt x="4905" y="1004"/>
                  </a:lnTo>
                  <a:lnTo>
                    <a:pt x="4596" y="695"/>
                  </a:lnTo>
                  <a:lnTo>
                    <a:pt x="4287" y="425"/>
                  </a:lnTo>
                  <a:lnTo>
                    <a:pt x="3940" y="193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5"/>
            <p:cNvSpPr/>
            <p:nvPr/>
          </p:nvSpPr>
          <p:spPr>
            <a:xfrm>
              <a:off x="5813125" y="1664750"/>
              <a:ext cx="61825" cy="89825"/>
            </a:xfrm>
            <a:custGeom>
              <a:avLst/>
              <a:gdLst/>
              <a:ahLst/>
              <a:cxnLst/>
              <a:rect l="l" t="t" r="r" b="b"/>
              <a:pathLst>
                <a:path w="2473" h="3593" extrusionOk="0">
                  <a:moveTo>
                    <a:pt x="1082" y="1"/>
                  </a:moveTo>
                  <a:lnTo>
                    <a:pt x="1005" y="40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3"/>
                  </a:lnTo>
                  <a:lnTo>
                    <a:pt x="850" y="233"/>
                  </a:lnTo>
                  <a:lnTo>
                    <a:pt x="773" y="271"/>
                  </a:lnTo>
                  <a:lnTo>
                    <a:pt x="735" y="348"/>
                  </a:lnTo>
                  <a:lnTo>
                    <a:pt x="696" y="426"/>
                  </a:lnTo>
                  <a:lnTo>
                    <a:pt x="696" y="503"/>
                  </a:lnTo>
                  <a:lnTo>
                    <a:pt x="735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2"/>
                  </a:lnTo>
                  <a:lnTo>
                    <a:pt x="1275" y="928"/>
                  </a:lnTo>
                  <a:lnTo>
                    <a:pt x="1468" y="1082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2"/>
                  </a:lnTo>
                  <a:lnTo>
                    <a:pt x="1932" y="2163"/>
                  </a:lnTo>
                  <a:lnTo>
                    <a:pt x="1932" y="2434"/>
                  </a:lnTo>
                  <a:lnTo>
                    <a:pt x="1816" y="2743"/>
                  </a:lnTo>
                  <a:lnTo>
                    <a:pt x="1739" y="2858"/>
                  </a:lnTo>
                  <a:lnTo>
                    <a:pt x="1661" y="2974"/>
                  </a:lnTo>
                  <a:lnTo>
                    <a:pt x="1545" y="3052"/>
                  </a:lnTo>
                  <a:lnTo>
                    <a:pt x="1391" y="3129"/>
                  </a:lnTo>
                  <a:lnTo>
                    <a:pt x="1198" y="3129"/>
                  </a:lnTo>
                  <a:lnTo>
                    <a:pt x="1043" y="3090"/>
                  </a:lnTo>
                  <a:lnTo>
                    <a:pt x="928" y="3013"/>
                  </a:lnTo>
                  <a:lnTo>
                    <a:pt x="850" y="2897"/>
                  </a:lnTo>
                  <a:lnTo>
                    <a:pt x="812" y="2743"/>
                  </a:lnTo>
                  <a:lnTo>
                    <a:pt x="850" y="2588"/>
                  </a:lnTo>
                  <a:lnTo>
                    <a:pt x="928" y="2434"/>
                  </a:lnTo>
                  <a:lnTo>
                    <a:pt x="1043" y="2318"/>
                  </a:lnTo>
                  <a:lnTo>
                    <a:pt x="1159" y="2241"/>
                  </a:lnTo>
                  <a:lnTo>
                    <a:pt x="1159" y="2125"/>
                  </a:lnTo>
                  <a:lnTo>
                    <a:pt x="1121" y="2009"/>
                  </a:lnTo>
                  <a:lnTo>
                    <a:pt x="1043" y="1932"/>
                  </a:lnTo>
                  <a:lnTo>
                    <a:pt x="657" y="1623"/>
                  </a:lnTo>
                  <a:lnTo>
                    <a:pt x="426" y="1468"/>
                  </a:lnTo>
                  <a:lnTo>
                    <a:pt x="194" y="1314"/>
                  </a:lnTo>
                  <a:lnTo>
                    <a:pt x="1" y="1623"/>
                  </a:lnTo>
                  <a:lnTo>
                    <a:pt x="271" y="1893"/>
                  </a:lnTo>
                  <a:lnTo>
                    <a:pt x="580" y="2125"/>
                  </a:lnTo>
                  <a:lnTo>
                    <a:pt x="426" y="2356"/>
                  </a:lnTo>
                  <a:lnTo>
                    <a:pt x="348" y="2627"/>
                  </a:lnTo>
                  <a:lnTo>
                    <a:pt x="310" y="2897"/>
                  </a:lnTo>
                  <a:lnTo>
                    <a:pt x="348" y="3052"/>
                  </a:lnTo>
                  <a:lnTo>
                    <a:pt x="426" y="3167"/>
                  </a:lnTo>
                  <a:lnTo>
                    <a:pt x="541" y="3322"/>
                  </a:lnTo>
                  <a:lnTo>
                    <a:pt x="696" y="3476"/>
                  </a:lnTo>
                  <a:lnTo>
                    <a:pt x="889" y="3554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4"/>
                  </a:lnTo>
                  <a:lnTo>
                    <a:pt x="1700" y="3515"/>
                  </a:lnTo>
                  <a:lnTo>
                    <a:pt x="1854" y="3399"/>
                  </a:lnTo>
                  <a:lnTo>
                    <a:pt x="2047" y="3245"/>
                  </a:lnTo>
                  <a:lnTo>
                    <a:pt x="2202" y="3052"/>
                  </a:lnTo>
                  <a:lnTo>
                    <a:pt x="2318" y="2858"/>
                  </a:lnTo>
                  <a:lnTo>
                    <a:pt x="2395" y="2665"/>
                  </a:lnTo>
                  <a:lnTo>
                    <a:pt x="2434" y="2472"/>
                  </a:lnTo>
                  <a:lnTo>
                    <a:pt x="2472" y="2241"/>
                  </a:lnTo>
                  <a:lnTo>
                    <a:pt x="2434" y="2009"/>
                  </a:lnTo>
                  <a:lnTo>
                    <a:pt x="2395" y="1816"/>
                  </a:lnTo>
                  <a:lnTo>
                    <a:pt x="2318" y="1584"/>
                  </a:lnTo>
                  <a:lnTo>
                    <a:pt x="2202" y="1391"/>
                  </a:lnTo>
                  <a:lnTo>
                    <a:pt x="1970" y="1005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5"/>
            <p:cNvSpPr/>
            <p:nvPr/>
          </p:nvSpPr>
          <p:spPr>
            <a:xfrm>
              <a:off x="5725275" y="1695650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1"/>
                  </a:moveTo>
                  <a:lnTo>
                    <a:pt x="3360" y="78"/>
                  </a:lnTo>
                  <a:lnTo>
                    <a:pt x="3245" y="78"/>
                  </a:lnTo>
                  <a:lnTo>
                    <a:pt x="3013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4" y="1931"/>
                  </a:lnTo>
                  <a:lnTo>
                    <a:pt x="1082" y="2009"/>
                  </a:lnTo>
                  <a:lnTo>
                    <a:pt x="1121" y="2086"/>
                  </a:lnTo>
                  <a:lnTo>
                    <a:pt x="1005" y="2086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2" y="2240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8" y="2588"/>
                  </a:lnTo>
                  <a:lnTo>
                    <a:pt x="1430" y="2704"/>
                  </a:lnTo>
                  <a:lnTo>
                    <a:pt x="1623" y="2820"/>
                  </a:lnTo>
                  <a:lnTo>
                    <a:pt x="1816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5" y="3630"/>
                  </a:lnTo>
                  <a:lnTo>
                    <a:pt x="2125" y="3901"/>
                  </a:lnTo>
                  <a:lnTo>
                    <a:pt x="2086" y="4094"/>
                  </a:lnTo>
                  <a:lnTo>
                    <a:pt x="2009" y="4325"/>
                  </a:lnTo>
                  <a:lnTo>
                    <a:pt x="1893" y="4519"/>
                  </a:lnTo>
                  <a:lnTo>
                    <a:pt x="1739" y="4712"/>
                  </a:lnTo>
                  <a:lnTo>
                    <a:pt x="1545" y="4827"/>
                  </a:lnTo>
                  <a:lnTo>
                    <a:pt x="1314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6"/>
                  </a:lnTo>
                  <a:lnTo>
                    <a:pt x="657" y="4441"/>
                  </a:lnTo>
                  <a:lnTo>
                    <a:pt x="735" y="4287"/>
                  </a:lnTo>
                  <a:lnTo>
                    <a:pt x="812" y="4210"/>
                  </a:lnTo>
                  <a:lnTo>
                    <a:pt x="889" y="4132"/>
                  </a:lnTo>
                  <a:lnTo>
                    <a:pt x="966" y="4094"/>
                  </a:lnTo>
                  <a:lnTo>
                    <a:pt x="1121" y="4094"/>
                  </a:lnTo>
                  <a:lnTo>
                    <a:pt x="1237" y="4017"/>
                  </a:lnTo>
                  <a:lnTo>
                    <a:pt x="1314" y="3901"/>
                  </a:lnTo>
                  <a:lnTo>
                    <a:pt x="1314" y="3785"/>
                  </a:lnTo>
                  <a:lnTo>
                    <a:pt x="1275" y="3708"/>
                  </a:lnTo>
                  <a:lnTo>
                    <a:pt x="1198" y="3669"/>
                  </a:lnTo>
                  <a:lnTo>
                    <a:pt x="117" y="2935"/>
                  </a:lnTo>
                  <a:lnTo>
                    <a:pt x="1" y="3283"/>
                  </a:lnTo>
                  <a:lnTo>
                    <a:pt x="657" y="3785"/>
                  </a:lnTo>
                  <a:lnTo>
                    <a:pt x="503" y="3862"/>
                  </a:lnTo>
                  <a:lnTo>
                    <a:pt x="387" y="3978"/>
                  </a:lnTo>
                  <a:lnTo>
                    <a:pt x="310" y="4094"/>
                  </a:lnTo>
                  <a:lnTo>
                    <a:pt x="233" y="4248"/>
                  </a:lnTo>
                  <a:lnTo>
                    <a:pt x="194" y="4403"/>
                  </a:lnTo>
                  <a:lnTo>
                    <a:pt x="194" y="4557"/>
                  </a:lnTo>
                  <a:lnTo>
                    <a:pt x="194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2" y="5252"/>
                  </a:lnTo>
                  <a:lnTo>
                    <a:pt x="735" y="5368"/>
                  </a:lnTo>
                  <a:lnTo>
                    <a:pt x="966" y="5407"/>
                  </a:lnTo>
                  <a:lnTo>
                    <a:pt x="1198" y="5407"/>
                  </a:lnTo>
                  <a:lnTo>
                    <a:pt x="1430" y="5368"/>
                  </a:lnTo>
                  <a:lnTo>
                    <a:pt x="1623" y="5329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1" y="4827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6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472"/>
                  </a:lnTo>
                  <a:lnTo>
                    <a:pt x="1739" y="2356"/>
                  </a:lnTo>
                  <a:lnTo>
                    <a:pt x="1507" y="2202"/>
                  </a:lnTo>
                  <a:lnTo>
                    <a:pt x="1275" y="2124"/>
                  </a:lnTo>
                  <a:lnTo>
                    <a:pt x="1623" y="1970"/>
                  </a:lnTo>
                  <a:lnTo>
                    <a:pt x="1932" y="1816"/>
                  </a:lnTo>
                  <a:lnTo>
                    <a:pt x="2241" y="1622"/>
                  </a:lnTo>
                  <a:lnTo>
                    <a:pt x="2549" y="1391"/>
                  </a:lnTo>
                  <a:lnTo>
                    <a:pt x="2820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8" y="541"/>
                  </a:lnTo>
                  <a:lnTo>
                    <a:pt x="3515" y="387"/>
                  </a:lnTo>
                  <a:lnTo>
                    <a:pt x="3708" y="78"/>
                  </a:lnTo>
                  <a:lnTo>
                    <a:pt x="351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1080;p5"/>
            <p:cNvSpPr/>
            <p:nvPr/>
          </p:nvSpPr>
          <p:spPr>
            <a:xfrm>
              <a:off x="5417325" y="168890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1" y="232"/>
                  </a:lnTo>
                  <a:lnTo>
                    <a:pt x="503" y="966"/>
                  </a:lnTo>
                  <a:lnTo>
                    <a:pt x="1043" y="1622"/>
                  </a:lnTo>
                  <a:lnTo>
                    <a:pt x="1700" y="2279"/>
                  </a:lnTo>
                  <a:lnTo>
                    <a:pt x="2356" y="2858"/>
                  </a:lnTo>
                  <a:lnTo>
                    <a:pt x="3090" y="3398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5" y="4982"/>
                  </a:lnTo>
                  <a:lnTo>
                    <a:pt x="8998" y="4943"/>
                  </a:lnTo>
                  <a:lnTo>
                    <a:pt x="9423" y="4866"/>
                  </a:lnTo>
                  <a:lnTo>
                    <a:pt x="9848" y="4789"/>
                  </a:lnTo>
                  <a:lnTo>
                    <a:pt x="10272" y="4673"/>
                  </a:lnTo>
                  <a:lnTo>
                    <a:pt x="10658" y="4518"/>
                  </a:lnTo>
                  <a:lnTo>
                    <a:pt x="11083" y="4325"/>
                  </a:lnTo>
                  <a:lnTo>
                    <a:pt x="11469" y="4132"/>
                  </a:lnTo>
                  <a:lnTo>
                    <a:pt x="11856" y="3862"/>
                  </a:lnTo>
                  <a:lnTo>
                    <a:pt x="12242" y="3591"/>
                  </a:lnTo>
                  <a:lnTo>
                    <a:pt x="12319" y="3553"/>
                  </a:lnTo>
                  <a:lnTo>
                    <a:pt x="12435" y="3205"/>
                  </a:lnTo>
                  <a:lnTo>
                    <a:pt x="12358" y="3167"/>
                  </a:lnTo>
                  <a:lnTo>
                    <a:pt x="12280" y="3205"/>
                  </a:lnTo>
                  <a:lnTo>
                    <a:pt x="12203" y="3128"/>
                  </a:lnTo>
                  <a:lnTo>
                    <a:pt x="12010" y="3128"/>
                  </a:lnTo>
                  <a:lnTo>
                    <a:pt x="11933" y="3205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6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2" y="4480"/>
                  </a:lnTo>
                  <a:lnTo>
                    <a:pt x="7917" y="4480"/>
                  </a:lnTo>
                  <a:lnTo>
                    <a:pt x="7492" y="4441"/>
                  </a:lnTo>
                  <a:lnTo>
                    <a:pt x="7067" y="4402"/>
                  </a:lnTo>
                  <a:lnTo>
                    <a:pt x="6643" y="4364"/>
                  </a:lnTo>
                  <a:lnTo>
                    <a:pt x="6218" y="4248"/>
                  </a:lnTo>
                  <a:lnTo>
                    <a:pt x="5793" y="4171"/>
                  </a:lnTo>
                  <a:lnTo>
                    <a:pt x="5368" y="4016"/>
                  </a:lnTo>
                  <a:lnTo>
                    <a:pt x="4596" y="3707"/>
                  </a:lnTo>
                  <a:lnTo>
                    <a:pt x="3901" y="3283"/>
                  </a:lnTo>
                  <a:lnTo>
                    <a:pt x="3206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1081;p5"/>
            <p:cNvSpPr/>
            <p:nvPr/>
          </p:nvSpPr>
          <p:spPr>
            <a:xfrm>
              <a:off x="5333350" y="1388675"/>
              <a:ext cx="625575" cy="344650"/>
            </a:xfrm>
            <a:custGeom>
              <a:avLst/>
              <a:gdLst/>
              <a:ahLst/>
              <a:cxnLst/>
              <a:rect l="l" t="t" r="r" b="b"/>
              <a:pathLst>
                <a:path w="25023" h="13786" extrusionOk="0">
                  <a:moveTo>
                    <a:pt x="23285" y="965"/>
                  </a:moveTo>
                  <a:lnTo>
                    <a:pt x="23633" y="1467"/>
                  </a:lnTo>
                  <a:lnTo>
                    <a:pt x="23941" y="2008"/>
                  </a:lnTo>
                  <a:lnTo>
                    <a:pt x="23787" y="2163"/>
                  </a:lnTo>
                  <a:lnTo>
                    <a:pt x="23633" y="2201"/>
                  </a:lnTo>
                  <a:lnTo>
                    <a:pt x="23478" y="2201"/>
                  </a:lnTo>
                  <a:lnTo>
                    <a:pt x="23324" y="2163"/>
                  </a:lnTo>
                  <a:lnTo>
                    <a:pt x="23208" y="2085"/>
                  </a:lnTo>
                  <a:lnTo>
                    <a:pt x="23092" y="1969"/>
                  </a:lnTo>
                  <a:lnTo>
                    <a:pt x="23015" y="1815"/>
                  </a:lnTo>
                  <a:lnTo>
                    <a:pt x="22976" y="1661"/>
                  </a:lnTo>
                  <a:lnTo>
                    <a:pt x="22976" y="1429"/>
                  </a:lnTo>
                  <a:lnTo>
                    <a:pt x="23053" y="1274"/>
                  </a:lnTo>
                  <a:lnTo>
                    <a:pt x="23169" y="1120"/>
                  </a:lnTo>
                  <a:lnTo>
                    <a:pt x="23285" y="965"/>
                  </a:lnTo>
                  <a:close/>
                  <a:moveTo>
                    <a:pt x="24096" y="2433"/>
                  </a:moveTo>
                  <a:lnTo>
                    <a:pt x="24212" y="2780"/>
                  </a:lnTo>
                  <a:lnTo>
                    <a:pt x="24328" y="3089"/>
                  </a:lnTo>
                  <a:lnTo>
                    <a:pt x="24366" y="3437"/>
                  </a:lnTo>
                  <a:lnTo>
                    <a:pt x="24443" y="3823"/>
                  </a:lnTo>
                  <a:lnTo>
                    <a:pt x="24443" y="3823"/>
                  </a:lnTo>
                  <a:lnTo>
                    <a:pt x="24173" y="3746"/>
                  </a:lnTo>
                  <a:lnTo>
                    <a:pt x="23941" y="3591"/>
                  </a:lnTo>
                  <a:lnTo>
                    <a:pt x="23864" y="3514"/>
                  </a:lnTo>
                  <a:lnTo>
                    <a:pt x="23787" y="3398"/>
                  </a:lnTo>
                  <a:lnTo>
                    <a:pt x="23748" y="3282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7" y="2742"/>
                  </a:lnTo>
                  <a:lnTo>
                    <a:pt x="23941" y="2587"/>
                  </a:lnTo>
                  <a:lnTo>
                    <a:pt x="24096" y="2433"/>
                  </a:lnTo>
                  <a:close/>
                  <a:moveTo>
                    <a:pt x="16296" y="4981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6" y="5290"/>
                  </a:lnTo>
                  <a:lnTo>
                    <a:pt x="16566" y="5406"/>
                  </a:lnTo>
                  <a:lnTo>
                    <a:pt x="16296" y="5445"/>
                  </a:lnTo>
                  <a:lnTo>
                    <a:pt x="15639" y="5522"/>
                  </a:lnTo>
                  <a:lnTo>
                    <a:pt x="15639" y="5483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55" y="5175"/>
                  </a:lnTo>
                  <a:lnTo>
                    <a:pt x="15832" y="5097"/>
                  </a:lnTo>
                  <a:lnTo>
                    <a:pt x="15948" y="5020"/>
                  </a:lnTo>
                  <a:lnTo>
                    <a:pt x="16064" y="4981"/>
                  </a:lnTo>
                  <a:close/>
                  <a:moveTo>
                    <a:pt x="24443" y="4248"/>
                  </a:moveTo>
                  <a:lnTo>
                    <a:pt x="24443" y="4673"/>
                  </a:lnTo>
                  <a:lnTo>
                    <a:pt x="24366" y="5097"/>
                  </a:lnTo>
                  <a:lnTo>
                    <a:pt x="24250" y="5522"/>
                  </a:lnTo>
                  <a:lnTo>
                    <a:pt x="24057" y="5445"/>
                  </a:lnTo>
                  <a:lnTo>
                    <a:pt x="23903" y="5290"/>
                  </a:lnTo>
                  <a:lnTo>
                    <a:pt x="23826" y="5097"/>
                  </a:lnTo>
                  <a:lnTo>
                    <a:pt x="23787" y="4981"/>
                  </a:lnTo>
                  <a:lnTo>
                    <a:pt x="23787" y="4866"/>
                  </a:lnTo>
                  <a:lnTo>
                    <a:pt x="23826" y="4750"/>
                  </a:lnTo>
                  <a:lnTo>
                    <a:pt x="23864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48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6"/>
                  </a:lnTo>
                  <a:lnTo>
                    <a:pt x="18072" y="5638"/>
                  </a:lnTo>
                  <a:lnTo>
                    <a:pt x="17570" y="5522"/>
                  </a:lnTo>
                  <a:lnTo>
                    <a:pt x="17029" y="5445"/>
                  </a:lnTo>
                  <a:lnTo>
                    <a:pt x="17068" y="5290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4"/>
                  </a:lnTo>
                  <a:lnTo>
                    <a:pt x="17531" y="4866"/>
                  </a:lnTo>
                  <a:lnTo>
                    <a:pt x="17647" y="4827"/>
                  </a:lnTo>
                  <a:close/>
                  <a:moveTo>
                    <a:pt x="14713" y="5329"/>
                  </a:moveTo>
                  <a:lnTo>
                    <a:pt x="14828" y="5368"/>
                  </a:lnTo>
                  <a:lnTo>
                    <a:pt x="14906" y="5445"/>
                  </a:lnTo>
                  <a:lnTo>
                    <a:pt x="15021" y="5561"/>
                  </a:lnTo>
                  <a:lnTo>
                    <a:pt x="15060" y="5676"/>
                  </a:lnTo>
                  <a:lnTo>
                    <a:pt x="14558" y="5870"/>
                  </a:lnTo>
                  <a:lnTo>
                    <a:pt x="14056" y="6101"/>
                  </a:lnTo>
                  <a:lnTo>
                    <a:pt x="14017" y="6063"/>
                  </a:lnTo>
                  <a:lnTo>
                    <a:pt x="14056" y="5831"/>
                  </a:lnTo>
                  <a:lnTo>
                    <a:pt x="14133" y="5599"/>
                  </a:lnTo>
                  <a:lnTo>
                    <a:pt x="14249" y="5445"/>
                  </a:lnTo>
                  <a:lnTo>
                    <a:pt x="14365" y="5368"/>
                  </a:lnTo>
                  <a:lnTo>
                    <a:pt x="14442" y="5329"/>
                  </a:lnTo>
                  <a:close/>
                  <a:moveTo>
                    <a:pt x="18999" y="5483"/>
                  </a:moveTo>
                  <a:lnTo>
                    <a:pt x="19115" y="5522"/>
                  </a:lnTo>
                  <a:lnTo>
                    <a:pt x="19192" y="5561"/>
                  </a:lnTo>
                  <a:lnTo>
                    <a:pt x="19308" y="5676"/>
                  </a:lnTo>
                  <a:lnTo>
                    <a:pt x="19385" y="5831"/>
                  </a:lnTo>
                  <a:lnTo>
                    <a:pt x="19385" y="5985"/>
                  </a:lnTo>
                  <a:lnTo>
                    <a:pt x="19346" y="6178"/>
                  </a:lnTo>
                  <a:lnTo>
                    <a:pt x="18613" y="5831"/>
                  </a:lnTo>
                  <a:lnTo>
                    <a:pt x="18651" y="5754"/>
                  </a:lnTo>
                  <a:lnTo>
                    <a:pt x="18690" y="5676"/>
                  </a:lnTo>
                  <a:lnTo>
                    <a:pt x="18844" y="5522"/>
                  </a:lnTo>
                  <a:lnTo>
                    <a:pt x="18999" y="5483"/>
                  </a:lnTo>
                  <a:close/>
                  <a:moveTo>
                    <a:pt x="20196" y="6063"/>
                  </a:moveTo>
                  <a:lnTo>
                    <a:pt x="20350" y="6101"/>
                  </a:lnTo>
                  <a:lnTo>
                    <a:pt x="20466" y="6140"/>
                  </a:lnTo>
                  <a:lnTo>
                    <a:pt x="20543" y="6178"/>
                  </a:lnTo>
                  <a:lnTo>
                    <a:pt x="20698" y="6333"/>
                  </a:lnTo>
                  <a:lnTo>
                    <a:pt x="20775" y="6526"/>
                  </a:lnTo>
                  <a:lnTo>
                    <a:pt x="20814" y="6719"/>
                  </a:lnTo>
                  <a:lnTo>
                    <a:pt x="20891" y="6951"/>
                  </a:lnTo>
                  <a:lnTo>
                    <a:pt x="20466" y="6758"/>
                  </a:lnTo>
                  <a:lnTo>
                    <a:pt x="20080" y="6565"/>
                  </a:lnTo>
                  <a:lnTo>
                    <a:pt x="19810" y="6410"/>
                  </a:lnTo>
                  <a:lnTo>
                    <a:pt x="19848" y="6294"/>
                  </a:lnTo>
                  <a:lnTo>
                    <a:pt x="19887" y="6178"/>
                  </a:lnTo>
                  <a:lnTo>
                    <a:pt x="20003" y="6140"/>
                  </a:lnTo>
                  <a:lnTo>
                    <a:pt x="20080" y="6101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8"/>
                  </a:lnTo>
                  <a:lnTo>
                    <a:pt x="23941" y="5985"/>
                  </a:lnTo>
                  <a:lnTo>
                    <a:pt x="24019" y="6024"/>
                  </a:lnTo>
                  <a:lnTo>
                    <a:pt x="24096" y="6024"/>
                  </a:lnTo>
                  <a:lnTo>
                    <a:pt x="23941" y="6294"/>
                  </a:lnTo>
                  <a:lnTo>
                    <a:pt x="23748" y="6565"/>
                  </a:lnTo>
                  <a:lnTo>
                    <a:pt x="23517" y="6796"/>
                  </a:lnTo>
                  <a:lnTo>
                    <a:pt x="23246" y="6989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3" y="6178"/>
                  </a:lnTo>
                  <a:lnTo>
                    <a:pt x="23131" y="6101"/>
                  </a:lnTo>
                  <a:lnTo>
                    <a:pt x="23208" y="6024"/>
                  </a:lnTo>
                  <a:lnTo>
                    <a:pt x="23285" y="5947"/>
                  </a:lnTo>
                  <a:lnTo>
                    <a:pt x="23517" y="5870"/>
                  </a:lnTo>
                  <a:close/>
                  <a:moveTo>
                    <a:pt x="13245" y="6101"/>
                  </a:moveTo>
                  <a:lnTo>
                    <a:pt x="13477" y="6178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105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7" y="6796"/>
                  </a:lnTo>
                  <a:lnTo>
                    <a:pt x="12627" y="6680"/>
                  </a:lnTo>
                  <a:lnTo>
                    <a:pt x="12666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59" y="6217"/>
                  </a:lnTo>
                  <a:lnTo>
                    <a:pt x="13013" y="6140"/>
                  </a:lnTo>
                  <a:lnTo>
                    <a:pt x="13129" y="6101"/>
                  </a:lnTo>
                  <a:close/>
                  <a:moveTo>
                    <a:pt x="22165" y="6565"/>
                  </a:moveTo>
                  <a:lnTo>
                    <a:pt x="22281" y="6603"/>
                  </a:lnTo>
                  <a:lnTo>
                    <a:pt x="22474" y="6719"/>
                  </a:lnTo>
                  <a:lnTo>
                    <a:pt x="22629" y="6874"/>
                  </a:lnTo>
                  <a:lnTo>
                    <a:pt x="22783" y="7028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5"/>
                  </a:lnTo>
                  <a:lnTo>
                    <a:pt x="22937" y="7144"/>
                  </a:lnTo>
                  <a:lnTo>
                    <a:pt x="22551" y="7221"/>
                  </a:lnTo>
                  <a:lnTo>
                    <a:pt x="22165" y="7260"/>
                  </a:lnTo>
                  <a:lnTo>
                    <a:pt x="21779" y="7221"/>
                  </a:lnTo>
                  <a:lnTo>
                    <a:pt x="21393" y="7105"/>
                  </a:lnTo>
                  <a:lnTo>
                    <a:pt x="21470" y="6912"/>
                  </a:lnTo>
                  <a:lnTo>
                    <a:pt x="21625" y="6758"/>
                  </a:lnTo>
                  <a:lnTo>
                    <a:pt x="21818" y="6603"/>
                  </a:lnTo>
                  <a:lnTo>
                    <a:pt x="22049" y="6565"/>
                  </a:lnTo>
                  <a:close/>
                  <a:moveTo>
                    <a:pt x="12280" y="7414"/>
                  </a:moveTo>
                  <a:lnTo>
                    <a:pt x="12473" y="7453"/>
                  </a:lnTo>
                  <a:lnTo>
                    <a:pt x="12125" y="7993"/>
                  </a:lnTo>
                  <a:lnTo>
                    <a:pt x="11816" y="8573"/>
                  </a:lnTo>
                  <a:lnTo>
                    <a:pt x="11701" y="8341"/>
                  </a:lnTo>
                  <a:lnTo>
                    <a:pt x="11662" y="8109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39" y="7723"/>
                  </a:lnTo>
                  <a:lnTo>
                    <a:pt x="11816" y="7607"/>
                  </a:lnTo>
                  <a:lnTo>
                    <a:pt x="11894" y="7530"/>
                  </a:lnTo>
                  <a:lnTo>
                    <a:pt x="12009" y="7453"/>
                  </a:lnTo>
                  <a:lnTo>
                    <a:pt x="12164" y="7414"/>
                  </a:lnTo>
                  <a:close/>
                  <a:moveTo>
                    <a:pt x="2240" y="9384"/>
                  </a:moveTo>
                  <a:lnTo>
                    <a:pt x="2356" y="9422"/>
                  </a:lnTo>
                  <a:lnTo>
                    <a:pt x="2472" y="9499"/>
                  </a:lnTo>
                  <a:lnTo>
                    <a:pt x="2549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10001"/>
                  </a:lnTo>
                  <a:lnTo>
                    <a:pt x="2124" y="9886"/>
                  </a:lnTo>
                  <a:lnTo>
                    <a:pt x="1661" y="9886"/>
                  </a:lnTo>
                  <a:lnTo>
                    <a:pt x="1699" y="9770"/>
                  </a:lnTo>
                  <a:lnTo>
                    <a:pt x="1738" y="9654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close/>
                  <a:moveTo>
                    <a:pt x="11662" y="8997"/>
                  </a:moveTo>
                  <a:lnTo>
                    <a:pt x="11469" y="9499"/>
                  </a:lnTo>
                  <a:lnTo>
                    <a:pt x="11353" y="10040"/>
                  </a:lnTo>
                  <a:lnTo>
                    <a:pt x="11276" y="10272"/>
                  </a:lnTo>
                  <a:lnTo>
                    <a:pt x="11237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8" y="9692"/>
                  </a:lnTo>
                  <a:lnTo>
                    <a:pt x="10928" y="9577"/>
                  </a:lnTo>
                  <a:lnTo>
                    <a:pt x="10967" y="9461"/>
                  </a:lnTo>
                  <a:lnTo>
                    <a:pt x="11006" y="9345"/>
                  </a:lnTo>
                  <a:lnTo>
                    <a:pt x="11121" y="9152"/>
                  </a:lnTo>
                  <a:lnTo>
                    <a:pt x="11276" y="9075"/>
                  </a:lnTo>
                  <a:lnTo>
                    <a:pt x="11469" y="8997"/>
                  </a:lnTo>
                  <a:close/>
                  <a:moveTo>
                    <a:pt x="3785" y="9770"/>
                  </a:moveTo>
                  <a:lnTo>
                    <a:pt x="3900" y="9808"/>
                  </a:lnTo>
                  <a:lnTo>
                    <a:pt x="4016" y="9886"/>
                  </a:lnTo>
                  <a:lnTo>
                    <a:pt x="4093" y="10001"/>
                  </a:lnTo>
                  <a:lnTo>
                    <a:pt x="4132" y="10117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3" y="10542"/>
                  </a:lnTo>
                  <a:lnTo>
                    <a:pt x="4016" y="10658"/>
                  </a:lnTo>
                  <a:lnTo>
                    <a:pt x="3862" y="10542"/>
                  </a:lnTo>
                  <a:lnTo>
                    <a:pt x="3514" y="10349"/>
                  </a:lnTo>
                  <a:lnTo>
                    <a:pt x="3089" y="10156"/>
                  </a:lnTo>
                  <a:lnTo>
                    <a:pt x="3128" y="10040"/>
                  </a:lnTo>
                  <a:lnTo>
                    <a:pt x="3244" y="9924"/>
                  </a:lnTo>
                  <a:lnTo>
                    <a:pt x="3360" y="9847"/>
                  </a:lnTo>
                  <a:lnTo>
                    <a:pt x="3514" y="9770"/>
                  </a:lnTo>
                  <a:close/>
                  <a:moveTo>
                    <a:pt x="4943" y="10658"/>
                  </a:moveTo>
                  <a:lnTo>
                    <a:pt x="5020" y="10735"/>
                  </a:lnTo>
                  <a:lnTo>
                    <a:pt x="5097" y="10774"/>
                  </a:lnTo>
                  <a:lnTo>
                    <a:pt x="5136" y="10889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97" y="11430"/>
                  </a:lnTo>
                  <a:lnTo>
                    <a:pt x="4402" y="10928"/>
                  </a:lnTo>
                  <a:lnTo>
                    <a:pt x="4441" y="10812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19"/>
                  </a:moveTo>
                  <a:lnTo>
                    <a:pt x="10967" y="11198"/>
                  </a:lnTo>
                  <a:lnTo>
                    <a:pt x="10735" y="11739"/>
                  </a:lnTo>
                  <a:lnTo>
                    <a:pt x="10658" y="11700"/>
                  </a:lnTo>
                  <a:lnTo>
                    <a:pt x="10504" y="11546"/>
                  </a:lnTo>
                  <a:lnTo>
                    <a:pt x="10426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2"/>
                  </a:lnTo>
                  <a:lnTo>
                    <a:pt x="10735" y="10696"/>
                  </a:lnTo>
                  <a:lnTo>
                    <a:pt x="10928" y="10619"/>
                  </a:lnTo>
                  <a:close/>
                  <a:moveTo>
                    <a:pt x="5986" y="11469"/>
                  </a:moveTo>
                  <a:lnTo>
                    <a:pt x="6063" y="11507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3" y="11778"/>
                  </a:lnTo>
                  <a:lnTo>
                    <a:pt x="6372" y="12009"/>
                  </a:lnTo>
                  <a:lnTo>
                    <a:pt x="6410" y="12241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0"/>
                  </a:lnTo>
                  <a:lnTo>
                    <a:pt x="5445" y="11623"/>
                  </a:lnTo>
                  <a:lnTo>
                    <a:pt x="5561" y="11546"/>
                  </a:lnTo>
                  <a:lnTo>
                    <a:pt x="5638" y="11507"/>
                  </a:lnTo>
                  <a:lnTo>
                    <a:pt x="5754" y="11469"/>
                  </a:lnTo>
                  <a:close/>
                  <a:moveTo>
                    <a:pt x="10542" y="12048"/>
                  </a:moveTo>
                  <a:lnTo>
                    <a:pt x="10388" y="12318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8" y="12241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76" y="12511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0"/>
                  </a:lnTo>
                  <a:lnTo>
                    <a:pt x="7878" y="13013"/>
                  </a:lnTo>
                  <a:lnTo>
                    <a:pt x="7878" y="13206"/>
                  </a:lnTo>
                  <a:lnTo>
                    <a:pt x="7839" y="13206"/>
                  </a:lnTo>
                  <a:lnTo>
                    <a:pt x="7337" y="13013"/>
                  </a:lnTo>
                  <a:lnTo>
                    <a:pt x="6835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1"/>
                  </a:lnTo>
                  <a:close/>
                  <a:moveTo>
                    <a:pt x="8843" y="12627"/>
                  </a:moveTo>
                  <a:lnTo>
                    <a:pt x="8959" y="12666"/>
                  </a:lnTo>
                  <a:lnTo>
                    <a:pt x="9113" y="12782"/>
                  </a:lnTo>
                  <a:lnTo>
                    <a:pt x="9191" y="12936"/>
                  </a:lnTo>
                  <a:lnTo>
                    <a:pt x="9229" y="13129"/>
                  </a:lnTo>
                  <a:lnTo>
                    <a:pt x="9268" y="13206"/>
                  </a:lnTo>
                  <a:lnTo>
                    <a:pt x="9036" y="13284"/>
                  </a:lnTo>
                  <a:lnTo>
                    <a:pt x="8804" y="13322"/>
                  </a:lnTo>
                  <a:lnTo>
                    <a:pt x="8573" y="13322"/>
                  </a:lnTo>
                  <a:lnTo>
                    <a:pt x="8302" y="13284"/>
                  </a:lnTo>
                  <a:lnTo>
                    <a:pt x="8302" y="13206"/>
                  </a:lnTo>
                  <a:lnTo>
                    <a:pt x="8341" y="13013"/>
                  </a:lnTo>
                  <a:lnTo>
                    <a:pt x="8418" y="12820"/>
                  </a:lnTo>
                  <a:lnTo>
                    <a:pt x="8573" y="12704"/>
                  </a:lnTo>
                  <a:lnTo>
                    <a:pt x="8650" y="12666"/>
                  </a:lnTo>
                  <a:lnTo>
                    <a:pt x="8766" y="12627"/>
                  </a:lnTo>
                  <a:close/>
                  <a:moveTo>
                    <a:pt x="22976" y="0"/>
                  </a:moveTo>
                  <a:lnTo>
                    <a:pt x="22899" y="39"/>
                  </a:lnTo>
                  <a:lnTo>
                    <a:pt x="22822" y="77"/>
                  </a:lnTo>
                  <a:lnTo>
                    <a:pt x="22783" y="155"/>
                  </a:lnTo>
                  <a:lnTo>
                    <a:pt x="22744" y="232"/>
                  </a:lnTo>
                  <a:lnTo>
                    <a:pt x="22744" y="309"/>
                  </a:lnTo>
                  <a:lnTo>
                    <a:pt x="22822" y="425"/>
                  </a:lnTo>
                  <a:lnTo>
                    <a:pt x="22860" y="464"/>
                  </a:lnTo>
                  <a:lnTo>
                    <a:pt x="23015" y="657"/>
                  </a:lnTo>
                  <a:lnTo>
                    <a:pt x="22899" y="772"/>
                  </a:lnTo>
                  <a:lnTo>
                    <a:pt x="22783" y="965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699"/>
                  </a:lnTo>
                  <a:lnTo>
                    <a:pt x="22629" y="1892"/>
                  </a:lnTo>
                  <a:lnTo>
                    <a:pt x="22706" y="2047"/>
                  </a:lnTo>
                  <a:lnTo>
                    <a:pt x="22860" y="2278"/>
                  </a:lnTo>
                  <a:lnTo>
                    <a:pt x="23053" y="2394"/>
                  </a:lnTo>
                  <a:lnTo>
                    <a:pt x="23246" y="2510"/>
                  </a:lnTo>
                  <a:lnTo>
                    <a:pt x="23478" y="2510"/>
                  </a:lnTo>
                  <a:lnTo>
                    <a:pt x="23401" y="2703"/>
                  </a:lnTo>
                  <a:lnTo>
                    <a:pt x="23362" y="2896"/>
                  </a:lnTo>
                  <a:lnTo>
                    <a:pt x="23324" y="3089"/>
                  </a:lnTo>
                  <a:lnTo>
                    <a:pt x="23362" y="3282"/>
                  </a:lnTo>
                  <a:lnTo>
                    <a:pt x="23439" y="3514"/>
                  </a:lnTo>
                  <a:lnTo>
                    <a:pt x="23555" y="3707"/>
                  </a:lnTo>
                  <a:lnTo>
                    <a:pt x="23748" y="3900"/>
                  </a:lnTo>
                  <a:lnTo>
                    <a:pt x="23980" y="4016"/>
                  </a:lnTo>
                  <a:lnTo>
                    <a:pt x="23748" y="4209"/>
                  </a:lnTo>
                  <a:lnTo>
                    <a:pt x="23555" y="4479"/>
                  </a:lnTo>
                  <a:lnTo>
                    <a:pt x="23478" y="4750"/>
                  </a:lnTo>
                  <a:lnTo>
                    <a:pt x="23439" y="4904"/>
                  </a:lnTo>
                  <a:lnTo>
                    <a:pt x="23439" y="5020"/>
                  </a:lnTo>
                  <a:lnTo>
                    <a:pt x="23517" y="5290"/>
                  </a:lnTo>
                  <a:lnTo>
                    <a:pt x="23633" y="5483"/>
                  </a:lnTo>
                  <a:lnTo>
                    <a:pt x="23401" y="5522"/>
                  </a:lnTo>
                  <a:lnTo>
                    <a:pt x="23169" y="5561"/>
                  </a:lnTo>
                  <a:lnTo>
                    <a:pt x="22976" y="5715"/>
                  </a:lnTo>
                  <a:lnTo>
                    <a:pt x="22783" y="5870"/>
                  </a:lnTo>
                  <a:lnTo>
                    <a:pt x="22706" y="6101"/>
                  </a:lnTo>
                  <a:lnTo>
                    <a:pt x="22629" y="6372"/>
                  </a:lnTo>
                  <a:lnTo>
                    <a:pt x="22474" y="6294"/>
                  </a:lnTo>
                  <a:lnTo>
                    <a:pt x="22320" y="6256"/>
                  </a:lnTo>
                  <a:lnTo>
                    <a:pt x="22165" y="6217"/>
                  </a:lnTo>
                  <a:lnTo>
                    <a:pt x="21972" y="6217"/>
                  </a:lnTo>
                  <a:lnTo>
                    <a:pt x="21740" y="6294"/>
                  </a:lnTo>
                  <a:lnTo>
                    <a:pt x="21509" y="6410"/>
                  </a:lnTo>
                  <a:lnTo>
                    <a:pt x="21354" y="6565"/>
                  </a:lnTo>
                  <a:lnTo>
                    <a:pt x="21200" y="6796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6024"/>
                  </a:lnTo>
                  <a:lnTo>
                    <a:pt x="20736" y="5908"/>
                  </a:lnTo>
                  <a:lnTo>
                    <a:pt x="20582" y="5831"/>
                  </a:lnTo>
                  <a:lnTo>
                    <a:pt x="20428" y="5754"/>
                  </a:lnTo>
                  <a:lnTo>
                    <a:pt x="20234" y="5754"/>
                  </a:lnTo>
                  <a:lnTo>
                    <a:pt x="20080" y="5792"/>
                  </a:lnTo>
                  <a:lnTo>
                    <a:pt x="19887" y="5870"/>
                  </a:lnTo>
                  <a:lnTo>
                    <a:pt x="19771" y="5947"/>
                  </a:lnTo>
                  <a:lnTo>
                    <a:pt x="19732" y="5715"/>
                  </a:lnTo>
                  <a:lnTo>
                    <a:pt x="19617" y="5483"/>
                  </a:lnTo>
                  <a:lnTo>
                    <a:pt x="19462" y="5329"/>
                  </a:lnTo>
                  <a:lnTo>
                    <a:pt x="19385" y="5252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90"/>
                  </a:lnTo>
                  <a:lnTo>
                    <a:pt x="18497" y="5406"/>
                  </a:lnTo>
                  <a:lnTo>
                    <a:pt x="18458" y="5252"/>
                  </a:lnTo>
                  <a:lnTo>
                    <a:pt x="18420" y="5136"/>
                  </a:lnTo>
                  <a:lnTo>
                    <a:pt x="18381" y="4981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73"/>
                  </a:lnTo>
                  <a:lnTo>
                    <a:pt x="17956" y="4595"/>
                  </a:lnTo>
                  <a:lnTo>
                    <a:pt x="17802" y="4557"/>
                  </a:lnTo>
                  <a:lnTo>
                    <a:pt x="17647" y="4518"/>
                  </a:lnTo>
                  <a:lnTo>
                    <a:pt x="17493" y="4557"/>
                  </a:lnTo>
                  <a:lnTo>
                    <a:pt x="17377" y="4595"/>
                  </a:lnTo>
                  <a:lnTo>
                    <a:pt x="17261" y="4634"/>
                  </a:lnTo>
                  <a:lnTo>
                    <a:pt x="17145" y="4750"/>
                  </a:lnTo>
                  <a:lnTo>
                    <a:pt x="17029" y="4827"/>
                  </a:lnTo>
                  <a:lnTo>
                    <a:pt x="16875" y="5097"/>
                  </a:lnTo>
                  <a:lnTo>
                    <a:pt x="16759" y="4943"/>
                  </a:lnTo>
                  <a:lnTo>
                    <a:pt x="16605" y="4788"/>
                  </a:lnTo>
                  <a:lnTo>
                    <a:pt x="16450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66"/>
                  </a:lnTo>
                  <a:lnTo>
                    <a:pt x="15523" y="4981"/>
                  </a:lnTo>
                  <a:lnTo>
                    <a:pt x="15446" y="5136"/>
                  </a:lnTo>
                  <a:lnTo>
                    <a:pt x="15408" y="5329"/>
                  </a:lnTo>
                  <a:lnTo>
                    <a:pt x="15408" y="5483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68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1"/>
                  </a:lnTo>
                  <a:lnTo>
                    <a:pt x="14635" y="4943"/>
                  </a:lnTo>
                  <a:lnTo>
                    <a:pt x="14442" y="4981"/>
                  </a:lnTo>
                  <a:lnTo>
                    <a:pt x="14288" y="5020"/>
                  </a:lnTo>
                  <a:lnTo>
                    <a:pt x="14133" y="5097"/>
                  </a:lnTo>
                  <a:lnTo>
                    <a:pt x="14056" y="5175"/>
                  </a:lnTo>
                  <a:lnTo>
                    <a:pt x="13940" y="5290"/>
                  </a:lnTo>
                  <a:lnTo>
                    <a:pt x="13824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5"/>
                  </a:lnTo>
                  <a:lnTo>
                    <a:pt x="13168" y="5715"/>
                  </a:lnTo>
                  <a:lnTo>
                    <a:pt x="12936" y="5754"/>
                  </a:lnTo>
                  <a:lnTo>
                    <a:pt x="12743" y="5831"/>
                  </a:lnTo>
                  <a:lnTo>
                    <a:pt x="12589" y="5947"/>
                  </a:lnTo>
                  <a:lnTo>
                    <a:pt x="12511" y="6063"/>
                  </a:lnTo>
                  <a:lnTo>
                    <a:pt x="12434" y="6217"/>
                  </a:lnTo>
                  <a:lnTo>
                    <a:pt x="12357" y="6372"/>
                  </a:lnTo>
                  <a:lnTo>
                    <a:pt x="12357" y="6526"/>
                  </a:lnTo>
                  <a:lnTo>
                    <a:pt x="12357" y="6680"/>
                  </a:lnTo>
                  <a:lnTo>
                    <a:pt x="12357" y="6835"/>
                  </a:lnTo>
                  <a:lnTo>
                    <a:pt x="12434" y="6989"/>
                  </a:lnTo>
                  <a:lnTo>
                    <a:pt x="12164" y="7028"/>
                  </a:lnTo>
                  <a:lnTo>
                    <a:pt x="11894" y="7105"/>
                  </a:lnTo>
                  <a:lnTo>
                    <a:pt x="11662" y="7221"/>
                  </a:lnTo>
                  <a:lnTo>
                    <a:pt x="11507" y="7414"/>
                  </a:lnTo>
                  <a:lnTo>
                    <a:pt x="11392" y="7530"/>
                  </a:lnTo>
                  <a:lnTo>
                    <a:pt x="11353" y="7684"/>
                  </a:lnTo>
                  <a:lnTo>
                    <a:pt x="11314" y="7839"/>
                  </a:lnTo>
                  <a:lnTo>
                    <a:pt x="11276" y="7993"/>
                  </a:lnTo>
                  <a:lnTo>
                    <a:pt x="11314" y="8148"/>
                  </a:lnTo>
                  <a:lnTo>
                    <a:pt x="11353" y="8302"/>
                  </a:lnTo>
                  <a:lnTo>
                    <a:pt x="11392" y="8457"/>
                  </a:lnTo>
                  <a:lnTo>
                    <a:pt x="11469" y="8611"/>
                  </a:lnTo>
                  <a:lnTo>
                    <a:pt x="11199" y="8650"/>
                  </a:lnTo>
                  <a:lnTo>
                    <a:pt x="10967" y="8804"/>
                  </a:lnTo>
                  <a:lnTo>
                    <a:pt x="10774" y="8997"/>
                  </a:lnTo>
                  <a:lnTo>
                    <a:pt x="10658" y="9229"/>
                  </a:lnTo>
                  <a:lnTo>
                    <a:pt x="10581" y="9499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1" y="10233"/>
                  </a:lnTo>
                  <a:lnTo>
                    <a:pt x="10619" y="10310"/>
                  </a:lnTo>
                  <a:lnTo>
                    <a:pt x="10426" y="10426"/>
                  </a:lnTo>
                  <a:lnTo>
                    <a:pt x="10233" y="10581"/>
                  </a:lnTo>
                  <a:lnTo>
                    <a:pt x="10117" y="10774"/>
                  </a:lnTo>
                  <a:lnTo>
                    <a:pt x="10079" y="11005"/>
                  </a:lnTo>
                  <a:lnTo>
                    <a:pt x="10040" y="11237"/>
                  </a:lnTo>
                  <a:lnTo>
                    <a:pt x="10079" y="11469"/>
                  </a:lnTo>
                  <a:lnTo>
                    <a:pt x="10195" y="11700"/>
                  </a:lnTo>
                  <a:lnTo>
                    <a:pt x="9924" y="11739"/>
                  </a:lnTo>
                  <a:lnTo>
                    <a:pt x="9693" y="11855"/>
                  </a:lnTo>
                  <a:lnTo>
                    <a:pt x="9500" y="12009"/>
                  </a:lnTo>
                  <a:lnTo>
                    <a:pt x="9422" y="12087"/>
                  </a:lnTo>
                  <a:lnTo>
                    <a:pt x="9384" y="12202"/>
                  </a:lnTo>
                  <a:lnTo>
                    <a:pt x="9345" y="12318"/>
                  </a:lnTo>
                  <a:lnTo>
                    <a:pt x="9306" y="12473"/>
                  </a:lnTo>
                  <a:lnTo>
                    <a:pt x="9191" y="12395"/>
                  </a:lnTo>
                  <a:lnTo>
                    <a:pt x="9036" y="12318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57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4"/>
                  </a:lnTo>
                  <a:lnTo>
                    <a:pt x="8109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3" y="12241"/>
                  </a:lnTo>
                  <a:lnTo>
                    <a:pt x="7492" y="12164"/>
                  </a:lnTo>
                  <a:lnTo>
                    <a:pt x="7221" y="12202"/>
                  </a:lnTo>
                  <a:lnTo>
                    <a:pt x="6990" y="12280"/>
                  </a:lnTo>
                  <a:lnTo>
                    <a:pt x="6796" y="12434"/>
                  </a:lnTo>
                  <a:lnTo>
                    <a:pt x="6796" y="12048"/>
                  </a:lnTo>
                  <a:lnTo>
                    <a:pt x="6758" y="11893"/>
                  </a:lnTo>
                  <a:lnTo>
                    <a:pt x="6681" y="11700"/>
                  </a:lnTo>
                  <a:lnTo>
                    <a:pt x="6603" y="11546"/>
                  </a:lnTo>
                  <a:lnTo>
                    <a:pt x="6526" y="11430"/>
                  </a:lnTo>
                  <a:lnTo>
                    <a:pt x="6372" y="11314"/>
                  </a:lnTo>
                  <a:lnTo>
                    <a:pt x="6217" y="11198"/>
                  </a:lnTo>
                  <a:lnTo>
                    <a:pt x="6063" y="11160"/>
                  </a:lnTo>
                  <a:lnTo>
                    <a:pt x="5715" y="11160"/>
                  </a:lnTo>
                  <a:lnTo>
                    <a:pt x="5522" y="11237"/>
                  </a:lnTo>
                  <a:lnTo>
                    <a:pt x="5522" y="10967"/>
                  </a:lnTo>
                  <a:lnTo>
                    <a:pt x="5445" y="10735"/>
                  </a:lnTo>
                  <a:lnTo>
                    <a:pt x="5329" y="10503"/>
                  </a:lnTo>
                  <a:lnTo>
                    <a:pt x="5213" y="10426"/>
                  </a:lnTo>
                  <a:lnTo>
                    <a:pt x="5097" y="10388"/>
                  </a:lnTo>
                  <a:lnTo>
                    <a:pt x="4943" y="10310"/>
                  </a:lnTo>
                  <a:lnTo>
                    <a:pt x="4827" y="10310"/>
                  </a:lnTo>
                  <a:lnTo>
                    <a:pt x="4673" y="10349"/>
                  </a:lnTo>
                  <a:lnTo>
                    <a:pt x="4518" y="10388"/>
                  </a:lnTo>
                  <a:lnTo>
                    <a:pt x="4518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09" y="9577"/>
                  </a:lnTo>
                  <a:lnTo>
                    <a:pt x="4055" y="9499"/>
                  </a:lnTo>
                  <a:lnTo>
                    <a:pt x="3900" y="9461"/>
                  </a:lnTo>
                  <a:lnTo>
                    <a:pt x="3746" y="9422"/>
                  </a:lnTo>
                  <a:lnTo>
                    <a:pt x="3591" y="9422"/>
                  </a:lnTo>
                  <a:lnTo>
                    <a:pt x="3398" y="9461"/>
                  </a:lnTo>
                  <a:lnTo>
                    <a:pt x="3283" y="9538"/>
                  </a:lnTo>
                  <a:lnTo>
                    <a:pt x="3128" y="9615"/>
                  </a:lnTo>
                  <a:lnTo>
                    <a:pt x="3012" y="9770"/>
                  </a:lnTo>
                  <a:lnTo>
                    <a:pt x="2974" y="9615"/>
                  </a:lnTo>
                  <a:lnTo>
                    <a:pt x="2896" y="9461"/>
                  </a:lnTo>
                  <a:lnTo>
                    <a:pt x="2781" y="9268"/>
                  </a:lnTo>
                  <a:lnTo>
                    <a:pt x="2626" y="9152"/>
                  </a:lnTo>
                  <a:lnTo>
                    <a:pt x="2433" y="9036"/>
                  </a:lnTo>
                  <a:lnTo>
                    <a:pt x="2240" y="8997"/>
                  </a:lnTo>
                  <a:lnTo>
                    <a:pt x="2047" y="9036"/>
                  </a:lnTo>
                  <a:lnTo>
                    <a:pt x="1854" y="9113"/>
                  </a:lnTo>
                  <a:lnTo>
                    <a:pt x="1699" y="9190"/>
                  </a:lnTo>
                  <a:lnTo>
                    <a:pt x="1545" y="9345"/>
                  </a:lnTo>
                  <a:lnTo>
                    <a:pt x="1429" y="9538"/>
                  </a:lnTo>
                  <a:lnTo>
                    <a:pt x="1390" y="9731"/>
                  </a:lnTo>
                  <a:lnTo>
                    <a:pt x="1352" y="9924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310"/>
                  </a:lnTo>
                  <a:lnTo>
                    <a:pt x="386" y="10426"/>
                  </a:lnTo>
                  <a:lnTo>
                    <a:pt x="271" y="10581"/>
                  </a:lnTo>
                  <a:lnTo>
                    <a:pt x="116" y="10889"/>
                  </a:lnTo>
                  <a:lnTo>
                    <a:pt x="0" y="11237"/>
                  </a:lnTo>
                  <a:lnTo>
                    <a:pt x="0" y="11585"/>
                  </a:lnTo>
                  <a:lnTo>
                    <a:pt x="77" y="11932"/>
                  </a:lnTo>
                  <a:lnTo>
                    <a:pt x="193" y="12241"/>
                  </a:lnTo>
                  <a:lnTo>
                    <a:pt x="386" y="12550"/>
                  </a:lnTo>
                  <a:lnTo>
                    <a:pt x="618" y="12820"/>
                  </a:lnTo>
                  <a:lnTo>
                    <a:pt x="811" y="12936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085" y="13129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50"/>
                  </a:lnTo>
                  <a:lnTo>
                    <a:pt x="3360" y="12241"/>
                  </a:lnTo>
                  <a:lnTo>
                    <a:pt x="3591" y="12009"/>
                  </a:lnTo>
                  <a:lnTo>
                    <a:pt x="3553" y="11932"/>
                  </a:lnTo>
                  <a:lnTo>
                    <a:pt x="3514" y="11816"/>
                  </a:lnTo>
                  <a:lnTo>
                    <a:pt x="3437" y="11778"/>
                  </a:lnTo>
                  <a:lnTo>
                    <a:pt x="3321" y="11739"/>
                  </a:lnTo>
                  <a:lnTo>
                    <a:pt x="3283" y="11778"/>
                  </a:lnTo>
                  <a:lnTo>
                    <a:pt x="3244" y="11816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7" y="12434"/>
                  </a:lnTo>
                  <a:lnTo>
                    <a:pt x="2317" y="12589"/>
                  </a:lnTo>
                  <a:lnTo>
                    <a:pt x="2047" y="12666"/>
                  </a:lnTo>
                  <a:lnTo>
                    <a:pt x="1738" y="12704"/>
                  </a:lnTo>
                  <a:lnTo>
                    <a:pt x="1429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1" y="12357"/>
                  </a:lnTo>
                  <a:lnTo>
                    <a:pt x="695" y="12202"/>
                  </a:lnTo>
                  <a:lnTo>
                    <a:pt x="618" y="12048"/>
                  </a:lnTo>
                  <a:lnTo>
                    <a:pt x="541" y="11893"/>
                  </a:lnTo>
                  <a:lnTo>
                    <a:pt x="502" y="11739"/>
                  </a:lnTo>
                  <a:lnTo>
                    <a:pt x="502" y="11546"/>
                  </a:lnTo>
                  <a:lnTo>
                    <a:pt x="502" y="11391"/>
                  </a:lnTo>
                  <a:lnTo>
                    <a:pt x="541" y="11198"/>
                  </a:lnTo>
                  <a:lnTo>
                    <a:pt x="579" y="11044"/>
                  </a:lnTo>
                  <a:lnTo>
                    <a:pt x="657" y="10889"/>
                  </a:lnTo>
                  <a:lnTo>
                    <a:pt x="773" y="10774"/>
                  </a:lnTo>
                  <a:lnTo>
                    <a:pt x="888" y="10619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008" y="10349"/>
                  </a:lnTo>
                  <a:lnTo>
                    <a:pt x="2317" y="10388"/>
                  </a:lnTo>
                  <a:lnTo>
                    <a:pt x="2587" y="10426"/>
                  </a:lnTo>
                  <a:lnTo>
                    <a:pt x="2858" y="10542"/>
                  </a:lnTo>
                  <a:lnTo>
                    <a:pt x="3128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5"/>
                  </a:lnTo>
                  <a:lnTo>
                    <a:pt x="5870" y="12704"/>
                  </a:lnTo>
                  <a:lnTo>
                    <a:pt x="6256" y="12975"/>
                  </a:lnTo>
                  <a:lnTo>
                    <a:pt x="6681" y="13206"/>
                  </a:lnTo>
                  <a:lnTo>
                    <a:pt x="7105" y="13438"/>
                  </a:lnTo>
                  <a:lnTo>
                    <a:pt x="7530" y="13593"/>
                  </a:lnTo>
                  <a:lnTo>
                    <a:pt x="7994" y="13747"/>
                  </a:lnTo>
                  <a:lnTo>
                    <a:pt x="8457" y="13786"/>
                  </a:lnTo>
                  <a:lnTo>
                    <a:pt x="8920" y="13786"/>
                  </a:lnTo>
                  <a:lnTo>
                    <a:pt x="9345" y="13708"/>
                  </a:lnTo>
                  <a:lnTo>
                    <a:pt x="9731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73"/>
                  </a:lnTo>
                  <a:lnTo>
                    <a:pt x="11121" y="12125"/>
                  </a:lnTo>
                  <a:lnTo>
                    <a:pt x="11314" y="11739"/>
                  </a:lnTo>
                  <a:lnTo>
                    <a:pt x="11507" y="11237"/>
                  </a:lnTo>
                  <a:lnTo>
                    <a:pt x="11662" y="10696"/>
                  </a:lnTo>
                  <a:lnTo>
                    <a:pt x="11971" y="9615"/>
                  </a:lnTo>
                  <a:lnTo>
                    <a:pt x="12125" y="9113"/>
                  </a:lnTo>
                  <a:lnTo>
                    <a:pt x="12357" y="8611"/>
                  </a:lnTo>
                  <a:lnTo>
                    <a:pt x="12589" y="8109"/>
                  </a:lnTo>
                  <a:lnTo>
                    <a:pt x="12936" y="7646"/>
                  </a:lnTo>
                  <a:lnTo>
                    <a:pt x="13284" y="7298"/>
                  </a:lnTo>
                  <a:lnTo>
                    <a:pt x="13631" y="6989"/>
                  </a:lnTo>
                  <a:lnTo>
                    <a:pt x="14017" y="6719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1"/>
                  </a:lnTo>
                  <a:lnTo>
                    <a:pt x="15832" y="5985"/>
                  </a:lnTo>
                  <a:lnTo>
                    <a:pt x="16296" y="5947"/>
                  </a:lnTo>
                  <a:lnTo>
                    <a:pt x="16605" y="5908"/>
                  </a:lnTo>
                  <a:lnTo>
                    <a:pt x="16914" y="5908"/>
                  </a:lnTo>
                  <a:lnTo>
                    <a:pt x="17454" y="5985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3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30" y="7491"/>
                  </a:lnTo>
                  <a:lnTo>
                    <a:pt x="21316" y="7646"/>
                  </a:lnTo>
                  <a:lnTo>
                    <a:pt x="21740" y="7723"/>
                  </a:lnTo>
                  <a:lnTo>
                    <a:pt x="22165" y="7762"/>
                  </a:lnTo>
                  <a:lnTo>
                    <a:pt x="22590" y="7723"/>
                  </a:lnTo>
                  <a:lnTo>
                    <a:pt x="22976" y="7646"/>
                  </a:lnTo>
                  <a:lnTo>
                    <a:pt x="23362" y="7530"/>
                  </a:lnTo>
                  <a:lnTo>
                    <a:pt x="23710" y="7298"/>
                  </a:lnTo>
                  <a:lnTo>
                    <a:pt x="24057" y="6989"/>
                  </a:lnTo>
                  <a:lnTo>
                    <a:pt x="24366" y="6642"/>
                  </a:lnTo>
                  <a:lnTo>
                    <a:pt x="24598" y="6294"/>
                  </a:lnTo>
                  <a:lnTo>
                    <a:pt x="24752" y="5908"/>
                  </a:lnTo>
                  <a:lnTo>
                    <a:pt x="24868" y="5483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5" y="3746"/>
                  </a:lnTo>
                  <a:lnTo>
                    <a:pt x="24868" y="3282"/>
                  </a:lnTo>
                  <a:lnTo>
                    <a:pt x="24791" y="2858"/>
                  </a:lnTo>
                  <a:lnTo>
                    <a:pt x="24637" y="2394"/>
                  </a:lnTo>
                  <a:lnTo>
                    <a:pt x="24443" y="1969"/>
                  </a:lnTo>
                  <a:lnTo>
                    <a:pt x="24250" y="1583"/>
                  </a:lnTo>
                  <a:lnTo>
                    <a:pt x="24057" y="1197"/>
                  </a:lnTo>
                  <a:lnTo>
                    <a:pt x="23787" y="811"/>
                  </a:lnTo>
                  <a:lnTo>
                    <a:pt x="23941" y="386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69" y="77"/>
                  </a:lnTo>
                  <a:lnTo>
                    <a:pt x="230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5"/>
            <p:cNvSpPr/>
            <p:nvPr/>
          </p:nvSpPr>
          <p:spPr>
            <a:xfrm>
              <a:off x="5955050" y="3275975"/>
              <a:ext cx="152550" cy="277075"/>
            </a:xfrm>
            <a:custGeom>
              <a:avLst/>
              <a:gdLst/>
              <a:ahLst/>
              <a:cxnLst/>
              <a:rect l="l" t="t" r="r" b="b"/>
              <a:pathLst>
                <a:path w="6102" h="11083" extrusionOk="0">
                  <a:moveTo>
                    <a:pt x="3553" y="0"/>
                  </a:moveTo>
                  <a:lnTo>
                    <a:pt x="3398" y="463"/>
                  </a:lnTo>
                  <a:lnTo>
                    <a:pt x="3746" y="656"/>
                  </a:lnTo>
                  <a:lnTo>
                    <a:pt x="4093" y="888"/>
                  </a:lnTo>
                  <a:lnTo>
                    <a:pt x="4364" y="1158"/>
                  </a:lnTo>
                  <a:lnTo>
                    <a:pt x="4634" y="1467"/>
                  </a:lnTo>
                  <a:lnTo>
                    <a:pt x="4866" y="1776"/>
                  </a:lnTo>
                  <a:lnTo>
                    <a:pt x="5059" y="2124"/>
                  </a:lnTo>
                  <a:lnTo>
                    <a:pt x="5213" y="2471"/>
                  </a:lnTo>
                  <a:lnTo>
                    <a:pt x="5368" y="2819"/>
                  </a:lnTo>
                  <a:lnTo>
                    <a:pt x="5445" y="3205"/>
                  </a:lnTo>
                  <a:lnTo>
                    <a:pt x="5522" y="3630"/>
                  </a:lnTo>
                  <a:lnTo>
                    <a:pt x="5561" y="4016"/>
                  </a:lnTo>
                  <a:lnTo>
                    <a:pt x="5561" y="4441"/>
                  </a:lnTo>
                  <a:lnTo>
                    <a:pt x="5561" y="4827"/>
                  </a:lnTo>
                  <a:lnTo>
                    <a:pt x="5522" y="5252"/>
                  </a:lnTo>
                  <a:lnTo>
                    <a:pt x="5406" y="5638"/>
                  </a:lnTo>
                  <a:lnTo>
                    <a:pt x="5290" y="6024"/>
                  </a:lnTo>
                  <a:lnTo>
                    <a:pt x="5136" y="6449"/>
                  </a:lnTo>
                  <a:lnTo>
                    <a:pt x="4943" y="6873"/>
                  </a:lnTo>
                  <a:lnTo>
                    <a:pt x="4711" y="7298"/>
                  </a:lnTo>
                  <a:lnTo>
                    <a:pt x="4480" y="7684"/>
                  </a:lnTo>
                  <a:lnTo>
                    <a:pt x="4209" y="8070"/>
                  </a:lnTo>
                  <a:lnTo>
                    <a:pt x="3900" y="8418"/>
                  </a:lnTo>
                  <a:lnTo>
                    <a:pt x="3591" y="8727"/>
                  </a:lnTo>
                  <a:lnTo>
                    <a:pt x="3244" y="9036"/>
                  </a:lnTo>
                  <a:lnTo>
                    <a:pt x="2896" y="9345"/>
                  </a:lnTo>
                  <a:lnTo>
                    <a:pt x="2549" y="9615"/>
                  </a:lnTo>
                  <a:lnTo>
                    <a:pt x="2124" y="9847"/>
                  </a:lnTo>
                  <a:lnTo>
                    <a:pt x="1738" y="10078"/>
                  </a:lnTo>
                  <a:lnTo>
                    <a:pt x="1313" y="10272"/>
                  </a:lnTo>
                  <a:lnTo>
                    <a:pt x="888" y="10426"/>
                  </a:lnTo>
                  <a:lnTo>
                    <a:pt x="464" y="10542"/>
                  </a:lnTo>
                  <a:lnTo>
                    <a:pt x="0" y="10658"/>
                  </a:lnTo>
                  <a:lnTo>
                    <a:pt x="77" y="11082"/>
                  </a:lnTo>
                  <a:lnTo>
                    <a:pt x="579" y="10967"/>
                  </a:lnTo>
                  <a:lnTo>
                    <a:pt x="1081" y="10851"/>
                  </a:lnTo>
                  <a:lnTo>
                    <a:pt x="1583" y="10696"/>
                  </a:lnTo>
                  <a:lnTo>
                    <a:pt x="2047" y="10465"/>
                  </a:lnTo>
                  <a:lnTo>
                    <a:pt x="2510" y="10233"/>
                  </a:lnTo>
                  <a:lnTo>
                    <a:pt x="2935" y="9963"/>
                  </a:lnTo>
                  <a:lnTo>
                    <a:pt x="3360" y="9654"/>
                  </a:lnTo>
                  <a:lnTo>
                    <a:pt x="3784" y="9306"/>
                  </a:lnTo>
                  <a:lnTo>
                    <a:pt x="4132" y="8959"/>
                  </a:lnTo>
                  <a:lnTo>
                    <a:pt x="4480" y="8572"/>
                  </a:lnTo>
                  <a:lnTo>
                    <a:pt x="4788" y="8148"/>
                  </a:lnTo>
                  <a:lnTo>
                    <a:pt x="5097" y="7723"/>
                  </a:lnTo>
                  <a:lnTo>
                    <a:pt x="5329" y="7260"/>
                  </a:lnTo>
                  <a:lnTo>
                    <a:pt x="5561" y="6796"/>
                  </a:lnTo>
                  <a:lnTo>
                    <a:pt x="5754" y="6294"/>
                  </a:lnTo>
                  <a:lnTo>
                    <a:pt x="5908" y="5792"/>
                  </a:lnTo>
                  <a:lnTo>
                    <a:pt x="5986" y="5367"/>
                  </a:lnTo>
                  <a:lnTo>
                    <a:pt x="6063" y="4943"/>
                  </a:lnTo>
                  <a:lnTo>
                    <a:pt x="6101" y="4518"/>
                  </a:lnTo>
                  <a:lnTo>
                    <a:pt x="6063" y="4093"/>
                  </a:lnTo>
                  <a:lnTo>
                    <a:pt x="6024" y="3668"/>
                  </a:lnTo>
                  <a:lnTo>
                    <a:pt x="5986" y="3244"/>
                  </a:lnTo>
                  <a:lnTo>
                    <a:pt x="5870" y="2858"/>
                  </a:lnTo>
                  <a:lnTo>
                    <a:pt x="5715" y="2433"/>
                  </a:lnTo>
                  <a:lnTo>
                    <a:pt x="5561" y="2047"/>
                  </a:lnTo>
                  <a:lnTo>
                    <a:pt x="5368" y="1699"/>
                  </a:lnTo>
                  <a:lnTo>
                    <a:pt x="5136" y="1352"/>
                  </a:lnTo>
                  <a:lnTo>
                    <a:pt x="4866" y="1043"/>
                  </a:lnTo>
                  <a:lnTo>
                    <a:pt x="4595" y="734"/>
                  </a:lnTo>
                  <a:lnTo>
                    <a:pt x="4286" y="463"/>
                  </a:lnTo>
                  <a:lnTo>
                    <a:pt x="3939" y="232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5"/>
            <p:cNvSpPr/>
            <p:nvPr/>
          </p:nvSpPr>
          <p:spPr>
            <a:xfrm>
              <a:off x="5925125" y="3542400"/>
              <a:ext cx="60825" cy="90775"/>
            </a:xfrm>
            <a:custGeom>
              <a:avLst/>
              <a:gdLst/>
              <a:ahLst/>
              <a:cxnLst/>
              <a:rect l="l" t="t" r="r" b="b"/>
              <a:pathLst>
                <a:path w="2433" h="3631" extrusionOk="0">
                  <a:moveTo>
                    <a:pt x="1197" y="1"/>
                  </a:moveTo>
                  <a:lnTo>
                    <a:pt x="1081" y="39"/>
                  </a:lnTo>
                  <a:lnTo>
                    <a:pt x="1004" y="78"/>
                  </a:lnTo>
                  <a:lnTo>
                    <a:pt x="966" y="117"/>
                  </a:lnTo>
                  <a:lnTo>
                    <a:pt x="927" y="194"/>
                  </a:lnTo>
                  <a:lnTo>
                    <a:pt x="927" y="271"/>
                  </a:lnTo>
                  <a:lnTo>
                    <a:pt x="850" y="271"/>
                  </a:lnTo>
                  <a:lnTo>
                    <a:pt x="772" y="310"/>
                  </a:lnTo>
                  <a:lnTo>
                    <a:pt x="734" y="348"/>
                  </a:lnTo>
                  <a:lnTo>
                    <a:pt x="695" y="425"/>
                  </a:lnTo>
                  <a:lnTo>
                    <a:pt x="695" y="541"/>
                  </a:lnTo>
                  <a:lnTo>
                    <a:pt x="695" y="619"/>
                  </a:lnTo>
                  <a:lnTo>
                    <a:pt x="772" y="696"/>
                  </a:lnTo>
                  <a:lnTo>
                    <a:pt x="850" y="734"/>
                  </a:lnTo>
                  <a:lnTo>
                    <a:pt x="1081" y="812"/>
                  </a:lnTo>
                  <a:lnTo>
                    <a:pt x="1274" y="966"/>
                  </a:lnTo>
                  <a:lnTo>
                    <a:pt x="1468" y="1121"/>
                  </a:lnTo>
                  <a:lnTo>
                    <a:pt x="1622" y="1275"/>
                  </a:lnTo>
                  <a:lnTo>
                    <a:pt x="1738" y="1507"/>
                  </a:lnTo>
                  <a:lnTo>
                    <a:pt x="1854" y="1700"/>
                  </a:lnTo>
                  <a:lnTo>
                    <a:pt x="1892" y="1931"/>
                  </a:lnTo>
                  <a:lnTo>
                    <a:pt x="1931" y="2163"/>
                  </a:lnTo>
                  <a:lnTo>
                    <a:pt x="1892" y="2472"/>
                  </a:lnTo>
                  <a:lnTo>
                    <a:pt x="1815" y="2742"/>
                  </a:lnTo>
                  <a:lnTo>
                    <a:pt x="1738" y="2897"/>
                  </a:lnTo>
                  <a:lnTo>
                    <a:pt x="1622" y="2974"/>
                  </a:lnTo>
                  <a:lnTo>
                    <a:pt x="1506" y="3090"/>
                  </a:lnTo>
                  <a:lnTo>
                    <a:pt x="1390" y="3128"/>
                  </a:lnTo>
                  <a:lnTo>
                    <a:pt x="1197" y="3167"/>
                  </a:lnTo>
                  <a:lnTo>
                    <a:pt x="1043" y="3128"/>
                  </a:lnTo>
                  <a:lnTo>
                    <a:pt x="927" y="3013"/>
                  </a:lnTo>
                  <a:lnTo>
                    <a:pt x="850" y="2897"/>
                  </a:lnTo>
                  <a:lnTo>
                    <a:pt x="811" y="2781"/>
                  </a:lnTo>
                  <a:lnTo>
                    <a:pt x="811" y="2626"/>
                  </a:lnTo>
                  <a:lnTo>
                    <a:pt x="888" y="2472"/>
                  </a:lnTo>
                  <a:lnTo>
                    <a:pt x="1043" y="2356"/>
                  </a:lnTo>
                  <a:lnTo>
                    <a:pt x="1120" y="2279"/>
                  </a:lnTo>
                  <a:lnTo>
                    <a:pt x="1159" y="2163"/>
                  </a:lnTo>
                  <a:lnTo>
                    <a:pt x="1120" y="2047"/>
                  </a:lnTo>
                  <a:lnTo>
                    <a:pt x="1043" y="1970"/>
                  </a:lnTo>
                  <a:lnTo>
                    <a:pt x="618" y="1623"/>
                  </a:lnTo>
                  <a:lnTo>
                    <a:pt x="425" y="1468"/>
                  </a:lnTo>
                  <a:lnTo>
                    <a:pt x="193" y="1352"/>
                  </a:lnTo>
                  <a:lnTo>
                    <a:pt x="0" y="1623"/>
                  </a:lnTo>
                  <a:lnTo>
                    <a:pt x="270" y="1893"/>
                  </a:lnTo>
                  <a:lnTo>
                    <a:pt x="541" y="2163"/>
                  </a:lnTo>
                  <a:lnTo>
                    <a:pt x="386" y="2395"/>
                  </a:lnTo>
                  <a:lnTo>
                    <a:pt x="309" y="2626"/>
                  </a:lnTo>
                  <a:lnTo>
                    <a:pt x="309" y="2935"/>
                  </a:lnTo>
                  <a:lnTo>
                    <a:pt x="348" y="3051"/>
                  </a:lnTo>
                  <a:lnTo>
                    <a:pt x="425" y="3206"/>
                  </a:lnTo>
                  <a:lnTo>
                    <a:pt x="541" y="3360"/>
                  </a:lnTo>
                  <a:lnTo>
                    <a:pt x="695" y="3476"/>
                  </a:lnTo>
                  <a:lnTo>
                    <a:pt x="850" y="3592"/>
                  </a:lnTo>
                  <a:lnTo>
                    <a:pt x="1081" y="3630"/>
                  </a:lnTo>
                  <a:lnTo>
                    <a:pt x="1274" y="3630"/>
                  </a:lnTo>
                  <a:lnTo>
                    <a:pt x="1468" y="3592"/>
                  </a:lnTo>
                  <a:lnTo>
                    <a:pt x="1661" y="3515"/>
                  </a:lnTo>
                  <a:lnTo>
                    <a:pt x="1854" y="3437"/>
                  </a:lnTo>
                  <a:lnTo>
                    <a:pt x="2047" y="3283"/>
                  </a:lnTo>
                  <a:lnTo>
                    <a:pt x="2201" y="3090"/>
                  </a:lnTo>
                  <a:lnTo>
                    <a:pt x="2317" y="2897"/>
                  </a:lnTo>
                  <a:lnTo>
                    <a:pt x="2394" y="2704"/>
                  </a:lnTo>
                  <a:lnTo>
                    <a:pt x="2433" y="2472"/>
                  </a:lnTo>
                  <a:lnTo>
                    <a:pt x="2433" y="2279"/>
                  </a:lnTo>
                  <a:lnTo>
                    <a:pt x="2433" y="2047"/>
                  </a:lnTo>
                  <a:lnTo>
                    <a:pt x="2356" y="1816"/>
                  </a:lnTo>
                  <a:lnTo>
                    <a:pt x="2317" y="1623"/>
                  </a:lnTo>
                  <a:lnTo>
                    <a:pt x="2201" y="1391"/>
                  </a:lnTo>
                  <a:lnTo>
                    <a:pt x="1931" y="1005"/>
                  </a:lnTo>
                  <a:lnTo>
                    <a:pt x="1622" y="657"/>
                  </a:lnTo>
                  <a:lnTo>
                    <a:pt x="1274" y="425"/>
                  </a:lnTo>
                  <a:lnTo>
                    <a:pt x="11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5"/>
            <p:cNvSpPr/>
            <p:nvPr/>
          </p:nvSpPr>
          <p:spPr>
            <a:xfrm>
              <a:off x="5836300" y="3573300"/>
              <a:ext cx="93675" cy="136150"/>
            </a:xfrm>
            <a:custGeom>
              <a:avLst/>
              <a:gdLst/>
              <a:ahLst/>
              <a:cxnLst/>
              <a:rect l="l" t="t" r="r" b="b"/>
              <a:pathLst>
                <a:path w="3747" h="5446" extrusionOk="0">
                  <a:moveTo>
                    <a:pt x="3515" y="0"/>
                  </a:moveTo>
                  <a:lnTo>
                    <a:pt x="3437" y="39"/>
                  </a:lnTo>
                  <a:lnTo>
                    <a:pt x="3360" y="78"/>
                  </a:lnTo>
                  <a:lnTo>
                    <a:pt x="3283" y="116"/>
                  </a:lnTo>
                  <a:lnTo>
                    <a:pt x="3013" y="309"/>
                  </a:lnTo>
                  <a:lnTo>
                    <a:pt x="2781" y="541"/>
                  </a:lnTo>
                  <a:lnTo>
                    <a:pt x="2588" y="773"/>
                  </a:lnTo>
                  <a:lnTo>
                    <a:pt x="2356" y="1004"/>
                  </a:lnTo>
                  <a:lnTo>
                    <a:pt x="2086" y="1236"/>
                  </a:lnTo>
                  <a:lnTo>
                    <a:pt x="1777" y="1468"/>
                  </a:lnTo>
                  <a:lnTo>
                    <a:pt x="1159" y="1815"/>
                  </a:lnTo>
                  <a:lnTo>
                    <a:pt x="1120" y="1892"/>
                  </a:lnTo>
                  <a:lnTo>
                    <a:pt x="1082" y="1970"/>
                  </a:lnTo>
                  <a:lnTo>
                    <a:pt x="1082" y="2047"/>
                  </a:lnTo>
                  <a:lnTo>
                    <a:pt x="1120" y="2086"/>
                  </a:lnTo>
                  <a:lnTo>
                    <a:pt x="1005" y="2086"/>
                  </a:lnTo>
                  <a:lnTo>
                    <a:pt x="927" y="2124"/>
                  </a:lnTo>
                  <a:lnTo>
                    <a:pt x="850" y="2201"/>
                  </a:lnTo>
                  <a:lnTo>
                    <a:pt x="812" y="2279"/>
                  </a:lnTo>
                  <a:lnTo>
                    <a:pt x="812" y="2356"/>
                  </a:lnTo>
                  <a:lnTo>
                    <a:pt x="850" y="2433"/>
                  </a:lnTo>
                  <a:lnTo>
                    <a:pt x="889" y="2510"/>
                  </a:lnTo>
                  <a:lnTo>
                    <a:pt x="1005" y="2549"/>
                  </a:lnTo>
                  <a:lnTo>
                    <a:pt x="1236" y="2626"/>
                  </a:lnTo>
                  <a:lnTo>
                    <a:pt x="1468" y="2703"/>
                  </a:lnTo>
                  <a:lnTo>
                    <a:pt x="1661" y="2858"/>
                  </a:lnTo>
                  <a:lnTo>
                    <a:pt x="1854" y="3012"/>
                  </a:lnTo>
                  <a:lnTo>
                    <a:pt x="1970" y="3205"/>
                  </a:lnTo>
                  <a:lnTo>
                    <a:pt x="2086" y="3398"/>
                  </a:lnTo>
                  <a:lnTo>
                    <a:pt x="2163" y="3669"/>
                  </a:lnTo>
                  <a:lnTo>
                    <a:pt x="2163" y="3900"/>
                  </a:lnTo>
                  <a:lnTo>
                    <a:pt x="2124" y="4132"/>
                  </a:lnTo>
                  <a:lnTo>
                    <a:pt x="2047" y="4364"/>
                  </a:lnTo>
                  <a:lnTo>
                    <a:pt x="1931" y="4557"/>
                  </a:lnTo>
                  <a:lnTo>
                    <a:pt x="1777" y="4711"/>
                  </a:lnTo>
                  <a:lnTo>
                    <a:pt x="1584" y="4866"/>
                  </a:lnTo>
                  <a:lnTo>
                    <a:pt x="1352" y="4943"/>
                  </a:lnTo>
                  <a:lnTo>
                    <a:pt x="1236" y="4982"/>
                  </a:lnTo>
                  <a:lnTo>
                    <a:pt x="1120" y="4982"/>
                  </a:lnTo>
                  <a:lnTo>
                    <a:pt x="927" y="4904"/>
                  </a:lnTo>
                  <a:lnTo>
                    <a:pt x="773" y="4789"/>
                  </a:lnTo>
                  <a:lnTo>
                    <a:pt x="696" y="4634"/>
                  </a:lnTo>
                  <a:lnTo>
                    <a:pt x="696" y="4441"/>
                  </a:lnTo>
                  <a:lnTo>
                    <a:pt x="773" y="4287"/>
                  </a:lnTo>
                  <a:lnTo>
                    <a:pt x="812" y="4209"/>
                  </a:lnTo>
                  <a:lnTo>
                    <a:pt x="889" y="4171"/>
                  </a:lnTo>
                  <a:lnTo>
                    <a:pt x="1005" y="4132"/>
                  </a:lnTo>
                  <a:lnTo>
                    <a:pt x="1120" y="4094"/>
                  </a:lnTo>
                  <a:lnTo>
                    <a:pt x="1275" y="4055"/>
                  </a:lnTo>
                  <a:lnTo>
                    <a:pt x="1352" y="3939"/>
                  </a:lnTo>
                  <a:lnTo>
                    <a:pt x="1314" y="3823"/>
                  </a:lnTo>
                  <a:lnTo>
                    <a:pt x="1314" y="3746"/>
                  </a:lnTo>
                  <a:lnTo>
                    <a:pt x="1236" y="3669"/>
                  </a:lnTo>
                  <a:lnTo>
                    <a:pt x="155" y="2935"/>
                  </a:lnTo>
                  <a:lnTo>
                    <a:pt x="1" y="3321"/>
                  </a:lnTo>
                  <a:lnTo>
                    <a:pt x="657" y="3785"/>
                  </a:lnTo>
                  <a:lnTo>
                    <a:pt x="541" y="3900"/>
                  </a:lnTo>
                  <a:lnTo>
                    <a:pt x="425" y="4016"/>
                  </a:lnTo>
                  <a:lnTo>
                    <a:pt x="310" y="4132"/>
                  </a:lnTo>
                  <a:lnTo>
                    <a:pt x="271" y="4248"/>
                  </a:lnTo>
                  <a:lnTo>
                    <a:pt x="232" y="4402"/>
                  </a:lnTo>
                  <a:lnTo>
                    <a:pt x="194" y="4557"/>
                  </a:lnTo>
                  <a:lnTo>
                    <a:pt x="232" y="4750"/>
                  </a:lnTo>
                  <a:lnTo>
                    <a:pt x="271" y="4904"/>
                  </a:lnTo>
                  <a:lnTo>
                    <a:pt x="425" y="5136"/>
                  </a:lnTo>
                  <a:lnTo>
                    <a:pt x="580" y="5291"/>
                  </a:lnTo>
                  <a:lnTo>
                    <a:pt x="773" y="5368"/>
                  </a:lnTo>
                  <a:lnTo>
                    <a:pt x="966" y="5445"/>
                  </a:lnTo>
                  <a:lnTo>
                    <a:pt x="1198" y="5445"/>
                  </a:lnTo>
                  <a:lnTo>
                    <a:pt x="1429" y="5406"/>
                  </a:lnTo>
                  <a:lnTo>
                    <a:pt x="1661" y="5329"/>
                  </a:lnTo>
                  <a:lnTo>
                    <a:pt x="1854" y="5213"/>
                  </a:lnTo>
                  <a:lnTo>
                    <a:pt x="2086" y="5059"/>
                  </a:lnTo>
                  <a:lnTo>
                    <a:pt x="2279" y="4866"/>
                  </a:lnTo>
                  <a:lnTo>
                    <a:pt x="2433" y="4673"/>
                  </a:lnTo>
                  <a:lnTo>
                    <a:pt x="2511" y="4441"/>
                  </a:lnTo>
                  <a:lnTo>
                    <a:pt x="2588" y="4209"/>
                  </a:lnTo>
                  <a:lnTo>
                    <a:pt x="2626" y="3978"/>
                  </a:lnTo>
                  <a:lnTo>
                    <a:pt x="2626" y="3746"/>
                  </a:lnTo>
                  <a:lnTo>
                    <a:pt x="2588" y="3514"/>
                  </a:lnTo>
                  <a:lnTo>
                    <a:pt x="2511" y="3283"/>
                  </a:lnTo>
                  <a:lnTo>
                    <a:pt x="2395" y="3090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70" y="2510"/>
                  </a:lnTo>
                  <a:lnTo>
                    <a:pt x="1777" y="2356"/>
                  </a:lnTo>
                  <a:lnTo>
                    <a:pt x="1545" y="2240"/>
                  </a:lnTo>
                  <a:lnTo>
                    <a:pt x="1314" y="2124"/>
                  </a:lnTo>
                  <a:lnTo>
                    <a:pt x="1661" y="2008"/>
                  </a:lnTo>
                  <a:lnTo>
                    <a:pt x="1970" y="1854"/>
                  </a:lnTo>
                  <a:lnTo>
                    <a:pt x="2279" y="1661"/>
                  </a:lnTo>
                  <a:lnTo>
                    <a:pt x="2588" y="1429"/>
                  </a:lnTo>
                  <a:lnTo>
                    <a:pt x="2858" y="1236"/>
                  </a:lnTo>
                  <a:lnTo>
                    <a:pt x="3128" y="966"/>
                  </a:lnTo>
                  <a:lnTo>
                    <a:pt x="3360" y="695"/>
                  </a:lnTo>
                  <a:lnTo>
                    <a:pt x="3476" y="541"/>
                  </a:lnTo>
                  <a:lnTo>
                    <a:pt x="3553" y="387"/>
                  </a:lnTo>
                  <a:lnTo>
                    <a:pt x="3746" y="116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5"/>
            <p:cNvSpPr/>
            <p:nvPr/>
          </p:nvSpPr>
          <p:spPr>
            <a:xfrm>
              <a:off x="5529325" y="356750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1"/>
                  </a:moveTo>
                  <a:lnTo>
                    <a:pt x="0" y="232"/>
                  </a:lnTo>
                  <a:lnTo>
                    <a:pt x="463" y="927"/>
                  </a:lnTo>
                  <a:lnTo>
                    <a:pt x="1043" y="1622"/>
                  </a:lnTo>
                  <a:lnTo>
                    <a:pt x="1661" y="2279"/>
                  </a:lnTo>
                  <a:lnTo>
                    <a:pt x="2356" y="2858"/>
                  </a:lnTo>
                  <a:lnTo>
                    <a:pt x="3089" y="3360"/>
                  </a:lnTo>
                  <a:lnTo>
                    <a:pt x="3862" y="3824"/>
                  </a:lnTo>
                  <a:lnTo>
                    <a:pt x="4672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21" y="4905"/>
                  </a:lnTo>
                  <a:lnTo>
                    <a:pt x="7684" y="4943"/>
                  </a:lnTo>
                  <a:lnTo>
                    <a:pt x="8109" y="4982"/>
                  </a:lnTo>
                  <a:lnTo>
                    <a:pt x="8534" y="4943"/>
                  </a:lnTo>
                  <a:lnTo>
                    <a:pt x="8959" y="4905"/>
                  </a:lnTo>
                  <a:lnTo>
                    <a:pt x="9383" y="4866"/>
                  </a:lnTo>
                  <a:lnTo>
                    <a:pt x="9808" y="4750"/>
                  </a:lnTo>
                  <a:lnTo>
                    <a:pt x="10233" y="4634"/>
                  </a:lnTo>
                  <a:lnTo>
                    <a:pt x="10658" y="4480"/>
                  </a:lnTo>
                  <a:lnTo>
                    <a:pt x="11044" y="4326"/>
                  </a:lnTo>
                  <a:lnTo>
                    <a:pt x="11469" y="4094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280" y="3553"/>
                  </a:lnTo>
                  <a:lnTo>
                    <a:pt x="12434" y="3167"/>
                  </a:lnTo>
                  <a:lnTo>
                    <a:pt x="12241" y="3167"/>
                  </a:lnTo>
                  <a:lnTo>
                    <a:pt x="12202" y="3128"/>
                  </a:lnTo>
                  <a:lnTo>
                    <a:pt x="12009" y="3128"/>
                  </a:lnTo>
                  <a:lnTo>
                    <a:pt x="11893" y="3167"/>
                  </a:lnTo>
                  <a:lnTo>
                    <a:pt x="11546" y="3437"/>
                  </a:lnTo>
                  <a:lnTo>
                    <a:pt x="11198" y="3669"/>
                  </a:lnTo>
                  <a:lnTo>
                    <a:pt x="10812" y="3862"/>
                  </a:lnTo>
                  <a:lnTo>
                    <a:pt x="10426" y="4017"/>
                  </a:lnTo>
                  <a:lnTo>
                    <a:pt x="10001" y="4171"/>
                  </a:lnTo>
                  <a:lnTo>
                    <a:pt x="9615" y="4287"/>
                  </a:lnTo>
                  <a:lnTo>
                    <a:pt x="9190" y="4364"/>
                  </a:lnTo>
                  <a:lnTo>
                    <a:pt x="8766" y="4403"/>
                  </a:lnTo>
                  <a:lnTo>
                    <a:pt x="8341" y="4441"/>
                  </a:lnTo>
                  <a:lnTo>
                    <a:pt x="7916" y="4480"/>
                  </a:lnTo>
                  <a:lnTo>
                    <a:pt x="7453" y="4441"/>
                  </a:lnTo>
                  <a:lnTo>
                    <a:pt x="7028" y="4403"/>
                  </a:lnTo>
                  <a:lnTo>
                    <a:pt x="6603" y="4326"/>
                  </a:lnTo>
                  <a:lnTo>
                    <a:pt x="6178" y="4248"/>
                  </a:lnTo>
                  <a:lnTo>
                    <a:pt x="5792" y="4132"/>
                  </a:lnTo>
                  <a:lnTo>
                    <a:pt x="5368" y="4017"/>
                  </a:lnTo>
                  <a:lnTo>
                    <a:pt x="4595" y="3669"/>
                  </a:lnTo>
                  <a:lnTo>
                    <a:pt x="3862" y="3283"/>
                  </a:lnTo>
                  <a:lnTo>
                    <a:pt x="3205" y="2820"/>
                  </a:lnTo>
                  <a:lnTo>
                    <a:pt x="2549" y="2318"/>
                  </a:lnTo>
                  <a:lnTo>
                    <a:pt x="1969" y="1777"/>
                  </a:lnTo>
                  <a:lnTo>
                    <a:pt x="1352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5"/>
            <p:cNvSpPr/>
            <p:nvPr/>
          </p:nvSpPr>
          <p:spPr>
            <a:xfrm>
              <a:off x="5445325" y="3267275"/>
              <a:ext cx="624625" cy="344650"/>
            </a:xfrm>
            <a:custGeom>
              <a:avLst/>
              <a:gdLst/>
              <a:ahLst/>
              <a:cxnLst/>
              <a:rect l="l" t="t" r="r" b="b"/>
              <a:pathLst>
                <a:path w="24985" h="13786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03" y="2008"/>
                  </a:lnTo>
                  <a:lnTo>
                    <a:pt x="23787" y="2124"/>
                  </a:lnTo>
                  <a:lnTo>
                    <a:pt x="23633" y="2202"/>
                  </a:lnTo>
                  <a:lnTo>
                    <a:pt x="23478" y="2202"/>
                  </a:lnTo>
                  <a:lnTo>
                    <a:pt x="23324" y="2163"/>
                  </a:lnTo>
                  <a:lnTo>
                    <a:pt x="23170" y="2086"/>
                  </a:lnTo>
                  <a:lnTo>
                    <a:pt x="23054" y="1970"/>
                  </a:lnTo>
                  <a:lnTo>
                    <a:pt x="22976" y="1815"/>
                  </a:lnTo>
                  <a:lnTo>
                    <a:pt x="22938" y="1622"/>
                  </a:lnTo>
                  <a:lnTo>
                    <a:pt x="22976" y="1429"/>
                  </a:lnTo>
                  <a:lnTo>
                    <a:pt x="23015" y="1236"/>
                  </a:lnTo>
                  <a:lnTo>
                    <a:pt x="23131" y="1082"/>
                  </a:lnTo>
                  <a:lnTo>
                    <a:pt x="23285" y="966"/>
                  </a:lnTo>
                  <a:close/>
                  <a:moveTo>
                    <a:pt x="24096" y="2433"/>
                  </a:moveTo>
                  <a:lnTo>
                    <a:pt x="24212" y="2742"/>
                  </a:lnTo>
                  <a:lnTo>
                    <a:pt x="24289" y="3090"/>
                  </a:lnTo>
                  <a:lnTo>
                    <a:pt x="24367" y="3437"/>
                  </a:lnTo>
                  <a:lnTo>
                    <a:pt x="24405" y="3785"/>
                  </a:lnTo>
                  <a:lnTo>
                    <a:pt x="24173" y="3707"/>
                  </a:lnTo>
                  <a:lnTo>
                    <a:pt x="23942" y="3592"/>
                  </a:lnTo>
                  <a:lnTo>
                    <a:pt x="23826" y="3514"/>
                  </a:lnTo>
                  <a:lnTo>
                    <a:pt x="23787" y="3399"/>
                  </a:lnTo>
                  <a:lnTo>
                    <a:pt x="23710" y="3283"/>
                  </a:lnTo>
                  <a:lnTo>
                    <a:pt x="23672" y="3128"/>
                  </a:lnTo>
                  <a:lnTo>
                    <a:pt x="23710" y="2897"/>
                  </a:lnTo>
                  <a:lnTo>
                    <a:pt x="23787" y="2704"/>
                  </a:lnTo>
                  <a:lnTo>
                    <a:pt x="23903" y="2549"/>
                  </a:lnTo>
                  <a:lnTo>
                    <a:pt x="24096" y="2433"/>
                  </a:lnTo>
                  <a:close/>
                  <a:moveTo>
                    <a:pt x="16142" y="4943"/>
                  </a:moveTo>
                  <a:lnTo>
                    <a:pt x="16257" y="4982"/>
                  </a:lnTo>
                  <a:lnTo>
                    <a:pt x="16412" y="5059"/>
                  </a:lnTo>
                  <a:lnTo>
                    <a:pt x="16489" y="5136"/>
                  </a:lnTo>
                  <a:lnTo>
                    <a:pt x="16528" y="5252"/>
                  </a:lnTo>
                  <a:lnTo>
                    <a:pt x="16566" y="5407"/>
                  </a:lnTo>
                  <a:lnTo>
                    <a:pt x="16296" y="5407"/>
                  </a:lnTo>
                  <a:lnTo>
                    <a:pt x="15640" y="5522"/>
                  </a:lnTo>
                  <a:lnTo>
                    <a:pt x="15640" y="5484"/>
                  </a:lnTo>
                  <a:lnTo>
                    <a:pt x="15640" y="5368"/>
                  </a:lnTo>
                  <a:lnTo>
                    <a:pt x="15678" y="5252"/>
                  </a:lnTo>
                  <a:lnTo>
                    <a:pt x="15755" y="5136"/>
                  </a:lnTo>
                  <a:lnTo>
                    <a:pt x="15833" y="5059"/>
                  </a:lnTo>
                  <a:lnTo>
                    <a:pt x="15949" y="5020"/>
                  </a:lnTo>
                  <a:lnTo>
                    <a:pt x="16026" y="4982"/>
                  </a:lnTo>
                  <a:lnTo>
                    <a:pt x="16142" y="4943"/>
                  </a:lnTo>
                  <a:close/>
                  <a:moveTo>
                    <a:pt x="24444" y="4248"/>
                  </a:moveTo>
                  <a:lnTo>
                    <a:pt x="24405" y="4673"/>
                  </a:lnTo>
                  <a:lnTo>
                    <a:pt x="24367" y="5098"/>
                  </a:lnTo>
                  <a:lnTo>
                    <a:pt x="24251" y="5522"/>
                  </a:lnTo>
                  <a:lnTo>
                    <a:pt x="24058" y="5407"/>
                  </a:lnTo>
                  <a:lnTo>
                    <a:pt x="23903" y="5252"/>
                  </a:lnTo>
                  <a:lnTo>
                    <a:pt x="23787" y="5059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11"/>
                  </a:lnTo>
                  <a:lnTo>
                    <a:pt x="23865" y="4596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763" y="4866"/>
                  </a:lnTo>
                  <a:lnTo>
                    <a:pt x="17879" y="4905"/>
                  </a:lnTo>
                  <a:lnTo>
                    <a:pt x="17957" y="4982"/>
                  </a:lnTo>
                  <a:lnTo>
                    <a:pt x="18072" y="5175"/>
                  </a:lnTo>
                  <a:lnTo>
                    <a:pt x="18111" y="5407"/>
                  </a:lnTo>
                  <a:lnTo>
                    <a:pt x="18072" y="5638"/>
                  </a:lnTo>
                  <a:lnTo>
                    <a:pt x="17570" y="5484"/>
                  </a:lnTo>
                  <a:lnTo>
                    <a:pt x="17030" y="5407"/>
                  </a:lnTo>
                  <a:lnTo>
                    <a:pt x="17030" y="5291"/>
                  </a:lnTo>
                  <a:lnTo>
                    <a:pt x="17107" y="5136"/>
                  </a:lnTo>
                  <a:lnTo>
                    <a:pt x="17184" y="5059"/>
                  </a:lnTo>
                  <a:lnTo>
                    <a:pt x="17261" y="4943"/>
                  </a:lnTo>
                  <a:lnTo>
                    <a:pt x="17377" y="4866"/>
                  </a:lnTo>
                  <a:lnTo>
                    <a:pt x="17493" y="4827"/>
                  </a:lnTo>
                  <a:close/>
                  <a:moveTo>
                    <a:pt x="14558" y="5291"/>
                  </a:moveTo>
                  <a:lnTo>
                    <a:pt x="14674" y="5329"/>
                  </a:lnTo>
                  <a:lnTo>
                    <a:pt x="14790" y="5368"/>
                  </a:lnTo>
                  <a:lnTo>
                    <a:pt x="14906" y="5445"/>
                  </a:lnTo>
                  <a:lnTo>
                    <a:pt x="14983" y="5522"/>
                  </a:lnTo>
                  <a:lnTo>
                    <a:pt x="15060" y="5677"/>
                  </a:lnTo>
                  <a:lnTo>
                    <a:pt x="14520" y="5870"/>
                  </a:lnTo>
                  <a:lnTo>
                    <a:pt x="14056" y="6102"/>
                  </a:lnTo>
                  <a:lnTo>
                    <a:pt x="14018" y="6024"/>
                  </a:lnTo>
                  <a:lnTo>
                    <a:pt x="14018" y="5793"/>
                  </a:lnTo>
                  <a:lnTo>
                    <a:pt x="14095" y="5600"/>
                  </a:lnTo>
                  <a:lnTo>
                    <a:pt x="14249" y="5445"/>
                  </a:lnTo>
                  <a:lnTo>
                    <a:pt x="14327" y="5368"/>
                  </a:lnTo>
                  <a:lnTo>
                    <a:pt x="14443" y="5329"/>
                  </a:lnTo>
                  <a:lnTo>
                    <a:pt x="14558" y="5291"/>
                  </a:lnTo>
                  <a:close/>
                  <a:moveTo>
                    <a:pt x="19076" y="5484"/>
                  </a:moveTo>
                  <a:lnTo>
                    <a:pt x="19192" y="5522"/>
                  </a:lnTo>
                  <a:lnTo>
                    <a:pt x="19308" y="5638"/>
                  </a:lnTo>
                  <a:lnTo>
                    <a:pt x="19347" y="5793"/>
                  </a:lnTo>
                  <a:lnTo>
                    <a:pt x="19385" y="5986"/>
                  </a:lnTo>
                  <a:lnTo>
                    <a:pt x="19347" y="6140"/>
                  </a:lnTo>
                  <a:lnTo>
                    <a:pt x="18574" y="5831"/>
                  </a:lnTo>
                  <a:lnTo>
                    <a:pt x="18613" y="5715"/>
                  </a:lnTo>
                  <a:lnTo>
                    <a:pt x="18652" y="5638"/>
                  </a:lnTo>
                  <a:lnTo>
                    <a:pt x="18806" y="5522"/>
                  </a:lnTo>
                  <a:lnTo>
                    <a:pt x="18999" y="5484"/>
                  </a:lnTo>
                  <a:close/>
                  <a:moveTo>
                    <a:pt x="20312" y="6063"/>
                  </a:moveTo>
                  <a:lnTo>
                    <a:pt x="20428" y="6102"/>
                  </a:lnTo>
                  <a:lnTo>
                    <a:pt x="20544" y="6179"/>
                  </a:lnTo>
                  <a:lnTo>
                    <a:pt x="20660" y="6333"/>
                  </a:lnTo>
                  <a:lnTo>
                    <a:pt x="20775" y="6526"/>
                  </a:lnTo>
                  <a:lnTo>
                    <a:pt x="20814" y="6719"/>
                  </a:lnTo>
                  <a:lnTo>
                    <a:pt x="20853" y="6913"/>
                  </a:lnTo>
                  <a:lnTo>
                    <a:pt x="20466" y="6719"/>
                  </a:lnTo>
                  <a:lnTo>
                    <a:pt x="20080" y="6526"/>
                  </a:lnTo>
                  <a:lnTo>
                    <a:pt x="19810" y="6372"/>
                  </a:lnTo>
                  <a:lnTo>
                    <a:pt x="19810" y="6256"/>
                  </a:lnTo>
                  <a:lnTo>
                    <a:pt x="19887" y="6179"/>
                  </a:lnTo>
                  <a:lnTo>
                    <a:pt x="19964" y="6102"/>
                  </a:lnTo>
                  <a:lnTo>
                    <a:pt x="20080" y="6063"/>
                  </a:lnTo>
                  <a:close/>
                  <a:moveTo>
                    <a:pt x="23710" y="5870"/>
                  </a:moveTo>
                  <a:lnTo>
                    <a:pt x="23942" y="5986"/>
                  </a:lnTo>
                  <a:lnTo>
                    <a:pt x="24058" y="5986"/>
                  </a:lnTo>
                  <a:lnTo>
                    <a:pt x="23903" y="6295"/>
                  </a:lnTo>
                  <a:lnTo>
                    <a:pt x="23710" y="6565"/>
                  </a:lnTo>
                  <a:lnTo>
                    <a:pt x="23478" y="6797"/>
                  </a:lnTo>
                  <a:lnTo>
                    <a:pt x="23247" y="6990"/>
                  </a:lnTo>
                  <a:lnTo>
                    <a:pt x="23208" y="6913"/>
                  </a:lnTo>
                  <a:lnTo>
                    <a:pt x="23054" y="6758"/>
                  </a:lnTo>
                  <a:lnTo>
                    <a:pt x="23015" y="6526"/>
                  </a:lnTo>
                  <a:lnTo>
                    <a:pt x="23015" y="6295"/>
                  </a:lnTo>
                  <a:lnTo>
                    <a:pt x="23054" y="6179"/>
                  </a:lnTo>
                  <a:lnTo>
                    <a:pt x="23092" y="6063"/>
                  </a:lnTo>
                  <a:lnTo>
                    <a:pt x="23170" y="5986"/>
                  </a:lnTo>
                  <a:lnTo>
                    <a:pt x="23285" y="5947"/>
                  </a:lnTo>
                  <a:lnTo>
                    <a:pt x="23478" y="5870"/>
                  </a:lnTo>
                  <a:close/>
                  <a:moveTo>
                    <a:pt x="13207" y="6102"/>
                  </a:moveTo>
                  <a:lnTo>
                    <a:pt x="13477" y="6140"/>
                  </a:lnTo>
                  <a:lnTo>
                    <a:pt x="13593" y="6217"/>
                  </a:lnTo>
                  <a:lnTo>
                    <a:pt x="13670" y="6333"/>
                  </a:lnTo>
                  <a:lnTo>
                    <a:pt x="13130" y="6719"/>
                  </a:lnTo>
                  <a:lnTo>
                    <a:pt x="12782" y="7067"/>
                  </a:lnTo>
                  <a:lnTo>
                    <a:pt x="12705" y="7028"/>
                  </a:lnTo>
                  <a:lnTo>
                    <a:pt x="12666" y="6913"/>
                  </a:lnTo>
                  <a:lnTo>
                    <a:pt x="12628" y="6797"/>
                  </a:lnTo>
                  <a:lnTo>
                    <a:pt x="12628" y="6642"/>
                  </a:lnTo>
                  <a:lnTo>
                    <a:pt x="12666" y="6526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59" y="6179"/>
                  </a:lnTo>
                  <a:lnTo>
                    <a:pt x="12975" y="6140"/>
                  </a:lnTo>
                  <a:lnTo>
                    <a:pt x="13091" y="6102"/>
                  </a:lnTo>
                  <a:close/>
                  <a:moveTo>
                    <a:pt x="22166" y="6565"/>
                  </a:moveTo>
                  <a:lnTo>
                    <a:pt x="22281" y="6604"/>
                  </a:lnTo>
                  <a:lnTo>
                    <a:pt x="22436" y="6681"/>
                  </a:lnTo>
                  <a:lnTo>
                    <a:pt x="22629" y="6874"/>
                  </a:lnTo>
                  <a:lnTo>
                    <a:pt x="22783" y="7028"/>
                  </a:lnTo>
                  <a:lnTo>
                    <a:pt x="22861" y="7067"/>
                  </a:lnTo>
                  <a:lnTo>
                    <a:pt x="22899" y="7067"/>
                  </a:lnTo>
                  <a:lnTo>
                    <a:pt x="22976" y="7106"/>
                  </a:lnTo>
                  <a:lnTo>
                    <a:pt x="22938" y="7106"/>
                  </a:lnTo>
                  <a:lnTo>
                    <a:pt x="22552" y="7221"/>
                  </a:lnTo>
                  <a:lnTo>
                    <a:pt x="22166" y="7221"/>
                  </a:lnTo>
                  <a:lnTo>
                    <a:pt x="21779" y="7183"/>
                  </a:lnTo>
                  <a:lnTo>
                    <a:pt x="21393" y="7106"/>
                  </a:lnTo>
                  <a:lnTo>
                    <a:pt x="21470" y="6913"/>
                  </a:lnTo>
                  <a:lnTo>
                    <a:pt x="21625" y="6719"/>
                  </a:lnTo>
                  <a:lnTo>
                    <a:pt x="21779" y="6604"/>
                  </a:lnTo>
                  <a:lnTo>
                    <a:pt x="22011" y="6565"/>
                  </a:lnTo>
                  <a:close/>
                  <a:moveTo>
                    <a:pt x="12280" y="7376"/>
                  </a:moveTo>
                  <a:lnTo>
                    <a:pt x="12473" y="7415"/>
                  </a:lnTo>
                  <a:lnTo>
                    <a:pt x="12087" y="7955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24" y="8071"/>
                  </a:lnTo>
                  <a:lnTo>
                    <a:pt x="11624" y="7955"/>
                  </a:lnTo>
                  <a:lnTo>
                    <a:pt x="11662" y="7839"/>
                  </a:lnTo>
                  <a:lnTo>
                    <a:pt x="11701" y="7723"/>
                  </a:lnTo>
                  <a:lnTo>
                    <a:pt x="11778" y="7608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26" y="7415"/>
                  </a:lnTo>
                  <a:lnTo>
                    <a:pt x="12280" y="7376"/>
                  </a:lnTo>
                  <a:close/>
                  <a:moveTo>
                    <a:pt x="2240" y="9345"/>
                  </a:moveTo>
                  <a:lnTo>
                    <a:pt x="2356" y="9422"/>
                  </a:lnTo>
                  <a:lnTo>
                    <a:pt x="2433" y="9461"/>
                  </a:lnTo>
                  <a:lnTo>
                    <a:pt x="2511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588" y="10002"/>
                  </a:lnTo>
                  <a:lnTo>
                    <a:pt x="2124" y="9886"/>
                  </a:lnTo>
                  <a:lnTo>
                    <a:pt x="1622" y="9886"/>
                  </a:lnTo>
                  <a:lnTo>
                    <a:pt x="1661" y="9731"/>
                  </a:lnTo>
                  <a:lnTo>
                    <a:pt x="1738" y="9616"/>
                  </a:lnTo>
                  <a:lnTo>
                    <a:pt x="1815" y="9538"/>
                  </a:lnTo>
                  <a:lnTo>
                    <a:pt x="1893" y="9461"/>
                  </a:lnTo>
                  <a:lnTo>
                    <a:pt x="2009" y="9384"/>
                  </a:lnTo>
                  <a:lnTo>
                    <a:pt x="2124" y="9345"/>
                  </a:lnTo>
                  <a:close/>
                  <a:moveTo>
                    <a:pt x="11624" y="8998"/>
                  </a:moveTo>
                  <a:lnTo>
                    <a:pt x="11469" y="9500"/>
                  </a:lnTo>
                  <a:lnTo>
                    <a:pt x="11315" y="10002"/>
                  </a:lnTo>
                  <a:lnTo>
                    <a:pt x="11238" y="10272"/>
                  </a:lnTo>
                  <a:lnTo>
                    <a:pt x="11044" y="10079"/>
                  </a:lnTo>
                  <a:lnTo>
                    <a:pt x="10967" y="9809"/>
                  </a:lnTo>
                  <a:lnTo>
                    <a:pt x="10929" y="9693"/>
                  </a:lnTo>
                  <a:lnTo>
                    <a:pt x="10929" y="9577"/>
                  </a:lnTo>
                  <a:lnTo>
                    <a:pt x="10929" y="9422"/>
                  </a:lnTo>
                  <a:lnTo>
                    <a:pt x="11006" y="9307"/>
                  </a:lnTo>
                  <a:lnTo>
                    <a:pt x="11122" y="9152"/>
                  </a:lnTo>
                  <a:lnTo>
                    <a:pt x="11276" y="9036"/>
                  </a:lnTo>
                  <a:lnTo>
                    <a:pt x="11469" y="8998"/>
                  </a:lnTo>
                  <a:close/>
                  <a:moveTo>
                    <a:pt x="3746" y="9731"/>
                  </a:moveTo>
                  <a:lnTo>
                    <a:pt x="3901" y="9809"/>
                  </a:lnTo>
                  <a:lnTo>
                    <a:pt x="4017" y="9886"/>
                  </a:lnTo>
                  <a:lnTo>
                    <a:pt x="4094" y="10002"/>
                  </a:lnTo>
                  <a:lnTo>
                    <a:pt x="4132" y="10118"/>
                  </a:lnTo>
                  <a:lnTo>
                    <a:pt x="4171" y="10233"/>
                  </a:lnTo>
                  <a:lnTo>
                    <a:pt x="4132" y="10388"/>
                  </a:lnTo>
                  <a:lnTo>
                    <a:pt x="4094" y="10504"/>
                  </a:lnTo>
                  <a:lnTo>
                    <a:pt x="4017" y="10620"/>
                  </a:lnTo>
                  <a:lnTo>
                    <a:pt x="3862" y="10542"/>
                  </a:lnTo>
                  <a:lnTo>
                    <a:pt x="3476" y="10311"/>
                  </a:lnTo>
                  <a:lnTo>
                    <a:pt x="3051" y="10156"/>
                  </a:lnTo>
                  <a:lnTo>
                    <a:pt x="3128" y="10002"/>
                  </a:lnTo>
                  <a:lnTo>
                    <a:pt x="3244" y="9924"/>
                  </a:lnTo>
                  <a:lnTo>
                    <a:pt x="3360" y="9809"/>
                  </a:lnTo>
                  <a:lnTo>
                    <a:pt x="3476" y="9770"/>
                  </a:lnTo>
                  <a:lnTo>
                    <a:pt x="3630" y="9731"/>
                  </a:lnTo>
                  <a:close/>
                  <a:moveTo>
                    <a:pt x="4827" y="10620"/>
                  </a:moveTo>
                  <a:lnTo>
                    <a:pt x="4905" y="10658"/>
                  </a:lnTo>
                  <a:lnTo>
                    <a:pt x="4982" y="10697"/>
                  </a:lnTo>
                  <a:lnTo>
                    <a:pt x="5059" y="10774"/>
                  </a:lnTo>
                  <a:lnTo>
                    <a:pt x="5136" y="10851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59" y="11430"/>
                  </a:lnTo>
                  <a:lnTo>
                    <a:pt x="4403" y="10890"/>
                  </a:lnTo>
                  <a:lnTo>
                    <a:pt x="4441" y="10813"/>
                  </a:lnTo>
                  <a:lnTo>
                    <a:pt x="4480" y="10735"/>
                  </a:lnTo>
                  <a:lnTo>
                    <a:pt x="4634" y="10658"/>
                  </a:lnTo>
                  <a:lnTo>
                    <a:pt x="4827" y="10620"/>
                  </a:lnTo>
                  <a:close/>
                  <a:moveTo>
                    <a:pt x="11160" y="10620"/>
                  </a:moveTo>
                  <a:lnTo>
                    <a:pt x="10929" y="11199"/>
                  </a:lnTo>
                  <a:lnTo>
                    <a:pt x="10697" y="11739"/>
                  </a:lnTo>
                  <a:lnTo>
                    <a:pt x="10658" y="11701"/>
                  </a:lnTo>
                  <a:lnTo>
                    <a:pt x="10465" y="11508"/>
                  </a:lnTo>
                  <a:lnTo>
                    <a:pt x="10388" y="11315"/>
                  </a:lnTo>
                  <a:lnTo>
                    <a:pt x="10388" y="11122"/>
                  </a:lnTo>
                  <a:lnTo>
                    <a:pt x="10427" y="10967"/>
                  </a:lnTo>
                  <a:lnTo>
                    <a:pt x="10542" y="10774"/>
                  </a:lnTo>
                  <a:lnTo>
                    <a:pt x="10697" y="10658"/>
                  </a:lnTo>
                  <a:lnTo>
                    <a:pt x="10929" y="10620"/>
                  </a:lnTo>
                  <a:close/>
                  <a:moveTo>
                    <a:pt x="5947" y="11469"/>
                  </a:moveTo>
                  <a:lnTo>
                    <a:pt x="6063" y="11508"/>
                  </a:lnTo>
                  <a:lnTo>
                    <a:pt x="6140" y="11546"/>
                  </a:lnTo>
                  <a:lnTo>
                    <a:pt x="6218" y="11662"/>
                  </a:lnTo>
                  <a:lnTo>
                    <a:pt x="6295" y="11739"/>
                  </a:lnTo>
                  <a:lnTo>
                    <a:pt x="6372" y="11971"/>
                  </a:lnTo>
                  <a:lnTo>
                    <a:pt x="6411" y="12203"/>
                  </a:lnTo>
                  <a:lnTo>
                    <a:pt x="6372" y="12473"/>
                  </a:lnTo>
                  <a:lnTo>
                    <a:pt x="5870" y="12087"/>
                  </a:lnTo>
                  <a:lnTo>
                    <a:pt x="5407" y="11701"/>
                  </a:lnTo>
                  <a:lnTo>
                    <a:pt x="5445" y="11585"/>
                  </a:lnTo>
                  <a:lnTo>
                    <a:pt x="5523" y="11508"/>
                  </a:lnTo>
                  <a:lnTo>
                    <a:pt x="5638" y="11469"/>
                  </a:lnTo>
                  <a:close/>
                  <a:moveTo>
                    <a:pt x="10542" y="12048"/>
                  </a:moveTo>
                  <a:lnTo>
                    <a:pt x="10388" y="12280"/>
                  </a:lnTo>
                  <a:lnTo>
                    <a:pt x="10195" y="12550"/>
                  </a:lnTo>
                  <a:lnTo>
                    <a:pt x="9963" y="12743"/>
                  </a:lnTo>
                  <a:lnTo>
                    <a:pt x="9770" y="12936"/>
                  </a:lnTo>
                  <a:lnTo>
                    <a:pt x="9732" y="12859"/>
                  </a:lnTo>
                  <a:lnTo>
                    <a:pt x="9654" y="12666"/>
                  </a:lnTo>
                  <a:lnTo>
                    <a:pt x="9616" y="12473"/>
                  </a:lnTo>
                  <a:lnTo>
                    <a:pt x="9693" y="12319"/>
                  </a:lnTo>
                  <a:lnTo>
                    <a:pt x="9809" y="12203"/>
                  </a:lnTo>
                  <a:lnTo>
                    <a:pt x="9963" y="12126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37" y="12473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01" y="12821"/>
                  </a:lnTo>
                  <a:lnTo>
                    <a:pt x="7878" y="13014"/>
                  </a:lnTo>
                  <a:lnTo>
                    <a:pt x="7839" y="13207"/>
                  </a:lnTo>
                  <a:lnTo>
                    <a:pt x="7299" y="13014"/>
                  </a:lnTo>
                  <a:lnTo>
                    <a:pt x="6835" y="12743"/>
                  </a:lnTo>
                  <a:lnTo>
                    <a:pt x="6990" y="12589"/>
                  </a:lnTo>
                  <a:lnTo>
                    <a:pt x="7144" y="12512"/>
                  </a:lnTo>
                  <a:lnTo>
                    <a:pt x="7337" y="12473"/>
                  </a:lnTo>
                  <a:close/>
                  <a:moveTo>
                    <a:pt x="8843" y="12628"/>
                  </a:moveTo>
                  <a:lnTo>
                    <a:pt x="8921" y="12666"/>
                  </a:lnTo>
                  <a:lnTo>
                    <a:pt x="9075" y="12743"/>
                  </a:lnTo>
                  <a:lnTo>
                    <a:pt x="9191" y="12936"/>
                  </a:lnTo>
                  <a:lnTo>
                    <a:pt x="9230" y="13130"/>
                  </a:lnTo>
                  <a:lnTo>
                    <a:pt x="9230" y="13207"/>
                  </a:lnTo>
                  <a:lnTo>
                    <a:pt x="9036" y="13245"/>
                  </a:lnTo>
                  <a:lnTo>
                    <a:pt x="8805" y="13284"/>
                  </a:lnTo>
                  <a:lnTo>
                    <a:pt x="8303" y="13284"/>
                  </a:lnTo>
                  <a:lnTo>
                    <a:pt x="8303" y="13207"/>
                  </a:lnTo>
                  <a:lnTo>
                    <a:pt x="8303" y="13014"/>
                  </a:lnTo>
                  <a:lnTo>
                    <a:pt x="8419" y="12821"/>
                  </a:lnTo>
                  <a:lnTo>
                    <a:pt x="8534" y="12666"/>
                  </a:lnTo>
                  <a:lnTo>
                    <a:pt x="8650" y="12628"/>
                  </a:lnTo>
                  <a:close/>
                  <a:moveTo>
                    <a:pt x="22861" y="0"/>
                  </a:moveTo>
                  <a:lnTo>
                    <a:pt x="22822" y="78"/>
                  </a:lnTo>
                  <a:lnTo>
                    <a:pt x="22745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783" y="387"/>
                  </a:lnTo>
                  <a:lnTo>
                    <a:pt x="22822" y="387"/>
                  </a:lnTo>
                  <a:lnTo>
                    <a:pt x="22861" y="464"/>
                  </a:lnTo>
                  <a:lnTo>
                    <a:pt x="23015" y="618"/>
                  </a:lnTo>
                  <a:lnTo>
                    <a:pt x="22899" y="773"/>
                  </a:lnTo>
                  <a:lnTo>
                    <a:pt x="22783" y="927"/>
                  </a:lnTo>
                  <a:lnTo>
                    <a:pt x="22668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22" y="2240"/>
                  </a:lnTo>
                  <a:lnTo>
                    <a:pt x="23015" y="2395"/>
                  </a:lnTo>
                  <a:lnTo>
                    <a:pt x="23247" y="2472"/>
                  </a:lnTo>
                  <a:lnTo>
                    <a:pt x="23478" y="2510"/>
                  </a:lnTo>
                  <a:lnTo>
                    <a:pt x="23401" y="2704"/>
                  </a:lnTo>
                  <a:lnTo>
                    <a:pt x="23363" y="2897"/>
                  </a:lnTo>
                  <a:lnTo>
                    <a:pt x="23324" y="3090"/>
                  </a:lnTo>
                  <a:lnTo>
                    <a:pt x="23324" y="3244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862"/>
                  </a:lnTo>
                  <a:lnTo>
                    <a:pt x="23942" y="4016"/>
                  </a:lnTo>
                  <a:lnTo>
                    <a:pt x="23710" y="4209"/>
                  </a:lnTo>
                  <a:lnTo>
                    <a:pt x="23556" y="4480"/>
                  </a:lnTo>
                  <a:lnTo>
                    <a:pt x="23440" y="4750"/>
                  </a:lnTo>
                  <a:lnTo>
                    <a:pt x="23440" y="4866"/>
                  </a:lnTo>
                  <a:lnTo>
                    <a:pt x="23440" y="5020"/>
                  </a:lnTo>
                  <a:lnTo>
                    <a:pt x="23478" y="5252"/>
                  </a:lnTo>
                  <a:lnTo>
                    <a:pt x="23633" y="5484"/>
                  </a:lnTo>
                  <a:lnTo>
                    <a:pt x="23401" y="5484"/>
                  </a:lnTo>
                  <a:lnTo>
                    <a:pt x="23170" y="5561"/>
                  </a:lnTo>
                  <a:lnTo>
                    <a:pt x="22938" y="5677"/>
                  </a:lnTo>
                  <a:lnTo>
                    <a:pt x="22783" y="5870"/>
                  </a:lnTo>
                  <a:lnTo>
                    <a:pt x="22668" y="6102"/>
                  </a:lnTo>
                  <a:lnTo>
                    <a:pt x="22629" y="6333"/>
                  </a:lnTo>
                  <a:lnTo>
                    <a:pt x="22474" y="6256"/>
                  </a:lnTo>
                  <a:lnTo>
                    <a:pt x="22320" y="6217"/>
                  </a:lnTo>
                  <a:lnTo>
                    <a:pt x="21972" y="6217"/>
                  </a:lnTo>
                  <a:lnTo>
                    <a:pt x="21741" y="6256"/>
                  </a:lnTo>
                  <a:lnTo>
                    <a:pt x="21509" y="6411"/>
                  </a:lnTo>
                  <a:lnTo>
                    <a:pt x="21316" y="6565"/>
                  </a:lnTo>
                  <a:lnTo>
                    <a:pt x="21200" y="6758"/>
                  </a:lnTo>
                  <a:lnTo>
                    <a:pt x="21084" y="6449"/>
                  </a:lnTo>
                  <a:lnTo>
                    <a:pt x="20930" y="6140"/>
                  </a:lnTo>
                  <a:lnTo>
                    <a:pt x="20853" y="5986"/>
                  </a:lnTo>
                  <a:lnTo>
                    <a:pt x="20698" y="5870"/>
                  </a:lnTo>
                  <a:lnTo>
                    <a:pt x="20582" y="5793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42" y="5793"/>
                  </a:lnTo>
                  <a:lnTo>
                    <a:pt x="19887" y="5831"/>
                  </a:lnTo>
                  <a:lnTo>
                    <a:pt x="19733" y="5947"/>
                  </a:lnTo>
                  <a:lnTo>
                    <a:pt x="19694" y="5715"/>
                  </a:lnTo>
                  <a:lnTo>
                    <a:pt x="19617" y="5484"/>
                  </a:lnTo>
                  <a:lnTo>
                    <a:pt x="19462" y="5291"/>
                  </a:lnTo>
                  <a:lnTo>
                    <a:pt x="19347" y="5213"/>
                  </a:lnTo>
                  <a:lnTo>
                    <a:pt x="19231" y="5175"/>
                  </a:lnTo>
                  <a:lnTo>
                    <a:pt x="19038" y="5136"/>
                  </a:lnTo>
                  <a:lnTo>
                    <a:pt x="18806" y="5175"/>
                  </a:lnTo>
                  <a:lnTo>
                    <a:pt x="18613" y="5252"/>
                  </a:lnTo>
                  <a:lnTo>
                    <a:pt x="18458" y="5407"/>
                  </a:lnTo>
                  <a:lnTo>
                    <a:pt x="18458" y="5252"/>
                  </a:lnTo>
                  <a:lnTo>
                    <a:pt x="18420" y="5098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34"/>
                  </a:lnTo>
                  <a:lnTo>
                    <a:pt x="17957" y="4557"/>
                  </a:lnTo>
                  <a:lnTo>
                    <a:pt x="17802" y="4518"/>
                  </a:lnTo>
                  <a:lnTo>
                    <a:pt x="17493" y="4518"/>
                  </a:lnTo>
                  <a:lnTo>
                    <a:pt x="17377" y="4557"/>
                  </a:lnTo>
                  <a:lnTo>
                    <a:pt x="17223" y="4634"/>
                  </a:lnTo>
                  <a:lnTo>
                    <a:pt x="17107" y="4711"/>
                  </a:lnTo>
                  <a:lnTo>
                    <a:pt x="17030" y="4827"/>
                  </a:lnTo>
                  <a:lnTo>
                    <a:pt x="16875" y="5059"/>
                  </a:lnTo>
                  <a:lnTo>
                    <a:pt x="16759" y="4905"/>
                  </a:lnTo>
                  <a:lnTo>
                    <a:pt x="16605" y="4789"/>
                  </a:lnTo>
                  <a:lnTo>
                    <a:pt x="16451" y="4673"/>
                  </a:lnTo>
                  <a:lnTo>
                    <a:pt x="16257" y="4634"/>
                  </a:lnTo>
                  <a:lnTo>
                    <a:pt x="16103" y="4634"/>
                  </a:lnTo>
                  <a:lnTo>
                    <a:pt x="15910" y="4673"/>
                  </a:lnTo>
                  <a:lnTo>
                    <a:pt x="15755" y="4750"/>
                  </a:lnTo>
                  <a:lnTo>
                    <a:pt x="15640" y="4827"/>
                  </a:lnTo>
                  <a:lnTo>
                    <a:pt x="15524" y="4982"/>
                  </a:lnTo>
                  <a:lnTo>
                    <a:pt x="15447" y="5136"/>
                  </a:lnTo>
                  <a:lnTo>
                    <a:pt x="15408" y="5291"/>
                  </a:lnTo>
                  <a:lnTo>
                    <a:pt x="15374" y="5460"/>
                  </a:lnTo>
                  <a:lnTo>
                    <a:pt x="15331" y="5329"/>
                  </a:lnTo>
                  <a:lnTo>
                    <a:pt x="15176" y="5175"/>
                  </a:lnTo>
                  <a:lnTo>
                    <a:pt x="15022" y="5059"/>
                  </a:lnTo>
                  <a:lnTo>
                    <a:pt x="14829" y="4982"/>
                  </a:lnTo>
                  <a:lnTo>
                    <a:pt x="14597" y="4943"/>
                  </a:lnTo>
                  <a:lnTo>
                    <a:pt x="14404" y="4943"/>
                  </a:lnTo>
                  <a:lnTo>
                    <a:pt x="14249" y="5020"/>
                  </a:lnTo>
                  <a:lnTo>
                    <a:pt x="14134" y="5098"/>
                  </a:lnTo>
                  <a:lnTo>
                    <a:pt x="14018" y="5175"/>
                  </a:lnTo>
                  <a:lnTo>
                    <a:pt x="13941" y="5291"/>
                  </a:lnTo>
                  <a:lnTo>
                    <a:pt x="13825" y="5522"/>
                  </a:lnTo>
                  <a:lnTo>
                    <a:pt x="13747" y="5831"/>
                  </a:lnTo>
                  <a:lnTo>
                    <a:pt x="13593" y="5754"/>
                  </a:lnTo>
                  <a:lnTo>
                    <a:pt x="13361" y="5677"/>
                  </a:lnTo>
                  <a:lnTo>
                    <a:pt x="13130" y="5677"/>
                  </a:lnTo>
                  <a:lnTo>
                    <a:pt x="12937" y="5715"/>
                  </a:lnTo>
                  <a:lnTo>
                    <a:pt x="12705" y="5831"/>
                  </a:lnTo>
                  <a:lnTo>
                    <a:pt x="12589" y="5947"/>
                  </a:lnTo>
                  <a:lnTo>
                    <a:pt x="12473" y="6063"/>
                  </a:lnTo>
                  <a:lnTo>
                    <a:pt x="12396" y="6217"/>
                  </a:lnTo>
                  <a:lnTo>
                    <a:pt x="12357" y="6333"/>
                  </a:lnTo>
                  <a:lnTo>
                    <a:pt x="12319" y="6526"/>
                  </a:lnTo>
                  <a:lnTo>
                    <a:pt x="12319" y="6681"/>
                  </a:lnTo>
                  <a:lnTo>
                    <a:pt x="12357" y="6835"/>
                  </a:lnTo>
                  <a:lnTo>
                    <a:pt x="12396" y="6990"/>
                  </a:lnTo>
                  <a:lnTo>
                    <a:pt x="12126" y="7028"/>
                  </a:lnTo>
                  <a:lnTo>
                    <a:pt x="11894" y="7106"/>
                  </a:lnTo>
                  <a:lnTo>
                    <a:pt x="11662" y="7221"/>
                  </a:lnTo>
                  <a:lnTo>
                    <a:pt x="11469" y="7376"/>
                  </a:lnTo>
                  <a:lnTo>
                    <a:pt x="11392" y="7530"/>
                  </a:lnTo>
                  <a:lnTo>
                    <a:pt x="11315" y="7685"/>
                  </a:lnTo>
                  <a:lnTo>
                    <a:pt x="11276" y="7839"/>
                  </a:lnTo>
                  <a:lnTo>
                    <a:pt x="11276" y="7994"/>
                  </a:lnTo>
                  <a:lnTo>
                    <a:pt x="11276" y="8148"/>
                  </a:lnTo>
                  <a:lnTo>
                    <a:pt x="11315" y="8303"/>
                  </a:lnTo>
                  <a:lnTo>
                    <a:pt x="11392" y="8457"/>
                  </a:lnTo>
                  <a:lnTo>
                    <a:pt x="11469" y="8573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20" y="9229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02"/>
                  </a:lnTo>
                  <a:lnTo>
                    <a:pt x="10851" y="10233"/>
                  </a:lnTo>
                  <a:lnTo>
                    <a:pt x="10620" y="10272"/>
                  </a:lnTo>
                  <a:lnTo>
                    <a:pt x="10388" y="10388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40" y="11006"/>
                  </a:lnTo>
                  <a:lnTo>
                    <a:pt x="10040" y="11237"/>
                  </a:lnTo>
                  <a:lnTo>
                    <a:pt x="10079" y="11469"/>
                  </a:lnTo>
                  <a:lnTo>
                    <a:pt x="10156" y="11701"/>
                  </a:lnTo>
                  <a:lnTo>
                    <a:pt x="9925" y="11739"/>
                  </a:lnTo>
                  <a:lnTo>
                    <a:pt x="9693" y="11817"/>
                  </a:lnTo>
                  <a:lnTo>
                    <a:pt x="9500" y="11971"/>
                  </a:lnTo>
                  <a:lnTo>
                    <a:pt x="9423" y="12087"/>
                  </a:lnTo>
                  <a:lnTo>
                    <a:pt x="9345" y="12203"/>
                  </a:lnTo>
                  <a:lnTo>
                    <a:pt x="9307" y="12319"/>
                  </a:lnTo>
                  <a:lnTo>
                    <a:pt x="9307" y="12473"/>
                  </a:lnTo>
                  <a:lnTo>
                    <a:pt x="9152" y="12357"/>
                  </a:lnTo>
                  <a:lnTo>
                    <a:pt x="9036" y="12319"/>
                  </a:lnTo>
                  <a:lnTo>
                    <a:pt x="8882" y="12280"/>
                  </a:lnTo>
                  <a:lnTo>
                    <a:pt x="8689" y="12280"/>
                  </a:lnTo>
                  <a:lnTo>
                    <a:pt x="8534" y="12319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48" y="12705"/>
                  </a:lnTo>
                  <a:lnTo>
                    <a:pt x="8071" y="12550"/>
                  </a:lnTo>
                  <a:lnTo>
                    <a:pt x="7994" y="12434"/>
                  </a:lnTo>
                  <a:lnTo>
                    <a:pt x="7839" y="12319"/>
                  </a:lnTo>
                  <a:lnTo>
                    <a:pt x="7724" y="12241"/>
                  </a:lnTo>
                  <a:lnTo>
                    <a:pt x="7453" y="12164"/>
                  </a:lnTo>
                  <a:lnTo>
                    <a:pt x="7222" y="12164"/>
                  </a:lnTo>
                  <a:lnTo>
                    <a:pt x="6990" y="12241"/>
                  </a:lnTo>
                  <a:lnTo>
                    <a:pt x="6758" y="12396"/>
                  </a:lnTo>
                  <a:lnTo>
                    <a:pt x="6758" y="12048"/>
                  </a:lnTo>
                  <a:lnTo>
                    <a:pt x="6720" y="11855"/>
                  </a:lnTo>
                  <a:lnTo>
                    <a:pt x="6681" y="11701"/>
                  </a:lnTo>
                  <a:lnTo>
                    <a:pt x="6604" y="11546"/>
                  </a:lnTo>
                  <a:lnTo>
                    <a:pt x="6488" y="11392"/>
                  </a:lnTo>
                  <a:lnTo>
                    <a:pt x="6372" y="11276"/>
                  </a:lnTo>
                  <a:lnTo>
                    <a:pt x="6218" y="11199"/>
                  </a:lnTo>
                  <a:lnTo>
                    <a:pt x="6063" y="11160"/>
                  </a:lnTo>
                  <a:lnTo>
                    <a:pt x="5870" y="11122"/>
                  </a:lnTo>
                  <a:lnTo>
                    <a:pt x="5677" y="11160"/>
                  </a:lnTo>
                  <a:lnTo>
                    <a:pt x="5523" y="11199"/>
                  </a:lnTo>
                  <a:lnTo>
                    <a:pt x="5523" y="10967"/>
                  </a:lnTo>
                  <a:lnTo>
                    <a:pt x="5445" y="10697"/>
                  </a:lnTo>
                  <a:lnTo>
                    <a:pt x="5291" y="10504"/>
                  </a:lnTo>
                  <a:lnTo>
                    <a:pt x="5214" y="10426"/>
                  </a:lnTo>
                  <a:lnTo>
                    <a:pt x="5098" y="10349"/>
                  </a:lnTo>
                  <a:lnTo>
                    <a:pt x="4943" y="10311"/>
                  </a:lnTo>
                  <a:lnTo>
                    <a:pt x="4673" y="10311"/>
                  </a:lnTo>
                  <a:lnTo>
                    <a:pt x="4519" y="10349"/>
                  </a:lnTo>
                  <a:lnTo>
                    <a:pt x="4519" y="10156"/>
                  </a:lnTo>
                  <a:lnTo>
                    <a:pt x="4480" y="9924"/>
                  </a:lnTo>
                  <a:lnTo>
                    <a:pt x="4364" y="9731"/>
                  </a:lnTo>
                  <a:lnTo>
                    <a:pt x="4210" y="9577"/>
                  </a:lnTo>
                  <a:lnTo>
                    <a:pt x="4055" y="9500"/>
                  </a:lnTo>
                  <a:lnTo>
                    <a:pt x="3901" y="9422"/>
                  </a:lnTo>
                  <a:lnTo>
                    <a:pt x="3553" y="9422"/>
                  </a:lnTo>
                  <a:lnTo>
                    <a:pt x="3399" y="9461"/>
                  </a:lnTo>
                  <a:lnTo>
                    <a:pt x="3244" y="9538"/>
                  </a:lnTo>
                  <a:lnTo>
                    <a:pt x="3128" y="9616"/>
                  </a:lnTo>
                  <a:lnTo>
                    <a:pt x="2974" y="9731"/>
                  </a:lnTo>
                  <a:lnTo>
                    <a:pt x="2974" y="9616"/>
                  </a:lnTo>
                  <a:lnTo>
                    <a:pt x="2897" y="9422"/>
                  </a:lnTo>
                  <a:lnTo>
                    <a:pt x="2742" y="9268"/>
                  </a:lnTo>
                  <a:lnTo>
                    <a:pt x="2588" y="9114"/>
                  </a:lnTo>
                  <a:lnTo>
                    <a:pt x="2433" y="9036"/>
                  </a:lnTo>
                  <a:lnTo>
                    <a:pt x="2202" y="8998"/>
                  </a:lnTo>
                  <a:lnTo>
                    <a:pt x="2009" y="8998"/>
                  </a:lnTo>
                  <a:lnTo>
                    <a:pt x="1815" y="9075"/>
                  </a:lnTo>
                  <a:lnTo>
                    <a:pt x="1661" y="9191"/>
                  </a:lnTo>
                  <a:lnTo>
                    <a:pt x="1545" y="9345"/>
                  </a:lnTo>
                  <a:lnTo>
                    <a:pt x="1429" y="9500"/>
                  </a:lnTo>
                  <a:lnTo>
                    <a:pt x="1352" y="9693"/>
                  </a:lnTo>
                  <a:lnTo>
                    <a:pt x="1352" y="9886"/>
                  </a:lnTo>
                  <a:lnTo>
                    <a:pt x="1120" y="9963"/>
                  </a:lnTo>
                  <a:lnTo>
                    <a:pt x="889" y="10040"/>
                  </a:lnTo>
                  <a:lnTo>
                    <a:pt x="696" y="10156"/>
                  </a:lnTo>
                  <a:lnTo>
                    <a:pt x="503" y="10311"/>
                  </a:lnTo>
                  <a:lnTo>
                    <a:pt x="348" y="10426"/>
                  </a:lnTo>
                  <a:lnTo>
                    <a:pt x="232" y="10581"/>
                  </a:lnTo>
                  <a:lnTo>
                    <a:pt x="78" y="10890"/>
                  </a:lnTo>
                  <a:lnTo>
                    <a:pt x="1" y="11199"/>
                  </a:lnTo>
                  <a:lnTo>
                    <a:pt x="1" y="11546"/>
                  </a:lnTo>
                  <a:lnTo>
                    <a:pt x="39" y="11894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8" y="12782"/>
                  </a:lnTo>
                  <a:lnTo>
                    <a:pt x="773" y="12898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13" y="13130"/>
                  </a:lnTo>
                  <a:lnTo>
                    <a:pt x="1700" y="13168"/>
                  </a:lnTo>
                  <a:lnTo>
                    <a:pt x="2086" y="13091"/>
                  </a:lnTo>
                  <a:lnTo>
                    <a:pt x="2472" y="12975"/>
                  </a:lnTo>
                  <a:lnTo>
                    <a:pt x="2781" y="12782"/>
                  </a:lnTo>
                  <a:lnTo>
                    <a:pt x="3090" y="12512"/>
                  </a:lnTo>
                  <a:lnTo>
                    <a:pt x="3360" y="12241"/>
                  </a:lnTo>
                  <a:lnTo>
                    <a:pt x="3592" y="12010"/>
                  </a:lnTo>
                  <a:lnTo>
                    <a:pt x="3515" y="11932"/>
                  </a:lnTo>
                  <a:lnTo>
                    <a:pt x="3515" y="11817"/>
                  </a:lnTo>
                  <a:lnTo>
                    <a:pt x="3437" y="11739"/>
                  </a:lnTo>
                  <a:lnTo>
                    <a:pt x="3321" y="11739"/>
                  </a:lnTo>
                  <a:lnTo>
                    <a:pt x="3283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8" y="12434"/>
                  </a:lnTo>
                  <a:lnTo>
                    <a:pt x="2317" y="12550"/>
                  </a:lnTo>
                  <a:lnTo>
                    <a:pt x="2009" y="12666"/>
                  </a:lnTo>
                  <a:lnTo>
                    <a:pt x="1738" y="12705"/>
                  </a:lnTo>
                  <a:lnTo>
                    <a:pt x="1429" y="12666"/>
                  </a:lnTo>
                  <a:lnTo>
                    <a:pt x="1120" y="12550"/>
                  </a:lnTo>
                  <a:lnTo>
                    <a:pt x="966" y="12434"/>
                  </a:lnTo>
                  <a:lnTo>
                    <a:pt x="812" y="12319"/>
                  </a:lnTo>
                  <a:lnTo>
                    <a:pt x="696" y="12203"/>
                  </a:lnTo>
                  <a:lnTo>
                    <a:pt x="580" y="12048"/>
                  </a:lnTo>
                  <a:lnTo>
                    <a:pt x="541" y="11855"/>
                  </a:lnTo>
                  <a:lnTo>
                    <a:pt x="503" y="11701"/>
                  </a:lnTo>
                  <a:lnTo>
                    <a:pt x="464" y="11546"/>
                  </a:lnTo>
                  <a:lnTo>
                    <a:pt x="464" y="11353"/>
                  </a:lnTo>
                  <a:lnTo>
                    <a:pt x="503" y="11199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35"/>
                  </a:lnTo>
                  <a:lnTo>
                    <a:pt x="889" y="10620"/>
                  </a:lnTo>
                  <a:lnTo>
                    <a:pt x="1043" y="10504"/>
                  </a:lnTo>
                  <a:lnTo>
                    <a:pt x="1236" y="10426"/>
                  </a:lnTo>
                  <a:lnTo>
                    <a:pt x="1429" y="10388"/>
                  </a:lnTo>
                  <a:lnTo>
                    <a:pt x="1700" y="10349"/>
                  </a:lnTo>
                  <a:lnTo>
                    <a:pt x="2279" y="10349"/>
                  </a:lnTo>
                  <a:lnTo>
                    <a:pt x="2588" y="10426"/>
                  </a:lnTo>
                  <a:lnTo>
                    <a:pt x="2858" y="10504"/>
                  </a:lnTo>
                  <a:lnTo>
                    <a:pt x="3128" y="10620"/>
                  </a:lnTo>
                  <a:lnTo>
                    <a:pt x="3630" y="10928"/>
                  </a:lnTo>
                  <a:lnTo>
                    <a:pt x="4132" y="11276"/>
                  </a:lnTo>
                  <a:lnTo>
                    <a:pt x="4634" y="11662"/>
                  </a:lnTo>
                  <a:lnTo>
                    <a:pt x="5523" y="12396"/>
                  </a:lnTo>
                  <a:lnTo>
                    <a:pt x="5870" y="12666"/>
                  </a:lnTo>
                  <a:lnTo>
                    <a:pt x="6256" y="12936"/>
                  </a:lnTo>
                  <a:lnTo>
                    <a:pt x="6681" y="13207"/>
                  </a:lnTo>
                  <a:lnTo>
                    <a:pt x="7106" y="13400"/>
                  </a:lnTo>
                  <a:lnTo>
                    <a:pt x="7530" y="13593"/>
                  </a:lnTo>
                  <a:lnTo>
                    <a:pt x="7994" y="13709"/>
                  </a:lnTo>
                  <a:lnTo>
                    <a:pt x="8419" y="13786"/>
                  </a:lnTo>
                  <a:lnTo>
                    <a:pt x="8921" y="13786"/>
                  </a:lnTo>
                  <a:lnTo>
                    <a:pt x="9345" y="13670"/>
                  </a:lnTo>
                  <a:lnTo>
                    <a:pt x="9693" y="13554"/>
                  </a:lnTo>
                  <a:lnTo>
                    <a:pt x="10040" y="13323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890" y="12473"/>
                  </a:lnTo>
                  <a:lnTo>
                    <a:pt x="11122" y="12087"/>
                  </a:lnTo>
                  <a:lnTo>
                    <a:pt x="11315" y="11739"/>
                  </a:lnTo>
                  <a:lnTo>
                    <a:pt x="11508" y="11199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6" y="9075"/>
                  </a:lnTo>
                  <a:lnTo>
                    <a:pt x="12319" y="8573"/>
                  </a:lnTo>
                  <a:lnTo>
                    <a:pt x="12589" y="8110"/>
                  </a:lnTo>
                  <a:lnTo>
                    <a:pt x="12937" y="7646"/>
                  </a:lnTo>
                  <a:lnTo>
                    <a:pt x="13245" y="7299"/>
                  </a:lnTo>
                  <a:lnTo>
                    <a:pt x="13632" y="6951"/>
                  </a:lnTo>
                  <a:lnTo>
                    <a:pt x="14018" y="6681"/>
                  </a:lnTo>
                  <a:lnTo>
                    <a:pt x="14443" y="6449"/>
                  </a:lnTo>
                  <a:lnTo>
                    <a:pt x="14867" y="6256"/>
                  </a:lnTo>
                  <a:lnTo>
                    <a:pt x="15331" y="6102"/>
                  </a:lnTo>
                  <a:lnTo>
                    <a:pt x="15794" y="5986"/>
                  </a:lnTo>
                  <a:lnTo>
                    <a:pt x="16296" y="5909"/>
                  </a:lnTo>
                  <a:lnTo>
                    <a:pt x="16875" y="5909"/>
                  </a:lnTo>
                  <a:lnTo>
                    <a:pt x="17455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565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2"/>
                  </a:lnTo>
                  <a:lnTo>
                    <a:pt x="21316" y="7608"/>
                  </a:lnTo>
                  <a:lnTo>
                    <a:pt x="21741" y="7723"/>
                  </a:lnTo>
                  <a:lnTo>
                    <a:pt x="22127" y="7762"/>
                  </a:lnTo>
                  <a:lnTo>
                    <a:pt x="22552" y="7723"/>
                  </a:lnTo>
                  <a:lnTo>
                    <a:pt x="22976" y="7646"/>
                  </a:lnTo>
                  <a:lnTo>
                    <a:pt x="23363" y="7492"/>
                  </a:lnTo>
                  <a:lnTo>
                    <a:pt x="23710" y="7260"/>
                  </a:lnTo>
                  <a:lnTo>
                    <a:pt x="24058" y="6990"/>
                  </a:lnTo>
                  <a:lnTo>
                    <a:pt x="24328" y="6642"/>
                  </a:lnTo>
                  <a:lnTo>
                    <a:pt x="24560" y="6295"/>
                  </a:lnTo>
                  <a:lnTo>
                    <a:pt x="24753" y="5909"/>
                  </a:lnTo>
                  <a:lnTo>
                    <a:pt x="24869" y="5484"/>
                  </a:lnTo>
                  <a:lnTo>
                    <a:pt x="24946" y="5059"/>
                  </a:lnTo>
                  <a:lnTo>
                    <a:pt x="24984" y="4634"/>
                  </a:lnTo>
                  <a:lnTo>
                    <a:pt x="24984" y="4171"/>
                  </a:lnTo>
                  <a:lnTo>
                    <a:pt x="24946" y="3707"/>
                  </a:lnTo>
                  <a:lnTo>
                    <a:pt x="24869" y="3283"/>
                  </a:lnTo>
                  <a:lnTo>
                    <a:pt x="24753" y="2819"/>
                  </a:lnTo>
                  <a:lnTo>
                    <a:pt x="24637" y="2395"/>
                  </a:lnTo>
                  <a:lnTo>
                    <a:pt x="24444" y="1970"/>
                  </a:lnTo>
                  <a:lnTo>
                    <a:pt x="24251" y="1545"/>
                  </a:lnTo>
                  <a:lnTo>
                    <a:pt x="24019" y="1159"/>
                  </a:lnTo>
                  <a:lnTo>
                    <a:pt x="23787" y="811"/>
                  </a:lnTo>
                  <a:lnTo>
                    <a:pt x="23942" y="348"/>
                  </a:lnTo>
                  <a:lnTo>
                    <a:pt x="23556" y="232"/>
                  </a:lnTo>
                  <a:lnTo>
                    <a:pt x="23170" y="78"/>
                  </a:lnTo>
                  <a:lnTo>
                    <a:pt x="23131" y="39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Google Shape;1087;p5"/>
            <p:cNvSpPr/>
            <p:nvPr/>
          </p:nvSpPr>
          <p:spPr>
            <a:xfrm>
              <a:off x="1687125" y="961000"/>
              <a:ext cx="152575" cy="276125"/>
            </a:xfrm>
            <a:custGeom>
              <a:avLst/>
              <a:gdLst/>
              <a:ahLst/>
              <a:cxnLst/>
              <a:rect l="l" t="t" r="r" b="b"/>
              <a:pathLst>
                <a:path w="6103" h="11045" extrusionOk="0">
                  <a:moveTo>
                    <a:pt x="3553" y="1"/>
                  </a:moveTo>
                  <a:lnTo>
                    <a:pt x="3438" y="464"/>
                  </a:lnTo>
                  <a:lnTo>
                    <a:pt x="3785" y="657"/>
                  </a:lnTo>
                  <a:lnTo>
                    <a:pt x="4094" y="889"/>
                  </a:lnTo>
                  <a:lnTo>
                    <a:pt x="4364" y="1159"/>
                  </a:lnTo>
                  <a:lnTo>
                    <a:pt x="4635" y="1468"/>
                  </a:lnTo>
                  <a:lnTo>
                    <a:pt x="4866" y="1777"/>
                  </a:lnTo>
                  <a:lnTo>
                    <a:pt x="5059" y="2086"/>
                  </a:lnTo>
                  <a:lnTo>
                    <a:pt x="5253" y="2472"/>
                  </a:lnTo>
                  <a:lnTo>
                    <a:pt x="5368" y="2820"/>
                  </a:lnTo>
                  <a:lnTo>
                    <a:pt x="5484" y="3206"/>
                  </a:lnTo>
                  <a:lnTo>
                    <a:pt x="5561" y="3592"/>
                  </a:lnTo>
                  <a:lnTo>
                    <a:pt x="5600" y="4017"/>
                  </a:lnTo>
                  <a:lnTo>
                    <a:pt x="5600" y="4403"/>
                  </a:lnTo>
                  <a:lnTo>
                    <a:pt x="5561" y="4828"/>
                  </a:lnTo>
                  <a:lnTo>
                    <a:pt x="5523" y="5214"/>
                  </a:lnTo>
                  <a:lnTo>
                    <a:pt x="5446" y="5639"/>
                  </a:lnTo>
                  <a:lnTo>
                    <a:pt x="5330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1" y="7299"/>
                  </a:lnTo>
                  <a:lnTo>
                    <a:pt x="4519" y="7685"/>
                  </a:lnTo>
                  <a:lnTo>
                    <a:pt x="4249" y="8033"/>
                  </a:lnTo>
                  <a:lnTo>
                    <a:pt x="3940" y="8419"/>
                  </a:lnTo>
                  <a:lnTo>
                    <a:pt x="3631" y="8728"/>
                  </a:lnTo>
                  <a:lnTo>
                    <a:pt x="3283" y="9037"/>
                  </a:lnTo>
                  <a:lnTo>
                    <a:pt x="2936" y="9346"/>
                  </a:lnTo>
                  <a:lnTo>
                    <a:pt x="2549" y="9616"/>
                  </a:lnTo>
                  <a:lnTo>
                    <a:pt x="2163" y="9848"/>
                  </a:lnTo>
                  <a:lnTo>
                    <a:pt x="1739" y="10041"/>
                  </a:lnTo>
                  <a:lnTo>
                    <a:pt x="1352" y="10234"/>
                  </a:lnTo>
                  <a:lnTo>
                    <a:pt x="889" y="10427"/>
                  </a:lnTo>
                  <a:lnTo>
                    <a:pt x="464" y="10543"/>
                  </a:lnTo>
                  <a:lnTo>
                    <a:pt x="1" y="10658"/>
                  </a:lnTo>
                  <a:lnTo>
                    <a:pt x="78" y="11045"/>
                  </a:lnTo>
                  <a:lnTo>
                    <a:pt x="619" y="10967"/>
                  </a:lnTo>
                  <a:lnTo>
                    <a:pt x="1121" y="1085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49" y="10234"/>
                  </a:lnTo>
                  <a:lnTo>
                    <a:pt x="2974" y="9963"/>
                  </a:lnTo>
                  <a:lnTo>
                    <a:pt x="3399" y="9654"/>
                  </a:lnTo>
                  <a:lnTo>
                    <a:pt x="3785" y="9307"/>
                  </a:lnTo>
                  <a:lnTo>
                    <a:pt x="4171" y="8921"/>
                  </a:lnTo>
                  <a:lnTo>
                    <a:pt x="4519" y="8535"/>
                  </a:lnTo>
                  <a:lnTo>
                    <a:pt x="4828" y="8148"/>
                  </a:lnTo>
                  <a:lnTo>
                    <a:pt x="5098" y="7685"/>
                  </a:lnTo>
                  <a:lnTo>
                    <a:pt x="5368" y="7260"/>
                  </a:lnTo>
                  <a:lnTo>
                    <a:pt x="5600" y="6797"/>
                  </a:lnTo>
                  <a:lnTo>
                    <a:pt x="5793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94"/>
                  </a:lnTo>
                  <a:lnTo>
                    <a:pt x="6063" y="3669"/>
                  </a:lnTo>
                  <a:lnTo>
                    <a:pt x="5986" y="3244"/>
                  </a:lnTo>
                  <a:lnTo>
                    <a:pt x="5870" y="2820"/>
                  </a:lnTo>
                  <a:lnTo>
                    <a:pt x="5755" y="2434"/>
                  </a:lnTo>
                  <a:lnTo>
                    <a:pt x="5561" y="2047"/>
                  </a:lnTo>
                  <a:lnTo>
                    <a:pt x="5368" y="1700"/>
                  </a:lnTo>
                  <a:lnTo>
                    <a:pt x="5137" y="1352"/>
                  </a:lnTo>
                  <a:lnTo>
                    <a:pt x="4905" y="1005"/>
                  </a:lnTo>
                  <a:lnTo>
                    <a:pt x="4596" y="734"/>
                  </a:lnTo>
                  <a:lnTo>
                    <a:pt x="4287" y="464"/>
                  </a:lnTo>
                  <a:lnTo>
                    <a:pt x="3940" y="232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1088;p5"/>
            <p:cNvSpPr/>
            <p:nvPr/>
          </p:nvSpPr>
          <p:spPr>
            <a:xfrm>
              <a:off x="1657200" y="1227450"/>
              <a:ext cx="61825" cy="90775"/>
            </a:xfrm>
            <a:custGeom>
              <a:avLst/>
              <a:gdLst/>
              <a:ahLst/>
              <a:cxnLst/>
              <a:rect l="l" t="t" r="r" b="b"/>
              <a:pathLst>
                <a:path w="2473" h="3631" extrusionOk="0">
                  <a:moveTo>
                    <a:pt x="1198" y="0"/>
                  </a:moveTo>
                  <a:lnTo>
                    <a:pt x="1082" y="39"/>
                  </a:lnTo>
                  <a:lnTo>
                    <a:pt x="1005" y="39"/>
                  </a:lnTo>
                  <a:lnTo>
                    <a:pt x="966" y="116"/>
                  </a:lnTo>
                  <a:lnTo>
                    <a:pt x="966" y="194"/>
                  </a:lnTo>
                  <a:lnTo>
                    <a:pt x="966" y="232"/>
                  </a:lnTo>
                  <a:lnTo>
                    <a:pt x="850" y="271"/>
                  </a:lnTo>
                  <a:lnTo>
                    <a:pt x="773" y="271"/>
                  </a:lnTo>
                  <a:lnTo>
                    <a:pt x="735" y="348"/>
                  </a:lnTo>
                  <a:lnTo>
                    <a:pt x="696" y="425"/>
                  </a:lnTo>
                  <a:lnTo>
                    <a:pt x="696" y="502"/>
                  </a:lnTo>
                  <a:lnTo>
                    <a:pt x="735" y="618"/>
                  </a:lnTo>
                  <a:lnTo>
                    <a:pt x="773" y="657"/>
                  </a:lnTo>
                  <a:lnTo>
                    <a:pt x="850" y="734"/>
                  </a:lnTo>
                  <a:lnTo>
                    <a:pt x="1082" y="811"/>
                  </a:lnTo>
                  <a:lnTo>
                    <a:pt x="1275" y="966"/>
                  </a:lnTo>
                  <a:lnTo>
                    <a:pt x="1468" y="1120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1"/>
                  </a:lnTo>
                  <a:lnTo>
                    <a:pt x="1970" y="2163"/>
                  </a:lnTo>
                  <a:lnTo>
                    <a:pt x="1932" y="2472"/>
                  </a:lnTo>
                  <a:lnTo>
                    <a:pt x="1816" y="2742"/>
                  </a:lnTo>
                  <a:lnTo>
                    <a:pt x="1739" y="2897"/>
                  </a:lnTo>
                  <a:lnTo>
                    <a:pt x="1661" y="2974"/>
                  </a:lnTo>
                  <a:lnTo>
                    <a:pt x="1545" y="3090"/>
                  </a:lnTo>
                  <a:lnTo>
                    <a:pt x="1391" y="3128"/>
                  </a:lnTo>
                  <a:lnTo>
                    <a:pt x="1237" y="3167"/>
                  </a:lnTo>
                  <a:lnTo>
                    <a:pt x="1043" y="3128"/>
                  </a:lnTo>
                  <a:lnTo>
                    <a:pt x="928" y="3012"/>
                  </a:lnTo>
                  <a:lnTo>
                    <a:pt x="850" y="2897"/>
                  </a:lnTo>
                  <a:lnTo>
                    <a:pt x="812" y="2742"/>
                  </a:lnTo>
                  <a:lnTo>
                    <a:pt x="850" y="2626"/>
                  </a:lnTo>
                  <a:lnTo>
                    <a:pt x="928" y="2472"/>
                  </a:lnTo>
                  <a:lnTo>
                    <a:pt x="1082" y="2356"/>
                  </a:lnTo>
                  <a:lnTo>
                    <a:pt x="1159" y="2279"/>
                  </a:lnTo>
                  <a:lnTo>
                    <a:pt x="1159" y="2163"/>
                  </a:lnTo>
                  <a:lnTo>
                    <a:pt x="1159" y="2047"/>
                  </a:lnTo>
                  <a:lnTo>
                    <a:pt x="1082" y="1970"/>
                  </a:lnTo>
                  <a:lnTo>
                    <a:pt x="657" y="1622"/>
                  </a:lnTo>
                  <a:lnTo>
                    <a:pt x="426" y="1468"/>
                  </a:lnTo>
                  <a:lnTo>
                    <a:pt x="194" y="1352"/>
                  </a:lnTo>
                  <a:lnTo>
                    <a:pt x="1" y="1622"/>
                  </a:lnTo>
                  <a:lnTo>
                    <a:pt x="271" y="1893"/>
                  </a:lnTo>
                  <a:lnTo>
                    <a:pt x="580" y="2163"/>
                  </a:lnTo>
                  <a:lnTo>
                    <a:pt x="426" y="2356"/>
                  </a:lnTo>
                  <a:lnTo>
                    <a:pt x="348" y="2626"/>
                  </a:lnTo>
                  <a:lnTo>
                    <a:pt x="348" y="2897"/>
                  </a:lnTo>
                  <a:lnTo>
                    <a:pt x="348" y="3051"/>
                  </a:lnTo>
                  <a:lnTo>
                    <a:pt x="426" y="3167"/>
                  </a:lnTo>
                  <a:lnTo>
                    <a:pt x="541" y="3360"/>
                  </a:lnTo>
                  <a:lnTo>
                    <a:pt x="696" y="3476"/>
                  </a:lnTo>
                  <a:lnTo>
                    <a:pt x="889" y="3553"/>
                  </a:lnTo>
                  <a:lnTo>
                    <a:pt x="1082" y="3630"/>
                  </a:lnTo>
                  <a:lnTo>
                    <a:pt x="1275" y="3630"/>
                  </a:lnTo>
                  <a:lnTo>
                    <a:pt x="1507" y="3592"/>
                  </a:lnTo>
                  <a:lnTo>
                    <a:pt x="1700" y="3514"/>
                  </a:lnTo>
                  <a:lnTo>
                    <a:pt x="1854" y="3437"/>
                  </a:lnTo>
                  <a:lnTo>
                    <a:pt x="2047" y="3244"/>
                  </a:lnTo>
                  <a:lnTo>
                    <a:pt x="2202" y="3090"/>
                  </a:lnTo>
                  <a:lnTo>
                    <a:pt x="2318" y="2897"/>
                  </a:lnTo>
                  <a:lnTo>
                    <a:pt x="2395" y="2703"/>
                  </a:lnTo>
                  <a:lnTo>
                    <a:pt x="2434" y="2472"/>
                  </a:lnTo>
                  <a:lnTo>
                    <a:pt x="2472" y="2279"/>
                  </a:lnTo>
                  <a:lnTo>
                    <a:pt x="2434" y="2047"/>
                  </a:lnTo>
                  <a:lnTo>
                    <a:pt x="2395" y="1815"/>
                  </a:lnTo>
                  <a:lnTo>
                    <a:pt x="2318" y="1622"/>
                  </a:lnTo>
                  <a:lnTo>
                    <a:pt x="2202" y="1391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5"/>
            <p:cNvSpPr/>
            <p:nvPr/>
          </p:nvSpPr>
          <p:spPr>
            <a:xfrm>
              <a:off x="1569350" y="1258350"/>
              <a:ext cx="92700" cy="136125"/>
            </a:xfrm>
            <a:custGeom>
              <a:avLst/>
              <a:gdLst/>
              <a:ahLst/>
              <a:cxnLst/>
              <a:rect l="l" t="t" r="r" b="b"/>
              <a:pathLst>
                <a:path w="3708" h="5445" extrusionOk="0">
                  <a:moveTo>
                    <a:pt x="3399" y="0"/>
                  </a:moveTo>
                  <a:lnTo>
                    <a:pt x="3360" y="77"/>
                  </a:lnTo>
                  <a:lnTo>
                    <a:pt x="3245" y="116"/>
                  </a:lnTo>
                  <a:lnTo>
                    <a:pt x="3013" y="309"/>
                  </a:lnTo>
                  <a:lnTo>
                    <a:pt x="2781" y="541"/>
                  </a:lnTo>
                  <a:lnTo>
                    <a:pt x="2549" y="772"/>
                  </a:lnTo>
                  <a:lnTo>
                    <a:pt x="2356" y="1004"/>
                  </a:lnTo>
                  <a:lnTo>
                    <a:pt x="2047" y="1236"/>
                  </a:lnTo>
                  <a:lnTo>
                    <a:pt x="1777" y="1467"/>
                  </a:lnTo>
                  <a:lnTo>
                    <a:pt x="1159" y="1815"/>
                  </a:lnTo>
                  <a:lnTo>
                    <a:pt x="1082" y="1892"/>
                  </a:lnTo>
                  <a:lnTo>
                    <a:pt x="1082" y="1969"/>
                  </a:lnTo>
                  <a:lnTo>
                    <a:pt x="1082" y="2008"/>
                  </a:lnTo>
                  <a:lnTo>
                    <a:pt x="1121" y="2085"/>
                  </a:lnTo>
                  <a:lnTo>
                    <a:pt x="1005" y="2085"/>
                  </a:lnTo>
                  <a:lnTo>
                    <a:pt x="889" y="2124"/>
                  </a:lnTo>
                  <a:lnTo>
                    <a:pt x="850" y="2201"/>
                  </a:lnTo>
                  <a:lnTo>
                    <a:pt x="812" y="2278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510"/>
                  </a:lnTo>
                  <a:lnTo>
                    <a:pt x="966" y="2549"/>
                  </a:lnTo>
                  <a:lnTo>
                    <a:pt x="1198" y="2626"/>
                  </a:lnTo>
                  <a:lnTo>
                    <a:pt x="1430" y="2703"/>
                  </a:lnTo>
                  <a:lnTo>
                    <a:pt x="1623" y="2858"/>
                  </a:lnTo>
                  <a:lnTo>
                    <a:pt x="1816" y="3012"/>
                  </a:lnTo>
                  <a:lnTo>
                    <a:pt x="1970" y="3205"/>
                  </a:lnTo>
                  <a:lnTo>
                    <a:pt x="2086" y="3398"/>
                  </a:lnTo>
                  <a:lnTo>
                    <a:pt x="2125" y="3630"/>
                  </a:lnTo>
                  <a:lnTo>
                    <a:pt x="2125" y="3900"/>
                  </a:lnTo>
                  <a:lnTo>
                    <a:pt x="2086" y="4132"/>
                  </a:lnTo>
                  <a:lnTo>
                    <a:pt x="2009" y="4364"/>
                  </a:lnTo>
                  <a:lnTo>
                    <a:pt x="1893" y="4557"/>
                  </a:lnTo>
                  <a:lnTo>
                    <a:pt x="1739" y="4711"/>
                  </a:lnTo>
                  <a:lnTo>
                    <a:pt x="1545" y="4866"/>
                  </a:lnTo>
                  <a:lnTo>
                    <a:pt x="1314" y="4943"/>
                  </a:lnTo>
                  <a:lnTo>
                    <a:pt x="1198" y="4981"/>
                  </a:lnTo>
                  <a:lnTo>
                    <a:pt x="1082" y="4981"/>
                  </a:lnTo>
                  <a:lnTo>
                    <a:pt x="889" y="4904"/>
                  </a:lnTo>
                  <a:lnTo>
                    <a:pt x="773" y="4788"/>
                  </a:lnTo>
                  <a:lnTo>
                    <a:pt x="696" y="4634"/>
                  </a:lnTo>
                  <a:lnTo>
                    <a:pt x="696" y="4441"/>
                  </a:lnTo>
                  <a:lnTo>
                    <a:pt x="735" y="4286"/>
                  </a:lnTo>
                  <a:lnTo>
                    <a:pt x="812" y="4209"/>
                  </a:lnTo>
                  <a:lnTo>
                    <a:pt x="889" y="4171"/>
                  </a:lnTo>
                  <a:lnTo>
                    <a:pt x="966" y="4132"/>
                  </a:lnTo>
                  <a:lnTo>
                    <a:pt x="1121" y="4093"/>
                  </a:lnTo>
                  <a:lnTo>
                    <a:pt x="1237" y="4055"/>
                  </a:lnTo>
                  <a:lnTo>
                    <a:pt x="1314" y="3939"/>
                  </a:lnTo>
                  <a:lnTo>
                    <a:pt x="1314" y="3784"/>
                  </a:lnTo>
                  <a:lnTo>
                    <a:pt x="1275" y="3746"/>
                  </a:lnTo>
                  <a:lnTo>
                    <a:pt x="1237" y="3669"/>
                  </a:lnTo>
                  <a:lnTo>
                    <a:pt x="117" y="2935"/>
                  </a:lnTo>
                  <a:lnTo>
                    <a:pt x="1" y="3282"/>
                  </a:lnTo>
                  <a:lnTo>
                    <a:pt x="657" y="3784"/>
                  </a:lnTo>
                  <a:lnTo>
                    <a:pt x="503" y="3900"/>
                  </a:lnTo>
                  <a:lnTo>
                    <a:pt x="387" y="3977"/>
                  </a:lnTo>
                  <a:lnTo>
                    <a:pt x="310" y="4132"/>
                  </a:lnTo>
                  <a:lnTo>
                    <a:pt x="233" y="4248"/>
                  </a:lnTo>
                  <a:lnTo>
                    <a:pt x="194" y="4402"/>
                  </a:lnTo>
                  <a:lnTo>
                    <a:pt x="194" y="4557"/>
                  </a:lnTo>
                  <a:lnTo>
                    <a:pt x="194" y="4711"/>
                  </a:lnTo>
                  <a:lnTo>
                    <a:pt x="271" y="4904"/>
                  </a:lnTo>
                  <a:lnTo>
                    <a:pt x="387" y="5097"/>
                  </a:lnTo>
                  <a:lnTo>
                    <a:pt x="542" y="5252"/>
                  </a:lnTo>
                  <a:lnTo>
                    <a:pt x="735" y="5368"/>
                  </a:lnTo>
                  <a:lnTo>
                    <a:pt x="966" y="5445"/>
                  </a:lnTo>
                  <a:lnTo>
                    <a:pt x="1198" y="5445"/>
                  </a:lnTo>
                  <a:lnTo>
                    <a:pt x="1430" y="5406"/>
                  </a:lnTo>
                  <a:lnTo>
                    <a:pt x="1623" y="5329"/>
                  </a:lnTo>
                  <a:lnTo>
                    <a:pt x="1854" y="5213"/>
                  </a:lnTo>
                  <a:lnTo>
                    <a:pt x="2086" y="5059"/>
                  </a:lnTo>
                  <a:lnTo>
                    <a:pt x="2241" y="4866"/>
                  </a:lnTo>
                  <a:lnTo>
                    <a:pt x="2395" y="4673"/>
                  </a:lnTo>
                  <a:lnTo>
                    <a:pt x="2511" y="4441"/>
                  </a:lnTo>
                  <a:lnTo>
                    <a:pt x="2588" y="4209"/>
                  </a:lnTo>
                  <a:lnTo>
                    <a:pt x="2588" y="3977"/>
                  </a:lnTo>
                  <a:lnTo>
                    <a:pt x="2588" y="3746"/>
                  </a:lnTo>
                  <a:lnTo>
                    <a:pt x="2549" y="3514"/>
                  </a:lnTo>
                  <a:lnTo>
                    <a:pt x="2472" y="3282"/>
                  </a:lnTo>
                  <a:lnTo>
                    <a:pt x="2395" y="3089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510"/>
                  </a:lnTo>
                  <a:lnTo>
                    <a:pt x="1739" y="2356"/>
                  </a:lnTo>
                  <a:lnTo>
                    <a:pt x="1507" y="2240"/>
                  </a:lnTo>
                  <a:lnTo>
                    <a:pt x="1275" y="2124"/>
                  </a:lnTo>
                  <a:lnTo>
                    <a:pt x="1623" y="2008"/>
                  </a:lnTo>
                  <a:lnTo>
                    <a:pt x="1932" y="1815"/>
                  </a:lnTo>
                  <a:lnTo>
                    <a:pt x="2279" y="1661"/>
                  </a:lnTo>
                  <a:lnTo>
                    <a:pt x="2549" y="1429"/>
                  </a:lnTo>
                  <a:lnTo>
                    <a:pt x="2820" y="1197"/>
                  </a:lnTo>
                  <a:lnTo>
                    <a:pt x="3129" y="966"/>
                  </a:lnTo>
                  <a:lnTo>
                    <a:pt x="3360" y="695"/>
                  </a:lnTo>
                  <a:lnTo>
                    <a:pt x="3438" y="541"/>
                  </a:lnTo>
                  <a:lnTo>
                    <a:pt x="3515" y="386"/>
                  </a:lnTo>
                  <a:lnTo>
                    <a:pt x="3708" y="116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5"/>
            <p:cNvSpPr/>
            <p:nvPr/>
          </p:nvSpPr>
          <p:spPr>
            <a:xfrm>
              <a:off x="1261400" y="125255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1" y="194"/>
                  </a:lnTo>
                  <a:lnTo>
                    <a:pt x="503" y="927"/>
                  </a:lnTo>
                  <a:lnTo>
                    <a:pt x="1043" y="1622"/>
                  </a:lnTo>
                  <a:lnTo>
                    <a:pt x="1700" y="2240"/>
                  </a:lnTo>
                  <a:lnTo>
                    <a:pt x="2356" y="2858"/>
                  </a:lnTo>
                  <a:lnTo>
                    <a:pt x="3090" y="3360"/>
                  </a:lnTo>
                  <a:lnTo>
                    <a:pt x="3901" y="3823"/>
                  </a:lnTo>
                  <a:lnTo>
                    <a:pt x="4673" y="4209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05"/>
                  </a:lnTo>
                  <a:lnTo>
                    <a:pt x="7685" y="4943"/>
                  </a:lnTo>
                  <a:lnTo>
                    <a:pt x="8110" y="4982"/>
                  </a:lnTo>
                  <a:lnTo>
                    <a:pt x="8535" y="4943"/>
                  </a:lnTo>
                  <a:lnTo>
                    <a:pt x="8998" y="4905"/>
                  </a:lnTo>
                  <a:lnTo>
                    <a:pt x="9423" y="4866"/>
                  </a:lnTo>
                  <a:lnTo>
                    <a:pt x="9848" y="4750"/>
                  </a:lnTo>
                  <a:lnTo>
                    <a:pt x="10272" y="4634"/>
                  </a:lnTo>
                  <a:lnTo>
                    <a:pt x="10658" y="4480"/>
                  </a:lnTo>
                  <a:lnTo>
                    <a:pt x="11083" y="4325"/>
                  </a:lnTo>
                  <a:lnTo>
                    <a:pt x="11469" y="4094"/>
                  </a:lnTo>
                  <a:lnTo>
                    <a:pt x="11856" y="3862"/>
                  </a:lnTo>
                  <a:lnTo>
                    <a:pt x="12242" y="3592"/>
                  </a:lnTo>
                  <a:lnTo>
                    <a:pt x="12319" y="3514"/>
                  </a:lnTo>
                  <a:lnTo>
                    <a:pt x="12435" y="3167"/>
                  </a:lnTo>
                  <a:lnTo>
                    <a:pt x="12280" y="3167"/>
                  </a:lnTo>
                  <a:lnTo>
                    <a:pt x="12203" y="3128"/>
                  </a:lnTo>
                  <a:lnTo>
                    <a:pt x="12126" y="3090"/>
                  </a:lnTo>
                  <a:lnTo>
                    <a:pt x="12010" y="3128"/>
                  </a:lnTo>
                  <a:lnTo>
                    <a:pt x="11933" y="3167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6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03"/>
                  </a:lnTo>
                  <a:lnTo>
                    <a:pt x="8342" y="4441"/>
                  </a:lnTo>
                  <a:lnTo>
                    <a:pt x="7492" y="4441"/>
                  </a:lnTo>
                  <a:lnTo>
                    <a:pt x="7067" y="4403"/>
                  </a:lnTo>
                  <a:lnTo>
                    <a:pt x="6643" y="4325"/>
                  </a:lnTo>
                  <a:lnTo>
                    <a:pt x="6218" y="4248"/>
                  </a:lnTo>
                  <a:lnTo>
                    <a:pt x="5793" y="4132"/>
                  </a:lnTo>
                  <a:lnTo>
                    <a:pt x="5407" y="4016"/>
                  </a:lnTo>
                  <a:lnTo>
                    <a:pt x="4596" y="3669"/>
                  </a:lnTo>
                  <a:lnTo>
                    <a:pt x="3901" y="3283"/>
                  </a:lnTo>
                  <a:lnTo>
                    <a:pt x="3206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8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5"/>
            <p:cNvSpPr/>
            <p:nvPr/>
          </p:nvSpPr>
          <p:spPr>
            <a:xfrm>
              <a:off x="1177425" y="952325"/>
              <a:ext cx="625575" cy="344650"/>
            </a:xfrm>
            <a:custGeom>
              <a:avLst/>
              <a:gdLst/>
              <a:ahLst/>
              <a:cxnLst/>
              <a:rect l="l" t="t" r="r" b="b"/>
              <a:pathLst>
                <a:path w="25023" h="13786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41" y="2008"/>
                  </a:lnTo>
                  <a:lnTo>
                    <a:pt x="23787" y="2124"/>
                  </a:lnTo>
                  <a:lnTo>
                    <a:pt x="23633" y="2201"/>
                  </a:lnTo>
                  <a:lnTo>
                    <a:pt x="23478" y="2201"/>
                  </a:lnTo>
                  <a:lnTo>
                    <a:pt x="23324" y="2163"/>
                  </a:lnTo>
                  <a:lnTo>
                    <a:pt x="23208" y="2047"/>
                  </a:lnTo>
                  <a:lnTo>
                    <a:pt x="23092" y="1931"/>
                  </a:lnTo>
                  <a:lnTo>
                    <a:pt x="23015" y="1815"/>
                  </a:lnTo>
                  <a:lnTo>
                    <a:pt x="22976" y="1622"/>
                  </a:lnTo>
                  <a:lnTo>
                    <a:pt x="22976" y="1429"/>
                  </a:lnTo>
                  <a:lnTo>
                    <a:pt x="23053" y="1236"/>
                  </a:lnTo>
                  <a:lnTo>
                    <a:pt x="23169" y="1081"/>
                  </a:lnTo>
                  <a:lnTo>
                    <a:pt x="23285" y="966"/>
                  </a:lnTo>
                  <a:close/>
                  <a:moveTo>
                    <a:pt x="24096" y="2394"/>
                  </a:moveTo>
                  <a:lnTo>
                    <a:pt x="24212" y="2742"/>
                  </a:lnTo>
                  <a:lnTo>
                    <a:pt x="24328" y="3089"/>
                  </a:lnTo>
                  <a:lnTo>
                    <a:pt x="24366" y="3437"/>
                  </a:lnTo>
                  <a:lnTo>
                    <a:pt x="24443" y="3784"/>
                  </a:lnTo>
                  <a:lnTo>
                    <a:pt x="24173" y="3707"/>
                  </a:lnTo>
                  <a:lnTo>
                    <a:pt x="23941" y="3591"/>
                  </a:lnTo>
                  <a:lnTo>
                    <a:pt x="23864" y="3514"/>
                  </a:lnTo>
                  <a:lnTo>
                    <a:pt x="23787" y="3398"/>
                  </a:lnTo>
                  <a:lnTo>
                    <a:pt x="23748" y="3283"/>
                  </a:lnTo>
                  <a:lnTo>
                    <a:pt x="23710" y="3128"/>
                  </a:lnTo>
                  <a:lnTo>
                    <a:pt x="23710" y="2896"/>
                  </a:lnTo>
                  <a:lnTo>
                    <a:pt x="23787" y="2703"/>
                  </a:lnTo>
                  <a:lnTo>
                    <a:pt x="23941" y="2549"/>
                  </a:lnTo>
                  <a:lnTo>
                    <a:pt x="24096" y="2394"/>
                  </a:lnTo>
                  <a:close/>
                  <a:moveTo>
                    <a:pt x="16180" y="4943"/>
                  </a:moveTo>
                  <a:lnTo>
                    <a:pt x="16296" y="4982"/>
                  </a:lnTo>
                  <a:lnTo>
                    <a:pt x="16412" y="5059"/>
                  </a:lnTo>
                  <a:lnTo>
                    <a:pt x="16489" y="5136"/>
                  </a:lnTo>
                  <a:lnTo>
                    <a:pt x="16566" y="5252"/>
                  </a:lnTo>
                  <a:lnTo>
                    <a:pt x="16566" y="5406"/>
                  </a:lnTo>
                  <a:lnTo>
                    <a:pt x="16296" y="5406"/>
                  </a:lnTo>
                  <a:lnTo>
                    <a:pt x="15678" y="5479"/>
                  </a:lnTo>
                  <a:lnTo>
                    <a:pt x="15678" y="5479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94" y="5136"/>
                  </a:lnTo>
                  <a:lnTo>
                    <a:pt x="15871" y="5059"/>
                  </a:lnTo>
                  <a:lnTo>
                    <a:pt x="15948" y="5020"/>
                  </a:lnTo>
                  <a:lnTo>
                    <a:pt x="16064" y="4943"/>
                  </a:lnTo>
                  <a:close/>
                  <a:moveTo>
                    <a:pt x="24443" y="4209"/>
                  </a:moveTo>
                  <a:lnTo>
                    <a:pt x="24443" y="4673"/>
                  </a:lnTo>
                  <a:lnTo>
                    <a:pt x="24366" y="5097"/>
                  </a:lnTo>
                  <a:lnTo>
                    <a:pt x="24250" y="5484"/>
                  </a:lnTo>
                  <a:lnTo>
                    <a:pt x="24057" y="5406"/>
                  </a:lnTo>
                  <a:lnTo>
                    <a:pt x="23903" y="5252"/>
                  </a:lnTo>
                  <a:lnTo>
                    <a:pt x="23826" y="5059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11"/>
                  </a:lnTo>
                  <a:lnTo>
                    <a:pt x="23903" y="4595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09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04"/>
                  </a:lnTo>
                  <a:lnTo>
                    <a:pt x="17995" y="4982"/>
                  </a:lnTo>
                  <a:lnTo>
                    <a:pt x="18111" y="5175"/>
                  </a:lnTo>
                  <a:lnTo>
                    <a:pt x="18149" y="5406"/>
                  </a:lnTo>
                  <a:lnTo>
                    <a:pt x="18072" y="5599"/>
                  </a:lnTo>
                  <a:lnTo>
                    <a:pt x="17570" y="5484"/>
                  </a:lnTo>
                  <a:lnTo>
                    <a:pt x="17029" y="5406"/>
                  </a:lnTo>
                  <a:lnTo>
                    <a:pt x="17068" y="5290"/>
                  </a:lnTo>
                  <a:lnTo>
                    <a:pt x="17107" y="5136"/>
                  </a:lnTo>
                  <a:lnTo>
                    <a:pt x="17184" y="5020"/>
                  </a:lnTo>
                  <a:lnTo>
                    <a:pt x="17300" y="4943"/>
                  </a:lnTo>
                  <a:lnTo>
                    <a:pt x="17416" y="4866"/>
                  </a:lnTo>
                  <a:lnTo>
                    <a:pt x="17531" y="4827"/>
                  </a:lnTo>
                  <a:close/>
                  <a:moveTo>
                    <a:pt x="14597" y="5290"/>
                  </a:moveTo>
                  <a:lnTo>
                    <a:pt x="14713" y="5329"/>
                  </a:lnTo>
                  <a:lnTo>
                    <a:pt x="14828" y="5368"/>
                  </a:lnTo>
                  <a:lnTo>
                    <a:pt x="14944" y="5445"/>
                  </a:lnTo>
                  <a:lnTo>
                    <a:pt x="15021" y="5522"/>
                  </a:lnTo>
                  <a:lnTo>
                    <a:pt x="15060" y="5638"/>
                  </a:lnTo>
                  <a:lnTo>
                    <a:pt x="14558" y="5870"/>
                  </a:lnTo>
                  <a:lnTo>
                    <a:pt x="14056" y="6101"/>
                  </a:lnTo>
                  <a:lnTo>
                    <a:pt x="14017" y="6024"/>
                  </a:lnTo>
                  <a:lnTo>
                    <a:pt x="14056" y="5792"/>
                  </a:lnTo>
                  <a:lnTo>
                    <a:pt x="14133" y="5599"/>
                  </a:lnTo>
                  <a:lnTo>
                    <a:pt x="14249" y="5406"/>
                  </a:lnTo>
                  <a:lnTo>
                    <a:pt x="14365" y="5368"/>
                  </a:lnTo>
                  <a:lnTo>
                    <a:pt x="14481" y="5329"/>
                  </a:lnTo>
                  <a:lnTo>
                    <a:pt x="14597" y="5290"/>
                  </a:lnTo>
                  <a:close/>
                  <a:moveTo>
                    <a:pt x="19115" y="5484"/>
                  </a:moveTo>
                  <a:lnTo>
                    <a:pt x="19192" y="5522"/>
                  </a:lnTo>
                  <a:lnTo>
                    <a:pt x="19308" y="5638"/>
                  </a:lnTo>
                  <a:lnTo>
                    <a:pt x="19385" y="5792"/>
                  </a:lnTo>
                  <a:lnTo>
                    <a:pt x="19385" y="5986"/>
                  </a:lnTo>
                  <a:lnTo>
                    <a:pt x="19346" y="6140"/>
                  </a:lnTo>
                  <a:lnTo>
                    <a:pt x="18613" y="5792"/>
                  </a:lnTo>
                  <a:lnTo>
                    <a:pt x="18651" y="5715"/>
                  </a:lnTo>
                  <a:lnTo>
                    <a:pt x="18690" y="5638"/>
                  </a:lnTo>
                  <a:lnTo>
                    <a:pt x="18844" y="5522"/>
                  </a:lnTo>
                  <a:lnTo>
                    <a:pt x="18999" y="5484"/>
                  </a:lnTo>
                  <a:close/>
                  <a:moveTo>
                    <a:pt x="20350" y="6063"/>
                  </a:moveTo>
                  <a:lnTo>
                    <a:pt x="20466" y="6101"/>
                  </a:lnTo>
                  <a:lnTo>
                    <a:pt x="20543" y="6179"/>
                  </a:lnTo>
                  <a:lnTo>
                    <a:pt x="20698" y="6333"/>
                  </a:lnTo>
                  <a:lnTo>
                    <a:pt x="20775" y="6526"/>
                  </a:lnTo>
                  <a:lnTo>
                    <a:pt x="20852" y="6719"/>
                  </a:lnTo>
                  <a:lnTo>
                    <a:pt x="20891" y="6912"/>
                  </a:lnTo>
                  <a:lnTo>
                    <a:pt x="20891" y="6912"/>
                  </a:lnTo>
                  <a:lnTo>
                    <a:pt x="20466" y="6719"/>
                  </a:lnTo>
                  <a:lnTo>
                    <a:pt x="20080" y="6526"/>
                  </a:lnTo>
                  <a:lnTo>
                    <a:pt x="19810" y="6372"/>
                  </a:lnTo>
                  <a:lnTo>
                    <a:pt x="19848" y="6256"/>
                  </a:lnTo>
                  <a:lnTo>
                    <a:pt x="19887" y="6179"/>
                  </a:lnTo>
                  <a:lnTo>
                    <a:pt x="20003" y="6101"/>
                  </a:lnTo>
                  <a:lnTo>
                    <a:pt x="20080" y="6063"/>
                  </a:lnTo>
                  <a:close/>
                  <a:moveTo>
                    <a:pt x="23748" y="5870"/>
                  </a:moveTo>
                  <a:lnTo>
                    <a:pt x="23941" y="5947"/>
                  </a:lnTo>
                  <a:lnTo>
                    <a:pt x="24019" y="5986"/>
                  </a:lnTo>
                  <a:lnTo>
                    <a:pt x="24096" y="5986"/>
                  </a:lnTo>
                  <a:lnTo>
                    <a:pt x="23941" y="6294"/>
                  </a:lnTo>
                  <a:lnTo>
                    <a:pt x="23748" y="6526"/>
                  </a:lnTo>
                  <a:lnTo>
                    <a:pt x="23517" y="6758"/>
                  </a:lnTo>
                  <a:lnTo>
                    <a:pt x="23246" y="6951"/>
                  </a:lnTo>
                  <a:lnTo>
                    <a:pt x="23208" y="6912"/>
                  </a:lnTo>
                  <a:lnTo>
                    <a:pt x="23092" y="6719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3" y="6179"/>
                  </a:lnTo>
                  <a:lnTo>
                    <a:pt x="23131" y="6063"/>
                  </a:lnTo>
                  <a:lnTo>
                    <a:pt x="23208" y="5986"/>
                  </a:lnTo>
                  <a:lnTo>
                    <a:pt x="23285" y="5908"/>
                  </a:lnTo>
                  <a:lnTo>
                    <a:pt x="23517" y="5870"/>
                  </a:lnTo>
                  <a:close/>
                  <a:moveTo>
                    <a:pt x="13245" y="6101"/>
                  </a:moveTo>
                  <a:lnTo>
                    <a:pt x="13477" y="6140"/>
                  </a:lnTo>
                  <a:lnTo>
                    <a:pt x="13593" y="6217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067"/>
                  </a:lnTo>
                  <a:lnTo>
                    <a:pt x="12705" y="7028"/>
                  </a:lnTo>
                  <a:lnTo>
                    <a:pt x="12666" y="6912"/>
                  </a:lnTo>
                  <a:lnTo>
                    <a:pt x="12627" y="6796"/>
                  </a:lnTo>
                  <a:lnTo>
                    <a:pt x="12627" y="6642"/>
                  </a:lnTo>
                  <a:lnTo>
                    <a:pt x="12666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98" y="6179"/>
                  </a:lnTo>
                  <a:lnTo>
                    <a:pt x="13013" y="6140"/>
                  </a:lnTo>
                  <a:lnTo>
                    <a:pt x="13129" y="6101"/>
                  </a:lnTo>
                  <a:close/>
                  <a:moveTo>
                    <a:pt x="22165" y="6565"/>
                  </a:moveTo>
                  <a:lnTo>
                    <a:pt x="22281" y="6603"/>
                  </a:lnTo>
                  <a:lnTo>
                    <a:pt x="22474" y="6681"/>
                  </a:lnTo>
                  <a:lnTo>
                    <a:pt x="22629" y="6835"/>
                  </a:lnTo>
                  <a:lnTo>
                    <a:pt x="22783" y="7028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5"/>
                  </a:lnTo>
                  <a:lnTo>
                    <a:pt x="22937" y="7105"/>
                  </a:lnTo>
                  <a:lnTo>
                    <a:pt x="22551" y="7221"/>
                  </a:lnTo>
                  <a:lnTo>
                    <a:pt x="22165" y="7221"/>
                  </a:lnTo>
                  <a:lnTo>
                    <a:pt x="21779" y="7183"/>
                  </a:lnTo>
                  <a:lnTo>
                    <a:pt x="21393" y="7105"/>
                  </a:lnTo>
                  <a:lnTo>
                    <a:pt x="21509" y="6912"/>
                  </a:lnTo>
                  <a:lnTo>
                    <a:pt x="21625" y="6719"/>
                  </a:lnTo>
                  <a:lnTo>
                    <a:pt x="21818" y="6603"/>
                  </a:lnTo>
                  <a:lnTo>
                    <a:pt x="22049" y="6565"/>
                  </a:lnTo>
                  <a:close/>
                  <a:moveTo>
                    <a:pt x="12280" y="7376"/>
                  </a:moveTo>
                  <a:lnTo>
                    <a:pt x="12473" y="7414"/>
                  </a:lnTo>
                  <a:lnTo>
                    <a:pt x="12125" y="7955"/>
                  </a:lnTo>
                  <a:lnTo>
                    <a:pt x="11816" y="8534"/>
                  </a:lnTo>
                  <a:lnTo>
                    <a:pt x="11701" y="8341"/>
                  </a:lnTo>
                  <a:lnTo>
                    <a:pt x="11662" y="8071"/>
                  </a:lnTo>
                  <a:lnTo>
                    <a:pt x="11662" y="7955"/>
                  </a:lnTo>
                  <a:lnTo>
                    <a:pt x="11701" y="7800"/>
                  </a:lnTo>
                  <a:lnTo>
                    <a:pt x="11739" y="7685"/>
                  </a:lnTo>
                  <a:lnTo>
                    <a:pt x="11816" y="7607"/>
                  </a:lnTo>
                  <a:lnTo>
                    <a:pt x="11932" y="7492"/>
                  </a:lnTo>
                  <a:lnTo>
                    <a:pt x="12048" y="7453"/>
                  </a:lnTo>
                  <a:lnTo>
                    <a:pt x="12164" y="7414"/>
                  </a:lnTo>
                  <a:lnTo>
                    <a:pt x="12280" y="7376"/>
                  </a:lnTo>
                  <a:close/>
                  <a:moveTo>
                    <a:pt x="2240" y="9345"/>
                  </a:moveTo>
                  <a:lnTo>
                    <a:pt x="2394" y="9384"/>
                  </a:lnTo>
                  <a:lnTo>
                    <a:pt x="2472" y="9461"/>
                  </a:lnTo>
                  <a:lnTo>
                    <a:pt x="2549" y="9538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9963"/>
                  </a:lnTo>
                  <a:lnTo>
                    <a:pt x="2124" y="9886"/>
                  </a:lnTo>
                  <a:lnTo>
                    <a:pt x="1661" y="9847"/>
                  </a:lnTo>
                  <a:lnTo>
                    <a:pt x="1699" y="9731"/>
                  </a:lnTo>
                  <a:lnTo>
                    <a:pt x="1738" y="9615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lnTo>
                    <a:pt x="2124" y="9345"/>
                  </a:lnTo>
                  <a:close/>
                  <a:moveTo>
                    <a:pt x="11662" y="8997"/>
                  </a:moveTo>
                  <a:lnTo>
                    <a:pt x="11469" y="9499"/>
                  </a:lnTo>
                  <a:lnTo>
                    <a:pt x="11353" y="10001"/>
                  </a:lnTo>
                  <a:lnTo>
                    <a:pt x="11276" y="10272"/>
                  </a:lnTo>
                  <a:lnTo>
                    <a:pt x="11237" y="10233"/>
                  </a:lnTo>
                  <a:lnTo>
                    <a:pt x="11083" y="10040"/>
                  </a:lnTo>
                  <a:lnTo>
                    <a:pt x="10967" y="9808"/>
                  </a:lnTo>
                  <a:lnTo>
                    <a:pt x="10928" y="9693"/>
                  </a:lnTo>
                  <a:lnTo>
                    <a:pt x="10928" y="9538"/>
                  </a:lnTo>
                  <a:lnTo>
                    <a:pt x="10967" y="9422"/>
                  </a:lnTo>
                  <a:lnTo>
                    <a:pt x="11006" y="9306"/>
                  </a:lnTo>
                  <a:lnTo>
                    <a:pt x="11121" y="9152"/>
                  </a:lnTo>
                  <a:lnTo>
                    <a:pt x="11276" y="9036"/>
                  </a:lnTo>
                  <a:lnTo>
                    <a:pt x="11469" y="8997"/>
                  </a:lnTo>
                  <a:close/>
                  <a:moveTo>
                    <a:pt x="3785" y="9731"/>
                  </a:moveTo>
                  <a:lnTo>
                    <a:pt x="3900" y="9770"/>
                  </a:lnTo>
                  <a:lnTo>
                    <a:pt x="4016" y="9886"/>
                  </a:lnTo>
                  <a:lnTo>
                    <a:pt x="4093" y="10001"/>
                  </a:lnTo>
                  <a:lnTo>
                    <a:pt x="4171" y="10117"/>
                  </a:lnTo>
                  <a:lnTo>
                    <a:pt x="4171" y="10233"/>
                  </a:lnTo>
                  <a:lnTo>
                    <a:pt x="4171" y="10388"/>
                  </a:lnTo>
                  <a:lnTo>
                    <a:pt x="4132" y="10503"/>
                  </a:lnTo>
                  <a:lnTo>
                    <a:pt x="4055" y="10619"/>
                  </a:lnTo>
                  <a:lnTo>
                    <a:pt x="3900" y="10542"/>
                  </a:lnTo>
                  <a:lnTo>
                    <a:pt x="3514" y="10310"/>
                  </a:lnTo>
                  <a:lnTo>
                    <a:pt x="3089" y="10117"/>
                  </a:lnTo>
                  <a:lnTo>
                    <a:pt x="3167" y="10001"/>
                  </a:lnTo>
                  <a:lnTo>
                    <a:pt x="3244" y="9886"/>
                  </a:lnTo>
                  <a:lnTo>
                    <a:pt x="3360" y="9808"/>
                  </a:lnTo>
                  <a:lnTo>
                    <a:pt x="3514" y="9770"/>
                  </a:lnTo>
                  <a:lnTo>
                    <a:pt x="3630" y="9731"/>
                  </a:lnTo>
                  <a:close/>
                  <a:moveTo>
                    <a:pt x="4827" y="10619"/>
                  </a:moveTo>
                  <a:lnTo>
                    <a:pt x="4943" y="10658"/>
                  </a:lnTo>
                  <a:lnTo>
                    <a:pt x="5020" y="10697"/>
                  </a:lnTo>
                  <a:lnTo>
                    <a:pt x="5097" y="10774"/>
                  </a:lnTo>
                  <a:lnTo>
                    <a:pt x="5136" y="10851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97" y="11430"/>
                  </a:lnTo>
                  <a:lnTo>
                    <a:pt x="4402" y="10890"/>
                  </a:lnTo>
                  <a:lnTo>
                    <a:pt x="4441" y="10812"/>
                  </a:lnTo>
                  <a:lnTo>
                    <a:pt x="4518" y="10735"/>
                  </a:lnTo>
                  <a:lnTo>
                    <a:pt x="4673" y="10658"/>
                  </a:lnTo>
                  <a:lnTo>
                    <a:pt x="4827" y="10619"/>
                  </a:lnTo>
                  <a:close/>
                  <a:moveTo>
                    <a:pt x="11160" y="10619"/>
                  </a:moveTo>
                  <a:lnTo>
                    <a:pt x="10967" y="11199"/>
                  </a:lnTo>
                  <a:lnTo>
                    <a:pt x="10735" y="11739"/>
                  </a:lnTo>
                  <a:lnTo>
                    <a:pt x="10697" y="11662"/>
                  </a:lnTo>
                  <a:lnTo>
                    <a:pt x="10504" y="11507"/>
                  </a:lnTo>
                  <a:lnTo>
                    <a:pt x="10426" y="11314"/>
                  </a:lnTo>
                  <a:lnTo>
                    <a:pt x="10388" y="11121"/>
                  </a:lnTo>
                  <a:lnTo>
                    <a:pt x="10465" y="10928"/>
                  </a:lnTo>
                  <a:lnTo>
                    <a:pt x="10581" y="10774"/>
                  </a:lnTo>
                  <a:lnTo>
                    <a:pt x="10735" y="10658"/>
                  </a:lnTo>
                  <a:lnTo>
                    <a:pt x="10928" y="10619"/>
                  </a:lnTo>
                  <a:close/>
                  <a:moveTo>
                    <a:pt x="5754" y="11430"/>
                  </a:moveTo>
                  <a:lnTo>
                    <a:pt x="5986" y="11469"/>
                  </a:lnTo>
                  <a:lnTo>
                    <a:pt x="6063" y="11507"/>
                  </a:lnTo>
                  <a:lnTo>
                    <a:pt x="6179" y="11546"/>
                  </a:lnTo>
                  <a:lnTo>
                    <a:pt x="6256" y="11662"/>
                  </a:lnTo>
                  <a:lnTo>
                    <a:pt x="6333" y="11739"/>
                  </a:lnTo>
                  <a:lnTo>
                    <a:pt x="6410" y="11971"/>
                  </a:lnTo>
                  <a:lnTo>
                    <a:pt x="6410" y="12203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1"/>
                  </a:lnTo>
                  <a:lnTo>
                    <a:pt x="5484" y="11585"/>
                  </a:lnTo>
                  <a:lnTo>
                    <a:pt x="5561" y="11507"/>
                  </a:lnTo>
                  <a:lnTo>
                    <a:pt x="5638" y="11469"/>
                  </a:lnTo>
                  <a:lnTo>
                    <a:pt x="5754" y="11430"/>
                  </a:lnTo>
                  <a:close/>
                  <a:moveTo>
                    <a:pt x="10542" y="12009"/>
                  </a:moveTo>
                  <a:lnTo>
                    <a:pt x="10388" y="12280"/>
                  </a:lnTo>
                  <a:lnTo>
                    <a:pt x="10195" y="12511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27"/>
                  </a:lnTo>
                  <a:lnTo>
                    <a:pt x="9654" y="12473"/>
                  </a:lnTo>
                  <a:lnTo>
                    <a:pt x="9693" y="12318"/>
                  </a:lnTo>
                  <a:lnTo>
                    <a:pt x="9808" y="12203"/>
                  </a:lnTo>
                  <a:lnTo>
                    <a:pt x="9963" y="12125"/>
                  </a:lnTo>
                  <a:lnTo>
                    <a:pt x="10156" y="12087"/>
                  </a:lnTo>
                  <a:lnTo>
                    <a:pt x="10542" y="12009"/>
                  </a:lnTo>
                  <a:close/>
                  <a:moveTo>
                    <a:pt x="7376" y="12473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0"/>
                  </a:lnTo>
                  <a:lnTo>
                    <a:pt x="7878" y="13013"/>
                  </a:lnTo>
                  <a:lnTo>
                    <a:pt x="7878" y="13168"/>
                  </a:lnTo>
                  <a:lnTo>
                    <a:pt x="7337" y="12975"/>
                  </a:lnTo>
                  <a:lnTo>
                    <a:pt x="6835" y="12743"/>
                  </a:lnTo>
                  <a:lnTo>
                    <a:pt x="6990" y="12589"/>
                  </a:lnTo>
                  <a:lnTo>
                    <a:pt x="7183" y="12511"/>
                  </a:lnTo>
                  <a:lnTo>
                    <a:pt x="7376" y="12473"/>
                  </a:lnTo>
                  <a:close/>
                  <a:moveTo>
                    <a:pt x="8959" y="12627"/>
                  </a:moveTo>
                  <a:lnTo>
                    <a:pt x="9113" y="12743"/>
                  </a:lnTo>
                  <a:lnTo>
                    <a:pt x="9229" y="12936"/>
                  </a:lnTo>
                  <a:lnTo>
                    <a:pt x="9268" y="13091"/>
                  </a:lnTo>
                  <a:lnTo>
                    <a:pt x="9268" y="13207"/>
                  </a:lnTo>
                  <a:lnTo>
                    <a:pt x="9036" y="13245"/>
                  </a:lnTo>
                  <a:lnTo>
                    <a:pt x="8804" y="13284"/>
                  </a:lnTo>
                  <a:lnTo>
                    <a:pt x="8302" y="13284"/>
                  </a:lnTo>
                  <a:lnTo>
                    <a:pt x="8341" y="13207"/>
                  </a:lnTo>
                  <a:lnTo>
                    <a:pt x="8341" y="13013"/>
                  </a:lnTo>
                  <a:lnTo>
                    <a:pt x="8418" y="12820"/>
                  </a:lnTo>
                  <a:lnTo>
                    <a:pt x="8573" y="12666"/>
                  </a:lnTo>
                  <a:lnTo>
                    <a:pt x="8650" y="12627"/>
                  </a:lnTo>
                  <a:close/>
                  <a:moveTo>
                    <a:pt x="22899" y="0"/>
                  </a:moveTo>
                  <a:lnTo>
                    <a:pt x="22822" y="77"/>
                  </a:lnTo>
                  <a:lnTo>
                    <a:pt x="22783" y="116"/>
                  </a:lnTo>
                  <a:lnTo>
                    <a:pt x="22744" y="232"/>
                  </a:lnTo>
                  <a:lnTo>
                    <a:pt x="22744" y="309"/>
                  </a:lnTo>
                  <a:lnTo>
                    <a:pt x="22822" y="386"/>
                  </a:lnTo>
                  <a:lnTo>
                    <a:pt x="22860" y="425"/>
                  </a:lnTo>
                  <a:lnTo>
                    <a:pt x="23015" y="618"/>
                  </a:lnTo>
                  <a:lnTo>
                    <a:pt x="22899" y="773"/>
                  </a:lnTo>
                  <a:lnTo>
                    <a:pt x="22783" y="927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629" y="1506"/>
                  </a:lnTo>
                  <a:lnTo>
                    <a:pt x="22629" y="1699"/>
                  </a:lnTo>
                  <a:lnTo>
                    <a:pt x="22629" y="1854"/>
                  </a:lnTo>
                  <a:lnTo>
                    <a:pt x="22706" y="2047"/>
                  </a:lnTo>
                  <a:lnTo>
                    <a:pt x="22860" y="2240"/>
                  </a:lnTo>
                  <a:lnTo>
                    <a:pt x="23053" y="2394"/>
                  </a:lnTo>
                  <a:lnTo>
                    <a:pt x="23285" y="2472"/>
                  </a:lnTo>
                  <a:lnTo>
                    <a:pt x="23517" y="2510"/>
                  </a:lnTo>
                  <a:lnTo>
                    <a:pt x="23401" y="2703"/>
                  </a:lnTo>
                  <a:lnTo>
                    <a:pt x="23362" y="2896"/>
                  </a:lnTo>
                  <a:lnTo>
                    <a:pt x="23324" y="3089"/>
                  </a:lnTo>
                  <a:lnTo>
                    <a:pt x="23362" y="3244"/>
                  </a:lnTo>
                  <a:lnTo>
                    <a:pt x="23439" y="3476"/>
                  </a:lnTo>
                  <a:lnTo>
                    <a:pt x="23594" y="3707"/>
                  </a:lnTo>
                  <a:lnTo>
                    <a:pt x="23748" y="3862"/>
                  </a:lnTo>
                  <a:lnTo>
                    <a:pt x="23980" y="3978"/>
                  </a:lnTo>
                  <a:lnTo>
                    <a:pt x="23748" y="4209"/>
                  </a:lnTo>
                  <a:lnTo>
                    <a:pt x="23555" y="4441"/>
                  </a:lnTo>
                  <a:lnTo>
                    <a:pt x="23478" y="4750"/>
                  </a:lnTo>
                  <a:lnTo>
                    <a:pt x="23439" y="4866"/>
                  </a:lnTo>
                  <a:lnTo>
                    <a:pt x="23439" y="5020"/>
                  </a:lnTo>
                  <a:lnTo>
                    <a:pt x="23517" y="5252"/>
                  </a:lnTo>
                  <a:lnTo>
                    <a:pt x="23633" y="5484"/>
                  </a:lnTo>
                  <a:lnTo>
                    <a:pt x="23401" y="5484"/>
                  </a:lnTo>
                  <a:lnTo>
                    <a:pt x="23169" y="5561"/>
                  </a:lnTo>
                  <a:lnTo>
                    <a:pt x="22976" y="5677"/>
                  </a:lnTo>
                  <a:lnTo>
                    <a:pt x="22822" y="5870"/>
                  </a:lnTo>
                  <a:lnTo>
                    <a:pt x="22706" y="6101"/>
                  </a:lnTo>
                  <a:lnTo>
                    <a:pt x="22629" y="6333"/>
                  </a:lnTo>
                  <a:lnTo>
                    <a:pt x="22474" y="6256"/>
                  </a:lnTo>
                  <a:lnTo>
                    <a:pt x="22320" y="6217"/>
                  </a:lnTo>
                  <a:lnTo>
                    <a:pt x="22165" y="6179"/>
                  </a:lnTo>
                  <a:lnTo>
                    <a:pt x="21972" y="6217"/>
                  </a:lnTo>
                  <a:lnTo>
                    <a:pt x="21740" y="6256"/>
                  </a:lnTo>
                  <a:lnTo>
                    <a:pt x="21547" y="6372"/>
                  </a:lnTo>
                  <a:lnTo>
                    <a:pt x="21354" y="6565"/>
                  </a:lnTo>
                  <a:lnTo>
                    <a:pt x="21200" y="6758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5986"/>
                  </a:lnTo>
                  <a:lnTo>
                    <a:pt x="20736" y="5870"/>
                  </a:lnTo>
                  <a:lnTo>
                    <a:pt x="20582" y="5792"/>
                  </a:lnTo>
                  <a:lnTo>
                    <a:pt x="20428" y="5754"/>
                  </a:lnTo>
                  <a:lnTo>
                    <a:pt x="20080" y="5754"/>
                  </a:lnTo>
                  <a:lnTo>
                    <a:pt x="19887" y="5831"/>
                  </a:lnTo>
                  <a:lnTo>
                    <a:pt x="19771" y="5947"/>
                  </a:lnTo>
                  <a:lnTo>
                    <a:pt x="19732" y="5715"/>
                  </a:lnTo>
                  <a:lnTo>
                    <a:pt x="19617" y="5484"/>
                  </a:lnTo>
                  <a:lnTo>
                    <a:pt x="19462" y="5290"/>
                  </a:lnTo>
                  <a:lnTo>
                    <a:pt x="19385" y="5213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52"/>
                  </a:lnTo>
                  <a:lnTo>
                    <a:pt x="18497" y="5406"/>
                  </a:lnTo>
                  <a:lnTo>
                    <a:pt x="18458" y="5252"/>
                  </a:lnTo>
                  <a:lnTo>
                    <a:pt x="18458" y="5097"/>
                  </a:lnTo>
                  <a:lnTo>
                    <a:pt x="18381" y="4982"/>
                  </a:lnTo>
                  <a:lnTo>
                    <a:pt x="18304" y="4827"/>
                  </a:lnTo>
                  <a:lnTo>
                    <a:pt x="18188" y="4750"/>
                  </a:lnTo>
                  <a:lnTo>
                    <a:pt x="18072" y="4634"/>
                  </a:lnTo>
                  <a:lnTo>
                    <a:pt x="17956" y="4557"/>
                  </a:lnTo>
                  <a:lnTo>
                    <a:pt x="17802" y="4518"/>
                  </a:lnTo>
                  <a:lnTo>
                    <a:pt x="17531" y="4518"/>
                  </a:lnTo>
                  <a:lnTo>
                    <a:pt x="17377" y="4557"/>
                  </a:lnTo>
                  <a:lnTo>
                    <a:pt x="17261" y="4634"/>
                  </a:lnTo>
                  <a:lnTo>
                    <a:pt x="17145" y="4711"/>
                  </a:lnTo>
                  <a:lnTo>
                    <a:pt x="17029" y="4827"/>
                  </a:lnTo>
                  <a:lnTo>
                    <a:pt x="16875" y="5059"/>
                  </a:lnTo>
                  <a:lnTo>
                    <a:pt x="16759" y="4904"/>
                  </a:lnTo>
                  <a:lnTo>
                    <a:pt x="16605" y="4788"/>
                  </a:lnTo>
                  <a:lnTo>
                    <a:pt x="16450" y="4673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27"/>
                  </a:lnTo>
                  <a:lnTo>
                    <a:pt x="15523" y="4982"/>
                  </a:lnTo>
                  <a:lnTo>
                    <a:pt x="15446" y="5136"/>
                  </a:lnTo>
                  <a:lnTo>
                    <a:pt x="15408" y="5290"/>
                  </a:lnTo>
                  <a:lnTo>
                    <a:pt x="15408" y="5484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29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2"/>
                  </a:lnTo>
                  <a:lnTo>
                    <a:pt x="14635" y="4943"/>
                  </a:lnTo>
                  <a:lnTo>
                    <a:pt x="14442" y="4943"/>
                  </a:lnTo>
                  <a:lnTo>
                    <a:pt x="14288" y="5020"/>
                  </a:lnTo>
                  <a:lnTo>
                    <a:pt x="14172" y="5059"/>
                  </a:lnTo>
                  <a:lnTo>
                    <a:pt x="14056" y="5175"/>
                  </a:lnTo>
                  <a:lnTo>
                    <a:pt x="13940" y="5290"/>
                  </a:lnTo>
                  <a:lnTo>
                    <a:pt x="13824" y="5522"/>
                  </a:lnTo>
                  <a:lnTo>
                    <a:pt x="13786" y="5831"/>
                  </a:lnTo>
                  <a:lnTo>
                    <a:pt x="13593" y="5715"/>
                  </a:lnTo>
                  <a:lnTo>
                    <a:pt x="13361" y="5677"/>
                  </a:lnTo>
                  <a:lnTo>
                    <a:pt x="13168" y="5677"/>
                  </a:lnTo>
                  <a:lnTo>
                    <a:pt x="12936" y="5715"/>
                  </a:lnTo>
                  <a:lnTo>
                    <a:pt x="12743" y="5831"/>
                  </a:lnTo>
                  <a:lnTo>
                    <a:pt x="12627" y="5908"/>
                  </a:lnTo>
                  <a:lnTo>
                    <a:pt x="12511" y="6063"/>
                  </a:lnTo>
                  <a:lnTo>
                    <a:pt x="12434" y="6179"/>
                  </a:lnTo>
                  <a:lnTo>
                    <a:pt x="12357" y="6333"/>
                  </a:lnTo>
                  <a:lnTo>
                    <a:pt x="12357" y="6488"/>
                  </a:lnTo>
                  <a:lnTo>
                    <a:pt x="12357" y="6681"/>
                  </a:lnTo>
                  <a:lnTo>
                    <a:pt x="12357" y="6835"/>
                  </a:lnTo>
                  <a:lnTo>
                    <a:pt x="12434" y="6990"/>
                  </a:lnTo>
                  <a:lnTo>
                    <a:pt x="12164" y="6990"/>
                  </a:lnTo>
                  <a:lnTo>
                    <a:pt x="11894" y="7105"/>
                  </a:lnTo>
                  <a:lnTo>
                    <a:pt x="11662" y="7221"/>
                  </a:lnTo>
                  <a:lnTo>
                    <a:pt x="11507" y="7376"/>
                  </a:lnTo>
                  <a:lnTo>
                    <a:pt x="11430" y="7530"/>
                  </a:lnTo>
                  <a:lnTo>
                    <a:pt x="11353" y="7685"/>
                  </a:lnTo>
                  <a:lnTo>
                    <a:pt x="11314" y="7839"/>
                  </a:lnTo>
                  <a:lnTo>
                    <a:pt x="11314" y="7994"/>
                  </a:lnTo>
                  <a:lnTo>
                    <a:pt x="11314" y="8148"/>
                  </a:lnTo>
                  <a:lnTo>
                    <a:pt x="11353" y="8302"/>
                  </a:lnTo>
                  <a:lnTo>
                    <a:pt x="11392" y="8418"/>
                  </a:lnTo>
                  <a:lnTo>
                    <a:pt x="11507" y="8573"/>
                  </a:lnTo>
                  <a:lnTo>
                    <a:pt x="11237" y="8650"/>
                  </a:lnTo>
                  <a:lnTo>
                    <a:pt x="10967" y="8766"/>
                  </a:lnTo>
                  <a:lnTo>
                    <a:pt x="10774" y="8997"/>
                  </a:lnTo>
                  <a:lnTo>
                    <a:pt x="10658" y="9229"/>
                  </a:lnTo>
                  <a:lnTo>
                    <a:pt x="10581" y="9499"/>
                  </a:lnTo>
                  <a:lnTo>
                    <a:pt x="10619" y="9770"/>
                  </a:lnTo>
                  <a:lnTo>
                    <a:pt x="10697" y="10001"/>
                  </a:lnTo>
                  <a:lnTo>
                    <a:pt x="10851" y="10233"/>
                  </a:lnTo>
                  <a:lnTo>
                    <a:pt x="10619" y="10272"/>
                  </a:lnTo>
                  <a:lnTo>
                    <a:pt x="10426" y="10388"/>
                  </a:lnTo>
                  <a:lnTo>
                    <a:pt x="10272" y="10581"/>
                  </a:lnTo>
                  <a:lnTo>
                    <a:pt x="10117" y="10774"/>
                  </a:lnTo>
                  <a:lnTo>
                    <a:pt x="10079" y="10967"/>
                  </a:lnTo>
                  <a:lnTo>
                    <a:pt x="10040" y="11199"/>
                  </a:lnTo>
                  <a:lnTo>
                    <a:pt x="10079" y="11469"/>
                  </a:lnTo>
                  <a:lnTo>
                    <a:pt x="10195" y="11662"/>
                  </a:lnTo>
                  <a:lnTo>
                    <a:pt x="9924" y="11739"/>
                  </a:lnTo>
                  <a:lnTo>
                    <a:pt x="9693" y="11816"/>
                  </a:lnTo>
                  <a:lnTo>
                    <a:pt x="9500" y="11971"/>
                  </a:lnTo>
                  <a:lnTo>
                    <a:pt x="9422" y="12087"/>
                  </a:lnTo>
                  <a:lnTo>
                    <a:pt x="9384" y="12203"/>
                  </a:lnTo>
                  <a:lnTo>
                    <a:pt x="9345" y="12318"/>
                  </a:lnTo>
                  <a:lnTo>
                    <a:pt x="9306" y="12473"/>
                  </a:lnTo>
                  <a:lnTo>
                    <a:pt x="9191" y="12357"/>
                  </a:lnTo>
                  <a:lnTo>
                    <a:pt x="9036" y="12318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18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09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3" y="12241"/>
                  </a:lnTo>
                  <a:lnTo>
                    <a:pt x="7492" y="12164"/>
                  </a:lnTo>
                  <a:lnTo>
                    <a:pt x="7221" y="12164"/>
                  </a:lnTo>
                  <a:lnTo>
                    <a:pt x="6990" y="12241"/>
                  </a:lnTo>
                  <a:lnTo>
                    <a:pt x="6796" y="12396"/>
                  </a:lnTo>
                  <a:lnTo>
                    <a:pt x="6796" y="12048"/>
                  </a:lnTo>
                  <a:lnTo>
                    <a:pt x="6758" y="11855"/>
                  </a:lnTo>
                  <a:lnTo>
                    <a:pt x="6681" y="11701"/>
                  </a:lnTo>
                  <a:lnTo>
                    <a:pt x="6603" y="11546"/>
                  </a:lnTo>
                  <a:lnTo>
                    <a:pt x="6526" y="11392"/>
                  </a:lnTo>
                  <a:lnTo>
                    <a:pt x="6410" y="11276"/>
                  </a:lnTo>
                  <a:lnTo>
                    <a:pt x="6256" y="11199"/>
                  </a:lnTo>
                  <a:lnTo>
                    <a:pt x="6063" y="11160"/>
                  </a:lnTo>
                  <a:lnTo>
                    <a:pt x="5870" y="11121"/>
                  </a:lnTo>
                  <a:lnTo>
                    <a:pt x="5715" y="11160"/>
                  </a:lnTo>
                  <a:lnTo>
                    <a:pt x="5522" y="11199"/>
                  </a:lnTo>
                  <a:lnTo>
                    <a:pt x="5522" y="10928"/>
                  </a:lnTo>
                  <a:lnTo>
                    <a:pt x="5445" y="10697"/>
                  </a:lnTo>
                  <a:lnTo>
                    <a:pt x="5329" y="10503"/>
                  </a:lnTo>
                  <a:lnTo>
                    <a:pt x="5213" y="10426"/>
                  </a:lnTo>
                  <a:lnTo>
                    <a:pt x="5097" y="10349"/>
                  </a:lnTo>
                  <a:lnTo>
                    <a:pt x="4943" y="10310"/>
                  </a:lnTo>
                  <a:lnTo>
                    <a:pt x="4673" y="10310"/>
                  </a:lnTo>
                  <a:lnTo>
                    <a:pt x="4557" y="10349"/>
                  </a:lnTo>
                  <a:lnTo>
                    <a:pt x="4518" y="10156"/>
                  </a:lnTo>
                  <a:lnTo>
                    <a:pt x="4480" y="9924"/>
                  </a:lnTo>
                  <a:lnTo>
                    <a:pt x="4364" y="9731"/>
                  </a:lnTo>
                  <a:lnTo>
                    <a:pt x="4209" y="9577"/>
                  </a:lnTo>
                  <a:lnTo>
                    <a:pt x="4093" y="9461"/>
                  </a:lnTo>
                  <a:lnTo>
                    <a:pt x="3900" y="9422"/>
                  </a:lnTo>
                  <a:lnTo>
                    <a:pt x="3746" y="9384"/>
                  </a:lnTo>
                  <a:lnTo>
                    <a:pt x="3591" y="9422"/>
                  </a:lnTo>
                  <a:lnTo>
                    <a:pt x="3437" y="9461"/>
                  </a:lnTo>
                  <a:lnTo>
                    <a:pt x="3283" y="9538"/>
                  </a:lnTo>
                  <a:lnTo>
                    <a:pt x="3128" y="9615"/>
                  </a:lnTo>
                  <a:lnTo>
                    <a:pt x="3012" y="9731"/>
                  </a:lnTo>
                  <a:lnTo>
                    <a:pt x="2974" y="9615"/>
                  </a:lnTo>
                  <a:lnTo>
                    <a:pt x="2896" y="9422"/>
                  </a:lnTo>
                  <a:lnTo>
                    <a:pt x="2781" y="9268"/>
                  </a:lnTo>
                  <a:lnTo>
                    <a:pt x="2626" y="9113"/>
                  </a:lnTo>
                  <a:lnTo>
                    <a:pt x="2433" y="9036"/>
                  </a:lnTo>
                  <a:lnTo>
                    <a:pt x="2240" y="8997"/>
                  </a:lnTo>
                  <a:lnTo>
                    <a:pt x="2047" y="8997"/>
                  </a:lnTo>
                  <a:lnTo>
                    <a:pt x="1854" y="9075"/>
                  </a:lnTo>
                  <a:lnTo>
                    <a:pt x="1699" y="9191"/>
                  </a:lnTo>
                  <a:lnTo>
                    <a:pt x="1545" y="9345"/>
                  </a:lnTo>
                  <a:lnTo>
                    <a:pt x="1429" y="9499"/>
                  </a:lnTo>
                  <a:lnTo>
                    <a:pt x="1390" y="9693"/>
                  </a:lnTo>
                  <a:lnTo>
                    <a:pt x="1352" y="9886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272"/>
                  </a:lnTo>
                  <a:lnTo>
                    <a:pt x="386" y="10426"/>
                  </a:lnTo>
                  <a:lnTo>
                    <a:pt x="271" y="10542"/>
                  </a:lnTo>
                  <a:lnTo>
                    <a:pt x="116" y="10851"/>
                  </a:lnTo>
                  <a:lnTo>
                    <a:pt x="39" y="11199"/>
                  </a:lnTo>
                  <a:lnTo>
                    <a:pt x="0" y="11546"/>
                  </a:lnTo>
                  <a:lnTo>
                    <a:pt x="77" y="11894"/>
                  </a:lnTo>
                  <a:lnTo>
                    <a:pt x="193" y="12241"/>
                  </a:lnTo>
                  <a:lnTo>
                    <a:pt x="386" y="12511"/>
                  </a:lnTo>
                  <a:lnTo>
                    <a:pt x="618" y="12782"/>
                  </a:lnTo>
                  <a:lnTo>
                    <a:pt x="811" y="12898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124" y="13091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11"/>
                  </a:lnTo>
                  <a:lnTo>
                    <a:pt x="3360" y="12203"/>
                  </a:lnTo>
                  <a:lnTo>
                    <a:pt x="3591" y="12009"/>
                  </a:lnTo>
                  <a:lnTo>
                    <a:pt x="3553" y="11932"/>
                  </a:lnTo>
                  <a:lnTo>
                    <a:pt x="3514" y="11816"/>
                  </a:lnTo>
                  <a:lnTo>
                    <a:pt x="3437" y="11739"/>
                  </a:lnTo>
                  <a:lnTo>
                    <a:pt x="3283" y="11739"/>
                  </a:lnTo>
                  <a:lnTo>
                    <a:pt x="3244" y="11816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7" y="12434"/>
                  </a:lnTo>
                  <a:lnTo>
                    <a:pt x="2317" y="12550"/>
                  </a:lnTo>
                  <a:lnTo>
                    <a:pt x="2047" y="12666"/>
                  </a:lnTo>
                  <a:lnTo>
                    <a:pt x="1429" y="12666"/>
                  </a:lnTo>
                  <a:lnTo>
                    <a:pt x="1159" y="12550"/>
                  </a:lnTo>
                  <a:lnTo>
                    <a:pt x="966" y="12434"/>
                  </a:lnTo>
                  <a:lnTo>
                    <a:pt x="811" y="12318"/>
                  </a:lnTo>
                  <a:lnTo>
                    <a:pt x="695" y="12203"/>
                  </a:lnTo>
                  <a:lnTo>
                    <a:pt x="618" y="12048"/>
                  </a:lnTo>
                  <a:lnTo>
                    <a:pt x="541" y="11855"/>
                  </a:lnTo>
                  <a:lnTo>
                    <a:pt x="502" y="11701"/>
                  </a:lnTo>
                  <a:lnTo>
                    <a:pt x="502" y="11546"/>
                  </a:lnTo>
                  <a:lnTo>
                    <a:pt x="502" y="11353"/>
                  </a:lnTo>
                  <a:lnTo>
                    <a:pt x="541" y="11199"/>
                  </a:lnTo>
                  <a:lnTo>
                    <a:pt x="579" y="11044"/>
                  </a:lnTo>
                  <a:lnTo>
                    <a:pt x="657" y="10890"/>
                  </a:lnTo>
                  <a:lnTo>
                    <a:pt x="773" y="10735"/>
                  </a:lnTo>
                  <a:lnTo>
                    <a:pt x="927" y="10619"/>
                  </a:lnTo>
                  <a:lnTo>
                    <a:pt x="1043" y="10503"/>
                  </a:lnTo>
                  <a:lnTo>
                    <a:pt x="1236" y="10426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317" y="10349"/>
                  </a:lnTo>
                  <a:lnTo>
                    <a:pt x="2587" y="10426"/>
                  </a:lnTo>
                  <a:lnTo>
                    <a:pt x="2858" y="10503"/>
                  </a:lnTo>
                  <a:lnTo>
                    <a:pt x="3128" y="10619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6"/>
                  </a:lnTo>
                  <a:lnTo>
                    <a:pt x="5908" y="12666"/>
                  </a:lnTo>
                  <a:lnTo>
                    <a:pt x="6294" y="12936"/>
                  </a:lnTo>
                  <a:lnTo>
                    <a:pt x="6681" y="13207"/>
                  </a:lnTo>
                  <a:lnTo>
                    <a:pt x="7105" y="13400"/>
                  </a:lnTo>
                  <a:lnTo>
                    <a:pt x="7530" y="13593"/>
                  </a:lnTo>
                  <a:lnTo>
                    <a:pt x="7994" y="13708"/>
                  </a:lnTo>
                  <a:lnTo>
                    <a:pt x="8457" y="13786"/>
                  </a:lnTo>
                  <a:lnTo>
                    <a:pt x="8920" y="13747"/>
                  </a:lnTo>
                  <a:lnTo>
                    <a:pt x="9345" y="13670"/>
                  </a:lnTo>
                  <a:lnTo>
                    <a:pt x="9731" y="13515"/>
                  </a:lnTo>
                  <a:lnTo>
                    <a:pt x="10079" y="13322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34"/>
                  </a:lnTo>
                  <a:lnTo>
                    <a:pt x="11121" y="12087"/>
                  </a:lnTo>
                  <a:lnTo>
                    <a:pt x="11314" y="11739"/>
                  </a:lnTo>
                  <a:lnTo>
                    <a:pt x="11507" y="11199"/>
                  </a:lnTo>
                  <a:lnTo>
                    <a:pt x="11662" y="10658"/>
                  </a:lnTo>
                  <a:lnTo>
                    <a:pt x="11971" y="9615"/>
                  </a:lnTo>
                  <a:lnTo>
                    <a:pt x="12164" y="9075"/>
                  </a:lnTo>
                  <a:lnTo>
                    <a:pt x="12357" y="8573"/>
                  </a:lnTo>
                  <a:lnTo>
                    <a:pt x="12627" y="8109"/>
                  </a:lnTo>
                  <a:lnTo>
                    <a:pt x="12936" y="7646"/>
                  </a:lnTo>
                  <a:lnTo>
                    <a:pt x="13284" y="7298"/>
                  </a:lnTo>
                  <a:lnTo>
                    <a:pt x="13631" y="6951"/>
                  </a:lnTo>
                  <a:lnTo>
                    <a:pt x="14017" y="6681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1"/>
                  </a:lnTo>
                  <a:lnTo>
                    <a:pt x="15832" y="5986"/>
                  </a:lnTo>
                  <a:lnTo>
                    <a:pt x="16296" y="5908"/>
                  </a:lnTo>
                  <a:lnTo>
                    <a:pt x="16914" y="5908"/>
                  </a:lnTo>
                  <a:lnTo>
                    <a:pt x="17454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565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30" y="7492"/>
                  </a:lnTo>
                  <a:lnTo>
                    <a:pt x="21316" y="7607"/>
                  </a:lnTo>
                  <a:lnTo>
                    <a:pt x="21740" y="7685"/>
                  </a:lnTo>
                  <a:lnTo>
                    <a:pt x="22165" y="7723"/>
                  </a:lnTo>
                  <a:lnTo>
                    <a:pt x="22590" y="7723"/>
                  </a:lnTo>
                  <a:lnTo>
                    <a:pt x="22976" y="7646"/>
                  </a:lnTo>
                  <a:lnTo>
                    <a:pt x="23362" y="7492"/>
                  </a:lnTo>
                  <a:lnTo>
                    <a:pt x="23748" y="7260"/>
                  </a:lnTo>
                  <a:lnTo>
                    <a:pt x="24057" y="6990"/>
                  </a:lnTo>
                  <a:lnTo>
                    <a:pt x="24366" y="6642"/>
                  </a:lnTo>
                  <a:lnTo>
                    <a:pt x="24598" y="6294"/>
                  </a:lnTo>
                  <a:lnTo>
                    <a:pt x="24752" y="5870"/>
                  </a:lnTo>
                  <a:lnTo>
                    <a:pt x="24907" y="5484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171"/>
                  </a:lnTo>
                  <a:lnTo>
                    <a:pt x="24984" y="3707"/>
                  </a:lnTo>
                  <a:lnTo>
                    <a:pt x="24907" y="3283"/>
                  </a:lnTo>
                  <a:lnTo>
                    <a:pt x="24791" y="2819"/>
                  </a:lnTo>
                  <a:lnTo>
                    <a:pt x="24637" y="2394"/>
                  </a:lnTo>
                  <a:lnTo>
                    <a:pt x="24482" y="1970"/>
                  </a:lnTo>
                  <a:lnTo>
                    <a:pt x="24250" y="1545"/>
                  </a:lnTo>
                  <a:lnTo>
                    <a:pt x="24057" y="1159"/>
                  </a:lnTo>
                  <a:lnTo>
                    <a:pt x="23826" y="811"/>
                  </a:lnTo>
                  <a:lnTo>
                    <a:pt x="23941" y="348"/>
                  </a:lnTo>
                  <a:lnTo>
                    <a:pt x="23594" y="193"/>
                  </a:lnTo>
                  <a:lnTo>
                    <a:pt x="23208" y="77"/>
                  </a:lnTo>
                  <a:lnTo>
                    <a:pt x="23169" y="39"/>
                  </a:lnTo>
                  <a:lnTo>
                    <a:pt x="2309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5"/>
            <p:cNvSpPr/>
            <p:nvPr/>
          </p:nvSpPr>
          <p:spPr>
            <a:xfrm>
              <a:off x="2133125" y="3382150"/>
              <a:ext cx="437350" cy="302200"/>
            </a:xfrm>
            <a:custGeom>
              <a:avLst/>
              <a:gdLst/>
              <a:ahLst/>
              <a:cxnLst/>
              <a:rect l="l" t="t" r="r" b="b"/>
              <a:pathLst>
                <a:path w="17494" h="12088" extrusionOk="0">
                  <a:moveTo>
                    <a:pt x="12087" y="541"/>
                  </a:moveTo>
                  <a:lnTo>
                    <a:pt x="12203" y="580"/>
                  </a:lnTo>
                  <a:lnTo>
                    <a:pt x="12319" y="657"/>
                  </a:lnTo>
                  <a:lnTo>
                    <a:pt x="12628" y="889"/>
                  </a:lnTo>
                  <a:lnTo>
                    <a:pt x="12898" y="1159"/>
                  </a:lnTo>
                  <a:lnTo>
                    <a:pt x="13130" y="1507"/>
                  </a:lnTo>
                  <a:lnTo>
                    <a:pt x="13323" y="1893"/>
                  </a:lnTo>
                  <a:lnTo>
                    <a:pt x="13478" y="2279"/>
                  </a:lnTo>
                  <a:lnTo>
                    <a:pt x="13632" y="2665"/>
                  </a:lnTo>
                  <a:lnTo>
                    <a:pt x="13825" y="3476"/>
                  </a:lnTo>
                  <a:lnTo>
                    <a:pt x="13091" y="3013"/>
                  </a:lnTo>
                  <a:lnTo>
                    <a:pt x="12705" y="2781"/>
                  </a:lnTo>
                  <a:lnTo>
                    <a:pt x="12358" y="2511"/>
                  </a:lnTo>
                  <a:lnTo>
                    <a:pt x="12010" y="2124"/>
                  </a:lnTo>
                  <a:lnTo>
                    <a:pt x="11817" y="1931"/>
                  </a:lnTo>
                  <a:lnTo>
                    <a:pt x="11663" y="1738"/>
                  </a:lnTo>
                  <a:lnTo>
                    <a:pt x="11508" y="1429"/>
                  </a:lnTo>
                  <a:lnTo>
                    <a:pt x="11431" y="1082"/>
                  </a:lnTo>
                  <a:lnTo>
                    <a:pt x="11663" y="734"/>
                  </a:lnTo>
                  <a:lnTo>
                    <a:pt x="11779" y="618"/>
                  </a:lnTo>
                  <a:lnTo>
                    <a:pt x="11856" y="541"/>
                  </a:lnTo>
                  <a:close/>
                  <a:moveTo>
                    <a:pt x="16296" y="1622"/>
                  </a:moveTo>
                  <a:lnTo>
                    <a:pt x="16412" y="1661"/>
                  </a:lnTo>
                  <a:lnTo>
                    <a:pt x="16490" y="1738"/>
                  </a:lnTo>
                  <a:lnTo>
                    <a:pt x="16567" y="1854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56"/>
                  </a:lnTo>
                  <a:lnTo>
                    <a:pt x="16605" y="2511"/>
                  </a:lnTo>
                  <a:lnTo>
                    <a:pt x="16528" y="2704"/>
                  </a:lnTo>
                  <a:lnTo>
                    <a:pt x="16412" y="2820"/>
                  </a:lnTo>
                  <a:lnTo>
                    <a:pt x="16296" y="2974"/>
                  </a:lnTo>
                  <a:lnTo>
                    <a:pt x="15949" y="3206"/>
                  </a:lnTo>
                  <a:lnTo>
                    <a:pt x="15563" y="3399"/>
                  </a:lnTo>
                  <a:lnTo>
                    <a:pt x="15138" y="3553"/>
                  </a:lnTo>
                  <a:lnTo>
                    <a:pt x="14713" y="3669"/>
                  </a:lnTo>
                  <a:lnTo>
                    <a:pt x="14366" y="3746"/>
                  </a:lnTo>
                  <a:lnTo>
                    <a:pt x="14482" y="3360"/>
                  </a:lnTo>
                  <a:lnTo>
                    <a:pt x="14636" y="2974"/>
                  </a:lnTo>
                  <a:lnTo>
                    <a:pt x="14829" y="2626"/>
                  </a:lnTo>
                  <a:lnTo>
                    <a:pt x="15099" y="2279"/>
                  </a:lnTo>
                  <a:lnTo>
                    <a:pt x="15408" y="1970"/>
                  </a:lnTo>
                  <a:lnTo>
                    <a:pt x="15640" y="1816"/>
                  </a:lnTo>
                  <a:lnTo>
                    <a:pt x="15872" y="1700"/>
                  </a:lnTo>
                  <a:lnTo>
                    <a:pt x="16103" y="1622"/>
                  </a:lnTo>
                  <a:close/>
                  <a:moveTo>
                    <a:pt x="13864" y="4287"/>
                  </a:moveTo>
                  <a:lnTo>
                    <a:pt x="13671" y="4557"/>
                  </a:lnTo>
                  <a:lnTo>
                    <a:pt x="13478" y="4789"/>
                  </a:lnTo>
                  <a:lnTo>
                    <a:pt x="13246" y="5021"/>
                  </a:lnTo>
                  <a:lnTo>
                    <a:pt x="13014" y="5252"/>
                  </a:lnTo>
                  <a:lnTo>
                    <a:pt x="12667" y="5484"/>
                  </a:lnTo>
                  <a:lnTo>
                    <a:pt x="12165" y="5793"/>
                  </a:lnTo>
                  <a:lnTo>
                    <a:pt x="11894" y="5909"/>
                  </a:lnTo>
                  <a:lnTo>
                    <a:pt x="11624" y="5986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5" y="5870"/>
                  </a:lnTo>
                  <a:lnTo>
                    <a:pt x="10968" y="5793"/>
                  </a:lnTo>
                  <a:lnTo>
                    <a:pt x="10929" y="5716"/>
                  </a:lnTo>
                  <a:lnTo>
                    <a:pt x="10890" y="5638"/>
                  </a:lnTo>
                  <a:lnTo>
                    <a:pt x="10890" y="5445"/>
                  </a:lnTo>
                  <a:lnTo>
                    <a:pt x="10968" y="5291"/>
                  </a:lnTo>
                  <a:lnTo>
                    <a:pt x="11122" y="5098"/>
                  </a:lnTo>
                  <a:lnTo>
                    <a:pt x="11277" y="4982"/>
                  </a:lnTo>
                  <a:lnTo>
                    <a:pt x="11547" y="4750"/>
                  </a:lnTo>
                  <a:lnTo>
                    <a:pt x="11817" y="4673"/>
                  </a:lnTo>
                  <a:lnTo>
                    <a:pt x="12087" y="4557"/>
                  </a:lnTo>
                  <a:lnTo>
                    <a:pt x="12628" y="4480"/>
                  </a:lnTo>
                  <a:lnTo>
                    <a:pt x="13246" y="4403"/>
                  </a:lnTo>
                  <a:lnTo>
                    <a:pt x="13555" y="4364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96"/>
                  </a:lnTo>
                  <a:lnTo>
                    <a:pt x="15408" y="4789"/>
                  </a:lnTo>
                  <a:lnTo>
                    <a:pt x="15717" y="4982"/>
                  </a:lnTo>
                  <a:lnTo>
                    <a:pt x="15910" y="5136"/>
                  </a:lnTo>
                  <a:lnTo>
                    <a:pt x="16142" y="5407"/>
                  </a:lnTo>
                  <a:lnTo>
                    <a:pt x="16412" y="5677"/>
                  </a:lnTo>
                  <a:lnTo>
                    <a:pt x="16644" y="6025"/>
                  </a:lnTo>
                  <a:lnTo>
                    <a:pt x="16876" y="6333"/>
                  </a:lnTo>
                  <a:lnTo>
                    <a:pt x="16992" y="6681"/>
                  </a:lnTo>
                  <a:lnTo>
                    <a:pt x="16992" y="6835"/>
                  </a:lnTo>
                  <a:lnTo>
                    <a:pt x="16992" y="6990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374" y="7337"/>
                  </a:lnTo>
                  <a:lnTo>
                    <a:pt x="16142" y="7222"/>
                  </a:lnTo>
                  <a:lnTo>
                    <a:pt x="15872" y="7029"/>
                  </a:lnTo>
                  <a:lnTo>
                    <a:pt x="15601" y="6835"/>
                  </a:lnTo>
                  <a:lnTo>
                    <a:pt x="15370" y="6565"/>
                  </a:lnTo>
                  <a:lnTo>
                    <a:pt x="15061" y="6179"/>
                  </a:lnTo>
                  <a:lnTo>
                    <a:pt x="14829" y="5716"/>
                  </a:lnTo>
                  <a:lnTo>
                    <a:pt x="14636" y="5252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78"/>
                  </a:lnTo>
                  <a:lnTo>
                    <a:pt x="11470" y="116"/>
                  </a:lnTo>
                  <a:lnTo>
                    <a:pt x="11354" y="232"/>
                  </a:lnTo>
                  <a:lnTo>
                    <a:pt x="11161" y="425"/>
                  </a:lnTo>
                  <a:lnTo>
                    <a:pt x="11006" y="618"/>
                  </a:lnTo>
                  <a:lnTo>
                    <a:pt x="10929" y="812"/>
                  </a:lnTo>
                  <a:lnTo>
                    <a:pt x="10929" y="1043"/>
                  </a:lnTo>
                  <a:lnTo>
                    <a:pt x="10929" y="1236"/>
                  </a:lnTo>
                  <a:lnTo>
                    <a:pt x="11006" y="1468"/>
                  </a:lnTo>
                  <a:lnTo>
                    <a:pt x="11083" y="1700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2" y="2742"/>
                  </a:lnTo>
                  <a:lnTo>
                    <a:pt x="12396" y="3090"/>
                  </a:lnTo>
                  <a:lnTo>
                    <a:pt x="12860" y="3437"/>
                  </a:lnTo>
                  <a:lnTo>
                    <a:pt x="12860" y="3437"/>
                  </a:lnTo>
                  <a:lnTo>
                    <a:pt x="12049" y="3322"/>
                  </a:lnTo>
                  <a:lnTo>
                    <a:pt x="11199" y="3283"/>
                  </a:lnTo>
                  <a:lnTo>
                    <a:pt x="10388" y="3360"/>
                  </a:lnTo>
                  <a:lnTo>
                    <a:pt x="9616" y="3476"/>
                  </a:lnTo>
                  <a:lnTo>
                    <a:pt x="9655" y="3013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45"/>
                  </a:lnTo>
                  <a:lnTo>
                    <a:pt x="9075" y="1622"/>
                  </a:lnTo>
                  <a:lnTo>
                    <a:pt x="9153" y="2124"/>
                  </a:lnTo>
                  <a:lnTo>
                    <a:pt x="9153" y="2626"/>
                  </a:lnTo>
                  <a:lnTo>
                    <a:pt x="9153" y="3090"/>
                  </a:lnTo>
                  <a:lnTo>
                    <a:pt x="9075" y="3515"/>
                  </a:lnTo>
                  <a:lnTo>
                    <a:pt x="9075" y="3630"/>
                  </a:lnTo>
                  <a:lnTo>
                    <a:pt x="8226" y="3901"/>
                  </a:lnTo>
                  <a:lnTo>
                    <a:pt x="7415" y="4287"/>
                  </a:lnTo>
                  <a:lnTo>
                    <a:pt x="6604" y="4750"/>
                  </a:lnTo>
                  <a:lnTo>
                    <a:pt x="5832" y="5252"/>
                  </a:lnTo>
                  <a:lnTo>
                    <a:pt x="5407" y="5252"/>
                  </a:lnTo>
                  <a:lnTo>
                    <a:pt x="5407" y="5561"/>
                  </a:lnTo>
                  <a:lnTo>
                    <a:pt x="4596" y="6218"/>
                  </a:lnTo>
                  <a:lnTo>
                    <a:pt x="3824" y="6951"/>
                  </a:lnTo>
                  <a:lnTo>
                    <a:pt x="3090" y="7724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56"/>
                  </a:lnTo>
                  <a:lnTo>
                    <a:pt x="542" y="10967"/>
                  </a:lnTo>
                  <a:lnTo>
                    <a:pt x="1" y="11817"/>
                  </a:lnTo>
                  <a:lnTo>
                    <a:pt x="349" y="12087"/>
                  </a:lnTo>
                  <a:lnTo>
                    <a:pt x="1546" y="10542"/>
                  </a:lnTo>
                  <a:lnTo>
                    <a:pt x="2743" y="8998"/>
                  </a:lnTo>
                  <a:lnTo>
                    <a:pt x="3360" y="8226"/>
                  </a:lnTo>
                  <a:lnTo>
                    <a:pt x="4017" y="7531"/>
                  </a:lnTo>
                  <a:lnTo>
                    <a:pt x="4712" y="6835"/>
                  </a:lnTo>
                  <a:lnTo>
                    <a:pt x="5484" y="6179"/>
                  </a:lnTo>
                  <a:lnTo>
                    <a:pt x="6257" y="5600"/>
                  </a:lnTo>
                  <a:lnTo>
                    <a:pt x="7106" y="5059"/>
                  </a:lnTo>
                  <a:lnTo>
                    <a:pt x="7994" y="4634"/>
                  </a:lnTo>
                  <a:lnTo>
                    <a:pt x="8458" y="4441"/>
                  </a:lnTo>
                  <a:lnTo>
                    <a:pt x="8921" y="4287"/>
                  </a:lnTo>
                  <a:lnTo>
                    <a:pt x="9423" y="4132"/>
                  </a:lnTo>
                  <a:lnTo>
                    <a:pt x="9886" y="4017"/>
                  </a:lnTo>
                  <a:lnTo>
                    <a:pt x="10388" y="3939"/>
                  </a:lnTo>
                  <a:lnTo>
                    <a:pt x="10852" y="3862"/>
                  </a:lnTo>
                  <a:lnTo>
                    <a:pt x="11354" y="3823"/>
                  </a:lnTo>
                  <a:lnTo>
                    <a:pt x="11856" y="3823"/>
                  </a:lnTo>
                  <a:lnTo>
                    <a:pt x="12358" y="3862"/>
                  </a:lnTo>
                  <a:lnTo>
                    <a:pt x="12860" y="3939"/>
                  </a:lnTo>
                  <a:lnTo>
                    <a:pt x="12358" y="4017"/>
                  </a:lnTo>
                  <a:lnTo>
                    <a:pt x="11856" y="4132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57"/>
                  </a:lnTo>
                  <a:lnTo>
                    <a:pt x="10852" y="4712"/>
                  </a:lnTo>
                  <a:lnTo>
                    <a:pt x="10697" y="4866"/>
                  </a:lnTo>
                  <a:lnTo>
                    <a:pt x="10543" y="5098"/>
                  </a:lnTo>
                  <a:lnTo>
                    <a:pt x="10466" y="5291"/>
                  </a:lnTo>
                  <a:lnTo>
                    <a:pt x="10388" y="5523"/>
                  </a:lnTo>
                  <a:lnTo>
                    <a:pt x="10388" y="5754"/>
                  </a:lnTo>
                  <a:lnTo>
                    <a:pt x="10427" y="5986"/>
                  </a:lnTo>
                  <a:lnTo>
                    <a:pt x="10581" y="6179"/>
                  </a:lnTo>
                  <a:lnTo>
                    <a:pt x="10659" y="6256"/>
                  </a:lnTo>
                  <a:lnTo>
                    <a:pt x="10775" y="6333"/>
                  </a:lnTo>
                  <a:lnTo>
                    <a:pt x="11006" y="6449"/>
                  </a:lnTo>
                  <a:lnTo>
                    <a:pt x="11585" y="6449"/>
                  </a:lnTo>
                  <a:lnTo>
                    <a:pt x="11894" y="6372"/>
                  </a:lnTo>
                  <a:lnTo>
                    <a:pt x="12165" y="6295"/>
                  </a:lnTo>
                  <a:lnTo>
                    <a:pt x="12628" y="6063"/>
                  </a:lnTo>
                  <a:lnTo>
                    <a:pt x="13053" y="5831"/>
                  </a:lnTo>
                  <a:lnTo>
                    <a:pt x="13439" y="5523"/>
                  </a:lnTo>
                  <a:lnTo>
                    <a:pt x="13400" y="5561"/>
                  </a:lnTo>
                  <a:lnTo>
                    <a:pt x="13786" y="5716"/>
                  </a:lnTo>
                  <a:lnTo>
                    <a:pt x="14057" y="4866"/>
                  </a:lnTo>
                  <a:lnTo>
                    <a:pt x="14211" y="5407"/>
                  </a:lnTo>
                  <a:lnTo>
                    <a:pt x="14404" y="5947"/>
                  </a:lnTo>
                  <a:lnTo>
                    <a:pt x="14675" y="6411"/>
                  </a:lnTo>
                  <a:lnTo>
                    <a:pt x="14984" y="6874"/>
                  </a:lnTo>
                  <a:lnTo>
                    <a:pt x="15177" y="7067"/>
                  </a:lnTo>
                  <a:lnTo>
                    <a:pt x="15408" y="7299"/>
                  </a:lnTo>
                  <a:lnTo>
                    <a:pt x="15679" y="7492"/>
                  </a:lnTo>
                  <a:lnTo>
                    <a:pt x="15988" y="7685"/>
                  </a:lnTo>
                  <a:lnTo>
                    <a:pt x="16296" y="7801"/>
                  </a:lnTo>
                  <a:lnTo>
                    <a:pt x="16605" y="7878"/>
                  </a:lnTo>
                  <a:lnTo>
                    <a:pt x="16876" y="7878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46"/>
                  </a:lnTo>
                  <a:lnTo>
                    <a:pt x="17378" y="7531"/>
                  </a:lnTo>
                  <a:lnTo>
                    <a:pt x="17416" y="7415"/>
                  </a:lnTo>
                  <a:lnTo>
                    <a:pt x="17455" y="7260"/>
                  </a:lnTo>
                  <a:lnTo>
                    <a:pt x="17494" y="6951"/>
                  </a:lnTo>
                  <a:lnTo>
                    <a:pt x="17416" y="6642"/>
                  </a:lnTo>
                  <a:lnTo>
                    <a:pt x="17300" y="6295"/>
                  </a:lnTo>
                  <a:lnTo>
                    <a:pt x="17185" y="5986"/>
                  </a:lnTo>
                  <a:lnTo>
                    <a:pt x="17030" y="5716"/>
                  </a:lnTo>
                  <a:lnTo>
                    <a:pt x="16876" y="5484"/>
                  </a:lnTo>
                  <a:lnTo>
                    <a:pt x="16683" y="5252"/>
                  </a:lnTo>
                  <a:lnTo>
                    <a:pt x="16490" y="5021"/>
                  </a:lnTo>
                  <a:lnTo>
                    <a:pt x="16258" y="4827"/>
                  </a:lnTo>
                  <a:lnTo>
                    <a:pt x="16026" y="4634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39"/>
                  </a:lnTo>
                  <a:lnTo>
                    <a:pt x="15833" y="3746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90"/>
                  </a:lnTo>
                  <a:lnTo>
                    <a:pt x="16914" y="2897"/>
                  </a:lnTo>
                  <a:lnTo>
                    <a:pt x="17030" y="2665"/>
                  </a:lnTo>
                  <a:lnTo>
                    <a:pt x="17107" y="2433"/>
                  </a:lnTo>
                  <a:lnTo>
                    <a:pt x="17146" y="2202"/>
                  </a:lnTo>
                  <a:lnTo>
                    <a:pt x="17107" y="1931"/>
                  </a:lnTo>
                  <a:lnTo>
                    <a:pt x="17069" y="1700"/>
                  </a:lnTo>
                  <a:lnTo>
                    <a:pt x="16914" y="1507"/>
                  </a:lnTo>
                  <a:lnTo>
                    <a:pt x="16760" y="1352"/>
                  </a:lnTo>
                  <a:lnTo>
                    <a:pt x="16567" y="1236"/>
                  </a:lnTo>
                  <a:lnTo>
                    <a:pt x="16335" y="1159"/>
                  </a:lnTo>
                  <a:lnTo>
                    <a:pt x="16103" y="1159"/>
                  </a:lnTo>
                  <a:lnTo>
                    <a:pt x="15910" y="1198"/>
                  </a:lnTo>
                  <a:lnTo>
                    <a:pt x="15679" y="1275"/>
                  </a:lnTo>
                  <a:lnTo>
                    <a:pt x="15447" y="1352"/>
                  </a:lnTo>
                  <a:lnTo>
                    <a:pt x="15254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7" y="2588"/>
                  </a:lnTo>
                  <a:lnTo>
                    <a:pt x="14095" y="3013"/>
                  </a:lnTo>
                  <a:lnTo>
                    <a:pt x="13980" y="2472"/>
                  </a:lnTo>
                  <a:lnTo>
                    <a:pt x="13748" y="1893"/>
                  </a:lnTo>
                  <a:lnTo>
                    <a:pt x="13516" y="1352"/>
                  </a:lnTo>
                  <a:lnTo>
                    <a:pt x="13169" y="889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8" y="155"/>
                  </a:lnTo>
                  <a:lnTo>
                    <a:pt x="12087" y="39"/>
                  </a:lnTo>
                  <a:lnTo>
                    <a:pt x="118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5"/>
            <p:cNvSpPr/>
            <p:nvPr/>
          </p:nvSpPr>
          <p:spPr>
            <a:xfrm>
              <a:off x="2371575" y="3521175"/>
              <a:ext cx="106225" cy="123575"/>
            </a:xfrm>
            <a:custGeom>
              <a:avLst/>
              <a:gdLst/>
              <a:ahLst/>
              <a:cxnLst/>
              <a:rect l="l" t="t" r="r" b="b"/>
              <a:pathLst>
                <a:path w="4249" h="4943" extrusionOk="0">
                  <a:moveTo>
                    <a:pt x="3862" y="0"/>
                  </a:moveTo>
                  <a:lnTo>
                    <a:pt x="3592" y="541"/>
                  </a:lnTo>
                  <a:lnTo>
                    <a:pt x="3245" y="1120"/>
                  </a:lnTo>
                  <a:lnTo>
                    <a:pt x="2897" y="1661"/>
                  </a:lnTo>
                  <a:lnTo>
                    <a:pt x="2511" y="2163"/>
                  </a:lnTo>
                  <a:lnTo>
                    <a:pt x="1932" y="2858"/>
                  </a:lnTo>
                  <a:lnTo>
                    <a:pt x="1314" y="3475"/>
                  </a:lnTo>
                  <a:lnTo>
                    <a:pt x="1005" y="3746"/>
                  </a:lnTo>
                  <a:lnTo>
                    <a:pt x="657" y="4016"/>
                  </a:lnTo>
                  <a:lnTo>
                    <a:pt x="310" y="4248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41" y="4750"/>
                  </a:lnTo>
                  <a:lnTo>
                    <a:pt x="966" y="4518"/>
                  </a:lnTo>
                  <a:lnTo>
                    <a:pt x="1314" y="4209"/>
                  </a:lnTo>
                  <a:lnTo>
                    <a:pt x="1700" y="3900"/>
                  </a:lnTo>
                  <a:lnTo>
                    <a:pt x="2009" y="3553"/>
                  </a:lnTo>
                  <a:lnTo>
                    <a:pt x="2356" y="3167"/>
                  </a:lnTo>
                  <a:lnTo>
                    <a:pt x="2897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2"/>
                  </a:lnTo>
                  <a:lnTo>
                    <a:pt x="4248" y="155"/>
                  </a:lnTo>
                  <a:lnTo>
                    <a:pt x="386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Google Shape;1094;p5"/>
            <p:cNvSpPr/>
            <p:nvPr/>
          </p:nvSpPr>
          <p:spPr>
            <a:xfrm>
              <a:off x="2320425" y="35221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1"/>
                  </a:moveTo>
                  <a:lnTo>
                    <a:pt x="1004" y="310"/>
                  </a:lnTo>
                  <a:lnTo>
                    <a:pt x="1236" y="387"/>
                  </a:lnTo>
                  <a:lnTo>
                    <a:pt x="1429" y="541"/>
                  </a:lnTo>
                  <a:lnTo>
                    <a:pt x="1545" y="773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3" y="1198"/>
                  </a:lnTo>
                  <a:lnTo>
                    <a:pt x="1545" y="1314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5"/>
                  </a:lnTo>
                  <a:lnTo>
                    <a:pt x="966" y="1584"/>
                  </a:lnTo>
                  <a:lnTo>
                    <a:pt x="773" y="1545"/>
                  </a:lnTo>
                  <a:lnTo>
                    <a:pt x="657" y="1507"/>
                  </a:lnTo>
                  <a:lnTo>
                    <a:pt x="579" y="1430"/>
                  </a:lnTo>
                  <a:lnTo>
                    <a:pt x="502" y="1314"/>
                  </a:lnTo>
                  <a:lnTo>
                    <a:pt x="464" y="1236"/>
                  </a:lnTo>
                  <a:lnTo>
                    <a:pt x="425" y="1005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426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1043" y="1"/>
                  </a:moveTo>
                  <a:lnTo>
                    <a:pt x="850" y="39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117"/>
                  </a:lnTo>
                  <a:lnTo>
                    <a:pt x="271" y="232"/>
                  </a:lnTo>
                  <a:lnTo>
                    <a:pt x="155" y="348"/>
                  </a:lnTo>
                  <a:lnTo>
                    <a:pt x="77" y="541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7" y="1468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932"/>
                  </a:lnTo>
                  <a:lnTo>
                    <a:pt x="1622" y="1816"/>
                  </a:lnTo>
                  <a:lnTo>
                    <a:pt x="1777" y="1700"/>
                  </a:lnTo>
                  <a:lnTo>
                    <a:pt x="1892" y="1545"/>
                  </a:lnTo>
                  <a:lnTo>
                    <a:pt x="1970" y="1352"/>
                  </a:lnTo>
                  <a:lnTo>
                    <a:pt x="2047" y="1198"/>
                  </a:lnTo>
                  <a:lnTo>
                    <a:pt x="2085" y="1005"/>
                  </a:lnTo>
                  <a:lnTo>
                    <a:pt x="2047" y="812"/>
                  </a:lnTo>
                  <a:lnTo>
                    <a:pt x="1970" y="619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3" y="155"/>
                  </a:lnTo>
                  <a:lnTo>
                    <a:pt x="1429" y="78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1095;p5"/>
            <p:cNvSpPr/>
            <p:nvPr/>
          </p:nvSpPr>
          <p:spPr>
            <a:xfrm>
              <a:off x="2264425" y="357522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28"/>
                  </a:lnTo>
                  <a:lnTo>
                    <a:pt x="3939" y="4248"/>
                  </a:lnTo>
                  <a:lnTo>
                    <a:pt x="4017" y="5407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917"/>
                  </a:lnTo>
                  <a:lnTo>
                    <a:pt x="3901" y="8534"/>
                  </a:lnTo>
                  <a:lnTo>
                    <a:pt x="3746" y="9152"/>
                  </a:lnTo>
                  <a:lnTo>
                    <a:pt x="3515" y="9732"/>
                  </a:lnTo>
                  <a:lnTo>
                    <a:pt x="3244" y="10272"/>
                  </a:lnTo>
                  <a:lnTo>
                    <a:pt x="3013" y="10542"/>
                  </a:lnTo>
                  <a:lnTo>
                    <a:pt x="2781" y="10735"/>
                  </a:lnTo>
                  <a:lnTo>
                    <a:pt x="2472" y="10851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93"/>
                  </a:lnTo>
                  <a:lnTo>
                    <a:pt x="773" y="9384"/>
                  </a:lnTo>
                  <a:lnTo>
                    <a:pt x="696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29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618" y="2742"/>
                  </a:lnTo>
                  <a:lnTo>
                    <a:pt x="1391" y="2395"/>
                  </a:lnTo>
                  <a:lnTo>
                    <a:pt x="2163" y="1931"/>
                  </a:lnTo>
                  <a:lnTo>
                    <a:pt x="2935" y="1429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39"/>
                  </a:lnTo>
                  <a:lnTo>
                    <a:pt x="3476" y="310"/>
                  </a:lnTo>
                  <a:lnTo>
                    <a:pt x="3051" y="657"/>
                  </a:lnTo>
                  <a:lnTo>
                    <a:pt x="2626" y="966"/>
                  </a:lnTo>
                  <a:lnTo>
                    <a:pt x="2202" y="1313"/>
                  </a:lnTo>
                  <a:lnTo>
                    <a:pt x="1314" y="1893"/>
                  </a:lnTo>
                  <a:lnTo>
                    <a:pt x="425" y="2472"/>
                  </a:lnTo>
                  <a:lnTo>
                    <a:pt x="348" y="2549"/>
                  </a:lnTo>
                  <a:lnTo>
                    <a:pt x="348" y="2626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3"/>
                  </a:lnTo>
                  <a:lnTo>
                    <a:pt x="155" y="4866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616"/>
                  </a:lnTo>
                  <a:lnTo>
                    <a:pt x="503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4"/>
                  </a:lnTo>
                  <a:lnTo>
                    <a:pt x="1391" y="11199"/>
                  </a:lnTo>
                  <a:lnTo>
                    <a:pt x="1622" y="11315"/>
                  </a:lnTo>
                  <a:lnTo>
                    <a:pt x="1816" y="11392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19" y="11353"/>
                  </a:lnTo>
                  <a:lnTo>
                    <a:pt x="3051" y="11237"/>
                  </a:lnTo>
                  <a:lnTo>
                    <a:pt x="3283" y="11044"/>
                  </a:lnTo>
                  <a:lnTo>
                    <a:pt x="3476" y="10890"/>
                  </a:lnTo>
                  <a:lnTo>
                    <a:pt x="3669" y="10658"/>
                  </a:lnTo>
                  <a:lnTo>
                    <a:pt x="3823" y="10388"/>
                  </a:lnTo>
                  <a:lnTo>
                    <a:pt x="3978" y="10156"/>
                  </a:lnTo>
                  <a:lnTo>
                    <a:pt x="4171" y="9538"/>
                  </a:lnTo>
                  <a:lnTo>
                    <a:pt x="4325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222"/>
                  </a:lnTo>
                  <a:lnTo>
                    <a:pt x="4596" y="6642"/>
                  </a:lnTo>
                  <a:lnTo>
                    <a:pt x="4596" y="6102"/>
                  </a:lnTo>
                  <a:lnTo>
                    <a:pt x="4557" y="4982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1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39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5"/>
            <p:cNvSpPr/>
            <p:nvPr/>
          </p:nvSpPr>
          <p:spPr>
            <a:xfrm>
              <a:off x="2268300" y="338120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70"/>
                  </a:lnTo>
                  <a:lnTo>
                    <a:pt x="1120" y="463"/>
                  </a:lnTo>
                  <a:lnTo>
                    <a:pt x="850" y="656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64"/>
                  </a:lnTo>
                  <a:lnTo>
                    <a:pt x="0" y="3051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90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68"/>
                  </a:lnTo>
                  <a:lnTo>
                    <a:pt x="502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815"/>
                  </a:lnTo>
                  <a:lnTo>
                    <a:pt x="888" y="1583"/>
                  </a:lnTo>
                  <a:lnTo>
                    <a:pt x="1043" y="1352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2"/>
                  </a:lnTo>
                  <a:lnTo>
                    <a:pt x="1892" y="656"/>
                  </a:lnTo>
                  <a:lnTo>
                    <a:pt x="2124" y="579"/>
                  </a:lnTo>
                  <a:lnTo>
                    <a:pt x="2433" y="541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2"/>
                  </a:lnTo>
                  <a:lnTo>
                    <a:pt x="3360" y="965"/>
                  </a:lnTo>
                  <a:lnTo>
                    <a:pt x="3514" y="1158"/>
                  </a:lnTo>
                  <a:lnTo>
                    <a:pt x="3591" y="1390"/>
                  </a:lnTo>
                  <a:lnTo>
                    <a:pt x="3668" y="1660"/>
                  </a:lnTo>
                  <a:lnTo>
                    <a:pt x="4132" y="1583"/>
                  </a:lnTo>
                  <a:lnTo>
                    <a:pt x="4016" y="1197"/>
                  </a:lnTo>
                  <a:lnTo>
                    <a:pt x="3823" y="811"/>
                  </a:lnTo>
                  <a:lnTo>
                    <a:pt x="3630" y="541"/>
                  </a:lnTo>
                  <a:lnTo>
                    <a:pt x="3398" y="270"/>
                  </a:lnTo>
                  <a:lnTo>
                    <a:pt x="3244" y="193"/>
                  </a:lnTo>
                  <a:lnTo>
                    <a:pt x="3089" y="116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5"/>
            <p:cNvSpPr/>
            <p:nvPr/>
          </p:nvSpPr>
          <p:spPr>
            <a:xfrm>
              <a:off x="2141825" y="3698800"/>
              <a:ext cx="126500" cy="70500"/>
            </a:xfrm>
            <a:custGeom>
              <a:avLst/>
              <a:gdLst/>
              <a:ahLst/>
              <a:cxnLst/>
              <a:rect l="l" t="t" r="r" b="b"/>
              <a:pathLst>
                <a:path w="5060" h="2820" extrusionOk="0">
                  <a:moveTo>
                    <a:pt x="4905" y="0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3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433"/>
                  </a:lnTo>
                  <a:lnTo>
                    <a:pt x="39" y="2510"/>
                  </a:lnTo>
                  <a:lnTo>
                    <a:pt x="1" y="2587"/>
                  </a:lnTo>
                  <a:lnTo>
                    <a:pt x="39" y="2703"/>
                  </a:lnTo>
                  <a:lnTo>
                    <a:pt x="116" y="2781"/>
                  </a:lnTo>
                  <a:lnTo>
                    <a:pt x="387" y="2819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1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5"/>
            <p:cNvSpPr/>
            <p:nvPr/>
          </p:nvSpPr>
          <p:spPr>
            <a:xfrm>
              <a:off x="2258625" y="3569425"/>
              <a:ext cx="44450" cy="43475"/>
            </a:xfrm>
            <a:custGeom>
              <a:avLst/>
              <a:gdLst/>
              <a:ahLst/>
              <a:cxnLst/>
              <a:rect l="l" t="t" r="r" b="b"/>
              <a:pathLst>
                <a:path w="1778" h="1739" extrusionOk="0">
                  <a:moveTo>
                    <a:pt x="773" y="310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9"/>
                  </a:lnTo>
                  <a:lnTo>
                    <a:pt x="1391" y="773"/>
                  </a:lnTo>
                  <a:lnTo>
                    <a:pt x="1391" y="966"/>
                  </a:lnTo>
                  <a:lnTo>
                    <a:pt x="1352" y="1044"/>
                  </a:lnTo>
                  <a:lnTo>
                    <a:pt x="1275" y="1159"/>
                  </a:lnTo>
                  <a:lnTo>
                    <a:pt x="1198" y="1237"/>
                  </a:lnTo>
                  <a:lnTo>
                    <a:pt x="1082" y="1314"/>
                  </a:lnTo>
                  <a:lnTo>
                    <a:pt x="889" y="1352"/>
                  </a:lnTo>
                  <a:lnTo>
                    <a:pt x="696" y="1352"/>
                  </a:lnTo>
                  <a:lnTo>
                    <a:pt x="542" y="1237"/>
                  </a:lnTo>
                  <a:lnTo>
                    <a:pt x="426" y="1082"/>
                  </a:lnTo>
                  <a:lnTo>
                    <a:pt x="387" y="889"/>
                  </a:lnTo>
                  <a:lnTo>
                    <a:pt x="387" y="735"/>
                  </a:lnTo>
                  <a:lnTo>
                    <a:pt x="464" y="580"/>
                  </a:lnTo>
                  <a:lnTo>
                    <a:pt x="542" y="387"/>
                  </a:lnTo>
                  <a:lnTo>
                    <a:pt x="542" y="348"/>
                  </a:lnTo>
                  <a:lnTo>
                    <a:pt x="773" y="310"/>
                  </a:lnTo>
                  <a:close/>
                  <a:moveTo>
                    <a:pt x="773" y="1"/>
                  </a:moveTo>
                  <a:lnTo>
                    <a:pt x="619" y="40"/>
                  </a:lnTo>
                  <a:lnTo>
                    <a:pt x="464" y="117"/>
                  </a:lnTo>
                  <a:lnTo>
                    <a:pt x="426" y="155"/>
                  </a:lnTo>
                  <a:lnTo>
                    <a:pt x="348" y="194"/>
                  </a:lnTo>
                  <a:lnTo>
                    <a:pt x="233" y="271"/>
                  </a:lnTo>
                  <a:lnTo>
                    <a:pt x="117" y="387"/>
                  </a:lnTo>
                  <a:lnTo>
                    <a:pt x="40" y="503"/>
                  </a:lnTo>
                  <a:lnTo>
                    <a:pt x="1" y="657"/>
                  </a:lnTo>
                  <a:lnTo>
                    <a:pt x="1" y="850"/>
                  </a:lnTo>
                  <a:lnTo>
                    <a:pt x="1" y="1005"/>
                  </a:lnTo>
                  <a:lnTo>
                    <a:pt x="40" y="1159"/>
                  </a:lnTo>
                  <a:lnTo>
                    <a:pt x="117" y="1314"/>
                  </a:lnTo>
                  <a:lnTo>
                    <a:pt x="194" y="1468"/>
                  </a:lnTo>
                  <a:lnTo>
                    <a:pt x="348" y="1584"/>
                  </a:lnTo>
                  <a:lnTo>
                    <a:pt x="464" y="1661"/>
                  </a:lnTo>
                  <a:lnTo>
                    <a:pt x="619" y="1739"/>
                  </a:lnTo>
                  <a:lnTo>
                    <a:pt x="966" y="1739"/>
                  </a:lnTo>
                  <a:lnTo>
                    <a:pt x="1121" y="1700"/>
                  </a:lnTo>
                  <a:lnTo>
                    <a:pt x="1275" y="1623"/>
                  </a:lnTo>
                  <a:lnTo>
                    <a:pt x="1430" y="1545"/>
                  </a:lnTo>
                  <a:lnTo>
                    <a:pt x="1584" y="1430"/>
                  </a:lnTo>
                  <a:lnTo>
                    <a:pt x="1661" y="1275"/>
                  </a:lnTo>
                  <a:lnTo>
                    <a:pt x="1739" y="1121"/>
                  </a:lnTo>
                  <a:lnTo>
                    <a:pt x="1777" y="928"/>
                  </a:lnTo>
                  <a:lnTo>
                    <a:pt x="1777" y="773"/>
                  </a:lnTo>
                  <a:lnTo>
                    <a:pt x="1739" y="580"/>
                  </a:lnTo>
                  <a:lnTo>
                    <a:pt x="1661" y="426"/>
                  </a:lnTo>
                  <a:lnTo>
                    <a:pt x="1546" y="271"/>
                  </a:lnTo>
                  <a:lnTo>
                    <a:pt x="1430" y="155"/>
                  </a:lnTo>
                  <a:lnTo>
                    <a:pt x="1275" y="78"/>
                  </a:lnTo>
                  <a:lnTo>
                    <a:pt x="1121" y="40"/>
                  </a:lnTo>
                  <a:lnTo>
                    <a:pt x="96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5"/>
            <p:cNvSpPr/>
            <p:nvPr/>
          </p:nvSpPr>
          <p:spPr>
            <a:xfrm>
              <a:off x="2208425" y="362157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4" y="386"/>
                  </a:moveTo>
                  <a:lnTo>
                    <a:pt x="1121" y="425"/>
                  </a:lnTo>
                  <a:lnTo>
                    <a:pt x="1198" y="463"/>
                  </a:lnTo>
                  <a:lnTo>
                    <a:pt x="1237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7" y="1120"/>
                  </a:lnTo>
                  <a:lnTo>
                    <a:pt x="1159" y="1159"/>
                  </a:lnTo>
                  <a:lnTo>
                    <a:pt x="1082" y="1236"/>
                  </a:lnTo>
                  <a:lnTo>
                    <a:pt x="889" y="1274"/>
                  </a:lnTo>
                  <a:lnTo>
                    <a:pt x="696" y="1236"/>
                  </a:lnTo>
                  <a:lnTo>
                    <a:pt x="542" y="1159"/>
                  </a:lnTo>
                  <a:lnTo>
                    <a:pt x="464" y="1081"/>
                  </a:lnTo>
                  <a:lnTo>
                    <a:pt x="426" y="965"/>
                  </a:lnTo>
                  <a:lnTo>
                    <a:pt x="387" y="888"/>
                  </a:lnTo>
                  <a:lnTo>
                    <a:pt x="387" y="772"/>
                  </a:lnTo>
                  <a:lnTo>
                    <a:pt x="426" y="579"/>
                  </a:lnTo>
                  <a:lnTo>
                    <a:pt x="542" y="579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850" y="0"/>
                  </a:moveTo>
                  <a:lnTo>
                    <a:pt x="735" y="39"/>
                  </a:lnTo>
                  <a:lnTo>
                    <a:pt x="619" y="77"/>
                  </a:lnTo>
                  <a:lnTo>
                    <a:pt x="503" y="116"/>
                  </a:lnTo>
                  <a:lnTo>
                    <a:pt x="348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79"/>
                  </a:lnTo>
                  <a:lnTo>
                    <a:pt x="40" y="734"/>
                  </a:lnTo>
                  <a:lnTo>
                    <a:pt x="1" y="888"/>
                  </a:lnTo>
                  <a:lnTo>
                    <a:pt x="40" y="1043"/>
                  </a:lnTo>
                  <a:lnTo>
                    <a:pt x="78" y="1197"/>
                  </a:lnTo>
                  <a:lnTo>
                    <a:pt x="194" y="1352"/>
                  </a:lnTo>
                  <a:lnTo>
                    <a:pt x="310" y="1467"/>
                  </a:lnTo>
                  <a:lnTo>
                    <a:pt x="464" y="1583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1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7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5"/>
            <p:cNvSpPr/>
            <p:nvPr/>
          </p:nvSpPr>
          <p:spPr>
            <a:xfrm>
              <a:off x="2017300" y="364860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271" y="0"/>
                  </a:moveTo>
                  <a:lnTo>
                    <a:pt x="155" y="39"/>
                  </a:lnTo>
                  <a:lnTo>
                    <a:pt x="39" y="116"/>
                  </a:lnTo>
                  <a:lnTo>
                    <a:pt x="0" y="232"/>
                  </a:lnTo>
                  <a:lnTo>
                    <a:pt x="39" y="386"/>
                  </a:lnTo>
                  <a:lnTo>
                    <a:pt x="348" y="888"/>
                  </a:lnTo>
                  <a:lnTo>
                    <a:pt x="657" y="1390"/>
                  </a:lnTo>
                  <a:lnTo>
                    <a:pt x="1043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205"/>
                  </a:lnTo>
                  <a:lnTo>
                    <a:pt x="2703" y="3553"/>
                  </a:lnTo>
                  <a:lnTo>
                    <a:pt x="3205" y="3900"/>
                  </a:lnTo>
                  <a:lnTo>
                    <a:pt x="3553" y="3746"/>
                  </a:lnTo>
                  <a:lnTo>
                    <a:pt x="2780" y="3012"/>
                  </a:lnTo>
                  <a:lnTo>
                    <a:pt x="2047" y="2240"/>
                  </a:lnTo>
                  <a:lnTo>
                    <a:pt x="1352" y="1429"/>
                  </a:lnTo>
                  <a:lnTo>
                    <a:pt x="1043" y="1004"/>
                  </a:lnTo>
                  <a:lnTo>
                    <a:pt x="734" y="541"/>
                  </a:lnTo>
                  <a:lnTo>
                    <a:pt x="1622" y="695"/>
                  </a:lnTo>
                  <a:lnTo>
                    <a:pt x="2510" y="888"/>
                  </a:lnTo>
                  <a:lnTo>
                    <a:pt x="3012" y="1043"/>
                  </a:lnTo>
                  <a:lnTo>
                    <a:pt x="3514" y="1197"/>
                  </a:lnTo>
                  <a:lnTo>
                    <a:pt x="4016" y="1390"/>
                  </a:lnTo>
                  <a:lnTo>
                    <a:pt x="4518" y="1506"/>
                  </a:lnTo>
                  <a:lnTo>
                    <a:pt x="4595" y="1506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84"/>
                  </a:lnTo>
                  <a:lnTo>
                    <a:pt x="4904" y="1506"/>
                  </a:lnTo>
                  <a:lnTo>
                    <a:pt x="4982" y="1429"/>
                  </a:lnTo>
                  <a:lnTo>
                    <a:pt x="4634" y="1159"/>
                  </a:lnTo>
                  <a:lnTo>
                    <a:pt x="4171" y="888"/>
                  </a:lnTo>
                  <a:lnTo>
                    <a:pt x="3630" y="657"/>
                  </a:lnTo>
                  <a:lnTo>
                    <a:pt x="3089" y="464"/>
                  </a:lnTo>
                  <a:lnTo>
                    <a:pt x="2510" y="309"/>
                  </a:lnTo>
                  <a:lnTo>
                    <a:pt x="1931" y="193"/>
                  </a:lnTo>
                  <a:lnTo>
                    <a:pt x="1352" y="116"/>
                  </a:lnTo>
                  <a:lnTo>
                    <a:pt x="27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5"/>
            <p:cNvSpPr/>
            <p:nvPr/>
          </p:nvSpPr>
          <p:spPr>
            <a:xfrm>
              <a:off x="2084875" y="3742225"/>
              <a:ext cx="66625" cy="99475"/>
            </a:xfrm>
            <a:custGeom>
              <a:avLst/>
              <a:gdLst/>
              <a:ahLst/>
              <a:cxnLst/>
              <a:rect l="l" t="t" r="r" b="b"/>
              <a:pathLst>
                <a:path w="2665" h="3979" extrusionOk="0">
                  <a:moveTo>
                    <a:pt x="850" y="1"/>
                  </a:moveTo>
                  <a:lnTo>
                    <a:pt x="502" y="155"/>
                  </a:lnTo>
                  <a:lnTo>
                    <a:pt x="618" y="233"/>
                  </a:lnTo>
                  <a:lnTo>
                    <a:pt x="464" y="619"/>
                  </a:lnTo>
                  <a:lnTo>
                    <a:pt x="271" y="1082"/>
                  </a:lnTo>
                  <a:lnTo>
                    <a:pt x="116" y="1623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74"/>
                  </a:lnTo>
                  <a:lnTo>
                    <a:pt x="77" y="3206"/>
                  </a:lnTo>
                  <a:lnTo>
                    <a:pt x="155" y="3399"/>
                  </a:lnTo>
                  <a:lnTo>
                    <a:pt x="309" y="3592"/>
                  </a:lnTo>
                  <a:lnTo>
                    <a:pt x="464" y="3747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78"/>
                  </a:lnTo>
                  <a:lnTo>
                    <a:pt x="1313" y="3940"/>
                  </a:lnTo>
                  <a:lnTo>
                    <a:pt x="1506" y="3824"/>
                  </a:lnTo>
                  <a:lnTo>
                    <a:pt x="1661" y="3708"/>
                  </a:lnTo>
                  <a:lnTo>
                    <a:pt x="1815" y="3515"/>
                  </a:lnTo>
                  <a:lnTo>
                    <a:pt x="1970" y="3322"/>
                  </a:lnTo>
                  <a:lnTo>
                    <a:pt x="2085" y="3090"/>
                  </a:lnTo>
                  <a:lnTo>
                    <a:pt x="2317" y="2550"/>
                  </a:lnTo>
                  <a:lnTo>
                    <a:pt x="2510" y="2009"/>
                  </a:lnTo>
                  <a:lnTo>
                    <a:pt x="2626" y="1507"/>
                  </a:lnTo>
                  <a:lnTo>
                    <a:pt x="2665" y="1082"/>
                  </a:lnTo>
                  <a:lnTo>
                    <a:pt x="2394" y="1044"/>
                  </a:lnTo>
                  <a:lnTo>
                    <a:pt x="2008" y="2048"/>
                  </a:lnTo>
                  <a:lnTo>
                    <a:pt x="1738" y="2704"/>
                  </a:lnTo>
                  <a:lnTo>
                    <a:pt x="1545" y="3052"/>
                  </a:lnTo>
                  <a:lnTo>
                    <a:pt x="1468" y="3206"/>
                  </a:lnTo>
                  <a:lnTo>
                    <a:pt x="1313" y="3322"/>
                  </a:lnTo>
                  <a:lnTo>
                    <a:pt x="1159" y="3322"/>
                  </a:lnTo>
                  <a:lnTo>
                    <a:pt x="966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936"/>
                  </a:lnTo>
                  <a:lnTo>
                    <a:pt x="541" y="2704"/>
                  </a:lnTo>
                  <a:lnTo>
                    <a:pt x="541" y="2395"/>
                  </a:lnTo>
                  <a:lnTo>
                    <a:pt x="579" y="2086"/>
                  </a:lnTo>
                  <a:lnTo>
                    <a:pt x="618" y="1623"/>
                  </a:lnTo>
                  <a:lnTo>
                    <a:pt x="734" y="1198"/>
                  </a:lnTo>
                  <a:lnTo>
                    <a:pt x="888" y="773"/>
                  </a:lnTo>
                  <a:lnTo>
                    <a:pt x="1043" y="348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6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5"/>
            <p:cNvSpPr/>
            <p:nvPr/>
          </p:nvSpPr>
          <p:spPr>
            <a:xfrm>
              <a:off x="456275" y="2399400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80"/>
                  </a:lnTo>
                  <a:lnTo>
                    <a:pt x="12280" y="657"/>
                  </a:lnTo>
                  <a:lnTo>
                    <a:pt x="12628" y="850"/>
                  </a:lnTo>
                  <a:lnTo>
                    <a:pt x="12898" y="1159"/>
                  </a:lnTo>
                  <a:lnTo>
                    <a:pt x="13130" y="1507"/>
                  </a:lnTo>
                  <a:lnTo>
                    <a:pt x="13323" y="1854"/>
                  </a:lnTo>
                  <a:lnTo>
                    <a:pt x="13478" y="2240"/>
                  </a:lnTo>
                  <a:lnTo>
                    <a:pt x="13632" y="2665"/>
                  </a:lnTo>
                  <a:lnTo>
                    <a:pt x="13825" y="3438"/>
                  </a:lnTo>
                  <a:lnTo>
                    <a:pt x="13825" y="3438"/>
                  </a:lnTo>
                  <a:lnTo>
                    <a:pt x="13091" y="3013"/>
                  </a:lnTo>
                  <a:lnTo>
                    <a:pt x="12705" y="2781"/>
                  </a:lnTo>
                  <a:lnTo>
                    <a:pt x="12358" y="2472"/>
                  </a:lnTo>
                  <a:lnTo>
                    <a:pt x="12010" y="2125"/>
                  </a:lnTo>
                  <a:lnTo>
                    <a:pt x="11817" y="1932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734"/>
                  </a:lnTo>
                  <a:lnTo>
                    <a:pt x="11740" y="619"/>
                  </a:lnTo>
                  <a:lnTo>
                    <a:pt x="11856" y="541"/>
                  </a:lnTo>
                  <a:lnTo>
                    <a:pt x="11972" y="503"/>
                  </a:lnTo>
                  <a:close/>
                  <a:moveTo>
                    <a:pt x="16219" y="1584"/>
                  </a:moveTo>
                  <a:lnTo>
                    <a:pt x="16296" y="1623"/>
                  </a:lnTo>
                  <a:lnTo>
                    <a:pt x="16412" y="1661"/>
                  </a:lnTo>
                  <a:lnTo>
                    <a:pt x="16490" y="1738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56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74"/>
                  </a:lnTo>
                  <a:lnTo>
                    <a:pt x="15949" y="3206"/>
                  </a:lnTo>
                  <a:lnTo>
                    <a:pt x="15563" y="3399"/>
                  </a:lnTo>
                  <a:lnTo>
                    <a:pt x="15138" y="3553"/>
                  </a:lnTo>
                  <a:lnTo>
                    <a:pt x="14713" y="3669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2" y="3360"/>
                  </a:lnTo>
                  <a:lnTo>
                    <a:pt x="14636" y="2974"/>
                  </a:lnTo>
                  <a:lnTo>
                    <a:pt x="14829" y="2627"/>
                  </a:lnTo>
                  <a:lnTo>
                    <a:pt x="15099" y="2279"/>
                  </a:lnTo>
                  <a:lnTo>
                    <a:pt x="15408" y="1970"/>
                  </a:lnTo>
                  <a:lnTo>
                    <a:pt x="15640" y="1816"/>
                  </a:lnTo>
                  <a:lnTo>
                    <a:pt x="15872" y="1661"/>
                  </a:lnTo>
                  <a:lnTo>
                    <a:pt x="16103" y="1623"/>
                  </a:lnTo>
                  <a:lnTo>
                    <a:pt x="16219" y="1584"/>
                  </a:lnTo>
                  <a:close/>
                  <a:moveTo>
                    <a:pt x="13825" y="4287"/>
                  </a:moveTo>
                  <a:lnTo>
                    <a:pt x="13671" y="4557"/>
                  </a:lnTo>
                  <a:lnTo>
                    <a:pt x="13478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5" y="5870"/>
                  </a:lnTo>
                  <a:lnTo>
                    <a:pt x="10968" y="5793"/>
                  </a:lnTo>
                  <a:lnTo>
                    <a:pt x="10929" y="5716"/>
                  </a:lnTo>
                  <a:lnTo>
                    <a:pt x="10890" y="5639"/>
                  </a:lnTo>
                  <a:lnTo>
                    <a:pt x="10890" y="5445"/>
                  </a:lnTo>
                  <a:lnTo>
                    <a:pt x="10968" y="5252"/>
                  </a:lnTo>
                  <a:lnTo>
                    <a:pt x="11122" y="5098"/>
                  </a:lnTo>
                  <a:lnTo>
                    <a:pt x="11277" y="4943"/>
                  </a:lnTo>
                  <a:lnTo>
                    <a:pt x="11547" y="4750"/>
                  </a:lnTo>
                  <a:lnTo>
                    <a:pt x="11817" y="4635"/>
                  </a:lnTo>
                  <a:lnTo>
                    <a:pt x="12087" y="4557"/>
                  </a:lnTo>
                  <a:lnTo>
                    <a:pt x="12628" y="4480"/>
                  </a:lnTo>
                  <a:lnTo>
                    <a:pt x="13246" y="4403"/>
                  </a:lnTo>
                  <a:lnTo>
                    <a:pt x="13555" y="4364"/>
                  </a:lnTo>
                  <a:lnTo>
                    <a:pt x="13825" y="4287"/>
                  </a:lnTo>
                  <a:close/>
                  <a:moveTo>
                    <a:pt x="14404" y="4248"/>
                  </a:moveTo>
                  <a:lnTo>
                    <a:pt x="15099" y="4596"/>
                  </a:lnTo>
                  <a:lnTo>
                    <a:pt x="15408" y="4789"/>
                  </a:lnTo>
                  <a:lnTo>
                    <a:pt x="15717" y="4982"/>
                  </a:lnTo>
                  <a:lnTo>
                    <a:pt x="15910" y="5137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44" y="5986"/>
                  </a:lnTo>
                  <a:lnTo>
                    <a:pt x="16876" y="6334"/>
                  </a:lnTo>
                  <a:lnTo>
                    <a:pt x="16992" y="6681"/>
                  </a:lnTo>
                  <a:lnTo>
                    <a:pt x="16992" y="6836"/>
                  </a:lnTo>
                  <a:lnTo>
                    <a:pt x="16992" y="6990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8"/>
                  </a:lnTo>
                  <a:lnTo>
                    <a:pt x="16374" y="7338"/>
                  </a:lnTo>
                  <a:lnTo>
                    <a:pt x="16142" y="7222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370" y="6565"/>
                  </a:lnTo>
                  <a:lnTo>
                    <a:pt x="15061" y="6141"/>
                  </a:lnTo>
                  <a:lnTo>
                    <a:pt x="14829" y="5716"/>
                  </a:lnTo>
                  <a:lnTo>
                    <a:pt x="14636" y="5252"/>
                  </a:lnTo>
                  <a:lnTo>
                    <a:pt x="14520" y="4750"/>
                  </a:lnTo>
                  <a:lnTo>
                    <a:pt x="14404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70" y="117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06" y="619"/>
                  </a:lnTo>
                  <a:lnTo>
                    <a:pt x="10929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68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33" y="2742"/>
                  </a:lnTo>
                  <a:lnTo>
                    <a:pt x="12396" y="3090"/>
                  </a:lnTo>
                  <a:lnTo>
                    <a:pt x="12860" y="3399"/>
                  </a:lnTo>
                  <a:lnTo>
                    <a:pt x="12860" y="3399"/>
                  </a:lnTo>
                  <a:lnTo>
                    <a:pt x="12049" y="3283"/>
                  </a:lnTo>
                  <a:lnTo>
                    <a:pt x="11199" y="3283"/>
                  </a:lnTo>
                  <a:lnTo>
                    <a:pt x="10388" y="3322"/>
                  </a:lnTo>
                  <a:lnTo>
                    <a:pt x="9616" y="3476"/>
                  </a:lnTo>
                  <a:lnTo>
                    <a:pt x="9655" y="3013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623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90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87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52"/>
                  </a:lnTo>
                  <a:lnTo>
                    <a:pt x="5407" y="5561"/>
                  </a:lnTo>
                  <a:lnTo>
                    <a:pt x="4596" y="6218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082" y="10156"/>
                  </a:lnTo>
                  <a:lnTo>
                    <a:pt x="503" y="10967"/>
                  </a:lnTo>
                  <a:lnTo>
                    <a:pt x="1" y="11778"/>
                  </a:lnTo>
                  <a:lnTo>
                    <a:pt x="348" y="12049"/>
                  </a:lnTo>
                  <a:lnTo>
                    <a:pt x="1546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79"/>
                  </a:lnTo>
                  <a:lnTo>
                    <a:pt x="6257" y="5561"/>
                  </a:lnTo>
                  <a:lnTo>
                    <a:pt x="7106" y="5059"/>
                  </a:lnTo>
                  <a:lnTo>
                    <a:pt x="7994" y="4596"/>
                  </a:lnTo>
                  <a:lnTo>
                    <a:pt x="8458" y="4441"/>
                  </a:lnTo>
                  <a:lnTo>
                    <a:pt x="8921" y="4248"/>
                  </a:lnTo>
                  <a:lnTo>
                    <a:pt x="9423" y="4133"/>
                  </a:lnTo>
                  <a:lnTo>
                    <a:pt x="9886" y="4017"/>
                  </a:lnTo>
                  <a:lnTo>
                    <a:pt x="10388" y="3901"/>
                  </a:lnTo>
                  <a:lnTo>
                    <a:pt x="10852" y="3862"/>
                  </a:lnTo>
                  <a:lnTo>
                    <a:pt x="11354" y="3824"/>
                  </a:lnTo>
                  <a:lnTo>
                    <a:pt x="11856" y="3824"/>
                  </a:lnTo>
                  <a:lnTo>
                    <a:pt x="12358" y="3862"/>
                  </a:lnTo>
                  <a:lnTo>
                    <a:pt x="12860" y="3901"/>
                  </a:lnTo>
                  <a:lnTo>
                    <a:pt x="12319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57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6" y="5291"/>
                  </a:lnTo>
                  <a:lnTo>
                    <a:pt x="10388" y="5523"/>
                  </a:lnTo>
                  <a:lnTo>
                    <a:pt x="10388" y="5754"/>
                  </a:lnTo>
                  <a:lnTo>
                    <a:pt x="10427" y="5947"/>
                  </a:lnTo>
                  <a:lnTo>
                    <a:pt x="10581" y="6179"/>
                  </a:lnTo>
                  <a:lnTo>
                    <a:pt x="10659" y="6256"/>
                  </a:lnTo>
                  <a:lnTo>
                    <a:pt x="10775" y="6334"/>
                  </a:lnTo>
                  <a:lnTo>
                    <a:pt x="11006" y="6411"/>
                  </a:lnTo>
                  <a:lnTo>
                    <a:pt x="11277" y="6449"/>
                  </a:lnTo>
                  <a:lnTo>
                    <a:pt x="11585" y="6411"/>
                  </a:lnTo>
                  <a:lnTo>
                    <a:pt x="11856" y="6372"/>
                  </a:lnTo>
                  <a:lnTo>
                    <a:pt x="12165" y="6256"/>
                  </a:lnTo>
                  <a:lnTo>
                    <a:pt x="12628" y="6063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716"/>
                  </a:lnTo>
                  <a:lnTo>
                    <a:pt x="14057" y="4866"/>
                  </a:lnTo>
                  <a:lnTo>
                    <a:pt x="14211" y="5407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4" y="6874"/>
                  </a:lnTo>
                  <a:lnTo>
                    <a:pt x="15177" y="7067"/>
                  </a:lnTo>
                  <a:lnTo>
                    <a:pt x="15408" y="7299"/>
                  </a:lnTo>
                  <a:lnTo>
                    <a:pt x="15679" y="7492"/>
                  </a:lnTo>
                  <a:lnTo>
                    <a:pt x="15988" y="7685"/>
                  </a:lnTo>
                  <a:lnTo>
                    <a:pt x="16296" y="7801"/>
                  </a:lnTo>
                  <a:lnTo>
                    <a:pt x="16605" y="7878"/>
                  </a:lnTo>
                  <a:lnTo>
                    <a:pt x="16760" y="7878"/>
                  </a:lnTo>
                  <a:lnTo>
                    <a:pt x="16876" y="7840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47"/>
                  </a:lnTo>
                  <a:lnTo>
                    <a:pt x="17378" y="7531"/>
                  </a:lnTo>
                  <a:lnTo>
                    <a:pt x="17416" y="7376"/>
                  </a:lnTo>
                  <a:lnTo>
                    <a:pt x="17455" y="7260"/>
                  </a:lnTo>
                  <a:lnTo>
                    <a:pt x="17493" y="6951"/>
                  </a:lnTo>
                  <a:lnTo>
                    <a:pt x="17416" y="6604"/>
                  </a:lnTo>
                  <a:lnTo>
                    <a:pt x="17300" y="6295"/>
                  </a:lnTo>
                  <a:lnTo>
                    <a:pt x="17185" y="5986"/>
                  </a:lnTo>
                  <a:lnTo>
                    <a:pt x="17030" y="5716"/>
                  </a:lnTo>
                  <a:lnTo>
                    <a:pt x="16876" y="5484"/>
                  </a:lnTo>
                  <a:lnTo>
                    <a:pt x="16683" y="5252"/>
                  </a:lnTo>
                  <a:lnTo>
                    <a:pt x="16490" y="5021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46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65"/>
                  </a:lnTo>
                  <a:lnTo>
                    <a:pt x="17107" y="2434"/>
                  </a:lnTo>
                  <a:lnTo>
                    <a:pt x="17146" y="2163"/>
                  </a:lnTo>
                  <a:lnTo>
                    <a:pt x="17107" y="1932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59"/>
                  </a:lnTo>
                  <a:lnTo>
                    <a:pt x="15910" y="1198"/>
                  </a:lnTo>
                  <a:lnTo>
                    <a:pt x="15679" y="1236"/>
                  </a:lnTo>
                  <a:lnTo>
                    <a:pt x="15447" y="1352"/>
                  </a:lnTo>
                  <a:lnTo>
                    <a:pt x="15254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7" y="2588"/>
                  </a:lnTo>
                  <a:lnTo>
                    <a:pt x="14095" y="3013"/>
                  </a:lnTo>
                  <a:lnTo>
                    <a:pt x="13941" y="2434"/>
                  </a:lnTo>
                  <a:lnTo>
                    <a:pt x="13748" y="1893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8" y="117"/>
                  </a:lnTo>
                  <a:lnTo>
                    <a:pt x="12087" y="39"/>
                  </a:lnTo>
                  <a:lnTo>
                    <a:pt x="118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5"/>
            <p:cNvSpPr/>
            <p:nvPr/>
          </p:nvSpPr>
          <p:spPr>
            <a:xfrm>
              <a:off x="694725" y="25374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59"/>
                  </a:lnTo>
                  <a:lnTo>
                    <a:pt x="2897" y="1700"/>
                  </a:lnTo>
                  <a:lnTo>
                    <a:pt x="2511" y="2202"/>
                  </a:lnTo>
                  <a:lnTo>
                    <a:pt x="1932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96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41" y="4789"/>
                  </a:lnTo>
                  <a:lnTo>
                    <a:pt x="966" y="4519"/>
                  </a:lnTo>
                  <a:lnTo>
                    <a:pt x="1314" y="4248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897" y="2511"/>
                  </a:lnTo>
                  <a:lnTo>
                    <a:pt x="3322" y="1970"/>
                  </a:lnTo>
                  <a:lnTo>
                    <a:pt x="3669" y="1391"/>
                  </a:lnTo>
                  <a:lnTo>
                    <a:pt x="3978" y="812"/>
                  </a:lnTo>
                  <a:lnTo>
                    <a:pt x="4248" y="194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5"/>
            <p:cNvSpPr/>
            <p:nvPr/>
          </p:nvSpPr>
          <p:spPr>
            <a:xfrm>
              <a:off x="643575" y="253937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4" y="271"/>
                  </a:moveTo>
                  <a:lnTo>
                    <a:pt x="1236" y="387"/>
                  </a:lnTo>
                  <a:lnTo>
                    <a:pt x="1429" y="542"/>
                  </a:lnTo>
                  <a:lnTo>
                    <a:pt x="1545" y="735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3" y="1198"/>
                  </a:lnTo>
                  <a:lnTo>
                    <a:pt x="1545" y="1275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6"/>
                  </a:lnTo>
                  <a:lnTo>
                    <a:pt x="966" y="1584"/>
                  </a:lnTo>
                  <a:lnTo>
                    <a:pt x="773" y="1546"/>
                  </a:lnTo>
                  <a:lnTo>
                    <a:pt x="657" y="1468"/>
                  </a:lnTo>
                  <a:lnTo>
                    <a:pt x="579" y="1391"/>
                  </a:lnTo>
                  <a:lnTo>
                    <a:pt x="502" y="1314"/>
                  </a:lnTo>
                  <a:lnTo>
                    <a:pt x="464" y="1198"/>
                  </a:lnTo>
                  <a:lnTo>
                    <a:pt x="425" y="966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387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850" y="1"/>
                  </a:moveTo>
                  <a:lnTo>
                    <a:pt x="657" y="78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78"/>
                  </a:lnTo>
                  <a:lnTo>
                    <a:pt x="271" y="194"/>
                  </a:lnTo>
                  <a:lnTo>
                    <a:pt x="155" y="348"/>
                  </a:lnTo>
                  <a:lnTo>
                    <a:pt x="77" y="503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7" y="1430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893"/>
                  </a:lnTo>
                  <a:lnTo>
                    <a:pt x="1583" y="1816"/>
                  </a:lnTo>
                  <a:lnTo>
                    <a:pt x="1738" y="1661"/>
                  </a:lnTo>
                  <a:lnTo>
                    <a:pt x="1892" y="1546"/>
                  </a:lnTo>
                  <a:lnTo>
                    <a:pt x="1970" y="1352"/>
                  </a:lnTo>
                  <a:lnTo>
                    <a:pt x="2047" y="1159"/>
                  </a:lnTo>
                  <a:lnTo>
                    <a:pt x="2085" y="966"/>
                  </a:lnTo>
                  <a:lnTo>
                    <a:pt x="2047" y="773"/>
                  </a:lnTo>
                  <a:lnTo>
                    <a:pt x="1970" y="580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3" y="155"/>
                  </a:lnTo>
                  <a:lnTo>
                    <a:pt x="1429" y="40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5"/>
            <p:cNvSpPr/>
            <p:nvPr/>
          </p:nvSpPr>
          <p:spPr>
            <a:xfrm>
              <a:off x="587575" y="259247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29"/>
                  </a:lnTo>
                  <a:lnTo>
                    <a:pt x="3939" y="4248"/>
                  </a:lnTo>
                  <a:lnTo>
                    <a:pt x="4017" y="5368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878"/>
                  </a:lnTo>
                  <a:lnTo>
                    <a:pt x="3901" y="8535"/>
                  </a:lnTo>
                  <a:lnTo>
                    <a:pt x="3746" y="9114"/>
                  </a:lnTo>
                  <a:lnTo>
                    <a:pt x="3515" y="9693"/>
                  </a:lnTo>
                  <a:lnTo>
                    <a:pt x="3244" y="10234"/>
                  </a:lnTo>
                  <a:lnTo>
                    <a:pt x="3013" y="10543"/>
                  </a:lnTo>
                  <a:lnTo>
                    <a:pt x="2781" y="10736"/>
                  </a:lnTo>
                  <a:lnTo>
                    <a:pt x="2472" y="10851"/>
                  </a:lnTo>
                  <a:lnTo>
                    <a:pt x="2202" y="10851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465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54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57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580" y="2742"/>
                  </a:lnTo>
                  <a:lnTo>
                    <a:pt x="1352" y="2356"/>
                  </a:lnTo>
                  <a:lnTo>
                    <a:pt x="2163" y="1931"/>
                  </a:lnTo>
                  <a:lnTo>
                    <a:pt x="2935" y="1429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01" y="1"/>
                  </a:moveTo>
                  <a:lnTo>
                    <a:pt x="3476" y="310"/>
                  </a:lnTo>
                  <a:lnTo>
                    <a:pt x="3051" y="619"/>
                  </a:lnTo>
                  <a:lnTo>
                    <a:pt x="2626" y="966"/>
                  </a:lnTo>
                  <a:lnTo>
                    <a:pt x="2202" y="1275"/>
                  </a:lnTo>
                  <a:lnTo>
                    <a:pt x="1313" y="1893"/>
                  </a:lnTo>
                  <a:lnTo>
                    <a:pt x="425" y="2433"/>
                  </a:lnTo>
                  <a:lnTo>
                    <a:pt x="348" y="2511"/>
                  </a:lnTo>
                  <a:lnTo>
                    <a:pt x="348" y="2627"/>
                  </a:lnTo>
                  <a:lnTo>
                    <a:pt x="271" y="2665"/>
                  </a:lnTo>
                  <a:lnTo>
                    <a:pt x="232" y="2781"/>
                  </a:lnTo>
                  <a:lnTo>
                    <a:pt x="194" y="3785"/>
                  </a:lnTo>
                  <a:lnTo>
                    <a:pt x="155" y="4828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577"/>
                  </a:lnTo>
                  <a:lnTo>
                    <a:pt x="503" y="10041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391" y="11160"/>
                  </a:lnTo>
                  <a:lnTo>
                    <a:pt x="1622" y="11276"/>
                  </a:lnTo>
                  <a:lnTo>
                    <a:pt x="1815" y="11353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19" y="11315"/>
                  </a:lnTo>
                  <a:lnTo>
                    <a:pt x="3051" y="11199"/>
                  </a:lnTo>
                  <a:lnTo>
                    <a:pt x="3283" y="11045"/>
                  </a:lnTo>
                  <a:lnTo>
                    <a:pt x="3476" y="10851"/>
                  </a:lnTo>
                  <a:lnTo>
                    <a:pt x="3669" y="10620"/>
                  </a:lnTo>
                  <a:lnTo>
                    <a:pt x="3823" y="10388"/>
                  </a:lnTo>
                  <a:lnTo>
                    <a:pt x="3978" y="10118"/>
                  </a:lnTo>
                  <a:lnTo>
                    <a:pt x="4171" y="9539"/>
                  </a:lnTo>
                  <a:lnTo>
                    <a:pt x="4325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183"/>
                  </a:lnTo>
                  <a:lnTo>
                    <a:pt x="4596" y="6642"/>
                  </a:lnTo>
                  <a:lnTo>
                    <a:pt x="4596" y="6102"/>
                  </a:lnTo>
                  <a:lnTo>
                    <a:pt x="4519" y="4982"/>
                  </a:lnTo>
                  <a:lnTo>
                    <a:pt x="4441" y="3862"/>
                  </a:lnTo>
                  <a:lnTo>
                    <a:pt x="4325" y="2742"/>
                  </a:lnTo>
                  <a:lnTo>
                    <a:pt x="4287" y="2395"/>
                  </a:lnTo>
                  <a:lnTo>
                    <a:pt x="4210" y="1429"/>
                  </a:lnTo>
                  <a:lnTo>
                    <a:pt x="4132" y="503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5"/>
            <p:cNvSpPr/>
            <p:nvPr/>
          </p:nvSpPr>
          <p:spPr>
            <a:xfrm>
              <a:off x="591450" y="239845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26"/>
                  </a:lnTo>
                  <a:lnTo>
                    <a:pt x="0" y="3012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52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30"/>
                  </a:lnTo>
                  <a:lnTo>
                    <a:pt x="463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776"/>
                  </a:lnTo>
                  <a:lnTo>
                    <a:pt x="888" y="1545"/>
                  </a:lnTo>
                  <a:lnTo>
                    <a:pt x="1043" y="1313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2"/>
                  </a:lnTo>
                  <a:lnTo>
                    <a:pt x="1854" y="657"/>
                  </a:lnTo>
                  <a:lnTo>
                    <a:pt x="2124" y="541"/>
                  </a:lnTo>
                  <a:lnTo>
                    <a:pt x="2433" y="502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2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1" y="1390"/>
                  </a:lnTo>
                  <a:lnTo>
                    <a:pt x="3668" y="1661"/>
                  </a:lnTo>
                  <a:lnTo>
                    <a:pt x="4132" y="1545"/>
                  </a:lnTo>
                  <a:lnTo>
                    <a:pt x="4016" y="1159"/>
                  </a:lnTo>
                  <a:lnTo>
                    <a:pt x="3823" y="811"/>
                  </a:lnTo>
                  <a:lnTo>
                    <a:pt x="3630" y="502"/>
                  </a:lnTo>
                  <a:lnTo>
                    <a:pt x="3398" y="270"/>
                  </a:lnTo>
                  <a:lnTo>
                    <a:pt x="3244" y="155"/>
                  </a:lnTo>
                  <a:lnTo>
                    <a:pt x="3089" y="77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5"/>
            <p:cNvSpPr/>
            <p:nvPr/>
          </p:nvSpPr>
          <p:spPr>
            <a:xfrm>
              <a:off x="464975" y="2716050"/>
              <a:ext cx="126500" cy="69525"/>
            </a:xfrm>
            <a:custGeom>
              <a:avLst/>
              <a:gdLst/>
              <a:ahLst/>
              <a:cxnLst/>
              <a:rect l="l" t="t" r="r" b="b"/>
              <a:pathLst>
                <a:path w="5060" h="2781" extrusionOk="0">
                  <a:moveTo>
                    <a:pt x="4905" y="0"/>
                  </a:moveTo>
                  <a:lnTo>
                    <a:pt x="3823" y="618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395"/>
                  </a:lnTo>
                  <a:lnTo>
                    <a:pt x="39" y="2472"/>
                  </a:lnTo>
                  <a:lnTo>
                    <a:pt x="0" y="2588"/>
                  </a:lnTo>
                  <a:lnTo>
                    <a:pt x="39" y="2665"/>
                  </a:lnTo>
                  <a:lnTo>
                    <a:pt x="116" y="2742"/>
                  </a:lnTo>
                  <a:lnTo>
                    <a:pt x="387" y="2781"/>
                  </a:lnTo>
                  <a:lnTo>
                    <a:pt x="1082" y="2588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2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5"/>
            <p:cNvSpPr/>
            <p:nvPr/>
          </p:nvSpPr>
          <p:spPr>
            <a:xfrm>
              <a:off x="581775" y="2586700"/>
              <a:ext cx="44450" cy="43450"/>
            </a:xfrm>
            <a:custGeom>
              <a:avLst/>
              <a:gdLst/>
              <a:ahLst/>
              <a:cxnLst/>
              <a:rect l="l" t="t" r="r" b="b"/>
              <a:pathLst>
                <a:path w="1778" h="1738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25"/>
                  </a:lnTo>
                  <a:lnTo>
                    <a:pt x="1314" y="579"/>
                  </a:lnTo>
                  <a:lnTo>
                    <a:pt x="1391" y="772"/>
                  </a:lnTo>
                  <a:lnTo>
                    <a:pt x="1391" y="965"/>
                  </a:lnTo>
                  <a:lnTo>
                    <a:pt x="1352" y="1043"/>
                  </a:lnTo>
                  <a:lnTo>
                    <a:pt x="1275" y="1120"/>
                  </a:lnTo>
                  <a:lnTo>
                    <a:pt x="1198" y="1197"/>
                  </a:lnTo>
                  <a:lnTo>
                    <a:pt x="1082" y="1274"/>
                  </a:lnTo>
                  <a:lnTo>
                    <a:pt x="889" y="1352"/>
                  </a:lnTo>
                  <a:lnTo>
                    <a:pt x="696" y="1313"/>
                  </a:lnTo>
                  <a:lnTo>
                    <a:pt x="542" y="1236"/>
                  </a:lnTo>
                  <a:lnTo>
                    <a:pt x="426" y="1081"/>
                  </a:lnTo>
                  <a:lnTo>
                    <a:pt x="387" y="888"/>
                  </a:lnTo>
                  <a:lnTo>
                    <a:pt x="387" y="734"/>
                  </a:lnTo>
                  <a:lnTo>
                    <a:pt x="464" y="541"/>
                  </a:lnTo>
                  <a:lnTo>
                    <a:pt x="542" y="386"/>
                  </a:lnTo>
                  <a:lnTo>
                    <a:pt x="542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9" y="39"/>
                  </a:lnTo>
                  <a:lnTo>
                    <a:pt x="464" y="116"/>
                  </a:lnTo>
                  <a:lnTo>
                    <a:pt x="426" y="155"/>
                  </a:lnTo>
                  <a:lnTo>
                    <a:pt x="348" y="155"/>
                  </a:lnTo>
                  <a:lnTo>
                    <a:pt x="233" y="232"/>
                  </a:lnTo>
                  <a:lnTo>
                    <a:pt x="117" y="348"/>
                  </a:lnTo>
                  <a:lnTo>
                    <a:pt x="40" y="502"/>
                  </a:lnTo>
                  <a:lnTo>
                    <a:pt x="1" y="657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40" y="1159"/>
                  </a:lnTo>
                  <a:lnTo>
                    <a:pt x="117" y="1313"/>
                  </a:lnTo>
                  <a:lnTo>
                    <a:pt x="194" y="1467"/>
                  </a:lnTo>
                  <a:lnTo>
                    <a:pt x="348" y="1583"/>
                  </a:lnTo>
                  <a:lnTo>
                    <a:pt x="464" y="1660"/>
                  </a:lnTo>
                  <a:lnTo>
                    <a:pt x="619" y="1699"/>
                  </a:lnTo>
                  <a:lnTo>
                    <a:pt x="812" y="1738"/>
                  </a:lnTo>
                  <a:lnTo>
                    <a:pt x="966" y="1738"/>
                  </a:lnTo>
                  <a:lnTo>
                    <a:pt x="1121" y="1699"/>
                  </a:lnTo>
                  <a:lnTo>
                    <a:pt x="1275" y="1622"/>
                  </a:lnTo>
                  <a:lnTo>
                    <a:pt x="1430" y="1506"/>
                  </a:lnTo>
                  <a:lnTo>
                    <a:pt x="1584" y="1390"/>
                  </a:lnTo>
                  <a:lnTo>
                    <a:pt x="1661" y="1236"/>
                  </a:lnTo>
                  <a:lnTo>
                    <a:pt x="1739" y="1081"/>
                  </a:lnTo>
                  <a:lnTo>
                    <a:pt x="1777" y="927"/>
                  </a:lnTo>
                  <a:lnTo>
                    <a:pt x="1777" y="772"/>
                  </a:lnTo>
                  <a:lnTo>
                    <a:pt x="1739" y="579"/>
                  </a:lnTo>
                  <a:lnTo>
                    <a:pt x="1661" y="425"/>
                  </a:lnTo>
                  <a:lnTo>
                    <a:pt x="1545" y="270"/>
                  </a:lnTo>
                  <a:lnTo>
                    <a:pt x="1430" y="155"/>
                  </a:lnTo>
                  <a:lnTo>
                    <a:pt x="1275" y="77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5"/>
            <p:cNvSpPr/>
            <p:nvPr/>
          </p:nvSpPr>
          <p:spPr>
            <a:xfrm>
              <a:off x="531575" y="263882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121" y="386"/>
                  </a:moveTo>
                  <a:lnTo>
                    <a:pt x="1198" y="464"/>
                  </a:lnTo>
                  <a:lnTo>
                    <a:pt x="1237" y="541"/>
                  </a:lnTo>
                  <a:lnTo>
                    <a:pt x="1314" y="695"/>
                  </a:lnTo>
                  <a:lnTo>
                    <a:pt x="1314" y="927"/>
                  </a:lnTo>
                  <a:lnTo>
                    <a:pt x="1237" y="1081"/>
                  </a:lnTo>
                  <a:lnTo>
                    <a:pt x="1159" y="1159"/>
                  </a:lnTo>
                  <a:lnTo>
                    <a:pt x="1082" y="1197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2" y="1120"/>
                  </a:lnTo>
                  <a:lnTo>
                    <a:pt x="464" y="1043"/>
                  </a:lnTo>
                  <a:lnTo>
                    <a:pt x="426" y="966"/>
                  </a:lnTo>
                  <a:lnTo>
                    <a:pt x="387" y="850"/>
                  </a:lnTo>
                  <a:lnTo>
                    <a:pt x="387" y="773"/>
                  </a:lnTo>
                  <a:lnTo>
                    <a:pt x="426" y="541"/>
                  </a:lnTo>
                  <a:lnTo>
                    <a:pt x="542" y="579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735" y="0"/>
                  </a:moveTo>
                  <a:lnTo>
                    <a:pt x="619" y="39"/>
                  </a:lnTo>
                  <a:lnTo>
                    <a:pt x="503" y="116"/>
                  </a:lnTo>
                  <a:lnTo>
                    <a:pt x="348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41"/>
                  </a:lnTo>
                  <a:lnTo>
                    <a:pt x="40" y="695"/>
                  </a:lnTo>
                  <a:lnTo>
                    <a:pt x="1" y="850"/>
                  </a:lnTo>
                  <a:lnTo>
                    <a:pt x="40" y="1004"/>
                  </a:lnTo>
                  <a:lnTo>
                    <a:pt x="78" y="1159"/>
                  </a:lnTo>
                  <a:lnTo>
                    <a:pt x="194" y="1313"/>
                  </a:lnTo>
                  <a:lnTo>
                    <a:pt x="310" y="1468"/>
                  </a:lnTo>
                  <a:lnTo>
                    <a:pt x="464" y="1545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583"/>
                  </a:lnTo>
                  <a:lnTo>
                    <a:pt x="1352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1"/>
                  </a:lnTo>
                  <a:lnTo>
                    <a:pt x="1700" y="888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7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5"/>
            <p:cNvSpPr/>
            <p:nvPr/>
          </p:nvSpPr>
          <p:spPr>
            <a:xfrm>
              <a:off x="340450" y="266585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116" y="0"/>
                  </a:moveTo>
                  <a:lnTo>
                    <a:pt x="39" y="116"/>
                  </a:lnTo>
                  <a:lnTo>
                    <a:pt x="0" y="232"/>
                  </a:lnTo>
                  <a:lnTo>
                    <a:pt x="39" y="348"/>
                  </a:lnTo>
                  <a:lnTo>
                    <a:pt x="348" y="850"/>
                  </a:lnTo>
                  <a:lnTo>
                    <a:pt x="657" y="1352"/>
                  </a:lnTo>
                  <a:lnTo>
                    <a:pt x="1004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3" y="3553"/>
                  </a:lnTo>
                  <a:lnTo>
                    <a:pt x="3205" y="3901"/>
                  </a:lnTo>
                  <a:lnTo>
                    <a:pt x="3553" y="3746"/>
                  </a:lnTo>
                  <a:lnTo>
                    <a:pt x="2780" y="2974"/>
                  </a:lnTo>
                  <a:lnTo>
                    <a:pt x="2047" y="2202"/>
                  </a:lnTo>
                  <a:lnTo>
                    <a:pt x="1352" y="1429"/>
                  </a:lnTo>
                  <a:lnTo>
                    <a:pt x="1043" y="966"/>
                  </a:lnTo>
                  <a:lnTo>
                    <a:pt x="734" y="541"/>
                  </a:lnTo>
                  <a:lnTo>
                    <a:pt x="1622" y="657"/>
                  </a:lnTo>
                  <a:lnTo>
                    <a:pt x="2510" y="850"/>
                  </a:lnTo>
                  <a:lnTo>
                    <a:pt x="3012" y="1004"/>
                  </a:lnTo>
                  <a:lnTo>
                    <a:pt x="3514" y="1198"/>
                  </a:lnTo>
                  <a:lnTo>
                    <a:pt x="4016" y="1352"/>
                  </a:lnTo>
                  <a:lnTo>
                    <a:pt x="4480" y="1506"/>
                  </a:lnTo>
                  <a:lnTo>
                    <a:pt x="4595" y="1468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4" y="1506"/>
                  </a:lnTo>
                  <a:lnTo>
                    <a:pt x="4981" y="1391"/>
                  </a:lnTo>
                  <a:lnTo>
                    <a:pt x="4634" y="1120"/>
                  </a:lnTo>
                  <a:lnTo>
                    <a:pt x="4171" y="850"/>
                  </a:lnTo>
                  <a:lnTo>
                    <a:pt x="3630" y="618"/>
                  </a:lnTo>
                  <a:lnTo>
                    <a:pt x="3089" y="425"/>
                  </a:lnTo>
                  <a:lnTo>
                    <a:pt x="2510" y="309"/>
                  </a:lnTo>
                  <a:lnTo>
                    <a:pt x="1931" y="194"/>
                  </a:lnTo>
                  <a:lnTo>
                    <a:pt x="1352" y="116"/>
                  </a:lnTo>
                  <a:lnTo>
                    <a:pt x="27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5"/>
            <p:cNvSpPr/>
            <p:nvPr/>
          </p:nvSpPr>
          <p:spPr>
            <a:xfrm>
              <a:off x="408025" y="2759500"/>
              <a:ext cx="66625" cy="99450"/>
            </a:xfrm>
            <a:custGeom>
              <a:avLst/>
              <a:gdLst/>
              <a:ahLst/>
              <a:cxnLst/>
              <a:rect l="l" t="t" r="r" b="b"/>
              <a:pathLst>
                <a:path w="2665" h="3978" extrusionOk="0">
                  <a:moveTo>
                    <a:pt x="850" y="0"/>
                  </a:moveTo>
                  <a:lnTo>
                    <a:pt x="502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1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0" y="2703"/>
                  </a:lnTo>
                  <a:lnTo>
                    <a:pt x="39" y="2935"/>
                  </a:lnTo>
                  <a:lnTo>
                    <a:pt x="77" y="3167"/>
                  </a:lnTo>
                  <a:lnTo>
                    <a:pt x="155" y="3398"/>
                  </a:lnTo>
                  <a:lnTo>
                    <a:pt x="309" y="3591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8" y="3939"/>
                  </a:lnTo>
                  <a:lnTo>
                    <a:pt x="1120" y="3977"/>
                  </a:lnTo>
                  <a:lnTo>
                    <a:pt x="1313" y="3900"/>
                  </a:lnTo>
                  <a:lnTo>
                    <a:pt x="1506" y="3823"/>
                  </a:lnTo>
                  <a:lnTo>
                    <a:pt x="1661" y="3669"/>
                  </a:lnTo>
                  <a:lnTo>
                    <a:pt x="1815" y="3514"/>
                  </a:lnTo>
                  <a:lnTo>
                    <a:pt x="1970" y="3282"/>
                  </a:lnTo>
                  <a:lnTo>
                    <a:pt x="2085" y="3051"/>
                  </a:lnTo>
                  <a:lnTo>
                    <a:pt x="2317" y="2549"/>
                  </a:lnTo>
                  <a:lnTo>
                    <a:pt x="2472" y="2008"/>
                  </a:lnTo>
                  <a:lnTo>
                    <a:pt x="2626" y="1467"/>
                  </a:lnTo>
                  <a:lnTo>
                    <a:pt x="2665" y="1043"/>
                  </a:lnTo>
                  <a:lnTo>
                    <a:pt x="2394" y="1004"/>
                  </a:lnTo>
                  <a:lnTo>
                    <a:pt x="2008" y="2008"/>
                  </a:lnTo>
                  <a:lnTo>
                    <a:pt x="1738" y="2665"/>
                  </a:lnTo>
                  <a:lnTo>
                    <a:pt x="1545" y="3012"/>
                  </a:lnTo>
                  <a:lnTo>
                    <a:pt x="1468" y="3205"/>
                  </a:lnTo>
                  <a:lnTo>
                    <a:pt x="1313" y="3282"/>
                  </a:lnTo>
                  <a:lnTo>
                    <a:pt x="1159" y="3282"/>
                  </a:lnTo>
                  <a:lnTo>
                    <a:pt x="966" y="3205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3"/>
                  </a:lnTo>
                  <a:lnTo>
                    <a:pt x="541" y="2356"/>
                  </a:lnTo>
                  <a:lnTo>
                    <a:pt x="579" y="2047"/>
                  </a:lnTo>
                  <a:lnTo>
                    <a:pt x="618" y="1622"/>
                  </a:lnTo>
                  <a:lnTo>
                    <a:pt x="734" y="1197"/>
                  </a:lnTo>
                  <a:lnTo>
                    <a:pt x="888" y="772"/>
                  </a:lnTo>
                  <a:lnTo>
                    <a:pt x="1043" y="348"/>
                  </a:lnTo>
                  <a:lnTo>
                    <a:pt x="1081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5"/>
            <p:cNvSpPr/>
            <p:nvPr/>
          </p:nvSpPr>
          <p:spPr>
            <a:xfrm>
              <a:off x="6642400" y="2349200"/>
              <a:ext cx="437325" cy="301225"/>
            </a:xfrm>
            <a:custGeom>
              <a:avLst/>
              <a:gdLst/>
              <a:ahLst/>
              <a:cxnLst/>
              <a:rect l="l" t="t" r="r" b="b"/>
              <a:pathLst>
                <a:path w="17493" h="12049" extrusionOk="0">
                  <a:moveTo>
                    <a:pt x="12086" y="503"/>
                  </a:moveTo>
                  <a:lnTo>
                    <a:pt x="12202" y="580"/>
                  </a:lnTo>
                  <a:lnTo>
                    <a:pt x="12280" y="657"/>
                  </a:lnTo>
                  <a:lnTo>
                    <a:pt x="12627" y="850"/>
                  </a:lnTo>
                  <a:lnTo>
                    <a:pt x="12897" y="1159"/>
                  </a:lnTo>
                  <a:lnTo>
                    <a:pt x="13129" y="1507"/>
                  </a:lnTo>
                  <a:lnTo>
                    <a:pt x="13322" y="1854"/>
                  </a:lnTo>
                  <a:lnTo>
                    <a:pt x="13477" y="2240"/>
                  </a:lnTo>
                  <a:lnTo>
                    <a:pt x="13631" y="2665"/>
                  </a:lnTo>
                  <a:lnTo>
                    <a:pt x="13824" y="3438"/>
                  </a:lnTo>
                  <a:lnTo>
                    <a:pt x="13090" y="3013"/>
                  </a:lnTo>
                  <a:lnTo>
                    <a:pt x="12704" y="2781"/>
                  </a:lnTo>
                  <a:lnTo>
                    <a:pt x="12357" y="2472"/>
                  </a:lnTo>
                  <a:lnTo>
                    <a:pt x="12009" y="2125"/>
                  </a:lnTo>
                  <a:lnTo>
                    <a:pt x="11816" y="1932"/>
                  </a:lnTo>
                  <a:lnTo>
                    <a:pt x="11662" y="1700"/>
                  </a:lnTo>
                  <a:lnTo>
                    <a:pt x="11507" y="1391"/>
                  </a:lnTo>
                  <a:lnTo>
                    <a:pt x="11430" y="1043"/>
                  </a:lnTo>
                  <a:lnTo>
                    <a:pt x="11662" y="735"/>
                  </a:lnTo>
                  <a:lnTo>
                    <a:pt x="11739" y="619"/>
                  </a:lnTo>
                  <a:lnTo>
                    <a:pt x="11855" y="541"/>
                  </a:lnTo>
                  <a:lnTo>
                    <a:pt x="11971" y="503"/>
                  </a:lnTo>
                  <a:close/>
                  <a:moveTo>
                    <a:pt x="16218" y="1584"/>
                  </a:moveTo>
                  <a:lnTo>
                    <a:pt x="16296" y="1623"/>
                  </a:lnTo>
                  <a:lnTo>
                    <a:pt x="16411" y="1661"/>
                  </a:lnTo>
                  <a:lnTo>
                    <a:pt x="16489" y="1738"/>
                  </a:lnTo>
                  <a:lnTo>
                    <a:pt x="16566" y="1816"/>
                  </a:lnTo>
                  <a:lnTo>
                    <a:pt x="16604" y="1970"/>
                  </a:lnTo>
                  <a:lnTo>
                    <a:pt x="16643" y="2163"/>
                  </a:lnTo>
                  <a:lnTo>
                    <a:pt x="16643" y="2356"/>
                  </a:lnTo>
                  <a:lnTo>
                    <a:pt x="16604" y="2511"/>
                  </a:lnTo>
                  <a:lnTo>
                    <a:pt x="16527" y="2665"/>
                  </a:lnTo>
                  <a:lnTo>
                    <a:pt x="16411" y="2820"/>
                  </a:lnTo>
                  <a:lnTo>
                    <a:pt x="16296" y="2974"/>
                  </a:lnTo>
                  <a:lnTo>
                    <a:pt x="15948" y="3206"/>
                  </a:lnTo>
                  <a:lnTo>
                    <a:pt x="15562" y="3399"/>
                  </a:lnTo>
                  <a:lnTo>
                    <a:pt x="15137" y="3553"/>
                  </a:lnTo>
                  <a:lnTo>
                    <a:pt x="14712" y="3669"/>
                  </a:lnTo>
                  <a:lnTo>
                    <a:pt x="14365" y="3746"/>
                  </a:lnTo>
                  <a:lnTo>
                    <a:pt x="14481" y="3360"/>
                  </a:lnTo>
                  <a:lnTo>
                    <a:pt x="14635" y="2974"/>
                  </a:lnTo>
                  <a:lnTo>
                    <a:pt x="14828" y="2627"/>
                  </a:lnTo>
                  <a:lnTo>
                    <a:pt x="15098" y="2279"/>
                  </a:lnTo>
                  <a:lnTo>
                    <a:pt x="15407" y="1970"/>
                  </a:lnTo>
                  <a:lnTo>
                    <a:pt x="15639" y="1816"/>
                  </a:lnTo>
                  <a:lnTo>
                    <a:pt x="15871" y="1661"/>
                  </a:lnTo>
                  <a:lnTo>
                    <a:pt x="16102" y="1623"/>
                  </a:lnTo>
                  <a:lnTo>
                    <a:pt x="16218" y="1584"/>
                  </a:lnTo>
                  <a:close/>
                  <a:moveTo>
                    <a:pt x="13824" y="4287"/>
                  </a:moveTo>
                  <a:lnTo>
                    <a:pt x="13670" y="4557"/>
                  </a:lnTo>
                  <a:lnTo>
                    <a:pt x="13477" y="4789"/>
                  </a:lnTo>
                  <a:lnTo>
                    <a:pt x="13245" y="5021"/>
                  </a:lnTo>
                  <a:lnTo>
                    <a:pt x="13013" y="5214"/>
                  </a:lnTo>
                  <a:lnTo>
                    <a:pt x="12666" y="5484"/>
                  </a:lnTo>
                  <a:lnTo>
                    <a:pt x="12164" y="5754"/>
                  </a:lnTo>
                  <a:lnTo>
                    <a:pt x="11893" y="5870"/>
                  </a:lnTo>
                  <a:lnTo>
                    <a:pt x="11623" y="5948"/>
                  </a:lnTo>
                  <a:lnTo>
                    <a:pt x="11391" y="5986"/>
                  </a:lnTo>
                  <a:lnTo>
                    <a:pt x="11198" y="5948"/>
                  </a:lnTo>
                  <a:lnTo>
                    <a:pt x="11044" y="5870"/>
                  </a:lnTo>
                  <a:lnTo>
                    <a:pt x="10967" y="5793"/>
                  </a:lnTo>
                  <a:lnTo>
                    <a:pt x="10928" y="5716"/>
                  </a:lnTo>
                  <a:lnTo>
                    <a:pt x="10889" y="5639"/>
                  </a:lnTo>
                  <a:lnTo>
                    <a:pt x="10889" y="5446"/>
                  </a:lnTo>
                  <a:lnTo>
                    <a:pt x="10967" y="5252"/>
                  </a:lnTo>
                  <a:lnTo>
                    <a:pt x="11121" y="5098"/>
                  </a:lnTo>
                  <a:lnTo>
                    <a:pt x="11276" y="4944"/>
                  </a:lnTo>
                  <a:lnTo>
                    <a:pt x="11546" y="4750"/>
                  </a:lnTo>
                  <a:lnTo>
                    <a:pt x="11816" y="4635"/>
                  </a:lnTo>
                  <a:lnTo>
                    <a:pt x="12086" y="4557"/>
                  </a:lnTo>
                  <a:lnTo>
                    <a:pt x="12627" y="4480"/>
                  </a:lnTo>
                  <a:lnTo>
                    <a:pt x="13245" y="4403"/>
                  </a:lnTo>
                  <a:lnTo>
                    <a:pt x="13554" y="4364"/>
                  </a:lnTo>
                  <a:lnTo>
                    <a:pt x="13824" y="4287"/>
                  </a:lnTo>
                  <a:close/>
                  <a:moveTo>
                    <a:pt x="14403" y="4248"/>
                  </a:moveTo>
                  <a:lnTo>
                    <a:pt x="15098" y="4596"/>
                  </a:lnTo>
                  <a:lnTo>
                    <a:pt x="15407" y="4789"/>
                  </a:lnTo>
                  <a:lnTo>
                    <a:pt x="15716" y="4982"/>
                  </a:lnTo>
                  <a:lnTo>
                    <a:pt x="15909" y="5137"/>
                  </a:lnTo>
                  <a:lnTo>
                    <a:pt x="16141" y="5368"/>
                  </a:lnTo>
                  <a:lnTo>
                    <a:pt x="16411" y="5677"/>
                  </a:lnTo>
                  <a:lnTo>
                    <a:pt x="16643" y="5986"/>
                  </a:lnTo>
                  <a:lnTo>
                    <a:pt x="16875" y="6334"/>
                  </a:lnTo>
                  <a:lnTo>
                    <a:pt x="16991" y="6681"/>
                  </a:lnTo>
                  <a:lnTo>
                    <a:pt x="16991" y="6836"/>
                  </a:lnTo>
                  <a:lnTo>
                    <a:pt x="16991" y="6990"/>
                  </a:lnTo>
                  <a:lnTo>
                    <a:pt x="16952" y="7106"/>
                  </a:lnTo>
                  <a:lnTo>
                    <a:pt x="16836" y="7222"/>
                  </a:lnTo>
                  <a:lnTo>
                    <a:pt x="16759" y="7299"/>
                  </a:lnTo>
                  <a:lnTo>
                    <a:pt x="16643" y="7338"/>
                  </a:lnTo>
                  <a:lnTo>
                    <a:pt x="16373" y="7338"/>
                  </a:lnTo>
                  <a:lnTo>
                    <a:pt x="16141" y="7222"/>
                  </a:lnTo>
                  <a:lnTo>
                    <a:pt x="15871" y="7029"/>
                  </a:lnTo>
                  <a:lnTo>
                    <a:pt x="15600" y="6797"/>
                  </a:lnTo>
                  <a:lnTo>
                    <a:pt x="15369" y="6565"/>
                  </a:lnTo>
                  <a:lnTo>
                    <a:pt x="15060" y="6141"/>
                  </a:lnTo>
                  <a:lnTo>
                    <a:pt x="14828" y="5716"/>
                  </a:lnTo>
                  <a:lnTo>
                    <a:pt x="14635" y="5252"/>
                  </a:lnTo>
                  <a:lnTo>
                    <a:pt x="14519" y="4750"/>
                  </a:lnTo>
                  <a:lnTo>
                    <a:pt x="14403" y="4248"/>
                  </a:lnTo>
                  <a:close/>
                  <a:moveTo>
                    <a:pt x="11855" y="1"/>
                  </a:moveTo>
                  <a:lnTo>
                    <a:pt x="11584" y="39"/>
                  </a:lnTo>
                  <a:lnTo>
                    <a:pt x="11469" y="117"/>
                  </a:lnTo>
                  <a:lnTo>
                    <a:pt x="11353" y="194"/>
                  </a:lnTo>
                  <a:lnTo>
                    <a:pt x="11160" y="387"/>
                  </a:lnTo>
                  <a:lnTo>
                    <a:pt x="11005" y="619"/>
                  </a:lnTo>
                  <a:lnTo>
                    <a:pt x="10928" y="812"/>
                  </a:lnTo>
                  <a:lnTo>
                    <a:pt x="10928" y="1005"/>
                  </a:lnTo>
                  <a:lnTo>
                    <a:pt x="10928" y="1236"/>
                  </a:lnTo>
                  <a:lnTo>
                    <a:pt x="11005" y="1468"/>
                  </a:lnTo>
                  <a:lnTo>
                    <a:pt x="11082" y="1661"/>
                  </a:lnTo>
                  <a:lnTo>
                    <a:pt x="11198" y="1893"/>
                  </a:lnTo>
                  <a:lnTo>
                    <a:pt x="11546" y="2318"/>
                  </a:lnTo>
                  <a:lnTo>
                    <a:pt x="11932" y="2742"/>
                  </a:lnTo>
                  <a:lnTo>
                    <a:pt x="12395" y="3090"/>
                  </a:lnTo>
                  <a:lnTo>
                    <a:pt x="12859" y="3399"/>
                  </a:lnTo>
                  <a:lnTo>
                    <a:pt x="12859" y="3399"/>
                  </a:lnTo>
                  <a:lnTo>
                    <a:pt x="12048" y="3283"/>
                  </a:lnTo>
                  <a:lnTo>
                    <a:pt x="11198" y="3283"/>
                  </a:lnTo>
                  <a:lnTo>
                    <a:pt x="10387" y="3322"/>
                  </a:lnTo>
                  <a:lnTo>
                    <a:pt x="9615" y="3476"/>
                  </a:lnTo>
                  <a:lnTo>
                    <a:pt x="9654" y="3013"/>
                  </a:lnTo>
                  <a:lnTo>
                    <a:pt x="9654" y="2511"/>
                  </a:lnTo>
                  <a:lnTo>
                    <a:pt x="9615" y="2009"/>
                  </a:lnTo>
                  <a:lnTo>
                    <a:pt x="9538" y="1507"/>
                  </a:lnTo>
                  <a:lnTo>
                    <a:pt x="9075" y="1623"/>
                  </a:lnTo>
                  <a:lnTo>
                    <a:pt x="9152" y="2086"/>
                  </a:lnTo>
                  <a:lnTo>
                    <a:pt x="9152" y="2588"/>
                  </a:lnTo>
                  <a:lnTo>
                    <a:pt x="9152" y="3090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5" y="3901"/>
                  </a:lnTo>
                  <a:lnTo>
                    <a:pt x="7414" y="4287"/>
                  </a:lnTo>
                  <a:lnTo>
                    <a:pt x="6603" y="4712"/>
                  </a:lnTo>
                  <a:lnTo>
                    <a:pt x="5831" y="5214"/>
                  </a:lnTo>
                  <a:lnTo>
                    <a:pt x="5406" y="5252"/>
                  </a:lnTo>
                  <a:lnTo>
                    <a:pt x="5406" y="5561"/>
                  </a:lnTo>
                  <a:lnTo>
                    <a:pt x="4595" y="6218"/>
                  </a:lnTo>
                  <a:lnTo>
                    <a:pt x="3823" y="6913"/>
                  </a:lnTo>
                  <a:lnTo>
                    <a:pt x="3089" y="7685"/>
                  </a:lnTo>
                  <a:lnTo>
                    <a:pt x="2394" y="8496"/>
                  </a:lnTo>
                  <a:lnTo>
                    <a:pt x="1738" y="9307"/>
                  </a:lnTo>
                  <a:lnTo>
                    <a:pt x="1081" y="10157"/>
                  </a:lnTo>
                  <a:lnTo>
                    <a:pt x="502" y="10967"/>
                  </a:lnTo>
                  <a:lnTo>
                    <a:pt x="0" y="11778"/>
                  </a:lnTo>
                  <a:lnTo>
                    <a:pt x="348" y="12049"/>
                  </a:lnTo>
                  <a:lnTo>
                    <a:pt x="1545" y="10504"/>
                  </a:lnTo>
                  <a:lnTo>
                    <a:pt x="2742" y="8959"/>
                  </a:lnTo>
                  <a:lnTo>
                    <a:pt x="3360" y="8226"/>
                  </a:lnTo>
                  <a:lnTo>
                    <a:pt x="4016" y="7492"/>
                  </a:lnTo>
                  <a:lnTo>
                    <a:pt x="4711" y="6797"/>
                  </a:lnTo>
                  <a:lnTo>
                    <a:pt x="5483" y="6179"/>
                  </a:lnTo>
                  <a:lnTo>
                    <a:pt x="6256" y="5561"/>
                  </a:lnTo>
                  <a:lnTo>
                    <a:pt x="7105" y="5059"/>
                  </a:lnTo>
                  <a:lnTo>
                    <a:pt x="7993" y="4596"/>
                  </a:lnTo>
                  <a:lnTo>
                    <a:pt x="8457" y="4442"/>
                  </a:lnTo>
                  <a:lnTo>
                    <a:pt x="8920" y="4248"/>
                  </a:lnTo>
                  <a:lnTo>
                    <a:pt x="9422" y="4133"/>
                  </a:lnTo>
                  <a:lnTo>
                    <a:pt x="9885" y="4017"/>
                  </a:lnTo>
                  <a:lnTo>
                    <a:pt x="10387" y="3901"/>
                  </a:lnTo>
                  <a:lnTo>
                    <a:pt x="10851" y="3862"/>
                  </a:lnTo>
                  <a:lnTo>
                    <a:pt x="11353" y="3824"/>
                  </a:lnTo>
                  <a:lnTo>
                    <a:pt x="11855" y="3824"/>
                  </a:lnTo>
                  <a:lnTo>
                    <a:pt x="12357" y="3862"/>
                  </a:lnTo>
                  <a:lnTo>
                    <a:pt x="12859" y="3901"/>
                  </a:lnTo>
                  <a:lnTo>
                    <a:pt x="12318" y="3978"/>
                  </a:lnTo>
                  <a:lnTo>
                    <a:pt x="11855" y="4094"/>
                  </a:lnTo>
                  <a:lnTo>
                    <a:pt x="11391" y="4287"/>
                  </a:lnTo>
                  <a:lnTo>
                    <a:pt x="11198" y="4403"/>
                  </a:lnTo>
                  <a:lnTo>
                    <a:pt x="11005" y="4557"/>
                  </a:lnTo>
                  <a:lnTo>
                    <a:pt x="10851" y="4673"/>
                  </a:lnTo>
                  <a:lnTo>
                    <a:pt x="10696" y="4866"/>
                  </a:lnTo>
                  <a:lnTo>
                    <a:pt x="10542" y="5059"/>
                  </a:lnTo>
                  <a:lnTo>
                    <a:pt x="10465" y="5291"/>
                  </a:lnTo>
                  <a:lnTo>
                    <a:pt x="10387" y="5523"/>
                  </a:lnTo>
                  <a:lnTo>
                    <a:pt x="10387" y="5754"/>
                  </a:lnTo>
                  <a:lnTo>
                    <a:pt x="10426" y="5948"/>
                  </a:lnTo>
                  <a:lnTo>
                    <a:pt x="10581" y="6179"/>
                  </a:lnTo>
                  <a:lnTo>
                    <a:pt x="10658" y="6256"/>
                  </a:lnTo>
                  <a:lnTo>
                    <a:pt x="10774" y="6334"/>
                  </a:lnTo>
                  <a:lnTo>
                    <a:pt x="11005" y="6411"/>
                  </a:lnTo>
                  <a:lnTo>
                    <a:pt x="11276" y="6449"/>
                  </a:lnTo>
                  <a:lnTo>
                    <a:pt x="11584" y="6411"/>
                  </a:lnTo>
                  <a:lnTo>
                    <a:pt x="11855" y="6372"/>
                  </a:lnTo>
                  <a:lnTo>
                    <a:pt x="12164" y="6256"/>
                  </a:lnTo>
                  <a:lnTo>
                    <a:pt x="12627" y="6063"/>
                  </a:lnTo>
                  <a:lnTo>
                    <a:pt x="13052" y="5793"/>
                  </a:lnTo>
                  <a:lnTo>
                    <a:pt x="13438" y="5484"/>
                  </a:lnTo>
                  <a:lnTo>
                    <a:pt x="13399" y="5523"/>
                  </a:lnTo>
                  <a:lnTo>
                    <a:pt x="13786" y="5716"/>
                  </a:lnTo>
                  <a:lnTo>
                    <a:pt x="14056" y="4866"/>
                  </a:lnTo>
                  <a:lnTo>
                    <a:pt x="14210" y="5407"/>
                  </a:lnTo>
                  <a:lnTo>
                    <a:pt x="14403" y="5909"/>
                  </a:lnTo>
                  <a:lnTo>
                    <a:pt x="14674" y="6411"/>
                  </a:lnTo>
                  <a:lnTo>
                    <a:pt x="14983" y="6874"/>
                  </a:lnTo>
                  <a:lnTo>
                    <a:pt x="15176" y="7067"/>
                  </a:lnTo>
                  <a:lnTo>
                    <a:pt x="15407" y="7299"/>
                  </a:lnTo>
                  <a:lnTo>
                    <a:pt x="15678" y="7492"/>
                  </a:lnTo>
                  <a:lnTo>
                    <a:pt x="15987" y="7685"/>
                  </a:lnTo>
                  <a:lnTo>
                    <a:pt x="16296" y="7801"/>
                  </a:lnTo>
                  <a:lnTo>
                    <a:pt x="16604" y="7878"/>
                  </a:lnTo>
                  <a:lnTo>
                    <a:pt x="16759" y="7878"/>
                  </a:lnTo>
                  <a:lnTo>
                    <a:pt x="16875" y="7840"/>
                  </a:lnTo>
                  <a:lnTo>
                    <a:pt x="17029" y="7801"/>
                  </a:lnTo>
                  <a:lnTo>
                    <a:pt x="17184" y="7724"/>
                  </a:lnTo>
                  <a:lnTo>
                    <a:pt x="17299" y="7647"/>
                  </a:lnTo>
                  <a:lnTo>
                    <a:pt x="17377" y="7531"/>
                  </a:lnTo>
                  <a:lnTo>
                    <a:pt x="17415" y="7376"/>
                  </a:lnTo>
                  <a:lnTo>
                    <a:pt x="17454" y="7260"/>
                  </a:lnTo>
                  <a:lnTo>
                    <a:pt x="17493" y="6951"/>
                  </a:lnTo>
                  <a:lnTo>
                    <a:pt x="17415" y="6604"/>
                  </a:lnTo>
                  <a:lnTo>
                    <a:pt x="17299" y="6295"/>
                  </a:lnTo>
                  <a:lnTo>
                    <a:pt x="17184" y="5986"/>
                  </a:lnTo>
                  <a:lnTo>
                    <a:pt x="17029" y="5716"/>
                  </a:lnTo>
                  <a:lnTo>
                    <a:pt x="16875" y="5484"/>
                  </a:lnTo>
                  <a:lnTo>
                    <a:pt x="16682" y="5252"/>
                  </a:lnTo>
                  <a:lnTo>
                    <a:pt x="16489" y="5021"/>
                  </a:lnTo>
                  <a:lnTo>
                    <a:pt x="16257" y="4789"/>
                  </a:lnTo>
                  <a:lnTo>
                    <a:pt x="16025" y="4596"/>
                  </a:lnTo>
                  <a:lnTo>
                    <a:pt x="15523" y="4287"/>
                  </a:lnTo>
                  <a:lnTo>
                    <a:pt x="14944" y="4017"/>
                  </a:lnTo>
                  <a:lnTo>
                    <a:pt x="15407" y="3901"/>
                  </a:lnTo>
                  <a:lnTo>
                    <a:pt x="15832" y="3746"/>
                  </a:lnTo>
                  <a:lnTo>
                    <a:pt x="16218" y="3515"/>
                  </a:lnTo>
                  <a:lnTo>
                    <a:pt x="16604" y="3244"/>
                  </a:lnTo>
                  <a:lnTo>
                    <a:pt x="16759" y="3051"/>
                  </a:lnTo>
                  <a:lnTo>
                    <a:pt x="16913" y="2858"/>
                  </a:lnTo>
                  <a:lnTo>
                    <a:pt x="17029" y="2665"/>
                  </a:lnTo>
                  <a:lnTo>
                    <a:pt x="17106" y="2434"/>
                  </a:lnTo>
                  <a:lnTo>
                    <a:pt x="17145" y="2163"/>
                  </a:lnTo>
                  <a:lnTo>
                    <a:pt x="17106" y="1932"/>
                  </a:lnTo>
                  <a:lnTo>
                    <a:pt x="17068" y="1700"/>
                  </a:lnTo>
                  <a:lnTo>
                    <a:pt x="16913" y="1468"/>
                  </a:lnTo>
                  <a:lnTo>
                    <a:pt x="16759" y="1314"/>
                  </a:lnTo>
                  <a:lnTo>
                    <a:pt x="16566" y="1198"/>
                  </a:lnTo>
                  <a:lnTo>
                    <a:pt x="16334" y="1159"/>
                  </a:lnTo>
                  <a:lnTo>
                    <a:pt x="16102" y="1159"/>
                  </a:lnTo>
                  <a:lnTo>
                    <a:pt x="15909" y="1198"/>
                  </a:lnTo>
                  <a:lnTo>
                    <a:pt x="15678" y="1236"/>
                  </a:lnTo>
                  <a:lnTo>
                    <a:pt x="15446" y="1352"/>
                  </a:lnTo>
                  <a:lnTo>
                    <a:pt x="15253" y="1468"/>
                  </a:lnTo>
                  <a:lnTo>
                    <a:pt x="14905" y="1777"/>
                  </a:lnTo>
                  <a:lnTo>
                    <a:pt x="14596" y="2163"/>
                  </a:lnTo>
                  <a:lnTo>
                    <a:pt x="14326" y="2588"/>
                  </a:lnTo>
                  <a:lnTo>
                    <a:pt x="14094" y="3013"/>
                  </a:lnTo>
                  <a:lnTo>
                    <a:pt x="13940" y="2434"/>
                  </a:lnTo>
                  <a:lnTo>
                    <a:pt x="13747" y="1893"/>
                  </a:lnTo>
                  <a:lnTo>
                    <a:pt x="13515" y="1352"/>
                  </a:lnTo>
                  <a:lnTo>
                    <a:pt x="13168" y="850"/>
                  </a:lnTo>
                  <a:lnTo>
                    <a:pt x="13013" y="657"/>
                  </a:lnTo>
                  <a:lnTo>
                    <a:pt x="12820" y="464"/>
                  </a:lnTo>
                  <a:lnTo>
                    <a:pt x="12588" y="271"/>
                  </a:lnTo>
                  <a:lnTo>
                    <a:pt x="12357" y="117"/>
                  </a:lnTo>
                  <a:lnTo>
                    <a:pt x="12086" y="39"/>
                  </a:lnTo>
                  <a:lnTo>
                    <a:pt x="118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5"/>
            <p:cNvSpPr/>
            <p:nvPr/>
          </p:nvSpPr>
          <p:spPr>
            <a:xfrm>
              <a:off x="6880825" y="24872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5" y="1159"/>
                  </a:lnTo>
                  <a:lnTo>
                    <a:pt x="2897" y="1700"/>
                  </a:lnTo>
                  <a:lnTo>
                    <a:pt x="2511" y="2202"/>
                  </a:lnTo>
                  <a:lnTo>
                    <a:pt x="1932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96"/>
                  </a:lnTo>
                  <a:lnTo>
                    <a:pt x="40" y="4943"/>
                  </a:lnTo>
                  <a:lnTo>
                    <a:pt x="155" y="4943"/>
                  </a:lnTo>
                  <a:lnTo>
                    <a:pt x="542" y="4789"/>
                  </a:lnTo>
                  <a:lnTo>
                    <a:pt x="966" y="4519"/>
                  </a:lnTo>
                  <a:lnTo>
                    <a:pt x="1314" y="4248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897" y="2511"/>
                  </a:lnTo>
                  <a:lnTo>
                    <a:pt x="3322" y="1970"/>
                  </a:lnTo>
                  <a:lnTo>
                    <a:pt x="3669" y="1391"/>
                  </a:lnTo>
                  <a:lnTo>
                    <a:pt x="3978" y="812"/>
                  </a:lnTo>
                  <a:lnTo>
                    <a:pt x="4249" y="194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5"/>
            <p:cNvSpPr/>
            <p:nvPr/>
          </p:nvSpPr>
          <p:spPr>
            <a:xfrm>
              <a:off x="6829675" y="248917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4" y="271"/>
                  </a:moveTo>
                  <a:lnTo>
                    <a:pt x="1236" y="387"/>
                  </a:lnTo>
                  <a:lnTo>
                    <a:pt x="1429" y="542"/>
                  </a:lnTo>
                  <a:lnTo>
                    <a:pt x="1545" y="735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4" y="1198"/>
                  </a:lnTo>
                  <a:lnTo>
                    <a:pt x="1545" y="1275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6"/>
                  </a:lnTo>
                  <a:lnTo>
                    <a:pt x="966" y="1584"/>
                  </a:lnTo>
                  <a:lnTo>
                    <a:pt x="773" y="1546"/>
                  </a:lnTo>
                  <a:lnTo>
                    <a:pt x="580" y="1391"/>
                  </a:lnTo>
                  <a:lnTo>
                    <a:pt x="502" y="1314"/>
                  </a:lnTo>
                  <a:lnTo>
                    <a:pt x="464" y="1198"/>
                  </a:lnTo>
                  <a:lnTo>
                    <a:pt x="425" y="966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387"/>
                  </a:lnTo>
                  <a:lnTo>
                    <a:pt x="734" y="349"/>
                  </a:lnTo>
                  <a:lnTo>
                    <a:pt x="734" y="271"/>
                  </a:lnTo>
                  <a:close/>
                  <a:moveTo>
                    <a:pt x="850" y="1"/>
                  </a:moveTo>
                  <a:lnTo>
                    <a:pt x="657" y="78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78"/>
                  </a:lnTo>
                  <a:lnTo>
                    <a:pt x="271" y="194"/>
                  </a:lnTo>
                  <a:lnTo>
                    <a:pt x="155" y="349"/>
                  </a:lnTo>
                  <a:lnTo>
                    <a:pt x="78" y="503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8" y="1430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893"/>
                  </a:lnTo>
                  <a:lnTo>
                    <a:pt x="1584" y="1816"/>
                  </a:lnTo>
                  <a:lnTo>
                    <a:pt x="1738" y="1661"/>
                  </a:lnTo>
                  <a:lnTo>
                    <a:pt x="1892" y="1546"/>
                  </a:lnTo>
                  <a:lnTo>
                    <a:pt x="1970" y="1352"/>
                  </a:lnTo>
                  <a:lnTo>
                    <a:pt x="2047" y="1159"/>
                  </a:lnTo>
                  <a:lnTo>
                    <a:pt x="2086" y="966"/>
                  </a:lnTo>
                  <a:lnTo>
                    <a:pt x="2047" y="773"/>
                  </a:lnTo>
                  <a:lnTo>
                    <a:pt x="1970" y="580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4" y="155"/>
                  </a:lnTo>
                  <a:lnTo>
                    <a:pt x="1429" y="40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5"/>
            <p:cNvSpPr/>
            <p:nvPr/>
          </p:nvSpPr>
          <p:spPr>
            <a:xfrm>
              <a:off x="6773675" y="254227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4" y="3129"/>
                  </a:lnTo>
                  <a:lnTo>
                    <a:pt x="3939" y="4248"/>
                  </a:lnTo>
                  <a:lnTo>
                    <a:pt x="4017" y="5368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878"/>
                  </a:lnTo>
                  <a:lnTo>
                    <a:pt x="3901" y="8535"/>
                  </a:lnTo>
                  <a:lnTo>
                    <a:pt x="3746" y="9114"/>
                  </a:lnTo>
                  <a:lnTo>
                    <a:pt x="3515" y="9693"/>
                  </a:lnTo>
                  <a:lnTo>
                    <a:pt x="3244" y="10234"/>
                  </a:lnTo>
                  <a:lnTo>
                    <a:pt x="3013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52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465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54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57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580" y="2742"/>
                  </a:lnTo>
                  <a:lnTo>
                    <a:pt x="1352" y="2356"/>
                  </a:lnTo>
                  <a:lnTo>
                    <a:pt x="2163" y="1932"/>
                  </a:lnTo>
                  <a:lnTo>
                    <a:pt x="2935" y="1430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01" y="1"/>
                  </a:moveTo>
                  <a:lnTo>
                    <a:pt x="3476" y="310"/>
                  </a:lnTo>
                  <a:lnTo>
                    <a:pt x="3051" y="619"/>
                  </a:lnTo>
                  <a:lnTo>
                    <a:pt x="2626" y="966"/>
                  </a:lnTo>
                  <a:lnTo>
                    <a:pt x="2202" y="1275"/>
                  </a:lnTo>
                  <a:lnTo>
                    <a:pt x="1314" y="1893"/>
                  </a:lnTo>
                  <a:lnTo>
                    <a:pt x="425" y="2434"/>
                  </a:lnTo>
                  <a:lnTo>
                    <a:pt x="348" y="2511"/>
                  </a:lnTo>
                  <a:lnTo>
                    <a:pt x="348" y="2627"/>
                  </a:lnTo>
                  <a:lnTo>
                    <a:pt x="271" y="2665"/>
                  </a:lnTo>
                  <a:lnTo>
                    <a:pt x="232" y="2781"/>
                  </a:lnTo>
                  <a:lnTo>
                    <a:pt x="194" y="3785"/>
                  </a:lnTo>
                  <a:lnTo>
                    <a:pt x="155" y="4828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577"/>
                  </a:lnTo>
                  <a:lnTo>
                    <a:pt x="503" y="10041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391" y="11160"/>
                  </a:lnTo>
                  <a:lnTo>
                    <a:pt x="1622" y="11276"/>
                  </a:lnTo>
                  <a:lnTo>
                    <a:pt x="1816" y="11354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20" y="11315"/>
                  </a:lnTo>
                  <a:lnTo>
                    <a:pt x="3051" y="11199"/>
                  </a:lnTo>
                  <a:lnTo>
                    <a:pt x="3283" y="11045"/>
                  </a:lnTo>
                  <a:lnTo>
                    <a:pt x="3476" y="10852"/>
                  </a:lnTo>
                  <a:lnTo>
                    <a:pt x="3669" y="10620"/>
                  </a:lnTo>
                  <a:lnTo>
                    <a:pt x="3824" y="10388"/>
                  </a:lnTo>
                  <a:lnTo>
                    <a:pt x="3978" y="10118"/>
                  </a:lnTo>
                  <a:lnTo>
                    <a:pt x="4171" y="9539"/>
                  </a:lnTo>
                  <a:lnTo>
                    <a:pt x="4326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183"/>
                  </a:lnTo>
                  <a:lnTo>
                    <a:pt x="4596" y="6643"/>
                  </a:lnTo>
                  <a:lnTo>
                    <a:pt x="4596" y="6102"/>
                  </a:lnTo>
                  <a:lnTo>
                    <a:pt x="4519" y="4982"/>
                  </a:lnTo>
                  <a:lnTo>
                    <a:pt x="4441" y="3862"/>
                  </a:lnTo>
                  <a:lnTo>
                    <a:pt x="4326" y="2742"/>
                  </a:lnTo>
                  <a:lnTo>
                    <a:pt x="4287" y="2395"/>
                  </a:lnTo>
                  <a:lnTo>
                    <a:pt x="4210" y="1430"/>
                  </a:lnTo>
                  <a:lnTo>
                    <a:pt x="4132" y="503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5"/>
            <p:cNvSpPr/>
            <p:nvPr/>
          </p:nvSpPr>
          <p:spPr>
            <a:xfrm>
              <a:off x="6777550" y="234825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26"/>
                  </a:lnTo>
                  <a:lnTo>
                    <a:pt x="0" y="3012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52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30"/>
                  </a:lnTo>
                  <a:lnTo>
                    <a:pt x="463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776"/>
                  </a:lnTo>
                  <a:lnTo>
                    <a:pt x="888" y="1545"/>
                  </a:lnTo>
                  <a:lnTo>
                    <a:pt x="1043" y="1313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3"/>
                  </a:lnTo>
                  <a:lnTo>
                    <a:pt x="1854" y="657"/>
                  </a:lnTo>
                  <a:lnTo>
                    <a:pt x="2124" y="541"/>
                  </a:lnTo>
                  <a:lnTo>
                    <a:pt x="2433" y="502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3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1" y="1390"/>
                  </a:lnTo>
                  <a:lnTo>
                    <a:pt x="3669" y="1661"/>
                  </a:lnTo>
                  <a:lnTo>
                    <a:pt x="4132" y="1545"/>
                  </a:lnTo>
                  <a:lnTo>
                    <a:pt x="4016" y="1159"/>
                  </a:lnTo>
                  <a:lnTo>
                    <a:pt x="3823" y="811"/>
                  </a:lnTo>
                  <a:lnTo>
                    <a:pt x="3630" y="502"/>
                  </a:lnTo>
                  <a:lnTo>
                    <a:pt x="3398" y="271"/>
                  </a:lnTo>
                  <a:lnTo>
                    <a:pt x="3244" y="155"/>
                  </a:lnTo>
                  <a:lnTo>
                    <a:pt x="3089" y="77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5"/>
            <p:cNvSpPr/>
            <p:nvPr/>
          </p:nvSpPr>
          <p:spPr>
            <a:xfrm>
              <a:off x="6651075" y="2665850"/>
              <a:ext cx="126500" cy="69525"/>
            </a:xfrm>
            <a:custGeom>
              <a:avLst/>
              <a:gdLst/>
              <a:ahLst/>
              <a:cxnLst/>
              <a:rect l="l" t="t" r="r" b="b"/>
              <a:pathLst>
                <a:path w="5060" h="2781" extrusionOk="0">
                  <a:moveTo>
                    <a:pt x="4905" y="0"/>
                  </a:moveTo>
                  <a:lnTo>
                    <a:pt x="3823" y="618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395"/>
                  </a:lnTo>
                  <a:lnTo>
                    <a:pt x="39" y="2472"/>
                  </a:lnTo>
                  <a:lnTo>
                    <a:pt x="1" y="2588"/>
                  </a:lnTo>
                  <a:lnTo>
                    <a:pt x="39" y="2665"/>
                  </a:lnTo>
                  <a:lnTo>
                    <a:pt x="116" y="2742"/>
                  </a:lnTo>
                  <a:lnTo>
                    <a:pt x="387" y="2781"/>
                  </a:lnTo>
                  <a:lnTo>
                    <a:pt x="1082" y="2588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2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5"/>
            <p:cNvSpPr/>
            <p:nvPr/>
          </p:nvSpPr>
          <p:spPr>
            <a:xfrm>
              <a:off x="6767875" y="2536500"/>
              <a:ext cx="44450" cy="43450"/>
            </a:xfrm>
            <a:custGeom>
              <a:avLst/>
              <a:gdLst/>
              <a:ahLst/>
              <a:cxnLst/>
              <a:rect l="l" t="t" r="r" b="b"/>
              <a:pathLst>
                <a:path w="1778" h="1738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25"/>
                  </a:lnTo>
                  <a:lnTo>
                    <a:pt x="1314" y="579"/>
                  </a:lnTo>
                  <a:lnTo>
                    <a:pt x="1391" y="772"/>
                  </a:lnTo>
                  <a:lnTo>
                    <a:pt x="1391" y="965"/>
                  </a:lnTo>
                  <a:lnTo>
                    <a:pt x="1352" y="1043"/>
                  </a:lnTo>
                  <a:lnTo>
                    <a:pt x="1275" y="1120"/>
                  </a:lnTo>
                  <a:lnTo>
                    <a:pt x="1198" y="1197"/>
                  </a:lnTo>
                  <a:lnTo>
                    <a:pt x="1082" y="1274"/>
                  </a:lnTo>
                  <a:lnTo>
                    <a:pt x="889" y="1352"/>
                  </a:lnTo>
                  <a:lnTo>
                    <a:pt x="696" y="1313"/>
                  </a:lnTo>
                  <a:lnTo>
                    <a:pt x="542" y="1236"/>
                  </a:lnTo>
                  <a:lnTo>
                    <a:pt x="426" y="1081"/>
                  </a:lnTo>
                  <a:lnTo>
                    <a:pt x="387" y="888"/>
                  </a:lnTo>
                  <a:lnTo>
                    <a:pt x="387" y="734"/>
                  </a:lnTo>
                  <a:lnTo>
                    <a:pt x="464" y="541"/>
                  </a:lnTo>
                  <a:lnTo>
                    <a:pt x="542" y="386"/>
                  </a:lnTo>
                  <a:lnTo>
                    <a:pt x="542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9" y="39"/>
                  </a:lnTo>
                  <a:lnTo>
                    <a:pt x="464" y="116"/>
                  </a:lnTo>
                  <a:lnTo>
                    <a:pt x="426" y="155"/>
                  </a:lnTo>
                  <a:lnTo>
                    <a:pt x="348" y="155"/>
                  </a:lnTo>
                  <a:lnTo>
                    <a:pt x="233" y="232"/>
                  </a:lnTo>
                  <a:lnTo>
                    <a:pt x="117" y="348"/>
                  </a:lnTo>
                  <a:lnTo>
                    <a:pt x="40" y="502"/>
                  </a:lnTo>
                  <a:lnTo>
                    <a:pt x="1" y="657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40" y="1159"/>
                  </a:lnTo>
                  <a:lnTo>
                    <a:pt x="117" y="1313"/>
                  </a:lnTo>
                  <a:lnTo>
                    <a:pt x="194" y="1467"/>
                  </a:lnTo>
                  <a:lnTo>
                    <a:pt x="348" y="1583"/>
                  </a:lnTo>
                  <a:lnTo>
                    <a:pt x="464" y="1661"/>
                  </a:lnTo>
                  <a:lnTo>
                    <a:pt x="619" y="1699"/>
                  </a:lnTo>
                  <a:lnTo>
                    <a:pt x="812" y="1738"/>
                  </a:lnTo>
                  <a:lnTo>
                    <a:pt x="966" y="1738"/>
                  </a:lnTo>
                  <a:lnTo>
                    <a:pt x="1121" y="1699"/>
                  </a:lnTo>
                  <a:lnTo>
                    <a:pt x="1275" y="1622"/>
                  </a:lnTo>
                  <a:lnTo>
                    <a:pt x="1430" y="1506"/>
                  </a:lnTo>
                  <a:lnTo>
                    <a:pt x="1584" y="1390"/>
                  </a:lnTo>
                  <a:lnTo>
                    <a:pt x="1661" y="1236"/>
                  </a:lnTo>
                  <a:lnTo>
                    <a:pt x="1739" y="1081"/>
                  </a:lnTo>
                  <a:lnTo>
                    <a:pt x="1777" y="927"/>
                  </a:lnTo>
                  <a:lnTo>
                    <a:pt x="1777" y="772"/>
                  </a:lnTo>
                  <a:lnTo>
                    <a:pt x="1739" y="579"/>
                  </a:lnTo>
                  <a:lnTo>
                    <a:pt x="1661" y="425"/>
                  </a:lnTo>
                  <a:lnTo>
                    <a:pt x="1546" y="270"/>
                  </a:lnTo>
                  <a:lnTo>
                    <a:pt x="1430" y="155"/>
                  </a:lnTo>
                  <a:lnTo>
                    <a:pt x="1275" y="77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5"/>
            <p:cNvSpPr/>
            <p:nvPr/>
          </p:nvSpPr>
          <p:spPr>
            <a:xfrm>
              <a:off x="6717675" y="2588625"/>
              <a:ext cx="42525" cy="41525"/>
            </a:xfrm>
            <a:custGeom>
              <a:avLst/>
              <a:gdLst/>
              <a:ahLst/>
              <a:cxnLst/>
              <a:rect l="l" t="t" r="r" b="b"/>
              <a:pathLst>
                <a:path w="1701" h="1661" extrusionOk="0">
                  <a:moveTo>
                    <a:pt x="1121" y="386"/>
                  </a:moveTo>
                  <a:lnTo>
                    <a:pt x="1198" y="464"/>
                  </a:lnTo>
                  <a:lnTo>
                    <a:pt x="1237" y="541"/>
                  </a:lnTo>
                  <a:lnTo>
                    <a:pt x="1314" y="695"/>
                  </a:lnTo>
                  <a:lnTo>
                    <a:pt x="1314" y="927"/>
                  </a:lnTo>
                  <a:lnTo>
                    <a:pt x="1237" y="1082"/>
                  </a:lnTo>
                  <a:lnTo>
                    <a:pt x="1159" y="1159"/>
                  </a:lnTo>
                  <a:lnTo>
                    <a:pt x="1082" y="1197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2" y="1120"/>
                  </a:lnTo>
                  <a:lnTo>
                    <a:pt x="464" y="1043"/>
                  </a:lnTo>
                  <a:lnTo>
                    <a:pt x="426" y="966"/>
                  </a:lnTo>
                  <a:lnTo>
                    <a:pt x="387" y="850"/>
                  </a:lnTo>
                  <a:lnTo>
                    <a:pt x="387" y="773"/>
                  </a:lnTo>
                  <a:lnTo>
                    <a:pt x="426" y="541"/>
                  </a:lnTo>
                  <a:lnTo>
                    <a:pt x="542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735" y="0"/>
                  </a:moveTo>
                  <a:lnTo>
                    <a:pt x="619" y="39"/>
                  </a:lnTo>
                  <a:lnTo>
                    <a:pt x="503" y="116"/>
                  </a:lnTo>
                  <a:lnTo>
                    <a:pt x="349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41"/>
                  </a:lnTo>
                  <a:lnTo>
                    <a:pt x="40" y="695"/>
                  </a:lnTo>
                  <a:lnTo>
                    <a:pt x="1" y="850"/>
                  </a:lnTo>
                  <a:lnTo>
                    <a:pt x="40" y="1004"/>
                  </a:lnTo>
                  <a:lnTo>
                    <a:pt x="78" y="1159"/>
                  </a:lnTo>
                  <a:lnTo>
                    <a:pt x="194" y="1313"/>
                  </a:lnTo>
                  <a:lnTo>
                    <a:pt x="310" y="1468"/>
                  </a:lnTo>
                  <a:lnTo>
                    <a:pt x="464" y="1545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583"/>
                  </a:lnTo>
                  <a:lnTo>
                    <a:pt x="1353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2"/>
                  </a:lnTo>
                  <a:lnTo>
                    <a:pt x="1700" y="888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8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5"/>
            <p:cNvSpPr/>
            <p:nvPr/>
          </p:nvSpPr>
          <p:spPr>
            <a:xfrm>
              <a:off x="6526550" y="261565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116" y="1"/>
                  </a:moveTo>
                  <a:lnTo>
                    <a:pt x="39" y="116"/>
                  </a:lnTo>
                  <a:lnTo>
                    <a:pt x="0" y="232"/>
                  </a:lnTo>
                  <a:lnTo>
                    <a:pt x="39" y="348"/>
                  </a:lnTo>
                  <a:lnTo>
                    <a:pt x="348" y="850"/>
                  </a:lnTo>
                  <a:lnTo>
                    <a:pt x="657" y="1352"/>
                  </a:lnTo>
                  <a:lnTo>
                    <a:pt x="1004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3" y="3553"/>
                  </a:lnTo>
                  <a:lnTo>
                    <a:pt x="3205" y="3901"/>
                  </a:lnTo>
                  <a:lnTo>
                    <a:pt x="3553" y="3746"/>
                  </a:lnTo>
                  <a:lnTo>
                    <a:pt x="2781" y="2974"/>
                  </a:lnTo>
                  <a:lnTo>
                    <a:pt x="2047" y="2202"/>
                  </a:lnTo>
                  <a:lnTo>
                    <a:pt x="1352" y="1429"/>
                  </a:lnTo>
                  <a:lnTo>
                    <a:pt x="1043" y="966"/>
                  </a:lnTo>
                  <a:lnTo>
                    <a:pt x="734" y="541"/>
                  </a:lnTo>
                  <a:lnTo>
                    <a:pt x="1622" y="657"/>
                  </a:lnTo>
                  <a:lnTo>
                    <a:pt x="2510" y="850"/>
                  </a:lnTo>
                  <a:lnTo>
                    <a:pt x="3012" y="1004"/>
                  </a:lnTo>
                  <a:lnTo>
                    <a:pt x="3514" y="1198"/>
                  </a:lnTo>
                  <a:lnTo>
                    <a:pt x="4016" y="1352"/>
                  </a:lnTo>
                  <a:lnTo>
                    <a:pt x="4480" y="1506"/>
                  </a:lnTo>
                  <a:lnTo>
                    <a:pt x="4595" y="1468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4" y="1506"/>
                  </a:lnTo>
                  <a:lnTo>
                    <a:pt x="4982" y="1391"/>
                  </a:lnTo>
                  <a:lnTo>
                    <a:pt x="4634" y="1120"/>
                  </a:lnTo>
                  <a:lnTo>
                    <a:pt x="4171" y="850"/>
                  </a:lnTo>
                  <a:lnTo>
                    <a:pt x="3630" y="618"/>
                  </a:lnTo>
                  <a:lnTo>
                    <a:pt x="3089" y="425"/>
                  </a:lnTo>
                  <a:lnTo>
                    <a:pt x="2510" y="309"/>
                  </a:lnTo>
                  <a:lnTo>
                    <a:pt x="1931" y="194"/>
                  </a:lnTo>
                  <a:lnTo>
                    <a:pt x="1352" y="116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5"/>
            <p:cNvSpPr/>
            <p:nvPr/>
          </p:nvSpPr>
          <p:spPr>
            <a:xfrm>
              <a:off x="6594125" y="2709300"/>
              <a:ext cx="66625" cy="99450"/>
            </a:xfrm>
            <a:custGeom>
              <a:avLst/>
              <a:gdLst/>
              <a:ahLst/>
              <a:cxnLst/>
              <a:rect l="l" t="t" r="r" b="b"/>
              <a:pathLst>
                <a:path w="2665" h="3978" extrusionOk="0">
                  <a:moveTo>
                    <a:pt x="850" y="0"/>
                  </a:moveTo>
                  <a:lnTo>
                    <a:pt x="502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1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0" y="2703"/>
                  </a:lnTo>
                  <a:lnTo>
                    <a:pt x="39" y="2935"/>
                  </a:lnTo>
                  <a:lnTo>
                    <a:pt x="78" y="3167"/>
                  </a:lnTo>
                  <a:lnTo>
                    <a:pt x="155" y="3398"/>
                  </a:lnTo>
                  <a:lnTo>
                    <a:pt x="309" y="3591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8" y="3939"/>
                  </a:lnTo>
                  <a:lnTo>
                    <a:pt x="1120" y="3977"/>
                  </a:lnTo>
                  <a:lnTo>
                    <a:pt x="1313" y="3900"/>
                  </a:lnTo>
                  <a:lnTo>
                    <a:pt x="1506" y="3823"/>
                  </a:lnTo>
                  <a:lnTo>
                    <a:pt x="1661" y="3669"/>
                  </a:lnTo>
                  <a:lnTo>
                    <a:pt x="1815" y="3514"/>
                  </a:lnTo>
                  <a:lnTo>
                    <a:pt x="1970" y="3282"/>
                  </a:lnTo>
                  <a:lnTo>
                    <a:pt x="2085" y="3051"/>
                  </a:lnTo>
                  <a:lnTo>
                    <a:pt x="2317" y="2549"/>
                  </a:lnTo>
                  <a:lnTo>
                    <a:pt x="2472" y="2008"/>
                  </a:lnTo>
                  <a:lnTo>
                    <a:pt x="2626" y="1467"/>
                  </a:lnTo>
                  <a:lnTo>
                    <a:pt x="2665" y="1043"/>
                  </a:lnTo>
                  <a:lnTo>
                    <a:pt x="2394" y="1004"/>
                  </a:lnTo>
                  <a:lnTo>
                    <a:pt x="2008" y="2008"/>
                  </a:lnTo>
                  <a:lnTo>
                    <a:pt x="1738" y="2665"/>
                  </a:lnTo>
                  <a:lnTo>
                    <a:pt x="1545" y="3012"/>
                  </a:lnTo>
                  <a:lnTo>
                    <a:pt x="1468" y="3205"/>
                  </a:lnTo>
                  <a:lnTo>
                    <a:pt x="1313" y="3282"/>
                  </a:lnTo>
                  <a:lnTo>
                    <a:pt x="1159" y="3282"/>
                  </a:lnTo>
                  <a:lnTo>
                    <a:pt x="966" y="3205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3"/>
                  </a:lnTo>
                  <a:lnTo>
                    <a:pt x="541" y="2356"/>
                  </a:lnTo>
                  <a:lnTo>
                    <a:pt x="580" y="2047"/>
                  </a:lnTo>
                  <a:lnTo>
                    <a:pt x="618" y="1622"/>
                  </a:lnTo>
                  <a:lnTo>
                    <a:pt x="734" y="1197"/>
                  </a:lnTo>
                  <a:lnTo>
                    <a:pt x="888" y="772"/>
                  </a:lnTo>
                  <a:lnTo>
                    <a:pt x="1043" y="348"/>
                  </a:lnTo>
                  <a:lnTo>
                    <a:pt x="1082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5"/>
            <p:cNvSpPr/>
            <p:nvPr/>
          </p:nvSpPr>
          <p:spPr>
            <a:xfrm>
              <a:off x="4086075" y="2129100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41"/>
                  </a:lnTo>
                  <a:lnTo>
                    <a:pt x="12319" y="618"/>
                  </a:lnTo>
                  <a:lnTo>
                    <a:pt x="12628" y="850"/>
                  </a:lnTo>
                  <a:lnTo>
                    <a:pt x="12898" y="1120"/>
                  </a:lnTo>
                  <a:lnTo>
                    <a:pt x="13130" y="1468"/>
                  </a:lnTo>
                  <a:lnTo>
                    <a:pt x="13323" y="1854"/>
                  </a:lnTo>
                  <a:lnTo>
                    <a:pt x="13477" y="2240"/>
                  </a:lnTo>
                  <a:lnTo>
                    <a:pt x="13632" y="2665"/>
                  </a:lnTo>
                  <a:lnTo>
                    <a:pt x="13864" y="3437"/>
                  </a:lnTo>
                  <a:lnTo>
                    <a:pt x="13091" y="3013"/>
                  </a:lnTo>
                  <a:lnTo>
                    <a:pt x="12705" y="2742"/>
                  </a:lnTo>
                  <a:lnTo>
                    <a:pt x="12358" y="2472"/>
                  </a:lnTo>
                  <a:lnTo>
                    <a:pt x="12010" y="2124"/>
                  </a:lnTo>
                  <a:lnTo>
                    <a:pt x="11817" y="1893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696"/>
                  </a:lnTo>
                  <a:lnTo>
                    <a:pt x="11778" y="618"/>
                  </a:lnTo>
                  <a:lnTo>
                    <a:pt x="11856" y="541"/>
                  </a:lnTo>
                  <a:lnTo>
                    <a:pt x="11971" y="503"/>
                  </a:lnTo>
                  <a:close/>
                  <a:moveTo>
                    <a:pt x="16296" y="1584"/>
                  </a:moveTo>
                  <a:lnTo>
                    <a:pt x="16412" y="1661"/>
                  </a:lnTo>
                  <a:lnTo>
                    <a:pt x="16489" y="1700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18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35"/>
                  </a:lnTo>
                  <a:lnTo>
                    <a:pt x="15949" y="3167"/>
                  </a:lnTo>
                  <a:lnTo>
                    <a:pt x="15563" y="3360"/>
                  </a:lnTo>
                  <a:lnTo>
                    <a:pt x="15138" y="3515"/>
                  </a:lnTo>
                  <a:lnTo>
                    <a:pt x="14713" y="3630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1" y="3322"/>
                  </a:lnTo>
                  <a:lnTo>
                    <a:pt x="14636" y="2974"/>
                  </a:lnTo>
                  <a:lnTo>
                    <a:pt x="14829" y="2588"/>
                  </a:lnTo>
                  <a:lnTo>
                    <a:pt x="15099" y="2279"/>
                  </a:lnTo>
                  <a:lnTo>
                    <a:pt x="15408" y="1931"/>
                  </a:lnTo>
                  <a:lnTo>
                    <a:pt x="15640" y="1777"/>
                  </a:lnTo>
                  <a:lnTo>
                    <a:pt x="15872" y="1661"/>
                  </a:lnTo>
                  <a:lnTo>
                    <a:pt x="16103" y="1584"/>
                  </a:lnTo>
                  <a:close/>
                  <a:moveTo>
                    <a:pt x="13864" y="4287"/>
                  </a:moveTo>
                  <a:lnTo>
                    <a:pt x="13671" y="4519"/>
                  </a:lnTo>
                  <a:lnTo>
                    <a:pt x="13477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09"/>
                  </a:lnTo>
                  <a:lnTo>
                    <a:pt x="11083" y="5870"/>
                  </a:lnTo>
                  <a:lnTo>
                    <a:pt x="10967" y="5793"/>
                  </a:lnTo>
                  <a:lnTo>
                    <a:pt x="10929" y="5677"/>
                  </a:lnTo>
                  <a:lnTo>
                    <a:pt x="10890" y="5600"/>
                  </a:lnTo>
                  <a:lnTo>
                    <a:pt x="10890" y="5445"/>
                  </a:lnTo>
                  <a:lnTo>
                    <a:pt x="11006" y="5252"/>
                  </a:lnTo>
                  <a:lnTo>
                    <a:pt x="11122" y="5098"/>
                  </a:lnTo>
                  <a:lnTo>
                    <a:pt x="11276" y="4943"/>
                  </a:lnTo>
                  <a:lnTo>
                    <a:pt x="11547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8" y="4441"/>
                  </a:lnTo>
                  <a:lnTo>
                    <a:pt x="13246" y="4403"/>
                  </a:lnTo>
                  <a:lnTo>
                    <a:pt x="13555" y="4326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57"/>
                  </a:lnTo>
                  <a:lnTo>
                    <a:pt x="15408" y="4750"/>
                  </a:lnTo>
                  <a:lnTo>
                    <a:pt x="15717" y="4943"/>
                  </a:lnTo>
                  <a:lnTo>
                    <a:pt x="15910" y="5136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82" y="5986"/>
                  </a:lnTo>
                  <a:lnTo>
                    <a:pt x="16876" y="6333"/>
                  </a:lnTo>
                  <a:lnTo>
                    <a:pt x="16991" y="6642"/>
                  </a:lnTo>
                  <a:lnTo>
                    <a:pt x="16991" y="6797"/>
                  </a:lnTo>
                  <a:lnTo>
                    <a:pt x="16991" y="6951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528" y="7337"/>
                  </a:lnTo>
                  <a:lnTo>
                    <a:pt x="16374" y="7299"/>
                  </a:lnTo>
                  <a:lnTo>
                    <a:pt x="16142" y="7183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408" y="6565"/>
                  </a:lnTo>
                  <a:lnTo>
                    <a:pt x="15061" y="6140"/>
                  </a:lnTo>
                  <a:lnTo>
                    <a:pt x="14829" y="5677"/>
                  </a:lnTo>
                  <a:lnTo>
                    <a:pt x="14636" y="5214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69" y="117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45" y="580"/>
                  </a:lnTo>
                  <a:lnTo>
                    <a:pt x="10967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29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1" y="2704"/>
                  </a:lnTo>
                  <a:lnTo>
                    <a:pt x="12396" y="3090"/>
                  </a:lnTo>
                  <a:lnTo>
                    <a:pt x="12898" y="3399"/>
                  </a:lnTo>
                  <a:lnTo>
                    <a:pt x="12898" y="3399"/>
                  </a:lnTo>
                  <a:lnTo>
                    <a:pt x="12049" y="3283"/>
                  </a:lnTo>
                  <a:lnTo>
                    <a:pt x="11199" y="3244"/>
                  </a:lnTo>
                  <a:lnTo>
                    <a:pt x="10427" y="3322"/>
                  </a:lnTo>
                  <a:lnTo>
                    <a:pt x="9616" y="3476"/>
                  </a:lnTo>
                  <a:lnTo>
                    <a:pt x="9655" y="2974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584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51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48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14"/>
                  </a:lnTo>
                  <a:lnTo>
                    <a:pt x="5407" y="5523"/>
                  </a:lnTo>
                  <a:lnTo>
                    <a:pt x="4596" y="6179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18"/>
                  </a:lnTo>
                  <a:lnTo>
                    <a:pt x="541" y="10967"/>
                  </a:lnTo>
                  <a:lnTo>
                    <a:pt x="1" y="11778"/>
                  </a:lnTo>
                  <a:lnTo>
                    <a:pt x="348" y="12048"/>
                  </a:lnTo>
                  <a:lnTo>
                    <a:pt x="1545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40"/>
                  </a:lnTo>
                  <a:lnTo>
                    <a:pt x="6256" y="5561"/>
                  </a:lnTo>
                  <a:lnTo>
                    <a:pt x="7106" y="5059"/>
                  </a:lnTo>
                  <a:lnTo>
                    <a:pt x="8033" y="4596"/>
                  </a:lnTo>
                  <a:lnTo>
                    <a:pt x="8458" y="4403"/>
                  </a:lnTo>
                  <a:lnTo>
                    <a:pt x="8960" y="4248"/>
                  </a:lnTo>
                  <a:lnTo>
                    <a:pt x="9423" y="4094"/>
                  </a:lnTo>
                  <a:lnTo>
                    <a:pt x="9886" y="3978"/>
                  </a:lnTo>
                  <a:lnTo>
                    <a:pt x="10388" y="3901"/>
                  </a:lnTo>
                  <a:lnTo>
                    <a:pt x="10852" y="3824"/>
                  </a:lnTo>
                  <a:lnTo>
                    <a:pt x="12358" y="3824"/>
                  </a:lnTo>
                  <a:lnTo>
                    <a:pt x="12860" y="3901"/>
                  </a:lnTo>
                  <a:lnTo>
                    <a:pt x="12358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19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5" y="5252"/>
                  </a:lnTo>
                  <a:lnTo>
                    <a:pt x="10388" y="5484"/>
                  </a:lnTo>
                  <a:lnTo>
                    <a:pt x="10388" y="5716"/>
                  </a:lnTo>
                  <a:lnTo>
                    <a:pt x="10465" y="5947"/>
                  </a:lnTo>
                  <a:lnTo>
                    <a:pt x="10581" y="6140"/>
                  </a:lnTo>
                  <a:lnTo>
                    <a:pt x="10659" y="6256"/>
                  </a:lnTo>
                  <a:lnTo>
                    <a:pt x="10774" y="6333"/>
                  </a:lnTo>
                  <a:lnTo>
                    <a:pt x="11006" y="6411"/>
                  </a:lnTo>
                  <a:lnTo>
                    <a:pt x="11276" y="6449"/>
                  </a:lnTo>
                  <a:lnTo>
                    <a:pt x="11585" y="6411"/>
                  </a:lnTo>
                  <a:lnTo>
                    <a:pt x="11894" y="6333"/>
                  </a:lnTo>
                  <a:lnTo>
                    <a:pt x="12165" y="6256"/>
                  </a:lnTo>
                  <a:lnTo>
                    <a:pt x="12628" y="6025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677"/>
                  </a:lnTo>
                  <a:lnTo>
                    <a:pt x="14057" y="4866"/>
                  </a:lnTo>
                  <a:lnTo>
                    <a:pt x="14211" y="5368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3" y="6835"/>
                  </a:lnTo>
                  <a:lnTo>
                    <a:pt x="15177" y="7067"/>
                  </a:lnTo>
                  <a:lnTo>
                    <a:pt x="15408" y="7260"/>
                  </a:lnTo>
                  <a:lnTo>
                    <a:pt x="15678" y="7492"/>
                  </a:lnTo>
                  <a:lnTo>
                    <a:pt x="15987" y="7646"/>
                  </a:lnTo>
                  <a:lnTo>
                    <a:pt x="16296" y="7801"/>
                  </a:lnTo>
                  <a:lnTo>
                    <a:pt x="16605" y="7839"/>
                  </a:lnTo>
                  <a:lnTo>
                    <a:pt x="16876" y="7839"/>
                  </a:lnTo>
                  <a:lnTo>
                    <a:pt x="17030" y="7801"/>
                  </a:lnTo>
                  <a:lnTo>
                    <a:pt x="17184" y="7724"/>
                  </a:lnTo>
                  <a:lnTo>
                    <a:pt x="17300" y="7608"/>
                  </a:lnTo>
                  <a:lnTo>
                    <a:pt x="17378" y="7492"/>
                  </a:lnTo>
                  <a:lnTo>
                    <a:pt x="17455" y="7376"/>
                  </a:lnTo>
                  <a:lnTo>
                    <a:pt x="17455" y="7222"/>
                  </a:lnTo>
                  <a:lnTo>
                    <a:pt x="17493" y="6913"/>
                  </a:lnTo>
                  <a:lnTo>
                    <a:pt x="17416" y="6604"/>
                  </a:lnTo>
                  <a:lnTo>
                    <a:pt x="17339" y="6256"/>
                  </a:lnTo>
                  <a:lnTo>
                    <a:pt x="17184" y="5947"/>
                  </a:lnTo>
                  <a:lnTo>
                    <a:pt x="17030" y="5677"/>
                  </a:lnTo>
                  <a:lnTo>
                    <a:pt x="16914" y="5484"/>
                  </a:lnTo>
                  <a:lnTo>
                    <a:pt x="16721" y="5214"/>
                  </a:lnTo>
                  <a:lnTo>
                    <a:pt x="16489" y="4982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08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26"/>
                  </a:lnTo>
                  <a:lnTo>
                    <a:pt x="17107" y="2395"/>
                  </a:lnTo>
                  <a:lnTo>
                    <a:pt x="17146" y="2163"/>
                  </a:lnTo>
                  <a:lnTo>
                    <a:pt x="17146" y="1931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20"/>
                  </a:lnTo>
                  <a:lnTo>
                    <a:pt x="15910" y="1159"/>
                  </a:lnTo>
                  <a:lnTo>
                    <a:pt x="15678" y="1236"/>
                  </a:lnTo>
                  <a:lnTo>
                    <a:pt x="15485" y="1314"/>
                  </a:lnTo>
                  <a:lnTo>
                    <a:pt x="15292" y="1429"/>
                  </a:lnTo>
                  <a:lnTo>
                    <a:pt x="14906" y="1777"/>
                  </a:lnTo>
                  <a:lnTo>
                    <a:pt x="14597" y="2124"/>
                  </a:lnTo>
                  <a:lnTo>
                    <a:pt x="14327" y="2549"/>
                  </a:lnTo>
                  <a:lnTo>
                    <a:pt x="14095" y="3013"/>
                  </a:lnTo>
                  <a:lnTo>
                    <a:pt x="13979" y="2433"/>
                  </a:lnTo>
                  <a:lnTo>
                    <a:pt x="13748" y="1854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25"/>
                  </a:lnTo>
                  <a:lnTo>
                    <a:pt x="12589" y="271"/>
                  </a:lnTo>
                  <a:lnTo>
                    <a:pt x="12358" y="117"/>
                  </a:lnTo>
                  <a:lnTo>
                    <a:pt x="121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5"/>
            <p:cNvSpPr/>
            <p:nvPr/>
          </p:nvSpPr>
          <p:spPr>
            <a:xfrm>
              <a:off x="4324525" y="22671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20"/>
                  </a:lnTo>
                  <a:lnTo>
                    <a:pt x="2897" y="1661"/>
                  </a:lnTo>
                  <a:lnTo>
                    <a:pt x="2511" y="2202"/>
                  </a:lnTo>
                  <a:lnTo>
                    <a:pt x="1970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80" y="4750"/>
                  </a:lnTo>
                  <a:lnTo>
                    <a:pt x="966" y="4518"/>
                  </a:lnTo>
                  <a:lnTo>
                    <a:pt x="1314" y="4210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935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3"/>
                  </a:lnTo>
                  <a:lnTo>
                    <a:pt x="4248" y="155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5"/>
            <p:cNvSpPr/>
            <p:nvPr/>
          </p:nvSpPr>
          <p:spPr>
            <a:xfrm>
              <a:off x="4273375" y="22681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0"/>
                  </a:moveTo>
                  <a:lnTo>
                    <a:pt x="1004" y="309"/>
                  </a:lnTo>
                  <a:lnTo>
                    <a:pt x="1236" y="386"/>
                  </a:lnTo>
                  <a:lnTo>
                    <a:pt x="1429" y="579"/>
                  </a:lnTo>
                  <a:lnTo>
                    <a:pt x="1583" y="772"/>
                  </a:lnTo>
                  <a:lnTo>
                    <a:pt x="1622" y="1004"/>
                  </a:lnTo>
                  <a:lnTo>
                    <a:pt x="1622" y="1120"/>
                  </a:lnTo>
                  <a:lnTo>
                    <a:pt x="1583" y="1197"/>
                  </a:lnTo>
                  <a:lnTo>
                    <a:pt x="1545" y="1313"/>
                  </a:lnTo>
                  <a:lnTo>
                    <a:pt x="1468" y="1390"/>
                  </a:lnTo>
                  <a:lnTo>
                    <a:pt x="1352" y="1506"/>
                  </a:lnTo>
                  <a:lnTo>
                    <a:pt x="1197" y="1545"/>
                  </a:lnTo>
                  <a:lnTo>
                    <a:pt x="966" y="1583"/>
                  </a:lnTo>
                  <a:lnTo>
                    <a:pt x="772" y="1545"/>
                  </a:lnTo>
                  <a:lnTo>
                    <a:pt x="657" y="1506"/>
                  </a:lnTo>
                  <a:lnTo>
                    <a:pt x="579" y="1429"/>
                  </a:lnTo>
                  <a:lnTo>
                    <a:pt x="502" y="1352"/>
                  </a:lnTo>
                  <a:lnTo>
                    <a:pt x="464" y="1236"/>
                  </a:lnTo>
                  <a:lnTo>
                    <a:pt x="425" y="1004"/>
                  </a:lnTo>
                  <a:lnTo>
                    <a:pt x="464" y="811"/>
                  </a:lnTo>
                  <a:lnTo>
                    <a:pt x="541" y="618"/>
                  </a:lnTo>
                  <a:lnTo>
                    <a:pt x="695" y="425"/>
                  </a:lnTo>
                  <a:lnTo>
                    <a:pt x="734" y="348"/>
                  </a:lnTo>
                  <a:lnTo>
                    <a:pt x="734" y="309"/>
                  </a:lnTo>
                  <a:lnTo>
                    <a:pt x="888" y="270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116"/>
                  </a:lnTo>
                  <a:lnTo>
                    <a:pt x="541" y="77"/>
                  </a:lnTo>
                  <a:lnTo>
                    <a:pt x="464" y="116"/>
                  </a:lnTo>
                  <a:lnTo>
                    <a:pt x="270" y="232"/>
                  </a:lnTo>
                  <a:lnTo>
                    <a:pt x="155" y="386"/>
                  </a:lnTo>
                  <a:lnTo>
                    <a:pt x="77" y="541"/>
                  </a:lnTo>
                  <a:lnTo>
                    <a:pt x="39" y="734"/>
                  </a:lnTo>
                  <a:lnTo>
                    <a:pt x="0" y="888"/>
                  </a:lnTo>
                  <a:lnTo>
                    <a:pt x="0" y="1081"/>
                  </a:lnTo>
                  <a:lnTo>
                    <a:pt x="39" y="1274"/>
                  </a:lnTo>
                  <a:lnTo>
                    <a:pt x="77" y="1468"/>
                  </a:lnTo>
                  <a:lnTo>
                    <a:pt x="193" y="1661"/>
                  </a:lnTo>
                  <a:lnTo>
                    <a:pt x="309" y="1776"/>
                  </a:lnTo>
                  <a:lnTo>
                    <a:pt x="502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236" y="2008"/>
                  </a:lnTo>
                  <a:lnTo>
                    <a:pt x="1429" y="1931"/>
                  </a:lnTo>
                  <a:lnTo>
                    <a:pt x="1622" y="1815"/>
                  </a:lnTo>
                  <a:lnTo>
                    <a:pt x="1776" y="1699"/>
                  </a:lnTo>
                  <a:lnTo>
                    <a:pt x="1892" y="1545"/>
                  </a:lnTo>
                  <a:lnTo>
                    <a:pt x="1970" y="1390"/>
                  </a:lnTo>
                  <a:lnTo>
                    <a:pt x="2047" y="1197"/>
                  </a:lnTo>
                  <a:lnTo>
                    <a:pt x="2085" y="1004"/>
                  </a:lnTo>
                  <a:lnTo>
                    <a:pt x="2047" y="811"/>
                  </a:lnTo>
                  <a:lnTo>
                    <a:pt x="1970" y="618"/>
                  </a:lnTo>
                  <a:lnTo>
                    <a:pt x="1892" y="425"/>
                  </a:lnTo>
                  <a:lnTo>
                    <a:pt x="1738" y="270"/>
                  </a:lnTo>
                  <a:lnTo>
                    <a:pt x="1583" y="155"/>
                  </a:lnTo>
                  <a:lnTo>
                    <a:pt x="1429" y="77"/>
                  </a:lnTo>
                  <a:lnTo>
                    <a:pt x="1236" y="39"/>
                  </a:lnTo>
                  <a:lnTo>
                    <a:pt x="104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5"/>
            <p:cNvSpPr/>
            <p:nvPr/>
          </p:nvSpPr>
          <p:spPr>
            <a:xfrm>
              <a:off x="4217375" y="2321200"/>
              <a:ext cx="114900" cy="286750"/>
            </a:xfrm>
            <a:custGeom>
              <a:avLst/>
              <a:gdLst/>
              <a:ahLst/>
              <a:cxnLst/>
              <a:rect l="l" t="t" r="r" b="b"/>
              <a:pathLst>
                <a:path w="4596" h="11470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67"/>
                  </a:lnTo>
                  <a:lnTo>
                    <a:pt x="3939" y="4287"/>
                  </a:lnTo>
                  <a:lnTo>
                    <a:pt x="4016" y="5407"/>
                  </a:lnTo>
                  <a:lnTo>
                    <a:pt x="4055" y="6643"/>
                  </a:lnTo>
                  <a:lnTo>
                    <a:pt x="4055" y="7261"/>
                  </a:lnTo>
                  <a:lnTo>
                    <a:pt x="3978" y="7917"/>
                  </a:lnTo>
                  <a:lnTo>
                    <a:pt x="3901" y="8535"/>
                  </a:lnTo>
                  <a:lnTo>
                    <a:pt x="3746" y="9153"/>
                  </a:lnTo>
                  <a:lnTo>
                    <a:pt x="3553" y="9732"/>
                  </a:lnTo>
                  <a:lnTo>
                    <a:pt x="3244" y="10273"/>
                  </a:lnTo>
                  <a:lnTo>
                    <a:pt x="3012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4"/>
                  </a:lnTo>
                  <a:lnTo>
                    <a:pt x="850" y="9693"/>
                  </a:lnTo>
                  <a:lnTo>
                    <a:pt x="773" y="9423"/>
                  </a:lnTo>
                  <a:lnTo>
                    <a:pt x="734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6"/>
                  </a:lnTo>
                  <a:lnTo>
                    <a:pt x="580" y="2781"/>
                  </a:lnTo>
                  <a:lnTo>
                    <a:pt x="618" y="2781"/>
                  </a:lnTo>
                  <a:lnTo>
                    <a:pt x="1391" y="2395"/>
                  </a:lnTo>
                  <a:lnTo>
                    <a:pt x="2163" y="1970"/>
                  </a:lnTo>
                  <a:lnTo>
                    <a:pt x="2935" y="1468"/>
                  </a:lnTo>
                  <a:lnTo>
                    <a:pt x="3283" y="1198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40"/>
                  </a:lnTo>
                  <a:lnTo>
                    <a:pt x="3476" y="349"/>
                  </a:lnTo>
                  <a:lnTo>
                    <a:pt x="3051" y="657"/>
                  </a:lnTo>
                  <a:lnTo>
                    <a:pt x="2626" y="1005"/>
                  </a:lnTo>
                  <a:lnTo>
                    <a:pt x="2202" y="1314"/>
                  </a:lnTo>
                  <a:lnTo>
                    <a:pt x="1313" y="1893"/>
                  </a:lnTo>
                  <a:lnTo>
                    <a:pt x="425" y="2472"/>
                  </a:lnTo>
                  <a:lnTo>
                    <a:pt x="348" y="2550"/>
                  </a:lnTo>
                  <a:lnTo>
                    <a:pt x="348" y="2665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4"/>
                  </a:lnTo>
                  <a:lnTo>
                    <a:pt x="155" y="4866"/>
                  </a:lnTo>
                  <a:lnTo>
                    <a:pt x="0" y="4944"/>
                  </a:lnTo>
                  <a:lnTo>
                    <a:pt x="155" y="5291"/>
                  </a:lnTo>
                  <a:lnTo>
                    <a:pt x="155" y="6257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3"/>
                  </a:lnTo>
                  <a:lnTo>
                    <a:pt x="309" y="9616"/>
                  </a:lnTo>
                  <a:lnTo>
                    <a:pt x="502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429" y="11199"/>
                  </a:lnTo>
                  <a:lnTo>
                    <a:pt x="1622" y="11315"/>
                  </a:lnTo>
                  <a:lnTo>
                    <a:pt x="1815" y="11392"/>
                  </a:lnTo>
                  <a:lnTo>
                    <a:pt x="2047" y="11431"/>
                  </a:lnTo>
                  <a:lnTo>
                    <a:pt x="2279" y="11470"/>
                  </a:lnTo>
                  <a:lnTo>
                    <a:pt x="2549" y="11431"/>
                  </a:lnTo>
                  <a:lnTo>
                    <a:pt x="2819" y="11354"/>
                  </a:lnTo>
                  <a:lnTo>
                    <a:pt x="3051" y="11238"/>
                  </a:lnTo>
                  <a:lnTo>
                    <a:pt x="3283" y="11083"/>
                  </a:lnTo>
                  <a:lnTo>
                    <a:pt x="3476" y="10890"/>
                  </a:lnTo>
                  <a:lnTo>
                    <a:pt x="3669" y="10659"/>
                  </a:lnTo>
                  <a:lnTo>
                    <a:pt x="3823" y="10427"/>
                  </a:lnTo>
                  <a:lnTo>
                    <a:pt x="3978" y="10157"/>
                  </a:lnTo>
                  <a:lnTo>
                    <a:pt x="4171" y="9577"/>
                  </a:lnTo>
                  <a:lnTo>
                    <a:pt x="4325" y="8960"/>
                  </a:lnTo>
                  <a:lnTo>
                    <a:pt x="4441" y="8342"/>
                  </a:lnTo>
                  <a:lnTo>
                    <a:pt x="4518" y="7763"/>
                  </a:lnTo>
                  <a:lnTo>
                    <a:pt x="4557" y="7222"/>
                  </a:lnTo>
                  <a:lnTo>
                    <a:pt x="4596" y="6681"/>
                  </a:lnTo>
                  <a:lnTo>
                    <a:pt x="4596" y="6102"/>
                  </a:lnTo>
                  <a:lnTo>
                    <a:pt x="4557" y="5021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2"/>
                  </a:lnTo>
                  <a:lnTo>
                    <a:pt x="4094" y="426"/>
                  </a:lnTo>
                  <a:lnTo>
                    <a:pt x="4171" y="349"/>
                  </a:lnTo>
                  <a:lnTo>
                    <a:pt x="4210" y="271"/>
                  </a:lnTo>
                  <a:lnTo>
                    <a:pt x="4210" y="233"/>
                  </a:lnTo>
                  <a:lnTo>
                    <a:pt x="4171" y="78"/>
                  </a:lnTo>
                  <a:lnTo>
                    <a:pt x="4132" y="40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5"/>
            <p:cNvSpPr/>
            <p:nvPr/>
          </p:nvSpPr>
          <p:spPr>
            <a:xfrm>
              <a:off x="4221225" y="2127175"/>
              <a:ext cx="103325" cy="132275"/>
            </a:xfrm>
            <a:custGeom>
              <a:avLst/>
              <a:gdLst/>
              <a:ahLst/>
              <a:cxnLst/>
              <a:rect l="l" t="t" r="r" b="b"/>
              <a:pathLst>
                <a:path w="4133" h="5291" extrusionOk="0">
                  <a:moveTo>
                    <a:pt x="2511" y="0"/>
                  </a:moveTo>
                  <a:lnTo>
                    <a:pt x="2279" y="39"/>
                  </a:lnTo>
                  <a:lnTo>
                    <a:pt x="2048" y="39"/>
                  </a:lnTo>
                  <a:lnTo>
                    <a:pt x="1816" y="116"/>
                  </a:lnTo>
                  <a:lnTo>
                    <a:pt x="1430" y="271"/>
                  </a:lnTo>
                  <a:lnTo>
                    <a:pt x="1121" y="464"/>
                  </a:lnTo>
                  <a:lnTo>
                    <a:pt x="850" y="695"/>
                  </a:lnTo>
                  <a:lnTo>
                    <a:pt x="619" y="966"/>
                  </a:lnTo>
                  <a:lnTo>
                    <a:pt x="464" y="1236"/>
                  </a:lnTo>
                  <a:lnTo>
                    <a:pt x="310" y="1584"/>
                  </a:lnTo>
                  <a:lnTo>
                    <a:pt x="194" y="1931"/>
                  </a:lnTo>
                  <a:lnTo>
                    <a:pt x="117" y="2279"/>
                  </a:lnTo>
                  <a:lnTo>
                    <a:pt x="40" y="2665"/>
                  </a:lnTo>
                  <a:lnTo>
                    <a:pt x="1" y="3051"/>
                  </a:lnTo>
                  <a:lnTo>
                    <a:pt x="1" y="3823"/>
                  </a:lnTo>
                  <a:lnTo>
                    <a:pt x="1" y="5291"/>
                  </a:lnTo>
                  <a:lnTo>
                    <a:pt x="426" y="5291"/>
                  </a:lnTo>
                  <a:lnTo>
                    <a:pt x="464" y="4750"/>
                  </a:lnTo>
                  <a:lnTo>
                    <a:pt x="464" y="4209"/>
                  </a:lnTo>
                  <a:lnTo>
                    <a:pt x="464" y="3669"/>
                  </a:lnTo>
                  <a:lnTo>
                    <a:pt x="503" y="3128"/>
                  </a:lnTo>
                  <a:lnTo>
                    <a:pt x="542" y="2588"/>
                  </a:lnTo>
                  <a:lnTo>
                    <a:pt x="696" y="2047"/>
                  </a:lnTo>
                  <a:lnTo>
                    <a:pt x="773" y="1815"/>
                  </a:lnTo>
                  <a:lnTo>
                    <a:pt x="889" y="1584"/>
                  </a:lnTo>
                  <a:lnTo>
                    <a:pt x="1044" y="1352"/>
                  </a:lnTo>
                  <a:lnTo>
                    <a:pt x="1198" y="1159"/>
                  </a:lnTo>
                  <a:lnTo>
                    <a:pt x="1391" y="966"/>
                  </a:lnTo>
                  <a:lnTo>
                    <a:pt x="1623" y="811"/>
                  </a:lnTo>
                  <a:lnTo>
                    <a:pt x="1893" y="657"/>
                  </a:lnTo>
                  <a:lnTo>
                    <a:pt x="2163" y="580"/>
                  </a:lnTo>
                  <a:lnTo>
                    <a:pt x="2434" y="541"/>
                  </a:lnTo>
                  <a:lnTo>
                    <a:pt x="2704" y="580"/>
                  </a:lnTo>
                  <a:lnTo>
                    <a:pt x="2974" y="657"/>
                  </a:lnTo>
                  <a:lnTo>
                    <a:pt x="3206" y="811"/>
                  </a:lnTo>
                  <a:lnTo>
                    <a:pt x="3360" y="966"/>
                  </a:lnTo>
                  <a:lnTo>
                    <a:pt x="3515" y="1197"/>
                  </a:lnTo>
                  <a:lnTo>
                    <a:pt x="3592" y="1429"/>
                  </a:lnTo>
                  <a:lnTo>
                    <a:pt x="3669" y="1661"/>
                  </a:lnTo>
                  <a:lnTo>
                    <a:pt x="4133" y="1584"/>
                  </a:lnTo>
                  <a:lnTo>
                    <a:pt x="4017" y="1197"/>
                  </a:lnTo>
                  <a:lnTo>
                    <a:pt x="3862" y="850"/>
                  </a:lnTo>
                  <a:lnTo>
                    <a:pt x="3631" y="541"/>
                  </a:lnTo>
                  <a:lnTo>
                    <a:pt x="3399" y="309"/>
                  </a:lnTo>
                  <a:lnTo>
                    <a:pt x="3245" y="194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4" y="39"/>
                  </a:lnTo>
                  <a:lnTo>
                    <a:pt x="25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5"/>
            <p:cNvSpPr/>
            <p:nvPr/>
          </p:nvSpPr>
          <p:spPr>
            <a:xfrm>
              <a:off x="4094775" y="2444775"/>
              <a:ext cx="126475" cy="70500"/>
            </a:xfrm>
            <a:custGeom>
              <a:avLst/>
              <a:gdLst/>
              <a:ahLst/>
              <a:cxnLst/>
              <a:rect l="l" t="t" r="r" b="b"/>
              <a:pathLst>
                <a:path w="5059" h="2820" extrusionOk="0">
                  <a:moveTo>
                    <a:pt x="4904" y="1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42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5"/>
                  </a:lnTo>
                  <a:lnTo>
                    <a:pt x="116" y="2433"/>
                  </a:lnTo>
                  <a:lnTo>
                    <a:pt x="39" y="2511"/>
                  </a:lnTo>
                  <a:lnTo>
                    <a:pt x="0" y="2588"/>
                  </a:lnTo>
                  <a:lnTo>
                    <a:pt x="39" y="2704"/>
                  </a:lnTo>
                  <a:lnTo>
                    <a:pt x="116" y="2781"/>
                  </a:lnTo>
                  <a:lnTo>
                    <a:pt x="387" y="2820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95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121"/>
                  </a:lnTo>
                  <a:lnTo>
                    <a:pt x="4596" y="734"/>
                  </a:lnTo>
                  <a:lnTo>
                    <a:pt x="5059" y="348"/>
                  </a:lnTo>
                  <a:lnTo>
                    <a:pt x="490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5"/>
            <p:cNvSpPr/>
            <p:nvPr/>
          </p:nvSpPr>
          <p:spPr>
            <a:xfrm>
              <a:off x="4211575" y="2315425"/>
              <a:ext cx="44450" cy="44425"/>
            </a:xfrm>
            <a:custGeom>
              <a:avLst/>
              <a:gdLst/>
              <a:ahLst/>
              <a:cxnLst/>
              <a:rect l="l" t="t" r="r" b="b"/>
              <a:pathLst>
                <a:path w="1778" h="1777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8"/>
                  </a:lnTo>
                  <a:lnTo>
                    <a:pt x="1391" y="811"/>
                  </a:lnTo>
                  <a:lnTo>
                    <a:pt x="1391" y="966"/>
                  </a:lnTo>
                  <a:lnTo>
                    <a:pt x="1352" y="1082"/>
                  </a:lnTo>
                  <a:lnTo>
                    <a:pt x="1275" y="1159"/>
                  </a:lnTo>
                  <a:lnTo>
                    <a:pt x="1198" y="1236"/>
                  </a:lnTo>
                  <a:lnTo>
                    <a:pt x="1082" y="1313"/>
                  </a:lnTo>
                  <a:lnTo>
                    <a:pt x="889" y="1390"/>
                  </a:lnTo>
                  <a:lnTo>
                    <a:pt x="734" y="1352"/>
                  </a:lnTo>
                  <a:lnTo>
                    <a:pt x="541" y="1275"/>
                  </a:lnTo>
                  <a:lnTo>
                    <a:pt x="426" y="1082"/>
                  </a:lnTo>
                  <a:lnTo>
                    <a:pt x="387" y="927"/>
                  </a:lnTo>
                  <a:lnTo>
                    <a:pt x="387" y="734"/>
                  </a:lnTo>
                  <a:lnTo>
                    <a:pt x="464" y="580"/>
                  </a:lnTo>
                  <a:lnTo>
                    <a:pt x="541" y="386"/>
                  </a:lnTo>
                  <a:lnTo>
                    <a:pt x="541" y="348"/>
                  </a:lnTo>
                  <a:lnTo>
                    <a:pt x="580" y="348"/>
                  </a:lnTo>
                  <a:lnTo>
                    <a:pt x="773" y="309"/>
                  </a:lnTo>
                  <a:close/>
                  <a:moveTo>
                    <a:pt x="966" y="0"/>
                  </a:moveTo>
                  <a:lnTo>
                    <a:pt x="773" y="39"/>
                  </a:lnTo>
                  <a:lnTo>
                    <a:pt x="619" y="78"/>
                  </a:lnTo>
                  <a:lnTo>
                    <a:pt x="464" y="155"/>
                  </a:lnTo>
                  <a:lnTo>
                    <a:pt x="426" y="193"/>
                  </a:lnTo>
                  <a:lnTo>
                    <a:pt x="387" y="193"/>
                  </a:lnTo>
                  <a:lnTo>
                    <a:pt x="232" y="271"/>
                  </a:lnTo>
                  <a:lnTo>
                    <a:pt x="117" y="386"/>
                  </a:lnTo>
                  <a:lnTo>
                    <a:pt x="39" y="541"/>
                  </a:lnTo>
                  <a:lnTo>
                    <a:pt x="1" y="695"/>
                  </a:lnTo>
                  <a:lnTo>
                    <a:pt x="1" y="850"/>
                  </a:lnTo>
                  <a:lnTo>
                    <a:pt x="1" y="1004"/>
                  </a:lnTo>
                  <a:lnTo>
                    <a:pt x="39" y="1197"/>
                  </a:lnTo>
                  <a:lnTo>
                    <a:pt x="117" y="1313"/>
                  </a:lnTo>
                  <a:lnTo>
                    <a:pt x="194" y="1468"/>
                  </a:lnTo>
                  <a:lnTo>
                    <a:pt x="348" y="1584"/>
                  </a:lnTo>
                  <a:lnTo>
                    <a:pt x="464" y="1699"/>
                  </a:lnTo>
                  <a:lnTo>
                    <a:pt x="619" y="1738"/>
                  </a:lnTo>
                  <a:lnTo>
                    <a:pt x="812" y="1777"/>
                  </a:lnTo>
                  <a:lnTo>
                    <a:pt x="966" y="1777"/>
                  </a:lnTo>
                  <a:lnTo>
                    <a:pt x="1121" y="1738"/>
                  </a:lnTo>
                  <a:lnTo>
                    <a:pt x="1314" y="1661"/>
                  </a:lnTo>
                  <a:lnTo>
                    <a:pt x="1430" y="1545"/>
                  </a:lnTo>
                  <a:lnTo>
                    <a:pt x="1584" y="1429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66"/>
                  </a:lnTo>
                  <a:lnTo>
                    <a:pt x="1777" y="773"/>
                  </a:lnTo>
                  <a:lnTo>
                    <a:pt x="1738" y="618"/>
                  </a:lnTo>
                  <a:lnTo>
                    <a:pt x="1661" y="425"/>
                  </a:lnTo>
                  <a:lnTo>
                    <a:pt x="1545" y="309"/>
                  </a:lnTo>
                  <a:lnTo>
                    <a:pt x="1430" y="193"/>
                  </a:lnTo>
                  <a:lnTo>
                    <a:pt x="1275" y="116"/>
                  </a:lnTo>
                  <a:lnTo>
                    <a:pt x="1121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5"/>
            <p:cNvSpPr/>
            <p:nvPr/>
          </p:nvSpPr>
          <p:spPr>
            <a:xfrm>
              <a:off x="4161375" y="2367550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3" y="387"/>
                  </a:moveTo>
                  <a:lnTo>
                    <a:pt x="1121" y="425"/>
                  </a:lnTo>
                  <a:lnTo>
                    <a:pt x="1198" y="464"/>
                  </a:lnTo>
                  <a:lnTo>
                    <a:pt x="1236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6" y="1120"/>
                  </a:lnTo>
                  <a:lnTo>
                    <a:pt x="1159" y="1198"/>
                  </a:lnTo>
                  <a:lnTo>
                    <a:pt x="1082" y="1236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1" y="1159"/>
                  </a:lnTo>
                  <a:lnTo>
                    <a:pt x="464" y="1082"/>
                  </a:lnTo>
                  <a:lnTo>
                    <a:pt x="426" y="1004"/>
                  </a:lnTo>
                  <a:lnTo>
                    <a:pt x="387" y="889"/>
                  </a:lnTo>
                  <a:lnTo>
                    <a:pt x="387" y="773"/>
                  </a:lnTo>
                  <a:lnTo>
                    <a:pt x="464" y="580"/>
                  </a:lnTo>
                  <a:lnTo>
                    <a:pt x="541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7"/>
                  </a:lnTo>
                  <a:close/>
                  <a:moveTo>
                    <a:pt x="889" y="1"/>
                  </a:moveTo>
                  <a:lnTo>
                    <a:pt x="735" y="39"/>
                  </a:lnTo>
                  <a:lnTo>
                    <a:pt x="619" y="78"/>
                  </a:lnTo>
                  <a:lnTo>
                    <a:pt x="503" y="155"/>
                  </a:lnTo>
                  <a:lnTo>
                    <a:pt x="348" y="232"/>
                  </a:lnTo>
                  <a:lnTo>
                    <a:pt x="233" y="309"/>
                  </a:lnTo>
                  <a:lnTo>
                    <a:pt x="155" y="464"/>
                  </a:lnTo>
                  <a:lnTo>
                    <a:pt x="78" y="580"/>
                  </a:lnTo>
                  <a:lnTo>
                    <a:pt x="39" y="734"/>
                  </a:lnTo>
                  <a:lnTo>
                    <a:pt x="1" y="889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4" y="1352"/>
                  </a:lnTo>
                  <a:lnTo>
                    <a:pt x="310" y="1468"/>
                  </a:lnTo>
                  <a:lnTo>
                    <a:pt x="464" y="1584"/>
                  </a:lnTo>
                  <a:lnTo>
                    <a:pt x="657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45"/>
                  </a:lnTo>
                  <a:lnTo>
                    <a:pt x="1507" y="1429"/>
                  </a:lnTo>
                  <a:lnTo>
                    <a:pt x="1584" y="1275"/>
                  </a:lnTo>
                  <a:lnTo>
                    <a:pt x="1661" y="1120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80"/>
                  </a:lnTo>
                  <a:lnTo>
                    <a:pt x="1584" y="387"/>
                  </a:lnTo>
                  <a:lnTo>
                    <a:pt x="1507" y="271"/>
                  </a:lnTo>
                  <a:lnTo>
                    <a:pt x="1391" y="194"/>
                  </a:lnTo>
                  <a:lnTo>
                    <a:pt x="1275" y="116"/>
                  </a:lnTo>
                  <a:lnTo>
                    <a:pt x="1005" y="39"/>
                  </a:lnTo>
                  <a:lnTo>
                    <a:pt x="88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5"/>
            <p:cNvSpPr/>
            <p:nvPr/>
          </p:nvSpPr>
          <p:spPr>
            <a:xfrm>
              <a:off x="3971200" y="2394575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32" y="1"/>
                  </a:moveTo>
                  <a:lnTo>
                    <a:pt x="117" y="39"/>
                  </a:lnTo>
                  <a:lnTo>
                    <a:pt x="1" y="155"/>
                  </a:lnTo>
                  <a:lnTo>
                    <a:pt x="1" y="271"/>
                  </a:lnTo>
                  <a:lnTo>
                    <a:pt x="1" y="387"/>
                  </a:lnTo>
                  <a:lnTo>
                    <a:pt x="310" y="889"/>
                  </a:lnTo>
                  <a:lnTo>
                    <a:pt x="657" y="1391"/>
                  </a:lnTo>
                  <a:lnTo>
                    <a:pt x="1005" y="1893"/>
                  </a:lnTo>
                  <a:lnTo>
                    <a:pt x="1352" y="2356"/>
                  </a:lnTo>
                  <a:lnTo>
                    <a:pt x="1777" y="2781"/>
                  </a:lnTo>
                  <a:lnTo>
                    <a:pt x="2202" y="3206"/>
                  </a:lnTo>
                  <a:lnTo>
                    <a:pt x="2665" y="3592"/>
                  </a:lnTo>
                  <a:lnTo>
                    <a:pt x="3167" y="3901"/>
                  </a:lnTo>
                  <a:lnTo>
                    <a:pt x="3515" y="3785"/>
                  </a:lnTo>
                  <a:lnTo>
                    <a:pt x="2742" y="3013"/>
                  </a:lnTo>
                  <a:lnTo>
                    <a:pt x="2009" y="2240"/>
                  </a:lnTo>
                  <a:lnTo>
                    <a:pt x="1314" y="1429"/>
                  </a:lnTo>
                  <a:lnTo>
                    <a:pt x="1005" y="1005"/>
                  </a:lnTo>
                  <a:lnTo>
                    <a:pt x="696" y="580"/>
                  </a:lnTo>
                  <a:lnTo>
                    <a:pt x="1584" y="696"/>
                  </a:lnTo>
                  <a:lnTo>
                    <a:pt x="2472" y="889"/>
                  </a:lnTo>
                  <a:lnTo>
                    <a:pt x="2974" y="1043"/>
                  </a:lnTo>
                  <a:lnTo>
                    <a:pt x="3476" y="1236"/>
                  </a:lnTo>
                  <a:lnTo>
                    <a:pt x="3978" y="1391"/>
                  </a:lnTo>
                  <a:lnTo>
                    <a:pt x="4480" y="1507"/>
                  </a:lnTo>
                  <a:lnTo>
                    <a:pt x="4557" y="1507"/>
                  </a:lnTo>
                  <a:lnTo>
                    <a:pt x="4634" y="1584"/>
                  </a:lnTo>
                  <a:lnTo>
                    <a:pt x="4789" y="1584"/>
                  </a:lnTo>
                  <a:lnTo>
                    <a:pt x="4866" y="1507"/>
                  </a:lnTo>
                  <a:lnTo>
                    <a:pt x="4943" y="1429"/>
                  </a:lnTo>
                  <a:lnTo>
                    <a:pt x="4596" y="1159"/>
                  </a:lnTo>
                  <a:lnTo>
                    <a:pt x="4132" y="889"/>
                  </a:lnTo>
                  <a:lnTo>
                    <a:pt x="3592" y="657"/>
                  </a:lnTo>
                  <a:lnTo>
                    <a:pt x="3051" y="464"/>
                  </a:lnTo>
                  <a:lnTo>
                    <a:pt x="2511" y="310"/>
                  </a:lnTo>
                  <a:lnTo>
                    <a:pt x="1893" y="194"/>
                  </a:lnTo>
                  <a:lnTo>
                    <a:pt x="1314" y="117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5"/>
            <p:cNvSpPr/>
            <p:nvPr/>
          </p:nvSpPr>
          <p:spPr>
            <a:xfrm>
              <a:off x="4037825" y="2489175"/>
              <a:ext cx="66625" cy="98500"/>
            </a:xfrm>
            <a:custGeom>
              <a:avLst/>
              <a:gdLst/>
              <a:ahLst/>
              <a:cxnLst/>
              <a:rect l="l" t="t" r="r" b="b"/>
              <a:pathLst>
                <a:path w="2665" h="3940" extrusionOk="0">
                  <a:moveTo>
                    <a:pt x="850" y="1"/>
                  </a:moveTo>
                  <a:lnTo>
                    <a:pt x="502" y="117"/>
                  </a:lnTo>
                  <a:lnTo>
                    <a:pt x="618" y="194"/>
                  </a:lnTo>
                  <a:lnTo>
                    <a:pt x="463" y="580"/>
                  </a:lnTo>
                  <a:lnTo>
                    <a:pt x="270" y="1082"/>
                  </a:lnTo>
                  <a:lnTo>
                    <a:pt x="155" y="1584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36"/>
                  </a:lnTo>
                  <a:lnTo>
                    <a:pt x="77" y="3167"/>
                  </a:lnTo>
                  <a:lnTo>
                    <a:pt x="193" y="3399"/>
                  </a:lnTo>
                  <a:lnTo>
                    <a:pt x="309" y="3554"/>
                  </a:lnTo>
                  <a:lnTo>
                    <a:pt x="463" y="3708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40"/>
                  </a:lnTo>
                  <a:lnTo>
                    <a:pt x="1313" y="3901"/>
                  </a:lnTo>
                  <a:lnTo>
                    <a:pt x="1506" y="3824"/>
                  </a:lnTo>
                  <a:lnTo>
                    <a:pt x="1661" y="3669"/>
                  </a:lnTo>
                  <a:lnTo>
                    <a:pt x="1815" y="3476"/>
                  </a:lnTo>
                  <a:lnTo>
                    <a:pt x="1969" y="3283"/>
                  </a:lnTo>
                  <a:lnTo>
                    <a:pt x="2124" y="3052"/>
                  </a:lnTo>
                  <a:lnTo>
                    <a:pt x="2317" y="2511"/>
                  </a:lnTo>
                  <a:lnTo>
                    <a:pt x="2510" y="1970"/>
                  </a:lnTo>
                  <a:lnTo>
                    <a:pt x="2626" y="1468"/>
                  </a:lnTo>
                  <a:lnTo>
                    <a:pt x="2665" y="1044"/>
                  </a:lnTo>
                  <a:lnTo>
                    <a:pt x="2394" y="1005"/>
                  </a:lnTo>
                  <a:lnTo>
                    <a:pt x="2008" y="2009"/>
                  </a:lnTo>
                  <a:lnTo>
                    <a:pt x="1738" y="2665"/>
                  </a:lnTo>
                  <a:lnTo>
                    <a:pt x="1545" y="3013"/>
                  </a:lnTo>
                  <a:lnTo>
                    <a:pt x="1467" y="3206"/>
                  </a:lnTo>
                  <a:lnTo>
                    <a:pt x="1352" y="3283"/>
                  </a:lnTo>
                  <a:lnTo>
                    <a:pt x="1159" y="3283"/>
                  </a:lnTo>
                  <a:lnTo>
                    <a:pt x="1004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897"/>
                  </a:lnTo>
                  <a:lnTo>
                    <a:pt x="541" y="2665"/>
                  </a:lnTo>
                  <a:lnTo>
                    <a:pt x="541" y="2356"/>
                  </a:lnTo>
                  <a:lnTo>
                    <a:pt x="579" y="2048"/>
                  </a:lnTo>
                  <a:lnTo>
                    <a:pt x="657" y="1623"/>
                  </a:lnTo>
                  <a:lnTo>
                    <a:pt x="734" y="1159"/>
                  </a:lnTo>
                  <a:lnTo>
                    <a:pt x="888" y="773"/>
                  </a:lnTo>
                  <a:lnTo>
                    <a:pt x="1043" y="349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5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5"/>
            <p:cNvSpPr/>
            <p:nvPr/>
          </p:nvSpPr>
          <p:spPr>
            <a:xfrm>
              <a:off x="6036125" y="3735475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41"/>
                  </a:lnTo>
                  <a:lnTo>
                    <a:pt x="12319" y="618"/>
                  </a:lnTo>
                  <a:lnTo>
                    <a:pt x="12628" y="850"/>
                  </a:lnTo>
                  <a:lnTo>
                    <a:pt x="12898" y="1120"/>
                  </a:lnTo>
                  <a:lnTo>
                    <a:pt x="13130" y="1468"/>
                  </a:lnTo>
                  <a:lnTo>
                    <a:pt x="13323" y="1854"/>
                  </a:lnTo>
                  <a:lnTo>
                    <a:pt x="13477" y="2240"/>
                  </a:lnTo>
                  <a:lnTo>
                    <a:pt x="13632" y="2665"/>
                  </a:lnTo>
                  <a:lnTo>
                    <a:pt x="13864" y="3437"/>
                  </a:lnTo>
                  <a:lnTo>
                    <a:pt x="13091" y="3013"/>
                  </a:lnTo>
                  <a:lnTo>
                    <a:pt x="12705" y="2742"/>
                  </a:lnTo>
                  <a:lnTo>
                    <a:pt x="12358" y="2472"/>
                  </a:lnTo>
                  <a:lnTo>
                    <a:pt x="12010" y="2124"/>
                  </a:lnTo>
                  <a:lnTo>
                    <a:pt x="11817" y="1893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696"/>
                  </a:lnTo>
                  <a:lnTo>
                    <a:pt x="11778" y="618"/>
                  </a:lnTo>
                  <a:lnTo>
                    <a:pt x="11856" y="541"/>
                  </a:lnTo>
                  <a:lnTo>
                    <a:pt x="11971" y="503"/>
                  </a:lnTo>
                  <a:close/>
                  <a:moveTo>
                    <a:pt x="16296" y="1584"/>
                  </a:moveTo>
                  <a:lnTo>
                    <a:pt x="16412" y="1661"/>
                  </a:lnTo>
                  <a:lnTo>
                    <a:pt x="16489" y="1700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18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35"/>
                  </a:lnTo>
                  <a:lnTo>
                    <a:pt x="15949" y="3167"/>
                  </a:lnTo>
                  <a:lnTo>
                    <a:pt x="15563" y="3360"/>
                  </a:lnTo>
                  <a:lnTo>
                    <a:pt x="15138" y="3515"/>
                  </a:lnTo>
                  <a:lnTo>
                    <a:pt x="14713" y="3630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1" y="3322"/>
                  </a:lnTo>
                  <a:lnTo>
                    <a:pt x="14636" y="2974"/>
                  </a:lnTo>
                  <a:lnTo>
                    <a:pt x="14829" y="2588"/>
                  </a:lnTo>
                  <a:lnTo>
                    <a:pt x="15099" y="2279"/>
                  </a:lnTo>
                  <a:lnTo>
                    <a:pt x="15408" y="1931"/>
                  </a:lnTo>
                  <a:lnTo>
                    <a:pt x="15640" y="1777"/>
                  </a:lnTo>
                  <a:lnTo>
                    <a:pt x="15872" y="1661"/>
                  </a:lnTo>
                  <a:lnTo>
                    <a:pt x="16103" y="1584"/>
                  </a:lnTo>
                  <a:close/>
                  <a:moveTo>
                    <a:pt x="13864" y="4287"/>
                  </a:moveTo>
                  <a:lnTo>
                    <a:pt x="13671" y="4519"/>
                  </a:lnTo>
                  <a:lnTo>
                    <a:pt x="13477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09"/>
                  </a:lnTo>
                  <a:lnTo>
                    <a:pt x="11083" y="5870"/>
                  </a:lnTo>
                  <a:lnTo>
                    <a:pt x="10968" y="5793"/>
                  </a:lnTo>
                  <a:lnTo>
                    <a:pt x="10929" y="5677"/>
                  </a:lnTo>
                  <a:lnTo>
                    <a:pt x="10890" y="5600"/>
                  </a:lnTo>
                  <a:lnTo>
                    <a:pt x="10890" y="5445"/>
                  </a:lnTo>
                  <a:lnTo>
                    <a:pt x="11006" y="5252"/>
                  </a:lnTo>
                  <a:lnTo>
                    <a:pt x="11122" y="5098"/>
                  </a:lnTo>
                  <a:lnTo>
                    <a:pt x="11276" y="4943"/>
                  </a:lnTo>
                  <a:lnTo>
                    <a:pt x="11547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8" y="4441"/>
                  </a:lnTo>
                  <a:lnTo>
                    <a:pt x="13246" y="4403"/>
                  </a:lnTo>
                  <a:lnTo>
                    <a:pt x="13555" y="4325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57"/>
                  </a:lnTo>
                  <a:lnTo>
                    <a:pt x="15408" y="4750"/>
                  </a:lnTo>
                  <a:lnTo>
                    <a:pt x="15717" y="4943"/>
                  </a:lnTo>
                  <a:lnTo>
                    <a:pt x="15910" y="5136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83" y="5986"/>
                  </a:lnTo>
                  <a:lnTo>
                    <a:pt x="16876" y="6333"/>
                  </a:lnTo>
                  <a:lnTo>
                    <a:pt x="16991" y="6642"/>
                  </a:lnTo>
                  <a:lnTo>
                    <a:pt x="16991" y="6797"/>
                  </a:lnTo>
                  <a:lnTo>
                    <a:pt x="16991" y="6951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528" y="7337"/>
                  </a:lnTo>
                  <a:lnTo>
                    <a:pt x="16374" y="7299"/>
                  </a:lnTo>
                  <a:lnTo>
                    <a:pt x="16142" y="7183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408" y="6565"/>
                  </a:lnTo>
                  <a:lnTo>
                    <a:pt x="15061" y="6140"/>
                  </a:lnTo>
                  <a:lnTo>
                    <a:pt x="14829" y="5677"/>
                  </a:lnTo>
                  <a:lnTo>
                    <a:pt x="14636" y="5214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70" y="116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45" y="580"/>
                  </a:lnTo>
                  <a:lnTo>
                    <a:pt x="10968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29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1" y="2704"/>
                  </a:lnTo>
                  <a:lnTo>
                    <a:pt x="12396" y="3090"/>
                  </a:lnTo>
                  <a:lnTo>
                    <a:pt x="12898" y="3399"/>
                  </a:lnTo>
                  <a:lnTo>
                    <a:pt x="12049" y="3283"/>
                  </a:lnTo>
                  <a:lnTo>
                    <a:pt x="11199" y="3244"/>
                  </a:lnTo>
                  <a:lnTo>
                    <a:pt x="10427" y="3322"/>
                  </a:lnTo>
                  <a:lnTo>
                    <a:pt x="9616" y="3476"/>
                  </a:lnTo>
                  <a:lnTo>
                    <a:pt x="9616" y="3476"/>
                  </a:lnTo>
                  <a:lnTo>
                    <a:pt x="9655" y="2974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584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51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48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14"/>
                  </a:lnTo>
                  <a:lnTo>
                    <a:pt x="5407" y="5523"/>
                  </a:lnTo>
                  <a:lnTo>
                    <a:pt x="4596" y="6179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18"/>
                  </a:lnTo>
                  <a:lnTo>
                    <a:pt x="541" y="10967"/>
                  </a:lnTo>
                  <a:lnTo>
                    <a:pt x="1" y="11778"/>
                  </a:lnTo>
                  <a:lnTo>
                    <a:pt x="348" y="12048"/>
                  </a:lnTo>
                  <a:lnTo>
                    <a:pt x="1545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40"/>
                  </a:lnTo>
                  <a:lnTo>
                    <a:pt x="6256" y="5561"/>
                  </a:lnTo>
                  <a:lnTo>
                    <a:pt x="7106" y="5059"/>
                  </a:lnTo>
                  <a:lnTo>
                    <a:pt x="8033" y="4596"/>
                  </a:lnTo>
                  <a:lnTo>
                    <a:pt x="8458" y="4403"/>
                  </a:lnTo>
                  <a:lnTo>
                    <a:pt x="8960" y="4248"/>
                  </a:lnTo>
                  <a:lnTo>
                    <a:pt x="9423" y="4094"/>
                  </a:lnTo>
                  <a:lnTo>
                    <a:pt x="9886" y="3978"/>
                  </a:lnTo>
                  <a:lnTo>
                    <a:pt x="10388" y="3901"/>
                  </a:lnTo>
                  <a:lnTo>
                    <a:pt x="10852" y="3824"/>
                  </a:lnTo>
                  <a:lnTo>
                    <a:pt x="12358" y="3824"/>
                  </a:lnTo>
                  <a:lnTo>
                    <a:pt x="12860" y="3901"/>
                  </a:lnTo>
                  <a:lnTo>
                    <a:pt x="12358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19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6" y="5252"/>
                  </a:lnTo>
                  <a:lnTo>
                    <a:pt x="10388" y="5484"/>
                  </a:lnTo>
                  <a:lnTo>
                    <a:pt x="10388" y="5716"/>
                  </a:lnTo>
                  <a:lnTo>
                    <a:pt x="10466" y="5947"/>
                  </a:lnTo>
                  <a:lnTo>
                    <a:pt x="10581" y="6140"/>
                  </a:lnTo>
                  <a:lnTo>
                    <a:pt x="10659" y="6256"/>
                  </a:lnTo>
                  <a:lnTo>
                    <a:pt x="10774" y="6333"/>
                  </a:lnTo>
                  <a:lnTo>
                    <a:pt x="11006" y="6411"/>
                  </a:lnTo>
                  <a:lnTo>
                    <a:pt x="11276" y="6449"/>
                  </a:lnTo>
                  <a:lnTo>
                    <a:pt x="11585" y="6411"/>
                  </a:lnTo>
                  <a:lnTo>
                    <a:pt x="11894" y="6333"/>
                  </a:lnTo>
                  <a:lnTo>
                    <a:pt x="12165" y="6256"/>
                  </a:lnTo>
                  <a:lnTo>
                    <a:pt x="12628" y="6025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677"/>
                  </a:lnTo>
                  <a:lnTo>
                    <a:pt x="14057" y="4866"/>
                  </a:lnTo>
                  <a:lnTo>
                    <a:pt x="14211" y="5368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3" y="6835"/>
                  </a:lnTo>
                  <a:lnTo>
                    <a:pt x="15177" y="7067"/>
                  </a:lnTo>
                  <a:lnTo>
                    <a:pt x="15408" y="7260"/>
                  </a:lnTo>
                  <a:lnTo>
                    <a:pt x="15679" y="7492"/>
                  </a:lnTo>
                  <a:lnTo>
                    <a:pt x="15987" y="7646"/>
                  </a:lnTo>
                  <a:lnTo>
                    <a:pt x="16296" y="7801"/>
                  </a:lnTo>
                  <a:lnTo>
                    <a:pt x="16605" y="7839"/>
                  </a:lnTo>
                  <a:lnTo>
                    <a:pt x="16876" y="7839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08"/>
                  </a:lnTo>
                  <a:lnTo>
                    <a:pt x="17378" y="7492"/>
                  </a:lnTo>
                  <a:lnTo>
                    <a:pt x="17455" y="7376"/>
                  </a:lnTo>
                  <a:lnTo>
                    <a:pt x="17455" y="7222"/>
                  </a:lnTo>
                  <a:lnTo>
                    <a:pt x="17493" y="6913"/>
                  </a:lnTo>
                  <a:lnTo>
                    <a:pt x="17416" y="6604"/>
                  </a:lnTo>
                  <a:lnTo>
                    <a:pt x="17339" y="6256"/>
                  </a:lnTo>
                  <a:lnTo>
                    <a:pt x="17185" y="5947"/>
                  </a:lnTo>
                  <a:lnTo>
                    <a:pt x="17030" y="5677"/>
                  </a:lnTo>
                  <a:lnTo>
                    <a:pt x="16914" y="5484"/>
                  </a:lnTo>
                  <a:lnTo>
                    <a:pt x="16721" y="5214"/>
                  </a:lnTo>
                  <a:lnTo>
                    <a:pt x="16489" y="4982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08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26"/>
                  </a:lnTo>
                  <a:lnTo>
                    <a:pt x="17107" y="2395"/>
                  </a:lnTo>
                  <a:lnTo>
                    <a:pt x="17146" y="2163"/>
                  </a:lnTo>
                  <a:lnTo>
                    <a:pt x="17146" y="1931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20"/>
                  </a:lnTo>
                  <a:lnTo>
                    <a:pt x="15910" y="1159"/>
                  </a:lnTo>
                  <a:lnTo>
                    <a:pt x="15679" y="1236"/>
                  </a:lnTo>
                  <a:lnTo>
                    <a:pt x="15485" y="1314"/>
                  </a:lnTo>
                  <a:lnTo>
                    <a:pt x="15292" y="1429"/>
                  </a:lnTo>
                  <a:lnTo>
                    <a:pt x="14906" y="1777"/>
                  </a:lnTo>
                  <a:lnTo>
                    <a:pt x="14597" y="2124"/>
                  </a:lnTo>
                  <a:lnTo>
                    <a:pt x="14327" y="2549"/>
                  </a:lnTo>
                  <a:lnTo>
                    <a:pt x="14095" y="3013"/>
                  </a:lnTo>
                  <a:lnTo>
                    <a:pt x="13979" y="2433"/>
                  </a:lnTo>
                  <a:lnTo>
                    <a:pt x="13748" y="1854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25"/>
                  </a:lnTo>
                  <a:lnTo>
                    <a:pt x="12589" y="271"/>
                  </a:lnTo>
                  <a:lnTo>
                    <a:pt x="12358" y="116"/>
                  </a:lnTo>
                  <a:lnTo>
                    <a:pt x="121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5"/>
            <p:cNvSpPr/>
            <p:nvPr/>
          </p:nvSpPr>
          <p:spPr>
            <a:xfrm>
              <a:off x="6274575" y="3873525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20"/>
                  </a:lnTo>
                  <a:lnTo>
                    <a:pt x="2897" y="1661"/>
                  </a:lnTo>
                  <a:lnTo>
                    <a:pt x="2511" y="2202"/>
                  </a:lnTo>
                  <a:lnTo>
                    <a:pt x="1970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6"/>
                  </a:lnTo>
                  <a:lnTo>
                    <a:pt x="310" y="4287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80" y="4750"/>
                  </a:lnTo>
                  <a:lnTo>
                    <a:pt x="966" y="4518"/>
                  </a:lnTo>
                  <a:lnTo>
                    <a:pt x="1314" y="4210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935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3"/>
                  </a:lnTo>
                  <a:lnTo>
                    <a:pt x="4248" y="155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5"/>
            <p:cNvSpPr/>
            <p:nvPr/>
          </p:nvSpPr>
          <p:spPr>
            <a:xfrm>
              <a:off x="6223425" y="3874500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0"/>
                  </a:moveTo>
                  <a:lnTo>
                    <a:pt x="1004" y="309"/>
                  </a:lnTo>
                  <a:lnTo>
                    <a:pt x="1236" y="386"/>
                  </a:lnTo>
                  <a:lnTo>
                    <a:pt x="1429" y="579"/>
                  </a:lnTo>
                  <a:lnTo>
                    <a:pt x="1583" y="772"/>
                  </a:lnTo>
                  <a:lnTo>
                    <a:pt x="1622" y="1004"/>
                  </a:lnTo>
                  <a:lnTo>
                    <a:pt x="1622" y="1120"/>
                  </a:lnTo>
                  <a:lnTo>
                    <a:pt x="1583" y="1197"/>
                  </a:lnTo>
                  <a:lnTo>
                    <a:pt x="1545" y="1313"/>
                  </a:lnTo>
                  <a:lnTo>
                    <a:pt x="1468" y="1390"/>
                  </a:lnTo>
                  <a:lnTo>
                    <a:pt x="1352" y="1506"/>
                  </a:lnTo>
                  <a:lnTo>
                    <a:pt x="1197" y="1545"/>
                  </a:lnTo>
                  <a:lnTo>
                    <a:pt x="966" y="1583"/>
                  </a:lnTo>
                  <a:lnTo>
                    <a:pt x="772" y="1545"/>
                  </a:lnTo>
                  <a:lnTo>
                    <a:pt x="657" y="1506"/>
                  </a:lnTo>
                  <a:lnTo>
                    <a:pt x="579" y="1429"/>
                  </a:lnTo>
                  <a:lnTo>
                    <a:pt x="502" y="1352"/>
                  </a:lnTo>
                  <a:lnTo>
                    <a:pt x="464" y="1236"/>
                  </a:lnTo>
                  <a:lnTo>
                    <a:pt x="425" y="1004"/>
                  </a:lnTo>
                  <a:lnTo>
                    <a:pt x="464" y="811"/>
                  </a:lnTo>
                  <a:lnTo>
                    <a:pt x="541" y="618"/>
                  </a:lnTo>
                  <a:lnTo>
                    <a:pt x="695" y="425"/>
                  </a:lnTo>
                  <a:lnTo>
                    <a:pt x="734" y="348"/>
                  </a:lnTo>
                  <a:lnTo>
                    <a:pt x="734" y="309"/>
                  </a:lnTo>
                  <a:lnTo>
                    <a:pt x="888" y="270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116"/>
                  </a:lnTo>
                  <a:lnTo>
                    <a:pt x="541" y="77"/>
                  </a:lnTo>
                  <a:lnTo>
                    <a:pt x="464" y="116"/>
                  </a:lnTo>
                  <a:lnTo>
                    <a:pt x="270" y="232"/>
                  </a:lnTo>
                  <a:lnTo>
                    <a:pt x="155" y="386"/>
                  </a:lnTo>
                  <a:lnTo>
                    <a:pt x="77" y="541"/>
                  </a:lnTo>
                  <a:lnTo>
                    <a:pt x="39" y="734"/>
                  </a:lnTo>
                  <a:lnTo>
                    <a:pt x="0" y="888"/>
                  </a:lnTo>
                  <a:lnTo>
                    <a:pt x="0" y="1081"/>
                  </a:lnTo>
                  <a:lnTo>
                    <a:pt x="39" y="1274"/>
                  </a:lnTo>
                  <a:lnTo>
                    <a:pt x="77" y="1468"/>
                  </a:lnTo>
                  <a:lnTo>
                    <a:pt x="193" y="1661"/>
                  </a:lnTo>
                  <a:lnTo>
                    <a:pt x="309" y="1776"/>
                  </a:lnTo>
                  <a:lnTo>
                    <a:pt x="502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236" y="2008"/>
                  </a:lnTo>
                  <a:lnTo>
                    <a:pt x="1429" y="1931"/>
                  </a:lnTo>
                  <a:lnTo>
                    <a:pt x="1622" y="1815"/>
                  </a:lnTo>
                  <a:lnTo>
                    <a:pt x="1776" y="1699"/>
                  </a:lnTo>
                  <a:lnTo>
                    <a:pt x="1892" y="1545"/>
                  </a:lnTo>
                  <a:lnTo>
                    <a:pt x="1970" y="1390"/>
                  </a:lnTo>
                  <a:lnTo>
                    <a:pt x="2047" y="1197"/>
                  </a:lnTo>
                  <a:lnTo>
                    <a:pt x="2085" y="1004"/>
                  </a:lnTo>
                  <a:lnTo>
                    <a:pt x="2047" y="811"/>
                  </a:lnTo>
                  <a:lnTo>
                    <a:pt x="1970" y="618"/>
                  </a:lnTo>
                  <a:lnTo>
                    <a:pt x="1892" y="425"/>
                  </a:lnTo>
                  <a:lnTo>
                    <a:pt x="1738" y="270"/>
                  </a:lnTo>
                  <a:lnTo>
                    <a:pt x="1583" y="155"/>
                  </a:lnTo>
                  <a:lnTo>
                    <a:pt x="1429" y="77"/>
                  </a:lnTo>
                  <a:lnTo>
                    <a:pt x="1236" y="39"/>
                  </a:lnTo>
                  <a:lnTo>
                    <a:pt x="104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5"/>
            <p:cNvSpPr/>
            <p:nvPr/>
          </p:nvSpPr>
          <p:spPr>
            <a:xfrm>
              <a:off x="6167425" y="3927575"/>
              <a:ext cx="114900" cy="286750"/>
            </a:xfrm>
            <a:custGeom>
              <a:avLst/>
              <a:gdLst/>
              <a:ahLst/>
              <a:cxnLst/>
              <a:rect l="l" t="t" r="r" b="b"/>
              <a:pathLst>
                <a:path w="4596" h="11470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67"/>
                  </a:lnTo>
                  <a:lnTo>
                    <a:pt x="3939" y="4287"/>
                  </a:lnTo>
                  <a:lnTo>
                    <a:pt x="4016" y="5407"/>
                  </a:lnTo>
                  <a:lnTo>
                    <a:pt x="4055" y="6643"/>
                  </a:lnTo>
                  <a:lnTo>
                    <a:pt x="4055" y="7261"/>
                  </a:lnTo>
                  <a:lnTo>
                    <a:pt x="3978" y="7917"/>
                  </a:lnTo>
                  <a:lnTo>
                    <a:pt x="3901" y="8535"/>
                  </a:lnTo>
                  <a:lnTo>
                    <a:pt x="3746" y="9153"/>
                  </a:lnTo>
                  <a:lnTo>
                    <a:pt x="3553" y="9732"/>
                  </a:lnTo>
                  <a:lnTo>
                    <a:pt x="3244" y="10273"/>
                  </a:lnTo>
                  <a:lnTo>
                    <a:pt x="3012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4"/>
                  </a:lnTo>
                  <a:lnTo>
                    <a:pt x="850" y="9693"/>
                  </a:lnTo>
                  <a:lnTo>
                    <a:pt x="773" y="9423"/>
                  </a:lnTo>
                  <a:lnTo>
                    <a:pt x="734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6"/>
                  </a:lnTo>
                  <a:lnTo>
                    <a:pt x="580" y="2781"/>
                  </a:lnTo>
                  <a:lnTo>
                    <a:pt x="618" y="2781"/>
                  </a:lnTo>
                  <a:lnTo>
                    <a:pt x="1391" y="2395"/>
                  </a:lnTo>
                  <a:lnTo>
                    <a:pt x="2163" y="1970"/>
                  </a:lnTo>
                  <a:lnTo>
                    <a:pt x="2935" y="1468"/>
                  </a:lnTo>
                  <a:lnTo>
                    <a:pt x="3283" y="1198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40"/>
                  </a:lnTo>
                  <a:lnTo>
                    <a:pt x="3476" y="349"/>
                  </a:lnTo>
                  <a:lnTo>
                    <a:pt x="3051" y="657"/>
                  </a:lnTo>
                  <a:lnTo>
                    <a:pt x="2626" y="1005"/>
                  </a:lnTo>
                  <a:lnTo>
                    <a:pt x="2202" y="1314"/>
                  </a:lnTo>
                  <a:lnTo>
                    <a:pt x="1313" y="1893"/>
                  </a:lnTo>
                  <a:lnTo>
                    <a:pt x="425" y="2472"/>
                  </a:lnTo>
                  <a:lnTo>
                    <a:pt x="348" y="2550"/>
                  </a:lnTo>
                  <a:lnTo>
                    <a:pt x="348" y="2665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4"/>
                  </a:lnTo>
                  <a:lnTo>
                    <a:pt x="155" y="4866"/>
                  </a:lnTo>
                  <a:lnTo>
                    <a:pt x="1" y="4944"/>
                  </a:lnTo>
                  <a:lnTo>
                    <a:pt x="155" y="5291"/>
                  </a:lnTo>
                  <a:lnTo>
                    <a:pt x="155" y="6257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3"/>
                  </a:lnTo>
                  <a:lnTo>
                    <a:pt x="309" y="9616"/>
                  </a:lnTo>
                  <a:lnTo>
                    <a:pt x="503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429" y="11199"/>
                  </a:lnTo>
                  <a:lnTo>
                    <a:pt x="1622" y="11315"/>
                  </a:lnTo>
                  <a:lnTo>
                    <a:pt x="1815" y="11392"/>
                  </a:lnTo>
                  <a:lnTo>
                    <a:pt x="2047" y="11431"/>
                  </a:lnTo>
                  <a:lnTo>
                    <a:pt x="2279" y="11470"/>
                  </a:lnTo>
                  <a:lnTo>
                    <a:pt x="2549" y="11431"/>
                  </a:lnTo>
                  <a:lnTo>
                    <a:pt x="2819" y="11354"/>
                  </a:lnTo>
                  <a:lnTo>
                    <a:pt x="3051" y="11238"/>
                  </a:lnTo>
                  <a:lnTo>
                    <a:pt x="3283" y="11083"/>
                  </a:lnTo>
                  <a:lnTo>
                    <a:pt x="3476" y="10890"/>
                  </a:lnTo>
                  <a:lnTo>
                    <a:pt x="3669" y="10659"/>
                  </a:lnTo>
                  <a:lnTo>
                    <a:pt x="3823" y="10427"/>
                  </a:lnTo>
                  <a:lnTo>
                    <a:pt x="3978" y="10157"/>
                  </a:lnTo>
                  <a:lnTo>
                    <a:pt x="4171" y="9577"/>
                  </a:lnTo>
                  <a:lnTo>
                    <a:pt x="4325" y="8960"/>
                  </a:lnTo>
                  <a:lnTo>
                    <a:pt x="4441" y="8342"/>
                  </a:lnTo>
                  <a:lnTo>
                    <a:pt x="4518" y="7763"/>
                  </a:lnTo>
                  <a:lnTo>
                    <a:pt x="4557" y="7222"/>
                  </a:lnTo>
                  <a:lnTo>
                    <a:pt x="4596" y="6681"/>
                  </a:lnTo>
                  <a:lnTo>
                    <a:pt x="4596" y="6102"/>
                  </a:lnTo>
                  <a:lnTo>
                    <a:pt x="4557" y="5021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2"/>
                  </a:lnTo>
                  <a:lnTo>
                    <a:pt x="4094" y="426"/>
                  </a:lnTo>
                  <a:lnTo>
                    <a:pt x="4171" y="349"/>
                  </a:lnTo>
                  <a:lnTo>
                    <a:pt x="4210" y="271"/>
                  </a:lnTo>
                  <a:lnTo>
                    <a:pt x="4210" y="233"/>
                  </a:lnTo>
                  <a:lnTo>
                    <a:pt x="4171" y="78"/>
                  </a:lnTo>
                  <a:lnTo>
                    <a:pt x="4132" y="40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5"/>
            <p:cNvSpPr/>
            <p:nvPr/>
          </p:nvSpPr>
          <p:spPr>
            <a:xfrm>
              <a:off x="6171275" y="3733550"/>
              <a:ext cx="103325" cy="132275"/>
            </a:xfrm>
            <a:custGeom>
              <a:avLst/>
              <a:gdLst/>
              <a:ahLst/>
              <a:cxnLst/>
              <a:rect l="l" t="t" r="r" b="b"/>
              <a:pathLst>
                <a:path w="4133" h="5291" extrusionOk="0">
                  <a:moveTo>
                    <a:pt x="2511" y="0"/>
                  </a:moveTo>
                  <a:lnTo>
                    <a:pt x="2279" y="39"/>
                  </a:lnTo>
                  <a:lnTo>
                    <a:pt x="2048" y="39"/>
                  </a:lnTo>
                  <a:lnTo>
                    <a:pt x="1816" y="116"/>
                  </a:lnTo>
                  <a:lnTo>
                    <a:pt x="1430" y="271"/>
                  </a:lnTo>
                  <a:lnTo>
                    <a:pt x="1121" y="464"/>
                  </a:lnTo>
                  <a:lnTo>
                    <a:pt x="850" y="695"/>
                  </a:lnTo>
                  <a:lnTo>
                    <a:pt x="619" y="966"/>
                  </a:lnTo>
                  <a:lnTo>
                    <a:pt x="464" y="1236"/>
                  </a:lnTo>
                  <a:lnTo>
                    <a:pt x="310" y="1584"/>
                  </a:lnTo>
                  <a:lnTo>
                    <a:pt x="194" y="1931"/>
                  </a:lnTo>
                  <a:lnTo>
                    <a:pt x="117" y="2279"/>
                  </a:lnTo>
                  <a:lnTo>
                    <a:pt x="40" y="2665"/>
                  </a:lnTo>
                  <a:lnTo>
                    <a:pt x="1" y="3051"/>
                  </a:lnTo>
                  <a:lnTo>
                    <a:pt x="1" y="3823"/>
                  </a:lnTo>
                  <a:lnTo>
                    <a:pt x="1" y="5291"/>
                  </a:lnTo>
                  <a:lnTo>
                    <a:pt x="426" y="5291"/>
                  </a:lnTo>
                  <a:lnTo>
                    <a:pt x="464" y="4750"/>
                  </a:lnTo>
                  <a:lnTo>
                    <a:pt x="464" y="4209"/>
                  </a:lnTo>
                  <a:lnTo>
                    <a:pt x="464" y="3669"/>
                  </a:lnTo>
                  <a:lnTo>
                    <a:pt x="503" y="3128"/>
                  </a:lnTo>
                  <a:lnTo>
                    <a:pt x="542" y="2588"/>
                  </a:lnTo>
                  <a:lnTo>
                    <a:pt x="696" y="2047"/>
                  </a:lnTo>
                  <a:lnTo>
                    <a:pt x="773" y="1815"/>
                  </a:lnTo>
                  <a:lnTo>
                    <a:pt x="889" y="1584"/>
                  </a:lnTo>
                  <a:lnTo>
                    <a:pt x="1044" y="1352"/>
                  </a:lnTo>
                  <a:lnTo>
                    <a:pt x="1198" y="1159"/>
                  </a:lnTo>
                  <a:lnTo>
                    <a:pt x="1391" y="966"/>
                  </a:lnTo>
                  <a:lnTo>
                    <a:pt x="1623" y="811"/>
                  </a:lnTo>
                  <a:lnTo>
                    <a:pt x="1893" y="657"/>
                  </a:lnTo>
                  <a:lnTo>
                    <a:pt x="2163" y="580"/>
                  </a:lnTo>
                  <a:lnTo>
                    <a:pt x="2434" y="541"/>
                  </a:lnTo>
                  <a:lnTo>
                    <a:pt x="2704" y="580"/>
                  </a:lnTo>
                  <a:lnTo>
                    <a:pt x="2974" y="657"/>
                  </a:lnTo>
                  <a:lnTo>
                    <a:pt x="3206" y="811"/>
                  </a:lnTo>
                  <a:lnTo>
                    <a:pt x="3360" y="966"/>
                  </a:lnTo>
                  <a:lnTo>
                    <a:pt x="3515" y="1197"/>
                  </a:lnTo>
                  <a:lnTo>
                    <a:pt x="3592" y="1429"/>
                  </a:lnTo>
                  <a:lnTo>
                    <a:pt x="3669" y="1661"/>
                  </a:lnTo>
                  <a:lnTo>
                    <a:pt x="4133" y="1584"/>
                  </a:lnTo>
                  <a:lnTo>
                    <a:pt x="4017" y="1197"/>
                  </a:lnTo>
                  <a:lnTo>
                    <a:pt x="3862" y="850"/>
                  </a:lnTo>
                  <a:lnTo>
                    <a:pt x="3631" y="541"/>
                  </a:lnTo>
                  <a:lnTo>
                    <a:pt x="3399" y="309"/>
                  </a:lnTo>
                  <a:lnTo>
                    <a:pt x="3245" y="193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4" y="39"/>
                  </a:lnTo>
                  <a:lnTo>
                    <a:pt x="25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5"/>
            <p:cNvSpPr/>
            <p:nvPr/>
          </p:nvSpPr>
          <p:spPr>
            <a:xfrm>
              <a:off x="6044825" y="4051150"/>
              <a:ext cx="126475" cy="70500"/>
            </a:xfrm>
            <a:custGeom>
              <a:avLst/>
              <a:gdLst/>
              <a:ahLst/>
              <a:cxnLst/>
              <a:rect l="l" t="t" r="r" b="b"/>
              <a:pathLst>
                <a:path w="5059" h="2820" extrusionOk="0">
                  <a:moveTo>
                    <a:pt x="4905" y="1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42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433"/>
                  </a:lnTo>
                  <a:lnTo>
                    <a:pt x="39" y="2511"/>
                  </a:lnTo>
                  <a:lnTo>
                    <a:pt x="0" y="2588"/>
                  </a:lnTo>
                  <a:lnTo>
                    <a:pt x="39" y="2704"/>
                  </a:lnTo>
                  <a:lnTo>
                    <a:pt x="116" y="2781"/>
                  </a:lnTo>
                  <a:lnTo>
                    <a:pt x="387" y="2820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95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121"/>
                  </a:lnTo>
                  <a:lnTo>
                    <a:pt x="4596" y="734"/>
                  </a:lnTo>
                  <a:lnTo>
                    <a:pt x="5059" y="348"/>
                  </a:lnTo>
                  <a:lnTo>
                    <a:pt x="490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5"/>
            <p:cNvSpPr/>
            <p:nvPr/>
          </p:nvSpPr>
          <p:spPr>
            <a:xfrm>
              <a:off x="6161625" y="3921800"/>
              <a:ext cx="44450" cy="44425"/>
            </a:xfrm>
            <a:custGeom>
              <a:avLst/>
              <a:gdLst/>
              <a:ahLst/>
              <a:cxnLst/>
              <a:rect l="l" t="t" r="r" b="b"/>
              <a:pathLst>
                <a:path w="1778" h="1777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8"/>
                  </a:lnTo>
                  <a:lnTo>
                    <a:pt x="1391" y="811"/>
                  </a:lnTo>
                  <a:lnTo>
                    <a:pt x="1391" y="966"/>
                  </a:lnTo>
                  <a:lnTo>
                    <a:pt x="1352" y="1082"/>
                  </a:lnTo>
                  <a:lnTo>
                    <a:pt x="1275" y="1159"/>
                  </a:lnTo>
                  <a:lnTo>
                    <a:pt x="1198" y="1236"/>
                  </a:lnTo>
                  <a:lnTo>
                    <a:pt x="1082" y="1313"/>
                  </a:lnTo>
                  <a:lnTo>
                    <a:pt x="889" y="1390"/>
                  </a:lnTo>
                  <a:lnTo>
                    <a:pt x="735" y="1352"/>
                  </a:lnTo>
                  <a:lnTo>
                    <a:pt x="541" y="1275"/>
                  </a:lnTo>
                  <a:lnTo>
                    <a:pt x="426" y="1082"/>
                  </a:lnTo>
                  <a:lnTo>
                    <a:pt x="387" y="927"/>
                  </a:lnTo>
                  <a:lnTo>
                    <a:pt x="387" y="734"/>
                  </a:lnTo>
                  <a:lnTo>
                    <a:pt x="464" y="580"/>
                  </a:lnTo>
                  <a:lnTo>
                    <a:pt x="541" y="386"/>
                  </a:lnTo>
                  <a:lnTo>
                    <a:pt x="541" y="348"/>
                  </a:lnTo>
                  <a:lnTo>
                    <a:pt x="580" y="348"/>
                  </a:lnTo>
                  <a:lnTo>
                    <a:pt x="773" y="309"/>
                  </a:lnTo>
                  <a:close/>
                  <a:moveTo>
                    <a:pt x="966" y="0"/>
                  </a:moveTo>
                  <a:lnTo>
                    <a:pt x="773" y="39"/>
                  </a:lnTo>
                  <a:lnTo>
                    <a:pt x="619" y="78"/>
                  </a:lnTo>
                  <a:lnTo>
                    <a:pt x="464" y="155"/>
                  </a:lnTo>
                  <a:lnTo>
                    <a:pt x="426" y="193"/>
                  </a:lnTo>
                  <a:lnTo>
                    <a:pt x="387" y="193"/>
                  </a:lnTo>
                  <a:lnTo>
                    <a:pt x="233" y="271"/>
                  </a:lnTo>
                  <a:lnTo>
                    <a:pt x="117" y="386"/>
                  </a:lnTo>
                  <a:lnTo>
                    <a:pt x="39" y="541"/>
                  </a:lnTo>
                  <a:lnTo>
                    <a:pt x="1" y="695"/>
                  </a:lnTo>
                  <a:lnTo>
                    <a:pt x="1" y="850"/>
                  </a:lnTo>
                  <a:lnTo>
                    <a:pt x="1" y="1004"/>
                  </a:lnTo>
                  <a:lnTo>
                    <a:pt x="39" y="1197"/>
                  </a:lnTo>
                  <a:lnTo>
                    <a:pt x="117" y="1313"/>
                  </a:lnTo>
                  <a:lnTo>
                    <a:pt x="194" y="1468"/>
                  </a:lnTo>
                  <a:lnTo>
                    <a:pt x="348" y="1583"/>
                  </a:lnTo>
                  <a:lnTo>
                    <a:pt x="464" y="1699"/>
                  </a:lnTo>
                  <a:lnTo>
                    <a:pt x="619" y="1738"/>
                  </a:lnTo>
                  <a:lnTo>
                    <a:pt x="812" y="1777"/>
                  </a:lnTo>
                  <a:lnTo>
                    <a:pt x="966" y="1777"/>
                  </a:lnTo>
                  <a:lnTo>
                    <a:pt x="1121" y="1738"/>
                  </a:lnTo>
                  <a:lnTo>
                    <a:pt x="1314" y="1661"/>
                  </a:lnTo>
                  <a:lnTo>
                    <a:pt x="1430" y="1545"/>
                  </a:lnTo>
                  <a:lnTo>
                    <a:pt x="1584" y="1429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66"/>
                  </a:lnTo>
                  <a:lnTo>
                    <a:pt x="1777" y="773"/>
                  </a:lnTo>
                  <a:lnTo>
                    <a:pt x="1738" y="618"/>
                  </a:lnTo>
                  <a:lnTo>
                    <a:pt x="1661" y="425"/>
                  </a:lnTo>
                  <a:lnTo>
                    <a:pt x="1545" y="309"/>
                  </a:lnTo>
                  <a:lnTo>
                    <a:pt x="1430" y="193"/>
                  </a:lnTo>
                  <a:lnTo>
                    <a:pt x="1275" y="116"/>
                  </a:lnTo>
                  <a:lnTo>
                    <a:pt x="1121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5"/>
            <p:cNvSpPr/>
            <p:nvPr/>
          </p:nvSpPr>
          <p:spPr>
            <a:xfrm>
              <a:off x="6111425" y="397392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3" y="387"/>
                  </a:moveTo>
                  <a:lnTo>
                    <a:pt x="1121" y="425"/>
                  </a:lnTo>
                  <a:lnTo>
                    <a:pt x="1198" y="464"/>
                  </a:lnTo>
                  <a:lnTo>
                    <a:pt x="1237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7" y="1120"/>
                  </a:lnTo>
                  <a:lnTo>
                    <a:pt x="1159" y="1198"/>
                  </a:lnTo>
                  <a:lnTo>
                    <a:pt x="1082" y="1236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1" y="1159"/>
                  </a:lnTo>
                  <a:lnTo>
                    <a:pt x="464" y="1082"/>
                  </a:lnTo>
                  <a:lnTo>
                    <a:pt x="426" y="1004"/>
                  </a:lnTo>
                  <a:lnTo>
                    <a:pt x="387" y="889"/>
                  </a:lnTo>
                  <a:lnTo>
                    <a:pt x="387" y="773"/>
                  </a:lnTo>
                  <a:lnTo>
                    <a:pt x="464" y="580"/>
                  </a:lnTo>
                  <a:lnTo>
                    <a:pt x="541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7"/>
                  </a:lnTo>
                  <a:close/>
                  <a:moveTo>
                    <a:pt x="889" y="0"/>
                  </a:moveTo>
                  <a:lnTo>
                    <a:pt x="735" y="39"/>
                  </a:lnTo>
                  <a:lnTo>
                    <a:pt x="619" y="78"/>
                  </a:lnTo>
                  <a:lnTo>
                    <a:pt x="503" y="155"/>
                  </a:lnTo>
                  <a:lnTo>
                    <a:pt x="348" y="232"/>
                  </a:lnTo>
                  <a:lnTo>
                    <a:pt x="233" y="309"/>
                  </a:lnTo>
                  <a:lnTo>
                    <a:pt x="155" y="464"/>
                  </a:lnTo>
                  <a:lnTo>
                    <a:pt x="78" y="580"/>
                  </a:lnTo>
                  <a:lnTo>
                    <a:pt x="39" y="734"/>
                  </a:lnTo>
                  <a:lnTo>
                    <a:pt x="1" y="889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4" y="1352"/>
                  </a:lnTo>
                  <a:lnTo>
                    <a:pt x="310" y="1468"/>
                  </a:lnTo>
                  <a:lnTo>
                    <a:pt x="464" y="1584"/>
                  </a:lnTo>
                  <a:lnTo>
                    <a:pt x="657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45"/>
                  </a:lnTo>
                  <a:lnTo>
                    <a:pt x="1507" y="1429"/>
                  </a:lnTo>
                  <a:lnTo>
                    <a:pt x="1584" y="1275"/>
                  </a:lnTo>
                  <a:lnTo>
                    <a:pt x="1661" y="1120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80"/>
                  </a:lnTo>
                  <a:lnTo>
                    <a:pt x="1584" y="387"/>
                  </a:lnTo>
                  <a:lnTo>
                    <a:pt x="1507" y="271"/>
                  </a:lnTo>
                  <a:lnTo>
                    <a:pt x="1391" y="194"/>
                  </a:lnTo>
                  <a:lnTo>
                    <a:pt x="1275" y="116"/>
                  </a:lnTo>
                  <a:lnTo>
                    <a:pt x="1005" y="39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5"/>
            <p:cNvSpPr/>
            <p:nvPr/>
          </p:nvSpPr>
          <p:spPr>
            <a:xfrm>
              <a:off x="5921250" y="4000950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32" y="1"/>
                  </a:moveTo>
                  <a:lnTo>
                    <a:pt x="117" y="39"/>
                  </a:lnTo>
                  <a:lnTo>
                    <a:pt x="1" y="155"/>
                  </a:lnTo>
                  <a:lnTo>
                    <a:pt x="1" y="271"/>
                  </a:lnTo>
                  <a:lnTo>
                    <a:pt x="1" y="387"/>
                  </a:lnTo>
                  <a:lnTo>
                    <a:pt x="310" y="889"/>
                  </a:lnTo>
                  <a:lnTo>
                    <a:pt x="657" y="1391"/>
                  </a:lnTo>
                  <a:lnTo>
                    <a:pt x="1005" y="1893"/>
                  </a:lnTo>
                  <a:lnTo>
                    <a:pt x="1352" y="2356"/>
                  </a:lnTo>
                  <a:lnTo>
                    <a:pt x="1777" y="2781"/>
                  </a:lnTo>
                  <a:lnTo>
                    <a:pt x="2202" y="3206"/>
                  </a:lnTo>
                  <a:lnTo>
                    <a:pt x="2665" y="3592"/>
                  </a:lnTo>
                  <a:lnTo>
                    <a:pt x="3167" y="3901"/>
                  </a:lnTo>
                  <a:lnTo>
                    <a:pt x="3515" y="3785"/>
                  </a:lnTo>
                  <a:lnTo>
                    <a:pt x="2742" y="3013"/>
                  </a:lnTo>
                  <a:lnTo>
                    <a:pt x="2009" y="2240"/>
                  </a:lnTo>
                  <a:lnTo>
                    <a:pt x="1314" y="1429"/>
                  </a:lnTo>
                  <a:lnTo>
                    <a:pt x="1005" y="1005"/>
                  </a:lnTo>
                  <a:lnTo>
                    <a:pt x="696" y="580"/>
                  </a:lnTo>
                  <a:lnTo>
                    <a:pt x="1584" y="696"/>
                  </a:lnTo>
                  <a:lnTo>
                    <a:pt x="2472" y="889"/>
                  </a:lnTo>
                  <a:lnTo>
                    <a:pt x="2974" y="1043"/>
                  </a:lnTo>
                  <a:lnTo>
                    <a:pt x="3476" y="1236"/>
                  </a:lnTo>
                  <a:lnTo>
                    <a:pt x="3978" y="1391"/>
                  </a:lnTo>
                  <a:lnTo>
                    <a:pt x="4480" y="1507"/>
                  </a:lnTo>
                  <a:lnTo>
                    <a:pt x="4557" y="1507"/>
                  </a:lnTo>
                  <a:lnTo>
                    <a:pt x="4635" y="1584"/>
                  </a:lnTo>
                  <a:lnTo>
                    <a:pt x="4789" y="1584"/>
                  </a:lnTo>
                  <a:lnTo>
                    <a:pt x="4866" y="1507"/>
                  </a:lnTo>
                  <a:lnTo>
                    <a:pt x="4943" y="1429"/>
                  </a:lnTo>
                  <a:lnTo>
                    <a:pt x="4596" y="1159"/>
                  </a:lnTo>
                  <a:lnTo>
                    <a:pt x="4133" y="889"/>
                  </a:lnTo>
                  <a:lnTo>
                    <a:pt x="3592" y="657"/>
                  </a:lnTo>
                  <a:lnTo>
                    <a:pt x="3051" y="464"/>
                  </a:lnTo>
                  <a:lnTo>
                    <a:pt x="2511" y="310"/>
                  </a:lnTo>
                  <a:lnTo>
                    <a:pt x="1893" y="194"/>
                  </a:lnTo>
                  <a:lnTo>
                    <a:pt x="1314" y="117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5"/>
            <p:cNvSpPr/>
            <p:nvPr/>
          </p:nvSpPr>
          <p:spPr>
            <a:xfrm>
              <a:off x="5987875" y="4095550"/>
              <a:ext cx="66625" cy="98500"/>
            </a:xfrm>
            <a:custGeom>
              <a:avLst/>
              <a:gdLst/>
              <a:ahLst/>
              <a:cxnLst/>
              <a:rect l="l" t="t" r="r" b="b"/>
              <a:pathLst>
                <a:path w="2665" h="3940" extrusionOk="0">
                  <a:moveTo>
                    <a:pt x="850" y="1"/>
                  </a:moveTo>
                  <a:lnTo>
                    <a:pt x="502" y="117"/>
                  </a:lnTo>
                  <a:lnTo>
                    <a:pt x="618" y="194"/>
                  </a:lnTo>
                  <a:lnTo>
                    <a:pt x="464" y="580"/>
                  </a:lnTo>
                  <a:lnTo>
                    <a:pt x="270" y="1082"/>
                  </a:lnTo>
                  <a:lnTo>
                    <a:pt x="155" y="1584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36"/>
                  </a:lnTo>
                  <a:lnTo>
                    <a:pt x="77" y="3167"/>
                  </a:lnTo>
                  <a:lnTo>
                    <a:pt x="193" y="3399"/>
                  </a:lnTo>
                  <a:lnTo>
                    <a:pt x="309" y="3554"/>
                  </a:lnTo>
                  <a:lnTo>
                    <a:pt x="464" y="3708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40"/>
                  </a:lnTo>
                  <a:lnTo>
                    <a:pt x="1313" y="3901"/>
                  </a:lnTo>
                  <a:lnTo>
                    <a:pt x="1506" y="3824"/>
                  </a:lnTo>
                  <a:lnTo>
                    <a:pt x="1661" y="3669"/>
                  </a:lnTo>
                  <a:lnTo>
                    <a:pt x="1815" y="3476"/>
                  </a:lnTo>
                  <a:lnTo>
                    <a:pt x="1970" y="3283"/>
                  </a:lnTo>
                  <a:lnTo>
                    <a:pt x="2124" y="3052"/>
                  </a:lnTo>
                  <a:lnTo>
                    <a:pt x="2317" y="2511"/>
                  </a:lnTo>
                  <a:lnTo>
                    <a:pt x="2510" y="1970"/>
                  </a:lnTo>
                  <a:lnTo>
                    <a:pt x="2626" y="1468"/>
                  </a:lnTo>
                  <a:lnTo>
                    <a:pt x="2665" y="1044"/>
                  </a:lnTo>
                  <a:lnTo>
                    <a:pt x="2394" y="1005"/>
                  </a:lnTo>
                  <a:lnTo>
                    <a:pt x="2008" y="2009"/>
                  </a:lnTo>
                  <a:lnTo>
                    <a:pt x="1738" y="2665"/>
                  </a:lnTo>
                  <a:lnTo>
                    <a:pt x="1545" y="3013"/>
                  </a:lnTo>
                  <a:lnTo>
                    <a:pt x="1468" y="3206"/>
                  </a:lnTo>
                  <a:lnTo>
                    <a:pt x="1352" y="3283"/>
                  </a:lnTo>
                  <a:lnTo>
                    <a:pt x="1159" y="3283"/>
                  </a:lnTo>
                  <a:lnTo>
                    <a:pt x="1004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897"/>
                  </a:lnTo>
                  <a:lnTo>
                    <a:pt x="541" y="2665"/>
                  </a:lnTo>
                  <a:lnTo>
                    <a:pt x="541" y="2356"/>
                  </a:lnTo>
                  <a:lnTo>
                    <a:pt x="579" y="2048"/>
                  </a:lnTo>
                  <a:lnTo>
                    <a:pt x="657" y="1623"/>
                  </a:lnTo>
                  <a:lnTo>
                    <a:pt x="734" y="1159"/>
                  </a:lnTo>
                  <a:lnTo>
                    <a:pt x="888" y="773"/>
                  </a:lnTo>
                  <a:lnTo>
                    <a:pt x="1043" y="348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6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5"/>
            <p:cNvSpPr/>
            <p:nvPr/>
          </p:nvSpPr>
          <p:spPr>
            <a:xfrm>
              <a:off x="560550" y="1107750"/>
              <a:ext cx="437325" cy="302175"/>
            </a:xfrm>
            <a:custGeom>
              <a:avLst/>
              <a:gdLst/>
              <a:ahLst/>
              <a:cxnLst/>
              <a:rect l="l" t="t" r="r" b="b"/>
              <a:pathLst>
                <a:path w="17493" h="12087" extrusionOk="0">
                  <a:moveTo>
                    <a:pt x="11971" y="502"/>
                  </a:moveTo>
                  <a:lnTo>
                    <a:pt x="12087" y="541"/>
                  </a:lnTo>
                  <a:lnTo>
                    <a:pt x="12203" y="579"/>
                  </a:lnTo>
                  <a:lnTo>
                    <a:pt x="12280" y="657"/>
                  </a:lnTo>
                  <a:lnTo>
                    <a:pt x="12627" y="888"/>
                  </a:lnTo>
                  <a:lnTo>
                    <a:pt x="12898" y="1159"/>
                  </a:lnTo>
                  <a:lnTo>
                    <a:pt x="13129" y="1506"/>
                  </a:lnTo>
                  <a:lnTo>
                    <a:pt x="13322" y="1854"/>
                  </a:lnTo>
                  <a:lnTo>
                    <a:pt x="13477" y="2278"/>
                  </a:lnTo>
                  <a:lnTo>
                    <a:pt x="13593" y="2665"/>
                  </a:lnTo>
                  <a:lnTo>
                    <a:pt x="13824" y="3437"/>
                  </a:lnTo>
                  <a:lnTo>
                    <a:pt x="13824" y="3437"/>
                  </a:lnTo>
                  <a:lnTo>
                    <a:pt x="13091" y="3012"/>
                  </a:lnTo>
                  <a:lnTo>
                    <a:pt x="12705" y="2780"/>
                  </a:lnTo>
                  <a:lnTo>
                    <a:pt x="12357" y="2510"/>
                  </a:lnTo>
                  <a:lnTo>
                    <a:pt x="12010" y="2124"/>
                  </a:lnTo>
                  <a:lnTo>
                    <a:pt x="11817" y="1931"/>
                  </a:lnTo>
                  <a:lnTo>
                    <a:pt x="11662" y="1738"/>
                  </a:lnTo>
                  <a:lnTo>
                    <a:pt x="11508" y="1429"/>
                  </a:lnTo>
                  <a:lnTo>
                    <a:pt x="11430" y="1081"/>
                  </a:lnTo>
                  <a:lnTo>
                    <a:pt x="11662" y="734"/>
                  </a:lnTo>
                  <a:lnTo>
                    <a:pt x="11739" y="618"/>
                  </a:lnTo>
                  <a:lnTo>
                    <a:pt x="11855" y="541"/>
                  </a:lnTo>
                  <a:lnTo>
                    <a:pt x="11971" y="502"/>
                  </a:lnTo>
                  <a:close/>
                  <a:moveTo>
                    <a:pt x="16296" y="1622"/>
                  </a:moveTo>
                  <a:lnTo>
                    <a:pt x="16412" y="1661"/>
                  </a:lnTo>
                  <a:lnTo>
                    <a:pt x="16489" y="1738"/>
                  </a:lnTo>
                  <a:lnTo>
                    <a:pt x="16566" y="1854"/>
                  </a:lnTo>
                  <a:lnTo>
                    <a:pt x="16605" y="1970"/>
                  </a:lnTo>
                  <a:lnTo>
                    <a:pt x="16643" y="2163"/>
                  </a:lnTo>
                  <a:lnTo>
                    <a:pt x="16643" y="2356"/>
                  </a:lnTo>
                  <a:lnTo>
                    <a:pt x="16605" y="2510"/>
                  </a:lnTo>
                  <a:lnTo>
                    <a:pt x="16528" y="2665"/>
                  </a:lnTo>
                  <a:lnTo>
                    <a:pt x="16412" y="2819"/>
                  </a:lnTo>
                  <a:lnTo>
                    <a:pt x="16296" y="2974"/>
                  </a:lnTo>
                  <a:lnTo>
                    <a:pt x="15948" y="3205"/>
                  </a:lnTo>
                  <a:lnTo>
                    <a:pt x="15524" y="3398"/>
                  </a:lnTo>
                  <a:lnTo>
                    <a:pt x="15137" y="3553"/>
                  </a:lnTo>
                  <a:lnTo>
                    <a:pt x="14713" y="3669"/>
                  </a:lnTo>
                  <a:lnTo>
                    <a:pt x="14365" y="3746"/>
                  </a:lnTo>
                  <a:lnTo>
                    <a:pt x="14481" y="3360"/>
                  </a:lnTo>
                  <a:lnTo>
                    <a:pt x="14635" y="2974"/>
                  </a:lnTo>
                  <a:lnTo>
                    <a:pt x="14828" y="2626"/>
                  </a:lnTo>
                  <a:lnTo>
                    <a:pt x="15060" y="2278"/>
                  </a:lnTo>
                  <a:lnTo>
                    <a:pt x="15408" y="1970"/>
                  </a:lnTo>
                  <a:lnTo>
                    <a:pt x="15639" y="1815"/>
                  </a:lnTo>
                  <a:lnTo>
                    <a:pt x="15871" y="1699"/>
                  </a:lnTo>
                  <a:lnTo>
                    <a:pt x="16103" y="1622"/>
                  </a:lnTo>
                  <a:close/>
                  <a:moveTo>
                    <a:pt x="13824" y="4286"/>
                  </a:moveTo>
                  <a:lnTo>
                    <a:pt x="13670" y="4557"/>
                  </a:lnTo>
                  <a:lnTo>
                    <a:pt x="13477" y="4788"/>
                  </a:lnTo>
                  <a:lnTo>
                    <a:pt x="13245" y="5020"/>
                  </a:lnTo>
                  <a:lnTo>
                    <a:pt x="13014" y="5252"/>
                  </a:lnTo>
                  <a:lnTo>
                    <a:pt x="12666" y="5484"/>
                  </a:lnTo>
                  <a:lnTo>
                    <a:pt x="12125" y="5792"/>
                  </a:lnTo>
                  <a:lnTo>
                    <a:pt x="11855" y="5908"/>
                  </a:lnTo>
                  <a:lnTo>
                    <a:pt x="11623" y="5986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4" y="5870"/>
                  </a:lnTo>
                  <a:lnTo>
                    <a:pt x="10967" y="5792"/>
                  </a:lnTo>
                  <a:lnTo>
                    <a:pt x="10928" y="5715"/>
                  </a:lnTo>
                  <a:lnTo>
                    <a:pt x="10890" y="5638"/>
                  </a:lnTo>
                  <a:lnTo>
                    <a:pt x="10890" y="5445"/>
                  </a:lnTo>
                  <a:lnTo>
                    <a:pt x="10967" y="5290"/>
                  </a:lnTo>
                  <a:lnTo>
                    <a:pt x="11121" y="5097"/>
                  </a:lnTo>
                  <a:lnTo>
                    <a:pt x="11276" y="4943"/>
                  </a:lnTo>
                  <a:lnTo>
                    <a:pt x="11546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7" y="4480"/>
                  </a:lnTo>
                  <a:lnTo>
                    <a:pt x="13245" y="4402"/>
                  </a:lnTo>
                  <a:lnTo>
                    <a:pt x="13554" y="4364"/>
                  </a:lnTo>
                  <a:lnTo>
                    <a:pt x="13824" y="4286"/>
                  </a:lnTo>
                  <a:close/>
                  <a:moveTo>
                    <a:pt x="14404" y="4248"/>
                  </a:moveTo>
                  <a:lnTo>
                    <a:pt x="15060" y="4595"/>
                  </a:lnTo>
                  <a:lnTo>
                    <a:pt x="15408" y="4788"/>
                  </a:lnTo>
                  <a:lnTo>
                    <a:pt x="15717" y="4982"/>
                  </a:lnTo>
                  <a:lnTo>
                    <a:pt x="15910" y="5136"/>
                  </a:lnTo>
                  <a:lnTo>
                    <a:pt x="16141" y="5368"/>
                  </a:lnTo>
                  <a:lnTo>
                    <a:pt x="16412" y="5677"/>
                  </a:lnTo>
                  <a:lnTo>
                    <a:pt x="16643" y="6024"/>
                  </a:lnTo>
                  <a:lnTo>
                    <a:pt x="16875" y="6333"/>
                  </a:lnTo>
                  <a:lnTo>
                    <a:pt x="16991" y="6681"/>
                  </a:lnTo>
                  <a:lnTo>
                    <a:pt x="16991" y="6835"/>
                  </a:lnTo>
                  <a:lnTo>
                    <a:pt x="16991" y="6990"/>
                  </a:lnTo>
                  <a:lnTo>
                    <a:pt x="16952" y="7105"/>
                  </a:lnTo>
                  <a:lnTo>
                    <a:pt x="16836" y="7221"/>
                  </a:lnTo>
                  <a:lnTo>
                    <a:pt x="16759" y="7298"/>
                  </a:lnTo>
                  <a:lnTo>
                    <a:pt x="16643" y="7337"/>
                  </a:lnTo>
                  <a:lnTo>
                    <a:pt x="16373" y="7337"/>
                  </a:lnTo>
                  <a:lnTo>
                    <a:pt x="16141" y="7221"/>
                  </a:lnTo>
                  <a:lnTo>
                    <a:pt x="15871" y="7028"/>
                  </a:lnTo>
                  <a:lnTo>
                    <a:pt x="15601" y="6835"/>
                  </a:lnTo>
                  <a:lnTo>
                    <a:pt x="15369" y="6565"/>
                  </a:lnTo>
                  <a:lnTo>
                    <a:pt x="15060" y="6179"/>
                  </a:lnTo>
                  <a:lnTo>
                    <a:pt x="14828" y="5715"/>
                  </a:lnTo>
                  <a:lnTo>
                    <a:pt x="14635" y="5252"/>
                  </a:lnTo>
                  <a:lnTo>
                    <a:pt x="14520" y="4750"/>
                  </a:lnTo>
                  <a:lnTo>
                    <a:pt x="14404" y="4248"/>
                  </a:lnTo>
                  <a:close/>
                  <a:moveTo>
                    <a:pt x="11855" y="0"/>
                  </a:moveTo>
                  <a:lnTo>
                    <a:pt x="11585" y="77"/>
                  </a:lnTo>
                  <a:lnTo>
                    <a:pt x="11469" y="116"/>
                  </a:lnTo>
                  <a:lnTo>
                    <a:pt x="11353" y="232"/>
                  </a:lnTo>
                  <a:lnTo>
                    <a:pt x="11160" y="425"/>
                  </a:lnTo>
                  <a:lnTo>
                    <a:pt x="11006" y="618"/>
                  </a:lnTo>
                  <a:lnTo>
                    <a:pt x="10928" y="811"/>
                  </a:lnTo>
                  <a:lnTo>
                    <a:pt x="10928" y="1043"/>
                  </a:lnTo>
                  <a:lnTo>
                    <a:pt x="10928" y="1236"/>
                  </a:lnTo>
                  <a:lnTo>
                    <a:pt x="10967" y="1468"/>
                  </a:lnTo>
                  <a:lnTo>
                    <a:pt x="11083" y="1699"/>
                  </a:lnTo>
                  <a:lnTo>
                    <a:pt x="11199" y="1892"/>
                  </a:lnTo>
                  <a:lnTo>
                    <a:pt x="11546" y="2317"/>
                  </a:lnTo>
                  <a:lnTo>
                    <a:pt x="11932" y="2742"/>
                  </a:lnTo>
                  <a:lnTo>
                    <a:pt x="12396" y="3089"/>
                  </a:lnTo>
                  <a:lnTo>
                    <a:pt x="12859" y="3437"/>
                  </a:lnTo>
                  <a:lnTo>
                    <a:pt x="12048" y="3321"/>
                  </a:lnTo>
                  <a:lnTo>
                    <a:pt x="11199" y="3282"/>
                  </a:lnTo>
                  <a:lnTo>
                    <a:pt x="10388" y="3360"/>
                  </a:lnTo>
                  <a:lnTo>
                    <a:pt x="9615" y="3476"/>
                  </a:lnTo>
                  <a:lnTo>
                    <a:pt x="9654" y="3012"/>
                  </a:lnTo>
                  <a:lnTo>
                    <a:pt x="9654" y="2510"/>
                  </a:lnTo>
                  <a:lnTo>
                    <a:pt x="9615" y="2008"/>
                  </a:lnTo>
                  <a:lnTo>
                    <a:pt x="9500" y="1506"/>
                  </a:lnTo>
                  <a:lnTo>
                    <a:pt x="9075" y="1622"/>
                  </a:lnTo>
                  <a:lnTo>
                    <a:pt x="9152" y="2085"/>
                  </a:lnTo>
                  <a:lnTo>
                    <a:pt x="9152" y="2587"/>
                  </a:lnTo>
                  <a:lnTo>
                    <a:pt x="9113" y="3089"/>
                  </a:lnTo>
                  <a:lnTo>
                    <a:pt x="9075" y="3514"/>
                  </a:lnTo>
                  <a:lnTo>
                    <a:pt x="9075" y="3630"/>
                  </a:lnTo>
                  <a:lnTo>
                    <a:pt x="8225" y="3900"/>
                  </a:lnTo>
                  <a:lnTo>
                    <a:pt x="7414" y="4286"/>
                  </a:lnTo>
                  <a:lnTo>
                    <a:pt x="6604" y="4711"/>
                  </a:lnTo>
                  <a:lnTo>
                    <a:pt x="5831" y="5252"/>
                  </a:lnTo>
                  <a:lnTo>
                    <a:pt x="5406" y="5252"/>
                  </a:lnTo>
                  <a:lnTo>
                    <a:pt x="5406" y="5561"/>
                  </a:lnTo>
                  <a:lnTo>
                    <a:pt x="4596" y="6217"/>
                  </a:lnTo>
                  <a:lnTo>
                    <a:pt x="3823" y="6951"/>
                  </a:lnTo>
                  <a:lnTo>
                    <a:pt x="3090" y="7685"/>
                  </a:lnTo>
                  <a:lnTo>
                    <a:pt x="2394" y="8495"/>
                  </a:lnTo>
                  <a:lnTo>
                    <a:pt x="1738" y="9306"/>
                  </a:lnTo>
                  <a:lnTo>
                    <a:pt x="1082" y="10156"/>
                  </a:lnTo>
                  <a:lnTo>
                    <a:pt x="502" y="10967"/>
                  </a:lnTo>
                  <a:lnTo>
                    <a:pt x="0" y="11816"/>
                  </a:lnTo>
                  <a:lnTo>
                    <a:pt x="309" y="12087"/>
                  </a:lnTo>
                  <a:lnTo>
                    <a:pt x="1545" y="10503"/>
                  </a:lnTo>
                  <a:lnTo>
                    <a:pt x="2742" y="8959"/>
                  </a:lnTo>
                  <a:lnTo>
                    <a:pt x="3360" y="8225"/>
                  </a:lnTo>
                  <a:lnTo>
                    <a:pt x="4016" y="7491"/>
                  </a:lnTo>
                  <a:lnTo>
                    <a:pt x="4711" y="6835"/>
                  </a:lnTo>
                  <a:lnTo>
                    <a:pt x="5484" y="6179"/>
                  </a:lnTo>
                  <a:lnTo>
                    <a:pt x="6256" y="5599"/>
                  </a:lnTo>
                  <a:lnTo>
                    <a:pt x="7106" y="5059"/>
                  </a:lnTo>
                  <a:lnTo>
                    <a:pt x="7994" y="4634"/>
                  </a:lnTo>
                  <a:lnTo>
                    <a:pt x="8457" y="4441"/>
                  </a:lnTo>
                  <a:lnTo>
                    <a:pt x="8920" y="4248"/>
                  </a:lnTo>
                  <a:lnTo>
                    <a:pt x="9422" y="4132"/>
                  </a:lnTo>
                  <a:lnTo>
                    <a:pt x="9886" y="4016"/>
                  </a:lnTo>
                  <a:lnTo>
                    <a:pt x="10388" y="3939"/>
                  </a:lnTo>
                  <a:lnTo>
                    <a:pt x="10851" y="3862"/>
                  </a:lnTo>
                  <a:lnTo>
                    <a:pt x="11353" y="3823"/>
                  </a:lnTo>
                  <a:lnTo>
                    <a:pt x="11855" y="3823"/>
                  </a:lnTo>
                  <a:lnTo>
                    <a:pt x="12357" y="3862"/>
                  </a:lnTo>
                  <a:lnTo>
                    <a:pt x="12821" y="3939"/>
                  </a:lnTo>
                  <a:lnTo>
                    <a:pt x="12319" y="4016"/>
                  </a:lnTo>
                  <a:lnTo>
                    <a:pt x="11855" y="4132"/>
                  </a:lnTo>
                  <a:lnTo>
                    <a:pt x="11392" y="4286"/>
                  </a:lnTo>
                  <a:lnTo>
                    <a:pt x="11199" y="4402"/>
                  </a:lnTo>
                  <a:lnTo>
                    <a:pt x="11006" y="4557"/>
                  </a:lnTo>
                  <a:lnTo>
                    <a:pt x="10813" y="4711"/>
                  </a:lnTo>
                  <a:lnTo>
                    <a:pt x="10697" y="4866"/>
                  </a:lnTo>
                  <a:lnTo>
                    <a:pt x="10542" y="5059"/>
                  </a:lnTo>
                  <a:lnTo>
                    <a:pt x="10465" y="5290"/>
                  </a:lnTo>
                  <a:lnTo>
                    <a:pt x="10388" y="5522"/>
                  </a:lnTo>
                  <a:lnTo>
                    <a:pt x="10388" y="5754"/>
                  </a:lnTo>
                  <a:lnTo>
                    <a:pt x="10426" y="5947"/>
                  </a:lnTo>
                  <a:lnTo>
                    <a:pt x="10581" y="6179"/>
                  </a:lnTo>
                  <a:lnTo>
                    <a:pt x="10658" y="6256"/>
                  </a:lnTo>
                  <a:lnTo>
                    <a:pt x="10774" y="6333"/>
                  </a:lnTo>
                  <a:lnTo>
                    <a:pt x="11006" y="6410"/>
                  </a:lnTo>
                  <a:lnTo>
                    <a:pt x="11276" y="6449"/>
                  </a:lnTo>
                  <a:lnTo>
                    <a:pt x="11585" y="6410"/>
                  </a:lnTo>
                  <a:lnTo>
                    <a:pt x="11855" y="6372"/>
                  </a:lnTo>
                  <a:lnTo>
                    <a:pt x="12164" y="6256"/>
                  </a:lnTo>
                  <a:lnTo>
                    <a:pt x="12627" y="6063"/>
                  </a:lnTo>
                  <a:lnTo>
                    <a:pt x="13052" y="5792"/>
                  </a:lnTo>
                  <a:lnTo>
                    <a:pt x="13422" y="5533"/>
                  </a:lnTo>
                  <a:lnTo>
                    <a:pt x="13422" y="5533"/>
                  </a:lnTo>
                  <a:lnTo>
                    <a:pt x="13786" y="5715"/>
                  </a:lnTo>
                  <a:lnTo>
                    <a:pt x="14056" y="4866"/>
                  </a:lnTo>
                  <a:lnTo>
                    <a:pt x="14211" y="5406"/>
                  </a:lnTo>
                  <a:lnTo>
                    <a:pt x="14404" y="5908"/>
                  </a:lnTo>
                  <a:lnTo>
                    <a:pt x="14674" y="6410"/>
                  </a:lnTo>
                  <a:lnTo>
                    <a:pt x="14983" y="6874"/>
                  </a:lnTo>
                  <a:lnTo>
                    <a:pt x="15176" y="7067"/>
                  </a:lnTo>
                  <a:lnTo>
                    <a:pt x="15408" y="7298"/>
                  </a:lnTo>
                  <a:lnTo>
                    <a:pt x="15678" y="7491"/>
                  </a:lnTo>
                  <a:lnTo>
                    <a:pt x="15987" y="7685"/>
                  </a:lnTo>
                  <a:lnTo>
                    <a:pt x="16296" y="7800"/>
                  </a:lnTo>
                  <a:lnTo>
                    <a:pt x="16605" y="7878"/>
                  </a:lnTo>
                  <a:lnTo>
                    <a:pt x="16875" y="7878"/>
                  </a:lnTo>
                  <a:lnTo>
                    <a:pt x="17030" y="7800"/>
                  </a:lnTo>
                  <a:lnTo>
                    <a:pt x="17184" y="7723"/>
                  </a:lnTo>
                  <a:lnTo>
                    <a:pt x="17300" y="7646"/>
                  </a:lnTo>
                  <a:lnTo>
                    <a:pt x="17377" y="7530"/>
                  </a:lnTo>
                  <a:lnTo>
                    <a:pt x="17416" y="7414"/>
                  </a:lnTo>
                  <a:lnTo>
                    <a:pt x="17454" y="7260"/>
                  </a:lnTo>
                  <a:lnTo>
                    <a:pt x="17493" y="6951"/>
                  </a:lnTo>
                  <a:lnTo>
                    <a:pt x="17416" y="6603"/>
                  </a:lnTo>
                  <a:lnTo>
                    <a:pt x="17300" y="6294"/>
                  </a:lnTo>
                  <a:lnTo>
                    <a:pt x="17184" y="5986"/>
                  </a:lnTo>
                  <a:lnTo>
                    <a:pt x="17030" y="5715"/>
                  </a:lnTo>
                  <a:lnTo>
                    <a:pt x="16875" y="5484"/>
                  </a:lnTo>
                  <a:lnTo>
                    <a:pt x="16682" y="5252"/>
                  </a:lnTo>
                  <a:lnTo>
                    <a:pt x="16489" y="5020"/>
                  </a:lnTo>
                  <a:lnTo>
                    <a:pt x="16257" y="4788"/>
                  </a:lnTo>
                  <a:lnTo>
                    <a:pt x="16026" y="4634"/>
                  </a:lnTo>
                  <a:lnTo>
                    <a:pt x="15524" y="4286"/>
                  </a:lnTo>
                  <a:lnTo>
                    <a:pt x="14944" y="4016"/>
                  </a:lnTo>
                  <a:lnTo>
                    <a:pt x="15408" y="3900"/>
                  </a:lnTo>
                  <a:lnTo>
                    <a:pt x="15832" y="3746"/>
                  </a:lnTo>
                  <a:lnTo>
                    <a:pt x="16219" y="3514"/>
                  </a:lnTo>
                  <a:lnTo>
                    <a:pt x="16605" y="3244"/>
                  </a:lnTo>
                  <a:lnTo>
                    <a:pt x="16759" y="3089"/>
                  </a:lnTo>
                  <a:lnTo>
                    <a:pt x="16914" y="2858"/>
                  </a:lnTo>
                  <a:lnTo>
                    <a:pt x="17030" y="2665"/>
                  </a:lnTo>
                  <a:lnTo>
                    <a:pt x="17107" y="2433"/>
                  </a:lnTo>
                  <a:lnTo>
                    <a:pt x="17145" y="2201"/>
                  </a:lnTo>
                  <a:lnTo>
                    <a:pt x="17107" y="1931"/>
                  </a:lnTo>
                  <a:lnTo>
                    <a:pt x="17068" y="1699"/>
                  </a:lnTo>
                  <a:lnTo>
                    <a:pt x="16914" y="1506"/>
                  </a:lnTo>
                  <a:lnTo>
                    <a:pt x="16759" y="1313"/>
                  </a:lnTo>
                  <a:lnTo>
                    <a:pt x="16528" y="1236"/>
                  </a:lnTo>
                  <a:lnTo>
                    <a:pt x="16334" y="1159"/>
                  </a:lnTo>
                  <a:lnTo>
                    <a:pt x="16103" y="1159"/>
                  </a:lnTo>
                  <a:lnTo>
                    <a:pt x="15910" y="1197"/>
                  </a:lnTo>
                  <a:lnTo>
                    <a:pt x="15678" y="1275"/>
                  </a:lnTo>
                  <a:lnTo>
                    <a:pt x="15446" y="1352"/>
                  </a:lnTo>
                  <a:lnTo>
                    <a:pt x="15253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6" y="2587"/>
                  </a:lnTo>
                  <a:lnTo>
                    <a:pt x="14095" y="3012"/>
                  </a:lnTo>
                  <a:lnTo>
                    <a:pt x="13940" y="2433"/>
                  </a:lnTo>
                  <a:lnTo>
                    <a:pt x="13747" y="1892"/>
                  </a:lnTo>
                  <a:lnTo>
                    <a:pt x="13516" y="1352"/>
                  </a:lnTo>
                  <a:lnTo>
                    <a:pt x="13168" y="850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7" y="155"/>
                  </a:lnTo>
                  <a:lnTo>
                    <a:pt x="12087" y="39"/>
                  </a:lnTo>
                  <a:lnTo>
                    <a:pt x="118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5"/>
            <p:cNvSpPr/>
            <p:nvPr/>
          </p:nvSpPr>
          <p:spPr>
            <a:xfrm>
              <a:off x="799000" y="1245800"/>
              <a:ext cx="106200" cy="124550"/>
            </a:xfrm>
            <a:custGeom>
              <a:avLst/>
              <a:gdLst/>
              <a:ahLst/>
              <a:cxnLst/>
              <a:rect l="l" t="t" r="r" b="b"/>
              <a:pathLst>
                <a:path w="4248" h="4982" extrusionOk="0">
                  <a:moveTo>
                    <a:pt x="3862" y="0"/>
                  </a:moveTo>
                  <a:lnTo>
                    <a:pt x="3591" y="579"/>
                  </a:lnTo>
                  <a:lnTo>
                    <a:pt x="3244" y="1159"/>
                  </a:lnTo>
                  <a:lnTo>
                    <a:pt x="2896" y="1699"/>
                  </a:lnTo>
                  <a:lnTo>
                    <a:pt x="2510" y="2201"/>
                  </a:lnTo>
                  <a:lnTo>
                    <a:pt x="1931" y="2858"/>
                  </a:lnTo>
                  <a:lnTo>
                    <a:pt x="1313" y="3475"/>
                  </a:lnTo>
                  <a:lnTo>
                    <a:pt x="1004" y="3784"/>
                  </a:lnTo>
                  <a:lnTo>
                    <a:pt x="657" y="4016"/>
                  </a:lnTo>
                  <a:lnTo>
                    <a:pt x="309" y="4286"/>
                  </a:lnTo>
                  <a:lnTo>
                    <a:pt x="0" y="4595"/>
                  </a:lnTo>
                  <a:lnTo>
                    <a:pt x="39" y="4981"/>
                  </a:lnTo>
                  <a:lnTo>
                    <a:pt x="155" y="4981"/>
                  </a:lnTo>
                  <a:lnTo>
                    <a:pt x="541" y="4788"/>
                  </a:lnTo>
                  <a:lnTo>
                    <a:pt x="927" y="4557"/>
                  </a:lnTo>
                  <a:lnTo>
                    <a:pt x="1313" y="4248"/>
                  </a:lnTo>
                  <a:lnTo>
                    <a:pt x="1699" y="3939"/>
                  </a:lnTo>
                  <a:lnTo>
                    <a:pt x="2008" y="3591"/>
                  </a:lnTo>
                  <a:lnTo>
                    <a:pt x="2356" y="3205"/>
                  </a:lnTo>
                  <a:lnTo>
                    <a:pt x="2896" y="2510"/>
                  </a:lnTo>
                  <a:lnTo>
                    <a:pt x="3321" y="1969"/>
                  </a:lnTo>
                  <a:lnTo>
                    <a:pt x="3669" y="1390"/>
                  </a:lnTo>
                  <a:lnTo>
                    <a:pt x="3978" y="811"/>
                  </a:lnTo>
                  <a:lnTo>
                    <a:pt x="4248" y="193"/>
                  </a:lnTo>
                  <a:lnTo>
                    <a:pt x="386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5"/>
            <p:cNvSpPr/>
            <p:nvPr/>
          </p:nvSpPr>
          <p:spPr>
            <a:xfrm>
              <a:off x="747825" y="12477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5" y="271"/>
                  </a:moveTo>
                  <a:lnTo>
                    <a:pt x="1236" y="387"/>
                  </a:lnTo>
                  <a:lnTo>
                    <a:pt x="1429" y="541"/>
                  </a:lnTo>
                  <a:lnTo>
                    <a:pt x="1545" y="773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4" y="1197"/>
                  </a:lnTo>
                  <a:lnTo>
                    <a:pt x="1545" y="1313"/>
                  </a:lnTo>
                  <a:lnTo>
                    <a:pt x="1429" y="1391"/>
                  </a:lnTo>
                  <a:lnTo>
                    <a:pt x="1352" y="1468"/>
                  </a:lnTo>
                  <a:lnTo>
                    <a:pt x="1198" y="1545"/>
                  </a:lnTo>
                  <a:lnTo>
                    <a:pt x="966" y="1584"/>
                  </a:lnTo>
                  <a:lnTo>
                    <a:pt x="773" y="1545"/>
                  </a:lnTo>
                  <a:lnTo>
                    <a:pt x="657" y="1468"/>
                  </a:lnTo>
                  <a:lnTo>
                    <a:pt x="580" y="1429"/>
                  </a:lnTo>
                  <a:lnTo>
                    <a:pt x="503" y="1313"/>
                  </a:lnTo>
                  <a:lnTo>
                    <a:pt x="464" y="1197"/>
                  </a:lnTo>
                  <a:lnTo>
                    <a:pt x="425" y="1004"/>
                  </a:lnTo>
                  <a:lnTo>
                    <a:pt x="425" y="773"/>
                  </a:lnTo>
                  <a:lnTo>
                    <a:pt x="541" y="580"/>
                  </a:lnTo>
                  <a:lnTo>
                    <a:pt x="696" y="425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78"/>
                  </a:lnTo>
                  <a:lnTo>
                    <a:pt x="657" y="116"/>
                  </a:lnTo>
                  <a:lnTo>
                    <a:pt x="541" y="78"/>
                  </a:lnTo>
                  <a:lnTo>
                    <a:pt x="425" y="116"/>
                  </a:lnTo>
                  <a:lnTo>
                    <a:pt x="271" y="193"/>
                  </a:lnTo>
                  <a:lnTo>
                    <a:pt x="155" y="348"/>
                  </a:lnTo>
                  <a:lnTo>
                    <a:pt x="78" y="502"/>
                  </a:lnTo>
                  <a:lnTo>
                    <a:pt x="1" y="695"/>
                  </a:lnTo>
                  <a:lnTo>
                    <a:pt x="1" y="889"/>
                  </a:lnTo>
                  <a:lnTo>
                    <a:pt x="1" y="1082"/>
                  </a:lnTo>
                  <a:lnTo>
                    <a:pt x="39" y="1275"/>
                  </a:lnTo>
                  <a:lnTo>
                    <a:pt x="78" y="1429"/>
                  </a:lnTo>
                  <a:lnTo>
                    <a:pt x="194" y="1622"/>
                  </a:lnTo>
                  <a:lnTo>
                    <a:pt x="310" y="1777"/>
                  </a:lnTo>
                  <a:lnTo>
                    <a:pt x="464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043" y="2008"/>
                  </a:lnTo>
                  <a:lnTo>
                    <a:pt x="1236" y="1970"/>
                  </a:lnTo>
                  <a:lnTo>
                    <a:pt x="1429" y="1892"/>
                  </a:lnTo>
                  <a:lnTo>
                    <a:pt x="1584" y="1815"/>
                  </a:lnTo>
                  <a:lnTo>
                    <a:pt x="1738" y="1699"/>
                  </a:lnTo>
                  <a:lnTo>
                    <a:pt x="1893" y="1545"/>
                  </a:lnTo>
                  <a:lnTo>
                    <a:pt x="1970" y="1352"/>
                  </a:lnTo>
                  <a:lnTo>
                    <a:pt x="2047" y="1197"/>
                  </a:lnTo>
                  <a:lnTo>
                    <a:pt x="2086" y="1004"/>
                  </a:lnTo>
                  <a:lnTo>
                    <a:pt x="2047" y="811"/>
                  </a:lnTo>
                  <a:lnTo>
                    <a:pt x="1970" y="580"/>
                  </a:lnTo>
                  <a:lnTo>
                    <a:pt x="1893" y="425"/>
                  </a:lnTo>
                  <a:lnTo>
                    <a:pt x="1738" y="271"/>
                  </a:lnTo>
                  <a:lnTo>
                    <a:pt x="1584" y="155"/>
                  </a:lnTo>
                  <a:lnTo>
                    <a:pt x="1429" y="78"/>
                  </a:lnTo>
                  <a:lnTo>
                    <a:pt x="123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5"/>
            <p:cNvSpPr/>
            <p:nvPr/>
          </p:nvSpPr>
          <p:spPr>
            <a:xfrm>
              <a:off x="691825" y="1300825"/>
              <a:ext cx="114925" cy="285775"/>
            </a:xfrm>
            <a:custGeom>
              <a:avLst/>
              <a:gdLst/>
              <a:ahLst/>
              <a:cxnLst/>
              <a:rect l="l" t="t" r="r" b="b"/>
              <a:pathLst>
                <a:path w="4597" h="11431" extrusionOk="0">
                  <a:moveTo>
                    <a:pt x="3631" y="888"/>
                  </a:moveTo>
                  <a:lnTo>
                    <a:pt x="3708" y="2008"/>
                  </a:lnTo>
                  <a:lnTo>
                    <a:pt x="3824" y="3128"/>
                  </a:lnTo>
                  <a:lnTo>
                    <a:pt x="3940" y="4248"/>
                  </a:lnTo>
                  <a:lnTo>
                    <a:pt x="4017" y="5406"/>
                  </a:lnTo>
                  <a:lnTo>
                    <a:pt x="4056" y="6603"/>
                  </a:lnTo>
                  <a:lnTo>
                    <a:pt x="4056" y="7260"/>
                  </a:lnTo>
                  <a:lnTo>
                    <a:pt x="3978" y="7878"/>
                  </a:lnTo>
                  <a:lnTo>
                    <a:pt x="3901" y="8534"/>
                  </a:lnTo>
                  <a:lnTo>
                    <a:pt x="3747" y="9152"/>
                  </a:lnTo>
                  <a:lnTo>
                    <a:pt x="3515" y="9731"/>
                  </a:lnTo>
                  <a:lnTo>
                    <a:pt x="3245" y="10272"/>
                  </a:lnTo>
                  <a:lnTo>
                    <a:pt x="3013" y="10542"/>
                  </a:lnTo>
                  <a:lnTo>
                    <a:pt x="2781" y="10735"/>
                  </a:lnTo>
                  <a:lnTo>
                    <a:pt x="2472" y="10851"/>
                  </a:lnTo>
                  <a:lnTo>
                    <a:pt x="2202" y="10851"/>
                  </a:lnTo>
                  <a:lnTo>
                    <a:pt x="1893" y="10812"/>
                  </a:lnTo>
                  <a:lnTo>
                    <a:pt x="1623" y="10696"/>
                  </a:lnTo>
                  <a:lnTo>
                    <a:pt x="1353" y="10503"/>
                  </a:lnTo>
                  <a:lnTo>
                    <a:pt x="1121" y="10233"/>
                  </a:lnTo>
                  <a:lnTo>
                    <a:pt x="966" y="9963"/>
                  </a:lnTo>
                  <a:lnTo>
                    <a:pt x="851" y="9692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95"/>
                  </a:lnTo>
                  <a:lnTo>
                    <a:pt x="657" y="7878"/>
                  </a:lnTo>
                  <a:lnTo>
                    <a:pt x="657" y="5329"/>
                  </a:lnTo>
                  <a:lnTo>
                    <a:pt x="619" y="4055"/>
                  </a:lnTo>
                  <a:lnTo>
                    <a:pt x="580" y="2780"/>
                  </a:lnTo>
                  <a:lnTo>
                    <a:pt x="542" y="2742"/>
                  </a:lnTo>
                  <a:lnTo>
                    <a:pt x="580" y="2742"/>
                  </a:lnTo>
                  <a:lnTo>
                    <a:pt x="1353" y="2356"/>
                  </a:lnTo>
                  <a:lnTo>
                    <a:pt x="2163" y="1931"/>
                  </a:lnTo>
                  <a:lnTo>
                    <a:pt x="2936" y="1429"/>
                  </a:lnTo>
                  <a:lnTo>
                    <a:pt x="3283" y="1159"/>
                  </a:lnTo>
                  <a:lnTo>
                    <a:pt x="3631" y="888"/>
                  </a:lnTo>
                  <a:close/>
                  <a:moveTo>
                    <a:pt x="3978" y="0"/>
                  </a:moveTo>
                  <a:lnTo>
                    <a:pt x="3901" y="39"/>
                  </a:lnTo>
                  <a:lnTo>
                    <a:pt x="3476" y="309"/>
                  </a:lnTo>
                  <a:lnTo>
                    <a:pt x="3052" y="657"/>
                  </a:lnTo>
                  <a:lnTo>
                    <a:pt x="2627" y="966"/>
                  </a:lnTo>
                  <a:lnTo>
                    <a:pt x="2202" y="1313"/>
                  </a:lnTo>
                  <a:lnTo>
                    <a:pt x="1314" y="1892"/>
                  </a:lnTo>
                  <a:lnTo>
                    <a:pt x="426" y="2472"/>
                  </a:lnTo>
                  <a:lnTo>
                    <a:pt x="349" y="2549"/>
                  </a:lnTo>
                  <a:lnTo>
                    <a:pt x="349" y="2626"/>
                  </a:lnTo>
                  <a:lnTo>
                    <a:pt x="271" y="2665"/>
                  </a:lnTo>
                  <a:lnTo>
                    <a:pt x="233" y="2780"/>
                  </a:lnTo>
                  <a:lnTo>
                    <a:pt x="194" y="3823"/>
                  </a:lnTo>
                  <a:lnTo>
                    <a:pt x="155" y="4827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7"/>
                  </a:lnTo>
                  <a:lnTo>
                    <a:pt x="155" y="7685"/>
                  </a:lnTo>
                  <a:lnTo>
                    <a:pt x="155" y="8418"/>
                  </a:lnTo>
                  <a:lnTo>
                    <a:pt x="233" y="9152"/>
                  </a:lnTo>
                  <a:lnTo>
                    <a:pt x="310" y="9615"/>
                  </a:lnTo>
                  <a:lnTo>
                    <a:pt x="503" y="10079"/>
                  </a:lnTo>
                  <a:lnTo>
                    <a:pt x="735" y="10503"/>
                  </a:lnTo>
                  <a:lnTo>
                    <a:pt x="1044" y="10890"/>
                  </a:lnTo>
                  <a:lnTo>
                    <a:pt x="1198" y="11044"/>
                  </a:lnTo>
                  <a:lnTo>
                    <a:pt x="1391" y="11198"/>
                  </a:lnTo>
                  <a:lnTo>
                    <a:pt x="1623" y="11314"/>
                  </a:lnTo>
                  <a:lnTo>
                    <a:pt x="1816" y="11392"/>
                  </a:lnTo>
                  <a:lnTo>
                    <a:pt x="2048" y="11430"/>
                  </a:lnTo>
                  <a:lnTo>
                    <a:pt x="2279" y="11430"/>
                  </a:lnTo>
                  <a:lnTo>
                    <a:pt x="2550" y="11392"/>
                  </a:lnTo>
                  <a:lnTo>
                    <a:pt x="2820" y="11314"/>
                  </a:lnTo>
                  <a:lnTo>
                    <a:pt x="3052" y="11198"/>
                  </a:lnTo>
                  <a:lnTo>
                    <a:pt x="3283" y="11044"/>
                  </a:lnTo>
                  <a:lnTo>
                    <a:pt x="3476" y="10851"/>
                  </a:lnTo>
                  <a:lnTo>
                    <a:pt x="3669" y="10658"/>
                  </a:lnTo>
                  <a:lnTo>
                    <a:pt x="3824" y="10388"/>
                  </a:lnTo>
                  <a:lnTo>
                    <a:pt x="3978" y="10117"/>
                  </a:lnTo>
                  <a:lnTo>
                    <a:pt x="4171" y="9538"/>
                  </a:lnTo>
                  <a:lnTo>
                    <a:pt x="4326" y="8920"/>
                  </a:lnTo>
                  <a:lnTo>
                    <a:pt x="4442" y="8302"/>
                  </a:lnTo>
                  <a:lnTo>
                    <a:pt x="4519" y="7723"/>
                  </a:lnTo>
                  <a:lnTo>
                    <a:pt x="4558" y="7221"/>
                  </a:lnTo>
                  <a:lnTo>
                    <a:pt x="4596" y="6642"/>
                  </a:lnTo>
                  <a:lnTo>
                    <a:pt x="4596" y="6101"/>
                  </a:lnTo>
                  <a:lnTo>
                    <a:pt x="4519" y="4981"/>
                  </a:lnTo>
                  <a:lnTo>
                    <a:pt x="4442" y="3862"/>
                  </a:lnTo>
                  <a:lnTo>
                    <a:pt x="4326" y="2780"/>
                  </a:lnTo>
                  <a:lnTo>
                    <a:pt x="4287" y="2394"/>
                  </a:lnTo>
                  <a:lnTo>
                    <a:pt x="4210" y="1468"/>
                  </a:lnTo>
                  <a:lnTo>
                    <a:pt x="4133" y="541"/>
                  </a:lnTo>
                  <a:lnTo>
                    <a:pt x="4094" y="386"/>
                  </a:lnTo>
                  <a:lnTo>
                    <a:pt x="4133" y="348"/>
                  </a:lnTo>
                  <a:lnTo>
                    <a:pt x="4171" y="270"/>
                  </a:lnTo>
                  <a:lnTo>
                    <a:pt x="4210" y="193"/>
                  </a:lnTo>
                  <a:lnTo>
                    <a:pt x="4171" y="77"/>
                  </a:lnTo>
                  <a:lnTo>
                    <a:pt x="4094" y="39"/>
                  </a:lnTo>
                  <a:lnTo>
                    <a:pt x="405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Google Shape;1146;p5"/>
            <p:cNvSpPr/>
            <p:nvPr/>
          </p:nvSpPr>
          <p:spPr>
            <a:xfrm>
              <a:off x="695700" y="1106775"/>
              <a:ext cx="102350" cy="132275"/>
            </a:xfrm>
            <a:custGeom>
              <a:avLst/>
              <a:gdLst/>
              <a:ahLst/>
              <a:cxnLst/>
              <a:rect l="l" t="t" r="r" b="b"/>
              <a:pathLst>
                <a:path w="4094" h="5291" extrusionOk="0">
                  <a:moveTo>
                    <a:pt x="2279" y="1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4" y="1893"/>
                  </a:lnTo>
                  <a:lnTo>
                    <a:pt x="116" y="2279"/>
                  </a:lnTo>
                  <a:lnTo>
                    <a:pt x="39" y="2665"/>
                  </a:lnTo>
                  <a:lnTo>
                    <a:pt x="0" y="3051"/>
                  </a:lnTo>
                  <a:lnTo>
                    <a:pt x="0" y="3823"/>
                  </a:lnTo>
                  <a:lnTo>
                    <a:pt x="0" y="5291"/>
                  </a:lnTo>
                  <a:lnTo>
                    <a:pt x="425" y="5291"/>
                  </a:lnTo>
                  <a:lnTo>
                    <a:pt x="464" y="4750"/>
                  </a:lnTo>
                  <a:lnTo>
                    <a:pt x="464" y="4210"/>
                  </a:lnTo>
                  <a:lnTo>
                    <a:pt x="464" y="3630"/>
                  </a:lnTo>
                  <a:lnTo>
                    <a:pt x="464" y="3090"/>
                  </a:lnTo>
                  <a:lnTo>
                    <a:pt x="541" y="2549"/>
                  </a:lnTo>
                  <a:lnTo>
                    <a:pt x="657" y="2047"/>
                  </a:lnTo>
                  <a:lnTo>
                    <a:pt x="773" y="1816"/>
                  </a:lnTo>
                  <a:lnTo>
                    <a:pt x="889" y="1545"/>
                  </a:lnTo>
                  <a:lnTo>
                    <a:pt x="1043" y="1352"/>
                  </a:lnTo>
                  <a:lnTo>
                    <a:pt x="1198" y="1120"/>
                  </a:lnTo>
                  <a:lnTo>
                    <a:pt x="1391" y="927"/>
                  </a:lnTo>
                  <a:lnTo>
                    <a:pt x="1622" y="773"/>
                  </a:lnTo>
                  <a:lnTo>
                    <a:pt x="1854" y="657"/>
                  </a:lnTo>
                  <a:lnTo>
                    <a:pt x="2124" y="580"/>
                  </a:lnTo>
                  <a:lnTo>
                    <a:pt x="2433" y="541"/>
                  </a:lnTo>
                  <a:lnTo>
                    <a:pt x="2703" y="541"/>
                  </a:lnTo>
                  <a:lnTo>
                    <a:pt x="2974" y="618"/>
                  </a:lnTo>
                  <a:lnTo>
                    <a:pt x="3205" y="773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2" y="1391"/>
                  </a:lnTo>
                  <a:lnTo>
                    <a:pt x="3669" y="1661"/>
                  </a:lnTo>
                  <a:lnTo>
                    <a:pt x="4094" y="1545"/>
                  </a:lnTo>
                  <a:lnTo>
                    <a:pt x="3978" y="1159"/>
                  </a:lnTo>
                  <a:lnTo>
                    <a:pt x="3823" y="812"/>
                  </a:lnTo>
                  <a:lnTo>
                    <a:pt x="3630" y="503"/>
                  </a:lnTo>
                  <a:lnTo>
                    <a:pt x="3399" y="271"/>
                  </a:lnTo>
                  <a:lnTo>
                    <a:pt x="3244" y="194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Google Shape;1147;p5"/>
            <p:cNvSpPr/>
            <p:nvPr/>
          </p:nvSpPr>
          <p:spPr>
            <a:xfrm>
              <a:off x="569225" y="1424375"/>
              <a:ext cx="126500" cy="69550"/>
            </a:xfrm>
            <a:custGeom>
              <a:avLst/>
              <a:gdLst/>
              <a:ahLst/>
              <a:cxnLst/>
              <a:rect l="l" t="t" r="r" b="b"/>
              <a:pathLst>
                <a:path w="5060" h="2782" extrusionOk="0">
                  <a:moveTo>
                    <a:pt x="4905" y="1"/>
                  </a:moveTo>
                  <a:lnTo>
                    <a:pt x="3824" y="657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30" y="1854"/>
                  </a:lnTo>
                  <a:lnTo>
                    <a:pt x="773" y="2125"/>
                  </a:lnTo>
                  <a:lnTo>
                    <a:pt x="117" y="2395"/>
                  </a:lnTo>
                  <a:lnTo>
                    <a:pt x="40" y="2472"/>
                  </a:lnTo>
                  <a:lnTo>
                    <a:pt x="1" y="2588"/>
                  </a:lnTo>
                  <a:lnTo>
                    <a:pt x="40" y="2665"/>
                  </a:lnTo>
                  <a:lnTo>
                    <a:pt x="117" y="2781"/>
                  </a:lnTo>
                  <a:lnTo>
                    <a:pt x="387" y="2781"/>
                  </a:lnTo>
                  <a:lnTo>
                    <a:pt x="1082" y="2627"/>
                  </a:lnTo>
                  <a:lnTo>
                    <a:pt x="1739" y="2356"/>
                  </a:lnTo>
                  <a:lnTo>
                    <a:pt x="2356" y="2047"/>
                  </a:lnTo>
                  <a:lnTo>
                    <a:pt x="2974" y="1739"/>
                  </a:lnTo>
                  <a:lnTo>
                    <a:pt x="3553" y="1430"/>
                  </a:lnTo>
                  <a:lnTo>
                    <a:pt x="4094" y="1082"/>
                  </a:lnTo>
                  <a:lnTo>
                    <a:pt x="4596" y="735"/>
                  </a:lnTo>
                  <a:lnTo>
                    <a:pt x="5059" y="310"/>
                  </a:lnTo>
                  <a:lnTo>
                    <a:pt x="490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Google Shape;1148;p5"/>
            <p:cNvSpPr/>
            <p:nvPr/>
          </p:nvSpPr>
          <p:spPr>
            <a:xfrm>
              <a:off x="686050" y="1295025"/>
              <a:ext cx="44425" cy="43475"/>
            </a:xfrm>
            <a:custGeom>
              <a:avLst/>
              <a:gdLst/>
              <a:ahLst/>
              <a:cxnLst/>
              <a:rect l="l" t="t" r="r" b="b"/>
              <a:pathLst>
                <a:path w="1777" h="1739" extrusionOk="0">
                  <a:moveTo>
                    <a:pt x="773" y="309"/>
                  </a:moveTo>
                  <a:lnTo>
                    <a:pt x="966" y="348"/>
                  </a:lnTo>
                  <a:lnTo>
                    <a:pt x="1159" y="464"/>
                  </a:lnTo>
                  <a:lnTo>
                    <a:pt x="1313" y="580"/>
                  </a:lnTo>
                  <a:lnTo>
                    <a:pt x="1390" y="773"/>
                  </a:lnTo>
                  <a:lnTo>
                    <a:pt x="1390" y="966"/>
                  </a:lnTo>
                  <a:lnTo>
                    <a:pt x="1352" y="1043"/>
                  </a:lnTo>
                  <a:lnTo>
                    <a:pt x="1275" y="1159"/>
                  </a:lnTo>
                  <a:lnTo>
                    <a:pt x="1197" y="1236"/>
                  </a:lnTo>
                  <a:lnTo>
                    <a:pt x="1082" y="1275"/>
                  </a:lnTo>
                  <a:lnTo>
                    <a:pt x="888" y="1352"/>
                  </a:lnTo>
                  <a:lnTo>
                    <a:pt x="695" y="1352"/>
                  </a:lnTo>
                  <a:lnTo>
                    <a:pt x="541" y="1236"/>
                  </a:lnTo>
                  <a:lnTo>
                    <a:pt x="425" y="1082"/>
                  </a:lnTo>
                  <a:lnTo>
                    <a:pt x="386" y="889"/>
                  </a:lnTo>
                  <a:lnTo>
                    <a:pt x="386" y="734"/>
                  </a:lnTo>
                  <a:lnTo>
                    <a:pt x="464" y="541"/>
                  </a:lnTo>
                  <a:lnTo>
                    <a:pt x="541" y="387"/>
                  </a:lnTo>
                  <a:lnTo>
                    <a:pt x="541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8" y="39"/>
                  </a:lnTo>
                  <a:lnTo>
                    <a:pt x="464" y="116"/>
                  </a:lnTo>
                  <a:lnTo>
                    <a:pt x="425" y="155"/>
                  </a:lnTo>
                  <a:lnTo>
                    <a:pt x="348" y="155"/>
                  </a:lnTo>
                  <a:lnTo>
                    <a:pt x="232" y="271"/>
                  </a:lnTo>
                  <a:lnTo>
                    <a:pt x="116" y="387"/>
                  </a:lnTo>
                  <a:lnTo>
                    <a:pt x="39" y="502"/>
                  </a:lnTo>
                  <a:lnTo>
                    <a:pt x="0" y="657"/>
                  </a:lnTo>
                  <a:lnTo>
                    <a:pt x="0" y="850"/>
                  </a:lnTo>
                  <a:lnTo>
                    <a:pt x="0" y="1004"/>
                  </a:lnTo>
                  <a:lnTo>
                    <a:pt x="39" y="1159"/>
                  </a:lnTo>
                  <a:lnTo>
                    <a:pt x="116" y="1313"/>
                  </a:lnTo>
                  <a:lnTo>
                    <a:pt x="193" y="1468"/>
                  </a:lnTo>
                  <a:lnTo>
                    <a:pt x="348" y="1584"/>
                  </a:lnTo>
                  <a:lnTo>
                    <a:pt x="464" y="1661"/>
                  </a:lnTo>
                  <a:lnTo>
                    <a:pt x="618" y="1738"/>
                  </a:lnTo>
                  <a:lnTo>
                    <a:pt x="966" y="1738"/>
                  </a:lnTo>
                  <a:lnTo>
                    <a:pt x="1120" y="1700"/>
                  </a:lnTo>
                  <a:lnTo>
                    <a:pt x="1275" y="1622"/>
                  </a:lnTo>
                  <a:lnTo>
                    <a:pt x="1429" y="1545"/>
                  </a:lnTo>
                  <a:lnTo>
                    <a:pt x="1584" y="1391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27"/>
                  </a:lnTo>
                  <a:lnTo>
                    <a:pt x="1777" y="773"/>
                  </a:lnTo>
                  <a:lnTo>
                    <a:pt x="1738" y="580"/>
                  </a:lnTo>
                  <a:lnTo>
                    <a:pt x="1661" y="425"/>
                  </a:lnTo>
                  <a:lnTo>
                    <a:pt x="1545" y="271"/>
                  </a:lnTo>
                  <a:lnTo>
                    <a:pt x="1429" y="155"/>
                  </a:lnTo>
                  <a:lnTo>
                    <a:pt x="1275" y="78"/>
                  </a:lnTo>
                  <a:lnTo>
                    <a:pt x="1120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Google Shape;1149;p5"/>
            <p:cNvSpPr/>
            <p:nvPr/>
          </p:nvSpPr>
          <p:spPr>
            <a:xfrm>
              <a:off x="635850" y="1347150"/>
              <a:ext cx="42500" cy="41550"/>
            </a:xfrm>
            <a:custGeom>
              <a:avLst/>
              <a:gdLst/>
              <a:ahLst/>
              <a:cxnLst/>
              <a:rect l="l" t="t" r="r" b="b"/>
              <a:pathLst>
                <a:path w="1700" h="1662" extrusionOk="0">
                  <a:moveTo>
                    <a:pt x="1004" y="387"/>
                  </a:moveTo>
                  <a:lnTo>
                    <a:pt x="1120" y="425"/>
                  </a:lnTo>
                  <a:lnTo>
                    <a:pt x="1159" y="464"/>
                  </a:lnTo>
                  <a:lnTo>
                    <a:pt x="1236" y="541"/>
                  </a:lnTo>
                  <a:lnTo>
                    <a:pt x="1313" y="734"/>
                  </a:lnTo>
                  <a:lnTo>
                    <a:pt x="1313" y="927"/>
                  </a:lnTo>
                  <a:lnTo>
                    <a:pt x="1236" y="1082"/>
                  </a:lnTo>
                  <a:lnTo>
                    <a:pt x="1159" y="1159"/>
                  </a:lnTo>
                  <a:lnTo>
                    <a:pt x="1082" y="1236"/>
                  </a:lnTo>
                  <a:lnTo>
                    <a:pt x="888" y="1275"/>
                  </a:lnTo>
                  <a:lnTo>
                    <a:pt x="695" y="1236"/>
                  </a:lnTo>
                  <a:lnTo>
                    <a:pt x="541" y="1121"/>
                  </a:lnTo>
                  <a:lnTo>
                    <a:pt x="464" y="1082"/>
                  </a:lnTo>
                  <a:lnTo>
                    <a:pt x="425" y="966"/>
                  </a:lnTo>
                  <a:lnTo>
                    <a:pt x="386" y="889"/>
                  </a:lnTo>
                  <a:lnTo>
                    <a:pt x="386" y="773"/>
                  </a:lnTo>
                  <a:lnTo>
                    <a:pt x="425" y="541"/>
                  </a:lnTo>
                  <a:lnTo>
                    <a:pt x="541" y="580"/>
                  </a:lnTo>
                  <a:lnTo>
                    <a:pt x="618" y="541"/>
                  </a:lnTo>
                  <a:lnTo>
                    <a:pt x="773" y="425"/>
                  </a:lnTo>
                  <a:lnTo>
                    <a:pt x="927" y="387"/>
                  </a:lnTo>
                  <a:close/>
                  <a:moveTo>
                    <a:pt x="734" y="1"/>
                  </a:moveTo>
                  <a:lnTo>
                    <a:pt x="618" y="39"/>
                  </a:lnTo>
                  <a:lnTo>
                    <a:pt x="502" y="117"/>
                  </a:lnTo>
                  <a:lnTo>
                    <a:pt x="348" y="194"/>
                  </a:lnTo>
                  <a:lnTo>
                    <a:pt x="232" y="310"/>
                  </a:lnTo>
                  <a:lnTo>
                    <a:pt x="155" y="425"/>
                  </a:lnTo>
                  <a:lnTo>
                    <a:pt x="78" y="580"/>
                  </a:lnTo>
                  <a:lnTo>
                    <a:pt x="39" y="696"/>
                  </a:lnTo>
                  <a:lnTo>
                    <a:pt x="0" y="850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3" y="1352"/>
                  </a:lnTo>
                  <a:lnTo>
                    <a:pt x="309" y="1468"/>
                  </a:lnTo>
                  <a:lnTo>
                    <a:pt x="464" y="1584"/>
                  </a:lnTo>
                  <a:lnTo>
                    <a:pt x="657" y="1623"/>
                  </a:lnTo>
                  <a:lnTo>
                    <a:pt x="811" y="1661"/>
                  </a:lnTo>
                  <a:lnTo>
                    <a:pt x="1004" y="1661"/>
                  </a:lnTo>
                  <a:lnTo>
                    <a:pt x="1197" y="1584"/>
                  </a:lnTo>
                  <a:lnTo>
                    <a:pt x="1352" y="1507"/>
                  </a:lnTo>
                  <a:lnTo>
                    <a:pt x="1468" y="1391"/>
                  </a:lnTo>
                  <a:lnTo>
                    <a:pt x="1584" y="1236"/>
                  </a:lnTo>
                  <a:lnTo>
                    <a:pt x="1661" y="1082"/>
                  </a:lnTo>
                  <a:lnTo>
                    <a:pt x="1699" y="927"/>
                  </a:lnTo>
                  <a:lnTo>
                    <a:pt x="1699" y="734"/>
                  </a:lnTo>
                  <a:lnTo>
                    <a:pt x="1661" y="541"/>
                  </a:lnTo>
                  <a:lnTo>
                    <a:pt x="1584" y="387"/>
                  </a:lnTo>
                  <a:lnTo>
                    <a:pt x="1506" y="232"/>
                  </a:lnTo>
                  <a:lnTo>
                    <a:pt x="1390" y="155"/>
                  </a:lnTo>
                  <a:lnTo>
                    <a:pt x="1275" y="78"/>
                  </a:lnTo>
                  <a:lnTo>
                    <a:pt x="100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Google Shape;1150;p5"/>
            <p:cNvSpPr/>
            <p:nvPr/>
          </p:nvSpPr>
          <p:spPr>
            <a:xfrm>
              <a:off x="444700" y="1374175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71" y="1"/>
                  </a:moveTo>
                  <a:lnTo>
                    <a:pt x="116" y="40"/>
                  </a:lnTo>
                  <a:lnTo>
                    <a:pt x="39" y="117"/>
                  </a:lnTo>
                  <a:lnTo>
                    <a:pt x="1" y="233"/>
                  </a:lnTo>
                  <a:lnTo>
                    <a:pt x="39" y="387"/>
                  </a:lnTo>
                  <a:lnTo>
                    <a:pt x="348" y="889"/>
                  </a:lnTo>
                  <a:lnTo>
                    <a:pt x="657" y="1391"/>
                  </a:lnTo>
                  <a:lnTo>
                    <a:pt x="1005" y="1854"/>
                  </a:lnTo>
                  <a:lnTo>
                    <a:pt x="1391" y="2318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4" y="3553"/>
                  </a:lnTo>
                  <a:lnTo>
                    <a:pt x="3167" y="3901"/>
                  </a:lnTo>
                  <a:lnTo>
                    <a:pt x="3553" y="3747"/>
                  </a:lnTo>
                  <a:lnTo>
                    <a:pt x="2781" y="3013"/>
                  </a:lnTo>
                  <a:lnTo>
                    <a:pt x="2047" y="2241"/>
                  </a:lnTo>
                  <a:lnTo>
                    <a:pt x="1352" y="1430"/>
                  </a:lnTo>
                  <a:lnTo>
                    <a:pt x="1043" y="1005"/>
                  </a:lnTo>
                  <a:lnTo>
                    <a:pt x="734" y="542"/>
                  </a:lnTo>
                  <a:lnTo>
                    <a:pt x="1622" y="696"/>
                  </a:lnTo>
                  <a:lnTo>
                    <a:pt x="2511" y="889"/>
                  </a:lnTo>
                  <a:lnTo>
                    <a:pt x="3013" y="1044"/>
                  </a:lnTo>
                  <a:lnTo>
                    <a:pt x="3515" y="1198"/>
                  </a:lnTo>
                  <a:lnTo>
                    <a:pt x="4017" y="1352"/>
                  </a:lnTo>
                  <a:lnTo>
                    <a:pt x="4480" y="1507"/>
                  </a:lnTo>
                  <a:lnTo>
                    <a:pt x="4596" y="1507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5" y="1507"/>
                  </a:lnTo>
                  <a:lnTo>
                    <a:pt x="4943" y="1430"/>
                  </a:lnTo>
                  <a:lnTo>
                    <a:pt x="4634" y="1159"/>
                  </a:lnTo>
                  <a:lnTo>
                    <a:pt x="4171" y="850"/>
                  </a:lnTo>
                  <a:lnTo>
                    <a:pt x="3630" y="619"/>
                  </a:lnTo>
                  <a:lnTo>
                    <a:pt x="3090" y="464"/>
                  </a:lnTo>
                  <a:lnTo>
                    <a:pt x="2511" y="310"/>
                  </a:lnTo>
                  <a:lnTo>
                    <a:pt x="1931" y="194"/>
                  </a:lnTo>
                  <a:lnTo>
                    <a:pt x="1352" y="117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1151;p5"/>
            <p:cNvSpPr/>
            <p:nvPr/>
          </p:nvSpPr>
          <p:spPr>
            <a:xfrm>
              <a:off x="512275" y="1467825"/>
              <a:ext cx="66650" cy="99450"/>
            </a:xfrm>
            <a:custGeom>
              <a:avLst/>
              <a:gdLst/>
              <a:ahLst/>
              <a:cxnLst/>
              <a:rect l="l" t="t" r="r" b="b"/>
              <a:pathLst>
                <a:path w="2666" h="3978" extrusionOk="0">
                  <a:moveTo>
                    <a:pt x="850" y="1"/>
                  </a:moveTo>
                  <a:lnTo>
                    <a:pt x="464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2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1" y="2704"/>
                  </a:lnTo>
                  <a:lnTo>
                    <a:pt x="39" y="2974"/>
                  </a:lnTo>
                  <a:lnTo>
                    <a:pt x="78" y="3206"/>
                  </a:lnTo>
                  <a:lnTo>
                    <a:pt x="155" y="3399"/>
                  </a:lnTo>
                  <a:lnTo>
                    <a:pt x="271" y="3592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9" y="3939"/>
                  </a:lnTo>
                  <a:lnTo>
                    <a:pt x="1082" y="3978"/>
                  </a:lnTo>
                  <a:lnTo>
                    <a:pt x="1314" y="3939"/>
                  </a:lnTo>
                  <a:lnTo>
                    <a:pt x="1507" y="3823"/>
                  </a:lnTo>
                  <a:lnTo>
                    <a:pt x="1661" y="3708"/>
                  </a:lnTo>
                  <a:lnTo>
                    <a:pt x="1816" y="3514"/>
                  </a:lnTo>
                  <a:lnTo>
                    <a:pt x="1970" y="3321"/>
                  </a:lnTo>
                  <a:lnTo>
                    <a:pt x="2086" y="3090"/>
                  </a:lnTo>
                  <a:lnTo>
                    <a:pt x="2318" y="2549"/>
                  </a:lnTo>
                  <a:lnTo>
                    <a:pt x="2472" y="2009"/>
                  </a:lnTo>
                  <a:lnTo>
                    <a:pt x="2626" y="1507"/>
                  </a:lnTo>
                  <a:lnTo>
                    <a:pt x="2665" y="1043"/>
                  </a:lnTo>
                  <a:lnTo>
                    <a:pt x="2395" y="1043"/>
                  </a:lnTo>
                  <a:lnTo>
                    <a:pt x="2009" y="2009"/>
                  </a:lnTo>
                  <a:lnTo>
                    <a:pt x="1738" y="2665"/>
                  </a:lnTo>
                  <a:lnTo>
                    <a:pt x="1545" y="3051"/>
                  </a:lnTo>
                  <a:lnTo>
                    <a:pt x="1468" y="3206"/>
                  </a:lnTo>
                  <a:lnTo>
                    <a:pt x="1314" y="3283"/>
                  </a:lnTo>
                  <a:lnTo>
                    <a:pt x="1159" y="3283"/>
                  </a:lnTo>
                  <a:lnTo>
                    <a:pt x="966" y="3206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4"/>
                  </a:lnTo>
                  <a:lnTo>
                    <a:pt x="541" y="2395"/>
                  </a:lnTo>
                  <a:lnTo>
                    <a:pt x="580" y="2047"/>
                  </a:lnTo>
                  <a:lnTo>
                    <a:pt x="618" y="1622"/>
                  </a:lnTo>
                  <a:lnTo>
                    <a:pt x="734" y="1198"/>
                  </a:lnTo>
                  <a:lnTo>
                    <a:pt x="889" y="773"/>
                  </a:lnTo>
                  <a:lnTo>
                    <a:pt x="1043" y="348"/>
                  </a:lnTo>
                  <a:lnTo>
                    <a:pt x="1082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52" name="Google Shape;1152;p5"/>
          <p:cNvSpPr txBox="1">
            <a:spLocks noGrp="1"/>
          </p:cNvSpPr>
          <p:nvPr>
            <p:ph type="title"/>
          </p:nvPr>
        </p:nvSpPr>
        <p:spPr>
          <a:xfrm>
            <a:off x="1595872" y="2782525"/>
            <a:ext cx="27165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2500" b="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153" name="Google Shape;1153;p5"/>
          <p:cNvSpPr txBox="1">
            <a:spLocks noGrp="1"/>
          </p:cNvSpPr>
          <p:nvPr>
            <p:ph type="title" idx="2"/>
          </p:nvPr>
        </p:nvSpPr>
        <p:spPr>
          <a:xfrm>
            <a:off x="4831928" y="2782525"/>
            <a:ext cx="27165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2500" b="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154" name="Google Shape;1154;p5"/>
          <p:cNvSpPr txBox="1">
            <a:spLocks noGrp="1"/>
          </p:cNvSpPr>
          <p:nvPr>
            <p:ph type="subTitle" idx="1"/>
          </p:nvPr>
        </p:nvSpPr>
        <p:spPr>
          <a:xfrm>
            <a:off x="4831928" y="3151550"/>
            <a:ext cx="2716500" cy="73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55" name="Google Shape;1155;p5"/>
          <p:cNvSpPr txBox="1">
            <a:spLocks noGrp="1"/>
          </p:cNvSpPr>
          <p:nvPr>
            <p:ph type="subTitle" idx="3"/>
          </p:nvPr>
        </p:nvSpPr>
        <p:spPr>
          <a:xfrm>
            <a:off x="1595572" y="3151550"/>
            <a:ext cx="2717100" cy="73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56" name="Google Shape;1156;p5"/>
          <p:cNvSpPr txBox="1">
            <a:spLocks noGrp="1"/>
          </p:cNvSpPr>
          <p:nvPr>
            <p:ph type="title" idx="4"/>
          </p:nvPr>
        </p:nvSpPr>
        <p:spPr>
          <a:xfrm>
            <a:off x="720000" y="539500"/>
            <a:ext cx="7704000" cy="457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5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57" name="Google Shape;1157;p5"/>
          <p:cNvSpPr/>
          <p:nvPr/>
        </p:nvSpPr>
        <p:spPr>
          <a:xfrm>
            <a:off x="7114379" y="4747621"/>
            <a:ext cx="111863" cy="48162"/>
          </a:xfrm>
          <a:custGeom>
            <a:avLst/>
            <a:gdLst/>
            <a:ahLst/>
            <a:cxnLst/>
            <a:rect l="l" t="t" r="r" b="b"/>
            <a:pathLst>
              <a:path w="2966" h="1277" fill="none" extrusionOk="0">
                <a:moveTo>
                  <a:pt x="0" y="19"/>
                </a:moveTo>
                <a:lnTo>
                  <a:pt x="0" y="19"/>
                </a:lnTo>
                <a:lnTo>
                  <a:pt x="0" y="19"/>
                </a:lnTo>
                <a:lnTo>
                  <a:pt x="601" y="0"/>
                </a:lnTo>
                <a:lnTo>
                  <a:pt x="601" y="0"/>
                </a:lnTo>
                <a:lnTo>
                  <a:pt x="1220" y="19"/>
                </a:lnTo>
                <a:lnTo>
                  <a:pt x="1802" y="75"/>
                </a:lnTo>
                <a:lnTo>
                  <a:pt x="1802" y="75"/>
                </a:lnTo>
                <a:lnTo>
                  <a:pt x="2121" y="113"/>
                </a:lnTo>
                <a:lnTo>
                  <a:pt x="2308" y="150"/>
                </a:lnTo>
                <a:lnTo>
                  <a:pt x="2496" y="188"/>
                </a:lnTo>
                <a:lnTo>
                  <a:pt x="2684" y="263"/>
                </a:lnTo>
                <a:lnTo>
                  <a:pt x="2759" y="319"/>
                </a:lnTo>
                <a:lnTo>
                  <a:pt x="2834" y="376"/>
                </a:lnTo>
                <a:lnTo>
                  <a:pt x="2890" y="432"/>
                </a:lnTo>
                <a:lnTo>
                  <a:pt x="2928" y="507"/>
                </a:lnTo>
                <a:lnTo>
                  <a:pt x="2946" y="582"/>
                </a:lnTo>
                <a:lnTo>
                  <a:pt x="2965" y="676"/>
                </a:lnTo>
                <a:lnTo>
                  <a:pt x="2965" y="676"/>
                </a:lnTo>
                <a:lnTo>
                  <a:pt x="2965" y="770"/>
                </a:lnTo>
                <a:lnTo>
                  <a:pt x="2928" y="864"/>
                </a:lnTo>
                <a:lnTo>
                  <a:pt x="2890" y="976"/>
                </a:lnTo>
                <a:lnTo>
                  <a:pt x="2834" y="1089"/>
                </a:lnTo>
                <a:lnTo>
                  <a:pt x="2834" y="1089"/>
                </a:lnTo>
                <a:lnTo>
                  <a:pt x="2796" y="1126"/>
                </a:lnTo>
                <a:lnTo>
                  <a:pt x="2740" y="1183"/>
                </a:lnTo>
                <a:lnTo>
                  <a:pt x="2665" y="1201"/>
                </a:lnTo>
                <a:lnTo>
                  <a:pt x="2590" y="1239"/>
                </a:lnTo>
                <a:lnTo>
                  <a:pt x="2402" y="1258"/>
                </a:lnTo>
                <a:lnTo>
                  <a:pt x="2177" y="1276"/>
                </a:lnTo>
                <a:lnTo>
                  <a:pt x="2177" y="1276"/>
                </a:lnTo>
                <a:lnTo>
                  <a:pt x="1896" y="1258"/>
                </a:lnTo>
                <a:lnTo>
                  <a:pt x="1614" y="1220"/>
                </a:lnTo>
                <a:lnTo>
                  <a:pt x="1389" y="1183"/>
                </a:lnTo>
                <a:lnTo>
                  <a:pt x="1220" y="1145"/>
                </a:lnTo>
                <a:lnTo>
                  <a:pt x="1220" y="1145"/>
                </a:lnTo>
                <a:lnTo>
                  <a:pt x="976" y="1051"/>
                </a:lnTo>
                <a:lnTo>
                  <a:pt x="770" y="939"/>
                </a:lnTo>
                <a:lnTo>
                  <a:pt x="601" y="826"/>
                </a:lnTo>
                <a:lnTo>
                  <a:pt x="432" y="676"/>
                </a:lnTo>
                <a:lnTo>
                  <a:pt x="301" y="526"/>
                </a:lnTo>
                <a:lnTo>
                  <a:pt x="169" y="376"/>
                </a:lnTo>
                <a:lnTo>
                  <a:pt x="75" y="207"/>
                </a:lnTo>
                <a:lnTo>
                  <a:pt x="0" y="19"/>
                </a:lnTo>
                <a:lnTo>
                  <a:pt x="0" y="19"/>
                </a:lnTo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8" name="Google Shape;1158;p5"/>
          <p:cNvSpPr/>
          <p:nvPr/>
        </p:nvSpPr>
        <p:spPr>
          <a:xfrm>
            <a:off x="6344360" y="4890557"/>
            <a:ext cx="21988" cy="66567"/>
          </a:xfrm>
          <a:custGeom>
            <a:avLst/>
            <a:gdLst/>
            <a:ahLst/>
            <a:cxnLst/>
            <a:rect l="l" t="t" r="r" b="b"/>
            <a:pathLst>
              <a:path w="583" h="1765" fill="none" extrusionOk="0">
                <a:moveTo>
                  <a:pt x="1" y="1765"/>
                </a:moveTo>
                <a:lnTo>
                  <a:pt x="1" y="1765"/>
                </a:lnTo>
                <a:lnTo>
                  <a:pt x="1" y="1521"/>
                </a:lnTo>
                <a:lnTo>
                  <a:pt x="1" y="1277"/>
                </a:lnTo>
                <a:lnTo>
                  <a:pt x="39" y="1052"/>
                </a:lnTo>
                <a:lnTo>
                  <a:pt x="95" y="808"/>
                </a:lnTo>
                <a:lnTo>
                  <a:pt x="170" y="583"/>
                </a:lnTo>
                <a:lnTo>
                  <a:pt x="264" y="376"/>
                </a:lnTo>
                <a:lnTo>
                  <a:pt x="414" y="170"/>
                </a:lnTo>
                <a:lnTo>
                  <a:pt x="583" y="1"/>
                </a:lnTo>
                <a:lnTo>
                  <a:pt x="583" y="1"/>
                </a:lnTo>
                <a:lnTo>
                  <a:pt x="470" y="170"/>
                </a:lnTo>
                <a:lnTo>
                  <a:pt x="376" y="339"/>
                </a:lnTo>
                <a:lnTo>
                  <a:pt x="282" y="508"/>
                </a:lnTo>
                <a:lnTo>
                  <a:pt x="207" y="695"/>
                </a:lnTo>
                <a:lnTo>
                  <a:pt x="95" y="1052"/>
                </a:lnTo>
                <a:lnTo>
                  <a:pt x="39" y="1389"/>
                </a:lnTo>
                <a:lnTo>
                  <a:pt x="39" y="1389"/>
                </a:lnTo>
                <a:lnTo>
                  <a:pt x="20" y="1577"/>
                </a:lnTo>
                <a:lnTo>
                  <a:pt x="1" y="1765"/>
                </a:lnTo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59" name="Google Shape;1159;p5"/>
          <p:cNvGrpSpPr/>
          <p:nvPr/>
        </p:nvGrpSpPr>
        <p:grpSpPr>
          <a:xfrm>
            <a:off x="242675" y="-29750"/>
            <a:ext cx="297100" cy="2315550"/>
            <a:chOff x="1233275" y="0"/>
            <a:chExt cx="297100" cy="2315550"/>
          </a:xfrm>
        </p:grpSpPr>
        <p:sp>
          <p:nvSpPr>
            <p:cNvPr id="1160" name="Google Shape;1160;p5"/>
            <p:cNvSpPr/>
            <p:nvPr/>
          </p:nvSpPr>
          <p:spPr>
            <a:xfrm>
              <a:off x="1383225" y="0"/>
              <a:ext cx="25" cy="2172350"/>
            </a:xfrm>
            <a:custGeom>
              <a:avLst/>
              <a:gdLst/>
              <a:ahLst/>
              <a:cxnLst/>
              <a:rect l="l" t="t" r="r" b="b"/>
              <a:pathLst>
                <a:path w="1" h="86894" extrusionOk="0">
                  <a:moveTo>
                    <a:pt x="0" y="8689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5"/>
            <p:cNvSpPr/>
            <p:nvPr/>
          </p:nvSpPr>
          <p:spPr>
            <a:xfrm>
              <a:off x="1383225" y="0"/>
              <a:ext cx="25" cy="2172350"/>
            </a:xfrm>
            <a:custGeom>
              <a:avLst/>
              <a:gdLst/>
              <a:ahLst/>
              <a:cxnLst/>
              <a:rect l="l" t="t" r="r" b="b"/>
              <a:pathLst>
                <a:path w="1" h="86894" fill="none" extrusionOk="0">
                  <a:moveTo>
                    <a:pt x="0" y="86893"/>
                  </a:moveTo>
                  <a:lnTo>
                    <a:pt x="0" y="0"/>
                  </a:lnTo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5"/>
            <p:cNvSpPr/>
            <p:nvPr/>
          </p:nvSpPr>
          <p:spPr>
            <a:xfrm>
              <a:off x="1373675" y="0"/>
              <a:ext cx="19675" cy="2172350"/>
            </a:xfrm>
            <a:custGeom>
              <a:avLst/>
              <a:gdLst/>
              <a:ahLst/>
              <a:cxnLst/>
              <a:rect l="l" t="t" r="r" b="b"/>
              <a:pathLst>
                <a:path w="787" h="86894" extrusionOk="0">
                  <a:moveTo>
                    <a:pt x="0" y="0"/>
                  </a:moveTo>
                  <a:lnTo>
                    <a:pt x="0" y="86893"/>
                  </a:lnTo>
                  <a:lnTo>
                    <a:pt x="787" y="86893"/>
                  </a:lnTo>
                  <a:lnTo>
                    <a:pt x="78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1163;p5"/>
            <p:cNvSpPr/>
            <p:nvPr/>
          </p:nvSpPr>
          <p:spPr>
            <a:xfrm>
              <a:off x="1233275" y="2033025"/>
              <a:ext cx="297100" cy="282525"/>
            </a:xfrm>
            <a:custGeom>
              <a:avLst/>
              <a:gdLst/>
              <a:ahLst/>
              <a:cxnLst/>
              <a:rect l="l" t="t" r="r" b="b"/>
              <a:pathLst>
                <a:path w="11884" h="11301" extrusionOk="0">
                  <a:moveTo>
                    <a:pt x="5953" y="1"/>
                  </a:moveTo>
                  <a:lnTo>
                    <a:pt x="3729" y="3191"/>
                  </a:lnTo>
                  <a:lnTo>
                    <a:pt x="0" y="4314"/>
                  </a:lnTo>
                  <a:lnTo>
                    <a:pt x="2359" y="7437"/>
                  </a:lnTo>
                  <a:lnTo>
                    <a:pt x="2269" y="11301"/>
                  </a:lnTo>
                  <a:lnTo>
                    <a:pt x="5953" y="10043"/>
                  </a:lnTo>
                  <a:lnTo>
                    <a:pt x="9615" y="11301"/>
                  </a:lnTo>
                  <a:lnTo>
                    <a:pt x="9570" y="7437"/>
                  </a:lnTo>
                  <a:lnTo>
                    <a:pt x="11884" y="4314"/>
                  </a:lnTo>
                  <a:lnTo>
                    <a:pt x="8177" y="3191"/>
                  </a:lnTo>
                  <a:lnTo>
                    <a:pt x="595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4" name="Google Shape;1164;p5"/>
          <p:cNvGrpSpPr/>
          <p:nvPr/>
        </p:nvGrpSpPr>
        <p:grpSpPr>
          <a:xfrm>
            <a:off x="8548875" y="-29750"/>
            <a:ext cx="260625" cy="1230500"/>
            <a:chOff x="6815325" y="0"/>
            <a:chExt cx="260625" cy="1230500"/>
          </a:xfrm>
        </p:grpSpPr>
        <p:sp>
          <p:nvSpPr>
            <p:cNvPr id="1165" name="Google Shape;1165;p5"/>
            <p:cNvSpPr/>
            <p:nvPr/>
          </p:nvSpPr>
          <p:spPr>
            <a:xfrm>
              <a:off x="6943375" y="0"/>
              <a:ext cx="25" cy="916575"/>
            </a:xfrm>
            <a:custGeom>
              <a:avLst/>
              <a:gdLst/>
              <a:ahLst/>
              <a:cxnLst/>
              <a:rect l="l" t="t" r="r" b="b"/>
              <a:pathLst>
                <a:path w="1" h="36663" extrusionOk="0">
                  <a:moveTo>
                    <a:pt x="1" y="36662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5"/>
            <p:cNvSpPr/>
            <p:nvPr/>
          </p:nvSpPr>
          <p:spPr>
            <a:xfrm>
              <a:off x="6943375" y="0"/>
              <a:ext cx="25" cy="916575"/>
            </a:xfrm>
            <a:custGeom>
              <a:avLst/>
              <a:gdLst/>
              <a:ahLst/>
              <a:cxnLst/>
              <a:rect l="l" t="t" r="r" b="b"/>
              <a:pathLst>
                <a:path w="1" h="36663" fill="none" extrusionOk="0">
                  <a:moveTo>
                    <a:pt x="1" y="36662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5"/>
            <p:cNvSpPr/>
            <p:nvPr/>
          </p:nvSpPr>
          <p:spPr>
            <a:xfrm>
              <a:off x="6933275" y="0"/>
              <a:ext cx="19675" cy="916575"/>
            </a:xfrm>
            <a:custGeom>
              <a:avLst/>
              <a:gdLst/>
              <a:ahLst/>
              <a:cxnLst/>
              <a:rect l="l" t="t" r="r" b="b"/>
              <a:pathLst>
                <a:path w="787" h="36663" extrusionOk="0">
                  <a:moveTo>
                    <a:pt x="0" y="0"/>
                  </a:moveTo>
                  <a:lnTo>
                    <a:pt x="0" y="36662"/>
                  </a:lnTo>
                  <a:lnTo>
                    <a:pt x="787" y="36662"/>
                  </a:lnTo>
                  <a:lnTo>
                    <a:pt x="78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5"/>
            <p:cNvSpPr/>
            <p:nvPr/>
          </p:nvSpPr>
          <p:spPr>
            <a:xfrm>
              <a:off x="6815325" y="847475"/>
              <a:ext cx="260625" cy="383025"/>
            </a:xfrm>
            <a:custGeom>
              <a:avLst/>
              <a:gdLst/>
              <a:ahLst/>
              <a:cxnLst/>
              <a:rect l="l" t="t" r="r" b="b"/>
              <a:pathLst>
                <a:path w="10425" h="15321" extrusionOk="0">
                  <a:moveTo>
                    <a:pt x="7077" y="0"/>
                  </a:moveTo>
                  <a:lnTo>
                    <a:pt x="6718" y="23"/>
                  </a:lnTo>
                  <a:lnTo>
                    <a:pt x="6358" y="45"/>
                  </a:lnTo>
                  <a:lnTo>
                    <a:pt x="5999" y="90"/>
                  </a:lnTo>
                  <a:lnTo>
                    <a:pt x="5662" y="157"/>
                  </a:lnTo>
                  <a:lnTo>
                    <a:pt x="5303" y="247"/>
                  </a:lnTo>
                  <a:lnTo>
                    <a:pt x="4966" y="360"/>
                  </a:lnTo>
                  <a:lnTo>
                    <a:pt x="4651" y="472"/>
                  </a:lnTo>
                  <a:lnTo>
                    <a:pt x="4314" y="607"/>
                  </a:lnTo>
                  <a:lnTo>
                    <a:pt x="4000" y="764"/>
                  </a:lnTo>
                  <a:lnTo>
                    <a:pt x="3708" y="944"/>
                  </a:lnTo>
                  <a:lnTo>
                    <a:pt x="3416" y="1123"/>
                  </a:lnTo>
                  <a:lnTo>
                    <a:pt x="3123" y="1326"/>
                  </a:lnTo>
                  <a:lnTo>
                    <a:pt x="2831" y="1528"/>
                  </a:lnTo>
                  <a:lnTo>
                    <a:pt x="2584" y="1752"/>
                  </a:lnTo>
                  <a:lnTo>
                    <a:pt x="2315" y="1999"/>
                  </a:lnTo>
                  <a:lnTo>
                    <a:pt x="2068" y="2247"/>
                  </a:lnTo>
                  <a:lnTo>
                    <a:pt x="1843" y="2516"/>
                  </a:lnTo>
                  <a:lnTo>
                    <a:pt x="1618" y="2808"/>
                  </a:lnTo>
                  <a:lnTo>
                    <a:pt x="1394" y="3078"/>
                  </a:lnTo>
                  <a:lnTo>
                    <a:pt x="1214" y="3392"/>
                  </a:lnTo>
                  <a:lnTo>
                    <a:pt x="1012" y="3707"/>
                  </a:lnTo>
                  <a:lnTo>
                    <a:pt x="855" y="4021"/>
                  </a:lnTo>
                  <a:lnTo>
                    <a:pt x="697" y="4336"/>
                  </a:lnTo>
                  <a:lnTo>
                    <a:pt x="563" y="4695"/>
                  </a:lnTo>
                  <a:lnTo>
                    <a:pt x="428" y="5032"/>
                  </a:lnTo>
                  <a:lnTo>
                    <a:pt x="315" y="5392"/>
                  </a:lnTo>
                  <a:lnTo>
                    <a:pt x="226" y="5751"/>
                  </a:lnTo>
                  <a:lnTo>
                    <a:pt x="136" y="6110"/>
                  </a:lnTo>
                  <a:lnTo>
                    <a:pt x="68" y="6492"/>
                  </a:lnTo>
                  <a:lnTo>
                    <a:pt x="23" y="6874"/>
                  </a:lnTo>
                  <a:lnTo>
                    <a:pt x="1" y="7256"/>
                  </a:lnTo>
                  <a:lnTo>
                    <a:pt x="1" y="7661"/>
                  </a:lnTo>
                  <a:lnTo>
                    <a:pt x="1" y="8042"/>
                  </a:lnTo>
                  <a:lnTo>
                    <a:pt x="23" y="8447"/>
                  </a:lnTo>
                  <a:lnTo>
                    <a:pt x="68" y="8829"/>
                  </a:lnTo>
                  <a:lnTo>
                    <a:pt x="136" y="9211"/>
                  </a:lnTo>
                  <a:lnTo>
                    <a:pt x="226" y="9570"/>
                  </a:lnTo>
                  <a:lnTo>
                    <a:pt x="315" y="9929"/>
                  </a:lnTo>
                  <a:lnTo>
                    <a:pt x="428" y="10289"/>
                  </a:lnTo>
                  <a:lnTo>
                    <a:pt x="563" y="10648"/>
                  </a:lnTo>
                  <a:lnTo>
                    <a:pt x="697" y="10985"/>
                  </a:lnTo>
                  <a:lnTo>
                    <a:pt x="855" y="11322"/>
                  </a:lnTo>
                  <a:lnTo>
                    <a:pt x="1012" y="11637"/>
                  </a:lnTo>
                  <a:lnTo>
                    <a:pt x="1214" y="11951"/>
                  </a:lnTo>
                  <a:lnTo>
                    <a:pt x="1394" y="12243"/>
                  </a:lnTo>
                  <a:lnTo>
                    <a:pt x="1618" y="12535"/>
                  </a:lnTo>
                  <a:lnTo>
                    <a:pt x="1843" y="12805"/>
                  </a:lnTo>
                  <a:lnTo>
                    <a:pt x="2068" y="13075"/>
                  </a:lnTo>
                  <a:lnTo>
                    <a:pt x="2315" y="13344"/>
                  </a:lnTo>
                  <a:lnTo>
                    <a:pt x="2584" y="13569"/>
                  </a:lnTo>
                  <a:lnTo>
                    <a:pt x="2831" y="13793"/>
                  </a:lnTo>
                  <a:lnTo>
                    <a:pt x="3123" y="14018"/>
                  </a:lnTo>
                  <a:lnTo>
                    <a:pt x="3416" y="14220"/>
                  </a:lnTo>
                  <a:lnTo>
                    <a:pt x="3708" y="14400"/>
                  </a:lnTo>
                  <a:lnTo>
                    <a:pt x="4000" y="14580"/>
                  </a:lnTo>
                  <a:lnTo>
                    <a:pt x="4314" y="14714"/>
                  </a:lnTo>
                  <a:lnTo>
                    <a:pt x="4651" y="14872"/>
                  </a:lnTo>
                  <a:lnTo>
                    <a:pt x="4966" y="14984"/>
                  </a:lnTo>
                  <a:lnTo>
                    <a:pt x="5303" y="15074"/>
                  </a:lnTo>
                  <a:lnTo>
                    <a:pt x="5662" y="15164"/>
                  </a:lnTo>
                  <a:lnTo>
                    <a:pt x="5999" y="15231"/>
                  </a:lnTo>
                  <a:lnTo>
                    <a:pt x="6358" y="15276"/>
                  </a:lnTo>
                  <a:lnTo>
                    <a:pt x="6718" y="15321"/>
                  </a:lnTo>
                  <a:lnTo>
                    <a:pt x="7504" y="15321"/>
                  </a:lnTo>
                  <a:lnTo>
                    <a:pt x="7931" y="15276"/>
                  </a:lnTo>
                  <a:lnTo>
                    <a:pt x="8335" y="15209"/>
                  </a:lnTo>
                  <a:lnTo>
                    <a:pt x="8762" y="15119"/>
                  </a:lnTo>
                  <a:lnTo>
                    <a:pt x="9144" y="14984"/>
                  </a:lnTo>
                  <a:lnTo>
                    <a:pt x="9548" y="14849"/>
                  </a:lnTo>
                  <a:lnTo>
                    <a:pt x="9908" y="14692"/>
                  </a:lnTo>
                  <a:lnTo>
                    <a:pt x="10267" y="14512"/>
                  </a:lnTo>
                  <a:lnTo>
                    <a:pt x="9863" y="14243"/>
                  </a:lnTo>
                  <a:lnTo>
                    <a:pt x="9481" y="13951"/>
                  </a:lnTo>
                  <a:lnTo>
                    <a:pt x="9122" y="13636"/>
                  </a:lnTo>
                  <a:lnTo>
                    <a:pt x="8762" y="13299"/>
                  </a:lnTo>
                  <a:lnTo>
                    <a:pt x="8425" y="12940"/>
                  </a:lnTo>
                  <a:lnTo>
                    <a:pt x="8133" y="12558"/>
                  </a:lnTo>
                  <a:lnTo>
                    <a:pt x="7841" y="12153"/>
                  </a:lnTo>
                  <a:lnTo>
                    <a:pt x="7594" y="11727"/>
                  </a:lnTo>
                  <a:lnTo>
                    <a:pt x="7347" y="11300"/>
                  </a:lnTo>
                  <a:lnTo>
                    <a:pt x="7145" y="10828"/>
                  </a:lnTo>
                  <a:lnTo>
                    <a:pt x="6987" y="10356"/>
                  </a:lnTo>
                  <a:lnTo>
                    <a:pt x="6830" y="9862"/>
                  </a:lnTo>
                  <a:lnTo>
                    <a:pt x="6718" y="9345"/>
                  </a:lnTo>
                  <a:lnTo>
                    <a:pt x="6628" y="8829"/>
                  </a:lnTo>
                  <a:lnTo>
                    <a:pt x="6583" y="8290"/>
                  </a:lnTo>
                  <a:lnTo>
                    <a:pt x="6561" y="7750"/>
                  </a:lnTo>
                  <a:lnTo>
                    <a:pt x="6583" y="7211"/>
                  </a:lnTo>
                  <a:lnTo>
                    <a:pt x="6628" y="6650"/>
                  </a:lnTo>
                  <a:lnTo>
                    <a:pt x="6718" y="6133"/>
                  </a:lnTo>
                  <a:lnTo>
                    <a:pt x="6830" y="5616"/>
                  </a:lnTo>
                  <a:lnTo>
                    <a:pt x="6987" y="5100"/>
                  </a:lnTo>
                  <a:lnTo>
                    <a:pt x="7167" y="4605"/>
                  </a:lnTo>
                  <a:lnTo>
                    <a:pt x="7392" y="4134"/>
                  </a:lnTo>
                  <a:lnTo>
                    <a:pt x="7639" y="3684"/>
                  </a:lnTo>
                  <a:lnTo>
                    <a:pt x="7908" y="3257"/>
                  </a:lnTo>
                  <a:lnTo>
                    <a:pt x="8200" y="2853"/>
                  </a:lnTo>
                  <a:lnTo>
                    <a:pt x="8515" y="2449"/>
                  </a:lnTo>
                  <a:lnTo>
                    <a:pt x="8852" y="2089"/>
                  </a:lnTo>
                  <a:lnTo>
                    <a:pt x="9211" y="1752"/>
                  </a:lnTo>
                  <a:lnTo>
                    <a:pt x="9616" y="1438"/>
                  </a:lnTo>
                  <a:lnTo>
                    <a:pt x="10020" y="1168"/>
                  </a:lnTo>
                  <a:lnTo>
                    <a:pt x="10424" y="921"/>
                  </a:lnTo>
                  <a:lnTo>
                    <a:pt x="10065" y="719"/>
                  </a:lnTo>
                  <a:lnTo>
                    <a:pt x="9661" y="517"/>
                  </a:lnTo>
                  <a:lnTo>
                    <a:pt x="9256" y="382"/>
                  </a:lnTo>
                  <a:lnTo>
                    <a:pt x="8852" y="247"/>
                  </a:lnTo>
                  <a:lnTo>
                    <a:pt x="8425" y="135"/>
                  </a:lnTo>
                  <a:lnTo>
                    <a:pt x="7976" y="68"/>
                  </a:lnTo>
                  <a:lnTo>
                    <a:pt x="7527" y="23"/>
                  </a:lnTo>
                  <a:lnTo>
                    <a:pt x="707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59" name="Google Shape;1459;p7"/>
          <p:cNvGrpSpPr/>
          <p:nvPr/>
        </p:nvGrpSpPr>
        <p:grpSpPr>
          <a:xfrm flipH="1">
            <a:off x="162878" y="103243"/>
            <a:ext cx="8818245" cy="4937014"/>
            <a:chOff x="238125" y="857725"/>
            <a:chExt cx="7143750" cy="3999525"/>
          </a:xfrm>
        </p:grpSpPr>
        <p:sp>
          <p:nvSpPr>
            <p:cNvPr id="1460" name="Google Shape;1460;p7"/>
            <p:cNvSpPr/>
            <p:nvPr/>
          </p:nvSpPr>
          <p:spPr>
            <a:xfrm>
              <a:off x="3447000" y="857725"/>
              <a:ext cx="309925" cy="605300"/>
            </a:xfrm>
            <a:custGeom>
              <a:avLst/>
              <a:gdLst/>
              <a:ahLst/>
              <a:cxnLst/>
              <a:rect l="l" t="t" r="r" b="b"/>
              <a:pathLst>
                <a:path w="12397" h="24212" extrusionOk="0">
                  <a:moveTo>
                    <a:pt x="7955" y="463"/>
                  </a:moveTo>
                  <a:lnTo>
                    <a:pt x="8496" y="502"/>
                  </a:lnTo>
                  <a:lnTo>
                    <a:pt x="9037" y="618"/>
                  </a:lnTo>
                  <a:lnTo>
                    <a:pt x="9500" y="811"/>
                  </a:lnTo>
                  <a:lnTo>
                    <a:pt x="9925" y="1043"/>
                  </a:lnTo>
                  <a:lnTo>
                    <a:pt x="10311" y="1352"/>
                  </a:lnTo>
                  <a:lnTo>
                    <a:pt x="10659" y="1699"/>
                  </a:lnTo>
                  <a:lnTo>
                    <a:pt x="10967" y="2085"/>
                  </a:lnTo>
                  <a:lnTo>
                    <a:pt x="11238" y="2510"/>
                  </a:lnTo>
                  <a:lnTo>
                    <a:pt x="11469" y="2973"/>
                  </a:lnTo>
                  <a:lnTo>
                    <a:pt x="11663" y="3437"/>
                  </a:lnTo>
                  <a:lnTo>
                    <a:pt x="11778" y="3939"/>
                  </a:lnTo>
                  <a:lnTo>
                    <a:pt x="11856" y="4441"/>
                  </a:lnTo>
                  <a:lnTo>
                    <a:pt x="11894" y="4981"/>
                  </a:lnTo>
                  <a:lnTo>
                    <a:pt x="11894" y="5483"/>
                  </a:lnTo>
                  <a:lnTo>
                    <a:pt x="11817" y="5985"/>
                  </a:lnTo>
                  <a:lnTo>
                    <a:pt x="11701" y="6487"/>
                  </a:lnTo>
                  <a:lnTo>
                    <a:pt x="11547" y="6989"/>
                  </a:lnTo>
                  <a:lnTo>
                    <a:pt x="11315" y="7453"/>
                  </a:lnTo>
                  <a:lnTo>
                    <a:pt x="11083" y="7916"/>
                  </a:lnTo>
                  <a:lnTo>
                    <a:pt x="10813" y="8341"/>
                  </a:lnTo>
                  <a:lnTo>
                    <a:pt x="10504" y="8766"/>
                  </a:lnTo>
                  <a:lnTo>
                    <a:pt x="10195" y="9152"/>
                  </a:lnTo>
                  <a:lnTo>
                    <a:pt x="9848" y="9499"/>
                  </a:lnTo>
                  <a:lnTo>
                    <a:pt x="9461" y="9847"/>
                  </a:lnTo>
                  <a:lnTo>
                    <a:pt x="9037" y="10156"/>
                  </a:lnTo>
                  <a:lnTo>
                    <a:pt x="8651" y="10465"/>
                  </a:lnTo>
                  <a:lnTo>
                    <a:pt x="8187" y="10735"/>
                  </a:lnTo>
                  <a:lnTo>
                    <a:pt x="7762" y="11005"/>
                  </a:lnTo>
                  <a:lnTo>
                    <a:pt x="6836" y="11469"/>
                  </a:lnTo>
                  <a:lnTo>
                    <a:pt x="5870" y="11855"/>
                  </a:lnTo>
                  <a:lnTo>
                    <a:pt x="5677" y="11855"/>
                  </a:lnTo>
                  <a:lnTo>
                    <a:pt x="5639" y="11932"/>
                  </a:lnTo>
                  <a:lnTo>
                    <a:pt x="5600" y="11932"/>
                  </a:lnTo>
                  <a:lnTo>
                    <a:pt x="4982" y="11276"/>
                  </a:lnTo>
                  <a:lnTo>
                    <a:pt x="4442" y="10542"/>
                  </a:lnTo>
                  <a:lnTo>
                    <a:pt x="3978" y="9808"/>
                  </a:lnTo>
                  <a:lnTo>
                    <a:pt x="3746" y="9383"/>
                  </a:lnTo>
                  <a:lnTo>
                    <a:pt x="3592" y="8997"/>
                  </a:lnTo>
                  <a:lnTo>
                    <a:pt x="3438" y="8611"/>
                  </a:lnTo>
                  <a:lnTo>
                    <a:pt x="3283" y="8186"/>
                  </a:lnTo>
                  <a:lnTo>
                    <a:pt x="3167" y="7762"/>
                  </a:lnTo>
                  <a:lnTo>
                    <a:pt x="3090" y="7298"/>
                  </a:lnTo>
                  <a:lnTo>
                    <a:pt x="3051" y="6873"/>
                  </a:lnTo>
                  <a:lnTo>
                    <a:pt x="3013" y="6410"/>
                  </a:lnTo>
                  <a:lnTo>
                    <a:pt x="3051" y="5947"/>
                  </a:lnTo>
                  <a:lnTo>
                    <a:pt x="3090" y="5483"/>
                  </a:lnTo>
                  <a:lnTo>
                    <a:pt x="3167" y="5020"/>
                  </a:lnTo>
                  <a:lnTo>
                    <a:pt x="3244" y="4557"/>
                  </a:lnTo>
                  <a:lnTo>
                    <a:pt x="3399" y="4093"/>
                  </a:lnTo>
                  <a:lnTo>
                    <a:pt x="3592" y="3668"/>
                  </a:lnTo>
                  <a:lnTo>
                    <a:pt x="3785" y="3205"/>
                  </a:lnTo>
                  <a:lnTo>
                    <a:pt x="4055" y="2819"/>
                  </a:lnTo>
                  <a:lnTo>
                    <a:pt x="4326" y="2394"/>
                  </a:lnTo>
                  <a:lnTo>
                    <a:pt x="4635" y="2047"/>
                  </a:lnTo>
                  <a:lnTo>
                    <a:pt x="4944" y="1699"/>
                  </a:lnTo>
                  <a:lnTo>
                    <a:pt x="5330" y="1390"/>
                  </a:lnTo>
                  <a:lnTo>
                    <a:pt x="5716" y="1081"/>
                  </a:lnTo>
                  <a:lnTo>
                    <a:pt x="6102" y="850"/>
                  </a:lnTo>
                  <a:lnTo>
                    <a:pt x="6527" y="695"/>
                  </a:lnTo>
                  <a:lnTo>
                    <a:pt x="6990" y="541"/>
                  </a:lnTo>
                  <a:lnTo>
                    <a:pt x="7453" y="463"/>
                  </a:lnTo>
                  <a:close/>
                  <a:moveTo>
                    <a:pt x="5561" y="12279"/>
                  </a:moveTo>
                  <a:lnTo>
                    <a:pt x="5600" y="12318"/>
                  </a:lnTo>
                  <a:lnTo>
                    <a:pt x="5677" y="12357"/>
                  </a:lnTo>
                  <a:lnTo>
                    <a:pt x="5793" y="12897"/>
                  </a:lnTo>
                  <a:lnTo>
                    <a:pt x="5793" y="12897"/>
                  </a:lnTo>
                  <a:lnTo>
                    <a:pt x="5098" y="12588"/>
                  </a:lnTo>
                  <a:lnTo>
                    <a:pt x="5561" y="12279"/>
                  </a:lnTo>
                  <a:close/>
                  <a:moveTo>
                    <a:pt x="3322" y="12975"/>
                  </a:moveTo>
                  <a:lnTo>
                    <a:pt x="3476" y="13477"/>
                  </a:lnTo>
                  <a:lnTo>
                    <a:pt x="3553" y="13979"/>
                  </a:lnTo>
                  <a:lnTo>
                    <a:pt x="3013" y="13979"/>
                  </a:lnTo>
                  <a:lnTo>
                    <a:pt x="2781" y="13940"/>
                  </a:lnTo>
                  <a:lnTo>
                    <a:pt x="2511" y="13824"/>
                  </a:lnTo>
                  <a:lnTo>
                    <a:pt x="2936" y="13399"/>
                  </a:lnTo>
                  <a:lnTo>
                    <a:pt x="3322" y="12975"/>
                  </a:lnTo>
                  <a:close/>
                  <a:moveTo>
                    <a:pt x="3940" y="14326"/>
                  </a:moveTo>
                  <a:lnTo>
                    <a:pt x="5098" y="14519"/>
                  </a:lnTo>
                  <a:lnTo>
                    <a:pt x="4442" y="15485"/>
                  </a:lnTo>
                  <a:lnTo>
                    <a:pt x="4287" y="15214"/>
                  </a:lnTo>
                  <a:lnTo>
                    <a:pt x="4171" y="14944"/>
                  </a:lnTo>
                  <a:lnTo>
                    <a:pt x="4055" y="14635"/>
                  </a:lnTo>
                  <a:lnTo>
                    <a:pt x="3978" y="14365"/>
                  </a:lnTo>
                  <a:lnTo>
                    <a:pt x="3940" y="14326"/>
                  </a:lnTo>
                  <a:close/>
                  <a:moveTo>
                    <a:pt x="3746" y="14596"/>
                  </a:moveTo>
                  <a:lnTo>
                    <a:pt x="3824" y="14944"/>
                  </a:lnTo>
                  <a:lnTo>
                    <a:pt x="3978" y="15291"/>
                  </a:lnTo>
                  <a:lnTo>
                    <a:pt x="4133" y="15600"/>
                  </a:lnTo>
                  <a:lnTo>
                    <a:pt x="4287" y="15909"/>
                  </a:lnTo>
                  <a:lnTo>
                    <a:pt x="4364" y="15987"/>
                  </a:lnTo>
                  <a:lnTo>
                    <a:pt x="4055" y="16411"/>
                  </a:lnTo>
                  <a:lnTo>
                    <a:pt x="3746" y="16875"/>
                  </a:lnTo>
                  <a:lnTo>
                    <a:pt x="3592" y="16411"/>
                  </a:lnTo>
                  <a:lnTo>
                    <a:pt x="3476" y="15948"/>
                  </a:lnTo>
                  <a:lnTo>
                    <a:pt x="3476" y="15716"/>
                  </a:lnTo>
                  <a:lnTo>
                    <a:pt x="3476" y="15446"/>
                  </a:lnTo>
                  <a:lnTo>
                    <a:pt x="3515" y="15214"/>
                  </a:lnTo>
                  <a:lnTo>
                    <a:pt x="3553" y="14983"/>
                  </a:lnTo>
                  <a:lnTo>
                    <a:pt x="3746" y="14596"/>
                  </a:lnTo>
                  <a:close/>
                  <a:moveTo>
                    <a:pt x="4480" y="16334"/>
                  </a:moveTo>
                  <a:lnTo>
                    <a:pt x="4673" y="16759"/>
                  </a:lnTo>
                  <a:lnTo>
                    <a:pt x="4789" y="17222"/>
                  </a:lnTo>
                  <a:lnTo>
                    <a:pt x="4789" y="17222"/>
                  </a:lnTo>
                  <a:lnTo>
                    <a:pt x="4364" y="17106"/>
                  </a:lnTo>
                  <a:lnTo>
                    <a:pt x="3940" y="17029"/>
                  </a:lnTo>
                  <a:lnTo>
                    <a:pt x="4480" y="16334"/>
                  </a:lnTo>
                  <a:close/>
                  <a:moveTo>
                    <a:pt x="2472" y="16875"/>
                  </a:moveTo>
                  <a:lnTo>
                    <a:pt x="3399" y="17106"/>
                  </a:lnTo>
                  <a:lnTo>
                    <a:pt x="3476" y="17261"/>
                  </a:lnTo>
                  <a:lnTo>
                    <a:pt x="3322" y="17377"/>
                  </a:lnTo>
                  <a:lnTo>
                    <a:pt x="3167" y="17570"/>
                  </a:lnTo>
                  <a:lnTo>
                    <a:pt x="2897" y="17917"/>
                  </a:lnTo>
                  <a:lnTo>
                    <a:pt x="2665" y="17415"/>
                  </a:lnTo>
                  <a:lnTo>
                    <a:pt x="2472" y="16875"/>
                  </a:lnTo>
                  <a:close/>
                  <a:moveTo>
                    <a:pt x="3360" y="19732"/>
                  </a:moveTo>
                  <a:lnTo>
                    <a:pt x="4055" y="20427"/>
                  </a:lnTo>
                  <a:lnTo>
                    <a:pt x="3553" y="20659"/>
                  </a:lnTo>
                  <a:lnTo>
                    <a:pt x="3013" y="20968"/>
                  </a:lnTo>
                  <a:lnTo>
                    <a:pt x="3167" y="20350"/>
                  </a:lnTo>
                  <a:lnTo>
                    <a:pt x="3360" y="19732"/>
                  </a:lnTo>
                  <a:close/>
                  <a:moveTo>
                    <a:pt x="5677" y="20118"/>
                  </a:moveTo>
                  <a:lnTo>
                    <a:pt x="5986" y="20196"/>
                  </a:lnTo>
                  <a:lnTo>
                    <a:pt x="5716" y="20891"/>
                  </a:lnTo>
                  <a:lnTo>
                    <a:pt x="5368" y="21547"/>
                  </a:lnTo>
                  <a:lnTo>
                    <a:pt x="4673" y="20582"/>
                  </a:lnTo>
                  <a:lnTo>
                    <a:pt x="4635" y="20543"/>
                  </a:lnTo>
                  <a:lnTo>
                    <a:pt x="4673" y="20234"/>
                  </a:lnTo>
                  <a:lnTo>
                    <a:pt x="5021" y="20157"/>
                  </a:lnTo>
                  <a:lnTo>
                    <a:pt x="5330" y="20118"/>
                  </a:lnTo>
                  <a:close/>
                  <a:moveTo>
                    <a:pt x="7453" y="0"/>
                  </a:moveTo>
                  <a:lnTo>
                    <a:pt x="7067" y="39"/>
                  </a:lnTo>
                  <a:lnTo>
                    <a:pt x="6720" y="154"/>
                  </a:lnTo>
                  <a:lnTo>
                    <a:pt x="6334" y="270"/>
                  </a:lnTo>
                  <a:lnTo>
                    <a:pt x="5986" y="425"/>
                  </a:lnTo>
                  <a:lnTo>
                    <a:pt x="5639" y="579"/>
                  </a:lnTo>
                  <a:lnTo>
                    <a:pt x="5291" y="811"/>
                  </a:lnTo>
                  <a:lnTo>
                    <a:pt x="4944" y="1043"/>
                  </a:lnTo>
                  <a:lnTo>
                    <a:pt x="4635" y="1313"/>
                  </a:lnTo>
                  <a:lnTo>
                    <a:pt x="4364" y="1622"/>
                  </a:lnTo>
                  <a:lnTo>
                    <a:pt x="4094" y="1892"/>
                  </a:lnTo>
                  <a:lnTo>
                    <a:pt x="3824" y="2240"/>
                  </a:lnTo>
                  <a:lnTo>
                    <a:pt x="3592" y="2549"/>
                  </a:lnTo>
                  <a:lnTo>
                    <a:pt x="3399" y="2896"/>
                  </a:lnTo>
                  <a:lnTo>
                    <a:pt x="3206" y="3282"/>
                  </a:lnTo>
                  <a:lnTo>
                    <a:pt x="3051" y="3630"/>
                  </a:lnTo>
                  <a:lnTo>
                    <a:pt x="2897" y="4016"/>
                  </a:lnTo>
                  <a:lnTo>
                    <a:pt x="2781" y="4402"/>
                  </a:lnTo>
                  <a:lnTo>
                    <a:pt x="2704" y="4788"/>
                  </a:lnTo>
                  <a:lnTo>
                    <a:pt x="2627" y="5174"/>
                  </a:lnTo>
                  <a:lnTo>
                    <a:pt x="2588" y="5599"/>
                  </a:lnTo>
                  <a:lnTo>
                    <a:pt x="2549" y="5985"/>
                  </a:lnTo>
                  <a:lnTo>
                    <a:pt x="2549" y="6410"/>
                  </a:lnTo>
                  <a:lnTo>
                    <a:pt x="2549" y="6835"/>
                  </a:lnTo>
                  <a:lnTo>
                    <a:pt x="2665" y="7723"/>
                  </a:lnTo>
                  <a:lnTo>
                    <a:pt x="2742" y="8148"/>
                  </a:lnTo>
                  <a:lnTo>
                    <a:pt x="2858" y="8572"/>
                  </a:lnTo>
                  <a:lnTo>
                    <a:pt x="3013" y="8997"/>
                  </a:lnTo>
                  <a:lnTo>
                    <a:pt x="3167" y="9383"/>
                  </a:lnTo>
                  <a:lnTo>
                    <a:pt x="3322" y="9808"/>
                  </a:lnTo>
                  <a:lnTo>
                    <a:pt x="3553" y="10194"/>
                  </a:lnTo>
                  <a:lnTo>
                    <a:pt x="3746" y="10542"/>
                  </a:lnTo>
                  <a:lnTo>
                    <a:pt x="4017" y="10928"/>
                  </a:lnTo>
                  <a:lnTo>
                    <a:pt x="4287" y="11237"/>
                  </a:lnTo>
                  <a:lnTo>
                    <a:pt x="4596" y="11546"/>
                  </a:lnTo>
                  <a:lnTo>
                    <a:pt x="4905" y="11855"/>
                  </a:lnTo>
                  <a:lnTo>
                    <a:pt x="5252" y="12086"/>
                  </a:lnTo>
                  <a:lnTo>
                    <a:pt x="4557" y="12473"/>
                  </a:lnTo>
                  <a:lnTo>
                    <a:pt x="4480" y="12550"/>
                  </a:lnTo>
                  <a:lnTo>
                    <a:pt x="4442" y="12666"/>
                  </a:lnTo>
                  <a:lnTo>
                    <a:pt x="4480" y="12781"/>
                  </a:lnTo>
                  <a:lnTo>
                    <a:pt x="4596" y="12859"/>
                  </a:lnTo>
                  <a:lnTo>
                    <a:pt x="5021" y="13013"/>
                  </a:lnTo>
                  <a:lnTo>
                    <a:pt x="4673" y="13168"/>
                  </a:lnTo>
                  <a:lnTo>
                    <a:pt x="4403" y="13361"/>
                  </a:lnTo>
                  <a:lnTo>
                    <a:pt x="4094" y="13554"/>
                  </a:lnTo>
                  <a:lnTo>
                    <a:pt x="3862" y="13785"/>
                  </a:lnTo>
                  <a:lnTo>
                    <a:pt x="3824" y="13477"/>
                  </a:lnTo>
                  <a:lnTo>
                    <a:pt x="3746" y="13168"/>
                  </a:lnTo>
                  <a:lnTo>
                    <a:pt x="3631" y="12859"/>
                  </a:lnTo>
                  <a:lnTo>
                    <a:pt x="3515" y="12550"/>
                  </a:lnTo>
                  <a:lnTo>
                    <a:pt x="3476" y="12473"/>
                  </a:lnTo>
                  <a:lnTo>
                    <a:pt x="3360" y="12434"/>
                  </a:lnTo>
                  <a:lnTo>
                    <a:pt x="3283" y="12473"/>
                  </a:lnTo>
                  <a:lnTo>
                    <a:pt x="3206" y="12511"/>
                  </a:lnTo>
                  <a:lnTo>
                    <a:pt x="2665" y="13168"/>
                  </a:lnTo>
                  <a:lnTo>
                    <a:pt x="2086" y="13747"/>
                  </a:lnTo>
                  <a:lnTo>
                    <a:pt x="2047" y="13824"/>
                  </a:lnTo>
                  <a:lnTo>
                    <a:pt x="2009" y="13901"/>
                  </a:lnTo>
                  <a:lnTo>
                    <a:pt x="2047" y="13979"/>
                  </a:lnTo>
                  <a:lnTo>
                    <a:pt x="2086" y="14056"/>
                  </a:lnTo>
                  <a:lnTo>
                    <a:pt x="2395" y="14210"/>
                  </a:lnTo>
                  <a:lnTo>
                    <a:pt x="2742" y="14287"/>
                  </a:lnTo>
                  <a:lnTo>
                    <a:pt x="3051" y="14365"/>
                  </a:lnTo>
                  <a:lnTo>
                    <a:pt x="3399" y="14365"/>
                  </a:lnTo>
                  <a:lnTo>
                    <a:pt x="3244" y="14635"/>
                  </a:lnTo>
                  <a:lnTo>
                    <a:pt x="3129" y="14944"/>
                  </a:lnTo>
                  <a:lnTo>
                    <a:pt x="3090" y="15176"/>
                  </a:lnTo>
                  <a:lnTo>
                    <a:pt x="3051" y="15407"/>
                  </a:lnTo>
                  <a:lnTo>
                    <a:pt x="3051" y="15871"/>
                  </a:lnTo>
                  <a:lnTo>
                    <a:pt x="3129" y="16295"/>
                  </a:lnTo>
                  <a:lnTo>
                    <a:pt x="3244" y="16759"/>
                  </a:lnTo>
                  <a:lnTo>
                    <a:pt x="2781" y="16566"/>
                  </a:lnTo>
                  <a:lnTo>
                    <a:pt x="2279" y="16411"/>
                  </a:lnTo>
                  <a:lnTo>
                    <a:pt x="2202" y="16411"/>
                  </a:lnTo>
                  <a:lnTo>
                    <a:pt x="2125" y="16450"/>
                  </a:lnTo>
                  <a:lnTo>
                    <a:pt x="2047" y="16527"/>
                  </a:lnTo>
                  <a:lnTo>
                    <a:pt x="2047" y="16643"/>
                  </a:lnTo>
                  <a:lnTo>
                    <a:pt x="2163" y="17106"/>
                  </a:lnTo>
                  <a:lnTo>
                    <a:pt x="2279" y="17531"/>
                  </a:lnTo>
                  <a:lnTo>
                    <a:pt x="2472" y="17956"/>
                  </a:lnTo>
                  <a:lnTo>
                    <a:pt x="2704" y="18381"/>
                  </a:lnTo>
                  <a:lnTo>
                    <a:pt x="2781" y="18458"/>
                  </a:lnTo>
                  <a:lnTo>
                    <a:pt x="2858" y="18496"/>
                  </a:lnTo>
                  <a:lnTo>
                    <a:pt x="2936" y="18458"/>
                  </a:lnTo>
                  <a:lnTo>
                    <a:pt x="3013" y="18381"/>
                  </a:lnTo>
                  <a:lnTo>
                    <a:pt x="3322" y="18033"/>
                  </a:lnTo>
                  <a:lnTo>
                    <a:pt x="3515" y="17801"/>
                  </a:lnTo>
                  <a:lnTo>
                    <a:pt x="3631" y="17608"/>
                  </a:lnTo>
                  <a:lnTo>
                    <a:pt x="3708" y="17763"/>
                  </a:lnTo>
                  <a:lnTo>
                    <a:pt x="3978" y="18342"/>
                  </a:lnTo>
                  <a:lnTo>
                    <a:pt x="4133" y="18960"/>
                  </a:lnTo>
                  <a:lnTo>
                    <a:pt x="4248" y="19539"/>
                  </a:lnTo>
                  <a:lnTo>
                    <a:pt x="4248" y="20157"/>
                  </a:lnTo>
                  <a:lnTo>
                    <a:pt x="3438" y="19307"/>
                  </a:lnTo>
                  <a:lnTo>
                    <a:pt x="3399" y="19269"/>
                  </a:lnTo>
                  <a:lnTo>
                    <a:pt x="3206" y="19269"/>
                  </a:lnTo>
                  <a:lnTo>
                    <a:pt x="3167" y="19346"/>
                  </a:lnTo>
                  <a:lnTo>
                    <a:pt x="2974" y="19809"/>
                  </a:lnTo>
                  <a:lnTo>
                    <a:pt x="2781" y="20273"/>
                  </a:lnTo>
                  <a:lnTo>
                    <a:pt x="2665" y="20775"/>
                  </a:lnTo>
                  <a:lnTo>
                    <a:pt x="2627" y="21315"/>
                  </a:lnTo>
                  <a:lnTo>
                    <a:pt x="2627" y="21393"/>
                  </a:lnTo>
                  <a:lnTo>
                    <a:pt x="2704" y="21470"/>
                  </a:lnTo>
                  <a:lnTo>
                    <a:pt x="2781" y="21508"/>
                  </a:lnTo>
                  <a:lnTo>
                    <a:pt x="2897" y="21470"/>
                  </a:lnTo>
                  <a:lnTo>
                    <a:pt x="3515" y="21161"/>
                  </a:lnTo>
                  <a:lnTo>
                    <a:pt x="4171" y="20775"/>
                  </a:lnTo>
                  <a:lnTo>
                    <a:pt x="4055" y="21161"/>
                  </a:lnTo>
                  <a:lnTo>
                    <a:pt x="3901" y="21547"/>
                  </a:lnTo>
                  <a:lnTo>
                    <a:pt x="3669" y="22049"/>
                  </a:lnTo>
                  <a:lnTo>
                    <a:pt x="3322" y="22551"/>
                  </a:lnTo>
                  <a:lnTo>
                    <a:pt x="2897" y="23014"/>
                  </a:lnTo>
                  <a:lnTo>
                    <a:pt x="2627" y="23246"/>
                  </a:lnTo>
                  <a:lnTo>
                    <a:pt x="2395" y="23401"/>
                  </a:lnTo>
                  <a:lnTo>
                    <a:pt x="2125" y="23594"/>
                  </a:lnTo>
                  <a:lnTo>
                    <a:pt x="1854" y="23709"/>
                  </a:lnTo>
                  <a:lnTo>
                    <a:pt x="1584" y="23787"/>
                  </a:lnTo>
                  <a:lnTo>
                    <a:pt x="1314" y="23787"/>
                  </a:lnTo>
                  <a:lnTo>
                    <a:pt x="1082" y="23748"/>
                  </a:lnTo>
                  <a:lnTo>
                    <a:pt x="812" y="23671"/>
                  </a:lnTo>
                  <a:lnTo>
                    <a:pt x="541" y="23516"/>
                  </a:lnTo>
                  <a:lnTo>
                    <a:pt x="310" y="23285"/>
                  </a:lnTo>
                  <a:lnTo>
                    <a:pt x="233" y="23246"/>
                  </a:lnTo>
                  <a:lnTo>
                    <a:pt x="78" y="23246"/>
                  </a:lnTo>
                  <a:lnTo>
                    <a:pt x="39" y="23362"/>
                  </a:lnTo>
                  <a:lnTo>
                    <a:pt x="1" y="23401"/>
                  </a:lnTo>
                  <a:lnTo>
                    <a:pt x="39" y="23478"/>
                  </a:lnTo>
                  <a:lnTo>
                    <a:pt x="155" y="23632"/>
                  </a:lnTo>
                  <a:lnTo>
                    <a:pt x="271" y="23787"/>
                  </a:lnTo>
                  <a:lnTo>
                    <a:pt x="387" y="23903"/>
                  </a:lnTo>
                  <a:lnTo>
                    <a:pt x="541" y="24018"/>
                  </a:lnTo>
                  <a:lnTo>
                    <a:pt x="696" y="24096"/>
                  </a:lnTo>
                  <a:lnTo>
                    <a:pt x="889" y="24134"/>
                  </a:lnTo>
                  <a:lnTo>
                    <a:pt x="1236" y="24211"/>
                  </a:lnTo>
                  <a:lnTo>
                    <a:pt x="1584" y="24173"/>
                  </a:lnTo>
                  <a:lnTo>
                    <a:pt x="1970" y="24096"/>
                  </a:lnTo>
                  <a:lnTo>
                    <a:pt x="2318" y="23941"/>
                  </a:lnTo>
                  <a:lnTo>
                    <a:pt x="2665" y="23748"/>
                  </a:lnTo>
                  <a:lnTo>
                    <a:pt x="3013" y="23478"/>
                  </a:lnTo>
                  <a:lnTo>
                    <a:pt x="3322" y="23207"/>
                  </a:lnTo>
                  <a:lnTo>
                    <a:pt x="3631" y="22860"/>
                  </a:lnTo>
                  <a:lnTo>
                    <a:pt x="3901" y="22512"/>
                  </a:lnTo>
                  <a:lnTo>
                    <a:pt x="4133" y="22126"/>
                  </a:lnTo>
                  <a:lnTo>
                    <a:pt x="4326" y="21702"/>
                  </a:lnTo>
                  <a:lnTo>
                    <a:pt x="4480" y="21315"/>
                  </a:lnTo>
                  <a:lnTo>
                    <a:pt x="4596" y="20852"/>
                  </a:lnTo>
                  <a:lnTo>
                    <a:pt x="5214" y="21972"/>
                  </a:lnTo>
                  <a:lnTo>
                    <a:pt x="5291" y="22049"/>
                  </a:lnTo>
                  <a:lnTo>
                    <a:pt x="5368" y="22088"/>
                  </a:lnTo>
                  <a:lnTo>
                    <a:pt x="5446" y="22049"/>
                  </a:lnTo>
                  <a:lnTo>
                    <a:pt x="5523" y="22010"/>
                  </a:lnTo>
                  <a:lnTo>
                    <a:pt x="5793" y="21547"/>
                  </a:lnTo>
                  <a:lnTo>
                    <a:pt x="6025" y="21084"/>
                  </a:lnTo>
                  <a:lnTo>
                    <a:pt x="6411" y="20118"/>
                  </a:lnTo>
                  <a:lnTo>
                    <a:pt x="6411" y="20041"/>
                  </a:lnTo>
                  <a:lnTo>
                    <a:pt x="6411" y="19964"/>
                  </a:lnTo>
                  <a:lnTo>
                    <a:pt x="6372" y="19925"/>
                  </a:lnTo>
                  <a:lnTo>
                    <a:pt x="6295" y="19887"/>
                  </a:lnTo>
                  <a:lnTo>
                    <a:pt x="5909" y="19771"/>
                  </a:lnTo>
                  <a:lnTo>
                    <a:pt x="5484" y="19732"/>
                  </a:lnTo>
                  <a:lnTo>
                    <a:pt x="5098" y="19732"/>
                  </a:lnTo>
                  <a:lnTo>
                    <a:pt x="4673" y="19848"/>
                  </a:lnTo>
                  <a:lnTo>
                    <a:pt x="4635" y="19230"/>
                  </a:lnTo>
                  <a:lnTo>
                    <a:pt x="4519" y="18651"/>
                  </a:lnTo>
                  <a:lnTo>
                    <a:pt x="4287" y="18033"/>
                  </a:lnTo>
                  <a:lnTo>
                    <a:pt x="4055" y="17454"/>
                  </a:lnTo>
                  <a:lnTo>
                    <a:pt x="4055" y="17454"/>
                  </a:lnTo>
                  <a:lnTo>
                    <a:pt x="4519" y="17531"/>
                  </a:lnTo>
                  <a:lnTo>
                    <a:pt x="4982" y="17608"/>
                  </a:lnTo>
                  <a:lnTo>
                    <a:pt x="5059" y="17608"/>
                  </a:lnTo>
                  <a:lnTo>
                    <a:pt x="5098" y="17531"/>
                  </a:lnTo>
                  <a:lnTo>
                    <a:pt x="5137" y="17492"/>
                  </a:lnTo>
                  <a:lnTo>
                    <a:pt x="5137" y="17377"/>
                  </a:lnTo>
                  <a:lnTo>
                    <a:pt x="5098" y="17029"/>
                  </a:lnTo>
                  <a:lnTo>
                    <a:pt x="4982" y="16643"/>
                  </a:lnTo>
                  <a:lnTo>
                    <a:pt x="4828" y="16295"/>
                  </a:lnTo>
                  <a:lnTo>
                    <a:pt x="4673" y="15987"/>
                  </a:lnTo>
                  <a:lnTo>
                    <a:pt x="4596" y="15909"/>
                  </a:lnTo>
                  <a:lnTo>
                    <a:pt x="4635" y="15909"/>
                  </a:lnTo>
                  <a:lnTo>
                    <a:pt x="5600" y="14481"/>
                  </a:lnTo>
                  <a:lnTo>
                    <a:pt x="5639" y="14365"/>
                  </a:lnTo>
                  <a:lnTo>
                    <a:pt x="5600" y="14287"/>
                  </a:lnTo>
                  <a:lnTo>
                    <a:pt x="5561" y="14210"/>
                  </a:lnTo>
                  <a:lnTo>
                    <a:pt x="5446" y="14172"/>
                  </a:lnTo>
                  <a:lnTo>
                    <a:pt x="4210" y="13979"/>
                  </a:lnTo>
                  <a:lnTo>
                    <a:pt x="4480" y="13747"/>
                  </a:lnTo>
                  <a:lnTo>
                    <a:pt x="4789" y="13554"/>
                  </a:lnTo>
                  <a:lnTo>
                    <a:pt x="5098" y="13361"/>
                  </a:lnTo>
                  <a:lnTo>
                    <a:pt x="5407" y="13168"/>
                  </a:lnTo>
                  <a:lnTo>
                    <a:pt x="6025" y="13399"/>
                  </a:lnTo>
                  <a:lnTo>
                    <a:pt x="6141" y="13438"/>
                  </a:lnTo>
                  <a:lnTo>
                    <a:pt x="6218" y="13361"/>
                  </a:lnTo>
                  <a:lnTo>
                    <a:pt x="6256" y="13283"/>
                  </a:lnTo>
                  <a:lnTo>
                    <a:pt x="6295" y="13168"/>
                  </a:lnTo>
                  <a:lnTo>
                    <a:pt x="6179" y="12704"/>
                  </a:lnTo>
                  <a:lnTo>
                    <a:pt x="6063" y="12241"/>
                  </a:lnTo>
                  <a:lnTo>
                    <a:pt x="6913" y="11932"/>
                  </a:lnTo>
                  <a:lnTo>
                    <a:pt x="7724" y="11584"/>
                  </a:lnTo>
                  <a:lnTo>
                    <a:pt x="8535" y="11121"/>
                  </a:lnTo>
                  <a:lnTo>
                    <a:pt x="9268" y="10619"/>
                  </a:lnTo>
                  <a:lnTo>
                    <a:pt x="9963" y="10078"/>
                  </a:lnTo>
                  <a:lnTo>
                    <a:pt x="10311" y="9770"/>
                  </a:lnTo>
                  <a:lnTo>
                    <a:pt x="10620" y="9422"/>
                  </a:lnTo>
                  <a:lnTo>
                    <a:pt x="10890" y="9074"/>
                  </a:lnTo>
                  <a:lnTo>
                    <a:pt x="11161" y="8727"/>
                  </a:lnTo>
                  <a:lnTo>
                    <a:pt x="11392" y="8341"/>
                  </a:lnTo>
                  <a:lnTo>
                    <a:pt x="11624" y="7955"/>
                  </a:lnTo>
                  <a:lnTo>
                    <a:pt x="11817" y="7568"/>
                  </a:lnTo>
                  <a:lnTo>
                    <a:pt x="11971" y="7182"/>
                  </a:lnTo>
                  <a:lnTo>
                    <a:pt x="12126" y="6758"/>
                  </a:lnTo>
                  <a:lnTo>
                    <a:pt x="12242" y="6333"/>
                  </a:lnTo>
                  <a:lnTo>
                    <a:pt x="12319" y="5947"/>
                  </a:lnTo>
                  <a:lnTo>
                    <a:pt x="12358" y="5522"/>
                  </a:lnTo>
                  <a:lnTo>
                    <a:pt x="12396" y="5097"/>
                  </a:lnTo>
                  <a:lnTo>
                    <a:pt x="12396" y="4672"/>
                  </a:lnTo>
                  <a:lnTo>
                    <a:pt x="12358" y="4248"/>
                  </a:lnTo>
                  <a:lnTo>
                    <a:pt x="12280" y="3823"/>
                  </a:lnTo>
                  <a:lnTo>
                    <a:pt x="12203" y="3437"/>
                  </a:lnTo>
                  <a:lnTo>
                    <a:pt x="12049" y="3051"/>
                  </a:lnTo>
                  <a:lnTo>
                    <a:pt x="11894" y="2664"/>
                  </a:lnTo>
                  <a:lnTo>
                    <a:pt x="11701" y="2278"/>
                  </a:lnTo>
                  <a:lnTo>
                    <a:pt x="11469" y="1892"/>
                  </a:lnTo>
                  <a:lnTo>
                    <a:pt x="11161" y="1545"/>
                  </a:lnTo>
                  <a:lnTo>
                    <a:pt x="10890" y="1274"/>
                  </a:lnTo>
                  <a:lnTo>
                    <a:pt x="10620" y="1004"/>
                  </a:lnTo>
                  <a:lnTo>
                    <a:pt x="10311" y="772"/>
                  </a:lnTo>
                  <a:lnTo>
                    <a:pt x="9963" y="579"/>
                  </a:lnTo>
                  <a:lnTo>
                    <a:pt x="9655" y="386"/>
                  </a:lnTo>
                  <a:lnTo>
                    <a:pt x="9307" y="232"/>
                  </a:lnTo>
                  <a:lnTo>
                    <a:pt x="8921" y="116"/>
                  </a:lnTo>
                  <a:lnTo>
                    <a:pt x="8573" y="39"/>
                  </a:lnTo>
                  <a:lnTo>
                    <a:pt x="818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Google Shape;1461;p7"/>
            <p:cNvSpPr/>
            <p:nvPr/>
          </p:nvSpPr>
          <p:spPr>
            <a:xfrm>
              <a:off x="5860425" y="885700"/>
              <a:ext cx="324400" cy="208550"/>
            </a:xfrm>
            <a:custGeom>
              <a:avLst/>
              <a:gdLst/>
              <a:ahLst/>
              <a:cxnLst/>
              <a:rect l="l" t="t" r="r" b="b"/>
              <a:pathLst>
                <a:path w="12976" h="8342" extrusionOk="0">
                  <a:moveTo>
                    <a:pt x="6759" y="310"/>
                  </a:moveTo>
                  <a:lnTo>
                    <a:pt x="6874" y="348"/>
                  </a:lnTo>
                  <a:lnTo>
                    <a:pt x="7029" y="387"/>
                  </a:lnTo>
                  <a:lnTo>
                    <a:pt x="7222" y="503"/>
                  </a:lnTo>
                  <a:lnTo>
                    <a:pt x="7299" y="503"/>
                  </a:lnTo>
                  <a:lnTo>
                    <a:pt x="7454" y="773"/>
                  </a:lnTo>
                  <a:lnTo>
                    <a:pt x="7569" y="1043"/>
                  </a:lnTo>
                  <a:lnTo>
                    <a:pt x="7608" y="1352"/>
                  </a:lnTo>
                  <a:lnTo>
                    <a:pt x="7569" y="1661"/>
                  </a:lnTo>
                  <a:lnTo>
                    <a:pt x="7492" y="1970"/>
                  </a:lnTo>
                  <a:lnTo>
                    <a:pt x="7415" y="2240"/>
                  </a:lnTo>
                  <a:lnTo>
                    <a:pt x="7222" y="2858"/>
                  </a:lnTo>
                  <a:lnTo>
                    <a:pt x="6411" y="4905"/>
                  </a:lnTo>
                  <a:lnTo>
                    <a:pt x="6411" y="4944"/>
                  </a:lnTo>
                  <a:lnTo>
                    <a:pt x="6295" y="4944"/>
                  </a:lnTo>
                  <a:lnTo>
                    <a:pt x="6218" y="3978"/>
                  </a:lnTo>
                  <a:lnTo>
                    <a:pt x="6141" y="2974"/>
                  </a:lnTo>
                  <a:lnTo>
                    <a:pt x="6141" y="1854"/>
                  </a:lnTo>
                  <a:lnTo>
                    <a:pt x="6179" y="1352"/>
                  </a:lnTo>
                  <a:lnTo>
                    <a:pt x="6218" y="1043"/>
                  </a:lnTo>
                  <a:lnTo>
                    <a:pt x="6295" y="735"/>
                  </a:lnTo>
                  <a:lnTo>
                    <a:pt x="6450" y="503"/>
                  </a:lnTo>
                  <a:lnTo>
                    <a:pt x="6527" y="426"/>
                  </a:lnTo>
                  <a:lnTo>
                    <a:pt x="6643" y="348"/>
                  </a:lnTo>
                  <a:lnTo>
                    <a:pt x="6759" y="310"/>
                  </a:lnTo>
                  <a:close/>
                  <a:moveTo>
                    <a:pt x="11972" y="4712"/>
                  </a:moveTo>
                  <a:lnTo>
                    <a:pt x="12087" y="4750"/>
                  </a:lnTo>
                  <a:lnTo>
                    <a:pt x="12165" y="4828"/>
                  </a:lnTo>
                  <a:lnTo>
                    <a:pt x="12281" y="4905"/>
                  </a:lnTo>
                  <a:lnTo>
                    <a:pt x="12319" y="4982"/>
                  </a:lnTo>
                  <a:lnTo>
                    <a:pt x="12396" y="5137"/>
                  </a:lnTo>
                  <a:lnTo>
                    <a:pt x="12435" y="5484"/>
                  </a:lnTo>
                  <a:lnTo>
                    <a:pt x="12319" y="5600"/>
                  </a:lnTo>
                  <a:lnTo>
                    <a:pt x="12126" y="5677"/>
                  </a:lnTo>
                  <a:lnTo>
                    <a:pt x="11933" y="5754"/>
                  </a:lnTo>
                  <a:lnTo>
                    <a:pt x="11701" y="5793"/>
                  </a:lnTo>
                  <a:lnTo>
                    <a:pt x="11199" y="5832"/>
                  </a:lnTo>
                  <a:lnTo>
                    <a:pt x="10041" y="5832"/>
                  </a:lnTo>
                  <a:lnTo>
                    <a:pt x="9230" y="5754"/>
                  </a:lnTo>
                  <a:lnTo>
                    <a:pt x="8612" y="5677"/>
                  </a:lnTo>
                  <a:lnTo>
                    <a:pt x="7994" y="5561"/>
                  </a:lnTo>
                  <a:lnTo>
                    <a:pt x="6759" y="5252"/>
                  </a:lnTo>
                  <a:lnTo>
                    <a:pt x="7956" y="5021"/>
                  </a:lnTo>
                  <a:lnTo>
                    <a:pt x="9191" y="4866"/>
                  </a:lnTo>
                  <a:lnTo>
                    <a:pt x="9925" y="4789"/>
                  </a:lnTo>
                  <a:lnTo>
                    <a:pt x="10659" y="4750"/>
                  </a:lnTo>
                  <a:lnTo>
                    <a:pt x="11354" y="4712"/>
                  </a:lnTo>
                  <a:close/>
                  <a:moveTo>
                    <a:pt x="5639" y="5754"/>
                  </a:moveTo>
                  <a:lnTo>
                    <a:pt x="4558" y="6449"/>
                  </a:lnTo>
                  <a:lnTo>
                    <a:pt x="3438" y="7106"/>
                  </a:lnTo>
                  <a:lnTo>
                    <a:pt x="2820" y="7376"/>
                  </a:lnTo>
                  <a:lnTo>
                    <a:pt x="2202" y="7685"/>
                  </a:lnTo>
                  <a:lnTo>
                    <a:pt x="1816" y="7801"/>
                  </a:lnTo>
                  <a:lnTo>
                    <a:pt x="1430" y="7917"/>
                  </a:lnTo>
                  <a:lnTo>
                    <a:pt x="1121" y="7955"/>
                  </a:lnTo>
                  <a:lnTo>
                    <a:pt x="928" y="7917"/>
                  </a:lnTo>
                  <a:lnTo>
                    <a:pt x="851" y="7878"/>
                  </a:lnTo>
                  <a:lnTo>
                    <a:pt x="773" y="7801"/>
                  </a:lnTo>
                  <a:lnTo>
                    <a:pt x="735" y="7685"/>
                  </a:lnTo>
                  <a:lnTo>
                    <a:pt x="696" y="7531"/>
                  </a:lnTo>
                  <a:lnTo>
                    <a:pt x="696" y="7376"/>
                  </a:lnTo>
                  <a:lnTo>
                    <a:pt x="696" y="7222"/>
                  </a:lnTo>
                  <a:lnTo>
                    <a:pt x="735" y="7145"/>
                  </a:lnTo>
                  <a:lnTo>
                    <a:pt x="812" y="7067"/>
                  </a:lnTo>
                  <a:lnTo>
                    <a:pt x="1005" y="6990"/>
                  </a:lnTo>
                  <a:lnTo>
                    <a:pt x="1275" y="6874"/>
                  </a:lnTo>
                  <a:lnTo>
                    <a:pt x="1893" y="6643"/>
                  </a:lnTo>
                  <a:lnTo>
                    <a:pt x="2743" y="6449"/>
                  </a:lnTo>
                  <a:lnTo>
                    <a:pt x="3592" y="6295"/>
                  </a:lnTo>
                  <a:lnTo>
                    <a:pt x="4635" y="6063"/>
                  </a:lnTo>
                  <a:lnTo>
                    <a:pt x="5137" y="5909"/>
                  </a:lnTo>
                  <a:lnTo>
                    <a:pt x="5639" y="5754"/>
                  </a:lnTo>
                  <a:close/>
                  <a:moveTo>
                    <a:pt x="6952" y="1"/>
                  </a:moveTo>
                  <a:lnTo>
                    <a:pt x="6720" y="39"/>
                  </a:lnTo>
                  <a:lnTo>
                    <a:pt x="6527" y="117"/>
                  </a:lnTo>
                  <a:lnTo>
                    <a:pt x="6334" y="233"/>
                  </a:lnTo>
                  <a:lnTo>
                    <a:pt x="6141" y="426"/>
                  </a:lnTo>
                  <a:lnTo>
                    <a:pt x="5986" y="619"/>
                  </a:lnTo>
                  <a:lnTo>
                    <a:pt x="5909" y="812"/>
                  </a:lnTo>
                  <a:lnTo>
                    <a:pt x="5793" y="1275"/>
                  </a:lnTo>
                  <a:lnTo>
                    <a:pt x="5793" y="1777"/>
                  </a:lnTo>
                  <a:lnTo>
                    <a:pt x="5832" y="2742"/>
                  </a:lnTo>
                  <a:lnTo>
                    <a:pt x="5909" y="3901"/>
                  </a:lnTo>
                  <a:lnTo>
                    <a:pt x="5986" y="4480"/>
                  </a:lnTo>
                  <a:lnTo>
                    <a:pt x="6064" y="5021"/>
                  </a:lnTo>
                  <a:lnTo>
                    <a:pt x="6025" y="5137"/>
                  </a:lnTo>
                  <a:lnTo>
                    <a:pt x="6064" y="5252"/>
                  </a:lnTo>
                  <a:lnTo>
                    <a:pt x="5523" y="5446"/>
                  </a:lnTo>
                  <a:lnTo>
                    <a:pt x="4982" y="5561"/>
                  </a:lnTo>
                  <a:lnTo>
                    <a:pt x="3940" y="5832"/>
                  </a:lnTo>
                  <a:lnTo>
                    <a:pt x="2858" y="6025"/>
                  </a:lnTo>
                  <a:lnTo>
                    <a:pt x="2318" y="6179"/>
                  </a:lnTo>
                  <a:lnTo>
                    <a:pt x="1777" y="6295"/>
                  </a:lnTo>
                  <a:lnTo>
                    <a:pt x="1198" y="6488"/>
                  </a:lnTo>
                  <a:lnTo>
                    <a:pt x="851" y="6643"/>
                  </a:lnTo>
                  <a:lnTo>
                    <a:pt x="503" y="6836"/>
                  </a:lnTo>
                  <a:lnTo>
                    <a:pt x="233" y="7029"/>
                  </a:lnTo>
                  <a:lnTo>
                    <a:pt x="117" y="7145"/>
                  </a:lnTo>
                  <a:lnTo>
                    <a:pt x="40" y="7299"/>
                  </a:lnTo>
                  <a:lnTo>
                    <a:pt x="1" y="7415"/>
                  </a:lnTo>
                  <a:lnTo>
                    <a:pt x="1" y="7569"/>
                  </a:lnTo>
                  <a:lnTo>
                    <a:pt x="40" y="7724"/>
                  </a:lnTo>
                  <a:lnTo>
                    <a:pt x="117" y="7917"/>
                  </a:lnTo>
                  <a:lnTo>
                    <a:pt x="233" y="8033"/>
                  </a:lnTo>
                  <a:lnTo>
                    <a:pt x="349" y="8149"/>
                  </a:lnTo>
                  <a:lnTo>
                    <a:pt x="503" y="8226"/>
                  </a:lnTo>
                  <a:lnTo>
                    <a:pt x="619" y="8264"/>
                  </a:lnTo>
                  <a:lnTo>
                    <a:pt x="928" y="8342"/>
                  </a:lnTo>
                  <a:lnTo>
                    <a:pt x="1275" y="8342"/>
                  </a:lnTo>
                  <a:lnTo>
                    <a:pt x="1623" y="8303"/>
                  </a:lnTo>
                  <a:lnTo>
                    <a:pt x="1932" y="8187"/>
                  </a:lnTo>
                  <a:lnTo>
                    <a:pt x="2550" y="7994"/>
                  </a:lnTo>
                  <a:lnTo>
                    <a:pt x="3554" y="7531"/>
                  </a:lnTo>
                  <a:lnTo>
                    <a:pt x="4519" y="6990"/>
                  </a:lnTo>
                  <a:lnTo>
                    <a:pt x="5446" y="6372"/>
                  </a:lnTo>
                  <a:lnTo>
                    <a:pt x="5909" y="6063"/>
                  </a:lnTo>
                  <a:lnTo>
                    <a:pt x="6334" y="5716"/>
                  </a:lnTo>
                  <a:lnTo>
                    <a:pt x="6527" y="6102"/>
                  </a:lnTo>
                  <a:lnTo>
                    <a:pt x="6643" y="6295"/>
                  </a:lnTo>
                  <a:lnTo>
                    <a:pt x="6759" y="6449"/>
                  </a:lnTo>
                  <a:lnTo>
                    <a:pt x="7029" y="6372"/>
                  </a:lnTo>
                  <a:lnTo>
                    <a:pt x="7029" y="6334"/>
                  </a:lnTo>
                  <a:lnTo>
                    <a:pt x="6836" y="5986"/>
                  </a:lnTo>
                  <a:lnTo>
                    <a:pt x="6759" y="5832"/>
                  </a:lnTo>
                  <a:lnTo>
                    <a:pt x="6720" y="5639"/>
                  </a:lnTo>
                  <a:lnTo>
                    <a:pt x="6720" y="5561"/>
                  </a:lnTo>
                  <a:lnTo>
                    <a:pt x="7569" y="5832"/>
                  </a:lnTo>
                  <a:lnTo>
                    <a:pt x="8496" y="6063"/>
                  </a:lnTo>
                  <a:lnTo>
                    <a:pt x="9384" y="6179"/>
                  </a:lnTo>
                  <a:lnTo>
                    <a:pt x="10311" y="6218"/>
                  </a:lnTo>
                  <a:lnTo>
                    <a:pt x="11006" y="6218"/>
                  </a:lnTo>
                  <a:lnTo>
                    <a:pt x="11470" y="6179"/>
                  </a:lnTo>
                  <a:lnTo>
                    <a:pt x="11933" y="6141"/>
                  </a:lnTo>
                  <a:lnTo>
                    <a:pt x="12358" y="5986"/>
                  </a:lnTo>
                  <a:lnTo>
                    <a:pt x="12512" y="5909"/>
                  </a:lnTo>
                  <a:lnTo>
                    <a:pt x="12667" y="5793"/>
                  </a:lnTo>
                  <a:lnTo>
                    <a:pt x="12821" y="5677"/>
                  </a:lnTo>
                  <a:lnTo>
                    <a:pt x="12898" y="5523"/>
                  </a:lnTo>
                  <a:lnTo>
                    <a:pt x="12976" y="5368"/>
                  </a:lnTo>
                  <a:lnTo>
                    <a:pt x="12976" y="5175"/>
                  </a:lnTo>
                  <a:lnTo>
                    <a:pt x="12976" y="4982"/>
                  </a:lnTo>
                  <a:lnTo>
                    <a:pt x="12898" y="4828"/>
                  </a:lnTo>
                  <a:lnTo>
                    <a:pt x="12821" y="4712"/>
                  </a:lnTo>
                  <a:lnTo>
                    <a:pt x="12744" y="4635"/>
                  </a:lnTo>
                  <a:lnTo>
                    <a:pt x="12628" y="4519"/>
                  </a:lnTo>
                  <a:lnTo>
                    <a:pt x="12474" y="4480"/>
                  </a:lnTo>
                  <a:lnTo>
                    <a:pt x="12165" y="4364"/>
                  </a:lnTo>
                  <a:lnTo>
                    <a:pt x="11817" y="4326"/>
                  </a:lnTo>
                  <a:lnTo>
                    <a:pt x="11470" y="4326"/>
                  </a:lnTo>
                  <a:lnTo>
                    <a:pt x="10890" y="4364"/>
                  </a:lnTo>
                  <a:lnTo>
                    <a:pt x="9848" y="4403"/>
                  </a:lnTo>
                  <a:lnTo>
                    <a:pt x="8844" y="4480"/>
                  </a:lnTo>
                  <a:lnTo>
                    <a:pt x="7840" y="4635"/>
                  </a:lnTo>
                  <a:lnTo>
                    <a:pt x="6836" y="4828"/>
                  </a:lnTo>
                  <a:lnTo>
                    <a:pt x="7376" y="3476"/>
                  </a:lnTo>
                  <a:lnTo>
                    <a:pt x="7647" y="2742"/>
                  </a:lnTo>
                  <a:lnTo>
                    <a:pt x="7840" y="2047"/>
                  </a:lnTo>
                  <a:lnTo>
                    <a:pt x="7917" y="1816"/>
                  </a:lnTo>
                  <a:lnTo>
                    <a:pt x="7917" y="1545"/>
                  </a:lnTo>
                  <a:lnTo>
                    <a:pt x="7917" y="1314"/>
                  </a:lnTo>
                  <a:lnTo>
                    <a:pt x="7878" y="1082"/>
                  </a:lnTo>
                  <a:lnTo>
                    <a:pt x="7801" y="850"/>
                  </a:lnTo>
                  <a:lnTo>
                    <a:pt x="7685" y="619"/>
                  </a:lnTo>
                  <a:lnTo>
                    <a:pt x="7531" y="426"/>
                  </a:lnTo>
                  <a:lnTo>
                    <a:pt x="7338" y="271"/>
                  </a:lnTo>
                  <a:lnTo>
                    <a:pt x="7261" y="155"/>
                  </a:lnTo>
                  <a:lnTo>
                    <a:pt x="7145" y="78"/>
                  </a:lnTo>
                  <a:lnTo>
                    <a:pt x="695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Google Shape;1462;p7"/>
            <p:cNvSpPr/>
            <p:nvPr/>
          </p:nvSpPr>
          <p:spPr>
            <a:xfrm>
              <a:off x="6760175" y="920450"/>
              <a:ext cx="375550" cy="387150"/>
            </a:xfrm>
            <a:custGeom>
              <a:avLst/>
              <a:gdLst/>
              <a:ahLst/>
              <a:cxnLst/>
              <a:rect l="l" t="t" r="r" b="b"/>
              <a:pathLst>
                <a:path w="15022" h="15486" extrusionOk="0">
                  <a:moveTo>
                    <a:pt x="7491" y="503"/>
                  </a:moveTo>
                  <a:lnTo>
                    <a:pt x="8032" y="542"/>
                  </a:lnTo>
                  <a:lnTo>
                    <a:pt x="8611" y="580"/>
                  </a:lnTo>
                  <a:lnTo>
                    <a:pt x="9152" y="696"/>
                  </a:lnTo>
                  <a:lnTo>
                    <a:pt x="9692" y="850"/>
                  </a:lnTo>
                  <a:lnTo>
                    <a:pt x="10194" y="1044"/>
                  </a:lnTo>
                  <a:lnTo>
                    <a:pt x="10696" y="1275"/>
                  </a:lnTo>
                  <a:lnTo>
                    <a:pt x="11160" y="1546"/>
                  </a:lnTo>
                  <a:lnTo>
                    <a:pt x="11623" y="1816"/>
                  </a:lnTo>
                  <a:lnTo>
                    <a:pt x="10812" y="2202"/>
                  </a:lnTo>
                  <a:lnTo>
                    <a:pt x="10079" y="2627"/>
                  </a:lnTo>
                  <a:lnTo>
                    <a:pt x="9306" y="3090"/>
                  </a:lnTo>
                  <a:lnTo>
                    <a:pt x="8611" y="3631"/>
                  </a:lnTo>
                  <a:lnTo>
                    <a:pt x="7955" y="4171"/>
                  </a:lnTo>
                  <a:lnTo>
                    <a:pt x="7298" y="4789"/>
                  </a:lnTo>
                  <a:lnTo>
                    <a:pt x="6719" y="5446"/>
                  </a:lnTo>
                  <a:lnTo>
                    <a:pt x="6140" y="6141"/>
                  </a:lnTo>
                  <a:lnTo>
                    <a:pt x="5638" y="6874"/>
                  </a:lnTo>
                  <a:lnTo>
                    <a:pt x="5213" y="7647"/>
                  </a:lnTo>
                  <a:lnTo>
                    <a:pt x="4788" y="8419"/>
                  </a:lnTo>
                  <a:lnTo>
                    <a:pt x="4479" y="9230"/>
                  </a:lnTo>
                  <a:lnTo>
                    <a:pt x="4170" y="10041"/>
                  </a:lnTo>
                  <a:lnTo>
                    <a:pt x="3977" y="10890"/>
                  </a:lnTo>
                  <a:lnTo>
                    <a:pt x="3823" y="11778"/>
                  </a:lnTo>
                  <a:lnTo>
                    <a:pt x="3746" y="12667"/>
                  </a:lnTo>
                  <a:lnTo>
                    <a:pt x="3591" y="12667"/>
                  </a:lnTo>
                  <a:lnTo>
                    <a:pt x="3282" y="11856"/>
                  </a:lnTo>
                  <a:lnTo>
                    <a:pt x="3051" y="11045"/>
                  </a:lnTo>
                  <a:lnTo>
                    <a:pt x="2858" y="10195"/>
                  </a:lnTo>
                  <a:lnTo>
                    <a:pt x="2703" y="9346"/>
                  </a:lnTo>
                  <a:lnTo>
                    <a:pt x="2587" y="8535"/>
                  </a:lnTo>
                  <a:lnTo>
                    <a:pt x="2549" y="7685"/>
                  </a:lnTo>
                  <a:lnTo>
                    <a:pt x="2587" y="6797"/>
                  </a:lnTo>
                  <a:lnTo>
                    <a:pt x="2703" y="5948"/>
                  </a:lnTo>
                  <a:lnTo>
                    <a:pt x="2858" y="5214"/>
                  </a:lnTo>
                  <a:lnTo>
                    <a:pt x="3051" y="4519"/>
                  </a:lnTo>
                  <a:lnTo>
                    <a:pt x="3321" y="3824"/>
                  </a:lnTo>
                  <a:lnTo>
                    <a:pt x="3668" y="3206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30"/>
                  </a:lnTo>
                  <a:lnTo>
                    <a:pt x="5406" y="889"/>
                  </a:lnTo>
                  <a:lnTo>
                    <a:pt x="5908" y="735"/>
                  </a:lnTo>
                  <a:lnTo>
                    <a:pt x="6410" y="619"/>
                  </a:lnTo>
                  <a:lnTo>
                    <a:pt x="6951" y="542"/>
                  </a:lnTo>
                  <a:lnTo>
                    <a:pt x="7491" y="503"/>
                  </a:lnTo>
                  <a:close/>
                  <a:moveTo>
                    <a:pt x="11971" y="2086"/>
                  </a:moveTo>
                  <a:lnTo>
                    <a:pt x="12357" y="2434"/>
                  </a:lnTo>
                  <a:lnTo>
                    <a:pt x="12704" y="2820"/>
                  </a:lnTo>
                  <a:lnTo>
                    <a:pt x="13052" y="3206"/>
                  </a:lnTo>
                  <a:lnTo>
                    <a:pt x="13322" y="3669"/>
                  </a:lnTo>
                  <a:lnTo>
                    <a:pt x="13592" y="4094"/>
                  </a:lnTo>
                  <a:lnTo>
                    <a:pt x="13863" y="4596"/>
                  </a:lnTo>
                  <a:lnTo>
                    <a:pt x="14056" y="5098"/>
                  </a:lnTo>
                  <a:lnTo>
                    <a:pt x="14210" y="5600"/>
                  </a:lnTo>
                  <a:lnTo>
                    <a:pt x="14326" y="6102"/>
                  </a:lnTo>
                  <a:lnTo>
                    <a:pt x="14442" y="6643"/>
                  </a:lnTo>
                  <a:lnTo>
                    <a:pt x="13670" y="6681"/>
                  </a:lnTo>
                  <a:lnTo>
                    <a:pt x="12897" y="6797"/>
                  </a:lnTo>
                  <a:lnTo>
                    <a:pt x="12164" y="6952"/>
                  </a:lnTo>
                  <a:lnTo>
                    <a:pt x="11391" y="7145"/>
                  </a:lnTo>
                  <a:lnTo>
                    <a:pt x="10658" y="7415"/>
                  </a:lnTo>
                  <a:lnTo>
                    <a:pt x="9963" y="7724"/>
                  </a:lnTo>
                  <a:lnTo>
                    <a:pt x="9229" y="8033"/>
                  </a:lnTo>
                  <a:lnTo>
                    <a:pt x="8534" y="8419"/>
                  </a:lnTo>
                  <a:lnTo>
                    <a:pt x="7877" y="8844"/>
                  </a:lnTo>
                  <a:lnTo>
                    <a:pt x="7260" y="9307"/>
                  </a:lnTo>
                  <a:lnTo>
                    <a:pt x="6642" y="9809"/>
                  </a:lnTo>
                  <a:lnTo>
                    <a:pt x="6101" y="10350"/>
                  </a:lnTo>
                  <a:lnTo>
                    <a:pt x="5561" y="10890"/>
                  </a:lnTo>
                  <a:lnTo>
                    <a:pt x="5097" y="11508"/>
                  </a:lnTo>
                  <a:lnTo>
                    <a:pt x="4634" y="12126"/>
                  </a:lnTo>
                  <a:lnTo>
                    <a:pt x="4248" y="12821"/>
                  </a:lnTo>
                  <a:lnTo>
                    <a:pt x="4132" y="12744"/>
                  </a:lnTo>
                  <a:lnTo>
                    <a:pt x="3977" y="12667"/>
                  </a:lnTo>
                  <a:lnTo>
                    <a:pt x="4093" y="11817"/>
                  </a:lnTo>
                  <a:lnTo>
                    <a:pt x="4325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3" y="8496"/>
                  </a:lnTo>
                  <a:lnTo>
                    <a:pt x="5599" y="7724"/>
                  </a:lnTo>
                  <a:lnTo>
                    <a:pt x="6024" y="6990"/>
                  </a:lnTo>
                  <a:lnTo>
                    <a:pt x="6526" y="6295"/>
                  </a:lnTo>
                  <a:lnTo>
                    <a:pt x="7067" y="5600"/>
                  </a:lnTo>
                  <a:lnTo>
                    <a:pt x="7607" y="4982"/>
                  </a:lnTo>
                  <a:lnTo>
                    <a:pt x="8225" y="4403"/>
                  </a:lnTo>
                  <a:lnTo>
                    <a:pt x="8920" y="3824"/>
                  </a:lnTo>
                  <a:lnTo>
                    <a:pt x="9615" y="3322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71" y="2086"/>
                  </a:lnTo>
                  <a:close/>
                  <a:moveTo>
                    <a:pt x="14481" y="6990"/>
                  </a:moveTo>
                  <a:lnTo>
                    <a:pt x="14481" y="7840"/>
                  </a:lnTo>
                  <a:lnTo>
                    <a:pt x="14442" y="8689"/>
                  </a:lnTo>
                  <a:lnTo>
                    <a:pt x="14288" y="9539"/>
                  </a:lnTo>
                  <a:lnTo>
                    <a:pt x="14172" y="9964"/>
                  </a:lnTo>
                  <a:lnTo>
                    <a:pt x="14056" y="10350"/>
                  </a:lnTo>
                  <a:lnTo>
                    <a:pt x="13901" y="10774"/>
                  </a:lnTo>
                  <a:lnTo>
                    <a:pt x="13708" y="11161"/>
                  </a:lnTo>
                  <a:lnTo>
                    <a:pt x="13515" y="11547"/>
                  </a:lnTo>
                  <a:lnTo>
                    <a:pt x="13284" y="11894"/>
                  </a:lnTo>
                  <a:lnTo>
                    <a:pt x="13052" y="12242"/>
                  </a:lnTo>
                  <a:lnTo>
                    <a:pt x="12782" y="12589"/>
                  </a:lnTo>
                  <a:lnTo>
                    <a:pt x="12511" y="12898"/>
                  </a:lnTo>
                  <a:lnTo>
                    <a:pt x="12202" y="13207"/>
                  </a:lnTo>
                  <a:lnTo>
                    <a:pt x="11971" y="13053"/>
                  </a:lnTo>
                  <a:lnTo>
                    <a:pt x="11700" y="12937"/>
                  </a:lnTo>
                  <a:lnTo>
                    <a:pt x="11121" y="12782"/>
                  </a:lnTo>
                  <a:lnTo>
                    <a:pt x="10542" y="12628"/>
                  </a:lnTo>
                  <a:lnTo>
                    <a:pt x="10001" y="12551"/>
                  </a:lnTo>
                  <a:lnTo>
                    <a:pt x="9422" y="12512"/>
                  </a:lnTo>
                  <a:lnTo>
                    <a:pt x="8843" y="12474"/>
                  </a:lnTo>
                  <a:lnTo>
                    <a:pt x="8302" y="12474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719" y="12667"/>
                  </a:lnTo>
                  <a:lnTo>
                    <a:pt x="6178" y="12782"/>
                  </a:lnTo>
                  <a:lnTo>
                    <a:pt x="5676" y="12937"/>
                  </a:lnTo>
                  <a:lnTo>
                    <a:pt x="5174" y="13130"/>
                  </a:lnTo>
                  <a:lnTo>
                    <a:pt x="4672" y="13362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40"/>
                  </a:lnTo>
                  <a:lnTo>
                    <a:pt x="5870" y="11161"/>
                  </a:lnTo>
                  <a:lnTo>
                    <a:pt x="6410" y="10620"/>
                  </a:lnTo>
                  <a:lnTo>
                    <a:pt x="6989" y="10118"/>
                  </a:lnTo>
                  <a:lnTo>
                    <a:pt x="7569" y="9655"/>
                  </a:lnTo>
                  <a:lnTo>
                    <a:pt x="8148" y="9230"/>
                  </a:lnTo>
                  <a:lnTo>
                    <a:pt x="8766" y="8805"/>
                  </a:lnTo>
                  <a:lnTo>
                    <a:pt x="9422" y="8458"/>
                  </a:lnTo>
                  <a:lnTo>
                    <a:pt x="10079" y="8110"/>
                  </a:lnTo>
                  <a:lnTo>
                    <a:pt x="10735" y="7840"/>
                  </a:lnTo>
                  <a:lnTo>
                    <a:pt x="11469" y="7569"/>
                  </a:lnTo>
                  <a:lnTo>
                    <a:pt x="12164" y="7376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7"/>
                  </a:moveTo>
                  <a:lnTo>
                    <a:pt x="4055" y="1854"/>
                  </a:lnTo>
                  <a:lnTo>
                    <a:pt x="3630" y="2472"/>
                  </a:lnTo>
                  <a:lnTo>
                    <a:pt x="3244" y="3129"/>
                  </a:lnTo>
                  <a:lnTo>
                    <a:pt x="2935" y="3824"/>
                  </a:lnTo>
                  <a:lnTo>
                    <a:pt x="2664" y="4519"/>
                  </a:lnTo>
                  <a:lnTo>
                    <a:pt x="2471" y="5291"/>
                  </a:lnTo>
                  <a:lnTo>
                    <a:pt x="2317" y="6025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2"/>
                  </a:lnTo>
                  <a:lnTo>
                    <a:pt x="2278" y="9114"/>
                  </a:lnTo>
                  <a:lnTo>
                    <a:pt x="2394" y="9886"/>
                  </a:lnTo>
                  <a:lnTo>
                    <a:pt x="2549" y="10620"/>
                  </a:lnTo>
                  <a:lnTo>
                    <a:pt x="2780" y="11354"/>
                  </a:lnTo>
                  <a:lnTo>
                    <a:pt x="3012" y="12087"/>
                  </a:lnTo>
                  <a:lnTo>
                    <a:pt x="3321" y="12744"/>
                  </a:lnTo>
                  <a:lnTo>
                    <a:pt x="3128" y="12898"/>
                  </a:lnTo>
                  <a:lnTo>
                    <a:pt x="2935" y="13053"/>
                  </a:lnTo>
                  <a:lnTo>
                    <a:pt x="2819" y="13246"/>
                  </a:lnTo>
                  <a:lnTo>
                    <a:pt x="2742" y="13439"/>
                  </a:lnTo>
                  <a:lnTo>
                    <a:pt x="2394" y="13014"/>
                  </a:lnTo>
                  <a:lnTo>
                    <a:pt x="2085" y="12551"/>
                  </a:lnTo>
                  <a:lnTo>
                    <a:pt x="1776" y="12087"/>
                  </a:lnTo>
                  <a:lnTo>
                    <a:pt x="1506" y="11624"/>
                  </a:lnTo>
                  <a:lnTo>
                    <a:pt x="1274" y="11122"/>
                  </a:lnTo>
                  <a:lnTo>
                    <a:pt x="1081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114"/>
                  </a:lnTo>
                  <a:lnTo>
                    <a:pt x="541" y="8573"/>
                  </a:lnTo>
                  <a:lnTo>
                    <a:pt x="502" y="8033"/>
                  </a:lnTo>
                  <a:lnTo>
                    <a:pt x="502" y="7492"/>
                  </a:lnTo>
                  <a:lnTo>
                    <a:pt x="541" y="6952"/>
                  </a:lnTo>
                  <a:lnTo>
                    <a:pt x="618" y="6411"/>
                  </a:lnTo>
                  <a:lnTo>
                    <a:pt x="772" y="5870"/>
                  </a:lnTo>
                  <a:lnTo>
                    <a:pt x="927" y="5330"/>
                  </a:lnTo>
                  <a:lnTo>
                    <a:pt x="1197" y="4673"/>
                  </a:lnTo>
                  <a:lnTo>
                    <a:pt x="1545" y="4056"/>
                  </a:lnTo>
                  <a:lnTo>
                    <a:pt x="1931" y="3476"/>
                  </a:lnTo>
                  <a:lnTo>
                    <a:pt x="2356" y="2936"/>
                  </a:lnTo>
                  <a:lnTo>
                    <a:pt x="2858" y="2434"/>
                  </a:lnTo>
                  <a:lnTo>
                    <a:pt x="3360" y="2009"/>
                  </a:lnTo>
                  <a:lnTo>
                    <a:pt x="3939" y="1584"/>
                  </a:lnTo>
                  <a:lnTo>
                    <a:pt x="4518" y="1237"/>
                  </a:lnTo>
                  <a:close/>
                  <a:moveTo>
                    <a:pt x="3862" y="12976"/>
                  </a:moveTo>
                  <a:lnTo>
                    <a:pt x="4016" y="13053"/>
                  </a:lnTo>
                  <a:lnTo>
                    <a:pt x="4170" y="13169"/>
                  </a:lnTo>
                  <a:lnTo>
                    <a:pt x="4286" y="13284"/>
                  </a:lnTo>
                  <a:lnTo>
                    <a:pt x="4325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325" y="13941"/>
                  </a:lnTo>
                  <a:lnTo>
                    <a:pt x="4209" y="14095"/>
                  </a:lnTo>
                  <a:lnTo>
                    <a:pt x="3784" y="13825"/>
                  </a:lnTo>
                  <a:lnTo>
                    <a:pt x="3360" y="13478"/>
                  </a:lnTo>
                  <a:lnTo>
                    <a:pt x="3244" y="13439"/>
                  </a:lnTo>
                  <a:lnTo>
                    <a:pt x="3166" y="13439"/>
                  </a:lnTo>
                  <a:lnTo>
                    <a:pt x="3051" y="13478"/>
                  </a:lnTo>
                  <a:lnTo>
                    <a:pt x="2973" y="13516"/>
                  </a:lnTo>
                  <a:lnTo>
                    <a:pt x="3051" y="13362"/>
                  </a:lnTo>
                  <a:lnTo>
                    <a:pt x="3166" y="13207"/>
                  </a:lnTo>
                  <a:lnTo>
                    <a:pt x="3321" y="13130"/>
                  </a:lnTo>
                  <a:lnTo>
                    <a:pt x="3475" y="13014"/>
                  </a:lnTo>
                  <a:lnTo>
                    <a:pt x="3668" y="12976"/>
                  </a:lnTo>
                  <a:close/>
                  <a:moveTo>
                    <a:pt x="9152" y="12860"/>
                  </a:moveTo>
                  <a:lnTo>
                    <a:pt x="9615" y="12898"/>
                  </a:lnTo>
                  <a:lnTo>
                    <a:pt x="10117" y="12976"/>
                  </a:lnTo>
                  <a:lnTo>
                    <a:pt x="10503" y="13014"/>
                  </a:lnTo>
                  <a:lnTo>
                    <a:pt x="11005" y="13130"/>
                  </a:lnTo>
                  <a:lnTo>
                    <a:pt x="11507" y="13246"/>
                  </a:lnTo>
                  <a:lnTo>
                    <a:pt x="11700" y="13362"/>
                  </a:lnTo>
                  <a:lnTo>
                    <a:pt x="11893" y="13478"/>
                  </a:lnTo>
                  <a:lnTo>
                    <a:pt x="11507" y="13786"/>
                  </a:lnTo>
                  <a:lnTo>
                    <a:pt x="11083" y="14018"/>
                  </a:lnTo>
                  <a:lnTo>
                    <a:pt x="10658" y="14250"/>
                  </a:lnTo>
                  <a:lnTo>
                    <a:pt x="10233" y="14443"/>
                  </a:lnTo>
                  <a:lnTo>
                    <a:pt x="9770" y="14636"/>
                  </a:lnTo>
                  <a:lnTo>
                    <a:pt x="9306" y="14752"/>
                  </a:lnTo>
                  <a:lnTo>
                    <a:pt x="8843" y="14868"/>
                  </a:lnTo>
                  <a:lnTo>
                    <a:pt x="8341" y="14945"/>
                  </a:lnTo>
                  <a:lnTo>
                    <a:pt x="7877" y="14983"/>
                  </a:lnTo>
                  <a:lnTo>
                    <a:pt x="7375" y="14983"/>
                  </a:lnTo>
                  <a:lnTo>
                    <a:pt x="6912" y="14945"/>
                  </a:lnTo>
                  <a:lnTo>
                    <a:pt x="6410" y="14868"/>
                  </a:lnTo>
                  <a:lnTo>
                    <a:pt x="5947" y="14790"/>
                  </a:lnTo>
                  <a:lnTo>
                    <a:pt x="5483" y="14636"/>
                  </a:lnTo>
                  <a:lnTo>
                    <a:pt x="5020" y="14482"/>
                  </a:lnTo>
                  <a:lnTo>
                    <a:pt x="4595" y="14288"/>
                  </a:lnTo>
                  <a:lnTo>
                    <a:pt x="4711" y="14018"/>
                  </a:lnTo>
                  <a:lnTo>
                    <a:pt x="4750" y="13748"/>
                  </a:lnTo>
                  <a:lnTo>
                    <a:pt x="4711" y="13593"/>
                  </a:lnTo>
                  <a:lnTo>
                    <a:pt x="5561" y="13323"/>
                  </a:lnTo>
                  <a:lnTo>
                    <a:pt x="6410" y="13091"/>
                  </a:lnTo>
                  <a:lnTo>
                    <a:pt x="7298" y="12937"/>
                  </a:lnTo>
                  <a:lnTo>
                    <a:pt x="8186" y="12860"/>
                  </a:lnTo>
                  <a:close/>
                  <a:moveTo>
                    <a:pt x="7607" y="1"/>
                  </a:moveTo>
                  <a:lnTo>
                    <a:pt x="6989" y="40"/>
                  </a:lnTo>
                  <a:lnTo>
                    <a:pt x="6449" y="117"/>
                  </a:lnTo>
                  <a:lnTo>
                    <a:pt x="5870" y="233"/>
                  </a:lnTo>
                  <a:lnTo>
                    <a:pt x="5329" y="387"/>
                  </a:lnTo>
                  <a:lnTo>
                    <a:pt x="4788" y="580"/>
                  </a:lnTo>
                  <a:lnTo>
                    <a:pt x="4248" y="812"/>
                  </a:lnTo>
                  <a:lnTo>
                    <a:pt x="3784" y="1121"/>
                  </a:lnTo>
                  <a:lnTo>
                    <a:pt x="3282" y="1430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2008" y="2588"/>
                  </a:lnTo>
                  <a:lnTo>
                    <a:pt x="1622" y="3013"/>
                  </a:lnTo>
                  <a:lnTo>
                    <a:pt x="1274" y="3515"/>
                  </a:lnTo>
                  <a:lnTo>
                    <a:pt x="965" y="4017"/>
                  </a:lnTo>
                  <a:lnTo>
                    <a:pt x="695" y="4596"/>
                  </a:lnTo>
                  <a:lnTo>
                    <a:pt x="425" y="5253"/>
                  </a:lnTo>
                  <a:lnTo>
                    <a:pt x="232" y="5909"/>
                  </a:lnTo>
                  <a:lnTo>
                    <a:pt x="116" y="6565"/>
                  </a:lnTo>
                  <a:lnTo>
                    <a:pt x="39" y="7222"/>
                  </a:lnTo>
                  <a:lnTo>
                    <a:pt x="0" y="7917"/>
                  </a:lnTo>
                  <a:lnTo>
                    <a:pt x="39" y="8612"/>
                  </a:lnTo>
                  <a:lnTo>
                    <a:pt x="116" y="9269"/>
                  </a:lnTo>
                  <a:lnTo>
                    <a:pt x="270" y="9925"/>
                  </a:lnTo>
                  <a:lnTo>
                    <a:pt x="463" y="10581"/>
                  </a:lnTo>
                  <a:lnTo>
                    <a:pt x="695" y="11238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0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6" y="14134"/>
                  </a:lnTo>
                  <a:lnTo>
                    <a:pt x="3475" y="14327"/>
                  </a:lnTo>
                  <a:lnTo>
                    <a:pt x="3784" y="14520"/>
                  </a:lnTo>
                  <a:lnTo>
                    <a:pt x="4132" y="14597"/>
                  </a:lnTo>
                  <a:lnTo>
                    <a:pt x="4557" y="14829"/>
                  </a:lnTo>
                  <a:lnTo>
                    <a:pt x="4981" y="14983"/>
                  </a:lnTo>
                  <a:lnTo>
                    <a:pt x="5406" y="15138"/>
                  </a:lnTo>
                  <a:lnTo>
                    <a:pt x="5870" y="15292"/>
                  </a:lnTo>
                  <a:lnTo>
                    <a:pt x="6333" y="15370"/>
                  </a:lnTo>
                  <a:lnTo>
                    <a:pt x="6796" y="15447"/>
                  </a:lnTo>
                  <a:lnTo>
                    <a:pt x="7298" y="15485"/>
                  </a:lnTo>
                  <a:lnTo>
                    <a:pt x="7762" y="15485"/>
                  </a:lnTo>
                  <a:lnTo>
                    <a:pt x="8225" y="15447"/>
                  </a:lnTo>
                  <a:lnTo>
                    <a:pt x="8688" y="15408"/>
                  </a:lnTo>
                  <a:lnTo>
                    <a:pt x="9152" y="15331"/>
                  </a:lnTo>
                  <a:lnTo>
                    <a:pt x="9615" y="15215"/>
                  </a:lnTo>
                  <a:lnTo>
                    <a:pt x="10079" y="15061"/>
                  </a:lnTo>
                  <a:lnTo>
                    <a:pt x="10542" y="14868"/>
                  </a:lnTo>
                  <a:lnTo>
                    <a:pt x="10967" y="14675"/>
                  </a:lnTo>
                  <a:lnTo>
                    <a:pt x="11391" y="14443"/>
                  </a:lnTo>
                  <a:lnTo>
                    <a:pt x="11855" y="14134"/>
                  </a:lnTo>
                  <a:lnTo>
                    <a:pt x="12318" y="13786"/>
                  </a:lnTo>
                  <a:lnTo>
                    <a:pt x="12743" y="13400"/>
                  </a:lnTo>
                  <a:lnTo>
                    <a:pt x="13129" y="12976"/>
                  </a:lnTo>
                  <a:lnTo>
                    <a:pt x="13477" y="12551"/>
                  </a:lnTo>
                  <a:lnTo>
                    <a:pt x="13786" y="12049"/>
                  </a:lnTo>
                  <a:lnTo>
                    <a:pt x="14056" y="11585"/>
                  </a:lnTo>
                  <a:lnTo>
                    <a:pt x="14288" y="11045"/>
                  </a:lnTo>
                  <a:lnTo>
                    <a:pt x="14519" y="10543"/>
                  </a:lnTo>
                  <a:lnTo>
                    <a:pt x="14674" y="10002"/>
                  </a:lnTo>
                  <a:lnTo>
                    <a:pt x="14828" y="9423"/>
                  </a:lnTo>
                  <a:lnTo>
                    <a:pt x="14905" y="8882"/>
                  </a:lnTo>
                  <a:lnTo>
                    <a:pt x="14983" y="8303"/>
                  </a:lnTo>
                  <a:lnTo>
                    <a:pt x="15021" y="7724"/>
                  </a:lnTo>
                  <a:lnTo>
                    <a:pt x="14983" y="7145"/>
                  </a:lnTo>
                  <a:lnTo>
                    <a:pt x="14944" y="6604"/>
                  </a:lnTo>
                  <a:lnTo>
                    <a:pt x="14828" y="5986"/>
                  </a:lnTo>
                  <a:lnTo>
                    <a:pt x="14674" y="5407"/>
                  </a:lnTo>
                  <a:lnTo>
                    <a:pt x="14481" y="4828"/>
                  </a:lnTo>
                  <a:lnTo>
                    <a:pt x="14249" y="4287"/>
                  </a:lnTo>
                  <a:lnTo>
                    <a:pt x="13979" y="3747"/>
                  </a:lnTo>
                  <a:lnTo>
                    <a:pt x="13670" y="3245"/>
                  </a:lnTo>
                  <a:lnTo>
                    <a:pt x="13322" y="2743"/>
                  </a:lnTo>
                  <a:lnTo>
                    <a:pt x="12936" y="2318"/>
                  </a:lnTo>
                  <a:lnTo>
                    <a:pt x="12511" y="1893"/>
                  </a:lnTo>
                  <a:lnTo>
                    <a:pt x="12048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2" y="619"/>
                  </a:lnTo>
                  <a:lnTo>
                    <a:pt x="9963" y="387"/>
                  </a:lnTo>
                  <a:lnTo>
                    <a:pt x="9383" y="233"/>
                  </a:lnTo>
                  <a:lnTo>
                    <a:pt x="8766" y="117"/>
                  </a:lnTo>
                  <a:lnTo>
                    <a:pt x="8186" y="40"/>
                  </a:lnTo>
                  <a:lnTo>
                    <a:pt x="76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Google Shape;1463;p7"/>
            <p:cNvSpPr/>
            <p:nvPr/>
          </p:nvSpPr>
          <p:spPr>
            <a:xfrm>
              <a:off x="1177425" y="952325"/>
              <a:ext cx="625575" cy="344650"/>
            </a:xfrm>
            <a:custGeom>
              <a:avLst/>
              <a:gdLst/>
              <a:ahLst/>
              <a:cxnLst/>
              <a:rect l="l" t="t" r="r" b="b"/>
              <a:pathLst>
                <a:path w="25023" h="13786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41" y="2008"/>
                  </a:lnTo>
                  <a:lnTo>
                    <a:pt x="23787" y="2124"/>
                  </a:lnTo>
                  <a:lnTo>
                    <a:pt x="23633" y="2201"/>
                  </a:lnTo>
                  <a:lnTo>
                    <a:pt x="23478" y="2201"/>
                  </a:lnTo>
                  <a:lnTo>
                    <a:pt x="23324" y="2163"/>
                  </a:lnTo>
                  <a:lnTo>
                    <a:pt x="23208" y="2047"/>
                  </a:lnTo>
                  <a:lnTo>
                    <a:pt x="23092" y="1931"/>
                  </a:lnTo>
                  <a:lnTo>
                    <a:pt x="23015" y="1815"/>
                  </a:lnTo>
                  <a:lnTo>
                    <a:pt x="22976" y="1622"/>
                  </a:lnTo>
                  <a:lnTo>
                    <a:pt x="22976" y="1429"/>
                  </a:lnTo>
                  <a:lnTo>
                    <a:pt x="23053" y="1236"/>
                  </a:lnTo>
                  <a:lnTo>
                    <a:pt x="23169" y="1081"/>
                  </a:lnTo>
                  <a:lnTo>
                    <a:pt x="23285" y="966"/>
                  </a:lnTo>
                  <a:close/>
                  <a:moveTo>
                    <a:pt x="24096" y="2394"/>
                  </a:moveTo>
                  <a:lnTo>
                    <a:pt x="24212" y="2742"/>
                  </a:lnTo>
                  <a:lnTo>
                    <a:pt x="24328" y="3089"/>
                  </a:lnTo>
                  <a:lnTo>
                    <a:pt x="24366" y="3437"/>
                  </a:lnTo>
                  <a:lnTo>
                    <a:pt x="24443" y="3784"/>
                  </a:lnTo>
                  <a:lnTo>
                    <a:pt x="24173" y="3707"/>
                  </a:lnTo>
                  <a:lnTo>
                    <a:pt x="23941" y="3591"/>
                  </a:lnTo>
                  <a:lnTo>
                    <a:pt x="23864" y="3514"/>
                  </a:lnTo>
                  <a:lnTo>
                    <a:pt x="23787" y="3398"/>
                  </a:lnTo>
                  <a:lnTo>
                    <a:pt x="23748" y="3283"/>
                  </a:lnTo>
                  <a:lnTo>
                    <a:pt x="23710" y="3128"/>
                  </a:lnTo>
                  <a:lnTo>
                    <a:pt x="23710" y="2896"/>
                  </a:lnTo>
                  <a:lnTo>
                    <a:pt x="23787" y="2703"/>
                  </a:lnTo>
                  <a:lnTo>
                    <a:pt x="23941" y="2549"/>
                  </a:lnTo>
                  <a:lnTo>
                    <a:pt x="24096" y="2394"/>
                  </a:lnTo>
                  <a:close/>
                  <a:moveTo>
                    <a:pt x="16180" y="4943"/>
                  </a:moveTo>
                  <a:lnTo>
                    <a:pt x="16296" y="4982"/>
                  </a:lnTo>
                  <a:lnTo>
                    <a:pt x="16412" y="5059"/>
                  </a:lnTo>
                  <a:lnTo>
                    <a:pt x="16489" y="5136"/>
                  </a:lnTo>
                  <a:lnTo>
                    <a:pt x="16566" y="5252"/>
                  </a:lnTo>
                  <a:lnTo>
                    <a:pt x="16566" y="5406"/>
                  </a:lnTo>
                  <a:lnTo>
                    <a:pt x="16296" y="5406"/>
                  </a:lnTo>
                  <a:lnTo>
                    <a:pt x="15678" y="5479"/>
                  </a:lnTo>
                  <a:lnTo>
                    <a:pt x="15678" y="5479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94" y="5136"/>
                  </a:lnTo>
                  <a:lnTo>
                    <a:pt x="15871" y="5059"/>
                  </a:lnTo>
                  <a:lnTo>
                    <a:pt x="15948" y="5020"/>
                  </a:lnTo>
                  <a:lnTo>
                    <a:pt x="16064" y="4943"/>
                  </a:lnTo>
                  <a:close/>
                  <a:moveTo>
                    <a:pt x="24443" y="4209"/>
                  </a:moveTo>
                  <a:lnTo>
                    <a:pt x="24443" y="4673"/>
                  </a:lnTo>
                  <a:lnTo>
                    <a:pt x="24366" y="5097"/>
                  </a:lnTo>
                  <a:lnTo>
                    <a:pt x="24250" y="5484"/>
                  </a:lnTo>
                  <a:lnTo>
                    <a:pt x="24057" y="5406"/>
                  </a:lnTo>
                  <a:lnTo>
                    <a:pt x="23903" y="5252"/>
                  </a:lnTo>
                  <a:lnTo>
                    <a:pt x="23826" y="5059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11"/>
                  </a:lnTo>
                  <a:lnTo>
                    <a:pt x="23903" y="4595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09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04"/>
                  </a:lnTo>
                  <a:lnTo>
                    <a:pt x="17995" y="4982"/>
                  </a:lnTo>
                  <a:lnTo>
                    <a:pt x="18111" y="5175"/>
                  </a:lnTo>
                  <a:lnTo>
                    <a:pt x="18149" y="5406"/>
                  </a:lnTo>
                  <a:lnTo>
                    <a:pt x="18072" y="5599"/>
                  </a:lnTo>
                  <a:lnTo>
                    <a:pt x="17570" y="5484"/>
                  </a:lnTo>
                  <a:lnTo>
                    <a:pt x="17029" y="5406"/>
                  </a:lnTo>
                  <a:lnTo>
                    <a:pt x="17068" y="5290"/>
                  </a:lnTo>
                  <a:lnTo>
                    <a:pt x="17107" y="5136"/>
                  </a:lnTo>
                  <a:lnTo>
                    <a:pt x="17184" y="5020"/>
                  </a:lnTo>
                  <a:lnTo>
                    <a:pt x="17300" y="4943"/>
                  </a:lnTo>
                  <a:lnTo>
                    <a:pt x="17416" y="4866"/>
                  </a:lnTo>
                  <a:lnTo>
                    <a:pt x="17531" y="4827"/>
                  </a:lnTo>
                  <a:close/>
                  <a:moveTo>
                    <a:pt x="14597" y="5290"/>
                  </a:moveTo>
                  <a:lnTo>
                    <a:pt x="14713" y="5329"/>
                  </a:lnTo>
                  <a:lnTo>
                    <a:pt x="14828" y="5368"/>
                  </a:lnTo>
                  <a:lnTo>
                    <a:pt x="14944" y="5445"/>
                  </a:lnTo>
                  <a:lnTo>
                    <a:pt x="15021" y="5522"/>
                  </a:lnTo>
                  <a:lnTo>
                    <a:pt x="15060" y="5638"/>
                  </a:lnTo>
                  <a:lnTo>
                    <a:pt x="14558" y="5870"/>
                  </a:lnTo>
                  <a:lnTo>
                    <a:pt x="14056" y="6101"/>
                  </a:lnTo>
                  <a:lnTo>
                    <a:pt x="14017" y="6024"/>
                  </a:lnTo>
                  <a:lnTo>
                    <a:pt x="14056" y="5792"/>
                  </a:lnTo>
                  <a:lnTo>
                    <a:pt x="14133" y="5599"/>
                  </a:lnTo>
                  <a:lnTo>
                    <a:pt x="14249" y="5406"/>
                  </a:lnTo>
                  <a:lnTo>
                    <a:pt x="14365" y="5368"/>
                  </a:lnTo>
                  <a:lnTo>
                    <a:pt x="14481" y="5329"/>
                  </a:lnTo>
                  <a:lnTo>
                    <a:pt x="14597" y="5290"/>
                  </a:lnTo>
                  <a:close/>
                  <a:moveTo>
                    <a:pt x="19115" y="5484"/>
                  </a:moveTo>
                  <a:lnTo>
                    <a:pt x="19192" y="5522"/>
                  </a:lnTo>
                  <a:lnTo>
                    <a:pt x="19308" y="5638"/>
                  </a:lnTo>
                  <a:lnTo>
                    <a:pt x="19385" y="5792"/>
                  </a:lnTo>
                  <a:lnTo>
                    <a:pt x="19385" y="5986"/>
                  </a:lnTo>
                  <a:lnTo>
                    <a:pt x="19346" y="6140"/>
                  </a:lnTo>
                  <a:lnTo>
                    <a:pt x="18613" y="5792"/>
                  </a:lnTo>
                  <a:lnTo>
                    <a:pt x="18651" y="5715"/>
                  </a:lnTo>
                  <a:lnTo>
                    <a:pt x="18690" y="5638"/>
                  </a:lnTo>
                  <a:lnTo>
                    <a:pt x="18844" y="5522"/>
                  </a:lnTo>
                  <a:lnTo>
                    <a:pt x="18999" y="5484"/>
                  </a:lnTo>
                  <a:close/>
                  <a:moveTo>
                    <a:pt x="20350" y="6063"/>
                  </a:moveTo>
                  <a:lnTo>
                    <a:pt x="20466" y="6101"/>
                  </a:lnTo>
                  <a:lnTo>
                    <a:pt x="20543" y="6179"/>
                  </a:lnTo>
                  <a:lnTo>
                    <a:pt x="20698" y="6333"/>
                  </a:lnTo>
                  <a:lnTo>
                    <a:pt x="20775" y="6526"/>
                  </a:lnTo>
                  <a:lnTo>
                    <a:pt x="20852" y="6719"/>
                  </a:lnTo>
                  <a:lnTo>
                    <a:pt x="20891" y="6912"/>
                  </a:lnTo>
                  <a:lnTo>
                    <a:pt x="20891" y="6912"/>
                  </a:lnTo>
                  <a:lnTo>
                    <a:pt x="20466" y="6719"/>
                  </a:lnTo>
                  <a:lnTo>
                    <a:pt x="20080" y="6526"/>
                  </a:lnTo>
                  <a:lnTo>
                    <a:pt x="19810" y="6372"/>
                  </a:lnTo>
                  <a:lnTo>
                    <a:pt x="19848" y="6256"/>
                  </a:lnTo>
                  <a:lnTo>
                    <a:pt x="19887" y="6179"/>
                  </a:lnTo>
                  <a:lnTo>
                    <a:pt x="20003" y="6101"/>
                  </a:lnTo>
                  <a:lnTo>
                    <a:pt x="20080" y="6063"/>
                  </a:lnTo>
                  <a:close/>
                  <a:moveTo>
                    <a:pt x="23748" y="5870"/>
                  </a:moveTo>
                  <a:lnTo>
                    <a:pt x="23941" y="5947"/>
                  </a:lnTo>
                  <a:lnTo>
                    <a:pt x="24019" y="5986"/>
                  </a:lnTo>
                  <a:lnTo>
                    <a:pt x="24096" y="5986"/>
                  </a:lnTo>
                  <a:lnTo>
                    <a:pt x="23941" y="6294"/>
                  </a:lnTo>
                  <a:lnTo>
                    <a:pt x="23748" y="6526"/>
                  </a:lnTo>
                  <a:lnTo>
                    <a:pt x="23517" y="6758"/>
                  </a:lnTo>
                  <a:lnTo>
                    <a:pt x="23246" y="6951"/>
                  </a:lnTo>
                  <a:lnTo>
                    <a:pt x="23208" y="6912"/>
                  </a:lnTo>
                  <a:lnTo>
                    <a:pt x="23092" y="6719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3" y="6179"/>
                  </a:lnTo>
                  <a:lnTo>
                    <a:pt x="23131" y="6063"/>
                  </a:lnTo>
                  <a:lnTo>
                    <a:pt x="23208" y="5986"/>
                  </a:lnTo>
                  <a:lnTo>
                    <a:pt x="23285" y="5908"/>
                  </a:lnTo>
                  <a:lnTo>
                    <a:pt x="23517" y="5870"/>
                  </a:lnTo>
                  <a:close/>
                  <a:moveTo>
                    <a:pt x="13245" y="6101"/>
                  </a:moveTo>
                  <a:lnTo>
                    <a:pt x="13477" y="6140"/>
                  </a:lnTo>
                  <a:lnTo>
                    <a:pt x="13593" y="6217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067"/>
                  </a:lnTo>
                  <a:lnTo>
                    <a:pt x="12705" y="7028"/>
                  </a:lnTo>
                  <a:lnTo>
                    <a:pt x="12666" y="6912"/>
                  </a:lnTo>
                  <a:lnTo>
                    <a:pt x="12627" y="6796"/>
                  </a:lnTo>
                  <a:lnTo>
                    <a:pt x="12627" y="6642"/>
                  </a:lnTo>
                  <a:lnTo>
                    <a:pt x="12666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98" y="6179"/>
                  </a:lnTo>
                  <a:lnTo>
                    <a:pt x="13013" y="6140"/>
                  </a:lnTo>
                  <a:lnTo>
                    <a:pt x="13129" y="6101"/>
                  </a:lnTo>
                  <a:close/>
                  <a:moveTo>
                    <a:pt x="22165" y="6565"/>
                  </a:moveTo>
                  <a:lnTo>
                    <a:pt x="22281" y="6603"/>
                  </a:lnTo>
                  <a:lnTo>
                    <a:pt x="22474" y="6681"/>
                  </a:lnTo>
                  <a:lnTo>
                    <a:pt x="22629" y="6835"/>
                  </a:lnTo>
                  <a:lnTo>
                    <a:pt x="22783" y="7028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5"/>
                  </a:lnTo>
                  <a:lnTo>
                    <a:pt x="22937" y="7105"/>
                  </a:lnTo>
                  <a:lnTo>
                    <a:pt x="22551" y="7221"/>
                  </a:lnTo>
                  <a:lnTo>
                    <a:pt x="22165" y="7221"/>
                  </a:lnTo>
                  <a:lnTo>
                    <a:pt x="21779" y="7183"/>
                  </a:lnTo>
                  <a:lnTo>
                    <a:pt x="21393" y="7105"/>
                  </a:lnTo>
                  <a:lnTo>
                    <a:pt x="21509" y="6912"/>
                  </a:lnTo>
                  <a:lnTo>
                    <a:pt x="21625" y="6719"/>
                  </a:lnTo>
                  <a:lnTo>
                    <a:pt x="21818" y="6603"/>
                  </a:lnTo>
                  <a:lnTo>
                    <a:pt x="22049" y="6565"/>
                  </a:lnTo>
                  <a:close/>
                  <a:moveTo>
                    <a:pt x="12280" y="7376"/>
                  </a:moveTo>
                  <a:lnTo>
                    <a:pt x="12473" y="7414"/>
                  </a:lnTo>
                  <a:lnTo>
                    <a:pt x="12125" y="7955"/>
                  </a:lnTo>
                  <a:lnTo>
                    <a:pt x="11816" y="8534"/>
                  </a:lnTo>
                  <a:lnTo>
                    <a:pt x="11701" y="8341"/>
                  </a:lnTo>
                  <a:lnTo>
                    <a:pt x="11662" y="8071"/>
                  </a:lnTo>
                  <a:lnTo>
                    <a:pt x="11662" y="7955"/>
                  </a:lnTo>
                  <a:lnTo>
                    <a:pt x="11701" y="7800"/>
                  </a:lnTo>
                  <a:lnTo>
                    <a:pt x="11739" y="7685"/>
                  </a:lnTo>
                  <a:lnTo>
                    <a:pt x="11816" y="7607"/>
                  </a:lnTo>
                  <a:lnTo>
                    <a:pt x="11932" y="7492"/>
                  </a:lnTo>
                  <a:lnTo>
                    <a:pt x="12048" y="7453"/>
                  </a:lnTo>
                  <a:lnTo>
                    <a:pt x="12164" y="7414"/>
                  </a:lnTo>
                  <a:lnTo>
                    <a:pt x="12280" y="7376"/>
                  </a:lnTo>
                  <a:close/>
                  <a:moveTo>
                    <a:pt x="2240" y="9345"/>
                  </a:moveTo>
                  <a:lnTo>
                    <a:pt x="2394" y="9384"/>
                  </a:lnTo>
                  <a:lnTo>
                    <a:pt x="2472" y="9461"/>
                  </a:lnTo>
                  <a:lnTo>
                    <a:pt x="2549" y="9538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9963"/>
                  </a:lnTo>
                  <a:lnTo>
                    <a:pt x="2124" y="9886"/>
                  </a:lnTo>
                  <a:lnTo>
                    <a:pt x="1661" y="9847"/>
                  </a:lnTo>
                  <a:lnTo>
                    <a:pt x="1699" y="9731"/>
                  </a:lnTo>
                  <a:lnTo>
                    <a:pt x="1738" y="9615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lnTo>
                    <a:pt x="2124" y="9345"/>
                  </a:lnTo>
                  <a:close/>
                  <a:moveTo>
                    <a:pt x="11662" y="8997"/>
                  </a:moveTo>
                  <a:lnTo>
                    <a:pt x="11469" y="9499"/>
                  </a:lnTo>
                  <a:lnTo>
                    <a:pt x="11353" y="10001"/>
                  </a:lnTo>
                  <a:lnTo>
                    <a:pt x="11276" y="10272"/>
                  </a:lnTo>
                  <a:lnTo>
                    <a:pt x="11237" y="10233"/>
                  </a:lnTo>
                  <a:lnTo>
                    <a:pt x="11083" y="10040"/>
                  </a:lnTo>
                  <a:lnTo>
                    <a:pt x="10967" y="9808"/>
                  </a:lnTo>
                  <a:lnTo>
                    <a:pt x="10928" y="9693"/>
                  </a:lnTo>
                  <a:lnTo>
                    <a:pt x="10928" y="9538"/>
                  </a:lnTo>
                  <a:lnTo>
                    <a:pt x="10967" y="9422"/>
                  </a:lnTo>
                  <a:lnTo>
                    <a:pt x="11006" y="9306"/>
                  </a:lnTo>
                  <a:lnTo>
                    <a:pt x="11121" y="9152"/>
                  </a:lnTo>
                  <a:lnTo>
                    <a:pt x="11276" y="9036"/>
                  </a:lnTo>
                  <a:lnTo>
                    <a:pt x="11469" y="8997"/>
                  </a:lnTo>
                  <a:close/>
                  <a:moveTo>
                    <a:pt x="3785" y="9731"/>
                  </a:moveTo>
                  <a:lnTo>
                    <a:pt x="3900" y="9770"/>
                  </a:lnTo>
                  <a:lnTo>
                    <a:pt x="4016" y="9886"/>
                  </a:lnTo>
                  <a:lnTo>
                    <a:pt x="4093" y="10001"/>
                  </a:lnTo>
                  <a:lnTo>
                    <a:pt x="4171" y="10117"/>
                  </a:lnTo>
                  <a:lnTo>
                    <a:pt x="4171" y="10233"/>
                  </a:lnTo>
                  <a:lnTo>
                    <a:pt x="4171" y="10388"/>
                  </a:lnTo>
                  <a:lnTo>
                    <a:pt x="4132" y="10503"/>
                  </a:lnTo>
                  <a:lnTo>
                    <a:pt x="4055" y="10619"/>
                  </a:lnTo>
                  <a:lnTo>
                    <a:pt x="3900" y="10542"/>
                  </a:lnTo>
                  <a:lnTo>
                    <a:pt x="3514" y="10310"/>
                  </a:lnTo>
                  <a:lnTo>
                    <a:pt x="3089" y="10117"/>
                  </a:lnTo>
                  <a:lnTo>
                    <a:pt x="3167" y="10001"/>
                  </a:lnTo>
                  <a:lnTo>
                    <a:pt x="3244" y="9886"/>
                  </a:lnTo>
                  <a:lnTo>
                    <a:pt x="3360" y="9808"/>
                  </a:lnTo>
                  <a:lnTo>
                    <a:pt x="3514" y="9770"/>
                  </a:lnTo>
                  <a:lnTo>
                    <a:pt x="3630" y="9731"/>
                  </a:lnTo>
                  <a:close/>
                  <a:moveTo>
                    <a:pt x="4827" y="10619"/>
                  </a:moveTo>
                  <a:lnTo>
                    <a:pt x="4943" y="10658"/>
                  </a:lnTo>
                  <a:lnTo>
                    <a:pt x="5020" y="10697"/>
                  </a:lnTo>
                  <a:lnTo>
                    <a:pt x="5097" y="10774"/>
                  </a:lnTo>
                  <a:lnTo>
                    <a:pt x="5136" y="10851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97" y="11430"/>
                  </a:lnTo>
                  <a:lnTo>
                    <a:pt x="4402" y="10890"/>
                  </a:lnTo>
                  <a:lnTo>
                    <a:pt x="4441" y="10812"/>
                  </a:lnTo>
                  <a:lnTo>
                    <a:pt x="4518" y="10735"/>
                  </a:lnTo>
                  <a:lnTo>
                    <a:pt x="4673" y="10658"/>
                  </a:lnTo>
                  <a:lnTo>
                    <a:pt x="4827" y="10619"/>
                  </a:lnTo>
                  <a:close/>
                  <a:moveTo>
                    <a:pt x="11160" y="10619"/>
                  </a:moveTo>
                  <a:lnTo>
                    <a:pt x="10967" y="11199"/>
                  </a:lnTo>
                  <a:lnTo>
                    <a:pt x="10735" y="11739"/>
                  </a:lnTo>
                  <a:lnTo>
                    <a:pt x="10697" y="11662"/>
                  </a:lnTo>
                  <a:lnTo>
                    <a:pt x="10504" y="11507"/>
                  </a:lnTo>
                  <a:lnTo>
                    <a:pt x="10426" y="11314"/>
                  </a:lnTo>
                  <a:lnTo>
                    <a:pt x="10388" y="11121"/>
                  </a:lnTo>
                  <a:lnTo>
                    <a:pt x="10465" y="10928"/>
                  </a:lnTo>
                  <a:lnTo>
                    <a:pt x="10581" y="10774"/>
                  </a:lnTo>
                  <a:lnTo>
                    <a:pt x="10735" y="10658"/>
                  </a:lnTo>
                  <a:lnTo>
                    <a:pt x="10928" y="10619"/>
                  </a:lnTo>
                  <a:close/>
                  <a:moveTo>
                    <a:pt x="5754" y="11430"/>
                  </a:moveTo>
                  <a:lnTo>
                    <a:pt x="5986" y="11469"/>
                  </a:lnTo>
                  <a:lnTo>
                    <a:pt x="6063" y="11507"/>
                  </a:lnTo>
                  <a:lnTo>
                    <a:pt x="6179" y="11546"/>
                  </a:lnTo>
                  <a:lnTo>
                    <a:pt x="6256" y="11662"/>
                  </a:lnTo>
                  <a:lnTo>
                    <a:pt x="6333" y="11739"/>
                  </a:lnTo>
                  <a:lnTo>
                    <a:pt x="6410" y="11971"/>
                  </a:lnTo>
                  <a:lnTo>
                    <a:pt x="6410" y="12203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1"/>
                  </a:lnTo>
                  <a:lnTo>
                    <a:pt x="5484" y="11585"/>
                  </a:lnTo>
                  <a:lnTo>
                    <a:pt x="5561" y="11507"/>
                  </a:lnTo>
                  <a:lnTo>
                    <a:pt x="5638" y="11469"/>
                  </a:lnTo>
                  <a:lnTo>
                    <a:pt x="5754" y="11430"/>
                  </a:lnTo>
                  <a:close/>
                  <a:moveTo>
                    <a:pt x="10542" y="12009"/>
                  </a:moveTo>
                  <a:lnTo>
                    <a:pt x="10388" y="12280"/>
                  </a:lnTo>
                  <a:lnTo>
                    <a:pt x="10195" y="12511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27"/>
                  </a:lnTo>
                  <a:lnTo>
                    <a:pt x="9654" y="12473"/>
                  </a:lnTo>
                  <a:lnTo>
                    <a:pt x="9693" y="12318"/>
                  </a:lnTo>
                  <a:lnTo>
                    <a:pt x="9808" y="12203"/>
                  </a:lnTo>
                  <a:lnTo>
                    <a:pt x="9963" y="12125"/>
                  </a:lnTo>
                  <a:lnTo>
                    <a:pt x="10156" y="12087"/>
                  </a:lnTo>
                  <a:lnTo>
                    <a:pt x="10542" y="12009"/>
                  </a:lnTo>
                  <a:close/>
                  <a:moveTo>
                    <a:pt x="7376" y="12473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0"/>
                  </a:lnTo>
                  <a:lnTo>
                    <a:pt x="7878" y="13013"/>
                  </a:lnTo>
                  <a:lnTo>
                    <a:pt x="7878" y="13168"/>
                  </a:lnTo>
                  <a:lnTo>
                    <a:pt x="7337" y="12975"/>
                  </a:lnTo>
                  <a:lnTo>
                    <a:pt x="6835" y="12743"/>
                  </a:lnTo>
                  <a:lnTo>
                    <a:pt x="6990" y="12589"/>
                  </a:lnTo>
                  <a:lnTo>
                    <a:pt x="7183" y="12511"/>
                  </a:lnTo>
                  <a:lnTo>
                    <a:pt x="7376" y="12473"/>
                  </a:lnTo>
                  <a:close/>
                  <a:moveTo>
                    <a:pt x="8959" y="12627"/>
                  </a:moveTo>
                  <a:lnTo>
                    <a:pt x="9113" y="12743"/>
                  </a:lnTo>
                  <a:lnTo>
                    <a:pt x="9229" y="12936"/>
                  </a:lnTo>
                  <a:lnTo>
                    <a:pt x="9268" y="13091"/>
                  </a:lnTo>
                  <a:lnTo>
                    <a:pt x="9268" y="13207"/>
                  </a:lnTo>
                  <a:lnTo>
                    <a:pt x="9036" y="13245"/>
                  </a:lnTo>
                  <a:lnTo>
                    <a:pt x="8804" y="13284"/>
                  </a:lnTo>
                  <a:lnTo>
                    <a:pt x="8302" y="13284"/>
                  </a:lnTo>
                  <a:lnTo>
                    <a:pt x="8341" y="13207"/>
                  </a:lnTo>
                  <a:lnTo>
                    <a:pt x="8341" y="13013"/>
                  </a:lnTo>
                  <a:lnTo>
                    <a:pt x="8418" y="12820"/>
                  </a:lnTo>
                  <a:lnTo>
                    <a:pt x="8573" y="12666"/>
                  </a:lnTo>
                  <a:lnTo>
                    <a:pt x="8650" y="12627"/>
                  </a:lnTo>
                  <a:close/>
                  <a:moveTo>
                    <a:pt x="22899" y="0"/>
                  </a:moveTo>
                  <a:lnTo>
                    <a:pt x="22822" y="77"/>
                  </a:lnTo>
                  <a:lnTo>
                    <a:pt x="22783" y="116"/>
                  </a:lnTo>
                  <a:lnTo>
                    <a:pt x="22744" y="232"/>
                  </a:lnTo>
                  <a:lnTo>
                    <a:pt x="22744" y="309"/>
                  </a:lnTo>
                  <a:lnTo>
                    <a:pt x="22822" y="386"/>
                  </a:lnTo>
                  <a:lnTo>
                    <a:pt x="22860" y="425"/>
                  </a:lnTo>
                  <a:lnTo>
                    <a:pt x="23015" y="618"/>
                  </a:lnTo>
                  <a:lnTo>
                    <a:pt x="22899" y="773"/>
                  </a:lnTo>
                  <a:lnTo>
                    <a:pt x="22783" y="927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629" y="1506"/>
                  </a:lnTo>
                  <a:lnTo>
                    <a:pt x="22629" y="1699"/>
                  </a:lnTo>
                  <a:lnTo>
                    <a:pt x="22629" y="1854"/>
                  </a:lnTo>
                  <a:lnTo>
                    <a:pt x="22706" y="2047"/>
                  </a:lnTo>
                  <a:lnTo>
                    <a:pt x="22860" y="2240"/>
                  </a:lnTo>
                  <a:lnTo>
                    <a:pt x="23053" y="2394"/>
                  </a:lnTo>
                  <a:lnTo>
                    <a:pt x="23285" y="2472"/>
                  </a:lnTo>
                  <a:lnTo>
                    <a:pt x="23517" y="2510"/>
                  </a:lnTo>
                  <a:lnTo>
                    <a:pt x="23401" y="2703"/>
                  </a:lnTo>
                  <a:lnTo>
                    <a:pt x="23362" y="2896"/>
                  </a:lnTo>
                  <a:lnTo>
                    <a:pt x="23324" y="3089"/>
                  </a:lnTo>
                  <a:lnTo>
                    <a:pt x="23362" y="3244"/>
                  </a:lnTo>
                  <a:lnTo>
                    <a:pt x="23439" y="3476"/>
                  </a:lnTo>
                  <a:lnTo>
                    <a:pt x="23594" y="3707"/>
                  </a:lnTo>
                  <a:lnTo>
                    <a:pt x="23748" y="3862"/>
                  </a:lnTo>
                  <a:lnTo>
                    <a:pt x="23980" y="3978"/>
                  </a:lnTo>
                  <a:lnTo>
                    <a:pt x="23748" y="4209"/>
                  </a:lnTo>
                  <a:lnTo>
                    <a:pt x="23555" y="4441"/>
                  </a:lnTo>
                  <a:lnTo>
                    <a:pt x="23478" y="4750"/>
                  </a:lnTo>
                  <a:lnTo>
                    <a:pt x="23439" y="4866"/>
                  </a:lnTo>
                  <a:lnTo>
                    <a:pt x="23439" y="5020"/>
                  </a:lnTo>
                  <a:lnTo>
                    <a:pt x="23517" y="5252"/>
                  </a:lnTo>
                  <a:lnTo>
                    <a:pt x="23633" y="5484"/>
                  </a:lnTo>
                  <a:lnTo>
                    <a:pt x="23401" y="5484"/>
                  </a:lnTo>
                  <a:lnTo>
                    <a:pt x="23169" y="5561"/>
                  </a:lnTo>
                  <a:lnTo>
                    <a:pt x="22976" y="5677"/>
                  </a:lnTo>
                  <a:lnTo>
                    <a:pt x="22822" y="5870"/>
                  </a:lnTo>
                  <a:lnTo>
                    <a:pt x="22706" y="6101"/>
                  </a:lnTo>
                  <a:lnTo>
                    <a:pt x="22629" y="6333"/>
                  </a:lnTo>
                  <a:lnTo>
                    <a:pt x="22474" y="6256"/>
                  </a:lnTo>
                  <a:lnTo>
                    <a:pt x="22320" y="6217"/>
                  </a:lnTo>
                  <a:lnTo>
                    <a:pt x="22165" y="6179"/>
                  </a:lnTo>
                  <a:lnTo>
                    <a:pt x="21972" y="6217"/>
                  </a:lnTo>
                  <a:lnTo>
                    <a:pt x="21740" y="6256"/>
                  </a:lnTo>
                  <a:lnTo>
                    <a:pt x="21547" y="6372"/>
                  </a:lnTo>
                  <a:lnTo>
                    <a:pt x="21354" y="6565"/>
                  </a:lnTo>
                  <a:lnTo>
                    <a:pt x="21200" y="6758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5986"/>
                  </a:lnTo>
                  <a:lnTo>
                    <a:pt x="20736" y="5870"/>
                  </a:lnTo>
                  <a:lnTo>
                    <a:pt x="20582" y="5792"/>
                  </a:lnTo>
                  <a:lnTo>
                    <a:pt x="20428" y="5754"/>
                  </a:lnTo>
                  <a:lnTo>
                    <a:pt x="20080" y="5754"/>
                  </a:lnTo>
                  <a:lnTo>
                    <a:pt x="19887" y="5831"/>
                  </a:lnTo>
                  <a:lnTo>
                    <a:pt x="19771" y="5947"/>
                  </a:lnTo>
                  <a:lnTo>
                    <a:pt x="19732" y="5715"/>
                  </a:lnTo>
                  <a:lnTo>
                    <a:pt x="19617" y="5484"/>
                  </a:lnTo>
                  <a:lnTo>
                    <a:pt x="19462" y="5290"/>
                  </a:lnTo>
                  <a:lnTo>
                    <a:pt x="19385" y="5213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52"/>
                  </a:lnTo>
                  <a:lnTo>
                    <a:pt x="18497" y="5406"/>
                  </a:lnTo>
                  <a:lnTo>
                    <a:pt x="18458" y="5252"/>
                  </a:lnTo>
                  <a:lnTo>
                    <a:pt x="18458" y="5097"/>
                  </a:lnTo>
                  <a:lnTo>
                    <a:pt x="18381" y="4982"/>
                  </a:lnTo>
                  <a:lnTo>
                    <a:pt x="18304" y="4827"/>
                  </a:lnTo>
                  <a:lnTo>
                    <a:pt x="18188" y="4750"/>
                  </a:lnTo>
                  <a:lnTo>
                    <a:pt x="18072" y="4634"/>
                  </a:lnTo>
                  <a:lnTo>
                    <a:pt x="17956" y="4557"/>
                  </a:lnTo>
                  <a:lnTo>
                    <a:pt x="17802" y="4518"/>
                  </a:lnTo>
                  <a:lnTo>
                    <a:pt x="17531" y="4518"/>
                  </a:lnTo>
                  <a:lnTo>
                    <a:pt x="17377" y="4557"/>
                  </a:lnTo>
                  <a:lnTo>
                    <a:pt x="17261" y="4634"/>
                  </a:lnTo>
                  <a:lnTo>
                    <a:pt x="17145" y="4711"/>
                  </a:lnTo>
                  <a:lnTo>
                    <a:pt x="17029" y="4827"/>
                  </a:lnTo>
                  <a:lnTo>
                    <a:pt x="16875" y="5059"/>
                  </a:lnTo>
                  <a:lnTo>
                    <a:pt x="16759" y="4904"/>
                  </a:lnTo>
                  <a:lnTo>
                    <a:pt x="16605" y="4788"/>
                  </a:lnTo>
                  <a:lnTo>
                    <a:pt x="16450" y="4673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27"/>
                  </a:lnTo>
                  <a:lnTo>
                    <a:pt x="15523" y="4982"/>
                  </a:lnTo>
                  <a:lnTo>
                    <a:pt x="15446" y="5136"/>
                  </a:lnTo>
                  <a:lnTo>
                    <a:pt x="15408" y="5290"/>
                  </a:lnTo>
                  <a:lnTo>
                    <a:pt x="15408" y="5484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29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2"/>
                  </a:lnTo>
                  <a:lnTo>
                    <a:pt x="14635" y="4943"/>
                  </a:lnTo>
                  <a:lnTo>
                    <a:pt x="14442" y="4943"/>
                  </a:lnTo>
                  <a:lnTo>
                    <a:pt x="14288" y="5020"/>
                  </a:lnTo>
                  <a:lnTo>
                    <a:pt x="14172" y="5059"/>
                  </a:lnTo>
                  <a:lnTo>
                    <a:pt x="14056" y="5175"/>
                  </a:lnTo>
                  <a:lnTo>
                    <a:pt x="13940" y="5290"/>
                  </a:lnTo>
                  <a:lnTo>
                    <a:pt x="13824" y="5522"/>
                  </a:lnTo>
                  <a:lnTo>
                    <a:pt x="13786" y="5831"/>
                  </a:lnTo>
                  <a:lnTo>
                    <a:pt x="13593" y="5715"/>
                  </a:lnTo>
                  <a:lnTo>
                    <a:pt x="13361" y="5677"/>
                  </a:lnTo>
                  <a:lnTo>
                    <a:pt x="13168" y="5677"/>
                  </a:lnTo>
                  <a:lnTo>
                    <a:pt x="12936" y="5715"/>
                  </a:lnTo>
                  <a:lnTo>
                    <a:pt x="12743" y="5831"/>
                  </a:lnTo>
                  <a:lnTo>
                    <a:pt x="12627" y="5908"/>
                  </a:lnTo>
                  <a:lnTo>
                    <a:pt x="12511" y="6063"/>
                  </a:lnTo>
                  <a:lnTo>
                    <a:pt x="12434" y="6179"/>
                  </a:lnTo>
                  <a:lnTo>
                    <a:pt x="12357" y="6333"/>
                  </a:lnTo>
                  <a:lnTo>
                    <a:pt x="12357" y="6488"/>
                  </a:lnTo>
                  <a:lnTo>
                    <a:pt x="12357" y="6681"/>
                  </a:lnTo>
                  <a:lnTo>
                    <a:pt x="12357" y="6835"/>
                  </a:lnTo>
                  <a:lnTo>
                    <a:pt x="12434" y="6990"/>
                  </a:lnTo>
                  <a:lnTo>
                    <a:pt x="12164" y="6990"/>
                  </a:lnTo>
                  <a:lnTo>
                    <a:pt x="11894" y="7105"/>
                  </a:lnTo>
                  <a:lnTo>
                    <a:pt x="11662" y="7221"/>
                  </a:lnTo>
                  <a:lnTo>
                    <a:pt x="11507" y="7376"/>
                  </a:lnTo>
                  <a:lnTo>
                    <a:pt x="11430" y="7530"/>
                  </a:lnTo>
                  <a:lnTo>
                    <a:pt x="11353" y="7685"/>
                  </a:lnTo>
                  <a:lnTo>
                    <a:pt x="11314" y="7839"/>
                  </a:lnTo>
                  <a:lnTo>
                    <a:pt x="11314" y="7994"/>
                  </a:lnTo>
                  <a:lnTo>
                    <a:pt x="11314" y="8148"/>
                  </a:lnTo>
                  <a:lnTo>
                    <a:pt x="11353" y="8302"/>
                  </a:lnTo>
                  <a:lnTo>
                    <a:pt x="11392" y="8418"/>
                  </a:lnTo>
                  <a:lnTo>
                    <a:pt x="11507" y="8573"/>
                  </a:lnTo>
                  <a:lnTo>
                    <a:pt x="11237" y="8650"/>
                  </a:lnTo>
                  <a:lnTo>
                    <a:pt x="10967" y="8766"/>
                  </a:lnTo>
                  <a:lnTo>
                    <a:pt x="10774" y="8997"/>
                  </a:lnTo>
                  <a:lnTo>
                    <a:pt x="10658" y="9229"/>
                  </a:lnTo>
                  <a:lnTo>
                    <a:pt x="10581" y="9499"/>
                  </a:lnTo>
                  <a:lnTo>
                    <a:pt x="10619" y="9770"/>
                  </a:lnTo>
                  <a:lnTo>
                    <a:pt x="10697" y="10001"/>
                  </a:lnTo>
                  <a:lnTo>
                    <a:pt x="10851" y="10233"/>
                  </a:lnTo>
                  <a:lnTo>
                    <a:pt x="10619" y="10272"/>
                  </a:lnTo>
                  <a:lnTo>
                    <a:pt x="10426" y="10388"/>
                  </a:lnTo>
                  <a:lnTo>
                    <a:pt x="10272" y="10581"/>
                  </a:lnTo>
                  <a:lnTo>
                    <a:pt x="10117" y="10774"/>
                  </a:lnTo>
                  <a:lnTo>
                    <a:pt x="10079" y="10967"/>
                  </a:lnTo>
                  <a:lnTo>
                    <a:pt x="10040" y="11199"/>
                  </a:lnTo>
                  <a:lnTo>
                    <a:pt x="10079" y="11469"/>
                  </a:lnTo>
                  <a:lnTo>
                    <a:pt x="10195" y="11662"/>
                  </a:lnTo>
                  <a:lnTo>
                    <a:pt x="9924" y="11739"/>
                  </a:lnTo>
                  <a:lnTo>
                    <a:pt x="9693" y="11816"/>
                  </a:lnTo>
                  <a:lnTo>
                    <a:pt x="9500" y="11971"/>
                  </a:lnTo>
                  <a:lnTo>
                    <a:pt x="9422" y="12087"/>
                  </a:lnTo>
                  <a:lnTo>
                    <a:pt x="9384" y="12203"/>
                  </a:lnTo>
                  <a:lnTo>
                    <a:pt x="9345" y="12318"/>
                  </a:lnTo>
                  <a:lnTo>
                    <a:pt x="9306" y="12473"/>
                  </a:lnTo>
                  <a:lnTo>
                    <a:pt x="9191" y="12357"/>
                  </a:lnTo>
                  <a:lnTo>
                    <a:pt x="9036" y="12318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18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09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3" y="12241"/>
                  </a:lnTo>
                  <a:lnTo>
                    <a:pt x="7492" y="12164"/>
                  </a:lnTo>
                  <a:lnTo>
                    <a:pt x="7221" y="12164"/>
                  </a:lnTo>
                  <a:lnTo>
                    <a:pt x="6990" y="12241"/>
                  </a:lnTo>
                  <a:lnTo>
                    <a:pt x="6796" y="12396"/>
                  </a:lnTo>
                  <a:lnTo>
                    <a:pt x="6796" y="12048"/>
                  </a:lnTo>
                  <a:lnTo>
                    <a:pt x="6758" y="11855"/>
                  </a:lnTo>
                  <a:lnTo>
                    <a:pt x="6681" y="11701"/>
                  </a:lnTo>
                  <a:lnTo>
                    <a:pt x="6603" y="11546"/>
                  </a:lnTo>
                  <a:lnTo>
                    <a:pt x="6526" y="11392"/>
                  </a:lnTo>
                  <a:lnTo>
                    <a:pt x="6410" y="11276"/>
                  </a:lnTo>
                  <a:lnTo>
                    <a:pt x="6256" y="11199"/>
                  </a:lnTo>
                  <a:lnTo>
                    <a:pt x="6063" y="11160"/>
                  </a:lnTo>
                  <a:lnTo>
                    <a:pt x="5870" y="11121"/>
                  </a:lnTo>
                  <a:lnTo>
                    <a:pt x="5715" y="11160"/>
                  </a:lnTo>
                  <a:lnTo>
                    <a:pt x="5522" y="11199"/>
                  </a:lnTo>
                  <a:lnTo>
                    <a:pt x="5522" y="10928"/>
                  </a:lnTo>
                  <a:lnTo>
                    <a:pt x="5445" y="10697"/>
                  </a:lnTo>
                  <a:lnTo>
                    <a:pt x="5329" y="10503"/>
                  </a:lnTo>
                  <a:lnTo>
                    <a:pt x="5213" y="10426"/>
                  </a:lnTo>
                  <a:lnTo>
                    <a:pt x="5097" y="10349"/>
                  </a:lnTo>
                  <a:lnTo>
                    <a:pt x="4943" y="10310"/>
                  </a:lnTo>
                  <a:lnTo>
                    <a:pt x="4673" y="10310"/>
                  </a:lnTo>
                  <a:lnTo>
                    <a:pt x="4557" y="10349"/>
                  </a:lnTo>
                  <a:lnTo>
                    <a:pt x="4518" y="10156"/>
                  </a:lnTo>
                  <a:lnTo>
                    <a:pt x="4480" y="9924"/>
                  </a:lnTo>
                  <a:lnTo>
                    <a:pt x="4364" y="9731"/>
                  </a:lnTo>
                  <a:lnTo>
                    <a:pt x="4209" y="9577"/>
                  </a:lnTo>
                  <a:lnTo>
                    <a:pt x="4093" y="9461"/>
                  </a:lnTo>
                  <a:lnTo>
                    <a:pt x="3900" y="9422"/>
                  </a:lnTo>
                  <a:lnTo>
                    <a:pt x="3746" y="9384"/>
                  </a:lnTo>
                  <a:lnTo>
                    <a:pt x="3591" y="9422"/>
                  </a:lnTo>
                  <a:lnTo>
                    <a:pt x="3437" y="9461"/>
                  </a:lnTo>
                  <a:lnTo>
                    <a:pt x="3283" y="9538"/>
                  </a:lnTo>
                  <a:lnTo>
                    <a:pt x="3128" y="9615"/>
                  </a:lnTo>
                  <a:lnTo>
                    <a:pt x="3012" y="9731"/>
                  </a:lnTo>
                  <a:lnTo>
                    <a:pt x="2974" y="9615"/>
                  </a:lnTo>
                  <a:lnTo>
                    <a:pt x="2896" y="9422"/>
                  </a:lnTo>
                  <a:lnTo>
                    <a:pt x="2781" y="9268"/>
                  </a:lnTo>
                  <a:lnTo>
                    <a:pt x="2626" y="9113"/>
                  </a:lnTo>
                  <a:lnTo>
                    <a:pt x="2433" y="9036"/>
                  </a:lnTo>
                  <a:lnTo>
                    <a:pt x="2240" y="8997"/>
                  </a:lnTo>
                  <a:lnTo>
                    <a:pt x="2047" y="8997"/>
                  </a:lnTo>
                  <a:lnTo>
                    <a:pt x="1854" y="9075"/>
                  </a:lnTo>
                  <a:lnTo>
                    <a:pt x="1699" y="9191"/>
                  </a:lnTo>
                  <a:lnTo>
                    <a:pt x="1545" y="9345"/>
                  </a:lnTo>
                  <a:lnTo>
                    <a:pt x="1429" y="9499"/>
                  </a:lnTo>
                  <a:lnTo>
                    <a:pt x="1390" y="9693"/>
                  </a:lnTo>
                  <a:lnTo>
                    <a:pt x="1352" y="9886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272"/>
                  </a:lnTo>
                  <a:lnTo>
                    <a:pt x="386" y="10426"/>
                  </a:lnTo>
                  <a:lnTo>
                    <a:pt x="271" y="10542"/>
                  </a:lnTo>
                  <a:lnTo>
                    <a:pt x="116" y="10851"/>
                  </a:lnTo>
                  <a:lnTo>
                    <a:pt x="39" y="11199"/>
                  </a:lnTo>
                  <a:lnTo>
                    <a:pt x="0" y="11546"/>
                  </a:lnTo>
                  <a:lnTo>
                    <a:pt x="77" y="11894"/>
                  </a:lnTo>
                  <a:lnTo>
                    <a:pt x="193" y="12241"/>
                  </a:lnTo>
                  <a:lnTo>
                    <a:pt x="386" y="12511"/>
                  </a:lnTo>
                  <a:lnTo>
                    <a:pt x="618" y="12782"/>
                  </a:lnTo>
                  <a:lnTo>
                    <a:pt x="811" y="12898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124" y="13091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11"/>
                  </a:lnTo>
                  <a:lnTo>
                    <a:pt x="3360" y="12203"/>
                  </a:lnTo>
                  <a:lnTo>
                    <a:pt x="3591" y="12009"/>
                  </a:lnTo>
                  <a:lnTo>
                    <a:pt x="3553" y="11932"/>
                  </a:lnTo>
                  <a:lnTo>
                    <a:pt x="3514" y="11816"/>
                  </a:lnTo>
                  <a:lnTo>
                    <a:pt x="3437" y="11739"/>
                  </a:lnTo>
                  <a:lnTo>
                    <a:pt x="3283" y="11739"/>
                  </a:lnTo>
                  <a:lnTo>
                    <a:pt x="3244" y="11816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7" y="12434"/>
                  </a:lnTo>
                  <a:lnTo>
                    <a:pt x="2317" y="12550"/>
                  </a:lnTo>
                  <a:lnTo>
                    <a:pt x="2047" y="12666"/>
                  </a:lnTo>
                  <a:lnTo>
                    <a:pt x="1429" y="12666"/>
                  </a:lnTo>
                  <a:lnTo>
                    <a:pt x="1159" y="12550"/>
                  </a:lnTo>
                  <a:lnTo>
                    <a:pt x="966" y="12434"/>
                  </a:lnTo>
                  <a:lnTo>
                    <a:pt x="811" y="12318"/>
                  </a:lnTo>
                  <a:lnTo>
                    <a:pt x="695" y="12203"/>
                  </a:lnTo>
                  <a:lnTo>
                    <a:pt x="618" y="12048"/>
                  </a:lnTo>
                  <a:lnTo>
                    <a:pt x="541" y="11855"/>
                  </a:lnTo>
                  <a:lnTo>
                    <a:pt x="502" y="11701"/>
                  </a:lnTo>
                  <a:lnTo>
                    <a:pt x="502" y="11546"/>
                  </a:lnTo>
                  <a:lnTo>
                    <a:pt x="502" y="11353"/>
                  </a:lnTo>
                  <a:lnTo>
                    <a:pt x="541" y="11199"/>
                  </a:lnTo>
                  <a:lnTo>
                    <a:pt x="579" y="11044"/>
                  </a:lnTo>
                  <a:lnTo>
                    <a:pt x="657" y="10890"/>
                  </a:lnTo>
                  <a:lnTo>
                    <a:pt x="773" y="10735"/>
                  </a:lnTo>
                  <a:lnTo>
                    <a:pt x="927" y="10619"/>
                  </a:lnTo>
                  <a:lnTo>
                    <a:pt x="1043" y="10503"/>
                  </a:lnTo>
                  <a:lnTo>
                    <a:pt x="1236" y="10426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317" y="10349"/>
                  </a:lnTo>
                  <a:lnTo>
                    <a:pt x="2587" y="10426"/>
                  </a:lnTo>
                  <a:lnTo>
                    <a:pt x="2858" y="10503"/>
                  </a:lnTo>
                  <a:lnTo>
                    <a:pt x="3128" y="10619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6"/>
                  </a:lnTo>
                  <a:lnTo>
                    <a:pt x="5908" y="12666"/>
                  </a:lnTo>
                  <a:lnTo>
                    <a:pt x="6294" y="12936"/>
                  </a:lnTo>
                  <a:lnTo>
                    <a:pt x="6681" y="13207"/>
                  </a:lnTo>
                  <a:lnTo>
                    <a:pt x="7105" y="13400"/>
                  </a:lnTo>
                  <a:lnTo>
                    <a:pt x="7530" y="13593"/>
                  </a:lnTo>
                  <a:lnTo>
                    <a:pt x="7994" y="13708"/>
                  </a:lnTo>
                  <a:lnTo>
                    <a:pt x="8457" y="13786"/>
                  </a:lnTo>
                  <a:lnTo>
                    <a:pt x="8920" y="13747"/>
                  </a:lnTo>
                  <a:lnTo>
                    <a:pt x="9345" y="13670"/>
                  </a:lnTo>
                  <a:lnTo>
                    <a:pt x="9731" y="13515"/>
                  </a:lnTo>
                  <a:lnTo>
                    <a:pt x="10079" y="13322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34"/>
                  </a:lnTo>
                  <a:lnTo>
                    <a:pt x="11121" y="12087"/>
                  </a:lnTo>
                  <a:lnTo>
                    <a:pt x="11314" y="11739"/>
                  </a:lnTo>
                  <a:lnTo>
                    <a:pt x="11507" y="11199"/>
                  </a:lnTo>
                  <a:lnTo>
                    <a:pt x="11662" y="10658"/>
                  </a:lnTo>
                  <a:lnTo>
                    <a:pt x="11971" y="9615"/>
                  </a:lnTo>
                  <a:lnTo>
                    <a:pt x="12164" y="9075"/>
                  </a:lnTo>
                  <a:lnTo>
                    <a:pt x="12357" y="8573"/>
                  </a:lnTo>
                  <a:lnTo>
                    <a:pt x="12627" y="8109"/>
                  </a:lnTo>
                  <a:lnTo>
                    <a:pt x="12936" y="7646"/>
                  </a:lnTo>
                  <a:lnTo>
                    <a:pt x="13284" y="7298"/>
                  </a:lnTo>
                  <a:lnTo>
                    <a:pt x="13631" y="6951"/>
                  </a:lnTo>
                  <a:lnTo>
                    <a:pt x="14017" y="6681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1"/>
                  </a:lnTo>
                  <a:lnTo>
                    <a:pt x="15832" y="5986"/>
                  </a:lnTo>
                  <a:lnTo>
                    <a:pt x="16296" y="5908"/>
                  </a:lnTo>
                  <a:lnTo>
                    <a:pt x="16914" y="5908"/>
                  </a:lnTo>
                  <a:lnTo>
                    <a:pt x="17454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565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30" y="7492"/>
                  </a:lnTo>
                  <a:lnTo>
                    <a:pt x="21316" y="7607"/>
                  </a:lnTo>
                  <a:lnTo>
                    <a:pt x="21740" y="7685"/>
                  </a:lnTo>
                  <a:lnTo>
                    <a:pt x="22165" y="7723"/>
                  </a:lnTo>
                  <a:lnTo>
                    <a:pt x="22590" y="7723"/>
                  </a:lnTo>
                  <a:lnTo>
                    <a:pt x="22976" y="7646"/>
                  </a:lnTo>
                  <a:lnTo>
                    <a:pt x="23362" y="7492"/>
                  </a:lnTo>
                  <a:lnTo>
                    <a:pt x="23748" y="7260"/>
                  </a:lnTo>
                  <a:lnTo>
                    <a:pt x="24057" y="6990"/>
                  </a:lnTo>
                  <a:lnTo>
                    <a:pt x="24366" y="6642"/>
                  </a:lnTo>
                  <a:lnTo>
                    <a:pt x="24598" y="6294"/>
                  </a:lnTo>
                  <a:lnTo>
                    <a:pt x="24752" y="5870"/>
                  </a:lnTo>
                  <a:lnTo>
                    <a:pt x="24907" y="5484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171"/>
                  </a:lnTo>
                  <a:lnTo>
                    <a:pt x="24984" y="3707"/>
                  </a:lnTo>
                  <a:lnTo>
                    <a:pt x="24907" y="3283"/>
                  </a:lnTo>
                  <a:lnTo>
                    <a:pt x="24791" y="2819"/>
                  </a:lnTo>
                  <a:lnTo>
                    <a:pt x="24637" y="2394"/>
                  </a:lnTo>
                  <a:lnTo>
                    <a:pt x="24482" y="1970"/>
                  </a:lnTo>
                  <a:lnTo>
                    <a:pt x="24250" y="1545"/>
                  </a:lnTo>
                  <a:lnTo>
                    <a:pt x="24057" y="1159"/>
                  </a:lnTo>
                  <a:lnTo>
                    <a:pt x="23826" y="811"/>
                  </a:lnTo>
                  <a:lnTo>
                    <a:pt x="23941" y="348"/>
                  </a:lnTo>
                  <a:lnTo>
                    <a:pt x="23594" y="193"/>
                  </a:lnTo>
                  <a:lnTo>
                    <a:pt x="23208" y="77"/>
                  </a:lnTo>
                  <a:lnTo>
                    <a:pt x="23169" y="39"/>
                  </a:lnTo>
                  <a:lnTo>
                    <a:pt x="2309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Google Shape;1464;p7"/>
            <p:cNvSpPr/>
            <p:nvPr/>
          </p:nvSpPr>
          <p:spPr>
            <a:xfrm>
              <a:off x="3792600" y="960050"/>
              <a:ext cx="625600" cy="344650"/>
            </a:xfrm>
            <a:custGeom>
              <a:avLst/>
              <a:gdLst/>
              <a:ahLst/>
              <a:cxnLst/>
              <a:rect l="l" t="t" r="r" b="b"/>
              <a:pathLst>
                <a:path w="25024" h="13786" extrusionOk="0">
                  <a:moveTo>
                    <a:pt x="23286" y="966"/>
                  </a:moveTo>
                  <a:lnTo>
                    <a:pt x="23633" y="1468"/>
                  </a:lnTo>
                  <a:lnTo>
                    <a:pt x="23942" y="2008"/>
                  </a:lnTo>
                  <a:lnTo>
                    <a:pt x="23788" y="2163"/>
                  </a:lnTo>
                  <a:lnTo>
                    <a:pt x="23633" y="2201"/>
                  </a:lnTo>
                  <a:lnTo>
                    <a:pt x="23479" y="2201"/>
                  </a:lnTo>
                  <a:lnTo>
                    <a:pt x="23324" y="2163"/>
                  </a:lnTo>
                  <a:lnTo>
                    <a:pt x="23208" y="2085"/>
                  </a:lnTo>
                  <a:lnTo>
                    <a:pt x="23093" y="1970"/>
                  </a:lnTo>
                  <a:lnTo>
                    <a:pt x="23015" y="1815"/>
                  </a:lnTo>
                  <a:lnTo>
                    <a:pt x="22977" y="1661"/>
                  </a:lnTo>
                  <a:lnTo>
                    <a:pt x="22977" y="1429"/>
                  </a:lnTo>
                  <a:lnTo>
                    <a:pt x="23054" y="1274"/>
                  </a:lnTo>
                  <a:lnTo>
                    <a:pt x="23170" y="1120"/>
                  </a:lnTo>
                  <a:lnTo>
                    <a:pt x="23286" y="966"/>
                  </a:lnTo>
                  <a:close/>
                  <a:moveTo>
                    <a:pt x="24097" y="2433"/>
                  </a:moveTo>
                  <a:lnTo>
                    <a:pt x="24212" y="2780"/>
                  </a:lnTo>
                  <a:lnTo>
                    <a:pt x="24328" y="3089"/>
                  </a:lnTo>
                  <a:lnTo>
                    <a:pt x="24367" y="3437"/>
                  </a:lnTo>
                  <a:lnTo>
                    <a:pt x="24444" y="3823"/>
                  </a:lnTo>
                  <a:lnTo>
                    <a:pt x="24174" y="3746"/>
                  </a:lnTo>
                  <a:lnTo>
                    <a:pt x="23942" y="3591"/>
                  </a:lnTo>
                  <a:lnTo>
                    <a:pt x="23865" y="3514"/>
                  </a:lnTo>
                  <a:lnTo>
                    <a:pt x="23788" y="3398"/>
                  </a:lnTo>
                  <a:lnTo>
                    <a:pt x="23749" y="3282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8" y="2742"/>
                  </a:lnTo>
                  <a:lnTo>
                    <a:pt x="23942" y="2587"/>
                  </a:lnTo>
                  <a:lnTo>
                    <a:pt x="24097" y="2433"/>
                  </a:lnTo>
                  <a:close/>
                  <a:moveTo>
                    <a:pt x="16296" y="4981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7" y="5290"/>
                  </a:lnTo>
                  <a:lnTo>
                    <a:pt x="16567" y="5406"/>
                  </a:lnTo>
                  <a:lnTo>
                    <a:pt x="16296" y="5445"/>
                  </a:lnTo>
                  <a:lnTo>
                    <a:pt x="15640" y="5522"/>
                  </a:lnTo>
                  <a:lnTo>
                    <a:pt x="15640" y="5483"/>
                  </a:lnTo>
                  <a:lnTo>
                    <a:pt x="15679" y="5368"/>
                  </a:lnTo>
                  <a:lnTo>
                    <a:pt x="15717" y="5252"/>
                  </a:lnTo>
                  <a:lnTo>
                    <a:pt x="15756" y="5175"/>
                  </a:lnTo>
                  <a:lnTo>
                    <a:pt x="15833" y="5097"/>
                  </a:lnTo>
                  <a:lnTo>
                    <a:pt x="15949" y="5020"/>
                  </a:lnTo>
                  <a:lnTo>
                    <a:pt x="16065" y="4981"/>
                  </a:lnTo>
                  <a:close/>
                  <a:moveTo>
                    <a:pt x="24444" y="4248"/>
                  </a:moveTo>
                  <a:lnTo>
                    <a:pt x="24444" y="4673"/>
                  </a:lnTo>
                  <a:lnTo>
                    <a:pt x="24367" y="5097"/>
                  </a:lnTo>
                  <a:lnTo>
                    <a:pt x="24251" y="5522"/>
                  </a:lnTo>
                  <a:lnTo>
                    <a:pt x="24058" y="5445"/>
                  </a:lnTo>
                  <a:lnTo>
                    <a:pt x="23904" y="5290"/>
                  </a:lnTo>
                  <a:lnTo>
                    <a:pt x="23826" y="5097"/>
                  </a:lnTo>
                  <a:lnTo>
                    <a:pt x="23788" y="4981"/>
                  </a:lnTo>
                  <a:lnTo>
                    <a:pt x="23788" y="4866"/>
                  </a:lnTo>
                  <a:lnTo>
                    <a:pt x="23826" y="4750"/>
                  </a:lnTo>
                  <a:lnTo>
                    <a:pt x="23865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6"/>
                  </a:lnTo>
                  <a:lnTo>
                    <a:pt x="18073" y="5638"/>
                  </a:lnTo>
                  <a:lnTo>
                    <a:pt x="17571" y="5522"/>
                  </a:lnTo>
                  <a:lnTo>
                    <a:pt x="17030" y="5445"/>
                  </a:lnTo>
                  <a:lnTo>
                    <a:pt x="17069" y="5290"/>
                  </a:lnTo>
                  <a:lnTo>
                    <a:pt x="17107" y="5175"/>
                  </a:lnTo>
                  <a:lnTo>
                    <a:pt x="17185" y="5059"/>
                  </a:lnTo>
                  <a:lnTo>
                    <a:pt x="17300" y="4943"/>
                  </a:lnTo>
                  <a:lnTo>
                    <a:pt x="17416" y="4904"/>
                  </a:lnTo>
                  <a:lnTo>
                    <a:pt x="17532" y="4866"/>
                  </a:lnTo>
                  <a:lnTo>
                    <a:pt x="17648" y="4827"/>
                  </a:lnTo>
                  <a:close/>
                  <a:moveTo>
                    <a:pt x="14713" y="5329"/>
                  </a:moveTo>
                  <a:lnTo>
                    <a:pt x="14829" y="5368"/>
                  </a:lnTo>
                  <a:lnTo>
                    <a:pt x="14906" y="5445"/>
                  </a:lnTo>
                  <a:lnTo>
                    <a:pt x="15022" y="5561"/>
                  </a:lnTo>
                  <a:lnTo>
                    <a:pt x="15061" y="5677"/>
                  </a:lnTo>
                  <a:lnTo>
                    <a:pt x="14559" y="5870"/>
                  </a:lnTo>
                  <a:lnTo>
                    <a:pt x="14057" y="6101"/>
                  </a:lnTo>
                  <a:lnTo>
                    <a:pt x="14018" y="6063"/>
                  </a:lnTo>
                  <a:lnTo>
                    <a:pt x="14057" y="5831"/>
                  </a:lnTo>
                  <a:lnTo>
                    <a:pt x="14134" y="5599"/>
                  </a:lnTo>
                  <a:lnTo>
                    <a:pt x="14250" y="5445"/>
                  </a:lnTo>
                  <a:lnTo>
                    <a:pt x="14366" y="5368"/>
                  </a:lnTo>
                  <a:lnTo>
                    <a:pt x="14443" y="5329"/>
                  </a:lnTo>
                  <a:close/>
                  <a:moveTo>
                    <a:pt x="18999" y="5483"/>
                  </a:moveTo>
                  <a:lnTo>
                    <a:pt x="19115" y="5522"/>
                  </a:lnTo>
                  <a:lnTo>
                    <a:pt x="19193" y="5561"/>
                  </a:lnTo>
                  <a:lnTo>
                    <a:pt x="19308" y="5677"/>
                  </a:lnTo>
                  <a:lnTo>
                    <a:pt x="19386" y="5831"/>
                  </a:lnTo>
                  <a:lnTo>
                    <a:pt x="19386" y="5985"/>
                  </a:lnTo>
                  <a:lnTo>
                    <a:pt x="19347" y="6179"/>
                  </a:lnTo>
                  <a:lnTo>
                    <a:pt x="18613" y="5831"/>
                  </a:lnTo>
                  <a:lnTo>
                    <a:pt x="18652" y="5754"/>
                  </a:lnTo>
                  <a:lnTo>
                    <a:pt x="18691" y="5677"/>
                  </a:lnTo>
                  <a:lnTo>
                    <a:pt x="18845" y="5522"/>
                  </a:lnTo>
                  <a:lnTo>
                    <a:pt x="18999" y="5483"/>
                  </a:lnTo>
                  <a:close/>
                  <a:moveTo>
                    <a:pt x="20197" y="6063"/>
                  </a:moveTo>
                  <a:lnTo>
                    <a:pt x="20351" y="6101"/>
                  </a:lnTo>
                  <a:lnTo>
                    <a:pt x="20467" y="6140"/>
                  </a:lnTo>
                  <a:lnTo>
                    <a:pt x="20544" y="6179"/>
                  </a:lnTo>
                  <a:lnTo>
                    <a:pt x="20699" y="6333"/>
                  </a:lnTo>
                  <a:lnTo>
                    <a:pt x="20776" y="6526"/>
                  </a:lnTo>
                  <a:lnTo>
                    <a:pt x="20814" y="6719"/>
                  </a:lnTo>
                  <a:lnTo>
                    <a:pt x="20892" y="6951"/>
                  </a:lnTo>
                  <a:lnTo>
                    <a:pt x="20467" y="6758"/>
                  </a:lnTo>
                  <a:lnTo>
                    <a:pt x="20081" y="6565"/>
                  </a:lnTo>
                  <a:lnTo>
                    <a:pt x="19810" y="6410"/>
                  </a:lnTo>
                  <a:lnTo>
                    <a:pt x="19849" y="6294"/>
                  </a:lnTo>
                  <a:lnTo>
                    <a:pt x="19888" y="6179"/>
                  </a:lnTo>
                  <a:lnTo>
                    <a:pt x="20003" y="6140"/>
                  </a:lnTo>
                  <a:lnTo>
                    <a:pt x="20081" y="6101"/>
                  </a:lnTo>
                  <a:lnTo>
                    <a:pt x="20197" y="6063"/>
                  </a:lnTo>
                  <a:close/>
                  <a:moveTo>
                    <a:pt x="23517" y="5870"/>
                  </a:moveTo>
                  <a:lnTo>
                    <a:pt x="23710" y="5908"/>
                  </a:lnTo>
                  <a:lnTo>
                    <a:pt x="23942" y="5985"/>
                  </a:lnTo>
                  <a:lnTo>
                    <a:pt x="24019" y="6024"/>
                  </a:lnTo>
                  <a:lnTo>
                    <a:pt x="24097" y="6024"/>
                  </a:lnTo>
                  <a:lnTo>
                    <a:pt x="23942" y="6294"/>
                  </a:lnTo>
                  <a:lnTo>
                    <a:pt x="23749" y="6565"/>
                  </a:lnTo>
                  <a:lnTo>
                    <a:pt x="23517" y="6796"/>
                  </a:lnTo>
                  <a:lnTo>
                    <a:pt x="23247" y="6989"/>
                  </a:lnTo>
                  <a:lnTo>
                    <a:pt x="23208" y="6951"/>
                  </a:lnTo>
                  <a:lnTo>
                    <a:pt x="23093" y="6758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4" y="6179"/>
                  </a:lnTo>
                  <a:lnTo>
                    <a:pt x="23131" y="6101"/>
                  </a:lnTo>
                  <a:lnTo>
                    <a:pt x="23208" y="6024"/>
                  </a:lnTo>
                  <a:lnTo>
                    <a:pt x="23286" y="5947"/>
                  </a:lnTo>
                  <a:lnTo>
                    <a:pt x="23517" y="5870"/>
                  </a:lnTo>
                  <a:close/>
                  <a:moveTo>
                    <a:pt x="13246" y="6101"/>
                  </a:moveTo>
                  <a:lnTo>
                    <a:pt x="13478" y="6179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9" y="6719"/>
                  </a:lnTo>
                  <a:lnTo>
                    <a:pt x="12782" y="7105"/>
                  </a:lnTo>
                  <a:lnTo>
                    <a:pt x="12705" y="7067"/>
                  </a:lnTo>
                  <a:lnTo>
                    <a:pt x="12667" y="6951"/>
                  </a:lnTo>
                  <a:lnTo>
                    <a:pt x="12628" y="6796"/>
                  </a:lnTo>
                  <a:lnTo>
                    <a:pt x="12628" y="6681"/>
                  </a:lnTo>
                  <a:lnTo>
                    <a:pt x="12667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60" y="6217"/>
                  </a:lnTo>
                  <a:lnTo>
                    <a:pt x="13014" y="6140"/>
                  </a:lnTo>
                  <a:lnTo>
                    <a:pt x="13130" y="6101"/>
                  </a:lnTo>
                  <a:close/>
                  <a:moveTo>
                    <a:pt x="22166" y="6565"/>
                  </a:moveTo>
                  <a:lnTo>
                    <a:pt x="22282" y="6603"/>
                  </a:lnTo>
                  <a:lnTo>
                    <a:pt x="22475" y="6719"/>
                  </a:lnTo>
                  <a:lnTo>
                    <a:pt x="22629" y="6874"/>
                  </a:lnTo>
                  <a:lnTo>
                    <a:pt x="22784" y="7028"/>
                  </a:lnTo>
                  <a:lnTo>
                    <a:pt x="22861" y="7067"/>
                  </a:lnTo>
                  <a:lnTo>
                    <a:pt x="22938" y="7067"/>
                  </a:lnTo>
                  <a:lnTo>
                    <a:pt x="22977" y="7105"/>
                  </a:lnTo>
                  <a:lnTo>
                    <a:pt x="22938" y="7144"/>
                  </a:lnTo>
                  <a:lnTo>
                    <a:pt x="22552" y="7221"/>
                  </a:lnTo>
                  <a:lnTo>
                    <a:pt x="22166" y="7260"/>
                  </a:lnTo>
                  <a:lnTo>
                    <a:pt x="21780" y="7221"/>
                  </a:lnTo>
                  <a:lnTo>
                    <a:pt x="21394" y="7105"/>
                  </a:lnTo>
                  <a:lnTo>
                    <a:pt x="21471" y="6912"/>
                  </a:lnTo>
                  <a:lnTo>
                    <a:pt x="21625" y="6758"/>
                  </a:lnTo>
                  <a:lnTo>
                    <a:pt x="21818" y="6603"/>
                  </a:lnTo>
                  <a:lnTo>
                    <a:pt x="22050" y="6565"/>
                  </a:lnTo>
                  <a:close/>
                  <a:moveTo>
                    <a:pt x="12280" y="7414"/>
                  </a:moveTo>
                  <a:lnTo>
                    <a:pt x="12474" y="7453"/>
                  </a:lnTo>
                  <a:lnTo>
                    <a:pt x="12126" y="7993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63" y="8109"/>
                  </a:lnTo>
                  <a:lnTo>
                    <a:pt x="11663" y="7955"/>
                  </a:lnTo>
                  <a:lnTo>
                    <a:pt x="11663" y="7839"/>
                  </a:lnTo>
                  <a:lnTo>
                    <a:pt x="11740" y="7723"/>
                  </a:lnTo>
                  <a:lnTo>
                    <a:pt x="11817" y="7607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65" y="7414"/>
                  </a:lnTo>
                  <a:close/>
                  <a:moveTo>
                    <a:pt x="2241" y="9384"/>
                  </a:moveTo>
                  <a:lnTo>
                    <a:pt x="2356" y="9422"/>
                  </a:lnTo>
                  <a:lnTo>
                    <a:pt x="2472" y="9499"/>
                  </a:lnTo>
                  <a:lnTo>
                    <a:pt x="2550" y="9577"/>
                  </a:lnTo>
                  <a:lnTo>
                    <a:pt x="2627" y="9770"/>
                  </a:lnTo>
                  <a:lnTo>
                    <a:pt x="2627" y="9886"/>
                  </a:lnTo>
                  <a:lnTo>
                    <a:pt x="2627" y="10001"/>
                  </a:lnTo>
                  <a:lnTo>
                    <a:pt x="2125" y="9886"/>
                  </a:lnTo>
                  <a:lnTo>
                    <a:pt x="1661" y="9886"/>
                  </a:lnTo>
                  <a:lnTo>
                    <a:pt x="1700" y="9770"/>
                  </a:lnTo>
                  <a:lnTo>
                    <a:pt x="1739" y="9654"/>
                  </a:lnTo>
                  <a:lnTo>
                    <a:pt x="1816" y="9538"/>
                  </a:lnTo>
                  <a:lnTo>
                    <a:pt x="1893" y="9461"/>
                  </a:lnTo>
                  <a:lnTo>
                    <a:pt x="2009" y="9384"/>
                  </a:lnTo>
                  <a:close/>
                  <a:moveTo>
                    <a:pt x="11663" y="8997"/>
                  </a:moveTo>
                  <a:lnTo>
                    <a:pt x="11470" y="9499"/>
                  </a:lnTo>
                  <a:lnTo>
                    <a:pt x="11354" y="10040"/>
                  </a:lnTo>
                  <a:lnTo>
                    <a:pt x="11276" y="10272"/>
                  </a:lnTo>
                  <a:lnTo>
                    <a:pt x="11238" y="10272"/>
                  </a:lnTo>
                  <a:lnTo>
                    <a:pt x="11083" y="10079"/>
                  </a:lnTo>
                  <a:lnTo>
                    <a:pt x="10968" y="9847"/>
                  </a:lnTo>
                  <a:lnTo>
                    <a:pt x="10929" y="9692"/>
                  </a:lnTo>
                  <a:lnTo>
                    <a:pt x="10929" y="9577"/>
                  </a:lnTo>
                  <a:lnTo>
                    <a:pt x="10968" y="9461"/>
                  </a:lnTo>
                  <a:lnTo>
                    <a:pt x="11006" y="9345"/>
                  </a:lnTo>
                  <a:lnTo>
                    <a:pt x="11122" y="9152"/>
                  </a:lnTo>
                  <a:lnTo>
                    <a:pt x="11276" y="9075"/>
                  </a:lnTo>
                  <a:lnTo>
                    <a:pt x="11470" y="8997"/>
                  </a:lnTo>
                  <a:close/>
                  <a:moveTo>
                    <a:pt x="3785" y="9770"/>
                  </a:moveTo>
                  <a:lnTo>
                    <a:pt x="3901" y="9808"/>
                  </a:lnTo>
                  <a:lnTo>
                    <a:pt x="4017" y="9886"/>
                  </a:lnTo>
                  <a:lnTo>
                    <a:pt x="4094" y="10001"/>
                  </a:lnTo>
                  <a:lnTo>
                    <a:pt x="4133" y="10117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4" y="10542"/>
                  </a:lnTo>
                  <a:lnTo>
                    <a:pt x="4017" y="10658"/>
                  </a:lnTo>
                  <a:lnTo>
                    <a:pt x="3862" y="10542"/>
                  </a:lnTo>
                  <a:lnTo>
                    <a:pt x="3515" y="10349"/>
                  </a:lnTo>
                  <a:lnTo>
                    <a:pt x="3090" y="10156"/>
                  </a:lnTo>
                  <a:lnTo>
                    <a:pt x="3129" y="10040"/>
                  </a:lnTo>
                  <a:lnTo>
                    <a:pt x="3245" y="9924"/>
                  </a:lnTo>
                  <a:lnTo>
                    <a:pt x="3360" y="9847"/>
                  </a:lnTo>
                  <a:lnTo>
                    <a:pt x="3515" y="9770"/>
                  </a:lnTo>
                  <a:close/>
                  <a:moveTo>
                    <a:pt x="4944" y="10658"/>
                  </a:moveTo>
                  <a:lnTo>
                    <a:pt x="5021" y="10735"/>
                  </a:lnTo>
                  <a:lnTo>
                    <a:pt x="5098" y="10774"/>
                  </a:lnTo>
                  <a:lnTo>
                    <a:pt x="5137" y="10890"/>
                  </a:lnTo>
                  <a:lnTo>
                    <a:pt x="5175" y="11044"/>
                  </a:lnTo>
                  <a:lnTo>
                    <a:pt x="5137" y="11237"/>
                  </a:lnTo>
                  <a:lnTo>
                    <a:pt x="5098" y="11430"/>
                  </a:lnTo>
                  <a:lnTo>
                    <a:pt x="4403" y="10928"/>
                  </a:lnTo>
                  <a:lnTo>
                    <a:pt x="4442" y="10812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1" y="10619"/>
                  </a:moveTo>
                  <a:lnTo>
                    <a:pt x="10968" y="11198"/>
                  </a:lnTo>
                  <a:lnTo>
                    <a:pt x="10736" y="11739"/>
                  </a:lnTo>
                  <a:lnTo>
                    <a:pt x="10659" y="11700"/>
                  </a:lnTo>
                  <a:lnTo>
                    <a:pt x="10504" y="11546"/>
                  </a:lnTo>
                  <a:lnTo>
                    <a:pt x="10427" y="11353"/>
                  </a:lnTo>
                  <a:lnTo>
                    <a:pt x="10388" y="11160"/>
                  </a:lnTo>
                  <a:lnTo>
                    <a:pt x="10466" y="10967"/>
                  </a:lnTo>
                  <a:lnTo>
                    <a:pt x="10581" y="10812"/>
                  </a:lnTo>
                  <a:lnTo>
                    <a:pt x="10736" y="10696"/>
                  </a:lnTo>
                  <a:lnTo>
                    <a:pt x="10929" y="10619"/>
                  </a:lnTo>
                  <a:close/>
                  <a:moveTo>
                    <a:pt x="5986" y="11469"/>
                  </a:moveTo>
                  <a:lnTo>
                    <a:pt x="6063" y="11507"/>
                  </a:lnTo>
                  <a:lnTo>
                    <a:pt x="6179" y="11585"/>
                  </a:lnTo>
                  <a:lnTo>
                    <a:pt x="6257" y="11662"/>
                  </a:lnTo>
                  <a:lnTo>
                    <a:pt x="6334" y="11778"/>
                  </a:lnTo>
                  <a:lnTo>
                    <a:pt x="6372" y="12009"/>
                  </a:lnTo>
                  <a:lnTo>
                    <a:pt x="6411" y="12241"/>
                  </a:lnTo>
                  <a:lnTo>
                    <a:pt x="6372" y="12473"/>
                  </a:lnTo>
                  <a:lnTo>
                    <a:pt x="5909" y="12087"/>
                  </a:lnTo>
                  <a:lnTo>
                    <a:pt x="5407" y="11700"/>
                  </a:lnTo>
                  <a:lnTo>
                    <a:pt x="5446" y="11623"/>
                  </a:lnTo>
                  <a:lnTo>
                    <a:pt x="5561" y="11546"/>
                  </a:lnTo>
                  <a:lnTo>
                    <a:pt x="5639" y="11507"/>
                  </a:lnTo>
                  <a:lnTo>
                    <a:pt x="5755" y="11469"/>
                  </a:lnTo>
                  <a:close/>
                  <a:moveTo>
                    <a:pt x="10543" y="12048"/>
                  </a:moveTo>
                  <a:lnTo>
                    <a:pt x="10388" y="12318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1" y="12936"/>
                  </a:lnTo>
                  <a:lnTo>
                    <a:pt x="9771" y="12859"/>
                  </a:lnTo>
                  <a:lnTo>
                    <a:pt x="9655" y="12666"/>
                  </a:lnTo>
                  <a:lnTo>
                    <a:pt x="9655" y="12473"/>
                  </a:lnTo>
                  <a:lnTo>
                    <a:pt x="9693" y="12357"/>
                  </a:lnTo>
                  <a:lnTo>
                    <a:pt x="9809" y="12241"/>
                  </a:lnTo>
                  <a:lnTo>
                    <a:pt x="9964" y="12164"/>
                  </a:lnTo>
                  <a:lnTo>
                    <a:pt x="10157" y="12087"/>
                  </a:lnTo>
                  <a:lnTo>
                    <a:pt x="10543" y="12048"/>
                  </a:lnTo>
                  <a:close/>
                  <a:moveTo>
                    <a:pt x="7376" y="12511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40" y="12820"/>
                  </a:lnTo>
                  <a:lnTo>
                    <a:pt x="7878" y="13013"/>
                  </a:lnTo>
                  <a:lnTo>
                    <a:pt x="7878" y="13206"/>
                  </a:lnTo>
                  <a:lnTo>
                    <a:pt x="7840" y="13206"/>
                  </a:lnTo>
                  <a:lnTo>
                    <a:pt x="7338" y="13013"/>
                  </a:lnTo>
                  <a:lnTo>
                    <a:pt x="6836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1"/>
                  </a:lnTo>
                  <a:close/>
                  <a:moveTo>
                    <a:pt x="8844" y="12627"/>
                  </a:moveTo>
                  <a:lnTo>
                    <a:pt x="8960" y="12666"/>
                  </a:lnTo>
                  <a:lnTo>
                    <a:pt x="9114" y="12782"/>
                  </a:lnTo>
                  <a:lnTo>
                    <a:pt x="9191" y="12936"/>
                  </a:lnTo>
                  <a:lnTo>
                    <a:pt x="9230" y="13129"/>
                  </a:lnTo>
                  <a:lnTo>
                    <a:pt x="9269" y="13206"/>
                  </a:lnTo>
                  <a:lnTo>
                    <a:pt x="9037" y="13284"/>
                  </a:lnTo>
                  <a:lnTo>
                    <a:pt x="8805" y="13322"/>
                  </a:lnTo>
                  <a:lnTo>
                    <a:pt x="8573" y="13322"/>
                  </a:lnTo>
                  <a:lnTo>
                    <a:pt x="8303" y="13284"/>
                  </a:lnTo>
                  <a:lnTo>
                    <a:pt x="8303" y="13206"/>
                  </a:lnTo>
                  <a:lnTo>
                    <a:pt x="8342" y="13013"/>
                  </a:lnTo>
                  <a:lnTo>
                    <a:pt x="8419" y="12820"/>
                  </a:lnTo>
                  <a:lnTo>
                    <a:pt x="8573" y="12704"/>
                  </a:lnTo>
                  <a:lnTo>
                    <a:pt x="8651" y="12666"/>
                  </a:lnTo>
                  <a:lnTo>
                    <a:pt x="8767" y="12627"/>
                  </a:lnTo>
                  <a:close/>
                  <a:moveTo>
                    <a:pt x="22977" y="0"/>
                  </a:moveTo>
                  <a:lnTo>
                    <a:pt x="22900" y="39"/>
                  </a:lnTo>
                  <a:lnTo>
                    <a:pt x="22822" y="77"/>
                  </a:lnTo>
                  <a:lnTo>
                    <a:pt x="22784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822" y="425"/>
                  </a:lnTo>
                  <a:lnTo>
                    <a:pt x="22861" y="464"/>
                  </a:lnTo>
                  <a:lnTo>
                    <a:pt x="23015" y="657"/>
                  </a:lnTo>
                  <a:lnTo>
                    <a:pt x="22900" y="772"/>
                  </a:lnTo>
                  <a:lnTo>
                    <a:pt x="22784" y="966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1" y="1506"/>
                  </a:lnTo>
                  <a:lnTo>
                    <a:pt x="22591" y="1699"/>
                  </a:lnTo>
                  <a:lnTo>
                    <a:pt x="22629" y="1892"/>
                  </a:lnTo>
                  <a:lnTo>
                    <a:pt x="22706" y="2047"/>
                  </a:lnTo>
                  <a:lnTo>
                    <a:pt x="22861" y="2278"/>
                  </a:lnTo>
                  <a:lnTo>
                    <a:pt x="23054" y="2394"/>
                  </a:lnTo>
                  <a:lnTo>
                    <a:pt x="23247" y="2510"/>
                  </a:lnTo>
                  <a:lnTo>
                    <a:pt x="23479" y="2510"/>
                  </a:lnTo>
                  <a:lnTo>
                    <a:pt x="23402" y="2703"/>
                  </a:lnTo>
                  <a:lnTo>
                    <a:pt x="23363" y="2896"/>
                  </a:lnTo>
                  <a:lnTo>
                    <a:pt x="23324" y="3089"/>
                  </a:lnTo>
                  <a:lnTo>
                    <a:pt x="23363" y="3282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900"/>
                  </a:lnTo>
                  <a:lnTo>
                    <a:pt x="23981" y="4016"/>
                  </a:lnTo>
                  <a:lnTo>
                    <a:pt x="23749" y="4209"/>
                  </a:lnTo>
                  <a:lnTo>
                    <a:pt x="23556" y="4479"/>
                  </a:lnTo>
                  <a:lnTo>
                    <a:pt x="23479" y="4750"/>
                  </a:lnTo>
                  <a:lnTo>
                    <a:pt x="23440" y="4904"/>
                  </a:lnTo>
                  <a:lnTo>
                    <a:pt x="23440" y="5020"/>
                  </a:lnTo>
                  <a:lnTo>
                    <a:pt x="23517" y="5290"/>
                  </a:lnTo>
                  <a:lnTo>
                    <a:pt x="23633" y="5483"/>
                  </a:lnTo>
                  <a:lnTo>
                    <a:pt x="23402" y="5522"/>
                  </a:lnTo>
                  <a:lnTo>
                    <a:pt x="23170" y="5561"/>
                  </a:lnTo>
                  <a:lnTo>
                    <a:pt x="22977" y="5715"/>
                  </a:lnTo>
                  <a:lnTo>
                    <a:pt x="22784" y="5870"/>
                  </a:lnTo>
                  <a:lnTo>
                    <a:pt x="22706" y="6101"/>
                  </a:lnTo>
                  <a:lnTo>
                    <a:pt x="22629" y="6372"/>
                  </a:lnTo>
                  <a:lnTo>
                    <a:pt x="22475" y="6294"/>
                  </a:lnTo>
                  <a:lnTo>
                    <a:pt x="22320" y="6256"/>
                  </a:lnTo>
                  <a:lnTo>
                    <a:pt x="22166" y="6217"/>
                  </a:lnTo>
                  <a:lnTo>
                    <a:pt x="21973" y="6217"/>
                  </a:lnTo>
                  <a:lnTo>
                    <a:pt x="21741" y="6294"/>
                  </a:lnTo>
                  <a:lnTo>
                    <a:pt x="21509" y="6410"/>
                  </a:lnTo>
                  <a:lnTo>
                    <a:pt x="21355" y="6565"/>
                  </a:lnTo>
                  <a:lnTo>
                    <a:pt x="21201" y="6796"/>
                  </a:lnTo>
                  <a:lnTo>
                    <a:pt x="21123" y="6449"/>
                  </a:lnTo>
                  <a:lnTo>
                    <a:pt x="20969" y="6140"/>
                  </a:lnTo>
                  <a:lnTo>
                    <a:pt x="20853" y="6024"/>
                  </a:lnTo>
                  <a:lnTo>
                    <a:pt x="20737" y="5908"/>
                  </a:lnTo>
                  <a:lnTo>
                    <a:pt x="20583" y="5831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81" y="5792"/>
                  </a:lnTo>
                  <a:lnTo>
                    <a:pt x="19888" y="5870"/>
                  </a:lnTo>
                  <a:lnTo>
                    <a:pt x="19772" y="5947"/>
                  </a:lnTo>
                  <a:lnTo>
                    <a:pt x="19733" y="5715"/>
                  </a:lnTo>
                  <a:lnTo>
                    <a:pt x="19617" y="5483"/>
                  </a:lnTo>
                  <a:lnTo>
                    <a:pt x="19463" y="5329"/>
                  </a:lnTo>
                  <a:lnTo>
                    <a:pt x="19386" y="5252"/>
                  </a:lnTo>
                  <a:lnTo>
                    <a:pt x="19270" y="5175"/>
                  </a:lnTo>
                  <a:lnTo>
                    <a:pt x="19038" y="5136"/>
                  </a:lnTo>
                  <a:lnTo>
                    <a:pt x="18845" y="5175"/>
                  </a:lnTo>
                  <a:lnTo>
                    <a:pt x="18652" y="5290"/>
                  </a:lnTo>
                  <a:lnTo>
                    <a:pt x="18497" y="5406"/>
                  </a:lnTo>
                  <a:lnTo>
                    <a:pt x="18459" y="5252"/>
                  </a:lnTo>
                  <a:lnTo>
                    <a:pt x="18420" y="5136"/>
                  </a:lnTo>
                  <a:lnTo>
                    <a:pt x="18382" y="4981"/>
                  </a:lnTo>
                  <a:lnTo>
                    <a:pt x="18304" y="4866"/>
                  </a:lnTo>
                  <a:lnTo>
                    <a:pt x="18189" y="4750"/>
                  </a:lnTo>
                  <a:lnTo>
                    <a:pt x="18073" y="4673"/>
                  </a:lnTo>
                  <a:lnTo>
                    <a:pt x="17957" y="4595"/>
                  </a:lnTo>
                  <a:lnTo>
                    <a:pt x="17802" y="4557"/>
                  </a:lnTo>
                  <a:lnTo>
                    <a:pt x="17648" y="4518"/>
                  </a:lnTo>
                  <a:lnTo>
                    <a:pt x="17493" y="4557"/>
                  </a:lnTo>
                  <a:lnTo>
                    <a:pt x="17378" y="4595"/>
                  </a:lnTo>
                  <a:lnTo>
                    <a:pt x="17262" y="4634"/>
                  </a:lnTo>
                  <a:lnTo>
                    <a:pt x="17146" y="4750"/>
                  </a:lnTo>
                  <a:lnTo>
                    <a:pt x="17030" y="4827"/>
                  </a:lnTo>
                  <a:lnTo>
                    <a:pt x="16876" y="5097"/>
                  </a:lnTo>
                  <a:lnTo>
                    <a:pt x="16760" y="4943"/>
                  </a:lnTo>
                  <a:lnTo>
                    <a:pt x="16605" y="4788"/>
                  </a:lnTo>
                  <a:lnTo>
                    <a:pt x="16451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9" y="4673"/>
                  </a:lnTo>
                  <a:lnTo>
                    <a:pt x="15794" y="4750"/>
                  </a:lnTo>
                  <a:lnTo>
                    <a:pt x="15640" y="4866"/>
                  </a:lnTo>
                  <a:lnTo>
                    <a:pt x="15524" y="4981"/>
                  </a:lnTo>
                  <a:lnTo>
                    <a:pt x="15447" y="5136"/>
                  </a:lnTo>
                  <a:lnTo>
                    <a:pt x="15408" y="5329"/>
                  </a:lnTo>
                  <a:lnTo>
                    <a:pt x="15408" y="5483"/>
                  </a:lnTo>
                  <a:lnTo>
                    <a:pt x="15447" y="5561"/>
                  </a:lnTo>
                  <a:lnTo>
                    <a:pt x="15408" y="5561"/>
                  </a:lnTo>
                  <a:lnTo>
                    <a:pt x="15331" y="5368"/>
                  </a:lnTo>
                  <a:lnTo>
                    <a:pt x="15177" y="5175"/>
                  </a:lnTo>
                  <a:lnTo>
                    <a:pt x="15022" y="5059"/>
                  </a:lnTo>
                  <a:lnTo>
                    <a:pt x="14829" y="4981"/>
                  </a:lnTo>
                  <a:lnTo>
                    <a:pt x="14636" y="4943"/>
                  </a:lnTo>
                  <a:lnTo>
                    <a:pt x="14443" y="4981"/>
                  </a:lnTo>
                  <a:lnTo>
                    <a:pt x="14288" y="5020"/>
                  </a:lnTo>
                  <a:lnTo>
                    <a:pt x="14134" y="5097"/>
                  </a:lnTo>
                  <a:lnTo>
                    <a:pt x="14057" y="5175"/>
                  </a:lnTo>
                  <a:lnTo>
                    <a:pt x="13941" y="5290"/>
                  </a:lnTo>
                  <a:lnTo>
                    <a:pt x="13825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2" y="5715"/>
                  </a:lnTo>
                  <a:lnTo>
                    <a:pt x="13169" y="5715"/>
                  </a:lnTo>
                  <a:lnTo>
                    <a:pt x="12937" y="5754"/>
                  </a:lnTo>
                  <a:lnTo>
                    <a:pt x="12744" y="5831"/>
                  </a:lnTo>
                  <a:lnTo>
                    <a:pt x="12589" y="5947"/>
                  </a:lnTo>
                  <a:lnTo>
                    <a:pt x="12512" y="6063"/>
                  </a:lnTo>
                  <a:lnTo>
                    <a:pt x="12435" y="6217"/>
                  </a:lnTo>
                  <a:lnTo>
                    <a:pt x="12358" y="6372"/>
                  </a:lnTo>
                  <a:lnTo>
                    <a:pt x="12358" y="6526"/>
                  </a:lnTo>
                  <a:lnTo>
                    <a:pt x="12358" y="6681"/>
                  </a:lnTo>
                  <a:lnTo>
                    <a:pt x="12358" y="6835"/>
                  </a:lnTo>
                  <a:lnTo>
                    <a:pt x="12435" y="6989"/>
                  </a:lnTo>
                  <a:lnTo>
                    <a:pt x="12165" y="7028"/>
                  </a:lnTo>
                  <a:lnTo>
                    <a:pt x="11894" y="7105"/>
                  </a:lnTo>
                  <a:lnTo>
                    <a:pt x="11663" y="7221"/>
                  </a:lnTo>
                  <a:lnTo>
                    <a:pt x="11508" y="7414"/>
                  </a:lnTo>
                  <a:lnTo>
                    <a:pt x="11392" y="7530"/>
                  </a:lnTo>
                  <a:lnTo>
                    <a:pt x="11354" y="7685"/>
                  </a:lnTo>
                  <a:lnTo>
                    <a:pt x="11315" y="7839"/>
                  </a:lnTo>
                  <a:lnTo>
                    <a:pt x="11276" y="7993"/>
                  </a:lnTo>
                  <a:lnTo>
                    <a:pt x="11315" y="8148"/>
                  </a:lnTo>
                  <a:lnTo>
                    <a:pt x="11354" y="8302"/>
                  </a:lnTo>
                  <a:lnTo>
                    <a:pt x="11392" y="8457"/>
                  </a:lnTo>
                  <a:lnTo>
                    <a:pt x="11470" y="8611"/>
                  </a:lnTo>
                  <a:lnTo>
                    <a:pt x="11199" y="8650"/>
                  </a:lnTo>
                  <a:lnTo>
                    <a:pt x="10968" y="8804"/>
                  </a:lnTo>
                  <a:lnTo>
                    <a:pt x="10774" y="8997"/>
                  </a:lnTo>
                  <a:lnTo>
                    <a:pt x="10659" y="9229"/>
                  </a:lnTo>
                  <a:lnTo>
                    <a:pt x="10581" y="9499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2" y="10233"/>
                  </a:lnTo>
                  <a:lnTo>
                    <a:pt x="10620" y="10310"/>
                  </a:lnTo>
                  <a:lnTo>
                    <a:pt x="10427" y="10426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79" y="11005"/>
                  </a:lnTo>
                  <a:lnTo>
                    <a:pt x="10041" y="11237"/>
                  </a:lnTo>
                  <a:lnTo>
                    <a:pt x="10079" y="11469"/>
                  </a:lnTo>
                  <a:lnTo>
                    <a:pt x="10195" y="11700"/>
                  </a:lnTo>
                  <a:lnTo>
                    <a:pt x="9925" y="11739"/>
                  </a:lnTo>
                  <a:lnTo>
                    <a:pt x="9693" y="11855"/>
                  </a:lnTo>
                  <a:lnTo>
                    <a:pt x="9500" y="12009"/>
                  </a:lnTo>
                  <a:lnTo>
                    <a:pt x="9423" y="12087"/>
                  </a:lnTo>
                  <a:lnTo>
                    <a:pt x="9384" y="12202"/>
                  </a:lnTo>
                  <a:lnTo>
                    <a:pt x="9346" y="12318"/>
                  </a:lnTo>
                  <a:lnTo>
                    <a:pt x="9307" y="12473"/>
                  </a:lnTo>
                  <a:lnTo>
                    <a:pt x="9191" y="12396"/>
                  </a:lnTo>
                  <a:lnTo>
                    <a:pt x="9037" y="12318"/>
                  </a:lnTo>
                  <a:lnTo>
                    <a:pt x="8882" y="12280"/>
                  </a:lnTo>
                  <a:lnTo>
                    <a:pt x="8728" y="12280"/>
                  </a:lnTo>
                  <a:lnTo>
                    <a:pt x="8535" y="12357"/>
                  </a:lnTo>
                  <a:lnTo>
                    <a:pt x="8380" y="12434"/>
                  </a:lnTo>
                  <a:lnTo>
                    <a:pt x="8265" y="12550"/>
                  </a:lnTo>
                  <a:lnTo>
                    <a:pt x="8187" y="12704"/>
                  </a:lnTo>
                  <a:lnTo>
                    <a:pt x="8110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4" y="12241"/>
                  </a:lnTo>
                  <a:lnTo>
                    <a:pt x="7492" y="12164"/>
                  </a:lnTo>
                  <a:lnTo>
                    <a:pt x="7222" y="12202"/>
                  </a:lnTo>
                  <a:lnTo>
                    <a:pt x="6990" y="12280"/>
                  </a:lnTo>
                  <a:lnTo>
                    <a:pt x="6797" y="12434"/>
                  </a:lnTo>
                  <a:lnTo>
                    <a:pt x="6797" y="12048"/>
                  </a:lnTo>
                  <a:lnTo>
                    <a:pt x="6759" y="11894"/>
                  </a:lnTo>
                  <a:lnTo>
                    <a:pt x="6681" y="11700"/>
                  </a:lnTo>
                  <a:lnTo>
                    <a:pt x="6604" y="11546"/>
                  </a:lnTo>
                  <a:lnTo>
                    <a:pt x="6527" y="11430"/>
                  </a:lnTo>
                  <a:lnTo>
                    <a:pt x="6372" y="11314"/>
                  </a:lnTo>
                  <a:lnTo>
                    <a:pt x="6218" y="11198"/>
                  </a:lnTo>
                  <a:lnTo>
                    <a:pt x="6063" y="11160"/>
                  </a:lnTo>
                  <a:lnTo>
                    <a:pt x="5716" y="11160"/>
                  </a:lnTo>
                  <a:lnTo>
                    <a:pt x="5523" y="11237"/>
                  </a:lnTo>
                  <a:lnTo>
                    <a:pt x="5523" y="10967"/>
                  </a:lnTo>
                  <a:lnTo>
                    <a:pt x="5446" y="10735"/>
                  </a:lnTo>
                  <a:lnTo>
                    <a:pt x="5330" y="10503"/>
                  </a:lnTo>
                  <a:lnTo>
                    <a:pt x="5214" y="10426"/>
                  </a:lnTo>
                  <a:lnTo>
                    <a:pt x="5098" y="10388"/>
                  </a:lnTo>
                  <a:lnTo>
                    <a:pt x="4944" y="10310"/>
                  </a:lnTo>
                  <a:lnTo>
                    <a:pt x="4828" y="10310"/>
                  </a:lnTo>
                  <a:lnTo>
                    <a:pt x="4673" y="10349"/>
                  </a:lnTo>
                  <a:lnTo>
                    <a:pt x="4519" y="10388"/>
                  </a:lnTo>
                  <a:lnTo>
                    <a:pt x="4519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10" y="9577"/>
                  </a:lnTo>
                  <a:lnTo>
                    <a:pt x="4056" y="9499"/>
                  </a:lnTo>
                  <a:lnTo>
                    <a:pt x="3901" y="9461"/>
                  </a:lnTo>
                  <a:lnTo>
                    <a:pt x="3747" y="9422"/>
                  </a:lnTo>
                  <a:lnTo>
                    <a:pt x="3592" y="9422"/>
                  </a:lnTo>
                  <a:lnTo>
                    <a:pt x="3399" y="9461"/>
                  </a:lnTo>
                  <a:lnTo>
                    <a:pt x="3283" y="9538"/>
                  </a:lnTo>
                  <a:lnTo>
                    <a:pt x="3129" y="9615"/>
                  </a:lnTo>
                  <a:lnTo>
                    <a:pt x="3013" y="9770"/>
                  </a:lnTo>
                  <a:lnTo>
                    <a:pt x="2974" y="9615"/>
                  </a:lnTo>
                  <a:lnTo>
                    <a:pt x="2897" y="9461"/>
                  </a:lnTo>
                  <a:lnTo>
                    <a:pt x="2781" y="9268"/>
                  </a:lnTo>
                  <a:lnTo>
                    <a:pt x="2627" y="9152"/>
                  </a:lnTo>
                  <a:lnTo>
                    <a:pt x="2434" y="9036"/>
                  </a:lnTo>
                  <a:lnTo>
                    <a:pt x="2241" y="8997"/>
                  </a:lnTo>
                  <a:lnTo>
                    <a:pt x="2048" y="9036"/>
                  </a:lnTo>
                  <a:lnTo>
                    <a:pt x="1854" y="9113"/>
                  </a:lnTo>
                  <a:lnTo>
                    <a:pt x="1700" y="9190"/>
                  </a:lnTo>
                  <a:lnTo>
                    <a:pt x="1546" y="9345"/>
                  </a:lnTo>
                  <a:lnTo>
                    <a:pt x="1430" y="9538"/>
                  </a:lnTo>
                  <a:lnTo>
                    <a:pt x="1391" y="9731"/>
                  </a:lnTo>
                  <a:lnTo>
                    <a:pt x="1352" y="9924"/>
                  </a:lnTo>
                  <a:lnTo>
                    <a:pt x="1121" y="9963"/>
                  </a:lnTo>
                  <a:lnTo>
                    <a:pt x="928" y="10040"/>
                  </a:lnTo>
                  <a:lnTo>
                    <a:pt x="696" y="10156"/>
                  </a:lnTo>
                  <a:lnTo>
                    <a:pt x="503" y="10310"/>
                  </a:lnTo>
                  <a:lnTo>
                    <a:pt x="387" y="10426"/>
                  </a:lnTo>
                  <a:lnTo>
                    <a:pt x="271" y="10581"/>
                  </a:lnTo>
                  <a:lnTo>
                    <a:pt x="117" y="10890"/>
                  </a:lnTo>
                  <a:lnTo>
                    <a:pt x="1" y="11237"/>
                  </a:lnTo>
                  <a:lnTo>
                    <a:pt x="1" y="11585"/>
                  </a:lnTo>
                  <a:lnTo>
                    <a:pt x="78" y="11932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9" y="12820"/>
                  </a:lnTo>
                  <a:lnTo>
                    <a:pt x="812" y="12936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9" y="13168"/>
                  </a:lnTo>
                  <a:lnTo>
                    <a:pt x="2086" y="13129"/>
                  </a:lnTo>
                  <a:lnTo>
                    <a:pt x="2472" y="12975"/>
                  </a:lnTo>
                  <a:lnTo>
                    <a:pt x="2820" y="12782"/>
                  </a:lnTo>
                  <a:lnTo>
                    <a:pt x="3129" y="12550"/>
                  </a:lnTo>
                  <a:lnTo>
                    <a:pt x="3360" y="12241"/>
                  </a:lnTo>
                  <a:lnTo>
                    <a:pt x="3592" y="12009"/>
                  </a:lnTo>
                  <a:lnTo>
                    <a:pt x="3554" y="11932"/>
                  </a:lnTo>
                  <a:lnTo>
                    <a:pt x="3515" y="11816"/>
                  </a:lnTo>
                  <a:lnTo>
                    <a:pt x="3438" y="11778"/>
                  </a:lnTo>
                  <a:lnTo>
                    <a:pt x="3322" y="11739"/>
                  </a:lnTo>
                  <a:lnTo>
                    <a:pt x="3283" y="11778"/>
                  </a:lnTo>
                  <a:lnTo>
                    <a:pt x="3245" y="11816"/>
                  </a:lnTo>
                  <a:lnTo>
                    <a:pt x="3052" y="12048"/>
                  </a:lnTo>
                  <a:lnTo>
                    <a:pt x="2820" y="12241"/>
                  </a:lnTo>
                  <a:lnTo>
                    <a:pt x="2588" y="12434"/>
                  </a:lnTo>
                  <a:lnTo>
                    <a:pt x="2318" y="12589"/>
                  </a:lnTo>
                  <a:lnTo>
                    <a:pt x="2048" y="12666"/>
                  </a:lnTo>
                  <a:lnTo>
                    <a:pt x="1739" y="12704"/>
                  </a:lnTo>
                  <a:lnTo>
                    <a:pt x="1430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2" y="12357"/>
                  </a:lnTo>
                  <a:lnTo>
                    <a:pt x="696" y="12202"/>
                  </a:lnTo>
                  <a:lnTo>
                    <a:pt x="619" y="12048"/>
                  </a:lnTo>
                  <a:lnTo>
                    <a:pt x="542" y="11894"/>
                  </a:lnTo>
                  <a:lnTo>
                    <a:pt x="503" y="11739"/>
                  </a:lnTo>
                  <a:lnTo>
                    <a:pt x="503" y="11546"/>
                  </a:lnTo>
                  <a:lnTo>
                    <a:pt x="503" y="11392"/>
                  </a:lnTo>
                  <a:lnTo>
                    <a:pt x="542" y="11198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9" y="10619"/>
                  </a:lnTo>
                  <a:lnTo>
                    <a:pt x="1044" y="10542"/>
                  </a:lnTo>
                  <a:lnTo>
                    <a:pt x="1237" y="10465"/>
                  </a:lnTo>
                  <a:lnTo>
                    <a:pt x="1430" y="10388"/>
                  </a:lnTo>
                  <a:lnTo>
                    <a:pt x="1739" y="10349"/>
                  </a:lnTo>
                  <a:lnTo>
                    <a:pt x="2009" y="10349"/>
                  </a:lnTo>
                  <a:lnTo>
                    <a:pt x="2318" y="10388"/>
                  </a:lnTo>
                  <a:lnTo>
                    <a:pt x="2588" y="10426"/>
                  </a:lnTo>
                  <a:lnTo>
                    <a:pt x="2858" y="10542"/>
                  </a:lnTo>
                  <a:lnTo>
                    <a:pt x="3129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5" y="11662"/>
                  </a:lnTo>
                  <a:lnTo>
                    <a:pt x="5523" y="12396"/>
                  </a:lnTo>
                  <a:lnTo>
                    <a:pt x="5870" y="12704"/>
                  </a:lnTo>
                  <a:lnTo>
                    <a:pt x="6257" y="12975"/>
                  </a:lnTo>
                  <a:lnTo>
                    <a:pt x="6681" y="13206"/>
                  </a:lnTo>
                  <a:lnTo>
                    <a:pt x="7106" y="13438"/>
                  </a:lnTo>
                  <a:lnTo>
                    <a:pt x="7531" y="13593"/>
                  </a:lnTo>
                  <a:lnTo>
                    <a:pt x="7994" y="13747"/>
                  </a:lnTo>
                  <a:lnTo>
                    <a:pt x="8458" y="13786"/>
                  </a:lnTo>
                  <a:lnTo>
                    <a:pt x="8921" y="13786"/>
                  </a:lnTo>
                  <a:lnTo>
                    <a:pt x="9346" y="13708"/>
                  </a:lnTo>
                  <a:lnTo>
                    <a:pt x="9732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9" y="12782"/>
                  </a:lnTo>
                  <a:lnTo>
                    <a:pt x="10929" y="12473"/>
                  </a:lnTo>
                  <a:lnTo>
                    <a:pt x="11122" y="12125"/>
                  </a:lnTo>
                  <a:lnTo>
                    <a:pt x="11315" y="11739"/>
                  </a:lnTo>
                  <a:lnTo>
                    <a:pt x="11508" y="11237"/>
                  </a:lnTo>
                  <a:lnTo>
                    <a:pt x="11663" y="10696"/>
                  </a:lnTo>
                  <a:lnTo>
                    <a:pt x="11972" y="9615"/>
                  </a:lnTo>
                  <a:lnTo>
                    <a:pt x="12126" y="9113"/>
                  </a:lnTo>
                  <a:lnTo>
                    <a:pt x="12358" y="8611"/>
                  </a:lnTo>
                  <a:lnTo>
                    <a:pt x="12589" y="8109"/>
                  </a:lnTo>
                  <a:lnTo>
                    <a:pt x="12937" y="7646"/>
                  </a:lnTo>
                  <a:lnTo>
                    <a:pt x="13284" y="7298"/>
                  </a:lnTo>
                  <a:lnTo>
                    <a:pt x="13632" y="6989"/>
                  </a:lnTo>
                  <a:lnTo>
                    <a:pt x="14018" y="6719"/>
                  </a:lnTo>
                  <a:lnTo>
                    <a:pt x="14443" y="6449"/>
                  </a:lnTo>
                  <a:lnTo>
                    <a:pt x="14906" y="6256"/>
                  </a:lnTo>
                  <a:lnTo>
                    <a:pt x="15370" y="6101"/>
                  </a:lnTo>
                  <a:lnTo>
                    <a:pt x="15833" y="5985"/>
                  </a:lnTo>
                  <a:lnTo>
                    <a:pt x="16296" y="5947"/>
                  </a:lnTo>
                  <a:lnTo>
                    <a:pt x="16605" y="5908"/>
                  </a:lnTo>
                  <a:lnTo>
                    <a:pt x="16914" y="5908"/>
                  </a:lnTo>
                  <a:lnTo>
                    <a:pt x="17455" y="5985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3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1"/>
                  </a:lnTo>
                  <a:lnTo>
                    <a:pt x="21316" y="7646"/>
                  </a:lnTo>
                  <a:lnTo>
                    <a:pt x="21741" y="7723"/>
                  </a:lnTo>
                  <a:lnTo>
                    <a:pt x="22166" y="7762"/>
                  </a:lnTo>
                  <a:lnTo>
                    <a:pt x="22591" y="7723"/>
                  </a:lnTo>
                  <a:lnTo>
                    <a:pt x="22977" y="7646"/>
                  </a:lnTo>
                  <a:lnTo>
                    <a:pt x="23363" y="7530"/>
                  </a:lnTo>
                  <a:lnTo>
                    <a:pt x="23710" y="7298"/>
                  </a:lnTo>
                  <a:lnTo>
                    <a:pt x="24058" y="6989"/>
                  </a:lnTo>
                  <a:lnTo>
                    <a:pt x="24367" y="6642"/>
                  </a:lnTo>
                  <a:lnTo>
                    <a:pt x="24599" y="6294"/>
                  </a:lnTo>
                  <a:lnTo>
                    <a:pt x="24753" y="5908"/>
                  </a:lnTo>
                  <a:lnTo>
                    <a:pt x="24869" y="5483"/>
                  </a:lnTo>
                  <a:lnTo>
                    <a:pt x="24985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6" y="3746"/>
                  </a:lnTo>
                  <a:lnTo>
                    <a:pt x="24869" y="3282"/>
                  </a:lnTo>
                  <a:lnTo>
                    <a:pt x="24792" y="2858"/>
                  </a:lnTo>
                  <a:lnTo>
                    <a:pt x="24637" y="2394"/>
                  </a:lnTo>
                  <a:lnTo>
                    <a:pt x="24444" y="1970"/>
                  </a:lnTo>
                  <a:lnTo>
                    <a:pt x="24251" y="1583"/>
                  </a:lnTo>
                  <a:lnTo>
                    <a:pt x="24058" y="1197"/>
                  </a:lnTo>
                  <a:lnTo>
                    <a:pt x="23788" y="811"/>
                  </a:lnTo>
                  <a:lnTo>
                    <a:pt x="23942" y="386"/>
                  </a:lnTo>
                  <a:lnTo>
                    <a:pt x="23595" y="232"/>
                  </a:lnTo>
                  <a:lnTo>
                    <a:pt x="23208" y="116"/>
                  </a:lnTo>
                  <a:lnTo>
                    <a:pt x="23170" y="77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Google Shape;1465;p7"/>
            <p:cNvSpPr/>
            <p:nvPr/>
          </p:nvSpPr>
          <p:spPr>
            <a:xfrm>
              <a:off x="1687125" y="961000"/>
              <a:ext cx="152575" cy="276125"/>
            </a:xfrm>
            <a:custGeom>
              <a:avLst/>
              <a:gdLst/>
              <a:ahLst/>
              <a:cxnLst/>
              <a:rect l="l" t="t" r="r" b="b"/>
              <a:pathLst>
                <a:path w="6103" h="11045" extrusionOk="0">
                  <a:moveTo>
                    <a:pt x="3553" y="1"/>
                  </a:moveTo>
                  <a:lnTo>
                    <a:pt x="3438" y="464"/>
                  </a:lnTo>
                  <a:lnTo>
                    <a:pt x="3785" y="657"/>
                  </a:lnTo>
                  <a:lnTo>
                    <a:pt x="4094" y="889"/>
                  </a:lnTo>
                  <a:lnTo>
                    <a:pt x="4364" y="1159"/>
                  </a:lnTo>
                  <a:lnTo>
                    <a:pt x="4635" y="1468"/>
                  </a:lnTo>
                  <a:lnTo>
                    <a:pt x="4866" y="1777"/>
                  </a:lnTo>
                  <a:lnTo>
                    <a:pt x="5059" y="2086"/>
                  </a:lnTo>
                  <a:lnTo>
                    <a:pt x="5253" y="2472"/>
                  </a:lnTo>
                  <a:lnTo>
                    <a:pt x="5368" y="2820"/>
                  </a:lnTo>
                  <a:lnTo>
                    <a:pt x="5484" y="3206"/>
                  </a:lnTo>
                  <a:lnTo>
                    <a:pt x="5561" y="3592"/>
                  </a:lnTo>
                  <a:lnTo>
                    <a:pt x="5600" y="4017"/>
                  </a:lnTo>
                  <a:lnTo>
                    <a:pt x="5600" y="4403"/>
                  </a:lnTo>
                  <a:lnTo>
                    <a:pt x="5561" y="4828"/>
                  </a:lnTo>
                  <a:lnTo>
                    <a:pt x="5523" y="5214"/>
                  </a:lnTo>
                  <a:lnTo>
                    <a:pt x="5446" y="5639"/>
                  </a:lnTo>
                  <a:lnTo>
                    <a:pt x="5330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1" y="7299"/>
                  </a:lnTo>
                  <a:lnTo>
                    <a:pt x="4519" y="7685"/>
                  </a:lnTo>
                  <a:lnTo>
                    <a:pt x="4249" y="8033"/>
                  </a:lnTo>
                  <a:lnTo>
                    <a:pt x="3940" y="8419"/>
                  </a:lnTo>
                  <a:lnTo>
                    <a:pt x="3631" y="8728"/>
                  </a:lnTo>
                  <a:lnTo>
                    <a:pt x="3283" y="9037"/>
                  </a:lnTo>
                  <a:lnTo>
                    <a:pt x="2936" y="9346"/>
                  </a:lnTo>
                  <a:lnTo>
                    <a:pt x="2549" y="9616"/>
                  </a:lnTo>
                  <a:lnTo>
                    <a:pt x="2163" y="9848"/>
                  </a:lnTo>
                  <a:lnTo>
                    <a:pt x="1739" y="10041"/>
                  </a:lnTo>
                  <a:lnTo>
                    <a:pt x="1352" y="10234"/>
                  </a:lnTo>
                  <a:lnTo>
                    <a:pt x="889" y="10427"/>
                  </a:lnTo>
                  <a:lnTo>
                    <a:pt x="464" y="10543"/>
                  </a:lnTo>
                  <a:lnTo>
                    <a:pt x="1" y="10658"/>
                  </a:lnTo>
                  <a:lnTo>
                    <a:pt x="78" y="11045"/>
                  </a:lnTo>
                  <a:lnTo>
                    <a:pt x="619" y="10967"/>
                  </a:lnTo>
                  <a:lnTo>
                    <a:pt x="1121" y="1085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49" y="10234"/>
                  </a:lnTo>
                  <a:lnTo>
                    <a:pt x="2974" y="9963"/>
                  </a:lnTo>
                  <a:lnTo>
                    <a:pt x="3399" y="9654"/>
                  </a:lnTo>
                  <a:lnTo>
                    <a:pt x="3785" y="9307"/>
                  </a:lnTo>
                  <a:lnTo>
                    <a:pt x="4171" y="8921"/>
                  </a:lnTo>
                  <a:lnTo>
                    <a:pt x="4519" y="8535"/>
                  </a:lnTo>
                  <a:lnTo>
                    <a:pt x="4828" y="8148"/>
                  </a:lnTo>
                  <a:lnTo>
                    <a:pt x="5098" y="7685"/>
                  </a:lnTo>
                  <a:lnTo>
                    <a:pt x="5368" y="7260"/>
                  </a:lnTo>
                  <a:lnTo>
                    <a:pt x="5600" y="6797"/>
                  </a:lnTo>
                  <a:lnTo>
                    <a:pt x="5793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94"/>
                  </a:lnTo>
                  <a:lnTo>
                    <a:pt x="6063" y="3669"/>
                  </a:lnTo>
                  <a:lnTo>
                    <a:pt x="5986" y="3244"/>
                  </a:lnTo>
                  <a:lnTo>
                    <a:pt x="5870" y="2820"/>
                  </a:lnTo>
                  <a:lnTo>
                    <a:pt x="5755" y="2434"/>
                  </a:lnTo>
                  <a:lnTo>
                    <a:pt x="5561" y="2047"/>
                  </a:lnTo>
                  <a:lnTo>
                    <a:pt x="5368" y="1700"/>
                  </a:lnTo>
                  <a:lnTo>
                    <a:pt x="5137" y="1352"/>
                  </a:lnTo>
                  <a:lnTo>
                    <a:pt x="4905" y="1005"/>
                  </a:lnTo>
                  <a:lnTo>
                    <a:pt x="4596" y="734"/>
                  </a:lnTo>
                  <a:lnTo>
                    <a:pt x="4287" y="464"/>
                  </a:lnTo>
                  <a:lnTo>
                    <a:pt x="3940" y="232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Google Shape;1466;p7"/>
            <p:cNvSpPr/>
            <p:nvPr/>
          </p:nvSpPr>
          <p:spPr>
            <a:xfrm>
              <a:off x="4302325" y="96970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0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8"/>
                  </a:lnTo>
                  <a:lnTo>
                    <a:pt x="4364" y="1120"/>
                  </a:lnTo>
                  <a:lnTo>
                    <a:pt x="4634" y="1429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4" y="2433"/>
                  </a:lnTo>
                  <a:lnTo>
                    <a:pt x="5368" y="2819"/>
                  </a:lnTo>
                  <a:lnTo>
                    <a:pt x="5484" y="3205"/>
                  </a:lnTo>
                  <a:lnTo>
                    <a:pt x="5523" y="3591"/>
                  </a:lnTo>
                  <a:lnTo>
                    <a:pt x="5600" y="3978"/>
                  </a:lnTo>
                  <a:lnTo>
                    <a:pt x="5600" y="4402"/>
                  </a:lnTo>
                  <a:lnTo>
                    <a:pt x="5561" y="4789"/>
                  </a:lnTo>
                  <a:lnTo>
                    <a:pt x="5523" y="5213"/>
                  </a:lnTo>
                  <a:lnTo>
                    <a:pt x="5445" y="5599"/>
                  </a:lnTo>
                  <a:lnTo>
                    <a:pt x="5329" y="6024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6"/>
                  </a:lnTo>
                  <a:lnTo>
                    <a:pt x="4210" y="8032"/>
                  </a:lnTo>
                  <a:lnTo>
                    <a:pt x="3939" y="8380"/>
                  </a:lnTo>
                  <a:lnTo>
                    <a:pt x="3630" y="8727"/>
                  </a:lnTo>
                  <a:lnTo>
                    <a:pt x="3283" y="9036"/>
                  </a:lnTo>
                  <a:lnTo>
                    <a:pt x="2935" y="9306"/>
                  </a:lnTo>
                  <a:lnTo>
                    <a:pt x="2549" y="9577"/>
                  </a:lnTo>
                  <a:lnTo>
                    <a:pt x="2163" y="9808"/>
                  </a:lnTo>
                  <a:lnTo>
                    <a:pt x="1738" y="10040"/>
                  </a:lnTo>
                  <a:lnTo>
                    <a:pt x="1313" y="10233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1" y="10658"/>
                  </a:lnTo>
                  <a:lnTo>
                    <a:pt x="78" y="11044"/>
                  </a:lnTo>
                  <a:lnTo>
                    <a:pt x="618" y="10967"/>
                  </a:lnTo>
                  <a:lnTo>
                    <a:pt x="1120" y="1081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4"/>
                  </a:lnTo>
                  <a:lnTo>
                    <a:pt x="3399" y="9615"/>
                  </a:lnTo>
                  <a:lnTo>
                    <a:pt x="3785" y="9268"/>
                  </a:lnTo>
                  <a:lnTo>
                    <a:pt x="4171" y="8920"/>
                  </a:lnTo>
                  <a:lnTo>
                    <a:pt x="4480" y="8534"/>
                  </a:lnTo>
                  <a:lnTo>
                    <a:pt x="4827" y="8109"/>
                  </a:lnTo>
                  <a:lnTo>
                    <a:pt x="5098" y="7685"/>
                  </a:lnTo>
                  <a:lnTo>
                    <a:pt x="5368" y="7221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8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4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6" y="1313"/>
                  </a:lnTo>
                  <a:lnTo>
                    <a:pt x="4905" y="1004"/>
                  </a:lnTo>
                  <a:lnTo>
                    <a:pt x="4596" y="695"/>
                  </a:lnTo>
                  <a:lnTo>
                    <a:pt x="4287" y="425"/>
                  </a:lnTo>
                  <a:lnTo>
                    <a:pt x="3939" y="193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Google Shape;1467;p7"/>
            <p:cNvSpPr/>
            <p:nvPr/>
          </p:nvSpPr>
          <p:spPr>
            <a:xfrm>
              <a:off x="5445325" y="98900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7" y="1005"/>
                  </a:lnTo>
                  <a:lnTo>
                    <a:pt x="7028" y="1314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9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8"/>
                  </a:lnTo>
                  <a:lnTo>
                    <a:pt x="8573" y="3708"/>
                  </a:lnTo>
                  <a:lnTo>
                    <a:pt x="7724" y="3823"/>
                  </a:lnTo>
                  <a:lnTo>
                    <a:pt x="6874" y="3901"/>
                  </a:lnTo>
                  <a:lnTo>
                    <a:pt x="6411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5"/>
                  </a:lnTo>
                  <a:lnTo>
                    <a:pt x="2588" y="3708"/>
                  </a:lnTo>
                  <a:lnTo>
                    <a:pt x="2511" y="3862"/>
                  </a:lnTo>
                  <a:lnTo>
                    <a:pt x="2433" y="4017"/>
                  </a:lnTo>
                  <a:lnTo>
                    <a:pt x="2317" y="4132"/>
                  </a:lnTo>
                  <a:lnTo>
                    <a:pt x="2124" y="4210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7" y="4017"/>
                  </a:lnTo>
                  <a:lnTo>
                    <a:pt x="503" y="3515"/>
                  </a:lnTo>
                  <a:lnTo>
                    <a:pt x="657" y="3013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7" y="1738"/>
                  </a:lnTo>
                  <a:lnTo>
                    <a:pt x="1893" y="1429"/>
                  </a:lnTo>
                  <a:lnTo>
                    <a:pt x="2317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8" y="5638"/>
                  </a:lnTo>
                  <a:lnTo>
                    <a:pt x="11624" y="5986"/>
                  </a:lnTo>
                  <a:lnTo>
                    <a:pt x="11431" y="6140"/>
                  </a:lnTo>
                  <a:lnTo>
                    <a:pt x="11353" y="6218"/>
                  </a:lnTo>
                  <a:lnTo>
                    <a:pt x="11238" y="6256"/>
                  </a:lnTo>
                  <a:lnTo>
                    <a:pt x="11083" y="6295"/>
                  </a:lnTo>
                  <a:lnTo>
                    <a:pt x="10929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20" y="5523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1"/>
                  </a:moveTo>
                  <a:lnTo>
                    <a:pt x="3939" y="39"/>
                  </a:lnTo>
                  <a:lnTo>
                    <a:pt x="3515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2"/>
                  </a:lnTo>
                  <a:lnTo>
                    <a:pt x="1507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8" y="2009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69"/>
                  </a:lnTo>
                  <a:lnTo>
                    <a:pt x="1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9"/>
                  </a:lnTo>
                  <a:lnTo>
                    <a:pt x="1313" y="4596"/>
                  </a:lnTo>
                  <a:lnTo>
                    <a:pt x="1700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1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3" y="3630"/>
                  </a:lnTo>
                  <a:lnTo>
                    <a:pt x="3013" y="2974"/>
                  </a:lnTo>
                  <a:lnTo>
                    <a:pt x="3128" y="773"/>
                  </a:lnTo>
                  <a:lnTo>
                    <a:pt x="3515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1" y="1661"/>
                  </a:lnTo>
                  <a:lnTo>
                    <a:pt x="5059" y="2704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4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6" y="4287"/>
                  </a:lnTo>
                  <a:lnTo>
                    <a:pt x="5870" y="4325"/>
                  </a:lnTo>
                  <a:lnTo>
                    <a:pt x="6218" y="4325"/>
                  </a:lnTo>
                  <a:lnTo>
                    <a:pt x="6565" y="4287"/>
                  </a:lnTo>
                  <a:lnTo>
                    <a:pt x="7608" y="4210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1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2" y="5252"/>
                  </a:lnTo>
                  <a:lnTo>
                    <a:pt x="10427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4" y="5754"/>
                  </a:lnTo>
                  <a:lnTo>
                    <a:pt x="10234" y="5909"/>
                  </a:lnTo>
                  <a:lnTo>
                    <a:pt x="10234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9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7"/>
                  </a:lnTo>
                  <a:lnTo>
                    <a:pt x="11740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3"/>
                  </a:lnTo>
                  <a:lnTo>
                    <a:pt x="12396" y="7222"/>
                  </a:lnTo>
                  <a:lnTo>
                    <a:pt x="12473" y="7569"/>
                  </a:lnTo>
                  <a:lnTo>
                    <a:pt x="12550" y="7917"/>
                  </a:lnTo>
                  <a:lnTo>
                    <a:pt x="12550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5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6" y="9654"/>
                  </a:lnTo>
                  <a:lnTo>
                    <a:pt x="12821" y="9616"/>
                  </a:lnTo>
                  <a:lnTo>
                    <a:pt x="12937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30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724"/>
                  </a:lnTo>
                  <a:lnTo>
                    <a:pt x="12937" y="7183"/>
                  </a:lnTo>
                  <a:lnTo>
                    <a:pt x="12743" y="6681"/>
                  </a:lnTo>
                  <a:lnTo>
                    <a:pt x="12435" y="6218"/>
                  </a:lnTo>
                  <a:lnTo>
                    <a:pt x="12126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30" y="3515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4" y="1931"/>
                  </a:lnTo>
                  <a:lnTo>
                    <a:pt x="8226" y="1584"/>
                  </a:lnTo>
                  <a:lnTo>
                    <a:pt x="7839" y="1275"/>
                  </a:lnTo>
                  <a:lnTo>
                    <a:pt x="7453" y="1005"/>
                  </a:lnTo>
                  <a:lnTo>
                    <a:pt x="7067" y="734"/>
                  </a:lnTo>
                  <a:lnTo>
                    <a:pt x="6642" y="503"/>
                  </a:lnTo>
                  <a:lnTo>
                    <a:pt x="6179" y="348"/>
                  </a:lnTo>
                  <a:lnTo>
                    <a:pt x="5716" y="194"/>
                  </a:lnTo>
                  <a:lnTo>
                    <a:pt x="5291" y="78"/>
                  </a:lnTo>
                  <a:lnTo>
                    <a:pt x="4827" y="39"/>
                  </a:lnTo>
                  <a:lnTo>
                    <a:pt x="44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Google Shape;1468;p7"/>
            <p:cNvSpPr/>
            <p:nvPr/>
          </p:nvSpPr>
          <p:spPr>
            <a:xfrm>
              <a:off x="4674950" y="1001550"/>
              <a:ext cx="375575" cy="387150"/>
            </a:xfrm>
            <a:custGeom>
              <a:avLst/>
              <a:gdLst/>
              <a:ahLst/>
              <a:cxnLst/>
              <a:rect l="l" t="t" r="r" b="b"/>
              <a:pathLst>
                <a:path w="15023" h="15486" extrusionOk="0">
                  <a:moveTo>
                    <a:pt x="7492" y="503"/>
                  </a:moveTo>
                  <a:lnTo>
                    <a:pt x="8033" y="541"/>
                  </a:lnTo>
                  <a:lnTo>
                    <a:pt x="8612" y="580"/>
                  </a:lnTo>
                  <a:lnTo>
                    <a:pt x="9153" y="696"/>
                  </a:lnTo>
                  <a:lnTo>
                    <a:pt x="9693" y="850"/>
                  </a:lnTo>
                  <a:lnTo>
                    <a:pt x="10195" y="1043"/>
                  </a:lnTo>
                  <a:lnTo>
                    <a:pt x="10697" y="1275"/>
                  </a:lnTo>
                  <a:lnTo>
                    <a:pt x="11161" y="1545"/>
                  </a:lnTo>
                  <a:lnTo>
                    <a:pt x="11624" y="1815"/>
                  </a:lnTo>
                  <a:lnTo>
                    <a:pt x="10813" y="2202"/>
                  </a:lnTo>
                  <a:lnTo>
                    <a:pt x="10079" y="2626"/>
                  </a:lnTo>
                  <a:lnTo>
                    <a:pt x="9307" y="3090"/>
                  </a:lnTo>
                  <a:lnTo>
                    <a:pt x="8612" y="3630"/>
                  </a:lnTo>
                  <a:lnTo>
                    <a:pt x="7956" y="4171"/>
                  </a:lnTo>
                  <a:lnTo>
                    <a:pt x="7299" y="4789"/>
                  </a:lnTo>
                  <a:lnTo>
                    <a:pt x="6720" y="5445"/>
                  </a:lnTo>
                  <a:lnTo>
                    <a:pt x="6141" y="6140"/>
                  </a:lnTo>
                  <a:lnTo>
                    <a:pt x="5639" y="6874"/>
                  </a:lnTo>
                  <a:lnTo>
                    <a:pt x="5214" y="7646"/>
                  </a:lnTo>
                  <a:lnTo>
                    <a:pt x="4789" y="8419"/>
                  </a:lnTo>
                  <a:lnTo>
                    <a:pt x="4480" y="9230"/>
                  </a:lnTo>
                  <a:lnTo>
                    <a:pt x="4171" y="10040"/>
                  </a:lnTo>
                  <a:lnTo>
                    <a:pt x="3978" y="10890"/>
                  </a:lnTo>
                  <a:lnTo>
                    <a:pt x="3824" y="11778"/>
                  </a:lnTo>
                  <a:lnTo>
                    <a:pt x="3747" y="12666"/>
                  </a:lnTo>
                  <a:lnTo>
                    <a:pt x="3592" y="12666"/>
                  </a:lnTo>
                  <a:lnTo>
                    <a:pt x="3283" y="11855"/>
                  </a:lnTo>
                  <a:lnTo>
                    <a:pt x="3052" y="11044"/>
                  </a:lnTo>
                  <a:lnTo>
                    <a:pt x="2858" y="10195"/>
                  </a:lnTo>
                  <a:lnTo>
                    <a:pt x="2704" y="9345"/>
                  </a:lnTo>
                  <a:lnTo>
                    <a:pt x="2588" y="8534"/>
                  </a:lnTo>
                  <a:lnTo>
                    <a:pt x="2550" y="7685"/>
                  </a:lnTo>
                  <a:lnTo>
                    <a:pt x="2588" y="6797"/>
                  </a:lnTo>
                  <a:lnTo>
                    <a:pt x="2704" y="5947"/>
                  </a:lnTo>
                  <a:lnTo>
                    <a:pt x="2858" y="5214"/>
                  </a:lnTo>
                  <a:lnTo>
                    <a:pt x="3052" y="4519"/>
                  </a:lnTo>
                  <a:lnTo>
                    <a:pt x="3322" y="3823"/>
                  </a:lnTo>
                  <a:lnTo>
                    <a:pt x="3669" y="3206"/>
                  </a:lnTo>
                  <a:lnTo>
                    <a:pt x="4017" y="2588"/>
                  </a:lnTo>
                  <a:lnTo>
                    <a:pt x="4442" y="1970"/>
                  </a:lnTo>
                  <a:lnTo>
                    <a:pt x="4905" y="1429"/>
                  </a:lnTo>
                  <a:lnTo>
                    <a:pt x="5407" y="889"/>
                  </a:lnTo>
                  <a:lnTo>
                    <a:pt x="5909" y="734"/>
                  </a:lnTo>
                  <a:lnTo>
                    <a:pt x="6411" y="618"/>
                  </a:lnTo>
                  <a:lnTo>
                    <a:pt x="6952" y="541"/>
                  </a:lnTo>
                  <a:lnTo>
                    <a:pt x="7492" y="503"/>
                  </a:lnTo>
                  <a:close/>
                  <a:moveTo>
                    <a:pt x="11972" y="2086"/>
                  </a:moveTo>
                  <a:lnTo>
                    <a:pt x="12358" y="2433"/>
                  </a:lnTo>
                  <a:lnTo>
                    <a:pt x="12705" y="2819"/>
                  </a:lnTo>
                  <a:lnTo>
                    <a:pt x="13053" y="3206"/>
                  </a:lnTo>
                  <a:lnTo>
                    <a:pt x="13323" y="3669"/>
                  </a:lnTo>
                  <a:lnTo>
                    <a:pt x="13593" y="4094"/>
                  </a:lnTo>
                  <a:lnTo>
                    <a:pt x="13864" y="4596"/>
                  </a:lnTo>
                  <a:lnTo>
                    <a:pt x="14057" y="5098"/>
                  </a:lnTo>
                  <a:lnTo>
                    <a:pt x="14211" y="5600"/>
                  </a:lnTo>
                  <a:lnTo>
                    <a:pt x="14327" y="6102"/>
                  </a:lnTo>
                  <a:lnTo>
                    <a:pt x="14443" y="6642"/>
                  </a:lnTo>
                  <a:lnTo>
                    <a:pt x="13671" y="6681"/>
                  </a:lnTo>
                  <a:lnTo>
                    <a:pt x="12898" y="6797"/>
                  </a:lnTo>
                  <a:lnTo>
                    <a:pt x="12165" y="6951"/>
                  </a:lnTo>
                  <a:lnTo>
                    <a:pt x="11392" y="7144"/>
                  </a:lnTo>
                  <a:lnTo>
                    <a:pt x="10659" y="7415"/>
                  </a:lnTo>
                  <a:lnTo>
                    <a:pt x="9964" y="7724"/>
                  </a:lnTo>
                  <a:lnTo>
                    <a:pt x="9230" y="8032"/>
                  </a:lnTo>
                  <a:lnTo>
                    <a:pt x="8535" y="8419"/>
                  </a:lnTo>
                  <a:lnTo>
                    <a:pt x="7878" y="8843"/>
                  </a:lnTo>
                  <a:lnTo>
                    <a:pt x="7261" y="9307"/>
                  </a:lnTo>
                  <a:lnTo>
                    <a:pt x="6643" y="9809"/>
                  </a:lnTo>
                  <a:lnTo>
                    <a:pt x="6102" y="10349"/>
                  </a:lnTo>
                  <a:lnTo>
                    <a:pt x="5561" y="10890"/>
                  </a:lnTo>
                  <a:lnTo>
                    <a:pt x="5098" y="11508"/>
                  </a:lnTo>
                  <a:lnTo>
                    <a:pt x="4635" y="12126"/>
                  </a:lnTo>
                  <a:lnTo>
                    <a:pt x="4249" y="12821"/>
                  </a:lnTo>
                  <a:lnTo>
                    <a:pt x="4133" y="12743"/>
                  </a:lnTo>
                  <a:lnTo>
                    <a:pt x="3978" y="12666"/>
                  </a:lnTo>
                  <a:lnTo>
                    <a:pt x="4094" y="11817"/>
                  </a:lnTo>
                  <a:lnTo>
                    <a:pt x="4326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4" y="8496"/>
                  </a:lnTo>
                  <a:lnTo>
                    <a:pt x="5600" y="7724"/>
                  </a:lnTo>
                  <a:lnTo>
                    <a:pt x="6025" y="6990"/>
                  </a:lnTo>
                  <a:lnTo>
                    <a:pt x="6527" y="6295"/>
                  </a:lnTo>
                  <a:lnTo>
                    <a:pt x="7067" y="5600"/>
                  </a:lnTo>
                  <a:lnTo>
                    <a:pt x="7608" y="4982"/>
                  </a:lnTo>
                  <a:lnTo>
                    <a:pt x="8226" y="4403"/>
                  </a:lnTo>
                  <a:lnTo>
                    <a:pt x="8921" y="3823"/>
                  </a:lnTo>
                  <a:lnTo>
                    <a:pt x="9616" y="3321"/>
                  </a:lnTo>
                  <a:lnTo>
                    <a:pt x="10350" y="2858"/>
                  </a:lnTo>
                  <a:lnTo>
                    <a:pt x="11122" y="2472"/>
                  </a:lnTo>
                  <a:lnTo>
                    <a:pt x="11972" y="2086"/>
                  </a:lnTo>
                  <a:close/>
                  <a:moveTo>
                    <a:pt x="14482" y="6990"/>
                  </a:moveTo>
                  <a:lnTo>
                    <a:pt x="14482" y="7839"/>
                  </a:lnTo>
                  <a:lnTo>
                    <a:pt x="14443" y="8689"/>
                  </a:lnTo>
                  <a:lnTo>
                    <a:pt x="14288" y="9538"/>
                  </a:lnTo>
                  <a:lnTo>
                    <a:pt x="14173" y="9963"/>
                  </a:lnTo>
                  <a:lnTo>
                    <a:pt x="14057" y="10349"/>
                  </a:lnTo>
                  <a:lnTo>
                    <a:pt x="13902" y="10774"/>
                  </a:lnTo>
                  <a:lnTo>
                    <a:pt x="13709" y="11160"/>
                  </a:lnTo>
                  <a:lnTo>
                    <a:pt x="13516" y="11546"/>
                  </a:lnTo>
                  <a:lnTo>
                    <a:pt x="13284" y="11894"/>
                  </a:lnTo>
                  <a:lnTo>
                    <a:pt x="13053" y="12241"/>
                  </a:lnTo>
                  <a:lnTo>
                    <a:pt x="12782" y="12589"/>
                  </a:lnTo>
                  <a:lnTo>
                    <a:pt x="12512" y="12898"/>
                  </a:lnTo>
                  <a:lnTo>
                    <a:pt x="12203" y="13207"/>
                  </a:lnTo>
                  <a:lnTo>
                    <a:pt x="11972" y="13052"/>
                  </a:lnTo>
                  <a:lnTo>
                    <a:pt x="11701" y="12937"/>
                  </a:lnTo>
                  <a:lnTo>
                    <a:pt x="11122" y="12782"/>
                  </a:lnTo>
                  <a:lnTo>
                    <a:pt x="10543" y="12628"/>
                  </a:lnTo>
                  <a:lnTo>
                    <a:pt x="10002" y="12550"/>
                  </a:lnTo>
                  <a:lnTo>
                    <a:pt x="9423" y="12512"/>
                  </a:lnTo>
                  <a:lnTo>
                    <a:pt x="8844" y="12473"/>
                  </a:lnTo>
                  <a:lnTo>
                    <a:pt x="8303" y="12473"/>
                  </a:lnTo>
                  <a:lnTo>
                    <a:pt x="7763" y="12512"/>
                  </a:lnTo>
                  <a:lnTo>
                    <a:pt x="7222" y="12589"/>
                  </a:lnTo>
                  <a:lnTo>
                    <a:pt x="6720" y="12666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61"/>
                  </a:lnTo>
                  <a:lnTo>
                    <a:pt x="4557" y="13130"/>
                  </a:lnTo>
                  <a:lnTo>
                    <a:pt x="4442" y="12937"/>
                  </a:lnTo>
                  <a:lnTo>
                    <a:pt x="4905" y="12319"/>
                  </a:lnTo>
                  <a:lnTo>
                    <a:pt x="5368" y="11739"/>
                  </a:lnTo>
                  <a:lnTo>
                    <a:pt x="5870" y="11160"/>
                  </a:lnTo>
                  <a:lnTo>
                    <a:pt x="6411" y="10620"/>
                  </a:lnTo>
                  <a:lnTo>
                    <a:pt x="6990" y="10118"/>
                  </a:lnTo>
                  <a:lnTo>
                    <a:pt x="7569" y="9654"/>
                  </a:lnTo>
                  <a:lnTo>
                    <a:pt x="8149" y="9230"/>
                  </a:lnTo>
                  <a:lnTo>
                    <a:pt x="8767" y="8805"/>
                  </a:lnTo>
                  <a:lnTo>
                    <a:pt x="9423" y="8457"/>
                  </a:lnTo>
                  <a:lnTo>
                    <a:pt x="10079" y="8110"/>
                  </a:lnTo>
                  <a:lnTo>
                    <a:pt x="10736" y="7839"/>
                  </a:lnTo>
                  <a:lnTo>
                    <a:pt x="11470" y="7569"/>
                  </a:lnTo>
                  <a:lnTo>
                    <a:pt x="12165" y="7376"/>
                  </a:lnTo>
                  <a:lnTo>
                    <a:pt x="12937" y="7183"/>
                  </a:lnTo>
                  <a:lnTo>
                    <a:pt x="13671" y="7067"/>
                  </a:lnTo>
                  <a:lnTo>
                    <a:pt x="14482" y="6990"/>
                  </a:lnTo>
                  <a:close/>
                  <a:moveTo>
                    <a:pt x="4519" y="1236"/>
                  </a:moveTo>
                  <a:lnTo>
                    <a:pt x="4055" y="1854"/>
                  </a:lnTo>
                  <a:lnTo>
                    <a:pt x="3631" y="2472"/>
                  </a:lnTo>
                  <a:lnTo>
                    <a:pt x="3245" y="3128"/>
                  </a:lnTo>
                  <a:lnTo>
                    <a:pt x="2936" y="3823"/>
                  </a:lnTo>
                  <a:lnTo>
                    <a:pt x="2665" y="4519"/>
                  </a:lnTo>
                  <a:lnTo>
                    <a:pt x="2472" y="5291"/>
                  </a:lnTo>
                  <a:lnTo>
                    <a:pt x="2318" y="6025"/>
                  </a:lnTo>
                  <a:lnTo>
                    <a:pt x="2241" y="6797"/>
                  </a:lnTo>
                  <a:lnTo>
                    <a:pt x="2202" y="7569"/>
                  </a:lnTo>
                  <a:lnTo>
                    <a:pt x="2202" y="8341"/>
                  </a:lnTo>
                  <a:lnTo>
                    <a:pt x="2279" y="9114"/>
                  </a:lnTo>
                  <a:lnTo>
                    <a:pt x="2395" y="9886"/>
                  </a:lnTo>
                  <a:lnTo>
                    <a:pt x="2550" y="10620"/>
                  </a:lnTo>
                  <a:lnTo>
                    <a:pt x="2781" y="11353"/>
                  </a:lnTo>
                  <a:lnTo>
                    <a:pt x="3013" y="12087"/>
                  </a:lnTo>
                  <a:lnTo>
                    <a:pt x="3322" y="12743"/>
                  </a:lnTo>
                  <a:lnTo>
                    <a:pt x="3129" y="12898"/>
                  </a:lnTo>
                  <a:lnTo>
                    <a:pt x="2936" y="13052"/>
                  </a:lnTo>
                  <a:lnTo>
                    <a:pt x="2820" y="13245"/>
                  </a:lnTo>
                  <a:lnTo>
                    <a:pt x="2743" y="13439"/>
                  </a:lnTo>
                  <a:lnTo>
                    <a:pt x="2395" y="13014"/>
                  </a:lnTo>
                  <a:lnTo>
                    <a:pt x="2086" y="12550"/>
                  </a:lnTo>
                  <a:lnTo>
                    <a:pt x="1777" y="12087"/>
                  </a:lnTo>
                  <a:lnTo>
                    <a:pt x="1507" y="11624"/>
                  </a:lnTo>
                  <a:lnTo>
                    <a:pt x="1275" y="11122"/>
                  </a:lnTo>
                  <a:lnTo>
                    <a:pt x="1082" y="10620"/>
                  </a:lnTo>
                  <a:lnTo>
                    <a:pt x="889" y="10118"/>
                  </a:lnTo>
                  <a:lnTo>
                    <a:pt x="735" y="9616"/>
                  </a:lnTo>
                  <a:lnTo>
                    <a:pt x="619" y="9114"/>
                  </a:lnTo>
                  <a:lnTo>
                    <a:pt x="542" y="8573"/>
                  </a:lnTo>
                  <a:lnTo>
                    <a:pt x="503" y="8032"/>
                  </a:lnTo>
                  <a:lnTo>
                    <a:pt x="503" y="7492"/>
                  </a:lnTo>
                  <a:lnTo>
                    <a:pt x="542" y="6951"/>
                  </a:lnTo>
                  <a:lnTo>
                    <a:pt x="619" y="6411"/>
                  </a:lnTo>
                  <a:lnTo>
                    <a:pt x="773" y="5870"/>
                  </a:lnTo>
                  <a:lnTo>
                    <a:pt x="928" y="5329"/>
                  </a:lnTo>
                  <a:lnTo>
                    <a:pt x="1198" y="4673"/>
                  </a:lnTo>
                  <a:lnTo>
                    <a:pt x="1546" y="4055"/>
                  </a:lnTo>
                  <a:lnTo>
                    <a:pt x="1932" y="3476"/>
                  </a:lnTo>
                  <a:lnTo>
                    <a:pt x="2356" y="2935"/>
                  </a:lnTo>
                  <a:lnTo>
                    <a:pt x="2858" y="2433"/>
                  </a:lnTo>
                  <a:lnTo>
                    <a:pt x="3360" y="2009"/>
                  </a:lnTo>
                  <a:lnTo>
                    <a:pt x="3940" y="1584"/>
                  </a:lnTo>
                  <a:lnTo>
                    <a:pt x="4519" y="1236"/>
                  </a:lnTo>
                  <a:close/>
                  <a:moveTo>
                    <a:pt x="3862" y="12975"/>
                  </a:moveTo>
                  <a:lnTo>
                    <a:pt x="4017" y="13052"/>
                  </a:lnTo>
                  <a:lnTo>
                    <a:pt x="4171" y="13168"/>
                  </a:lnTo>
                  <a:lnTo>
                    <a:pt x="4287" y="13284"/>
                  </a:lnTo>
                  <a:lnTo>
                    <a:pt x="4326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326" y="13941"/>
                  </a:lnTo>
                  <a:lnTo>
                    <a:pt x="4210" y="14095"/>
                  </a:lnTo>
                  <a:lnTo>
                    <a:pt x="3785" y="13825"/>
                  </a:lnTo>
                  <a:lnTo>
                    <a:pt x="3360" y="13477"/>
                  </a:lnTo>
                  <a:lnTo>
                    <a:pt x="3245" y="13439"/>
                  </a:lnTo>
                  <a:lnTo>
                    <a:pt x="3167" y="13439"/>
                  </a:lnTo>
                  <a:lnTo>
                    <a:pt x="3052" y="13477"/>
                  </a:lnTo>
                  <a:lnTo>
                    <a:pt x="2974" y="13516"/>
                  </a:lnTo>
                  <a:lnTo>
                    <a:pt x="3052" y="13361"/>
                  </a:lnTo>
                  <a:lnTo>
                    <a:pt x="3167" y="13207"/>
                  </a:lnTo>
                  <a:lnTo>
                    <a:pt x="3322" y="13130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9153" y="12859"/>
                  </a:moveTo>
                  <a:lnTo>
                    <a:pt x="9616" y="12898"/>
                  </a:lnTo>
                  <a:lnTo>
                    <a:pt x="10118" y="12975"/>
                  </a:lnTo>
                  <a:lnTo>
                    <a:pt x="10504" y="13014"/>
                  </a:lnTo>
                  <a:lnTo>
                    <a:pt x="11006" y="13130"/>
                  </a:lnTo>
                  <a:lnTo>
                    <a:pt x="11508" y="13245"/>
                  </a:lnTo>
                  <a:lnTo>
                    <a:pt x="11701" y="13361"/>
                  </a:lnTo>
                  <a:lnTo>
                    <a:pt x="11894" y="13477"/>
                  </a:lnTo>
                  <a:lnTo>
                    <a:pt x="11508" y="13786"/>
                  </a:lnTo>
                  <a:lnTo>
                    <a:pt x="11083" y="14018"/>
                  </a:lnTo>
                  <a:lnTo>
                    <a:pt x="10659" y="14249"/>
                  </a:lnTo>
                  <a:lnTo>
                    <a:pt x="10234" y="14443"/>
                  </a:lnTo>
                  <a:lnTo>
                    <a:pt x="9770" y="14636"/>
                  </a:lnTo>
                  <a:lnTo>
                    <a:pt x="9307" y="14751"/>
                  </a:lnTo>
                  <a:lnTo>
                    <a:pt x="8844" y="14867"/>
                  </a:lnTo>
                  <a:lnTo>
                    <a:pt x="8342" y="14945"/>
                  </a:lnTo>
                  <a:lnTo>
                    <a:pt x="7878" y="14983"/>
                  </a:lnTo>
                  <a:lnTo>
                    <a:pt x="7376" y="14983"/>
                  </a:lnTo>
                  <a:lnTo>
                    <a:pt x="6913" y="14945"/>
                  </a:lnTo>
                  <a:lnTo>
                    <a:pt x="6411" y="14867"/>
                  </a:lnTo>
                  <a:lnTo>
                    <a:pt x="5948" y="14790"/>
                  </a:lnTo>
                  <a:lnTo>
                    <a:pt x="5484" y="14636"/>
                  </a:lnTo>
                  <a:lnTo>
                    <a:pt x="5021" y="14481"/>
                  </a:lnTo>
                  <a:lnTo>
                    <a:pt x="4596" y="14288"/>
                  </a:lnTo>
                  <a:lnTo>
                    <a:pt x="4712" y="14018"/>
                  </a:lnTo>
                  <a:lnTo>
                    <a:pt x="4751" y="13747"/>
                  </a:lnTo>
                  <a:lnTo>
                    <a:pt x="4712" y="13593"/>
                  </a:lnTo>
                  <a:lnTo>
                    <a:pt x="5561" y="13323"/>
                  </a:lnTo>
                  <a:lnTo>
                    <a:pt x="6411" y="13091"/>
                  </a:lnTo>
                  <a:lnTo>
                    <a:pt x="7299" y="12937"/>
                  </a:lnTo>
                  <a:lnTo>
                    <a:pt x="8187" y="12859"/>
                  </a:lnTo>
                  <a:close/>
                  <a:moveTo>
                    <a:pt x="7608" y="1"/>
                  </a:moveTo>
                  <a:lnTo>
                    <a:pt x="6990" y="39"/>
                  </a:lnTo>
                  <a:lnTo>
                    <a:pt x="6450" y="116"/>
                  </a:lnTo>
                  <a:lnTo>
                    <a:pt x="5870" y="232"/>
                  </a:lnTo>
                  <a:lnTo>
                    <a:pt x="5330" y="387"/>
                  </a:lnTo>
                  <a:lnTo>
                    <a:pt x="4789" y="580"/>
                  </a:lnTo>
                  <a:lnTo>
                    <a:pt x="4249" y="812"/>
                  </a:lnTo>
                  <a:lnTo>
                    <a:pt x="3785" y="1120"/>
                  </a:lnTo>
                  <a:lnTo>
                    <a:pt x="3283" y="1429"/>
                  </a:lnTo>
                  <a:lnTo>
                    <a:pt x="2820" y="1777"/>
                  </a:lnTo>
                  <a:lnTo>
                    <a:pt x="2395" y="2163"/>
                  </a:lnTo>
                  <a:lnTo>
                    <a:pt x="2009" y="2588"/>
                  </a:lnTo>
                  <a:lnTo>
                    <a:pt x="1623" y="3013"/>
                  </a:lnTo>
                  <a:lnTo>
                    <a:pt x="1275" y="3515"/>
                  </a:lnTo>
                  <a:lnTo>
                    <a:pt x="966" y="4017"/>
                  </a:lnTo>
                  <a:lnTo>
                    <a:pt x="696" y="4596"/>
                  </a:lnTo>
                  <a:lnTo>
                    <a:pt x="426" y="5252"/>
                  </a:lnTo>
                  <a:lnTo>
                    <a:pt x="233" y="5909"/>
                  </a:lnTo>
                  <a:lnTo>
                    <a:pt x="117" y="6565"/>
                  </a:lnTo>
                  <a:lnTo>
                    <a:pt x="40" y="7222"/>
                  </a:lnTo>
                  <a:lnTo>
                    <a:pt x="1" y="7917"/>
                  </a:lnTo>
                  <a:lnTo>
                    <a:pt x="40" y="8612"/>
                  </a:lnTo>
                  <a:lnTo>
                    <a:pt x="117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6" y="11238"/>
                  </a:lnTo>
                  <a:lnTo>
                    <a:pt x="1005" y="11817"/>
                  </a:lnTo>
                  <a:lnTo>
                    <a:pt x="1352" y="12396"/>
                  </a:lnTo>
                  <a:lnTo>
                    <a:pt x="1739" y="12937"/>
                  </a:lnTo>
                  <a:lnTo>
                    <a:pt x="2202" y="13439"/>
                  </a:lnTo>
                  <a:lnTo>
                    <a:pt x="2704" y="13902"/>
                  </a:lnTo>
                  <a:lnTo>
                    <a:pt x="2781" y="13941"/>
                  </a:lnTo>
                  <a:lnTo>
                    <a:pt x="2820" y="13941"/>
                  </a:lnTo>
                  <a:lnTo>
                    <a:pt x="2936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5" y="14520"/>
                  </a:lnTo>
                  <a:lnTo>
                    <a:pt x="4133" y="14597"/>
                  </a:lnTo>
                  <a:lnTo>
                    <a:pt x="4557" y="14829"/>
                  </a:lnTo>
                  <a:lnTo>
                    <a:pt x="4982" y="14983"/>
                  </a:lnTo>
                  <a:lnTo>
                    <a:pt x="5407" y="15138"/>
                  </a:lnTo>
                  <a:lnTo>
                    <a:pt x="5870" y="15292"/>
                  </a:lnTo>
                  <a:lnTo>
                    <a:pt x="6334" y="15369"/>
                  </a:lnTo>
                  <a:lnTo>
                    <a:pt x="6797" y="15447"/>
                  </a:lnTo>
                  <a:lnTo>
                    <a:pt x="7299" y="15485"/>
                  </a:lnTo>
                  <a:lnTo>
                    <a:pt x="7763" y="15485"/>
                  </a:lnTo>
                  <a:lnTo>
                    <a:pt x="8226" y="15447"/>
                  </a:lnTo>
                  <a:lnTo>
                    <a:pt x="8689" y="15408"/>
                  </a:lnTo>
                  <a:lnTo>
                    <a:pt x="9153" y="15331"/>
                  </a:lnTo>
                  <a:lnTo>
                    <a:pt x="9616" y="15215"/>
                  </a:lnTo>
                  <a:lnTo>
                    <a:pt x="10079" y="15060"/>
                  </a:lnTo>
                  <a:lnTo>
                    <a:pt x="10543" y="14867"/>
                  </a:lnTo>
                  <a:lnTo>
                    <a:pt x="10968" y="14674"/>
                  </a:lnTo>
                  <a:lnTo>
                    <a:pt x="11392" y="14443"/>
                  </a:lnTo>
                  <a:lnTo>
                    <a:pt x="11856" y="14134"/>
                  </a:lnTo>
                  <a:lnTo>
                    <a:pt x="12319" y="13786"/>
                  </a:lnTo>
                  <a:lnTo>
                    <a:pt x="12744" y="13400"/>
                  </a:lnTo>
                  <a:lnTo>
                    <a:pt x="13130" y="12975"/>
                  </a:lnTo>
                  <a:lnTo>
                    <a:pt x="13478" y="12550"/>
                  </a:lnTo>
                  <a:lnTo>
                    <a:pt x="13786" y="12048"/>
                  </a:lnTo>
                  <a:lnTo>
                    <a:pt x="14057" y="11585"/>
                  </a:lnTo>
                  <a:lnTo>
                    <a:pt x="14288" y="11044"/>
                  </a:lnTo>
                  <a:lnTo>
                    <a:pt x="14520" y="10542"/>
                  </a:lnTo>
                  <a:lnTo>
                    <a:pt x="14675" y="10002"/>
                  </a:lnTo>
                  <a:lnTo>
                    <a:pt x="14829" y="9423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5022" y="7724"/>
                  </a:lnTo>
                  <a:lnTo>
                    <a:pt x="14983" y="7144"/>
                  </a:lnTo>
                  <a:lnTo>
                    <a:pt x="14945" y="6604"/>
                  </a:lnTo>
                  <a:lnTo>
                    <a:pt x="14829" y="5986"/>
                  </a:lnTo>
                  <a:lnTo>
                    <a:pt x="14675" y="5407"/>
                  </a:lnTo>
                  <a:lnTo>
                    <a:pt x="14482" y="4827"/>
                  </a:lnTo>
                  <a:lnTo>
                    <a:pt x="14250" y="4287"/>
                  </a:lnTo>
                  <a:lnTo>
                    <a:pt x="13980" y="3746"/>
                  </a:lnTo>
                  <a:lnTo>
                    <a:pt x="13671" y="3244"/>
                  </a:lnTo>
                  <a:lnTo>
                    <a:pt x="13323" y="2742"/>
                  </a:lnTo>
                  <a:lnTo>
                    <a:pt x="12937" y="2317"/>
                  </a:lnTo>
                  <a:lnTo>
                    <a:pt x="12512" y="1893"/>
                  </a:lnTo>
                  <a:lnTo>
                    <a:pt x="12049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3" y="618"/>
                  </a:lnTo>
                  <a:lnTo>
                    <a:pt x="9964" y="387"/>
                  </a:lnTo>
                  <a:lnTo>
                    <a:pt x="9384" y="232"/>
                  </a:lnTo>
                  <a:lnTo>
                    <a:pt x="8767" y="116"/>
                  </a:lnTo>
                  <a:lnTo>
                    <a:pt x="8187" y="39"/>
                  </a:lnTo>
                  <a:lnTo>
                    <a:pt x="760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Google Shape;1469;p7"/>
            <p:cNvSpPr/>
            <p:nvPr/>
          </p:nvSpPr>
          <p:spPr>
            <a:xfrm>
              <a:off x="5477175" y="100252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4" y="7298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60" y="7569"/>
                  </a:lnTo>
                  <a:lnTo>
                    <a:pt x="9153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5" y="8573"/>
                  </a:lnTo>
                  <a:lnTo>
                    <a:pt x="9693" y="8882"/>
                  </a:lnTo>
                  <a:lnTo>
                    <a:pt x="9655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60" y="10040"/>
                  </a:lnTo>
                  <a:lnTo>
                    <a:pt x="8689" y="10117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40" y="10079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7"/>
                  </a:lnTo>
                  <a:lnTo>
                    <a:pt x="7029" y="9345"/>
                  </a:lnTo>
                  <a:lnTo>
                    <a:pt x="6952" y="9075"/>
                  </a:lnTo>
                  <a:lnTo>
                    <a:pt x="6913" y="8804"/>
                  </a:lnTo>
                  <a:lnTo>
                    <a:pt x="6952" y="8534"/>
                  </a:lnTo>
                  <a:lnTo>
                    <a:pt x="7029" y="8264"/>
                  </a:lnTo>
                  <a:lnTo>
                    <a:pt x="7145" y="8071"/>
                  </a:lnTo>
                  <a:lnTo>
                    <a:pt x="7299" y="7878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9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6" y="8457"/>
                  </a:lnTo>
                  <a:lnTo>
                    <a:pt x="2974" y="8611"/>
                  </a:lnTo>
                  <a:lnTo>
                    <a:pt x="3051" y="8766"/>
                  </a:lnTo>
                  <a:lnTo>
                    <a:pt x="1545" y="8727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5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7"/>
                  </a:lnTo>
                  <a:lnTo>
                    <a:pt x="6990" y="10079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7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2"/>
                  </a:lnTo>
                  <a:lnTo>
                    <a:pt x="10157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7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1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9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5" y="7337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50" y="8534"/>
                  </a:lnTo>
                  <a:lnTo>
                    <a:pt x="6450" y="8843"/>
                  </a:lnTo>
                  <a:lnTo>
                    <a:pt x="5716" y="8804"/>
                  </a:lnTo>
                  <a:lnTo>
                    <a:pt x="4944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8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80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6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Google Shape;1470;p7"/>
            <p:cNvSpPr/>
            <p:nvPr/>
          </p:nvSpPr>
          <p:spPr>
            <a:xfrm>
              <a:off x="2850400" y="1030525"/>
              <a:ext cx="475950" cy="686400"/>
            </a:xfrm>
            <a:custGeom>
              <a:avLst/>
              <a:gdLst/>
              <a:ahLst/>
              <a:cxnLst/>
              <a:rect l="l" t="t" r="r" b="b"/>
              <a:pathLst>
                <a:path w="19038" h="27456" extrusionOk="0">
                  <a:moveTo>
                    <a:pt x="18690" y="309"/>
                  </a:moveTo>
                  <a:lnTo>
                    <a:pt x="18690" y="463"/>
                  </a:lnTo>
                  <a:lnTo>
                    <a:pt x="18382" y="2047"/>
                  </a:lnTo>
                  <a:lnTo>
                    <a:pt x="17995" y="3668"/>
                  </a:lnTo>
                  <a:lnTo>
                    <a:pt x="17609" y="5252"/>
                  </a:lnTo>
                  <a:lnTo>
                    <a:pt x="17184" y="6873"/>
                  </a:lnTo>
                  <a:lnTo>
                    <a:pt x="16489" y="6873"/>
                  </a:lnTo>
                  <a:lnTo>
                    <a:pt x="16180" y="6835"/>
                  </a:lnTo>
                  <a:lnTo>
                    <a:pt x="15833" y="6758"/>
                  </a:lnTo>
                  <a:lnTo>
                    <a:pt x="15524" y="6680"/>
                  </a:lnTo>
                  <a:lnTo>
                    <a:pt x="15215" y="6565"/>
                  </a:lnTo>
                  <a:lnTo>
                    <a:pt x="14906" y="6410"/>
                  </a:lnTo>
                  <a:lnTo>
                    <a:pt x="14597" y="6217"/>
                  </a:lnTo>
                  <a:lnTo>
                    <a:pt x="14327" y="6024"/>
                  </a:lnTo>
                  <a:lnTo>
                    <a:pt x="14057" y="5792"/>
                  </a:lnTo>
                  <a:lnTo>
                    <a:pt x="13593" y="5329"/>
                  </a:lnTo>
                  <a:lnTo>
                    <a:pt x="13168" y="4788"/>
                  </a:lnTo>
                  <a:lnTo>
                    <a:pt x="12782" y="4248"/>
                  </a:lnTo>
                  <a:lnTo>
                    <a:pt x="13477" y="3668"/>
                  </a:lnTo>
                  <a:lnTo>
                    <a:pt x="14172" y="3128"/>
                  </a:lnTo>
                  <a:lnTo>
                    <a:pt x="14868" y="2587"/>
                  </a:lnTo>
                  <a:lnTo>
                    <a:pt x="15601" y="2085"/>
                  </a:lnTo>
                  <a:lnTo>
                    <a:pt x="16374" y="1622"/>
                  </a:lnTo>
                  <a:lnTo>
                    <a:pt x="17146" y="1158"/>
                  </a:lnTo>
                  <a:lnTo>
                    <a:pt x="17918" y="734"/>
                  </a:lnTo>
                  <a:lnTo>
                    <a:pt x="18690" y="309"/>
                  </a:lnTo>
                  <a:close/>
                  <a:moveTo>
                    <a:pt x="6063" y="12434"/>
                  </a:moveTo>
                  <a:lnTo>
                    <a:pt x="5793" y="13013"/>
                  </a:lnTo>
                  <a:lnTo>
                    <a:pt x="5600" y="13592"/>
                  </a:lnTo>
                  <a:lnTo>
                    <a:pt x="5446" y="14172"/>
                  </a:lnTo>
                  <a:lnTo>
                    <a:pt x="5291" y="14790"/>
                  </a:lnTo>
                  <a:lnTo>
                    <a:pt x="5252" y="15369"/>
                  </a:lnTo>
                  <a:lnTo>
                    <a:pt x="5214" y="15407"/>
                  </a:lnTo>
                  <a:lnTo>
                    <a:pt x="4750" y="16102"/>
                  </a:lnTo>
                  <a:lnTo>
                    <a:pt x="4287" y="16797"/>
                  </a:lnTo>
                  <a:lnTo>
                    <a:pt x="4171" y="17106"/>
                  </a:lnTo>
                  <a:lnTo>
                    <a:pt x="4017" y="17415"/>
                  </a:lnTo>
                  <a:lnTo>
                    <a:pt x="3824" y="17724"/>
                  </a:lnTo>
                  <a:lnTo>
                    <a:pt x="3746" y="17840"/>
                  </a:lnTo>
                  <a:lnTo>
                    <a:pt x="3631" y="17956"/>
                  </a:lnTo>
                  <a:lnTo>
                    <a:pt x="3476" y="18033"/>
                  </a:lnTo>
                  <a:lnTo>
                    <a:pt x="3283" y="18072"/>
                  </a:lnTo>
                  <a:lnTo>
                    <a:pt x="2858" y="18110"/>
                  </a:lnTo>
                  <a:lnTo>
                    <a:pt x="2009" y="18149"/>
                  </a:lnTo>
                  <a:lnTo>
                    <a:pt x="426" y="18342"/>
                  </a:lnTo>
                  <a:lnTo>
                    <a:pt x="426" y="18342"/>
                  </a:lnTo>
                  <a:lnTo>
                    <a:pt x="850" y="17724"/>
                  </a:lnTo>
                  <a:lnTo>
                    <a:pt x="1275" y="17106"/>
                  </a:lnTo>
                  <a:lnTo>
                    <a:pt x="1661" y="16489"/>
                  </a:lnTo>
                  <a:lnTo>
                    <a:pt x="2009" y="15832"/>
                  </a:lnTo>
                  <a:lnTo>
                    <a:pt x="2549" y="14751"/>
                  </a:lnTo>
                  <a:lnTo>
                    <a:pt x="2820" y="14017"/>
                  </a:lnTo>
                  <a:lnTo>
                    <a:pt x="3013" y="13670"/>
                  </a:lnTo>
                  <a:lnTo>
                    <a:pt x="3206" y="13322"/>
                  </a:lnTo>
                  <a:lnTo>
                    <a:pt x="3360" y="13322"/>
                  </a:lnTo>
                  <a:lnTo>
                    <a:pt x="3399" y="13245"/>
                  </a:lnTo>
                  <a:lnTo>
                    <a:pt x="3438" y="13206"/>
                  </a:lnTo>
                  <a:lnTo>
                    <a:pt x="4750" y="12782"/>
                  </a:lnTo>
                  <a:lnTo>
                    <a:pt x="6063" y="12434"/>
                  </a:lnTo>
                  <a:close/>
                  <a:moveTo>
                    <a:pt x="12551" y="4441"/>
                  </a:moveTo>
                  <a:lnTo>
                    <a:pt x="12898" y="5020"/>
                  </a:lnTo>
                  <a:lnTo>
                    <a:pt x="13362" y="5561"/>
                  </a:lnTo>
                  <a:lnTo>
                    <a:pt x="13864" y="6101"/>
                  </a:lnTo>
                  <a:lnTo>
                    <a:pt x="14172" y="6333"/>
                  </a:lnTo>
                  <a:lnTo>
                    <a:pt x="14443" y="6565"/>
                  </a:lnTo>
                  <a:lnTo>
                    <a:pt x="14752" y="6758"/>
                  </a:lnTo>
                  <a:lnTo>
                    <a:pt x="15061" y="6951"/>
                  </a:lnTo>
                  <a:lnTo>
                    <a:pt x="15370" y="7067"/>
                  </a:lnTo>
                  <a:lnTo>
                    <a:pt x="15717" y="7182"/>
                  </a:lnTo>
                  <a:lnTo>
                    <a:pt x="16026" y="7260"/>
                  </a:lnTo>
                  <a:lnTo>
                    <a:pt x="16721" y="7260"/>
                  </a:lnTo>
                  <a:lnTo>
                    <a:pt x="17107" y="7182"/>
                  </a:lnTo>
                  <a:lnTo>
                    <a:pt x="16682" y="8573"/>
                  </a:lnTo>
                  <a:lnTo>
                    <a:pt x="16180" y="9963"/>
                  </a:lnTo>
                  <a:lnTo>
                    <a:pt x="15756" y="11160"/>
                  </a:lnTo>
                  <a:lnTo>
                    <a:pt x="15254" y="12357"/>
                  </a:lnTo>
                  <a:lnTo>
                    <a:pt x="14752" y="13515"/>
                  </a:lnTo>
                  <a:lnTo>
                    <a:pt x="14172" y="14635"/>
                  </a:lnTo>
                  <a:lnTo>
                    <a:pt x="13555" y="15793"/>
                  </a:lnTo>
                  <a:lnTo>
                    <a:pt x="13207" y="16373"/>
                  </a:lnTo>
                  <a:lnTo>
                    <a:pt x="12860" y="16952"/>
                  </a:lnTo>
                  <a:lnTo>
                    <a:pt x="12473" y="17493"/>
                  </a:lnTo>
                  <a:lnTo>
                    <a:pt x="12087" y="17995"/>
                  </a:lnTo>
                  <a:lnTo>
                    <a:pt x="11624" y="18458"/>
                  </a:lnTo>
                  <a:lnTo>
                    <a:pt x="11161" y="18883"/>
                  </a:lnTo>
                  <a:lnTo>
                    <a:pt x="10620" y="19230"/>
                  </a:lnTo>
                  <a:lnTo>
                    <a:pt x="10079" y="19462"/>
                  </a:lnTo>
                  <a:lnTo>
                    <a:pt x="9809" y="19578"/>
                  </a:lnTo>
                  <a:lnTo>
                    <a:pt x="9539" y="19655"/>
                  </a:lnTo>
                  <a:lnTo>
                    <a:pt x="9230" y="19694"/>
                  </a:lnTo>
                  <a:lnTo>
                    <a:pt x="8959" y="19732"/>
                  </a:lnTo>
                  <a:lnTo>
                    <a:pt x="8689" y="19732"/>
                  </a:lnTo>
                  <a:lnTo>
                    <a:pt x="8380" y="19694"/>
                  </a:lnTo>
                  <a:lnTo>
                    <a:pt x="8110" y="19616"/>
                  </a:lnTo>
                  <a:lnTo>
                    <a:pt x="7840" y="19539"/>
                  </a:lnTo>
                  <a:lnTo>
                    <a:pt x="7569" y="19423"/>
                  </a:lnTo>
                  <a:lnTo>
                    <a:pt x="7299" y="19269"/>
                  </a:lnTo>
                  <a:lnTo>
                    <a:pt x="7067" y="19114"/>
                  </a:lnTo>
                  <a:lnTo>
                    <a:pt x="6836" y="18883"/>
                  </a:lnTo>
                  <a:lnTo>
                    <a:pt x="6450" y="18458"/>
                  </a:lnTo>
                  <a:lnTo>
                    <a:pt x="6141" y="17956"/>
                  </a:lnTo>
                  <a:lnTo>
                    <a:pt x="5870" y="17454"/>
                  </a:lnTo>
                  <a:lnTo>
                    <a:pt x="5716" y="16913"/>
                  </a:lnTo>
                  <a:lnTo>
                    <a:pt x="5639" y="16334"/>
                  </a:lnTo>
                  <a:lnTo>
                    <a:pt x="5600" y="15755"/>
                  </a:lnTo>
                  <a:lnTo>
                    <a:pt x="5639" y="15214"/>
                  </a:lnTo>
                  <a:lnTo>
                    <a:pt x="5716" y="14635"/>
                  </a:lnTo>
                  <a:lnTo>
                    <a:pt x="5832" y="14056"/>
                  </a:lnTo>
                  <a:lnTo>
                    <a:pt x="6025" y="13515"/>
                  </a:lnTo>
                  <a:lnTo>
                    <a:pt x="6218" y="13013"/>
                  </a:lnTo>
                  <a:lnTo>
                    <a:pt x="6450" y="12473"/>
                  </a:lnTo>
                  <a:lnTo>
                    <a:pt x="6952" y="11469"/>
                  </a:lnTo>
                  <a:lnTo>
                    <a:pt x="7531" y="10465"/>
                  </a:lnTo>
                  <a:lnTo>
                    <a:pt x="8149" y="9461"/>
                  </a:lnTo>
                  <a:lnTo>
                    <a:pt x="8844" y="8495"/>
                  </a:lnTo>
                  <a:lnTo>
                    <a:pt x="9539" y="7530"/>
                  </a:lnTo>
                  <a:lnTo>
                    <a:pt x="10311" y="6642"/>
                  </a:lnTo>
                  <a:lnTo>
                    <a:pt x="10852" y="6063"/>
                  </a:lnTo>
                  <a:lnTo>
                    <a:pt x="11392" y="5522"/>
                  </a:lnTo>
                  <a:lnTo>
                    <a:pt x="11971" y="4981"/>
                  </a:lnTo>
                  <a:lnTo>
                    <a:pt x="12551" y="4441"/>
                  </a:lnTo>
                  <a:close/>
                  <a:moveTo>
                    <a:pt x="5986" y="18419"/>
                  </a:moveTo>
                  <a:lnTo>
                    <a:pt x="6218" y="18767"/>
                  </a:lnTo>
                  <a:lnTo>
                    <a:pt x="6450" y="19076"/>
                  </a:lnTo>
                  <a:lnTo>
                    <a:pt x="6758" y="19346"/>
                  </a:lnTo>
                  <a:lnTo>
                    <a:pt x="7067" y="19616"/>
                  </a:lnTo>
                  <a:lnTo>
                    <a:pt x="7415" y="19809"/>
                  </a:lnTo>
                  <a:lnTo>
                    <a:pt x="7801" y="19964"/>
                  </a:lnTo>
                  <a:lnTo>
                    <a:pt x="8187" y="20080"/>
                  </a:lnTo>
                  <a:lnTo>
                    <a:pt x="8612" y="20118"/>
                  </a:lnTo>
                  <a:lnTo>
                    <a:pt x="8535" y="20466"/>
                  </a:lnTo>
                  <a:lnTo>
                    <a:pt x="8496" y="20852"/>
                  </a:lnTo>
                  <a:lnTo>
                    <a:pt x="7994" y="20813"/>
                  </a:lnTo>
                  <a:lnTo>
                    <a:pt x="7531" y="20698"/>
                  </a:lnTo>
                  <a:lnTo>
                    <a:pt x="7106" y="20504"/>
                  </a:lnTo>
                  <a:lnTo>
                    <a:pt x="6720" y="20273"/>
                  </a:lnTo>
                  <a:lnTo>
                    <a:pt x="6334" y="20002"/>
                  </a:lnTo>
                  <a:lnTo>
                    <a:pt x="6025" y="19655"/>
                  </a:lnTo>
                  <a:lnTo>
                    <a:pt x="5716" y="19307"/>
                  </a:lnTo>
                  <a:lnTo>
                    <a:pt x="5446" y="18883"/>
                  </a:lnTo>
                  <a:lnTo>
                    <a:pt x="5446" y="18844"/>
                  </a:lnTo>
                  <a:lnTo>
                    <a:pt x="5986" y="18419"/>
                  </a:lnTo>
                  <a:close/>
                  <a:moveTo>
                    <a:pt x="5291" y="18960"/>
                  </a:moveTo>
                  <a:lnTo>
                    <a:pt x="5523" y="19462"/>
                  </a:lnTo>
                  <a:lnTo>
                    <a:pt x="5793" y="19887"/>
                  </a:lnTo>
                  <a:lnTo>
                    <a:pt x="6141" y="20234"/>
                  </a:lnTo>
                  <a:lnTo>
                    <a:pt x="6527" y="20582"/>
                  </a:lnTo>
                  <a:lnTo>
                    <a:pt x="6952" y="20813"/>
                  </a:lnTo>
                  <a:lnTo>
                    <a:pt x="7453" y="21006"/>
                  </a:lnTo>
                  <a:lnTo>
                    <a:pt x="7955" y="21122"/>
                  </a:lnTo>
                  <a:lnTo>
                    <a:pt x="8457" y="21161"/>
                  </a:lnTo>
                  <a:lnTo>
                    <a:pt x="8496" y="21702"/>
                  </a:lnTo>
                  <a:lnTo>
                    <a:pt x="7878" y="21624"/>
                  </a:lnTo>
                  <a:lnTo>
                    <a:pt x="7299" y="21508"/>
                  </a:lnTo>
                  <a:lnTo>
                    <a:pt x="6797" y="21315"/>
                  </a:lnTo>
                  <a:lnTo>
                    <a:pt x="6295" y="21084"/>
                  </a:lnTo>
                  <a:lnTo>
                    <a:pt x="5870" y="20775"/>
                  </a:lnTo>
                  <a:lnTo>
                    <a:pt x="5446" y="20389"/>
                  </a:lnTo>
                  <a:lnTo>
                    <a:pt x="5021" y="19964"/>
                  </a:lnTo>
                  <a:lnTo>
                    <a:pt x="4673" y="19501"/>
                  </a:lnTo>
                  <a:lnTo>
                    <a:pt x="4828" y="19385"/>
                  </a:lnTo>
                  <a:lnTo>
                    <a:pt x="4982" y="19269"/>
                  </a:lnTo>
                  <a:lnTo>
                    <a:pt x="5291" y="18960"/>
                  </a:lnTo>
                  <a:close/>
                  <a:moveTo>
                    <a:pt x="13555" y="16527"/>
                  </a:moveTo>
                  <a:lnTo>
                    <a:pt x="13748" y="17184"/>
                  </a:lnTo>
                  <a:lnTo>
                    <a:pt x="13979" y="17840"/>
                  </a:lnTo>
                  <a:lnTo>
                    <a:pt x="14250" y="18458"/>
                  </a:lnTo>
                  <a:lnTo>
                    <a:pt x="14597" y="19037"/>
                  </a:lnTo>
                  <a:lnTo>
                    <a:pt x="13670" y="20157"/>
                  </a:lnTo>
                  <a:lnTo>
                    <a:pt x="12782" y="21315"/>
                  </a:lnTo>
                  <a:lnTo>
                    <a:pt x="11083" y="23748"/>
                  </a:lnTo>
                  <a:lnTo>
                    <a:pt x="10736" y="22783"/>
                  </a:lnTo>
                  <a:lnTo>
                    <a:pt x="10350" y="21856"/>
                  </a:lnTo>
                  <a:lnTo>
                    <a:pt x="10234" y="21586"/>
                  </a:lnTo>
                  <a:lnTo>
                    <a:pt x="10195" y="21354"/>
                  </a:lnTo>
                  <a:lnTo>
                    <a:pt x="10195" y="21238"/>
                  </a:lnTo>
                  <a:lnTo>
                    <a:pt x="10234" y="21122"/>
                  </a:lnTo>
                  <a:lnTo>
                    <a:pt x="10388" y="20813"/>
                  </a:lnTo>
                  <a:lnTo>
                    <a:pt x="10813" y="20234"/>
                  </a:lnTo>
                  <a:lnTo>
                    <a:pt x="11199" y="19578"/>
                  </a:lnTo>
                  <a:lnTo>
                    <a:pt x="11199" y="19501"/>
                  </a:lnTo>
                  <a:lnTo>
                    <a:pt x="11199" y="19462"/>
                  </a:lnTo>
                  <a:lnTo>
                    <a:pt x="11161" y="19346"/>
                  </a:lnTo>
                  <a:lnTo>
                    <a:pt x="11585" y="18999"/>
                  </a:lnTo>
                  <a:lnTo>
                    <a:pt x="11971" y="18612"/>
                  </a:lnTo>
                  <a:lnTo>
                    <a:pt x="12358" y="18226"/>
                  </a:lnTo>
                  <a:lnTo>
                    <a:pt x="12705" y="17801"/>
                  </a:lnTo>
                  <a:lnTo>
                    <a:pt x="13130" y="17184"/>
                  </a:lnTo>
                  <a:lnTo>
                    <a:pt x="13555" y="16527"/>
                  </a:lnTo>
                  <a:close/>
                  <a:moveTo>
                    <a:pt x="5677" y="21161"/>
                  </a:moveTo>
                  <a:lnTo>
                    <a:pt x="5948" y="21393"/>
                  </a:lnTo>
                  <a:lnTo>
                    <a:pt x="6256" y="21547"/>
                  </a:lnTo>
                  <a:lnTo>
                    <a:pt x="6565" y="21702"/>
                  </a:lnTo>
                  <a:lnTo>
                    <a:pt x="6913" y="21817"/>
                  </a:lnTo>
                  <a:lnTo>
                    <a:pt x="6836" y="22010"/>
                  </a:lnTo>
                  <a:lnTo>
                    <a:pt x="6797" y="22204"/>
                  </a:lnTo>
                  <a:lnTo>
                    <a:pt x="6643" y="22088"/>
                  </a:lnTo>
                  <a:lnTo>
                    <a:pt x="6604" y="22010"/>
                  </a:lnTo>
                  <a:lnTo>
                    <a:pt x="6411" y="22010"/>
                  </a:lnTo>
                  <a:lnTo>
                    <a:pt x="6372" y="22088"/>
                  </a:lnTo>
                  <a:lnTo>
                    <a:pt x="6218" y="22628"/>
                  </a:lnTo>
                  <a:lnTo>
                    <a:pt x="6025" y="23092"/>
                  </a:lnTo>
                  <a:lnTo>
                    <a:pt x="5832" y="23594"/>
                  </a:lnTo>
                  <a:lnTo>
                    <a:pt x="5600" y="24057"/>
                  </a:lnTo>
                  <a:lnTo>
                    <a:pt x="5330" y="24482"/>
                  </a:lnTo>
                  <a:lnTo>
                    <a:pt x="5021" y="24907"/>
                  </a:lnTo>
                  <a:lnTo>
                    <a:pt x="4712" y="25331"/>
                  </a:lnTo>
                  <a:lnTo>
                    <a:pt x="4364" y="25717"/>
                  </a:lnTo>
                  <a:lnTo>
                    <a:pt x="4248" y="25293"/>
                  </a:lnTo>
                  <a:lnTo>
                    <a:pt x="4171" y="24868"/>
                  </a:lnTo>
                  <a:lnTo>
                    <a:pt x="4171" y="24482"/>
                  </a:lnTo>
                  <a:lnTo>
                    <a:pt x="4210" y="24057"/>
                  </a:lnTo>
                  <a:lnTo>
                    <a:pt x="4326" y="23671"/>
                  </a:lnTo>
                  <a:lnTo>
                    <a:pt x="4480" y="23285"/>
                  </a:lnTo>
                  <a:lnTo>
                    <a:pt x="4673" y="22899"/>
                  </a:lnTo>
                  <a:lnTo>
                    <a:pt x="4944" y="22512"/>
                  </a:lnTo>
                  <a:lnTo>
                    <a:pt x="5175" y="22204"/>
                  </a:lnTo>
                  <a:lnTo>
                    <a:pt x="5330" y="21895"/>
                  </a:lnTo>
                  <a:lnTo>
                    <a:pt x="5407" y="21740"/>
                  </a:lnTo>
                  <a:lnTo>
                    <a:pt x="5407" y="21586"/>
                  </a:lnTo>
                  <a:lnTo>
                    <a:pt x="5368" y="21470"/>
                  </a:lnTo>
                  <a:lnTo>
                    <a:pt x="5291" y="21315"/>
                  </a:lnTo>
                  <a:lnTo>
                    <a:pt x="5446" y="21238"/>
                  </a:lnTo>
                  <a:lnTo>
                    <a:pt x="5677" y="21161"/>
                  </a:lnTo>
                  <a:close/>
                  <a:moveTo>
                    <a:pt x="4905" y="20466"/>
                  </a:moveTo>
                  <a:lnTo>
                    <a:pt x="5175" y="20736"/>
                  </a:lnTo>
                  <a:lnTo>
                    <a:pt x="5484" y="21006"/>
                  </a:lnTo>
                  <a:lnTo>
                    <a:pt x="5252" y="21084"/>
                  </a:lnTo>
                  <a:lnTo>
                    <a:pt x="5021" y="21161"/>
                  </a:lnTo>
                  <a:lnTo>
                    <a:pt x="4982" y="21200"/>
                  </a:lnTo>
                  <a:lnTo>
                    <a:pt x="4944" y="21277"/>
                  </a:lnTo>
                  <a:lnTo>
                    <a:pt x="4982" y="21354"/>
                  </a:lnTo>
                  <a:lnTo>
                    <a:pt x="5021" y="21393"/>
                  </a:lnTo>
                  <a:lnTo>
                    <a:pt x="5059" y="21470"/>
                  </a:lnTo>
                  <a:lnTo>
                    <a:pt x="5098" y="21547"/>
                  </a:lnTo>
                  <a:lnTo>
                    <a:pt x="5059" y="21779"/>
                  </a:lnTo>
                  <a:lnTo>
                    <a:pt x="4905" y="22049"/>
                  </a:lnTo>
                  <a:lnTo>
                    <a:pt x="4750" y="22358"/>
                  </a:lnTo>
                  <a:lnTo>
                    <a:pt x="4364" y="22937"/>
                  </a:lnTo>
                  <a:lnTo>
                    <a:pt x="4133" y="23323"/>
                  </a:lnTo>
                  <a:lnTo>
                    <a:pt x="3940" y="23748"/>
                  </a:lnTo>
                  <a:lnTo>
                    <a:pt x="3862" y="24212"/>
                  </a:lnTo>
                  <a:lnTo>
                    <a:pt x="3824" y="24714"/>
                  </a:lnTo>
                  <a:lnTo>
                    <a:pt x="3862" y="25177"/>
                  </a:lnTo>
                  <a:lnTo>
                    <a:pt x="3940" y="25409"/>
                  </a:lnTo>
                  <a:lnTo>
                    <a:pt x="4017" y="25640"/>
                  </a:lnTo>
                  <a:lnTo>
                    <a:pt x="4133" y="25872"/>
                  </a:lnTo>
                  <a:lnTo>
                    <a:pt x="4248" y="26065"/>
                  </a:lnTo>
                  <a:lnTo>
                    <a:pt x="4287" y="26104"/>
                  </a:lnTo>
                  <a:lnTo>
                    <a:pt x="4364" y="26104"/>
                  </a:lnTo>
                  <a:lnTo>
                    <a:pt x="4403" y="26065"/>
                  </a:lnTo>
                  <a:lnTo>
                    <a:pt x="4442" y="25988"/>
                  </a:lnTo>
                  <a:lnTo>
                    <a:pt x="4480" y="25988"/>
                  </a:lnTo>
                  <a:lnTo>
                    <a:pt x="4828" y="25602"/>
                  </a:lnTo>
                  <a:lnTo>
                    <a:pt x="5175" y="25215"/>
                  </a:lnTo>
                  <a:lnTo>
                    <a:pt x="5484" y="24791"/>
                  </a:lnTo>
                  <a:lnTo>
                    <a:pt x="5793" y="24366"/>
                  </a:lnTo>
                  <a:lnTo>
                    <a:pt x="6025" y="23903"/>
                  </a:lnTo>
                  <a:lnTo>
                    <a:pt x="6256" y="23439"/>
                  </a:lnTo>
                  <a:lnTo>
                    <a:pt x="6450" y="22937"/>
                  </a:lnTo>
                  <a:lnTo>
                    <a:pt x="6604" y="22435"/>
                  </a:lnTo>
                  <a:lnTo>
                    <a:pt x="6720" y="22551"/>
                  </a:lnTo>
                  <a:lnTo>
                    <a:pt x="6913" y="22590"/>
                  </a:lnTo>
                  <a:lnTo>
                    <a:pt x="6952" y="22628"/>
                  </a:lnTo>
                  <a:lnTo>
                    <a:pt x="7029" y="22590"/>
                  </a:lnTo>
                  <a:lnTo>
                    <a:pt x="7067" y="22512"/>
                  </a:lnTo>
                  <a:lnTo>
                    <a:pt x="7067" y="22474"/>
                  </a:lnTo>
                  <a:lnTo>
                    <a:pt x="7145" y="21895"/>
                  </a:lnTo>
                  <a:lnTo>
                    <a:pt x="7608" y="22010"/>
                  </a:lnTo>
                  <a:lnTo>
                    <a:pt x="7724" y="22512"/>
                  </a:lnTo>
                  <a:lnTo>
                    <a:pt x="7762" y="23014"/>
                  </a:lnTo>
                  <a:lnTo>
                    <a:pt x="7801" y="23555"/>
                  </a:lnTo>
                  <a:lnTo>
                    <a:pt x="7801" y="24057"/>
                  </a:lnTo>
                  <a:lnTo>
                    <a:pt x="7608" y="23903"/>
                  </a:lnTo>
                  <a:lnTo>
                    <a:pt x="7492" y="23671"/>
                  </a:lnTo>
                  <a:lnTo>
                    <a:pt x="7376" y="23439"/>
                  </a:lnTo>
                  <a:lnTo>
                    <a:pt x="7338" y="23169"/>
                  </a:lnTo>
                  <a:lnTo>
                    <a:pt x="7338" y="23092"/>
                  </a:lnTo>
                  <a:lnTo>
                    <a:pt x="7299" y="23053"/>
                  </a:lnTo>
                  <a:lnTo>
                    <a:pt x="7183" y="23014"/>
                  </a:lnTo>
                  <a:lnTo>
                    <a:pt x="7106" y="23014"/>
                  </a:lnTo>
                  <a:lnTo>
                    <a:pt x="7067" y="23053"/>
                  </a:lnTo>
                  <a:lnTo>
                    <a:pt x="7029" y="23092"/>
                  </a:lnTo>
                  <a:lnTo>
                    <a:pt x="6990" y="23169"/>
                  </a:lnTo>
                  <a:lnTo>
                    <a:pt x="6952" y="23787"/>
                  </a:lnTo>
                  <a:lnTo>
                    <a:pt x="6797" y="24405"/>
                  </a:lnTo>
                  <a:lnTo>
                    <a:pt x="6681" y="24675"/>
                  </a:lnTo>
                  <a:lnTo>
                    <a:pt x="6565" y="24984"/>
                  </a:lnTo>
                  <a:lnTo>
                    <a:pt x="6411" y="25254"/>
                  </a:lnTo>
                  <a:lnTo>
                    <a:pt x="6218" y="25524"/>
                  </a:lnTo>
                  <a:lnTo>
                    <a:pt x="5832" y="25988"/>
                  </a:lnTo>
                  <a:lnTo>
                    <a:pt x="5600" y="26219"/>
                  </a:lnTo>
                  <a:lnTo>
                    <a:pt x="5368" y="26451"/>
                  </a:lnTo>
                  <a:lnTo>
                    <a:pt x="5098" y="26644"/>
                  </a:lnTo>
                  <a:lnTo>
                    <a:pt x="4828" y="26799"/>
                  </a:lnTo>
                  <a:lnTo>
                    <a:pt x="4557" y="26953"/>
                  </a:lnTo>
                  <a:lnTo>
                    <a:pt x="4248" y="27030"/>
                  </a:lnTo>
                  <a:lnTo>
                    <a:pt x="4017" y="27030"/>
                  </a:lnTo>
                  <a:lnTo>
                    <a:pt x="3862" y="26992"/>
                  </a:lnTo>
                  <a:lnTo>
                    <a:pt x="3708" y="26915"/>
                  </a:lnTo>
                  <a:lnTo>
                    <a:pt x="3592" y="26760"/>
                  </a:lnTo>
                  <a:lnTo>
                    <a:pt x="3515" y="26606"/>
                  </a:lnTo>
                  <a:lnTo>
                    <a:pt x="3438" y="26413"/>
                  </a:lnTo>
                  <a:lnTo>
                    <a:pt x="3322" y="25988"/>
                  </a:lnTo>
                  <a:lnTo>
                    <a:pt x="3206" y="25293"/>
                  </a:lnTo>
                  <a:lnTo>
                    <a:pt x="3167" y="24945"/>
                  </a:lnTo>
                  <a:lnTo>
                    <a:pt x="3167" y="24598"/>
                  </a:lnTo>
                  <a:lnTo>
                    <a:pt x="3206" y="24173"/>
                  </a:lnTo>
                  <a:lnTo>
                    <a:pt x="3283" y="23787"/>
                  </a:lnTo>
                  <a:lnTo>
                    <a:pt x="3360" y="23401"/>
                  </a:lnTo>
                  <a:lnTo>
                    <a:pt x="3515" y="23014"/>
                  </a:lnTo>
                  <a:lnTo>
                    <a:pt x="3708" y="22667"/>
                  </a:lnTo>
                  <a:lnTo>
                    <a:pt x="3901" y="22319"/>
                  </a:lnTo>
                  <a:lnTo>
                    <a:pt x="4171" y="22010"/>
                  </a:lnTo>
                  <a:lnTo>
                    <a:pt x="4480" y="21702"/>
                  </a:lnTo>
                  <a:lnTo>
                    <a:pt x="4519" y="21624"/>
                  </a:lnTo>
                  <a:lnTo>
                    <a:pt x="4519" y="21547"/>
                  </a:lnTo>
                  <a:lnTo>
                    <a:pt x="4442" y="21470"/>
                  </a:lnTo>
                  <a:lnTo>
                    <a:pt x="4364" y="21431"/>
                  </a:lnTo>
                  <a:lnTo>
                    <a:pt x="3553" y="21315"/>
                  </a:lnTo>
                  <a:lnTo>
                    <a:pt x="3862" y="21045"/>
                  </a:lnTo>
                  <a:lnTo>
                    <a:pt x="4171" y="20775"/>
                  </a:lnTo>
                  <a:lnTo>
                    <a:pt x="4519" y="20582"/>
                  </a:lnTo>
                  <a:lnTo>
                    <a:pt x="4905" y="20466"/>
                  </a:lnTo>
                  <a:close/>
                  <a:moveTo>
                    <a:pt x="18845" y="0"/>
                  </a:moveTo>
                  <a:lnTo>
                    <a:pt x="18806" y="77"/>
                  </a:lnTo>
                  <a:lnTo>
                    <a:pt x="18729" y="39"/>
                  </a:lnTo>
                  <a:lnTo>
                    <a:pt x="18652" y="39"/>
                  </a:lnTo>
                  <a:lnTo>
                    <a:pt x="17455" y="618"/>
                  </a:lnTo>
                  <a:lnTo>
                    <a:pt x="16296" y="1236"/>
                  </a:lnTo>
                  <a:lnTo>
                    <a:pt x="15215" y="1931"/>
                  </a:lnTo>
                  <a:lnTo>
                    <a:pt x="14134" y="2664"/>
                  </a:lnTo>
                  <a:lnTo>
                    <a:pt x="13091" y="3475"/>
                  </a:lnTo>
                  <a:lnTo>
                    <a:pt x="12087" y="4325"/>
                  </a:lnTo>
                  <a:lnTo>
                    <a:pt x="11161" y="5213"/>
                  </a:lnTo>
                  <a:lnTo>
                    <a:pt x="10272" y="6178"/>
                  </a:lnTo>
                  <a:lnTo>
                    <a:pt x="9384" y="7144"/>
                  </a:lnTo>
                  <a:lnTo>
                    <a:pt x="8573" y="8186"/>
                  </a:lnTo>
                  <a:lnTo>
                    <a:pt x="7840" y="9268"/>
                  </a:lnTo>
                  <a:lnTo>
                    <a:pt x="7145" y="10387"/>
                  </a:lnTo>
                  <a:lnTo>
                    <a:pt x="6643" y="11276"/>
                  </a:lnTo>
                  <a:lnTo>
                    <a:pt x="6179" y="12164"/>
                  </a:lnTo>
                  <a:lnTo>
                    <a:pt x="5368" y="12241"/>
                  </a:lnTo>
                  <a:lnTo>
                    <a:pt x="4557" y="12395"/>
                  </a:lnTo>
                  <a:lnTo>
                    <a:pt x="3785" y="12627"/>
                  </a:lnTo>
                  <a:lnTo>
                    <a:pt x="3013" y="12936"/>
                  </a:lnTo>
                  <a:lnTo>
                    <a:pt x="2936" y="12975"/>
                  </a:lnTo>
                  <a:lnTo>
                    <a:pt x="2897" y="13013"/>
                  </a:lnTo>
                  <a:lnTo>
                    <a:pt x="2897" y="13168"/>
                  </a:lnTo>
                  <a:lnTo>
                    <a:pt x="2704" y="13361"/>
                  </a:lnTo>
                  <a:lnTo>
                    <a:pt x="2549" y="13592"/>
                  </a:lnTo>
                  <a:lnTo>
                    <a:pt x="2395" y="13863"/>
                  </a:lnTo>
                  <a:lnTo>
                    <a:pt x="2279" y="14133"/>
                  </a:lnTo>
                  <a:lnTo>
                    <a:pt x="2086" y="14712"/>
                  </a:lnTo>
                  <a:lnTo>
                    <a:pt x="1854" y="15214"/>
                  </a:lnTo>
                  <a:lnTo>
                    <a:pt x="1430" y="15987"/>
                  </a:lnTo>
                  <a:lnTo>
                    <a:pt x="1005" y="16759"/>
                  </a:lnTo>
                  <a:lnTo>
                    <a:pt x="541" y="17493"/>
                  </a:lnTo>
                  <a:lnTo>
                    <a:pt x="39" y="18226"/>
                  </a:lnTo>
                  <a:lnTo>
                    <a:pt x="1" y="18303"/>
                  </a:lnTo>
                  <a:lnTo>
                    <a:pt x="1" y="18381"/>
                  </a:lnTo>
                  <a:lnTo>
                    <a:pt x="39" y="18419"/>
                  </a:lnTo>
                  <a:lnTo>
                    <a:pt x="117" y="18458"/>
                  </a:lnTo>
                  <a:lnTo>
                    <a:pt x="117" y="18535"/>
                  </a:lnTo>
                  <a:lnTo>
                    <a:pt x="117" y="18612"/>
                  </a:lnTo>
                  <a:lnTo>
                    <a:pt x="155" y="18651"/>
                  </a:lnTo>
                  <a:lnTo>
                    <a:pt x="233" y="18690"/>
                  </a:lnTo>
                  <a:lnTo>
                    <a:pt x="1159" y="18612"/>
                  </a:lnTo>
                  <a:lnTo>
                    <a:pt x="2086" y="18574"/>
                  </a:lnTo>
                  <a:lnTo>
                    <a:pt x="3901" y="18381"/>
                  </a:lnTo>
                  <a:lnTo>
                    <a:pt x="3978" y="18342"/>
                  </a:lnTo>
                  <a:lnTo>
                    <a:pt x="4055" y="18265"/>
                  </a:lnTo>
                  <a:lnTo>
                    <a:pt x="4596" y="17106"/>
                  </a:lnTo>
                  <a:lnTo>
                    <a:pt x="5252" y="15987"/>
                  </a:lnTo>
                  <a:lnTo>
                    <a:pt x="5291" y="16566"/>
                  </a:lnTo>
                  <a:lnTo>
                    <a:pt x="5446" y="17106"/>
                  </a:lnTo>
                  <a:lnTo>
                    <a:pt x="5600" y="17647"/>
                  </a:lnTo>
                  <a:lnTo>
                    <a:pt x="5832" y="18188"/>
                  </a:lnTo>
                  <a:lnTo>
                    <a:pt x="5446" y="18381"/>
                  </a:lnTo>
                  <a:lnTo>
                    <a:pt x="5059" y="18651"/>
                  </a:lnTo>
                  <a:lnTo>
                    <a:pt x="4673" y="18960"/>
                  </a:lnTo>
                  <a:lnTo>
                    <a:pt x="4519" y="19153"/>
                  </a:lnTo>
                  <a:lnTo>
                    <a:pt x="4403" y="19346"/>
                  </a:lnTo>
                  <a:lnTo>
                    <a:pt x="4403" y="19423"/>
                  </a:lnTo>
                  <a:lnTo>
                    <a:pt x="4442" y="19501"/>
                  </a:lnTo>
                  <a:lnTo>
                    <a:pt x="4442" y="19539"/>
                  </a:lnTo>
                  <a:lnTo>
                    <a:pt x="4442" y="19616"/>
                  </a:lnTo>
                  <a:lnTo>
                    <a:pt x="4596" y="19964"/>
                  </a:lnTo>
                  <a:lnTo>
                    <a:pt x="4789" y="20273"/>
                  </a:lnTo>
                  <a:lnTo>
                    <a:pt x="4519" y="20311"/>
                  </a:lnTo>
                  <a:lnTo>
                    <a:pt x="4287" y="20389"/>
                  </a:lnTo>
                  <a:lnTo>
                    <a:pt x="4055" y="20504"/>
                  </a:lnTo>
                  <a:lnTo>
                    <a:pt x="3862" y="20620"/>
                  </a:lnTo>
                  <a:lnTo>
                    <a:pt x="3669" y="20775"/>
                  </a:lnTo>
                  <a:lnTo>
                    <a:pt x="3476" y="20968"/>
                  </a:lnTo>
                  <a:lnTo>
                    <a:pt x="3283" y="21161"/>
                  </a:lnTo>
                  <a:lnTo>
                    <a:pt x="3129" y="21354"/>
                  </a:lnTo>
                  <a:lnTo>
                    <a:pt x="3090" y="21431"/>
                  </a:lnTo>
                  <a:lnTo>
                    <a:pt x="3129" y="21508"/>
                  </a:lnTo>
                  <a:lnTo>
                    <a:pt x="3167" y="21586"/>
                  </a:lnTo>
                  <a:lnTo>
                    <a:pt x="3244" y="21624"/>
                  </a:lnTo>
                  <a:lnTo>
                    <a:pt x="4017" y="21702"/>
                  </a:lnTo>
                  <a:lnTo>
                    <a:pt x="3746" y="22010"/>
                  </a:lnTo>
                  <a:lnTo>
                    <a:pt x="3476" y="22358"/>
                  </a:lnTo>
                  <a:lnTo>
                    <a:pt x="3283" y="22706"/>
                  </a:lnTo>
                  <a:lnTo>
                    <a:pt x="3129" y="23092"/>
                  </a:lnTo>
                  <a:lnTo>
                    <a:pt x="3013" y="23478"/>
                  </a:lnTo>
                  <a:lnTo>
                    <a:pt x="2897" y="23864"/>
                  </a:lnTo>
                  <a:lnTo>
                    <a:pt x="2858" y="24289"/>
                  </a:lnTo>
                  <a:lnTo>
                    <a:pt x="2858" y="24714"/>
                  </a:lnTo>
                  <a:lnTo>
                    <a:pt x="2858" y="25370"/>
                  </a:lnTo>
                  <a:lnTo>
                    <a:pt x="2897" y="25795"/>
                  </a:lnTo>
                  <a:lnTo>
                    <a:pt x="2974" y="26219"/>
                  </a:lnTo>
                  <a:lnTo>
                    <a:pt x="3090" y="26644"/>
                  </a:lnTo>
                  <a:lnTo>
                    <a:pt x="3244" y="26992"/>
                  </a:lnTo>
                  <a:lnTo>
                    <a:pt x="3360" y="27146"/>
                  </a:lnTo>
                  <a:lnTo>
                    <a:pt x="3438" y="27262"/>
                  </a:lnTo>
                  <a:lnTo>
                    <a:pt x="3553" y="27378"/>
                  </a:lnTo>
                  <a:lnTo>
                    <a:pt x="3708" y="27417"/>
                  </a:lnTo>
                  <a:lnTo>
                    <a:pt x="3862" y="27455"/>
                  </a:lnTo>
                  <a:lnTo>
                    <a:pt x="4017" y="27455"/>
                  </a:lnTo>
                  <a:lnTo>
                    <a:pt x="4364" y="27417"/>
                  </a:lnTo>
                  <a:lnTo>
                    <a:pt x="4750" y="27262"/>
                  </a:lnTo>
                  <a:lnTo>
                    <a:pt x="5098" y="27069"/>
                  </a:lnTo>
                  <a:lnTo>
                    <a:pt x="5407" y="26837"/>
                  </a:lnTo>
                  <a:lnTo>
                    <a:pt x="5716" y="26567"/>
                  </a:lnTo>
                  <a:lnTo>
                    <a:pt x="6218" y="26065"/>
                  </a:lnTo>
                  <a:lnTo>
                    <a:pt x="6565" y="25602"/>
                  </a:lnTo>
                  <a:lnTo>
                    <a:pt x="6874" y="25100"/>
                  </a:lnTo>
                  <a:lnTo>
                    <a:pt x="7106" y="24559"/>
                  </a:lnTo>
                  <a:lnTo>
                    <a:pt x="7260" y="23980"/>
                  </a:lnTo>
                  <a:lnTo>
                    <a:pt x="7376" y="24134"/>
                  </a:lnTo>
                  <a:lnTo>
                    <a:pt x="7531" y="24289"/>
                  </a:lnTo>
                  <a:lnTo>
                    <a:pt x="7685" y="24405"/>
                  </a:lnTo>
                  <a:lnTo>
                    <a:pt x="7878" y="24520"/>
                  </a:lnTo>
                  <a:lnTo>
                    <a:pt x="7955" y="24559"/>
                  </a:lnTo>
                  <a:lnTo>
                    <a:pt x="8033" y="24520"/>
                  </a:lnTo>
                  <a:lnTo>
                    <a:pt x="8110" y="24482"/>
                  </a:lnTo>
                  <a:lnTo>
                    <a:pt x="8110" y="24366"/>
                  </a:lnTo>
                  <a:lnTo>
                    <a:pt x="8149" y="23787"/>
                  </a:lnTo>
                  <a:lnTo>
                    <a:pt x="8149" y="23208"/>
                  </a:lnTo>
                  <a:lnTo>
                    <a:pt x="8071" y="22628"/>
                  </a:lnTo>
                  <a:lnTo>
                    <a:pt x="7955" y="22049"/>
                  </a:lnTo>
                  <a:lnTo>
                    <a:pt x="8535" y="22049"/>
                  </a:lnTo>
                  <a:lnTo>
                    <a:pt x="8651" y="22010"/>
                  </a:lnTo>
                  <a:lnTo>
                    <a:pt x="8728" y="21972"/>
                  </a:lnTo>
                  <a:lnTo>
                    <a:pt x="8766" y="21933"/>
                  </a:lnTo>
                  <a:lnTo>
                    <a:pt x="8766" y="21895"/>
                  </a:lnTo>
                  <a:lnTo>
                    <a:pt x="8844" y="21006"/>
                  </a:lnTo>
                  <a:lnTo>
                    <a:pt x="8921" y="20543"/>
                  </a:lnTo>
                  <a:lnTo>
                    <a:pt x="8998" y="20118"/>
                  </a:lnTo>
                  <a:lnTo>
                    <a:pt x="9153" y="20118"/>
                  </a:lnTo>
                  <a:lnTo>
                    <a:pt x="9577" y="20041"/>
                  </a:lnTo>
                  <a:lnTo>
                    <a:pt x="9963" y="19964"/>
                  </a:lnTo>
                  <a:lnTo>
                    <a:pt x="10311" y="19809"/>
                  </a:lnTo>
                  <a:lnTo>
                    <a:pt x="10659" y="19655"/>
                  </a:lnTo>
                  <a:lnTo>
                    <a:pt x="10157" y="20389"/>
                  </a:lnTo>
                  <a:lnTo>
                    <a:pt x="9616" y="21161"/>
                  </a:lnTo>
                  <a:lnTo>
                    <a:pt x="9577" y="21238"/>
                  </a:lnTo>
                  <a:lnTo>
                    <a:pt x="9616" y="21354"/>
                  </a:lnTo>
                  <a:lnTo>
                    <a:pt x="9963" y="22049"/>
                  </a:lnTo>
                  <a:lnTo>
                    <a:pt x="10272" y="22783"/>
                  </a:lnTo>
                  <a:lnTo>
                    <a:pt x="10581" y="23516"/>
                  </a:lnTo>
                  <a:lnTo>
                    <a:pt x="10813" y="24250"/>
                  </a:lnTo>
                  <a:lnTo>
                    <a:pt x="10890" y="24327"/>
                  </a:lnTo>
                  <a:lnTo>
                    <a:pt x="11006" y="24405"/>
                  </a:lnTo>
                  <a:lnTo>
                    <a:pt x="11122" y="24405"/>
                  </a:lnTo>
                  <a:lnTo>
                    <a:pt x="11199" y="24289"/>
                  </a:lnTo>
                  <a:lnTo>
                    <a:pt x="13130" y="21740"/>
                  </a:lnTo>
                  <a:lnTo>
                    <a:pt x="14095" y="20389"/>
                  </a:lnTo>
                  <a:lnTo>
                    <a:pt x="14520" y="19732"/>
                  </a:lnTo>
                  <a:lnTo>
                    <a:pt x="14945" y="19037"/>
                  </a:lnTo>
                  <a:lnTo>
                    <a:pt x="14983" y="18960"/>
                  </a:lnTo>
                  <a:lnTo>
                    <a:pt x="14945" y="18883"/>
                  </a:lnTo>
                  <a:lnTo>
                    <a:pt x="14790" y="18535"/>
                  </a:lnTo>
                  <a:lnTo>
                    <a:pt x="14597" y="18149"/>
                  </a:lnTo>
                  <a:lnTo>
                    <a:pt x="14288" y="17454"/>
                  </a:lnTo>
                  <a:lnTo>
                    <a:pt x="13786" y="16180"/>
                  </a:lnTo>
                  <a:lnTo>
                    <a:pt x="14211" y="15369"/>
                  </a:lnTo>
                  <a:lnTo>
                    <a:pt x="14674" y="14558"/>
                  </a:lnTo>
                  <a:lnTo>
                    <a:pt x="15061" y="13708"/>
                  </a:lnTo>
                  <a:lnTo>
                    <a:pt x="15447" y="12897"/>
                  </a:lnTo>
                  <a:lnTo>
                    <a:pt x="16065" y="11391"/>
                  </a:lnTo>
                  <a:lnTo>
                    <a:pt x="16644" y="9885"/>
                  </a:lnTo>
                  <a:lnTo>
                    <a:pt x="17146" y="8341"/>
                  </a:lnTo>
                  <a:lnTo>
                    <a:pt x="17609" y="6796"/>
                  </a:lnTo>
                  <a:lnTo>
                    <a:pt x="17995" y="5213"/>
                  </a:lnTo>
                  <a:lnTo>
                    <a:pt x="18382" y="3630"/>
                  </a:lnTo>
                  <a:lnTo>
                    <a:pt x="18729" y="2047"/>
                  </a:lnTo>
                  <a:lnTo>
                    <a:pt x="19038" y="463"/>
                  </a:lnTo>
                  <a:lnTo>
                    <a:pt x="19038" y="386"/>
                  </a:lnTo>
                  <a:lnTo>
                    <a:pt x="18999" y="309"/>
                  </a:lnTo>
                  <a:lnTo>
                    <a:pt x="18999" y="232"/>
                  </a:lnTo>
                  <a:lnTo>
                    <a:pt x="18999" y="77"/>
                  </a:lnTo>
                  <a:lnTo>
                    <a:pt x="18961" y="39"/>
                  </a:lnTo>
                  <a:lnTo>
                    <a:pt x="1888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Google Shape;1471;p7"/>
            <p:cNvSpPr/>
            <p:nvPr/>
          </p:nvSpPr>
          <p:spPr>
            <a:xfrm>
              <a:off x="5947325" y="1038225"/>
              <a:ext cx="458575" cy="289650"/>
            </a:xfrm>
            <a:custGeom>
              <a:avLst/>
              <a:gdLst/>
              <a:ahLst/>
              <a:cxnLst/>
              <a:rect l="l" t="t" r="r" b="b"/>
              <a:pathLst>
                <a:path w="18343" h="11586" extrusionOk="0">
                  <a:moveTo>
                    <a:pt x="17068" y="387"/>
                  </a:moveTo>
                  <a:lnTo>
                    <a:pt x="17145" y="426"/>
                  </a:lnTo>
                  <a:lnTo>
                    <a:pt x="17223" y="503"/>
                  </a:lnTo>
                  <a:lnTo>
                    <a:pt x="17300" y="735"/>
                  </a:lnTo>
                  <a:lnTo>
                    <a:pt x="17377" y="928"/>
                  </a:lnTo>
                  <a:lnTo>
                    <a:pt x="17377" y="1121"/>
                  </a:lnTo>
                  <a:lnTo>
                    <a:pt x="17338" y="1314"/>
                  </a:lnTo>
                  <a:lnTo>
                    <a:pt x="17223" y="1546"/>
                  </a:lnTo>
                  <a:lnTo>
                    <a:pt x="16952" y="1893"/>
                  </a:lnTo>
                  <a:lnTo>
                    <a:pt x="16721" y="2125"/>
                  </a:lnTo>
                  <a:lnTo>
                    <a:pt x="16450" y="2356"/>
                  </a:lnTo>
                  <a:lnTo>
                    <a:pt x="16180" y="2550"/>
                  </a:lnTo>
                  <a:lnTo>
                    <a:pt x="15871" y="2665"/>
                  </a:lnTo>
                  <a:lnTo>
                    <a:pt x="15871" y="2086"/>
                  </a:lnTo>
                  <a:lnTo>
                    <a:pt x="15910" y="1777"/>
                  </a:lnTo>
                  <a:lnTo>
                    <a:pt x="15948" y="1468"/>
                  </a:lnTo>
                  <a:lnTo>
                    <a:pt x="16025" y="1198"/>
                  </a:lnTo>
                  <a:lnTo>
                    <a:pt x="16180" y="928"/>
                  </a:lnTo>
                  <a:lnTo>
                    <a:pt x="16334" y="696"/>
                  </a:lnTo>
                  <a:lnTo>
                    <a:pt x="16605" y="503"/>
                  </a:lnTo>
                  <a:lnTo>
                    <a:pt x="16836" y="426"/>
                  </a:lnTo>
                  <a:lnTo>
                    <a:pt x="16991" y="387"/>
                  </a:lnTo>
                  <a:close/>
                  <a:moveTo>
                    <a:pt x="14597" y="2974"/>
                  </a:moveTo>
                  <a:lnTo>
                    <a:pt x="14867" y="3013"/>
                  </a:lnTo>
                  <a:lnTo>
                    <a:pt x="15137" y="3090"/>
                  </a:lnTo>
                  <a:lnTo>
                    <a:pt x="15099" y="3206"/>
                  </a:lnTo>
                  <a:lnTo>
                    <a:pt x="14713" y="3515"/>
                  </a:lnTo>
                  <a:lnTo>
                    <a:pt x="14288" y="3747"/>
                  </a:lnTo>
                  <a:lnTo>
                    <a:pt x="14056" y="3862"/>
                  </a:lnTo>
                  <a:lnTo>
                    <a:pt x="13786" y="3940"/>
                  </a:lnTo>
                  <a:lnTo>
                    <a:pt x="13477" y="4017"/>
                  </a:lnTo>
                  <a:lnTo>
                    <a:pt x="13052" y="4017"/>
                  </a:lnTo>
                  <a:lnTo>
                    <a:pt x="12975" y="3940"/>
                  </a:lnTo>
                  <a:lnTo>
                    <a:pt x="12975" y="3862"/>
                  </a:lnTo>
                  <a:lnTo>
                    <a:pt x="12975" y="3708"/>
                  </a:lnTo>
                  <a:lnTo>
                    <a:pt x="13014" y="3476"/>
                  </a:lnTo>
                  <a:lnTo>
                    <a:pt x="13052" y="3360"/>
                  </a:lnTo>
                  <a:lnTo>
                    <a:pt x="13207" y="3245"/>
                  </a:lnTo>
                  <a:lnTo>
                    <a:pt x="13400" y="3167"/>
                  </a:lnTo>
                  <a:lnTo>
                    <a:pt x="13709" y="3052"/>
                  </a:lnTo>
                  <a:lnTo>
                    <a:pt x="14018" y="3013"/>
                  </a:lnTo>
                  <a:lnTo>
                    <a:pt x="14326" y="2974"/>
                  </a:lnTo>
                  <a:close/>
                  <a:moveTo>
                    <a:pt x="15678" y="3283"/>
                  </a:moveTo>
                  <a:lnTo>
                    <a:pt x="16334" y="3476"/>
                  </a:lnTo>
                  <a:lnTo>
                    <a:pt x="16643" y="3554"/>
                  </a:lnTo>
                  <a:lnTo>
                    <a:pt x="16991" y="3669"/>
                  </a:lnTo>
                  <a:lnTo>
                    <a:pt x="17261" y="3824"/>
                  </a:lnTo>
                  <a:lnTo>
                    <a:pt x="17531" y="4017"/>
                  </a:lnTo>
                  <a:lnTo>
                    <a:pt x="17725" y="4287"/>
                  </a:lnTo>
                  <a:lnTo>
                    <a:pt x="17802" y="4403"/>
                  </a:lnTo>
                  <a:lnTo>
                    <a:pt x="17879" y="4596"/>
                  </a:lnTo>
                  <a:lnTo>
                    <a:pt x="17918" y="4789"/>
                  </a:lnTo>
                  <a:lnTo>
                    <a:pt x="17879" y="4944"/>
                  </a:lnTo>
                  <a:lnTo>
                    <a:pt x="17802" y="5059"/>
                  </a:lnTo>
                  <a:lnTo>
                    <a:pt x="17647" y="5137"/>
                  </a:lnTo>
                  <a:lnTo>
                    <a:pt x="17493" y="5175"/>
                  </a:lnTo>
                  <a:lnTo>
                    <a:pt x="17338" y="5175"/>
                  </a:lnTo>
                  <a:lnTo>
                    <a:pt x="17145" y="5137"/>
                  </a:lnTo>
                  <a:lnTo>
                    <a:pt x="16991" y="5059"/>
                  </a:lnTo>
                  <a:lnTo>
                    <a:pt x="16643" y="4789"/>
                  </a:lnTo>
                  <a:lnTo>
                    <a:pt x="16373" y="4480"/>
                  </a:lnTo>
                  <a:lnTo>
                    <a:pt x="16180" y="4210"/>
                  </a:lnTo>
                  <a:lnTo>
                    <a:pt x="15987" y="3901"/>
                  </a:lnTo>
                  <a:lnTo>
                    <a:pt x="15832" y="3592"/>
                  </a:lnTo>
                  <a:lnTo>
                    <a:pt x="15678" y="3283"/>
                  </a:lnTo>
                  <a:close/>
                  <a:moveTo>
                    <a:pt x="4634" y="542"/>
                  </a:moveTo>
                  <a:lnTo>
                    <a:pt x="5252" y="580"/>
                  </a:lnTo>
                  <a:lnTo>
                    <a:pt x="5831" y="696"/>
                  </a:lnTo>
                  <a:lnTo>
                    <a:pt x="6410" y="850"/>
                  </a:lnTo>
                  <a:lnTo>
                    <a:pt x="6990" y="1121"/>
                  </a:lnTo>
                  <a:lnTo>
                    <a:pt x="7492" y="1430"/>
                  </a:lnTo>
                  <a:lnTo>
                    <a:pt x="7916" y="1739"/>
                  </a:lnTo>
                  <a:lnTo>
                    <a:pt x="8303" y="2086"/>
                  </a:lnTo>
                  <a:lnTo>
                    <a:pt x="8650" y="2472"/>
                  </a:lnTo>
                  <a:lnTo>
                    <a:pt x="8959" y="2858"/>
                  </a:lnTo>
                  <a:lnTo>
                    <a:pt x="9538" y="3669"/>
                  </a:lnTo>
                  <a:lnTo>
                    <a:pt x="10156" y="4480"/>
                  </a:lnTo>
                  <a:lnTo>
                    <a:pt x="10388" y="4828"/>
                  </a:lnTo>
                  <a:lnTo>
                    <a:pt x="10697" y="5137"/>
                  </a:lnTo>
                  <a:lnTo>
                    <a:pt x="11006" y="5446"/>
                  </a:lnTo>
                  <a:lnTo>
                    <a:pt x="11353" y="5677"/>
                  </a:lnTo>
                  <a:lnTo>
                    <a:pt x="11701" y="5870"/>
                  </a:lnTo>
                  <a:lnTo>
                    <a:pt x="12125" y="5986"/>
                  </a:lnTo>
                  <a:lnTo>
                    <a:pt x="12512" y="6025"/>
                  </a:lnTo>
                  <a:lnTo>
                    <a:pt x="12975" y="5986"/>
                  </a:lnTo>
                  <a:lnTo>
                    <a:pt x="13322" y="5870"/>
                  </a:lnTo>
                  <a:lnTo>
                    <a:pt x="13631" y="5755"/>
                  </a:lnTo>
                  <a:lnTo>
                    <a:pt x="13902" y="5600"/>
                  </a:lnTo>
                  <a:lnTo>
                    <a:pt x="14172" y="5407"/>
                  </a:lnTo>
                  <a:lnTo>
                    <a:pt x="14404" y="5214"/>
                  </a:lnTo>
                  <a:lnTo>
                    <a:pt x="14597" y="4982"/>
                  </a:lnTo>
                  <a:lnTo>
                    <a:pt x="14828" y="4712"/>
                  </a:lnTo>
                  <a:lnTo>
                    <a:pt x="14983" y="4442"/>
                  </a:lnTo>
                  <a:lnTo>
                    <a:pt x="14751" y="5253"/>
                  </a:lnTo>
                  <a:lnTo>
                    <a:pt x="14442" y="5986"/>
                  </a:lnTo>
                  <a:lnTo>
                    <a:pt x="14056" y="6720"/>
                  </a:lnTo>
                  <a:lnTo>
                    <a:pt x="13593" y="7415"/>
                  </a:lnTo>
                  <a:lnTo>
                    <a:pt x="13091" y="8071"/>
                  </a:lnTo>
                  <a:lnTo>
                    <a:pt x="12512" y="8651"/>
                  </a:lnTo>
                  <a:lnTo>
                    <a:pt x="11894" y="9191"/>
                  </a:lnTo>
                  <a:lnTo>
                    <a:pt x="11199" y="9693"/>
                  </a:lnTo>
                  <a:lnTo>
                    <a:pt x="10697" y="10002"/>
                  </a:lnTo>
                  <a:lnTo>
                    <a:pt x="10156" y="10272"/>
                  </a:lnTo>
                  <a:lnTo>
                    <a:pt x="9615" y="10466"/>
                  </a:lnTo>
                  <a:lnTo>
                    <a:pt x="9075" y="10659"/>
                  </a:lnTo>
                  <a:lnTo>
                    <a:pt x="8496" y="10774"/>
                  </a:lnTo>
                  <a:lnTo>
                    <a:pt x="7955" y="10890"/>
                  </a:lnTo>
                  <a:lnTo>
                    <a:pt x="7376" y="10929"/>
                  </a:lnTo>
                  <a:lnTo>
                    <a:pt x="6835" y="10929"/>
                  </a:lnTo>
                  <a:lnTo>
                    <a:pt x="6256" y="10890"/>
                  </a:lnTo>
                  <a:lnTo>
                    <a:pt x="5715" y="10774"/>
                  </a:lnTo>
                  <a:lnTo>
                    <a:pt x="5175" y="10620"/>
                  </a:lnTo>
                  <a:lnTo>
                    <a:pt x="4634" y="10466"/>
                  </a:lnTo>
                  <a:lnTo>
                    <a:pt x="4132" y="10195"/>
                  </a:lnTo>
                  <a:lnTo>
                    <a:pt x="3630" y="9925"/>
                  </a:lnTo>
                  <a:lnTo>
                    <a:pt x="3128" y="9577"/>
                  </a:lnTo>
                  <a:lnTo>
                    <a:pt x="2665" y="9191"/>
                  </a:lnTo>
                  <a:lnTo>
                    <a:pt x="2201" y="8767"/>
                  </a:lnTo>
                  <a:lnTo>
                    <a:pt x="1777" y="8303"/>
                  </a:lnTo>
                  <a:lnTo>
                    <a:pt x="1429" y="7801"/>
                  </a:lnTo>
                  <a:lnTo>
                    <a:pt x="1082" y="7261"/>
                  </a:lnTo>
                  <a:lnTo>
                    <a:pt x="811" y="6720"/>
                  </a:lnTo>
                  <a:lnTo>
                    <a:pt x="618" y="6141"/>
                  </a:lnTo>
                  <a:lnTo>
                    <a:pt x="464" y="5523"/>
                  </a:lnTo>
                  <a:lnTo>
                    <a:pt x="425" y="4905"/>
                  </a:lnTo>
                  <a:lnTo>
                    <a:pt x="464" y="4287"/>
                  </a:lnTo>
                  <a:lnTo>
                    <a:pt x="618" y="3708"/>
                  </a:lnTo>
                  <a:lnTo>
                    <a:pt x="811" y="3129"/>
                  </a:lnTo>
                  <a:lnTo>
                    <a:pt x="1120" y="2588"/>
                  </a:lnTo>
                  <a:lnTo>
                    <a:pt x="1468" y="2086"/>
                  </a:lnTo>
                  <a:lnTo>
                    <a:pt x="1892" y="1661"/>
                  </a:lnTo>
                  <a:lnTo>
                    <a:pt x="2356" y="1275"/>
                  </a:lnTo>
                  <a:lnTo>
                    <a:pt x="2896" y="1005"/>
                  </a:lnTo>
                  <a:lnTo>
                    <a:pt x="3476" y="773"/>
                  </a:lnTo>
                  <a:lnTo>
                    <a:pt x="4055" y="619"/>
                  </a:lnTo>
                  <a:lnTo>
                    <a:pt x="4634" y="542"/>
                  </a:lnTo>
                  <a:close/>
                  <a:moveTo>
                    <a:pt x="16875" y="1"/>
                  </a:moveTo>
                  <a:lnTo>
                    <a:pt x="16682" y="40"/>
                  </a:lnTo>
                  <a:lnTo>
                    <a:pt x="16450" y="155"/>
                  </a:lnTo>
                  <a:lnTo>
                    <a:pt x="16257" y="271"/>
                  </a:lnTo>
                  <a:lnTo>
                    <a:pt x="16103" y="426"/>
                  </a:lnTo>
                  <a:lnTo>
                    <a:pt x="15948" y="580"/>
                  </a:lnTo>
                  <a:lnTo>
                    <a:pt x="15832" y="773"/>
                  </a:lnTo>
                  <a:lnTo>
                    <a:pt x="15717" y="1005"/>
                  </a:lnTo>
                  <a:lnTo>
                    <a:pt x="15601" y="1237"/>
                  </a:lnTo>
                  <a:lnTo>
                    <a:pt x="15485" y="1739"/>
                  </a:lnTo>
                  <a:lnTo>
                    <a:pt x="15446" y="2279"/>
                  </a:lnTo>
                  <a:lnTo>
                    <a:pt x="15485" y="2820"/>
                  </a:lnTo>
                  <a:lnTo>
                    <a:pt x="15369" y="2820"/>
                  </a:lnTo>
                  <a:lnTo>
                    <a:pt x="15330" y="2858"/>
                  </a:lnTo>
                  <a:lnTo>
                    <a:pt x="14906" y="2743"/>
                  </a:lnTo>
                  <a:lnTo>
                    <a:pt x="14442" y="2665"/>
                  </a:lnTo>
                  <a:lnTo>
                    <a:pt x="13979" y="2665"/>
                  </a:lnTo>
                  <a:lnTo>
                    <a:pt x="13516" y="2743"/>
                  </a:lnTo>
                  <a:lnTo>
                    <a:pt x="13168" y="2858"/>
                  </a:lnTo>
                  <a:lnTo>
                    <a:pt x="12975" y="2974"/>
                  </a:lnTo>
                  <a:lnTo>
                    <a:pt x="12782" y="3090"/>
                  </a:lnTo>
                  <a:lnTo>
                    <a:pt x="12627" y="3206"/>
                  </a:lnTo>
                  <a:lnTo>
                    <a:pt x="12512" y="3360"/>
                  </a:lnTo>
                  <a:lnTo>
                    <a:pt x="12396" y="3554"/>
                  </a:lnTo>
                  <a:lnTo>
                    <a:pt x="12396" y="3747"/>
                  </a:lnTo>
                  <a:lnTo>
                    <a:pt x="12396" y="3940"/>
                  </a:lnTo>
                  <a:lnTo>
                    <a:pt x="12473" y="4094"/>
                  </a:lnTo>
                  <a:lnTo>
                    <a:pt x="12627" y="4210"/>
                  </a:lnTo>
                  <a:lnTo>
                    <a:pt x="12782" y="4287"/>
                  </a:lnTo>
                  <a:lnTo>
                    <a:pt x="12975" y="4364"/>
                  </a:lnTo>
                  <a:lnTo>
                    <a:pt x="13168" y="4403"/>
                  </a:lnTo>
                  <a:lnTo>
                    <a:pt x="13516" y="4364"/>
                  </a:lnTo>
                  <a:lnTo>
                    <a:pt x="13863" y="4326"/>
                  </a:lnTo>
                  <a:lnTo>
                    <a:pt x="14211" y="4210"/>
                  </a:lnTo>
                  <a:lnTo>
                    <a:pt x="14520" y="4017"/>
                  </a:lnTo>
                  <a:lnTo>
                    <a:pt x="14828" y="3824"/>
                  </a:lnTo>
                  <a:lnTo>
                    <a:pt x="14597" y="4287"/>
                  </a:lnTo>
                  <a:lnTo>
                    <a:pt x="14288" y="4673"/>
                  </a:lnTo>
                  <a:lnTo>
                    <a:pt x="14133" y="4866"/>
                  </a:lnTo>
                  <a:lnTo>
                    <a:pt x="13940" y="5021"/>
                  </a:lnTo>
                  <a:lnTo>
                    <a:pt x="13709" y="5175"/>
                  </a:lnTo>
                  <a:lnTo>
                    <a:pt x="13516" y="5291"/>
                  </a:lnTo>
                  <a:lnTo>
                    <a:pt x="13129" y="5446"/>
                  </a:lnTo>
                  <a:lnTo>
                    <a:pt x="12743" y="5523"/>
                  </a:lnTo>
                  <a:lnTo>
                    <a:pt x="12396" y="5523"/>
                  </a:lnTo>
                  <a:lnTo>
                    <a:pt x="12048" y="5446"/>
                  </a:lnTo>
                  <a:lnTo>
                    <a:pt x="11739" y="5330"/>
                  </a:lnTo>
                  <a:lnTo>
                    <a:pt x="11430" y="5137"/>
                  </a:lnTo>
                  <a:lnTo>
                    <a:pt x="11121" y="4905"/>
                  </a:lnTo>
                  <a:lnTo>
                    <a:pt x="10851" y="4635"/>
                  </a:lnTo>
                  <a:lnTo>
                    <a:pt x="10542" y="4210"/>
                  </a:lnTo>
                  <a:lnTo>
                    <a:pt x="10195" y="3785"/>
                  </a:lnTo>
                  <a:lnTo>
                    <a:pt x="9615" y="2936"/>
                  </a:lnTo>
                  <a:lnTo>
                    <a:pt x="9307" y="2511"/>
                  </a:lnTo>
                  <a:lnTo>
                    <a:pt x="8959" y="2086"/>
                  </a:lnTo>
                  <a:lnTo>
                    <a:pt x="8573" y="1700"/>
                  </a:lnTo>
                  <a:lnTo>
                    <a:pt x="8187" y="1352"/>
                  </a:lnTo>
                  <a:lnTo>
                    <a:pt x="7646" y="966"/>
                  </a:lnTo>
                  <a:lnTo>
                    <a:pt x="7105" y="657"/>
                  </a:lnTo>
                  <a:lnTo>
                    <a:pt x="6526" y="426"/>
                  </a:lnTo>
                  <a:lnTo>
                    <a:pt x="5947" y="271"/>
                  </a:lnTo>
                  <a:lnTo>
                    <a:pt x="5329" y="155"/>
                  </a:lnTo>
                  <a:lnTo>
                    <a:pt x="4750" y="117"/>
                  </a:lnTo>
                  <a:lnTo>
                    <a:pt x="4132" y="155"/>
                  </a:lnTo>
                  <a:lnTo>
                    <a:pt x="3553" y="271"/>
                  </a:lnTo>
                  <a:lnTo>
                    <a:pt x="3283" y="348"/>
                  </a:lnTo>
                  <a:lnTo>
                    <a:pt x="2935" y="464"/>
                  </a:lnTo>
                  <a:lnTo>
                    <a:pt x="2588" y="619"/>
                  </a:lnTo>
                  <a:lnTo>
                    <a:pt x="2279" y="812"/>
                  </a:lnTo>
                  <a:lnTo>
                    <a:pt x="1931" y="1005"/>
                  </a:lnTo>
                  <a:lnTo>
                    <a:pt x="1661" y="1275"/>
                  </a:lnTo>
                  <a:lnTo>
                    <a:pt x="1352" y="1546"/>
                  </a:lnTo>
                  <a:lnTo>
                    <a:pt x="1082" y="1854"/>
                  </a:lnTo>
                  <a:lnTo>
                    <a:pt x="850" y="2163"/>
                  </a:lnTo>
                  <a:lnTo>
                    <a:pt x="541" y="2665"/>
                  </a:lnTo>
                  <a:lnTo>
                    <a:pt x="309" y="3167"/>
                  </a:lnTo>
                  <a:lnTo>
                    <a:pt x="155" y="3669"/>
                  </a:lnTo>
                  <a:lnTo>
                    <a:pt x="78" y="4171"/>
                  </a:lnTo>
                  <a:lnTo>
                    <a:pt x="0" y="4712"/>
                  </a:lnTo>
                  <a:lnTo>
                    <a:pt x="39" y="5214"/>
                  </a:lnTo>
                  <a:lnTo>
                    <a:pt x="78" y="5716"/>
                  </a:lnTo>
                  <a:lnTo>
                    <a:pt x="193" y="6218"/>
                  </a:lnTo>
                  <a:lnTo>
                    <a:pt x="386" y="6720"/>
                  </a:lnTo>
                  <a:lnTo>
                    <a:pt x="580" y="7222"/>
                  </a:lnTo>
                  <a:lnTo>
                    <a:pt x="811" y="7685"/>
                  </a:lnTo>
                  <a:lnTo>
                    <a:pt x="1082" y="8110"/>
                  </a:lnTo>
                  <a:lnTo>
                    <a:pt x="1429" y="8573"/>
                  </a:lnTo>
                  <a:lnTo>
                    <a:pt x="1777" y="8960"/>
                  </a:lnTo>
                  <a:lnTo>
                    <a:pt x="2124" y="9384"/>
                  </a:lnTo>
                  <a:lnTo>
                    <a:pt x="2549" y="9732"/>
                  </a:lnTo>
                  <a:lnTo>
                    <a:pt x="3090" y="10157"/>
                  </a:lnTo>
                  <a:lnTo>
                    <a:pt x="3630" y="10504"/>
                  </a:lnTo>
                  <a:lnTo>
                    <a:pt x="4209" y="10774"/>
                  </a:lnTo>
                  <a:lnTo>
                    <a:pt x="4789" y="11045"/>
                  </a:lnTo>
                  <a:lnTo>
                    <a:pt x="5406" y="11199"/>
                  </a:lnTo>
                  <a:lnTo>
                    <a:pt x="6024" y="11354"/>
                  </a:lnTo>
                  <a:lnTo>
                    <a:pt x="6642" y="11392"/>
                  </a:lnTo>
                  <a:lnTo>
                    <a:pt x="7260" y="11431"/>
                  </a:lnTo>
                  <a:lnTo>
                    <a:pt x="7337" y="11585"/>
                  </a:lnTo>
                  <a:lnTo>
                    <a:pt x="7646" y="11392"/>
                  </a:lnTo>
                  <a:lnTo>
                    <a:pt x="8457" y="11315"/>
                  </a:lnTo>
                  <a:lnTo>
                    <a:pt x="9268" y="11122"/>
                  </a:lnTo>
                  <a:lnTo>
                    <a:pt x="10079" y="10813"/>
                  </a:lnTo>
                  <a:lnTo>
                    <a:pt x="10851" y="10466"/>
                  </a:lnTo>
                  <a:lnTo>
                    <a:pt x="11546" y="10041"/>
                  </a:lnTo>
                  <a:lnTo>
                    <a:pt x="12164" y="9577"/>
                  </a:lnTo>
                  <a:lnTo>
                    <a:pt x="12434" y="9384"/>
                  </a:lnTo>
                  <a:lnTo>
                    <a:pt x="13052" y="8805"/>
                  </a:lnTo>
                  <a:lnTo>
                    <a:pt x="13631" y="8187"/>
                  </a:lnTo>
                  <a:lnTo>
                    <a:pt x="14133" y="7492"/>
                  </a:lnTo>
                  <a:lnTo>
                    <a:pt x="14597" y="6797"/>
                  </a:lnTo>
                  <a:lnTo>
                    <a:pt x="14944" y="6025"/>
                  </a:lnTo>
                  <a:lnTo>
                    <a:pt x="15099" y="5639"/>
                  </a:lnTo>
                  <a:lnTo>
                    <a:pt x="15253" y="5214"/>
                  </a:lnTo>
                  <a:lnTo>
                    <a:pt x="15330" y="4828"/>
                  </a:lnTo>
                  <a:lnTo>
                    <a:pt x="15408" y="4403"/>
                  </a:lnTo>
                  <a:lnTo>
                    <a:pt x="15485" y="4017"/>
                  </a:lnTo>
                  <a:lnTo>
                    <a:pt x="15485" y="3592"/>
                  </a:lnTo>
                  <a:lnTo>
                    <a:pt x="15678" y="4056"/>
                  </a:lnTo>
                  <a:lnTo>
                    <a:pt x="15948" y="4480"/>
                  </a:lnTo>
                  <a:lnTo>
                    <a:pt x="16257" y="4866"/>
                  </a:lnTo>
                  <a:lnTo>
                    <a:pt x="16605" y="5214"/>
                  </a:lnTo>
                  <a:lnTo>
                    <a:pt x="16759" y="5368"/>
                  </a:lnTo>
                  <a:lnTo>
                    <a:pt x="16991" y="5484"/>
                  </a:lnTo>
                  <a:lnTo>
                    <a:pt x="17184" y="5561"/>
                  </a:lnTo>
                  <a:lnTo>
                    <a:pt x="17416" y="5639"/>
                  </a:lnTo>
                  <a:lnTo>
                    <a:pt x="17609" y="5677"/>
                  </a:lnTo>
                  <a:lnTo>
                    <a:pt x="17840" y="5639"/>
                  </a:lnTo>
                  <a:lnTo>
                    <a:pt x="18033" y="5523"/>
                  </a:lnTo>
                  <a:lnTo>
                    <a:pt x="18188" y="5330"/>
                  </a:lnTo>
                  <a:lnTo>
                    <a:pt x="18304" y="5137"/>
                  </a:lnTo>
                  <a:lnTo>
                    <a:pt x="18342" y="4944"/>
                  </a:lnTo>
                  <a:lnTo>
                    <a:pt x="18304" y="4712"/>
                  </a:lnTo>
                  <a:lnTo>
                    <a:pt x="18265" y="4519"/>
                  </a:lnTo>
                  <a:lnTo>
                    <a:pt x="18188" y="4287"/>
                  </a:lnTo>
                  <a:lnTo>
                    <a:pt x="18072" y="4133"/>
                  </a:lnTo>
                  <a:lnTo>
                    <a:pt x="17956" y="3940"/>
                  </a:lnTo>
                  <a:lnTo>
                    <a:pt x="17802" y="3785"/>
                  </a:lnTo>
                  <a:lnTo>
                    <a:pt x="17647" y="3631"/>
                  </a:lnTo>
                  <a:lnTo>
                    <a:pt x="17416" y="3476"/>
                  </a:lnTo>
                  <a:lnTo>
                    <a:pt x="16952" y="3245"/>
                  </a:lnTo>
                  <a:lnTo>
                    <a:pt x="16489" y="3052"/>
                  </a:lnTo>
                  <a:lnTo>
                    <a:pt x="15987" y="2936"/>
                  </a:lnTo>
                  <a:lnTo>
                    <a:pt x="16412" y="2781"/>
                  </a:lnTo>
                  <a:lnTo>
                    <a:pt x="16836" y="2511"/>
                  </a:lnTo>
                  <a:lnTo>
                    <a:pt x="17184" y="2202"/>
                  </a:lnTo>
                  <a:lnTo>
                    <a:pt x="17493" y="1816"/>
                  </a:lnTo>
                  <a:lnTo>
                    <a:pt x="17609" y="1584"/>
                  </a:lnTo>
                  <a:lnTo>
                    <a:pt x="17725" y="1352"/>
                  </a:lnTo>
                  <a:lnTo>
                    <a:pt x="17763" y="1082"/>
                  </a:lnTo>
                  <a:lnTo>
                    <a:pt x="17802" y="850"/>
                  </a:lnTo>
                  <a:lnTo>
                    <a:pt x="17802" y="580"/>
                  </a:lnTo>
                  <a:lnTo>
                    <a:pt x="17725" y="387"/>
                  </a:lnTo>
                  <a:lnTo>
                    <a:pt x="17570" y="194"/>
                  </a:lnTo>
                  <a:lnTo>
                    <a:pt x="17454" y="117"/>
                  </a:lnTo>
                  <a:lnTo>
                    <a:pt x="17338" y="40"/>
                  </a:lnTo>
                  <a:lnTo>
                    <a:pt x="171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Google Shape;1472;p7"/>
            <p:cNvSpPr/>
            <p:nvPr/>
          </p:nvSpPr>
          <p:spPr>
            <a:xfrm>
              <a:off x="5978200" y="1074925"/>
              <a:ext cx="144850" cy="162200"/>
            </a:xfrm>
            <a:custGeom>
              <a:avLst/>
              <a:gdLst/>
              <a:ahLst/>
              <a:cxnLst/>
              <a:rect l="l" t="t" r="r" b="b"/>
              <a:pathLst>
                <a:path w="5794" h="6488" extrusionOk="0">
                  <a:moveTo>
                    <a:pt x="2241" y="425"/>
                  </a:moveTo>
                  <a:lnTo>
                    <a:pt x="2781" y="464"/>
                  </a:lnTo>
                  <a:lnTo>
                    <a:pt x="3283" y="580"/>
                  </a:lnTo>
                  <a:lnTo>
                    <a:pt x="3747" y="734"/>
                  </a:lnTo>
                  <a:lnTo>
                    <a:pt x="4171" y="1004"/>
                  </a:lnTo>
                  <a:lnTo>
                    <a:pt x="4558" y="1313"/>
                  </a:lnTo>
                  <a:lnTo>
                    <a:pt x="4751" y="1506"/>
                  </a:lnTo>
                  <a:lnTo>
                    <a:pt x="4905" y="1738"/>
                  </a:lnTo>
                  <a:lnTo>
                    <a:pt x="5021" y="1931"/>
                  </a:lnTo>
                  <a:lnTo>
                    <a:pt x="5137" y="2163"/>
                  </a:lnTo>
                  <a:lnTo>
                    <a:pt x="5214" y="2433"/>
                  </a:lnTo>
                  <a:lnTo>
                    <a:pt x="5291" y="2703"/>
                  </a:lnTo>
                  <a:lnTo>
                    <a:pt x="5330" y="3167"/>
                  </a:lnTo>
                  <a:lnTo>
                    <a:pt x="5330" y="3630"/>
                  </a:lnTo>
                  <a:lnTo>
                    <a:pt x="5214" y="4132"/>
                  </a:lnTo>
                  <a:lnTo>
                    <a:pt x="5021" y="4557"/>
                  </a:lnTo>
                  <a:lnTo>
                    <a:pt x="4789" y="4982"/>
                  </a:lnTo>
                  <a:lnTo>
                    <a:pt x="4480" y="5329"/>
                  </a:lnTo>
                  <a:lnTo>
                    <a:pt x="4287" y="5484"/>
                  </a:lnTo>
                  <a:lnTo>
                    <a:pt x="4094" y="5638"/>
                  </a:lnTo>
                  <a:lnTo>
                    <a:pt x="3901" y="5754"/>
                  </a:lnTo>
                  <a:lnTo>
                    <a:pt x="3669" y="5831"/>
                  </a:lnTo>
                  <a:lnTo>
                    <a:pt x="3360" y="5947"/>
                  </a:lnTo>
                  <a:lnTo>
                    <a:pt x="3090" y="5986"/>
                  </a:lnTo>
                  <a:lnTo>
                    <a:pt x="2820" y="6024"/>
                  </a:lnTo>
                  <a:lnTo>
                    <a:pt x="2550" y="5986"/>
                  </a:lnTo>
                  <a:lnTo>
                    <a:pt x="2279" y="5947"/>
                  </a:lnTo>
                  <a:lnTo>
                    <a:pt x="2048" y="5870"/>
                  </a:lnTo>
                  <a:lnTo>
                    <a:pt x="1855" y="5754"/>
                  </a:lnTo>
                  <a:lnTo>
                    <a:pt x="1623" y="5638"/>
                  </a:lnTo>
                  <a:lnTo>
                    <a:pt x="1430" y="5484"/>
                  </a:lnTo>
                  <a:lnTo>
                    <a:pt x="1275" y="5291"/>
                  </a:lnTo>
                  <a:lnTo>
                    <a:pt x="1082" y="5097"/>
                  </a:lnTo>
                  <a:lnTo>
                    <a:pt x="966" y="4904"/>
                  </a:lnTo>
                  <a:lnTo>
                    <a:pt x="696" y="4441"/>
                  </a:lnTo>
                  <a:lnTo>
                    <a:pt x="542" y="3900"/>
                  </a:lnTo>
                  <a:lnTo>
                    <a:pt x="426" y="3398"/>
                  </a:lnTo>
                  <a:lnTo>
                    <a:pt x="426" y="2858"/>
                  </a:lnTo>
                  <a:lnTo>
                    <a:pt x="503" y="2317"/>
                  </a:lnTo>
                  <a:lnTo>
                    <a:pt x="542" y="2047"/>
                  </a:lnTo>
                  <a:lnTo>
                    <a:pt x="657" y="1815"/>
                  </a:lnTo>
                  <a:lnTo>
                    <a:pt x="735" y="1584"/>
                  </a:lnTo>
                  <a:lnTo>
                    <a:pt x="889" y="1352"/>
                  </a:lnTo>
                  <a:lnTo>
                    <a:pt x="1044" y="1159"/>
                  </a:lnTo>
                  <a:lnTo>
                    <a:pt x="1237" y="1004"/>
                  </a:lnTo>
                  <a:lnTo>
                    <a:pt x="1430" y="811"/>
                  </a:lnTo>
                  <a:lnTo>
                    <a:pt x="1661" y="695"/>
                  </a:lnTo>
                  <a:lnTo>
                    <a:pt x="1893" y="580"/>
                  </a:lnTo>
                  <a:lnTo>
                    <a:pt x="2202" y="502"/>
                  </a:lnTo>
                  <a:lnTo>
                    <a:pt x="2241" y="464"/>
                  </a:lnTo>
                  <a:lnTo>
                    <a:pt x="2241" y="425"/>
                  </a:lnTo>
                  <a:close/>
                  <a:moveTo>
                    <a:pt x="2279" y="0"/>
                  </a:moveTo>
                  <a:lnTo>
                    <a:pt x="1970" y="39"/>
                  </a:lnTo>
                  <a:lnTo>
                    <a:pt x="1893" y="78"/>
                  </a:lnTo>
                  <a:lnTo>
                    <a:pt x="1816" y="116"/>
                  </a:lnTo>
                  <a:lnTo>
                    <a:pt x="1816" y="193"/>
                  </a:lnTo>
                  <a:lnTo>
                    <a:pt x="1816" y="271"/>
                  </a:lnTo>
                  <a:lnTo>
                    <a:pt x="1507" y="348"/>
                  </a:lnTo>
                  <a:lnTo>
                    <a:pt x="1275" y="464"/>
                  </a:lnTo>
                  <a:lnTo>
                    <a:pt x="1044" y="618"/>
                  </a:lnTo>
                  <a:lnTo>
                    <a:pt x="812" y="773"/>
                  </a:lnTo>
                  <a:lnTo>
                    <a:pt x="619" y="966"/>
                  </a:lnTo>
                  <a:lnTo>
                    <a:pt x="464" y="1197"/>
                  </a:lnTo>
                  <a:lnTo>
                    <a:pt x="349" y="1429"/>
                  </a:lnTo>
                  <a:lnTo>
                    <a:pt x="233" y="1661"/>
                  </a:lnTo>
                  <a:lnTo>
                    <a:pt x="117" y="1931"/>
                  </a:lnTo>
                  <a:lnTo>
                    <a:pt x="78" y="2201"/>
                  </a:lnTo>
                  <a:lnTo>
                    <a:pt x="1" y="2781"/>
                  </a:lnTo>
                  <a:lnTo>
                    <a:pt x="1" y="3360"/>
                  </a:lnTo>
                  <a:lnTo>
                    <a:pt x="78" y="3900"/>
                  </a:lnTo>
                  <a:lnTo>
                    <a:pt x="271" y="4518"/>
                  </a:lnTo>
                  <a:lnTo>
                    <a:pt x="387" y="4827"/>
                  </a:lnTo>
                  <a:lnTo>
                    <a:pt x="542" y="5097"/>
                  </a:lnTo>
                  <a:lnTo>
                    <a:pt x="696" y="5329"/>
                  </a:lnTo>
                  <a:lnTo>
                    <a:pt x="851" y="5561"/>
                  </a:lnTo>
                  <a:lnTo>
                    <a:pt x="1082" y="5793"/>
                  </a:lnTo>
                  <a:lnTo>
                    <a:pt x="1275" y="5986"/>
                  </a:lnTo>
                  <a:lnTo>
                    <a:pt x="1507" y="6140"/>
                  </a:lnTo>
                  <a:lnTo>
                    <a:pt x="1739" y="6256"/>
                  </a:lnTo>
                  <a:lnTo>
                    <a:pt x="2009" y="6372"/>
                  </a:lnTo>
                  <a:lnTo>
                    <a:pt x="2279" y="6449"/>
                  </a:lnTo>
                  <a:lnTo>
                    <a:pt x="2588" y="6488"/>
                  </a:lnTo>
                  <a:lnTo>
                    <a:pt x="2897" y="6488"/>
                  </a:lnTo>
                  <a:lnTo>
                    <a:pt x="3206" y="6449"/>
                  </a:lnTo>
                  <a:lnTo>
                    <a:pt x="3554" y="6372"/>
                  </a:lnTo>
                  <a:lnTo>
                    <a:pt x="3862" y="6256"/>
                  </a:lnTo>
                  <a:lnTo>
                    <a:pt x="4133" y="6140"/>
                  </a:lnTo>
                  <a:lnTo>
                    <a:pt x="4403" y="5986"/>
                  </a:lnTo>
                  <a:lnTo>
                    <a:pt x="4635" y="5793"/>
                  </a:lnTo>
                  <a:lnTo>
                    <a:pt x="4866" y="5599"/>
                  </a:lnTo>
                  <a:lnTo>
                    <a:pt x="5060" y="5368"/>
                  </a:lnTo>
                  <a:lnTo>
                    <a:pt x="5214" y="5136"/>
                  </a:lnTo>
                  <a:lnTo>
                    <a:pt x="5368" y="4866"/>
                  </a:lnTo>
                  <a:lnTo>
                    <a:pt x="5523" y="4634"/>
                  </a:lnTo>
                  <a:lnTo>
                    <a:pt x="5639" y="4325"/>
                  </a:lnTo>
                  <a:lnTo>
                    <a:pt x="5716" y="4055"/>
                  </a:lnTo>
                  <a:lnTo>
                    <a:pt x="5755" y="3746"/>
                  </a:lnTo>
                  <a:lnTo>
                    <a:pt x="5793" y="3437"/>
                  </a:lnTo>
                  <a:lnTo>
                    <a:pt x="5793" y="3128"/>
                  </a:lnTo>
                  <a:lnTo>
                    <a:pt x="5793" y="2858"/>
                  </a:lnTo>
                  <a:lnTo>
                    <a:pt x="5716" y="2549"/>
                  </a:lnTo>
                  <a:lnTo>
                    <a:pt x="5639" y="2240"/>
                  </a:lnTo>
                  <a:lnTo>
                    <a:pt x="5523" y="1931"/>
                  </a:lnTo>
                  <a:lnTo>
                    <a:pt x="5368" y="1661"/>
                  </a:lnTo>
                  <a:lnTo>
                    <a:pt x="5214" y="1390"/>
                  </a:lnTo>
                  <a:lnTo>
                    <a:pt x="5021" y="1159"/>
                  </a:lnTo>
                  <a:lnTo>
                    <a:pt x="4828" y="927"/>
                  </a:lnTo>
                  <a:lnTo>
                    <a:pt x="4596" y="734"/>
                  </a:lnTo>
                  <a:lnTo>
                    <a:pt x="4326" y="541"/>
                  </a:lnTo>
                  <a:lnTo>
                    <a:pt x="4094" y="386"/>
                  </a:lnTo>
                  <a:lnTo>
                    <a:pt x="3824" y="271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Google Shape;1473;p7"/>
            <p:cNvSpPr/>
            <p:nvPr/>
          </p:nvSpPr>
          <p:spPr>
            <a:xfrm>
              <a:off x="5341075" y="1099050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0" y="78"/>
                  </a:lnTo>
                  <a:lnTo>
                    <a:pt x="2510" y="194"/>
                  </a:lnTo>
                  <a:lnTo>
                    <a:pt x="2240" y="310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0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0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9" y="4866"/>
                  </a:lnTo>
                  <a:lnTo>
                    <a:pt x="888" y="4828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7" y="3167"/>
                  </a:lnTo>
                  <a:lnTo>
                    <a:pt x="772" y="2742"/>
                  </a:lnTo>
                  <a:lnTo>
                    <a:pt x="966" y="2318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80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Google Shape;1474;p7"/>
            <p:cNvSpPr/>
            <p:nvPr/>
          </p:nvSpPr>
          <p:spPr>
            <a:xfrm>
              <a:off x="695700" y="1106775"/>
              <a:ext cx="102350" cy="132275"/>
            </a:xfrm>
            <a:custGeom>
              <a:avLst/>
              <a:gdLst/>
              <a:ahLst/>
              <a:cxnLst/>
              <a:rect l="l" t="t" r="r" b="b"/>
              <a:pathLst>
                <a:path w="4094" h="5291" extrusionOk="0">
                  <a:moveTo>
                    <a:pt x="2279" y="1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4" y="1893"/>
                  </a:lnTo>
                  <a:lnTo>
                    <a:pt x="116" y="2279"/>
                  </a:lnTo>
                  <a:lnTo>
                    <a:pt x="39" y="2665"/>
                  </a:lnTo>
                  <a:lnTo>
                    <a:pt x="0" y="3051"/>
                  </a:lnTo>
                  <a:lnTo>
                    <a:pt x="0" y="3823"/>
                  </a:lnTo>
                  <a:lnTo>
                    <a:pt x="0" y="5291"/>
                  </a:lnTo>
                  <a:lnTo>
                    <a:pt x="425" y="5291"/>
                  </a:lnTo>
                  <a:lnTo>
                    <a:pt x="464" y="4750"/>
                  </a:lnTo>
                  <a:lnTo>
                    <a:pt x="464" y="4210"/>
                  </a:lnTo>
                  <a:lnTo>
                    <a:pt x="464" y="3630"/>
                  </a:lnTo>
                  <a:lnTo>
                    <a:pt x="464" y="3090"/>
                  </a:lnTo>
                  <a:lnTo>
                    <a:pt x="541" y="2549"/>
                  </a:lnTo>
                  <a:lnTo>
                    <a:pt x="657" y="2047"/>
                  </a:lnTo>
                  <a:lnTo>
                    <a:pt x="773" y="1816"/>
                  </a:lnTo>
                  <a:lnTo>
                    <a:pt x="889" y="1545"/>
                  </a:lnTo>
                  <a:lnTo>
                    <a:pt x="1043" y="1352"/>
                  </a:lnTo>
                  <a:lnTo>
                    <a:pt x="1198" y="1120"/>
                  </a:lnTo>
                  <a:lnTo>
                    <a:pt x="1391" y="927"/>
                  </a:lnTo>
                  <a:lnTo>
                    <a:pt x="1622" y="773"/>
                  </a:lnTo>
                  <a:lnTo>
                    <a:pt x="1854" y="657"/>
                  </a:lnTo>
                  <a:lnTo>
                    <a:pt x="2124" y="580"/>
                  </a:lnTo>
                  <a:lnTo>
                    <a:pt x="2433" y="541"/>
                  </a:lnTo>
                  <a:lnTo>
                    <a:pt x="2703" y="541"/>
                  </a:lnTo>
                  <a:lnTo>
                    <a:pt x="2974" y="618"/>
                  </a:lnTo>
                  <a:lnTo>
                    <a:pt x="3205" y="773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2" y="1391"/>
                  </a:lnTo>
                  <a:lnTo>
                    <a:pt x="3669" y="1661"/>
                  </a:lnTo>
                  <a:lnTo>
                    <a:pt x="4094" y="1545"/>
                  </a:lnTo>
                  <a:lnTo>
                    <a:pt x="3978" y="1159"/>
                  </a:lnTo>
                  <a:lnTo>
                    <a:pt x="3823" y="812"/>
                  </a:lnTo>
                  <a:lnTo>
                    <a:pt x="3630" y="503"/>
                  </a:lnTo>
                  <a:lnTo>
                    <a:pt x="3399" y="271"/>
                  </a:lnTo>
                  <a:lnTo>
                    <a:pt x="3244" y="194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1475;p7"/>
            <p:cNvSpPr/>
            <p:nvPr/>
          </p:nvSpPr>
          <p:spPr>
            <a:xfrm>
              <a:off x="560550" y="1107750"/>
              <a:ext cx="437325" cy="302175"/>
            </a:xfrm>
            <a:custGeom>
              <a:avLst/>
              <a:gdLst/>
              <a:ahLst/>
              <a:cxnLst/>
              <a:rect l="l" t="t" r="r" b="b"/>
              <a:pathLst>
                <a:path w="17493" h="12087" extrusionOk="0">
                  <a:moveTo>
                    <a:pt x="11971" y="502"/>
                  </a:moveTo>
                  <a:lnTo>
                    <a:pt x="12087" y="541"/>
                  </a:lnTo>
                  <a:lnTo>
                    <a:pt x="12203" y="579"/>
                  </a:lnTo>
                  <a:lnTo>
                    <a:pt x="12280" y="657"/>
                  </a:lnTo>
                  <a:lnTo>
                    <a:pt x="12627" y="888"/>
                  </a:lnTo>
                  <a:lnTo>
                    <a:pt x="12898" y="1159"/>
                  </a:lnTo>
                  <a:lnTo>
                    <a:pt x="13129" y="1506"/>
                  </a:lnTo>
                  <a:lnTo>
                    <a:pt x="13322" y="1854"/>
                  </a:lnTo>
                  <a:lnTo>
                    <a:pt x="13477" y="2278"/>
                  </a:lnTo>
                  <a:lnTo>
                    <a:pt x="13593" y="2665"/>
                  </a:lnTo>
                  <a:lnTo>
                    <a:pt x="13824" y="3437"/>
                  </a:lnTo>
                  <a:lnTo>
                    <a:pt x="13824" y="3437"/>
                  </a:lnTo>
                  <a:lnTo>
                    <a:pt x="13091" y="3012"/>
                  </a:lnTo>
                  <a:lnTo>
                    <a:pt x="12705" y="2780"/>
                  </a:lnTo>
                  <a:lnTo>
                    <a:pt x="12357" y="2510"/>
                  </a:lnTo>
                  <a:lnTo>
                    <a:pt x="12010" y="2124"/>
                  </a:lnTo>
                  <a:lnTo>
                    <a:pt x="11817" y="1931"/>
                  </a:lnTo>
                  <a:lnTo>
                    <a:pt x="11662" y="1738"/>
                  </a:lnTo>
                  <a:lnTo>
                    <a:pt x="11508" y="1429"/>
                  </a:lnTo>
                  <a:lnTo>
                    <a:pt x="11430" y="1081"/>
                  </a:lnTo>
                  <a:lnTo>
                    <a:pt x="11662" y="734"/>
                  </a:lnTo>
                  <a:lnTo>
                    <a:pt x="11739" y="618"/>
                  </a:lnTo>
                  <a:lnTo>
                    <a:pt x="11855" y="541"/>
                  </a:lnTo>
                  <a:lnTo>
                    <a:pt x="11971" y="502"/>
                  </a:lnTo>
                  <a:close/>
                  <a:moveTo>
                    <a:pt x="16296" y="1622"/>
                  </a:moveTo>
                  <a:lnTo>
                    <a:pt x="16412" y="1661"/>
                  </a:lnTo>
                  <a:lnTo>
                    <a:pt x="16489" y="1738"/>
                  </a:lnTo>
                  <a:lnTo>
                    <a:pt x="16566" y="1854"/>
                  </a:lnTo>
                  <a:lnTo>
                    <a:pt x="16605" y="1970"/>
                  </a:lnTo>
                  <a:lnTo>
                    <a:pt x="16643" y="2163"/>
                  </a:lnTo>
                  <a:lnTo>
                    <a:pt x="16643" y="2356"/>
                  </a:lnTo>
                  <a:lnTo>
                    <a:pt x="16605" y="2510"/>
                  </a:lnTo>
                  <a:lnTo>
                    <a:pt x="16528" y="2665"/>
                  </a:lnTo>
                  <a:lnTo>
                    <a:pt x="16412" y="2819"/>
                  </a:lnTo>
                  <a:lnTo>
                    <a:pt x="16296" y="2974"/>
                  </a:lnTo>
                  <a:lnTo>
                    <a:pt x="15948" y="3205"/>
                  </a:lnTo>
                  <a:lnTo>
                    <a:pt x="15524" y="3398"/>
                  </a:lnTo>
                  <a:lnTo>
                    <a:pt x="15137" y="3553"/>
                  </a:lnTo>
                  <a:lnTo>
                    <a:pt x="14713" y="3669"/>
                  </a:lnTo>
                  <a:lnTo>
                    <a:pt x="14365" y="3746"/>
                  </a:lnTo>
                  <a:lnTo>
                    <a:pt x="14481" y="3360"/>
                  </a:lnTo>
                  <a:lnTo>
                    <a:pt x="14635" y="2974"/>
                  </a:lnTo>
                  <a:lnTo>
                    <a:pt x="14828" y="2626"/>
                  </a:lnTo>
                  <a:lnTo>
                    <a:pt x="15060" y="2278"/>
                  </a:lnTo>
                  <a:lnTo>
                    <a:pt x="15408" y="1970"/>
                  </a:lnTo>
                  <a:lnTo>
                    <a:pt x="15639" y="1815"/>
                  </a:lnTo>
                  <a:lnTo>
                    <a:pt x="15871" y="1699"/>
                  </a:lnTo>
                  <a:lnTo>
                    <a:pt x="16103" y="1622"/>
                  </a:lnTo>
                  <a:close/>
                  <a:moveTo>
                    <a:pt x="13824" y="4286"/>
                  </a:moveTo>
                  <a:lnTo>
                    <a:pt x="13670" y="4557"/>
                  </a:lnTo>
                  <a:lnTo>
                    <a:pt x="13477" y="4788"/>
                  </a:lnTo>
                  <a:lnTo>
                    <a:pt x="13245" y="5020"/>
                  </a:lnTo>
                  <a:lnTo>
                    <a:pt x="13014" y="5252"/>
                  </a:lnTo>
                  <a:lnTo>
                    <a:pt x="12666" y="5484"/>
                  </a:lnTo>
                  <a:lnTo>
                    <a:pt x="12125" y="5792"/>
                  </a:lnTo>
                  <a:lnTo>
                    <a:pt x="11855" y="5908"/>
                  </a:lnTo>
                  <a:lnTo>
                    <a:pt x="11623" y="5986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4" y="5870"/>
                  </a:lnTo>
                  <a:lnTo>
                    <a:pt x="10967" y="5792"/>
                  </a:lnTo>
                  <a:lnTo>
                    <a:pt x="10928" y="5715"/>
                  </a:lnTo>
                  <a:lnTo>
                    <a:pt x="10890" y="5638"/>
                  </a:lnTo>
                  <a:lnTo>
                    <a:pt x="10890" y="5445"/>
                  </a:lnTo>
                  <a:lnTo>
                    <a:pt x="10967" y="5290"/>
                  </a:lnTo>
                  <a:lnTo>
                    <a:pt x="11121" y="5097"/>
                  </a:lnTo>
                  <a:lnTo>
                    <a:pt x="11276" y="4943"/>
                  </a:lnTo>
                  <a:lnTo>
                    <a:pt x="11546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7" y="4480"/>
                  </a:lnTo>
                  <a:lnTo>
                    <a:pt x="13245" y="4402"/>
                  </a:lnTo>
                  <a:lnTo>
                    <a:pt x="13554" y="4364"/>
                  </a:lnTo>
                  <a:lnTo>
                    <a:pt x="13824" y="4286"/>
                  </a:lnTo>
                  <a:close/>
                  <a:moveTo>
                    <a:pt x="14404" y="4248"/>
                  </a:moveTo>
                  <a:lnTo>
                    <a:pt x="15060" y="4595"/>
                  </a:lnTo>
                  <a:lnTo>
                    <a:pt x="15408" y="4788"/>
                  </a:lnTo>
                  <a:lnTo>
                    <a:pt x="15717" y="4982"/>
                  </a:lnTo>
                  <a:lnTo>
                    <a:pt x="15910" y="5136"/>
                  </a:lnTo>
                  <a:lnTo>
                    <a:pt x="16141" y="5368"/>
                  </a:lnTo>
                  <a:lnTo>
                    <a:pt x="16412" y="5677"/>
                  </a:lnTo>
                  <a:lnTo>
                    <a:pt x="16643" y="6024"/>
                  </a:lnTo>
                  <a:lnTo>
                    <a:pt x="16875" y="6333"/>
                  </a:lnTo>
                  <a:lnTo>
                    <a:pt x="16991" y="6681"/>
                  </a:lnTo>
                  <a:lnTo>
                    <a:pt x="16991" y="6835"/>
                  </a:lnTo>
                  <a:lnTo>
                    <a:pt x="16991" y="6990"/>
                  </a:lnTo>
                  <a:lnTo>
                    <a:pt x="16952" y="7105"/>
                  </a:lnTo>
                  <a:lnTo>
                    <a:pt x="16836" y="7221"/>
                  </a:lnTo>
                  <a:lnTo>
                    <a:pt x="16759" y="7298"/>
                  </a:lnTo>
                  <a:lnTo>
                    <a:pt x="16643" y="7337"/>
                  </a:lnTo>
                  <a:lnTo>
                    <a:pt x="16373" y="7337"/>
                  </a:lnTo>
                  <a:lnTo>
                    <a:pt x="16141" y="7221"/>
                  </a:lnTo>
                  <a:lnTo>
                    <a:pt x="15871" y="7028"/>
                  </a:lnTo>
                  <a:lnTo>
                    <a:pt x="15601" y="6835"/>
                  </a:lnTo>
                  <a:lnTo>
                    <a:pt x="15369" y="6565"/>
                  </a:lnTo>
                  <a:lnTo>
                    <a:pt x="15060" y="6179"/>
                  </a:lnTo>
                  <a:lnTo>
                    <a:pt x="14828" y="5715"/>
                  </a:lnTo>
                  <a:lnTo>
                    <a:pt x="14635" y="5252"/>
                  </a:lnTo>
                  <a:lnTo>
                    <a:pt x="14520" y="4750"/>
                  </a:lnTo>
                  <a:lnTo>
                    <a:pt x="14404" y="4248"/>
                  </a:lnTo>
                  <a:close/>
                  <a:moveTo>
                    <a:pt x="11855" y="0"/>
                  </a:moveTo>
                  <a:lnTo>
                    <a:pt x="11585" y="77"/>
                  </a:lnTo>
                  <a:lnTo>
                    <a:pt x="11469" y="116"/>
                  </a:lnTo>
                  <a:lnTo>
                    <a:pt x="11353" y="232"/>
                  </a:lnTo>
                  <a:lnTo>
                    <a:pt x="11160" y="425"/>
                  </a:lnTo>
                  <a:lnTo>
                    <a:pt x="11006" y="618"/>
                  </a:lnTo>
                  <a:lnTo>
                    <a:pt x="10928" y="811"/>
                  </a:lnTo>
                  <a:lnTo>
                    <a:pt x="10928" y="1043"/>
                  </a:lnTo>
                  <a:lnTo>
                    <a:pt x="10928" y="1236"/>
                  </a:lnTo>
                  <a:lnTo>
                    <a:pt x="10967" y="1468"/>
                  </a:lnTo>
                  <a:lnTo>
                    <a:pt x="11083" y="1699"/>
                  </a:lnTo>
                  <a:lnTo>
                    <a:pt x="11199" y="1892"/>
                  </a:lnTo>
                  <a:lnTo>
                    <a:pt x="11546" y="2317"/>
                  </a:lnTo>
                  <a:lnTo>
                    <a:pt x="11932" y="2742"/>
                  </a:lnTo>
                  <a:lnTo>
                    <a:pt x="12396" y="3089"/>
                  </a:lnTo>
                  <a:lnTo>
                    <a:pt x="12859" y="3437"/>
                  </a:lnTo>
                  <a:lnTo>
                    <a:pt x="12048" y="3321"/>
                  </a:lnTo>
                  <a:lnTo>
                    <a:pt x="11199" y="3282"/>
                  </a:lnTo>
                  <a:lnTo>
                    <a:pt x="10388" y="3360"/>
                  </a:lnTo>
                  <a:lnTo>
                    <a:pt x="9615" y="3476"/>
                  </a:lnTo>
                  <a:lnTo>
                    <a:pt x="9654" y="3012"/>
                  </a:lnTo>
                  <a:lnTo>
                    <a:pt x="9654" y="2510"/>
                  </a:lnTo>
                  <a:lnTo>
                    <a:pt x="9615" y="2008"/>
                  </a:lnTo>
                  <a:lnTo>
                    <a:pt x="9500" y="1506"/>
                  </a:lnTo>
                  <a:lnTo>
                    <a:pt x="9075" y="1622"/>
                  </a:lnTo>
                  <a:lnTo>
                    <a:pt x="9152" y="2085"/>
                  </a:lnTo>
                  <a:lnTo>
                    <a:pt x="9152" y="2587"/>
                  </a:lnTo>
                  <a:lnTo>
                    <a:pt x="9113" y="3089"/>
                  </a:lnTo>
                  <a:lnTo>
                    <a:pt x="9075" y="3514"/>
                  </a:lnTo>
                  <a:lnTo>
                    <a:pt x="9075" y="3630"/>
                  </a:lnTo>
                  <a:lnTo>
                    <a:pt x="8225" y="3900"/>
                  </a:lnTo>
                  <a:lnTo>
                    <a:pt x="7414" y="4286"/>
                  </a:lnTo>
                  <a:lnTo>
                    <a:pt x="6604" y="4711"/>
                  </a:lnTo>
                  <a:lnTo>
                    <a:pt x="5831" y="5252"/>
                  </a:lnTo>
                  <a:lnTo>
                    <a:pt x="5406" y="5252"/>
                  </a:lnTo>
                  <a:lnTo>
                    <a:pt x="5406" y="5561"/>
                  </a:lnTo>
                  <a:lnTo>
                    <a:pt x="4596" y="6217"/>
                  </a:lnTo>
                  <a:lnTo>
                    <a:pt x="3823" y="6951"/>
                  </a:lnTo>
                  <a:lnTo>
                    <a:pt x="3090" y="7685"/>
                  </a:lnTo>
                  <a:lnTo>
                    <a:pt x="2394" y="8495"/>
                  </a:lnTo>
                  <a:lnTo>
                    <a:pt x="1738" y="9306"/>
                  </a:lnTo>
                  <a:lnTo>
                    <a:pt x="1082" y="10156"/>
                  </a:lnTo>
                  <a:lnTo>
                    <a:pt x="502" y="10967"/>
                  </a:lnTo>
                  <a:lnTo>
                    <a:pt x="0" y="11816"/>
                  </a:lnTo>
                  <a:lnTo>
                    <a:pt x="309" y="12087"/>
                  </a:lnTo>
                  <a:lnTo>
                    <a:pt x="1545" y="10503"/>
                  </a:lnTo>
                  <a:lnTo>
                    <a:pt x="2742" y="8959"/>
                  </a:lnTo>
                  <a:lnTo>
                    <a:pt x="3360" y="8225"/>
                  </a:lnTo>
                  <a:lnTo>
                    <a:pt x="4016" y="7491"/>
                  </a:lnTo>
                  <a:lnTo>
                    <a:pt x="4711" y="6835"/>
                  </a:lnTo>
                  <a:lnTo>
                    <a:pt x="5484" y="6179"/>
                  </a:lnTo>
                  <a:lnTo>
                    <a:pt x="6256" y="5599"/>
                  </a:lnTo>
                  <a:lnTo>
                    <a:pt x="7106" y="5059"/>
                  </a:lnTo>
                  <a:lnTo>
                    <a:pt x="7994" y="4634"/>
                  </a:lnTo>
                  <a:lnTo>
                    <a:pt x="8457" y="4441"/>
                  </a:lnTo>
                  <a:lnTo>
                    <a:pt x="8920" y="4248"/>
                  </a:lnTo>
                  <a:lnTo>
                    <a:pt x="9422" y="4132"/>
                  </a:lnTo>
                  <a:lnTo>
                    <a:pt x="9886" y="4016"/>
                  </a:lnTo>
                  <a:lnTo>
                    <a:pt x="10388" y="3939"/>
                  </a:lnTo>
                  <a:lnTo>
                    <a:pt x="10851" y="3862"/>
                  </a:lnTo>
                  <a:lnTo>
                    <a:pt x="11353" y="3823"/>
                  </a:lnTo>
                  <a:lnTo>
                    <a:pt x="11855" y="3823"/>
                  </a:lnTo>
                  <a:lnTo>
                    <a:pt x="12357" y="3862"/>
                  </a:lnTo>
                  <a:lnTo>
                    <a:pt x="12821" y="3939"/>
                  </a:lnTo>
                  <a:lnTo>
                    <a:pt x="12319" y="4016"/>
                  </a:lnTo>
                  <a:lnTo>
                    <a:pt x="11855" y="4132"/>
                  </a:lnTo>
                  <a:lnTo>
                    <a:pt x="11392" y="4286"/>
                  </a:lnTo>
                  <a:lnTo>
                    <a:pt x="11199" y="4402"/>
                  </a:lnTo>
                  <a:lnTo>
                    <a:pt x="11006" y="4557"/>
                  </a:lnTo>
                  <a:lnTo>
                    <a:pt x="10813" y="4711"/>
                  </a:lnTo>
                  <a:lnTo>
                    <a:pt x="10697" y="4866"/>
                  </a:lnTo>
                  <a:lnTo>
                    <a:pt x="10542" y="5059"/>
                  </a:lnTo>
                  <a:lnTo>
                    <a:pt x="10465" y="5290"/>
                  </a:lnTo>
                  <a:lnTo>
                    <a:pt x="10388" y="5522"/>
                  </a:lnTo>
                  <a:lnTo>
                    <a:pt x="10388" y="5754"/>
                  </a:lnTo>
                  <a:lnTo>
                    <a:pt x="10426" y="5947"/>
                  </a:lnTo>
                  <a:lnTo>
                    <a:pt x="10581" y="6179"/>
                  </a:lnTo>
                  <a:lnTo>
                    <a:pt x="10658" y="6256"/>
                  </a:lnTo>
                  <a:lnTo>
                    <a:pt x="10774" y="6333"/>
                  </a:lnTo>
                  <a:lnTo>
                    <a:pt x="11006" y="6410"/>
                  </a:lnTo>
                  <a:lnTo>
                    <a:pt x="11276" y="6449"/>
                  </a:lnTo>
                  <a:lnTo>
                    <a:pt x="11585" y="6410"/>
                  </a:lnTo>
                  <a:lnTo>
                    <a:pt x="11855" y="6372"/>
                  </a:lnTo>
                  <a:lnTo>
                    <a:pt x="12164" y="6256"/>
                  </a:lnTo>
                  <a:lnTo>
                    <a:pt x="12627" y="6063"/>
                  </a:lnTo>
                  <a:lnTo>
                    <a:pt x="13052" y="5792"/>
                  </a:lnTo>
                  <a:lnTo>
                    <a:pt x="13422" y="5533"/>
                  </a:lnTo>
                  <a:lnTo>
                    <a:pt x="13422" y="5533"/>
                  </a:lnTo>
                  <a:lnTo>
                    <a:pt x="13786" y="5715"/>
                  </a:lnTo>
                  <a:lnTo>
                    <a:pt x="14056" y="4866"/>
                  </a:lnTo>
                  <a:lnTo>
                    <a:pt x="14211" y="5406"/>
                  </a:lnTo>
                  <a:lnTo>
                    <a:pt x="14404" y="5908"/>
                  </a:lnTo>
                  <a:lnTo>
                    <a:pt x="14674" y="6410"/>
                  </a:lnTo>
                  <a:lnTo>
                    <a:pt x="14983" y="6874"/>
                  </a:lnTo>
                  <a:lnTo>
                    <a:pt x="15176" y="7067"/>
                  </a:lnTo>
                  <a:lnTo>
                    <a:pt x="15408" y="7298"/>
                  </a:lnTo>
                  <a:lnTo>
                    <a:pt x="15678" y="7491"/>
                  </a:lnTo>
                  <a:lnTo>
                    <a:pt x="15987" y="7685"/>
                  </a:lnTo>
                  <a:lnTo>
                    <a:pt x="16296" y="7800"/>
                  </a:lnTo>
                  <a:lnTo>
                    <a:pt x="16605" y="7878"/>
                  </a:lnTo>
                  <a:lnTo>
                    <a:pt x="16875" y="7878"/>
                  </a:lnTo>
                  <a:lnTo>
                    <a:pt x="17030" y="7800"/>
                  </a:lnTo>
                  <a:lnTo>
                    <a:pt x="17184" y="7723"/>
                  </a:lnTo>
                  <a:lnTo>
                    <a:pt x="17300" y="7646"/>
                  </a:lnTo>
                  <a:lnTo>
                    <a:pt x="17377" y="7530"/>
                  </a:lnTo>
                  <a:lnTo>
                    <a:pt x="17416" y="7414"/>
                  </a:lnTo>
                  <a:lnTo>
                    <a:pt x="17454" y="7260"/>
                  </a:lnTo>
                  <a:lnTo>
                    <a:pt x="17493" y="6951"/>
                  </a:lnTo>
                  <a:lnTo>
                    <a:pt x="17416" y="6603"/>
                  </a:lnTo>
                  <a:lnTo>
                    <a:pt x="17300" y="6294"/>
                  </a:lnTo>
                  <a:lnTo>
                    <a:pt x="17184" y="5986"/>
                  </a:lnTo>
                  <a:lnTo>
                    <a:pt x="17030" y="5715"/>
                  </a:lnTo>
                  <a:lnTo>
                    <a:pt x="16875" y="5484"/>
                  </a:lnTo>
                  <a:lnTo>
                    <a:pt x="16682" y="5252"/>
                  </a:lnTo>
                  <a:lnTo>
                    <a:pt x="16489" y="5020"/>
                  </a:lnTo>
                  <a:lnTo>
                    <a:pt x="16257" y="4788"/>
                  </a:lnTo>
                  <a:lnTo>
                    <a:pt x="16026" y="4634"/>
                  </a:lnTo>
                  <a:lnTo>
                    <a:pt x="15524" y="4286"/>
                  </a:lnTo>
                  <a:lnTo>
                    <a:pt x="14944" y="4016"/>
                  </a:lnTo>
                  <a:lnTo>
                    <a:pt x="15408" y="3900"/>
                  </a:lnTo>
                  <a:lnTo>
                    <a:pt x="15832" y="3746"/>
                  </a:lnTo>
                  <a:lnTo>
                    <a:pt x="16219" y="3514"/>
                  </a:lnTo>
                  <a:lnTo>
                    <a:pt x="16605" y="3244"/>
                  </a:lnTo>
                  <a:lnTo>
                    <a:pt x="16759" y="3089"/>
                  </a:lnTo>
                  <a:lnTo>
                    <a:pt x="16914" y="2858"/>
                  </a:lnTo>
                  <a:lnTo>
                    <a:pt x="17030" y="2665"/>
                  </a:lnTo>
                  <a:lnTo>
                    <a:pt x="17107" y="2433"/>
                  </a:lnTo>
                  <a:lnTo>
                    <a:pt x="17145" y="2201"/>
                  </a:lnTo>
                  <a:lnTo>
                    <a:pt x="17107" y="1931"/>
                  </a:lnTo>
                  <a:lnTo>
                    <a:pt x="17068" y="1699"/>
                  </a:lnTo>
                  <a:lnTo>
                    <a:pt x="16914" y="1506"/>
                  </a:lnTo>
                  <a:lnTo>
                    <a:pt x="16759" y="1313"/>
                  </a:lnTo>
                  <a:lnTo>
                    <a:pt x="16528" y="1236"/>
                  </a:lnTo>
                  <a:lnTo>
                    <a:pt x="16334" y="1159"/>
                  </a:lnTo>
                  <a:lnTo>
                    <a:pt x="16103" y="1159"/>
                  </a:lnTo>
                  <a:lnTo>
                    <a:pt x="15910" y="1197"/>
                  </a:lnTo>
                  <a:lnTo>
                    <a:pt x="15678" y="1275"/>
                  </a:lnTo>
                  <a:lnTo>
                    <a:pt x="15446" y="1352"/>
                  </a:lnTo>
                  <a:lnTo>
                    <a:pt x="15253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6" y="2587"/>
                  </a:lnTo>
                  <a:lnTo>
                    <a:pt x="14095" y="3012"/>
                  </a:lnTo>
                  <a:lnTo>
                    <a:pt x="13940" y="2433"/>
                  </a:lnTo>
                  <a:lnTo>
                    <a:pt x="13747" y="1892"/>
                  </a:lnTo>
                  <a:lnTo>
                    <a:pt x="13516" y="1352"/>
                  </a:lnTo>
                  <a:lnTo>
                    <a:pt x="13168" y="850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7" y="155"/>
                  </a:lnTo>
                  <a:lnTo>
                    <a:pt x="12087" y="39"/>
                  </a:lnTo>
                  <a:lnTo>
                    <a:pt x="118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1476;p7"/>
            <p:cNvSpPr/>
            <p:nvPr/>
          </p:nvSpPr>
          <p:spPr>
            <a:xfrm>
              <a:off x="5590125" y="113380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39" y="233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3"/>
                  </a:lnTo>
                  <a:lnTo>
                    <a:pt x="1005" y="155"/>
                  </a:lnTo>
                  <a:lnTo>
                    <a:pt x="966" y="117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Google Shape;1477;p7"/>
            <p:cNvSpPr/>
            <p:nvPr/>
          </p:nvSpPr>
          <p:spPr>
            <a:xfrm>
              <a:off x="5491675" y="1139600"/>
              <a:ext cx="21250" cy="8725"/>
            </a:xfrm>
            <a:custGeom>
              <a:avLst/>
              <a:gdLst/>
              <a:ahLst/>
              <a:cxnLst/>
              <a:rect l="l" t="t" r="r" b="b"/>
              <a:pathLst>
                <a:path w="850" h="349" extrusionOk="0">
                  <a:moveTo>
                    <a:pt x="425" y="1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0" y="194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4"/>
                  </a:lnTo>
                  <a:lnTo>
                    <a:pt x="811" y="78"/>
                  </a:lnTo>
                  <a:lnTo>
                    <a:pt x="73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1478;p7"/>
            <p:cNvSpPr/>
            <p:nvPr/>
          </p:nvSpPr>
          <p:spPr>
            <a:xfrm>
              <a:off x="2443975" y="1153125"/>
              <a:ext cx="315725" cy="477875"/>
            </a:xfrm>
            <a:custGeom>
              <a:avLst/>
              <a:gdLst/>
              <a:ahLst/>
              <a:cxnLst/>
              <a:rect l="l" t="t" r="r" b="b"/>
              <a:pathLst>
                <a:path w="12629" h="19115" extrusionOk="0">
                  <a:moveTo>
                    <a:pt x="1005" y="618"/>
                  </a:moveTo>
                  <a:lnTo>
                    <a:pt x="1661" y="850"/>
                  </a:lnTo>
                  <a:lnTo>
                    <a:pt x="2318" y="1120"/>
                  </a:lnTo>
                  <a:lnTo>
                    <a:pt x="2743" y="1352"/>
                  </a:lnTo>
                  <a:lnTo>
                    <a:pt x="3167" y="1583"/>
                  </a:lnTo>
                  <a:lnTo>
                    <a:pt x="3322" y="1699"/>
                  </a:lnTo>
                  <a:lnTo>
                    <a:pt x="3476" y="1854"/>
                  </a:lnTo>
                  <a:lnTo>
                    <a:pt x="3669" y="2124"/>
                  </a:lnTo>
                  <a:lnTo>
                    <a:pt x="3862" y="2471"/>
                  </a:lnTo>
                  <a:lnTo>
                    <a:pt x="4017" y="2819"/>
                  </a:lnTo>
                  <a:lnTo>
                    <a:pt x="5677" y="6796"/>
                  </a:lnTo>
                  <a:lnTo>
                    <a:pt x="9075" y="15021"/>
                  </a:lnTo>
                  <a:lnTo>
                    <a:pt x="9153" y="15098"/>
                  </a:lnTo>
                  <a:lnTo>
                    <a:pt x="9191" y="15137"/>
                  </a:lnTo>
                  <a:lnTo>
                    <a:pt x="9346" y="15137"/>
                  </a:lnTo>
                  <a:lnTo>
                    <a:pt x="8921" y="15369"/>
                  </a:lnTo>
                  <a:lnTo>
                    <a:pt x="7956" y="13515"/>
                  </a:lnTo>
                  <a:lnTo>
                    <a:pt x="6990" y="11662"/>
                  </a:lnTo>
                  <a:lnTo>
                    <a:pt x="5021" y="7955"/>
                  </a:lnTo>
                  <a:lnTo>
                    <a:pt x="3013" y="4286"/>
                  </a:lnTo>
                  <a:lnTo>
                    <a:pt x="1005" y="618"/>
                  </a:lnTo>
                  <a:close/>
                  <a:moveTo>
                    <a:pt x="657" y="502"/>
                  </a:moveTo>
                  <a:lnTo>
                    <a:pt x="657" y="541"/>
                  </a:lnTo>
                  <a:lnTo>
                    <a:pt x="4673" y="8032"/>
                  </a:lnTo>
                  <a:lnTo>
                    <a:pt x="6720" y="11739"/>
                  </a:lnTo>
                  <a:lnTo>
                    <a:pt x="7763" y="13593"/>
                  </a:lnTo>
                  <a:lnTo>
                    <a:pt x="8805" y="15446"/>
                  </a:lnTo>
                  <a:lnTo>
                    <a:pt x="8651" y="15523"/>
                  </a:lnTo>
                  <a:lnTo>
                    <a:pt x="7415" y="13747"/>
                  </a:lnTo>
                  <a:lnTo>
                    <a:pt x="6179" y="12009"/>
                  </a:lnTo>
                  <a:lnTo>
                    <a:pt x="3592" y="8534"/>
                  </a:lnTo>
                  <a:lnTo>
                    <a:pt x="2318" y="6758"/>
                  </a:lnTo>
                  <a:lnTo>
                    <a:pt x="1005" y="4943"/>
                  </a:lnTo>
                  <a:lnTo>
                    <a:pt x="850" y="4711"/>
                  </a:lnTo>
                  <a:lnTo>
                    <a:pt x="735" y="4479"/>
                  </a:lnTo>
                  <a:lnTo>
                    <a:pt x="619" y="4209"/>
                  </a:lnTo>
                  <a:lnTo>
                    <a:pt x="542" y="3939"/>
                  </a:lnTo>
                  <a:lnTo>
                    <a:pt x="464" y="3398"/>
                  </a:lnTo>
                  <a:lnTo>
                    <a:pt x="426" y="2819"/>
                  </a:lnTo>
                  <a:lnTo>
                    <a:pt x="464" y="2240"/>
                  </a:lnTo>
                  <a:lnTo>
                    <a:pt x="503" y="1661"/>
                  </a:lnTo>
                  <a:lnTo>
                    <a:pt x="657" y="502"/>
                  </a:lnTo>
                  <a:close/>
                  <a:moveTo>
                    <a:pt x="11508" y="12280"/>
                  </a:moveTo>
                  <a:lnTo>
                    <a:pt x="11663" y="12357"/>
                  </a:lnTo>
                  <a:lnTo>
                    <a:pt x="11817" y="12434"/>
                  </a:lnTo>
                  <a:lnTo>
                    <a:pt x="12165" y="12859"/>
                  </a:lnTo>
                  <a:lnTo>
                    <a:pt x="12242" y="13052"/>
                  </a:lnTo>
                  <a:lnTo>
                    <a:pt x="12280" y="13245"/>
                  </a:lnTo>
                  <a:lnTo>
                    <a:pt x="12242" y="13438"/>
                  </a:lnTo>
                  <a:lnTo>
                    <a:pt x="12203" y="13631"/>
                  </a:lnTo>
                  <a:lnTo>
                    <a:pt x="12049" y="14017"/>
                  </a:lnTo>
                  <a:lnTo>
                    <a:pt x="11856" y="14365"/>
                  </a:lnTo>
                  <a:lnTo>
                    <a:pt x="11508" y="14790"/>
                  </a:lnTo>
                  <a:lnTo>
                    <a:pt x="11122" y="15176"/>
                  </a:lnTo>
                  <a:lnTo>
                    <a:pt x="10697" y="15523"/>
                  </a:lnTo>
                  <a:lnTo>
                    <a:pt x="10273" y="15871"/>
                  </a:lnTo>
                  <a:lnTo>
                    <a:pt x="10157" y="15871"/>
                  </a:lnTo>
                  <a:lnTo>
                    <a:pt x="10118" y="15987"/>
                  </a:lnTo>
                  <a:lnTo>
                    <a:pt x="9771" y="16180"/>
                  </a:lnTo>
                  <a:lnTo>
                    <a:pt x="9114" y="16604"/>
                  </a:lnTo>
                  <a:lnTo>
                    <a:pt x="8458" y="16952"/>
                  </a:lnTo>
                  <a:lnTo>
                    <a:pt x="7724" y="17261"/>
                  </a:lnTo>
                  <a:lnTo>
                    <a:pt x="6990" y="17493"/>
                  </a:lnTo>
                  <a:lnTo>
                    <a:pt x="6643" y="17608"/>
                  </a:lnTo>
                  <a:lnTo>
                    <a:pt x="6295" y="17647"/>
                  </a:lnTo>
                  <a:lnTo>
                    <a:pt x="5755" y="17647"/>
                  </a:lnTo>
                  <a:lnTo>
                    <a:pt x="5562" y="17570"/>
                  </a:lnTo>
                  <a:lnTo>
                    <a:pt x="5446" y="17493"/>
                  </a:lnTo>
                  <a:lnTo>
                    <a:pt x="5330" y="17415"/>
                  </a:lnTo>
                  <a:lnTo>
                    <a:pt x="5098" y="17184"/>
                  </a:lnTo>
                  <a:lnTo>
                    <a:pt x="4982" y="16875"/>
                  </a:lnTo>
                  <a:lnTo>
                    <a:pt x="4905" y="16604"/>
                  </a:lnTo>
                  <a:lnTo>
                    <a:pt x="4944" y="16411"/>
                  </a:lnTo>
                  <a:lnTo>
                    <a:pt x="4982" y="16218"/>
                  </a:lnTo>
                  <a:lnTo>
                    <a:pt x="5060" y="16064"/>
                  </a:lnTo>
                  <a:lnTo>
                    <a:pt x="5175" y="15948"/>
                  </a:lnTo>
                  <a:lnTo>
                    <a:pt x="5291" y="15832"/>
                  </a:lnTo>
                  <a:lnTo>
                    <a:pt x="5407" y="15755"/>
                  </a:lnTo>
                  <a:lnTo>
                    <a:pt x="5523" y="15716"/>
                  </a:lnTo>
                  <a:lnTo>
                    <a:pt x="5639" y="15755"/>
                  </a:lnTo>
                  <a:lnTo>
                    <a:pt x="5793" y="15832"/>
                  </a:lnTo>
                  <a:lnTo>
                    <a:pt x="5948" y="15948"/>
                  </a:lnTo>
                  <a:lnTo>
                    <a:pt x="6064" y="16141"/>
                  </a:lnTo>
                  <a:lnTo>
                    <a:pt x="6257" y="16373"/>
                  </a:lnTo>
                  <a:lnTo>
                    <a:pt x="6102" y="16411"/>
                  </a:lnTo>
                  <a:lnTo>
                    <a:pt x="6025" y="16450"/>
                  </a:lnTo>
                  <a:lnTo>
                    <a:pt x="6025" y="16566"/>
                  </a:lnTo>
                  <a:lnTo>
                    <a:pt x="6064" y="16643"/>
                  </a:lnTo>
                  <a:lnTo>
                    <a:pt x="6141" y="16643"/>
                  </a:lnTo>
                  <a:lnTo>
                    <a:pt x="6913" y="16566"/>
                  </a:lnTo>
                  <a:lnTo>
                    <a:pt x="7685" y="16373"/>
                  </a:lnTo>
                  <a:lnTo>
                    <a:pt x="8496" y="16064"/>
                  </a:lnTo>
                  <a:lnTo>
                    <a:pt x="9230" y="15716"/>
                  </a:lnTo>
                  <a:lnTo>
                    <a:pt x="9616" y="15485"/>
                  </a:lnTo>
                  <a:lnTo>
                    <a:pt x="9964" y="15253"/>
                  </a:lnTo>
                  <a:lnTo>
                    <a:pt x="10273" y="15021"/>
                  </a:lnTo>
                  <a:lnTo>
                    <a:pt x="10581" y="14751"/>
                  </a:lnTo>
                  <a:lnTo>
                    <a:pt x="10890" y="14481"/>
                  </a:lnTo>
                  <a:lnTo>
                    <a:pt x="11122" y="14172"/>
                  </a:lnTo>
                  <a:lnTo>
                    <a:pt x="11354" y="13824"/>
                  </a:lnTo>
                  <a:lnTo>
                    <a:pt x="11547" y="13515"/>
                  </a:lnTo>
                  <a:lnTo>
                    <a:pt x="11547" y="13438"/>
                  </a:lnTo>
                  <a:lnTo>
                    <a:pt x="11547" y="13361"/>
                  </a:lnTo>
                  <a:lnTo>
                    <a:pt x="11508" y="13284"/>
                  </a:lnTo>
                  <a:lnTo>
                    <a:pt x="11431" y="13245"/>
                  </a:lnTo>
                  <a:lnTo>
                    <a:pt x="11238" y="13245"/>
                  </a:lnTo>
                  <a:lnTo>
                    <a:pt x="11161" y="13322"/>
                  </a:lnTo>
                  <a:lnTo>
                    <a:pt x="10968" y="13670"/>
                  </a:lnTo>
                  <a:lnTo>
                    <a:pt x="10775" y="13554"/>
                  </a:lnTo>
                  <a:lnTo>
                    <a:pt x="10659" y="13438"/>
                  </a:lnTo>
                  <a:lnTo>
                    <a:pt x="10620" y="13284"/>
                  </a:lnTo>
                  <a:lnTo>
                    <a:pt x="10581" y="13168"/>
                  </a:lnTo>
                  <a:lnTo>
                    <a:pt x="10620" y="13013"/>
                  </a:lnTo>
                  <a:lnTo>
                    <a:pt x="10659" y="12859"/>
                  </a:lnTo>
                  <a:lnTo>
                    <a:pt x="10852" y="12627"/>
                  </a:lnTo>
                  <a:lnTo>
                    <a:pt x="10929" y="12473"/>
                  </a:lnTo>
                  <a:lnTo>
                    <a:pt x="11045" y="12357"/>
                  </a:lnTo>
                  <a:lnTo>
                    <a:pt x="11122" y="12318"/>
                  </a:lnTo>
                  <a:lnTo>
                    <a:pt x="11238" y="12280"/>
                  </a:lnTo>
                  <a:close/>
                  <a:moveTo>
                    <a:pt x="426" y="0"/>
                  </a:moveTo>
                  <a:lnTo>
                    <a:pt x="349" y="39"/>
                  </a:lnTo>
                  <a:lnTo>
                    <a:pt x="271" y="116"/>
                  </a:lnTo>
                  <a:lnTo>
                    <a:pt x="233" y="193"/>
                  </a:lnTo>
                  <a:lnTo>
                    <a:pt x="78" y="2587"/>
                  </a:lnTo>
                  <a:lnTo>
                    <a:pt x="40" y="3012"/>
                  </a:lnTo>
                  <a:lnTo>
                    <a:pt x="1" y="3475"/>
                  </a:lnTo>
                  <a:lnTo>
                    <a:pt x="40" y="3900"/>
                  </a:lnTo>
                  <a:lnTo>
                    <a:pt x="117" y="4325"/>
                  </a:lnTo>
                  <a:lnTo>
                    <a:pt x="233" y="4518"/>
                  </a:lnTo>
                  <a:lnTo>
                    <a:pt x="349" y="4750"/>
                  </a:lnTo>
                  <a:lnTo>
                    <a:pt x="619" y="5175"/>
                  </a:lnTo>
                  <a:lnTo>
                    <a:pt x="1237" y="5985"/>
                  </a:lnTo>
                  <a:lnTo>
                    <a:pt x="2665" y="7955"/>
                  </a:lnTo>
                  <a:lnTo>
                    <a:pt x="5446" y="11816"/>
                  </a:lnTo>
                  <a:lnTo>
                    <a:pt x="6874" y="13747"/>
                  </a:lnTo>
                  <a:lnTo>
                    <a:pt x="8342" y="15639"/>
                  </a:lnTo>
                  <a:lnTo>
                    <a:pt x="7492" y="15987"/>
                  </a:lnTo>
                  <a:lnTo>
                    <a:pt x="6643" y="16257"/>
                  </a:lnTo>
                  <a:lnTo>
                    <a:pt x="6643" y="16257"/>
                  </a:lnTo>
                  <a:lnTo>
                    <a:pt x="6681" y="16102"/>
                  </a:lnTo>
                  <a:lnTo>
                    <a:pt x="6681" y="15948"/>
                  </a:lnTo>
                  <a:lnTo>
                    <a:pt x="6643" y="15755"/>
                  </a:lnTo>
                  <a:lnTo>
                    <a:pt x="6565" y="15639"/>
                  </a:lnTo>
                  <a:lnTo>
                    <a:pt x="6488" y="15485"/>
                  </a:lnTo>
                  <a:lnTo>
                    <a:pt x="6334" y="15369"/>
                  </a:lnTo>
                  <a:lnTo>
                    <a:pt x="6179" y="15292"/>
                  </a:lnTo>
                  <a:lnTo>
                    <a:pt x="6025" y="15253"/>
                  </a:lnTo>
                  <a:lnTo>
                    <a:pt x="5716" y="15253"/>
                  </a:lnTo>
                  <a:lnTo>
                    <a:pt x="5484" y="15292"/>
                  </a:lnTo>
                  <a:lnTo>
                    <a:pt x="5214" y="15407"/>
                  </a:lnTo>
                  <a:lnTo>
                    <a:pt x="5021" y="15600"/>
                  </a:lnTo>
                  <a:lnTo>
                    <a:pt x="4828" y="15794"/>
                  </a:lnTo>
                  <a:lnTo>
                    <a:pt x="4712" y="16025"/>
                  </a:lnTo>
                  <a:lnTo>
                    <a:pt x="4596" y="16296"/>
                  </a:lnTo>
                  <a:lnTo>
                    <a:pt x="4596" y="16566"/>
                  </a:lnTo>
                  <a:lnTo>
                    <a:pt x="4635" y="16991"/>
                  </a:lnTo>
                  <a:lnTo>
                    <a:pt x="4751" y="17300"/>
                  </a:lnTo>
                  <a:lnTo>
                    <a:pt x="4905" y="17531"/>
                  </a:lnTo>
                  <a:lnTo>
                    <a:pt x="5098" y="17724"/>
                  </a:lnTo>
                  <a:lnTo>
                    <a:pt x="5368" y="17840"/>
                  </a:lnTo>
                  <a:lnTo>
                    <a:pt x="5677" y="17917"/>
                  </a:lnTo>
                  <a:lnTo>
                    <a:pt x="6025" y="17956"/>
                  </a:lnTo>
                  <a:lnTo>
                    <a:pt x="6372" y="17917"/>
                  </a:lnTo>
                  <a:lnTo>
                    <a:pt x="6720" y="17840"/>
                  </a:lnTo>
                  <a:lnTo>
                    <a:pt x="7106" y="17763"/>
                  </a:lnTo>
                  <a:lnTo>
                    <a:pt x="7878" y="17531"/>
                  </a:lnTo>
                  <a:lnTo>
                    <a:pt x="8573" y="17222"/>
                  </a:lnTo>
                  <a:lnTo>
                    <a:pt x="9153" y="16952"/>
                  </a:lnTo>
                  <a:lnTo>
                    <a:pt x="9230" y="16875"/>
                  </a:lnTo>
                  <a:lnTo>
                    <a:pt x="9462" y="16759"/>
                  </a:lnTo>
                  <a:lnTo>
                    <a:pt x="10234" y="16257"/>
                  </a:lnTo>
                  <a:lnTo>
                    <a:pt x="10813" y="17106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4"/>
                  </a:lnTo>
                  <a:lnTo>
                    <a:pt x="12280" y="19037"/>
                  </a:lnTo>
                  <a:lnTo>
                    <a:pt x="12203" y="18883"/>
                  </a:lnTo>
                  <a:lnTo>
                    <a:pt x="11817" y="18149"/>
                  </a:lnTo>
                  <a:lnTo>
                    <a:pt x="11392" y="17454"/>
                  </a:lnTo>
                  <a:lnTo>
                    <a:pt x="10929" y="16759"/>
                  </a:lnTo>
                  <a:lnTo>
                    <a:pt x="10466" y="16102"/>
                  </a:lnTo>
                  <a:lnTo>
                    <a:pt x="10968" y="15716"/>
                  </a:lnTo>
                  <a:lnTo>
                    <a:pt x="11470" y="15253"/>
                  </a:lnTo>
                  <a:lnTo>
                    <a:pt x="11894" y="14790"/>
                  </a:lnTo>
                  <a:lnTo>
                    <a:pt x="12126" y="14558"/>
                  </a:lnTo>
                  <a:lnTo>
                    <a:pt x="12280" y="14288"/>
                  </a:lnTo>
                  <a:lnTo>
                    <a:pt x="12435" y="14056"/>
                  </a:lnTo>
                  <a:lnTo>
                    <a:pt x="12512" y="13786"/>
                  </a:lnTo>
                  <a:lnTo>
                    <a:pt x="12589" y="13554"/>
                  </a:lnTo>
                  <a:lnTo>
                    <a:pt x="12628" y="13284"/>
                  </a:lnTo>
                  <a:lnTo>
                    <a:pt x="12589" y="13052"/>
                  </a:lnTo>
                  <a:lnTo>
                    <a:pt x="12512" y="12820"/>
                  </a:lnTo>
                  <a:lnTo>
                    <a:pt x="12358" y="12589"/>
                  </a:lnTo>
                  <a:lnTo>
                    <a:pt x="12165" y="12357"/>
                  </a:lnTo>
                  <a:lnTo>
                    <a:pt x="11972" y="12202"/>
                  </a:lnTo>
                  <a:lnTo>
                    <a:pt x="11740" y="12087"/>
                  </a:lnTo>
                  <a:lnTo>
                    <a:pt x="11470" y="12009"/>
                  </a:lnTo>
                  <a:lnTo>
                    <a:pt x="11238" y="12009"/>
                  </a:lnTo>
                  <a:lnTo>
                    <a:pt x="10968" y="12048"/>
                  </a:lnTo>
                  <a:lnTo>
                    <a:pt x="10736" y="12125"/>
                  </a:lnTo>
                  <a:lnTo>
                    <a:pt x="10543" y="12280"/>
                  </a:lnTo>
                  <a:lnTo>
                    <a:pt x="10388" y="12511"/>
                  </a:lnTo>
                  <a:lnTo>
                    <a:pt x="10311" y="12704"/>
                  </a:lnTo>
                  <a:lnTo>
                    <a:pt x="10273" y="12897"/>
                  </a:lnTo>
                  <a:lnTo>
                    <a:pt x="10273" y="13091"/>
                  </a:lnTo>
                  <a:lnTo>
                    <a:pt x="10311" y="13284"/>
                  </a:lnTo>
                  <a:lnTo>
                    <a:pt x="10388" y="13477"/>
                  </a:lnTo>
                  <a:lnTo>
                    <a:pt x="10504" y="13631"/>
                  </a:lnTo>
                  <a:lnTo>
                    <a:pt x="10620" y="13786"/>
                  </a:lnTo>
                  <a:lnTo>
                    <a:pt x="10813" y="13901"/>
                  </a:lnTo>
                  <a:lnTo>
                    <a:pt x="10504" y="14249"/>
                  </a:lnTo>
                  <a:lnTo>
                    <a:pt x="10157" y="14597"/>
                  </a:lnTo>
                  <a:lnTo>
                    <a:pt x="9771" y="14867"/>
                  </a:lnTo>
                  <a:lnTo>
                    <a:pt x="9431" y="15083"/>
                  </a:lnTo>
                  <a:lnTo>
                    <a:pt x="9431" y="15083"/>
                  </a:lnTo>
                  <a:lnTo>
                    <a:pt x="9462" y="15021"/>
                  </a:lnTo>
                  <a:lnTo>
                    <a:pt x="9500" y="14944"/>
                  </a:lnTo>
                  <a:lnTo>
                    <a:pt x="9462" y="14828"/>
                  </a:lnTo>
                  <a:lnTo>
                    <a:pt x="5716" y="5754"/>
                  </a:lnTo>
                  <a:lnTo>
                    <a:pt x="4789" y="3475"/>
                  </a:lnTo>
                  <a:lnTo>
                    <a:pt x="4364" y="2471"/>
                  </a:lnTo>
                  <a:lnTo>
                    <a:pt x="4133" y="1969"/>
                  </a:lnTo>
                  <a:lnTo>
                    <a:pt x="3978" y="1738"/>
                  </a:lnTo>
                  <a:lnTo>
                    <a:pt x="3824" y="1545"/>
                  </a:lnTo>
                  <a:lnTo>
                    <a:pt x="3515" y="1236"/>
                  </a:lnTo>
                  <a:lnTo>
                    <a:pt x="3129" y="965"/>
                  </a:lnTo>
                  <a:lnTo>
                    <a:pt x="2743" y="772"/>
                  </a:lnTo>
                  <a:lnTo>
                    <a:pt x="2279" y="541"/>
                  </a:lnTo>
                  <a:lnTo>
                    <a:pt x="1816" y="386"/>
                  </a:lnTo>
                  <a:lnTo>
                    <a:pt x="1391" y="232"/>
                  </a:lnTo>
                  <a:lnTo>
                    <a:pt x="54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Google Shape;1479;p7"/>
            <p:cNvSpPr/>
            <p:nvPr/>
          </p:nvSpPr>
          <p:spPr>
            <a:xfrm>
              <a:off x="5383550" y="118015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3" y="464"/>
                  </a:moveTo>
                  <a:lnTo>
                    <a:pt x="2085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89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89" y="2472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7" y="3051"/>
                  </a:lnTo>
                  <a:lnTo>
                    <a:pt x="2356" y="3167"/>
                  </a:lnTo>
                  <a:lnTo>
                    <a:pt x="2085" y="3244"/>
                  </a:lnTo>
                  <a:lnTo>
                    <a:pt x="1777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4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80"/>
                  </a:lnTo>
                  <a:lnTo>
                    <a:pt x="1583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8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1" y="271"/>
                  </a:lnTo>
                  <a:lnTo>
                    <a:pt x="850" y="386"/>
                  </a:lnTo>
                  <a:lnTo>
                    <a:pt x="618" y="580"/>
                  </a:lnTo>
                  <a:lnTo>
                    <a:pt x="425" y="773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7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2"/>
                  </a:lnTo>
                  <a:lnTo>
                    <a:pt x="1583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2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6" y="2781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4"/>
                  </a:lnTo>
                  <a:lnTo>
                    <a:pt x="3669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1480;p7"/>
            <p:cNvSpPr/>
            <p:nvPr/>
          </p:nvSpPr>
          <p:spPr>
            <a:xfrm>
              <a:off x="1657200" y="1227450"/>
              <a:ext cx="61825" cy="90775"/>
            </a:xfrm>
            <a:custGeom>
              <a:avLst/>
              <a:gdLst/>
              <a:ahLst/>
              <a:cxnLst/>
              <a:rect l="l" t="t" r="r" b="b"/>
              <a:pathLst>
                <a:path w="2473" h="3631" extrusionOk="0">
                  <a:moveTo>
                    <a:pt x="1198" y="0"/>
                  </a:moveTo>
                  <a:lnTo>
                    <a:pt x="1082" y="39"/>
                  </a:lnTo>
                  <a:lnTo>
                    <a:pt x="1005" y="39"/>
                  </a:lnTo>
                  <a:lnTo>
                    <a:pt x="966" y="116"/>
                  </a:lnTo>
                  <a:lnTo>
                    <a:pt x="966" y="194"/>
                  </a:lnTo>
                  <a:lnTo>
                    <a:pt x="966" y="232"/>
                  </a:lnTo>
                  <a:lnTo>
                    <a:pt x="850" y="271"/>
                  </a:lnTo>
                  <a:lnTo>
                    <a:pt x="773" y="271"/>
                  </a:lnTo>
                  <a:lnTo>
                    <a:pt x="735" y="348"/>
                  </a:lnTo>
                  <a:lnTo>
                    <a:pt x="696" y="425"/>
                  </a:lnTo>
                  <a:lnTo>
                    <a:pt x="696" y="502"/>
                  </a:lnTo>
                  <a:lnTo>
                    <a:pt x="735" y="618"/>
                  </a:lnTo>
                  <a:lnTo>
                    <a:pt x="773" y="657"/>
                  </a:lnTo>
                  <a:lnTo>
                    <a:pt x="850" y="734"/>
                  </a:lnTo>
                  <a:lnTo>
                    <a:pt x="1082" y="811"/>
                  </a:lnTo>
                  <a:lnTo>
                    <a:pt x="1275" y="966"/>
                  </a:lnTo>
                  <a:lnTo>
                    <a:pt x="1468" y="1120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1"/>
                  </a:lnTo>
                  <a:lnTo>
                    <a:pt x="1970" y="2163"/>
                  </a:lnTo>
                  <a:lnTo>
                    <a:pt x="1932" y="2472"/>
                  </a:lnTo>
                  <a:lnTo>
                    <a:pt x="1816" y="2742"/>
                  </a:lnTo>
                  <a:lnTo>
                    <a:pt x="1739" y="2897"/>
                  </a:lnTo>
                  <a:lnTo>
                    <a:pt x="1661" y="2974"/>
                  </a:lnTo>
                  <a:lnTo>
                    <a:pt x="1545" y="3090"/>
                  </a:lnTo>
                  <a:lnTo>
                    <a:pt x="1391" y="3128"/>
                  </a:lnTo>
                  <a:lnTo>
                    <a:pt x="1237" y="3167"/>
                  </a:lnTo>
                  <a:lnTo>
                    <a:pt x="1043" y="3128"/>
                  </a:lnTo>
                  <a:lnTo>
                    <a:pt x="928" y="3012"/>
                  </a:lnTo>
                  <a:lnTo>
                    <a:pt x="850" y="2897"/>
                  </a:lnTo>
                  <a:lnTo>
                    <a:pt x="812" y="2742"/>
                  </a:lnTo>
                  <a:lnTo>
                    <a:pt x="850" y="2626"/>
                  </a:lnTo>
                  <a:lnTo>
                    <a:pt x="928" y="2472"/>
                  </a:lnTo>
                  <a:lnTo>
                    <a:pt x="1082" y="2356"/>
                  </a:lnTo>
                  <a:lnTo>
                    <a:pt x="1159" y="2279"/>
                  </a:lnTo>
                  <a:lnTo>
                    <a:pt x="1159" y="2163"/>
                  </a:lnTo>
                  <a:lnTo>
                    <a:pt x="1159" y="2047"/>
                  </a:lnTo>
                  <a:lnTo>
                    <a:pt x="1082" y="1970"/>
                  </a:lnTo>
                  <a:lnTo>
                    <a:pt x="657" y="1622"/>
                  </a:lnTo>
                  <a:lnTo>
                    <a:pt x="426" y="1468"/>
                  </a:lnTo>
                  <a:lnTo>
                    <a:pt x="194" y="1352"/>
                  </a:lnTo>
                  <a:lnTo>
                    <a:pt x="1" y="1622"/>
                  </a:lnTo>
                  <a:lnTo>
                    <a:pt x="271" y="1893"/>
                  </a:lnTo>
                  <a:lnTo>
                    <a:pt x="580" y="2163"/>
                  </a:lnTo>
                  <a:lnTo>
                    <a:pt x="426" y="2356"/>
                  </a:lnTo>
                  <a:lnTo>
                    <a:pt x="348" y="2626"/>
                  </a:lnTo>
                  <a:lnTo>
                    <a:pt x="348" y="2897"/>
                  </a:lnTo>
                  <a:lnTo>
                    <a:pt x="348" y="3051"/>
                  </a:lnTo>
                  <a:lnTo>
                    <a:pt x="426" y="3167"/>
                  </a:lnTo>
                  <a:lnTo>
                    <a:pt x="541" y="3360"/>
                  </a:lnTo>
                  <a:lnTo>
                    <a:pt x="696" y="3476"/>
                  </a:lnTo>
                  <a:lnTo>
                    <a:pt x="889" y="3553"/>
                  </a:lnTo>
                  <a:lnTo>
                    <a:pt x="1082" y="3630"/>
                  </a:lnTo>
                  <a:lnTo>
                    <a:pt x="1275" y="3630"/>
                  </a:lnTo>
                  <a:lnTo>
                    <a:pt x="1507" y="3592"/>
                  </a:lnTo>
                  <a:lnTo>
                    <a:pt x="1700" y="3514"/>
                  </a:lnTo>
                  <a:lnTo>
                    <a:pt x="1854" y="3437"/>
                  </a:lnTo>
                  <a:lnTo>
                    <a:pt x="2047" y="3244"/>
                  </a:lnTo>
                  <a:lnTo>
                    <a:pt x="2202" y="3090"/>
                  </a:lnTo>
                  <a:lnTo>
                    <a:pt x="2318" y="2897"/>
                  </a:lnTo>
                  <a:lnTo>
                    <a:pt x="2395" y="2703"/>
                  </a:lnTo>
                  <a:lnTo>
                    <a:pt x="2434" y="2472"/>
                  </a:lnTo>
                  <a:lnTo>
                    <a:pt x="2472" y="2279"/>
                  </a:lnTo>
                  <a:lnTo>
                    <a:pt x="2434" y="2047"/>
                  </a:lnTo>
                  <a:lnTo>
                    <a:pt x="2395" y="1815"/>
                  </a:lnTo>
                  <a:lnTo>
                    <a:pt x="2318" y="1622"/>
                  </a:lnTo>
                  <a:lnTo>
                    <a:pt x="2202" y="1391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1481;p7"/>
            <p:cNvSpPr/>
            <p:nvPr/>
          </p:nvSpPr>
          <p:spPr>
            <a:xfrm>
              <a:off x="6055450" y="1230350"/>
              <a:ext cx="302175" cy="155450"/>
            </a:xfrm>
            <a:custGeom>
              <a:avLst/>
              <a:gdLst/>
              <a:ahLst/>
              <a:cxnLst/>
              <a:rect l="l" t="t" r="r" b="b"/>
              <a:pathLst>
                <a:path w="12087" h="6218" extrusionOk="0">
                  <a:moveTo>
                    <a:pt x="11739" y="0"/>
                  </a:moveTo>
                  <a:lnTo>
                    <a:pt x="11662" y="39"/>
                  </a:lnTo>
                  <a:lnTo>
                    <a:pt x="11585" y="78"/>
                  </a:lnTo>
                  <a:lnTo>
                    <a:pt x="11507" y="116"/>
                  </a:lnTo>
                  <a:lnTo>
                    <a:pt x="11469" y="232"/>
                  </a:lnTo>
                  <a:lnTo>
                    <a:pt x="11469" y="309"/>
                  </a:lnTo>
                  <a:lnTo>
                    <a:pt x="11507" y="425"/>
                  </a:lnTo>
                  <a:lnTo>
                    <a:pt x="11585" y="580"/>
                  </a:lnTo>
                  <a:lnTo>
                    <a:pt x="11623" y="773"/>
                  </a:lnTo>
                  <a:lnTo>
                    <a:pt x="11585" y="966"/>
                  </a:lnTo>
                  <a:lnTo>
                    <a:pt x="11507" y="1120"/>
                  </a:lnTo>
                  <a:lnTo>
                    <a:pt x="11392" y="1275"/>
                  </a:lnTo>
                  <a:lnTo>
                    <a:pt x="11276" y="1429"/>
                  </a:lnTo>
                  <a:lnTo>
                    <a:pt x="10928" y="1738"/>
                  </a:lnTo>
                  <a:lnTo>
                    <a:pt x="10503" y="2008"/>
                  </a:lnTo>
                  <a:lnTo>
                    <a:pt x="10079" y="2240"/>
                  </a:lnTo>
                  <a:lnTo>
                    <a:pt x="9422" y="2587"/>
                  </a:lnTo>
                  <a:lnTo>
                    <a:pt x="9036" y="2781"/>
                  </a:lnTo>
                  <a:lnTo>
                    <a:pt x="9036" y="2703"/>
                  </a:lnTo>
                  <a:lnTo>
                    <a:pt x="8959" y="2626"/>
                  </a:lnTo>
                  <a:lnTo>
                    <a:pt x="8495" y="2201"/>
                  </a:lnTo>
                  <a:lnTo>
                    <a:pt x="8109" y="1699"/>
                  </a:lnTo>
                  <a:lnTo>
                    <a:pt x="7839" y="1892"/>
                  </a:lnTo>
                  <a:lnTo>
                    <a:pt x="7993" y="2201"/>
                  </a:lnTo>
                  <a:lnTo>
                    <a:pt x="8187" y="2510"/>
                  </a:lnTo>
                  <a:lnTo>
                    <a:pt x="8418" y="2781"/>
                  </a:lnTo>
                  <a:lnTo>
                    <a:pt x="8650" y="2974"/>
                  </a:lnTo>
                  <a:lnTo>
                    <a:pt x="7607" y="3514"/>
                  </a:lnTo>
                  <a:lnTo>
                    <a:pt x="6565" y="3978"/>
                  </a:lnTo>
                  <a:lnTo>
                    <a:pt x="5252" y="4518"/>
                  </a:lnTo>
                  <a:lnTo>
                    <a:pt x="3939" y="4982"/>
                  </a:lnTo>
                  <a:lnTo>
                    <a:pt x="3669" y="5059"/>
                  </a:lnTo>
                  <a:lnTo>
                    <a:pt x="3707" y="4711"/>
                  </a:lnTo>
                  <a:lnTo>
                    <a:pt x="3630" y="4364"/>
                  </a:lnTo>
                  <a:lnTo>
                    <a:pt x="3514" y="4055"/>
                  </a:lnTo>
                  <a:lnTo>
                    <a:pt x="3321" y="3707"/>
                  </a:lnTo>
                  <a:lnTo>
                    <a:pt x="3012" y="3900"/>
                  </a:lnTo>
                  <a:lnTo>
                    <a:pt x="3128" y="4171"/>
                  </a:lnTo>
                  <a:lnTo>
                    <a:pt x="3205" y="4441"/>
                  </a:lnTo>
                  <a:lnTo>
                    <a:pt x="3244" y="4866"/>
                  </a:lnTo>
                  <a:lnTo>
                    <a:pt x="3244" y="5252"/>
                  </a:lnTo>
                  <a:lnTo>
                    <a:pt x="2356" y="5522"/>
                  </a:lnTo>
                  <a:lnTo>
                    <a:pt x="1892" y="5638"/>
                  </a:lnTo>
                  <a:lnTo>
                    <a:pt x="1429" y="5677"/>
                  </a:lnTo>
                  <a:lnTo>
                    <a:pt x="1043" y="5715"/>
                  </a:lnTo>
                  <a:lnTo>
                    <a:pt x="850" y="5715"/>
                  </a:lnTo>
                  <a:lnTo>
                    <a:pt x="695" y="5677"/>
                  </a:lnTo>
                  <a:lnTo>
                    <a:pt x="579" y="5599"/>
                  </a:lnTo>
                  <a:lnTo>
                    <a:pt x="464" y="5522"/>
                  </a:lnTo>
                  <a:lnTo>
                    <a:pt x="386" y="5406"/>
                  </a:lnTo>
                  <a:lnTo>
                    <a:pt x="348" y="5291"/>
                  </a:lnTo>
                  <a:lnTo>
                    <a:pt x="309" y="5213"/>
                  </a:lnTo>
                  <a:lnTo>
                    <a:pt x="270" y="5175"/>
                  </a:lnTo>
                  <a:lnTo>
                    <a:pt x="155" y="5136"/>
                  </a:lnTo>
                  <a:lnTo>
                    <a:pt x="77" y="5175"/>
                  </a:lnTo>
                  <a:lnTo>
                    <a:pt x="39" y="5213"/>
                  </a:lnTo>
                  <a:lnTo>
                    <a:pt x="0" y="5291"/>
                  </a:lnTo>
                  <a:lnTo>
                    <a:pt x="0" y="5445"/>
                  </a:lnTo>
                  <a:lnTo>
                    <a:pt x="39" y="5599"/>
                  </a:lnTo>
                  <a:lnTo>
                    <a:pt x="77" y="5754"/>
                  </a:lnTo>
                  <a:lnTo>
                    <a:pt x="155" y="5870"/>
                  </a:lnTo>
                  <a:lnTo>
                    <a:pt x="232" y="5947"/>
                  </a:lnTo>
                  <a:lnTo>
                    <a:pt x="309" y="6024"/>
                  </a:lnTo>
                  <a:lnTo>
                    <a:pt x="541" y="6140"/>
                  </a:lnTo>
                  <a:lnTo>
                    <a:pt x="811" y="6179"/>
                  </a:lnTo>
                  <a:lnTo>
                    <a:pt x="1120" y="6217"/>
                  </a:lnTo>
                  <a:lnTo>
                    <a:pt x="1429" y="6179"/>
                  </a:lnTo>
                  <a:lnTo>
                    <a:pt x="1699" y="6140"/>
                  </a:lnTo>
                  <a:lnTo>
                    <a:pt x="2896" y="5831"/>
                  </a:lnTo>
                  <a:lnTo>
                    <a:pt x="4093" y="5445"/>
                  </a:lnTo>
                  <a:lnTo>
                    <a:pt x="5290" y="5020"/>
                  </a:lnTo>
                  <a:lnTo>
                    <a:pt x="6449" y="4557"/>
                  </a:lnTo>
                  <a:lnTo>
                    <a:pt x="7530" y="4093"/>
                  </a:lnTo>
                  <a:lnTo>
                    <a:pt x="8573" y="3591"/>
                  </a:lnTo>
                  <a:lnTo>
                    <a:pt x="9615" y="3051"/>
                  </a:lnTo>
                  <a:lnTo>
                    <a:pt x="10619" y="2472"/>
                  </a:lnTo>
                  <a:lnTo>
                    <a:pt x="10928" y="2279"/>
                  </a:lnTo>
                  <a:lnTo>
                    <a:pt x="11276" y="2047"/>
                  </a:lnTo>
                  <a:lnTo>
                    <a:pt x="11546" y="1777"/>
                  </a:lnTo>
                  <a:lnTo>
                    <a:pt x="11816" y="1506"/>
                  </a:lnTo>
                  <a:lnTo>
                    <a:pt x="12009" y="1197"/>
                  </a:lnTo>
                  <a:lnTo>
                    <a:pt x="12048" y="1043"/>
                  </a:lnTo>
                  <a:lnTo>
                    <a:pt x="12087" y="888"/>
                  </a:lnTo>
                  <a:lnTo>
                    <a:pt x="12087" y="695"/>
                  </a:lnTo>
                  <a:lnTo>
                    <a:pt x="12048" y="502"/>
                  </a:lnTo>
                  <a:lnTo>
                    <a:pt x="12009" y="309"/>
                  </a:lnTo>
                  <a:lnTo>
                    <a:pt x="11894" y="116"/>
                  </a:lnTo>
                  <a:lnTo>
                    <a:pt x="11816" y="39"/>
                  </a:lnTo>
                  <a:lnTo>
                    <a:pt x="1173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Google Shape;1482;p7"/>
            <p:cNvSpPr/>
            <p:nvPr/>
          </p:nvSpPr>
          <p:spPr>
            <a:xfrm>
              <a:off x="4272400" y="1236125"/>
              <a:ext cx="61800" cy="89825"/>
            </a:xfrm>
            <a:custGeom>
              <a:avLst/>
              <a:gdLst/>
              <a:ahLst/>
              <a:cxnLst/>
              <a:rect l="l" t="t" r="r" b="b"/>
              <a:pathLst>
                <a:path w="2472" h="3593" extrusionOk="0">
                  <a:moveTo>
                    <a:pt x="1082" y="1"/>
                  </a:moveTo>
                  <a:lnTo>
                    <a:pt x="1005" y="40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3"/>
                  </a:lnTo>
                  <a:lnTo>
                    <a:pt x="850" y="233"/>
                  </a:lnTo>
                  <a:lnTo>
                    <a:pt x="773" y="271"/>
                  </a:lnTo>
                  <a:lnTo>
                    <a:pt x="734" y="349"/>
                  </a:lnTo>
                  <a:lnTo>
                    <a:pt x="696" y="426"/>
                  </a:lnTo>
                  <a:lnTo>
                    <a:pt x="696" y="503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2"/>
                  </a:lnTo>
                  <a:lnTo>
                    <a:pt x="1275" y="928"/>
                  </a:lnTo>
                  <a:lnTo>
                    <a:pt x="1468" y="1082"/>
                  </a:lnTo>
                  <a:lnTo>
                    <a:pt x="1622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1" y="1932"/>
                  </a:lnTo>
                  <a:lnTo>
                    <a:pt x="1931" y="2163"/>
                  </a:lnTo>
                  <a:lnTo>
                    <a:pt x="1931" y="2434"/>
                  </a:lnTo>
                  <a:lnTo>
                    <a:pt x="1815" y="2743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2"/>
                  </a:lnTo>
                  <a:lnTo>
                    <a:pt x="1391" y="3129"/>
                  </a:lnTo>
                  <a:lnTo>
                    <a:pt x="1198" y="3129"/>
                  </a:lnTo>
                  <a:lnTo>
                    <a:pt x="1043" y="3090"/>
                  </a:lnTo>
                  <a:lnTo>
                    <a:pt x="927" y="3013"/>
                  </a:lnTo>
                  <a:lnTo>
                    <a:pt x="850" y="2897"/>
                  </a:lnTo>
                  <a:lnTo>
                    <a:pt x="811" y="2743"/>
                  </a:lnTo>
                  <a:lnTo>
                    <a:pt x="850" y="2588"/>
                  </a:lnTo>
                  <a:lnTo>
                    <a:pt x="927" y="2434"/>
                  </a:lnTo>
                  <a:lnTo>
                    <a:pt x="1043" y="2318"/>
                  </a:lnTo>
                  <a:lnTo>
                    <a:pt x="1159" y="2241"/>
                  </a:lnTo>
                  <a:lnTo>
                    <a:pt x="1159" y="2125"/>
                  </a:lnTo>
                  <a:lnTo>
                    <a:pt x="1120" y="2009"/>
                  </a:lnTo>
                  <a:lnTo>
                    <a:pt x="1043" y="1932"/>
                  </a:lnTo>
                  <a:lnTo>
                    <a:pt x="657" y="1623"/>
                  </a:lnTo>
                  <a:lnTo>
                    <a:pt x="425" y="1468"/>
                  </a:lnTo>
                  <a:lnTo>
                    <a:pt x="194" y="1314"/>
                  </a:lnTo>
                  <a:lnTo>
                    <a:pt x="1" y="1623"/>
                  </a:lnTo>
                  <a:lnTo>
                    <a:pt x="271" y="1893"/>
                  </a:lnTo>
                  <a:lnTo>
                    <a:pt x="580" y="2125"/>
                  </a:lnTo>
                  <a:lnTo>
                    <a:pt x="425" y="2356"/>
                  </a:lnTo>
                  <a:lnTo>
                    <a:pt x="348" y="2627"/>
                  </a:lnTo>
                  <a:lnTo>
                    <a:pt x="309" y="2897"/>
                  </a:lnTo>
                  <a:lnTo>
                    <a:pt x="348" y="3052"/>
                  </a:lnTo>
                  <a:lnTo>
                    <a:pt x="425" y="3167"/>
                  </a:lnTo>
                  <a:lnTo>
                    <a:pt x="541" y="3322"/>
                  </a:lnTo>
                  <a:lnTo>
                    <a:pt x="696" y="3476"/>
                  </a:lnTo>
                  <a:lnTo>
                    <a:pt x="889" y="3554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4"/>
                  </a:lnTo>
                  <a:lnTo>
                    <a:pt x="1700" y="3515"/>
                  </a:lnTo>
                  <a:lnTo>
                    <a:pt x="1854" y="3399"/>
                  </a:lnTo>
                  <a:lnTo>
                    <a:pt x="2047" y="3245"/>
                  </a:lnTo>
                  <a:lnTo>
                    <a:pt x="2202" y="3052"/>
                  </a:lnTo>
                  <a:lnTo>
                    <a:pt x="2317" y="2858"/>
                  </a:lnTo>
                  <a:lnTo>
                    <a:pt x="2395" y="2665"/>
                  </a:lnTo>
                  <a:lnTo>
                    <a:pt x="2433" y="2472"/>
                  </a:lnTo>
                  <a:lnTo>
                    <a:pt x="2472" y="2241"/>
                  </a:lnTo>
                  <a:lnTo>
                    <a:pt x="2433" y="2009"/>
                  </a:lnTo>
                  <a:lnTo>
                    <a:pt x="2395" y="1816"/>
                  </a:lnTo>
                  <a:lnTo>
                    <a:pt x="2317" y="1584"/>
                  </a:lnTo>
                  <a:lnTo>
                    <a:pt x="2202" y="1391"/>
                  </a:lnTo>
                  <a:lnTo>
                    <a:pt x="1970" y="1005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Google Shape;1483;p7"/>
            <p:cNvSpPr/>
            <p:nvPr/>
          </p:nvSpPr>
          <p:spPr>
            <a:xfrm>
              <a:off x="799000" y="1245800"/>
              <a:ext cx="106200" cy="124550"/>
            </a:xfrm>
            <a:custGeom>
              <a:avLst/>
              <a:gdLst/>
              <a:ahLst/>
              <a:cxnLst/>
              <a:rect l="l" t="t" r="r" b="b"/>
              <a:pathLst>
                <a:path w="4248" h="4982" extrusionOk="0">
                  <a:moveTo>
                    <a:pt x="3862" y="0"/>
                  </a:moveTo>
                  <a:lnTo>
                    <a:pt x="3591" y="579"/>
                  </a:lnTo>
                  <a:lnTo>
                    <a:pt x="3244" y="1159"/>
                  </a:lnTo>
                  <a:lnTo>
                    <a:pt x="2896" y="1699"/>
                  </a:lnTo>
                  <a:lnTo>
                    <a:pt x="2510" y="2201"/>
                  </a:lnTo>
                  <a:lnTo>
                    <a:pt x="1931" y="2858"/>
                  </a:lnTo>
                  <a:lnTo>
                    <a:pt x="1313" y="3475"/>
                  </a:lnTo>
                  <a:lnTo>
                    <a:pt x="1004" y="3784"/>
                  </a:lnTo>
                  <a:lnTo>
                    <a:pt x="657" y="4016"/>
                  </a:lnTo>
                  <a:lnTo>
                    <a:pt x="309" y="4286"/>
                  </a:lnTo>
                  <a:lnTo>
                    <a:pt x="0" y="4595"/>
                  </a:lnTo>
                  <a:lnTo>
                    <a:pt x="39" y="4981"/>
                  </a:lnTo>
                  <a:lnTo>
                    <a:pt x="155" y="4981"/>
                  </a:lnTo>
                  <a:lnTo>
                    <a:pt x="541" y="4788"/>
                  </a:lnTo>
                  <a:lnTo>
                    <a:pt x="927" y="4557"/>
                  </a:lnTo>
                  <a:lnTo>
                    <a:pt x="1313" y="4248"/>
                  </a:lnTo>
                  <a:lnTo>
                    <a:pt x="1699" y="3939"/>
                  </a:lnTo>
                  <a:lnTo>
                    <a:pt x="2008" y="3591"/>
                  </a:lnTo>
                  <a:lnTo>
                    <a:pt x="2356" y="3205"/>
                  </a:lnTo>
                  <a:lnTo>
                    <a:pt x="2896" y="2510"/>
                  </a:lnTo>
                  <a:lnTo>
                    <a:pt x="3321" y="1969"/>
                  </a:lnTo>
                  <a:lnTo>
                    <a:pt x="3669" y="1390"/>
                  </a:lnTo>
                  <a:lnTo>
                    <a:pt x="3978" y="811"/>
                  </a:lnTo>
                  <a:lnTo>
                    <a:pt x="4248" y="193"/>
                  </a:lnTo>
                  <a:lnTo>
                    <a:pt x="386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7"/>
            <p:cNvSpPr/>
            <p:nvPr/>
          </p:nvSpPr>
          <p:spPr>
            <a:xfrm>
              <a:off x="747825" y="12477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5" y="271"/>
                  </a:moveTo>
                  <a:lnTo>
                    <a:pt x="1236" y="387"/>
                  </a:lnTo>
                  <a:lnTo>
                    <a:pt x="1429" y="541"/>
                  </a:lnTo>
                  <a:lnTo>
                    <a:pt x="1545" y="773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4" y="1197"/>
                  </a:lnTo>
                  <a:lnTo>
                    <a:pt x="1545" y="1313"/>
                  </a:lnTo>
                  <a:lnTo>
                    <a:pt x="1429" y="1391"/>
                  </a:lnTo>
                  <a:lnTo>
                    <a:pt x="1352" y="1468"/>
                  </a:lnTo>
                  <a:lnTo>
                    <a:pt x="1198" y="1545"/>
                  </a:lnTo>
                  <a:lnTo>
                    <a:pt x="966" y="1584"/>
                  </a:lnTo>
                  <a:lnTo>
                    <a:pt x="773" y="1545"/>
                  </a:lnTo>
                  <a:lnTo>
                    <a:pt x="657" y="1468"/>
                  </a:lnTo>
                  <a:lnTo>
                    <a:pt x="580" y="1429"/>
                  </a:lnTo>
                  <a:lnTo>
                    <a:pt x="503" y="1313"/>
                  </a:lnTo>
                  <a:lnTo>
                    <a:pt x="464" y="1197"/>
                  </a:lnTo>
                  <a:lnTo>
                    <a:pt x="425" y="1004"/>
                  </a:lnTo>
                  <a:lnTo>
                    <a:pt x="425" y="773"/>
                  </a:lnTo>
                  <a:lnTo>
                    <a:pt x="541" y="580"/>
                  </a:lnTo>
                  <a:lnTo>
                    <a:pt x="696" y="425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78"/>
                  </a:lnTo>
                  <a:lnTo>
                    <a:pt x="657" y="116"/>
                  </a:lnTo>
                  <a:lnTo>
                    <a:pt x="541" y="78"/>
                  </a:lnTo>
                  <a:lnTo>
                    <a:pt x="425" y="116"/>
                  </a:lnTo>
                  <a:lnTo>
                    <a:pt x="271" y="193"/>
                  </a:lnTo>
                  <a:lnTo>
                    <a:pt x="155" y="348"/>
                  </a:lnTo>
                  <a:lnTo>
                    <a:pt x="78" y="502"/>
                  </a:lnTo>
                  <a:lnTo>
                    <a:pt x="1" y="695"/>
                  </a:lnTo>
                  <a:lnTo>
                    <a:pt x="1" y="889"/>
                  </a:lnTo>
                  <a:lnTo>
                    <a:pt x="1" y="1082"/>
                  </a:lnTo>
                  <a:lnTo>
                    <a:pt x="39" y="1275"/>
                  </a:lnTo>
                  <a:lnTo>
                    <a:pt x="78" y="1429"/>
                  </a:lnTo>
                  <a:lnTo>
                    <a:pt x="194" y="1622"/>
                  </a:lnTo>
                  <a:lnTo>
                    <a:pt x="310" y="1777"/>
                  </a:lnTo>
                  <a:lnTo>
                    <a:pt x="464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043" y="2008"/>
                  </a:lnTo>
                  <a:lnTo>
                    <a:pt x="1236" y="1970"/>
                  </a:lnTo>
                  <a:lnTo>
                    <a:pt x="1429" y="1892"/>
                  </a:lnTo>
                  <a:lnTo>
                    <a:pt x="1584" y="1815"/>
                  </a:lnTo>
                  <a:lnTo>
                    <a:pt x="1738" y="1699"/>
                  </a:lnTo>
                  <a:lnTo>
                    <a:pt x="1893" y="1545"/>
                  </a:lnTo>
                  <a:lnTo>
                    <a:pt x="1970" y="1352"/>
                  </a:lnTo>
                  <a:lnTo>
                    <a:pt x="2047" y="1197"/>
                  </a:lnTo>
                  <a:lnTo>
                    <a:pt x="2086" y="1004"/>
                  </a:lnTo>
                  <a:lnTo>
                    <a:pt x="2047" y="811"/>
                  </a:lnTo>
                  <a:lnTo>
                    <a:pt x="1970" y="580"/>
                  </a:lnTo>
                  <a:lnTo>
                    <a:pt x="1893" y="425"/>
                  </a:lnTo>
                  <a:lnTo>
                    <a:pt x="1738" y="271"/>
                  </a:lnTo>
                  <a:lnTo>
                    <a:pt x="1584" y="155"/>
                  </a:lnTo>
                  <a:lnTo>
                    <a:pt x="1429" y="78"/>
                  </a:lnTo>
                  <a:lnTo>
                    <a:pt x="123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7"/>
            <p:cNvSpPr/>
            <p:nvPr/>
          </p:nvSpPr>
          <p:spPr>
            <a:xfrm>
              <a:off x="1261400" y="125255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1" y="194"/>
                  </a:lnTo>
                  <a:lnTo>
                    <a:pt x="503" y="927"/>
                  </a:lnTo>
                  <a:lnTo>
                    <a:pt x="1043" y="1622"/>
                  </a:lnTo>
                  <a:lnTo>
                    <a:pt x="1700" y="2240"/>
                  </a:lnTo>
                  <a:lnTo>
                    <a:pt x="2356" y="2858"/>
                  </a:lnTo>
                  <a:lnTo>
                    <a:pt x="3090" y="3360"/>
                  </a:lnTo>
                  <a:lnTo>
                    <a:pt x="3901" y="3823"/>
                  </a:lnTo>
                  <a:lnTo>
                    <a:pt x="4673" y="4209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05"/>
                  </a:lnTo>
                  <a:lnTo>
                    <a:pt x="7685" y="4943"/>
                  </a:lnTo>
                  <a:lnTo>
                    <a:pt x="8110" y="4982"/>
                  </a:lnTo>
                  <a:lnTo>
                    <a:pt x="8535" y="4943"/>
                  </a:lnTo>
                  <a:lnTo>
                    <a:pt x="8998" y="4905"/>
                  </a:lnTo>
                  <a:lnTo>
                    <a:pt x="9423" y="4866"/>
                  </a:lnTo>
                  <a:lnTo>
                    <a:pt x="9848" y="4750"/>
                  </a:lnTo>
                  <a:lnTo>
                    <a:pt x="10272" y="4634"/>
                  </a:lnTo>
                  <a:lnTo>
                    <a:pt x="10658" y="4480"/>
                  </a:lnTo>
                  <a:lnTo>
                    <a:pt x="11083" y="4325"/>
                  </a:lnTo>
                  <a:lnTo>
                    <a:pt x="11469" y="4094"/>
                  </a:lnTo>
                  <a:lnTo>
                    <a:pt x="11856" y="3862"/>
                  </a:lnTo>
                  <a:lnTo>
                    <a:pt x="12242" y="3592"/>
                  </a:lnTo>
                  <a:lnTo>
                    <a:pt x="12319" y="3514"/>
                  </a:lnTo>
                  <a:lnTo>
                    <a:pt x="12435" y="3167"/>
                  </a:lnTo>
                  <a:lnTo>
                    <a:pt x="12280" y="3167"/>
                  </a:lnTo>
                  <a:lnTo>
                    <a:pt x="12203" y="3128"/>
                  </a:lnTo>
                  <a:lnTo>
                    <a:pt x="12126" y="3090"/>
                  </a:lnTo>
                  <a:lnTo>
                    <a:pt x="12010" y="3128"/>
                  </a:lnTo>
                  <a:lnTo>
                    <a:pt x="11933" y="3167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6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03"/>
                  </a:lnTo>
                  <a:lnTo>
                    <a:pt x="8342" y="4441"/>
                  </a:lnTo>
                  <a:lnTo>
                    <a:pt x="7492" y="4441"/>
                  </a:lnTo>
                  <a:lnTo>
                    <a:pt x="7067" y="4403"/>
                  </a:lnTo>
                  <a:lnTo>
                    <a:pt x="6643" y="4325"/>
                  </a:lnTo>
                  <a:lnTo>
                    <a:pt x="6218" y="4248"/>
                  </a:lnTo>
                  <a:lnTo>
                    <a:pt x="5793" y="4132"/>
                  </a:lnTo>
                  <a:lnTo>
                    <a:pt x="5407" y="4016"/>
                  </a:lnTo>
                  <a:lnTo>
                    <a:pt x="4596" y="3669"/>
                  </a:lnTo>
                  <a:lnTo>
                    <a:pt x="3901" y="3283"/>
                  </a:lnTo>
                  <a:lnTo>
                    <a:pt x="3206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8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7"/>
            <p:cNvSpPr/>
            <p:nvPr/>
          </p:nvSpPr>
          <p:spPr>
            <a:xfrm>
              <a:off x="1569350" y="1258350"/>
              <a:ext cx="92700" cy="136125"/>
            </a:xfrm>
            <a:custGeom>
              <a:avLst/>
              <a:gdLst/>
              <a:ahLst/>
              <a:cxnLst/>
              <a:rect l="l" t="t" r="r" b="b"/>
              <a:pathLst>
                <a:path w="3708" h="5445" extrusionOk="0">
                  <a:moveTo>
                    <a:pt x="3399" y="0"/>
                  </a:moveTo>
                  <a:lnTo>
                    <a:pt x="3360" y="77"/>
                  </a:lnTo>
                  <a:lnTo>
                    <a:pt x="3245" y="116"/>
                  </a:lnTo>
                  <a:lnTo>
                    <a:pt x="3013" y="309"/>
                  </a:lnTo>
                  <a:lnTo>
                    <a:pt x="2781" y="541"/>
                  </a:lnTo>
                  <a:lnTo>
                    <a:pt x="2549" y="772"/>
                  </a:lnTo>
                  <a:lnTo>
                    <a:pt x="2356" y="1004"/>
                  </a:lnTo>
                  <a:lnTo>
                    <a:pt x="2047" y="1236"/>
                  </a:lnTo>
                  <a:lnTo>
                    <a:pt x="1777" y="1467"/>
                  </a:lnTo>
                  <a:lnTo>
                    <a:pt x="1159" y="1815"/>
                  </a:lnTo>
                  <a:lnTo>
                    <a:pt x="1082" y="1892"/>
                  </a:lnTo>
                  <a:lnTo>
                    <a:pt x="1082" y="1969"/>
                  </a:lnTo>
                  <a:lnTo>
                    <a:pt x="1082" y="2008"/>
                  </a:lnTo>
                  <a:lnTo>
                    <a:pt x="1121" y="2085"/>
                  </a:lnTo>
                  <a:lnTo>
                    <a:pt x="1005" y="2085"/>
                  </a:lnTo>
                  <a:lnTo>
                    <a:pt x="889" y="2124"/>
                  </a:lnTo>
                  <a:lnTo>
                    <a:pt x="850" y="2201"/>
                  </a:lnTo>
                  <a:lnTo>
                    <a:pt x="812" y="2278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510"/>
                  </a:lnTo>
                  <a:lnTo>
                    <a:pt x="966" y="2549"/>
                  </a:lnTo>
                  <a:lnTo>
                    <a:pt x="1198" y="2626"/>
                  </a:lnTo>
                  <a:lnTo>
                    <a:pt x="1430" y="2703"/>
                  </a:lnTo>
                  <a:lnTo>
                    <a:pt x="1623" y="2858"/>
                  </a:lnTo>
                  <a:lnTo>
                    <a:pt x="1816" y="3012"/>
                  </a:lnTo>
                  <a:lnTo>
                    <a:pt x="1970" y="3205"/>
                  </a:lnTo>
                  <a:lnTo>
                    <a:pt x="2086" y="3398"/>
                  </a:lnTo>
                  <a:lnTo>
                    <a:pt x="2125" y="3630"/>
                  </a:lnTo>
                  <a:lnTo>
                    <a:pt x="2125" y="3900"/>
                  </a:lnTo>
                  <a:lnTo>
                    <a:pt x="2086" y="4132"/>
                  </a:lnTo>
                  <a:lnTo>
                    <a:pt x="2009" y="4364"/>
                  </a:lnTo>
                  <a:lnTo>
                    <a:pt x="1893" y="4557"/>
                  </a:lnTo>
                  <a:lnTo>
                    <a:pt x="1739" y="4711"/>
                  </a:lnTo>
                  <a:lnTo>
                    <a:pt x="1545" y="4866"/>
                  </a:lnTo>
                  <a:lnTo>
                    <a:pt x="1314" y="4943"/>
                  </a:lnTo>
                  <a:lnTo>
                    <a:pt x="1198" y="4981"/>
                  </a:lnTo>
                  <a:lnTo>
                    <a:pt x="1082" y="4981"/>
                  </a:lnTo>
                  <a:lnTo>
                    <a:pt x="889" y="4904"/>
                  </a:lnTo>
                  <a:lnTo>
                    <a:pt x="773" y="4788"/>
                  </a:lnTo>
                  <a:lnTo>
                    <a:pt x="696" y="4634"/>
                  </a:lnTo>
                  <a:lnTo>
                    <a:pt x="696" y="4441"/>
                  </a:lnTo>
                  <a:lnTo>
                    <a:pt x="735" y="4286"/>
                  </a:lnTo>
                  <a:lnTo>
                    <a:pt x="812" y="4209"/>
                  </a:lnTo>
                  <a:lnTo>
                    <a:pt x="889" y="4171"/>
                  </a:lnTo>
                  <a:lnTo>
                    <a:pt x="966" y="4132"/>
                  </a:lnTo>
                  <a:lnTo>
                    <a:pt x="1121" y="4093"/>
                  </a:lnTo>
                  <a:lnTo>
                    <a:pt x="1237" y="4055"/>
                  </a:lnTo>
                  <a:lnTo>
                    <a:pt x="1314" y="3939"/>
                  </a:lnTo>
                  <a:lnTo>
                    <a:pt x="1314" y="3784"/>
                  </a:lnTo>
                  <a:lnTo>
                    <a:pt x="1275" y="3746"/>
                  </a:lnTo>
                  <a:lnTo>
                    <a:pt x="1237" y="3669"/>
                  </a:lnTo>
                  <a:lnTo>
                    <a:pt x="117" y="2935"/>
                  </a:lnTo>
                  <a:lnTo>
                    <a:pt x="1" y="3282"/>
                  </a:lnTo>
                  <a:lnTo>
                    <a:pt x="657" y="3784"/>
                  </a:lnTo>
                  <a:lnTo>
                    <a:pt x="503" y="3900"/>
                  </a:lnTo>
                  <a:lnTo>
                    <a:pt x="387" y="3977"/>
                  </a:lnTo>
                  <a:lnTo>
                    <a:pt x="310" y="4132"/>
                  </a:lnTo>
                  <a:lnTo>
                    <a:pt x="233" y="4248"/>
                  </a:lnTo>
                  <a:lnTo>
                    <a:pt x="194" y="4402"/>
                  </a:lnTo>
                  <a:lnTo>
                    <a:pt x="194" y="4557"/>
                  </a:lnTo>
                  <a:lnTo>
                    <a:pt x="194" y="4711"/>
                  </a:lnTo>
                  <a:lnTo>
                    <a:pt x="271" y="4904"/>
                  </a:lnTo>
                  <a:lnTo>
                    <a:pt x="387" y="5097"/>
                  </a:lnTo>
                  <a:lnTo>
                    <a:pt x="542" y="5252"/>
                  </a:lnTo>
                  <a:lnTo>
                    <a:pt x="735" y="5368"/>
                  </a:lnTo>
                  <a:lnTo>
                    <a:pt x="966" y="5445"/>
                  </a:lnTo>
                  <a:lnTo>
                    <a:pt x="1198" y="5445"/>
                  </a:lnTo>
                  <a:lnTo>
                    <a:pt x="1430" y="5406"/>
                  </a:lnTo>
                  <a:lnTo>
                    <a:pt x="1623" y="5329"/>
                  </a:lnTo>
                  <a:lnTo>
                    <a:pt x="1854" y="5213"/>
                  </a:lnTo>
                  <a:lnTo>
                    <a:pt x="2086" y="5059"/>
                  </a:lnTo>
                  <a:lnTo>
                    <a:pt x="2241" y="4866"/>
                  </a:lnTo>
                  <a:lnTo>
                    <a:pt x="2395" y="4673"/>
                  </a:lnTo>
                  <a:lnTo>
                    <a:pt x="2511" y="4441"/>
                  </a:lnTo>
                  <a:lnTo>
                    <a:pt x="2588" y="4209"/>
                  </a:lnTo>
                  <a:lnTo>
                    <a:pt x="2588" y="3977"/>
                  </a:lnTo>
                  <a:lnTo>
                    <a:pt x="2588" y="3746"/>
                  </a:lnTo>
                  <a:lnTo>
                    <a:pt x="2549" y="3514"/>
                  </a:lnTo>
                  <a:lnTo>
                    <a:pt x="2472" y="3282"/>
                  </a:lnTo>
                  <a:lnTo>
                    <a:pt x="2395" y="3089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510"/>
                  </a:lnTo>
                  <a:lnTo>
                    <a:pt x="1739" y="2356"/>
                  </a:lnTo>
                  <a:lnTo>
                    <a:pt x="1507" y="2240"/>
                  </a:lnTo>
                  <a:lnTo>
                    <a:pt x="1275" y="2124"/>
                  </a:lnTo>
                  <a:lnTo>
                    <a:pt x="1623" y="2008"/>
                  </a:lnTo>
                  <a:lnTo>
                    <a:pt x="1932" y="1815"/>
                  </a:lnTo>
                  <a:lnTo>
                    <a:pt x="2279" y="1661"/>
                  </a:lnTo>
                  <a:lnTo>
                    <a:pt x="2549" y="1429"/>
                  </a:lnTo>
                  <a:lnTo>
                    <a:pt x="2820" y="1197"/>
                  </a:lnTo>
                  <a:lnTo>
                    <a:pt x="3129" y="966"/>
                  </a:lnTo>
                  <a:lnTo>
                    <a:pt x="3360" y="695"/>
                  </a:lnTo>
                  <a:lnTo>
                    <a:pt x="3438" y="541"/>
                  </a:lnTo>
                  <a:lnTo>
                    <a:pt x="3515" y="386"/>
                  </a:lnTo>
                  <a:lnTo>
                    <a:pt x="3708" y="116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7"/>
            <p:cNvSpPr/>
            <p:nvPr/>
          </p:nvSpPr>
          <p:spPr>
            <a:xfrm>
              <a:off x="3876600" y="1260275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0" y="232"/>
                  </a:lnTo>
                  <a:lnTo>
                    <a:pt x="502" y="966"/>
                  </a:lnTo>
                  <a:lnTo>
                    <a:pt x="1043" y="1622"/>
                  </a:lnTo>
                  <a:lnTo>
                    <a:pt x="1699" y="2279"/>
                  </a:lnTo>
                  <a:lnTo>
                    <a:pt x="2356" y="2858"/>
                  </a:lnTo>
                  <a:lnTo>
                    <a:pt x="3090" y="3398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4" y="4982"/>
                  </a:lnTo>
                  <a:lnTo>
                    <a:pt x="8998" y="4943"/>
                  </a:lnTo>
                  <a:lnTo>
                    <a:pt x="9422" y="4866"/>
                  </a:lnTo>
                  <a:lnTo>
                    <a:pt x="9847" y="4789"/>
                  </a:lnTo>
                  <a:lnTo>
                    <a:pt x="10272" y="4673"/>
                  </a:lnTo>
                  <a:lnTo>
                    <a:pt x="10658" y="4518"/>
                  </a:lnTo>
                  <a:lnTo>
                    <a:pt x="11083" y="4325"/>
                  </a:lnTo>
                  <a:lnTo>
                    <a:pt x="11469" y="4132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319" y="3553"/>
                  </a:lnTo>
                  <a:lnTo>
                    <a:pt x="12434" y="3205"/>
                  </a:lnTo>
                  <a:lnTo>
                    <a:pt x="12357" y="3167"/>
                  </a:lnTo>
                  <a:lnTo>
                    <a:pt x="12280" y="3205"/>
                  </a:lnTo>
                  <a:lnTo>
                    <a:pt x="12203" y="3128"/>
                  </a:lnTo>
                  <a:lnTo>
                    <a:pt x="12010" y="3128"/>
                  </a:lnTo>
                  <a:lnTo>
                    <a:pt x="11932" y="3205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6" y="4016"/>
                  </a:lnTo>
                  <a:lnTo>
                    <a:pt x="10040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1" y="4480"/>
                  </a:lnTo>
                  <a:lnTo>
                    <a:pt x="7916" y="4480"/>
                  </a:lnTo>
                  <a:lnTo>
                    <a:pt x="7492" y="4441"/>
                  </a:lnTo>
                  <a:lnTo>
                    <a:pt x="7067" y="4402"/>
                  </a:lnTo>
                  <a:lnTo>
                    <a:pt x="6642" y="4364"/>
                  </a:lnTo>
                  <a:lnTo>
                    <a:pt x="6217" y="4248"/>
                  </a:lnTo>
                  <a:lnTo>
                    <a:pt x="5793" y="4171"/>
                  </a:lnTo>
                  <a:lnTo>
                    <a:pt x="5368" y="4016"/>
                  </a:lnTo>
                  <a:lnTo>
                    <a:pt x="4596" y="3707"/>
                  </a:lnTo>
                  <a:lnTo>
                    <a:pt x="3901" y="3283"/>
                  </a:lnTo>
                  <a:lnTo>
                    <a:pt x="3205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7"/>
            <p:cNvSpPr/>
            <p:nvPr/>
          </p:nvSpPr>
          <p:spPr>
            <a:xfrm>
              <a:off x="4184550" y="1267025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1"/>
                  </a:moveTo>
                  <a:lnTo>
                    <a:pt x="3360" y="78"/>
                  </a:lnTo>
                  <a:lnTo>
                    <a:pt x="3244" y="78"/>
                  </a:lnTo>
                  <a:lnTo>
                    <a:pt x="3013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3" y="1931"/>
                  </a:lnTo>
                  <a:lnTo>
                    <a:pt x="1082" y="2009"/>
                  </a:lnTo>
                  <a:lnTo>
                    <a:pt x="1120" y="2086"/>
                  </a:lnTo>
                  <a:lnTo>
                    <a:pt x="1005" y="2086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1" y="2240"/>
                  </a:lnTo>
                  <a:lnTo>
                    <a:pt x="811" y="2356"/>
                  </a:lnTo>
                  <a:lnTo>
                    <a:pt x="811" y="2433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8" y="2588"/>
                  </a:lnTo>
                  <a:lnTo>
                    <a:pt x="1429" y="2704"/>
                  </a:lnTo>
                  <a:lnTo>
                    <a:pt x="1622" y="2820"/>
                  </a:lnTo>
                  <a:lnTo>
                    <a:pt x="1815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4" y="3630"/>
                  </a:lnTo>
                  <a:lnTo>
                    <a:pt x="2124" y="3901"/>
                  </a:lnTo>
                  <a:lnTo>
                    <a:pt x="2086" y="4094"/>
                  </a:lnTo>
                  <a:lnTo>
                    <a:pt x="2009" y="4326"/>
                  </a:lnTo>
                  <a:lnTo>
                    <a:pt x="1893" y="4519"/>
                  </a:lnTo>
                  <a:lnTo>
                    <a:pt x="1738" y="4712"/>
                  </a:lnTo>
                  <a:lnTo>
                    <a:pt x="1545" y="4828"/>
                  </a:lnTo>
                  <a:lnTo>
                    <a:pt x="1313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6"/>
                  </a:lnTo>
                  <a:lnTo>
                    <a:pt x="657" y="4441"/>
                  </a:lnTo>
                  <a:lnTo>
                    <a:pt x="734" y="4287"/>
                  </a:lnTo>
                  <a:lnTo>
                    <a:pt x="811" y="4210"/>
                  </a:lnTo>
                  <a:lnTo>
                    <a:pt x="889" y="4132"/>
                  </a:lnTo>
                  <a:lnTo>
                    <a:pt x="966" y="4094"/>
                  </a:lnTo>
                  <a:lnTo>
                    <a:pt x="1120" y="4094"/>
                  </a:lnTo>
                  <a:lnTo>
                    <a:pt x="1236" y="4017"/>
                  </a:lnTo>
                  <a:lnTo>
                    <a:pt x="1313" y="3901"/>
                  </a:lnTo>
                  <a:lnTo>
                    <a:pt x="1313" y="3785"/>
                  </a:lnTo>
                  <a:lnTo>
                    <a:pt x="1275" y="3708"/>
                  </a:lnTo>
                  <a:lnTo>
                    <a:pt x="1198" y="3669"/>
                  </a:lnTo>
                  <a:lnTo>
                    <a:pt x="116" y="2935"/>
                  </a:lnTo>
                  <a:lnTo>
                    <a:pt x="1" y="3283"/>
                  </a:lnTo>
                  <a:lnTo>
                    <a:pt x="657" y="3785"/>
                  </a:lnTo>
                  <a:lnTo>
                    <a:pt x="503" y="3862"/>
                  </a:lnTo>
                  <a:lnTo>
                    <a:pt x="387" y="3978"/>
                  </a:lnTo>
                  <a:lnTo>
                    <a:pt x="309" y="4094"/>
                  </a:lnTo>
                  <a:lnTo>
                    <a:pt x="232" y="4248"/>
                  </a:lnTo>
                  <a:lnTo>
                    <a:pt x="194" y="4403"/>
                  </a:lnTo>
                  <a:lnTo>
                    <a:pt x="194" y="4557"/>
                  </a:lnTo>
                  <a:lnTo>
                    <a:pt x="194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1" y="5252"/>
                  </a:lnTo>
                  <a:lnTo>
                    <a:pt x="734" y="5368"/>
                  </a:lnTo>
                  <a:lnTo>
                    <a:pt x="966" y="5407"/>
                  </a:lnTo>
                  <a:lnTo>
                    <a:pt x="1198" y="5407"/>
                  </a:lnTo>
                  <a:lnTo>
                    <a:pt x="1429" y="5368"/>
                  </a:lnTo>
                  <a:lnTo>
                    <a:pt x="1622" y="5330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0" y="4828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6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31" y="2472"/>
                  </a:lnTo>
                  <a:lnTo>
                    <a:pt x="1738" y="2356"/>
                  </a:lnTo>
                  <a:lnTo>
                    <a:pt x="1507" y="2202"/>
                  </a:lnTo>
                  <a:lnTo>
                    <a:pt x="1275" y="2124"/>
                  </a:lnTo>
                  <a:lnTo>
                    <a:pt x="1622" y="1970"/>
                  </a:lnTo>
                  <a:lnTo>
                    <a:pt x="1931" y="1816"/>
                  </a:lnTo>
                  <a:lnTo>
                    <a:pt x="2240" y="1622"/>
                  </a:lnTo>
                  <a:lnTo>
                    <a:pt x="2549" y="1391"/>
                  </a:lnTo>
                  <a:lnTo>
                    <a:pt x="2819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7" y="541"/>
                  </a:lnTo>
                  <a:lnTo>
                    <a:pt x="3515" y="387"/>
                  </a:lnTo>
                  <a:lnTo>
                    <a:pt x="3708" y="78"/>
                  </a:lnTo>
                  <a:lnTo>
                    <a:pt x="351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Google Shape;1489;p7"/>
            <p:cNvSpPr/>
            <p:nvPr/>
          </p:nvSpPr>
          <p:spPr>
            <a:xfrm>
              <a:off x="3067625" y="1293100"/>
              <a:ext cx="105250" cy="105250"/>
            </a:xfrm>
            <a:custGeom>
              <a:avLst/>
              <a:gdLst/>
              <a:ahLst/>
              <a:cxnLst/>
              <a:rect l="l" t="t" r="r" b="b"/>
              <a:pathLst>
                <a:path w="4210" h="4210" extrusionOk="0">
                  <a:moveTo>
                    <a:pt x="2317" y="348"/>
                  </a:moveTo>
                  <a:lnTo>
                    <a:pt x="2472" y="425"/>
                  </a:lnTo>
                  <a:lnTo>
                    <a:pt x="2665" y="464"/>
                  </a:lnTo>
                  <a:lnTo>
                    <a:pt x="2819" y="579"/>
                  </a:lnTo>
                  <a:lnTo>
                    <a:pt x="2974" y="695"/>
                  </a:lnTo>
                  <a:lnTo>
                    <a:pt x="3128" y="811"/>
                  </a:lnTo>
                  <a:lnTo>
                    <a:pt x="3205" y="850"/>
                  </a:lnTo>
                  <a:lnTo>
                    <a:pt x="3360" y="1081"/>
                  </a:lnTo>
                  <a:lnTo>
                    <a:pt x="3553" y="1313"/>
                  </a:lnTo>
                  <a:lnTo>
                    <a:pt x="3669" y="1545"/>
                  </a:lnTo>
                  <a:lnTo>
                    <a:pt x="3784" y="1815"/>
                  </a:lnTo>
                  <a:lnTo>
                    <a:pt x="3823" y="2085"/>
                  </a:lnTo>
                  <a:lnTo>
                    <a:pt x="3823" y="2356"/>
                  </a:lnTo>
                  <a:lnTo>
                    <a:pt x="3784" y="2665"/>
                  </a:lnTo>
                  <a:lnTo>
                    <a:pt x="3669" y="2935"/>
                  </a:lnTo>
                  <a:lnTo>
                    <a:pt x="3476" y="3244"/>
                  </a:lnTo>
                  <a:lnTo>
                    <a:pt x="3205" y="3476"/>
                  </a:lnTo>
                  <a:lnTo>
                    <a:pt x="2896" y="3669"/>
                  </a:lnTo>
                  <a:lnTo>
                    <a:pt x="2587" y="3785"/>
                  </a:lnTo>
                  <a:lnTo>
                    <a:pt x="2201" y="3862"/>
                  </a:lnTo>
                  <a:lnTo>
                    <a:pt x="1854" y="3823"/>
                  </a:lnTo>
                  <a:lnTo>
                    <a:pt x="1506" y="3746"/>
                  </a:lnTo>
                  <a:lnTo>
                    <a:pt x="1197" y="3591"/>
                  </a:lnTo>
                  <a:lnTo>
                    <a:pt x="927" y="3398"/>
                  </a:lnTo>
                  <a:lnTo>
                    <a:pt x="695" y="3167"/>
                  </a:lnTo>
                  <a:lnTo>
                    <a:pt x="541" y="2858"/>
                  </a:lnTo>
                  <a:lnTo>
                    <a:pt x="425" y="2549"/>
                  </a:lnTo>
                  <a:lnTo>
                    <a:pt x="348" y="2240"/>
                  </a:lnTo>
                  <a:lnTo>
                    <a:pt x="348" y="1892"/>
                  </a:lnTo>
                  <a:lnTo>
                    <a:pt x="425" y="1583"/>
                  </a:lnTo>
                  <a:lnTo>
                    <a:pt x="541" y="1275"/>
                  </a:lnTo>
                  <a:lnTo>
                    <a:pt x="772" y="966"/>
                  </a:lnTo>
                  <a:lnTo>
                    <a:pt x="1081" y="695"/>
                  </a:lnTo>
                  <a:lnTo>
                    <a:pt x="1390" y="502"/>
                  </a:lnTo>
                  <a:lnTo>
                    <a:pt x="1738" y="386"/>
                  </a:lnTo>
                  <a:lnTo>
                    <a:pt x="2124" y="348"/>
                  </a:lnTo>
                  <a:close/>
                  <a:moveTo>
                    <a:pt x="1892" y="0"/>
                  </a:moveTo>
                  <a:lnTo>
                    <a:pt x="1545" y="77"/>
                  </a:lnTo>
                  <a:lnTo>
                    <a:pt x="1197" y="232"/>
                  </a:lnTo>
                  <a:lnTo>
                    <a:pt x="850" y="425"/>
                  </a:lnTo>
                  <a:lnTo>
                    <a:pt x="618" y="618"/>
                  </a:lnTo>
                  <a:lnTo>
                    <a:pt x="464" y="811"/>
                  </a:lnTo>
                  <a:lnTo>
                    <a:pt x="309" y="966"/>
                  </a:lnTo>
                  <a:lnTo>
                    <a:pt x="232" y="1159"/>
                  </a:lnTo>
                  <a:lnTo>
                    <a:pt x="116" y="1390"/>
                  </a:lnTo>
                  <a:lnTo>
                    <a:pt x="39" y="1815"/>
                  </a:lnTo>
                  <a:lnTo>
                    <a:pt x="0" y="2240"/>
                  </a:lnTo>
                  <a:lnTo>
                    <a:pt x="77" y="2665"/>
                  </a:lnTo>
                  <a:lnTo>
                    <a:pt x="232" y="3051"/>
                  </a:lnTo>
                  <a:lnTo>
                    <a:pt x="464" y="3437"/>
                  </a:lnTo>
                  <a:lnTo>
                    <a:pt x="618" y="3591"/>
                  </a:lnTo>
                  <a:lnTo>
                    <a:pt x="772" y="3746"/>
                  </a:lnTo>
                  <a:lnTo>
                    <a:pt x="1120" y="3978"/>
                  </a:lnTo>
                  <a:lnTo>
                    <a:pt x="1506" y="4132"/>
                  </a:lnTo>
                  <a:lnTo>
                    <a:pt x="1931" y="4209"/>
                  </a:lnTo>
                  <a:lnTo>
                    <a:pt x="2317" y="4209"/>
                  </a:lnTo>
                  <a:lnTo>
                    <a:pt x="2742" y="4132"/>
                  </a:lnTo>
                  <a:lnTo>
                    <a:pt x="3128" y="3978"/>
                  </a:lnTo>
                  <a:lnTo>
                    <a:pt x="3476" y="3785"/>
                  </a:lnTo>
                  <a:lnTo>
                    <a:pt x="3784" y="3476"/>
                  </a:lnTo>
                  <a:lnTo>
                    <a:pt x="3900" y="3321"/>
                  </a:lnTo>
                  <a:lnTo>
                    <a:pt x="4016" y="3128"/>
                  </a:lnTo>
                  <a:lnTo>
                    <a:pt x="4093" y="2935"/>
                  </a:lnTo>
                  <a:lnTo>
                    <a:pt x="4132" y="2703"/>
                  </a:lnTo>
                  <a:lnTo>
                    <a:pt x="4209" y="2279"/>
                  </a:lnTo>
                  <a:lnTo>
                    <a:pt x="4171" y="1854"/>
                  </a:lnTo>
                  <a:lnTo>
                    <a:pt x="4055" y="1429"/>
                  </a:lnTo>
                  <a:lnTo>
                    <a:pt x="3939" y="1236"/>
                  </a:lnTo>
                  <a:lnTo>
                    <a:pt x="3823" y="1043"/>
                  </a:lnTo>
                  <a:lnTo>
                    <a:pt x="3707" y="888"/>
                  </a:lnTo>
                  <a:lnTo>
                    <a:pt x="3553" y="734"/>
                  </a:lnTo>
                  <a:lnTo>
                    <a:pt x="3360" y="579"/>
                  </a:lnTo>
                  <a:lnTo>
                    <a:pt x="3167" y="502"/>
                  </a:lnTo>
                  <a:lnTo>
                    <a:pt x="3128" y="502"/>
                  </a:lnTo>
                  <a:lnTo>
                    <a:pt x="3051" y="348"/>
                  </a:lnTo>
                  <a:lnTo>
                    <a:pt x="2896" y="232"/>
                  </a:lnTo>
                  <a:lnTo>
                    <a:pt x="2780" y="116"/>
                  </a:lnTo>
                  <a:lnTo>
                    <a:pt x="2626" y="77"/>
                  </a:lnTo>
                  <a:lnTo>
                    <a:pt x="2433" y="39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Google Shape;1490;p7"/>
            <p:cNvSpPr/>
            <p:nvPr/>
          </p:nvSpPr>
          <p:spPr>
            <a:xfrm>
              <a:off x="686050" y="1295025"/>
              <a:ext cx="44425" cy="43475"/>
            </a:xfrm>
            <a:custGeom>
              <a:avLst/>
              <a:gdLst/>
              <a:ahLst/>
              <a:cxnLst/>
              <a:rect l="l" t="t" r="r" b="b"/>
              <a:pathLst>
                <a:path w="1777" h="1739" extrusionOk="0">
                  <a:moveTo>
                    <a:pt x="773" y="309"/>
                  </a:moveTo>
                  <a:lnTo>
                    <a:pt x="966" y="348"/>
                  </a:lnTo>
                  <a:lnTo>
                    <a:pt x="1159" y="464"/>
                  </a:lnTo>
                  <a:lnTo>
                    <a:pt x="1313" y="580"/>
                  </a:lnTo>
                  <a:lnTo>
                    <a:pt x="1390" y="773"/>
                  </a:lnTo>
                  <a:lnTo>
                    <a:pt x="1390" y="966"/>
                  </a:lnTo>
                  <a:lnTo>
                    <a:pt x="1352" y="1043"/>
                  </a:lnTo>
                  <a:lnTo>
                    <a:pt x="1275" y="1159"/>
                  </a:lnTo>
                  <a:lnTo>
                    <a:pt x="1197" y="1236"/>
                  </a:lnTo>
                  <a:lnTo>
                    <a:pt x="1082" y="1275"/>
                  </a:lnTo>
                  <a:lnTo>
                    <a:pt x="888" y="1352"/>
                  </a:lnTo>
                  <a:lnTo>
                    <a:pt x="695" y="1352"/>
                  </a:lnTo>
                  <a:lnTo>
                    <a:pt x="541" y="1236"/>
                  </a:lnTo>
                  <a:lnTo>
                    <a:pt x="425" y="1082"/>
                  </a:lnTo>
                  <a:lnTo>
                    <a:pt x="386" y="889"/>
                  </a:lnTo>
                  <a:lnTo>
                    <a:pt x="386" y="734"/>
                  </a:lnTo>
                  <a:lnTo>
                    <a:pt x="464" y="541"/>
                  </a:lnTo>
                  <a:lnTo>
                    <a:pt x="541" y="387"/>
                  </a:lnTo>
                  <a:lnTo>
                    <a:pt x="541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8" y="39"/>
                  </a:lnTo>
                  <a:lnTo>
                    <a:pt x="464" y="116"/>
                  </a:lnTo>
                  <a:lnTo>
                    <a:pt x="425" y="155"/>
                  </a:lnTo>
                  <a:lnTo>
                    <a:pt x="348" y="155"/>
                  </a:lnTo>
                  <a:lnTo>
                    <a:pt x="232" y="271"/>
                  </a:lnTo>
                  <a:lnTo>
                    <a:pt x="116" y="387"/>
                  </a:lnTo>
                  <a:lnTo>
                    <a:pt x="39" y="502"/>
                  </a:lnTo>
                  <a:lnTo>
                    <a:pt x="0" y="657"/>
                  </a:lnTo>
                  <a:lnTo>
                    <a:pt x="0" y="850"/>
                  </a:lnTo>
                  <a:lnTo>
                    <a:pt x="0" y="1004"/>
                  </a:lnTo>
                  <a:lnTo>
                    <a:pt x="39" y="1159"/>
                  </a:lnTo>
                  <a:lnTo>
                    <a:pt x="116" y="1313"/>
                  </a:lnTo>
                  <a:lnTo>
                    <a:pt x="193" y="1468"/>
                  </a:lnTo>
                  <a:lnTo>
                    <a:pt x="348" y="1584"/>
                  </a:lnTo>
                  <a:lnTo>
                    <a:pt x="464" y="1661"/>
                  </a:lnTo>
                  <a:lnTo>
                    <a:pt x="618" y="1738"/>
                  </a:lnTo>
                  <a:lnTo>
                    <a:pt x="966" y="1738"/>
                  </a:lnTo>
                  <a:lnTo>
                    <a:pt x="1120" y="1700"/>
                  </a:lnTo>
                  <a:lnTo>
                    <a:pt x="1275" y="1622"/>
                  </a:lnTo>
                  <a:lnTo>
                    <a:pt x="1429" y="1545"/>
                  </a:lnTo>
                  <a:lnTo>
                    <a:pt x="1584" y="1391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27"/>
                  </a:lnTo>
                  <a:lnTo>
                    <a:pt x="1777" y="773"/>
                  </a:lnTo>
                  <a:lnTo>
                    <a:pt x="1738" y="580"/>
                  </a:lnTo>
                  <a:lnTo>
                    <a:pt x="1661" y="425"/>
                  </a:lnTo>
                  <a:lnTo>
                    <a:pt x="1545" y="271"/>
                  </a:lnTo>
                  <a:lnTo>
                    <a:pt x="1429" y="155"/>
                  </a:lnTo>
                  <a:lnTo>
                    <a:pt x="1275" y="78"/>
                  </a:lnTo>
                  <a:lnTo>
                    <a:pt x="1120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Google Shape;1491;p7"/>
            <p:cNvSpPr/>
            <p:nvPr/>
          </p:nvSpPr>
          <p:spPr>
            <a:xfrm>
              <a:off x="691825" y="1300825"/>
              <a:ext cx="114925" cy="285775"/>
            </a:xfrm>
            <a:custGeom>
              <a:avLst/>
              <a:gdLst/>
              <a:ahLst/>
              <a:cxnLst/>
              <a:rect l="l" t="t" r="r" b="b"/>
              <a:pathLst>
                <a:path w="4597" h="11431" extrusionOk="0">
                  <a:moveTo>
                    <a:pt x="3631" y="888"/>
                  </a:moveTo>
                  <a:lnTo>
                    <a:pt x="3708" y="2008"/>
                  </a:lnTo>
                  <a:lnTo>
                    <a:pt x="3824" y="3128"/>
                  </a:lnTo>
                  <a:lnTo>
                    <a:pt x="3940" y="4248"/>
                  </a:lnTo>
                  <a:lnTo>
                    <a:pt x="4017" y="5406"/>
                  </a:lnTo>
                  <a:lnTo>
                    <a:pt x="4056" y="6603"/>
                  </a:lnTo>
                  <a:lnTo>
                    <a:pt x="4056" y="7260"/>
                  </a:lnTo>
                  <a:lnTo>
                    <a:pt x="3978" y="7878"/>
                  </a:lnTo>
                  <a:lnTo>
                    <a:pt x="3901" y="8534"/>
                  </a:lnTo>
                  <a:lnTo>
                    <a:pt x="3747" y="9152"/>
                  </a:lnTo>
                  <a:lnTo>
                    <a:pt x="3515" y="9731"/>
                  </a:lnTo>
                  <a:lnTo>
                    <a:pt x="3245" y="10272"/>
                  </a:lnTo>
                  <a:lnTo>
                    <a:pt x="3013" y="10542"/>
                  </a:lnTo>
                  <a:lnTo>
                    <a:pt x="2781" y="10735"/>
                  </a:lnTo>
                  <a:lnTo>
                    <a:pt x="2472" y="10851"/>
                  </a:lnTo>
                  <a:lnTo>
                    <a:pt x="2202" y="10851"/>
                  </a:lnTo>
                  <a:lnTo>
                    <a:pt x="1893" y="10812"/>
                  </a:lnTo>
                  <a:lnTo>
                    <a:pt x="1623" y="10696"/>
                  </a:lnTo>
                  <a:lnTo>
                    <a:pt x="1353" y="10503"/>
                  </a:lnTo>
                  <a:lnTo>
                    <a:pt x="1121" y="10233"/>
                  </a:lnTo>
                  <a:lnTo>
                    <a:pt x="966" y="9963"/>
                  </a:lnTo>
                  <a:lnTo>
                    <a:pt x="851" y="9692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95"/>
                  </a:lnTo>
                  <a:lnTo>
                    <a:pt x="657" y="7878"/>
                  </a:lnTo>
                  <a:lnTo>
                    <a:pt x="657" y="5329"/>
                  </a:lnTo>
                  <a:lnTo>
                    <a:pt x="619" y="4055"/>
                  </a:lnTo>
                  <a:lnTo>
                    <a:pt x="580" y="2780"/>
                  </a:lnTo>
                  <a:lnTo>
                    <a:pt x="542" y="2742"/>
                  </a:lnTo>
                  <a:lnTo>
                    <a:pt x="580" y="2742"/>
                  </a:lnTo>
                  <a:lnTo>
                    <a:pt x="1353" y="2356"/>
                  </a:lnTo>
                  <a:lnTo>
                    <a:pt x="2163" y="1931"/>
                  </a:lnTo>
                  <a:lnTo>
                    <a:pt x="2936" y="1429"/>
                  </a:lnTo>
                  <a:lnTo>
                    <a:pt x="3283" y="1159"/>
                  </a:lnTo>
                  <a:lnTo>
                    <a:pt x="3631" y="888"/>
                  </a:lnTo>
                  <a:close/>
                  <a:moveTo>
                    <a:pt x="3978" y="0"/>
                  </a:moveTo>
                  <a:lnTo>
                    <a:pt x="3901" y="39"/>
                  </a:lnTo>
                  <a:lnTo>
                    <a:pt x="3476" y="309"/>
                  </a:lnTo>
                  <a:lnTo>
                    <a:pt x="3052" y="657"/>
                  </a:lnTo>
                  <a:lnTo>
                    <a:pt x="2627" y="966"/>
                  </a:lnTo>
                  <a:lnTo>
                    <a:pt x="2202" y="1313"/>
                  </a:lnTo>
                  <a:lnTo>
                    <a:pt x="1314" y="1892"/>
                  </a:lnTo>
                  <a:lnTo>
                    <a:pt x="426" y="2472"/>
                  </a:lnTo>
                  <a:lnTo>
                    <a:pt x="349" y="2549"/>
                  </a:lnTo>
                  <a:lnTo>
                    <a:pt x="349" y="2626"/>
                  </a:lnTo>
                  <a:lnTo>
                    <a:pt x="271" y="2665"/>
                  </a:lnTo>
                  <a:lnTo>
                    <a:pt x="233" y="2780"/>
                  </a:lnTo>
                  <a:lnTo>
                    <a:pt x="194" y="3823"/>
                  </a:lnTo>
                  <a:lnTo>
                    <a:pt x="155" y="4827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7"/>
                  </a:lnTo>
                  <a:lnTo>
                    <a:pt x="155" y="7685"/>
                  </a:lnTo>
                  <a:lnTo>
                    <a:pt x="155" y="8418"/>
                  </a:lnTo>
                  <a:lnTo>
                    <a:pt x="233" y="9152"/>
                  </a:lnTo>
                  <a:lnTo>
                    <a:pt x="310" y="9615"/>
                  </a:lnTo>
                  <a:lnTo>
                    <a:pt x="503" y="10079"/>
                  </a:lnTo>
                  <a:lnTo>
                    <a:pt x="735" y="10503"/>
                  </a:lnTo>
                  <a:lnTo>
                    <a:pt x="1044" y="10890"/>
                  </a:lnTo>
                  <a:lnTo>
                    <a:pt x="1198" y="11044"/>
                  </a:lnTo>
                  <a:lnTo>
                    <a:pt x="1391" y="11198"/>
                  </a:lnTo>
                  <a:lnTo>
                    <a:pt x="1623" y="11314"/>
                  </a:lnTo>
                  <a:lnTo>
                    <a:pt x="1816" y="11392"/>
                  </a:lnTo>
                  <a:lnTo>
                    <a:pt x="2048" y="11430"/>
                  </a:lnTo>
                  <a:lnTo>
                    <a:pt x="2279" y="11430"/>
                  </a:lnTo>
                  <a:lnTo>
                    <a:pt x="2550" y="11392"/>
                  </a:lnTo>
                  <a:lnTo>
                    <a:pt x="2820" y="11314"/>
                  </a:lnTo>
                  <a:lnTo>
                    <a:pt x="3052" y="11198"/>
                  </a:lnTo>
                  <a:lnTo>
                    <a:pt x="3283" y="11044"/>
                  </a:lnTo>
                  <a:lnTo>
                    <a:pt x="3476" y="10851"/>
                  </a:lnTo>
                  <a:lnTo>
                    <a:pt x="3669" y="10658"/>
                  </a:lnTo>
                  <a:lnTo>
                    <a:pt x="3824" y="10388"/>
                  </a:lnTo>
                  <a:lnTo>
                    <a:pt x="3978" y="10117"/>
                  </a:lnTo>
                  <a:lnTo>
                    <a:pt x="4171" y="9538"/>
                  </a:lnTo>
                  <a:lnTo>
                    <a:pt x="4326" y="8920"/>
                  </a:lnTo>
                  <a:lnTo>
                    <a:pt x="4442" y="8302"/>
                  </a:lnTo>
                  <a:lnTo>
                    <a:pt x="4519" y="7723"/>
                  </a:lnTo>
                  <a:lnTo>
                    <a:pt x="4558" y="7221"/>
                  </a:lnTo>
                  <a:lnTo>
                    <a:pt x="4596" y="6642"/>
                  </a:lnTo>
                  <a:lnTo>
                    <a:pt x="4596" y="6101"/>
                  </a:lnTo>
                  <a:lnTo>
                    <a:pt x="4519" y="4981"/>
                  </a:lnTo>
                  <a:lnTo>
                    <a:pt x="4442" y="3862"/>
                  </a:lnTo>
                  <a:lnTo>
                    <a:pt x="4326" y="2780"/>
                  </a:lnTo>
                  <a:lnTo>
                    <a:pt x="4287" y="2394"/>
                  </a:lnTo>
                  <a:lnTo>
                    <a:pt x="4210" y="1468"/>
                  </a:lnTo>
                  <a:lnTo>
                    <a:pt x="4133" y="541"/>
                  </a:lnTo>
                  <a:lnTo>
                    <a:pt x="4094" y="386"/>
                  </a:lnTo>
                  <a:lnTo>
                    <a:pt x="4133" y="348"/>
                  </a:lnTo>
                  <a:lnTo>
                    <a:pt x="4171" y="270"/>
                  </a:lnTo>
                  <a:lnTo>
                    <a:pt x="4210" y="193"/>
                  </a:lnTo>
                  <a:lnTo>
                    <a:pt x="4171" y="77"/>
                  </a:lnTo>
                  <a:lnTo>
                    <a:pt x="4094" y="39"/>
                  </a:lnTo>
                  <a:lnTo>
                    <a:pt x="405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Google Shape;1492;p7"/>
            <p:cNvSpPr/>
            <p:nvPr/>
          </p:nvSpPr>
          <p:spPr>
            <a:xfrm>
              <a:off x="635850" y="1347150"/>
              <a:ext cx="42500" cy="41550"/>
            </a:xfrm>
            <a:custGeom>
              <a:avLst/>
              <a:gdLst/>
              <a:ahLst/>
              <a:cxnLst/>
              <a:rect l="l" t="t" r="r" b="b"/>
              <a:pathLst>
                <a:path w="1700" h="1662" extrusionOk="0">
                  <a:moveTo>
                    <a:pt x="1004" y="387"/>
                  </a:moveTo>
                  <a:lnTo>
                    <a:pt x="1120" y="425"/>
                  </a:lnTo>
                  <a:lnTo>
                    <a:pt x="1159" y="464"/>
                  </a:lnTo>
                  <a:lnTo>
                    <a:pt x="1236" y="541"/>
                  </a:lnTo>
                  <a:lnTo>
                    <a:pt x="1313" y="734"/>
                  </a:lnTo>
                  <a:lnTo>
                    <a:pt x="1313" y="927"/>
                  </a:lnTo>
                  <a:lnTo>
                    <a:pt x="1236" y="1082"/>
                  </a:lnTo>
                  <a:lnTo>
                    <a:pt x="1159" y="1159"/>
                  </a:lnTo>
                  <a:lnTo>
                    <a:pt x="1082" y="1236"/>
                  </a:lnTo>
                  <a:lnTo>
                    <a:pt x="888" y="1275"/>
                  </a:lnTo>
                  <a:lnTo>
                    <a:pt x="695" y="1236"/>
                  </a:lnTo>
                  <a:lnTo>
                    <a:pt x="541" y="1121"/>
                  </a:lnTo>
                  <a:lnTo>
                    <a:pt x="464" y="1082"/>
                  </a:lnTo>
                  <a:lnTo>
                    <a:pt x="425" y="966"/>
                  </a:lnTo>
                  <a:lnTo>
                    <a:pt x="386" y="889"/>
                  </a:lnTo>
                  <a:lnTo>
                    <a:pt x="386" y="773"/>
                  </a:lnTo>
                  <a:lnTo>
                    <a:pt x="425" y="541"/>
                  </a:lnTo>
                  <a:lnTo>
                    <a:pt x="541" y="580"/>
                  </a:lnTo>
                  <a:lnTo>
                    <a:pt x="618" y="541"/>
                  </a:lnTo>
                  <a:lnTo>
                    <a:pt x="773" y="425"/>
                  </a:lnTo>
                  <a:lnTo>
                    <a:pt x="927" y="387"/>
                  </a:lnTo>
                  <a:close/>
                  <a:moveTo>
                    <a:pt x="734" y="1"/>
                  </a:moveTo>
                  <a:lnTo>
                    <a:pt x="618" y="39"/>
                  </a:lnTo>
                  <a:lnTo>
                    <a:pt x="502" y="117"/>
                  </a:lnTo>
                  <a:lnTo>
                    <a:pt x="348" y="194"/>
                  </a:lnTo>
                  <a:lnTo>
                    <a:pt x="232" y="310"/>
                  </a:lnTo>
                  <a:lnTo>
                    <a:pt x="155" y="425"/>
                  </a:lnTo>
                  <a:lnTo>
                    <a:pt x="78" y="580"/>
                  </a:lnTo>
                  <a:lnTo>
                    <a:pt x="39" y="696"/>
                  </a:lnTo>
                  <a:lnTo>
                    <a:pt x="0" y="850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3" y="1352"/>
                  </a:lnTo>
                  <a:lnTo>
                    <a:pt x="309" y="1468"/>
                  </a:lnTo>
                  <a:lnTo>
                    <a:pt x="464" y="1584"/>
                  </a:lnTo>
                  <a:lnTo>
                    <a:pt x="657" y="1623"/>
                  </a:lnTo>
                  <a:lnTo>
                    <a:pt x="811" y="1661"/>
                  </a:lnTo>
                  <a:lnTo>
                    <a:pt x="1004" y="1661"/>
                  </a:lnTo>
                  <a:lnTo>
                    <a:pt x="1197" y="1584"/>
                  </a:lnTo>
                  <a:lnTo>
                    <a:pt x="1352" y="1507"/>
                  </a:lnTo>
                  <a:lnTo>
                    <a:pt x="1468" y="1391"/>
                  </a:lnTo>
                  <a:lnTo>
                    <a:pt x="1584" y="1236"/>
                  </a:lnTo>
                  <a:lnTo>
                    <a:pt x="1661" y="1082"/>
                  </a:lnTo>
                  <a:lnTo>
                    <a:pt x="1699" y="927"/>
                  </a:lnTo>
                  <a:lnTo>
                    <a:pt x="1699" y="734"/>
                  </a:lnTo>
                  <a:lnTo>
                    <a:pt x="1661" y="541"/>
                  </a:lnTo>
                  <a:lnTo>
                    <a:pt x="1584" y="387"/>
                  </a:lnTo>
                  <a:lnTo>
                    <a:pt x="1506" y="232"/>
                  </a:lnTo>
                  <a:lnTo>
                    <a:pt x="1390" y="155"/>
                  </a:lnTo>
                  <a:lnTo>
                    <a:pt x="1275" y="78"/>
                  </a:lnTo>
                  <a:lnTo>
                    <a:pt x="100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Google Shape;1493;p7"/>
            <p:cNvSpPr/>
            <p:nvPr/>
          </p:nvSpPr>
          <p:spPr>
            <a:xfrm>
              <a:off x="444700" y="1374175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71" y="1"/>
                  </a:moveTo>
                  <a:lnTo>
                    <a:pt x="116" y="40"/>
                  </a:lnTo>
                  <a:lnTo>
                    <a:pt x="39" y="117"/>
                  </a:lnTo>
                  <a:lnTo>
                    <a:pt x="1" y="233"/>
                  </a:lnTo>
                  <a:lnTo>
                    <a:pt x="39" y="387"/>
                  </a:lnTo>
                  <a:lnTo>
                    <a:pt x="348" y="889"/>
                  </a:lnTo>
                  <a:lnTo>
                    <a:pt x="657" y="1391"/>
                  </a:lnTo>
                  <a:lnTo>
                    <a:pt x="1005" y="1854"/>
                  </a:lnTo>
                  <a:lnTo>
                    <a:pt x="1391" y="2318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4" y="3553"/>
                  </a:lnTo>
                  <a:lnTo>
                    <a:pt x="3167" y="3901"/>
                  </a:lnTo>
                  <a:lnTo>
                    <a:pt x="3553" y="3747"/>
                  </a:lnTo>
                  <a:lnTo>
                    <a:pt x="2781" y="3013"/>
                  </a:lnTo>
                  <a:lnTo>
                    <a:pt x="2047" y="2241"/>
                  </a:lnTo>
                  <a:lnTo>
                    <a:pt x="1352" y="1430"/>
                  </a:lnTo>
                  <a:lnTo>
                    <a:pt x="1043" y="1005"/>
                  </a:lnTo>
                  <a:lnTo>
                    <a:pt x="734" y="542"/>
                  </a:lnTo>
                  <a:lnTo>
                    <a:pt x="1622" y="696"/>
                  </a:lnTo>
                  <a:lnTo>
                    <a:pt x="2511" y="889"/>
                  </a:lnTo>
                  <a:lnTo>
                    <a:pt x="3013" y="1044"/>
                  </a:lnTo>
                  <a:lnTo>
                    <a:pt x="3515" y="1198"/>
                  </a:lnTo>
                  <a:lnTo>
                    <a:pt x="4017" y="1352"/>
                  </a:lnTo>
                  <a:lnTo>
                    <a:pt x="4480" y="1507"/>
                  </a:lnTo>
                  <a:lnTo>
                    <a:pt x="4596" y="1507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5" y="1507"/>
                  </a:lnTo>
                  <a:lnTo>
                    <a:pt x="4943" y="1430"/>
                  </a:lnTo>
                  <a:lnTo>
                    <a:pt x="4634" y="1159"/>
                  </a:lnTo>
                  <a:lnTo>
                    <a:pt x="4171" y="850"/>
                  </a:lnTo>
                  <a:lnTo>
                    <a:pt x="3630" y="619"/>
                  </a:lnTo>
                  <a:lnTo>
                    <a:pt x="3090" y="464"/>
                  </a:lnTo>
                  <a:lnTo>
                    <a:pt x="2511" y="310"/>
                  </a:lnTo>
                  <a:lnTo>
                    <a:pt x="1931" y="194"/>
                  </a:lnTo>
                  <a:lnTo>
                    <a:pt x="1352" y="117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Google Shape;1494;p7"/>
            <p:cNvSpPr/>
            <p:nvPr/>
          </p:nvSpPr>
          <p:spPr>
            <a:xfrm>
              <a:off x="5333350" y="1388675"/>
              <a:ext cx="625575" cy="344650"/>
            </a:xfrm>
            <a:custGeom>
              <a:avLst/>
              <a:gdLst/>
              <a:ahLst/>
              <a:cxnLst/>
              <a:rect l="l" t="t" r="r" b="b"/>
              <a:pathLst>
                <a:path w="25023" h="13786" extrusionOk="0">
                  <a:moveTo>
                    <a:pt x="23285" y="965"/>
                  </a:moveTo>
                  <a:lnTo>
                    <a:pt x="23633" y="1467"/>
                  </a:lnTo>
                  <a:lnTo>
                    <a:pt x="23941" y="2008"/>
                  </a:lnTo>
                  <a:lnTo>
                    <a:pt x="23787" y="2163"/>
                  </a:lnTo>
                  <a:lnTo>
                    <a:pt x="23633" y="2201"/>
                  </a:lnTo>
                  <a:lnTo>
                    <a:pt x="23478" y="2201"/>
                  </a:lnTo>
                  <a:lnTo>
                    <a:pt x="23324" y="2163"/>
                  </a:lnTo>
                  <a:lnTo>
                    <a:pt x="23208" y="2085"/>
                  </a:lnTo>
                  <a:lnTo>
                    <a:pt x="23092" y="1969"/>
                  </a:lnTo>
                  <a:lnTo>
                    <a:pt x="23015" y="1815"/>
                  </a:lnTo>
                  <a:lnTo>
                    <a:pt x="22976" y="1661"/>
                  </a:lnTo>
                  <a:lnTo>
                    <a:pt x="22976" y="1429"/>
                  </a:lnTo>
                  <a:lnTo>
                    <a:pt x="23053" y="1274"/>
                  </a:lnTo>
                  <a:lnTo>
                    <a:pt x="23169" y="1120"/>
                  </a:lnTo>
                  <a:lnTo>
                    <a:pt x="23285" y="965"/>
                  </a:lnTo>
                  <a:close/>
                  <a:moveTo>
                    <a:pt x="24096" y="2433"/>
                  </a:moveTo>
                  <a:lnTo>
                    <a:pt x="24212" y="2780"/>
                  </a:lnTo>
                  <a:lnTo>
                    <a:pt x="24328" y="3089"/>
                  </a:lnTo>
                  <a:lnTo>
                    <a:pt x="24366" y="3437"/>
                  </a:lnTo>
                  <a:lnTo>
                    <a:pt x="24443" y="3823"/>
                  </a:lnTo>
                  <a:lnTo>
                    <a:pt x="24443" y="3823"/>
                  </a:lnTo>
                  <a:lnTo>
                    <a:pt x="24173" y="3746"/>
                  </a:lnTo>
                  <a:lnTo>
                    <a:pt x="23941" y="3591"/>
                  </a:lnTo>
                  <a:lnTo>
                    <a:pt x="23864" y="3514"/>
                  </a:lnTo>
                  <a:lnTo>
                    <a:pt x="23787" y="3398"/>
                  </a:lnTo>
                  <a:lnTo>
                    <a:pt x="23748" y="3282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7" y="2742"/>
                  </a:lnTo>
                  <a:lnTo>
                    <a:pt x="23941" y="2587"/>
                  </a:lnTo>
                  <a:lnTo>
                    <a:pt x="24096" y="2433"/>
                  </a:lnTo>
                  <a:close/>
                  <a:moveTo>
                    <a:pt x="16296" y="4981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6" y="5290"/>
                  </a:lnTo>
                  <a:lnTo>
                    <a:pt x="16566" y="5406"/>
                  </a:lnTo>
                  <a:lnTo>
                    <a:pt x="16296" y="5445"/>
                  </a:lnTo>
                  <a:lnTo>
                    <a:pt x="15639" y="5522"/>
                  </a:lnTo>
                  <a:lnTo>
                    <a:pt x="15639" y="5483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55" y="5175"/>
                  </a:lnTo>
                  <a:lnTo>
                    <a:pt x="15832" y="5097"/>
                  </a:lnTo>
                  <a:lnTo>
                    <a:pt x="15948" y="5020"/>
                  </a:lnTo>
                  <a:lnTo>
                    <a:pt x="16064" y="4981"/>
                  </a:lnTo>
                  <a:close/>
                  <a:moveTo>
                    <a:pt x="24443" y="4248"/>
                  </a:moveTo>
                  <a:lnTo>
                    <a:pt x="24443" y="4673"/>
                  </a:lnTo>
                  <a:lnTo>
                    <a:pt x="24366" y="5097"/>
                  </a:lnTo>
                  <a:lnTo>
                    <a:pt x="24250" y="5522"/>
                  </a:lnTo>
                  <a:lnTo>
                    <a:pt x="24057" y="5445"/>
                  </a:lnTo>
                  <a:lnTo>
                    <a:pt x="23903" y="5290"/>
                  </a:lnTo>
                  <a:lnTo>
                    <a:pt x="23826" y="5097"/>
                  </a:lnTo>
                  <a:lnTo>
                    <a:pt x="23787" y="4981"/>
                  </a:lnTo>
                  <a:lnTo>
                    <a:pt x="23787" y="4866"/>
                  </a:lnTo>
                  <a:lnTo>
                    <a:pt x="23826" y="4750"/>
                  </a:lnTo>
                  <a:lnTo>
                    <a:pt x="23864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48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6"/>
                  </a:lnTo>
                  <a:lnTo>
                    <a:pt x="18072" y="5638"/>
                  </a:lnTo>
                  <a:lnTo>
                    <a:pt x="17570" y="5522"/>
                  </a:lnTo>
                  <a:lnTo>
                    <a:pt x="17029" y="5445"/>
                  </a:lnTo>
                  <a:lnTo>
                    <a:pt x="17068" y="5290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4"/>
                  </a:lnTo>
                  <a:lnTo>
                    <a:pt x="17531" y="4866"/>
                  </a:lnTo>
                  <a:lnTo>
                    <a:pt x="17647" y="4827"/>
                  </a:lnTo>
                  <a:close/>
                  <a:moveTo>
                    <a:pt x="14713" y="5329"/>
                  </a:moveTo>
                  <a:lnTo>
                    <a:pt x="14828" y="5368"/>
                  </a:lnTo>
                  <a:lnTo>
                    <a:pt x="14906" y="5445"/>
                  </a:lnTo>
                  <a:lnTo>
                    <a:pt x="15021" y="5561"/>
                  </a:lnTo>
                  <a:lnTo>
                    <a:pt x="15060" y="5676"/>
                  </a:lnTo>
                  <a:lnTo>
                    <a:pt x="14558" y="5870"/>
                  </a:lnTo>
                  <a:lnTo>
                    <a:pt x="14056" y="6101"/>
                  </a:lnTo>
                  <a:lnTo>
                    <a:pt x="14017" y="6063"/>
                  </a:lnTo>
                  <a:lnTo>
                    <a:pt x="14056" y="5831"/>
                  </a:lnTo>
                  <a:lnTo>
                    <a:pt x="14133" y="5599"/>
                  </a:lnTo>
                  <a:lnTo>
                    <a:pt x="14249" y="5445"/>
                  </a:lnTo>
                  <a:lnTo>
                    <a:pt x="14365" y="5368"/>
                  </a:lnTo>
                  <a:lnTo>
                    <a:pt x="14442" y="5329"/>
                  </a:lnTo>
                  <a:close/>
                  <a:moveTo>
                    <a:pt x="18999" y="5483"/>
                  </a:moveTo>
                  <a:lnTo>
                    <a:pt x="19115" y="5522"/>
                  </a:lnTo>
                  <a:lnTo>
                    <a:pt x="19192" y="5561"/>
                  </a:lnTo>
                  <a:lnTo>
                    <a:pt x="19308" y="5676"/>
                  </a:lnTo>
                  <a:lnTo>
                    <a:pt x="19385" y="5831"/>
                  </a:lnTo>
                  <a:lnTo>
                    <a:pt x="19385" y="5985"/>
                  </a:lnTo>
                  <a:lnTo>
                    <a:pt x="19346" y="6178"/>
                  </a:lnTo>
                  <a:lnTo>
                    <a:pt x="18613" y="5831"/>
                  </a:lnTo>
                  <a:lnTo>
                    <a:pt x="18651" y="5754"/>
                  </a:lnTo>
                  <a:lnTo>
                    <a:pt x="18690" y="5676"/>
                  </a:lnTo>
                  <a:lnTo>
                    <a:pt x="18844" y="5522"/>
                  </a:lnTo>
                  <a:lnTo>
                    <a:pt x="18999" y="5483"/>
                  </a:lnTo>
                  <a:close/>
                  <a:moveTo>
                    <a:pt x="20196" y="6063"/>
                  </a:moveTo>
                  <a:lnTo>
                    <a:pt x="20350" y="6101"/>
                  </a:lnTo>
                  <a:lnTo>
                    <a:pt x="20466" y="6140"/>
                  </a:lnTo>
                  <a:lnTo>
                    <a:pt x="20543" y="6178"/>
                  </a:lnTo>
                  <a:lnTo>
                    <a:pt x="20698" y="6333"/>
                  </a:lnTo>
                  <a:lnTo>
                    <a:pt x="20775" y="6526"/>
                  </a:lnTo>
                  <a:lnTo>
                    <a:pt x="20814" y="6719"/>
                  </a:lnTo>
                  <a:lnTo>
                    <a:pt x="20891" y="6951"/>
                  </a:lnTo>
                  <a:lnTo>
                    <a:pt x="20466" y="6758"/>
                  </a:lnTo>
                  <a:lnTo>
                    <a:pt x="20080" y="6565"/>
                  </a:lnTo>
                  <a:lnTo>
                    <a:pt x="19810" y="6410"/>
                  </a:lnTo>
                  <a:lnTo>
                    <a:pt x="19848" y="6294"/>
                  </a:lnTo>
                  <a:lnTo>
                    <a:pt x="19887" y="6178"/>
                  </a:lnTo>
                  <a:lnTo>
                    <a:pt x="20003" y="6140"/>
                  </a:lnTo>
                  <a:lnTo>
                    <a:pt x="20080" y="6101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8"/>
                  </a:lnTo>
                  <a:lnTo>
                    <a:pt x="23941" y="5985"/>
                  </a:lnTo>
                  <a:lnTo>
                    <a:pt x="24019" y="6024"/>
                  </a:lnTo>
                  <a:lnTo>
                    <a:pt x="24096" y="6024"/>
                  </a:lnTo>
                  <a:lnTo>
                    <a:pt x="23941" y="6294"/>
                  </a:lnTo>
                  <a:lnTo>
                    <a:pt x="23748" y="6565"/>
                  </a:lnTo>
                  <a:lnTo>
                    <a:pt x="23517" y="6796"/>
                  </a:lnTo>
                  <a:lnTo>
                    <a:pt x="23246" y="6989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3" y="6178"/>
                  </a:lnTo>
                  <a:lnTo>
                    <a:pt x="23131" y="6101"/>
                  </a:lnTo>
                  <a:lnTo>
                    <a:pt x="23208" y="6024"/>
                  </a:lnTo>
                  <a:lnTo>
                    <a:pt x="23285" y="5947"/>
                  </a:lnTo>
                  <a:lnTo>
                    <a:pt x="23517" y="5870"/>
                  </a:lnTo>
                  <a:close/>
                  <a:moveTo>
                    <a:pt x="13245" y="6101"/>
                  </a:moveTo>
                  <a:lnTo>
                    <a:pt x="13477" y="6178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105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7" y="6796"/>
                  </a:lnTo>
                  <a:lnTo>
                    <a:pt x="12627" y="6680"/>
                  </a:lnTo>
                  <a:lnTo>
                    <a:pt x="12666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59" y="6217"/>
                  </a:lnTo>
                  <a:lnTo>
                    <a:pt x="13013" y="6140"/>
                  </a:lnTo>
                  <a:lnTo>
                    <a:pt x="13129" y="6101"/>
                  </a:lnTo>
                  <a:close/>
                  <a:moveTo>
                    <a:pt x="22165" y="6565"/>
                  </a:moveTo>
                  <a:lnTo>
                    <a:pt x="22281" y="6603"/>
                  </a:lnTo>
                  <a:lnTo>
                    <a:pt x="22474" y="6719"/>
                  </a:lnTo>
                  <a:lnTo>
                    <a:pt x="22629" y="6874"/>
                  </a:lnTo>
                  <a:lnTo>
                    <a:pt x="22783" y="7028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5"/>
                  </a:lnTo>
                  <a:lnTo>
                    <a:pt x="22937" y="7144"/>
                  </a:lnTo>
                  <a:lnTo>
                    <a:pt x="22551" y="7221"/>
                  </a:lnTo>
                  <a:lnTo>
                    <a:pt x="22165" y="7260"/>
                  </a:lnTo>
                  <a:lnTo>
                    <a:pt x="21779" y="7221"/>
                  </a:lnTo>
                  <a:lnTo>
                    <a:pt x="21393" y="7105"/>
                  </a:lnTo>
                  <a:lnTo>
                    <a:pt x="21470" y="6912"/>
                  </a:lnTo>
                  <a:lnTo>
                    <a:pt x="21625" y="6758"/>
                  </a:lnTo>
                  <a:lnTo>
                    <a:pt x="21818" y="6603"/>
                  </a:lnTo>
                  <a:lnTo>
                    <a:pt x="22049" y="6565"/>
                  </a:lnTo>
                  <a:close/>
                  <a:moveTo>
                    <a:pt x="12280" y="7414"/>
                  </a:moveTo>
                  <a:lnTo>
                    <a:pt x="12473" y="7453"/>
                  </a:lnTo>
                  <a:lnTo>
                    <a:pt x="12125" y="7993"/>
                  </a:lnTo>
                  <a:lnTo>
                    <a:pt x="11816" y="8573"/>
                  </a:lnTo>
                  <a:lnTo>
                    <a:pt x="11701" y="8341"/>
                  </a:lnTo>
                  <a:lnTo>
                    <a:pt x="11662" y="8109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39" y="7723"/>
                  </a:lnTo>
                  <a:lnTo>
                    <a:pt x="11816" y="7607"/>
                  </a:lnTo>
                  <a:lnTo>
                    <a:pt x="11894" y="7530"/>
                  </a:lnTo>
                  <a:lnTo>
                    <a:pt x="12009" y="7453"/>
                  </a:lnTo>
                  <a:lnTo>
                    <a:pt x="12164" y="7414"/>
                  </a:lnTo>
                  <a:close/>
                  <a:moveTo>
                    <a:pt x="2240" y="9384"/>
                  </a:moveTo>
                  <a:lnTo>
                    <a:pt x="2356" y="9422"/>
                  </a:lnTo>
                  <a:lnTo>
                    <a:pt x="2472" y="9499"/>
                  </a:lnTo>
                  <a:lnTo>
                    <a:pt x="2549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10001"/>
                  </a:lnTo>
                  <a:lnTo>
                    <a:pt x="2124" y="9886"/>
                  </a:lnTo>
                  <a:lnTo>
                    <a:pt x="1661" y="9886"/>
                  </a:lnTo>
                  <a:lnTo>
                    <a:pt x="1699" y="9770"/>
                  </a:lnTo>
                  <a:lnTo>
                    <a:pt x="1738" y="9654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close/>
                  <a:moveTo>
                    <a:pt x="11662" y="8997"/>
                  </a:moveTo>
                  <a:lnTo>
                    <a:pt x="11469" y="9499"/>
                  </a:lnTo>
                  <a:lnTo>
                    <a:pt x="11353" y="10040"/>
                  </a:lnTo>
                  <a:lnTo>
                    <a:pt x="11276" y="10272"/>
                  </a:lnTo>
                  <a:lnTo>
                    <a:pt x="11237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8" y="9692"/>
                  </a:lnTo>
                  <a:lnTo>
                    <a:pt x="10928" y="9577"/>
                  </a:lnTo>
                  <a:lnTo>
                    <a:pt x="10967" y="9461"/>
                  </a:lnTo>
                  <a:lnTo>
                    <a:pt x="11006" y="9345"/>
                  </a:lnTo>
                  <a:lnTo>
                    <a:pt x="11121" y="9152"/>
                  </a:lnTo>
                  <a:lnTo>
                    <a:pt x="11276" y="9075"/>
                  </a:lnTo>
                  <a:lnTo>
                    <a:pt x="11469" y="8997"/>
                  </a:lnTo>
                  <a:close/>
                  <a:moveTo>
                    <a:pt x="3785" y="9770"/>
                  </a:moveTo>
                  <a:lnTo>
                    <a:pt x="3900" y="9808"/>
                  </a:lnTo>
                  <a:lnTo>
                    <a:pt x="4016" y="9886"/>
                  </a:lnTo>
                  <a:lnTo>
                    <a:pt x="4093" y="10001"/>
                  </a:lnTo>
                  <a:lnTo>
                    <a:pt x="4132" y="10117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3" y="10542"/>
                  </a:lnTo>
                  <a:lnTo>
                    <a:pt x="4016" y="10658"/>
                  </a:lnTo>
                  <a:lnTo>
                    <a:pt x="3862" y="10542"/>
                  </a:lnTo>
                  <a:lnTo>
                    <a:pt x="3514" y="10349"/>
                  </a:lnTo>
                  <a:lnTo>
                    <a:pt x="3089" y="10156"/>
                  </a:lnTo>
                  <a:lnTo>
                    <a:pt x="3128" y="10040"/>
                  </a:lnTo>
                  <a:lnTo>
                    <a:pt x="3244" y="9924"/>
                  </a:lnTo>
                  <a:lnTo>
                    <a:pt x="3360" y="9847"/>
                  </a:lnTo>
                  <a:lnTo>
                    <a:pt x="3514" y="9770"/>
                  </a:lnTo>
                  <a:close/>
                  <a:moveTo>
                    <a:pt x="4943" y="10658"/>
                  </a:moveTo>
                  <a:lnTo>
                    <a:pt x="5020" y="10735"/>
                  </a:lnTo>
                  <a:lnTo>
                    <a:pt x="5097" y="10774"/>
                  </a:lnTo>
                  <a:lnTo>
                    <a:pt x="5136" y="10889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97" y="11430"/>
                  </a:lnTo>
                  <a:lnTo>
                    <a:pt x="4402" y="10928"/>
                  </a:lnTo>
                  <a:lnTo>
                    <a:pt x="4441" y="10812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19"/>
                  </a:moveTo>
                  <a:lnTo>
                    <a:pt x="10967" y="11198"/>
                  </a:lnTo>
                  <a:lnTo>
                    <a:pt x="10735" y="11739"/>
                  </a:lnTo>
                  <a:lnTo>
                    <a:pt x="10658" y="11700"/>
                  </a:lnTo>
                  <a:lnTo>
                    <a:pt x="10504" y="11546"/>
                  </a:lnTo>
                  <a:lnTo>
                    <a:pt x="10426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2"/>
                  </a:lnTo>
                  <a:lnTo>
                    <a:pt x="10735" y="10696"/>
                  </a:lnTo>
                  <a:lnTo>
                    <a:pt x="10928" y="10619"/>
                  </a:lnTo>
                  <a:close/>
                  <a:moveTo>
                    <a:pt x="5986" y="11469"/>
                  </a:moveTo>
                  <a:lnTo>
                    <a:pt x="6063" y="11507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3" y="11778"/>
                  </a:lnTo>
                  <a:lnTo>
                    <a:pt x="6372" y="12009"/>
                  </a:lnTo>
                  <a:lnTo>
                    <a:pt x="6410" y="12241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0"/>
                  </a:lnTo>
                  <a:lnTo>
                    <a:pt x="5445" y="11623"/>
                  </a:lnTo>
                  <a:lnTo>
                    <a:pt x="5561" y="11546"/>
                  </a:lnTo>
                  <a:lnTo>
                    <a:pt x="5638" y="11507"/>
                  </a:lnTo>
                  <a:lnTo>
                    <a:pt x="5754" y="11469"/>
                  </a:lnTo>
                  <a:close/>
                  <a:moveTo>
                    <a:pt x="10542" y="12048"/>
                  </a:moveTo>
                  <a:lnTo>
                    <a:pt x="10388" y="12318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8" y="12241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76" y="12511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0"/>
                  </a:lnTo>
                  <a:lnTo>
                    <a:pt x="7878" y="13013"/>
                  </a:lnTo>
                  <a:lnTo>
                    <a:pt x="7878" y="13206"/>
                  </a:lnTo>
                  <a:lnTo>
                    <a:pt x="7839" y="13206"/>
                  </a:lnTo>
                  <a:lnTo>
                    <a:pt x="7337" y="13013"/>
                  </a:lnTo>
                  <a:lnTo>
                    <a:pt x="6835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1"/>
                  </a:lnTo>
                  <a:close/>
                  <a:moveTo>
                    <a:pt x="8843" y="12627"/>
                  </a:moveTo>
                  <a:lnTo>
                    <a:pt x="8959" y="12666"/>
                  </a:lnTo>
                  <a:lnTo>
                    <a:pt x="9113" y="12782"/>
                  </a:lnTo>
                  <a:lnTo>
                    <a:pt x="9191" y="12936"/>
                  </a:lnTo>
                  <a:lnTo>
                    <a:pt x="9229" y="13129"/>
                  </a:lnTo>
                  <a:lnTo>
                    <a:pt x="9268" y="13206"/>
                  </a:lnTo>
                  <a:lnTo>
                    <a:pt x="9036" y="13284"/>
                  </a:lnTo>
                  <a:lnTo>
                    <a:pt x="8804" y="13322"/>
                  </a:lnTo>
                  <a:lnTo>
                    <a:pt x="8573" y="13322"/>
                  </a:lnTo>
                  <a:lnTo>
                    <a:pt x="8302" y="13284"/>
                  </a:lnTo>
                  <a:lnTo>
                    <a:pt x="8302" y="13206"/>
                  </a:lnTo>
                  <a:lnTo>
                    <a:pt x="8341" y="13013"/>
                  </a:lnTo>
                  <a:lnTo>
                    <a:pt x="8418" y="12820"/>
                  </a:lnTo>
                  <a:lnTo>
                    <a:pt x="8573" y="12704"/>
                  </a:lnTo>
                  <a:lnTo>
                    <a:pt x="8650" y="12666"/>
                  </a:lnTo>
                  <a:lnTo>
                    <a:pt x="8766" y="12627"/>
                  </a:lnTo>
                  <a:close/>
                  <a:moveTo>
                    <a:pt x="22976" y="0"/>
                  </a:moveTo>
                  <a:lnTo>
                    <a:pt x="22899" y="39"/>
                  </a:lnTo>
                  <a:lnTo>
                    <a:pt x="22822" y="77"/>
                  </a:lnTo>
                  <a:lnTo>
                    <a:pt x="22783" y="155"/>
                  </a:lnTo>
                  <a:lnTo>
                    <a:pt x="22744" y="232"/>
                  </a:lnTo>
                  <a:lnTo>
                    <a:pt x="22744" y="309"/>
                  </a:lnTo>
                  <a:lnTo>
                    <a:pt x="22822" y="425"/>
                  </a:lnTo>
                  <a:lnTo>
                    <a:pt x="22860" y="464"/>
                  </a:lnTo>
                  <a:lnTo>
                    <a:pt x="23015" y="657"/>
                  </a:lnTo>
                  <a:lnTo>
                    <a:pt x="22899" y="772"/>
                  </a:lnTo>
                  <a:lnTo>
                    <a:pt x="22783" y="965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699"/>
                  </a:lnTo>
                  <a:lnTo>
                    <a:pt x="22629" y="1892"/>
                  </a:lnTo>
                  <a:lnTo>
                    <a:pt x="22706" y="2047"/>
                  </a:lnTo>
                  <a:lnTo>
                    <a:pt x="22860" y="2278"/>
                  </a:lnTo>
                  <a:lnTo>
                    <a:pt x="23053" y="2394"/>
                  </a:lnTo>
                  <a:lnTo>
                    <a:pt x="23246" y="2510"/>
                  </a:lnTo>
                  <a:lnTo>
                    <a:pt x="23478" y="2510"/>
                  </a:lnTo>
                  <a:lnTo>
                    <a:pt x="23401" y="2703"/>
                  </a:lnTo>
                  <a:lnTo>
                    <a:pt x="23362" y="2896"/>
                  </a:lnTo>
                  <a:lnTo>
                    <a:pt x="23324" y="3089"/>
                  </a:lnTo>
                  <a:lnTo>
                    <a:pt x="23362" y="3282"/>
                  </a:lnTo>
                  <a:lnTo>
                    <a:pt x="23439" y="3514"/>
                  </a:lnTo>
                  <a:lnTo>
                    <a:pt x="23555" y="3707"/>
                  </a:lnTo>
                  <a:lnTo>
                    <a:pt x="23748" y="3900"/>
                  </a:lnTo>
                  <a:lnTo>
                    <a:pt x="23980" y="4016"/>
                  </a:lnTo>
                  <a:lnTo>
                    <a:pt x="23748" y="4209"/>
                  </a:lnTo>
                  <a:lnTo>
                    <a:pt x="23555" y="4479"/>
                  </a:lnTo>
                  <a:lnTo>
                    <a:pt x="23478" y="4750"/>
                  </a:lnTo>
                  <a:lnTo>
                    <a:pt x="23439" y="4904"/>
                  </a:lnTo>
                  <a:lnTo>
                    <a:pt x="23439" y="5020"/>
                  </a:lnTo>
                  <a:lnTo>
                    <a:pt x="23517" y="5290"/>
                  </a:lnTo>
                  <a:lnTo>
                    <a:pt x="23633" y="5483"/>
                  </a:lnTo>
                  <a:lnTo>
                    <a:pt x="23401" y="5522"/>
                  </a:lnTo>
                  <a:lnTo>
                    <a:pt x="23169" y="5561"/>
                  </a:lnTo>
                  <a:lnTo>
                    <a:pt x="22976" y="5715"/>
                  </a:lnTo>
                  <a:lnTo>
                    <a:pt x="22783" y="5870"/>
                  </a:lnTo>
                  <a:lnTo>
                    <a:pt x="22706" y="6101"/>
                  </a:lnTo>
                  <a:lnTo>
                    <a:pt x="22629" y="6372"/>
                  </a:lnTo>
                  <a:lnTo>
                    <a:pt x="22474" y="6294"/>
                  </a:lnTo>
                  <a:lnTo>
                    <a:pt x="22320" y="6256"/>
                  </a:lnTo>
                  <a:lnTo>
                    <a:pt x="22165" y="6217"/>
                  </a:lnTo>
                  <a:lnTo>
                    <a:pt x="21972" y="6217"/>
                  </a:lnTo>
                  <a:lnTo>
                    <a:pt x="21740" y="6294"/>
                  </a:lnTo>
                  <a:lnTo>
                    <a:pt x="21509" y="6410"/>
                  </a:lnTo>
                  <a:lnTo>
                    <a:pt x="21354" y="6565"/>
                  </a:lnTo>
                  <a:lnTo>
                    <a:pt x="21200" y="6796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6024"/>
                  </a:lnTo>
                  <a:lnTo>
                    <a:pt x="20736" y="5908"/>
                  </a:lnTo>
                  <a:lnTo>
                    <a:pt x="20582" y="5831"/>
                  </a:lnTo>
                  <a:lnTo>
                    <a:pt x="20428" y="5754"/>
                  </a:lnTo>
                  <a:lnTo>
                    <a:pt x="20234" y="5754"/>
                  </a:lnTo>
                  <a:lnTo>
                    <a:pt x="20080" y="5792"/>
                  </a:lnTo>
                  <a:lnTo>
                    <a:pt x="19887" y="5870"/>
                  </a:lnTo>
                  <a:lnTo>
                    <a:pt x="19771" y="5947"/>
                  </a:lnTo>
                  <a:lnTo>
                    <a:pt x="19732" y="5715"/>
                  </a:lnTo>
                  <a:lnTo>
                    <a:pt x="19617" y="5483"/>
                  </a:lnTo>
                  <a:lnTo>
                    <a:pt x="19462" y="5329"/>
                  </a:lnTo>
                  <a:lnTo>
                    <a:pt x="19385" y="5252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90"/>
                  </a:lnTo>
                  <a:lnTo>
                    <a:pt x="18497" y="5406"/>
                  </a:lnTo>
                  <a:lnTo>
                    <a:pt x="18458" y="5252"/>
                  </a:lnTo>
                  <a:lnTo>
                    <a:pt x="18420" y="5136"/>
                  </a:lnTo>
                  <a:lnTo>
                    <a:pt x="18381" y="4981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73"/>
                  </a:lnTo>
                  <a:lnTo>
                    <a:pt x="17956" y="4595"/>
                  </a:lnTo>
                  <a:lnTo>
                    <a:pt x="17802" y="4557"/>
                  </a:lnTo>
                  <a:lnTo>
                    <a:pt x="17647" y="4518"/>
                  </a:lnTo>
                  <a:lnTo>
                    <a:pt x="17493" y="4557"/>
                  </a:lnTo>
                  <a:lnTo>
                    <a:pt x="17377" y="4595"/>
                  </a:lnTo>
                  <a:lnTo>
                    <a:pt x="17261" y="4634"/>
                  </a:lnTo>
                  <a:lnTo>
                    <a:pt x="17145" y="4750"/>
                  </a:lnTo>
                  <a:lnTo>
                    <a:pt x="17029" y="4827"/>
                  </a:lnTo>
                  <a:lnTo>
                    <a:pt x="16875" y="5097"/>
                  </a:lnTo>
                  <a:lnTo>
                    <a:pt x="16759" y="4943"/>
                  </a:lnTo>
                  <a:lnTo>
                    <a:pt x="16605" y="4788"/>
                  </a:lnTo>
                  <a:lnTo>
                    <a:pt x="16450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66"/>
                  </a:lnTo>
                  <a:lnTo>
                    <a:pt x="15523" y="4981"/>
                  </a:lnTo>
                  <a:lnTo>
                    <a:pt x="15446" y="5136"/>
                  </a:lnTo>
                  <a:lnTo>
                    <a:pt x="15408" y="5329"/>
                  </a:lnTo>
                  <a:lnTo>
                    <a:pt x="15408" y="5483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68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1"/>
                  </a:lnTo>
                  <a:lnTo>
                    <a:pt x="14635" y="4943"/>
                  </a:lnTo>
                  <a:lnTo>
                    <a:pt x="14442" y="4981"/>
                  </a:lnTo>
                  <a:lnTo>
                    <a:pt x="14288" y="5020"/>
                  </a:lnTo>
                  <a:lnTo>
                    <a:pt x="14133" y="5097"/>
                  </a:lnTo>
                  <a:lnTo>
                    <a:pt x="14056" y="5175"/>
                  </a:lnTo>
                  <a:lnTo>
                    <a:pt x="13940" y="5290"/>
                  </a:lnTo>
                  <a:lnTo>
                    <a:pt x="13824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5"/>
                  </a:lnTo>
                  <a:lnTo>
                    <a:pt x="13168" y="5715"/>
                  </a:lnTo>
                  <a:lnTo>
                    <a:pt x="12936" y="5754"/>
                  </a:lnTo>
                  <a:lnTo>
                    <a:pt x="12743" y="5831"/>
                  </a:lnTo>
                  <a:lnTo>
                    <a:pt x="12589" y="5947"/>
                  </a:lnTo>
                  <a:lnTo>
                    <a:pt x="12511" y="6063"/>
                  </a:lnTo>
                  <a:lnTo>
                    <a:pt x="12434" y="6217"/>
                  </a:lnTo>
                  <a:lnTo>
                    <a:pt x="12357" y="6372"/>
                  </a:lnTo>
                  <a:lnTo>
                    <a:pt x="12357" y="6526"/>
                  </a:lnTo>
                  <a:lnTo>
                    <a:pt x="12357" y="6680"/>
                  </a:lnTo>
                  <a:lnTo>
                    <a:pt x="12357" y="6835"/>
                  </a:lnTo>
                  <a:lnTo>
                    <a:pt x="12434" y="6989"/>
                  </a:lnTo>
                  <a:lnTo>
                    <a:pt x="12164" y="7028"/>
                  </a:lnTo>
                  <a:lnTo>
                    <a:pt x="11894" y="7105"/>
                  </a:lnTo>
                  <a:lnTo>
                    <a:pt x="11662" y="7221"/>
                  </a:lnTo>
                  <a:lnTo>
                    <a:pt x="11507" y="7414"/>
                  </a:lnTo>
                  <a:lnTo>
                    <a:pt x="11392" y="7530"/>
                  </a:lnTo>
                  <a:lnTo>
                    <a:pt x="11353" y="7684"/>
                  </a:lnTo>
                  <a:lnTo>
                    <a:pt x="11314" y="7839"/>
                  </a:lnTo>
                  <a:lnTo>
                    <a:pt x="11276" y="7993"/>
                  </a:lnTo>
                  <a:lnTo>
                    <a:pt x="11314" y="8148"/>
                  </a:lnTo>
                  <a:lnTo>
                    <a:pt x="11353" y="8302"/>
                  </a:lnTo>
                  <a:lnTo>
                    <a:pt x="11392" y="8457"/>
                  </a:lnTo>
                  <a:lnTo>
                    <a:pt x="11469" y="8611"/>
                  </a:lnTo>
                  <a:lnTo>
                    <a:pt x="11199" y="8650"/>
                  </a:lnTo>
                  <a:lnTo>
                    <a:pt x="10967" y="8804"/>
                  </a:lnTo>
                  <a:lnTo>
                    <a:pt x="10774" y="8997"/>
                  </a:lnTo>
                  <a:lnTo>
                    <a:pt x="10658" y="9229"/>
                  </a:lnTo>
                  <a:lnTo>
                    <a:pt x="10581" y="9499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1" y="10233"/>
                  </a:lnTo>
                  <a:lnTo>
                    <a:pt x="10619" y="10310"/>
                  </a:lnTo>
                  <a:lnTo>
                    <a:pt x="10426" y="10426"/>
                  </a:lnTo>
                  <a:lnTo>
                    <a:pt x="10233" y="10581"/>
                  </a:lnTo>
                  <a:lnTo>
                    <a:pt x="10117" y="10774"/>
                  </a:lnTo>
                  <a:lnTo>
                    <a:pt x="10079" y="11005"/>
                  </a:lnTo>
                  <a:lnTo>
                    <a:pt x="10040" y="11237"/>
                  </a:lnTo>
                  <a:lnTo>
                    <a:pt x="10079" y="11469"/>
                  </a:lnTo>
                  <a:lnTo>
                    <a:pt x="10195" y="11700"/>
                  </a:lnTo>
                  <a:lnTo>
                    <a:pt x="9924" y="11739"/>
                  </a:lnTo>
                  <a:lnTo>
                    <a:pt x="9693" y="11855"/>
                  </a:lnTo>
                  <a:lnTo>
                    <a:pt x="9500" y="12009"/>
                  </a:lnTo>
                  <a:lnTo>
                    <a:pt x="9422" y="12087"/>
                  </a:lnTo>
                  <a:lnTo>
                    <a:pt x="9384" y="12202"/>
                  </a:lnTo>
                  <a:lnTo>
                    <a:pt x="9345" y="12318"/>
                  </a:lnTo>
                  <a:lnTo>
                    <a:pt x="9306" y="12473"/>
                  </a:lnTo>
                  <a:lnTo>
                    <a:pt x="9191" y="12395"/>
                  </a:lnTo>
                  <a:lnTo>
                    <a:pt x="9036" y="12318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57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4"/>
                  </a:lnTo>
                  <a:lnTo>
                    <a:pt x="8109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3" y="12241"/>
                  </a:lnTo>
                  <a:lnTo>
                    <a:pt x="7492" y="12164"/>
                  </a:lnTo>
                  <a:lnTo>
                    <a:pt x="7221" y="12202"/>
                  </a:lnTo>
                  <a:lnTo>
                    <a:pt x="6990" y="12280"/>
                  </a:lnTo>
                  <a:lnTo>
                    <a:pt x="6796" y="12434"/>
                  </a:lnTo>
                  <a:lnTo>
                    <a:pt x="6796" y="12048"/>
                  </a:lnTo>
                  <a:lnTo>
                    <a:pt x="6758" y="11893"/>
                  </a:lnTo>
                  <a:lnTo>
                    <a:pt x="6681" y="11700"/>
                  </a:lnTo>
                  <a:lnTo>
                    <a:pt x="6603" y="11546"/>
                  </a:lnTo>
                  <a:lnTo>
                    <a:pt x="6526" y="11430"/>
                  </a:lnTo>
                  <a:lnTo>
                    <a:pt x="6372" y="11314"/>
                  </a:lnTo>
                  <a:lnTo>
                    <a:pt x="6217" y="11198"/>
                  </a:lnTo>
                  <a:lnTo>
                    <a:pt x="6063" y="11160"/>
                  </a:lnTo>
                  <a:lnTo>
                    <a:pt x="5715" y="11160"/>
                  </a:lnTo>
                  <a:lnTo>
                    <a:pt x="5522" y="11237"/>
                  </a:lnTo>
                  <a:lnTo>
                    <a:pt x="5522" y="10967"/>
                  </a:lnTo>
                  <a:lnTo>
                    <a:pt x="5445" y="10735"/>
                  </a:lnTo>
                  <a:lnTo>
                    <a:pt x="5329" y="10503"/>
                  </a:lnTo>
                  <a:lnTo>
                    <a:pt x="5213" y="10426"/>
                  </a:lnTo>
                  <a:lnTo>
                    <a:pt x="5097" y="10388"/>
                  </a:lnTo>
                  <a:lnTo>
                    <a:pt x="4943" y="10310"/>
                  </a:lnTo>
                  <a:lnTo>
                    <a:pt x="4827" y="10310"/>
                  </a:lnTo>
                  <a:lnTo>
                    <a:pt x="4673" y="10349"/>
                  </a:lnTo>
                  <a:lnTo>
                    <a:pt x="4518" y="10388"/>
                  </a:lnTo>
                  <a:lnTo>
                    <a:pt x="4518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09" y="9577"/>
                  </a:lnTo>
                  <a:lnTo>
                    <a:pt x="4055" y="9499"/>
                  </a:lnTo>
                  <a:lnTo>
                    <a:pt x="3900" y="9461"/>
                  </a:lnTo>
                  <a:lnTo>
                    <a:pt x="3746" y="9422"/>
                  </a:lnTo>
                  <a:lnTo>
                    <a:pt x="3591" y="9422"/>
                  </a:lnTo>
                  <a:lnTo>
                    <a:pt x="3398" y="9461"/>
                  </a:lnTo>
                  <a:lnTo>
                    <a:pt x="3283" y="9538"/>
                  </a:lnTo>
                  <a:lnTo>
                    <a:pt x="3128" y="9615"/>
                  </a:lnTo>
                  <a:lnTo>
                    <a:pt x="3012" y="9770"/>
                  </a:lnTo>
                  <a:lnTo>
                    <a:pt x="2974" y="9615"/>
                  </a:lnTo>
                  <a:lnTo>
                    <a:pt x="2896" y="9461"/>
                  </a:lnTo>
                  <a:lnTo>
                    <a:pt x="2781" y="9268"/>
                  </a:lnTo>
                  <a:lnTo>
                    <a:pt x="2626" y="9152"/>
                  </a:lnTo>
                  <a:lnTo>
                    <a:pt x="2433" y="9036"/>
                  </a:lnTo>
                  <a:lnTo>
                    <a:pt x="2240" y="8997"/>
                  </a:lnTo>
                  <a:lnTo>
                    <a:pt x="2047" y="9036"/>
                  </a:lnTo>
                  <a:lnTo>
                    <a:pt x="1854" y="9113"/>
                  </a:lnTo>
                  <a:lnTo>
                    <a:pt x="1699" y="9190"/>
                  </a:lnTo>
                  <a:lnTo>
                    <a:pt x="1545" y="9345"/>
                  </a:lnTo>
                  <a:lnTo>
                    <a:pt x="1429" y="9538"/>
                  </a:lnTo>
                  <a:lnTo>
                    <a:pt x="1390" y="9731"/>
                  </a:lnTo>
                  <a:lnTo>
                    <a:pt x="1352" y="9924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310"/>
                  </a:lnTo>
                  <a:lnTo>
                    <a:pt x="386" y="10426"/>
                  </a:lnTo>
                  <a:lnTo>
                    <a:pt x="271" y="10581"/>
                  </a:lnTo>
                  <a:lnTo>
                    <a:pt x="116" y="10889"/>
                  </a:lnTo>
                  <a:lnTo>
                    <a:pt x="0" y="11237"/>
                  </a:lnTo>
                  <a:lnTo>
                    <a:pt x="0" y="11585"/>
                  </a:lnTo>
                  <a:lnTo>
                    <a:pt x="77" y="11932"/>
                  </a:lnTo>
                  <a:lnTo>
                    <a:pt x="193" y="12241"/>
                  </a:lnTo>
                  <a:lnTo>
                    <a:pt x="386" y="12550"/>
                  </a:lnTo>
                  <a:lnTo>
                    <a:pt x="618" y="12820"/>
                  </a:lnTo>
                  <a:lnTo>
                    <a:pt x="811" y="12936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085" y="13129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50"/>
                  </a:lnTo>
                  <a:lnTo>
                    <a:pt x="3360" y="12241"/>
                  </a:lnTo>
                  <a:lnTo>
                    <a:pt x="3591" y="12009"/>
                  </a:lnTo>
                  <a:lnTo>
                    <a:pt x="3553" y="11932"/>
                  </a:lnTo>
                  <a:lnTo>
                    <a:pt x="3514" y="11816"/>
                  </a:lnTo>
                  <a:lnTo>
                    <a:pt x="3437" y="11778"/>
                  </a:lnTo>
                  <a:lnTo>
                    <a:pt x="3321" y="11739"/>
                  </a:lnTo>
                  <a:lnTo>
                    <a:pt x="3283" y="11778"/>
                  </a:lnTo>
                  <a:lnTo>
                    <a:pt x="3244" y="11816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7" y="12434"/>
                  </a:lnTo>
                  <a:lnTo>
                    <a:pt x="2317" y="12589"/>
                  </a:lnTo>
                  <a:lnTo>
                    <a:pt x="2047" y="12666"/>
                  </a:lnTo>
                  <a:lnTo>
                    <a:pt x="1738" y="12704"/>
                  </a:lnTo>
                  <a:lnTo>
                    <a:pt x="1429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1" y="12357"/>
                  </a:lnTo>
                  <a:lnTo>
                    <a:pt x="695" y="12202"/>
                  </a:lnTo>
                  <a:lnTo>
                    <a:pt x="618" y="12048"/>
                  </a:lnTo>
                  <a:lnTo>
                    <a:pt x="541" y="11893"/>
                  </a:lnTo>
                  <a:lnTo>
                    <a:pt x="502" y="11739"/>
                  </a:lnTo>
                  <a:lnTo>
                    <a:pt x="502" y="11546"/>
                  </a:lnTo>
                  <a:lnTo>
                    <a:pt x="502" y="11391"/>
                  </a:lnTo>
                  <a:lnTo>
                    <a:pt x="541" y="11198"/>
                  </a:lnTo>
                  <a:lnTo>
                    <a:pt x="579" y="11044"/>
                  </a:lnTo>
                  <a:lnTo>
                    <a:pt x="657" y="10889"/>
                  </a:lnTo>
                  <a:lnTo>
                    <a:pt x="773" y="10774"/>
                  </a:lnTo>
                  <a:lnTo>
                    <a:pt x="888" y="10619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008" y="10349"/>
                  </a:lnTo>
                  <a:lnTo>
                    <a:pt x="2317" y="10388"/>
                  </a:lnTo>
                  <a:lnTo>
                    <a:pt x="2587" y="10426"/>
                  </a:lnTo>
                  <a:lnTo>
                    <a:pt x="2858" y="10542"/>
                  </a:lnTo>
                  <a:lnTo>
                    <a:pt x="3128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5"/>
                  </a:lnTo>
                  <a:lnTo>
                    <a:pt x="5870" y="12704"/>
                  </a:lnTo>
                  <a:lnTo>
                    <a:pt x="6256" y="12975"/>
                  </a:lnTo>
                  <a:lnTo>
                    <a:pt x="6681" y="13206"/>
                  </a:lnTo>
                  <a:lnTo>
                    <a:pt x="7105" y="13438"/>
                  </a:lnTo>
                  <a:lnTo>
                    <a:pt x="7530" y="13593"/>
                  </a:lnTo>
                  <a:lnTo>
                    <a:pt x="7994" y="13747"/>
                  </a:lnTo>
                  <a:lnTo>
                    <a:pt x="8457" y="13786"/>
                  </a:lnTo>
                  <a:lnTo>
                    <a:pt x="8920" y="13786"/>
                  </a:lnTo>
                  <a:lnTo>
                    <a:pt x="9345" y="13708"/>
                  </a:lnTo>
                  <a:lnTo>
                    <a:pt x="9731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73"/>
                  </a:lnTo>
                  <a:lnTo>
                    <a:pt x="11121" y="12125"/>
                  </a:lnTo>
                  <a:lnTo>
                    <a:pt x="11314" y="11739"/>
                  </a:lnTo>
                  <a:lnTo>
                    <a:pt x="11507" y="11237"/>
                  </a:lnTo>
                  <a:lnTo>
                    <a:pt x="11662" y="10696"/>
                  </a:lnTo>
                  <a:lnTo>
                    <a:pt x="11971" y="9615"/>
                  </a:lnTo>
                  <a:lnTo>
                    <a:pt x="12125" y="9113"/>
                  </a:lnTo>
                  <a:lnTo>
                    <a:pt x="12357" y="8611"/>
                  </a:lnTo>
                  <a:lnTo>
                    <a:pt x="12589" y="8109"/>
                  </a:lnTo>
                  <a:lnTo>
                    <a:pt x="12936" y="7646"/>
                  </a:lnTo>
                  <a:lnTo>
                    <a:pt x="13284" y="7298"/>
                  </a:lnTo>
                  <a:lnTo>
                    <a:pt x="13631" y="6989"/>
                  </a:lnTo>
                  <a:lnTo>
                    <a:pt x="14017" y="6719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1"/>
                  </a:lnTo>
                  <a:lnTo>
                    <a:pt x="15832" y="5985"/>
                  </a:lnTo>
                  <a:lnTo>
                    <a:pt x="16296" y="5947"/>
                  </a:lnTo>
                  <a:lnTo>
                    <a:pt x="16605" y="5908"/>
                  </a:lnTo>
                  <a:lnTo>
                    <a:pt x="16914" y="5908"/>
                  </a:lnTo>
                  <a:lnTo>
                    <a:pt x="17454" y="5985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3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30" y="7491"/>
                  </a:lnTo>
                  <a:lnTo>
                    <a:pt x="21316" y="7646"/>
                  </a:lnTo>
                  <a:lnTo>
                    <a:pt x="21740" y="7723"/>
                  </a:lnTo>
                  <a:lnTo>
                    <a:pt x="22165" y="7762"/>
                  </a:lnTo>
                  <a:lnTo>
                    <a:pt x="22590" y="7723"/>
                  </a:lnTo>
                  <a:lnTo>
                    <a:pt x="22976" y="7646"/>
                  </a:lnTo>
                  <a:lnTo>
                    <a:pt x="23362" y="7530"/>
                  </a:lnTo>
                  <a:lnTo>
                    <a:pt x="23710" y="7298"/>
                  </a:lnTo>
                  <a:lnTo>
                    <a:pt x="24057" y="6989"/>
                  </a:lnTo>
                  <a:lnTo>
                    <a:pt x="24366" y="6642"/>
                  </a:lnTo>
                  <a:lnTo>
                    <a:pt x="24598" y="6294"/>
                  </a:lnTo>
                  <a:lnTo>
                    <a:pt x="24752" y="5908"/>
                  </a:lnTo>
                  <a:lnTo>
                    <a:pt x="24868" y="5483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5" y="3746"/>
                  </a:lnTo>
                  <a:lnTo>
                    <a:pt x="24868" y="3282"/>
                  </a:lnTo>
                  <a:lnTo>
                    <a:pt x="24791" y="2858"/>
                  </a:lnTo>
                  <a:lnTo>
                    <a:pt x="24637" y="2394"/>
                  </a:lnTo>
                  <a:lnTo>
                    <a:pt x="24443" y="1969"/>
                  </a:lnTo>
                  <a:lnTo>
                    <a:pt x="24250" y="1583"/>
                  </a:lnTo>
                  <a:lnTo>
                    <a:pt x="24057" y="1197"/>
                  </a:lnTo>
                  <a:lnTo>
                    <a:pt x="23787" y="811"/>
                  </a:lnTo>
                  <a:lnTo>
                    <a:pt x="23941" y="386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69" y="77"/>
                  </a:lnTo>
                  <a:lnTo>
                    <a:pt x="230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1495;p7"/>
            <p:cNvSpPr/>
            <p:nvPr/>
          </p:nvSpPr>
          <p:spPr>
            <a:xfrm>
              <a:off x="5843050" y="1398325"/>
              <a:ext cx="152575" cy="276125"/>
            </a:xfrm>
            <a:custGeom>
              <a:avLst/>
              <a:gdLst/>
              <a:ahLst/>
              <a:cxnLst/>
              <a:rect l="l" t="t" r="r" b="b"/>
              <a:pathLst>
                <a:path w="6103" h="11045" extrusionOk="0">
                  <a:moveTo>
                    <a:pt x="3553" y="0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8"/>
                  </a:lnTo>
                  <a:lnTo>
                    <a:pt x="4364" y="1120"/>
                  </a:lnTo>
                  <a:lnTo>
                    <a:pt x="4635" y="1429"/>
                  </a:lnTo>
                  <a:lnTo>
                    <a:pt x="4866" y="1738"/>
                  </a:lnTo>
                  <a:lnTo>
                    <a:pt x="5059" y="2085"/>
                  </a:lnTo>
                  <a:lnTo>
                    <a:pt x="5214" y="2433"/>
                  </a:lnTo>
                  <a:lnTo>
                    <a:pt x="5368" y="2819"/>
                  </a:lnTo>
                  <a:lnTo>
                    <a:pt x="5484" y="3205"/>
                  </a:lnTo>
                  <a:lnTo>
                    <a:pt x="5523" y="3591"/>
                  </a:lnTo>
                  <a:lnTo>
                    <a:pt x="5600" y="3978"/>
                  </a:lnTo>
                  <a:lnTo>
                    <a:pt x="5600" y="4402"/>
                  </a:lnTo>
                  <a:lnTo>
                    <a:pt x="5561" y="4789"/>
                  </a:lnTo>
                  <a:lnTo>
                    <a:pt x="5523" y="5213"/>
                  </a:lnTo>
                  <a:lnTo>
                    <a:pt x="5446" y="5599"/>
                  </a:lnTo>
                  <a:lnTo>
                    <a:pt x="5330" y="6024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1" y="7260"/>
                  </a:lnTo>
                  <a:lnTo>
                    <a:pt x="4480" y="7646"/>
                  </a:lnTo>
                  <a:lnTo>
                    <a:pt x="4210" y="8032"/>
                  </a:lnTo>
                  <a:lnTo>
                    <a:pt x="3940" y="8380"/>
                  </a:lnTo>
                  <a:lnTo>
                    <a:pt x="3631" y="8727"/>
                  </a:lnTo>
                  <a:lnTo>
                    <a:pt x="3283" y="9036"/>
                  </a:lnTo>
                  <a:lnTo>
                    <a:pt x="2936" y="9306"/>
                  </a:lnTo>
                  <a:lnTo>
                    <a:pt x="2549" y="9577"/>
                  </a:lnTo>
                  <a:lnTo>
                    <a:pt x="2163" y="9808"/>
                  </a:lnTo>
                  <a:lnTo>
                    <a:pt x="1739" y="10040"/>
                  </a:lnTo>
                  <a:lnTo>
                    <a:pt x="1314" y="10233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1" y="10658"/>
                  </a:lnTo>
                  <a:lnTo>
                    <a:pt x="78" y="11044"/>
                  </a:lnTo>
                  <a:lnTo>
                    <a:pt x="619" y="10967"/>
                  </a:lnTo>
                  <a:lnTo>
                    <a:pt x="1121" y="1081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4"/>
                  </a:lnTo>
                  <a:lnTo>
                    <a:pt x="3399" y="9615"/>
                  </a:lnTo>
                  <a:lnTo>
                    <a:pt x="3785" y="9268"/>
                  </a:lnTo>
                  <a:lnTo>
                    <a:pt x="4171" y="8920"/>
                  </a:lnTo>
                  <a:lnTo>
                    <a:pt x="4480" y="8534"/>
                  </a:lnTo>
                  <a:lnTo>
                    <a:pt x="4828" y="8109"/>
                  </a:lnTo>
                  <a:lnTo>
                    <a:pt x="5098" y="7685"/>
                  </a:lnTo>
                  <a:lnTo>
                    <a:pt x="5368" y="7221"/>
                  </a:lnTo>
                  <a:lnTo>
                    <a:pt x="5600" y="6758"/>
                  </a:lnTo>
                  <a:lnTo>
                    <a:pt x="5755" y="6294"/>
                  </a:lnTo>
                  <a:lnTo>
                    <a:pt x="5909" y="5792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8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5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7" y="1313"/>
                  </a:lnTo>
                  <a:lnTo>
                    <a:pt x="4905" y="1004"/>
                  </a:lnTo>
                  <a:lnTo>
                    <a:pt x="4596" y="695"/>
                  </a:lnTo>
                  <a:lnTo>
                    <a:pt x="4287" y="425"/>
                  </a:lnTo>
                  <a:lnTo>
                    <a:pt x="3940" y="193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1496;p7"/>
            <p:cNvSpPr/>
            <p:nvPr/>
          </p:nvSpPr>
          <p:spPr>
            <a:xfrm>
              <a:off x="569225" y="1424375"/>
              <a:ext cx="126500" cy="69550"/>
            </a:xfrm>
            <a:custGeom>
              <a:avLst/>
              <a:gdLst/>
              <a:ahLst/>
              <a:cxnLst/>
              <a:rect l="l" t="t" r="r" b="b"/>
              <a:pathLst>
                <a:path w="5060" h="2782" extrusionOk="0">
                  <a:moveTo>
                    <a:pt x="4905" y="1"/>
                  </a:moveTo>
                  <a:lnTo>
                    <a:pt x="3824" y="657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30" y="1854"/>
                  </a:lnTo>
                  <a:lnTo>
                    <a:pt x="773" y="2125"/>
                  </a:lnTo>
                  <a:lnTo>
                    <a:pt x="117" y="2395"/>
                  </a:lnTo>
                  <a:lnTo>
                    <a:pt x="40" y="2472"/>
                  </a:lnTo>
                  <a:lnTo>
                    <a:pt x="1" y="2588"/>
                  </a:lnTo>
                  <a:lnTo>
                    <a:pt x="40" y="2665"/>
                  </a:lnTo>
                  <a:lnTo>
                    <a:pt x="117" y="2781"/>
                  </a:lnTo>
                  <a:lnTo>
                    <a:pt x="387" y="2781"/>
                  </a:lnTo>
                  <a:lnTo>
                    <a:pt x="1082" y="2627"/>
                  </a:lnTo>
                  <a:lnTo>
                    <a:pt x="1739" y="2356"/>
                  </a:lnTo>
                  <a:lnTo>
                    <a:pt x="2356" y="2047"/>
                  </a:lnTo>
                  <a:lnTo>
                    <a:pt x="2974" y="1739"/>
                  </a:lnTo>
                  <a:lnTo>
                    <a:pt x="3553" y="1430"/>
                  </a:lnTo>
                  <a:lnTo>
                    <a:pt x="4094" y="1082"/>
                  </a:lnTo>
                  <a:lnTo>
                    <a:pt x="4596" y="735"/>
                  </a:lnTo>
                  <a:lnTo>
                    <a:pt x="5059" y="310"/>
                  </a:lnTo>
                  <a:lnTo>
                    <a:pt x="490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7"/>
            <p:cNvSpPr/>
            <p:nvPr/>
          </p:nvSpPr>
          <p:spPr>
            <a:xfrm>
              <a:off x="512275" y="1467825"/>
              <a:ext cx="66650" cy="99450"/>
            </a:xfrm>
            <a:custGeom>
              <a:avLst/>
              <a:gdLst/>
              <a:ahLst/>
              <a:cxnLst/>
              <a:rect l="l" t="t" r="r" b="b"/>
              <a:pathLst>
                <a:path w="2666" h="3978" extrusionOk="0">
                  <a:moveTo>
                    <a:pt x="850" y="1"/>
                  </a:moveTo>
                  <a:lnTo>
                    <a:pt x="464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2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1" y="2704"/>
                  </a:lnTo>
                  <a:lnTo>
                    <a:pt x="39" y="2974"/>
                  </a:lnTo>
                  <a:lnTo>
                    <a:pt x="78" y="3206"/>
                  </a:lnTo>
                  <a:lnTo>
                    <a:pt x="155" y="3399"/>
                  </a:lnTo>
                  <a:lnTo>
                    <a:pt x="271" y="3592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9" y="3939"/>
                  </a:lnTo>
                  <a:lnTo>
                    <a:pt x="1082" y="3978"/>
                  </a:lnTo>
                  <a:lnTo>
                    <a:pt x="1314" y="3939"/>
                  </a:lnTo>
                  <a:lnTo>
                    <a:pt x="1507" y="3823"/>
                  </a:lnTo>
                  <a:lnTo>
                    <a:pt x="1661" y="3708"/>
                  </a:lnTo>
                  <a:lnTo>
                    <a:pt x="1816" y="3514"/>
                  </a:lnTo>
                  <a:lnTo>
                    <a:pt x="1970" y="3321"/>
                  </a:lnTo>
                  <a:lnTo>
                    <a:pt x="2086" y="3090"/>
                  </a:lnTo>
                  <a:lnTo>
                    <a:pt x="2318" y="2549"/>
                  </a:lnTo>
                  <a:lnTo>
                    <a:pt x="2472" y="2009"/>
                  </a:lnTo>
                  <a:lnTo>
                    <a:pt x="2626" y="1507"/>
                  </a:lnTo>
                  <a:lnTo>
                    <a:pt x="2665" y="1043"/>
                  </a:lnTo>
                  <a:lnTo>
                    <a:pt x="2395" y="1043"/>
                  </a:lnTo>
                  <a:lnTo>
                    <a:pt x="2009" y="2009"/>
                  </a:lnTo>
                  <a:lnTo>
                    <a:pt x="1738" y="2665"/>
                  </a:lnTo>
                  <a:lnTo>
                    <a:pt x="1545" y="3051"/>
                  </a:lnTo>
                  <a:lnTo>
                    <a:pt x="1468" y="3206"/>
                  </a:lnTo>
                  <a:lnTo>
                    <a:pt x="1314" y="3283"/>
                  </a:lnTo>
                  <a:lnTo>
                    <a:pt x="1159" y="3283"/>
                  </a:lnTo>
                  <a:lnTo>
                    <a:pt x="966" y="3206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4"/>
                  </a:lnTo>
                  <a:lnTo>
                    <a:pt x="541" y="2395"/>
                  </a:lnTo>
                  <a:lnTo>
                    <a:pt x="580" y="2047"/>
                  </a:lnTo>
                  <a:lnTo>
                    <a:pt x="618" y="1622"/>
                  </a:lnTo>
                  <a:lnTo>
                    <a:pt x="734" y="1198"/>
                  </a:lnTo>
                  <a:lnTo>
                    <a:pt x="889" y="773"/>
                  </a:lnTo>
                  <a:lnTo>
                    <a:pt x="1043" y="348"/>
                  </a:lnTo>
                  <a:lnTo>
                    <a:pt x="1082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1498;p7"/>
            <p:cNvSpPr/>
            <p:nvPr/>
          </p:nvSpPr>
          <p:spPr>
            <a:xfrm>
              <a:off x="4008850" y="152575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7" y="1004"/>
                  </a:lnTo>
                  <a:lnTo>
                    <a:pt x="7029" y="1313"/>
                  </a:lnTo>
                  <a:lnTo>
                    <a:pt x="7531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9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7"/>
                  </a:lnTo>
                  <a:lnTo>
                    <a:pt x="8573" y="3707"/>
                  </a:lnTo>
                  <a:lnTo>
                    <a:pt x="7724" y="3823"/>
                  </a:lnTo>
                  <a:lnTo>
                    <a:pt x="6874" y="3901"/>
                  </a:lnTo>
                  <a:lnTo>
                    <a:pt x="6411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8" y="3707"/>
                  </a:lnTo>
                  <a:lnTo>
                    <a:pt x="2511" y="3862"/>
                  </a:lnTo>
                  <a:lnTo>
                    <a:pt x="2433" y="4016"/>
                  </a:lnTo>
                  <a:lnTo>
                    <a:pt x="2318" y="4132"/>
                  </a:lnTo>
                  <a:lnTo>
                    <a:pt x="2124" y="4209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1" y="4248"/>
                  </a:lnTo>
                  <a:lnTo>
                    <a:pt x="734" y="4132"/>
                  </a:lnTo>
                  <a:lnTo>
                    <a:pt x="387" y="4016"/>
                  </a:lnTo>
                  <a:lnTo>
                    <a:pt x="503" y="3514"/>
                  </a:lnTo>
                  <a:lnTo>
                    <a:pt x="657" y="3012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7" y="1738"/>
                  </a:lnTo>
                  <a:lnTo>
                    <a:pt x="1893" y="1429"/>
                  </a:lnTo>
                  <a:lnTo>
                    <a:pt x="2318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8" y="5638"/>
                  </a:lnTo>
                  <a:lnTo>
                    <a:pt x="11624" y="5986"/>
                  </a:lnTo>
                  <a:lnTo>
                    <a:pt x="11431" y="6140"/>
                  </a:lnTo>
                  <a:lnTo>
                    <a:pt x="11353" y="6217"/>
                  </a:lnTo>
                  <a:lnTo>
                    <a:pt x="11238" y="6256"/>
                  </a:lnTo>
                  <a:lnTo>
                    <a:pt x="11083" y="6295"/>
                  </a:lnTo>
                  <a:lnTo>
                    <a:pt x="10929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3" y="5947"/>
                  </a:lnTo>
                  <a:lnTo>
                    <a:pt x="10543" y="5870"/>
                  </a:lnTo>
                  <a:lnTo>
                    <a:pt x="10543" y="5754"/>
                  </a:lnTo>
                  <a:lnTo>
                    <a:pt x="10620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0"/>
                  </a:moveTo>
                  <a:lnTo>
                    <a:pt x="3939" y="39"/>
                  </a:lnTo>
                  <a:lnTo>
                    <a:pt x="3515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1"/>
                  </a:lnTo>
                  <a:lnTo>
                    <a:pt x="1507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9" y="2008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7" y="3205"/>
                  </a:lnTo>
                  <a:lnTo>
                    <a:pt x="39" y="3669"/>
                  </a:lnTo>
                  <a:lnTo>
                    <a:pt x="1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8"/>
                  </a:lnTo>
                  <a:lnTo>
                    <a:pt x="1314" y="4596"/>
                  </a:lnTo>
                  <a:lnTo>
                    <a:pt x="1700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1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3" y="3630"/>
                  </a:lnTo>
                  <a:lnTo>
                    <a:pt x="3013" y="2974"/>
                  </a:lnTo>
                  <a:lnTo>
                    <a:pt x="3128" y="773"/>
                  </a:lnTo>
                  <a:lnTo>
                    <a:pt x="3515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1" y="1661"/>
                  </a:lnTo>
                  <a:lnTo>
                    <a:pt x="5059" y="2703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4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6" y="4287"/>
                  </a:lnTo>
                  <a:lnTo>
                    <a:pt x="5870" y="4325"/>
                  </a:lnTo>
                  <a:lnTo>
                    <a:pt x="6218" y="4325"/>
                  </a:lnTo>
                  <a:lnTo>
                    <a:pt x="6565" y="4287"/>
                  </a:lnTo>
                  <a:lnTo>
                    <a:pt x="7608" y="4209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0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7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3" y="5252"/>
                  </a:lnTo>
                  <a:lnTo>
                    <a:pt x="10427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4" y="5754"/>
                  </a:lnTo>
                  <a:lnTo>
                    <a:pt x="10234" y="5908"/>
                  </a:lnTo>
                  <a:lnTo>
                    <a:pt x="10234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9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7" y="6526"/>
                  </a:lnTo>
                  <a:lnTo>
                    <a:pt x="11740" y="6410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2"/>
                  </a:lnTo>
                  <a:lnTo>
                    <a:pt x="12396" y="7221"/>
                  </a:lnTo>
                  <a:lnTo>
                    <a:pt x="12473" y="7569"/>
                  </a:lnTo>
                  <a:lnTo>
                    <a:pt x="12551" y="7916"/>
                  </a:lnTo>
                  <a:lnTo>
                    <a:pt x="12551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5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6" y="9654"/>
                  </a:lnTo>
                  <a:lnTo>
                    <a:pt x="12821" y="9616"/>
                  </a:lnTo>
                  <a:lnTo>
                    <a:pt x="12937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30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5"/>
                  </a:lnTo>
                  <a:lnTo>
                    <a:pt x="13091" y="7723"/>
                  </a:lnTo>
                  <a:lnTo>
                    <a:pt x="12937" y="7183"/>
                  </a:lnTo>
                  <a:lnTo>
                    <a:pt x="12744" y="6681"/>
                  </a:lnTo>
                  <a:lnTo>
                    <a:pt x="12435" y="6217"/>
                  </a:lnTo>
                  <a:lnTo>
                    <a:pt x="12126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9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30" y="3514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5" y="1931"/>
                  </a:lnTo>
                  <a:lnTo>
                    <a:pt x="8226" y="1584"/>
                  </a:lnTo>
                  <a:lnTo>
                    <a:pt x="7839" y="1275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9" y="348"/>
                  </a:lnTo>
                  <a:lnTo>
                    <a:pt x="5716" y="193"/>
                  </a:lnTo>
                  <a:lnTo>
                    <a:pt x="5291" y="78"/>
                  </a:lnTo>
                  <a:lnTo>
                    <a:pt x="4828" y="39"/>
                  </a:lnTo>
                  <a:lnTo>
                    <a:pt x="44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Google Shape;1499;p7"/>
            <p:cNvSpPr/>
            <p:nvPr/>
          </p:nvSpPr>
          <p:spPr>
            <a:xfrm>
              <a:off x="6763050" y="1538300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9" y="5908"/>
                  </a:moveTo>
                  <a:lnTo>
                    <a:pt x="1082" y="5986"/>
                  </a:lnTo>
                  <a:lnTo>
                    <a:pt x="1237" y="6024"/>
                  </a:lnTo>
                  <a:lnTo>
                    <a:pt x="1391" y="6179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1" y="6797"/>
                  </a:lnTo>
                  <a:lnTo>
                    <a:pt x="1237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9" y="6990"/>
                  </a:lnTo>
                  <a:lnTo>
                    <a:pt x="464" y="6835"/>
                  </a:lnTo>
                  <a:lnTo>
                    <a:pt x="426" y="6719"/>
                  </a:lnTo>
                  <a:lnTo>
                    <a:pt x="387" y="6642"/>
                  </a:lnTo>
                  <a:lnTo>
                    <a:pt x="348" y="6488"/>
                  </a:lnTo>
                  <a:lnTo>
                    <a:pt x="387" y="6372"/>
                  </a:lnTo>
                  <a:lnTo>
                    <a:pt x="426" y="6256"/>
                  </a:lnTo>
                  <a:lnTo>
                    <a:pt x="503" y="6179"/>
                  </a:lnTo>
                  <a:lnTo>
                    <a:pt x="696" y="6024"/>
                  </a:lnTo>
                  <a:lnTo>
                    <a:pt x="889" y="5908"/>
                  </a:lnTo>
                  <a:close/>
                  <a:moveTo>
                    <a:pt x="5909" y="0"/>
                  </a:moveTo>
                  <a:lnTo>
                    <a:pt x="5832" y="39"/>
                  </a:lnTo>
                  <a:lnTo>
                    <a:pt x="5523" y="309"/>
                  </a:lnTo>
                  <a:lnTo>
                    <a:pt x="5175" y="618"/>
                  </a:lnTo>
                  <a:lnTo>
                    <a:pt x="4596" y="1313"/>
                  </a:lnTo>
                  <a:lnTo>
                    <a:pt x="4017" y="2047"/>
                  </a:lnTo>
                  <a:lnTo>
                    <a:pt x="3438" y="2781"/>
                  </a:lnTo>
                  <a:lnTo>
                    <a:pt x="2279" y="4132"/>
                  </a:lnTo>
                  <a:lnTo>
                    <a:pt x="1739" y="4866"/>
                  </a:lnTo>
                  <a:lnTo>
                    <a:pt x="1198" y="5561"/>
                  </a:lnTo>
                  <a:lnTo>
                    <a:pt x="1043" y="5522"/>
                  </a:lnTo>
                  <a:lnTo>
                    <a:pt x="889" y="5522"/>
                  </a:lnTo>
                  <a:lnTo>
                    <a:pt x="773" y="5561"/>
                  </a:lnTo>
                  <a:lnTo>
                    <a:pt x="619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10" y="5870"/>
                  </a:lnTo>
                  <a:lnTo>
                    <a:pt x="117" y="6063"/>
                  </a:lnTo>
                  <a:lnTo>
                    <a:pt x="1" y="6333"/>
                  </a:lnTo>
                  <a:lnTo>
                    <a:pt x="1" y="6488"/>
                  </a:lnTo>
                  <a:lnTo>
                    <a:pt x="1" y="6604"/>
                  </a:lnTo>
                  <a:lnTo>
                    <a:pt x="40" y="6797"/>
                  </a:lnTo>
                  <a:lnTo>
                    <a:pt x="117" y="6990"/>
                  </a:lnTo>
                  <a:lnTo>
                    <a:pt x="194" y="7144"/>
                  </a:lnTo>
                  <a:lnTo>
                    <a:pt x="348" y="7260"/>
                  </a:lnTo>
                  <a:lnTo>
                    <a:pt x="503" y="7376"/>
                  </a:lnTo>
                  <a:lnTo>
                    <a:pt x="696" y="7453"/>
                  </a:lnTo>
                  <a:lnTo>
                    <a:pt x="1082" y="7453"/>
                  </a:lnTo>
                  <a:lnTo>
                    <a:pt x="1275" y="7414"/>
                  </a:lnTo>
                  <a:lnTo>
                    <a:pt x="1430" y="7299"/>
                  </a:lnTo>
                  <a:lnTo>
                    <a:pt x="1584" y="7183"/>
                  </a:lnTo>
                  <a:lnTo>
                    <a:pt x="1700" y="7067"/>
                  </a:lnTo>
                  <a:lnTo>
                    <a:pt x="1816" y="6874"/>
                  </a:lnTo>
                  <a:lnTo>
                    <a:pt x="1854" y="6681"/>
                  </a:lnTo>
                  <a:lnTo>
                    <a:pt x="1893" y="6526"/>
                  </a:lnTo>
                  <a:lnTo>
                    <a:pt x="1854" y="6333"/>
                  </a:lnTo>
                  <a:lnTo>
                    <a:pt x="1816" y="6179"/>
                  </a:lnTo>
                  <a:lnTo>
                    <a:pt x="1739" y="6024"/>
                  </a:lnTo>
                  <a:lnTo>
                    <a:pt x="1661" y="5908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3" y="4403"/>
                  </a:lnTo>
                  <a:lnTo>
                    <a:pt x="3940" y="3012"/>
                  </a:lnTo>
                  <a:lnTo>
                    <a:pt x="4480" y="2395"/>
                  </a:lnTo>
                  <a:lnTo>
                    <a:pt x="5098" y="1699"/>
                  </a:lnTo>
                  <a:lnTo>
                    <a:pt x="5639" y="1043"/>
                  </a:lnTo>
                  <a:lnTo>
                    <a:pt x="5909" y="657"/>
                  </a:lnTo>
                  <a:lnTo>
                    <a:pt x="6102" y="309"/>
                  </a:lnTo>
                  <a:lnTo>
                    <a:pt x="6141" y="193"/>
                  </a:lnTo>
                  <a:lnTo>
                    <a:pt x="6063" y="78"/>
                  </a:lnTo>
                  <a:lnTo>
                    <a:pt x="598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Google Shape;1500;p7"/>
            <p:cNvSpPr/>
            <p:nvPr/>
          </p:nvSpPr>
          <p:spPr>
            <a:xfrm>
              <a:off x="4040700" y="153927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5" y="7298"/>
                  </a:moveTo>
                  <a:lnTo>
                    <a:pt x="8496" y="7375"/>
                  </a:lnTo>
                  <a:lnTo>
                    <a:pt x="8728" y="7453"/>
                  </a:lnTo>
                  <a:lnTo>
                    <a:pt x="8960" y="7569"/>
                  </a:lnTo>
                  <a:lnTo>
                    <a:pt x="9153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5" y="8573"/>
                  </a:lnTo>
                  <a:lnTo>
                    <a:pt x="9693" y="8881"/>
                  </a:lnTo>
                  <a:lnTo>
                    <a:pt x="9655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60" y="10040"/>
                  </a:lnTo>
                  <a:lnTo>
                    <a:pt x="8689" y="10117"/>
                  </a:lnTo>
                  <a:lnTo>
                    <a:pt x="8419" y="10194"/>
                  </a:lnTo>
                  <a:lnTo>
                    <a:pt x="8110" y="10156"/>
                  </a:lnTo>
                  <a:lnTo>
                    <a:pt x="7840" y="10078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6"/>
                  </a:lnTo>
                  <a:lnTo>
                    <a:pt x="7029" y="9345"/>
                  </a:lnTo>
                  <a:lnTo>
                    <a:pt x="6952" y="9075"/>
                  </a:lnTo>
                  <a:lnTo>
                    <a:pt x="6913" y="8804"/>
                  </a:lnTo>
                  <a:lnTo>
                    <a:pt x="6952" y="8534"/>
                  </a:lnTo>
                  <a:lnTo>
                    <a:pt x="7029" y="8264"/>
                  </a:lnTo>
                  <a:lnTo>
                    <a:pt x="7145" y="8071"/>
                  </a:lnTo>
                  <a:lnTo>
                    <a:pt x="7299" y="7877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9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6" y="8457"/>
                  </a:lnTo>
                  <a:lnTo>
                    <a:pt x="2974" y="8611"/>
                  </a:lnTo>
                  <a:lnTo>
                    <a:pt x="3052" y="8766"/>
                  </a:lnTo>
                  <a:lnTo>
                    <a:pt x="1546" y="8727"/>
                  </a:lnTo>
                  <a:lnTo>
                    <a:pt x="40" y="8688"/>
                  </a:lnTo>
                  <a:lnTo>
                    <a:pt x="1" y="8688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6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6"/>
                  </a:lnTo>
                  <a:lnTo>
                    <a:pt x="6759" y="9847"/>
                  </a:lnTo>
                  <a:lnTo>
                    <a:pt x="6990" y="10078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0"/>
                  </a:lnTo>
                  <a:lnTo>
                    <a:pt x="8110" y="10658"/>
                  </a:lnTo>
                  <a:lnTo>
                    <a:pt x="8419" y="10696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7"/>
                  </a:lnTo>
                  <a:lnTo>
                    <a:pt x="9539" y="10194"/>
                  </a:lnTo>
                  <a:lnTo>
                    <a:pt x="9771" y="9963"/>
                  </a:lnTo>
                  <a:lnTo>
                    <a:pt x="9925" y="9692"/>
                  </a:lnTo>
                  <a:lnTo>
                    <a:pt x="10079" y="9422"/>
                  </a:lnTo>
                  <a:lnTo>
                    <a:pt x="10157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7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1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9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5" y="7337"/>
                  </a:lnTo>
                  <a:lnTo>
                    <a:pt x="6913" y="7569"/>
                  </a:lnTo>
                  <a:lnTo>
                    <a:pt x="6720" y="7877"/>
                  </a:lnTo>
                  <a:lnTo>
                    <a:pt x="6565" y="8186"/>
                  </a:lnTo>
                  <a:lnTo>
                    <a:pt x="6450" y="8534"/>
                  </a:lnTo>
                  <a:lnTo>
                    <a:pt x="6450" y="8843"/>
                  </a:lnTo>
                  <a:lnTo>
                    <a:pt x="5716" y="8804"/>
                  </a:lnTo>
                  <a:lnTo>
                    <a:pt x="4944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8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79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6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Google Shape;1501;p7"/>
            <p:cNvSpPr/>
            <p:nvPr/>
          </p:nvSpPr>
          <p:spPr>
            <a:xfrm>
              <a:off x="1387875" y="1558575"/>
              <a:ext cx="374575" cy="387125"/>
            </a:xfrm>
            <a:custGeom>
              <a:avLst/>
              <a:gdLst/>
              <a:ahLst/>
              <a:cxnLst/>
              <a:rect l="l" t="t" r="r" b="b"/>
              <a:pathLst>
                <a:path w="14983" h="15485" extrusionOk="0">
                  <a:moveTo>
                    <a:pt x="7453" y="502"/>
                  </a:moveTo>
                  <a:lnTo>
                    <a:pt x="8032" y="541"/>
                  </a:lnTo>
                  <a:lnTo>
                    <a:pt x="8573" y="580"/>
                  </a:lnTo>
                  <a:lnTo>
                    <a:pt x="9152" y="695"/>
                  </a:lnTo>
                  <a:lnTo>
                    <a:pt x="9654" y="850"/>
                  </a:lnTo>
                  <a:lnTo>
                    <a:pt x="10195" y="1043"/>
                  </a:lnTo>
                  <a:lnTo>
                    <a:pt x="10697" y="1275"/>
                  </a:lnTo>
                  <a:lnTo>
                    <a:pt x="11160" y="1545"/>
                  </a:lnTo>
                  <a:lnTo>
                    <a:pt x="11585" y="1854"/>
                  </a:lnTo>
                  <a:lnTo>
                    <a:pt x="10812" y="2201"/>
                  </a:lnTo>
                  <a:lnTo>
                    <a:pt x="10040" y="2626"/>
                  </a:lnTo>
                  <a:lnTo>
                    <a:pt x="9306" y="3090"/>
                  </a:lnTo>
                  <a:lnTo>
                    <a:pt x="8611" y="3630"/>
                  </a:lnTo>
                  <a:lnTo>
                    <a:pt x="7916" y="4171"/>
                  </a:lnTo>
                  <a:lnTo>
                    <a:pt x="7299" y="4789"/>
                  </a:lnTo>
                  <a:lnTo>
                    <a:pt x="6681" y="5445"/>
                  </a:lnTo>
                  <a:lnTo>
                    <a:pt x="6140" y="6140"/>
                  </a:lnTo>
                  <a:lnTo>
                    <a:pt x="5638" y="6874"/>
                  </a:lnTo>
                  <a:lnTo>
                    <a:pt x="5175" y="7646"/>
                  </a:lnTo>
                  <a:lnTo>
                    <a:pt x="4789" y="8418"/>
                  </a:lnTo>
                  <a:lnTo>
                    <a:pt x="4441" y="9229"/>
                  </a:lnTo>
                  <a:lnTo>
                    <a:pt x="4171" y="10040"/>
                  </a:lnTo>
                  <a:lnTo>
                    <a:pt x="3939" y="10890"/>
                  </a:lnTo>
                  <a:lnTo>
                    <a:pt x="3823" y="11778"/>
                  </a:lnTo>
                  <a:lnTo>
                    <a:pt x="3746" y="12666"/>
                  </a:lnTo>
                  <a:lnTo>
                    <a:pt x="3553" y="12666"/>
                  </a:lnTo>
                  <a:lnTo>
                    <a:pt x="3283" y="11855"/>
                  </a:lnTo>
                  <a:lnTo>
                    <a:pt x="3051" y="11044"/>
                  </a:lnTo>
                  <a:lnTo>
                    <a:pt x="2819" y="10195"/>
                  </a:lnTo>
                  <a:lnTo>
                    <a:pt x="2665" y="9384"/>
                  </a:lnTo>
                  <a:lnTo>
                    <a:pt x="2588" y="8534"/>
                  </a:lnTo>
                  <a:lnTo>
                    <a:pt x="2549" y="7685"/>
                  </a:lnTo>
                  <a:lnTo>
                    <a:pt x="2588" y="6797"/>
                  </a:lnTo>
                  <a:lnTo>
                    <a:pt x="2665" y="5947"/>
                  </a:lnTo>
                  <a:lnTo>
                    <a:pt x="2858" y="5213"/>
                  </a:lnTo>
                  <a:lnTo>
                    <a:pt x="3051" y="4518"/>
                  </a:lnTo>
                  <a:lnTo>
                    <a:pt x="3321" y="3823"/>
                  </a:lnTo>
                  <a:lnTo>
                    <a:pt x="3630" y="3205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29"/>
                  </a:lnTo>
                  <a:lnTo>
                    <a:pt x="5406" y="888"/>
                  </a:lnTo>
                  <a:lnTo>
                    <a:pt x="5908" y="734"/>
                  </a:lnTo>
                  <a:lnTo>
                    <a:pt x="6410" y="618"/>
                  </a:lnTo>
                  <a:lnTo>
                    <a:pt x="6912" y="541"/>
                  </a:lnTo>
                  <a:lnTo>
                    <a:pt x="7453" y="502"/>
                  </a:lnTo>
                  <a:close/>
                  <a:moveTo>
                    <a:pt x="11932" y="2086"/>
                  </a:moveTo>
                  <a:lnTo>
                    <a:pt x="12318" y="2433"/>
                  </a:lnTo>
                  <a:lnTo>
                    <a:pt x="12666" y="2819"/>
                  </a:lnTo>
                  <a:lnTo>
                    <a:pt x="13014" y="3205"/>
                  </a:lnTo>
                  <a:lnTo>
                    <a:pt x="13322" y="3669"/>
                  </a:lnTo>
                  <a:lnTo>
                    <a:pt x="13593" y="4093"/>
                  </a:lnTo>
                  <a:lnTo>
                    <a:pt x="13824" y="4595"/>
                  </a:lnTo>
                  <a:lnTo>
                    <a:pt x="14018" y="5097"/>
                  </a:lnTo>
                  <a:lnTo>
                    <a:pt x="14211" y="5599"/>
                  </a:lnTo>
                  <a:lnTo>
                    <a:pt x="14326" y="6101"/>
                  </a:lnTo>
                  <a:lnTo>
                    <a:pt x="14404" y="6642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25" y="6951"/>
                  </a:lnTo>
                  <a:lnTo>
                    <a:pt x="11392" y="7144"/>
                  </a:lnTo>
                  <a:lnTo>
                    <a:pt x="10658" y="7414"/>
                  </a:lnTo>
                  <a:lnTo>
                    <a:pt x="9924" y="7723"/>
                  </a:lnTo>
                  <a:lnTo>
                    <a:pt x="9229" y="8032"/>
                  </a:lnTo>
                  <a:lnTo>
                    <a:pt x="8534" y="8418"/>
                  </a:lnTo>
                  <a:lnTo>
                    <a:pt x="7878" y="8843"/>
                  </a:lnTo>
                  <a:lnTo>
                    <a:pt x="7221" y="9306"/>
                  </a:lnTo>
                  <a:lnTo>
                    <a:pt x="6642" y="9808"/>
                  </a:lnTo>
                  <a:lnTo>
                    <a:pt x="6063" y="10349"/>
                  </a:lnTo>
                  <a:lnTo>
                    <a:pt x="5561" y="10890"/>
                  </a:lnTo>
                  <a:lnTo>
                    <a:pt x="5059" y="11508"/>
                  </a:lnTo>
                  <a:lnTo>
                    <a:pt x="4634" y="12125"/>
                  </a:lnTo>
                  <a:lnTo>
                    <a:pt x="4248" y="12820"/>
                  </a:lnTo>
                  <a:lnTo>
                    <a:pt x="4093" y="12743"/>
                  </a:lnTo>
                  <a:lnTo>
                    <a:pt x="3939" y="12666"/>
                  </a:lnTo>
                  <a:lnTo>
                    <a:pt x="4093" y="11816"/>
                  </a:lnTo>
                  <a:lnTo>
                    <a:pt x="4287" y="10928"/>
                  </a:lnTo>
                  <a:lnTo>
                    <a:pt x="4557" y="10117"/>
                  </a:lnTo>
                  <a:lnTo>
                    <a:pt x="4827" y="9306"/>
                  </a:lnTo>
                  <a:lnTo>
                    <a:pt x="5175" y="8496"/>
                  </a:lnTo>
                  <a:lnTo>
                    <a:pt x="5561" y="7723"/>
                  </a:lnTo>
                  <a:lnTo>
                    <a:pt x="6024" y="6990"/>
                  </a:lnTo>
                  <a:lnTo>
                    <a:pt x="6488" y="6295"/>
                  </a:lnTo>
                  <a:lnTo>
                    <a:pt x="7028" y="5599"/>
                  </a:lnTo>
                  <a:lnTo>
                    <a:pt x="7607" y="4982"/>
                  </a:lnTo>
                  <a:lnTo>
                    <a:pt x="8225" y="4402"/>
                  </a:lnTo>
                  <a:lnTo>
                    <a:pt x="8882" y="3823"/>
                  </a:lnTo>
                  <a:lnTo>
                    <a:pt x="9577" y="3321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32" y="2086"/>
                  </a:lnTo>
                  <a:close/>
                  <a:moveTo>
                    <a:pt x="14442" y="6990"/>
                  </a:moveTo>
                  <a:lnTo>
                    <a:pt x="14481" y="7839"/>
                  </a:lnTo>
                  <a:lnTo>
                    <a:pt x="14404" y="8689"/>
                  </a:lnTo>
                  <a:lnTo>
                    <a:pt x="14249" y="9538"/>
                  </a:lnTo>
                  <a:lnTo>
                    <a:pt x="14172" y="9963"/>
                  </a:lnTo>
                  <a:lnTo>
                    <a:pt x="14018" y="10388"/>
                  </a:lnTo>
                  <a:lnTo>
                    <a:pt x="13863" y="10774"/>
                  </a:lnTo>
                  <a:lnTo>
                    <a:pt x="13709" y="11160"/>
                  </a:lnTo>
                  <a:lnTo>
                    <a:pt x="13516" y="11546"/>
                  </a:lnTo>
                  <a:lnTo>
                    <a:pt x="13284" y="11894"/>
                  </a:lnTo>
                  <a:lnTo>
                    <a:pt x="13052" y="12241"/>
                  </a:lnTo>
                  <a:lnTo>
                    <a:pt x="12782" y="12589"/>
                  </a:lnTo>
                  <a:lnTo>
                    <a:pt x="12473" y="12898"/>
                  </a:lnTo>
                  <a:lnTo>
                    <a:pt x="12203" y="13207"/>
                  </a:lnTo>
                  <a:lnTo>
                    <a:pt x="11932" y="13052"/>
                  </a:lnTo>
                  <a:lnTo>
                    <a:pt x="11662" y="12936"/>
                  </a:lnTo>
                  <a:lnTo>
                    <a:pt x="11083" y="12782"/>
                  </a:lnTo>
                  <a:lnTo>
                    <a:pt x="10542" y="12627"/>
                  </a:lnTo>
                  <a:lnTo>
                    <a:pt x="9963" y="12550"/>
                  </a:lnTo>
                  <a:lnTo>
                    <a:pt x="9384" y="12512"/>
                  </a:lnTo>
                  <a:lnTo>
                    <a:pt x="8843" y="12473"/>
                  </a:lnTo>
                  <a:lnTo>
                    <a:pt x="8303" y="12473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681" y="12666"/>
                  </a:lnTo>
                  <a:lnTo>
                    <a:pt x="6179" y="12782"/>
                  </a:lnTo>
                  <a:lnTo>
                    <a:pt x="5638" y="12975"/>
                  </a:lnTo>
                  <a:lnTo>
                    <a:pt x="5136" y="13129"/>
                  </a:lnTo>
                  <a:lnTo>
                    <a:pt x="4673" y="13361"/>
                  </a:lnTo>
                  <a:lnTo>
                    <a:pt x="4557" y="13129"/>
                  </a:lnTo>
                  <a:lnTo>
                    <a:pt x="4402" y="12936"/>
                  </a:lnTo>
                  <a:lnTo>
                    <a:pt x="4866" y="12318"/>
                  </a:lnTo>
                  <a:lnTo>
                    <a:pt x="5368" y="11739"/>
                  </a:lnTo>
                  <a:lnTo>
                    <a:pt x="5870" y="11160"/>
                  </a:lnTo>
                  <a:lnTo>
                    <a:pt x="6410" y="10619"/>
                  </a:lnTo>
                  <a:lnTo>
                    <a:pt x="6951" y="10117"/>
                  </a:lnTo>
                  <a:lnTo>
                    <a:pt x="7530" y="9654"/>
                  </a:lnTo>
                  <a:lnTo>
                    <a:pt x="8148" y="9229"/>
                  </a:lnTo>
                  <a:lnTo>
                    <a:pt x="8766" y="8804"/>
                  </a:lnTo>
                  <a:lnTo>
                    <a:pt x="9384" y="8457"/>
                  </a:lnTo>
                  <a:lnTo>
                    <a:pt x="10040" y="8109"/>
                  </a:lnTo>
                  <a:lnTo>
                    <a:pt x="10735" y="7839"/>
                  </a:lnTo>
                  <a:lnTo>
                    <a:pt x="11430" y="7569"/>
                  </a:lnTo>
                  <a:lnTo>
                    <a:pt x="12164" y="7376"/>
                  </a:lnTo>
                  <a:lnTo>
                    <a:pt x="12898" y="7183"/>
                  </a:lnTo>
                  <a:lnTo>
                    <a:pt x="13670" y="7067"/>
                  </a:lnTo>
                  <a:lnTo>
                    <a:pt x="14442" y="6990"/>
                  </a:lnTo>
                  <a:close/>
                  <a:moveTo>
                    <a:pt x="4518" y="1275"/>
                  </a:moveTo>
                  <a:lnTo>
                    <a:pt x="4016" y="1854"/>
                  </a:lnTo>
                  <a:lnTo>
                    <a:pt x="3591" y="2472"/>
                  </a:lnTo>
                  <a:lnTo>
                    <a:pt x="3244" y="3128"/>
                  </a:lnTo>
                  <a:lnTo>
                    <a:pt x="2935" y="3823"/>
                  </a:lnTo>
                  <a:lnTo>
                    <a:pt x="2665" y="4518"/>
                  </a:lnTo>
                  <a:lnTo>
                    <a:pt x="2472" y="5291"/>
                  </a:lnTo>
                  <a:lnTo>
                    <a:pt x="2317" y="6024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1"/>
                  </a:lnTo>
                  <a:lnTo>
                    <a:pt x="2279" y="9113"/>
                  </a:lnTo>
                  <a:lnTo>
                    <a:pt x="2356" y="9886"/>
                  </a:lnTo>
                  <a:lnTo>
                    <a:pt x="2549" y="10619"/>
                  </a:lnTo>
                  <a:lnTo>
                    <a:pt x="2742" y="11353"/>
                  </a:lnTo>
                  <a:lnTo>
                    <a:pt x="3012" y="12087"/>
                  </a:lnTo>
                  <a:lnTo>
                    <a:pt x="3283" y="12782"/>
                  </a:lnTo>
                  <a:lnTo>
                    <a:pt x="3089" y="12898"/>
                  </a:lnTo>
                  <a:lnTo>
                    <a:pt x="2935" y="13052"/>
                  </a:lnTo>
                  <a:lnTo>
                    <a:pt x="2819" y="13245"/>
                  </a:lnTo>
                  <a:lnTo>
                    <a:pt x="2703" y="13438"/>
                  </a:lnTo>
                  <a:lnTo>
                    <a:pt x="2394" y="13014"/>
                  </a:lnTo>
                  <a:lnTo>
                    <a:pt x="2047" y="12550"/>
                  </a:lnTo>
                  <a:lnTo>
                    <a:pt x="1777" y="12087"/>
                  </a:lnTo>
                  <a:lnTo>
                    <a:pt x="1506" y="11623"/>
                  </a:lnTo>
                  <a:lnTo>
                    <a:pt x="1275" y="11121"/>
                  </a:lnTo>
                  <a:lnTo>
                    <a:pt x="1043" y="10619"/>
                  </a:lnTo>
                  <a:lnTo>
                    <a:pt x="850" y="10117"/>
                  </a:lnTo>
                  <a:lnTo>
                    <a:pt x="734" y="9615"/>
                  </a:lnTo>
                  <a:lnTo>
                    <a:pt x="618" y="9113"/>
                  </a:lnTo>
                  <a:lnTo>
                    <a:pt x="541" y="8573"/>
                  </a:lnTo>
                  <a:lnTo>
                    <a:pt x="502" y="8032"/>
                  </a:lnTo>
                  <a:lnTo>
                    <a:pt x="502" y="7492"/>
                  </a:lnTo>
                  <a:lnTo>
                    <a:pt x="541" y="6951"/>
                  </a:lnTo>
                  <a:lnTo>
                    <a:pt x="618" y="6410"/>
                  </a:lnTo>
                  <a:lnTo>
                    <a:pt x="734" y="5870"/>
                  </a:lnTo>
                  <a:lnTo>
                    <a:pt x="927" y="5329"/>
                  </a:lnTo>
                  <a:lnTo>
                    <a:pt x="1197" y="4673"/>
                  </a:lnTo>
                  <a:lnTo>
                    <a:pt x="1506" y="4055"/>
                  </a:lnTo>
                  <a:lnTo>
                    <a:pt x="1892" y="3476"/>
                  </a:lnTo>
                  <a:lnTo>
                    <a:pt x="2356" y="2935"/>
                  </a:lnTo>
                  <a:lnTo>
                    <a:pt x="2819" y="2433"/>
                  </a:lnTo>
                  <a:lnTo>
                    <a:pt x="3360" y="2008"/>
                  </a:lnTo>
                  <a:lnTo>
                    <a:pt x="3900" y="1584"/>
                  </a:lnTo>
                  <a:lnTo>
                    <a:pt x="4518" y="1275"/>
                  </a:lnTo>
                  <a:close/>
                  <a:moveTo>
                    <a:pt x="3823" y="12975"/>
                  </a:moveTo>
                  <a:lnTo>
                    <a:pt x="4016" y="13052"/>
                  </a:lnTo>
                  <a:lnTo>
                    <a:pt x="4132" y="13168"/>
                  </a:lnTo>
                  <a:lnTo>
                    <a:pt x="4248" y="13284"/>
                  </a:lnTo>
                  <a:lnTo>
                    <a:pt x="4325" y="13438"/>
                  </a:lnTo>
                  <a:lnTo>
                    <a:pt x="4364" y="13631"/>
                  </a:lnTo>
                  <a:lnTo>
                    <a:pt x="4325" y="13786"/>
                  </a:lnTo>
                  <a:lnTo>
                    <a:pt x="4287" y="13940"/>
                  </a:lnTo>
                  <a:lnTo>
                    <a:pt x="4209" y="14095"/>
                  </a:lnTo>
                  <a:lnTo>
                    <a:pt x="3746" y="13824"/>
                  </a:lnTo>
                  <a:lnTo>
                    <a:pt x="3321" y="13477"/>
                  </a:lnTo>
                  <a:lnTo>
                    <a:pt x="3244" y="13438"/>
                  </a:lnTo>
                  <a:lnTo>
                    <a:pt x="3128" y="13438"/>
                  </a:lnTo>
                  <a:lnTo>
                    <a:pt x="3051" y="13477"/>
                  </a:lnTo>
                  <a:lnTo>
                    <a:pt x="2974" y="13515"/>
                  </a:lnTo>
                  <a:lnTo>
                    <a:pt x="3051" y="13361"/>
                  </a:lnTo>
                  <a:lnTo>
                    <a:pt x="3167" y="13245"/>
                  </a:lnTo>
                  <a:lnTo>
                    <a:pt x="3321" y="13129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9113" y="12859"/>
                  </a:moveTo>
                  <a:lnTo>
                    <a:pt x="9615" y="12898"/>
                  </a:lnTo>
                  <a:lnTo>
                    <a:pt x="10079" y="12975"/>
                  </a:lnTo>
                  <a:lnTo>
                    <a:pt x="10504" y="13014"/>
                  </a:lnTo>
                  <a:lnTo>
                    <a:pt x="11006" y="13129"/>
                  </a:lnTo>
                  <a:lnTo>
                    <a:pt x="11469" y="13245"/>
                  </a:lnTo>
                  <a:lnTo>
                    <a:pt x="11701" y="13361"/>
                  </a:lnTo>
                  <a:lnTo>
                    <a:pt x="11894" y="13477"/>
                  </a:lnTo>
                  <a:lnTo>
                    <a:pt x="11508" y="13786"/>
                  </a:lnTo>
                  <a:lnTo>
                    <a:pt x="11083" y="14017"/>
                  </a:lnTo>
                  <a:lnTo>
                    <a:pt x="10658" y="14249"/>
                  </a:lnTo>
                  <a:lnTo>
                    <a:pt x="10195" y="14442"/>
                  </a:lnTo>
                  <a:lnTo>
                    <a:pt x="9770" y="14635"/>
                  </a:lnTo>
                  <a:lnTo>
                    <a:pt x="9306" y="14751"/>
                  </a:lnTo>
                  <a:lnTo>
                    <a:pt x="8804" y="14867"/>
                  </a:lnTo>
                  <a:lnTo>
                    <a:pt x="8341" y="14944"/>
                  </a:lnTo>
                  <a:lnTo>
                    <a:pt x="7839" y="14983"/>
                  </a:lnTo>
                  <a:lnTo>
                    <a:pt x="7376" y="14983"/>
                  </a:lnTo>
                  <a:lnTo>
                    <a:pt x="6874" y="14944"/>
                  </a:lnTo>
                  <a:lnTo>
                    <a:pt x="6410" y="14867"/>
                  </a:lnTo>
                  <a:lnTo>
                    <a:pt x="5947" y="14790"/>
                  </a:lnTo>
                  <a:lnTo>
                    <a:pt x="5484" y="14674"/>
                  </a:lnTo>
                  <a:lnTo>
                    <a:pt x="5020" y="14481"/>
                  </a:lnTo>
                  <a:lnTo>
                    <a:pt x="4557" y="14288"/>
                  </a:lnTo>
                  <a:lnTo>
                    <a:pt x="4673" y="14017"/>
                  </a:lnTo>
                  <a:lnTo>
                    <a:pt x="4711" y="13747"/>
                  </a:lnTo>
                  <a:lnTo>
                    <a:pt x="4711" y="13593"/>
                  </a:lnTo>
                  <a:lnTo>
                    <a:pt x="5561" y="13322"/>
                  </a:lnTo>
                  <a:lnTo>
                    <a:pt x="6410" y="13091"/>
                  </a:lnTo>
                  <a:lnTo>
                    <a:pt x="7260" y="12936"/>
                  </a:lnTo>
                  <a:lnTo>
                    <a:pt x="8148" y="12859"/>
                  </a:lnTo>
                  <a:close/>
                  <a:moveTo>
                    <a:pt x="7569" y="0"/>
                  </a:moveTo>
                  <a:lnTo>
                    <a:pt x="6990" y="39"/>
                  </a:lnTo>
                  <a:lnTo>
                    <a:pt x="6410" y="116"/>
                  </a:lnTo>
                  <a:lnTo>
                    <a:pt x="5870" y="232"/>
                  </a:lnTo>
                  <a:lnTo>
                    <a:pt x="5291" y="386"/>
                  </a:lnTo>
                  <a:lnTo>
                    <a:pt x="4750" y="580"/>
                  </a:lnTo>
                  <a:lnTo>
                    <a:pt x="4248" y="811"/>
                  </a:lnTo>
                  <a:lnTo>
                    <a:pt x="3746" y="1120"/>
                  </a:lnTo>
                  <a:lnTo>
                    <a:pt x="3283" y="1429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1970" y="2588"/>
                  </a:lnTo>
                  <a:lnTo>
                    <a:pt x="1622" y="3012"/>
                  </a:lnTo>
                  <a:lnTo>
                    <a:pt x="1275" y="3514"/>
                  </a:lnTo>
                  <a:lnTo>
                    <a:pt x="966" y="4016"/>
                  </a:lnTo>
                  <a:lnTo>
                    <a:pt x="657" y="4595"/>
                  </a:lnTo>
                  <a:lnTo>
                    <a:pt x="425" y="5252"/>
                  </a:lnTo>
                  <a:lnTo>
                    <a:pt x="232" y="5908"/>
                  </a:lnTo>
                  <a:lnTo>
                    <a:pt x="116" y="6565"/>
                  </a:lnTo>
                  <a:lnTo>
                    <a:pt x="0" y="7221"/>
                  </a:lnTo>
                  <a:lnTo>
                    <a:pt x="0" y="7916"/>
                  </a:lnTo>
                  <a:lnTo>
                    <a:pt x="39" y="8611"/>
                  </a:lnTo>
                  <a:lnTo>
                    <a:pt x="116" y="9268"/>
                  </a:lnTo>
                  <a:lnTo>
                    <a:pt x="232" y="9924"/>
                  </a:lnTo>
                  <a:lnTo>
                    <a:pt x="425" y="10581"/>
                  </a:lnTo>
                  <a:lnTo>
                    <a:pt x="695" y="11237"/>
                  </a:lnTo>
                  <a:lnTo>
                    <a:pt x="966" y="11855"/>
                  </a:lnTo>
                  <a:lnTo>
                    <a:pt x="1313" y="12396"/>
                  </a:lnTo>
                  <a:lnTo>
                    <a:pt x="1738" y="12975"/>
                  </a:lnTo>
                  <a:lnTo>
                    <a:pt x="2201" y="13477"/>
                  </a:lnTo>
                  <a:lnTo>
                    <a:pt x="2703" y="13902"/>
                  </a:lnTo>
                  <a:lnTo>
                    <a:pt x="2742" y="13940"/>
                  </a:lnTo>
                  <a:lnTo>
                    <a:pt x="2819" y="13940"/>
                  </a:lnTo>
                  <a:lnTo>
                    <a:pt x="2896" y="13902"/>
                  </a:lnTo>
                  <a:lnTo>
                    <a:pt x="3167" y="14133"/>
                  </a:lnTo>
                  <a:lnTo>
                    <a:pt x="3437" y="14326"/>
                  </a:lnTo>
                  <a:lnTo>
                    <a:pt x="3785" y="14519"/>
                  </a:lnTo>
                  <a:lnTo>
                    <a:pt x="4093" y="14597"/>
                  </a:lnTo>
                  <a:lnTo>
                    <a:pt x="4518" y="14828"/>
                  </a:lnTo>
                  <a:lnTo>
                    <a:pt x="4943" y="14983"/>
                  </a:lnTo>
                  <a:lnTo>
                    <a:pt x="5406" y="15137"/>
                  </a:lnTo>
                  <a:lnTo>
                    <a:pt x="5870" y="15292"/>
                  </a:lnTo>
                  <a:lnTo>
                    <a:pt x="6333" y="15369"/>
                  </a:lnTo>
                  <a:lnTo>
                    <a:pt x="6797" y="15446"/>
                  </a:lnTo>
                  <a:lnTo>
                    <a:pt x="7260" y="15485"/>
                  </a:lnTo>
                  <a:lnTo>
                    <a:pt x="7723" y="15485"/>
                  </a:lnTo>
                  <a:lnTo>
                    <a:pt x="8225" y="15446"/>
                  </a:lnTo>
                  <a:lnTo>
                    <a:pt x="8689" y="15408"/>
                  </a:lnTo>
                  <a:lnTo>
                    <a:pt x="9152" y="15330"/>
                  </a:lnTo>
                  <a:lnTo>
                    <a:pt x="9615" y="15215"/>
                  </a:lnTo>
                  <a:lnTo>
                    <a:pt x="10079" y="15060"/>
                  </a:lnTo>
                  <a:lnTo>
                    <a:pt x="10504" y="14906"/>
                  </a:lnTo>
                  <a:lnTo>
                    <a:pt x="10928" y="14674"/>
                  </a:lnTo>
                  <a:lnTo>
                    <a:pt x="11353" y="14442"/>
                  </a:lnTo>
                  <a:lnTo>
                    <a:pt x="11855" y="14133"/>
                  </a:lnTo>
                  <a:lnTo>
                    <a:pt x="12318" y="13786"/>
                  </a:lnTo>
                  <a:lnTo>
                    <a:pt x="12705" y="13400"/>
                  </a:lnTo>
                  <a:lnTo>
                    <a:pt x="13091" y="12975"/>
                  </a:lnTo>
                  <a:lnTo>
                    <a:pt x="13438" y="12550"/>
                  </a:lnTo>
                  <a:lnTo>
                    <a:pt x="13747" y="12048"/>
                  </a:lnTo>
                  <a:lnTo>
                    <a:pt x="14056" y="11585"/>
                  </a:lnTo>
                  <a:lnTo>
                    <a:pt x="14288" y="11044"/>
                  </a:lnTo>
                  <a:lnTo>
                    <a:pt x="14481" y="10542"/>
                  </a:lnTo>
                  <a:lnTo>
                    <a:pt x="14674" y="10002"/>
                  </a:lnTo>
                  <a:lnTo>
                    <a:pt x="14790" y="9422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4983" y="7723"/>
                  </a:lnTo>
                  <a:lnTo>
                    <a:pt x="14983" y="7144"/>
                  </a:lnTo>
                  <a:lnTo>
                    <a:pt x="14906" y="6603"/>
                  </a:lnTo>
                  <a:lnTo>
                    <a:pt x="14828" y="5986"/>
                  </a:lnTo>
                  <a:lnTo>
                    <a:pt x="14674" y="5406"/>
                  </a:lnTo>
                  <a:lnTo>
                    <a:pt x="14481" y="4827"/>
                  </a:lnTo>
                  <a:lnTo>
                    <a:pt x="14249" y="4287"/>
                  </a:lnTo>
                  <a:lnTo>
                    <a:pt x="13979" y="3746"/>
                  </a:lnTo>
                  <a:lnTo>
                    <a:pt x="13631" y="3244"/>
                  </a:lnTo>
                  <a:lnTo>
                    <a:pt x="13284" y="2742"/>
                  </a:lnTo>
                  <a:lnTo>
                    <a:pt x="12898" y="2317"/>
                  </a:lnTo>
                  <a:lnTo>
                    <a:pt x="12512" y="1892"/>
                  </a:lnTo>
                  <a:lnTo>
                    <a:pt x="12048" y="1506"/>
                  </a:lnTo>
                  <a:lnTo>
                    <a:pt x="11546" y="1197"/>
                  </a:lnTo>
                  <a:lnTo>
                    <a:pt x="11044" y="888"/>
                  </a:lnTo>
                  <a:lnTo>
                    <a:pt x="10504" y="618"/>
                  </a:lnTo>
                  <a:lnTo>
                    <a:pt x="9963" y="386"/>
                  </a:lnTo>
                  <a:lnTo>
                    <a:pt x="9345" y="232"/>
                  </a:lnTo>
                  <a:lnTo>
                    <a:pt x="8766" y="116"/>
                  </a:lnTo>
                  <a:lnTo>
                    <a:pt x="8148" y="39"/>
                  </a:lnTo>
                  <a:lnTo>
                    <a:pt x="756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Google Shape;1502;p7"/>
            <p:cNvSpPr/>
            <p:nvPr/>
          </p:nvSpPr>
          <p:spPr>
            <a:xfrm>
              <a:off x="6509175" y="1566300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8" y="5870"/>
                  </a:lnTo>
                  <a:lnTo>
                    <a:pt x="7491" y="6024"/>
                  </a:lnTo>
                  <a:lnTo>
                    <a:pt x="7530" y="6140"/>
                  </a:lnTo>
                  <a:lnTo>
                    <a:pt x="7569" y="6256"/>
                  </a:lnTo>
                  <a:lnTo>
                    <a:pt x="7607" y="6372"/>
                  </a:lnTo>
                  <a:lnTo>
                    <a:pt x="7569" y="6488"/>
                  </a:lnTo>
                  <a:lnTo>
                    <a:pt x="7530" y="6565"/>
                  </a:lnTo>
                  <a:lnTo>
                    <a:pt x="7491" y="6681"/>
                  </a:lnTo>
                  <a:lnTo>
                    <a:pt x="7337" y="6796"/>
                  </a:lnTo>
                  <a:lnTo>
                    <a:pt x="7105" y="6912"/>
                  </a:lnTo>
                  <a:lnTo>
                    <a:pt x="6912" y="6912"/>
                  </a:lnTo>
                  <a:lnTo>
                    <a:pt x="6719" y="6835"/>
                  </a:lnTo>
                  <a:lnTo>
                    <a:pt x="6565" y="6681"/>
                  </a:lnTo>
                  <a:lnTo>
                    <a:pt x="6487" y="6488"/>
                  </a:lnTo>
                  <a:lnTo>
                    <a:pt x="6487" y="6294"/>
                  </a:lnTo>
                  <a:lnTo>
                    <a:pt x="6526" y="6101"/>
                  </a:lnTo>
                  <a:lnTo>
                    <a:pt x="6642" y="5908"/>
                  </a:lnTo>
                  <a:lnTo>
                    <a:pt x="6796" y="5754"/>
                  </a:lnTo>
                  <a:close/>
                  <a:moveTo>
                    <a:pt x="232" y="0"/>
                  </a:moveTo>
                  <a:lnTo>
                    <a:pt x="155" y="39"/>
                  </a:lnTo>
                  <a:lnTo>
                    <a:pt x="77" y="39"/>
                  </a:lnTo>
                  <a:lnTo>
                    <a:pt x="39" y="116"/>
                  </a:lnTo>
                  <a:lnTo>
                    <a:pt x="0" y="232"/>
                  </a:lnTo>
                  <a:lnTo>
                    <a:pt x="0" y="309"/>
                  </a:lnTo>
                  <a:lnTo>
                    <a:pt x="39" y="386"/>
                  </a:lnTo>
                  <a:lnTo>
                    <a:pt x="425" y="773"/>
                  </a:lnTo>
                  <a:lnTo>
                    <a:pt x="811" y="1120"/>
                  </a:lnTo>
                  <a:lnTo>
                    <a:pt x="1622" y="1777"/>
                  </a:lnTo>
                  <a:lnTo>
                    <a:pt x="3398" y="3205"/>
                  </a:lnTo>
                  <a:lnTo>
                    <a:pt x="4866" y="4441"/>
                  </a:lnTo>
                  <a:lnTo>
                    <a:pt x="5638" y="5020"/>
                  </a:lnTo>
                  <a:lnTo>
                    <a:pt x="6410" y="5599"/>
                  </a:lnTo>
                  <a:lnTo>
                    <a:pt x="6294" y="5677"/>
                  </a:lnTo>
                  <a:lnTo>
                    <a:pt x="6217" y="5792"/>
                  </a:lnTo>
                  <a:lnTo>
                    <a:pt x="6101" y="6101"/>
                  </a:lnTo>
                  <a:lnTo>
                    <a:pt x="6063" y="6410"/>
                  </a:lnTo>
                  <a:lnTo>
                    <a:pt x="6101" y="6681"/>
                  </a:lnTo>
                  <a:lnTo>
                    <a:pt x="6179" y="6835"/>
                  </a:lnTo>
                  <a:lnTo>
                    <a:pt x="6294" y="6990"/>
                  </a:lnTo>
                  <a:lnTo>
                    <a:pt x="6410" y="7144"/>
                  </a:lnTo>
                  <a:lnTo>
                    <a:pt x="6565" y="7221"/>
                  </a:lnTo>
                  <a:lnTo>
                    <a:pt x="6719" y="7298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8"/>
                  </a:lnTo>
                  <a:lnTo>
                    <a:pt x="7453" y="7260"/>
                  </a:lnTo>
                  <a:lnTo>
                    <a:pt x="7607" y="7144"/>
                  </a:lnTo>
                  <a:lnTo>
                    <a:pt x="7723" y="7028"/>
                  </a:lnTo>
                  <a:lnTo>
                    <a:pt x="7839" y="6912"/>
                  </a:lnTo>
                  <a:lnTo>
                    <a:pt x="7955" y="6758"/>
                  </a:lnTo>
                  <a:lnTo>
                    <a:pt x="7993" y="6565"/>
                  </a:lnTo>
                  <a:lnTo>
                    <a:pt x="8032" y="6410"/>
                  </a:lnTo>
                  <a:lnTo>
                    <a:pt x="8032" y="6217"/>
                  </a:lnTo>
                  <a:lnTo>
                    <a:pt x="7955" y="6024"/>
                  </a:lnTo>
                  <a:lnTo>
                    <a:pt x="7839" y="5870"/>
                  </a:lnTo>
                  <a:lnTo>
                    <a:pt x="7723" y="5715"/>
                  </a:lnTo>
                  <a:lnTo>
                    <a:pt x="7569" y="5599"/>
                  </a:lnTo>
                  <a:lnTo>
                    <a:pt x="7414" y="5522"/>
                  </a:lnTo>
                  <a:lnTo>
                    <a:pt x="7221" y="5445"/>
                  </a:lnTo>
                  <a:lnTo>
                    <a:pt x="7028" y="5445"/>
                  </a:lnTo>
                  <a:lnTo>
                    <a:pt x="6835" y="5484"/>
                  </a:lnTo>
                  <a:lnTo>
                    <a:pt x="6024" y="4711"/>
                  </a:lnTo>
                  <a:lnTo>
                    <a:pt x="5213" y="4016"/>
                  </a:lnTo>
                  <a:lnTo>
                    <a:pt x="3514" y="2626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4" y="309"/>
                  </a:lnTo>
                  <a:lnTo>
                    <a:pt x="309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Google Shape;1503;p7"/>
            <p:cNvSpPr/>
            <p:nvPr/>
          </p:nvSpPr>
          <p:spPr>
            <a:xfrm>
              <a:off x="2672775" y="1574975"/>
              <a:ext cx="84975" cy="94650"/>
            </a:xfrm>
            <a:custGeom>
              <a:avLst/>
              <a:gdLst/>
              <a:ahLst/>
              <a:cxnLst/>
              <a:rect l="l" t="t" r="r" b="b"/>
              <a:pathLst>
                <a:path w="3399" h="3786" extrusionOk="0">
                  <a:moveTo>
                    <a:pt x="78" y="1"/>
                  </a:moveTo>
                  <a:lnTo>
                    <a:pt x="1" y="78"/>
                  </a:lnTo>
                  <a:lnTo>
                    <a:pt x="1" y="117"/>
                  </a:lnTo>
                  <a:lnTo>
                    <a:pt x="348" y="889"/>
                  </a:lnTo>
                  <a:lnTo>
                    <a:pt x="812" y="1661"/>
                  </a:lnTo>
                  <a:lnTo>
                    <a:pt x="1275" y="2395"/>
                  </a:lnTo>
                  <a:lnTo>
                    <a:pt x="1738" y="3090"/>
                  </a:lnTo>
                  <a:lnTo>
                    <a:pt x="2009" y="3437"/>
                  </a:lnTo>
                  <a:lnTo>
                    <a:pt x="2202" y="3553"/>
                  </a:lnTo>
                  <a:lnTo>
                    <a:pt x="2395" y="3669"/>
                  </a:lnTo>
                  <a:lnTo>
                    <a:pt x="2588" y="3746"/>
                  </a:lnTo>
                  <a:lnTo>
                    <a:pt x="2781" y="3785"/>
                  </a:lnTo>
                  <a:lnTo>
                    <a:pt x="3013" y="3708"/>
                  </a:lnTo>
                  <a:lnTo>
                    <a:pt x="3206" y="3592"/>
                  </a:lnTo>
                  <a:lnTo>
                    <a:pt x="3322" y="3437"/>
                  </a:lnTo>
                  <a:lnTo>
                    <a:pt x="3399" y="3244"/>
                  </a:lnTo>
                  <a:lnTo>
                    <a:pt x="3399" y="3090"/>
                  </a:lnTo>
                  <a:lnTo>
                    <a:pt x="3399" y="2897"/>
                  </a:lnTo>
                  <a:lnTo>
                    <a:pt x="3360" y="2704"/>
                  </a:lnTo>
                  <a:lnTo>
                    <a:pt x="3283" y="2511"/>
                  </a:lnTo>
                  <a:lnTo>
                    <a:pt x="3128" y="2163"/>
                  </a:lnTo>
                  <a:lnTo>
                    <a:pt x="2935" y="2240"/>
                  </a:lnTo>
                  <a:lnTo>
                    <a:pt x="3051" y="2588"/>
                  </a:lnTo>
                  <a:lnTo>
                    <a:pt x="3090" y="2742"/>
                  </a:lnTo>
                  <a:lnTo>
                    <a:pt x="3128" y="2858"/>
                  </a:lnTo>
                  <a:lnTo>
                    <a:pt x="2897" y="3013"/>
                  </a:lnTo>
                  <a:lnTo>
                    <a:pt x="2665" y="3129"/>
                  </a:lnTo>
                  <a:lnTo>
                    <a:pt x="2511" y="3206"/>
                  </a:lnTo>
                  <a:lnTo>
                    <a:pt x="2318" y="3206"/>
                  </a:lnTo>
                  <a:lnTo>
                    <a:pt x="2202" y="3167"/>
                  </a:lnTo>
                  <a:lnTo>
                    <a:pt x="2047" y="3090"/>
                  </a:lnTo>
                  <a:lnTo>
                    <a:pt x="1931" y="2936"/>
                  </a:lnTo>
                  <a:lnTo>
                    <a:pt x="1854" y="2742"/>
                  </a:lnTo>
                  <a:lnTo>
                    <a:pt x="1700" y="2511"/>
                  </a:lnTo>
                  <a:lnTo>
                    <a:pt x="1082" y="1507"/>
                  </a:lnTo>
                  <a:lnTo>
                    <a:pt x="619" y="773"/>
                  </a:lnTo>
                  <a:lnTo>
                    <a:pt x="387" y="387"/>
                  </a:lnTo>
                  <a:lnTo>
                    <a:pt x="117" y="39"/>
                  </a:lnTo>
                  <a:lnTo>
                    <a:pt x="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Google Shape;1504;p7"/>
            <p:cNvSpPr/>
            <p:nvPr/>
          </p:nvSpPr>
          <p:spPr>
            <a:xfrm>
              <a:off x="4909550" y="1580775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8" y="5909"/>
                  </a:moveTo>
                  <a:lnTo>
                    <a:pt x="1082" y="5986"/>
                  </a:lnTo>
                  <a:lnTo>
                    <a:pt x="1236" y="6024"/>
                  </a:lnTo>
                  <a:lnTo>
                    <a:pt x="1390" y="6179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0" y="6797"/>
                  </a:lnTo>
                  <a:lnTo>
                    <a:pt x="1236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90"/>
                  </a:lnTo>
                  <a:lnTo>
                    <a:pt x="464" y="6835"/>
                  </a:lnTo>
                  <a:lnTo>
                    <a:pt x="425" y="6719"/>
                  </a:lnTo>
                  <a:lnTo>
                    <a:pt x="386" y="6642"/>
                  </a:lnTo>
                  <a:lnTo>
                    <a:pt x="348" y="6488"/>
                  </a:lnTo>
                  <a:lnTo>
                    <a:pt x="386" y="6372"/>
                  </a:lnTo>
                  <a:lnTo>
                    <a:pt x="425" y="6256"/>
                  </a:lnTo>
                  <a:lnTo>
                    <a:pt x="502" y="6179"/>
                  </a:lnTo>
                  <a:lnTo>
                    <a:pt x="695" y="6024"/>
                  </a:lnTo>
                  <a:lnTo>
                    <a:pt x="888" y="5909"/>
                  </a:lnTo>
                  <a:close/>
                  <a:moveTo>
                    <a:pt x="5908" y="0"/>
                  </a:moveTo>
                  <a:lnTo>
                    <a:pt x="5831" y="39"/>
                  </a:lnTo>
                  <a:lnTo>
                    <a:pt x="5522" y="309"/>
                  </a:lnTo>
                  <a:lnTo>
                    <a:pt x="5175" y="618"/>
                  </a:lnTo>
                  <a:lnTo>
                    <a:pt x="4596" y="1313"/>
                  </a:lnTo>
                  <a:lnTo>
                    <a:pt x="4016" y="2047"/>
                  </a:lnTo>
                  <a:lnTo>
                    <a:pt x="3437" y="2781"/>
                  </a:lnTo>
                  <a:lnTo>
                    <a:pt x="2279" y="4132"/>
                  </a:lnTo>
                  <a:lnTo>
                    <a:pt x="1738" y="4866"/>
                  </a:lnTo>
                  <a:lnTo>
                    <a:pt x="1197" y="5561"/>
                  </a:lnTo>
                  <a:lnTo>
                    <a:pt x="1043" y="5522"/>
                  </a:lnTo>
                  <a:lnTo>
                    <a:pt x="888" y="5522"/>
                  </a:lnTo>
                  <a:lnTo>
                    <a:pt x="773" y="5561"/>
                  </a:lnTo>
                  <a:lnTo>
                    <a:pt x="618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0" y="6333"/>
                  </a:lnTo>
                  <a:lnTo>
                    <a:pt x="0" y="6488"/>
                  </a:lnTo>
                  <a:lnTo>
                    <a:pt x="0" y="6604"/>
                  </a:lnTo>
                  <a:lnTo>
                    <a:pt x="39" y="6797"/>
                  </a:lnTo>
                  <a:lnTo>
                    <a:pt x="116" y="6990"/>
                  </a:lnTo>
                  <a:lnTo>
                    <a:pt x="193" y="7144"/>
                  </a:lnTo>
                  <a:lnTo>
                    <a:pt x="348" y="7260"/>
                  </a:lnTo>
                  <a:lnTo>
                    <a:pt x="502" y="7376"/>
                  </a:lnTo>
                  <a:lnTo>
                    <a:pt x="695" y="7453"/>
                  </a:lnTo>
                  <a:lnTo>
                    <a:pt x="1082" y="7453"/>
                  </a:lnTo>
                  <a:lnTo>
                    <a:pt x="1275" y="7415"/>
                  </a:lnTo>
                  <a:lnTo>
                    <a:pt x="1429" y="7299"/>
                  </a:lnTo>
                  <a:lnTo>
                    <a:pt x="1584" y="7183"/>
                  </a:lnTo>
                  <a:lnTo>
                    <a:pt x="1699" y="7067"/>
                  </a:lnTo>
                  <a:lnTo>
                    <a:pt x="1815" y="6874"/>
                  </a:lnTo>
                  <a:lnTo>
                    <a:pt x="1854" y="6681"/>
                  </a:lnTo>
                  <a:lnTo>
                    <a:pt x="1892" y="6526"/>
                  </a:lnTo>
                  <a:lnTo>
                    <a:pt x="1854" y="6333"/>
                  </a:lnTo>
                  <a:lnTo>
                    <a:pt x="1815" y="6179"/>
                  </a:lnTo>
                  <a:lnTo>
                    <a:pt x="1738" y="6024"/>
                  </a:lnTo>
                  <a:lnTo>
                    <a:pt x="1661" y="5909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2" y="4403"/>
                  </a:lnTo>
                  <a:lnTo>
                    <a:pt x="3939" y="3012"/>
                  </a:lnTo>
                  <a:lnTo>
                    <a:pt x="4480" y="2395"/>
                  </a:lnTo>
                  <a:lnTo>
                    <a:pt x="5098" y="1700"/>
                  </a:lnTo>
                  <a:lnTo>
                    <a:pt x="5638" y="1043"/>
                  </a:lnTo>
                  <a:lnTo>
                    <a:pt x="5908" y="657"/>
                  </a:lnTo>
                  <a:lnTo>
                    <a:pt x="6101" y="309"/>
                  </a:lnTo>
                  <a:lnTo>
                    <a:pt x="6140" y="194"/>
                  </a:lnTo>
                  <a:lnTo>
                    <a:pt x="6063" y="78"/>
                  </a:lnTo>
                  <a:lnTo>
                    <a:pt x="598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Google Shape;1505;p7"/>
            <p:cNvSpPr/>
            <p:nvPr/>
          </p:nvSpPr>
          <p:spPr>
            <a:xfrm>
              <a:off x="4655650" y="160877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4"/>
                  </a:lnTo>
                  <a:lnTo>
                    <a:pt x="7531" y="6140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1" y="6565"/>
                  </a:lnTo>
                  <a:lnTo>
                    <a:pt x="7492" y="6681"/>
                  </a:lnTo>
                  <a:lnTo>
                    <a:pt x="7337" y="6796"/>
                  </a:lnTo>
                  <a:lnTo>
                    <a:pt x="7106" y="6912"/>
                  </a:lnTo>
                  <a:lnTo>
                    <a:pt x="6913" y="6912"/>
                  </a:lnTo>
                  <a:lnTo>
                    <a:pt x="6720" y="6835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7" y="6101"/>
                  </a:lnTo>
                  <a:lnTo>
                    <a:pt x="6642" y="5908"/>
                  </a:lnTo>
                  <a:lnTo>
                    <a:pt x="6797" y="5754"/>
                  </a:lnTo>
                  <a:close/>
                  <a:moveTo>
                    <a:pt x="232" y="0"/>
                  </a:moveTo>
                  <a:lnTo>
                    <a:pt x="155" y="39"/>
                  </a:lnTo>
                  <a:lnTo>
                    <a:pt x="78" y="39"/>
                  </a:lnTo>
                  <a:lnTo>
                    <a:pt x="39" y="116"/>
                  </a:lnTo>
                  <a:lnTo>
                    <a:pt x="1" y="232"/>
                  </a:lnTo>
                  <a:lnTo>
                    <a:pt x="1" y="309"/>
                  </a:lnTo>
                  <a:lnTo>
                    <a:pt x="39" y="386"/>
                  </a:lnTo>
                  <a:lnTo>
                    <a:pt x="425" y="773"/>
                  </a:lnTo>
                  <a:lnTo>
                    <a:pt x="812" y="1120"/>
                  </a:lnTo>
                  <a:lnTo>
                    <a:pt x="1622" y="1777"/>
                  </a:lnTo>
                  <a:lnTo>
                    <a:pt x="3399" y="3205"/>
                  </a:lnTo>
                  <a:lnTo>
                    <a:pt x="4866" y="4441"/>
                  </a:lnTo>
                  <a:lnTo>
                    <a:pt x="5638" y="5020"/>
                  </a:lnTo>
                  <a:lnTo>
                    <a:pt x="6411" y="5599"/>
                  </a:lnTo>
                  <a:lnTo>
                    <a:pt x="6295" y="5677"/>
                  </a:lnTo>
                  <a:lnTo>
                    <a:pt x="6218" y="5793"/>
                  </a:lnTo>
                  <a:lnTo>
                    <a:pt x="6102" y="6101"/>
                  </a:lnTo>
                  <a:lnTo>
                    <a:pt x="6063" y="6410"/>
                  </a:lnTo>
                  <a:lnTo>
                    <a:pt x="6102" y="6681"/>
                  </a:lnTo>
                  <a:lnTo>
                    <a:pt x="6179" y="6835"/>
                  </a:lnTo>
                  <a:lnTo>
                    <a:pt x="6295" y="6990"/>
                  </a:lnTo>
                  <a:lnTo>
                    <a:pt x="6411" y="7144"/>
                  </a:lnTo>
                  <a:lnTo>
                    <a:pt x="6565" y="7221"/>
                  </a:lnTo>
                  <a:lnTo>
                    <a:pt x="6720" y="7298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8"/>
                  </a:lnTo>
                  <a:lnTo>
                    <a:pt x="7453" y="7260"/>
                  </a:lnTo>
                  <a:lnTo>
                    <a:pt x="7608" y="7144"/>
                  </a:lnTo>
                  <a:lnTo>
                    <a:pt x="7724" y="7028"/>
                  </a:lnTo>
                  <a:lnTo>
                    <a:pt x="7839" y="6912"/>
                  </a:lnTo>
                  <a:lnTo>
                    <a:pt x="7955" y="6758"/>
                  </a:lnTo>
                  <a:lnTo>
                    <a:pt x="7994" y="6565"/>
                  </a:lnTo>
                  <a:lnTo>
                    <a:pt x="8033" y="6410"/>
                  </a:lnTo>
                  <a:lnTo>
                    <a:pt x="8033" y="6217"/>
                  </a:lnTo>
                  <a:lnTo>
                    <a:pt x="7955" y="6024"/>
                  </a:lnTo>
                  <a:lnTo>
                    <a:pt x="7839" y="5870"/>
                  </a:lnTo>
                  <a:lnTo>
                    <a:pt x="7724" y="5715"/>
                  </a:lnTo>
                  <a:lnTo>
                    <a:pt x="7569" y="5599"/>
                  </a:lnTo>
                  <a:lnTo>
                    <a:pt x="7415" y="5522"/>
                  </a:lnTo>
                  <a:lnTo>
                    <a:pt x="7222" y="5445"/>
                  </a:lnTo>
                  <a:lnTo>
                    <a:pt x="7029" y="5445"/>
                  </a:lnTo>
                  <a:lnTo>
                    <a:pt x="6835" y="5484"/>
                  </a:lnTo>
                  <a:lnTo>
                    <a:pt x="6025" y="4711"/>
                  </a:lnTo>
                  <a:lnTo>
                    <a:pt x="5214" y="4016"/>
                  </a:lnTo>
                  <a:lnTo>
                    <a:pt x="3515" y="2626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4" y="309"/>
                  </a:lnTo>
                  <a:lnTo>
                    <a:pt x="310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Google Shape;1506;p7"/>
            <p:cNvSpPr/>
            <p:nvPr/>
          </p:nvSpPr>
          <p:spPr>
            <a:xfrm>
              <a:off x="781625" y="1619400"/>
              <a:ext cx="153500" cy="186325"/>
            </a:xfrm>
            <a:custGeom>
              <a:avLst/>
              <a:gdLst/>
              <a:ahLst/>
              <a:cxnLst/>
              <a:rect l="l" t="t" r="r" b="b"/>
              <a:pathLst>
                <a:path w="6140" h="7453" extrusionOk="0">
                  <a:moveTo>
                    <a:pt x="888" y="5908"/>
                  </a:moveTo>
                  <a:lnTo>
                    <a:pt x="1081" y="5985"/>
                  </a:lnTo>
                  <a:lnTo>
                    <a:pt x="1236" y="6024"/>
                  </a:lnTo>
                  <a:lnTo>
                    <a:pt x="1390" y="6178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0" y="6796"/>
                  </a:lnTo>
                  <a:lnTo>
                    <a:pt x="1236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89"/>
                  </a:lnTo>
                  <a:lnTo>
                    <a:pt x="464" y="6835"/>
                  </a:lnTo>
                  <a:lnTo>
                    <a:pt x="425" y="6719"/>
                  </a:lnTo>
                  <a:lnTo>
                    <a:pt x="386" y="6642"/>
                  </a:lnTo>
                  <a:lnTo>
                    <a:pt x="348" y="6487"/>
                  </a:lnTo>
                  <a:lnTo>
                    <a:pt x="386" y="6371"/>
                  </a:lnTo>
                  <a:lnTo>
                    <a:pt x="425" y="6256"/>
                  </a:lnTo>
                  <a:lnTo>
                    <a:pt x="502" y="6178"/>
                  </a:lnTo>
                  <a:lnTo>
                    <a:pt x="695" y="6024"/>
                  </a:lnTo>
                  <a:lnTo>
                    <a:pt x="888" y="5908"/>
                  </a:lnTo>
                  <a:close/>
                  <a:moveTo>
                    <a:pt x="5908" y="0"/>
                  </a:moveTo>
                  <a:lnTo>
                    <a:pt x="5831" y="39"/>
                  </a:lnTo>
                  <a:lnTo>
                    <a:pt x="5522" y="309"/>
                  </a:lnTo>
                  <a:lnTo>
                    <a:pt x="5175" y="618"/>
                  </a:lnTo>
                  <a:lnTo>
                    <a:pt x="4595" y="1313"/>
                  </a:lnTo>
                  <a:lnTo>
                    <a:pt x="4016" y="2047"/>
                  </a:lnTo>
                  <a:lnTo>
                    <a:pt x="3437" y="2780"/>
                  </a:lnTo>
                  <a:lnTo>
                    <a:pt x="2278" y="4132"/>
                  </a:lnTo>
                  <a:lnTo>
                    <a:pt x="1738" y="4866"/>
                  </a:lnTo>
                  <a:lnTo>
                    <a:pt x="1197" y="5561"/>
                  </a:lnTo>
                  <a:lnTo>
                    <a:pt x="1043" y="5522"/>
                  </a:lnTo>
                  <a:lnTo>
                    <a:pt x="888" y="5522"/>
                  </a:lnTo>
                  <a:lnTo>
                    <a:pt x="772" y="5561"/>
                  </a:lnTo>
                  <a:lnTo>
                    <a:pt x="618" y="5599"/>
                  </a:lnTo>
                  <a:lnTo>
                    <a:pt x="541" y="5676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0" y="6333"/>
                  </a:lnTo>
                  <a:lnTo>
                    <a:pt x="0" y="6487"/>
                  </a:lnTo>
                  <a:lnTo>
                    <a:pt x="0" y="6603"/>
                  </a:lnTo>
                  <a:lnTo>
                    <a:pt x="39" y="6796"/>
                  </a:lnTo>
                  <a:lnTo>
                    <a:pt x="116" y="6989"/>
                  </a:lnTo>
                  <a:lnTo>
                    <a:pt x="193" y="7144"/>
                  </a:lnTo>
                  <a:lnTo>
                    <a:pt x="348" y="7260"/>
                  </a:lnTo>
                  <a:lnTo>
                    <a:pt x="502" y="7375"/>
                  </a:lnTo>
                  <a:lnTo>
                    <a:pt x="695" y="7453"/>
                  </a:lnTo>
                  <a:lnTo>
                    <a:pt x="1081" y="7453"/>
                  </a:lnTo>
                  <a:lnTo>
                    <a:pt x="1274" y="7414"/>
                  </a:lnTo>
                  <a:lnTo>
                    <a:pt x="1429" y="7298"/>
                  </a:lnTo>
                  <a:lnTo>
                    <a:pt x="1583" y="7182"/>
                  </a:lnTo>
                  <a:lnTo>
                    <a:pt x="1699" y="7067"/>
                  </a:lnTo>
                  <a:lnTo>
                    <a:pt x="1815" y="6873"/>
                  </a:lnTo>
                  <a:lnTo>
                    <a:pt x="1854" y="6680"/>
                  </a:lnTo>
                  <a:lnTo>
                    <a:pt x="1892" y="6526"/>
                  </a:lnTo>
                  <a:lnTo>
                    <a:pt x="1854" y="6333"/>
                  </a:lnTo>
                  <a:lnTo>
                    <a:pt x="1815" y="6178"/>
                  </a:lnTo>
                  <a:lnTo>
                    <a:pt x="1738" y="6024"/>
                  </a:lnTo>
                  <a:lnTo>
                    <a:pt x="1661" y="5908"/>
                  </a:lnTo>
                  <a:lnTo>
                    <a:pt x="1545" y="5792"/>
                  </a:lnTo>
                  <a:lnTo>
                    <a:pt x="2163" y="5097"/>
                  </a:lnTo>
                  <a:lnTo>
                    <a:pt x="2742" y="4402"/>
                  </a:lnTo>
                  <a:lnTo>
                    <a:pt x="3939" y="3012"/>
                  </a:lnTo>
                  <a:lnTo>
                    <a:pt x="4479" y="2394"/>
                  </a:lnTo>
                  <a:lnTo>
                    <a:pt x="5097" y="1699"/>
                  </a:lnTo>
                  <a:lnTo>
                    <a:pt x="5638" y="1043"/>
                  </a:lnTo>
                  <a:lnTo>
                    <a:pt x="5908" y="657"/>
                  </a:lnTo>
                  <a:lnTo>
                    <a:pt x="6101" y="309"/>
                  </a:lnTo>
                  <a:lnTo>
                    <a:pt x="6140" y="193"/>
                  </a:lnTo>
                  <a:lnTo>
                    <a:pt x="6063" y="77"/>
                  </a:lnTo>
                  <a:lnTo>
                    <a:pt x="598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Google Shape;1507;p7"/>
            <p:cNvSpPr/>
            <p:nvPr/>
          </p:nvSpPr>
          <p:spPr>
            <a:xfrm>
              <a:off x="1926550" y="1629050"/>
              <a:ext cx="67600" cy="76275"/>
            </a:xfrm>
            <a:custGeom>
              <a:avLst/>
              <a:gdLst/>
              <a:ahLst/>
              <a:cxnLst/>
              <a:rect l="l" t="t" r="r" b="b"/>
              <a:pathLst>
                <a:path w="2704" h="3051" extrusionOk="0">
                  <a:moveTo>
                    <a:pt x="1159" y="425"/>
                  </a:moveTo>
                  <a:lnTo>
                    <a:pt x="1429" y="502"/>
                  </a:lnTo>
                  <a:lnTo>
                    <a:pt x="1661" y="618"/>
                  </a:lnTo>
                  <a:lnTo>
                    <a:pt x="1854" y="773"/>
                  </a:lnTo>
                  <a:lnTo>
                    <a:pt x="2008" y="966"/>
                  </a:lnTo>
                  <a:lnTo>
                    <a:pt x="2124" y="1120"/>
                  </a:lnTo>
                  <a:lnTo>
                    <a:pt x="2201" y="1313"/>
                  </a:lnTo>
                  <a:lnTo>
                    <a:pt x="2317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1" y="2394"/>
                  </a:lnTo>
                  <a:lnTo>
                    <a:pt x="2047" y="2278"/>
                  </a:lnTo>
                  <a:lnTo>
                    <a:pt x="1622" y="2047"/>
                  </a:lnTo>
                  <a:lnTo>
                    <a:pt x="1236" y="1892"/>
                  </a:lnTo>
                  <a:lnTo>
                    <a:pt x="1004" y="1776"/>
                  </a:lnTo>
                  <a:lnTo>
                    <a:pt x="811" y="1661"/>
                  </a:lnTo>
                  <a:lnTo>
                    <a:pt x="618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1"/>
                  </a:lnTo>
                  <a:lnTo>
                    <a:pt x="541" y="657"/>
                  </a:lnTo>
                  <a:lnTo>
                    <a:pt x="618" y="579"/>
                  </a:lnTo>
                  <a:lnTo>
                    <a:pt x="695" y="502"/>
                  </a:lnTo>
                  <a:lnTo>
                    <a:pt x="811" y="464"/>
                  </a:lnTo>
                  <a:lnTo>
                    <a:pt x="927" y="425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1"/>
                  </a:lnTo>
                  <a:lnTo>
                    <a:pt x="193" y="425"/>
                  </a:lnTo>
                  <a:lnTo>
                    <a:pt x="78" y="618"/>
                  </a:lnTo>
                  <a:lnTo>
                    <a:pt x="0" y="811"/>
                  </a:lnTo>
                  <a:lnTo>
                    <a:pt x="0" y="1004"/>
                  </a:lnTo>
                  <a:lnTo>
                    <a:pt x="0" y="1236"/>
                  </a:lnTo>
                  <a:lnTo>
                    <a:pt x="39" y="1429"/>
                  </a:lnTo>
                  <a:lnTo>
                    <a:pt x="155" y="1622"/>
                  </a:lnTo>
                  <a:lnTo>
                    <a:pt x="387" y="1854"/>
                  </a:lnTo>
                  <a:lnTo>
                    <a:pt x="618" y="2047"/>
                  </a:lnTo>
                  <a:lnTo>
                    <a:pt x="889" y="2201"/>
                  </a:lnTo>
                  <a:lnTo>
                    <a:pt x="1197" y="2317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8" y="2742"/>
                  </a:lnTo>
                  <a:lnTo>
                    <a:pt x="2201" y="2974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0" y="3012"/>
                  </a:lnTo>
                  <a:lnTo>
                    <a:pt x="2588" y="2974"/>
                  </a:lnTo>
                  <a:lnTo>
                    <a:pt x="2626" y="2896"/>
                  </a:lnTo>
                  <a:lnTo>
                    <a:pt x="2703" y="2317"/>
                  </a:lnTo>
                  <a:lnTo>
                    <a:pt x="2703" y="2008"/>
                  </a:lnTo>
                  <a:lnTo>
                    <a:pt x="2703" y="1699"/>
                  </a:lnTo>
                  <a:lnTo>
                    <a:pt x="2626" y="1429"/>
                  </a:lnTo>
                  <a:lnTo>
                    <a:pt x="2549" y="1120"/>
                  </a:lnTo>
                  <a:lnTo>
                    <a:pt x="2433" y="850"/>
                  </a:lnTo>
                  <a:lnTo>
                    <a:pt x="2279" y="579"/>
                  </a:lnTo>
                  <a:lnTo>
                    <a:pt x="2124" y="425"/>
                  </a:lnTo>
                  <a:lnTo>
                    <a:pt x="1931" y="271"/>
                  </a:lnTo>
                  <a:lnTo>
                    <a:pt x="1699" y="116"/>
                  </a:lnTo>
                  <a:lnTo>
                    <a:pt x="1506" y="39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Google Shape;1508;p7"/>
            <p:cNvSpPr/>
            <p:nvPr/>
          </p:nvSpPr>
          <p:spPr>
            <a:xfrm>
              <a:off x="3904600" y="1635800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0" y="194"/>
                  </a:lnTo>
                  <a:lnTo>
                    <a:pt x="2240" y="309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1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9" y="4866"/>
                  </a:lnTo>
                  <a:lnTo>
                    <a:pt x="888" y="4827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80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Google Shape;1509;p7"/>
            <p:cNvSpPr/>
            <p:nvPr/>
          </p:nvSpPr>
          <p:spPr>
            <a:xfrm>
              <a:off x="527725" y="164737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5"/>
                  </a:lnTo>
                  <a:lnTo>
                    <a:pt x="7530" y="6141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0" y="6565"/>
                  </a:lnTo>
                  <a:lnTo>
                    <a:pt x="7492" y="6681"/>
                  </a:lnTo>
                  <a:lnTo>
                    <a:pt x="7337" y="6797"/>
                  </a:lnTo>
                  <a:lnTo>
                    <a:pt x="7106" y="6913"/>
                  </a:lnTo>
                  <a:lnTo>
                    <a:pt x="6913" y="6913"/>
                  </a:lnTo>
                  <a:lnTo>
                    <a:pt x="6719" y="6836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6" y="6102"/>
                  </a:lnTo>
                  <a:lnTo>
                    <a:pt x="6642" y="5909"/>
                  </a:lnTo>
                  <a:lnTo>
                    <a:pt x="6797" y="5754"/>
                  </a:lnTo>
                  <a:close/>
                  <a:moveTo>
                    <a:pt x="232" y="1"/>
                  </a:moveTo>
                  <a:lnTo>
                    <a:pt x="155" y="40"/>
                  </a:lnTo>
                  <a:lnTo>
                    <a:pt x="78" y="40"/>
                  </a:lnTo>
                  <a:lnTo>
                    <a:pt x="39" y="117"/>
                  </a:lnTo>
                  <a:lnTo>
                    <a:pt x="0" y="233"/>
                  </a:lnTo>
                  <a:lnTo>
                    <a:pt x="0" y="310"/>
                  </a:lnTo>
                  <a:lnTo>
                    <a:pt x="39" y="387"/>
                  </a:lnTo>
                  <a:lnTo>
                    <a:pt x="425" y="773"/>
                  </a:lnTo>
                  <a:lnTo>
                    <a:pt x="811" y="1121"/>
                  </a:lnTo>
                  <a:lnTo>
                    <a:pt x="1622" y="1777"/>
                  </a:lnTo>
                  <a:lnTo>
                    <a:pt x="3399" y="3206"/>
                  </a:lnTo>
                  <a:lnTo>
                    <a:pt x="4866" y="4442"/>
                  </a:lnTo>
                  <a:lnTo>
                    <a:pt x="5638" y="5021"/>
                  </a:lnTo>
                  <a:lnTo>
                    <a:pt x="6411" y="5600"/>
                  </a:lnTo>
                  <a:lnTo>
                    <a:pt x="6295" y="5677"/>
                  </a:lnTo>
                  <a:lnTo>
                    <a:pt x="6217" y="5793"/>
                  </a:lnTo>
                  <a:lnTo>
                    <a:pt x="6102" y="6102"/>
                  </a:lnTo>
                  <a:lnTo>
                    <a:pt x="6063" y="6411"/>
                  </a:lnTo>
                  <a:lnTo>
                    <a:pt x="6102" y="6681"/>
                  </a:lnTo>
                  <a:lnTo>
                    <a:pt x="6179" y="6836"/>
                  </a:lnTo>
                  <a:lnTo>
                    <a:pt x="6295" y="6990"/>
                  </a:lnTo>
                  <a:lnTo>
                    <a:pt x="6411" y="7145"/>
                  </a:lnTo>
                  <a:lnTo>
                    <a:pt x="6565" y="7222"/>
                  </a:lnTo>
                  <a:lnTo>
                    <a:pt x="6719" y="7299"/>
                  </a:lnTo>
                  <a:lnTo>
                    <a:pt x="6874" y="7338"/>
                  </a:lnTo>
                  <a:lnTo>
                    <a:pt x="7067" y="7338"/>
                  </a:lnTo>
                  <a:lnTo>
                    <a:pt x="7260" y="7299"/>
                  </a:lnTo>
                  <a:lnTo>
                    <a:pt x="7453" y="7260"/>
                  </a:lnTo>
                  <a:lnTo>
                    <a:pt x="7608" y="7145"/>
                  </a:lnTo>
                  <a:lnTo>
                    <a:pt x="7723" y="7029"/>
                  </a:lnTo>
                  <a:lnTo>
                    <a:pt x="7839" y="6913"/>
                  </a:lnTo>
                  <a:lnTo>
                    <a:pt x="7955" y="6758"/>
                  </a:lnTo>
                  <a:lnTo>
                    <a:pt x="7994" y="6565"/>
                  </a:lnTo>
                  <a:lnTo>
                    <a:pt x="8032" y="6411"/>
                  </a:lnTo>
                  <a:lnTo>
                    <a:pt x="8032" y="6218"/>
                  </a:lnTo>
                  <a:lnTo>
                    <a:pt x="7955" y="6025"/>
                  </a:lnTo>
                  <a:lnTo>
                    <a:pt x="7839" y="5870"/>
                  </a:lnTo>
                  <a:lnTo>
                    <a:pt x="7723" y="5716"/>
                  </a:lnTo>
                  <a:lnTo>
                    <a:pt x="7569" y="5600"/>
                  </a:lnTo>
                  <a:lnTo>
                    <a:pt x="7415" y="5523"/>
                  </a:lnTo>
                  <a:lnTo>
                    <a:pt x="7221" y="5446"/>
                  </a:lnTo>
                  <a:lnTo>
                    <a:pt x="7028" y="5446"/>
                  </a:lnTo>
                  <a:lnTo>
                    <a:pt x="6835" y="5484"/>
                  </a:lnTo>
                  <a:lnTo>
                    <a:pt x="6024" y="4712"/>
                  </a:lnTo>
                  <a:lnTo>
                    <a:pt x="5213" y="4017"/>
                  </a:lnTo>
                  <a:lnTo>
                    <a:pt x="3514" y="2627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9"/>
                  </a:lnTo>
                  <a:lnTo>
                    <a:pt x="734" y="310"/>
                  </a:lnTo>
                  <a:lnTo>
                    <a:pt x="309" y="40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Google Shape;1510;p7"/>
            <p:cNvSpPr/>
            <p:nvPr/>
          </p:nvSpPr>
          <p:spPr>
            <a:xfrm>
              <a:off x="5813125" y="1664750"/>
              <a:ext cx="61825" cy="89825"/>
            </a:xfrm>
            <a:custGeom>
              <a:avLst/>
              <a:gdLst/>
              <a:ahLst/>
              <a:cxnLst/>
              <a:rect l="l" t="t" r="r" b="b"/>
              <a:pathLst>
                <a:path w="2473" h="3593" extrusionOk="0">
                  <a:moveTo>
                    <a:pt x="1082" y="1"/>
                  </a:moveTo>
                  <a:lnTo>
                    <a:pt x="1005" y="40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3"/>
                  </a:lnTo>
                  <a:lnTo>
                    <a:pt x="850" y="233"/>
                  </a:lnTo>
                  <a:lnTo>
                    <a:pt x="773" y="271"/>
                  </a:lnTo>
                  <a:lnTo>
                    <a:pt x="735" y="348"/>
                  </a:lnTo>
                  <a:lnTo>
                    <a:pt x="696" y="426"/>
                  </a:lnTo>
                  <a:lnTo>
                    <a:pt x="696" y="503"/>
                  </a:lnTo>
                  <a:lnTo>
                    <a:pt x="735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2"/>
                  </a:lnTo>
                  <a:lnTo>
                    <a:pt x="1275" y="928"/>
                  </a:lnTo>
                  <a:lnTo>
                    <a:pt x="1468" y="1082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2"/>
                  </a:lnTo>
                  <a:lnTo>
                    <a:pt x="1932" y="2163"/>
                  </a:lnTo>
                  <a:lnTo>
                    <a:pt x="1932" y="2434"/>
                  </a:lnTo>
                  <a:lnTo>
                    <a:pt x="1816" y="2743"/>
                  </a:lnTo>
                  <a:lnTo>
                    <a:pt x="1739" y="2858"/>
                  </a:lnTo>
                  <a:lnTo>
                    <a:pt x="1661" y="2974"/>
                  </a:lnTo>
                  <a:lnTo>
                    <a:pt x="1545" y="3052"/>
                  </a:lnTo>
                  <a:lnTo>
                    <a:pt x="1391" y="3129"/>
                  </a:lnTo>
                  <a:lnTo>
                    <a:pt x="1198" y="3129"/>
                  </a:lnTo>
                  <a:lnTo>
                    <a:pt x="1043" y="3090"/>
                  </a:lnTo>
                  <a:lnTo>
                    <a:pt x="928" y="3013"/>
                  </a:lnTo>
                  <a:lnTo>
                    <a:pt x="850" y="2897"/>
                  </a:lnTo>
                  <a:lnTo>
                    <a:pt x="812" y="2743"/>
                  </a:lnTo>
                  <a:lnTo>
                    <a:pt x="850" y="2588"/>
                  </a:lnTo>
                  <a:lnTo>
                    <a:pt x="928" y="2434"/>
                  </a:lnTo>
                  <a:lnTo>
                    <a:pt x="1043" y="2318"/>
                  </a:lnTo>
                  <a:lnTo>
                    <a:pt x="1159" y="2241"/>
                  </a:lnTo>
                  <a:lnTo>
                    <a:pt x="1159" y="2125"/>
                  </a:lnTo>
                  <a:lnTo>
                    <a:pt x="1121" y="2009"/>
                  </a:lnTo>
                  <a:lnTo>
                    <a:pt x="1043" y="1932"/>
                  </a:lnTo>
                  <a:lnTo>
                    <a:pt x="657" y="1623"/>
                  </a:lnTo>
                  <a:lnTo>
                    <a:pt x="426" y="1468"/>
                  </a:lnTo>
                  <a:lnTo>
                    <a:pt x="194" y="1314"/>
                  </a:lnTo>
                  <a:lnTo>
                    <a:pt x="1" y="1623"/>
                  </a:lnTo>
                  <a:lnTo>
                    <a:pt x="271" y="1893"/>
                  </a:lnTo>
                  <a:lnTo>
                    <a:pt x="580" y="2125"/>
                  </a:lnTo>
                  <a:lnTo>
                    <a:pt x="426" y="2356"/>
                  </a:lnTo>
                  <a:lnTo>
                    <a:pt x="348" y="2627"/>
                  </a:lnTo>
                  <a:lnTo>
                    <a:pt x="310" y="2897"/>
                  </a:lnTo>
                  <a:lnTo>
                    <a:pt x="348" y="3052"/>
                  </a:lnTo>
                  <a:lnTo>
                    <a:pt x="426" y="3167"/>
                  </a:lnTo>
                  <a:lnTo>
                    <a:pt x="541" y="3322"/>
                  </a:lnTo>
                  <a:lnTo>
                    <a:pt x="696" y="3476"/>
                  </a:lnTo>
                  <a:lnTo>
                    <a:pt x="889" y="3554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4"/>
                  </a:lnTo>
                  <a:lnTo>
                    <a:pt x="1700" y="3515"/>
                  </a:lnTo>
                  <a:lnTo>
                    <a:pt x="1854" y="3399"/>
                  </a:lnTo>
                  <a:lnTo>
                    <a:pt x="2047" y="3245"/>
                  </a:lnTo>
                  <a:lnTo>
                    <a:pt x="2202" y="3052"/>
                  </a:lnTo>
                  <a:lnTo>
                    <a:pt x="2318" y="2858"/>
                  </a:lnTo>
                  <a:lnTo>
                    <a:pt x="2395" y="2665"/>
                  </a:lnTo>
                  <a:lnTo>
                    <a:pt x="2434" y="2472"/>
                  </a:lnTo>
                  <a:lnTo>
                    <a:pt x="2472" y="2241"/>
                  </a:lnTo>
                  <a:lnTo>
                    <a:pt x="2434" y="2009"/>
                  </a:lnTo>
                  <a:lnTo>
                    <a:pt x="2395" y="1816"/>
                  </a:lnTo>
                  <a:lnTo>
                    <a:pt x="2318" y="1584"/>
                  </a:lnTo>
                  <a:lnTo>
                    <a:pt x="2202" y="1391"/>
                  </a:lnTo>
                  <a:lnTo>
                    <a:pt x="1970" y="1005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Google Shape;1511;p7"/>
            <p:cNvSpPr/>
            <p:nvPr/>
          </p:nvSpPr>
          <p:spPr>
            <a:xfrm>
              <a:off x="4153650" y="167055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2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40" y="232"/>
                  </a:lnTo>
                  <a:lnTo>
                    <a:pt x="1" y="271"/>
                  </a:lnTo>
                  <a:lnTo>
                    <a:pt x="40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4" y="232"/>
                  </a:lnTo>
                  <a:lnTo>
                    <a:pt x="1005" y="155"/>
                  </a:lnTo>
                  <a:lnTo>
                    <a:pt x="966" y="116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Google Shape;1512;p7"/>
            <p:cNvSpPr/>
            <p:nvPr/>
          </p:nvSpPr>
          <p:spPr>
            <a:xfrm>
              <a:off x="4055200" y="1676350"/>
              <a:ext cx="21250" cy="8700"/>
            </a:xfrm>
            <a:custGeom>
              <a:avLst/>
              <a:gdLst/>
              <a:ahLst/>
              <a:cxnLst/>
              <a:rect l="l" t="t" r="r" b="b"/>
              <a:pathLst>
                <a:path w="850" h="348" extrusionOk="0">
                  <a:moveTo>
                    <a:pt x="425" y="0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0" y="193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3"/>
                  </a:lnTo>
                  <a:lnTo>
                    <a:pt x="811" y="78"/>
                  </a:lnTo>
                  <a:lnTo>
                    <a:pt x="73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Google Shape;1513;p7"/>
            <p:cNvSpPr/>
            <p:nvPr/>
          </p:nvSpPr>
          <p:spPr>
            <a:xfrm>
              <a:off x="5417325" y="168890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1" y="232"/>
                  </a:lnTo>
                  <a:lnTo>
                    <a:pt x="503" y="966"/>
                  </a:lnTo>
                  <a:lnTo>
                    <a:pt x="1043" y="1622"/>
                  </a:lnTo>
                  <a:lnTo>
                    <a:pt x="1700" y="2279"/>
                  </a:lnTo>
                  <a:lnTo>
                    <a:pt x="2356" y="2858"/>
                  </a:lnTo>
                  <a:lnTo>
                    <a:pt x="3090" y="3398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5" y="4982"/>
                  </a:lnTo>
                  <a:lnTo>
                    <a:pt x="8998" y="4943"/>
                  </a:lnTo>
                  <a:lnTo>
                    <a:pt x="9423" y="4866"/>
                  </a:lnTo>
                  <a:lnTo>
                    <a:pt x="9848" y="4789"/>
                  </a:lnTo>
                  <a:lnTo>
                    <a:pt x="10272" y="4673"/>
                  </a:lnTo>
                  <a:lnTo>
                    <a:pt x="10658" y="4518"/>
                  </a:lnTo>
                  <a:lnTo>
                    <a:pt x="11083" y="4325"/>
                  </a:lnTo>
                  <a:lnTo>
                    <a:pt x="11469" y="4132"/>
                  </a:lnTo>
                  <a:lnTo>
                    <a:pt x="11856" y="3862"/>
                  </a:lnTo>
                  <a:lnTo>
                    <a:pt x="12242" y="3591"/>
                  </a:lnTo>
                  <a:lnTo>
                    <a:pt x="12319" y="3553"/>
                  </a:lnTo>
                  <a:lnTo>
                    <a:pt x="12435" y="3205"/>
                  </a:lnTo>
                  <a:lnTo>
                    <a:pt x="12358" y="3167"/>
                  </a:lnTo>
                  <a:lnTo>
                    <a:pt x="12280" y="3205"/>
                  </a:lnTo>
                  <a:lnTo>
                    <a:pt x="12203" y="3128"/>
                  </a:lnTo>
                  <a:lnTo>
                    <a:pt x="12010" y="3128"/>
                  </a:lnTo>
                  <a:lnTo>
                    <a:pt x="11933" y="3205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6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2" y="4480"/>
                  </a:lnTo>
                  <a:lnTo>
                    <a:pt x="7917" y="4480"/>
                  </a:lnTo>
                  <a:lnTo>
                    <a:pt x="7492" y="4441"/>
                  </a:lnTo>
                  <a:lnTo>
                    <a:pt x="7067" y="4402"/>
                  </a:lnTo>
                  <a:lnTo>
                    <a:pt x="6643" y="4364"/>
                  </a:lnTo>
                  <a:lnTo>
                    <a:pt x="6218" y="4248"/>
                  </a:lnTo>
                  <a:lnTo>
                    <a:pt x="5793" y="4171"/>
                  </a:lnTo>
                  <a:lnTo>
                    <a:pt x="5368" y="4016"/>
                  </a:lnTo>
                  <a:lnTo>
                    <a:pt x="4596" y="3707"/>
                  </a:lnTo>
                  <a:lnTo>
                    <a:pt x="3901" y="3283"/>
                  </a:lnTo>
                  <a:lnTo>
                    <a:pt x="3206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Google Shape;1514;p7"/>
            <p:cNvSpPr/>
            <p:nvPr/>
          </p:nvSpPr>
          <p:spPr>
            <a:xfrm>
              <a:off x="5725275" y="1695650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1"/>
                  </a:moveTo>
                  <a:lnTo>
                    <a:pt x="3360" y="78"/>
                  </a:lnTo>
                  <a:lnTo>
                    <a:pt x="3245" y="78"/>
                  </a:lnTo>
                  <a:lnTo>
                    <a:pt x="3013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4" y="1931"/>
                  </a:lnTo>
                  <a:lnTo>
                    <a:pt x="1082" y="2009"/>
                  </a:lnTo>
                  <a:lnTo>
                    <a:pt x="1121" y="2086"/>
                  </a:lnTo>
                  <a:lnTo>
                    <a:pt x="1005" y="2086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2" y="2240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8" y="2588"/>
                  </a:lnTo>
                  <a:lnTo>
                    <a:pt x="1430" y="2704"/>
                  </a:lnTo>
                  <a:lnTo>
                    <a:pt x="1623" y="2820"/>
                  </a:lnTo>
                  <a:lnTo>
                    <a:pt x="1816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5" y="3630"/>
                  </a:lnTo>
                  <a:lnTo>
                    <a:pt x="2125" y="3901"/>
                  </a:lnTo>
                  <a:lnTo>
                    <a:pt x="2086" y="4094"/>
                  </a:lnTo>
                  <a:lnTo>
                    <a:pt x="2009" y="4325"/>
                  </a:lnTo>
                  <a:lnTo>
                    <a:pt x="1893" y="4519"/>
                  </a:lnTo>
                  <a:lnTo>
                    <a:pt x="1739" y="4712"/>
                  </a:lnTo>
                  <a:lnTo>
                    <a:pt x="1545" y="4827"/>
                  </a:lnTo>
                  <a:lnTo>
                    <a:pt x="1314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6"/>
                  </a:lnTo>
                  <a:lnTo>
                    <a:pt x="657" y="4441"/>
                  </a:lnTo>
                  <a:lnTo>
                    <a:pt x="735" y="4287"/>
                  </a:lnTo>
                  <a:lnTo>
                    <a:pt x="812" y="4210"/>
                  </a:lnTo>
                  <a:lnTo>
                    <a:pt x="889" y="4132"/>
                  </a:lnTo>
                  <a:lnTo>
                    <a:pt x="966" y="4094"/>
                  </a:lnTo>
                  <a:lnTo>
                    <a:pt x="1121" y="4094"/>
                  </a:lnTo>
                  <a:lnTo>
                    <a:pt x="1237" y="4017"/>
                  </a:lnTo>
                  <a:lnTo>
                    <a:pt x="1314" y="3901"/>
                  </a:lnTo>
                  <a:lnTo>
                    <a:pt x="1314" y="3785"/>
                  </a:lnTo>
                  <a:lnTo>
                    <a:pt x="1275" y="3708"/>
                  </a:lnTo>
                  <a:lnTo>
                    <a:pt x="1198" y="3669"/>
                  </a:lnTo>
                  <a:lnTo>
                    <a:pt x="117" y="2935"/>
                  </a:lnTo>
                  <a:lnTo>
                    <a:pt x="1" y="3283"/>
                  </a:lnTo>
                  <a:lnTo>
                    <a:pt x="657" y="3785"/>
                  </a:lnTo>
                  <a:lnTo>
                    <a:pt x="503" y="3862"/>
                  </a:lnTo>
                  <a:lnTo>
                    <a:pt x="387" y="3978"/>
                  </a:lnTo>
                  <a:lnTo>
                    <a:pt x="310" y="4094"/>
                  </a:lnTo>
                  <a:lnTo>
                    <a:pt x="233" y="4248"/>
                  </a:lnTo>
                  <a:lnTo>
                    <a:pt x="194" y="4403"/>
                  </a:lnTo>
                  <a:lnTo>
                    <a:pt x="194" y="4557"/>
                  </a:lnTo>
                  <a:lnTo>
                    <a:pt x="194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2" y="5252"/>
                  </a:lnTo>
                  <a:lnTo>
                    <a:pt x="735" y="5368"/>
                  </a:lnTo>
                  <a:lnTo>
                    <a:pt x="966" y="5407"/>
                  </a:lnTo>
                  <a:lnTo>
                    <a:pt x="1198" y="5407"/>
                  </a:lnTo>
                  <a:lnTo>
                    <a:pt x="1430" y="5368"/>
                  </a:lnTo>
                  <a:lnTo>
                    <a:pt x="1623" y="5329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1" y="4827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6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472"/>
                  </a:lnTo>
                  <a:lnTo>
                    <a:pt x="1739" y="2356"/>
                  </a:lnTo>
                  <a:lnTo>
                    <a:pt x="1507" y="2202"/>
                  </a:lnTo>
                  <a:lnTo>
                    <a:pt x="1275" y="2124"/>
                  </a:lnTo>
                  <a:lnTo>
                    <a:pt x="1623" y="1970"/>
                  </a:lnTo>
                  <a:lnTo>
                    <a:pt x="1932" y="1816"/>
                  </a:lnTo>
                  <a:lnTo>
                    <a:pt x="2241" y="1622"/>
                  </a:lnTo>
                  <a:lnTo>
                    <a:pt x="2549" y="1391"/>
                  </a:lnTo>
                  <a:lnTo>
                    <a:pt x="2820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8" y="541"/>
                  </a:lnTo>
                  <a:lnTo>
                    <a:pt x="3515" y="387"/>
                  </a:lnTo>
                  <a:lnTo>
                    <a:pt x="3708" y="78"/>
                  </a:lnTo>
                  <a:lnTo>
                    <a:pt x="351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Google Shape;1515;p7"/>
            <p:cNvSpPr/>
            <p:nvPr/>
          </p:nvSpPr>
          <p:spPr>
            <a:xfrm>
              <a:off x="1994125" y="1698550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313" y="387"/>
                  </a:moveTo>
                  <a:lnTo>
                    <a:pt x="1506" y="464"/>
                  </a:lnTo>
                  <a:lnTo>
                    <a:pt x="1661" y="580"/>
                  </a:lnTo>
                  <a:lnTo>
                    <a:pt x="1777" y="734"/>
                  </a:lnTo>
                  <a:lnTo>
                    <a:pt x="1777" y="889"/>
                  </a:lnTo>
                  <a:lnTo>
                    <a:pt x="1777" y="927"/>
                  </a:lnTo>
                  <a:lnTo>
                    <a:pt x="1738" y="1004"/>
                  </a:lnTo>
                  <a:lnTo>
                    <a:pt x="1661" y="1043"/>
                  </a:lnTo>
                  <a:lnTo>
                    <a:pt x="1584" y="1082"/>
                  </a:lnTo>
                  <a:lnTo>
                    <a:pt x="1275" y="1120"/>
                  </a:lnTo>
                  <a:lnTo>
                    <a:pt x="927" y="1120"/>
                  </a:lnTo>
                  <a:lnTo>
                    <a:pt x="618" y="1159"/>
                  </a:lnTo>
                  <a:lnTo>
                    <a:pt x="464" y="1198"/>
                  </a:lnTo>
                  <a:lnTo>
                    <a:pt x="348" y="1275"/>
                  </a:lnTo>
                  <a:lnTo>
                    <a:pt x="348" y="1120"/>
                  </a:lnTo>
                  <a:lnTo>
                    <a:pt x="348" y="1004"/>
                  </a:lnTo>
                  <a:lnTo>
                    <a:pt x="387" y="850"/>
                  </a:lnTo>
                  <a:lnTo>
                    <a:pt x="464" y="734"/>
                  </a:lnTo>
                  <a:lnTo>
                    <a:pt x="580" y="618"/>
                  </a:lnTo>
                  <a:lnTo>
                    <a:pt x="657" y="502"/>
                  </a:lnTo>
                  <a:lnTo>
                    <a:pt x="811" y="425"/>
                  </a:lnTo>
                  <a:lnTo>
                    <a:pt x="966" y="387"/>
                  </a:lnTo>
                  <a:close/>
                  <a:moveTo>
                    <a:pt x="1004" y="0"/>
                  </a:moveTo>
                  <a:lnTo>
                    <a:pt x="811" y="39"/>
                  </a:lnTo>
                  <a:lnTo>
                    <a:pt x="618" y="116"/>
                  </a:lnTo>
                  <a:lnTo>
                    <a:pt x="425" y="232"/>
                  </a:lnTo>
                  <a:lnTo>
                    <a:pt x="271" y="348"/>
                  </a:lnTo>
                  <a:lnTo>
                    <a:pt x="155" y="502"/>
                  </a:lnTo>
                  <a:lnTo>
                    <a:pt x="78" y="696"/>
                  </a:lnTo>
                  <a:lnTo>
                    <a:pt x="39" y="889"/>
                  </a:lnTo>
                  <a:lnTo>
                    <a:pt x="0" y="1082"/>
                  </a:lnTo>
                  <a:lnTo>
                    <a:pt x="0" y="1275"/>
                  </a:lnTo>
                  <a:lnTo>
                    <a:pt x="39" y="1429"/>
                  </a:lnTo>
                  <a:lnTo>
                    <a:pt x="116" y="1622"/>
                  </a:lnTo>
                  <a:lnTo>
                    <a:pt x="155" y="1738"/>
                  </a:lnTo>
                  <a:lnTo>
                    <a:pt x="232" y="1777"/>
                  </a:lnTo>
                  <a:lnTo>
                    <a:pt x="348" y="1815"/>
                  </a:lnTo>
                  <a:lnTo>
                    <a:pt x="425" y="1738"/>
                  </a:lnTo>
                  <a:lnTo>
                    <a:pt x="580" y="1622"/>
                  </a:lnTo>
                  <a:lnTo>
                    <a:pt x="696" y="1545"/>
                  </a:lnTo>
                  <a:lnTo>
                    <a:pt x="889" y="1506"/>
                  </a:lnTo>
                  <a:lnTo>
                    <a:pt x="1429" y="1506"/>
                  </a:lnTo>
                  <a:lnTo>
                    <a:pt x="1584" y="1468"/>
                  </a:lnTo>
                  <a:lnTo>
                    <a:pt x="1777" y="1429"/>
                  </a:lnTo>
                  <a:lnTo>
                    <a:pt x="1931" y="1352"/>
                  </a:lnTo>
                  <a:lnTo>
                    <a:pt x="2047" y="1236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8"/>
                  </a:lnTo>
                  <a:lnTo>
                    <a:pt x="2086" y="464"/>
                  </a:lnTo>
                  <a:lnTo>
                    <a:pt x="1970" y="309"/>
                  </a:lnTo>
                  <a:lnTo>
                    <a:pt x="1815" y="194"/>
                  </a:lnTo>
                  <a:lnTo>
                    <a:pt x="1622" y="78"/>
                  </a:lnTo>
                  <a:lnTo>
                    <a:pt x="142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Google Shape;1516;p7"/>
            <p:cNvSpPr/>
            <p:nvPr/>
          </p:nvSpPr>
          <p:spPr>
            <a:xfrm>
              <a:off x="3947075" y="171690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90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90" y="2471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86" y="3244"/>
                  </a:lnTo>
                  <a:lnTo>
                    <a:pt x="1777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3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79"/>
                  </a:lnTo>
                  <a:lnTo>
                    <a:pt x="1584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7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2" y="270"/>
                  </a:lnTo>
                  <a:lnTo>
                    <a:pt x="850" y="386"/>
                  </a:lnTo>
                  <a:lnTo>
                    <a:pt x="618" y="579"/>
                  </a:lnTo>
                  <a:lnTo>
                    <a:pt x="425" y="772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8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1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6" y="2780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3"/>
                  </a:lnTo>
                  <a:lnTo>
                    <a:pt x="3669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7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Google Shape;1517;p7"/>
            <p:cNvSpPr/>
            <p:nvPr/>
          </p:nvSpPr>
          <p:spPr>
            <a:xfrm>
              <a:off x="2585900" y="1732325"/>
              <a:ext cx="305075" cy="236550"/>
            </a:xfrm>
            <a:custGeom>
              <a:avLst/>
              <a:gdLst/>
              <a:ahLst/>
              <a:cxnLst/>
              <a:rect l="l" t="t" r="r" b="b"/>
              <a:pathLst>
                <a:path w="12203" h="9462" extrusionOk="0">
                  <a:moveTo>
                    <a:pt x="5329" y="349"/>
                  </a:moveTo>
                  <a:lnTo>
                    <a:pt x="5522" y="426"/>
                  </a:lnTo>
                  <a:lnTo>
                    <a:pt x="5600" y="426"/>
                  </a:lnTo>
                  <a:lnTo>
                    <a:pt x="5831" y="657"/>
                  </a:lnTo>
                  <a:lnTo>
                    <a:pt x="5986" y="889"/>
                  </a:lnTo>
                  <a:lnTo>
                    <a:pt x="6063" y="1198"/>
                  </a:lnTo>
                  <a:lnTo>
                    <a:pt x="6102" y="1468"/>
                  </a:lnTo>
                  <a:lnTo>
                    <a:pt x="6140" y="1777"/>
                  </a:lnTo>
                  <a:lnTo>
                    <a:pt x="6102" y="2086"/>
                  </a:lnTo>
                  <a:lnTo>
                    <a:pt x="6024" y="2704"/>
                  </a:lnTo>
                  <a:lnTo>
                    <a:pt x="5715" y="4866"/>
                  </a:lnTo>
                  <a:lnTo>
                    <a:pt x="5715" y="4905"/>
                  </a:lnTo>
                  <a:lnTo>
                    <a:pt x="5561" y="4982"/>
                  </a:lnTo>
                  <a:lnTo>
                    <a:pt x="5291" y="4017"/>
                  </a:lnTo>
                  <a:lnTo>
                    <a:pt x="5020" y="3090"/>
                  </a:lnTo>
                  <a:lnTo>
                    <a:pt x="4750" y="1970"/>
                  </a:lnTo>
                  <a:lnTo>
                    <a:pt x="4673" y="1468"/>
                  </a:lnTo>
                  <a:lnTo>
                    <a:pt x="4673" y="1159"/>
                  </a:lnTo>
                  <a:lnTo>
                    <a:pt x="4673" y="851"/>
                  </a:lnTo>
                  <a:lnTo>
                    <a:pt x="4750" y="619"/>
                  </a:lnTo>
                  <a:lnTo>
                    <a:pt x="4827" y="503"/>
                  </a:lnTo>
                  <a:lnTo>
                    <a:pt x="4904" y="426"/>
                  </a:lnTo>
                  <a:lnTo>
                    <a:pt x="5020" y="349"/>
                  </a:lnTo>
                  <a:close/>
                  <a:moveTo>
                    <a:pt x="11199" y="3515"/>
                  </a:moveTo>
                  <a:lnTo>
                    <a:pt x="11315" y="3554"/>
                  </a:lnTo>
                  <a:lnTo>
                    <a:pt x="11392" y="3592"/>
                  </a:lnTo>
                  <a:lnTo>
                    <a:pt x="11508" y="3708"/>
                  </a:lnTo>
                  <a:lnTo>
                    <a:pt x="11585" y="3824"/>
                  </a:lnTo>
                  <a:lnTo>
                    <a:pt x="11701" y="4133"/>
                  </a:lnTo>
                  <a:lnTo>
                    <a:pt x="11585" y="4287"/>
                  </a:lnTo>
                  <a:lnTo>
                    <a:pt x="11430" y="4403"/>
                  </a:lnTo>
                  <a:lnTo>
                    <a:pt x="11237" y="4519"/>
                  </a:lnTo>
                  <a:lnTo>
                    <a:pt x="11044" y="4596"/>
                  </a:lnTo>
                  <a:lnTo>
                    <a:pt x="10581" y="4751"/>
                  </a:lnTo>
                  <a:lnTo>
                    <a:pt x="10195" y="4866"/>
                  </a:lnTo>
                  <a:lnTo>
                    <a:pt x="9422" y="5021"/>
                  </a:lnTo>
                  <a:lnTo>
                    <a:pt x="8650" y="5137"/>
                  </a:lnTo>
                  <a:lnTo>
                    <a:pt x="7994" y="5175"/>
                  </a:lnTo>
                  <a:lnTo>
                    <a:pt x="7376" y="5175"/>
                  </a:lnTo>
                  <a:lnTo>
                    <a:pt x="6102" y="5137"/>
                  </a:lnTo>
                  <a:lnTo>
                    <a:pt x="7260" y="4673"/>
                  </a:lnTo>
                  <a:lnTo>
                    <a:pt x="8418" y="4249"/>
                  </a:lnTo>
                  <a:lnTo>
                    <a:pt x="9075" y="4017"/>
                  </a:lnTo>
                  <a:lnTo>
                    <a:pt x="9770" y="3824"/>
                  </a:lnTo>
                  <a:lnTo>
                    <a:pt x="10465" y="3631"/>
                  </a:lnTo>
                  <a:lnTo>
                    <a:pt x="10928" y="3554"/>
                  </a:lnTo>
                  <a:lnTo>
                    <a:pt x="11083" y="3515"/>
                  </a:lnTo>
                  <a:close/>
                  <a:moveTo>
                    <a:pt x="5136" y="5909"/>
                  </a:moveTo>
                  <a:lnTo>
                    <a:pt x="4209" y="6797"/>
                  </a:lnTo>
                  <a:lnTo>
                    <a:pt x="3244" y="7685"/>
                  </a:lnTo>
                  <a:lnTo>
                    <a:pt x="2742" y="8110"/>
                  </a:lnTo>
                  <a:lnTo>
                    <a:pt x="2163" y="8535"/>
                  </a:lnTo>
                  <a:lnTo>
                    <a:pt x="1854" y="8728"/>
                  </a:lnTo>
                  <a:lnTo>
                    <a:pt x="1468" y="8921"/>
                  </a:lnTo>
                  <a:lnTo>
                    <a:pt x="1197" y="8998"/>
                  </a:lnTo>
                  <a:lnTo>
                    <a:pt x="1004" y="9037"/>
                  </a:lnTo>
                  <a:lnTo>
                    <a:pt x="888" y="8998"/>
                  </a:lnTo>
                  <a:lnTo>
                    <a:pt x="811" y="8960"/>
                  </a:lnTo>
                  <a:lnTo>
                    <a:pt x="734" y="8844"/>
                  </a:lnTo>
                  <a:lnTo>
                    <a:pt x="695" y="8689"/>
                  </a:lnTo>
                  <a:lnTo>
                    <a:pt x="657" y="8535"/>
                  </a:lnTo>
                  <a:lnTo>
                    <a:pt x="618" y="8419"/>
                  </a:lnTo>
                  <a:lnTo>
                    <a:pt x="657" y="8342"/>
                  </a:lnTo>
                  <a:lnTo>
                    <a:pt x="695" y="8265"/>
                  </a:lnTo>
                  <a:lnTo>
                    <a:pt x="850" y="8110"/>
                  </a:lnTo>
                  <a:lnTo>
                    <a:pt x="1120" y="7956"/>
                  </a:lnTo>
                  <a:lnTo>
                    <a:pt x="1699" y="7608"/>
                  </a:lnTo>
                  <a:lnTo>
                    <a:pt x="2472" y="7222"/>
                  </a:lnTo>
                  <a:lnTo>
                    <a:pt x="3244" y="6874"/>
                  </a:lnTo>
                  <a:lnTo>
                    <a:pt x="4209" y="6411"/>
                  </a:lnTo>
                  <a:lnTo>
                    <a:pt x="4673" y="6179"/>
                  </a:lnTo>
                  <a:lnTo>
                    <a:pt x="5136" y="5909"/>
                  </a:lnTo>
                  <a:close/>
                  <a:moveTo>
                    <a:pt x="5136" y="1"/>
                  </a:moveTo>
                  <a:lnTo>
                    <a:pt x="4943" y="78"/>
                  </a:lnTo>
                  <a:lnTo>
                    <a:pt x="4750" y="194"/>
                  </a:lnTo>
                  <a:lnTo>
                    <a:pt x="4596" y="387"/>
                  </a:lnTo>
                  <a:lnTo>
                    <a:pt x="4441" y="580"/>
                  </a:lnTo>
                  <a:lnTo>
                    <a:pt x="4364" y="812"/>
                  </a:lnTo>
                  <a:lnTo>
                    <a:pt x="4325" y="1044"/>
                  </a:lnTo>
                  <a:lnTo>
                    <a:pt x="4325" y="1507"/>
                  </a:lnTo>
                  <a:lnTo>
                    <a:pt x="4402" y="1970"/>
                  </a:lnTo>
                  <a:lnTo>
                    <a:pt x="4634" y="2897"/>
                  </a:lnTo>
                  <a:lnTo>
                    <a:pt x="4982" y="4017"/>
                  </a:lnTo>
                  <a:lnTo>
                    <a:pt x="5175" y="4558"/>
                  </a:lnTo>
                  <a:lnTo>
                    <a:pt x="5368" y="5098"/>
                  </a:lnTo>
                  <a:lnTo>
                    <a:pt x="5368" y="5214"/>
                  </a:lnTo>
                  <a:lnTo>
                    <a:pt x="5406" y="5330"/>
                  </a:lnTo>
                  <a:lnTo>
                    <a:pt x="4943" y="5600"/>
                  </a:lnTo>
                  <a:lnTo>
                    <a:pt x="4480" y="5870"/>
                  </a:lnTo>
                  <a:lnTo>
                    <a:pt x="3476" y="6334"/>
                  </a:lnTo>
                  <a:lnTo>
                    <a:pt x="2472" y="6797"/>
                  </a:lnTo>
                  <a:lnTo>
                    <a:pt x="1970" y="7029"/>
                  </a:lnTo>
                  <a:lnTo>
                    <a:pt x="1468" y="7299"/>
                  </a:lnTo>
                  <a:lnTo>
                    <a:pt x="966" y="7608"/>
                  </a:lnTo>
                  <a:lnTo>
                    <a:pt x="657" y="7801"/>
                  </a:lnTo>
                  <a:lnTo>
                    <a:pt x="348" y="8071"/>
                  </a:lnTo>
                  <a:lnTo>
                    <a:pt x="116" y="8342"/>
                  </a:lnTo>
                  <a:lnTo>
                    <a:pt x="39" y="8458"/>
                  </a:lnTo>
                  <a:lnTo>
                    <a:pt x="0" y="8612"/>
                  </a:lnTo>
                  <a:lnTo>
                    <a:pt x="0" y="8767"/>
                  </a:lnTo>
                  <a:lnTo>
                    <a:pt x="0" y="8921"/>
                  </a:lnTo>
                  <a:lnTo>
                    <a:pt x="78" y="9037"/>
                  </a:lnTo>
                  <a:lnTo>
                    <a:pt x="232" y="9191"/>
                  </a:lnTo>
                  <a:lnTo>
                    <a:pt x="348" y="9307"/>
                  </a:lnTo>
                  <a:lnTo>
                    <a:pt x="502" y="9384"/>
                  </a:lnTo>
                  <a:lnTo>
                    <a:pt x="618" y="9423"/>
                  </a:lnTo>
                  <a:lnTo>
                    <a:pt x="773" y="9462"/>
                  </a:lnTo>
                  <a:lnTo>
                    <a:pt x="1120" y="9462"/>
                  </a:lnTo>
                  <a:lnTo>
                    <a:pt x="1429" y="9384"/>
                  </a:lnTo>
                  <a:lnTo>
                    <a:pt x="1738" y="9230"/>
                  </a:lnTo>
                  <a:lnTo>
                    <a:pt x="2047" y="9075"/>
                  </a:lnTo>
                  <a:lnTo>
                    <a:pt x="2588" y="8767"/>
                  </a:lnTo>
                  <a:lnTo>
                    <a:pt x="3476" y="8071"/>
                  </a:lnTo>
                  <a:lnTo>
                    <a:pt x="4287" y="7338"/>
                  </a:lnTo>
                  <a:lnTo>
                    <a:pt x="5098" y="6565"/>
                  </a:lnTo>
                  <a:lnTo>
                    <a:pt x="5445" y="6141"/>
                  </a:lnTo>
                  <a:lnTo>
                    <a:pt x="5793" y="5677"/>
                  </a:lnTo>
                  <a:lnTo>
                    <a:pt x="5793" y="5716"/>
                  </a:lnTo>
                  <a:lnTo>
                    <a:pt x="6063" y="6064"/>
                  </a:lnTo>
                  <a:lnTo>
                    <a:pt x="6217" y="6218"/>
                  </a:lnTo>
                  <a:lnTo>
                    <a:pt x="6372" y="6334"/>
                  </a:lnTo>
                  <a:lnTo>
                    <a:pt x="6603" y="6179"/>
                  </a:lnTo>
                  <a:lnTo>
                    <a:pt x="6603" y="6141"/>
                  </a:lnTo>
                  <a:lnTo>
                    <a:pt x="6333" y="5870"/>
                  </a:lnTo>
                  <a:lnTo>
                    <a:pt x="6217" y="5716"/>
                  </a:lnTo>
                  <a:lnTo>
                    <a:pt x="6179" y="5523"/>
                  </a:lnTo>
                  <a:lnTo>
                    <a:pt x="6140" y="5484"/>
                  </a:lnTo>
                  <a:lnTo>
                    <a:pt x="7028" y="5562"/>
                  </a:lnTo>
                  <a:lnTo>
                    <a:pt x="7955" y="5562"/>
                  </a:lnTo>
                  <a:lnTo>
                    <a:pt x="8882" y="5484"/>
                  </a:lnTo>
                  <a:lnTo>
                    <a:pt x="9770" y="5330"/>
                  </a:lnTo>
                  <a:lnTo>
                    <a:pt x="10465" y="5175"/>
                  </a:lnTo>
                  <a:lnTo>
                    <a:pt x="10890" y="5060"/>
                  </a:lnTo>
                  <a:lnTo>
                    <a:pt x="11315" y="4905"/>
                  </a:lnTo>
                  <a:lnTo>
                    <a:pt x="11701" y="4673"/>
                  </a:lnTo>
                  <a:lnTo>
                    <a:pt x="11894" y="4558"/>
                  </a:lnTo>
                  <a:lnTo>
                    <a:pt x="12010" y="4403"/>
                  </a:lnTo>
                  <a:lnTo>
                    <a:pt x="12125" y="4249"/>
                  </a:lnTo>
                  <a:lnTo>
                    <a:pt x="12164" y="4094"/>
                  </a:lnTo>
                  <a:lnTo>
                    <a:pt x="12203" y="3901"/>
                  </a:lnTo>
                  <a:lnTo>
                    <a:pt x="12164" y="3708"/>
                  </a:lnTo>
                  <a:lnTo>
                    <a:pt x="12125" y="3554"/>
                  </a:lnTo>
                  <a:lnTo>
                    <a:pt x="12010" y="3438"/>
                  </a:lnTo>
                  <a:lnTo>
                    <a:pt x="11932" y="3322"/>
                  </a:lnTo>
                  <a:lnTo>
                    <a:pt x="11817" y="3245"/>
                  </a:lnTo>
                  <a:lnTo>
                    <a:pt x="11662" y="3167"/>
                  </a:lnTo>
                  <a:lnTo>
                    <a:pt x="11508" y="3167"/>
                  </a:lnTo>
                  <a:lnTo>
                    <a:pt x="11199" y="3129"/>
                  </a:lnTo>
                  <a:lnTo>
                    <a:pt x="10851" y="3167"/>
                  </a:lnTo>
                  <a:lnTo>
                    <a:pt x="10504" y="3245"/>
                  </a:lnTo>
                  <a:lnTo>
                    <a:pt x="9924" y="3360"/>
                  </a:lnTo>
                  <a:lnTo>
                    <a:pt x="8959" y="3669"/>
                  </a:lnTo>
                  <a:lnTo>
                    <a:pt x="7994" y="3978"/>
                  </a:lnTo>
                  <a:lnTo>
                    <a:pt x="7028" y="4326"/>
                  </a:lnTo>
                  <a:lnTo>
                    <a:pt x="6102" y="4751"/>
                  </a:lnTo>
                  <a:lnTo>
                    <a:pt x="6333" y="3283"/>
                  </a:lnTo>
                  <a:lnTo>
                    <a:pt x="6449" y="2550"/>
                  </a:lnTo>
                  <a:lnTo>
                    <a:pt x="6488" y="1816"/>
                  </a:lnTo>
                  <a:lnTo>
                    <a:pt x="6488" y="1546"/>
                  </a:lnTo>
                  <a:lnTo>
                    <a:pt x="6449" y="1275"/>
                  </a:lnTo>
                  <a:lnTo>
                    <a:pt x="6372" y="1044"/>
                  </a:lnTo>
                  <a:lnTo>
                    <a:pt x="6295" y="851"/>
                  </a:lnTo>
                  <a:lnTo>
                    <a:pt x="6179" y="619"/>
                  </a:lnTo>
                  <a:lnTo>
                    <a:pt x="6024" y="464"/>
                  </a:lnTo>
                  <a:lnTo>
                    <a:pt x="5831" y="310"/>
                  </a:lnTo>
                  <a:lnTo>
                    <a:pt x="5600" y="155"/>
                  </a:lnTo>
                  <a:lnTo>
                    <a:pt x="5484" y="78"/>
                  </a:lnTo>
                  <a:lnTo>
                    <a:pt x="5368" y="40"/>
                  </a:lnTo>
                  <a:lnTo>
                    <a:pt x="51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Google Shape;1518;p7"/>
            <p:cNvSpPr/>
            <p:nvPr/>
          </p:nvSpPr>
          <p:spPr>
            <a:xfrm>
              <a:off x="1851250" y="1767100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0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0"/>
                  </a:lnTo>
                  <a:lnTo>
                    <a:pt x="3862" y="502"/>
                  </a:lnTo>
                  <a:lnTo>
                    <a:pt x="3321" y="772"/>
                  </a:lnTo>
                  <a:lnTo>
                    <a:pt x="2781" y="1081"/>
                  </a:lnTo>
                  <a:lnTo>
                    <a:pt x="2279" y="1429"/>
                  </a:lnTo>
                  <a:lnTo>
                    <a:pt x="1815" y="1854"/>
                  </a:lnTo>
                  <a:lnTo>
                    <a:pt x="1429" y="2278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2" y="3746"/>
                  </a:lnTo>
                  <a:lnTo>
                    <a:pt x="271" y="4248"/>
                  </a:lnTo>
                  <a:lnTo>
                    <a:pt x="116" y="4788"/>
                  </a:lnTo>
                  <a:lnTo>
                    <a:pt x="0" y="5368"/>
                  </a:lnTo>
                  <a:lnTo>
                    <a:pt x="348" y="5406"/>
                  </a:lnTo>
                  <a:lnTo>
                    <a:pt x="464" y="4981"/>
                  </a:lnTo>
                  <a:lnTo>
                    <a:pt x="580" y="4595"/>
                  </a:lnTo>
                  <a:lnTo>
                    <a:pt x="811" y="3977"/>
                  </a:lnTo>
                  <a:lnTo>
                    <a:pt x="1120" y="3398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6"/>
                  </a:lnTo>
                  <a:lnTo>
                    <a:pt x="3399" y="1159"/>
                  </a:lnTo>
                  <a:lnTo>
                    <a:pt x="3978" y="888"/>
                  </a:lnTo>
                  <a:lnTo>
                    <a:pt x="4634" y="657"/>
                  </a:lnTo>
                  <a:lnTo>
                    <a:pt x="5252" y="463"/>
                  </a:lnTo>
                  <a:lnTo>
                    <a:pt x="5909" y="386"/>
                  </a:lnTo>
                  <a:lnTo>
                    <a:pt x="6565" y="386"/>
                  </a:lnTo>
                  <a:lnTo>
                    <a:pt x="7221" y="463"/>
                  </a:lnTo>
                  <a:lnTo>
                    <a:pt x="7878" y="579"/>
                  </a:lnTo>
                  <a:lnTo>
                    <a:pt x="8496" y="811"/>
                  </a:lnTo>
                  <a:lnTo>
                    <a:pt x="9114" y="1081"/>
                  </a:lnTo>
                  <a:lnTo>
                    <a:pt x="9422" y="1274"/>
                  </a:lnTo>
                  <a:lnTo>
                    <a:pt x="9731" y="1506"/>
                  </a:lnTo>
                  <a:lnTo>
                    <a:pt x="10040" y="1699"/>
                  </a:lnTo>
                  <a:lnTo>
                    <a:pt x="10311" y="1931"/>
                  </a:lnTo>
                  <a:lnTo>
                    <a:pt x="10774" y="2471"/>
                  </a:lnTo>
                  <a:lnTo>
                    <a:pt x="11199" y="3012"/>
                  </a:lnTo>
                  <a:lnTo>
                    <a:pt x="11546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4" y="5638"/>
                  </a:lnTo>
                  <a:lnTo>
                    <a:pt x="12628" y="6217"/>
                  </a:lnTo>
                  <a:lnTo>
                    <a:pt x="12859" y="6796"/>
                  </a:lnTo>
                  <a:lnTo>
                    <a:pt x="13129" y="7376"/>
                  </a:lnTo>
                  <a:lnTo>
                    <a:pt x="13438" y="7955"/>
                  </a:lnTo>
                  <a:lnTo>
                    <a:pt x="13825" y="8495"/>
                  </a:lnTo>
                  <a:lnTo>
                    <a:pt x="14249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499"/>
                  </a:lnTo>
                  <a:lnTo>
                    <a:pt x="15292" y="9654"/>
                  </a:lnTo>
                  <a:lnTo>
                    <a:pt x="15755" y="9808"/>
                  </a:lnTo>
                  <a:lnTo>
                    <a:pt x="16219" y="9886"/>
                  </a:lnTo>
                  <a:lnTo>
                    <a:pt x="16721" y="9886"/>
                  </a:lnTo>
                  <a:lnTo>
                    <a:pt x="17184" y="9808"/>
                  </a:lnTo>
                  <a:lnTo>
                    <a:pt x="17609" y="9615"/>
                  </a:lnTo>
                  <a:lnTo>
                    <a:pt x="17841" y="9499"/>
                  </a:lnTo>
                  <a:lnTo>
                    <a:pt x="18034" y="9384"/>
                  </a:lnTo>
                  <a:lnTo>
                    <a:pt x="18188" y="9229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1" y="8611"/>
                  </a:lnTo>
                  <a:lnTo>
                    <a:pt x="18651" y="8534"/>
                  </a:lnTo>
                  <a:lnTo>
                    <a:pt x="18651" y="8457"/>
                  </a:lnTo>
                  <a:lnTo>
                    <a:pt x="18651" y="8380"/>
                  </a:lnTo>
                  <a:lnTo>
                    <a:pt x="18651" y="8341"/>
                  </a:lnTo>
                  <a:lnTo>
                    <a:pt x="18304" y="8341"/>
                  </a:lnTo>
                  <a:lnTo>
                    <a:pt x="18265" y="8418"/>
                  </a:lnTo>
                  <a:lnTo>
                    <a:pt x="18072" y="8727"/>
                  </a:lnTo>
                  <a:lnTo>
                    <a:pt x="17802" y="8997"/>
                  </a:lnTo>
                  <a:lnTo>
                    <a:pt x="17493" y="9190"/>
                  </a:lnTo>
                  <a:lnTo>
                    <a:pt x="17184" y="9345"/>
                  </a:lnTo>
                  <a:lnTo>
                    <a:pt x="16837" y="9422"/>
                  </a:lnTo>
                  <a:lnTo>
                    <a:pt x="16450" y="9461"/>
                  </a:lnTo>
                  <a:lnTo>
                    <a:pt x="16103" y="9422"/>
                  </a:lnTo>
                  <a:lnTo>
                    <a:pt x="15717" y="9345"/>
                  </a:lnTo>
                  <a:lnTo>
                    <a:pt x="15369" y="9190"/>
                  </a:lnTo>
                  <a:lnTo>
                    <a:pt x="15022" y="8997"/>
                  </a:lnTo>
                  <a:lnTo>
                    <a:pt x="14713" y="8766"/>
                  </a:lnTo>
                  <a:lnTo>
                    <a:pt x="14404" y="8495"/>
                  </a:lnTo>
                  <a:lnTo>
                    <a:pt x="14172" y="8186"/>
                  </a:lnTo>
                  <a:lnTo>
                    <a:pt x="13940" y="7839"/>
                  </a:lnTo>
                  <a:lnTo>
                    <a:pt x="13709" y="7530"/>
                  </a:lnTo>
                  <a:lnTo>
                    <a:pt x="13554" y="7182"/>
                  </a:lnTo>
                  <a:lnTo>
                    <a:pt x="13245" y="6526"/>
                  </a:lnTo>
                  <a:lnTo>
                    <a:pt x="12975" y="5831"/>
                  </a:lnTo>
                  <a:lnTo>
                    <a:pt x="12473" y="4479"/>
                  </a:lnTo>
                  <a:lnTo>
                    <a:pt x="12164" y="3823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278"/>
                  </a:lnTo>
                  <a:lnTo>
                    <a:pt x="11006" y="2008"/>
                  </a:lnTo>
                  <a:lnTo>
                    <a:pt x="10542" y="1583"/>
                  </a:lnTo>
                  <a:lnTo>
                    <a:pt x="10079" y="1197"/>
                  </a:lnTo>
                  <a:lnTo>
                    <a:pt x="9577" y="850"/>
                  </a:lnTo>
                  <a:lnTo>
                    <a:pt x="9036" y="579"/>
                  </a:lnTo>
                  <a:lnTo>
                    <a:pt x="8496" y="348"/>
                  </a:lnTo>
                  <a:lnTo>
                    <a:pt x="7916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Google Shape;1519;p7"/>
            <p:cNvSpPr/>
            <p:nvPr/>
          </p:nvSpPr>
          <p:spPr>
            <a:xfrm>
              <a:off x="6591225" y="1769975"/>
              <a:ext cx="353350" cy="159325"/>
            </a:xfrm>
            <a:custGeom>
              <a:avLst/>
              <a:gdLst/>
              <a:ahLst/>
              <a:cxnLst/>
              <a:rect l="l" t="t" r="r" b="b"/>
              <a:pathLst>
                <a:path w="14134" h="6373" extrusionOk="0">
                  <a:moveTo>
                    <a:pt x="11160" y="464"/>
                  </a:moveTo>
                  <a:lnTo>
                    <a:pt x="11624" y="503"/>
                  </a:lnTo>
                  <a:lnTo>
                    <a:pt x="12048" y="542"/>
                  </a:lnTo>
                  <a:lnTo>
                    <a:pt x="12434" y="657"/>
                  </a:lnTo>
                  <a:lnTo>
                    <a:pt x="12628" y="735"/>
                  </a:lnTo>
                  <a:lnTo>
                    <a:pt x="12743" y="812"/>
                  </a:lnTo>
                  <a:lnTo>
                    <a:pt x="12859" y="966"/>
                  </a:lnTo>
                  <a:lnTo>
                    <a:pt x="12936" y="1082"/>
                  </a:lnTo>
                  <a:lnTo>
                    <a:pt x="12975" y="1314"/>
                  </a:lnTo>
                  <a:lnTo>
                    <a:pt x="12975" y="1507"/>
                  </a:lnTo>
                  <a:lnTo>
                    <a:pt x="12936" y="1700"/>
                  </a:lnTo>
                  <a:lnTo>
                    <a:pt x="12821" y="1893"/>
                  </a:lnTo>
                  <a:lnTo>
                    <a:pt x="12705" y="2086"/>
                  </a:lnTo>
                  <a:lnTo>
                    <a:pt x="12589" y="2241"/>
                  </a:lnTo>
                  <a:lnTo>
                    <a:pt x="12241" y="2472"/>
                  </a:lnTo>
                  <a:lnTo>
                    <a:pt x="11817" y="2743"/>
                  </a:lnTo>
                  <a:lnTo>
                    <a:pt x="11392" y="2936"/>
                  </a:lnTo>
                  <a:lnTo>
                    <a:pt x="10658" y="3206"/>
                  </a:lnTo>
                  <a:lnTo>
                    <a:pt x="9924" y="3438"/>
                  </a:lnTo>
                  <a:lnTo>
                    <a:pt x="9152" y="3708"/>
                  </a:lnTo>
                  <a:lnTo>
                    <a:pt x="8380" y="3901"/>
                  </a:lnTo>
                  <a:lnTo>
                    <a:pt x="7608" y="4094"/>
                  </a:lnTo>
                  <a:lnTo>
                    <a:pt x="6797" y="4287"/>
                  </a:lnTo>
                  <a:lnTo>
                    <a:pt x="5909" y="4442"/>
                  </a:lnTo>
                  <a:lnTo>
                    <a:pt x="5020" y="4596"/>
                  </a:lnTo>
                  <a:lnTo>
                    <a:pt x="4132" y="4712"/>
                  </a:lnTo>
                  <a:lnTo>
                    <a:pt x="3244" y="4789"/>
                  </a:lnTo>
                  <a:lnTo>
                    <a:pt x="2201" y="4789"/>
                  </a:lnTo>
                  <a:lnTo>
                    <a:pt x="1854" y="4751"/>
                  </a:lnTo>
                  <a:lnTo>
                    <a:pt x="1506" y="4673"/>
                  </a:lnTo>
                  <a:lnTo>
                    <a:pt x="1198" y="4558"/>
                  </a:lnTo>
                  <a:lnTo>
                    <a:pt x="889" y="4442"/>
                  </a:lnTo>
                  <a:lnTo>
                    <a:pt x="580" y="4249"/>
                  </a:lnTo>
                  <a:lnTo>
                    <a:pt x="657" y="4171"/>
                  </a:lnTo>
                  <a:lnTo>
                    <a:pt x="696" y="4056"/>
                  </a:lnTo>
                  <a:lnTo>
                    <a:pt x="696" y="3940"/>
                  </a:lnTo>
                  <a:lnTo>
                    <a:pt x="734" y="3824"/>
                  </a:lnTo>
                  <a:lnTo>
                    <a:pt x="850" y="3631"/>
                  </a:lnTo>
                  <a:lnTo>
                    <a:pt x="1082" y="3438"/>
                  </a:lnTo>
                  <a:lnTo>
                    <a:pt x="1313" y="3245"/>
                  </a:lnTo>
                  <a:lnTo>
                    <a:pt x="1854" y="2936"/>
                  </a:lnTo>
                  <a:lnTo>
                    <a:pt x="2279" y="2704"/>
                  </a:lnTo>
                  <a:lnTo>
                    <a:pt x="3012" y="2356"/>
                  </a:lnTo>
                  <a:lnTo>
                    <a:pt x="3707" y="2009"/>
                  </a:lnTo>
                  <a:lnTo>
                    <a:pt x="4480" y="1700"/>
                  </a:lnTo>
                  <a:lnTo>
                    <a:pt x="5252" y="1430"/>
                  </a:lnTo>
                  <a:lnTo>
                    <a:pt x="6024" y="1198"/>
                  </a:lnTo>
                  <a:lnTo>
                    <a:pt x="6835" y="1005"/>
                  </a:lnTo>
                  <a:lnTo>
                    <a:pt x="7608" y="812"/>
                  </a:lnTo>
                  <a:lnTo>
                    <a:pt x="8418" y="696"/>
                  </a:lnTo>
                  <a:lnTo>
                    <a:pt x="9229" y="580"/>
                  </a:lnTo>
                  <a:lnTo>
                    <a:pt x="10040" y="542"/>
                  </a:lnTo>
                  <a:lnTo>
                    <a:pt x="10735" y="503"/>
                  </a:lnTo>
                  <a:lnTo>
                    <a:pt x="11160" y="464"/>
                  </a:lnTo>
                  <a:close/>
                  <a:moveTo>
                    <a:pt x="13477" y="1121"/>
                  </a:moveTo>
                  <a:lnTo>
                    <a:pt x="13631" y="1314"/>
                  </a:lnTo>
                  <a:lnTo>
                    <a:pt x="13709" y="1507"/>
                  </a:lnTo>
                  <a:lnTo>
                    <a:pt x="13747" y="1739"/>
                  </a:lnTo>
                  <a:lnTo>
                    <a:pt x="13709" y="2009"/>
                  </a:lnTo>
                  <a:lnTo>
                    <a:pt x="13631" y="2241"/>
                  </a:lnTo>
                  <a:lnTo>
                    <a:pt x="13516" y="2472"/>
                  </a:lnTo>
                  <a:lnTo>
                    <a:pt x="13400" y="2704"/>
                  </a:lnTo>
                  <a:lnTo>
                    <a:pt x="13207" y="2897"/>
                  </a:lnTo>
                  <a:lnTo>
                    <a:pt x="12859" y="3206"/>
                  </a:lnTo>
                  <a:lnTo>
                    <a:pt x="12473" y="3438"/>
                  </a:lnTo>
                  <a:lnTo>
                    <a:pt x="12048" y="3669"/>
                  </a:lnTo>
                  <a:lnTo>
                    <a:pt x="11624" y="3901"/>
                  </a:lnTo>
                  <a:lnTo>
                    <a:pt x="10658" y="4287"/>
                  </a:lnTo>
                  <a:lnTo>
                    <a:pt x="9731" y="4635"/>
                  </a:lnTo>
                  <a:lnTo>
                    <a:pt x="8766" y="4905"/>
                  </a:lnTo>
                  <a:lnTo>
                    <a:pt x="7762" y="5175"/>
                  </a:lnTo>
                  <a:lnTo>
                    <a:pt x="6758" y="5407"/>
                  </a:lnTo>
                  <a:lnTo>
                    <a:pt x="5754" y="5600"/>
                  </a:lnTo>
                  <a:lnTo>
                    <a:pt x="4711" y="5793"/>
                  </a:lnTo>
                  <a:lnTo>
                    <a:pt x="3707" y="5909"/>
                  </a:lnTo>
                  <a:lnTo>
                    <a:pt x="2781" y="5986"/>
                  </a:lnTo>
                  <a:lnTo>
                    <a:pt x="2279" y="5986"/>
                  </a:lnTo>
                  <a:lnTo>
                    <a:pt x="1815" y="5948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9"/>
                  </a:lnTo>
                  <a:lnTo>
                    <a:pt x="696" y="5484"/>
                  </a:lnTo>
                  <a:lnTo>
                    <a:pt x="502" y="5253"/>
                  </a:lnTo>
                  <a:lnTo>
                    <a:pt x="348" y="5021"/>
                  </a:lnTo>
                  <a:lnTo>
                    <a:pt x="309" y="4866"/>
                  </a:lnTo>
                  <a:lnTo>
                    <a:pt x="309" y="4751"/>
                  </a:lnTo>
                  <a:lnTo>
                    <a:pt x="309" y="4596"/>
                  </a:lnTo>
                  <a:lnTo>
                    <a:pt x="348" y="4442"/>
                  </a:lnTo>
                  <a:lnTo>
                    <a:pt x="541" y="4673"/>
                  </a:lnTo>
                  <a:lnTo>
                    <a:pt x="811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2" y="5214"/>
                  </a:lnTo>
                  <a:lnTo>
                    <a:pt x="1931" y="5253"/>
                  </a:lnTo>
                  <a:lnTo>
                    <a:pt x="2588" y="5330"/>
                  </a:lnTo>
                  <a:lnTo>
                    <a:pt x="3244" y="5291"/>
                  </a:lnTo>
                  <a:lnTo>
                    <a:pt x="3939" y="5253"/>
                  </a:lnTo>
                  <a:lnTo>
                    <a:pt x="5136" y="5059"/>
                  </a:lnTo>
                  <a:lnTo>
                    <a:pt x="6913" y="4789"/>
                  </a:lnTo>
                  <a:lnTo>
                    <a:pt x="7839" y="4596"/>
                  </a:lnTo>
                  <a:lnTo>
                    <a:pt x="8727" y="4403"/>
                  </a:lnTo>
                  <a:lnTo>
                    <a:pt x="9616" y="4133"/>
                  </a:lnTo>
                  <a:lnTo>
                    <a:pt x="10504" y="3862"/>
                  </a:lnTo>
                  <a:lnTo>
                    <a:pt x="11353" y="3515"/>
                  </a:lnTo>
                  <a:lnTo>
                    <a:pt x="12164" y="3129"/>
                  </a:lnTo>
                  <a:lnTo>
                    <a:pt x="12434" y="2974"/>
                  </a:lnTo>
                  <a:lnTo>
                    <a:pt x="12705" y="2820"/>
                  </a:lnTo>
                  <a:lnTo>
                    <a:pt x="12936" y="2588"/>
                  </a:lnTo>
                  <a:lnTo>
                    <a:pt x="13129" y="2395"/>
                  </a:lnTo>
                  <a:lnTo>
                    <a:pt x="13323" y="2125"/>
                  </a:lnTo>
                  <a:lnTo>
                    <a:pt x="13438" y="1854"/>
                  </a:lnTo>
                  <a:lnTo>
                    <a:pt x="13516" y="1584"/>
                  </a:lnTo>
                  <a:lnTo>
                    <a:pt x="13516" y="1237"/>
                  </a:lnTo>
                  <a:lnTo>
                    <a:pt x="13477" y="1121"/>
                  </a:lnTo>
                  <a:close/>
                  <a:moveTo>
                    <a:pt x="10658" y="1"/>
                  </a:moveTo>
                  <a:lnTo>
                    <a:pt x="9886" y="40"/>
                  </a:lnTo>
                  <a:lnTo>
                    <a:pt x="9114" y="117"/>
                  </a:lnTo>
                  <a:lnTo>
                    <a:pt x="8303" y="233"/>
                  </a:lnTo>
                  <a:lnTo>
                    <a:pt x="7530" y="348"/>
                  </a:lnTo>
                  <a:lnTo>
                    <a:pt x="6719" y="542"/>
                  </a:lnTo>
                  <a:lnTo>
                    <a:pt x="5909" y="735"/>
                  </a:lnTo>
                  <a:lnTo>
                    <a:pt x="5020" y="1005"/>
                  </a:lnTo>
                  <a:lnTo>
                    <a:pt x="4132" y="1352"/>
                  </a:lnTo>
                  <a:lnTo>
                    <a:pt x="3244" y="1700"/>
                  </a:lnTo>
                  <a:lnTo>
                    <a:pt x="2395" y="2125"/>
                  </a:lnTo>
                  <a:lnTo>
                    <a:pt x="1777" y="2434"/>
                  </a:lnTo>
                  <a:lnTo>
                    <a:pt x="1391" y="2627"/>
                  </a:lnTo>
                  <a:lnTo>
                    <a:pt x="1043" y="2858"/>
                  </a:lnTo>
                  <a:lnTo>
                    <a:pt x="696" y="3090"/>
                  </a:lnTo>
                  <a:lnTo>
                    <a:pt x="464" y="3399"/>
                  </a:lnTo>
                  <a:lnTo>
                    <a:pt x="348" y="3554"/>
                  </a:lnTo>
                  <a:lnTo>
                    <a:pt x="271" y="3708"/>
                  </a:lnTo>
                  <a:lnTo>
                    <a:pt x="232" y="3862"/>
                  </a:lnTo>
                  <a:lnTo>
                    <a:pt x="232" y="4056"/>
                  </a:lnTo>
                  <a:lnTo>
                    <a:pt x="194" y="4133"/>
                  </a:lnTo>
                  <a:lnTo>
                    <a:pt x="194" y="4171"/>
                  </a:lnTo>
                  <a:lnTo>
                    <a:pt x="116" y="4326"/>
                  </a:lnTo>
                  <a:lnTo>
                    <a:pt x="39" y="4480"/>
                  </a:lnTo>
                  <a:lnTo>
                    <a:pt x="0" y="4635"/>
                  </a:lnTo>
                  <a:lnTo>
                    <a:pt x="0" y="4789"/>
                  </a:lnTo>
                  <a:lnTo>
                    <a:pt x="39" y="5137"/>
                  </a:lnTo>
                  <a:lnTo>
                    <a:pt x="194" y="5446"/>
                  </a:lnTo>
                  <a:lnTo>
                    <a:pt x="348" y="5639"/>
                  </a:lnTo>
                  <a:lnTo>
                    <a:pt x="502" y="5832"/>
                  </a:lnTo>
                  <a:lnTo>
                    <a:pt x="696" y="5948"/>
                  </a:lnTo>
                  <a:lnTo>
                    <a:pt x="927" y="6063"/>
                  </a:lnTo>
                  <a:lnTo>
                    <a:pt x="966" y="6257"/>
                  </a:lnTo>
                  <a:lnTo>
                    <a:pt x="1275" y="6179"/>
                  </a:lnTo>
                  <a:lnTo>
                    <a:pt x="1313" y="6218"/>
                  </a:lnTo>
                  <a:lnTo>
                    <a:pt x="1313" y="6257"/>
                  </a:lnTo>
                  <a:lnTo>
                    <a:pt x="1352" y="6295"/>
                  </a:lnTo>
                  <a:lnTo>
                    <a:pt x="1468" y="6257"/>
                  </a:lnTo>
                  <a:lnTo>
                    <a:pt x="1815" y="6295"/>
                  </a:lnTo>
                  <a:lnTo>
                    <a:pt x="2395" y="6334"/>
                  </a:lnTo>
                  <a:lnTo>
                    <a:pt x="3012" y="6372"/>
                  </a:lnTo>
                  <a:lnTo>
                    <a:pt x="3592" y="6334"/>
                  </a:lnTo>
                  <a:lnTo>
                    <a:pt x="4171" y="6295"/>
                  </a:lnTo>
                  <a:lnTo>
                    <a:pt x="5368" y="6102"/>
                  </a:lnTo>
                  <a:lnTo>
                    <a:pt x="6565" y="5870"/>
                  </a:lnTo>
                  <a:lnTo>
                    <a:pt x="6758" y="5832"/>
                  </a:lnTo>
                  <a:lnTo>
                    <a:pt x="7994" y="5523"/>
                  </a:lnTo>
                  <a:lnTo>
                    <a:pt x="9036" y="5253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6" y="4133"/>
                  </a:lnTo>
                  <a:lnTo>
                    <a:pt x="12126" y="4249"/>
                  </a:lnTo>
                  <a:lnTo>
                    <a:pt x="12396" y="4287"/>
                  </a:lnTo>
                  <a:lnTo>
                    <a:pt x="12782" y="4712"/>
                  </a:lnTo>
                  <a:lnTo>
                    <a:pt x="13014" y="4519"/>
                  </a:lnTo>
                  <a:lnTo>
                    <a:pt x="12434" y="3940"/>
                  </a:lnTo>
                  <a:lnTo>
                    <a:pt x="12898" y="3669"/>
                  </a:lnTo>
                  <a:lnTo>
                    <a:pt x="13361" y="3322"/>
                  </a:lnTo>
                  <a:lnTo>
                    <a:pt x="13631" y="3052"/>
                  </a:lnTo>
                  <a:lnTo>
                    <a:pt x="13825" y="2704"/>
                  </a:lnTo>
                  <a:lnTo>
                    <a:pt x="14133" y="2627"/>
                  </a:lnTo>
                  <a:lnTo>
                    <a:pt x="14018" y="2318"/>
                  </a:lnTo>
                  <a:lnTo>
                    <a:pt x="14095" y="2009"/>
                  </a:lnTo>
                  <a:lnTo>
                    <a:pt x="14133" y="1739"/>
                  </a:lnTo>
                  <a:lnTo>
                    <a:pt x="14095" y="1468"/>
                  </a:lnTo>
                  <a:lnTo>
                    <a:pt x="14018" y="1237"/>
                  </a:lnTo>
                  <a:lnTo>
                    <a:pt x="13902" y="1005"/>
                  </a:lnTo>
                  <a:lnTo>
                    <a:pt x="13747" y="812"/>
                  </a:lnTo>
                  <a:lnTo>
                    <a:pt x="13477" y="619"/>
                  </a:lnTo>
                  <a:lnTo>
                    <a:pt x="13168" y="503"/>
                  </a:lnTo>
                  <a:lnTo>
                    <a:pt x="13091" y="503"/>
                  </a:lnTo>
                  <a:lnTo>
                    <a:pt x="12898" y="387"/>
                  </a:lnTo>
                  <a:lnTo>
                    <a:pt x="12666" y="271"/>
                  </a:lnTo>
                  <a:lnTo>
                    <a:pt x="12434" y="155"/>
                  </a:lnTo>
                  <a:lnTo>
                    <a:pt x="12203" y="117"/>
                  </a:lnTo>
                  <a:lnTo>
                    <a:pt x="11817" y="40"/>
                  </a:lnTo>
                  <a:lnTo>
                    <a:pt x="1143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Google Shape;1520;p7"/>
            <p:cNvSpPr/>
            <p:nvPr/>
          </p:nvSpPr>
          <p:spPr>
            <a:xfrm>
              <a:off x="2687250" y="1806675"/>
              <a:ext cx="449900" cy="337900"/>
            </a:xfrm>
            <a:custGeom>
              <a:avLst/>
              <a:gdLst/>
              <a:ahLst/>
              <a:cxnLst/>
              <a:rect l="l" t="t" r="r" b="b"/>
              <a:pathLst>
                <a:path w="17996" h="13516" extrusionOk="0">
                  <a:moveTo>
                    <a:pt x="15794" y="386"/>
                  </a:moveTo>
                  <a:lnTo>
                    <a:pt x="15872" y="425"/>
                  </a:lnTo>
                  <a:lnTo>
                    <a:pt x="15949" y="464"/>
                  </a:lnTo>
                  <a:lnTo>
                    <a:pt x="16103" y="657"/>
                  </a:lnTo>
                  <a:lnTo>
                    <a:pt x="16181" y="850"/>
                  </a:lnTo>
                  <a:lnTo>
                    <a:pt x="16258" y="1043"/>
                  </a:lnTo>
                  <a:lnTo>
                    <a:pt x="16219" y="1236"/>
                  </a:lnTo>
                  <a:lnTo>
                    <a:pt x="16181" y="1468"/>
                  </a:lnTo>
                  <a:lnTo>
                    <a:pt x="15987" y="1892"/>
                  </a:lnTo>
                  <a:lnTo>
                    <a:pt x="15833" y="2163"/>
                  </a:lnTo>
                  <a:lnTo>
                    <a:pt x="15601" y="2433"/>
                  </a:lnTo>
                  <a:lnTo>
                    <a:pt x="15370" y="2665"/>
                  </a:lnTo>
                  <a:lnTo>
                    <a:pt x="15099" y="2896"/>
                  </a:lnTo>
                  <a:lnTo>
                    <a:pt x="14983" y="2279"/>
                  </a:lnTo>
                  <a:lnTo>
                    <a:pt x="14945" y="1970"/>
                  </a:lnTo>
                  <a:lnTo>
                    <a:pt x="14906" y="1699"/>
                  </a:lnTo>
                  <a:lnTo>
                    <a:pt x="14945" y="1390"/>
                  </a:lnTo>
                  <a:lnTo>
                    <a:pt x="15022" y="1120"/>
                  </a:lnTo>
                  <a:lnTo>
                    <a:pt x="15138" y="850"/>
                  </a:lnTo>
                  <a:lnTo>
                    <a:pt x="15331" y="618"/>
                  </a:lnTo>
                  <a:lnTo>
                    <a:pt x="15563" y="464"/>
                  </a:lnTo>
                  <a:lnTo>
                    <a:pt x="15679" y="386"/>
                  </a:lnTo>
                  <a:close/>
                  <a:moveTo>
                    <a:pt x="14481" y="3437"/>
                  </a:moveTo>
                  <a:lnTo>
                    <a:pt x="14443" y="3591"/>
                  </a:lnTo>
                  <a:lnTo>
                    <a:pt x="14134" y="3939"/>
                  </a:lnTo>
                  <a:lnTo>
                    <a:pt x="13786" y="4287"/>
                  </a:lnTo>
                  <a:lnTo>
                    <a:pt x="13593" y="4441"/>
                  </a:lnTo>
                  <a:lnTo>
                    <a:pt x="13362" y="4595"/>
                  </a:lnTo>
                  <a:lnTo>
                    <a:pt x="13091" y="4711"/>
                  </a:lnTo>
                  <a:lnTo>
                    <a:pt x="12782" y="4750"/>
                  </a:lnTo>
                  <a:lnTo>
                    <a:pt x="12667" y="4789"/>
                  </a:lnTo>
                  <a:lnTo>
                    <a:pt x="12589" y="4750"/>
                  </a:lnTo>
                  <a:lnTo>
                    <a:pt x="12551" y="4673"/>
                  </a:lnTo>
                  <a:lnTo>
                    <a:pt x="12512" y="4518"/>
                  </a:lnTo>
                  <a:lnTo>
                    <a:pt x="12474" y="4287"/>
                  </a:lnTo>
                  <a:lnTo>
                    <a:pt x="12512" y="4171"/>
                  </a:lnTo>
                  <a:lnTo>
                    <a:pt x="12628" y="4055"/>
                  </a:lnTo>
                  <a:lnTo>
                    <a:pt x="12821" y="3900"/>
                  </a:lnTo>
                  <a:lnTo>
                    <a:pt x="13091" y="3746"/>
                  </a:lnTo>
                  <a:lnTo>
                    <a:pt x="13362" y="3591"/>
                  </a:lnTo>
                  <a:lnTo>
                    <a:pt x="13632" y="3514"/>
                  </a:lnTo>
                  <a:lnTo>
                    <a:pt x="13941" y="3437"/>
                  </a:lnTo>
                  <a:close/>
                  <a:moveTo>
                    <a:pt x="15061" y="3514"/>
                  </a:moveTo>
                  <a:lnTo>
                    <a:pt x="15717" y="3553"/>
                  </a:lnTo>
                  <a:lnTo>
                    <a:pt x="16065" y="3591"/>
                  </a:lnTo>
                  <a:lnTo>
                    <a:pt x="16412" y="3630"/>
                  </a:lnTo>
                  <a:lnTo>
                    <a:pt x="16721" y="3707"/>
                  </a:lnTo>
                  <a:lnTo>
                    <a:pt x="17030" y="3823"/>
                  </a:lnTo>
                  <a:lnTo>
                    <a:pt x="17262" y="4016"/>
                  </a:lnTo>
                  <a:lnTo>
                    <a:pt x="17378" y="4171"/>
                  </a:lnTo>
                  <a:lnTo>
                    <a:pt x="17493" y="4287"/>
                  </a:lnTo>
                  <a:lnTo>
                    <a:pt x="17571" y="4480"/>
                  </a:lnTo>
                  <a:lnTo>
                    <a:pt x="17571" y="4634"/>
                  </a:lnTo>
                  <a:lnTo>
                    <a:pt x="17493" y="4789"/>
                  </a:lnTo>
                  <a:lnTo>
                    <a:pt x="17378" y="4904"/>
                  </a:lnTo>
                  <a:lnTo>
                    <a:pt x="17262" y="4982"/>
                  </a:lnTo>
                  <a:lnTo>
                    <a:pt x="17069" y="5020"/>
                  </a:lnTo>
                  <a:lnTo>
                    <a:pt x="16914" y="4982"/>
                  </a:lnTo>
                  <a:lnTo>
                    <a:pt x="16721" y="4943"/>
                  </a:lnTo>
                  <a:lnTo>
                    <a:pt x="16335" y="4750"/>
                  </a:lnTo>
                  <a:lnTo>
                    <a:pt x="15987" y="4518"/>
                  </a:lnTo>
                  <a:lnTo>
                    <a:pt x="15717" y="4287"/>
                  </a:lnTo>
                  <a:lnTo>
                    <a:pt x="15485" y="4055"/>
                  </a:lnTo>
                  <a:lnTo>
                    <a:pt x="15254" y="3785"/>
                  </a:lnTo>
                  <a:lnTo>
                    <a:pt x="15061" y="3514"/>
                  </a:lnTo>
                  <a:close/>
                  <a:moveTo>
                    <a:pt x="4866" y="3128"/>
                  </a:moveTo>
                  <a:lnTo>
                    <a:pt x="5484" y="3167"/>
                  </a:lnTo>
                  <a:lnTo>
                    <a:pt x="6102" y="3283"/>
                  </a:lnTo>
                  <a:lnTo>
                    <a:pt x="6681" y="3514"/>
                  </a:lnTo>
                  <a:lnTo>
                    <a:pt x="7145" y="3707"/>
                  </a:lnTo>
                  <a:lnTo>
                    <a:pt x="7569" y="3978"/>
                  </a:lnTo>
                  <a:lnTo>
                    <a:pt x="7994" y="4248"/>
                  </a:lnTo>
                  <a:lnTo>
                    <a:pt x="8380" y="4557"/>
                  </a:lnTo>
                  <a:lnTo>
                    <a:pt x="9153" y="5213"/>
                  </a:lnTo>
                  <a:lnTo>
                    <a:pt x="9925" y="5908"/>
                  </a:lnTo>
                  <a:lnTo>
                    <a:pt x="10234" y="6179"/>
                  </a:lnTo>
                  <a:lnTo>
                    <a:pt x="10581" y="6410"/>
                  </a:lnTo>
                  <a:lnTo>
                    <a:pt x="10968" y="6642"/>
                  </a:lnTo>
                  <a:lnTo>
                    <a:pt x="11354" y="6797"/>
                  </a:lnTo>
                  <a:lnTo>
                    <a:pt x="11740" y="6874"/>
                  </a:lnTo>
                  <a:lnTo>
                    <a:pt x="12165" y="6912"/>
                  </a:lnTo>
                  <a:lnTo>
                    <a:pt x="12589" y="6874"/>
                  </a:lnTo>
                  <a:lnTo>
                    <a:pt x="13014" y="6719"/>
                  </a:lnTo>
                  <a:lnTo>
                    <a:pt x="13323" y="6565"/>
                  </a:lnTo>
                  <a:lnTo>
                    <a:pt x="13593" y="6372"/>
                  </a:lnTo>
                  <a:lnTo>
                    <a:pt x="13825" y="6179"/>
                  </a:lnTo>
                  <a:lnTo>
                    <a:pt x="14018" y="5947"/>
                  </a:lnTo>
                  <a:lnTo>
                    <a:pt x="14211" y="5677"/>
                  </a:lnTo>
                  <a:lnTo>
                    <a:pt x="14366" y="5406"/>
                  </a:lnTo>
                  <a:lnTo>
                    <a:pt x="14520" y="5097"/>
                  </a:lnTo>
                  <a:lnTo>
                    <a:pt x="14636" y="4789"/>
                  </a:lnTo>
                  <a:lnTo>
                    <a:pt x="14559" y="5638"/>
                  </a:lnTo>
                  <a:lnTo>
                    <a:pt x="14404" y="6449"/>
                  </a:lnTo>
                  <a:lnTo>
                    <a:pt x="14211" y="7221"/>
                  </a:lnTo>
                  <a:lnTo>
                    <a:pt x="13941" y="7994"/>
                  </a:lnTo>
                  <a:lnTo>
                    <a:pt x="13593" y="8727"/>
                  </a:lnTo>
                  <a:lnTo>
                    <a:pt x="13169" y="9422"/>
                  </a:lnTo>
                  <a:lnTo>
                    <a:pt x="12667" y="10117"/>
                  </a:lnTo>
                  <a:lnTo>
                    <a:pt x="12087" y="10735"/>
                  </a:lnTo>
                  <a:lnTo>
                    <a:pt x="11624" y="11160"/>
                  </a:lnTo>
                  <a:lnTo>
                    <a:pt x="11199" y="11546"/>
                  </a:lnTo>
                  <a:lnTo>
                    <a:pt x="10697" y="11855"/>
                  </a:lnTo>
                  <a:lnTo>
                    <a:pt x="10195" y="12164"/>
                  </a:lnTo>
                  <a:lnTo>
                    <a:pt x="9693" y="12396"/>
                  </a:lnTo>
                  <a:lnTo>
                    <a:pt x="9153" y="12627"/>
                  </a:lnTo>
                  <a:lnTo>
                    <a:pt x="8612" y="12782"/>
                  </a:lnTo>
                  <a:lnTo>
                    <a:pt x="8071" y="12898"/>
                  </a:lnTo>
                  <a:lnTo>
                    <a:pt x="7531" y="12975"/>
                  </a:lnTo>
                  <a:lnTo>
                    <a:pt x="6990" y="13014"/>
                  </a:lnTo>
                  <a:lnTo>
                    <a:pt x="6411" y="12975"/>
                  </a:lnTo>
                  <a:lnTo>
                    <a:pt x="5870" y="12898"/>
                  </a:lnTo>
                  <a:lnTo>
                    <a:pt x="5291" y="12782"/>
                  </a:lnTo>
                  <a:lnTo>
                    <a:pt x="4751" y="12627"/>
                  </a:lnTo>
                  <a:lnTo>
                    <a:pt x="4171" y="12396"/>
                  </a:lnTo>
                  <a:lnTo>
                    <a:pt x="3631" y="12125"/>
                  </a:lnTo>
                  <a:lnTo>
                    <a:pt x="3090" y="11816"/>
                  </a:lnTo>
                  <a:lnTo>
                    <a:pt x="2588" y="11469"/>
                  </a:lnTo>
                  <a:lnTo>
                    <a:pt x="2125" y="11044"/>
                  </a:lnTo>
                  <a:lnTo>
                    <a:pt x="1700" y="10581"/>
                  </a:lnTo>
                  <a:lnTo>
                    <a:pt x="1314" y="10117"/>
                  </a:lnTo>
                  <a:lnTo>
                    <a:pt x="966" y="9577"/>
                  </a:lnTo>
                  <a:lnTo>
                    <a:pt x="696" y="8998"/>
                  </a:lnTo>
                  <a:lnTo>
                    <a:pt x="542" y="8418"/>
                  </a:lnTo>
                  <a:lnTo>
                    <a:pt x="426" y="7801"/>
                  </a:lnTo>
                  <a:lnTo>
                    <a:pt x="426" y="7221"/>
                  </a:lnTo>
                  <a:lnTo>
                    <a:pt x="503" y="6603"/>
                  </a:lnTo>
                  <a:lnTo>
                    <a:pt x="696" y="6024"/>
                  </a:lnTo>
                  <a:lnTo>
                    <a:pt x="928" y="5484"/>
                  </a:lnTo>
                  <a:lnTo>
                    <a:pt x="1237" y="4943"/>
                  </a:lnTo>
                  <a:lnTo>
                    <a:pt x="1623" y="4480"/>
                  </a:lnTo>
                  <a:lnTo>
                    <a:pt x="2048" y="4055"/>
                  </a:lnTo>
                  <a:lnTo>
                    <a:pt x="2588" y="3707"/>
                  </a:lnTo>
                  <a:lnTo>
                    <a:pt x="3129" y="3437"/>
                  </a:lnTo>
                  <a:lnTo>
                    <a:pt x="3708" y="3244"/>
                  </a:lnTo>
                  <a:lnTo>
                    <a:pt x="4287" y="3167"/>
                  </a:lnTo>
                  <a:lnTo>
                    <a:pt x="4866" y="3128"/>
                  </a:lnTo>
                  <a:close/>
                  <a:moveTo>
                    <a:pt x="15717" y="0"/>
                  </a:moveTo>
                  <a:lnTo>
                    <a:pt x="15524" y="39"/>
                  </a:lnTo>
                  <a:lnTo>
                    <a:pt x="15331" y="155"/>
                  </a:lnTo>
                  <a:lnTo>
                    <a:pt x="15138" y="271"/>
                  </a:lnTo>
                  <a:lnTo>
                    <a:pt x="14983" y="464"/>
                  </a:lnTo>
                  <a:lnTo>
                    <a:pt x="14829" y="618"/>
                  </a:lnTo>
                  <a:lnTo>
                    <a:pt x="14713" y="850"/>
                  </a:lnTo>
                  <a:lnTo>
                    <a:pt x="14636" y="1043"/>
                  </a:lnTo>
                  <a:lnTo>
                    <a:pt x="14597" y="1275"/>
                  </a:lnTo>
                  <a:lnTo>
                    <a:pt x="14559" y="1545"/>
                  </a:lnTo>
                  <a:lnTo>
                    <a:pt x="14520" y="2047"/>
                  </a:lnTo>
                  <a:lnTo>
                    <a:pt x="14597" y="2588"/>
                  </a:lnTo>
                  <a:lnTo>
                    <a:pt x="14752" y="3090"/>
                  </a:lnTo>
                  <a:lnTo>
                    <a:pt x="14713" y="3128"/>
                  </a:lnTo>
                  <a:lnTo>
                    <a:pt x="14675" y="3167"/>
                  </a:lnTo>
                  <a:lnTo>
                    <a:pt x="14636" y="3205"/>
                  </a:lnTo>
                  <a:lnTo>
                    <a:pt x="14173" y="3128"/>
                  </a:lnTo>
                  <a:lnTo>
                    <a:pt x="13709" y="3167"/>
                  </a:lnTo>
                  <a:lnTo>
                    <a:pt x="13246" y="3283"/>
                  </a:lnTo>
                  <a:lnTo>
                    <a:pt x="12821" y="3476"/>
                  </a:lnTo>
                  <a:lnTo>
                    <a:pt x="12512" y="3669"/>
                  </a:lnTo>
                  <a:lnTo>
                    <a:pt x="12358" y="3785"/>
                  </a:lnTo>
                  <a:lnTo>
                    <a:pt x="12203" y="3939"/>
                  </a:lnTo>
                  <a:lnTo>
                    <a:pt x="12049" y="4132"/>
                  </a:lnTo>
                  <a:lnTo>
                    <a:pt x="11972" y="4287"/>
                  </a:lnTo>
                  <a:lnTo>
                    <a:pt x="11933" y="4480"/>
                  </a:lnTo>
                  <a:lnTo>
                    <a:pt x="11933" y="4673"/>
                  </a:lnTo>
                  <a:lnTo>
                    <a:pt x="12010" y="4866"/>
                  </a:lnTo>
                  <a:lnTo>
                    <a:pt x="12126" y="5020"/>
                  </a:lnTo>
                  <a:lnTo>
                    <a:pt x="12280" y="5097"/>
                  </a:lnTo>
                  <a:lnTo>
                    <a:pt x="12435" y="5136"/>
                  </a:lnTo>
                  <a:lnTo>
                    <a:pt x="12628" y="5175"/>
                  </a:lnTo>
                  <a:lnTo>
                    <a:pt x="12821" y="5136"/>
                  </a:lnTo>
                  <a:lnTo>
                    <a:pt x="13207" y="5059"/>
                  </a:lnTo>
                  <a:lnTo>
                    <a:pt x="13516" y="4904"/>
                  </a:lnTo>
                  <a:lnTo>
                    <a:pt x="13825" y="4711"/>
                  </a:lnTo>
                  <a:lnTo>
                    <a:pt x="14095" y="4480"/>
                  </a:lnTo>
                  <a:lnTo>
                    <a:pt x="14366" y="4248"/>
                  </a:lnTo>
                  <a:lnTo>
                    <a:pt x="14211" y="4711"/>
                  </a:lnTo>
                  <a:lnTo>
                    <a:pt x="14018" y="5175"/>
                  </a:lnTo>
                  <a:lnTo>
                    <a:pt x="13864" y="5406"/>
                  </a:lnTo>
                  <a:lnTo>
                    <a:pt x="13709" y="5599"/>
                  </a:lnTo>
                  <a:lnTo>
                    <a:pt x="13555" y="5793"/>
                  </a:lnTo>
                  <a:lnTo>
                    <a:pt x="13362" y="5947"/>
                  </a:lnTo>
                  <a:lnTo>
                    <a:pt x="13053" y="6179"/>
                  </a:lnTo>
                  <a:lnTo>
                    <a:pt x="12705" y="6333"/>
                  </a:lnTo>
                  <a:lnTo>
                    <a:pt x="12358" y="6410"/>
                  </a:lnTo>
                  <a:lnTo>
                    <a:pt x="12010" y="6410"/>
                  </a:lnTo>
                  <a:lnTo>
                    <a:pt x="11663" y="6372"/>
                  </a:lnTo>
                  <a:lnTo>
                    <a:pt x="11315" y="6256"/>
                  </a:lnTo>
                  <a:lnTo>
                    <a:pt x="10968" y="6101"/>
                  </a:lnTo>
                  <a:lnTo>
                    <a:pt x="10659" y="5870"/>
                  </a:lnTo>
                  <a:lnTo>
                    <a:pt x="10234" y="5561"/>
                  </a:lnTo>
                  <a:lnTo>
                    <a:pt x="9809" y="5213"/>
                  </a:lnTo>
                  <a:lnTo>
                    <a:pt x="9037" y="4480"/>
                  </a:lnTo>
                  <a:lnTo>
                    <a:pt x="8651" y="4132"/>
                  </a:lnTo>
                  <a:lnTo>
                    <a:pt x="8226" y="3823"/>
                  </a:lnTo>
                  <a:lnTo>
                    <a:pt x="7801" y="3514"/>
                  </a:lnTo>
                  <a:lnTo>
                    <a:pt x="7299" y="3244"/>
                  </a:lnTo>
                  <a:lnTo>
                    <a:pt x="6720" y="3012"/>
                  </a:lnTo>
                  <a:lnTo>
                    <a:pt x="6102" y="2819"/>
                  </a:lnTo>
                  <a:lnTo>
                    <a:pt x="5523" y="2742"/>
                  </a:lnTo>
                  <a:lnTo>
                    <a:pt x="4905" y="2703"/>
                  </a:lnTo>
                  <a:lnTo>
                    <a:pt x="4287" y="2703"/>
                  </a:lnTo>
                  <a:lnTo>
                    <a:pt x="3708" y="2819"/>
                  </a:lnTo>
                  <a:lnTo>
                    <a:pt x="3129" y="2974"/>
                  </a:lnTo>
                  <a:lnTo>
                    <a:pt x="2549" y="3205"/>
                  </a:lnTo>
                  <a:lnTo>
                    <a:pt x="2318" y="3360"/>
                  </a:lnTo>
                  <a:lnTo>
                    <a:pt x="2009" y="3553"/>
                  </a:lnTo>
                  <a:lnTo>
                    <a:pt x="1700" y="3785"/>
                  </a:lnTo>
                  <a:lnTo>
                    <a:pt x="1430" y="4016"/>
                  </a:lnTo>
                  <a:lnTo>
                    <a:pt x="1159" y="4325"/>
                  </a:lnTo>
                  <a:lnTo>
                    <a:pt x="928" y="4595"/>
                  </a:lnTo>
                  <a:lnTo>
                    <a:pt x="696" y="4943"/>
                  </a:lnTo>
                  <a:lnTo>
                    <a:pt x="503" y="5291"/>
                  </a:lnTo>
                  <a:lnTo>
                    <a:pt x="348" y="5677"/>
                  </a:lnTo>
                  <a:lnTo>
                    <a:pt x="155" y="6217"/>
                  </a:lnTo>
                  <a:lnTo>
                    <a:pt x="40" y="6758"/>
                  </a:lnTo>
                  <a:lnTo>
                    <a:pt x="1" y="7299"/>
                  </a:lnTo>
                  <a:lnTo>
                    <a:pt x="1" y="7801"/>
                  </a:lnTo>
                  <a:lnTo>
                    <a:pt x="78" y="8303"/>
                  </a:lnTo>
                  <a:lnTo>
                    <a:pt x="194" y="8804"/>
                  </a:lnTo>
                  <a:lnTo>
                    <a:pt x="387" y="9306"/>
                  </a:lnTo>
                  <a:lnTo>
                    <a:pt x="580" y="9770"/>
                  </a:lnTo>
                  <a:lnTo>
                    <a:pt x="850" y="10195"/>
                  </a:lnTo>
                  <a:lnTo>
                    <a:pt x="1159" y="10658"/>
                  </a:lnTo>
                  <a:lnTo>
                    <a:pt x="1507" y="11044"/>
                  </a:lnTo>
                  <a:lnTo>
                    <a:pt x="1893" y="11430"/>
                  </a:lnTo>
                  <a:lnTo>
                    <a:pt x="2279" y="11778"/>
                  </a:lnTo>
                  <a:lnTo>
                    <a:pt x="2704" y="12125"/>
                  </a:lnTo>
                  <a:lnTo>
                    <a:pt x="3167" y="12396"/>
                  </a:lnTo>
                  <a:lnTo>
                    <a:pt x="3631" y="12666"/>
                  </a:lnTo>
                  <a:lnTo>
                    <a:pt x="4249" y="12975"/>
                  </a:lnTo>
                  <a:lnTo>
                    <a:pt x="4866" y="13168"/>
                  </a:lnTo>
                  <a:lnTo>
                    <a:pt x="5484" y="13361"/>
                  </a:lnTo>
                  <a:lnTo>
                    <a:pt x="6141" y="13438"/>
                  </a:lnTo>
                  <a:lnTo>
                    <a:pt x="6759" y="13515"/>
                  </a:lnTo>
                  <a:lnTo>
                    <a:pt x="7376" y="13477"/>
                  </a:lnTo>
                  <a:lnTo>
                    <a:pt x="7994" y="13438"/>
                  </a:lnTo>
                  <a:lnTo>
                    <a:pt x="8612" y="13284"/>
                  </a:lnTo>
                  <a:lnTo>
                    <a:pt x="8728" y="13438"/>
                  </a:lnTo>
                  <a:lnTo>
                    <a:pt x="8998" y="13207"/>
                  </a:lnTo>
                  <a:lnTo>
                    <a:pt x="9770" y="12898"/>
                  </a:lnTo>
                  <a:lnTo>
                    <a:pt x="10504" y="12550"/>
                  </a:lnTo>
                  <a:lnTo>
                    <a:pt x="11238" y="12087"/>
                  </a:lnTo>
                  <a:lnTo>
                    <a:pt x="11933" y="11546"/>
                  </a:lnTo>
                  <a:lnTo>
                    <a:pt x="12474" y="11044"/>
                  </a:lnTo>
                  <a:lnTo>
                    <a:pt x="13014" y="10426"/>
                  </a:lnTo>
                  <a:lnTo>
                    <a:pt x="13246" y="10195"/>
                  </a:lnTo>
                  <a:lnTo>
                    <a:pt x="13207" y="10156"/>
                  </a:lnTo>
                  <a:lnTo>
                    <a:pt x="13709" y="9461"/>
                  </a:lnTo>
                  <a:lnTo>
                    <a:pt x="14134" y="8727"/>
                  </a:lnTo>
                  <a:lnTo>
                    <a:pt x="14481" y="7955"/>
                  </a:lnTo>
                  <a:lnTo>
                    <a:pt x="14752" y="7183"/>
                  </a:lnTo>
                  <a:lnTo>
                    <a:pt x="14945" y="6333"/>
                  </a:lnTo>
                  <a:lnTo>
                    <a:pt x="15022" y="5947"/>
                  </a:lnTo>
                  <a:lnTo>
                    <a:pt x="15061" y="5522"/>
                  </a:lnTo>
                  <a:lnTo>
                    <a:pt x="15061" y="5097"/>
                  </a:lnTo>
                  <a:lnTo>
                    <a:pt x="15061" y="4673"/>
                  </a:lnTo>
                  <a:lnTo>
                    <a:pt x="15022" y="4248"/>
                  </a:lnTo>
                  <a:lnTo>
                    <a:pt x="14945" y="3862"/>
                  </a:lnTo>
                  <a:lnTo>
                    <a:pt x="15215" y="4248"/>
                  </a:lnTo>
                  <a:lnTo>
                    <a:pt x="15563" y="4595"/>
                  </a:lnTo>
                  <a:lnTo>
                    <a:pt x="15949" y="4943"/>
                  </a:lnTo>
                  <a:lnTo>
                    <a:pt x="16374" y="5213"/>
                  </a:lnTo>
                  <a:lnTo>
                    <a:pt x="16567" y="5291"/>
                  </a:lnTo>
                  <a:lnTo>
                    <a:pt x="16798" y="5368"/>
                  </a:lnTo>
                  <a:lnTo>
                    <a:pt x="17030" y="5445"/>
                  </a:lnTo>
                  <a:lnTo>
                    <a:pt x="17262" y="5445"/>
                  </a:lnTo>
                  <a:lnTo>
                    <a:pt x="17493" y="5406"/>
                  </a:lnTo>
                  <a:lnTo>
                    <a:pt x="17687" y="5329"/>
                  </a:lnTo>
                  <a:lnTo>
                    <a:pt x="17841" y="5175"/>
                  </a:lnTo>
                  <a:lnTo>
                    <a:pt x="17957" y="4982"/>
                  </a:lnTo>
                  <a:lnTo>
                    <a:pt x="17995" y="4750"/>
                  </a:lnTo>
                  <a:lnTo>
                    <a:pt x="17995" y="4557"/>
                  </a:lnTo>
                  <a:lnTo>
                    <a:pt x="17957" y="4325"/>
                  </a:lnTo>
                  <a:lnTo>
                    <a:pt x="17841" y="4132"/>
                  </a:lnTo>
                  <a:lnTo>
                    <a:pt x="17725" y="3978"/>
                  </a:lnTo>
                  <a:lnTo>
                    <a:pt x="17571" y="3785"/>
                  </a:lnTo>
                  <a:lnTo>
                    <a:pt x="17416" y="3669"/>
                  </a:lnTo>
                  <a:lnTo>
                    <a:pt x="17262" y="3553"/>
                  </a:lnTo>
                  <a:lnTo>
                    <a:pt x="17030" y="3437"/>
                  </a:lnTo>
                  <a:lnTo>
                    <a:pt x="16798" y="3321"/>
                  </a:lnTo>
                  <a:lnTo>
                    <a:pt x="16296" y="3205"/>
                  </a:lnTo>
                  <a:lnTo>
                    <a:pt x="15794" y="3128"/>
                  </a:lnTo>
                  <a:lnTo>
                    <a:pt x="15254" y="3128"/>
                  </a:lnTo>
                  <a:lnTo>
                    <a:pt x="15679" y="2858"/>
                  </a:lnTo>
                  <a:lnTo>
                    <a:pt x="16026" y="2510"/>
                  </a:lnTo>
                  <a:lnTo>
                    <a:pt x="16296" y="2124"/>
                  </a:lnTo>
                  <a:lnTo>
                    <a:pt x="16528" y="1661"/>
                  </a:lnTo>
                  <a:lnTo>
                    <a:pt x="16567" y="1429"/>
                  </a:lnTo>
                  <a:lnTo>
                    <a:pt x="16605" y="1197"/>
                  </a:lnTo>
                  <a:lnTo>
                    <a:pt x="16644" y="927"/>
                  </a:lnTo>
                  <a:lnTo>
                    <a:pt x="16605" y="657"/>
                  </a:lnTo>
                  <a:lnTo>
                    <a:pt x="16528" y="425"/>
                  </a:lnTo>
                  <a:lnTo>
                    <a:pt x="16412" y="232"/>
                  </a:lnTo>
                  <a:lnTo>
                    <a:pt x="16219" y="78"/>
                  </a:lnTo>
                  <a:lnTo>
                    <a:pt x="16103" y="39"/>
                  </a:lnTo>
                  <a:lnTo>
                    <a:pt x="1594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Google Shape;1521;p7"/>
            <p:cNvSpPr/>
            <p:nvPr/>
          </p:nvSpPr>
          <p:spPr>
            <a:xfrm>
              <a:off x="4737700" y="1812475"/>
              <a:ext cx="353350" cy="159300"/>
            </a:xfrm>
            <a:custGeom>
              <a:avLst/>
              <a:gdLst/>
              <a:ahLst/>
              <a:cxnLst/>
              <a:rect l="l" t="t" r="r" b="b"/>
              <a:pathLst>
                <a:path w="14134" h="6372" extrusionOk="0">
                  <a:moveTo>
                    <a:pt x="11161" y="463"/>
                  </a:moveTo>
                  <a:lnTo>
                    <a:pt x="11624" y="502"/>
                  </a:lnTo>
                  <a:lnTo>
                    <a:pt x="12049" y="541"/>
                  </a:lnTo>
                  <a:lnTo>
                    <a:pt x="12435" y="656"/>
                  </a:lnTo>
                  <a:lnTo>
                    <a:pt x="12628" y="734"/>
                  </a:lnTo>
                  <a:lnTo>
                    <a:pt x="12744" y="811"/>
                  </a:lnTo>
                  <a:lnTo>
                    <a:pt x="12860" y="965"/>
                  </a:lnTo>
                  <a:lnTo>
                    <a:pt x="12937" y="1081"/>
                  </a:lnTo>
                  <a:lnTo>
                    <a:pt x="12975" y="1313"/>
                  </a:lnTo>
                  <a:lnTo>
                    <a:pt x="12975" y="1506"/>
                  </a:lnTo>
                  <a:lnTo>
                    <a:pt x="12937" y="1699"/>
                  </a:lnTo>
                  <a:lnTo>
                    <a:pt x="12821" y="1892"/>
                  </a:lnTo>
                  <a:lnTo>
                    <a:pt x="12705" y="2085"/>
                  </a:lnTo>
                  <a:lnTo>
                    <a:pt x="12589" y="2240"/>
                  </a:lnTo>
                  <a:lnTo>
                    <a:pt x="12242" y="2471"/>
                  </a:lnTo>
                  <a:lnTo>
                    <a:pt x="11817" y="2742"/>
                  </a:lnTo>
                  <a:lnTo>
                    <a:pt x="11392" y="2935"/>
                  </a:lnTo>
                  <a:lnTo>
                    <a:pt x="10659" y="3205"/>
                  </a:lnTo>
                  <a:lnTo>
                    <a:pt x="9925" y="3437"/>
                  </a:lnTo>
                  <a:lnTo>
                    <a:pt x="9153" y="3707"/>
                  </a:lnTo>
                  <a:lnTo>
                    <a:pt x="8380" y="3900"/>
                  </a:lnTo>
                  <a:lnTo>
                    <a:pt x="7608" y="4093"/>
                  </a:lnTo>
                  <a:lnTo>
                    <a:pt x="6797" y="4286"/>
                  </a:lnTo>
                  <a:lnTo>
                    <a:pt x="5909" y="4441"/>
                  </a:lnTo>
                  <a:lnTo>
                    <a:pt x="5021" y="4595"/>
                  </a:lnTo>
                  <a:lnTo>
                    <a:pt x="4133" y="4711"/>
                  </a:lnTo>
                  <a:lnTo>
                    <a:pt x="3245" y="4788"/>
                  </a:lnTo>
                  <a:lnTo>
                    <a:pt x="2202" y="4788"/>
                  </a:lnTo>
                  <a:lnTo>
                    <a:pt x="1854" y="4750"/>
                  </a:lnTo>
                  <a:lnTo>
                    <a:pt x="1507" y="4672"/>
                  </a:lnTo>
                  <a:lnTo>
                    <a:pt x="1198" y="4557"/>
                  </a:lnTo>
                  <a:lnTo>
                    <a:pt x="889" y="4441"/>
                  </a:lnTo>
                  <a:lnTo>
                    <a:pt x="580" y="4248"/>
                  </a:lnTo>
                  <a:lnTo>
                    <a:pt x="657" y="4170"/>
                  </a:lnTo>
                  <a:lnTo>
                    <a:pt x="696" y="4055"/>
                  </a:lnTo>
                  <a:lnTo>
                    <a:pt x="696" y="3939"/>
                  </a:lnTo>
                  <a:lnTo>
                    <a:pt x="735" y="3823"/>
                  </a:lnTo>
                  <a:lnTo>
                    <a:pt x="850" y="3630"/>
                  </a:lnTo>
                  <a:lnTo>
                    <a:pt x="1082" y="3437"/>
                  </a:lnTo>
                  <a:lnTo>
                    <a:pt x="1314" y="3244"/>
                  </a:lnTo>
                  <a:lnTo>
                    <a:pt x="1854" y="2935"/>
                  </a:lnTo>
                  <a:lnTo>
                    <a:pt x="2279" y="2703"/>
                  </a:lnTo>
                  <a:lnTo>
                    <a:pt x="3013" y="2356"/>
                  </a:lnTo>
                  <a:lnTo>
                    <a:pt x="3708" y="2008"/>
                  </a:lnTo>
                  <a:lnTo>
                    <a:pt x="4480" y="1699"/>
                  </a:lnTo>
                  <a:lnTo>
                    <a:pt x="5253" y="1429"/>
                  </a:lnTo>
                  <a:lnTo>
                    <a:pt x="6025" y="1197"/>
                  </a:lnTo>
                  <a:lnTo>
                    <a:pt x="6836" y="1004"/>
                  </a:lnTo>
                  <a:lnTo>
                    <a:pt x="7608" y="811"/>
                  </a:lnTo>
                  <a:lnTo>
                    <a:pt x="8419" y="695"/>
                  </a:lnTo>
                  <a:lnTo>
                    <a:pt x="9230" y="579"/>
                  </a:lnTo>
                  <a:lnTo>
                    <a:pt x="10041" y="541"/>
                  </a:lnTo>
                  <a:lnTo>
                    <a:pt x="10736" y="502"/>
                  </a:lnTo>
                  <a:lnTo>
                    <a:pt x="11161" y="463"/>
                  </a:lnTo>
                  <a:close/>
                  <a:moveTo>
                    <a:pt x="13477" y="1120"/>
                  </a:moveTo>
                  <a:lnTo>
                    <a:pt x="13632" y="1313"/>
                  </a:lnTo>
                  <a:lnTo>
                    <a:pt x="13709" y="1506"/>
                  </a:lnTo>
                  <a:lnTo>
                    <a:pt x="13748" y="1738"/>
                  </a:lnTo>
                  <a:lnTo>
                    <a:pt x="13709" y="2008"/>
                  </a:lnTo>
                  <a:lnTo>
                    <a:pt x="13632" y="2240"/>
                  </a:lnTo>
                  <a:lnTo>
                    <a:pt x="13516" y="2471"/>
                  </a:lnTo>
                  <a:lnTo>
                    <a:pt x="13400" y="2703"/>
                  </a:lnTo>
                  <a:lnTo>
                    <a:pt x="13207" y="2896"/>
                  </a:lnTo>
                  <a:lnTo>
                    <a:pt x="12860" y="3205"/>
                  </a:lnTo>
                  <a:lnTo>
                    <a:pt x="12473" y="3437"/>
                  </a:lnTo>
                  <a:lnTo>
                    <a:pt x="12049" y="3668"/>
                  </a:lnTo>
                  <a:lnTo>
                    <a:pt x="11624" y="3900"/>
                  </a:lnTo>
                  <a:lnTo>
                    <a:pt x="10659" y="4286"/>
                  </a:lnTo>
                  <a:lnTo>
                    <a:pt x="9732" y="4634"/>
                  </a:lnTo>
                  <a:lnTo>
                    <a:pt x="8766" y="4904"/>
                  </a:lnTo>
                  <a:lnTo>
                    <a:pt x="7762" y="5174"/>
                  </a:lnTo>
                  <a:lnTo>
                    <a:pt x="6758" y="5406"/>
                  </a:lnTo>
                  <a:lnTo>
                    <a:pt x="5755" y="5599"/>
                  </a:lnTo>
                  <a:lnTo>
                    <a:pt x="4712" y="5792"/>
                  </a:lnTo>
                  <a:lnTo>
                    <a:pt x="3708" y="5908"/>
                  </a:lnTo>
                  <a:lnTo>
                    <a:pt x="2781" y="5985"/>
                  </a:lnTo>
                  <a:lnTo>
                    <a:pt x="2279" y="5985"/>
                  </a:lnTo>
                  <a:lnTo>
                    <a:pt x="1816" y="5947"/>
                  </a:lnTo>
                  <a:lnTo>
                    <a:pt x="1545" y="5869"/>
                  </a:lnTo>
                  <a:lnTo>
                    <a:pt x="1237" y="5792"/>
                  </a:lnTo>
                  <a:lnTo>
                    <a:pt x="928" y="5638"/>
                  </a:lnTo>
                  <a:lnTo>
                    <a:pt x="696" y="5483"/>
                  </a:lnTo>
                  <a:lnTo>
                    <a:pt x="503" y="5252"/>
                  </a:lnTo>
                  <a:lnTo>
                    <a:pt x="348" y="5020"/>
                  </a:lnTo>
                  <a:lnTo>
                    <a:pt x="310" y="4865"/>
                  </a:lnTo>
                  <a:lnTo>
                    <a:pt x="310" y="4750"/>
                  </a:lnTo>
                  <a:lnTo>
                    <a:pt x="310" y="4595"/>
                  </a:lnTo>
                  <a:lnTo>
                    <a:pt x="348" y="4441"/>
                  </a:lnTo>
                  <a:lnTo>
                    <a:pt x="542" y="4672"/>
                  </a:lnTo>
                  <a:lnTo>
                    <a:pt x="812" y="4865"/>
                  </a:lnTo>
                  <a:lnTo>
                    <a:pt x="1043" y="4981"/>
                  </a:lnTo>
                  <a:lnTo>
                    <a:pt x="1352" y="5097"/>
                  </a:lnTo>
                  <a:lnTo>
                    <a:pt x="1623" y="5213"/>
                  </a:lnTo>
                  <a:lnTo>
                    <a:pt x="1932" y="5252"/>
                  </a:lnTo>
                  <a:lnTo>
                    <a:pt x="2588" y="5329"/>
                  </a:lnTo>
                  <a:lnTo>
                    <a:pt x="3245" y="5290"/>
                  </a:lnTo>
                  <a:lnTo>
                    <a:pt x="3940" y="5252"/>
                  </a:lnTo>
                  <a:lnTo>
                    <a:pt x="5137" y="5059"/>
                  </a:lnTo>
                  <a:lnTo>
                    <a:pt x="6913" y="4788"/>
                  </a:lnTo>
                  <a:lnTo>
                    <a:pt x="7840" y="4595"/>
                  </a:lnTo>
                  <a:lnTo>
                    <a:pt x="8728" y="4402"/>
                  </a:lnTo>
                  <a:lnTo>
                    <a:pt x="9616" y="4132"/>
                  </a:lnTo>
                  <a:lnTo>
                    <a:pt x="10504" y="3861"/>
                  </a:lnTo>
                  <a:lnTo>
                    <a:pt x="11354" y="3514"/>
                  </a:lnTo>
                  <a:lnTo>
                    <a:pt x="12165" y="3128"/>
                  </a:lnTo>
                  <a:lnTo>
                    <a:pt x="12435" y="2973"/>
                  </a:lnTo>
                  <a:lnTo>
                    <a:pt x="12705" y="2819"/>
                  </a:lnTo>
                  <a:lnTo>
                    <a:pt x="12937" y="2587"/>
                  </a:lnTo>
                  <a:lnTo>
                    <a:pt x="13130" y="2394"/>
                  </a:lnTo>
                  <a:lnTo>
                    <a:pt x="13323" y="2124"/>
                  </a:lnTo>
                  <a:lnTo>
                    <a:pt x="13439" y="1854"/>
                  </a:lnTo>
                  <a:lnTo>
                    <a:pt x="13516" y="1583"/>
                  </a:lnTo>
                  <a:lnTo>
                    <a:pt x="13516" y="1236"/>
                  </a:lnTo>
                  <a:lnTo>
                    <a:pt x="13477" y="1120"/>
                  </a:lnTo>
                  <a:close/>
                  <a:moveTo>
                    <a:pt x="10659" y="0"/>
                  </a:moveTo>
                  <a:lnTo>
                    <a:pt x="9886" y="39"/>
                  </a:lnTo>
                  <a:lnTo>
                    <a:pt x="9114" y="116"/>
                  </a:lnTo>
                  <a:lnTo>
                    <a:pt x="8303" y="232"/>
                  </a:lnTo>
                  <a:lnTo>
                    <a:pt x="7531" y="348"/>
                  </a:lnTo>
                  <a:lnTo>
                    <a:pt x="6720" y="541"/>
                  </a:lnTo>
                  <a:lnTo>
                    <a:pt x="5909" y="734"/>
                  </a:lnTo>
                  <a:lnTo>
                    <a:pt x="5021" y="1004"/>
                  </a:lnTo>
                  <a:lnTo>
                    <a:pt x="4133" y="1352"/>
                  </a:lnTo>
                  <a:lnTo>
                    <a:pt x="3245" y="1699"/>
                  </a:lnTo>
                  <a:lnTo>
                    <a:pt x="2395" y="2124"/>
                  </a:lnTo>
                  <a:lnTo>
                    <a:pt x="1777" y="2433"/>
                  </a:lnTo>
                  <a:lnTo>
                    <a:pt x="1391" y="2626"/>
                  </a:lnTo>
                  <a:lnTo>
                    <a:pt x="1043" y="2858"/>
                  </a:lnTo>
                  <a:lnTo>
                    <a:pt x="696" y="3089"/>
                  </a:lnTo>
                  <a:lnTo>
                    <a:pt x="464" y="3398"/>
                  </a:lnTo>
                  <a:lnTo>
                    <a:pt x="348" y="3553"/>
                  </a:lnTo>
                  <a:lnTo>
                    <a:pt x="271" y="3707"/>
                  </a:lnTo>
                  <a:lnTo>
                    <a:pt x="233" y="3861"/>
                  </a:lnTo>
                  <a:lnTo>
                    <a:pt x="233" y="4055"/>
                  </a:lnTo>
                  <a:lnTo>
                    <a:pt x="194" y="4132"/>
                  </a:lnTo>
                  <a:lnTo>
                    <a:pt x="194" y="4170"/>
                  </a:lnTo>
                  <a:lnTo>
                    <a:pt x="117" y="4325"/>
                  </a:lnTo>
                  <a:lnTo>
                    <a:pt x="40" y="4479"/>
                  </a:lnTo>
                  <a:lnTo>
                    <a:pt x="1" y="4634"/>
                  </a:lnTo>
                  <a:lnTo>
                    <a:pt x="1" y="4788"/>
                  </a:lnTo>
                  <a:lnTo>
                    <a:pt x="40" y="5136"/>
                  </a:lnTo>
                  <a:lnTo>
                    <a:pt x="194" y="5445"/>
                  </a:lnTo>
                  <a:lnTo>
                    <a:pt x="348" y="5638"/>
                  </a:lnTo>
                  <a:lnTo>
                    <a:pt x="503" y="5831"/>
                  </a:lnTo>
                  <a:lnTo>
                    <a:pt x="696" y="5947"/>
                  </a:lnTo>
                  <a:lnTo>
                    <a:pt x="928" y="6063"/>
                  </a:lnTo>
                  <a:lnTo>
                    <a:pt x="966" y="6256"/>
                  </a:lnTo>
                  <a:lnTo>
                    <a:pt x="1275" y="6178"/>
                  </a:lnTo>
                  <a:lnTo>
                    <a:pt x="1314" y="6217"/>
                  </a:lnTo>
                  <a:lnTo>
                    <a:pt x="1314" y="6256"/>
                  </a:lnTo>
                  <a:lnTo>
                    <a:pt x="1352" y="6294"/>
                  </a:lnTo>
                  <a:lnTo>
                    <a:pt x="1468" y="6256"/>
                  </a:lnTo>
                  <a:lnTo>
                    <a:pt x="1816" y="6294"/>
                  </a:lnTo>
                  <a:lnTo>
                    <a:pt x="2395" y="6333"/>
                  </a:lnTo>
                  <a:lnTo>
                    <a:pt x="3013" y="6371"/>
                  </a:lnTo>
                  <a:lnTo>
                    <a:pt x="3592" y="6333"/>
                  </a:lnTo>
                  <a:lnTo>
                    <a:pt x="4171" y="6294"/>
                  </a:lnTo>
                  <a:lnTo>
                    <a:pt x="5368" y="6101"/>
                  </a:lnTo>
                  <a:lnTo>
                    <a:pt x="6565" y="5869"/>
                  </a:lnTo>
                  <a:lnTo>
                    <a:pt x="6758" y="5831"/>
                  </a:lnTo>
                  <a:lnTo>
                    <a:pt x="7994" y="5522"/>
                  </a:lnTo>
                  <a:lnTo>
                    <a:pt x="9037" y="5252"/>
                  </a:lnTo>
                  <a:lnTo>
                    <a:pt x="10079" y="4981"/>
                  </a:lnTo>
                  <a:lnTo>
                    <a:pt x="11161" y="4595"/>
                  </a:lnTo>
                  <a:lnTo>
                    <a:pt x="11663" y="4363"/>
                  </a:lnTo>
                  <a:lnTo>
                    <a:pt x="12126" y="4132"/>
                  </a:lnTo>
                  <a:lnTo>
                    <a:pt x="12126" y="4248"/>
                  </a:lnTo>
                  <a:lnTo>
                    <a:pt x="12396" y="4286"/>
                  </a:lnTo>
                  <a:lnTo>
                    <a:pt x="12782" y="4711"/>
                  </a:lnTo>
                  <a:lnTo>
                    <a:pt x="13014" y="4518"/>
                  </a:lnTo>
                  <a:lnTo>
                    <a:pt x="12435" y="3939"/>
                  </a:lnTo>
                  <a:lnTo>
                    <a:pt x="12898" y="3668"/>
                  </a:lnTo>
                  <a:lnTo>
                    <a:pt x="13362" y="3321"/>
                  </a:lnTo>
                  <a:lnTo>
                    <a:pt x="13632" y="3051"/>
                  </a:lnTo>
                  <a:lnTo>
                    <a:pt x="13825" y="2703"/>
                  </a:lnTo>
                  <a:lnTo>
                    <a:pt x="14134" y="2626"/>
                  </a:lnTo>
                  <a:lnTo>
                    <a:pt x="14018" y="2317"/>
                  </a:lnTo>
                  <a:lnTo>
                    <a:pt x="14095" y="2008"/>
                  </a:lnTo>
                  <a:lnTo>
                    <a:pt x="14134" y="1738"/>
                  </a:lnTo>
                  <a:lnTo>
                    <a:pt x="14095" y="1467"/>
                  </a:lnTo>
                  <a:lnTo>
                    <a:pt x="14018" y="1236"/>
                  </a:lnTo>
                  <a:lnTo>
                    <a:pt x="13902" y="1004"/>
                  </a:lnTo>
                  <a:lnTo>
                    <a:pt x="13748" y="811"/>
                  </a:lnTo>
                  <a:lnTo>
                    <a:pt x="13477" y="618"/>
                  </a:lnTo>
                  <a:lnTo>
                    <a:pt x="13169" y="502"/>
                  </a:lnTo>
                  <a:lnTo>
                    <a:pt x="13091" y="502"/>
                  </a:lnTo>
                  <a:lnTo>
                    <a:pt x="12898" y="386"/>
                  </a:lnTo>
                  <a:lnTo>
                    <a:pt x="12667" y="270"/>
                  </a:lnTo>
                  <a:lnTo>
                    <a:pt x="12435" y="154"/>
                  </a:lnTo>
                  <a:lnTo>
                    <a:pt x="12203" y="116"/>
                  </a:lnTo>
                  <a:lnTo>
                    <a:pt x="11817" y="39"/>
                  </a:lnTo>
                  <a:lnTo>
                    <a:pt x="1143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Google Shape;1522;p7"/>
            <p:cNvSpPr/>
            <p:nvPr/>
          </p:nvSpPr>
          <p:spPr>
            <a:xfrm>
              <a:off x="2291450" y="1821150"/>
              <a:ext cx="200825" cy="230750"/>
            </a:xfrm>
            <a:custGeom>
              <a:avLst/>
              <a:gdLst/>
              <a:ahLst/>
              <a:cxnLst/>
              <a:rect l="l" t="t" r="r" b="b"/>
              <a:pathLst>
                <a:path w="8033" h="9230" extrusionOk="0">
                  <a:moveTo>
                    <a:pt x="2047" y="1"/>
                  </a:moveTo>
                  <a:lnTo>
                    <a:pt x="1893" y="78"/>
                  </a:lnTo>
                  <a:lnTo>
                    <a:pt x="1738" y="155"/>
                  </a:lnTo>
                  <a:lnTo>
                    <a:pt x="1430" y="425"/>
                  </a:lnTo>
                  <a:lnTo>
                    <a:pt x="1198" y="734"/>
                  </a:lnTo>
                  <a:lnTo>
                    <a:pt x="966" y="1005"/>
                  </a:lnTo>
                  <a:lnTo>
                    <a:pt x="735" y="1352"/>
                  </a:lnTo>
                  <a:lnTo>
                    <a:pt x="503" y="1738"/>
                  </a:lnTo>
                  <a:lnTo>
                    <a:pt x="348" y="2124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39" y="3476"/>
                  </a:lnTo>
                  <a:lnTo>
                    <a:pt x="1" y="3939"/>
                  </a:lnTo>
                  <a:lnTo>
                    <a:pt x="78" y="4441"/>
                  </a:lnTo>
                  <a:lnTo>
                    <a:pt x="155" y="4905"/>
                  </a:lnTo>
                  <a:lnTo>
                    <a:pt x="271" y="5329"/>
                  </a:lnTo>
                  <a:lnTo>
                    <a:pt x="464" y="5793"/>
                  </a:lnTo>
                  <a:lnTo>
                    <a:pt x="696" y="6179"/>
                  </a:lnTo>
                  <a:lnTo>
                    <a:pt x="1043" y="6179"/>
                  </a:lnTo>
                  <a:lnTo>
                    <a:pt x="889" y="5831"/>
                  </a:lnTo>
                  <a:lnTo>
                    <a:pt x="735" y="5484"/>
                  </a:lnTo>
                  <a:lnTo>
                    <a:pt x="657" y="5136"/>
                  </a:lnTo>
                  <a:lnTo>
                    <a:pt x="541" y="4789"/>
                  </a:lnTo>
                  <a:lnTo>
                    <a:pt x="503" y="4403"/>
                  </a:lnTo>
                  <a:lnTo>
                    <a:pt x="464" y="4055"/>
                  </a:lnTo>
                  <a:lnTo>
                    <a:pt x="464" y="3669"/>
                  </a:lnTo>
                  <a:lnTo>
                    <a:pt x="464" y="3321"/>
                  </a:lnTo>
                  <a:lnTo>
                    <a:pt x="541" y="2974"/>
                  </a:lnTo>
                  <a:lnTo>
                    <a:pt x="619" y="2626"/>
                  </a:lnTo>
                  <a:lnTo>
                    <a:pt x="735" y="2279"/>
                  </a:lnTo>
                  <a:lnTo>
                    <a:pt x="850" y="1931"/>
                  </a:lnTo>
                  <a:lnTo>
                    <a:pt x="1043" y="1622"/>
                  </a:lnTo>
                  <a:lnTo>
                    <a:pt x="1236" y="1313"/>
                  </a:lnTo>
                  <a:lnTo>
                    <a:pt x="1468" y="1005"/>
                  </a:lnTo>
                  <a:lnTo>
                    <a:pt x="1777" y="734"/>
                  </a:lnTo>
                  <a:lnTo>
                    <a:pt x="1970" y="580"/>
                  </a:lnTo>
                  <a:lnTo>
                    <a:pt x="2086" y="503"/>
                  </a:lnTo>
                  <a:lnTo>
                    <a:pt x="2202" y="464"/>
                  </a:lnTo>
                  <a:lnTo>
                    <a:pt x="2318" y="580"/>
                  </a:lnTo>
                  <a:lnTo>
                    <a:pt x="2434" y="811"/>
                  </a:lnTo>
                  <a:lnTo>
                    <a:pt x="2588" y="1198"/>
                  </a:lnTo>
                  <a:lnTo>
                    <a:pt x="2742" y="1584"/>
                  </a:lnTo>
                  <a:lnTo>
                    <a:pt x="2858" y="1931"/>
                  </a:lnTo>
                  <a:lnTo>
                    <a:pt x="2974" y="2317"/>
                  </a:lnTo>
                  <a:lnTo>
                    <a:pt x="3051" y="2704"/>
                  </a:lnTo>
                  <a:lnTo>
                    <a:pt x="3090" y="3090"/>
                  </a:lnTo>
                  <a:lnTo>
                    <a:pt x="3090" y="3437"/>
                  </a:lnTo>
                  <a:lnTo>
                    <a:pt x="3051" y="3785"/>
                  </a:lnTo>
                  <a:lnTo>
                    <a:pt x="3013" y="4132"/>
                  </a:lnTo>
                  <a:lnTo>
                    <a:pt x="2897" y="4480"/>
                  </a:lnTo>
                  <a:lnTo>
                    <a:pt x="2781" y="4789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22"/>
                  </a:lnTo>
                  <a:lnTo>
                    <a:pt x="2395" y="5638"/>
                  </a:lnTo>
                  <a:lnTo>
                    <a:pt x="2356" y="5716"/>
                  </a:lnTo>
                  <a:lnTo>
                    <a:pt x="2356" y="5754"/>
                  </a:lnTo>
                  <a:lnTo>
                    <a:pt x="2395" y="5793"/>
                  </a:lnTo>
                  <a:lnTo>
                    <a:pt x="2472" y="5793"/>
                  </a:lnTo>
                  <a:lnTo>
                    <a:pt x="2627" y="5716"/>
                  </a:lnTo>
                  <a:lnTo>
                    <a:pt x="2820" y="5677"/>
                  </a:lnTo>
                  <a:lnTo>
                    <a:pt x="3206" y="5677"/>
                  </a:lnTo>
                  <a:lnTo>
                    <a:pt x="3631" y="5716"/>
                  </a:lnTo>
                  <a:lnTo>
                    <a:pt x="4055" y="5793"/>
                  </a:lnTo>
                  <a:lnTo>
                    <a:pt x="4442" y="5947"/>
                  </a:lnTo>
                  <a:lnTo>
                    <a:pt x="4866" y="6102"/>
                  </a:lnTo>
                  <a:lnTo>
                    <a:pt x="5214" y="6256"/>
                  </a:lnTo>
                  <a:lnTo>
                    <a:pt x="5523" y="6449"/>
                  </a:lnTo>
                  <a:lnTo>
                    <a:pt x="5832" y="6642"/>
                  </a:lnTo>
                  <a:lnTo>
                    <a:pt x="6141" y="6835"/>
                  </a:lnTo>
                  <a:lnTo>
                    <a:pt x="6411" y="7067"/>
                  </a:lnTo>
                  <a:lnTo>
                    <a:pt x="6681" y="7337"/>
                  </a:lnTo>
                  <a:lnTo>
                    <a:pt x="6913" y="7608"/>
                  </a:lnTo>
                  <a:lnTo>
                    <a:pt x="7145" y="7878"/>
                  </a:lnTo>
                  <a:lnTo>
                    <a:pt x="7338" y="8187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95" y="8766"/>
                  </a:lnTo>
                  <a:lnTo>
                    <a:pt x="5870" y="8805"/>
                  </a:lnTo>
                  <a:lnTo>
                    <a:pt x="5484" y="8805"/>
                  </a:lnTo>
                  <a:lnTo>
                    <a:pt x="5059" y="8727"/>
                  </a:lnTo>
                  <a:lnTo>
                    <a:pt x="4673" y="8612"/>
                  </a:lnTo>
                  <a:lnTo>
                    <a:pt x="4248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72" y="7106"/>
                  </a:lnTo>
                  <a:lnTo>
                    <a:pt x="1932" y="6565"/>
                  </a:lnTo>
                  <a:lnTo>
                    <a:pt x="1854" y="6526"/>
                  </a:lnTo>
                  <a:lnTo>
                    <a:pt x="1816" y="6488"/>
                  </a:lnTo>
                  <a:lnTo>
                    <a:pt x="1661" y="6526"/>
                  </a:lnTo>
                  <a:lnTo>
                    <a:pt x="1623" y="6526"/>
                  </a:lnTo>
                  <a:lnTo>
                    <a:pt x="1584" y="6565"/>
                  </a:lnTo>
                  <a:lnTo>
                    <a:pt x="1430" y="6835"/>
                  </a:lnTo>
                  <a:lnTo>
                    <a:pt x="1661" y="6874"/>
                  </a:lnTo>
                  <a:lnTo>
                    <a:pt x="2279" y="7492"/>
                  </a:lnTo>
                  <a:lnTo>
                    <a:pt x="2897" y="8071"/>
                  </a:lnTo>
                  <a:lnTo>
                    <a:pt x="3244" y="8341"/>
                  </a:lnTo>
                  <a:lnTo>
                    <a:pt x="3631" y="8573"/>
                  </a:lnTo>
                  <a:lnTo>
                    <a:pt x="3978" y="8766"/>
                  </a:lnTo>
                  <a:lnTo>
                    <a:pt x="4364" y="8959"/>
                  </a:lnTo>
                  <a:lnTo>
                    <a:pt x="4828" y="9114"/>
                  </a:lnTo>
                  <a:lnTo>
                    <a:pt x="5252" y="9191"/>
                  </a:lnTo>
                  <a:lnTo>
                    <a:pt x="5677" y="9229"/>
                  </a:lnTo>
                  <a:lnTo>
                    <a:pt x="6141" y="9229"/>
                  </a:lnTo>
                  <a:lnTo>
                    <a:pt x="6565" y="9152"/>
                  </a:lnTo>
                  <a:lnTo>
                    <a:pt x="6990" y="9075"/>
                  </a:lnTo>
                  <a:lnTo>
                    <a:pt x="7878" y="8843"/>
                  </a:lnTo>
                  <a:lnTo>
                    <a:pt x="7955" y="8805"/>
                  </a:lnTo>
                  <a:lnTo>
                    <a:pt x="7994" y="8727"/>
                  </a:lnTo>
                  <a:lnTo>
                    <a:pt x="8033" y="8650"/>
                  </a:lnTo>
                  <a:lnTo>
                    <a:pt x="7994" y="8534"/>
                  </a:lnTo>
                  <a:lnTo>
                    <a:pt x="7762" y="8110"/>
                  </a:lnTo>
                  <a:lnTo>
                    <a:pt x="7492" y="7685"/>
                  </a:lnTo>
                  <a:lnTo>
                    <a:pt x="7222" y="7299"/>
                  </a:lnTo>
                  <a:lnTo>
                    <a:pt x="6874" y="6913"/>
                  </a:lnTo>
                  <a:lnTo>
                    <a:pt x="6527" y="6604"/>
                  </a:lnTo>
                  <a:lnTo>
                    <a:pt x="6141" y="6295"/>
                  </a:lnTo>
                  <a:lnTo>
                    <a:pt x="5716" y="6024"/>
                  </a:lnTo>
                  <a:lnTo>
                    <a:pt x="5252" y="5793"/>
                  </a:lnTo>
                  <a:lnTo>
                    <a:pt x="4828" y="5638"/>
                  </a:lnTo>
                  <a:lnTo>
                    <a:pt x="4248" y="5445"/>
                  </a:lnTo>
                  <a:lnTo>
                    <a:pt x="3940" y="5368"/>
                  </a:lnTo>
                  <a:lnTo>
                    <a:pt x="3592" y="5291"/>
                  </a:lnTo>
                  <a:lnTo>
                    <a:pt x="3013" y="5291"/>
                  </a:lnTo>
                  <a:lnTo>
                    <a:pt x="3167" y="4982"/>
                  </a:lnTo>
                  <a:lnTo>
                    <a:pt x="3322" y="4634"/>
                  </a:lnTo>
                  <a:lnTo>
                    <a:pt x="3399" y="4287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06"/>
                  </a:lnTo>
                  <a:lnTo>
                    <a:pt x="3515" y="2858"/>
                  </a:lnTo>
                  <a:lnTo>
                    <a:pt x="3438" y="2472"/>
                  </a:lnTo>
                  <a:lnTo>
                    <a:pt x="3322" y="1970"/>
                  </a:lnTo>
                  <a:lnTo>
                    <a:pt x="3167" y="1468"/>
                  </a:lnTo>
                  <a:lnTo>
                    <a:pt x="2936" y="966"/>
                  </a:lnTo>
                  <a:lnTo>
                    <a:pt x="2704" y="503"/>
                  </a:lnTo>
                  <a:lnTo>
                    <a:pt x="2588" y="271"/>
                  </a:lnTo>
                  <a:lnTo>
                    <a:pt x="2472" y="116"/>
                  </a:lnTo>
                  <a:lnTo>
                    <a:pt x="2356" y="39"/>
                  </a:lnTo>
                  <a:lnTo>
                    <a:pt x="227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Google Shape;1523;p7"/>
            <p:cNvSpPr/>
            <p:nvPr/>
          </p:nvSpPr>
          <p:spPr>
            <a:xfrm>
              <a:off x="6650100" y="1835625"/>
              <a:ext cx="350475" cy="288675"/>
            </a:xfrm>
            <a:custGeom>
              <a:avLst/>
              <a:gdLst/>
              <a:ahLst/>
              <a:cxnLst/>
              <a:rect l="l" t="t" r="r" b="b"/>
              <a:pathLst>
                <a:path w="14019" h="11547" extrusionOk="0">
                  <a:moveTo>
                    <a:pt x="11778" y="1"/>
                  </a:moveTo>
                  <a:lnTo>
                    <a:pt x="11470" y="78"/>
                  </a:lnTo>
                  <a:lnTo>
                    <a:pt x="11856" y="1932"/>
                  </a:lnTo>
                  <a:lnTo>
                    <a:pt x="12280" y="3746"/>
                  </a:lnTo>
                  <a:lnTo>
                    <a:pt x="11508" y="2781"/>
                  </a:lnTo>
                  <a:lnTo>
                    <a:pt x="10659" y="1893"/>
                  </a:lnTo>
                  <a:lnTo>
                    <a:pt x="10427" y="2086"/>
                  </a:lnTo>
                  <a:lnTo>
                    <a:pt x="11470" y="3437"/>
                  </a:lnTo>
                  <a:lnTo>
                    <a:pt x="12551" y="4750"/>
                  </a:lnTo>
                  <a:lnTo>
                    <a:pt x="12860" y="5754"/>
                  </a:lnTo>
                  <a:lnTo>
                    <a:pt x="13169" y="5754"/>
                  </a:lnTo>
                  <a:lnTo>
                    <a:pt x="13207" y="5639"/>
                  </a:lnTo>
                  <a:lnTo>
                    <a:pt x="13169" y="5523"/>
                  </a:lnTo>
                  <a:lnTo>
                    <a:pt x="13439" y="5716"/>
                  </a:lnTo>
                  <a:lnTo>
                    <a:pt x="13593" y="5947"/>
                  </a:lnTo>
                  <a:lnTo>
                    <a:pt x="13671" y="6179"/>
                  </a:lnTo>
                  <a:lnTo>
                    <a:pt x="13709" y="6411"/>
                  </a:lnTo>
                  <a:lnTo>
                    <a:pt x="13632" y="6681"/>
                  </a:lnTo>
                  <a:lnTo>
                    <a:pt x="13516" y="6913"/>
                  </a:lnTo>
                  <a:lnTo>
                    <a:pt x="13362" y="7183"/>
                  </a:lnTo>
                  <a:lnTo>
                    <a:pt x="13169" y="7453"/>
                  </a:lnTo>
                  <a:lnTo>
                    <a:pt x="12744" y="7955"/>
                  </a:lnTo>
                  <a:lnTo>
                    <a:pt x="12203" y="8419"/>
                  </a:lnTo>
                  <a:lnTo>
                    <a:pt x="11740" y="8766"/>
                  </a:lnTo>
                  <a:lnTo>
                    <a:pt x="11354" y="9075"/>
                  </a:lnTo>
                  <a:lnTo>
                    <a:pt x="10543" y="9577"/>
                  </a:lnTo>
                  <a:lnTo>
                    <a:pt x="9655" y="10002"/>
                  </a:lnTo>
                  <a:lnTo>
                    <a:pt x="8767" y="10388"/>
                  </a:lnTo>
                  <a:lnTo>
                    <a:pt x="7878" y="10658"/>
                  </a:lnTo>
                  <a:lnTo>
                    <a:pt x="6952" y="10890"/>
                  </a:lnTo>
                  <a:lnTo>
                    <a:pt x="5986" y="11083"/>
                  </a:lnTo>
                  <a:lnTo>
                    <a:pt x="5021" y="11160"/>
                  </a:lnTo>
                  <a:lnTo>
                    <a:pt x="3631" y="11160"/>
                  </a:lnTo>
                  <a:lnTo>
                    <a:pt x="3013" y="11122"/>
                  </a:lnTo>
                  <a:lnTo>
                    <a:pt x="2356" y="11045"/>
                  </a:lnTo>
                  <a:lnTo>
                    <a:pt x="1661" y="10929"/>
                  </a:lnTo>
                  <a:lnTo>
                    <a:pt x="1352" y="10813"/>
                  </a:lnTo>
                  <a:lnTo>
                    <a:pt x="1082" y="10697"/>
                  </a:lnTo>
                  <a:lnTo>
                    <a:pt x="812" y="10543"/>
                  </a:lnTo>
                  <a:lnTo>
                    <a:pt x="619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2"/>
                  </a:lnTo>
                  <a:lnTo>
                    <a:pt x="387" y="9461"/>
                  </a:lnTo>
                  <a:lnTo>
                    <a:pt x="155" y="9423"/>
                  </a:lnTo>
                  <a:lnTo>
                    <a:pt x="40" y="9654"/>
                  </a:lnTo>
                  <a:lnTo>
                    <a:pt x="1" y="9886"/>
                  </a:lnTo>
                  <a:lnTo>
                    <a:pt x="40" y="10118"/>
                  </a:lnTo>
                  <a:lnTo>
                    <a:pt x="78" y="10311"/>
                  </a:lnTo>
                  <a:lnTo>
                    <a:pt x="194" y="10465"/>
                  </a:lnTo>
                  <a:lnTo>
                    <a:pt x="348" y="10620"/>
                  </a:lnTo>
                  <a:lnTo>
                    <a:pt x="542" y="10774"/>
                  </a:lnTo>
                  <a:lnTo>
                    <a:pt x="773" y="10890"/>
                  </a:lnTo>
                  <a:lnTo>
                    <a:pt x="1237" y="11083"/>
                  </a:lnTo>
                  <a:lnTo>
                    <a:pt x="1739" y="11238"/>
                  </a:lnTo>
                  <a:lnTo>
                    <a:pt x="2202" y="11354"/>
                  </a:lnTo>
                  <a:lnTo>
                    <a:pt x="2627" y="11431"/>
                  </a:lnTo>
                  <a:lnTo>
                    <a:pt x="3322" y="11508"/>
                  </a:lnTo>
                  <a:lnTo>
                    <a:pt x="3978" y="11547"/>
                  </a:lnTo>
                  <a:lnTo>
                    <a:pt x="4673" y="11547"/>
                  </a:lnTo>
                  <a:lnTo>
                    <a:pt x="5368" y="11508"/>
                  </a:lnTo>
                  <a:lnTo>
                    <a:pt x="6063" y="11431"/>
                  </a:lnTo>
                  <a:lnTo>
                    <a:pt x="6759" y="11315"/>
                  </a:lnTo>
                  <a:lnTo>
                    <a:pt x="7415" y="11160"/>
                  </a:lnTo>
                  <a:lnTo>
                    <a:pt x="8071" y="11006"/>
                  </a:lnTo>
                  <a:lnTo>
                    <a:pt x="8728" y="10774"/>
                  </a:lnTo>
                  <a:lnTo>
                    <a:pt x="9346" y="10543"/>
                  </a:lnTo>
                  <a:lnTo>
                    <a:pt x="9964" y="10272"/>
                  </a:lnTo>
                  <a:lnTo>
                    <a:pt x="10543" y="9963"/>
                  </a:lnTo>
                  <a:lnTo>
                    <a:pt x="11122" y="9654"/>
                  </a:lnTo>
                  <a:lnTo>
                    <a:pt x="11701" y="9268"/>
                  </a:lnTo>
                  <a:lnTo>
                    <a:pt x="12242" y="8882"/>
                  </a:lnTo>
                  <a:lnTo>
                    <a:pt x="12744" y="8457"/>
                  </a:lnTo>
                  <a:lnTo>
                    <a:pt x="13169" y="8071"/>
                  </a:lnTo>
                  <a:lnTo>
                    <a:pt x="13555" y="7646"/>
                  </a:lnTo>
                  <a:lnTo>
                    <a:pt x="13748" y="7376"/>
                  </a:lnTo>
                  <a:lnTo>
                    <a:pt x="13864" y="7145"/>
                  </a:lnTo>
                  <a:lnTo>
                    <a:pt x="13980" y="6874"/>
                  </a:lnTo>
                  <a:lnTo>
                    <a:pt x="14018" y="6565"/>
                  </a:lnTo>
                  <a:lnTo>
                    <a:pt x="14018" y="6334"/>
                  </a:lnTo>
                  <a:lnTo>
                    <a:pt x="14018" y="6141"/>
                  </a:lnTo>
                  <a:lnTo>
                    <a:pt x="13941" y="5909"/>
                  </a:lnTo>
                  <a:lnTo>
                    <a:pt x="13864" y="5716"/>
                  </a:lnTo>
                  <a:lnTo>
                    <a:pt x="13748" y="5523"/>
                  </a:lnTo>
                  <a:lnTo>
                    <a:pt x="13593" y="5368"/>
                  </a:lnTo>
                  <a:lnTo>
                    <a:pt x="13439" y="5252"/>
                  </a:lnTo>
                  <a:lnTo>
                    <a:pt x="13246" y="5137"/>
                  </a:lnTo>
                  <a:lnTo>
                    <a:pt x="13091" y="5137"/>
                  </a:lnTo>
                  <a:lnTo>
                    <a:pt x="12821" y="3824"/>
                  </a:lnTo>
                  <a:lnTo>
                    <a:pt x="12512" y="2549"/>
                  </a:lnTo>
                  <a:lnTo>
                    <a:pt x="12165" y="1275"/>
                  </a:lnTo>
                  <a:lnTo>
                    <a:pt x="117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Google Shape;1524;p7"/>
            <p:cNvSpPr/>
            <p:nvPr/>
          </p:nvSpPr>
          <p:spPr>
            <a:xfrm>
              <a:off x="609775" y="1851075"/>
              <a:ext cx="353350" cy="159325"/>
            </a:xfrm>
            <a:custGeom>
              <a:avLst/>
              <a:gdLst/>
              <a:ahLst/>
              <a:cxnLst/>
              <a:rect l="l" t="t" r="r" b="b"/>
              <a:pathLst>
                <a:path w="14134" h="6373" extrusionOk="0">
                  <a:moveTo>
                    <a:pt x="11160" y="464"/>
                  </a:moveTo>
                  <a:lnTo>
                    <a:pt x="11624" y="503"/>
                  </a:lnTo>
                  <a:lnTo>
                    <a:pt x="12049" y="541"/>
                  </a:lnTo>
                  <a:lnTo>
                    <a:pt x="12435" y="657"/>
                  </a:lnTo>
                  <a:lnTo>
                    <a:pt x="12628" y="734"/>
                  </a:lnTo>
                  <a:lnTo>
                    <a:pt x="12744" y="812"/>
                  </a:lnTo>
                  <a:lnTo>
                    <a:pt x="12859" y="966"/>
                  </a:lnTo>
                  <a:lnTo>
                    <a:pt x="12937" y="1082"/>
                  </a:lnTo>
                  <a:lnTo>
                    <a:pt x="12975" y="1314"/>
                  </a:lnTo>
                  <a:lnTo>
                    <a:pt x="12975" y="1507"/>
                  </a:lnTo>
                  <a:lnTo>
                    <a:pt x="12937" y="1700"/>
                  </a:lnTo>
                  <a:lnTo>
                    <a:pt x="12821" y="1893"/>
                  </a:lnTo>
                  <a:lnTo>
                    <a:pt x="12705" y="2086"/>
                  </a:lnTo>
                  <a:lnTo>
                    <a:pt x="12589" y="2240"/>
                  </a:lnTo>
                  <a:lnTo>
                    <a:pt x="12242" y="2472"/>
                  </a:lnTo>
                  <a:lnTo>
                    <a:pt x="11817" y="2742"/>
                  </a:lnTo>
                  <a:lnTo>
                    <a:pt x="11392" y="2935"/>
                  </a:lnTo>
                  <a:lnTo>
                    <a:pt x="10658" y="3206"/>
                  </a:lnTo>
                  <a:lnTo>
                    <a:pt x="9925" y="3437"/>
                  </a:lnTo>
                  <a:lnTo>
                    <a:pt x="9152" y="3708"/>
                  </a:lnTo>
                  <a:lnTo>
                    <a:pt x="8380" y="3901"/>
                  </a:lnTo>
                  <a:lnTo>
                    <a:pt x="7608" y="4094"/>
                  </a:lnTo>
                  <a:lnTo>
                    <a:pt x="6797" y="4287"/>
                  </a:lnTo>
                  <a:lnTo>
                    <a:pt x="5909" y="4441"/>
                  </a:lnTo>
                  <a:lnTo>
                    <a:pt x="5021" y="4596"/>
                  </a:lnTo>
                  <a:lnTo>
                    <a:pt x="4133" y="4712"/>
                  </a:lnTo>
                  <a:lnTo>
                    <a:pt x="3244" y="4789"/>
                  </a:lnTo>
                  <a:lnTo>
                    <a:pt x="2202" y="4789"/>
                  </a:lnTo>
                  <a:lnTo>
                    <a:pt x="1854" y="4750"/>
                  </a:lnTo>
                  <a:lnTo>
                    <a:pt x="1507" y="4673"/>
                  </a:lnTo>
                  <a:lnTo>
                    <a:pt x="1198" y="4557"/>
                  </a:lnTo>
                  <a:lnTo>
                    <a:pt x="889" y="4441"/>
                  </a:lnTo>
                  <a:lnTo>
                    <a:pt x="580" y="4248"/>
                  </a:lnTo>
                  <a:lnTo>
                    <a:pt x="657" y="4171"/>
                  </a:lnTo>
                  <a:lnTo>
                    <a:pt x="696" y="4055"/>
                  </a:lnTo>
                  <a:lnTo>
                    <a:pt x="696" y="3939"/>
                  </a:lnTo>
                  <a:lnTo>
                    <a:pt x="734" y="3823"/>
                  </a:lnTo>
                  <a:lnTo>
                    <a:pt x="850" y="3630"/>
                  </a:lnTo>
                  <a:lnTo>
                    <a:pt x="1082" y="3437"/>
                  </a:lnTo>
                  <a:lnTo>
                    <a:pt x="1314" y="3244"/>
                  </a:lnTo>
                  <a:lnTo>
                    <a:pt x="1854" y="2935"/>
                  </a:lnTo>
                  <a:lnTo>
                    <a:pt x="2279" y="2704"/>
                  </a:lnTo>
                  <a:lnTo>
                    <a:pt x="3013" y="2356"/>
                  </a:lnTo>
                  <a:lnTo>
                    <a:pt x="3708" y="2009"/>
                  </a:lnTo>
                  <a:lnTo>
                    <a:pt x="4480" y="1700"/>
                  </a:lnTo>
                  <a:lnTo>
                    <a:pt x="5252" y="1429"/>
                  </a:lnTo>
                  <a:lnTo>
                    <a:pt x="6025" y="1198"/>
                  </a:lnTo>
                  <a:lnTo>
                    <a:pt x="6836" y="1005"/>
                  </a:lnTo>
                  <a:lnTo>
                    <a:pt x="7608" y="812"/>
                  </a:lnTo>
                  <a:lnTo>
                    <a:pt x="8419" y="696"/>
                  </a:lnTo>
                  <a:lnTo>
                    <a:pt x="9230" y="580"/>
                  </a:lnTo>
                  <a:lnTo>
                    <a:pt x="10041" y="541"/>
                  </a:lnTo>
                  <a:lnTo>
                    <a:pt x="10736" y="503"/>
                  </a:lnTo>
                  <a:lnTo>
                    <a:pt x="11160" y="464"/>
                  </a:lnTo>
                  <a:close/>
                  <a:moveTo>
                    <a:pt x="13477" y="1120"/>
                  </a:moveTo>
                  <a:lnTo>
                    <a:pt x="13632" y="1314"/>
                  </a:lnTo>
                  <a:lnTo>
                    <a:pt x="13709" y="1507"/>
                  </a:lnTo>
                  <a:lnTo>
                    <a:pt x="13748" y="1738"/>
                  </a:lnTo>
                  <a:lnTo>
                    <a:pt x="13709" y="2009"/>
                  </a:lnTo>
                  <a:lnTo>
                    <a:pt x="13632" y="2240"/>
                  </a:lnTo>
                  <a:lnTo>
                    <a:pt x="13516" y="2472"/>
                  </a:lnTo>
                  <a:lnTo>
                    <a:pt x="13400" y="2704"/>
                  </a:lnTo>
                  <a:lnTo>
                    <a:pt x="13207" y="2897"/>
                  </a:lnTo>
                  <a:lnTo>
                    <a:pt x="12859" y="3206"/>
                  </a:lnTo>
                  <a:lnTo>
                    <a:pt x="12473" y="3437"/>
                  </a:lnTo>
                  <a:lnTo>
                    <a:pt x="12049" y="3669"/>
                  </a:lnTo>
                  <a:lnTo>
                    <a:pt x="11624" y="3901"/>
                  </a:lnTo>
                  <a:lnTo>
                    <a:pt x="10658" y="4287"/>
                  </a:lnTo>
                  <a:lnTo>
                    <a:pt x="9732" y="4634"/>
                  </a:lnTo>
                  <a:lnTo>
                    <a:pt x="8766" y="4905"/>
                  </a:lnTo>
                  <a:lnTo>
                    <a:pt x="7762" y="5175"/>
                  </a:lnTo>
                  <a:lnTo>
                    <a:pt x="6758" y="5407"/>
                  </a:lnTo>
                  <a:lnTo>
                    <a:pt x="5754" y="5600"/>
                  </a:lnTo>
                  <a:lnTo>
                    <a:pt x="4712" y="5793"/>
                  </a:lnTo>
                  <a:lnTo>
                    <a:pt x="3708" y="5909"/>
                  </a:lnTo>
                  <a:lnTo>
                    <a:pt x="2781" y="5986"/>
                  </a:lnTo>
                  <a:lnTo>
                    <a:pt x="2279" y="5986"/>
                  </a:lnTo>
                  <a:lnTo>
                    <a:pt x="1816" y="5947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8"/>
                  </a:lnTo>
                  <a:lnTo>
                    <a:pt x="696" y="5484"/>
                  </a:lnTo>
                  <a:lnTo>
                    <a:pt x="503" y="5252"/>
                  </a:lnTo>
                  <a:lnTo>
                    <a:pt x="348" y="5021"/>
                  </a:lnTo>
                  <a:lnTo>
                    <a:pt x="310" y="4866"/>
                  </a:lnTo>
                  <a:lnTo>
                    <a:pt x="310" y="4750"/>
                  </a:lnTo>
                  <a:lnTo>
                    <a:pt x="310" y="4596"/>
                  </a:lnTo>
                  <a:lnTo>
                    <a:pt x="348" y="4441"/>
                  </a:lnTo>
                  <a:lnTo>
                    <a:pt x="541" y="4673"/>
                  </a:lnTo>
                  <a:lnTo>
                    <a:pt x="812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3" y="5214"/>
                  </a:lnTo>
                  <a:lnTo>
                    <a:pt x="1931" y="5252"/>
                  </a:lnTo>
                  <a:lnTo>
                    <a:pt x="2588" y="5329"/>
                  </a:lnTo>
                  <a:lnTo>
                    <a:pt x="3244" y="5291"/>
                  </a:lnTo>
                  <a:lnTo>
                    <a:pt x="3939" y="5252"/>
                  </a:lnTo>
                  <a:lnTo>
                    <a:pt x="5137" y="5059"/>
                  </a:lnTo>
                  <a:lnTo>
                    <a:pt x="6913" y="4789"/>
                  </a:lnTo>
                  <a:lnTo>
                    <a:pt x="7840" y="4596"/>
                  </a:lnTo>
                  <a:lnTo>
                    <a:pt x="8728" y="4403"/>
                  </a:lnTo>
                  <a:lnTo>
                    <a:pt x="9616" y="4132"/>
                  </a:lnTo>
                  <a:lnTo>
                    <a:pt x="10504" y="3862"/>
                  </a:lnTo>
                  <a:lnTo>
                    <a:pt x="11353" y="3515"/>
                  </a:lnTo>
                  <a:lnTo>
                    <a:pt x="12164" y="3128"/>
                  </a:lnTo>
                  <a:lnTo>
                    <a:pt x="12435" y="2974"/>
                  </a:lnTo>
                  <a:lnTo>
                    <a:pt x="12705" y="2819"/>
                  </a:lnTo>
                  <a:lnTo>
                    <a:pt x="12937" y="2588"/>
                  </a:lnTo>
                  <a:lnTo>
                    <a:pt x="13130" y="2395"/>
                  </a:lnTo>
                  <a:lnTo>
                    <a:pt x="13323" y="2124"/>
                  </a:lnTo>
                  <a:lnTo>
                    <a:pt x="13439" y="1854"/>
                  </a:lnTo>
                  <a:lnTo>
                    <a:pt x="13516" y="1584"/>
                  </a:lnTo>
                  <a:lnTo>
                    <a:pt x="13516" y="1236"/>
                  </a:lnTo>
                  <a:lnTo>
                    <a:pt x="13477" y="1120"/>
                  </a:lnTo>
                  <a:close/>
                  <a:moveTo>
                    <a:pt x="10658" y="1"/>
                  </a:moveTo>
                  <a:lnTo>
                    <a:pt x="9886" y="39"/>
                  </a:lnTo>
                  <a:lnTo>
                    <a:pt x="9114" y="116"/>
                  </a:lnTo>
                  <a:lnTo>
                    <a:pt x="8303" y="232"/>
                  </a:lnTo>
                  <a:lnTo>
                    <a:pt x="7531" y="348"/>
                  </a:lnTo>
                  <a:lnTo>
                    <a:pt x="6720" y="541"/>
                  </a:lnTo>
                  <a:lnTo>
                    <a:pt x="5909" y="734"/>
                  </a:lnTo>
                  <a:lnTo>
                    <a:pt x="5021" y="1005"/>
                  </a:lnTo>
                  <a:lnTo>
                    <a:pt x="4133" y="1352"/>
                  </a:lnTo>
                  <a:lnTo>
                    <a:pt x="3244" y="1700"/>
                  </a:lnTo>
                  <a:lnTo>
                    <a:pt x="2395" y="2124"/>
                  </a:lnTo>
                  <a:lnTo>
                    <a:pt x="1777" y="2433"/>
                  </a:lnTo>
                  <a:lnTo>
                    <a:pt x="1391" y="2626"/>
                  </a:lnTo>
                  <a:lnTo>
                    <a:pt x="1043" y="2858"/>
                  </a:lnTo>
                  <a:lnTo>
                    <a:pt x="696" y="3090"/>
                  </a:lnTo>
                  <a:lnTo>
                    <a:pt x="464" y="3399"/>
                  </a:lnTo>
                  <a:lnTo>
                    <a:pt x="348" y="3553"/>
                  </a:lnTo>
                  <a:lnTo>
                    <a:pt x="271" y="3708"/>
                  </a:lnTo>
                  <a:lnTo>
                    <a:pt x="232" y="3862"/>
                  </a:lnTo>
                  <a:lnTo>
                    <a:pt x="232" y="4055"/>
                  </a:lnTo>
                  <a:lnTo>
                    <a:pt x="194" y="4132"/>
                  </a:lnTo>
                  <a:lnTo>
                    <a:pt x="194" y="4171"/>
                  </a:lnTo>
                  <a:lnTo>
                    <a:pt x="117" y="4325"/>
                  </a:lnTo>
                  <a:lnTo>
                    <a:pt x="39" y="4480"/>
                  </a:lnTo>
                  <a:lnTo>
                    <a:pt x="1" y="4634"/>
                  </a:lnTo>
                  <a:lnTo>
                    <a:pt x="1" y="4789"/>
                  </a:lnTo>
                  <a:lnTo>
                    <a:pt x="39" y="5136"/>
                  </a:lnTo>
                  <a:lnTo>
                    <a:pt x="194" y="5445"/>
                  </a:lnTo>
                  <a:lnTo>
                    <a:pt x="348" y="5638"/>
                  </a:lnTo>
                  <a:lnTo>
                    <a:pt x="503" y="5831"/>
                  </a:lnTo>
                  <a:lnTo>
                    <a:pt x="696" y="5947"/>
                  </a:lnTo>
                  <a:lnTo>
                    <a:pt x="927" y="6063"/>
                  </a:lnTo>
                  <a:lnTo>
                    <a:pt x="966" y="6256"/>
                  </a:lnTo>
                  <a:lnTo>
                    <a:pt x="1275" y="6179"/>
                  </a:lnTo>
                  <a:lnTo>
                    <a:pt x="1314" y="6218"/>
                  </a:lnTo>
                  <a:lnTo>
                    <a:pt x="1314" y="6256"/>
                  </a:lnTo>
                  <a:lnTo>
                    <a:pt x="1352" y="6295"/>
                  </a:lnTo>
                  <a:lnTo>
                    <a:pt x="1468" y="6256"/>
                  </a:lnTo>
                  <a:lnTo>
                    <a:pt x="1816" y="6295"/>
                  </a:lnTo>
                  <a:lnTo>
                    <a:pt x="2395" y="6333"/>
                  </a:lnTo>
                  <a:lnTo>
                    <a:pt x="3013" y="6372"/>
                  </a:lnTo>
                  <a:lnTo>
                    <a:pt x="3592" y="6333"/>
                  </a:lnTo>
                  <a:lnTo>
                    <a:pt x="4171" y="6295"/>
                  </a:lnTo>
                  <a:lnTo>
                    <a:pt x="5368" y="6102"/>
                  </a:lnTo>
                  <a:lnTo>
                    <a:pt x="6565" y="5870"/>
                  </a:lnTo>
                  <a:lnTo>
                    <a:pt x="6758" y="5831"/>
                  </a:lnTo>
                  <a:lnTo>
                    <a:pt x="7994" y="5523"/>
                  </a:lnTo>
                  <a:lnTo>
                    <a:pt x="9037" y="5252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6" y="4132"/>
                  </a:lnTo>
                  <a:lnTo>
                    <a:pt x="12126" y="4248"/>
                  </a:lnTo>
                  <a:lnTo>
                    <a:pt x="12396" y="4287"/>
                  </a:lnTo>
                  <a:lnTo>
                    <a:pt x="12782" y="4712"/>
                  </a:lnTo>
                  <a:lnTo>
                    <a:pt x="13014" y="4519"/>
                  </a:lnTo>
                  <a:lnTo>
                    <a:pt x="12435" y="3939"/>
                  </a:lnTo>
                  <a:lnTo>
                    <a:pt x="12898" y="3669"/>
                  </a:lnTo>
                  <a:lnTo>
                    <a:pt x="13361" y="3321"/>
                  </a:lnTo>
                  <a:lnTo>
                    <a:pt x="13632" y="3051"/>
                  </a:lnTo>
                  <a:lnTo>
                    <a:pt x="13825" y="2704"/>
                  </a:lnTo>
                  <a:lnTo>
                    <a:pt x="14134" y="2626"/>
                  </a:lnTo>
                  <a:lnTo>
                    <a:pt x="14018" y="2317"/>
                  </a:lnTo>
                  <a:lnTo>
                    <a:pt x="14095" y="2009"/>
                  </a:lnTo>
                  <a:lnTo>
                    <a:pt x="14134" y="1738"/>
                  </a:lnTo>
                  <a:lnTo>
                    <a:pt x="14095" y="1468"/>
                  </a:lnTo>
                  <a:lnTo>
                    <a:pt x="14018" y="1236"/>
                  </a:lnTo>
                  <a:lnTo>
                    <a:pt x="13902" y="1005"/>
                  </a:lnTo>
                  <a:lnTo>
                    <a:pt x="13748" y="812"/>
                  </a:lnTo>
                  <a:lnTo>
                    <a:pt x="13477" y="618"/>
                  </a:lnTo>
                  <a:lnTo>
                    <a:pt x="13168" y="503"/>
                  </a:lnTo>
                  <a:lnTo>
                    <a:pt x="13091" y="503"/>
                  </a:lnTo>
                  <a:lnTo>
                    <a:pt x="12898" y="387"/>
                  </a:lnTo>
                  <a:lnTo>
                    <a:pt x="12666" y="271"/>
                  </a:lnTo>
                  <a:lnTo>
                    <a:pt x="12435" y="155"/>
                  </a:lnTo>
                  <a:lnTo>
                    <a:pt x="12203" y="116"/>
                  </a:lnTo>
                  <a:lnTo>
                    <a:pt x="11817" y="39"/>
                  </a:lnTo>
                  <a:lnTo>
                    <a:pt x="1143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Google Shape;1525;p7"/>
            <p:cNvSpPr/>
            <p:nvPr/>
          </p:nvSpPr>
          <p:spPr>
            <a:xfrm>
              <a:off x="6883725" y="1876175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6" y="1"/>
                  </a:moveTo>
                  <a:lnTo>
                    <a:pt x="348" y="889"/>
                  </a:lnTo>
                  <a:lnTo>
                    <a:pt x="232" y="1815"/>
                  </a:lnTo>
                  <a:lnTo>
                    <a:pt x="155" y="3630"/>
                  </a:lnTo>
                  <a:lnTo>
                    <a:pt x="1" y="7260"/>
                  </a:lnTo>
                  <a:lnTo>
                    <a:pt x="194" y="7260"/>
                  </a:lnTo>
                  <a:lnTo>
                    <a:pt x="426" y="5484"/>
                  </a:lnTo>
                  <a:lnTo>
                    <a:pt x="580" y="3669"/>
                  </a:lnTo>
                  <a:lnTo>
                    <a:pt x="696" y="1854"/>
                  </a:lnTo>
                  <a:lnTo>
                    <a:pt x="696" y="927"/>
                  </a:lnTo>
                  <a:lnTo>
                    <a:pt x="696" y="39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Google Shape;1526;p7"/>
            <p:cNvSpPr/>
            <p:nvPr/>
          </p:nvSpPr>
          <p:spPr>
            <a:xfrm>
              <a:off x="4796600" y="1878100"/>
              <a:ext cx="350450" cy="288675"/>
            </a:xfrm>
            <a:custGeom>
              <a:avLst/>
              <a:gdLst/>
              <a:ahLst/>
              <a:cxnLst/>
              <a:rect l="l" t="t" r="r" b="b"/>
              <a:pathLst>
                <a:path w="14018" h="11547" extrusionOk="0">
                  <a:moveTo>
                    <a:pt x="11778" y="1"/>
                  </a:moveTo>
                  <a:lnTo>
                    <a:pt x="11469" y="78"/>
                  </a:lnTo>
                  <a:lnTo>
                    <a:pt x="11855" y="1932"/>
                  </a:lnTo>
                  <a:lnTo>
                    <a:pt x="12280" y="3746"/>
                  </a:lnTo>
                  <a:lnTo>
                    <a:pt x="11508" y="2781"/>
                  </a:lnTo>
                  <a:lnTo>
                    <a:pt x="10658" y="1893"/>
                  </a:lnTo>
                  <a:lnTo>
                    <a:pt x="10426" y="2086"/>
                  </a:lnTo>
                  <a:lnTo>
                    <a:pt x="11469" y="3438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9"/>
                  </a:lnTo>
                  <a:lnTo>
                    <a:pt x="13168" y="5523"/>
                  </a:lnTo>
                  <a:lnTo>
                    <a:pt x="13438" y="5716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1"/>
                  </a:lnTo>
                  <a:lnTo>
                    <a:pt x="13631" y="6681"/>
                  </a:lnTo>
                  <a:lnTo>
                    <a:pt x="13516" y="6913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3" y="7955"/>
                  </a:lnTo>
                  <a:lnTo>
                    <a:pt x="12203" y="8419"/>
                  </a:lnTo>
                  <a:lnTo>
                    <a:pt x="11739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2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0" y="11160"/>
                  </a:lnTo>
                  <a:lnTo>
                    <a:pt x="3630" y="11160"/>
                  </a:lnTo>
                  <a:lnTo>
                    <a:pt x="3012" y="11122"/>
                  </a:lnTo>
                  <a:lnTo>
                    <a:pt x="2356" y="11045"/>
                  </a:lnTo>
                  <a:lnTo>
                    <a:pt x="1661" y="10929"/>
                  </a:lnTo>
                  <a:lnTo>
                    <a:pt x="1352" y="10813"/>
                  </a:lnTo>
                  <a:lnTo>
                    <a:pt x="1082" y="10697"/>
                  </a:lnTo>
                  <a:lnTo>
                    <a:pt x="811" y="10543"/>
                  </a:lnTo>
                  <a:lnTo>
                    <a:pt x="618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2"/>
                  </a:lnTo>
                  <a:lnTo>
                    <a:pt x="387" y="9461"/>
                  </a:lnTo>
                  <a:lnTo>
                    <a:pt x="155" y="9423"/>
                  </a:lnTo>
                  <a:lnTo>
                    <a:pt x="39" y="9655"/>
                  </a:lnTo>
                  <a:lnTo>
                    <a:pt x="0" y="9886"/>
                  </a:lnTo>
                  <a:lnTo>
                    <a:pt x="39" y="10118"/>
                  </a:lnTo>
                  <a:lnTo>
                    <a:pt x="78" y="10311"/>
                  </a:lnTo>
                  <a:lnTo>
                    <a:pt x="193" y="10465"/>
                  </a:lnTo>
                  <a:lnTo>
                    <a:pt x="348" y="10620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8"/>
                  </a:lnTo>
                  <a:lnTo>
                    <a:pt x="2201" y="11354"/>
                  </a:lnTo>
                  <a:lnTo>
                    <a:pt x="2626" y="11431"/>
                  </a:lnTo>
                  <a:lnTo>
                    <a:pt x="3321" y="11508"/>
                  </a:lnTo>
                  <a:lnTo>
                    <a:pt x="3978" y="11547"/>
                  </a:lnTo>
                  <a:lnTo>
                    <a:pt x="4673" y="11547"/>
                  </a:lnTo>
                  <a:lnTo>
                    <a:pt x="5368" y="11508"/>
                  </a:lnTo>
                  <a:lnTo>
                    <a:pt x="6063" y="11431"/>
                  </a:lnTo>
                  <a:lnTo>
                    <a:pt x="6758" y="11315"/>
                  </a:lnTo>
                  <a:lnTo>
                    <a:pt x="7414" y="11160"/>
                  </a:lnTo>
                  <a:lnTo>
                    <a:pt x="8071" y="11006"/>
                  </a:lnTo>
                  <a:lnTo>
                    <a:pt x="8727" y="10774"/>
                  </a:lnTo>
                  <a:lnTo>
                    <a:pt x="9345" y="10543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1" y="9655"/>
                  </a:lnTo>
                  <a:lnTo>
                    <a:pt x="11701" y="9268"/>
                  </a:lnTo>
                  <a:lnTo>
                    <a:pt x="12241" y="8882"/>
                  </a:lnTo>
                  <a:lnTo>
                    <a:pt x="12743" y="8457"/>
                  </a:lnTo>
                  <a:lnTo>
                    <a:pt x="13168" y="8071"/>
                  </a:lnTo>
                  <a:lnTo>
                    <a:pt x="13554" y="7647"/>
                  </a:lnTo>
                  <a:lnTo>
                    <a:pt x="13747" y="7376"/>
                  </a:lnTo>
                  <a:lnTo>
                    <a:pt x="13863" y="7145"/>
                  </a:lnTo>
                  <a:lnTo>
                    <a:pt x="13979" y="6874"/>
                  </a:lnTo>
                  <a:lnTo>
                    <a:pt x="14018" y="6565"/>
                  </a:lnTo>
                  <a:lnTo>
                    <a:pt x="14018" y="6334"/>
                  </a:lnTo>
                  <a:lnTo>
                    <a:pt x="14018" y="6141"/>
                  </a:lnTo>
                  <a:lnTo>
                    <a:pt x="13940" y="5909"/>
                  </a:lnTo>
                  <a:lnTo>
                    <a:pt x="13863" y="5716"/>
                  </a:lnTo>
                  <a:lnTo>
                    <a:pt x="13747" y="5523"/>
                  </a:lnTo>
                  <a:lnTo>
                    <a:pt x="13593" y="5368"/>
                  </a:lnTo>
                  <a:lnTo>
                    <a:pt x="13438" y="5252"/>
                  </a:lnTo>
                  <a:lnTo>
                    <a:pt x="13245" y="5137"/>
                  </a:lnTo>
                  <a:lnTo>
                    <a:pt x="13091" y="5137"/>
                  </a:lnTo>
                  <a:lnTo>
                    <a:pt x="12821" y="3824"/>
                  </a:lnTo>
                  <a:lnTo>
                    <a:pt x="12512" y="2549"/>
                  </a:lnTo>
                  <a:lnTo>
                    <a:pt x="12164" y="1275"/>
                  </a:lnTo>
                  <a:lnTo>
                    <a:pt x="117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Google Shape;1527;p7"/>
            <p:cNvSpPr/>
            <p:nvPr/>
          </p:nvSpPr>
          <p:spPr>
            <a:xfrm>
              <a:off x="6050625" y="1898375"/>
              <a:ext cx="329200" cy="241375"/>
            </a:xfrm>
            <a:custGeom>
              <a:avLst/>
              <a:gdLst/>
              <a:ahLst/>
              <a:cxnLst/>
              <a:rect l="l" t="t" r="r" b="b"/>
              <a:pathLst>
                <a:path w="13168" h="9655" extrusionOk="0">
                  <a:moveTo>
                    <a:pt x="5368" y="619"/>
                  </a:moveTo>
                  <a:lnTo>
                    <a:pt x="5947" y="773"/>
                  </a:lnTo>
                  <a:lnTo>
                    <a:pt x="6526" y="1005"/>
                  </a:lnTo>
                  <a:lnTo>
                    <a:pt x="7028" y="1314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5"/>
                  </a:lnTo>
                  <a:lnTo>
                    <a:pt x="8109" y="2356"/>
                  </a:lnTo>
                  <a:lnTo>
                    <a:pt x="8264" y="2627"/>
                  </a:lnTo>
                  <a:lnTo>
                    <a:pt x="8380" y="2858"/>
                  </a:lnTo>
                  <a:lnTo>
                    <a:pt x="8495" y="3129"/>
                  </a:lnTo>
                  <a:lnTo>
                    <a:pt x="8573" y="3437"/>
                  </a:lnTo>
                  <a:lnTo>
                    <a:pt x="8611" y="3708"/>
                  </a:lnTo>
                  <a:lnTo>
                    <a:pt x="8573" y="3708"/>
                  </a:lnTo>
                  <a:lnTo>
                    <a:pt x="7723" y="3824"/>
                  </a:lnTo>
                  <a:lnTo>
                    <a:pt x="6874" y="3901"/>
                  </a:lnTo>
                  <a:lnTo>
                    <a:pt x="6410" y="3939"/>
                  </a:lnTo>
                  <a:lnTo>
                    <a:pt x="6178" y="3939"/>
                  </a:lnTo>
                  <a:lnTo>
                    <a:pt x="5985" y="3901"/>
                  </a:lnTo>
                  <a:lnTo>
                    <a:pt x="5792" y="3862"/>
                  </a:lnTo>
                  <a:lnTo>
                    <a:pt x="5638" y="3746"/>
                  </a:lnTo>
                  <a:lnTo>
                    <a:pt x="5561" y="3553"/>
                  </a:lnTo>
                  <a:lnTo>
                    <a:pt x="5483" y="3283"/>
                  </a:lnTo>
                  <a:lnTo>
                    <a:pt x="5406" y="2627"/>
                  </a:lnTo>
                  <a:lnTo>
                    <a:pt x="5368" y="1970"/>
                  </a:lnTo>
                  <a:lnTo>
                    <a:pt x="5368" y="619"/>
                  </a:lnTo>
                  <a:close/>
                  <a:moveTo>
                    <a:pt x="2742" y="889"/>
                  </a:moveTo>
                  <a:lnTo>
                    <a:pt x="2626" y="3090"/>
                  </a:lnTo>
                  <a:lnTo>
                    <a:pt x="2626" y="3515"/>
                  </a:lnTo>
                  <a:lnTo>
                    <a:pt x="2587" y="3708"/>
                  </a:lnTo>
                  <a:lnTo>
                    <a:pt x="2510" y="3862"/>
                  </a:lnTo>
                  <a:lnTo>
                    <a:pt x="2433" y="3978"/>
                  </a:lnTo>
                  <a:lnTo>
                    <a:pt x="2278" y="4094"/>
                  </a:lnTo>
                  <a:lnTo>
                    <a:pt x="2124" y="4210"/>
                  </a:lnTo>
                  <a:lnTo>
                    <a:pt x="1892" y="4248"/>
                  </a:lnTo>
                  <a:lnTo>
                    <a:pt x="1699" y="4287"/>
                  </a:lnTo>
                  <a:lnTo>
                    <a:pt x="1506" y="4287"/>
                  </a:lnTo>
                  <a:lnTo>
                    <a:pt x="1120" y="4210"/>
                  </a:lnTo>
                  <a:lnTo>
                    <a:pt x="734" y="4133"/>
                  </a:lnTo>
                  <a:lnTo>
                    <a:pt x="386" y="4017"/>
                  </a:lnTo>
                  <a:lnTo>
                    <a:pt x="502" y="3515"/>
                  </a:lnTo>
                  <a:lnTo>
                    <a:pt x="657" y="3013"/>
                  </a:lnTo>
                  <a:lnTo>
                    <a:pt x="888" y="2549"/>
                  </a:lnTo>
                  <a:lnTo>
                    <a:pt x="1159" y="2125"/>
                  </a:lnTo>
                  <a:lnTo>
                    <a:pt x="1506" y="1738"/>
                  </a:lnTo>
                  <a:lnTo>
                    <a:pt x="1892" y="1391"/>
                  </a:lnTo>
                  <a:lnTo>
                    <a:pt x="2317" y="1121"/>
                  </a:lnTo>
                  <a:lnTo>
                    <a:pt x="2742" y="889"/>
                  </a:lnTo>
                  <a:close/>
                  <a:moveTo>
                    <a:pt x="10774" y="5368"/>
                  </a:moveTo>
                  <a:lnTo>
                    <a:pt x="11198" y="5638"/>
                  </a:lnTo>
                  <a:lnTo>
                    <a:pt x="11623" y="5986"/>
                  </a:lnTo>
                  <a:lnTo>
                    <a:pt x="11430" y="6140"/>
                  </a:lnTo>
                  <a:lnTo>
                    <a:pt x="11314" y="6179"/>
                  </a:lnTo>
                  <a:lnTo>
                    <a:pt x="11198" y="6256"/>
                  </a:lnTo>
                  <a:lnTo>
                    <a:pt x="10928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32"/>
                  </a:lnTo>
                  <a:lnTo>
                    <a:pt x="10542" y="5716"/>
                  </a:lnTo>
                  <a:lnTo>
                    <a:pt x="10619" y="5523"/>
                  </a:lnTo>
                  <a:lnTo>
                    <a:pt x="10658" y="5407"/>
                  </a:lnTo>
                  <a:lnTo>
                    <a:pt x="10774" y="5368"/>
                  </a:lnTo>
                  <a:close/>
                  <a:moveTo>
                    <a:pt x="4402" y="1"/>
                  </a:moveTo>
                  <a:lnTo>
                    <a:pt x="3939" y="39"/>
                  </a:lnTo>
                  <a:lnTo>
                    <a:pt x="3514" y="117"/>
                  </a:lnTo>
                  <a:lnTo>
                    <a:pt x="3051" y="194"/>
                  </a:lnTo>
                  <a:lnTo>
                    <a:pt x="2626" y="348"/>
                  </a:lnTo>
                  <a:lnTo>
                    <a:pt x="2240" y="541"/>
                  </a:lnTo>
                  <a:lnTo>
                    <a:pt x="1854" y="773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8" y="1661"/>
                  </a:lnTo>
                  <a:lnTo>
                    <a:pt x="618" y="2009"/>
                  </a:lnTo>
                  <a:lnTo>
                    <a:pt x="386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31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57"/>
                  </a:lnTo>
                  <a:lnTo>
                    <a:pt x="348" y="4287"/>
                  </a:lnTo>
                  <a:lnTo>
                    <a:pt x="965" y="4519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5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364"/>
                  </a:lnTo>
                  <a:lnTo>
                    <a:pt x="2858" y="4248"/>
                  </a:lnTo>
                  <a:lnTo>
                    <a:pt x="2896" y="4094"/>
                  </a:lnTo>
                  <a:lnTo>
                    <a:pt x="2973" y="3939"/>
                  </a:lnTo>
                  <a:lnTo>
                    <a:pt x="3012" y="3631"/>
                  </a:lnTo>
                  <a:lnTo>
                    <a:pt x="3012" y="2974"/>
                  </a:lnTo>
                  <a:lnTo>
                    <a:pt x="3089" y="734"/>
                  </a:lnTo>
                  <a:lnTo>
                    <a:pt x="3514" y="619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7" y="580"/>
                  </a:lnTo>
                  <a:lnTo>
                    <a:pt x="5020" y="1623"/>
                  </a:lnTo>
                  <a:lnTo>
                    <a:pt x="5059" y="2704"/>
                  </a:lnTo>
                  <a:lnTo>
                    <a:pt x="5097" y="3399"/>
                  </a:lnTo>
                  <a:lnTo>
                    <a:pt x="5175" y="3746"/>
                  </a:lnTo>
                  <a:lnTo>
                    <a:pt x="5213" y="3901"/>
                  </a:lnTo>
                  <a:lnTo>
                    <a:pt x="5290" y="4017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70" y="4326"/>
                  </a:lnTo>
                  <a:lnTo>
                    <a:pt x="6217" y="4326"/>
                  </a:lnTo>
                  <a:lnTo>
                    <a:pt x="6565" y="4287"/>
                  </a:lnTo>
                  <a:lnTo>
                    <a:pt x="7607" y="4210"/>
                  </a:lnTo>
                  <a:lnTo>
                    <a:pt x="8650" y="4055"/>
                  </a:lnTo>
                  <a:lnTo>
                    <a:pt x="8650" y="4441"/>
                  </a:lnTo>
                  <a:lnTo>
                    <a:pt x="8611" y="4866"/>
                  </a:lnTo>
                  <a:lnTo>
                    <a:pt x="8611" y="4905"/>
                  </a:lnTo>
                  <a:lnTo>
                    <a:pt x="8611" y="5021"/>
                  </a:lnTo>
                  <a:lnTo>
                    <a:pt x="8650" y="5059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0" y="4905"/>
                  </a:lnTo>
                  <a:lnTo>
                    <a:pt x="9384" y="4905"/>
                  </a:lnTo>
                  <a:lnTo>
                    <a:pt x="9808" y="4982"/>
                  </a:lnTo>
                  <a:lnTo>
                    <a:pt x="10194" y="5098"/>
                  </a:lnTo>
                  <a:lnTo>
                    <a:pt x="10503" y="5252"/>
                  </a:lnTo>
                  <a:lnTo>
                    <a:pt x="10426" y="5330"/>
                  </a:lnTo>
                  <a:lnTo>
                    <a:pt x="10310" y="5445"/>
                  </a:lnTo>
                  <a:lnTo>
                    <a:pt x="10272" y="5600"/>
                  </a:lnTo>
                  <a:lnTo>
                    <a:pt x="10233" y="5716"/>
                  </a:lnTo>
                  <a:lnTo>
                    <a:pt x="10233" y="5870"/>
                  </a:lnTo>
                  <a:lnTo>
                    <a:pt x="10233" y="6025"/>
                  </a:lnTo>
                  <a:lnTo>
                    <a:pt x="10272" y="6179"/>
                  </a:lnTo>
                  <a:lnTo>
                    <a:pt x="10349" y="6334"/>
                  </a:lnTo>
                  <a:lnTo>
                    <a:pt x="10503" y="6488"/>
                  </a:lnTo>
                  <a:lnTo>
                    <a:pt x="10696" y="6565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7"/>
                  </a:lnTo>
                  <a:lnTo>
                    <a:pt x="11739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41" y="6913"/>
                  </a:lnTo>
                  <a:lnTo>
                    <a:pt x="12395" y="7222"/>
                  </a:lnTo>
                  <a:lnTo>
                    <a:pt x="12473" y="7569"/>
                  </a:lnTo>
                  <a:lnTo>
                    <a:pt x="12511" y="7917"/>
                  </a:lnTo>
                  <a:lnTo>
                    <a:pt x="12550" y="8264"/>
                  </a:lnTo>
                  <a:lnTo>
                    <a:pt x="12550" y="8998"/>
                  </a:lnTo>
                  <a:lnTo>
                    <a:pt x="12473" y="8998"/>
                  </a:lnTo>
                  <a:lnTo>
                    <a:pt x="12434" y="9037"/>
                  </a:lnTo>
                  <a:lnTo>
                    <a:pt x="12357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54"/>
                  </a:lnTo>
                  <a:lnTo>
                    <a:pt x="12125" y="9654"/>
                  </a:lnTo>
                  <a:lnTo>
                    <a:pt x="12820" y="9616"/>
                  </a:lnTo>
                  <a:lnTo>
                    <a:pt x="12936" y="9577"/>
                  </a:lnTo>
                  <a:lnTo>
                    <a:pt x="13013" y="9461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091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685"/>
                  </a:lnTo>
                  <a:lnTo>
                    <a:pt x="12936" y="7183"/>
                  </a:lnTo>
                  <a:lnTo>
                    <a:pt x="12704" y="6681"/>
                  </a:lnTo>
                  <a:lnTo>
                    <a:pt x="12434" y="6218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276" y="5098"/>
                  </a:lnTo>
                  <a:lnTo>
                    <a:pt x="10967" y="4905"/>
                  </a:lnTo>
                  <a:lnTo>
                    <a:pt x="10619" y="4750"/>
                  </a:lnTo>
                  <a:lnTo>
                    <a:pt x="10233" y="4596"/>
                  </a:lnTo>
                  <a:lnTo>
                    <a:pt x="9886" y="4480"/>
                  </a:lnTo>
                  <a:lnTo>
                    <a:pt x="9499" y="4403"/>
                  </a:lnTo>
                  <a:lnTo>
                    <a:pt x="9190" y="4441"/>
                  </a:lnTo>
                  <a:lnTo>
                    <a:pt x="9268" y="3978"/>
                  </a:lnTo>
                  <a:lnTo>
                    <a:pt x="9229" y="3515"/>
                  </a:lnTo>
                  <a:lnTo>
                    <a:pt x="9152" y="3090"/>
                  </a:lnTo>
                  <a:lnTo>
                    <a:pt x="8997" y="2665"/>
                  </a:lnTo>
                  <a:lnTo>
                    <a:pt x="8804" y="2279"/>
                  </a:lnTo>
                  <a:lnTo>
                    <a:pt x="8534" y="1931"/>
                  </a:lnTo>
                  <a:lnTo>
                    <a:pt x="8186" y="1584"/>
                  </a:lnTo>
                  <a:lnTo>
                    <a:pt x="7839" y="1275"/>
                  </a:lnTo>
                  <a:lnTo>
                    <a:pt x="7453" y="966"/>
                  </a:lnTo>
                  <a:lnTo>
                    <a:pt x="7067" y="734"/>
                  </a:lnTo>
                  <a:lnTo>
                    <a:pt x="6603" y="503"/>
                  </a:lnTo>
                  <a:lnTo>
                    <a:pt x="6178" y="348"/>
                  </a:lnTo>
                  <a:lnTo>
                    <a:pt x="5715" y="194"/>
                  </a:lnTo>
                  <a:lnTo>
                    <a:pt x="5290" y="78"/>
                  </a:lnTo>
                  <a:lnTo>
                    <a:pt x="482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Google Shape;1528;p7"/>
            <p:cNvSpPr/>
            <p:nvPr/>
          </p:nvSpPr>
          <p:spPr>
            <a:xfrm>
              <a:off x="1849325" y="1901275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7" y="1"/>
                  </a:moveTo>
                  <a:lnTo>
                    <a:pt x="0" y="580"/>
                  </a:lnTo>
                  <a:lnTo>
                    <a:pt x="0" y="1198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9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70" y="5947"/>
                  </a:lnTo>
                  <a:lnTo>
                    <a:pt x="2433" y="6411"/>
                  </a:lnTo>
                  <a:lnTo>
                    <a:pt x="2974" y="6874"/>
                  </a:lnTo>
                  <a:lnTo>
                    <a:pt x="3514" y="7260"/>
                  </a:lnTo>
                  <a:lnTo>
                    <a:pt x="4093" y="7646"/>
                  </a:lnTo>
                  <a:lnTo>
                    <a:pt x="4711" y="7955"/>
                  </a:lnTo>
                  <a:lnTo>
                    <a:pt x="5329" y="8226"/>
                  </a:lnTo>
                  <a:lnTo>
                    <a:pt x="5986" y="8496"/>
                  </a:lnTo>
                  <a:lnTo>
                    <a:pt x="6642" y="8689"/>
                  </a:lnTo>
                  <a:lnTo>
                    <a:pt x="7298" y="8843"/>
                  </a:lnTo>
                  <a:lnTo>
                    <a:pt x="7993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4"/>
                  </a:lnTo>
                  <a:lnTo>
                    <a:pt x="10774" y="9075"/>
                  </a:lnTo>
                  <a:lnTo>
                    <a:pt x="11392" y="8998"/>
                  </a:lnTo>
                  <a:lnTo>
                    <a:pt x="12048" y="8921"/>
                  </a:lnTo>
                  <a:lnTo>
                    <a:pt x="12705" y="8766"/>
                  </a:lnTo>
                  <a:lnTo>
                    <a:pt x="13361" y="8612"/>
                  </a:lnTo>
                  <a:lnTo>
                    <a:pt x="14017" y="8380"/>
                  </a:lnTo>
                  <a:lnTo>
                    <a:pt x="14635" y="8148"/>
                  </a:lnTo>
                  <a:lnTo>
                    <a:pt x="15253" y="7878"/>
                  </a:lnTo>
                  <a:lnTo>
                    <a:pt x="15871" y="7569"/>
                  </a:lnTo>
                  <a:lnTo>
                    <a:pt x="16450" y="7222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5"/>
                  </a:lnTo>
                  <a:lnTo>
                    <a:pt x="19076" y="4287"/>
                  </a:lnTo>
                  <a:lnTo>
                    <a:pt x="19346" y="3669"/>
                  </a:lnTo>
                  <a:lnTo>
                    <a:pt x="19115" y="3630"/>
                  </a:lnTo>
                  <a:lnTo>
                    <a:pt x="18767" y="4171"/>
                  </a:lnTo>
                  <a:lnTo>
                    <a:pt x="18420" y="4634"/>
                  </a:lnTo>
                  <a:lnTo>
                    <a:pt x="18033" y="5098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0" y="6333"/>
                  </a:lnTo>
                  <a:lnTo>
                    <a:pt x="16257" y="6681"/>
                  </a:lnTo>
                  <a:lnTo>
                    <a:pt x="15755" y="7028"/>
                  </a:lnTo>
                  <a:lnTo>
                    <a:pt x="15214" y="7299"/>
                  </a:lnTo>
                  <a:lnTo>
                    <a:pt x="14712" y="7569"/>
                  </a:lnTo>
                  <a:lnTo>
                    <a:pt x="14133" y="7801"/>
                  </a:lnTo>
                  <a:lnTo>
                    <a:pt x="13593" y="8032"/>
                  </a:lnTo>
                  <a:lnTo>
                    <a:pt x="13013" y="8187"/>
                  </a:lnTo>
                  <a:lnTo>
                    <a:pt x="12434" y="8341"/>
                  </a:lnTo>
                  <a:lnTo>
                    <a:pt x="11816" y="8457"/>
                  </a:lnTo>
                  <a:lnTo>
                    <a:pt x="11199" y="8534"/>
                  </a:lnTo>
                  <a:lnTo>
                    <a:pt x="10503" y="8612"/>
                  </a:lnTo>
                  <a:lnTo>
                    <a:pt x="9113" y="8612"/>
                  </a:lnTo>
                  <a:lnTo>
                    <a:pt x="8380" y="8534"/>
                  </a:lnTo>
                  <a:lnTo>
                    <a:pt x="7685" y="8419"/>
                  </a:lnTo>
                  <a:lnTo>
                    <a:pt x="6990" y="8303"/>
                  </a:lnTo>
                  <a:lnTo>
                    <a:pt x="6333" y="8110"/>
                  </a:lnTo>
                  <a:lnTo>
                    <a:pt x="5638" y="7878"/>
                  </a:lnTo>
                  <a:lnTo>
                    <a:pt x="5020" y="7608"/>
                  </a:lnTo>
                  <a:lnTo>
                    <a:pt x="4364" y="7260"/>
                  </a:lnTo>
                  <a:lnTo>
                    <a:pt x="3784" y="6913"/>
                  </a:lnTo>
                  <a:lnTo>
                    <a:pt x="3205" y="6488"/>
                  </a:lnTo>
                  <a:lnTo>
                    <a:pt x="2703" y="6063"/>
                  </a:lnTo>
                  <a:lnTo>
                    <a:pt x="2201" y="5561"/>
                  </a:lnTo>
                  <a:lnTo>
                    <a:pt x="1776" y="4982"/>
                  </a:lnTo>
                  <a:lnTo>
                    <a:pt x="1390" y="4403"/>
                  </a:lnTo>
                  <a:lnTo>
                    <a:pt x="1120" y="3901"/>
                  </a:lnTo>
                  <a:lnTo>
                    <a:pt x="850" y="3360"/>
                  </a:lnTo>
                  <a:lnTo>
                    <a:pt x="695" y="2858"/>
                  </a:lnTo>
                  <a:lnTo>
                    <a:pt x="541" y="2279"/>
                  </a:lnTo>
                  <a:lnTo>
                    <a:pt x="425" y="1738"/>
                  </a:lnTo>
                  <a:lnTo>
                    <a:pt x="386" y="1159"/>
                  </a:lnTo>
                  <a:lnTo>
                    <a:pt x="386" y="618"/>
                  </a:lnTo>
                  <a:lnTo>
                    <a:pt x="425" y="39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Google Shape;1529;p7"/>
            <p:cNvSpPr/>
            <p:nvPr/>
          </p:nvSpPr>
          <p:spPr>
            <a:xfrm>
              <a:off x="1935225" y="1910925"/>
              <a:ext cx="35750" cy="29000"/>
            </a:xfrm>
            <a:custGeom>
              <a:avLst/>
              <a:gdLst/>
              <a:ahLst/>
              <a:cxnLst/>
              <a:rect l="l" t="t" r="r" b="b"/>
              <a:pathLst>
                <a:path w="1430" h="1160" extrusionOk="0">
                  <a:moveTo>
                    <a:pt x="503" y="1"/>
                  </a:moveTo>
                  <a:lnTo>
                    <a:pt x="310" y="117"/>
                  </a:lnTo>
                  <a:lnTo>
                    <a:pt x="194" y="232"/>
                  </a:lnTo>
                  <a:lnTo>
                    <a:pt x="78" y="387"/>
                  </a:lnTo>
                  <a:lnTo>
                    <a:pt x="40" y="541"/>
                  </a:lnTo>
                  <a:lnTo>
                    <a:pt x="1" y="734"/>
                  </a:lnTo>
                  <a:lnTo>
                    <a:pt x="40" y="927"/>
                  </a:lnTo>
                  <a:lnTo>
                    <a:pt x="117" y="1082"/>
                  </a:lnTo>
                  <a:lnTo>
                    <a:pt x="194" y="1159"/>
                  </a:lnTo>
                  <a:lnTo>
                    <a:pt x="348" y="1159"/>
                  </a:lnTo>
                  <a:lnTo>
                    <a:pt x="426" y="1043"/>
                  </a:lnTo>
                  <a:lnTo>
                    <a:pt x="426" y="1005"/>
                  </a:lnTo>
                  <a:lnTo>
                    <a:pt x="387" y="927"/>
                  </a:lnTo>
                  <a:lnTo>
                    <a:pt x="387" y="850"/>
                  </a:lnTo>
                  <a:lnTo>
                    <a:pt x="348" y="773"/>
                  </a:lnTo>
                  <a:lnTo>
                    <a:pt x="426" y="580"/>
                  </a:lnTo>
                  <a:lnTo>
                    <a:pt x="542" y="425"/>
                  </a:lnTo>
                  <a:lnTo>
                    <a:pt x="619" y="387"/>
                  </a:lnTo>
                  <a:lnTo>
                    <a:pt x="773" y="387"/>
                  </a:lnTo>
                  <a:lnTo>
                    <a:pt x="850" y="425"/>
                  </a:lnTo>
                  <a:lnTo>
                    <a:pt x="966" y="580"/>
                  </a:lnTo>
                  <a:lnTo>
                    <a:pt x="1005" y="657"/>
                  </a:lnTo>
                  <a:lnTo>
                    <a:pt x="1005" y="734"/>
                  </a:lnTo>
                  <a:lnTo>
                    <a:pt x="966" y="927"/>
                  </a:lnTo>
                  <a:lnTo>
                    <a:pt x="966" y="1005"/>
                  </a:lnTo>
                  <a:lnTo>
                    <a:pt x="966" y="1082"/>
                  </a:lnTo>
                  <a:lnTo>
                    <a:pt x="1005" y="1121"/>
                  </a:lnTo>
                  <a:lnTo>
                    <a:pt x="1082" y="1159"/>
                  </a:lnTo>
                  <a:lnTo>
                    <a:pt x="1198" y="1159"/>
                  </a:lnTo>
                  <a:lnTo>
                    <a:pt x="1275" y="1121"/>
                  </a:lnTo>
                  <a:lnTo>
                    <a:pt x="1314" y="1082"/>
                  </a:lnTo>
                  <a:lnTo>
                    <a:pt x="1391" y="889"/>
                  </a:lnTo>
                  <a:lnTo>
                    <a:pt x="1430" y="734"/>
                  </a:lnTo>
                  <a:lnTo>
                    <a:pt x="1391" y="541"/>
                  </a:lnTo>
                  <a:lnTo>
                    <a:pt x="1314" y="348"/>
                  </a:lnTo>
                  <a:lnTo>
                    <a:pt x="1198" y="194"/>
                  </a:lnTo>
                  <a:lnTo>
                    <a:pt x="1044" y="78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Google Shape;1530;p7"/>
            <p:cNvSpPr/>
            <p:nvPr/>
          </p:nvSpPr>
          <p:spPr>
            <a:xfrm>
              <a:off x="6081500" y="1911900"/>
              <a:ext cx="255850" cy="266475"/>
            </a:xfrm>
            <a:custGeom>
              <a:avLst/>
              <a:gdLst/>
              <a:ahLst/>
              <a:cxnLst/>
              <a:rect l="l" t="t" r="r" b="b"/>
              <a:pathLst>
                <a:path w="10234" h="10659" extrusionOk="0">
                  <a:moveTo>
                    <a:pt x="8303" y="7299"/>
                  </a:moveTo>
                  <a:lnTo>
                    <a:pt x="8535" y="7376"/>
                  </a:lnTo>
                  <a:lnTo>
                    <a:pt x="8766" y="7453"/>
                  </a:lnTo>
                  <a:lnTo>
                    <a:pt x="8998" y="7569"/>
                  </a:lnTo>
                  <a:lnTo>
                    <a:pt x="9191" y="7723"/>
                  </a:lnTo>
                  <a:lnTo>
                    <a:pt x="9384" y="7878"/>
                  </a:lnTo>
                  <a:lnTo>
                    <a:pt x="9539" y="8109"/>
                  </a:lnTo>
                  <a:lnTo>
                    <a:pt x="9655" y="8341"/>
                  </a:lnTo>
                  <a:lnTo>
                    <a:pt x="9693" y="8573"/>
                  </a:lnTo>
                  <a:lnTo>
                    <a:pt x="9732" y="8843"/>
                  </a:lnTo>
                  <a:lnTo>
                    <a:pt x="9693" y="9152"/>
                  </a:lnTo>
                  <a:lnTo>
                    <a:pt x="9577" y="9422"/>
                  </a:lnTo>
                  <a:lnTo>
                    <a:pt x="9423" y="9654"/>
                  </a:lnTo>
                  <a:lnTo>
                    <a:pt x="9230" y="9847"/>
                  </a:lnTo>
                  <a:lnTo>
                    <a:pt x="8959" y="10002"/>
                  </a:lnTo>
                  <a:lnTo>
                    <a:pt x="8728" y="10117"/>
                  </a:lnTo>
                  <a:lnTo>
                    <a:pt x="8419" y="10156"/>
                  </a:lnTo>
                  <a:lnTo>
                    <a:pt x="8149" y="10156"/>
                  </a:lnTo>
                  <a:lnTo>
                    <a:pt x="7878" y="10079"/>
                  </a:lnTo>
                  <a:lnTo>
                    <a:pt x="7647" y="9963"/>
                  </a:lnTo>
                  <a:lnTo>
                    <a:pt x="7415" y="9770"/>
                  </a:lnTo>
                  <a:lnTo>
                    <a:pt x="7222" y="9577"/>
                  </a:lnTo>
                  <a:lnTo>
                    <a:pt x="7067" y="9345"/>
                  </a:lnTo>
                  <a:lnTo>
                    <a:pt x="6990" y="9075"/>
                  </a:lnTo>
                  <a:lnTo>
                    <a:pt x="6951" y="8805"/>
                  </a:lnTo>
                  <a:lnTo>
                    <a:pt x="6990" y="8496"/>
                  </a:lnTo>
                  <a:lnTo>
                    <a:pt x="7067" y="8264"/>
                  </a:lnTo>
                  <a:lnTo>
                    <a:pt x="7183" y="8071"/>
                  </a:lnTo>
                  <a:lnTo>
                    <a:pt x="7338" y="7878"/>
                  </a:lnTo>
                  <a:lnTo>
                    <a:pt x="7531" y="7723"/>
                  </a:lnTo>
                  <a:lnTo>
                    <a:pt x="7762" y="7569"/>
                  </a:lnTo>
                  <a:lnTo>
                    <a:pt x="8187" y="7337"/>
                  </a:lnTo>
                  <a:lnTo>
                    <a:pt x="8264" y="7299"/>
                  </a:lnTo>
                  <a:close/>
                  <a:moveTo>
                    <a:pt x="2897" y="0"/>
                  </a:moveTo>
                  <a:lnTo>
                    <a:pt x="2704" y="39"/>
                  </a:lnTo>
                  <a:lnTo>
                    <a:pt x="2665" y="78"/>
                  </a:lnTo>
                  <a:lnTo>
                    <a:pt x="2665" y="1313"/>
                  </a:lnTo>
                  <a:lnTo>
                    <a:pt x="2665" y="2588"/>
                  </a:lnTo>
                  <a:lnTo>
                    <a:pt x="2704" y="3823"/>
                  </a:lnTo>
                  <a:lnTo>
                    <a:pt x="2742" y="5059"/>
                  </a:lnTo>
                  <a:lnTo>
                    <a:pt x="2936" y="7492"/>
                  </a:lnTo>
                  <a:lnTo>
                    <a:pt x="2936" y="8148"/>
                  </a:lnTo>
                  <a:lnTo>
                    <a:pt x="2974" y="8457"/>
                  </a:lnTo>
                  <a:lnTo>
                    <a:pt x="3013" y="8611"/>
                  </a:lnTo>
                  <a:lnTo>
                    <a:pt x="3090" y="8766"/>
                  </a:lnTo>
                  <a:lnTo>
                    <a:pt x="1584" y="8689"/>
                  </a:lnTo>
                  <a:lnTo>
                    <a:pt x="1" y="8689"/>
                  </a:lnTo>
                  <a:lnTo>
                    <a:pt x="39" y="8998"/>
                  </a:lnTo>
                  <a:lnTo>
                    <a:pt x="812" y="9113"/>
                  </a:lnTo>
                  <a:lnTo>
                    <a:pt x="1584" y="9152"/>
                  </a:lnTo>
                  <a:lnTo>
                    <a:pt x="3167" y="9229"/>
                  </a:lnTo>
                  <a:lnTo>
                    <a:pt x="4866" y="9306"/>
                  </a:lnTo>
                  <a:lnTo>
                    <a:pt x="5677" y="9306"/>
                  </a:lnTo>
                  <a:lnTo>
                    <a:pt x="6527" y="9229"/>
                  </a:lnTo>
                  <a:lnTo>
                    <a:pt x="6643" y="9538"/>
                  </a:lnTo>
                  <a:lnTo>
                    <a:pt x="6797" y="9847"/>
                  </a:lnTo>
                  <a:lnTo>
                    <a:pt x="6990" y="10079"/>
                  </a:lnTo>
                  <a:lnTo>
                    <a:pt x="7260" y="10310"/>
                  </a:lnTo>
                  <a:lnTo>
                    <a:pt x="7531" y="10465"/>
                  </a:lnTo>
                  <a:lnTo>
                    <a:pt x="7840" y="10581"/>
                  </a:lnTo>
                  <a:lnTo>
                    <a:pt x="8149" y="10658"/>
                  </a:lnTo>
                  <a:lnTo>
                    <a:pt x="8457" y="10658"/>
                  </a:lnTo>
                  <a:lnTo>
                    <a:pt x="8766" y="10619"/>
                  </a:lnTo>
                  <a:lnTo>
                    <a:pt x="9075" y="10504"/>
                  </a:lnTo>
                  <a:lnTo>
                    <a:pt x="9346" y="10388"/>
                  </a:lnTo>
                  <a:lnTo>
                    <a:pt x="9577" y="10195"/>
                  </a:lnTo>
                  <a:lnTo>
                    <a:pt x="9809" y="9963"/>
                  </a:lnTo>
                  <a:lnTo>
                    <a:pt x="9963" y="9693"/>
                  </a:lnTo>
                  <a:lnTo>
                    <a:pt x="10118" y="9422"/>
                  </a:lnTo>
                  <a:lnTo>
                    <a:pt x="10195" y="9113"/>
                  </a:lnTo>
                  <a:lnTo>
                    <a:pt x="10234" y="9113"/>
                  </a:lnTo>
                  <a:lnTo>
                    <a:pt x="10234" y="8766"/>
                  </a:lnTo>
                  <a:lnTo>
                    <a:pt x="10195" y="8380"/>
                  </a:lnTo>
                  <a:lnTo>
                    <a:pt x="10041" y="8071"/>
                  </a:lnTo>
                  <a:lnTo>
                    <a:pt x="9886" y="7762"/>
                  </a:lnTo>
                  <a:lnTo>
                    <a:pt x="9655" y="7492"/>
                  </a:lnTo>
                  <a:lnTo>
                    <a:pt x="9346" y="7260"/>
                  </a:lnTo>
                  <a:lnTo>
                    <a:pt x="9037" y="7105"/>
                  </a:lnTo>
                  <a:lnTo>
                    <a:pt x="8689" y="7028"/>
                  </a:lnTo>
                  <a:lnTo>
                    <a:pt x="8342" y="6990"/>
                  </a:lnTo>
                  <a:lnTo>
                    <a:pt x="8226" y="7067"/>
                  </a:lnTo>
                  <a:lnTo>
                    <a:pt x="8187" y="7028"/>
                  </a:lnTo>
                  <a:lnTo>
                    <a:pt x="8110" y="6990"/>
                  </a:lnTo>
                  <a:lnTo>
                    <a:pt x="7955" y="6990"/>
                  </a:lnTo>
                  <a:lnTo>
                    <a:pt x="7762" y="7028"/>
                  </a:lnTo>
                  <a:lnTo>
                    <a:pt x="7453" y="7144"/>
                  </a:lnTo>
                  <a:lnTo>
                    <a:pt x="7183" y="7337"/>
                  </a:lnTo>
                  <a:lnTo>
                    <a:pt x="6951" y="7569"/>
                  </a:lnTo>
                  <a:lnTo>
                    <a:pt x="6758" y="7878"/>
                  </a:lnTo>
                  <a:lnTo>
                    <a:pt x="6604" y="8187"/>
                  </a:lnTo>
                  <a:lnTo>
                    <a:pt x="6488" y="8496"/>
                  </a:lnTo>
                  <a:lnTo>
                    <a:pt x="6488" y="8843"/>
                  </a:lnTo>
                  <a:lnTo>
                    <a:pt x="5716" y="8766"/>
                  </a:lnTo>
                  <a:lnTo>
                    <a:pt x="3476" y="8766"/>
                  </a:lnTo>
                  <a:lnTo>
                    <a:pt x="3515" y="8689"/>
                  </a:lnTo>
                  <a:lnTo>
                    <a:pt x="3515" y="8650"/>
                  </a:lnTo>
                  <a:lnTo>
                    <a:pt x="3476" y="8573"/>
                  </a:lnTo>
                  <a:lnTo>
                    <a:pt x="3438" y="8496"/>
                  </a:lnTo>
                  <a:lnTo>
                    <a:pt x="3399" y="8457"/>
                  </a:lnTo>
                  <a:lnTo>
                    <a:pt x="3322" y="8457"/>
                  </a:lnTo>
                  <a:lnTo>
                    <a:pt x="3244" y="8496"/>
                  </a:lnTo>
                  <a:lnTo>
                    <a:pt x="3322" y="8380"/>
                  </a:lnTo>
                  <a:lnTo>
                    <a:pt x="3322" y="8225"/>
                  </a:lnTo>
                  <a:lnTo>
                    <a:pt x="3322" y="8071"/>
                  </a:lnTo>
                  <a:lnTo>
                    <a:pt x="3283" y="7955"/>
                  </a:lnTo>
                  <a:lnTo>
                    <a:pt x="3244" y="7337"/>
                  </a:lnTo>
                  <a:lnTo>
                    <a:pt x="3167" y="6410"/>
                  </a:lnTo>
                  <a:lnTo>
                    <a:pt x="3051" y="4325"/>
                  </a:lnTo>
                  <a:lnTo>
                    <a:pt x="2974" y="2201"/>
                  </a:lnTo>
                  <a:lnTo>
                    <a:pt x="2897" y="78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1531;p7"/>
            <p:cNvSpPr/>
            <p:nvPr/>
          </p:nvSpPr>
          <p:spPr>
            <a:xfrm>
              <a:off x="2715250" y="1912850"/>
              <a:ext cx="147725" cy="161250"/>
            </a:xfrm>
            <a:custGeom>
              <a:avLst/>
              <a:gdLst/>
              <a:ahLst/>
              <a:cxnLst/>
              <a:rect l="l" t="t" r="r" b="b"/>
              <a:pathLst>
                <a:path w="5909" h="6450" extrusionOk="0">
                  <a:moveTo>
                    <a:pt x="2781" y="503"/>
                  </a:moveTo>
                  <a:lnTo>
                    <a:pt x="3283" y="580"/>
                  </a:lnTo>
                  <a:lnTo>
                    <a:pt x="3746" y="735"/>
                  </a:lnTo>
                  <a:lnTo>
                    <a:pt x="4210" y="966"/>
                  </a:lnTo>
                  <a:lnTo>
                    <a:pt x="4403" y="1082"/>
                  </a:lnTo>
                  <a:lnTo>
                    <a:pt x="4596" y="1275"/>
                  </a:lnTo>
                  <a:lnTo>
                    <a:pt x="4750" y="1468"/>
                  </a:lnTo>
                  <a:lnTo>
                    <a:pt x="4943" y="1661"/>
                  </a:lnTo>
                  <a:lnTo>
                    <a:pt x="5059" y="1893"/>
                  </a:lnTo>
                  <a:lnTo>
                    <a:pt x="5175" y="2125"/>
                  </a:lnTo>
                  <a:lnTo>
                    <a:pt x="5330" y="2588"/>
                  </a:lnTo>
                  <a:lnTo>
                    <a:pt x="5407" y="3052"/>
                  </a:lnTo>
                  <a:lnTo>
                    <a:pt x="5407" y="3515"/>
                  </a:lnTo>
                  <a:lnTo>
                    <a:pt x="5368" y="4017"/>
                  </a:lnTo>
                  <a:lnTo>
                    <a:pt x="5214" y="4442"/>
                  </a:lnTo>
                  <a:lnTo>
                    <a:pt x="4982" y="4866"/>
                  </a:lnTo>
                  <a:lnTo>
                    <a:pt x="4828" y="5059"/>
                  </a:lnTo>
                  <a:lnTo>
                    <a:pt x="4673" y="5253"/>
                  </a:lnTo>
                  <a:lnTo>
                    <a:pt x="4480" y="5407"/>
                  </a:lnTo>
                  <a:lnTo>
                    <a:pt x="4287" y="5561"/>
                  </a:lnTo>
                  <a:lnTo>
                    <a:pt x="4017" y="5716"/>
                  </a:lnTo>
                  <a:lnTo>
                    <a:pt x="3746" y="5832"/>
                  </a:lnTo>
                  <a:lnTo>
                    <a:pt x="3515" y="5909"/>
                  </a:lnTo>
                  <a:lnTo>
                    <a:pt x="3244" y="5948"/>
                  </a:lnTo>
                  <a:lnTo>
                    <a:pt x="2742" y="5948"/>
                  </a:lnTo>
                  <a:lnTo>
                    <a:pt x="2511" y="5870"/>
                  </a:lnTo>
                  <a:lnTo>
                    <a:pt x="2279" y="5793"/>
                  </a:lnTo>
                  <a:lnTo>
                    <a:pt x="2047" y="5677"/>
                  </a:lnTo>
                  <a:lnTo>
                    <a:pt x="1816" y="5561"/>
                  </a:lnTo>
                  <a:lnTo>
                    <a:pt x="1623" y="5407"/>
                  </a:lnTo>
                  <a:lnTo>
                    <a:pt x="1429" y="5214"/>
                  </a:lnTo>
                  <a:lnTo>
                    <a:pt x="1082" y="4828"/>
                  </a:lnTo>
                  <a:lnTo>
                    <a:pt x="812" y="4364"/>
                  </a:lnTo>
                  <a:lnTo>
                    <a:pt x="619" y="3862"/>
                  </a:lnTo>
                  <a:lnTo>
                    <a:pt x="464" y="3322"/>
                  </a:lnTo>
                  <a:lnTo>
                    <a:pt x="426" y="2820"/>
                  </a:lnTo>
                  <a:lnTo>
                    <a:pt x="426" y="2550"/>
                  </a:lnTo>
                  <a:lnTo>
                    <a:pt x="464" y="2279"/>
                  </a:lnTo>
                  <a:lnTo>
                    <a:pt x="503" y="2048"/>
                  </a:lnTo>
                  <a:lnTo>
                    <a:pt x="619" y="1777"/>
                  </a:lnTo>
                  <a:lnTo>
                    <a:pt x="696" y="1584"/>
                  </a:lnTo>
                  <a:lnTo>
                    <a:pt x="850" y="1352"/>
                  </a:lnTo>
                  <a:lnTo>
                    <a:pt x="1005" y="1159"/>
                  </a:lnTo>
                  <a:lnTo>
                    <a:pt x="1198" y="966"/>
                  </a:lnTo>
                  <a:lnTo>
                    <a:pt x="1429" y="812"/>
                  </a:lnTo>
                  <a:lnTo>
                    <a:pt x="1700" y="657"/>
                  </a:lnTo>
                  <a:lnTo>
                    <a:pt x="1738" y="619"/>
                  </a:lnTo>
                  <a:lnTo>
                    <a:pt x="1738" y="580"/>
                  </a:lnTo>
                  <a:lnTo>
                    <a:pt x="2240" y="503"/>
                  </a:lnTo>
                  <a:close/>
                  <a:moveTo>
                    <a:pt x="2588" y="1"/>
                  </a:moveTo>
                  <a:lnTo>
                    <a:pt x="2279" y="40"/>
                  </a:lnTo>
                  <a:lnTo>
                    <a:pt x="1970" y="78"/>
                  </a:lnTo>
                  <a:lnTo>
                    <a:pt x="1661" y="155"/>
                  </a:lnTo>
                  <a:lnTo>
                    <a:pt x="1391" y="233"/>
                  </a:lnTo>
                  <a:lnTo>
                    <a:pt x="1314" y="310"/>
                  </a:lnTo>
                  <a:lnTo>
                    <a:pt x="1236" y="387"/>
                  </a:lnTo>
                  <a:lnTo>
                    <a:pt x="1236" y="464"/>
                  </a:lnTo>
                  <a:lnTo>
                    <a:pt x="1275" y="542"/>
                  </a:lnTo>
                  <a:lnTo>
                    <a:pt x="1005" y="657"/>
                  </a:lnTo>
                  <a:lnTo>
                    <a:pt x="773" y="850"/>
                  </a:lnTo>
                  <a:lnTo>
                    <a:pt x="580" y="1044"/>
                  </a:lnTo>
                  <a:lnTo>
                    <a:pt x="426" y="1237"/>
                  </a:lnTo>
                  <a:lnTo>
                    <a:pt x="271" y="1468"/>
                  </a:lnTo>
                  <a:lnTo>
                    <a:pt x="155" y="1700"/>
                  </a:lnTo>
                  <a:lnTo>
                    <a:pt x="78" y="1970"/>
                  </a:lnTo>
                  <a:lnTo>
                    <a:pt x="39" y="2241"/>
                  </a:lnTo>
                  <a:lnTo>
                    <a:pt x="1" y="2511"/>
                  </a:lnTo>
                  <a:lnTo>
                    <a:pt x="1" y="2781"/>
                  </a:lnTo>
                  <a:lnTo>
                    <a:pt x="39" y="3360"/>
                  </a:lnTo>
                  <a:lnTo>
                    <a:pt x="155" y="3901"/>
                  </a:lnTo>
                  <a:lnTo>
                    <a:pt x="387" y="4442"/>
                  </a:lnTo>
                  <a:lnTo>
                    <a:pt x="696" y="5021"/>
                  </a:lnTo>
                  <a:lnTo>
                    <a:pt x="889" y="5253"/>
                  </a:lnTo>
                  <a:lnTo>
                    <a:pt x="1082" y="5484"/>
                  </a:lnTo>
                  <a:lnTo>
                    <a:pt x="1275" y="5716"/>
                  </a:lnTo>
                  <a:lnTo>
                    <a:pt x="1507" y="5909"/>
                  </a:lnTo>
                  <a:lnTo>
                    <a:pt x="1738" y="6063"/>
                  </a:lnTo>
                  <a:lnTo>
                    <a:pt x="2009" y="6179"/>
                  </a:lnTo>
                  <a:lnTo>
                    <a:pt x="2240" y="6295"/>
                  </a:lnTo>
                  <a:lnTo>
                    <a:pt x="2511" y="6372"/>
                  </a:lnTo>
                  <a:lnTo>
                    <a:pt x="2820" y="6411"/>
                  </a:lnTo>
                  <a:lnTo>
                    <a:pt x="3090" y="6450"/>
                  </a:lnTo>
                  <a:lnTo>
                    <a:pt x="3399" y="6411"/>
                  </a:lnTo>
                  <a:lnTo>
                    <a:pt x="3669" y="6334"/>
                  </a:lnTo>
                  <a:lnTo>
                    <a:pt x="3978" y="6218"/>
                  </a:lnTo>
                  <a:lnTo>
                    <a:pt x="4326" y="6102"/>
                  </a:lnTo>
                  <a:lnTo>
                    <a:pt x="4557" y="5909"/>
                  </a:lnTo>
                  <a:lnTo>
                    <a:pt x="4828" y="5716"/>
                  </a:lnTo>
                  <a:lnTo>
                    <a:pt x="5021" y="5523"/>
                  </a:lnTo>
                  <a:lnTo>
                    <a:pt x="5214" y="5291"/>
                  </a:lnTo>
                  <a:lnTo>
                    <a:pt x="5407" y="5059"/>
                  </a:lnTo>
                  <a:lnTo>
                    <a:pt x="5561" y="4789"/>
                  </a:lnTo>
                  <a:lnTo>
                    <a:pt x="5677" y="4519"/>
                  </a:lnTo>
                  <a:lnTo>
                    <a:pt x="5754" y="4249"/>
                  </a:lnTo>
                  <a:lnTo>
                    <a:pt x="5832" y="3940"/>
                  </a:lnTo>
                  <a:lnTo>
                    <a:pt x="5870" y="3669"/>
                  </a:lnTo>
                  <a:lnTo>
                    <a:pt x="5909" y="3360"/>
                  </a:lnTo>
                  <a:lnTo>
                    <a:pt x="5870" y="3052"/>
                  </a:lnTo>
                  <a:lnTo>
                    <a:pt x="5832" y="2743"/>
                  </a:lnTo>
                  <a:lnTo>
                    <a:pt x="5793" y="2472"/>
                  </a:lnTo>
                  <a:lnTo>
                    <a:pt x="5716" y="2163"/>
                  </a:lnTo>
                  <a:lnTo>
                    <a:pt x="5600" y="1893"/>
                  </a:lnTo>
                  <a:lnTo>
                    <a:pt x="5445" y="1584"/>
                  </a:lnTo>
                  <a:lnTo>
                    <a:pt x="5252" y="1352"/>
                  </a:lnTo>
                  <a:lnTo>
                    <a:pt x="5059" y="1082"/>
                  </a:lnTo>
                  <a:lnTo>
                    <a:pt x="4828" y="889"/>
                  </a:lnTo>
                  <a:lnTo>
                    <a:pt x="4596" y="696"/>
                  </a:lnTo>
                  <a:lnTo>
                    <a:pt x="4364" y="503"/>
                  </a:lnTo>
                  <a:lnTo>
                    <a:pt x="4094" y="348"/>
                  </a:lnTo>
                  <a:lnTo>
                    <a:pt x="3785" y="233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40"/>
                  </a:lnTo>
                  <a:lnTo>
                    <a:pt x="258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Google Shape;1532;p7"/>
            <p:cNvSpPr/>
            <p:nvPr/>
          </p:nvSpPr>
          <p:spPr>
            <a:xfrm>
              <a:off x="1882150" y="1914800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0"/>
                  </a:moveTo>
                  <a:lnTo>
                    <a:pt x="425" y="39"/>
                  </a:lnTo>
                  <a:lnTo>
                    <a:pt x="232" y="116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1"/>
                  </a:lnTo>
                  <a:lnTo>
                    <a:pt x="77" y="966"/>
                  </a:lnTo>
                  <a:lnTo>
                    <a:pt x="232" y="1081"/>
                  </a:lnTo>
                  <a:lnTo>
                    <a:pt x="386" y="1197"/>
                  </a:lnTo>
                  <a:lnTo>
                    <a:pt x="463" y="1197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3" y="1004"/>
                  </a:lnTo>
                  <a:lnTo>
                    <a:pt x="386" y="927"/>
                  </a:lnTo>
                  <a:lnTo>
                    <a:pt x="348" y="811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6" y="502"/>
                  </a:lnTo>
                  <a:lnTo>
                    <a:pt x="463" y="464"/>
                  </a:lnTo>
                  <a:lnTo>
                    <a:pt x="541" y="386"/>
                  </a:lnTo>
                  <a:lnTo>
                    <a:pt x="772" y="386"/>
                  </a:lnTo>
                  <a:lnTo>
                    <a:pt x="850" y="464"/>
                  </a:lnTo>
                  <a:lnTo>
                    <a:pt x="927" y="541"/>
                  </a:lnTo>
                  <a:lnTo>
                    <a:pt x="965" y="657"/>
                  </a:lnTo>
                  <a:lnTo>
                    <a:pt x="1004" y="850"/>
                  </a:lnTo>
                  <a:lnTo>
                    <a:pt x="1043" y="966"/>
                  </a:lnTo>
                  <a:lnTo>
                    <a:pt x="1081" y="1043"/>
                  </a:lnTo>
                  <a:lnTo>
                    <a:pt x="1159" y="1081"/>
                  </a:lnTo>
                  <a:lnTo>
                    <a:pt x="1197" y="1081"/>
                  </a:lnTo>
                  <a:lnTo>
                    <a:pt x="1274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4" y="386"/>
                  </a:lnTo>
                  <a:lnTo>
                    <a:pt x="1159" y="232"/>
                  </a:lnTo>
                  <a:lnTo>
                    <a:pt x="1004" y="77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7"/>
            <p:cNvSpPr/>
            <p:nvPr/>
          </p:nvSpPr>
          <p:spPr>
            <a:xfrm>
              <a:off x="6734100" y="1914800"/>
              <a:ext cx="30925" cy="168950"/>
            </a:xfrm>
            <a:custGeom>
              <a:avLst/>
              <a:gdLst/>
              <a:ahLst/>
              <a:cxnLst/>
              <a:rect l="l" t="t" r="r" b="b"/>
              <a:pathLst>
                <a:path w="1237" h="6758" extrusionOk="0">
                  <a:moveTo>
                    <a:pt x="1120" y="0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7"/>
                  </a:lnTo>
                  <a:lnTo>
                    <a:pt x="850" y="116"/>
                  </a:lnTo>
                  <a:lnTo>
                    <a:pt x="541" y="1738"/>
                  </a:lnTo>
                  <a:lnTo>
                    <a:pt x="309" y="3398"/>
                  </a:lnTo>
                  <a:lnTo>
                    <a:pt x="116" y="5059"/>
                  </a:lnTo>
                  <a:lnTo>
                    <a:pt x="0" y="6719"/>
                  </a:lnTo>
                  <a:lnTo>
                    <a:pt x="232" y="6758"/>
                  </a:lnTo>
                  <a:lnTo>
                    <a:pt x="502" y="5136"/>
                  </a:lnTo>
                  <a:lnTo>
                    <a:pt x="773" y="3514"/>
                  </a:lnTo>
                  <a:lnTo>
                    <a:pt x="966" y="1854"/>
                  </a:lnTo>
                  <a:lnTo>
                    <a:pt x="1082" y="232"/>
                  </a:lnTo>
                  <a:lnTo>
                    <a:pt x="1236" y="77"/>
                  </a:lnTo>
                  <a:lnTo>
                    <a:pt x="1236" y="39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7"/>
            <p:cNvSpPr/>
            <p:nvPr/>
          </p:nvSpPr>
          <p:spPr>
            <a:xfrm>
              <a:off x="668675" y="1916725"/>
              <a:ext cx="350450" cy="288675"/>
            </a:xfrm>
            <a:custGeom>
              <a:avLst/>
              <a:gdLst/>
              <a:ahLst/>
              <a:cxnLst/>
              <a:rect l="l" t="t" r="r" b="b"/>
              <a:pathLst>
                <a:path w="14018" h="11547" extrusionOk="0">
                  <a:moveTo>
                    <a:pt x="11778" y="0"/>
                  </a:moveTo>
                  <a:lnTo>
                    <a:pt x="11469" y="78"/>
                  </a:lnTo>
                  <a:lnTo>
                    <a:pt x="11855" y="1931"/>
                  </a:lnTo>
                  <a:lnTo>
                    <a:pt x="12280" y="3746"/>
                  </a:lnTo>
                  <a:lnTo>
                    <a:pt x="11507" y="2781"/>
                  </a:lnTo>
                  <a:lnTo>
                    <a:pt x="10658" y="1893"/>
                  </a:lnTo>
                  <a:lnTo>
                    <a:pt x="10426" y="2086"/>
                  </a:lnTo>
                  <a:lnTo>
                    <a:pt x="11469" y="3437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8"/>
                  </a:lnTo>
                  <a:lnTo>
                    <a:pt x="13168" y="5522"/>
                  </a:lnTo>
                  <a:lnTo>
                    <a:pt x="13438" y="5715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0"/>
                  </a:lnTo>
                  <a:lnTo>
                    <a:pt x="13631" y="6681"/>
                  </a:lnTo>
                  <a:lnTo>
                    <a:pt x="13515" y="6912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3" y="7955"/>
                  </a:lnTo>
                  <a:lnTo>
                    <a:pt x="12203" y="8418"/>
                  </a:lnTo>
                  <a:lnTo>
                    <a:pt x="11739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2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0" y="11160"/>
                  </a:lnTo>
                  <a:lnTo>
                    <a:pt x="3630" y="11160"/>
                  </a:lnTo>
                  <a:lnTo>
                    <a:pt x="3012" y="11121"/>
                  </a:lnTo>
                  <a:lnTo>
                    <a:pt x="2356" y="11044"/>
                  </a:lnTo>
                  <a:lnTo>
                    <a:pt x="1661" y="10928"/>
                  </a:lnTo>
                  <a:lnTo>
                    <a:pt x="1352" y="10813"/>
                  </a:lnTo>
                  <a:lnTo>
                    <a:pt x="1081" y="10697"/>
                  </a:lnTo>
                  <a:lnTo>
                    <a:pt x="811" y="10542"/>
                  </a:lnTo>
                  <a:lnTo>
                    <a:pt x="618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1"/>
                  </a:lnTo>
                  <a:lnTo>
                    <a:pt x="386" y="9461"/>
                  </a:lnTo>
                  <a:lnTo>
                    <a:pt x="155" y="9422"/>
                  </a:lnTo>
                  <a:lnTo>
                    <a:pt x="39" y="9654"/>
                  </a:lnTo>
                  <a:lnTo>
                    <a:pt x="0" y="9886"/>
                  </a:lnTo>
                  <a:lnTo>
                    <a:pt x="39" y="10117"/>
                  </a:lnTo>
                  <a:lnTo>
                    <a:pt x="77" y="10311"/>
                  </a:lnTo>
                  <a:lnTo>
                    <a:pt x="193" y="10465"/>
                  </a:lnTo>
                  <a:lnTo>
                    <a:pt x="348" y="10619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7"/>
                  </a:lnTo>
                  <a:lnTo>
                    <a:pt x="2201" y="11353"/>
                  </a:lnTo>
                  <a:lnTo>
                    <a:pt x="2626" y="11430"/>
                  </a:lnTo>
                  <a:lnTo>
                    <a:pt x="3321" y="11508"/>
                  </a:lnTo>
                  <a:lnTo>
                    <a:pt x="3978" y="11546"/>
                  </a:lnTo>
                  <a:lnTo>
                    <a:pt x="4673" y="11546"/>
                  </a:lnTo>
                  <a:lnTo>
                    <a:pt x="5368" y="11508"/>
                  </a:lnTo>
                  <a:lnTo>
                    <a:pt x="6063" y="11430"/>
                  </a:lnTo>
                  <a:lnTo>
                    <a:pt x="6758" y="11315"/>
                  </a:lnTo>
                  <a:lnTo>
                    <a:pt x="7414" y="11160"/>
                  </a:lnTo>
                  <a:lnTo>
                    <a:pt x="8071" y="11006"/>
                  </a:lnTo>
                  <a:lnTo>
                    <a:pt x="8727" y="10774"/>
                  </a:lnTo>
                  <a:lnTo>
                    <a:pt x="9345" y="10542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1" y="9654"/>
                  </a:lnTo>
                  <a:lnTo>
                    <a:pt x="11701" y="9268"/>
                  </a:lnTo>
                  <a:lnTo>
                    <a:pt x="12241" y="8882"/>
                  </a:lnTo>
                  <a:lnTo>
                    <a:pt x="12743" y="8457"/>
                  </a:lnTo>
                  <a:lnTo>
                    <a:pt x="13168" y="8071"/>
                  </a:lnTo>
                  <a:lnTo>
                    <a:pt x="13554" y="7646"/>
                  </a:lnTo>
                  <a:lnTo>
                    <a:pt x="13747" y="7376"/>
                  </a:lnTo>
                  <a:lnTo>
                    <a:pt x="13863" y="7144"/>
                  </a:lnTo>
                  <a:lnTo>
                    <a:pt x="13979" y="6874"/>
                  </a:lnTo>
                  <a:lnTo>
                    <a:pt x="14017" y="6565"/>
                  </a:lnTo>
                  <a:lnTo>
                    <a:pt x="14017" y="6333"/>
                  </a:lnTo>
                  <a:lnTo>
                    <a:pt x="14017" y="6140"/>
                  </a:lnTo>
                  <a:lnTo>
                    <a:pt x="13940" y="5908"/>
                  </a:lnTo>
                  <a:lnTo>
                    <a:pt x="13863" y="5715"/>
                  </a:lnTo>
                  <a:lnTo>
                    <a:pt x="13747" y="5522"/>
                  </a:lnTo>
                  <a:lnTo>
                    <a:pt x="13593" y="5368"/>
                  </a:lnTo>
                  <a:lnTo>
                    <a:pt x="13438" y="5252"/>
                  </a:lnTo>
                  <a:lnTo>
                    <a:pt x="13245" y="5136"/>
                  </a:lnTo>
                  <a:lnTo>
                    <a:pt x="13091" y="5136"/>
                  </a:lnTo>
                  <a:lnTo>
                    <a:pt x="12820" y="3823"/>
                  </a:lnTo>
                  <a:lnTo>
                    <a:pt x="12511" y="2549"/>
                  </a:lnTo>
                  <a:lnTo>
                    <a:pt x="12164" y="1275"/>
                  </a:lnTo>
                  <a:lnTo>
                    <a:pt x="117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7"/>
            <p:cNvSpPr/>
            <p:nvPr/>
          </p:nvSpPr>
          <p:spPr>
            <a:xfrm>
              <a:off x="6761125" y="1916725"/>
              <a:ext cx="121675" cy="144825"/>
            </a:xfrm>
            <a:custGeom>
              <a:avLst/>
              <a:gdLst/>
              <a:ahLst/>
              <a:cxnLst/>
              <a:rect l="l" t="t" r="r" b="b"/>
              <a:pathLst>
                <a:path w="4867" h="5793" extrusionOk="0">
                  <a:moveTo>
                    <a:pt x="155" y="0"/>
                  </a:moveTo>
                  <a:lnTo>
                    <a:pt x="1" y="155"/>
                  </a:lnTo>
                  <a:lnTo>
                    <a:pt x="1198" y="1545"/>
                  </a:lnTo>
                  <a:lnTo>
                    <a:pt x="2356" y="2935"/>
                  </a:lnTo>
                  <a:lnTo>
                    <a:pt x="2897" y="3630"/>
                  </a:lnTo>
                  <a:lnTo>
                    <a:pt x="3476" y="4402"/>
                  </a:lnTo>
                  <a:lnTo>
                    <a:pt x="4055" y="5098"/>
                  </a:lnTo>
                  <a:lnTo>
                    <a:pt x="4326" y="5445"/>
                  </a:lnTo>
                  <a:lnTo>
                    <a:pt x="4634" y="5793"/>
                  </a:lnTo>
                  <a:lnTo>
                    <a:pt x="4828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4" y="5252"/>
                  </a:lnTo>
                  <a:lnTo>
                    <a:pt x="4403" y="4866"/>
                  </a:lnTo>
                  <a:lnTo>
                    <a:pt x="3862" y="4171"/>
                  </a:lnTo>
                  <a:lnTo>
                    <a:pt x="2704" y="2781"/>
                  </a:lnTo>
                  <a:lnTo>
                    <a:pt x="1468" y="1352"/>
                  </a:lnTo>
                  <a:lnTo>
                    <a:pt x="812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7"/>
            <p:cNvSpPr/>
            <p:nvPr/>
          </p:nvSpPr>
          <p:spPr>
            <a:xfrm>
              <a:off x="5030225" y="1918650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5" y="1"/>
                  </a:moveTo>
                  <a:lnTo>
                    <a:pt x="348" y="889"/>
                  </a:lnTo>
                  <a:lnTo>
                    <a:pt x="232" y="1816"/>
                  </a:lnTo>
                  <a:lnTo>
                    <a:pt x="155" y="3630"/>
                  </a:lnTo>
                  <a:lnTo>
                    <a:pt x="0" y="7260"/>
                  </a:lnTo>
                  <a:lnTo>
                    <a:pt x="193" y="7260"/>
                  </a:lnTo>
                  <a:lnTo>
                    <a:pt x="425" y="5484"/>
                  </a:lnTo>
                  <a:lnTo>
                    <a:pt x="579" y="3669"/>
                  </a:lnTo>
                  <a:lnTo>
                    <a:pt x="695" y="1854"/>
                  </a:lnTo>
                  <a:lnTo>
                    <a:pt x="695" y="927"/>
                  </a:lnTo>
                  <a:lnTo>
                    <a:pt x="695" y="39"/>
                  </a:lnTo>
                  <a:lnTo>
                    <a:pt x="42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1537;p7"/>
            <p:cNvSpPr/>
            <p:nvPr/>
          </p:nvSpPr>
          <p:spPr>
            <a:xfrm>
              <a:off x="6615350" y="1924450"/>
              <a:ext cx="61825" cy="160275"/>
            </a:xfrm>
            <a:custGeom>
              <a:avLst/>
              <a:gdLst/>
              <a:ahLst/>
              <a:cxnLst/>
              <a:rect l="l" t="t" r="r" b="b"/>
              <a:pathLst>
                <a:path w="2473" h="6411" extrusionOk="0">
                  <a:moveTo>
                    <a:pt x="310" y="0"/>
                  </a:moveTo>
                  <a:lnTo>
                    <a:pt x="1" y="78"/>
                  </a:lnTo>
                  <a:lnTo>
                    <a:pt x="194" y="927"/>
                  </a:lnTo>
                  <a:lnTo>
                    <a:pt x="426" y="1777"/>
                  </a:lnTo>
                  <a:lnTo>
                    <a:pt x="657" y="2626"/>
                  </a:lnTo>
                  <a:lnTo>
                    <a:pt x="928" y="3476"/>
                  </a:lnTo>
                  <a:lnTo>
                    <a:pt x="1507" y="5097"/>
                  </a:lnTo>
                  <a:lnTo>
                    <a:pt x="1738" y="5754"/>
                  </a:lnTo>
                  <a:lnTo>
                    <a:pt x="1661" y="5715"/>
                  </a:lnTo>
                  <a:lnTo>
                    <a:pt x="1584" y="5793"/>
                  </a:lnTo>
                  <a:lnTo>
                    <a:pt x="1545" y="5870"/>
                  </a:lnTo>
                  <a:lnTo>
                    <a:pt x="1777" y="5908"/>
                  </a:lnTo>
                  <a:lnTo>
                    <a:pt x="1932" y="6140"/>
                  </a:lnTo>
                  <a:lnTo>
                    <a:pt x="2086" y="6333"/>
                  </a:lnTo>
                  <a:lnTo>
                    <a:pt x="2125" y="6410"/>
                  </a:lnTo>
                  <a:lnTo>
                    <a:pt x="2318" y="6410"/>
                  </a:lnTo>
                  <a:lnTo>
                    <a:pt x="2356" y="6333"/>
                  </a:lnTo>
                  <a:lnTo>
                    <a:pt x="2434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5" y="5599"/>
                  </a:lnTo>
                  <a:lnTo>
                    <a:pt x="1970" y="5213"/>
                  </a:lnTo>
                  <a:lnTo>
                    <a:pt x="1738" y="4441"/>
                  </a:lnTo>
                  <a:lnTo>
                    <a:pt x="1198" y="2935"/>
                  </a:lnTo>
                  <a:lnTo>
                    <a:pt x="734" y="1468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Google Shape;1538;p7"/>
            <p:cNvSpPr/>
            <p:nvPr/>
          </p:nvSpPr>
          <p:spPr>
            <a:xfrm>
              <a:off x="3366875" y="1926375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1" y="2317"/>
                  </a:lnTo>
                  <a:lnTo>
                    <a:pt x="6449" y="3901"/>
                  </a:lnTo>
                  <a:lnTo>
                    <a:pt x="6527" y="6990"/>
                  </a:lnTo>
                  <a:lnTo>
                    <a:pt x="3515" y="6758"/>
                  </a:lnTo>
                  <a:lnTo>
                    <a:pt x="2009" y="6642"/>
                  </a:lnTo>
                  <a:lnTo>
                    <a:pt x="503" y="6604"/>
                  </a:lnTo>
                  <a:lnTo>
                    <a:pt x="1352" y="5986"/>
                  </a:lnTo>
                  <a:lnTo>
                    <a:pt x="2202" y="5291"/>
                  </a:lnTo>
                  <a:lnTo>
                    <a:pt x="2974" y="4557"/>
                  </a:lnTo>
                  <a:lnTo>
                    <a:pt x="3708" y="3823"/>
                  </a:lnTo>
                  <a:lnTo>
                    <a:pt x="4441" y="3090"/>
                  </a:lnTo>
                  <a:lnTo>
                    <a:pt x="5137" y="2356"/>
                  </a:lnTo>
                  <a:lnTo>
                    <a:pt x="5793" y="1584"/>
                  </a:lnTo>
                  <a:lnTo>
                    <a:pt x="6449" y="773"/>
                  </a:lnTo>
                  <a:close/>
                  <a:moveTo>
                    <a:pt x="6720" y="1"/>
                  </a:moveTo>
                  <a:lnTo>
                    <a:pt x="6643" y="39"/>
                  </a:lnTo>
                  <a:lnTo>
                    <a:pt x="6565" y="39"/>
                  </a:lnTo>
                  <a:lnTo>
                    <a:pt x="6488" y="116"/>
                  </a:lnTo>
                  <a:lnTo>
                    <a:pt x="4982" y="1854"/>
                  </a:lnTo>
                  <a:lnTo>
                    <a:pt x="4210" y="2704"/>
                  </a:lnTo>
                  <a:lnTo>
                    <a:pt x="3438" y="3515"/>
                  </a:lnTo>
                  <a:lnTo>
                    <a:pt x="2588" y="4287"/>
                  </a:lnTo>
                  <a:lnTo>
                    <a:pt x="1738" y="5059"/>
                  </a:lnTo>
                  <a:lnTo>
                    <a:pt x="889" y="5793"/>
                  </a:lnTo>
                  <a:lnTo>
                    <a:pt x="39" y="6604"/>
                  </a:lnTo>
                  <a:lnTo>
                    <a:pt x="1" y="6642"/>
                  </a:lnTo>
                  <a:lnTo>
                    <a:pt x="1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1" y="6913"/>
                  </a:lnTo>
                  <a:lnTo>
                    <a:pt x="39" y="6990"/>
                  </a:lnTo>
                  <a:lnTo>
                    <a:pt x="117" y="7144"/>
                  </a:lnTo>
                  <a:lnTo>
                    <a:pt x="387" y="6990"/>
                  </a:lnTo>
                  <a:lnTo>
                    <a:pt x="1893" y="7144"/>
                  </a:lnTo>
                  <a:lnTo>
                    <a:pt x="3438" y="7299"/>
                  </a:lnTo>
                  <a:lnTo>
                    <a:pt x="6527" y="7453"/>
                  </a:lnTo>
                  <a:lnTo>
                    <a:pt x="6565" y="9307"/>
                  </a:lnTo>
                  <a:lnTo>
                    <a:pt x="6527" y="12628"/>
                  </a:lnTo>
                  <a:lnTo>
                    <a:pt x="6951" y="12628"/>
                  </a:lnTo>
                  <a:lnTo>
                    <a:pt x="6990" y="9461"/>
                  </a:lnTo>
                  <a:lnTo>
                    <a:pt x="6990" y="7492"/>
                  </a:lnTo>
                  <a:lnTo>
                    <a:pt x="8651" y="7569"/>
                  </a:lnTo>
                  <a:lnTo>
                    <a:pt x="10311" y="7646"/>
                  </a:lnTo>
                  <a:lnTo>
                    <a:pt x="10311" y="7183"/>
                  </a:lnTo>
                  <a:lnTo>
                    <a:pt x="8651" y="7106"/>
                  </a:lnTo>
                  <a:lnTo>
                    <a:pt x="6990" y="7028"/>
                  </a:lnTo>
                  <a:lnTo>
                    <a:pt x="7029" y="5368"/>
                  </a:lnTo>
                  <a:lnTo>
                    <a:pt x="6990" y="3708"/>
                  </a:lnTo>
                  <a:lnTo>
                    <a:pt x="6951" y="2047"/>
                  </a:lnTo>
                  <a:lnTo>
                    <a:pt x="6797" y="387"/>
                  </a:lnTo>
                  <a:lnTo>
                    <a:pt x="6990" y="194"/>
                  </a:lnTo>
                  <a:lnTo>
                    <a:pt x="6836" y="39"/>
                  </a:lnTo>
                  <a:lnTo>
                    <a:pt x="67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Google Shape;1539;p7"/>
            <p:cNvSpPr/>
            <p:nvPr/>
          </p:nvSpPr>
          <p:spPr>
            <a:xfrm>
              <a:off x="6625000" y="1926375"/>
              <a:ext cx="355300" cy="170900"/>
            </a:xfrm>
            <a:custGeom>
              <a:avLst/>
              <a:gdLst/>
              <a:ahLst/>
              <a:cxnLst/>
              <a:rect l="l" t="t" r="r" b="b"/>
              <a:pathLst>
                <a:path w="14212" h="6836" extrusionOk="0">
                  <a:moveTo>
                    <a:pt x="117" y="1"/>
                  </a:moveTo>
                  <a:lnTo>
                    <a:pt x="1" y="39"/>
                  </a:lnTo>
                  <a:lnTo>
                    <a:pt x="1970" y="3206"/>
                  </a:lnTo>
                  <a:lnTo>
                    <a:pt x="4056" y="6333"/>
                  </a:lnTo>
                  <a:lnTo>
                    <a:pt x="3554" y="6295"/>
                  </a:lnTo>
                  <a:lnTo>
                    <a:pt x="3052" y="6179"/>
                  </a:lnTo>
                  <a:lnTo>
                    <a:pt x="2588" y="6024"/>
                  </a:lnTo>
                  <a:lnTo>
                    <a:pt x="2125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6"/>
                  </a:lnTo>
                  <a:lnTo>
                    <a:pt x="3283" y="6642"/>
                  </a:lnTo>
                  <a:lnTo>
                    <a:pt x="3708" y="6720"/>
                  </a:lnTo>
                  <a:lnTo>
                    <a:pt x="4133" y="6797"/>
                  </a:lnTo>
                  <a:lnTo>
                    <a:pt x="4596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9" y="6642"/>
                  </a:lnTo>
                  <a:lnTo>
                    <a:pt x="8149" y="6488"/>
                  </a:lnTo>
                  <a:lnTo>
                    <a:pt x="8960" y="6295"/>
                  </a:lnTo>
                  <a:lnTo>
                    <a:pt x="9771" y="6024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8" y="4673"/>
                  </a:lnTo>
                  <a:lnTo>
                    <a:pt x="12667" y="4403"/>
                  </a:lnTo>
                  <a:lnTo>
                    <a:pt x="12976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8"/>
                  </a:lnTo>
                  <a:lnTo>
                    <a:pt x="13980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3" y="2163"/>
                  </a:lnTo>
                  <a:lnTo>
                    <a:pt x="14173" y="2124"/>
                  </a:lnTo>
                  <a:lnTo>
                    <a:pt x="13864" y="2124"/>
                  </a:lnTo>
                  <a:lnTo>
                    <a:pt x="13825" y="2163"/>
                  </a:lnTo>
                  <a:lnTo>
                    <a:pt x="13555" y="2704"/>
                  </a:lnTo>
                  <a:lnTo>
                    <a:pt x="13207" y="3167"/>
                  </a:lnTo>
                  <a:lnTo>
                    <a:pt x="12860" y="3630"/>
                  </a:lnTo>
                  <a:lnTo>
                    <a:pt x="12474" y="4016"/>
                  </a:lnTo>
                  <a:lnTo>
                    <a:pt x="12010" y="4364"/>
                  </a:lnTo>
                  <a:lnTo>
                    <a:pt x="11547" y="4712"/>
                  </a:lnTo>
                  <a:lnTo>
                    <a:pt x="11083" y="4982"/>
                  </a:lnTo>
                  <a:lnTo>
                    <a:pt x="10543" y="5252"/>
                  </a:lnTo>
                  <a:lnTo>
                    <a:pt x="10350" y="5252"/>
                  </a:lnTo>
                  <a:lnTo>
                    <a:pt x="10350" y="5368"/>
                  </a:lnTo>
                  <a:lnTo>
                    <a:pt x="10273" y="5368"/>
                  </a:lnTo>
                  <a:lnTo>
                    <a:pt x="10079" y="5407"/>
                  </a:lnTo>
                  <a:lnTo>
                    <a:pt x="10157" y="5445"/>
                  </a:lnTo>
                  <a:lnTo>
                    <a:pt x="9500" y="5677"/>
                  </a:lnTo>
                  <a:lnTo>
                    <a:pt x="8844" y="5870"/>
                  </a:lnTo>
                  <a:lnTo>
                    <a:pt x="7840" y="6102"/>
                  </a:lnTo>
                  <a:lnTo>
                    <a:pt x="6759" y="6295"/>
                  </a:lnTo>
                  <a:lnTo>
                    <a:pt x="6218" y="6333"/>
                  </a:lnTo>
                  <a:lnTo>
                    <a:pt x="5677" y="6411"/>
                  </a:lnTo>
                  <a:lnTo>
                    <a:pt x="4558" y="6411"/>
                  </a:lnTo>
                  <a:lnTo>
                    <a:pt x="4596" y="6295"/>
                  </a:lnTo>
                  <a:lnTo>
                    <a:pt x="4364" y="6256"/>
                  </a:lnTo>
                  <a:lnTo>
                    <a:pt x="3399" y="4634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Google Shape;1540;p7"/>
            <p:cNvSpPr/>
            <p:nvPr/>
          </p:nvSpPr>
          <p:spPr>
            <a:xfrm>
              <a:off x="3536800" y="1931200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3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6" y="7492"/>
                  </a:lnTo>
                  <a:lnTo>
                    <a:pt x="6371" y="7453"/>
                  </a:lnTo>
                  <a:lnTo>
                    <a:pt x="6371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59" y="12087"/>
                  </a:lnTo>
                  <a:lnTo>
                    <a:pt x="1583" y="14983"/>
                  </a:lnTo>
                  <a:lnTo>
                    <a:pt x="772" y="16451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50"/>
                  </a:lnTo>
                  <a:lnTo>
                    <a:pt x="1158" y="16759"/>
                  </a:lnTo>
                  <a:lnTo>
                    <a:pt x="1969" y="15369"/>
                  </a:lnTo>
                  <a:lnTo>
                    <a:pt x="2780" y="13979"/>
                  </a:lnTo>
                  <a:lnTo>
                    <a:pt x="3591" y="12589"/>
                  </a:lnTo>
                  <a:lnTo>
                    <a:pt x="4441" y="11199"/>
                  </a:lnTo>
                  <a:lnTo>
                    <a:pt x="5290" y="9809"/>
                  </a:lnTo>
                  <a:lnTo>
                    <a:pt x="5715" y="9191"/>
                  </a:lnTo>
                  <a:lnTo>
                    <a:pt x="6178" y="8612"/>
                  </a:lnTo>
                  <a:lnTo>
                    <a:pt x="6603" y="8033"/>
                  </a:lnTo>
                  <a:lnTo>
                    <a:pt x="6989" y="7453"/>
                  </a:lnTo>
                  <a:lnTo>
                    <a:pt x="6989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89" y="7067"/>
                  </a:lnTo>
                  <a:lnTo>
                    <a:pt x="6873" y="7029"/>
                  </a:lnTo>
                  <a:lnTo>
                    <a:pt x="6835" y="7029"/>
                  </a:lnTo>
                  <a:lnTo>
                    <a:pt x="6101" y="6102"/>
                  </a:lnTo>
                  <a:lnTo>
                    <a:pt x="5290" y="5175"/>
                  </a:lnTo>
                  <a:lnTo>
                    <a:pt x="3668" y="3437"/>
                  </a:lnTo>
                  <a:lnTo>
                    <a:pt x="1969" y="1700"/>
                  </a:lnTo>
                  <a:lnTo>
                    <a:pt x="1081" y="812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Google Shape;1541;p7"/>
            <p:cNvSpPr/>
            <p:nvPr/>
          </p:nvSpPr>
          <p:spPr>
            <a:xfrm>
              <a:off x="902300" y="1957275"/>
              <a:ext cx="17400" cy="181500"/>
            </a:xfrm>
            <a:custGeom>
              <a:avLst/>
              <a:gdLst/>
              <a:ahLst/>
              <a:cxnLst/>
              <a:rect l="l" t="t" r="r" b="b"/>
              <a:pathLst>
                <a:path w="696" h="7260" extrusionOk="0">
                  <a:moveTo>
                    <a:pt x="425" y="0"/>
                  </a:moveTo>
                  <a:lnTo>
                    <a:pt x="348" y="888"/>
                  </a:lnTo>
                  <a:lnTo>
                    <a:pt x="232" y="1815"/>
                  </a:lnTo>
                  <a:lnTo>
                    <a:pt x="154" y="3630"/>
                  </a:lnTo>
                  <a:lnTo>
                    <a:pt x="0" y="7260"/>
                  </a:lnTo>
                  <a:lnTo>
                    <a:pt x="193" y="7260"/>
                  </a:lnTo>
                  <a:lnTo>
                    <a:pt x="425" y="5484"/>
                  </a:lnTo>
                  <a:lnTo>
                    <a:pt x="579" y="3669"/>
                  </a:lnTo>
                  <a:lnTo>
                    <a:pt x="695" y="1854"/>
                  </a:lnTo>
                  <a:lnTo>
                    <a:pt x="695" y="927"/>
                  </a:lnTo>
                  <a:lnTo>
                    <a:pt x="695" y="39"/>
                  </a:lnTo>
                  <a:lnTo>
                    <a:pt x="42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Google Shape;1542;p7"/>
            <p:cNvSpPr/>
            <p:nvPr/>
          </p:nvSpPr>
          <p:spPr>
            <a:xfrm>
              <a:off x="4880575" y="1957275"/>
              <a:ext cx="30925" cy="168950"/>
            </a:xfrm>
            <a:custGeom>
              <a:avLst/>
              <a:gdLst/>
              <a:ahLst/>
              <a:cxnLst/>
              <a:rect l="l" t="t" r="r" b="b"/>
              <a:pathLst>
                <a:path w="1237" h="6758" extrusionOk="0">
                  <a:moveTo>
                    <a:pt x="1121" y="0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7"/>
                  </a:lnTo>
                  <a:lnTo>
                    <a:pt x="850" y="116"/>
                  </a:lnTo>
                  <a:lnTo>
                    <a:pt x="542" y="1738"/>
                  </a:lnTo>
                  <a:lnTo>
                    <a:pt x="310" y="3398"/>
                  </a:lnTo>
                  <a:lnTo>
                    <a:pt x="117" y="5059"/>
                  </a:lnTo>
                  <a:lnTo>
                    <a:pt x="1" y="6719"/>
                  </a:lnTo>
                  <a:lnTo>
                    <a:pt x="233" y="6758"/>
                  </a:lnTo>
                  <a:lnTo>
                    <a:pt x="503" y="5136"/>
                  </a:lnTo>
                  <a:lnTo>
                    <a:pt x="773" y="3514"/>
                  </a:lnTo>
                  <a:lnTo>
                    <a:pt x="966" y="1854"/>
                  </a:lnTo>
                  <a:lnTo>
                    <a:pt x="1082" y="232"/>
                  </a:lnTo>
                  <a:lnTo>
                    <a:pt x="1237" y="77"/>
                  </a:lnTo>
                  <a:lnTo>
                    <a:pt x="1237" y="39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Google Shape;1543;p7"/>
            <p:cNvSpPr/>
            <p:nvPr/>
          </p:nvSpPr>
          <p:spPr>
            <a:xfrm>
              <a:off x="4907625" y="1959200"/>
              <a:ext cx="121650" cy="144825"/>
            </a:xfrm>
            <a:custGeom>
              <a:avLst/>
              <a:gdLst/>
              <a:ahLst/>
              <a:cxnLst/>
              <a:rect l="l" t="t" r="r" b="b"/>
              <a:pathLst>
                <a:path w="4866" h="5793" extrusionOk="0">
                  <a:moveTo>
                    <a:pt x="155" y="0"/>
                  </a:moveTo>
                  <a:lnTo>
                    <a:pt x="0" y="155"/>
                  </a:lnTo>
                  <a:lnTo>
                    <a:pt x="1197" y="1545"/>
                  </a:lnTo>
                  <a:lnTo>
                    <a:pt x="2356" y="2935"/>
                  </a:lnTo>
                  <a:lnTo>
                    <a:pt x="2896" y="3630"/>
                  </a:lnTo>
                  <a:lnTo>
                    <a:pt x="3475" y="4403"/>
                  </a:lnTo>
                  <a:lnTo>
                    <a:pt x="4055" y="5098"/>
                  </a:lnTo>
                  <a:lnTo>
                    <a:pt x="4325" y="5445"/>
                  </a:lnTo>
                  <a:lnTo>
                    <a:pt x="4634" y="5793"/>
                  </a:lnTo>
                  <a:lnTo>
                    <a:pt x="4827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4" y="5252"/>
                  </a:lnTo>
                  <a:lnTo>
                    <a:pt x="4402" y="4866"/>
                  </a:lnTo>
                  <a:lnTo>
                    <a:pt x="3862" y="4171"/>
                  </a:lnTo>
                  <a:lnTo>
                    <a:pt x="2703" y="2781"/>
                  </a:lnTo>
                  <a:lnTo>
                    <a:pt x="1467" y="1352"/>
                  </a:lnTo>
                  <a:lnTo>
                    <a:pt x="811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Google Shape;1544;p7"/>
            <p:cNvSpPr/>
            <p:nvPr/>
          </p:nvSpPr>
          <p:spPr>
            <a:xfrm>
              <a:off x="4761850" y="1966925"/>
              <a:ext cx="61800" cy="160275"/>
            </a:xfrm>
            <a:custGeom>
              <a:avLst/>
              <a:gdLst/>
              <a:ahLst/>
              <a:cxnLst/>
              <a:rect l="l" t="t" r="r" b="b"/>
              <a:pathLst>
                <a:path w="2472" h="6411" extrusionOk="0">
                  <a:moveTo>
                    <a:pt x="309" y="0"/>
                  </a:moveTo>
                  <a:lnTo>
                    <a:pt x="0" y="78"/>
                  </a:lnTo>
                  <a:lnTo>
                    <a:pt x="193" y="927"/>
                  </a:lnTo>
                  <a:lnTo>
                    <a:pt x="425" y="1777"/>
                  </a:lnTo>
                  <a:lnTo>
                    <a:pt x="657" y="2626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4"/>
                  </a:lnTo>
                  <a:lnTo>
                    <a:pt x="1661" y="5715"/>
                  </a:lnTo>
                  <a:lnTo>
                    <a:pt x="1583" y="5793"/>
                  </a:lnTo>
                  <a:lnTo>
                    <a:pt x="1545" y="5870"/>
                  </a:lnTo>
                  <a:lnTo>
                    <a:pt x="1777" y="5908"/>
                  </a:lnTo>
                  <a:lnTo>
                    <a:pt x="1931" y="6140"/>
                  </a:lnTo>
                  <a:lnTo>
                    <a:pt x="2085" y="6333"/>
                  </a:lnTo>
                  <a:lnTo>
                    <a:pt x="2124" y="6410"/>
                  </a:lnTo>
                  <a:lnTo>
                    <a:pt x="2317" y="6410"/>
                  </a:lnTo>
                  <a:lnTo>
                    <a:pt x="2356" y="6333"/>
                  </a:lnTo>
                  <a:lnTo>
                    <a:pt x="2433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4" y="5600"/>
                  </a:lnTo>
                  <a:lnTo>
                    <a:pt x="1970" y="5213"/>
                  </a:lnTo>
                  <a:lnTo>
                    <a:pt x="1738" y="4441"/>
                  </a:lnTo>
                  <a:lnTo>
                    <a:pt x="1197" y="2935"/>
                  </a:lnTo>
                  <a:lnTo>
                    <a:pt x="734" y="1468"/>
                  </a:lnTo>
                  <a:lnTo>
                    <a:pt x="30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Google Shape;1545;p7"/>
            <p:cNvSpPr/>
            <p:nvPr/>
          </p:nvSpPr>
          <p:spPr>
            <a:xfrm>
              <a:off x="4771500" y="1968850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1"/>
                  </a:moveTo>
                  <a:lnTo>
                    <a:pt x="0" y="39"/>
                  </a:lnTo>
                  <a:lnTo>
                    <a:pt x="1970" y="3206"/>
                  </a:lnTo>
                  <a:lnTo>
                    <a:pt x="4055" y="6333"/>
                  </a:lnTo>
                  <a:lnTo>
                    <a:pt x="3553" y="6295"/>
                  </a:lnTo>
                  <a:lnTo>
                    <a:pt x="3051" y="6179"/>
                  </a:lnTo>
                  <a:lnTo>
                    <a:pt x="2588" y="6025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7"/>
                  </a:lnTo>
                  <a:lnTo>
                    <a:pt x="3283" y="6642"/>
                  </a:lnTo>
                  <a:lnTo>
                    <a:pt x="3707" y="6720"/>
                  </a:lnTo>
                  <a:lnTo>
                    <a:pt x="4132" y="6797"/>
                  </a:lnTo>
                  <a:lnTo>
                    <a:pt x="4596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9" y="6642"/>
                  </a:lnTo>
                  <a:lnTo>
                    <a:pt x="8148" y="6488"/>
                  </a:lnTo>
                  <a:lnTo>
                    <a:pt x="8959" y="6295"/>
                  </a:lnTo>
                  <a:lnTo>
                    <a:pt x="9770" y="6025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7" y="4673"/>
                  </a:lnTo>
                  <a:lnTo>
                    <a:pt x="12666" y="4403"/>
                  </a:lnTo>
                  <a:lnTo>
                    <a:pt x="12975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8"/>
                  </a:lnTo>
                  <a:lnTo>
                    <a:pt x="13979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2" y="2163"/>
                  </a:lnTo>
                  <a:lnTo>
                    <a:pt x="14172" y="2124"/>
                  </a:lnTo>
                  <a:lnTo>
                    <a:pt x="13863" y="2124"/>
                  </a:lnTo>
                  <a:lnTo>
                    <a:pt x="13825" y="2163"/>
                  </a:lnTo>
                  <a:lnTo>
                    <a:pt x="13554" y="2704"/>
                  </a:lnTo>
                  <a:lnTo>
                    <a:pt x="13207" y="3167"/>
                  </a:lnTo>
                  <a:lnTo>
                    <a:pt x="12859" y="3630"/>
                  </a:lnTo>
                  <a:lnTo>
                    <a:pt x="12473" y="4017"/>
                  </a:lnTo>
                  <a:lnTo>
                    <a:pt x="12010" y="4364"/>
                  </a:lnTo>
                  <a:lnTo>
                    <a:pt x="11546" y="4712"/>
                  </a:lnTo>
                  <a:lnTo>
                    <a:pt x="11083" y="4982"/>
                  </a:lnTo>
                  <a:lnTo>
                    <a:pt x="10542" y="5252"/>
                  </a:lnTo>
                  <a:lnTo>
                    <a:pt x="10349" y="5252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7"/>
                  </a:lnTo>
                  <a:lnTo>
                    <a:pt x="10156" y="5445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2"/>
                  </a:lnTo>
                  <a:lnTo>
                    <a:pt x="6758" y="6295"/>
                  </a:lnTo>
                  <a:lnTo>
                    <a:pt x="6217" y="6333"/>
                  </a:lnTo>
                  <a:lnTo>
                    <a:pt x="5677" y="6411"/>
                  </a:lnTo>
                  <a:lnTo>
                    <a:pt x="4557" y="6411"/>
                  </a:lnTo>
                  <a:lnTo>
                    <a:pt x="4596" y="6295"/>
                  </a:lnTo>
                  <a:lnTo>
                    <a:pt x="4364" y="6256"/>
                  </a:lnTo>
                  <a:lnTo>
                    <a:pt x="3399" y="4634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Google Shape;1546;p7"/>
            <p:cNvSpPr/>
            <p:nvPr/>
          </p:nvSpPr>
          <p:spPr>
            <a:xfrm>
              <a:off x="5286050" y="1976575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0" y="2317"/>
                  </a:lnTo>
                  <a:lnTo>
                    <a:pt x="6449" y="3901"/>
                  </a:lnTo>
                  <a:lnTo>
                    <a:pt x="6526" y="6990"/>
                  </a:lnTo>
                  <a:lnTo>
                    <a:pt x="3514" y="6758"/>
                  </a:lnTo>
                  <a:lnTo>
                    <a:pt x="2008" y="6642"/>
                  </a:lnTo>
                  <a:lnTo>
                    <a:pt x="502" y="6604"/>
                  </a:lnTo>
                  <a:lnTo>
                    <a:pt x="1352" y="5986"/>
                  </a:lnTo>
                  <a:lnTo>
                    <a:pt x="2201" y="5291"/>
                  </a:lnTo>
                  <a:lnTo>
                    <a:pt x="2973" y="4557"/>
                  </a:lnTo>
                  <a:lnTo>
                    <a:pt x="3707" y="3823"/>
                  </a:lnTo>
                  <a:lnTo>
                    <a:pt x="4441" y="3090"/>
                  </a:lnTo>
                  <a:lnTo>
                    <a:pt x="5136" y="2356"/>
                  </a:lnTo>
                  <a:lnTo>
                    <a:pt x="5792" y="1584"/>
                  </a:lnTo>
                  <a:lnTo>
                    <a:pt x="6449" y="773"/>
                  </a:lnTo>
                  <a:close/>
                  <a:moveTo>
                    <a:pt x="6719" y="1"/>
                  </a:moveTo>
                  <a:lnTo>
                    <a:pt x="6642" y="39"/>
                  </a:lnTo>
                  <a:lnTo>
                    <a:pt x="6565" y="39"/>
                  </a:lnTo>
                  <a:lnTo>
                    <a:pt x="6487" y="116"/>
                  </a:lnTo>
                  <a:lnTo>
                    <a:pt x="4981" y="1854"/>
                  </a:lnTo>
                  <a:lnTo>
                    <a:pt x="4209" y="2704"/>
                  </a:lnTo>
                  <a:lnTo>
                    <a:pt x="3437" y="3514"/>
                  </a:lnTo>
                  <a:lnTo>
                    <a:pt x="2587" y="4287"/>
                  </a:lnTo>
                  <a:lnTo>
                    <a:pt x="1738" y="5059"/>
                  </a:lnTo>
                  <a:lnTo>
                    <a:pt x="888" y="5793"/>
                  </a:lnTo>
                  <a:lnTo>
                    <a:pt x="39" y="6604"/>
                  </a:lnTo>
                  <a:lnTo>
                    <a:pt x="0" y="6642"/>
                  </a:lnTo>
                  <a:lnTo>
                    <a:pt x="0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0" y="6913"/>
                  </a:lnTo>
                  <a:lnTo>
                    <a:pt x="39" y="6990"/>
                  </a:lnTo>
                  <a:lnTo>
                    <a:pt x="116" y="7144"/>
                  </a:lnTo>
                  <a:lnTo>
                    <a:pt x="386" y="6990"/>
                  </a:lnTo>
                  <a:lnTo>
                    <a:pt x="1892" y="7144"/>
                  </a:lnTo>
                  <a:lnTo>
                    <a:pt x="3437" y="7299"/>
                  </a:lnTo>
                  <a:lnTo>
                    <a:pt x="6526" y="7453"/>
                  </a:lnTo>
                  <a:lnTo>
                    <a:pt x="6565" y="9307"/>
                  </a:lnTo>
                  <a:lnTo>
                    <a:pt x="6526" y="12628"/>
                  </a:lnTo>
                  <a:lnTo>
                    <a:pt x="6951" y="12628"/>
                  </a:lnTo>
                  <a:lnTo>
                    <a:pt x="6989" y="9461"/>
                  </a:lnTo>
                  <a:lnTo>
                    <a:pt x="6989" y="7492"/>
                  </a:lnTo>
                  <a:lnTo>
                    <a:pt x="8650" y="7569"/>
                  </a:lnTo>
                  <a:lnTo>
                    <a:pt x="10310" y="7646"/>
                  </a:lnTo>
                  <a:lnTo>
                    <a:pt x="10310" y="7183"/>
                  </a:lnTo>
                  <a:lnTo>
                    <a:pt x="8650" y="7106"/>
                  </a:lnTo>
                  <a:lnTo>
                    <a:pt x="6989" y="7028"/>
                  </a:lnTo>
                  <a:lnTo>
                    <a:pt x="7028" y="5368"/>
                  </a:lnTo>
                  <a:lnTo>
                    <a:pt x="6989" y="3708"/>
                  </a:lnTo>
                  <a:lnTo>
                    <a:pt x="6951" y="2047"/>
                  </a:lnTo>
                  <a:lnTo>
                    <a:pt x="6796" y="387"/>
                  </a:lnTo>
                  <a:lnTo>
                    <a:pt x="6989" y="194"/>
                  </a:lnTo>
                  <a:lnTo>
                    <a:pt x="6835" y="39"/>
                  </a:lnTo>
                  <a:lnTo>
                    <a:pt x="679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Google Shape;1547;p7"/>
            <p:cNvSpPr/>
            <p:nvPr/>
          </p:nvSpPr>
          <p:spPr>
            <a:xfrm>
              <a:off x="5455950" y="1981400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4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7" y="7492"/>
                  </a:lnTo>
                  <a:lnTo>
                    <a:pt x="6372" y="7453"/>
                  </a:lnTo>
                  <a:lnTo>
                    <a:pt x="6372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60" y="12087"/>
                  </a:lnTo>
                  <a:lnTo>
                    <a:pt x="1584" y="14983"/>
                  </a:lnTo>
                  <a:lnTo>
                    <a:pt x="773" y="16450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50"/>
                  </a:lnTo>
                  <a:lnTo>
                    <a:pt x="1159" y="16759"/>
                  </a:lnTo>
                  <a:lnTo>
                    <a:pt x="1970" y="15369"/>
                  </a:lnTo>
                  <a:lnTo>
                    <a:pt x="2781" y="13979"/>
                  </a:lnTo>
                  <a:lnTo>
                    <a:pt x="3592" y="12589"/>
                  </a:lnTo>
                  <a:lnTo>
                    <a:pt x="4441" y="11199"/>
                  </a:lnTo>
                  <a:lnTo>
                    <a:pt x="5291" y="9809"/>
                  </a:lnTo>
                  <a:lnTo>
                    <a:pt x="5715" y="9191"/>
                  </a:lnTo>
                  <a:lnTo>
                    <a:pt x="6179" y="8612"/>
                  </a:lnTo>
                  <a:lnTo>
                    <a:pt x="6603" y="8032"/>
                  </a:lnTo>
                  <a:lnTo>
                    <a:pt x="6990" y="7453"/>
                  </a:lnTo>
                  <a:lnTo>
                    <a:pt x="6990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90" y="7067"/>
                  </a:lnTo>
                  <a:lnTo>
                    <a:pt x="6874" y="7028"/>
                  </a:lnTo>
                  <a:lnTo>
                    <a:pt x="6835" y="7028"/>
                  </a:lnTo>
                  <a:lnTo>
                    <a:pt x="6102" y="6102"/>
                  </a:lnTo>
                  <a:lnTo>
                    <a:pt x="5291" y="5175"/>
                  </a:lnTo>
                  <a:lnTo>
                    <a:pt x="3669" y="3437"/>
                  </a:lnTo>
                  <a:lnTo>
                    <a:pt x="1970" y="1700"/>
                  </a:lnTo>
                  <a:lnTo>
                    <a:pt x="1082" y="812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Google Shape;1548;p7"/>
            <p:cNvSpPr/>
            <p:nvPr/>
          </p:nvSpPr>
          <p:spPr>
            <a:xfrm>
              <a:off x="752650" y="1995875"/>
              <a:ext cx="30925" cy="168975"/>
            </a:xfrm>
            <a:custGeom>
              <a:avLst/>
              <a:gdLst/>
              <a:ahLst/>
              <a:cxnLst/>
              <a:rect l="l" t="t" r="r" b="b"/>
              <a:pathLst>
                <a:path w="1237" h="6759" extrusionOk="0">
                  <a:moveTo>
                    <a:pt x="1121" y="1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8"/>
                  </a:lnTo>
                  <a:lnTo>
                    <a:pt x="850" y="117"/>
                  </a:lnTo>
                  <a:lnTo>
                    <a:pt x="541" y="1738"/>
                  </a:lnTo>
                  <a:lnTo>
                    <a:pt x="310" y="3399"/>
                  </a:lnTo>
                  <a:lnTo>
                    <a:pt x="117" y="5059"/>
                  </a:lnTo>
                  <a:lnTo>
                    <a:pt x="1" y="6720"/>
                  </a:lnTo>
                  <a:lnTo>
                    <a:pt x="232" y="6758"/>
                  </a:lnTo>
                  <a:lnTo>
                    <a:pt x="503" y="5137"/>
                  </a:lnTo>
                  <a:lnTo>
                    <a:pt x="773" y="3515"/>
                  </a:lnTo>
                  <a:lnTo>
                    <a:pt x="966" y="1854"/>
                  </a:lnTo>
                  <a:lnTo>
                    <a:pt x="1082" y="233"/>
                  </a:lnTo>
                  <a:lnTo>
                    <a:pt x="1236" y="78"/>
                  </a:lnTo>
                  <a:lnTo>
                    <a:pt x="1236" y="39"/>
                  </a:lnTo>
                  <a:lnTo>
                    <a:pt x="11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Google Shape;1549;p7"/>
            <p:cNvSpPr/>
            <p:nvPr/>
          </p:nvSpPr>
          <p:spPr>
            <a:xfrm>
              <a:off x="779675" y="1997825"/>
              <a:ext cx="121675" cy="144825"/>
            </a:xfrm>
            <a:custGeom>
              <a:avLst/>
              <a:gdLst/>
              <a:ahLst/>
              <a:cxnLst/>
              <a:rect l="l" t="t" r="r" b="b"/>
              <a:pathLst>
                <a:path w="4867" h="5793" extrusionOk="0">
                  <a:moveTo>
                    <a:pt x="155" y="0"/>
                  </a:moveTo>
                  <a:lnTo>
                    <a:pt x="1" y="155"/>
                  </a:lnTo>
                  <a:lnTo>
                    <a:pt x="1198" y="1545"/>
                  </a:lnTo>
                  <a:lnTo>
                    <a:pt x="2356" y="2935"/>
                  </a:lnTo>
                  <a:lnTo>
                    <a:pt x="2897" y="3630"/>
                  </a:lnTo>
                  <a:lnTo>
                    <a:pt x="3476" y="4402"/>
                  </a:lnTo>
                  <a:lnTo>
                    <a:pt x="4056" y="5097"/>
                  </a:lnTo>
                  <a:lnTo>
                    <a:pt x="4326" y="5445"/>
                  </a:lnTo>
                  <a:lnTo>
                    <a:pt x="4635" y="5792"/>
                  </a:lnTo>
                  <a:lnTo>
                    <a:pt x="4828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5" y="5252"/>
                  </a:lnTo>
                  <a:lnTo>
                    <a:pt x="4403" y="4866"/>
                  </a:lnTo>
                  <a:lnTo>
                    <a:pt x="3862" y="4170"/>
                  </a:lnTo>
                  <a:lnTo>
                    <a:pt x="2704" y="2780"/>
                  </a:lnTo>
                  <a:lnTo>
                    <a:pt x="1468" y="1352"/>
                  </a:lnTo>
                  <a:lnTo>
                    <a:pt x="812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Google Shape;1550;p7"/>
            <p:cNvSpPr/>
            <p:nvPr/>
          </p:nvSpPr>
          <p:spPr>
            <a:xfrm>
              <a:off x="2839800" y="2000700"/>
              <a:ext cx="270325" cy="209525"/>
            </a:xfrm>
            <a:custGeom>
              <a:avLst/>
              <a:gdLst/>
              <a:ahLst/>
              <a:cxnLst/>
              <a:rect l="l" t="t" r="r" b="b"/>
              <a:pathLst>
                <a:path w="10813" h="8381" extrusionOk="0">
                  <a:moveTo>
                    <a:pt x="10233" y="1"/>
                  </a:moveTo>
                  <a:lnTo>
                    <a:pt x="10156" y="78"/>
                  </a:lnTo>
                  <a:lnTo>
                    <a:pt x="10117" y="155"/>
                  </a:lnTo>
                  <a:lnTo>
                    <a:pt x="10079" y="233"/>
                  </a:lnTo>
                  <a:lnTo>
                    <a:pt x="10079" y="348"/>
                  </a:lnTo>
                  <a:lnTo>
                    <a:pt x="10156" y="426"/>
                  </a:lnTo>
                  <a:lnTo>
                    <a:pt x="10272" y="580"/>
                  </a:lnTo>
                  <a:lnTo>
                    <a:pt x="10310" y="735"/>
                  </a:lnTo>
                  <a:lnTo>
                    <a:pt x="10349" y="928"/>
                  </a:lnTo>
                  <a:lnTo>
                    <a:pt x="10310" y="1121"/>
                  </a:lnTo>
                  <a:lnTo>
                    <a:pt x="10233" y="1275"/>
                  </a:lnTo>
                  <a:lnTo>
                    <a:pt x="10156" y="1468"/>
                  </a:lnTo>
                  <a:lnTo>
                    <a:pt x="9847" y="1854"/>
                  </a:lnTo>
                  <a:lnTo>
                    <a:pt x="9538" y="2202"/>
                  </a:lnTo>
                  <a:lnTo>
                    <a:pt x="9152" y="2511"/>
                  </a:lnTo>
                  <a:lnTo>
                    <a:pt x="8611" y="3013"/>
                  </a:lnTo>
                  <a:lnTo>
                    <a:pt x="8264" y="3283"/>
                  </a:lnTo>
                  <a:lnTo>
                    <a:pt x="8225" y="3206"/>
                  </a:lnTo>
                  <a:lnTo>
                    <a:pt x="8148" y="3129"/>
                  </a:lnTo>
                  <a:lnTo>
                    <a:pt x="7607" y="2820"/>
                  </a:lnTo>
                  <a:lnTo>
                    <a:pt x="7144" y="2434"/>
                  </a:lnTo>
                  <a:lnTo>
                    <a:pt x="6912" y="2665"/>
                  </a:lnTo>
                  <a:lnTo>
                    <a:pt x="7105" y="2936"/>
                  </a:lnTo>
                  <a:lnTo>
                    <a:pt x="7376" y="3167"/>
                  </a:lnTo>
                  <a:lnTo>
                    <a:pt x="7646" y="3399"/>
                  </a:lnTo>
                  <a:lnTo>
                    <a:pt x="7955" y="3553"/>
                  </a:lnTo>
                  <a:lnTo>
                    <a:pt x="7028" y="4287"/>
                  </a:lnTo>
                  <a:lnTo>
                    <a:pt x="6101" y="4982"/>
                  </a:lnTo>
                  <a:lnTo>
                    <a:pt x="4943" y="5793"/>
                  </a:lnTo>
                  <a:lnTo>
                    <a:pt x="3746" y="6527"/>
                  </a:lnTo>
                  <a:lnTo>
                    <a:pt x="3553" y="6681"/>
                  </a:lnTo>
                  <a:lnTo>
                    <a:pt x="3475" y="6334"/>
                  </a:lnTo>
                  <a:lnTo>
                    <a:pt x="3321" y="6025"/>
                  </a:lnTo>
                  <a:lnTo>
                    <a:pt x="3128" y="5716"/>
                  </a:lnTo>
                  <a:lnTo>
                    <a:pt x="2896" y="5446"/>
                  </a:lnTo>
                  <a:lnTo>
                    <a:pt x="2626" y="5677"/>
                  </a:lnTo>
                  <a:lnTo>
                    <a:pt x="2819" y="5909"/>
                  </a:lnTo>
                  <a:lnTo>
                    <a:pt x="2935" y="6179"/>
                  </a:lnTo>
                  <a:lnTo>
                    <a:pt x="3051" y="6565"/>
                  </a:lnTo>
                  <a:lnTo>
                    <a:pt x="3128" y="6952"/>
                  </a:lnTo>
                  <a:lnTo>
                    <a:pt x="2317" y="7376"/>
                  </a:lnTo>
                  <a:lnTo>
                    <a:pt x="1892" y="7608"/>
                  </a:lnTo>
                  <a:lnTo>
                    <a:pt x="1467" y="7762"/>
                  </a:lnTo>
                  <a:lnTo>
                    <a:pt x="1081" y="7878"/>
                  </a:lnTo>
                  <a:lnTo>
                    <a:pt x="927" y="7917"/>
                  </a:lnTo>
                  <a:lnTo>
                    <a:pt x="772" y="7917"/>
                  </a:lnTo>
                  <a:lnTo>
                    <a:pt x="618" y="7878"/>
                  </a:lnTo>
                  <a:lnTo>
                    <a:pt x="502" y="7840"/>
                  </a:lnTo>
                  <a:lnTo>
                    <a:pt x="386" y="7724"/>
                  </a:lnTo>
                  <a:lnTo>
                    <a:pt x="309" y="7608"/>
                  </a:lnTo>
                  <a:lnTo>
                    <a:pt x="270" y="7569"/>
                  </a:lnTo>
                  <a:lnTo>
                    <a:pt x="232" y="7531"/>
                  </a:lnTo>
                  <a:lnTo>
                    <a:pt x="116" y="7492"/>
                  </a:lnTo>
                  <a:lnTo>
                    <a:pt x="39" y="7569"/>
                  </a:lnTo>
                  <a:lnTo>
                    <a:pt x="0" y="7608"/>
                  </a:lnTo>
                  <a:lnTo>
                    <a:pt x="0" y="7685"/>
                  </a:lnTo>
                  <a:lnTo>
                    <a:pt x="39" y="7840"/>
                  </a:lnTo>
                  <a:lnTo>
                    <a:pt x="77" y="7994"/>
                  </a:lnTo>
                  <a:lnTo>
                    <a:pt x="155" y="8110"/>
                  </a:lnTo>
                  <a:lnTo>
                    <a:pt x="270" y="8226"/>
                  </a:lnTo>
                  <a:lnTo>
                    <a:pt x="348" y="8264"/>
                  </a:lnTo>
                  <a:lnTo>
                    <a:pt x="463" y="8342"/>
                  </a:lnTo>
                  <a:lnTo>
                    <a:pt x="734" y="8380"/>
                  </a:lnTo>
                  <a:lnTo>
                    <a:pt x="1004" y="8380"/>
                  </a:lnTo>
                  <a:lnTo>
                    <a:pt x="1274" y="8342"/>
                  </a:lnTo>
                  <a:lnTo>
                    <a:pt x="1545" y="8264"/>
                  </a:lnTo>
                  <a:lnTo>
                    <a:pt x="1815" y="8149"/>
                  </a:lnTo>
                  <a:lnTo>
                    <a:pt x="2935" y="7569"/>
                  </a:lnTo>
                  <a:lnTo>
                    <a:pt x="4055" y="6952"/>
                  </a:lnTo>
                  <a:lnTo>
                    <a:pt x="5097" y="6295"/>
                  </a:lnTo>
                  <a:lnTo>
                    <a:pt x="6140" y="5561"/>
                  </a:lnTo>
                  <a:lnTo>
                    <a:pt x="7067" y="4866"/>
                  </a:lnTo>
                  <a:lnTo>
                    <a:pt x="7993" y="4171"/>
                  </a:lnTo>
                  <a:lnTo>
                    <a:pt x="8881" y="3399"/>
                  </a:lnTo>
                  <a:lnTo>
                    <a:pt x="9731" y="2627"/>
                  </a:lnTo>
                  <a:lnTo>
                    <a:pt x="10001" y="2356"/>
                  </a:lnTo>
                  <a:lnTo>
                    <a:pt x="10272" y="2047"/>
                  </a:lnTo>
                  <a:lnTo>
                    <a:pt x="10503" y="1739"/>
                  </a:lnTo>
                  <a:lnTo>
                    <a:pt x="10696" y="1430"/>
                  </a:lnTo>
                  <a:lnTo>
                    <a:pt x="10812" y="1082"/>
                  </a:lnTo>
                  <a:lnTo>
                    <a:pt x="10812" y="928"/>
                  </a:lnTo>
                  <a:lnTo>
                    <a:pt x="10812" y="735"/>
                  </a:lnTo>
                  <a:lnTo>
                    <a:pt x="10774" y="580"/>
                  </a:lnTo>
                  <a:lnTo>
                    <a:pt x="10735" y="387"/>
                  </a:lnTo>
                  <a:lnTo>
                    <a:pt x="10619" y="233"/>
                  </a:lnTo>
                  <a:lnTo>
                    <a:pt x="10465" y="40"/>
                  </a:lnTo>
                  <a:lnTo>
                    <a:pt x="103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Google Shape;1551;p7"/>
            <p:cNvSpPr/>
            <p:nvPr/>
          </p:nvSpPr>
          <p:spPr>
            <a:xfrm>
              <a:off x="633925" y="2005525"/>
              <a:ext cx="61800" cy="160300"/>
            </a:xfrm>
            <a:custGeom>
              <a:avLst/>
              <a:gdLst/>
              <a:ahLst/>
              <a:cxnLst/>
              <a:rect l="l" t="t" r="r" b="b"/>
              <a:pathLst>
                <a:path w="2472" h="6412" extrusionOk="0">
                  <a:moveTo>
                    <a:pt x="309" y="1"/>
                  </a:moveTo>
                  <a:lnTo>
                    <a:pt x="0" y="78"/>
                  </a:lnTo>
                  <a:lnTo>
                    <a:pt x="193" y="928"/>
                  </a:lnTo>
                  <a:lnTo>
                    <a:pt x="425" y="1777"/>
                  </a:lnTo>
                  <a:lnTo>
                    <a:pt x="657" y="2627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5"/>
                  </a:lnTo>
                  <a:lnTo>
                    <a:pt x="1661" y="5716"/>
                  </a:lnTo>
                  <a:lnTo>
                    <a:pt x="1583" y="5793"/>
                  </a:lnTo>
                  <a:lnTo>
                    <a:pt x="1545" y="5870"/>
                  </a:lnTo>
                  <a:lnTo>
                    <a:pt x="1776" y="5909"/>
                  </a:lnTo>
                  <a:lnTo>
                    <a:pt x="1931" y="6141"/>
                  </a:lnTo>
                  <a:lnTo>
                    <a:pt x="2085" y="6334"/>
                  </a:lnTo>
                  <a:lnTo>
                    <a:pt x="2124" y="6411"/>
                  </a:lnTo>
                  <a:lnTo>
                    <a:pt x="2317" y="6411"/>
                  </a:lnTo>
                  <a:lnTo>
                    <a:pt x="2356" y="6334"/>
                  </a:lnTo>
                  <a:lnTo>
                    <a:pt x="2433" y="6295"/>
                  </a:lnTo>
                  <a:lnTo>
                    <a:pt x="2471" y="6257"/>
                  </a:lnTo>
                  <a:lnTo>
                    <a:pt x="2356" y="5948"/>
                  </a:lnTo>
                  <a:lnTo>
                    <a:pt x="2278" y="5948"/>
                  </a:lnTo>
                  <a:lnTo>
                    <a:pt x="2124" y="5600"/>
                  </a:lnTo>
                  <a:lnTo>
                    <a:pt x="1969" y="5214"/>
                  </a:lnTo>
                  <a:lnTo>
                    <a:pt x="1738" y="4442"/>
                  </a:lnTo>
                  <a:lnTo>
                    <a:pt x="1197" y="2936"/>
                  </a:lnTo>
                  <a:lnTo>
                    <a:pt x="734" y="1468"/>
                  </a:lnTo>
                  <a:lnTo>
                    <a:pt x="30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Google Shape;1552;p7"/>
            <p:cNvSpPr/>
            <p:nvPr/>
          </p:nvSpPr>
          <p:spPr>
            <a:xfrm>
              <a:off x="643575" y="2007475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0"/>
                  </a:moveTo>
                  <a:lnTo>
                    <a:pt x="0" y="39"/>
                  </a:lnTo>
                  <a:lnTo>
                    <a:pt x="1970" y="3205"/>
                  </a:lnTo>
                  <a:lnTo>
                    <a:pt x="4055" y="6333"/>
                  </a:lnTo>
                  <a:lnTo>
                    <a:pt x="3553" y="6294"/>
                  </a:lnTo>
                  <a:lnTo>
                    <a:pt x="3051" y="6179"/>
                  </a:lnTo>
                  <a:lnTo>
                    <a:pt x="2587" y="6024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5" y="6179"/>
                  </a:lnTo>
                  <a:lnTo>
                    <a:pt x="2472" y="6372"/>
                  </a:lnTo>
                  <a:lnTo>
                    <a:pt x="2858" y="6526"/>
                  </a:lnTo>
                  <a:lnTo>
                    <a:pt x="3283" y="6642"/>
                  </a:lnTo>
                  <a:lnTo>
                    <a:pt x="3707" y="6719"/>
                  </a:lnTo>
                  <a:lnTo>
                    <a:pt x="4132" y="6796"/>
                  </a:lnTo>
                  <a:lnTo>
                    <a:pt x="4595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8" y="6642"/>
                  </a:lnTo>
                  <a:lnTo>
                    <a:pt x="8148" y="6487"/>
                  </a:lnTo>
                  <a:lnTo>
                    <a:pt x="8959" y="6294"/>
                  </a:lnTo>
                  <a:lnTo>
                    <a:pt x="9770" y="6024"/>
                  </a:lnTo>
                  <a:lnTo>
                    <a:pt x="10581" y="5715"/>
                  </a:lnTo>
                  <a:lnTo>
                    <a:pt x="11314" y="5368"/>
                  </a:lnTo>
                  <a:lnTo>
                    <a:pt x="12009" y="4904"/>
                  </a:lnTo>
                  <a:lnTo>
                    <a:pt x="12357" y="4673"/>
                  </a:lnTo>
                  <a:lnTo>
                    <a:pt x="12666" y="4402"/>
                  </a:lnTo>
                  <a:lnTo>
                    <a:pt x="12975" y="4093"/>
                  </a:lnTo>
                  <a:lnTo>
                    <a:pt x="13284" y="3784"/>
                  </a:lnTo>
                  <a:lnTo>
                    <a:pt x="13515" y="3476"/>
                  </a:lnTo>
                  <a:lnTo>
                    <a:pt x="13786" y="3128"/>
                  </a:lnTo>
                  <a:lnTo>
                    <a:pt x="13979" y="2780"/>
                  </a:lnTo>
                  <a:lnTo>
                    <a:pt x="14211" y="2394"/>
                  </a:lnTo>
                  <a:lnTo>
                    <a:pt x="14211" y="2278"/>
                  </a:lnTo>
                  <a:lnTo>
                    <a:pt x="14172" y="2163"/>
                  </a:lnTo>
                  <a:lnTo>
                    <a:pt x="14172" y="2124"/>
                  </a:lnTo>
                  <a:lnTo>
                    <a:pt x="13863" y="2124"/>
                  </a:lnTo>
                  <a:lnTo>
                    <a:pt x="13824" y="2163"/>
                  </a:lnTo>
                  <a:lnTo>
                    <a:pt x="13554" y="2703"/>
                  </a:lnTo>
                  <a:lnTo>
                    <a:pt x="13207" y="3167"/>
                  </a:lnTo>
                  <a:lnTo>
                    <a:pt x="12859" y="3630"/>
                  </a:lnTo>
                  <a:lnTo>
                    <a:pt x="12473" y="4016"/>
                  </a:lnTo>
                  <a:lnTo>
                    <a:pt x="12009" y="4364"/>
                  </a:lnTo>
                  <a:lnTo>
                    <a:pt x="11546" y="4711"/>
                  </a:lnTo>
                  <a:lnTo>
                    <a:pt x="11083" y="4982"/>
                  </a:lnTo>
                  <a:lnTo>
                    <a:pt x="10542" y="5252"/>
                  </a:lnTo>
                  <a:lnTo>
                    <a:pt x="10349" y="5252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6"/>
                  </a:lnTo>
                  <a:lnTo>
                    <a:pt x="10156" y="5445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1"/>
                  </a:lnTo>
                  <a:lnTo>
                    <a:pt x="6758" y="6294"/>
                  </a:lnTo>
                  <a:lnTo>
                    <a:pt x="6217" y="6333"/>
                  </a:lnTo>
                  <a:lnTo>
                    <a:pt x="5677" y="6410"/>
                  </a:lnTo>
                  <a:lnTo>
                    <a:pt x="4557" y="6410"/>
                  </a:lnTo>
                  <a:lnTo>
                    <a:pt x="4595" y="6294"/>
                  </a:lnTo>
                  <a:lnTo>
                    <a:pt x="4364" y="6256"/>
                  </a:lnTo>
                  <a:lnTo>
                    <a:pt x="3398" y="4634"/>
                  </a:lnTo>
                  <a:lnTo>
                    <a:pt x="2356" y="3012"/>
                  </a:lnTo>
                  <a:lnTo>
                    <a:pt x="1275" y="1468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Google Shape;1553;p7"/>
            <p:cNvSpPr/>
            <p:nvPr/>
          </p:nvSpPr>
          <p:spPr>
            <a:xfrm>
              <a:off x="5946350" y="2008425"/>
              <a:ext cx="112975" cy="132300"/>
            </a:xfrm>
            <a:custGeom>
              <a:avLst/>
              <a:gdLst/>
              <a:ahLst/>
              <a:cxnLst/>
              <a:rect l="l" t="t" r="r" b="b"/>
              <a:pathLst>
                <a:path w="4519" h="5292" extrusionOk="0">
                  <a:moveTo>
                    <a:pt x="3360" y="1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1" y="155"/>
                  </a:lnTo>
                  <a:lnTo>
                    <a:pt x="2240" y="271"/>
                  </a:lnTo>
                  <a:lnTo>
                    <a:pt x="2009" y="426"/>
                  </a:lnTo>
                  <a:lnTo>
                    <a:pt x="1738" y="580"/>
                  </a:lnTo>
                  <a:lnTo>
                    <a:pt x="1507" y="773"/>
                  </a:lnTo>
                  <a:lnTo>
                    <a:pt x="1082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9"/>
                  </a:lnTo>
                  <a:lnTo>
                    <a:pt x="39" y="3708"/>
                  </a:lnTo>
                  <a:lnTo>
                    <a:pt x="1" y="4055"/>
                  </a:lnTo>
                  <a:lnTo>
                    <a:pt x="1" y="4364"/>
                  </a:lnTo>
                  <a:lnTo>
                    <a:pt x="39" y="4673"/>
                  </a:lnTo>
                  <a:lnTo>
                    <a:pt x="117" y="4905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700" y="5291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789"/>
                  </a:lnTo>
                  <a:lnTo>
                    <a:pt x="696" y="4712"/>
                  </a:lnTo>
                  <a:lnTo>
                    <a:pt x="580" y="4557"/>
                  </a:lnTo>
                  <a:lnTo>
                    <a:pt x="541" y="4442"/>
                  </a:lnTo>
                  <a:lnTo>
                    <a:pt x="503" y="4248"/>
                  </a:lnTo>
                  <a:lnTo>
                    <a:pt x="541" y="4055"/>
                  </a:lnTo>
                  <a:lnTo>
                    <a:pt x="580" y="3592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27" y="2318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16" y="1159"/>
                  </a:lnTo>
                  <a:lnTo>
                    <a:pt x="2202" y="889"/>
                  </a:lnTo>
                  <a:lnTo>
                    <a:pt x="2627" y="696"/>
                  </a:lnTo>
                  <a:lnTo>
                    <a:pt x="3090" y="580"/>
                  </a:lnTo>
                  <a:lnTo>
                    <a:pt x="3592" y="541"/>
                  </a:lnTo>
                  <a:lnTo>
                    <a:pt x="4094" y="580"/>
                  </a:lnTo>
                  <a:lnTo>
                    <a:pt x="4248" y="541"/>
                  </a:lnTo>
                  <a:lnTo>
                    <a:pt x="4326" y="464"/>
                  </a:lnTo>
                  <a:lnTo>
                    <a:pt x="4441" y="464"/>
                  </a:lnTo>
                  <a:lnTo>
                    <a:pt x="4519" y="426"/>
                  </a:lnTo>
                  <a:lnTo>
                    <a:pt x="4519" y="348"/>
                  </a:lnTo>
                  <a:lnTo>
                    <a:pt x="4519" y="155"/>
                  </a:lnTo>
                  <a:lnTo>
                    <a:pt x="4210" y="155"/>
                  </a:lnTo>
                  <a:lnTo>
                    <a:pt x="3901" y="78"/>
                  </a:lnTo>
                  <a:lnTo>
                    <a:pt x="363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Google Shape;1554;p7"/>
            <p:cNvSpPr/>
            <p:nvPr/>
          </p:nvSpPr>
          <p:spPr>
            <a:xfrm>
              <a:off x="6195425" y="2043175"/>
              <a:ext cx="25125" cy="11625"/>
            </a:xfrm>
            <a:custGeom>
              <a:avLst/>
              <a:gdLst/>
              <a:ahLst/>
              <a:cxnLst/>
              <a:rect l="l" t="t" r="r" b="b"/>
              <a:pathLst>
                <a:path w="1005" h="465" extrusionOk="0">
                  <a:moveTo>
                    <a:pt x="773" y="1"/>
                  </a:moveTo>
                  <a:lnTo>
                    <a:pt x="541" y="40"/>
                  </a:lnTo>
                  <a:lnTo>
                    <a:pt x="309" y="78"/>
                  </a:lnTo>
                  <a:lnTo>
                    <a:pt x="78" y="155"/>
                  </a:lnTo>
                  <a:lnTo>
                    <a:pt x="39" y="194"/>
                  </a:lnTo>
                  <a:lnTo>
                    <a:pt x="0" y="271"/>
                  </a:lnTo>
                  <a:lnTo>
                    <a:pt x="0" y="348"/>
                  </a:lnTo>
                  <a:lnTo>
                    <a:pt x="78" y="426"/>
                  </a:lnTo>
                  <a:lnTo>
                    <a:pt x="116" y="464"/>
                  </a:lnTo>
                  <a:lnTo>
                    <a:pt x="193" y="464"/>
                  </a:lnTo>
                  <a:lnTo>
                    <a:pt x="386" y="387"/>
                  </a:lnTo>
                  <a:lnTo>
                    <a:pt x="580" y="348"/>
                  </a:lnTo>
                  <a:lnTo>
                    <a:pt x="773" y="387"/>
                  </a:lnTo>
                  <a:lnTo>
                    <a:pt x="850" y="348"/>
                  </a:lnTo>
                  <a:lnTo>
                    <a:pt x="966" y="348"/>
                  </a:lnTo>
                  <a:lnTo>
                    <a:pt x="1004" y="271"/>
                  </a:lnTo>
                  <a:lnTo>
                    <a:pt x="1004" y="233"/>
                  </a:lnTo>
                  <a:lnTo>
                    <a:pt x="1004" y="155"/>
                  </a:lnTo>
                  <a:lnTo>
                    <a:pt x="966" y="78"/>
                  </a:lnTo>
                  <a:lnTo>
                    <a:pt x="888" y="40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Google Shape;1555;p7"/>
            <p:cNvSpPr/>
            <p:nvPr/>
          </p:nvSpPr>
          <p:spPr>
            <a:xfrm>
              <a:off x="6096950" y="2048975"/>
              <a:ext cx="21275" cy="8725"/>
            </a:xfrm>
            <a:custGeom>
              <a:avLst/>
              <a:gdLst/>
              <a:ahLst/>
              <a:cxnLst/>
              <a:rect l="l" t="t" r="r" b="b"/>
              <a:pathLst>
                <a:path w="851" h="349" extrusionOk="0">
                  <a:moveTo>
                    <a:pt x="155" y="1"/>
                  </a:moveTo>
                  <a:lnTo>
                    <a:pt x="116" y="39"/>
                  </a:lnTo>
                  <a:lnTo>
                    <a:pt x="39" y="78"/>
                  </a:lnTo>
                  <a:lnTo>
                    <a:pt x="1" y="155"/>
                  </a:lnTo>
                  <a:lnTo>
                    <a:pt x="39" y="271"/>
                  </a:lnTo>
                  <a:lnTo>
                    <a:pt x="116" y="310"/>
                  </a:lnTo>
                  <a:lnTo>
                    <a:pt x="155" y="310"/>
                  </a:lnTo>
                  <a:lnTo>
                    <a:pt x="425" y="348"/>
                  </a:lnTo>
                  <a:lnTo>
                    <a:pt x="734" y="348"/>
                  </a:lnTo>
                  <a:lnTo>
                    <a:pt x="812" y="271"/>
                  </a:lnTo>
                  <a:lnTo>
                    <a:pt x="850" y="155"/>
                  </a:lnTo>
                  <a:lnTo>
                    <a:pt x="812" y="78"/>
                  </a:lnTo>
                  <a:lnTo>
                    <a:pt x="73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Google Shape;1556;p7"/>
            <p:cNvSpPr/>
            <p:nvPr/>
          </p:nvSpPr>
          <p:spPr>
            <a:xfrm>
              <a:off x="5988825" y="2089525"/>
              <a:ext cx="93675" cy="93675"/>
            </a:xfrm>
            <a:custGeom>
              <a:avLst/>
              <a:gdLst/>
              <a:ahLst/>
              <a:cxnLst/>
              <a:rect l="l" t="t" r="r" b="b"/>
              <a:pathLst>
                <a:path w="3747" h="3747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8" y="580"/>
                  </a:lnTo>
                  <a:lnTo>
                    <a:pt x="2549" y="696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90" y="1159"/>
                  </a:lnTo>
                  <a:lnTo>
                    <a:pt x="3206" y="1429"/>
                  </a:lnTo>
                  <a:lnTo>
                    <a:pt x="3244" y="1661"/>
                  </a:lnTo>
                  <a:lnTo>
                    <a:pt x="3244" y="1931"/>
                  </a:lnTo>
                  <a:lnTo>
                    <a:pt x="3206" y="2201"/>
                  </a:lnTo>
                  <a:lnTo>
                    <a:pt x="3090" y="2433"/>
                  </a:lnTo>
                  <a:lnTo>
                    <a:pt x="2974" y="2665"/>
                  </a:lnTo>
                  <a:lnTo>
                    <a:pt x="2781" y="2858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47" y="3244"/>
                  </a:lnTo>
                  <a:lnTo>
                    <a:pt x="1777" y="3244"/>
                  </a:lnTo>
                  <a:lnTo>
                    <a:pt x="1468" y="3167"/>
                  </a:lnTo>
                  <a:lnTo>
                    <a:pt x="1198" y="3051"/>
                  </a:lnTo>
                  <a:lnTo>
                    <a:pt x="966" y="2897"/>
                  </a:lnTo>
                  <a:lnTo>
                    <a:pt x="773" y="2665"/>
                  </a:lnTo>
                  <a:lnTo>
                    <a:pt x="619" y="2433"/>
                  </a:lnTo>
                  <a:lnTo>
                    <a:pt x="503" y="2124"/>
                  </a:lnTo>
                  <a:lnTo>
                    <a:pt x="464" y="1854"/>
                  </a:lnTo>
                  <a:lnTo>
                    <a:pt x="503" y="1584"/>
                  </a:lnTo>
                  <a:lnTo>
                    <a:pt x="619" y="1352"/>
                  </a:lnTo>
                  <a:lnTo>
                    <a:pt x="734" y="1120"/>
                  </a:lnTo>
                  <a:lnTo>
                    <a:pt x="928" y="889"/>
                  </a:lnTo>
                  <a:lnTo>
                    <a:pt x="1121" y="734"/>
                  </a:lnTo>
                  <a:lnTo>
                    <a:pt x="1352" y="580"/>
                  </a:lnTo>
                  <a:lnTo>
                    <a:pt x="1584" y="464"/>
                  </a:lnTo>
                  <a:close/>
                  <a:moveTo>
                    <a:pt x="1700" y="0"/>
                  </a:moveTo>
                  <a:lnTo>
                    <a:pt x="1545" y="78"/>
                  </a:lnTo>
                  <a:lnTo>
                    <a:pt x="1352" y="116"/>
                  </a:lnTo>
                  <a:lnTo>
                    <a:pt x="1314" y="155"/>
                  </a:lnTo>
                  <a:lnTo>
                    <a:pt x="1082" y="271"/>
                  </a:lnTo>
                  <a:lnTo>
                    <a:pt x="812" y="387"/>
                  </a:lnTo>
                  <a:lnTo>
                    <a:pt x="619" y="541"/>
                  </a:lnTo>
                  <a:lnTo>
                    <a:pt x="426" y="734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8" y="1468"/>
                  </a:lnTo>
                  <a:lnTo>
                    <a:pt x="1" y="1738"/>
                  </a:lnTo>
                  <a:lnTo>
                    <a:pt x="1" y="2047"/>
                  </a:lnTo>
                  <a:lnTo>
                    <a:pt x="1" y="2086"/>
                  </a:lnTo>
                  <a:lnTo>
                    <a:pt x="39" y="2279"/>
                  </a:lnTo>
                  <a:lnTo>
                    <a:pt x="117" y="2472"/>
                  </a:lnTo>
                  <a:lnTo>
                    <a:pt x="310" y="2819"/>
                  </a:lnTo>
                  <a:lnTo>
                    <a:pt x="541" y="3128"/>
                  </a:lnTo>
                  <a:lnTo>
                    <a:pt x="850" y="3399"/>
                  </a:lnTo>
                  <a:lnTo>
                    <a:pt x="1198" y="3592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07"/>
                  </a:lnTo>
                  <a:lnTo>
                    <a:pt x="2356" y="3669"/>
                  </a:lnTo>
                  <a:lnTo>
                    <a:pt x="2627" y="3553"/>
                  </a:lnTo>
                  <a:lnTo>
                    <a:pt x="2897" y="3399"/>
                  </a:lnTo>
                  <a:lnTo>
                    <a:pt x="3129" y="3244"/>
                  </a:lnTo>
                  <a:lnTo>
                    <a:pt x="3322" y="3012"/>
                  </a:lnTo>
                  <a:lnTo>
                    <a:pt x="3476" y="2742"/>
                  </a:lnTo>
                  <a:lnTo>
                    <a:pt x="3631" y="2472"/>
                  </a:lnTo>
                  <a:lnTo>
                    <a:pt x="3708" y="2201"/>
                  </a:lnTo>
                  <a:lnTo>
                    <a:pt x="3746" y="1893"/>
                  </a:lnTo>
                  <a:lnTo>
                    <a:pt x="3708" y="1584"/>
                  </a:lnTo>
                  <a:lnTo>
                    <a:pt x="3669" y="1275"/>
                  </a:lnTo>
                  <a:lnTo>
                    <a:pt x="3515" y="966"/>
                  </a:lnTo>
                  <a:lnTo>
                    <a:pt x="3322" y="696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5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Google Shape;1557;p7"/>
            <p:cNvSpPr/>
            <p:nvPr/>
          </p:nvSpPr>
          <p:spPr>
            <a:xfrm>
              <a:off x="3369775" y="2101100"/>
              <a:ext cx="174750" cy="292550"/>
            </a:xfrm>
            <a:custGeom>
              <a:avLst/>
              <a:gdLst/>
              <a:ahLst/>
              <a:cxnLst/>
              <a:rect l="l" t="t" r="r" b="b"/>
              <a:pathLst>
                <a:path w="6990" h="11702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3" y="6256"/>
                  </a:lnTo>
                  <a:lnTo>
                    <a:pt x="5214" y="9346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3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1" y="11508"/>
                  </a:lnTo>
                  <a:lnTo>
                    <a:pt x="6951" y="11392"/>
                  </a:lnTo>
                  <a:lnTo>
                    <a:pt x="6990" y="11354"/>
                  </a:lnTo>
                  <a:lnTo>
                    <a:pt x="6681" y="11122"/>
                  </a:lnTo>
                  <a:lnTo>
                    <a:pt x="6758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5" y="5639"/>
                  </a:lnTo>
                  <a:lnTo>
                    <a:pt x="6411" y="5639"/>
                  </a:lnTo>
                  <a:lnTo>
                    <a:pt x="6411" y="6758"/>
                  </a:lnTo>
                  <a:lnTo>
                    <a:pt x="6333" y="8573"/>
                  </a:lnTo>
                  <a:lnTo>
                    <a:pt x="6295" y="9500"/>
                  </a:lnTo>
                  <a:lnTo>
                    <a:pt x="6256" y="10427"/>
                  </a:lnTo>
                  <a:lnTo>
                    <a:pt x="5986" y="9886"/>
                  </a:lnTo>
                  <a:lnTo>
                    <a:pt x="5252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3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Google Shape;1558;p7"/>
            <p:cNvSpPr/>
            <p:nvPr/>
          </p:nvSpPr>
          <p:spPr>
            <a:xfrm>
              <a:off x="4221225" y="2127175"/>
              <a:ext cx="103325" cy="132275"/>
            </a:xfrm>
            <a:custGeom>
              <a:avLst/>
              <a:gdLst/>
              <a:ahLst/>
              <a:cxnLst/>
              <a:rect l="l" t="t" r="r" b="b"/>
              <a:pathLst>
                <a:path w="4133" h="5291" extrusionOk="0">
                  <a:moveTo>
                    <a:pt x="2511" y="0"/>
                  </a:moveTo>
                  <a:lnTo>
                    <a:pt x="2279" y="39"/>
                  </a:lnTo>
                  <a:lnTo>
                    <a:pt x="2048" y="39"/>
                  </a:lnTo>
                  <a:lnTo>
                    <a:pt x="1816" y="116"/>
                  </a:lnTo>
                  <a:lnTo>
                    <a:pt x="1430" y="271"/>
                  </a:lnTo>
                  <a:lnTo>
                    <a:pt x="1121" y="464"/>
                  </a:lnTo>
                  <a:lnTo>
                    <a:pt x="850" y="695"/>
                  </a:lnTo>
                  <a:lnTo>
                    <a:pt x="619" y="966"/>
                  </a:lnTo>
                  <a:lnTo>
                    <a:pt x="464" y="1236"/>
                  </a:lnTo>
                  <a:lnTo>
                    <a:pt x="310" y="1584"/>
                  </a:lnTo>
                  <a:lnTo>
                    <a:pt x="194" y="1931"/>
                  </a:lnTo>
                  <a:lnTo>
                    <a:pt x="117" y="2279"/>
                  </a:lnTo>
                  <a:lnTo>
                    <a:pt x="40" y="2665"/>
                  </a:lnTo>
                  <a:lnTo>
                    <a:pt x="1" y="3051"/>
                  </a:lnTo>
                  <a:lnTo>
                    <a:pt x="1" y="3823"/>
                  </a:lnTo>
                  <a:lnTo>
                    <a:pt x="1" y="5291"/>
                  </a:lnTo>
                  <a:lnTo>
                    <a:pt x="426" y="5291"/>
                  </a:lnTo>
                  <a:lnTo>
                    <a:pt x="464" y="4750"/>
                  </a:lnTo>
                  <a:lnTo>
                    <a:pt x="464" y="4209"/>
                  </a:lnTo>
                  <a:lnTo>
                    <a:pt x="464" y="3669"/>
                  </a:lnTo>
                  <a:lnTo>
                    <a:pt x="503" y="3128"/>
                  </a:lnTo>
                  <a:lnTo>
                    <a:pt x="542" y="2588"/>
                  </a:lnTo>
                  <a:lnTo>
                    <a:pt x="696" y="2047"/>
                  </a:lnTo>
                  <a:lnTo>
                    <a:pt x="773" y="1815"/>
                  </a:lnTo>
                  <a:lnTo>
                    <a:pt x="889" y="1584"/>
                  </a:lnTo>
                  <a:lnTo>
                    <a:pt x="1044" y="1352"/>
                  </a:lnTo>
                  <a:lnTo>
                    <a:pt x="1198" y="1159"/>
                  </a:lnTo>
                  <a:lnTo>
                    <a:pt x="1391" y="966"/>
                  </a:lnTo>
                  <a:lnTo>
                    <a:pt x="1623" y="811"/>
                  </a:lnTo>
                  <a:lnTo>
                    <a:pt x="1893" y="657"/>
                  </a:lnTo>
                  <a:lnTo>
                    <a:pt x="2163" y="580"/>
                  </a:lnTo>
                  <a:lnTo>
                    <a:pt x="2434" y="541"/>
                  </a:lnTo>
                  <a:lnTo>
                    <a:pt x="2704" y="580"/>
                  </a:lnTo>
                  <a:lnTo>
                    <a:pt x="2974" y="657"/>
                  </a:lnTo>
                  <a:lnTo>
                    <a:pt x="3206" y="811"/>
                  </a:lnTo>
                  <a:lnTo>
                    <a:pt x="3360" y="966"/>
                  </a:lnTo>
                  <a:lnTo>
                    <a:pt x="3515" y="1197"/>
                  </a:lnTo>
                  <a:lnTo>
                    <a:pt x="3592" y="1429"/>
                  </a:lnTo>
                  <a:lnTo>
                    <a:pt x="3669" y="1661"/>
                  </a:lnTo>
                  <a:lnTo>
                    <a:pt x="4133" y="1584"/>
                  </a:lnTo>
                  <a:lnTo>
                    <a:pt x="4017" y="1197"/>
                  </a:lnTo>
                  <a:lnTo>
                    <a:pt x="3862" y="850"/>
                  </a:lnTo>
                  <a:lnTo>
                    <a:pt x="3631" y="541"/>
                  </a:lnTo>
                  <a:lnTo>
                    <a:pt x="3399" y="309"/>
                  </a:lnTo>
                  <a:lnTo>
                    <a:pt x="3245" y="194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4" y="39"/>
                  </a:lnTo>
                  <a:lnTo>
                    <a:pt x="25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Google Shape;1559;p7"/>
            <p:cNvSpPr/>
            <p:nvPr/>
          </p:nvSpPr>
          <p:spPr>
            <a:xfrm>
              <a:off x="4086075" y="2129100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41"/>
                  </a:lnTo>
                  <a:lnTo>
                    <a:pt x="12319" y="618"/>
                  </a:lnTo>
                  <a:lnTo>
                    <a:pt x="12628" y="850"/>
                  </a:lnTo>
                  <a:lnTo>
                    <a:pt x="12898" y="1120"/>
                  </a:lnTo>
                  <a:lnTo>
                    <a:pt x="13130" y="1468"/>
                  </a:lnTo>
                  <a:lnTo>
                    <a:pt x="13323" y="1854"/>
                  </a:lnTo>
                  <a:lnTo>
                    <a:pt x="13477" y="2240"/>
                  </a:lnTo>
                  <a:lnTo>
                    <a:pt x="13632" y="2665"/>
                  </a:lnTo>
                  <a:lnTo>
                    <a:pt x="13864" y="3437"/>
                  </a:lnTo>
                  <a:lnTo>
                    <a:pt x="13091" y="3013"/>
                  </a:lnTo>
                  <a:lnTo>
                    <a:pt x="12705" y="2742"/>
                  </a:lnTo>
                  <a:lnTo>
                    <a:pt x="12358" y="2472"/>
                  </a:lnTo>
                  <a:lnTo>
                    <a:pt x="12010" y="2124"/>
                  </a:lnTo>
                  <a:lnTo>
                    <a:pt x="11817" y="1893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696"/>
                  </a:lnTo>
                  <a:lnTo>
                    <a:pt x="11778" y="618"/>
                  </a:lnTo>
                  <a:lnTo>
                    <a:pt x="11856" y="541"/>
                  </a:lnTo>
                  <a:lnTo>
                    <a:pt x="11971" y="503"/>
                  </a:lnTo>
                  <a:close/>
                  <a:moveTo>
                    <a:pt x="16296" y="1584"/>
                  </a:moveTo>
                  <a:lnTo>
                    <a:pt x="16412" y="1661"/>
                  </a:lnTo>
                  <a:lnTo>
                    <a:pt x="16489" y="1700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18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35"/>
                  </a:lnTo>
                  <a:lnTo>
                    <a:pt x="15949" y="3167"/>
                  </a:lnTo>
                  <a:lnTo>
                    <a:pt x="15563" y="3360"/>
                  </a:lnTo>
                  <a:lnTo>
                    <a:pt x="15138" y="3515"/>
                  </a:lnTo>
                  <a:lnTo>
                    <a:pt x="14713" y="3630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1" y="3322"/>
                  </a:lnTo>
                  <a:lnTo>
                    <a:pt x="14636" y="2974"/>
                  </a:lnTo>
                  <a:lnTo>
                    <a:pt x="14829" y="2588"/>
                  </a:lnTo>
                  <a:lnTo>
                    <a:pt x="15099" y="2279"/>
                  </a:lnTo>
                  <a:lnTo>
                    <a:pt x="15408" y="1931"/>
                  </a:lnTo>
                  <a:lnTo>
                    <a:pt x="15640" y="1777"/>
                  </a:lnTo>
                  <a:lnTo>
                    <a:pt x="15872" y="1661"/>
                  </a:lnTo>
                  <a:lnTo>
                    <a:pt x="16103" y="1584"/>
                  </a:lnTo>
                  <a:close/>
                  <a:moveTo>
                    <a:pt x="13864" y="4287"/>
                  </a:moveTo>
                  <a:lnTo>
                    <a:pt x="13671" y="4519"/>
                  </a:lnTo>
                  <a:lnTo>
                    <a:pt x="13477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09"/>
                  </a:lnTo>
                  <a:lnTo>
                    <a:pt x="11083" y="5870"/>
                  </a:lnTo>
                  <a:lnTo>
                    <a:pt x="10967" y="5793"/>
                  </a:lnTo>
                  <a:lnTo>
                    <a:pt x="10929" y="5677"/>
                  </a:lnTo>
                  <a:lnTo>
                    <a:pt x="10890" y="5600"/>
                  </a:lnTo>
                  <a:lnTo>
                    <a:pt x="10890" y="5445"/>
                  </a:lnTo>
                  <a:lnTo>
                    <a:pt x="11006" y="5252"/>
                  </a:lnTo>
                  <a:lnTo>
                    <a:pt x="11122" y="5098"/>
                  </a:lnTo>
                  <a:lnTo>
                    <a:pt x="11276" y="4943"/>
                  </a:lnTo>
                  <a:lnTo>
                    <a:pt x="11547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8" y="4441"/>
                  </a:lnTo>
                  <a:lnTo>
                    <a:pt x="13246" y="4403"/>
                  </a:lnTo>
                  <a:lnTo>
                    <a:pt x="13555" y="4326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57"/>
                  </a:lnTo>
                  <a:lnTo>
                    <a:pt x="15408" y="4750"/>
                  </a:lnTo>
                  <a:lnTo>
                    <a:pt x="15717" y="4943"/>
                  </a:lnTo>
                  <a:lnTo>
                    <a:pt x="15910" y="5136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82" y="5986"/>
                  </a:lnTo>
                  <a:lnTo>
                    <a:pt x="16876" y="6333"/>
                  </a:lnTo>
                  <a:lnTo>
                    <a:pt x="16991" y="6642"/>
                  </a:lnTo>
                  <a:lnTo>
                    <a:pt x="16991" y="6797"/>
                  </a:lnTo>
                  <a:lnTo>
                    <a:pt x="16991" y="6951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528" y="7337"/>
                  </a:lnTo>
                  <a:lnTo>
                    <a:pt x="16374" y="7299"/>
                  </a:lnTo>
                  <a:lnTo>
                    <a:pt x="16142" y="7183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408" y="6565"/>
                  </a:lnTo>
                  <a:lnTo>
                    <a:pt x="15061" y="6140"/>
                  </a:lnTo>
                  <a:lnTo>
                    <a:pt x="14829" y="5677"/>
                  </a:lnTo>
                  <a:lnTo>
                    <a:pt x="14636" y="5214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69" y="117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45" y="580"/>
                  </a:lnTo>
                  <a:lnTo>
                    <a:pt x="10967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29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1" y="2704"/>
                  </a:lnTo>
                  <a:lnTo>
                    <a:pt x="12396" y="3090"/>
                  </a:lnTo>
                  <a:lnTo>
                    <a:pt x="12898" y="3399"/>
                  </a:lnTo>
                  <a:lnTo>
                    <a:pt x="12898" y="3399"/>
                  </a:lnTo>
                  <a:lnTo>
                    <a:pt x="12049" y="3283"/>
                  </a:lnTo>
                  <a:lnTo>
                    <a:pt x="11199" y="3244"/>
                  </a:lnTo>
                  <a:lnTo>
                    <a:pt x="10427" y="3322"/>
                  </a:lnTo>
                  <a:lnTo>
                    <a:pt x="9616" y="3476"/>
                  </a:lnTo>
                  <a:lnTo>
                    <a:pt x="9655" y="2974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584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51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48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14"/>
                  </a:lnTo>
                  <a:lnTo>
                    <a:pt x="5407" y="5523"/>
                  </a:lnTo>
                  <a:lnTo>
                    <a:pt x="4596" y="6179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18"/>
                  </a:lnTo>
                  <a:lnTo>
                    <a:pt x="541" y="10967"/>
                  </a:lnTo>
                  <a:lnTo>
                    <a:pt x="1" y="11778"/>
                  </a:lnTo>
                  <a:lnTo>
                    <a:pt x="348" y="12048"/>
                  </a:lnTo>
                  <a:lnTo>
                    <a:pt x="1545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40"/>
                  </a:lnTo>
                  <a:lnTo>
                    <a:pt x="6256" y="5561"/>
                  </a:lnTo>
                  <a:lnTo>
                    <a:pt x="7106" y="5059"/>
                  </a:lnTo>
                  <a:lnTo>
                    <a:pt x="8033" y="4596"/>
                  </a:lnTo>
                  <a:lnTo>
                    <a:pt x="8458" y="4403"/>
                  </a:lnTo>
                  <a:lnTo>
                    <a:pt x="8960" y="4248"/>
                  </a:lnTo>
                  <a:lnTo>
                    <a:pt x="9423" y="4094"/>
                  </a:lnTo>
                  <a:lnTo>
                    <a:pt x="9886" y="3978"/>
                  </a:lnTo>
                  <a:lnTo>
                    <a:pt x="10388" y="3901"/>
                  </a:lnTo>
                  <a:lnTo>
                    <a:pt x="10852" y="3824"/>
                  </a:lnTo>
                  <a:lnTo>
                    <a:pt x="12358" y="3824"/>
                  </a:lnTo>
                  <a:lnTo>
                    <a:pt x="12860" y="3901"/>
                  </a:lnTo>
                  <a:lnTo>
                    <a:pt x="12358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19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5" y="5252"/>
                  </a:lnTo>
                  <a:lnTo>
                    <a:pt x="10388" y="5484"/>
                  </a:lnTo>
                  <a:lnTo>
                    <a:pt x="10388" y="5716"/>
                  </a:lnTo>
                  <a:lnTo>
                    <a:pt x="10465" y="5947"/>
                  </a:lnTo>
                  <a:lnTo>
                    <a:pt x="10581" y="6140"/>
                  </a:lnTo>
                  <a:lnTo>
                    <a:pt x="10659" y="6256"/>
                  </a:lnTo>
                  <a:lnTo>
                    <a:pt x="10774" y="6333"/>
                  </a:lnTo>
                  <a:lnTo>
                    <a:pt x="11006" y="6411"/>
                  </a:lnTo>
                  <a:lnTo>
                    <a:pt x="11276" y="6449"/>
                  </a:lnTo>
                  <a:lnTo>
                    <a:pt x="11585" y="6411"/>
                  </a:lnTo>
                  <a:lnTo>
                    <a:pt x="11894" y="6333"/>
                  </a:lnTo>
                  <a:lnTo>
                    <a:pt x="12165" y="6256"/>
                  </a:lnTo>
                  <a:lnTo>
                    <a:pt x="12628" y="6025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677"/>
                  </a:lnTo>
                  <a:lnTo>
                    <a:pt x="14057" y="4866"/>
                  </a:lnTo>
                  <a:lnTo>
                    <a:pt x="14211" y="5368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3" y="6835"/>
                  </a:lnTo>
                  <a:lnTo>
                    <a:pt x="15177" y="7067"/>
                  </a:lnTo>
                  <a:lnTo>
                    <a:pt x="15408" y="7260"/>
                  </a:lnTo>
                  <a:lnTo>
                    <a:pt x="15678" y="7492"/>
                  </a:lnTo>
                  <a:lnTo>
                    <a:pt x="15987" y="7646"/>
                  </a:lnTo>
                  <a:lnTo>
                    <a:pt x="16296" y="7801"/>
                  </a:lnTo>
                  <a:lnTo>
                    <a:pt x="16605" y="7839"/>
                  </a:lnTo>
                  <a:lnTo>
                    <a:pt x="16876" y="7839"/>
                  </a:lnTo>
                  <a:lnTo>
                    <a:pt x="17030" y="7801"/>
                  </a:lnTo>
                  <a:lnTo>
                    <a:pt x="17184" y="7724"/>
                  </a:lnTo>
                  <a:lnTo>
                    <a:pt x="17300" y="7608"/>
                  </a:lnTo>
                  <a:lnTo>
                    <a:pt x="17378" y="7492"/>
                  </a:lnTo>
                  <a:lnTo>
                    <a:pt x="17455" y="7376"/>
                  </a:lnTo>
                  <a:lnTo>
                    <a:pt x="17455" y="7222"/>
                  </a:lnTo>
                  <a:lnTo>
                    <a:pt x="17493" y="6913"/>
                  </a:lnTo>
                  <a:lnTo>
                    <a:pt x="17416" y="6604"/>
                  </a:lnTo>
                  <a:lnTo>
                    <a:pt x="17339" y="6256"/>
                  </a:lnTo>
                  <a:lnTo>
                    <a:pt x="17184" y="5947"/>
                  </a:lnTo>
                  <a:lnTo>
                    <a:pt x="17030" y="5677"/>
                  </a:lnTo>
                  <a:lnTo>
                    <a:pt x="16914" y="5484"/>
                  </a:lnTo>
                  <a:lnTo>
                    <a:pt x="16721" y="5214"/>
                  </a:lnTo>
                  <a:lnTo>
                    <a:pt x="16489" y="4982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08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26"/>
                  </a:lnTo>
                  <a:lnTo>
                    <a:pt x="17107" y="2395"/>
                  </a:lnTo>
                  <a:lnTo>
                    <a:pt x="17146" y="2163"/>
                  </a:lnTo>
                  <a:lnTo>
                    <a:pt x="17146" y="1931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20"/>
                  </a:lnTo>
                  <a:lnTo>
                    <a:pt x="15910" y="1159"/>
                  </a:lnTo>
                  <a:lnTo>
                    <a:pt x="15678" y="1236"/>
                  </a:lnTo>
                  <a:lnTo>
                    <a:pt x="15485" y="1314"/>
                  </a:lnTo>
                  <a:lnTo>
                    <a:pt x="15292" y="1429"/>
                  </a:lnTo>
                  <a:lnTo>
                    <a:pt x="14906" y="1777"/>
                  </a:lnTo>
                  <a:lnTo>
                    <a:pt x="14597" y="2124"/>
                  </a:lnTo>
                  <a:lnTo>
                    <a:pt x="14327" y="2549"/>
                  </a:lnTo>
                  <a:lnTo>
                    <a:pt x="14095" y="3013"/>
                  </a:lnTo>
                  <a:lnTo>
                    <a:pt x="13979" y="2433"/>
                  </a:lnTo>
                  <a:lnTo>
                    <a:pt x="13748" y="1854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25"/>
                  </a:lnTo>
                  <a:lnTo>
                    <a:pt x="12589" y="271"/>
                  </a:lnTo>
                  <a:lnTo>
                    <a:pt x="12358" y="117"/>
                  </a:lnTo>
                  <a:lnTo>
                    <a:pt x="121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Google Shape;1560;p7"/>
            <p:cNvSpPr/>
            <p:nvPr/>
          </p:nvSpPr>
          <p:spPr>
            <a:xfrm>
              <a:off x="5288925" y="2151300"/>
              <a:ext cx="174775" cy="292550"/>
            </a:xfrm>
            <a:custGeom>
              <a:avLst/>
              <a:gdLst/>
              <a:ahLst/>
              <a:cxnLst/>
              <a:rect l="l" t="t" r="r" b="b"/>
              <a:pathLst>
                <a:path w="6991" h="11702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4" y="6256"/>
                  </a:lnTo>
                  <a:lnTo>
                    <a:pt x="4403" y="7801"/>
                  </a:lnTo>
                  <a:lnTo>
                    <a:pt x="5214" y="9346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4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2" y="11508"/>
                  </a:lnTo>
                  <a:lnTo>
                    <a:pt x="6952" y="11392"/>
                  </a:lnTo>
                  <a:lnTo>
                    <a:pt x="6990" y="11354"/>
                  </a:lnTo>
                  <a:lnTo>
                    <a:pt x="6681" y="11122"/>
                  </a:lnTo>
                  <a:lnTo>
                    <a:pt x="6759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6" y="5639"/>
                  </a:lnTo>
                  <a:lnTo>
                    <a:pt x="6411" y="5639"/>
                  </a:lnTo>
                  <a:lnTo>
                    <a:pt x="6411" y="6758"/>
                  </a:lnTo>
                  <a:lnTo>
                    <a:pt x="6334" y="8573"/>
                  </a:lnTo>
                  <a:lnTo>
                    <a:pt x="6295" y="9500"/>
                  </a:lnTo>
                  <a:lnTo>
                    <a:pt x="6257" y="10427"/>
                  </a:lnTo>
                  <a:lnTo>
                    <a:pt x="5986" y="9886"/>
                  </a:lnTo>
                  <a:lnTo>
                    <a:pt x="5253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3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Google Shape;1561;p7"/>
            <p:cNvSpPr/>
            <p:nvPr/>
          </p:nvSpPr>
          <p:spPr>
            <a:xfrm>
              <a:off x="1498900" y="2189925"/>
              <a:ext cx="329200" cy="242325"/>
            </a:xfrm>
            <a:custGeom>
              <a:avLst/>
              <a:gdLst/>
              <a:ahLst/>
              <a:cxnLst/>
              <a:rect l="l" t="t" r="r" b="b"/>
              <a:pathLst>
                <a:path w="13168" h="9693" extrusionOk="0">
                  <a:moveTo>
                    <a:pt x="5367" y="618"/>
                  </a:moveTo>
                  <a:lnTo>
                    <a:pt x="5947" y="773"/>
                  </a:lnTo>
                  <a:lnTo>
                    <a:pt x="6526" y="1004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6"/>
                  </a:lnTo>
                  <a:lnTo>
                    <a:pt x="8495" y="3167"/>
                  </a:lnTo>
                  <a:lnTo>
                    <a:pt x="8573" y="3437"/>
                  </a:lnTo>
                  <a:lnTo>
                    <a:pt x="8611" y="3707"/>
                  </a:lnTo>
                  <a:lnTo>
                    <a:pt x="8573" y="3707"/>
                  </a:lnTo>
                  <a:lnTo>
                    <a:pt x="7723" y="3823"/>
                  </a:lnTo>
                  <a:lnTo>
                    <a:pt x="6873" y="3900"/>
                  </a:lnTo>
                  <a:lnTo>
                    <a:pt x="6410" y="3939"/>
                  </a:lnTo>
                  <a:lnTo>
                    <a:pt x="6178" y="3939"/>
                  </a:lnTo>
                  <a:lnTo>
                    <a:pt x="5985" y="3900"/>
                  </a:lnTo>
                  <a:lnTo>
                    <a:pt x="5792" y="3862"/>
                  </a:lnTo>
                  <a:lnTo>
                    <a:pt x="5676" y="3746"/>
                  </a:lnTo>
                  <a:lnTo>
                    <a:pt x="5561" y="3553"/>
                  </a:lnTo>
                  <a:lnTo>
                    <a:pt x="5483" y="3321"/>
                  </a:lnTo>
                  <a:lnTo>
                    <a:pt x="5406" y="2626"/>
                  </a:lnTo>
                  <a:lnTo>
                    <a:pt x="5367" y="1970"/>
                  </a:lnTo>
                  <a:lnTo>
                    <a:pt x="5367" y="618"/>
                  </a:lnTo>
                  <a:close/>
                  <a:moveTo>
                    <a:pt x="2780" y="889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7" y="3707"/>
                  </a:lnTo>
                  <a:lnTo>
                    <a:pt x="2510" y="3862"/>
                  </a:lnTo>
                  <a:lnTo>
                    <a:pt x="2433" y="4016"/>
                  </a:lnTo>
                  <a:lnTo>
                    <a:pt x="2317" y="4132"/>
                  </a:lnTo>
                  <a:lnTo>
                    <a:pt x="2124" y="4209"/>
                  </a:lnTo>
                  <a:lnTo>
                    <a:pt x="1892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6" y="4016"/>
                  </a:lnTo>
                  <a:lnTo>
                    <a:pt x="502" y="3514"/>
                  </a:lnTo>
                  <a:lnTo>
                    <a:pt x="656" y="3012"/>
                  </a:lnTo>
                  <a:lnTo>
                    <a:pt x="888" y="2549"/>
                  </a:lnTo>
                  <a:lnTo>
                    <a:pt x="1158" y="2124"/>
                  </a:lnTo>
                  <a:lnTo>
                    <a:pt x="1506" y="1738"/>
                  </a:lnTo>
                  <a:lnTo>
                    <a:pt x="1892" y="1429"/>
                  </a:lnTo>
                  <a:lnTo>
                    <a:pt x="2317" y="1120"/>
                  </a:lnTo>
                  <a:lnTo>
                    <a:pt x="2780" y="889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3" y="5986"/>
                  </a:lnTo>
                  <a:lnTo>
                    <a:pt x="11430" y="6140"/>
                  </a:lnTo>
                  <a:lnTo>
                    <a:pt x="11353" y="6217"/>
                  </a:lnTo>
                  <a:lnTo>
                    <a:pt x="11237" y="6256"/>
                  </a:lnTo>
                  <a:lnTo>
                    <a:pt x="11082" y="6295"/>
                  </a:lnTo>
                  <a:lnTo>
                    <a:pt x="10928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0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19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2" y="0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4" y="387"/>
                  </a:lnTo>
                  <a:lnTo>
                    <a:pt x="2240" y="580"/>
                  </a:lnTo>
                  <a:lnTo>
                    <a:pt x="1854" y="811"/>
                  </a:lnTo>
                  <a:lnTo>
                    <a:pt x="1506" y="1043"/>
                  </a:lnTo>
                  <a:lnTo>
                    <a:pt x="1158" y="1352"/>
                  </a:lnTo>
                  <a:lnTo>
                    <a:pt x="888" y="1661"/>
                  </a:lnTo>
                  <a:lnTo>
                    <a:pt x="618" y="2008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5"/>
                  </a:lnTo>
                  <a:lnTo>
                    <a:pt x="39" y="3669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6" y="4287"/>
                  </a:lnTo>
                  <a:lnTo>
                    <a:pt x="965" y="4518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402"/>
                  </a:lnTo>
                  <a:lnTo>
                    <a:pt x="2858" y="4248"/>
                  </a:lnTo>
                  <a:lnTo>
                    <a:pt x="2896" y="4132"/>
                  </a:lnTo>
                  <a:lnTo>
                    <a:pt x="2973" y="3978"/>
                  </a:lnTo>
                  <a:lnTo>
                    <a:pt x="3012" y="3630"/>
                  </a:lnTo>
                  <a:lnTo>
                    <a:pt x="3012" y="2974"/>
                  </a:lnTo>
                  <a:lnTo>
                    <a:pt x="3128" y="773"/>
                  </a:lnTo>
                  <a:lnTo>
                    <a:pt x="3514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7" y="580"/>
                  </a:lnTo>
                  <a:lnTo>
                    <a:pt x="5020" y="1661"/>
                  </a:lnTo>
                  <a:lnTo>
                    <a:pt x="5059" y="2703"/>
                  </a:lnTo>
                  <a:lnTo>
                    <a:pt x="5097" y="3398"/>
                  </a:lnTo>
                  <a:lnTo>
                    <a:pt x="5174" y="3746"/>
                  </a:lnTo>
                  <a:lnTo>
                    <a:pt x="5213" y="3900"/>
                  </a:lnTo>
                  <a:lnTo>
                    <a:pt x="5290" y="4055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69" y="4325"/>
                  </a:lnTo>
                  <a:lnTo>
                    <a:pt x="6217" y="4325"/>
                  </a:lnTo>
                  <a:lnTo>
                    <a:pt x="6565" y="4287"/>
                  </a:lnTo>
                  <a:lnTo>
                    <a:pt x="7607" y="4209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1" y="4866"/>
                  </a:lnTo>
                  <a:lnTo>
                    <a:pt x="8611" y="4904"/>
                  </a:lnTo>
                  <a:lnTo>
                    <a:pt x="8611" y="5020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6" y="4943"/>
                  </a:lnTo>
                  <a:lnTo>
                    <a:pt x="9190" y="4904"/>
                  </a:lnTo>
                  <a:lnTo>
                    <a:pt x="9383" y="4904"/>
                  </a:lnTo>
                  <a:lnTo>
                    <a:pt x="9808" y="4982"/>
                  </a:lnTo>
                  <a:lnTo>
                    <a:pt x="10194" y="5098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0" y="5445"/>
                  </a:lnTo>
                  <a:lnTo>
                    <a:pt x="10272" y="5600"/>
                  </a:lnTo>
                  <a:lnTo>
                    <a:pt x="10233" y="5754"/>
                  </a:lnTo>
                  <a:lnTo>
                    <a:pt x="10233" y="5908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3" y="6488"/>
                  </a:lnTo>
                  <a:lnTo>
                    <a:pt x="10696" y="6604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6"/>
                  </a:lnTo>
                  <a:lnTo>
                    <a:pt x="11739" y="6410"/>
                  </a:lnTo>
                  <a:lnTo>
                    <a:pt x="11855" y="6256"/>
                  </a:lnTo>
                  <a:lnTo>
                    <a:pt x="12086" y="6565"/>
                  </a:lnTo>
                  <a:lnTo>
                    <a:pt x="12280" y="6912"/>
                  </a:lnTo>
                  <a:lnTo>
                    <a:pt x="12395" y="7221"/>
                  </a:lnTo>
                  <a:lnTo>
                    <a:pt x="12473" y="7569"/>
                  </a:lnTo>
                  <a:lnTo>
                    <a:pt x="12550" y="7916"/>
                  </a:lnTo>
                  <a:lnTo>
                    <a:pt x="12550" y="8264"/>
                  </a:lnTo>
                  <a:lnTo>
                    <a:pt x="12588" y="8998"/>
                  </a:lnTo>
                  <a:lnTo>
                    <a:pt x="12511" y="8998"/>
                  </a:lnTo>
                  <a:lnTo>
                    <a:pt x="12434" y="9075"/>
                  </a:lnTo>
                  <a:lnTo>
                    <a:pt x="12395" y="9113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5" y="9654"/>
                  </a:lnTo>
                  <a:lnTo>
                    <a:pt x="12820" y="9615"/>
                  </a:lnTo>
                  <a:lnTo>
                    <a:pt x="12936" y="9577"/>
                  </a:lnTo>
                  <a:lnTo>
                    <a:pt x="13013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5"/>
                  </a:lnTo>
                  <a:lnTo>
                    <a:pt x="13090" y="7723"/>
                  </a:lnTo>
                  <a:lnTo>
                    <a:pt x="12936" y="7183"/>
                  </a:lnTo>
                  <a:lnTo>
                    <a:pt x="12743" y="6681"/>
                  </a:lnTo>
                  <a:lnTo>
                    <a:pt x="12434" y="6217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314" y="5098"/>
                  </a:lnTo>
                  <a:lnTo>
                    <a:pt x="10967" y="4904"/>
                  </a:lnTo>
                  <a:lnTo>
                    <a:pt x="10619" y="4750"/>
                  </a:lnTo>
                  <a:lnTo>
                    <a:pt x="10272" y="4596"/>
                  </a:lnTo>
                  <a:lnTo>
                    <a:pt x="9885" y="4480"/>
                  </a:lnTo>
                  <a:lnTo>
                    <a:pt x="9538" y="4441"/>
                  </a:lnTo>
                  <a:lnTo>
                    <a:pt x="9190" y="4441"/>
                  </a:lnTo>
                  <a:lnTo>
                    <a:pt x="9268" y="3978"/>
                  </a:lnTo>
                  <a:lnTo>
                    <a:pt x="9229" y="3514"/>
                  </a:lnTo>
                  <a:lnTo>
                    <a:pt x="9152" y="3090"/>
                  </a:lnTo>
                  <a:lnTo>
                    <a:pt x="8997" y="2665"/>
                  </a:lnTo>
                  <a:lnTo>
                    <a:pt x="8804" y="2279"/>
                  </a:lnTo>
                  <a:lnTo>
                    <a:pt x="8534" y="1931"/>
                  </a:lnTo>
                  <a:lnTo>
                    <a:pt x="8225" y="1584"/>
                  </a:lnTo>
                  <a:lnTo>
                    <a:pt x="7839" y="1275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8" y="348"/>
                  </a:lnTo>
                  <a:lnTo>
                    <a:pt x="5715" y="193"/>
                  </a:lnTo>
                  <a:lnTo>
                    <a:pt x="5290" y="78"/>
                  </a:lnTo>
                  <a:lnTo>
                    <a:pt x="4827" y="39"/>
                  </a:lnTo>
                  <a:lnTo>
                    <a:pt x="440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Google Shape;1562;p7"/>
            <p:cNvSpPr/>
            <p:nvPr/>
          </p:nvSpPr>
          <p:spPr>
            <a:xfrm>
              <a:off x="1530750" y="2203425"/>
              <a:ext cx="254875" cy="267450"/>
            </a:xfrm>
            <a:custGeom>
              <a:avLst/>
              <a:gdLst/>
              <a:ahLst/>
              <a:cxnLst/>
              <a:rect l="l" t="t" r="r" b="b"/>
              <a:pathLst>
                <a:path w="10195" h="10698" extrusionOk="0">
                  <a:moveTo>
                    <a:pt x="8264" y="7299"/>
                  </a:moveTo>
                  <a:lnTo>
                    <a:pt x="8496" y="7376"/>
                  </a:lnTo>
                  <a:lnTo>
                    <a:pt x="8727" y="7454"/>
                  </a:lnTo>
                  <a:lnTo>
                    <a:pt x="8959" y="7569"/>
                  </a:lnTo>
                  <a:lnTo>
                    <a:pt x="9152" y="7724"/>
                  </a:lnTo>
                  <a:lnTo>
                    <a:pt x="9345" y="7917"/>
                  </a:lnTo>
                  <a:lnTo>
                    <a:pt x="9500" y="8110"/>
                  </a:lnTo>
                  <a:lnTo>
                    <a:pt x="9615" y="8342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3"/>
                  </a:lnTo>
                  <a:lnTo>
                    <a:pt x="9538" y="9423"/>
                  </a:lnTo>
                  <a:lnTo>
                    <a:pt x="9384" y="9655"/>
                  </a:lnTo>
                  <a:lnTo>
                    <a:pt x="9191" y="9848"/>
                  </a:lnTo>
                  <a:lnTo>
                    <a:pt x="8959" y="10041"/>
                  </a:lnTo>
                  <a:lnTo>
                    <a:pt x="8689" y="10118"/>
                  </a:lnTo>
                  <a:lnTo>
                    <a:pt x="8418" y="10195"/>
                  </a:lnTo>
                  <a:lnTo>
                    <a:pt x="8109" y="10157"/>
                  </a:lnTo>
                  <a:lnTo>
                    <a:pt x="7839" y="10079"/>
                  </a:lnTo>
                  <a:lnTo>
                    <a:pt x="7607" y="9964"/>
                  </a:lnTo>
                  <a:lnTo>
                    <a:pt x="7376" y="9809"/>
                  </a:lnTo>
                  <a:lnTo>
                    <a:pt x="7183" y="9577"/>
                  </a:lnTo>
                  <a:lnTo>
                    <a:pt x="7028" y="9346"/>
                  </a:lnTo>
                  <a:lnTo>
                    <a:pt x="6951" y="9075"/>
                  </a:lnTo>
                  <a:lnTo>
                    <a:pt x="6912" y="8805"/>
                  </a:lnTo>
                  <a:lnTo>
                    <a:pt x="6951" y="8535"/>
                  </a:lnTo>
                  <a:lnTo>
                    <a:pt x="7028" y="8265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4"/>
                  </a:lnTo>
                  <a:lnTo>
                    <a:pt x="7723" y="7569"/>
                  </a:lnTo>
                  <a:lnTo>
                    <a:pt x="8148" y="7338"/>
                  </a:lnTo>
                  <a:lnTo>
                    <a:pt x="8225" y="7299"/>
                  </a:lnTo>
                  <a:close/>
                  <a:moveTo>
                    <a:pt x="2858" y="1"/>
                  </a:moveTo>
                  <a:lnTo>
                    <a:pt x="2665" y="40"/>
                  </a:lnTo>
                  <a:lnTo>
                    <a:pt x="2665" y="78"/>
                  </a:lnTo>
                  <a:lnTo>
                    <a:pt x="2626" y="1353"/>
                  </a:lnTo>
                  <a:lnTo>
                    <a:pt x="2626" y="2588"/>
                  </a:lnTo>
                  <a:lnTo>
                    <a:pt x="2665" y="3824"/>
                  </a:lnTo>
                  <a:lnTo>
                    <a:pt x="2703" y="5098"/>
                  </a:lnTo>
                  <a:lnTo>
                    <a:pt x="2896" y="7492"/>
                  </a:lnTo>
                  <a:lnTo>
                    <a:pt x="2896" y="8149"/>
                  </a:lnTo>
                  <a:lnTo>
                    <a:pt x="2935" y="8458"/>
                  </a:lnTo>
                  <a:lnTo>
                    <a:pt x="2974" y="8612"/>
                  </a:lnTo>
                  <a:lnTo>
                    <a:pt x="3051" y="8767"/>
                  </a:lnTo>
                  <a:lnTo>
                    <a:pt x="1545" y="8728"/>
                  </a:lnTo>
                  <a:lnTo>
                    <a:pt x="39" y="8689"/>
                  </a:lnTo>
                  <a:lnTo>
                    <a:pt x="0" y="8689"/>
                  </a:lnTo>
                  <a:lnTo>
                    <a:pt x="0" y="9037"/>
                  </a:lnTo>
                  <a:lnTo>
                    <a:pt x="773" y="9114"/>
                  </a:lnTo>
                  <a:lnTo>
                    <a:pt x="1545" y="9153"/>
                  </a:lnTo>
                  <a:lnTo>
                    <a:pt x="3128" y="9230"/>
                  </a:lnTo>
                  <a:lnTo>
                    <a:pt x="4827" y="9307"/>
                  </a:lnTo>
                  <a:lnTo>
                    <a:pt x="5677" y="9307"/>
                  </a:lnTo>
                  <a:lnTo>
                    <a:pt x="6488" y="9269"/>
                  </a:lnTo>
                  <a:lnTo>
                    <a:pt x="6603" y="9577"/>
                  </a:lnTo>
                  <a:lnTo>
                    <a:pt x="6758" y="9848"/>
                  </a:lnTo>
                  <a:lnTo>
                    <a:pt x="6990" y="10079"/>
                  </a:lnTo>
                  <a:lnTo>
                    <a:pt x="7221" y="10311"/>
                  </a:lnTo>
                  <a:lnTo>
                    <a:pt x="7492" y="10466"/>
                  </a:lnTo>
                  <a:lnTo>
                    <a:pt x="7801" y="10581"/>
                  </a:lnTo>
                  <a:lnTo>
                    <a:pt x="8109" y="10659"/>
                  </a:lnTo>
                  <a:lnTo>
                    <a:pt x="8418" y="10697"/>
                  </a:lnTo>
                  <a:lnTo>
                    <a:pt x="8727" y="10620"/>
                  </a:lnTo>
                  <a:lnTo>
                    <a:pt x="9036" y="10543"/>
                  </a:lnTo>
                  <a:lnTo>
                    <a:pt x="9306" y="10388"/>
                  </a:lnTo>
                  <a:lnTo>
                    <a:pt x="9538" y="10195"/>
                  </a:lnTo>
                  <a:lnTo>
                    <a:pt x="9770" y="9964"/>
                  </a:lnTo>
                  <a:lnTo>
                    <a:pt x="9924" y="9693"/>
                  </a:lnTo>
                  <a:lnTo>
                    <a:pt x="10079" y="9423"/>
                  </a:lnTo>
                  <a:lnTo>
                    <a:pt x="10156" y="9153"/>
                  </a:lnTo>
                  <a:lnTo>
                    <a:pt x="10195" y="9153"/>
                  </a:lnTo>
                  <a:lnTo>
                    <a:pt x="10195" y="8767"/>
                  </a:lnTo>
                  <a:lnTo>
                    <a:pt x="10156" y="8419"/>
                  </a:lnTo>
                  <a:lnTo>
                    <a:pt x="10040" y="8071"/>
                  </a:lnTo>
                  <a:lnTo>
                    <a:pt x="9847" y="7763"/>
                  </a:lnTo>
                  <a:lnTo>
                    <a:pt x="9615" y="7492"/>
                  </a:lnTo>
                  <a:lnTo>
                    <a:pt x="9306" y="7261"/>
                  </a:lnTo>
                  <a:lnTo>
                    <a:pt x="8998" y="7106"/>
                  </a:lnTo>
                  <a:lnTo>
                    <a:pt x="8650" y="7029"/>
                  </a:lnTo>
                  <a:lnTo>
                    <a:pt x="8303" y="7029"/>
                  </a:lnTo>
                  <a:lnTo>
                    <a:pt x="8187" y="7067"/>
                  </a:lnTo>
                  <a:lnTo>
                    <a:pt x="8148" y="7029"/>
                  </a:lnTo>
                  <a:lnTo>
                    <a:pt x="8071" y="6990"/>
                  </a:lnTo>
                  <a:lnTo>
                    <a:pt x="7916" y="6990"/>
                  </a:lnTo>
                  <a:lnTo>
                    <a:pt x="7723" y="7029"/>
                  </a:lnTo>
                  <a:lnTo>
                    <a:pt x="7414" y="7145"/>
                  </a:lnTo>
                  <a:lnTo>
                    <a:pt x="7144" y="7338"/>
                  </a:lnTo>
                  <a:lnTo>
                    <a:pt x="6912" y="7569"/>
                  </a:lnTo>
                  <a:lnTo>
                    <a:pt x="6719" y="7878"/>
                  </a:lnTo>
                  <a:lnTo>
                    <a:pt x="6565" y="8187"/>
                  </a:lnTo>
                  <a:lnTo>
                    <a:pt x="6449" y="8535"/>
                  </a:lnTo>
                  <a:lnTo>
                    <a:pt x="6449" y="8844"/>
                  </a:lnTo>
                  <a:lnTo>
                    <a:pt x="5715" y="8805"/>
                  </a:lnTo>
                  <a:lnTo>
                    <a:pt x="4943" y="8767"/>
                  </a:lnTo>
                  <a:lnTo>
                    <a:pt x="3476" y="8767"/>
                  </a:lnTo>
                  <a:lnTo>
                    <a:pt x="3476" y="8728"/>
                  </a:lnTo>
                  <a:lnTo>
                    <a:pt x="3476" y="8651"/>
                  </a:lnTo>
                  <a:lnTo>
                    <a:pt x="3476" y="8573"/>
                  </a:lnTo>
                  <a:lnTo>
                    <a:pt x="3437" y="8535"/>
                  </a:lnTo>
                  <a:lnTo>
                    <a:pt x="3360" y="8496"/>
                  </a:lnTo>
                  <a:lnTo>
                    <a:pt x="3283" y="8496"/>
                  </a:lnTo>
                  <a:lnTo>
                    <a:pt x="3205" y="8535"/>
                  </a:lnTo>
                  <a:lnTo>
                    <a:pt x="3283" y="8380"/>
                  </a:lnTo>
                  <a:lnTo>
                    <a:pt x="3283" y="8226"/>
                  </a:lnTo>
                  <a:lnTo>
                    <a:pt x="3283" y="8110"/>
                  </a:lnTo>
                  <a:lnTo>
                    <a:pt x="3283" y="7956"/>
                  </a:lnTo>
                  <a:lnTo>
                    <a:pt x="3205" y="7338"/>
                  </a:lnTo>
                  <a:lnTo>
                    <a:pt x="3128" y="6450"/>
                  </a:lnTo>
                  <a:lnTo>
                    <a:pt x="3012" y="4326"/>
                  </a:lnTo>
                  <a:lnTo>
                    <a:pt x="2935" y="2202"/>
                  </a:lnTo>
                  <a:lnTo>
                    <a:pt x="2896" y="78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Google Shape;1563;p7"/>
            <p:cNvSpPr/>
            <p:nvPr/>
          </p:nvSpPr>
          <p:spPr>
            <a:xfrm>
              <a:off x="4324525" y="22671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20"/>
                  </a:lnTo>
                  <a:lnTo>
                    <a:pt x="2897" y="1661"/>
                  </a:lnTo>
                  <a:lnTo>
                    <a:pt x="2511" y="2202"/>
                  </a:lnTo>
                  <a:lnTo>
                    <a:pt x="1970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80" y="4750"/>
                  </a:lnTo>
                  <a:lnTo>
                    <a:pt x="966" y="4518"/>
                  </a:lnTo>
                  <a:lnTo>
                    <a:pt x="1314" y="4210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935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3"/>
                  </a:lnTo>
                  <a:lnTo>
                    <a:pt x="4248" y="155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Google Shape;1564;p7"/>
            <p:cNvSpPr/>
            <p:nvPr/>
          </p:nvSpPr>
          <p:spPr>
            <a:xfrm>
              <a:off x="4273375" y="22681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0"/>
                  </a:moveTo>
                  <a:lnTo>
                    <a:pt x="1004" y="309"/>
                  </a:lnTo>
                  <a:lnTo>
                    <a:pt x="1236" y="386"/>
                  </a:lnTo>
                  <a:lnTo>
                    <a:pt x="1429" y="579"/>
                  </a:lnTo>
                  <a:lnTo>
                    <a:pt x="1583" y="772"/>
                  </a:lnTo>
                  <a:lnTo>
                    <a:pt x="1622" y="1004"/>
                  </a:lnTo>
                  <a:lnTo>
                    <a:pt x="1622" y="1120"/>
                  </a:lnTo>
                  <a:lnTo>
                    <a:pt x="1583" y="1197"/>
                  </a:lnTo>
                  <a:lnTo>
                    <a:pt x="1545" y="1313"/>
                  </a:lnTo>
                  <a:lnTo>
                    <a:pt x="1468" y="1390"/>
                  </a:lnTo>
                  <a:lnTo>
                    <a:pt x="1352" y="1506"/>
                  </a:lnTo>
                  <a:lnTo>
                    <a:pt x="1197" y="1545"/>
                  </a:lnTo>
                  <a:lnTo>
                    <a:pt x="966" y="1583"/>
                  </a:lnTo>
                  <a:lnTo>
                    <a:pt x="772" y="1545"/>
                  </a:lnTo>
                  <a:lnTo>
                    <a:pt x="657" y="1506"/>
                  </a:lnTo>
                  <a:lnTo>
                    <a:pt x="579" y="1429"/>
                  </a:lnTo>
                  <a:lnTo>
                    <a:pt x="502" y="1352"/>
                  </a:lnTo>
                  <a:lnTo>
                    <a:pt x="464" y="1236"/>
                  </a:lnTo>
                  <a:lnTo>
                    <a:pt x="425" y="1004"/>
                  </a:lnTo>
                  <a:lnTo>
                    <a:pt x="464" y="811"/>
                  </a:lnTo>
                  <a:lnTo>
                    <a:pt x="541" y="618"/>
                  </a:lnTo>
                  <a:lnTo>
                    <a:pt x="695" y="425"/>
                  </a:lnTo>
                  <a:lnTo>
                    <a:pt x="734" y="348"/>
                  </a:lnTo>
                  <a:lnTo>
                    <a:pt x="734" y="309"/>
                  </a:lnTo>
                  <a:lnTo>
                    <a:pt x="888" y="270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116"/>
                  </a:lnTo>
                  <a:lnTo>
                    <a:pt x="541" y="77"/>
                  </a:lnTo>
                  <a:lnTo>
                    <a:pt x="464" y="116"/>
                  </a:lnTo>
                  <a:lnTo>
                    <a:pt x="270" y="232"/>
                  </a:lnTo>
                  <a:lnTo>
                    <a:pt x="155" y="386"/>
                  </a:lnTo>
                  <a:lnTo>
                    <a:pt x="77" y="541"/>
                  </a:lnTo>
                  <a:lnTo>
                    <a:pt x="39" y="734"/>
                  </a:lnTo>
                  <a:lnTo>
                    <a:pt x="0" y="888"/>
                  </a:lnTo>
                  <a:lnTo>
                    <a:pt x="0" y="1081"/>
                  </a:lnTo>
                  <a:lnTo>
                    <a:pt x="39" y="1274"/>
                  </a:lnTo>
                  <a:lnTo>
                    <a:pt x="77" y="1468"/>
                  </a:lnTo>
                  <a:lnTo>
                    <a:pt x="193" y="1661"/>
                  </a:lnTo>
                  <a:lnTo>
                    <a:pt x="309" y="1776"/>
                  </a:lnTo>
                  <a:lnTo>
                    <a:pt x="502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236" y="2008"/>
                  </a:lnTo>
                  <a:lnTo>
                    <a:pt x="1429" y="1931"/>
                  </a:lnTo>
                  <a:lnTo>
                    <a:pt x="1622" y="1815"/>
                  </a:lnTo>
                  <a:lnTo>
                    <a:pt x="1776" y="1699"/>
                  </a:lnTo>
                  <a:lnTo>
                    <a:pt x="1892" y="1545"/>
                  </a:lnTo>
                  <a:lnTo>
                    <a:pt x="1970" y="1390"/>
                  </a:lnTo>
                  <a:lnTo>
                    <a:pt x="2047" y="1197"/>
                  </a:lnTo>
                  <a:lnTo>
                    <a:pt x="2085" y="1004"/>
                  </a:lnTo>
                  <a:lnTo>
                    <a:pt x="2047" y="811"/>
                  </a:lnTo>
                  <a:lnTo>
                    <a:pt x="1970" y="618"/>
                  </a:lnTo>
                  <a:lnTo>
                    <a:pt x="1892" y="425"/>
                  </a:lnTo>
                  <a:lnTo>
                    <a:pt x="1738" y="270"/>
                  </a:lnTo>
                  <a:lnTo>
                    <a:pt x="1583" y="155"/>
                  </a:lnTo>
                  <a:lnTo>
                    <a:pt x="1429" y="77"/>
                  </a:lnTo>
                  <a:lnTo>
                    <a:pt x="1236" y="39"/>
                  </a:lnTo>
                  <a:lnTo>
                    <a:pt x="104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Google Shape;1565;p7"/>
            <p:cNvSpPr/>
            <p:nvPr/>
          </p:nvSpPr>
          <p:spPr>
            <a:xfrm>
              <a:off x="1394625" y="2299975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0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1" y="194"/>
                  </a:lnTo>
                  <a:lnTo>
                    <a:pt x="2240" y="309"/>
                  </a:lnTo>
                  <a:lnTo>
                    <a:pt x="2009" y="425"/>
                  </a:lnTo>
                  <a:lnTo>
                    <a:pt x="1738" y="580"/>
                  </a:lnTo>
                  <a:lnTo>
                    <a:pt x="1507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9"/>
                  </a:lnTo>
                  <a:lnTo>
                    <a:pt x="39" y="3746"/>
                  </a:lnTo>
                  <a:lnTo>
                    <a:pt x="1" y="4055"/>
                  </a:lnTo>
                  <a:lnTo>
                    <a:pt x="1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700" y="5291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827"/>
                  </a:lnTo>
                  <a:lnTo>
                    <a:pt x="734" y="4711"/>
                  </a:lnTo>
                  <a:lnTo>
                    <a:pt x="580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80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54" y="1159"/>
                  </a:lnTo>
                  <a:lnTo>
                    <a:pt x="2202" y="889"/>
                  </a:lnTo>
                  <a:lnTo>
                    <a:pt x="2626" y="696"/>
                  </a:lnTo>
                  <a:lnTo>
                    <a:pt x="3090" y="580"/>
                  </a:lnTo>
                  <a:lnTo>
                    <a:pt x="3592" y="541"/>
                  </a:lnTo>
                  <a:lnTo>
                    <a:pt x="4094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3" y="502"/>
                  </a:lnTo>
                  <a:lnTo>
                    <a:pt x="4480" y="464"/>
                  </a:lnTo>
                  <a:lnTo>
                    <a:pt x="4519" y="425"/>
                  </a:lnTo>
                  <a:lnTo>
                    <a:pt x="4519" y="348"/>
                  </a:lnTo>
                  <a:lnTo>
                    <a:pt x="4519" y="194"/>
                  </a:lnTo>
                  <a:lnTo>
                    <a:pt x="4210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Google Shape;1566;p7"/>
            <p:cNvSpPr/>
            <p:nvPr/>
          </p:nvSpPr>
          <p:spPr>
            <a:xfrm>
              <a:off x="4211575" y="2315425"/>
              <a:ext cx="44450" cy="44425"/>
            </a:xfrm>
            <a:custGeom>
              <a:avLst/>
              <a:gdLst/>
              <a:ahLst/>
              <a:cxnLst/>
              <a:rect l="l" t="t" r="r" b="b"/>
              <a:pathLst>
                <a:path w="1778" h="1777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8"/>
                  </a:lnTo>
                  <a:lnTo>
                    <a:pt x="1391" y="811"/>
                  </a:lnTo>
                  <a:lnTo>
                    <a:pt x="1391" y="966"/>
                  </a:lnTo>
                  <a:lnTo>
                    <a:pt x="1352" y="1082"/>
                  </a:lnTo>
                  <a:lnTo>
                    <a:pt x="1275" y="1159"/>
                  </a:lnTo>
                  <a:lnTo>
                    <a:pt x="1198" y="1236"/>
                  </a:lnTo>
                  <a:lnTo>
                    <a:pt x="1082" y="1313"/>
                  </a:lnTo>
                  <a:lnTo>
                    <a:pt x="889" y="1390"/>
                  </a:lnTo>
                  <a:lnTo>
                    <a:pt x="734" y="1352"/>
                  </a:lnTo>
                  <a:lnTo>
                    <a:pt x="541" y="1275"/>
                  </a:lnTo>
                  <a:lnTo>
                    <a:pt x="426" y="1082"/>
                  </a:lnTo>
                  <a:lnTo>
                    <a:pt x="387" y="927"/>
                  </a:lnTo>
                  <a:lnTo>
                    <a:pt x="387" y="734"/>
                  </a:lnTo>
                  <a:lnTo>
                    <a:pt x="464" y="580"/>
                  </a:lnTo>
                  <a:lnTo>
                    <a:pt x="541" y="386"/>
                  </a:lnTo>
                  <a:lnTo>
                    <a:pt x="541" y="348"/>
                  </a:lnTo>
                  <a:lnTo>
                    <a:pt x="580" y="348"/>
                  </a:lnTo>
                  <a:lnTo>
                    <a:pt x="773" y="309"/>
                  </a:lnTo>
                  <a:close/>
                  <a:moveTo>
                    <a:pt x="966" y="0"/>
                  </a:moveTo>
                  <a:lnTo>
                    <a:pt x="773" y="39"/>
                  </a:lnTo>
                  <a:lnTo>
                    <a:pt x="619" y="78"/>
                  </a:lnTo>
                  <a:lnTo>
                    <a:pt x="464" y="155"/>
                  </a:lnTo>
                  <a:lnTo>
                    <a:pt x="426" y="193"/>
                  </a:lnTo>
                  <a:lnTo>
                    <a:pt x="387" y="193"/>
                  </a:lnTo>
                  <a:lnTo>
                    <a:pt x="232" y="271"/>
                  </a:lnTo>
                  <a:lnTo>
                    <a:pt x="117" y="386"/>
                  </a:lnTo>
                  <a:lnTo>
                    <a:pt x="39" y="541"/>
                  </a:lnTo>
                  <a:lnTo>
                    <a:pt x="1" y="695"/>
                  </a:lnTo>
                  <a:lnTo>
                    <a:pt x="1" y="850"/>
                  </a:lnTo>
                  <a:lnTo>
                    <a:pt x="1" y="1004"/>
                  </a:lnTo>
                  <a:lnTo>
                    <a:pt x="39" y="1197"/>
                  </a:lnTo>
                  <a:lnTo>
                    <a:pt x="117" y="1313"/>
                  </a:lnTo>
                  <a:lnTo>
                    <a:pt x="194" y="1468"/>
                  </a:lnTo>
                  <a:lnTo>
                    <a:pt x="348" y="1584"/>
                  </a:lnTo>
                  <a:lnTo>
                    <a:pt x="464" y="1699"/>
                  </a:lnTo>
                  <a:lnTo>
                    <a:pt x="619" y="1738"/>
                  </a:lnTo>
                  <a:lnTo>
                    <a:pt x="812" y="1777"/>
                  </a:lnTo>
                  <a:lnTo>
                    <a:pt x="966" y="1777"/>
                  </a:lnTo>
                  <a:lnTo>
                    <a:pt x="1121" y="1738"/>
                  </a:lnTo>
                  <a:lnTo>
                    <a:pt x="1314" y="1661"/>
                  </a:lnTo>
                  <a:lnTo>
                    <a:pt x="1430" y="1545"/>
                  </a:lnTo>
                  <a:lnTo>
                    <a:pt x="1584" y="1429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66"/>
                  </a:lnTo>
                  <a:lnTo>
                    <a:pt x="1777" y="773"/>
                  </a:lnTo>
                  <a:lnTo>
                    <a:pt x="1738" y="618"/>
                  </a:lnTo>
                  <a:lnTo>
                    <a:pt x="1661" y="425"/>
                  </a:lnTo>
                  <a:lnTo>
                    <a:pt x="1545" y="309"/>
                  </a:lnTo>
                  <a:lnTo>
                    <a:pt x="1430" y="193"/>
                  </a:lnTo>
                  <a:lnTo>
                    <a:pt x="1275" y="116"/>
                  </a:lnTo>
                  <a:lnTo>
                    <a:pt x="1121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Google Shape;1567;p7"/>
            <p:cNvSpPr/>
            <p:nvPr/>
          </p:nvSpPr>
          <p:spPr>
            <a:xfrm>
              <a:off x="2413100" y="2319275"/>
              <a:ext cx="84975" cy="222075"/>
            </a:xfrm>
            <a:custGeom>
              <a:avLst/>
              <a:gdLst/>
              <a:ahLst/>
              <a:cxnLst/>
              <a:rect l="l" t="t" r="r" b="b"/>
              <a:pathLst>
                <a:path w="3399" h="8883" extrusionOk="0">
                  <a:moveTo>
                    <a:pt x="1043" y="7376"/>
                  </a:moveTo>
                  <a:lnTo>
                    <a:pt x="1197" y="7453"/>
                  </a:lnTo>
                  <a:lnTo>
                    <a:pt x="1352" y="7608"/>
                  </a:lnTo>
                  <a:lnTo>
                    <a:pt x="1429" y="7685"/>
                  </a:lnTo>
                  <a:lnTo>
                    <a:pt x="1468" y="7801"/>
                  </a:lnTo>
                  <a:lnTo>
                    <a:pt x="1468" y="8033"/>
                  </a:lnTo>
                  <a:lnTo>
                    <a:pt x="1390" y="8226"/>
                  </a:lnTo>
                  <a:lnTo>
                    <a:pt x="1313" y="8342"/>
                  </a:lnTo>
                  <a:lnTo>
                    <a:pt x="1236" y="8419"/>
                  </a:lnTo>
                  <a:lnTo>
                    <a:pt x="1159" y="8457"/>
                  </a:lnTo>
                  <a:lnTo>
                    <a:pt x="1043" y="8496"/>
                  </a:lnTo>
                  <a:lnTo>
                    <a:pt x="811" y="8496"/>
                  </a:lnTo>
                  <a:lnTo>
                    <a:pt x="618" y="8419"/>
                  </a:lnTo>
                  <a:lnTo>
                    <a:pt x="541" y="8342"/>
                  </a:lnTo>
                  <a:lnTo>
                    <a:pt x="464" y="8264"/>
                  </a:lnTo>
                  <a:lnTo>
                    <a:pt x="386" y="8148"/>
                  </a:lnTo>
                  <a:lnTo>
                    <a:pt x="386" y="8033"/>
                  </a:lnTo>
                  <a:lnTo>
                    <a:pt x="386" y="7917"/>
                  </a:lnTo>
                  <a:lnTo>
                    <a:pt x="386" y="7801"/>
                  </a:lnTo>
                  <a:lnTo>
                    <a:pt x="502" y="7569"/>
                  </a:lnTo>
                  <a:lnTo>
                    <a:pt x="695" y="7415"/>
                  </a:lnTo>
                  <a:lnTo>
                    <a:pt x="850" y="7376"/>
                  </a:lnTo>
                  <a:close/>
                  <a:moveTo>
                    <a:pt x="3128" y="1"/>
                  </a:moveTo>
                  <a:lnTo>
                    <a:pt x="3089" y="39"/>
                  </a:lnTo>
                  <a:lnTo>
                    <a:pt x="3051" y="78"/>
                  </a:lnTo>
                  <a:lnTo>
                    <a:pt x="2819" y="503"/>
                  </a:lnTo>
                  <a:lnTo>
                    <a:pt x="2665" y="889"/>
                  </a:lnTo>
                  <a:lnTo>
                    <a:pt x="2356" y="1777"/>
                  </a:lnTo>
                  <a:lnTo>
                    <a:pt x="2085" y="2665"/>
                  </a:lnTo>
                  <a:lnTo>
                    <a:pt x="1854" y="3515"/>
                  </a:lnTo>
                  <a:lnTo>
                    <a:pt x="1313" y="5252"/>
                  </a:lnTo>
                  <a:lnTo>
                    <a:pt x="1043" y="6102"/>
                  </a:lnTo>
                  <a:lnTo>
                    <a:pt x="811" y="6990"/>
                  </a:lnTo>
                  <a:lnTo>
                    <a:pt x="657" y="6990"/>
                  </a:lnTo>
                  <a:lnTo>
                    <a:pt x="541" y="7029"/>
                  </a:lnTo>
                  <a:lnTo>
                    <a:pt x="386" y="7106"/>
                  </a:lnTo>
                  <a:lnTo>
                    <a:pt x="309" y="7222"/>
                  </a:lnTo>
                  <a:lnTo>
                    <a:pt x="271" y="7299"/>
                  </a:lnTo>
                  <a:lnTo>
                    <a:pt x="271" y="7376"/>
                  </a:lnTo>
                  <a:lnTo>
                    <a:pt x="116" y="7608"/>
                  </a:lnTo>
                  <a:lnTo>
                    <a:pt x="0" y="7840"/>
                  </a:lnTo>
                  <a:lnTo>
                    <a:pt x="0" y="8110"/>
                  </a:lnTo>
                  <a:lnTo>
                    <a:pt x="39" y="8264"/>
                  </a:lnTo>
                  <a:lnTo>
                    <a:pt x="78" y="8419"/>
                  </a:lnTo>
                  <a:lnTo>
                    <a:pt x="193" y="8573"/>
                  </a:lnTo>
                  <a:lnTo>
                    <a:pt x="348" y="8689"/>
                  </a:lnTo>
                  <a:lnTo>
                    <a:pt x="502" y="8805"/>
                  </a:lnTo>
                  <a:lnTo>
                    <a:pt x="657" y="8882"/>
                  </a:lnTo>
                  <a:lnTo>
                    <a:pt x="1043" y="8882"/>
                  </a:lnTo>
                  <a:lnTo>
                    <a:pt x="1236" y="8844"/>
                  </a:lnTo>
                  <a:lnTo>
                    <a:pt x="1429" y="8766"/>
                  </a:lnTo>
                  <a:lnTo>
                    <a:pt x="1584" y="8650"/>
                  </a:lnTo>
                  <a:lnTo>
                    <a:pt x="1699" y="8496"/>
                  </a:lnTo>
                  <a:lnTo>
                    <a:pt x="1777" y="8342"/>
                  </a:lnTo>
                  <a:lnTo>
                    <a:pt x="1854" y="8148"/>
                  </a:lnTo>
                  <a:lnTo>
                    <a:pt x="1854" y="7955"/>
                  </a:lnTo>
                  <a:lnTo>
                    <a:pt x="1854" y="7762"/>
                  </a:lnTo>
                  <a:lnTo>
                    <a:pt x="1815" y="7608"/>
                  </a:lnTo>
                  <a:lnTo>
                    <a:pt x="1738" y="7415"/>
                  </a:lnTo>
                  <a:lnTo>
                    <a:pt x="1622" y="7299"/>
                  </a:lnTo>
                  <a:lnTo>
                    <a:pt x="1506" y="7183"/>
                  </a:lnTo>
                  <a:lnTo>
                    <a:pt x="1352" y="7106"/>
                  </a:lnTo>
                  <a:lnTo>
                    <a:pt x="1197" y="7029"/>
                  </a:lnTo>
                  <a:lnTo>
                    <a:pt x="1545" y="6179"/>
                  </a:lnTo>
                  <a:lnTo>
                    <a:pt x="1815" y="5330"/>
                  </a:lnTo>
                  <a:lnTo>
                    <a:pt x="2394" y="3592"/>
                  </a:lnTo>
                  <a:lnTo>
                    <a:pt x="2665" y="2781"/>
                  </a:lnTo>
                  <a:lnTo>
                    <a:pt x="2974" y="1932"/>
                  </a:lnTo>
                  <a:lnTo>
                    <a:pt x="3244" y="1082"/>
                  </a:lnTo>
                  <a:lnTo>
                    <a:pt x="3321" y="657"/>
                  </a:lnTo>
                  <a:lnTo>
                    <a:pt x="3398" y="232"/>
                  </a:lnTo>
                  <a:lnTo>
                    <a:pt x="3360" y="117"/>
                  </a:lnTo>
                  <a:lnTo>
                    <a:pt x="3244" y="39"/>
                  </a:lnTo>
                  <a:lnTo>
                    <a:pt x="312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Google Shape;1568;p7"/>
            <p:cNvSpPr/>
            <p:nvPr/>
          </p:nvSpPr>
          <p:spPr>
            <a:xfrm>
              <a:off x="4217375" y="2321200"/>
              <a:ext cx="114900" cy="286750"/>
            </a:xfrm>
            <a:custGeom>
              <a:avLst/>
              <a:gdLst/>
              <a:ahLst/>
              <a:cxnLst/>
              <a:rect l="l" t="t" r="r" b="b"/>
              <a:pathLst>
                <a:path w="4596" h="11470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67"/>
                  </a:lnTo>
                  <a:lnTo>
                    <a:pt x="3939" y="4287"/>
                  </a:lnTo>
                  <a:lnTo>
                    <a:pt x="4016" y="5407"/>
                  </a:lnTo>
                  <a:lnTo>
                    <a:pt x="4055" y="6643"/>
                  </a:lnTo>
                  <a:lnTo>
                    <a:pt x="4055" y="7261"/>
                  </a:lnTo>
                  <a:lnTo>
                    <a:pt x="3978" y="7917"/>
                  </a:lnTo>
                  <a:lnTo>
                    <a:pt x="3901" y="8535"/>
                  </a:lnTo>
                  <a:lnTo>
                    <a:pt x="3746" y="9153"/>
                  </a:lnTo>
                  <a:lnTo>
                    <a:pt x="3553" y="9732"/>
                  </a:lnTo>
                  <a:lnTo>
                    <a:pt x="3244" y="10273"/>
                  </a:lnTo>
                  <a:lnTo>
                    <a:pt x="3012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4"/>
                  </a:lnTo>
                  <a:lnTo>
                    <a:pt x="850" y="9693"/>
                  </a:lnTo>
                  <a:lnTo>
                    <a:pt x="773" y="9423"/>
                  </a:lnTo>
                  <a:lnTo>
                    <a:pt x="734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6"/>
                  </a:lnTo>
                  <a:lnTo>
                    <a:pt x="580" y="2781"/>
                  </a:lnTo>
                  <a:lnTo>
                    <a:pt x="618" y="2781"/>
                  </a:lnTo>
                  <a:lnTo>
                    <a:pt x="1391" y="2395"/>
                  </a:lnTo>
                  <a:lnTo>
                    <a:pt x="2163" y="1970"/>
                  </a:lnTo>
                  <a:lnTo>
                    <a:pt x="2935" y="1468"/>
                  </a:lnTo>
                  <a:lnTo>
                    <a:pt x="3283" y="1198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40"/>
                  </a:lnTo>
                  <a:lnTo>
                    <a:pt x="3476" y="349"/>
                  </a:lnTo>
                  <a:lnTo>
                    <a:pt x="3051" y="657"/>
                  </a:lnTo>
                  <a:lnTo>
                    <a:pt x="2626" y="1005"/>
                  </a:lnTo>
                  <a:lnTo>
                    <a:pt x="2202" y="1314"/>
                  </a:lnTo>
                  <a:lnTo>
                    <a:pt x="1313" y="1893"/>
                  </a:lnTo>
                  <a:lnTo>
                    <a:pt x="425" y="2472"/>
                  </a:lnTo>
                  <a:lnTo>
                    <a:pt x="348" y="2550"/>
                  </a:lnTo>
                  <a:lnTo>
                    <a:pt x="348" y="2665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4"/>
                  </a:lnTo>
                  <a:lnTo>
                    <a:pt x="155" y="4866"/>
                  </a:lnTo>
                  <a:lnTo>
                    <a:pt x="0" y="4944"/>
                  </a:lnTo>
                  <a:lnTo>
                    <a:pt x="155" y="5291"/>
                  </a:lnTo>
                  <a:lnTo>
                    <a:pt x="155" y="6257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3"/>
                  </a:lnTo>
                  <a:lnTo>
                    <a:pt x="309" y="9616"/>
                  </a:lnTo>
                  <a:lnTo>
                    <a:pt x="502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429" y="11199"/>
                  </a:lnTo>
                  <a:lnTo>
                    <a:pt x="1622" y="11315"/>
                  </a:lnTo>
                  <a:lnTo>
                    <a:pt x="1815" y="11392"/>
                  </a:lnTo>
                  <a:lnTo>
                    <a:pt x="2047" y="11431"/>
                  </a:lnTo>
                  <a:lnTo>
                    <a:pt x="2279" y="11470"/>
                  </a:lnTo>
                  <a:lnTo>
                    <a:pt x="2549" y="11431"/>
                  </a:lnTo>
                  <a:lnTo>
                    <a:pt x="2819" y="11354"/>
                  </a:lnTo>
                  <a:lnTo>
                    <a:pt x="3051" y="11238"/>
                  </a:lnTo>
                  <a:lnTo>
                    <a:pt x="3283" y="11083"/>
                  </a:lnTo>
                  <a:lnTo>
                    <a:pt x="3476" y="10890"/>
                  </a:lnTo>
                  <a:lnTo>
                    <a:pt x="3669" y="10659"/>
                  </a:lnTo>
                  <a:lnTo>
                    <a:pt x="3823" y="10427"/>
                  </a:lnTo>
                  <a:lnTo>
                    <a:pt x="3978" y="10157"/>
                  </a:lnTo>
                  <a:lnTo>
                    <a:pt x="4171" y="9577"/>
                  </a:lnTo>
                  <a:lnTo>
                    <a:pt x="4325" y="8960"/>
                  </a:lnTo>
                  <a:lnTo>
                    <a:pt x="4441" y="8342"/>
                  </a:lnTo>
                  <a:lnTo>
                    <a:pt x="4518" y="7763"/>
                  </a:lnTo>
                  <a:lnTo>
                    <a:pt x="4557" y="7222"/>
                  </a:lnTo>
                  <a:lnTo>
                    <a:pt x="4596" y="6681"/>
                  </a:lnTo>
                  <a:lnTo>
                    <a:pt x="4596" y="6102"/>
                  </a:lnTo>
                  <a:lnTo>
                    <a:pt x="4557" y="5021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2"/>
                  </a:lnTo>
                  <a:lnTo>
                    <a:pt x="4094" y="426"/>
                  </a:lnTo>
                  <a:lnTo>
                    <a:pt x="4171" y="349"/>
                  </a:lnTo>
                  <a:lnTo>
                    <a:pt x="4210" y="271"/>
                  </a:lnTo>
                  <a:lnTo>
                    <a:pt x="4210" y="233"/>
                  </a:lnTo>
                  <a:lnTo>
                    <a:pt x="4171" y="78"/>
                  </a:lnTo>
                  <a:lnTo>
                    <a:pt x="4132" y="40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Google Shape;1569;p7"/>
            <p:cNvSpPr/>
            <p:nvPr/>
          </p:nvSpPr>
          <p:spPr>
            <a:xfrm>
              <a:off x="1643700" y="2334725"/>
              <a:ext cx="26075" cy="11600"/>
            </a:xfrm>
            <a:custGeom>
              <a:avLst/>
              <a:gdLst/>
              <a:ahLst/>
              <a:cxnLst/>
              <a:rect l="l" t="t" r="r" b="b"/>
              <a:pathLst>
                <a:path w="1043" h="464" extrusionOk="0">
                  <a:moveTo>
                    <a:pt x="773" y="1"/>
                  </a:moveTo>
                  <a:lnTo>
                    <a:pt x="541" y="39"/>
                  </a:lnTo>
                  <a:lnTo>
                    <a:pt x="309" y="78"/>
                  </a:lnTo>
                  <a:lnTo>
                    <a:pt x="77" y="194"/>
                  </a:lnTo>
                  <a:lnTo>
                    <a:pt x="39" y="232"/>
                  </a:lnTo>
                  <a:lnTo>
                    <a:pt x="0" y="271"/>
                  </a:lnTo>
                  <a:lnTo>
                    <a:pt x="39" y="387"/>
                  </a:lnTo>
                  <a:lnTo>
                    <a:pt x="77" y="464"/>
                  </a:lnTo>
                  <a:lnTo>
                    <a:pt x="193" y="464"/>
                  </a:lnTo>
                  <a:lnTo>
                    <a:pt x="386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4" y="271"/>
                  </a:lnTo>
                  <a:lnTo>
                    <a:pt x="1043" y="232"/>
                  </a:lnTo>
                  <a:lnTo>
                    <a:pt x="1004" y="155"/>
                  </a:lnTo>
                  <a:lnTo>
                    <a:pt x="966" y="116"/>
                  </a:lnTo>
                  <a:lnTo>
                    <a:pt x="888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Google Shape;1570;p7"/>
            <p:cNvSpPr/>
            <p:nvPr/>
          </p:nvSpPr>
          <p:spPr>
            <a:xfrm>
              <a:off x="5914500" y="2336650"/>
              <a:ext cx="309900" cy="605325"/>
            </a:xfrm>
            <a:custGeom>
              <a:avLst/>
              <a:gdLst/>
              <a:ahLst/>
              <a:cxnLst/>
              <a:rect l="l" t="t" r="r" b="b"/>
              <a:pathLst>
                <a:path w="12396" h="24213" extrusionOk="0">
                  <a:moveTo>
                    <a:pt x="7955" y="464"/>
                  </a:moveTo>
                  <a:lnTo>
                    <a:pt x="8496" y="503"/>
                  </a:lnTo>
                  <a:lnTo>
                    <a:pt x="9036" y="619"/>
                  </a:lnTo>
                  <a:lnTo>
                    <a:pt x="9500" y="812"/>
                  </a:lnTo>
                  <a:lnTo>
                    <a:pt x="9924" y="1043"/>
                  </a:lnTo>
                  <a:lnTo>
                    <a:pt x="10311" y="1352"/>
                  </a:lnTo>
                  <a:lnTo>
                    <a:pt x="10658" y="1700"/>
                  </a:lnTo>
                  <a:lnTo>
                    <a:pt x="10967" y="2086"/>
                  </a:lnTo>
                  <a:lnTo>
                    <a:pt x="11237" y="2511"/>
                  </a:lnTo>
                  <a:lnTo>
                    <a:pt x="11469" y="2974"/>
                  </a:lnTo>
                  <a:lnTo>
                    <a:pt x="11662" y="3438"/>
                  </a:lnTo>
                  <a:lnTo>
                    <a:pt x="11778" y="3940"/>
                  </a:lnTo>
                  <a:lnTo>
                    <a:pt x="11855" y="4442"/>
                  </a:lnTo>
                  <a:lnTo>
                    <a:pt x="11894" y="4982"/>
                  </a:lnTo>
                  <a:lnTo>
                    <a:pt x="11894" y="5484"/>
                  </a:lnTo>
                  <a:lnTo>
                    <a:pt x="11817" y="5986"/>
                  </a:lnTo>
                  <a:lnTo>
                    <a:pt x="11701" y="6488"/>
                  </a:lnTo>
                  <a:lnTo>
                    <a:pt x="11546" y="6990"/>
                  </a:lnTo>
                  <a:lnTo>
                    <a:pt x="11315" y="7453"/>
                  </a:lnTo>
                  <a:lnTo>
                    <a:pt x="11083" y="7917"/>
                  </a:lnTo>
                  <a:lnTo>
                    <a:pt x="10813" y="8342"/>
                  </a:lnTo>
                  <a:lnTo>
                    <a:pt x="10504" y="8766"/>
                  </a:lnTo>
                  <a:lnTo>
                    <a:pt x="10195" y="9153"/>
                  </a:lnTo>
                  <a:lnTo>
                    <a:pt x="9847" y="9500"/>
                  </a:lnTo>
                  <a:lnTo>
                    <a:pt x="9461" y="9848"/>
                  </a:lnTo>
                  <a:lnTo>
                    <a:pt x="9036" y="10157"/>
                  </a:lnTo>
                  <a:lnTo>
                    <a:pt x="8650" y="10465"/>
                  </a:lnTo>
                  <a:lnTo>
                    <a:pt x="8187" y="10736"/>
                  </a:lnTo>
                  <a:lnTo>
                    <a:pt x="7762" y="11006"/>
                  </a:lnTo>
                  <a:lnTo>
                    <a:pt x="6835" y="11469"/>
                  </a:lnTo>
                  <a:lnTo>
                    <a:pt x="5870" y="11856"/>
                  </a:lnTo>
                  <a:lnTo>
                    <a:pt x="5677" y="11856"/>
                  </a:lnTo>
                  <a:lnTo>
                    <a:pt x="5638" y="11933"/>
                  </a:lnTo>
                  <a:lnTo>
                    <a:pt x="5600" y="11933"/>
                  </a:lnTo>
                  <a:lnTo>
                    <a:pt x="4982" y="11276"/>
                  </a:lnTo>
                  <a:lnTo>
                    <a:pt x="4441" y="10543"/>
                  </a:lnTo>
                  <a:lnTo>
                    <a:pt x="3978" y="9809"/>
                  </a:lnTo>
                  <a:lnTo>
                    <a:pt x="3746" y="9384"/>
                  </a:lnTo>
                  <a:lnTo>
                    <a:pt x="3592" y="8998"/>
                  </a:lnTo>
                  <a:lnTo>
                    <a:pt x="3437" y="8612"/>
                  </a:lnTo>
                  <a:lnTo>
                    <a:pt x="3283" y="8187"/>
                  </a:lnTo>
                  <a:lnTo>
                    <a:pt x="3167" y="7762"/>
                  </a:lnTo>
                  <a:lnTo>
                    <a:pt x="3090" y="7299"/>
                  </a:lnTo>
                  <a:lnTo>
                    <a:pt x="3051" y="6874"/>
                  </a:lnTo>
                  <a:lnTo>
                    <a:pt x="3012" y="6411"/>
                  </a:lnTo>
                  <a:lnTo>
                    <a:pt x="3051" y="5948"/>
                  </a:lnTo>
                  <a:lnTo>
                    <a:pt x="3090" y="5484"/>
                  </a:lnTo>
                  <a:lnTo>
                    <a:pt x="3167" y="5021"/>
                  </a:lnTo>
                  <a:lnTo>
                    <a:pt x="3244" y="4557"/>
                  </a:lnTo>
                  <a:lnTo>
                    <a:pt x="3399" y="4094"/>
                  </a:lnTo>
                  <a:lnTo>
                    <a:pt x="3592" y="3669"/>
                  </a:lnTo>
                  <a:lnTo>
                    <a:pt x="3785" y="3206"/>
                  </a:lnTo>
                  <a:lnTo>
                    <a:pt x="4055" y="2820"/>
                  </a:lnTo>
                  <a:lnTo>
                    <a:pt x="4325" y="2395"/>
                  </a:lnTo>
                  <a:lnTo>
                    <a:pt x="4634" y="2047"/>
                  </a:lnTo>
                  <a:lnTo>
                    <a:pt x="4943" y="1700"/>
                  </a:lnTo>
                  <a:lnTo>
                    <a:pt x="5329" y="1391"/>
                  </a:lnTo>
                  <a:lnTo>
                    <a:pt x="5715" y="1082"/>
                  </a:lnTo>
                  <a:lnTo>
                    <a:pt x="6102" y="850"/>
                  </a:lnTo>
                  <a:lnTo>
                    <a:pt x="6526" y="696"/>
                  </a:lnTo>
                  <a:lnTo>
                    <a:pt x="6990" y="541"/>
                  </a:lnTo>
                  <a:lnTo>
                    <a:pt x="7453" y="464"/>
                  </a:lnTo>
                  <a:close/>
                  <a:moveTo>
                    <a:pt x="5561" y="12280"/>
                  </a:moveTo>
                  <a:lnTo>
                    <a:pt x="5600" y="12319"/>
                  </a:lnTo>
                  <a:lnTo>
                    <a:pt x="5677" y="12358"/>
                  </a:lnTo>
                  <a:lnTo>
                    <a:pt x="5793" y="12898"/>
                  </a:lnTo>
                  <a:lnTo>
                    <a:pt x="5098" y="12589"/>
                  </a:lnTo>
                  <a:lnTo>
                    <a:pt x="5561" y="12280"/>
                  </a:lnTo>
                  <a:close/>
                  <a:moveTo>
                    <a:pt x="3321" y="12975"/>
                  </a:moveTo>
                  <a:lnTo>
                    <a:pt x="3476" y="13477"/>
                  </a:lnTo>
                  <a:lnTo>
                    <a:pt x="3553" y="13979"/>
                  </a:lnTo>
                  <a:lnTo>
                    <a:pt x="3012" y="13979"/>
                  </a:lnTo>
                  <a:lnTo>
                    <a:pt x="2781" y="13941"/>
                  </a:lnTo>
                  <a:lnTo>
                    <a:pt x="2510" y="13825"/>
                  </a:lnTo>
                  <a:lnTo>
                    <a:pt x="2935" y="13400"/>
                  </a:lnTo>
                  <a:lnTo>
                    <a:pt x="3321" y="12975"/>
                  </a:lnTo>
                  <a:close/>
                  <a:moveTo>
                    <a:pt x="3939" y="14327"/>
                  </a:moveTo>
                  <a:lnTo>
                    <a:pt x="5098" y="14520"/>
                  </a:lnTo>
                  <a:lnTo>
                    <a:pt x="4441" y="15485"/>
                  </a:lnTo>
                  <a:lnTo>
                    <a:pt x="4287" y="15215"/>
                  </a:lnTo>
                  <a:lnTo>
                    <a:pt x="4171" y="14945"/>
                  </a:lnTo>
                  <a:lnTo>
                    <a:pt x="4055" y="14636"/>
                  </a:lnTo>
                  <a:lnTo>
                    <a:pt x="3978" y="14366"/>
                  </a:lnTo>
                  <a:lnTo>
                    <a:pt x="3939" y="14327"/>
                  </a:lnTo>
                  <a:close/>
                  <a:moveTo>
                    <a:pt x="3746" y="14597"/>
                  </a:moveTo>
                  <a:lnTo>
                    <a:pt x="3823" y="14945"/>
                  </a:lnTo>
                  <a:lnTo>
                    <a:pt x="3978" y="15292"/>
                  </a:lnTo>
                  <a:lnTo>
                    <a:pt x="4132" y="15601"/>
                  </a:lnTo>
                  <a:lnTo>
                    <a:pt x="4287" y="15910"/>
                  </a:lnTo>
                  <a:lnTo>
                    <a:pt x="4364" y="15987"/>
                  </a:lnTo>
                  <a:lnTo>
                    <a:pt x="4055" y="16412"/>
                  </a:lnTo>
                  <a:lnTo>
                    <a:pt x="3746" y="16875"/>
                  </a:lnTo>
                  <a:lnTo>
                    <a:pt x="3592" y="16412"/>
                  </a:lnTo>
                  <a:lnTo>
                    <a:pt x="3476" y="15949"/>
                  </a:lnTo>
                  <a:lnTo>
                    <a:pt x="3476" y="15717"/>
                  </a:lnTo>
                  <a:lnTo>
                    <a:pt x="3476" y="15447"/>
                  </a:lnTo>
                  <a:lnTo>
                    <a:pt x="3514" y="15215"/>
                  </a:lnTo>
                  <a:lnTo>
                    <a:pt x="3553" y="14983"/>
                  </a:lnTo>
                  <a:lnTo>
                    <a:pt x="3746" y="14597"/>
                  </a:lnTo>
                  <a:close/>
                  <a:moveTo>
                    <a:pt x="4480" y="16335"/>
                  </a:moveTo>
                  <a:lnTo>
                    <a:pt x="4673" y="16760"/>
                  </a:lnTo>
                  <a:lnTo>
                    <a:pt x="4789" y="17223"/>
                  </a:lnTo>
                  <a:lnTo>
                    <a:pt x="4364" y="17107"/>
                  </a:lnTo>
                  <a:lnTo>
                    <a:pt x="3939" y="17030"/>
                  </a:lnTo>
                  <a:lnTo>
                    <a:pt x="4480" y="16335"/>
                  </a:lnTo>
                  <a:close/>
                  <a:moveTo>
                    <a:pt x="2472" y="16875"/>
                  </a:moveTo>
                  <a:lnTo>
                    <a:pt x="3399" y="17107"/>
                  </a:lnTo>
                  <a:lnTo>
                    <a:pt x="3476" y="17262"/>
                  </a:lnTo>
                  <a:lnTo>
                    <a:pt x="3321" y="17377"/>
                  </a:lnTo>
                  <a:lnTo>
                    <a:pt x="3167" y="17571"/>
                  </a:lnTo>
                  <a:lnTo>
                    <a:pt x="2897" y="17918"/>
                  </a:lnTo>
                  <a:lnTo>
                    <a:pt x="2665" y="17416"/>
                  </a:lnTo>
                  <a:lnTo>
                    <a:pt x="2472" y="16875"/>
                  </a:lnTo>
                  <a:close/>
                  <a:moveTo>
                    <a:pt x="3360" y="19733"/>
                  </a:moveTo>
                  <a:lnTo>
                    <a:pt x="4055" y="20428"/>
                  </a:lnTo>
                  <a:lnTo>
                    <a:pt x="3553" y="20660"/>
                  </a:lnTo>
                  <a:lnTo>
                    <a:pt x="3012" y="20969"/>
                  </a:lnTo>
                  <a:lnTo>
                    <a:pt x="3012" y="20969"/>
                  </a:lnTo>
                  <a:lnTo>
                    <a:pt x="3167" y="20351"/>
                  </a:lnTo>
                  <a:lnTo>
                    <a:pt x="3360" y="19733"/>
                  </a:lnTo>
                  <a:close/>
                  <a:moveTo>
                    <a:pt x="5677" y="20119"/>
                  </a:moveTo>
                  <a:lnTo>
                    <a:pt x="5986" y="20196"/>
                  </a:lnTo>
                  <a:lnTo>
                    <a:pt x="5715" y="20891"/>
                  </a:lnTo>
                  <a:lnTo>
                    <a:pt x="5368" y="21548"/>
                  </a:lnTo>
                  <a:lnTo>
                    <a:pt x="4673" y="20583"/>
                  </a:lnTo>
                  <a:lnTo>
                    <a:pt x="4634" y="20544"/>
                  </a:lnTo>
                  <a:lnTo>
                    <a:pt x="4673" y="20235"/>
                  </a:lnTo>
                  <a:lnTo>
                    <a:pt x="5020" y="20158"/>
                  </a:lnTo>
                  <a:lnTo>
                    <a:pt x="5329" y="20119"/>
                  </a:lnTo>
                  <a:close/>
                  <a:moveTo>
                    <a:pt x="7453" y="1"/>
                  </a:moveTo>
                  <a:lnTo>
                    <a:pt x="7067" y="39"/>
                  </a:lnTo>
                  <a:lnTo>
                    <a:pt x="6719" y="155"/>
                  </a:lnTo>
                  <a:lnTo>
                    <a:pt x="6333" y="271"/>
                  </a:lnTo>
                  <a:lnTo>
                    <a:pt x="5986" y="426"/>
                  </a:lnTo>
                  <a:lnTo>
                    <a:pt x="5638" y="580"/>
                  </a:lnTo>
                  <a:lnTo>
                    <a:pt x="5291" y="812"/>
                  </a:lnTo>
                  <a:lnTo>
                    <a:pt x="4943" y="1043"/>
                  </a:lnTo>
                  <a:lnTo>
                    <a:pt x="4634" y="1314"/>
                  </a:lnTo>
                  <a:lnTo>
                    <a:pt x="4364" y="1623"/>
                  </a:lnTo>
                  <a:lnTo>
                    <a:pt x="4094" y="1893"/>
                  </a:lnTo>
                  <a:lnTo>
                    <a:pt x="3823" y="2240"/>
                  </a:lnTo>
                  <a:lnTo>
                    <a:pt x="3592" y="2549"/>
                  </a:lnTo>
                  <a:lnTo>
                    <a:pt x="3399" y="2897"/>
                  </a:lnTo>
                  <a:lnTo>
                    <a:pt x="3205" y="3283"/>
                  </a:lnTo>
                  <a:lnTo>
                    <a:pt x="3051" y="3631"/>
                  </a:lnTo>
                  <a:lnTo>
                    <a:pt x="2897" y="4017"/>
                  </a:lnTo>
                  <a:lnTo>
                    <a:pt x="2781" y="4403"/>
                  </a:lnTo>
                  <a:lnTo>
                    <a:pt x="2703" y="4789"/>
                  </a:lnTo>
                  <a:lnTo>
                    <a:pt x="2626" y="5175"/>
                  </a:lnTo>
                  <a:lnTo>
                    <a:pt x="2588" y="5600"/>
                  </a:lnTo>
                  <a:lnTo>
                    <a:pt x="2549" y="5986"/>
                  </a:lnTo>
                  <a:lnTo>
                    <a:pt x="2549" y="6411"/>
                  </a:lnTo>
                  <a:lnTo>
                    <a:pt x="2549" y="6836"/>
                  </a:lnTo>
                  <a:lnTo>
                    <a:pt x="2665" y="7724"/>
                  </a:lnTo>
                  <a:lnTo>
                    <a:pt x="2742" y="8149"/>
                  </a:lnTo>
                  <a:lnTo>
                    <a:pt x="2858" y="8573"/>
                  </a:lnTo>
                  <a:lnTo>
                    <a:pt x="3012" y="8998"/>
                  </a:lnTo>
                  <a:lnTo>
                    <a:pt x="3167" y="9384"/>
                  </a:lnTo>
                  <a:lnTo>
                    <a:pt x="3321" y="9809"/>
                  </a:lnTo>
                  <a:lnTo>
                    <a:pt x="3553" y="10195"/>
                  </a:lnTo>
                  <a:lnTo>
                    <a:pt x="3746" y="10543"/>
                  </a:lnTo>
                  <a:lnTo>
                    <a:pt x="4016" y="10929"/>
                  </a:lnTo>
                  <a:lnTo>
                    <a:pt x="4287" y="11238"/>
                  </a:lnTo>
                  <a:lnTo>
                    <a:pt x="4596" y="11547"/>
                  </a:lnTo>
                  <a:lnTo>
                    <a:pt x="4905" y="11856"/>
                  </a:lnTo>
                  <a:lnTo>
                    <a:pt x="5252" y="12087"/>
                  </a:lnTo>
                  <a:lnTo>
                    <a:pt x="4557" y="12473"/>
                  </a:lnTo>
                  <a:lnTo>
                    <a:pt x="4480" y="12551"/>
                  </a:lnTo>
                  <a:lnTo>
                    <a:pt x="4441" y="12666"/>
                  </a:lnTo>
                  <a:lnTo>
                    <a:pt x="4480" y="12782"/>
                  </a:lnTo>
                  <a:lnTo>
                    <a:pt x="4596" y="12860"/>
                  </a:lnTo>
                  <a:lnTo>
                    <a:pt x="5020" y="13014"/>
                  </a:lnTo>
                  <a:lnTo>
                    <a:pt x="4673" y="13168"/>
                  </a:lnTo>
                  <a:lnTo>
                    <a:pt x="4403" y="13362"/>
                  </a:lnTo>
                  <a:lnTo>
                    <a:pt x="4094" y="13555"/>
                  </a:lnTo>
                  <a:lnTo>
                    <a:pt x="3862" y="13786"/>
                  </a:lnTo>
                  <a:lnTo>
                    <a:pt x="3823" y="13477"/>
                  </a:lnTo>
                  <a:lnTo>
                    <a:pt x="3746" y="13168"/>
                  </a:lnTo>
                  <a:lnTo>
                    <a:pt x="3630" y="12860"/>
                  </a:lnTo>
                  <a:lnTo>
                    <a:pt x="3514" y="12551"/>
                  </a:lnTo>
                  <a:lnTo>
                    <a:pt x="3476" y="12473"/>
                  </a:lnTo>
                  <a:lnTo>
                    <a:pt x="3360" y="12435"/>
                  </a:lnTo>
                  <a:lnTo>
                    <a:pt x="3283" y="12473"/>
                  </a:lnTo>
                  <a:lnTo>
                    <a:pt x="3205" y="12512"/>
                  </a:lnTo>
                  <a:lnTo>
                    <a:pt x="2665" y="13168"/>
                  </a:lnTo>
                  <a:lnTo>
                    <a:pt x="2086" y="13748"/>
                  </a:lnTo>
                  <a:lnTo>
                    <a:pt x="2047" y="13825"/>
                  </a:lnTo>
                  <a:lnTo>
                    <a:pt x="2008" y="13902"/>
                  </a:lnTo>
                  <a:lnTo>
                    <a:pt x="2047" y="13979"/>
                  </a:lnTo>
                  <a:lnTo>
                    <a:pt x="2086" y="14057"/>
                  </a:lnTo>
                  <a:lnTo>
                    <a:pt x="2395" y="14211"/>
                  </a:lnTo>
                  <a:lnTo>
                    <a:pt x="2742" y="14288"/>
                  </a:lnTo>
                  <a:lnTo>
                    <a:pt x="3051" y="14366"/>
                  </a:lnTo>
                  <a:lnTo>
                    <a:pt x="3399" y="14366"/>
                  </a:lnTo>
                  <a:lnTo>
                    <a:pt x="3244" y="14636"/>
                  </a:lnTo>
                  <a:lnTo>
                    <a:pt x="3128" y="14945"/>
                  </a:lnTo>
                  <a:lnTo>
                    <a:pt x="3090" y="15176"/>
                  </a:lnTo>
                  <a:lnTo>
                    <a:pt x="3051" y="15408"/>
                  </a:lnTo>
                  <a:lnTo>
                    <a:pt x="3051" y="15872"/>
                  </a:lnTo>
                  <a:lnTo>
                    <a:pt x="3128" y="16296"/>
                  </a:lnTo>
                  <a:lnTo>
                    <a:pt x="3244" y="16760"/>
                  </a:lnTo>
                  <a:lnTo>
                    <a:pt x="2781" y="16567"/>
                  </a:lnTo>
                  <a:lnTo>
                    <a:pt x="2279" y="16412"/>
                  </a:lnTo>
                  <a:lnTo>
                    <a:pt x="2201" y="16412"/>
                  </a:lnTo>
                  <a:lnTo>
                    <a:pt x="2124" y="16451"/>
                  </a:lnTo>
                  <a:lnTo>
                    <a:pt x="2047" y="16528"/>
                  </a:lnTo>
                  <a:lnTo>
                    <a:pt x="2047" y="16644"/>
                  </a:lnTo>
                  <a:lnTo>
                    <a:pt x="2163" y="17107"/>
                  </a:lnTo>
                  <a:lnTo>
                    <a:pt x="2279" y="17532"/>
                  </a:lnTo>
                  <a:lnTo>
                    <a:pt x="2472" y="17957"/>
                  </a:lnTo>
                  <a:lnTo>
                    <a:pt x="2703" y="18381"/>
                  </a:lnTo>
                  <a:lnTo>
                    <a:pt x="2781" y="18459"/>
                  </a:lnTo>
                  <a:lnTo>
                    <a:pt x="2858" y="18497"/>
                  </a:lnTo>
                  <a:lnTo>
                    <a:pt x="2935" y="18459"/>
                  </a:lnTo>
                  <a:lnTo>
                    <a:pt x="3012" y="18381"/>
                  </a:lnTo>
                  <a:lnTo>
                    <a:pt x="3321" y="18034"/>
                  </a:lnTo>
                  <a:lnTo>
                    <a:pt x="3514" y="17802"/>
                  </a:lnTo>
                  <a:lnTo>
                    <a:pt x="3630" y="17609"/>
                  </a:lnTo>
                  <a:lnTo>
                    <a:pt x="3707" y="17764"/>
                  </a:lnTo>
                  <a:lnTo>
                    <a:pt x="3978" y="18343"/>
                  </a:lnTo>
                  <a:lnTo>
                    <a:pt x="4132" y="18961"/>
                  </a:lnTo>
                  <a:lnTo>
                    <a:pt x="4248" y="19540"/>
                  </a:lnTo>
                  <a:lnTo>
                    <a:pt x="4248" y="20158"/>
                  </a:lnTo>
                  <a:lnTo>
                    <a:pt x="3437" y="19308"/>
                  </a:lnTo>
                  <a:lnTo>
                    <a:pt x="3399" y="19270"/>
                  </a:lnTo>
                  <a:lnTo>
                    <a:pt x="3205" y="19270"/>
                  </a:lnTo>
                  <a:lnTo>
                    <a:pt x="3167" y="19347"/>
                  </a:lnTo>
                  <a:lnTo>
                    <a:pt x="2974" y="19810"/>
                  </a:lnTo>
                  <a:lnTo>
                    <a:pt x="2781" y="20274"/>
                  </a:lnTo>
                  <a:lnTo>
                    <a:pt x="2665" y="20776"/>
                  </a:lnTo>
                  <a:lnTo>
                    <a:pt x="2626" y="21316"/>
                  </a:lnTo>
                  <a:lnTo>
                    <a:pt x="2626" y="21393"/>
                  </a:lnTo>
                  <a:lnTo>
                    <a:pt x="2703" y="21471"/>
                  </a:lnTo>
                  <a:lnTo>
                    <a:pt x="2781" y="21509"/>
                  </a:lnTo>
                  <a:lnTo>
                    <a:pt x="2897" y="21471"/>
                  </a:lnTo>
                  <a:lnTo>
                    <a:pt x="3514" y="21162"/>
                  </a:lnTo>
                  <a:lnTo>
                    <a:pt x="4171" y="20776"/>
                  </a:lnTo>
                  <a:lnTo>
                    <a:pt x="4171" y="20776"/>
                  </a:lnTo>
                  <a:lnTo>
                    <a:pt x="4055" y="21162"/>
                  </a:lnTo>
                  <a:lnTo>
                    <a:pt x="3901" y="21548"/>
                  </a:lnTo>
                  <a:lnTo>
                    <a:pt x="3669" y="22050"/>
                  </a:lnTo>
                  <a:lnTo>
                    <a:pt x="3321" y="22552"/>
                  </a:lnTo>
                  <a:lnTo>
                    <a:pt x="2897" y="23015"/>
                  </a:lnTo>
                  <a:lnTo>
                    <a:pt x="2626" y="23247"/>
                  </a:lnTo>
                  <a:lnTo>
                    <a:pt x="2395" y="23401"/>
                  </a:lnTo>
                  <a:lnTo>
                    <a:pt x="2124" y="23594"/>
                  </a:lnTo>
                  <a:lnTo>
                    <a:pt x="1854" y="23710"/>
                  </a:lnTo>
                  <a:lnTo>
                    <a:pt x="1584" y="23788"/>
                  </a:lnTo>
                  <a:lnTo>
                    <a:pt x="1313" y="23788"/>
                  </a:lnTo>
                  <a:lnTo>
                    <a:pt x="1082" y="23749"/>
                  </a:lnTo>
                  <a:lnTo>
                    <a:pt x="811" y="23672"/>
                  </a:lnTo>
                  <a:lnTo>
                    <a:pt x="541" y="23517"/>
                  </a:lnTo>
                  <a:lnTo>
                    <a:pt x="309" y="23286"/>
                  </a:lnTo>
                  <a:lnTo>
                    <a:pt x="232" y="23247"/>
                  </a:lnTo>
                  <a:lnTo>
                    <a:pt x="78" y="23247"/>
                  </a:lnTo>
                  <a:lnTo>
                    <a:pt x="39" y="23363"/>
                  </a:lnTo>
                  <a:lnTo>
                    <a:pt x="0" y="23401"/>
                  </a:lnTo>
                  <a:lnTo>
                    <a:pt x="39" y="23479"/>
                  </a:lnTo>
                  <a:lnTo>
                    <a:pt x="155" y="23633"/>
                  </a:lnTo>
                  <a:lnTo>
                    <a:pt x="271" y="23788"/>
                  </a:lnTo>
                  <a:lnTo>
                    <a:pt x="387" y="23903"/>
                  </a:lnTo>
                  <a:lnTo>
                    <a:pt x="541" y="24019"/>
                  </a:lnTo>
                  <a:lnTo>
                    <a:pt x="695" y="24096"/>
                  </a:lnTo>
                  <a:lnTo>
                    <a:pt x="889" y="24135"/>
                  </a:lnTo>
                  <a:lnTo>
                    <a:pt x="1236" y="24212"/>
                  </a:lnTo>
                  <a:lnTo>
                    <a:pt x="1584" y="24174"/>
                  </a:lnTo>
                  <a:lnTo>
                    <a:pt x="1970" y="24096"/>
                  </a:lnTo>
                  <a:lnTo>
                    <a:pt x="2317" y="23942"/>
                  </a:lnTo>
                  <a:lnTo>
                    <a:pt x="2665" y="23749"/>
                  </a:lnTo>
                  <a:lnTo>
                    <a:pt x="3012" y="23479"/>
                  </a:lnTo>
                  <a:lnTo>
                    <a:pt x="3321" y="23208"/>
                  </a:lnTo>
                  <a:lnTo>
                    <a:pt x="3630" y="22861"/>
                  </a:lnTo>
                  <a:lnTo>
                    <a:pt x="3901" y="22513"/>
                  </a:lnTo>
                  <a:lnTo>
                    <a:pt x="4132" y="22127"/>
                  </a:lnTo>
                  <a:lnTo>
                    <a:pt x="4325" y="21702"/>
                  </a:lnTo>
                  <a:lnTo>
                    <a:pt x="4480" y="21316"/>
                  </a:lnTo>
                  <a:lnTo>
                    <a:pt x="4596" y="20853"/>
                  </a:lnTo>
                  <a:lnTo>
                    <a:pt x="5213" y="21973"/>
                  </a:lnTo>
                  <a:lnTo>
                    <a:pt x="5291" y="22050"/>
                  </a:lnTo>
                  <a:lnTo>
                    <a:pt x="5368" y="22088"/>
                  </a:lnTo>
                  <a:lnTo>
                    <a:pt x="5445" y="22050"/>
                  </a:lnTo>
                  <a:lnTo>
                    <a:pt x="5522" y="22011"/>
                  </a:lnTo>
                  <a:lnTo>
                    <a:pt x="5793" y="21548"/>
                  </a:lnTo>
                  <a:lnTo>
                    <a:pt x="6024" y="21084"/>
                  </a:lnTo>
                  <a:lnTo>
                    <a:pt x="6410" y="20119"/>
                  </a:lnTo>
                  <a:lnTo>
                    <a:pt x="6410" y="20042"/>
                  </a:lnTo>
                  <a:lnTo>
                    <a:pt x="6410" y="19965"/>
                  </a:lnTo>
                  <a:lnTo>
                    <a:pt x="6372" y="19926"/>
                  </a:lnTo>
                  <a:lnTo>
                    <a:pt x="6295" y="19887"/>
                  </a:lnTo>
                  <a:lnTo>
                    <a:pt x="5908" y="19772"/>
                  </a:lnTo>
                  <a:lnTo>
                    <a:pt x="5484" y="19733"/>
                  </a:lnTo>
                  <a:lnTo>
                    <a:pt x="5098" y="19733"/>
                  </a:lnTo>
                  <a:lnTo>
                    <a:pt x="4673" y="19849"/>
                  </a:lnTo>
                  <a:lnTo>
                    <a:pt x="4634" y="19231"/>
                  </a:lnTo>
                  <a:lnTo>
                    <a:pt x="4518" y="18652"/>
                  </a:lnTo>
                  <a:lnTo>
                    <a:pt x="4287" y="18034"/>
                  </a:lnTo>
                  <a:lnTo>
                    <a:pt x="4055" y="17455"/>
                  </a:lnTo>
                  <a:lnTo>
                    <a:pt x="4518" y="17532"/>
                  </a:lnTo>
                  <a:lnTo>
                    <a:pt x="4982" y="17609"/>
                  </a:lnTo>
                  <a:lnTo>
                    <a:pt x="5059" y="17609"/>
                  </a:lnTo>
                  <a:lnTo>
                    <a:pt x="5098" y="17532"/>
                  </a:lnTo>
                  <a:lnTo>
                    <a:pt x="5136" y="17493"/>
                  </a:lnTo>
                  <a:lnTo>
                    <a:pt x="5136" y="17377"/>
                  </a:lnTo>
                  <a:lnTo>
                    <a:pt x="5098" y="17030"/>
                  </a:lnTo>
                  <a:lnTo>
                    <a:pt x="4982" y="16644"/>
                  </a:lnTo>
                  <a:lnTo>
                    <a:pt x="4827" y="16296"/>
                  </a:lnTo>
                  <a:lnTo>
                    <a:pt x="4673" y="15987"/>
                  </a:lnTo>
                  <a:lnTo>
                    <a:pt x="4596" y="15910"/>
                  </a:lnTo>
                  <a:lnTo>
                    <a:pt x="4634" y="15910"/>
                  </a:lnTo>
                  <a:lnTo>
                    <a:pt x="5600" y="14481"/>
                  </a:lnTo>
                  <a:lnTo>
                    <a:pt x="5638" y="14366"/>
                  </a:lnTo>
                  <a:lnTo>
                    <a:pt x="5600" y="14288"/>
                  </a:lnTo>
                  <a:lnTo>
                    <a:pt x="5561" y="14211"/>
                  </a:lnTo>
                  <a:lnTo>
                    <a:pt x="5445" y="14172"/>
                  </a:lnTo>
                  <a:lnTo>
                    <a:pt x="4209" y="13979"/>
                  </a:lnTo>
                  <a:lnTo>
                    <a:pt x="4480" y="13748"/>
                  </a:lnTo>
                  <a:lnTo>
                    <a:pt x="4789" y="13555"/>
                  </a:lnTo>
                  <a:lnTo>
                    <a:pt x="5098" y="13362"/>
                  </a:lnTo>
                  <a:lnTo>
                    <a:pt x="5406" y="13168"/>
                  </a:lnTo>
                  <a:lnTo>
                    <a:pt x="6024" y="13400"/>
                  </a:lnTo>
                  <a:lnTo>
                    <a:pt x="6140" y="13439"/>
                  </a:lnTo>
                  <a:lnTo>
                    <a:pt x="6217" y="13362"/>
                  </a:lnTo>
                  <a:lnTo>
                    <a:pt x="6256" y="13284"/>
                  </a:lnTo>
                  <a:lnTo>
                    <a:pt x="6295" y="13168"/>
                  </a:lnTo>
                  <a:lnTo>
                    <a:pt x="6179" y="12705"/>
                  </a:lnTo>
                  <a:lnTo>
                    <a:pt x="6063" y="12242"/>
                  </a:lnTo>
                  <a:lnTo>
                    <a:pt x="6912" y="11933"/>
                  </a:lnTo>
                  <a:lnTo>
                    <a:pt x="7723" y="11585"/>
                  </a:lnTo>
                  <a:lnTo>
                    <a:pt x="8534" y="11122"/>
                  </a:lnTo>
                  <a:lnTo>
                    <a:pt x="9268" y="10620"/>
                  </a:lnTo>
                  <a:lnTo>
                    <a:pt x="9963" y="10079"/>
                  </a:lnTo>
                  <a:lnTo>
                    <a:pt x="10311" y="9770"/>
                  </a:lnTo>
                  <a:lnTo>
                    <a:pt x="10620" y="9423"/>
                  </a:lnTo>
                  <a:lnTo>
                    <a:pt x="10890" y="9075"/>
                  </a:lnTo>
                  <a:lnTo>
                    <a:pt x="11160" y="8728"/>
                  </a:lnTo>
                  <a:lnTo>
                    <a:pt x="11392" y="8342"/>
                  </a:lnTo>
                  <a:lnTo>
                    <a:pt x="11623" y="7955"/>
                  </a:lnTo>
                  <a:lnTo>
                    <a:pt x="11817" y="7569"/>
                  </a:lnTo>
                  <a:lnTo>
                    <a:pt x="11971" y="7183"/>
                  </a:lnTo>
                  <a:lnTo>
                    <a:pt x="12125" y="6758"/>
                  </a:lnTo>
                  <a:lnTo>
                    <a:pt x="12241" y="6334"/>
                  </a:lnTo>
                  <a:lnTo>
                    <a:pt x="12319" y="5948"/>
                  </a:lnTo>
                  <a:lnTo>
                    <a:pt x="12357" y="5523"/>
                  </a:lnTo>
                  <a:lnTo>
                    <a:pt x="12396" y="5098"/>
                  </a:lnTo>
                  <a:lnTo>
                    <a:pt x="12396" y="4673"/>
                  </a:lnTo>
                  <a:lnTo>
                    <a:pt x="12357" y="4248"/>
                  </a:lnTo>
                  <a:lnTo>
                    <a:pt x="12280" y="3824"/>
                  </a:lnTo>
                  <a:lnTo>
                    <a:pt x="12203" y="3438"/>
                  </a:lnTo>
                  <a:lnTo>
                    <a:pt x="12048" y="3051"/>
                  </a:lnTo>
                  <a:lnTo>
                    <a:pt x="11894" y="2665"/>
                  </a:lnTo>
                  <a:lnTo>
                    <a:pt x="11701" y="2279"/>
                  </a:lnTo>
                  <a:lnTo>
                    <a:pt x="11469" y="1893"/>
                  </a:lnTo>
                  <a:lnTo>
                    <a:pt x="11160" y="1545"/>
                  </a:lnTo>
                  <a:lnTo>
                    <a:pt x="10890" y="1275"/>
                  </a:lnTo>
                  <a:lnTo>
                    <a:pt x="10620" y="1005"/>
                  </a:lnTo>
                  <a:lnTo>
                    <a:pt x="10311" y="773"/>
                  </a:lnTo>
                  <a:lnTo>
                    <a:pt x="9963" y="580"/>
                  </a:lnTo>
                  <a:lnTo>
                    <a:pt x="9654" y="387"/>
                  </a:lnTo>
                  <a:lnTo>
                    <a:pt x="9307" y="233"/>
                  </a:lnTo>
                  <a:lnTo>
                    <a:pt x="8920" y="117"/>
                  </a:lnTo>
                  <a:lnTo>
                    <a:pt x="8573" y="39"/>
                  </a:lnTo>
                  <a:lnTo>
                    <a:pt x="81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Google Shape;1571;p7"/>
            <p:cNvSpPr/>
            <p:nvPr/>
          </p:nvSpPr>
          <p:spPr>
            <a:xfrm>
              <a:off x="1545225" y="2340525"/>
              <a:ext cx="21275" cy="8700"/>
            </a:xfrm>
            <a:custGeom>
              <a:avLst/>
              <a:gdLst/>
              <a:ahLst/>
              <a:cxnLst/>
              <a:rect l="l" t="t" r="r" b="b"/>
              <a:pathLst>
                <a:path w="851" h="348" extrusionOk="0">
                  <a:moveTo>
                    <a:pt x="425" y="0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1" y="193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3"/>
                  </a:lnTo>
                  <a:lnTo>
                    <a:pt x="811" y="78"/>
                  </a:lnTo>
                  <a:lnTo>
                    <a:pt x="73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Google Shape;1572;p7"/>
            <p:cNvSpPr/>
            <p:nvPr/>
          </p:nvSpPr>
          <p:spPr>
            <a:xfrm>
              <a:off x="6777550" y="234825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26"/>
                  </a:lnTo>
                  <a:lnTo>
                    <a:pt x="0" y="3012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52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30"/>
                  </a:lnTo>
                  <a:lnTo>
                    <a:pt x="463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776"/>
                  </a:lnTo>
                  <a:lnTo>
                    <a:pt x="888" y="1545"/>
                  </a:lnTo>
                  <a:lnTo>
                    <a:pt x="1043" y="1313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3"/>
                  </a:lnTo>
                  <a:lnTo>
                    <a:pt x="1854" y="657"/>
                  </a:lnTo>
                  <a:lnTo>
                    <a:pt x="2124" y="541"/>
                  </a:lnTo>
                  <a:lnTo>
                    <a:pt x="2433" y="502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3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1" y="1390"/>
                  </a:lnTo>
                  <a:lnTo>
                    <a:pt x="3669" y="1661"/>
                  </a:lnTo>
                  <a:lnTo>
                    <a:pt x="4132" y="1545"/>
                  </a:lnTo>
                  <a:lnTo>
                    <a:pt x="4016" y="1159"/>
                  </a:lnTo>
                  <a:lnTo>
                    <a:pt x="3823" y="811"/>
                  </a:lnTo>
                  <a:lnTo>
                    <a:pt x="3630" y="502"/>
                  </a:lnTo>
                  <a:lnTo>
                    <a:pt x="3398" y="271"/>
                  </a:lnTo>
                  <a:lnTo>
                    <a:pt x="3244" y="155"/>
                  </a:lnTo>
                  <a:lnTo>
                    <a:pt x="3089" y="77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Google Shape;1573;p7"/>
            <p:cNvSpPr/>
            <p:nvPr/>
          </p:nvSpPr>
          <p:spPr>
            <a:xfrm>
              <a:off x="6642400" y="2349200"/>
              <a:ext cx="437325" cy="301225"/>
            </a:xfrm>
            <a:custGeom>
              <a:avLst/>
              <a:gdLst/>
              <a:ahLst/>
              <a:cxnLst/>
              <a:rect l="l" t="t" r="r" b="b"/>
              <a:pathLst>
                <a:path w="17493" h="12049" extrusionOk="0">
                  <a:moveTo>
                    <a:pt x="12086" y="503"/>
                  </a:moveTo>
                  <a:lnTo>
                    <a:pt x="12202" y="580"/>
                  </a:lnTo>
                  <a:lnTo>
                    <a:pt x="12280" y="657"/>
                  </a:lnTo>
                  <a:lnTo>
                    <a:pt x="12627" y="850"/>
                  </a:lnTo>
                  <a:lnTo>
                    <a:pt x="12897" y="1159"/>
                  </a:lnTo>
                  <a:lnTo>
                    <a:pt x="13129" y="1507"/>
                  </a:lnTo>
                  <a:lnTo>
                    <a:pt x="13322" y="1854"/>
                  </a:lnTo>
                  <a:lnTo>
                    <a:pt x="13477" y="2240"/>
                  </a:lnTo>
                  <a:lnTo>
                    <a:pt x="13631" y="2665"/>
                  </a:lnTo>
                  <a:lnTo>
                    <a:pt x="13824" y="3438"/>
                  </a:lnTo>
                  <a:lnTo>
                    <a:pt x="13090" y="3013"/>
                  </a:lnTo>
                  <a:lnTo>
                    <a:pt x="12704" y="2781"/>
                  </a:lnTo>
                  <a:lnTo>
                    <a:pt x="12357" y="2472"/>
                  </a:lnTo>
                  <a:lnTo>
                    <a:pt x="12009" y="2125"/>
                  </a:lnTo>
                  <a:lnTo>
                    <a:pt x="11816" y="1932"/>
                  </a:lnTo>
                  <a:lnTo>
                    <a:pt x="11662" y="1700"/>
                  </a:lnTo>
                  <a:lnTo>
                    <a:pt x="11507" y="1391"/>
                  </a:lnTo>
                  <a:lnTo>
                    <a:pt x="11430" y="1043"/>
                  </a:lnTo>
                  <a:lnTo>
                    <a:pt x="11662" y="735"/>
                  </a:lnTo>
                  <a:lnTo>
                    <a:pt x="11739" y="619"/>
                  </a:lnTo>
                  <a:lnTo>
                    <a:pt x="11855" y="541"/>
                  </a:lnTo>
                  <a:lnTo>
                    <a:pt x="11971" y="503"/>
                  </a:lnTo>
                  <a:close/>
                  <a:moveTo>
                    <a:pt x="16218" y="1584"/>
                  </a:moveTo>
                  <a:lnTo>
                    <a:pt x="16296" y="1623"/>
                  </a:lnTo>
                  <a:lnTo>
                    <a:pt x="16411" y="1661"/>
                  </a:lnTo>
                  <a:lnTo>
                    <a:pt x="16489" y="1738"/>
                  </a:lnTo>
                  <a:lnTo>
                    <a:pt x="16566" y="1816"/>
                  </a:lnTo>
                  <a:lnTo>
                    <a:pt x="16604" y="1970"/>
                  </a:lnTo>
                  <a:lnTo>
                    <a:pt x="16643" y="2163"/>
                  </a:lnTo>
                  <a:lnTo>
                    <a:pt x="16643" y="2356"/>
                  </a:lnTo>
                  <a:lnTo>
                    <a:pt x="16604" y="2511"/>
                  </a:lnTo>
                  <a:lnTo>
                    <a:pt x="16527" y="2665"/>
                  </a:lnTo>
                  <a:lnTo>
                    <a:pt x="16411" y="2820"/>
                  </a:lnTo>
                  <a:lnTo>
                    <a:pt x="16296" y="2974"/>
                  </a:lnTo>
                  <a:lnTo>
                    <a:pt x="15948" y="3206"/>
                  </a:lnTo>
                  <a:lnTo>
                    <a:pt x="15562" y="3399"/>
                  </a:lnTo>
                  <a:lnTo>
                    <a:pt x="15137" y="3553"/>
                  </a:lnTo>
                  <a:lnTo>
                    <a:pt x="14712" y="3669"/>
                  </a:lnTo>
                  <a:lnTo>
                    <a:pt x="14365" y="3746"/>
                  </a:lnTo>
                  <a:lnTo>
                    <a:pt x="14481" y="3360"/>
                  </a:lnTo>
                  <a:lnTo>
                    <a:pt x="14635" y="2974"/>
                  </a:lnTo>
                  <a:lnTo>
                    <a:pt x="14828" y="2627"/>
                  </a:lnTo>
                  <a:lnTo>
                    <a:pt x="15098" y="2279"/>
                  </a:lnTo>
                  <a:lnTo>
                    <a:pt x="15407" y="1970"/>
                  </a:lnTo>
                  <a:lnTo>
                    <a:pt x="15639" y="1816"/>
                  </a:lnTo>
                  <a:lnTo>
                    <a:pt x="15871" y="1661"/>
                  </a:lnTo>
                  <a:lnTo>
                    <a:pt x="16102" y="1623"/>
                  </a:lnTo>
                  <a:lnTo>
                    <a:pt x="16218" y="1584"/>
                  </a:lnTo>
                  <a:close/>
                  <a:moveTo>
                    <a:pt x="13824" y="4287"/>
                  </a:moveTo>
                  <a:lnTo>
                    <a:pt x="13670" y="4557"/>
                  </a:lnTo>
                  <a:lnTo>
                    <a:pt x="13477" y="4789"/>
                  </a:lnTo>
                  <a:lnTo>
                    <a:pt x="13245" y="5021"/>
                  </a:lnTo>
                  <a:lnTo>
                    <a:pt x="13013" y="5214"/>
                  </a:lnTo>
                  <a:lnTo>
                    <a:pt x="12666" y="5484"/>
                  </a:lnTo>
                  <a:lnTo>
                    <a:pt x="12164" y="5754"/>
                  </a:lnTo>
                  <a:lnTo>
                    <a:pt x="11893" y="5870"/>
                  </a:lnTo>
                  <a:lnTo>
                    <a:pt x="11623" y="5948"/>
                  </a:lnTo>
                  <a:lnTo>
                    <a:pt x="11391" y="5986"/>
                  </a:lnTo>
                  <a:lnTo>
                    <a:pt x="11198" y="5948"/>
                  </a:lnTo>
                  <a:lnTo>
                    <a:pt x="11044" y="5870"/>
                  </a:lnTo>
                  <a:lnTo>
                    <a:pt x="10967" y="5793"/>
                  </a:lnTo>
                  <a:lnTo>
                    <a:pt x="10928" y="5716"/>
                  </a:lnTo>
                  <a:lnTo>
                    <a:pt x="10889" y="5639"/>
                  </a:lnTo>
                  <a:lnTo>
                    <a:pt x="10889" y="5446"/>
                  </a:lnTo>
                  <a:lnTo>
                    <a:pt x="10967" y="5252"/>
                  </a:lnTo>
                  <a:lnTo>
                    <a:pt x="11121" y="5098"/>
                  </a:lnTo>
                  <a:lnTo>
                    <a:pt x="11276" y="4944"/>
                  </a:lnTo>
                  <a:lnTo>
                    <a:pt x="11546" y="4750"/>
                  </a:lnTo>
                  <a:lnTo>
                    <a:pt x="11816" y="4635"/>
                  </a:lnTo>
                  <a:lnTo>
                    <a:pt x="12086" y="4557"/>
                  </a:lnTo>
                  <a:lnTo>
                    <a:pt x="12627" y="4480"/>
                  </a:lnTo>
                  <a:lnTo>
                    <a:pt x="13245" y="4403"/>
                  </a:lnTo>
                  <a:lnTo>
                    <a:pt x="13554" y="4364"/>
                  </a:lnTo>
                  <a:lnTo>
                    <a:pt x="13824" y="4287"/>
                  </a:lnTo>
                  <a:close/>
                  <a:moveTo>
                    <a:pt x="14403" y="4248"/>
                  </a:moveTo>
                  <a:lnTo>
                    <a:pt x="15098" y="4596"/>
                  </a:lnTo>
                  <a:lnTo>
                    <a:pt x="15407" y="4789"/>
                  </a:lnTo>
                  <a:lnTo>
                    <a:pt x="15716" y="4982"/>
                  </a:lnTo>
                  <a:lnTo>
                    <a:pt x="15909" y="5137"/>
                  </a:lnTo>
                  <a:lnTo>
                    <a:pt x="16141" y="5368"/>
                  </a:lnTo>
                  <a:lnTo>
                    <a:pt x="16411" y="5677"/>
                  </a:lnTo>
                  <a:lnTo>
                    <a:pt x="16643" y="5986"/>
                  </a:lnTo>
                  <a:lnTo>
                    <a:pt x="16875" y="6334"/>
                  </a:lnTo>
                  <a:lnTo>
                    <a:pt x="16991" y="6681"/>
                  </a:lnTo>
                  <a:lnTo>
                    <a:pt x="16991" y="6836"/>
                  </a:lnTo>
                  <a:lnTo>
                    <a:pt x="16991" y="6990"/>
                  </a:lnTo>
                  <a:lnTo>
                    <a:pt x="16952" y="7106"/>
                  </a:lnTo>
                  <a:lnTo>
                    <a:pt x="16836" y="7222"/>
                  </a:lnTo>
                  <a:lnTo>
                    <a:pt x="16759" y="7299"/>
                  </a:lnTo>
                  <a:lnTo>
                    <a:pt x="16643" y="7338"/>
                  </a:lnTo>
                  <a:lnTo>
                    <a:pt x="16373" y="7338"/>
                  </a:lnTo>
                  <a:lnTo>
                    <a:pt x="16141" y="7222"/>
                  </a:lnTo>
                  <a:lnTo>
                    <a:pt x="15871" y="7029"/>
                  </a:lnTo>
                  <a:lnTo>
                    <a:pt x="15600" y="6797"/>
                  </a:lnTo>
                  <a:lnTo>
                    <a:pt x="15369" y="6565"/>
                  </a:lnTo>
                  <a:lnTo>
                    <a:pt x="15060" y="6141"/>
                  </a:lnTo>
                  <a:lnTo>
                    <a:pt x="14828" y="5716"/>
                  </a:lnTo>
                  <a:lnTo>
                    <a:pt x="14635" y="5252"/>
                  </a:lnTo>
                  <a:lnTo>
                    <a:pt x="14519" y="4750"/>
                  </a:lnTo>
                  <a:lnTo>
                    <a:pt x="14403" y="4248"/>
                  </a:lnTo>
                  <a:close/>
                  <a:moveTo>
                    <a:pt x="11855" y="1"/>
                  </a:moveTo>
                  <a:lnTo>
                    <a:pt x="11584" y="39"/>
                  </a:lnTo>
                  <a:lnTo>
                    <a:pt x="11469" y="117"/>
                  </a:lnTo>
                  <a:lnTo>
                    <a:pt x="11353" y="194"/>
                  </a:lnTo>
                  <a:lnTo>
                    <a:pt x="11160" y="387"/>
                  </a:lnTo>
                  <a:lnTo>
                    <a:pt x="11005" y="619"/>
                  </a:lnTo>
                  <a:lnTo>
                    <a:pt x="10928" y="812"/>
                  </a:lnTo>
                  <a:lnTo>
                    <a:pt x="10928" y="1005"/>
                  </a:lnTo>
                  <a:lnTo>
                    <a:pt x="10928" y="1236"/>
                  </a:lnTo>
                  <a:lnTo>
                    <a:pt x="11005" y="1468"/>
                  </a:lnTo>
                  <a:lnTo>
                    <a:pt x="11082" y="1661"/>
                  </a:lnTo>
                  <a:lnTo>
                    <a:pt x="11198" y="1893"/>
                  </a:lnTo>
                  <a:lnTo>
                    <a:pt x="11546" y="2318"/>
                  </a:lnTo>
                  <a:lnTo>
                    <a:pt x="11932" y="2742"/>
                  </a:lnTo>
                  <a:lnTo>
                    <a:pt x="12395" y="3090"/>
                  </a:lnTo>
                  <a:lnTo>
                    <a:pt x="12859" y="3399"/>
                  </a:lnTo>
                  <a:lnTo>
                    <a:pt x="12859" y="3399"/>
                  </a:lnTo>
                  <a:lnTo>
                    <a:pt x="12048" y="3283"/>
                  </a:lnTo>
                  <a:lnTo>
                    <a:pt x="11198" y="3283"/>
                  </a:lnTo>
                  <a:lnTo>
                    <a:pt x="10387" y="3322"/>
                  </a:lnTo>
                  <a:lnTo>
                    <a:pt x="9615" y="3476"/>
                  </a:lnTo>
                  <a:lnTo>
                    <a:pt x="9654" y="3013"/>
                  </a:lnTo>
                  <a:lnTo>
                    <a:pt x="9654" y="2511"/>
                  </a:lnTo>
                  <a:lnTo>
                    <a:pt x="9615" y="2009"/>
                  </a:lnTo>
                  <a:lnTo>
                    <a:pt x="9538" y="1507"/>
                  </a:lnTo>
                  <a:lnTo>
                    <a:pt x="9075" y="1623"/>
                  </a:lnTo>
                  <a:lnTo>
                    <a:pt x="9152" y="2086"/>
                  </a:lnTo>
                  <a:lnTo>
                    <a:pt x="9152" y="2588"/>
                  </a:lnTo>
                  <a:lnTo>
                    <a:pt x="9152" y="3090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5" y="3901"/>
                  </a:lnTo>
                  <a:lnTo>
                    <a:pt x="7414" y="4287"/>
                  </a:lnTo>
                  <a:lnTo>
                    <a:pt x="6603" y="4712"/>
                  </a:lnTo>
                  <a:lnTo>
                    <a:pt x="5831" y="5214"/>
                  </a:lnTo>
                  <a:lnTo>
                    <a:pt x="5406" y="5252"/>
                  </a:lnTo>
                  <a:lnTo>
                    <a:pt x="5406" y="5561"/>
                  </a:lnTo>
                  <a:lnTo>
                    <a:pt x="4595" y="6218"/>
                  </a:lnTo>
                  <a:lnTo>
                    <a:pt x="3823" y="6913"/>
                  </a:lnTo>
                  <a:lnTo>
                    <a:pt x="3089" y="7685"/>
                  </a:lnTo>
                  <a:lnTo>
                    <a:pt x="2394" y="8496"/>
                  </a:lnTo>
                  <a:lnTo>
                    <a:pt x="1738" y="9307"/>
                  </a:lnTo>
                  <a:lnTo>
                    <a:pt x="1081" y="10157"/>
                  </a:lnTo>
                  <a:lnTo>
                    <a:pt x="502" y="10967"/>
                  </a:lnTo>
                  <a:lnTo>
                    <a:pt x="0" y="11778"/>
                  </a:lnTo>
                  <a:lnTo>
                    <a:pt x="348" y="12049"/>
                  </a:lnTo>
                  <a:lnTo>
                    <a:pt x="1545" y="10504"/>
                  </a:lnTo>
                  <a:lnTo>
                    <a:pt x="2742" y="8959"/>
                  </a:lnTo>
                  <a:lnTo>
                    <a:pt x="3360" y="8226"/>
                  </a:lnTo>
                  <a:lnTo>
                    <a:pt x="4016" y="7492"/>
                  </a:lnTo>
                  <a:lnTo>
                    <a:pt x="4711" y="6797"/>
                  </a:lnTo>
                  <a:lnTo>
                    <a:pt x="5483" y="6179"/>
                  </a:lnTo>
                  <a:lnTo>
                    <a:pt x="6256" y="5561"/>
                  </a:lnTo>
                  <a:lnTo>
                    <a:pt x="7105" y="5059"/>
                  </a:lnTo>
                  <a:lnTo>
                    <a:pt x="7993" y="4596"/>
                  </a:lnTo>
                  <a:lnTo>
                    <a:pt x="8457" y="4442"/>
                  </a:lnTo>
                  <a:lnTo>
                    <a:pt x="8920" y="4248"/>
                  </a:lnTo>
                  <a:lnTo>
                    <a:pt x="9422" y="4133"/>
                  </a:lnTo>
                  <a:lnTo>
                    <a:pt x="9885" y="4017"/>
                  </a:lnTo>
                  <a:lnTo>
                    <a:pt x="10387" y="3901"/>
                  </a:lnTo>
                  <a:lnTo>
                    <a:pt x="10851" y="3862"/>
                  </a:lnTo>
                  <a:lnTo>
                    <a:pt x="11353" y="3824"/>
                  </a:lnTo>
                  <a:lnTo>
                    <a:pt x="11855" y="3824"/>
                  </a:lnTo>
                  <a:lnTo>
                    <a:pt x="12357" y="3862"/>
                  </a:lnTo>
                  <a:lnTo>
                    <a:pt x="12859" y="3901"/>
                  </a:lnTo>
                  <a:lnTo>
                    <a:pt x="12318" y="3978"/>
                  </a:lnTo>
                  <a:lnTo>
                    <a:pt x="11855" y="4094"/>
                  </a:lnTo>
                  <a:lnTo>
                    <a:pt x="11391" y="4287"/>
                  </a:lnTo>
                  <a:lnTo>
                    <a:pt x="11198" y="4403"/>
                  </a:lnTo>
                  <a:lnTo>
                    <a:pt x="11005" y="4557"/>
                  </a:lnTo>
                  <a:lnTo>
                    <a:pt x="10851" y="4673"/>
                  </a:lnTo>
                  <a:lnTo>
                    <a:pt x="10696" y="4866"/>
                  </a:lnTo>
                  <a:lnTo>
                    <a:pt x="10542" y="5059"/>
                  </a:lnTo>
                  <a:lnTo>
                    <a:pt x="10465" y="5291"/>
                  </a:lnTo>
                  <a:lnTo>
                    <a:pt x="10387" y="5523"/>
                  </a:lnTo>
                  <a:lnTo>
                    <a:pt x="10387" y="5754"/>
                  </a:lnTo>
                  <a:lnTo>
                    <a:pt x="10426" y="5948"/>
                  </a:lnTo>
                  <a:lnTo>
                    <a:pt x="10581" y="6179"/>
                  </a:lnTo>
                  <a:lnTo>
                    <a:pt x="10658" y="6256"/>
                  </a:lnTo>
                  <a:lnTo>
                    <a:pt x="10774" y="6334"/>
                  </a:lnTo>
                  <a:lnTo>
                    <a:pt x="11005" y="6411"/>
                  </a:lnTo>
                  <a:lnTo>
                    <a:pt x="11276" y="6449"/>
                  </a:lnTo>
                  <a:lnTo>
                    <a:pt x="11584" y="6411"/>
                  </a:lnTo>
                  <a:lnTo>
                    <a:pt x="11855" y="6372"/>
                  </a:lnTo>
                  <a:lnTo>
                    <a:pt x="12164" y="6256"/>
                  </a:lnTo>
                  <a:lnTo>
                    <a:pt x="12627" y="6063"/>
                  </a:lnTo>
                  <a:lnTo>
                    <a:pt x="13052" y="5793"/>
                  </a:lnTo>
                  <a:lnTo>
                    <a:pt x="13438" y="5484"/>
                  </a:lnTo>
                  <a:lnTo>
                    <a:pt x="13399" y="5523"/>
                  </a:lnTo>
                  <a:lnTo>
                    <a:pt x="13786" y="5716"/>
                  </a:lnTo>
                  <a:lnTo>
                    <a:pt x="14056" y="4866"/>
                  </a:lnTo>
                  <a:lnTo>
                    <a:pt x="14210" y="5407"/>
                  </a:lnTo>
                  <a:lnTo>
                    <a:pt x="14403" y="5909"/>
                  </a:lnTo>
                  <a:lnTo>
                    <a:pt x="14674" y="6411"/>
                  </a:lnTo>
                  <a:lnTo>
                    <a:pt x="14983" y="6874"/>
                  </a:lnTo>
                  <a:lnTo>
                    <a:pt x="15176" y="7067"/>
                  </a:lnTo>
                  <a:lnTo>
                    <a:pt x="15407" y="7299"/>
                  </a:lnTo>
                  <a:lnTo>
                    <a:pt x="15678" y="7492"/>
                  </a:lnTo>
                  <a:lnTo>
                    <a:pt x="15987" y="7685"/>
                  </a:lnTo>
                  <a:lnTo>
                    <a:pt x="16296" y="7801"/>
                  </a:lnTo>
                  <a:lnTo>
                    <a:pt x="16604" y="7878"/>
                  </a:lnTo>
                  <a:lnTo>
                    <a:pt x="16759" y="7878"/>
                  </a:lnTo>
                  <a:lnTo>
                    <a:pt x="16875" y="7840"/>
                  </a:lnTo>
                  <a:lnTo>
                    <a:pt x="17029" y="7801"/>
                  </a:lnTo>
                  <a:lnTo>
                    <a:pt x="17184" y="7724"/>
                  </a:lnTo>
                  <a:lnTo>
                    <a:pt x="17299" y="7647"/>
                  </a:lnTo>
                  <a:lnTo>
                    <a:pt x="17377" y="7531"/>
                  </a:lnTo>
                  <a:lnTo>
                    <a:pt x="17415" y="7376"/>
                  </a:lnTo>
                  <a:lnTo>
                    <a:pt x="17454" y="7260"/>
                  </a:lnTo>
                  <a:lnTo>
                    <a:pt x="17493" y="6951"/>
                  </a:lnTo>
                  <a:lnTo>
                    <a:pt x="17415" y="6604"/>
                  </a:lnTo>
                  <a:lnTo>
                    <a:pt x="17299" y="6295"/>
                  </a:lnTo>
                  <a:lnTo>
                    <a:pt x="17184" y="5986"/>
                  </a:lnTo>
                  <a:lnTo>
                    <a:pt x="17029" y="5716"/>
                  </a:lnTo>
                  <a:lnTo>
                    <a:pt x="16875" y="5484"/>
                  </a:lnTo>
                  <a:lnTo>
                    <a:pt x="16682" y="5252"/>
                  </a:lnTo>
                  <a:lnTo>
                    <a:pt x="16489" y="5021"/>
                  </a:lnTo>
                  <a:lnTo>
                    <a:pt x="16257" y="4789"/>
                  </a:lnTo>
                  <a:lnTo>
                    <a:pt x="16025" y="4596"/>
                  </a:lnTo>
                  <a:lnTo>
                    <a:pt x="15523" y="4287"/>
                  </a:lnTo>
                  <a:lnTo>
                    <a:pt x="14944" y="4017"/>
                  </a:lnTo>
                  <a:lnTo>
                    <a:pt x="15407" y="3901"/>
                  </a:lnTo>
                  <a:lnTo>
                    <a:pt x="15832" y="3746"/>
                  </a:lnTo>
                  <a:lnTo>
                    <a:pt x="16218" y="3515"/>
                  </a:lnTo>
                  <a:lnTo>
                    <a:pt x="16604" y="3244"/>
                  </a:lnTo>
                  <a:lnTo>
                    <a:pt x="16759" y="3051"/>
                  </a:lnTo>
                  <a:lnTo>
                    <a:pt x="16913" y="2858"/>
                  </a:lnTo>
                  <a:lnTo>
                    <a:pt x="17029" y="2665"/>
                  </a:lnTo>
                  <a:lnTo>
                    <a:pt x="17106" y="2434"/>
                  </a:lnTo>
                  <a:lnTo>
                    <a:pt x="17145" y="2163"/>
                  </a:lnTo>
                  <a:lnTo>
                    <a:pt x="17106" y="1932"/>
                  </a:lnTo>
                  <a:lnTo>
                    <a:pt x="17068" y="1700"/>
                  </a:lnTo>
                  <a:lnTo>
                    <a:pt x="16913" y="1468"/>
                  </a:lnTo>
                  <a:lnTo>
                    <a:pt x="16759" y="1314"/>
                  </a:lnTo>
                  <a:lnTo>
                    <a:pt x="16566" y="1198"/>
                  </a:lnTo>
                  <a:lnTo>
                    <a:pt x="16334" y="1159"/>
                  </a:lnTo>
                  <a:lnTo>
                    <a:pt x="16102" y="1159"/>
                  </a:lnTo>
                  <a:lnTo>
                    <a:pt x="15909" y="1198"/>
                  </a:lnTo>
                  <a:lnTo>
                    <a:pt x="15678" y="1236"/>
                  </a:lnTo>
                  <a:lnTo>
                    <a:pt x="15446" y="1352"/>
                  </a:lnTo>
                  <a:lnTo>
                    <a:pt x="15253" y="1468"/>
                  </a:lnTo>
                  <a:lnTo>
                    <a:pt x="14905" y="1777"/>
                  </a:lnTo>
                  <a:lnTo>
                    <a:pt x="14596" y="2163"/>
                  </a:lnTo>
                  <a:lnTo>
                    <a:pt x="14326" y="2588"/>
                  </a:lnTo>
                  <a:lnTo>
                    <a:pt x="14094" y="3013"/>
                  </a:lnTo>
                  <a:lnTo>
                    <a:pt x="13940" y="2434"/>
                  </a:lnTo>
                  <a:lnTo>
                    <a:pt x="13747" y="1893"/>
                  </a:lnTo>
                  <a:lnTo>
                    <a:pt x="13515" y="1352"/>
                  </a:lnTo>
                  <a:lnTo>
                    <a:pt x="13168" y="850"/>
                  </a:lnTo>
                  <a:lnTo>
                    <a:pt x="13013" y="657"/>
                  </a:lnTo>
                  <a:lnTo>
                    <a:pt x="12820" y="464"/>
                  </a:lnTo>
                  <a:lnTo>
                    <a:pt x="12588" y="271"/>
                  </a:lnTo>
                  <a:lnTo>
                    <a:pt x="12357" y="117"/>
                  </a:lnTo>
                  <a:lnTo>
                    <a:pt x="12086" y="39"/>
                  </a:lnTo>
                  <a:lnTo>
                    <a:pt x="118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Google Shape;1574;p7"/>
            <p:cNvSpPr/>
            <p:nvPr/>
          </p:nvSpPr>
          <p:spPr>
            <a:xfrm>
              <a:off x="4161375" y="2367550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3" y="387"/>
                  </a:moveTo>
                  <a:lnTo>
                    <a:pt x="1121" y="425"/>
                  </a:lnTo>
                  <a:lnTo>
                    <a:pt x="1198" y="464"/>
                  </a:lnTo>
                  <a:lnTo>
                    <a:pt x="1236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6" y="1120"/>
                  </a:lnTo>
                  <a:lnTo>
                    <a:pt x="1159" y="1198"/>
                  </a:lnTo>
                  <a:lnTo>
                    <a:pt x="1082" y="1236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1" y="1159"/>
                  </a:lnTo>
                  <a:lnTo>
                    <a:pt x="464" y="1082"/>
                  </a:lnTo>
                  <a:lnTo>
                    <a:pt x="426" y="1004"/>
                  </a:lnTo>
                  <a:lnTo>
                    <a:pt x="387" y="889"/>
                  </a:lnTo>
                  <a:lnTo>
                    <a:pt x="387" y="773"/>
                  </a:lnTo>
                  <a:lnTo>
                    <a:pt x="464" y="580"/>
                  </a:lnTo>
                  <a:lnTo>
                    <a:pt x="541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7"/>
                  </a:lnTo>
                  <a:close/>
                  <a:moveTo>
                    <a:pt x="889" y="1"/>
                  </a:moveTo>
                  <a:lnTo>
                    <a:pt x="735" y="39"/>
                  </a:lnTo>
                  <a:lnTo>
                    <a:pt x="619" y="78"/>
                  </a:lnTo>
                  <a:lnTo>
                    <a:pt x="503" y="155"/>
                  </a:lnTo>
                  <a:lnTo>
                    <a:pt x="348" y="232"/>
                  </a:lnTo>
                  <a:lnTo>
                    <a:pt x="233" y="309"/>
                  </a:lnTo>
                  <a:lnTo>
                    <a:pt x="155" y="464"/>
                  </a:lnTo>
                  <a:lnTo>
                    <a:pt x="78" y="580"/>
                  </a:lnTo>
                  <a:lnTo>
                    <a:pt x="39" y="734"/>
                  </a:lnTo>
                  <a:lnTo>
                    <a:pt x="1" y="889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4" y="1352"/>
                  </a:lnTo>
                  <a:lnTo>
                    <a:pt x="310" y="1468"/>
                  </a:lnTo>
                  <a:lnTo>
                    <a:pt x="464" y="1584"/>
                  </a:lnTo>
                  <a:lnTo>
                    <a:pt x="657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45"/>
                  </a:lnTo>
                  <a:lnTo>
                    <a:pt x="1507" y="1429"/>
                  </a:lnTo>
                  <a:lnTo>
                    <a:pt x="1584" y="1275"/>
                  </a:lnTo>
                  <a:lnTo>
                    <a:pt x="1661" y="1120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80"/>
                  </a:lnTo>
                  <a:lnTo>
                    <a:pt x="1584" y="387"/>
                  </a:lnTo>
                  <a:lnTo>
                    <a:pt x="1507" y="271"/>
                  </a:lnTo>
                  <a:lnTo>
                    <a:pt x="1391" y="194"/>
                  </a:lnTo>
                  <a:lnTo>
                    <a:pt x="1275" y="116"/>
                  </a:lnTo>
                  <a:lnTo>
                    <a:pt x="1005" y="39"/>
                  </a:lnTo>
                  <a:lnTo>
                    <a:pt x="88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Google Shape;1575;p7"/>
            <p:cNvSpPr/>
            <p:nvPr/>
          </p:nvSpPr>
          <p:spPr>
            <a:xfrm>
              <a:off x="4673025" y="2378175"/>
              <a:ext cx="330175" cy="176675"/>
            </a:xfrm>
            <a:custGeom>
              <a:avLst/>
              <a:gdLst/>
              <a:ahLst/>
              <a:cxnLst/>
              <a:rect l="l" t="t" r="r" b="b"/>
              <a:pathLst>
                <a:path w="13207" h="7067" extrusionOk="0">
                  <a:moveTo>
                    <a:pt x="8110" y="309"/>
                  </a:moveTo>
                  <a:lnTo>
                    <a:pt x="8226" y="348"/>
                  </a:lnTo>
                  <a:lnTo>
                    <a:pt x="8380" y="425"/>
                  </a:lnTo>
                  <a:lnTo>
                    <a:pt x="8535" y="541"/>
                  </a:lnTo>
                  <a:lnTo>
                    <a:pt x="8612" y="579"/>
                  </a:lnTo>
                  <a:lnTo>
                    <a:pt x="8728" y="888"/>
                  </a:lnTo>
                  <a:lnTo>
                    <a:pt x="8766" y="1197"/>
                  </a:lnTo>
                  <a:lnTo>
                    <a:pt x="8728" y="1468"/>
                  </a:lnTo>
                  <a:lnTo>
                    <a:pt x="8650" y="1777"/>
                  </a:lnTo>
                  <a:lnTo>
                    <a:pt x="8496" y="2047"/>
                  </a:lnTo>
                  <a:lnTo>
                    <a:pt x="8380" y="2317"/>
                  </a:lnTo>
                  <a:lnTo>
                    <a:pt x="8033" y="2858"/>
                  </a:lnTo>
                  <a:lnTo>
                    <a:pt x="6836" y="4711"/>
                  </a:lnTo>
                  <a:lnTo>
                    <a:pt x="6681" y="4711"/>
                  </a:lnTo>
                  <a:lnTo>
                    <a:pt x="6797" y="3746"/>
                  </a:lnTo>
                  <a:lnTo>
                    <a:pt x="6990" y="2781"/>
                  </a:lnTo>
                  <a:lnTo>
                    <a:pt x="7222" y="1661"/>
                  </a:lnTo>
                  <a:lnTo>
                    <a:pt x="7338" y="1197"/>
                  </a:lnTo>
                  <a:lnTo>
                    <a:pt x="7453" y="888"/>
                  </a:lnTo>
                  <a:lnTo>
                    <a:pt x="7608" y="618"/>
                  </a:lnTo>
                  <a:lnTo>
                    <a:pt x="7762" y="425"/>
                  </a:lnTo>
                  <a:lnTo>
                    <a:pt x="7878" y="348"/>
                  </a:lnTo>
                  <a:lnTo>
                    <a:pt x="7994" y="309"/>
                  </a:lnTo>
                  <a:close/>
                  <a:moveTo>
                    <a:pt x="5909" y="5406"/>
                  </a:moveTo>
                  <a:lnTo>
                    <a:pt x="4673" y="5831"/>
                  </a:lnTo>
                  <a:lnTo>
                    <a:pt x="3437" y="6217"/>
                  </a:lnTo>
                  <a:lnTo>
                    <a:pt x="2781" y="6372"/>
                  </a:lnTo>
                  <a:lnTo>
                    <a:pt x="2125" y="6526"/>
                  </a:lnTo>
                  <a:lnTo>
                    <a:pt x="1700" y="6565"/>
                  </a:lnTo>
                  <a:lnTo>
                    <a:pt x="1314" y="6603"/>
                  </a:lnTo>
                  <a:lnTo>
                    <a:pt x="1043" y="6565"/>
                  </a:lnTo>
                  <a:lnTo>
                    <a:pt x="812" y="6488"/>
                  </a:lnTo>
                  <a:lnTo>
                    <a:pt x="734" y="6449"/>
                  </a:lnTo>
                  <a:lnTo>
                    <a:pt x="696" y="6333"/>
                  </a:lnTo>
                  <a:lnTo>
                    <a:pt x="696" y="6217"/>
                  </a:lnTo>
                  <a:lnTo>
                    <a:pt x="696" y="6063"/>
                  </a:lnTo>
                  <a:lnTo>
                    <a:pt x="696" y="5908"/>
                  </a:lnTo>
                  <a:lnTo>
                    <a:pt x="734" y="5792"/>
                  </a:lnTo>
                  <a:lnTo>
                    <a:pt x="812" y="5715"/>
                  </a:lnTo>
                  <a:lnTo>
                    <a:pt x="889" y="5677"/>
                  </a:lnTo>
                  <a:lnTo>
                    <a:pt x="1082" y="5599"/>
                  </a:lnTo>
                  <a:lnTo>
                    <a:pt x="1391" y="5561"/>
                  </a:lnTo>
                  <a:lnTo>
                    <a:pt x="2047" y="5484"/>
                  </a:lnTo>
                  <a:lnTo>
                    <a:pt x="2897" y="5445"/>
                  </a:lnTo>
                  <a:lnTo>
                    <a:pt x="5368" y="5445"/>
                  </a:lnTo>
                  <a:lnTo>
                    <a:pt x="5909" y="5406"/>
                  </a:lnTo>
                  <a:close/>
                  <a:moveTo>
                    <a:pt x="7067" y="5097"/>
                  </a:moveTo>
                  <a:lnTo>
                    <a:pt x="8342" y="5136"/>
                  </a:lnTo>
                  <a:lnTo>
                    <a:pt x="9577" y="5252"/>
                  </a:lnTo>
                  <a:lnTo>
                    <a:pt x="10272" y="5329"/>
                  </a:lnTo>
                  <a:lnTo>
                    <a:pt x="11006" y="5445"/>
                  </a:lnTo>
                  <a:lnTo>
                    <a:pt x="11701" y="5561"/>
                  </a:lnTo>
                  <a:lnTo>
                    <a:pt x="12164" y="5677"/>
                  </a:lnTo>
                  <a:lnTo>
                    <a:pt x="12280" y="5715"/>
                  </a:lnTo>
                  <a:lnTo>
                    <a:pt x="12396" y="5754"/>
                  </a:lnTo>
                  <a:lnTo>
                    <a:pt x="12473" y="5831"/>
                  </a:lnTo>
                  <a:lnTo>
                    <a:pt x="12551" y="5908"/>
                  </a:lnTo>
                  <a:lnTo>
                    <a:pt x="12589" y="6024"/>
                  </a:lnTo>
                  <a:lnTo>
                    <a:pt x="12628" y="6179"/>
                  </a:lnTo>
                  <a:lnTo>
                    <a:pt x="12589" y="6526"/>
                  </a:lnTo>
                  <a:lnTo>
                    <a:pt x="12435" y="6603"/>
                  </a:lnTo>
                  <a:lnTo>
                    <a:pt x="12242" y="6642"/>
                  </a:lnTo>
                  <a:lnTo>
                    <a:pt x="12010" y="6681"/>
                  </a:lnTo>
                  <a:lnTo>
                    <a:pt x="11778" y="6681"/>
                  </a:lnTo>
                  <a:lnTo>
                    <a:pt x="11315" y="6603"/>
                  </a:lnTo>
                  <a:lnTo>
                    <a:pt x="10929" y="6526"/>
                  </a:lnTo>
                  <a:lnTo>
                    <a:pt x="10156" y="6372"/>
                  </a:lnTo>
                  <a:lnTo>
                    <a:pt x="9423" y="6140"/>
                  </a:lnTo>
                  <a:lnTo>
                    <a:pt x="8805" y="5908"/>
                  </a:lnTo>
                  <a:lnTo>
                    <a:pt x="8226" y="5677"/>
                  </a:lnTo>
                  <a:lnTo>
                    <a:pt x="7067" y="5097"/>
                  </a:lnTo>
                  <a:close/>
                  <a:moveTo>
                    <a:pt x="8148" y="0"/>
                  </a:moveTo>
                  <a:lnTo>
                    <a:pt x="7917" y="39"/>
                  </a:lnTo>
                  <a:lnTo>
                    <a:pt x="7724" y="116"/>
                  </a:lnTo>
                  <a:lnTo>
                    <a:pt x="7492" y="271"/>
                  </a:lnTo>
                  <a:lnTo>
                    <a:pt x="7338" y="425"/>
                  </a:lnTo>
                  <a:lnTo>
                    <a:pt x="7183" y="618"/>
                  </a:lnTo>
                  <a:lnTo>
                    <a:pt x="6990" y="1043"/>
                  </a:lnTo>
                  <a:lnTo>
                    <a:pt x="6874" y="1506"/>
                  </a:lnTo>
                  <a:lnTo>
                    <a:pt x="6681" y="2433"/>
                  </a:lnTo>
                  <a:lnTo>
                    <a:pt x="6527" y="3591"/>
                  </a:lnTo>
                  <a:lnTo>
                    <a:pt x="6488" y="4171"/>
                  </a:lnTo>
                  <a:lnTo>
                    <a:pt x="6449" y="4750"/>
                  </a:lnTo>
                  <a:lnTo>
                    <a:pt x="6411" y="4866"/>
                  </a:lnTo>
                  <a:lnTo>
                    <a:pt x="6411" y="4982"/>
                  </a:lnTo>
                  <a:lnTo>
                    <a:pt x="5870" y="5020"/>
                  </a:lnTo>
                  <a:lnTo>
                    <a:pt x="5291" y="5059"/>
                  </a:lnTo>
                  <a:lnTo>
                    <a:pt x="2549" y="5059"/>
                  </a:lnTo>
                  <a:lnTo>
                    <a:pt x="2009" y="5097"/>
                  </a:lnTo>
                  <a:lnTo>
                    <a:pt x="1391" y="5175"/>
                  </a:lnTo>
                  <a:lnTo>
                    <a:pt x="1005" y="5213"/>
                  </a:lnTo>
                  <a:lnTo>
                    <a:pt x="657" y="5329"/>
                  </a:lnTo>
                  <a:lnTo>
                    <a:pt x="310" y="5484"/>
                  </a:lnTo>
                  <a:lnTo>
                    <a:pt x="194" y="5599"/>
                  </a:lnTo>
                  <a:lnTo>
                    <a:pt x="78" y="5677"/>
                  </a:lnTo>
                  <a:lnTo>
                    <a:pt x="1" y="5831"/>
                  </a:lnTo>
                  <a:lnTo>
                    <a:pt x="1" y="5947"/>
                  </a:lnTo>
                  <a:lnTo>
                    <a:pt x="1" y="6140"/>
                  </a:lnTo>
                  <a:lnTo>
                    <a:pt x="39" y="6294"/>
                  </a:lnTo>
                  <a:lnTo>
                    <a:pt x="117" y="6449"/>
                  </a:lnTo>
                  <a:lnTo>
                    <a:pt x="232" y="6603"/>
                  </a:lnTo>
                  <a:lnTo>
                    <a:pt x="348" y="6681"/>
                  </a:lnTo>
                  <a:lnTo>
                    <a:pt x="464" y="6796"/>
                  </a:lnTo>
                  <a:lnTo>
                    <a:pt x="773" y="6912"/>
                  </a:lnTo>
                  <a:lnTo>
                    <a:pt x="1082" y="6990"/>
                  </a:lnTo>
                  <a:lnTo>
                    <a:pt x="1777" y="6990"/>
                  </a:lnTo>
                  <a:lnTo>
                    <a:pt x="2395" y="6912"/>
                  </a:lnTo>
                  <a:lnTo>
                    <a:pt x="3476" y="6642"/>
                  </a:lnTo>
                  <a:lnTo>
                    <a:pt x="4519" y="6333"/>
                  </a:lnTo>
                  <a:lnTo>
                    <a:pt x="5600" y="5947"/>
                  </a:lnTo>
                  <a:lnTo>
                    <a:pt x="6102" y="5715"/>
                  </a:lnTo>
                  <a:lnTo>
                    <a:pt x="6565" y="5484"/>
                  </a:lnTo>
                  <a:lnTo>
                    <a:pt x="6604" y="5484"/>
                  </a:lnTo>
                  <a:lnTo>
                    <a:pt x="6681" y="5908"/>
                  </a:lnTo>
                  <a:lnTo>
                    <a:pt x="6758" y="6101"/>
                  </a:lnTo>
                  <a:lnTo>
                    <a:pt x="6836" y="6294"/>
                  </a:lnTo>
                  <a:lnTo>
                    <a:pt x="7106" y="6256"/>
                  </a:lnTo>
                  <a:lnTo>
                    <a:pt x="7106" y="6217"/>
                  </a:lnTo>
                  <a:lnTo>
                    <a:pt x="6990" y="5870"/>
                  </a:lnTo>
                  <a:lnTo>
                    <a:pt x="6951" y="5677"/>
                  </a:lnTo>
                  <a:lnTo>
                    <a:pt x="6990" y="5484"/>
                  </a:lnTo>
                  <a:lnTo>
                    <a:pt x="6990" y="5406"/>
                  </a:lnTo>
                  <a:lnTo>
                    <a:pt x="7762" y="5870"/>
                  </a:lnTo>
                  <a:lnTo>
                    <a:pt x="8612" y="6256"/>
                  </a:lnTo>
                  <a:lnTo>
                    <a:pt x="9461" y="6565"/>
                  </a:lnTo>
                  <a:lnTo>
                    <a:pt x="10349" y="6796"/>
                  </a:lnTo>
                  <a:lnTo>
                    <a:pt x="11045" y="6951"/>
                  </a:lnTo>
                  <a:lnTo>
                    <a:pt x="11469" y="7028"/>
                  </a:lnTo>
                  <a:lnTo>
                    <a:pt x="11933" y="7067"/>
                  </a:lnTo>
                  <a:lnTo>
                    <a:pt x="12396" y="7028"/>
                  </a:lnTo>
                  <a:lnTo>
                    <a:pt x="12589" y="6990"/>
                  </a:lnTo>
                  <a:lnTo>
                    <a:pt x="12782" y="6912"/>
                  </a:lnTo>
                  <a:lnTo>
                    <a:pt x="12937" y="6796"/>
                  </a:lnTo>
                  <a:lnTo>
                    <a:pt x="13053" y="6681"/>
                  </a:lnTo>
                  <a:lnTo>
                    <a:pt x="13130" y="6526"/>
                  </a:lnTo>
                  <a:lnTo>
                    <a:pt x="13207" y="6333"/>
                  </a:lnTo>
                  <a:lnTo>
                    <a:pt x="13207" y="6179"/>
                  </a:lnTo>
                  <a:lnTo>
                    <a:pt x="13168" y="6024"/>
                  </a:lnTo>
                  <a:lnTo>
                    <a:pt x="13130" y="5870"/>
                  </a:lnTo>
                  <a:lnTo>
                    <a:pt x="13053" y="5754"/>
                  </a:lnTo>
                  <a:lnTo>
                    <a:pt x="12975" y="5638"/>
                  </a:lnTo>
                  <a:lnTo>
                    <a:pt x="12821" y="5561"/>
                  </a:lnTo>
                  <a:lnTo>
                    <a:pt x="12551" y="5406"/>
                  </a:lnTo>
                  <a:lnTo>
                    <a:pt x="12242" y="5290"/>
                  </a:lnTo>
                  <a:lnTo>
                    <a:pt x="11894" y="5213"/>
                  </a:lnTo>
                  <a:lnTo>
                    <a:pt x="11315" y="5097"/>
                  </a:lnTo>
                  <a:lnTo>
                    <a:pt x="10311" y="4943"/>
                  </a:lnTo>
                  <a:lnTo>
                    <a:pt x="9268" y="4827"/>
                  </a:lnTo>
                  <a:lnTo>
                    <a:pt x="8264" y="4750"/>
                  </a:lnTo>
                  <a:lnTo>
                    <a:pt x="7260" y="4711"/>
                  </a:lnTo>
                  <a:lnTo>
                    <a:pt x="8071" y="3514"/>
                  </a:lnTo>
                  <a:lnTo>
                    <a:pt x="8496" y="2858"/>
                  </a:lnTo>
                  <a:lnTo>
                    <a:pt x="8844" y="2201"/>
                  </a:lnTo>
                  <a:lnTo>
                    <a:pt x="8921" y="1970"/>
                  </a:lnTo>
                  <a:lnTo>
                    <a:pt x="8998" y="1738"/>
                  </a:lnTo>
                  <a:lnTo>
                    <a:pt x="9037" y="1506"/>
                  </a:lnTo>
                  <a:lnTo>
                    <a:pt x="9075" y="1275"/>
                  </a:lnTo>
                  <a:lnTo>
                    <a:pt x="9037" y="1004"/>
                  </a:lnTo>
                  <a:lnTo>
                    <a:pt x="8959" y="811"/>
                  </a:lnTo>
                  <a:lnTo>
                    <a:pt x="8882" y="579"/>
                  </a:lnTo>
                  <a:lnTo>
                    <a:pt x="8728" y="348"/>
                  </a:lnTo>
                  <a:lnTo>
                    <a:pt x="8650" y="232"/>
                  </a:lnTo>
                  <a:lnTo>
                    <a:pt x="8573" y="155"/>
                  </a:lnTo>
                  <a:lnTo>
                    <a:pt x="8380" y="39"/>
                  </a:lnTo>
                  <a:lnTo>
                    <a:pt x="814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Google Shape;1576;p7"/>
            <p:cNvSpPr/>
            <p:nvPr/>
          </p:nvSpPr>
          <p:spPr>
            <a:xfrm>
              <a:off x="1437100" y="2381075"/>
              <a:ext cx="93675" cy="93650"/>
            </a:xfrm>
            <a:custGeom>
              <a:avLst/>
              <a:gdLst/>
              <a:ahLst/>
              <a:cxnLst/>
              <a:rect l="l" t="t" r="r" b="b"/>
              <a:pathLst>
                <a:path w="3747" h="3746" extrusionOk="0">
                  <a:moveTo>
                    <a:pt x="1584" y="463"/>
                  </a:moveTo>
                  <a:lnTo>
                    <a:pt x="2086" y="541"/>
                  </a:lnTo>
                  <a:lnTo>
                    <a:pt x="2318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5"/>
                  </a:lnTo>
                  <a:lnTo>
                    <a:pt x="3090" y="1197"/>
                  </a:lnTo>
                  <a:lnTo>
                    <a:pt x="3206" y="1429"/>
                  </a:lnTo>
                  <a:lnTo>
                    <a:pt x="3244" y="1699"/>
                  </a:lnTo>
                  <a:lnTo>
                    <a:pt x="3244" y="1969"/>
                  </a:lnTo>
                  <a:lnTo>
                    <a:pt x="3206" y="2201"/>
                  </a:lnTo>
                  <a:lnTo>
                    <a:pt x="3090" y="2471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86" y="3244"/>
                  </a:lnTo>
                  <a:lnTo>
                    <a:pt x="1777" y="3244"/>
                  </a:lnTo>
                  <a:lnTo>
                    <a:pt x="1507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9" y="2433"/>
                  </a:lnTo>
                  <a:lnTo>
                    <a:pt x="503" y="2163"/>
                  </a:lnTo>
                  <a:lnTo>
                    <a:pt x="503" y="1854"/>
                  </a:lnTo>
                  <a:lnTo>
                    <a:pt x="503" y="1583"/>
                  </a:lnTo>
                  <a:lnTo>
                    <a:pt x="619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79"/>
                  </a:lnTo>
                  <a:lnTo>
                    <a:pt x="1584" y="463"/>
                  </a:lnTo>
                  <a:close/>
                  <a:moveTo>
                    <a:pt x="1893" y="0"/>
                  </a:moveTo>
                  <a:lnTo>
                    <a:pt x="1700" y="39"/>
                  </a:lnTo>
                  <a:lnTo>
                    <a:pt x="1545" y="77"/>
                  </a:lnTo>
                  <a:lnTo>
                    <a:pt x="1352" y="155"/>
                  </a:lnTo>
                  <a:lnTo>
                    <a:pt x="1314" y="193"/>
                  </a:lnTo>
                  <a:lnTo>
                    <a:pt x="1082" y="270"/>
                  </a:lnTo>
                  <a:lnTo>
                    <a:pt x="850" y="386"/>
                  </a:lnTo>
                  <a:lnTo>
                    <a:pt x="619" y="579"/>
                  </a:lnTo>
                  <a:lnTo>
                    <a:pt x="425" y="772"/>
                  </a:lnTo>
                  <a:lnTo>
                    <a:pt x="271" y="965"/>
                  </a:lnTo>
                  <a:lnTo>
                    <a:pt x="155" y="1236"/>
                  </a:lnTo>
                  <a:lnTo>
                    <a:pt x="78" y="1467"/>
                  </a:lnTo>
                  <a:lnTo>
                    <a:pt x="1" y="1738"/>
                  </a:lnTo>
                  <a:lnTo>
                    <a:pt x="1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7" y="2510"/>
                  </a:lnTo>
                  <a:lnTo>
                    <a:pt x="310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8" y="3591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7" y="3437"/>
                  </a:lnTo>
                  <a:lnTo>
                    <a:pt x="3128" y="3244"/>
                  </a:lnTo>
                  <a:lnTo>
                    <a:pt x="3322" y="3012"/>
                  </a:lnTo>
                  <a:lnTo>
                    <a:pt x="3476" y="2780"/>
                  </a:lnTo>
                  <a:lnTo>
                    <a:pt x="3630" y="2510"/>
                  </a:lnTo>
                  <a:lnTo>
                    <a:pt x="3708" y="2201"/>
                  </a:lnTo>
                  <a:lnTo>
                    <a:pt x="3746" y="1931"/>
                  </a:lnTo>
                  <a:lnTo>
                    <a:pt x="3746" y="1583"/>
                  </a:lnTo>
                  <a:lnTo>
                    <a:pt x="3669" y="1313"/>
                  </a:lnTo>
                  <a:lnTo>
                    <a:pt x="3515" y="1004"/>
                  </a:lnTo>
                  <a:lnTo>
                    <a:pt x="3322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5" y="77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Google Shape;1577;p7"/>
            <p:cNvSpPr/>
            <p:nvPr/>
          </p:nvSpPr>
          <p:spPr>
            <a:xfrm>
              <a:off x="3476925" y="2391675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7" y="1159"/>
                  </a:lnTo>
                  <a:lnTo>
                    <a:pt x="1391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6" y="1816"/>
                  </a:lnTo>
                  <a:lnTo>
                    <a:pt x="387" y="1700"/>
                  </a:lnTo>
                  <a:lnTo>
                    <a:pt x="348" y="1584"/>
                  </a:lnTo>
                  <a:lnTo>
                    <a:pt x="387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2" y="1623"/>
                  </a:lnTo>
                  <a:lnTo>
                    <a:pt x="3669" y="1700"/>
                  </a:lnTo>
                  <a:lnTo>
                    <a:pt x="3747" y="1816"/>
                  </a:lnTo>
                  <a:lnTo>
                    <a:pt x="3747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9" y="2356"/>
                  </a:lnTo>
                  <a:lnTo>
                    <a:pt x="3206" y="2434"/>
                  </a:lnTo>
                  <a:lnTo>
                    <a:pt x="3013" y="2395"/>
                  </a:lnTo>
                  <a:lnTo>
                    <a:pt x="2820" y="2356"/>
                  </a:lnTo>
                  <a:lnTo>
                    <a:pt x="2627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1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90" y="1468"/>
                  </a:lnTo>
                  <a:close/>
                  <a:moveTo>
                    <a:pt x="3747" y="4750"/>
                  </a:moveTo>
                  <a:lnTo>
                    <a:pt x="3901" y="4789"/>
                  </a:lnTo>
                  <a:lnTo>
                    <a:pt x="4017" y="4828"/>
                  </a:lnTo>
                  <a:lnTo>
                    <a:pt x="4094" y="4944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3" y="5368"/>
                  </a:lnTo>
                  <a:lnTo>
                    <a:pt x="4094" y="5484"/>
                  </a:lnTo>
                  <a:lnTo>
                    <a:pt x="3978" y="5600"/>
                  </a:lnTo>
                  <a:lnTo>
                    <a:pt x="3785" y="5754"/>
                  </a:lnTo>
                  <a:lnTo>
                    <a:pt x="3515" y="5870"/>
                  </a:lnTo>
                  <a:lnTo>
                    <a:pt x="3129" y="5870"/>
                  </a:lnTo>
                  <a:lnTo>
                    <a:pt x="2743" y="5793"/>
                  </a:lnTo>
                  <a:lnTo>
                    <a:pt x="2936" y="5368"/>
                  </a:lnTo>
                  <a:lnTo>
                    <a:pt x="3051" y="5214"/>
                  </a:lnTo>
                  <a:lnTo>
                    <a:pt x="3206" y="5021"/>
                  </a:lnTo>
                  <a:lnTo>
                    <a:pt x="3476" y="4866"/>
                  </a:lnTo>
                  <a:lnTo>
                    <a:pt x="3631" y="4789"/>
                  </a:lnTo>
                  <a:lnTo>
                    <a:pt x="3747" y="4750"/>
                  </a:lnTo>
                  <a:close/>
                  <a:moveTo>
                    <a:pt x="1121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3" y="6102"/>
                  </a:lnTo>
                  <a:lnTo>
                    <a:pt x="1430" y="6256"/>
                  </a:lnTo>
                  <a:lnTo>
                    <a:pt x="1237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6" y="6334"/>
                  </a:lnTo>
                  <a:lnTo>
                    <a:pt x="503" y="6179"/>
                  </a:lnTo>
                  <a:lnTo>
                    <a:pt x="426" y="6025"/>
                  </a:lnTo>
                  <a:lnTo>
                    <a:pt x="426" y="5909"/>
                  </a:lnTo>
                  <a:lnTo>
                    <a:pt x="464" y="5754"/>
                  </a:lnTo>
                  <a:lnTo>
                    <a:pt x="580" y="5677"/>
                  </a:lnTo>
                  <a:lnTo>
                    <a:pt x="696" y="5600"/>
                  </a:lnTo>
                  <a:lnTo>
                    <a:pt x="850" y="5523"/>
                  </a:lnTo>
                  <a:close/>
                  <a:moveTo>
                    <a:pt x="5716" y="6218"/>
                  </a:moveTo>
                  <a:lnTo>
                    <a:pt x="5870" y="6334"/>
                  </a:lnTo>
                  <a:lnTo>
                    <a:pt x="5948" y="6411"/>
                  </a:lnTo>
                  <a:lnTo>
                    <a:pt x="5986" y="6527"/>
                  </a:lnTo>
                  <a:lnTo>
                    <a:pt x="6025" y="6681"/>
                  </a:lnTo>
                  <a:lnTo>
                    <a:pt x="5986" y="6797"/>
                  </a:lnTo>
                  <a:lnTo>
                    <a:pt x="5909" y="7067"/>
                  </a:lnTo>
                  <a:lnTo>
                    <a:pt x="5793" y="7260"/>
                  </a:lnTo>
                  <a:lnTo>
                    <a:pt x="5677" y="7492"/>
                  </a:lnTo>
                  <a:lnTo>
                    <a:pt x="5484" y="7647"/>
                  </a:lnTo>
                  <a:lnTo>
                    <a:pt x="5291" y="7801"/>
                  </a:lnTo>
                  <a:lnTo>
                    <a:pt x="5059" y="7917"/>
                  </a:lnTo>
                  <a:lnTo>
                    <a:pt x="5098" y="7878"/>
                  </a:lnTo>
                  <a:lnTo>
                    <a:pt x="5021" y="7415"/>
                  </a:lnTo>
                  <a:lnTo>
                    <a:pt x="4982" y="7183"/>
                  </a:lnTo>
                  <a:lnTo>
                    <a:pt x="5021" y="6952"/>
                  </a:lnTo>
                  <a:lnTo>
                    <a:pt x="5137" y="6681"/>
                  </a:lnTo>
                  <a:lnTo>
                    <a:pt x="5214" y="6527"/>
                  </a:lnTo>
                  <a:lnTo>
                    <a:pt x="5330" y="6372"/>
                  </a:lnTo>
                  <a:lnTo>
                    <a:pt x="5446" y="6256"/>
                  </a:lnTo>
                  <a:lnTo>
                    <a:pt x="5600" y="6218"/>
                  </a:lnTo>
                  <a:close/>
                  <a:moveTo>
                    <a:pt x="8960" y="8071"/>
                  </a:moveTo>
                  <a:lnTo>
                    <a:pt x="9153" y="8110"/>
                  </a:lnTo>
                  <a:lnTo>
                    <a:pt x="9268" y="8187"/>
                  </a:lnTo>
                  <a:lnTo>
                    <a:pt x="9346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1"/>
                  </a:lnTo>
                  <a:lnTo>
                    <a:pt x="9268" y="8921"/>
                  </a:lnTo>
                  <a:lnTo>
                    <a:pt x="9037" y="9153"/>
                  </a:lnTo>
                  <a:lnTo>
                    <a:pt x="8805" y="9346"/>
                  </a:lnTo>
                  <a:lnTo>
                    <a:pt x="8689" y="9384"/>
                  </a:lnTo>
                  <a:lnTo>
                    <a:pt x="8612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2" y="9346"/>
                  </a:lnTo>
                  <a:lnTo>
                    <a:pt x="8264" y="9346"/>
                  </a:lnTo>
                  <a:lnTo>
                    <a:pt x="8226" y="8960"/>
                  </a:lnTo>
                  <a:lnTo>
                    <a:pt x="8226" y="8766"/>
                  </a:lnTo>
                  <a:lnTo>
                    <a:pt x="8264" y="8573"/>
                  </a:lnTo>
                  <a:lnTo>
                    <a:pt x="8342" y="8342"/>
                  </a:lnTo>
                  <a:lnTo>
                    <a:pt x="8496" y="8187"/>
                  </a:lnTo>
                  <a:lnTo>
                    <a:pt x="8728" y="8110"/>
                  </a:lnTo>
                  <a:lnTo>
                    <a:pt x="8844" y="8071"/>
                  </a:lnTo>
                  <a:close/>
                  <a:moveTo>
                    <a:pt x="4944" y="8380"/>
                  </a:moveTo>
                  <a:lnTo>
                    <a:pt x="4944" y="8419"/>
                  </a:lnTo>
                  <a:lnTo>
                    <a:pt x="4751" y="8805"/>
                  </a:lnTo>
                  <a:lnTo>
                    <a:pt x="4596" y="8960"/>
                  </a:lnTo>
                  <a:lnTo>
                    <a:pt x="4442" y="9153"/>
                  </a:lnTo>
                  <a:lnTo>
                    <a:pt x="4210" y="9307"/>
                  </a:lnTo>
                  <a:lnTo>
                    <a:pt x="3940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9" y="9346"/>
                  </a:lnTo>
                  <a:lnTo>
                    <a:pt x="3322" y="9191"/>
                  </a:lnTo>
                  <a:lnTo>
                    <a:pt x="3322" y="9075"/>
                  </a:lnTo>
                  <a:lnTo>
                    <a:pt x="3322" y="8960"/>
                  </a:lnTo>
                  <a:lnTo>
                    <a:pt x="3399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5" y="8458"/>
                  </a:lnTo>
                  <a:lnTo>
                    <a:pt x="4055" y="8380"/>
                  </a:lnTo>
                  <a:lnTo>
                    <a:pt x="4326" y="8380"/>
                  </a:lnTo>
                  <a:lnTo>
                    <a:pt x="4905" y="8419"/>
                  </a:lnTo>
                  <a:lnTo>
                    <a:pt x="4944" y="8380"/>
                  </a:lnTo>
                  <a:close/>
                  <a:moveTo>
                    <a:pt x="7994" y="10002"/>
                  </a:moveTo>
                  <a:lnTo>
                    <a:pt x="7956" y="10195"/>
                  </a:lnTo>
                  <a:lnTo>
                    <a:pt x="7917" y="10350"/>
                  </a:lnTo>
                  <a:lnTo>
                    <a:pt x="7840" y="10543"/>
                  </a:lnTo>
                  <a:lnTo>
                    <a:pt x="7724" y="10697"/>
                  </a:lnTo>
                  <a:lnTo>
                    <a:pt x="7608" y="10813"/>
                  </a:lnTo>
                  <a:lnTo>
                    <a:pt x="7492" y="10929"/>
                  </a:lnTo>
                  <a:lnTo>
                    <a:pt x="7338" y="11045"/>
                  </a:lnTo>
                  <a:lnTo>
                    <a:pt x="7145" y="11083"/>
                  </a:lnTo>
                  <a:lnTo>
                    <a:pt x="6952" y="11122"/>
                  </a:lnTo>
                  <a:lnTo>
                    <a:pt x="6797" y="11083"/>
                  </a:lnTo>
                  <a:lnTo>
                    <a:pt x="6720" y="11045"/>
                  </a:lnTo>
                  <a:lnTo>
                    <a:pt x="6681" y="10967"/>
                  </a:lnTo>
                  <a:lnTo>
                    <a:pt x="6643" y="10890"/>
                  </a:lnTo>
                  <a:lnTo>
                    <a:pt x="6604" y="10813"/>
                  </a:lnTo>
                  <a:lnTo>
                    <a:pt x="6643" y="10620"/>
                  </a:lnTo>
                  <a:lnTo>
                    <a:pt x="6720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2" y="10157"/>
                  </a:lnTo>
                  <a:lnTo>
                    <a:pt x="7492" y="10079"/>
                  </a:lnTo>
                  <a:lnTo>
                    <a:pt x="7724" y="10041"/>
                  </a:lnTo>
                  <a:lnTo>
                    <a:pt x="7994" y="10002"/>
                  </a:lnTo>
                  <a:close/>
                  <a:moveTo>
                    <a:pt x="2202" y="1"/>
                  </a:moveTo>
                  <a:lnTo>
                    <a:pt x="2009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1" y="812"/>
                  </a:lnTo>
                  <a:lnTo>
                    <a:pt x="1237" y="773"/>
                  </a:lnTo>
                  <a:lnTo>
                    <a:pt x="1043" y="735"/>
                  </a:lnTo>
                  <a:lnTo>
                    <a:pt x="696" y="735"/>
                  </a:lnTo>
                  <a:lnTo>
                    <a:pt x="541" y="812"/>
                  </a:lnTo>
                  <a:lnTo>
                    <a:pt x="387" y="889"/>
                  </a:lnTo>
                  <a:lnTo>
                    <a:pt x="233" y="1005"/>
                  </a:lnTo>
                  <a:lnTo>
                    <a:pt x="117" y="1159"/>
                  </a:lnTo>
                  <a:lnTo>
                    <a:pt x="39" y="1314"/>
                  </a:lnTo>
                  <a:lnTo>
                    <a:pt x="1" y="1468"/>
                  </a:lnTo>
                  <a:lnTo>
                    <a:pt x="1" y="1623"/>
                  </a:lnTo>
                  <a:lnTo>
                    <a:pt x="1" y="1777"/>
                  </a:lnTo>
                  <a:lnTo>
                    <a:pt x="78" y="1932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6" y="2279"/>
                  </a:lnTo>
                  <a:lnTo>
                    <a:pt x="580" y="2356"/>
                  </a:lnTo>
                  <a:lnTo>
                    <a:pt x="735" y="2395"/>
                  </a:lnTo>
                  <a:lnTo>
                    <a:pt x="1043" y="2434"/>
                  </a:lnTo>
                  <a:lnTo>
                    <a:pt x="1391" y="2395"/>
                  </a:lnTo>
                  <a:lnTo>
                    <a:pt x="1700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9" y="4635"/>
                  </a:lnTo>
                  <a:lnTo>
                    <a:pt x="1777" y="5021"/>
                  </a:lnTo>
                  <a:lnTo>
                    <a:pt x="1893" y="5368"/>
                  </a:lnTo>
                  <a:lnTo>
                    <a:pt x="1584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3" y="5252"/>
                  </a:lnTo>
                  <a:lnTo>
                    <a:pt x="387" y="5330"/>
                  </a:lnTo>
                  <a:lnTo>
                    <a:pt x="271" y="5446"/>
                  </a:lnTo>
                  <a:lnTo>
                    <a:pt x="155" y="5561"/>
                  </a:lnTo>
                  <a:lnTo>
                    <a:pt x="78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8" y="6218"/>
                  </a:lnTo>
                  <a:lnTo>
                    <a:pt x="155" y="6334"/>
                  </a:lnTo>
                  <a:lnTo>
                    <a:pt x="233" y="6450"/>
                  </a:lnTo>
                  <a:lnTo>
                    <a:pt x="348" y="6565"/>
                  </a:lnTo>
                  <a:lnTo>
                    <a:pt x="503" y="6643"/>
                  </a:lnTo>
                  <a:lnTo>
                    <a:pt x="657" y="6720"/>
                  </a:lnTo>
                  <a:lnTo>
                    <a:pt x="812" y="6758"/>
                  </a:lnTo>
                  <a:lnTo>
                    <a:pt x="1121" y="6758"/>
                  </a:lnTo>
                  <a:lnTo>
                    <a:pt x="1430" y="6681"/>
                  </a:lnTo>
                  <a:lnTo>
                    <a:pt x="1700" y="6527"/>
                  </a:lnTo>
                  <a:lnTo>
                    <a:pt x="1932" y="6295"/>
                  </a:lnTo>
                  <a:lnTo>
                    <a:pt x="2125" y="6063"/>
                  </a:lnTo>
                  <a:lnTo>
                    <a:pt x="2395" y="6527"/>
                  </a:lnTo>
                  <a:lnTo>
                    <a:pt x="2743" y="6990"/>
                  </a:lnTo>
                  <a:lnTo>
                    <a:pt x="3129" y="7376"/>
                  </a:lnTo>
                  <a:lnTo>
                    <a:pt x="3592" y="7762"/>
                  </a:lnTo>
                  <a:lnTo>
                    <a:pt x="4017" y="7994"/>
                  </a:lnTo>
                  <a:lnTo>
                    <a:pt x="3824" y="8033"/>
                  </a:lnTo>
                  <a:lnTo>
                    <a:pt x="3631" y="8110"/>
                  </a:lnTo>
                  <a:lnTo>
                    <a:pt x="3438" y="8187"/>
                  </a:lnTo>
                  <a:lnTo>
                    <a:pt x="3283" y="8342"/>
                  </a:lnTo>
                  <a:lnTo>
                    <a:pt x="3167" y="8458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6" y="8882"/>
                  </a:lnTo>
                  <a:lnTo>
                    <a:pt x="2897" y="9075"/>
                  </a:lnTo>
                  <a:lnTo>
                    <a:pt x="2936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2" y="9770"/>
                  </a:lnTo>
                  <a:lnTo>
                    <a:pt x="3515" y="9848"/>
                  </a:lnTo>
                  <a:lnTo>
                    <a:pt x="3708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9" y="9770"/>
                  </a:lnTo>
                  <a:lnTo>
                    <a:pt x="4403" y="9693"/>
                  </a:lnTo>
                  <a:lnTo>
                    <a:pt x="4673" y="9461"/>
                  </a:lnTo>
                  <a:lnTo>
                    <a:pt x="4905" y="9153"/>
                  </a:lnTo>
                  <a:lnTo>
                    <a:pt x="5098" y="8844"/>
                  </a:lnTo>
                  <a:lnTo>
                    <a:pt x="5214" y="8496"/>
                  </a:lnTo>
                  <a:lnTo>
                    <a:pt x="6527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6" y="9655"/>
                  </a:lnTo>
                  <a:lnTo>
                    <a:pt x="7762" y="9655"/>
                  </a:lnTo>
                  <a:lnTo>
                    <a:pt x="7569" y="9693"/>
                  </a:lnTo>
                  <a:lnTo>
                    <a:pt x="7145" y="9809"/>
                  </a:lnTo>
                  <a:lnTo>
                    <a:pt x="6797" y="9963"/>
                  </a:lnTo>
                  <a:lnTo>
                    <a:pt x="6643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5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5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6" y="11508"/>
                  </a:lnTo>
                  <a:lnTo>
                    <a:pt x="7029" y="11508"/>
                  </a:lnTo>
                  <a:lnTo>
                    <a:pt x="7222" y="11469"/>
                  </a:lnTo>
                  <a:lnTo>
                    <a:pt x="7415" y="11392"/>
                  </a:lnTo>
                  <a:lnTo>
                    <a:pt x="7569" y="11315"/>
                  </a:lnTo>
                  <a:lnTo>
                    <a:pt x="7724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10" y="10697"/>
                  </a:lnTo>
                  <a:lnTo>
                    <a:pt x="8226" y="10465"/>
                  </a:lnTo>
                  <a:lnTo>
                    <a:pt x="8264" y="10234"/>
                  </a:lnTo>
                  <a:lnTo>
                    <a:pt x="8303" y="9963"/>
                  </a:lnTo>
                  <a:lnTo>
                    <a:pt x="8342" y="9925"/>
                  </a:lnTo>
                  <a:lnTo>
                    <a:pt x="8728" y="10272"/>
                  </a:lnTo>
                  <a:lnTo>
                    <a:pt x="9075" y="10659"/>
                  </a:lnTo>
                  <a:lnTo>
                    <a:pt x="9346" y="11122"/>
                  </a:lnTo>
                  <a:lnTo>
                    <a:pt x="9462" y="11354"/>
                  </a:lnTo>
                  <a:lnTo>
                    <a:pt x="9539" y="11585"/>
                  </a:lnTo>
                  <a:lnTo>
                    <a:pt x="9655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5" y="12937"/>
                  </a:lnTo>
                  <a:lnTo>
                    <a:pt x="9577" y="13284"/>
                  </a:lnTo>
                  <a:lnTo>
                    <a:pt x="9462" y="13593"/>
                  </a:lnTo>
                  <a:lnTo>
                    <a:pt x="9191" y="14211"/>
                  </a:lnTo>
                  <a:lnTo>
                    <a:pt x="9153" y="14288"/>
                  </a:lnTo>
                  <a:lnTo>
                    <a:pt x="9153" y="14327"/>
                  </a:lnTo>
                  <a:lnTo>
                    <a:pt x="9230" y="14404"/>
                  </a:lnTo>
                  <a:lnTo>
                    <a:pt x="9307" y="14443"/>
                  </a:lnTo>
                  <a:lnTo>
                    <a:pt x="9423" y="14404"/>
                  </a:lnTo>
                  <a:lnTo>
                    <a:pt x="9577" y="14250"/>
                  </a:lnTo>
                  <a:lnTo>
                    <a:pt x="9732" y="14057"/>
                  </a:lnTo>
                  <a:lnTo>
                    <a:pt x="9848" y="13902"/>
                  </a:lnTo>
                  <a:lnTo>
                    <a:pt x="9925" y="13671"/>
                  </a:lnTo>
                  <a:lnTo>
                    <a:pt x="10079" y="13246"/>
                  </a:lnTo>
                  <a:lnTo>
                    <a:pt x="10118" y="12782"/>
                  </a:lnTo>
                  <a:lnTo>
                    <a:pt x="10118" y="12319"/>
                  </a:lnTo>
                  <a:lnTo>
                    <a:pt x="10041" y="11856"/>
                  </a:lnTo>
                  <a:lnTo>
                    <a:pt x="9925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7" y="10272"/>
                  </a:lnTo>
                  <a:lnTo>
                    <a:pt x="9037" y="9963"/>
                  </a:lnTo>
                  <a:lnTo>
                    <a:pt x="8728" y="9693"/>
                  </a:lnTo>
                  <a:lnTo>
                    <a:pt x="8960" y="9577"/>
                  </a:lnTo>
                  <a:lnTo>
                    <a:pt x="9230" y="9423"/>
                  </a:lnTo>
                  <a:lnTo>
                    <a:pt x="9462" y="9191"/>
                  </a:lnTo>
                  <a:lnTo>
                    <a:pt x="9616" y="8921"/>
                  </a:lnTo>
                  <a:lnTo>
                    <a:pt x="9732" y="8612"/>
                  </a:lnTo>
                  <a:lnTo>
                    <a:pt x="9732" y="8496"/>
                  </a:lnTo>
                  <a:lnTo>
                    <a:pt x="9732" y="8342"/>
                  </a:lnTo>
                  <a:lnTo>
                    <a:pt x="9693" y="8187"/>
                  </a:lnTo>
                  <a:lnTo>
                    <a:pt x="9616" y="8071"/>
                  </a:lnTo>
                  <a:lnTo>
                    <a:pt x="9500" y="7956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7" y="7724"/>
                  </a:lnTo>
                  <a:lnTo>
                    <a:pt x="8689" y="7724"/>
                  </a:lnTo>
                  <a:lnTo>
                    <a:pt x="8535" y="7762"/>
                  </a:lnTo>
                  <a:lnTo>
                    <a:pt x="8380" y="7840"/>
                  </a:lnTo>
                  <a:lnTo>
                    <a:pt x="8226" y="7956"/>
                  </a:lnTo>
                  <a:lnTo>
                    <a:pt x="8110" y="8071"/>
                  </a:lnTo>
                  <a:lnTo>
                    <a:pt x="7956" y="8264"/>
                  </a:lnTo>
                  <a:lnTo>
                    <a:pt x="7878" y="8535"/>
                  </a:lnTo>
                  <a:lnTo>
                    <a:pt x="7840" y="8766"/>
                  </a:lnTo>
                  <a:lnTo>
                    <a:pt x="7840" y="9037"/>
                  </a:lnTo>
                  <a:lnTo>
                    <a:pt x="7222" y="8766"/>
                  </a:lnTo>
                  <a:lnTo>
                    <a:pt x="6643" y="8496"/>
                  </a:lnTo>
                  <a:lnTo>
                    <a:pt x="5368" y="8033"/>
                  </a:lnTo>
                  <a:lnTo>
                    <a:pt x="5639" y="7878"/>
                  </a:lnTo>
                  <a:lnTo>
                    <a:pt x="5870" y="7685"/>
                  </a:lnTo>
                  <a:lnTo>
                    <a:pt x="6063" y="7454"/>
                  </a:lnTo>
                  <a:lnTo>
                    <a:pt x="6218" y="7183"/>
                  </a:lnTo>
                  <a:lnTo>
                    <a:pt x="6334" y="6874"/>
                  </a:lnTo>
                  <a:lnTo>
                    <a:pt x="6334" y="6720"/>
                  </a:lnTo>
                  <a:lnTo>
                    <a:pt x="6334" y="6527"/>
                  </a:lnTo>
                  <a:lnTo>
                    <a:pt x="6334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5" y="5948"/>
                  </a:lnTo>
                  <a:lnTo>
                    <a:pt x="5870" y="5870"/>
                  </a:lnTo>
                  <a:lnTo>
                    <a:pt x="5716" y="5832"/>
                  </a:lnTo>
                  <a:lnTo>
                    <a:pt x="5561" y="5870"/>
                  </a:lnTo>
                  <a:lnTo>
                    <a:pt x="5407" y="5909"/>
                  </a:lnTo>
                  <a:lnTo>
                    <a:pt x="5253" y="5986"/>
                  </a:lnTo>
                  <a:lnTo>
                    <a:pt x="5137" y="6063"/>
                  </a:lnTo>
                  <a:lnTo>
                    <a:pt x="4905" y="6334"/>
                  </a:lnTo>
                  <a:lnTo>
                    <a:pt x="4751" y="6643"/>
                  </a:lnTo>
                  <a:lnTo>
                    <a:pt x="4635" y="7029"/>
                  </a:lnTo>
                  <a:lnTo>
                    <a:pt x="4635" y="7222"/>
                  </a:lnTo>
                  <a:lnTo>
                    <a:pt x="4635" y="7415"/>
                  </a:lnTo>
                  <a:lnTo>
                    <a:pt x="4635" y="7608"/>
                  </a:lnTo>
                  <a:lnTo>
                    <a:pt x="4712" y="7762"/>
                  </a:lnTo>
                  <a:lnTo>
                    <a:pt x="4094" y="7454"/>
                  </a:lnTo>
                  <a:lnTo>
                    <a:pt x="3824" y="7299"/>
                  </a:lnTo>
                  <a:lnTo>
                    <a:pt x="3553" y="7106"/>
                  </a:lnTo>
                  <a:lnTo>
                    <a:pt x="3322" y="6874"/>
                  </a:lnTo>
                  <a:lnTo>
                    <a:pt x="3090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2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3" y="5986"/>
                  </a:lnTo>
                  <a:lnTo>
                    <a:pt x="4249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9" y="5407"/>
                  </a:lnTo>
                  <a:lnTo>
                    <a:pt x="4557" y="5214"/>
                  </a:lnTo>
                  <a:lnTo>
                    <a:pt x="4519" y="5059"/>
                  </a:lnTo>
                  <a:lnTo>
                    <a:pt x="4480" y="4866"/>
                  </a:lnTo>
                  <a:lnTo>
                    <a:pt x="4403" y="4712"/>
                  </a:lnTo>
                  <a:lnTo>
                    <a:pt x="4287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1" y="4364"/>
                  </a:lnTo>
                  <a:lnTo>
                    <a:pt x="3708" y="4364"/>
                  </a:lnTo>
                  <a:lnTo>
                    <a:pt x="3553" y="4403"/>
                  </a:lnTo>
                  <a:lnTo>
                    <a:pt x="3399" y="4442"/>
                  </a:lnTo>
                  <a:lnTo>
                    <a:pt x="3245" y="4519"/>
                  </a:lnTo>
                  <a:lnTo>
                    <a:pt x="3090" y="4635"/>
                  </a:lnTo>
                  <a:lnTo>
                    <a:pt x="2820" y="4905"/>
                  </a:lnTo>
                  <a:lnTo>
                    <a:pt x="2588" y="5214"/>
                  </a:lnTo>
                  <a:lnTo>
                    <a:pt x="2434" y="5561"/>
                  </a:lnTo>
                  <a:lnTo>
                    <a:pt x="2395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6" y="4326"/>
                  </a:lnTo>
                  <a:lnTo>
                    <a:pt x="2047" y="3940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5" y="2318"/>
                  </a:lnTo>
                  <a:lnTo>
                    <a:pt x="2356" y="2511"/>
                  </a:lnTo>
                  <a:lnTo>
                    <a:pt x="2588" y="2627"/>
                  </a:lnTo>
                  <a:lnTo>
                    <a:pt x="2820" y="2743"/>
                  </a:lnTo>
                  <a:lnTo>
                    <a:pt x="3129" y="2781"/>
                  </a:lnTo>
                  <a:lnTo>
                    <a:pt x="3283" y="2743"/>
                  </a:lnTo>
                  <a:lnTo>
                    <a:pt x="3476" y="2704"/>
                  </a:lnTo>
                  <a:lnTo>
                    <a:pt x="3631" y="2627"/>
                  </a:lnTo>
                  <a:lnTo>
                    <a:pt x="3785" y="2549"/>
                  </a:lnTo>
                  <a:lnTo>
                    <a:pt x="3901" y="2434"/>
                  </a:lnTo>
                  <a:lnTo>
                    <a:pt x="4017" y="2279"/>
                  </a:lnTo>
                  <a:lnTo>
                    <a:pt x="4094" y="2125"/>
                  </a:lnTo>
                  <a:lnTo>
                    <a:pt x="4133" y="1970"/>
                  </a:lnTo>
                  <a:lnTo>
                    <a:pt x="4094" y="1777"/>
                  </a:lnTo>
                  <a:lnTo>
                    <a:pt x="4055" y="1623"/>
                  </a:lnTo>
                  <a:lnTo>
                    <a:pt x="4017" y="1507"/>
                  </a:lnTo>
                  <a:lnTo>
                    <a:pt x="3901" y="1352"/>
                  </a:lnTo>
                  <a:lnTo>
                    <a:pt x="3785" y="1237"/>
                  </a:lnTo>
                  <a:lnTo>
                    <a:pt x="3631" y="1159"/>
                  </a:lnTo>
                  <a:lnTo>
                    <a:pt x="3515" y="1121"/>
                  </a:lnTo>
                  <a:lnTo>
                    <a:pt x="3322" y="1082"/>
                  </a:lnTo>
                  <a:lnTo>
                    <a:pt x="3167" y="1043"/>
                  </a:lnTo>
                  <a:lnTo>
                    <a:pt x="3013" y="1082"/>
                  </a:lnTo>
                  <a:lnTo>
                    <a:pt x="2743" y="1159"/>
                  </a:lnTo>
                  <a:lnTo>
                    <a:pt x="2472" y="1314"/>
                  </a:lnTo>
                  <a:lnTo>
                    <a:pt x="2241" y="1545"/>
                  </a:lnTo>
                  <a:lnTo>
                    <a:pt x="2511" y="78"/>
                  </a:lnTo>
                  <a:lnTo>
                    <a:pt x="220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Google Shape;1578;p7"/>
            <p:cNvSpPr/>
            <p:nvPr/>
          </p:nvSpPr>
          <p:spPr>
            <a:xfrm>
              <a:off x="3971200" y="2394575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32" y="1"/>
                  </a:moveTo>
                  <a:lnTo>
                    <a:pt x="117" y="39"/>
                  </a:lnTo>
                  <a:lnTo>
                    <a:pt x="1" y="155"/>
                  </a:lnTo>
                  <a:lnTo>
                    <a:pt x="1" y="271"/>
                  </a:lnTo>
                  <a:lnTo>
                    <a:pt x="1" y="387"/>
                  </a:lnTo>
                  <a:lnTo>
                    <a:pt x="310" y="889"/>
                  </a:lnTo>
                  <a:lnTo>
                    <a:pt x="657" y="1391"/>
                  </a:lnTo>
                  <a:lnTo>
                    <a:pt x="1005" y="1893"/>
                  </a:lnTo>
                  <a:lnTo>
                    <a:pt x="1352" y="2356"/>
                  </a:lnTo>
                  <a:lnTo>
                    <a:pt x="1777" y="2781"/>
                  </a:lnTo>
                  <a:lnTo>
                    <a:pt x="2202" y="3206"/>
                  </a:lnTo>
                  <a:lnTo>
                    <a:pt x="2665" y="3592"/>
                  </a:lnTo>
                  <a:lnTo>
                    <a:pt x="3167" y="3901"/>
                  </a:lnTo>
                  <a:lnTo>
                    <a:pt x="3515" y="3785"/>
                  </a:lnTo>
                  <a:lnTo>
                    <a:pt x="2742" y="3013"/>
                  </a:lnTo>
                  <a:lnTo>
                    <a:pt x="2009" y="2240"/>
                  </a:lnTo>
                  <a:lnTo>
                    <a:pt x="1314" y="1429"/>
                  </a:lnTo>
                  <a:lnTo>
                    <a:pt x="1005" y="1005"/>
                  </a:lnTo>
                  <a:lnTo>
                    <a:pt x="696" y="580"/>
                  </a:lnTo>
                  <a:lnTo>
                    <a:pt x="1584" y="696"/>
                  </a:lnTo>
                  <a:lnTo>
                    <a:pt x="2472" y="889"/>
                  </a:lnTo>
                  <a:lnTo>
                    <a:pt x="2974" y="1043"/>
                  </a:lnTo>
                  <a:lnTo>
                    <a:pt x="3476" y="1236"/>
                  </a:lnTo>
                  <a:lnTo>
                    <a:pt x="3978" y="1391"/>
                  </a:lnTo>
                  <a:lnTo>
                    <a:pt x="4480" y="1507"/>
                  </a:lnTo>
                  <a:lnTo>
                    <a:pt x="4557" y="1507"/>
                  </a:lnTo>
                  <a:lnTo>
                    <a:pt x="4634" y="1584"/>
                  </a:lnTo>
                  <a:lnTo>
                    <a:pt x="4789" y="1584"/>
                  </a:lnTo>
                  <a:lnTo>
                    <a:pt x="4866" y="1507"/>
                  </a:lnTo>
                  <a:lnTo>
                    <a:pt x="4943" y="1429"/>
                  </a:lnTo>
                  <a:lnTo>
                    <a:pt x="4596" y="1159"/>
                  </a:lnTo>
                  <a:lnTo>
                    <a:pt x="4132" y="889"/>
                  </a:lnTo>
                  <a:lnTo>
                    <a:pt x="3592" y="657"/>
                  </a:lnTo>
                  <a:lnTo>
                    <a:pt x="3051" y="464"/>
                  </a:lnTo>
                  <a:lnTo>
                    <a:pt x="2511" y="310"/>
                  </a:lnTo>
                  <a:lnTo>
                    <a:pt x="1893" y="194"/>
                  </a:lnTo>
                  <a:lnTo>
                    <a:pt x="1314" y="117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Google Shape;1579;p7"/>
            <p:cNvSpPr/>
            <p:nvPr/>
          </p:nvSpPr>
          <p:spPr>
            <a:xfrm>
              <a:off x="591450" y="239845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26"/>
                  </a:lnTo>
                  <a:lnTo>
                    <a:pt x="0" y="3012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52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30"/>
                  </a:lnTo>
                  <a:lnTo>
                    <a:pt x="463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776"/>
                  </a:lnTo>
                  <a:lnTo>
                    <a:pt x="888" y="1545"/>
                  </a:lnTo>
                  <a:lnTo>
                    <a:pt x="1043" y="1313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2"/>
                  </a:lnTo>
                  <a:lnTo>
                    <a:pt x="1854" y="657"/>
                  </a:lnTo>
                  <a:lnTo>
                    <a:pt x="2124" y="541"/>
                  </a:lnTo>
                  <a:lnTo>
                    <a:pt x="2433" y="502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2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1" y="1390"/>
                  </a:lnTo>
                  <a:lnTo>
                    <a:pt x="3668" y="1661"/>
                  </a:lnTo>
                  <a:lnTo>
                    <a:pt x="4132" y="1545"/>
                  </a:lnTo>
                  <a:lnTo>
                    <a:pt x="4016" y="1159"/>
                  </a:lnTo>
                  <a:lnTo>
                    <a:pt x="3823" y="811"/>
                  </a:lnTo>
                  <a:lnTo>
                    <a:pt x="3630" y="502"/>
                  </a:lnTo>
                  <a:lnTo>
                    <a:pt x="3398" y="270"/>
                  </a:lnTo>
                  <a:lnTo>
                    <a:pt x="3244" y="155"/>
                  </a:lnTo>
                  <a:lnTo>
                    <a:pt x="3089" y="77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Google Shape;1580;p7"/>
            <p:cNvSpPr/>
            <p:nvPr/>
          </p:nvSpPr>
          <p:spPr>
            <a:xfrm>
              <a:off x="456275" y="2399400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80"/>
                  </a:lnTo>
                  <a:lnTo>
                    <a:pt x="12280" y="657"/>
                  </a:lnTo>
                  <a:lnTo>
                    <a:pt x="12628" y="850"/>
                  </a:lnTo>
                  <a:lnTo>
                    <a:pt x="12898" y="1159"/>
                  </a:lnTo>
                  <a:lnTo>
                    <a:pt x="13130" y="1507"/>
                  </a:lnTo>
                  <a:lnTo>
                    <a:pt x="13323" y="1854"/>
                  </a:lnTo>
                  <a:lnTo>
                    <a:pt x="13478" y="2240"/>
                  </a:lnTo>
                  <a:lnTo>
                    <a:pt x="13632" y="2665"/>
                  </a:lnTo>
                  <a:lnTo>
                    <a:pt x="13825" y="3438"/>
                  </a:lnTo>
                  <a:lnTo>
                    <a:pt x="13825" y="3438"/>
                  </a:lnTo>
                  <a:lnTo>
                    <a:pt x="13091" y="3013"/>
                  </a:lnTo>
                  <a:lnTo>
                    <a:pt x="12705" y="2781"/>
                  </a:lnTo>
                  <a:lnTo>
                    <a:pt x="12358" y="2472"/>
                  </a:lnTo>
                  <a:lnTo>
                    <a:pt x="12010" y="2125"/>
                  </a:lnTo>
                  <a:lnTo>
                    <a:pt x="11817" y="1932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734"/>
                  </a:lnTo>
                  <a:lnTo>
                    <a:pt x="11740" y="619"/>
                  </a:lnTo>
                  <a:lnTo>
                    <a:pt x="11856" y="541"/>
                  </a:lnTo>
                  <a:lnTo>
                    <a:pt x="11972" y="503"/>
                  </a:lnTo>
                  <a:close/>
                  <a:moveTo>
                    <a:pt x="16219" y="1584"/>
                  </a:moveTo>
                  <a:lnTo>
                    <a:pt x="16296" y="1623"/>
                  </a:lnTo>
                  <a:lnTo>
                    <a:pt x="16412" y="1661"/>
                  </a:lnTo>
                  <a:lnTo>
                    <a:pt x="16490" y="1738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56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74"/>
                  </a:lnTo>
                  <a:lnTo>
                    <a:pt x="15949" y="3206"/>
                  </a:lnTo>
                  <a:lnTo>
                    <a:pt x="15563" y="3399"/>
                  </a:lnTo>
                  <a:lnTo>
                    <a:pt x="15138" y="3553"/>
                  </a:lnTo>
                  <a:lnTo>
                    <a:pt x="14713" y="3669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2" y="3360"/>
                  </a:lnTo>
                  <a:lnTo>
                    <a:pt x="14636" y="2974"/>
                  </a:lnTo>
                  <a:lnTo>
                    <a:pt x="14829" y="2627"/>
                  </a:lnTo>
                  <a:lnTo>
                    <a:pt x="15099" y="2279"/>
                  </a:lnTo>
                  <a:lnTo>
                    <a:pt x="15408" y="1970"/>
                  </a:lnTo>
                  <a:lnTo>
                    <a:pt x="15640" y="1816"/>
                  </a:lnTo>
                  <a:lnTo>
                    <a:pt x="15872" y="1661"/>
                  </a:lnTo>
                  <a:lnTo>
                    <a:pt x="16103" y="1623"/>
                  </a:lnTo>
                  <a:lnTo>
                    <a:pt x="16219" y="1584"/>
                  </a:lnTo>
                  <a:close/>
                  <a:moveTo>
                    <a:pt x="13825" y="4287"/>
                  </a:moveTo>
                  <a:lnTo>
                    <a:pt x="13671" y="4557"/>
                  </a:lnTo>
                  <a:lnTo>
                    <a:pt x="13478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5" y="5870"/>
                  </a:lnTo>
                  <a:lnTo>
                    <a:pt x="10968" y="5793"/>
                  </a:lnTo>
                  <a:lnTo>
                    <a:pt x="10929" y="5716"/>
                  </a:lnTo>
                  <a:lnTo>
                    <a:pt x="10890" y="5639"/>
                  </a:lnTo>
                  <a:lnTo>
                    <a:pt x="10890" y="5445"/>
                  </a:lnTo>
                  <a:lnTo>
                    <a:pt x="10968" y="5252"/>
                  </a:lnTo>
                  <a:lnTo>
                    <a:pt x="11122" y="5098"/>
                  </a:lnTo>
                  <a:lnTo>
                    <a:pt x="11277" y="4943"/>
                  </a:lnTo>
                  <a:lnTo>
                    <a:pt x="11547" y="4750"/>
                  </a:lnTo>
                  <a:lnTo>
                    <a:pt x="11817" y="4635"/>
                  </a:lnTo>
                  <a:lnTo>
                    <a:pt x="12087" y="4557"/>
                  </a:lnTo>
                  <a:lnTo>
                    <a:pt x="12628" y="4480"/>
                  </a:lnTo>
                  <a:lnTo>
                    <a:pt x="13246" y="4403"/>
                  </a:lnTo>
                  <a:lnTo>
                    <a:pt x="13555" y="4364"/>
                  </a:lnTo>
                  <a:lnTo>
                    <a:pt x="13825" y="4287"/>
                  </a:lnTo>
                  <a:close/>
                  <a:moveTo>
                    <a:pt x="14404" y="4248"/>
                  </a:moveTo>
                  <a:lnTo>
                    <a:pt x="15099" y="4596"/>
                  </a:lnTo>
                  <a:lnTo>
                    <a:pt x="15408" y="4789"/>
                  </a:lnTo>
                  <a:lnTo>
                    <a:pt x="15717" y="4982"/>
                  </a:lnTo>
                  <a:lnTo>
                    <a:pt x="15910" y="5137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44" y="5986"/>
                  </a:lnTo>
                  <a:lnTo>
                    <a:pt x="16876" y="6334"/>
                  </a:lnTo>
                  <a:lnTo>
                    <a:pt x="16992" y="6681"/>
                  </a:lnTo>
                  <a:lnTo>
                    <a:pt x="16992" y="6836"/>
                  </a:lnTo>
                  <a:lnTo>
                    <a:pt x="16992" y="6990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8"/>
                  </a:lnTo>
                  <a:lnTo>
                    <a:pt x="16374" y="7338"/>
                  </a:lnTo>
                  <a:lnTo>
                    <a:pt x="16142" y="7222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370" y="6565"/>
                  </a:lnTo>
                  <a:lnTo>
                    <a:pt x="15061" y="6141"/>
                  </a:lnTo>
                  <a:lnTo>
                    <a:pt x="14829" y="5716"/>
                  </a:lnTo>
                  <a:lnTo>
                    <a:pt x="14636" y="5252"/>
                  </a:lnTo>
                  <a:lnTo>
                    <a:pt x="14520" y="4750"/>
                  </a:lnTo>
                  <a:lnTo>
                    <a:pt x="14404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70" y="117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06" y="619"/>
                  </a:lnTo>
                  <a:lnTo>
                    <a:pt x="10929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68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33" y="2742"/>
                  </a:lnTo>
                  <a:lnTo>
                    <a:pt x="12396" y="3090"/>
                  </a:lnTo>
                  <a:lnTo>
                    <a:pt x="12860" y="3399"/>
                  </a:lnTo>
                  <a:lnTo>
                    <a:pt x="12860" y="3399"/>
                  </a:lnTo>
                  <a:lnTo>
                    <a:pt x="12049" y="3283"/>
                  </a:lnTo>
                  <a:lnTo>
                    <a:pt x="11199" y="3283"/>
                  </a:lnTo>
                  <a:lnTo>
                    <a:pt x="10388" y="3322"/>
                  </a:lnTo>
                  <a:lnTo>
                    <a:pt x="9616" y="3476"/>
                  </a:lnTo>
                  <a:lnTo>
                    <a:pt x="9655" y="3013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623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90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87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52"/>
                  </a:lnTo>
                  <a:lnTo>
                    <a:pt x="5407" y="5561"/>
                  </a:lnTo>
                  <a:lnTo>
                    <a:pt x="4596" y="6218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082" y="10156"/>
                  </a:lnTo>
                  <a:lnTo>
                    <a:pt x="503" y="10967"/>
                  </a:lnTo>
                  <a:lnTo>
                    <a:pt x="1" y="11778"/>
                  </a:lnTo>
                  <a:lnTo>
                    <a:pt x="348" y="12049"/>
                  </a:lnTo>
                  <a:lnTo>
                    <a:pt x="1546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79"/>
                  </a:lnTo>
                  <a:lnTo>
                    <a:pt x="6257" y="5561"/>
                  </a:lnTo>
                  <a:lnTo>
                    <a:pt x="7106" y="5059"/>
                  </a:lnTo>
                  <a:lnTo>
                    <a:pt x="7994" y="4596"/>
                  </a:lnTo>
                  <a:lnTo>
                    <a:pt x="8458" y="4441"/>
                  </a:lnTo>
                  <a:lnTo>
                    <a:pt x="8921" y="4248"/>
                  </a:lnTo>
                  <a:lnTo>
                    <a:pt x="9423" y="4133"/>
                  </a:lnTo>
                  <a:lnTo>
                    <a:pt x="9886" y="4017"/>
                  </a:lnTo>
                  <a:lnTo>
                    <a:pt x="10388" y="3901"/>
                  </a:lnTo>
                  <a:lnTo>
                    <a:pt x="10852" y="3862"/>
                  </a:lnTo>
                  <a:lnTo>
                    <a:pt x="11354" y="3824"/>
                  </a:lnTo>
                  <a:lnTo>
                    <a:pt x="11856" y="3824"/>
                  </a:lnTo>
                  <a:lnTo>
                    <a:pt x="12358" y="3862"/>
                  </a:lnTo>
                  <a:lnTo>
                    <a:pt x="12860" y="3901"/>
                  </a:lnTo>
                  <a:lnTo>
                    <a:pt x="12319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57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6" y="5291"/>
                  </a:lnTo>
                  <a:lnTo>
                    <a:pt x="10388" y="5523"/>
                  </a:lnTo>
                  <a:lnTo>
                    <a:pt x="10388" y="5754"/>
                  </a:lnTo>
                  <a:lnTo>
                    <a:pt x="10427" y="5947"/>
                  </a:lnTo>
                  <a:lnTo>
                    <a:pt x="10581" y="6179"/>
                  </a:lnTo>
                  <a:lnTo>
                    <a:pt x="10659" y="6256"/>
                  </a:lnTo>
                  <a:lnTo>
                    <a:pt x="10775" y="6334"/>
                  </a:lnTo>
                  <a:lnTo>
                    <a:pt x="11006" y="6411"/>
                  </a:lnTo>
                  <a:lnTo>
                    <a:pt x="11277" y="6449"/>
                  </a:lnTo>
                  <a:lnTo>
                    <a:pt x="11585" y="6411"/>
                  </a:lnTo>
                  <a:lnTo>
                    <a:pt x="11856" y="6372"/>
                  </a:lnTo>
                  <a:lnTo>
                    <a:pt x="12165" y="6256"/>
                  </a:lnTo>
                  <a:lnTo>
                    <a:pt x="12628" y="6063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716"/>
                  </a:lnTo>
                  <a:lnTo>
                    <a:pt x="14057" y="4866"/>
                  </a:lnTo>
                  <a:lnTo>
                    <a:pt x="14211" y="5407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4" y="6874"/>
                  </a:lnTo>
                  <a:lnTo>
                    <a:pt x="15177" y="7067"/>
                  </a:lnTo>
                  <a:lnTo>
                    <a:pt x="15408" y="7299"/>
                  </a:lnTo>
                  <a:lnTo>
                    <a:pt x="15679" y="7492"/>
                  </a:lnTo>
                  <a:lnTo>
                    <a:pt x="15988" y="7685"/>
                  </a:lnTo>
                  <a:lnTo>
                    <a:pt x="16296" y="7801"/>
                  </a:lnTo>
                  <a:lnTo>
                    <a:pt x="16605" y="7878"/>
                  </a:lnTo>
                  <a:lnTo>
                    <a:pt x="16760" y="7878"/>
                  </a:lnTo>
                  <a:lnTo>
                    <a:pt x="16876" y="7840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47"/>
                  </a:lnTo>
                  <a:lnTo>
                    <a:pt x="17378" y="7531"/>
                  </a:lnTo>
                  <a:lnTo>
                    <a:pt x="17416" y="7376"/>
                  </a:lnTo>
                  <a:lnTo>
                    <a:pt x="17455" y="7260"/>
                  </a:lnTo>
                  <a:lnTo>
                    <a:pt x="17493" y="6951"/>
                  </a:lnTo>
                  <a:lnTo>
                    <a:pt x="17416" y="6604"/>
                  </a:lnTo>
                  <a:lnTo>
                    <a:pt x="17300" y="6295"/>
                  </a:lnTo>
                  <a:lnTo>
                    <a:pt x="17185" y="5986"/>
                  </a:lnTo>
                  <a:lnTo>
                    <a:pt x="17030" y="5716"/>
                  </a:lnTo>
                  <a:lnTo>
                    <a:pt x="16876" y="5484"/>
                  </a:lnTo>
                  <a:lnTo>
                    <a:pt x="16683" y="5252"/>
                  </a:lnTo>
                  <a:lnTo>
                    <a:pt x="16490" y="5021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46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65"/>
                  </a:lnTo>
                  <a:lnTo>
                    <a:pt x="17107" y="2434"/>
                  </a:lnTo>
                  <a:lnTo>
                    <a:pt x="17146" y="2163"/>
                  </a:lnTo>
                  <a:lnTo>
                    <a:pt x="17107" y="1932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59"/>
                  </a:lnTo>
                  <a:lnTo>
                    <a:pt x="15910" y="1198"/>
                  </a:lnTo>
                  <a:lnTo>
                    <a:pt x="15679" y="1236"/>
                  </a:lnTo>
                  <a:lnTo>
                    <a:pt x="15447" y="1352"/>
                  </a:lnTo>
                  <a:lnTo>
                    <a:pt x="15254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7" y="2588"/>
                  </a:lnTo>
                  <a:lnTo>
                    <a:pt x="14095" y="3013"/>
                  </a:lnTo>
                  <a:lnTo>
                    <a:pt x="13941" y="2434"/>
                  </a:lnTo>
                  <a:lnTo>
                    <a:pt x="13748" y="1893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8" y="117"/>
                  </a:lnTo>
                  <a:lnTo>
                    <a:pt x="12087" y="39"/>
                  </a:lnTo>
                  <a:lnTo>
                    <a:pt x="118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Google Shape;1581;p7"/>
            <p:cNvSpPr/>
            <p:nvPr/>
          </p:nvSpPr>
          <p:spPr>
            <a:xfrm>
              <a:off x="5396100" y="2441875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6" y="1159"/>
                  </a:lnTo>
                  <a:lnTo>
                    <a:pt x="1390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5" y="1816"/>
                  </a:lnTo>
                  <a:lnTo>
                    <a:pt x="386" y="1700"/>
                  </a:lnTo>
                  <a:lnTo>
                    <a:pt x="348" y="1584"/>
                  </a:lnTo>
                  <a:lnTo>
                    <a:pt x="386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1" y="1623"/>
                  </a:lnTo>
                  <a:lnTo>
                    <a:pt x="3669" y="1700"/>
                  </a:lnTo>
                  <a:lnTo>
                    <a:pt x="3746" y="1816"/>
                  </a:lnTo>
                  <a:lnTo>
                    <a:pt x="3746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8" y="2356"/>
                  </a:lnTo>
                  <a:lnTo>
                    <a:pt x="3205" y="2434"/>
                  </a:lnTo>
                  <a:lnTo>
                    <a:pt x="3012" y="2395"/>
                  </a:lnTo>
                  <a:lnTo>
                    <a:pt x="2819" y="2356"/>
                  </a:lnTo>
                  <a:lnTo>
                    <a:pt x="2626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0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89" y="1468"/>
                  </a:lnTo>
                  <a:close/>
                  <a:moveTo>
                    <a:pt x="3746" y="4750"/>
                  </a:moveTo>
                  <a:lnTo>
                    <a:pt x="3900" y="4789"/>
                  </a:lnTo>
                  <a:lnTo>
                    <a:pt x="4016" y="4828"/>
                  </a:lnTo>
                  <a:lnTo>
                    <a:pt x="4093" y="4944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2" y="5368"/>
                  </a:lnTo>
                  <a:lnTo>
                    <a:pt x="4093" y="5484"/>
                  </a:lnTo>
                  <a:lnTo>
                    <a:pt x="3978" y="5600"/>
                  </a:lnTo>
                  <a:lnTo>
                    <a:pt x="3784" y="5754"/>
                  </a:lnTo>
                  <a:lnTo>
                    <a:pt x="3514" y="5870"/>
                  </a:lnTo>
                  <a:lnTo>
                    <a:pt x="3128" y="5870"/>
                  </a:lnTo>
                  <a:lnTo>
                    <a:pt x="2742" y="5793"/>
                  </a:lnTo>
                  <a:lnTo>
                    <a:pt x="2935" y="5368"/>
                  </a:lnTo>
                  <a:lnTo>
                    <a:pt x="3051" y="5214"/>
                  </a:lnTo>
                  <a:lnTo>
                    <a:pt x="3205" y="5021"/>
                  </a:lnTo>
                  <a:lnTo>
                    <a:pt x="3476" y="4866"/>
                  </a:lnTo>
                  <a:lnTo>
                    <a:pt x="3630" y="4789"/>
                  </a:lnTo>
                  <a:lnTo>
                    <a:pt x="3746" y="4750"/>
                  </a:lnTo>
                  <a:close/>
                  <a:moveTo>
                    <a:pt x="1120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2" y="6102"/>
                  </a:lnTo>
                  <a:lnTo>
                    <a:pt x="1429" y="6256"/>
                  </a:lnTo>
                  <a:lnTo>
                    <a:pt x="1236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5" y="6334"/>
                  </a:lnTo>
                  <a:lnTo>
                    <a:pt x="502" y="6179"/>
                  </a:lnTo>
                  <a:lnTo>
                    <a:pt x="425" y="6025"/>
                  </a:lnTo>
                  <a:lnTo>
                    <a:pt x="425" y="5909"/>
                  </a:lnTo>
                  <a:lnTo>
                    <a:pt x="464" y="5754"/>
                  </a:lnTo>
                  <a:lnTo>
                    <a:pt x="579" y="5677"/>
                  </a:lnTo>
                  <a:lnTo>
                    <a:pt x="695" y="5600"/>
                  </a:lnTo>
                  <a:lnTo>
                    <a:pt x="850" y="5523"/>
                  </a:lnTo>
                  <a:close/>
                  <a:moveTo>
                    <a:pt x="5715" y="6218"/>
                  </a:moveTo>
                  <a:lnTo>
                    <a:pt x="5870" y="6334"/>
                  </a:lnTo>
                  <a:lnTo>
                    <a:pt x="5947" y="6411"/>
                  </a:lnTo>
                  <a:lnTo>
                    <a:pt x="5986" y="6527"/>
                  </a:lnTo>
                  <a:lnTo>
                    <a:pt x="6024" y="6681"/>
                  </a:lnTo>
                  <a:lnTo>
                    <a:pt x="5986" y="6797"/>
                  </a:lnTo>
                  <a:lnTo>
                    <a:pt x="5908" y="7067"/>
                  </a:lnTo>
                  <a:lnTo>
                    <a:pt x="5792" y="7260"/>
                  </a:lnTo>
                  <a:lnTo>
                    <a:pt x="5677" y="7492"/>
                  </a:lnTo>
                  <a:lnTo>
                    <a:pt x="5484" y="7647"/>
                  </a:lnTo>
                  <a:lnTo>
                    <a:pt x="5290" y="7801"/>
                  </a:lnTo>
                  <a:lnTo>
                    <a:pt x="5059" y="7917"/>
                  </a:lnTo>
                  <a:lnTo>
                    <a:pt x="5097" y="7878"/>
                  </a:lnTo>
                  <a:lnTo>
                    <a:pt x="5020" y="7415"/>
                  </a:lnTo>
                  <a:lnTo>
                    <a:pt x="4982" y="7183"/>
                  </a:lnTo>
                  <a:lnTo>
                    <a:pt x="5020" y="6952"/>
                  </a:lnTo>
                  <a:lnTo>
                    <a:pt x="5136" y="6681"/>
                  </a:lnTo>
                  <a:lnTo>
                    <a:pt x="5213" y="6527"/>
                  </a:lnTo>
                  <a:lnTo>
                    <a:pt x="5329" y="6372"/>
                  </a:lnTo>
                  <a:lnTo>
                    <a:pt x="5445" y="6256"/>
                  </a:lnTo>
                  <a:lnTo>
                    <a:pt x="5599" y="6218"/>
                  </a:lnTo>
                  <a:close/>
                  <a:moveTo>
                    <a:pt x="8959" y="8071"/>
                  </a:moveTo>
                  <a:lnTo>
                    <a:pt x="9152" y="8110"/>
                  </a:lnTo>
                  <a:lnTo>
                    <a:pt x="9268" y="8187"/>
                  </a:lnTo>
                  <a:lnTo>
                    <a:pt x="9345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1"/>
                  </a:lnTo>
                  <a:lnTo>
                    <a:pt x="9268" y="8921"/>
                  </a:lnTo>
                  <a:lnTo>
                    <a:pt x="9036" y="9153"/>
                  </a:lnTo>
                  <a:lnTo>
                    <a:pt x="8804" y="9346"/>
                  </a:lnTo>
                  <a:lnTo>
                    <a:pt x="8689" y="9384"/>
                  </a:lnTo>
                  <a:lnTo>
                    <a:pt x="8611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1" y="9346"/>
                  </a:lnTo>
                  <a:lnTo>
                    <a:pt x="8264" y="9346"/>
                  </a:lnTo>
                  <a:lnTo>
                    <a:pt x="8225" y="8959"/>
                  </a:lnTo>
                  <a:lnTo>
                    <a:pt x="8225" y="8766"/>
                  </a:lnTo>
                  <a:lnTo>
                    <a:pt x="8264" y="8573"/>
                  </a:lnTo>
                  <a:lnTo>
                    <a:pt x="8341" y="8342"/>
                  </a:lnTo>
                  <a:lnTo>
                    <a:pt x="8496" y="8187"/>
                  </a:lnTo>
                  <a:lnTo>
                    <a:pt x="8727" y="8110"/>
                  </a:lnTo>
                  <a:lnTo>
                    <a:pt x="8843" y="8071"/>
                  </a:lnTo>
                  <a:close/>
                  <a:moveTo>
                    <a:pt x="4943" y="8380"/>
                  </a:moveTo>
                  <a:lnTo>
                    <a:pt x="4943" y="8419"/>
                  </a:lnTo>
                  <a:lnTo>
                    <a:pt x="4750" y="8805"/>
                  </a:lnTo>
                  <a:lnTo>
                    <a:pt x="4595" y="8959"/>
                  </a:lnTo>
                  <a:lnTo>
                    <a:pt x="4441" y="9153"/>
                  </a:lnTo>
                  <a:lnTo>
                    <a:pt x="4209" y="9307"/>
                  </a:lnTo>
                  <a:lnTo>
                    <a:pt x="3939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8" y="9346"/>
                  </a:lnTo>
                  <a:lnTo>
                    <a:pt x="3321" y="9191"/>
                  </a:lnTo>
                  <a:lnTo>
                    <a:pt x="3321" y="9075"/>
                  </a:lnTo>
                  <a:lnTo>
                    <a:pt x="3321" y="8959"/>
                  </a:lnTo>
                  <a:lnTo>
                    <a:pt x="3398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4" y="8457"/>
                  </a:lnTo>
                  <a:lnTo>
                    <a:pt x="4055" y="8380"/>
                  </a:lnTo>
                  <a:lnTo>
                    <a:pt x="4325" y="8380"/>
                  </a:lnTo>
                  <a:lnTo>
                    <a:pt x="4904" y="8419"/>
                  </a:lnTo>
                  <a:lnTo>
                    <a:pt x="4943" y="8380"/>
                  </a:lnTo>
                  <a:close/>
                  <a:moveTo>
                    <a:pt x="7994" y="10002"/>
                  </a:moveTo>
                  <a:lnTo>
                    <a:pt x="7955" y="10195"/>
                  </a:lnTo>
                  <a:lnTo>
                    <a:pt x="7916" y="10350"/>
                  </a:lnTo>
                  <a:lnTo>
                    <a:pt x="7839" y="10543"/>
                  </a:lnTo>
                  <a:lnTo>
                    <a:pt x="7723" y="10697"/>
                  </a:lnTo>
                  <a:lnTo>
                    <a:pt x="7607" y="10813"/>
                  </a:lnTo>
                  <a:lnTo>
                    <a:pt x="7492" y="10929"/>
                  </a:lnTo>
                  <a:lnTo>
                    <a:pt x="7337" y="11045"/>
                  </a:lnTo>
                  <a:lnTo>
                    <a:pt x="7144" y="11083"/>
                  </a:lnTo>
                  <a:lnTo>
                    <a:pt x="6951" y="11122"/>
                  </a:lnTo>
                  <a:lnTo>
                    <a:pt x="6796" y="11083"/>
                  </a:lnTo>
                  <a:lnTo>
                    <a:pt x="6719" y="11045"/>
                  </a:lnTo>
                  <a:lnTo>
                    <a:pt x="6681" y="10967"/>
                  </a:lnTo>
                  <a:lnTo>
                    <a:pt x="6642" y="10890"/>
                  </a:lnTo>
                  <a:lnTo>
                    <a:pt x="6603" y="10813"/>
                  </a:lnTo>
                  <a:lnTo>
                    <a:pt x="6642" y="10620"/>
                  </a:lnTo>
                  <a:lnTo>
                    <a:pt x="6719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1" y="10157"/>
                  </a:lnTo>
                  <a:lnTo>
                    <a:pt x="7492" y="10079"/>
                  </a:lnTo>
                  <a:lnTo>
                    <a:pt x="7723" y="10041"/>
                  </a:lnTo>
                  <a:lnTo>
                    <a:pt x="7994" y="10002"/>
                  </a:lnTo>
                  <a:close/>
                  <a:moveTo>
                    <a:pt x="2201" y="1"/>
                  </a:moveTo>
                  <a:lnTo>
                    <a:pt x="2008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0" y="812"/>
                  </a:lnTo>
                  <a:lnTo>
                    <a:pt x="1236" y="773"/>
                  </a:lnTo>
                  <a:lnTo>
                    <a:pt x="1043" y="735"/>
                  </a:lnTo>
                  <a:lnTo>
                    <a:pt x="695" y="735"/>
                  </a:lnTo>
                  <a:lnTo>
                    <a:pt x="541" y="812"/>
                  </a:lnTo>
                  <a:lnTo>
                    <a:pt x="386" y="889"/>
                  </a:lnTo>
                  <a:lnTo>
                    <a:pt x="232" y="1005"/>
                  </a:lnTo>
                  <a:lnTo>
                    <a:pt x="116" y="1159"/>
                  </a:lnTo>
                  <a:lnTo>
                    <a:pt x="39" y="1314"/>
                  </a:lnTo>
                  <a:lnTo>
                    <a:pt x="0" y="1468"/>
                  </a:lnTo>
                  <a:lnTo>
                    <a:pt x="0" y="1623"/>
                  </a:lnTo>
                  <a:lnTo>
                    <a:pt x="0" y="1777"/>
                  </a:lnTo>
                  <a:lnTo>
                    <a:pt x="77" y="1932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5" y="2279"/>
                  </a:lnTo>
                  <a:lnTo>
                    <a:pt x="579" y="2356"/>
                  </a:lnTo>
                  <a:lnTo>
                    <a:pt x="734" y="2395"/>
                  </a:lnTo>
                  <a:lnTo>
                    <a:pt x="1043" y="2434"/>
                  </a:lnTo>
                  <a:lnTo>
                    <a:pt x="1390" y="2395"/>
                  </a:lnTo>
                  <a:lnTo>
                    <a:pt x="1699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8" y="4635"/>
                  </a:lnTo>
                  <a:lnTo>
                    <a:pt x="1777" y="5021"/>
                  </a:lnTo>
                  <a:lnTo>
                    <a:pt x="1892" y="5368"/>
                  </a:lnTo>
                  <a:lnTo>
                    <a:pt x="1583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2" y="5252"/>
                  </a:lnTo>
                  <a:lnTo>
                    <a:pt x="386" y="5330"/>
                  </a:lnTo>
                  <a:lnTo>
                    <a:pt x="271" y="5446"/>
                  </a:lnTo>
                  <a:lnTo>
                    <a:pt x="155" y="5561"/>
                  </a:lnTo>
                  <a:lnTo>
                    <a:pt x="77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7" y="6218"/>
                  </a:lnTo>
                  <a:lnTo>
                    <a:pt x="155" y="6334"/>
                  </a:lnTo>
                  <a:lnTo>
                    <a:pt x="232" y="6450"/>
                  </a:lnTo>
                  <a:lnTo>
                    <a:pt x="348" y="6565"/>
                  </a:lnTo>
                  <a:lnTo>
                    <a:pt x="502" y="6643"/>
                  </a:lnTo>
                  <a:lnTo>
                    <a:pt x="657" y="6720"/>
                  </a:lnTo>
                  <a:lnTo>
                    <a:pt x="811" y="6758"/>
                  </a:lnTo>
                  <a:lnTo>
                    <a:pt x="1120" y="6758"/>
                  </a:lnTo>
                  <a:lnTo>
                    <a:pt x="1429" y="6681"/>
                  </a:lnTo>
                  <a:lnTo>
                    <a:pt x="1699" y="6527"/>
                  </a:lnTo>
                  <a:lnTo>
                    <a:pt x="1931" y="6295"/>
                  </a:lnTo>
                  <a:lnTo>
                    <a:pt x="2124" y="6063"/>
                  </a:lnTo>
                  <a:lnTo>
                    <a:pt x="2394" y="6527"/>
                  </a:lnTo>
                  <a:lnTo>
                    <a:pt x="2742" y="6990"/>
                  </a:lnTo>
                  <a:lnTo>
                    <a:pt x="3128" y="7376"/>
                  </a:lnTo>
                  <a:lnTo>
                    <a:pt x="3591" y="7762"/>
                  </a:lnTo>
                  <a:lnTo>
                    <a:pt x="4016" y="7994"/>
                  </a:lnTo>
                  <a:lnTo>
                    <a:pt x="3823" y="8033"/>
                  </a:lnTo>
                  <a:lnTo>
                    <a:pt x="3630" y="8110"/>
                  </a:lnTo>
                  <a:lnTo>
                    <a:pt x="3437" y="8187"/>
                  </a:lnTo>
                  <a:lnTo>
                    <a:pt x="3282" y="8342"/>
                  </a:lnTo>
                  <a:lnTo>
                    <a:pt x="3167" y="8457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5" y="8882"/>
                  </a:lnTo>
                  <a:lnTo>
                    <a:pt x="2896" y="9075"/>
                  </a:lnTo>
                  <a:lnTo>
                    <a:pt x="2935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1" y="9770"/>
                  </a:lnTo>
                  <a:lnTo>
                    <a:pt x="3514" y="9848"/>
                  </a:lnTo>
                  <a:lnTo>
                    <a:pt x="3707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8" y="9770"/>
                  </a:lnTo>
                  <a:lnTo>
                    <a:pt x="4402" y="9693"/>
                  </a:lnTo>
                  <a:lnTo>
                    <a:pt x="4673" y="9461"/>
                  </a:lnTo>
                  <a:lnTo>
                    <a:pt x="4904" y="9153"/>
                  </a:lnTo>
                  <a:lnTo>
                    <a:pt x="5097" y="8844"/>
                  </a:lnTo>
                  <a:lnTo>
                    <a:pt x="5213" y="8496"/>
                  </a:lnTo>
                  <a:lnTo>
                    <a:pt x="6526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5" y="9655"/>
                  </a:lnTo>
                  <a:lnTo>
                    <a:pt x="7762" y="9655"/>
                  </a:lnTo>
                  <a:lnTo>
                    <a:pt x="7569" y="9693"/>
                  </a:lnTo>
                  <a:lnTo>
                    <a:pt x="7144" y="9809"/>
                  </a:lnTo>
                  <a:lnTo>
                    <a:pt x="6796" y="9963"/>
                  </a:lnTo>
                  <a:lnTo>
                    <a:pt x="6642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4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4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5" y="11508"/>
                  </a:lnTo>
                  <a:lnTo>
                    <a:pt x="7028" y="11508"/>
                  </a:lnTo>
                  <a:lnTo>
                    <a:pt x="7221" y="11469"/>
                  </a:lnTo>
                  <a:lnTo>
                    <a:pt x="7414" y="11392"/>
                  </a:lnTo>
                  <a:lnTo>
                    <a:pt x="7569" y="11315"/>
                  </a:lnTo>
                  <a:lnTo>
                    <a:pt x="7723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09" y="10697"/>
                  </a:lnTo>
                  <a:lnTo>
                    <a:pt x="8225" y="10465"/>
                  </a:lnTo>
                  <a:lnTo>
                    <a:pt x="8264" y="10234"/>
                  </a:lnTo>
                  <a:lnTo>
                    <a:pt x="8302" y="9963"/>
                  </a:lnTo>
                  <a:lnTo>
                    <a:pt x="8341" y="9925"/>
                  </a:lnTo>
                  <a:lnTo>
                    <a:pt x="8727" y="10272"/>
                  </a:lnTo>
                  <a:lnTo>
                    <a:pt x="9075" y="10659"/>
                  </a:lnTo>
                  <a:lnTo>
                    <a:pt x="9345" y="11122"/>
                  </a:lnTo>
                  <a:lnTo>
                    <a:pt x="9461" y="11354"/>
                  </a:lnTo>
                  <a:lnTo>
                    <a:pt x="9538" y="11585"/>
                  </a:lnTo>
                  <a:lnTo>
                    <a:pt x="9654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4" y="12937"/>
                  </a:lnTo>
                  <a:lnTo>
                    <a:pt x="9577" y="13284"/>
                  </a:lnTo>
                  <a:lnTo>
                    <a:pt x="9461" y="13593"/>
                  </a:lnTo>
                  <a:lnTo>
                    <a:pt x="9191" y="14211"/>
                  </a:lnTo>
                  <a:lnTo>
                    <a:pt x="9152" y="14288"/>
                  </a:lnTo>
                  <a:lnTo>
                    <a:pt x="9152" y="14327"/>
                  </a:lnTo>
                  <a:lnTo>
                    <a:pt x="9229" y="14404"/>
                  </a:lnTo>
                  <a:lnTo>
                    <a:pt x="9306" y="14443"/>
                  </a:lnTo>
                  <a:lnTo>
                    <a:pt x="9422" y="14404"/>
                  </a:lnTo>
                  <a:lnTo>
                    <a:pt x="9577" y="14250"/>
                  </a:lnTo>
                  <a:lnTo>
                    <a:pt x="9731" y="14057"/>
                  </a:lnTo>
                  <a:lnTo>
                    <a:pt x="9847" y="13902"/>
                  </a:lnTo>
                  <a:lnTo>
                    <a:pt x="9924" y="13670"/>
                  </a:lnTo>
                  <a:lnTo>
                    <a:pt x="10079" y="13246"/>
                  </a:lnTo>
                  <a:lnTo>
                    <a:pt x="10117" y="12782"/>
                  </a:lnTo>
                  <a:lnTo>
                    <a:pt x="10117" y="12319"/>
                  </a:lnTo>
                  <a:lnTo>
                    <a:pt x="10040" y="11856"/>
                  </a:lnTo>
                  <a:lnTo>
                    <a:pt x="9924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6" y="10272"/>
                  </a:lnTo>
                  <a:lnTo>
                    <a:pt x="9036" y="9963"/>
                  </a:lnTo>
                  <a:lnTo>
                    <a:pt x="8727" y="9693"/>
                  </a:lnTo>
                  <a:lnTo>
                    <a:pt x="8959" y="9577"/>
                  </a:lnTo>
                  <a:lnTo>
                    <a:pt x="9229" y="9423"/>
                  </a:lnTo>
                  <a:lnTo>
                    <a:pt x="9461" y="9191"/>
                  </a:lnTo>
                  <a:lnTo>
                    <a:pt x="9615" y="8921"/>
                  </a:lnTo>
                  <a:lnTo>
                    <a:pt x="9731" y="8612"/>
                  </a:lnTo>
                  <a:lnTo>
                    <a:pt x="9731" y="8496"/>
                  </a:lnTo>
                  <a:lnTo>
                    <a:pt x="9731" y="8342"/>
                  </a:lnTo>
                  <a:lnTo>
                    <a:pt x="9693" y="8187"/>
                  </a:lnTo>
                  <a:lnTo>
                    <a:pt x="9615" y="8071"/>
                  </a:lnTo>
                  <a:lnTo>
                    <a:pt x="9499" y="7955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6" y="7724"/>
                  </a:lnTo>
                  <a:lnTo>
                    <a:pt x="8689" y="7724"/>
                  </a:lnTo>
                  <a:lnTo>
                    <a:pt x="8534" y="7762"/>
                  </a:lnTo>
                  <a:lnTo>
                    <a:pt x="8380" y="7840"/>
                  </a:lnTo>
                  <a:lnTo>
                    <a:pt x="8225" y="7955"/>
                  </a:lnTo>
                  <a:lnTo>
                    <a:pt x="8109" y="8071"/>
                  </a:lnTo>
                  <a:lnTo>
                    <a:pt x="7955" y="8264"/>
                  </a:lnTo>
                  <a:lnTo>
                    <a:pt x="7878" y="8535"/>
                  </a:lnTo>
                  <a:lnTo>
                    <a:pt x="7839" y="8766"/>
                  </a:lnTo>
                  <a:lnTo>
                    <a:pt x="7839" y="9037"/>
                  </a:lnTo>
                  <a:lnTo>
                    <a:pt x="7221" y="8766"/>
                  </a:lnTo>
                  <a:lnTo>
                    <a:pt x="6642" y="8496"/>
                  </a:lnTo>
                  <a:lnTo>
                    <a:pt x="5368" y="8033"/>
                  </a:lnTo>
                  <a:lnTo>
                    <a:pt x="5638" y="7878"/>
                  </a:lnTo>
                  <a:lnTo>
                    <a:pt x="5870" y="7685"/>
                  </a:lnTo>
                  <a:lnTo>
                    <a:pt x="6063" y="7453"/>
                  </a:lnTo>
                  <a:lnTo>
                    <a:pt x="6217" y="7183"/>
                  </a:lnTo>
                  <a:lnTo>
                    <a:pt x="6333" y="6874"/>
                  </a:lnTo>
                  <a:lnTo>
                    <a:pt x="6333" y="6720"/>
                  </a:lnTo>
                  <a:lnTo>
                    <a:pt x="6333" y="6527"/>
                  </a:lnTo>
                  <a:lnTo>
                    <a:pt x="6333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4" y="5948"/>
                  </a:lnTo>
                  <a:lnTo>
                    <a:pt x="5870" y="5870"/>
                  </a:lnTo>
                  <a:lnTo>
                    <a:pt x="5715" y="5832"/>
                  </a:lnTo>
                  <a:lnTo>
                    <a:pt x="5561" y="5870"/>
                  </a:lnTo>
                  <a:lnTo>
                    <a:pt x="5406" y="5909"/>
                  </a:lnTo>
                  <a:lnTo>
                    <a:pt x="5252" y="5986"/>
                  </a:lnTo>
                  <a:lnTo>
                    <a:pt x="5136" y="6063"/>
                  </a:lnTo>
                  <a:lnTo>
                    <a:pt x="4904" y="6334"/>
                  </a:lnTo>
                  <a:lnTo>
                    <a:pt x="4750" y="6643"/>
                  </a:lnTo>
                  <a:lnTo>
                    <a:pt x="4634" y="7029"/>
                  </a:lnTo>
                  <a:lnTo>
                    <a:pt x="4634" y="7222"/>
                  </a:lnTo>
                  <a:lnTo>
                    <a:pt x="4634" y="7415"/>
                  </a:lnTo>
                  <a:lnTo>
                    <a:pt x="4634" y="7608"/>
                  </a:lnTo>
                  <a:lnTo>
                    <a:pt x="4711" y="7762"/>
                  </a:lnTo>
                  <a:lnTo>
                    <a:pt x="4093" y="7453"/>
                  </a:lnTo>
                  <a:lnTo>
                    <a:pt x="3823" y="7299"/>
                  </a:lnTo>
                  <a:lnTo>
                    <a:pt x="3553" y="7106"/>
                  </a:lnTo>
                  <a:lnTo>
                    <a:pt x="3321" y="6874"/>
                  </a:lnTo>
                  <a:lnTo>
                    <a:pt x="3089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1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2" y="5986"/>
                  </a:lnTo>
                  <a:lnTo>
                    <a:pt x="4248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8" y="5407"/>
                  </a:lnTo>
                  <a:lnTo>
                    <a:pt x="4557" y="5214"/>
                  </a:lnTo>
                  <a:lnTo>
                    <a:pt x="4518" y="5059"/>
                  </a:lnTo>
                  <a:lnTo>
                    <a:pt x="4480" y="4866"/>
                  </a:lnTo>
                  <a:lnTo>
                    <a:pt x="4402" y="4712"/>
                  </a:lnTo>
                  <a:lnTo>
                    <a:pt x="4286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0" y="4364"/>
                  </a:lnTo>
                  <a:lnTo>
                    <a:pt x="3707" y="4364"/>
                  </a:lnTo>
                  <a:lnTo>
                    <a:pt x="3553" y="4403"/>
                  </a:lnTo>
                  <a:lnTo>
                    <a:pt x="3398" y="4442"/>
                  </a:lnTo>
                  <a:lnTo>
                    <a:pt x="3244" y="4519"/>
                  </a:lnTo>
                  <a:lnTo>
                    <a:pt x="3089" y="4635"/>
                  </a:lnTo>
                  <a:lnTo>
                    <a:pt x="2819" y="4905"/>
                  </a:lnTo>
                  <a:lnTo>
                    <a:pt x="2587" y="5214"/>
                  </a:lnTo>
                  <a:lnTo>
                    <a:pt x="2433" y="5561"/>
                  </a:lnTo>
                  <a:lnTo>
                    <a:pt x="2394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5" y="4326"/>
                  </a:lnTo>
                  <a:lnTo>
                    <a:pt x="2047" y="3940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4" y="2318"/>
                  </a:lnTo>
                  <a:lnTo>
                    <a:pt x="2356" y="2511"/>
                  </a:lnTo>
                  <a:lnTo>
                    <a:pt x="2587" y="2627"/>
                  </a:lnTo>
                  <a:lnTo>
                    <a:pt x="2819" y="2742"/>
                  </a:lnTo>
                  <a:lnTo>
                    <a:pt x="3128" y="2781"/>
                  </a:lnTo>
                  <a:lnTo>
                    <a:pt x="3282" y="2742"/>
                  </a:lnTo>
                  <a:lnTo>
                    <a:pt x="3476" y="2704"/>
                  </a:lnTo>
                  <a:lnTo>
                    <a:pt x="3630" y="2627"/>
                  </a:lnTo>
                  <a:lnTo>
                    <a:pt x="3784" y="2549"/>
                  </a:lnTo>
                  <a:lnTo>
                    <a:pt x="3900" y="2434"/>
                  </a:lnTo>
                  <a:lnTo>
                    <a:pt x="4016" y="2279"/>
                  </a:lnTo>
                  <a:lnTo>
                    <a:pt x="4093" y="2125"/>
                  </a:lnTo>
                  <a:lnTo>
                    <a:pt x="4132" y="1970"/>
                  </a:lnTo>
                  <a:lnTo>
                    <a:pt x="4093" y="1777"/>
                  </a:lnTo>
                  <a:lnTo>
                    <a:pt x="4055" y="1623"/>
                  </a:lnTo>
                  <a:lnTo>
                    <a:pt x="4016" y="1507"/>
                  </a:lnTo>
                  <a:lnTo>
                    <a:pt x="3900" y="1352"/>
                  </a:lnTo>
                  <a:lnTo>
                    <a:pt x="3784" y="1237"/>
                  </a:lnTo>
                  <a:lnTo>
                    <a:pt x="3630" y="1159"/>
                  </a:lnTo>
                  <a:lnTo>
                    <a:pt x="3514" y="1121"/>
                  </a:lnTo>
                  <a:lnTo>
                    <a:pt x="3321" y="1082"/>
                  </a:lnTo>
                  <a:lnTo>
                    <a:pt x="3167" y="1043"/>
                  </a:lnTo>
                  <a:lnTo>
                    <a:pt x="3012" y="1082"/>
                  </a:lnTo>
                  <a:lnTo>
                    <a:pt x="2742" y="1159"/>
                  </a:lnTo>
                  <a:lnTo>
                    <a:pt x="2472" y="1314"/>
                  </a:lnTo>
                  <a:lnTo>
                    <a:pt x="2240" y="1545"/>
                  </a:lnTo>
                  <a:lnTo>
                    <a:pt x="2510" y="78"/>
                  </a:lnTo>
                  <a:lnTo>
                    <a:pt x="220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Google Shape;1582;p7"/>
            <p:cNvSpPr/>
            <p:nvPr/>
          </p:nvSpPr>
          <p:spPr>
            <a:xfrm>
              <a:off x="4094775" y="2444775"/>
              <a:ext cx="126475" cy="70500"/>
            </a:xfrm>
            <a:custGeom>
              <a:avLst/>
              <a:gdLst/>
              <a:ahLst/>
              <a:cxnLst/>
              <a:rect l="l" t="t" r="r" b="b"/>
              <a:pathLst>
                <a:path w="5059" h="2820" extrusionOk="0">
                  <a:moveTo>
                    <a:pt x="4904" y="1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42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5"/>
                  </a:lnTo>
                  <a:lnTo>
                    <a:pt x="116" y="2433"/>
                  </a:lnTo>
                  <a:lnTo>
                    <a:pt x="39" y="2511"/>
                  </a:lnTo>
                  <a:lnTo>
                    <a:pt x="0" y="2588"/>
                  </a:lnTo>
                  <a:lnTo>
                    <a:pt x="39" y="2704"/>
                  </a:lnTo>
                  <a:lnTo>
                    <a:pt x="116" y="2781"/>
                  </a:lnTo>
                  <a:lnTo>
                    <a:pt x="387" y="2820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95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121"/>
                  </a:lnTo>
                  <a:lnTo>
                    <a:pt x="4596" y="734"/>
                  </a:lnTo>
                  <a:lnTo>
                    <a:pt x="5059" y="348"/>
                  </a:lnTo>
                  <a:lnTo>
                    <a:pt x="490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Google Shape;1583;p7"/>
            <p:cNvSpPr/>
            <p:nvPr/>
          </p:nvSpPr>
          <p:spPr>
            <a:xfrm>
              <a:off x="6880825" y="24872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5" y="1159"/>
                  </a:lnTo>
                  <a:lnTo>
                    <a:pt x="2897" y="1700"/>
                  </a:lnTo>
                  <a:lnTo>
                    <a:pt x="2511" y="2202"/>
                  </a:lnTo>
                  <a:lnTo>
                    <a:pt x="1932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96"/>
                  </a:lnTo>
                  <a:lnTo>
                    <a:pt x="40" y="4943"/>
                  </a:lnTo>
                  <a:lnTo>
                    <a:pt x="155" y="4943"/>
                  </a:lnTo>
                  <a:lnTo>
                    <a:pt x="542" y="4789"/>
                  </a:lnTo>
                  <a:lnTo>
                    <a:pt x="966" y="4519"/>
                  </a:lnTo>
                  <a:lnTo>
                    <a:pt x="1314" y="4248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897" y="2511"/>
                  </a:lnTo>
                  <a:lnTo>
                    <a:pt x="3322" y="1970"/>
                  </a:lnTo>
                  <a:lnTo>
                    <a:pt x="3669" y="1391"/>
                  </a:lnTo>
                  <a:lnTo>
                    <a:pt x="3978" y="812"/>
                  </a:lnTo>
                  <a:lnTo>
                    <a:pt x="4249" y="194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Google Shape;1584;p7"/>
            <p:cNvSpPr/>
            <p:nvPr/>
          </p:nvSpPr>
          <p:spPr>
            <a:xfrm>
              <a:off x="4037825" y="2489175"/>
              <a:ext cx="66625" cy="98500"/>
            </a:xfrm>
            <a:custGeom>
              <a:avLst/>
              <a:gdLst/>
              <a:ahLst/>
              <a:cxnLst/>
              <a:rect l="l" t="t" r="r" b="b"/>
              <a:pathLst>
                <a:path w="2665" h="3940" extrusionOk="0">
                  <a:moveTo>
                    <a:pt x="850" y="1"/>
                  </a:moveTo>
                  <a:lnTo>
                    <a:pt x="502" y="117"/>
                  </a:lnTo>
                  <a:lnTo>
                    <a:pt x="618" y="194"/>
                  </a:lnTo>
                  <a:lnTo>
                    <a:pt x="463" y="580"/>
                  </a:lnTo>
                  <a:lnTo>
                    <a:pt x="270" y="1082"/>
                  </a:lnTo>
                  <a:lnTo>
                    <a:pt x="155" y="1584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36"/>
                  </a:lnTo>
                  <a:lnTo>
                    <a:pt x="77" y="3167"/>
                  </a:lnTo>
                  <a:lnTo>
                    <a:pt x="193" y="3399"/>
                  </a:lnTo>
                  <a:lnTo>
                    <a:pt x="309" y="3554"/>
                  </a:lnTo>
                  <a:lnTo>
                    <a:pt x="463" y="3708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40"/>
                  </a:lnTo>
                  <a:lnTo>
                    <a:pt x="1313" y="3901"/>
                  </a:lnTo>
                  <a:lnTo>
                    <a:pt x="1506" y="3824"/>
                  </a:lnTo>
                  <a:lnTo>
                    <a:pt x="1661" y="3669"/>
                  </a:lnTo>
                  <a:lnTo>
                    <a:pt x="1815" y="3476"/>
                  </a:lnTo>
                  <a:lnTo>
                    <a:pt x="1969" y="3283"/>
                  </a:lnTo>
                  <a:lnTo>
                    <a:pt x="2124" y="3052"/>
                  </a:lnTo>
                  <a:lnTo>
                    <a:pt x="2317" y="2511"/>
                  </a:lnTo>
                  <a:lnTo>
                    <a:pt x="2510" y="1970"/>
                  </a:lnTo>
                  <a:lnTo>
                    <a:pt x="2626" y="1468"/>
                  </a:lnTo>
                  <a:lnTo>
                    <a:pt x="2665" y="1044"/>
                  </a:lnTo>
                  <a:lnTo>
                    <a:pt x="2394" y="1005"/>
                  </a:lnTo>
                  <a:lnTo>
                    <a:pt x="2008" y="2009"/>
                  </a:lnTo>
                  <a:lnTo>
                    <a:pt x="1738" y="2665"/>
                  </a:lnTo>
                  <a:lnTo>
                    <a:pt x="1545" y="3013"/>
                  </a:lnTo>
                  <a:lnTo>
                    <a:pt x="1467" y="3206"/>
                  </a:lnTo>
                  <a:lnTo>
                    <a:pt x="1352" y="3283"/>
                  </a:lnTo>
                  <a:lnTo>
                    <a:pt x="1159" y="3283"/>
                  </a:lnTo>
                  <a:lnTo>
                    <a:pt x="1004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897"/>
                  </a:lnTo>
                  <a:lnTo>
                    <a:pt x="541" y="2665"/>
                  </a:lnTo>
                  <a:lnTo>
                    <a:pt x="541" y="2356"/>
                  </a:lnTo>
                  <a:lnTo>
                    <a:pt x="579" y="2048"/>
                  </a:lnTo>
                  <a:lnTo>
                    <a:pt x="657" y="1623"/>
                  </a:lnTo>
                  <a:lnTo>
                    <a:pt x="734" y="1159"/>
                  </a:lnTo>
                  <a:lnTo>
                    <a:pt x="888" y="773"/>
                  </a:lnTo>
                  <a:lnTo>
                    <a:pt x="1043" y="349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5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" name="Google Shape;1585;p7"/>
            <p:cNvSpPr/>
            <p:nvPr/>
          </p:nvSpPr>
          <p:spPr>
            <a:xfrm>
              <a:off x="6829675" y="248917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4" y="271"/>
                  </a:moveTo>
                  <a:lnTo>
                    <a:pt x="1236" y="387"/>
                  </a:lnTo>
                  <a:lnTo>
                    <a:pt x="1429" y="542"/>
                  </a:lnTo>
                  <a:lnTo>
                    <a:pt x="1545" y="735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4" y="1198"/>
                  </a:lnTo>
                  <a:lnTo>
                    <a:pt x="1545" y="1275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6"/>
                  </a:lnTo>
                  <a:lnTo>
                    <a:pt x="966" y="1584"/>
                  </a:lnTo>
                  <a:lnTo>
                    <a:pt x="773" y="1546"/>
                  </a:lnTo>
                  <a:lnTo>
                    <a:pt x="580" y="1391"/>
                  </a:lnTo>
                  <a:lnTo>
                    <a:pt x="502" y="1314"/>
                  </a:lnTo>
                  <a:lnTo>
                    <a:pt x="464" y="1198"/>
                  </a:lnTo>
                  <a:lnTo>
                    <a:pt x="425" y="966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387"/>
                  </a:lnTo>
                  <a:lnTo>
                    <a:pt x="734" y="349"/>
                  </a:lnTo>
                  <a:lnTo>
                    <a:pt x="734" y="271"/>
                  </a:lnTo>
                  <a:close/>
                  <a:moveTo>
                    <a:pt x="850" y="1"/>
                  </a:moveTo>
                  <a:lnTo>
                    <a:pt x="657" y="78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78"/>
                  </a:lnTo>
                  <a:lnTo>
                    <a:pt x="271" y="194"/>
                  </a:lnTo>
                  <a:lnTo>
                    <a:pt x="155" y="349"/>
                  </a:lnTo>
                  <a:lnTo>
                    <a:pt x="78" y="503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8" y="1430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893"/>
                  </a:lnTo>
                  <a:lnTo>
                    <a:pt x="1584" y="1816"/>
                  </a:lnTo>
                  <a:lnTo>
                    <a:pt x="1738" y="1661"/>
                  </a:lnTo>
                  <a:lnTo>
                    <a:pt x="1892" y="1546"/>
                  </a:lnTo>
                  <a:lnTo>
                    <a:pt x="1970" y="1352"/>
                  </a:lnTo>
                  <a:lnTo>
                    <a:pt x="2047" y="1159"/>
                  </a:lnTo>
                  <a:lnTo>
                    <a:pt x="2086" y="966"/>
                  </a:lnTo>
                  <a:lnTo>
                    <a:pt x="2047" y="773"/>
                  </a:lnTo>
                  <a:lnTo>
                    <a:pt x="1970" y="580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4" y="155"/>
                  </a:lnTo>
                  <a:lnTo>
                    <a:pt x="1429" y="40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" name="Google Shape;1586;p7"/>
            <p:cNvSpPr/>
            <p:nvPr/>
          </p:nvSpPr>
          <p:spPr>
            <a:xfrm>
              <a:off x="2130250" y="2495950"/>
              <a:ext cx="246175" cy="107175"/>
            </a:xfrm>
            <a:custGeom>
              <a:avLst/>
              <a:gdLst/>
              <a:ahLst/>
              <a:cxnLst/>
              <a:rect l="l" t="t" r="r" b="b"/>
              <a:pathLst>
                <a:path w="9847" h="4287" extrusionOk="0">
                  <a:moveTo>
                    <a:pt x="8882" y="2742"/>
                  </a:moveTo>
                  <a:lnTo>
                    <a:pt x="9113" y="2819"/>
                  </a:lnTo>
                  <a:lnTo>
                    <a:pt x="9229" y="2896"/>
                  </a:lnTo>
                  <a:lnTo>
                    <a:pt x="9306" y="3012"/>
                  </a:lnTo>
                  <a:lnTo>
                    <a:pt x="9384" y="3089"/>
                  </a:lnTo>
                  <a:lnTo>
                    <a:pt x="9384" y="3205"/>
                  </a:lnTo>
                  <a:lnTo>
                    <a:pt x="9422" y="3321"/>
                  </a:lnTo>
                  <a:lnTo>
                    <a:pt x="9384" y="3437"/>
                  </a:lnTo>
                  <a:lnTo>
                    <a:pt x="9268" y="3630"/>
                  </a:lnTo>
                  <a:lnTo>
                    <a:pt x="9113" y="3785"/>
                  </a:lnTo>
                  <a:lnTo>
                    <a:pt x="8920" y="3862"/>
                  </a:lnTo>
                  <a:lnTo>
                    <a:pt x="8727" y="3862"/>
                  </a:lnTo>
                  <a:lnTo>
                    <a:pt x="8573" y="3785"/>
                  </a:lnTo>
                  <a:lnTo>
                    <a:pt x="8418" y="3630"/>
                  </a:lnTo>
                  <a:lnTo>
                    <a:pt x="8302" y="3437"/>
                  </a:lnTo>
                  <a:lnTo>
                    <a:pt x="8302" y="3244"/>
                  </a:lnTo>
                  <a:lnTo>
                    <a:pt x="8341" y="3051"/>
                  </a:lnTo>
                  <a:lnTo>
                    <a:pt x="8380" y="2858"/>
                  </a:lnTo>
                  <a:lnTo>
                    <a:pt x="8418" y="2819"/>
                  </a:lnTo>
                  <a:lnTo>
                    <a:pt x="8650" y="2742"/>
                  </a:lnTo>
                  <a:close/>
                  <a:moveTo>
                    <a:pt x="155" y="0"/>
                  </a:moveTo>
                  <a:lnTo>
                    <a:pt x="77" y="39"/>
                  </a:lnTo>
                  <a:lnTo>
                    <a:pt x="39" y="78"/>
                  </a:lnTo>
                  <a:lnTo>
                    <a:pt x="0" y="155"/>
                  </a:lnTo>
                  <a:lnTo>
                    <a:pt x="39" y="271"/>
                  </a:lnTo>
                  <a:lnTo>
                    <a:pt x="77" y="348"/>
                  </a:lnTo>
                  <a:lnTo>
                    <a:pt x="116" y="386"/>
                  </a:lnTo>
                  <a:lnTo>
                    <a:pt x="618" y="618"/>
                  </a:lnTo>
                  <a:lnTo>
                    <a:pt x="1120" y="773"/>
                  </a:lnTo>
                  <a:lnTo>
                    <a:pt x="2124" y="1081"/>
                  </a:lnTo>
                  <a:lnTo>
                    <a:pt x="4286" y="1738"/>
                  </a:lnTo>
                  <a:lnTo>
                    <a:pt x="6101" y="2317"/>
                  </a:lnTo>
                  <a:lnTo>
                    <a:pt x="7028" y="2587"/>
                  </a:lnTo>
                  <a:lnTo>
                    <a:pt x="7993" y="2819"/>
                  </a:lnTo>
                  <a:lnTo>
                    <a:pt x="7916" y="2974"/>
                  </a:lnTo>
                  <a:lnTo>
                    <a:pt x="7878" y="3089"/>
                  </a:lnTo>
                  <a:lnTo>
                    <a:pt x="7878" y="3398"/>
                  </a:lnTo>
                  <a:lnTo>
                    <a:pt x="7993" y="3707"/>
                  </a:lnTo>
                  <a:lnTo>
                    <a:pt x="8109" y="3939"/>
                  </a:lnTo>
                  <a:lnTo>
                    <a:pt x="8225" y="4093"/>
                  </a:lnTo>
                  <a:lnTo>
                    <a:pt x="8380" y="4171"/>
                  </a:lnTo>
                  <a:lnTo>
                    <a:pt x="8573" y="4248"/>
                  </a:lnTo>
                  <a:lnTo>
                    <a:pt x="8727" y="4287"/>
                  </a:lnTo>
                  <a:lnTo>
                    <a:pt x="8920" y="4287"/>
                  </a:lnTo>
                  <a:lnTo>
                    <a:pt x="9075" y="4248"/>
                  </a:lnTo>
                  <a:lnTo>
                    <a:pt x="9268" y="4209"/>
                  </a:lnTo>
                  <a:lnTo>
                    <a:pt x="9422" y="4093"/>
                  </a:lnTo>
                  <a:lnTo>
                    <a:pt x="9538" y="3978"/>
                  </a:lnTo>
                  <a:lnTo>
                    <a:pt x="9654" y="3823"/>
                  </a:lnTo>
                  <a:lnTo>
                    <a:pt x="9770" y="3669"/>
                  </a:lnTo>
                  <a:lnTo>
                    <a:pt x="9808" y="3514"/>
                  </a:lnTo>
                  <a:lnTo>
                    <a:pt x="9847" y="3321"/>
                  </a:lnTo>
                  <a:lnTo>
                    <a:pt x="9847" y="3128"/>
                  </a:lnTo>
                  <a:lnTo>
                    <a:pt x="9770" y="2974"/>
                  </a:lnTo>
                  <a:lnTo>
                    <a:pt x="9692" y="2781"/>
                  </a:lnTo>
                  <a:lnTo>
                    <a:pt x="9577" y="2665"/>
                  </a:lnTo>
                  <a:lnTo>
                    <a:pt x="9422" y="2549"/>
                  </a:lnTo>
                  <a:lnTo>
                    <a:pt x="9229" y="2433"/>
                  </a:lnTo>
                  <a:lnTo>
                    <a:pt x="9075" y="2394"/>
                  </a:lnTo>
                  <a:lnTo>
                    <a:pt x="8688" y="2394"/>
                  </a:lnTo>
                  <a:lnTo>
                    <a:pt x="8495" y="2472"/>
                  </a:lnTo>
                  <a:lnTo>
                    <a:pt x="8341" y="2549"/>
                  </a:lnTo>
                  <a:lnTo>
                    <a:pt x="7298" y="2163"/>
                  </a:lnTo>
                  <a:lnTo>
                    <a:pt x="6294" y="1815"/>
                  </a:lnTo>
                  <a:lnTo>
                    <a:pt x="4209" y="1159"/>
                  </a:lnTo>
                  <a:lnTo>
                    <a:pt x="3244" y="850"/>
                  </a:lnTo>
                  <a:lnTo>
                    <a:pt x="2240" y="502"/>
                  </a:lnTo>
                  <a:lnTo>
                    <a:pt x="1236" y="193"/>
                  </a:lnTo>
                  <a:lnTo>
                    <a:pt x="734" y="78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" name="Google Shape;1587;p7"/>
            <p:cNvSpPr/>
            <p:nvPr/>
          </p:nvSpPr>
          <p:spPr>
            <a:xfrm>
              <a:off x="4737700" y="2534550"/>
              <a:ext cx="459550" cy="296400"/>
            </a:xfrm>
            <a:custGeom>
              <a:avLst/>
              <a:gdLst/>
              <a:ahLst/>
              <a:cxnLst/>
              <a:rect l="l" t="t" r="r" b="b"/>
              <a:pathLst>
                <a:path w="18382" h="11856" extrusionOk="0">
                  <a:moveTo>
                    <a:pt x="17648" y="2936"/>
                  </a:moveTo>
                  <a:lnTo>
                    <a:pt x="17725" y="2974"/>
                  </a:lnTo>
                  <a:lnTo>
                    <a:pt x="17802" y="3051"/>
                  </a:lnTo>
                  <a:lnTo>
                    <a:pt x="17841" y="3129"/>
                  </a:lnTo>
                  <a:lnTo>
                    <a:pt x="17880" y="3322"/>
                  </a:lnTo>
                  <a:lnTo>
                    <a:pt x="17918" y="3553"/>
                  </a:lnTo>
                  <a:lnTo>
                    <a:pt x="17880" y="3746"/>
                  </a:lnTo>
                  <a:lnTo>
                    <a:pt x="17764" y="3940"/>
                  </a:lnTo>
                  <a:lnTo>
                    <a:pt x="17648" y="4133"/>
                  </a:lnTo>
                  <a:lnTo>
                    <a:pt x="17300" y="4403"/>
                  </a:lnTo>
                  <a:lnTo>
                    <a:pt x="17030" y="4596"/>
                  </a:lnTo>
                  <a:lnTo>
                    <a:pt x="16721" y="4750"/>
                  </a:lnTo>
                  <a:lnTo>
                    <a:pt x="16412" y="4866"/>
                  </a:lnTo>
                  <a:lnTo>
                    <a:pt x="16065" y="4944"/>
                  </a:lnTo>
                  <a:lnTo>
                    <a:pt x="16181" y="4364"/>
                  </a:lnTo>
                  <a:lnTo>
                    <a:pt x="16296" y="4055"/>
                  </a:lnTo>
                  <a:lnTo>
                    <a:pt x="16412" y="3785"/>
                  </a:lnTo>
                  <a:lnTo>
                    <a:pt x="16528" y="3515"/>
                  </a:lnTo>
                  <a:lnTo>
                    <a:pt x="16721" y="3283"/>
                  </a:lnTo>
                  <a:lnTo>
                    <a:pt x="16953" y="3129"/>
                  </a:lnTo>
                  <a:lnTo>
                    <a:pt x="17223" y="2974"/>
                  </a:lnTo>
                  <a:lnTo>
                    <a:pt x="17493" y="2936"/>
                  </a:lnTo>
                  <a:close/>
                  <a:moveTo>
                    <a:pt x="14211" y="4866"/>
                  </a:moveTo>
                  <a:lnTo>
                    <a:pt x="14481" y="4905"/>
                  </a:lnTo>
                  <a:lnTo>
                    <a:pt x="14752" y="4982"/>
                  </a:lnTo>
                  <a:lnTo>
                    <a:pt x="15022" y="5059"/>
                  </a:lnTo>
                  <a:lnTo>
                    <a:pt x="15254" y="5175"/>
                  </a:lnTo>
                  <a:lnTo>
                    <a:pt x="15177" y="5330"/>
                  </a:lnTo>
                  <a:lnTo>
                    <a:pt x="14752" y="5523"/>
                  </a:lnTo>
                  <a:lnTo>
                    <a:pt x="14288" y="5677"/>
                  </a:lnTo>
                  <a:lnTo>
                    <a:pt x="14018" y="5716"/>
                  </a:lnTo>
                  <a:lnTo>
                    <a:pt x="13748" y="5754"/>
                  </a:lnTo>
                  <a:lnTo>
                    <a:pt x="13477" y="5754"/>
                  </a:lnTo>
                  <a:lnTo>
                    <a:pt x="13169" y="5677"/>
                  </a:lnTo>
                  <a:lnTo>
                    <a:pt x="13053" y="5677"/>
                  </a:lnTo>
                  <a:lnTo>
                    <a:pt x="12975" y="5600"/>
                  </a:lnTo>
                  <a:lnTo>
                    <a:pt x="12975" y="5484"/>
                  </a:lnTo>
                  <a:lnTo>
                    <a:pt x="13053" y="5368"/>
                  </a:lnTo>
                  <a:lnTo>
                    <a:pt x="13091" y="5137"/>
                  </a:lnTo>
                  <a:lnTo>
                    <a:pt x="13169" y="5021"/>
                  </a:lnTo>
                  <a:lnTo>
                    <a:pt x="13323" y="4944"/>
                  </a:lnTo>
                  <a:lnTo>
                    <a:pt x="13555" y="4905"/>
                  </a:lnTo>
                  <a:lnTo>
                    <a:pt x="13864" y="4866"/>
                  </a:lnTo>
                  <a:close/>
                  <a:moveTo>
                    <a:pt x="15756" y="5523"/>
                  </a:moveTo>
                  <a:lnTo>
                    <a:pt x="16374" y="5832"/>
                  </a:lnTo>
                  <a:lnTo>
                    <a:pt x="16644" y="5986"/>
                  </a:lnTo>
                  <a:lnTo>
                    <a:pt x="16953" y="6179"/>
                  </a:lnTo>
                  <a:lnTo>
                    <a:pt x="17185" y="6372"/>
                  </a:lnTo>
                  <a:lnTo>
                    <a:pt x="17416" y="6604"/>
                  </a:lnTo>
                  <a:lnTo>
                    <a:pt x="17571" y="6913"/>
                  </a:lnTo>
                  <a:lnTo>
                    <a:pt x="17609" y="7067"/>
                  </a:lnTo>
                  <a:lnTo>
                    <a:pt x="17609" y="7222"/>
                  </a:lnTo>
                  <a:lnTo>
                    <a:pt x="17609" y="7454"/>
                  </a:lnTo>
                  <a:lnTo>
                    <a:pt x="17532" y="7569"/>
                  </a:lnTo>
                  <a:lnTo>
                    <a:pt x="17455" y="7685"/>
                  </a:lnTo>
                  <a:lnTo>
                    <a:pt x="17300" y="7724"/>
                  </a:lnTo>
                  <a:lnTo>
                    <a:pt x="17146" y="7724"/>
                  </a:lnTo>
                  <a:lnTo>
                    <a:pt x="16953" y="7685"/>
                  </a:lnTo>
                  <a:lnTo>
                    <a:pt x="16798" y="7608"/>
                  </a:lnTo>
                  <a:lnTo>
                    <a:pt x="16644" y="7492"/>
                  </a:lnTo>
                  <a:lnTo>
                    <a:pt x="16412" y="7183"/>
                  </a:lnTo>
                  <a:lnTo>
                    <a:pt x="16181" y="6797"/>
                  </a:lnTo>
                  <a:lnTo>
                    <a:pt x="16026" y="6488"/>
                  </a:lnTo>
                  <a:lnTo>
                    <a:pt x="15910" y="6179"/>
                  </a:lnTo>
                  <a:lnTo>
                    <a:pt x="15833" y="5832"/>
                  </a:lnTo>
                  <a:lnTo>
                    <a:pt x="15756" y="5523"/>
                  </a:lnTo>
                  <a:close/>
                  <a:moveTo>
                    <a:pt x="4944" y="464"/>
                  </a:moveTo>
                  <a:lnTo>
                    <a:pt x="5561" y="503"/>
                  </a:lnTo>
                  <a:lnTo>
                    <a:pt x="6141" y="657"/>
                  </a:lnTo>
                  <a:lnTo>
                    <a:pt x="6681" y="889"/>
                  </a:lnTo>
                  <a:lnTo>
                    <a:pt x="7222" y="1198"/>
                  </a:lnTo>
                  <a:lnTo>
                    <a:pt x="7685" y="1545"/>
                  </a:lnTo>
                  <a:lnTo>
                    <a:pt x="8149" y="1970"/>
                  </a:lnTo>
                  <a:lnTo>
                    <a:pt x="8496" y="2395"/>
                  </a:lnTo>
                  <a:lnTo>
                    <a:pt x="8766" y="2781"/>
                  </a:lnTo>
                  <a:lnTo>
                    <a:pt x="9037" y="3206"/>
                  </a:lnTo>
                  <a:lnTo>
                    <a:pt x="9268" y="3669"/>
                  </a:lnTo>
                  <a:lnTo>
                    <a:pt x="9693" y="4596"/>
                  </a:lnTo>
                  <a:lnTo>
                    <a:pt x="10079" y="5523"/>
                  </a:lnTo>
                  <a:lnTo>
                    <a:pt x="10272" y="5909"/>
                  </a:lnTo>
                  <a:lnTo>
                    <a:pt x="10504" y="6295"/>
                  </a:lnTo>
                  <a:lnTo>
                    <a:pt x="10736" y="6643"/>
                  </a:lnTo>
                  <a:lnTo>
                    <a:pt x="11006" y="6913"/>
                  </a:lnTo>
                  <a:lnTo>
                    <a:pt x="11354" y="7183"/>
                  </a:lnTo>
                  <a:lnTo>
                    <a:pt x="11701" y="7376"/>
                  </a:lnTo>
                  <a:lnTo>
                    <a:pt x="12087" y="7492"/>
                  </a:lnTo>
                  <a:lnTo>
                    <a:pt x="12551" y="7569"/>
                  </a:lnTo>
                  <a:lnTo>
                    <a:pt x="12898" y="7531"/>
                  </a:lnTo>
                  <a:lnTo>
                    <a:pt x="13207" y="7492"/>
                  </a:lnTo>
                  <a:lnTo>
                    <a:pt x="13516" y="7415"/>
                  </a:lnTo>
                  <a:lnTo>
                    <a:pt x="13825" y="7260"/>
                  </a:lnTo>
                  <a:lnTo>
                    <a:pt x="14095" y="7106"/>
                  </a:lnTo>
                  <a:lnTo>
                    <a:pt x="14366" y="6952"/>
                  </a:lnTo>
                  <a:lnTo>
                    <a:pt x="14597" y="6720"/>
                  </a:lnTo>
                  <a:lnTo>
                    <a:pt x="14829" y="6488"/>
                  </a:lnTo>
                  <a:lnTo>
                    <a:pt x="14829" y="6488"/>
                  </a:lnTo>
                  <a:lnTo>
                    <a:pt x="14404" y="7222"/>
                  </a:lnTo>
                  <a:lnTo>
                    <a:pt x="13941" y="7878"/>
                  </a:lnTo>
                  <a:lnTo>
                    <a:pt x="13439" y="8535"/>
                  </a:lnTo>
                  <a:lnTo>
                    <a:pt x="12860" y="9114"/>
                  </a:lnTo>
                  <a:lnTo>
                    <a:pt x="12242" y="9616"/>
                  </a:lnTo>
                  <a:lnTo>
                    <a:pt x="11547" y="10079"/>
                  </a:lnTo>
                  <a:lnTo>
                    <a:pt x="10813" y="10504"/>
                  </a:lnTo>
                  <a:lnTo>
                    <a:pt x="10041" y="10813"/>
                  </a:lnTo>
                  <a:lnTo>
                    <a:pt x="9462" y="11006"/>
                  </a:lnTo>
                  <a:lnTo>
                    <a:pt x="8882" y="11161"/>
                  </a:lnTo>
                  <a:lnTo>
                    <a:pt x="8303" y="11276"/>
                  </a:lnTo>
                  <a:lnTo>
                    <a:pt x="7724" y="11315"/>
                  </a:lnTo>
                  <a:lnTo>
                    <a:pt x="7145" y="11354"/>
                  </a:lnTo>
                  <a:lnTo>
                    <a:pt x="6604" y="11315"/>
                  </a:lnTo>
                  <a:lnTo>
                    <a:pt x="6025" y="11238"/>
                  </a:lnTo>
                  <a:lnTo>
                    <a:pt x="5484" y="11122"/>
                  </a:lnTo>
                  <a:lnTo>
                    <a:pt x="4944" y="10967"/>
                  </a:lnTo>
                  <a:lnTo>
                    <a:pt x="4442" y="10736"/>
                  </a:lnTo>
                  <a:lnTo>
                    <a:pt x="3940" y="10504"/>
                  </a:lnTo>
                  <a:lnTo>
                    <a:pt x="3476" y="10195"/>
                  </a:lnTo>
                  <a:lnTo>
                    <a:pt x="3013" y="9848"/>
                  </a:lnTo>
                  <a:lnTo>
                    <a:pt x="2549" y="9461"/>
                  </a:lnTo>
                  <a:lnTo>
                    <a:pt x="2163" y="9037"/>
                  </a:lnTo>
                  <a:lnTo>
                    <a:pt x="1777" y="8573"/>
                  </a:lnTo>
                  <a:lnTo>
                    <a:pt x="1430" y="8033"/>
                  </a:lnTo>
                  <a:lnTo>
                    <a:pt x="1121" y="7492"/>
                  </a:lnTo>
                  <a:lnTo>
                    <a:pt x="850" y="6913"/>
                  </a:lnTo>
                  <a:lnTo>
                    <a:pt x="657" y="6334"/>
                  </a:lnTo>
                  <a:lnTo>
                    <a:pt x="503" y="5754"/>
                  </a:lnTo>
                  <a:lnTo>
                    <a:pt x="426" y="5137"/>
                  </a:lnTo>
                  <a:lnTo>
                    <a:pt x="426" y="4519"/>
                  </a:lnTo>
                  <a:lnTo>
                    <a:pt x="503" y="3862"/>
                  </a:lnTo>
                  <a:lnTo>
                    <a:pt x="696" y="3283"/>
                  </a:lnTo>
                  <a:lnTo>
                    <a:pt x="928" y="2743"/>
                  </a:lnTo>
                  <a:lnTo>
                    <a:pt x="1275" y="2241"/>
                  </a:lnTo>
                  <a:lnTo>
                    <a:pt x="1661" y="1777"/>
                  </a:lnTo>
                  <a:lnTo>
                    <a:pt x="2086" y="1352"/>
                  </a:lnTo>
                  <a:lnTo>
                    <a:pt x="2588" y="1043"/>
                  </a:lnTo>
                  <a:lnTo>
                    <a:pt x="3129" y="773"/>
                  </a:lnTo>
                  <a:lnTo>
                    <a:pt x="3708" y="580"/>
                  </a:lnTo>
                  <a:lnTo>
                    <a:pt x="4326" y="464"/>
                  </a:lnTo>
                  <a:close/>
                  <a:moveTo>
                    <a:pt x="4519" y="1"/>
                  </a:moveTo>
                  <a:lnTo>
                    <a:pt x="4249" y="39"/>
                  </a:lnTo>
                  <a:lnTo>
                    <a:pt x="3901" y="78"/>
                  </a:lnTo>
                  <a:lnTo>
                    <a:pt x="3515" y="155"/>
                  </a:lnTo>
                  <a:lnTo>
                    <a:pt x="3167" y="271"/>
                  </a:lnTo>
                  <a:lnTo>
                    <a:pt x="2820" y="426"/>
                  </a:lnTo>
                  <a:lnTo>
                    <a:pt x="2472" y="580"/>
                  </a:lnTo>
                  <a:lnTo>
                    <a:pt x="2125" y="773"/>
                  </a:lnTo>
                  <a:lnTo>
                    <a:pt x="1777" y="1043"/>
                  </a:lnTo>
                  <a:lnTo>
                    <a:pt x="1468" y="1314"/>
                  </a:lnTo>
                  <a:lnTo>
                    <a:pt x="1082" y="1700"/>
                  </a:lnTo>
                  <a:lnTo>
                    <a:pt x="773" y="2163"/>
                  </a:lnTo>
                  <a:lnTo>
                    <a:pt x="503" y="2627"/>
                  </a:lnTo>
                  <a:lnTo>
                    <a:pt x="310" y="3090"/>
                  </a:lnTo>
                  <a:lnTo>
                    <a:pt x="155" y="3592"/>
                  </a:lnTo>
                  <a:lnTo>
                    <a:pt x="40" y="4094"/>
                  </a:lnTo>
                  <a:lnTo>
                    <a:pt x="1" y="4596"/>
                  </a:lnTo>
                  <a:lnTo>
                    <a:pt x="1" y="5137"/>
                  </a:lnTo>
                  <a:lnTo>
                    <a:pt x="78" y="5639"/>
                  </a:lnTo>
                  <a:lnTo>
                    <a:pt x="155" y="6179"/>
                  </a:lnTo>
                  <a:lnTo>
                    <a:pt x="310" y="6681"/>
                  </a:lnTo>
                  <a:lnTo>
                    <a:pt x="464" y="7183"/>
                  </a:lnTo>
                  <a:lnTo>
                    <a:pt x="696" y="7685"/>
                  </a:lnTo>
                  <a:lnTo>
                    <a:pt x="966" y="8149"/>
                  </a:lnTo>
                  <a:lnTo>
                    <a:pt x="1237" y="8612"/>
                  </a:lnTo>
                  <a:lnTo>
                    <a:pt x="1545" y="9037"/>
                  </a:lnTo>
                  <a:lnTo>
                    <a:pt x="2009" y="9577"/>
                  </a:lnTo>
                  <a:lnTo>
                    <a:pt x="2472" y="10041"/>
                  </a:lnTo>
                  <a:lnTo>
                    <a:pt x="2974" y="10427"/>
                  </a:lnTo>
                  <a:lnTo>
                    <a:pt x="3476" y="10813"/>
                  </a:lnTo>
                  <a:lnTo>
                    <a:pt x="4055" y="11083"/>
                  </a:lnTo>
                  <a:lnTo>
                    <a:pt x="4596" y="11354"/>
                  </a:lnTo>
                  <a:lnTo>
                    <a:pt x="5214" y="11547"/>
                  </a:lnTo>
                  <a:lnTo>
                    <a:pt x="5832" y="11701"/>
                  </a:lnTo>
                  <a:lnTo>
                    <a:pt x="5870" y="11856"/>
                  </a:lnTo>
                  <a:lnTo>
                    <a:pt x="6218" y="11778"/>
                  </a:lnTo>
                  <a:lnTo>
                    <a:pt x="7029" y="11817"/>
                  </a:lnTo>
                  <a:lnTo>
                    <a:pt x="7840" y="11817"/>
                  </a:lnTo>
                  <a:lnTo>
                    <a:pt x="8689" y="11701"/>
                  </a:lnTo>
                  <a:lnTo>
                    <a:pt x="9539" y="11508"/>
                  </a:lnTo>
                  <a:lnTo>
                    <a:pt x="10272" y="11238"/>
                  </a:lnTo>
                  <a:lnTo>
                    <a:pt x="11006" y="10929"/>
                  </a:lnTo>
                  <a:lnTo>
                    <a:pt x="11315" y="10813"/>
                  </a:lnTo>
                  <a:lnTo>
                    <a:pt x="11315" y="10774"/>
                  </a:lnTo>
                  <a:lnTo>
                    <a:pt x="12049" y="10350"/>
                  </a:lnTo>
                  <a:lnTo>
                    <a:pt x="12705" y="9848"/>
                  </a:lnTo>
                  <a:lnTo>
                    <a:pt x="13362" y="9307"/>
                  </a:lnTo>
                  <a:lnTo>
                    <a:pt x="13941" y="8689"/>
                  </a:lnTo>
                  <a:lnTo>
                    <a:pt x="14481" y="8033"/>
                  </a:lnTo>
                  <a:lnTo>
                    <a:pt x="14713" y="7685"/>
                  </a:lnTo>
                  <a:lnTo>
                    <a:pt x="14906" y="7299"/>
                  </a:lnTo>
                  <a:lnTo>
                    <a:pt x="15099" y="6952"/>
                  </a:lnTo>
                  <a:lnTo>
                    <a:pt x="15254" y="6565"/>
                  </a:lnTo>
                  <a:lnTo>
                    <a:pt x="15408" y="6179"/>
                  </a:lnTo>
                  <a:lnTo>
                    <a:pt x="15524" y="5754"/>
                  </a:lnTo>
                  <a:lnTo>
                    <a:pt x="15601" y="6256"/>
                  </a:lnTo>
                  <a:lnTo>
                    <a:pt x="15756" y="6720"/>
                  </a:lnTo>
                  <a:lnTo>
                    <a:pt x="15987" y="7145"/>
                  </a:lnTo>
                  <a:lnTo>
                    <a:pt x="16258" y="7569"/>
                  </a:lnTo>
                  <a:lnTo>
                    <a:pt x="16374" y="7762"/>
                  </a:lnTo>
                  <a:lnTo>
                    <a:pt x="16567" y="7917"/>
                  </a:lnTo>
                  <a:lnTo>
                    <a:pt x="16760" y="8071"/>
                  </a:lnTo>
                  <a:lnTo>
                    <a:pt x="16953" y="8187"/>
                  </a:lnTo>
                  <a:lnTo>
                    <a:pt x="17146" y="8264"/>
                  </a:lnTo>
                  <a:lnTo>
                    <a:pt x="17378" y="8264"/>
                  </a:lnTo>
                  <a:lnTo>
                    <a:pt x="17571" y="8187"/>
                  </a:lnTo>
                  <a:lnTo>
                    <a:pt x="17802" y="8033"/>
                  </a:lnTo>
                  <a:lnTo>
                    <a:pt x="17918" y="7878"/>
                  </a:lnTo>
                  <a:lnTo>
                    <a:pt x="17995" y="7685"/>
                  </a:lnTo>
                  <a:lnTo>
                    <a:pt x="18034" y="7454"/>
                  </a:lnTo>
                  <a:lnTo>
                    <a:pt x="18034" y="7260"/>
                  </a:lnTo>
                  <a:lnTo>
                    <a:pt x="17995" y="7029"/>
                  </a:lnTo>
                  <a:lnTo>
                    <a:pt x="17918" y="6836"/>
                  </a:lnTo>
                  <a:lnTo>
                    <a:pt x="17841" y="6643"/>
                  </a:lnTo>
                  <a:lnTo>
                    <a:pt x="17725" y="6450"/>
                  </a:lnTo>
                  <a:lnTo>
                    <a:pt x="17571" y="6256"/>
                  </a:lnTo>
                  <a:lnTo>
                    <a:pt x="17416" y="6063"/>
                  </a:lnTo>
                  <a:lnTo>
                    <a:pt x="17030" y="5716"/>
                  </a:lnTo>
                  <a:lnTo>
                    <a:pt x="16567" y="5446"/>
                  </a:lnTo>
                  <a:lnTo>
                    <a:pt x="16103" y="5252"/>
                  </a:lnTo>
                  <a:lnTo>
                    <a:pt x="16605" y="5175"/>
                  </a:lnTo>
                  <a:lnTo>
                    <a:pt x="17030" y="4982"/>
                  </a:lnTo>
                  <a:lnTo>
                    <a:pt x="17455" y="4750"/>
                  </a:lnTo>
                  <a:lnTo>
                    <a:pt x="17841" y="4442"/>
                  </a:lnTo>
                  <a:lnTo>
                    <a:pt x="17995" y="4248"/>
                  </a:lnTo>
                  <a:lnTo>
                    <a:pt x="18150" y="4055"/>
                  </a:lnTo>
                  <a:lnTo>
                    <a:pt x="18266" y="3824"/>
                  </a:lnTo>
                  <a:lnTo>
                    <a:pt x="18343" y="3553"/>
                  </a:lnTo>
                  <a:lnTo>
                    <a:pt x="18382" y="3322"/>
                  </a:lnTo>
                  <a:lnTo>
                    <a:pt x="18343" y="3090"/>
                  </a:lnTo>
                  <a:lnTo>
                    <a:pt x="18227" y="2858"/>
                  </a:lnTo>
                  <a:lnTo>
                    <a:pt x="18150" y="2781"/>
                  </a:lnTo>
                  <a:lnTo>
                    <a:pt x="18034" y="2704"/>
                  </a:lnTo>
                  <a:lnTo>
                    <a:pt x="17841" y="2588"/>
                  </a:lnTo>
                  <a:lnTo>
                    <a:pt x="17609" y="2549"/>
                  </a:lnTo>
                  <a:lnTo>
                    <a:pt x="17416" y="2549"/>
                  </a:lnTo>
                  <a:lnTo>
                    <a:pt x="17185" y="2588"/>
                  </a:lnTo>
                  <a:lnTo>
                    <a:pt x="16953" y="2704"/>
                  </a:lnTo>
                  <a:lnTo>
                    <a:pt x="16760" y="2781"/>
                  </a:lnTo>
                  <a:lnTo>
                    <a:pt x="16567" y="2936"/>
                  </a:lnTo>
                  <a:lnTo>
                    <a:pt x="16412" y="3090"/>
                  </a:lnTo>
                  <a:lnTo>
                    <a:pt x="16258" y="3283"/>
                  </a:lnTo>
                  <a:lnTo>
                    <a:pt x="16103" y="3476"/>
                  </a:lnTo>
                  <a:lnTo>
                    <a:pt x="15872" y="3978"/>
                  </a:lnTo>
                  <a:lnTo>
                    <a:pt x="15717" y="4480"/>
                  </a:lnTo>
                  <a:lnTo>
                    <a:pt x="15640" y="4982"/>
                  </a:lnTo>
                  <a:lnTo>
                    <a:pt x="15601" y="4982"/>
                  </a:lnTo>
                  <a:lnTo>
                    <a:pt x="15563" y="5021"/>
                  </a:lnTo>
                  <a:lnTo>
                    <a:pt x="15524" y="5021"/>
                  </a:lnTo>
                  <a:lnTo>
                    <a:pt x="15099" y="4789"/>
                  </a:lnTo>
                  <a:lnTo>
                    <a:pt x="14675" y="4635"/>
                  </a:lnTo>
                  <a:lnTo>
                    <a:pt x="14211" y="4519"/>
                  </a:lnTo>
                  <a:lnTo>
                    <a:pt x="13748" y="4519"/>
                  </a:lnTo>
                  <a:lnTo>
                    <a:pt x="13362" y="4596"/>
                  </a:lnTo>
                  <a:lnTo>
                    <a:pt x="13169" y="4635"/>
                  </a:lnTo>
                  <a:lnTo>
                    <a:pt x="12975" y="4712"/>
                  </a:lnTo>
                  <a:lnTo>
                    <a:pt x="12782" y="4789"/>
                  </a:lnTo>
                  <a:lnTo>
                    <a:pt x="12628" y="4944"/>
                  </a:lnTo>
                  <a:lnTo>
                    <a:pt x="12512" y="5098"/>
                  </a:lnTo>
                  <a:lnTo>
                    <a:pt x="12435" y="5252"/>
                  </a:lnTo>
                  <a:lnTo>
                    <a:pt x="12396" y="5446"/>
                  </a:lnTo>
                  <a:lnTo>
                    <a:pt x="12473" y="5639"/>
                  </a:lnTo>
                  <a:lnTo>
                    <a:pt x="12551" y="5793"/>
                  </a:lnTo>
                  <a:lnTo>
                    <a:pt x="12705" y="5909"/>
                  </a:lnTo>
                  <a:lnTo>
                    <a:pt x="12860" y="5986"/>
                  </a:lnTo>
                  <a:lnTo>
                    <a:pt x="13053" y="6063"/>
                  </a:lnTo>
                  <a:lnTo>
                    <a:pt x="13439" y="6141"/>
                  </a:lnTo>
                  <a:lnTo>
                    <a:pt x="13786" y="6141"/>
                  </a:lnTo>
                  <a:lnTo>
                    <a:pt x="14134" y="6102"/>
                  </a:lnTo>
                  <a:lnTo>
                    <a:pt x="14481" y="5986"/>
                  </a:lnTo>
                  <a:lnTo>
                    <a:pt x="14790" y="5870"/>
                  </a:lnTo>
                  <a:lnTo>
                    <a:pt x="14481" y="6256"/>
                  </a:lnTo>
                  <a:lnTo>
                    <a:pt x="14095" y="6565"/>
                  </a:lnTo>
                  <a:lnTo>
                    <a:pt x="13902" y="6720"/>
                  </a:lnTo>
                  <a:lnTo>
                    <a:pt x="13671" y="6836"/>
                  </a:lnTo>
                  <a:lnTo>
                    <a:pt x="13439" y="6952"/>
                  </a:lnTo>
                  <a:lnTo>
                    <a:pt x="13207" y="7029"/>
                  </a:lnTo>
                  <a:lnTo>
                    <a:pt x="12821" y="7067"/>
                  </a:lnTo>
                  <a:lnTo>
                    <a:pt x="12435" y="7067"/>
                  </a:lnTo>
                  <a:lnTo>
                    <a:pt x="12087" y="6990"/>
                  </a:lnTo>
                  <a:lnTo>
                    <a:pt x="11778" y="6874"/>
                  </a:lnTo>
                  <a:lnTo>
                    <a:pt x="11470" y="6681"/>
                  </a:lnTo>
                  <a:lnTo>
                    <a:pt x="11199" y="6411"/>
                  </a:lnTo>
                  <a:lnTo>
                    <a:pt x="10968" y="6141"/>
                  </a:lnTo>
                  <a:lnTo>
                    <a:pt x="10774" y="5793"/>
                  </a:lnTo>
                  <a:lnTo>
                    <a:pt x="10504" y="5330"/>
                  </a:lnTo>
                  <a:lnTo>
                    <a:pt x="10311" y="4828"/>
                  </a:lnTo>
                  <a:lnTo>
                    <a:pt x="9886" y="3862"/>
                  </a:lnTo>
                  <a:lnTo>
                    <a:pt x="9655" y="3399"/>
                  </a:lnTo>
                  <a:lnTo>
                    <a:pt x="9423" y="2936"/>
                  </a:lnTo>
                  <a:lnTo>
                    <a:pt x="9153" y="2472"/>
                  </a:lnTo>
                  <a:lnTo>
                    <a:pt x="8844" y="2047"/>
                  </a:lnTo>
                  <a:lnTo>
                    <a:pt x="8380" y="1545"/>
                  </a:lnTo>
                  <a:lnTo>
                    <a:pt x="7917" y="1159"/>
                  </a:lnTo>
                  <a:lnTo>
                    <a:pt x="7415" y="812"/>
                  </a:lnTo>
                  <a:lnTo>
                    <a:pt x="6874" y="503"/>
                  </a:lnTo>
                  <a:lnTo>
                    <a:pt x="6295" y="271"/>
                  </a:lnTo>
                  <a:lnTo>
                    <a:pt x="5716" y="117"/>
                  </a:lnTo>
                  <a:lnTo>
                    <a:pt x="5137" y="39"/>
                  </a:lnTo>
                  <a:lnTo>
                    <a:pt x="451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" name="Google Shape;1588;p7"/>
            <p:cNvSpPr/>
            <p:nvPr/>
          </p:nvSpPr>
          <p:spPr>
            <a:xfrm>
              <a:off x="6767875" y="2536500"/>
              <a:ext cx="44450" cy="43450"/>
            </a:xfrm>
            <a:custGeom>
              <a:avLst/>
              <a:gdLst/>
              <a:ahLst/>
              <a:cxnLst/>
              <a:rect l="l" t="t" r="r" b="b"/>
              <a:pathLst>
                <a:path w="1778" h="1738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25"/>
                  </a:lnTo>
                  <a:lnTo>
                    <a:pt x="1314" y="579"/>
                  </a:lnTo>
                  <a:lnTo>
                    <a:pt x="1391" y="772"/>
                  </a:lnTo>
                  <a:lnTo>
                    <a:pt x="1391" y="965"/>
                  </a:lnTo>
                  <a:lnTo>
                    <a:pt x="1352" y="1043"/>
                  </a:lnTo>
                  <a:lnTo>
                    <a:pt x="1275" y="1120"/>
                  </a:lnTo>
                  <a:lnTo>
                    <a:pt x="1198" y="1197"/>
                  </a:lnTo>
                  <a:lnTo>
                    <a:pt x="1082" y="1274"/>
                  </a:lnTo>
                  <a:lnTo>
                    <a:pt x="889" y="1352"/>
                  </a:lnTo>
                  <a:lnTo>
                    <a:pt x="696" y="1313"/>
                  </a:lnTo>
                  <a:lnTo>
                    <a:pt x="542" y="1236"/>
                  </a:lnTo>
                  <a:lnTo>
                    <a:pt x="426" y="1081"/>
                  </a:lnTo>
                  <a:lnTo>
                    <a:pt x="387" y="888"/>
                  </a:lnTo>
                  <a:lnTo>
                    <a:pt x="387" y="734"/>
                  </a:lnTo>
                  <a:lnTo>
                    <a:pt x="464" y="541"/>
                  </a:lnTo>
                  <a:lnTo>
                    <a:pt x="542" y="386"/>
                  </a:lnTo>
                  <a:lnTo>
                    <a:pt x="542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9" y="39"/>
                  </a:lnTo>
                  <a:lnTo>
                    <a:pt x="464" y="116"/>
                  </a:lnTo>
                  <a:lnTo>
                    <a:pt x="426" y="155"/>
                  </a:lnTo>
                  <a:lnTo>
                    <a:pt x="348" y="155"/>
                  </a:lnTo>
                  <a:lnTo>
                    <a:pt x="233" y="232"/>
                  </a:lnTo>
                  <a:lnTo>
                    <a:pt x="117" y="348"/>
                  </a:lnTo>
                  <a:lnTo>
                    <a:pt x="40" y="502"/>
                  </a:lnTo>
                  <a:lnTo>
                    <a:pt x="1" y="657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40" y="1159"/>
                  </a:lnTo>
                  <a:lnTo>
                    <a:pt x="117" y="1313"/>
                  </a:lnTo>
                  <a:lnTo>
                    <a:pt x="194" y="1467"/>
                  </a:lnTo>
                  <a:lnTo>
                    <a:pt x="348" y="1583"/>
                  </a:lnTo>
                  <a:lnTo>
                    <a:pt x="464" y="1661"/>
                  </a:lnTo>
                  <a:lnTo>
                    <a:pt x="619" y="1699"/>
                  </a:lnTo>
                  <a:lnTo>
                    <a:pt x="812" y="1738"/>
                  </a:lnTo>
                  <a:lnTo>
                    <a:pt x="966" y="1738"/>
                  </a:lnTo>
                  <a:lnTo>
                    <a:pt x="1121" y="1699"/>
                  </a:lnTo>
                  <a:lnTo>
                    <a:pt x="1275" y="1622"/>
                  </a:lnTo>
                  <a:lnTo>
                    <a:pt x="1430" y="1506"/>
                  </a:lnTo>
                  <a:lnTo>
                    <a:pt x="1584" y="1390"/>
                  </a:lnTo>
                  <a:lnTo>
                    <a:pt x="1661" y="1236"/>
                  </a:lnTo>
                  <a:lnTo>
                    <a:pt x="1739" y="1081"/>
                  </a:lnTo>
                  <a:lnTo>
                    <a:pt x="1777" y="927"/>
                  </a:lnTo>
                  <a:lnTo>
                    <a:pt x="1777" y="772"/>
                  </a:lnTo>
                  <a:lnTo>
                    <a:pt x="1739" y="579"/>
                  </a:lnTo>
                  <a:lnTo>
                    <a:pt x="1661" y="425"/>
                  </a:lnTo>
                  <a:lnTo>
                    <a:pt x="1546" y="270"/>
                  </a:lnTo>
                  <a:lnTo>
                    <a:pt x="1430" y="155"/>
                  </a:lnTo>
                  <a:lnTo>
                    <a:pt x="1275" y="77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" name="Google Shape;1589;p7"/>
            <p:cNvSpPr/>
            <p:nvPr/>
          </p:nvSpPr>
          <p:spPr>
            <a:xfrm>
              <a:off x="694725" y="25374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59"/>
                  </a:lnTo>
                  <a:lnTo>
                    <a:pt x="2897" y="1700"/>
                  </a:lnTo>
                  <a:lnTo>
                    <a:pt x="2511" y="2202"/>
                  </a:lnTo>
                  <a:lnTo>
                    <a:pt x="1932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96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41" y="4789"/>
                  </a:lnTo>
                  <a:lnTo>
                    <a:pt x="966" y="4519"/>
                  </a:lnTo>
                  <a:lnTo>
                    <a:pt x="1314" y="4248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897" y="2511"/>
                  </a:lnTo>
                  <a:lnTo>
                    <a:pt x="3322" y="1970"/>
                  </a:lnTo>
                  <a:lnTo>
                    <a:pt x="3669" y="1391"/>
                  </a:lnTo>
                  <a:lnTo>
                    <a:pt x="3978" y="812"/>
                  </a:lnTo>
                  <a:lnTo>
                    <a:pt x="4248" y="194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" name="Google Shape;1590;p7"/>
            <p:cNvSpPr/>
            <p:nvPr/>
          </p:nvSpPr>
          <p:spPr>
            <a:xfrm>
              <a:off x="643575" y="253937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4" y="271"/>
                  </a:moveTo>
                  <a:lnTo>
                    <a:pt x="1236" y="387"/>
                  </a:lnTo>
                  <a:lnTo>
                    <a:pt x="1429" y="542"/>
                  </a:lnTo>
                  <a:lnTo>
                    <a:pt x="1545" y="735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3" y="1198"/>
                  </a:lnTo>
                  <a:lnTo>
                    <a:pt x="1545" y="1275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6"/>
                  </a:lnTo>
                  <a:lnTo>
                    <a:pt x="966" y="1584"/>
                  </a:lnTo>
                  <a:lnTo>
                    <a:pt x="773" y="1546"/>
                  </a:lnTo>
                  <a:lnTo>
                    <a:pt x="657" y="1468"/>
                  </a:lnTo>
                  <a:lnTo>
                    <a:pt x="579" y="1391"/>
                  </a:lnTo>
                  <a:lnTo>
                    <a:pt x="502" y="1314"/>
                  </a:lnTo>
                  <a:lnTo>
                    <a:pt x="464" y="1198"/>
                  </a:lnTo>
                  <a:lnTo>
                    <a:pt x="425" y="966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387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850" y="1"/>
                  </a:moveTo>
                  <a:lnTo>
                    <a:pt x="657" y="78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78"/>
                  </a:lnTo>
                  <a:lnTo>
                    <a:pt x="271" y="194"/>
                  </a:lnTo>
                  <a:lnTo>
                    <a:pt x="155" y="348"/>
                  </a:lnTo>
                  <a:lnTo>
                    <a:pt x="77" y="503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7" y="1430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893"/>
                  </a:lnTo>
                  <a:lnTo>
                    <a:pt x="1583" y="1816"/>
                  </a:lnTo>
                  <a:lnTo>
                    <a:pt x="1738" y="1661"/>
                  </a:lnTo>
                  <a:lnTo>
                    <a:pt x="1892" y="1546"/>
                  </a:lnTo>
                  <a:lnTo>
                    <a:pt x="1970" y="1352"/>
                  </a:lnTo>
                  <a:lnTo>
                    <a:pt x="2047" y="1159"/>
                  </a:lnTo>
                  <a:lnTo>
                    <a:pt x="2085" y="966"/>
                  </a:lnTo>
                  <a:lnTo>
                    <a:pt x="2047" y="773"/>
                  </a:lnTo>
                  <a:lnTo>
                    <a:pt x="1970" y="580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3" y="155"/>
                  </a:lnTo>
                  <a:lnTo>
                    <a:pt x="1429" y="40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" name="Google Shape;1591;p7"/>
            <p:cNvSpPr/>
            <p:nvPr/>
          </p:nvSpPr>
          <p:spPr>
            <a:xfrm>
              <a:off x="2323325" y="2542275"/>
              <a:ext cx="309900" cy="249100"/>
            </a:xfrm>
            <a:custGeom>
              <a:avLst/>
              <a:gdLst/>
              <a:ahLst/>
              <a:cxnLst/>
              <a:rect l="l" t="t" r="r" b="b"/>
              <a:pathLst>
                <a:path w="12396" h="9964" extrusionOk="0">
                  <a:moveTo>
                    <a:pt x="10079" y="426"/>
                  </a:moveTo>
                  <a:lnTo>
                    <a:pt x="10272" y="464"/>
                  </a:lnTo>
                  <a:lnTo>
                    <a:pt x="10465" y="503"/>
                  </a:lnTo>
                  <a:lnTo>
                    <a:pt x="10581" y="541"/>
                  </a:lnTo>
                  <a:lnTo>
                    <a:pt x="10735" y="657"/>
                  </a:lnTo>
                  <a:lnTo>
                    <a:pt x="10851" y="850"/>
                  </a:lnTo>
                  <a:lnTo>
                    <a:pt x="10928" y="1043"/>
                  </a:lnTo>
                  <a:lnTo>
                    <a:pt x="10928" y="1236"/>
                  </a:lnTo>
                  <a:lnTo>
                    <a:pt x="10928" y="1430"/>
                  </a:lnTo>
                  <a:lnTo>
                    <a:pt x="10890" y="1661"/>
                  </a:lnTo>
                  <a:lnTo>
                    <a:pt x="10812" y="1854"/>
                  </a:lnTo>
                  <a:lnTo>
                    <a:pt x="10619" y="2202"/>
                  </a:lnTo>
                  <a:lnTo>
                    <a:pt x="10310" y="2588"/>
                  </a:lnTo>
                  <a:lnTo>
                    <a:pt x="9963" y="2936"/>
                  </a:lnTo>
                  <a:lnTo>
                    <a:pt x="9422" y="3476"/>
                  </a:lnTo>
                  <a:lnTo>
                    <a:pt x="8843" y="3978"/>
                  </a:lnTo>
                  <a:lnTo>
                    <a:pt x="8186" y="4480"/>
                  </a:lnTo>
                  <a:lnTo>
                    <a:pt x="7569" y="4982"/>
                  </a:lnTo>
                  <a:lnTo>
                    <a:pt x="6912" y="5484"/>
                  </a:lnTo>
                  <a:lnTo>
                    <a:pt x="6256" y="5947"/>
                  </a:lnTo>
                  <a:lnTo>
                    <a:pt x="5483" y="6411"/>
                  </a:lnTo>
                  <a:lnTo>
                    <a:pt x="4711" y="6874"/>
                  </a:lnTo>
                  <a:lnTo>
                    <a:pt x="3939" y="7299"/>
                  </a:lnTo>
                  <a:lnTo>
                    <a:pt x="3128" y="7724"/>
                  </a:lnTo>
                  <a:lnTo>
                    <a:pt x="2471" y="7994"/>
                  </a:lnTo>
                  <a:lnTo>
                    <a:pt x="2163" y="8110"/>
                  </a:lnTo>
                  <a:lnTo>
                    <a:pt x="1815" y="8226"/>
                  </a:lnTo>
                  <a:lnTo>
                    <a:pt x="1506" y="8264"/>
                  </a:lnTo>
                  <a:lnTo>
                    <a:pt x="1159" y="8303"/>
                  </a:lnTo>
                  <a:lnTo>
                    <a:pt x="811" y="8303"/>
                  </a:lnTo>
                  <a:lnTo>
                    <a:pt x="463" y="8226"/>
                  </a:lnTo>
                  <a:lnTo>
                    <a:pt x="502" y="8148"/>
                  </a:lnTo>
                  <a:lnTo>
                    <a:pt x="463" y="8033"/>
                  </a:lnTo>
                  <a:lnTo>
                    <a:pt x="463" y="7917"/>
                  </a:lnTo>
                  <a:lnTo>
                    <a:pt x="463" y="7801"/>
                  </a:lnTo>
                  <a:lnTo>
                    <a:pt x="502" y="7569"/>
                  </a:lnTo>
                  <a:lnTo>
                    <a:pt x="618" y="7299"/>
                  </a:lnTo>
                  <a:lnTo>
                    <a:pt x="772" y="7029"/>
                  </a:lnTo>
                  <a:lnTo>
                    <a:pt x="1159" y="6565"/>
                  </a:lnTo>
                  <a:lnTo>
                    <a:pt x="1467" y="6179"/>
                  </a:lnTo>
                  <a:lnTo>
                    <a:pt x="2008" y="5561"/>
                  </a:lnTo>
                  <a:lnTo>
                    <a:pt x="2549" y="4982"/>
                  </a:lnTo>
                  <a:lnTo>
                    <a:pt x="3128" y="4441"/>
                  </a:lnTo>
                  <a:lnTo>
                    <a:pt x="3746" y="3862"/>
                  </a:lnTo>
                  <a:lnTo>
                    <a:pt x="4364" y="3360"/>
                  </a:lnTo>
                  <a:lnTo>
                    <a:pt x="5020" y="2858"/>
                  </a:lnTo>
                  <a:lnTo>
                    <a:pt x="5715" y="2434"/>
                  </a:lnTo>
                  <a:lnTo>
                    <a:pt x="6410" y="1970"/>
                  </a:lnTo>
                  <a:lnTo>
                    <a:pt x="7105" y="1584"/>
                  </a:lnTo>
                  <a:lnTo>
                    <a:pt x="7839" y="1236"/>
                  </a:lnTo>
                  <a:lnTo>
                    <a:pt x="8457" y="928"/>
                  </a:lnTo>
                  <a:lnTo>
                    <a:pt x="8843" y="734"/>
                  </a:lnTo>
                  <a:lnTo>
                    <a:pt x="9268" y="580"/>
                  </a:lnTo>
                  <a:lnTo>
                    <a:pt x="9692" y="464"/>
                  </a:lnTo>
                  <a:lnTo>
                    <a:pt x="10079" y="426"/>
                  </a:lnTo>
                  <a:close/>
                  <a:moveTo>
                    <a:pt x="11237" y="464"/>
                  </a:moveTo>
                  <a:lnTo>
                    <a:pt x="11430" y="580"/>
                  </a:lnTo>
                  <a:lnTo>
                    <a:pt x="11585" y="773"/>
                  </a:lnTo>
                  <a:lnTo>
                    <a:pt x="11700" y="966"/>
                  </a:lnTo>
                  <a:lnTo>
                    <a:pt x="11778" y="1236"/>
                  </a:lnTo>
                  <a:lnTo>
                    <a:pt x="11778" y="1468"/>
                  </a:lnTo>
                  <a:lnTo>
                    <a:pt x="11778" y="1738"/>
                  </a:lnTo>
                  <a:lnTo>
                    <a:pt x="11739" y="1970"/>
                  </a:lnTo>
                  <a:lnTo>
                    <a:pt x="11662" y="2240"/>
                  </a:lnTo>
                  <a:lnTo>
                    <a:pt x="11430" y="2627"/>
                  </a:lnTo>
                  <a:lnTo>
                    <a:pt x="11160" y="3013"/>
                  </a:lnTo>
                  <a:lnTo>
                    <a:pt x="10851" y="3399"/>
                  </a:lnTo>
                  <a:lnTo>
                    <a:pt x="10542" y="3746"/>
                  </a:lnTo>
                  <a:lnTo>
                    <a:pt x="9847" y="4480"/>
                  </a:lnTo>
                  <a:lnTo>
                    <a:pt x="9075" y="5137"/>
                  </a:lnTo>
                  <a:lnTo>
                    <a:pt x="8264" y="5793"/>
                  </a:lnTo>
                  <a:lnTo>
                    <a:pt x="7453" y="6372"/>
                  </a:lnTo>
                  <a:lnTo>
                    <a:pt x="6603" y="6990"/>
                  </a:lnTo>
                  <a:lnTo>
                    <a:pt x="5754" y="7569"/>
                  </a:lnTo>
                  <a:lnTo>
                    <a:pt x="4866" y="8110"/>
                  </a:lnTo>
                  <a:lnTo>
                    <a:pt x="3977" y="8612"/>
                  </a:lnTo>
                  <a:lnTo>
                    <a:pt x="3128" y="9037"/>
                  </a:lnTo>
                  <a:lnTo>
                    <a:pt x="2703" y="9191"/>
                  </a:lnTo>
                  <a:lnTo>
                    <a:pt x="2240" y="9346"/>
                  </a:lnTo>
                  <a:lnTo>
                    <a:pt x="1969" y="9384"/>
                  </a:lnTo>
                  <a:lnTo>
                    <a:pt x="1661" y="9423"/>
                  </a:lnTo>
                  <a:lnTo>
                    <a:pt x="1313" y="9384"/>
                  </a:lnTo>
                  <a:lnTo>
                    <a:pt x="1004" y="9346"/>
                  </a:lnTo>
                  <a:lnTo>
                    <a:pt x="734" y="9191"/>
                  </a:lnTo>
                  <a:lnTo>
                    <a:pt x="541" y="9037"/>
                  </a:lnTo>
                  <a:lnTo>
                    <a:pt x="463" y="8921"/>
                  </a:lnTo>
                  <a:lnTo>
                    <a:pt x="386" y="8805"/>
                  </a:lnTo>
                  <a:lnTo>
                    <a:pt x="348" y="8650"/>
                  </a:lnTo>
                  <a:lnTo>
                    <a:pt x="309" y="8496"/>
                  </a:lnTo>
                  <a:lnTo>
                    <a:pt x="579" y="8612"/>
                  </a:lnTo>
                  <a:lnTo>
                    <a:pt x="888" y="8728"/>
                  </a:lnTo>
                  <a:lnTo>
                    <a:pt x="1197" y="8766"/>
                  </a:lnTo>
                  <a:lnTo>
                    <a:pt x="1506" y="8766"/>
                  </a:lnTo>
                  <a:lnTo>
                    <a:pt x="1815" y="8728"/>
                  </a:lnTo>
                  <a:lnTo>
                    <a:pt x="2124" y="8650"/>
                  </a:lnTo>
                  <a:lnTo>
                    <a:pt x="2742" y="8457"/>
                  </a:lnTo>
                  <a:lnTo>
                    <a:pt x="3321" y="8187"/>
                  </a:lnTo>
                  <a:lnTo>
                    <a:pt x="3939" y="7917"/>
                  </a:lnTo>
                  <a:lnTo>
                    <a:pt x="4981" y="7299"/>
                  </a:lnTo>
                  <a:lnTo>
                    <a:pt x="6526" y="6372"/>
                  </a:lnTo>
                  <a:lnTo>
                    <a:pt x="7298" y="5832"/>
                  </a:lnTo>
                  <a:lnTo>
                    <a:pt x="8071" y="5291"/>
                  </a:lnTo>
                  <a:lnTo>
                    <a:pt x="8804" y="4750"/>
                  </a:lnTo>
                  <a:lnTo>
                    <a:pt x="9499" y="4133"/>
                  </a:lnTo>
                  <a:lnTo>
                    <a:pt x="10156" y="3515"/>
                  </a:lnTo>
                  <a:lnTo>
                    <a:pt x="10774" y="2820"/>
                  </a:lnTo>
                  <a:lnTo>
                    <a:pt x="10967" y="2588"/>
                  </a:lnTo>
                  <a:lnTo>
                    <a:pt x="11121" y="2356"/>
                  </a:lnTo>
                  <a:lnTo>
                    <a:pt x="11276" y="2047"/>
                  </a:lnTo>
                  <a:lnTo>
                    <a:pt x="11391" y="1777"/>
                  </a:lnTo>
                  <a:lnTo>
                    <a:pt x="11469" y="1468"/>
                  </a:lnTo>
                  <a:lnTo>
                    <a:pt x="11507" y="1159"/>
                  </a:lnTo>
                  <a:lnTo>
                    <a:pt x="11430" y="889"/>
                  </a:lnTo>
                  <a:lnTo>
                    <a:pt x="11314" y="580"/>
                  </a:lnTo>
                  <a:lnTo>
                    <a:pt x="11237" y="464"/>
                  </a:lnTo>
                  <a:close/>
                  <a:moveTo>
                    <a:pt x="9924" y="1"/>
                  </a:moveTo>
                  <a:lnTo>
                    <a:pt x="9654" y="39"/>
                  </a:lnTo>
                  <a:lnTo>
                    <a:pt x="9306" y="117"/>
                  </a:lnTo>
                  <a:lnTo>
                    <a:pt x="8920" y="194"/>
                  </a:lnTo>
                  <a:lnTo>
                    <a:pt x="8186" y="503"/>
                  </a:lnTo>
                  <a:lnTo>
                    <a:pt x="7491" y="850"/>
                  </a:lnTo>
                  <a:lnTo>
                    <a:pt x="6835" y="1198"/>
                  </a:lnTo>
                  <a:lnTo>
                    <a:pt x="6101" y="1584"/>
                  </a:lnTo>
                  <a:lnTo>
                    <a:pt x="5406" y="2009"/>
                  </a:lnTo>
                  <a:lnTo>
                    <a:pt x="4750" y="2472"/>
                  </a:lnTo>
                  <a:lnTo>
                    <a:pt x="4093" y="2974"/>
                  </a:lnTo>
                  <a:lnTo>
                    <a:pt x="3360" y="3553"/>
                  </a:lnTo>
                  <a:lnTo>
                    <a:pt x="2665" y="4210"/>
                  </a:lnTo>
                  <a:lnTo>
                    <a:pt x="1969" y="4866"/>
                  </a:lnTo>
                  <a:lnTo>
                    <a:pt x="1352" y="5600"/>
                  </a:lnTo>
                  <a:lnTo>
                    <a:pt x="888" y="6141"/>
                  </a:lnTo>
                  <a:lnTo>
                    <a:pt x="618" y="6449"/>
                  </a:lnTo>
                  <a:lnTo>
                    <a:pt x="348" y="6797"/>
                  </a:lnTo>
                  <a:lnTo>
                    <a:pt x="155" y="7145"/>
                  </a:lnTo>
                  <a:lnTo>
                    <a:pt x="0" y="7492"/>
                  </a:lnTo>
                  <a:lnTo>
                    <a:pt x="0" y="7685"/>
                  </a:lnTo>
                  <a:lnTo>
                    <a:pt x="0" y="7840"/>
                  </a:lnTo>
                  <a:lnTo>
                    <a:pt x="0" y="8033"/>
                  </a:lnTo>
                  <a:lnTo>
                    <a:pt x="77" y="8187"/>
                  </a:lnTo>
                  <a:lnTo>
                    <a:pt x="77" y="8264"/>
                  </a:lnTo>
                  <a:lnTo>
                    <a:pt x="77" y="8342"/>
                  </a:lnTo>
                  <a:lnTo>
                    <a:pt x="39" y="8496"/>
                  </a:lnTo>
                  <a:lnTo>
                    <a:pt x="39" y="8650"/>
                  </a:lnTo>
                  <a:lnTo>
                    <a:pt x="77" y="8805"/>
                  </a:lnTo>
                  <a:lnTo>
                    <a:pt x="116" y="8959"/>
                  </a:lnTo>
                  <a:lnTo>
                    <a:pt x="309" y="9230"/>
                  </a:lnTo>
                  <a:lnTo>
                    <a:pt x="541" y="9500"/>
                  </a:lnTo>
                  <a:lnTo>
                    <a:pt x="734" y="9616"/>
                  </a:lnTo>
                  <a:lnTo>
                    <a:pt x="965" y="9732"/>
                  </a:lnTo>
                  <a:lnTo>
                    <a:pt x="1236" y="9770"/>
                  </a:lnTo>
                  <a:lnTo>
                    <a:pt x="1467" y="9809"/>
                  </a:lnTo>
                  <a:lnTo>
                    <a:pt x="1583" y="9963"/>
                  </a:lnTo>
                  <a:lnTo>
                    <a:pt x="1815" y="9770"/>
                  </a:lnTo>
                  <a:lnTo>
                    <a:pt x="1892" y="9770"/>
                  </a:lnTo>
                  <a:lnTo>
                    <a:pt x="1892" y="9848"/>
                  </a:lnTo>
                  <a:lnTo>
                    <a:pt x="1931" y="9848"/>
                  </a:lnTo>
                  <a:lnTo>
                    <a:pt x="2008" y="9770"/>
                  </a:lnTo>
                  <a:lnTo>
                    <a:pt x="2394" y="9654"/>
                  </a:lnTo>
                  <a:lnTo>
                    <a:pt x="2935" y="9500"/>
                  </a:lnTo>
                  <a:lnTo>
                    <a:pt x="3514" y="9268"/>
                  </a:lnTo>
                  <a:lnTo>
                    <a:pt x="4055" y="9037"/>
                  </a:lnTo>
                  <a:lnTo>
                    <a:pt x="4557" y="8766"/>
                  </a:lnTo>
                  <a:lnTo>
                    <a:pt x="5599" y="8148"/>
                  </a:lnTo>
                  <a:lnTo>
                    <a:pt x="6603" y="7492"/>
                  </a:lnTo>
                  <a:lnTo>
                    <a:pt x="6758" y="7376"/>
                  </a:lnTo>
                  <a:lnTo>
                    <a:pt x="7839" y="6643"/>
                  </a:lnTo>
                  <a:lnTo>
                    <a:pt x="8688" y="5986"/>
                  </a:lnTo>
                  <a:lnTo>
                    <a:pt x="9538" y="5330"/>
                  </a:lnTo>
                  <a:lnTo>
                    <a:pt x="10388" y="4596"/>
                  </a:lnTo>
                  <a:lnTo>
                    <a:pt x="10774" y="4171"/>
                  </a:lnTo>
                  <a:lnTo>
                    <a:pt x="11121" y="3785"/>
                  </a:lnTo>
                  <a:lnTo>
                    <a:pt x="11160" y="3901"/>
                  </a:lnTo>
                  <a:lnTo>
                    <a:pt x="11430" y="3824"/>
                  </a:lnTo>
                  <a:lnTo>
                    <a:pt x="11932" y="4094"/>
                  </a:lnTo>
                  <a:lnTo>
                    <a:pt x="12087" y="3824"/>
                  </a:lnTo>
                  <a:lnTo>
                    <a:pt x="11353" y="3476"/>
                  </a:lnTo>
                  <a:lnTo>
                    <a:pt x="11662" y="3051"/>
                  </a:lnTo>
                  <a:lnTo>
                    <a:pt x="11932" y="2588"/>
                  </a:lnTo>
                  <a:lnTo>
                    <a:pt x="12087" y="2202"/>
                  </a:lnTo>
                  <a:lnTo>
                    <a:pt x="12164" y="1816"/>
                  </a:lnTo>
                  <a:lnTo>
                    <a:pt x="12395" y="1623"/>
                  </a:lnTo>
                  <a:lnTo>
                    <a:pt x="12164" y="1391"/>
                  </a:lnTo>
                  <a:lnTo>
                    <a:pt x="12125" y="1082"/>
                  </a:lnTo>
                  <a:lnTo>
                    <a:pt x="12048" y="812"/>
                  </a:lnTo>
                  <a:lnTo>
                    <a:pt x="11932" y="580"/>
                  </a:lnTo>
                  <a:lnTo>
                    <a:pt x="11778" y="387"/>
                  </a:lnTo>
                  <a:lnTo>
                    <a:pt x="11585" y="194"/>
                  </a:lnTo>
                  <a:lnTo>
                    <a:pt x="11353" y="78"/>
                  </a:lnTo>
                  <a:lnTo>
                    <a:pt x="11044" y="39"/>
                  </a:lnTo>
                  <a:lnTo>
                    <a:pt x="10735" y="39"/>
                  </a:lnTo>
                  <a:lnTo>
                    <a:pt x="10619" y="78"/>
                  </a:lnTo>
                  <a:lnTo>
                    <a:pt x="1038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" name="Google Shape;1592;p7"/>
            <p:cNvSpPr/>
            <p:nvPr/>
          </p:nvSpPr>
          <p:spPr>
            <a:xfrm>
              <a:off x="6773675" y="254227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4" y="3129"/>
                  </a:lnTo>
                  <a:lnTo>
                    <a:pt x="3939" y="4248"/>
                  </a:lnTo>
                  <a:lnTo>
                    <a:pt x="4017" y="5368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878"/>
                  </a:lnTo>
                  <a:lnTo>
                    <a:pt x="3901" y="8535"/>
                  </a:lnTo>
                  <a:lnTo>
                    <a:pt x="3746" y="9114"/>
                  </a:lnTo>
                  <a:lnTo>
                    <a:pt x="3515" y="9693"/>
                  </a:lnTo>
                  <a:lnTo>
                    <a:pt x="3244" y="10234"/>
                  </a:lnTo>
                  <a:lnTo>
                    <a:pt x="3013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52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465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54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57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580" y="2742"/>
                  </a:lnTo>
                  <a:lnTo>
                    <a:pt x="1352" y="2356"/>
                  </a:lnTo>
                  <a:lnTo>
                    <a:pt x="2163" y="1932"/>
                  </a:lnTo>
                  <a:lnTo>
                    <a:pt x="2935" y="1430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01" y="1"/>
                  </a:moveTo>
                  <a:lnTo>
                    <a:pt x="3476" y="310"/>
                  </a:lnTo>
                  <a:lnTo>
                    <a:pt x="3051" y="619"/>
                  </a:lnTo>
                  <a:lnTo>
                    <a:pt x="2626" y="966"/>
                  </a:lnTo>
                  <a:lnTo>
                    <a:pt x="2202" y="1275"/>
                  </a:lnTo>
                  <a:lnTo>
                    <a:pt x="1314" y="1893"/>
                  </a:lnTo>
                  <a:lnTo>
                    <a:pt x="425" y="2434"/>
                  </a:lnTo>
                  <a:lnTo>
                    <a:pt x="348" y="2511"/>
                  </a:lnTo>
                  <a:lnTo>
                    <a:pt x="348" y="2627"/>
                  </a:lnTo>
                  <a:lnTo>
                    <a:pt x="271" y="2665"/>
                  </a:lnTo>
                  <a:lnTo>
                    <a:pt x="232" y="2781"/>
                  </a:lnTo>
                  <a:lnTo>
                    <a:pt x="194" y="3785"/>
                  </a:lnTo>
                  <a:lnTo>
                    <a:pt x="155" y="4828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577"/>
                  </a:lnTo>
                  <a:lnTo>
                    <a:pt x="503" y="10041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391" y="11160"/>
                  </a:lnTo>
                  <a:lnTo>
                    <a:pt x="1622" y="11276"/>
                  </a:lnTo>
                  <a:lnTo>
                    <a:pt x="1816" y="11354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20" y="11315"/>
                  </a:lnTo>
                  <a:lnTo>
                    <a:pt x="3051" y="11199"/>
                  </a:lnTo>
                  <a:lnTo>
                    <a:pt x="3283" y="11045"/>
                  </a:lnTo>
                  <a:lnTo>
                    <a:pt x="3476" y="10852"/>
                  </a:lnTo>
                  <a:lnTo>
                    <a:pt x="3669" y="10620"/>
                  </a:lnTo>
                  <a:lnTo>
                    <a:pt x="3824" y="10388"/>
                  </a:lnTo>
                  <a:lnTo>
                    <a:pt x="3978" y="10118"/>
                  </a:lnTo>
                  <a:lnTo>
                    <a:pt x="4171" y="9539"/>
                  </a:lnTo>
                  <a:lnTo>
                    <a:pt x="4326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183"/>
                  </a:lnTo>
                  <a:lnTo>
                    <a:pt x="4596" y="6643"/>
                  </a:lnTo>
                  <a:lnTo>
                    <a:pt x="4596" y="6102"/>
                  </a:lnTo>
                  <a:lnTo>
                    <a:pt x="4519" y="4982"/>
                  </a:lnTo>
                  <a:lnTo>
                    <a:pt x="4441" y="3862"/>
                  </a:lnTo>
                  <a:lnTo>
                    <a:pt x="4326" y="2742"/>
                  </a:lnTo>
                  <a:lnTo>
                    <a:pt x="4287" y="2395"/>
                  </a:lnTo>
                  <a:lnTo>
                    <a:pt x="4210" y="1430"/>
                  </a:lnTo>
                  <a:lnTo>
                    <a:pt x="4132" y="503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" name="Google Shape;1593;p7"/>
            <p:cNvSpPr/>
            <p:nvPr/>
          </p:nvSpPr>
          <p:spPr>
            <a:xfrm>
              <a:off x="4769575" y="2562550"/>
              <a:ext cx="144825" cy="164150"/>
            </a:xfrm>
            <a:custGeom>
              <a:avLst/>
              <a:gdLst/>
              <a:ahLst/>
              <a:cxnLst/>
              <a:rect l="l" t="t" r="r" b="b"/>
              <a:pathLst>
                <a:path w="5793" h="6566" extrusionOk="0">
                  <a:moveTo>
                    <a:pt x="2858" y="464"/>
                  </a:moveTo>
                  <a:lnTo>
                    <a:pt x="3360" y="619"/>
                  </a:lnTo>
                  <a:lnTo>
                    <a:pt x="3823" y="812"/>
                  </a:lnTo>
                  <a:lnTo>
                    <a:pt x="4248" y="1082"/>
                  </a:lnTo>
                  <a:lnTo>
                    <a:pt x="4634" y="1429"/>
                  </a:lnTo>
                  <a:lnTo>
                    <a:pt x="4943" y="1854"/>
                  </a:lnTo>
                  <a:lnTo>
                    <a:pt x="5059" y="2047"/>
                  </a:lnTo>
                  <a:lnTo>
                    <a:pt x="5175" y="2279"/>
                  </a:lnTo>
                  <a:lnTo>
                    <a:pt x="5252" y="2511"/>
                  </a:lnTo>
                  <a:lnTo>
                    <a:pt x="5290" y="2781"/>
                  </a:lnTo>
                  <a:lnTo>
                    <a:pt x="5329" y="3051"/>
                  </a:lnTo>
                  <a:lnTo>
                    <a:pt x="5329" y="3322"/>
                  </a:lnTo>
                  <a:lnTo>
                    <a:pt x="5290" y="3785"/>
                  </a:lnTo>
                  <a:lnTo>
                    <a:pt x="5175" y="4248"/>
                  </a:lnTo>
                  <a:lnTo>
                    <a:pt x="4982" y="4712"/>
                  </a:lnTo>
                  <a:lnTo>
                    <a:pt x="4711" y="5098"/>
                  </a:lnTo>
                  <a:lnTo>
                    <a:pt x="4364" y="5445"/>
                  </a:lnTo>
                  <a:lnTo>
                    <a:pt x="4016" y="5716"/>
                  </a:lnTo>
                  <a:lnTo>
                    <a:pt x="3784" y="5832"/>
                  </a:lnTo>
                  <a:lnTo>
                    <a:pt x="3553" y="5947"/>
                  </a:lnTo>
                  <a:lnTo>
                    <a:pt x="3321" y="6025"/>
                  </a:lnTo>
                  <a:lnTo>
                    <a:pt x="3089" y="6063"/>
                  </a:lnTo>
                  <a:lnTo>
                    <a:pt x="2780" y="6102"/>
                  </a:lnTo>
                  <a:lnTo>
                    <a:pt x="2510" y="6102"/>
                  </a:lnTo>
                  <a:lnTo>
                    <a:pt x="2201" y="6063"/>
                  </a:lnTo>
                  <a:lnTo>
                    <a:pt x="1970" y="5986"/>
                  </a:lnTo>
                  <a:lnTo>
                    <a:pt x="1738" y="5870"/>
                  </a:lnTo>
                  <a:lnTo>
                    <a:pt x="1506" y="5754"/>
                  </a:lnTo>
                  <a:lnTo>
                    <a:pt x="1313" y="5600"/>
                  </a:lnTo>
                  <a:lnTo>
                    <a:pt x="1159" y="5445"/>
                  </a:lnTo>
                  <a:lnTo>
                    <a:pt x="1004" y="5252"/>
                  </a:lnTo>
                  <a:lnTo>
                    <a:pt x="850" y="5021"/>
                  </a:lnTo>
                  <a:lnTo>
                    <a:pt x="734" y="4789"/>
                  </a:lnTo>
                  <a:lnTo>
                    <a:pt x="618" y="4557"/>
                  </a:lnTo>
                  <a:lnTo>
                    <a:pt x="502" y="4055"/>
                  </a:lnTo>
                  <a:lnTo>
                    <a:pt x="425" y="3515"/>
                  </a:lnTo>
                  <a:lnTo>
                    <a:pt x="464" y="2974"/>
                  </a:lnTo>
                  <a:lnTo>
                    <a:pt x="541" y="2433"/>
                  </a:lnTo>
                  <a:lnTo>
                    <a:pt x="734" y="1931"/>
                  </a:lnTo>
                  <a:lnTo>
                    <a:pt x="850" y="1700"/>
                  </a:lnTo>
                  <a:lnTo>
                    <a:pt x="966" y="1507"/>
                  </a:lnTo>
                  <a:lnTo>
                    <a:pt x="1120" y="1275"/>
                  </a:lnTo>
                  <a:lnTo>
                    <a:pt x="1313" y="1121"/>
                  </a:lnTo>
                  <a:lnTo>
                    <a:pt x="1506" y="927"/>
                  </a:lnTo>
                  <a:lnTo>
                    <a:pt x="1738" y="812"/>
                  </a:lnTo>
                  <a:lnTo>
                    <a:pt x="1970" y="696"/>
                  </a:lnTo>
                  <a:lnTo>
                    <a:pt x="2201" y="580"/>
                  </a:lnTo>
                  <a:lnTo>
                    <a:pt x="2472" y="541"/>
                  </a:lnTo>
                  <a:lnTo>
                    <a:pt x="2780" y="503"/>
                  </a:lnTo>
                  <a:lnTo>
                    <a:pt x="2819" y="503"/>
                  </a:lnTo>
                  <a:lnTo>
                    <a:pt x="2858" y="464"/>
                  </a:lnTo>
                  <a:close/>
                  <a:moveTo>
                    <a:pt x="2665" y="1"/>
                  </a:moveTo>
                  <a:lnTo>
                    <a:pt x="2587" y="39"/>
                  </a:lnTo>
                  <a:lnTo>
                    <a:pt x="2510" y="78"/>
                  </a:lnTo>
                  <a:lnTo>
                    <a:pt x="2472" y="155"/>
                  </a:lnTo>
                  <a:lnTo>
                    <a:pt x="2433" y="232"/>
                  </a:lnTo>
                  <a:lnTo>
                    <a:pt x="2163" y="271"/>
                  </a:lnTo>
                  <a:lnTo>
                    <a:pt x="1854" y="310"/>
                  </a:lnTo>
                  <a:lnTo>
                    <a:pt x="1622" y="387"/>
                  </a:lnTo>
                  <a:lnTo>
                    <a:pt x="1390" y="503"/>
                  </a:lnTo>
                  <a:lnTo>
                    <a:pt x="1159" y="657"/>
                  </a:lnTo>
                  <a:lnTo>
                    <a:pt x="966" y="850"/>
                  </a:lnTo>
                  <a:lnTo>
                    <a:pt x="772" y="1043"/>
                  </a:lnTo>
                  <a:lnTo>
                    <a:pt x="618" y="1236"/>
                  </a:lnTo>
                  <a:lnTo>
                    <a:pt x="464" y="1507"/>
                  </a:lnTo>
                  <a:lnTo>
                    <a:pt x="348" y="1738"/>
                  </a:lnTo>
                  <a:lnTo>
                    <a:pt x="155" y="2279"/>
                  </a:lnTo>
                  <a:lnTo>
                    <a:pt x="39" y="2858"/>
                  </a:lnTo>
                  <a:lnTo>
                    <a:pt x="0" y="3399"/>
                  </a:lnTo>
                  <a:lnTo>
                    <a:pt x="39" y="4055"/>
                  </a:lnTo>
                  <a:lnTo>
                    <a:pt x="116" y="4364"/>
                  </a:lnTo>
                  <a:lnTo>
                    <a:pt x="193" y="4673"/>
                  </a:lnTo>
                  <a:lnTo>
                    <a:pt x="309" y="4943"/>
                  </a:lnTo>
                  <a:lnTo>
                    <a:pt x="425" y="5214"/>
                  </a:lnTo>
                  <a:lnTo>
                    <a:pt x="579" y="5445"/>
                  </a:lnTo>
                  <a:lnTo>
                    <a:pt x="734" y="5677"/>
                  </a:lnTo>
                  <a:lnTo>
                    <a:pt x="927" y="5870"/>
                  </a:lnTo>
                  <a:lnTo>
                    <a:pt x="1120" y="6063"/>
                  </a:lnTo>
                  <a:lnTo>
                    <a:pt x="1390" y="6218"/>
                  </a:lnTo>
                  <a:lnTo>
                    <a:pt x="1622" y="6372"/>
                  </a:lnTo>
                  <a:lnTo>
                    <a:pt x="1892" y="6449"/>
                  </a:lnTo>
                  <a:lnTo>
                    <a:pt x="2201" y="6527"/>
                  </a:lnTo>
                  <a:lnTo>
                    <a:pt x="2549" y="6565"/>
                  </a:lnTo>
                  <a:lnTo>
                    <a:pt x="2896" y="6565"/>
                  </a:lnTo>
                  <a:lnTo>
                    <a:pt x="3205" y="6527"/>
                  </a:lnTo>
                  <a:lnTo>
                    <a:pt x="3476" y="6449"/>
                  </a:lnTo>
                  <a:lnTo>
                    <a:pt x="3784" y="6334"/>
                  </a:lnTo>
                  <a:lnTo>
                    <a:pt x="4055" y="6218"/>
                  </a:lnTo>
                  <a:lnTo>
                    <a:pt x="4325" y="6063"/>
                  </a:lnTo>
                  <a:lnTo>
                    <a:pt x="4557" y="5909"/>
                  </a:lnTo>
                  <a:lnTo>
                    <a:pt x="4788" y="5716"/>
                  </a:lnTo>
                  <a:lnTo>
                    <a:pt x="4982" y="5484"/>
                  </a:lnTo>
                  <a:lnTo>
                    <a:pt x="5175" y="5252"/>
                  </a:lnTo>
                  <a:lnTo>
                    <a:pt x="5329" y="4982"/>
                  </a:lnTo>
                  <a:lnTo>
                    <a:pt x="5483" y="4750"/>
                  </a:lnTo>
                  <a:lnTo>
                    <a:pt x="5599" y="4441"/>
                  </a:lnTo>
                  <a:lnTo>
                    <a:pt x="5677" y="4171"/>
                  </a:lnTo>
                  <a:lnTo>
                    <a:pt x="5754" y="3862"/>
                  </a:lnTo>
                  <a:lnTo>
                    <a:pt x="5792" y="3553"/>
                  </a:lnTo>
                  <a:lnTo>
                    <a:pt x="5792" y="3244"/>
                  </a:lnTo>
                  <a:lnTo>
                    <a:pt x="5792" y="2935"/>
                  </a:lnTo>
                  <a:lnTo>
                    <a:pt x="5715" y="2626"/>
                  </a:lnTo>
                  <a:lnTo>
                    <a:pt x="5638" y="2318"/>
                  </a:lnTo>
                  <a:lnTo>
                    <a:pt x="5561" y="2047"/>
                  </a:lnTo>
                  <a:lnTo>
                    <a:pt x="5406" y="1777"/>
                  </a:lnTo>
                  <a:lnTo>
                    <a:pt x="5252" y="1507"/>
                  </a:lnTo>
                  <a:lnTo>
                    <a:pt x="5059" y="1275"/>
                  </a:lnTo>
                  <a:lnTo>
                    <a:pt x="4866" y="1043"/>
                  </a:lnTo>
                  <a:lnTo>
                    <a:pt x="4634" y="812"/>
                  </a:lnTo>
                  <a:lnTo>
                    <a:pt x="4402" y="619"/>
                  </a:lnTo>
                  <a:lnTo>
                    <a:pt x="4132" y="464"/>
                  </a:lnTo>
                  <a:lnTo>
                    <a:pt x="3862" y="310"/>
                  </a:lnTo>
                  <a:lnTo>
                    <a:pt x="3591" y="194"/>
                  </a:lnTo>
                  <a:lnTo>
                    <a:pt x="3282" y="117"/>
                  </a:lnTo>
                  <a:lnTo>
                    <a:pt x="2974" y="39"/>
                  </a:lnTo>
                  <a:lnTo>
                    <a:pt x="266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" name="Google Shape;1594;p7"/>
            <p:cNvSpPr/>
            <p:nvPr/>
          </p:nvSpPr>
          <p:spPr>
            <a:xfrm>
              <a:off x="2452675" y="2582825"/>
              <a:ext cx="296400" cy="356250"/>
            </a:xfrm>
            <a:custGeom>
              <a:avLst/>
              <a:gdLst/>
              <a:ahLst/>
              <a:cxnLst/>
              <a:rect l="l" t="t" r="r" b="b"/>
              <a:pathLst>
                <a:path w="11856" h="14250" extrusionOk="0">
                  <a:moveTo>
                    <a:pt x="7221" y="1"/>
                  </a:moveTo>
                  <a:lnTo>
                    <a:pt x="6990" y="194"/>
                  </a:lnTo>
                  <a:lnTo>
                    <a:pt x="8032" y="1777"/>
                  </a:lnTo>
                  <a:lnTo>
                    <a:pt x="9114" y="3283"/>
                  </a:lnTo>
                  <a:lnTo>
                    <a:pt x="8032" y="2704"/>
                  </a:lnTo>
                  <a:lnTo>
                    <a:pt x="6913" y="2202"/>
                  </a:lnTo>
                  <a:lnTo>
                    <a:pt x="6758" y="2472"/>
                  </a:lnTo>
                  <a:lnTo>
                    <a:pt x="8225" y="3283"/>
                  </a:lnTo>
                  <a:lnTo>
                    <a:pt x="9731" y="4094"/>
                  </a:lnTo>
                  <a:lnTo>
                    <a:pt x="10388" y="4905"/>
                  </a:lnTo>
                  <a:lnTo>
                    <a:pt x="10388" y="4943"/>
                  </a:lnTo>
                  <a:lnTo>
                    <a:pt x="10697" y="4827"/>
                  </a:lnTo>
                  <a:lnTo>
                    <a:pt x="10658" y="4712"/>
                  </a:lnTo>
                  <a:lnTo>
                    <a:pt x="10620" y="4596"/>
                  </a:lnTo>
                  <a:lnTo>
                    <a:pt x="10620" y="4596"/>
                  </a:lnTo>
                  <a:lnTo>
                    <a:pt x="10929" y="4712"/>
                  </a:lnTo>
                  <a:lnTo>
                    <a:pt x="11160" y="4827"/>
                  </a:lnTo>
                  <a:lnTo>
                    <a:pt x="11315" y="5021"/>
                  </a:lnTo>
                  <a:lnTo>
                    <a:pt x="11431" y="5252"/>
                  </a:lnTo>
                  <a:lnTo>
                    <a:pt x="11469" y="5484"/>
                  </a:lnTo>
                  <a:lnTo>
                    <a:pt x="11469" y="5754"/>
                  </a:lnTo>
                  <a:lnTo>
                    <a:pt x="11431" y="6063"/>
                  </a:lnTo>
                  <a:lnTo>
                    <a:pt x="11353" y="6372"/>
                  </a:lnTo>
                  <a:lnTo>
                    <a:pt x="11083" y="7028"/>
                  </a:lnTo>
                  <a:lnTo>
                    <a:pt x="10813" y="7646"/>
                  </a:lnTo>
                  <a:lnTo>
                    <a:pt x="10504" y="8148"/>
                  </a:lnTo>
                  <a:lnTo>
                    <a:pt x="10233" y="8573"/>
                  </a:lnTo>
                  <a:lnTo>
                    <a:pt x="9654" y="9345"/>
                  </a:lnTo>
                  <a:lnTo>
                    <a:pt x="9036" y="10079"/>
                  </a:lnTo>
                  <a:lnTo>
                    <a:pt x="8380" y="10736"/>
                  </a:lnTo>
                  <a:lnTo>
                    <a:pt x="7646" y="11353"/>
                  </a:lnTo>
                  <a:lnTo>
                    <a:pt x="6874" y="11933"/>
                  </a:lnTo>
                  <a:lnTo>
                    <a:pt x="6024" y="12435"/>
                  </a:lnTo>
                  <a:lnTo>
                    <a:pt x="5175" y="12898"/>
                  </a:lnTo>
                  <a:lnTo>
                    <a:pt x="4287" y="13284"/>
                  </a:lnTo>
                  <a:lnTo>
                    <a:pt x="3862" y="13439"/>
                  </a:lnTo>
                  <a:lnTo>
                    <a:pt x="3283" y="13632"/>
                  </a:lnTo>
                  <a:lnTo>
                    <a:pt x="2665" y="13786"/>
                  </a:lnTo>
                  <a:lnTo>
                    <a:pt x="1970" y="13941"/>
                  </a:lnTo>
                  <a:lnTo>
                    <a:pt x="1043" y="13941"/>
                  </a:lnTo>
                  <a:lnTo>
                    <a:pt x="811" y="13863"/>
                  </a:lnTo>
                  <a:lnTo>
                    <a:pt x="580" y="13709"/>
                  </a:lnTo>
                  <a:lnTo>
                    <a:pt x="425" y="13554"/>
                  </a:lnTo>
                  <a:lnTo>
                    <a:pt x="309" y="13323"/>
                  </a:lnTo>
                  <a:lnTo>
                    <a:pt x="232" y="13052"/>
                  </a:lnTo>
                  <a:lnTo>
                    <a:pt x="1" y="13130"/>
                  </a:lnTo>
                  <a:lnTo>
                    <a:pt x="1" y="13400"/>
                  </a:lnTo>
                  <a:lnTo>
                    <a:pt x="39" y="13632"/>
                  </a:lnTo>
                  <a:lnTo>
                    <a:pt x="155" y="13825"/>
                  </a:lnTo>
                  <a:lnTo>
                    <a:pt x="271" y="13941"/>
                  </a:lnTo>
                  <a:lnTo>
                    <a:pt x="464" y="14056"/>
                  </a:lnTo>
                  <a:lnTo>
                    <a:pt x="657" y="14172"/>
                  </a:lnTo>
                  <a:lnTo>
                    <a:pt x="889" y="14211"/>
                  </a:lnTo>
                  <a:lnTo>
                    <a:pt x="1120" y="14249"/>
                  </a:lnTo>
                  <a:lnTo>
                    <a:pt x="1661" y="14249"/>
                  </a:lnTo>
                  <a:lnTo>
                    <a:pt x="2163" y="14211"/>
                  </a:lnTo>
                  <a:lnTo>
                    <a:pt x="2665" y="14134"/>
                  </a:lnTo>
                  <a:lnTo>
                    <a:pt x="3051" y="14056"/>
                  </a:lnTo>
                  <a:lnTo>
                    <a:pt x="3708" y="13863"/>
                  </a:lnTo>
                  <a:lnTo>
                    <a:pt x="4364" y="13632"/>
                  </a:lnTo>
                  <a:lnTo>
                    <a:pt x="5020" y="13361"/>
                  </a:lnTo>
                  <a:lnTo>
                    <a:pt x="5638" y="13091"/>
                  </a:lnTo>
                  <a:lnTo>
                    <a:pt x="6256" y="12743"/>
                  </a:lnTo>
                  <a:lnTo>
                    <a:pt x="6835" y="12396"/>
                  </a:lnTo>
                  <a:lnTo>
                    <a:pt x="7415" y="12010"/>
                  </a:lnTo>
                  <a:lnTo>
                    <a:pt x="7955" y="11585"/>
                  </a:lnTo>
                  <a:lnTo>
                    <a:pt x="8457" y="11160"/>
                  </a:lnTo>
                  <a:lnTo>
                    <a:pt x="8959" y="10697"/>
                  </a:lnTo>
                  <a:lnTo>
                    <a:pt x="9423" y="10234"/>
                  </a:lnTo>
                  <a:lnTo>
                    <a:pt x="9847" y="9732"/>
                  </a:lnTo>
                  <a:lnTo>
                    <a:pt x="10272" y="9191"/>
                  </a:lnTo>
                  <a:lnTo>
                    <a:pt x="10620" y="8650"/>
                  </a:lnTo>
                  <a:lnTo>
                    <a:pt x="11006" y="8071"/>
                  </a:lnTo>
                  <a:lnTo>
                    <a:pt x="11315" y="7492"/>
                  </a:lnTo>
                  <a:lnTo>
                    <a:pt x="11546" y="6951"/>
                  </a:lnTo>
                  <a:lnTo>
                    <a:pt x="11778" y="6411"/>
                  </a:lnTo>
                  <a:lnTo>
                    <a:pt x="11817" y="6102"/>
                  </a:lnTo>
                  <a:lnTo>
                    <a:pt x="11855" y="5831"/>
                  </a:lnTo>
                  <a:lnTo>
                    <a:pt x="11855" y="5523"/>
                  </a:lnTo>
                  <a:lnTo>
                    <a:pt x="11778" y="5252"/>
                  </a:lnTo>
                  <a:lnTo>
                    <a:pt x="11701" y="5021"/>
                  </a:lnTo>
                  <a:lnTo>
                    <a:pt x="11585" y="4866"/>
                  </a:lnTo>
                  <a:lnTo>
                    <a:pt x="11469" y="4673"/>
                  </a:lnTo>
                  <a:lnTo>
                    <a:pt x="11315" y="4519"/>
                  </a:lnTo>
                  <a:lnTo>
                    <a:pt x="11122" y="4403"/>
                  </a:lnTo>
                  <a:lnTo>
                    <a:pt x="10929" y="4325"/>
                  </a:lnTo>
                  <a:lnTo>
                    <a:pt x="10735" y="4248"/>
                  </a:lnTo>
                  <a:lnTo>
                    <a:pt x="10504" y="4210"/>
                  </a:lnTo>
                  <a:lnTo>
                    <a:pt x="10465" y="4248"/>
                  </a:lnTo>
                  <a:lnTo>
                    <a:pt x="10388" y="4248"/>
                  </a:lnTo>
                  <a:lnTo>
                    <a:pt x="9654" y="3167"/>
                  </a:lnTo>
                  <a:lnTo>
                    <a:pt x="8882" y="2086"/>
                  </a:lnTo>
                  <a:lnTo>
                    <a:pt x="8032" y="1043"/>
                  </a:lnTo>
                  <a:lnTo>
                    <a:pt x="72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" name="Google Shape;1595;p7"/>
            <p:cNvSpPr/>
            <p:nvPr/>
          </p:nvSpPr>
          <p:spPr>
            <a:xfrm>
              <a:off x="581775" y="2586700"/>
              <a:ext cx="44450" cy="43450"/>
            </a:xfrm>
            <a:custGeom>
              <a:avLst/>
              <a:gdLst/>
              <a:ahLst/>
              <a:cxnLst/>
              <a:rect l="l" t="t" r="r" b="b"/>
              <a:pathLst>
                <a:path w="1778" h="1738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25"/>
                  </a:lnTo>
                  <a:lnTo>
                    <a:pt x="1314" y="579"/>
                  </a:lnTo>
                  <a:lnTo>
                    <a:pt x="1391" y="772"/>
                  </a:lnTo>
                  <a:lnTo>
                    <a:pt x="1391" y="965"/>
                  </a:lnTo>
                  <a:lnTo>
                    <a:pt x="1352" y="1043"/>
                  </a:lnTo>
                  <a:lnTo>
                    <a:pt x="1275" y="1120"/>
                  </a:lnTo>
                  <a:lnTo>
                    <a:pt x="1198" y="1197"/>
                  </a:lnTo>
                  <a:lnTo>
                    <a:pt x="1082" y="1274"/>
                  </a:lnTo>
                  <a:lnTo>
                    <a:pt x="889" y="1352"/>
                  </a:lnTo>
                  <a:lnTo>
                    <a:pt x="696" y="1313"/>
                  </a:lnTo>
                  <a:lnTo>
                    <a:pt x="542" y="1236"/>
                  </a:lnTo>
                  <a:lnTo>
                    <a:pt x="426" y="1081"/>
                  </a:lnTo>
                  <a:lnTo>
                    <a:pt x="387" y="888"/>
                  </a:lnTo>
                  <a:lnTo>
                    <a:pt x="387" y="734"/>
                  </a:lnTo>
                  <a:lnTo>
                    <a:pt x="464" y="541"/>
                  </a:lnTo>
                  <a:lnTo>
                    <a:pt x="542" y="386"/>
                  </a:lnTo>
                  <a:lnTo>
                    <a:pt x="542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9" y="39"/>
                  </a:lnTo>
                  <a:lnTo>
                    <a:pt x="464" y="116"/>
                  </a:lnTo>
                  <a:lnTo>
                    <a:pt x="426" y="155"/>
                  </a:lnTo>
                  <a:lnTo>
                    <a:pt x="348" y="155"/>
                  </a:lnTo>
                  <a:lnTo>
                    <a:pt x="233" y="232"/>
                  </a:lnTo>
                  <a:lnTo>
                    <a:pt x="117" y="348"/>
                  </a:lnTo>
                  <a:lnTo>
                    <a:pt x="40" y="502"/>
                  </a:lnTo>
                  <a:lnTo>
                    <a:pt x="1" y="657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40" y="1159"/>
                  </a:lnTo>
                  <a:lnTo>
                    <a:pt x="117" y="1313"/>
                  </a:lnTo>
                  <a:lnTo>
                    <a:pt x="194" y="1467"/>
                  </a:lnTo>
                  <a:lnTo>
                    <a:pt x="348" y="1583"/>
                  </a:lnTo>
                  <a:lnTo>
                    <a:pt x="464" y="1660"/>
                  </a:lnTo>
                  <a:lnTo>
                    <a:pt x="619" y="1699"/>
                  </a:lnTo>
                  <a:lnTo>
                    <a:pt x="812" y="1738"/>
                  </a:lnTo>
                  <a:lnTo>
                    <a:pt x="966" y="1738"/>
                  </a:lnTo>
                  <a:lnTo>
                    <a:pt x="1121" y="1699"/>
                  </a:lnTo>
                  <a:lnTo>
                    <a:pt x="1275" y="1622"/>
                  </a:lnTo>
                  <a:lnTo>
                    <a:pt x="1430" y="1506"/>
                  </a:lnTo>
                  <a:lnTo>
                    <a:pt x="1584" y="1390"/>
                  </a:lnTo>
                  <a:lnTo>
                    <a:pt x="1661" y="1236"/>
                  </a:lnTo>
                  <a:lnTo>
                    <a:pt x="1739" y="1081"/>
                  </a:lnTo>
                  <a:lnTo>
                    <a:pt x="1777" y="927"/>
                  </a:lnTo>
                  <a:lnTo>
                    <a:pt x="1777" y="772"/>
                  </a:lnTo>
                  <a:lnTo>
                    <a:pt x="1739" y="579"/>
                  </a:lnTo>
                  <a:lnTo>
                    <a:pt x="1661" y="425"/>
                  </a:lnTo>
                  <a:lnTo>
                    <a:pt x="1545" y="270"/>
                  </a:lnTo>
                  <a:lnTo>
                    <a:pt x="1430" y="155"/>
                  </a:lnTo>
                  <a:lnTo>
                    <a:pt x="1275" y="77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" name="Google Shape;1596;p7"/>
            <p:cNvSpPr/>
            <p:nvPr/>
          </p:nvSpPr>
          <p:spPr>
            <a:xfrm>
              <a:off x="6717675" y="2588625"/>
              <a:ext cx="42525" cy="41525"/>
            </a:xfrm>
            <a:custGeom>
              <a:avLst/>
              <a:gdLst/>
              <a:ahLst/>
              <a:cxnLst/>
              <a:rect l="l" t="t" r="r" b="b"/>
              <a:pathLst>
                <a:path w="1701" h="1661" extrusionOk="0">
                  <a:moveTo>
                    <a:pt x="1121" y="386"/>
                  </a:moveTo>
                  <a:lnTo>
                    <a:pt x="1198" y="464"/>
                  </a:lnTo>
                  <a:lnTo>
                    <a:pt x="1237" y="541"/>
                  </a:lnTo>
                  <a:lnTo>
                    <a:pt x="1314" y="695"/>
                  </a:lnTo>
                  <a:lnTo>
                    <a:pt x="1314" y="927"/>
                  </a:lnTo>
                  <a:lnTo>
                    <a:pt x="1237" y="1082"/>
                  </a:lnTo>
                  <a:lnTo>
                    <a:pt x="1159" y="1159"/>
                  </a:lnTo>
                  <a:lnTo>
                    <a:pt x="1082" y="1197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2" y="1120"/>
                  </a:lnTo>
                  <a:lnTo>
                    <a:pt x="464" y="1043"/>
                  </a:lnTo>
                  <a:lnTo>
                    <a:pt x="426" y="966"/>
                  </a:lnTo>
                  <a:lnTo>
                    <a:pt x="387" y="850"/>
                  </a:lnTo>
                  <a:lnTo>
                    <a:pt x="387" y="773"/>
                  </a:lnTo>
                  <a:lnTo>
                    <a:pt x="426" y="541"/>
                  </a:lnTo>
                  <a:lnTo>
                    <a:pt x="542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735" y="0"/>
                  </a:moveTo>
                  <a:lnTo>
                    <a:pt x="619" y="39"/>
                  </a:lnTo>
                  <a:lnTo>
                    <a:pt x="503" y="116"/>
                  </a:lnTo>
                  <a:lnTo>
                    <a:pt x="349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41"/>
                  </a:lnTo>
                  <a:lnTo>
                    <a:pt x="40" y="695"/>
                  </a:lnTo>
                  <a:lnTo>
                    <a:pt x="1" y="850"/>
                  </a:lnTo>
                  <a:lnTo>
                    <a:pt x="40" y="1004"/>
                  </a:lnTo>
                  <a:lnTo>
                    <a:pt x="78" y="1159"/>
                  </a:lnTo>
                  <a:lnTo>
                    <a:pt x="194" y="1313"/>
                  </a:lnTo>
                  <a:lnTo>
                    <a:pt x="310" y="1468"/>
                  </a:lnTo>
                  <a:lnTo>
                    <a:pt x="464" y="1545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583"/>
                  </a:lnTo>
                  <a:lnTo>
                    <a:pt x="1353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2"/>
                  </a:lnTo>
                  <a:lnTo>
                    <a:pt x="1700" y="888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8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" name="Google Shape;1597;p7"/>
            <p:cNvSpPr/>
            <p:nvPr/>
          </p:nvSpPr>
          <p:spPr>
            <a:xfrm>
              <a:off x="587575" y="259247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29"/>
                  </a:lnTo>
                  <a:lnTo>
                    <a:pt x="3939" y="4248"/>
                  </a:lnTo>
                  <a:lnTo>
                    <a:pt x="4017" y="5368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878"/>
                  </a:lnTo>
                  <a:lnTo>
                    <a:pt x="3901" y="8535"/>
                  </a:lnTo>
                  <a:lnTo>
                    <a:pt x="3746" y="9114"/>
                  </a:lnTo>
                  <a:lnTo>
                    <a:pt x="3515" y="9693"/>
                  </a:lnTo>
                  <a:lnTo>
                    <a:pt x="3244" y="10234"/>
                  </a:lnTo>
                  <a:lnTo>
                    <a:pt x="3013" y="10543"/>
                  </a:lnTo>
                  <a:lnTo>
                    <a:pt x="2781" y="10736"/>
                  </a:lnTo>
                  <a:lnTo>
                    <a:pt x="2472" y="10851"/>
                  </a:lnTo>
                  <a:lnTo>
                    <a:pt x="2202" y="10851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465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54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57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580" y="2742"/>
                  </a:lnTo>
                  <a:lnTo>
                    <a:pt x="1352" y="2356"/>
                  </a:lnTo>
                  <a:lnTo>
                    <a:pt x="2163" y="1931"/>
                  </a:lnTo>
                  <a:lnTo>
                    <a:pt x="2935" y="1429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01" y="1"/>
                  </a:moveTo>
                  <a:lnTo>
                    <a:pt x="3476" y="310"/>
                  </a:lnTo>
                  <a:lnTo>
                    <a:pt x="3051" y="619"/>
                  </a:lnTo>
                  <a:lnTo>
                    <a:pt x="2626" y="966"/>
                  </a:lnTo>
                  <a:lnTo>
                    <a:pt x="2202" y="1275"/>
                  </a:lnTo>
                  <a:lnTo>
                    <a:pt x="1313" y="1893"/>
                  </a:lnTo>
                  <a:lnTo>
                    <a:pt x="425" y="2433"/>
                  </a:lnTo>
                  <a:lnTo>
                    <a:pt x="348" y="2511"/>
                  </a:lnTo>
                  <a:lnTo>
                    <a:pt x="348" y="2627"/>
                  </a:lnTo>
                  <a:lnTo>
                    <a:pt x="271" y="2665"/>
                  </a:lnTo>
                  <a:lnTo>
                    <a:pt x="232" y="2781"/>
                  </a:lnTo>
                  <a:lnTo>
                    <a:pt x="194" y="3785"/>
                  </a:lnTo>
                  <a:lnTo>
                    <a:pt x="155" y="4828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577"/>
                  </a:lnTo>
                  <a:lnTo>
                    <a:pt x="503" y="10041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391" y="11160"/>
                  </a:lnTo>
                  <a:lnTo>
                    <a:pt x="1622" y="11276"/>
                  </a:lnTo>
                  <a:lnTo>
                    <a:pt x="1815" y="11353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19" y="11315"/>
                  </a:lnTo>
                  <a:lnTo>
                    <a:pt x="3051" y="11199"/>
                  </a:lnTo>
                  <a:lnTo>
                    <a:pt x="3283" y="11045"/>
                  </a:lnTo>
                  <a:lnTo>
                    <a:pt x="3476" y="10851"/>
                  </a:lnTo>
                  <a:lnTo>
                    <a:pt x="3669" y="10620"/>
                  </a:lnTo>
                  <a:lnTo>
                    <a:pt x="3823" y="10388"/>
                  </a:lnTo>
                  <a:lnTo>
                    <a:pt x="3978" y="10118"/>
                  </a:lnTo>
                  <a:lnTo>
                    <a:pt x="4171" y="9539"/>
                  </a:lnTo>
                  <a:lnTo>
                    <a:pt x="4325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183"/>
                  </a:lnTo>
                  <a:lnTo>
                    <a:pt x="4596" y="6642"/>
                  </a:lnTo>
                  <a:lnTo>
                    <a:pt x="4596" y="6102"/>
                  </a:lnTo>
                  <a:lnTo>
                    <a:pt x="4519" y="4982"/>
                  </a:lnTo>
                  <a:lnTo>
                    <a:pt x="4441" y="3862"/>
                  </a:lnTo>
                  <a:lnTo>
                    <a:pt x="4325" y="2742"/>
                  </a:lnTo>
                  <a:lnTo>
                    <a:pt x="4287" y="2395"/>
                  </a:lnTo>
                  <a:lnTo>
                    <a:pt x="4210" y="1429"/>
                  </a:lnTo>
                  <a:lnTo>
                    <a:pt x="4132" y="503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8" name="Google Shape;1598;p7"/>
            <p:cNvSpPr/>
            <p:nvPr/>
          </p:nvSpPr>
          <p:spPr>
            <a:xfrm>
              <a:off x="6526550" y="261565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116" y="1"/>
                  </a:moveTo>
                  <a:lnTo>
                    <a:pt x="39" y="116"/>
                  </a:lnTo>
                  <a:lnTo>
                    <a:pt x="0" y="232"/>
                  </a:lnTo>
                  <a:lnTo>
                    <a:pt x="39" y="348"/>
                  </a:lnTo>
                  <a:lnTo>
                    <a:pt x="348" y="850"/>
                  </a:lnTo>
                  <a:lnTo>
                    <a:pt x="657" y="1352"/>
                  </a:lnTo>
                  <a:lnTo>
                    <a:pt x="1004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3" y="3553"/>
                  </a:lnTo>
                  <a:lnTo>
                    <a:pt x="3205" y="3901"/>
                  </a:lnTo>
                  <a:lnTo>
                    <a:pt x="3553" y="3746"/>
                  </a:lnTo>
                  <a:lnTo>
                    <a:pt x="2781" y="2974"/>
                  </a:lnTo>
                  <a:lnTo>
                    <a:pt x="2047" y="2202"/>
                  </a:lnTo>
                  <a:lnTo>
                    <a:pt x="1352" y="1429"/>
                  </a:lnTo>
                  <a:lnTo>
                    <a:pt x="1043" y="966"/>
                  </a:lnTo>
                  <a:lnTo>
                    <a:pt x="734" y="541"/>
                  </a:lnTo>
                  <a:lnTo>
                    <a:pt x="1622" y="657"/>
                  </a:lnTo>
                  <a:lnTo>
                    <a:pt x="2510" y="850"/>
                  </a:lnTo>
                  <a:lnTo>
                    <a:pt x="3012" y="1004"/>
                  </a:lnTo>
                  <a:lnTo>
                    <a:pt x="3514" y="1198"/>
                  </a:lnTo>
                  <a:lnTo>
                    <a:pt x="4016" y="1352"/>
                  </a:lnTo>
                  <a:lnTo>
                    <a:pt x="4480" y="1506"/>
                  </a:lnTo>
                  <a:lnTo>
                    <a:pt x="4595" y="1468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4" y="1506"/>
                  </a:lnTo>
                  <a:lnTo>
                    <a:pt x="4982" y="1391"/>
                  </a:lnTo>
                  <a:lnTo>
                    <a:pt x="4634" y="1120"/>
                  </a:lnTo>
                  <a:lnTo>
                    <a:pt x="4171" y="850"/>
                  </a:lnTo>
                  <a:lnTo>
                    <a:pt x="3630" y="618"/>
                  </a:lnTo>
                  <a:lnTo>
                    <a:pt x="3089" y="425"/>
                  </a:lnTo>
                  <a:lnTo>
                    <a:pt x="2510" y="309"/>
                  </a:lnTo>
                  <a:lnTo>
                    <a:pt x="1931" y="194"/>
                  </a:lnTo>
                  <a:lnTo>
                    <a:pt x="1352" y="116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" name="Google Shape;1599;p7"/>
            <p:cNvSpPr/>
            <p:nvPr/>
          </p:nvSpPr>
          <p:spPr>
            <a:xfrm>
              <a:off x="1725750" y="2629175"/>
              <a:ext cx="67600" cy="76275"/>
            </a:xfrm>
            <a:custGeom>
              <a:avLst/>
              <a:gdLst/>
              <a:ahLst/>
              <a:cxnLst/>
              <a:rect l="l" t="t" r="r" b="b"/>
              <a:pathLst>
                <a:path w="2704" h="3051" extrusionOk="0">
                  <a:moveTo>
                    <a:pt x="1159" y="425"/>
                  </a:moveTo>
                  <a:lnTo>
                    <a:pt x="1429" y="502"/>
                  </a:lnTo>
                  <a:lnTo>
                    <a:pt x="1661" y="618"/>
                  </a:lnTo>
                  <a:lnTo>
                    <a:pt x="1854" y="772"/>
                  </a:lnTo>
                  <a:lnTo>
                    <a:pt x="2008" y="965"/>
                  </a:lnTo>
                  <a:lnTo>
                    <a:pt x="2124" y="1120"/>
                  </a:lnTo>
                  <a:lnTo>
                    <a:pt x="2202" y="1313"/>
                  </a:lnTo>
                  <a:lnTo>
                    <a:pt x="2317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2" y="2394"/>
                  </a:lnTo>
                  <a:lnTo>
                    <a:pt x="2047" y="2278"/>
                  </a:lnTo>
                  <a:lnTo>
                    <a:pt x="1622" y="2047"/>
                  </a:lnTo>
                  <a:lnTo>
                    <a:pt x="1236" y="1892"/>
                  </a:lnTo>
                  <a:lnTo>
                    <a:pt x="1004" y="1776"/>
                  </a:lnTo>
                  <a:lnTo>
                    <a:pt x="811" y="1661"/>
                  </a:lnTo>
                  <a:lnTo>
                    <a:pt x="618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1"/>
                  </a:lnTo>
                  <a:lnTo>
                    <a:pt x="541" y="657"/>
                  </a:lnTo>
                  <a:lnTo>
                    <a:pt x="618" y="579"/>
                  </a:lnTo>
                  <a:lnTo>
                    <a:pt x="696" y="502"/>
                  </a:lnTo>
                  <a:lnTo>
                    <a:pt x="811" y="463"/>
                  </a:lnTo>
                  <a:lnTo>
                    <a:pt x="927" y="425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0"/>
                  </a:lnTo>
                  <a:lnTo>
                    <a:pt x="194" y="425"/>
                  </a:lnTo>
                  <a:lnTo>
                    <a:pt x="78" y="618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1" y="1236"/>
                  </a:lnTo>
                  <a:lnTo>
                    <a:pt x="39" y="1429"/>
                  </a:lnTo>
                  <a:lnTo>
                    <a:pt x="155" y="1622"/>
                  </a:lnTo>
                  <a:lnTo>
                    <a:pt x="387" y="1854"/>
                  </a:lnTo>
                  <a:lnTo>
                    <a:pt x="618" y="2047"/>
                  </a:lnTo>
                  <a:lnTo>
                    <a:pt x="889" y="2201"/>
                  </a:lnTo>
                  <a:lnTo>
                    <a:pt x="1198" y="2317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8" y="2742"/>
                  </a:lnTo>
                  <a:lnTo>
                    <a:pt x="2202" y="2973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0" y="3012"/>
                  </a:lnTo>
                  <a:lnTo>
                    <a:pt x="2588" y="2973"/>
                  </a:lnTo>
                  <a:lnTo>
                    <a:pt x="2626" y="2896"/>
                  </a:lnTo>
                  <a:lnTo>
                    <a:pt x="2704" y="2317"/>
                  </a:lnTo>
                  <a:lnTo>
                    <a:pt x="2704" y="2008"/>
                  </a:lnTo>
                  <a:lnTo>
                    <a:pt x="2704" y="1699"/>
                  </a:lnTo>
                  <a:lnTo>
                    <a:pt x="2626" y="1429"/>
                  </a:lnTo>
                  <a:lnTo>
                    <a:pt x="2549" y="1120"/>
                  </a:lnTo>
                  <a:lnTo>
                    <a:pt x="2433" y="850"/>
                  </a:lnTo>
                  <a:lnTo>
                    <a:pt x="2279" y="579"/>
                  </a:lnTo>
                  <a:lnTo>
                    <a:pt x="2124" y="425"/>
                  </a:lnTo>
                  <a:lnTo>
                    <a:pt x="1931" y="270"/>
                  </a:lnTo>
                  <a:lnTo>
                    <a:pt x="1700" y="116"/>
                  </a:lnTo>
                  <a:lnTo>
                    <a:pt x="1506" y="39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" name="Google Shape;1600;p7"/>
            <p:cNvSpPr/>
            <p:nvPr/>
          </p:nvSpPr>
          <p:spPr>
            <a:xfrm>
              <a:off x="2602300" y="2637850"/>
              <a:ext cx="63750" cy="173800"/>
            </a:xfrm>
            <a:custGeom>
              <a:avLst/>
              <a:gdLst/>
              <a:ahLst/>
              <a:cxnLst/>
              <a:rect l="l" t="t" r="r" b="b"/>
              <a:pathLst>
                <a:path w="2550" h="6952" extrusionOk="0">
                  <a:moveTo>
                    <a:pt x="271" y="1"/>
                  </a:moveTo>
                  <a:lnTo>
                    <a:pt x="1" y="78"/>
                  </a:lnTo>
                  <a:lnTo>
                    <a:pt x="232" y="927"/>
                  </a:lnTo>
                  <a:lnTo>
                    <a:pt x="503" y="1816"/>
                  </a:lnTo>
                  <a:lnTo>
                    <a:pt x="1082" y="3515"/>
                  </a:lnTo>
                  <a:lnTo>
                    <a:pt x="2318" y="6951"/>
                  </a:lnTo>
                  <a:lnTo>
                    <a:pt x="2549" y="6874"/>
                  </a:lnTo>
                  <a:lnTo>
                    <a:pt x="2047" y="5136"/>
                  </a:lnTo>
                  <a:lnTo>
                    <a:pt x="1507" y="3399"/>
                  </a:lnTo>
                  <a:lnTo>
                    <a:pt x="928" y="1661"/>
                  </a:lnTo>
                  <a:lnTo>
                    <a:pt x="619" y="81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" name="Google Shape;1601;p7"/>
            <p:cNvSpPr/>
            <p:nvPr/>
          </p:nvSpPr>
          <p:spPr>
            <a:xfrm>
              <a:off x="531575" y="263882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121" y="386"/>
                  </a:moveTo>
                  <a:lnTo>
                    <a:pt x="1198" y="464"/>
                  </a:lnTo>
                  <a:lnTo>
                    <a:pt x="1237" y="541"/>
                  </a:lnTo>
                  <a:lnTo>
                    <a:pt x="1314" y="695"/>
                  </a:lnTo>
                  <a:lnTo>
                    <a:pt x="1314" y="927"/>
                  </a:lnTo>
                  <a:lnTo>
                    <a:pt x="1237" y="1081"/>
                  </a:lnTo>
                  <a:lnTo>
                    <a:pt x="1159" y="1159"/>
                  </a:lnTo>
                  <a:lnTo>
                    <a:pt x="1082" y="1197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2" y="1120"/>
                  </a:lnTo>
                  <a:lnTo>
                    <a:pt x="464" y="1043"/>
                  </a:lnTo>
                  <a:lnTo>
                    <a:pt x="426" y="966"/>
                  </a:lnTo>
                  <a:lnTo>
                    <a:pt x="387" y="850"/>
                  </a:lnTo>
                  <a:lnTo>
                    <a:pt x="387" y="773"/>
                  </a:lnTo>
                  <a:lnTo>
                    <a:pt x="426" y="541"/>
                  </a:lnTo>
                  <a:lnTo>
                    <a:pt x="542" y="579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735" y="0"/>
                  </a:moveTo>
                  <a:lnTo>
                    <a:pt x="619" y="39"/>
                  </a:lnTo>
                  <a:lnTo>
                    <a:pt x="503" y="116"/>
                  </a:lnTo>
                  <a:lnTo>
                    <a:pt x="348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41"/>
                  </a:lnTo>
                  <a:lnTo>
                    <a:pt x="40" y="695"/>
                  </a:lnTo>
                  <a:lnTo>
                    <a:pt x="1" y="850"/>
                  </a:lnTo>
                  <a:lnTo>
                    <a:pt x="40" y="1004"/>
                  </a:lnTo>
                  <a:lnTo>
                    <a:pt x="78" y="1159"/>
                  </a:lnTo>
                  <a:lnTo>
                    <a:pt x="194" y="1313"/>
                  </a:lnTo>
                  <a:lnTo>
                    <a:pt x="310" y="1468"/>
                  </a:lnTo>
                  <a:lnTo>
                    <a:pt x="464" y="1545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583"/>
                  </a:lnTo>
                  <a:lnTo>
                    <a:pt x="1352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1"/>
                  </a:lnTo>
                  <a:lnTo>
                    <a:pt x="1700" y="888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7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" name="Google Shape;1602;p7"/>
            <p:cNvSpPr/>
            <p:nvPr/>
          </p:nvSpPr>
          <p:spPr>
            <a:xfrm>
              <a:off x="340450" y="266585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116" y="0"/>
                  </a:moveTo>
                  <a:lnTo>
                    <a:pt x="39" y="116"/>
                  </a:lnTo>
                  <a:lnTo>
                    <a:pt x="0" y="232"/>
                  </a:lnTo>
                  <a:lnTo>
                    <a:pt x="39" y="348"/>
                  </a:lnTo>
                  <a:lnTo>
                    <a:pt x="348" y="850"/>
                  </a:lnTo>
                  <a:lnTo>
                    <a:pt x="657" y="1352"/>
                  </a:lnTo>
                  <a:lnTo>
                    <a:pt x="1004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3" y="3553"/>
                  </a:lnTo>
                  <a:lnTo>
                    <a:pt x="3205" y="3901"/>
                  </a:lnTo>
                  <a:lnTo>
                    <a:pt x="3553" y="3746"/>
                  </a:lnTo>
                  <a:lnTo>
                    <a:pt x="2780" y="2974"/>
                  </a:lnTo>
                  <a:lnTo>
                    <a:pt x="2047" y="2202"/>
                  </a:lnTo>
                  <a:lnTo>
                    <a:pt x="1352" y="1429"/>
                  </a:lnTo>
                  <a:lnTo>
                    <a:pt x="1043" y="966"/>
                  </a:lnTo>
                  <a:lnTo>
                    <a:pt x="734" y="541"/>
                  </a:lnTo>
                  <a:lnTo>
                    <a:pt x="1622" y="657"/>
                  </a:lnTo>
                  <a:lnTo>
                    <a:pt x="2510" y="850"/>
                  </a:lnTo>
                  <a:lnTo>
                    <a:pt x="3012" y="1004"/>
                  </a:lnTo>
                  <a:lnTo>
                    <a:pt x="3514" y="1198"/>
                  </a:lnTo>
                  <a:lnTo>
                    <a:pt x="4016" y="1352"/>
                  </a:lnTo>
                  <a:lnTo>
                    <a:pt x="4480" y="1506"/>
                  </a:lnTo>
                  <a:lnTo>
                    <a:pt x="4595" y="1468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4" y="1506"/>
                  </a:lnTo>
                  <a:lnTo>
                    <a:pt x="4981" y="1391"/>
                  </a:lnTo>
                  <a:lnTo>
                    <a:pt x="4634" y="1120"/>
                  </a:lnTo>
                  <a:lnTo>
                    <a:pt x="4171" y="850"/>
                  </a:lnTo>
                  <a:lnTo>
                    <a:pt x="3630" y="618"/>
                  </a:lnTo>
                  <a:lnTo>
                    <a:pt x="3089" y="425"/>
                  </a:lnTo>
                  <a:lnTo>
                    <a:pt x="2510" y="309"/>
                  </a:lnTo>
                  <a:lnTo>
                    <a:pt x="1931" y="194"/>
                  </a:lnTo>
                  <a:lnTo>
                    <a:pt x="1352" y="116"/>
                  </a:lnTo>
                  <a:lnTo>
                    <a:pt x="27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" name="Google Shape;1603;p7"/>
            <p:cNvSpPr/>
            <p:nvPr/>
          </p:nvSpPr>
          <p:spPr>
            <a:xfrm>
              <a:off x="6651075" y="2665850"/>
              <a:ext cx="126500" cy="69525"/>
            </a:xfrm>
            <a:custGeom>
              <a:avLst/>
              <a:gdLst/>
              <a:ahLst/>
              <a:cxnLst/>
              <a:rect l="l" t="t" r="r" b="b"/>
              <a:pathLst>
                <a:path w="5060" h="2781" extrusionOk="0">
                  <a:moveTo>
                    <a:pt x="4905" y="0"/>
                  </a:moveTo>
                  <a:lnTo>
                    <a:pt x="3823" y="618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395"/>
                  </a:lnTo>
                  <a:lnTo>
                    <a:pt x="39" y="2472"/>
                  </a:lnTo>
                  <a:lnTo>
                    <a:pt x="1" y="2588"/>
                  </a:lnTo>
                  <a:lnTo>
                    <a:pt x="39" y="2665"/>
                  </a:lnTo>
                  <a:lnTo>
                    <a:pt x="116" y="2742"/>
                  </a:lnTo>
                  <a:lnTo>
                    <a:pt x="387" y="2781"/>
                  </a:lnTo>
                  <a:lnTo>
                    <a:pt x="1082" y="2588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2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" name="Google Shape;1604;p7"/>
            <p:cNvSpPr/>
            <p:nvPr/>
          </p:nvSpPr>
          <p:spPr>
            <a:xfrm>
              <a:off x="1793325" y="2698675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313" y="387"/>
                  </a:moveTo>
                  <a:lnTo>
                    <a:pt x="1507" y="464"/>
                  </a:lnTo>
                  <a:lnTo>
                    <a:pt x="1661" y="580"/>
                  </a:lnTo>
                  <a:lnTo>
                    <a:pt x="1777" y="734"/>
                  </a:lnTo>
                  <a:lnTo>
                    <a:pt x="1777" y="889"/>
                  </a:lnTo>
                  <a:lnTo>
                    <a:pt x="1777" y="927"/>
                  </a:lnTo>
                  <a:lnTo>
                    <a:pt x="1738" y="1004"/>
                  </a:lnTo>
                  <a:lnTo>
                    <a:pt x="1661" y="1043"/>
                  </a:lnTo>
                  <a:lnTo>
                    <a:pt x="1584" y="1082"/>
                  </a:lnTo>
                  <a:lnTo>
                    <a:pt x="1275" y="1120"/>
                  </a:lnTo>
                  <a:lnTo>
                    <a:pt x="927" y="1120"/>
                  </a:lnTo>
                  <a:lnTo>
                    <a:pt x="618" y="1159"/>
                  </a:lnTo>
                  <a:lnTo>
                    <a:pt x="464" y="1197"/>
                  </a:lnTo>
                  <a:lnTo>
                    <a:pt x="348" y="1275"/>
                  </a:lnTo>
                  <a:lnTo>
                    <a:pt x="348" y="1120"/>
                  </a:lnTo>
                  <a:lnTo>
                    <a:pt x="348" y="1004"/>
                  </a:lnTo>
                  <a:lnTo>
                    <a:pt x="387" y="850"/>
                  </a:lnTo>
                  <a:lnTo>
                    <a:pt x="464" y="734"/>
                  </a:lnTo>
                  <a:lnTo>
                    <a:pt x="580" y="618"/>
                  </a:lnTo>
                  <a:lnTo>
                    <a:pt x="657" y="502"/>
                  </a:lnTo>
                  <a:lnTo>
                    <a:pt x="811" y="425"/>
                  </a:lnTo>
                  <a:lnTo>
                    <a:pt x="966" y="387"/>
                  </a:lnTo>
                  <a:close/>
                  <a:moveTo>
                    <a:pt x="1005" y="0"/>
                  </a:moveTo>
                  <a:lnTo>
                    <a:pt x="811" y="39"/>
                  </a:lnTo>
                  <a:lnTo>
                    <a:pt x="618" y="116"/>
                  </a:lnTo>
                  <a:lnTo>
                    <a:pt x="425" y="232"/>
                  </a:lnTo>
                  <a:lnTo>
                    <a:pt x="271" y="348"/>
                  </a:lnTo>
                  <a:lnTo>
                    <a:pt x="155" y="502"/>
                  </a:lnTo>
                  <a:lnTo>
                    <a:pt x="78" y="695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29"/>
                  </a:lnTo>
                  <a:lnTo>
                    <a:pt x="116" y="1622"/>
                  </a:lnTo>
                  <a:lnTo>
                    <a:pt x="155" y="1738"/>
                  </a:lnTo>
                  <a:lnTo>
                    <a:pt x="232" y="1777"/>
                  </a:lnTo>
                  <a:lnTo>
                    <a:pt x="348" y="1815"/>
                  </a:lnTo>
                  <a:lnTo>
                    <a:pt x="425" y="1738"/>
                  </a:lnTo>
                  <a:lnTo>
                    <a:pt x="580" y="1622"/>
                  </a:lnTo>
                  <a:lnTo>
                    <a:pt x="696" y="1545"/>
                  </a:lnTo>
                  <a:lnTo>
                    <a:pt x="889" y="1506"/>
                  </a:lnTo>
                  <a:lnTo>
                    <a:pt x="1429" y="1506"/>
                  </a:lnTo>
                  <a:lnTo>
                    <a:pt x="1584" y="1468"/>
                  </a:lnTo>
                  <a:lnTo>
                    <a:pt x="1777" y="1429"/>
                  </a:lnTo>
                  <a:lnTo>
                    <a:pt x="1931" y="1352"/>
                  </a:lnTo>
                  <a:lnTo>
                    <a:pt x="2047" y="1236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8"/>
                  </a:lnTo>
                  <a:lnTo>
                    <a:pt x="2086" y="464"/>
                  </a:lnTo>
                  <a:lnTo>
                    <a:pt x="1970" y="309"/>
                  </a:lnTo>
                  <a:lnTo>
                    <a:pt x="1815" y="193"/>
                  </a:lnTo>
                  <a:lnTo>
                    <a:pt x="1622" y="78"/>
                  </a:lnTo>
                  <a:lnTo>
                    <a:pt x="142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" name="Google Shape;1605;p7"/>
            <p:cNvSpPr/>
            <p:nvPr/>
          </p:nvSpPr>
          <p:spPr>
            <a:xfrm>
              <a:off x="2371575" y="2703500"/>
              <a:ext cx="351425" cy="207575"/>
            </a:xfrm>
            <a:custGeom>
              <a:avLst/>
              <a:gdLst/>
              <a:ahLst/>
              <a:cxnLst/>
              <a:rect l="l" t="t" r="r" b="b"/>
              <a:pathLst>
                <a:path w="14057" h="8303" extrusionOk="0">
                  <a:moveTo>
                    <a:pt x="13941" y="0"/>
                  </a:moveTo>
                  <a:lnTo>
                    <a:pt x="13632" y="116"/>
                  </a:lnTo>
                  <a:lnTo>
                    <a:pt x="13632" y="155"/>
                  </a:lnTo>
                  <a:lnTo>
                    <a:pt x="13555" y="773"/>
                  </a:lnTo>
                  <a:lnTo>
                    <a:pt x="13439" y="1313"/>
                  </a:lnTo>
                  <a:lnTo>
                    <a:pt x="13284" y="1854"/>
                  </a:lnTo>
                  <a:lnTo>
                    <a:pt x="13053" y="2395"/>
                  </a:lnTo>
                  <a:lnTo>
                    <a:pt x="12782" y="2897"/>
                  </a:lnTo>
                  <a:lnTo>
                    <a:pt x="12473" y="3360"/>
                  </a:lnTo>
                  <a:lnTo>
                    <a:pt x="12126" y="3823"/>
                  </a:lnTo>
                  <a:lnTo>
                    <a:pt x="11778" y="4248"/>
                  </a:lnTo>
                  <a:lnTo>
                    <a:pt x="11547" y="4325"/>
                  </a:lnTo>
                  <a:lnTo>
                    <a:pt x="11585" y="4441"/>
                  </a:lnTo>
                  <a:lnTo>
                    <a:pt x="11547" y="4480"/>
                  </a:lnTo>
                  <a:lnTo>
                    <a:pt x="11392" y="4557"/>
                  </a:lnTo>
                  <a:lnTo>
                    <a:pt x="11469" y="4557"/>
                  </a:lnTo>
                  <a:lnTo>
                    <a:pt x="10967" y="5020"/>
                  </a:lnTo>
                  <a:lnTo>
                    <a:pt x="10427" y="5445"/>
                  </a:lnTo>
                  <a:lnTo>
                    <a:pt x="9539" y="6063"/>
                  </a:lnTo>
                  <a:lnTo>
                    <a:pt x="8612" y="6642"/>
                  </a:lnTo>
                  <a:lnTo>
                    <a:pt x="8149" y="6912"/>
                  </a:lnTo>
                  <a:lnTo>
                    <a:pt x="7647" y="7144"/>
                  </a:lnTo>
                  <a:lnTo>
                    <a:pt x="7145" y="7376"/>
                  </a:lnTo>
                  <a:lnTo>
                    <a:pt x="6643" y="7569"/>
                  </a:lnTo>
                  <a:lnTo>
                    <a:pt x="6604" y="7453"/>
                  </a:lnTo>
                  <a:lnTo>
                    <a:pt x="6411" y="7492"/>
                  </a:lnTo>
                  <a:lnTo>
                    <a:pt x="4905" y="6372"/>
                  </a:lnTo>
                  <a:lnTo>
                    <a:pt x="3322" y="5291"/>
                  </a:lnTo>
                  <a:lnTo>
                    <a:pt x="1739" y="4248"/>
                  </a:lnTo>
                  <a:lnTo>
                    <a:pt x="78" y="3321"/>
                  </a:lnTo>
                  <a:lnTo>
                    <a:pt x="1" y="3399"/>
                  </a:lnTo>
                  <a:lnTo>
                    <a:pt x="3051" y="5600"/>
                  </a:lnTo>
                  <a:lnTo>
                    <a:pt x="6141" y="7723"/>
                  </a:lnTo>
                  <a:lnTo>
                    <a:pt x="5639" y="7839"/>
                  </a:lnTo>
                  <a:lnTo>
                    <a:pt x="5175" y="7916"/>
                  </a:lnTo>
                  <a:lnTo>
                    <a:pt x="4673" y="7955"/>
                  </a:lnTo>
                  <a:lnTo>
                    <a:pt x="4210" y="7994"/>
                  </a:lnTo>
                  <a:lnTo>
                    <a:pt x="4094" y="7994"/>
                  </a:lnTo>
                  <a:lnTo>
                    <a:pt x="4055" y="8071"/>
                  </a:lnTo>
                  <a:lnTo>
                    <a:pt x="4248" y="8303"/>
                  </a:lnTo>
                  <a:lnTo>
                    <a:pt x="5098" y="8303"/>
                  </a:lnTo>
                  <a:lnTo>
                    <a:pt x="5523" y="8264"/>
                  </a:lnTo>
                  <a:lnTo>
                    <a:pt x="5948" y="8187"/>
                  </a:lnTo>
                  <a:lnTo>
                    <a:pt x="6372" y="8110"/>
                  </a:lnTo>
                  <a:lnTo>
                    <a:pt x="6797" y="7955"/>
                  </a:lnTo>
                  <a:lnTo>
                    <a:pt x="7647" y="7646"/>
                  </a:lnTo>
                  <a:lnTo>
                    <a:pt x="8458" y="7221"/>
                  </a:lnTo>
                  <a:lnTo>
                    <a:pt x="9230" y="6758"/>
                  </a:lnTo>
                  <a:lnTo>
                    <a:pt x="10002" y="6295"/>
                  </a:lnTo>
                  <a:lnTo>
                    <a:pt x="10659" y="5793"/>
                  </a:lnTo>
                  <a:lnTo>
                    <a:pt x="11315" y="5252"/>
                  </a:lnTo>
                  <a:lnTo>
                    <a:pt x="11933" y="4673"/>
                  </a:lnTo>
                  <a:lnTo>
                    <a:pt x="12512" y="4055"/>
                  </a:lnTo>
                  <a:lnTo>
                    <a:pt x="12975" y="3360"/>
                  </a:lnTo>
                  <a:lnTo>
                    <a:pt x="13207" y="3012"/>
                  </a:lnTo>
                  <a:lnTo>
                    <a:pt x="13400" y="2665"/>
                  </a:lnTo>
                  <a:lnTo>
                    <a:pt x="13555" y="2279"/>
                  </a:lnTo>
                  <a:lnTo>
                    <a:pt x="13709" y="1893"/>
                  </a:lnTo>
                  <a:lnTo>
                    <a:pt x="13864" y="1506"/>
                  </a:lnTo>
                  <a:lnTo>
                    <a:pt x="13941" y="1082"/>
                  </a:lnTo>
                  <a:lnTo>
                    <a:pt x="14018" y="657"/>
                  </a:lnTo>
                  <a:lnTo>
                    <a:pt x="14057" y="232"/>
                  </a:lnTo>
                  <a:lnTo>
                    <a:pt x="14018" y="116"/>
                  </a:lnTo>
                  <a:lnTo>
                    <a:pt x="13941" y="39"/>
                  </a:lnTo>
                  <a:lnTo>
                    <a:pt x="1394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" name="Google Shape;1606;p7"/>
            <p:cNvSpPr/>
            <p:nvPr/>
          </p:nvSpPr>
          <p:spPr>
            <a:xfrm>
              <a:off x="6594125" y="2709300"/>
              <a:ext cx="66625" cy="99450"/>
            </a:xfrm>
            <a:custGeom>
              <a:avLst/>
              <a:gdLst/>
              <a:ahLst/>
              <a:cxnLst/>
              <a:rect l="l" t="t" r="r" b="b"/>
              <a:pathLst>
                <a:path w="2665" h="3978" extrusionOk="0">
                  <a:moveTo>
                    <a:pt x="850" y="0"/>
                  </a:moveTo>
                  <a:lnTo>
                    <a:pt x="502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1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0" y="2703"/>
                  </a:lnTo>
                  <a:lnTo>
                    <a:pt x="39" y="2935"/>
                  </a:lnTo>
                  <a:lnTo>
                    <a:pt x="78" y="3167"/>
                  </a:lnTo>
                  <a:lnTo>
                    <a:pt x="155" y="3398"/>
                  </a:lnTo>
                  <a:lnTo>
                    <a:pt x="309" y="3591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8" y="3939"/>
                  </a:lnTo>
                  <a:lnTo>
                    <a:pt x="1120" y="3977"/>
                  </a:lnTo>
                  <a:lnTo>
                    <a:pt x="1313" y="3900"/>
                  </a:lnTo>
                  <a:lnTo>
                    <a:pt x="1506" y="3823"/>
                  </a:lnTo>
                  <a:lnTo>
                    <a:pt x="1661" y="3669"/>
                  </a:lnTo>
                  <a:lnTo>
                    <a:pt x="1815" y="3514"/>
                  </a:lnTo>
                  <a:lnTo>
                    <a:pt x="1970" y="3282"/>
                  </a:lnTo>
                  <a:lnTo>
                    <a:pt x="2085" y="3051"/>
                  </a:lnTo>
                  <a:lnTo>
                    <a:pt x="2317" y="2549"/>
                  </a:lnTo>
                  <a:lnTo>
                    <a:pt x="2472" y="2008"/>
                  </a:lnTo>
                  <a:lnTo>
                    <a:pt x="2626" y="1467"/>
                  </a:lnTo>
                  <a:lnTo>
                    <a:pt x="2665" y="1043"/>
                  </a:lnTo>
                  <a:lnTo>
                    <a:pt x="2394" y="1004"/>
                  </a:lnTo>
                  <a:lnTo>
                    <a:pt x="2008" y="2008"/>
                  </a:lnTo>
                  <a:lnTo>
                    <a:pt x="1738" y="2665"/>
                  </a:lnTo>
                  <a:lnTo>
                    <a:pt x="1545" y="3012"/>
                  </a:lnTo>
                  <a:lnTo>
                    <a:pt x="1468" y="3205"/>
                  </a:lnTo>
                  <a:lnTo>
                    <a:pt x="1313" y="3282"/>
                  </a:lnTo>
                  <a:lnTo>
                    <a:pt x="1159" y="3282"/>
                  </a:lnTo>
                  <a:lnTo>
                    <a:pt x="966" y="3205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3"/>
                  </a:lnTo>
                  <a:lnTo>
                    <a:pt x="541" y="2356"/>
                  </a:lnTo>
                  <a:lnTo>
                    <a:pt x="580" y="2047"/>
                  </a:lnTo>
                  <a:lnTo>
                    <a:pt x="618" y="1622"/>
                  </a:lnTo>
                  <a:lnTo>
                    <a:pt x="734" y="1197"/>
                  </a:lnTo>
                  <a:lnTo>
                    <a:pt x="888" y="772"/>
                  </a:lnTo>
                  <a:lnTo>
                    <a:pt x="1043" y="348"/>
                  </a:lnTo>
                  <a:lnTo>
                    <a:pt x="1082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" name="Google Shape;1607;p7"/>
            <p:cNvSpPr/>
            <p:nvPr/>
          </p:nvSpPr>
          <p:spPr>
            <a:xfrm>
              <a:off x="464975" y="2716050"/>
              <a:ext cx="126500" cy="69525"/>
            </a:xfrm>
            <a:custGeom>
              <a:avLst/>
              <a:gdLst/>
              <a:ahLst/>
              <a:cxnLst/>
              <a:rect l="l" t="t" r="r" b="b"/>
              <a:pathLst>
                <a:path w="5060" h="2781" extrusionOk="0">
                  <a:moveTo>
                    <a:pt x="4905" y="0"/>
                  </a:moveTo>
                  <a:lnTo>
                    <a:pt x="3823" y="618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395"/>
                  </a:lnTo>
                  <a:lnTo>
                    <a:pt x="39" y="2472"/>
                  </a:lnTo>
                  <a:lnTo>
                    <a:pt x="0" y="2588"/>
                  </a:lnTo>
                  <a:lnTo>
                    <a:pt x="39" y="2665"/>
                  </a:lnTo>
                  <a:lnTo>
                    <a:pt x="116" y="2742"/>
                  </a:lnTo>
                  <a:lnTo>
                    <a:pt x="387" y="2781"/>
                  </a:lnTo>
                  <a:lnTo>
                    <a:pt x="1082" y="2588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2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" name="Google Shape;1608;p7"/>
            <p:cNvSpPr/>
            <p:nvPr/>
          </p:nvSpPr>
          <p:spPr>
            <a:xfrm>
              <a:off x="2488400" y="2725700"/>
              <a:ext cx="48275" cy="165100"/>
            </a:xfrm>
            <a:custGeom>
              <a:avLst/>
              <a:gdLst/>
              <a:ahLst/>
              <a:cxnLst/>
              <a:rect l="l" t="t" r="r" b="b"/>
              <a:pathLst>
                <a:path w="1931" h="6604" extrusionOk="0">
                  <a:moveTo>
                    <a:pt x="271" y="1"/>
                  </a:moveTo>
                  <a:lnTo>
                    <a:pt x="193" y="39"/>
                  </a:lnTo>
                  <a:lnTo>
                    <a:pt x="155" y="39"/>
                  </a:lnTo>
                  <a:lnTo>
                    <a:pt x="0" y="155"/>
                  </a:lnTo>
                  <a:lnTo>
                    <a:pt x="0" y="194"/>
                  </a:lnTo>
                  <a:lnTo>
                    <a:pt x="348" y="1815"/>
                  </a:lnTo>
                  <a:lnTo>
                    <a:pt x="773" y="3437"/>
                  </a:lnTo>
                  <a:lnTo>
                    <a:pt x="1236" y="5021"/>
                  </a:lnTo>
                  <a:lnTo>
                    <a:pt x="1738" y="6604"/>
                  </a:lnTo>
                  <a:lnTo>
                    <a:pt x="1931" y="6565"/>
                  </a:lnTo>
                  <a:lnTo>
                    <a:pt x="1622" y="4982"/>
                  </a:lnTo>
                  <a:lnTo>
                    <a:pt x="1236" y="3360"/>
                  </a:lnTo>
                  <a:lnTo>
                    <a:pt x="773" y="1777"/>
                  </a:lnTo>
                  <a:lnTo>
                    <a:pt x="271" y="194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" name="Google Shape;1609;p7"/>
            <p:cNvSpPr/>
            <p:nvPr/>
          </p:nvSpPr>
          <p:spPr>
            <a:xfrm>
              <a:off x="2495150" y="2725700"/>
              <a:ext cx="165100" cy="91725"/>
            </a:xfrm>
            <a:custGeom>
              <a:avLst/>
              <a:gdLst/>
              <a:ahLst/>
              <a:cxnLst/>
              <a:rect l="l" t="t" r="r" b="b"/>
              <a:pathLst>
                <a:path w="6604" h="3669" extrusionOk="0">
                  <a:moveTo>
                    <a:pt x="116" y="1"/>
                  </a:moveTo>
                  <a:lnTo>
                    <a:pt x="1" y="194"/>
                  </a:lnTo>
                  <a:lnTo>
                    <a:pt x="1622" y="1043"/>
                  </a:lnTo>
                  <a:lnTo>
                    <a:pt x="3244" y="1893"/>
                  </a:lnTo>
                  <a:lnTo>
                    <a:pt x="4017" y="2356"/>
                  </a:lnTo>
                  <a:lnTo>
                    <a:pt x="4827" y="2819"/>
                  </a:lnTo>
                  <a:lnTo>
                    <a:pt x="5638" y="3283"/>
                  </a:lnTo>
                  <a:lnTo>
                    <a:pt x="6024" y="3476"/>
                  </a:lnTo>
                  <a:lnTo>
                    <a:pt x="6449" y="3669"/>
                  </a:lnTo>
                  <a:lnTo>
                    <a:pt x="6604" y="3592"/>
                  </a:lnTo>
                  <a:lnTo>
                    <a:pt x="6604" y="3515"/>
                  </a:lnTo>
                  <a:lnTo>
                    <a:pt x="6565" y="3437"/>
                  </a:lnTo>
                  <a:lnTo>
                    <a:pt x="6218" y="3167"/>
                  </a:lnTo>
                  <a:lnTo>
                    <a:pt x="5870" y="2935"/>
                  </a:lnTo>
                  <a:lnTo>
                    <a:pt x="5098" y="2472"/>
                  </a:lnTo>
                  <a:lnTo>
                    <a:pt x="3515" y="1622"/>
                  </a:lnTo>
                  <a:lnTo>
                    <a:pt x="1815" y="773"/>
                  </a:lnTo>
                  <a:lnTo>
                    <a:pt x="966" y="387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" name="Google Shape;1610;p7"/>
            <p:cNvSpPr/>
            <p:nvPr/>
          </p:nvSpPr>
          <p:spPr>
            <a:xfrm>
              <a:off x="4212550" y="2732450"/>
              <a:ext cx="315700" cy="477900"/>
            </a:xfrm>
            <a:custGeom>
              <a:avLst/>
              <a:gdLst/>
              <a:ahLst/>
              <a:cxnLst/>
              <a:rect l="l" t="t" r="r" b="b"/>
              <a:pathLst>
                <a:path w="12628" h="19116" extrusionOk="0">
                  <a:moveTo>
                    <a:pt x="1004" y="619"/>
                  </a:moveTo>
                  <a:lnTo>
                    <a:pt x="1661" y="850"/>
                  </a:lnTo>
                  <a:lnTo>
                    <a:pt x="2317" y="1121"/>
                  </a:lnTo>
                  <a:lnTo>
                    <a:pt x="2742" y="1352"/>
                  </a:lnTo>
                  <a:lnTo>
                    <a:pt x="3167" y="1584"/>
                  </a:lnTo>
                  <a:lnTo>
                    <a:pt x="3321" y="1700"/>
                  </a:lnTo>
                  <a:lnTo>
                    <a:pt x="3476" y="1854"/>
                  </a:lnTo>
                  <a:lnTo>
                    <a:pt x="3669" y="2125"/>
                  </a:lnTo>
                  <a:lnTo>
                    <a:pt x="3862" y="2472"/>
                  </a:lnTo>
                  <a:lnTo>
                    <a:pt x="4016" y="2820"/>
                  </a:lnTo>
                  <a:lnTo>
                    <a:pt x="5677" y="6797"/>
                  </a:lnTo>
                  <a:lnTo>
                    <a:pt x="9075" y="15022"/>
                  </a:lnTo>
                  <a:lnTo>
                    <a:pt x="9152" y="15099"/>
                  </a:lnTo>
                  <a:lnTo>
                    <a:pt x="9191" y="15138"/>
                  </a:lnTo>
                  <a:lnTo>
                    <a:pt x="9345" y="15138"/>
                  </a:lnTo>
                  <a:lnTo>
                    <a:pt x="8920" y="15370"/>
                  </a:lnTo>
                  <a:lnTo>
                    <a:pt x="7955" y="13516"/>
                  </a:lnTo>
                  <a:lnTo>
                    <a:pt x="6990" y="11663"/>
                  </a:lnTo>
                  <a:lnTo>
                    <a:pt x="5020" y="7956"/>
                  </a:lnTo>
                  <a:lnTo>
                    <a:pt x="3012" y="4287"/>
                  </a:lnTo>
                  <a:lnTo>
                    <a:pt x="1004" y="619"/>
                  </a:lnTo>
                  <a:close/>
                  <a:moveTo>
                    <a:pt x="657" y="503"/>
                  </a:moveTo>
                  <a:lnTo>
                    <a:pt x="657" y="541"/>
                  </a:lnTo>
                  <a:lnTo>
                    <a:pt x="4673" y="8033"/>
                  </a:lnTo>
                  <a:lnTo>
                    <a:pt x="6719" y="11740"/>
                  </a:lnTo>
                  <a:lnTo>
                    <a:pt x="7762" y="13593"/>
                  </a:lnTo>
                  <a:lnTo>
                    <a:pt x="8805" y="15447"/>
                  </a:lnTo>
                  <a:lnTo>
                    <a:pt x="8650" y="15524"/>
                  </a:lnTo>
                  <a:lnTo>
                    <a:pt x="7414" y="13748"/>
                  </a:lnTo>
                  <a:lnTo>
                    <a:pt x="6179" y="12010"/>
                  </a:lnTo>
                  <a:lnTo>
                    <a:pt x="3592" y="8535"/>
                  </a:lnTo>
                  <a:lnTo>
                    <a:pt x="2317" y="6758"/>
                  </a:lnTo>
                  <a:lnTo>
                    <a:pt x="1004" y="4944"/>
                  </a:lnTo>
                  <a:lnTo>
                    <a:pt x="850" y="4712"/>
                  </a:lnTo>
                  <a:lnTo>
                    <a:pt x="734" y="4480"/>
                  </a:lnTo>
                  <a:lnTo>
                    <a:pt x="618" y="4210"/>
                  </a:lnTo>
                  <a:lnTo>
                    <a:pt x="541" y="3940"/>
                  </a:lnTo>
                  <a:lnTo>
                    <a:pt x="464" y="3399"/>
                  </a:lnTo>
                  <a:lnTo>
                    <a:pt x="425" y="2820"/>
                  </a:lnTo>
                  <a:lnTo>
                    <a:pt x="464" y="2241"/>
                  </a:lnTo>
                  <a:lnTo>
                    <a:pt x="502" y="1661"/>
                  </a:lnTo>
                  <a:lnTo>
                    <a:pt x="657" y="503"/>
                  </a:lnTo>
                  <a:close/>
                  <a:moveTo>
                    <a:pt x="11508" y="12280"/>
                  </a:moveTo>
                  <a:lnTo>
                    <a:pt x="11662" y="12358"/>
                  </a:lnTo>
                  <a:lnTo>
                    <a:pt x="11817" y="12435"/>
                  </a:lnTo>
                  <a:lnTo>
                    <a:pt x="12164" y="12860"/>
                  </a:lnTo>
                  <a:lnTo>
                    <a:pt x="12241" y="13053"/>
                  </a:lnTo>
                  <a:lnTo>
                    <a:pt x="12280" y="13246"/>
                  </a:lnTo>
                  <a:lnTo>
                    <a:pt x="12241" y="13439"/>
                  </a:lnTo>
                  <a:lnTo>
                    <a:pt x="12203" y="13632"/>
                  </a:lnTo>
                  <a:lnTo>
                    <a:pt x="12048" y="14018"/>
                  </a:lnTo>
                  <a:lnTo>
                    <a:pt x="11855" y="14366"/>
                  </a:lnTo>
                  <a:lnTo>
                    <a:pt x="11508" y="14790"/>
                  </a:lnTo>
                  <a:lnTo>
                    <a:pt x="11121" y="15176"/>
                  </a:lnTo>
                  <a:lnTo>
                    <a:pt x="10697" y="15524"/>
                  </a:lnTo>
                  <a:lnTo>
                    <a:pt x="10272" y="15872"/>
                  </a:lnTo>
                  <a:lnTo>
                    <a:pt x="10156" y="15872"/>
                  </a:lnTo>
                  <a:lnTo>
                    <a:pt x="10118" y="15987"/>
                  </a:lnTo>
                  <a:lnTo>
                    <a:pt x="9770" y="16180"/>
                  </a:lnTo>
                  <a:lnTo>
                    <a:pt x="9114" y="16605"/>
                  </a:lnTo>
                  <a:lnTo>
                    <a:pt x="8457" y="16953"/>
                  </a:lnTo>
                  <a:lnTo>
                    <a:pt x="7723" y="17262"/>
                  </a:lnTo>
                  <a:lnTo>
                    <a:pt x="6990" y="17493"/>
                  </a:lnTo>
                  <a:lnTo>
                    <a:pt x="6642" y="17609"/>
                  </a:lnTo>
                  <a:lnTo>
                    <a:pt x="6295" y="17648"/>
                  </a:lnTo>
                  <a:lnTo>
                    <a:pt x="5754" y="17648"/>
                  </a:lnTo>
                  <a:lnTo>
                    <a:pt x="5561" y="17571"/>
                  </a:lnTo>
                  <a:lnTo>
                    <a:pt x="5445" y="17493"/>
                  </a:lnTo>
                  <a:lnTo>
                    <a:pt x="5329" y="17416"/>
                  </a:lnTo>
                  <a:lnTo>
                    <a:pt x="5098" y="17184"/>
                  </a:lnTo>
                  <a:lnTo>
                    <a:pt x="4982" y="16876"/>
                  </a:lnTo>
                  <a:lnTo>
                    <a:pt x="4904" y="16605"/>
                  </a:lnTo>
                  <a:lnTo>
                    <a:pt x="4943" y="16412"/>
                  </a:lnTo>
                  <a:lnTo>
                    <a:pt x="4982" y="16219"/>
                  </a:lnTo>
                  <a:lnTo>
                    <a:pt x="5059" y="16065"/>
                  </a:lnTo>
                  <a:lnTo>
                    <a:pt x="5175" y="15949"/>
                  </a:lnTo>
                  <a:lnTo>
                    <a:pt x="5291" y="15833"/>
                  </a:lnTo>
                  <a:lnTo>
                    <a:pt x="5406" y="15756"/>
                  </a:lnTo>
                  <a:lnTo>
                    <a:pt x="5522" y="15717"/>
                  </a:lnTo>
                  <a:lnTo>
                    <a:pt x="5638" y="15756"/>
                  </a:lnTo>
                  <a:lnTo>
                    <a:pt x="5793" y="15833"/>
                  </a:lnTo>
                  <a:lnTo>
                    <a:pt x="5947" y="15949"/>
                  </a:lnTo>
                  <a:lnTo>
                    <a:pt x="6063" y="16142"/>
                  </a:lnTo>
                  <a:lnTo>
                    <a:pt x="6256" y="16374"/>
                  </a:lnTo>
                  <a:lnTo>
                    <a:pt x="6102" y="16412"/>
                  </a:lnTo>
                  <a:lnTo>
                    <a:pt x="6024" y="16451"/>
                  </a:lnTo>
                  <a:lnTo>
                    <a:pt x="6024" y="16567"/>
                  </a:lnTo>
                  <a:lnTo>
                    <a:pt x="6063" y="16644"/>
                  </a:lnTo>
                  <a:lnTo>
                    <a:pt x="6140" y="16644"/>
                  </a:lnTo>
                  <a:lnTo>
                    <a:pt x="6912" y="16567"/>
                  </a:lnTo>
                  <a:lnTo>
                    <a:pt x="7685" y="16374"/>
                  </a:lnTo>
                  <a:lnTo>
                    <a:pt x="8496" y="16065"/>
                  </a:lnTo>
                  <a:lnTo>
                    <a:pt x="9229" y="15717"/>
                  </a:lnTo>
                  <a:lnTo>
                    <a:pt x="9616" y="15485"/>
                  </a:lnTo>
                  <a:lnTo>
                    <a:pt x="9963" y="15254"/>
                  </a:lnTo>
                  <a:lnTo>
                    <a:pt x="10272" y="15022"/>
                  </a:lnTo>
                  <a:lnTo>
                    <a:pt x="10581" y="14752"/>
                  </a:lnTo>
                  <a:lnTo>
                    <a:pt x="10890" y="14481"/>
                  </a:lnTo>
                  <a:lnTo>
                    <a:pt x="11121" y="14173"/>
                  </a:lnTo>
                  <a:lnTo>
                    <a:pt x="11353" y="13825"/>
                  </a:lnTo>
                  <a:lnTo>
                    <a:pt x="11546" y="13516"/>
                  </a:lnTo>
                  <a:lnTo>
                    <a:pt x="11546" y="13439"/>
                  </a:lnTo>
                  <a:lnTo>
                    <a:pt x="11546" y="13362"/>
                  </a:lnTo>
                  <a:lnTo>
                    <a:pt x="11508" y="13284"/>
                  </a:lnTo>
                  <a:lnTo>
                    <a:pt x="11430" y="13246"/>
                  </a:lnTo>
                  <a:lnTo>
                    <a:pt x="11237" y="13246"/>
                  </a:lnTo>
                  <a:lnTo>
                    <a:pt x="11160" y="13323"/>
                  </a:lnTo>
                  <a:lnTo>
                    <a:pt x="10967" y="13671"/>
                  </a:lnTo>
                  <a:lnTo>
                    <a:pt x="10774" y="13555"/>
                  </a:lnTo>
                  <a:lnTo>
                    <a:pt x="10658" y="13439"/>
                  </a:lnTo>
                  <a:lnTo>
                    <a:pt x="10619" y="13284"/>
                  </a:lnTo>
                  <a:lnTo>
                    <a:pt x="10581" y="13169"/>
                  </a:lnTo>
                  <a:lnTo>
                    <a:pt x="10619" y="13014"/>
                  </a:lnTo>
                  <a:lnTo>
                    <a:pt x="10658" y="12860"/>
                  </a:lnTo>
                  <a:lnTo>
                    <a:pt x="10851" y="12628"/>
                  </a:lnTo>
                  <a:lnTo>
                    <a:pt x="10928" y="12473"/>
                  </a:lnTo>
                  <a:lnTo>
                    <a:pt x="11044" y="12358"/>
                  </a:lnTo>
                  <a:lnTo>
                    <a:pt x="11121" y="12319"/>
                  </a:lnTo>
                  <a:lnTo>
                    <a:pt x="11237" y="12280"/>
                  </a:lnTo>
                  <a:close/>
                  <a:moveTo>
                    <a:pt x="425" y="1"/>
                  </a:moveTo>
                  <a:lnTo>
                    <a:pt x="348" y="40"/>
                  </a:lnTo>
                  <a:lnTo>
                    <a:pt x="271" y="117"/>
                  </a:lnTo>
                  <a:lnTo>
                    <a:pt x="232" y="194"/>
                  </a:lnTo>
                  <a:lnTo>
                    <a:pt x="78" y="2588"/>
                  </a:lnTo>
                  <a:lnTo>
                    <a:pt x="39" y="3013"/>
                  </a:lnTo>
                  <a:lnTo>
                    <a:pt x="0" y="3476"/>
                  </a:lnTo>
                  <a:lnTo>
                    <a:pt x="39" y="3901"/>
                  </a:lnTo>
                  <a:lnTo>
                    <a:pt x="116" y="4326"/>
                  </a:lnTo>
                  <a:lnTo>
                    <a:pt x="232" y="4519"/>
                  </a:lnTo>
                  <a:lnTo>
                    <a:pt x="348" y="4751"/>
                  </a:lnTo>
                  <a:lnTo>
                    <a:pt x="618" y="5175"/>
                  </a:lnTo>
                  <a:lnTo>
                    <a:pt x="1236" y="5986"/>
                  </a:lnTo>
                  <a:lnTo>
                    <a:pt x="2665" y="7956"/>
                  </a:lnTo>
                  <a:lnTo>
                    <a:pt x="5445" y="11817"/>
                  </a:lnTo>
                  <a:lnTo>
                    <a:pt x="6874" y="13748"/>
                  </a:lnTo>
                  <a:lnTo>
                    <a:pt x="8341" y="15640"/>
                  </a:lnTo>
                  <a:lnTo>
                    <a:pt x="7492" y="15987"/>
                  </a:lnTo>
                  <a:lnTo>
                    <a:pt x="6642" y="16258"/>
                  </a:lnTo>
                  <a:lnTo>
                    <a:pt x="6681" y="16103"/>
                  </a:lnTo>
                  <a:lnTo>
                    <a:pt x="6681" y="15949"/>
                  </a:lnTo>
                  <a:lnTo>
                    <a:pt x="6642" y="15756"/>
                  </a:lnTo>
                  <a:lnTo>
                    <a:pt x="6565" y="15640"/>
                  </a:lnTo>
                  <a:lnTo>
                    <a:pt x="6488" y="15485"/>
                  </a:lnTo>
                  <a:lnTo>
                    <a:pt x="6333" y="15370"/>
                  </a:lnTo>
                  <a:lnTo>
                    <a:pt x="6179" y="15292"/>
                  </a:lnTo>
                  <a:lnTo>
                    <a:pt x="6024" y="15254"/>
                  </a:lnTo>
                  <a:lnTo>
                    <a:pt x="5715" y="15254"/>
                  </a:lnTo>
                  <a:lnTo>
                    <a:pt x="5484" y="15292"/>
                  </a:lnTo>
                  <a:lnTo>
                    <a:pt x="5213" y="15408"/>
                  </a:lnTo>
                  <a:lnTo>
                    <a:pt x="5020" y="15601"/>
                  </a:lnTo>
                  <a:lnTo>
                    <a:pt x="4827" y="15794"/>
                  </a:lnTo>
                  <a:lnTo>
                    <a:pt x="4711" y="16026"/>
                  </a:lnTo>
                  <a:lnTo>
                    <a:pt x="4596" y="16296"/>
                  </a:lnTo>
                  <a:lnTo>
                    <a:pt x="4596" y="16567"/>
                  </a:lnTo>
                  <a:lnTo>
                    <a:pt x="4634" y="16991"/>
                  </a:lnTo>
                  <a:lnTo>
                    <a:pt x="4750" y="17300"/>
                  </a:lnTo>
                  <a:lnTo>
                    <a:pt x="4904" y="17532"/>
                  </a:lnTo>
                  <a:lnTo>
                    <a:pt x="5098" y="17725"/>
                  </a:lnTo>
                  <a:lnTo>
                    <a:pt x="5368" y="17841"/>
                  </a:lnTo>
                  <a:lnTo>
                    <a:pt x="5677" y="17918"/>
                  </a:lnTo>
                  <a:lnTo>
                    <a:pt x="6024" y="17957"/>
                  </a:lnTo>
                  <a:lnTo>
                    <a:pt x="6372" y="17918"/>
                  </a:lnTo>
                  <a:lnTo>
                    <a:pt x="6719" y="17841"/>
                  </a:lnTo>
                  <a:lnTo>
                    <a:pt x="7106" y="17764"/>
                  </a:lnTo>
                  <a:lnTo>
                    <a:pt x="7878" y="17532"/>
                  </a:lnTo>
                  <a:lnTo>
                    <a:pt x="8573" y="17223"/>
                  </a:lnTo>
                  <a:lnTo>
                    <a:pt x="9152" y="16953"/>
                  </a:lnTo>
                  <a:lnTo>
                    <a:pt x="9229" y="16876"/>
                  </a:lnTo>
                  <a:lnTo>
                    <a:pt x="9461" y="16760"/>
                  </a:lnTo>
                  <a:lnTo>
                    <a:pt x="10233" y="16258"/>
                  </a:lnTo>
                  <a:lnTo>
                    <a:pt x="10813" y="17107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5"/>
                  </a:lnTo>
                  <a:lnTo>
                    <a:pt x="12280" y="19038"/>
                  </a:lnTo>
                  <a:lnTo>
                    <a:pt x="12203" y="18884"/>
                  </a:lnTo>
                  <a:lnTo>
                    <a:pt x="11817" y="18150"/>
                  </a:lnTo>
                  <a:lnTo>
                    <a:pt x="11392" y="17455"/>
                  </a:lnTo>
                  <a:lnTo>
                    <a:pt x="10928" y="16760"/>
                  </a:lnTo>
                  <a:lnTo>
                    <a:pt x="10465" y="16103"/>
                  </a:lnTo>
                  <a:lnTo>
                    <a:pt x="10967" y="15717"/>
                  </a:lnTo>
                  <a:lnTo>
                    <a:pt x="11469" y="15254"/>
                  </a:lnTo>
                  <a:lnTo>
                    <a:pt x="11894" y="14790"/>
                  </a:lnTo>
                  <a:lnTo>
                    <a:pt x="12125" y="14559"/>
                  </a:lnTo>
                  <a:lnTo>
                    <a:pt x="12280" y="14288"/>
                  </a:lnTo>
                  <a:lnTo>
                    <a:pt x="12434" y="14057"/>
                  </a:lnTo>
                  <a:lnTo>
                    <a:pt x="12512" y="13786"/>
                  </a:lnTo>
                  <a:lnTo>
                    <a:pt x="12589" y="13555"/>
                  </a:lnTo>
                  <a:lnTo>
                    <a:pt x="12627" y="13284"/>
                  </a:lnTo>
                  <a:lnTo>
                    <a:pt x="12589" y="13053"/>
                  </a:lnTo>
                  <a:lnTo>
                    <a:pt x="12512" y="12821"/>
                  </a:lnTo>
                  <a:lnTo>
                    <a:pt x="12357" y="12589"/>
                  </a:lnTo>
                  <a:lnTo>
                    <a:pt x="12164" y="12358"/>
                  </a:lnTo>
                  <a:lnTo>
                    <a:pt x="11971" y="12203"/>
                  </a:lnTo>
                  <a:lnTo>
                    <a:pt x="11739" y="12087"/>
                  </a:lnTo>
                  <a:lnTo>
                    <a:pt x="11469" y="12010"/>
                  </a:lnTo>
                  <a:lnTo>
                    <a:pt x="11237" y="12010"/>
                  </a:lnTo>
                  <a:lnTo>
                    <a:pt x="10967" y="12049"/>
                  </a:lnTo>
                  <a:lnTo>
                    <a:pt x="10735" y="12126"/>
                  </a:lnTo>
                  <a:lnTo>
                    <a:pt x="10542" y="12280"/>
                  </a:lnTo>
                  <a:lnTo>
                    <a:pt x="10388" y="12512"/>
                  </a:lnTo>
                  <a:lnTo>
                    <a:pt x="10311" y="12705"/>
                  </a:lnTo>
                  <a:lnTo>
                    <a:pt x="10272" y="12898"/>
                  </a:lnTo>
                  <a:lnTo>
                    <a:pt x="10272" y="13091"/>
                  </a:lnTo>
                  <a:lnTo>
                    <a:pt x="10311" y="13284"/>
                  </a:lnTo>
                  <a:lnTo>
                    <a:pt x="10388" y="13477"/>
                  </a:lnTo>
                  <a:lnTo>
                    <a:pt x="10504" y="13632"/>
                  </a:lnTo>
                  <a:lnTo>
                    <a:pt x="10619" y="13786"/>
                  </a:lnTo>
                  <a:lnTo>
                    <a:pt x="10813" y="13902"/>
                  </a:lnTo>
                  <a:lnTo>
                    <a:pt x="10504" y="14250"/>
                  </a:lnTo>
                  <a:lnTo>
                    <a:pt x="10156" y="14597"/>
                  </a:lnTo>
                  <a:lnTo>
                    <a:pt x="9770" y="14868"/>
                  </a:lnTo>
                  <a:lnTo>
                    <a:pt x="9430" y="15084"/>
                  </a:lnTo>
                  <a:lnTo>
                    <a:pt x="9461" y="15022"/>
                  </a:lnTo>
                  <a:lnTo>
                    <a:pt x="9500" y="14945"/>
                  </a:lnTo>
                  <a:lnTo>
                    <a:pt x="9461" y="14829"/>
                  </a:lnTo>
                  <a:lnTo>
                    <a:pt x="5715" y="5754"/>
                  </a:lnTo>
                  <a:lnTo>
                    <a:pt x="4789" y="3476"/>
                  </a:lnTo>
                  <a:lnTo>
                    <a:pt x="4364" y="2472"/>
                  </a:lnTo>
                  <a:lnTo>
                    <a:pt x="4132" y="1970"/>
                  </a:lnTo>
                  <a:lnTo>
                    <a:pt x="3978" y="1739"/>
                  </a:lnTo>
                  <a:lnTo>
                    <a:pt x="3823" y="1545"/>
                  </a:lnTo>
                  <a:lnTo>
                    <a:pt x="3514" y="1237"/>
                  </a:lnTo>
                  <a:lnTo>
                    <a:pt x="3128" y="966"/>
                  </a:lnTo>
                  <a:lnTo>
                    <a:pt x="2742" y="773"/>
                  </a:lnTo>
                  <a:lnTo>
                    <a:pt x="2279" y="541"/>
                  </a:lnTo>
                  <a:lnTo>
                    <a:pt x="1815" y="387"/>
                  </a:lnTo>
                  <a:lnTo>
                    <a:pt x="1391" y="233"/>
                  </a:lnTo>
                  <a:lnTo>
                    <a:pt x="54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" name="Google Shape;1611;p7"/>
            <p:cNvSpPr/>
            <p:nvPr/>
          </p:nvSpPr>
          <p:spPr>
            <a:xfrm>
              <a:off x="3419975" y="2751775"/>
              <a:ext cx="68575" cy="77250"/>
            </a:xfrm>
            <a:custGeom>
              <a:avLst/>
              <a:gdLst/>
              <a:ahLst/>
              <a:cxnLst/>
              <a:rect l="l" t="t" r="r" b="b"/>
              <a:pathLst>
                <a:path w="2743" h="3090" extrusionOk="0">
                  <a:moveTo>
                    <a:pt x="1198" y="464"/>
                  </a:moveTo>
                  <a:lnTo>
                    <a:pt x="1429" y="502"/>
                  </a:lnTo>
                  <a:lnTo>
                    <a:pt x="1700" y="618"/>
                  </a:lnTo>
                  <a:lnTo>
                    <a:pt x="1893" y="772"/>
                  </a:lnTo>
                  <a:lnTo>
                    <a:pt x="2047" y="966"/>
                  </a:lnTo>
                  <a:lnTo>
                    <a:pt x="2163" y="1159"/>
                  </a:lnTo>
                  <a:lnTo>
                    <a:pt x="2240" y="1352"/>
                  </a:lnTo>
                  <a:lnTo>
                    <a:pt x="2356" y="1738"/>
                  </a:lnTo>
                  <a:lnTo>
                    <a:pt x="2395" y="2163"/>
                  </a:lnTo>
                  <a:lnTo>
                    <a:pt x="2395" y="2587"/>
                  </a:lnTo>
                  <a:lnTo>
                    <a:pt x="2240" y="2433"/>
                  </a:lnTo>
                  <a:lnTo>
                    <a:pt x="2047" y="2278"/>
                  </a:lnTo>
                  <a:lnTo>
                    <a:pt x="1661" y="2085"/>
                  </a:lnTo>
                  <a:lnTo>
                    <a:pt x="1275" y="1931"/>
                  </a:lnTo>
                  <a:lnTo>
                    <a:pt x="1043" y="1815"/>
                  </a:lnTo>
                  <a:lnTo>
                    <a:pt x="850" y="1699"/>
                  </a:lnTo>
                  <a:lnTo>
                    <a:pt x="657" y="1545"/>
                  </a:lnTo>
                  <a:lnTo>
                    <a:pt x="503" y="1390"/>
                  </a:lnTo>
                  <a:lnTo>
                    <a:pt x="425" y="1197"/>
                  </a:lnTo>
                  <a:lnTo>
                    <a:pt x="425" y="1081"/>
                  </a:lnTo>
                  <a:lnTo>
                    <a:pt x="425" y="966"/>
                  </a:lnTo>
                  <a:lnTo>
                    <a:pt x="503" y="811"/>
                  </a:lnTo>
                  <a:lnTo>
                    <a:pt x="541" y="695"/>
                  </a:lnTo>
                  <a:lnTo>
                    <a:pt x="618" y="618"/>
                  </a:lnTo>
                  <a:lnTo>
                    <a:pt x="734" y="541"/>
                  </a:lnTo>
                  <a:lnTo>
                    <a:pt x="850" y="464"/>
                  </a:lnTo>
                  <a:close/>
                  <a:moveTo>
                    <a:pt x="1043" y="0"/>
                  </a:moveTo>
                  <a:lnTo>
                    <a:pt x="812" y="77"/>
                  </a:lnTo>
                  <a:lnTo>
                    <a:pt x="580" y="155"/>
                  </a:lnTo>
                  <a:lnTo>
                    <a:pt x="387" y="309"/>
                  </a:lnTo>
                  <a:lnTo>
                    <a:pt x="232" y="464"/>
                  </a:lnTo>
                  <a:lnTo>
                    <a:pt x="116" y="618"/>
                  </a:lnTo>
                  <a:lnTo>
                    <a:pt x="39" y="811"/>
                  </a:lnTo>
                  <a:lnTo>
                    <a:pt x="1" y="1043"/>
                  </a:lnTo>
                  <a:lnTo>
                    <a:pt x="39" y="1236"/>
                  </a:lnTo>
                  <a:lnTo>
                    <a:pt x="78" y="1468"/>
                  </a:lnTo>
                  <a:lnTo>
                    <a:pt x="194" y="1661"/>
                  </a:lnTo>
                  <a:lnTo>
                    <a:pt x="387" y="1892"/>
                  </a:lnTo>
                  <a:lnTo>
                    <a:pt x="657" y="2085"/>
                  </a:lnTo>
                  <a:lnTo>
                    <a:pt x="927" y="2201"/>
                  </a:lnTo>
                  <a:lnTo>
                    <a:pt x="1236" y="2317"/>
                  </a:lnTo>
                  <a:lnTo>
                    <a:pt x="1507" y="2433"/>
                  </a:lnTo>
                  <a:lnTo>
                    <a:pt x="1777" y="2587"/>
                  </a:lnTo>
                  <a:lnTo>
                    <a:pt x="2009" y="2780"/>
                  </a:lnTo>
                  <a:lnTo>
                    <a:pt x="2240" y="3012"/>
                  </a:lnTo>
                  <a:lnTo>
                    <a:pt x="2317" y="3051"/>
                  </a:lnTo>
                  <a:lnTo>
                    <a:pt x="2395" y="3089"/>
                  </a:lnTo>
                  <a:lnTo>
                    <a:pt x="2472" y="3051"/>
                  </a:lnTo>
                  <a:lnTo>
                    <a:pt x="2549" y="3012"/>
                  </a:lnTo>
                  <a:lnTo>
                    <a:pt x="2588" y="3012"/>
                  </a:lnTo>
                  <a:lnTo>
                    <a:pt x="2626" y="2935"/>
                  </a:lnTo>
                  <a:lnTo>
                    <a:pt x="2704" y="2356"/>
                  </a:lnTo>
                  <a:lnTo>
                    <a:pt x="2742" y="2047"/>
                  </a:lnTo>
                  <a:lnTo>
                    <a:pt x="2704" y="1738"/>
                  </a:lnTo>
                  <a:lnTo>
                    <a:pt x="2665" y="1429"/>
                  </a:lnTo>
                  <a:lnTo>
                    <a:pt x="2588" y="1159"/>
                  </a:lnTo>
                  <a:lnTo>
                    <a:pt x="2472" y="888"/>
                  </a:lnTo>
                  <a:lnTo>
                    <a:pt x="2317" y="618"/>
                  </a:lnTo>
                  <a:lnTo>
                    <a:pt x="2124" y="425"/>
                  </a:lnTo>
                  <a:lnTo>
                    <a:pt x="1931" y="270"/>
                  </a:lnTo>
                  <a:lnTo>
                    <a:pt x="1738" y="155"/>
                  </a:lnTo>
                  <a:lnTo>
                    <a:pt x="1507" y="77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" name="Google Shape;1612;p7"/>
            <p:cNvSpPr/>
            <p:nvPr/>
          </p:nvSpPr>
          <p:spPr>
            <a:xfrm>
              <a:off x="408025" y="2759500"/>
              <a:ext cx="66625" cy="99450"/>
            </a:xfrm>
            <a:custGeom>
              <a:avLst/>
              <a:gdLst/>
              <a:ahLst/>
              <a:cxnLst/>
              <a:rect l="l" t="t" r="r" b="b"/>
              <a:pathLst>
                <a:path w="2665" h="3978" extrusionOk="0">
                  <a:moveTo>
                    <a:pt x="850" y="0"/>
                  </a:moveTo>
                  <a:lnTo>
                    <a:pt x="502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1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0" y="2703"/>
                  </a:lnTo>
                  <a:lnTo>
                    <a:pt x="39" y="2935"/>
                  </a:lnTo>
                  <a:lnTo>
                    <a:pt x="77" y="3167"/>
                  </a:lnTo>
                  <a:lnTo>
                    <a:pt x="155" y="3398"/>
                  </a:lnTo>
                  <a:lnTo>
                    <a:pt x="309" y="3591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8" y="3939"/>
                  </a:lnTo>
                  <a:lnTo>
                    <a:pt x="1120" y="3977"/>
                  </a:lnTo>
                  <a:lnTo>
                    <a:pt x="1313" y="3900"/>
                  </a:lnTo>
                  <a:lnTo>
                    <a:pt x="1506" y="3823"/>
                  </a:lnTo>
                  <a:lnTo>
                    <a:pt x="1661" y="3669"/>
                  </a:lnTo>
                  <a:lnTo>
                    <a:pt x="1815" y="3514"/>
                  </a:lnTo>
                  <a:lnTo>
                    <a:pt x="1970" y="3282"/>
                  </a:lnTo>
                  <a:lnTo>
                    <a:pt x="2085" y="3051"/>
                  </a:lnTo>
                  <a:lnTo>
                    <a:pt x="2317" y="2549"/>
                  </a:lnTo>
                  <a:lnTo>
                    <a:pt x="2472" y="2008"/>
                  </a:lnTo>
                  <a:lnTo>
                    <a:pt x="2626" y="1467"/>
                  </a:lnTo>
                  <a:lnTo>
                    <a:pt x="2665" y="1043"/>
                  </a:lnTo>
                  <a:lnTo>
                    <a:pt x="2394" y="1004"/>
                  </a:lnTo>
                  <a:lnTo>
                    <a:pt x="2008" y="2008"/>
                  </a:lnTo>
                  <a:lnTo>
                    <a:pt x="1738" y="2665"/>
                  </a:lnTo>
                  <a:lnTo>
                    <a:pt x="1545" y="3012"/>
                  </a:lnTo>
                  <a:lnTo>
                    <a:pt x="1468" y="3205"/>
                  </a:lnTo>
                  <a:lnTo>
                    <a:pt x="1313" y="3282"/>
                  </a:lnTo>
                  <a:lnTo>
                    <a:pt x="1159" y="3282"/>
                  </a:lnTo>
                  <a:lnTo>
                    <a:pt x="966" y="3205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3"/>
                  </a:lnTo>
                  <a:lnTo>
                    <a:pt x="541" y="2356"/>
                  </a:lnTo>
                  <a:lnTo>
                    <a:pt x="579" y="2047"/>
                  </a:lnTo>
                  <a:lnTo>
                    <a:pt x="618" y="1622"/>
                  </a:lnTo>
                  <a:lnTo>
                    <a:pt x="734" y="1197"/>
                  </a:lnTo>
                  <a:lnTo>
                    <a:pt x="888" y="772"/>
                  </a:lnTo>
                  <a:lnTo>
                    <a:pt x="1043" y="348"/>
                  </a:lnTo>
                  <a:lnTo>
                    <a:pt x="1081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" name="Google Shape;1613;p7"/>
            <p:cNvSpPr/>
            <p:nvPr/>
          </p:nvSpPr>
          <p:spPr>
            <a:xfrm>
              <a:off x="1650450" y="2767225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0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0"/>
                  </a:lnTo>
                  <a:lnTo>
                    <a:pt x="3862" y="502"/>
                  </a:lnTo>
                  <a:lnTo>
                    <a:pt x="3321" y="772"/>
                  </a:lnTo>
                  <a:lnTo>
                    <a:pt x="2781" y="1081"/>
                  </a:lnTo>
                  <a:lnTo>
                    <a:pt x="2279" y="1429"/>
                  </a:lnTo>
                  <a:lnTo>
                    <a:pt x="1815" y="1854"/>
                  </a:lnTo>
                  <a:lnTo>
                    <a:pt x="1429" y="2278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3" y="3746"/>
                  </a:lnTo>
                  <a:lnTo>
                    <a:pt x="271" y="4248"/>
                  </a:lnTo>
                  <a:lnTo>
                    <a:pt x="116" y="4788"/>
                  </a:lnTo>
                  <a:lnTo>
                    <a:pt x="1" y="5367"/>
                  </a:lnTo>
                  <a:lnTo>
                    <a:pt x="348" y="5406"/>
                  </a:lnTo>
                  <a:lnTo>
                    <a:pt x="464" y="4981"/>
                  </a:lnTo>
                  <a:lnTo>
                    <a:pt x="580" y="4595"/>
                  </a:lnTo>
                  <a:lnTo>
                    <a:pt x="811" y="3977"/>
                  </a:lnTo>
                  <a:lnTo>
                    <a:pt x="1120" y="3398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6"/>
                  </a:lnTo>
                  <a:lnTo>
                    <a:pt x="3399" y="1158"/>
                  </a:lnTo>
                  <a:lnTo>
                    <a:pt x="3978" y="888"/>
                  </a:lnTo>
                  <a:lnTo>
                    <a:pt x="4634" y="656"/>
                  </a:lnTo>
                  <a:lnTo>
                    <a:pt x="5252" y="463"/>
                  </a:lnTo>
                  <a:lnTo>
                    <a:pt x="5909" y="386"/>
                  </a:lnTo>
                  <a:lnTo>
                    <a:pt x="6565" y="386"/>
                  </a:lnTo>
                  <a:lnTo>
                    <a:pt x="7222" y="463"/>
                  </a:lnTo>
                  <a:lnTo>
                    <a:pt x="7878" y="579"/>
                  </a:lnTo>
                  <a:lnTo>
                    <a:pt x="8496" y="811"/>
                  </a:lnTo>
                  <a:lnTo>
                    <a:pt x="9114" y="1081"/>
                  </a:lnTo>
                  <a:lnTo>
                    <a:pt x="9423" y="1274"/>
                  </a:lnTo>
                  <a:lnTo>
                    <a:pt x="9731" y="1506"/>
                  </a:lnTo>
                  <a:lnTo>
                    <a:pt x="10040" y="1699"/>
                  </a:lnTo>
                  <a:lnTo>
                    <a:pt x="10311" y="1931"/>
                  </a:lnTo>
                  <a:lnTo>
                    <a:pt x="10774" y="2471"/>
                  </a:lnTo>
                  <a:lnTo>
                    <a:pt x="11199" y="3012"/>
                  </a:lnTo>
                  <a:lnTo>
                    <a:pt x="11546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5" y="5638"/>
                  </a:lnTo>
                  <a:lnTo>
                    <a:pt x="12628" y="6217"/>
                  </a:lnTo>
                  <a:lnTo>
                    <a:pt x="12859" y="6796"/>
                  </a:lnTo>
                  <a:lnTo>
                    <a:pt x="13130" y="7375"/>
                  </a:lnTo>
                  <a:lnTo>
                    <a:pt x="13439" y="7955"/>
                  </a:lnTo>
                  <a:lnTo>
                    <a:pt x="13825" y="8495"/>
                  </a:lnTo>
                  <a:lnTo>
                    <a:pt x="14249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499"/>
                  </a:lnTo>
                  <a:lnTo>
                    <a:pt x="15292" y="9654"/>
                  </a:lnTo>
                  <a:lnTo>
                    <a:pt x="15755" y="9808"/>
                  </a:lnTo>
                  <a:lnTo>
                    <a:pt x="16219" y="9885"/>
                  </a:lnTo>
                  <a:lnTo>
                    <a:pt x="16721" y="9885"/>
                  </a:lnTo>
                  <a:lnTo>
                    <a:pt x="17184" y="9808"/>
                  </a:lnTo>
                  <a:lnTo>
                    <a:pt x="17609" y="9615"/>
                  </a:lnTo>
                  <a:lnTo>
                    <a:pt x="17841" y="9499"/>
                  </a:lnTo>
                  <a:lnTo>
                    <a:pt x="18034" y="9383"/>
                  </a:lnTo>
                  <a:lnTo>
                    <a:pt x="18188" y="9229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2" y="8611"/>
                  </a:lnTo>
                  <a:lnTo>
                    <a:pt x="18652" y="8534"/>
                  </a:lnTo>
                  <a:lnTo>
                    <a:pt x="18652" y="8457"/>
                  </a:lnTo>
                  <a:lnTo>
                    <a:pt x="18652" y="8379"/>
                  </a:lnTo>
                  <a:lnTo>
                    <a:pt x="18652" y="8341"/>
                  </a:lnTo>
                  <a:lnTo>
                    <a:pt x="18304" y="8341"/>
                  </a:lnTo>
                  <a:lnTo>
                    <a:pt x="18265" y="8418"/>
                  </a:lnTo>
                  <a:lnTo>
                    <a:pt x="18072" y="8727"/>
                  </a:lnTo>
                  <a:lnTo>
                    <a:pt x="17802" y="8997"/>
                  </a:lnTo>
                  <a:lnTo>
                    <a:pt x="17493" y="9190"/>
                  </a:lnTo>
                  <a:lnTo>
                    <a:pt x="17184" y="9345"/>
                  </a:lnTo>
                  <a:lnTo>
                    <a:pt x="16837" y="9422"/>
                  </a:lnTo>
                  <a:lnTo>
                    <a:pt x="16450" y="9461"/>
                  </a:lnTo>
                  <a:lnTo>
                    <a:pt x="16103" y="9422"/>
                  </a:lnTo>
                  <a:lnTo>
                    <a:pt x="15717" y="9345"/>
                  </a:lnTo>
                  <a:lnTo>
                    <a:pt x="15369" y="9190"/>
                  </a:lnTo>
                  <a:lnTo>
                    <a:pt x="15022" y="8997"/>
                  </a:lnTo>
                  <a:lnTo>
                    <a:pt x="14713" y="8766"/>
                  </a:lnTo>
                  <a:lnTo>
                    <a:pt x="14404" y="8495"/>
                  </a:lnTo>
                  <a:lnTo>
                    <a:pt x="14172" y="8186"/>
                  </a:lnTo>
                  <a:lnTo>
                    <a:pt x="13941" y="7839"/>
                  </a:lnTo>
                  <a:lnTo>
                    <a:pt x="13709" y="7530"/>
                  </a:lnTo>
                  <a:lnTo>
                    <a:pt x="13554" y="7182"/>
                  </a:lnTo>
                  <a:lnTo>
                    <a:pt x="13245" y="6526"/>
                  </a:lnTo>
                  <a:lnTo>
                    <a:pt x="12975" y="5831"/>
                  </a:lnTo>
                  <a:lnTo>
                    <a:pt x="12473" y="4479"/>
                  </a:lnTo>
                  <a:lnTo>
                    <a:pt x="12164" y="3823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278"/>
                  </a:lnTo>
                  <a:lnTo>
                    <a:pt x="11006" y="2008"/>
                  </a:lnTo>
                  <a:lnTo>
                    <a:pt x="10542" y="1583"/>
                  </a:lnTo>
                  <a:lnTo>
                    <a:pt x="10079" y="1197"/>
                  </a:lnTo>
                  <a:lnTo>
                    <a:pt x="9577" y="850"/>
                  </a:lnTo>
                  <a:lnTo>
                    <a:pt x="9036" y="579"/>
                  </a:lnTo>
                  <a:lnTo>
                    <a:pt x="8496" y="348"/>
                  </a:lnTo>
                  <a:lnTo>
                    <a:pt x="7917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" name="Google Shape;1614;p7"/>
            <p:cNvSpPr/>
            <p:nvPr/>
          </p:nvSpPr>
          <p:spPr>
            <a:xfrm>
              <a:off x="4802400" y="2781700"/>
              <a:ext cx="320525" cy="97525"/>
            </a:xfrm>
            <a:custGeom>
              <a:avLst/>
              <a:gdLst/>
              <a:ahLst/>
              <a:cxnLst/>
              <a:rect l="l" t="t" r="r" b="b"/>
              <a:pathLst>
                <a:path w="12821" h="3901" extrusionOk="0">
                  <a:moveTo>
                    <a:pt x="12550" y="0"/>
                  </a:moveTo>
                  <a:lnTo>
                    <a:pt x="12434" y="39"/>
                  </a:lnTo>
                  <a:lnTo>
                    <a:pt x="12357" y="77"/>
                  </a:lnTo>
                  <a:lnTo>
                    <a:pt x="12318" y="155"/>
                  </a:lnTo>
                  <a:lnTo>
                    <a:pt x="12280" y="271"/>
                  </a:lnTo>
                  <a:lnTo>
                    <a:pt x="12318" y="348"/>
                  </a:lnTo>
                  <a:lnTo>
                    <a:pt x="12357" y="541"/>
                  </a:lnTo>
                  <a:lnTo>
                    <a:pt x="12318" y="734"/>
                  </a:lnTo>
                  <a:lnTo>
                    <a:pt x="12280" y="888"/>
                  </a:lnTo>
                  <a:lnTo>
                    <a:pt x="12164" y="1043"/>
                  </a:lnTo>
                  <a:lnTo>
                    <a:pt x="12009" y="1197"/>
                  </a:lnTo>
                  <a:lnTo>
                    <a:pt x="11855" y="1313"/>
                  </a:lnTo>
                  <a:lnTo>
                    <a:pt x="11430" y="1545"/>
                  </a:lnTo>
                  <a:lnTo>
                    <a:pt x="11005" y="1699"/>
                  </a:lnTo>
                  <a:lnTo>
                    <a:pt x="10542" y="1854"/>
                  </a:lnTo>
                  <a:lnTo>
                    <a:pt x="9808" y="2047"/>
                  </a:lnTo>
                  <a:lnTo>
                    <a:pt x="9422" y="2163"/>
                  </a:lnTo>
                  <a:lnTo>
                    <a:pt x="9384" y="2085"/>
                  </a:lnTo>
                  <a:lnTo>
                    <a:pt x="9345" y="2008"/>
                  </a:lnTo>
                  <a:lnTo>
                    <a:pt x="8997" y="1468"/>
                  </a:lnTo>
                  <a:lnTo>
                    <a:pt x="8727" y="927"/>
                  </a:lnTo>
                  <a:lnTo>
                    <a:pt x="8418" y="1043"/>
                  </a:lnTo>
                  <a:lnTo>
                    <a:pt x="8495" y="1390"/>
                  </a:lnTo>
                  <a:lnTo>
                    <a:pt x="8611" y="1699"/>
                  </a:lnTo>
                  <a:lnTo>
                    <a:pt x="8804" y="2008"/>
                  </a:lnTo>
                  <a:lnTo>
                    <a:pt x="8997" y="2279"/>
                  </a:lnTo>
                  <a:lnTo>
                    <a:pt x="7839" y="2587"/>
                  </a:lnTo>
                  <a:lnTo>
                    <a:pt x="6719" y="2819"/>
                  </a:lnTo>
                  <a:lnTo>
                    <a:pt x="5329" y="3051"/>
                  </a:lnTo>
                  <a:lnTo>
                    <a:pt x="3939" y="3244"/>
                  </a:lnTo>
                  <a:lnTo>
                    <a:pt x="3669" y="3282"/>
                  </a:lnTo>
                  <a:lnTo>
                    <a:pt x="3746" y="2935"/>
                  </a:lnTo>
                  <a:lnTo>
                    <a:pt x="3784" y="2587"/>
                  </a:lnTo>
                  <a:lnTo>
                    <a:pt x="3707" y="2240"/>
                  </a:lnTo>
                  <a:lnTo>
                    <a:pt x="3630" y="1892"/>
                  </a:lnTo>
                  <a:lnTo>
                    <a:pt x="3282" y="1970"/>
                  </a:lnTo>
                  <a:lnTo>
                    <a:pt x="3321" y="2279"/>
                  </a:lnTo>
                  <a:lnTo>
                    <a:pt x="3360" y="2587"/>
                  </a:lnTo>
                  <a:lnTo>
                    <a:pt x="3282" y="2974"/>
                  </a:lnTo>
                  <a:lnTo>
                    <a:pt x="3205" y="3321"/>
                  </a:lnTo>
                  <a:lnTo>
                    <a:pt x="2278" y="3398"/>
                  </a:lnTo>
                  <a:lnTo>
                    <a:pt x="1815" y="3437"/>
                  </a:lnTo>
                  <a:lnTo>
                    <a:pt x="1352" y="3398"/>
                  </a:lnTo>
                  <a:lnTo>
                    <a:pt x="965" y="3360"/>
                  </a:lnTo>
                  <a:lnTo>
                    <a:pt x="772" y="3282"/>
                  </a:lnTo>
                  <a:lnTo>
                    <a:pt x="618" y="3244"/>
                  </a:lnTo>
                  <a:lnTo>
                    <a:pt x="502" y="3128"/>
                  </a:lnTo>
                  <a:lnTo>
                    <a:pt x="425" y="3051"/>
                  </a:lnTo>
                  <a:lnTo>
                    <a:pt x="386" y="2935"/>
                  </a:lnTo>
                  <a:lnTo>
                    <a:pt x="348" y="2781"/>
                  </a:lnTo>
                  <a:lnTo>
                    <a:pt x="348" y="2703"/>
                  </a:lnTo>
                  <a:lnTo>
                    <a:pt x="309" y="2665"/>
                  </a:lnTo>
                  <a:lnTo>
                    <a:pt x="232" y="2587"/>
                  </a:lnTo>
                  <a:lnTo>
                    <a:pt x="116" y="2626"/>
                  </a:lnTo>
                  <a:lnTo>
                    <a:pt x="77" y="2626"/>
                  </a:lnTo>
                  <a:lnTo>
                    <a:pt x="39" y="2703"/>
                  </a:lnTo>
                  <a:lnTo>
                    <a:pt x="0" y="2858"/>
                  </a:lnTo>
                  <a:lnTo>
                    <a:pt x="0" y="3012"/>
                  </a:lnTo>
                  <a:lnTo>
                    <a:pt x="0" y="3167"/>
                  </a:lnTo>
                  <a:lnTo>
                    <a:pt x="39" y="3282"/>
                  </a:lnTo>
                  <a:lnTo>
                    <a:pt x="116" y="3398"/>
                  </a:lnTo>
                  <a:lnTo>
                    <a:pt x="193" y="3514"/>
                  </a:lnTo>
                  <a:lnTo>
                    <a:pt x="386" y="3669"/>
                  </a:lnTo>
                  <a:lnTo>
                    <a:pt x="657" y="3746"/>
                  </a:lnTo>
                  <a:lnTo>
                    <a:pt x="927" y="3823"/>
                  </a:lnTo>
                  <a:lnTo>
                    <a:pt x="1236" y="3862"/>
                  </a:lnTo>
                  <a:lnTo>
                    <a:pt x="1506" y="3900"/>
                  </a:lnTo>
                  <a:lnTo>
                    <a:pt x="2780" y="3823"/>
                  </a:lnTo>
                  <a:lnTo>
                    <a:pt x="4016" y="3746"/>
                  </a:lnTo>
                  <a:lnTo>
                    <a:pt x="5252" y="3553"/>
                  </a:lnTo>
                  <a:lnTo>
                    <a:pt x="6487" y="3360"/>
                  </a:lnTo>
                  <a:lnTo>
                    <a:pt x="7646" y="3128"/>
                  </a:lnTo>
                  <a:lnTo>
                    <a:pt x="8766" y="2858"/>
                  </a:lnTo>
                  <a:lnTo>
                    <a:pt x="9885" y="2510"/>
                  </a:lnTo>
                  <a:lnTo>
                    <a:pt x="11005" y="2163"/>
                  </a:lnTo>
                  <a:lnTo>
                    <a:pt x="11353" y="2047"/>
                  </a:lnTo>
                  <a:lnTo>
                    <a:pt x="11700" y="1892"/>
                  </a:lnTo>
                  <a:lnTo>
                    <a:pt x="12048" y="1699"/>
                  </a:lnTo>
                  <a:lnTo>
                    <a:pt x="12357" y="1506"/>
                  </a:lnTo>
                  <a:lnTo>
                    <a:pt x="12627" y="1236"/>
                  </a:lnTo>
                  <a:lnTo>
                    <a:pt x="12704" y="1081"/>
                  </a:lnTo>
                  <a:lnTo>
                    <a:pt x="12782" y="927"/>
                  </a:lnTo>
                  <a:lnTo>
                    <a:pt x="12820" y="773"/>
                  </a:lnTo>
                  <a:lnTo>
                    <a:pt x="12820" y="579"/>
                  </a:lnTo>
                  <a:lnTo>
                    <a:pt x="12820" y="386"/>
                  </a:lnTo>
                  <a:lnTo>
                    <a:pt x="12743" y="155"/>
                  </a:lnTo>
                  <a:lnTo>
                    <a:pt x="12704" y="77"/>
                  </a:lnTo>
                  <a:lnTo>
                    <a:pt x="12627" y="39"/>
                  </a:lnTo>
                  <a:lnTo>
                    <a:pt x="125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" name="Google Shape;1615;p7"/>
            <p:cNvSpPr/>
            <p:nvPr/>
          </p:nvSpPr>
          <p:spPr>
            <a:xfrm>
              <a:off x="2362900" y="2786525"/>
              <a:ext cx="114900" cy="130350"/>
            </a:xfrm>
            <a:custGeom>
              <a:avLst/>
              <a:gdLst/>
              <a:ahLst/>
              <a:cxnLst/>
              <a:rect l="l" t="t" r="r" b="b"/>
              <a:pathLst>
                <a:path w="4596" h="5214" extrusionOk="0">
                  <a:moveTo>
                    <a:pt x="232" y="0"/>
                  </a:moveTo>
                  <a:lnTo>
                    <a:pt x="0" y="193"/>
                  </a:lnTo>
                  <a:lnTo>
                    <a:pt x="502" y="888"/>
                  </a:lnTo>
                  <a:lnTo>
                    <a:pt x="1004" y="1622"/>
                  </a:lnTo>
                  <a:lnTo>
                    <a:pt x="1545" y="2279"/>
                  </a:lnTo>
                  <a:lnTo>
                    <a:pt x="2124" y="2974"/>
                  </a:lnTo>
                  <a:lnTo>
                    <a:pt x="3283" y="4248"/>
                  </a:lnTo>
                  <a:lnTo>
                    <a:pt x="3746" y="4789"/>
                  </a:lnTo>
                  <a:lnTo>
                    <a:pt x="3630" y="4789"/>
                  </a:lnTo>
                  <a:lnTo>
                    <a:pt x="3592" y="4866"/>
                  </a:lnTo>
                  <a:lnTo>
                    <a:pt x="3592" y="4982"/>
                  </a:lnTo>
                  <a:lnTo>
                    <a:pt x="3823" y="4904"/>
                  </a:lnTo>
                  <a:lnTo>
                    <a:pt x="4055" y="5059"/>
                  </a:lnTo>
                  <a:lnTo>
                    <a:pt x="4287" y="5213"/>
                  </a:lnTo>
                  <a:lnTo>
                    <a:pt x="4441" y="5213"/>
                  </a:lnTo>
                  <a:lnTo>
                    <a:pt x="4518" y="5175"/>
                  </a:lnTo>
                  <a:lnTo>
                    <a:pt x="4557" y="5097"/>
                  </a:lnTo>
                  <a:lnTo>
                    <a:pt x="4557" y="5059"/>
                  </a:lnTo>
                  <a:lnTo>
                    <a:pt x="4595" y="4982"/>
                  </a:lnTo>
                  <a:lnTo>
                    <a:pt x="4402" y="4750"/>
                  </a:lnTo>
                  <a:lnTo>
                    <a:pt x="4325" y="4750"/>
                  </a:lnTo>
                  <a:lnTo>
                    <a:pt x="4016" y="4480"/>
                  </a:lnTo>
                  <a:lnTo>
                    <a:pt x="3746" y="4171"/>
                  </a:lnTo>
                  <a:lnTo>
                    <a:pt x="3244" y="3553"/>
                  </a:lnTo>
                  <a:lnTo>
                    <a:pt x="2201" y="2394"/>
                  </a:lnTo>
                  <a:lnTo>
                    <a:pt x="1197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" name="Google Shape;1616;p7"/>
            <p:cNvSpPr/>
            <p:nvPr/>
          </p:nvSpPr>
          <p:spPr>
            <a:xfrm>
              <a:off x="2090650" y="2821275"/>
              <a:ext cx="200825" cy="230750"/>
            </a:xfrm>
            <a:custGeom>
              <a:avLst/>
              <a:gdLst/>
              <a:ahLst/>
              <a:cxnLst/>
              <a:rect l="l" t="t" r="r" b="b"/>
              <a:pathLst>
                <a:path w="8033" h="9230" extrusionOk="0">
                  <a:moveTo>
                    <a:pt x="2048" y="0"/>
                  </a:moveTo>
                  <a:lnTo>
                    <a:pt x="1893" y="78"/>
                  </a:lnTo>
                  <a:lnTo>
                    <a:pt x="1739" y="155"/>
                  </a:lnTo>
                  <a:lnTo>
                    <a:pt x="1430" y="425"/>
                  </a:lnTo>
                  <a:lnTo>
                    <a:pt x="1198" y="734"/>
                  </a:lnTo>
                  <a:lnTo>
                    <a:pt x="966" y="1004"/>
                  </a:lnTo>
                  <a:lnTo>
                    <a:pt x="735" y="1352"/>
                  </a:lnTo>
                  <a:lnTo>
                    <a:pt x="503" y="1738"/>
                  </a:lnTo>
                  <a:lnTo>
                    <a:pt x="348" y="2124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40" y="3476"/>
                  </a:lnTo>
                  <a:lnTo>
                    <a:pt x="1" y="3939"/>
                  </a:lnTo>
                  <a:lnTo>
                    <a:pt x="78" y="4441"/>
                  </a:lnTo>
                  <a:lnTo>
                    <a:pt x="155" y="4905"/>
                  </a:lnTo>
                  <a:lnTo>
                    <a:pt x="271" y="5329"/>
                  </a:lnTo>
                  <a:lnTo>
                    <a:pt x="464" y="5793"/>
                  </a:lnTo>
                  <a:lnTo>
                    <a:pt x="696" y="6179"/>
                  </a:lnTo>
                  <a:lnTo>
                    <a:pt x="1044" y="6179"/>
                  </a:lnTo>
                  <a:lnTo>
                    <a:pt x="889" y="5831"/>
                  </a:lnTo>
                  <a:lnTo>
                    <a:pt x="735" y="5484"/>
                  </a:lnTo>
                  <a:lnTo>
                    <a:pt x="657" y="5136"/>
                  </a:lnTo>
                  <a:lnTo>
                    <a:pt x="542" y="4789"/>
                  </a:lnTo>
                  <a:lnTo>
                    <a:pt x="503" y="4403"/>
                  </a:lnTo>
                  <a:lnTo>
                    <a:pt x="464" y="4055"/>
                  </a:lnTo>
                  <a:lnTo>
                    <a:pt x="464" y="3669"/>
                  </a:lnTo>
                  <a:lnTo>
                    <a:pt x="464" y="3321"/>
                  </a:lnTo>
                  <a:lnTo>
                    <a:pt x="542" y="2974"/>
                  </a:lnTo>
                  <a:lnTo>
                    <a:pt x="619" y="2626"/>
                  </a:lnTo>
                  <a:lnTo>
                    <a:pt x="735" y="2279"/>
                  </a:lnTo>
                  <a:lnTo>
                    <a:pt x="850" y="1931"/>
                  </a:lnTo>
                  <a:lnTo>
                    <a:pt x="1044" y="1622"/>
                  </a:lnTo>
                  <a:lnTo>
                    <a:pt x="1237" y="1313"/>
                  </a:lnTo>
                  <a:lnTo>
                    <a:pt x="1468" y="1004"/>
                  </a:lnTo>
                  <a:lnTo>
                    <a:pt x="1777" y="734"/>
                  </a:lnTo>
                  <a:lnTo>
                    <a:pt x="1970" y="580"/>
                  </a:lnTo>
                  <a:lnTo>
                    <a:pt x="2086" y="502"/>
                  </a:lnTo>
                  <a:lnTo>
                    <a:pt x="2202" y="464"/>
                  </a:lnTo>
                  <a:lnTo>
                    <a:pt x="2318" y="580"/>
                  </a:lnTo>
                  <a:lnTo>
                    <a:pt x="2434" y="811"/>
                  </a:lnTo>
                  <a:lnTo>
                    <a:pt x="2588" y="1198"/>
                  </a:lnTo>
                  <a:lnTo>
                    <a:pt x="2743" y="1584"/>
                  </a:lnTo>
                  <a:lnTo>
                    <a:pt x="2858" y="1931"/>
                  </a:lnTo>
                  <a:lnTo>
                    <a:pt x="2974" y="2317"/>
                  </a:lnTo>
                  <a:lnTo>
                    <a:pt x="3052" y="2703"/>
                  </a:lnTo>
                  <a:lnTo>
                    <a:pt x="3090" y="3090"/>
                  </a:lnTo>
                  <a:lnTo>
                    <a:pt x="3090" y="3437"/>
                  </a:lnTo>
                  <a:lnTo>
                    <a:pt x="3052" y="3785"/>
                  </a:lnTo>
                  <a:lnTo>
                    <a:pt x="3013" y="4132"/>
                  </a:lnTo>
                  <a:lnTo>
                    <a:pt x="2897" y="4480"/>
                  </a:lnTo>
                  <a:lnTo>
                    <a:pt x="2781" y="4789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22"/>
                  </a:lnTo>
                  <a:lnTo>
                    <a:pt x="2395" y="5638"/>
                  </a:lnTo>
                  <a:lnTo>
                    <a:pt x="2356" y="5715"/>
                  </a:lnTo>
                  <a:lnTo>
                    <a:pt x="2356" y="5754"/>
                  </a:lnTo>
                  <a:lnTo>
                    <a:pt x="2395" y="5793"/>
                  </a:lnTo>
                  <a:lnTo>
                    <a:pt x="2472" y="5793"/>
                  </a:lnTo>
                  <a:lnTo>
                    <a:pt x="2627" y="5715"/>
                  </a:lnTo>
                  <a:lnTo>
                    <a:pt x="2820" y="5677"/>
                  </a:lnTo>
                  <a:lnTo>
                    <a:pt x="3206" y="5677"/>
                  </a:lnTo>
                  <a:lnTo>
                    <a:pt x="3631" y="5715"/>
                  </a:lnTo>
                  <a:lnTo>
                    <a:pt x="4055" y="5793"/>
                  </a:lnTo>
                  <a:lnTo>
                    <a:pt x="4442" y="5947"/>
                  </a:lnTo>
                  <a:lnTo>
                    <a:pt x="4866" y="6102"/>
                  </a:lnTo>
                  <a:lnTo>
                    <a:pt x="5214" y="6256"/>
                  </a:lnTo>
                  <a:lnTo>
                    <a:pt x="5523" y="6449"/>
                  </a:lnTo>
                  <a:lnTo>
                    <a:pt x="5832" y="6642"/>
                  </a:lnTo>
                  <a:lnTo>
                    <a:pt x="6141" y="6835"/>
                  </a:lnTo>
                  <a:lnTo>
                    <a:pt x="6411" y="7067"/>
                  </a:lnTo>
                  <a:lnTo>
                    <a:pt x="6681" y="7337"/>
                  </a:lnTo>
                  <a:lnTo>
                    <a:pt x="6913" y="7608"/>
                  </a:lnTo>
                  <a:lnTo>
                    <a:pt x="7145" y="7878"/>
                  </a:lnTo>
                  <a:lnTo>
                    <a:pt x="7338" y="8187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95" y="8766"/>
                  </a:lnTo>
                  <a:lnTo>
                    <a:pt x="5870" y="8805"/>
                  </a:lnTo>
                  <a:lnTo>
                    <a:pt x="5484" y="8805"/>
                  </a:lnTo>
                  <a:lnTo>
                    <a:pt x="5059" y="8727"/>
                  </a:lnTo>
                  <a:lnTo>
                    <a:pt x="4673" y="8612"/>
                  </a:lnTo>
                  <a:lnTo>
                    <a:pt x="4249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72" y="7106"/>
                  </a:lnTo>
                  <a:lnTo>
                    <a:pt x="1932" y="6565"/>
                  </a:lnTo>
                  <a:lnTo>
                    <a:pt x="1854" y="6526"/>
                  </a:lnTo>
                  <a:lnTo>
                    <a:pt x="1816" y="6488"/>
                  </a:lnTo>
                  <a:lnTo>
                    <a:pt x="1661" y="6526"/>
                  </a:lnTo>
                  <a:lnTo>
                    <a:pt x="1623" y="6526"/>
                  </a:lnTo>
                  <a:lnTo>
                    <a:pt x="1584" y="6565"/>
                  </a:lnTo>
                  <a:lnTo>
                    <a:pt x="1430" y="6835"/>
                  </a:lnTo>
                  <a:lnTo>
                    <a:pt x="1661" y="6874"/>
                  </a:lnTo>
                  <a:lnTo>
                    <a:pt x="2279" y="7492"/>
                  </a:lnTo>
                  <a:lnTo>
                    <a:pt x="2897" y="8071"/>
                  </a:lnTo>
                  <a:lnTo>
                    <a:pt x="3245" y="8341"/>
                  </a:lnTo>
                  <a:lnTo>
                    <a:pt x="3631" y="8573"/>
                  </a:lnTo>
                  <a:lnTo>
                    <a:pt x="3978" y="8766"/>
                  </a:lnTo>
                  <a:lnTo>
                    <a:pt x="4364" y="8959"/>
                  </a:lnTo>
                  <a:lnTo>
                    <a:pt x="4828" y="9114"/>
                  </a:lnTo>
                  <a:lnTo>
                    <a:pt x="5253" y="9191"/>
                  </a:lnTo>
                  <a:lnTo>
                    <a:pt x="5677" y="9229"/>
                  </a:lnTo>
                  <a:lnTo>
                    <a:pt x="6141" y="9229"/>
                  </a:lnTo>
                  <a:lnTo>
                    <a:pt x="6565" y="9152"/>
                  </a:lnTo>
                  <a:lnTo>
                    <a:pt x="6990" y="9075"/>
                  </a:lnTo>
                  <a:lnTo>
                    <a:pt x="7878" y="8843"/>
                  </a:lnTo>
                  <a:lnTo>
                    <a:pt x="7956" y="8805"/>
                  </a:lnTo>
                  <a:lnTo>
                    <a:pt x="7994" y="8727"/>
                  </a:lnTo>
                  <a:lnTo>
                    <a:pt x="8033" y="8650"/>
                  </a:lnTo>
                  <a:lnTo>
                    <a:pt x="7994" y="8534"/>
                  </a:lnTo>
                  <a:lnTo>
                    <a:pt x="7763" y="8110"/>
                  </a:lnTo>
                  <a:lnTo>
                    <a:pt x="7492" y="7685"/>
                  </a:lnTo>
                  <a:lnTo>
                    <a:pt x="7222" y="7299"/>
                  </a:lnTo>
                  <a:lnTo>
                    <a:pt x="6874" y="6912"/>
                  </a:lnTo>
                  <a:lnTo>
                    <a:pt x="6527" y="6604"/>
                  </a:lnTo>
                  <a:lnTo>
                    <a:pt x="6141" y="6295"/>
                  </a:lnTo>
                  <a:lnTo>
                    <a:pt x="5716" y="6024"/>
                  </a:lnTo>
                  <a:lnTo>
                    <a:pt x="5253" y="5793"/>
                  </a:lnTo>
                  <a:lnTo>
                    <a:pt x="4828" y="5638"/>
                  </a:lnTo>
                  <a:lnTo>
                    <a:pt x="4249" y="5445"/>
                  </a:lnTo>
                  <a:lnTo>
                    <a:pt x="3940" y="5368"/>
                  </a:lnTo>
                  <a:lnTo>
                    <a:pt x="3592" y="5291"/>
                  </a:lnTo>
                  <a:lnTo>
                    <a:pt x="3013" y="5291"/>
                  </a:lnTo>
                  <a:lnTo>
                    <a:pt x="3167" y="4982"/>
                  </a:lnTo>
                  <a:lnTo>
                    <a:pt x="3322" y="4634"/>
                  </a:lnTo>
                  <a:lnTo>
                    <a:pt x="3399" y="4287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05"/>
                  </a:lnTo>
                  <a:lnTo>
                    <a:pt x="3515" y="2858"/>
                  </a:lnTo>
                  <a:lnTo>
                    <a:pt x="3438" y="2472"/>
                  </a:lnTo>
                  <a:lnTo>
                    <a:pt x="3322" y="1970"/>
                  </a:lnTo>
                  <a:lnTo>
                    <a:pt x="3167" y="1468"/>
                  </a:lnTo>
                  <a:lnTo>
                    <a:pt x="2936" y="966"/>
                  </a:lnTo>
                  <a:lnTo>
                    <a:pt x="2704" y="502"/>
                  </a:lnTo>
                  <a:lnTo>
                    <a:pt x="2588" y="271"/>
                  </a:lnTo>
                  <a:lnTo>
                    <a:pt x="2472" y="116"/>
                  </a:lnTo>
                  <a:lnTo>
                    <a:pt x="2356" y="39"/>
                  </a:lnTo>
                  <a:lnTo>
                    <a:pt x="227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" name="Google Shape;1617;p7"/>
            <p:cNvSpPr/>
            <p:nvPr/>
          </p:nvSpPr>
          <p:spPr>
            <a:xfrm>
              <a:off x="3488525" y="2821275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120" y="387"/>
                  </a:moveTo>
                  <a:lnTo>
                    <a:pt x="1313" y="425"/>
                  </a:lnTo>
                  <a:lnTo>
                    <a:pt x="1506" y="464"/>
                  </a:lnTo>
                  <a:lnTo>
                    <a:pt x="1661" y="580"/>
                  </a:lnTo>
                  <a:lnTo>
                    <a:pt x="1738" y="734"/>
                  </a:lnTo>
                  <a:lnTo>
                    <a:pt x="1777" y="889"/>
                  </a:lnTo>
                  <a:lnTo>
                    <a:pt x="1738" y="966"/>
                  </a:lnTo>
                  <a:lnTo>
                    <a:pt x="1699" y="1004"/>
                  </a:lnTo>
                  <a:lnTo>
                    <a:pt x="1661" y="1082"/>
                  </a:lnTo>
                  <a:lnTo>
                    <a:pt x="1545" y="1120"/>
                  </a:lnTo>
                  <a:lnTo>
                    <a:pt x="1236" y="1159"/>
                  </a:lnTo>
                  <a:lnTo>
                    <a:pt x="927" y="1159"/>
                  </a:lnTo>
                  <a:lnTo>
                    <a:pt x="579" y="1198"/>
                  </a:lnTo>
                  <a:lnTo>
                    <a:pt x="464" y="1236"/>
                  </a:lnTo>
                  <a:lnTo>
                    <a:pt x="309" y="1313"/>
                  </a:lnTo>
                  <a:lnTo>
                    <a:pt x="309" y="1159"/>
                  </a:lnTo>
                  <a:lnTo>
                    <a:pt x="348" y="1004"/>
                  </a:lnTo>
                  <a:lnTo>
                    <a:pt x="386" y="850"/>
                  </a:lnTo>
                  <a:lnTo>
                    <a:pt x="464" y="734"/>
                  </a:lnTo>
                  <a:lnTo>
                    <a:pt x="541" y="618"/>
                  </a:lnTo>
                  <a:lnTo>
                    <a:pt x="657" y="541"/>
                  </a:lnTo>
                  <a:lnTo>
                    <a:pt x="811" y="464"/>
                  </a:lnTo>
                  <a:lnTo>
                    <a:pt x="927" y="425"/>
                  </a:lnTo>
                  <a:lnTo>
                    <a:pt x="1120" y="387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79" y="116"/>
                  </a:lnTo>
                  <a:lnTo>
                    <a:pt x="425" y="232"/>
                  </a:lnTo>
                  <a:lnTo>
                    <a:pt x="271" y="387"/>
                  </a:lnTo>
                  <a:lnTo>
                    <a:pt x="155" y="541"/>
                  </a:lnTo>
                  <a:lnTo>
                    <a:pt x="77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0" y="1275"/>
                  </a:lnTo>
                  <a:lnTo>
                    <a:pt x="39" y="1468"/>
                  </a:lnTo>
                  <a:lnTo>
                    <a:pt x="116" y="1661"/>
                  </a:lnTo>
                  <a:lnTo>
                    <a:pt x="155" y="1738"/>
                  </a:lnTo>
                  <a:lnTo>
                    <a:pt x="232" y="1815"/>
                  </a:lnTo>
                  <a:lnTo>
                    <a:pt x="309" y="1815"/>
                  </a:lnTo>
                  <a:lnTo>
                    <a:pt x="425" y="1777"/>
                  </a:lnTo>
                  <a:lnTo>
                    <a:pt x="541" y="1661"/>
                  </a:lnTo>
                  <a:lnTo>
                    <a:pt x="695" y="1584"/>
                  </a:lnTo>
                  <a:lnTo>
                    <a:pt x="850" y="1545"/>
                  </a:lnTo>
                  <a:lnTo>
                    <a:pt x="1043" y="1545"/>
                  </a:lnTo>
                  <a:lnTo>
                    <a:pt x="1390" y="1506"/>
                  </a:lnTo>
                  <a:lnTo>
                    <a:pt x="1583" y="1506"/>
                  </a:lnTo>
                  <a:lnTo>
                    <a:pt x="1738" y="1468"/>
                  </a:lnTo>
                  <a:lnTo>
                    <a:pt x="1931" y="1391"/>
                  </a:lnTo>
                  <a:lnTo>
                    <a:pt x="2047" y="1275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811"/>
                  </a:lnTo>
                  <a:lnTo>
                    <a:pt x="2124" y="657"/>
                  </a:lnTo>
                  <a:lnTo>
                    <a:pt x="2047" y="502"/>
                  </a:lnTo>
                  <a:lnTo>
                    <a:pt x="1970" y="348"/>
                  </a:lnTo>
                  <a:lnTo>
                    <a:pt x="1777" y="194"/>
                  </a:lnTo>
                  <a:lnTo>
                    <a:pt x="1622" y="116"/>
                  </a:lnTo>
                  <a:lnTo>
                    <a:pt x="1429" y="39"/>
                  </a:lnTo>
                  <a:lnTo>
                    <a:pt x="11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" name="Google Shape;1618;p7"/>
            <p:cNvSpPr/>
            <p:nvPr/>
          </p:nvSpPr>
          <p:spPr>
            <a:xfrm>
              <a:off x="3345650" y="2889825"/>
              <a:ext cx="466300" cy="248125"/>
            </a:xfrm>
            <a:custGeom>
              <a:avLst/>
              <a:gdLst/>
              <a:ahLst/>
              <a:cxnLst/>
              <a:rect l="l" t="t" r="r" b="b"/>
              <a:pathLst>
                <a:path w="18652" h="9925" extrusionOk="0">
                  <a:moveTo>
                    <a:pt x="6140" y="0"/>
                  </a:moveTo>
                  <a:lnTo>
                    <a:pt x="5561" y="39"/>
                  </a:lnTo>
                  <a:lnTo>
                    <a:pt x="4982" y="155"/>
                  </a:lnTo>
                  <a:lnTo>
                    <a:pt x="4402" y="309"/>
                  </a:lnTo>
                  <a:lnTo>
                    <a:pt x="3862" y="502"/>
                  </a:lnTo>
                  <a:lnTo>
                    <a:pt x="3283" y="772"/>
                  </a:lnTo>
                  <a:lnTo>
                    <a:pt x="2781" y="1081"/>
                  </a:lnTo>
                  <a:lnTo>
                    <a:pt x="2279" y="1467"/>
                  </a:lnTo>
                  <a:lnTo>
                    <a:pt x="1815" y="1892"/>
                  </a:lnTo>
                  <a:lnTo>
                    <a:pt x="1390" y="2317"/>
                  </a:lnTo>
                  <a:lnTo>
                    <a:pt x="1043" y="2780"/>
                  </a:lnTo>
                  <a:lnTo>
                    <a:pt x="734" y="3244"/>
                  </a:lnTo>
                  <a:lnTo>
                    <a:pt x="464" y="3746"/>
                  </a:lnTo>
                  <a:lnTo>
                    <a:pt x="271" y="4286"/>
                  </a:lnTo>
                  <a:lnTo>
                    <a:pt x="116" y="4827"/>
                  </a:lnTo>
                  <a:lnTo>
                    <a:pt x="0" y="5368"/>
                  </a:lnTo>
                  <a:lnTo>
                    <a:pt x="348" y="5445"/>
                  </a:lnTo>
                  <a:lnTo>
                    <a:pt x="425" y="5020"/>
                  </a:lnTo>
                  <a:lnTo>
                    <a:pt x="541" y="4595"/>
                  </a:lnTo>
                  <a:lnTo>
                    <a:pt x="773" y="4016"/>
                  </a:lnTo>
                  <a:lnTo>
                    <a:pt x="1081" y="3437"/>
                  </a:lnTo>
                  <a:lnTo>
                    <a:pt x="1468" y="2896"/>
                  </a:lnTo>
                  <a:lnTo>
                    <a:pt x="1892" y="2394"/>
                  </a:lnTo>
                  <a:lnTo>
                    <a:pt x="2356" y="1931"/>
                  </a:lnTo>
                  <a:lnTo>
                    <a:pt x="2858" y="1545"/>
                  </a:lnTo>
                  <a:lnTo>
                    <a:pt x="3398" y="1197"/>
                  </a:lnTo>
                  <a:lnTo>
                    <a:pt x="3978" y="888"/>
                  </a:lnTo>
                  <a:lnTo>
                    <a:pt x="4595" y="657"/>
                  </a:lnTo>
                  <a:lnTo>
                    <a:pt x="5252" y="502"/>
                  </a:lnTo>
                  <a:lnTo>
                    <a:pt x="5908" y="425"/>
                  </a:lnTo>
                  <a:lnTo>
                    <a:pt x="6565" y="386"/>
                  </a:lnTo>
                  <a:lnTo>
                    <a:pt x="7221" y="463"/>
                  </a:lnTo>
                  <a:lnTo>
                    <a:pt x="7839" y="618"/>
                  </a:lnTo>
                  <a:lnTo>
                    <a:pt x="8457" y="811"/>
                  </a:lnTo>
                  <a:lnTo>
                    <a:pt x="9075" y="1120"/>
                  </a:lnTo>
                  <a:lnTo>
                    <a:pt x="9422" y="1313"/>
                  </a:lnTo>
                  <a:lnTo>
                    <a:pt x="9731" y="1506"/>
                  </a:lnTo>
                  <a:lnTo>
                    <a:pt x="10002" y="1738"/>
                  </a:lnTo>
                  <a:lnTo>
                    <a:pt x="10272" y="1969"/>
                  </a:lnTo>
                  <a:lnTo>
                    <a:pt x="10774" y="2471"/>
                  </a:lnTo>
                  <a:lnTo>
                    <a:pt x="11199" y="3051"/>
                  </a:lnTo>
                  <a:lnTo>
                    <a:pt x="11546" y="3630"/>
                  </a:lnTo>
                  <a:lnTo>
                    <a:pt x="11855" y="4286"/>
                  </a:lnTo>
                  <a:lnTo>
                    <a:pt x="12164" y="4943"/>
                  </a:lnTo>
                  <a:lnTo>
                    <a:pt x="12396" y="5638"/>
                  </a:lnTo>
                  <a:lnTo>
                    <a:pt x="12627" y="6217"/>
                  </a:lnTo>
                  <a:lnTo>
                    <a:pt x="12859" y="6835"/>
                  </a:lnTo>
                  <a:lnTo>
                    <a:pt x="13129" y="7414"/>
                  </a:lnTo>
                  <a:lnTo>
                    <a:pt x="13438" y="7993"/>
                  </a:lnTo>
                  <a:lnTo>
                    <a:pt x="13786" y="8495"/>
                  </a:lnTo>
                  <a:lnTo>
                    <a:pt x="14211" y="8959"/>
                  </a:lnTo>
                  <a:lnTo>
                    <a:pt x="14442" y="9190"/>
                  </a:lnTo>
                  <a:lnTo>
                    <a:pt x="14713" y="9383"/>
                  </a:lnTo>
                  <a:lnTo>
                    <a:pt x="14983" y="9538"/>
                  </a:lnTo>
                  <a:lnTo>
                    <a:pt x="15253" y="9692"/>
                  </a:lnTo>
                  <a:lnTo>
                    <a:pt x="15717" y="9847"/>
                  </a:lnTo>
                  <a:lnTo>
                    <a:pt x="16219" y="9924"/>
                  </a:lnTo>
                  <a:lnTo>
                    <a:pt x="16682" y="9885"/>
                  </a:lnTo>
                  <a:lnTo>
                    <a:pt x="17145" y="9808"/>
                  </a:lnTo>
                  <a:lnTo>
                    <a:pt x="17609" y="9654"/>
                  </a:lnTo>
                  <a:lnTo>
                    <a:pt x="17802" y="9538"/>
                  </a:lnTo>
                  <a:lnTo>
                    <a:pt x="17995" y="9383"/>
                  </a:lnTo>
                  <a:lnTo>
                    <a:pt x="18188" y="9229"/>
                  </a:lnTo>
                  <a:lnTo>
                    <a:pt x="18342" y="9075"/>
                  </a:lnTo>
                  <a:lnTo>
                    <a:pt x="18497" y="8881"/>
                  </a:lnTo>
                  <a:lnTo>
                    <a:pt x="18613" y="8650"/>
                  </a:lnTo>
                  <a:lnTo>
                    <a:pt x="18651" y="8573"/>
                  </a:lnTo>
                  <a:lnTo>
                    <a:pt x="18613" y="8457"/>
                  </a:lnTo>
                  <a:lnTo>
                    <a:pt x="18651" y="8418"/>
                  </a:lnTo>
                  <a:lnTo>
                    <a:pt x="18613" y="8341"/>
                  </a:lnTo>
                  <a:lnTo>
                    <a:pt x="18304" y="8380"/>
                  </a:lnTo>
                  <a:lnTo>
                    <a:pt x="18265" y="8418"/>
                  </a:lnTo>
                  <a:lnTo>
                    <a:pt x="18033" y="8766"/>
                  </a:lnTo>
                  <a:lnTo>
                    <a:pt x="17802" y="8997"/>
                  </a:lnTo>
                  <a:lnTo>
                    <a:pt x="17493" y="9229"/>
                  </a:lnTo>
                  <a:lnTo>
                    <a:pt x="17184" y="9345"/>
                  </a:lnTo>
                  <a:lnTo>
                    <a:pt x="16798" y="9461"/>
                  </a:lnTo>
                  <a:lnTo>
                    <a:pt x="16064" y="9461"/>
                  </a:lnTo>
                  <a:lnTo>
                    <a:pt x="15717" y="9383"/>
                  </a:lnTo>
                  <a:lnTo>
                    <a:pt x="15330" y="9229"/>
                  </a:lnTo>
                  <a:lnTo>
                    <a:pt x="15021" y="9036"/>
                  </a:lnTo>
                  <a:lnTo>
                    <a:pt x="14674" y="8766"/>
                  </a:lnTo>
                  <a:lnTo>
                    <a:pt x="14404" y="8495"/>
                  </a:lnTo>
                  <a:lnTo>
                    <a:pt x="14133" y="8186"/>
                  </a:lnTo>
                  <a:lnTo>
                    <a:pt x="13902" y="7878"/>
                  </a:lnTo>
                  <a:lnTo>
                    <a:pt x="13709" y="7530"/>
                  </a:lnTo>
                  <a:lnTo>
                    <a:pt x="13515" y="7182"/>
                  </a:lnTo>
                  <a:lnTo>
                    <a:pt x="13207" y="6526"/>
                  </a:lnTo>
                  <a:lnTo>
                    <a:pt x="12936" y="5870"/>
                  </a:lnTo>
                  <a:lnTo>
                    <a:pt x="12434" y="4518"/>
                  </a:lnTo>
                  <a:lnTo>
                    <a:pt x="12164" y="3862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317"/>
                  </a:lnTo>
                  <a:lnTo>
                    <a:pt x="11005" y="2047"/>
                  </a:lnTo>
                  <a:lnTo>
                    <a:pt x="10542" y="1583"/>
                  </a:lnTo>
                  <a:lnTo>
                    <a:pt x="10040" y="1197"/>
                  </a:lnTo>
                  <a:lnTo>
                    <a:pt x="9538" y="888"/>
                  </a:lnTo>
                  <a:lnTo>
                    <a:pt x="9036" y="579"/>
                  </a:lnTo>
                  <a:lnTo>
                    <a:pt x="8457" y="386"/>
                  </a:lnTo>
                  <a:lnTo>
                    <a:pt x="7916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9" name="Google Shape;1619;p7"/>
            <p:cNvSpPr/>
            <p:nvPr/>
          </p:nvSpPr>
          <p:spPr>
            <a:xfrm>
              <a:off x="6719625" y="2898500"/>
              <a:ext cx="625575" cy="344675"/>
            </a:xfrm>
            <a:custGeom>
              <a:avLst/>
              <a:gdLst/>
              <a:ahLst/>
              <a:cxnLst/>
              <a:rect l="l" t="t" r="r" b="b"/>
              <a:pathLst>
                <a:path w="25023" h="13787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41" y="2009"/>
                  </a:lnTo>
                  <a:lnTo>
                    <a:pt x="23787" y="2163"/>
                  </a:lnTo>
                  <a:lnTo>
                    <a:pt x="23633" y="2202"/>
                  </a:lnTo>
                  <a:lnTo>
                    <a:pt x="23478" y="2202"/>
                  </a:lnTo>
                  <a:lnTo>
                    <a:pt x="23324" y="2163"/>
                  </a:lnTo>
                  <a:lnTo>
                    <a:pt x="23208" y="2086"/>
                  </a:lnTo>
                  <a:lnTo>
                    <a:pt x="23092" y="1970"/>
                  </a:lnTo>
                  <a:lnTo>
                    <a:pt x="23015" y="1816"/>
                  </a:lnTo>
                  <a:lnTo>
                    <a:pt x="22976" y="1661"/>
                  </a:lnTo>
                  <a:lnTo>
                    <a:pt x="22976" y="1429"/>
                  </a:lnTo>
                  <a:lnTo>
                    <a:pt x="23053" y="1275"/>
                  </a:lnTo>
                  <a:lnTo>
                    <a:pt x="23169" y="1120"/>
                  </a:lnTo>
                  <a:lnTo>
                    <a:pt x="23285" y="966"/>
                  </a:lnTo>
                  <a:close/>
                  <a:moveTo>
                    <a:pt x="24096" y="2433"/>
                  </a:moveTo>
                  <a:lnTo>
                    <a:pt x="24212" y="2781"/>
                  </a:lnTo>
                  <a:lnTo>
                    <a:pt x="24328" y="3090"/>
                  </a:lnTo>
                  <a:lnTo>
                    <a:pt x="24366" y="3437"/>
                  </a:lnTo>
                  <a:lnTo>
                    <a:pt x="24443" y="3823"/>
                  </a:lnTo>
                  <a:lnTo>
                    <a:pt x="24173" y="3746"/>
                  </a:lnTo>
                  <a:lnTo>
                    <a:pt x="23941" y="3592"/>
                  </a:lnTo>
                  <a:lnTo>
                    <a:pt x="23864" y="3515"/>
                  </a:lnTo>
                  <a:lnTo>
                    <a:pt x="23787" y="3399"/>
                  </a:lnTo>
                  <a:lnTo>
                    <a:pt x="23748" y="3283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7" y="2742"/>
                  </a:lnTo>
                  <a:lnTo>
                    <a:pt x="23941" y="2588"/>
                  </a:lnTo>
                  <a:lnTo>
                    <a:pt x="24096" y="2433"/>
                  </a:lnTo>
                  <a:close/>
                  <a:moveTo>
                    <a:pt x="16296" y="4982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6" y="5291"/>
                  </a:lnTo>
                  <a:lnTo>
                    <a:pt x="16566" y="5407"/>
                  </a:lnTo>
                  <a:lnTo>
                    <a:pt x="16296" y="5445"/>
                  </a:lnTo>
                  <a:lnTo>
                    <a:pt x="15639" y="5523"/>
                  </a:lnTo>
                  <a:lnTo>
                    <a:pt x="15639" y="5484"/>
                  </a:lnTo>
                  <a:lnTo>
                    <a:pt x="15678" y="5368"/>
                  </a:lnTo>
                  <a:lnTo>
                    <a:pt x="15716" y="5252"/>
                  </a:lnTo>
                  <a:lnTo>
                    <a:pt x="15755" y="5175"/>
                  </a:lnTo>
                  <a:lnTo>
                    <a:pt x="15832" y="5098"/>
                  </a:lnTo>
                  <a:lnTo>
                    <a:pt x="15948" y="5021"/>
                  </a:lnTo>
                  <a:lnTo>
                    <a:pt x="16064" y="4982"/>
                  </a:lnTo>
                  <a:close/>
                  <a:moveTo>
                    <a:pt x="24443" y="4248"/>
                  </a:moveTo>
                  <a:lnTo>
                    <a:pt x="24443" y="4673"/>
                  </a:lnTo>
                  <a:lnTo>
                    <a:pt x="24366" y="5098"/>
                  </a:lnTo>
                  <a:lnTo>
                    <a:pt x="24250" y="5523"/>
                  </a:lnTo>
                  <a:lnTo>
                    <a:pt x="24057" y="5445"/>
                  </a:lnTo>
                  <a:lnTo>
                    <a:pt x="23903" y="5291"/>
                  </a:lnTo>
                  <a:lnTo>
                    <a:pt x="23826" y="5098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50"/>
                  </a:lnTo>
                  <a:lnTo>
                    <a:pt x="23864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48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1"/>
                  </a:lnTo>
                  <a:lnTo>
                    <a:pt x="18111" y="5214"/>
                  </a:lnTo>
                  <a:lnTo>
                    <a:pt x="18111" y="5407"/>
                  </a:lnTo>
                  <a:lnTo>
                    <a:pt x="18072" y="5638"/>
                  </a:lnTo>
                  <a:lnTo>
                    <a:pt x="17570" y="5523"/>
                  </a:lnTo>
                  <a:lnTo>
                    <a:pt x="17029" y="5445"/>
                  </a:lnTo>
                  <a:lnTo>
                    <a:pt x="17068" y="5291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5"/>
                  </a:lnTo>
                  <a:lnTo>
                    <a:pt x="17531" y="4866"/>
                  </a:lnTo>
                  <a:lnTo>
                    <a:pt x="17647" y="4827"/>
                  </a:lnTo>
                  <a:close/>
                  <a:moveTo>
                    <a:pt x="14712" y="5329"/>
                  </a:moveTo>
                  <a:lnTo>
                    <a:pt x="14828" y="5368"/>
                  </a:lnTo>
                  <a:lnTo>
                    <a:pt x="14906" y="5445"/>
                  </a:lnTo>
                  <a:lnTo>
                    <a:pt x="15021" y="5561"/>
                  </a:lnTo>
                  <a:lnTo>
                    <a:pt x="15060" y="5677"/>
                  </a:lnTo>
                  <a:lnTo>
                    <a:pt x="14558" y="5870"/>
                  </a:lnTo>
                  <a:lnTo>
                    <a:pt x="14056" y="6102"/>
                  </a:lnTo>
                  <a:lnTo>
                    <a:pt x="14017" y="6063"/>
                  </a:lnTo>
                  <a:lnTo>
                    <a:pt x="14056" y="5831"/>
                  </a:lnTo>
                  <a:lnTo>
                    <a:pt x="14133" y="5600"/>
                  </a:lnTo>
                  <a:lnTo>
                    <a:pt x="14249" y="5445"/>
                  </a:lnTo>
                  <a:lnTo>
                    <a:pt x="14365" y="5368"/>
                  </a:lnTo>
                  <a:lnTo>
                    <a:pt x="14442" y="5329"/>
                  </a:lnTo>
                  <a:close/>
                  <a:moveTo>
                    <a:pt x="18999" y="5484"/>
                  </a:moveTo>
                  <a:lnTo>
                    <a:pt x="19115" y="5523"/>
                  </a:lnTo>
                  <a:lnTo>
                    <a:pt x="19192" y="5561"/>
                  </a:lnTo>
                  <a:lnTo>
                    <a:pt x="19308" y="5677"/>
                  </a:lnTo>
                  <a:lnTo>
                    <a:pt x="19385" y="5831"/>
                  </a:lnTo>
                  <a:lnTo>
                    <a:pt x="19385" y="5986"/>
                  </a:lnTo>
                  <a:lnTo>
                    <a:pt x="19346" y="6179"/>
                  </a:lnTo>
                  <a:lnTo>
                    <a:pt x="18613" y="5831"/>
                  </a:lnTo>
                  <a:lnTo>
                    <a:pt x="18651" y="5754"/>
                  </a:lnTo>
                  <a:lnTo>
                    <a:pt x="18690" y="5677"/>
                  </a:lnTo>
                  <a:lnTo>
                    <a:pt x="18844" y="5523"/>
                  </a:lnTo>
                  <a:lnTo>
                    <a:pt x="18999" y="5484"/>
                  </a:lnTo>
                  <a:close/>
                  <a:moveTo>
                    <a:pt x="20196" y="6063"/>
                  </a:moveTo>
                  <a:lnTo>
                    <a:pt x="20350" y="6102"/>
                  </a:lnTo>
                  <a:lnTo>
                    <a:pt x="20466" y="6140"/>
                  </a:lnTo>
                  <a:lnTo>
                    <a:pt x="20543" y="6179"/>
                  </a:lnTo>
                  <a:lnTo>
                    <a:pt x="20698" y="6333"/>
                  </a:lnTo>
                  <a:lnTo>
                    <a:pt x="20775" y="6527"/>
                  </a:lnTo>
                  <a:lnTo>
                    <a:pt x="20814" y="6720"/>
                  </a:lnTo>
                  <a:lnTo>
                    <a:pt x="20891" y="6951"/>
                  </a:lnTo>
                  <a:lnTo>
                    <a:pt x="20466" y="6758"/>
                  </a:lnTo>
                  <a:lnTo>
                    <a:pt x="20080" y="6565"/>
                  </a:lnTo>
                  <a:lnTo>
                    <a:pt x="19810" y="6411"/>
                  </a:lnTo>
                  <a:lnTo>
                    <a:pt x="19848" y="6295"/>
                  </a:lnTo>
                  <a:lnTo>
                    <a:pt x="19887" y="6179"/>
                  </a:lnTo>
                  <a:lnTo>
                    <a:pt x="20003" y="6140"/>
                  </a:lnTo>
                  <a:lnTo>
                    <a:pt x="20080" y="6102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9"/>
                  </a:lnTo>
                  <a:lnTo>
                    <a:pt x="23941" y="5986"/>
                  </a:lnTo>
                  <a:lnTo>
                    <a:pt x="24019" y="6025"/>
                  </a:lnTo>
                  <a:lnTo>
                    <a:pt x="24096" y="6025"/>
                  </a:lnTo>
                  <a:lnTo>
                    <a:pt x="23941" y="6295"/>
                  </a:lnTo>
                  <a:lnTo>
                    <a:pt x="23748" y="6565"/>
                  </a:lnTo>
                  <a:lnTo>
                    <a:pt x="23517" y="6797"/>
                  </a:lnTo>
                  <a:lnTo>
                    <a:pt x="23246" y="6990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7"/>
                  </a:lnTo>
                  <a:lnTo>
                    <a:pt x="23015" y="6295"/>
                  </a:lnTo>
                  <a:lnTo>
                    <a:pt x="23053" y="6179"/>
                  </a:lnTo>
                  <a:lnTo>
                    <a:pt x="23131" y="6102"/>
                  </a:lnTo>
                  <a:lnTo>
                    <a:pt x="23208" y="6025"/>
                  </a:lnTo>
                  <a:lnTo>
                    <a:pt x="23285" y="5947"/>
                  </a:lnTo>
                  <a:lnTo>
                    <a:pt x="23517" y="5870"/>
                  </a:lnTo>
                  <a:close/>
                  <a:moveTo>
                    <a:pt x="13245" y="6102"/>
                  </a:moveTo>
                  <a:lnTo>
                    <a:pt x="13477" y="6179"/>
                  </a:lnTo>
                  <a:lnTo>
                    <a:pt x="13593" y="6256"/>
                  </a:lnTo>
                  <a:lnTo>
                    <a:pt x="13708" y="6333"/>
                  </a:lnTo>
                  <a:lnTo>
                    <a:pt x="13168" y="6720"/>
                  </a:lnTo>
                  <a:lnTo>
                    <a:pt x="12782" y="7106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7" y="6797"/>
                  </a:lnTo>
                  <a:lnTo>
                    <a:pt x="12627" y="6681"/>
                  </a:lnTo>
                  <a:lnTo>
                    <a:pt x="12666" y="6527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59" y="6218"/>
                  </a:lnTo>
                  <a:lnTo>
                    <a:pt x="13013" y="6140"/>
                  </a:lnTo>
                  <a:lnTo>
                    <a:pt x="13129" y="6102"/>
                  </a:lnTo>
                  <a:close/>
                  <a:moveTo>
                    <a:pt x="22165" y="6565"/>
                  </a:moveTo>
                  <a:lnTo>
                    <a:pt x="22281" y="6604"/>
                  </a:lnTo>
                  <a:lnTo>
                    <a:pt x="22474" y="6720"/>
                  </a:lnTo>
                  <a:lnTo>
                    <a:pt x="22629" y="6874"/>
                  </a:lnTo>
                  <a:lnTo>
                    <a:pt x="22783" y="7029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6"/>
                  </a:lnTo>
                  <a:lnTo>
                    <a:pt x="22937" y="7144"/>
                  </a:lnTo>
                  <a:lnTo>
                    <a:pt x="22551" y="7222"/>
                  </a:lnTo>
                  <a:lnTo>
                    <a:pt x="22165" y="7260"/>
                  </a:lnTo>
                  <a:lnTo>
                    <a:pt x="21779" y="7222"/>
                  </a:lnTo>
                  <a:lnTo>
                    <a:pt x="21393" y="7106"/>
                  </a:lnTo>
                  <a:lnTo>
                    <a:pt x="21470" y="6913"/>
                  </a:lnTo>
                  <a:lnTo>
                    <a:pt x="21625" y="6758"/>
                  </a:lnTo>
                  <a:lnTo>
                    <a:pt x="21818" y="6604"/>
                  </a:lnTo>
                  <a:lnTo>
                    <a:pt x="22049" y="6565"/>
                  </a:lnTo>
                  <a:close/>
                  <a:moveTo>
                    <a:pt x="12280" y="7415"/>
                  </a:moveTo>
                  <a:lnTo>
                    <a:pt x="12473" y="7453"/>
                  </a:lnTo>
                  <a:lnTo>
                    <a:pt x="12125" y="7994"/>
                  </a:lnTo>
                  <a:lnTo>
                    <a:pt x="11816" y="8573"/>
                  </a:lnTo>
                  <a:lnTo>
                    <a:pt x="11701" y="8341"/>
                  </a:lnTo>
                  <a:lnTo>
                    <a:pt x="11662" y="8110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39" y="7724"/>
                  </a:lnTo>
                  <a:lnTo>
                    <a:pt x="11816" y="7608"/>
                  </a:lnTo>
                  <a:lnTo>
                    <a:pt x="11894" y="7531"/>
                  </a:lnTo>
                  <a:lnTo>
                    <a:pt x="12009" y="7453"/>
                  </a:lnTo>
                  <a:lnTo>
                    <a:pt x="12164" y="7415"/>
                  </a:lnTo>
                  <a:close/>
                  <a:moveTo>
                    <a:pt x="2240" y="9384"/>
                  </a:moveTo>
                  <a:lnTo>
                    <a:pt x="2356" y="9423"/>
                  </a:lnTo>
                  <a:lnTo>
                    <a:pt x="2472" y="9500"/>
                  </a:lnTo>
                  <a:lnTo>
                    <a:pt x="2549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10002"/>
                  </a:lnTo>
                  <a:lnTo>
                    <a:pt x="2124" y="9886"/>
                  </a:lnTo>
                  <a:lnTo>
                    <a:pt x="1661" y="9886"/>
                  </a:lnTo>
                  <a:lnTo>
                    <a:pt x="1699" y="9770"/>
                  </a:lnTo>
                  <a:lnTo>
                    <a:pt x="1738" y="9654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close/>
                  <a:moveTo>
                    <a:pt x="11662" y="8998"/>
                  </a:moveTo>
                  <a:lnTo>
                    <a:pt x="11469" y="9500"/>
                  </a:lnTo>
                  <a:lnTo>
                    <a:pt x="11353" y="10040"/>
                  </a:lnTo>
                  <a:lnTo>
                    <a:pt x="11276" y="10272"/>
                  </a:lnTo>
                  <a:lnTo>
                    <a:pt x="11237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8" y="9693"/>
                  </a:lnTo>
                  <a:lnTo>
                    <a:pt x="10928" y="9577"/>
                  </a:lnTo>
                  <a:lnTo>
                    <a:pt x="10967" y="9461"/>
                  </a:lnTo>
                  <a:lnTo>
                    <a:pt x="11005" y="9345"/>
                  </a:lnTo>
                  <a:lnTo>
                    <a:pt x="11121" y="9152"/>
                  </a:lnTo>
                  <a:lnTo>
                    <a:pt x="11276" y="9075"/>
                  </a:lnTo>
                  <a:lnTo>
                    <a:pt x="11469" y="8998"/>
                  </a:lnTo>
                  <a:close/>
                  <a:moveTo>
                    <a:pt x="3784" y="9770"/>
                  </a:moveTo>
                  <a:lnTo>
                    <a:pt x="3900" y="9809"/>
                  </a:lnTo>
                  <a:lnTo>
                    <a:pt x="4016" y="9886"/>
                  </a:lnTo>
                  <a:lnTo>
                    <a:pt x="4093" y="10002"/>
                  </a:lnTo>
                  <a:lnTo>
                    <a:pt x="4132" y="10118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3" y="10542"/>
                  </a:lnTo>
                  <a:lnTo>
                    <a:pt x="4016" y="10658"/>
                  </a:lnTo>
                  <a:lnTo>
                    <a:pt x="3862" y="10542"/>
                  </a:lnTo>
                  <a:lnTo>
                    <a:pt x="3514" y="10349"/>
                  </a:lnTo>
                  <a:lnTo>
                    <a:pt x="3089" y="10156"/>
                  </a:lnTo>
                  <a:lnTo>
                    <a:pt x="3128" y="10040"/>
                  </a:lnTo>
                  <a:lnTo>
                    <a:pt x="3244" y="9925"/>
                  </a:lnTo>
                  <a:lnTo>
                    <a:pt x="3360" y="9847"/>
                  </a:lnTo>
                  <a:lnTo>
                    <a:pt x="3514" y="9770"/>
                  </a:lnTo>
                  <a:close/>
                  <a:moveTo>
                    <a:pt x="4943" y="10658"/>
                  </a:moveTo>
                  <a:lnTo>
                    <a:pt x="5020" y="10736"/>
                  </a:lnTo>
                  <a:lnTo>
                    <a:pt x="5097" y="10774"/>
                  </a:lnTo>
                  <a:lnTo>
                    <a:pt x="5136" y="10890"/>
                  </a:lnTo>
                  <a:lnTo>
                    <a:pt x="5175" y="11044"/>
                  </a:lnTo>
                  <a:lnTo>
                    <a:pt x="5136" y="11238"/>
                  </a:lnTo>
                  <a:lnTo>
                    <a:pt x="5097" y="11431"/>
                  </a:lnTo>
                  <a:lnTo>
                    <a:pt x="4402" y="10929"/>
                  </a:lnTo>
                  <a:lnTo>
                    <a:pt x="4441" y="10813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20"/>
                  </a:moveTo>
                  <a:lnTo>
                    <a:pt x="10967" y="11199"/>
                  </a:lnTo>
                  <a:lnTo>
                    <a:pt x="10735" y="11740"/>
                  </a:lnTo>
                  <a:lnTo>
                    <a:pt x="10658" y="11701"/>
                  </a:lnTo>
                  <a:lnTo>
                    <a:pt x="10503" y="11546"/>
                  </a:lnTo>
                  <a:lnTo>
                    <a:pt x="10426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3"/>
                  </a:lnTo>
                  <a:lnTo>
                    <a:pt x="10735" y="10697"/>
                  </a:lnTo>
                  <a:lnTo>
                    <a:pt x="10928" y="10620"/>
                  </a:lnTo>
                  <a:close/>
                  <a:moveTo>
                    <a:pt x="5986" y="11469"/>
                  </a:moveTo>
                  <a:lnTo>
                    <a:pt x="6063" y="11508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3" y="11778"/>
                  </a:lnTo>
                  <a:lnTo>
                    <a:pt x="6372" y="12010"/>
                  </a:lnTo>
                  <a:lnTo>
                    <a:pt x="6410" y="12242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1"/>
                  </a:lnTo>
                  <a:lnTo>
                    <a:pt x="5445" y="11624"/>
                  </a:lnTo>
                  <a:lnTo>
                    <a:pt x="5561" y="11546"/>
                  </a:lnTo>
                  <a:lnTo>
                    <a:pt x="5638" y="11508"/>
                  </a:lnTo>
                  <a:lnTo>
                    <a:pt x="5754" y="11469"/>
                  </a:lnTo>
                  <a:close/>
                  <a:moveTo>
                    <a:pt x="10542" y="12048"/>
                  </a:moveTo>
                  <a:lnTo>
                    <a:pt x="10388" y="12319"/>
                  </a:lnTo>
                  <a:lnTo>
                    <a:pt x="10195" y="12550"/>
                  </a:lnTo>
                  <a:lnTo>
                    <a:pt x="10001" y="12744"/>
                  </a:lnTo>
                  <a:lnTo>
                    <a:pt x="9770" y="12937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8" y="12242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76" y="12512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1"/>
                  </a:lnTo>
                  <a:lnTo>
                    <a:pt x="7878" y="13014"/>
                  </a:lnTo>
                  <a:lnTo>
                    <a:pt x="7878" y="13207"/>
                  </a:lnTo>
                  <a:lnTo>
                    <a:pt x="7839" y="13207"/>
                  </a:lnTo>
                  <a:lnTo>
                    <a:pt x="7337" y="13014"/>
                  </a:lnTo>
                  <a:lnTo>
                    <a:pt x="6835" y="12744"/>
                  </a:lnTo>
                  <a:lnTo>
                    <a:pt x="6990" y="12628"/>
                  </a:lnTo>
                  <a:lnTo>
                    <a:pt x="7183" y="12550"/>
                  </a:lnTo>
                  <a:lnTo>
                    <a:pt x="7376" y="12512"/>
                  </a:lnTo>
                  <a:close/>
                  <a:moveTo>
                    <a:pt x="8843" y="12628"/>
                  </a:moveTo>
                  <a:lnTo>
                    <a:pt x="8959" y="12666"/>
                  </a:lnTo>
                  <a:lnTo>
                    <a:pt x="9113" y="12782"/>
                  </a:lnTo>
                  <a:lnTo>
                    <a:pt x="9191" y="12937"/>
                  </a:lnTo>
                  <a:lnTo>
                    <a:pt x="9229" y="13130"/>
                  </a:lnTo>
                  <a:lnTo>
                    <a:pt x="9268" y="13207"/>
                  </a:lnTo>
                  <a:lnTo>
                    <a:pt x="9036" y="13284"/>
                  </a:lnTo>
                  <a:lnTo>
                    <a:pt x="8804" y="13323"/>
                  </a:lnTo>
                  <a:lnTo>
                    <a:pt x="8573" y="13323"/>
                  </a:lnTo>
                  <a:lnTo>
                    <a:pt x="8302" y="13284"/>
                  </a:lnTo>
                  <a:lnTo>
                    <a:pt x="8302" y="13207"/>
                  </a:lnTo>
                  <a:lnTo>
                    <a:pt x="8341" y="13014"/>
                  </a:lnTo>
                  <a:lnTo>
                    <a:pt x="8418" y="12821"/>
                  </a:lnTo>
                  <a:lnTo>
                    <a:pt x="8573" y="12705"/>
                  </a:lnTo>
                  <a:lnTo>
                    <a:pt x="8650" y="12666"/>
                  </a:lnTo>
                  <a:lnTo>
                    <a:pt x="8766" y="12628"/>
                  </a:lnTo>
                  <a:close/>
                  <a:moveTo>
                    <a:pt x="22976" y="1"/>
                  </a:moveTo>
                  <a:lnTo>
                    <a:pt x="22899" y="39"/>
                  </a:lnTo>
                  <a:lnTo>
                    <a:pt x="22822" y="78"/>
                  </a:lnTo>
                  <a:lnTo>
                    <a:pt x="22783" y="155"/>
                  </a:lnTo>
                  <a:lnTo>
                    <a:pt x="22744" y="232"/>
                  </a:lnTo>
                  <a:lnTo>
                    <a:pt x="22744" y="310"/>
                  </a:lnTo>
                  <a:lnTo>
                    <a:pt x="22822" y="425"/>
                  </a:lnTo>
                  <a:lnTo>
                    <a:pt x="22860" y="464"/>
                  </a:lnTo>
                  <a:lnTo>
                    <a:pt x="23015" y="657"/>
                  </a:lnTo>
                  <a:lnTo>
                    <a:pt x="22899" y="773"/>
                  </a:lnTo>
                  <a:lnTo>
                    <a:pt x="22783" y="966"/>
                  </a:lnTo>
                  <a:lnTo>
                    <a:pt x="22706" y="1120"/>
                  </a:lnTo>
                  <a:lnTo>
                    <a:pt x="22629" y="1314"/>
                  </a:lnTo>
                  <a:lnTo>
                    <a:pt x="22590" y="1507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60" y="2279"/>
                  </a:lnTo>
                  <a:lnTo>
                    <a:pt x="23053" y="2395"/>
                  </a:lnTo>
                  <a:lnTo>
                    <a:pt x="23246" y="2511"/>
                  </a:lnTo>
                  <a:lnTo>
                    <a:pt x="23478" y="2511"/>
                  </a:lnTo>
                  <a:lnTo>
                    <a:pt x="23401" y="2704"/>
                  </a:lnTo>
                  <a:lnTo>
                    <a:pt x="23362" y="2897"/>
                  </a:lnTo>
                  <a:lnTo>
                    <a:pt x="23324" y="3090"/>
                  </a:lnTo>
                  <a:lnTo>
                    <a:pt x="23362" y="3283"/>
                  </a:lnTo>
                  <a:lnTo>
                    <a:pt x="23439" y="3515"/>
                  </a:lnTo>
                  <a:lnTo>
                    <a:pt x="23555" y="3708"/>
                  </a:lnTo>
                  <a:lnTo>
                    <a:pt x="23748" y="3901"/>
                  </a:lnTo>
                  <a:lnTo>
                    <a:pt x="23980" y="4017"/>
                  </a:lnTo>
                  <a:lnTo>
                    <a:pt x="23748" y="4210"/>
                  </a:lnTo>
                  <a:lnTo>
                    <a:pt x="23555" y="4480"/>
                  </a:lnTo>
                  <a:lnTo>
                    <a:pt x="23478" y="4750"/>
                  </a:lnTo>
                  <a:lnTo>
                    <a:pt x="23439" y="4905"/>
                  </a:lnTo>
                  <a:lnTo>
                    <a:pt x="23439" y="5021"/>
                  </a:lnTo>
                  <a:lnTo>
                    <a:pt x="23517" y="5291"/>
                  </a:lnTo>
                  <a:lnTo>
                    <a:pt x="23633" y="5484"/>
                  </a:lnTo>
                  <a:lnTo>
                    <a:pt x="23401" y="5523"/>
                  </a:lnTo>
                  <a:lnTo>
                    <a:pt x="23169" y="5561"/>
                  </a:lnTo>
                  <a:lnTo>
                    <a:pt x="22976" y="5716"/>
                  </a:lnTo>
                  <a:lnTo>
                    <a:pt x="22783" y="5870"/>
                  </a:lnTo>
                  <a:lnTo>
                    <a:pt x="22706" y="6102"/>
                  </a:lnTo>
                  <a:lnTo>
                    <a:pt x="22629" y="6372"/>
                  </a:lnTo>
                  <a:lnTo>
                    <a:pt x="22474" y="6295"/>
                  </a:lnTo>
                  <a:lnTo>
                    <a:pt x="22320" y="6256"/>
                  </a:lnTo>
                  <a:lnTo>
                    <a:pt x="22165" y="6218"/>
                  </a:lnTo>
                  <a:lnTo>
                    <a:pt x="21972" y="6218"/>
                  </a:lnTo>
                  <a:lnTo>
                    <a:pt x="21740" y="6295"/>
                  </a:lnTo>
                  <a:lnTo>
                    <a:pt x="21509" y="6411"/>
                  </a:lnTo>
                  <a:lnTo>
                    <a:pt x="21354" y="6565"/>
                  </a:lnTo>
                  <a:lnTo>
                    <a:pt x="21200" y="6797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6025"/>
                  </a:lnTo>
                  <a:lnTo>
                    <a:pt x="20736" y="5909"/>
                  </a:lnTo>
                  <a:lnTo>
                    <a:pt x="20582" y="5831"/>
                  </a:lnTo>
                  <a:lnTo>
                    <a:pt x="20427" y="5754"/>
                  </a:lnTo>
                  <a:lnTo>
                    <a:pt x="20234" y="5754"/>
                  </a:lnTo>
                  <a:lnTo>
                    <a:pt x="20080" y="5793"/>
                  </a:lnTo>
                  <a:lnTo>
                    <a:pt x="19887" y="5870"/>
                  </a:lnTo>
                  <a:lnTo>
                    <a:pt x="19771" y="5947"/>
                  </a:lnTo>
                  <a:lnTo>
                    <a:pt x="19732" y="5716"/>
                  </a:lnTo>
                  <a:lnTo>
                    <a:pt x="19617" y="5484"/>
                  </a:lnTo>
                  <a:lnTo>
                    <a:pt x="19462" y="5329"/>
                  </a:lnTo>
                  <a:lnTo>
                    <a:pt x="19385" y="5252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91"/>
                  </a:lnTo>
                  <a:lnTo>
                    <a:pt x="18497" y="5407"/>
                  </a:lnTo>
                  <a:lnTo>
                    <a:pt x="18458" y="5252"/>
                  </a:lnTo>
                  <a:lnTo>
                    <a:pt x="18420" y="5136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73"/>
                  </a:lnTo>
                  <a:lnTo>
                    <a:pt x="17956" y="4596"/>
                  </a:lnTo>
                  <a:lnTo>
                    <a:pt x="17802" y="4557"/>
                  </a:lnTo>
                  <a:lnTo>
                    <a:pt x="17647" y="4519"/>
                  </a:lnTo>
                  <a:lnTo>
                    <a:pt x="17493" y="4557"/>
                  </a:lnTo>
                  <a:lnTo>
                    <a:pt x="17377" y="4596"/>
                  </a:lnTo>
                  <a:lnTo>
                    <a:pt x="17261" y="4634"/>
                  </a:lnTo>
                  <a:lnTo>
                    <a:pt x="17145" y="4750"/>
                  </a:lnTo>
                  <a:lnTo>
                    <a:pt x="17029" y="4827"/>
                  </a:lnTo>
                  <a:lnTo>
                    <a:pt x="16875" y="5098"/>
                  </a:lnTo>
                  <a:lnTo>
                    <a:pt x="16759" y="4943"/>
                  </a:lnTo>
                  <a:lnTo>
                    <a:pt x="16605" y="4789"/>
                  </a:lnTo>
                  <a:lnTo>
                    <a:pt x="16450" y="4712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66"/>
                  </a:lnTo>
                  <a:lnTo>
                    <a:pt x="15523" y="4982"/>
                  </a:lnTo>
                  <a:lnTo>
                    <a:pt x="15446" y="5136"/>
                  </a:lnTo>
                  <a:lnTo>
                    <a:pt x="15408" y="5329"/>
                  </a:lnTo>
                  <a:lnTo>
                    <a:pt x="15408" y="5484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68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2"/>
                  </a:lnTo>
                  <a:lnTo>
                    <a:pt x="14635" y="4943"/>
                  </a:lnTo>
                  <a:lnTo>
                    <a:pt x="14442" y="4982"/>
                  </a:lnTo>
                  <a:lnTo>
                    <a:pt x="14288" y="5021"/>
                  </a:lnTo>
                  <a:lnTo>
                    <a:pt x="14133" y="5098"/>
                  </a:lnTo>
                  <a:lnTo>
                    <a:pt x="14056" y="5175"/>
                  </a:lnTo>
                  <a:lnTo>
                    <a:pt x="13940" y="5291"/>
                  </a:lnTo>
                  <a:lnTo>
                    <a:pt x="13824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6"/>
                  </a:lnTo>
                  <a:lnTo>
                    <a:pt x="13168" y="5716"/>
                  </a:lnTo>
                  <a:lnTo>
                    <a:pt x="12936" y="5754"/>
                  </a:lnTo>
                  <a:lnTo>
                    <a:pt x="12743" y="5831"/>
                  </a:lnTo>
                  <a:lnTo>
                    <a:pt x="12589" y="5947"/>
                  </a:lnTo>
                  <a:lnTo>
                    <a:pt x="12511" y="6063"/>
                  </a:lnTo>
                  <a:lnTo>
                    <a:pt x="12434" y="6218"/>
                  </a:lnTo>
                  <a:lnTo>
                    <a:pt x="12357" y="6372"/>
                  </a:lnTo>
                  <a:lnTo>
                    <a:pt x="12357" y="6527"/>
                  </a:lnTo>
                  <a:lnTo>
                    <a:pt x="12357" y="6681"/>
                  </a:lnTo>
                  <a:lnTo>
                    <a:pt x="12357" y="6835"/>
                  </a:lnTo>
                  <a:lnTo>
                    <a:pt x="12434" y="6990"/>
                  </a:lnTo>
                  <a:lnTo>
                    <a:pt x="12164" y="7029"/>
                  </a:lnTo>
                  <a:lnTo>
                    <a:pt x="11894" y="7106"/>
                  </a:lnTo>
                  <a:lnTo>
                    <a:pt x="11662" y="7222"/>
                  </a:lnTo>
                  <a:lnTo>
                    <a:pt x="11507" y="7415"/>
                  </a:lnTo>
                  <a:lnTo>
                    <a:pt x="11392" y="7531"/>
                  </a:lnTo>
                  <a:lnTo>
                    <a:pt x="11353" y="7685"/>
                  </a:lnTo>
                  <a:lnTo>
                    <a:pt x="11314" y="7839"/>
                  </a:lnTo>
                  <a:lnTo>
                    <a:pt x="11276" y="7994"/>
                  </a:lnTo>
                  <a:lnTo>
                    <a:pt x="11314" y="8148"/>
                  </a:lnTo>
                  <a:lnTo>
                    <a:pt x="11353" y="8303"/>
                  </a:lnTo>
                  <a:lnTo>
                    <a:pt x="11392" y="8457"/>
                  </a:lnTo>
                  <a:lnTo>
                    <a:pt x="11469" y="8612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58" y="9230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1" y="10234"/>
                  </a:lnTo>
                  <a:lnTo>
                    <a:pt x="10619" y="10311"/>
                  </a:lnTo>
                  <a:lnTo>
                    <a:pt x="10426" y="10427"/>
                  </a:lnTo>
                  <a:lnTo>
                    <a:pt x="10233" y="10581"/>
                  </a:lnTo>
                  <a:lnTo>
                    <a:pt x="10117" y="10774"/>
                  </a:lnTo>
                  <a:lnTo>
                    <a:pt x="10079" y="11006"/>
                  </a:lnTo>
                  <a:lnTo>
                    <a:pt x="10040" y="11238"/>
                  </a:lnTo>
                  <a:lnTo>
                    <a:pt x="10079" y="11469"/>
                  </a:lnTo>
                  <a:lnTo>
                    <a:pt x="10195" y="11701"/>
                  </a:lnTo>
                  <a:lnTo>
                    <a:pt x="9924" y="11740"/>
                  </a:lnTo>
                  <a:lnTo>
                    <a:pt x="9693" y="11855"/>
                  </a:lnTo>
                  <a:lnTo>
                    <a:pt x="9499" y="12010"/>
                  </a:lnTo>
                  <a:lnTo>
                    <a:pt x="9422" y="12087"/>
                  </a:lnTo>
                  <a:lnTo>
                    <a:pt x="9384" y="12203"/>
                  </a:lnTo>
                  <a:lnTo>
                    <a:pt x="9345" y="12319"/>
                  </a:lnTo>
                  <a:lnTo>
                    <a:pt x="9306" y="12473"/>
                  </a:lnTo>
                  <a:lnTo>
                    <a:pt x="9191" y="12396"/>
                  </a:lnTo>
                  <a:lnTo>
                    <a:pt x="9036" y="12319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57"/>
                  </a:lnTo>
                  <a:lnTo>
                    <a:pt x="8380" y="12435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09" y="12550"/>
                  </a:lnTo>
                  <a:lnTo>
                    <a:pt x="7993" y="12435"/>
                  </a:lnTo>
                  <a:lnTo>
                    <a:pt x="7878" y="12319"/>
                  </a:lnTo>
                  <a:lnTo>
                    <a:pt x="7723" y="12242"/>
                  </a:lnTo>
                  <a:lnTo>
                    <a:pt x="7492" y="12164"/>
                  </a:lnTo>
                  <a:lnTo>
                    <a:pt x="7221" y="12203"/>
                  </a:lnTo>
                  <a:lnTo>
                    <a:pt x="6990" y="12280"/>
                  </a:lnTo>
                  <a:lnTo>
                    <a:pt x="6796" y="12435"/>
                  </a:lnTo>
                  <a:lnTo>
                    <a:pt x="6796" y="12048"/>
                  </a:lnTo>
                  <a:lnTo>
                    <a:pt x="6758" y="11894"/>
                  </a:lnTo>
                  <a:lnTo>
                    <a:pt x="6681" y="11701"/>
                  </a:lnTo>
                  <a:lnTo>
                    <a:pt x="6603" y="11546"/>
                  </a:lnTo>
                  <a:lnTo>
                    <a:pt x="6526" y="11431"/>
                  </a:lnTo>
                  <a:lnTo>
                    <a:pt x="6372" y="11315"/>
                  </a:lnTo>
                  <a:lnTo>
                    <a:pt x="6217" y="11199"/>
                  </a:lnTo>
                  <a:lnTo>
                    <a:pt x="6063" y="11160"/>
                  </a:lnTo>
                  <a:lnTo>
                    <a:pt x="5715" y="11160"/>
                  </a:lnTo>
                  <a:lnTo>
                    <a:pt x="5522" y="11238"/>
                  </a:lnTo>
                  <a:lnTo>
                    <a:pt x="5522" y="10967"/>
                  </a:lnTo>
                  <a:lnTo>
                    <a:pt x="5445" y="10736"/>
                  </a:lnTo>
                  <a:lnTo>
                    <a:pt x="5329" y="10504"/>
                  </a:lnTo>
                  <a:lnTo>
                    <a:pt x="5213" y="10427"/>
                  </a:lnTo>
                  <a:lnTo>
                    <a:pt x="5097" y="10388"/>
                  </a:lnTo>
                  <a:lnTo>
                    <a:pt x="4943" y="10311"/>
                  </a:lnTo>
                  <a:lnTo>
                    <a:pt x="4827" y="10311"/>
                  </a:lnTo>
                  <a:lnTo>
                    <a:pt x="4673" y="10349"/>
                  </a:lnTo>
                  <a:lnTo>
                    <a:pt x="4518" y="10388"/>
                  </a:lnTo>
                  <a:lnTo>
                    <a:pt x="4518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09" y="9577"/>
                  </a:lnTo>
                  <a:lnTo>
                    <a:pt x="4055" y="9500"/>
                  </a:lnTo>
                  <a:lnTo>
                    <a:pt x="3900" y="9461"/>
                  </a:lnTo>
                  <a:lnTo>
                    <a:pt x="3746" y="9423"/>
                  </a:lnTo>
                  <a:lnTo>
                    <a:pt x="3591" y="9423"/>
                  </a:lnTo>
                  <a:lnTo>
                    <a:pt x="3398" y="9461"/>
                  </a:lnTo>
                  <a:lnTo>
                    <a:pt x="3282" y="9538"/>
                  </a:lnTo>
                  <a:lnTo>
                    <a:pt x="3128" y="9616"/>
                  </a:lnTo>
                  <a:lnTo>
                    <a:pt x="3012" y="9770"/>
                  </a:lnTo>
                  <a:lnTo>
                    <a:pt x="2974" y="9616"/>
                  </a:lnTo>
                  <a:lnTo>
                    <a:pt x="2896" y="9461"/>
                  </a:lnTo>
                  <a:lnTo>
                    <a:pt x="2780" y="9268"/>
                  </a:lnTo>
                  <a:lnTo>
                    <a:pt x="2626" y="9152"/>
                  </a:lnTo>
                  <a:lnTo>
                    <a:pt x="2433" y="9036"/>
                  </a:lnTo>
                  <a:lnTo>
                    <a:pt x="2240" y="8998"/>
                  </a:lnTo>
                  <a:lnTo>
                    <a:pt x="2047" y="9036"/>
                  </a:lnTo>
                  <a:lnTo>
                    <a:pt x="1854" y="9114"/>
                  </a:lnTo>
                  <a:lnTo>
                    <a:pt x="1699" y="9191"/>
                  </a:lnTo>
                  <a:lnTo>
                    <a:pt x="1545" y="9345"/>
                  </a:lnTo>
                  <a:lnTo>
                    <a:pt x="1429" y="9538"/>
                  </a:lnTo>
                  <a:lnTo>
                    <a:pt x="1390" y="9732"/>
                  </a:lnTo>
                  <a:lnTo>
                    <a:pt x="1352" y="9925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311"/>
                  </a:lnTo>
                  <a:lnTo>
                    <a:pt x="386" y="10427"/>
                  </a:lnTo>
                  <a:lnTo>
                    <a:pt x="271" y="10581"/>
                  </a:lnTo>
                  <a:lnTo>
                    <a:pt x="116" y="10890"/>
                  </a:lnTo>
                  <a:lnTo>
                    <a:pt x="0" y="11238"/>
                  </a:lnTo>
                  <a:lnTo>
                    <a:pt x="0" y="11585"/>
                  </a:lnTo>
                  <a:lnTo>
                    <a:pt x="77" y="11933"/>
                  </a:lnTo>
                  <a:lnTo>
                    <a:pt x="193" y="12242"/>
                  </a:lnTo>
                  <a:lnTo>
                    <a:pt x="386" y="12550"/>
                  </a:lnTo>
                  <a:lnTo>
                    <a:pt x="618" y="12821"/>
                  </a:lnTo>
                  <a:lnTo>
                    <a:pt x="811" y="12937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52" y="13130"/>
                  </a:lnTo>
                  <a:lnTo>
                    <a:pt x="1738" y="13168"/>
                  </a:lnTo>
                  <a:lnTo>
                    <a:pt x="2085" y="13130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50"/>
                  </a:lnTo>
                  <a:lnTo>
                    <a:pt x="3360" y="12242"/>
                  </a:lnTo>
                  <a:lnTo>
                    <a:pt x="3591" y="12010"/>
                  </a:lnTo>
                  <a:lnTo>
                    <a:pt x="3553" y="11933"/>
                  </a:lnTo>
                  <a:lnTo>
                    <a:pt x="3514" y="11817"/>
                  </a:lnTo>
                  <a:lnTo>
                    <a:pt x="3437" y="11778"/>
                  </a:lnTo>
                  <a:lnTo>
                    <a:pt x="3321" y="11740"/>
                  </a:lnTo>
                  <a:lnTo>
                    <a:pt x="3282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19" y="12242"/>
                  </a:lnTo>
                  <a:lnTo>
                    <a:pt x="2587" y="12435"/>
                  </a:lnTo>
                  <a:lnTo>
                    <a:pt x="2317" y="12589"/>
                  </a:lnTo>
                  <a:lnTo>
                    <a:pt x="2047" y="12666"/>
                  </a:lnTo>
                  <a:lnTo>
                    <a:pt x="1738" y="12705"/>
                  </a:lnTo>
                  <a:lnTo>
                    <a:pt x="1429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1" y="12357"/>
                  </a:lnTo>
                  <a:lnTo>
                    <a:pt x="695" y="12203"/>
                  </a:lnTo>
                  <a:lnTo>
                    <a:pt x="618" y="12048"/>
                  </a:lnTo>
                  <a:lnTo>
                    <a:pt x="541" y="11894"/>
                  </a:lnTo>
                  <a:lnTo>
                    <a:pt x="502" y="11740"/>
                  </a:lnTo>
                  <a:lnTo>
                    <a:pt x="502" y="11546"/>
                  </a:lnTo>
                  <a:lnTo>
                    <a:pt x="502" y="11392"/>
                  </a:lnTo>
                  <a:lnTo>
                    <a:pt x="541" y="11199"/>
                  </a:lnTo>
                  <a:lnTo>
                    <a:pt x="579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8" y="10620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008" y="10349"/>
                  </a:lnTo>
                  <a:lnTo>
                    <a:pt x="2317" y="10388"/>
                  </a:lnTo>
                  <a:lnTo>
                    <a:pt x="2587" y="10427"/>
                  </a:lnTo>
                  <a:lnTo>
                    <a:pt x="2858" y="10542"/>
                  </a:lnTo>
                  <a:lnTo>
                    <a:pt x="3128" y="10658"/>
                  </a:lnTo>
                  <a:lnTo>
                    <a:pt x="3669" y="10929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6"/>
                  </a:lnTo>
                  <a:lnTo>
                    <a:pt x="5870" y="12705"/>
                  </a:lnTo>
                  <a:lnTo>
                    <a:pt x="6256" y="12975"/>
                  </a:lnTo>
                  <a:lnTo>
                    <a:pt x="6681" y="13207"/>
                  </a:lnTo>
                  <a:lnTo>
                    <a:pt x="7105" y="13439"/>
                  </a:lnTo>
                  <a:lnTo>
                    <a:pt x="7530" y="13593"/>
                  </a:lnTo>
                  <a:lnTo>
                    <a:pt x="7993" y="13747"/>
                  </a:lnTo>
                  <a:lnTo>
                    <a:pt x="8457" y="13786"/>
                  </a:lnTo>
                  <a:lnTo>
                    <a:pt x="8920" y="13786"/>
                  </a:lnTo>
                  <a:lnTo>
                    <a:pt x="9345" y="13709"/>
                  </a:lnTo>
                  <a:lnTo>
                    <a:pt x="9731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73"/>
                  </a:lnTo>
                  <a:lnTo>
                    <a:pt x="11121" y="12126"/>
                  </a:lnTo>
                  <a:lnTo>
                    <a:pt x="11314" y="11740"/>
                  </a:lnTo>
                  <a:lnTo>
                    <a:pt x="11507" y="11238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5" y="9114"/>
                  </a:lnTo>
                  <a:lnTo>
                    <a:pt x="12357" y="8612"/>
                  </a:lnTo>
                  <a:lnTo>
                    <a:pt x="12589" y="8110"/>
                  </a:lnTo>
                  <a:lnTo>
                    <a:pt x="12936" y="7646"/>
                  </a:lnTo>
                  <a:lnTo>
                    <a:pt x="13284" y="7299"/>
                  </a:lnTo>
                  <a:lnTo>
                    <a:pt x="13631" y="6990"/>
                  </a:lnTo>
                  <a:lnTo>
                    <a:pt x="14017" y="6720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2"/>
                  </a:lnTo>
                  <a:lnTo>
                    <a:pt x="15832" y="5986"/>
                  </a:lnTo>
                  <a:lnTo>
                    <a:pt x="16296" y="5947"/>
                  </a:lnTo>
                  <a:lnTo>
                    <a:pt x="16605" y="5909"/>
                  </a:lnTo>
                  <a:lnTo>
                    <a:pt x="16914" y="5909"/>
                  </a:lnTo>
                  <a:lnTo>
                    <a:pt x="17454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4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29" y="7492"/>
                  </a:lnTo>
                  <a:lnTo>
                    <a:pt x="21316" y="7646"/>
                  </a:lnTo>
                  <a:lnTo>
                    <a:pt x="21740" y="7724"/>
                  </a:lnTo>
                  <a:lnTo>
                    <a:pt x="22165" y="7762"/>
                  </a:lnTo>
                  <a:lnTo>
                    <a:pt x="22590" y="7724"/>
                  </a:lnTo>
                  <a:lnTo>
                    <a:pt x="22976" y="7646"/>
                  </a:lnTo>
                  <a:lnTo>
                    <a:pt x="23362" y="7531"/>
                  </a:lnTo>
                  <a:lnTo>
                    <a:pt x="23710" y="7299"/>
                  </a:lnTo>
                  <a:lnTo>
                    <a:pt x="24057" y="6990"/>
                  </a:lnTo>
                  <a:lnTo>
                    <a:pt x="24366" y="6642"/>
                  </a:lnTo>
                  <a:lnTo>
                    <a:pt x="24598" y="6295"/>
                  </a:lnTo>
                  <a:lnTo>
                    <a:pt x="24752" y="5909"/>
                  </a:lnTo>
                  <a:lnTo>
                    <a:pt x="24868" y="5484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210"/>
                  </a:lnTo>
                  <a:lnTo>
                    <a:pt x="24945" y="3746"/>
                  </a:lnTo>
                  <a:lnTo>
                    <a:pt x="24868" y="3283"/>
                  </a:lnTo>
                  <a:lnTo>
                    <a:pt x="24791" y="2858"/>
                  </a:lnTo>
                  <a:lnTo>
                    <a:pt x="24637" y="2395"/>
                  </a:lnTo>
                  <a:lnTo>
                    <a:pt x="24443" y="1970"/>
                  </a:lnTo>
                  <a:lnTo>
                    <a:pt x="24250" y="1584"/>
                  </a:lnTo>
                  <a:lnTo>
                    <a:pt x="24057" y="1198"/>
                  </a:lnTo>
                  <a:lnTo>
                    <a:pt x="23787" y="812"/>
                  </a:lnTo>
                  <a:lnTo>
                    <a:pt x="23941" y="387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69" y="78"/>
                  </a:lnTo>
                  <a:lnTo>
                    <a:pt x="230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0" name="Google Shape;1620;p7"/>
            <p:cNvSpPr/>
            <p:nvPr/>
          </p:nvSpPr>
          <p:spPr>
            <a:xfrm>
              <a:off x="1648525" y="2901400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8" y="0"/>
                  </a:moveTo>
                  <a:lnTo>
                    <a:pt x="0" y="580"/>
                  </a:lnTo>
                  <a:lnTo>
                    <a:pt x="0" y="1198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9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70" y="5947"/>
                  </a:lnTo>
                  <a:lnTo>
                    <a:pt x="2433" y="6411"/>
                  </a:lnTo>
                  <a:lnTo>
                    <a:pt x="2974" y="6874"/>
                  </a:lnTo>
                  <a:lnTo>
                    <a:pt x="3514" y="7260"/>
                  </a:lnTo>
                  <a:lnTo>
                    <a:pt x="4093" y="7646"/>
                  </a:lnTo>
                  <a:lnTo>
                    <a:pt x="4711" y="7955"/>
                  </a:lnTo>
                  <a:lnTo>
                    <a:pt x="5329" y="8225"/>
                  </a:lnTo>
                  <a:lnTo>
                    <a:pt x="5986" y="8496"/>
                  </a:lnTo>
                  <a:lnTo>
                    <a:pt x="6642" y="8689"/>
                  </a:lnTo>
                  <a:lnTo>
                    <a:pt x="7299" y="8843"/>
                  </a:lnTo>
                  <a:lnTo>
                    <a:pt x="7994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4"/>
                  </a:lnTo>
                  <a:lnTo>
                    <a:pt x="10774" y="9075"/>
                  </a:lnTo>
                  <a:lnTo>
                    <a:pt x="11392" y="8998"/>
                  </a:lnTo>
                  <a:lnTo>
                    <a:pt x="12048" y="8920"/>
                  </a:lnTo>
                  <a:lnTo>
                    <a:pt x="12705" y="8766"/>
                  </a:lnTo>
                  <a:lnTo>
                    <a:pt x="13361" y="8612"/>
                  </a:lnTo>
                  <a:lnTo>
                    <a:pt x="14018" y="8380"/>
                  </a:lnTo>
                  <a:lnTo>
                    <a:pt x="14635" y="8148"/>
                  </a:lnTo>
                  <a:lnTo>
                    <a:pt x="15253" y="7878"/>
                  </a:lnTo>
                  <a:lnTo>
                    <a:pt x="15871" y="7569"/>
                  </a:lnTo>
                  <a:lnTo>
                    <a:pt x="16450" y="7221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5"/>
                  </a:lnTo>
                  <a:lnTo>
                    <a:pt x="19076" y="4287"/>
                  </a:lnTo>
                  <a:lnTo>
                    <a:pt x="19346" y="3669"/>
                  </a:lnTo>
                  <a:lnTo>
                    <a:pt x="19115" y="3630"/>
                  </a:lnTo>
                  <a:lnTo>
                    <a:pt x="18767" y="4171"/>
                  </a:lnTo>
                  <a:lnTo>
                    <a:pt x="18420" y="4634"/>
                  </a:lnTo>
                  <a:lnTo>
                    <a:pt x="18033" y="5098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1" y="6333"/>
                  </a:lnTo>
                  <a:lnTo>
                    <a:pt x="16257" y="6681"/>
                  </a:lnTo>
                  <a:lnTo>
                    <a:pt x="15755" y="7028"/>
                  </a:lnTo>
                  <a:lnTo>
                    <a:pt x="15215" y="7299"/>
                  </a:lnTo>
                  <a:lnTo>
                    <a:pt x="14713" y="7569"/>
                  </a:lnTo>
                  <a:lnTo>
                    <a:pt x="14133" y="7801"/>
                  </a:lnTo>
                  <a:lnTo>
                    <a:pt x="13593" y="8032"/>
                  </a:lnTo>
                  <a:lnTo>
                    <a:pt x="13014" y="8187"/>
                  </a:lnTo>
                  <a:lnTo>
                    <a:pt x="12434" y="8341"/>
                  </a:lnTo>
                  <a:lnTo>
                    <a:pt x="11816" y="8457"/>
                  </a:lnTo>
                  <a:lnTo>
                    <a:pt x="11199" y="8534"/>
                  </a:lnTo>
                  <a:lnTo>
                    <a:pt x="10504" y="8612"/>
                  </a:lnTo>
                  <a:lnTo>
                    <a:pt x="9113" y="8612"/>
                  </a:lnTo>
                  <a:lnTo>
                    <a:pt x="8380" y="8534"/>
                  </a:lnTo>
                  <a:lnTo>
                    <a:pt x="7685" y="8418"/>
                  </a:lnTo>
                  <a:lnTo>
                    <a:pt x="6990" y="8303"/>
                  </a:lnTo>
                  <a:lnTo>
                    <a:pt x="6333" y="8110"/>
                  </a:lnTo>
                  <a:lnTo>
                    <a:pt x="5638" y="7878"/>
                  </a:lnTo>
                  <a:lnTo>
                    <a:pt x="5020" y="7608"/>
                  </a:lnTo>
                  <a:lnTo>
                    <a:pt x="4364" y="7260"/>
                  </a:lnTo>
                  <a:lnTo>
                    <a:pt x="3785" y="6913"/>
                  </a:lnTo>
                  <a:lnTo>
                    <a:pt x="3205" y="6488"/>
                  </a:lnTo>
                  <a:lnTo>
                    <a:pt x="2703" y="6063"/>
                  </a:lnTo>
                  <a:lnTo>
                    <a:pt x="2201" y="5561"/>
                  </a:lnTo>
                  <a:lnTo>
                    <a:pt x="1777" y="4982"/>
                  </a:lnTo>
                  <a:lnTo>
                    <a:pt x="1390" y="4403"/>
                  </a:lnTo>
                  <a:lnTo>
                    <a:pt x="1120" y="3901"/>
                  </a:lnTo>
                  <a:lnTo>
                    <a:pt x="850" y="3360"/>
                  </a:lnTo>
                  <a:lnTo>
                    <a:pt x="695" y="2858"/>
                  </a:lnTo>
                  <a:lnTo>
                    <a:pt x="541" y="2279"/>
                  </a:lnTo>
                  <a:lnTo>
                    <a:pt x="425" y="1738"/>
                  </a:lnTo>
                  <a:lnTo>
                    <a:pt x="386" y="1159"/>
                  </a:lnTo>
                  <a:lnTo>
                    <a:pt x="386" y="618"/>
                  </a:lnTo>
                  <a:lnTo>
                    <a:pt x="425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" name="Google Shape;1621;p7"/>
            <p:cNvSpPr/>
            <p:nvPr/>
          </p:nvSpPr>
          <p:spPr>
            <a:xfrm>
              <a:off x="7229325" y="290815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1"/>
                  </a:moveTo>
                  <a:lnTo>
                    <a:pt x="3399" y="426"/>
                  </a:lnTo>
                  <a:lnTo>
                    <a:pt x="3785" y="619"/>
                  </a:lnTo>
                  <a:lnTo>
                    <a:pt x="4094" y="889"/>
                  </a:lnTo>
                  <a:lnTo>
                    <a:pt x="4364" y="1121"/>
                  </a:lnTo>
                  <a:lnTo>
                    <a:pt x="4635" y="1430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4" y="2434"/>
                  </a:lnTo>
                  <a:lnTo>
                    <a:pt x="5368" y="2820"/>
                  </a:lnTo>
                  <a:lnTo>
                    <a:pt x="5484" y="3206"/>
                  </a:lnTo>
                  <a:lnTo>
                    <a:pt x="5523" y="3592"/>
                  </a:lnTo>
                  <a:lnTo>
                    <a:pt x="5600" y="3978"/>
                  </a:lnTo>
                  <a:lnTo>
                    <a:pt x="5600" y="4403"/>
                  </a:lnTo>
                  <a:lnTo>
                    <a:pt x="5561" y="4789"/>
                  </a:lnTo>
                  <a:lnTo>
                    <a:pt x="5523" y="5214"/>
                  </a:lnTo>
                  <a:lnTo>
                    <a:pt x="5446" y="5600"/>
                  </a:lnTo>
                  <a:lnTo>
                    <a:pt x="5330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7"/>
                  </a:lnTo>
                  <a:lnTo>
                    <a:pt x="4210" y="8033"/>
                  </a:lnTo>
                  <a:lnTo>
                    <a:pt x="3940" y="8380"/>
                  </a:lnTo>
                  <a:lnTo>
                    <a:pt x="3631" y="8728"/>
                  </a:lnTo>
                  <a:lnTo>
                    <a:pt x="3283" y="9037"/>
                  </a:lnTo>
                  <a:lnTo>
                    <a:pt x="2936" y="9307"/>
                  </a:lnTo>
                  <a:lnTo>
                    <a:pt x="2549" y="9577"/>
                  </a:lnTo>
                  <a:lnTo>
                    <a:pt x="2163" y="9809"/>
                  </a:lnTo>
                  <a:lnTo>
                    <a:pt x="1739" y="10041"/>
                  </a:lnTo>
                  <a:lnTo>
                    <a:pt x="1314" y="10234"/>
                  </a:lnTo>
                  <a:lnTo>
                    <a:pt x="889" y="10388"/>
                  </a:lnTo>
                  <a:lnTo>
                    <a:pt x="464" y="10543"/>
                  </a:lnTo>
                  <a:lnTo>
                    <a:pt x="1" y="10658"/>
                  </a:lnTo>
                  <a:lnTo>
                    <a:pt x="78" y="11045"/>
                  </a:lnTo>
                  <a:lnTo>
                    <a:pt x="619" y="10967"/>
                  </a:lnTo>
                  <a:lnTo>
                    <a:pt x="1121" y="10813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5"/>
                  </a:lnTo>
                  <a:lnTo>
                    <a:pt x="3399" y="9616"/>
                  </a:lnTo>
                  <a:lnTo>
                    <a:pt x="3785" y="9268"/>
                  </a:lnTo>
                  <a:lnTo>
                    <a:pt x="4171" y="8921"/>
                  </a:lnTo>
                  <a:lnTo>
                    <a:pt x="4480" y="8535"/>
                  </a:lnTo>
                  <a:lnTo>
                    <a:pt x="4828" y="8110"/>
                  </a:lnTo>
                  <a:lnTo>
                    <a:pt x="5098" y="7685"/>
                  </a:lnTo>
                  <a:lnTo>
                    <a:pt x="5368" y="7222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55"/>
                  </a:lnTo>
                  <a:lnTo>
                    <a:pt x="6063" y="3631"/>
                  </a:lnTo>
                  <a:lnTo>
                    <a:pt x="5986" y="3244"/>
                  </a:lnTo>
                  <a:lnTo>
                    <a:pt x="5870" y="2820"/>
                  </a:lnTo>
                  <a:lnTo>
                    <a:pt x="5754" y="2434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7" y="1314"/>
                  </a:lnTo>
                  <a:lnTo>
                    <a:pt x="4905" y="1005"/>
                  </a:lnTo>
                  <a:lnTo>
                    <a:pt x="4596" y="696"/>
                  </a:lnTo>
                  <a:lnTo>
                    <a:pt x="4287" y="426"/>
                  </a:lnTo>
                  <a:lnTo>
                    <a:pt x="3940" y="194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" name="Google Shape;1622;p7"/>
            <p:cNvSpPr/>
            <p:nvPr/>
          </p:nvSpPr>
          <p:spPr>
            <a:xfrm>
              <a:off x="1734450" y="2911050"/>
              <a:ext cx="35725" cy="29000"/>
            </a:xfrm>
            <a:custGeom>
              <a:avLst/>
              <a:gdLst/>
              <a:ahLst/>
              <a:cxnLst/>
              <a:rect l="l" t="t" r="r" b="b"/>
              <a:pathLst>
                <a:path w="1429" h="1160" extrusionOk="0">
                  <a:moveTo>
                    <a:pt x="502" y="1"/>
                  </a:moveTo>
                  <a:lnTo>
                    <a:pt x="309" y="116"/>
                  </a:lnTo>
                  <a:lnTo>
                    <a:pt x="193" y="232"/>
                  </a:lnTo>
                  <a:lnTo>
                    <a:pt x="77" y="387"/>
                  </a:lnTo>
                  <a:lnTo>
                    <a:pt x="39" y="541"/>
                  </a:lnTo>
                  <a:lnTo>
                    <a:pt x="0" y="734"/>
                  </a:lnTo>
                  <a:lnTo>
                    <a:pt x="39" y="927"/>
                  </a:lnTo>
                  <a:lnTo>
                    <a:pt x="116" y="1082"/>
                  </a:lnTo>
                  <a:lnTo>
                    <a:pt x="193" y="1159"/>
                  </a:lnTo>
                  <a:lnTo>
                    <a:pt x="348" y="1159"/>
                  </a:lnTo>
                  <a:lnTo>
                    <a:pt x="425" y="1043"/>
                  </a:lnTo>
                  <a:lnTo>
                    <a:pt x="425" y="1005"/>
                  </a:lnTo>
                  <a:lnTo>
                    <a:pt x="386" y="927"/>
                  </a:lnTo>
                  <a:lnTo>
                    <a:pt x="386" y="850"/>
                  </a:lnTo>
                  <a:lnTo>
                    <a:pt x="348" y="773"/>
                  </a:lnTo>
                  <a:lnTo>
                    <a:pt x="425" y="580"/>
                  </a:lnTo>
                  <a:lnTo>
                    <a:pt x="541" y="425"/>
                  </a:lnTo>
                  <a:lnTo>
                    <a:pt x="618" y="387"/>
                  </a:lnTo>
                  <a:lnTo>
                    <a:pt x="772" y="387"/>
                  </a:lnTo>
                  <a:lnTo>
                    <a:pt x="850" y="425"/>
                  </a:lnTo>
                  <a:lnTo>
                    <a:pt x="965" y="580"/>
                  </a:lnTo>
                  <a:lnTo>
                    <a:pt x="1004" y="657"/>
                  </a:lnTo>
                  <a:lnTo>
                    <a:pt x="1004" y="734"/>
                  </a:lnTo>
                  <a:lnTo>
                    <a:pt x="965" y="927"/>
                  </a:lnTo>
                  <a:lnTo>
                    <a:pt x="965" y="1005"/>
                  </a:lnTo>
                  <a:lnTo>
                    <a:pt x="965" y="1082"/>
                  </a:lnTo>
                  <a:lnTo>
                    <a:pt x="1004" y="1120"/>
                  </a:lnTo>
                  <a:lnTo>
                    <a:pt x="1081" y="1159"/>
                  </a:lnTo>
                  <a:lnTo>
                    <a:pt x="1197" y="1159"/>
                  </a:lnTo>
                  <a:lnTo>
                    <a:pt x="1274" y="1120"/>
                  </a:lnTo>
                  <a:lnTo>
                    <a:pt x="1313" y="1082"/>
                  </a:lnTo>
                  <a:lnTo>
                    <a:pt x="1390" y="889"/>
                  </a:lnTo>
                  <a:lnTo>
                    <a:pt x="1429" y="734"/>
                  </a:lnTo>
                  <a:lnTo>
                    <a:pt x="1390" y="541"/>
                  </a:lnTo>
                  <a:lnTo>
                    <a:pt x="1313" y="348"/>
                  </a:lnTo>
                  <a:lnTo>
                    <a:pt x="1197" y="194"/>
                  </a:lnTo>
                  <a:lnTo>
                    <a:pt x="1043" y="78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" name="Google Shape;1623;p7"/>
            <p:cNvSpPr/>
            <p:nvPr/>
          </p:nvSpPr>
          <p:spPr>
            <a:xfrm>
              <a:off x="6320925" y="2913950"/>
              <a:ext cx="315700" cy="477875"/>
            </a:xfrm>
            <a:custGeom>
              <a:avLst/>
              <a:gdLst/>
              <a:ahLst/>
              <a:cxnLst/>
              <a:rect l="l" t="t" r="r" b="b"/>
              <a:pathLst>
                <a:path w="12628" h="19115" extrusionOk="0">
                  <a:moveTo>
                    <a:pt x="1004" y="618"/>
                  </a:moveTo>
                  <a:lnTo>
                    <a:pt x="1661" y="850"/>
                  </a:lnTo>
                  <a:lnTo>
                    <a:pt x="2317" y="1120"/>
                  </a:lnTo>
                  <a:lnTo>
                    <a:pt x="2742" y="1352"/>
                  </a:lnTo>
                  <a:lnTo>
                    <a:pt x="3167" y="1584"/>
                  </a:lnTo>
                  <a:lnTo>
                    <a:pt x="3321" y="1700"/>
                  </a:lnTo>
                  <a:lnTo>
                    <a:pt x="3476" y="1854"/>
                  </a:lnTo>
                  <a:lnTo>
                    <a:pt x="3669" y="2124"/>
                  </a:lnTo>
                  <a:lnTo>
                    <a:pt x="3862" y="2472"/>
                  </a:lnTo>
                  <a:lnTo>
                    <a:pt x="4016" y="2819"/>
                  </a:lnTo>
                  <a:lnTo>
                    <a:pt x="5677" y="6797"/>
                  </a:lnTo>
                  <a:lnTo>
                    <a:pt x="9075" y="15022"/>
                  </a:lnTo>
                  <a:lnTo>
                    <a:pt x="9152" y="15099"/>
                  </a:lnTo>
                  <a:lnTo>
                    <a:pt x="9191" y="15137"/>
                  </a:lnTo>
                  <a:lnTo>
                    <a:pt x="9345" y="15137"/>
                  </a:lnTo>
                  <a:lnTo>
                    <a:pt x="8920" y="15369"/>
                  </a:lnTo>
                  <a:lnTo>
                    <a:pt x="7955" y="13516"/>
                  </a:lnTo>
                  <a:lnTo>
                    <a:pt x="6990" y="11662"/>
                  </a:lnTo>
                  <a:lnTo>
                    <a:pt x="5020" y="7955"/>
                  </a:lnTo>
                  <a:lnTo>
                    <a:pt x="3012" y="4287"/>
                  </a:lnTo>
                  <a:lnTo>
                    <a:pt x="1004" y="618"/>
                  </a:lnTo>
                  <a:close/>
                  <a:moveTo>
                    <a:pt x="657" y="502"/>
                  </a:moveTo>
                  <a:lnTo>
                    <a:pt x="657" y="541"/>
                  </a:lnTo>
                  <a:lnTo>
                    <a:pt x="4673" y="8032"/>
                  </a:lnTo>
                  <a:lnTo>
                    <a:pt x="6719" y="11739"/>
                  </a:lnTo>
                  <a:lnTo>
                    <a:pt x="7762" y="13593"/>
                  </a:lnTo>
                  <a:lnTo>
                    <a:pt x="8804" y="15446"/>
                  </a:lnTo>
                  <a:lnTo>
                    <a:pt x="8650" y="15524"/>
                  </a:lnTo>
                  <a:lnTo>
                    <a:pt x="7414" y="13747"/>
                  </a:lnTo>
                  <a:lnTo>
                    <a:pt x="6179" y="12010"/>
                  </a:lnTo>
                  <a:lnTo>
                    <a:pt x="3591" y="8534"/>
                  </a:lnTo>
                  <a:lnTo>
                    <a:pt x="2317" y="6758"/>
                  </a:lnTo>
                  <a:lnTo>
                    <a:pt x="1004" y="4943"/>
                  </a:lnTo>
                  <a:lnTo>
                    <a:pt x="850" y="4711"/>
                  </a:lnTo>
                  <a:lnTo>
                    <a:pt x="734" y="4480"/>
                  </a:lnTo>
                  <a:lnTo>
                    <a:pt x="618" y="4209"/>
                  </a:lnTo>
                  <a:lnTo>
                    <a:pt x="541" y="3939"/>
                  </a:lnTo>
                  <a:lnTo>
                    <a:pt x="464" y="3399"/>
                  </a:lnTo>
                  <a:lnTo>
                    <a:pt x="425" y="2819"/>
                  </a:lnTo>
                  <a:lnTo>
                    <a:pt x="464" y="2240"/>
                  </a:lnTo>
                  <a:lnTo>
                    <a:pt x="502" y="1661"/>
                  </a:lnTo>
                  <a:lnTo>
                    <a:pt x="657" y="502"/>
                  </a:lnTo>
                  <a:close/>
                  <a:moveTo>
                    <a:pt x="11508" y="12280"/>
                  </a:moveTo>
                  <a:lnTo>
                    <a:pt x="11662" y="12357"/>
                  </a:lnTo>
                  <a:lnTo>
                    <a:pt x="11816" y="12434"/>
                  </a:lnTo>
                  <a:lnTo>
                    <a:pt x="12164" y="12859"/>
                  </a:lnTo>
                  <a:lnTo>
                    <a:pt x="12241" y="13052"/>
                  </a:lnTo>
                  <a:lnTo>
                    <a:pt x="12280" y="13245"/>
                  </a:lnTo>
                  <a:lnTo>
                    <a:pt x="12241" y="13438"/>
                  </a:lnTo>
                  <a:lnTo>
                    <a:pt x="12203" y="13631"/>
                  </a:lnTo>
                  <a:lnTo>
                    <a:pt x="12048" y="14018"/>
                  </a:lnTo>
                  <a:lnTo>
                    <a:pt x="11855" y="14365"/>
                  </a:lnTo>
                  <a:lnTo>
                    <a:pt x="11508" y="14790"/>
                  </a:lnTo>
                  <a:lnTo>
                    <a:pt x="11121" y="15176"/>
                  </a:lnTo>
                  <a:lnTo>
                    <a:pt x="10697" y="15524"/>
                  </a:lnTo>
                  <a:lnTo>
                    <a:pt x="10272" y="15871"/>
                  </a:lnTo>
                  <a:lnTo>
                    <a:pt x="10156" y="15871"/>
                  </a:lnTo>
                  <a:lnTo>
                    <a:pt x="10117" y="15987"/>
                  </a:lnTo>
                  <a:lnTo>
                    <a:pt x="9770" y="16180"/>
                  </a:lnTo>
                  <a:lnTo>
                    <a:pt x="9113" y="16605"/>
                  </a:lnTo>
                  <a:lnTo>
                    <a:pt x="8457" y="16952"/>
                  </a:lnTo>
                  <a:lnTo>
                    <a:pt x="7723" y="17261"/>
                  </a:lnTo>
                  <a:lnTo>
                    <a:pt x="6990" y="17493"/>
                  </a:lnTo>
                  <a:lnTo>
                    <a:pt x="6642" y="17609"/>
                  </a:lnTo>
                  <a:lnTo>
                    <a:pt x="6294" y="17647"/>
                  </a:lnTo>
                  <a:lnTo>
                    <a:pt x="5754" y="17647"/>
                  </a:lnTo>
                  <a:lnTo>
                    <a:pt x="5561" y="17570"/>
                  </a:lnTo>
                  <a:lnTo>
                    <a:pt x="5445" y="17493"/>
                  </a:lnTo>
                  <a:lnTo>
                    <a:pt x="5329" y="17416"/>
                  </a:lnTo>
                  <a:lnTo>
                    <a:pt x="5097" y="17184"/>
                  </a:lnTo>
                  <a:lnTo>
                    <a:pt x="4982" y="16875"/>
                  </a:lnTo>
                  <a:lnTo>
                    <a:pt x="4904" y="16605"/>
                  </a:lnTo>
                  <a:lnTo>
                    <a:pt x="4943" y="16412"/>
                  </a:lnTo>
                  <a:lnTo>
                    <a:pt x="4982" y="16219"/>
                  </a:lnTo>
                  <a:lnTo>
                    <a:pt x="5059" y="16064"/>
                  </a:lnTo>
                  <a:lnTo>
                    <a:pt x="5175" y="15948"/>
                  </a:lnTo>
                  <a:lnTo>
                    <a:pt x="5291" y="15833"/>
                  </a:lnTo>
                  <a:lnTo>
                    <a:pt x="5406" y="15755"/>
                  </a:lnTo>
                  <a:lnTo>
                    <a:pt x="5522" y="15717"/>
                  </a:lnTo>
                  <a:lnTo>
                    <a:pt x="5638" y="15755"/>
                  </a:lnTo>
                  <a:lnTo>
                    <a:pt x="5793" y="15833"/>
                  </a:lnTo>
                  <a:lnTo>
                    <a:pt x="5947" y="15948"/>
                  </a:lnTo>
                  <a:lnTo>
                    <a:pt x="6063" y="16141"/>
                  </a:lnTo>
                  <a:lnTo>
                    <a:pt x="6256" y="16373"/>
                  </a:lnTo>
                  <a:lnTo>
                    <a:pt x="6101" y="16412"/>
                  </a:lnTo>
                  <a:lnTo>
                    <a:pt x="6024" y="16450"/>
                  </a:lnTo>
                  <a:lnTo>
                    <a:pt x="6024" y="16566"/>
                  </a:lnTo>
                  <a:lnTo>
                    <a:pt x="6063" y="16643"/>
                  </a:lnTo>
                  <a:lnTo>
                    <a:pt x="6140" y="16643"/>
                  </a:lnTo>
                  <a:lnTo>
                    <a:pt x="6912" y="16566"/>
                  </a:lnTo>
                  <a:lnTo>
                    <a:pt x="7685" y="16373"/>
                  </a:lnTo>
                  <a:lnTo>
                    <a:pt x="8496" y="16064"/>
                  </a:lnTo>
                  <a:lnTo>
                    <a:pt x="9229" y="15717"/>
                  </a:lnTo>
                  <a:lnTo>
                    <a:pt x="9615" y="15485"/>
                  </a:lnTo>
                  <a:lnTo>
                    <a:pt x="9963" y="15253"/>
                  </a:lnTo>
                  <a:lnTo>
                    <a:pt x="10272" y="15022"/>
                  </a:lnTo>
                  <a:lnTo>
                    <a:pt x="10581" y="14751"/>
                  </a:lnTo>
                  <a:lnTo>
                    <a:pt x="10890" y="14481"/>
                  </a:lnTo>
                  <a:lnTo>
                    <a:pt x="11121" y="14172"/>
                  </a:lnTo>
                  <a:lnTo>
                    <a:pt x="11353" y="13825"/>
                  </a:lnTo>
                  <a:lnTo>
                    <a:pt x="11546" y="13516"/>
                  </a:lnTo>
                  <a:lnTo>
                    <a:pt x="11546" y="13438"/>
                  </a:lnTo>
                  <a:lnTo>
                    <a:pt x="11546" y="13361"/>
                  </a:lnTo>
                  <a:lnTo>
                    <a:pt x="11508" y="13284"/>
                  </a:lnTo>
                  <a:lnTo>
                    <a:pt x="11430" y="13245"/>
                  </a:lnTo>
                  <a:lnTo>
                    <a:pt x="11237" y="13245"/>
                  </a:lnTo>
                  <a:lnTo>
                    <a:pt x="11160" y="13323"/>
                  </a:lnTo>
                  <a:lnTo>
                    <a:pt x="10967" y="13670"/>
                  </a:lnTo>
                  <a:lnTo>
                    <a:pt x="10774" y="13554"/>
                  </a:lnTo>
                  <a:lnTo>
                    <a:pt x="10658" y="13438"/>
                  </a:lnTo>
                  <a:lnTo>
                    <a:pt x="10619" y="13284"/>
                  </a:lnTo>
                  <a:lnTo>
                    <a:pt x="10581" y="13168"/>
                  </a:lnTo>
                  <a:lnTo>
                    <a:pt x="10619" y="13014"/>
                  </a:lnTo>
                  <a:lnTo>
                    <a:pt x="10658" y="12859"/>
                  </a:lnTo>
                  <a:lnTo>
                    <a:pt x="10851" y="12627"/>
                  </a:lnTo>
                  <a:lnTo>
                    <a:pt x="10928" y="12473"/>
                  </a:lnTo>
                  <a:lnTo>
                    <a:pt x="11044" y="12357"/>
                  </a:lnTo>
                  <a:lnTo>
                    <a:pt x="11121" y="12319"/>
                  </a:lnTo>
                  <a:lnTo>
                    <a:pt x="11237" y="12280"/>
                  </a:lnTo>
                  <a:close/>
                  <a:moveTo>
                    <a:pt x="425" y="0"/>
                  </a:moveTo>
                  <a:lnTo>
                    <a:pt x="348" y="39"/>
                  </a:lnTo>
                  <a:lnTo>
                    <a:pt x="271" y="116"/>
                  </a:lnTo>
                  <a:lnTo>
                    <a:pt x="232" y="194"/>
                  </a:lnTo>
                  <a:lnTo>
                    <a:pt x="78" y="2588"/>
                  </a:lnTo>
                  <a:lnTo>
                    <a:pt x="39" y="3012"/>
                  </a:lnTo>
                  <a:lnTo>
                    <a:pt x="0" y="3476"/>
                  </a:lnTo>
                  <a:lnTo>
                    <a:pt x="39" y="3901"/>
                  </a:lnTo>
                  <a:lnTo>
                    <a:pt x="116" y="4325"/>
                  </a:lnTo>
                  <a:lnTo>
                    <a:pt x="232" y="4518"/>
                  </a:lnTo>
                  <a:lnTo>
                    <a:pt x="348" y="4750"/>
                  </a:lnTo>
                  <a:lnTo>
                    <a:pt x="618" y="5175"/>
                  </a:lnTo>
                  <a:lnTo>
                    <a:pt x="1236" y="5986"/>
                  </a:lnTo>
                  <a:lnTo>
                    <a:pt x="2665" y="7955"/>
                  </a:lnTo>
                  <a:lnTo>
                    <a:pt x="5445" y="11817"/>
                  </a:lnTo>
                  <a:lnTo>
                    <a:pt x="6874" y="13747"/>
                  </a:lnTo>
                  <a:lnTo>
                    <a:pt x="8341" y="15639"/>
                  </a:lnTo>
                  <a:lnTo>
                    <a:pt x="7492" y="15987"/>
                  </a:lnTo>
                  <a:lnTo>
                    <a:pt x="6642" y="16257"/>
                  </a:lnTo>
                  <a:lnTo>
                    <a:pt x="6642" y="16257"/>
                  </a:lnTo>
                  <a:lnTo>
                    <a:pt x="6681" y="16103"/>
                  </a:lnTo>
                  <a:lnTo>
                    <a:pt x="6681" y="15948"/>
                  </a:lnTo>
                  <a:lnTo>
                    <a:pt x="6642" y="15755"/>
                  </a:lnTo>
                  <a:lnTo>
                    <a:pt x="6565" y="15639"/>
                  </a:lnTo>
                  <a:lnTo>
                    <a:pt x="6488" y="15485"/>
                  </a:lnTo>
                  <a:lnTo>
                    <a:pt x="6333" y="15369"/>
                  </a:lnTo>
                  <a:lnTo>
                    <a:pt x="6179" y="15292"/>
                  </a:lnTo>
                  <a:lnTo>
                    <a:pt x="6024" y="15253"/>
                  </a:lnTo>
                  <a:lnTo>
                    <a:pt x="5715" y="15253"/>
                  </a:lnTo>
                  <a:lnTo>
                    <a:pt x="5484" y="15292"/>
                  </a:lnTo>
                  <a:lnTo>
                    <a:pt x="5213" y="15408"/>
                  </a:lnTo>
                  <a:lnTo>
                    <a:pt x="5020" y="15601"/>
                  </a:lnTo>
                  <a:lnTo>
                    <a:pt x="4827" y="15794"/>
                  </a:lnTo>
                  <a:lnTo>
                    <a:pt x="4711" y="16026"/>
                  </a:lnTo>
                  <a:lnTo>
                    <a:pt x="4595" y="16296"/>
                  </a:lnTo>
                  <a:lnTo>
                    <a:pt x="4595" y="16566"/>
                  </a:lnTo>
                  <a:lnTo>
                    <a:pt x="4634" y="16991"/>
                  </a:lnTo>
                  <a:lnTo>
                    <a:pt x="4750" y="17300"/>
                  </a:lnTo>
                  <a:lnTo>
                    <a:pt x="4904" y="17532"/>
                  </a:lnTo>
                  <a:lnTo>
                    <a:pt x="5097" y="17725"/>
                  </a:lnTo>
                  <a:lnTo>
                    <a:pt x="5368" y="17840"/>
                  </a:lnTo>
                  <a:lnTo>
                    <a:pt x="5677" y="17918"/>
                  </a:lnTo>
                  <a:lnTo>
                    <a:pt x="6024" y="17956"/>
                  </a:lnTo>
                  <a:lnTo>
                    <a:pt x="6372" y="17918"/>
                  </a:lnTo>
                  <a:lnTo>
                    <a:pt x="6719" y="17840"/>
                  </a:lnTo>
                  <a:lnTo>
                    <a:pt x="7105" y="17763"/>
                  </a:lnTo>
                  <a:lnTo>
                    <a:pt x="7878" y="17532"/>
                  </a:lnTo>
                  <a:lnTo>
                    <a:pt x="8573" y="17223"/>
                  </a:lnTo>
                  <a:lnTo>
                    <a:pt x="9152" y="16952"/>
                  </a:lnTo>
                  <a:lnTo>
                    <a:pt x="9229" y="16875"/>
                  </a:lnTo>
                  <a:lnTo>
                    <a:pt x="9461" y="16759"/>
                  </a:lnTo>
                  <a:lnTo>
                    <a:pt x="10233" y="16257"/>
                  </a:lnTo>
                  <a:lnTo>
                    <a:pt x="10812" y="17107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5"/>
                  </a:lnTo>
                  <a:lnTo>
                    <a:pt x="12280" y="19038"/>
                  </a:lnTo>
                  <a:lnTo>
                    <a:pt x="12203" y="18883"/>
                  </a:lnTo>
                  <a:lnTo>
                    <a:pt x="11816" y="18149"/>
                  </a:lnTo>
                  <a:lnTo>
                    <a:pt x="11392" y="17454"/>
                  </a:lnTo>
                  <a:lnTo>
                    <a:pt x="10928" y="16759"/>
                  </a:lnTo>
                  <a:lnTo>
                    <a:pt x="10465" y="16103"/>
                  </a:lnTo>
                  <a:lnTo>
                    <a:pt x="10967" y="15717"/>
                  </a:lnTo>
                  <a:lnTo>
                    <a:pt x="11469" y="15253"/>
                  </a:lnTo>
                  <a:lnTo>
                    <a:pt x="11894" y="14790"/>
                  </a:lnTo>
                  <a:lnTo>
                    <a:pt x="12125" y="14558"/>
                  </a:lnTo>
                  <a:lnTo>
                    <a:pt x="12280" y="14288"/>
                  </a:lnTo>
                  <a:lnTo>
                    <a:pt x="12434" y="14056"/>
                  </a:lnTo>
                  <a:lnTo>
                    <a:pt x="12511" y="13786"/>
                  </a:lnTo>
                  <a:lnTo>
                    <a:pt x="12589" y="13554"/>
                  </a:lnTo>
                  <a:lnTo>
                    <a:pt x="12627" y="13284"/>
                  </a:lnTo>
                  <a:lnTo>
                    <a:pt x="12589" y="13052"/>
                  </a:lnTo>
                  <a:lnTo>
                    <a:pt x="12511" y="12821"/>
                  </a:lnTo>
                  <a:lnTo>
                    <a:pt x="12357" y="12589"/>
                  </a:lnTo>
                  <a:lnTo>
                    <a:pt x="12164" y="12357"/>
                  </a:lnTo>
                  <a:lnTo>
                    <a:pt x="11971" y="12203"/>
                  </a:lnTo>
                  <a:lnTo>
                    <a:pt x="11739" y="12087"/>
                  </a:lnTo>
                  <a:lnTo>
                    <a:pt x="11469" y="12010"/>
                  </a:lnTo>
                  <a:lnTo>
                    <a:pt x="11237" y="12010"/>
                  </a:lnTo>
                  <a:lnTo>
                    <a:pt x="10967" y="12048"/>
                  </a:lnTo>
                  <a:lnTo>
                    <a:pt x="10735" y="12126"/>
                  </a:lnTo>
                  <a:lnTo>
                    <a:pt x="10542" y="12280"/>
                  </a:lnTo>
                  <a:lnTo>
                    <a:pt x="10388" y="12512"/>
                  </a:lnTo>
                  <a:lnTo>
                    <a:pt x="10310" y="12705"/>
                  </a:lnTo>
                  <a:lnTo>
                    <a:pt x="10272" y="12898"/>
                  </a:lnTo>
                  <a:lnTo>
                    <a:pt x="10272" y="13091"/>
                  </a:lnTo>
                  <a:lnTo>
                    <a:pt x="10310" y="13284"/>
                  </a:lnTo>
                  <a:lnTo>
                    <a:pt x="10388" y="13477"/>
                  </a:lnTo>
                  <a:lnTo>
                    <a:pt x="10504" y="13631"/>
                  </a:lnTo>
                  <a:lnTo>
                    <a:pt x="10619" y="13786"/>
                  </a:lnTo>
                  <a:lnTo>
                    <a:pt x="10812" y="13902"/>
                  </a:lnTo>
                  <a:lnTo>
                    <a:pt x="10504" y="14249"/>
                  </a:lnTo>
                  <a:lnTo>
                    <a:pt x="10156" y="14597"/>
                  </a:lnTo>
                  <a:lnTo>
                    <a:pt x="9770" y="14867"/>
                  </a:lnTo>
                  <a:lnTo>
                    <a:pt x="9430" y="15083"/>
                  </a:lnTo>
                  <a:lnTo>
                    <a:pt x="9461" y="15022"/>
                  </a:lnTo>
                  <a:lnTo>
                    <a:pt x="9500" y="14944"/>
                  </a:lnTo>
                  <a:lnTo>
                    <a:pt x="9461" y="14829"/>
                  </a:lnTo>
                  <a:lnTo>
                    <a:pt x="5715" y="5754"/>
                  </a:lnTo>
                  <a:lnTo>
                    <a:pt x="4789" y="3476"/>
                  </a:lnTo>
                  <a:lnTo>
                    <a:pt x="4364" y="2472"/>
                  </a:lnTo>
                  <a:lnTo>
                    <a:pt x="4132" y="1970"/>
                  </a:lnTo>
                  <a:lnTo>
                    <a:pt x="3978" y="1738"/>
                  </a:lnTo>
                  <a:lnTo>
                    <a:pt x="3823" y="1545"/>
                  </a:lnTo>
                  <a:lnTo>
                    <a:pt x="3514" y="1236"/>
                  </a:lnTo>
                  <a:lnTo>
                    <a:pt x="3128" y="966"/>
                  </a:lnTo>
                  <a:lnTo>
                    <a:pt x="2742" y="773"/>
                  </a:lnTo>
                  <a:lnTo>
                    <a:pt x="2279" y="541"/>
                  </a:lnTo>
                  <a:lnTo>
                    <a:pt x="1815" y="387"/>
                  </a:lnTo>
                  <a:lnTo>
                    <a:pt x="1390" y="232"/>
                  </a:lnTo>
                  <a:lnTo>
                    <a:pt x="54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" name="Google Shape;1624;p7"/>
            <p:cNvSpPr/>
            <p:nvPr/>
          </p:nvSpPr>
          <p:spPr>
            <a:xfrm>
              <a:off x="1681350" y="2914925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0"/>
                  </a:moveTo>
                  <a:lnTo>
                    <a:pt x="425" y="39"/>
                  </a:lnTo>
                  <a:lnTo>
                    <a:pt x="232" y="116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1"/>
                  </a:lnTo>
                  <a:lnTo>
                    <a:pt x="77" y="965"/>
                  </a:lnTo>
                  <a:lnTo>
                    <a:pt x="232" y="1081"/>
                  </a:lnTo>
                  <a:lnTo>
                    <a:pt x="386" y="1197"/>
                  </a:lnTo>
                  <a:lnTo>
                    <a:pt x="464" y="1197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4" y="1004"/>
                  </a:lnTo>
                  <a:lnTo>
                    <a:pt x="386" y="927"/>
                  </a:lnTo>
                  <a:lnTo>
                    <a:pt x="348" y="811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6" y="502"/>
                  </a:lnTo>
                  <a:lnTo>
                    <a:pt x="464" y="463"/>
                  </a:lnTo>
                  <a:lnTo>
                    <a:pt x="541" y="386"/>
                  </a:lnTo>
                  <a:lnTo>
                    <a:pt x="773" y="386"/>
                  </a:lnTo>
                  <a:lnTo>
                    <a:pt x="850" y="463"/>
                  </a:lnTo>
                  <a:lnTo>
                    <a:pt x="927" y="541"/>
                  </a:lnTo>
                  <a:lnTo>
                    <a:pt x="966" y="657"/>
                  </a:lnTo>
                  <a:lnTo>
                    <a:pt x="1004" y="850"/>
                  </a:lnTo>
                  <a:lnTo>
                    <a:pt x="1043" y="965"/>
                  </a:lnTo>
                  <a:lnTo>
                    <a:pt x="1081" y="1043"/>
                  </a:lnTo>
                  <a:lnTo>
                    <a:pt x="1159" y="1081"/>
                  </a:lnTo>
                  <a:lnTo>
                    <a:pt x="1197" y="1081"/>
                  </a:lnTo>
                  <a:lnTo>
                    <a:pt x="1275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5" y="386"/>
                  </a:lnTo>
                  <a:lnTo>
                    <a:pt x="1159" y="232"/>
                  </a:lnTo>
                  <a:lnTo>
                    <a:pt x="1004" y="77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" name="Google Shape;1625;p7"/>
            <p:cNvSpPr/>
            <p:nvPr/>
          </p:nvSpPr>
          <p:spPr>
            <a:xfrm>
              <a:off x="3785850" y="2943875"/>
              <a:ext cx="199850" cy="231725"/>
            </a:xfrm>
            <a:custGeom>
              <a:avLst/>
              <a:gdLst/>
              <a:ahLst/>
              <a:cxnLst/>
              <a:rect l="l" t="t" r="r" b="b"/>
              <a:pathLst>
                <a:path w="7994" h="9269" extrusionOk="0">
                  <a:moveTo>
                    <a:pt x="2163" y="1"/>
                  </a:moveTo>
                  <a:lnTo>
                    <a:pt x="2009" y="39"/>
                  </a:lnTo>
                  <a:lnTo>
                    <a:pt x="1854" y="78"/>
                  </a:lnTo>
                  <a:lnTo>
                    <a:pt x="1700" y="194"/>
                  </a:lnTo>
                  <a:lnTo>
                    <a:pt x="1429" y="425"/>
                  </a:lnTo>
                  <a:lnTo>
                    <a:pt x="1159" y="734"/>
                  </a:lnTo>
                  <a:lnTo>
                    <a:pt x="966" y="1005"/>
                  </a:lnTo>
                  <a:lnTo>
                    <a:pt x="696" y="1391"/>
                  </a:lnTo>
                  <a:lnTo>
                    <a:pt x="503" y="1777"/>
                  </a:lnTo>
                  <a:lnTo>
                    <a:pt x="310" y="2163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1" y="3514"/>
                  </a:lnTo>
                  <a:lnTo>
                    <a:pt x="1" y="3978"/>
                  </a:lnTo>
                  <a:lnTo>
                    <a:pt x="39" y="4441"/>
                  </a:lnTo>
                  <a:lnTo>
                    <a:pt x="155" y="4905"/>
                  </a:lnTo>
                  <a:lnTo>
                    <a:pt x="271" y="5368"/>
                  </a:lnTo>
                  <a:lnTo>
                    <a:pt x="464" y="5793"/>
                  </a:lnTo>
                  <a:lnTo>
                    <a:pt x="696" y="6218"/>
                  </a:lnTo>
                  <a:lnTo>
                    <a:pt x="1005" y="6179"/>
                  </a:lnTo>
                  <a:lnTo>
                    <a:pt x="850" y="5870"/>
                  </a:lnTo>
                  <a:lnTo>
                    <a:pt x="734" y="5522"/>
                  </a:lnTo>
                  <a:lnTo>
                    <a:pt x="618" y="5175"/>
                  </a:lnTo>
                  <a:lnTo>
                    <a:pt x="541" y="4789"/>
                  </a:lnTo>
                  <a:lnTo>
                    <a:pt x="503" y="4441"/>
                  </a:lnTo>
                  <a:lnTo>
                    <a:pt x="464" y="4055"/>
                  </a:lnTo>
                  <a:lnTo>
                    <a:pt x="464" y="3708"/>
                  </a:lnTo>
                  <a:lnTo>
                    <a:pt x="464" y="3360"/>
                  </a:lnTo>
                  <a:lnTo>
                    <a:pt x="503" y="2974"/>
                  </a:lnTo>
                  <a:lnTo>
                    <a:pt x="580" y="2626"/>
                  </a:lnTo>
                  <a:lnTo>
                    <a:pt x="696" y="2279"/>
                  </a:lnTo>
                  <a:lnTo>
                    <a:pt x="850" y="1931"/>
                  </a:lnTo>
                  <a:lnTo>
                    <a:pt x="1005" y="1622"/>
                  </a:lnTo>
                  <a:lnTo>
                    <a:pt x="1236" y="1313"/>
                  </a:lnTo>
                  <a:lnTo>
                    <a:pt x="1468" y="1043"/>
                  </a:lnTo>
                  <a:lnTo>
                    <a:pt x="1738" y="773"/>
                  </a:lnTo>
                  <a:lnTo>
                    <a:pt x="1970" y="580"/>
                  </a:lnTo>
                  <a:lnTo>
                    <a:pt x="2086" y="503"/>
                  </a:lnTo>
                  <a:lnTo>
                    <a:pt x="2202" y="503"/>
                  </a:lnTo>
                  <a:lnTo>
                    <a:pt x="2279" y="618"/>
                  </a:lnTo>
                  <a:lnTo>
                    <a:pt x="2395" y="850"/>
                  </a:lnTo>
                  <a:lnTo>
                    <a:pt x="2588" y="1236"/>
                  </a:lnTo>
                  <a:lnTo>
                    <a:pt x="2742" y="1584"/>
                  </a:lnTo>
                  <a:lnTo>
                    <a:pt x="2858" y="1970"/>
                  </a:lnTo>
                  <a:lnTo>
                    <a:pt x="2974" y="2356"/>
                  </a:lnTo>
                  <a:lnTo>
                    <a:pt x="3051" y="2742"/>
                  </a:lnTo>
                  <a:lnTo>
                    <a:pt x="3090" y="3090"/>
                  </a:lnTo>
                  <a:lnTo>
                    <a:pt x="3090" y="3476"/>
                  </a:lnTo>
                  <a:lnTo>
                    <a:pt x="3051" y="3823"/>
                  </a:lnTo>
                  <a:lnTo>
                    <a:pt x="2974" y="4171"/>
                  </a:lnTo>
                  <a:lnTo>
                    <a:pt x="2897" y="4480"/>
                  </a:lnTo>
                  <a:lnTo>
                    <a:pt x="2742" y="4827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61"/>
                  </a:lnTo>
                  <a:lnTo>
                    <a:pt x="2395" y="5638"/>
                  </a:lnTo>
                  <a:lnTo>
                    <a:pt x="2356" y="5716"/>
                  </a:lnTo>
                  <a:lnTo>
                    <a:pt x="2356" y="5754"/>
                  </a:lnTo>
                  <a:lnTo>
                    <a:pt x="2356" y="5793"/>
                  </a:lnTo>
                  <a:lnTo>
                    <a:pt x="2395" y="5831"/>
                  </a:lnTo>
                  <a:lnTo>
                    <a:pt x="2433" y="5793"/>
                  </a:lnTo>
                  <a:lnTo>
                    <a:pt x="2626" y="5754"/>
                  </a:lnTo>
                  <a:lnTo>
                    <a:pt x="2781" y="5716"/>
                  </a:lnTo>
                  <a:lnTo>
                    <a:pt x="3167" y="5677"/>
                  </a:lnTo>
                  <a:lnTo>
                    <a:pt x="3592" y="5716"/>
                  </a:lnTo>
                  <a:lnTo>
                    <a:pt x="4017" y="5831"/>
                  </a:lnTo>
                  <a:lnTo>
                    <a:pt x="4441" y="5947"/>
                  </a:lnTo>
                  <a:lnTo>
                    <a:pt x="4827" y="6102"/>
                  </a:lnTo>
                  <a:lnTo>
                    <a:pt x="5214" y="6295"/>
                  </a:lnTo>
                  <a:lnTo>
                    <a:pt x="5523" y="6449"/>
                  </a:lnTo>
                  <a:lnTo>
                    <a:pt x="5831" y="6642"/>
                  </a:lnTo>
                  <a:lnTo>
                    <a:pt x="6140" y="6874"/>
                  </a:lnTo>
                  <a:lnTo>
                    <a:pt x="6411" y="7106"/>
                  </a:lnTo>
                  <a:lnTo>
                    <a:pt x="6681" y="7337"/>
                  </a:lnTo>
                  <a:lnTo>
                    <a:pt x="6913" y="7646"/>
                  </a:lnTo>
                  <a:lnTo>
                    <a:pt x="7144" y="7917"/>
                  </a:lnTo>
                  <a:lnTo>
                    <a:pt x="7337" y="8225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56" y="8805"/>
                  </a:lnTo>
                  <a:lnTo>
                    <a:pt x="5870" y="8843"/>
                  </a:lnTo>
                  <a:lnTo>
                    <a:pt x="5445" y="8805"/>
                  </a:lnTo>
                  <a:lnTo>
                    <a:pt x="5059" y="8766"/>
                  </a:lnTo>
                  <a:lnTo>
                    <a:pt x="4634" y="8650"/>
                  </a:lnTo>
                  <a:lnTo>
                    <a:pt x="4248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33" y="7106"/>
                  </a:lnTo>
                  <a:lnTo>
                    <a:pt x="1931" y="6604"/>
                  </a:lnTo>
                  <a:lnTo>
                    <a:pt x="1854" y="6526"/>
                  </a:lnTo>
                  <a:lnTo>
                    <a:pt x="1777" y="6526"/>
                  </a:lnTo>
                  <a:lnTo>
                    <a:pt x="1661" y="6565"/>
                  </a:lnTo>
                  <a:lnTo>
                    <a:pt x="1622" y="6565"/>
                  </a:lnTo>
                  <a:lnTo>
                    <a:pt x="1584" y="6604"/>
                  </a:lnTo>
                  <a:lnTo>
                    <a:pt x="1429" y="6874"/>
                  </a:lnTo>
                  <a:lnTo>
                    <a:pt x="1622" y="6913"/>
                  </a:lnTo>
                  <a:lnTo>
                    <a:pt x="2240" y="7492"/>
                  </a:lnTo>
                  <a:lnTo>
                    <a:pt x="2897" y="8071"/>
                  </a:lnTo>
                  <a:lnTo>
                    <a:pt x="3244" y="8341"/>
                  </a:lnTo>
                  <a:lnTo>
                    <a:pt x="3592" y="8573"/>
                  </a:lnTo>
                  <a:lnTo>
                    <a:pt x="3978" y="8805"/>
                  </a:lnTo>
                  <a:lnTo>
                    <a:pt x="4364" y="8998"/>
                  </a:lnTo>
                  <a:lnTo>
                    <a:pt x="4789" y="9152"/>
                  </a:lnTo>
                  <a:lnTo>
                    <a:pt x="5252" y="9229"/>
                  </a:lnTo>
                  <a:lnTo>
                    <a:pt x="5677" y="9268"/>
                  </a:lnTo>
                  <a:lnTo>
                    <a:pt x="6102" y="9229"/>
                  </a:lnTo>
                  <a:lnTo>
                    <a:pt x="6565" y="9191"/>
                  </a:lnTo>
                  <a:lnTo>
                    <a:pt x="6990" y="9114"/>
                  </a:lnTo>
                  <a:lnTo>
                    <a:pt x="7878" y="8882"/>
                  </a:lnTo>
                  <a:lnTo>
                    <a:pt x="7955" y="8805"/>
                  </a:lnTo>
                  <a:lnTo>
                    <a:pt x="7994" y="8727"/>
                  </a:lnTo>
                  <a:lnTo>
                    <a:pt x="7994" y="8650"/>
                  </a:lnTo>
                  <a:lnTo>
                    <a:pt x="7994" y="8573"/>
                  </a:lnTo>
                  <a:lnTo>
                    <a:pt x="7762" y="8110"/>
                  </a:lnTo>
                  <a:lnTo>
                    <a:pt x="7492" y="7685"/>
                  </a:lnTo>
                  <a:lnTo>
                    <a:pt x="7183" y="7299"/>
                  </a:lnTo>
                  <a:lnTo>
                    <a:pt x="6874" y="6951"/>
                  </a:lnTo>
                  <a:lnTo>
                    <a:pt x="6488" y="6604"/>
                  </a:lnTo>
                  <a:lnTo>
                    <a:pt x="6102" y="6295"/>
                  </a:lnTo>
                  <a:lnTo>
                    <a:pt x="5677" y="6063"/>
                  </a:lnTo>
                  <a:lnTo>
                    <a:pt x="5252" y="5831"/>
                  </a:lnTo>
                  <a:lnTo>
                    <a:pt x="4827" y="5638"/>
                  </a:lnTo>
                  <a:lnTo>
                    <a:pt x="4248" y="5445"/>
                  </a:lnTo>
                  <a:lnTo>
                    <a:pt x="3901" y="5368"/>
                  </a:lnTo>
                  <a:lnTo>
                    <a:pt x="3592" y="5329"/>
                  </a:lnTo>
                  <a:lnTo>
                    <a:pt x="3283" y="5291"/>
                  </a:lnTo>
                  <a:lnTo>
                    <a:pt x="2974" y="5291"/>
                  </a:lnTo>
                  <a:lnTo>
                    <a:pt x="3167" y="4982"/>
                  </a:lnTo>
                  <a:lnTo>
                    <a:pt x="3283" y="4673"/>
                  </a:lnTo>
                  <a:lnTo>
                    <a:pt x="3399" y="4325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44"/>
                  </a:lnTo>
                  <a:lnTo>
                    <a:pt x="3476" y="2858"/>
                  </a:lnTo>
                  <a:lnTo>
                    <a:pt x="3437" y="2510"/>
                  </a:lnTo>
                  <a:lnTo>
                    <a:pt x="3322" y="1970"/>
                  </a:lnTo>
                  <a:lnTo>
                    <a:pt x="3128" y="1468"/>
                  </a:lnTo>
                  <a:lnTo>
                    <a:pt x="2935" y="1005"/>
                  </a:lnTo>
                  <a:lnTo>
                    <a:pt x="2704" y="503"/>
                  </a:lnTo>
                  <a:lnTo>
                    <a:pt x="2588" y="309"/>
                  </a:lnTo>
                  <a:lnTo>
                    <a:pt x="2433" y="116"/>
                  </a:lnTo>
                  <a:lnTo>
                    <a:pt x="2356" y="78"/>
                  </a:lnTo>
                  <a:lnTo>
                    <a:pt x="227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" name="Google Shape;1626;p7"/>
            <p:cNvSpPr/>
            <p:nvPr/>
          </p:nvSpPr>
          <p:spPr>
            <a:xfrm>
              <a:off x="1264300" y="2944850"/>
              <a:ext cx="455675" cy="657425"/>
            </a:xfrm>
            <a:custGeom>
              <a:avLst/>
              <a:gdLst/>
              <a:ahLst/>
              <a:cxnLst/>
              <a:rect l="l" t="t" r="r" b="b"/>
              <a:pathLst>
                <a:path w="18227" h="26297" extrusionOk="0">
                  <a:moveTo>
                    <a:pt x="310" y="348"/>
                  </a:moveTo>
                  <a:lnTo>
                    <a:pt x="425" y="386"/>
                  </a:lnTo>
                  <a:lnTo>
                    <a:pt x="1700" y="1429"/>
                  </a:lnTo>
                  <a:lnTo>
                    <a:pt x="2974" y="2510"/>
                  </a:lnTo>
                  <a:lnTo>
                    <a:pt x="4210" y="3591"/>
                  </a:lnTo>
                  <a:lnTo>
                    <a:pt x="5445" y="4673"/>
                  </a:lnTo>
                  <a:lnTo>
                    <a:pt x="5098" y="5290"/>
                  </a:lnTo>
                  <a:lnTo>
                    <a:pt x="4943" y="5599"/>
                  </a:lnTo>
                  <a:lnTo>
                    <a:pt x="4712" y="5831"/>
                  </a:lnTo>
                  <a:lnTo>
                    <a:pt x="4519" y="6101"/>
                  </a:lnTo>
                  <a:lnTo>
                    <a:pt x="4248" y="6294"/>
                  </a:lnTo>
                  <a:lnTo>
                    <a:pt x="3978" y="6526"/>
                  </a:lnTo>
                  <a:lnTo>
                    <a:pt x="3669" y="6680"/>
                  </a:lnTo>
                  <a:lnTo>
                    <a:pt x="3360" y="6835"/>
                  </a:lnTo>
                  <a:lnTo>
                    <a:pt x="3051" y="6989"/>
                  </a:lnTo>
                  <a:lnTo>
                    <a:pt x="2395" y="7182"/>
                  </a:lnTo>
                  <a:lnTo>
                    <a:pt x="1738" y="7298"/>
                  </a:lnTo>
                  <a:lnTo>
                    <a:pt x="1082" y="7414"/>
                  </a:lnTo>
                  <a:lnTo>
                    <a:pt x="889" y="6526"/>
                  </a:lnTo>
                  <a:lnTo>
                    <a:pt x="734" y="5677"/>
                  </a:lnTo>
                  <a:lnTo>
                    <a:pt x="580" y="4788"/>
                  </a:lnTo>
                  <a:lnTo>
                    <a:pt x="464" y="3900"/>
                  </a:lnTo>
                  <a:lnTo>
                    <a:pt x="387" y="3012"/>
                  </a:lnTo>
                  <a:lnTo>
                    <a:pt x="348" y="2124"/>
                  </a:lnTo>
                  <a:lnTo>
                    <a:pt x="310" y="1236"/>
                  </a:lnTo>
                  <a:lnTo>
                    <a:pt x="310" y="348"/>
                  </a:lnTo>
                  <a:close/>
                  <a:moveTo>
                    <a:pt x="12357" y="12318"/>
                  </a:moveTo>
                  <a:lnTo>
                    <a:pt x="13014" y="12473"/>
                  </a:lnTo>
                  <a:lnTo>
                    <a:pt x="13709" y="12550"/>
                  </a:lnTo>
                  <a:lnTo>
                    <a:pt x="14404" y="12589"/>
                  </a:lnTo>
                  <a:lnTo>
                    <a:pt x="15060" y="12550"/>
                  </a:lnTo>
                  <a:lnTo>
                    <a:pt x="15640" y="13901"/>
                  </a:lnTo>
                  <a:lnTo>
                    <a:pt x="16296" y="15214"/>
                  </a:lnTo>
                  <a:lnTo>
                    <a:pt x="17648" y="17840"/>
                  </a:lnTo>
                  <a:lnTo>
                    <a:pt x="16644" y="17686"/>
                  </a:lnTo>
                  <a:lnTo>
                    <a:pt x="15640" y="17647"/>
                  </a:lnTo>
                  <a:lnTo>
                    <a:pt x="15331" y="17608"/>
                  </a:lnTo>
                  <a:lnTo>
                    <a:pt x="15099" y="17531"/>
                  </a:lnTo>
                  <a:lnTo>
                    <a:pt x="14983" y="17493"/>
                  </a:lnTo>
                  <a:lnTo>
                    <a:pt x="14906" y="17415"/>
                  </a:lnTo>
                  <a:lnTo>
                    <a:pt x="14751" y="17106"/>
                  </a:lnTo>
                  <a:lnTo>
                    <a:pt x="14365" y="16489"/>
                  </a:lnTo>
                  <a:lnTo>
                    <a:pt x="13979" y="15832"/>
                  </a:lnTo>
                  <a:lnTo>
                    <a:pt x="13941" y="15794"/>
                  </a:lnTo>
                  <a:lnTo>
                    <a:pt x="13902" y="15755"/>
                  </a:lnTo>
                  <a:lnTo>
                    <a:pt x="13747" y="15755"/>
                  </a:lnTo>
                  <a:lnTo>
                    <a:pt x="13670" y="15214"/>
                  </a:lnTo>
                  <a:lnTo>
                    <a:pt x="13516" y="14712"/>
                  </a:lnTo>
                  <a:lnTo>
                    <a:pt x="13323" y="14172"/>
                  </a:lnTo>
                  <a:lnTo>
                    <a:pt x="13091" y="13670"/>
                  </a:lnTo>
                  <a:lnTo>
                    <a:pt x="12744" y="13013"/>
                  </a:lnTo>
                  <a:lnTo>
                    <a:pt x="12357" y="12318"/>
                  </a:lnTo>
                  <a:close/>
                  <a:moveTo>
                    <a:pt x="5677" y="4904"/>
                  </a:moveTo>
                  <a:lnTo>
                    <a:pt x="6720" y="5947"/>
                  </a:lnTo>
                  <a:lnTo>
                    <a:pt x="7762" y="6989"/>
                  </a:lnTo>
                  <a:lnTo>
                    <a:pt x="8612" y="7916"/>
                  </a:lnTo>
                  <a:lnTo>
                    <a:pt x="9423" y="8920"/>
                  </a:lnTo>
                  <a:lnTo>
                    <a:pt x="10234" y="9886"/>
                  </a:lnTo>
                  <a:lnTo>
                    <a:pt x="10967" y="10928"/>
                  </a:lnTo>
                  <a:lnTo>
                    <a:pt x="11701" y="12009"/>
                  </a:lnTo>
                  <a:lnTo>
                    <a:pt x="12087" y="12550"/>
                  </a:lnTo>
                  <a:lnTo>
                    <a:pt x="12396" y="13129"/>
                  </a:lnTo>
                  <a:lnTo>
                    <a:pt x="12705" y="13708"/>
                  </a:lnTo>
                  <a:lnTo>
                    <a:pt x="12975" y="14326"/>
                  </a:lnTo>
                  <a:lnTo>
                    <a:pt x="13207" y="14944"/>
                  </a:lnTo>
                  <a:lnTo>
                    <a:pt x="13361" y="15562"/>
                  </a:lnTo>
                  <a:lnTo>
                    <a:pt x="13439" y="16180"/>
                  </a:lnTo>
                  <a:lnTo>
                    <a:pt x="13400" y="16759"/>
                  </a:lnTo>
                  <a:lnTo>
                    <a:pt x="13361" y="17068"/>
                  </a:lnTo>
                  <a:lnTo>
                    <a:pt x="13284" y="17338"/>
                  </a:lnTo>
                  <a:lnTo>
                    <a:pt x="13207" y="17608"/>
                  </a:lnTo>
                  <a:lnTo>
                    <a:pt x="13091" y="17879"/>
                  </a:lnTo>
                  <a:lnTo>
                    <a:pt x="12975" y="18149"/>
                  </a:lnTo>
                  <a:lnTo>
                    <a:pt x="12821" y="18381"/>
                  </a:lnTo>
                  <a:lnTo>
                    <a:pt x="12628" y="18612"/>
                  </a:lnTo>
                  <a:lnTo>
                    <a:pt x="12435" y="18806"/>
                  </a:lnTo>
                  <a:lnTo>
                    <a:pt x="12203" y="18999"/>
                  </a:lnTo>
                  <a:lnTo>
                    <a:pt x="11971" y="19153"/>
                  </a:lnTo>
                  <a:lnTo>
                    <a:pt x="11662" y="19308"/>
                  </a:lnTo>
                  <a:lnTo>
                    <a:pt x="11392" y="19423"/>
                  </a:lnTo>
                  <a:lnTo>
                    <a:pt x="10813" y="19539"/>
                  </a:lnTo>
                  <a:lnTo>
                    <a:pt x="10234" y="19616"/>
                  </a:lnTo>
                  <a:lnTo>
                    <a:pt x="9693" y="19578"/>
                  </a:lnTo>
                  <a:lnTo>
                    <a:pt x="9114" y="19462"/>
                  </a:lnTo>
                  <a:lnTo>
                    <a:pt x="8573" y="19308"/>
                  </a:lnTo>
                  <a:lnTo>
                    <a:pt x="8032" y="19076"/>
                  </a:lnTo>
                  <a:lnTo>
                    <a:pt x="7531" y="18767"/>
                  </a:lnTo>
                  <a:lnTo>
                    <a:pt x="7067" y="18458"/>
                  </a:lnTo>
                  <a:lnTo>
                    <a:pt x="6642" y="18072"/>
                  </a:lnTo>
                  <a:lnTo>
                    <a:pt x="6256" y="17686"/>
                  </a:lnTo>
                  <a:lnTo>
                    <a:pt x="5870" y="17261"/>
                  </a:lnTo>
                  <a:lnTo>
                    <a:pt x="5484" y="16798"/>
                  </a:lnTo>
                  <a:lnTo>
                    <a:pt x="4827" y="15871"/>
                  </a:lnTo>
                  <a:lnTo>
                    <a:pt x="4210" y="14944"/>
                  </a:lnTo>
                  <a:lnTo>
                    <a:pt x="3592" y="13901"/>
                  </a:lnTo>
                  <a:lnTo>
                    <a:pt x="3051" y="12859"/>
                  </a:lnTo>
                  <a:lnTo>
                    <a:pt x="2549" y="11778"/>
                  </a:lnTo>
                  <a:lnTo>
                    <a:pt x="2086" y="10696"/>
                  </a:lnTo>
                  <a:lnTo>
                    <a:pt x="1816" y="9963"/>
                  </a:lnTo>
                  <a:lnTo>
                    <a:pt x="1584" y="9190"/>
                  </a:lnTo>
                  <a:lnTo>
                    <a:pt x="1352" y="8457"/>
                  </a:lnTo>
                  <a:lnTo>
                    <a:pt x="1159" y="7723"/>
                  </a:lnTo>
                  <a:lnTo>
                    <a:pt x="1816" y="7646"/>
                  </a:lnTo>
                  <a:lnTo>
                    <a:pt x="2549" y="7491"/>
                  </a:lnTo>
                  <a:lnTo>
                    <a:pt x="3244" y="7298"/>
                  </a:lnTo>
                  <a:lnTo>
                    <a:pt x="3592" y="7144"/>
                  </a:lnTo>
                  <a:lnTo>
                    <a:pt x="3901" y="6989"/>
                  </a:lnTo>
                  <a:lnTo>
                    <a:pt x="4248" y="6796"/>
                  </a:lnTo>
                  <a:lnTo>
                    <a:pt x="4519" y="6603"/>
                  </a:lnTo>
                  <a:lnTo>
                    <a:pt x="4789" y="6410"/>
                  </a:lnTo>
                  <a:lnTo>
                    <a:pt x="5059" y="6140"/>
                  </a:lnTo>
                  <a:lnTo>
                    <a:pt x="5252" y="5870"/>
                  </a:lnTo>
                  <a:lnTo>
                    <a:pt x="5445" y="5599"/>
                  </a:lnTo>
                  <a:lnTo>
                    <a:pt x="5561" y="5252"/>
                  </a:lnTo>
                  <a:lnTo>
                    <a:pt x="5677" y="4904"/>
                  </a:lnTo>
                  <a:close/>
                  <a:moveTo>
                    <a:pt x="13284" y="18381"/>
                  </a:moveTo>
                  <a:lnTo>
                    <a:pt x="13593" y="18612"/>
                  </a:lnTo>
                  <a:lnTo>
                    <a:pt x="13902" y="18844"/>
                  </a:lnTo>
                  <a:lnTo>
                    <a:pt x="13632" y="19230"/>
                  </a:lnTo>
                  <a:lnTo>
                    <a:pt x="13323" y="19578"/>
                  </a:lnTo>
                  <a:lnTo>
                    <a:pt x="12975" y="19887"/>
                  </a:lnTo>
                  <a:lnTo>
                    <a:pt x="12589" y="20157"/>
                  </a:lnTo>
                  <a:lnTo>
                    <a:pt x="12164" y="20350"/>
                  </a:lnTo>
                  <a:lnTo>
                    <a:pt x="11701" y="20505"/>
                  </a:lnTo>
                  <a:lnTo>
                    <a:pt x="11238" y="20582"/>
                  </a:lnTo>
                  <a:lnTo>
                    <a:pt x="10736" y="20620"/>
                  </a:lnTo>
                  <a:lnTo>
                    <a:pt x="10697" y="20620"/>
                  </a:lnTo>
                  <a:lnTo>
                    <a:pt x="10581" y="19964"/>
                  </a:lnTo>
                  <a:lnTo>
                    <a:pt x="10967" y="19887"/>
                  </a:lnTo>
                  <a:lnTo>
                    <a:pt x="11392" y="19810"/>
                  </a:lnTo>
                  <a:lnTo>
                    <a:pt x="11740" y="19694"/>
                  </a:lnTo>
                  <a:lnTo>
                    <a:pt x="12126" y="19501"/>
                  </a:lnTo>
                  <a:lnTo>
                    <a:pt x="12473" y="19308"/>
                  </a:lnTo>
                  <a:lnTo>
                    <a:pt x="12782" y="19037"/>
                  </a:lnTo>
                  <a:lnTo>
                    <a:pt x="13052" y="18728"/>
                  </a:lnTo>
                  <a:lnTo>
                    <a:pt x="13284" y="18381"/>
                  </a:lnTo>
                  <a:close/>
                  <a:moveTo>
                    <a:pt x="14172" y="18999"/>
                  </a:moveTo>
                  <a:lnTo>
                    <a:pt x="14636" y="19230"/>
                  </a:lnTo>
                  <a:lnTo>
                    <a:pt x="14327" y="19732"/>
                  </a:lnTo>
                  <a:lnTo>
                    <a:pt x="13941" y="20157"/>
                  </a:lnTo>
                  <a:lnTo>
                    <a:pt x="13516" y="20543"/>
                  </a:lnTo>
                  <a:lnTo>
                    <a:pt x="13091" y="20852"/>
                  </a:lnTo>
                  <a:lnTo>
                    <a:pt x="12589" y="21122"/>
                  </a:lnTo>
                  <a:lnTo>
                    <a:pt x="12087" y="21315"/>
                  </a:lnTo>
                  <a:lnTo>
                    <a:pt x="11508" y="21470"/>
                  </a:lnTo>
                  <a:lnTo>
                    <a:pt x="10929" y="21624"/>
                  </a:lnTo>
                  <a:lnTo>
                    <a:pt x="10929" y="21393"/>
                  </a:lnTo>
                  <a:lnTo>
                    <a:pt x="10851" y="21200"/>
                  </a:lnTo>
                  <a:lnTo>
                    <a:pt x="10736" y="20814"/>
                  </a:lnTo>
                  <a:lnTo>
                    <a:pt x="11276" y="20852"/>
                  </a:lnTo>
                  <a:lnTo>
                    <a:pt x="11778" y="20775"/>
                  </a:lnTo>
                  <a:lnTo>
                    <a:pt x="12280" y="20659"/>
                  </a:lnTo>
                  <a:lnTo>
                    <a:pt x="12744" y="20427"/>
                  </a:lnTo>
                  <a:lnTo>
                    <a:pt x="13168" y="20157"/>
                  </a:lnTo>
                  <a:lnTo>
                    <a:pt x="13554" y="19810"/>
                  </a:lnTo>
                  <a:lnTo>
                    <a:pt x="13863" y="19423"/>
                  </a:lnTo>
                  <a:lnTo>
                    <a:pt x="14172" y="18999"/>
                  </a:lnTo>
                  <a:close/>
                  <a:moveTo>
                    <a:pt x="14018" y="20659"/>
                  </a:moveTo>
                  <a:lnTo>
                    <a:pt x="14172" y="20852"/>
                  </a:lnTo>
                  <a:lnTo>
                    <a:pt x="14288" y="20968"/>
                  </a:lnTo>
                  <a:lnTo>
                    <a:pt x="14134" y="21007"/>
                  </a:lnTo>
                  <a:lnTo>
                    <a:pt x="14056" y="21045"/>
                  </a:lnTo>
                  <a:lnTo>
                    <a:pt x="14018" y="21122"/>
                  </a:lnTo>
                  <a:lnTo>
                    <a:pt x="13979" y="21200"/>
                  </a:lnTo>
                  <a:lnTo>
                    <a:pt x="14018" y="21277"/>
                  </a:lnTo>
                  <a:lnTo>
                    <a:pt x="14404" y="21663"/>
                  </a:lnTo>
                  <a:lnTo>
                    <a:pt x="14751" y="22049"/>
                  </a:lnTo>
                  <a:lnTo>
                    <a:pt x="15099" y="22435"/>
                  </a:lnTo>
                  <a:lnTo>
                    <a:pt x="15408" y="22860"/>
                  </a:lnTo>
                  <a:lnTo>
                    <a:pt x="15678" y="23285"/>
                  </a:lnTo>
                  <a:lnTo>
                    <a:pt x="15910" y="23748"/>
                  </a:lnTo>
                  <a:lnTo>
                    <a:pt x="16142" y="24250"/>
                  </a:lnTo>
                  <a:lnTo>
                    <a:pt x="16335" y="24714"/>
                  </a:lnTo>
                  <a:lnTo>
                    <a:pt x="15871" y="24636"/>
                  </a:lnTo>
                  <a:lnTo>
                    <a:pt x="15485" y="24521"/>
                  </a:lnTo>
                  <a:lnTo>
                    <a:pt x="15099" y="24327"/>
                  </a:lnTo>
                  <a:lnTo>
                    <a:pt x="14790" y="24096"/>
                  </a:lnTo>
                  <a:lnTo>
                    <a:pt x="14481" y="23825"/>
                  </a:lnTo>
                  <a:lnTo>
                    <a:pt x="14211" y="23517"/>
                  </a:lnTo>
                  <a:lnTo>
                    <a:pt x="13979" y="23169"/>
                  </a:lnTo>
                  <a:lnTo>
                    <a:pt x="13747" y="22744"/>
                  </a:lnTo>
                  <a:lnTo>
                    <a:pt x="13593" y="22397"/>
                  </a:lnTo>
                  <a:lnTo>
                    <a:pt x="13400" y="22126"/>
                  </a:lnTo>
                  <a:lnTo>
                    <a:pt x="13284" y="22011"/>
                  </a:lnTo>
                  <a:lnTo>
                    <a:pt x="13130" y="21895"/>
                  </a:lnTo>
                  <a:lnTo>
                    <a:pt x="12975" y="21856"/>
                  </a:lnTo>
                  <a:lnTo>
                    <a:pt x="12821" y="21895"/>
                  </a:lnTo>
                  <a:lnTo>
                    <a:pt x="12821" y="21702"/>
                  </a:lnTo>
                  <a:lnTo>
                    <a:pt x="12898" y="21470"/>
                  </a:lnTo>
                  <a:lnTo>
                    <a:pt x="13207" y="21315"/>
                  </a:lnTo>
                  <a:lnTo>
                    <a:pt x="13477" y="21122"/>
                  </a:lnTo>
                  <a:lnTo>
                    <a:pt x="13786" y="20891"/>
                  </a:lnTo>
                  <a:lnTo>
                    <a:pt x="14018" y="20659"/>
                  </a:lnTo>
                  <a:close/>
                  <a:moveTo>
                    <a:pt x="5291" y="17145"/>
                  </a:moveTo>
                  <a:lnTo>
                    <a:pt x="5677" y="17608"/>
                  </a:lnTo>
                  <a:lnTo>
                    <a:pt x="6102" y="18072"/>
                  </a:lnTo>
                  <a:lnTo>
                    <a:pt x="6565" y="18497"/>
                  </a:lnTo>
                  <a:lnTo>
                    <a:pt x="7029" y="18883"/>
                  </a:lnTo>
                  <a:lnTo>
                    <a:pt x="7531" y="19192"/>
                  </a:lnTo>
                  <a:lnTo>
                    <a:pt x="7531" y="19230"/>
                  </a:lnTo>
                  <a:lnTo>
                    <a:pt x="7917" y="19964"/>
                  </a:lnTo>
                  <a:lnTo>
                    <a:pt x="8380" y="20698"/>
                  </a:lnTo>
                  <a:lnTo>
                    <a:pt x="8573" y="20968"/>
                  </a:lnTo>
                  <a:lnTo>
                    <a:pt x="8805" y="21238"/>
                  </a:lnTo>
                  <a:lnTo>
                    <a:pt x="8998" y="21509"/>
                  </a:lnTo>
                  <a:lnTo>
                    <a:pt x="9036" y="21663"/>
                  </a:lnTo>
                  <a:lnTo>
                    <a:pt x="9075" y="21817"/>
                  </a:lnTo>
                  <a:lnTo>
                    <a:pt x="9075" y="22011"/>
                  </a:lnTo>
                  <a:lnTo>
                    <a:pt x="9036" y="22204"/>
                  </a:lnTo>
                  <a:lnTo>
                    <a:pt x="8882" y="22590"/>
                  </a:lnTo>
                  <a:lnTo>
                    <a:pt x="8496" y="23362"/>
                  </a:lnTo>
                  <a:lnTo>
                    <a:pt x="7955" y="24868"/>
                  </a:lnTo>
                  <a:lnTo>
                    <a:pt x="7608" y="24173"/>
                  </a:lnTo>
                  <a:lnTo>
                    <a:pt x="7260" y="23555"/>
                  </a:lnTo>
                  <a:lnTo>
                    <a:pt x="6874" y="22899"/>
                  </a:lnTo>
                  <a:lnTo>
                    <a:pt x="6488" y="22281"/>
                  </a:lnTo>
                  <a:lnTo>
                    <a:pt x="5716" y="21315"/>
                  </a:lnTo>
                  <a:lnTo>
                    <a:pt x="5214" y="20736"/>
                  </a:lnTo>
                  <a:lnTo>
                    <a:pt x="4982" y="20389"/>
                  </a:lnTo>
                  <a:lnTo>
                    <a:pt x="4789" y="20080"/>
                  </a:lnTo>
                  <a:lnTo>
                    <a:pt x="4827" y="20003"/>
                  </a:lnTo>
                  <a:lnTo>
                    <a:pt x="4827" y="19925"/>
                  </a:lnTo>
                  <a:lnTo>
                    <a:pt x="4827" y="19887"/>
                  </a:lnTo>
                  <a:lnTo>
                    <a:pt x="4750" y="19810"/>
                  </a:lnTo>
                  <a:lnTo>
                    <a:pt x="5021" y="18458"/>
                  </a:lnTo>
                  <a:lnTo>
                    <a:pt x="5291" y="17145"/>
                  </a:lnTo>
                  <a:close/>
                  <a:moveTo>
                    <a:pt x="14481" y="20157"/>
                  </a:moveTo>
                  <a:lnTo>
                    <a:pt x="15022" y="20273"/>
                  </a:lnTo>
                  <a:lnTo>
                    <a:pt x="15485" y="20466"/>
                  </a:lnTo>
                  <a:lnTo>
                    <a:pt x="15987" y="20659"/>
                  </a:lnTo>
                  <a:lnTo>
                    <a:pt x="16451" y="20891"/>
                  </a:lnTo>
                  <a:lnTo>
                    <a:pt x="16180" y="21007"/>
                  </a:lnTo>
                  <a:lnTo>
                    <a:pt x="15949" y="21007"/>
                  </a:lnTo>
                  <a:lnTo>
                    <a:pt x="15678" y="20968"/>
                  </a:lnTo>
                  <a:lnTo>
                    <a:pt x="15447" y="20891"/>
                  </a:lnTo>
                  <a:lnTo>
                    <a:pt x="15292" y="20891"/>
                  </a:lnTo>
                  <a:lnTo>
                    <a:pt x="15176" y="20968"/>
                  </a:lnTo>
                  <a:lnTo>
                    <a:pt x="15176" y="21045"/>
                  </a:lnTo>
                  <a:lnTo>
                    <a:pt x="15176" y="21084"/>
                  </a:lnTo>
                  <a:lnTo>
                    <a:pt x="15215" y="21161"/>
                  </a:lnTo>
                  <a:lnTo>
                    <a:pt x="15253" y="21200"/>
                  </a:lnTo>
                  <a:lnTo>
                    <a:pt x="15794" y="21547"/>
                  </a:lnTo>
                  <a:lnTo>
                    <a:pt x="16257" y="21972"/>
                  </a:lnTo>
                  <a:lnTo>
                    <a:pt x="16489" y="22204"/>
                  </a:lnTo>
                  <a:lnTo>
                    <a:pt x="16682" y="22435"/>
                  </a:lnTo>
                  <a:lnTo>
                    <a:pt x="16837" y="22706"/>
                  </a:lnTo>
                  <a:lnTo>
                    <a:pt x="16991" y="22976"/>
                  </a:lnTo>
                  <a:lnTo>
                    <a:pt x="17223" y="23517"/>
                  </a:lnTo>
                  <a:lnTo>
                    <a:pt x="17339" y="23825"/>
                  </a:lnTo>
                  <a:lnTo>
                    <a:pt x="17416" y="24173"/>
                  </a:lnTo>
                  <a:lnTo>
                    <a:pt x="17493" y="24482"/>
                  </a:lnTo>
                  <a:lnTo>
                    <a:pt x="17532" y="24791"/>
                  </a:lnTo>
                  <a:lnTo>
                    <a:pt x="17493" y="25100"/>
                  </a:lnTo>
                  <a:lnTo>
                    <a:pt x="17455" y="25409"/>
                  </a:lnTo>
                  <a:lnTo>
                    <a:pt x="17339" y="25602"/>
                  </a:lnTo>
                  <a:lnTo>
                    <a:pt x="17223" y="25756"/>
                  </a:lnTo>
                  <a:lnTo>
                    <a:pt x="17068" y="25833"/>
                  </a:lnTo>
                  <a:lnTo>
                    <a:pt x="16914" y="25872"/>
                  </a:lnTo>
                  <a:lnTo>
                    <a:pt x="16528" y="25872"/>
                  </a:lnTo>
                  <a:lnTo>
                    <a:pt x="16103" y="25756"/>
                  </a:lnTo>
                  <a:lnTo>
                    <a:pt x="15447" y="25563"/>
                  </a:lnTo>
                  <a:lnTo>
                    <a:pt x="15099" y="25409"/>
                  </a:lnTo>
                  <a:lnTo>
                    <a:pt x="14790" y="25254"/>
                  </a:lnTo>
                  <a:lnTo>
                    <a:pt x="14443" y="25061"/>
                  </a:lnTo>
                  <a:lnTo>
                    <a:pt x="14095" y="24829"/>
                  </a:lnTo>
                  <a:lnTo>
                    <a:pt x="13786" y="24559"/>
                  </a:lnTo>
                  <a:lnTo>
                    <a:pt x="13516" y="24250"/>
                  </a:lnTo>
                  <a:lnTo>
                    <a:pt x="13284" y="23903"/>
                  </a:lnTo>
                  <a:lnTo>
                    <a:pt x="13091" y="23555"/>
                  </a:lnTo>
                  <a:lnTo>
                    <a:pt x="12937" y="23208"/>
                  </a:lnTo>
                  <a:lnTo>
                    <a:pt x="12821" y="22783"/>
                  </a:lnTo>
                  <a:lnTo>
                    <a:pt x="12744" y="22706"/>
                  </a:lnTo>
                  <a:lnTo>
                    <a:pt x="12666" y="22667"/>
                  </a:lnTo>
                  <a:lnTo>
                    <a:pt x="12589" y="22706"/>
                  </a:lnTo>
                  <a:lnTo>
                    <a:pt x="12512" y="22744"/>
                  </a:lnTo>
                  <a:lnTo>
                    <a:pt x="12048" y="23439"/>
                  </a:lnTo>
                  <a:lnTo>
                    <a:pt x="11933" y="23053"/>
                  </a:lnTo>
                  <a:lnTo>
                    <a:pt x="11855" y="22628"/>
                  </a:lnTo>
                  <a:lnTo>
                    <a:pt x="11855" y="22242"/>
                  </a:lnTo>
                  <a:lnTo>
                    <a:pt x="11894" y="21817"/>
                  </a:lnTo>
                  <a:lnTo>
                    <a:pt x="12280" y="21740"/>
                  </a:lnTo>
                  <a:lnTo>
                    <a:pt x="12666" y="21586"/>
                  </a:lnTo>
                  <a:lnTo>
                    <a:pt x="12589" y="21817"/>
                  </a:lnTo>
                  <a:lnTo>
                    <a:pt x="12589" y="22049"/>
                  </a:lnTo>
                  <a:lnTo>
                    <a:pt x="12589" y="22126"/>
                  </a:lnTo>
                  <a:lnTo>
                    <a:pt x="12628" y="22165"/>
                  </a:lnTo>
                  <a:lnTo>
                    <a:pt x="12937" y="22165"/>
                  </a:lnTo>
                  <a:lnTo>
                    <a:pt x="13130" y="22319"/>
                  </a:lnTo>
                  <a:lnTo>
                    <a:pt x="13323" y="22551"/>
                  </a:lnTo>
                  <a:lnTo>
                    <a:pt x="13516" y="22821"/>
                  </a:lnTo>
                  <a:lnTo>
                    <a:pt x="13863" y="23439"/>
                  </a:lnTo>
                  <a:lnTo>
                    <a:pt x="14095" y="23825"/>
                  </a:lnTo>
                  <a:lnTo>
                    <a:pt x="14404" y="24173"/>
                  </a:lnTo>
                  <a:lnTo>
                    <a:pt x="14751" y="24482"/>
                  </a:lnTo>
                  <a:lnTo>
                    <a:pt x="15176" y="24752"/>
                  </a:lnTo>
                  <a:lnTo>
                    <a:pt x="15640" y="24907"/>
                  </a:lnTo>
                  <a:lnTo>
                    <a:pt x="15871" y="24945"/>
                  </a:lnTo>
                  <a:lnTo>
                    <a:pt x="16103" y="24984"/>
                  </a:lnTo>
                  <a:lnTo>
                    <a:pt x="16566" y="24984"/>
                  </a:lnTo>
                  <a:lnTo>
                    <a:pt x="16644" y="24945"/>
                  </a:lnTo>
                  <a:lnTo>
                    <a:pt x="16644" y="24907"/>
                  </a:lnTo>
                  <a:lnTo>
                    <a:pt x="16644" y="24829"/>
                  </a:lnTo>
                  <a:lnTo>
                    <a:pt x="16605" y="24791"/>
                  </a:lnTo>
                  <a:lnTo>
                    <a:pt x="16605" y="24752"/>
                  </a:lnTo>
                  <a:lnTo>
                    <a:pt x="16451" y="24250"/>
                  </a:lnTo>
                  <a:lnTo>
                    <a:pt x="16257" y="23748"/>
                  </a:lnTo>
                  <a:lnTo>
                    <a:pt x="16026" y="23285"/>
                  </a:lnTo>
                  <a:lnTo>
                    <a:pt x="15755" y="22821"/>
                  </a:lnTo>
                  <a:lnTo>
                    <a:pt x="15485" y="22397"/>
                  </a:lnTo>
                  <a:lnTo>
                    <a:pt x="15176" y="22011"/>
                  </a:lnTo>
                  <a:lnTo>
                    <a:pt x="14829" y="21586"/>
                  </a:lnTo>
                  <a:lnTo>
                    <a:pt x="14443" y="21238"/>
                  </a:lnTo>
                  <a:lnTo>
                    <a:pt x="14597" y="21161"/>
                  </a:lnTo>
                  <a:lnTo>
                    <a:pt x="14713" y="21045"/>
                  </a:lnTo>
                  <a:lnTo>
                    <a:pt x="14751" y="20968"/>
                  </a:lnTo>
                  <a:lnTo>
                    <a:pt x="14751" y="20929"/>
                  </a:lnTo>
                  <a:lnTo>
                    <a:pt x="14713" y="20852"/>
                  </a:lnTo>
                  <a:lnTo>
                    <a:pt x="14674" y="20814"/>
                  </a:lnTo>
                  <a:lnTo>
                    <a:pt x="14211" y="20505"/>
                  </a:lnTo>
                  <a:lnTo>
                    <a:pt x="14481" y="20157"/>
                  </a:lnTo>
                  <a:close/>
                  <a:moveTo>
                    <a:pt x="155" y="0"/>
                  </a:moveTo>
                  <a:lnTo>
                    <a:pt x="116" y="39"/>
                  </a:lnTo>
                  <a:lnTo>
                    <a:pt x="78" y="77"/>
                  </a:lnTo>
                  <a:lnTo>
                    <a:pt x="116" y="155"/>
                  </a:lnTo>
                  <a:lnTo>
                    <a:pt x="78" y="193"/>
                  </a:lnTo>
                  <a:lnTo>
                    <a:pt x="39" y="270"/>
                  </a:lnTo>
                  <a:lnTo>
                    <a:pt x="1" y="1583"/>
                  </a:lnTo>
                  <a:lnTo>
                    <a:pt x="39" y="2896"/>
                  </a:lnTo>
                  <a:lnTo>
                    <a:pt x="116" y="4171"/>
                  </a:lnTo>
                  <a:lnTo>
                    <a:pt x="310" y="5483"/>
                  </a:lnTo>
                  <a:lnTo>
                    <a:pt x="541" y="6758"/>
                  </a:lnTo>
                  <a:lnTo>
                    <a:pt x="850" y="8032"/>
                  </a:lnTo>
                  <a:lnTo>
                    <a:pt x="1198" y="9306"/>
                  </a:lnTo>
                  <a:lnTo>
                    <a:pt x="1622" y="10542"/>
                  </a:lnTo>
                  <a:lnTo>
                    <a:pt x="2124" y="11739"/>
                  </a:lnTo>
                  <a:lnTo>
                    <a:pt x="2665" y="12936"/>
                  </a:lnTo>
                  <a:lnTo>
                    <a:pt x="3283" y="14095"/>
                  </a:lnTo>
                  <a:lnTo>
                    <a:pt x="3978" y="15214"/>
                  </a:lnTo>
                  <a:lnTo>
                    <a:pt x="4519" y="16064"/>
                  </a:lnTo>
                  <a:lnTo>
                    <a:pt x="5098" y="16913"/>
                  </a:lnTo>
                  <a:lnTo>
                    <a:pt x="4827" y="17686"/>
                  </a:lnTo>
                  <a:lnTo>
                    <a:pt x="4596" y="18458"/>
                  </a:lnTo>
                  <a:lnTo>
                    <a:pt x="4441" y="19269"/>
                  </a:lnTo>
                  <a:lnTo>
                    <a:pt x="4325" y="20080"/>
                  </a:lnTo>
                  <a:lnTo>
                    <a:pt x="4325" y="20157"/>
                  </a:lnTo>
                  <a:lnTo>
                    <a:pt x="4364" y="20196"/>
                  </a:lnTo>
                  <a:lnTo>
                    <a:pt x="4480" y="20273"/>
                  </a:lnTo>
                  <a:lnTo>
                    <a:pt x="4596" y="20543"/>
                  </a:lnTo>
                  <a:lnTo>
                    <a:pt x="4712" y="20775"/>
                  </a:lnTo>
                  <a:lnTo>
                    <a:pt x="4905" y="21045"/>
                  </a:lnTo>
                  <a:lnTo>
                    <a:pt x="5059" y="21277"/>
                  </a:lnTo>
                  <a:lnTo>
                    <a:pt x="5484" y="21702"/>
                  </a:lnTo>
                  <a:lnTo>
                    <a:pt x="5831" y="22165"/>
                  </a:lnTo>
                  <a:lnTo>
                    <a:pt x="6333" y="22860"/>
                  </a:lnTo>
                  <a:lnTo>
                    <a:pt x="6835" y="23594"/>
                  </a:lnTo>
                  <a:lnTo>
                    <a:pt x="7260" y="24366"/>
                  </a:lnTo>
                  <a:lnTo>
                    <a:pt x="7646" y="25138"/>
                  </a:lnTo>
                  <a:lnTo>
                    <a:pt x="7724" y="25216"/>
                  </a:lnTo>
                  <a:lnTo>
                    <a:pt x="7878" y="25216"/>
                  </a:lnTo>
                  <a:lnTo>
                    <a:pt x="7917" y="25177"/>
                  </a:lnTo>
                  <a:lnTo>
                    <a:pt x="7994" y="25216"/>
                  </a:lnTo>
                  <a:lnTo>
                    <a:pt x="8110" y="25216"/>
                  </a:lnTo>
                  <a:lnTo>
                    <a:pt x="8187" y="25138"/>
                  </a:lnTo>
                  <a:lnTo>
                    <a:pt x="8534" y="24327"/>
                  </a:lnTo>
                  <a:lnTo>
                    <a:pt x="8921" y="23478"/>
                  </a:lnTo>
                  <a:lnTo>
                    <a:pt x="9577" y="21779"/>
                  </a:lnTo>
                  <a:lnTo>
                    <a:pt x="9577" y="21663"/>
                  </a:lnTo>
                  <a:lnTo>
                    <a:pt x="9538" y="21586"/>
                  </a:lnTo>
                  <a:lnTo>
                    <a:pt x="8766" y="20543"/>
                  </a:lnTo>
                  <a:lnTo>
                    <a:pt x="8071" y="19462"/>
                  </a:lnTo>
                  <a:lnTo>
                    <a:pt x="8612" y="19694"/>
                  </a:lnTo>
                  <a:lnTo>
                    <a:pt x="9152" y="19848"/>
                  </a:lnTo>
                  <a:lnTo>
                    <a:pt x="9732" y="19925"/>
                  </a:lnTo>
                  <a:lnTo>
                    <a:pt x="10311" y="19964"/>
                  </a:lnTo>
                  <a:lnTo>
                    <a:pt x="10311" y="20389"/>
                  </a:lnTo>
                  <a:lnTo>
                    <a:pt x="10349" y="20852"/>
                  </a:lnTo>
                  <a:lnTo>
                    <a:pt x="10465" y="21315"/>
                  </a:lnTo>
                  <a:lnTo>
                    <a:pt x="10542" y="21547"/>
                  </a:lnTo>
                  <a:lnTo>
                    <a:pt x="10697" y="21740"/>
                  </a:lnTo>
                  <a:lnTo>
                    <a:pt x="10736" y="21779"/>
                  </a:lnTo>
                  <a:lnTo>
                    <a:pt x="10813" y="21779"/>
                  </a:lnTo>
                  <a:lnTo>
                    <a:pt x="10851" y="21856"/>
                  </a:lnTo>
                  <a:lnTo>
                    <a:pt x="10929" y="21856"/>
                  </a:lnTo>
                  <a:lnTo>
                    <a:pt x="11315" y="21895"/>
                  </a:lnTo>
                  <a:lnTo>
                    <a:pt x="11662" y="21856"/>
                  </a:lnTo>
                  <a:lnTo>
                    <a:pt x="11624" y="22126"/>
                  </a:lnTo>
                  <a:lnTo>
                    <a:pt x="11585" y="22358"/>
                  </a:lnTo>
                  <a:lnTo>
                    <a:pt x="11546" y="22590"/>
                  </a:lnTo>
                  <a:lnTo>
                    <a:pt x="11585" y="22860"/>
                  </a:lnTo>
                  <a:lnTo>
                    <a:pt x="11624" y="23092"/>
                  </a:lnTo>
                  <a:lnTo>
                    <a:pt x="11662" y="23323"/>
                  </a:lnTo>
                  <a:lnTo>
                    <a:pt x="11778" y="23594"/>
                  </a:lnTo>
                  <a:lnTo>
                    <a:pt x="11894" y="23825"/>
                  </a:lnTo>
                  <a:lnTo>
                    <a:pt x="11933" y="23903"/>
                  </a:lnTo>
                  <a:lnTo>
                    <a:pt x="12010" y="23903"/>
                  </a:lnTo>
                  <a:lnTo>
                    <a:pt x="12087" y="23864"/>
                  </a:lnTo>
                  <a:lnTo>
                    <a:pt x="12164" y="23825"/>
                  </a:lnTo>
                  <a:lnTo>
                    <a:pt x="12589" y="23208"/>
                  </a:lnTo>
                  <a:lnTo>
                    <a:pt x="12744" y="23594"/>
                  </a:lnTo>
                  <a:lnTo>
                    <a:pt x="12937" y="23941"/>
                  </a:lnTo>
                  <a:lnTo>
                    <a:pt x="13168" y="24289"/>
                  </a:lnTo>
                  <a:lnTo>
                    <a:pt x="13439" y="24598"/>
                  </a:lnTo>
                  <a:lnTo>
                    <a:pt x="13709" y="24907"/>
                  </a:lnTo>
                  <a:lnTo>
                    <a:pt x="14018" y="25177"/>
                  </a:lnTo>
                  <a:lnTo>
                    <a:pt x="14365" y="25409"/>
                  </a:lnTo>
                  <a:lnTo>
                    <a:pt x="14713" y="25602"/>
                  </a:lnTo>
                  <a:lnTo>
                    <a:pt x="15331" y="25911"/>
                  </a:lnTo>
                  <a:lnTo>
                    <a:pt x="15717" y="26027"/>
                  </a:lnTo>
                  <a:lnTo>
                    <a:pt x="16142" y="26181"/>
                  </a:lnTo>
                  <a:lnTo>
                    <a:pt x="16566" y="26258"/>
                  </a:lnTo>
                  <a:lnTo>
                    <a:pt x="16953" y="26297"/>
                  </a:lnTo>
                  <a:lnTo>
                    <a:pt x="17146" y="26297"/>
                  </a:lnTo>
                  <a:lnTo>
                    <a:pt x="17300" y="26258"/>
                  </a:lnTo>
                  <a:lnTo>
                    <a:pt x="17416" y="26181"/>
                  </a:lnTo>
                  <a:lnTo>
                    <a:pt x="17570" y="26104"/>
                  </a:lnTo>
                  <a:lnTo>
                    <a:pt x="17648" y="25949"/>
                  </a:lnTo>
                  <a:lnTo>
                    <a:pt x="17725" y="25833"/>
                  </a:lnTo>
                  <a:lnTo>
                    <a:pt x="17841" y="25486"/>
                  </a:lnTo>
                  <a:lnTo>
                    <a:pt x="17879" y="25100"/>
                  </a:lnTo>
                  <a:lnTo>
                    <a:pt x="17841" y="24675"/>
                  </a:lnTo>
                  <a:lnTo>
                    <a:pt x="17802" y="24289"/>
                  </a:lnTo>
                  <a:lnTo>
                    <a:pt x="17686" y="23903"/>
                  </a:lnTo>
                  <a:lnTo>
                    <a:pt x="17493" y="23246"/>
                  </a:lnTo>
                  <a:lnTo>
                    <a:pt x="17223" y="22706"/>
                  </a:lnTo>
                  <a:lnTo>
                    <a:pt x="16914" y="22204"/>
                  </a:lnTo>
                  <a:lnTo>
                    <a:pt x="16528" y="21740"/>
                  </a:lnTo>
                  <a:lnTo>
                    <a:pt x="16103" y="21354"/>
                  </a:lnTo>
                  <a:lnTo>
                    <a:pt x="16296" y="21315"/>
                  </a:lnTo>
                  <a:lnTo>
                    <a:pt x="16489" y="21277"/>
                  </a:lnTo>
                  <a:lnTo>
                    <a:pt x="16682" y="21161"/>
                  </a:lnTo>
                  <a:lnTo>
                    <a:pt x="16875" y="21045"/>
                  </a:lnTo>
                  <a:lnTo>
                    <a:pt x="16914" y="21007"/>
                  </a:lnTo>
                  <a:lnTo>
                    <a:pt x="16953" y="20929"/>
                  </a:lnTo>
                  <a:lnTo>
                    <a:pt x="16914" y="20814"/>
                  </a:lnTo>
                  <a:lnTo>
                    <a:pt x="16875" y="20775"/>
                  </a:lnTo>
                  <a:lnTo>
                    <a:pt x="16335" y="20466"/>
                  </a:lnTo>
                  <a:lnTo>
                    <a:pt x="15833" y="20196"/>
                  </a:lnTo>
                  <a:lnTo>
                    <a:pt x="15292" y="20003"/>
                  </a:lnTo>
                  <a:lnTo>
                    <a:pt x="14713" y="19848"/>
                  </a:lnTo>
                  <a:lnTo>
                    <a:pt x="14983" y="19346"/>
                  </a:lnTo>
                  <a:lnTo>
                    <a:pt x="14983" y="19230"/>
                  </a:lnTo>
                  <a:lnTo>
                    <a:pt x="14983" y="19114"/>
                  </a:lnTo>
                  <a:lnTo>
                    <a:pt x="14983" y="19076"/>
                  </a:lnTo>
                  <a:lnTo>
                    <a:pt x="14945" y="19037"/>
                  </a:lnTo>
                  <a:lnTo>
                    <a:pt x="14172" y="18574"/>
                  </a:lnTo>
                  <a:lnTo>
                    <a:pt x="13825" y="18342"/>
                  </a:lnTo>
                  <a:lnTo>
                    <a:pt x="13477" y="18033"/>
                  </a:lnTo>
                  <a:lnTo>
                    <a:pt x="13554" y="17879"/>
                  </a:lnTo>
                  <a:lnTo>
                    <a:pt x="13670" y="17493"/>
                  </a:lnTo>
                  <a:lnTo>
                    <a:pt x="13747" y="17106"/>
                  </a:lnTo>
                  <a:lnTo>
                    <a:pt x="13786" y="16720"/>
                  </a:lnTo>
                  <a:lnTo>
                    <a:pt x="13825" y="16334"/>
                  </a:lnTo>
                  <a:lnTo>
                    <a:pt x="14249" y="17106"/>
                  </a:lnTo>
                  <a:lnTo>
                    <a:pt x="14674" y="17956"/>
                  </a:lnTo>
                  <a:lnTo>
                    <a:pt x="14751" y="18033"/>
                  </a:lnTo>
                  <a:lnTo>
                    <a:pt x="14867" y="18033"/>
                  </a:lnTo>
                  <a:lnTo>
                    <a:pt x="15640" y="18072"/>
                  </a:lnTo>
                  <a:lnTo>
                    <a:pt x="16412" y="18110"/>
                  </a:lnTo>
                  <a:lnTo>
                    <a:pt x="17184" y="18188"/>
                  </a:lnTo>
                  <a:lnTo>
                    <a:pt x="17957" y="18304"/>
                  </a:lnTo>
                  <a:lnTo>
                    <a:pt x="18111" y="18304"/>
                  </a:lnTo>
                  <a:lnTo>
                    <a:pt x="18188" y="18226"/>
                  </a:lnTo>
                  <a:lnTo>
                    <a:pt x="18227" y="18110"/>
                  </a:lnTo>
                  <a:lnTo>
                    <a:pt x="18188" y="17995"/>
                  </a:lnTo>
                  <a:lnTo>
                    <a:pt x="16798" y="15099"/>
                  </a:lnTo>
                  <a:lnTo>
                    <a:pt x="16064" y="13631"/>
                  </a:lnTo>
                  <a:lnTo>
                    <a:pt x="15678" y="12936"/>
                  </a:lnTo>
                  <a:lnTo>
                    <a:pt x="15253" y="12241"/>
                  </a:lnTo>
                  <a:lnTo>
                    <a:pt x="15176" y="12202"/>
                  </a:lnTo>
                  <a:lnTo>
                    <a:pt x="15099" y="12202"/>
                  </a:lnTo>
                  <a:lnTo>
                    <a:pt x="14713" y="12164"/>
                  </a:lnTo>
                  <a:lnTo>
                    <a:pt x="14288" y="12164"/>
                  </a:lnTo>
                  <a:lnTo>
                    <a:pt x="13516" y="12125"/>
                  </a:lnTo>
                  <a:lnTo>
                    <a:pt x="12164" y="12009"/>
                  </a:lnTo>
                  <a:lnTo>
                    <a:pt x="11662" y="11198"/>
                  </a:lnTo>
                  <a:lnTo>
                    <a:pt x="11122" y="10465"/>
                  </a:lnTo>
                  <a:lnTo>
                    <a:pt x="10542" y="9731"/>
                  </a:lnTo>
                  <a:lnTo>
                    <a:pt x="10002" y="8997"/>
                  </a:lnTo>
                  <a:lnTo>
                    <a:pt x="8959" y="7762"/>
                  </a:lnTo>
                  <a:lnTo>
                    <a:pt x="7839" y="6565"/>
                  </a:lnTo>
                  <a:lnTo>
                    <a:pt x="6720" y="5406"/>
                  </a:lnTo>
                  <a:lnTo>
                    <a:pt x="5561" y="4286"/>
                  </a:lnTo>
                  <a:lnTo>
                    <a:pt x="4325" y="3205"/>
                  </a:lnTo>
                  <a:lnTo>
                    <a:pt x="3128" y="2163"/>
                  </a:lnTo>
                  <a:lnTo>
                    <a:pt x="1854" y="1120"/>
                  </a:lnTo>
                  <a:lnTo>
                    <a:pt x="580" y="116"/>
                  </a:lnTo>
                  <a:lnTo>
                    <a:pt x="541" y="77"/>
                  </a:lnTo>
                  <a:lnTo>
                    <a:pt x="464" y="77"/>
                  </a:lnTo>
                  <a:lnTo>
                    <a:pt x="348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7" name="Google Shape;1627;p7"/>
            <p:cNvSpPr/>
            <p:nvPr/>
          </p:nvSpPr>
          <p:spPr>
            <a:xfrm>
              <a:off x="668675" y="2948700"/>
              <a:ext cx="256800" cy="152550"/>
            </a:xfrm>
            <a:custGeom>
              <a:avLst/>
              <a:gdLst/>
              <a:ahLst/>
              <a:cxnLst/>
              <a:rect l="l" t="t" r="r" b="b"/>
              <a:pathLst>
                <a:path w="10272" h="6102" extrusionOk="0">
                  <a:moveTo>
                    <a:pt x="541" y="1"/>
                  </a:moveTo>
                  <a:lnTo>
                    <a:pt x="425" y="39"/>
                  </a:lnTo>
                  <a:lnTo>
                    <a:pt x="348" y="116"/>
                  </a:lnTo>
                  <a:lnTo>
                    <a:pt x="232" y="194"/>
                  </a:lnTo>
                  <a:lnTo>
                    <a:pt x="155" y="348"/>
                  </a:lnTo>
                  <a:lnTo>
                    <a:pt x="77" y="503"/>
                  </a:lnTo>
                  <a:lnTo>
                    <a:pt x="0" y="889"/>
                  </a:lnTo>
                  <a:lnTo>
                    <a:pt x="0" y="1275"/>
                  </a:lnTo>
                  <a:lnTo>
                    <a:pt x="0" y="1622"/>
                  </a:lnTo>
                  <a:lnTo>
                    <a:pt x="0" y="2047"/>
                  </a:lnTo>
                  <a:lnTo>
                    <a:pt x="77" y="2511"/>
                  </a:lnTo>
                  <a:lnTo>
                    <a:pt x="155" y="2935"/>
                  </a:lnTo>
                  <a:lnTo>
                    <a:pt x="309" y="3321"/>
                  </a:lnTo>
                  <a:lnTo>
                    <a:pt x="502" y="3785"/>
                  </a:lnTo>
                  <a:lnTo>
                    <a:pt x="734" y="4171"/>
                  </a:lnTo>
                  <a:lnTo>
                    <a:pt x="1004" y="4557"/>
                  </a:lnTo>
                  <a:lnTo>
                    <a:pt x="1313" y="4905"/>
                  </a:lnTo>
                  <a:lnTo>
                    <a:pt x="1699" y="5214"/>
                  </a:lnTo>
                  <a:lnTo>
                    <a:pt x="2047" y="5523"/>
                  </a:lnTo>
                  <a:lnTo>
                    <a:pt x="2472" y="5754"/>
                  </a:lnTo>
                  <a:lnTo>
                    <a:pt x="2896" y="5947"/>
                  </a:lnTo>
                  <a:lnTo>
                    <a:pt x="3167" y="5716"/>
                  </a:lnTo>
                  <a:lnTo>
                    <a:pt x="2819" y="5561"/>
                  </a:lnTo>
                  <a:lnTo>
                    <a:pt x="2510" y="5368"/>
                  </a:lnTo>
                  <a:lnTo>
                    <a:pt x="2240" y="5136"/>
                  </a:lnTo>
                  <a:lnTo>
                    <a:pt x="1931" y="4905"/>
                  </a:lnTo>
                  <a:lnTo>
                    <a:pt x="1661" y="4634"/>
                  </a:lnTo>
                  <a:lnTo>
                    <a:pt x="1429" y="4364"/>
                  </a:lnTo>
                  <a:lnTo>
                    <a:pt x="1197" y="4094"/>
                  </a:lnTo>
                  <a:lnTo>
                    <a:pt x="1004" y="3785"/>
                  </a:lnTo>
                  <a:lnTo>
                    <a:pt x="811" y="3476"/>
                  </a:lnTo>
                  <a:lnTo>
                    <a:pt x="657" y="3128"/>
                  </a:lnTo>
                  <a:lnTo>
                    <a:pt x="541" y="2781"/>
                  </a:lnTo>
                  <a:lnTo>
                    <a:pt x="464" y="2433"/>
                  </a:lnTo>
                  <a:lnTo>
                    <a:pt x="425" y="2086"/>
                  </a:lnTo>
                  <a:lnTo>
                    <a:pt x="386" y="1700"/>
                  </a:lnTo>
                  <a:lnTo>
                    <a:pt x="425" y="1352"/>
                  </a:lnTo>
                  <a:lnTo>
                    <a:pt x="464" y="966"/>
                  </a:lnTo>
                  <a:lnTo>
                    <a:pt x="541" y="696"/>
                  </a:lnTo>
                  <a:lnTo>
                    <a:pt x="579" y="541"/>
                  </a:lnTo>
                  <a:lnTo>
                    <a:pt x="657" y="464"/>
                  </a:lnTo>
                  <a:lnTo>
                    <a:pt x="811" y="503"/>
                  </a:lnTo>
                  <a:lnTo>
                    <a:pt x="1043" y="618"/>
                  </a:lnTo>
                  <a:lnTo>
                    <a:pt x="1429" y="812"/>
                  </a:lnTo>
                  <a:lnTo>
                    <a:pt x="1738" y="1005"/>
                  </a:lnTo>
                  <a:lnTo>
                    <a:pt x="2085" y="1236"/>
                  </a:lnTo>
                  <a:lnTo>
                    <a:pt x="2394" y="1468"/>
                  </a:lnTo>
                  <a:lnTo>
                    <a:pt x="2665" y="1738"/>
                  </a:lnTo>
                  <a:lnTo>
                    <a:pt x="2935" y="2009"/>
                  </a:lnTo>
                  <a:lnTo>
                    <a:pt x="3167" y="2279"/>
                  </a:lnTo>
                  <a:lnTo>
                    <a:pt x="3360" y="2588"/>
                  </a:lnTo>
                  <a:lnTo>
                    <a:pt x="3514" y="2897"/>
                  </a:lnTo>
                  <a:lnTo>
                    <a:pt x="3630" y="3244"/>
                  </a:lnTo>
                  <a:lnTo>
                    <a:pt x="3707" y="3592"/>
                  </a:lnTo>
                  <a:lnTo>
                    <a:pt x="3784" y="3939"/>
                  </a:lnTo>
                  <a:lnTo>
                    <a:pt x="3784" y="4325"/>
                  </a:lnTo>
                  <a:lnTo>
                    <a:pt x="3823" y="4403"/>
                  </a:lnTo>
                  <a:lnTo>
                    <a:pt x="3939" y="4480"/>
                  </a:lnTo>
                  <a:lnTo>
                    <a:pt x="3939" y="4557"/>
                  </a:lnTo>
                  <a:lnTo>
                    <a:pt x="3978" y="4596"/>
                  </a:lnTo>
                  <a:lnTo>
                    <a:pt x="4016" y="4596"/>
                  </a:lnTo>
                  <a:lnTo>
                    <a:pt x="4055" y="4557"/>
                  </a:lnTo>
                  <a:lnTo>
                    <a:pt x="4171" y="4403"/>
                  </a:lnTo>
                  <a:lnTo>
                    <a:pt x="4286" y="4287"/>
                  </a:lnTo>
                  <a:lnTo>
                    <a:pt x="4595" y="4017"/>
                  </a:lnTo>
                  <a:lnTo>
                    <a:pt x="4943" y="3785"/>
                  </a:lnTo>
                  <a:lnTo>
                    <a:pt x="5329" y="3630"/>
                  </a:lnTo>
                  <a:lnTo>
                    <a:pt x="5754" y="3476"/>
                  </a:lnTo>
                  <a:lnTo>
                    <a:pt x="6179" y="3360"/>
                  </a:lnTo>
                  <a:lnTo>
                    <a:pt x="6565" y="3283"/>
                  </a:lnTo>
                  <a:lnTo>
                    <a:pt x="6912" y="3206"/>
                  </a:lnTo>
                  <a:lnTo>
                    <a:pt x="7260" y="3167"/>
                  </a:lnTo>
                  <a:lnTo>
                    <a:pt x="7646" y="3167"/>
                  </a:lnTo>
                  <a:lnTo>
                    <a:pt x="7994" y="3206"/>
                  </a:lnTo>
                  <a:lnTo>
                    <a:pt x="8380" y="3244"/>
                  </a:lnTo>
                  <a:lnTo>
                    <a:pt x="8727" y="3321"/>
                  </a:lnTo>
                  <a:lnTo>
                    <a:pt x="9075" y="3399"/>
                  </a:lnTo>
                  <a:lnTo>
                    <a:pt x="9422" y="3553"/>
                  </a:lnTo>
                  <a:lnTo>
                    <a:pt x="9770" y="3669"/>
                  </a:lnTo>
                  <a:lnTo>
                    <a:pt x="9499" y="4017"/>
                  </a:lnTo>
                  <a:lnTo>
                    <a:pt x="9229" y="4364"/>
                  </a:lnTo>
                  <a:lnTo>
                    <a:pt x="8920" y="4634"/>
                  </a:lnTo>
                  <a:lnTo>
                    <a:pt x="8611" y="4905"/>
                  </a:lnTo>
                  <a:lnTo>
                    <a:pt x="8264" y="5136"/>
                  </a:lnTo>
                  <a:lnTo>
                    <a:pt x="7916" y="5329"/>
                  </a:lnTo>
                  <a:lnTo>
                    <a:pt x="7530" y="5484"/>
                  </a:lnTo>
                  <a:lnTo>
                    <a:pt x="7105" y="5600"/>
                  </a:lnTo>
                  <a:lnTo>
                    <a:pt x="6719" y="5638"/>
                  </a:lnTo>
                  <a:lnTo>
                    <a:pt x="6333" y="5677"/>
                  </a:lnTo>
                  <a:lnTo>
                    <a:pt x="5599" y="5677"/>
                  </a:lnTo>
                  <a:lnTo>
                    <a:pt x="4866" y="5600"/>
                  </a:lnTo>
                  <a:lnTo>
                    <a:pt x="4093" y="5484"/>
                  </a:lnTo>
                  <a:lnTo>
                    <a:pt x="4016" y="5484"/>
                  </a:lnTo>
                  <a:lnTo>
                    <a:pt x="3978" y="5523"/>
                  </a:lnTo>
                  <a:lnTo>
                    <a:pt x="3900" y="5638"/>
                  </a:lnTo>
                  <a:lnTo>
                    <a:pt x="3862" y="5638"/>
                  </a:lnTo>
                  <a:lnTo>
                    <a:pt x="3862" y="5716"/>
                  </a:lnTo>
                  <a:lnTo>
                    <a:pt x="3900" y="6025"/>
                  </a:lnTo>
                  <a:lnTo>
                    <a:pt x="4093" y="5909"/>
                  </a:lnTo>
                  <a:lnTo>
                    <a:pt x="4943" y="6025"/>
                  </a:lnTo>
                  <a:lnTo>
                    <a:pt x="5792" y="6102"/>
                  </a:lnTo>
                  <a:lnTo>
                    <a:pt x="6217" y="6102"/>
                  </a:lnTo>
                  <a:lnTo>
                    <a:pt x="6642" y="6063"/>
                  </a:lnTo>
                  <a:lnTo>
                    <a:pt x="7105" y="6025"/>
                  </a:lnTo>
                  <a:lnTo>
                    <a:pt x="7530" y="5947"/>
                  </a:lnTo>
                  <a:lnTo>
                    <a:pt x="7955" y="5793"/>
                  </a:lnTo>
                  <a:lnTo>
                    <a:pt x="8341" y="5600"/>
                  </a:lnTo>
                  <a:lnTo>
                    <a:pt x="8727" y="5368"/>
                  </a:lnTo>
                  <a:lnTo>
                    <a:pt x="9075" y="5098"/>
                  </a:lnTo>
                  <a:lnTo>
                    <a:pt x="9384" y="4789"/>
                  </a:lnTo>
                  <a:lnTo>
                    <a:pt x="9654" y="4441"/>
                  </a:lnTo>
                  <a:lnTo>
                    <a:pt x="10233" y="3746"/>
                  </a:lnTo>
                  <a:lnTo>
                    <a:pt x="10272" y="3630"/>
                  </a:lnTo>
                  <a:lnTo>
                    <a:pt x="10272" y="3553"/>
                  </a:lnTo>
                  <a:lnTo>
                    <a:pt x="10233" y="3476"/>
                  </a:lnTo>
                  <a:lnTo>
                    <a:pt x="10156" y="3399"/>
                  </a:lnTo>
                  <a:lnTo>
                    <a:pt x="9693" y="3206"/>
                  </a:lnTo>
                  <a:lnTo>
                    <a:pt x="9229" y="3013"/>
                  </a:lnTo>
                  <a:lnTo>
                    <a:pt x="8766" y="2897"/>
                  </a:lnTo>
                  <a:lnTo>
                    <a:pt x="8264" y="2781"/>
                  </a:lnTo>
                  <a:lnTo>
                    <a:pt x="7800" y="2742"/>
                  </a:lnTo>
                  <a:lnTo>
                    <a:pt x="7298" y="2742"/>
                  </a:lnTo>
                  <a:lnTo>
                    <a:pt x="6796" y="2781"/>
                  </a:lnTo>
                  <a:lnTo>
                    <a:pt x="6294" y="2858"/>
                  </a:lnTo>
                  <a:lnTo>
                    <a:pt x="5870" y="3013"/>
                  </a:lnTo>
                  <a:lnTo>
                    <a:pt x="5290" y="3206"/>
                  </a:lnTo>
                  <a:lnTo>
                    <a:pt x="4982" y="3321"/>
                  </a:lnTo>
                  <a:lnTo>
                    <a:pt x="4673" y="3476"/>
                  </a:lnTo>
                  <a:lnTo>
                    <a:pt x="4402" y="3630"/>
                  </a:lnTo>
                  <a:lnTo>
                    <a:pt x="4209" y="3823"/>
                  </a:lnTo>
                  <a:lnTo>
                    <a:pt x="4132" y="3476"/>
                  </a:lnTo>
                  <a:lnTo>
                    <a:pt x="4055" y="3128"/>
                  </a:lnTo>
                  <a:lnTo>
                    <a:pt x="3939" y="2781"/>
                  </a:lnTo>
                  <a:lnTo>
                    <a:pt x="3784" y="2472"/>
                  </a:lnTo>
                  <a:lnTo>
                    <a:pt x="3591" y="2163"/>
                  </a:lnTo>
                  <a:lnTo>
                    <a:pt x="3360" y="1854"/>
                  </a:lnTo>
                  <a:lnTo>
                    <a:pt x="3128" y="1584"/>
                  </a:lnTo>
                  <a:lnTo>
                    <a:pt x="2858" y="1314"/>
                  </a:lnTo>
                  <a:lnTo>
                    <a:pt x="2472" y="966"/>
                  </a:lnTo>
                  <a:lnTo>
                    <a:pt x="2008" y="696"/>
                  </a:lnTo>
                  <a:lnTo>
                    <a:pt x="1545" y="425"/>
                  </a:lnTo>
                  <a:lnTo>
                    <a:pt x="1081" y="194"/>
                  </a:lnTo>
                  <a:lnTo>
                    <a:pt x="850" y="78"/>
                  </a:lnTo>
                  <a:lnTo>
                    <a:pt x="657" y="39"/>
                  </a:lnTo>
                  <a:lnTo>
                    <a:pt x="54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" name="Google Shape;1628;p7"/>
            <p:cNvSpPr/>
            <p:nvPr/>
          </p:nvSpPr>
          <p:spPr>
            <a:xfrm>
              <a:off x="3343725" y="3024000"/>
              <a:ext cx="482700" cy="227850"/>
            </a:xfrm>
            <a:custGeom>
              <a:avLst/>
              <a:gdLst/>
              <a:ahLst/>
              <a:cxnLst/>
              <a:rect l="l" t="t" r="r" b="b"/>
              <a:pathLst>
                <a:path w="19308" h="9114" extrusionOk="0">
                  <a:moveTo>
                    <a:pt x="77" y="1"/>
                  </a:moveTo>
                  <a:lnTo>
                    <a:pt x="0" y="618"/>
                  </a:lnTo>
                  <a:lnTo>
                    <a:pt x="0" y="1236"/>
                  </a:lnTo>
                  <a:lnTo>
                    <a:pt x="39" y="1854"/>
                  </a:lnTo>
                  <a:lnTo>
                    <a:pt x="154" y="2472"/>
                  </a:lnTo>
                  <a:lnTo>
                    <a:pt x="309" y="3090"/>
                  </a:lnTo>
                  <a:lnTo>
                    <a:pt x="502" y="3669"/>
                  </a:lnTo>
                  <a:lnTo>
                    <a:pt x="772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69" y="5947"/>
                  </a:lnTo>
                  <a:lnTo>
                    <a:pt x="2433" y="6449"/>
                  </a:lnTo>
                  <a:lnTo>
                    <a:pt x="2935" y="6913"/>
                  </a:lnTo>
                  <a:lnTo>
                    <a:pt x="3514" y="7299"/>
                  </a:lnTo>
                  <a:lnTo>
                    <a:pt x="4093" y="7646"/>
                  </a:lnTo>
                  <a:lnTo>
                    <a:pt x="4672" y="7994"/>
                  </a:lnTo>
                  <a:lnTo>
                    <a:pt x="5329" y="8264"/>
                  </a:lnTo>
                  <a:lnTo>
                    <a:pt x="5947" y="8496"/>
                  </a:lnTo>
                  <a:lnTo>
                    <a:pt x="6642" y="8689"/>
                  </a:lnTo>
                  <a:lnTo>
                    <a:pt x="7298" y="8843"/>
                  </a:lnTo>
                  <a:lnTo>
                    <a:pt x="7993" y="8998"/>
                  </a:lnTo>
                  <a:lnTo>
                    <a:pt x="8688" y="9075"/>
                  </a:lnTo>
                  <a:lnTo>
                    <a:pt x="9383" y="9114"/>
                  </a:lnTo>
                  <a:lnTo>
                    <a:pt x="10079" y="9114"/>
                  </a:lnTo>
                  <a:lnTo>
                    <a:pt x="10735" y="9075"/>
                  </a:lnTo>
                  <a:lnTo>
                    <a:pt x="11391" y="9036"/>
                  </a:lnTo>
                  <a:lnTo>
                    <a:pt x="12048" y="8921"/>
                  </a:lnTo>
                  <a:lnTo>
                    <a:pt x="12704" y="8805"/>
                  </a:lnTo>
                  <a:lnTo>
                    <a:pt x="13361" y="8612"/>
                  </a:lnTo>
                  <a:lnTo>
                    <a:pt x="14017" y="8419"/>
                  </a:lnTo>
                  <a:lnTo>
                    <a:pt x="14635" y="8187"/>
                  </a:lnTo>
                  <a:lnTo>
                    <a:pt x="15253" y="7917"/>
                  </a:lnTo>
                  <a:lnTo>
                    <a:pt x="15871" y="7569"/>
                  </a:lnTo>
                  <a:lnTo>
                    <a:pt x="16411" y="7222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28" y="4905"/>
                  </a:lnTo>
                  <a:lnTo>
                    <a:pt x="19076" y="4325"/>
                  </a:lnTo>
                  <a:lnTo>
                    <a:pt x="19307" y="3708"/>
                  </a:lnTo>
                  <a:lnTo>
                    <a:pt x="19114" y="3669"/>
                  </a:lnTo>
                  <a:lnTo>
                    <a:pt x="18767" y="4171"/>
                  </a:lnTo>
                  <a:lnTo>
                    <a:pt x="18381" y="4673"/>
                  </a:lnTo>
                  <a:lnTo>
                    <a:pt x="17995" y="5136"/>
                  </a:lnTo>
                  <a:lnTo>
                    <a:pt x="17608" y="5561"/>
                  </a:lnTo>
                  <a:lnTo>
                    <a:pt x="17145" y="5986"/>
                  </a:lnTo>
                  <a:lnTo>
                    <a:pt x="16720" y="6372"/>
                  </a:lnTo>
                  <a:lnTo>
                    <a:pt x="16218" y="6720"/>
                  </a:lnTo>
                  <a:lnTo>
                    <a:pt x="15716" y="7028"/>
                  </a:lnTo>
                  <a:lnTo>
                    <a:pt x="15214" y="7337"/>
                  </a:lnTo>
                  <a:lnTo>
                    <a:pt x="14674" y="7608"/>
                  </a:lnTo>
                  <a:lnTo>
                    <a:pt x="14133" y="7839"/>
                  </a:lnTo>
                  <a:lnTo>
                    <a:pt x="13554" y="8032"/>
                  </a:lnTo>
                  <a:lnTo>
                    <a:pt x="12975" y="8225"/>
                  </a:lnTo>
                  <a:lnTo>
                    <a:pt x="12395" y="8380"/>
                  </a:lnTo>
                  <a:lnTo>
                    <a:pt x="11816" y="8496"/>
                  </a:lnTo>
                  <a:lnTo>
                    <a:pt x="11198" y="8573"/>
                  </a:lnTo>
                  <a:lnTo>
                    <a:pt x="10503" y="8612"/>
                  </a:lnTo>
                  <a:lnTo>
                    <a:pt x="9808" y="8650"/>
                  </a:lnTo>
                  <a:lnTo>
                    <a:pt x="9075" y="8612"/>
                  </a:lnTo>
                  <a:lnTo>
                    <a:pt x="8379" y="8573"/>
                  </a:lnTo>
                  <a:lnTo>
                    <a:pt x="7684" y="8457"/>
                  </a:lnTo>
                  <a:lnTo>
                    <a:pt x="6989" y="8303"/>
                  </a:lnTo>
                  <a:lnTo>
                    <a:pt x="6294" y="8110"/>
                  </a:lnTo>
                  <a:lnTo>
                    <a:pt x="5638" y="7878"/>
                  </a:lnTo>
                  <a:lnTo>
                    <a:pt x="4981" y="7608"/>
                  </a:lnTo>
                  <a:lnTo>
                    <a:pt x="4364" y="7299"/>
                  </a:lnTo>
                  <a:lnTo>
                    <a:pt x="3784" y="6951"/>
                  </a:lnTo>
                  <a:lnTo>
                    <a:pt x="3205" y="6526"/>
                  </a:lnTo>
                  <a:lnTo>
                    <a:pt x="2664" y="6063"/>
                  </a:lnTo>
                  <a:lnTo>
                    <a:pt x="2201" y="5561"/>
                  </a:lnTo>
                  <a:lnTo>
                    <a:pt x="1738" y="5020"/>
                  </a:lnTo>
                  <a:lnTo>
                    <a:pt x="1352" y="4403"/>
                  </a:lnTo>
                  <a:lnTo>
                    <a:pt x="1081" y="3901"/>
                  </a:lnTo>
                  <a:lnTo>
                    <a:pt x="850" y="3399"/>
                  </a:lnTo>
                  <a:lnTo>
                    <a:pt x="656" y="2858"/>
                  </a:lnTo>
                  <a:lnTo>
                    <a:pt x="502" y="2317"/>
                  </a:lnTo>
                  <a:lnTo>
                    <a:pt x="425" y="1777"/>
                  </a:lnTo>
                  <a:lnTo>
                    <a:pt x="348" y="1198"/>
                  </a:lnTo>
                  <a:lnTo>
                    <a:pt x="386" y="618"/>
                  </a:lnTo>
                  <a:lnTo>
                    <a:pt x="425" y="78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9" name="Google Shape;1629;p7"/>
            <p:cNvSpPr/>
            <p:nvPr/>
          </p:nvSpPr>
          <p:spPr>
            <a:xfrm>
              <a:off x="238125" y="3026900"/>
              <a:ext cx="84975" cy="55050"/>
            </a:xfrm>
            <a:custGeom>
              <a:avLst/>
              <a:gdLst/>
              <a:ahLst/>
              <a:cxnLst/>
              <a:rect l="l" t="t" r="r" b="b"/>
              <a:pathLst>
                <a:path w="3399" h="2202" extrusionOk="0">
                  <a:moveTo>
                    <a:pt x="1506" y="425"/>
                  </a:moveTo>
                  <a:lnTo>
                    <a:pt x="1738" y="502"/>
                  </a:lnTo>
                  <a:lnTo>
                    <a:pt x="1931" y="580"/>
                  </a:lnTo>
                  <a:lnTo>
                    <a:pt x="2124" y="657"/>
                  </a:lnTo>
                  <a:lnTo>
                    <a:pt x="2433" y="927"/>
                  </a:lnTo>
                  <a:lnTo>
                    <a:pt x="2742" y="1236"/>
                  </a:lnTo>
                  <a:lnTo>
                    <a:pt x="2973" y="1545"/>
                  </a:lnTo>
                  <a:lnTo>
                    <a:pt x="2549" y="1545"/>
                  </a:lnTo>
                  <a:lnTo>
                    <a:pt x="2085" y="1584"/>
                  </a:lnTo>
                  <a:lnTo>
                    <a:pt x="1699" y="1699"/>
                  </a:lnTo>
                  <a:lnTo>
                    <a:pt x="1467" y="1777"/>
                  </a:lnTo>
                  <a:lnTo>
                    <a:pt x="965" y="1777"/>
                  </a:lnTo>
                  <a:lnTo>
                    <a:pt x="772" y="1738"/>
                  </a:lnTo>
                  <a:lnTo>
                    <a:pt x="579" y="1622"/>
                  </a:lnTo>
                  <a:lnTo>
                    <a:pt x="502" y="1545"/>
                  </a:lnTo>
                  <a:lnTo>
                    <a:pt x="463" y="1429"/>
                  </a:lnTo>
                  <a:lnTo>
                    <a:pt x="386" y="1313"/>
                  </a:lnTo>
                  <a:lnTo>
                    <a:pt x="386" y="1159"/>
                  </a:lnTo>
                  <a:lnTo>
                    <a:pt x="386" y="1043"/>
                  </a:lnTo>
                  <a:lnTo>
                    <a:pt x="425" y="927"/>
                  </a:lnTo>
                  <a:lnTo>
                    <a:pt x="463" y="811"/>
                  </a:lnTo>
                  <a:lnTo>
                    <a:pt x="541" y="734"/>
                  </a:lnTo>
                  <a:lnTo>
                    <a:pt x="734" y="580"/>
                  </a:lnTo>
                  <a:lnTo>
                    <a:pt x="1004" y="502"/>
                  </a:lnTo>
                  <a:lnTo>
                    <a:pt x="1236" y="425"/>
                  </a:lnTo>
                  <a:close/>
                  <a:moveTo>
                    <a:pt x="1004" y="0"/>
                  </a:moveTo>
                  <a:lnTo>
                    <a:pt x="772" y="78"/>
                  </a:lnTo>
                  <a:lnTo>
                    <a:pt x="541" y="193"/>
                  </a:lnTo>
                  <a:lnTo>
                    <a:pt x="386" y="309"/>
                  </a:lnTo>
                  <a:lnTo>
                    <a:pt x="193" y="502"/>
                  </a:lnTo>
                  <a:lnTo>
                    <a:pt x="77" y="734"/>
                  </a:lnTo>
                  <a:lnTo>
                    <a:pt x="0" y="927"/>
                  </a:lnTo>
                  <a:lnTo>
                    <a:pt x="0" y="1159"/>
                  </a:lnTo>
                  <a:lnTo>
                    <a:pt x="0" y="1391"/>
                  </a:lnTo>
                  <a:lnTo>
                    <a:pt x="77" y="1584"/>
                  </a:lnTo>
                  <a:lnTo>
                    <a:pt x="154" y="1777"/>
                  </a:lnTo>
                  <a:lnTo>
                    <a:pt x="309" y="1931"/>
                  </a:lnTo>
                  <a:lnTo>
                    <a:pt x="463" y="2047"/>
                  </a:lnTo>
                  <a:lnTo>
                    <a:pt x="695" y="2163"/>
                  </a:lnTo>
                  <a:lnTo>
                    <a:pt x="1004" y="2201"/>
                  </a:lnTo>
                  <a:lnTo>
                    <a:pt x="1274" y="2201"/>
                  </a:lnTo>
                  <a:lnTo>
                    <a:pt x="1583" y="2163"/>
                  </a:lnTo>
                  <a:lnTo>
                    <a:pt x="1892" y="2086"/>
                  </a:lnTo>
                  <a:lnTo>
                    <a:pt x="2201" y="2008"/>
                  </a:lnTo>
                  <a:lnTo>
                    <a:pt x="2510" y="1931"/>
                  </a:lnTo>
                  <a:lnTo>
                    <a:pt x="2819" y="1931"/>
                  </a:lnTo>
                  <a:lnTo>
                    <a:pt x="3089" y="2008"/>
                  </a:lnTo>
                  <a:lnTo>
                    <a:pt x="3205" y="2008"/>
                  </a:lnTo>
                  <a:lnTo>
                    <a:pt x="3282" y="1970"/>
                  </a:lnTo>
                  <a:lnTo>
                    <a:pt x="3359" y="1893"/>
                  </a:lnTo>
                  <a:lnTo>
                    <a:pt x="3359" y="1815"/>
                  </a:lnTo>
                  <a:lnTo>
                    <a:pt x="3398" y="1777"/>
                  </a:lnTo>
                  <a:lnTo>
                    <a:pt x="3398" y="1699"/>
                  </a:lnTo>
                  <a:lnTo>
                    <a:pt x="3089" y="1159"/>
                  </a:lnTo>
                  <a:lnTo>
                    <a:pt x="2935" y="927"/>
                  </a:lnTo>
                  <a:lnTo>
                    <a:pt x="2742" y="695"/>
                  </a:lnTo>
                  <a:lnTo>
                    <a:pt x="2510" y="464"/>
                  </a:lnTo>
                  <a:lnTo>
                    <a:pt x="2278" y="309"/>
                  </a:lnTo>
                  <a:lnTo>
                    <a:pt x="2008" y="155"/>
                  </a:lnTo>
                  <a:lnTo>
                    <a:pt x="1738" y="39"/>
                  </a:lnTo>
                  <a:lnTo>
                    <a:pt x="150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0" name="Google Shape;1630;p7"/>
            <p:cNvSpPr/>
            <p:nvPr/>
          </p:nvSpPr>
          <p:spPr>
            <a:xfrm>
              <a:off x="3429625" y="3033650"/>
              <a:ext cx="35750" cy="29950"/>
            </a:xfrm>
            <a:custGeom>
              <a:avLst/>
              <a:gdLst/>
              <a:ahLst/>
              <a:cxnLst/>
              <a:rect l="l" t="t" r="r" b="b"/>
              <a:pathLst>
                <a:path w="1430" h="1198" extrusionOk="0">
                  <a:moveTo>
                    <a:pt x="657" y="1"/>
                  </a:moveTo>
                  <a:lnTo>
                    <a:pt x="464" y="39"/>
                  </a:lnTo>
                  <a:lnTo>
                    <a:pt x="310" y="117"/>
                  </a:lnTo>
                  <a:lnTo>
                    <a:pt x="194" y="232"/>
                  </a:lnTo>
                  <a:lnTo>
                    <a:pt x="78" y="387"/>
                  </a:lnTo>
                  <a:lnTo>
                    <a:pt x="1" y="580"/>
                  </a:lnTo>
                  <a:lnTo>
                    <a:pt x="1" y="773"/>
                  </a:lnTo>
                  <a:lnTo>
                    <a:pt x="39" y="927"/>
                  </a:lnTo>
                  <a:lnTo>
                    <a:pt x="117" y="1121"/>
                  </a:lnTo>
                  <a:lnTo>
                    <a:pt x="155" y="1159"/>
                  </a:lnTo>
                  <a:lnTo>
                    <a:pt x="232" y="1198"/>
                  </a:lnTo>
                  <a:lnTo>
                    <a:pt x="348" y="1159"/>
                  </a:lnTo>
                  <a:lnTo>
                    <a:pt x="387" y="1082"/>
                  </a:lnTo>
                  <a:lnTo>
                    <a:pt x="426" y="1005"/>
                  </a:lnTo>
                  <a:lnTo>
                    <a:pt x="387" y="966"/>
                  </a:lnTo>
                  <a:lnTo>
                    <a:pt x="348" y="850"/>
                  </a:lnTo>
                  <a:lnTo>
                    <a:pt x="348" y="773"/>
                  </a:lnTo>
                  <a:lnTo>
                    <a:pt x="387" y="580"/>
                  </a:lnTo>
                  <a:lnTo>
                    <a:pt x="503" y="464"/>
                  </a:lnTo>
                  <a:lnTo>
                    <a:pt x="580" y="425"/>
                  </a:lnTo>
                  <a:lnTo>
                    <a:pt x="696" y="387"/>
                  </a:lnTo>
                  <a:lnTo>
                    <a:pt x="773" y="425"/>
                  </a:lnTo>
                  <a:lnTo>
                    <a:pt x="850" y="464"/>
                  </a:lnTo>
                  <a:lnTo>
                    <a:pt x="966" y="580"/>
                  </a:lnTo>
                  <a:lnTo>
                    <a:pt x="1005" y="696"/>
                  </a:lnTo>
                  <a:lnTo>
                    <a:pt x="1005" y="773"/>
                  </a:lnTo>
                  <a:lnTo>
                    <a:pt x="966" y="966"/>
                  </a:lnTo>
                  <a:lnTo>
                    <a:pt x="928" y="1043"/>
                  </a:lnTo>
                  <a:lnTo>
                    <a:pt x="966" y="1082"/>
                  </a:lnTo>
                  <a:lnTo>
                    <a:pt x="1005" y="1121"/>
                  </a:lnTo>
                  <a:lnTo>
                    <a:pt x="1043" y="1159"/>
                  </a:lnTo>
                  <a:lnTo>
                    <a:pt x="1236" y="1159"/>
                  </a:lnTo>
                  <a:lnTo>
                    <a:pt x="1314" y="1082"/>
                  </a:lnTo>
                  <a:lnTo>
                    <a:pt x="1391" y="927"/>
                  </a:lnTo>
                  <a:lnTo>
                    <a:pt x="1430" y="734"/>
                  </a:lnTo>
                  <a:lnTo>
                    <a:pt x="1391" y="541"/>
                  </a:lnTo>
                  <a:lnTo>
                    <a:pt x="1314" y="387"/>
                  </a:lnTo>
                  <a:lnTo>
                    <a:pt x="1159" y="232"/>
                  </a:lnTo>
                  <a:lnTo>
                    <a:pt x="1005" y="117"/>
                  </a:lnTo>
                  <a:lnTo>
                    <a:pt x="850" y="39"/>
                  </a:lnTo>
                  <a:lnTo>
                    <a:pt x="65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" name="Google Shape;1631;p7"/>
            <p:cNvSpPr/>
            <p:nvPr/>
          </p:nvSpPr>
          <p:spPr>
            <a:xfrm>
              <a:off x="3375575" y="3037525"/>
              <a:ext cx="34775" cy="29950"/>
            </a:xfrm>
            <a:custGeom>
              <a:avLst/>
              <a:gdLst/>
              <a:ahLst/>
              <a:cxnLst/>
              <a:rect l="l" t="t" r="r" b="b"/>
              <a:pathLst>
                <a:path w="1391" h="1198" extrusionOk="0">
                  <a:moveTo>
                    <a:pt x="657" y="0"/>
                  </a:moveTo>
                  <a:lnTo>
                    <a:pt x="425" y="39"/>
                  </a:lnTo>
                  <a:lnTo>
                    <a:pt x="271" y="116"/>
                  </a:lnTo>
                  <a:lnTo>
                    <a:pt x="116" y="270"/>
                  </a:lnTo>
                  <a:lnTo>
                    <a:pt x="39" y="425"/>
                  </a:lnTo>
                  <a:lnTo>
                    <a:pt x="0" y="618"/>
                  </a:lnTo>
                  <a:lnTo>
                    <a:pt x="39" y="811"/>
                  </a:lnTo>
                  <a:lnTo>
                    <a:pt x="116" y="1004"/>
                  </a:lnTo>
                  <a:lnTo>
                    <a:pt x="232" y="1120"/>
                  </a:lnTo>
                  <a:lnTo>
                    <a:pt x="425" y="1197"/>
                  </a:lnTo>
                  <a:lnTo>
                    <a:pt x="502" y="1197"/>
                  </a:lnTo>
                  <a:lnTo>
                    <a:pt x="541" y="1159"/>
                  </a:lnTo>
                  <a:lnTo>
                    <a:pt x="541" y="1081"/>
                  </a:lnTo>
                  <a:lnTo>
                    <a:pt x="502" y="1004"/>
                  </a:lnTo>
                  <a:lnTo>
                    <a:pt x="425" y="927"/>
                  </a:lnTo>
                  <a:lnTo>
                    <a:pt x="386" y="850"/>
                  </a:lnTo>
                  <a:lnTo>
                    <a:pt x="386" y="734"/>
                  </a:lnTo>
                  <a:lnTo>
                    <a:pt x="386" y="618"/>
                  </a:lnTo>
                  <a:lnTo>
                    <a:pt x="425" y="541"/>
                  </a:lnTo>
                  <a:lnTo>
                    <a:pt x="464" y="464"/>
                  </a:lnTo>
                  <a:lnTo>
                    <a:pt x="580" y="425"/>
                  </a:lnTo>
                  <a:lnTo>
                    <a:pt x="695" y="386"/>
                  </a:lnTo>
                  <a:lnTo>
                    <a:pt x="811" y="425"/>
                  </a:lnTo>
                  <a:lnTo>
                    <a:pt x="888" y="464"/>
                  </a:lnTo>
                  <a:lnTo>
                    <a:pt x="927" y="579"/>
                  </a:lnTo>
                  <a:lnTo>
                    <a:pt x="966" y="657"/>
                  </a:lnTo>
                  <a:lnTo>
                    <a:pt x="1043" y="888"/>
                  </a:lnTo>
                  <a:lnTo>
                    <a:pt x="1082" y="966"/>
                  </a:lnTo>
                  <a:lnTo>
                    <a:pt x="1120" y="1081"/>
                  </a:lnTo>
                  <a:lnTo>
                    <a:pt x="1159" y="1120"/>
                  </a:lnTo>
                  <a:lnTo>
                    <a:pt x="1236" y="1120"/>
                  </a:lnTo>
                  <a:lnTo>
                    <a:pt x="1313" y="1043"/>
                  </a:lnTo>
                  <a:lnTo>
                    <a:pt x="1352" y="966"/>
                  </a:lnTo>
                  <a:lnTo>
                    <a:pt x="1390" y="850"/>
                  </a:lnTo>
                  <a:lnTo>
                    <a:pt x="1352" y="618"/>
                  </a:lnTo>
                  <a:lnTo>
                    <a:pt x="1313" y="425"/>
                  </a:lnTo>
                  <a:lnTo>
                    <a:pt x="1197" y="232"/>
                  </a:lnTo>
                  <a:lnTo>
                    <a:pt x="1043" y="116"/>
                  </a:lnTo>
                  <a:lnTo>
                    <a:pt x="850" y="39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2" name="Google Shape;1632;p7"/>
            <p:cNvSpPr/>
            <p:nvPr/>
          </p:nvSpPr>
          <p:spPr>
            <a:xfrm>
              <a:off x="333675" y="3041375"/>
              <a:ext cx="49275" cy="56025"/>
            </a:xfrm>
            <a:custGeom>
              <a:avLst/>
              <a:gdLst/>
              <a:ahLst/>
              <a:cxnLst/>
              <a:rect l="l" t="t" r="r" b="b"/>
              <a:pathLst>
                <a:path w="1971" h="2241" extrusionOk="0">
                  <a:moveTo>
                    <a:pt x="1237" y="425"/>
                  </a:moveTo>
                  <a:lnTo>
                    <a:pt x="1391" y="464"/>
                  </a:lnTo>
                  <a:lnTo>
                    <a:pt x="1507" y="580"/>
                  </a:lnTo>
                  <a:lnTo>
                    <a:pt x="1545" y="657"/>
                  </a:lnTo>
                  <a:lnTo>
                    <a:pt x="1545" y="734"/>
                  </a:lnTo>
                  <a:lnTo>
                    <a:pt x="1507" y="812"/>
                  </a:lnTo>
                  <a:lnTo>
                    <a:pt x="1468" y="889"/>
                  </a:lnTo>
                  <a:lnTo>
                    <a:pt x="1275" y="1082"/>
                  </a:lnTo>
                  <a:lnTo>
                    <a:pt x="1005" y="1314"/>
                  </a:lnTo>
                  <a:lnTo>
                    <a:pt x="773" y="1507"/>
                  </a:lnTo>
                  <a:lnTo>
                    <a:pt x="657" y="1661"/>
                  </a:lnTo>
                  <a:lnTo>
                    <a:pt x="619" y="1777"/>
                  </a:lnTo>
                  <a:lnTo>
                    <a:pt x="503" y="1661"/>
                  </a:lnTo>
                  <a:lnTo>
                    <a:pt x="464" y="1545"/>
                  </a:lnTo>
                  <a:lnTo>
                    <a:pt x="387" y="1391"/>
                  </a:lnTo>
                  <a:lnTo>
                    <a:pt x="387" y="1236"/>
                  </a:lnTo>
                  <a:lnTo>
                    <a:pt x="387" y="1082"/>
                  </a:lnTo>
                  <a:lnTo>
                    <a:pt x="426" y="966"/>
                  </a:lnTo>
                  <a:lnTo>
                    <a:pt x="464" y="812"/>
                  </a:lnTo>
                  <a:lnTo>
                    <a:pt x="580" y="696"/>
                  </a:lnTo>
                  <a:lnTo>
                    <a:pt x="696" y="580"/>
                  </a:lnTo>
                  <a:lnTo>
                    <a:pt x="850" y="464"/>
                  </a:lnTo>
                  <a:lnTo>
                    <a:pt x="1043" y="425"/>
                  </a:lnTo>
                  <a:close/>
                  <a:moveTo>
                    <a:pt x="1121" y="1"/>
                  </a:moveTo>
                  <a:lnTo>
                    <a:pt x="928" y="39"/>
                  </a:lnTo>
                  <a:lnTo>
                    <a:pt x="735" y="116"/>
                  </a:lnTo>
                  <a:lnTo>
                    <a:pt x="541" y="232"/>
                  </a:lnTo>
                  <a:lnTo>
                    <a:pt x="348" y="348"/>
                  </a:lnTo>
                  <a:lnTo>
                    <a:pt x="233" y="503"/>
                  </a:lnTo>
                  <a:lnTo>
                    <a:pt x="117" y="696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68"/>
                  </a:lnTo>
                  <a:lnTo>
                    <a:pt x="117" y="1622"/>
                  </a:lnTo>
                  <a:lnTo>
                    <a:pt x="233" y="1816"/>
                  </a:lnTo>
                  <a:lnTo>
                    <a:pt x="348" y="1931"/>
                  </a:lnTo>
                  <a:lnTo>
                    <a:pt x="503" y="2086"/>
                  </a:lnTo>
                  <a:lnTo>
                    <a:pt x="657" y="2163"/>
                  </a:lnTo>
                  <a:lnTo>
                    <a:pt x="735" y="2240"/>
                  </a:lnTo>
                  <a:lnTo>
                    <a:pt x="850" y="2240"/>
                  </a:lnTo>
                  <a:lnTo>
                    <a:pt x="928" y="2202"/>
                  </a:lnTo>
                  <a:lnTo>
                    <a:pt x="966" y="2086"/>
                  </a:lnTo>
                  <a:lnTo>
                    <a:pt x="1005" y="1931"/>
                  </a:lnTo>
                  <a:lnTo>
                    <a:pt x="1082" y="1777"/>
                  </a:lnTo>
                  <a:lnTo>
                    <a:pt x="1198" y="1661"/>
                  </a:lnTo>
                  <a:lnTo>
                    <a:pt x="1314" y="1507"/>
                  </a:lnTo>
                  <a:lnTo>
                    <a:pt x="1623" y="1314"/>
                  </a:lnTo>
                  <a:lnTo>
                    <a:pt x="1739" y="1198"/>
                  </a:lnTo>
                  <a:lnTo>
                    <a:pt x="1854" y="1043"/>
                  </a:lnTo>
                  <a:lnTo>
                    <a:pt x="1932" y="889"/>
                  </a:lnTo>
                  <a:lnTo>
                    <a:pt x="1970" y="696"/>
                  </a:lnTo>
                  <a:lnTo>
                    <a:pt x="1932" y="541"/>
                  </a:lnTo>
                  <a:lnTo>
                    <a:pt x="1893" y="387"/>
                  </a:lnTo>
                  <a:lnTo>
                    <a:pt x="1777" y="271"/>
                  </a:lnTo>
                  <a:lnTo>
                    <a:pt x="1661" y="155"/>
                  </a:lnTo>
                  <a:lnTo>
                    <a:pt x="1507" y="78"/>
                  </a:lnTo>
                  <a:lnTo>
                    <a:pt x="1352" y="39"/>
                  </a:lnTo>
                  <a:lnTo>
                    <a:pt x="11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3" name="Google Shape;1633;p7"/>
            <p:cNvSpPr/>
            <p:nvPr/>
          </p:nvSpPr>
          <p:spPr>
            <a:xfrm>
              <a:off x="312450" y="3078050"/>
              <a:ext cx="440225" cy="234625"/>
            </a:xfrm>
            <a:custGeom>
              <a:avLst/>
              <a:gdLst/>
              <a:ahLst/>
              <a:cxnLst/>
              <a:rect l="l" t="t" r="r" b="b"/>
              <a:pathLst>
                <a:path w="17609" h="9385" extrusionOk="0">
                  <a:moveTo>
                    <a:pt x="6256" y="1"/>
                  </a:moveTo>
                  <a:lnTo>
                    <a:pt x="5638" y="40"/>
                  </a:lnTo>
                  <a:lnTo>
                    <a:pt x="5059" y="155"/>
                  </a:lnTo>
                  <a:lnTo>
                    <a:pt x="4480" y="271"/>
                  </a:lnTo>
                  <a:lnTo>
                    <a:pt x="3939" y="503"/>
                  </a:lnTo>
                  <a:lnTo>
                    <a:pt x="3398" y="735"/>
                  </a:lnTo>
                  <a:lnTo>
                    <a:pt x="2896" y="1044"/>
                  </a:lnTo>
                  <a:lnTo>
                    <a:pt x="2433" y="1391"/>
                  </a:lnTo>
                  <a:lnTo>
                    <a:pt x="1970" y="1777"/>
                  </a:lnTo>
                  <a:lnTo>
                    <a:pt x="1584" y="2202"/>
                  </a:lnTo>
                  <a:lnTo>
                    <a:pt x="1197" y="2665"/>
                  </a:lnTo>
                  <a:lnTo>
                    <a:pt x="888" y="3206"/>
                  </a:lnTo>
                  <a:lnTo>
                    <a:pt x="618" y="3747"/>
                  </a:lnTo>
                  <a:lnTo>
                    <a:pt x="386" y="4287"/>
                  </a:lnTo>
                  <a:lnTo>
                    <a:pt x="193" y="4905"/>
                  </a:lnTo>
                  <a:lnTo>
                    <a:pt x="78" y="5484"/>
                  </a:lnTo>
                  <a:lnTo>
                    <a:pt x="0" y="6102"/>
                  </a:lnTo>
                  <a:lnTo>
                    <a:pt x="0" y="6681"/>
                  </a:lnTo>
                  <a:lnTo>
                    <a:pt x="39" y="7261"/>
                  </a:lnTo>
                  <a:lnTo>
                    <a:pt x="155" y="7801"/>
                  </a:lnTo>
                  <a:lnTo>
                    <a:pt x="309" y="8342"/>
                  </a:lnTo>
                  <a:lnTo>
                    <a:pt x="502" y="8882"/>
                  </a:lnTo>
                  <a:lnTo>
                    <a:pt x="734" y="9384"/>
                  </a:lnTo>
                  <a:lnTo>
                    <a:pt x="1043" y="9230"/>
                  </a:lnTo>
                  <a:lnTo>
                    <a:pt x="888" y="8844"/>
                  </a:lnTo>
                  <a:lnTo>
                    <a:pt x="734" y="8458"/>
                  </a:lnTo>
                  <a:lnTo>
                    <a:pt x="541" y="7801"/>
                  </a:lnTo>
                  <a:lnTo>
                    <a:pt x="425" y="7183"/>
                  </a:lnTo>
                  <a:lnTo>
                    <a:pt x="425" y="6527"/>
                  </a:lnTo>
                  <a:lnTo>
                    <a:pt x="425" y="5870"/>
                  </a:lnTo>
                  <a:lnTo>
                    <a:pt x="541" y="5253"/>
                  </a:lnTo>
                  <a:lnTo>
                    <a:pt x="695" y="4596"/>
                  </a:lnTo>
                  <a:lnTo>
                    <a:pt x="927" y="3978"/>
                  </a:lnTo>
                  <a:lnTo>
                    <a:pt x="1236" y="3399"/>
                  </a:lnTo>
                  <a:lnTo>
                    <a:pt x="1584" y="2858"/>
                  </a:lnTo>
                  <a:lnTo>
                    <a:pt x="2008" y="2318"/>
                  </a:lnTo>
                  <a:lnTo>
                    <a:pt x="2472" y="1854"/>
                  </a:lnTo>
                  <a:lnTo>
                    <a:pt x="2974" y="1468"/>
                  </a:lnTo>
                  <a:lnTo>
                    <a:pt x="3553" y="1121"/>
                  </a:lnTo>
                  <a:lnTo>
                    <a:pt x="4132" y="851"/>
                  </a:lnTo>
                  <a:lnTo>
                    <a:pt x="4750" y="657"/>
                  </a:lnTo>
                  <a:lnTo>
                    <a:pt x="5406" y="503"/>
                  </a:lnTo>
                  <a:lnTo>
                    <a:pt x="5793" y="464"/>
                  </a:lnTo>
                  <a:lnTo>
                    <a:pt x="6912" y="464"/>
                  </a:lnTo>
                  <a:lnTo>
                    <a:pt x="7607" y="580"/>
                  </a:lnTo>
                  <a:lnTo>
                    <a:pt x="8264" y="773"/>
                  </a:lnTo>
                  <a:lnTo>
                    <a:pt x="8920" y="1044"/>
                  </a:lnTo>
                  <a:lnTo>
                    <a:pt x="9538" y="1352"/>
                  </a:lnTo>
                  <a:lnTo>
                    <a:pt x="10195" y="1739"/>
                  </a:lnTo>
                  <a:lnTo>
                    <a:pt x="10813" y="2125"/>
                  </a:lnTo>
                  <a:lnTo>
                    <a:pt x="11315" y="2472"/>
                  </a:lnTo>
                  <a:lnTo>
                    <a:pt x="11894" y="2781"/>
                  </a:lnTo>
                  <a:lnTo>
                    <a:pt x="12434" y="3090"/>
                  </a:lnTo>
                  <a:lnTo>
                    <a:pt x="13052" y="3360"/>
                  </a:lnTo>
                  <a:lnTo>
                    <a:pt x="13631" y="3554"/>
                  </a:lnTo>
                  <a:lnTo>
                    <a:pt x="14249" y="3708"/>
                  </a:lnTo>
                  <a:lnTo>
                    <a:pt x="14867" y="3708"/>
                  </a:lnTo>
                  <a:lnTo>
                    <a:pt x="15215" y="3669"/>
                  </a:lnTo>
                  <a:lnTo>
                    <a:pt x="15524" y="3631"/>
                  </a:lnTo>
                  <a:lnTo>
                    <a:pt x="15987" y="3476"/>
                  </a:lnTo>
                  <a:lnTo>
                    <a:pt x="16412" y="3245"/>
                  </a:lnTo>
                  <a:lnTo>
                    <a:pt x="16798" y="2936"/>
                  </a:lnTo>
                  <a:lnTo>
                    <a:pt x="17107" y="2588"/>
                  </a:lnTo>
                  <a:lnTo>
                    <a:pt x="17377" y="2202"/>
                  </a:lnTo>
                  <a:lnTo>
                    <a:pt x="17454" y="1970"/>
                  </a:lnTo>
                  <a:lnTo>
                    <a:pt x="17531" y="1739"/>
                  </a:lnTo>
                  <a:lnTo>
                    <a:pt x="17609" y="1507"/>
                  </a:lnTo>
                  <a:lnTo>
                    <a:pt x="17609" y="1275"/>
                  </a:lnTo>
                  <a:lnTo>
                    <a:pt x="17609" y="1044"/>
                  </a:lnTo>
                  <a:lnTo>
                    <a:pt x="17570" y="773"/>
                  </a:lnTo>
                  <a:lnTo>
                    <a:pt x="17531" y="696"/>
                  </a:lnTo>
                  <a:lnTo>
                    <a:pt x="17493" y="657"/>
                  </a:lnTo>
                  <a:lnTo>
                    <a:pt x="17454" y="580"/>
                  </a:lnTo>
                  <a:lnTo>
                    <a:pt x="17416" y="542"/>
                  </a:lnTo>
                  <a:lnTo>
                    <a:pt x="17145" y="773"/>
                  </a:lnTo>
                  <a:lnTo>
                    <a:pt x="17145" y="851"/>
                  </a:lnTo>
                  <a:lnTo>
                    <a:pt x="17184" y="1198"/>
                  </a:lnTo>
                  <a:lnTo>
                    <a:pt x="17145" y="1584"/>
                  </a:lnTo>
                  <a:lnTo>
                    <a:pt x="17030" y="1893"/>
                  </a:lnTo>
                  <a:lnTo>
                    <a:pt x="16836" y="2241"/>
                  </a:lnTo>
                  <a:lnTo>
                    <a:pt x="16605" y="2511"/>
                  </a:lnTo>
                  <a:lnTo>
                    <a:pt x="16334" y="2743"/>
                  </a:lnTo>
                  <a:lnTo>
                    <a:pt x="16026" y="2936"/>
                  </a:lnTo>
                  <a:lnTo>
                    <a:pt x="15678" y="3090"/>
                  </a:lnTo>
                  <a:lnTo>
                    <a:pt x="15292" y="3206"/>
                  </a:lnTo>
                  <a:lnTo>
                    <a:pt x="14906" y="3245"/>
                  </a:lnTo>
                  <a:lnTo>
                    <a:pt x="14520" y="3245"/>
                  </a:lnTo>
                  <a:lnTo>
                    <a:pt x="14133" y="3206"/>
                  </a:lnTo>
                  <a:lnTo>
                    <a:pt x="13747" y="3129"/>
                  </a:lnTo>
                  <a:lnTo>
                    <a:pt x="13361" y="3013"/>
                  </a:lnTo>
                  <a:lnTo>
                    <a:pt x="12975" y="2858"/>
                  </a:lnTo>
                  <a:lnTo>
                    <a:pt x="12627" y="2704"/>
                  </a:lnTo>
                  <a:lnTo>
                    <a:pt x="12010" y="2356"/>
                  </a:lnTo>
                  <a:lnTo>
                    <a:pt x="11353" y="1970"/>
                  </a:lnTo>
                  <a:lnTo>
                    <a:pt x="10156" y="1198"/>
                  </a:lnTo>
                  <a:lnTo>
                    <a:pt x="9538" y="851"/>
                  </a:lnTo>
                  <a:lnTo>
                    <a:pt x="8882" y="542"/>
                  </a:lnTo>
                  <a:lnTo>
                    <a:pt x="8225" y="271"/>
                  </a:lnTo>
                  <a:lnTo>
                    <a:pt x="7878" y="155"/>
                  </a:lnTo>
                  <a:lnTo>
                    <a:pt x="7492" y="78"/>
                  </a:lnTo>
                  <a:lnTo>
                    <a:pt x="687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4" name="Google Shape;1634;p7"/>
            <p:cNvSpPr/>
            <p:nvPr/>
          </p:nvSpPr>
          <p:spPr>
            <a:xfrm>
              <a:off x="330800" y="3096400"/>
              <a:ext cx="446975" cy="310875"/>
            </a:xfrm>
            <a:custGeom>
              <a:avLst/>
              <a:gdLst/>
              <a:ahLst/>
              <a:cxnLst/>
              <a:rect l="l" t="t" r="r" b="b"/>
              <a:pathLst>
                <a:path w="17879" h="12435" extrusionOk="0">
                  <a:moveTo>
                    <a:pt x="17608" y="1"/>
                  </a:moveTo>
                  <a:lnTo>
                    <a:pt x="17415" y="117"/>
                  </a:lnTo>
                  <a:lnTo>
                    <a:pt x="17454" y="734"/>
                  </a:lnTo>
                  <a:lnTo>
                    <a:pt x="17454" y="1352"/>
                  </a:lnTo>
                  <a:lnTo>
                    <a:pt x="17415" y="1931"/>
                  </a:lnTo>
                  <a:lnTo>
                    <a:pt x="17338" y="2549"/>
                  </a:lnTo>
                  <a:lnTo>
                    <a:pt x="17261" y="3128"/>
                  </a:lnTo>
                  <a:lnTo>
                    <a:pt x="17106" y="3708"/>
                  </a:lnTo>
                  <a:lnTo>
                    <a:pt x="16952" y="4287"/>
                  </a:lnTo>
                  <a:lnTo>
                    <a:pt x="16720" y="4828"/>
                  </a:lnTo>
                  <a:lnTo>
                    <a:pt x="16489" y="5368"/>
                  </a:lnTo>
                  <a:lnTo>
                    <a:pt x="16257" y="5909"/>
                  </a:lnTo>
                  <a:lnTo>
                    <a:pt x="15948" y="6449"/>
                  </a:lnTo>
                  <a:lnTo>
                    <a:pt x="15600" y="6951"/>
                  </a:lnTo>
                  <a:lnTo>
                    <a:pt x="15253" y="7415"/>
                  </a:lnTo>
                  <a:lnTo>
                    <a:pt x="14867" y="7917"/>
                  </a:lnTo>
                  <a:lnTo>
                    <a:pt x="14481" y="8341"/>
                  </a:lnTo>
                  <a:lnTo>
                    <a:pt x="14017" y="8805"/>
                  </a:lnTo>
                  <a:lnTo>
                    <a:pt x="13515" y="9268"/>
                  </a:lnTo>
                  <a:lnTo>
                    <a:pt x="12975" y="9693"/>
                  </a:lnTo>
                  <a:lnTo>
                    <a:pt x="12395" y="10118"/>
                  </a:lnTo>
                  <a:lnTo>
                    <a:pt x="11778" y="10465"/>
                  </a:lnTo>
                  <a:lnTo>
                    <a:pt x="11160" y="10813"/>
                  </a:lnTo>
                  <a:lnTo>
                    <a:pt x="10503" y="11122"/>
                  </a:lnTo>
                  <a:lnTo>
                    <a:pt x="9847" y="11392"/>
                  </a:lnTo>
                  <a:lnTo>
                    <a:pt x="9190" y="11585"/>
                  </a:lnTo>
                  <a:lnTo>
                    <a:pt x="8495" y="11778"/>
                  </a:lnTo>
                  <a:lnTo>
                    <a:pt x="7839" y="11894"/>
                  </a:lnTo>
                  <a:lnTo>
                    <a:pt x="7144" y="11971"/>
                  </a:lnTo>
                  <a:lnTo>
                    <a:pt x="6449" y="11971"/>
                  </a:lnTo>
                  <a:lnTo>
                    <a:pt x="5754" y="11933"/>
                  </a:lnTo>
                  <a:lnTo>
                    <a:pt x="5059" y="11817"/>
                  </a:lnTo>
                  <a:lnTo>
                    <a:pt x="4364" y="11624"/>
                  </a:lnTo>
                  <a:lnTo>
                    <a:pt x="3668" y="11392"/>
                  </a:lnTo>
                  <a:lnTo>
                    <a:pt x="3166" y="11160"/>
                  </a:lnTo>
                  <a:lnTo>
                    <a:pt x="2664" y="10890"/>
                  </a:lnTo>
                  <a:lnTo>
                    <a:pt x="2201" y="10581"/>
                  </a:lnTo>
                  <a:lnTo>
                    <a:pt x="1738" y="10234"/>
                  </a:lnTo>
                  <a:lnTo>
                    <a:pt x="1352" y="9847"/>
                  </a:lnTo>
                  <a:lnTo>
                    <a:pt x="965" y="9423"/>
                  </a:lnTo>
                  <a:lnTo>
                    <a:pt x="618" y="8959"/>
                  </a:lnTo>
                  <a:lnTo>
                    <a:pt x="309" y="8496"/>
                  </a:lnTo>
                  <a:lnTo>
                    <a:pt x="0" y="8650"/>
                  </a:lnTo>
                  <a:lnTo>
                    <a:pt x="309" y="9191"/>
                  </a:lnTo>
                  <a:lnTo>
                    <a:pt x="695" y="9693"/>
                  </a:lnTo>
                  <a:lnTo>
                    <a:pt x="1081" y="10156"/>
                  </a:lnTo>
                  <a:lnTo>
                    <a:pt x="1545" y="10581"/>
                  </a:lnTo>
                  <a:lnTo>
                    <a:pt x="2047" y="10967"/>
                  </a:lnTo>
                  <a:lnTo>
                    <a:pt x="2549" y="11315"/>
                  </a:lnTo>
                  <a:lnTo>
                    <a:pt x="3128" y="11624"/>
                  </a:lnTo>
                  <a:lnTo>
                    <a:pt x="3746" y="11894"/>
                  </a:lnTo>
                  <a:lnTo>
                    <a:pt x="4402" y="12126"/>
                  </a:lnTo>
                  <a:lnTo>
                    <a:pt x="5097" y="12280"/>
                  </a:lnTo>
                  <a:lnTo>
                    <a:pt x="5754" y="12357"/>
                  </a:lnTo>
                  <a:lnTo>
                    <a:pt x="6449" y="12435"/>
                  </a:lnTo>
                  <a:lnTo>
                    <a:pt x="7144" y="12396"/>
                  </a:lnTo>
                  <a:lnTo>
                    <a:pt x="7800" y="12357"/>
                  </a:lnTo>
                  <a:lnTo>
                    <a:pt x="8495" y="12242"/>
                  </a:lnTo>
                  <a:lnTo>
                    <a:pt x="9152" y="12087"/>
                  </a:lnTo>
                  <a:lnTo>
                    <a:pt x="9808" y="11894"/>
                  </a:lnTo>
                  <a:lnTo>
                    <a:pt x="10465" y="11662"/>
                  </a:lnTo>
                  <a:lnTo>
                    <a:pt x="11121" y="11353"/>
                  </a:lnTo>
                  <a:lnTo>
                    <a:pt x="11739" y="11044"/>
                  </a:lnTo>
                  <a:lnTo>
                    <a:pt x="12318" y="10697"/>
                  </a:lnTo>
                  <a:lnTo>
                    <a:pt x="12897" y="10311"/>
                  </a:lnTo>
                  <a:lnTo>
                    <a:pt x="13477" y="9925"/>
                  </a:lnTo>
                  <a:lnTo>
                    <a:pt x="13979" y="9461"/>
                  </a:lnTo>
                  <a:lnTo>
                    <a:pt x="14481" y="9037"/>
                  </a:lnTo>
                  <a:lnTo>
                    <a:pt x="14944" y="8573"/>
                  </a:lnTo>
                  <a:lnTo>
                    <a:pt x="15369" y="8071"/>
                  </a:lnTo>
                  <a:lnTo>
                    <a:pt x="15794" y="7531"/>
                  </a:lnTo>
                  <a:lnTo>
                    <a:pt x="16180" y="6990"/>
                  </a:lnTo>
                  <a:lnTo>
                    <a:pt x="16566" y="6411"/>
                  </a:lnTo>
                  <a:lnTo>
                    <a:pt x="16875" y="5793"/>
                  </a:lnTo>
                  <a:lnTo>
                    <a:pt x="17184" y="5214"/>
                  </a:lnTo>
                  <a:lnTo>
                    <a:pt x="17415" y="4557"/>
                  </a:lnTo>
                  <a:lnTo>
                    <a:pt x="17608" y="3939"/>
                  </a:lnTo>
                  <a:lnTo>
                    <a:pt x="17763" y="3283"/>
                  </a:lnTo>
                  <a:lnTo>
                    <a:pt x="17840" y="2626"/>
                  </a:lnTo>
                  <a:lnTo>
                    <a:pt x="17879" y="1970"/>
                  </a:lnTo>
                  <a:lnTo>
                    <a:pt x="17840" y="1314"/>
                  </a:lnTo>
                  <a:lnTo>
                    <a:pt x="17763" y="657"/>
                  </a:lnTo>
                  <a:lnTo>
                    <a:pt x="1760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" name="Google Shape;1635;p7"/>
            <p:cNvSpPr/>
            <p:nvPr/>
          </p:nvSpPr>
          <p:spPr>
            <a:xfrm>
              <a:off x="4441350" y="3154325"/>
              <a:ext cx="84975" cy="94625"/>
            </a:xfrm>
            <a:custGeom>
              <a:avLst/>
              <a:gdLst/>
              <a:ahLst/>
              <a:cxnLst/>
              <a:rect l="l" t="t" r="r" b="b"/>
              <a:pathLst>
                <a:path w="3399" h="3785" extrusionOk="0">
                  <a:moveTo>
                    <a:pt x="77" y="1"/>
                  </a:moveTo>
                  <a:lnTo>
                    <a:pt x="0" y="78"/>
                  </a:lnTo>
                  <a:lnTo>
                    <a:pt x="0" y="116"/>
                  </a:lnTo>
                  <a:lnTo>
                    <a:pt x="348" y="889"/>
                  </a:lnTo>
                  <a:lnTo>
                    <a:pt x="811" y="1661"/>
                  </a:lnTo>
                  <a:lnTo>
                    <a:pt x="1274" y="2395"/>
                  </a:lnTo>
                  <a:lnTo>
                    <a:pt x="1738" y="3090"/>
                  </a:lnTo>
                  <a:lnTo>
                    <a:pt x="2008" y="3437"/>
                  </a:lnTo>
                  <a:lnTo>
                    <a:pt x="2201" y="3553"/>
                  </a:lnTo>
                  <a:lnTo>
                    <a:pt x="2394" y="3669"/>
                  </a:lnTo>
                  <a:lnTo>
                    <a:pt x="2587" y="3746"/>
                  </a:lnTo>
                  <a:lnTo>
                    <a:pt x="2780" y="3785"/>
                  </a:lnTo>
                  <a:lnTo>
                    <a:pt x="3012" y="3708"/>
                  </a:lnTo>
                  <a:lnTo>
                    <a:pt x="3205" y="3592"/>
                  </a:lnTo>
                  <a:lnTo>
                    <a:pt x="3321" y="3437"/>
                  </a:lnTo>
                  <a:lnTo>
                    <a:pt x="3398" y="3244"/>
                  </a:lnTo>
                  <a:lnTo>
                    <a:pt x="3398" y="3090"/>
                  </a:lnTo>
                  <a:lnTo>
                    <a:pt x="3398" y="2897"/>
                  </a:lnTo>
                  <a:lnTo>
                    <a:pt x="3360" y="2704"/>
                  </a:lnTo>
                  <a:lnTo>
                    <a:pt x="3282" y="2511"/>
                  </a:lnTo>
                  <a:lnTo>
                    <a:pt x="3128" y="2163"/>
                  </a:lnTo>
                  <a:lnTo>
                    <a:pt x="2935" y="2240"/>
                  </a:lnTo>
                  <a:lnTo>
                    <a:pt x="3051" y="2588"/>
                  </a:lnTo>
                  <a:lnTo>
                    <a:pt x="3089" y="2742"/>
                  </a:lnTo>
                  <a:lnTo>
                    <a:pt x="3128" y="2858"/>
                  </a:lnTo>
                  <a:lnTo>
                    <a:pt x="2896" y="3012"/>
                  </a:lnTo>
                  <a:lnTo>
                    <a:pt x="2665" y="3128"/>
                  </a:lnTo>
                  <a:lnTo>
                    <a:pt x="2510" y="3206"/>
                  </a:lnTo>
                  <a:lnTo>
                    <a:pt x="2317" y="3206"/>
                  </a:lnTo>
                  <a:lnTo>
                    <a:pt x="2201" y="3167"/>
                  </a:lnTo>
                  <a:lnTo>
                    <a:pt x="2047" y="3090"/>
                  </a:lnTo>
                  <a:lnTo>
                    <a:pt x="1931" y="2935"/>
                  </a:lnTo>
                  <a:lnTo>
                    <a:pt x="1854" y="2742"/>
                  </a:lnTo>
                  <a:lnTo>
                    <a:pt x="1699" y="2511"/>
                  </a:lnTo>
                  <a:lnTo>
                    <a:pt x="1081" y="1507"/>
                  </a:lnTo>
                  <a:lnTo>
                    <a:pt x="618" y="773"/>
                  </a:lnTo>
                  <a:lnTo>
                    <a:pt x="386" y="387"/>
                  </a:lnTo>
                  <a:lnTo>
                    <a:pt x="116" y="39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" name="Google Shape;1636;p7"/>
            <p:cNvSpPr/>
            <p:nvPr/>
          </p:nvSpPr>
          <p:spPr>
            <a:xfrm>
              <a:off x="7199400" y="3174600"/>
              <a:ext cx="61825" cy="89800"/>
            </a:xfrm>
            <a:custGeom>
              <a:avLst/>
              <a:gdLst/>
              <a:ahLst/>
              <a:cxnLst/>
              <a:rect l="l" t="t" r="r" b="b"/>
              <a:pathLst>
                <a:path w="2473" h="3592" extrusionOk="0">
                  <a:moveTo>
                    <a:pt x="1082" y="0"/>
                  </a:moveTo>
                  <a:lnTo>
                    <a:pt x="1005" y="39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2"/>
                  </a:lnTo>
                  <a:lnTo>
                    <a:pt x="850" y="232"/>
                  </a:lnTo>
                  <a:lnTo>
                    <a:pt x="773" y="271"/>
                  </a:lnTo>
                  <a:lnTo>
                    <a:pt x="734" y="348"/>
                  </a:lnTo>
                  <a:lnTo>
                    <a:pt x="696" y="425"/>
                  </a:lnTo>
                  <a:lnTo>
                    <a:pt x="696" y="502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1"/>
                  </a:lnTo>
                  <a:lnTo>
                    <a:pt x="1275" y="927"/>
                  </a:lnTo>
                  <a:lnTo>
                    <a:pt x="1468" y="1082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1"/>
                  </a:lnTo>
                  <a:lnTo>
                    <a:pt x="1932" y="2163"/>
                  </a:lnTo>
                  <a:lnTo>
                    <a:pt x="1932" y="2433"/>
                  </a:lnTo>
                  <a:lnTo>
                    <a:pt x="1816" y="2742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1"/>
                  </a:lnTo>
                  <a:lnTo>
                    <a:pt x="1391" y="3128"/>
                  </a:lnTo>
                  <a:lnTo>
                    <a:pt x="1198" y="3128"/>
                  </a:lnTo>
                  <a:lnTo>
                    <a:pt x="1043" y="3090"/>
                  </a:lnTo>
                  <a:lnTo>
                    <a:pt x="928" y="3012"/>
                  </a:lnTo>
                  <a:lnTo>
                    <a:pt x="850" y="2897"/>
                  </a:lnTo>
                  <a:lnTo>
                    <a:pt x="812" y="2742"/>
                  </a:lnTo>
                  <a:lnTo>
                    <a:pt x="850" y="2588"/>
                  </a:lnTo>
                  <a:lnTo>
                    <a:pt x="928" y="2433"/>
                  </a:lnTo>
                  <a:lnTo>
                    <a:pt x="1043" y="2317"/>
                  </a:lnTo>
                  <a:lnTo>
                    <a:pt x="1159" y="2240"/>
                  </a:lnTo>
                  <a:lnTo>
                    <a:pt x="1159" y="2124"/>
                  </a:lnTo>
                  <a:lnTo>
                    <a:pt x="1121" y="2008"/>
                  </a:lnTo>
                  <a:lnTo>
                    <a:pt x="1043" y="1931"/>
                  </a:lnTo>
                  <a:lnTo>
                    <a:pt x="657" y="1622"/>
                  </a:lnTo>
                  <a:lnTo>
                    <a:pt x="426" y="1468"/>
                  </a:lnTo>
                  <a:lnTo>
                    <a:pt x="194" y="1313"/>
                  </a:lnTo>
                  <a:lnTo>
                    <a:pt x="1" y="1622"/>
                  </a:lnTo>
                  <a:lnTo>
                    <a:pt x="271" y="1893"/>
                  </a:lnTo>
                  <a:lnTo>
                    <a:pt x="580" y="2124"/>
                  </a:lnTo>
                  <a:lnTo>
                    <a:pt x="426" y="2356"/>
                  </a:lnTo>
                  <a:lnTo>
                    <a:pt x="348" y="2626"/>
                  </a:lnTo>
                  <a:lnTo>
                    <a:pt x="310" y="2897"/>
                  </a:lnTo>
                  <a:lnTo>
                    <a:pt x="348" y="3051"/>
                  </a:lnTo>
                  <a:lnTo>
                    <a:pt x="426" y="3167"/>
                  </a:lnTo>
                  <a:lnTo>
                    <a:pt x="541" y="3321"/>
                  </a:lnTo>
                  <a:lnTo>
                    <a:pt x="696" y="3476"/>
                  </a:lnTo>
                  <a:lnTo>
                    <a:pt x="889" y="3553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3"/>
                  </a:lnTo>
                  <a:lnTo>
                    <a:pt x="1700" y="3514"/>
                  </a:lnTo>
                  <a:lnTo>
                    <a:pt x="1854" y="3399"/>
                  </a:lnTo>
                  <a:lnTo>
                    <a:pt x="2047" y="3244"/>
                  </a:lnTo>
                  <a:lnTo>
                    <a:pt x="2202" y="3051"/>
                  </a:lnTo>
                  <a:lnTo>
                    <a:pt x="2318" y="2858"/>
                  </a:lnTo>
                  <a:lnTo>
                    <a:pt x="2395" y="2665"/>
                  </a:lnTo>
                  <a:lnTo>
                    <a:pt x="2434" y="2472"/>
                  </a:lnTo>
                  <a:lnTo>
                    <a:pt x="2472" y="2240"/>
                  </a:lnTo>
                  <a:lnTo>
                    <a:pt x="2434" y="2008"/>
                  </a:lnTo>
                  <a:lnTo>
                    <a:pt x="2395" y="1815"/>
                  </a:lnTo>
                  <a:lnTo>
                    <a:pt x="2318" y="1584"/>
                  </a:lnTo>
                  <a:lnTo>
                    <a:pt x="2202" y="1391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7" name="Google Shape;1637;p7"/>
            <p:cNvSpPr/>
            <p:nvPr/>
          </p:nvSpPr>
          <p:spPr>
            <a:xfrm>
              <a:off x="6803600" y="3198725"/>
              <a:ext cx="310875" cy="124575"/>
            </a:xfrm>
            <a:custGeom>
              <a:avLst/>
              <a:gdLst/>
              <a:ahLst/>
              <a:cxnLst/>
              <a:rect l="l" t="t" r="r" b="b"/>
              <a:pathLst>
                <a:path w="12435" h="4983" extrusionOk="0">
                  <a:moveTo>
                    <a:pt x="232" y="1"/>
                  </a:moveTo>
                  <a:lnTo>
                    <a:pt x="1" y="233"/>
                  </a:lnTo>
                  <a:lnTo>
                    <a:pt x="503" y="966"/>
                  </a:lnTo>
                  <a:lnTo>
                    <a:pt x="1043" y="1623"/>
                  </a:lnTo>
                  <a:lnTo>
                    <a:pt x="1700" y="2279"/>
                  </a:lnTo>
                  <a:lnTo>
                    <a:pt x="2356" y="2858"/>
                  </a:lnTo>
                  <a:lnTo>
                    <a:pt x="3090" y="3399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44"/>
                  </a:lnTo>
                  <a:lnTo>
                    <a:pt x="7685" y="4982"/>
                  </a:lnTo>
                  <a:lnTo>
                    <a:pt x="8535" y="4982"/>
                  </a:lnTo>
                  <a:lnTo>
                    <a:pt x="8998" y="4944"/>
                  </a:lnTo>
                  <a:lnTo>
                    <a:pt x="9423" y="4866"/>
                  </a:lnTo>
                  <a:lnTo>
                    <a:pt x="9848" y="4789"/>
                  </a:lnTo>
                  <a:lnTo>
                    <a:pt x="10272" y="4673"/>
                  </a:lnTo>
                  <a:lnTo>
                    <a:pt x="10658" y="4519"/>
                  </a:lnTo>
                  <a:lnTo>
                    <a:pt x="11083" y="4326"/>
                  </a:lnTo>
                  <a:lnTo>
                    <a:pt x="11469" y="4133"/>
                  </a:lnTo>
                  <a:lnTo>
                    <a:pt x="11855" y="3862"/>
                  </a:lnTo>
                  <a:lnTo>
                    <a:pt x="12242" y="3592"/>
                  </a:lnTo>
                  <a:lnTo>
                    <a:pt x="12319" y="3553"/>
                  </a:lnTo>
                  <a:lnTo>
                    <a:pt x="12435" y="3206"/>
                  </a:lnTo>
                  <a:lnTo>
                    <a:pt x="12357" y="3167"/>
                  </a:lnTo>
                  <a:lnTo>
                    <a:pt x="12280" y="3206"/>
                  </a:lnTo>
                  <a:lnTo>
                    <a:pt x="12203" y="3129"/>
                  </a:lnTo>
                  <a:lnTo>
                    <a:pt x="12010" y="3129"/>
                  </a:lnTo>
                  <a:lnTo>
                    <a:pt x="11933" y="3206"/>
                  </a:lnTo>
                  <a:lnTo>
                    <a:pt x="11585" y="3438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7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2"/>
                  </a:lnTo>
                  <a:lnTo>
                    <a:pt x="8342" y="4480"/>
                  </a:lnTo>
                  <a:lnTo>
                    <a:pt x="7917" y="4480"/>
                  </a:lnTo>
                  <a:lnTo>
                    <a:pt x="7492" y="4442"/>
                  </a:lnTo>
                  <a:lnTo>
                    <a:pt x="7067" y="4403"/>
                  </a:lnTo>
                  <a:lnTo>
                    <a:pt x="6642" y="4364"/>
                  </a:lnTo>
                  <a:lnTo>
                    <a:pt x="6218" y="4248"/>
                  </a:lnTo>
                  <a:lnTo>
                    <a:pt x="5793" y="4171"/>
                  </a:lnTo>
                  <a:lnTo>
                    <a:pt x="5368" y="4017"/>
                  </a:lnTo>
                  <a:lnTo>
                    <a:pt x="4596" y="3708"/>
                  </a:lnTo>
                  <a:lnTo>
                    <a:pt x="3901" y="3283"/>
                  </a:lnTo>
                  <a:lnTo>
                    <a:pt x="3206" y="2820"/>
                  </a:lnTo>
                  <a:lnTo>
                    <a:pt x="2588" y="2318"/>
                  </a:lnTo>
                  <a:lnTo>
                    <a:pt x="1970" y="1777"/>
                  </a:lnTo>
                  <a:lnTo>
                    <a:pt x="1391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8" name="Google Shape;1638;p7"/>
            <p:cNvSpPr/>
            <p:nvPr/>
          </p:nvSpPr>
          <p:spPr>
            <a:xfrm>
              <a:off x="7111550" y="3205500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0"/>
                  </a:moveTo>
                  <a:lnTo>
                    <a:pt x="3360" y="77"/>
                  </a:lnTo>
                  <a:lnTo>
                    <a:pt x="3245" y="77"/>
                  </a:lnTo>
                  <a:lnTo>
                    <a:pt x="3013" y="270"/>
                  </a:lnTo>
                  <a:lnTo>
                    <a:pt x="2781" y="502"/>
                  </a:lnTo>
                  <a:lnTo>
                    <a:pt x="2549" y="772"/>
                  </a:lnTo>
                  <a:lnTo>
                    <a:pt x="2356" y="1004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5"/>
                  </a:lnTo>
                  <a:lnTo>
                    <a:pt x="1082" y="1854"/>
                  </a:lnTo>
                  <a:lnTo>
                    <a:pt x="1043" y="1931"/>
                  </a:lnTo>
                  <a:lnTo>
                    <a:pt x="1082" y="2008"/>
                  </a:lnTo>
                  <a:lnTo>
                    <a:pt x="1121" y="2085"/>
                  </a:lnTo>
                  <a:lnTo>
                    <a:pt x="1005" y="2085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2" y="2240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471"/>
                  </a:lnTo>
                  <a:lnTo>
                    <a:pt x="966" y="2510"/>
                  </a:lnTo>
                  <a:lnTo>
                    <a:pt x="1198" y="2587"/>
                  </a:lnTo>
                  <a:lnTo>
                    <a:pt x="1430" y="2703"/>
                  </a:lnTo>
                  <a:lnTo>
                    <a:pt x="1623" y="2819"/>
                  </a:lnTo>
                  <a:lnTo>
                    <a:pt x="1816" y="2973"/>
                  </a:lnTo>
                  <a:lnTo>
                    <a:pt x="1970" y="3167"/>
                  </a:lnTo>
                  <a:lnTo>
                    <a:pt x="2047" y="3398"/>
                  </a:lnTo>
                  <a:lnTo>
                    <a:pt x="2125" y="3630"/>
                  </a:lnTo>
                  <a:lnTo>
                    <a:pt x="2125" y="3900"/>
                  </a:lnTo>
                  <a:lnTo>
                    <a:pt x="2086" y="4093"/>
                  </a:lnTo>
                  <a:lnTo>
                    <a:pt x="2009" y="4325"/>
                  </a:lnTo>
                  <a:lnTo>
                    <a:pt x="1893" y="4518"/>
                  </a:lnTo>
                  <a:lnTo>
                    <a:pt x="1739" y="4711"/>
                  </a:lnTo>
                  <a:lnTo>
                    <a:pt x="1545" y="4827"/>
                  </a:lnTo>
                  <a:lnTo>
                    <a:pt x="1314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5"/>
                  </a:lnTo>
                  <a:lnTo>
                    <a:pt x="657" y="4441"/>
                  </a:lnTo>
                  <a:lnTo>
                    <a:pt x="735" y="4286"/>
                  </a:lnTo>
                  <a:lnTo>
                    <a:pt x="812" y="4209"/>
                  </a:lnTo>
                  <a:lnTo>
                    <a:pt x="889" y="4132"/>
                  </a:lnTo>
                  <a:lnTo>
                    <a:pt x="966" y="4093"/>
                  </a:lnTo>
                  <a:lnTo>
                    <a:pt x="1121" y="4093"/>
                  </a:lnTo>
                  <a:lnTo>
                    <a:pt x="1237" y="4016"/>
                  </a:lnTo>
                  <a:lnTo>
                    <a:pt x="1314" y="3900"/>
                  </a:lnTo>
                  <a:lnTo>
                    <a:pt x="1314" y="3784"/>
                  </a:lnTo>
                  <a:lnTo>
                    <a:pt x="1275" y="3707"/>
                  </a:lnTo>
                  <a:lnTo>
                    <a:pt x="1198" y="3669"/>
                  </a:lnTo>
                  <a:lnTo>
                    <a:pt x="117" y="2935"/>
                  </a:lnTo>
                  <a:lnTo>
                    <a:pt x="1" y="3282"/>
                  </a:lnTo>
                  <a:lnTo>
                    <a:pt x="657" y="3784"/>
                  </a:lnTo>
                  <a:lnTo>
                    <a:pt x="503" y="3862"/>
                  </a:lnTo>
                  <a:lnTo>
                    <a:pt x="387" y="3977"/>
                  </a:lnTo>
                  <a:lnTo>
                    <a:pt x="310" y="4093"/>
                  </a:lnTo>
                  <a:lnTo>
                    <a:pt x="233" y="4248"/>
                  </a:lnTo>
                  <a:lnTo>
                    <a:pt x="194" y="4402"/>
                  </a:lnTo>
                  <a:lnTo>
                    <a:pt x="194" y="4557"/>
                  </a:lnTo>
                  <a:lnTo>
                    <a:pt x="194" y="4711"/>
                  </a:lnTo>
                  <a:lnTo>
                    <a:pt x="271" y="4866"/>
                  </a:lnTo>
                  <a:lnTo>
                    <a:pt x="387" y="5097"/>
                  </a:lnTo>
                  <a:lnTo>
                    <a:pt x="541" y="5252"/>
                  </a:lnTo>
                  <a:lnTo>
                    <a:pt x="735" y="5368"/>
                  </a:lnTo>
                  <a:lnTo>
                    <a:pt x="966" y="5406"/>
                  </a:lnTo>
                  <a:lnTo>
                    <a:pt x="1198" y="5406"/>
                  </a:lnTo>
                  <a:lnTo>
                    <a:pt x="1430" y="5368"/>
                  </a:lnTo>
                  <a:lnTo>
                    <a:pt x="1623" y="5329"/>
                  </a:lnTo>
                  <a:lnTo>
                    <a:pt x="1854" y="5213"/>
                  </a:lnTo>
                  <a:lnTo>
                    <a:pt x="2086" y="5020"/>
                  </a:lnTo>
                  <a:lnTo>
                    <a:pt x="2241" y="4827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09"/>
                  </a:lnTo>
                  <a:lnTo>
                    <a:pt x="2588" y="3977"/>
                  </a:lnTo>
                  <a:lnTo>
                    <a:pt x="2588" y="3746"/>
                  </a:lnTo>
                  <a:lnTo>
                    <a:pt x="2549" y="3514"/>
                  </a:lnTo>
                  <a:lnTo>
                    <a:pt x="2472" y="3282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471"/>
                  </a:lnTo>
                  <a:lnTo>
                    <a:pt x="1739" y="2356"/>
                  </a:lnTo>
                  <a:lnTo>
                    <a:pt x="1507" y="2201"/>
                  </a:lnTo>
                  <a:lnTo>
                    <a:pt x="1275" y="2124"/>
                  </a:lnTo>
                  <a:lnTo>
                    <a:pt x="1623" y="1969"/>
                  </a:lnTo>
                  <a:lnTo>
                    <a:pt x="1932" y="1815"/>
                  </a:lnTo>
                  <a:lnTo>
                    <a:pt x="2241" y="1622"/>
                  </a:lnTo>
                  <a:lnTo>
                    <a:pt x="2549" y="1390"/>
                  </a:lnTo>
                  <a:lnTo>
                    <a:pt x="2820" y="1197"/>
                  </a:lnTo>
                  <a:lnTo>
                    <a:pt x="3090" y="965"/>
                  </a:lnTo>
                  <a:lnTo>
                    <a:pt x="3360" y="657"/>
                  </a:lnTo>
                  <a:lnTo>
                    <a:pt x="3438" y="541"/>
                  </a:lnTo>
                  <a:lnTo>
                    <a:pt x="3515" y="386"/>
                  </a:lnTo>
                  <a:lnTo>
                    <a:pt x="3708" y="77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" name="Google Shape;1639;p7"/>
            <p:cNvSpPr/>
            <p:nvPr/>
          </p:nvSpPr>
          <p:spPr>
            <a:xfrm>
              <a:off x="1402350" y="3219000"/>
              <a:ext cx="106225" cy="103325"/>
            </a:xfrm>
            <a:custGeom>
              <a:avLst/>
              <a:gdLst/>
              <a:ahLst/>
              <a:cxnLst/>
              <a:rect l="l" t="t" r="r" b="b"/>
              <a:pathLst>
                <a:path w="4249" h="4133" extrusionOk="0">
                  <a:moveTo>
                    <a:pt x="2317" y="387"/>
                  </a:moveTo>
                  <a:lnTo>
                    <a:pt x="2588" y="425"/>
                  </a:lnTo>
                  <a:lnTo>
                    <a:pt x="2858" y="503"/>
                  </a:lnTo>
                  <a:lnTo>
                    <a:pt x="3128" y="619"/>
                  </a:lnTo>
                  <a:lnTo>
                    <a:pt x="3321" y="812"/>
                  </a:lnTo>
                  <a:lnTo>
                    <a:pt x="3553" y="1043"/>
                  </a:lnTo>
                  <a:lnTo>
                    <a:pt x="3708" y="1352"/>
                  </a:lnTo>
                  <a:lnTo>
                    <a:pt x="3823" y="1700"/>
                  </a:lnTo>
                  <a:lnTo>
                    <a:pt x="3862" y="2047"/>
                  </a:lnTo>
                  <a:lnTo>
                    <a:pt x="3785" y="2395"/>
                  </a:lnTo>
                  <a:lnTo>
                    <a:pt x="3708" y="2742"/>
                  </a:lnTo>
                  <a:lnTo>
                    <a:pt x="3514" y="3051"/>
                  </a:lnTo>
                  <a:lnTo>
                    <a:pt x="3283" y="3322"/>
                  </a:lnTo>
                  <a:lnTo>
                    <a:pt x="3012" y="3515"/>
                  </a:lnTo>
                  <a:lnTo>
                    <a:pt x="2704" y="3669"/>
                  </a:lnTo>
                  <a:lnTo>
                    <a:pt x="2395" y="3746"/>
                  </a:lnTo>
                  <a:lnTo>
                    <a:pt x="2047" y="3785"/>
                  </a:lnTo>
                  <a:lnTo>
                    <a:pt x="1738" y="3746"/>
                  </a:lnTo>
                  <a:lnTo>
                    <a:pt x="1391" y="3631"/>
                  </a:lnTo>
                  <a:lnTo>
                    <a:pt x="1120" y="3476"/>
                  </a:lnTo>
                  <a:lnTo>
                    <a:pt x="850" y="3283"/>
                  </a:lnTo>
                  <a:lnTo>
                    <a:pt x="618" y="3013"/>
                  </a:lnTo>
                  <a:lnTo>
                    <a:pt x="464" y="2665"/>
                  </a:lnTo>
                  <a:lnTo>
                    <a:pt x="348" y="2318"/>
                  </a:lnTo>
                  <a:lnTo>
                    <a:pt x="348" y="1931"/>
                  </a:lnTo>
                  <a:lnTo>
                    <a:pt x="387" y="1545"/>
                  </a:lnTo>
                  <a:lnTo>
                    <a:pt x="541" y="1236"/>
                  </a:lnTo>
                  <a:lnTo>
                    <a:pt x="618" y="1082"/>
                  </a:lnTo>
                  <a:lnTo>
                    <a:pt x="734" y="927"/>
                  </a:lnTo>
                  <a:lnTo>
                    <a:pt x="889" y="812"/>
                  </a:lnTo>
                  <a:lnTo>
                    <a:pt x="1043" y="696"/>
                  </a:lnTo>
                  <a:lnTo>
                    <a:pt x="1236" y="619"/>
                  </a:lnTo>
                  <a:lnTo>
                    <a:pt x="1429" y="541"/>
                  </a:lnTo>
                  <a:lnTo>
                    <a:pt x="1468" y="503"/>
                  </a:lnTo>
                  <a:lnTo>
                    <a:pt x="1777" y="425"/>
                  </a:lnTo>
                  <a:lnTo>
                    <a:pt x="2047" y="387"/>
                  </a:lnTo>
                  <a:close/>
                  <a:moveTo>
                    <a:pt x="1931" y="1"/>
                  </a:moveTo>
                  <a:lnTo>
                    <a:pt x="1738" y="39"/>
                  </a:lnTo>
                  <a:lnTo>
                    <a:pt x="1507" y="117"/>
                  </a:lnTo>
                  <a:lnTo>
                    <a:pt x="1313" y="232"/>
                  </a:lnTo>
                  <a:lnTo>
                    <a:pt x="1159" y="348"/>
                  </a:lnTo>
                  <a:lnTo>
                    <a:pt x="1120" y="387"/>
                  </a:lnTo>
                  <a:lnTo>
                    <a:pt x="966" y="387"/>
                  </a:lnTo>
                  <a:lnTo>
                    <a:pt x="773" y="464"/>
                  </a:lnTo>
                  <a:lnTo>
                    <a:pt x="657" y="541"/>
                  </a:lnTo>
                  <a:lnTo>
                    <a:pt x="503" y="657"/>
                  </a:lnTo>
                  <a:lnTo>
                    <a:pt x="387" y="773"/>
                  </a:lnTo>
                  <a:lnTo>
                    <a:pt x="309" y="927"/>
                  </a:lnTo>
                  <a:lnTo>
                    <a:pt x="155" y="1236"/>
                  </a:lnTo>
                  <a:lnTo>
                    <a:pt x="39" y="1623"/>
                  </a:lnTo>
                  <a:lnTo>
                    <a:pt x="1" y="2009"/>
                  </a:lnTo>
                  <a:lnTo>
                    <a:pt x="39" y="2356"/>
                  </a:lnTo>
                  <a:lnTo>
                    <a:pt x="78" y="2704"/>
                  </a:lnTo>
                  <a:lnTo>
                    <a:pt x="155" y="2897"/>
                  </a:lnTo>
                  <a:lnTo>
                    <a:pt x="271" y="3090"/>
                  </a:lnTo>
                  <a:lnTo>
                    <a:pt x="387" y="3283"/>
                  </a:lnTo>
                  <a:lnTo>
                    <a:pt x="541" y="3437"/>
                  </a:lnTo>
                  <a:lnTo>
                    <a:pt x="850" y="3746"/>
                  </a:lnTo>
                  <a:lnTo>
                    <a:pt x="1236" y="3939"/>
                  </a:lnTo>
                  <a:lnTo>
                    <a:pt x="1661" y="4094"/>
                  </a:lnTo>
                  <a:lnTo>
                    <a:pt x="2086" y="4133"/>
                  </a:lnTo>
                  <a:lnTo>
                    <a:pt x="2510" y="4094"/>
                  </a:lnTo>
                  <a:lnTo>
                    <a:pt x="2742" y="4055"/>
                  </a:lnTo>
                  <a:lnTo>
                    <a:pt x="2974" y="3978"/>
                  </a:lnTo>
                  <a:lnTo>
                    <a:pt x="3321" y="3746"/>
                  </a:lnTo>
                  <a:lnTo>
                    <a:pt x="3630" y="3476"/>
                  </a:lnTo>
                  <a:lnTo>
                    <a:pt x="3862" y="3167"/>
                  </a:lnTo>
                  <a:lnTo>
                    <a:pt x="4055" y="2781"/>
                  </a:lnTo>
                  <a:lnTo>
                    <a:pt x="4171" y="2395"/>
                  </a:lnTo>
                  <a:lnTo>
                    <a:pt x="4248" y="2009"/>
                  </a:lnTo>
                  <a:lnTo>
                    <a:pt x="4210" y="1584"/>
                  </a:lnTo>
                  <a:lnTo>
                    <a:pt x="4094" y="1198"/>
                  </a:lnTo>
                  <a:lnTo>
                    <a:pt x="3978" y="1005"/>
                  </a:lnTo>
                  <a:lnTo>
                    <a:pt x="3862" y="812"/>
                  </a:lnTo>
                  <a:lnTo>
                    <a:pt x="3708" y="657"/>
                  </a:lnTo>
                  <a:lnTo>
                    <a:pt x="3553" y="503"/>
                  </a:lnTo>
                  <a:lnTo>
                    <a:pt x="3206" y="232"/>
                  </a:lnTo>
                  <a:lnTo>
                    <a:pt x="2781" y="78"/>
                  </a:lnTo>
                  <a:lnTo>
                    <a:pt x="23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" name="Google Shape;1640;p7"/>
            <p:cNvSpPr/>
            <p:nvPr/>
          </p:nvSpPr>
          <p:spPr>
            <a:xfrm>
              <a:off x="4924025" y="3220925"/>
              <a:ext cx="335975" cy="782950"/>
            </a:xfrm>
            <a:custGeom>
              <a:avLst/>
              <a:gdLst/>
              <a:ahLst/>
              <a:cxnLst/>
              <a:rect l="l" t="t" r="r" b="b"/>
              <a:pathLst>
                <a:path w="13439" h="31318" extrusionOk="0">
                  <a:moveTo>
                    <a:pt x="6488" y="387"/>
                  </a:moveTo>
                  <a:lnTo>
                    <a:pt x="6526" y="464"/>
                  </a:lnTo>
                  <a:lnTo>
                    <a:pt x="7144" y="2009"/>
                  </a:lnTo>
                  <a:lnTo>
                    <a:pt x="7685" y="3554"/>
                  </a:lnTo>
                  <a:lnTo>
                    <a:pt x="8226" y="5137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2"/>
                  </a:lnTo>
                  <a:lnTo>
                    <a:pt x="7530" y="7338"/>
                  </a:lnTo>
                  <a:lnTo>
                    <a:pt x="7222" y="7454"/>
                  </a:lnTo>
                  <a:lnTo>
                    <a:pt x="6913" y="7531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1"/>
                  </a:lnTo>
                  <a:lnTo>
                    <a:pt x="5522" y="7492"/>
                  </a:lnTo>
                  <a:lnTo>
                    <a:pt x="4866" y="7338"/>
                  </a:lnTo>
                  <a:lnTo>
                    <a:pt x="4210" y="7106"/>
                  </a:lnTo>
                  <a:lnTo>
                    <a:pt x="3592" y="6874"/>
                  </a:lnTo>
                  <a:lnTo>
                    <a:pt x="3862" y="6025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4"/>
                  </a:lnTo>
                  <a:lnTo>
                    <a:pt x="5214" y="2743"/>
                  </a:lnTo>
                  <a:lnTo>
                    <a:pt x="5600" y="1932"/>
                  </a:lnTo>
                  <a:lnTo>
                    <a:pt x="6024" y="1159"/>
                  </a:lnTo>
                  <a:lnTo>
                    <a:pt x="6488" y="387"/>
                  </a:lnTo>
                  <a:close/>
                  <a:moveTo>
                    <a:pt x="8805" y="7029"/>
                  </a:moveTo>
                  <a:lnTo>
                    <a:pt x="9230" y="8419"/>
                  </a:lnTo>
                  <a:lnTo>
                    <a:pt x="9577" y="9848"/>
                  </a:lnTo>
                  <a:lnTo>
                    <a:pt x="9847" y="11083"/>
                  </a:lnTo>
                  <a:lnTo>
                    <a:pt x="10079" y="12358"/>
                  </a:lnTo>
                  <a:lnTo>
                    <a:pt x="10234" y="13632"/>
                  </a:lnTo>
                  <a:lnTo>
                    <a:pt x="10388" y="14906"/>
                  </a:lnTo>
                  <a:lnTo>
                    <a:pt x="10465" y="16181"/>
                  </a:lnTo>
                  <a:lnTo>
                    <a:pt x="10504" y="16837"/>
                  </a:lnTo>
                  <a:lnTo>
                    <a:pt x="10504" y="17493"/>
                  </a:lnTo>
                  <a:lnTo>
                    <a:pt x="10504" y="18189"/>
                  </a:lnTo>
                  <a:lnTo>
                    <a:pt x="10427" y="18845"/>
                  </a:lnTo>
                  <a:lnTo>
                    <a:pt x="10311" y="19463"/>
                  </a:lnTo>
                  <a:lnTo>
                    <a:pt x="10118" y="20081"/>
                  </a:lnTo>
                  <a:lnTo>
                    <a:pt x="9886" y="20660"/>
                  </a:lnTo>
                  <a:lnTo>
                    <a:pt x="9538" y="21162"/>
                  </a:lnTo>
                  <a:lnTo>
                    <a:pt x="9384" y="21394"/>
                  </a:lnTo>
                  <a:lnTo>
                    <a:pt x="9152" y="21587"/>
                  </a:lnTo>
                  <a:lnTo>
                    <a:pt x="8959" y="21780"/>
                  </a:lnTo>
                  <a:lnTo>
                    <a:pt x="8728" y="21973"/>
                  </a:lnTo>
                  <a:lnTo>
                    <a:pt x="8496" y="22127"/>
                  </a:lnTo>
                  <a:lnTo>
                    <a:pt x="8226" y="22243"/>
                  </a:lnTo>
                  <a:lnTo>
                    <a:pt x="7955" y="22359"/>
                  </a:lnTo>
                  <a:lnTo>
                    <a:pt x="7685" y="22436"/>
                  </a:lnTo>
                  <a:lnTo>
                    <a:pt x="7415" y="22475"/>
                  </a:lnTo>
                  <a:lnTo>
                    <a:pt x="6797" y="22475"/>
                  </a:lnTo>
                  <a:lnTo>
                    <a:pt x="6488" y="22436"/>
                  </a:lnTo>
                  <a:lnTo>
                    <a:pt x="5909" y="22282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5"/>
                  </a:lnTo>
                  <a:lnTo>
                    <a:pt x="4094" y="20930"/>
                  </a:lnTo>
                  <a:lnTo>
                    <a:pt x="3785" y="20467"/>
                  </a:lnTo>
                  <a:lnTo>
                    <a:pt x="3476" y="19965"/>
                  </a:lnTo>
                  <a:lnTo>
                    <a:pt x="3244" y="19424"/>
                  </a:lnTo>
                  <a:lnTo>
                    <a:pt x="3051" y="18884"/>
                  </a:lnTo>
                  <a:lnTo>
                    <a:pt x="2897" y="18343"/>
                  </a:lnTo>
                  <a:lnTo>
                    <a:pt x="2781" y="17802"/>
                  </a:lnTo>
                  <a:lnTo>
                    <a:pt x="2704" y="17223"/>
                  </a:lnTo>
                  <a:lnTo>
                    <a:pt x="2588" y="16103"/>
                  </a:lnTo>
                  <a:lnTo>
                    <a:pt x="2511" y="14945"/>
                  </a:lnTo>
                  <a:lnTo>
                    <a:pt x="2511" y="13748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3"/>
                  </a:lnTo>
                  <a:lnTo>
                    <a:pt x="3128" y="8689"/>
                  </a:lnTo>
                  <a:lnTo>
                    <a:pt x="3283" y="7917"/>
                  </a:lnTo>
                  <a:lnTo>
                    <a:pt x="3515" y="7183"/>
                  </a:lnTo>
                  <a:lnTo>
                    <a:pt x="4132" y="7454"/>
                  </a:lnTo>
                  <a:lnTo>
                    <a:pt x="4827" y="7685"/>
                  </a:lnTo>
                  <a:lnTo>
                    <a:pt x="5522" y="7840"/>
                  </a:lnTo>
                  <a:lnTo>
                    <a:pt x="5909" y="7917"/>
                  </a:lnTo>
                  <a:lnTo>
                    <a:pt x="6256" y="7917"/>
                  </a:lnTo>
                  <a:lnTo>
                    <a:pt x="6604" y="7956"/>
                  </a:lnTo>
                  <a:lnTo>
                    <a:pt x="6990" y="7917"/>
                  </a:lnTo>
                  <a:lnTo>
                    <a:pt x="7299" y="7878"/>
                  </a:lnTo>
                  <a:lnTo>
                    <a:pt x="7646" y="7763"/>
                  </a:lnTo>
                  <a:lnTo>
                    <a:pt x="7955" y="7647"/>
                  </a:lnTo>
                  <a:lnTo>
                    <a:pt x="8264" y="7492"/>
                  </a:lnTo>
                  <a:lnTo>
                    <a:pt x="8573" y="7261"/>
                  </a:lnTo>
                  <a:lnTo>
                    <a:pt x="8805" y="7029"/>
                  </a:lnTo>
                  <a:close/>
                  <a:moveTo>
                    <a:pt x="8650" y="22475"/>
                  </a:moveTo>
                  <a:lnTo>
                    <a:pt x="8766" y="22822"/>
                  </a:lnTo>
                  <a:lnTo>
                    <a:pt x="8921" y="23170"/>
                  </a:lnTo>
                  <a:lnTo>
                    <a:pt x="8496" y="23402"/>
                  </a:lnTo>
                  <a:lnTo>
                    <a:pt x="8071" y="23556"/>
                  </a:lnTo>
                  <a:lnTo>
                    <a:pt x="7608" y="23633"/>
                  </a:lnTo>
                  <a:lnTo>
                    <a:pt x="7144" y="23672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3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5"/>
                  </a:lnTo>
                  <a:lnTo>
                    <a:pt x="5870" y="22629"/>
                  </a:lnTo>
                  <a:lnTo>
                    <a:pt x="6256" y="22784"/>
                  </a:lnTo>
                  <a:lnTo>
                    <a:pt x="6681" y="22861"/>
                  </a:lnTo>
                  <a:lnTo>
                    <a:pt x="7067" y="22900"/>
                  </a:lnTo>
                  <a:lnTo>
                    <a:pt x="7453" y="22861"/>
                  </a:lnTo>
                  <a:lnTo>
                    <a:pt x="7878" y="22822"/>
                  </a:lnTo>
                  <a:lnTo>
                    <a:pt x="8264" y="22668"/>
                  </a:lnTo>
                  <a:lnTo>
                    <a:pt x="8650" y="22475"/>
                  </a:lnTo>
                  <a:close/>
                  <a:moveTo>
                    <a:pt x="10890" y="16798"/>
                  </a:moveTo>
                  <a:lnTo>
                    <a:pt x="11392" y="17262"/>
                  </a:lnTo>
                  <a:lnTo>
                    <a:pt x="11933" y="17648"/>
                  </a:lnTo>
                  <a:lnTo>
                    <a:pt x="12512" y="18034"/>
                  </a:lnTo>
                  <a:lnTo>
                    <a:pt x="13091" y="18343"/>
                  </a:lnTo>
                  <a:lnTo>
                    <a:pt x="12937" y="19772"/>
                  </a:lnTo>
                  <a:lnTo>
                    <a:pt x="12821" y="21239"/>
                  </a:lnTo>
                  <a:lnTo>
                    <a:pt x="12705" y="24212"/>
                  </a:lnTo>
                  <a:lnTo>
                    <a:pt x="11894" y="23595"/>
                  </a:lnTo>
                  <a:lnTo>
                    <a:pt x="11044" y="23015"/>
                  </a:lnTo>
                  <a:lnTo>
                    <a:pt x="10813" y="22861"/>
                  </a:lnTo>
                  <a:lnTo>
                    <a:pt x="10620" y="22668"/>
                  </a:lnTo>
                  <a:lnTo>
                    <a:pt x="10581" y="22591"/>
                  </a:lnTo>
                  <a:lnTo>
                    <a:pt x="10542" y="22436"/>
                  </a:lnTo>
                  <a:lnTo>
                    <a:pt x="10542" y="22127"/>
                  </a:lnTo>
                  <a:lnTo>
                    <a:pt x="10542" y="21394"/>
                  </a:lnTo>
                  <a:lnTo>
                    <a:pt x="10504" y="20660"/>
                  </a:lnTo>
                  <a:lnTo>
                    <a:pt x="10504" y="20583"/>
                  </a:lnTo>
                  <a:lnTo>
                    <a:pt x="10465" y="20544"/>
                  </a:lnTo>
                  <a:lnTo>
                    <a:pt x="10388" y="20467"/>
                  </a:lnTo>
                  <a:lnTo>
                    <a:pt x="10542" y="19965"/>
                  </a:lnTo>
                  <a:lnTo>
                    <a:pt x="10697" y="19424"/>
                  </a:lnTo>
                  <a:lnTo>
                    <a:pt x="10774" y="18884"/>
                  </a:lnTo>
                  <a:lnTo>
                    <a:pt x="10851" y="18304"/>
                  </a:lnTo>
                  <a:lnTo>
                    <a:pt x="10890" y="17571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5"/>
                  </a:lnTo>
                  <a:lnTo>
                    <a:pt x="6140" y="23826"/>
                  </a:lnTo>
                  <a:lnTo>
                    <a:pt x="6642" y="23942"/>
                  </a:lnTo>
                  <a:lnTo>
                    <a:pt x="7144" y="23981"/>
                  </a:lnTo>
                  <a:lnTo>
                    <a:pt x="7646" y="23981"/>
                  </a:lnTo>
                  <a:lnTo>
                    <a:pt x="8148" y="23865"/>
                  </a:lnTo>
                  <a:lnTo>
                    <a:pt x="8612" y="23710"/>
                  </a:lnTo>
                  <a:lnTo>
                    <a:pt x="9075" y="23440"/>
                  </a:lnTo>
                  <a:lnTo>
                    <a:pt x="9384" y="23904"/>
                  </a:lnTo>
                  <a:lnTo>
                    <a:pt x="8843" y="24174"/>
                  </a:lnTo>
                  <a:lnTo>
                    <a:pt x="8303" y="24367"/>
                  </a:lnTo>
                  <a:lnTo>
                    <a:pt x="7762" y="24483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4"/>
                  </a:lnTo>
                  <a:lnTo>
                    <a:pt x="5561" y="24290"/>
                  </a:lnTo>
                  <a:lnTo>
                    <a:pt x="4982" y="24097"/>
                  </a:lnTo>
                  <a:lnTo>
                    <a:pt x="5059" y="23904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8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3"/>
                  </a:lnTo>
                  <a:lnTo>
                    <a:pt x="2974" y="19772"/>
                  </a:lnTo>
                  <a:lnTo>
                    <a:pt x="3244" y="20312"/>
                  </a:lnTo>
                  <a:lnTo>
                    <a:pt x="3244" y="20351"/>
                  </a:lnTo>
                  <a:lnTo>
                    <a:pt x="3206" y="21200"/>
                  </a:lnTo>
                  <a:lnTo>
                    <a:pt x="3244" y="22050"/>
                  </a:lnTo>
                  <a:lnTo>
                    <a:pt x="3283" y="22359"/>
                  </a:lnTo>
                  <a:lnTo>
                    <a:pt x="3321" y="22706"/>
                  </a:lnTo>
                  <a:lnTo>
                    <a:pt x="3321" y="23054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9"/>
                  </a:lnTo>
                  <a:lnTo>
                    <a:pt x="3051" y="23633"/>
                  </a:lnTo>
                  <a:lnTo>
                    <a:pt x="2704" y="23904"/>
                  </a:lnTo>
                  <a:lnTo>
                    <a:pt x="2009" y="24406"/>
                  </a:lnTo>
                  <a:lnTo>
                    <a:pt x="773" y="25409"/>
                  </a:lnTo>
                  <a:lnTo>
                    <a:pt x="811" y="24676"/>
                  </a:lnTo>
                  <a:lnTo>
                    <a:pt x="850" y="23942"/>
                  </a:lnTo>
                  <a:lnTo>
                    <a:pt x="811" y="23170"/>
                  </a:lnTo>
                  <a:lnTo>
                    <a:pt x="773" y="22436"/>
                  </a:lnTo>
                  <a:lnTo>
                    <a:pt x="657" y="21239"/>
                  </a:lnTo>
                  <a:lnTo>
                    <a:pt x="503" y="20467"/>
                  </a:lnTo>
                  <a:lnTo>
                    <a:pt x="425" y="20081"/>
                  </a:lnTo>
                  <a:lnTo>
                    <a:pt x="464" y="19695"/>
                  </a:lnTo>
                  <a:lnTo>
                    <a:pt x="503" y="19656"/>
                  </a:lnTo>
                  <a:lnTo>
                    <a:pt x="541" y="19579"/>
                  </a:lnTo>
                  <a:lnTo>
                    <a:pt x="541" y="19540"/>
                  </a:lnTo>
                  <a:lnTo>
                    <a:pt x="541" y="19463"/>
                  </a:lnTo>
                  <a:lnTo>
                    <a:pt x="1429" y="18420"/>
                  </a:lnTo>
                  <a:lnTo>
                    <a:pt x="2356" y="17378"/>
                  </a:lnTo>
                  <a:close/>
                  <a:moveTo>
                    <a:pt x="8148" y="24830"/>
                  </a:moveTo>
                  <a:lnTo>
                    <a:pt x="8148" y="25062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8"/>
                  </a:lnTo>
                  <a:lnTo>
                    <a:pt x="7878" y="25216"/>
                  </a:lnTo>
                  <a:lnTo>
                    <a:pt x="7839" y="25294"/>
                  </a:lnTo>
                  <a:lnTo>
                    <a:pt x="7839" y="25371"/>
                  </a:lnTo>
                  <a:lnTo>
                    <a:pt x="7994" y="25873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60"/>
                  </a:lnTo>
                  <a:lnTo>
                    <a:pt x="8148" y="28962"/>
                  </a:lnTo>
                  <a:lnTo>
                    <a:pt x="8071" y="29503"/>
                  </a:lnTo>
                  <a:lnTo>
                    <a:pt x="7762" y="29194"/>
                  </a:lnTo>
                  <a:lnTo>
                    <a:pt x="7453" y="28885"/>
                  </a:lnTo>
                  <a:lnTo>
                    <a:pt x="7260" y="28537"/>
                  </a:lnTo>
                  <a:lnTo>
                    <a:pt x="7067" y="28190"/>
                  </a:lnTo>
                  <a:lnTo>
                    <a:pt x="6951" y="27804"/>
                  </a:lnTo>
                  <a:lnTo>
                    <a:pt x="6874" y="27417"/>
                  </a:lnTo>
                  <a:lnTo>
                    <a:pt x="6835" y="26954"/>
                  </a:lnTo>
                  <a:lnTo>
                    <a:pt x="6835" y="26491"/>
                  </a:lnTo>
                  <a:lnTo>
                    <a:pt x="6874" y="26105"/>
                  </a:lnTo>
                  <a:lnTo>
                    <a:pt x="6874" y="25757"/>
                  </a:lnTo>
                  <a:lnTo>
                    <a:pt x="6835" y="25603"/>
                  </a:lnTo>
                  <a:lnTo>
                    <a:pt x="6758" y="25487"/>
                  </a:lnTo>
                  <a:lnTo>
                    <a:pt x="6642" y="25371"/>
                  </a:lnTo>
                  <a:lnTo>
                    <a:pt x="6488" y="25294"/>
                  </a:lnTo>
                  <a:lnTo>
                    <a:pt x="6604" y="25101"/>
                  </a:lnTo>
                  <a:lnTo>
                    <a:pt x="6720" y="24985"/>
                  </a:lnTo>
                  <a:lnTo>
                    <a:pt x="7106" y="24985"/>
                  </a:lnTo>
                  <a:lnTo>
                    <a:pt x="7453" y="24946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5"/>
                  </a:lnTo>
                  <a:lnTo>
                    <a:pt x="9500" y="25409"/>
                  </a:lnTo>
                  <a:lnTo>
                    <a:pt x="9809" y="25796"/>
                  </a:lnTo>
                  <a:lnTo>
                    <a:pt x="10118" y="26259"/>
                  </a:lnTo>
                  <a:lnTo>
                    <a:pt x="9847" y="26220"/>
                  </a:lnTo>
                  <a:lnTo>
                    <a:pt x="9616" y="26105"/>
                  </a:lnTo>
                  <a:lnTo>
                    <a:pt x="9423" y="25950"/>
                  </a:lnTo>
                  <a:lnTo>
                    <a:pt x="9230" y="25757"/>
                  </a:lnTo>
                  <a:lnTo>
                    <a:pt x="9191" y="25680"/>
                  </a:lnTo>
                  <a:lnTo>
                    <a:pt x="8998" y="25680"/>
                  </a:lnTo>
                  <a:lnTo>
                    <a:pt x="8959" y="25718"/>
                  </a:lnTo>
                  <a:lnTo>
                    <a:pt x="8921" y="25796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1"/>
                  </a:lnTo>
                  <a:lnTo>
                    <a:pt x="9423" y="27070"/>
                  </a:lnTo>
                  <a:lnTo>
                    <a:pt x="9500" y="27379"/>
                  </a:lnTo>
                  <a:lnTo>
                    <a:pt x="9538" y="27688"/>
                  </a:lnTo>
                  <a:lnTo>
                    <a:pt x="9538" y="27997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80"/>
                  </a:lnTo>
                  <a:lnTo>
                    <a:pt x="9230" y="29889"/>
                  </a:lnTo>
                  <a:lnTo>
                    <a:pt x="9075" y="30159"/>
                  </a:lnTo>
                  <a:lnTo>
                    <a:pt x="8921" y="30429"/>
                  </a:lnTo>
                  <a:lnTo>
                    <a:pt x="8728" y="30661"/>
                  </a:lnTo>
                  <a:lnTo>
                    <a:pt x="8534" y="30777"/>
                  </a:lnTo>
                  <a:lnTo>
                    <a:pt x="8341" y="30854"/>
                  </a:lnTo>
                  <a:lnTo>
                    <a:pt x="8187" y="30854"/>
                  </a:lnTo>
                  <a:lnTo>
                    <a:pt x="7994" y="30777"/>
                  </a:lnTo>
                  <a:lnTo>
                    <a:pt x="7839" y="30700"/>
                  </a:lnTo>
                  <a:lnTo>
                    <a:pt x="7685" y="30584"/>
                  </a:lnTo>
                  <a:lnTo>
                    <a:pt x="7376" y="30275"/>
                  </a:lnTo>
                  <a:lnTo>
                    <a:pt x="6874" y="29773"/>
                  </a:lnTo>
                  <a:lnTo>
                    <a:pt x="6681" y="29503"/>
                  </a:lnTo>
                  <a:lnTo>
                    <a:pt x="6488" y="29194"/>
                  </a:lnTo>
                  <a:lnTo>
                    <a:pt x="6295" y="28846"/>
                  </a:lnTo>
                  <a:lnTo>
                    <a:pt x="6102" y="28460"/>
                  </a:lnTo>
                  <a:lnTo>
                    <a:pt x="5986" y="28074"/>
                  </a:lnTo>
                  <a:lnTo>
                    <a:pt x="5909" y="27688"/>
                  </a:lnTo>
                  <a:lnTo>
                    <a:pt x="5870" y="27263"/>
                  </a:lnTo>
                  <a:lnTo>
                    <a:pt x="5870" y="26877"/>
                  </a:lnTo>
                  <a:lnTo>
                    <a:pt x="5909" y="26491"/>
                  </a:lnTo>
                  <a:lnTo>
                    <a:pt x="6024" y="26066"/>
                  </a:lnTo>
                  <a:lnTo>
                    <a:pt x="6024" y="25950"/>
                  </a:lnTo>
                  <a:lnTo>
                    <a:pt x="5947" y="25911"/>
                  </a:lnTo>
                  <a:lnTo>
                    <a:pt x="5870" y="25873"/>
                  </a:lnTo>
                  <a:lnTo>
                    <a:pt x="5793" y="25873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8"/>
                  </a:lnTo>
                  <a:lnTo>
                    <a:pt x="5445" y="25101"/>
                  </a:lnTo>
                  <a:lnTo>
                    <a:pt x="5716" y="24753"/>
                  </a:lnTo>
                  <a:lnTo>
                    <a:pt x="6102" y="24869"/>
                  </a:lnTo>
                  <a:lnTo>
                    <a:pt x="6488" y="24946"/>
                  </a:lnTo>
                  <a:lnTo>
                    <a:pt x="6333" y="25101"/>
                  </a:lnTo>
                  <a:lnTo>
                    <a:pt x="6179" y="25294"/>
                  </a:lnTo>
                  <a:lnTo>
                    <a:pt x="6179" y="25371"/>
                  </a:lnTo>
                  <a:lnTo>
                    <a:pt x="6179" y="25448"/>
                  </a:lnTo>
                  <a:lnTo>
                    <a:pt x="6256" y="25487"/>
                  </a:lnTo>
                  <a:lnTo>
                    <a:pt x="6295" y="25487"/>
                  </a:lnTo>
                  <a:lnTo>
                    <a:pt x="6372" y="25525"/>
                  </a:lnTo>
                  <a:lnTo>
                    <a:pt x="6449" y="25603"/>
                  </a:lnTo>
                  <a:lnTo>
                    <a:pt x="6526" y="25796"/>
                  </a:lnTo>
                  <a:lnTo>
                    <a:pt x="6565" y="26105"/>
                  </a:lnTo>
                  <a:lnTo>
                    <a:pt x="6604" y="26452"/>
                  </a:lnTo>
                  <a:lnTo>
                    <a:pt x="6604" y="27147"/>
                  </a:lnTo>
                  <a:lnTo>
                    <a:pt x="6604" y="27611"/>
                  </a:lnTo>
                  <a:lnTo>
                    <a:pt x="6681" y="28074"/>
                  </a:lnTo>
                  <a:lnTo>
                    <a:pt x="6835" y="28499"/>
                  </a:lnTo>
                  <a:lnTo>
                    <a:pt x="7067" y="28923"/>
                  </a:lnTo>
                  <a:lnTo>
                    <a:pt x="7376" y="29310"/>
                  </a:lnTo>
                  <a:lnTo>
                    <a:pt x="7569" y="29464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50"/>
                  </a:lnTo>
                  <a:lnTo>
                    <a:pt x="8264" y="29850"/>
                  </a:lnTo>
                  <a:lnTo>
                    <a:pt x="8303" y="29812"/>
                  </a:lnTo>
                  <a:lnTo>
                    <a:pt x="8303" y="29734"/>
                  </a:lnTo>
                  <a:lnTo>
                    <a:pt x="8303" y="29696"/>
                  </a:lnTo>
                  <a:lnTo>
                    <a:pt x="8303" y="29657"/>
                  </a:lnTo>
                  <a:lnTo>
                    <a:pt x="8419" y="29155"/>
                  </a:lnTo>
                  <a:lnTo>
                    <a:pt x="8496" y="28615"/>
                  </a:lnTo>
                  <a:lnTo>
                    <a:pt x="8534" y="28113"/>
                  </a:lnTo>
                  <a:lnTo>
                    <a:pt x="8534" y="27572"/>
                  </a:lnTo>
                  <a:lnTo>
                    <a:pt x="8534" y="27070"/>
                  </a:lnTo>
                  <a:lnTo>
                    <a:pt x="8457" y="26568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7"/>
                  </a:lnTo>
                  <a:lnTo>
                    <a:pt x="8650" y="25409"/>
                  </a:lnTo>
                  <a:lnTo>
                    <a:pt x="8650" y="25371"/>
                  </a:lnTo>
                  <a:lnTo>
                    <a:pt x="8612" y="25294"/>
                  </a:lnTo>
                  <a:lnTo>
                    <a:pt x="8380" y="24792"/>
                  </a:lnTo>
                  <a:lnTo>
                    <a:pt x="8805" y="24637"/>
                  </a:lnTo>
                  <a:close/>
                  <a:moveTo>
                    <a:pt x="6449" y="1"/>
                  </a:moveTo>
                  <a:lnTo>
                    <a:pt x="6411" y="40"/>
                  </a:lnTo>
                  <a:lnTo>
                    <a:pt x="6411" y="117"/>
                  </a:lnTo>
                  <a:lnTo>
                    <a:pt x="6333" y="117"/>
                  </a:lnTo>
                  <a:lnTo>
                    <a:pt x="6295" y="194"/>
                  </a:lnTo>
                  <a:lnTo>
                    <a:pt x="5600" y="1275"/>
                  </a:lnTo>
                  <a:lnTo>
                    <a:pt x="4943" y="2434"/>
                  </a:lnTo>
                  <a:lnTo>
                    <a:pt x="4403" y="3592"/>
                  </a:lnTo>
                  <a:lnTo>
                    <a:pt x="3901" y="4828"/>
                  </a:lnTo>
                  <a:lnTo>
                    <a:pt x="3437" y="6063"/>
                  </a:lnTo>
                  <a:lnTo>
                    <a:pt x="3090" y="7299"/>
                  </a:lnTo>
                  <a:lnTo>
                    <a:pt x="2742" y="8573"/>
                  </a:lnTo>
                  <a:lnTo>
                    <a:pt x="2511" y="9848"/>
                  </a:lnTo>
                  <a:lnTo>
                    <a:pt x="2317" y="11161"/>
                  </a:lnTo>
                  <a:lnTo>
                    <a:pt x="2202" y="12474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9"/>
                  </a:lnTo>
                  <a:lnTo>
                    <a:pt x="541" y="18806"/>
                  </a:lnTo>
                  <a:lnTo>
                    <a:pt x="39" y="19463"/>
                  </a:lnTo>
                  <a:lnTo>
                    <a:pt x="1" y="19501"/>
                  </a:lnTo>
                  <a:lnTo>
                    <a:pt x="1" y="19579"/>
                  </a:lnTo>
                  <a:lnTo>
                    <a:pt x="78" y="19695"/>
                  </a:lnTo>
                  <a:lnTo>
                    <a:pt x="39" y="19965"/>
                  </a:lnTo>
                  <a:lnTo>
                    <a:pt x="39" y="20274"/>
                  </a:lnTo>
                  <a:lnTo>
                    <a:pt x="39" y="20544"/>
                  </a:lnTo>
                  <a:lnTo>
                    <a:pt x="78" y="20853"/>
                  </a:lnTo>
                  <a:lnTo>
                    <a:pt x="194" y="21432"/>
                  </a:lnTo>
                  <a:lnTo>
                    <a:pt x="309" y="22011"/>
                  </a:lnTo>
                  <a:lnTo>
                    <a:pt x="387" y="22900"/>
                  </a:lnTo>
                  <a:lnTo>
                    <a:pt x="425" y="23749"/>
                  </a:lnTo>
                  <a:lnTo>
                    <a:pt x="425" y="24637"/>
                  </a:lnTo>
                  <a:lnTo>
                    <a:pt x="387" y="25487"/>
                  </a:lnTo>
                  <a:lnTo>
                    <a:pt x="387" y="25603"/>
                  </a:lnTo>
                  <a:lnTo>
                    <a:pt x="464" y="25641"/>
                  </a:lnTo>
                  <a:lnTo>
                    <a:pt x="503" y="25680"/>
                  </a:lnTo>
                  <a:lnTo>
                    <a:pt x="580" y="25680"/>
                  </a:lnTo>
                  <a:lnTo>
                    <a:pt x="618" y="25757"/>
                  </a:lnTo>
                  <a:lnTo>
                    <a:pt x="696" y="25796"/>
                  </a:lnTo>
                  <a:lnTo>
                    <a:pt x="811" y="25796"/>
                  </a:lnTo>
                  <a:lnTo>
                    <a:pt x="1584" y="25255"/>
                  </a:lnTo>
                  <a:lnTo>
                    <a:pt x="2279" y="24714"/>
                  </a:lnTo>
                  <a:lnTo>
                    <a:pt x="3746" y="23595"/>
                  </a:lnTo>
                  <a:lnTo>
                    <a:pt x="3785" y="23479"/>
                  </a:lnTo>
                  <a:lnTo>
                    <a:pt x="3785" y="23363"/>
                  </a:lnTo>
                  <a:lnTo>
                    <a:pt x="3630" y="22089"/>
                  </a:lnTo>
                  <a:lnTo>
                    <a:pt x="3592" y="20814"/>
                  </a:lnTo>
                  <a:lnTo>
                    <a:pt x="3939" y="21278"/>
                  </a:lnTo>
                  <a:lnTo>
                    <a:pt x="4364" y="21664"/>
                  </a:lnTo>
                  <a:lnTo>
                    <a:pt x="4789" y="22050"/>
                  </a:lnTo>
                  <a:lnTo>
                    <a:pt x="5252" y="22359"/>
                  </a:lnTo>
                  <a:lnTo>
                    <a:pt x="5059" y="22745"/>
                  </a:lnTo>
                  <a:lnTo>
                    <a:pt x="4866" y="23170"/>
                  </a:lnTo>
                  <a:lnTo>
                    <a:pt x="4712" y="23633"/>
                  </a:lnTo>
                  <a:lnTo>
                    <a:pt x="4673" y="23865"/>
                  </a:lnTo>
                  <a:lnTo>
                    <a:pt x="4712" y="24097"/>
                  </a:lnTo>
                  <a:lnTo>
                    <a:pt x="4750" y="24174"/>
                  </a:lnTo>
                  <a:lnTo>
                    <a:pt x="4789" y="24212"/>
                  </a:lnTo>
                  <a:lnTo>
                    <a:pt x="4827" y="24251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6"/>
                  </a:lnTo>
                  <a:lnTo>
                    <a:pt x="5329" y="24869"/>
                  </a:lnTo>
                  <a:lnTo>
                    <a:pt x="5175" y="25062"/>
                  </a:lnTo>
                  <a:lnTo>
                    <a:pt x="5020" y="25255"/>
                  </a:lnTo>
                  <a:lnTo>
                    <a:pt x="4905" y="25487"/>
                  </a:lnTo>
                  <a:lnTo>
                    <a:pt x="4827" y="25718"/>
                  </a:lnTo>
                  <a:lnTo>
                    <a:pt x="4750" y="25950"/>
                  </a:lnTo>
                  <a:lnTo>
                    <a:pt x="4712" y="26220"/>
                  </a:lnTo>
                  <a:lnTo>
                    <a:pt x="4712" y="26491"/>
                  </a:lnTo>
                  <a:lnTo>
                    <a:pt x="4712" y="26568"/>
                  </a:lnTo>
                  <a:lnTo>
                    <a:pt x="4789" y="26645"/>
                  </a:lnTo>
                  <a:lnTo>
                    <a:pt x="4943" y="26645"/>
                  </a:lnTo>
                  <a:lnTo>
                    <a:pt x="5638" y="26298"/>
                  </a:lnTo>
                  <a:lnTo>
                    <a:pt x="5561" y="26722"/>
                  </a:lnTo>
                  <a:lnTo>
                    <a:pt x="5561" y="27147"/>
                  </a:lnTo>
                  <a:lnTo>
                    <a:pt x="5561" y="27533"/>
                  </a:lnTo>
                  <a:lnTo>
                    <a:pt x="5638" y="27958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7"/>
                  </a:lnTo>
                  <a:lnTo>
                    <a:pt x="6256" y="29464"/>
                  </a:lnTo>
                  <a:lnTo>
                    <a:pt x="6642" y="30005"/>
                  </a:lnTo>
                  <a:lnTo>
                    <a:pt x="6913" y="30352"/>
                  </a:lnTo>
                  <a:lnTo>
                    <a:pt x="7183" y="30661"/>
                  </a:lnTo>
                  <a:lnTo>
                    <a:pt x="7530" y="30970"/>
                  </a:lnTo>
                  <a:lnTo>
                    <a:pt x="7839" y="31163"/>
                  </a:lnTo>
                  <a:lnTo>
                    <a:pt x="7994" y="31240"/>
                  </a:lnTo>
                  <a:lnTo>
                    <a:pt x="8148" y="31318"/>
                  </a:lnTo>
                  <a:lnTo>
                    <a:pt x="8303" y="31318"/>
                  </a:lnTo>
                  <a:lnTo>
                    <a:pt x="8457" y="31279"/>
                  </a:lnTo>
                  <a:lnTo>
                    <a:pt x="8612" y="31240"/>
                  </a:lnTo>
                  <a:lnTo>
                    <a:pt x="8766" y="31163"/>
                  </a:lnTo>
                  <a:lnTo>
                    <a:pt x="8998" y="30893"/>
                  </a:lnTo>
                  <a:lnTo>
                    <a:pt x="9230" y="30584"/>
                  </a:lnTo>
                  <a:lnTo>
                    <a:pt x="9423" y="30236"/>
                  </a:lnTo>
                  <a:lnTo>
                    <a:pt x="9577" y="29850"/>
                  </a:lnTo>
                  <a:lnTo>
                    <a:pt x="9693" y="29464"/>
                  </a:lnTo>
                  <a:lnTo>
                    <a:pt x="9847" y="28808"/>
                  </a:lnTo>
                  <a:lnTo>
                    <a:pt x="9886" y="28228"/>
                  </a:lnTo>
                  <a:lnTo>
                    <a:pt x="9847" y="27611"/>
                  </a:lnTo>
                  <a:lnTo>
                    <a:pt x="9770" y="27031"/>
                  </a:lnTo>
                  <a:lnTo>
                    <a:pt x="9577" y="26491"/>
                  </a:lnTo>
                  <a:lnTo>
                    <a:pt x="9770" y="26529"/>
                  </a:lnTo>
                  <a:lnTo>
                    <a:pt x="9963" y="26568"/>
                  </a:lnTo>
                  <a:lnTo>
                    <a:pt x="10156" y="26607"/>
                  </a:lnTo>
                  <a:lnTo>
                    <a:pt x="10388" y="26607"/>
                  </a:lnTo>
                  <a:lnTo>
                    <a:pt x="10465" y="26568"/>
                  </a:lnTo>
                  <a:lnTo>
                    <a:pt x="10542" y="26529"/>
                  </a:lnTo>
                  <a:lnTo>
                    <a:pt x="10542" y="26452"/>
                  </a:lnTo>
                  <a:lnTo>
                    <a:pt x="10542" y="26336"/>
                  </a:lnTo>
                  <a:lnTo>
                    <a:pt x="10234" y="25834"/>
                  </a:lnTo>
                  <a:lnTo>
                    <a:pt x="9925" y="25332"/>
                  </a:lnTo>
                  <a:lnTo>
                    <a:pt x="9538" y="24869"/>
                  </a:lnTo>
                  <a:lnTo>
                    <a:pt x="9114" y="24483"/>
                  </a:lnTo>
                  <a:lnTo>
                    <a:pt x="9616" y="24135"/>
                  </a:lnTo>
                  <a:lnTo>
                    <a:pt x="9693" y="24058"/>
                  </a:lnTo>
                  <a:lnTo>
                    <a:pt x="9732" y="23981"/>
                  </a:lnTo>
                  <a:lnTo>
                    <a:pt x="9770" y="23942"/>
                  </a:lnTo>
                  <a:lnTo>
                    <a:pt x="9732" y="23865"/>
                  </a:lnTo>
                  <a:lnTo>
                    <a:pt x="9307" y="23093"/>
                  </a:lnTo>
                  <a:lnTo>
                    <a:pt x="9114" y="22706"/>
                  </a:lnTo>
                  <a:lnTo>
                    <a:pt x="8959" y="22282"/>
                  </a:lnTo>
                  <a:lnTo>
                    <a:pt x="9114" y="22204"/>
                  </a:lnTo>
                  <a:lnTo>
                    <a:pt x="9423" y="21934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9"/>
                  </a:lnTo>
                  <a:lnTo>
                    <a:pt x="10118" y="21896"/>
                  </a:lnTo>
                  <a:lnTo>
                    <a:pt x="10040" y="22822"/>
                  </a:lnTo>
                  <a:lnTo>
                    <a:pt x="10079" y="22900"/>
                  </a:lnTo>
                  <a:lnTo>
                    <a:pt x="10156" y="22977"/>
                  </a:lnTo>
                  <a:lnTo>
                    <a:pt x="10813" y="23402"/>
                  </a:lnTo>
                  <a:lnTo>
                    <a:pt x="11469" y="23826"/>
                  </a:lnTo>
                  <a:lnTo>
                    <a:pt x="12126" y="24290"/>
                  </a:lnTo>
                  <a:lnTo>
                    <a:pt x="12743" y="24753"/>
                  </a:lnTo>
                  <a:lnTo>
                    <a:pt x="12859" y="24830"/>
                  </a:lnTo>
                  <a:lnTo>
                    <a:pt x="12975" y="24792"/>
                  </a:lnTo>
                  <a:lnTo>
                    <a:pt x="13052" y="24753"/>
                  </a:lnTo>
                  <a:lnTo>
                    <a:pt x="13091" y="24637"/>
                  </a:lnTo>
                  <a:lnTo>
                    <a:pt x="13323" y="21394"/>
                  </a:lnTo>
                  <a:lnTo>
                    <a:pt x="13400" y="19772"/>
                  </a:lnTo>
                  <a:lnTo>
                    <a:pt x="13439" y="18961"/>
                  </a:lnTo>
                  <a:lnTo>
                    <a:pt x="13400" y="18189"/>
                  </a:lnTo>
                  <a:lnTo>
                    <a:pt x="13361" y="18073"/>
                  </a:lnTo>
                  <a:lnTo>
                    <a:pt x="13323" y="18034"/>
                  </a:lnTo>
                  <a:lnTo>
                    <a:pt x="13284" y="18034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5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5" y="14559"/>
                  </a:lnTo>
                  <a:lnTo>
                    <a:pt x="10620" y="13632"/>
                  </a:lnTo>
                  <a:lnTo>
                    <a:pt x="10504" y="12705"/>
                  </a:lnTo>
                  <a:lnTo>
                    <a:pt x="10234" y="11122"/>
                  </a:lnTo>
                  <a:lnTo>
                    <a:pt x="9886" y="9539"/>
                  </a:lnTo>
                  <a:lnTo>
                    <a:pt x="9500" y="7956"/>
                  </a:lnTo>
                  <a:lnTo>
                    <a:pt x="9036" y="6411"/>
                  </a:lnTo>
                  <a:lnTo>
                    <a:pt x="8534" y="4866"/>
                  </a:lnTo>
                  <a:lnTo>
                    <a:pt x="7994" y="3322"/>
                  </a:lnTo>
                  <a:lnTo>
                    <a:pt x="7415" y="1816"/>
                  </a:lnTo>
                  <a:lnTo>
                    <a:pt x="6835" y="310"/>
                  </a:lnTo>
                  <a:lnTo>
                    <a:pt x="6797" y="233"/>
                  </a:lnTo>
                  <a:lnTo>
                    <a:pt x="6720" y="194"/>
                  </a:lnTo>
                  <a:lnTo>
                    <a:pt x="6642" y="155"/>
                  </a:lnTo>
                  <a:lnTo>
                    <a:pt x="6604" y="40"/>
                  </a:lnTo>
                  <a:lnTo>
                    <a:pt x="65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" name="Google Shape;1641;p7"/>
            <p:cNvSpPr/>
            <p:nvPr/>
          </p:nvSpPr>
          <p:spPr>
            <a:xfrm>
              <a:off x="2672775" y="3239275"/>
              <a:ext cx="330175" cy="176700"/>
            </a:xfrm>
            <a:custGeom>
              <a:avLst/>
              <a:gdLst/>
              <a:ahLst/>
              <a:cxnLst/>
              <a:rect l="l" t="t" r="r" b="b"/>
              <a:pathLst>
                <a:path w="13207" h="7068" extrusionOk="0">
                  <a:moveTo>
                    <a:pt x="8110" y="310"/>
                  </a:moveTo>
                  <a:lnTo>
                    <a:pt x="8226" y="348"/>
                  </a:lnTo>
                  <a:lnTo>
                    <a:pt x="8380" y="425"/>
                  </a:lnTo>
                  <a:lnTo>
                    <a:pt x="8535" y="541"/>
                  </a:lnTo>
                  <a:lnTo>
                    <a:pt x="8612" y="580"/>
                  </a:lnTo>
                  <a:lnTo>
                    <a:pt x="8728" y="889"/>
                  </a:lnTo>
                  <a:lnTo>
                    <a:pt x="8766" y="1198"/>
                  </a:lnTo>
                  <a:lnTo>
                    <a:pt x="8728" y="1468"/>
                  </a:lnTo>
                  <a:lnTo>
                    <a:pt x="8650" y="1777"/>
                  </a:lnTo>
                  <a:lnTo>
                    <a:pt x="8496" y="2047"/>
                  </a:lnTo>
                  <a:lnTo>
                    <a:pt x="8380" y="2318"/>
                  </a:lnTo>
                  <a:lnTo>
                    <a:pt x="8033" y="2858"/>
                  </a:lnTo>
                  <a:lnTo>
                    <a:pt x="6836" y="4712"/>
                  </a:lnTo>
                  <a:lnTo>
                    <a:pt x="6681" y="4712"/>
                  </a:lnTo>
                  <a:lnTo>
                    <a:pt x="6797" y="3746"/>
                  </a:lnTo>
                  <a:lnTo>
                    <a:pt x="6990" y="2781"/>
                  </a:lnTo>
                  <a:lnTo>
                    <a:pt x="7222" y="1661"/>
                  </a:lnTo>
                  <a:lnTo>
                    <a:pt x="7338" y="1198"/>
                  </a:lnTo>
                  <a:lnTo>
                    <a:pt x="7453" y="889"/>
                  </a:lnTo>
                  <a:lnTo>
                    <a:pt x="7608" y="618"/>
                  </a:lnTo>
                  <a:lnTo>
                    <a:pt x="7762" y="425"/>
                  </a:lnTo>
                  <a:lnTo>
                    <a:pt x="7878" y="348"/>
                  </a:lnTo>
                  <a:lnTo>
                    <a:pt x="7994" y="310"/>
                  </a:lnTo>
                  <a:close/>
                  <a:moveTo>
                    <a:pt x="5909" y="5407"/>
                  </a:moveTo>
                  <a:lnTo>
                    <a:pt x="4673" y="5831"/>
                  </a:lnTo>
                  <a:lnTo>
                    <a:pt x="3437" y="6218"/>
                  </a:lnTo>
                  <a:lnTo>
                    <a:pt x="2781" y="6372"/>
                  </a:lnTo>
                  <a:lnTo>
                    <a:pt x="2125" y="6527"/>
                  </a:lnTo>
                  <a:lnTo>
                    <a:pt x="1700" y="6565"/>
                  </a:lnTo>
                  <a:lnTo>
                    <a:pt x="1314" y="6604"/>
                  </a:lnTo>
                  <a:lnTo>
                    <a:pt x="1043" y="6565"/>
                  </a:lnTo>
                  <a:lnTo>
                    <a:pt x="812" y="6488"/>
                  </a:lnTo>
                  <a:lnTo>
                    <a:pt x="734" y="6449"/>
                  </a:lnTo>
                  <a:lnTo>
                    <a:pt x="696" y="6333"/>
                  </a:lnTo>
                  <a:lnTo>
                    <a:pt x="696" y="6218"/>
                  </a:lnTo>
                  <a:lnTo>
                    <a:pt x="696" y="6063"/>
                  </a:lnTo>
                  <a:lnTo>
                    <a:pt x="696" y="5909"/>
                  </a:lnTo>
                  <a:lnTo>
                    <a:pt x="734" y="5793"/>
                  </a:lnTo>
                  <a:lnTo>
                    <a:pt x="812" y="5716"/>
                  </a:lnTo>
                  <a:lnTo>
                    <a:pt x="889" y="5677"/>
                  </a:lnTo>
                  <a:lnTo>
                    <a:pt x="1082" y="5600"/>
                  </a:lnTo>
                  <a:lnTo>
                    <a:pt x="1391" y="5561"/>
                  </a:lnTo>
                  <a:lnTo>
                    <a:pt x="2047" y="5484"/>
                  </a:lnTo>
                  <a:lnTo>
                    <a:pt x="2897" y="5445"/>
                  </a:lnTo>
                  <a:lnTo>
                    <a:pt x="5368" y="5445"/>
                  </a:lnTo>
                  <a:lnTo>
                    <a:pt x="5909" y="5407"/>
                  </a:lnTo>
                  <a:close/>
                  <a:moveTo>
                    <a:pt x="7067" y="5098"/>
                  </a:moveTo>
                  <a:lnTo>
                    <a:pt x="8342" y="5136"/>
                  </a:lnTo>
                  <a:lnTo>
                    <a:pt x="9577" y="5252"/>
                  </a:lnTo>
                  <a:lnTo>
                    <a:pt x="10272" y="5329"/>
                  </a:lnTo>
                  <a:lnTo>
                    <a:pt x="11006" y="5445"/>
                  </a:lnTo>
                  <a:lnTo>
                    <a:pt x="11701" y="5561"/>
                  </a:lnTo>
                  <a:lnTo>
                    <a:pt x="12164" y="5677"/>
                  </a:lnTo>
                  <a:lnTo>
                    <a:pt x="12280" y="5716"/>
                  </a:lnTo>
                  <a:lnTo>
                    <a:pt x="12396" y="5754"/>
                  </a:lnTo>
                  <a:lnTo>
                    <a:pt x="12473" y="5831"/>
                  </a:lnTo>
                  <a:lnTo>
                    <a:pt x="12551" y="5909"/>
                  </a:lnTo>
                  <a:lnTo>
                    <a:pt x="12589" y="6025"/>
                  </a:lnTo>
                  <a:lnTo>
                    <a:pt x="12628" y="6179"/>
                  </a:lnTo>
                  <a:lnTo>
                    <a:pt x="12589" y="6527"/>
                  </a:lnTo>
                  <a:lnTo>
                    <a:pt x="12435" y="6604"/>
                  </a:lnTo>
                  <a:lnTo>
                    <a:pt x="12242" y="6642"/>
                  </a:lnTo>
                  <a:lnTo>
                    <a:pt x="12010" y="6681"/>
                  </a:lnTo>
                  <a:lnTo>
                    <a:pt x="11778" y="6681"/>
                  </a:lnTo>
                  <a:lnTo>
                    <a:pt x="11315" y="6604"/>
                  </a:lnTo>
                  <a:lnTo>
                    <a:pt x="10929" y="6527"/>
                  </a:lnTo>
                  <a:lnTo>
                    <a:pt x="10156" y="6372"/>
                  </a:lnTo>
                  <a:lnTo>
                    <a:pt x="9423" y="6140"/>
                  </a:lnTo>
                  <a:lnTo>
                    <a:pt x="8805" y="5909"/>
                  </a:lnTo>
                  <a:lnTo>
                    <a:pt x="8226" y="5677"/>
                  </a:lnTo>
                  <a:lnTo>
                    <a:pt x="7067" y="5098"/>
                  </a:lnTo>
                  <a:close/>
                  <a:moveTo>
                    <a:pt x="8148" y="1"/>
                  </a:moveTo>
                  <a:lnTo>
                    <a:pt x="7917" y="39"/>
                  </a:lnTo>
                  <a:lnTo>
                    <a:pt x="7724" y="116"/>
                  </a:lnTo>
                  <a:lnTo>
                    <a:pt x="7492" y="271"/>
                  </a:lnTo>
                  <a:lnTo>
                    <a:pt x="7338" y="425"/>
                  </a:lnTo>
                  <a:lnTo>
                    <a:pt x="7183" y="618"/>
                  </a:lnTo>
                  <a:lnTo>
                    <a:pt x="6990" y="1043"/>
                  </a:lnTo>
                  <a:lnTo>
                    <a:pt x="6874" y="1507"/>
                  </a:lnTo>
                  <a:lnTo>
                    <a:pt x="6681" y="2433"/>
                  </a:lnTo>
                  <a:lnTo>
                    <a:pt x="6527" y="3592"/>
                  </a:lnTo>
                  <a:lnTo>
                    <a:pt x="6488" y="4171"/>
                  </a:lnTo>
                  <a:lnTo>
                    <a:pt x="6449" y="4750"/>
                  </a:lnTo>
                  <a:lnTo>
                    <a:pt x="6411" y="4866"/>
                  </a:lnTo>
                  <a:lnTo>
                    <a:pt x="6411" y="4982"/>
                  </a:lnTo>
                  <a:lnTo>
                    <a:pt x="5870" y="5021"/>
                  </a:lnTo>
                  <a:lnTo>
                    <a:pt x="5291" y="5059"/>
                  </a:lnTo>
                  <a:lnTo>
                    <a:pt x="2549" y="5059"/>
                  </a:lnTo>
                  <a:lnTo>
                    <a:pt x="2009" y="5098"/>
                  </a:lnTo>
                  <a:lnTo>
                    <a:pt x="1391" y="5175"/>
                  </a:lnTo>
                  <a:lnTo>
                    <a:pt x="1005" y="5214"/>
                  </a:lnTo>
                  <a:lnTo>
                    <a:pt x="657" y="5329"/>
                  </a:lnTo>
                  <a:lnTo>
                    <a:pt x="310" y="5484"/>
                  </a:lnTo>
                  <a:lnTo>
                    <a:pt x="194" y="5600"/>
                  </a:lnTo>
                  <a:lnTo>
                    <a:pt x="78" y="5677"/>
                  </a:lnTo>
                  <a:lnTo>
                    <a:pt x="1" y="5831"/>
                  </a:lnTo>
                  <a:lnTo>
                    <a:pt x="1" y="5947"/>
                  </a:lnTo>
                  <a:lnTo>
                    <a:pt x="1" y="6140"/>
                  </a:lnTo>
                  <a:lnTo>
                    <a:pt x="39" y="6295"/>
                  </a:lnTo>
                  <a:lnTo>
                    <a:pt x="117" y="6449"/>
                  </a:lnTo>
                  <a:lnTo>
                    <a:pt x="232" y="6604"/>
                  </a:lnTo>
                  <a:lnTo>
                    <a:pt x="348" y="6681"/>
                  </a:lnTo>
                  <a:lnTo>
                    <a:pt x="464" y="6797"/>
                  </a:lnTo>
                  <a:lnTo>
                    <a:pt x="773" y="6913"/>
                  </a:lnTo>
                  <a:lnTo>
                    <a:pt x="1082" y="6990"/>
                  </a:lnTo>
                  <a:lnTo>
                    <a:pt x="1777" y="6990"/>
                  </a:lnTo>
                  <a:lnTo>
                    <a:pt x="2395" y="6913"/>
                  </a:lnTo>
                  <a:lnTo>
                    <a:pt x="3476" y="6642"/>
                  </a:lnTo>
                  <a:lnTo>
                    <a:pt x="4519" y="6333"/>
                  </a:lnTo>
                  <a:lnTo>
                    <a:pt x="5600" y="5947"/>
                  </a:lnTo>
                  <a:lnTo>
                    <a:pt x="6102" y="5716"/>
                  </a:lnTo>
                  <a:lnTo>
                    <a:pt x="6565" y="5484"/>
                  </a:lnTo>
                  <a:lnTo>
                    <a:pt x="6604" y="5484"/>
                  </a:lnTo>
                  <a:lnTo>
                    <a:pt x="6681" y="5909"/>
                  </a:lnTo>
                  <a:lnTo>
                    <a:pt x="6758" y="6102"/>
                  </a:lnTo>
                  <a:lnTo>
                    <a:pt x="6836" y="6295"/>
                  </a:lnTo>
                  <a:lnTo>
                    <a:pt x="7106" y="6256"/>
                  </a:lnTo>
                  <a:lnTo>
                    <a:pt x="7106" y="6218"/>
                  </a:lnTo>
                  <a:lnTo>
                    <a:pt x="6990" y="5870"/>
                  </a:lnTo>
                  <a:lnTo>
                    <a:pt x="6951" y="5677"/>
                  </a:lnTo>
                  <a:lnTo>
                    <a:pt x="6990" y="5484"/>
                  </a:lnTo>
                  <a:lnTo>
                    <a:pt x="6990" y="5407"/>
                  </a:lnTo>
                  <a:lnTo>
                    <a:pt x="7762" y="5870"/>
                  </a:lnTo>
                  <a:lnTo>
                    <a:pt x="8612" y="6256"/>
                  </a:lnTo>
                  <a:lnTo>
                    <a:pt x="9461" y="6565"/>
                  </a:lnTo>
                  <a:lnTo>
                    <a:pt x="10349" y="6797"/>
                  </a:lnTo>
                  <a:lnTo>
                    <a:pt x="11045" y="6951"/>
                  </a:lnTo>
                  <a:lnTo>
                    <a:pt x="11469" y="7029"/>
                  </a:lnTo>
                  <a:lnTo>
                    <a:pt x="11933" y="7067"/>
                  </a:lnTo>
                  <a:lnTo>
                    <a:pt x="12396" y="7029"/>
                  </a:lnTo>
                  <a:lnTo>
                    <a:pt x="12589" y="6990"/>
                  </a:lnTo>
                  <a:lnTo>
                    <a:pt x="12782" y="6913"/>
                  </a:lnTo>
                  <a:lnTo>
                    <a:pt x="12937" y="6797"/>
                  </a:lnTo>
                  <a:lnTo>
                    <a:pt x="13053" y="6681"/>
                  </a:lnTo>
                  <a:lnTo>
                    <a:pt x="13130" y="6527"/>
                  </a:lnTo>
                  <a:lnTo>
                    <a:pt x="13207" y="6333"/>
                  </a:lnTo>
                  <a:lnTo>
                    <a:pt x="13207" y="6179"/>
                  </a:lnTo>
                  <a:lnTo>
                    <a:pt x="13168" y="6025"/>
                  </a:lnTo>
                  <a:lnTo>
                    <a:pt x="13130" y="5870"/>
                  </a:lnTo>
                  <a:lnTo>
                    <a:pt x="13053" y="5754"/>
                  </a:lnTo>
                  <a:lnTo>
                    <a:pt x="12975" y="5638"/>
                  </a:lnTo>
                  <a:lnTo>
                    <a:pt x="12821" y="5561"/>
                  </a:lnTo>
                  <a:lnTo>
                    <a:pt x="12551" y="5407"/>
                  </a:lnTo>
                  <a:lnTo>
                    <a:pt x="12242" y="5291"/>
                  </a:lnTo>
                  <a:lnTo>
                    <a:pt x="11894" y="5214"/>
                  </a:lnTo>
                  <a:lnTo>
                    <a:pt x="11315" y="5098"/>
                  </a:lnTo>
                  <a:lnTo>
                    <a:pt x="10311" y="4943"/>
                  </a:lnTo>
                  <a:lnTo>
                    <a:pt x="9268" y="4827"/>
                  </a:lnTo>
                  <a:lnTo>
                    <a:pt x="8264" y="4750"/>
                  </a:lnTo>
                  <a:lnTo>
                    <a:pt x="7260" y="4712"/>
                  </a:lnTo>
                  <a:lnTo>
                    <a:pt x="8071" y="3515"/>
                  </a:lnTo>
                  <a:lnTo>
                    <a:pt x="8496" y="2858"/>
                  </a:lnTo>
                  <a:lnTo>
                    <a:pt x="8843" y="2202"/>
                  </a:lnTo>
                  <a:lnTo>
                    <a:pt x="8921" y="1970"/>
                  </a:lnTo>
                  <a:lnTo>
                    <a:pt x="8998" y="1738"/>
                  </a:lnTo>
                  <a:lnTo>
                    <a:pt x="9037" y="1507"/>
                  </a:lnTo>
                  <a:lnTo>
                    <a:pt x="9075" y="1275"/>
                  </a:lnTo>
                  <a:lnTo>
                    <a:pt x="9037" y="1005"/>
                  </a:lnTo>
                  <a:lnTo>
                    <a:pt x="8959" y="812"/>
                  </a:lnTo>
                  <a:lnTo>
                    <a:pt x="8882" y="580"/>
                  </a:lnTo>
                  <a:lnTo>
                    <a:pt x="8728" y="348"/>
                  </a:lnTo>
                  <a:lnTo>
                    <a:pt x="8650" y="232"/>
                  </a:lnTo>
                  <a:lnTo>
                    <a:pt x="8573" y="155"/>
                  </a:lnTo>
                  <a:lnTo>
                    <a:pt x="8380" y="39"/>
                  </a:lnTo>
                  <a:lnTo>
                    <a:pt x="814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" name="Google Shape;1642;p7"/>
            <p:cNvSpPr/>
            <p:nvPr/>
          </p:nvSpPr>
          <p:spPr>
            <a:xfrm>
              <a:off x="410925" y="3256650"/>
              <a:ext cx="35725" cy="33825"/>
            </a:xfrm>
            <a:custGeom>
              <a:avLst/>
              <a:gdLst/>
              <a:ahLst/>
              <a:cxnLst/>
              <a:rect l="l" t="t" r="r" b="b"/>
              <a:pathLst>
                <a:path w="1429" h="1353" extrusionOk="0">
                  <a:moveTo>
                    <a:pt x="579" y="1"/>
                  </a:moveTo>
                  <a:lnTo>
                    <a:pt x="425" y="39"/>
                  </a:lnTo>
                  <a:lnTo>
                    <a:pt x="232" y="117"/>
                  </a:lnTo>
                  <a:lnTo>
                    <a:pt x="116" y="271"/>
                  </a:lnTo>
                  <a:lnTo>
                    <a:pt x="39" y="425"/>
                  </a:lnTo>
                  <a:lnTo>
                    <a:pt x="0" y="619"/>
                  </a:lnTo>
                  <a:lnTo>
                    <a:pt x="0" y="812"/>
                  </a:lnTo>
                  <a:lnTo>
                    <a:pt x="77" y="966"/>
                  </a:lnTo>
                  <a:lnTo>
                    <a:pt x="155" y="1121"/>
                  </a:lnTo>
                  <a:lnTo>
                    <a:pt x="309" y="1275"/>
                  </a:lnTo>
                  <a:lnTo>
                    <a:pt x="463" y="1352"/>
                  </a:lnTo>
                  <a:lnTo>
                    <a:pt x="618" y="1352"/>
                  </a:lnTo>
                  <a:lnTo>
                    <a:pt x="695" y="1236"/>
                  </a:lnTo>
                  <a:lnTo>
                    <a:pt x="695" y="1121"/>
                  </a:lnTo>
                  <a:lnTo>
                    <a:pt x="657" y="1082"/>
                  </a:lnTo>
                  <a:lnTo>
                    <a:pt x="579" y="1043"/>
                  </a:lnTo>
                  <a:lnTo>
                    <a:pt x="502" y="1005"/>
                  </a:lnTo>
                  <a:lnTo>
                    <a:pt x="463" y="927"/>
                  </a:lnTo>
                  <a:lnTo>
                    <a:pt x="386" y="773"/>
                  </a:lnTo>
                  <a:lnTo>
                    <a:pt x="386" y="580"/>
                  </a:lnTo>
                  <a:lnTo>
                    <a:pt x="425" y="503"/>
                  </a:lnTo>
                  <a:lnTo>
                    <a:pt x="502" y="425"/>
                  </a:lnTo>
                  <a:lnTo>
                    <a:pt x="579" y="387"/>
                  </a:lnTo>
                  <a:lnTo>
                    <a:pt x="657" y="387"/>
                  </a:lnTo>
                  <a:lnTo>
                    <a:pt x="850" y="425"/>
                  </a:lnTo>
                  <a:lnTo>
                    <a:pt x="927" y="464"/>
                  </a:lnTo>
                  <a:lnTo>
                    <a:pt x="965" y="541"/>
                  </a:lnTo>
                  <a:lnTo>
                    <a:pt x="1043" y="696"/>
                  </a:lnTo>
                  <a:lnTo>
                    <a:pt x="1081" y="773"/>
                  </a:lnTo>
                  <a:lnTo>
                    <a:pt x="1120" y="812"/>
                  </a:lnTo>
                  <a:lnTo>
                    <a:pt x="1274" y="812"/>
                  </a:lnTo>
                  <a:lnTo>
                    <a:pt x="1352" y="734"/>
                  </a:lnTo>
                  <a:lnTo>
                    <a:pt x="1390" y="696"/>
                  </a:lnTo>
                  <a:lnTo>
                    <a:pt x="1429" y="619"/>
                  </a:lnTo>
                  <a:lnTo>
                    <a:pt x="1390" y="425"/>
                  </a:lnTo>
                  <a:lnTo>
                    <a:pt x="1274" y="271"/>
                  </a:lnTo>
                  <a:lnTo>
                    <a:pt x="1159" y="117"/>
                  </a:lnTo>
                  <a:lnTo>
                    <a:pt x="965" y="39"/>
                  </a:lnTo>
                  <a:lnTo>
                    <a:pt x="77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" name="Google Shape;1643;p7"/>
            <p:cNvSpPr/>
            <p:nvPr/>
          </p:nvSpPr>
          <p:spPr>
            <a:xfrm>
              <a:off x="5445325" y="3267275"/>
              <a:ext cx="624625" cy="344650"/>
            </a:xfrm>
            <a:custGeom>
              <a:avLst/>
              <a:gdLst/>
              <a:ahLst/>
              <a:cxnLst/>
              <a:rect l="l" t="t" r="r" b="b"/>
              <a:pathLst>
                <a:path w="24985" h="13786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03" y="2008"/>
                  </a:lnTo>
                  <a:lnTo>
                    <a:pt x="23787" y="2124"/>
                  </a:lnTo>
                  <a:lnTo>
                    <a:pt x="23633" y="2202"/>
                  </a:lnTo>
                  <a:lnTo>
                    <a:pt x="23478" y="2202"/>
                  </a:lnTo>
                  <a:lnTo>
                    <a:pt x="23324" y="2163"/>
                  </a:lnTo>
                  <a:lnTo>
                    <a:pt x="23170" y="2086"/>
                  </a:lnTo>
                  <a:lnTo>
                    <a:pt x="23054" y="1970"/>
                  </a:lnTo>
                  <a:lnTo>
                    <a:pt x="22976" y="1815"/>
                  </a:lnTo>
                  <a:lnTo>
                    <a:pt x="22938" y="1622"/>
                  </a:lnTo>
                  <a:lnTo>
                    <a:pt x="22976" y="1429"/>
                  </a:lnTo>
                  <a:lnTo>
                    <a:pt x="23015" y="1236"/>
                  </a:lnTo>
                  <a:lnTo>
                    <a:pt x="23131" y="1082"/>
                  </a:lnTo>
                  <a:lnTo>
                    <a:pt x="23285" y="966"/>
                  </a:lnTo>
                  <a:close/>
                  <a:moveTo>
                    <a:pt x="24096" y="2433"/>
                  </a:moveTo>
                  <a:lnTo>
                    <a:pt x="24212" y="2742"/>
                  </a:lnTo>
                  <a:lnTo>
                    <a:pt x="24289" y="3090"/>
                  </a:lnTo>
                  <a:lnTo>
                    <a:pt x="24367" y="3437"/>
                  </a:lnTo>
                  <a:lnTo>
                    <a:pt x="24405" y="3785"/>
                  </a:lnTo>
                  <a:lnTo>
                    <a:pt x="24173" y="3707"/>
                  </a:lnTo>
                  <a:lnTo>
                    <a:pt x="23942" y="3592"/>
                  </a:lnTo>
                  <a:lnTo>
                    <a:pt x="23826" y="3514"/>
                  </a:lnTo>
                  <a:lnTo>
                    <a:pt x="23787" y="3399"/>
                  </a:lnTo>
                  <a:lnTo>
                    <a:pt x="23710" y="3283"/>
                  </a:lnTo>
                  <a:lnTo>
                    <a:pt x="23672" y="3128"/>
                  </a:lnTo>
                  <a:lnTo>
                    <a:pt x="23710" y="2897"/>
                  </a:lnTo>
                  <a:lnTo>
                    <a:pt x="23787" y="2704"/>
                  </a:lnTo>
                  <a:lnTo>
                    <a:pt x="23903" y="2549"/>
                  </a:lnTo>
                  <a:lnTo>
                    <a:pt x="24096" y="2433"/>
                  </a:lnTo>
                  <a:close/>
                  <a:moveTo>
                    <a:pt x="16142" y="4943"/>
                  </a:moveTo>
                  <a:lnTo>
                    <a:pt x="16257" y="4982"/>
                  </a:lnTo>
                  <a:lnTo>
                    <a:pt x="16412" y="5059"/>
                  </a:lnTo>
                  <a:lnTo>
                    <a:pt x="16489" y="5136"/>
                  </a:lnTo>
                  <a:lnTo>
                    <a:pt x="16528" y="5252"/>
                  </a:lnTo>
                  <a:lnTo>
                    <a:pt x="16566" y="5407"/>
                  </a:lnTo>
                  <a:lnTo>
                    <a:pt x="16296" y="5407"/>
                  </a:lnTo>
                  <a:lnTo>
                    <a:pt x="15640" y="5522"/>
                  </a:lnTo>
                  <a:lnTo>
                    <a:pt x="15640" y="5484"/>
                  </a:lnTo>
                  <a:lnTo>
                    <a:pt x="15640" y="5368"/>
                  </a:lnTo>
                  <a:lnTo>
                    <a:pt x="15678" y="5252"/>
                  </a:lnTo>
                  <a:lnTo>
                    <a:pt x="15755" y="5136"/>
                  </a:lnTo>
                  <a:lnTo>
                    <a:pt x="15833" y="5059"/>
                  </a:lnTo>
                  <a:lnTo>
                    <a:pt x="15949" y="5020"/>
                  </a:lnTo>
                  <a:lnTo>
                    <a:pt x="16026" y="4982"/>
                  </a:lnTo>
                  <a:lnTo>
                    <a:pt x="16142" y="4943"/>
                  </a:lnTo>
                  <a:close/>
                  <a:moveTo>
                    <a:pt x="24444" y="4248"/>
                  </a:moveTo>
                  <a:lnTo>
                    <a:pt x="24405" y="4673"/>
                  </a:lnTo>
                  <a:lnTo>
                    <a:pt x="24367" y="5098"/>
                  </a:lnTo>
                  <a:lnTo>
                    <a:pt x="24251" y="5522"/>
                  </a:lnTo>
                  <a:lnTo>
                    <a:pt x="24058" y="5407"/>
                  </a:lnTo>
                  <a:lnTo>
                    <a:pt x="23903" y="5252"/>
                  </a:lnTo>
                  <a:lnTo>
                    <a:pt x="23787" y="5059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11"/>
                  </a:lnTo>
                  <a:lnTo>
                    <a:pt x="23865" y="4596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763" y="4866"/>
                  </a:lnTo>
                  <a:lnTo>
                    <a:pt x="17879" y="4905"/>
                  </a:lnTo>
                  <a:lnTo>
                    <a:pt x="17957" y="4982"/>
                  </a:lnTo>
                  <a:lnTo>
                    <a:pt x="18072" y="5175"/>
                  </a:lnTo>
                  <a:lnTo>
                    <a:pt x="18111" y="5407"/>
                  </a:lnTo>
                  <a:lnTo>
                    <a:pt x="18072" y="5638"/>
                  </a:lnTo>
                  <a:lnTo>
                    <a:pt x="17570" y="5484"/>
                  </a:lnTo>
                  <a:lnTo>
                    <a:pt x="17030" y="5407"/>
                  </a:lnTo>
                  <a:lnTo>
                    <a:pt x="17030" y="5291"/>
                  </a:lnTo>
                  <a:lnTo>
                    <a:pt x="17107" y="5136"/>
                  </a:lnTo>
                  <a:lnTo>
                    <a:pt x="17184" y="5059"/>
                  </a:lnTo>
                  <a:lnTo>
                    <a:pt x="17261" y="4943"/>
                  </a:lnTo>
                  <a:lnTo>
                    <a:pt x="17377" y="4866"/>
                  </a:lnTo>
                  <a:lnTo>
                    <a:pt x="17493" y="4827"/>
                  </a:lnTo>
                  <a:close/>
                  <a:moveTo>
                    <a:pt x="14558" y="5291"/>
                  </a:moveTo>
                  <a:lnTo>
                    <a:pt x="14674" y="5329"/>
                  </a:lnTo>
                  <a:lnTo>
                    <a:pt x="14790" y="5368"/>
                  </a:lnTo>
                  <a:lnTo>
                    <a:pt x="14906" y="5445"/>
                  </a:lnTo>
                  <a:lnTo>
                    <a:pt x="14983" y="5522"/>
                  </a:lnTo>
                  <a:lnTo>
                    <a:pt x="15060" y="5677"/>
                  </a:lnTo>
                  <a:lnTo>
                    <a:pt x="14520" y="5870"/>
                  </a:lnTo>
                  <a:lnTo>
                    <a:pt x="14056" y="6102"/>
                  </a:lnTo>
                  <a:lnTo>
                    <a:pt x="14018" y="6024"/>
                  </a:lnTo>
                  <a:lnTo>
                    <a:pt x="14018" y="5793"/>
                  </a:lnTo>
                  <a:lnTo>
                    <a:pt x="14095" y="5600"/>
                  </a:lnTo>
                  <a:lnTo>
                    <a:pt x="14249" y="5445"/>
                  </a:lnTo>
                  <a:lnTo>
                    <a:pt x="14327" y="5368"/>
                  </a:lnTo>
                  <a:lnTo>
                    <a:pt x="14443" y="5329"/>
                  </a:lnTo>
                  <a:lnTo>
                    <a:pt x="14558" y="5291"/>
                  </a:lnTo>
                  <a:close/>
                  <a:moveTo>
                    <a:pt x="19076" y="5484"/>
                  </a:moveTo>
                  <a:lnTo>
                    <a:pt x="19192" y="5522"/>
                  </a:lnTo>
                  <a:lnTo>
                    <a:pt x="19308" y="5638"/>
                  </a:lnTo>
                  <a:lnTo>
                    <a:pt x="19347" y="5793"/>
                  </a:lnTo>
                  <a:lnTo>
                    <a:pt x="19385" y="5986"/>
                  </a:lnTo>
                  <a:lnTo>
                    <a:pt x="19347" y="6140"/>
                  </a:lnTo>
                  <a:lnTo>
                    <a:pt x="18574" y="5831"/>
                  </a:lnTo>
                  <a:lnTo>
                    <a:pt x="18613" y="5715"/>
                  </a:lnTo>
                  <a:lnTo>
                    <a:pt x="18652" y="5638"/>
                  </a:lnTo>
                  <a:lnTo>
                    <a:pt x="18806" y="5522"/>
                  </a:lnTo>
                  <a:lnTo>
                    <a:pt x="18999" y="5484"/>
                  </a:lnTo>
                  <a:close/>
                  <a:moveTo>
                    <a:pt x="20312" y="6063"/>
                  </a:moveTo>
                  <a:lnTo>
                    <a:pt x="20428" y="6102"/>
                  </a:lnTo>
                  <a:lnTo>
                    <a:pt x="20544" y="6179"/>
                  </a:lnTo>
                  <a:lnTo>
                    <a:pt x="20660" y="6333"/>
                  </a:lnTo>
                  <a:lnTo>
                    <a:pt x="20775" y="6526"/>
                  </a:lnTo>
                  <a:lnTo>
                    <a:pt x="20814" y="6719"/>
                  </a:lnTo>
                  <a:lnTo>
                    <a:pt x="20853" y="6913"/>
                  </a:lnTo>
                  <a:lnTo>
                    <a:pt x="20466" y="6719"/>
                  </a:lnTo>
                  <a:lnTo>
                    <a:pt x="20080" y="6526"/>
                  </a:lnTo>
                  <a:lnTo>
                    <a:pt x="19810" y="6372"/>
                  </a:lnTo>
                  <a:lnTo>
                    <a:pt x="19810" y="6256"/>
                  </a:lnTo>
                  <a:lnTo>
                    <a:pt x="19887" y="6179"/>
                  </a:lnTo>
                  <a:lnTo>
                    <a:pt x="19964" y="6102"/>
                  </a:lnTo>
                  <a:lnTo>
                    <a:pt x="20080" y="6063"/>
                  </a:lnTo>
                  <a:close/>
                  <a:moveTo>
                    <a:pt x="23710" y="5870"/>
                  </a:moveTo>
                  <a:lnTo>
                    <a:pt x="23942" y="5986"/>
                  </a:lnTo>
                  <a:lnTo>
                    <a:pt x="24058" y="5986"/>
                  </a:lnTo>
                  <a:lnTo>
                    <a:pt x="23903" y="6295"/>
                  </a:lnTo>
                  <a:lnTo>
                    <a:pt x="23710" y="6565"/>
                  </a:lnTo>
                  <a:lnTo>
                    <a:pt x="23478" y="6797"/>
                  </a:lnTo>
                  <a:lnTo>
                    <a:pt x="23247" y="6990"/>
                  </a:lnTo>
                  <a:lnTo>
                    <a:pt x="23208" y="6913"/>
                  </a:lnTo>
                  <a:lnTo>
                    <a:pt x="23054" y="6758"/>
                  </a:lnTo>
                  <a:lnTo>
                    <a:pt x="23015" y="6526"/>
                  </a:lnTo>
                  <a:lnTo>
                    <a:pt x="23015" y="6295"/>
                  </a:lnTo>
                  <a:lnTo>
                    <a:pt x="23054" y="6179"/>
                  </a:lnTo>
                  <a:lnTo>
                    <a:pt x="23092" y="6063"/>
                  </a:lnTo>
                  <a:lnTo>
                    <a:pt x="23170" y="5986"/>
                  </a:lnTo>
                  <a:lnTo>
                    <a:pt x="23285" y="5947"/>
                  </a:lnTo>
                  <a:lnTo>
                    <a:pt x="23478" y="5870"/>
                  </a:lnTo>
                  <a:close/>
                  <a:moveTo>
                    <a:pt x="13207" y="6102"/>
                  </a:moveTo>
                  <a:lnTo>
                    <a:pt x="13477" y="6140"/>
                  </a:lnTo>
                  <a:lnTo>
                    <a:pt x="13593" y="6217"/>
                  </a:lnTo>
                  <a:lnTo>
                    <a:pt x="13670" y="6333"/>
                  </a:lnTo>
                  <a:lnTo>
                    <a:pt x="13130" y="6719"/>
                  </a:lnTo>
                  <a:lnTo>
                    <a:pt x="12782" y="7067"/>
                  </a:lnTo>
                  <a:lnTo>
                    <a:pt x="12705" y="7028"/>
                  </a:lnTo>
                  <a:lnTo>
                    <a:pt x="12666" y="6913"/>
                  </a:lnTo>
                  <a:lnTo>
                    <a:pt x="12628" y="6797"/>
                  </a:lnTo>
                  <a:lnTo>
                    <a:pt x="12628" y="6642"/>
                  </a:lnTo>
                  <a:lnTo>
                    <a:pt x="12666" y="6526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59" y="6179"/>
                  </a:lnTo>
                  <a:lnTo>
                    <a:pt x="12975" y="6140"/>
                  </a:lnTo>
                  <a:lnTo>
                    <a:pt x="13091" y="6102"/>
                  </a:lnTo>
                  <a:close/>
                  <a:moveTo>
                    <a:pt x="22166" y="6565"/>
                  </a:moveTo>
                  <a:lnTo>
                    <a:pt x="22281" y="6604"/>
                  </a:lnTo>
                  <a:lnTo>
                    <a:pt x="22436" y="6681"/>
                  </a:lnTo>
                  <a:lnTo>
                    <a:pt x="22629" y="6874"/>
                  </a:lnTo>
                  <a:lnTo>
                    <a:pt x="22783" y="7028"/>
                  </a:lnTo>
                  <a:lnTo>
                    <a:pt x="22861" y="7067"/>
                  </a:lnTo>
                  <a:lnTo>
                    <a:pt x="22899" y="7067"/>
                  </a:lnTo>
                  <a:lnTo>
                    <a:pt x="22976" y="7106"/>
                  </a:lnTo>
                  <a:lnTo>
                    <a:pt x="22938" y="7106"/>
                  </a:lnTo>
                  <a:lnTo>
                    <a:pt x="22552" y="7221"/>
                  </a:lnTo>
                  <a:lnTo>
                    <a:pt x="22166" y="7221"/>
                  </a:lnTo>
                  <a:lnTo>
                    <a:pt x="21779" y="7183"/>
                  </a:lnTo>
                  <a:lnTo>
                    <a:pt x="21393" y="7106"/>
                  </a:lnTo>
                  <a:lnTo>
                    <a:pt x="21470" y="6913"/>
                  </a:lnTo>
                  <a:lnTo>
                    <a:pt x="21625" y="6719"/>
                  </a:lnTo>
                  <a:lnTo>
                    <a:pt x="21779" y="6604"/>
                  </a:lnTo>
                  <a:lnTo>
                    <a:pt x="22011" y="6565"/>
                  </a:lnTo>
                  <a:close/>
                  <a:moveTo>
                    <a:pt x="12280" y="7376"/>
                  </a:moveTo>
                  <a:lnTo>
                    <a:pt x="12473" y="7415"/>
                  </a:lnTo>
                  <a:lnTo>
                    <a:pt x="12087" y="7955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24" y="8071"/>
                  </a:lnTo>
                  <a:lnTo>
                    <a:pt x="11624" y="7955"/>
                  </a:lnTo>
                  <a:lnTo>
                    <a:pt x="11662" y="7839"/>
                  </a:lnTo>
                  <a:lnTo>
                    <a:pt x="11701" y="7723"/>
                  </a:lnTo>
                  <a:lnTo>
                    <a:pt x="11778" y="7608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26" y="7415"/>
                  </a:lnTo>
                  <a:lnTo>
                    <a:pt x="12280" y="7376"/>
                  </a:lnTo>
                  <a:close/>
                  <a:moveTo>
                    <a:pt x="2240" y="9345"/>
                  </a:moveTo>
                  <a:lnTo>
                    <a:pt x="2356" y="9422"/>
                  </a:lnTo>
                  <a:lnTo>
                    <a:pt x="2433" y="9461"/>
                  </a:lnTo>
                  <a:lnTo>
                    <a:pt x="2511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588" y="10002"/>
                  </a:lnTo>
                  <a:lnTo>
                    <a:pt x="2124" y="9886"/>
                  </a:lnTo>
                  <a:lnTo>
                    <a:pt x="1622" y="9886"/>
                  </a:lnTo>
                  <a:lnTo>
                    <a:pt x="1661" y="9731"/>
                  </a:lnTo>
                  <a:lnTo>
                    <a:pt x="1738" y="9616"/>
                  </a:lnTo>
                  <a:lnTo>
                    <a:pt x="1815" y="9538"/>
                  </a:lnTo>
                  <a:lnTo>
                    <a:pt x="1893" y="9461"/>
                  </a:lnTo>
                  <a:lnTo>
                    <a:pt x="2009" y="9384"/>
                  </a:lnTo>
                  <a:lnTo>
                    <a:pt x="2124" y="9345"/>
                  </a:lnTo>
                  <a:close/>
                  <a:moveTo>
                    <a:pt x="11624" y="8998"/>
                  </a:moveTo>
                  <a:lnTo>
                    <a:pt x="11469" y="9500"/>
                  </a:lnTo>
                  <a:lnTo>
                    <a:pt x="11315" y="10002"/>
                  </a:lnTo>
                  <a:lnTo>
                    <a:pt x="11238" y="10272"/>
                  </a:lnTo>
                  <a:lnTo>
                    <a:pt x="11044" y="10079"/>
                  </a:lnTo>
                  <a:lnTo>
                    <a:pt x="10967" y="9809"/>
                  </a:lnTo>
                  <a:lnTo>
                    <a:pt x="10929" y="9693"/>
                  </a:lnTo>
                  <a:lnTo>
                    <a:pt x="10929" y="9577"/>
                  </a:lnTo>
                  <a:lnTo>
                    <a:pt x="10929" y="9422"/>
                  </a:lnTo>
                  <a:lnTo>
                    <a:pt x="11006" y="9307"/>
                  </a:lnTo>
                  <a:lnTo>
                    <a:pt x="11122" y="9152"/>
                  </a:lnTo>
                  <a:lnTo>
                    <a:pt x="11276" y="9036"/>
                  </a:lnTo>
                  <a:lnTo>
                    <a:pt x="11469" y="8998"/>
                  </a:lnTo>
                  <a:close/>
                  <a:moveTo>
                    <a:pt x="3746" y="9731"/>
                  </a:moveTo>
                  <a:lnTo>
                    <a:pt x="3901" y="9809"/>
                  </a:lnTo>
                  <a:lnTo>
                    <a:pt x="4017" y="9886"/>
                  </a:lnTo>
                  <a:lnTo>
                    <a:pt x="4094" y="10002"/>
                  </a:lnTo>
                  <a:lnTo>
                    <a:pt x="4132" y="10118"/>
                  </a:lnTo>
                  <a:lnTo>
                    <a:pt x="4171" y="10233"/>
                  </a:lnTo>
                  <a:lnTo>
                    <a:pt x="4132" y="10388"/>
                  </a:lnTo>
                  <a:lnTo>
                    <a:pt x="4094" y="10504"/>
                  </a:lnTo>
                  <a:lnTo>
                    <a:pt x="4017" y="10620"/>
                  </a:lnTo>
                  <a:lnTo>
                    <a:pt x="3862" y="10542"/>
                  </a:lnTo>
                  <a:lnTo>
                    <a:pt x="3476" y="10311"/>
                  </a:lnTo>
                  <a:lnTo>
                    <a:pt x="3051" y="10156"/>
                  </a:lnTo>
                  <a:lnTo>
                    <a:pt x="3128" y="10002"/>
                  </a:lnTo>
                  <a:lnTo>
                    <a:pt x="3244" y="9924"/>
                  </a:lnTo>
                  <a:lnTo>
                    <a:pt x="3360" y="9809"/>
                  </a:lnTo>
                  <a:lnTo>
                    <a:pt x="3476" y="9770"/>
                  </a:lnTo>
                  <a:lnTo>
                    <a:pt x="3630" y="9731"/>
                  </a:lnTo>
                  <a:close/>
                  <a:moveTo>
                    <a:pt x="4827" y="10620"/>
                  </a:moveTo>
                  <a:lnTo>
                    <a:pt x="4905" y="10658"/>
                  </a:lnTo>
                  <a:lnTo>
                    <a:pt x="4982" y="10697"/>
                  </a:lnTo>
                  <a:lnTo>
                    <a:pt x="5059" y="10774"/>
                  </a:lnTo>
                  <a:lnTo>
                    <a:pt x="5136" y="10851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59" y="11430"/>
                  </a:lnTo>
                  <a:lnTo>
                    <a:pt x="4403" y="10890"/>
                  </a:lnTo>
                  <a:lnTo>
                    <a:pt x="4441" y="10813"/>
                  </a:lnTo>
                  <a:lnTo>
                    <a:pt x="4480" y="10735"/>
                  </a:lnTo>
                  <a:lnTo>
                    <a:pt x="4634" y="10658"/>
                  </a:lnTo>
                  <a:lnTo>
                    <a:pt x="4827" y="10620"/>
                  </a:lnTo>
                  <a:close/>
                  <a:moveTo>
                    <a:pt x="11160" y="10620"/>
                  </a:moveTo>
                  <a:lnTo>
                    <a:pt x="10929" y="11199"/>
                  </a:lnTo>
                  <a:lnTo>
                    <a:pt x="10697" y="11739"/>
                  </a:lnTo>
                  <a:lnTo>
                    <a:pt x="10658" y="11701"/>
                  </a:lnTo>
                  <a:lnTo>
                    <a:pt x="10465" y="11508"/>
                  </a:lnTo>
                  <a:lnTo>
                    <a:pt x="10388" y="11315"/>
                  </a:lnTo>
                  <a:lnTo>
                    <a:pt x="10388" y="11122"/>
                  </a:lnTo>
                  <a:lnTo>
                    <a:pt x="10427" y="10967"/>
                  </a:lnTo>
                  <a:lnTo>
                    <a:pt x="10542" y="10774"/>
                  </a:lnTo>
                  <a:lnTo>
                    <a:pt x="10697" y="10658"/>
                  </a:lnTo>
                  <a:lnTo>
                    <a:pt x="10929" y="10620"/>
                  </a:lnTo>
                  <a:close/>
                  <a:moveTo>
                    <a:pt x="5947" y="11469"/>
                  </a:moveTo>
                  <a:lnTo>
                    <a:pt x="6063" y="11508"/>
                  </a:lnTo>
                  <a:lnTo>
                    <a:pt x="6140" y="11546"/>
                  </a:lnTo>
                  <a:lnTo>
                    <a:pt x="6218" y="11662"/>
                  </a:lnTo>
                  <a:lnTo>
                    <a:pt x="6295" y="11739"/>
                  </a:lnTo>
                  <a:lnTo>
                    <a:pt x="6372" y="11971"/>
                  </a:lnTo>
                  <a:lnTo>
                    <a:pt x="6411" y="12203"/>
                  </a:lnTo>
                  <a:lnTo>
                    <a:pt x="6372" y="12473"/>
                  </a:lnTo>
                  <a:lnTo>
                    <a:pt x="5870" y="12087"/>
                  </a:lnTo>
                  <a:lnTo>
                    <a:pt x="5407" y="11701"/>
                  </a:lnTo>
                  <a:lnTo>
                    <a:pt x="5445" y="11585"/>
                  </a:lnTo>
                  <a:lnTo>
                    <a:pt x="5523" y="11508"/>
                  </a:lnTo>
                  <a:lnTo>
                    <a:pt x="5638" y="11469"/>
                  </a:lnTo>
                  <a:close/>
                  <a:moveTo>
                    <a:pt x="10542" y="12048"/>
                  </a:moveTo>
                  <a:lnTo>
                    <a:pt x="10388" y="12280"/>
                  </a:lnTo>
                  <a:lnTo>
                    <a:pt x="10195" y="12550"/>
                  </a:lnTo>
                  <a:lnTo>
                    <a:pt x="9963" y="12743"/>
                  </a:lnTo>
                  <a:lnTo>
                    <a:pt x="9770" y="12936"/>
                  </a:lnTo>
                  <a:lnTo>
                    <a:pt x="9732" y="12859"/>
                  </a:lnTo>
                  <a:lnTo>
                    <a:pt x="9654" y="12666"/>
                  </a:lnTo>
                  <a:lnTo>
                    <a:pt x="9616" y="12473"/>
                  </a:lnTo>
                  <a:lnTo>
                    <a:pt x="9693" y="12319"/>
                  </a:lnTo>
                  <a:lnTo>
                    <a:pt x="9809" y="12203"/>
                  </a:lnTo>
                  <a:lnTo>
                    <a:pt x="9963" y="12126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37" y="12473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01" y="12821"/>
                  </a:lnTo>
                  <a:lnTo>
                    <a:pt x="7878" y="13014"/>
                  </a:lnTo>
                  <a:lnTo>
                    <a:pt x="7839" y="13207"/>
                  </a:lnTo>
                  <a:lnTo>
                    <a:pt x="7299" y="13014"/>
                  </a:lnTo>
                  <a:lnTo>
                    <a:pt x="6835" y="12743"/>
                  </a:lnTo>
                  <a:lnTo>
                    <a:pt x="6990" y="12589"/>
                  </a:lnTo>
                  <a:lnTo>
                    <a:pt x="7144" y="12512"/>
                  </a:lnTo>
                  <a:lnTo>
                    <a:pt x="7337" y="12473"/>
                  </a:lnTo>
                  <a:close/>
                  <a:moveTo>
                    <a:pt x="8843" y="12628"/>
                  </a:moveTo>
                  <a:lnTo>
                    <a:pt x="8921" y="12666"/>
                  </a:lnTo>
                  <a:lnTo>
                    <a:pt x="9075" y="12743"/>
                  </a:lnTo>
                  <a:lnTo>
                    <a:pt x="9191" y="12936"/>
                  </a:lnTo>
                  <a:lnTo>
                    <a:pt x="9230" y="13130"/>
                  </a:lnTo>
                  <a:lnTo>
                    <a:pt x="9230" y="13207"/>
                  </a:lnTo>
                  <a:lnTo>
                    <a:pt x="9036" y="13245"/>
                  </a:lnTo>
                  <a:lnTo>
                    <a:pt x="8805" y="13284"/>
                  </a:lnTo>
                  <a:lnTo>
                    <a:pt x="8303" y="13284"/>
                  </a:lnTo>
                  <a:lnTo>
                    <a:pt x="8303" y="13207"/>
                  </a:lnTo>
                  <a:lnTo>
                    <a:pt x="8303" y="13014"/>
                  </a:lnTo>
                  <a:lnTo>
                    <a:pt x="8419" y="12821"/>
                  </a:lnTo>
                  <a:lnTo>
                    <a:pt x="8534" y="12666"/>
                  </a:lnTo>
                  <a:lnTo>
                    <a:pt x="8650" y="12628"/>
                  </a:lnTo>
                  <a:close/>
                  <a:moveTo>
                    <a:pt x="22861" y="0"/>
                  </a:moveTo>
                  <a:lnTo>
                    <a:pt x="22822" y="78"/>
                  </a:lnTo>
                  <a:lnTo>
                    <a:pt x="22745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783" y="387"/>
                  </a:lnTo>
                  <a:lnTo>
                    <a:pt x="22822" y="387"/>
                  </a:lnTo>
                  <a:lnTo>
                    <a:pt x="22861" y="464"/>
                  </a:lnTo>
                  <a:lnTo>
                    <a:pt x="23015" y="618"/>
                  </a:lnTo>
                  <a:lnTo>
                    <a:pt x="22899" y="773"/>
                  </a:lnTo>
                  <a:lnTo>
                    <a:pt x="22783" y="927"/>
                  </a:lnTo>
                  <a:lnTo>
                    <a:pt x="22668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22" y="2240"/>
                  </a:lnTo>
                  <a:lnTo>
                    <a:pt x="23015" y="2395"/>
                  </a:lnTo>
                  <a:lnTo>
                    <a:pt x="23247" y="2472"/>
                  </a:lnTo>
                  <a:lnTo>
                    <a:pt x="23478" y="2510"/>
                  </a:lnTo>
                  <a:lnTo>
                    <a:pt x="23401" y="2704"/>
                  </a:lnTo>
                  <a:lnTo>
                    <a:pt x="23363" y="2897"/>
                  </a:lnTo>
                  <a:lnTo>
                    <a:pt x="23324" y="3090"/>
                  </a:lnTo>
                  <a:lnTo>
                    <a:pt x="23324" y="3244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862"/>
                  </a:lnTo>
                  <a:lnTo>
                    <a:pt x="23942" y="4016"/>
                  </a:lnTo>
                  <a:lnTo>
                    <a:pt x="23710" y="4209"/>
                  </a:lnTo>
                  <a:lnTo>
                    <a:pt x="23556" y="4480"/>
                  </a:lnTo>
                  <a:lnTo>
                    <a:pt x="23440" y="4750"/>
                  </a:lnTo>
                  <a:lnTo>
                    <a:pt x="23440" y="4866"/>
                  </a:lnTo>
                  <a:lnTo>
                    <a:pt x="23440" y="5020"/>
                  </a:lnTo>
                  <a:lnTo>
                    <a:pt x="23478" y="5252"/>
                  </a:lnTo>
                  <a:lnTo>
                    <a:pt x="23633" y="5484"/>
                  </a:lnTo>
                  <a:lnTo>
                    <a:pt x="23401" y="5484"/>
                  </a:lnTo>
                  <a:lnTo>
                    <a:pt x="23170" y="5561"/>
                  </a:lnTo>
                  <a:lnTo>
                    <a:pt x="22938" y="5677"/>
                  </a:lnTo>
                  <a:lnTo>
                    <a:pt x="22783" y="5870"/>
                  </a:lnTo>
                  <a:lnTo>
                    <a:pt x="22668" y="6102"/>
                  </a:lnTo>
                  <a:lnTo>
                    <a:pt x="22629" y="6333"/>
                  </a:lnTo>
                  <a:lnTo>
                    <a:pt x="22474" y="6256"/>
                  </a:lnTo>
                  <a:lnTo>
                    <a:pt x="22320" y="6217"/>
                  </a:lnTo>
                  <a:lnTo>
                    <a:pt x="21972" y="6217"/>
                  </a:lnTo>
                  <a:lnTo>
                    <a:pt x="21741" y="6256"/>
                  </a:lnTo>
                  <a:lnTo>
                    <a:pt x="21509" y="6411"/>
                  </a:lnTo>
                  <a:lnTo>
                    <a:pt x="21316" y="6565"/>
                  </a:lnTo>
                  <a:lnTo>
                    <a:pt x="21200" y="6758"/>
                  </a:lnTo>
                  <a:lnTo>
                    <a:pt x="21084" y="6449"/>
                  </a:lnTo>
                  <a:lnTo>
                    <a:pt x="20930" y="6140"/>
                  </a:lnTo>
                  <a:lnTo>
                    <a:pt x="20853" y="5986"/>
                  </a:lnTo>
                  <a:lnTo>
                    <a:pt x="20698" y="5870"/>
                  </a:lnTo>
                  <a:lnTo>
                    <a:pt x="20582" y="5793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42" y="5793"/>
                  </a:lnTo>
                  <a:lnTo>
                    <a:pt x="19887" y="5831"/>
                  </a:lnTo>
                  <a:lnTo>
                    <a:pt x="19733" y="5947"/>
                  </a:lnTo>
                  <a:lnTo>
                    <a:pt x="19694" y="5715"/>
                  </a:lnTo>
                  <a:lnTo>
                    <a:pt x="19617" y="5484"/>
                  </a:lnTo>
                  <a:lnTo>
                    <a:pt x="19462" y="5291"/>
                  </a:lnTo>
                  <a:lnTo>
                    <a:pt x="19347" y="5213"/>
                  </a:lnTo>
                  <a:lnTo>
                    <a:pt x="19231" y="5175"/>
                  </a:lnTo>
                  <a:lnTo>
                    <a:pt x="19038" y="5136"/>
                  </a:lnTo>
                  <a:lnTo>
                    <a:pt x="18806" y="5175"/>
                  </a:lnTo>
                  <a:lnTo>
                    <a:pt x="18613" y="5252"/>
                  </a:lnTo>
                  <a:lnTo>
                    <a:pt x="18458" y="5407"/>
                  </a:lnTo>
                  <a:lnTo>
                    <a:pt x="18458" y="5252"/>
                  </a:lnTo>
                  <a:lnTo>
                    <a:pt x="18420" y="5098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34"/>
                  </a:lnTo>
                  <a:lnTo>
                    <a:pt x="17957" y="4557"/>
                  </a:lnTo>
                  <a:lnTo>
                    <a:pt x="17802" y="4518"/>
                  </a:lnTo>
                  <a:lnTo>
                    <a:pt x="17493" y="4518"/>
                  </a:lnTo>
                  <a:lnTo>
                    <a:pt x="17377" y="4557"/>
                  </a:lnTo>
                  <a:lnTo>
                    <a:pt x="17223" y="4634"/>
                  </a:lnTo>
                  <a:lnTo>
                    <a:pt x="17107" y="4711"/>
                  </a:lnTo>
                  <a:lnTo>
                    <a:pt x="17030" y="4827"/>
                  </a:lnTo>
                  <a:lnTo>
                    <a:pt x="16875" y="5059"/>
                  </a:lnTo>
                  <a:lnTo>
                    <a:pt x="16759" y="4905"/>
                  </a:lnTo>
                  <a:lnTo>
                    <a:pt x="16605" y="4789"/>
                  </a:lnTo>
                  <a:lnTo>
                    <a:pt x="16451" y="4673"/>
                  </a:lnTo>
                  <a:lnTo>
                    <a:pt x="16257" y="4634"/>
                  </a:lnTo>
                  <a:lnTo>
                    <a:pt x="16103" y="4634"/>
                  </a:lnTo>
                  <a:lnTo>
                    <a:pt x="15910" y="4673"/>
                  </a:lnTo>
                  <a:lnTo>
                    <a:pt x="15755" y="4750"/>
                  </a:lnTo>
                  <a:lnTo>
                    <a:pt x="15640" y="4827"/>
                  </a:lnTo>
                  <a:lnTo>
                    <a:pt x="15524" y="4982"/>
                  </a:lnTo>
                  <a:lnTo>
                    <a:pt x="15447" y="5136"/>
                  </a:lnTo>
                  <a:lnTo>
                    <a:pt x="15408" y="5291"/>
                  </a:lnTo>
                  <a:lnTo>
                    <a:pt x="15374" y="5460"/>
                  </a:lnTo>
                  <a:lnTo>
                    <a:pt x="15331" y="5329"/>
                  </a:lnTo>
                  <a:lnTo>
                    <a:pt x="15176" y="5175"/>
                  </a:lnTo>
                  <a:lnTo>
                    <a:pt x="15022" y="5059"/>
                  </a:lnTo>
                  <a:lnTo>
                    <a:pt x="14829" y="4982"/>
                  </a:lnTo>
                  <a:lnTo>
                    <a:pt x="14597" y="4943"/>
                  </a:lnTo>
                  <a:lnTo>
                    <a:pt x="14404" y="4943"/>
                  </a:lnTo>
                  <a:lnTo>
                    <a:pt x="14249" y="5020"/>
                  </a:lnTo>
                  <a:lnTo>
                    <a:pt x="14134" y="5098"/>
                  </a:lnTo>
                  <a:lnTo>
                    <a:pt x="14018" y="5175"/>
                  </a:lnTo>
                  <a:lnTo>
                    <a:pt x="13941" y="5291"/>
                  </a:lnTo>
                  <a:lnTo>
                    <a:pt x="13825" y="5522"/>
                  </a:lnTo>
                  <a:lnTo>
                    <a:pt x="13747" y="5831"/>
                  </a:lnTo>
                  <a:lnTo>
                    <a:pt x="13593" y="5754"/>
                  </a:lnTo>
                  <a:lnTo>
                    <a:pt x="13361" y="5677"/>
                  </a:lnTo>
                  <a:lnTo>
                    <a:pt x="13130" y="5677"/>
                  </a:lnTo>
                  <a:lnTo>
                    <a:pt x="12937" y="5715"/>
                  </a:lnTo>
                  <a:lnTo>
                    <a:pt x="12705" y="5831"/>
                  </a:lnTo>
                  <a:lnTo>
                    <a:pt x="12589" y="5947"/>
                  </a:lnTo>
                  <a:lnTo>
                    <a:pt x="12473" y="6063"/>
                  </a:lnTo>
                  <a:lnTo>
                    <a:pt x="12396" y="6217"/>
                  </a:lnTo>
                  <a:lnTo>
                    <a:pt x="12357" y="6333"/>
                  </a:lnTo>
                  <a:lnTo>
                    <a:pt x="12319" y="6526"/>
                  </a:lnTo>
                  <a:lnTo>
                    <a:pt x="12319" y="6681"/>
                  </a:lnTo>
                  <a:lnTo>
                    <a:pt x="12357" y="6835"/>
                  </a:lnTo>
                  <a:lnTo>
                    <a:pt x="12396" y="6990"/>
                  </a:lnTo>
                  <a:lnTo>
                    <a:pt x="12126" y="7028"/>
                  </a:lnTo>
                  <a:lnTo>
                    <a:pt x="11894" y="7106"/>
                  </a:lnTo>
                  <a:lnTo>
                    <a:pt x="11662" y="7221"/>
                  </a:lnTo>
                  <a:lnTo>
                    <a:pt x="11469" y="7376"/>
                  </a:lnTo>
                  <a:lnTo>
                    <a:pt x="11392" y="7530"/>
                  </a:lnTo>
                  <a:lnTo>
                    <a:pt x="11315" y="7685"/>
                  </a:lnTo>
                  <a:lnTo>
                    <a:pt x="11276" y="7839"/>
                  </a:lnTo>
                  <a:lnTo>
                    <a:pt x="11276" y="7994"/>
                  </a:lnTo>
                  <a:lnTo>
                    <a:pt x="11276" y="8148"/>
                  </a:lnTo>
                  <a:lnTo>
                    <a:pt x="11315" y="8303"/>
                  </a:lnTo>
                  <a:lnTo>
                    <a:pt x="11392" y="8457"/>
                  </a:lnTo>
                  <a:lnTo>
                    <a:pt x="11469" y="8573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20" y="9229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02"/>
                  </a:lnTo>
                  <a:lnTo>
                    <a:pt x="10851" y="10233"/>
                  </a:lnTo>
                  <a:lnTo>
                    <a:pt x="10620" y="10272"/>
                  </a:lnTo>
                  <a:lnTo>
                    <a:pt x="10388" y="10388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40" y="11006"/>
                  </a:lnTo>
                  <a:lnTo>
                    <a:pt x="10040" y="11237"/>
                  </a:lnTo>
                  <a:lnTo>
                    <a:pt x="10079" y="11469"/>
                  </a:lnTo>
                  <a:lnTo>
                    <a:pt x="10156" y="11701"/>
                  </a:lnTo>
                  <a:lnTo>
                    <a:pt x="9925" y="11739"/>
                  </a:lnTo>
                  <a:lnTo>
                    <a:pt x="9693" y="11817"/>
                  </a:lnTo>
                  <a:lnTo>
                    <a:pt x="9500" y="11971"/>
                  </a:lnTo>
                  <a:lnTo>
                    <a:pt x="9423" y="12087"/>
                  </a:lnTo>
                  <a:lnTo>
                    <a:pt x="9345" y="12203"/>
                  </a:lnTo>
                  <a:lnTo>
                    <a:pt x="9307" y="12319"/>
                  </a:lnTo>
                  <a:lnTo>
                    <a:pt x="9307" y="12473"/>
                  </a:lnTo>
                  <a:lnTo>
                    <a:pt x="9152" y="12357"/>
                  </a:lnTo>
                  <a:lnTo>
                    <a:pt x="9036" y="12319"/>
                  </a:lnTo>
                  <a:lnTo>
                    <a:pt x="8882" y="12280"/>
                  </a:lnTo>
                  <a:lnTo>
                    <a:pt x="8689" y="12280"/>
                  </a:lnTo>
                  <a:lnTo>
                    <a:pt x="8534" y="12319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48" y="12705"/>
                  </a:lnTo>
                  <a:lnTo>
                    <a:pt x="8071" y="12550"/>
                  </a:lnTo>
                  <a:lnTo>
                    <a:pt x="7994" y="12434"/>
                  </a:lnTo>
                  <a:lnTo>
                    <a:pt x="7839" y="12319"/>
                  </a:lnTo>
                  <a:lnTo>
                    <a:pt x="7724" y="12241"/>
                  </a:lnTo>
                  <a:lnTo>
                    <a:pt x="7453" y="12164"/>
                  </a:lnTo>
                  <a:lnTo>
                    <a:pt x="7222" y="12164"/>
                  </a:lnTo>
                  <a:lnTo>
                    <a:pt x="6990" y="12241"/>
                  </a:lnTo>
                  <a:lnTo>
                    <a:pt x="6758" y="12396"/>
                  </a:lnTo>
                  <a:lnTo>
                    <a:pt x="6758" y="12048"/>
                  </a:lnTo>
                  <a:lnTo>
                    <a:pt x="6720" y="11855"/>
                  </a:lnTo>
                  <a:lnTo>
                    <a:pt x="6681" y="11701"/>
                  </a:lnTo>
                  <a:lnTo>
                    <a:pt x="6604" y="11546"/>
                  </a:lnTo>
                  <a:lnTo>
                    <a:pt x="6488" y="11392"/>
                  </a:lnTo>
                  <a:lnTo>
                    <a:pt x="6372" y="11276"/>
                  </a:lnTo>
                  <a:lnTo>
                    <a:pt x="6218" y="11199"/>
                  </a:lnTo>
                  <a:lnTo>
                    <a:pt x="6063" y="11160"/>
                  </a:lnTo>
                  <a:lnTo>
                    <a:pt x="5870" y="11122"/>
                  </a:lnTo>
                  <a:lnTo>
                    <a:pt x="5677" y="11160"/>
                  </a:lnTo>
                  <a:lnTo>
                    <a:pt x="5523" y="11199"/>
                  </a:lnTo>
                  <a:lnTo>
                    <a:pt x="5523" y="10967"/>
                  </a:lnTo>
                  <a:lnTo>
                    <a:pt x="5445" y="10697"/>
                  </a:lnTo>
                  <a:lnTo>
                    <a:pt x="5291" y="10504"/>
                  </a:lnTo>
                  <a:lnTo>
                    <a:pt x="5214" y="10426"/>
                  </a:lnTo>
                  <a:lnTo>
                    <a:pt x="5098" y="10349"/>
                  </a:lnTo>
                  <a:lnTo>
                    <a:pt x="4943" y="10311"/>
                  </a:lnTo>
                  <a:lnTo>
                    <a:pt x="4673" y="10311"/>
                  </a:lnTo>
                  <a:lnTo>
                    <a:pt x="4519" y="10349"/>
                  </a:lnTo>
                  <a:lnTo>
                    <a:pt x="4519" y="10156"/>
                  </a:lnTo>
                  <a:lnTo>
                    <a:pt x="4480" y="9924"/>
                  </a:lnTo>
                  <a:lnTo>
                    <a:pt x="4364" y="9731"/>
                  </a:lnTo>
                  <a:lnTo>
                    <a:pt x="4210" y="9577"/>
                  </a:lnTo>
                  <a:lnTo>
                    <a:pt x="4055" y="9500"/>
                  </a:lnTo>
                  <a:lnTo>
                    <a:pt x="3901" y="9422"/>
                  </a:lnTo>
                  <a:lnTo>
                    <a:pt x="3553" y="9422"/>
                  </a:lnTo>
                  <a:lnTo>
                    <a:pt x="3399" y="9461"/>
                  </a:lnTo>
                  <a:lnTo>
                    <a:pt x="3244" y="9538"/>
                  </a:lnTo>
                  <a:lnTo>
                    <a:pt x="3128" y="9616"/>
                  </a:lnTo>
                  <a:lnTo>
                    <a:pt x="2974" y="9731"/>
                  </a:lnTo>
                  <a:lnTo>
                    <a:pt x="2974" y="9616"/>
                  </a:lnTo>
                  <a:lnTo>
                    <a:pt x="2897" y="9422"/>
                  </a:lnTo>
                  <a:lnTo>
                    <a:pt x="2742" y="9268"/>
                  </a:lnTo>
                  <a:lnTo>
                    <a:pt x="2588" y="9114"/>
                  </a:lnTo>
                  <a:lnTo>
                    <a:pt x="2433" y="9036"/>
                  </a:lnTo>
                  <a:lnTo>
                    <a:pt x="2202" y="8998"/>
                  </a:lnTo>
                  <a:lnTo>
                    <a:pt x="2009" y="8998"/>
                  </a:lnTo>
                  <a:lnTo>
                    <a:pt x="1815" y="9075"/>
                  </a:lnTo>
                  <a:lnTo>
                    <a:pt x="1661" y="9191"/>
                  </a:lnTo>
                  <a:lnTo>
                    <a:pt x="1545" y="9345"/>
                  </a:lnTo>
                  <a:lnTo>
                    <a:pt x="1429" y="9500"/>
                  </a:lnTo>
                  <a:lnTo>
                    <a:pt x="1352" y="9693"/>
                  </a:lnTo>
                  <a:lnTo>
                    <a:pt x="1352" y="9886"/>
                  </a:lnTo>
                  <a:lnTo>
                    <a:pt x="1120" y="9963"/>
                  </a:lnTo>
                  <a:lnTo>
                    <a:pt x="889" y="10040"/>
                  </a:lnTo>
                  <a:lnTo>
                    <a:pt x="696" y="10156"/>
                  </a:lnTo>
                  <a:lnTo>
                    <a:pt x="503" y="10311"/>
                  </a:lnTo>
                  <a:lnTo>
                    <a:pt x="348" y="10426"/>
                  </a:lnTo>
                  <a:lnTo>
                    <a:pt x="232" y="10581"/>
                  </a:lnTo>
                  <a:lnTo>
                    <a:pt x="78" y="10890"/>
                  </a:lnTo>
                  <a:lnTo>
                    <a:pt x="1" y="11199"/>
                  </a:lnTo>
                  <a:lnTo>
                    <a:pt x="1" y="11546"/>
                  </a:lnTo>
                  <a:lnTo>
                    <a:pt x="39" y="11894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8" y="12782"/>
                  </a:lnTo>
                  <a:lnTo>
                    <a:pt x="773" y="12898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13" y="13130"/>
                  </a:lnTo>
                  <a:lnTo>
                    <a:pt x="1700" y="13168"/>
                  </a:lnTo>
                  <a:lnTo>
                    <a:pt x="2086" y="13091"/>
                  </a:lnTo>
                  <a:lnTo>
                    <a:pt x="2472" y="12975"/>
                  </a:lnTo>
                  <a:lnTo>
                    <a:pt x="2781" y="12782"/>
                  </a:lnTo>
                  <a:lnTo>
                    <a:pt x="3090" y="12512"/>
                  </a:lnTo>
                  <a:lnTo>
                    <a:pt x="3360" y="12241"/>
                  </a:lnTo>
                  <a:lnTo>
                    <a:pt x="3592" y="12010"/>
                  </a:lnTo>
                  <a:lnTo>
                    <a:pt x="3515" y="11932"/>
                  </a:lnTo>
                  <a:lnTo>
                    <a:pt x="3515" y="11817"/>
                  </a:lnTo>
                  <a:lnTo>
                    <a:pt x="3437" y="11739"/>
                  </a:lnTo>
                  <a:lnTo>
                    <a:pt x="3321" y="11739"/>
                  </a:lnTo>
                  <a:lnTo>
                    <a:pt x="3283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8" y="12434"/>
                  </a:lnTo>
                  <a:lnTo>
                    <a:pt x="2317" y="12550"/>
                  </a:lnTo>
                  <a:lnTo>
                    <a:pt x="2009" y="12666"/>
                  </a:lnTo>
                  <a:lnTo>
                    <a:pt x="1738" y="12705"/>
                  </a:lnTo>
                  <a:lnTo>
                    <a:pt x="1429" y="12666"/>
                  </a:lnTo>
                  <a:lnTo>
                    <a:pt x="1120" y="12550"/>
                  </a:lnTo>
                  <a:lnTo>
                    <a:pt x="966" y="12434"/>
                  </a:lnTo>
                  <a:lnTo>
                    <a:pt x="812" y="12319"/>
                  </a:lnTo>
                  <a:lnTo>
                    <a:pt x="696" y="12203"/>
                  </a:lnTo>
                  <a:lnTo>
                    <a:pt x="580" y="12048"/>
                  </a:lnTo>
                  <a:lnTo>
                    <a:pt x="541" y="11855"/>
                  </a:lnTo>
                  <a:lnTo>
                    <a:pt x="503" y="11701"/>
                  </a:lnTo>
                  <a:lnTo>
                    <a:pt x="464" y="11546"/>
                  </a:lnTo>
                  <a:lnTo>
                    <a:pt x="464" y="11353"/>
                  </a:lnTo>
                  <a:lnTo>
                    <a:pt x="503" y="11199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35"/>
                  </a:lnTo>
                  <a:lnTo>
                    <a:pt x="889" y="10620"/>
                  </a:lnTo>
                  <a:lnTo>
                    <a:pt x="1043" y="10504"/>
                  </a:lnTo>
                  <a:lnTo>
                    <a:pt x="1236" y="10426"/>
                  </a:lnTo>
                  <a:lnTo>
                    <a:pt x="1429" y="10388"/>
                  </a:lnTo>
                  <a:lnTo>
                    <a:pt x="1700" y="10349"/>
                  </a:lnTo>
                  <a:lnTo>
                    <a:pt x="2279" y="10349"/>
                  </a:lnTo>
                  <a:lnTo>
                    <a:pt x="2588" y="10426"/>
                  </a:lnTo>
                  <a:lnTo>
                    <a:pt x="2858" y="10504"/>
                  </a:lnTo>
                  <a:lnTo>
                    <a:pt x="3128" y="10620"/>
                  </a:lnTo>
                  <a:lnTo>
                    <a:pt x="3630" y="10928"/>
                  </a:lnTo>
                  <a:lnTo>
                    <a:pt x="4132" y="11276"/>
                  </a:lnTo>
                  <a:lnTo>
                    <a:pt x="4634" y="11662"/>
                  </a:lnTo>
                  <a:lnTo>
                    <a:pt x="5523" y="12396"/>
                  </a:lnTo>
                  <a:lnTo>
                    <a:pt x="5870" y="12666"/>
                  </a:lnTo>
                  <a:lnTo>
                    <a:pt x="6256" y="12936"/>
                  </a:lnTo>
                  <a:lnTo>
                    <a:pt x="6681" y="13207"/>
                  </a:lnTo>
                  <a:lnTo>
                    <a:pt x="7106" y="13400"/>
                  </a:lnTo>
                  <a:lnTo>
                    <a:pt x="7530" y="13593"/>
                  </a:lnTo>
                  <a:lnTo>
                    <a:pt x="7994" y="13709"/>
                  </a:lnTo>
                  <a:lnTo>
                    <a:pt x="8419" y="13786"/>
                  </a:lnTo>
                  <a:lnTo>
                    <a:pt x="8921" y="13786"/>
                  </a:lnTo>
                  <a:lnTo>
                    <a:pt x="9345" y="13670"/>
                  </a:lnTo>
                  <a:lnTo>
                    <a:pt x="9693" y="13554"/>
                  </a:lnTo>
                  <a:lnTo>
                    <a:pt x="10040" y="13323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890" y="12473"/>
                  </a:lnTo>
                  <a:lnTo>
                    <a:pt x="11122" y="12087"/>
                  </a:lnTo>
                  <a:lnTo>
                    <a:pt x="11315" y="11739"/>
                  </a:lnTo>
                  <a:lnTo>
                    <a:pt x="11508" y="11199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6" y="9075"/>
                  </a:lnTo>
                  <a:lnTo>
                    <a:pt x="12319" y="8573"/>
                  </a:lnTo>
                  <a:lnTo>
                    <a:pt x="12589" y="8110"/>
                  </a:lnTo>
                  <a:lnTo>
                    <a:pt x="12937" y="7646"/>
                  </a:lnTo>
                  <a:lnTo>
                    <a:pt x="13245" y="7299"/>
                  </a:lnTo>
                  <a:lnTo>
                    <a:pt x="13632" y="6951"/>
                  </a:lnTo>
                  <a:lnTo>
                    <a:pt x="14018" y="6681"/>
                  </a:lnTo>
                  <a:lnTo>
                    <a:pt x="14443" y="6449"/>
                  </a:lnTo>
                  <a:lnTo>
                    <a:pt x="14867" y="6256"/>
                  </a:lnTo>
                  <a:lnTo>
                    <a:pt x="15331" y="6102"/>
                  </a:lnTo>
                  <a:lnTo>
                    <a:pt x="15794" y="5986"/>
                  </a:lnTo>
                  <a:lnTo>
                    <a:pt x="16296" y="5909"/>
                  </a:lnTo>
                  <a:lnTo>
                    <a:pt x="16875" y="5909"/>
                  </a:lnTo>
                  <a:lnTo>
                    <a:pt x="17455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565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2"/>
                  </a:lnTo>
                  <a:lnTo>
                    <a:pt x="21316" y="7608"/>
                  </a:lnTo>
                  <a:lnTo>
                    <a:pt x="21741" y="7723"/>
                  </a:lnTo>
                  <a:lnTo>
                    <a:pt x="22127" y="7762"/>
                  </a:lnTo>
                  <a:lnTo>
                    <a:pt x="22552" y="7723"/>
                  </a:lnTo>
                  <a:lnTo>
                    <a:pt x="22976" y="7646"/>
                  </a:lnTo>
                  <a:lnTo>
                    <a:pt x="23363" y="7492"/>
                  </a:lnTo>
                  <a:lnTo>
                    <a:pt x="23710" y="7260"/>
                  </a:lnTo>
                  <a:lnTo>
                    <a:pt x="24058" y="6990"/>
                  </a:lnTo>
                  <a:lnTo>
                    <a:pt x="24328" y="6642"/>
                  </a:lnTo>
                  <a:lnTo>
                    <a:pt x="24560" y="6295"/>
                  </a:lnTo>
                  <a:lnTo>
                    <a:pt x="24753" y="5909"/>
                  </a:lnTo>
                  <a:lnTo>
                    <a:pt x="24869" y="5484"/>
                  </a:lnTo>
                  <a:lnTo>
                    <a:pt x="24946" y="5059"/>
                  </a:lnTo>
                  <a:lnTo>
                    <a:pt x="24984" y="4634"/>
                  </a:lnTo>
                  <a:lnTo>
                    <a:pt x="24984" y="4171"/>
                  </a:lnTo>
                  <a:lnTo>
                    <a:pt x="24946" y="3707"/>
                  </a:lnTo>
                  <a:lnTo>
                    <a:pt x="24869" y="3283"/>
                  </a:lnTo>
                  <a:lnTo>
                    <a:pt x="24753" y="2819"/>
                  </a:lnTo>
                  <a:lnTo>
                    <a:pt x="24637" y="2395"/>
                  </a:lnTo>
                  <a:lnTo>
                    <a:pt x="24444" y="1970"/>
                  </a:lnTo>
                  <a:lnTo>
                    <a:pt x="24251" y="1545"/>
                  </a:lnTo>
                  <a:lnTo>
                    <a:pt x="24019" y="1159"/>
                  </a:lnTo>
                  <a:lnTo>
                    <a:pt x="23787" y="811"/>
                  </a:lnTo>
                  <a:lnTo>
                    <a:pt x="23942" y="348"/>
                  </a:lnTo>
                  <a:lnTo>
                    <a:pt x="23556" y="232"/>
                  </a:lnTo>
                  <a:lnTo>
                    <a:pt x="23170" y="78"/>
                  </a:lnTo>
                  <a:lnTo>
                    <a:pt x="23131" y="39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4" name="Google Shape;1644;p7"/>
            <p:cNvSpPr/>
            <p:nvPr/>
          </p:nvSpPr>
          <p:spPr>
            <a:xfrm>
              <a:off x="5955050" y="3275975"/>
              <a:ext cx="152550" cy="277075"/>
            </a:xfrm>
            <a:custGeom>
              <a:avLst/>
              <a:gdLst/>
              <a:ahLst/>
              <a:cxnLst/>
              <a:rect l="l" t="t" r="r" b="b"/>
              <a:pathLst>
                <a:path w="6102" h="11083" extrusionOk="0">
                  <a:moveTo>
                    <a:pt x="3553" y="0"/>
                  </a:moveTo>
                  <a:lnTo>
                    <a:pt x="3398" y="463"/>
                  </a:lnTo>
                  <a:lnTo>
                    <a:pt x="3746" y="656"/>
                  </a:lnTo>
                  <a:lnTo>
                    <a:pt x="4093" y="888"/>
                  </a:lnTo>
                  <a:lnTo>
                    <a:pt x="4364" y="1158"/>
                  </a:lnTo>
                  <a:lnTo>
                    <a:pt x="4634" y="1467"/>
                  </a:lnTo>
                  <a:lnTo>
                    <a:pt x="4866" y="1776"/>
                  </a:lnTo>
                  <a:lnTo>
                    <a:pt x="5059" y="2124"/>
                  </a:lnTo>
                  <a:lnTo>
                    <a:pt x="5213" y="2471"/>
                  </a:lnTo>
                  <a:lnTo>
                    <a:pt x="5368" y="2819"/>
                  </a:lnTo>
                  <a:lnTo>
                    <a:pt x="5445" y="3205"/>
                  </a:lnTo>
                  <a:lnTo>
                    <a:pt x="5522" y="3630"/>
                  </a:lnTo>
                  <a:lnTo>
                    <a:pt x="5561" y="4016"/>
                  </a:lnTo>
                  <a:lnTo>
                    <a:pt x="5561" y="4441"/>
                  </a:lnTo>
                  <a:lnTo>
                    <a:pt x="5561" y="4827"/>
                  </a:lnTo>
                  <a:lnTo>
                    <a:pt x="5522" y="5252"/>
                  </a:lnTo>
                  <a:lnTo>
                    <a:pt x="5406" y="5638"/>
                  </a:lnTo>
                  <a:lnTo>
                    <a:pt x="5290" y="6024"/>
                  </a:lnTo>
                  <a:lnTo>
                    <a:pt x="5136" y="6449"/>
                  </a:lnTo>
                  <a:lnTo>
                    <a:pt x="4943" y="6873"/>
                  </a:lnTo>
                  <a:lnTo>
                    <a:pt x="4711" y="7298"/>
                  </a:lnTo>
                  <a:lnTo>
                    <a:pt x="4480" y="7684"/>
                  </a:lnTo>
                  <a:lnTo>
                    <a:pt x="4209" y="8070"/>
                  </a:lnTo>
                  <a:lnTo>
                    <a:pt x="3900" y="8418"/>
                  </a:lnTo>
                  <a:lnTo>
                    <a:pt x="3591" y="8727"/>
                  </a:lnTo>
                  <a:lnTo>
                    <a:pt x="3244" y="9036"/>
                  </a:lnTo>
                  <a:lnTo>
                    <a:pt x="2896" y="9345"/>
                  </a:lnTo>
                  <a:lnTo>
                    <a:pt x="2549" y="9615"/>
                  </a:lnTo>
                  <a:lnTo>
                    <a:pt x="2124" y="9847"/>
                  </a:lnTo>
                  <a:lnTo>
                    <a:pt x="1738" y="10078"/>
                  </a:lnTo>
                  <a:lnTo>
                    <a:pt x="1313" y="10272"/>
                  </a:lnTo>
                  <a:lnTo>
                    <a:pt x="888" y="10426"/>
                  </a:lnTo>
                  <a:lnTo>
                    <a:pt x="464" y="10542"/>
                  </a:lnTo>
                  <a:lnTo>
                    <a:pt x="0" y="10658"/>
                  </a:lnTo>
                  <a:lnTo>
                    <a:pt x="77" y="11082"/>
                  </a:lnTo>
                  <a:lnTo>
                    <a:pt x="579" y="10967"/>
                  </a:lnTo>
                  <a:lnTo>
                    <a:pt x="1081" y="10851"/>
                  </a:lnTo>
                  <a:lnTo>
                    <a:pt x="1583" y="10696"/>
                  </a:lnTo>
                  <a:lnTo>
                    <a:pt x="2047" y="10465"/>
                  </a:lnTo>
                  <a:lnTo>
                    <a:pt x="2510" y="10233"/>
                  </a:lnTo>
                  <a:lnTo>
                    <a:pt x="2935" y="9963"/>
                  </a:lnTo>
                  <a:lnTo>
                    <a:pt x="3360" y="9654"/>
                  </a:lnTo>
                  <a:lnTo>
                    <a:pt x="3784" y="9306"/>
                  </a:lnTo>
                  <a:lnTo>
                    <a:pt x="4132" y="8959"/>
                  </a:lnTo>
                  <a:lnTo>
                    <a:pt x="4480" y="8572"/>
                  </a:lnTo>
                  <a:lnTo>
                    <a:pt x="4788" y="8148"/>
                  </a:lnTo>
                  <a:lnTo>
                    <a:pt x="5097" y="7723"/>
                  </a:lnTo>
                  <a:lnTo>
                    <a:pt x="5329" y="7260"/>
                  </a:lnTo>
                  <a:lnTo>
                    <a:pt x="5561" y="6796"/>
                  </a:lnTo>
                  <a:lnTo>
                    <a:pt x="5754" y="6294"/>
                  </a:lnTo>
                  <a:lnTo>
                    <a:pt x="5908" y="5792"/>
                  </a:lnTo>
                  <a:lnTo>
                    <a:pt x="5986" y="5367"/>
                  </a:lnTo>
                  <a:lnTo>
                    <a:pt x="6063" y="4943"/>
                  </a:lnTo>
                  <a:lnTo>
                    <a:pt x="6101" y="4518"/>
                  </a:lnTo>
                  <a:lnTo>
                    <a:pt x="6063" y="4093"/>
                  </a:lnTo>
                  <a:lnTo>
                    <a:pt x="6024" y="3668"/>
                  </a:lnTo>
                  <a:lnTo>
                    <a:pt x="5986" y="3244"/>
                  </a:lnTo>
                  <a:lnTo>
                    <a:pt x="5870" y="2858"/>
                  </a:lnTo>
                  <a:lnTo>
                    <a:pt x="5715" y="2433"/>
                  </a:lnTo>
                  <a:lnTo>
                    <a:pt x="5561" y="2047"/>
                  </a:lnTo>
                  <a:lnTo>
                    <a:pt x="5368" y="1699"/>
                  </a:lnTo>
                  <a:lnTo>
                    <a:pt x="5136" y="1352"/>
                  </a:lnTo>
                  <a:lnTo>
                    <a:pt x="4866" y="1043"/>
                  </a:lnTo>
                  <a:lnTo>
                    <a:pt x="4595" y="734"/>
                  </a:lnTo>
                  <a:lnTo>
                    <a:pt x="4286" y="463"/>
                  </a:lnTo>
                  <a:lnTo>
                    <a:pt x="3939" y="232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7"/>
            <p:cNvSpPr/>
            <p:nvPr/>
          </p:nvSpPr>
          <p:spPr>
            <a:xfrm>
              <a:off x="369400" y="3292375"/>
              <a:ext cx="35750" cy="31875"/>
            </a:xfrm>
            <a:custGeom>
              <a:avLst/>
              <a:gdLst/>
              <a:ahLst/>
              <a:cxnLst/>
              <a:rect l="l" t="t" r="r" b="b"/>
              <a:pathLst>
                <a:path w="1430" h="1275" extrusionOk="0">
                  <a:moveTo>
                    <a:pt x="618" y="0"/>
                  </a:moveTo>
                  <a:lnTo>
                    <a:pt x="425" y="39"/>
                  </a:lnTo>
                  <a:lnTo>
                    <a:pt x="271" y="116"/>
                  </a:lnTo>
                  <a:lnTo>
                    <a:pt x="116" y="271"/>
                  </a:lnTo>
                  <a:lnTo>
                    <a:pt x="39" y="464"/>
                  </a:lnTo>
                  <a:lnTo>
                    <a:pt x="1" y="657"/>
                  </a:lnTo>
                  <a:lnTo>
                    <a:pt x="39" y="850"/>
                  </a:lnTo>
                  <a:lnTo>
                    <a:pt x="116" y="1004"/>
                  </a:lnTo>
                  <a:lnTo>
                    <a:pt x="271" y="1159"/>
                  </a:lnTo>
                  <a:lnTo>
                    <a:pt x="425" y="1236"/>
                  </a:lnTo>
                  <a:lnTo>
                    <a:pt x="618" y="1275"/>
                  </a:lnTo>
                  <a:lnTo>
                    <a:pt x="812" y="1236"/>
                  </a:lnTo>
                  <a:lnTo>
                    <a:pt x="850" y="1198"/>
                  </a:lnTo>
                  <a:lnTo>
                    <a:pt x="889" y="1120"/>
                  </a:lnTo>
                  <a:lnTo>
                    <a:pt x="812" y="1043"/>
                  </a:lnTo>
                  <a:lnTo>
                    <a:pt x="734" y="1004"/>
                  </a:lnTo>
                  <a:lnTo>
                    <a:pt x="657" y="1004"/>
                  </a:lnTo>
                  <a:lnTo>
                    <a:pt x="541" y="966"/>
                  </a:lnTo>
                  <a:lnTo>
                    <a:pt x="464" y="889"/>
                  </a:lnTo>
                  <a:lnTo>
                    <a:pt x="425" y="811"/>
                  </a:lnTo>
                  <a:lnTo>
                    <a:pt x="387" y="696"/>
                  </a:lnTo>
                  <a:lnTo>
                    <a:pt x="425" y="618"/>
                  </a:lnTo>
                  <a:lnTo>
                    <a:pt x="464" y="502"/>
                  </a:lnTo>
                  <a:lnTo>
                    <a:pt x="541" y="425"/>
                  </a:lnTo>
                  <a:lnTo>
                    <a:pt x="618" y="387"/>
                  </a:lnTo>
                  <a:lnTo>
                    <a:pt x="812" y="387"/>
                  </a:lnTo>
                  <a:lnTo>
                    <a:pt x="927" y="464"/>
                  </a:lnTo>
                  <a:lnTo>
                    <a:pt x="1082" y="618"/>
                  </a:lnTo>
                  <a:lnTo>
                    <a:pt x="1198" y="657"/>
                  </a:lnTo>
                  <a:lnTo>
                    <a:pt x="1275" y="696"/>
                  </a:lnTo>
                  <a:lnTo>
                    <a:pt x="1352" y="696"/>
                  </a:lnTo>
                  <a:lnTo>
                    <a:pt x="1391" y="657"/>
                  </a:lnTo>
                  <a:lnTo>
                    <a:pt x="1429" y="541"/>
                  </a:lnTo>
                  <a:lnTo>
                    <a:pt x="1391" y="464"/>
                  </a:lnTo>
                  <a:lnTo>
                    <a:pt x="1352" y="348"/>
                  </a:lnTo>
                  <a:lnTo>
                    <a:pt x="1198" y="194"/>
                  </a:lnTo>
                  <a:lnTo>
                    <a:pt x="1005" y="78"/>
                  </a:lnTo>
                  <a:lnTo>
                    <a:pt x="81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7"/>
            <p:cNvSpPr/>
            <p:nvPr/>
          </p:nvSpPr>
          <p:spPr>
            <a:xfrm>
              <a:off x="6549700" y="3335825"/>
              <a:ext cx="85000" cy="94625"/>
            </a:xfrm>
            <a:custGeom>
              <a:avLst/>
              <a:gdLst/>
              <a:ahLst/>
              <a:cxnLst/>
              <a:rect l="l" t="t" r="r" b="b"/>
              <a:pathLst>
                <a:path w="3400" h="3785" extrusionOk="0">
                  <a:moveTo>
                    <a:pt x="78" y="0"/>
                  </a:moveTo>
                  <a:lnTo>
                    <a:pt x="1" y="77"/>
                  </a:lnTo>
                  <a:lnTo>
                    <a:pt x="1" y="116"/>
                  </a:lnTo>
                  <a:lnTo>
                    <a:pt x="349" y="888"/>
                  </a:lnTo>
                  <a:lnTo>
                    <a:pt x="812" y="1661"/>
                  </a:lnTo>
                  <a:lnTo>
                    <a:pt x="1275" y="2394"/>
                  </a:lnTo>
                  <a:lnTo>
                    <a:pt x="1739" y="3089"/>
                  </a:lnTo>
                  <a:lnTo>
                    <a:pt x="2009" y="3437"/>
                  </a:lnTo>
                  <a:lnTo>
                    <a:pt x="2202" y="3553"/>
                  </a:lnTo>
                  <a:lnTo>
                    <a:pt x="2395" y="3669"/>
                  </a:lnTo>
                  <a:lnTo>
                    <a:pt x="2588" y="3746"/>
                  </a:lnTo>
                  <a:lnTo>
                    <a:pt x="2781" y="3784"/>
                  </a:lnTo>
                  <a:lnTo>
                    <a:pt x="3013" y="3707"/>
                  </a:lnTo>
                  <a:lnTo>
                    <a:pt x="3206" y="3591"/>
                  </a:lnTo>
                  <a:lnTo>
                    <a:pt x="3322" y="3437"/>
                  </a:lnTo>
                  <a:lnTo>
                    <a:pt x="3399" y="3244"/>
                  </a:lnTo>
                  <a:lnTo>
                    <a:pt x="3399" y="3089"/>
                  </a:lnTo>
                  <a:lnTo>
                    <a:pt x="3399" y="2896"/>
                  </a:lnTo>
                  <a:lnTo>
                    <a:pt x="3360" y="2703"/>
                  </a:lnTo>
                  <a:lnTo>
                    <a:pt x="3283" y="2510"/>
                  </a:lnTo>
                  <a:lnTo>
                    <a:pt x="3129" y="2163"/>
                  </a:lnTo>
                  <a:lnTo>
                    <a:pt x="2936" y="2240"/>
                  </a:lnTo>
                  <a:lnTo>
                    <a:pt x="3052" y="2587"/>
                  </a:lnTo>
                  <a:lnTo>
                    <a:pt x="3090" y="2742"/>
                  </a:lnTo>
                  <a:lnTo>
                    <a:pt x="3129" y="2858"/>
                  </a:lnTo>
                  <a:lnTo>
                    <a:pt x="2897" y="3012"/>
                  </a:lnTo>
                  <a:lnTo>
                    <a:pt x="2665" y="3128"/>
                  </a:lnTo>
                  <a:lnTo>
                    <a:pt x="2511" y="3205"/>
                  </a:lnTo>
                  <a:lnTo>
                    <a:pt x="2318" y="3205"/>
                  </a:lnTo>
                  <a:lnTo>
                    <a:pt x="2202" y="3167"/>
                  </a:lnTo>
                  <a:lnTo>
                    <a:pt x="2048" y="3089"/>
                  </a:lnTo>
                  <a:lnTo>
                    <a:pt x="1932" y="2935"/>
                  </a:lnTo>
                  <a:lnTo>
                    <a:pt x="1855" y="2742"/>
                  </a:lnTo>
                  <a:lnTo>
                    <a:pt x="1700" y="2510"/>
                  </a:lnTo>
                  <a:lnTo>
                    <a:pt x="1082" y="1506"/>
                  </a:lnTo>
                  <a:lnTo>
                    <a:pt x="619" y="772"/>
                  </a:lnTo>
                  <a:lnTo>
                    <a:pt x="387" y="386"/>
                  </a:lnTo>
                  <a:lnTo>
                    <a:pt x="117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7"/>
            <p:cNvSpPr/>
            <p:nvPr/>
          </p:nvSpPr>
          <p:spPr>
            <a:xfrm>
              <a:off x="2268300" y="338120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70"/>
                  </a:lnTo>
                  <a:lnTo>
                    <a:pt x="1120" y="463"/>
                  </a:lnTo>
                  <a:lnTo>
                    <a:pt x="850" y="656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64"/>
                  </a:lnTo>
                  <a:lnTo>
                    <a:pt x="0" y="3051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90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68"/>
                  </a:lnTo>
                  <a:lnTo>
                    <a:pt x="502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815"/>
                  </a:lnTo>
                  <a:lnTo>
                    <a:pt x="888" y="1583"/>
                  </a:lnTo>
                  <a:lnTo>
                    <a:pt x="1043" y="1352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2"/>
                  </a:lnTo>
                  <a:lnTo>
                    <a:pt x="1892" y="656"/>
                  </a:lnTo>
                  <a:lnTo>
                    <a:pt x="2124" y="579"/>
                  </a:lnTo>
                  <a:lnTo>
                    <a:pt x="2433" y="541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2"/>
                  </a:lnTo>
                  <a:lnTo>
                    <a:pt x="3360" y="965"/>
                  </a:lnTo>
                  <a:lnTo>
                    <a:pt x="3514" y="1158"/>
                  </a:lnTo>
                  <a:lnTo>
                    <a:pt x="3591" y="1390"/>
                  </a:lnTo>
                  <a:lnTo>
                    <a:pt x="3668" y="1660"/>
                  </a:lnTo>
                  <a:lnTo>
                    <a:pt x="4132" y="1583"/>
                  </a:lnTo>
                  <a:lnTo>
                    <a:pt x="4016" y="1197"/>
                  </a:lnTo>
                  <a:lnTo>
                    <a:pt x="3823" y="811"/>
                  </a:lnTo>
                  <a:lnTo>
                    <a:pt x="3630" y="541"/>
                  </a:lnTo>
                  <a:lnTo>
                    <a:pt x="3398" y="270"/>
                  </a:lnTo>
                  <a:lnTo>
                    <a:pt x="3244" y="193"/>
                  </a:lnTo>
                  <a:lnTo>
                    <a:pt x="3089" y="116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"/>
            <p:cNvSpPr/>
            <p:nvPr/>
          </p:nvSpPr>
          <p:spPr>
            <a:xfrm>
              <a:off x="2133125" y="3382150"/>
              <a:ext cx="437350" cy="302200"/>
            </a:xfrm>
            <a:custGeom>
              <a:avLst/>
              <a:gdLst/>
              <a:ahLst/>
              <a:cxnLst/>
              <a:rect l="l" t="t" r="r" b="b"/>
              <a:pathLst>
                <a:path w="17494" h="12088" extrusionOk="0">
                  <a:moveTo>
                    <a:pt x="12087" y="541"/>
                  </a:moveTo>
                  <a:lnTo>
                    <a:pt x="12203" y="580"/>
                  </a:lnTo>
                  <a:lnTo>
                    <a:pt x="12319" y="657"/>
                  </a:lnTo>
                  <a:lnTo>
                    <a:pt x="12628" y="889"/>
                  </a:lnTo>
                  <a:lnTo>
                    <a:pt x="12898" y="1159"/>
                  </a:lnTo>
                  <a:lnTo>
                    <a:pt x="13130" y="1507"/>
                  </a:lnTo>
                  <a:lnTo>
                    <a:pt x="13323" y="1893"/>
                  </a:lnTo>
                  <a:lnTo>
                    <a:pt x="13478" y="2279"/>
                  </a:lnTo>
                  <a:lnTo>
                    <a:pt x="13632" y="2665"/>
                  </a:lnTo>
                  <a:lnTo>
                    <a:pt x="13825" y="3476"/>
                  </a:lnTo>
                  <a:lnTo>
                    <a:pt x="13091" y="3013"/>
                  </a:lnTo>
                  <a:lnTo>
                    <a:pt x="12705" y="2781"/>
                  </a:lnTo>
                  <a:lnTo>
                    <a:pt x="12358" y="2511"/>
                  </a:lnTo>
                  <a:lnTo>
                    <a:pt x="12010" y="2124"/>
                  </a:lnTo>
                  <a:lnTo>
                    <a:pt x="11817" y="1931"/>
                  </a:lnTo>
                  <a:lnTo>
                    <a:pt x="11663" y="1738"/>
                  </a:lnTo>
                  <a:lnTo>
                    <a:pt x="11508" y="1429"/>
                  </a:lnTo>
                  <a:lnTo>
                    <a:pt x="11431" y="1082"/>
                  </a:lnTo>
                  <a:lnTo>
                    <a:pt x="11663" y="734"/>
                  </a:lnTo>
                  <a:lnTo>
                    <a:pt x="11779" y="618"/>
                  </a:lnTo>
                  <a:lnTo>
                    <a:pt x="11856" y="541"/>
                  </a:lnTo>
                  <a:close/>
                  <a:moveTo>
                    <a:pt x="16296" y="1622"/>
                  </a:moveTo>
                  <a:lnTo>
                    <a:pt x="16412" y="1661"/>
                  </a:lnTo>
                  <a:lnTo>
                    <a:pt x="16490" y="1738"/>
                  </a:lnTo>
                  <a:lnTo>
                    <a:pt x="16567" y="1854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56"/>
                  </a:lnTo>
                  <a:lnTo>
                    <a:pt x="16605" y="2511"/>
                  </a:lnTo>
                  <a:lnTo>
                    <a:pt x="16528" y="2704"/>
                  </a:lnTo>
                  <a:lnTo>
                    <a:pt x="16412" y="2820"/>
                  </a:lnTo>
                  <a:lnTo>
                    <a:pt x="16296" y="2974"/>
                  </a:lnTo>
                  <a:lnTo>
                    <a:pt x="15949" y="3206"/>
                  </a:lnTo>
                  <a:lnTo>
                    <a:pt x="15563" y="3399"/>
                  </a:lnTo>
                  <a:lnTo>
                    <a:pt x="15138" y="3553"/>
                  </a:lnTo>
                  <a:lnTo>
                    <a:pt x="14713" y="3669"/>
                  </a:lnTo>
                  <a:lnTo>
                    <a:pt x="14366" y="3746"/>
                  </a:lnTo>
                  <a:lnTo>
                    <a:pt x="14482" y="3360"/>
                  </a:lnTo>
                  <a:lnTo>
                    <a:pt x="14636" y="2974"/>
                  </a:lnTo>
                  <a:lnTo>
                    <a:pt x="14829" y="2626"/>
                  </a:lnTo>
                  <a:lnTo>
                    <a:pt x="15099" y="2279"/>
                  </a:lnTo>
                  <a:lnTo>
                    <a:pt x="15408" y="1970"/>
                  </a:lnTo>
                  <a:lnTo>
                    <a:pt x="15640" y="1816"/>
                  </a:lnTo>
                  <a:lnTo>
                    <a:pt x="15872" y="1700"/>
                  </a:lnTo>
                  <a:lnTo>
                    <a:pt x="16103" y="1622"/>
                  </a:lnTo>
                  <a:close/>
                  <a:moveTo>
                    <a:pt x="13864" y="4287"/>
                  </a:moveTo>
                  <a:lnTo>
                    <a:pt x="13671" y="4557"/>
                  </a:lnTo>
                  <a:lnTo>
                    <a:pt x="13478" y="4789"/>
                  </a:lnTo>
                  <a:lnTo>
                    <a:pt x="13246" y="5021"/>
                  </a:lnTo>
                  <a:lnTo>
                    <a:pt x="13014" y="5252"/>
                  </a:lnTo>
                  <a:lnTo>
                    <a:pt x="12667" y="5484"/>
                  </a:lnTo>
                  <a:lnTo>
                    <a:pt x="12165" y="5793"/>
                  </a:lnTo>
                  <a:lnTo>
                    <a:pt x="11894" y="5909"/>
                  </a:lnTo>
                  <a:lnTo>
                    <a:pt x="11624" y="5986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5" y="5870"/>
                  </a:lnTo>
                  <a:lnTo>
                    <a:pt x="10968" y="5793"/>
                  </a:lnTo>
                  <a:lnTo>
                    <a:pt x="10929" y="5716"/>
                  </a:lnTo>
                  <a:lnTo>
                    <a:pt x="10890" y="5638"/>
                  </a:lnTo>
                  <a:lnTo>
                    <a:pt x="10890" y="5445"/>
                  </a:lnTo>
                  <a:lnTo>
                    <a:pt x="10968" y="5291"/>
                  </a:lnTo>
                  <a:lnTo>
                    <a:pt x="11122" y="5098"/>
                  </a:lnTo>
                  <a:lnTo>
                    <a:pt x="11277" y="4982"/>
                  </a:lnTo>
                  <a:lnTo>
                    <a:pt x="11547" y="4750"/>
                  </a:lnTo>
                  <a:lnTo>
                    <a:pt x="11817" y="4673"/>
                  </a:lnTo>
                  <a:lnTo>
                    <a:pt x="12087" y="4557"/>
                  </a:lnTo>
                  <a:lnTo>
                    <a:pt x="12628" y="4480"/>
                  </a:lnTo>
                  <a:lnTo>
                    <a:pt x="13246" y="4403"/>
                  </a:lnTo>
                  <a:lnTo>
                    <a:pt x="13555" y="4364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96"/>
                  </a:lnTo>
                  <a:lnTo>
                    <a:pt x="15408" y="4789"/>
                  </a:lnTo>
                  <a:lnTo>
                    <a:pt x="15717" y="4982"/>
                  </a:lnTo>
                  <a:lnTo>
                    <a:pt x="15910" y="5136"/>
                  </a:lnTo>
                  <a:lnTo>
                    <a:pt x="16142" y="5407"/>
                  </a:lnTo>
                  <a:lnTo>
                    <a:pt x="16412" y="5677"/>
                  </a:lnTo>
                  <a:lnTo>
                    <a:pt x="16644" y="6025"/>
                  </a:lnTo>
                  <a:lnTo>
                    <a:pt x="16876" y="6333"/>
                  </a:lnTo>
                  <a:lnTo>
                    <a:pt x="16992" y="6681"/>
                  </a:lnTo>
                  <a:lnTo>
                    <a:pt x="16992" y="6835"/>
                  </a:lnTo>
                  <a:lnTo>
                    <a:pt x="16992" y="6990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374" y="7337"/>
                  </a:lnTo>
                  <a:lnTo>
                    <a:pt x="16142" y="7222"/>
                  </a:lnTo>
                  <a:lnTo>
                    <a:pt x="15872" y="7029"/>
                  </a:lnTo>
                  <a:lnTo>
                    <a:pt x="15601" y="6835"/>
                  </a:lnTo>
                  <a:lnTo>
                    <a:pt x="15370" y="6565"/>
                  </a:lnTo>
                  <a:lnTo>
                    <a:pt x="15061" y="6179"/>
                  </a:lnTo>
                  <a:lnTo>
                    <a:pt x="14829" y="5716"/>
                  </a:lnTo>
                  <a:lnTo>
                    <a:pt x="14636" y="5252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78"/>
                  </a:lnTo>
                  <a:lnTo>
                    <a:pt x="11470" y="116"/>
                  </a:lnTo>
                  <a:lnTo>
                    <a:pt x="11354" y="232"/>
                  </a:lnTo>
                  <a:lnTo>
                    <a:pt x="11161" y="425"/>
                  </a:lnTo>
                  <a:lnTo>
                    <a:pt x="11006" y="618"/>
                  </a:lnTo>
                  <a:lnTo>
                    <a:pt x="10929" y="812"/>
                  </a:lnTo>
                  <a:lnTo>
                    <a:pt x="10929" y="1043"/>
                  </a:lnTo>
                  <a:lnTo>
                    <a:pt x="10929" y="1236"/>
                  </a:lnTo>
                  <a:lnTo>
                    <a:pt x="11006" y="1468"/>
                  </a:lnTo>
                  <a:lnTo>
                    <a:pt x="11083" y="1700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2" y="2742"/>
                  </a:lnTo>
                  <a:lnTo>
                    <a:pt x="12396" y="3090"/>
                  </a:lnTo>
                  <a:lnTo>
                    <a:pt x="12860" y="3437"/>
                  </a:lnTo>
                  <a:lnTo>
                    <a:pt x="12860" y="3437"/>
                  </a:lnTo>
                  <a:lnTo>
                    <a:pt x="12049" y="3322"/>
                  </a:lnTo>
                  <a:lnTo>
                    <a:pt x="11199" y="3283"/>
                  </a:lnTo>
                  <a:lnTo>
                    <a:pt x="10388" y="3360"/>
                  </a:lnTo>
                  <a:lnTo>
                    <a:pt x="9616" y="3476"/>
                  </a:lnTo>
                  <a:lnTo>
                    <a:pt x="9655" y="3013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45"/>
                  </a:lnTo>
                  <a:lnTo>
                    <a:pt x="9075" y="1622"/>
                  </a:lnTo>
                  <a:lnTo>
                    <a:pt x="9153" y="2124"/>
                  </a:lnTo>
                  <a:lnTo>
                    <a:pt x="9153" y="2626"/>
                  </a:lnTo>
                  <a:lnTo>
                    <a:pt x="9153" y="3090"/>
                  </a:lnTo>
                  <a:lnTo>
                    <a:pt x="9075" y="3515"/>
                  </a:lnTo>
                  <a:lnTo>
                    <a:pt x="9075" y="3630"/>
                  </a:lnTo>
                  <a:lnTo>
                    <a:pt x="8226" y="3901"/>
                  </a:lnTo>
                  <a:lnTo>
                    <a:pt x="7415" y="4287"/>
                  </a:lnTo>
                  <a:lnTo>
                    <a:pt x="6604" y="4750"/>
                  </a:lnTo>
                  <a:lnTo>
                    <a:pt x="5832" y="5252"/>
                  </a:lnTo>
                  <a:lnTo>
                    <a:pt x="5407" y="5252"/>
                  </a:lnTo>
                  <a:lnTo>
                    <a:pt x="5407" y="5561"/>
                  </a:lnTo>
                  <a:lnTo>
                    <a:pt x="4596" y="6218"/>
                  </a:lnTo>
                  <a:lnTo>
                    <a:pt x="3824" y="6951"/>
                  </a:lnTo>
                  <a:lnTo>
                    <a:pt x="3090" y="7724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56"/>
                  </a:lnTo>
                  <a:lnTo>
                    <a:pt x="542" y="10967"/>
                  </a:lnTo>
                  <a:lnTo>
                    <a:pt x="1" y="11817"/>
                  </a:lnTo>
                  <a:lnTo>
                    <a:pt x="349" y="12087"/>
                  </a:lnTo>
                  <a:lnTo>
                    <a:pt x="1546" y="10542"/>
                  </a:lnTo>
                  <a:lnTo>
                    <a:pt x="2743" y="8998"/>
                  </a:lnTo>
                  <a:lnTo>
                    <a:pt x="3360" y="8226"/>
                  </a:lnTo>
                  <a:lnTo>
                    <a:pt x="4017" y="7531"/>
                  </a:lnTo>
                  <a:lnTo>
                    <a:pt x="4712" y="6835"/>
                  </a:lnTo>
                  <a:lnTo>
                    <a:pt x="5484" y="6179"/>
                  </a:lnTo>
                  <a:lnTo>
                    <a:pt x="6257" y="5600"/>
                  </a:lnTo>
                  <a:lnTo>
                    <a:pt x="7106" y="5059"/>
                  </a:lnTo>
                  <a:lnTo>
                    <a:pt x="7994" y="4634"/>
                  </a:lnTo>
                  <a:lnTo>
                    <a:pt x="8458" y="4441"/>
                  </a:lnTo>
                  <a:lnTo>
                    <a:pt x="8921" y="4287"/>
                  </a:lnTo>
                  <a:lnTo>
                    <a:pt x="9423" y="4132"/>
                  </a:lnTo>
                  <a:lnTo>
                    <a:pt x="9886" y="4017"/>
                  </a:lnTo>
                  <a:lnTo>
                    <a:pt x="10388" y="3939"/>
                  </a:lnTo>
                  <a:lnTo>
                    <a:pt x="10852" y="3862"/>
                  </a:lnTo>
                  <a:lnTo>
                    <a:pt x="11354" y="3823"/>
                  </a:lnTo>
                  <a:lnTo>
                    <a:pt x="11856" y="3823"/>
                  </a:lnTo>
                  <a:lnTo>
                    <a:pt x="12358" y="3862"/>
                  </a:lnTo>
                  <a:lnTo>
                    <a:pt x="12860" y="3939"/>
                  </a:lnTo>
                  <a:lnTo>
                    <a:pt x="12358" y="4017"/>
                  </a:lnTo>
                  <a:lnTo>
                    <a:pt x="11856" y="4132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57"/>
                  </a:lnTo>
                  <a:lnTo>
                    <a:pt x="10852" y="4712"/>
                  </a:lnTo>
                  <a:lnTo>
                    <a:pt x="10697" y="4866"/>
                  </a:lnTo>
                  <a:lnTo>
                    <a:pt x="10543" y="5098"/>
                  </a:lnTo>
                  <a:lnTo>
                    <a:pt x="10466" y="5291"/>
                  </a:lnTo>
                  <a:lnTo>
                    <a:pt x="10388" y="5523"/>
                  </a:lnTo>
                  <a:lnTo>
                    <a:pt x="10388" y="5754"/>
                  </a:lnTo>
                  <a:lnTo>
                    <a:pt x="10427" y="5986"/>
                  </a:lnTo>
                  <a:lnTo>
                    <a:pt x="10581" y="6179"/>
                  </a:lnTo>
                  <a:lnTo>
                    <a:pt x="10659" y="6256"/>
                  </a:lnTo>
                  <a:lnTo>
                    <a:pt x="10775" y="6333"/>
                  </a:lnTo>
                  <a:lnTo>
                    <a:pt x="11006" y="6449"/>
                  </a:lnTo>
                  <a:lnTo>
                    <a:pt x="11585" y="6449"/>
                  </a:lnTo>
                  <a:lnTo>
                    <a:pt x="11894" y="6372"/>
                  </a:lnTo>
                  <a:lnTo>
                    <a:pt x="12165" y="6295"/>
                  </a:lnTo>
                  <a:lnTo>
                    <a:pt x="12628" y="6063"/>
                  </a:lnTo>
                  <a:lnTo>
                    <a:pt x="13053" y="5831"/>
                  </a:lnTo>
                  <a:lnTo>
                    <a:pt x="13439" y="5523"/>
                  </a:lnTo>
                  <a:lnTo>
                    <a:pt x="13400" y="5561"/>
                  </a:lnTo>
                  <a:lnTo>
                    <a:pt x="13786" y="5716"/>
                  </a:lnTo>
                  <a:lnTo>
                    <a:pt x="14057" y="4866"/>
                  </a:lnTo>
                  <a:lnTo>
                    <a:pt x="14211" y="5407"/>
                  </a:lnTo>
                  <a:lnTo>
                    <a:pt x="14404" y="5947"/>
                  </a:lnTo>
                  <a:lnTo>
                    <a:pt x="14675" y="6411"/>
                  </a:lnTo>
                  <a:lnTo>
                    <a:pt x="14984" y="6874"/>
                  </a:lnTo>
                  <a:lnTo>
                    <a:pt x="15177" y="7067"/>
                  </a:lnTo>
                  <a:lnTo>
                    <a:pt x="15408" y="7299"/>
                  </a:lnTo>
                  <a:lnTo>
                    <a:pt x="15679" y="7492"/>
                  </a:lnTo>
                  <a:lnTo>
                    <a:pt x="15988" y="7685"/>
                  </a:lnTo>
                  <a:lnTo>
                    <a:pt x="16296" y="7801"/>
                  </a:lnTo>
                  <a:lnTo>
                    <a:pt x="16605" y="7878"/>
                  </a:lnTo>
                  <a:lnTo>
                    <a:pt x="16876" y="7878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46"/>
                  </a:lnTo>
                  <a:lnTo>
                    <a:pt x="17378" y="7531"/>
                  </a:lnTo>
                  <a:lnTo>
                    <a:pt x="17416" y="7415"/>
                  </a:lnTo>
                  <a:lnTo>
                    <a:pt x="17455" y="7260"/>
                  </a:lnTo>
                  <a:lnTo>
                    <a:pt x="17494" y="6951"/>
                  </a:lnTo>
                  <a:lnTo>
                    <a:pt x="17416" y="6642"/>
                  </a:lnTo>
                  <a:lnTo>
                    <a:pt x="17300" y="6295"/>
                  </a:lnTo>
                  <a:lnTo>
                    <a:pt x="17185" y="5986"/>
                  </a:lnTo>
                  <a:lnTo>
                    <a:pt x="17030" y="5716"/>
                  </a:lnTo>
                  <a:lnTo>
                    <a:pt x="16876" y="5484"/>
                  </a:lnTo>
                  <a:lnTo>
                    <a:pt x="16683" y="5252"/>
                  </a:lnTo>
                  <a:lnTo>
                    <a:pt x="16490" y="5021"/>
                  </a:lnTo>
                  <a:lnTo>
                    <a:pt x="16258" y="4827"/>
                  </a:lnTo>
                  <a:lnTo>
                    <a:pt x="16026" y="4634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39"/>
                  </a:lnTo>
                  <a:lnTo>
                    <a:pt x="15833" y="3746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90"/>
                  </a:lnTo>
                  <a:lnTo>
                    <a:pt x="16914" y="2897"/>
                  </a:lnTo>
                  <a:lnTo>
                    <a:pt x="17030" y="2665"/>
                  </a:lnTo>
                  <a:lnTo>
                    <a:pt x="17107" y="2433"/>
                  </a:lnTo>
                  <a:lnTo>
                    <a:pt x="17146" y="2202"/>
                  </a:lnTo>
                  <a:lnTo>
                    <a:pt x="17107" y="1931"/>
                  </a:lnTo>
                  <a:lnTo>
                    <a:pt x="17069" y="1700"/>
                  </a:lnTo>
                  <a:lnTo>
                    <a:pt x="16914" y="1507"/>
                  </a:lnTo>
                  <a:lnTo>
                    <a:pt x="16760" y="1352"/>
                  </a:lnTo>
                  <a:lnTo>
                    <a:pt x="16567" y="1236"/>
                  </a:lnTo>
                  <a:lnTo>
                    <a:pt x="16335" y="1159"/>
                  </a:lnTo>
                  <a:lnTo>
                    <a:pt x="16103" y="1159"/>
                  </a:lnTo>
                  <a:lnTo>
                    <a:pt x="15910" y="1198"/>
                  </a:lnTo>
                  <a:lnTo>
                    <a:pt x="15679" y="1275"/>
                  </a:lnTo>
                  <a:lnTo>
                    <a:pt x="15447" y="1352"/>
                  </a:lnTo>
                  <a:lnTo>
                    <a:pt x="15254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7" y="2588"/>
                  </a:lnTo>
                  <a:lnTo>
                    <a:pt x="14095" y="3013"/>
                  </a:lnTo>
                  <a:lnTo>
                    <a:pt x="13980" y="2472"/>
                  </a:lnTo>
                  <a:lnTo>
                    <a:pt x="13748" y="1893"/>
                  </a:lnTo>
                  <a:lnTo>
                    <a:pt x="13516" y="1352"/>
                  </a:lnTo>
                  <a:lnTo>
                    <a:pt x="13169" y="889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8" y="155"/>
                  </a:lnTo>
                  <a:lnTo>
                    <a:pt x="12087" y="39"/>
                  </a:lnTo>
                  <a:lnTo>
                    <a:pt x="118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"/>
            <p:cNvSpPr/>
            <p:nvPr/>
          </p:nvSpPr>
          <p:spPr>
            <a:xfrm>
              <a:off x="2737450" y="3395675"/>
              <a:ext cx="459550" cy="296375"/>
            </a:xfrm>
            <a:custGeom>
              <a:avLst/>
              <a:gdLst/>
              <a:ahLst/>
              <a:cxnLst/>
              <a:rect l="l" t="t" r="r" b="b"/>
              <a:pathLst>
                <a:path w="18382" h="11855" extrusionOk="0">
                  <a:moveTo>
                    <a:pt x="17648" y="2935"/>
                  </a:moveTo>
                  <a:lnTo>
                    <a:pt x="17725" y="2974"/>
                  </a:lnTo>
                  <a:lnTo>
                    <a:pt x="17802" y="3051"/>
                  </a:lnTo>
                  <a:lnTo>
                    <a:pt x="17841" y="3128"/>
                  </a:lnTo>
                  <a:lnTo>
                    <a:pt x="17880" y="3321"/>
                  </a:lnTo>
                  <a:lnTo>
                    <a:pt x="17918" y="3553"/>
                  </a:lnTo>
                  <a:lnTo>
                    <a:pt x="17880" y="3746"/>
                  </a:lnTo>
                  <a:lnTo>
                    <a:pt x="17764" y="3939"/>
                  </a:lnTo>
                  <a:lnTo>
                    <a:pt x="17648" y="4132"/>
                  </a:lnTo>
                  <a:lnTo>
                    <a:pt x="17300" y="4402"/>
                  </a:lnTo>
                  <a:lnTo>
                    <a:pt x="17030" y="4595"/>
                  </a:lnTo>
                  <a:lnTo>
                    <a:pt x="16721" y="4750"/>
                  </a:lnTo>
                  <a:lnTo>
                    <a:pt x="16412" y="4866"/>
                  </a:lnTo>
                  <a:lnTo>
                    <a:pt x="16065" y="4943"/>
                  </a:lnTo>
                  <a:lnTo>
                    <a:pt x="16181" y="4364"/>
                  </a:lnTo>
                  <a:lnTo>
                    <a:pt x="16296" y="4055"/>
                  </a:lnTo>
                  <a:lnTo>
                    <a:pt x="16412" y="3784"/>
                  </a:lnTo>
                  <a:lnTo>
                    <a:pt x="16528" y="3514"/>
                  </a:lnTo>
                  <a:lnTo>
                    <a:pt x="16721" y="3282"/>
                  </a:lnTo>
                  <a:lnTo>
                    <a:pt x="16953" y="3128"/>
                  </a:lnTo>
                  <a:lnTo>
                    <a:pt x="17223" y="2974"/>
                  </a:lnTo>
                  <a:lnTo>
                    <a:pt x="17493" y="2935"/>
                  </a:lnTo>
                  <a:close/>
                  <a:moveTo>
                    <a:pt x="14211" y="4866"/>
                  </a:moveTo>
                  <a:lnTo>
                    <a:pt x="14481" y="4904"/>
                  </a:lnTo>
                  <a:lnTo>
                    <a:pt x="14752" y="4982"/>
                  </a:lnTo>
                  <a:lnTo>
                    <a:pt x="15022" y="5059"/>
                  </a:lnTo>
                  <a:lnTo>
                    <a:pt x="15254" y="5175"/>
                  </a:lnTo>
                  <a:lnTo>
                    <a:pt x="15177" y="5329"/>
                  </a:lnTo>
                  <a:lnTo>
                    <a:pt x="14752" y="5522"/>
                  </a:lnTo>
                  <a:lnTo>
                    <a:pt x="14288" y="5677"/>
                  </a:lnTo>
                  <a:lnTo>
                    <a:pt x="14018" y="5715"/>
                  </a:lnTo>
                  <a:lnTo>
                    <a:pt x="13748" y="5754"/>
                  </a:lnTo>
                  <a:lnTo>
                    <a:pt x="13477" y="5754"/>
                  </a:lnTo>
                  <a:lnTo>
                    <a:pt x="13169" y="5677"/>
                  </a:lnTo>
                  <a:lnTo>
                    <a:pt x="13053" y="5677"/>
                  </a:lnTo>
                  <a:lnTo>
                    <a:pt x="12975" y="5599"/>
                  </a:lnTo>
                  <a:lnTo>
                    <a:pt x="12975" y="5484"/>
                  </a:lnTo>
                  <a:lnTo>
                    <a:pt x="13053" y="5368"/>
                  </a:lnTo>
                  <a:lnTo>
                    <a:pt x="13091" y="5136"/>
                  </a:lnTo>
                  <a:lnTo>
                    <a:pt x="13169" y="5020"/>
                  </a:lnTo>
                  <a:lnTo>
                    <a:pt x="13323" y="4943"/>
                  </a:lnTo>
                  <a:lnTo>
                    <a:pt x="13555" y="4904"/>
                  </a:lnTo>
                  <a:lnTo>
                    <a:pt x="13864" y="4866"/>
                  </a:lnTo>
                  <a:close/>
                  <a:moveTo>
                    <a:pt x="15756" y="5522"/>
                  </a:moveTo>
                  <a:lnTo>
                    <a:pt x="16374" y="5831"/>
                  </a:lnTo>
                  <a:lnTo>
                    <a:pt x="16644" y="5986"/>
                  </a:lnTo>
                  <a:lnTo>
                    <a:pt x="16953" y="6179"/>
                  </a:lnTo>
                  <a:lnTo>
                    <a:pt x="17185" y="6372"/>
                  </a:lnTo>
                  <a:lnTo>
                    <a:pt x="17416" y="6603"/>
                  </a:lnTo>
                  <a:lnTo>
                    <a:pt x="17571" y="6912"/>
                  </a:lnTo>
                  <a:lnTo>
                    <a:pt x="17609" y="7067"/>
                  </a:lnTo>
                  <a:lnTo>
                    <a:pt x="17609" y="7221"/>
                  </a:lnTo>
                  <a:lnTo>
                    <a:pt x="17609" y="7453"/>
                  </a:lnTo>
                  <a:lnTo>
                    <a:pt x="17532" y="7569"/>
                  </a:lnTo>
                  <a:lnTo>
                    <a:pt x="17455" y="7685"/>
                  </a:lnTo>
                  <a:lnTo>
                    <a:pt x="17300" y="7723"/>
                  </a:lnTo>
                  <a:lnTo>
                    <a:pt x="17146" y="7723"/>
                  </a:lnTo>
                  <a:lnTo>
                    <a:pt x="16953" y="7685"/>
                  </a:lnTo>
                  <a:lnTo>
                    <a:pt x="16798" y="7607"/>
                  </a:lnTo>
                  <a:lnTo>
                    <a:pt x="16644" y="7492"/>
                  </a:lnTo>
                  <a:lnTo>
                    <a:pt x="16412" y="7183"/>
                  </a:lnTo>
                  <a:lnTo>
                    <a:pt x="16181" y="6796"/>
                  </a:lnTo>
                  <a:lnTo>
                    <a:pt x="16026" y="6488"/>
                  </a:lnTo>
                  <a:lnTo>
                    <a:pt x="15910" y="6179"/>
                  </a:lnTo>
                  <a:lnTo>
                    <a:pt x="15833" y="5831"/>
                  </a:lnTo>
                  <a:lnTo>
                    <a:pt x="15756" y="5522"/>
                  </a:lnTo>
                  <a:close/>
                  <a:moveTo>
                    <a:pt x="4944" y="464"/>
                  </a:moveTo>
                  <a:lnTo>
                    <a:pt x="5561" y="502"/>
                  </a:lnTo>
                  <a:lnTo>
                    <a:pt x="6141" y="657"/>
                  </a:lnTo>
                  <a:lnTo>
                    <a:pt x="6681" y="888"/>
                  </a:lnTo>
                  <a:lnTo>
                    <a:pt x="7222" y="1197"/>
                  </a:lnTo>
                  <a:lnTo>
                    <a:pt x="7685" y="1545"/>
                  </a:lnTo>
                  <a:lnTo>
                    <a:pt x="8149" y="1970"/>
                  </a:lnTo>
                  <a:lnTo>
                    <a:pt x="8496" y="2394"/>
                  </a:lnTo>
                  <a:lnTo>
                    <a:pt x="8766" y="2781"/>
                  </a:lnTo>
                  <a:lnTo>
                    <a:pt x="9037" y="3205"/>
                  </a:lnTo>
                  <a:lnTo>
                    <a:pt x="9268" y="3669"/>
                  </a:lnTo>
                  <a:lnTo>
                    <a:pt x="9693" y="4595"/>
                  </a:lnTo>
                  <a:lnTo>
                    <a:pt x="10079" y="5522"/>
                  </a:lnTo>
                  <a:lnTo>
                    <a:pt x="10272" y="5908"/>
                  </a:lnTo>
                  <a:lnTo>
                    <a:pt x="10504" y="6294"/>
                  </a:lnTo>
                  <a:lnTo>
                    <a:pt x="10736" y="6642"/>
                  </a:lnTo>
                  <a:lnTo>
                    <a:pt x="11006" y="6912"/>
                  </a:lnTo>
                  <a:lnTo>
                    <a:pt x="11354" y="7183"/>
                  </a:lnTo>
                  <a:lnTo>
                    <a:pt x="11701" y="7376"/>
                  </a:lnTo>
                  <a:lnTo>
                    <a:pt x="12087" y="7492"/>
                  </a:lnTo>
                  <a:lnTo>
                    <a:pt x="12551" y="7569"/>
                  </a:lnTo>
                  <a:lnTo>
                    <a:pt x="12898" y="7530"/>
                  </a:lnTo>
                  <a:lnTo>
                    <a:pt x="13207" y="7492"/>
                  </a:lnTo>
                  <a:lnTo>
                    <a:pt x="13516" y="7414"/>
                  </a:lnTo>
                  <a:lnTo>
                    <a:pt x="13825" y="7260"/>
                  </a:lnTo>
                  <a:lnTo>
                    <a:pt x="14095" y="7105"/>
                  </a:lnTo>
                  <a:lnTo>
                    <a:pt x="14366" y="6951"/>
                  </a:lnTo>
                  <a:lnTo>
                    <a:pt x="14597" y="6719"/>
                  </a:lnTo>
                  <a:lnTo>
                    <a:pt x="14829" y="6488"/>
                  </a:lnTo>
                  <a:lnTo>
                    <a:pt x="14404" y="7221"/>
                  </a:lnTo>
                  <a:lnTo>
                    <a:pt x="13941" y="7878"/>
                  </a:lnTo>
                  <a:lnTo>
                    <a:pt x="13439" y="8534"/>
                  </a:lnTo>
                  <a:lnTo>
                    <a:pt x="12860" y="9113"/>
                  </a:lnTo>
                  <a:lnTo>
                    <a:pt x="12242" y="9615"/>
                  </a:lnTo>
                  <a:lnTo>
                    <a:pt x="11547" y="10079"/>
                  </a:lnTo>
                  <a:lnTo>
                    <a:pt x="10813" y="10503"/>
                  </a:lnTo>
                  <a:lnTo>
                    <a:pt x="10041" y="10812"/>
                  </a:lnTo>
                  <a:lnTo>
                    <a:pt x="9462" y="11005"/>
                  </a:lnTo>
                  <a:lnTo>
                    <a:pt x="8882" y="11160"/>
                  </a:lnTo>
                  <a:lnTo>
                    <a:pt x="8303" y="11276"/>
                  </a:lnTo>
                  <a:lnTo>
                    <a:pt x="7724" y="11314"/>
                  </a:lnTo>
                  <a:lnTo>
                    <a:pt x="7145" y="11353"/>
                  </a:lnTo>
                  <a:lnTo>
                    <a:pt x="6604" y="11314"/>
                  </a:lnTo>
                  <a:lnTo>
                    <a:pt x="6025" y="11237"/>
                  </a:lnTo>
                  <a:lnTo>
                    <a:pt x="5484" y="11121"/>
                  </a:lnTo>
                  <a:lnTo>
                    <a:pt x="4944" y="10967"/>
                  </a:lnTo>
                  <a:lnTo>
                    <a:pt x="4442" y="10735"/>
                  </a:lnTo>
                  <a:lnTo>
                    <a:pt x="3940" y="10503"/>
                  </a:lnTo>
                  <a:lnTo>
                    <a:pt x="3476" y="10195"/>
                  </a:lnTo>
                  <a:lnTo>
                    <a:pt x="3013" y="9847"/>
                  </a:lnTo>
                  <a:lnTo>
                    <a:pt x="2549" y="9461"/>
                  </a:lnTo>
                  <a:lnTo>
                    <a:pt x="2163" y="9036"/>
                  </a:lnTo>
                  <a:lnTo>
                    <a:pt x="1777" y="8573"/>
                  </a:lnTo>
                  <a:lnTo>
                    <a:pt x="1430" y="8032"/>
                  </a:lnTo>
                  <a:lnTo>
                    <a:pt x="1121" y="7492"/>
                  </a:lnTo>
                  <a:lnTo>
                    <a:pt x="850" y="6912"/>
                  </a:lnTo>
                  <a:lnTo>
                    <a:pt x="657" y="6333"/>
                  </a:lnTo>
                  <a:lnTo>
                    <a:pt x="503" y="5754"/>
                  </a:lnTo>
                  <a:lnTo>
                    <a:pt x="426" y="5136"/>
                  </a:lnTo>
                  <a:lnTo>
                    <a:pt x="426" y="4518"/>
                  </a:lnTo>
                  <a:lnTo>
                    <a:pt x="503" y="3862"/>
                  </a:lnTo>
                  <a:lnTo>
                    <a:pt x="696" y="3282"/>
                  </a:lnTo>
                  <a:lnTo>
                    <a:pt x="928" y="2742"/>
                  </a:lnTo>
                  <a:lnTo>
                    <a:pt x="1275" y="2240"/>
                  </a:lnTo>
                  <a:lnTo>
                    <a:pt x="1661" y="1777"/>
                  </a:lnTo>
                  <a:lnTo>
                    <a:pt x="2086" y="1352"/>
                  </a:lnTo>
                  <a:lnTo>
                    <a:pt x="2588" y="1043"/>
                  </a:lnTo>
                  <a:lnTo>
                    <a:pt x="3129" y="773"/>
                  </a:lnTo>
                  <a:lnTo>
                    <a:pt x="3708" y="579"/>
                  </a:lnTo>
                  <a:lnTo>
                    <a:pt x="4326" y="464"/>
                  </a:lnTo>
                  <a:close/>
                  <a:moveTo>
                    <a:pt x="4519" y="0"/>
                  </a:moveTo>
                  <a:lnTo>
                    <a:pt x="4249" y="39"/>
                  </a:lnTo>
                  <a:lnTo>
                    <a:pt x="3901" y="77"/>
                  </a:lnTo>
                  <a:lnTo>
                    <a:pt x="3515" y="155"/>
                  </a:lnTo>
                  <a:lnTo>
                    <a:pt x="3167" y="271"/>
                  </a:lnTo>
                  <a:lnTo>
                    <a:pt x="2820" y="425"/>
                  </a:lnTo>
                  <a:lnTo>
                    <a:pt x="2472" y="579"/>
                  </a:lnTo>
                  <a:lnTo>
                    <a:pt x="2125" y="773"/>
                  </a:lnTo>
                  <a:lnTo>
                    <a:pt x="1777" y="1043"/>
                  </a:lnTo>
                  <a:lnTo>
                    <a:pt x="1468" y="1313"/>
                  </a:lnTo>
                  <a:lnTo>
                    <a:pt x="1082" y="1699"/>
                  </a:lnTo>
                  <a:lnTo>
                    <a:pt x="773" y="2163"/>
                  </a:lnTo>
                  <a:lnTo>
                    <a:pt x="503" y="2626"/>
                  </a:lnTo>
                  <a:lnTo>
                    <a:pt x="310" y="3089"/>
                  </a:lnTo>
                  <a:lnTo>
                    <a:pt x="155" y="3591"/>
                  </a:lnTo>
                  <a:lnTo>
                    <a:pt x="40" y="4093"/>
                  </a:lnTo>
                  <a:lnTo>
                    <a:pt x="1" y="4595"/>
                  </a:lnTo>
                  <a:lnTo>
                    <a:pt x="1" y="5136"/>
                  </a:lnTo>
                  <a:lnTo>
                    <a:pt x="78" y="5638"/>
                  </a:lnTo>
                  <a:lnTo>
                    <a:pt x="155" y="6179"/>
                  </a:lnTo>
                  <a:lnTo>
                    <a:pt x="310" y="6681"/>
                  </a:lnTo>
                  <a:lnTo>
                    <a:pt x="464" y="7183"/>
                  </a:lnTo>
                  <a:lnTo>
                    <a:pt x="696" y="7685"/>
                  </a:lnTo>
                  <a:lnTo>
                    <a:pt x="966" y="8148"/>
                  </a:lnTo>
                  <a:lnTo>
                    <a:pt x="1237" y="8611"/>
                  </a:lnTo>
                  <a:lnTo>
                    <a:pt x="1545" y="9036"/>
                  </a:lnTo>
                  <a:lnTo>
                    <a:pt x="2009" y="9577"/>
                  </a:lnTo>
                  <a:lnTo>
                    <a:pt x="2472" y="10040"/>
                  </a:lnTo>
                  <a:lnTo>
                    <a:pt x="2974" y="10426"/>
                  </a:lnTo>
                  <a:lnTo>
                    <a:pt x="3476" y="10812"/>
                  </a:lnTo>
                  <a:lnTo>
                    <a:pt x="4055" y="11083"/>
                  </a:lnTo>
                  <a:lnTo>
                    <a:pt x="4596" y="11353"/>
                  </a:lnTo>
                  <a:lnTo>
                    <a:pt x="5214" y="11546"/>
                  </a:lnTo>
                  <a:lnTo>
                    <a:pt x="5832" y="11701"/>
                  </a:lnTo>
                  <a:lnTo>
                    <a:pt x="5870" y="11855"/>
                  </a:lnTo>
                  <a:lnTo>
                    <a:pt x="6218" y="11778"/>
                  </a:lnTo>
                  <a:lnTo>
                    <a:pt x="7029" y="11816"/>
                  </a:lnTo>
                  <a:lnTo>
                    <a:pt x="7840" y="11816"/>
                  </a:lnTo>
                  <a:lnTo>
                    <a:pt x="8689" y="11701"/>
                  </a:lnTo>
                  <a:lnTo>
                    <a:pt x="9539" y="11507"/>
                  </a:lnTo>
                  <a:lnTo>
                    <a:pt x="10272" y="11237"/>
                  </a:lnTo>
                  <a:lnTo>
                    <a:pt x="11006" y="10928"/>
                  </a:lnTo>
                  <a:lnTo>
                    <a:pt x="11315" y="10812"/>
                  </a:lnTo>
                  <a:lnTo>
                    <a:pt x="11315" y="10774"/>
                  </a:lnTo>
                  <a:lnTo>
                    <a:pt x="12049" y="10349"/>
                  </a:lnTo>
                  <a:lnTo>
                    <a:pt x="12705" y="9847"/>
                  </a:lnTo>
                  <a:lnTo>
                    <a:pt x="13362" y="9306"/>
                  </a:lnTo>
                  <a:lnTo>
                    <a:pt x="13941" y="8689"/>
                  </a:lnTo>
                  <a:lnTo>
                    <a:pt x="14481" y="8032"/>
                  </a:lnTo>
                  <a:lnTo>
                    <a:pt x="14713" y="7685"/>
                  </a:lnTo>
                  <a:lnTo>
                    <a:pt x="14906" y="7298"/>
                  </a:lnTo>
                  <a:lnTo>
                    <a:pt x="15099" y="6951"/>
                  </a:lnTo>
                  <a:lnTo>
                    <a:pt x="15254" y="6565"/>
                  </a:lnTo>
                  <a:lnTo>
                    <a:pt x="15408" y="6179"/>
                  </a:lnTo>
                  <a:lnTo>
                    <a:pt x="15524" y="5754"/>
                  </a:lnTo>
                  <a:lnTo>
                    <a:pt x="15601" y="6256"/>
                  </a:lnTo>
                  <a:lnTo>
                    <a:pt x="15756" y="6719"/>
                  </a:lnTo>
                  <a:lnTo>
                    <a:pt x="15987" y="7144"/>
                  </a:lnTo>
                  <a:lnTo>
                    <a:pt x="16258" y="7569"/>
                  </a:lnTo>
                  <a:lnTo>
                    <a:pt x="16374" y="7762"/>
                  </a:lnTo>
                  <a:lnTo>
                    <a:pt x="16567" y="7916"/>
                  </a:lnTo>
                  <a:lnTo>
                    <a:pt x="16760" y="8071"/>
                  </a:lnTo>
                  <a:lnTo>
                    <a:pt x="16953" y="8187"/>
                  </a:lnTo>
                  <a:lnTo>
                    <a:pt x="17146" y="8264"/>
                  </a:lnTo>
                  <a:lnTo>
                    <a:pt x="17378" y="8264"/>
                  </a:lnTo>
                  <a:lnTo>
                    <a:pt x="17571" y="8187"/>
                  </a:lnTo>
                  <a:lnTo>
                    <a:pt x="17802" y="8032"/>
                  </a:lnTo>
                  <a:lnTo>
                    <a:pt x="17918" y="7878"/>
                  </a:lnTo>
                  <a:lnTo>
                    <a:pt x="17995" y="7685"/>
                  </a:lnTo>
                  <a:lnTo>
                    <a:pt x="18034" y="7453"/>
                  </a:lnTo>
                  <a:lnTo>
                    <a:pt x="18034" y="7260"/>
                  </a:lnTo>
                  <a:lnTo>
                    <a:pt x="17995" y="7028"/>
                  </a:lnTo>
                  <a:lnTo>
                    <a:pt x="17918" y="6835"/>
                  </a:lnTo>
                  <a:lnTo>
                    <a:pt x="17841" y="6642"/>
                  </a:lnTo>
                  <a:lnTo>
                    <a:pt x="17725" y="6449"/>
                  </a:lnTo>
                  <a:lnTo>
                    <a:pt x="17571" y="6256"/>
                  </a:lnTo>
                  <a:lnTo>
                    <a:pt x="17416" y="6063"/>
                  </a:lnTo>
                  <a:lnTo>
                    <a:pt x="17030" y="5715"/>
                  </a:lnTo>
                  <a:lnTo>
                    <a:pt x="16567" y="5445"/>
                  </a:lnTo>
                  <a:lnTo>
                    <a:pt x="16103" y="5252"/>
                  </a:lnTo>
                  <a:lnTo>
                    <a:pt x="16605" y="5175"/>
                  </a:lnTo>
                  <a:lnTo>
                    <a:pt x="17030" y="4982"/>
                  </a:lnTo>
                  <a:lnTo>
                    <a:pt x="17455" y="4750"/>
                  </a:lnTo>
                  <a:lnTo>
                    <a:pt x="17841" y="4441"/>
                  </a:lnTo>
                  <a:lnTo>
                    <a:pt x="17995" y="4248"/>
                  </a:lnTo>
                  <a:lnTo>
                    <a:pt x="18150" y="4055"/>
                  </a:lnTo>
                  <a:lnTo>
                    <a:pt x="18266" y="3823"/>
                  </a:lnTo>
                  <a:lnTo>
                    <a:pt x="18343" y="3553"/>
                  </a:lnTo>
                  <a:lnTo>
                    <a:pt x="18382" y="3321"/>
                  </a:lnTo>
                  <a:lnTo>
                    <a:pt x="18343" y="3089"/>
                  </a:lnTo>
                  <a:lnTo>
                    <a:pt x="18227" y="2858"/>
                  </a:lnTo>
                  <a:lnTo>
                    <a:pt x="18150" y="2781"/>
                  </a:lnTo>
                  <a:lnTo>
                    <a:pt x="18034" y="2703"/>
                  </a:lnTo>
                  <a:lnTo>
                    <a:pt x="17841" y="2587"/>
                  </a:lnTo>
                  <a:lnTo>
                    <a:pt x="17609" y="2549"/>
                  </a:lnTo>
                  <a:lnTo>
                    <a:pt x="17416" y="2549"/>
                  </a:lnTo>
                  <a:lnTo>
                    <a:pt x="17185" y="2587"/>
                  </a:lnTo>
                  <a:lnTo>
                    <a:pt x="16953" y="2703"/>
                  </a:lnTo>
                  <a:lnTo>
                    <a:pt x="16760" y="2781"/>
                  </a:lnTo>
                  <a:lnTo>
                    <a:pt x="16567" y="2935"/>
                  </a:lnTo>
                  <a:lnTo>
                    <a:pt x="16412" y="3089"/>
                  </a:lnTo>
                  <a:lnTo>
                    <a:pt x="16258" y="3282"/>
                  </a:lnTo>
                  <a:lnTo>
                    <a:pt x="16103" y="3476"/>
                  </a:lnTo>
                  <a:lnTo>
                    <a:pt x="15872" y="3978"/>
                  </a:lnTo>
                  <a:lnTo>
                    <a:pt x="15717" y="4480"/>
                  </a:lnTo>
                  <a:lnTo>
                    <a:pt x="15640" y="4982"/>
                  </a:lnTo>
                  <a:lnTo>
                    <a:pt x="15601" y="4982"/>
                  </a:lnTo>
                  <a:lnTo>
                    <a:pt x="15563" y="5020"/>
                  </a:lnTo>
                  <a:lnTo>
                    <a:pt x="15524" y="5020"/>
                  </a:lnTo>
                  <a:lnTo>
                    <a:pt x="15099" y="4788"/>
                  </a:lnTo>
                  <a:lnTo>
                    <a:pt x="14675" y="4634"/>
                  </a:lnTo>
                  <a:lnTo>
                    <a:pt x="14211" y="4518"/>
                  </a:lnTo>
                  <a:lnTo>
                    <a:pt x="13748" y="4518"/>
                  </a:lnTo>
                  <a:lnTo>
                    <a:pt x="13362" y="4595"/>
                  </a:lnTo>
                  <a:lnTo>
                    <a:pt x="13169" y="4634"/>
                  </a:lnTo>
                  <a:lnTo>
                    <a:pt x="12975" y="4711"/>
                  </a:lnTo>
                  <a:lnTo>
                    <a:pt x="12782" y="4788"/>
                  </a:lnTo>
                  <a:lnTo>
                    <a:pt x="12628" y="4943"/>
                  </a:lnTo>
                  <a:lnTo>
                    <a:pt x="12512" y="5097"/>
                  </a:lnTo>
                  <a:lnTo>
                    <a:pt x="12435" y="5252"/>
                  </a:lnTo>
                  <a:lnTo>
                    <a:pt x="12396" y="5445"/>
                  </a:lnTo>
                  <a:lnTo>
                    <a:pt x="12473" y="5638"/>
                  </a:lnTo>
                  <a:lnTo>
                    <a:pt x="12551" y="5792"/>
                  </a:lnTo>
                  <a:lnTo>
                    <a:pt x="12705" y="5908"/>
                  </a:lnTo>
                  <a:lnTo>
                    <a:pt x="12860" y="5986"/>
                  </a:lnTo>
                  <a:lnTo>
                    <a:pt x="13053" y="6063"/>
                  </a:lnTo>
                  <a:lnTo>
                    <a:pt x="13439" y="6140"/>
                  </a:lnTo>
                  <a:lnTo>
                    <a:pt x="13786" y="6140"/>
                  </a:lnTo>
                  <a:lnTo>
                    <a:pt x="14134" y="6101"/>
                  </a:lnTo>
                  <a:lnTo>
                    <a:pt x="14481" y="5986"/>
                  </a:lnTo>
                  <a:lnTo>
                    <a:pt x="14790" y="5870"/>
                  </a:lnTo>
                  <a:lnTo>
                    <a:pt x="14481" y="6256"/>
                  </a:lnTo>
                  <a:lnTo>
                    <a:pt x="14095" y="6565"/>
                  </a:lnTo>
                  <a:lnTo>
                    <a:pt x="13902" y="6719"/>
                  </a:lnTo>
                  <a:lnTo>
                    <a:pt x="13671" y="6835"/>
                  </a:lnTo>
                  <a:lnTo>
                    <a:pt x="13439" y="6951"/>
                  </a:lnTo>
                  <a:lnTo>
                    <a:pt x="13207" y="7028"/>
                  </a:lnTo>
                  <a:lnTo>
                    <a:pt x="12821" y="7067"/>
                  </a:lnTo>
                  <a:lnTo>
                    <a:pt x="12435" y="7067"/>
                  </a:lnTo>
                  <a:lnTo>
                    <a:pt x="12087" y="6990"/>
                  </a:lnTo>
                  <a:lnTo>
                    <a:pt x="11778" y="6874"/>
                  </a:lnTo>
                  <a:lnTo>
                    <a:pt x="11470" y="6681"/>
                  </a:lnTo>
                  <a:lnTo>
                    <a:pt x="11199" y="6410"/>
                  </a:lnTo>
                  <a:lnTo>
                    <a:pt x="10968" y="6140"/>
                  </a:lnTo>
                  <a:lnTo>
                    <a:pt x="10774" y="5792"/>
                  </a:lnTo>
                  <a:lnTo>
                    <a:pt x="10504" y="5329"/>
                  </a:lnTo>
                  <a:lnTo>
                    <a:pt x="10311" y="4827"/>
                  </a:lnTo>
                  <a:lnTo>
                    <a:pt x="9886" y="3862"/>
                  </a:lnTo>
                  <a:lnTo>
                    <a:pt x="9655" y="3398"/>
                  </a:lnTo>
                  <a:lnTo>
                    <a:pt x="9423" y="2935"/>
                  </a:lnTo>
                  <a:lnTo>
                    <a:pt x="9153" y="2472"/>
                  </a:lnTo>
                  <a:lnTo>
                    <a:pt x="8844" y="2047"/>
                  </a:lnTo>
                  <a:lnTo>
                    <a:pt x="8380" y="1545"/>
                  </a:lnTo>
                  <a:lnTo>
                    <a:pt x="7917" y="1159"/>
                  </a:lnTo>
                  <a:lnTo>
                    <a:pt x="7415" y="811"/>
                  </a:lnTo>
                  <a:lnTo>
                    <a:pt x="6874" y="502"/>
                  </a:lnTo>
                  <a:lnTo>
                    <a:pt x="6295" y="271"/>
                  </a:lnTo>
                  <a:lnTo>
                    <a:pt x="5716" y="116"/>
                  </a:lnTo>
                  <a:lnTo>
                    <a:pt x="5137" y="39"/>
                  </a:lnTo>
                  <a:lnTo>
                    <a:pt x="451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"/>
            <p:cNvSpPr/>
            <p:nvPr/>
          </p:nvSpPr>
          <p:spPr>
            <a:xfrm>
              <a:off x="2769325" y="3423675"/>
              <a:ext cx="144825" cy="164125"/>
            </a:xfrm>
            <a:custGeom>
              <a:avLst/>
              <a:gdLst/>
              <a:ahLst/>
              <a:cxnLst/>
              <a:rect l="l" t="t" r="r" b="b"/>
              <a:pathLst>
                <a:path w="5793" h="6565" extrusionOk="0">
                  <a:moveTo>
                    <a:pt x="2858" y="463"/>
                  </a:moveTo>
                  <a:lnTo>
                    <a:pt x="3360" y="618"/>
                  </a:lnTo>
                  <a:lnTo>
                    <a:pt x="3823" y="811"/>
                  </a:lnTo>
                  <a:lnTo>
                    <a:pt x="4248" y="1081"/>
                  </a:lnTo>
                  <a:lnTo>
                    <a:pt x="4634" y="1429"/>
                  </a:lnTo>
                  <a:lnTo>
                    <a:pt x="4943" y="1854"/>
                  </a:lnTo>
                  <a:lnTo>
                    <a:pt x="5059" y="2047"/>
                  </a:lnTo>
                  <a:lnTo>
                    <a:pt x="5175" y="2278"/>
                  </a:lnTo>
                  <a:lnTo>
                    <a:pt x="5252" y="2510"/>
                  </a:lnTo>
                  <a:lnTo>
                    <a:pt x="5290" y="2780"/>
                  </a:lnTo>
                  <a:lnTo>
                    <a:pt x="5329" y="3051"/>
                  </a:lnTo>
                  <a:lnTo>
                    <a:pt x="5329" y="3321"/>
                  </a:lnTo>
                  <a:lnTo>
                    <a:pt x="5290" y="3784"/>
                  </a:lnTo>
                  <a:lnTo>
                    <a:pt x="5175" y="4248"/>
                  </a:lnTo>
                  <a:lnTo>
                    <a:pt x="4981" y="4711"/>
                  </a:lnTo>
                  <a:lnTo>
                    <a:pt x="4711" y="5097"/>
                  </a:lnTo>
                  <a:lnTo>
                    <a:pt x="4364" y="5445"/>
                  </a:lnTo>
                  <a:lnTo>
                    <a:pt x="4016" y="5715"/>
                  </a:lnTo>
                  <a:lnTo>
                    <a:pt x="3784" y="5831"/>
                  </a:lnTo>
                  <a:lnTo>
                    <a:pt x="3553" y="5947"/>
                  </a:lnTo>
                  <a:lnTo>
                    <a:pt x="3321" y="6024"/>
                  </a:lnTo>
                  <a:lnTo>
                    <a:pt x="3089" y="6063"/>
                  </a:lnTo>
                  <a:lnTo>
                    <a:pt x="2780" y="6101"/>
                  </a:lnTo>
                  <a:lnTo>
                    <a:pt x="2510" y="6101"/>
                  </a:lnTo>
                  <a:lnTo>
                    <a:pt x="2201" y="6063"/>
                  </a:lnTo>
                  <a:lnTo>
                    <a:pt x="1970" y="5985"/>
                  </a:lnTo>
                  <a:lnTo>
                    <a:pt x="1738" y="5870"/>
                  </a:lnTo>
                  <a:lnTo>
                    <a:pt x="1506" y="5754"/>
                  </a:lnTo>
                  <a:lnTo>
                    <a:pt x="1313" y="5599"/>
                  </a:lnTo>
                  <a:lnTo>
                    <a:pt x="1159" y="5445"/>
                  </a:lnTo>
                  <a:lnTo>
                    <a:pt x="1004" y="5252"/>
                  </a:lnTo>
                  <a:lnTo>
                    <a:pt x="850" y="5020"/>
                  </a:lnTo>
                  <a:lnTo>
                    <a:pt x="734" y="4788"/>
                  </a:lnTo>
                  <a:lnTo>
                    <a:pt x="618" y="4557"/>
                  </a:lnTo>
                  <a:lnTo>
                    <a:pt x="502" y="4055"/>
                  </a:lnTo>
                  <a:lnTo>
                    <a:pt x="425" y="3514"/>
                  </a:lnTo>
                  <a:lnTo>
                    <a:pt x="464" y="2973"/>
                  </a:lnTo>
                  <a:lnTo>
                    <a:pt x="541" y="2433"/>
                  </a:lnTo>
                  <a:lnTo>
                    <a:pt x="734" y="1931"/>
                  </a:lnTo>
                  <a:lnTo>
                    <a:pt x="850" y="1699"/>
                  </a:lnTo>
                  <a:lnTo>
                    <a:pt x="966" y="1506"/>
                  </a:lnTo>
                  <a:lnTo>
                    <a:pt x="1120" y="1274"/>
                  </a:lnTo>
                  <a:lnTo>
                    <a:pt x="1313" y="1120"/>
                  </a:lnTo>
                  <a:lnTo>
                    <a:pt x="1506" y="927"/>
                  </a:lnTo>
                  <a:lnTo>
                    <a:pt x="1738" y="811"/>
                  </a:lnTo>
                  <a:lnTo>
                    <a:pt x="1970" y="695"/>
                  </a:lnTo>
                  <a:lnTo>
                    <a:pt x="2201" y="579"/>
                  </a:lnTo>
                  <a:lnTo>
                    <a:pt x="2472" y="541"/>
                  </a:lnTo>
                  <a:lnTo>
                    <a:pt x="2780" y="502"/>
                  </a:lnTo>
                  <a:lnTo>
                    <a:pt x="2819" y="502"/>
                  </a:lnTo>
                  <a:lnTo>
                    <a:pt x="2858" y="463"/>
                  </a:lnTo>
                  <a:close/>
                  <a:moveTo>
                    <a:pt x="2665" y="0"/>
                  </a:moveTo>
                  <a:lnTo>
                    <a:pt x="2587" y="39"/>
                  </a:lnTo>
                  <a:lnTo>
                    <a:pt x="2510" y="77"/>
                  </a:lnTo>
                  <a:lnTo>
                    <a:pt x="2472" y="155"/>
                  </a:lnTo>
                  <a:lnTo>
                    <a:pt x="2433" y="232"/>
                  </a:lnTo>
                  <a:lnTo>
                    <a:pt x="2163" y="270"/>
                  </a:lnTo>
                  <a:lnTo>
                    <a:pt x="1854" y="309"/>
                  </a:lnTo>
                  <a:lnTo>
                    <a:pt x="1622" y="386"/>
                  </a:lnTo>
                  <a:lnTo>
                    <a:pt x="1390" y="502"/>
                  </a:lnTo>
                  <a:lnTo>
                    <a:pt x="1159" y="657"/>
                  </a:lnTo>
                  <a:lnTo>
                    <a:pt x="966" y="850"/>
                  </a:lnTo>
                  <a:lnTo>
                    <a:pt x="772" y="1043"/>
                  </a:lnTo>
                  <a:lnTo>
                    <a:pt x="618" y="1236"/>
                  </a:lnTo>
                  <a:lnTo>
                    <a:pt x="464" y="1506"/>
                  </a:lnTo>
                  <a:lnTo>
                    <a:pt x="348" y="1738"/>
                  </a:lnTo>
                  <a:lnTo>
                    <a:pt x="155" y="2278"/>
                  </a:lnTo>
                  <a:lnTo>
                    <a:pt x="39" y="2858"/>
                  </a:lnTo>
                  <a:lnTo>
                    <a:pt x="0" y="3398"/>
                  </a:lnTo>
                  <a:lnTo>
                    <a:pt x="39" y="4055"/>
                  </a:lnTo>
                  <a:lnTo>
                    <a:pt x="116" y="4364"/>
                  </a:lnTo>
                  <a:lnTo>
                    <a:pt x="193" y="4672"/>
                  </a:lnTo>
                  <a:lnTo>
                    <a:pt x="309" y="4943"/>
                  </a:lnTo>
                  <a:lnTo>
                    <a:pt x="425" y="5213"/>
                  </a:lnTo>
                  <a:lnTo>
                    <a:pt x="579" y="5445"/>
                  </a:lnTo>
                  <a:lnTo>
                    <a:pt x="734" y="5676"/>
                  </a:lnTo>
                  <a:lnTo>
                    <a:pt x="927" y="5870"/>
                  </a:lnTo>
                  <a:lnTo>
                    <a:pt x="1120" y="6063"/>
                  </a:lnTo>
                  <a:lnTo>
                    <a:pt x="1390" y="6217"/>
                  </a:lnTo>
                  <a:lnTo>
                    <a:pt x="1622" y="6372"/>
                  </a:lnTo>
                  <a:lnTo>
                    <a:pt x="1892" y="6449"/>
                  </a:lnTo>
                  <a:lnTo>
                    <a:pt x="2201" y="6526"/>
                  </a:lnTo>
                  <a:lnTo>
                    <a:pt x="2549" y="6565"/>
                  </a:lnTo>
                  <a:lnTo>
                    <a:pt x="2896" y="6565"/>
                  </a:lnTo>
                  <a:lnTo>
                    <a:pt x="3205" y="6526"/>
                  </a:lnTo>
                  <a:lnTo>
                    <a:pt x="3476" y="6449"/>
                  </a:lnTo>
                  <a:lnTo>
                    <a:pt x="3784" y="6333"/>
                  </a:lnTo>
                  <a:lnTo>
                    <a:pt x="4055" y="6217"/>
                  </a:lnTo>
                  <a:lnTo>
                    <a:pt x="4325" y="6063"/>
                  </a:lnTo>
                  <a:lnTo>
                    <a:pt x="4557" y="5908"/>
                  </a:lnTo>
                  <a:lnTo>
                    <a:pt x="4788" y="5715"/>
                  </a:lnTo>
                  <a:lnTo>
                    <a:pt x="4981" y="5483"/>
                  </a:lnTo>
                  <a:lnTo>
                    <a:pt x="5175" y="5252"/>
                  </a:lnTo>
                  <a:lnTo>
                    <a:pt x="5329" y="4981"/>
                  </a:lnTo>
                  <a:lnTo>
                    <a:pt x="5483" y="4750"/>
                  </a:lnTo>
                  <a:lnTo>
                    <a:pt x="5599" y="4441"/>
                  </a:lnTo>
                  <a:lnTo>
                    <a:pt x="5677" y="4170"/>
                  </a:lnTo>
                  <a:lnTo>
                    <a:pt x="5754" y="3862"/>
                  </a:lnTo>
                  <a:lnTo>
                    <a:pt x="5792" y="3553"/>
                  </a:lnTo>
                  <a:lnTo>
                    <a:pt x="5792" y="3244"/>
                  </a:lnTo>
                  <a:lnTo>
                    <a:pt x="5792" y="2935"/>
                  </a:lnTo>
                  <a:lnTo>
                    <a:pt x="5715" y="2626"/>
                  </a:lnTo>
                  <a:lnTo>
                    <a:pt x="5638" y="2317"/>
                  </a:lnTo>
                  <a:lnTo>
                    <a:pt x="5561" y="2047"/>
                  </a:lnTo>
                  <a:lnTo>
                    <a:pt x="5406" y="1776"/>
                  </a:lnTo>
                  <a:lnTo>
                    <a:pt x="5252" y="1506"/>
                  </a:lnTo>
                  <a:lnTo>
                    <a:pt x="5059" y="1274"/>
                  </a:lnTo>
                  <a:lnTo>
                    <a:pt x="4866" y="1043"/>
                  </a:lnTo>
                  <a:lnTo>
                    <a:pt x="4634" y="811"/>
                  </a:lnTo>
                  <a:lnTo>
                    <a:pt x="4402" y="618"/>
                  </a:lnTo>
                  <a:lnTo>
                    <a:pt x="4132" y="463"/>
                  </a:lnTo>
                  <a:lnTo>
                    <a:pt x="3862" y="309"/>
                  </a:lnTo>
                  <a:lnTo>
                    <a:pt x="3591" y="193"/>
                  </a:lnTo>
                  <a:lnTo>
                    <a:pt x="3282" y="116"/>
                  </a:lnTo>
                  <a:lnTo>
                    <a:pt x="2974" y="39"/>
                  </a:lnTo>
                  <a:lnTo>
                    <a:pt x="266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"/>
            <p:cNvSpPr/>
            <p:nvPr/>
          </p:nvSpPr>
          <p:spPr>
            <a:xfrm>
              <a:off x="3889150" y="344490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6" y="1005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8"/>
                  </a:lnTo>
                  <a:lnTo>
                    <a:pt x="8573" y="3708"/>
                  </a:lnTo>
                  <a:lnTo>
                    <a:pt x="7723" y="3823"/>
                  </a:lnTo>
                  <a:lnTo>
                    <a:pt x="6874" y="3901"/>
                  </a:lnTo>
                  <a:lnTo>
                    <a:pt x="6410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5"/>
                  </a:lnTo>
                  <a:lnTo>
                    <a:pt x="2588" y="3708"/>
                  </a:lnTo>
                  <a:lnTo>
                    <a:pt x="2510" y="3862"/>
                  </a:lnTo>
                  <a:lnTo>
                    <a:pt x="2433" y="4017"/>
                  </a:lnTo>
                  <a:lnTo>
                    <a:pt x="2317" y="4132"/>
                  </a:lnTo>
                  <a:lnTo>
                    <a:pt x="2124" y="4210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7" y="4017"/>
                  </a:lnTo>
                  <a:lnTo>
                    <a:pt x="502" y="3515"/>
                  </a:lnTo>
                  <a:lnTo>
                    <a:pt x="657" y="3013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6" y="1738"/>
                  </a:lnTo>
                  <a:lnTo>
                    <a:pt x="1893" y="1429"/>
                  </a:lnTo>
                  <a:lnTo>
                    <a:pt x="2317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4" y="5986"/>
                  </a:lnTo>
                  <a:lnTo>
                    <a:pt x="11430" y="6140"/>
                  </a:lnTo>
                  <a:lnTo>
                    <a:pt x="11353" y="6218"/>
                  </a:lnTo>
                  <a:lnTo>
                    <a:pt x="11237" y="6256"/>
                  </a:lnTo>
                  <a:lnTo>
                    <a:pt x="11083" y="6295"/>
                  </a:lnTo>
                  <a:lnTo>
                    <a:pt x="10928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20" y="5523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1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2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8" y="2009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69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9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2" y="3630"/>
                  </a:lnTo>
                  <a:lnTo>
                    <a:pt x="3012" y="2974"/>
                  </a:lnTo>
                  <a:lnTo>
                    <a:pt x="3128" y="773"/>
                  </a:lnTo>
                  <a:lnTo>
                    <a:pt x="3514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0" y="1661"/>
                  </a:lnTo>
                  <a:lnTo>
                    <a:pt x="5059" y="2704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3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70" y="4325"/>
                  </a:lnTo>
                  <a:lnTo>
                    <a:pt x="6217" y="4325"/>
                  </a:lnTo>
                  <a:lnTo>
                    <a:pt x="6565" y="4287"/>
                  </a:lnTo>
                  <a:lnTo>
                    <a:pt x="7608" y="4210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1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3" y="5754"/>
                  </a:lnTo>
                  <a:lnTo>
                    <a:pt x="10233" y="5909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6"/>
                  </a:lnTo>
                  <a:lnTo>
                    <a:pt x="11739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3"/>
                  </a:lnTo>
                  <a:lnTo>
                    <a:pt x="12396" y="7222"/>
                  </a:lnTo>
                  <a:lnTo>
                    <a:pt x="12473" y="7569"/>
                  </a:lnTo>
                  <a:lnTo>
                    <a:pt x="12550" y="7917"/>
                  </a:lnTo>
                  <a:lnTo>
                    <a:pt x="12550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4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5" y="9654"/>
                  </a:lnTo>
                  <a:lnTo>
                    <a:pt x="12821" y="9616"/>
                  </a:lnTo>
                  <a:lnTo>
                    <a:pt x="12936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724"/>
                  </a:lnTo>
                  <a:lnTo>
                    <a:pt x="12936" y="7183"/>
                  </a:lnTo>
                  <a:lnTo>
                    <a:pt x="12743" y="6681"/>
                  </a:lnTo>
                  <a:lnTo>
                    <a:pt x="12434" y="6218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29" y="3515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4" y="1931"/>
                  </a:lnTo>
                  <a:lnTo>
                    <a:pt x="8225" y="1584"/>
                  </a:lnTo>
                  <a:lnTo>
                    <a:pt x="7839" y="1275"/>
                  </a:lnTo>
                  <a:lnTo>
                    <a:pt x="7453" y="1005"/>
                  </a:lnTo>
                  <a:lnTo>
                    <a:pt x="7067" y="734"/>
                  </a:lnTo>
                  <a:lnTo>
                    <a:pt x="6642" y="503"/>
                  </a:lnTo>
                  <a:lnTo>
                    <a:pt x="6179" y="348"/>
                  </a:lnTo>
                  <a:lnTo>
                    <a:pt x="5715" y="194"/>
                  </a:lnTo>
                  <a:lnTo>
                    <a:pt x="5291" y="78"/>
                  </a:lnTo>
                  <a:lnTo>
                    <a:pt x="4827" y="39"/>
                  </a:lnTo>
                  <a:lnTo>
                    <a:pt x="44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" name="Google Shape;1652;p7"/>
            <p:cNvSpPr/>
            <p:nvPr/>
          </p:nvSpPr>
          <p:spPr>
            <a:xfrm>
              <a:off x="4428800" y="3447800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0" y="2317"/>
                  </a:lnTo>
                  <a:lnTo>
                    <a:pt x="6449" y="3901"/>
                  </a:lnTo>
                  <a:lnTo>
                    <a:pt x="6526" y="6990"/>
                  </a:lnTo>
                  <a:lnTo>
                    <a:pt x="3514" y="6758"/>
                  </a:lnTo>
                  <a:lnTo>
                    <a:pt x="2008" y="6642"/>
                  </a:lnTo>
                  <a:lnTo>
                    <a:pt x="502" y="6604"/>
                  </a:lnTo>
                  <a:lnTo>
                    <a:pt x="1352" y="5986"/>
                  </a:lnTo>
                  <a:lnTo>
                    <a:pt x="2201" y="5291"/>
                  </a:lnTo>
                  <a:lnTo>
                    <a:pt x="2973" y="4557"/>
                  </a:lnTo>
                  <a:lnTo>
                    <a:pt x="3707" y="3823"/>
                  </a:lnTo>
                  <a:lnTo>
                    <a:pt x="4441" y="3090"/>
                  </a:lnTo>
                  <a:lnTo>
                    <a:pt x="5136" y="2356"/>
                  </a:lnTo>
                  <a:lnTo>
                    <a:pt x="5792" y="1584"/>
                  </a:lnTo>
                  <a:lnTo>
                    <a:pt x="6449" y="773"/>
                  </a:lnTo>
                  <a:close/>
                  <a:moveTo>
                    <a:pt x="6719" y="0"/>
                  </a:moveTo>
                  <a:lnTo>
                    <a:pt x="6642" y="39"/>
                  </a:lnTo>
                  <a:lnTo>
                    <a:pt x="6565" y="39"/>
                  </a:lnTo>
                  <a:lnTo>
                    <a:pt x="6487" y="116"/>
                  </a:lnTo>
                  <a:lnTo>
                    <a:pt x="4981" y="1854"/>
                  </a:lnTo>
                  <a:lnTo>
                    <a:pt x="4209" y="2703"/>
                  </a:lnTo>
                  <a:lnTo>
                    <a:pt x="3437" y="3514"/>
                  </a:lnTo>
                  <a:lnTo>
                    <a:pt x="2587" y="4287"/>
                  </a:lnTo>
                  <a:lnTo>
                    <a:pt x="1738" y="5059"/>
                  </a:lnTo>
                  <a:lnTo>
                    <a:pt x="888" y="5793"/>
                  </a:lnTo>
                  <a:lnTo>
                    <a:pt x="39" y="6604"/>
                  </a:lnTo>
                  <a:lnTo>
                    <a:pt x="0" y="6642"/>
                  </a:lnTo>
                  <a:lnTo>
                    <a:pt x="0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0" y="6912"/>
                  </a:lnTo>
                  <a:lnTo>
                    <a:pt x="39" y="6990"/>
                  </a:lnTo>
                  <a:lnTo>
                    <a:pt x="116" y="7144"/>
                  </a:lnTo>
                  <a:lnTo>
                    <a:pt x="386" y="6990"/>
                  </a:lnTo>
                  <a:lnTo>
                    <a:pt x="1892" y="7144"/>
                  </a:lnTo>
                  <a:lnTo>
                    <a:pt x="3437" y="7299"/>
                  </a:lnTo>
                  <a:lnTo>
                    <a:pt x="6526" y="7453"/>
                  </a:lnTo>
                  <a:lnTo>
                    <a:pt x="6565" y="9307"/>
                  </a:lnTo>
                  <a:lnTo>
                    <a:pt x="6526" y="12627"/>
                  </a:lnTo>
                  <a:lnTo>
                    <a:pt x="6951" y="12627"/>
                  </a:lnTo>
                  <a:lnTo>
                    <a:pt x="6989" y="9461"/>
                  </a:lnTo>
                  <a:lnTo>
                    <a:pt x="6989" y="7492"/>
                  </a:lnTo>
                  <a:lnTo>
                    <a:pt x="8650" y="7569"/>
                  </a:lnTo>
                  <a:lnTo>
                    <a:pt x="10310" y="7646"/>
                  </a:lnTo>
                  <a:lnTo>
                    <a:pt x="10310" y="7183"/>
                  </a:lnTo>
                  <a:lnTo>
                    <a:pt x="8650" y="7106"/>
                  </a:lnTo>
                  <a:lnTo>
                    <a:pt x="6989" y="7028"/>
                  </a:lnTo>
                  <a:lnTo>
                    <a:pt x="7028" y="5368"/>
                  </a:lnTo>
                  <a:lnTo>
                    <a:pt x="6989" y="3707"/>
                  </a:lnTo>
                  <a:lnTo>
                    <a:pt x="6951" y="2047"/>
                  </a:lnTo>
                  <a:lnTo>
                    <a:pt x="6796" y="387"/>
                  </a:lnTo>
                  <a:lnTo>
                    <a:pt x="6989" y="194"/>
                  </a:lnTo>
                  <a:lnTo>
                    <a:pt x="6835" y="39"/>
                  </a:lnTo>
                  <a:lnTo>
                    <a:pt x="679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3" name="Google Shape;1653;p7"/>
            <p:cNvSpPr/>
            <p:nvPr/>
          </p:nvSpPr>
          <p:spPr>
            <a:xfrm>
              <a:off x="4598700" y="3452625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4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7" y="7492"/>
                  </a:lnTo>
                  <a:lnTo>
                    <a:pt x="6372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60" y="12087"/>
                  </a:lnTo>
                  <a:lnTo>
                    <a:pt x="1584" y="14983"/>
                  </a:lnTo>
                  <a:lnTo>
                    <a:pt x="773" y="16450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49"/>
                  </a:lnTo>
                  <a:lnTo>
                    <a:pt x="1159" y="16759"/>
                  </a:lnTo>
                  <a:lnTo>
                    <a:pt x="1970" y="15369"/>
                  </a:lnTo>
                  <a:lnTo>
                    <a:pt x="2781" y="13979"/>
                  </a:lnTo>
                  <a:lnTo>
                    <a:pt x="3592" y="12589"/>
                  </a:lnTo>
                  <a:lnTo>
                    <a:pt x="4441" y="11199"/>
                  </a:lnTo>
                  <a:lnTo>
                    <a:pt x="5291" y="9809"/>
                  </a:lnTo>
                  <a:lnTo>
                    <a:pt x="5715" y="9191"/>
                  </a:lnTo>
                  <a:lnTo>
                    <a:pt x="6179" y="8612"/>
                  </a:lnTo>
                  <a:lnTo>
                    <a:pt x="6603" y="8032"/>
                  </a:lnTo>
                  <a:lnTo>
                    <a:pt x="6990" y="7453"/>
                  </a:lnTo>
                  <a:lnTo>
                    <a:pt x="6990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90" y="7067"/>
                  </a:lnTo>
                  <a:lnTo>
                    <a:pt x="6874" y="7028"/>
                  </a:lnTo>
                  <a:lnTo>
                    <a:pt x="6835" y="7028"/>
                  </a:lnTo>
                  <a:lnTo>
                    <a:pt x="6102" y="6102"/>
                  </a:lnTo>
                  <a:lnTo>
                    <a:pt x="5291" y="5175"/>
                  </a:lnTo>
                  <a:lnTo>
                    <a:pt x="3669" y="3437"/>
                  </a:lnTo>
                  <a:lnTo>
                    <a:pt x="1970" y="1700"/>
                  </a:lnTo>
                  <a:lnTo>
                    <a:pt x="1082" y="811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"/>
            <p:cNvSpPr/>
            <p:nvPr/>
          </p:nvSpPr>
          <p:spPr>
            <a:xfrm>
              <a:off x="3921000" y="345842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4" y="7298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59" y="7569"/>
                  </a:lnTo>
                  <a:lnTo>
                    <a:pt x="9152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59" y="10040"/>
                  </a:lnTo>
                  <a:lnTo>
                    <a:pt x="8689" y="10117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40" y="10079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7"/>
                  </a:lnTo>
                  <a:lnTo>
                    <a:pt x="7029" y="9345"/>
                  </a:lnTo>
                  <a:lnTo>
                    <a:pt x="6951" y="9075"/>
                  </a:lnTo>
                  <a:lnTo>
                    <a:pt x="6913" y="8804"/>
                  </a:lnTo>
                  <a:lnTo>
                    <a:pt x="6951" y="8534"/>
                  </a:lnTo>
                  <a:lnTo>
                    <a:pt x="7029" y="8264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8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5" y="8457"/>
                  </a:lnTo>
                  <a:lnTo>
                    <a:pt x="2974" y="8611"/>
                  </a:lnTo>
                  <a:lnTo>
                    <a:pt x="3051" y="8766"/>
                  </a:lnTo>
                  <a:lnTo>
                    <a:pt x="1545" y="8727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5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7"/>
                  </a:lnTo>
                  <a:lnTo>
                    <a:pt x="6990" y="10079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6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2"/>
                  </a:lnTo>
                  <a:lnTo>
                    <a:pt x="10156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6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0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8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4" y="7337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49" y="8534"/>
                  </a:lnTo>
                  <a:lnTo>
                    <a:pt x="6449" y="8843"/>
                  </a:lnTo>
                  <a:lnTo>
                    <a:pt x="5716" y="8804"/>
                  </a:lnTo>
                  <a:lnTo>
                    <a:pt x="4943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7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80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5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"/>
            <p:cNvSpPr/>
            <p:nvPr/>
          </p:nvSpPr>
          <p:spPr>
            <a:xfrm>
              <a:off x="1220850" y="3492200"/>
              <a:ext cx="274200" cy="516500"/>
            </a:xfrm>
            <a:custGeom>
              <a:avLst/>
              <a:gdLst/>
              <a:ahLst/>
              <a:cxnLst/>
              <a:rect l="l" t="t" r="r" b="b"/>
              <a:pathLst>
                <a:path w="10968" h="20660" extrusionOk="0">
                  <a:moveTo>
                    <a:pt x="1468" y="657"/>
                  </a:moveTo>
                  <a:lnTo>
                    <a:pt x="2086" y="1005"/>
                  </a:lnTo>
                  <a:lnTo>
                    <a:pt x="2665" y="1391"/>
                  </a:lnTo>
                  <a:lnTo>
                    <a:pt x="3052" y="1661"/>
                  </a:lnTo>
                  <a:lnTo>
                    <a:pt x="3438" y="1970"/>
                  </a:lnTo>
                  <a:lnTo>
                    <a:pt x="3592" y="2125"/>
                  </a:lnTo>
                  <a:lnTo>
                    <a:pt x="3708" y="2279"/>
                  </a:lnTo>
                  <a:lnTo>
                    <a:pt x="3862" y="2588"/>
                  </a:lnTo>
                  <a:lnTo>
                    <a:pt x="3978" y="2935"/>
                  </a:lnTo>
                  <a:lnTo>
                    <a:pt x="4055" y="3322"/>
                  </a:lnTo>
                  <a:lnTo>
                    <a:pt x="5098" y="7492"/>
                  </a:lnTo>
                  <a:lnTo>
                    <a:pt x="7222" y="16180"/>
                  </a:lnTo>
                  <a:lnTo>
                    <a:pt x="7261" y="16258"/>
                  </a:lnTo>
                  <a:lnTo>
                    <a:pt x="7299" y="16296"/>
                  </a:lnTo>
                  <a:lnTo>
                    <a:pt x="7369" y="16331"/>
                  </a:lnTo>
                  <a:lnTo>
                    <a:pt x="7369" y="16331"/>
                  </a:lnTo>
                  <a:lnTo>
                    <a:pt x="6990" y="16489"/>
                  </a:lnTo>
                  <a:lnTo>
                    <a:pt x="6334" y="14481"/>
                  </a:lnTo>
                  <a:lnTo>
                    <a:pt x="5677" y="12512"/>
                  </a:lnTo>
                  <a:lnTo>
                    <a:pt x="4287" y="8573"/>
                  </a:lnTo>
                  <a:lnTo>
                    <a:pt x="2858" y="4634"/>
                  </a:lnTo>
                  <a:lnTo>
                    <a:pt x="1468" y="657"/>
                  </a:lnTo>
                  <a:close/>
                  <a:moveTo>
                    <a:pt x="1121" y="503"/>
                  </a:moveTo>
                  <a:lnTo>
                    <a:pt x="1121" y="580"/>
                  </a:lnTo>
                  <a:lnTo>
                    <a:pt x="3940" y="8573"/>
                  </a:lnTo>
                  <a:lnTo>
                    <a:pt x="5368" y="12551"/>
                  </a:lnTo>
                  <a:lnTo>
                    <a:pt x="6102" y="14558"/>
                  </a:lnTo>
                  <a:lnTo>
                    <a:pt x="6874" y="16528"/>
                  </a:lnTo>
                  <a:lnTo>
                    <a:pt x="6681" y="16566"/>
                  </a:lnTo>
                  <a:lnTo>
                    <a:pt x="5755" y="14636"/>
                  </a:lnTo>
                  <a:lnTo>
                    <a:pt x="4789" y="12705"/>
                  </a:lnTo>
                  <a:lnTo>
                    <a:pt x="2820" y="8882"/>
                  </a:lnTo>
                  <a:lnTo>
                    <a:pt x="1777" y="6951"/>
                  </a:lnTo>
                  <a:lnTo>
                    <a:pt x="773" y="4982"/>
                  </a:lnTo>
                  <a:lnTo>
                    <a:pt x="657" y="4712"/>
                  </a:lnTo>
                  <a:lnTo>
                    <a:pt x="580" y="4441"/>
                  </a:lnTo>
                  <a:lnTo>
                    <a:pt x="542" y="4171"/>
                  </a:lnTo>
                  <a:lnTo>
                    <a:pt x="503" y="3901"/>
                  </a:lnTo>
                  <a:lnTo>
                    <a:pt x="503" y="3322"/>
                  </a:lnTo>
                  <a:lnTo>
                    <a:pt x="542" y="2781"/>
                  </a:lnTo>
                  <a:lnTo>
                    <a:pt x="657" y="2202"/>
                  </a:lnTo>
                  <a:lnTo>
                    <a:pt x="812" y="1623"/>
                  </a:lnTo>
                  <a:lnTo>
                    <a:pt x="1121" y="503"/>
                  </a:lnTo>
                  <a:close/>
                  <a:moveTo>
                    <a:pt x="9886" y="13786"/>
                  </a:moveTo>
                  <a:lnTo>
                    <a:pt x="10041" y="13825"/>
                  </a:lnTo>
                  <a:lnTo>
                    <a:pt x="10157" y="13902"/>
                  </a:lnTo>
                  <a:lnTo>
                    <a:pt x="10311" y="14018"/>
                  </a:lnTo>
                  <a:lnTo>
                    <a:pt x="10581" y="14481"/>
                  </a:lnTo>
                  <a:lnTo>
                    <a:pt x="10620" y="14674"/>
                  </a:lnTo>
                  <a:lnTo>
                    <a:pt x="10620" y="14906"/>
                  </a:lnTo>
                  <a:lnTo>
                    <a:pt x="10581" y="15099"/>
                  </a:lnTo>
                  <a:lnTo>
                    <a:pt x="10504" y="15254"/>
                  </a:lnTo>
                  <a:lnTo>
                    <a:pt x="10311" y="15640"/>
                  </a:lnTo>
                  <a:lnTo>
                    <a:pt x="10041" y="15910"/>
                  </a:lnTo>
                  <a:lnTo>
                    <a:pt x="9655" y="16296"/>
                  </a:lnTo>
                  <a:lnTo>
                    <a:pt x="9191" y="16605"/>
                  </a:lnTo>
                  <a:lnTo>
                    <a:pt x="8728" y="16914"/>
                  </a:lnTo>
                  <a:lnTo>
                    <a:pt x="8265" y="17184"/>
                  </a:lnTo>
                  <a:lnTo>
                    <a:pt x="8149" y="17184"/>
                  </a:lnTo>
                  <a:lnTo>
                    <a:pt x="8071" y="17262"/>
                  </a:lnTo>
                  <a:lnTo>
                    <a:pt x="7724" y="17416"/>
                  </a:lnTo>
                  <a:lnTo>
                    <a:pt x="7029" y="17725"/>
                  </a:lnTo>
                  <a:lnTo>
                    <a:pt x="6295" y="17995"/>
                  </a:lnTo>
                  <a:lnTo>
                    <a:pt x="5523" y="18150"/>
                  </a:lnTo>
                  <a:lnTo>
                    <a:pt x="4789" y="18304"/>
                  </a:lnTo>
                  <a:lnTo>
                    <a:pt x="4403" y="18343"/>
                  </a:lnTo>
                  <a:lnTo>
                    <a:pt x="4055" y="18343"/>
                  </a:lnTo>
                  <a:lnTo>
                    <a:pt x="3669" y="18266"/>
                  </a:lnTo>
                  <a:lnTo>
                    <a:pt x="3515" y="18227"/>
                  </a:lnTo>
                  <a:lnTo>
                    <a:pt x="3360" y="18150"/>
                  </a:lnTo>
                  <a:lnTo>
                    <a:pt x="3245" y="18034"/>
                  </a:lnTo>
                  <a:lnTo>
                    <a:pt x="3129" y="17957"/>
                  </a:lnTo>
                  <a:lnTo>
                    <a:pt x="2974" y="17686"/>
                  </a:lnTo>
                  <a:lnTo>
                    <a:pt x="2858" y="17377"/>
                  </a:lnTo>
                  <a:lnTo>
                    <a:pt x="2858" y="17068"/>
                  </a:lnTo>
                  <a:lnTo>
                    <a:pt x="2897" y="16875"/>
                  </a:lnTo>
                  <a:lnTo>
                    <a:pt x="2974" y="16721"/>
                  </a:lnTo>
                  <a:lnTo>
                    <a:pt x="3090" y="16566"/>
                  </a:lnTo>
                  <a:lnTo>
                    <a:pt x="3206" y="16451"/>
                  </a:lnTo>
                  <a:lnTo>
                    <a:pt x="3322" y="16373"/>
                  </a:lnTo>
                  <a:lnTo>
                    <a:pt x="3476" y="16296"/>
                  </a:lnTo>
                  <a:lnTo>
                    <a:pt x="3592" y="16296"/>
                  </a:lnTo>
                  <a:lnTo>
                    <a:pt x="3708" y="16335"/>
                  </a:lnTo>
                  <a:lnTo>
                    <a:pt x="3824" y="16451"/>
                  </a:lnTo>
                  <a:lnTo>
                    <a:pt x="3940" y="16605"/>
                  </a:lnTo>
                  <a:lnTo>
                    <a:pt x="4094" y="16798"/>
                  </a:lnTo>
                  <a:lnTo>
                    <a:pt x="4210" y="17068"/>
                  </a:lnTo>
                  <a:lnTo>
                    <a:pt x="4055" y="17068"/>
                  </a:lnTo>
                  <a:lnTo>
                    <a:pt x="3978" y="17107"/>
                  </a:lnTo>
                  <a:lnTo>
                    <a:pt x="3940" y="17184"/>
                  </a:lnTo>
                  <a:lnTo>
                    <a:pt x="3978" y="17300"/>
                  </a:lnTo>
                  <a:lnTo>
                    <a:pt x="4055" y="17339"/>
                  </a:lnTo>
                  <a:lnTo>
                    <a:pt x="4828" y="17339"/>
                  </a:lnTo>
                  <a:lnTo>
                    <a:pt x="5639" y="17262"/>
                  </a:lnTo>
                  <a:lnTo>
                    <a:pt x="6450" y="17107"/>
                  </a:lnTo>
                  <a:lnTo>
                    <a:pt x="7261" y="16875"/>
                  </a:lnTo>
                  <a:lnTo>
                    <a:pt x="7647" y="16721"/>
                  </a:lnTo>
                  <a:lnTo>
                    <a:pt x="8033" y="16528"/>
                  </a:lnTo>
                  <a:lnTo>
                    <a:pt x="8419" y="16335"/>
                  </a:lnTo>
                  <a:lnTo>
                    <a:pt x="8728" y="16103"/>
                  </a:lnTo>
                  <a:lnTo>
                    <a:pt x="9075" y="15871"/>
                  </a:lnTo>
                  <a:lnTo>
                    <a:pt x="9384" y="15601"/>
                  </a:lnTo>
                  <a:lnTo>
                    <a:pt x="9616" y="15331"/>
                  </a:lnTo>
                  <a:lnTo>
                    <a:pt x="9886" y="15022"/>
                  </a:lnTo>
                  <a:lnTo>
                    <a:pt x="9886" y="14945"/>
                  </a:lnTo>
                  <a:lnTo>
                    <a:pt x="9886" y="14906"/>
                  </a:lnTo>
                  <a:lnTo>
                    <a:pt x="9848" y="14829"/>
                  </a:lnTo>
                  <a:lnTo>
                    <a:pt x="9809" y="14790"/>
                  </a:lnTo>
                  <a:lnTo>
                    <a:pt x="9732" y="14752"/>
                  </a:lnTo>
                  <a:lnTo>
                    <a:pt x="9616" y="14752"/>
                  </a:lnTo>
                  <a:lnTo>
                    <a:pt x="9539" y="14790"/>
                  </a:lnTo>
                  <a:lnTo>
                    <a:pt x="9307" y="15099"/>
                  </a:lnTo>
                  <a:lnTo>
                    <a:pt x="9114" y="14945"/>
                  </a:lnTo>
                  <a:lnTo>
                    <a:pt x="9037" y="14829"/>
                  </a:lnTo>
                  <a:lnTo>
                    <a:pt x="8998" y="14674"/>
                  </a:lnTo>
                  <a:lnTo>
                    <a:pt x="8998" y="14558"/>
                  </a:lnTo>
                  <a:lnTo>
                    <a:pt x="9037" y="14404"/>
                  </a:lnTo>
                  <a:lnTo>
                    <a:pt x="9114" y="14288"/>
                  </a:lnTo>
                  <a:lnTo>
                    <a:pt x="9346" y="14056"/>
                  </a:lnTo>
                  <a:lnTo>
                    <a:pt x="9462" y="13941"/>
                  </a:lnTo>
                  <a:lnTo>
                    <a:pt x="9539" y="13825"/>
                  </a:lnTo>
                  <a:lnTo>
                    <a:pt x="9655" y="13786"/>
                  </a:lnTo>
                  <a:close/>
                  <a:moveTo>
                    <a:pt x="889" y="1"/>
                  </a:moveTo>
                  <a:lnTo>
                    <a:pt x="812" y="78"/>
                  </a:lnTo>
                  <a:lnTo>
                    <a:pt x="773" y="155"/>
                  </a:lnTo>
                  <a:lnTo>
                    <a:pt x="194" y="2511"/>
                  </a:lnTo>
                  <a:lnTo>
                    <a:pt x="117" y="2897"/>
                  </a:lnTo>
                  <a:lnTo>
                    <a:pt x="40" y="3322"/>
                  </a:lnTo>
                  <a:lnTo>
                    <a:pt x="1" y="3746"/>
                  </a:lnTo>
                  <a:lnTo>
                    <a:pt x="1" y="4210"/>
                  </a:lnTo>
                  <a:lnTo>
                    <a:pt x="78" y="4441"/>
                  </a:lnTo>
                  <a:lnTo>
                    <a:pt x="155" y="4673"/>
                  </a:lnTo>
                  <a:lnTo>
                    <a:pt x="348" y="5136"/>
                  </a:lnTo>
                  <a:lnTo>
                    <a:pt x="850" y="6025"/>
                  </a:lnTo>
                  <a:lnTo>
                    <a:pt x="1970" y="8187"/>
                  </a:lnTo>
                  <a:lnTo>
                    <a:pt x="4133" y="12435"/>
                  </a:lnTo>
                  <a:lnTo>
                    <a:pt x="5253" y="14558"/>
                  </a:lnTo>
                  <a:lnTo>
                    <a:pt x="6411" y="16682"/>
                  </a:lnTo>
                  <a:lnTo>
                    <a:pt x="5484" y="16875"/>
                  </a:lnTo>
                  <a:lnTo>
                    <a:pt x="4596" y="16991"/>
                  </a:lnTo>
                  <a:lnTo>
                    <a:pt x="4596" y="16991"/>
                  </a:lnTo>
                  <a:lnTo>
                    <a:pt x="4673" y="16837"/>
                  </a:lnTo>
                  <a:lnTo>
                    <a:pt x="4712" y="16682"/>
                  </a:lnTo>
                  <a:lnTo>
                    <a:pt x="4712" y="16528"/>
                  </a:lnTo>
                  <a:lnTo>
                    <a:pt x="4635" y="16373"/>
                  </a:lnTo>
                  <a:lnTo>
                    <a:pt x="4557" y="16219"/>
                  </a:lnTo>
                  <a:lnTo>
                    <a:pt x="4442" y="16103"/>
                  </a:lnTo>
                  <a:lnTo>
                    <a:pt x="4326" y="15987"/>
                  </a:lnTo>
                  <a:lnTo>
                    <a:pt x="4133" y="15910"/>
                  </a:lnTo>
                  <a:lnTo>
                    <a:pt x="3862" y="15871"/>
                  </a:lnTo>
                  <a:lnTo>
                    <a:pt x="3592" y="15871"/>
                  </a:lnTo>
                  <a:lnTo>
                    <a:pt x="3322" y="15949"/>
                  </a:lnTo>
                  <a:lnTo>
                    <a:pt x="3090" y="16103"/>
                  </a:lnTo>
                  <a:lnTo>
                    <a:pt x="2897" y="16258"/>
                  </a:lnTo>
                  <a:lnTo>
                    <a:pt x="2743" y="16489"/>
                  </a:lnTo>
                  <a:lnTo>
                    <a:pt x="2588" y="16721"/>
                  </a:lnTo>
                  <a:lnTo>
                    <a:pt x="2550" y="16991"/>
                  </a:lnTo>
                  <a:lnTo>
                    <a:pt x="2511" y="17416"/>
                  </a:lnTo>
                  <a:lnTo>
                    <a:pt x="2550" y="17725"/>
                  </a:lnTo>
                  <a:lnTo>
                    <a:pt x="2704" y="17995"/>
                  </a:lnTo>
                  <a:lnTo>
                    <a:pt x="2858" y="18227"/>
                  </a:lnTo>
                  <a:lnTo>
                    <a:pt x="3129" y="18381"/>
                  </a:lnTo>
                  <a:lnTo>
                    <a:pt x="3399" y="18497"/>
                  </a:lnTo>
                  <a:lnTo>
                    <a:pt x="3747" y="18574"/>
                  </a:lnTo>
                  <a:lnTo>
                    <a:pt x="4094" y="18613"/>
                  </a:lnTo>
                  <a:lnTo>
                    <a:pt x="4442" y="18613"/>
                  </a:lnTo>
                  <a:lnTo>
                    <a:pt x="4828" y="18574"/>
                  </a:lnTo>
                  <a:lnTo>
                    <a:pt x="5639" y="18420"/>
                  </a:lnTo>
                  <a:lnTo>
                    <a:pt x="6334" y="18266"/>
                  </a:lnTo>
                  <a:lnTo>
                    <a:pt x="6952" y="18072"/>
                  </a:lnTo>
                  <a:lnTo>
                    <a:pt x="7067" y="18034"/>
                  </a:lnTo>
                  <a:lnTo>
                    <a:pt x="7299" y="17957"/>
                  </a:lnTo>
                  <a:lnTo>
                    <a:pt x="8149" y="17570"/>
                  </a:lnTo>
                  <a:lnTo>
                    <a:pt x="8612" y="18497"/>
                  </a:lnTo>
                  <a:lnTo>
                    <a:pt x="9037" y="19463"/>
                  </a:lnTo>
                  <a:lnTo>
                    <a:pt x="9269" y="20003"/>
                  </a:lnTo>
                  <a:lnTo>
                    <a:pt x="9423" y="20351"/>
                  </a:lnTo>
                  <a:lnTo>
                    <a:pt x="9539" y="20660"/>
                  </a:lnTo>
                  <a:lnTo>
                    <a:pt x="9770" y="20621"/>
                  </a:lnTo>
                  <a:lnTo>
                    <a:pt x="9693" y="20428"/>
                  </a:lnTo>
                  <a:lnTo>
                    <a:pt x="9423" y="19656"/>
                  </a:lnTo>
                  <a:lnTo>
                    <a:pt x="9114" y="18922"/>
                  </a:lnTo>
                  <a:lnTo>
                    <a:pt x="8767" y="18150"/>
                  </a:lnTo>
                  <a:lnTo>
                    <a:pt x="8419" y="17416"/>
                  </a:lnTo>
                  <a:lnTo>
                    <a:pt x="8960" y="17107"/>
                  </a:lnTo>
                  <a:lnTo>
                    <a:pt x="9539" y="16760"/>
                  </a:lnTo>
                  <a:lnTo>
                    <a:pt x="10041" y="16373"/>
                  </a:lnTo>
                  <a:lnTo>
                    <a:pt x="10272" y="16180"/>
                  </a:lnTo>
                  <a:lnTo>
                    <a:pt x="10466" y="15949"/>
                  </a:lnTo>
                  <a:lnTo>
                    <a:pt x="10659" y="15717"/>
                  </a:lnTo>
                  <a:lnTo>
                    <a:pt x="10813" y="15485"/>
                  </a:lnTo>
                  <a:lnTo>
                    <a:pt x="10929" y="15254"/>
                  </a:lnTo>
                  <a:lnTo>
                    <a:pt x="10968" y="14983"/>
                  </a:lnTo>
                  <a:lnTo>
                    <a:pt x="10968" y="14752"/>
                  </a:lnTo>
                  <a:lnTo>
                    <a:pt x="10929" y="14520"/>
                  </a:lnTo>
                  <a:lnTo>
                    <a:pt x="10852" y="14250"/>
                  </a:lnTo>
                  <a:lnTo>
                    <a:pt x="10659" y="13979"/>
                  </a:lnTo>
                  <a:lnTo>
                    <a:pt x="10504" y="13825"/>
                  </a:lnTo>
                  <a:lnTo>
                    <a:pt x="10272" y="13670"/>
                  </a:lnTo>
                  <a:lnTo>
                    <a:pt x="10041" y="13555"/>
                  </a:lnTo>
                  <a:lnTo>
                    <a:pt x="9809" y="13516"/>
                  </a:lnTo>
                  <a:lnTo>
                    <a:pt x="9539" y="13516"/>
                  </a:lnTo>
                  <a:lnTo>
                    <a:pt x="9307" y="13555"/>
                  </a:lnTo>
                  <a:lnTo>
                    <a:pt x="9075" y="13670"/>
                  </a:lnTo>
                  <a:lnTo>
                    <a:pt x="8882" y="13863"/>
                  </a:lnTo>
                  <a:lnTo>
                    <a:pt x="8767" y="14056"/>
                  </a:lnTo>
                  <a:lnTo>
                    <a:pt x="8728" y="14250"/>
                  </a:lnTo>
                  <a:lnTo>
                    <a:pt x="8689" y="14443"/>
                  </a:lnTo>
                  <a:lnTo>
                    <a:pt x="8689" y="14636"/>
                  </a:lnTo>
                  <a:lnTo>
                    <a:pt x="8728" y="14829"/>
                  </a:lnTo>
                  <a:lnTo>
                    <a:pt x="8805" y="15022"/>
                  </a:lnTo>
                  <a:lnTo>
                    <a:pt x="8921" y="15176"/>
                  </a:lnTo>
                  <a:lnTo>
                    <a:pt x="9075" y="15331"/>
                  </a:lnTo>
                  <a:lnTo>
                    <a:pt x="8728" y="15640"/>
                  </a:lnTo>
                  <a:lnTo>
                    <a:pt x="8342" y="15871"/>
                  </a:lnTo>
                  <a:lnTo>
                    <a:pt x="7917" y="16103"/>
                  </a:lnTo>
                  <a:lnTo>
                    <a:pt x="7454" y="16296"/>
                  </a:lnTo>
                  <a:lnTo>
                    <a:pt x="7531" y="16258"/>
                  </a:lnTo>
                  <a:lnTo>
                    <a:pt x="7608" y="16219"/>
                  </a:lnTo>
                  <a:lnTo>
                    <a:pt x="7608" y="16142"/>
                  </a:lnTo>
                  <a:lnTo>
                    <a:pt x="7608" y="16026"/>
                  </a:lnTo>
                  <a:lnTo>
                    <a:pt x="5330" y="6488"/>
                  </a:lnTo>
                  <a:lnTo>
                    <a:pt x="4712" y="4094"/>
                  </a:lnTo>
                  <a:lnTo>
                    <a:pt x="4480" y="3013"/>
                  </a:lnTo>
                  <a:lnTo>
                    <a:pt x="4326" y="2511"/>
                  </a:lnTo>
                  <a:lnTo>
                    <a:pt x="4249" y="2240"/>
                  </a:lnTo>
                  <a:lnTo>
                    <a:pt x="4094" y="2009"/>
                  </a:lnTo>
                  <a:lnTo>
                    <a:pt x="3824" y="1700"/>
                  </a:lnTo>
                  <a:lnTo>
                    <a:pt x="3515" y="1352"/>
                  </a:lnTo>
                  <a:lnTo>
                    <a:pt x="3129" y="1082"/>
                  </a:lnTo>
                  <a:lnTo>
                    <a:pt x="2704" y="812"/>
                  </a:lnTo>
                  <a:lnTo>
                    <a:pt x="2318" y="580"/>
                  </a:lnTo>
                  <a:lnTo>
                    <a:pt x="1854" y="387"/>
                  </a:lnTo>
                  <a:lnTo>
                    <a:pt x="108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"/>
            <p:cNvSpPr/>
            <p:nvPr/>
          </p:nvSpPr>
          <p:spPr>
            <a:xfrm>
              <a:off x="319200" y="3515375"/>
              <a:ext cx="324400" cy="208550"/>
            </a:xfrm>
            <a:custGeom>
              <a:avLst/>
              <a:gdLst/>
              <a:ahLst/>
              <a:cxnLst/>
              <a:rect l="l" t="t" r="r" b="b"/>
              <a:pathLst>
                <a:path w="12976" h="8342" extrusionOk="0">
                  <a:moveTo>
                    <a:pt x="6758" y="309"/>
                  </a:moveTo>
                  <a:lnTo>
                    <a:pt x="6874" y="348"/>
                  </a:lnTo>
                  <a:lnTo>
                    <a:pt x="7029" y="387"/>
                  </a:lnTo>
                  <a:lnTo>
                    <a:pt x="7222" y="502"/>
                  </a:lnTo>
                  <a:lnTo>
                    <a:pt x="7299" y="502"/>
                  </a:lnTo>
                  <a:lnTo>
                    <a:pt x="7453" y="773"/>
                  </a:lnTo>
                  <a:lnTo>
                    <a:pt x="7569" y="1043"/>
                  </a:lnTo>
                  <a:lnTo>
                    <a:pt x="7608" y="1352"/>
                  </a:lnTo>
                  <a:lnTo>
                    <a:pt x="7569" y="1661"/>
                  </a:lnTo>
                  <a:lnTo>
                    <a:pt x="7492" y="1970"/>
                  </a:lnTo>
                  <a:lnTo>
                    <a:pt x="7415" y="2240"/>
                  </a:lnTo>
                  <a:lnTo>
                    <a:pt x="7222" y="2858"/>
                  </a:lnTo>
                  <a:lnTo>
                    <a:pt x="6411" y="4905"/>
                  </a:lnTo>
                  <a:lnTo>
                    <a:pt x="6411" y="4943"/>
                  </a:lnTo>
                  <a:lnTo>
                    <a:pt x="6295" y="4943"/>
                  </a:lnTo>
                  <a:lnTo>
                    <a:pt x="6218" y="3978"/>
                  </a:lnTo>
                  <a:lnTo>
                    <a:pt x="6140" y="2974"/>
                  </a:lnTo>
                  <a:lnTo>
                    <a:pt x="6140" y="1854"/>
                  </a:lnTo>
                  <a:lnTo>
                    <a:pt x="6179" y="1352"/>
                  </a:lnTo>
                  <a:lnTo>
                    <a:pt x="6218" y="1043"/>
                  </a:lnTo>
                  <a:lnTo>
                    <a:pt x="6295" y="734"/>
                  </a:lnTo>
                  <a:lnTo>
                    <a:pt x="6449" y="502"/>
                  </a:lnTo>
                  <a:lnTo>
                    <a:pt x="6527" y="425"/>
                  </a:lnTo>
                  <a:lnTo>
                    <a:pt x="6642" y="348"/>
                  </a:lnTo>
                  <a:lnTo>
                    <a:pt x="6758" y="309"/>
                  </a:lnTo>
                  <a:close/>
                  <a:moveTo>
                    <a:pt x="11971" y="4711"/>
                  </a:moveTo>
                  <a:lnTo>
                    <a:pt x="12087" y="4750"/>
                  </a:lnTo>
                  <a:lnTo>
                    <a:pt x="12164" y="4827"/>
                  </a:lnTo>
                  <a:lnTo>
                    <a:pt x="12280" y="4905"/>
                  </a:lnTo>
                  <a:lnTo>
                    <a:pt x="12319" y="4982"/>
                  </a:lnTo>
                  <a:lnTo>
                    <a:pt x="12396" y="5136"/>
                  </a:lnTo>
                  <a:lnTo>
                    <a:pt x="12435" y="5484"/>
                  </a:lnTo>
                  <a:lnTo>
                    <a:pt x="12319" y="5600"/>
                  </a:lnTo>
                  <a:lnTo>
                    <a:pt x="12126" y="5677"/>
                  </a:lnTo>
                  <a:lnTo>
                    <a:pt x="11933" y="5754"/>
                  </a:lnTo>
                  <a:lnTo>
                    <a:pt x="11701" y="5793"/>
                  </a:lnTo>
                  <a:lnTo>
                    <a:pt x="11199" y="5831"/>
                  </a:lnTo>
                  <a:lnTo>
                    <a:pt x="10041" y="5831"/>
                  </a:lnTo>
                  <a:lnTo>
                    <a:pt x="9230" y="5754"/>
                  </a:lnTo>
                  <a:lnTo>
                    <a:pt x="8612" y="5677"/>
                  </a:lnTo>
                  <a:lnTo>
                    <a:pt x="7994" y="5561"/>
                  </a:lnTo>
                  <a:lnTo>
                    <a:pt x="6758" y="5252"/>
                  </a:lnTo>
                  <a:lnTo>
                    <a:pt x="7955" y="5020"/>
                  </a:lnTo>
                  <a:lnTo>
                    <a:pt x="9191" y="4866"/>
                  </a:lnTo>
                  <a:lnTo>
                    <a:pt x="9925" y="4789"/>
                  </a:lnTo>
                  <a:lnTo>
                    <a:pt x="10658" y="4750"/>
                  </a:lnTo>
                  <a:lnTo>
                    <a:pt x="11353" y="4711"/>
                  </a:lnTo>
                  <a:close/>
                  <a:moveTo>
                    <a:pt x="5638" y="5754"/>
                  </a:moveTo>
                  <a:lnTo>
                    <a:pt x="4557" y="6449"/>
                  </a:lnTo>
                  <a:lnTo>
                    <a:pt x="3437" y="7106"/>
                  </a:lnTo>
                  <a:lnTo>
                    <a:pt x="2820" y="7376"/>
                  </a:lnTo>
                  <a:lnTo>
                    <a:pt x="2202" y="7685"/>
                  </a:lnTo>
                  <a:lnTo>
                    <a:pt x="1816" y="7801"/>
                  </a:lnTo>
                  <a:lnTo>
                    <a:pt x="1429" y="7917"/>
                  </a:lnTo>
                  <a:lnTo>
                    <a:pt x="1120" y="7955"/>
                  </a:lnTo>
                  <a:lnTo>
                    <a:pt x="927" y="7917"/>
                  </a:lnTo>
                  <a:lnTo>
                    <a:pt x="850" y="7878"/>
                  </a:lnTo>
                  <a:lnTo>
                    <a:pt x="773" y="7801"/>
                  </a:lnTo>
                  <a:lnTo>
                    <a:pt x="734" y="7685"/>
                  </a:lnTo>
                  <a:lnTo>
                    <a:pt x="696" y="7530"/>
                  </a:lnTo>
                  <a:lnTo>
                    <a:pt x="696" y="7376"/>
                  </a:lnTo>
                  <a:lnTo>
                    <a:pt x="696" y="7221"/>
                  </a:lnTo>
                  <a:lnTo>
                    <a:pt x="734" y="7144"/>
                  </a:lnTo>
                  <a:lnTo>
                    <a:pt x="812" y="7067"/>
                  </a:lnTo>
                  <a:lnTo>
                    <a:pt x="1005" y="6990"/>
                  </a:lnTo>
                  <a:lnTo>
                    <a:pt x="1275" y="6874"/>
                  </a:lnTo>
                  <a:lnTo>
                    <a:pt x="1893" y="6642"/>
                  </a:lnTo>
                  <a:lnTo>
                    <a:pt x="2742" y="6449"/>
                  </a:lnTo>
                  <a:lnTo>
                    <a:pt x="3592" y="6295"/>
                  </a:lnTo>
                  <a:lnTo>
                    <a:pt x="4634" y="6063"/>
                  </a:lnTo>
                  <a:lnTo>
                    <a:pt x="5136" y="5909"/>
                  </a:lnTo>
                  <a:lnTo>
                    <a:pt x="5638" y="5754"/>
                  </a:lnTo>
                  <a:close/>
                  <a:moveTo>
                    <a:pt x="6951" y="0"/>
                  </a:moveTo>
                  <a:lnTo>
                    <a:pt x="6720" y="39"/>
                  </a:lnTo>
                  <a:lnTo>
                    <a:pt x="6527" y="116"/>
                  </a:lnTo>
                  <a:lnTo>
                    <a:pt x="6333" y="232"/>
                  </a:lnTo>
                  <a:lnTo>
                    <a:pt x="6140" y="425"/>
                  </a:lnTo>
                  <a:lnTo>
                    <a:pt x="5986" y="618"/>
                  </a:lnTo>
                  <a:lnTo>
                    <a:pt x="5909" y="811"/>
                  </a:lnTo>
                  <a:lnTo>
                    <a:pt x="5793" y="1275"/>
                  </a:lnTo>
                  <a:lnTo>
                    <a:pt x="5793" y="1777"/>
                  </a:lnTo>
                  <a:lnTo>
                    <a:pt x="5831" y="2742"/>
                  </a:lnTo>
                  <a:lnTo>
                    <a:pt x="5909" y="3901"/>
                  </a:lnTo>
                  <a:lnTo>
                    <a:pt x="5986" y="4480"/>
                  </a:lnTo>
                  <a:lnTo>
                    <a:pt x="6063" y="5020"/>
                  </a:lnTo>
                  <a:lnTo>
                    <a:pt x="6025" y="5136"/>
                  </a:lnTo>
                  <a:lnTo>
                    <a:pt x="6063" y="5252"/>
                  </a:lnTo>
                  <a:lnTo>
                    <a:pt x="5523" y="5445"/>
                  </a:lnTo>
                  <a:lnTo>
                    <a:pt x="4982" y="5561"/>
                  </a:lnTo>
                  <a:lnTo>
                    <a:pt x="3939" y="5831"/>
                  </a:lnTo>
                  <a:lnTo>
                    <a:pt x="2858" y="6024"/>
                  </a:lnTo>
                  <a:lnTo>
                    <a:pt x="2318" y="6179"/>
                  </a:lnTo>
                  <a:lnTo>
                    <a:pt x="1777" y="6295"/>
                  </a:lnTo>
                  <a:lnTo>
                    <a:pt x="1198" y="6488"/>
                  </a:lnTo>
                  <a:lnTo>
                    <a:pt x="850" y="6642"/>
                  </a:lnTo>
                  <a:lnTo>
                    <a:pt x="503" y="6835"/>
                  </a:lnTo>
                  <a:lnTo>
                    <a:pt x="232" y="7028"/>
                  </a:lnTo>
                  <a:lnTo>
                    <a:pt x="116" y="7144"/>
                  </a:lnTo>
                  <a:lnTo>
                    <a:pt x="39" y="7299"/>
                  </a:lnTo>
                  <a:lnTo>
                    <a:pt x="1" y="7415"/>
                  </a:lnTo>
                  <a:lnTo>
                    <a:pt x="1" y="7569"/>
                  </a:lnTo>
                  <a:lnTo>
                    <a:pt x="39" y="7723"/>
                  </a:lnTo>
                  <a:lnTo>
                    <a:pt x="116" y="7917"/>
                  </a:lnTo>
                  <a:lnTo>
                    <a:pt x="232" y="8032"/>
                  </a:lnTo>
                  <a:lnTo>
                    <a:pt x="348" y="8148"/>
                  </a:lnTo>
                  <a:lnTo>
                    <a:pt x="503" y="8225"/>
                  </a:lnTo>
                  <a:lnTo>
                    <a:pt x="618" y="8264"/>
                  </a:lnTo>
                  <a:lnTo>
                    <a:pt x="927" y="8341"/>
                  </a:lnTo>
                  <a:lnTo>
                    <a:pt x="1275" y="8341"/>
                  </a:lnTo>
                  <a:lnTo>
                    <a:pt x="1622" y="8303"/>
                  </a:lnTo>
                  <a:lnTo>
                    <a:pt x="1931" y="8187"/>
                  </a:lnTo>
                  <a:lnTo>
                    <a:pt x="2549" y="7994"/>
                  </a:lnTo>
                  <a:lnTo>
                    <a:pt x="3553" y="7530"/>
                  </a:lnTo>
                  <a:lnTo>
                    <a:pt x="4519" y="6990"/>
                  </a:lnTo>
                  <a:lnTo>
                    <a:pt x="5445" y="6372"/>
                  </a:lnTo>
                  <a:lnTo>
                    <a:pt x="5909" y="6063"/>
                  </a:lnTo>
                  <a:lnTo>
                    <a:pt x="6333" y="5715"/>
                  </a:lnTo>
                  <a:lnTo>
                    <a:pt x="6527" y="6102"/>
                  </a:lnTo>
                  <a:lnTo>
                    <a:pt x="6642" y="6295"/>
                  </a:lnTo>
                  <a:lnTo>
                    <a:pt x="6758" y="6449"/>
                  </a:lnTo>
                  <a:lnTo>
                    <a:pt x="7029" y="6372"/>
                  </a:lnTo>
                  <a:lnTo>
                    <a:pt x="7029" y="6333"/>
                  </a:lnTo>
                  <a:lnTo>
                    <a:pt x="6835" y="5986"/>
                  </a:lnTo>
                  <a:lnTo>
                    <a:pt x="6758" y="5831"/>
                  </a:lnTo>
                  <a:lnTo>
                    <a:pt x="6720" y="5638"/>
                  </a:lnTo>
                  <a:lnTo>
                    <a:pt x="6720" y="5561"/>
                  </a:lnTo>
                  <a:lnTo>
                    <a:pt x="7569" y="5831"/>
                  </a:lnTo>
                  <a:lnTo>
                    <a:pt x="8496" y="6063"/>
                  </a:lnTo>
                  <a:lnTo>
                    <a:pt x="9384" y="6179"/>
                  </a:lnTo>
                  <a:lnTo>
                    <a:pt x="10311" y="6217"/>
                  </a:lnTo>
                  <a:lnTo>
                    <a:pt x="11006" y="6217"/>
                  </a:lnTo>
                  <a:lnTo>
                    <a:pt x="11469" y="6179"/>
                  </a:lnTo>
                  <a:lnTo>
                    <a:pt x="11933" y="6140"/>
                  </a:lnTo>
                  <a:lnTo>
                    <a:pt x="12357" y="5986"/>
                  </a:lnTo>
                  <a:lnTo>
                    <a:pt x="12512" y="5909"/>
                  </a:lnTo>
                  <a:lnTo>
                    <a:pt x="12666" y="5793"/>
                  </a:lnTo>
                  <a:lnTo>
                    <a:pt x="12821" y="5677"/>
                  </a:lnTo>
                  <a:lnTo>
                    <a:pt x="12898" y="5522"/>
                  </a:lnTo>
                  <a:lnTo>
                    <a:pt x="12975" y="5368"/>
                  </a:lnTo>
                  <a:lnTo>
                    <a:pt x="12975" y="5175"/>
                  </a:lnTo>
                  <a:lnTo>
                    <a:pt x="12975" y="4982"/>
                  </a:lnTo>
                  <a:lnTo>
                    <a:pt x="12898" y="4827"/>
                  </a:lnTo>
                  <a:lnTo>
                    <a:pt x="12821" y="4711"/>
                  </a:lnTo>
                  <a:lnTo>
                    <a:pt x="12744" y="4634"/>
                  </a:lnTo>
                  <a:lnTo>
                    <a:pt x="12628" y="4518"/>
                  </a:lnTo>
                  <a:lnTo>
                    <a:pt x="12473" y="4480"/>
                  </a:lnTo>
                  <a:lnTo>
                    <a:pt x="12164" y="4364"/>
                  </a:lnTo>
                  <a:lnTo>
                    <a:pt x="11817" y="4325"/>
                  </a:lnTo>
                  <a:lnTo>
                    <a:pt x="11469" y="4325"/>
                  </a:lnTo>
                  <a:lnTo>
                    <a:pt x="10890" y="4364"/>
                  </a:lnTo>
                  <a:lnTo>
                    <a:pt x="9847" y="4403"/>
                  </a:lnTo>
                  <a:lnTo>
                    <a:pt x="8843" y="4480"/>
                  </a:lnTo>
                  <a:lnTo>
                    <a:pt x="7839" y="4634"/>
                  </a:lnTo>
                  <a:lnTo>
                    <a:pt x="6835" y="4827"/>
                  </a:lnTo>
                  <a:lnTo>
                    <a:pt x="7376" y="3476"/>
                  </a:lnTo>
                  <a:lnTo>
                    <a:pt x="7646" y="2742"/>
                  </a:lnTo>
                  <a:lnTo>
                    <a:pt x="7839" y="2047"/>
                  </a:lnTo>
                  <a:lnTo>
                    <a:pt x="7917" y="1815"/>
                  </a:lnTo>
                  <a:lnTo>
                    <a:pt x="7917" y="1545"/>
                  </a:lnTo>
                  <a:lnTo>
                    <a:pt x="7917" y="1313"/>
                  </a:lnTo>
                  <a:lnTo>
                    <a:pt x="7878" y="1082"/>
                  </a:lnTo>
                  <a:lnTo>
                    <a:pt x="7801" y="850"/>
                  </a:lnTo>
                  <a:lnTo>
                    <a:pt x="7685" y="618"/>
                  </a:lnTo>
                  <a:lnTo>
                    <a:pt x="7531" y="425"/>
                  </a:lnTo>
                  <a:lnTo>
                    <a:pt x="7337" y="271"/>
                  </a:lnTo>
                  <a:lnTo>
                    <a:pt x="7260" y="155"/>
                  </a:lnTo>
                  <a:lnTo>
                    <a:pt x="7144" y="78"/>
                  </a:lnTo>
                  <a:lnTo>
                    <a:pt x="695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"/>
            <p:cNvSpPr/>
            <p:nvPr/>
          </p:nvSpPr>
          <p:spPr>
            <a:xfrm>
              <a:off x="2371575" y="3521175"/>
              <a:ext cx="106225" cy="123575"/>
            </a:xfrm>
            <a:custGeom>
              <a:avLst/>
              <a:gdLst/>
              <a:ahLst/>
              <a:cxnLst/>
              <a:rect l="l" t="t" r="r" b="b"/>
              <a:pathLst>
                <a:path w="4249" h="4943" extrusionOk="0">
                  <a:moveTo>
                    <a:pt x="3862" y="0"/>
                  </a:moveTo>
                  <a:lnTo>
                    <a:pt x="3592" y="541"/>
                  </a:lnTo>
                  <a:lnTo>
                    <a:pt x="3245" y="1120"/>
                  </a:lnTo>
                  <a:lnTo>
                    <a:pt x="2897" y="1661"/>
                  </a:lnTo>
                  <a:lnTo>
                    <a:pt x="2511" y="2163"/>
                  </a:lnTo>
                  <a:lnTo>
                    <a:pt x="1932" y="2858"/>
                  </a:lnTo>
                  <a:lnTo>
                    <a:pt x="1314" y="3475"/>
                  </a:lnTo>
                  <a:lnTo>
                    <a:pt x="1005" y="3746"/>
                  </a:lnTo>
                  <a:lnTo>
                    <a:pt x="657" y="4016"/>
                  </a:lnTo>
                  <a:lnTo>
                    <a:pt x="310" y="4248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41" y="4750"/>
                  </a:lnTo>
                  <a:lnTo>
                    <a:pt x="966" y="4518"/>
                  </a:lnTo>
                  <a:lnTo>
                    <a:pt x="1314" y="4209"/>
                  </a:lnTo>
                  <a:lnTo>
                    <a:pt x="1700" y="3900"/>
                  </a:lnTo>
                  <a:lnTo>
                    <a:pt x="2009" y="3553"/>
                  </a:lnTo>
                  <a:lnTo>
                    <a:pt x="2356" y="3167"/>
                  </a:lnTo>
                  <a:lnTo>
                    <a:pt x="2897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2"/>
                  </a:lnTo>
                  <a:lnTo>
                    <a:pt x="4248" y="155"/>
                  </a:lnTo>
                  <a:lnTo>
                    <a:pt x="386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"/>
            <p:cNvSpPr/>
            <p:nvPr/>
          </p:nvSpPr>
          <p:spPr>
            <a:xfrm>
              <a:off x="2320425" y="35221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1"/>
                  </a:moveTo>
                  <a:lnTo>
                    <a:pt x="1004" y="310"/>
                  </a:lnTo>
                  <a:lnTo>
                    <a:pt x="1236" y="387"/>
                  </a:lnTo>
                  <a:lnTo>
                    <a:pt x="1429" y="541"/>
                  </a:lnTo>
                  <a:lnTo>
                    <a:pt x="1545" y="773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3" y="1198"/>
                  </a:lnTo>
                  <a:lnTo>
                    <a:pt x="1545" y="1314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5"/>
                  </a:lnTo>
                  <a:lnTo>
                    <a:pt x="966" y="1584"/>
                  </a:lnTo>
                  <a:lnTo>
                    <a:pt x="773" y="1545"/>
                  </a:lnTo>
                  <a:lnTo>
                    <a:pt x="657" y="1507"/>
                  </a:lnTo>
                  <a:lnTo>
                    <a:pt x="579" y="1430"/>
                  </a:lnTo>
                  <a:lnTo>
                    <a:pt x="502" y="1314"/>
                  </a:lnTo>
                  <a:lnTo>
                    <a:pt x="464" y="1236"/>
                  </a:lnTo>
                  <a:lnTo>
                    <a:pt x="425" y="1005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426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1043" y="1"/>
                  </a:moveTo>
                  <a:lnTo>
                    <a:pt x="850" y="39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117"/>
                  </a:lnTo>
                  <a:lnTo>
                    <a:pt x="271" y="232"/>
                  </a:lnTo>
                  <a:lnTo>
                    <a:pt x="155" y="348"/>
                  </a:lnTo>
                  <a:lnTo>
                    <a:pt x="77" y="541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7" y="1468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932"/>
                  </a:lnTo>
                  <a:lnTo>
                    <a:pt x="1622" y="1816"/>
                  </a:lnTo>
                  <a:lnTo>
                    <a:pt x="1777" y="1700"/>
                  </a:lnTo>
                  <a:lnTo>
                    <a:pt x="1892" y="1545"/>
                  </a:lnTo>
                  <a:lnTo>
                    <a:pt x="1970" y="1352"/>
                  </a:lnTo>
                  <a:lnTo>
                    <a:pt x="2047" y="1198"/>
                  </a:lnTo>
                  <a:lnTo>
                    <a:pt x="2085" y="1005"/>
                  </a:lnTo>
                  <a:lnTo>
                    <a:pt x="2047" y="812"/>
                  </a:lnTo>
                  <a:lnTo>
                    <a:pt x="1970" y="619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3" y="155"/>
                  </a:lnTo>
                  <a:lnTo>
                    <a:pt x="1429" y="78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"/>
            <p:cNvSpPr/>
            <p:nvPr/>
          </p:nvSpPr>
          <p:spPr>
            <a:xfrm>
              <a:off x="5925125" y="3542400"/>
              <a:ext cx="60825" cy="90775"/>
            </a:xfrm>
            <a:custGeom>
              <a:avLst/>
              <a:gdLst/>
              <a:ahLst/>
              <a:cxnLst/>
              <a:rect l="l" t="t" r="r" b="b"/>
              <a:pathLst>
                <a:path w="2433" h="3631" extrusionOk="0">
                  <a:moveTo>
                    <a:pt x="1197" y="1"/>
                  </a:moveTo>
                  <a:lnTo>
                    <a:pt x="1081" y="39"/>
                  </a:lnTo>
                  <a:lnTo>
                    <a:pt x="1004" y="78"/>
                  </a:lnTo>
                  <a:lnTo>
                    <a:pt x="966" y="117"/>
                  </a:lnTo>
                  <a:lnTo>
                    <a:pt x="927" y="194"/>
                  </a:lnTo>
                  <a:lnTo>
                    <a:pt x="927" y="271"/>
                  </a:lnTo>
                  <a:lnTo>
                    <a:pt x="850" y="271"/>
                  </a:lnTo>
                  <a:lnTo>
                    <a:pt x="772" y="310"/>
                  </a:lnTo>
                  <a:lnTo>
                    <a:pt x="734" y="348"/>
                  </a:lnTo>
                  <a:lnTo>
                    <a:pt x="695" y="425"/>
                  </a:lnTo>
                  <a:lnTo>
                    <a:pt x="695" y="541"/>
                  </a:lnTo>
                  <a:lnTo>
                    <a:pt x="695" y="619"/>
                  </a:lnTo>
                  <a:lnTo>
                    <a:pt x="772" y="696"/>
                  </a:lnTo>
                  <a:lnTo>
                    <a:pt x="850" y="734"/>
                  </a:lnTo>
                  <a:lnTo>
                    <a:pt x="1081" y="812"/>
                  </a:lnTo>
                  <a:lnTo>
                    <a:pt x="1274" y="966"/>
                  </a:lnTo>
                  <a:lnTo>
                    <a:pt x="1468" y="1121"/>
                  </a:lnTo>
                  <a:lnTo>
                    <a:pt x="1622" y="1275"/>
                  </a:lnTo>
                  <a:lnTo>
                    <a:pt x="1738" y="1507"/>
                  </a:lnTo>
                  <a:lnTo>
                    <a:pt x="1854" y="1700"/>
                  </a:lnTo>
                  <a:lnTo>
                    <a:pt x="1892" y="1931"/>
                  </a:lnTo>
                  <a:lnTo>
                    <a:pt x="1931" y="2163"/>
                  </a:lnTo>
                  <a:lnTo>
                    <a:pt x="1892" y="2472"/>
                  </a:lnTo>
                  <a:lnTo>
                    <a:pt x="1815" y="2742"/>
                  </a:lnTo>
                  <a:lnTo>
                    <a:pt x="1738" y="2897"/>
                  </a:lnTo>
                  <a:lnTo>
                    <a:pt x="1622" y="2974"/>
                  </a:lnTo>
                  <a:lnTo>
                    <a:pt x="1506" y="3090"/>
                  </a:lnTo>
                  <a:lnTo>
                    <a:pt x="1390" y="3128"/>
                  </a:lnTo>
                  <a:lnTo>
                    <a:pt x="1197" y="3167"/>
                  </a:lnTo>
                  <a:lnTo>
                    <a:pt x="1043" y="3128"/>
                  </a:lnTo>
                  <a:lnTo>
                    <a:pt x="927" y="3013"/>
                  </a:lnTo>
                  <a:lnTo>
                    <a:pt x="850" y="2897"/>
                  </a:lnTo>
                  <a:lnTo>
                    <a:pt x="811" y="2781"/>
                  </a:lnTo>
                  <a:lnTo>
                    <a:pt x="811" y="2626"/>
                  </a:lnTo>
                  <a:lnTo>
                    <a:pt x="888" y="2472"/>
                  </a:lnTo>
                  <a:lnTo>
                    <a:pt x="1043" y="2356"/>
                  </a:lnTo>
                  <a:lnTo>
                    <a:pt x="1120" y="2279"/>
                  </a:lnTo>
                  <a:lnTo>
                    <a:pt x="1159" y="2163"/>
                  </a:lnTo>
                  <a:lnTo>
                    <a:pt x="1120" y="2047"/>
                  </a:lnTo>
                  <a:lnTo>
                    <a:pt x="1043" y="1970"/>
                  </a:lnTo>
                  <a:lnTo>
                    <a:pt x="618" y="1623"/>
                  </a:lnTo>
                  <a:lnTo>
                    <a:pt x="425" y="1468"/>
                  </a:lnTo>
                  <a:lnTo>
                    <a:pt x="193" y="1352"/>
                  </a:lnTo>
                  <a:lnTo>
                    <a:pt x="0" y="1623"/>
                  </a:lnTo>
                  <a:lnTo>
                    <a:pt x="270" y="1893"/>
                  </a:lnTo>
                  <a:lnTo>
                    <a:pt x="541" y="2163"/>
                  </a:lnTo>
                  <a:lnTo>
                    <a:pt x="386" y="2395"/>
                  </a:lnTo>
                  <a:lnTo>
                    <a:pt x="309" y="2626"/>
                  </a:lnTo>
                  <a:lnTo>
                    <a:pt x="309" y="2935"/>
                  </a:lnTo>
                  <a:lnTo>
                    <a:pt x="348" y="3051"/>
                  </a:lnTo>
                  <a:lnTo>
                    <a:pt x="425" y="3206"/>
                  </a:lnTo>
                  <a:lnTo>
                    <a:pt x="541" y="3360"/>
                  </a:lnTo>
                  <a:lnTo>
                    <a:pt x="695" y="3476"/>
                  </a:lnTo>
                  <a:lnTo>
                    <a:pt x="850" y="3592"/>
                  </a:lnTo>
                  <a:lnTo>
                    <a:pt x="1081" y="3630"/>
                  </a:lnTo>
                  <a:lnTo>
                    <a:pt x="1274" y="3630"/>
                  </a:lnTo>
                  <a:lnTo>
                    <a:pt x="1468" y="3592"/>
                  </a:lnTo>
                  <a:lnTo>
                    <a:pt x="1661" y="3515"/>
                  </a:lnTo>
                  <a:lnTo>
                    <a:pt x="1854" y="3437"/>
                  </a:lnTo>
                  <a:lnTo>
                    <a:pt x="2047" y="3283"/>
                  </a:lnTo>
                  <a:lnTo>
                    <a:pt x="2201" y="3090"/>
                  </a:lnTo>
                  <a:lnTo>
                    <a:pt x="2317" y="2897"/>
                  </a:lnTo>
                  <a:lnTo>
                    <a:pt x="2394" y="2704"/>
                  </a:lnTo>
                  <a:lnTo>
                    <a:pt x="2433" y="2472"/>
                  </a:lnTo>
                  <a:lnTo>
                    <a:pt x="2433" y="2279"/>
                  </a:lnTo>
                  <a:lnTo>
                    <a:pt x="2433" y="2047"/>
                  </a:lnTo>
                  <a:lnTo>
                    <a:pt x="2356" y="1816"/>
                  </a:lnTo>
                  <a:lnTo>
                    <a:pt x="2317" y="1623"/>
                  </a:lnTo>
                  <a:lnTo>
                    <a:pt x="2201" y="1391"/>
                  </a:lnTo>
                  <a:lnTo>
                    <a:pt x="1931" y="1005"/>
                  </a:lnTo>
                  <a:lnTo>
                    <a:pt x="1622" y="657"/>
                  </a:lnTo>
                  <a:lnTo>
                    <a:pt x="1274" y="425"/>
                  </a:lnTo>
                  <a:lnTo>
                    <a:pt x="11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"/>
            <p:cNvSpPr/>
            <p:nvPr/>
          </p:nvSpPr>
          <p:spPr>
            <a:xfrm>
              <a:off x="5032150" y="3545300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3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7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0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5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8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4"/>
                  </a:lnTo>
                  <a:lnTo>
                    <a:pt x="1159" y="541"/>
                  </a:lnTo>
                  <a:lnTo>
                    <a:pt x="1352" y="425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8"/>
                  </a:lnTo>
                  <a:lnTo>
                    <a:pt x="309" y="927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5"/>
                  </a:lnTo>
                  <a:lnTo>
                    <a:pt x="0" y="2009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4" y="2858"/>
                  </a:lnTo>
                  <a:lnTo>
                    <a:pt x="425" y="3244"/>
                  </a:lnTo>
                  <a:lnTo>
                    <a:pt x="695" y="3553"/>
                  </a:lnTo>
                  <a:lnTo>
                    <a:pt x="1043" y="3823"/>
                  </a:lnTo>
                  <a:lnTo>
                    <a:pt x="1468" y="4016"/>
                  </a:lnTo>
                  <a:lnTo>
                    <a:pt x="1661" y="4094"/>
                  </a:lnTo>
                  <a:lnTo>
                    <a:pt x="1893" y="4132"/>
                  </a:lnTo>
                  <a:lnTo>
                    <a:pt x="2317" y="4132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2"/>
                  </a:lnTo>
                  <a:lnTo>
                    <a:pt x="4171" y="1429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6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"/>
            <p:cNvSpPr/>
            <p:nvPr/>
          </p:nvSpPr>
          <p:spPr>
            <a:xfrm>
              <a:off x="3784900" y="3554950"/>
              <a:ext cx="112950" cy="132275"/>
            </a:xfrm>
            <a:custGeom>
              <a:avLst/>
              <a:gdLst/>
              <a:ahLst/>
              <a:cxnLst/>
              <a:rect l="l" t="t" r="r" b="b"/>
              <a:pathLst>
                <a:path w="4518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0" y="78"/>
                  </a:lnTo>
                  <a:lnTo>
                    <a:pt x="2510" y="194"/>
                  </a:lnTo>
                  <a:lnTo>
                    <a:pt x="2240" y="310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3" y="2163"/>
                  </a:lnTo>
                  <a:lnTo>
                    <a:pt x="270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0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5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8" y="4866"/>
                  </a:lnTo>
                  <a:lnTo>
                    <a:pt x="888" y="4828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6" y="3167"/>
                  </a:lnTo>
                  <a:lnTo>
                    <a:pt x="772" y="2742"/>
                  </a:lnTo>
                  <a:lnTo>
                    <a:pt x="965" y="2318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79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"/>
            <p:cNvSpPr/>
            <p:nvPr/>
          </p:nvSpPr>
          <p:spPr>
            <a:xfrm>
              <a:off x="5529325" y="356750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1"/>
                  </a:moveTo>
                  <a:lnTo>
                    <a:pt x="0" y="232"/>
                  </a:lnTo>
                  <a:lnTo>
                    <a:pt x="463" y="927"/>
                  </a:lnTo>
                  <a:lnTo>
                    <a:pt x="1043" y="1622"/>
                  </a:lnTo>
                  <a:lnTo>
                    <a:pt x="1661" y="2279"/>
                  </a:lnTo>
                  <a:lnTo>
                    <a:pt x="2356" y="2858"/>
                  </a:lnTo>
                  <a:lnTo>
                    <a:pt x="3089" y="3360"/>
                  </a:lnTo>
                  <a:lnTo>
                    <a:pt x="3862" y="3824"/>
                  </a:lnTo>
                  <a:lnTo>
                    <a:pt x="4672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21" y="4905"/>
                  </a:lnTo>
                  <a:lnTo>
                    <a:pt x="7684" y="4943"/>
                  </a:lnTo>
                  <a:lnTo>
                    <a:pt x="8109" y="4982"/>
                  </a:lnTo>
                  <a:lnTo>
                    <a:pt x="8534" y="4943"/>
                  </a:lnTo>
                  <a:lnTo>
                    <a:pt x="8959" y="4905"/>
                  </a:lnTo>
                  <a:lnTo>
                    <a:pt x="9383" y="4866"/>
                  </a:lnTo>
                  <a:lnTo>
                    <a:pt x="9808" y="4750"/>
                  </a:lnTo>
                  <a:lnTo>
                    <a:pt x="10233" y="4634"/>
                  </a:lnTo>
                  <a:lnTo>
                    <a:pt x="10658" y="4480"/>
                  </a:lnTo>
                  <a:lnTo>
                    <a:pt x="11044" y="4326"/>
                  </a:lnTo>
                  <a:lnTo>
                    <a:pt x="11469" y="4094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280" y="3553"/>
                  </a:lnTo>
                  <a:lnTo>
                    <a:pt x="12434" y="3167"/>
                  </a:lnTo>
                  <a:lnTo>
                    <a:pt x="12241" y="3167"/>
                  </a:lnTo>
                  <a:lnTo>
                    <a:pt x="12202" y="3128"/>
                  </a:lnTo>
                  <a:lnTo>
                    <a:pt x="12009" y="3128"/>
                  </a:lnTo>
                  <a:lnTo>
                    <a:pt x="11893" y="3167"/>
                  </a:lnTo>
                  <a:lnTo>
                    <a:pt x="11546" y="3437"/>
                  </a:lnTo>
                  <a:lnTo>
                    <a:pt x="11198" y="3669"/>
                  </a:lnTo>
                  <a:lnTo>
                    <a:pt x="10812" y="3862"/>
                  </a:lnTo>
                  <a:lnTo>
                    <a:pt x="10426" y="4017"/>
                  </a:lnTo>
                  <a:lnTo>
                    <a:pt x="10001" y="4171"/>
                  </a:lnTo>
                  <a:lnTo>
                    <a:pt x="9615" y="4287"/>
                  </a:lnTo>
                  <a:lnTo>
                    <a:pt x="9190" y="4364"/>
                  </a:lnTo>
                  <a:lnTo>
                    <a:pt x="8766" y="4403"/>
                  </a:lnTo>
                  <a:lnTo>
                    <a:pt x="8341" y="4441"/>
                  </a:lnTo>
                  <a:lnTo>
                    <a:pt x="7916" y="4480"/>
                  </a:lnTo>
                  <a:lnTo>
                    <a:pt x="7453" y="4441"/>
                  </a:lnTo>
                  <a:lnTo>
                    <a:pt x="7028" y="4403"/>
                  </a:lnTo>
                  <a:lnTo>
                    <a:pt x="6603" y="4326"/>
                  </a:lnTo>
                  <a:lnTo>
                    <a:pt x="6178" y="4248"/>
                  </a:lnTo>
                  <a:lnTo>
                    <a:pt x="5792" y="4132"/>
                  </a:lnTo>
                  <a:lnTo>
                    <a:pt x="5368" y="4017"/>
                  </a:lnTo>
                  <a:lnTo>
                    <a:pt x="4595" y="3669"/>
                  </a:lnTo>
                  <a:lnTo>
                    <a:pt x="3862" y="3283"/>
                  </a:lnTo>
                  <a:lnTo>
                    <a:pt x="3205" y="2820"/>
                  </a:lnTo>
                  <a:lnTo>
                    <a:pt x="2549" y="2318"/>
                  </a:lnTo>
                  <a:lnTo>
                    <a:pt x="1969" y="1777"/>
                  </a:lnTo>
                  <a:lnTo>
                    <a:pt x="1352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"/>
            <p:cNvSpPr/>
            <p:nvPr/>
          </p:nvSpPr>
          <p:spPr>
            <a:xfrm>
              <a:off x="2258625" y="3569425"/>
              <a:ext cx="44450" cy="43475"/>
            </a:xfrm>
            <a:custGeom>
              <a:avLst/>
              <a:gdLst/>
              <a:ahLst/>
              <a:cxnLst/>
              <a:rect l="l" t="t" r="r" b="b"/>
              <a:pathLst>
                <a:path w="1778" h="1739" extrusionOk="0">
                  <a:moveTo>
                    <a:pt x="773" y="310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9"/>
                  </a:lnTo>
                  <a:lnTo>
                    <a:pt x="1391" y="773"/>
                  </a:lnTo>
                  <a:lnTo>
                    <a:pt x="1391" y="966"/>
                  </a:lnTo>
                  <a:lnTo>
                    <a:pt x="1352" y="1044"/>
                  </a:lnTo>
                  <a:lnTo>
                    <a:pt x="1275" y="1159"/>
                  </a:lnTo>
                  <a:lnTo>
                    <a:pt x="1198" y="1237"/>
                  </a:lnTo>
                  <a:lnTo>
                    <a:pt x="1082" y="1314"/>
                  </a:lnTo>
                  <a:lnTo>
                    <a:pt x="889" y="1352"/>
                  </a:lnTo>
                  <a:lnTo>
                    <a:pt x="696" y="1352"/>
                  </a:lnTo>
                  <a:lnTo>
                    <a:pt x="542" y="1237"/>
                  </a:lnTo>
                  <a:lnTo>
                    <a:pt x="426" y="1082"/>
                  </a:lnTo>
                  <a:lnTo>
                    <a:pt x="387" y="889"/>
                  </a:lnTo>
                  <a:lnTo>
                    <a:pt x="387" y="735"/>
                  </a:lnTo>
                  <a:lnTo>
                    <a:pt x="464" y="580"/>
                  </a:lnTo>
                  <a:lnTo>
                    <a:pt x="542" y="387"/>
                  </a:lnTo>
                  <a:lnTo>
                    <a:pt x="542" y="348"/>
                  </a:lnTo>
                  <a:lnTo>
                    <a:pt x="773" y="310"/>
                  </a:lnTo>
                  <a:close/>
                  <a:moveTo>
                    <a:pt x="773" y="1"/>
                  </a:moveTo>
                  <a:lnTo>
                    <a:pt x="619" y="40"/>
                  </a:lnTo>
                  <a:lnTo>
                    <a:pt x="464" y="117"/>
                  </a:lnTo>
                  <a:lnTo>
                    <a:pt x="426" y="155"/>
                  </a:lnTo>
                  <a:lnTo>
                    <a:pt x="348" y="194"/>
                  </a:lnTo>
                  <a:lnTo>
                    <a:pt x="233" y="271"/>
                  </a:lnTo>
                  <a:lnTo>
                    <a:pt x="117" y="387"/>
                  </a:lnTo>
                  <a:lnTo>
                    <a:pt x="40" y="503"/>
                  </a:lnTo>
                  <a:lnTo>
                    <a:pt x="1" y="657"/>
                  </a:lnTo>
                  <a:lnTo>
                    <a:pt x="1" y="850"/>
                  </a:lnTo>
                  <a:lnTo>
                    <a:pt x="1" y="1005"/>
                  </a:lnTo>
                  <a:lnTo>
                    <a:pt x="40" y="1159"/>
                  </a:lnTo>
                  <a:lnTo>
                    <a:pt x="117" y="1314"/>
                  </a:lnTo>
                  <a:lnTo>
                    <a:pt x="194" y="1468"/>
                  </a:lnTo>
                  <a:lnTo>
                    <a:pt x="348" y="1584"/>
                  </a:lnTo>
                  <a:lnTo>
                    <a:pt x="464" y="1661"/>
                  </a:lnTo>
                  <a:lnTo>
                    <a:pt x="619" y="1739"/>
                  </a:lnTo>
                  <a:lnTo>
                    <a:pt x="966" y="1739"/>
                  </a:lnTo>
                  <a:lnTo>
                    <a:pt x="1121" y="1700"/>
                  </a:lnTo>
                  <a:lnTo>
                    <a:pt x="1275" y="1623"/>
                  </a:lnTo>
                  <a:lnTo>
                    <a:pt x="1430" y="1545"/>
                  </a:lnTo>
                  <a:lnTo>
                    <a:pt x="1584" y="1430"/>
                  </a:lnTo>
                  <a:lnTo>
                    <a:pt x="1661" y="1275"/>
                  </a:lnTo>
                  <a:lnTo>
                    <a:pt x="1739" y="1121"/>
                  </a:lnTo>
                  <a:lnTo>
                    <a:pt x="1777" y="928"/>
                  </a:lnTo>
                  <a:lnTo>
                    <a:pt x="1777" y="773"/>
                  </a:lnTo>
                  <a:lnTo>
                    <a:pt x="1739" y="580"/>
                  </a:lnTo>
                  <a:lnTo>
                    <a:pt x="1661" y="426"/>
                  </a:lnTo>
                  <a:lnTo>
                    <a:pt x="1546" y="271"/>
                  </a:lnTo>
                  <a:lnTo>
                    <a:pt x="1430" y="155"/>
                  </a:lnTo>
                  <a:lnTo>
                    <a:pt x="1275" y="78"/>
                  </a:lnTo>
                  <a:lnTo>
                    <a:pt x="1121" y="40"/>
                  </a:lnTo>
                  <a:lnTo>
                    <a:pt x="96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"/>
            <p:cNvSpPr/>
            <p:nvPr/>
          </p:nvSpPr>
          <p:spPr>
            <a:xfrm>
              <a:off x="5836300" y="3573300"/>
              <a:ext cx="93675" cy="136150"/>
            </a:xfrm>
            <a:custGeom>
              <a:avLst/>
              <a:gdLst/>
              <a:ahLst/>
              <a:cxnLst/>
              <a:rect l="l" t="t" r="r" b="b"/>
              <a:pathLst>
                <a:path w="3747" h="5446" extrusionOk="0">
                  <a:moveTo>
                    <a:pt x="3515" y="0"/>
                  </a:moveTo>
                  <a:lnTo>
                    <a:pt x="3437" y="39"/>
                  </a:lnTo>
                  <a:lnTo>
                    <a:pt x="3360" y="78"/>
                  </a:lnTo>
                  <a:lnTo>
                    <a:pt x="3283" y="116"/>
                  </a:lnTo>
                  <a:lnTo>
                    <a:pt x="3013" y="309"/>
                  </a:lnTo>
                  <a:lnTo>
                    <a:pt x="2781" y="541"/>
                  </a:lnTo>
                  <a:lnTo>
                    <a:pt x="2588" y="773"/>
                  </a:lnTo>
                  <a:lnTo>
                    <a:pt x="2356" y="1004"/>
                  </a:lnTo>
                  <a:lnTo>
                    <a:pt x="2086" y="1236"/>
                  </a:lnTo>
                  <a:lnTo>
                    <a:pt x="1777" y="1468"/>
                  </a:lnTo>
                  <a:lnTo>
                    <a:pt x="1159" y="1815"/>
                  </a:lnTo>
                  <a:lnTo>
                    <a:pt x="1120" y="1892"/>
                  </a:lnTo>
                  <a:lnTo>
                    <a:pt x="1082" y="1970"/>
                  </a:lnTo>
                  <a:lnTo>
                    <a:pt x="1082" y="2047"/>
                  </a:lnTo>
                  <a:lnTo>
                    <a:pt x="1120" y="2086"/>
                  </a:lnTo>
                  <a:lnTo>
                    <a:pt x="1005" y="2086"/>
                  </a:lnTo>
                  <a:lnTo>
                    <a:pt x="927" y="2124"/>
                  </a:lnTo>
                  <a:lnTo>
                    <a:pt x="850" y="2201"/>
                  </a:lnTo>
                  <a:lnTo>
                    <a:pt x="812" y="2279"/>
                  </a:lnTo>
                  <a:lnTo>
                    <a:pt x="812" y="2356"/>
                  </a:lnTo>
                  <a:lnTo>
                    <a:pt x="850" y="2433"/>
                  </a:lnTo>
                  <a:lnTo>
                    <a:pt x="889" y="2510"/>
                  </a:lnTo>
                  <a:lnTo>
                    <a:pt x="1005" y="2549"/>
                  </a:lnTo>
                  <a:lnTo>
                    <a:pt x="1236" y="2626"/>
                  </a:lnTo>
                  <a:lnTo>
                    <a:pt x="1468" y="2703"/>
                  </a:lnTo>
                  <a:lnTo>
                    <a:pt x="1661" y="2858"/>
                  </a:lnTo>
                  <a:lnTo>
                    <a:pt x="1854" y="3012"/>
                  </a:lnTo>
                  <a:lnTo>
                    <a:pt x="1970" y="3205"/>
                  </a:lnTo>
                  <a:lnTo>
                    <a:pt x="2086" y="3398"/>
                  </a:lnTo>
                  <a:lnTo>
                    <a:pt x="2163" y="3669"/>
                  </a:lnTo>
                  <a:lnTo>
                    <a:pt x="2163" y="3900"/>
                  </a:lnTo>
                  <a:lnTo>
                    <a:pt x="2124" y="4132"/>
                  </a:lnTo>
                  <a:lnTo>
                    <a:pt x="2047" y="4364"/>
                  </a:lnTo>
                  <a:lnTo>
                    <a:pt x="1931" y="4557"/>
                  </a:lnTo>
                  <a:lnTo>
                    <a:pt x="1777" y="4711"/>
                  </a:lnTo>
                  <a:lnTo>
                    <a:pt x="1584" y="4866"/>
                  </a:lnTo>
                  <a:lnTo>
                    <a:pt x="1352" y="4943"/>
                  </a:lnTo>
                  <a:lnTo>
                    <a:pt x="1236" y="4982"/>
                  </a:lnTo>
                  <a:lnTo>
                    <a:pt x="1120" y="4982"/>
                  </a:lnTo>
                  <a:lnTo>
                    <a:pt x="927" y="4904"/>
                  </a:lnTo>
                  <a:lnTo>
                    <a:pt x="773" y="4789"/>
                  </a:lnTo>
                  <a:lnTo>
                    <a:pt x="696" y="4634"/>
                  </a:lnTo>
                  <a:lnTo>
                    <a:pt x="696" y="4441"/>
                  </a:lnTo>
                  <a:lnTo>
                    <a:pt x="773" y="4287"/>
                  </a:lnTo>
                  <a:lnTo>
                    <a:pt x="812" y="4209"/>
                  </a:lnTo>
                  <a:lnTo>
                    <a:pt x="889" y="4171"/>
                  </a:lnTo>
                  <a:lnTo>
                    <a:pt x="1005" y="4132"/>
                  </a:lnTo>
                  <a:lnTo>
                    <a:pt x="1120" y="4094"/>
                  </a:lnTo>
                  <a:lnTo>
                    <a:pt x="1275" y="4055"/>
                  </a:lnTo>
                  <a:lnTo>
                    <a:pt x="1352" y="3939"/>
                  </a:lnTo>
                  <a:lnTo>
                    <a:pt x="1314" y="3823"/>
                  </a:lnTo>
                  <a:lnTo>
                    <a:pt x="1314" y="3746"/>
                  </a:lnTo>
                  <a:lnTo>
                    <a:pt x="1236" y="3669"/>
                  </a:lnTo>
                  <a:lnTo>
                    <a:pt x="155" y="2935"/>
                  </a:lnTo>
                  <a:lnTo>
                    <a:pt x="1" y="3321"/>
                  </a:lnTo>
                  <a:lnTo>
                    <a:pt x="657" y="3785"/>
                  </a:lnTo>
                  <a:lnTo>
                    <a:pt x="541" y="3900"/>
                  </a:lnTo>
                  <a:lnTo>
                    <a:pt x="425" y="4016"/>
                  </a:lnTo>
                  <a:lnTo>
                    <a:pt x="310" y="4132"/>
                  </a:lnTo>
                  <a:lnTo>
                    <a:pt x="271" y="4248"/>
                  </a:lnTo>
                  <a:lnTo>
                    <a:pt x="232" y="4402"/>
                  </a:lnTo>
                  <a:lnTo>
                    <a:pt x="194" y="4557"/>
                  </a:lnTo>
                  <a:lnTo>
                    <a:pt x="232" y="4750"/>
                  </a:lnTo>
                  <a:lnTo>
                    <a:pt x="271" y="4904"/>
                  </a:lnTo>
                  <a:lnTo>
                    <a:pt x="425" y="5136"/>
                  </a:lnTo>
                  <a:lnTo>
                    <a:pt x="580" y="5291"/>
                  </a:lnTo>
                  <a:lnTo>
                    <a:pt x="773" y="5368"/>
                  </a:lnTo>
                  <a:lnTo>
                    <a:pt x="966" y="5445"/>
                  </a:lnTo>
                  <a:lnTo>
                    <a:pt x="1198" y="5445"/>
                  </a:lnTo>
                  <a:lnTo>
                    <a:pt x="1429" y="5406"/>
                  </a:lnTo>
                  <a:lnTo>
                    <a:pt x="1661" y="5329"/>
                  </a:lnTo>
                  <a:lnTo>
                    <a:pt x="1854" y="5213"/>
                  </a:lnTo>
                  <a:lnTo>
                    <a:pt x="2086" y="5059"/>
                  </a:lnTo>
                  <a:lnTo>
                    <a:pt x="2279" y="4866"/>
                  </a:lnTo>
                  <a:lnTo>
                    <a:pt x="2433" y="4673"/>
                  </a:lnTo>
                  <a:lnTo>
                    <a:pt x="2511" y="4441"/>
                  </a:lnTo>
                  <a:lnTo>
                    <a:pt x="2588" y="4209"/>
                  </a:lnTo>
                  <a:lnTo>
                    <a:pt x="2626" y="3978"/>
                  </a:lnTo>
                  <a:lnTo>
                    <a:pt x="2626" y="3746"/>
                  </a:lnTo>
                  <a:lnTo>
                    <a:pt x="2588" y="3514"/>
                  </a:lnTo>
                  <a:lnTo>
                    <a:pt x="2511" y="3283"/>
                  </a:lnTo>
                  <a:lnTo>
                    <a:pt x="2395" y="3090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70" y="2510"/>
                  </a:lnTo>
                  <a:lnTo>
                    <a:pt x="1777" y="2356"/>
                  </a:lnTo>
                  <a:lnTo>
                    <a:pt x="1545" y="2240"/>
                  </a:lnTo>
                  <a:lnTo>
                    <a:pt x="1314" y="2124"/>
                  </a:lnTo>
                  <a:lnTo>
                    <a:pt x="1661" y="2008"/>
                  </a:lnTo>
                  <a:lnTo>
                    <a:pt x="1970" y="1854"/>
                  </a:lnTo>
                  <a:lnTo>
                    <a:pt x="2279" y="1661"/>
                  </a:lnTo>
                  <a:lnTo>
                    <a:pt x="2588" y="1429"/>
                  </a:lnTo>
                  <a:lnTo>
                    <a:pt x="2858" y="1236"/>
                  </a:lnTo>
                  <a:lnTo>
                    <a:pt x="3128" y="966"/>
                  </a:lnTo>
                  <a:lnTo>
                    <a:pt x="3360" y="695"/>
                  </a:lnTo>
                  <a:lnTo>
                    <a:pt x="3476" y="541"/>
                  </a:lnTo>
                  <a:lnTo>
                    <a:pt x="3553" y="387"/>
                  </a:lnTo>
                  <a:lnTo>
                    <a:pt x="3746" y="116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"/>
            <p:cNvSpPr/>
            <p:nvPr/>
          </p:nvSpPr>
          <p:spPr>
            <a:xfrm>
              <a:off x="2264425" y="357522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28"/>
                  </a:lnTo>
                  <a:lnTo>
                    <a:pt x="3939" y="4248"/>
                  </a:lnTo>
                  <a:lnTo>
                    <a:pt x="4017" y="5407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917"/>
                  </a:lnTo>
                  <a:lnTo>
                    <a:pt x="3901" y="8534"/>
                  </a:lnTo>
                  <a:lnTo>
                    <a:pt x="3746" y="9152"/>
                  </a:lnTo>
                  <a:lnTo>
                    <a:pt x="3515" y="9732"/>
                  </a:lnTo>
                  <a:lnTo>
                    <a:pt x="3244" y="10272"/>
                  </a:lnTo>
                  <a:lnTo>
                    <a:pt x="3013" y="10542"/>
                  </a:lnTo>
                  <a:lnTo>
                    <a:pt x="2781" y="10735"/>
                  </a:lnTo>
                  <a:lnTo>
                    <a:pt x="2472" y="10851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93"/>
                  </a:lnTo>
                  <a:lnTo>
                    <a:pt x="773" y="9384"/>
                  </a:lnTo>
                  <a:lnTo>
                    <a:pt x="696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29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618" y="2742"/>
                  </a:lnTo>
                  <a:lnTo>
                    <a:pt x="1391" y="2395"/>
                  </a:lnTo>
                  <a:lnTo>
                    <a:pt x="2163" y="1931"/>
                  </a:lnTo>
                  <a:lnTo>
                    <a:pt x="2935" y="1429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39"/>
                  </a:lnTo>
                  <a:lnTo>
                    <a:pt x="3476" y="310"/>
                  </a:lnTo>
                  <a:lnTo>
                    <a:pt x="3051" y="657"/>
                  </a:lnTo>
                  <a:lnTo>
                    <a:pt x="2626" y="966"/>
                  </a:lnTo>
                  <a:lnTo>
                    <a:pt x="2202" y="1313"/>
                  </a:lnTo>
                  <a:lnTo>
                    <a:pt x="1314" y="1893"/>
                  </a:lnTo>
                  <a:lnTo>
                    <a:pt x="425" y="2472"/>
                  </a:lnTo>
                  <a:lnTo>
                    <a:pt x="348" y="2549"/>
                  </a:lnTo>
                  <a:lnTo>
                    <a:pt x="348" y="2626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3"/>
                  </a:lnTo>
                  <a:lnTo>
                    <a:pt x="155" y="4866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616"/>
                  </a:lnTo>
                  <a:lnTo>
                    <a:pt x="503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4"/>
                  </a:lnTo>
                  <a:lnTo>
                    <a:pt x="1391" y="11199"/>
                  </a:lnTo>
                  <a:lnTo>
                    <a:pt x="1622" y="11315"/>
                  </a:lnTo>
                  <a:lnTo>
                    <a:pt x="1816" y="11392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19" y="11353"/>
                  </a:lnTo>
                  <a:lnTo>
                    <a:pt x="3051" y="11237"/>
                  </a:lnTo>
                  <a:lnTo>
                    <a:pt x="3283" y="11044"/>
                  </a:lnTo>
                  <a:lnTo>
                    <a:pt x="3476" y="10890"/>
                  </a:lnTo>
                  <a:lnTo>
                    <a:pt x="3669" y="10658"/>
                  </a:lnTo>
                  <a:lnTo>
                    <a:pt x="3823" y="10388"/>
                  </a:lnTo>
                  <a:lnTo>
                    <a:pt x="3978" y="10156"/>
                  </a:lnTo>
                  <a:lnTo>
                    <a:pt x="4171" y="9538"/>
                  </a:lnTo>
                  <a:lnTo>
                    <a:pt x="4325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222"/>
                  </a:lnTo>
                  <a:lnTo>
                    <a:pt x="4596" y="6642"/>
                  </a:lnTo>
                  <a:lnTo>
                    <a:pt x="4596" y="6102"/>
                  </a:lnTo>
                  <a:lnTo>
                    <a:pt x="4557" y="4982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1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39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"/>
            <p:cNvSpPr/>
            <p:nvPr/>
          </p:nvSpPr>
          <p:spPr>
            <a:xfrm>
              <a:off x="4033950" y="358970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39" y="233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3"/>
                  </a:lnTo>
                  <a:lnTo>
                    <a:pt x="1005" y="155"/>
                  </a:lnTo>
                  <a:lnTo>
                    <a:pt x="966" y="117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"/>
            <p:cNvSpPr/>
            <p:nvPr/>
          </p:nvSpPr>
          <p:spPr>
            <a:xfrm>
              <a:off x="3935475" y="3595500"/>
              <a:ext cx="21275" cy="8725"/>
            </a:xfrm>
            <a:custGeom>
              <a:avLst/>
              <a:gdLst/>
              <a:ahLst/>
              <a:cxnLst/>
              <a:rect l="l" t="t" r="r" b="b"/>
              <a:pathLst>
                <a:path w="851" h="349" extrusionOk="0">
                  <a:moveTo>
                    <a:pt x="426" y="1"/>
                  </a:moveTo>
                  <a:lnTo>
                    <a:pt x="155" y="39"/>
                  </a:lnTo>
                  <a:lnTo>
                    <a:pt x="117" y="39"/>
                  </a:lnTo>
                  <a:lnTo>
                    <a:pt x="40" y="78"/>
                  </a:lnTo>
                  <a:lnTo>
                    <a:pt x="1" y="194"/>
                  </a:lnTo>
                  <a:lnTo>
                    <a:pt x="40" y="271"/>
                  </a:lnTo>
                  <a:lnTo>
                    <a:pt x="117" y="309"/>
                  </a:lnTo>
                  <a:lnTo>
                    <a:pt x="155" y="348"/>
                  </a:lnTo>
                  <a:lnTo>
                    <a:pt x="735" y="348"/>
                  </a:lnTo>
                  <a:lnTo>
                    <a:pt x="812" y="271"/>
                  </a:lnTo>
                  <a:lnTo>
                    <a:pt x="850" y="194"/>
                  </a:lnTo>
                  <a:lnTo>
                    <a:pt x="812" y="78"/>
                  </a:lnTo>
                  <a:lnTo>
                    <a:pt x="73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"/>
            <p:cNvSpPr/>
            <p:nvPr/>
          </p:nvSpPr>
          <p:spPr>
            <a:xfrm>
              <a:off x="6924275" y="3599350"/>
              <a:ext cx="335975" cy="782950"/>
            </a:xfrm>
            <a:custGeom>
              <a:avLst/>
              <a:gdLst/>
              <a:ahLst/>
              <a:cxnLst/>
              <a:rect l="l" t="t" r="r" b="b"/>
              <a:pathLst>
                <a:path w="13439" h="31318" extrusionOk="0">
                  <a:moveTo>
                    <a:pt x="6488" y="387"/>
                  </a:moveTo>
                  <a:lnTo>
                    <a:pt x="6526" y="464"/>
                  </a:lnTo>
                  <a:lnTo>
                    <a:pt x="7144" y="2009"/>
                  </a:lnTo>
                  <a:lnTo>
                    <a:pt x="7685" y="3554"/>
                  </a:lnTo>
                  <a:lnTo>
                    <a:pt x="8226" y="5137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2"/>
                  </a:lnTo>
                  <a:lnTo>
                    <a:pt x="7530" y="7338"/>
                  </a:lnTo>
                  <a:lnTo>
                    <a:pt x="7222" y="7454"/>
                  </a:lnTo>
                  <a:lnTo>
                    <a:pt x="6913" y="7531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1"/>
                  </a:lnTo>
                  <a:lnTo>
                    <a:pt x="5522" y="7492"/>
                  </a:lnTo>
                  <a:lnTo>
                    <a:pt x="4866" y="7338"/>
                  </a:lnTo>
                  <a:lnTo>
                    <a:pt x="4210" y="7106"/>
                  </a:lnTo>
                  <a:lnTo>
                    <a:pt x="3592" y="6874"/>
                  </a:lnTo>
                  <a:lnTo>
                    <a:pt x="3862" y="6025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4"/>
                  </a:lnTo>
                  <a:lnTo>
                    <a:pt x="5214" y="2743"/>
                  </a:lnTo>
                  <a:lnTo>
                    <a:pt x="5600" y="1932"/>
                  </a:lnTo>
                  <a:lnTo>
                    <a:pt x="6024" y="1159"/>
                  </a:lnTo>
                  <a:lnTo>
                    <a:pt x="6488" y="387"/>
                  </a:lnTo>
                  <a:close/>
                  <a:moveTo>
                    <a:pt x="8805" y="7029"/>
                  </a:moveTo>
                  <a:lnTo>
                    <a:pt x="9230" y="8419"/>
                  </a:lnTo>
                  <a:lnTo>
                    <a:pt x="9577" y="9848"/>
                  </a:lnTo>
                  <a:lnTo>
                    <a:pt x="9847" y="11083"/>
                  </a:lnTo>
                  <a:lnTo>
                    <a:pt x="10079" y="12358"/>
                  </a:lnTo>
                  <a:lnTo>
                    <a:pt x="10234" y="13632"/>
                  </a:lnTo>
                  <a:lnTo>
                    <a:pt x="10388" y="14906"/>
                  </a:lnTo>
                  <a:lnTo>
                    <a:pt x="10465" y="16181"/>
                  </a:lnTo>
                  <a:lnTo>
                    <a:pt x="10504" y="16837"/>
                  </a:lnTo>
                  <a:lnTo>
                    <a:pt x="10504" y="17493"/>
                  </a:lnTo>
                  <a:lnTo>
                    <a:pt x="10504" y="18189"/>
                  </a:lnTo>
                  <a:lnTo>
                    <a:pt x="10427" y="18845"/>
                  </a:lnTo>
                  <a:lnTo>
                    <a:pt x="10311" y="19463"/>
                  </a:lnTo>
                  <a:lnTo>
                    <a:pt x="10118" y="20081"/>
                  </a:lnTo>
                  <a:lnTo>
                    <a:pt x="9886" y="20660"/>
                  </a:lnTo>
                  <a:lnTo>
                    <a:pt x="9538" y="21162"/>
                  </a:lnTo>
                  <a:lnTo>
                    <a:pt x="9384" y="21394"/>
                  </a:lnTo>
                  <a:lnTo>
                    <a:pt x="9152" y="21587"/>
                  </a:lnTo>
                  <a:lnTo>
                    <a:pt x="8959" y="21780"/>
                  </a:lnTo>
                  <a:lnTo>
                    <a:pt x="8728" y="21973"/>
                  </a:lnTo>
                  <a:lnTo>
                    <a:pt x="8496" y="22127"/>
                  </a:lnTo>
                  <a:lnTo>
                    <a:pt x="8226" y="22243"/>
                  </a:lnTo>
                  <a:lnTo>
                    <a:pt x="7955" y="22359"/>
                  </a:lnTo>
                  <a:lnTo>
                    <a:pt x="7685" y="22436"/>
                  </a:lnTo>
                  <a:lnTo>
                    <a:pt x="7415" y="22475"/>
                  </a:lnTo>
                  <a:lnTo>
                    <a:pt x="6797" y="22475"/>
                  </a:lnTo>
                  <a:lnTo>
                    <a:pt x="6488" y="22436"/>
                  </a:lnTo>
                  <a:lnTo>
                    <a:pt x="5909" y="22282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5"/>
                  </a:lnTo>
                  <a:lnTo>
                    <a:pt x="4094" y="20930"/>
                  </a:lnTo>
                  <a:lnTo>
                    <a:pt x="3785" y="20467"/>
                  </a:lnTo>
                  <a:lnTo>
                    <a:pt x="3476" y="19965"/>
                  </a:lnTo>
                  <a:lnTo>
                    <a:pt x="3244" y="19424"/>
                  </a:lnTo>
                  <a:lnTo>
                    <a:pt x="3051" y="18884"/>
                  </a:lnTo>
                  <a:lnTo>
                    <a:pt x="2897" y="18343"/>
                  </a:lnTo>
                  <a:lnTo>
                    <a:pt x="2781" y="17802"/>
                  </a:lnTo>
                  <a:lnTo>
                    <a:pt x="2704" y="17223"/>
                  </a:lnTo>
                  <a:lnTo>
                    <a:pt x="2588" y="16103"/>
                  </a:lnTo>
                  <a:lnTo>
                    <a:pt x="2511" y="14945"/>
                  </a:lnTo>
                  <a:lnTo>
                    <a:pt x="2511" y="13748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3"/>
                  </a:lnTo>
                  <a:lnTo>
                    <a:pt x="3128" y="8689"/>
                  </a:lnTo>
                  <a:lnTo>
                    <a:pt x="3283" y="7917"/>
                  </a:lnTo>
                  <a:lnTo>
                    <a:pt x="3515" y="7183"/>
                  </a:lnTo>
                  <a:lnTo>
                    <a:pt x="4132" y="7454"/>
                  </a:lnTo>
                  <a:lnTo>
                    <a:pt x="4827" y="7685"/>
                  </a:lnTo>
                  <a:lnTo>
                    <a:pt x="5522" y="7840"/>
                  </a:lnTo>
                  <a:lnTo>
                    <a:pt x="5909" y="7917"/>
                  </a:lnTo>
                  <a:lnTo>
                    <a:pt x="6256" y="7917"/>
                  </a:lnTo>
                  <a:lnTo>
                    <a:pt x="6604" y="7956"/>
                  </a:lnTo>
                  <a:lnTo>
                    <a:pt x="6990" y="7917"/>
                  </a:lnTo>
                  <a:lnTo>
                    <a:pt x="7299" y="7878"/>
                  </a:lnTo>
                  <a:lnTo>
                    <a:pt x="7646" y="7763"/>
                  </a:lnTo>
                  <a:lnTo>
                    <a:pt x="7955" y="7647"/>
                  </a:lnTo>
                  <a:lnTo>
                    <a:pt x="8264" y="7492"/>
                  </a:lnTo>
                  <a:lnTo>
                    <a:pt x="8573" y="7261"/>
                  </a:lnTo>
                  <a:lnTo>
                    <a:pt x="8805" y="7029"/>
                  </a:lnTo>
                  <a:close/>
                  <a:moveTo>
                    <a:pt x="8650" y="22475"/>
                  </a:moveTo>
                  <a:lnTo>
                    <a:pt x="8766" y="22822"/>
                  </a:lnTo>
                  <a:lnTo>
                    <a:pt x="8921" y="23170"/>
                  </a:lnTo>
                  <a:lnTo>
                    <a:pt x="8496" y="23402"/>
                  </a:lnTo>
                  <a:lnTo>
                    <a:pt x="8071" y="23556"/>
                  </a:lnTo>
                  <a:lnTo>
                    <a:pt x="7608" y="23633"/>
                  </a:lnTo>
                  <a:lnTo>
                    <a:pt x="7144" y="23672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3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5"/>
                  </a:lnTo>
                  <a:lnTo>
                    <a:pt x="5870" y="22629"/>
                  </a:lnTo>
                  <a:lnTo>
                    <a:pt x="6256" y="22784"/>
                  </a:lnTo>
                  <a:lnTo>
                    <a:pt x="6681" y="22861"/>
                  </a:lnTo>
                  <a:lnTo>
                    <a:pt x="7067" y="22900"/>
                  </a:lnTo>
                  <a:lnTo>
                    <a:pt x="7453" y="22861"/>
                  </a:lnTo>
                  <a:lnTo>
                    <a:pt x="7878" y="22822"/>
                  </a:lnTo>
                  <a:lnTo>
                    <a:pt x="8264" y="22668"/>
                  </a:lnTo>
                  <a:lnTo>
                    <a:pt x="8650" y="22475"/>
                  </a:lnTo>
                  <a:close/>
                  <a:moveTo>
                    <a:pt x="10890" y="16798"/>
                  </a:moveTo>
                  <a:lnTo>
                    <a:pt x="11392" y="17262"/>
                  </a:lnTo>
                  <a:lnTo>
                    <a:pt x="11933" y="17648"/>
                  </a:lnTo>
                  <a:lnTo>
                    <a:pt x="12512" y="18034"/>
                  </a:lnTo>
                  <a:lnTo>
                    <a:pt x="13091" y="18343"/>
                  </a:lnTo>
                  <a:lnTo>
                    <a:pt x="12937" y="19772"/>
                  </a:lnTo>
                  <a:lnTo>
                    <a:pt x="12821" y="21239"/>
                  </a:lnTo>
                  <a:lnTo>
                    <a:pt x="12705" y="24212"/>
                  </a:lnTo>
                  <a:lnTo>
                    <a:pt x="11894" y="23595"/>
                  </a:lnTo>
                  <a:lnTo>
                    <a:pt x="11044" y="23015"/>
                  </a:lnTo>
                  <a:lnTo>
                    <a:pt x="10813" y="22861"/>
                  </a:lnTo>
                  <a:lnTo>
                    <a:pt x="10620" y="22668"/>
                  </a:lnTo>
                  <a:lnTo>
                    <a:pt x="10581" y="22591"/>
                  </a:lnTo>
                  <a:lnTo>
                    <a:pt x="10542" y="22436"/>
                  </a:lnTo>
                  <a:lnTo>
                    <a:pt x="10542" y="22127"/>
                  </a:lnTo>
                  <a:lnTo>
                    <a:pt x="10542" y="21394"/>
                  </a:lnTo>
                  <a:lnTo>
                    <a:pt x="10504" y="20660"/>
                  </a:lnTo>
                  <a:lnTo>
                    <a:pt x="10504" y="20583"/>
                  </a:lnTo>
                  <a:lnTo>
                    <a:pt x="10465" y="20544"/>
                  </a:lnTo>
                  <a:lnTo>
                    <a:pt x="10388" y="20467"/>
                  </a:lnTo>
                  <a:lnTo>
                    <a:pt x="10542" y="19965"/>
                  </a:lnTo>
                  <a:lnTo>
                    <a:pt x="10697" y="19424"/>
                  </a:lnTo>
                  <a:lnTo>
                    <a:pt x="10774" y="18884"/>
                  </a:lnTo>
                  <a:lnTo>
                    <a:pt x="10851" y="18304"/>
                  </a:lnTo>
                  <a:lnTo>
                    <a:pt x="10890" y="17571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5"/>
                  </a:lnTo>
                  <a:lnTo>
                    <a:pt x="6140" y="23826"/>
                  </a:lnTo>
                  <a:lnTo>
                    <a:pt x="6642" y="23942"/>
                  </a:lnTo>
                  <a:lnTo>
                    <a:pt x="7144" y="23981"/>
                  </a:lnTo>
                  <a:lnTo>
                    <a:pt x="7646" y="23981"/>
                  </a:lnTo>
                  <a:lnTo>
                    <a:pt x="8148" y="23865"/>
                  </a:lnTo>
                  <a:lnTo>
                    <a:pt x="8612" y="23710"/>
                  </a:lnTo>
                  <a:lnTo>
                    <a:pt x="9075" y="23440"/>
                  </a:lnTo>
                  <a:lnTo>
                    <a:pt x="9384" y="23904"/>
                  </a:lnTo>
                  <a:lnTo>
                    <a:pt x="8843" y="24174"/>
                  </a:lnTo>
                  <a:lnTo>
                    <a:pt x="8303" y="24367"/>
                  </a:lnTo>
                  <a:lnTo>
                    <a:pt x="7762" y="24483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4"/>
                  </a:lnTo>
                  <a:lnTo>
                    <a:pt x="5561" y="24290"/>
                  </a:lnTo>
                  <a:lnTo>
                    <a:pt x="4982" y="24097"/>
                  </a:lnTo>
                  <a:lnTo>
                    <a:pt x="5059" y="23904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8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3"/>
                  </a:lnTo>
                  <a:lnTo>
                    <a:pt x="2974" y="19772"/>
                  </a:lnTo>
                  <a:lnTo>
                    <a:pt x="3244" y="20312"/>
                  </a:lnTo>
                  <a:lnTo>
                    <a:pt x="3244" y="20351"/>
                  </a:lnTo>
                  <a:lnTo>
                    <a:pt x="3206" y="21200"/>
                  </a:lnTo>
                  <a:lnTo>
                    <a:pt x="3244" y="22050"/>
                  </a:lnTo>
                  <a:lnTo>
                    <a:pt x="3283" y="22359"/>
                  </a:lnTo>
                  <a:lnTo>
                    <a:pt x="3321" y="22706"/>
                  </a:lnTo>
                  <a:lnTo>
                    <a:pt x="3321" y="23054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9"/>
                  </a:lnTo>
                  <a:lnTo>
                    <a:pt x="3051" y="23633"/>
                  </a:lnTo>
                  <a:lnTo>
                    <a:pt x="2704" y="23904"/>
                  </a:lnTo>
                  <a:lnTo>
                    <a:pt x="2009" y="24405"/>
                  </a:lnTo>
                  <a:lnTo>
                    <a:pt x="773" y="25409"/>
                  </a:lnTo>
                  <a:lnTo>
                    <a:pt x="811" y="24676"/>
                  </a:lnTo>
                  <a:lnTo>
                    <a:pt x="850" y="23942"/>
                  </a:lnTo>
                  <a:lnTo>
                    <a:pt x="811" y="23170"/>
                  </a:lnTo>
                  <a:lnTo>
                    <a:pt x="773" y="22436"/>
                  </a:lnTo>
                  <a:lnTo>
                    <a:pt x="657" y="21239"/>
                  </a:lnTo>
                  <a:lnTo>
                    <a:pt x="503" y="20467"/>
                  </a:lnTo>
                  <a:lnTo>
                    <a:pt x="425" y="20081"/>
                  </a:lnTo>
                  <a:lnTo>
                    <a:pt x="464" y="19694"/>
                  </a:lnTo>
                  <a:lnTo>
                    <a:pt x="503" y="19656"/>
                  </a:lnTo>
                  <a:lnTo>
                    <a:pt x="541" y="19579"/>
                  </a:lnTo>
                  <a:lnTo>
                    <a:pt x="541" y="19540"/>
                  </a:lnTo>
                  <a:lnTo>
                    <a:pt x="541" y="19463"/>
                  </a:lnTo>
                  <a:lnTo>
                    <a:pt x="1429" y="18420"/>
                  </a:lnTo>
                  <a:lnTo>
                    <a:pt x="2356" y="17378"/>
                  </a:lnTo>
                  <a:close/>
                  <a:moveTo>
                    <a:pt x="8148" y="24830"/>
                  </a:moveTo>
                  <a:lnTo>
                    <a:pt x="8148" y="25062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8"/>
                  </a:lnTo>
                  <a:lnTo>
                    <a:pt x="7878" y="25216"/>
                  </a:lnTo>
                  <a:lnTo>
                    <a:pt x="7839" y="25294"/>
                  </a:lnTo>
                  <a:lnTo>
                    <a:pt x="7839" y="25371"/>
                  </a:lnTo>
                  <a:lnTo>
                    <a:pt x="7994" y="25873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60"/>
                  </a:lnTo>
                  <a:lnTo>
                    <a:pt x="8148" y="28962"/>
                  </a:lnTo>
                  <a:lnTo>
                    <a:pt x="8071" y="29503"/>
                  </a:lnTo>
                  <a:lnTo>
                    <a:pt x="7762" y="29194"/>
                  </a:lnTo>
                  <a:lnTo>
                    <a:pt x="7453" y="28885"/>
                  </a:lnTo>
                  <a:lnTo>
                    <a:pt x="7260" y="28537"/>
                  </a:lnTo>
                  <a:lnTo>
                    <a:pt x="7067" y="28190"/>
                  </a:lnTo>
                  <a:lnTo>
                    <a:pt x="6951" y="27804"/>
                  </a:lnTo>
                  <a:lnTo>
                    <a:pt x="6874" y="27417"/>
                  </a:lnTo>
                  <a:lnTo>
                    <a:pt x="6835" y="26954"/>
                  </a:lnTo>
                  <a:lnTo>
                    <a:pt x="6835" y="26491"/>
                  </a:lnTo>
                  <a:lnTo>
                    <a:pt x="6874" y="26105"/>
                  </a:lnTo>
                  <a:lnTo>
                    <a:pt x="6874" y="25757"/>
                  </a:lnTo>
                  <a:lnTo>
                    <a:pt x="6835" y="25603"/>
                  </a:lnTo>
                  <a:lnTo>
                    <a:pt x="6758" y="25487"/>
                  </a:lnTo>
                  <a:lnTo>
                    <a:pt x="6642" y="25371"/>
                  </a:lnTo>
                  <a:lnTo>
                    <a:pt x="6488" y="25294"/>
                  </a:lnTo>
                  <a:lnTo>
                    <a:pt x="6604" y="25101"/>
                  </a:lnTo>
                  <a:lnTo>
                    <a:pt x="6720" y="24985"/>
                  </a:lnTo>
                  <a:lnTo>
                    <a:pt x="7106" y="24985"/>
                  </a:lnTo>
                  <a:lnTo>
                    <a:pt x="7453" y="24946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5"/>
                  </a:lnTo>
                  <a:lnTo>
                    <a:pt x="9500" y="25409"/>
                  </a:lnTo>
                  <a:lnTo>
                    <a:pt x="9809" y="25796"/>
                  </a:lnTo>
                  <a:lnTo>
                    <a:pt x="10118" y="26259"/>
                  </a:lnTo>
                  <a:lnTo>
                    <a:pt x="9847" y="26220"/>
                  </a:lnTo>
                  <a:lnTo>
                    <a:pt x="9616" y="26105"/>
                  </a:lnTo>
                  <a:lnTo>
                    <a:pt x="9423" y="25950"/>
                  </a:lnTo>
                  <a:lnTo>
                    <a:pt x="9230" y="25757"/>
                  </a:lnTo>
                  <a:lnTo>
                    <a:pt x="9191" y="25680"/>
                  </a:lnTo>
                  <a:lnTo>
                    <a:pt x="8998" y="25680"/>
                  </a:lnTo>
                  <a:lnTo>
                    <a:pt x="8959" y="25718"/>
                  </a:lnTo>
                  <a:lnTo>
                    <a:pt x="8921" y="25796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1"/>
                  </a:lnTo>
                  <a:lnTo>
                    <a:pt x="9423" y="27070"/>
                  </a:lnTo>
                  <a:lnTo>
                    <a:pt x="9500" y="27379"/>
                  </a:lnTo>
                  <a:lnTo>
                    <a:pt x="9538" y="27688"/>
                  </a:lnTo>
                  <a:lnTo>
                    <a:pt x="9538" y="27997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80"/>
                  </a:lnTo>
                  <a:lnTo>
                    <a:pt x="9230" y="29889"/>
                  </a:lnTo>
                  <a:lnTo>
                    <a:pt x="9075" y="30159"/>
                  </a:lnTo>
                  <a:lnTo>
                    <a:pt x="8921" y="30429"/>
                  </a:lnTo>
                  <a:lnTo>
                    <a:pt x="8728" y="30661"/>
                  </a:lnTo>
                  <a:lnTo>
                    <a:pt x="8534" y="30777"/>
                  </a:lnTo>
                  <a:lnTo>
                    <a:pt x="8341" y="30854"/>
                  </a:lnTo>
                  <a:lnTo>
                    <a:pt x="8187" y="30854"/>
                  </a:lnTo>
                  <a:lnTo>
                    <a:pt x="7994" y="30777"/>
                  </a:lnTo>
                  <a:lnTo>
                    <a:pt x="7839" y="30700"/>
                  </a:lnTo>
                  <a:lnTo>
                    <a:pt x="7685" y="30584"/>
                  </a:lnTo>
                  <a:lnTo>
                    <a:pt x="7376" y="30275"/>
                  </a:lnTo>
                  <a:lnTo>
                    <a:pt x="6874" y="29773"/>
                  </a:lnTo>
                  <a:lnTo>
                    <a:pt x="6681" y="29503"/>
                  </a:lnTo>
                  <a:lnTo>
                    <a:pt x="6488" y="29194"/>
                  </a:lnTo>
                  <a:lnTo>
                    <a:pt x="6295" y="28846"/>
                  </a:lnTo>
                  <a:lnTo>
                    <a:pt x="6102" y="28460"/>
                  </a:lnTo>
                  <a:lnTo>
                    <a:pt x="5986" y="28074"/>
                  </a:lnTo>
                  <a:lnTo>
                    <a:pt x="5909" y="27688"/>
                  </a:lnTo>
                  <a:lnTo>
                    <a:pt x="5870" y="27263"/>
                  </a:lnTo>
                  <a:lnTo>
                    <a:pt x="5870" y="26877"/>
                  </a:lnTo>
                  <a:lnTo>
                    <a:pt x="5909" y="26491"/>
                  </a:lnTo>
                  <a:lnTo>
                    <a:pt x="6024" y="26066"/>
                  </a:lnTo>
                  <a:lnTo>
                    <a:pt x="6024" y="25950"/>
                  </a:lnTo>
                  <a:lnTo>
                    <a:pt x="5947" y="25911"/>
                  </a:lnTo>
                  <a:lnTo>
                    <a:pt x="5870" y="25873"/>
                  </a:lnTo>
                  <a:lnTo>
                    <a:pt x="5793" y="25873"/>
                  </a:lnTo>
                  <a:lnTo>
                    <a:pt x="5059" y="26220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8"/>
                  </a:lnTo>
                  <a:lnTo>
                    <a:pt x="5445" y="25101"/>
                  </a:lnTo>
                  <a:lnTo>
                    <a:pt x="5716" y="24753"/>
                  </a:lnTo>
                  <a:lnTo>
                    <a:pt x="6102" y="24869"/>
                  </a:lnTo>
                  <a:lnTo>
                    <a:pt x="6488" y="24946"/>
                  </a:lnTo>
                  <a:lnTo>
                    <a:pt x="6333" y="25101"/>
                  </a:lnTo>
                  <a:lnTo>
                    <a:pt x="6179" y="25294"/>
                  </a:lnTo>
                  <a:lnTo>
                    <a:pt x="6179" y="25371"/>
                  </a:lnTo>
                  <a:lnTo>
                    <a:pt x="6179" y="25448"/>
                  </a:lnTo>
                  <a:lnTo>
                    <a:pt x="6256" y="25487"/>
                  </a:lnTo>
                  <a:lnTo>
                    <a:pt x="6295" y="25487"/>
                  </a:lnTo>
                  <a:lnTo>
                    <a:pt x="6372" y="25525"/>
                  </a:lnTo>
                  <a:lnTo>
                    <a:pt x="6449" y="25603"/>
                  </a:lnTo>
                  <a:lnTo>
                    <a:pt x="6526" y="25796"/>
                  </a:lnTo>
                  <a:lnTo>
                    <a:pt x="6565" y="26105"/>
                  </a:lnTo>
                  <a:lnTo>
                    <a:pt x="6604" y="26452"/>
                  </a:lnTo>
                  <a:lnTo>
                    <a:pt x="6604" y="27147"/>
                  </a:lnTo>
                  <a:lnTo>
                    <a:pt x="6604" y="27611"/>
                  </a:lnTo>
                  <a:lnTo>
                    <a:pt x="6681" y="28074"/>
                  </a:lnTo>
                  <a:lnTo>
                    <a:pt x="6835" y="28499"/>
                  </a:lnTo>
                  <a:lnTo>
                    <a:pt x="7067" y="28923"/>
                  </a:lnTo>
                  <a:lnTo>
                    <a:pt x="7376" y="29310"/>
                  </a:lnTo>
                  <a:lnTo>
                    <a:pt x="7569" y="29464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50"/>
                  </a:lnTo>
                  <a:lnTo>
                    <a:pt x="8264" y="29850"/>
                  </a:lnTo>
                  <a:lnTo>
                    <a:pt x="8303" y="29812"/>
                  </a:lnTo>
                  <a:lnTo>
                    <a:pt x="8303" y="29734"/>
                  </a:lnTo>
                  <a:lnTo>
                    <a:pt x="8303" y="29696"/>
                  </a:lnTo>
                  <a:lnTo>
                    <a:pt x="8303" y="29657"/>
                  </a:lnTo>
                  <a:lnTo>
                    <a:pt x="8419" y="29155"/>
                  </a:lnTo>
                  <a:lnTo>
                    <a:pt x="8496" y="28615"/>
                  </a:lnTo>
                  <a:lnTo>
                    <a:pt x="8534" y="28113"/>
                  </a:lnTo>
                  <a:lnTo>
                    <a:pt x="8534" y="27572"/>
                  </a:lnTo>
                  <a:lnTo>
                    <a:pt x="8534" y="27070"/>
                  </a:lnTo>
                  <a:lnTo>
                    <a:pt x="8457" y="26568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7"/>
                  </a:lnTo>
                  <a:lnTo>
                    <a:pt x="8650" y="25409"/>
                  </a:lnTo>
                  <a:lnTo>
                    <a:pt x="8650" y="25371"/>
                  </a:lnTo>
                  <a:lnTo>
                    <a:pt x="8612" y="25294"/>
                  </a:lnTo>
                  <a:lnTo>
                    <a:pt x="8380" y="24792"/>
                  </a:lnTo>
                  <a:lnTo>
                    <a:pt x="8805" y="24637"/>
                  </a:lnTo>
                  <a:close/>
                  <a:moveTo>
                    <a:pt x="6449" y="1"/>
                  </a:moveTo>
                  <a:lnTo>
                    <a:pt x="6411" y="40"/>
                  </a:lnTo>
                  <a:lnTo>
                    <a:pt x="6411" y="117"/>
                  </a:lnTo>
                  <a:lnTo>
                    <a:pt x="6333" y="117"/>
                  </a:lnTo>
                  <a:lnTo>
                    <a:pt x="6295" y="194"/>
                  </a:lnTo>
                  <a:lnTo>
                    <a:pt x="5600" y="1275"/>
                  </a:lnTo>
                  <a:lnTo>
                    <a:pt x="4943" y="2434"/>
                  </a:lnTo>
                  <a:lnTo>
                    <a:pt x="4403" y="3592"/>
                  </a:lnTo>
                  <a:lnTo>
                    <a:pt x="3901" y="4828"/>
                  </a:lnTo>
                  <a:lnTo>
                    <a:pt x="3437" y="6063"/>
                  </a:lnTo>
                  <a:lnTo>
                    <a:pt x="3090" y="7299"/>
                  </a:lnTo>
                  <a:lnTo>
                    <a:pt x="2742" y="8573"/>
                  </a:lnTo>
                  <a:lnTo>
                    <a:pt x="2511" y="9848"/>
                  </a:lnTo>
                  <a:lnTo>
                    <a:pt x="2317" y="11161"/>
                  </a:lnTo>
                  <a:lnTo>
                    <a:pt x="2202" y="12474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9"/>
                  </a:lnTo>
                  <a:lnTo>
                    <a:pt x="541" y="18806"/>
                  </a:lnTo>
                  <a:lnTo>
                    <a:pt x="39" y="19463"/>
                  </a:lnTo>
                  <a:lnTo>
                    <a:pt x="1" y="19501"/>
                  </a:lnTo>
                  <a:lnTo>
                    <a:pt x="1" y="19579"/>
                  </a:lnTo>
                  <a:lnTo>
                    <a:pt x="78" y="19694"/>
                  </a:lnTo>
                  <a:lnTo>
                    <a:pt x="39" y="19965"/>
                  </a:lnTo>
                  <a:lnTo>
                    <a:pt x="39" y="20274"/>
                  </a:lnTo>
                  <a:lnTo>
                    <a:pt x="39" y="20544"/>
                  </a:lnTo>
                  <a:lnTo>
                    <a:pt x="78" y="20853"/>
                  </a:lnTo>
                  <a:lnTo>
                    <a:pt x="194" y="21432"/>
                  </a:lnTo>
                  <a:lnTo>
                    <a:pt x="309" y="22011"/>
                  </a:lnTo>
                  <a:lnTo>
                    <a:pt x="387" y="22900"/>
                  </a:lnTo>
                  <a:lnTo>
                    <a:pt x="425" y="23749"/>
                  </a:lnTo>
                  <a:lnTo>
                    <a:pt x="425" y="24637"/>
                  </a:lnTo>
                  <a:lnTo>
                    <a:pt x="387" y="25487"/>
                  </a:lnTo>
                  <a:lnTo>
                    <a:pt x="387" y="25603"/>
                  </a:lnTo>
                  <a:lnTo>
                    <a:pt x="464" y="25641"/>
                  </a:lnTo>
                  <a:lnTo>
                    <a:pt x="503" y="25680"/>
                  </a:lnTo>
                  <a:lnTo>
                    <a:pt x="580" y="25680"/>
                  </a:lnTo>
                  <a:lnTo>
                    <a:pt x="618" y="25757"/>
                  </a:lnTo>
                  <a:lnTo>
                    <a:pt x="696" y="25796"/>
                  </a:lnTo>
                  <a:lnTo>
                    <a:pt x="811" y="25796"/>
                  </a:lnTo>
                  <a:lnTo>
                    <a:pt x="1584" y="25255"/>
                  </a:lnTo>
                  <a:lnTo>
                    <a:pt x="2279" y="24714"/>
                  </a:lnTo>
                  <a:lnTo>
                    <a:pt x="3746" y="23595"/>
                  </a:lnTo>
                  <a:lnTo>
                    <a:pt x="3785" y="23479"/>
                  </a:lnTo>
                  <a:lnTo>
                    <a:pt x="3785" y="23363"/>
                  </a:lnTo>
                  <a:lnTo>
                    <a:pt x="3630" y="22089"/>
                  </a:lnTo>
                  <a:lnTo>
                    <a:pt x="3592" y="20814"/>
                  </a:lnTo>
                  <a:lnTo>
                    <a:pt x="3939" y="21278"/>
                  </a:lnTo>
                  <a:lnTo>
                    <a:pt x="4364" y="21664"/>
                  </a:lnTo>
                  <a:lnTo>
                    <a:pt x="4789" y="22050"/>
                  </a:lnTo>
                  <a:lnTo>
                    <a:pt x="5252" y="22359"/>
                  </a:lnTo>
                  <a:lnTo>
                    <a:pt x="5059" y="22745"/>
                  </a:lnTo>
                  <a:lnTo>
                    <a:pt x="4866" y="23170"/>
                  </a:lnTo>
                  <a:lnTo>
                    <a:pt x="4712" y="23633"/>
                  </a:lnTo>
                  <a:lnTo>
                    <a:pt x="4673" y="23865"/>
                  </a:lnTo>
                  <a:lnTo>
                    <a:pt x="4712" y="24097"/>
                  </a:lnTo>
                  <a:lnTo>
                    <a:pt x="4750" y="24174"/>
                  </a:lnTo>
                  <a:lnTo>
                    <a:pt x="4789" y="24212"/>
                  </a:lnTo>
                  <a:lnTo>
                    <a:pt x="4827" y="24251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6"/>
                  </a:lnTo>
                  <a:lnTo>
                    <a:pt x="5329" y="24869"/>
                  </a:lnTo>
                  <a:lnTo>
                    <a:pt x="5175" y="25062"/>
                  </a:lnTo>
                  <a:lnTo>
                    <a:pt x="5021" y="25255"/>
                  </a:lnTo>
                  <a:lnTo>
                    <a:pt x="4905" y="25487"/>
                  </a:lnTo>
                  <a:lnTo>
                    <a:pt x="4827" y="25718"/>
                  </a:lnTo>
                  <a:lnTo>
                    <a:pt x="4750" y="25950"/>
                  </a:lnTo>
                  <a:lnTo>
                    <a:pt x="4712" y="26220"/>
                  </a:lnTo>
                  <a:lnTo>
                    <a:pt x="4712" y="26491"/>
                  </a:lnTo>
                  <a:lnTo>
                    <a:pt x="4712" y="26568"/>
                  </a:lnTo>
                  <a:lnTo>
                    <a:pt x="4789" y="26645"/>
                  </a:lnTo>
                  <a:lnTo>
                    <a:pt x="4943" y="26645"/>
                  </a:lnTo>
                  <a:lnTo>
                    <a:pt x="5638" y="26298"/>
                  </a:lnTo>
                  <a:lnTo>
                    <a:pt x="5561" y="26722"/>
                  </a:lnTo>
                  <a:lnTo>
                    <a:pt x="5561" y="27147"/>
                  </a:lnTo>
                  <a:lnTo>
                    <a:pt x="5561" y="27533"/>
                  </a:lnTo>
                  <a:lnTo>
                    <a:pt x="5638" y="27958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6"/>
                  </a:lnTo>
                  <a:lnTo>
                    <a:pt x="6256" y="29464"/>
                  </a:lnTo>
                  <a:lnTo>
                    <a:pt x="6642" y="30005"/>
                  </a:lnTo>
                  <a:lnTo>
                    <a:pt x="6913" y="30352"/>
                  </a:lnTo>
                  <a:lnTo>
                    <a:pt x="7183" y="30661"/>
                  </a:lnTo>
                  <a:lnTo>
                    <a:pt x="7530" y="30970"/>
                  </a:lnTo>
                  <a:lnTo>
                    <a:pt x="7839" y="31163"/>
                  </a:lnTo>
                  <a:lnTo>
                    <a:pt x="7994" y="31240"/>
                  </a:lnTo>
                  <a:lnTo>
                    <a:pt x="8148" y="31318"/>
                  </a:lnTo>
                  <a:lnTo>
                    <a:pt x="8303" y="31318"/>
                  </a:lnTo>
                  <a:lnTo>
                    <a:pt x="8457" y="31279"/>
                  </a:lnTo>
                  <a:lnTo>
                    <a:pt x="8612" y="31240"/>
                  </a:lnTo>
                  <a:lnTo>
                    <a:pt x="8766" y="31163"/>
                  </a:lnTo>
                  <a:lnTo>
                    <a:pt x="8998" y="30893"/>
                  </a:lnTo>
                  <a:lnTo>
                    <a:pt x="9230" y="30584"/>
                  </a:lnTo>
                  <a:lnTo>
                    <a:pt x="9423" y="30236"/>
                  </a:lnTo>
                  <a:lnTo>
                    <a:pt x="9577" y="29850"/>
                  </a:lnTo>
                  <a:lnTo>
                    <a:pt x="9693" y="29464"/>
                  </a:lnTo>
                  <a:lnTo>
                    <a:pt x="9847" y="28808"/>
                  </a:lnTo>
                  <a:lnTo>
                    <a:pt x="9886" y="28228"/>
                  </a:lnTo>
                  <a:lnTo>
                    <a:pt x="9847" y="27611"/>
                  </a:lnTo>
                  <a:lnTo>
                    <a:pt x="9770" y="27031"/>
                  </a:lnTo>
                  <a:lnTo>
                    <a:pt x="9577" y="26491"/>
                  </a:lnTo>
                  <a:lnTo>
                    <a:pt x="9770" y="26529"/>
                  </a:lnTo>
                  <a:lnTo>
                    <a:pt x="9963" y="26568"/>
                  </a:lnTo>
                  <a:lnTo>
                    <a:pt x="10156" y="26607"/>
                  </a:lnTo>
                  <a:lnTo>
                    <a:pt x="10388" y="26607"/>
                  </a:lnTo>
                  <a:lnTo>
                    <a:pt x="10465" y="26568"/>
                  </a:lnTo>
                  <a:lnTo>
                    <a:pt x="10542" y="26529"/>
                  </a:lnTo>
                  <a:lnTo>
                    <a:pt x="10542" y="26452"/>
                  </a:lnTo>
                  <a:lnTo>
                    <a:pt x="10542" y="26336"/>
                  </a:lnTo>
                  <a:lnTo>
                    <a:pt x="10234" y="25834"/>
                  </a:lnTo>
                  <a:lnTo>
                    <a:pt x="9925" y="25332"/>
                  </a:lnTo>
                  <a:lnTo>
                    <a:pt x="9538" y="24869"/>
                  </a:lnTo>
                  <a:lnTo>
                    <a:pt x="9114" y="24483"/>
                  </a:lnTo>
                  <a:lnTo>
                    <a:pt x="9616" y="24135"/>
                  </a:lnTo>
                  <a:lnTo>
                    <a:pt x="9693" y="24058"/>
                  </a:lnTo>
                  <a:lnTo>
                    <a:pt x="9732" y="23981"/>
                  </a:lnTo>
                  <a:lnTo>
                    <a:pt x="9770" y="23942"/>
                  </a:lnTo>
                  <a:lnTo>
                    <a:pt x="9732" y="23865"/>
                  </a:lnTo>
                  <a:lnTo>
                    <a:pt x="9307" y="23093"/>
                  </a:lnTo>
                  <a:lnTo>
                    <a:pt x="9114" y="22706"/>
                  </a:lnTo>
                  <a:lnTo>
                    <a:pt x="8959" y="22282"/>
                  </a:lnTo>
                  <a:lnTo>
                    <a:pt x="9114" y="22204"/>
                  </a:lnTo>
                  <a:lnTo>
                    <a:pt x="9423" y="21934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9"/>
                  </a:lnTo>
                  <a:lnTo>
                    <a:pt x="10118" y="21896"/>
                  </a:lnTo>
                  <a:lnTo>
                    <a:pt x="10040" y="22822"/>
                  </a:lnTo>
                  <a:lnTo>
                    <a:pt x="10079" y="22900"/>
                  </a:lnTo>
                  <a:lnTo>
                    <a:pt x="10156" y="22977"/>
                  </a:lnTo>
                  <a:lnTo>
                    <a:pt x="10813" y="23402"/>
                  </a:lnTo>
                  <a:lnTo>
                    <a:pt x="11469" y="23826"/>
                  </a:lnTo>
                  <a:lnTo>
                    <a:pt x="12126" y="24290"/>
                  </a:lnTo>
                  <a:lnTo>
                    <a:pt x="12743" y="24753"/>
                  </a:lnTo>
                  <a:lnTo>
                    <a:pt x="12859" y="24830"/>
                  </a:lnTo>
                  <a:lnTo>
                    <a:pt x="12975" y="24792"/>
                  </a:lnTo>
                  <a:lnTo>
                    <a:pt x="13052" y="24753"/>
                  </a:lnTo>
                  <a:lnTo>
                    <a:pt x="13091" y="24637"/>
                  </a:lnTo>
                  <a:lnTo>
                    <a:pt x="13323" y="21394"/>
                  </a:lnTo>
                  <a:lnTo>
                    <a:pt x="13400" y="19772"/>
                  </a:lnTo>
                  <a:lnTo>
                    <a:pt x="13439" y="18961"/>
                  </a:lnTo>
                  <a:lnTo>
                    <a:pt x="13400" y="18189"/>
                  </a:lnTo>
                  <a:lnTo>
                    <a:pt x="13361" y="18073"/>
                  </a:lnTo>
                  <a:lnTo>
                    <a:pt x="13323" y="18034"/>
                  </a:lnTo>
                  <a:lnTo>
                    <a:pt x="13284" y="18034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5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6" y="14559"/>
                  </a:lnTo>
                  <a:lnTo>
                    <a:pt x="10620" y="13632"/>
                  </a:lnTo>
                  <a:lnTo>
                    <a:pt x="10504" y="12705"/>
                  </a:lnTo>
                  <a:lnTo>
                    <a:pt x="10234" y="11122"/>
                  </a:lnTo>
                  <a:lnTo>
                    <a:pt x="9886" y="9539"/>
                  </a:lnTo>
                  <a:lnTo>
                    <a:pt x="9500" y="7956"/>
                  </a:lnTo>
                  <a:lnTo>
                    <a:pt x="9036" y="6411"/>
                  </a:lnTo>
                  <a:lnTo>
                    <a:pt x="8534" y="4866"/>
                  </a:lnTo>
                  <a:lnTo>
                    <a:pt x="7994" y="3322"/>
                  </a:lnTo>
                  <a:lnTo>
                    <a:pt x="7415" y="1816"/>
                  </a:lnTo>
                  <a:lnTo>
                    <a:pt x="6835" y="310"/>
                  </a:lnTo>
                  <a:lnTo>
                    <a:pt x="6797" y="233"/>
                  </a:lnTo>
                  <a:lnTo>
                    <a:pt x="6720" y="194"/>
                  </a:lnTo>
                  <a:lnTo>
                    <a:pt x="6642" y="155"/>
                  </a:lnTo>
                  <a:lnTo>
                    <a:pt x="6604" y="40"/>
                  </a:lnTo>
                  <a:lnTo>
                    <a:pt x="65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"/>
            <p:cNvSpPr/>
            <p:nvPr/>
          </p:nvSpPr>
          <p:spPr>
            <a:xfrm>
              <a:off x="2208425" y="362157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4" y="386"/>
                  </a:moveTo>
                  <a:lnTo>
                    <a:pt x="1121" y="425"/>
                  </a:lnTo>
                  <a:lnTo>
                    <a:pt x="1198" y="463"/>
                  </a:lnTo>
                  <a:lnTo>
                    <a:pt x="1237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7" y="1120"/>
                  </a:lnTo>
                  <a:lnTo>
                    <a:pt x="1159" y="1159"/>
                  </a:lnTo>
                  <a:lnTo>
                    <a:pt x="1082" y="1236"/>
                  </a:lnTo>
                  <a:lnTo>
                    <a:pt x="889" y="1274"/>
                  </a:lnTo>
                  <a:lnTo>
                    <a:pt x="696" y="1236"/>
                  </a:lnTo>
                  <a:lnTo>
                    <a:pt x="542" y="1159"/>
                  </a:lnTo>
                  <a:lnTo>
                    <a:pt x="464" y="1081"/>
                  </a:lnTo>
                  <a:lnTo>
                    <a:pt x="426" y="965"/>
                  </a:lnTo>
                  <a:lnTo>
                    <a:pt x="387" y="888"/>
                  </a:lnTo>
                  <a:lnTo>
                    <a:pt x="387" y="772"/>
                  </a:lnTo>
                  <a:lnTo>
                    <a:pt x="426" y="579"/>
                  </a:lnTo>
                  <a:lnTo>
                    <a:pt x="542" y="579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850" y="0"/>
                  </a:moveTo>
                  <a:lnTo>
                    <a:pt x="735" y="39"/>
                  </a:lnTo>
                  <a:lnTo>
                    <a:pt x="619" y="77"/>
                  </a:lnTo>
                  <a:lnTo>
                    <a:pt x="503" y="116"/>
                  </a:lnTo>
                  <a:lnTo>
                    <a:pt x="348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79"/>
                  </a:lnTo>
                  <a:lnTo>
                    <a:pt x="40" y="734"/>
                  </a:lnTo>
                  <a:lnTo>
                    <a:pt x="1" y="888"/>
                  </a:lnTo>
                  <a:lnTo>
                    <a:pt x="40" y="1043"/>
                  </a:lnTo>
                  <a:lnTo>
                    <a:pt x="78" y="1197"/>
                  </a:lnTo>
                  <a:lnTo>
                    <a:pt x="194" y="1352"/>
                  </a:lnTo>
                  <a:lnTo>
                    <a:pt x="310" y="1467"/>
                  </a:lnTo>
                  <a:lnTo>
                    <a:pt x="464" y="1583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1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7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"/>
            <p:cNvSpPr/>
            <p:nvPr/>
          </p:nvSpPr>
          <p:spPr>
            <a:xfrm>
              <a:off x="4431675" y="3622525"/>
              <a:ext cx="174775" cy="292525"/>
            </a:xfrm>
            <a:custGeom>
              <a:avLst/>
              <a:gdLst/>
              <a:ahLst/>
              <a:cxnLst/>
              <a:rect l="l" t="t" r="r" b="b"/>
              <a:pathLst>
                <a:path w="6991" h="11701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4" y="6256"/>
                  </a:lnTo>
                  <a:lnTo>
                    <a:pt x="4403" y="7801"/>
                  </a:lnTo>
                  <a:lnTo>
                    <a:pt x="5214" y="9345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4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2" y="11508"/>
                  </a:lnTo>
                  <a:lnTo>
                    <a:pt x="6952" y="11392"/>
                  </a:lnTo>
                  <a:lnTo>
                    <a:pt x="6990" y="11353"/>
                  </a:lnTo>
                  <a:lnTo>
                    <a:pt x="6681" y="11122"/>
                  </a:lnTo>
                  <a:lnTo>
                    <a:pt x="6759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6" y="5638"/>
                  </a:lnTo>
                  <a:lnTo>
                    <a:pt x="6411" y="5638"/>
                  </a:lnTo>
                  <a:lnTo>
                    <a:pt x="6411" y="6758"/>
                  </a:lnTo>
                  <a:lnTo>
                    <a:pt x="6334" y="8573"/>
                  </a:lnTo>
                  <a:lnTo>
                    <a:pt x="6295" y="9500"/>
                  </a:lnTo>
                  <a:lnTo>
                    <a:pt x="6257" y="10427"/>
                  </a:lnTo>
                  <a:lnTo>
                    <a:pt x="5986" y="9886"/>
                  </a:lnTo>
                  <a:lnTo>
                    <a:pt x="5253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2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"/>
            <p:cNvSpPr/>
            <p:nvPr/>
          </p:nvSpPr>
          <p:spPr>
            <a:xfrm>
              <a:off x="3827375" y="363605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3" y="464"/>
                  </a:moveTo>
                  <a:lnTo>
                    <a:pt x="2085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89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89" y="2472"/>
                  </a:lnTo>
                  <a:lnTo>
                    <a:pt x="2973" y="2665"/>
                  </a:lnTo>
                  <a:lnTo>
                    <a:pt x="2780" y="2896"/>
                  </a:lnTo>
                  <a:lnTo>
                    <a:pt x="2587" y="3051"/>
                  </a:lnTo>
                  <a:lnTo>
                    <a:pt x="2356" y="3167"/>
                  </a:lnTo>
                  <a:lnTo>
                    <a:pt x="2085" y="3244"/>
                  </a:lnTo>
                  <a:lnTo>
                    <a:pt x="1776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5" y="2896"/>
                  </a:lnTo>
                  <a:lnTo>
                    <a:pt x="772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4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80"/>
                  </a:lnTo>
                  <a:lnTo>
                    <a:pt x="1583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8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1" y="271"/>
                  </a:lnTo>
                  <a:lnTo>
                    <a:pt x="850" y="386"/>
                  </a:lnTo>
                  <a:lnTo>
                    <a:pt x="618" y="580"/>
                  </a:lnTo>
                  <a:lnTo>
                    <a:pt x="425" y="773"/>
                  </a:lnTo>
                  <a:lnTo>
                    <a:pt x="270" y="966"/>
                  </a:lnTo>
                  <a:lnTo>
                    <a:pt x="155" y="1236"/>
                  </a:lnTo>
                  <a:lnTo>
                    <a:pt x="77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1"/>
                  </a:lnTo>
                  <a:lnTo>
                    <a:pt x="1583" y="3707"/>
                  </a:lnTo>
                  <a:lnTo>
                    <a:pt x="1969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5" y="2781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4"/>
                  </a:lnTo>
                  <a:lnTo>
                    <a:pt x="3668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2" name="Google Shape;1672;p7"/>
            <p:cNvSpPr/>
            <p:nvPr/>
          </p:nvSpPr>
          <p:spPr>
            <a:xfrm>
              <a:off x="2802150" y="3642800"/>
              <a:ext cx="320525" cy="97525"/>
            </a:xfrm>
            <a:custGeom>
              <a:avLst/>
              <a:gdLst/>
              <a:ahLst/>
              <a:cxnLst/>
              <a:rect l="l" t="t" r="r" b="b"/>
              <a:pathLst>
                <a:path w="12821" h="3901" extrusionOk="0">
                  <a:moveTo>
                    <a:pt x="12550" y="1"/>
                  </a:moveTo>
                  <a:lnTo>
                    <a:pt x="12434" y="39"/>
                  </a:lnTo>
                  <a:lnTo>
                    <a:pt x="12357" y="78"/>
                  </a:lnTo>
                  <a:lnTo>
                    <a:pt x="12318" y="155"/>
                  </a:lnTo>
                  <a:lnTo>
                    <a:pt x="12280" y="271"/>
                  </a:lnTo>
                  <a:lnTo>
                    <a:pt x="12318" y="348"/>
                  </a:lnTo>
                  <a:lnTo>
                    <a:pt x="12357" y="541"/>
                  </a:lnTo>
                  <a:lnTo>
                    <a:pt x="12318" y="734"/>
                  </a:lnTo>
                  <a:lnTo>
                    <a:pt x="12280" y="889"/>
                  </a:lnTo>
                  <a:lnTo>
                    <a:pt x="12164" y="1043"/>
                  </a:lnTo>
                  <a:lnTo>
                    <a:pt x="12009" y="1198"/>
                  </a:lnTo>
                  <a:lnTo>
                    <a:pt x="11855" y="1314"/>
                  </a:lnTo>
                  <a:lnTo>
                    <a:pt x="11430" y="1545"/>
                  </a:lnTo>
                  <a:lnTo>
                    <a:pt x="11005" y="1700"/>
                  </a:lnTo>
                  <a:lnTo>
                    <a:pt x="10542" y="1854"/>
                  </a:lnTo>
                  <a:lnTo>
                    <a:pt x="9808" y="2047"/>
                  </a:lnTo>
                  <a:lnTo>
                    <a:pt x="9422" y="2163"/>
                  </a:lnTo>
                  <a:lnTo>
                    <a:pt x="9383" y="2086"/>
                  </a:lnTo>
                  <a:lnTo>
                    <a:pt x="9345" y="2009"/>
                  </a:lnTo>
                  <a:lnTo>
                    <a:pt x="8997" y="1468"/>
                  </a:lnTo>
                  <a:lnTo>
                    <a:pt x="8727" y="927"/>
                  </a:lnTo>
                  <a:lnTo>
                    <a:pt x="8418" y="1043"/>
                  </a:lnTo>
                  <a:lnTo>
                    <a:pt x="8495" y="1391"/>
                  </a:lnTo>
                  <a:lnTo>
                    <a:pt x="8611" y="1700"/>
                  </a:lnTo>
                  <a:lnTo>
                    <a:pt x="8804" y="2009"/>
                  </a:lnTo>
                  <a:lnTo>
                    <a:pt x="8997" y="2279"/>
                  </a:lnTo>
                  <a:lnTo>
                    <a:pt x="7839" y="2588"/>
                  </a:lnTo>
                  <a:lnTo>
                    <a:pt x="6719" y="2820"/>
                  </a:lnTo>
                  <a:lnTo>
                    <a:pt x="5329" y="3051"/>
                  </a:lnTo>
                  <a:lnTo>
                    <a:pt x="3939" y="3244"/>
                  </a:lnTo>
                  <a:lnTo>
                    <a:pt x="3668" y="3283"/>
                  </a:lnTo>
                  <a:lnTo>
                    <a:pt x="3746" y="2935"/>
                  </a:lnTo>
                  <a:lnTo>
                    <a:pt x="3784" y="2588"/>
                  </a:lnTo>
                  <a:lnTo>
                    <a:pt x="3707" y="2240"/>
                  </a:lnTo>
                  <a:lnTo>
                    <a:pt x="3630" y="1893"/>
                  </a:lnTo>
                  <a:lnTo>
                    <a:pt x="3282" y="1970"/>
                  </a:lnTo>
                  <a:lnTo>
                    <a:pt x="3321" y="2279"/>
                  </a:lnTo>
                  <a:lnTo>
                    <a:pt x="3360" y="2588"/>
                  </a:lnTo>
                  <a:lnTo>
                    <a:pt x="3282" y="2974"/>
                  </a:lnTo>
                  <a:lnTo>
                    <a:pt x="3205" y="3321"/>
                  </a:lnTo>
                  <a:lnTo>
                    <a:pt x="2278" y="3399"/>
                  </a:lnTo>
                  <a:lnTo>
                    <a:pt x="1815" y="3437"/>
                  </a:lnTo>
                  <a:lnTo>
                    <a:pt x="1352" y="3399"/>
                  </a:lnTo>
                  <a:lnTo>
                    <a:pt x="965" y="3360"/>
                  </a:lnTo>
                  <a:lnTo>
                    <a:pt x="772" y="3283"/>
                  </a:lnTo>
                  <a:lnTo>
                    <a:pt x="618" y="3244"/>
                  </a:lnTo>
                  <a:lnTo>
                    <a:pt x="502" y="3128"/>
                  </a:lnTo>
                  <a:lnTo>
                    <a:pt x="425" y="3051"/>
                  </a:lnTo>
                  <a:lnTo>
                    <a:pt x="386" y="2935"/>
                  </a:lnTo>
                  <a:lnTo>
                    <a:pt x="348" y="2781"/>
                  </a:lnTo>
                  <a:lnTo>
                    <a:pt x="348" y="2704"/>
                  </a:lnTo>
                  <a:lnTo>
                    <a:pt x="309" y="2665"/>
                  </a:lnTo>
                  <a:lnTo>
                    <a:pt x="232" y="2588"/>
                  </a:lnTo>
                  <a:lnTo>
                    <a:pt x="116" y="2626"/>
                  </a:lnTo>
                  <a:lnTo>
                    <a:pt x="77" y="2626"/>
                  </a:lnTo>
                  <a:lnTo>
                    <a:pt x="39" y="2704"/>
                  </a:lnTo>
                  <a:lnTo>
                    <a:pt x="0" y="2858"/>
                  </a:lnTo>
                  <a:lnTo>
                    <a:pt x="0" y="3013"/>
                  </a:lnTo>
                  <a:lnTo>
                    <a:pt x="0" y="3167"/>
                  </a:lnTo>
                  <a:lnTo>
                    <a:pt x="39" y="3283"/>
                  </a:lnTo>
                  <a:lnTo>
                    <a:pt x="116" y="3399"/>
                  </a:lnTo>
                  <a:lnTo>
                    <a:pt x="193" y="3515"/>
                  </a:lnTo>
                  <a:lnTo>
                    <a:pt x="386" y="3669"/>
                  </a:lnTo>
                  <a:lnTo>
                    <a:pt x="657" y="3746"/>
                  </a:lnTo>
                  <a:lnTo>
                    <a:pt x="927" y="3823"/>
                  </a:lnTo>
                  <a:lnTo>
                    <a:pt x="1236" y="3862"/>
                  </a:lnTo>
                  <a:lnTo>
                    <a:pt x="1506" y="3901"/>
                  </a:lnTo>
                  <a:lnTo>
                    <a:pt x="2780" y="3823"/>
                  </a:lnTo>
                  <a:lnTo>
                    <a:pt x="4016" y="3746"/>
                  </a:lnTo>
                  <a:lnTo>
                    <a:pt x="5252" y="3553"/>
                  </a:lnTo>
                  <a:lnTo>
                    <a:pt x="6487" y="3360"/>
                  </a:lnTo>
                  <a:lnTo>
                    <a:pt x="7646" y="3128"/>
                  </a:lnTo>
                  <a:lnTo>
                    <a:pt x="8766" y="2858"/>
                  </a:lnTo>
                  <a:lnTo>
                    <a:pt x="9885" y="2511"/>
                  </a:lnTo>
                  <a:lnTo>
                    <a:pt x="11005" y="2163"/>
                  </a:lnTo>
                  <a:lnTo>
                    <a:pt x="11353" y="2047"/>
                  </a:lnTo>
                  <a:lnTo>
                    <a:pt x="11700" y="1893"/>
                  </a:lnTo>
                  <a:lnTo>
                    <a:pt x="12048" y="1700"/>
                  </a:lnTo>
                  <a:lnTo>
                    <a:pt x="12357" y="1507"/>
                  </a:lnTo>
                  <a:lnTo>
                    <a:pt x="12627" y="1236"/>
                  </a:lnTo>
                  <a:lnTo>
                    <a:pt x="12704" y="1082"/>
                  </a:lnTo>
                  <a:lnTo>
                    <a:pt x="12782" y="927"/>
                  </a:lnTo>
                  <a:lnTo>
                    <a:pt x="12820" y="773"/>
                  </a:lnTo>
                  <a:lnTo>
                    <a:pt x="12820" y="580"/>
                  </a:lnTo>
                  <a:lnTo>
                    <a:pt x="12820" y="387"/>
                  </a:lnTo>
                  <a:lnTo>
                    <a:pt x="12743" y="155"/>
                  </a:lnTo>
                  <a:lnTo>
                    <a:pt x="12704" y="78"/>
                  </a:lnTo>
                  <a:lnTo>
                    <a:pt x="12627" y="39"/>
                  </a:lnTo>
                  <a:lnTo>
                    <a:pt x="125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3" name="Google Shape;1673;p7"/>
            <p:cNvSpPr/>
            <p:nvPr/>
          </p:nvSpPr>
          <p:spPr>
            <a:xfrm>
              <a:off x="2017300" y="364860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271" y="0"/>
                  </a:moveTo>
                  <a:lnTo>
                    <a:pt x="155" y="39"/>
                  </a:lnTo>
                  <a:lnTo>
                    <a:pt x="39" y="116"/>
                  </a:lnTo>
                  <a:lnTo>
                    <a:pt x="0" y="232"/>
                  </a:lnTo>
                  <a:lnTo>
                    <a:pt x="39" y="386"/>
                  </a:lnTo>
                  <a:lnTo>
                    <a:pt x="348" y="888"/>
                  </a:lnTo>
                  <a:lnTo>
                    <a:pt x="657" y="1390"/>
                  </a:lnTo>
                  <a:lnTo>
                    <a:pt x="1043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205"/>
                  </a:lnTo>
                  <a:lnTo>
                    <a:pt x="2703" y="3553"/>
                  </a:lnTo>
                  <a:lnTo>
                    <a:pt x="3205" y="3900"/>
                  </a:lnTo>
                  <a:lnTo>
                    <a:pt x="3553" y="3746"/>
                  </a:lnTo>
                  <a:lnTo>
                    <a:pt x="2780" y="3012"/>
                  </a:lnTo>
                  <a:lnTo>
                    <a:pt x="2047" y="2240"/>
                  </a:lnTo>
                  <a:lnTo>
                    <a:pt x="1352" y="1429"/>
                  </a:lnTo>
                  <a:lnTo>
                    <a:pt x="1043" y="1004"/>
                  </a:lnTo>
                  <a:lnTo>
                    <a:pt x="734" y="541"/>
                  </a:lnTo>
                  <a:lnTo>
                    <a:pt x="1622" y="695"/>
                  </a:lnTo>
                  <a:lnTo>
                    <a:pt x="2510" y="888"/>
                  </a:lnTo>
                  <a:lnTo>
                    <a:pt x="3012" y="1043"/>
                  </a:lnTo>
                  <a:lnTo>
                    <a:pt x="3514" y="1197"/>
                  </a:lnTo>
                  <a:lnTo>
                    <a:pt x="4016" y="1390"/>
                  </a:lnTo>
                  <a:lnTo>
                    <a:pt x="4518" y="1506"/>
                  </a:lnTo>
                  <a:lnTo>
                    <a:pt x="4595" y="1506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84"/>
                  </a:lnTo>
                  <a:lnTo>
                    <a:pt x="4904" y="1506"/>
                  </a:lnTo>
                  <a:lnTo>
                    <a:pt x="4982" y="1429"/>
                  </a:lnTo>
                  <a:lnTo>
                    <a:pt x="4634" y="1159"/>
                  </a:lnTo>
                  <a:lnTo>
                    <a:pt x="4171" y="888"/>
                  </a:lnTo>
                  <a:lnTo>
                    <a:pt x="3630" y="657"/>
                  </a:lnTo>
                  <a:lnTo>
                    <a:pt x="3089" y="464"/>
                  </a:lnTo>
                  <a:lnTo>
                    <a:pt x="2510" y="309"/>
                  </a:lnTo>
                  <a:lnTo>
                    <a:pt x="1931" y="193"/>
                  </a:lnTo>
                  <a:lnTo>
                    <a:pt x="1352" y="116"/>
                  </a:lnTo>
                  <a:lnTo>
                    <a:pt x="27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"/>
            <p:cNvSpPr/>
            <p:nvPr/>
          </p:nvSpPr>
          <p:spPr>
            <a:xfrm>
              <a:off x="1564525" y="3658250"/>
              <a:ext cx="248125" cy="295425"/>
            </a:xfrm>
            <a:custGeom>
              <a:avLst/>
              <a:gdLst/>
              <a:ahLst/>
              <a:cxnLst/>
              <a:rect l="l" t="t" r="r" b="b"/>
              <a:pathLst>
                <a:path w="9925" h="11817" extrusionOk="0">
                  <a:moveTo>
                    <a:pt x="3785" y="850"/>
                  </a:moveTo>
                  <a:lnTo>
                    <a:pt x="4326" y="2279"/>
                  </a:lnTo>
                  <a:lnTo>
                    <a:pt x="4944" y="3746"/>
                  </a:lnTo>
                  <a:lnTo>
                    <a:pt x="6179" y="6565"/>
                  </a:lnTo>
                  <a:lnTo>
                    <a:pt x="3322" y="7492"/>
                  </a:lnTo>
                  <a:lnTo>
                    <a:pt x="1893" y="7955"/>
                  </a:lnTo>
                  <a:lnTo>
                    <a:pt x="464" y="8457"/>
                  </a:lnTo>
                  <a:lnTo>
                    <a:pt x="464" y="8457"/>
                  </a:lnTo>
                  <a:lnTo>
                    <a:pt x="1043" y="7569"/>
                  </a:lnTo>
                  <a:lnTo>
                    <a:pt x="1507" y="6604"/>
                  </a:lnTo>
                  <a:lnTo>
                    <a:pt x="1970" y="5638"/>
                  </a:lnTo>
                  <a:lnTo>
                    <a:pt x="2395" y="4673"/>
                  </a:lnTo>
                  <a:lnTo>
                    <a:pt x="2781" y="3746"/>
                  </a:lnTo>
                  <a:lnTo>
                    <a:pt x="3167" y="2781"/>
                  </a:lnTo>
                  <a:lnTo>
                    <a:pt x="3476" y="1815"/>
                  </a:lnTo>
                  <a:lnTo>
                    <a:pt x="3785" y="850"/>
                  </a:lnTo>
                  <a:close/>
                  <a:moveTo>
                    <a:pt x="3824" y="0"/>
                  </a:moveTo>
                  <a:lnTo>
                    <a:pt x="3746" y="39"/>
                  </a:lnTo>
                  <a:lnTo>
                    <a:pt x="3708" y="78"/>
                  </a:lnTo>
                  <a:lnTo>
                    <a:pt x="3592" y="116"/>
                  </a:lnTo>
                  <a:lnTo>
                    <a:pt x="3553" y="194"/>
                  </a:lnTo>
                  <a:lnTo>
                    <a:pt x="2820" y="2395"/>
                  </a:lnTo>
                  <a:lnTo>
                    <a:pt x="2434" y="3476"/>
                  </a:lnTo>
                  <a:lnTo>
                    <a:pt x="2009" y="4518"/>
                  </a:lnTo>
                  <a:lnTo>
                    <a:pt x="1545" y="5561"/>
                  </a:lnTo>
                  <a:lnTo>
                    <a:pt x="1043" y="6604"/>
                  </a:lnTo>
                  <a:lnTo>
                    <a:pt x="503" y="7608"/>
                  </a:lnTo>
                  <a:lnTo>
                    <a:pt x="39" y="8650"/>
                  </a:lnTo>
                  <a:lnTo>
                    <a:pt x="1" y="8689"/>
                  </a:lnTo>
                  <a:lnTo>
                    <a:pt x="39" y="8766"/>
                  </a:lnTo>
                  <a:lnTo>
                    <a:pt x="117" y="8805"/>
                  </a:lnTo>
                  <a:lnTo>
                    <a:pt x="117" y="8843"/>
                  </a:lnTo>
                  <a:lnTo>
                    <a:pt x="117" y="8920"/>
                  </a:lnTo>
                  <a:lnTo>
                    <a:pt x="155" y="8998"/>
                  </a:lnTo>
                  <a:lnTo>
                    <a:pt x="310" y="9114"/>
                  </a:lnTo>
                  <a:lnTo>
                    <a:pt x="464" y="8882"/>
                  </a:lnTo>
                  <a:lnTo>
                    <a:pt x="1970" y="8457"/>
                  </a:lnTo>
                  <a:lnTo>
                    <a:pt x="3438" y="7994"/>
                  </a:lnTo>
                  <a:lnTo>
                    <a:pt x="6372" y="7028"/>
                  </a:lnTo>
                  <a:lnTo>
                    <a:pt x="7106" y="8689"/>
                  </a:lnTo>
                  <a:lnTo>
                    <a:pt x="8303" y="11817"/>
                  </a:lnTo>
                  <a:lnTo>
                    <a:pt x="8689" y="11662"/>
                  </a:lnTo>
                  <a:lnTo>
                    <a:pt x="7531" y="8689"/>
                  </a:lnTo>
                  <a:lnTo>
                    <a:pt x="6797" y="6874"/>
                  </a:lnTo>
                  <a:lnTo>
                    <a:pt x="8380" y="6333"/>
                  </a:lnTo>
                  <a:lnTo>
                    <a:pt x="9925" y="5754"/>
                  </a:lnTo>
                  <a:lnTo>
                    <a:pt x="9770" y="5329"/>
                  </a:lnTo>
                  <a:lnTo>
                    <a:pt x="8187" y="5909"/>
                  </a:lnTo>
                  <a:lnTo>
                    <a:pt x="6643" y="6449"/>
                  </a:lnTo>
                  <a:lnTo>
                    <a:pt x="6025" y="4905"/>
                  </a:lnTo>
                  <a:lnTo>
                    <a:pt x="5407" y="3360"/>
                  </a:lnTo>
                  <a:lnTo>
                    <a:pt x="4712" y="1854"/>
                  </a:lnTo>
                  <a:lnTo>
                    <a:pt x="3978" y="348"/>
                  </a:lnTo>
                  <a:lnTo>
                    <a:pt x="4055" y="78"/>
                  </a:lnTo>
                  <a:lnTo>
                    <a:pt x="3862" y="39"/>
                  </a:lnTo>
                  <a:lnTo>
                    <a:pt x="382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"/>
            <p:cNvSpPr/>
            <p:nvPr/>
          </p:nvSpPr>
          <p:spPr>
            <a:xfrm>
              <a:off x="1663975" y="3660175"/>
              <a:ext cx="229775" cy="419975"/>
            </a:xfrm>
            <a:custGeom>
              <a:avLst/>
              <a:gdLst/>
              <a:ahLst/>
              <a:cxnLst/>
              <a:rect l="l" t="t" r="r" b="b"/>
              <a:pathLst>
                <a:path w="9191" h="16799" extrusionOk="0">
                  <a:moveTo>
                    <a:pt x="77" y="1"/>
                  </a:moveTo>
                  <a:lnTo>
                    <a:pt x="0" y="271"/>
                  </a:lnTo>
                  <a:lnTo>
                    <a:pt x="2124" y="1275"/>
                  </a:lnTo>
                  <a:lnTo>
                    <a:pt x="4286" y="2240"/>
                  </a:lnTo>
                  <a:lnTo>
                    <a:pt x="5290" y="2742"/>
                  </a:lnTo>
                  <a:lnTo>
                    <a:pt x="6294" y="3244"/>
                  </a:lnTo>
                  <a:lnTo>
                    <a:pt x="7298" y="3746"/>
                  </a:lnTo>
                  <a:lnTo>
                    <a:pt x="8302" y="4248"/>
                  </a:lnTo>
                  <a:lnTo>
                    <a:pt x="7028" y="4750"/>
                  </a:lnTo>
                  <a:lnTo>
                    <a:pt x="5792" y="5252"/>
                  </a:lnTo>
                  <a:lnTo>
                    <a:pt x="5947" y="5677"/>
                  </a:lnTo>
                  <a:lnTo>
                    <a:pt x="7298" y="5175"/>
                  </a:lnTo>
                  <a:lnTo>
                    <a:pt x="7955" y="4905"/>
                  </a:lnTo>
                  <a:lnTo>
                    <a:pt x="8611" y="4596"/>
                  </a:lnTo>
                  <a:lnTo>
                    <a:pt x="8457" y="5136"/>
                  </a:lnTo>
                  <a:lnTo>
                    <a:pt x="8341" y="5638"/>
                  </a:lnTo>
                  <a:lnTo>
                    <a:pt x="8148" y="6681"/>
                  </a:lnTo>
                  <a:lnTo>
                    <a:pt x="7839" y="8380"/>
                  </a:lnTo>
                  <a:lnTo>
                    <a:pt x="7569" y="10041"/>
                  </a:lnTo>
                  <a:lnTo>
                    <a:pt x="7028" y="13361"/>
                  </a:lnTo>
                  <a:lnTo>
                    <a:pt x="6796" y="15060"/>
                  </a:lnTo>
                  <a:lnTo>
                    <a:pt x="6681" y="15871"/>
                  </a:lnTo>
                  <a:lnTo>
                    <a:pt x="6642" y="16721"/>
                  </a:lnTo>
                  <a:lnTo>
                    <a:pt x="6989" y="16798"/>
                  </a:lnTo>
                  <a:lnTo>
                    <a:pt x="7298" y="15215"/>
                  </a:lnTo>
                  <a:lnTo>
                    <a:pt x="7530" y="13593"/>
                  </a:lnTo>
                  <a:lnTo>
                    <a:pt x="7723" y="12010"/>
                  </a:lnTo>
                  <a:lnTo>
                    <a:pt x="7955" y="10427"/>
                  </a:lnTo>
                  <a:lnTo>
                    <a:pt x="8225" y="8805"/>
                  </a:lnTo>
                  <a:lnTo>
                    <a:pt x="8495" y="7183"/>
                  </a:lnTo>
                  <a:lnTo>
                    <a:pt x="8689" y="6488"/>
                  </a:lnTo>
                  <a:lnTo>
                    <a:pt x="8882" y="5793"/>
                  </a:lnTo>
                  <a:lnTo>
                    <a:pt x="9036" y="5059"/>
                  </a:lnTo>
                  <a:lnTo>
                    <a:pt x="9152" y="4364"/>
                  </a:lnTo>
                  <a:lnTo>
                    <a:pt x="9152" y="4287"/>
                  </a:lnTo>
                  <a:lnTo>
                    <a:pt x="9190" y="4210"/>
                  </a:lnTo>
                  <a:lnTo>
                    <a:pt x="9113" y="4094"/>
                  </a:lnTo>
                  <a:lnTo>
                    <a:pt x="9036" y="4017"/>
                  </a:lnTo>
                  <a:lnTo>
                    <a:pt x="8920" y="4017"/>
                  </a:lnTo>
                  <a:lnTo>
                    <a:pt x="8882" y="4055"/>
                  </a:lnTo>
                  <a:lnTo>
                    <a:pt x="7839" y="3437"/>
                  </a:lnTo>
                  <a:lnTo>
                    <a:pt x="6758" y="2897"/>
                  </a:lnTo>
                  <a:lnTo>
                    <a:pt x="4595" y="1893"/>
                  </a:lnTo>
                  <a:lnTo>
                    <a:pt x="2356" y="927"/>
                  </a:lnTo>
                  <a:lnTo>
                    <a:pt x="1236" y="464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"/>
            <p:cNvSpPr/>
            <p:nvPr/>
          </p:nvSpPr>
          <p:spPr>
            <a:xfrm>
              <a:off x="406075" y="3667900"/>
              <a:ext cx="458600" cy="289650"/>
            </a:xfrm>
            <a:custGeom>
              <a:avLst/>
              <a:gdLst/>
              <a:ahLst/>
              <a:cxnLst/>
              <a:rect l="l" t="t" r="r" b="b"/>
              <a:pathLst>
                <a:path w="18344" h="11586" extrusionOk="0">
                  <a:moveTo>
                    <a:pt x="17069" y="387"/>
                  </a:moveTo>
                  <a:lnTo>
                    <a:pt x="17146" y="425"/>
                  </a:lnTo>
                  <a:lnTo>
                    <a:pt x="17223" y="503"/>
                  </a:lnTo>
                  <a:lnTo>
                    <a:pt x="17300" y="734"/>
                  </a:lnTo>
                  <a:lnTo>
                    <a:pt x="17378" y="927"/>
                  </a:lnTo>
                  <a:lnTo>
                    <a:pt x="17378" y="1120"/>
                  </a:lnTo>
                  <a:lnTo>
                    <a:pt x="17339" y="1314"/>
                  </a:lnTo>
                  <a:lnTo>
                    <a:pt x="17223" y="1545"/>
                  </a:lnTo>
                  <a:lnTo>
                    <a:pt x="16953" y="1893"/>
                  </a:lnTo>
                  <a:lnTo>
                    <a:pt x="16721" y="2124"/>
                  </a:lnTo>
                  <a:lnTo>
                    <a:pt x="16451" y="2356"/>
                  </a:lnTo>
                  <a:lnTo>
                    <a:pt x="16181" y="2549"/>
                  </a:lnTo>
                  <a:lnTo>
                    <a:pt x="15872" y="2665"/>
                  </a:lnTo>
                  <a:lnTo>
                    <a:pt x="15872" y="2086"/>
                  </a:lnTo>
                  <a:lnTo>
                    <a:pt x="15910" y="1777"/>
                  </a:lnTo>
                  <a:lnTo>
                    <a:pt x="15949" y="1468"/>
                  </a:lnTo>
                  <a:lnTo>
                    <a:pt x="16026" y="1198"/>
                  </a:lnTo>
                  <a:lnTo>
                    <a:pt x="16181" y="927"/>
                  </a:lnTo>
                  <a:lnTo>
                    <a:pt x="16335" y="696"/>
                  </a:lnTo>
                  <a:lnTo>
                    <a:pt x="16605" y="503"/>
                  </a:lnTo>
                  <a:lnTo>
                    <a:pt x="16837" y="425"/>
                  </a:lnTo>
                  <a:lnTo>
                    <a:pt x="16992" y="387"/>
                  </a:lnTo>
                  <a:close/>
                  <a:moveTo>
                    <a:pt x="14597" y="2974"/>
                  </a:moveTo>
                  <a:lnTo>
                    <a:pt x="14868" y="3013"/>
                  </a:lnTo>
                  <a:lnTo>
                    <a:pt x="15138" y="3090"/>
                  </a:lnTo>
                  <a:lnTo>
                    <a:pt x="15099" y="3206"/>
                  </a:lnTo>
                  <a:lnTo>
                    <a:pt x="14713" y="3515"/>
                  </a:lnTo>
                  <a:lnTo>
                    <a:pt x="14288" y="3746"/>
                  </a:lnTo>
                  <a:lnTo>
                    <a:pt x="14057" y="3862"/>
                  </a:lnTo>
                  <a:lnTo>
                    <a:pt x="13786" y="3939"/>
                  </a:lnTo>
                  <a:lnTo>
                    <a:pt x="13478" y="4017"/>
                  </a:lnTo>
                  <a:lnTo>
                    <a:pt x="13053" y="4017"/>
                  </a:lnTo>
                  <a:lnTo>
                    <a:pt x="12976" y="3939"/>
                  </a:lnTo>
                  <a:lnTo>
                    <a:pt x="12976" y="3862"/>
                  </a:lnTo>
                  <a:lnTo>
                    <a:pt x="12976" y="3708"/>
                  </a:lnTo>
                  <a:lnTo>
                    <a:pt x="13014" y="3476"/>
                  </a:lnTo>
                  <a:lnTo>
                    <a:pt x="13053" y="3360"/>
                  </a:lnTo>
                  <a:lnTo>
                    <a:pt x="13207" y="3244"/>
                  </a:lnTo>
                  <a:lnTo>
                    <a:pt x="13400" y="3167"/>
                  </a:lnTo>
                  <a:lnTo>
                    <a:pt x="13709" y="3051"/>
                  </a:lnTo>
                  <a:lnTo>
                    <a:pt x="14018" y="3013"/>
                  </a:lnTo>
                  <a:lnTo>
                    <a:pt x="14327" y="2974"/>
                  </a:lnTo>
                  <a:close/>
                  <a:moveTo>
                    <a:pt x="15679" y="3283"/>
                  </a:moveTo>
                  <a:lnTo>
                    <a:pt x="16335" y="3476"/>
                  </a:lnTo>
                  <a:lnTo>
                    <a:pt x="16644" y="3553"/>
                  </a:lnTo>
                  <a:lnTo>
                    <a:pt x="16992" y="3669"/>
                  </a:lnTo>
                  <a:lnTo>
                    <a:pt x="17262" y="3823"/>
                  </a:lnTo>
                  <a:lnTo>
                    <a:pt x="17532" y="4017"/>
                  </a:lnTo>
                  <a:lnTo>
                    <a:pt x="17725" y="4287"/>
                  </a:lnTo>
                  <a:lnTo>
                    <a:pt x="17802" y="4403"/>
                  </a:lnTo>
                  <a:lnTo>
                    <a:pt x="17880" y="4596"/>
                  </a:lnTo>
                  <a:lnTo>
                    <a:pt x="17918" y="4789"/>
                  </a:lnTo>
                  <a:lnTo>
                    <a:pt x="17880" y="4943"/>
                  </a:lnTo>
                  <a:lnTo>
                    <a:pt x="17802" y="5059"/>
                  </a:lnTo>
                  <a:lnTo>
                    <a:pt x="17648" y="5136"/>
                  </a:lnTo>
                  <a:lnTo>
                    <a:pt x="17494" y="5175"/>
                  </a:lnTo>
                  <a:lnTo>
                    <a:pt x="17339" y="5175"/>
                  </a:lnTo>
                  <a:lnTo>
                    <a:pt x="17146" y="5136"/>
                  </a:lnTo>
                  <a:lnTo>
                    <a:pt x="16992" y="5059"/>
                  </a:lnTo>
                  <a:lnTo>
                    <a:pt x="16644" y="4789"/>
                  </a:lnTo>
                  <a:lnTo>
                    <a:pt x="16374" y="4480"/>
                  </a:lnTo>
                  <a:lnTo>
                    <a:pt x="16181" y="4210"/>
                  </a:lnTo>
                  <a:lnTo>
                    <a:pt x="15988" y="3901"/>
                  </a:lnTo>
                  <a:lnTo>
                    <a:pt x="15833" y="3592"/>
                  </a:lnTo>
                  <a:lnTo>
                    <a:pt x="15679" y="3283"/>
                  </a:lnTo>
                  <a:close/>
                  <a:moveTo>
                    <a:pt x="4635" y="541"/>
                  </a:moveTo>
                  <a:lnTo>
                    <a:pt x="5253" y="580"/>
                  </a:lnTo>
                  <a:lnTo>
                    <a:pt x="5832" y="696"/>
                  </a:lnTo>
                  <a:lnTo>
                    <a:pt x="6411" y="850"/>
                  </a:lnTo>
                  <a:lnTo>
                    <a:pt x="6990" y="1120"/>
                  </a:lnTo>
                  <a:lnTo>
                    <a:pt x="7492" y="1429"/>
                  </a:lnTo>
                  <a:lnTo>
                    <a:pt x="7917" y="1738"/>
                  </a:lnTo>
                  <a:lnTo>
                    <a:pt x="8303" y="2086"/>
                  </a:lnTo>
                  <a:lnTo>
                    <a:pt x="8651" y="2472"/>
                  </a:lnTo>
                  <a:lnTo>
                    <a:pt x="8960" y="2858"/>
                  </a:lnTo>
                  <a:lnTo>
                    <a:pt x="9539" y="3669"/>
                  </a:lnTo>
                  <a:lnTo>
                    <a:pt x="10157" y="4480"/>
                  </a:lnTo>
                  <a:lnTo>
                    <a:pt x="10388" y="4827"/>
                  </a:lnTo>
                  <a:lnTo>
                    <a:pt x="10697" y="5136"/>
                  </a:lnTo>
                  <a:lnTo>
                    <a:pt x="11006" y="5445"/>
                  </a:lnTo>
                  <a:lnTo>
                    <a:pt x="11354" y="5677"/>
                  </a:lnTo>
                  <a:lnTo>
                    <a:pt x="11701" y="5870"/>
                  </a:lnTo>
                  <a:lnTo>
                    <a:pt x="12126" y="5986"/>
                  </a:lnTo>
                  <a:lnTo>
                    <a:pt x="12512" y="6025"/>
                  </a:lnTo>
                  <a:lnTo>
                    <a:pt x="12976" y="5986"/>
                  </a:lnTo>
                  <a:lnTo>
                    <a:pt x="13323" y="5870"/>
                  </a:lnTo>
                  <a:lnTo>
                    <a:pt x="13632" y="5754"/>
                  </a:lnTo>
                  <a:lnTo>
                    <a:pt x="13902" y="5600"/>
                  </a:lnTo>
                  <a:lnTo>
                    <a:pt x="14173" y="5407"/>
                  </a:lnTo>
                  <a:lnTo>
                    <a:pt x="14404" y="5214"/>
                  </a:lnTo>
                  <a:lnTo>
                    <a:pt x="14597" y="4982"/>
                  </a:lnTo>
                  <a:lnTo>
                    <a:pt x="14829" y="4712"/>
                  </a:lnTo>
                  <a:lnTo>
                    <a:pt x="14984" y="4441"/>
                  </a:lnTo>
                  <a:lnTo>
                    <a:pt x="14752" y="5252"/>
                  </a:lnTo>
                  <a:lnTo>
                    <a:pt x="14443" y="5986"/>
                  </a:lnTo>
                  <a:lnTo>
                    <a:pt x="14057" y="6720"/>
                  </a:lnTo>
                  <a:lnTo>
                    <a:pt x="13593" y="7415"/>
                  </a:lnTo>
                  <a:lnTo>
                    <a:pt x="13091" y="8071"/>
                  </a:lnTo>
                  <a:lnTo>
                    <a:pt x="12512" y="8650"/>
                  </a:lnTo>
                  <a:lnTo>
                    <a:pt x="11894" y="9191"/>
                  </a:lnTo>
                  <a:lnTo>
                    <a:pt x="11199" y="9693"/>
                  </a:lnTo>
                  <a:lnTo>
                    <a:pt x="10697" y="10002"/>
                  </a:lnTo>
                  <a:lnTo>
                    <a:pt x="10157" y="10272"/>
                  </a:lnTo>
                  <a:lnTo>
                    <a:pt x="9616" y="10465"/>
                  </a:lnTo>
                  <a:lnTo>
                    <a:pt x="9075" y="10658"/>
                  </a:lnTo>
                  <a:lnTo>
                    <a:pt x="8496" y="10774"/>
                  </a:lnTo>
                  <a:lnTo>
                    <a:pt x="7956" y="10890"/>
                  </a:lnTo>
                  <a:lnTo>
                    <a:pt x="7376" y="10929"/>
                  </a:lnTo>
                  <a:lnTo>
                    <a:pt x="6836" y="10929"/>
                  </a:lnTo>
                  <a:lnTo>
                    <a:pt x="6257" y="10890"/>
                  </a:lnTo>
                  <a:lnTo>
                    <a:pt x="5716" y="10774"/>
                  </a:lnTo>
                  <a:lnTo>
                    <a:pt x="5175" y="10620"/>
                  </a:lnTo>
                  <a:lnTo>
                    <a:pt x="4635" y="10465"/>
                  </a:lnTo>
                  <a:lnTo>
                    <a:pt x="4133" y="10195"/>
                  </a:lnTo>
                  <a:lnTo>
                    <a:pt x="3631" y="9925"/>
                  </a:lnTo>
                  <a:lnTo>
                    <a:pt x="3129" y="9577"/>
                  </a:lnTo>
                  <a:lnTo>
                    <a:pt x="2665" y="9191"/>
                  </a:lnTo>
                  <a:lnTo>
                    <a:pt x="2202" y="8766"/>
                  </a:lnTo>
                  <a:lnTo>
                    <a:pt x="1777" y="8303"/>
                  </a:lnTo>
                  <a:lnTo>
                    <a:pt x="1430" y="7801"/>
                  </a:lnTo>
                  <a:lnTo>
                    <a:pt x="1082" y="7260"/>
                  </a:lnTo>
                  <a:lnTo>
                    <a:pt x="812" y="6720"/>
                  </a:lnTo>
                  <a:lnTo>
                    <a:pt x="619" y="6140"/>
                  </a:lnTo>
                  <a:lnTo>
                    <a:pt x="464" y="5523"/>
                  </a:lnTo>
                  <a:lnTo>
                    <a:pt x="426" y="4905"/>
                  </a:lnTo>
                  <a:lnTo>
                    <a:pt x="464" y="4287"/>
                  </a:lnTo>
                  <a:lnTo>
                    <a:pt x="619" y="3708"/>
                  </a:lnTo>
                  <a:lnTo>
                    <a:pt x="812" y="3128"/>
                  </a:lnTo>
                  <a:lnTo>
                    <a:pt x="1121" y="2588"/>
                  </a:lnTo>
                  <a:lnTo>
                    <a:pt x="1468" y="2086"/>
                  </a:lnTo>
                  <a:lnTo>
                    <a:pt x="1893" y="1661"/>
                  </a:lnTo>
                  <a:lnTo>
                    <a:pt x="2356" y="1275"/>
                  </a:lnTo>
                  <a:lnTo>
                    <a:pt x="2897" y="1005"/>
                  </a:lnTo>
                  <a:lnTo>
                    <a:pt x="3476" y="773"/>
                  </a:lnTo>
                  <a:lnTo>
                    <a:pt x="4056" y="618"/>
                  </a:lnTo>
                  <a:lnTo>
                    <a:pt x="4635" y="541"/>
                  </a:lnTo>
                  <a:close/>
                  <a:moveTo>
                    <a:pt x="16876" y="1"/>
                  </a:moveTo>
                  <a:lnTo>
                    <a:pt x="16683" y="39"/>
                  </a:lnTo>
                  <a:lnTo>
                    <a:pt x="16451" y="155"/>
                  </a:lnTo>
                  <a:lnTo>
                    <a:pt x="16258" y="271"/>
                  </a:lnTo>
                  <a:lnTo>
                    <a:pt x="16103" y="425"/>
                  </a:lnTo>
                  <a:lnTo>
                    <a:pt x="15949" y="580"/>
                  </a:lnTo>
                  <a:lnTo>
                    <a:pt x="15833" y="773"/>
                  </a:lnTo>
                  <a:lnTo>
                    <a:pt x="15717" y="1005"/>
                  </a:lnTo>
                  <a:lnTo>
                    <a:pt x="15601" y="1236"/>
                  </a:lnTo>
                  <a:lnTo>
                    <a:pt x="15486" y="1738"/>
                  </a:lnTo>
                  <a:lnTo>
                    <a:pt x="15447" y="2279"/>
                  </a:lnTo>
                  <a:lnTo>
                    <a:pt x="15486" y="2819"/>
                  </a:lnTo>
                  <a:lnTo>
                    <a:pt x="15370" y="2819"/>
                  </a:lnTo>
                  <a:lnTo>
                    <a:pt x="15331" y="2858"/>
                  </a:lnTo>
                  <a:lnTo>
                    <a:pt x="14906" y="2742"/>
                  </a:lnTo>
                  <a:lnTo>
                    <a:pt x="14443" y="2665"/>
                  </a:lnTo>
                  <a:lnTo>
                    <a:pt x="13980" y="2665"/>
                  </a:lnTo>
                  <a:lnTo>
                    <a:pt x="13516" y="2742"/>
                  </a:lnTo>
                  <a:lnTo>
                    <a:pt x="13169" y="2858"/>
                  </a:lnTo>
                  <a:lnTo>
                    <a:pt x="12976" y="2974"/>
                  </a:lnTo>
                  <a:lnTo>
                    <a:pt x="12783" y="3090"/>
                  </a:lnTo>
                  <a:lnTo>
                    <a:pt x="12628" y="3206"/>
                  </a:lnTo>
                  <a:lnTo>
                    <a:pt x="12512" y="3360"/>
                  </a:lnTo>
                  <a:lnTo>
                    <a:pt x="12396" y="3553"/>
                  </a:lnTo>
                  <a:lnTo>
                    <a:pt x="12396" y="3746"/>
                  </a:lnTo>
                  <a:lnTo>
                    <a:pt x="12396" y="3939"/>
                  </a:lnTo>
                  <a:lnTo>
                    <a:pt x="12474" y="4094"/>
                  </a:lnTo>
                  <a:lnTo>
                    <a:pt x="12628" y="4210"/>
                  </a:lnTo>
                  <a:lnTo>
                    <a:pt x="12783" y="4287"/>
                  </a:lnTo>
                  <a:lnTo>
                    <a:pt x="12976" y="4364"/>
                  </a:lnTo>
                  <a:lnTo>
                    <a:pt x="13169" y="4403"/>
                  </a:lnTo>
                  <a:lnTo>
                    <a:pt x="13516" y="4364"/>
                  </a:lnTo>
                  <a:lnTo>
                    <a:pt x="13864" y="4325"/>
                  </a:lnTo>
                  <a:lnTo>
                    <a:pt x="14211" y="4210"/>
                  </a:lnTo>
                  <a:lnTo>
                    <a:pt x="14520" y="4017"/>
                  </a:lnTo>
                  <a:lnTo>
                    <a:pt x="14829" y="3823"/>
                  </a:lnTo>
                  <a:lnTo>
                    <a:pt x="14597" y="4287"/>
                  </a:lnTo>
                  <a:lnTo>
                    <a:pt x="14288" y="4673"/>
                  </a:lnTo>
                  <a:lnTo>
                    <a:pt x="14134" y="4866"/>
                  </a:lnTo>
                  <a:lnTo>
                    <a:pt x="13941" y="5021"/>
                  </a:lnTo>
                  <a:lnTo>
                    <a:pt x="13709" y="5175"/>
                  </a:lnTo>
                  <a:lnTo>
                    <a:pt x="13516" y="5291"/>
                  </a:lnTo>
                  <a:lnTo>
                    <a:pt x="13130" y="5445"/>
                  </a:lnTo>
                  <a:lnTo>
                    <a:pt x="12744" y="5523"/>
                  </a:lnTo>
                  <a:lnTo>
                    <a:pt x="12396" y="5523"/>
                  </a:lnTo>
                  <a:lnTo>
                    <a:pt x="12049" y="5445"/>
                  </a:lnTo>
                  <a:lnTo>
                    <a:pt x="11740" y="5329"/>
                  </a:lnTo>
                  <a:lnTo>
                    <a:pt x="11431" y="5136"/>
                  </a:lnTo>
                  <a:lnTo>
                    <a:pt x="11122" y="4905"/>
                  </a:lnTo>
                  <a:lnTo>
                    <a:pt x="10852" y="4634"/>
                  </a:lnTo>
                  <a:lnTo>
                    <a:pt x="10543" y="4210"/>
                  </a:lnTo>
                  <a:lnTo>
                    <a:pt x="10195" y="3785"/>
                  </a:lnTo>
                  <a:lnTo>
                    <a:pt x="9616" y="2935"/>
                  </a:lnTo>
                  <a:lnTo>
                    <a:pt x="9307" y="2511"/>
                  </a:lnTo>
                  <a:lnTo>
                    <a:pt x="8960" y="2086"/>
                  </a:lnTo>
                  <a:lnTo>
                    <a:pt x="8573" y="1700"/>
                  </a:lnTo>
                  <a:lnTo>
                    <a:pt x="8187" y="1352"/>
                  </a:lnTo>
                  <a:lnTo>
                    <a:pt x="7647" y="966"/>
                  </a:lnTo>
                  <a:lnTo>
                    <a:pt x="7106" y="657"/>
                  </a:lnTo>
                  <a:lnTo>
                    <a:pt x="6527" y="425"/>
                  </a:lnTo>
                  <a:lnTo>
                    <a:pt x="5948" y="271"/>
                  </a:lnTo>
                  <a:lnTo>
                    <a:pt x="5330" y="155"/>
                  </a:lnTo>
                  <a:lnTo>
                    <a:pt x="4751" y="116"/>
                  </a:lnTo>
                  <a:lnTo>
                    <a:pt x="4133" y="155"/>
                  </a:lnTo>
                  <a:lnTo>
                    <a:pt x="3554" y="271"/>
                  </a:lnTo>
                  <a:lnTo>
                    <a:pt x="3283" y="348"/>
                  </a:lnTo>
                  <a:lnTo>
                    <a:pt x="2936" y="464"/>
                  </a:lnTo>
                  <a:lnTo>
                    <a:pt x="2588" y="618"/>
                  </a:lnTo>
                  <a:lnTo>
                    <a:pt x="2279" y="812"/>
                  </a:lnTo>
                  <a:lnTo>
                    <a:pt x="1932" y="1005"/>
                  </a:lnTo>
                  <a:lnTo>
                    <a:pt x="1661" y="1275"/>
                  </a:lnTo>
                  <a:lnTo>
                    <a:pt x="1353" y="1545"/>
                  </a:lnTo>
                  <a:lnTo>
                    <a:pt x="1082" y="1854"/>
                  </a:lnTo>
                  <a:lnTo>
                    <a:pt x="851" y="2163"/>
                  </a:lnTo>
                  <a:lnTo>
                    <a:pt x="542" y="2665"/>
                  </a:lnTo>
                  <a:lnTo>
                    <a:pt x="310" y="3167"/>
                  </a:lnTo>
                  <a:lnTo>
                    <a:pt x="155" y="3669"/>
                  </a:lnTo>
                  <a:lnTo>
                    <a:pt x="78" y="4171"/>
                  </a:lnTo>
                  <a:lnTo>
                    <a:pt x="1" y="4712"/>
                  </a:lnTo>
                  <a:lnTo>
                    <a:pt x="40" y="5214"/>
                  </a:lnTo>
                  <a:lnTo>
                    <a:pt x="78" y="5716"/>
                  </a:lnTo>
                  <a:lnTo>
                    <a:pt x="194" y="6218"/>
                  </a:lnTo>
                  <a:lnTo>
                    <a:pt x="387" y="6720"/>
                  </a:lnTo>
                  <a:lnTo>
                    <a:pt x="580" y="7222"/>
                  </a:lnTo>
                  <a:lnTo>
                    <a:pt x="812" y="7685"/>
                  </a:lnTo>
                  <a:lnTo>
                    <a:pt x="1082" y="8110"/>
                  </a:lnTo>
                  <a:lnTo>
                    <a:pt x="1430" y="8573"/>
                  </a:lnTo>
                  <a:lnTo>
                    <a:pt x="1777" y="8959"/>
                  </a:lnTo>
                  <a:lnTo>
                    <a:pt x="2125" y="9384"/>
                  </a:lnTo>
                  <a:lnTo>
                    <a:pt x="2550" y="9732"/>
                  </a:lnTo>
                  <a:lnTo>
                    <a:pt x="3090" y="10156"/>
                  </a:lnTo>
                  <a:lnTo>
                    <a:pt x="3631" y="10504"/>
                  </a:lnTo>
                  <a:lnTo>
                    <a:pt x="4210" y="10774"/>
                  </a:lnTo>
                  <a:lnTo>
                    <a:pt x="4789" y="11044"/>
                  </a:lnTo>
                  <a:lnTo>
                    <a:pt x="5407" y="11199"/>
                  </a:lnTo>
                  <a:lnTo>
                    <a:pt x="6025" y="11353"/>
                  </a:lnTo>
                  <a:lnTo>
                    <a:pt x="6643" y="11392"/>
                  </a:lnTo>
                  <a:lnTo>
                    <a:pt x="7261" y="11431"/>
                  </a:lnTo>
                  <a:lnTo>
                    <a:pt x="7338" y="11585"/>
                  </a:lnTo>
                  <a:lnTo>
                    <a:pt x="7647" y="11392"/>
                  </a:lnTo>
                  <a:lnTo>
                    <a:pt x="8458" y="11315"/>
                  </a:lnTo>
                  <a:lnTo>
                    <a:pt x="9269" y="11122"/>
                  </a:lnTo>
                  <a:lnTo>
                    <a:pt x="10079" y="10813"/>
                  </a:lnTo>
                  <a:lnTo>
                    <a:pt x="10852" y="10465"/>
                  </a:lnTo>
                  <a:lnTo>
                    <a:pt x="11547" y="10040"/>
                  </a:lnTo>
                  <a:lnTo>
                    <a:pt x="12165" y="9577"/>
                  </a:lnTo>
                  <a:lnTo>
                    <a:pt x="12435" y="9384"/>
                  </a:lnTo>
                  <a:lnTo>
                    <a:pt x="13053" y="8805"/>
                  </a:lnTo>
                  <a:lnTo>
                    <a:pt x="13632" y="8187"/>
                  </a:lnTo>
                  <a:lnTo>
                    <a:pt x="14134" y="7492"/>
                  </a:lnTo>
                  <a:lnTo>
                    <a:pt x="14597" y="6797"/>
                  </a:lnTo>
                  <a:lnTo>
                    <a:pt x="14945" y="6025"/>
                  </a:lnTo>
                  <a:lnTo>
                    <a:pt x="15099" y="5638"/>
                  </a:lnTo>
                  <a:lnTo>
                    <a:pt x="15254" y="5214"/>
                  </a:lnTo>
                  <a:lnTo>
                    <a:pt x="15331" y="4827"/>
                  </a:lnTo>
                  <a:lnTo>
                    <a:pt x="15408" y="4403"/>
                  </a:lnTo>
                  <a:lnTo>
                    <a:pt x="15486" y="4017"/>
                  </a:lnTo>
                  <a:lnTo>
                    <a:pt x="15486" y="3592"/>
                  </a:lnTo>
                  <a:lnTo>
                    <a:pt x="15679" y="4055"/>
                  </a:lnTo>
                  <a:lnTo>
                    <a:pt x="15949" y="4480"/>
                  </a:lnTo>
                  <a:lnTo>
                    <a:pt x="16258" y="4866"/>
                  </a:lnTo>
                  <a:lnTo>
                    <a:pt x="16605" y="5214"/>
                  </a:lnTo>
                  <a:lnTo>
                    <a:pt x="16760" y="5368"/>
                  </a:lnTo>
                  <a:lnTo>
                    <a:pt x="16992" y="5484"/>
                  </a:lnTo>
                  <a:lnTo>
                    <a:pt x="17185" y="5561"/>
                  </a:lnTo>
                  <a:lnTo>
                    <a:pt x="17416" y="5638"/>
                  </a:lnTo>
                  <a:lnTo>
                    <a:pt x="17609" y="5677"/>
                  </a:lnTo>
                  <a:lnTo>
                    <a:pt x="17841" y="5638"/>
                  </a:lnTo>
                  <a:lnTo>
                    <a:pt x="18034" y="5523"/>
                  </a:lnTo>
                  <a:lnTo>
                    <a:pt x="18189" y="5329"/>
                  </a:lnTo>
                  <a:lnTo>
                    <a:pt x="18304" y="5136"/>
                  </a:lnTo>
                  <a:lnTo>
                    <a:pt x="18343" y="4943"/>
                  </a:lnTo>
                  <a:lnTo>
                    <a:pt x="18304" y="4712"/>
                  </a:lnTo>
                  <a:lnTo>
                    <a:pt x="18266" y="4519"/>
                  </a:lnTo>
                  <a:lnTo>
                    <a:pt x="18189" y="4287"/>
                  </a:lnTo>
                  <a:lnTo>
                    <a:pt x="18073" y="4132"/>
                  </a:lnTo>
                  <a:lnTo>
                    <a:pt x="17957" y="3939"/>
                  </a:lnTo>
                  <a:lnTo>
                    <a:pt x="17802" y="3785"/>
                  </a:lnTo>
                  <a:lnTo>
                    <a:pt x="17648" y="3630"/>
                  </a:lnTo>
                  <a:lnTo>
                    <a:pt x="17416" y="3476"/>
                  </a:lnTo>
                  <a:lnTo>
                    <a:pt x="16953" y="3244"/>
                  </a:lnTo>
                  <a:lnTo>
                    <a:pt x="16490" y="3051"/>
                  </a:lnTo>
                  <a:lnTo>
                    <a:pt x="15988" y="2935"/>
                  </a:lnTo>
                  <a:lnTo>
                    <a:pt x="16412" y="2781"/>
                  </a:lnTo>
                  <a:lnTo>
                    <a:pt x="16837" y="2511"/>
                  </a:lnTo>
                  <a:lnTo>
                    <a:pt x="17185" y="2202"/>
                  </a:lnTo>
                  <a:lnTo>
                    <a:pt x="17494" y="1816"/>
                  </a:lnTo>
                  <a:lnTo>
                    <a:pt x="17609" y="1584"/>
                  </a:lnTo>
                  <a:lnTo>
                    <a:pt x="17725" y="1352"/>
                  </a:lnTo>
                  <a:lnTo>
                    <a:pt x="17764" y="1082"/>
                  </a:lnTo>
                  <a:lnTo>
                    <a:pt x="17802" y="850"/>
                  </a:lnTo>
                  <a:lnTo>
                    <a:pt x="17802" y="580"/>
                  </a:lnTo>
                  <a:lnTo>
                    <a:pt x="17725" y="387"/>
                  </a:lnTo>
                  <a:lnTo>
                    <a:pt x="17571" y="194"/>
                  </a:lnTo>
                  <a:lnTo>
                    <a:pt x="17455" y="116"/>
                  </a:lnTo>
                  <a:lnTo>
                    <a:pt x="17339" y="39"/>
                  </a:lnTo>
                  <a:lnTo>
                    <a:pt x="171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"/>
            <p:cNvSpPr/>
            <p:nvPr/>
          </p:nvSpPr>
          <p:spPr>
            <a:xfrm>
              <a:off x="2141825" y="3698800"/>
              <a:ext cx="126500" cy="70500"/>
            </a:xfrm>
            <a:custGeom>
              <a:avLst/>
              <a:gdLst/>
              <a:ahLst/>
              <a:cxnLst/>
              <a:rect l="l" t="t" r="r" b="b"/>
              <a:pathLst>
                <a:path w="5060" h="2820" extrusionOk="0">
                  <a:moveTo>
                    <a:pt x="4905" y="0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3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433"/>
                  </a:lnTo>
                  <a:lnTo>
                    <a:pt x="39" y="2510"/>
                  </a:lnTo>
                  <a:lnTo>
                    <a:pt x="1" y="2587"/>
                  </a:lnTo>
                  <a:lnTo>
                    <a:pt x="39" y="2703"/>
                  </a:lnTo>
                  <a:lnTo>
                    <a:pt x="116" y="2781"/>
                  </a:lnTo>
                  <a:lnTo>
                    <a:pt x="387" y="2819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1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"/>
            <p:cNvSpPr/>
            <p:nvPr/>
          </p:nvSpPr>
          <p:spPr>
            <a:xfrm>
              <a:off x="436975" y="3704575"/>
              <a:ext cx="144825" cy="162225"/>
            </a:xfrm>
            <a:custGeom>
              <a:avLst/>
              <a:gdLst/>
              <a:ahLst/>
              <a:cxnLst/>
              <a:rect l="l" t="t" r="r" b="b"/>
              <a:pathLst>
                <a:path w="5793" h="6489" extrusionOk="0">
                  <a:moveTo>
                    <a:pt x="2240" y="426"/>
                  </a:moveTo>
                  <a:lnTo>
                    <a:pt x="2781" y="464"/>
                  </a:lnTo>
                  <a:lnTo>
                    <a:pt x="3283" y="580"/>
                  </a:lnTo>
                  <a:lnTo>
                    <a:pt x="3746" y="735"/>
                  </a:lnTo>
                  <a:lnTo>
                    <a:pt x="4171" y="1005"/>
                  </a:lnTo>
                  <a:lnTo>
                    <a:pt x="4557" y="1314"/>
                  </a:lnTo>
                  <a:lnTo>
                    <a:pt x="4750" y="1507"/>
                  </a:lnTo>
                  <a:lnTo>
                    <a:pt x="4905" y="1739"/>
                  </a:lnTo>
                  <a:lnTo>
                    <a:pt x="5021" y="1932"/>
                  </a:lnTo>
                  <a:lnTo>
                    <a:pt x="5136" y="2163"/>
                  </a:lnTo>
                  <a:lnTo>
                    <a:pt x="5214" y="2434"/>
                  </a:lnTo>
                  <a:lnTo>
                    <a:pt x="5291" y="2704"/>
                  </a:lnTo>
                  <a:lnTo>
                    <a:pt x="5330" y="3167"/>
                  </a:lnTo>
                  <a:lnTo>
                    <a:pt x="5330" y="3631"/>
                  </a:lnTo>
                  <a:lnTo>
                    <a:pt x="5214" y="4133"/>
                  </a:lnTo>
                  <a:lnTo>
                    <a:pt x="5021" y="4558"/>
                  </a:lnTo>
                  <a:lnTo>
                    <a:pt x="4789" y="4982"/>
                  </a:lnTo>
                  <a:lnTo>
                    <a:pt x="4480" y="5330"/>
                  </a:lnTo>
                  <a:lnTo>
                    <a:pt x="4287" y="5484"/>
                  </a:lnTo>
                  <a:lnTo>
                    <a:pt x="4094" y="5639"/>
                  </a:lnTo>
                  <a:lnTo>
                    <a:pt x="3901" y="5755"/>
                  </a:lnTo>
                  <a:lnTo>
                    <a:pt x="3669" y="5832"/>
                  </a:lnTo>
                  <a:lnTo>
                    <a:pt x="3360" y="5948"/>
                  </a:lnTo>
                  <a:lnTo>
                    <a:pt x="3090" y="5986"/>
                  </a:lnTo>
                  <a:lnTo>
                    <a:pt x="2820" y="6025"/>
                  </a:lnTo>
                  <a:lnTo>
                    <a:pt x="2549" y="5986"/>
                  </a:lnTo>
                  <a:lnTo>
                    <a:pt x="2279" y="5948"/>
                  </a:lnTo>
                  <a:lnTo>
                    <a:pt x="2047" y="5870"/>
                  </a:lnTo>
                  <a:lnTo>
                    <a:pt x="1854" y="5755"/>
                  </a:lnTo>
                  <a:lnTo>
                    <a:pt x="1622" y="5639"/>
                  </a:lnTo>
                  <a:lnTo>
                    <a:pt x="1429" y="5484"/>
                  </a:lnTo>
                  <a:lnTo>
                    <a:pt x="1275" y="5291"/>
                  </a:lnTo>
                  <a:lnTo>
                    <a:pt x="1082" y="5098"/>
                  </a:lnTo>
                  <a:lnTo>
                    <a:pt x="966" y="4905"/>
                  </a:lnTo>
                  <a:lnTo>
                    <a:pt x="696" y="4442"/>
                  </a:lnTo>
                  <a:lnTo>
                    <a:pt x="541" y="3901"/>
                  </a:lnTo>
                  <a:lnTo>
                    <a:pt x="425" y="3399"/>
                  </a:lnTo>
                  <a:lnTo>
                    <a:pt x="425" y="2858"/>
                  </a:lnTo>
                  <a:lnTo>
                    <a:pt x="503" y="2318"/>
                  </a:lnTo>
                  <a:lnTo>
                    <a:pt x="541" y="2048"/>
                  </a:lnTo>
                  <a:lnTo>
                    <a:pt x="657" y="1816"/>
                  </a:lnTo>
                  <a:lnTo>
                    <a:pt x="734" y="1584"/>
                  </a:lnTo>
                  <a:lnTo>
                    <a:pt x="889" y="1352"/>
                  </a:lnTo>
                  <a:lnTo>
                    <a:pt x="1043" y="1159"/>
                  </a:lnTo>
                  <a:lnTo>
                    <a:pt x="1236" y="1005"/>
                  </a:lnTo>
                  <a:lnTo>
                    <a:pt x="1429" y="812"/>
                  </a:lnTo>
                  <a:lnTo>
                    <a:pt x="1661" y="696"/>
                  </a:lnTo>
                  <a:lnTo>
                    <a:pt x="1893" y="580"/>
                  </a:lnTo>
                  <a:lnTo>
                    <a:pt x="2202" y="503"/>
                  </a:lnTo>
                  <a:lnTo>
                    <a:pt x="2240" y="464"/>
                  </a:lnTo>
                  <a:lnTo>
                    <a:pt x="2240" y="426"/>
                  </a:lnTo>
                  <a:close/>
                  <a:moveTo>
                    <a:pt x="2279" y="1"/>
                  </a:moveTo>
                  <a:lnTo>
                    <a:pt x="1970" y="40"/>
                  </a:lnTo>
                  <a:lnTo>
                    <a:pt x="1893" y="78"/>
                  </a:lnTo>
                  <a:lnTo>
                    <a:pt x="1816" y="117"/>
                  </a:lnTo>
                  <a:lnTo>
                    <a:pt x="1816" y="194"/>
                  </a:lnTo>
                  <a:lnTo>
                    <a:pt x="1816" y="271"/>
                  </a:lnTo>
                  <a:lnTo>
                    <a:pt x="1507" y="349"/>
                  </a:lnTo>
                  <a:lnTo>
                    <a:pt x="1275" y="464"/>
                  </a:lnTo>
                  <a:lnTo>
                    <a:pt x="1043" y="619"/>
                  </a:lnTo>
                  <a:lnTo>
                    <a:pt x="812" y="773"/>
                  </a:lnTo>
                  <a:lnTo>
                    <a:pt x="619" y="966"/>
                  </a:lnTo>
                  <a:lnTo>
                    <a:pt x="464" y="1198"/>
                  </a:lnTo>
                  <a:lnTo>
                    <a:pt x="348" y="1430"/>
                  </a:lnTo>
                  <a:lnTo>
                    <a:pt x="232" y="1661"/>
                  </a:lnTo>
                  <a:lnTo>
                    <a:pt x="117" y="1932"/>
                  </a:lnTo>
                  <a:lnTo>
                    <a:pt x="78" y="2202"/>
                  </a:lnTo>
                  <a:lnTo>
                    <a:pt x="1" y="2781"/>
                  </a:lnTo>
                  <a:lnTo>
                    <a:pt x="1" y="3360"/>
                  </a:lnTo>
                  <a:lnTo>
                    <a:pt x="78" y="3901"/>
                  </a:lnTo>
                  <a:lnTo>
                    <a:pt x="271" y="4519"/>
                  </a:lnTo>
                  <a:lnTo>
                    <a:pt x="387" y="4828"/>
                  </a:lnTo>
                  <a:lnTo>
                    <a:pt x="541" y="5098"/>
                  </a:lnTo>
                  <a:lnTo>
                    <a:pt x="696" y="5330"/>
                  </a:lnTo>
                  <a:lnTo>
                    <a:pt x="850" y="5561"/>
                  </a:lnTo>
                  <a:lnTo>
                    <a:pt x="1082" y="5793"/>
                  </a:lnTo>
                  <a:lnTo>
                    <a:pt x="1275" y="5986"/>
                  </a:lnTo>
                  <a:lnTo>
                    <a:pt x="1507" y="6141"/>
                  </a:lnTo>
                  <a:lnTo>
                    <a:pt x="1738" y="6257"/>
                  </a:lnTo>
                  <a:lnTo>
                    <a:pt x="2009" y="6372"/>
                  </a:lnTo>
                  <a:lnTo>
                    <a:pt x="2279" y="6450"/>
                  </a:lnTo>
                  <a:lnTo>
                    <a:pt x="2588" y="6488"/>
                  </a:lnTo>
                  <a:lnTo>
                    <a:pt x="2897" y="6488"/>
                  </a:lnTo>
                  <a:lnTo>
                    <a:pt x="3206" y="6450"/>
                  </a:lnTo>
                  <a:lnTo>
                    <a:pt x="3553" y="6372"/>
                  </a:lnTo>
                  <a:lnTo>
                    <a:pt x="3862" y="6257"/>
                  </a:lnTo>
                  <a:lnTo>
                    <a:pt x="4132" y="6141"/>
                  </a:lnTo>
                  <a:lnTo>
                    <a:pt x="4403" y="5986"/>
                  </a:lnTo>
                  <a:lnTo>
                    <a:pt x="4634" y="5793"/>
                  </a:lnTo>
                  <a:lnTo>
                    <a:pt x="4866" y="5600"/>
                  </a:lnTo>
                  <a:lnTo>
                    <a:pt x="5059" y="5368"/>
                  </a:lnTo>
                  <a:lnTo>
                    <a:pt x="5214" y="5137"/>
                  </a:lnTo>
                  <a:lnTo>
                    <a:pt x="5368" y="4866"/>
                  </a:lnTo>
                  <a:lnTo>
                    <a:pt x="5523" y="4635"/>
                  </a:lnTo>
                  <a:lnTo>
                    <a:pt x="5638" y="4326"/>
                  </a:lnTo>
                  <a:lnTo>
                    <a:pt x="5716" y="4056"/>
                  </a:lnTo>
                  <a:lnTo>
                    <a:pt x="5754" y="3747"/>
                  </a:lnTo>
                  <a:lnTo>
                    <a:pt x="5793" y="3438"/>
                  </a:lnTo>
                  <a:lnTo>
                    <a:pt x="5793" y="3129"/>
                  </a:lnTo>
                  <a:lnTo>
                    <a:pt x="5793" y="2858"/>
                  </a:lnTo>
                  <a:lnTo>
                    <a:pt x="5716" y="2550"/>
                  </a:lnTo>
                  <a:lnTo>
                    <a:pt x="5638" y="2241"/>
                  </a:lnTo>
                  <a:lnTo>
                    <a:pt x="5523" y="1932"/>
                  </a:lnTo>
                  <a:lnTo>
                    <a:pt x="5368" y="1661"/>
                  </a:lnTo>
                  <a:lnTo>
                    <a:pt x="5214" y="1391"/>
                  </a:lnTo>
                  <a:lnTo>
                    <a:pt x="5021" y="1159"/>
                  </a:lnTo>
                  <a:lnTo>
                    <a:pt x="4828" y="928"/>
                  </a:lnTo>
                  <a:lnTo>
                    <a:pt x="4596" y="735"/>
                  </a:lnTo>
                  <a:lnTo>
                    <a:pt x="4326" y="542"/>
                  </a:lnTo>
                  <a:lnTo>
                    <a:pt x="4094" y="387"/>
                  </a:lnTo>
                  <a:lnTo>
                    <a:pt x="3824" y="271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9" name="Google Shape;1679;p7"/>
            <p:cNvSpPr/>
            <p:nvPr/>
          </p:nvSpPr>
          <p:spPr>
            <a:xfrm>
              <a:off x="6171275" y="3733550"/>
              <a:ext cx="103325" cy="132275"/>
            </a:xfrm>
            <a:custGeom>
              <a:avLst/>
              <a:gdLst/>
              <a:ahLst/>
              <a:cxnLst/>
              <a:rect l="l" t="t" r="r" b="b"/>
              <a:pathLst>
                <a:path w="4133" h="5291" extrusionOk="0">
                  <a:moveTo>
                    <a:pt x="2511" y="0"/>
                  </a:moveTo>
                  <a:lnTo>
                    <a:pt x="2279" y="39"/>
                  </a:lnTo>
                  <a:lnTo>
                    <a:pt x="2048" y="39"/>
                  </a:lnTo>
                  <a:lnTo>
                    <a:pt x="1816" y="116"/>
                  </a:lnTo>
                  <a:lnTo>
                    <a:pt x="1430" y="271"/>
                  </a:lnTo>
                  <a:lnTo>
                    <a:pt x="1121" y="464"/>
                  </a:lnTo>
                  <a:lnTo>
                    <a:pt x="850" y="695"/>
                  </a:lnTo>
                  <a:lnTo>
                    <a:pt x="619" y="966"/>
                  </a:lnTo>
                  <a:lnTo>
                    <a:pt x="464" y="1236"/>
                  </a:lnTo>
                  <a:lnTo>
                    <a:pt x="310" y="1584"/>
                  </a:lnTo>
                  <a:lnTo>
                    <a:pt x="194" y="1931"/>
                  </a:lnTo>
                  <a:lnTo>
                    <a:pt x="117" y="2279"/>
                  </a:lnTo>
                  <a:lnTo>
                    <a:pt x="40" y="2665"/>
                  </a:lnTo>
                  <a:lnTo>
                    <a:pt x="1" y="3051"/>
                  </a:lnTo>
                  <a:lnTo>
                    <a:pt x="1" y="3823"/>
                  </a:lnTo>
                  <a:lnTo>
                    <a:pt x="1" y="5291"/>
                  </a:lnTo>
                  <a:lnTo>
                    <a:pt x="426" y="5291"/>
                  </a:lnTo>
                  <a:lnTo>
                    <a:pt x="464" y="4750"/>
                  </a:lnTo>
                  <a:lnTo>
                    <a:pt x="464" y="4209"/>
                  </a:lnTo>
                  <a:lnTo>
                    <a:pt x="464" y="3669"/>
                  </a:lnTo>
                  <a:lnTo>
                    <a:pt x="503" y="3128"/>
                  </a:lnTo>
                  <a:lnTo>
                    <a:pt x="542" y="2588"/>
                  </a:lnTo>
                  <a:lnTo>
                    <a:pt x="696" y="2047"/>
                  </a:lnTo>
                  <a:lnTo>
                    <a:pt x="773" y="1815"/>
                  </a:lnTo>
                  <a:lnTo>
                    <a:pt x="889" y="1584"/>
                  </a:lnTo>
                  <a:lnTo>
                    <a:pt x="1044" y="1352"/>
                  </a:lnTo>
                  <a:lnTo>
                    <a:pt x="1198" y="1159"/>
                  </a:lnTo>
                  <a:lnTo>
                    <a:pt x="1391" y="966"/>
                  </a:lnTo>
                  <a:lnTo>
                    <a:pt x="1623" y="811"/>
                  </a:lnTo>
                  <a:lnTo>
                    <a:pt x="1893" y="657"/>
                  </a:lnTo>
                  <a:lnTo>
                    <a:pt x="2163" y="580"/>
                  </a:lnTo>
                  <a:lnTo>
                    <a:pt x="2434" y="541"/>
                  </a:lnTo>
                  <a:lnTo>
                    <a:pt x="2704" y="580"/>
                  </a:lnTo>
                  <a:lnTo>
                    <a:pt x="2974" y="657"/>
                  </a:lnTo>
                  <a:lnTo>
                    <a:pt x="3206" y="811"/>
                  </a:lnTo>
                  <a:lnTo>
                    <a:pt x="3360" y="966"/>
                  </a:lnTo>
                  <a:lnTo>
                    <a:pt x="3515" y="1197"/>
                  </a:lnTo>
                  <a:lnTo>
                    <a:pt x="3592" y="1429"/>
                  </a:lnTo>
                  <a:lnTo>
                    <a:pt x="3669" y="1661"/>
                  </a:lnTo>
                  <a:lnTo>
                    <a:pt x="4133" y="1584"/>
                  </a:lnTo>
                  <a:lnTo>
                    <a:pt x="4017" y="1197"/>
                  </a:lnTo>
                  <a:lnTo>
                    <a:pt x="3862" y="850"/>
                  </a:lnTo>
                  <a:lnTo>
                    <a:pt x="3631" y="541"/>
                  </a:lnTo>
                  <a:lnTo>
                    <a:pt x="3399" y="309"/>
                  </a:lnTo>
                  <a:lnTo>
                    <a:pt x="3245" y="193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4" y="39"/>
                  </a:lnTo>
                  <a:lnTo>
                    <a:pt x="25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" name="Google Shape;1680;p7"/>
            <p:cNvSpPr/>
            <p:nvPr/>
          </p:nvSpPr>
          <p:spPr>
            <a:xfrm>
              <a:off x="6036125" y="3735475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41"/>
                  </a:lnTo>
                  <a:lnTo>
                    <a:pt x="12319" y="618"/>
                  </a:lnTo>
                  <a:lnTo>
                    <a:pt x="12628" y="850"/>
                  </a:lnTo>
                  <a:lnTo>
                    <a:pt x="12898" y="1120"/>
                  </a:lnTo>
                  <a:lnTo>
                    <a:pt x="13130" y="1468"/>
                  </a:lnTo>
                  <a:lnTo>
                    <a:pt x="13323" y="1854"/>
                  </a:lnTo>
                  <a:lnTo>
                    <a:pt x="13477" y="2240"/>
                  </a:lnTo>
                  <a:lnTo>
                    <a:pt x="13632" y="2665"/>
                  </a:lnTo>
                  <a:lnTo>
                    <a:pt x="13864" y="3437"/>
                  </a:lnTo>
                  <a:lnTo>
                    <a:pt x="13091" y="3013"/>
                  </a:lnTo>
                  <a:lnTo>
                    <a:pt x="12705" y="2742"/>
                  </a:lnTo>
                  <a:lnTo>
                    <a:pt x="12358" y="2472"/>
                  </a:lnTo>
                  <a:lnTo>
                    <a:pt x="12010" y="2124"/>
                  </a:lnTo>
                  <a:lnTo>
                    <a:pt x="11817" y="1893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696"/>
                  </a:lnTo>
                  <a:lnTo>
                    <a:pt x="11778" y="618"/>
                  </a:lnTo>
                  <a:lnTo>
                    <a:pt x="11856" y="541"/>
                  </a:lnTo>
                  <a:lnTo>
                    <a:pt x="11971" y="503"/>
                  </a:lnTo>
                  <a:close/>
                  <a:moveTo>
                    <a:pt x="16296" y="1584"/>
                  </a:moveTo>
                  <a:lnTo>
                    <a:pt x="16412" y="1661"/>
                  </a:lnTo>
                  <a:lnTo>
                    <a:pt x="16489" y="1700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18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35"/>
                  </a:lnTo>
                  <a:lnTo>
                    <a:pt x="15949" y="3167"/>
                  </a:lnTo>
                  <a:lnTo>
                    <a:pt x="15563" y="3360"/>
                  </a:lnTo>
                  <a:lnTo>
                    <a:pt x="15138" y="3515"/>
                  </a:lnTo>
                  <a:lnTo>
                    <a:pt x="14713" y="3630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1" y="3322"/>
                  </a:lnTo>
                  <a:lnTo>
                    <a:pt x="14636" y="2974"/>
                  </a:lnTo>
                  <a:lnTo>
                    <a:pt x="14829" y="2588"/>
                  </a:lnTo>
                  <a:lnTo>
                    <a:pt x="15099" y="2279"/>
                  </a:lnTo>
                  <a:lnTo>
                    <a:pt x="15408" y="1931"/>
                  </a:lnTo>
                  <a:lnTo>
                    <a:pt x="15640" y="1777"/>
                  </a:lnTo>
                  <a:lnTo>
                    <a:pt x="15872" y="1661"/>
                  </a:lnTo>
                  <a:lnTo>
                    <a:pt x="16103" y="1584"/>
                  </a:lnTo>
                  <a:close/>
                  <a:moveTo>
                    <a:pt x="13864" y="4287"/>
                  </a:moveTo>
                  <a:lnTo>
                    <a:pt x="13671" y="4519"/>
                  </a:lnTo>
                  <a:lnTo>
                    <a:pt x="13477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09"/>
                  </a:lnTo>
                  <a:lnTo>
                    <a:pt x="11083" y="5870"/>
                  </a:lnTo>
                  <a:lnTo>
                    <a:pt x="10968" y="5793"/>
                  </a:lnTo>
                  <a:lnTo>
                    <a:pt x="10929" y="5677"/>
                  </a:lnTo>
                  <a:lnTo>
                    <a:pt x="10890" y="5600"/>
                  </a:lnTo>
                  <a:lnTo>
                    <a:pt x="10890" y="5445"/>
                  </a:lnTo>
                  <a:lnTo>
                    <a:pt x="11006" y="5252"/>
                  </a:lnTo>
                  <a:lnTo>
                    <a:pt x="11122" y="5098"/>
                  </a:lnTo>
                  <a:lnTo>
                    <a:pt x="11276" y="4943"/>
                  </a:lnTo>
                  <a:lnTo>
                    <a:pt x="11547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8" y="4441"/>
                  </a:lnTo>
                  <a:lnTo>
                    <a:pt x="13246" y="4403"/>
                  </a:lnTo>
                  <a:lnTo>
                    <a:pt x="13555" y="4325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57"/>
                  </a:lnTo>
                  <a:lnTo>
                    <a:pt x="15408" y="4750"/>
                  </a:lnTo>
                  <a:lnTo>
                    <a:pt x="15717" y="4943"/>
                  </a:lnTo>
                  <a:lnTo>
                    <a:pt x="15910" y="5136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83" y="5986"/>
                  </a:lnTo>
                  <a:lnTo>
                    <a:pt x="16876" y="6333"/>
                  </a:lnTo>
                  <a:lnTo>
                    <a:pt x="16991" y="6642"/>
                  </a:lnTo>
                  <a:lnTo>
                    <a:pt x="16991" y="6797"/>
                  </a:lnTo>
                  <a:lnTo>
                    <a:pt x="16991" y="6951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528" y="7337"/>
                  </a:lnTo>
                  <a:lnTo>
                    <a:pt x="16374" y="7299"/>
                  </a:lnTo>
                  <a:lnTo>
                    <a:pt x="16142" y="7183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408" y="6565"/>
                  </a:lnTo>
                  <a:lnTo>
                    <a:pt x="15061" y="6140"/>
                  </a:lnTo>
                  <a:lnTo>
                    <a:pt x="14829" y="5677"/>
                  </a:lnTo>
                  <a:lnTo>
                    <a:pt x="14636" y="5214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70" y="116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45" y="580"/>
                  </a:lnTo>
                  <a:lnTo>
                    <a:pt x="10968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29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1" y="2704"/>
                  </a:lnTo>
                  <a:lnTo>
                    <a:pt x="12396" y="3090"/>
                  </a:lnTo>
                  <a:lnTo>
                    <a:pt x="12898" y="3399"/>
                  </a:lnTo>
                  <a:lnTo>
                    <a:pt x="12049" y="3283"/>
                  </a:lnTo>
                  <a:lnTo>
                    <a:pt x="11199" y="3244"/>
                  </a:lnTo>
                  <a:lnTo>
                    <a:pt x="10427" y="3322"/>
                  </a:lnTo>
                  <a:lnTo>
                    <a:pt x="9616" y="3476"/>
                  </a:lnTo>
                  <a:lnTo>
                    <a:pt x="9616" y="3476"/>
                  </a:lnTo>
                  <a:lnTo>
                    <a:pt x="9655" y="2974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584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51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48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14"/>
                  </a:lnTo>
                  <a:lnTo>
                    <a:pt x="5407" y="5523"/>
                  </a:lnTo>
                  <a:lnTo>
                    <a:pt x="4596" y="6179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18"/>
                  </a:lnTo>
                  <a:lnTo>
                    <a:pt x="541" y="10967"/>
                  </a:lnTo>
                  <a:lnTo>
                    <a:pt x="1" y="11778"/>
                  </a:lnTo>
                  <a:lnTo>
                    <a:pt x="348" y="12048"/>
                  </a:lnTo>
                  <a:lnTo>
                    <a:pt x="1545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40"/>
                  </a:lnTo>
                  <a:lnTo>
                    <a:pt x="6256" y="5561"/>
                  </a:lnTo>
                  <a:lnTo>
                    <a:pt x="7106" y="5059"/>
                  </a:lnTo>
                  <a:lnTo>
                    <a:pt x="8033" y="4596"/>
                  </a:lnTo>
                  <a:lnTo>
                    <a:pt x="8458" y="4403"/>
                  </a:lnTo>
                  <a:lnTo>
                    <a:pt x="8960" y="4248"/>
                  </a:lnTo>
                  <a:lnTo>
                    <a:pt x="9423" y="4094"/>
                  </a:lnTo>
                  <a:lnTo>
                    <a:pt x="9886" y="3978"/>
                  </a:lnTo>
                  <a:lnTo>
                    <a:pt x="10388" y="3901"/>
                  </a:lnTo>
                  <a:lnTo>
                    <a:pt x="10852" y="3824"/>
                  </a:lnTo>
                  <a:lnTo>
                    <a:pt x="12358" y="3824"/>
                  </a:lnTo>
                  <a:lnTo>
                    <a:pt x="12860" y="3901"/>
                  </a:lnTo>
                  <a:lnTo>
                    <a:pt x="12358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19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6" y="5252"/>
                  </a:lnTo>
                  <a:lnTo>
                    <a:pt x="10388" y="5484"/>
                  </a:lnTo>
                  <a:lnTo>
                    <a:pt x="10388" y="5716"/>
                  </a:lnTo>
                  <a:lnTo>
                    <a:pt x="10466" y="5947"/>
                  </a:lnTo>
                  <a:lnTo>
                    <a:pt x="10581" y="6140"/>
                  </a:lnTo>
                  <a:lnTo>
                    <a:pt x="10659" y="6256"/>
                  </a:lnTo>
                  <a:lnTo>
                    <a:pt x="10774" y="6333"/>
                  </a:lnTo>
                  <a:lnTo>
                    <a:pt x="11006" y="6411"/>
                  </a:lnTo>
                  <a:lnTo>
                    <a:pt x="11276" y="6449"/>
                  </a:lnTo>
                  <a:lnTo>
                    <a:pt x="11585" y="6411"/>
                  </a:lnTo>
                  <a:lnTo>
                    <a:pt x="11894" y="6333"/>
                  </a:lnTo>
                  <a:lnTo>
                    <a:pt x="12165" y="6256"/>
                  </a:lnTo>
                  <a:lnTo>
                    <a:pt x="12628" y="6025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677"/>
                  </a:lnTo>
                  <a:lnTo>
                    <a:pt x="14057" y="4866"/>
                  </a:lnTo>
                  <a:lnTo>
                    <a:pt x="14211" y="5368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3" y="6835"/>
                  </a:lnTo>
                  <a:lnTo>
                    <a:pt x="15177" y="7067"/>
                  </a:lnTo>
                  <a:lnTo>
                    <a:pt x="15408" y="7260"/>
                  </a:lnTo>
                  <a:lnTo>
                    <a:pt x="15679" y="7492"/>
                  </a:lnTo>
                  <a:lnTo>
                    <a:pt x="15987" y="7646"/>
                  </a:lnTo>
                  <a:lnTo>
                    <a:pt x="16296" y="7801"/>
                  </a:lnTo>
                  <a:lnTo>
                    <a:pt x="16605" y="7839"/>
                  </a:lnTo>
                  <a:lnTo>
                    <a:pt x="16876" y="7839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08"/>
                  </a:lnTo>
                  <a:lnTo>
                    <a:pt x="17378" y="7492"/>
                  </a:lnTo>
                  <a:lnTo>
                    <a:pt x="17455" y="7376"/>
                  </a:lnTo>
                  <a:lnTo>
                    <a:pt x="17455" y="7222"/>
                  </a:lnTo>
                  <a:lnTo>
                    <a:pt x="17493" y="6913"/>
                  </a:lnTo>
                  <a:lnTo>
                    <a:pt x="17416" y="6604"/>
                  </a:lnTo>
                  <a:lnTo>
                    <a:pt x="17339" y="6256"/>
                  </a:lnTo>
                  <a:lnTo>
                    <a:pt x="17185" y="5947"/>
                  </a:lnTo>
                  <a:lnTo>
                    <a:pt x="17030" y="5677"/>
                  </a:lnTo>
                  <a:lnTo>
                    <a:pt x="16914" y="5484"/>
                  </a:lnTo>
                  <a:lnTo>
                    <a:pt x="16721" y="5214"/>
                  </a:lnTo>
                  <a:lnTo>
                    <a:pt x="16489" y="4982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08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26"/>
                  </a:lnTo>
                  <a:lnTo>
                    <a:pt x="17107" y="2395"/>
                  </a:lnTo>
                  <a:lnTo>
                    <a:pt x="17146" y="2163"/>
                  </a:lnTo>
                  <a:lnTo>
                    <a:pt x="17146" y="1931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20"/>
                  </a:lnTo>
                  <a:lnTo>
                    <a:pt x="15910" y="1159"/>
                  </a:lnTo>
                  <a:lnTo>
                    <a:pt x="15679" y="1236"/>
                  </a:lnTo>
                  <a:lnTo>
                    <a:pt x="15485" y="1314"/>
                  </a:lnTo>
                  <a:lnTo>
                    <a:pt x="15292" y="1429"/>
                  </a:lnTo>
                  <a:lnTo>
                    <a:pt x="14906" y="1777"/>
                  </a:lnTo>
                  <a:lnTo>
                    <a:pt x="14597" y="2124"/>
                  </a:lnTo>
                  <a:lnTo>
                    <a:pt x="14327" y="2549"/>
                  </a:lnTo>
                  <a:lnTo>
                    <a:pt x="14095" y="3013"/>
                  </a:lnTo>
                  <a:lnTo>
                    <a:pt x="13979" y="2433"/>
                  </a:lnTo>
                  <a:lnTo>
                    <a:pt x="13748" y="1854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25"/>
                  </a:lnTo>
                  <a:lnTo>
                    <a:pt x="12589" y="271"/>
                  </a:lnTo>
                  <a:lnTo>
                    <a:pt x="12358" y="116"/>
                  </a:lnTo>
                  <a:lnTo>
                    <a:pt x="121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" name="Google Shape;1681;p7"/>
            <p:cNvSpPr/>
            <p:nvPr/>
          </p:nvSpPr>
          <p:spPr>
            <a:xfrm>
              <a:off x="2084875" y="3742225"/>
              <a:ext cx="66625" cy="99475"/>
            </a:xfrm>
            <a:custGeom>
              <a:avLst/>
              <a:gdLst/>
              <a:ahLst/>
              <a:cxnLst/>
              <a:rect l="l" t="t" r="r" b="b"/>
              <a:pathLst>
                <a:path w="2665" h="3979" extrusionOk="0">
                  <a:moveTo>
                    <a:pt x="850" y="1"/>
                  </a:moveTo>
                  <a:lnTo>
                    <a:pt x="502" y="155"/>
                  </a:lnTo>
                  <a:lnTo>
                    <a:pt x="618" y="233"/>
                  </a:lnTo>
                  <a:lnTo>
                    <a:pt x="464" y="619"/>
                  </a:lnTo>
                  <a:lnTo>
                    <a:pt x="271" y="1082"/>
                  </a:lnTo>
                  <a:lnTo>
                    <a:pt x="116" y="1623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74"/>
                  </a:lnTo>
                  <a:lnTo>
                    <a:pt x="77" y="3206"/>
                  </a:lnTo>
                  <a:lnTo>
                    <a:pt x="155" y="3399"/>
                  </a:lnTo>
                  <a:lnTo>
                    <a:pt x="309" y="3592"/>
                  </a:lnTo>
                  <a:lnTo>
                    <a:pt x="464" y="3747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78"/>
                  </a:lnTo>
                  <a:lnTo>
                    <a:pt x="1313" y="3940"/>
                  </a:lnTo>
                  <a:lnTo>
                    <a:pt x="1506" y="3824"/>
                  </a:lnTo>
                  <a:lnTo>
                    <a:pt x="1661" y="3708"/>
                  </a:lnTo>
                  <a:lnTo>
                    <a:pt x="1815" y="3515"/>
                  </a:lnTo>
                  <a:lnTo>
                    <a:pt x="1970" y="3322"/>
                  </a:lnTo>
                  <a:lnTo>
                    <a:pt x="2085" y="3090"/>
                  </a:lnTo>
                  <a:lnTo>
                    <a:pt x="2317" y="2550"/>
                  </a:lnTo>
                  <a:lnTo>
                    <a:pt x="2510" y="2009"/>
                  </a:lnTo>
                  <a:lnTo>
                    <a:pt x="2626" y="1507"/>
                  </a:lnTo>
                  <a:lnTo>
                    <a:pt x="2665" y="1082"/>
                  </a:lnTo>
                  <a:lnTo>
                    <a:pt x="2394" y="1044"/>
                  </a:lnTo>
                  <a:lnTo>
                    <a:pt x="2008" y="2048"/>
                  </a:lnTo>
                  <a:lnTo>
                    <a:pt x="1738" y="2704"/>
                  </a:lnTo>
                  <a:lnTo>
                    <a:pt x="1545" y="3052"/>
                  </a:lnTo>
                  <a:lnTo>
                    <a:pt x="1468" y="3206"/>
                  </a:lnTo>
                  <a:lnTo>
                    <a:pt x="1313" y="3322"/>
                  </a:lnTo>
                  <a:lnTo>
                    <a:pt x="1159" y="3322"/>
                  </a:lnTo>
                  <a:lnTo>
                    <a:pt x="966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936"/>
                  </a:lnTo>
                  <a:lnTo>
                    <a:pt x="541" y="2704"/>
                  </a:lnTo>
                  <a:lnTo>
                    <a:pt x="541" y="2395"/>
                  </a:lnTo>
                  <a:lnTo>
                    <a:pt x="579" y="2086"/>
                  </a:lnTo>
                  <a:lnTo>
                    <a:pt x="618" y="1623"/>
                  </a:lnTo>
                  <a:lnTo>
                    <a:pt x="734" y="1198"/>
                  </a:lnTo>
                  <a:lnTo>
                    <a:pt x="888" y="773"/>
                  </a:lnTo>
                  <a:lnTo>
                    <a:pt x="1043" y="348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6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" name="Google Shape;1682;p7"/>
            <p:cNvSpPr/>
            <p:nvPr/>
          </p:nvSpPr>
          <p:spPr>
            <a:xfrm>
              <a:off x="3315725" y="3754775"/>
              <a:ext cx="374575" cy="387150"/>
            </a:xfrm>
            <a:custGeom>
              <a:avLst/>
              <a:gdLst/>
              <a:ahLst/>
              <a:cxnLst/>
              <a:rect l="l" t="t" r="r" b="b"/>
              <a:pathLst>
                <a:path w="14983" h="15486" extrusionOk="0">
                  <a:moveTo>
                    <a:pt x="7453" y="503"/>
                  </a:moveTo>
                  <a:lnTo>
                    <a:pt x="8032" y="542"/>
                  </a:lnTo>
                  <a:lnTo>
                    <a:pt x="8611" y="580"/>
                  </a:lnTo>
                  <a:lnTo>
                    <a:pt x="9152" y="696"/>
                  </a:lnTo>
                  <a:lnTo>
                    <a:pt x="9693" y="850"/>
                  </a:lnTo>
                  <a:lnTo>
                    <a:pt x="10195" y="1044"/>
                  </a:lnTo>
                  <a:lnTo>
                    <a:pt x="10697" y="1275"/>
                  </a:lnTo>
                  <a:lnTo>
                    <a:pt x="11160" y="1546"/>
                  </a:lnTo>
                  <a:lnTo>
                    <a:pt x="11623" y="1816"/>
                  </a:lnTo>
                  <a:lnTo>
                    <a:pt x="10812" y="2202"/>
                  </a:lnTo>
                  <a:lnTo>
                    <a:pt x="10040" y="2627"/>
                  </a:lnTo>
                  <a:lnTo>
                    <a:pt x="9306" y="3090"/>
                  </a:lnTo>
                  <a:lnTo>
                    <a:pt x="8611" y="3631"/>
                  </a:lnTo>
                  <a:lnTo>
                    <a:pt x="7955" y="4171"/>
                  </a:lnTo>
                  <a:lnTo>
                    <a:pt x="7298" y="4789"/>
                  </a:lnTo>
                  <a:lnTo>
                    <a:pt x="6719" y="5446"/>
                  </a:lnTo>
                  <a:lnTo>
                    <a:pt x="6140" y="6141"/>
                  </a:lnTo>
                  <a:lnTo>
                    <a:pt x="5638" y="6874"/>
                  </a:lnTo>
                  <a:lnTo>
                    <a:pt x="5213" y="7647"/>
                  </a:lnTo>
                  <a:lnTo>
                    <a:pt x="4788" y="8419"/>
                  </a:lnTo>
                  <a:lnTo>
                    <a:pt x="4480" y="9230"/>
                  </a:lnTo>
                  <a:lnTo>
                    <a:pt x="4171" y="10041"/>
                  </a:lnTo>
                  <a:lnTo>
                    <a:pt x="3978" y="10890"/>
                  </a:lnTo>
                  <a:lnTo>
                    <a:pt x="3823" y="11778"/>
                  </a:lnTo>
                  <a:lnTo>
                    <a:pt x="3746" y="12667"/>
                  </a:lnTo>
                  <a:lnTo>
                    <a:pt x="3553" y="12667"/>
                  </a:lnTo>
                  <a:lnTo>
                    <a:pt x="3282" y="11856"/>
                  </a:lnTo>
                  <a:lnTo>
                    <a:pt x="3051" y="11045"/>
                  </a:lnTo>
                  <a:lnTo>
                    <a:pt x="2858" y="10195"/>
                  </a:lnTo>
                  <a:lnTo>
                    <a:pt x="2703" y="9346"/>
                  </a:lnTo>
                  <a:lnTo>
                    <a:pt x="2587" y="8535"/>
                  </a:lnTo>
                  <a:lnTo>
                    <a:pt x="2549" y="7685"/>
                  </a:lnTo>
                  <a:lnTo>
                    <a:pt x="2587" y="6797"/>
                  </a:lnTo>
                  <a:lnTo>
                    <a:pt x="2703" y="5948"/>
                  </a:lnTo>
                  <a:lnTo>
                    <a:pt x="2858" y="5214"/>
                  </a:lnTo>
                  <a:lnTo>
                    <a:pt x="3051" y="4519"/>
                  </a:lnTo>
                  <a:lnTo>
                    <a:pt x="3321" y="3824"/>
                  </a:lnTo>
                  <a:lnTo>
                    <a:pt x="3669" y="3206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30"/>
                  </a:lnTo>
                  <a:lnTo>
                    <a:pt x="5406" y="889"/>
                  </a:lnTo>
                  <a:lnTo>
                    <a:pt x="5908" y="735"/>
                  </a:lnTo>
                  <a:lnTo>
                    <a:pt x="6410" y="619"/>
                  </a:lnTo>
                  <a:lnTo>
                    <a:pt x="6951" y="542"/>
                  </a:lnTo>
                  <a:lnTo>
                    <a:pt x="7453" y="503"/>
                  </a:lnTo>
                  <a:close/>
                  <a:moveTo>
                    <a:pt x="11932" y="2086"/>
                  </a:moveTo>
                  <a:lnTo>
                    <a:pt x="12357" y="2434"/>
                  </a:lnTo>
                  <a:lnTo>
                    <a:pt x="12704" y="2820"/>
                  </a:lnTo>
                  <a:lnTo>
                    <a:pt x="13013" y="3206"/>
                  </a:lnTo>
                  <a:lnTo>
                    <a:pt x="13322" y="3669"/>
                  </a:lnTo>
                  <a:lnTo>
                    <a:pt x="13593" y="4094"/>
                  </a:lnTo>
                  <a:lnTo>
                    <a:pt x="13863" y="4596"/>
                  </a:lnTo>
                  <a:lnTo>
                    <a:pt x="14056" y="5098"/>
                  </a:lnTo>
                  <a:lnTo>
                    <a:pt x="14210" y="5600"/>
                  </a:lnTo>
                  <a:lnTo>
                    <a:pt x="14326" y="6102"/>
                  </a:lnTo>
                  <a:lnTo>
                    <a:pt x="14442" y="6643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64" y="6952"/>
                  </a:lnTo>
                  <a:lnTo>
                    <a:pt x="11392" y="7145"/>
                  </a:lnTo>
                  <a:lnTo>
                    <a:pt x="10658" y="7415"/>
                  </a:lnTo>
                  <a:lnTo>
                    <a:pt x="9924" y="7724"/>
                  </a:lnTo>
                  <a:lnTo>
                    <a:pt x="9229" y="8033"/>
                  </a:lnTo>
                  <a:lnTo>
                    <a:pt x="8534" y="8419"/>
                  </a:lnTo>
                  <a:lnTo>
                    <a:pt x="7878" y="8844"/>
                  </a:lnTo>
                  <a:lnTo>
                    <a:pt x="7260" y="9307"/>
                  </a:lnTo>
                  <a:lnTo>
                    <a:pt x="6642" y="9809"/>
                  </a:lnTo>
                  <a:lnTo>
                    <a:pt x="6101" y="10350"/>
                  </a:lnTo>
                  <a:lnTo>
                    <a:pt x="5561" y="10890"/>
                  </a:lnTo>
                  <a:lnTo>
                    <a:pt x="5097" y="11508"/>
                  </a:lnTo>
                  <a:lnTo>
                    <a:pt x="4634" y="12126"/>
                  </a:lnTo>
                  <a:lnTo>
                    <a:pt x="4248" y="12821"/>
                  </a:lnTo>
                  <a:lnTo>
                    <a:pt x="4132" y="12744"/>
                  </a:lnTo>
                  <a:lnTo>
                    <a:pt x="3978" y="12667"/>
                  </a:lnTo>
                  <a:lnTo>
                    <a:pt x="4093" y="11817"/>
                  </a:lnTo>
                  <a:lnTo>
                    <a:pt x="4325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3" y="8496"/>
                  </a:lnTo>
                  <a:lnTo>
                    <a:pt x="5599" y="7724"/>
                  </a:lnTo>
                  <a:lnTo>
                    <a:pt x="6024" y="6990"/>
                  </a:lnTo>
                  <a:lnTo>
                    <a:pt x="6526" y="6295"/>
                  </a:lnTo>
                  <a:lnTo>
                    <a:pt x="7067" y="5600"/>
                  </a:lnTo>
                  <a:lnTo>
                    <a:pt x="7607" y="4982"/>
                  </a:lnTo>
                  <a:lnTo>
                    <a:pt x="8225" y="4403"/>
                  </a:lnTo>
                  <a:lnTo>
                    <a:pt x="8920" y="3824"/>
                  </a:lnTo>
                  <a:lnTo>
                    <a:pt x="9615" y="3322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32" y="2086"/>
                  </a:lnTo>
                  <a:close/>
                  <a:moveTo>
                    <a:pt x="14481" y="6990"/>
                  </a:moveTo>
                  <a:lnTo>
                    <a:pt x="14481" y="7840"/>
                  </a:lnTo>
                  <a:lnTo>
                    <a:pt x="14442" y="8689"/>
                  </a:lnTo>
                  <a:lnTo>
                    <a:pt x="14288" y="9539"/>
                  </a:lnTo>
                  <a:lnTo>
                    <a:pt x="14172" y="9964"/>
                  </a:lnTo>
                  <a:lnTo>
                    <a:pt x="14056" y="10350"/>
                  </a:lnTo>
                  <a:lnTo>
                    <a:pt x="13902" y="10774"/>
                  </a:lnTo>
                  <a:lnTo>
                    <a:pt x="13708" y="11161"/>
                  </a:lnTo>
                  <a:lnTo>
                    <a:pt x="13515" y="11547"/>
                  </a:lnTo>
                  <a:lnTo>
                    <a:pt x="13284" y="11894"/>
                  </a:lnTo>
                  <a:lnTo>
                    <a:pt x="13052" y="12242"/>
                  </a:lnTo>
                  <a:lnTo>
                    <a:pt x="12782" y="12589"/>
                  </a:lnTo>
                  <a:lnTo>
                    <a:pt x="12511" y="12898"/>
                  </a:lnTo>
                  <a:lnTo>
                    <a:pt x="12202" y="13207"/>
                  </a:lnTo>
                  <a:lnTo>
                    <a:pt x="11971" y="13053"/>
                  </a:lnTo>
                  <a:lnTo>
                    <a:pt x="11701" y="12937"/>
                  </a:lnTo>
                  <a:lnTo>
                    <a:pt x="11121" y="12782"/>
                  </a:lnTo>
                  <a:lnTo>
                    <a:pt x="10542" y="12628"/>
                  </a:lnTo>
                  <a:lnTo>
                    <a:pt x="10001" y="12551"/>
                  </a:lnTo>
                  <a:lnTo>
                    <a:pt x="9422" y="12512"/>
                  </a:lnTo>
                  <a:lnTo>
                    <a:pt x="8843" y="12474"/>
                  </a:lnTo>
                  <a:lnTo>
                    <a:pt x="8302" y="12474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681" y="12667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62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40"/>
                  </a:lnTo>
                  <a:lnTo>
                    <a:pt x="5870" y="11161"/>
                  </a:lnTo>
                  <a:lnTo>
                    <a:pt x="6410" y="10620"/>
                  </a:lnTo>
                  <a:lnTo>
                    <a:pt x="6989" y="10118"/>
                  </a:lnTo>
                  <a:lnTo>
                    <a:pt x="7530" y="9655"/>
                  </a:lnTo>
                  <a:lnTo>
                    <a:pt x="8148" y="9230"/>
                  </a:lnTo>
                  <a:lnTo>
                    <a:pt x="8766" y="8805"/>
                  </a:lnTo>
                  <a:lnTo>
                    <a:pt x="9422" y="8458"/>
                  </a:lnTo>
                  <a:lnTo>
                    <a:pt x="10079" y="8110"/>
                  </a:lnTo>
                  <a:lnTo>
                    <a:pt x="10735" y="7840"/>
                  </a:lnTo>
                  <a:lnTo>
                    <a:pt x="11469" y="7569"/>
                  </a:lnTo>
                  <a:lnTo>
                    <a:pt x="12164" y="7376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7"/>
                  </a:moveTo>
                  <a:lnTo>
                    <a:pt x="4055" y="1854"/>
                  </a:lnTo>
                  <a:lnTo>
                    <a:pt x="3630" y="2472"/>
                  </a:lnTo>
                  <a:lnTo>
                    <a:pt x="3244" y="3129"/>
                  </a:lnTo>
                  <a:lnTo>
                    <a:pt x="2935" y="3824"/>
                  </a:lnTo>
                  <a:lnTo>
                    <a:pt x="2665" y="4519"/>
                  </a:lnTo>
                  <a:lnTo>
                    <a:pt x="2472" y="5291"/>
                  </a:lnTo>
                  <a:lnTo>
                    <a:pt x="2317" y="6025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2"/>
                  </a:lnTo>
                  <a:lnTo>
                    <a:pt x="2278" y="9114"/>
                  </a:lnTo>
                  <a:lnTo>
                    <a:pt x="2394" y="9886"/>
                  </a:lnTo>
                  <a:lnTo>
                    <a:pt x="2549" y="10620"/>
                  </a:lnTo>
                  <a:lnTo>
                    <a:pt x="2742" y="11354"/>
                  </a:lnTo>
                  <a:lnTo>
                    <a:pt x="3012" y="12087"/>
                  </a:lnTo>
                  <a:lnTo>
                    <a:pt x="3321" y="12744"/>
                  </a:lnTo>
                  <a:lnTo>
                    <a:pt x="3128" y="12898"/>
                  </a:lnTo>
                  <a:lnTo>
                    <a:pt x="2935" y="13053"/>
                  </a:lnTo>
                  <a:lnTo>
                    <a:pt x="2819" y="13246"/>
                  </a:lnTo>
                  <a:lnTo>
                    <a:pt x="2742" y="13439"/>
                  </a:lnTo>
                  <a:lnTo>
                    <a:pt x="2394" y="13014"/>
                  </a:lnTo>
                  <a:lnTo>
                    <a:pt x="2085" y="12551"/>
                  </a:lnTo>
                  <a:lnTo>
                    <a:pt x="1776" y="12087"/>
                  </a:lnTo>
                  <a:lnTo>
                    <a:pt x="1506" y="11624"/>
                  </a:lnTo>
                  <a:lnTo>
                    <a:pt x="1274" y="11122"/>
                  </a:lnTo>
                  <a:lnTo>
                    <a:pt x="1081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114"/>
                  </a:lnTo>
                  <a:lnTo>
                    <a:pt x="541" y="8573"/>
                  </a:lnTo>
                  <a:lnTo>
                    <a:pt x="502" y="8033"/>
                  </a:lnTo>
                  <a:lnTo>
                    <a:pt x="502" y="7492"/>
                  </a:lnTo>
                  <a:lnTo>
                    <a:pt x="541" y="6952"/>
                  </a:lnTo>
                  <a:lnTo>
                    <a:pt x="618" y="6411"/>
                  </a:lnTo>
                  <a:lnTo>
                    <a:pt x="772" y="5870"/>
                  </a:lnTo>
                  <a:lnTo>
                    <a:pt x="927" y="5330"/>
                  </a:lnTo>
                  <a:lnTo>
                    <a:pt x="1197" y="4673"/>
                  </a:lnTo>
                  <a:lnTo>
                    <a:pt x="1545" y="4055"/>
                  </a:lnTo>
                  <a:lnTo>
                    <a:pt x="1931" y="3476"/>
                  </a:lnTo>
                  <a:lnTo>
                    <a:pt x="2356" y="2936"/>
                  </a:lnTo>
                  <a:lnTo>
                    <a:pt x="2819" y="2434"/>
                  </a:lnTo>
                  <a:lnTo>
                    <a:pt x="3360" y="2009"/>
                  </a:lnTo>
                  <a:lnTo>
                    <a:pt x="3939" y="1584"/>
                  </a:lnTo>
                  <a:lnTo>
                    <a:pt x="4518" y="1237"/>
                  </a:lnTo>
                  <a:close/>
                  <a:moveTo>
                    <a:pt x="3862" y="12976"/>
                  </a:moveTo>
                  <a:lnTo>
                    <a:pt x="4016" y="13053"/>
                  </a:lnTo>
                  <a:lnTo>
                    <a:pt x="4171" y="13169"/>
                  </a:lnTo>
                  <a:lnTo>
                    <a:pt x="4286" y="13284"/>
                  </a:lnTo>
                  <a:lnTo>
                    <a:pt x="4325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286" y="13941"/>
                  </a:lnTo>
                  <a:lnTo>
                    <a:pt x="4209" y="14095"/>
                  </a:lnTo>
                  <a:lnTo>
                    <a:pt x="3784" y="13825"/>
                  </a:lnTo>
                  <a:lnTo>
                    <a:pt x="3360" y="13477"/>
                  </a:lnTo>
                  <a:lnTo>
                    <a:pt x="3244" y="13439"/>
                  </a:lnTo>
                  <a:lnTo>
                    <a:pt x="3167" y="13439"/>
                  </a:lnTo>
                  <a:lnTo>
                    <a:pt x="3051" y="13477"/>
                  </a:lnTo>
                  <a:lnTo>
                    <a:pt x="2974" y="13516"/>
                  </a:lnTo>
                  <a:lnTo>
                    <a:pt x="3051" y="13362"/>
                  </a:lnTo>
                  <a:lnTo>
                    <a:pt x="3167" y="13207"/>
                  </a:lnTo>
                  <a:lnTo>
                    <a:pt x="3321" y="13130"/>
                  </a:lnTo>
                  <a:lnTo>
                    <a:pt x="3476" y="13014"/>
                  </a:lnTo>
                  <a:lnTo>
                    <a:pt x="3669" y="12976"/>
                  </a:lnTo>
                  <a:close/>
                  <a:moveTo>
                    <a:pt x="9152" y="12860"/>
                  </a:moveTo>
                  <a:lnTo>
                    <a:pt x="9615" y="12898"/>
                  </a:lnTo>
                  <a:lnTo>
                    <a:pt x="10117" y="12976"/>
                  </a:lnTo>
                  <a:lnTo>
                    <a:pt x="10503" y="13014"/>
                  </a:lnTo>
                  <a:lnTo>
                    <a:pt x="11005" y="13130"/>
                  </a:lnTo>
                  <a:lnTo>
                    <a:pt x="11507" y="13246"/>
                  </a:lnTo>
                  <a:lnTo>
                    <a:pt x="11701" y="13362"/>
                  </a:lnTo>
                  <a:lnTo>
                    <a:pt x="11894" y="13477"/>
                  </a:lnTo>
                  <a:lnTo>
                    <a:pt x="11507" y="13786"/>
                  </a:lnTo>
                  <a:lnTo>
                    <a:pt x="11083" y="14018"/>
                  </a:lnTo>
                  <a:lnTo>
                    <a:pt x="10658" y="14250"/>
                  </a:lnTo>
                  <a:lnTo>
                    <a:pt x="10233" y="14443"/>
                  </a:lnTo>
                  <a:lnTo>
                    <a:pt x="9770" y="14636"/>
                  </a:lnTo>
                  <a:lnTo>
                    <a:pt x="9306" y="14752"/>
                  </a:lnTo>
                  <a:lnTo>
                    <a:pt x="8843" y="14868"/>
                  </a:lnTo>
                  <a:lnTo>
                    <a:pt x="8341" y="14945"/>
                  </a:lnTo>
                  <a:lnTo>
                    <a:pt x="7878" y="14983"/>
                  </a:lnTo>
                  <a:lnTo>
                    <a:pt x="7376" y="14983"/>
                  </a:lnTo>
                  <a:lnTo>
                    <a:pt x="6912" y="14945"/>
                  </a:lnTo>
                  <a:lnTo>
                    <a:pt x="6410" y="14868"/>
                  </a:lnTo>
                  <a:lnTo>
                    <a:pt x="5947" y="14790"/>
                  </a:lnTo>
                  <a:lnTo>
                    <a:pt x="5484" y="14636"/>
                  </a:lnTo>
                  <a:lnTo>
                    <a:pt x="5020" y="14481"/>
                  </a:lnTo>
                  <a:lnTo>
                    <a:pt x="4595" y="14288"/>
                  </a:lnTo>
                  <a:lnTo>
                    <a:pt x="4711" y="14018"/>
                  </a:lnTo>
                  <a:lnTo>
                    <a:pt x="4711" y="13748"/>
                  </a:lnTo>
                  <a:lnTo>
                    <a:pt x="4711" y="13593"/>
                  </a:lnTo>
                  <a:lnTo>
                    <a:pt x="5561" y="13323"/>
                  </a:lnTo>
                  <a:lnTo>
                    <a:pt x="6410" y="13091"/>
                  </a:lnTo>
                  <a:lnTo>
                    <a:pt x="7298" y="12937"/>
                  </a:lnTo>
                  <a:lnTo>
                    <a:pt x="8187" y="12860"/>
                  </a:lnTo>
                  <a:close/>
                  <a:moveTo>
                    <a:pt x="7569" y="1"/>
                  </a:moveTo>
                  <a:lnTo>
                    <a:pt x="6989" y="40"/>
                  </a:lnTo>
                  <a:lnTo>
                    <a:pt x="6449" y="117"/>
                  </a:lnTo>
                  <a:lnTo>
                    <a:pt x="5870" y="233"/>
                  </a:lnTo>
                  <a:lnTo>
                    <a:pt x="5329" y="387"/>
                  </a:lnTo>
                  <a:lnTo>
                    <a:pt x="4788" y="580"/>
                  </a:lnTo>
                  <a:lnTo>
                    <a:pt x="4248" y="812"/>
                  </a:lnTo>
                  <a:lnTo>
                    <a:pt x="3746" y="1121"/>
                  </a:lnTo>
                  <a:lnTo>
                    <a:pt x="3282" y="1430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2008" y="2588"/>
                  </a:lnTo>
                  <a:lnTo>
                    <a:pt x="1622" y="3013"/>
                  </a:lnTo>
                  <a:lnTo>
                    <a:pt x="1274" y="3515"/>
                  </a:lnTo>
                  <a:lnTo>
                    <a:pt x="966" y="4017"/>
                  </a:lnTo>
                  <a:lnTo>
                    <a:pt x="695" y="4596"/>
                  </a:lnTo>
                  <a:lnTo>
                    <a:pt x="425" y="5253"/>
                  </a:lnTo>
                  <a:lnTo>
                    <a:pt x="232" y="5909"/>
                  </a:lnTo>
                  <a:lnTo>
                    <a:pt x="116" y="6565"/>
                  </a:lnTo>
                  <a:lnTo>
                    <a:pt x="39" y="7222"/>
                  </a:lnTo>
                  <a:lnTo>
                    <a:pt x="0" y="7917"/>
                  </a:lnTo>
                  <a:lnTo>
                    <a:pt x="39" y="8612"/>
                  </a:lnTo>
                  <a:lnTo>
                    <a:pt x="116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5" y="11238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0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4" y="14520"/>
                  </a:lnTo>
                  <a:lnTo>
                    <a:pt x="4093" y="14597"/>
                  </a:lnTo>
                  <a:lnTo>
                    <a:pt x="4518" y="14829"/>
                  </a:lnTo>
                  <a:lnTo>
                    <a:pt x="4982" y="14983"/>
                  </a:lnTo>
                  <a:lnTo>
                    <a:pt x="5406" y="15138"/>
                  </a:lnTo>
                  <a:lnTo>
                    <a:pt x="5870" y="15292"/>
                  </a:lnTo>
                  <a:lnTo>
                    <a:pt x="6333" y="15370"/>
                  </a:lnTo>
                  <a:lnTo>
                    <a:pt x="6796" y="15447"/>
                  </a:lnTo>
                  <a:lnTo>
                    <a:pt x="7260" y="15485"/>
                  </a:lnTo>
                  <a:lnTo>
                    <a:pt x="7762" y="15485"/>
                  </a:lnTo>
                  <a:lnTo>
                    <a:pt x="8225" y="15447"/>
                  </a:lnTo>
                  <a:lnTo>
                    <a:pt x="8689" y="15408"/>
                  </a:lnTo>
                  <a:lnTo>
                    <a:pt x="9152" y="15331"/>
                  </a:lnTo>
                  <a:lnTo>
                    <a:pt x="9615" y="15215"/>
                  </a:lnTo>
                  <a:lnTo>
                    <a:pt x="10079" y="15061"/>
                  </a:lnTo>
                  <a:lnTo>
                    <a:pt x="10542" y="14868"/>
                  </a:lnTo>
                  <a:lnTo>
                    <a:pt x="10967" y="14675"/>
                  </a:lnTo>
                  <a:lnTo>
                    <a:pt x="11392" y="14443"/>
                  </a:lnTo>
                  <a:lnTo>
                    <a:pt x="11855" y="14134"/>
                  </a:lnTo>
                  <a:lnTo>
                    <a:pt x="12318" y="13786"/>
                  </a:lnTo>
                  <a:lnTo>
                    <a:pt x="12743" y="13400"/>
                  </a:lnTo>
                  <a:lnTo>
                    <a:pt x="13129" y="12976"/>
                  </a:lnTo>
                  <a:lnTo>
                    <a:pt x="13477" y="12551"/>
                  </a:lnTo>
                  <a:lnTo>
                    <a:pt x="13786" y="12049"/>
                  </a:lnTo>
                  <a:lnTo>
                    <a:pt x="14056" y="11585"/>
                  </a:lnTo>
                  <a:lnTo>
                    <a:pt x="14288" y="11045"/>
                  </a:lnTo>
                  <a:lnTo>
                    <a:pt x="14519" y="10543"/>
                  </a:lnTo>
                  <a:lnTo>
                    <a:pt x="14674" y="10002"/>
                  </a:lnTo>
                  <a:lnTo>
                    <a:pt x="14828" y="9423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4983" y="7724"/>
                  </a:lnTo>
                  <a:lnTo>
                    <a:pt x="14983" y="7145"/>
                  </a:lnTo>
                  <a:lnTo>
                    <a:pt x="14944" y="6604"/>
                  </a:lnTo>
                  <a:lnTo>
                    <a:pt x="14828" y="5986"/>
                  </a:lnTo>
                  <a:lnTo>
                    <a:pt x="14674" y="5407"/>
                  </a:lnTo>
                  <a:lnTo>
                    <a:pt x="14481" y="4828"/>
                  </a:lnTo>
                  <a:lnTo>
                    <a:pt x="14249" y="4287"/>
                  </a:lnTo>
                  <a:lnTo>
                    <a:pt x="13979" y="3747"/>
                  </a:lnTo>
                  <a:lnTo>
                    <a:pt x="13670" y="3245"/>
                  </a:lnTo>
                  <a:lnTo>
                    <a:pt x="13322" y="2743"/>
                  </a:lnTo>
                  <a:lnTo>
                    <a:pt x="12936" y="2318"/>
                  </a:lnTo>
                  <a:lnTo>
                    <a:pt x="12511" y="1893"/>
                  </a:lnTo>
                  <a:lnTo>
                    <a:pt x="12048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2" y="619"/>
                  </a:lnTo>
                  <a:lnTo>
                    <a:pt x="9963" y="387"/>
                  </a:lnTo>
                  <a:lnTo>
                    <a:pt x="9384" y="233"/>
                  </a:lnTo>
                  <a:lnTo>
                    <a:pt x="8766" y="117"/>
                  </a:lnTo>
                  <a:lnTo>
                    <a:pt x="8187" y="40"/>
                  </a:lnTo>
                  <a:lnTo>
                    <a:pt x="756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" name="Google Shape;1683;p7"/>
            <p:cNvSpPr/>
            <p:nvPr/>
          </p:nvSpPr>
          <p:spPr>
            <a:xfrm>
              <a:off x="514200" y="3860000"/>
              <a:ext cx="302200" cy="155450"/>
            </a:xfrm>
            <a:custGeom>
              <a:avLst/>
              <a:gdLst/>
              <a:ahLst/>
              <a:cxnLst/>
              <a:rect l="l" t="t" r="r" b="b"/>
              <a:pathLst>
                <a:path w="12088" h="6218" extrusionOk="0">
                  <a:moveTo>
                    <a:pt x="11740" y="1"/>
                  </a:moveTo>
                  <a:lnTo>
                    <a:pt x="11663" y="40"/>
                  </a:lnTo>
                  <a:lnTo>
                    <a:pt x="11585" y="78"/>
                  </a:lnTo>
                  <a:lnTo>
                    <a:pt x="11508" y="117"/>
                  </a:lnTo>
                  <a:lnTo>
                    <a:pt x="11469" y="233"/>
                  </a:lnTo>
                  <a:lnTo>
                    <a:pt x="11469" y="310"/>
                  </a:lnTo>
                  <a:lnTo>
                    <a:pt x="11508" y="426"/>
                  </a:lnTo>
                  <a:lnTo>
                    <a:pt x="11585" y="580"/>
                  </a:lnTo>
                  <a:lnTo>
                    <a:pt x="11624" y="773"/>
                  </a:lnTo>
                  <a:lnTo>
                    <a:pt x="11585" y="966"/>
                  </a:lnTo>
                  <a:lnTo>
                    <a:pt x="11508" y="1121"/>
                  </a:lnTo>
                  <a:lnTo>
                    <a:pt x="11392" y="1275"/>
                  </a:lnTo>
                  <a:lnTo>
                    <a:pt x="11276" y="1430"/>
                  </a:lnTo>
                  <a:lnTo>
                    <a:pt x="10929" y="1739"/>
                  </a:lnTo>
                  <a:lnTo>
                    <a:pt x="10504" y="2009"/>
                  </a:lnTo>
                  <a:lnTo>
                    <a:pt x="10079" y="2241"/>
                  </a:lnTo>
                  <a:lnTo>
                    <a:pt x="9423" y="2588"/>
                  </a:lnTo>
                  <a:lnTo>
                    <a:pt x="9037" y="2781"/>
                  </a:lnTo>
                  <a:lnTo>
                    <a:pt x="9037" y="2704"/>
                  </a:lnTo>
                  <a:lnTo>
                    <a:pt x="8960" y="2627"/>
                  </a:lnTo>
                  <a:lnTo>
                    <a:pt x="8496" y="2202"/>
                  </a:lnTo>
                  <a:lnTo>
                    <a:pt x="8110" y="1700"/>
                  </a:lnTo>
                  <a:lnTo>
                    <a:pt x="7840" y="1893"/>
                  </a:lnTo>
                  <a:lnTo>
                    <a:pt x="7994" y="2202"/>
                  </a:lnTo>
                  <a:lnTo>
                    <a:pt x="8187" y="2511"/>
                  </a:lnTo>
                  <a:lnTo>
                    <a:pt x="8419" y="2781"/>
                  </a:lnTo>
                  <a:lnTo>
                    <a:pt x="8651" y="2974"/>
                  </a:lnTo>
                  <a:lnTo>
                    <a:pt x="7608" y="3515"/>
                  </a:lnTo>
                  <a:lnTo>
                    <a:pt x="6565" y="3978"/>
                  </a:lnTo>
                  <a:lnTo>
                    <a:pt x="5252" y="4519"/>
                  </a:lnTo>
                  <a:lnTo>
                    <a:pt x="3940" y="4982"/>
                  </a:lnTo>
                  <a:lnTo>
                    <a:pt x="3669" y="5059"/>
                  </a:lnTo>
                  <a:lnTo>
                    <a:pt x="3708" y="4712"/>
                  </a:lnTo>
                  <a:lnTo>
                    <a:pt x="3631" y="4364"/>
                  </a:lnTo>
                  <a:lnTo>
                    <a:pt x="3515" y="4055"/>
                  </a:lnTo>
                  <a:lnTo>
                    <a:pt x="3322" y="3708"/>
                  </a:lnTo>
                  <a:lnTo>
                    <a:pt x="3013" y="3901"/>
                  </a:lnTo>
                  <a:lnTo>
                    <a:pt x="3129" y="4171"/>
                  </a:lnTo>
                  <a:lnTo>
                    <a:pt x="3206" y="4442"/>
                  </a:lnTo>
                  <a:lnTo>
                    <a:pt x="3245" y="4866"/>
                  </a:lnTo>
                  <a:lnTo>
                    <a:pt x="3245" y="5253"/>
                  </a:lnTo>
                  <a:lnTo>
                    <a:pt x="2356" y="5523"/>
                  </a:lnTo>
                  <a:lnTo>
                    <a:pt x="1893" y="5639"/>
                  </a:lnTo>
                  <a:lnTo>
                    <a:pt x="1430" y="5677"/>
                  </a:lnTo>
                  <a:lnTo>
                    <a:pt x="1043" y="5716"/>
                  </a:lnTo>
                  <a:lnTo>
                    <a:pt x="850" y="5716"/>
                  </a:lnTo>
                  <a:lnTo>
                    <a:pt x="696" y="5677"/>
                  </a:lnTo>
                  <a:lnTo>
                    <a:pt x="580" y="5600"/>
                  </a:lnTo>
                  <a:lnTo>
                    <a:pt x="464" y="5523"/>
                  </a:lnTo>
                  <a:lnTo>
                    <a:pt x="387" y="5407"/>
                  </a:lnTo>
                  <a:lnTo>
                    <a:pt x="348" y="5291"/>
                  </a:lnTo>
                  <a:lnTo>
                    <a:pt x="310" y="5214"/>
                  </a:lnTo>
                  <a:lnTo>
                    <a:pt x="271" y="5175"/>
                  </a:lnTo>
                  <a:lnTo>
                    <a:pt x="155" y="5137"/>
                  </a:lnTo>
                  <a:lnTo>
                    <a:pt x="78" y="5175"/>
                  </a:lnTo>
                  <a:lnTo>
                    <a:pt x="39" y="5214"/>
                  </a:lnTo>
                  <a:lnTo>
                    <a:pt x="1" y="5291"/>
                  </a:lnTo>
                  <a:lnTo>
                    <a:pt x="1" y="5446"/>
                  </a:lnTo>
                  <a:lnTo>
                    <a:pt x="39" y="5600"/>
                  </a:lnTo>
                  <a:lnTo>
                    <a:pt x="78" y="5755"/>
                  </a:lnTo>
                  <a:lnTo>
                    <a:pt x="155" y="5870"/>
                  </a:lnTo>
                  <a:lnTo>
                    <a:pt x="233" y="5948"/>
                  </a:lnTo>
                  <a:lnTo>
                    <a:pt x="310" y="6025"/>
                  </a:lnTo>
                  <a:lnTo>
                    <a:pt x="541" y="6141"/>
                  </a:lnTo>
                  <a:lnTo>
                    <a:pt x="812" y="6179"/>
                  </a:lnTo>
                  <a:lnTo>
                    <a:pt x="1121" y="6218"/>
                  </a:lnTo>
                  <a:lnTo>
                    <a:pt x="1430" y="6179"/>
                  </a:lnTo>
                  <a:lnTo>
                    <a:pt x="1700" y="6141"/>
                  </a:lnTo>
                  <a:lnTo>
                    <a:pt x="2897" y="5832"/>
                  </a:lnTo>
                  <a:lnTo>
                    <a:pt x="4094" y="5446"/>
                  </a:lnTo>
                  <a:lnTo>
                    <a:pt x="5291" y="5021"/>
                  </a:lnTo>
                  <a:lnTo>
                    <a:pt x="6450" y="4557"/>
                  </a:lnTo>
                  <a:lnTo>
                    <a:pt x="7531" y="4094"/>
                  </a:lnTo>
                  <a:lnTo>
                    <a:pt x="8573" y="3592"/>
                  </a:lnTo>
                  <a:lnTo>
                    <a:pt x="9616" y="3052"/>
                  </a:lnTo>
                  <a:lnTo>
                    <a:pt x="10620" y="2472"/>
                  </a:lnTo>
                  <a:lnTo>
                    <a:pt x="10929" y="2279"/>
                  </a:lnTo>
                  <a:lnTo>
                    <a:pt x="11276" y="2048"/>
                  </a:lnTo>
                  <a:lnTo>
                    <a:pt x="11547" y="1777"/>
                  </a:lnTo>
                  <a:lnTo>
                    <a:pt x="11817" y="1507"/>
                  </a:lnTo>
                  <a:lnTo>
                    <a:pt x="12010" y="1198"/>
                  </a:lnTo>
                  <a:lnTo>
                    <a:pt x="12049" y="1044"/>
                  </a:lnTo>
                  <a:lnTo>
                    <a:pt x="12087" y="889"/>
                  </a:lnTo>
                  <a:lnTo>
                    <a:pt x="12087" y="696"/>
                  </a:lnTo>
                  <a:lnTo>
                    <a:pt x="12049" y="503"/>
                  </a:lnTo>
                  <a:lnTo>
                    <a:pt x="12010" y="310"/>
                  </a:lnTo>
                  <a:lnTo>
                    <a:pt x="11894" y="117"/>
                  </a:lnTo>
                  <a:lnTo>
                    <a:pt x="11817" y="40"/>
                  </a:lnTo>
                  <a:lnTo>
                    <a:pt x="1174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" name="Google Shape;1684;p7"/>
            <p:cNvSpPr/>
            <p:nvPr/>
          </p:nvSpPr>
          <p:spPr>
            <a:xfrm>
              <a:off x="6274575" y="3873525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20"/>
                  </a:lnTo>
                  <a:lnTo>
                    <a:pt x="2897" y="1661"/>
                  </a:lnTo>
                  <a:lnTo>
                    <a:pt x="2511" y="2202"/>
                  </a:lnTo>
                  <a:lnTo>
                    <a:pt x="1970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6"/>
                  </a:lnTo>
                  <a:lnTo>
                    <a:pt x="310" y="4287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80" y="4750"/>
                  </a:lnTo>
                  <a:lnTo>
                    <a:pt x="966" y="4518"/>
                  </a:lnTo>
                  <a:lnTo>
                    <a:pt x="1314" y="4210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935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3"/>
                  </a:lnTo>
                  <a:lnTo>
                    <a:pt x="4248" y="155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5" name="Google Shape;1685;p7"/>
            <p:cNvSpPr/>
            <p:nvPr/>
          </p:nvSpPr>
          <p:spPr>
            <a:xfrm>
              <a:off x="6223425" y="3874500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0"/>
                  </a:moveTo>
                  <a:lnTo>
                    <a:pt x="1004" y="309"/>
                  </a:lnTo>
                  <a:lnTo>
                    <a:pt x="1236" y="386"/>
                  </a:lnTo>
                  <a:lnTo>
                    <a:pt x="1429" y="579"/>
                  </a:lnTo>
                  <a:lnTo>
                    <a:pt x="1583" y="772"/>
                  </a:lnTo>
                  <a:lnTo>
                    <a:pt x="1622" y="1004"/>
                  </a:lnTo>
                  <a:lnTo>
                    <a:pt x="1622" y="1120"/>
                  </a:lnTo>
                  <a:lnTo>
                    <a:pt x="1583" y="1197"/>
                  </a:lnTo>
                  <a:lnTo>
                    <a:pt x="1545" y="1313"/>
                  </a:lnTo>
                  <a:lnTo>
                    <a:pt x="1468" y="1390"/>
                  </a:lnTo>
                  <a:lnTo>
                    <a:pt x="1352" y="1506"/>
                  </a:lnTo>
                  <a:lnTo>
                    <a:pt x="1197" y="1545"/>
                  </a:lnTo>
                  <a:lnTo>
                    <a:pt x="966" y="1583"/>
                  </a:lnTo>
                  <a:lnTo>
                    <a:pt x="772" y="1545"/>
                  </a:lnTo>
                  <a:lnTo>
                    <a:pt x="657" y="1506"/>
                  </a:lnTo>
                  <a:lnTo>
                    <a:pt x="579" y="1429"/>
                  </a:lnTo>
                  <a:lnTo>
                    <a:pt x="502" y="1352"/>
                  </a:lnTo>
                  <a:lnTo>
                    <a:pt x="464" y="1236"/>
                  </a:lnTo>
                  <a:lnTo>
                    <a:pt x="425" y="1004"/>
                  </a:lnTo>
                  <a:lnTo>
                    <a:pt x="464" y="811"/>
                  </a:lnTo>
                  <a:lnTo>
                    <a:pt x="541" y="618"/>
                  </a:lnTo>
                  <a:lnTo>
                    <a:pt x="695" y="425"/>
                  </a:lnTo>
                  <a:lnTo>
                    <a:pt x="734" y="348"/>
                  </a:lnTo>
                  <a:lnTo>
                    <a:pt x="734" y="309"/>
                  </a:lnTo>
                  <a:lnTo>
                    <a:pt x="888" y="270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116"/>
                  </a:lnTo>
                  <a:lnTo>
                    <a:pt x="541" y="77"/>
                  </a:lnTo>
                  <a:lnTo>
                    <a:pt x="464" y="116"/>
                  </a:lnTo>
                  <a:lnTo>
                    <a:pt x="270" y="232"/>
                  </a:lnTo>
                  <a:lnTo>
                    <a:pt x="155" y="386"/>
                  </a:lnTo>
                  <a:lnTo>
                    <a:pt x="77" y="541"/>
                  </a:lnTo>
                  <a:lnTo>
                    <a:pt x="39" y="734"/>
                  </a:lnTo>
                  <a:lnTo>
                    <a:pt x="0" y="888"/>
                  </a:lnTo>
                  <a:lnTo>
                    <a:pt x="0" y="1081"/>
                  </a:lnTo>
                  <a:lnTo>
                    <a:pt x="39" y="1274"/>
                  </a:lnTo>
                  <a:lnTo>
                    <a:pt x="77" y="1468"/>
                  </a:lnTo>
                  <a:lnTo>
                    <a:pt x="193" y="1661"/>
                  </a:lnTo>
                  <a:lnTo>
                    <a:pt x="309" y="1776"/>
                  </a:lnTo>
                  <a:lnTo>
                    <a:pt x="502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236" y="2008"/>
                  </a:lnTo>
                  <a:lnTo>
                    <a:pt x="1429" y="1931"/>
                  </a:lnTo>
                  <a:lnTo>
                    <a:pt x="1622" y="1815"/>
                  </a:lnTo>
                  <a:lnTo>
                    <a:pt x="1776" y="1699"/>
                  </a:lnTo>
                  <a:lnTo>
                    <a:pt x="1892" y="1545"/>
                  </a:lnTo>
                  <a:lnTo>
                    <a:pt x="1970" y="1390"/>
                  </a:lnTo>
                  <a:lnTo>
                    <a:pt x="2047" y="1197"/>
                  </a:lnTo>
                  <a:lnTo>
                    <a:pt x="2085" y="1004"/>
                  </a:lnTo>
                  <a:lnTo>
                    <a:pt x="2047" y="811"/>
                  </a:lnTo>
                  <a:lnTo>
                    <a:pt x="1970" y="618"/>
                  </a:lnTo>
                  <a:lnTo>
                    <a:pt x="1892" y="425"/>
                  </a:lnTo>
                  <a:lnTo>
                    <a:pt x="1738" y="270"/>
                  </a:lnTo>
                  <a:lnTo>
                    <a:pt x="1583" y="155"/>
                  </a:lnTo>
                  <a:lnTo>
                    <a:pt x="1429" y="77"/>
                  </a:lnTo>
                  <a:lnTo>
                    <a:pt x="1236" y="39"/>
                  </a:lnTo>
                  <a:lnTo>
                    <a:pt x="104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" name="Google Shape;1686;p7"/>
            <p:cNvSpPr/>
            <p:nvPr/>
          </p:nvSpPr>
          <p:spPr>
            <a:xfrm>
              <a:off x="1572250" y="3880275"/>
              <a:ext cx="267450" cy="210475"/>
            </a:xfrm>
            <a:custGeom>
              <a:avLst/>
              <a:gdLst/>
              <a:ahLst/>
              <a:cxnLst/>
              <a:rect l="l" t="t" r="r" b="b"/>
              <a:pathLst>
                <a:path w="10698" h="8419" extrusionOk="0">
                  <a:moveTo>
                    <a:pt x="155" y="1"/>
                  </a:moveTo>
                  <a:lnTo>
                    <a:pt x="1" y="233"/>
                  </a:lnTo>
                  <a:lnTo>
                    <a:pt x="1391" y="1314"/>
                  </a:lnTo>
                  <a:lnTo>
                    <a:pt x="2781" y="2395"/>
                  </a:lnTo>
                  <a:lnTo>
                    <a:pt x="4210" y="3476"/>
                  </a:lnTo>
                  <a:lnTo>
                    <a:pt x="5600" y="4596"/>
                  </a:lnTo>
                  <a:lnTo>
                    <a:pt x="6951" y="5677"/>
                  </a:lnTo>
                  <a:lnTo>
                    <a:pt x="8303" y="6797"/>
                  </a:lnTo>
                  <a:lnTo>
                    <a:pt x="9616" y="7917"/>
                  </a:lnTo>
                  <a:lnTo>
                    <a:pt x="9963" y="8226"/>
                  </a:lnTo>
                  <a:lnTo>
                    <a:pt x="10118" y="8342"/>
                  </a:lnTo>
                  <a:lnTo>
                    <a:pt x="10311" y="8419"/>
                  </a:lnTo>
                  <a:lnTo>
                    <a:pt x="10658" y="8380"/>
                  </a:lnTo>
                  <a:lnTo>
                    <a:pt x="10697" y="8264"/>
                  </a:lnTo>
                  <a:lnTo>
                    <a:pt x="10697" y="8149"/>
                  </a:lnTo>
                  <a:lnTo>
                    <a:pt x="10658" y="8033"/>
                  </a:lnTo>
                  <a:lnTo>
                    <a:pt x="10658" y="7994"/>
                  </a:lnTo>
                  <a:lnTo>
                    <a:pt x="10311" y="7917"/>
                  </a:lnTo>
                  <a:lnTo>
                    <a:pt x="10002" y="6952"/>
                  </a:lnTo>
                  <a:lnTo>
                    <a:pt x="9654" y="5986"/>
                  </a:lnTo>
                  <a:lnTo>
                    <a:pt x="8882" y="4094"/>
                  </a:lnTo>
                  <a:lnTo>
                    <a:pt x="8380" y="2781"/>
                  </a:lnTo>
                  <a:lnTo>
                    <a:pt x="7994" y="2936"/>
                  </a:lnTo>
                  <a:lnTo>
                    <a:pt x="8419" y="3940"/>
                  </a:lnTo>
                  <a:lnTo>
                    <a:pt x="9037" y="5677"/>
                  </a:lnTo>
                  <a:lnTo>
                    <a:pt x="9346" y="6565"/>
                  </a:lnTo>
                  <a:lnTo>
                    <a:pt x="9654" y="7415"/>
                  </a:lnTo>
                  <a:lnTo>
                    <a:pt x="9230" y="7029"/>
                  </a:lnTo>
                  <a:lnTo>
                    <a:pt x="7994" y="5986"/>
                  </a:lnTo>
                  <a:lnTo>
                    <a:pt x="6720" y="4905"/>
                  </a:lnTo>
                  <a:lnTo>
                    <a:pt x="5407" y="3862"/>
                  </a:lnTo>
                  <a:lnTo>
                    <a:pt x="4133" y="2858"/>
                  </a:lnTo>
                  <a:lnTo>
                    <a:pt x="2820" y="1854"/>
                  </a:lnTo>
                  <a:lnTo>
                    <a:pt x="1507" y="928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" name="Google Shape;1687;p7"/>
            <p:cNvSpPr/>
            <p:nvPr/>
          </p:nvSpPr>
          <p:spPr>
            <a:xfrm>
              <a:off x="4538850" y="3913100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6" y="1159"/>
                  </a:lnTo>
                  <a:lnTo>
                    <a:pt x="1390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5" y="1816"/>
                  </a:lnTo>
                  <a:lnTo>
                    <a:pt x="386" y="1700"/>
                  </a:lnTo>
                  <a:lnTo>
                    <a:pt x="348" y="1584"/>
                  </a:lnTo>
                  <a:lnTo>
                    <a:pt x="386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1" y="1623"/>
                  </a:lnTo>
                  <a:lnTo>
                    <a:pt x="3669" y="1700"/>
                  </a:lnTo>
                  <a:lnTo>
                    <a:pt x="3746" y="1816"/>
                  </a:lnTo>
                  <a:lnTo>
                    <a:pt x="3746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8" y="2356"/>
                  </a:lnTo>
                  <a:lnTo>
                    <a:pt x="3205" y="2433"/>
                  </a:lnTo>
                  <a:lnTo>
                    <a:pt x="3012" y="2395"/>
                  </a:lnTo>
                  <a:lnTo>
                    <a:pt x="2819" y="2356"/>
                  </a:lnTo>
                  <a:lnTo>
                    <a:pt x="2626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0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89" y="1468"/>
                  </a:lnTo>
                  <a:close/>
                  <a:moveTo>
                    <a:pt x="3746" y="4750"/>
                  </a:moveTo>
                  <a:lnTo>
                    <a:pt x="3900" y="4789"/>
                  </a:lnTo>
                  <a:lnTo>
                    <a:pt x="4016" y="4828"/>
                  </a:lnTo>
                  <a:lnTo>
                    <a:pt x="4093" y="4943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2" y="5368"/>
                  </a:lnTo>
                  <a:lnTo>
                    <a:pt x="4093" y="5484"/>
                  </a:lnTo>
                  <a:lnTo>
                    <a:pt x="3978" y="5600"/>
                  </a:lnTo>
                  <a:lnTo>
                    <a:pt x="3784" y="5754"/>
                  </a:lnTo>
                  <a:lnTo>
                    <a:pt x="3514" y="5870"/>
                  </a:lnTo>
                  <a:lnTo>
                    <a:pt x="3128" y="5870"/>
                  </a:lnTo>
                  <a:lnTo>
                    <a:pt x="2742" y="5793"/>
                  </a:lnTo>
                  <a:lnTo>
                    <a:pt x="2935" y="5368"/>
                  </a:lnTo>
                  <a:lnTo>
                    <a:pt x="3051" y="5214"/>
                  </a:lnTo>
                  <a:lnTo>
                    <a:pt x="3205" y="5021"/>
                  </a:lnTo>
                  <a:lnTo>
                    <a:pt x="3476" y="4866"/>
                  </a:lnTo>
                  <a:lnTo>
                    <a:pt x="3630" y="4789"/>
                  </a:lnTo>
                  <a:lnTo>
                    <a:pt x="3746" y="4750"/>
                  </a:lnTo>
                  <a:close/>
                  <a:moveTo>
                    <a:pt x="1120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2" y="6102"/>
                  </a:lnTo>
                  <a:lnTo>
                    <a:pt x="1429" y="6256"/>
                  </a:lnTo>
                  <a:lnTo>
                    <a:pt x="1236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5" y="6334"/>
                  </a:lnTo>
                  <a:lnTo>
                    <a:pt x="502" y="6179"/>
                  </a:lnTo>
                  <a:lnTo>
                    <a:pt x="425" y="6025"/>
                  </a:lnTo>
                  <a:lnTo>
                    <a:pt x="425" y="5909"/>
                  </a:lnTo>
                  <a:lnTo>
                    <a:pt x="464" y="5754"/>
                  </a:lnTo>
                  <a:lnTo>
                    <a:pt x="579" y="5677"/>
                  </a:lnTo>
                  <a:lnTo>
                    <a:pt x="695" y="5600"/>
                  </a:lnTo>
                  <a:lnTo>
                    <a:pt x="850" y="5523"/>
                  </a:lnTo>
                  <a:close/>
                  <a:moveTo>
                    <a:pt x="5715" y="6218"/>
                  </a:moveTo>
                  <a:lnTo>
                    <a:pt x="5870" y="6334"/>
                  </a:lnTo>
                  <a:lnTo>
                    <a:pt x="5947" y="6411"/>
                  </a:lnTo>
                  <a:lnTo>
                    <a:pt x="5986" y="6527"/>
                  </a:lnTo>
                  <a:lnTo>
                    <a:pt x="6024" y="6681"/>
                  </a:lnTo>
                  <a:lnTo>
                    <a:pt x="5986" y="6797"/>
                  </a:lnTo>
                  <a:lnTo>
                    <a:pt x="5908" y="7067"/>
                  </a:lnTo>
                  <a:lnTo>
                    <a:pt x="5792" y="7260"/>
                  </a:lnTo>
                  <a:lnTo>
                    <a:pt x="5677" y="7492"/>
                  </a:lnTo>
                  <a:lnTo>
                    <a:pt x="5484" y="7646"/>
                  </a:lnTo>
                  <a:lnTo>
                    <a:pt x="5290" y="7801"/>
                  </a:lnTo>
                  <a:lnTo>
                    <a:pt x="5059" y="7917"/>
                  </a:lnTo>
                  <a:lnTo>
                    <a:pt x="5097" y="7878"/>
                  </a:lnTo>
                  <a:lnTo>
                    <a:pt x="5020" y="7415"/>
                  </a:lnTo>
                  <a:lnTo>
                    <a:pt x="4982" y="7183"/>
                  </a:lnTo>
                  <a:lnTo>
                    <a:pt x="5020" y="6951"/>
                  </a:lnTo>
                  <a:lnTo>
                    <a:pt x="5136" y="6681"/>
                  </a:lnTo>
                  <a:lnTo>
                    <a:pt x="5213" y="6527"/>
                  </a:lnTo>
                  <a:lnTo>
                    <a:pt x="5329" y="6372"/>
                  </a:lnTo>
                  <a:lnTo>
                    <a:pt x="5445" y="6256"/>
                  </a:lnTo>
                  <a:lnTo>
                    <a:pt x="5599" y="6218"/>
                  </a:lnTo>
                  <a:close/>
                  <a:moveTo>
                    <a:pt x="8959" y="8071"/>
                  </a:moveTo>
                  <a:lnTo>
                    <a:pt x="9152" y="8110"/>
                  </a:lnTo>
                  <a:lnTo>
                    <a:pt x="9268" y="8187"/>
                  </a:lnTo>
                  <a:lnTo>
                    <a:pt x="9345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0"/>
                  </a:lnTo>
                  <a:lnTo>
                    <a:pt x="9268" y="8921"/>
                  </a:lnTo>
                  <a:lnTo>
                    <a:pt x="9036" y="9152"/>
                  </a:lnTo>
                  <a:lnTo>
                    <a:pt x="8804" y="9346"/>
                  </a:lnTo>
                  <a:lnTo>
                    <a:pt x="8689" y="9384"/>
                  </a:lnTo>
                  <a:lnTo>
                    <a:pt x="8611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1" y="9346"/>
                  </a:lnTo>
                  <a:lnTo>
                    <a:pt x="8264" y="9346"/>
                  </a:lnTo>
                  <a:lnTo>
                    <a:pt x="8225" y="8959"/>
                  </a:lnTo>
                  <a:lnTo>
                    <a:pt x="8225" y="8766"/>
                  </a:lnTo>
                  <a:lnTo>
                    <a:pt x="8264" y="8573"/>
                  </a:lnTo>
                  <a:lnTo>
                    <a:pt x="8341" y="8342"/>
                  </a:lnTo>
                  <a:lnTo>
                    <a:pt x="8496" y="8187"/>
                  </a:lnTo>
                  <a:lnTo>
                    <a:pt x="8727" y="8110"/>
                  </a:lnTo>
                  <a:lnTo>
                    <a:pt x="8843" y="8071"/>
                  </a:lnTo>
                  <a:close/>
                  <a:moveTo>
                    <a:pt x="4943" y="8380"/>
                  </a:moveTo>
                  <a:lnTo>
                    <a:pt x="4943" y="8419"/>
                  </a:lnTo>
                  <a:lnTo>
                    <a:pt x="4750" y="8805"/>
                  </a:lnTo>
                  <a:lnTo>
                    <a:pt x="4595" y="8959"/>
                  </a:lnTo>
                  <a:lnTo>
                    <a:pt x="4441" y="9152"/>
                  </a:lnTo>
                  <a:lnTo>
                    <a:pt x="4209" y="9307"/>
                  </a:lnTo>
                  <a:lnTo>
                    <a:pt x="3939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8" y="9346"/>
                  </a:lnTo>
                  <a:lnTo>
                    <a:pt x="3321" y="9191"/>
                  </a:lnTo>
                  <a:lnTo>
                    <a:pt x="3321" y="9075"/>
                  </a:lnTo>
                  <a:lnTo>
                    <a:pt x="3321" y="8959"/>
                  </a:lnTo>
                  <a:lnTo>
                    <a:pt x="3398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4" y="8457"/>
                  </a:lnTo>
                  <a:lnTo>
                    <a:pt x="4055" y="8380"/>
                  </a:lnTo>
                  <a:lnTo>
                    <a:pt x="4325" y="8380"/>
                  </a:lnTo>
                  <a:lnTo>
                    <a:pt x="4904" y="8419"/>
                  </a:lnTo>
                  <a:lnTo>
                    <a:pt x="4943" y="8380"/>
                  </a:lnTo>
                  <a:close/>
                  <a:moveTo>
                    <a:pt x="7994" y="10002"/>
                  </a:moveTo>
                  <a:lnTo>
                    <a:pt x="7955" y="10195"/>
                  </a:lnTo>
                  <a:lnTo>
                    <a:pt x="7916" y="10350"/>
                  </a:lnTo>
                  <a:lnTo>
                    <a:pt x="7839" y="10543"/>
                  </a:lnTo>
                  <a:lnTo>
                    <a:pt x="7723" y="10697"/>
                  </a:lnTo>
                  <a:lnTo>
                    <a:pt x="7607" y="10813"/>
                  </a:lnTo>
                  <a:lnTo>
                    <a:pt x="7492" y="10929"/>
                  </a:lnTo>
                  <a:lnTo>
                    <a:pt x="7337" y="11045"/>
                  </a:lnTo>
                  <a:lnTo>
                    <a:pt x="7144" y="11083"/>
                  </a:lnTo>
                  <a:lnTo>
                    <a:pt x="6951" y="11122"/>
                  </a:lnTo>
                  <a:lnTo>
                    <a:pt x="6796" y="11083"/>
                  </a:lnTo>
                  <a:lnTo>
                    <a:pt x="6719" y="11045"/>
                  </a:lnTo>
                  <a:lnTo>
                    <a:pt x="6681" y="10967"/>
                  </a:lnTo>
                  <a:lnTo>
                    <a:pt x="6642" y="10890"/>
                  </a:lnTo>
                  <a:lnTo>
                    <a:pt x="6603" y="10813"/>
                  </a:lnTo>
                  <a:lnTo>
                    <a:pt x="6642" y="10620"/>
                  </a:lnTo>
                  <a:lnTo>
                    <a:pt x="6719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1" y="10156"/>
                  </a:lnTo>
                  <a:lnTo>
                    <a:pt x="7492" y="10079"/>
                  </a:lnTo>
                  <a:lnTo>
                    <a:pt x="7723" y="10041"/>
                  </a:lnTo>
                  <a:lnTo>
                    <a:pt x="7994" y="10002"/>
                  </a:lnTo>
                  <a:close/>
                  <a:moveTo>
                    <a:pt x="2201" y="1"/>
                  </a:moveTo>
                  <a:lnTo>
                    <a:pt x="2008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0" y="812"/>
                  </a:lnTo>
                  <a:lnTo>
                    <a:pt x="1236" y="773"/>
                  </a:lnTo>
                  <a:lnTo>
                    <a:pt x="1043" y="734"/>
                  </a:lnTo>
                  <a:lnTo>
                    <a:pt x="695" y="734"/>
                  </a:lnTo>
                  <a:lnTo>
                    <a:pt x="541" y="812"/>
                  </a:lnTo>
                  <a:lnTo>
                    <a:pt x="386" y="889"/>
                  </a:lnTo>
                  <a:lnTo>
                    <a:pt x="232" y="1005"/>
                  </a:lnTo>
                  <a:lnTo>
                    <a:pt x="116" y="1159"/>
                  </a:lnTo>
                  <a:lnTo>
                    <a:pt x="39" y="1314"/>
                  </a:lnTo>
                  <a:lnTo>
                    <a:pt x="0" y="1468"/>
                  </a:lnTo>
                  <a:lnTo>
                    <a:pt x="0" y="1623"/>
                  </a:lnTo>
                  <a:lnTo>
                    <a:pt x="0" y="1777"/>
                  </a:lnTo>
                  <a:lnTo>
                    <a:pt x="77" y="1931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5" y="2279"/>
                  </a:lnTo>
                  <a:lnTo>
                    <a:pt x="579" y="2356"/>
                  </a:lnTo>
                  <a:lnTo>
                    <a:pt x="734" y="2395"/>
                  </a:lnTo>
                  <a:lnTo>
                    <a:pt x="1043" y="2433"/>
                  </a:lnTo>
                  <a:lnTo>
                    <a:pt x="1390" y="2395"/>
                  </a:lnTo>
                  <a:lnTo>
                    <a:pt x="1699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8" y="4635"/>
                  </a:lnTo>
                  <a:lnTo>
                    <a:pt x="1777" y="5021"/>
                  </a:lnTo>
                  <a:lnTo>
                    <a:pt x="1892" y="5368"/>
                  </a:lnTo>
                  <a:lnTo>
                    <a:pt x="1583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2" y="5252"/>
                  </a:lnTo>
                  <a:lnTo>
                    <a:pt x="386" y="5330"/>
                  </a:lnTo>
                  <a:lnTo>
                    <a:pt x="271" y="5445"/>
                  </a:lnTo>
                  <a:lnTo>
                    <a:pt x="155" y="5561"/>
                  </a:lnTo>
                  <a:lnTo>
                    <a:pt x="77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7" y="6218"/>
                  </a:lnTo>
                  <a:lnTo>
                    <a:pt x="155" y="6334"/>
                  </a:lnTo>
                  <a:lnTo>
                    <a:pt x="232" y="6449"/>
                  </a:lnTo>
                  <a:lnTo>
                    <a:pt x="348" y="6565"/>
                  </a:lnTo>
                  <a:lnTo>
                    <a:pt x="502" y="6643"/>
                  </a:lnTo>
                  <a:lnTo>
                    <a:pt x="657" y="6720"/>
                  </a:lnTo>
                  <a:lnTo>
                    <a:pt x="811" y="6758"/>
                  </a:lnTo>
                  <a:lnTo>
                    <a:pt x="1120" y="6758"/>
                  </a:lnTo>
                  <a:lnTo>
                    <a:pt x="1429" y="6681"/>
                  </a:lnTo>
                  <a:lnTo>
                    <a:pt x="1699" y="6527"/>
                  </a:lnTo>
                  <a:lnTo>
                    <a:pt x="1931" y="6295"/>
                  </a:lnTo>
                  <a:lnTo>
                    <a:pt x="2124" y="6063"/>
                  </a:lnTo>
                  <a:lnTo>
                    <a:pt x="2394" y="6527"/>
                  </a:lnTo>
                  <a:lnTo>
                    <a:pt x="2742" y="6990"/>
                  </a:lnTo>
                  <a:lnTo>
                    <a:pt x="3128" y="7376"/>
                  </a:lnTo>
                  <a:lnTo>
                    <a:pt x="3591" y="7762"/>
                  </a:lnTo>
                  <a:lnTo>
                    <a:pt x="4016" y="7994"/>
                  </a:lnTo>
                  <a:lnTo>
                    <a:pt x="3823" y="8033"/>
                  </a:lnTo>
                  <a:lnTo>
                    <a:pt x="3630" y="8110"/>
                  </a:lnTo>
                  <a:lnTo>
                    <a:pt x="3437" y="8187"/>
                  </a:lnTo>
                  <a:lnTo>
                    <a:pt x="3282" y="8342"/>
                  </a:lnTo>
                  <a:lnTo>
                    <a:pt x="3167" y="8457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5" y="8882"/>
                  </a:lnTo>
                  <a:lnTo>
                    <a:pt x="2896" y="9075"/>
                  </a:lnTo>
                  <a:lnTo>
                    <a:pt x="2935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1" y="9770"/>
                  </a:lnTo>
                  <a:lnTo>
                    <a:pt x="3514" y="9848"/>
                  </a:lnTo>
                  <a:lnTo>
                    <a:pt x="3707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8" y="9770"/>
                  </a:lnTo>
                  <a:lnTo>
                    <a:pt x="4402" y="9693"/>
                  </a:lnTo>
                  <a:lnTo>
                    <a:pt x="4673" y="9461"/>
                  </a:lnTo>
                  <a:lnTo>
                    <a:pt x="4904" y="9152"/>
                  </a:lnTo>
                  <a:lnTo>
                    <a:pt x="5097" y="8844"/>
                  </a:lnTo>
                  <a:lnTo>
                    <a:pt x="5213" y="8496"/>
                  </a:lnTo>
                  <a:lnTo>
                    <a:pt x="6526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5" y="9654"/>
                  </a:lnTo>
                  <a:lnTo>
                    <a:pt x="7762" y="9654"/>
                  </a:lnTo>
                  <a:lnTo>
                    <a:pt x="7569" y="9693"/>
                  </a:lnTo>
                  <a:lnTo>
                    <a:pt x="7144" y="9809"/>
                  </a:lnTo>
                  <a:lnTo>
                    <a:pt x="6796" y="9963"/>
                  </a:lnTo>
                  <a:lnTo>
                    <a:pt x="6642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4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4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5" y="11508"/>
                  </a:lnTo>
                  <a:lnTo>
                    <a:pt x="7028" y="11508"/>
                  </a:lnTo>
                  <a:lnTo>
                    <a:pt x="7221" y="11469"/>
                  </a:lnTo>
                  <a:lnTo>
                    <a:pt x="7414" y="11392"/>
                  </a:lnTo>
                  <a:lnTo>
                    <a:pt x="7569" y="11315"/>
                  </a:lnTo>
                  <a:lnTo>
                    <a:pt x="7723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09" y="10697"/>
                  </a:lnTo>
                  <a:lnTo>
                    <a:pt x="8225" y="10465"/>
                  </a:lnTo>
                  <a:lnTo>
                    <a:pt x="8264" y="10234"/>
                  </a:lnTo>
                  <a:lnTo>
                    <a:pt x="8302" y="9963"/>
                  </a:lnTo>
                  <a:lnTo>
                    <a:pt x="8341" y="9925"/>
                  </a:lnTo>
                  <a:lnTo>
                    <a:pt x="8727" y="10272"/>
                  </a:lnTo>
                  <a:lnTo>
                    <a:pt x="9075" y="10658"/>
                  </a:lnTo>
                  <a:lnTo>
                    <a:pt x="9345" y="11122"/>
                  </a:lnTo>
                  <a:lnTo>
                    <a:pt x="9461" y="11354"/>
                  </a:lnTo>
                  <a:lnTo>
                    <a:pt x="9538" y="11585"/>
                  </a:lnTo>
                  <a:lnTo>
                    <a:pt x="9654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4" y="12937"/>
                  </a:lnTo>
                  <a:lnTo>
                    <a:pt x="9577" y="13284"/>
                  </a:lnTo>
                  <a:lnTo>
                    <a:pt x="9461" y="13593"/>
                  </a:lnTo>
                  <a:lnTo>
                    <a:pt x="9191" y="14211"/>
                  </a:lnTo>
                  <a:lnTo>
                    <a:pt x="9152" y="14288"/>
                  </a:lnTo>
                  <a:lnTo>
                    <a:pt x="9152" y="14327"/>
                  </a:lnTo>
                  <a:lnTo>
                    <a:pt x="9229" y="14404"/>
                  </a:lnTo>
                  <a:lnTo>
                    <a:pt x="9306" y="14443"/>
                  </a:lnTo>
                  <a:lnTo>
                    <a:pt x="9422" y="14404"/>
                  </a:lnTo>
                  <a:lnTo>
                    <a:pt x="9577" y="14250"/>
                  </a:lnTo>
                  <a:lnTo>
                    <a:pt x="9731" y="14057"/>
                  </a:lnTo>
                  <a:lnTo>
                    <a:pt x="9847" y="13902"/>
                  </a:lnTo>
                  <a:lnTo>
                    <a:pt x="9924" y="13670"/>
                  </a:lnTo>
                  <a:lnTo>
                    <a:pt x="10079" y="13246"/>
                  </a:lnTo>
                  <a:lnTo>
                    <a:pt x="10117" y="12782"/>
                  </a:lnTo>
                  <a:lnTo>
                    <a:pt x="10117" y="12319"/>
                  </a:lnTo>
                  <a:lnTo>
                    <a:pt x="10040" y="11855"/>
                  </a:lnTo>
                  <a:lnTo>
                    <a:pt x="9924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6" y="10272"/>
                  </a:lnTo>
                  <a:lnTo>
                    <a:pt x="9036" y="9963"/>
                  </a:lnTo>
                  <a:lnTo>
                    <a:pt x="8727" y="9693"/>
                  </a:lnTo>
                  <a:lnTo>
                    <a:pt x="8959" y="9577"/>
                  </a:lnTo>
                  <a:lnTo>
                    <a:pt x="9229" y="9423"/>
                  </a:lnTo>
                  <a:lnTo>
                    <a:pt x="9461" y="9191"/>
                  </a:lnTo>
                  <a:lnTo>
                    <a:pt x="9615" y="8921"/>
                  </a:lnTo>
                  <a:lnTo>
                    <a:pt x="9731" y="8612"/>
                  </a:lnTo>
                  <a:lnTo>
                    <a:pt x="9731" y="8496"/>
                  </a:lnTo>
                  <a:lnTo>
                    <a:pt x="9731" y="8342"/>
                  </a:lnTo>
                  <a:lnTo>
                    <a:pt x="9693" y="8187"/>
                  </a:lnTo>
                  <a:lnTo>
                    <a:pt x="9615" y="8071"/>
                  </a:lnTo>
                  <a:lnTo>
                    <a:pt x="9499" y="7955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6" y="7724"/>
                  </a:lnTo>
                  <a:lnTo>
                    <a:pt x="8689" y="7724"/>
                  </a:lnTo>
                  <a:lnTo>
                    <a:pt x="8534" y="7762"/>
                  </a:lnTo>
                  <a:lnTo>
                    <a:pt x="8380" y="7840"/>
                  </a:lnTo>
                  <a:lnTo>
                    <a:pt x="8225" y="7955"/>
                  </a:lnTo>
                  <a:lnTo>
                    <a:pt x="8109" y="8071"/>
                  </a:lnTo>
                  <a:lnTo>
                    <a:pt x="7955" y="8264"/>
                  </a:lnTo>
                  <a:lnTo>
                    <a:pt x="7878" y="8535"/>
                  </a:lnTo>
                  <a:lnTo>
                    <a:pt x="7839" y="8766"/>
                  </a:lnTo>
                  <a:lnTo>
                    <a:pt x="7839" y="9037"/>
                  </a:lnTo>
                  <a:lnTo>
                    <a:pt x="7221" y="8766"/>
                  </a:lnTo>
                  <a:lnTo>
                    <a:pt x="6642" y="8496"/>
                  </a:lnTo>
                  <a:lnTo>
                    <a:pt x="5368" y="8033"/>
                  </a:lnTo>
                  <a:lnTo>
                    <a:pt x="5638" y="7878"/>
                  </a:lnTo>
                  <a:lnTo>
                    <a:pt x="5870" y="7685"/>
                  </a:lnTo>
                  <a:lnTo>
                    <a:pt x="6063" y="7453"/>
                  </a:lnTo>
                  <a:lnTo>
                    <a:pt x="6217" y="7183"/>
                  </a:lnTo>
                  <a:lnTo>
                    <a:pt x="6333" y="6874"/>
                  </a:lnTo>
                  <a:lnTo>
                    <a:pt x="6333" y="6720"/>
                  </a:lnTo>
                  <a:lnTo>
                    <a:pt x="6333" y="6527"/>
                  </a:lnTo>
                  <a:lnTo>
                    <a:pt x="6333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4" y="5947"/>
                  </a:lnTo>
                  <a:lnTo>
                    <a:pt x="5870" y="5870"/>
                  </a:lnTo>
                  <a:lnTo>
                    <a:pt x="5715" y="5832"/>
                  </a:lnTo>
                  <a:lnTo>
                    <a:pt x="5561" y="5870"/>
                  </a:lnTo>
                  <a:lnTo>
                    <a:pt x="5406" y="5909"/>
                  </a:lnTo>
                  <a:lnTo>
                    <a:pt x="5252" y="5986"/>
                  </a:lnTo>
                  <a:lnTo>
                    <a:pt x="5136" y="6063"/>
                  </a:lnTo>
                  <a:lnTo>
                    <a:pt x="4904" y="6334"/>
                  </a:lnTo>
                  <a:lnTo>
                    <a:pt x="4750" y="6643"/>
                  </a:lnTo>
                  <a:lnTo>
                    <a:pt x="4634" y="7029"/>
                  </a:lnTo>
                  <a:lnTo>
                    <a:pt x="4634" y="7222"/>
                  </a:lnTo>
                  <a:lnTo>
                    <a:pt x="4634" y="7415"/>
                  </a:lnTo>
                  <a:lnTo>
                    <a:pt x="4634" y="7608"/>
                  </a:lnTo>
                  <a:lnTo>
                    <a:pt x="4711" y="7762"/>
                  </a:lnTo>
                  <a:lnTo>
                    <a:pt x="4093" y="7453"/>
                  </a:lnTo>
                  <a:lnTo>
                    <a:pt x="3823" y="7299"/>
                  </a:lnTo>
                  <a:lnTo>
                    <a:pt x="3553" y="7106"/>
                  </a:lnTo>
                  <a:lnTo>
                    <a:pt x="3321" y="6874"/>
                  </a:lnTo>
                  <a:lnTo>
                    <a:pt x="3089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1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2" y="5986"/>
                  </a:lnTo>
                  <a:lnTo>
                    <a:pt x="4248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8" y="5407"/>
                  </a:lnTo>
                  <a:lnTo>
                    <a:pt x="4557" y="5214"/>
                  </a:lnTo>
                  <a:lnTo>
                    <a:pt x="4518" y="5059"/>
                  </a:lnTo>
                  <a:lnTo>
                    <a:pt x="4480" y="4866"/>
                  </a:lnTo>
                  <a:lnTo>
                    <a:pt x="4402" y="4712"/>
                  </a:lnTo>
                  <a:lnTo>
                    <a:pt x="4286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0" y="4364"/>
                  </a:lnTo>
                  <a:lnTo>
                    <a:pt x="3707" y="4364"/>
                  </a:lnTo>
                  <a:lnTo>
                    <a:pt x="3553" y="4403"/>
                  </a:lnTo>
                  <a:lnTo>
                    <a:pt x="3398" y="4441"/>
                  </a:lnTo>
                  <a:lnTo>
                    <a:pt x="3244" y="4519"/>
                  </a:lnTo>
                  <a:lnTo>
                    <a:pt x="3089" y="4635"/>
                  </a:lnTo>
                  <a:lnTo>
                    <a:pt x="2819" y="4905"/>
                  </a:lnTo>
                  <a:lnTo>
                    <a:pt x="2587" y="5214"/>
                  </a:lnTo>
                  <a:lnTo>
                    <a:pt x="2433" y="5561"/>
                  </a:lnTo>
                  <a:lnTo>
                    <a:pt x="2394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5" y="4326"/>
                  </a:lnTo>
                  <a:lnTo>
                    <a:pt x="2047" y="3939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4" y="2318"/>
                  </a:lnTo>
                  <a:lnTo>
                    <a:pt x="2356" y="2511"/>
                  </a:lnTo>
                  <a:lnTo>
                    <a:pt x="2587" y="2627"/>
                  </a:lnTo>
                  <a:lnTo>
                    <a:pt x="2819" y="2742"/>
                  </a:lnTo>
                  <a:lnTo>
                    <a:pt x="3128" y="2781"/>
                  </a:lnTo>
                  <a:lnTo>
                    <a:pt x="3282" y="2742"/>
                  </a:lnTo>
                  <a:lnTo>
                    <a:pt x="3476" y="2704"/>
                  </a:lnTo>
                  <a:lnTo>
                    <a:pt x="3630" y="2627"/>
                  </a:lnTo>
                  <a:lnTo>
                    <a:pt x="3784" y="2549"/>
                  </a:lnTo>
                  <a:lnTo>
                    <a:pt x="3900" y="2433"/>
                  </a:lnTo>
                  <a:lnTo>
                    <a:pt x="4016" y="2279"/>
                  </a:lnTo>
                  <a:lnTo>
                    <a:pt x="4093" y="2125"/>
                  </a:lnTo>
                  <a:lnTo>
                    <a:pt x="4132" y="1970"/>
                  </a:lnTo>
                  <a:lnTo>
                    <a:pt x="4093" y="1777"/>
                  </a:lnTo>
                  <a:lnTo>
                    <a:pt x="4055" y="1623"/>
                  </a:lnTo>
                  <a:lnTo>
                    <a:pt x="4016" y="1507"/>
                  </a:lnTo>
                  <a:lnTo>
                    <a:pt x="3900" y="1352"/>
                  </a:lnTo>
                  <a:lnTo>
                    <a:pt x="3784" y="1236"/>
                  </a:lnTo>
                  <a:lnTo>
                    <a:pt x="3630" y="1159"/>
                  </a:lnTo>
                  <a:lnTo>
                    <a:pt x="3514" y="1121"/>
                  </a:lnTo>
                  <a:lnTo>
                    <a:pt x="3321" y="1082"/>
                  </a:lnTo>
                  <a:lnTo>
                    <a:pt x="3167" y="1043"/>
                  </a:lnTo>
                  <a:lnTo>
                    <a:pt x="3012" y="1082"/>
                  </a:lnTo>
                  <a:lnTo>
                    <a:pt x="2742" y="1159"/>
                  </a:lnTo>
                  <a:lnTo>
                    <a:pt x="2472" y="1314"/>
                  </a:lnTo>
                  <a:lnTo>
                    <a:pt x="2240" y="1545"/>
                  </a:lnTo>
                  <a:lnTo>
                    <a:pt x="2510" y="78"/>
                  </a:lnTo>
                  <a:lnTo>
                    <a:pt x="220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" name="Google Shape;1688;p7"/>
            <p:cNvSpPr/>
            <p:nvPr/>
          </p:nvSpPr>
          <p:spPr>
            <a:xfrm>
              <a:off x="6161625" y="3921800"/>
              <a:ext cx="44450" cy="44425"/>
            </a:xfrm>
            <a:custGeom>
              <a:avLst/>
              <a:gdLst/>
              <a:ahLst/>
              <a:cxnLst/>
              <a:rect l="l" t="t" r="r" b="b"/>
              <a:pathLst>
                <a:path w="1778" h="1777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8"/>
                  </a:lnTo>
                  <a:lnTo>
                    <a:pt x="1391" y="811"/>
                  </a:lnTo>
                  <a:lnTo>
                    <a:pt x="1391" y="966"/>
                  </a:lnTo>
                  <a:lnTo>
                    <a:pt x="1352" y="1082"/>
                  </a:lnTo>
                  <a:lnTo>
                    <a:pt x="1275" y="1159"/>
                  </a:lnTo>
                  <a:lnTo>
                    <a:pt x="1198" y="1236"/>
                  </a:lnTo>
                  <a:lnTo>
                    <a:pt x="1082" y="1313"/>
                  </a:lnTo>
                  <a:lnTo>
                    <a:pt x="889" y="1390"/>
                  </a:lnTo>
                  <a:lnTo>
                    <a:pt x="735" y="1352"/>
                  </a:lnTo>
                  <a:lnTo>
                    <a:pt x="541" y="1275"/>
                  </a:lnTo>
                  <a:lnTo>
                    <a:pt x="426" y="1082"/>
                  </a:lnTo>
                  <a:lnTo>
                    <a:pt x="387" y="927"/>
                  </a:lnTo>
                  <a:lnTo>
                    <a:pt x="387" y="734"/>
                  </a:lnTo>
                  <a:lnTo>
                    <a:pt x="464" y="580"/>
                  </a:lnTo>
                  <a:lnTo>
                    <a:pt x="541" y="386"/>
                  </a:lnTo>
                  <a:lnTo>
                    <a:pt x="541" y="348"/>
                  </a:lnTo>
                  <a:lnTo>
                    <a:pt x="580" y="348"/>
                  </a:lnTo>
                  <a:lnTo>
                    <a:pt x="773" y="309"/>
                  </a:lnTo>
                  <a:close/>
                  <a:moveTo>
                    <a:pt x="966" y="0"/>
                  </a:moveTo>
                  <a:lnTo>
                    <a:pt x="773" y="39"/>
                  </a:lnTo>
                  <a:lnTo>
                    <a:pt x="619" y="78"/>
                  </a:lnTo>
                  <a:lnTo>
                    <a:pt x="464" y="155"/>
                  </a:lnTo>
                  <a:lnTo>
                    <a:pt x="426" y="193"/>
                  </a:lnTo>
                  <a:lnTo>
                    <a:pt x="387" y="193"/>
                  </a:lnTo>
                  <a:lnTo>
                    <a:pt x="233" y="271"/>
                  </a:lnTo>
                  <a:lnTo>
                    <a:pt x="117" y="386"/>
                  </a:lnTo>
                  <a:lnTo>
                    <a:pt x="39" y="541"/>
                  </a:lnTo>
                  <a:lnTo>
                    <a:pt x="1" y="695"/>
                  </a:lnTo>
                  <a:lnTo>
                    <a:pt x="1" y="850"/>
                  </a:lnTo>
                  <a:lnTo>
                    <a:pt x="1" y="1004"/>
                  </a:lnTo>
                  <a:lnTo>
                    <a:pt x="39" y="1197"/>
                  </a:lnTo>
                  <a:lnTo>
                    <a:pt x="117" y="1313"/>
                  </a:lnTo>
                  <a:lnTo>
                    <a:pt x="194" y="1468"/>
                  </a:lnTo>
                  <a:lnTo>
                    <a:pt x="348" y="1583"/>
                  </a:lnTo>
                  <a:lnTo>
                    <a:pt x="464" y="1699"/>
                  </a:lnTo>
                  <a:lnTo>
                    <a:pt x="619" y="1738"/>
                  </a:lnTo>
                  <a:lnTo>
                    <a:pt x="812" y="1777"/>
                  </a:lnTo>
                  <a:lnTo>
                    <a:pt x="966" y="1777"/>
                  </a:lnTo>
                  <a:lnTo>
                    <a:pt x="1121" y="1738"/>
                  </a:lnTo>
                  <a:lnTo>
                    <a:pt x="1314" y="1661"/>
                  </a:lnTo>
                  <a:lnTo>
                    <a:pt x="1430" y="1545"/>
                  </a:lnTo>
                  <a:lnTo>
                    <a:pt x="1584" y="1429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66"/>
                  </a:lnTo>
                  <a:lnTo>
                    <a:pt x="1777" y="773"/>
                  </a:lnTo>
                  <a:lnTo>
                    <a:pt x="1738" y="618"/>
                  </a:lnTo>
                  <a:lnTo>
                    <a:pt x="1661" y="425"/>
                  </a:lnTo>
                  <a:lnTo>
                    <a:pt x="1545" y="309"/>
                  </a:lnTo>
                  <a:lnTo>
                    <a:pt x="1430" y="193"/>
                  </a:lnTo>
                  <a:lnTo>
                    <a:pt x="1275" y="116"/>
                  </a:lnTo>
                  <a:lnTo>
                    <a:pt x="1121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" name="Google Shape;1689;p7"/>
            <p:cNvSpPr/>
            <p:nvPr/>
          </p:nvSpPr>
          <p:spPr>
            <a:xfrm>
              <a:off x="7032400" y="3923725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3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7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0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6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8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4"/>
                  </a:lnTo>
                  <a:lnTo>
                    <a:pt x="1159" y="541"/>
                  </a:lnTo>
                  <a:lnTo>
                    <a:pt x="1352" y="425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8"/>
                  </a:lnTo>
                  <a:lnTo>
                    <a:pt x="309" y="927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5"/>
                  </a:lnTo>
                  <a:lnTo>
                    <a:pt x="0" y="2008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4" y="2858"/>
                  </a:lnTo>
                  <a:lnTo>
                    <a:pt x="425" y="3244"/>
                  </a:lnTo>
                  <a:lnTo>
                    <a:pt x="696" y="3553"/>
                  </a:lnTo>
                  <a:lnTo>
                    <a:pt x="1043" y="3823"/>
                  </a:lnTo>
                  <a:lnTo>
                    <a:pt x="1468" y="4016"/>
                  </a:lnTo>
                  <a:lnTo>
                    <a:pt x="1661" y="4094"/>
                  </a:lnTo>
                  <a:lnTo>
                    <a:pt x="1893" y="4132"/>
                  </a:lnTo>
                  <a:lnTo>
                    <a:pt x="2317" y="4132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2"/>
                  </a:lnTo>
                  <a:lnTo>
                    <a:pt x="4171" y="1429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6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" name="Google Shape;1690;p7"/>
            <p:cNvSpPr/>
            <p:nvPr/>
          </p:nvSpPr>
          <p:spPr>
            <a:xfrm>
              <a:off x="6167425" y="3927575"/>
              <a:ext cx="114900" cy="286750"/>
            </a:xfrm>
            <a:custGeom>
              <a:avLst/>
              <a:gdLst/>
              <a:ahLst/>
              <a:cxnLst/>
              <a:rect l="l" t="t" r="r" b="b"/>
              <a:pathLst>
                <a:path w="4596" h="11470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67"/>
                  </a:lnTo>
                  <a:lnTo>
                    <a:pt x="3939" y="4287"/>
                  </a:lnTo>
                  <a:lnTo>
                    <a:pt x="4016" y="5407"/>
                  </a:lnTo>
                  <a:lnTo>
                    <a:pt x="4055" y="6643"/>
                  </a:lnTo>
                  <a:lnTo>
                    <a:pt x="4055" y="7261"/>
                  </a:lnTo>
                  <a:lnTo>
                    <a:pt x="3978" y="7917"/>
                  </a:lnTo>
                  <a:lnTo>
                    <a:pt x="3901" y="8535"/>
                  </a:lnTo>
                  <a:lnTo>
                    <a:pt x="3746" y="9153"/>
                  </a:lnTo>
                  <a:lnTo>
                    <a:pt x="3553" y="9732"/>
                  </a:lnTo>
                  <a:lnTo>
                    <a:pt x="3244" y="10273"/>
                  </a:lnTo>
                  <a:lnTo>
                    <a:pt x="3012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4"/>
                  </a:lnTo>
                  <a:lnTo>
                    <a:pt x="850" y="9693"/>
                  </a:lnTo>
                  <a:lnTo>
                    <a:pt x="773" y="9423"/>
                  </a:lnTo>
                  <a:lnTo>
                    <a:pt x="734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6"/>
                  </a:lnTo>
                  <a:lnTo>
                    <a:pt x="580" y="2781"/>
                  </a:lnTo>
                  <a:lnTo>
                    <a:pt x="618" y="2781"/>
                  </a:lnTo>
                  <a:lnTo>
                    <a:pt x="1391" y="2395"/>
                  </a:lnTo>
                  <a:lnTo>
                    <a:pt x="2163" y="1970"/>
                  </a:lnTo>
                  <a:lnTo>
                    <a:pt x="2935" y="1468"/>
                  </a:lnTo>
                  <a:lnTo>
                    <a:pt x="3283" y="1198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40"/>
                  </a:lnTo>
                  <a:lnTo>
                    <a:pt x="3476" y="349"/>
                  </a:lnTo>
                  <a:lnTo>
                    <a:pt x="3051" y="657"/>
                  </a:lnTo>
                  <a:lnTo>
                    <a:pt x="2626" y="1005"/>
                  </a:lnTo>
                  <a:lnTo>
                    <a:pt x="2202" y="1314"/>
                  </a:lnTo>
                  <a:lnTo>
                    <a:pt x="1313" y="1893"/>
                  </a:lnTo>
                  <a:lnTo>
                    <a:pt x="425" y="2472"/>
                  </a:lnTo>
                  <a:lnTo>
                    <a:pt x="348" y="2550"/>
                  </a:lnTo>
                  <a:lnTo>
                    <a:pt x="348" y="2665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4"/>
                  </a:lnTo>
                  <a:lnTo>
                    <a:pt x="155" y="4866"/>
                  </a:lnTo>
                  <a:lnTo>
                    <a:pt x="1" y="4944"/>
                  </a:lnTo>
                  <a:lnTo>
                    <a:pt x="155" y="5291"/>
                  </a:lnTo>
                  <a:lnTo>
                    <a:pt x="155" y="6257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3"/>
                  </a:lnTo>
                  <a:lnTo>
                    <a:pt x="309" y="9616"/>
                  </a:lnTo>
                  <a:lnTo>
                    <a:pt x="503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429" y="11199"/>
                  </a:lnTo>
                  <a:lnTo>
                    <a:pt x="1622" y="11315"/>
                  </a:lnTo>
                  <a:lnTo>
                    <a:pt x="1815" y="11392"/>
                  </a:lnTo>
                  <a:lnTo>
                    <a:pt x="2047" y="11431"/>
                  </a:lnTo>
                  <a:lnTo>
                    <a:pt x="2279" y="11470"/>
                  </a:lnTo>
                  <a:lnTo>
                    <a:pt x="2549" y="11431"/>
                  </a:lnTo>
                  <a:lnTo>
                    <a:pt x="2819" y="11354"/>
                  </a:lnTo>
                  <a:lnTo>
                    <a:pt x="3051" y="11238"/>
                  </a:lnTo>
                  <a:lnTo>
                    <a:pt x="3283" y="11083"/>
                  </a:lnTo>
                  <a:lnTo>
                    <a:pt x="3476" y="10890"/>
                  </a:lnTo>
                  <a:lnTo>
                    <a:pt x="3669" y="10659"/>
                  </a:lnTo>
                  <a:lnTo>
                    <a:pt x="3823" y="10427"/>
                  </a:lnTo>
                  <a:lnTo>
                    <a:pt x="3978" y="10157"/>
                  </a:lnTo>
                  <a:lnTo>
                    <a:pt x="4171" y="9577"/>
                  </a:lnTo>
                  <a:lnTo>
                    <a:pt x="4325" y="8960"/>
                  </a:lnTo>
                  <a:lnTo>
                    <a:pt x="4441" y="8342"/>
                  </a:lnTo>
                  <a:lnTo>
                    <a:pt x="4518" y="7763"/>
                  </a:lnTo>
                  <a:lnTo>
                    <a:pt x="4557" y="7222"/>
                  </a:lnTo>
                  <a:lnTo>
                    <a:pt x="4596" y="6681"/>
                  </a:lnTo>
                  <a:lnTo>
                    <a:pt x="4596" y="6102"/>
                  </a:lnTo>
                  <a:lnTo>
                    <a:pt x="4557" y="5021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2"/>
                  </a:lnTo>
                  <a:lnTo>
                    <a:pt x="4094" y="426"/>
                  </a:lnTo>
                  <a:lnTo>
                    <a:pt x="4171" y="349"/>
                  </a:lnTo>
                  <a:lnTo>
                    <a:pt x="4210" y="271"/>
                  </a:lnTo>
                  <a:lnTo>
                    <a:pt x="4210" y="233"/>
                  </a:lnTo>
                  <a:lnTo>
                    <a:pt x="4171" y="78"/>
                  </a:lnTo>
                  <a:lnTo>
                    <a:pt x="4132" y="40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" name="Google Shape;1691;p7"/>
            <p:cNvSpPr/>
            <p:nvPr/>
          </p:nvSpPr>
          <p:spPr>
            <a:xfrm>
              <a:off x="1394625" y="3943025"/>
              <a:ext cx="74350" cy="103325"/>
            </a:xfrm>
            <a:custGeom>
              <a:avLst/>
              <a:gdLst/>
              <a:ahLst/>
              <a:cxnLst/>
              <a:rect l="l" t="t" r="r" b="b"/>
              <a:pathLst>
                <a:path w="2974" h="4133" extrusionOk="0">
                  <a:moveTo>
                    <a:pt x="116" y="1"/>
                  </a:moveTo>
                  <a:lnTo>
                    <a:pt x="1" y="39"/>
                  </a:lnTo>
                  <a:lnTo>
                    <a:pt x="1" y="78"/>
                  </a:lnTo>
                  <a:lnTo>
                    <a:pt x="271" y="928"/>
                  </a:lnTo>
                  <a:lnTo>
                    <a:pt x="580" y="1738"/>
                  </a:lnTo>
                  <a:lnTo>
                    <a:pt x="927" y="2549"/>
                  </a:lnTo>
                  <a:lnTo>
                    <a:pt x="1275" y="3283"/>
                  </a:lnTo>
                  <a:lnTo>
                    <a:pt x="1507" y="3669"/>
                  </a:lnTo>
                  <a:lnTo>
                    <a:pt x="1661" y="3824"/>
                  </a:lnTo>
                  <a:lnTo>
                    <a:pt x="1854" y="3978"/>
                  </a:lnTo>
                  <a:lnTo>
                    <a:pt x="2009" y="4055"/>
                  </a:lnTo>
                  <a:lnTo>
                    <a:pt x="2240" y="4133"/>
                  </a:lnTo>
                  <a:lnTo>
                    <a:pt x="2433" y="4094"/>
                  </a:lnTo>
                  <a:lnTo>
                    <a:pt x="2665" y="4017"/>
                  </a:lnTo>
                  <a:lnTo>
                    <a:pt x="2781" y="3862"/>
                  </a:lnTo>
                  <a:lnTo>
                    <a:pt x="2897" y="3708"/>
                  </a:lnTo>
                  <a:lnTo>
                    <a:pt x="2935" y="3515"/>
                  </a:lnTo>
                  <a:lnTo>
                    <a:pt x="2974" y="3360"/>
                  </a:lnTo>
                  <a:lnTo>
                    <a:pt x="2935" y="3129"/>
                  </a:lnTo>
                  <a:lnTo>
                    <a:pt x="2897" y="2936"/>
                  </a:lnTo>
                  <a:lnTo>
                    <a:pt x="2819" y="2588"/>
                  </a:lnTo>
                  <a:lnTo>
                    <a:pt x="2588" y="2627"/>
                  </a:lnTo>
                  <a:lnTo>
                    <a:pt x="2665" y="2974"/>
                  </a:lnTo>
                  <a:lnTo>
                    <a:pt x="2704" y="3129"/>
                  </a:lnTo>
                  <a:lnTo>
                    <a:pt x="2665" y="3283"/>
                  </a:lnTo>
                  <a:lnTo>
                    <a:pt x="2433" y="3399"/>
                  </a:lnTo>
                  <a:lnTo>
                    <a:pt x="2202" y="3476"/>
                  </a:lnTo>
                  <a:lnTo>
                    <a:pt x="2009" y="3515"/>
                  </a:lnTo>
                  <a:lnTo>
                    <a:pt x="1854" y="3476"/>
                  </a:lnTo>
                  <a:lnTo>
                    <a:pt x="1700" y="3438"/>
                  </a:lnTo>
                  <a:lnTo>
                    <a:pt x="1584" y="3322"/>
                  </a:lnTo>
                  <a:lnTo>
                    <a:pt x="1507" y="3167"/>
                  </a:lnTo>
                  <a:lnTo>
                    <a:pt x="1468" y="2974"/>
                  </a:lnTo>
                  <a:lnTo>
                    <a:pt x="1352" y="2704"/>
                  </a:lnTo>
                  <a:lnTo>
                    <a:pt x="889" y="1623"/>
                  </a:lnTo>
                  <a:lnTo>
                    <a:pt x="541" y="812"/>
                  </a:lnTo>
                  <a:lnTo>
                    <a:pt x="348" y="426"/>
                  </a:lnTo>
                  <a:lnTo>
                    <a:pt x="155" y="39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2" name="Google Shape;1692;p7"/>
            <p:cNvSpPr/>
            <p:nvPr/>
          </p:nvSpPr>
          <p:spPr>
            <a:xfrm>
              <a:off x="2923775" y="3946900"/>
              <a:ext cx="335975" cy="782925"/>
            </a:xfrm>
            <a:custGeom>
              <a:avLst/>
              <a:gdLst/>
              <a:ahLst/>
              <a:cxnLst/>
              <a:rect l="l" t="t" r="r" b="b"/>
              <a:pathLst>
                <a:path w="13439" h="31317" extrusionOk="0">
                  <a:moveTo>
                    <a:pt x="6488" y="386"/>
                  </a:moveTo>
                  <a:lnTo>
                    <a:pt x="6526" y="464"/>
                  </a:lnTo>
                  <a:lnTo>
                    <a:pt x="7144" y="2008"/>
                  </a:lnTo>
                  <a:lnTo>
                    <a:pt x="7685" y="3553"/>
                  </a:lnTo>
                  <a:lnTo>
                    <a:pt x="8226" y="5136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1"/>
                  </a:lnTo>
                  <a:lnTo>
                    <a:pt x="7530" y="7337"/>
                  </a:lnTo>
                  <a:lnTo>
                    <a:pt x="7222" y="7453"/>
                  </a:lnTo>
                  <a:lnTo>
                    <a:pt x="6913" y="7530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0"/>
                  </a:lnTo>
                  <a:lnTo>
                    <a:pt x="5522" y="7492"/>
                  </a:lnTo>
                  <a:lnTo>
                    <a:pt x="4866" y="7337"/>
                  </a:lnTo>
                  <a:lnTo>
                    <a:pt x="4210" y="7105"/>
                  </a:lnTo>
                  <a:lnTo>
                    <a:pt x="3592" y="6874"/>
                  </a:lnTo>
                  <a:lnTo>
                    <a:pt x="3862" y="6024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3"/>
                  </a:lnTo>
                  <a:lnTo>
                    <a:pt x="5214" y="2742"/>
                  </a:lnTo>
                  <a:lnTo>
                    <a:pt x="5600" y="1931"/>
                  </a:lnTo>
                  <a:lnTo>
                    <a:pt x="6024" y="1159"/>
                  </a:lnTo>
                  <a:lnTo>
                    <a:pt x="6488" y="386"/>
                  </a:lnTo>
                  <a:close/>
                  <a:moveTo>
                    <a:pt x="8805" y="7028"/>
                  </a:moveTo>
                  <a:lnTo>
                    <a:pt x="9230" y="8418"/>
                  </a:lnTo>
                  <a:lnTo>
                    <a:pt x="9577" y="9847"/>
                  </a:lnTo>
                  <a:lnTo>
                    <a:pt x="9847" y="11083"/>
                  </a:lnTo>
                  <a:lnTo>
                    <a:pt x="10079" y="12357"/>
                  </a:lnTo>
                  <a:lnTo>
                    <a:pt x="10233" y="13631"/>
                  </a:lnTo>
                  <a:lnTo>
                    <a:pt x="10388" y="14906"/>
                  </a:lnTo>
                  <a:lnTo>
                    <a:pt x="10465" y="16180"/>
                  </a:lnTo>
                  <a:lnTo>
                    <a:pt x="10504" y="16836"/>
                  </a:lnTo>
                  <a:lnTo>
                    <a:pt x="10504" y="17493"/>
                  </a:lnTo>
                  <a:lnTo>
                    <a:pt x="10504" y="18188"/>
                  </a:lnTo>
                  <a:lnTo>
                    <a:pt x="10427" y="18844"/>
                  </a:lnTo>
                  <a:lnTo>
                    <a:pt x="10311" y="19462"/>
                  </a:lnTo>
                  <a:lnTo>
                    <a:pt x="10118" y="20080"/>
                  </a:lnTo>
                  <a:lnTo>
                    <a:pt x="9886" y="20659"/>
                  </a:lnTo>
                  <a:lnTo>
                    <a:pt x="9538" y="21161"/>
                  </a:lnTo>
                  <a:lnTo>
                    <a:pt x="9384" y="21393"/>
                  </a:lnTo>
                  <a:lnTo>
                    <a:pt x="9152" y="21586"/>
                  </a:lnTo>
                  <a:lnTo>
                    <a:pt x="8959" y="21779"/>
                  </a:lnTo>
                  <a:lnTo>
                    <a:pt x="8728" y="21972"/>
                  </a:lnTo>
                  <a:lnTo>
                    <a:pt x="8496" y="22127"/>
                  </a:lnTo>
                  <a:lnTo>
                    <a:pt x="8226" y="22242"/>
                  </a:lnTo>
                  <a:lnTo>
                    <a:pt x="7955" y="22358"/>
                  </a:lnTo>
                  <a:lnTo>
                    <a:pt x="7685" y="22435"/>
                  </a:lnTo>
                  <a:lnTo>
                    <a:pt x="7415" y="22474"/>
                  </a:lnTo>
                  <a:lnTo>
                    <a:pt x="6797" y="22474"/>
                  </a:lnTo>
                  <a:lnTo>
                    <a:pt x="6488" y="22435"/>
                  </a:lnTo>
                  <a:lnTo>
                    <a:pt x="5909" y="22281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4"/>
                  </a:lnTo>
                  <a:lnTo>
                    <a:pt x="4094" y="20929"/>
                  </a:lnTo>
                  <a:lnTo>
                    <a:pt x="3785" y="20466"/>
                  </a:lnTo>
                  <a:lnTo>
                    <a:pt x="3476" y="19964"/>
                  </a:lnTo>
                  <a:lnTo>
                    <a:pt x="3244" y="19424"/>
                  </a:lnTo>
                  <a:lnTo>
                    <a:pt x="3051" y="18883"/>
                  </a:lnTo>
                  <a:lnTo>
                    <a:pt x="2897" y="18342"/>
                  </a:lnTo>
                  <a:lnTo>
                    <a:pt x="2781" y="17802"/>
                  </a:lnTo>
                  <a:lnTo>
                    <a:pt x="2704" y="17222"/>
                  </a:lnTo>
                  <a:lnTo>
                    <a:pt x="2588" y="16103"/>
                  </a:lnTo>
                  <a:lnTo>
                    <a:pt x="2511" y="14944"/>
                  </a:lnTo>
                  <a:lnTo>
                    <a:pt x="2511" y="13747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2"/>
                  </a:lnTo>
                  <a:lnTo>
                    <a:pt x="3128" y="8689"/>
                  </a:lnTo>
                  <a:lnTo>
                    <a:pt x="3283" y="7916"/>
                  </a:lnTo>
                  <a:lnTo>
                    <a:pt x="3515" y="7183"/>
                  </a:lnTo>
                  <a:lnTo>
                    <a:pt x="4132" y="7453"/>
                  </a:lnTo>
                  <a:lnTo>
                    <a:pt x="4827" y="7685"/>
                  </a:lnTo>
                  <a:lnTo>
                    <a:pt x="5522" y="7839"/>
                  </a:lnTo>
                  <a:lnTo>
                    <a:pt x="5909" y="7916"/>
                  </a:lnTo>
                  <a:lnTo>
                    <a:pt x="6256" y="7916"/>
                  </a:lnTo>
                  <a:lnTo>
                    <a:pt x="6604" y="7955"/>
                  </a:lnTo>
                  <a:lnTo>
                    <a:pt x="6990" y="7916"/>
                  </a:lnTo>
                  <a:lnTo>
                    <a:pt x="7299" y="7878"/>
                  </a:lnTo>
                  <a:lnTo>
                    <a:pt x="7646" y="7762"/>
                  </a:lnTo>
                  <a:lnTo>
                    <a:pt x="7955" y="7646"/>
                  </a:lnTo>
                  <a:lnTo>
                    <a:pt x="8264" y="7492"/>
                  </a:lnTo>
                  <a:lnTo>
                    <a:pt x="8573" y="7260"/>
                  </a:lnTo>
                  <a:lnTo>
                    <a:pt x="8805" y="7028"/>
                  </a:lnTo>
                  <a:close/>
                  <a:moveTo>
                    <a:pt x="8650" y="22474"/>
                  </a:moveTo>
                  <a:lnTo>
                    <a:pt x="8766" y="22822"/>
                  </a:lnTo>
                  <a:lnTo>
                    <a:pt x="8921" y="23169"/>
                  </a:lnTo>
                  <a:lnTo>
                    <a:pt x="8496" y="23401"/>
                  </a:lnTo>
                  <a:lnTo>
                    <a:pt x="8071" y="23555"/>
                  </a:lnTo>
                  <a:lnTo>
                    <a:pt x="7608" y="23633"/>
                  </a:lnTo>
                  <a:lnTo>
                    <a:pt x="7144" y="23671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2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4"/>
                  </a:lnTo>
                  <a:lnTo>
                    <a:pt x="5870" y="22629"/>
                  </a:lnTo>
                  <a:lnTo>
                    <a:pt x="6256" y="22783"/>
                  </a:lnTo>
                  <a:lnTo>
                    <a:pt x="6681" y="22860"/>
                  </a:lnTo>
                  <a:lnTo>
                    <a:pt x="7067" y="22899"/>
                  </a:lnTo>
                  <a:lnTo>
                    <a:pt x="7453" y="22860"/>
                  </a:lnTo>
                  <a:lnTo>
                    <a:pt x="7878" y="22822"/>
                  </a:lnTo>
                  <a:lnTo>
                    <a:pt x="8264" y="22667"/>
                  </a:lnTo>
                  <a:lnTo>
                    <a:pt x="8650" y="22474"/>
                  </a:lnTo>
                  <a:close/>
                  <a:moveTo>
                    <a:pt x="10890" y="16798"/>
                  </a:moveTo>
                  <a:lnTo>
                    <a:pt x="11392" y="17261"/>
                  </a:lnTo>
                  <a:lnTo>
                    <a:pt x="11933" y="17647"/>
                  </a:lnTo>
                  <a:lnTo>
                    <a:pt x="12512" y="18033"/>
                  </a:lnTo>
                  <a:lnTo>
                    <a:pt x="13091" y="18342"/>
                  </a:lnTo>
                  <a:lnTo>
                    <a:pt x="12937" y="19771"/>
                  </a:lnTo>
                  <a:lnTo>
                    <a:pt x="12821" y="21238"/>
                  </a:lnTo>
                  <a:lnTo>
                    <a:pt x="12705" y="24212"/>
                  </a:lnTo>
                  <a:lnTo>
                    <a:pt x="11894" y="23594"/>
                  </a:lnTo>
                  <a:lnTo>
                    <a:pt x="11044" y="23015"/>
                  </a:lnTo>
                  <a:lnTo>
                    <a:pt x="10813" y="22860"/>
                  </a:lnTo>
                  <a:lnTo>
                    <a:pt x="10620" y="22667"/>
                  </a:lnTo>
                  <a:lnTo>
                    <a:pt x="10581" y="22590"/>
                  </a:lnTo>
                  <a:lnTo>
                    <a:pt x="10542" y="22435"/>
                  </a:lnTo>
                  <a:lnTo>
                    <a:pt x="10542" y="22127"/>
                  </a:lnTo>
                  <a:lnTo>
                    <a:pt x="10542" y="21393"/>
                  </a:lnTo>
                  <a:lnTo>
                    <a:pt x="10504" y="20659"/>
                  </a:lnTo>
                  <a:lnTo>
                    <a:pt x="10504" y="20582"/>
                  </a:lnTo>
                  <a:lnTo>
                    <a:pt x="10465" y="20543"/>
                  </a:lnTo>
                  <a:lnTo>
                    <a:pt x="10388" y="20466"/>
                  </a:lnTo>
                  <a:lnTo>
                    <a:pt x="10542" y="19964"/>
                  </a:lnTo>
                  <a:lnTo>
                    <a:pt x="10697" y="19424"/>
                  </a:lnTo>
                  <a:lnTo>
                    <a:pt x="10774" y="18883"/>
                  </a:lnTo>
                  <a:lnTo>
                    <a:pt x="10851" y="18304"/>
                  </a:lnTo>
                  <a:lnTo>
                    <a:pt x="10890" y="17570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4"/>
                  </a:lnTo>
                  <a:lnTo>
                    <a:pt x="6140" y="23826"/>
                  </a:lnTo>
                  <a:lnTo>
                    <a:pt x="6642" y="23941"/>
                  </a:lnTo>
                  <a:lnTo>
                    <a:pt x="7144" y="23980"/>
                  </a:lnTo>
                  <a:lnTo>
                    <a:pt x="7646" y="23980"/>
                  </a:lnTo>
                  <a:lnTo>
                    <a:pt x="8148" y="23864"/>
                  </a:lnTo>
                  <a:lnTo>
                    <a:pt x="8612" y="23710"/>
                  </a:lnTo>
                  <a:lnTo>
                    <a:pt x="9075" y="23439"/>
                  </a:lnTo>
                  <a:lnTo>
                    <a:pt x="9384" y="23903"/>
                  </a:lnTo>
                  <a:lnTo>
                    <a:pt x="8843" y="24173"/>
                  </a:lnTo>
                  <a:lnTo>
                    <a:pt x="8303" y="24366"/>
                  </a:lnTo>
                  <a:lnTo>
                    <a:pt x="7762" y="24482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3"/>
                  </a:lnTo>
                  <a:lnTo>
                    <a:pt x="5561" y="24289"/>
                  </a:lnTo>
                  <a:lnTo>
                    <a:pt x="4982" y="24096"/>
                  </a:lnTo>
                  <a:lnTo>
                    <a:pt x="5059" y="23903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7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2"/>
                  </a:lnTo>
                  <a:lnTo>
                    <a:pt x="2974" y="19771"/>
                  </a:lnTo>
                  <a:lnTo>
                    <a:pt x="3244" y="20312"/>
                  </a:lnTo>
                  <a:lnTo>
                    <a:pt x="3244" y="20350"/>
                  </a:lnTo>
                  <a:lnTo>
                    <a:pt x="3206" y="21200"/>
                  </a:lnTo>
                  <a:lnTo>
                    <a:pt x="3244" y="22049"/>
                  </a:lnTo>
                  <a:lnTo>
                    <a:pt x="3283" y="22358"/>
                  </a:lnTo>
                  <a:lnTo>
                    <a:pt x="3321" y="22706"/>
                  </a:lnTo>
                  <a:lnTo>
                    <a:pt x="3321" y="23053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8"/>
                  </a:lnTo>
                  <a:lnTo>
                    <a:pt x="3051" y="23633"/>
                  </a:lnTo>
                  <a:lnTo>
                    <a:pt x="2704" y="23903"/>
                  </a:lnTo>
                  <a:lnTo>
                    <a:pt x="2009" y="24405"/>
                  </a:lnTo>
                  <a:lnTo>
                    <a:pt x="773" y="25409"/>
                  </a:lnTo>
                  <a:lnTo>
                    <a:pt x="811" y="24675"/>
                  </a:lnTo>
                  <a:lnTo>
                    <a:pt x="850" y="23941"/>
                  </a:lnTo>
                  <a:lnTo>
                    <a:pt x="811" y="23169"/>
                  </a:lnTo>
                  <a:lnTo>
                    <a:pt x="773" y="22435"/>
                  </a:lnTo>
                  <a:lnTo>
                    <a:pt x="657" y="21238"/>
                  </a:lnTo>
                  <a:lnTo>
                    <a:pt x="503" y="20466"/>
                  </a:lnTo>
                  <a:lnTo>
                    <a:pt x="425" y="20080"/>
                  </a:lnTo>
                  <a:lnTo>
                    <a:pt x="464" y="19694"/>
                  </a:lnTo>
                  <a:lnTo>
                    <a:pt x="503" y="19655"/>
                  </a:lnTo>
                  <a:lnTo>
                    <a:pt x="541" y="19578"/>
                  </a:lnTo>
                  <a:lnTo>
                    <a:pt x="541" y="19539"/>
                  </a:lnTo>
                  <a:lnTo>
                    <a:pt x="541" y="19462"/>
                  </a:lnTo>
                  <a:lnTo>
                    <a:pt x="1429" y="18420"/>
                  </a:lnTo>
                  <a:lnTo>
                    <a:pt x="2356" y="17377"/>
                  </a:lnTo>
                  <a:close/>
                  <a:moveTo>
                    <a:pt x="8148" y="24830"/>
                  </a:moveTo>
                  <a:lnTo>
                    <a:pt x="8148" y="25061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7"/>
                  </a:lnTo>
                  <a:lnTo>
                    <a:pt x="7878" y="25216"/>
                  </a:lnTo>
                  <a:lnTo>
                    <a:pt x="7839" y="25293"/>
                  </a:lnTo>
                  <a:lnTo>
                    <a:pt x="7839" y="25370"/>
                  </a:lnTo>
                  <a:lnTo>
                    <a:pt x="7994" y="25872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59"/>
                  </a:lnTo>
                  <a:lnTo>
                    <a:pt x="8148" y="28961"/>
                  </a:lnTo>
                  <a:lnTo>
                    <a:pt x="8071" y="29502"/>
                  </a:lnTo>
                  <a:lnTo>
                    <a:pt x="7762" y="29193"/>
                  </a:lnTo>
                  <a:lnTo>
                    <a:pt x="7453" y="28884"/>
                  </a:lnTo>
                  <a:lnTo>
                    <a:pt x="7260" y="28537"/>
                  </a:lnTo>
                  <a:lnTo>
                    <a:pt x="7067" y="28189"/>
                  </a:lnTo>
                  <a:lnTo>
                    <a:pt x="6951" y="27803"/>
                  </a:lnTo>
                  <a:lnTo>
                    <a:pt x="6874" y="27417"/>
                  </a:lnTo>
                  <a:lnTo>
                    <a:pt x="6835" y="26953"/>
                  </a:lnTo>
                  <a:lnTo>
                    <a:pt x="6835" y="26490"/>
                  </a:lnTo>
                  <a:lnTo>
                    <a:pt x="6874" y="26104"/>
                  </a:lnTo>
                  <a:lnTo>
                    <a:pt x="6874" y="25756"/>
                  </a:lnTo>
                  <a:lnTo>
                    <a:pt x="6835" y="25602"/>
                  </a:lnTo>
                  <a:lnTo>
                    <a:pt x="6758" y="25486"/>
                  </a:lnTo>
                  <a:lnTo>
                    <a:pt x="6642" y="25370"/>
                  </a:lnTo>
                  <a:lnTo>
                    <a:pt x="6488" y="25293"/>
                  </a:lnTo>
                  <a:lnTo>
                    <a:pt x="6604" y="25100"/>
                  </a:lnTo>
                  <a:lnTo>
                    <a:pt x="6720" y="24984"/>
                  </a:lnTo>
                  <a:lnTo>
                    <a:pt x="7106" y="24984"/>
                  </a:lnTo>
                  <a:lnTo>
                    <a:pt x="7453" y="24945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4"/>
                  </a:lnTo>
                  <a:lnTo>
                    <a:pt x="9500" y="25409"/>
                  </a:lnTo>
                  <a:lnTo>
                    <a:pt x="9809" y="25795"/>
                  </a:lnTo>
                  <a:lnTo>
                    <a:pt x="10118" y="26258"/>
                  </a:lnTo>
                  <a:lnTo>
                    <a:pt x="9847" y="26220"/>
                  </a:lnTo>
                  <a:lnTo>
                    <a:pt x="9616" y="26104"/>
                  </a:lnTo>
                  <a:lnTo>
                    <a:pt x="9423" y="25949"/>
                  </a:lnTo>
                  <a:lnTo>
                    <a:pt x="9230" y="25756"/>
                  </a:lnTo>
                  <a:lnTo>
                    <a:pt x="9191" y="25679"/>
                  </a:lnTo>
                  <a:lnTo>
                    <a:pt x="8998" y="25679"/>
                  </a:lnTo>
                  <a:lnTo>
                    <a:pt x="8959" y="25718"/>
                  </a:lnTo>
                  <a:lnTo>
                    <a:pt x="8921" y="25795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0"/>
                  </a:lnTo>
                  <a:lnTo>
                    <a:pt x="9423" y="27069"/>
                  </a:lnTo>
                  <a:lnTo>
                    <a:pt x="9500" y="27378"/>
                  </a:lnTo>
                  <a:lnTo>
                    <a:pt x="9538" y="27687"/>
                  </a:lnTo>
                  <a:lnTo>
                    <a:pt x="9538" y="27996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79"/>
                  </a:lnTo>
                  <a:lnTo>
                    <a:pt x="9230" y="29888"/>
                  </a:lnTo>
                  <a:lnTo>
                    <a:pt x="9075" y="30158"/>
                  </a:lnTo>
                  <a:lnTo>
                    <a:pt x="8921" y="30429"/>
                  </a:lnTo>
                  <a:lnTo>
                    <a:pt x="8728" y="30660"/>
                  </a:lnTo>
                  <a:lnTo>
                    <a:pt x="8534" y="30776"/>
                  </a:lnTo>
                  <a:lnTo>
                    <a:pt x="8341" y="30853"/>
                  </a:lnTo>
                  <a:lnTo>
                    <a:pt x="8187" y="30853"/>
                  </a:lnTo>
                  <a:lnTo>
                    <a:pt x="7994" y="30776"/>
                  </a:lnTo>
                  <a:lnTo>
                    <a:pt x="7839" y="30699"/>
                  </a:lnTo>
                  <a:lnTo>
                    <a:pt x="7685" y="30583"/>
                  </a:lnTo>
                  <a:lnTo>
                    <a:pt x="7376" y="30274"/>
                  </a:lnTo>
                  <a:lnTo>
                    <a:pt x="6874" y="29772"/>
                  </a:lnTo>
                  <a:lnTo>
                    <a:pt x="6681" y="29502"/>
                  </a:lnTo>
                  <a:lnTo>
                    <a:pt x="6488" y="29193"/>
                  </a:lnTo>
                  <a:lnTo>
                    <a:pt x="6295" y="28846"/>
                  </a:lnTo>
                  <a:lnTo>
                    <a:pt x="6102" y="28459"/>
                  </a:lnTo>
                  <a:lnTo>
                    <a:pt x="5986" y="28073"/>
                  </a:lnTo>
                  <a:lnTo>
                    <a:pt x="5909" y="27687"/>
                  </a:lnTo>
                  <a:lnTo>
                    <a:pt x="5870" y="27262"/>
                  </a:lnTo>
                  <a:lnTo>
                    <a:pt x="5870" y="26876"/>
                  </a:lnTo>
                  <a:lnTo>
                    <a:pt x="5909" y="26490"/>
                  </a:lnTo>
                  <a:lnTo>
                    <a:pt x="6024" y="26065"/>
                  </a:lnTo>
                  <a:lnTo>
                    <a:pt x="6024" y="25949"/>
                  </a:lnTo>
                  <a:lnTo>
                    <a:pt x="5947" y="25911"/>
                  </a:lnTo>
                  <a:lnTo>
                    <a:pt x="5870" y="25872"/>
                  </a:lnTo>
                  <a:lnTo>
                    <a:pt x="5793" y="25872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7"/>
                  </a:lnTo>
                  <a:lnTo>
                    <a:pt x="5445" y="25100"/>
                  </a:lnTo>
                  <a:lnTo>
                    <a:pt x="5716" y="24752"/>
                  </a:lnTo>
                  <a:lnTo>
                    <a:pt x="6102" y="24868"/>
                  </a:lnTo>
                  <a:lnTo>
                    <a:pt x="6488" y="24945"/>
                  </a:lnTo>
                  <a:lnTo>
                    <a:pt x="6333" y="25100"/>
                  </a:lnTo>
                  <a:lnTo>
                    <a:pt x="6179" y="25293"/>
                  </a:lnTo>
                  <a:lnTo>
                    <a:pt x="6179" y="25370"/>
                  </a:lnTo>
                  <a:lnTo>
                    <a:pt x="6179" y="25447"/>
                  </a:lnTo>
                  <a:lnTo>
                    <a:pt x="6256" y="25486"/>
                  </a:lnTo>
                  <a:lnTo>
                    <a:pt x="6295" y="25486"/>
                  </a:lnTo>
                  <a:lnTo>
                    <a:pt x="6372" y="25525"/>
                  </a:lnTo>
                  <a:lnTo>
                    <a:pt x="6449" y="25602"/>
                  </a:lnTo>
                  <a:lnTo>
                    <a:pt x="6526" y="25795"/>
                  </a:lnTo>
                  <a:lnTo>
                    <a:pt x="6565" y="26104"/>
                  </a:lnTo>
                  <a:lnTo>
                    <a:pt x="6604" y="26451"/>
                  </a:lnTo>
                  <a:lnTo>
                    <a:pt x="6604" y="27146"/>
                  </a:lnTo>
                  <a:lnTo>
                    <a:pt x="6604" y="27610"/>
                  </a:lnTo>
                  <a:lnTo>
                    <a:pt x="6681" y="28073"/>
                  </a:lnTo>
                  <a:lnTo>
                    <a:pt x="6835" y="28498"/>
                  </a:lnTo>
                  <a:lnTo>
                    <a:pt x="7067" y="28923"/>
                  </a:lnTo>
                  <a:lnTo>
                    <a:pt x="7376" y="29309"/>
                  </a:lnTo>
                  <a:lnTo>
                    <a:pt x="7569" y="29463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49"/>
                  </a:lnTo>
                  <a:lnTo>
                    <a:pt x="8264" y="29849"/>
                  </a:lnTo>
                  <a:lnTo>
                    <a:pt x="8303" y="29811"/>
                  </a:lnTo>
                  <a:lnTo>
                    <a:pt x="8303" y="29734"/>
                  </a:lnTo>
                  <a:lnTo>
                    <a:pt x="8303" y="29695"/>
                  </a:lnTo>
                  <a:lnTo>
                    <a:pt x="8303" y="29656"/>
                  </a:lnTo>
                  <a:lnTo>
                    <a:pt x="8419" y="29154"/>
                  </a:lnTo>
                  <a:lnTo>
                    <a:pt x="8496" y="28614"/>
                  </a:lnTo>
                  <a:lnTo>
                    <a:pt x="8534" y="28112"/>
                  </a:lnTo>
                  <a:lnTo>
                    <a:pt x="8534" y="27571"/>
                  </a:lnTo>
                  <a:lnTo>
                    <a:pt x="8534" y="27069"/>
                  </a:lnTo>
                  <a:lnTo>
                    <a:pt x="8457" y="26567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6"/>
                  </a:lnTo>
                  <a:lnTo>
                    <a:pt x="8650" y="25409"/>
                  </a:lnTo>
                  <a:lnTo>
                    <a:pt x="8650" y="25370"/>
                  </a:lnTo>
                  <a:lnTo>
                    <a:pt x="8612" y="25293"/>
                  </a:lnTo>
                  <a:lnTo>
                    <a:pt x="8380" y="24791"/>
                  </a:lnTo>
                  <a:lnTo>
                    <a:pt x="8805" y="24637"/>
                  </a:lnTo>
                  <a:close/>
                  <a:moveTo>
                    <a:pt x="6449" y="0"/>
                  </a:moveTo>
                  <a:lnTo>
                    <a:pt x="6411" y="39"/>
                  </a:lnTo>
                  <a:lnTo>
                    <a:pt x="6411" y="116"/>
                  </a:lnTo>
                  <a:lnTo>
                    <a:pt x="6333" y="116"/>
                  </a:lnTo>
                  <a:lnTo>
                    <a:pt x="6295" y="193"/>
                  </a:lnTo>
                  <a:lnTo>
                    <a:pt x="5600" y="1275"/>
                  </a:lnTo>
                  <a:lnTo>
                    <a:pt x="4943" y="2433"/>
                  </a:lnTo>
                  <a:lnTo>
                    <a:pt x="4403" y="3591"/>
                  </a:lnTo>
                  <a:lnTo>
                    <a:pt x="3901" y="4827"/>
                  </a:lnTo>
                  <a:lnTo>
                    <a:pt x="3437" y="6063"/>
                  </a:lnTo>
                  <a:lnTo>
                    <a:pt x="3090" y="7298"/>
                  </a:lnTo>
                  <a:lnTo>
                    <a:pt x="2742" y="8573"/>
                  </a:lnTo>
                  <a:lnTo>
                    <a:pt x="2511" y="9847"/>
                  </a:lnTo>
                  <a:lnTo>
                    <a:pt x="2317" y="11160"/>
                  </a:lnTo>
                  <a:lnTo>
                    <a:pt x="2202" y="12473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8"/>
                  </a:lnTo>
                  <a:lnTo>
                    <a:pt x="541" y="18806"/>
                  </a:lnTo>
                  <a:lnTo>
                    <a:pt x="39" y="19462"/>
                  </a:lnTo>
                  <a:lnTo>
                    <a:pt x="1" y="19501"/>
                  </a:lnTo>
                  <a:lnTo>
                    <a:pt x="1" y="19578"/>
                  </a:lnTo>
                  <a:lnTo>
                    <a:pt x="78" y="19694"/>
                  </a:lnTo>
                  <a:lnTo>
                    <a:pt x="39" y="19964"/>
                  </a:lnTo>
                  <a:lnTo>
                    <a:pt x="39" y="20273"/>
                  </a:lnTo>
                  <a:lnTo>
                    <a:pt x="39" y="20543"/>
                  </a:lnTo>
                  <a:lnTo>
                    <a:pt x="78" y="20852"/>
                  </a:lnTo>
                  <a:lnTo>
                    <a:pt x="194" y="21431"/>
                  </a:lnTo>
                  <a:lnTo>
                    <a:pt x="309" y="22011"/>
                  </a:lnTo>
                  <a:lnTo>
                    <a:pt x="387" y="22899"/>
                  </a:lnTo>
                  <a:lnTo>
                    <a:pt x="425" y="23748"/>
                  </a:lnTo>
                  <a:lnTo>
                    <a:pt x="425" y="24637"/>
                  </a:lnTo>
                  <a:lnTo>
                    <a:pt x="387" y="25486"/>
                  </a:lnTo>
                  <a:lnTo>
                    <a:pt x="387" y="25602"/>
                  </a:lnTo>
                  <a:lnTo>
                    <a:pt x="464" y="25640"/>
                  </a:lnTo>
                  <a:lnTo>
                    <a:pt x="503" y="25679"/>
                  </a:lnTo>
                  <a:lnTo>
                    <a:pt x="580" y="25679"/>
                  </a:lnTo>
                  <a:lnTo>
                    <a:pt x="618" y="25756"/>
                  </a:lnTo>
                  <a:lnTo>
                    <a:pt x="696" y="25795"/>
                  </a:lnTo>
                  <a:lnTo>
                    <a:pt x="811" y="25795"/>
                  </a:lnTo>
                  <a:lnTo>
                    <a:pt x="1584" y="25254"/>
                  </a:lnTo>
                  <a:lnTo>
                    <a:pt x="2279" y="24714"/>
                  </a:lnTo>
                  <a:lnTo>
                    <a:pt x="3746" y="23594"/>
                  </a:lnTo>
                  <a:lnTo>
                    <a:pt x="3785" y="23478"/>
                  </a:lnTo>
                  <a:lnTo>
                    <a:pt x="3785" y="23362"/>
                  </a:lnTo>
                  <a:lnTo>
                    <a:pt x="3630" y="22088"/>
                  </a:lnTo>
                  <a:lnTo>
                    <a:pt x="3592" y="20814"/>
                  </a:lnTo>
                  <a:lnTo>
                    <a:pt x="3939" y="21277"/>
                  </a:lnTo>
                  <a:lnTo>
                    <a:pt x="4364" y="21663"/>
                  </a:lnTo>
                  <a:lnTo>
                    <a:pt x="4789" y="22049"/>
                  </a:lnTo>
                  <a:lnTo>
                    <a:pt x="5252" y="22358"/>
                  </a:lnTo>
                  <a:lnTo>
                    <a:pt x="5059" y="22744"/>
                  </a:lnTo>
                  <a:lnTo>
                    <a:pt x="4866" y="23169"/>
                  </a:lnTo>
                  <a:lnTo>
                    <a:pt x="4712" y="23633"/>
                  </a:lnTo>
                  <a:lnTo>
                    <a:pt x="4673" y="23864"/>
                  </a:lnTo>
                  <a:lnTo>
                    <a:pt x="4712" y="24096"/>
                  </a:lnTo>
                  <a:lnTo>
                    <a:pt x="4750" y="24173"/>
                  </a:lnTo>
                  <a:lnTo>
                    <a:pt x="4789" y="24212"/>
                  </a:lnTo>
                  <a:lnTo>
                    <a:pt x="4827" y="24250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5"/>
                  </a:lnTo>
                  <a:lnTo>
                    <a:pt x="5329" y="24868"/>
                  </a:lnTo>
                  <a:lnTo>
                    <a:pt x="5175" y="25061"/>
                  </a:lnTo>
                  <a:lnTo>
                    <a:pt x="5020" y="25254"/>
                  </a:lnTo>
                  <a:lnTo>
                    <a:pt x="4905" y="25486"/>
                  </a:lnTo>
                  <a:lnTo>
                    <a:pt x="4827" y="25718"/>
                  </a:lnTo>
                  <a:lnTo>
                    <a:pt x="4750" y="25949"/>
                  </a:lnTo>
                  <a:lnTo>
                    <a:pt x="4712" y="26220"/>
                  </a:lnTo>
                  <a:lnTo>
                    <a:pt x="4712" y="26490"/>
                  </a:lnTo>
                  <a:lnTo>
                    <a:pt x="4712" y="26567"/>
                  </a:lnTo>
                  <a:lnTo>
                    <a:pt x="4789" y="26644"/>
                  </a:lnTo>
                  <a:lnTo>
                    <a:pt x="4943" y="26644"/>
                  </a:lnTo>
                  <a:lnTo>
                    <a:pt x="5638" y="26297"/>
                  </a:lnTo>
                  <a:lnTo>
                    <a:pt x="5638" y="26297"/>
                  </a:lnTo>
                  <a:lnTo>
                    <a:pt x="5561" y="26722"/>
                  </a:lnTo>
                  <a:lnTo>
                    <a:pt x="5561" y="27146"/>
                  </a:lnTo>
                  <a:lnTo>
                    <a:pt x="5561" y="27533"/>
                  </a:lnTo>
                  <a:lnTo>
                    <a:pt x="5638" y="27957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6"/>
                  </a:lnTo>
                  <a:lnTo>
                    <a:pt x="6256" y="29463"/>
                  </a:lnTo>
                  <a:lnTo>
                    <a:pt x="6642" y="30004"/>
                  </a:lnTo>
                  <a:lnTo>
                    <a:pt x="6913" y="30351"/>
                  </a:lnTo>
                  <a:lnTo>
                    <a:pt x="7183" y="30660"/>
                  </a:lnTo>
                  <a:lnTo>
                    <a:pt x="7530" y="30969"/>
                  </a:lnTo>
                  <a:lnTo>
                    <a:pt x="7839" y="31162"/>
                  </a:lnTo>
                  <a:lnTo>
                    <a:pt x="7994" y="31240"/>
                  </a:lnTo>
                  <a:lnTo>
                    <a:pt x="8148" y="31317"/>
                  </a:lnTo>
                  <a:lnTo>
                    <a:pt x="8303" y="31317"/>
                  </a:lnTo>
                  <a:lnTo>
                    <a:pt x="8457" y="31278"/>
                  </a:lnTo>
                  <a:lnTo>
                    <a:pt x="8612" y="31240"/>
                  </a:lnTo>
                  <a:lnTo>
                    <a:pt x="8766" y="31162"/>
                  </a:lnTo>
                  <a:lnTo>
                    <a:pt x="8998" y="30892"/>
                  </a:lnTo>
                  <a:lnTo>
                    <a:pt x="9230" y="30583"/>
                  </a:lnTo>
                  <a:lnTo>
                    <a:pt x="9423" y="30236"/>
                  </a:lnTo>
                  <a:lnTo>
                    <a:pt x="9577" y="29849"/>
                  </a:lnTo>
                  <a:lnTo>
                    <a:pt x="9693" y="29463"/>
                  </a:lnTo>
                  <a:lnTo>
                    <a:pt x="9847" y="28807"/>
                  </a:lnTo>
                  <a:lnTo>
                    <a:pt x="9886" y="28228"/>
                  </a:lnTo>
                  <a:lnTo>
                    <a:pt x="9847" y="27610"/>
                  </a:lnTo>
                  <a:lnTo>
                    <a:pt x="9770" y="27031"/>
                  </a:lnTo>
                  <a:lnTo>
                    <a:pt x="9577" y="26490"/>
                  </a:lnTo>
                  <a:lnTo>
                    <a:pt x="9770" y="26529"/>
                  </a:lnTo>
                  <a:lnTo>
                    <a:pt x="9963" y="26567"/>
                  </a:lnTo>
                  <a:lnTo>
                    <a:pt x="10156" y="26606"/>
                  </a:lnTo>
                  <a:lnTo>
                    <a:pt x="10388" y="26606"/>
                  </a:lnTo>
                  <a:lnTo>
                    <a:pt x="10465" y="26567"/>
                  </a:lnTo>
                  <a:lnTo>
                    <a:pt x="10542" y="26529"/>
                  </a:lnTo>
                  <a:lnTo>
                    <a:pt x="10542" y="26451"/>
                  </a:lnTo>
                  <a:lnTo>
                    <a:pt x="10542" y="26336"/>
                  </a:lnTo>
                  <a:lnTo>
                    <a:pt x="10233" y="25834"/>
                  </a:lnTo>
                  <a:lnTo>
                    <a:pt x="9925" y="25332"/>
                  </a:lnTo>
                  <a:lnTo>
                    <a:pt x="9538" y="24868"/>
                  </a:lnTo>
                  <a:lnTo>
                    <a:pt x="9114" y="24482"/>
                  </a:lnTo>
                  <a:lnTo>
                    <a:pt x="9616" y="24135"/>
                  </a:lnTo>
                  <a:lnTo>
                    <a:pt x="9693" y="24057"/>
                  </a:lnTo>
                  <a:lnTo>
                    <a:pt x="9732" y="23980"/>
                  </a:lnTo>
                  <a:lnTo>
                    <a:pt x="9770" y="23941"/>
                  </a:lnTo>
                  <a:lnTo>
                    <a:pt x="9732" y="23864"/>
                  </a:lnTo>
                  <a:lnTo>
                    <a:pt x="9307" y="23092"/>
                  </a:lnTo>
                  <a:lnTo>
                    <a:pt x="9114" y="22706"/>
                  </a:lnTo>
                  <a:lnTo>
                    <a:pt x="8959" y="22281"/>
                  </a:lnTo>
                  <a:lnTo>
                    <a:pt x="9114" y="22204"/>
                  </a:lnTo>
                  <a:lnTo>
                    <a:pt x="9423" y="21933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8"/>
                  </a:lnTo>
                  <a:lnTo>
                    <a:pt x="10118" y="21895"/>
                  </a:lnTo>
                  <a:lnTo>
                    <a:pt x="10040" y="22822"/>
                  </a:lnTo>
                  <a:lnTo>
                    <a:pt x="10079" y="22899"/>
                  </a:lnTo>
                  <a:lnTo>
                    <a:pt x="10156" y="22976"/>
                  </a:lnTo>
                  <a:lnTo>
                    <a:pt x="10813" y="23401"/>
                  </a:lnTo>
                  <a:lnTo>
                    <a:pt x="11469" y="23826"/>
                  </a:lnTo>
                  <a:lnTo>
                    <a:pt x="12126" y="24289"/>
                  </a:lnTo>
                  <a:lnTo>
                    <a:pt x="12743" y="24752"/>
                  </a:lnTo>
                  <a:lnTo>
                    <a:pt x="12859" y="24830"/>
                  </a:lnTo>
                  <a:lnTo>
                    <a:pt x="12975" y="24791"/>
                  </a:lnTo>
                  <a:lnTo>
                    <a:pt x="13052" y="24752"/>
                  </a:lnTo>
                  <a:lnTo>
                    <a:pt x="13091" y="24637"/>
                  </a:lnTo>
                  <a:lnTo>
                    <a:pt x="13323" y="21393"/>
                  </a:lnTo>
                  <a:lnTo>
                    <a:pt x="13400" y="19771"/>
                  </a:lnTo>
                  <a:lnTo>
                    <a:pt x="13439" y="18960"/>
                  </a:lnTo>
                  <a:lnTo>
                    <a:pt x="13400" y="18188"/>
                  </a:lnTo>
                  <a:lnTo>
                    <a:pt x="13361" y="18072"/>
                  </a:lnTo>
                  <a:lnTo>
                    <a:pt x="13323" y="18033"/>
                  </a:lnTo>
                  <a:lnTo>
                    <a:pt x="13284" y="18033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4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5" y="14558"/>
                  </a:lnTo>
                  <a:lnTo>
                    <a:pt x="10620" y="13631"/>
                  </a:lnTo>
                  <a:lnTo>
                    <a:pt x="10504" y="12705"/>
                  </a:lnTo>
                  <a:lnTo>
                    <a:pt x="10233" y="11121"/>
                  </a:lnTo>
                  <a:lnTo>
                    <a:pt x="9886" y="9538"/>
                  </a:lnTo>
                  <a:lnTo>
                    <a:pt x="9500" y="7955"/>
                  </a:lnTo>
                  <a:lnTo>
                    <a:pt x="9036" y="6410"/>
                  </a:lnTo>
                  <a:lnTo>
                    <a:pt x="8534" y="4866"/>
                  </a:lnTo>
                  <a:lnTo>
                    <a:pt x="7994" y="3321"/>
                  </a:lnTo>
                  <a:lnTo>
                    <a:pt x="7415" y="1815"/>
                  </a:lnTo>
                  <a:lnTo>
                    <a:pt x="6835" y="309"/>
                  </a:lnTo>
                  <a:lnTo>
                    <a:pt x="6797" y="232"/>
                  </a:lnTo>
                  <a:lnTo>
                    <a:pt x="6720" y="193"/>
                  </a:lnTo>
                  <a:lnTo>
                    <a:pt x="6642" y="155"/>
                  </a:lnTo>
                  <a:lnTo>
                    <a:pt x="6604" y="39"/>
                  </a:lnTo>
                  <a:lnTo>
                    <a:pt x="652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" name="Google Shape;1693;p7"/>
            <p:cNvSpPr/>
            <p:nvPr/>
          </p:nvSpPr>
          <p:spPr>
            <a:xfrm>
              <a:off x="6111425" y="397392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3" y="387"/>
                  </a:moveTo>
                  <a:lnTo>
                    <a:pt x="1121" y="425"/>
                  </a:lnTo>
                  <a:lnTo>
                    <a:pt x="1198" y="464"/>
                  </a:lnTo>
                  <a:lnTo>
                    <a:pt x="1237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7" y="1120"/>
                  </a:lnTo>
                  <a:lnTo>
                    <a:pt x="1159" y="1198"/>
                  </a:lnTo>
                  <a:lnTo>
                    <a:pt x="1082" y="1236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1" y="1159"/>
                  </a:lnTo>
                  <a:lnTo>
                    <a:pt x="464" y="1082"/>
                  </a:lnTo>
                  <a:lnTo>
                    <a:pt x="426" y="1004"/>
                  </a:lnTo>
                  <a:lnTo>
                    <a:pt x="387" y="889"/>
                  </a:lnTo>
                  <a:lnTo>
                    <a:pt x="387" y="773"/>
                  </a:lnTo>
                  <a:lnTo>
                    <a:pt x="464" y="580"/>
                  </a:lnTo>
                  <a:lnTo>
                    <a:pt x="541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7"/>
                  </a:lnTo>
                  <a:close/>
                  <a:moveTo>
                    <a:pt x="889" y="0"/>
                  </a:moveTo>
                  <a:lnTo>
                    <a:pt x="735" y="39"/>
                  </a:lnTo>
                  <a:lnTo>
                    <a:pt x="619" y="78"/>
                  </a:lnTo>
                  <a:lnTo>
                    <a:pt x="503" y="155"/>
                  </a:lnTo>
                  <a:lnTo>
                    <a:pt x="348" y="232"/>
                  </a:lnTo>
                  <a:lnTo>
                    <a:pt x="233" y="309"/>
                  </a:lnTo>
                  <a:lnTo>
                    <a:pt x="155" y="464"/>
                  </a:lnTo>
                  <a:lnTo>
                    <a:pt x="78" y="580"/>
                  </a:lnTo>
                  <a:lnTo>
                    <a:pt x="39" y="734"/>
                  </a:lnTo>
                  <a:lnTo>
                    <a:pt x="1" y="889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4" y="1352"/>
                  </a:lnTo>
                  <a:lnTo>
                    <a:pt x="310" y="1468"/>
                  </a:lnTo>
                  <a:lnTo>
                    <a:pt x="464" y="1584"/>
                  </a:lnTo>
                  <a:lnTo>
                    <a:pt x="657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45"/>
                  </a:lnTo>
                  <a:lnTo>
                    <a:pt x="1507" y="1429"/>
                  </a:lnTo>
                  <a:lnTo>
                    <a:pt x="1584" y="1275"/>
                  </a:lnTo>
                  <a:lnTo>
                    <a:pt x="1661" y="1120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80"/>
                  </a:lnTo>
                  <a:lnTo>
                    <a:pt x="1584" y="387"/>
                  </a:lnTo>
                  <a:lnTo>
                    <a:pt x="1507" y="271"/>
                  </a:lnTo>
                  <a:lnTo>
                    <a:pt x="1391" y="194"/>
                  </a:lnTo>
                  <a:lnTo>
                    <a:pt x="1275" y="116"/>
                  </a:lnTo>
                  <a:lnTo>
                    <a:pt x="1005" y="39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" name="Google Shape;1694;p7"/>
            <p:cNvSpPr/>
            <p:nvPr/>
          </p:nvSpPr>
          <p:spPr>
            <a:xfrm>
              <a:off x="5921250" y="4000950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32" y="1"/>
                  </a:moveTo>
                  <a:lnTo>
                    <a:pt x="117" y="39"/>
                  </a:lnTo>
                  <a:lnTo>
                    <a:pt x="1" y="155"/>
                  </a:lnTo>
                  <a:lnTo>
                    <a:pt x="1" y="271"/>
                  </a:lnTo>
                  <a:lnTo>
                    <a:pt x="1" y="387"/>
                  </a:lnTo>
                  <a:lnTo>
                    <a:pt x="310" y="889"/>
                  </a:lnTo>
                  <a:lnTo>
                    <a:pt x="657" y="1391"/>
                  </a:lnTo>
                  <a:lnTo>
                    <a:pt x="1005" y="1893"/>
                  </a:lnTo>
                  <a:lnTo>
                    <a:pt x="1352" y="2356"/>
                  </a:lnTo>
                  <a:lnTo>
                    <a:pt x="1777" y="2781"/>
                  </a:lnTo>
                  <a:lnTo>
                    <a:pt x="2202" y="3206"/>
                  </a:lnTo>
                  <a:lnTo>
                    <a:pt x="2665" y="3592"/>
                  </a:lnTo>
                  <a:lnTo>
                    <a:pt x="3167" y="3901"/>
                  </a:lnTo>
                  <a:lnTo>
                    <a:pt x="3515" y="3785"/>
                  </a:lnTo>
                  <a:lnTo>
                    <a:pt x="2742" y="3013"/>
                  </a:lnTo>
                  <a:lnTo>
                    <a:pt x="2009" y="2240"/>
                  </a:lnTo>
                  <a:lnTo>
                    <a:pt x="1314" y="1429"/>
                  </a:lnTo>
                  <a:lnTo>
                    <a:pt x="1005" y="1005"/>
                  </a:lnTo>
                  <a:lnTo>
                    <a:pt x="696" y="580"/>
                  </a:lnTo>
                  <a:lnTo>
                    <a:pt x="1584" y="696"/>
                  </a:lnTo>
                  <a:lnTo>
                    <a:pt x="2472" y="889"/>
                  </a:lnTo>
                  <a:lnTo>
                    <a:pt x="2974" y="1043"/>
                  </a:lnTo>
                  <a:lnTo>
                    <a:pt x="3476" y="1236"/>
                  </a:lnTo>
                  <a:lnTo>
                    <a:pt x="3978" y="1391"/>
                  </a:lnTo>
                  <a:lnTo>
                    <a:pt x="4480" y="1507"/>
                  </a:lnTo>
                  <a:lnTo>
                    <a:pt x="4557" y="1507"/>
                  </a:lnTo>
                  <a:lnTo>
                    <a:pt x="4635" y="1584"/>
                  </a:lnTo>
                  <a:lnTo>
                    <a:pt x="4789" y="1584"/>
                  </a:lnTo>
                  <a:lnTo>
                    <a:pt x="4866" y="1507"/>
                  </a:lnTo>
                  <a:lnTo>
                    <a:pt x="4943" y="1429"/>
                  </a:lnTo>
                  <a:lnTo>
                    <a:pt x="4596" y="1159"/>
                  </a:lnTo>
                  <a:lnTo>
                    <a:pt x="4133" y="889"/>
                  </a:lnTo>
                  <a:lnTo>
                    <a:pt x="3592" y="657"/>
                  </a:lnTo>
                  <a:lnTo>
                    <a:pt x="3051" y="464"/>
                  </a:lnTo>
                  <a:lnTo>
                    <a:pt x="2511" y="310"/>
                  </a:lnTo>
                  <a:lnTo>
                    <a:pt x="1893" y="194"/>
                  </a:lnTo>
                  <a:lnTo>
                    <a:pt x="1314" y="117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" name="Google Shape;1695;p7"/>
            <p:cNvSpPr/>
            <p:nvPr/>
          </p:nvSpPr>
          <p:spPr>
            <a:xfrm>
              <a:off x="6044825" y="4051150"/>
              <a:ext cx="126475" cy="70500"/>
            </a:xfrm>
            <a:custGeom>
              <a:avLst/>
              <a:gdLst/>
              <a:ahLst/>
              <a:cxnLst/>
              <a:rect l="l" t="t" r="r" b="b"/>
              <a:pathLst>
                <a:path w="5059" h="2820" extrusionOk="0">
                  <a:moveTo>
                    <a:pt x="4905" y="1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42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433"/>
                  </a:lnTo>
                  <a:lnTo>
                    <a:pt x="39" y="2511"/>
                  </a:lnTo>
                  <a:lnTo>
                    <a:pt x="0" y="2588"/>
                  </a:lnTo>
                  <a:lnTo>
                    <a:pt x="39" y="2704"/>
                  </a:lnTo>
                  <a:lnTo>
                    <a:pt x="116" y="2781"/>
                  </a:lnTo>
                  <a:lnTo>
                    <a:pt x="387" y="2820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95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121"/>
                  </a:lnTo>
                  <a:lnTo>
                    <a:pt x="4596" y="734"/>
                  </a:lnTo>
                  <a:lnTo>
                    <a:pt x="5059" y="348"/>
                  </a:lnTo>
                  <a:lnTo>
                    <a:pt x="490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" name="Google Shape;1696;p7"/>
            <p:cNvSpPr/>
            <p:nvPr/>
          </p:nvSpPr>
          <p:spPr>
            <a:xfrm>
              <a:off x="1792350" y="4089775"/>
              <a:ext cx="345650" cy="269350"/>
            </a:xfrm>
            <a:custGeom>
              <a:avLst/>
              <a:gdLst/>
              <a:ahLst/>
              <a:cxnLst/>
              <a:rect l="l" t="t" r="r" b="b"/>
              <a:pathLst>
                <a:path w="13826" h="10774" extrusionOk="0">
                  <a:moveTo>
                    <a:pt x="3438" y="1004"/>
                  </a:moveTo>
                  <a:lnTo>
                    <a:pt x="3515" y="1081"/>
                  </a:lnTo>
                  <a:lnTo>
                    <a:pt x="3631" y="1159"/>
                  </a:lnTo>
                  <a:lnTo>
                    <a:pt x="3669" y="1275"/>
                  </a:lnTo>
                  <a:lnTo>
                    <a:pt x="3669" y="1429"/>
                  </a:lnTo>
                  <a:lnTo>
                    <a:pt x="3592" y="1661"/>
                  </a:lnTo>
                  <a:lnTo>
                    <a:pt x="3515" y="1815"/>
                  </a:lnTo>
                  <a:lnTo>
                    <a:pt x="3360" y="1931"/>
                  </a:lnTo>
                  <a:lnTo>
                    <a:pt x="3167" y="1970"/>
                  </a:lnTo>
                  <a:lnTo>
                    <a:pt x="2974" y="2008"/>
                  </a:lnTo>
                  <a:lnTo>
                    <a:pt x="2781" y="2008"/>
                  </a:lnTo>
                  <a:lnTo>
                    <a:pt x="2356" y="1931"/>
                  </a:lnTo>
                  <a:lnTo>
                    <a:pt x="2395" y="1892"/>
                  </a:lnTo>
                  <a:lnTo>
                    <a:pt x="2472" y="1661"/>
                  </a:lnTo>
                  <a:lnTo>
                    <a:pt x="2588" y="1429"/>
                  </a:lnTo>
                  <a:lnTo>
                    <a:pt x="2704" y="1236"/>
                  </a:lnTo>
                  <a:lnTo>
                    <a:pt x="2897" y="1081"/>
                  </a:lnTo>
                  <a:lnTo>
                    <a:pt x="3013" y="1004"/>
                  </a:lnTo>
                  <a:close/>
                  <a:moveTo>
                    <a:pt x="1044" y="1468"/>
                  </a:moveTo>
                  <a:lnTo>
                    <a:pt x="1237" y="1545"/>
                  </a:lnTo>
                  <a:lnTo>
                    <a:pt x="1430" y="1622"/>
                  </a:lnTo>
                  <a:lnTo>
                    <a:pt x="1623" y="1777"/>
                  </a:lnTo>
                  <a:lnTo>
                    <a:pt x="1816" y="1892"/>
                  </a:lnTo>
                  <a:lnTo>
                    <a:pt x="1507" y="2201"/>
                  </a:lnTo>
                  <a:lnTo>
                    <a:pt x="1314" y="2356"/>
                  </a:lnTo>
                  <a:lnTo>
                    <a:pt x="1121" y="2433"/>
                  </a:lnTo>
                  <a:lnTo>
                    <a:pt x="966" y="2472"/>
                  </a:lnTo>
                  <a:lnTo>
                    <a:pt x="812" y="2472"/>
                  </a:lnTo>
                  <a:lnTo>
                    <a:pt x="696" y="2433"/>
                  </a:lnTo>
                  <a:lnTo>
                    <a:pt x="580" y="2394"/>
                  </a:lnTo>
                  <a:lnTo>
                    <a:pt x="464" y="2317"/>
                  </a:lnTo>
                  <a:lnTo>
                    <a:pt x="387" y="2201"/>
                  </a:lnTo>
                  <a:lnTo>
                    <a:pt x="387" y="2085"/>
                  </a:lnTo>
                  <a:lnTo>
                    <a:pt x="426" y="1892"/>
                  </a:lnTo>
                  <a:lnTo>
                    <a:pt x="503" y="1699"/>
                  </a:lnTo>
                  <a:lnTo>
                    <a:pt x="657" y="1545"/>
                  </a:lnTo>
                  <a:lnTo>
                    <a:pt x="850" y="1468"/>
                  </a:lnTo>
                  <a:close/>
                  <a:moveTo>
                    <a:pt x="4866" y="3823"/>
                  </a:moveTo>
                  <a:lnTo>
                    <a:pt x="5021" y="3862"/>
                  </a:lnTo>
                  <a:lnTo>
                    <a:pt x="5137" y="3939"/>
                  </a:lnTo>
                  <a:lnTo>
                    <a:pt x="5253" y="4055"/>
                  </a:lnTo>
                  <a:lnTo>
                    <a:pt x="5330" y="4171"/>
                  </a:lnTo>
                  <a:lnTo>
                    <a:pt x="5330" y="4325"/>
                  </a:lnTo>
                  <a:lnTo>
                    <a:pt x="5330" y="4441"/>
                  </a:lnTo>
                  <a:lnTo>
                    <a:pt x="5291" y="4557"/>
                  </a:lnTo>
                  <a:lnTo>
                    <a:pt x="5137" y="4788"/>
                  </a:lnTo>
                  <a:lnTo>
                    <a:pt x="4944" y="4982"/>
                  </a:lnTo>
                  <a:lnTo>
                    <a:pt x="4751" y="5097"/>
                  </a:lnTo>
                  <a:lnTo>
                    <a:pt x="4557" y="5136"/>
                  </a:lnTo>
                  <a:lnTo>
                    <a:pt x="4171" y="5213"/>
                  </a:lnTo>
                  <a:lnTo>
                    <a:pt x="4171" y="5213"/>
                  </a:lnTo>
                  <a:lnTo>
                    <a:pt x="4210" y="4750"/>
                  </a:lnTo>
                  <a:lnTo>
                    <a:pt x="4287" y="4557"/>
                  </a:lnTo>
                  <a:lnTo>
                    <a:pt x="4364" y="4325"/>
                  </a:lnTo>
                  <a:lnTo>
                    <a:pt x="4519" y="4055"/>
                  </a:lnTo>
                  <a:lnTo>
                    <a:pt x="4635" y="3978"/>
                  </a:lnTo>
                  <a:lnTo>
                    <a:pt x="4751" y="3900"/>
                  </a:lnTo>
                  <a:lnTo>
                    <a:pt x="4866" y="3823"/>
                  </a:lnTo>
                  <a:close/>
                  <a:moveTo>
                    <a:pt x="7299" y="4518"/>
                  </a:moveTo>
                  <a:lnTo>
                    <a:pt x="7415" y="4595"/>
                  </a:lnTo>
                  <a:lnTo>
                    <a:pt x="7492" y="4673"/>
                  </a:lnTo>
                  <a:lnTo>
                    <a:pt x="7531" y="4788"/>
                  </a:lnTo>
                  <a:lnTo>
                    <a:pt x="7569" y="4943"/>
                  </a:lnTo>
                  <a:lnTo>
                    <a:pt x="7608" y="5175"/>
                  </a:lnTo>
                  <a:lnTo>
                    <a:pt x="7569" y="5445"/>
                  </a:lnTo>
                  <a:lnTo>
                    <a:pt x="7531" y="5677"/>
                  </a:lnTo>
                  <a:lnTo>
                    <a:pt x="7454" y="5908"/>
                  </a:lnTo>
                  <a:lnTo>
                    <a:pt x="7299" y="6101"/>
                  </a:lnTo>
                  <a:lnTo>
                    <a:pt x="7145" y="6294"/>
                  </a:lnTo>
                  <a:lnTo>
                    <a:pt x="6913" y="5870"/>
                  </a:lnTo>
                  <a:lnTo>
                    <a:pt x="6797" y="5677"/>
                  </a:lnTo>
                  <a:lnTo>
                    <a:pt x="6759" y="5445"/>
                  </a:lnTo>
                  <a:lnTo>
                    <a:pt x="6720" y="5136"/>
                  </a:lnTo>
                  <a:lnTo>
                    <a:pt x="6759" y="4943"/>
                  </a:lnTo>
                  <a:lnTo>
                    <a:pt x="6797" y="4788"/>
                  </a:lnTo>
                  <a:lnTo>
                    <a:pt x="6874" y="4634"/>
                  </a:lnTo>
                  <a:lnTo>
                    <a:pt x="6990" y="4557"/>
                  </a:lnTo>
                  <a:lnTo>
                    <a:pt x="7106" y="4518"/>
                  </a:lnTo>
                  <a:close/>
                  <a:moveTo>
                    <a:pt x="11161" y="4982"/>
                  </a:moveTo>
                  <a:lnTo>
                    <a:pt x="11276" y="5059"/>
                  </a:lnTo>
                  <a:lnTo>
                    <a:pt x="11354" y="5136"/>
                  </a:lnTo>
                  <a:lnTo>
                    <a:pt x="11392" y="5252"/>
                  </a:lnTo>
                  <a:lnTo>
                    <a:pt x="11431" y="5368"/>
                  </a:lnTo>
                  <a:lnTo>
                    <a:pt x="11392" y="5677"/>
                  </a:lnTo>
                  <a:lnTo>
                    <a:pt x="11315" y="5986"/>
                  </a:lnTo>
                  <a:lnTo>
                    <a:pt x="11161" y="6217"/>
                  </a:lnTo>
                  <a:lnTo>
                    <a:pt x="11083" y="6333"/>
                  </a:lnTo>
                  <a:lnTo>
                    <a:pt x="10968" y="6372"/>
                  </a:lnTo>
                  <a:lnTo>
                    <a:pt x="10890" y="6410"/>
                  </a:lnTo>
                  <a:lnTo>
                    <a:pt x="10736" y="6410"/>
                  </a:lnTo>
                  <a:lnTo>
                    <a:pt x="10697" y="6449"/>
                  </a:lnTo>
                  <a:lnTo>
                    <a:pt x="10659" y="6449"/>
                  </a:lnTo>
                  <a:lnTo>
                    <a:pt x="10466" y="6101"/>
                  </a:lnTo>
                  <a:lnTo>
                    <a:pt x="10388" y="5947"/>
                  </a:lnTo>
                  <a:lnTo>
                    <a:pt x="10350" y="5715"/>
                  </a:lnTo>
                  <a:lnTo>
                    <a:pt x="10350" y="5484"/>
                  </a:lnTo>
                  <a:lnTo>
                    <a:pt x="10427" y="5252"/>
                  </a:lnTo>
                  <a:lnTo>
                    <a:pt x="10581" y="5097"/>
                  </a:lnTo>
                  <a:lnTo>
                    <a:pt x="10697" y="5059"/>
                  </a:lnTo>
                  <a:lnTo>
                    <a:pt x="10813" y="4982"/>
                  </a:lnTo>
                  <a:close/>
                  <a:moveTo>
                    <a:pt x="3052" y="5522"/>
                  </a:moveTo>
                  <a:lnTo>
                    <a:pt x="3476" y="5561"/>
                  </a:lnTo>
                  <a:lnTo>
                    <a:pt x="3283" y="5947"/>
                  </a:lnTo>
                  <a:lnTo>
                    <a:pt x="3167" y="6140"/>
                  </a:lnTo>
                  <a:lnTo>
                    <a:pt x="3013" y="6294"/>
                  </a:lnTo>
                  <a:lnTo>
                    <a:pt x="2858" y="6410"/>
                  </a:lnTo>
                  <a:lnTo>
                    <a:pt x="2704" y="6488"/>
                  </a:lnTo>
                  <a:lnTo>
                    <a:pt x="2472" y="6488"/>
                  </a:lnTo>
                  <a:lnTo>
                    <a:pt x="2279" y="6410"/>
                  </a:lnTo>
                  <a:lnTo>
                    <a:pt x="2125" y="6294"/>
                  </a:lnTo>
                  <a:lnTo>
                    <a:pt x="2086" y="6179"/>
                  </a:lnTo>
                  <a:lnTo>
                    <a:pt x="2086" y="6063"/>
                  </a:lnTo>
                  <a:lnTo>
                    <a:pt x="2125" y="5908"/>
                  </a:lnTo>
                  <a:lnTo>
                    <a:pt x="2241" y="5792"/>
                  </a:lnTo>
                  <a:lnTo>
                    <a:pt x="2356" y="5677"/>
                  </a:lnTo>
                  <a:lnTo>
                    <a:pt x="2472" y="5599"/>
                  </a:lnTo>
                  <a:lnTo>
                    <a:pt x="2588" y="5561"/>
                  </a:lnTo>
                  <a:lnTo>
                    <a:pt x="2820" y="5522"/>
                  </a:lnTo>
                  <a:close/>
                  <a:moveTo>
                    <a:pt x="7222" y="6796"/>
                  </a:moveTo>
                  <a:lnTo>
                    <a:pt x="7183" y="7260"/>
                  </a:lnTo>
                  <a:lnTo>
                    <a:pt x="7106" y="7453"/>
                  </a:lnTo>
                  <a:lnTo>
                    <a:pt x="7029" y="7685"/>
                  </a:lnTo>
                  <a:lnTo>
                    <a:pt x="6874" y="7916"/>
                  </a:lnTo>
                  <a:lnTo>
                    <a:pt x="6681" y="8148"/>
                  </a:lnTo>
                  <a:lnTo>
                    <a:pt x="6565" y="8225"/>
                  </a:lnTo>
                  <a:lnTo>
                    <a:pt x="6450" y="8264"/>
                  </a:lnTo>
                  <a:lnTo>
                    <a:pt x="6295" y="8302"/>
                  </a:lnTo>
                  <a:lnTo>
                    <a:pt x="6141" y="8225"/>
                  </a:lnTo>
                  <a:lnTo>
                    <a:pt x="6025" y="8148"/>
                  </a:lnTo>
                  <a:lnTo>
                    <a:pt x="5948" y="8032"/>
                  </a:lnTo>
                  <a:lnTo>
                    <a:pt x="5909" y="7916"/>
                  </a:lnTo>
                  <a:lnTo>
                    <a:pt x="5909" y="7800"/>
                  </a:lnTo>
                  <a:lnTo>
                    <a:pt x="5948" y="7646"/>
                  </a:lnTo>
                  <a:lnTo>
                    <a:pt x="6025" y="7530"/>
                  </a:lnTo>
                  <a:lnTo>
                    <a:pt x="6179" y="7298"/>
                  </a:lnTo>
                  <a:lnTo>
                    <a:pt x="6411" y="7144"/>
                  </a:lnTo>
                  <a:lnTo>
                    <a:pt x="6643" y="7028"/>
                  </a:lnTo>
                  <a:lnTo>
                    <a:pt x="7183" y="6835"/>
                  </a:lnTo>
                  <a:lnTo>
                    <a:pt x="7183" y="6796"/>
                  </a:lnTo>
                  <a:close/>
                  <a:moveTo>
                    <a:pt x="10620" y="7144"/>
                  </a:moveTo>
                  <a:lnTo>
                    <a:pt x="10659" y="7337"/>
                  </a:lnTo>
                  <a:lnTo>
                    <a:pt x="10697" y="7530"/>
                  </a:lnTo>
                  <a:lnTo>
                    <a:pt x="10697" y="7685"/>
                  </a:lnTo>
                  <a:lnTo>
                    <a:pt x="10659" y="7878"/>
                  </a:lnTo>
                  <a:lnTo>
                    <a:pt x="10620" y="8032"/>
                  </a:lnTo>
                  <a:lnTo>
                    <a:pt x="10504" y="8187"/>
                  </a:lnTo>
                  <a:lnTo>
                    <a:pt x="10427" y="8341"/>
                  </a:lnTo>
                  <a:lnTo>
                    <a:pt x="10272" y="8457"/>
                  </a:lnTo>
                  <a:lnTo>
                    <a:pt x="10118" y="8573"/>
                  </a:lnTo>
                  <a:lnTo>
                    <a:pt x="9925" y="8611"/>
                  </a:lnTo>
                  <a:lnTo>
                    <a:pt x="9848" y="8573"/>
                  </a:lnTo>
                  <a:lnTo>
                    <a:pt x="9770" y="8573"/>
                  </a:lnTo>
                  <a:lnTo>
                    <a:pt x="9732" y="8496"/>
                  </a:lnTo>
                  <a:lnTo>
                    <a:pt x="9655" y="8418"/>
                  </a:lnTo>
                  <a:lnTo>
                    <a:pt x="9616" y="8225"/>
                  </a:lnTo>
                  <a:lnTo>
                    <a:pt x="9655" y="8071"/>
                  </a:lnTo>
                  <a:lnTo>
                    <a:pt x="9732" y="7916"/>
                  </a:lnTo>
                  <a:lnTo>
                    <a:pt x="9809" y="7762"/>
                  </a:lnTo>
                  <a:lnTo>
                    <a:pt x="10002" y="7569"/>
                  </a:lnTo>
                  <a:lnTo>
                    <a:pt x="10195" y="7414"/>
                  </a:lnTo>
                  <a:lnTo>
                    <a:pt x="10388" y="7260"/>
                  </a:lnTo>
                  <a:lnTo>
                    <a:pt x="10620" y="7144"/>
                  </a:lnTo>
                  <a:close/>
                  <a:moveTo>
                    <a:pt x="1854" y="0"/>
                  </a:moveTo>
                  <a:lnTo>
                    <a:pt x="1507" y="39"/>
                  </a:lnTo>
                  <a:lnTo>
                    <a:pt x="1584" y="734"/>
                  </a:lnTo>
                  <a:lnTo>
                    <a:pt x="1700" y="1429"/>
                  </a:lnTo>
                  <a:lnTo>
                    <a:pt x="1584" y="1313"/>
                  </a:lnTo>
                  <a:lnTo>
                    <a:pt x="1430" y="1236"/>
                  </a:lnTo>
                  <a:lnTo>
                    <a:pt x="1275" y="1159"/>
                  </a:lnTo>
                  <a:lnTo>
                    <a:pt x="1082" y="1120"/>
                  </a:lnTo>
                  <a:lnTo>
                    <a:pt x="889" y="1120"/>
                  </a:lnTo>
                  <a:lnTo>
                    <a:pt x="735" y="1159"/>
                  </a:lnTo>
                  <a:lnTo>
                    <a:pt x="542" y="1236"/>
                  </a:lnTo>
                  <a:lnTo>
                    <a:pt x="387" y="1313"/>
                  </a:lnTo>
                  <a:lnTo>
                    <a:pt x="271" y="1429"/>
                  </a:lnTo>
                  <a:lnTo>
                    <a:pt x="155" y="1545"/>
                  </a:lnTo>
                  <a:lnTo>
                    <a:pt x="78" y="1738"/>
                  </a:lnTo>
                  <a:lnTo>
                    <a:pt x="40" y="1892"/>
                  </a:lnTo>
                  <a:lnTo>
                    <a:pt x="1" y="2085"/>
                  </a:lnTo>
                  <a:lnTo>
                    <a:pt x="40" y="2240"/>
                  </a:lnTo>
                  <a:lnTo>
                    <a:pt x="78" y="2394"/>
                  </a:lnTo>
                  <a:lnTo>
                    <a:pt x="155" y="2549"/>
                  </a:lnTo>
                  <a:lnTo>
                    <a:pt x="271" y="2665"/>
                  </a:lnTo>
                  <a:lnTo>
                    <a:pt x="387" y="2742"/>
                  </a:lnTo>
                  <a:lnTo>
                    <a:pt x="542" y="2819"/>
                  </a:lnTo>
                  <a:lnTo>
                    <a:pt x="735" y="2858"/>
                  </a:lnTo>
                  <a:lnTo>
                    <a:pt x="1044" y="2858"/>
                  </a:lnTo>
                  <a:lnTo>
                    <a:pt x="1352" y="2742"/>
                  </a:lnTo>
                  <a:lnTo>
                    <a:pt x="1661" y="2587"/>
                  </a:lnTo>
                  <a:lnTo>
                    <a:pt x="1932" y="2356"/>
                  </a:lnTo>
                  <a:lnTo>
                    <a:pt x="2163" y="3089"/>
                  </a:lnTo>
                  <a:lnTo>
                    <a:pt x="2434" y="3823"/>
                  </a:lnTo>
                  <a:lnTo>
                    <a:pt x="2820" y="4518"/>
                  </a:lnTo>
                  <a:lnTo>
                    <a:pt x="3013" y="4827"/>
                  </a:lnTo>
                  <a:lnTo>
                    <a:pt x="3245" y="5136"/>
                  </a:lnTo>
                  <a:lnTo>
                    <a:pt x="2936" y="5136"/>
                  </a:lnTo>
                  <a:lnTo>
                    <a:pt x="2588" y="5175"/>
                  </a:lnTo>
                  <a:lnTo>
                    <a:pt x="2318" y="5252"/>
                  </a:lnTo>
                  <a:lnTo>
                    <a:pt x="2048" y="5445"/>
                  </a:lnTo>
                  <a:lnTo>
                    <a:pt x="1932" y="5561"/>
                  </a:lnTo>
                  <a:lnTo>
                    <a:pt x="1854" y="5677"/>
                  </a:lnTo>
                  <a:lnTo>
                    <a:pt x="1777" y="5831"/>
                  </a:lnTo>
                  <a:lnTo>
                    <a:pt x="1739" y="5986"/>
                  </a:lnTo>
                  <a:lnTo>
                    <a:pt x="1700" y="6140"/>
                  </a:lnTo>
                  <a:lnTo>
                    <a:pt x="1739" y="6294"/>
                  </a:lnTo>
                  <a:lnTo>
                    <a:pt x="1777" y="6449"/>
                  </a:lnTo>
                  <a:lnTo>
                    <a:pt x="1893" y="6603"/>
                  </a:lnTo>
                  <a:lnTo>
                    <a:pt x="2009" y="6681"/>
                  </a:lnTo>
                  <a:lnTo>
                    <a:pt x="2125" y="6758"/>
                  </a:lnTo>
                  <a:lnTo>
                    <a:pt x="2279" y="6835"/>
                  </a:lnTo>
                  <a:lnTo>
                    <a:pt x="2434" y="6874"/>
                  </a:lnTo>
                  <a:lnTo>
                    <a:pt x="2588" y="6874"/>
                  </a:lnTo>
                  <a:lnTo>
                    <a:pt x="2743" y="6835"/>
                  </a:lnTo>
                  <a:lnTo>
                    <a:pt x="2897" y="6796"/>
                  </a:lnTo>
                  <a:lnTo>
                    <a:pt x="3052" y="6719"/>
                  </a:lnTo>
                  <a:lnTo>
                    <a:pt x="3283" y="6526"/>
                  </a:lnTo>
                  <a:lnTo>
                    <a:pt x="3476" y="6294"/>
                  </a:lnTo>
                  <a:lnTo>
                    <a:pt x="3631" y="5986"/>
                  </a:lnTo>
                  <a:lnTo>
                    <a:pt x="3747" y="5677"/>
                  </a:lnTo>
                  <a:lnTo>
                    <a:pt x="4171" y="6024"/>
                  </a:lnTo>
                  <a:lnTo>
                    <a:pt x="4635" y="6333"/>
                  </a:lnTo>
                  <a:lnTo>
                    <a:pt x="5137" y="6565"/>
                  </a:lnTo>
                  <a:lnTo>
                    <a:pt x="5716" y="6719"/>
                  </a:lnTo>
                  <a:lnTo>
                    <a:pt x="6218" y="6796"/>
                  </a:lnTo>
                  <a:lnTo>
                    <a:pt x="6025" y="6912"/>
                  </a:lnTo>
                  <a:lnTo>
                    <a:pt x="5870" y="7028"/>
                  </a:lnTo>
                  <a:lnTo>
                    <a:pt x="5755" y="7183"/>
                  </a:lnTo>
                  <a:lnTo>
                    <a:pt x="5639" y="7376"/>
                  </a:lnTo>
                  <a:lnTo>
                    <a:pt x="5561" y="7530"/>
                  </a:lnTo>
                  <a:lnTo>
                    <a:pt x="5523" y="7685"/>
                  </a:lnTo>
                  <a:lnTo>
                    <a:pt x="5523" y="7878"/>
                  </a:lnTo>
                  <a:lnTo>
                    <a:pt x="5523" y="8032"/>
                  </a:lnTo>
                  <a:lnTo>
                    <a:pt x="5561" y="8187"/>
                  </a:lnTo>
                  <a:lnTo>
                    <a:pt x="5639" y="8341"/>
                  </a:lnTo>
                  <a:lnTo>
                    <a:pt x="5755" y="8457"/>
                  </a:lnTo>
                  <a:lnTo>
                    <a:pt x="5909" y="8573"/>
                  </a:lnTo>
                  <a:lnTo>
                    <a:pt x="6063" y="8650"/>
                  </a:lnTo>
                  <a:lnTo>
                    <a:pt x="6257" y="8689"/>
                  </a:lnTo>
                  <a:lnTo>
                    <a:pt x="6411" y="8689"/>
                  </a:lnTo>
                  <a:lnTo>
                    <a:pt x="6604" y="8650"/>
                  </a:lnTo>
                  <a:lnTo>
                    <a:pt x="6759" y="8573"/>
                  </a:lnTo>
                  <a:lnTo>
                    <a:pt x="6952" y="8457"/>
                  </a:lnTo>
                  <a:lnTo>
                    <a:pt x="7067" y="8341"/>
                  </a:lnTo>
                  <a:lnTo>
                    <a:pt x="7183" y="8187"/>
                  </a:lnTo>
                  <a:lnTo>
                    <a:pt x="7376" y="7878"/>
                  </a:lnTo>
                  <a:lnTo>
                    <a:pt x="7492" y="7530"/>
                  </a:lnTo>
                  <a:lnTo>
                    <a:pt x="7531" y="7183"/>
                  </a:lnTo>
                  <a:lnTo>
                    <a:pt x="7531" y="6796"/>
                  </a:lnTo>
                  <a:lnTo>
                    <a:pt x="8882" y="6719"/>
                  </a:lnTo>
                  <a:lnTo>
                    <a:pt x="9577" y="6719"/>
                  </a:lnTo>
                  <a:lnTo>
                    <a:pt x="10272" y="6796"/>
                  </a:lnTo>
                  <a:lnTo>
                    <a:pt x="10466" y="6835"/>
                  </a:lnTo>
                  <a:lnTo>
                    <a:pt x="10311" y="6912"/>
                  </a:lnTo>
                  <a:lnTo>
                    <a:pt x="10118" y="7028"/>
                  </a:lnTo>
                  <a:lnTo>
                    <a:pt x="9809" y="7260"/>
                  </a:lnTo>
                  <a:lnTo>
                    <a:pt x="9539" y="7569"/>
                  </a:lnTo>
                  <a:lnTo>
                    <a:pt x="9423" y="7723"/>
                  </a:lnTo>
                  <a:lnTo>
                    <a:pt x="9346" y="7916"/>
                  </a:lnTo>
                  <a:lnTo>
                    <a:pt x="9307" y="8109"/>
                  </a:lnTo>
                  <a:lnTo>
                    <a:pt x="9269" y="8264"/>
                  </a:lnTo>
                  <a:lnTo>
                    <a:pt x="9307" y="8457"/>
                  </a:lnTo>
                  <a:lnTo>
                    <a:pt x="9384" y="8611"/>
                  </a:lnTo>
                  <a:lnTo>
                    <a:pt x="9462" y="8766"/>
                  </a:lnTo>
                  <a:lnTo>
                    <a:pt x="9616" y="8882"/>
                  </a:lnTo>
                  <a:lnTo>
                    <a:pt x="9770" y="8959"/>
                  </a:lnTo>
                  <a:lnTo>
                    <a:pt x="9964" y="8998"/>
                  </a:lnTo>
                  <a:lnTo>
                    <a:pt x="10157" y="8959"/>
                  </a:lnTo>
                  <a:lnTo>
                    <a:pt x="10311" y="8882"/>
                  </a:lnTo>
                  <a:lnTo>
                    <a:pt x="10466" y="8804"/>
                  </a:lnTo>
                  <a:lnTo>
                    <a:pt x="10620" y="8650"/>
                  </a:lnTo>
                  <a:lnTo>
                    <a:pt x="10736" y="8534"/>
                  </a:lnTo>
                  <a:lnTo>
                    <a:pt x="10852" y="8341"/>
                  </a:lnTo>
                  <a:lnTo>
                    <a:pt x="10929" y="8187"/>
                  </a:lnTo>
                  <a:lnTo>
                    <a:pt x="11006" y="7994"/>
                  </a:lnTo>
                  <a:lnTo>
                    <a:pt x="11045" y="7762"/>
                  </a:lnTo>
                  <a:lnTo>
                    <a:pt x="11045" y="7492"/>
                  </a:lnTo>
                  <a:lnTo>
                    <a:pt x="10968" y="7221"/>
                  </a:lnTo>
                  <a:lnTo>
                    <a:pt x="10890" y="6990"/>
                  </a:lnTo>
                  <a:lnTo>
                    <a:pt x="10929" y="6951"/>
                  </a:lnTo>
                  <a:lnTo>
                    <a:pt x="11431" y="7105"/>
                  </a:lnTo>
                  <a:lnTo>
                    <a:pt x="11894" y="7376"/>
                  </a:lnTo>
                  <a:lnTo>
                    <a:pt x="12319" y="7685"/>
                  </a:lnTo>
                  <a:lnTo>
                    <a:pt x="12512" y="7839"/>
                  </a:lnTo>
                  <a:lnTo>
                    <a:pt x="12705" y="8032"/>
                  </a:lnTo>
                  <a:lnTo>
                    <a:pt x="12898" y="8341"/>
                  </a:lnTo>
                  <a:lnTo>
                    <a:pt x="13091" y="8650"/>
                  </a:lnTo>
                  <a:lnTo>
                    <a:pt x="13207" y="8920"/>
                  </a:lnTo>
                  <a:lnTo>
                    <a:pt x="13284" y="9268"/>
                  </a:lnTo>
                  <a:lnTo>
                    <a:pt x="13323" y="9577"/>
                  </a:lnTo>
                  <a:lnTo>
                    <a:pt x="13362" y="9924"/>
                  </a:lnTo>
                  <a:lnTo>
                    <a:pt x="13323" y="10619"/>
                  </a:lnTo>
                  <a:lnTo>
                    <a:pt x="13323" y="10658"/>
                  </a:lnTo>
                  <a:lnTo>
                    <a:pt x="13362" y="10735"/>
                  </a:lnTo>
                  <a:lnTo>
                    <a:pt x="13439" y="10774"/>
                  </a:lnTo>
                  <a:lnTo>
                    <a:pt x="13555" y="10774"/>
                  </a:lnTo>
                  <a:lnTo>
                    <a:pt x="13632" y="10697"/>
                  </a:lnTo>
                  <a:lnTo>
                    <a:pt x="13709" y="10465"/>
                  </a:lnTo>
                  <a:lnTo>
                    <a:pt x="13786" y="10272"/>
                  </a:lnTo>
                  <a:lnTo>
                    <a:pt x="13825" y="10040"/>
                  </a:lnTo>
                  <a:lnTo>
                    <a:pt x="13825" y="9808"/>
                  </a:lnTo>
                  <a:lnTo>
                    <a:pt x="13786" y="9384"/>
                  </a:lnTo>
                  <a:lnTo>
                    <a:pt x="13671" y="8920"/>
                  </a:lnTo>
                  <a:lnTo>
                    <a:pt x="13478" y="8496"/>
                  </a:lnTo>
                  <a:lnTo>
                    <a:pt x="13246" y="8109"/>
                  </a:lnTo>
                  <a:lnTo>
                    <a:pt x="12976" y="7723"/>
                  </a:lnTo>
                  <a:lnTo>
                    <a:pt x="12667" y="7414"/>
                  </a:lnTo>
                  <a:lnTo>
                    <a:pt x="12319" y="7144"/>
                  </a:lnTo>
                  <a:lnTo>
                    <a:pt x="11972" y="6912"/>
                  </a:lnTo>
                  <a:lnTo>
                    <a:pt x="11585" y="6719"/>
                  </a:lnTo>
                  <a:lnTo>
                    <a:pt x="11199" y="6565"/>
                  </a:lnTo>
                  <a:lnTo>
                    <a:pt x="11392" y="6410"/>
                  </a:lnTo>
                  <a:lnTo>
                    <a:pt x="11585" y="6140"/>
                  </a:lnTo>
                  <a:lnTo>
                    <a:pt x="11701" y="5831"/>
                  </a:lnTo>
                  <a:lnTo>
                    <a:pt x="11740" y="5522"/>
                  </a:lnTo>
                  <a:lnTo>
                    <a:pt x="11740" y="5213"/>
                  </a:lnTo>
                  <a:lnTo>
                    <a:pt x="11701" y="5059"/>
                  </a:lnTo>
                  <a:lnTo>
                    <a:pt x="11624" y="4943"/>
                  </a:lnTo>
                  <a:lnTo>
                    <a:pt x="11547" y="4827"/>
                  </a:lnTo>
                  <a:lnTo>
                    <a:pt x="11431" y="4750"/>
                  </a:lnTo>
                  <a:lnTo>
                    <a:pt x="11276" y="4673"/>
                  </a:lnTo>
                  <a:lnTo>
                    <a:pt x="11122" y="4634"/>
                  </a:lnTo>
                  <a:lnTo>
                    <a:pt x="10774" y="4634"/>
                  </a:lnTo>
                  <a:lnTo>
                    <a:pt x="10581" y="4711"/>
                  </a:lnTo>
                  <a:lnTo>
                    <a:pt x="10427" y="4788"/>
                  </a:lnTo>
                  <a:lnTo>
                    <a:pt x="10311" y="4866"/>
                  </a:lnTo>
                  <a:lnTo>
                    <a:pt x="10195" y="5020"/>
                  </a:lnTo>
                  <a:lnTo>
                    <a:pt x="10079" y="5136"/>
                  </a:lnTo>
                  <a:lnTo>
                    <a:pt x="10002" y="5329"/>
                  </a:lnTo>
                  <a:lnTo>
                    <a:pt x="9964" y="5561"/>
                  </a:lnTo>
                  <a:lnTo>
                    <a:pt x="9964" y="5831"/>
                  </a:lnTo>
                  <a:lnTo>
                    <a:pt x="10041" y="6063"/>
                  </a:lnTo>
                  <a:lnTo>
                    <a:pt x="10118" y="6333"/>
                  </a:lnTo>
                  <a:lnTo>
                    <a:pt x="9462" y="6256"/>
                  </a:lnTo>
                  <a:lnTo>
                    <a:pt x="8805" y="6256"/>
                  </a:lnTo>
                  <a:lnTo>
                    <a:pt x="7492" y="6333"/>
                  </a:lnTo>
                  <a:lnTo>
                    <a:pt x="7685" y="6063"/>
                  </a:lnTo>
                  <a:lnTo>
                    <a:pt x="7801" y="5792"/>
                  </a:lnTo>
                  <a:lnTo>
                    <a:pt x="7878" y="5522"/>
                  </a:lnTo>
                  <a:lnTo>
                    <a:pt x="7956" y="5213"/>
                  </a:lnTo>
                  <a:lnTo>
                    <a:pt x="7917" y="4866"/>
                  </a:lnTo>
                  <a:lnTo>
                    <a:pt x="7878" y="4711"/>
                  </a:lnTo>
                  <a:lnTo>
                    <a:pt x="7801" y="4557"/>
                  </a:lnTo>
                  <a:lnTo>
                    <a:pt x="7724" y="4402"/>
                  </a:lnTo>
                  <a:lnTo>
                    <a:pt x="7608" y="4287"/>
                  </a:lnTo>
                  <a:lnTo>
                    <a:pt x="7492" y="4209"/>
                  </a:lnTo>
                  <a:lnTo>
                    <a:pt x="7299" y="4132"/>
                  </a:lnTo>
                  <a:lnTo>
                    <a:pt x="6990" y="4132"/>
                  </a:lnTo>
                  <a:lnTo>
                    <a:pt x="6836" y="4209"/>
                  </a:lnTo>
                  <a:lnTo>
                    <a:pt x="6720" y="4325"/>
                  </a:lnTo>
                  <a:lnTo>
                    <a:pt x="6604" y="4441"/>
                  </a:lnTo>
                  <a:lnTo>
                    <a:pt x="6527" y="4595"/>
                  </a:lnTo>
                  <a:lnTo>
                    <a:pt x="6411" y="4904"/>
                  </a:lnTo>
                  <a:lnTo>
                    <a:pt x="6372" y="5252"/>
                  </a:lnTo>
                  <a:lnTo>
                    <a:pt x="6411" y="5638"/>
                  </a:lnTo>
                  <a:lnTo>
                    <a:pt x="6450" y="5831"/>
                  </a:lnTo>
                  <a:lnTo>
                    <a:pt x="6527" y="6024"/>
                  </a:lnTo>
                  <a:lnTo>
                    <a:pt x="6643" y="6179"/>
                  </a:lnTo>
                  <a:lnTo>
                    <a:pt x="6759" y="6333"/>
                  </a:lnTo>
                  <a:lnTo>
                    <a:pt x="6102" y="6256"/>
                  </a:lnTo>
                  <a:lnTo>
                    <a:pt x="5755" y="6217"/>
                  </a:lnTo>
                  <a:lnTo>
                    <a:pt x="5446" y="6140"/>
                  </a:lnTo>
                  <a:lnTo>
                    <a:pt x="5137" y="6024"/>
                  </a:lnTo>
                  <a:lnTo>
                    <a:pt x="4828" y="5870"/>
                  </a:lnTo>
                  <a:lnTo>
                    <a:pt x="4519" y="5715"/>
                  </a:lnTo>
                  <a:lnTo>
                    <a:pt x="4210" y="5522"/>
                  </a:lnTo>
                  <a:lnTo>
                    <a:pt x="4557" y="5484"/>
                  </a:lnTo>
                  <a:lnTo>
                    <a:pt x="4905" y="5406"/>
                  </a:lnTo>
                  <a:lnTo>
                    <a:pt x="5175" y="5252"/>
                  </a:lnTo>
                  <a:lnTo>
                    <a:pt x="5446" y="5020"/>
                  </a:lnTo>
                  <a:lnTo>
                    <a:pt x="5561" y="4866"/>
                  </a:lnTo>
                  <a:lnTo>
                    <a:pt x="5639" y="4711"/>
                  </a:lnTo>
                  <a:lnTo>
                    <a:pt x="5677" y="4518"/>
                  </a:lnTo>
                  <a:lnTo>
                    <a:pt x="5716" y="4364"/>
                  </a:lnTo>
                  <a:lnTo>
                    <a:pt x="5716" y="4171"/>
                  </a:lnTo>
                  <a:lnTo>
                    <a:pt x="5639" y="4016"/>
                  </a:lnTo>
                  <a:lnTo>
                    <a:pt x="5561" y="3862"/>
                  </a:lnTo>
                  <a:lnTo>
                    <a:pt x="5446" y="3707"/>
                  </a:lnTo>
                  <a:lnTo>
                    <a:pt x="5330" y="3591"/>
                  </a:lnTo>
                  <a:lnTo>
                    <a:pt x="5175" y="3514"/>
                  </a:lnTo>
                  <a:lnTo>
                    <a:pt x="5021" y="3476"/>
                  </a:lnTo>
                  <a:lnTo>
                    <a:pt x="4866" y="3437"/>
                  </a:lnTo>
                  <a:lnTo>
                    <a:pt x="4712" y="3476"/>
                  </a:lnTo>
                  <a:lnTo>
                    <a:pt x="4557" y="3514"/>
                  </a:lnTo>
                  <a:lnTo>
                    <a:pt x="4442" y="3630"/>
                  </a:lnTo>
                  <a:lnTo>
                    <a:pt x="4287" y="3707"/>
                  </a:lnTo>
                  <a:lnTo>
                    <a:pt x="4171" y="3862"/>
                  </a:lnTo>
                  <a:lnTo>
                    <a:pt x="4055" y="4016"/>
                  </a:lnTo>
                  <a:lnTo>
                    <a:pt x="3940" y="4364"/>
                  </a:lnTo>
                  <a:lnTo>
                    <a:pt x="3824" y="4750"/>
                  </a:lnTo>
                  <a:lnTo>
                    <a:pt x="3785" y="5097"/>
                  </a:lnTo>
                  <a:lnTo>
                    <a:pt x="3515" y="4788"/>
                  </a:lnTo>
                  <a:lnTo>
                    <a:pt x="3283" y="4441"/>
                  </a:lnTo>
                  <a:lnTo>
                    <a:pt x="3052" y="4093"/>
                  </a:lnTo>
                  <a:lnTo>
                    <a:pt x="2858" y="3746"/>
                  </a:lnTo>
                  <a:lnTo>
                    <a:pt x="2704" y="3398"/>
                  </a:lnTo>
                  <a:lnTo>
                    <a:pt x="2550" y="3012"/>
                  </a:lnTo>
                  <a:lnTo>
                    <a:pt x="2318" y="2240"/>
                  </a:lnTo>
                  <a:lnTo>
                    <a:pt x="2318" y="2240"/>
                  </a:lnTo>
                  <a:lnTo>
                    <a:pt x="2588" y="2317"/>
                  </a:lnTo>
                  <a:lnTo>
                    <a:pt x="2858" y="2356"/>
                  </a:lnTo>
                  <a:lnTo>
                    <a:pt x="3129" y="2356"/>
                  </a:lnTo>
                  <a:lnTo>
                    <a:pt x="3399" y="2279"/>
                  </a:lnTo>
                  <a:lnTo>
                    <a:pt x="3554" y="2201"/>
                  </a:lnTo>
                  <a:lnTo>
                    <a:pt x="3708" y="2085"/>
                  </a:lnTo>
                  <a:lnTo>
                    <a:pt x="3824" y="1970"/>
                  </a:lnTo>
                  <a:lnTo>
                    <a:pt x="3940" y="1815"/>
                  </a:lnTo>
                  <a:lnTo>
                    <a:pt x="4017" y="1661"/>
                  </a:lnTo>
                  <a:lnTo>
                    <a:pt x="4055" y="1506"/>
                  </a:lnTo>
                  <a:lnTo>
                    <a:pt x="4055" y="1313"/>
                  </a:lnTo>
                  <a:lnTo>
                    <a:pt x="4017" y="1159"/>
                  </a:lnTo>
                  <a:lnTo>
                    <a:pt x="3978" y="1004"/>
                  </a:lnTo>
                  <a:lnTo>
                    <a:pt x="3862" y="850"/>
                  </a:lnTo>
                  <a:lnTo>
                    <a:pt x="3747" y="773"/>
                  </a:lnTo>
                  <a:lnTo>
                    <a:pt x="3592" y="695"/>
                  </a:lnTo>
                  <a:lnTo>
                    <a:pt x="3438" y="618"/>
                  </a:lnTo>
                  <a:lnTo>
                    <a:pt x="3283" y="579"/>
                  </a:lnTo>
                  <a:lnTo>
                    <a:pt x="3129" y="579"/>
                  </a:lnTo>
                  <a:lnTo>
                    <a:pt x="2974" y="618"/>
                  </a:lnTo>
                  <a:lnTo>
                    <a:pt x="2820" y="657"/>
                  </a:lnTo>
                  <a:lnTo>
                    <a:pt x="2665" y="734"/>
                  </a:lnTo>
                  <a:lnTo>
                    <a:pt x="2434" y="927"/>
                  </a:lnTo>
                  <a:lnTo>
                    <a:pt x="2241" y="1159"/>
                  </a:lnTo>
                  <a:lnTo>
                    <a:pt x="2125" y="1468"/>
                  </a:lnTo>
                  <a:lnTo>
                    <a:pt x="18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" name="Google Shape;1697;p7"/>
            <p:cNvSpPr/>
            <p:nvPr/>
          </p:nvSpPr>
          <p:spPr>
            <a:xfrm>
              <a:off x="5987875" y="4095550"/>
              <a:ext cx="66625" cy="98500"/>
            </a:xfrm>
            <a:custGeom>
              <a:avLst/>
              <a:gdLst/>
              <a:ahLst/>
              <a:cxnLst/>
              <a:rect l="l" t="t" r="r" b="b"/>
              <a:pathLst>
                <a:path w="2665" h="3940" extrusionOk="0">
                  <a:moveTo>
                    <a:pt x="850" y="1"/>
                  </a:moveTo>
                  <a:lnTo>
                    <a:pt x="502" y="117"/>
                  </a:lnTo>
                  <a:lnTo>
                    <a:pt x="618" y="194"/>
                  </a:lnTo>
                  <a:lnTo>
                    <a:pt x="464" y="580"/>
                  </a:lnTo>
                  <a:lnTo>
                    <a:pt x="270" y="1082"/>
                  </a:lnTo>
                  <a:lnTo>
                    <a:pt x="155" y="1584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36"/>
                  </a:lnTo>
                  <a:lnTo>
                    <a:pt x="77" y="3167"/>
                  </a:lnTo>
                  <a:lnTo>
                    <a:pt x="193" y="3399"/>
                  </a:lnTo>
                  <a:lnTo>
                    <a:pt x="309" y="3554"/>
                  </a:lnTo>
                  <a:lnTo>
                    <a:pt x="464" y="3708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40"/>
                  </a:lnTo>
                  <a:lnTo>
                    <a:pt x="1313" y="3901"/>
                  </a:lnTo>
                  <a:lnTo>
                    <a:pt x="1506" y="3824"/>
                  </a:lnTo>
                  <a:lnTo>
                    <a:pt x="1661" y="3669"/>
                  </a:lnTo>
                  <a:lnTo>
                    <a:pt x="1815" y="3476"/>
                  </a:lnTo>
                  <a:lnTo>
                    <a:pt x="1970" y="3283"/>
                  </a:lnTo>
                  <a:lnTo>
                    <a:pt x="2124" y="3052"/>
                  </a:lnTo>
                  <a:lnTo>
                    <a:pt x="2317" y="2511"/>
                  </a:lnTo>
                  <a:lnTo>
                    <a:pt x="2510" y="1970"/>
                  </a:lnTo>
                  <a:lnTo>
                    <a:pt x="2626" y="1468"/>
                  </a:lnTo>
                  <a:lnTo>
                    <a:pt x="2665" y="1044"/>
                  </a:lnTo>
                  <a:lnTo>
                    <a:pt x="2394" y="1005"/>
                  </a:lnTo>
                  <a:lnTo>
                    <a:pt x="2008" y="2009"/>
                  </a:lnTo>
                  <a:lnTo>
                    <a:pt x="1738" y="2665"/>
                  </a:lnTo>
                  <a:lnTo>
                    <a:pt x="1545" y="3013"/>
                  </a:lnTo>
                  <a:lnTo>
                    <a:pt x="1468" y="3206"/>
                  </a:lnTo>
                  <a:lnTo>
                    <a:pt x="1352" y="3283"/>
                  </a:lnTo>
                  <a:lnTo>
                    <a:pt x="1159" y="3283"/>
                  </a:lnTo>
                  <a:lnTo>
                    <a:pt x="1004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897"/>
                  </a:lnTo>
                  <a:lnTo>
                    <a:pt x="541" y="2665"/>
                  </a:lnTo>
                  <a:lnTo>
                    <a:pt x="541" y="2356"/>
                  </a:lnTo>
                  <a:lnTo>
                    <a:pt x="579" y="2048"/>
                  </a:lnTo>
                  <a:lnTo>
                    <a:pt x="657" y="1623"/>
                  </a:lnTo>
                  <a:lnTo>
                    <a:pt x="734" y="1159"/>
                  </a:lnTo>
                  <a:lnTo>
                    <a:pt x="888" y="773"/>
                  </a:lnTo>
                  <a:lnTo>
                    <a:pt x="1043" y="348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6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" name="Google Shape;1698;p7"/>
            <p:cNvSpPr/>
            <p:nvPr/>
          </p:nvSpPr>
          <p:spPr>
            <a:xfrm>
              <a:off x="4079325" y="4191125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9" y="5909"/>
                  </a:moveTo>
                  <a:lnTo>
                    <a:pt x="1082" y="5986"/>
                  </a:lnTo>
                  <a:lnTo>
                    <a:pt x="1236" y="6025"/>
                  </a:lnTo>
                  <a:lnTo>
                    <a:pt x="1391" y="6179"/>
                  </a:lnTo>
                  <a:lnTo>
                    <a:pt x="1468" y="6334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1" y="6797"/>
                  </a:lnTo>
                  <a:lnTo>
                    <a:pt x="1236" y="6951"/>
                  </a:lnTo>
                  <a:lnTo>
                    <a:pt x="1159" y="7029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90"/>
                  </a:lnTo>
                  <a:lnTo>
                    <a:pt x="464" y="6836"/>
                  </a:lnTo>
                  <a:lnTo>
                    <a:pt x="425" y="6720"/>
                  </a:lnTo>
                  <a:lnTo>
                    <a:pt x="387" y="6643"/>
                  </a:lnTo>
                  <a:lnTo>
                    <a:pt x="348" y="6488"/>
                  </a:lnTo>
                  <a:lnTo>
                    <a:pt x="387" y="6372"/>
                  </a:lnTo>
                  <a:lnTo>
                    <a:pt x="425" y="6256"/>
                  </a:lnTo>
                  <a:lnTo>
                    <a:pt x="503" y="6179"/>
                  </a:lnTo>
                  <a:lnTo>
                    <a:pt x="696" y="6025"/>
                  </a:lnTo>
                  <a:lnTo>
                    <a:pt x="889" y="5909"/>
                  </a:lnTo>
                  <a:close/>
                  <a:moveTo>
                    <a:pt x="5909" y="1"/>
                  </a:moveTo>
                  <a:lnTo>
                    <a:pt x="5831" y="39"/>
                  </a:lnTo>
                  <a:lnTo>
                    <a:pt x="5522" y="310"/>
                  </a:lnTo>
                  <a:lnTo>
                    <a:pt x="5175" y="619"/>
                  </a:lnTo>
                  <a:lnTo>
                    <a:pt x="4596" y="1314"/>
                  </a:lnTo>
                  <a:lnTo>
                    <a:pt x="4017" y="2047"/>
                  </a:lnTo>
                  <a:lnTo>
                    <a:pt x="3437" y="2781"/>
                  </a:lnTo>
                  <a:lnTo>
                    <a:pt x="2279" y="4133"/>
                  </a:lnTo>
                  <a:lnTo>
                    <a:pt x="1738" y="4866"/>
                  </a:lnTo>
                  <a:lnTo>
                    <a:pt x="1198" y="5561"/>
                  </a:lnTo>
                  <a:lnTo>
                    <a:pt x="1043" y="5523"/>
                  </a:lnTo>
                  <a:lnTo>
                    <a:pt x="889" y="5523"/>
                  </a:lnTo>
                  <a:lnTo>
                    <a:pt x="773" y="5561"/>
                  </a:lnTo>
                  <a:lnTo>
                    <a:pt x="618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1" y="6334"/>
                  </a:lnTo>
                  <a:lnTo>
                    <a:pt x="1" y="6488"/>
                  </a:lnTo>
                  <a:lnTo>
                    <a:pt x="1" y="6604"/>
                  </a:lnTo>
                  <a:lnTo>
                    <a:pt x="39" y="6797"/>
                  </a:lnTo>
                  <a:lnTo>
                    <a:pt x="116" y="6990"/>
                  </a:lnTo>
                  <a:lnTo>
                    <a:pt x="194" y="7145"/>
                  </a:lnTo>
                  <a:lnTo>
                    <a:pt x="348" y="7260"/>
                  </a:lnTo>
                  <a:lnTo>
                    <a:pt x="503" y="7376"/>
                  </a:lnTo>
                  <a:lnTo>
                    <a:pt x="696" y="7453"/>
                  </a:lnTo>
                  <a:lnTo>
                    <a:pt x="1082" y="7453"/>
                  </a:lnTo>
                  <a:lnTo>
                    <a:pt x="1275" y="7415"/>
                  </a:lnTo>
                  <a:lnTo>
                    <a:pt x="1429" y="7299"/>
                  </a:lnTo>
                  <a:lnTo>
                    <a:pt x="1584" y="7183"/>
                  </a:lnTo>
                  <a:lnTo>
                    <a:pt x="1700" y="7067"/>
                  </a:lnTo>
                  <a:lnTo>
                    <a:pt x="1815" y="6874"/>
                  </a:lnTo>
                  <a:lnTo>
                    <a:pt x="1854" y="6681"/>
                  </a:lnTo>
                  <a:lnTo>
                    <a:pt x="1893" y="6527"/>
                  </a:lnTo>
                  <a:lnTo>
                    <a:pt x="1854" y="6334"/>
                  </a:lnTo>
                  <a:lnTo>
                    <a:pt x="1815" y="6179"/>
                  </a:lnTo>
                  <a:lnTo>
                    <a:pt x="1738" y="6025"/>
                  </a:lnTo>
                  <a:lnTo>
                    <a:pt x="1661" y="5909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2" y="4403"/>
                  </a:lnTo>
                  <a:lnTo>
                    <a:pt x="3939" y="3013"/>
                  </a:lnTo>
                  <a:lnTo>
                    <a:pt x="4480" y="2395"/>
                  </a:lnTo>
                  <a:lnTo>
                    <a:pt x="5098" y="1700"/>
                  </a:lnTo>
                  <a:lnTo>
                    <a:pt x="5638" y="1043"/>
                  </a:lnTo>
                  <a:lnTo>
                    <a:pt x="5909" y="657"/>
                  </a:lnTo>
                  <a:lnTo>
                    <a:pt x="6102" y="310"/>
                  </a:lnTo>
                  <a:lnTo>
                    <a:pt x="6140" y="194"/>
                  </a:lnTo>
                  <a:lnTo>
                    <a:pt x="6063" y="78"/>
                  </a:lnTo>
                  <a:lnTo>
                    <a:pt x="598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" name="Google Shape;1699;p7"/>
            <p:cNvSpPr/>
            <p:nvPr/>
          </p:nvSpPr>
          <p:spPr>
            <a:xfrm>
              <a:off x="3825425" y="421912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5"/>
                  </a:lnTo>
                  <a:lnTo>
                    <a:pt x="7531" y="6140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1" y="6565"/>
                  </a:lnTo>
                  <a:lnTo>
                    <a:pt x="7492" y="6681"/>
                  </a:lnTo>
                  <a:lnTo>
                    <a:pt x="7338" y="6797"/>
                  </a:lnTo>
                  <a:lnTo>
                    <a:pt x="7106" y="6913"/>
                  </a:lnTo>
                  <a:lnTo>
                    <a:pt x="6913" y="6913"/>
                  </a:lnTo>
                  <a:lnTo>
                    <a:pt x="6720" y="6835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7" y="6102"/>
                  </a:lnTo>
                  <a:lnTo>
                    <a:pt x="6643" y="5909"/>
                  </a:lnTo>
                  <a:lnTo>
                    <a:pt x="6797" y="5754"/>
                  </a:lnTo>
                  <a:close/>
                  <a:moveTo>
                    <a:pt x="233" y="1"/>
                  </a:moveTo>
                  <a:lnTo>
                    <a:pt x="155" y="39"/>
                  </a:lnTo>
                  <a:lnTo>
                    <a:pt x="78" y="39"/>
                  </a:lnTo>
                  <a:lnTo>
                    <a:pt x="39" y="116"/>
                  </a:lnTo>
                  <a:lnTo>
                    <a:pt x="1" y="232"/>
                  </a:lnTo>
                  <a:lnTo>
                    <a:pt x="1" y="310"/>
                  </a:lnTo>
                  <a:lnTo>
                    <a:pt x="39" y="387"/>
                  </a:lnTo>
                  <a:lnTo>
                    <a:pt x="426" y="773"/>
                  </a:lnTo>
                  <a:lnTo>
                    <a:pt x="812" y="1120"/>
                  </a:lnTo>
                  <a:lnTo>
                    <a:pt x="1623" y="1777"/>
                  </a:lnTo>
                  <a:lnTo>
                    <a:pt x="3399" y="3206"/>
                  </a:lnTo>
                  <a:lnTo>
                    <a:pt x="4866" y="4441"/>
                  </a:lnTo>
                  <a:lnTo>
                    <a:pt x="5639" y="5021"/>
                  </a:lnTo>
                  <a:lnTo>
                    <a:pt x="6411" y="5600"/>
                  </a:lnTo>
                  <a:lnTo>
                    <a:pt x="6295" y="5677"/>
                  </a:lnTo>
                  <a:lnTo>
                    <a:pt x="6218" y="5793"/>
                  </a:lnTo>
                  <a:lnTo>
                    <a:pt x="6102" y="6102"/>
                  </a:lnTo>
                  <a:lnTo>
                    <a:pt x="6063" y="6411"/>
                  </a:lnTo>
                  <a:lnTo>
                    <a:pt x="6102" y="6681"/>
                  </a:lnTo>
                  <a:lnTo>
                    <a:pt x="6179" y="6835"/>
                  </a:lnTo>
                  <a:lnTo>
                    <a:pt x="6295" y="6990"/>
                  </a:lnTo>
                  <a:lnTo>
                    <a:pt x="6411" y="7144"/>
                  </a:lnTo>
                  <a:lnTo>
                    <a:pt x="6565" y="7222"/>
                  </a:lnTo>
                  <a:lnTo>
                    <a:pt x="6720" y="7299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9"/>
                  </a:lnTo>
                  <a:lnTo>
                    <a:pt x="7454" y="7260"/>
                  </a:lnTo>
                  <a:lnTo>
                    <a:pt x="7608" y="7144"/>
                  </a:lnTo>
                  <a:lnTo>
                    <a:pt x="7724" y="7029"/>
                  </a:lnTo>
                  <a:lnTo>
                    <a:pt x="7840" y="6913"/>
                  </a:lnTo>
                  <a:lnTo>
                    <a:pt x="7956" y="6758"/>
                  </a:lnTo>
                  <a:lnTo>
                    <a:pt x="7994" y="6565"/>
                  </a:lnTo>
                  <a:lnTo>
                    <a:pt x="8033" y="6411"/>
                  </a:lnTo>
                  <a:lnTo>
                    <a:pt x="8033" y="6218"/>
                  </a:lnTo>
                  <a:lnTo>
                    <a:pt x="7956" y="6025"/>
                  </a:lnTo>
                  <a:lnTo>
                    <a:pt x="7840" y="5870"/>
                  </a:lnTo>
                  <a:lnTo>
                    <a:pt x="7724" y="5716"/>
                  </a:lnTo>
                  <a:lnTo>
                    <a:pt x="7569" y="5600"/>
                  </a:lnTo>
                  <a:lnTo>
                    <a:pt x="7415" y="5523"/>
                  </a:lnTo>
                  <a:lnTo>
                    <a:pt x="7222" y="5445"/>
                  </a:lnTo>
                  <a:lnTo>
                    <a:pt x="7029" y="5445"/>
                  </a:lnTo>
                  <a:lnTo>
                    <a:pt x="6836" y="5484"/>
                  </a:lnTo>
                  <a:lnTo>
                    <a:pt x="6025" y="4712"/>
                  </a:lnTo>
                  <a:lnTo>
                    <a:pt x="5214" y="4017"/>
                  </a:lnTo>
                  <a:lnTo>
                    <a:pt x="3515" y="2626"/>
                  </a:lnTo>
                  <a:lnTo>
                    <a:pt x="2743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5" y="310"/>
                  </a:lnTo>
                  <a:lnTo>
                    <a:pt x="310" y="39"/>
                  </a:lnTo>
                  <a:lnTo>
                    <a:pt x="23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" name="Google Shape;1700;p7"/>
            <p:cNvSpPr/>
            <p:nvPr/>
          </p:nvSpPr>
          <p:spPr>
            <a:xfrm>
              <a:off x="3401625" y="4223000"/>
              <a:ext cx="240425" cy="634250"/>
            </a:xfrm>
            <a:custGeom>
              <a:avLst/>
              <a:gdLst/>
              <a:ahLst/>
              <a:cxnLst/>
              <a:rect l="l" t="t" r="r" b="b"/>
              <a:pathLst>
                <a:path w="9617" h="25370" extrusionOk="0">
                  <a:moveTo>
                    <a:pt x="4751" y="463"/>
                  </a:moveTo>
                  <a:lnTo>
                    <a:pt x="5291" y="502"/>
                  </a:lnTo>
                  <a:lnTo>
                    <a:pt x="5755" y="579"/>
                  </a:lnTo>
                  <a:lnTo>
                    <a:pt x="6218" y="772"/>
                  </a:lnTo>
                  <a:lnTo>
                    <a:pt x="6681" y="965"/>
                  </a:lnTo>
                  <a:lnTo>
                    <a:pt x="7067" y="1236"/>
                  </a:lnTo>
                  <a:lnTo>
                    <a:pt x="7454" y="1583"/>
                  </a:lnTo>
                  <a:lnTo>
                    <a:pt x="7801" y="1931"/>
                  </a:lnTo>
                  <a:lnTo>
                    <a:pt x="8149" y="2356"/>
                  </a:lnTo>
                  <a:lnTo>
                    <a:pt x="8419" y="2780"/>
                  </a:lnTo>
                  <a:lnTo>
                    <a:pt x="8651" y="3244"/>
                  </a:lnTo>
                  <a:lnTo>
                    <a:pt x="8844" y="3707"/>
                  </a:lnTo>
                  <a:lnTo>
                    <a:pt x="8998" y="4209"/>
                  </a:lnTo>
                  <a:lnTo>
                    <a:pt x="9075" y="4711"/>
                  </a:lnTo>
                  <a:lnTo>
                    <a:pt x="9114" y="5213"/>
                  </a:lnTo>
                  <a:lnTo>
                    <a:pt x="9114" y="5754"/>
                  </a:lnTo>
                  <a:lnTo>
                    <a:pt x="9075" y="6256"/>
                  </a:lnTo>
                  <a:lnTo>
                    <a:pt x="8998" y="6758"/>
                  </a:lnTo>
                  <a:lnTo>
                    <a:pt x="8882" y="7260"/>
                  </a:lnTo>
                  <a:lnTo>
                    <a:pt x="8689" y="7723"/>
                  </a:lnTo>
                  <a:lnTo>
                    <a:pt x="8496" y="8225"/>
                  </a:lnTo>
                  <a:lnTo>
                    <a:pt x="8303" y="8650"/>
                  </a:lnTo>
                  <a:lnTo>
                    <a:pt x="8033" y="9113"/>
                  </a:lnTo>
                  <a:lnTo>
                    <a:pt x="7763" y="9538"/>
                  </a:lnTo>
                  <a:lnTo>
                    <a:pt x="7454" y="9924"/>
                  </a:lnTo>
                  <a:lnTo>
                    <a:pt x="7106" y="10349"/>
                  </a:lnTo>
                  <a:lnTo>
                    <a:pt x="6759" y="10735"/>
                  </a:lnTo>
                  <a:lnTo>
                    <a:pt x="6025" y="11469"/>
                  </a:lnTo>
                  <a:lnTo>
                    <a:pt x="5253" y="12125"/>
                  </a:lnTo>
                  <a:lnTo>
                    <a:pt x="5098" y="12125"/>
                  </a:lnTo>
                  <a:lnTo>
                    <a:pt x="5059" y="12202"/>
                  </a:lnTo>
                  <a:lnTo>
                    <a:pt x="5021" y="12241"/>
                  </a:lnTo>
                  <a:lnTo>
                    <a:pt x="5021" y="12280"/>
                  </a:lnTo>
                  <a:lnTo>
                    <a:pt x="4210" y="11816"/>
                  </a:lnTo>
                  <a:lnTo>
                    <a:pt x="3476" y="11314"/>
                  </a:lnTo>
                  <a:lnTo>
                    <a:pt x="2781" y="10735"/>
                  </a:lnTo>
                  <a:lnTo>
                    <a:pt x="2472" y="10426"/>
                  </a:lnTo>
                  <a:lnTo>
                    <a:pt x="2163" y="10117"/>
                  </a:lnTo>
                  <a:lnTo>
                    <a:pt x="1893" y="9770"/>
                  </a:lnTo>
                  <a:lnTo>
                    <a:pt x="1661" y="9422"/>
                  </a:lnTo>
                  <a:lnTo>
                    <a:pt x="1430" y="9036"/>
                  </a:lnTo>
                  <a:lnTo>
                    <a:pt x="1198" y="8650"/>
                  </a:lnTo>
                  <a:lnTo>
                    <a:pt x="1005" y="8264"/>
                  </a:lnTo>
                  <a:lnTo>
                    <a:pt x="850" y="7839"/>
                  </a:lnTo>
                  <a:lnTo>
                    <a:pt x="735" y="7376"/>
                  </a:lnTo>
                  <a:lnTo>
                    <a:pt x="619" y="6912"/>
                  </a:lnTo>
                  <a:lnTo>
                    <a:pt x="542" y="6449"/>
                  </a:lnTo>
                  <a:lnTo>
                    <a:pt x="503" y="5985"/>
                  </a:lnTo>
                  <a:lnTo>
                    <a:pt x="503" y="5522"/>
                  </a:lnTo>
                  <a:lnTo>
                    <a:pt x="542" y="5020"/>
                  </a:lnTo>
                  <a:lnTo>
                    <a:pt x="619" y="4557"/>
                  </a:lnTo>
                  <a:lnTo>
                    <a:pt x="696" y="4055"/>
                  </a:lnTo>
                  <a:lnTo>
                    <a:pt x="850" y="3591"/>
                  </a:lnTo>
                  <a:lnTo>
                    <a:pt x="1005" y="3167"/>
                  </a:lnTo>
                  <a:lnTo>
                    <a:pt x="1237" y="2742"/>
                  </a:lnTo>
                  <a:lnTo>
                    <a:pt x="1468" y="2317"/>
                  </a:lnTo>
                  <a:lnTo>
                    <a:pt x="1739" y="1931"/>
                  </a:lnTo>
                  <a:lnTo>
                    <a:pt x="2086" y="1583"/>
                  </a:lnTo>
                  <a:lnTo>
                    <a:pt x="2434" y="1274"/>
                  </a:lnTo>
                  <a:lnTo>
                    <a:pt x="2820" y="1004"/>
                  </a:lnTo>
                  <a:lnTo>
                    <a:pt x="3245" y="811"/>
                  </a:lnTo>
                  <a:lnTo>
                    <a:pt x="3708" y="618"/>
                  </a:lnTo>
                  <a:lnTo>
                    <a:pt x="4249" y="502"/>
                  </a:lnTo>
                  <a:lnTo>
                    <a:pt x="4751" y="463"/>
                  </a:lnTo>
                  <a:close/>
                  <a:moveTo>
                    <a:pt x="5137" y="12627"/>
                  </a:moveTo>
                  <a:lnTo>
                    <a:pt x="5214" y="12666"/>
                  </a:lnTo>
                  <a:lnTo>
                    <a:pt x="5484" y="13129"/>
                  </a:lnTo>
                  <a:lnTo>
                    <a:pt x="4751" y="13052"/>
                  </a:lnTo>
                  <a:lnTo>
                    <a:pt x="5059" y="12627"/>
                  </a:lnTo>
                  <a:close/>
                  <a:moveTo>
                    <a:pt x="3167" y="13979"/>
                  </a:moveTo>
                  <a:lnTo>
                    <a:pt x="3476" y="14403"/>
                  </a:lnTo>
                  <a:lnTo>
                    <a:pt x="3708" y="14828"/>
                  </a:lnTo>
                  <a:lnTo>
                    <a:pt x="3669" y="14867"/>
                  </a:lnTo>
                  <a:lnTo>
                    <a:pt x="3438" y="14944"/>
                  </a:lnTo>
                  <a:lnTo>
                    <a:pt x="3167" y="15021"/>
                  </a:lnTo>
                  <a:lnTo>
                    <a:pt x="2936" y="15060"/>
                  </a:lnTo>
                  <a:lnTo>
                    <a:pt x="2665" y="15021"/>
                  </a:lnTo>
                  <a:lnTo>
                    <a:pt x="2936" y="14519"/>
                  </a:lnTo>
                  <a:lnTo>
                    <a:pt x="3167" y="13979"/>
                  </a:lnTo>
                  <a:close/>
                  <a:moveTo>
                    <a:pt x="5330" y="14867"/>
                  </a:moveTo>
                  <a:lnTo>
                    <a:pt x="5021" y="15987"/>
                  </a:lnTo>
                  <a:lnTo>
                    <a:pt x="4789" y="15794"/>
                  </a:lnTo>
                  <a:lnTo>
                    <a:pt x="4557" y="15562"/>
                  </a:lnTo>
                  <a:lnTo>
                    <a:pt x="4364" y="15330"/>
                  </a:lnTo>
                  <a:lnTo>
                    <a:pt x="4210" y="15098"/>
                  </a:lnTo>
                  <a:lnTo>
                    <a:pt x="4171" y="15060"/>
                  </a:lnTo>
                  <a:lnTo>
                    <a:pt x="5330" y="14867"/>
                  </a:lnTo>
                  <a:close/>
                  <a:moveTo>
                    <a:pt x="4055" y="15407"/>
                  </a:moveTo>
                  <a:lnTo>
                    <a:pt x="4249" y="15678"/>
                  </a:lnTo>
                  <a:lnTo>
                    <a:pt x="4480" y="15948"/>
                  </a:lnTo>
                  <a:lnTo>
                    <a:pt x="4712" y="16218"/>
                  </a:lnTo>
                  <a:lnTo>
                    <a:pt x="4982" y="16450"/>
                  </a:lnTo>
                  <a:lnTo>
                    <a:pt x="5098" y="16489"/>
                  </a:lnTo>
                  <a:lnTo>
                    <a:pt x="4905" y="16991"/>
                  </a:lnTo>
                  <a:lnTo>
                    <a:pt x="4789" y="17531"/>
                  </a:lnTo>
                  <a:lnTo>
                    <a:pt x="4480" y="17145"/>
                  </a:lnTo>
                  <a:lnTo>
                    <a:pt x="4249" y="16759"/>
                  </a:lnTo>
                  <a:lnTo>
                    <a:pt x="4133" y="16527"/>
                  </a:lnTo>
                  <a:lnTo>
                    <a:pt x="4055" y="16296"/>
                  </a:lnTo>
                  <a:lnTo>
                    <a:pt x="4017" y="16064"/>
                  </a:lnTo>
                  <a:lnTo>
                    <a:pt x="4017" y="15794"/>
                  </a:lnTo>
                  <a:lnTo>
                    <a:pt x="4055" y="15407"/>
                  </a:lnTo>
                  <a:close/>
                  <a:moveTo>
                    <a:pt x="5291" y="16798"/>
                  </a:moveTo>
                  <a:lnTo>
                    <a:pt x="5600" y="17145"/>
                  </a:lnTo>
                  <a:lnTo>
                    <a:pt x="5870" y="17531"/>
                  </a:lnTo>
                  <a:lnTo>
                    <a:pt x="5446" y="17570"/>
                  </a:lnTo>
                  <a:lnTo>
                    <a:pt x="5021" y="17647"/>
                  </a:lnTo>
                  <a:lnTo>
                    <a:pt x="5291" y="16798"/>
                  </a:lnTo>
                  <a:close/>
                  <a:moveTo>
                    <a:pt x="4557" y="17879"/>
                  </a:moveTo>
                  <a:lnTo>
                    <a:pt x="4635" y="17995"/>
                  </a:lnTo>
                  <a:lnTo>
                    <a:pt x="4519" y="18149"/>
                  </a:lnTo>
                  <a:lnTo>
                    <a:pt x="4403" y="18381"/>
                  </a:lnTo>
                  <a:lnTo>
                    <a:pt x="4287" y="18805"/>
                  </a:lnTo>
                  <a:lnTo>
                    <a:pt x="3901" y="18381"/>
                  </a:lnTo>
                  <a:lnTo>
                    <a:pt x="3553" y="17917"/>
                  </a:lnTo>
                  <a:lnTo>
                    <a:pt x="4557" y="17879"/>
                  </a:lnTo>
                  <a:close/>
                  <a:moveTo>
                    <a:pt x="7917" y="20003"/>
                  </a:moveTo>
                  <a:lnTo>
                    <a:pt x="7878" y="20736"/>
                  </a:lnTo>
                  <a:lnTo>
                    <a:pt x="7763" y="21509"/>
                  </a:lnTo>
                  <a:lnTo>
                    <a:pt x="6797" y="20775"/>
                  </a:lnTo>
                  <a:lnTo>
                    <a:pt x="6759" y="20736"/>
                  </a:lnTo>
                  <a:lnTo>
                    <a:pt x="6681" y="20466"/>
                  </a:lnTo>
                  <a:lnTo>
                    <a:pt x="6990" y="20273"/>
                  </a:lnTo>
                  <a:lnTo>
                    <a:pt x="7299" y="20118"/>
                  </a:lnTo>
                  <a:lnTo>
                    <a:pt x="7608" y="20041"/>
                  </a:lnTo>
                  <a:lnTo>
                    <a:pt x="7917" y="20003"/>
                  </a:lnTo>
                  <a:close/>
                  <a:moveTo>
                    <a:pt x="5330" y="20389"/>
                  </a:moveTo>
                  <a:lnTo>
                    <a:pt x="6179" y="20813"/>
                  </a:lnTo>
                  <a:lnTo>
                    <a:pt x="5755" y="21200"/>
                  </a:lnTo>
                  <a:lnTo>
                    <a:pt x="5368" y="21663"/>
                  </a:lnTo>
                  <a:lnTo>
                    <a:pt x="5291" y="21007"/>
                  </a:lnTo>
                  <a:lnTo>
                    <a:pt x="5330" y="20389"/>
                  </a:lnTo>
                  <a:close/>
                  <a:moveTo>
                    <a:pt x="4905" y="0"/>
                  </a:moveTo>
                  <a:lnTo>
                    <a:pt x="4519" y="39"/>
                  </a:lnTo>
                  <a:lnTo>
                    <a:pt x="4171" y="39"/>
                  </a:lnTo>
                  <a:lnTo>
                    <a:pt x="3785" y="116"/>
                  </a:lnTo>
                  <a:lnTo>
                    <a:pt x="3438" y="232"/>
                  </a:lnTo>
                  <a:lnTo>
                    <a:pt x="3090" y="348"/>
                  </a:lnTo>
                  <a:lnTo>
                    <a:pt x="2743" y="502"/>
                  </a:lnTo>
                  <a:lnTo>
                    <a:pt x="2434" y="695"/>
                  </a:lnTo>
                  <a:lnTo>
                    <a:pt x="2086" y="927"/>
                  </a:lnTo>
                  <a:lnTo>
                    <a:pt x="1816" y="1197"/>
                  </a:lnTo>
                  <a:lnTo>
                    <a:pt x="1507" y="1506"/>
                  </a:lnTo>
                  <a:lnTo>
                    <a:pt x="1275" y="1815"/>
                  </a:lnTo>
                  <a:lnTo>
                    <a:pt x="1044" y="2124"/>
                  </a:lnTo>
                  <a:lnTo>
                    <a:pt x="812" y="2471"/>
                  </a:lnTo>
                  <a:lnTo>
                    <a:pt x="619" y="2858"/>
                  </a:lnTo>
                  <a:lnTo>
                    <a:pt x="464" y="3205"/>
                  </a:lnTo>
                  <a:lnTo>
                    <a:pt x="310" y="3591"/>
                  </a:lnTo>
                  <a:lnTo>
                    <a:pt x="233" y="3977"/>
                  </a:lnTo>
                  <a:lnTo>
                    <a:pt x="117" y="4364"/>
                  </a:lnTo>
                  <a:lnTo>
                    <a:pt x="78" y="4750"/>
                  </a:lnTo>
                  <a:lnTo>
                    <a:pt x="1" y="5174"/>
                  </a:lnTo>
                  <a:lnTo>
                    <a:pt x="1" y="5561"/>
                  </a:lnTo>
                  <a:lnTo>
                    <a:pt x="1" y="5985"/>
                  </a:lnTo>
                  <a:lnTo>
                    <a:pt x="40" y="6372"/>
                  </a:lnTo>
                  <a:lnTo>
                    <a:pt x="78" y="6796"/>
                  </a:lnTo>
                  <a:lnTo>
                    <a:pt x="155" y="7182"/>
                  </a:lnTo>
                  <a:lnTo>
                    <a:pt x="271" y="7569"/>
                  </a:lnTo>
                  <a:lnTo>
                    <a:pt x="387" y="7993"/>
                  </a:lnTo>
                  <a:lnTo>
                    <a:pt x="542" y="8380"/>
                  </a:lnTo>
                  <a:lnTo>
                    <a:pt x="928" y="9152"/>
                  </a:lnTo>
                  <a:lnTo>
                    <a:pt x="1121" y="9538"/>
                  </a:lnTo>
                  <a:lnTo>
                    <a:pt x="1352" y="9924"/>
                  </a:lnTo>
                  <a:lnTo>
                    <a:pt x="1623" y="10272"/>
                  </a:lnTo>
                  <a:lnTo>
                    <a:pt x="1893" y="10619"/>
                  </a:lnTo>
                  <a:lnTo>
                    <a:pt x="2202" y="10928"/>
                  </a:lnTo>
                  <a:lnTo>
                    <a:pt x="2511" y="11237"/>
                  </a:lnTo>
                  <a:lnTo>
                    <a:pt x="2820" y="11546"/>
                  </a:lnTo>
                  <a:lnTo>
                    <a:pt x="3167" y="11778"/>
                  </a:lnTo>
                  <a:lnTo>
                    <a:pt x="3553" y="12009"/>
                  </a:lnTo>
                  <a:lnTo>
                    <a:pt x="3940" y="12241"/>
                  </a:lnTo>
                  <a:lnTo>
                    <a:pt x="4326" y="12395"/>
                  </a:lnTo>
                  <a:lnTo>
                    <a:pt x="4712" y="12550"/>
                  </a:lnTo>
                  <a:lnTo>
                    <a:pt x="4171" y="13091"/>
                  </a:lnTo>
                  <a:lnTo>
                    <a:pt x="4133" y="13206"/>
                  </a:lnTo>
                  <a:lnTo>
                    <a:pt x="4133" y="13322"/>
                  </a:lnTo>
                  <a:lnTo>
                    <a:pt x="4210" y="13399"/>
                  </a:lnTo>
                  <a:lnTo>
                    <a:pt x="4326" y="13438"/>
                  </a:lnTo>
                  <a:lnTo>
                    <a:pt x="4789" y="13477"/>
                  </a:lnTo>
                  <a:lnTo>
                    <a:pt x="4519" y="13747"/>
                  </a:lnTo>
                  <a:lnTo>
                    <a:pt x="4287" y="13979"/>
                  </a:lnTo>
                  <a:lnTo>
                    <a:pt x="4094" y="14288"/>
                  </a:lnTo>
                  <a:lnTo>
                    <a:pt x="3940" y="14596"/>
                  </a:lnTo>
                  <a:lnTo>
                    <a:pt x="3785" y="14288"/>
                  </a:lnTo>
                  <a:lnTo>
                    <a:pt x="3631" y="14017"/>
                  </a:lnTo>
                  <a:lnTo>
                    <a:pt x="3438" y="13747"/>
                  </a:lnTo>
                  <a:lnTo>
                    <a:pt x="3206" y="13477"/>
                  </a:lnTo>
                  <a:lnTo>
                    <a:pt x="3129" y="13438"/>
                  </a:lnTo>
                  <a:lnTo>
                    <a:pt x="3051" y="13438"/>
                  </a:lnTo>
                  <a:lnTo>
                    <a:pt x="2974" y="13477"/>
                  </a:lnTo>
                  <a:lnTo>
                    <a:pt x="2897" y="13593"/>
                  </a:lnTo>
                  <a:lnTo>
                    <a:pt x="2588" y="14326"/>
                  </a:lnTo>
                  <a:lnTo>
                    <a:pt x="2241" y="15098"/>
                  </a:lnTo>
                  <a:lnTo>
                    <a:pt x="2202" y="15176"/>
                  </a:lnTo>
                  <a:lnTo>
                    <a:pt x="2202" y="15253"/>
                  </a:lnTo>
                  <a:lnTo>
                    <a:pt x="2241" y="15330"/>
                  </a:lnTo>
                  <a:lnTo>
                    <a:pt x="2318" y="15369"/>
                  </a:lnTo>
                  <a:lnTo>
                    <a:pt x="2665" y="15407"/>
                  </a:lnTo>
                  <a:lnTo>
                    <a:pt x="3013" y="15407"/>
                  </a:lnTo>
                  <a:lnTo>
                    <a:pt x="3360" y="15369"/>
                  </a:lnTo>
                  <a:lnTo>
                    <a:pt x="3669" y="15253"/>
                  </a:lnTo>
                  <a:lnTo>
                    <a:pt x="3669" y="15253"/>
                  </a:lnTo>
                  <a:lnTo>
                    <a:pt x="3631" y="15562"/>
                  </a:lnTo>
                  <a:lnTo>
                    <a:pt x="3592" y="15909"/>
                  </a:lnTo>
                  <a:lnTo>
                    <a:pt x="3631" y="16141"/>
                  </a:lnTo>
                  <a:lnTo>
                    <a:pt x="3669" y="16373"/>
                  </a:lnTo>
                  <a:lnTo>
                    <a:pt x="3785" y="16798"/>
                  </a:lnTo>
                  <a:lnTo>
                    <a:pt x="4017" y="17184"/>
                  </a:lnTo>
                  <a:lnTo>
                    <a:pt x="4287" y="17570"/>
                  </a:lnTo>
                  <a:lnTo>
                    <a:pt x="3245" y="17570"/>
                  </a:lnTo>
                  <a:lnTo>
                    <a:pt x="3167" y="17608"/>
                  </a:lnTo>
                  <a:lnTo>
                    <a:pt x="3090" y="17647"/>
                  </a:lnTo>
                  <a:lnTo>
                    <a:pt x="3051" y="17763"/>
                  </a:lnTo>
                  <a:lnTo>
                    <a:pt x="3090" y="17840"/>
                  </a:lnTo>
                  <a:lnTo>
                    <a:pt x="3322" y="18265"/>
                  </a:lnTo>
                  <a:lnTo>
                    <a:pt x="3592" y="18612"/>
                  </a:lnTo>
                  <a:lnTo>
                    <a:pt x="3901" y="18960"/>
                  </a:lnTo>
                  <a:lnTo>
                    <a:pt x="4249" y="19307"/>
                  </a:lnTo>
                  <a:lnTo>
                    <a:pt x="4326" y="19346"/>
                  </a:lnTo>
                  <a:lnTo>
                    <a:pt x="4442" y="19346"/>
                  </a:lnTo>
                  <a:lnTo>
                    <a:pt x="4519" y="19307"/>
                  </a:lnTo>
                  <a:lnTo>
                    <a:pt x="4557" y="19230"/>
                  </a:lnTo>
                  <a:lnTo>
                    <a:pt x="4751" y="18767"/>
                  </a:lnTo>
                  <a:lnTo>
                    <a:pt x="4828" y="18497"/>
                  </a:lnTo>
                  <a:lnTo>
                    <a:pt x="4905" y="18265"/>
                  </a:lnTo>
                  <a:lnTo>
                    <a:pt x="5021" y="18381"/>
                  </a:lnTo>
                  <a:lnTo>
                    <a:pt x="5446" y="18883"/>
                  </a:lnTo>
                  <a:lnTo>
                    <a:pt x="5793" y="19385"/>
                  </a:lnTo>
                  <a:lnTo>
                    <a:pt x="6063" y="19964"/>
                  </a:lnTo>
                  <a:lnTo>
                    <a:pt x="6257" y="20543"/>
                  </a:lnTo>
                  <a:lnTo>
                    <a:pt x="5253" y="19964"/>
                  </a:lnTo>
                  <a:lnTo>
                    <a:pt x="5175" y="19925"/>
                  </a:lnTo>
                  <a:lnTo>
                    <a:pt x="5098" y="19925"/>
                  </a:lnTo>
                  <a:lnTo>
                    <a:pt x="5021" y="20003"/>
                  </a:lnTo>
                  <a:lnTo>
                    <a:pt x="4982" y="20041"/>
                  </a:lnTo>
                  <a:lnTo>
                    <a:pt x="4944" y="20582"/>
                  </a:lnTo>
                  <a:lnTo>
                    <a:pt x="4944" y="21084"/>
                  </a:lnTo>
                  <a:lnTo>
                    <a:pt x="4982" y="21586"/>
                  </a:lnTo>
                  <a:lnTo>
                    <a:pt x="5059" y="22088"/>
                  </a:lnTo>
                  <a:lnTo>
                    <a:pt x="5098" y="22204"/>
                  </a:lnTo>
                  <a:lnTo>
                    <a:pt x="5214" y="22242"/>
                  </a:lnTo>
                  <a:lnTo>
                    <a:pt x="5291" y="22242"/>
                  </a:lnTo>
                  <a:lnTo>
                    <a:pt x="5368" y="22165"/>
                  </a:lnTo>
                  <a:lnTo>
                    <a:pt x="5870" y="21663"/>
                  </a:lnTo>
                  <a:lnTo>
                    <a:pt x="6372" y="21161"/>
                  </a:lnTo>
                  <a:lnTo>
                    <a:pt x="6411" y="21547"/>
                  </a:lnTo>
                  <a:lnTo>
                    <a:pt x="6372" y="21933"/>
                  </a:lnTo>
                  <a:lnTo>
                    <a:pt x="6295" y="22474"/>
                  </a:lnTo>
                  <a:lnTo>
                    <a:pt x="6102" y="23053"/>
                  </a:lnTo>
                  <a:lnTo>
                    <a:pt x="5870" y="23671"/>
                  </a:lnTo>
                  <a:lnTo>
                    <a:pt x="5677" y="23941"/>
                  </a:lnTo>
                  <a:lnTo>
                    <a:pt x="5523" y="24173"/>
                  </a:lnTo>
                  <a:lnTo>
                    <a:pt x="5330" y="24405"/>
                  </a:lnTo>
                  <a:lnTo>
                    <a:pt x="5098" y="24598"/>
                  </a:lnTo>
                  <a:lnTo>
                    <a:pt x="4866" y="24752"/>
                  </a:lnTo>
                  <a:lnTo>
                    <a:pt x="4635" y="24868"/>
                  </a:lnTo>
                  <a:lnTo>
                    <a:pt x="4364" y="24945"/>
                  </a:lnTo>
                  <a:lnTo>
                    <a:pt x="4094" y="24907"/>
                  </a:lnTo>
                  <a:lnTo>
                    <a:pt x="3785" y="24868"/>
                  </a:lnTo>
                  <a:lnTo>
                    <a:pt x="3476" y="24714"/>
                  </a:lnTo>
                  <a:lnTo>
                    <a:pt x="3399" y="24675"/>
                  </a:lnTo>
                  <a:lnTo>
                    <a:pt x="3360" y="24675"/>
                  </a:lnTo>
                  <a:lnTo>
                    <a:pt x="3283" y="24752"/>
                  </a:lnTo>
                  <a:lnTo>
                    <a:pt x="3245" y="24868"/>
                  </a:lnTo>
                  <a:lnTo>
                    <a:pt x="3245" y="24907"/>
                  </a:lnTo>
                  <a:lnTo>
                    <a:pt x="3283" y="24945"/>
                  </a:lnTo>
                  <a:lnTo>
                    <a:pt x="3438" y="25100"/>
                  </a:lnTo>
                  <a:lnTo>
                    <a:pt x="3592" y="25216"/>
                  </a:lnTo>
                  <a:lnTo>
                    <a:pt x="3785" y="25293"/>
                  </a:lnTo>
                  <a:lnTo>
                    <a:pt x="3940" y="25331"/>
                  </a:lnTo>
                  <a:lnTo>
                    <a:pt x="4133" y="25370"/>
                  </a:lnTo>
                  <a:lnTo>
                    <a:pt x="4287" y="25370"/>
                  </a:lnTo>
                  <a:lnTo>
                    <a:pt x="4635" y="25293"/>
                  </a:lnTo>
                  <a:lnTo>
                    <a:pt x="4982" y="25138"/>
                  </a:lnTo>
                  <a:lnTo>
                    <a:pt x="5330" y="24945"/>
                  </a:lnTo>
                  <a:lnTo>
                    <a:pt x="5600" y="24714"/>
                  </a:lnTo>
                  <a:lnTo>
                    <a:pt x="5870" y="24443"/>
                  </a:lnTo>
                  <a:lnTo>
                    <a:pt x="6141" y="24057"/>
                  </a:lnTo>
                  <a:lnTo>
                    <a:pt x="6334" y="23671"/>
                  </a:lnTo>
                  <a:lnTo>
                    <a:pt x="6527" y="23285"/>
                  </a:lnTo>
                  <a:lnTo>
                    <a:pt x="6643" y="22860"/>
                  </a:lnTo>
                  <a:lnTo>
                    <a:pt x="6759" y="22435"/>
                  </a:lnTo>
                  <a:lnTo>
                    <a:pt x="6797" y="21972"/>
                  </a:lnTo>
                  <a:lnTo>
                    <a:pt x="6836" y="21547"/>
                  </a:lnTo>
                  <a:lnTo>
                    <a:pt x="6797" y="21084"/>
                  </a:lnTo>
                  <a:lnTo>
                    <a:pt x="7763" y="21933"/>
                  </a:lnTo>
                  <a:lnTo>
                    <a:pt x="7840" y="21972"/>
                  </a:lnTo>
                  <a:lnTo>
                    <a:pt x="7917" y="21972"/>
                  </a:lnTo>
                  <a:lnTo>
                    <a:pt x="7994" y="21933"/>
                  </a:lnTo>
                  <a:lnTo>
                    <a:pt x="8071" y="21856"/>
                  </a:lnTo>
                  <a:lnTo>
                    <a:pt x="8149" y="21354"/>
                  </a:lnTo>
                  <a:lnTo>
                    <a:pt x="8226" y="20852"/>
                  </a:lnTo>
                  <a:lnTo>
                    <a:pt x="8303" y="19809"/>
                  </a:lnTo>
                  <a:lnTo>
                    <a:pt x="8303" y="19732"/>
                  </a:lnTo>
                  <a:lnTo>
                    <a:pt x="8265" y="19694"/>
                  </a:lnTo>
                  <a:lnTo>
                    <a:pt x="8187" y="19655"/>
                  </a:lnTo>
                  <a:lnTo>
                    <a:pt x="8149" y="19616"/>
                  </a:lnTo>
                  <a:lnTo>
                    <a:pt x="7724" y="19655"/>
                  </a:lnTo>
                  <a:lnTo>
                    <a:pt x="7299" y="19732"/>
                  </a:lnTo>
                  <a:lnTo>
                    <a:pt x="6952" y="19848"/>
                  </a:lnTo>
                  <a:lnTo>
                    <a:pt x="6604" y="20080"/>
                  </a:lnTo>
                  <a:lnTo>
                    <a:pt x="6334" y="19539"/>
                  </a:lnTo>
                  <a:lnTo>
                    <a:pt x="6025" y="18999"/>
                  </a:lnTo>
                  <a:lnTo>
                    <a:pt x="5677" y="18497"/>
                  </a:lnTo>
                  <a:lnTo>
                    <a:pt x="5253" y="18033"/>
                  </a:lnTo>
                  <a:lnTo>
                    <a:pt x="5214" y="17995"/>
                  </a:lnTo>
                  <a:lnTo>
                    <a:pt x="5716" y="17956"/>
                  </a:lnTo>
                  <a:lnTo>
                    <a:pt x="6179" y="17879"/>
                  </a:lnTo>
                  <a:lnTo>
                    <a:pt x="6257" y="17840"/>
                  </a:lnTo>
                  <a:lnTo>
                    <a:pt x="6295" y="17763"/>
                  </a:lnTo>
                  <a:lnTo>
                    <a:pt x="6295" y="17686"/>
                  </a:lnTo>
                  <a:lnTo>
                    <a:pt x="6257" y="17608"/>
                  </a:lnTo>
                  <a:lnTo>
                    <a:pt x="6102" y="17261"/>
                  </a:lnTo>
                  <a:lnTo>
                    <a:pt x="5870" y="16952"/>
                  </a:lnTo>
                  <a:lnTo>
                    <a:pt x="5639" y="16682"/>
                  </a:lnTo>
                  <a:lnTo>
                    <a:pt x="5368" y="16411"/>
                  </a:lnTo>
                  <a:lnTo>
                    <a:pt x="5291" y="16373"/>
                  </a:lnTo>
                  <a:lnTo>
                    <a:pt x="5793" y="14674"/>
                  </a:lnTo>
                  <a:lnTo>
                    <a:pt x="5793" y="14558"/>
                  </a:lnTo>
                  <a:lnTo>
                    <a:pt x="5755" y="14481"/>
                  </a:lnTo>
                  <a:lnTo>
                    <a:pt x="5677" y="14442"/>
                  </a:lnTo>
                  <a:lnTo>
                    <a:pt x="5561" y="14442"/>
                  </a:lnTo>
                  <a:lnTo>
                    <a:pt x="4326" y="14674"/>
                  </a:lnTo>
                  <a:lnTo>
                    <a:pt x="4326" y="14674"/>
                  </a:lnTo>
                  <a:lnTo>
                    <a:pt x="4519" y="14326"/>
                  </a:lnTo>
                  <a:lnTo>
                    <a:pt x="4751" y="14056"/>
                  </a:lnTo>
                  <a:lnTo>
                    <a:pt x="4982" y="13786"/>
                  </a:lnTo>
                  <a:lnTo>
                    <a:pt x="5214" y="13515"/>
                  </a:lnTo>
                  <a:lnTo>
                    <a:pt x="5870" y="13554"/>
                  </a:lnTo>
                  <a:lnTo>
                    <a:pt x="5986" y="13515"/>
                  </a:lnTo>
                  <a:lnTo>
                    <a:pt x="6025" y="13438"/>
                  </a:lnTo>
                  <a:lnTo>
                    <a:pt x="6063" y="13361"/>
                  </a:lnTo>
                  <a:lnTo>
                    <a:pt x="6025" y="13245"/>
                  </a:lnTo>
                  <a:lnTo>
                    <a:pt x="5832" y="12820"/>
                  </a:lnTo>
                  <a:lnTo>
                    <a:pt x="5561" y="12434"/>
                  </a:lnTo>
                  <a:lnTo>
                    <a:pt x="6257" y="11893"/>
                  </a:lnTo>
                  <a:lnTo>
                    <a:pt x="6913" y="11276"/>
                  </a:lnTo>
                  <a:lnTo>
                    <a:pt x="7531" y="10619"/>
                  </a:lnTo>
                  <a:lnTo>
                    <a:pt x="8110" y="9885"/>
                  </a:lnTo>
                  <a:lnTo>
                    <a:pt x="8573" y="9152"/>
                  </a:lnTo>
                  <a:lnTo>
                    <a:pt x="8805" y="8766"/>
                  </a:lnTo>
                  <a:lnTo>
                    <a:pt x="8998" y="8341"/>
                  </a:lnTo>
                  <a:lnTo>
                    <a:pt x="9153" y="7916"/>
                  </a:lnTo>
                  <a:lnTo>
                    <a:pt x="9307" y="7491"/>
                  </a:lnTo>
                  <a:lnTo>
                    <a:pt x="9423" y="7067"/>
                  </a:lnTo>
                  <a:lnTo>
                    <a:pt x="9500" y="6642"/>
                  </a:lnTo>
                  <a:lnTo>
                    <a:pt x="9577" y="6217"/>
                  </a:lnTo>
                  <a:lnTo>
                    <a:pt x="9616" y="5754"/>
                  </a:lnTo>
                  <a:lnTo>
                    <a:pt x="9616" y="5329"/>
                  </a:lnTo>
                  <a:lnTo>
                    <a:pt x="9577" y="4904"/>
                  </a:lnTo>
                  <a:lnTo>
                    <a:pt x="9539" y="4479"/>
                  </a:lnTo>
                  <a:lnTo>
                    <a:pt x="9462" y="4093"/>
                  </a:lnTo>
                  <a:lnTo>
                    <a:pt x="9346" y="3669"/>
                  </a:lnTo>
                  <a:lnTo>
                    <a:pt x="9230" y="3282"/>
                  </a:lnTo>
                  <a:lnTo>
                    <a:pt x="9037" y="2896"/>
                  </a:lnTo>
                  <a:lnTo>
                    <a:pt x="8882" y="2510"/>
                  </a:lnTo>
                  <a:lnTo>
                    <a:pt x="8651" y="2163"/>
                  </a:lnTo>
                  <a:lnTo>
                    <a:pt x="8380" y="1815"/>
                  </a:lnTo>
                  <a:lnTo>
                    <a:pt x="8110" y="1506"/>
                  </a:lnTo>
                  <a:lnTo>
                    <a:pt x="7801" y="1197"/>
                  </a:lnTo>
                  <a:lnTo>
                    <a:pt x="7492" y="927"/>
                  </a:lnTo>
                  <a:lnTo>
                    <a:pt x="7106" y="695"/>
                  </a:lnTo>
                  <a:lnTo>
                    <a:pt x="6759" y="502"/>
                  </a:lnTo>
                  <a:lnTo>
                    <a:pt x="6411" y="348"/>
                  </a:lnTo>
                  <a:lnTo>
                    <a:pt x="6025" y="193"/>
                  </a:lnTo>
                  <a:lnTo>
                    <a:pt x="5639" y="116"/>
                  </a:lnTo>
                  <a:lnTo>
                    <a:pt x="5291" y="3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1" name="Google Shape;1701;p7"/>
            <p:cNvSpPr/>
            <p:nvPr/>
          </p:nvSpPr>
          <p:spPr>
            <a:xfrm>
              <a:off x="3031900" y="4271250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4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8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1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5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9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5"/>
                  </a:lnTo>
                  <a:lnTo>
                    <a:pt x="1159" y="541"/>
                  </a:lnTo>
                  <a:lnTo>
                    <a:pt x="1352" y="426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9"/>
                  </a:lnTo>
                  <a:lnTo>
                    <a:pt x="309" y="928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6"/>
                  </a:lnTo>
                  <a:lnTo>
                    <a:pt x="0" y="2009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3" y="2858"/>
                  </a:lnTo>
                  <a:lnTo>
                    <a:pt x="425" y="3244"/>
                  </a:lnTo>
                  <a:lnTo>
                    <a:pt x="695" y="3553"/>
                  </a:lnTo>
                  <a:lnTo>
                    <a:pt x="1043" y="3824"/>
                  </a:lnTo>
                  <a:lnTo>
                    <a:pt x="1468" y="4017"/>
                  </a:lnTo>
                  <a:lnTo>
                    <a:pt x="1661" y="4094"/>
                  </a:lnTo>
                  <a:lnTo>
                    <a:pt x="1893" y="4133"/>
                  </a:lnTo>
                  <a:lnTo>
                    <a:pt x="2317" y="4133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3"/>
                  </a:lnTo>
                  <a:lnTo>
                    <a:pt x="4171" y="1430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7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" name="Google Shape;1702;p7"/>
            <p:cNvSpPr/>
            <p:nvPr/>
          </p:nvSpPr>
          <p:spPr>
            <a:xfrm>
              <a:off x="5567925" y="4274150"/>
              <a:ext cx="67600" cy="76300"/>
            </a:xfrm>
            <a:custGeom>
              <a:avLst/>
              <a:gdLst/>
              <a:ahLst/>
              <a:cxnLst/>
              <a:rect l="l" t="t" r="r" b="b"/>
              <a:pathLst>
                <a:path w="2704" h="3052" extrusionOk="0">
                  <a:moveTo>
                    <a:pt x="1159" y="425"/>
                  </a:moveTo>
                  <a:lnTo>
                    <a:pt x="1429" y="503"/>
                  </a:lnTo>
                  <a:lnTo>
                    <a:pt x="1661" y="619"/>
                  </a:lnTo>
                  <a:lnTo>
                    <a:pt x="1854" y="773"/>
                  </a:lnTo>
                  <a:lnTo>
                    <a:pt x="2009" y="966"/>
                  </a:lnTo>
                  <a:lnTo>
                    <a:pt x="2124" y="1121"/>
                  </a:lnTo>
                  <a:lnTo>
                    <a:pt x="2202" y="1314"/>
                  </a:lnTo>
                  <a:lnTo>
                    <a:pt x="2318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2" y="2395"/>
                  </a:lnTo>
                  <a:lnTo>
                    <a:pt x="2047" y="2279"/>
                  </a:lnTo>
                  <a:lnTo>
                    <a:pt x="1623" y="2047"/>
                  </a:lnTo>
                  <a:lnTo>
                    <a:pt x="1236" y="1893"/>
                  </a:lnTo>
                  <a:lnTo>
                    <a:pt x="1005" y="1777"/>
                  </a:lnTo>
                  <a:lnTo>
                    <a:pt x="812" y="1661"/>
                  </a:lnTo>
                  <a:lnTo>
                    <a:pt x="619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2"/>
                  </a:lnTo>
                  <a:lnTo>
                    <a:pt x="541" y="657"/>
                  </a:lnTo>
                  <a:lnTo>
                    <a:pt x="619" y="580"/>
                  </a:lnTo>
                  <a:lnTo>
                    <a:pt x="696" y="503"/>
                  </a:lnTo>
                  <a:lnTo>
                    <a:pt x="812" y="464"/>
                  </a:lnTo>
                  <a:lnTo>
                    <a:pt x="927" y="425"/>
                  </a:lnTo>
                  <a:close/>
                  <a:moveTo>
                    <a:pt x="1005" y="1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1"/>
                  </a:lnTo>
                  <a:lnTo>
                    <a:pt x="194" y="425"/>
                  </a:lnTo>
                  <a:lnTo>
                    <a:pt x="78" y="619"/>
                  </a:lnTo>
                  <a:lnTo>
                    <a:pt x="1" y="812"/>
                  </a:lnTo>
                  <a:lnTo>
                    <a:pt x="1" y="1005"/>
                  </a:lnTo>
                  <a:lnTo>
                    <a:pt x="1" y="1236"/>
                  </a:lnTo>
                  <a:lnTo>
                    <a:pt x="39" y="1429"/>
                  </a:lnTo>
                  <a:lnTo>
                    <a:pt x="155" y="1623"/>
                  </a:lnTo>
                  <a:lnTo>
                    <a:pt x="387" y="1854"/>
                  </a:lnTo>
                  <a:lnTo>
                    <a:pt x="619" y="2047"/>
                  </a:lnTo>
                  <a:lnTo>
                    <a:pt x="889" y="2202"/>
                  </a:lnTo>
                  <a:lnTo>
                    <a:pt x="1198" y="2318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9" y="2742"/>
                  </a:lnTo>
                  <a:lnTo>
                    <a:pt x="2202" y="2974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1" y="3013"/>
                  </a:lnTo>
                  <a:lnTo>
                    <a:pt x="2588" y="2974"/>
                  </a:lnTo>
                  <a:lnTo>
                    <a:pt x="2626" y="2897"/>
                  </a:lnTo>
                  <a:lnTo>
                    <a:pt x="2704" y="2318"/>
                  </a:lnTo>
                  <a:lnTo>
                    <a:pt x="2704" y="2009"/>
                  </a:lnTo>
                  <a:lnTo>
                    <a:pt x="2704" y="1700"/>
                  </a:lnTo>
                  <a:lnTo>
                    <a:pt x="2626" y="1429"/>
                  </a:lnTo>
                  <a:lnTo>
                    <a:pt x="2549" y="1121"/>
                  </a:lnTo>
                  <a:lnTo>
                    <a:pt x="2433" y="850"/>
                  </a:lnTo>
                  <a:lnTo>
                    <a:pt x="2279" y="580"/>
                  </a:lnTo>
                  <a:lnTo>
                    <a:pt x="2124" y="425"/>
                  </a:lnTo>
                  <a:lnTo>
                    <a:pt x="1931" y="271"/>
                  </a:lnTo>
                  <a:lnTo>
                    <a:pt x="1700" y="117"/>
                  </a:lnTo>
                  <a:lnTo>
                    <a:pt x="1507" y="39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3" name="Google Shape;1703;p7"/>
            <p:cNvSpPr/>
            <p:nvPr/>
          </p:nvSpPr>
          <p:spPr>
            <a:xfrm>
              <a:off x="2254775" y="4312775"/>
              <a:ext cx="326325" cy="190200"/>
            </a:xfrm>
            <a:custGeom>
              <a:avLst/>
              <a:gdLst/>
              <a:ahLst/>
              <a:cxnLst/>
              <a:rect l="l" t="t" r="r" b="b"/>
              <a:pathLst>
                <a:path w="13053" h="7608" extrusionOk="0">
                  <a:moveTo>
                    <a:pt x="8920" y="271"/>
                  </a:moveTo>
                  <a:lnTo>
                    <a:pt x="9036" y="348"/>
                  </a:lnTo>
                  <a:lnTo>
                    <a:pt x="9191" y="464"/>
                  </a:lnTo>
                  <a:lnTo>
                    <a:pt x="9307" y="618"/>
                  </a:lnTo>
                  <a:lnTo>
                    <a:pt x="9384" y="657"/>
                  </a:lnTo>
                  <a:lnTo>
                    <a:pt x="9422" y="966"/>
                  </a:lnTo>
                  <a:lnTo>
                    <a:pt x="9422" y="1275"/>
                  </a:lnTo>
                  <a:lnTo>
                    <a:pt x="9345" y="1545"/>
                  </a:lnTo>
                  <a:lnTo>
                    <a:pt x="9229" y="1815"/>
                  </a:lnTo>
                  <a:lnTo>
                    <a:pt x="9036" y="2085"/>
                  </a:lnTo>
                  <a:lnTo>
                    <a:pt x="8882" y="2317"/>
                  </a:lnTo>
                  <a:lnTo>
                    <a:pt x="8457" y="2781"/>
                  </a:lnTo>
                  <a:lnTo>
                    <a:pt x="6990" y="4441"/>
                  </a:lnTo>
                  <a:lnTo>
                    <a:pt x="6835" y="4441"/>
                  </a:lnTo>
                  <a:lnTo>
                    <a:pt x="7106" y="3476"/>
                  </a:lnTo>
                  <a:lnTo>
                    <a:pt x="7415" y="2549"/>
                  </a:lnTo>
                  <a:lnTo>
                    <a:pt x="7801" y="1506"/>
                  </a:lnTo>
                  <a:lnTo>
                    <a:pt x="8032" y="1043"/>
                  </a:lnTo>
                  <a:lnTo>
                    <a:pt x="8187" y="773"/>
                  </a:lnTo>
                  <a:lnTo>
                    <a:pt x="8380" y="502"/>
                  </a:lnTo>
                  <a:lnTo>
                    <a:pt x="8573" y="348"/>
                  </a:lnTo>
                  <a:lnTo>
                    <a:pt x="8689" y="271"/>
                  </a:lnTo>
                  <a:close/>
                  <a:moveTo>
                    <a:pt x="2124" y="4441"/>
                  </a:moveTo>
                  <a:lnTo>
                    <a:pt x="2974" y="4557"/>
                  </a:lnTo>
                  <a:lnTo>
                    <a:pt x="3823" y="4711"/>
                  </a:lnTo>
                  <a:lnTo>
                    <a:pt x="4905" y="4866"/>
                  </a:lnTo>
                  <a:lnTo>
                    <a:pt x="5407" y="4943"/>
                  </a:lnTo>
                  <a:lnTo>
                    <a:pt x="5947" y="4982"/>
                  </a:lnTo>
                  <a:lnTo>
                    <a:pt x="4673" y="5213"/>
                  </a:lnTo>
                  <a:lnTo>
                    <a:pt x="3399" y="5406"/>
                  </a:lnTo>
                  <a:lnTo>
                    <a:pt x="2703" y="5484"/>
                  </a:lnTo>
                  <a:lnTo>
                    <a:pt x="1622" y="5484"/>
                  </a:lnTo>
                  <a:lnTo>
                    <a:pt x="1236" y="5445"/>
                  </a:lnTo>
                  <a:lnTo>
                    <a:pt x="966" y="5368"/>
                  </a:lnTo>
                  <a:lnTo>
                    <a:pt x="773" y="5291"/>
                  </a:lnTo>
                  <a:lnTo>
                    <a:pt x="696" y="5213"/>
                  </a:lnTo>
                  <a:lnTo>
                    <a:pt x="657" y="5097"/>
                  </a:lnTo>
                  <a:lnTo>
                    <a:pt x="657" y="4982"/>
                  </a:lnTo>
                  <a:lnTo>
                    <a:pt x="696" y="4827"/>
                  </a:lnTo>
                  <a:lnTo>
                    <a:pt x="734" y="4673"/>
                  </a:lnTo>
                  <a:lnTo>
                    <a:pt x="811" y="4557"/>
                  </a:lnTo>
                  <a:lnTo>
                    <a:pt x="889" y="4480"/>
                  </a:lnTo>
                  <a:lnTo>
                    <a:pt x="966" y="4441"/>
                  </a:lnTo>
                  <a:close/>
                  <a:moveTo>
                    <a:pt x="7183" y="4866"/>
                  </a:moveTo>
                  <a:lnTo>
                    <a:pt x="8380" y="5097"/>
                  </a:lnTo>
                  <a:lnTo>
                    <a:pt x="9616" y="5406"/>
                  </a:lnTo>
                  <a:lnTo>
                    <a:pt x="10272" y="5599"/>
                  </a:lnTo>
                  <a:lnTo>
                    <a:pt x="10967" y="5792"/>
                  </a:lnTo>
                  <a:lnTo>
                    <a:pt x="11662" y="6024"/>
                  </a:lnTo>
                  <a:lnTo>
                    <a:pt x="12087" y="6217"/>
                  </a:lnTo>
                  <a:lnTo>
                    <a:pt x="12203" y="6256"/>
                  </a:lnTo>
                  <a:lnTo>
                    <a:pt x="12319" y="6333"/>
                  </a:lnTo>
                  <a:lnTo>
                    <a:pt x="12396" y="6410"/>
                  </a:lnTo>
                  <a:lnTo>
                    <a:pt x="12434" y="6526"/>
                  </a:lnTo>
                  <a:lnTo>
                    <a:pt x="12473" y="6642"/>
                  </a:lnTo>
                  <a:lnTo>
                    <a:pt x="12473" y="6796"/>
                  </a:lnTo>
                  <a:lnTo>
                    <a:pt x="12396" y="7144"/>
                  </a:lnTo>
                  <a:lnTo>
                    <a:pt x="12241" y="7183"/>
                  </a:lnTo>
                  <a:lnTo>
                    <a:pt x="12010" y="7221"/>
                  </a:lnTo>
                  <a:lnTo>
                    <a:pt x="11817" y="7183"/>
                  </a:lnTo>
                  <a:lnTo>
                    <a:pt x="11585" y="7144"/>
                  </a:lnTo>
                  <a:lnTo>
                    <a:pt x="11122" y="7028"/>
                  </a:lnTo>
                  <a:lnTo>
                    <a:pt x="10735" y="6874"/>
                  </a:lnTo>
                  <a:lnTo>
                    <a:pt x="10002" y="6603"/>
                  </a:lnTo>
                  <a:lnTo>
                    <a:pt x="9307" y="6256"/>
                  </a:lnTo>
                  <a:lnTo>
                    <a:pt x="8766" y="5947"/>
                  </a:lnTo>
                  <a:lnTo>
                    <a:pt x="8225" y="5599"/>
                  </a:lnTo>
                  <a:lnTo>
                    <a:pt x="7183" y="4866"/>
                  </a:lnTo>
                  <a:close/>
                  <a:moveTo>
                    <a:pt x="8805" y="0"/>
                  </a:moveTo>
                  <a:lnTo>
                    <a:pt x="8573" y="39"/>
                  </a:lnTo>
                  <a:lnTo>
                    <a:pt x="8341" y="155"/>
                  </a:lnTo>
                  <a:lnTo>
                    <a:pt x="8110" y="271"/>
                  </a:lnTo>
                  <a:lnTo>
                    <a:pt x="7955" y="464"/>
                  </a:lnTo>
                  <a:lnTo>
                    <a:pt x="7723" y="850"/>
                  </a:lnTo>
                  <a:lnTo>
                    <a:pt x="7492" y="1275"/>
                  </a:lnTo>
                  <a:lnTo>
                    <a:pt x="7183" y="2201"/>
                  </a:lnTo>
                  <a:lnTo>
                    <a:pt x="6835" y="3321"/>
                  </a:lnTo>
                  <a:lnTo>
                    <a:pt x="6719" y="3862"/>
                  </a:lnTo>
                  <a:lnTo>
                    <a:pt x="6604" y="4441"/>
                  </a:lnTo>
                  <a:lnTo>
                    <a:pt x="6526" y="4518"/>
                  </a:lnTo>
                  <a:lnTo>
                    <a:pt x="6526" y="4634"/>
                  </a:lnTo>
                  <a:lnTo>
                    <a:pt x="5947" y="4595"/>
                  </a:lnTo>
                  <a:lnTo>
                    <a:pt x="5407" y="4557"/>
                  </a:lnTo>
                  <a:lnTo>
                    <a:pt x="4325" y="4402"/>
                  </a:lnTo>
                  <a:lnTo>
                    <a:pt x="3244" y="4209"/>
                  </a:lnTo>
                  <a:lnTo>
                    <a:pt x="2703" y="4132"/>
                  </a:lnTo>
                  <a:lnTo>
                    <a:pt x="2124" y="4093"/>
                  </a:lnTo>
                  <a:lnTo>
                    <a:pt x="1545" y="4055"/>
                  </a:lnTo>
                  <a:lnTo>
                    <a:pt x="1159" y="4055"/>
                  </a:lnTo>
                  <a:lnTo>
                    <a:pt x="773" y="4093"/>
                  </a:lnTo>
                  <a:lnTo>
                    <a:pt x="425" y="4209"/>
                  </a:lnTo>
                  <a:lnTo>
                    <a:pt x="271" y="4287"/>
                  </a:lnTo>
                  <a:lnTo>
                    <a:pt x="155" y="4364"/>
                  </a:lnTo>
                  <a:lnTo>
                    <a:pt x="78" y="4480"/>
                  </a:lnTo>
                  <a:lnTo>
                    <a:pt x="0" y="4634"/>
                  </a:lnTo>
                  <a:lnTo>
                    <a:pt x="0" y="4789"/>
                  </a:lnTo>
                  <a:lnTo>
                    <a:pt x="39" y="4982"/>
                  </a:lnTo>
                  <a:lnTo>
                    <a:pt x="78" y="5136"/>
                  </a:lnTo>
                  <a:lnTo>
                    <a:pt x="155" y="5252"/>
                  </a:lnTo>
                  <a:lnTo>
                    <a:pt x="232" y="5406"/>
                  </a:lnTo>
                  <a:lnTo>
                    <a:pt x="348" y="5522"/>
                  </a:lnTo>
                  <a:lnTo>
                    <a:pt x="618" y="5677"/>
                  </a:lnTo>
                  <a:lnTo>
                    <a:pt x="927" y="5792"/>
                  </a:lnTo>
                  <a:lnTo>
                    <a:pt x="1275" y="5870"/>
                  </a:lnTo>
                  <a:lnTo>
                    <a:pt x="1622" y="5908"/>
                  </a:lnTo>
                  <a:lnTo>
                    <a:pt x="2240" y="5908"/>
                  </a:lnTo>
                  <a:lnTo>
                    <a:pt x="3360" y="5831"/>
                  </a:lnTo>
                  <a:lnTo>
                    <a:pt x="4441" y="5715"/>
                  </a:lnTo>
                  <a:lnTo>
                    <a:pt x="5561" y="5484"/>
                  </a:lnTo>
                  <a:lnTo>
                    <a:pt x="6102" y="5329"/>
                  </a:lnTo>
                  <a:lnTo>
                    <a:pt x="6604" y="5136"/>
                  </a:lnTo>
                  <a:lnTo>
                    <a:pt x="6604" y="5175"/>
                  </a:lnTo>
                  <a:lnTo>
                    <a:pt x="6642" y="5599"/>
                  </a:lnTo>
                  <a:lnTo>
                    <a:pt x="6681" y="5792"/>
                  </a:lnTo>
                  <a:lnTo>
                    <a:pt x="6758" y="5986"/>
                  </a:lnTo>
                  <a:lnTo>
                    <a:pt x="7028" y="6024"/>
                  </a:lnTo>
                  <a:lnTo>
                    <a:pt x="7028" y="5986"/>
                  </a:lnTo>
                  <a:lnTo>
                    <a:pt x="6951" y="5599"/>
                  </a:lnTo>
                  <a:lnTo>
                    <a:pt x="6951" y="5406"/>
                  </a:lnTo>
                  <a:lnTo>
                    <a:pt x="6990" y="5213"/>
                  </a:lnTo>
                  <a:lnTo>
                    <a:pt x="7028" y="5175"/>
                  </a:lnTo>
                  <a:lnTo>
                    <a:pt x="7723" y="5754"/>
                  </a:lnTo>
                  <a:lnTo>
                    <a:pt x="8496" y="6256"/>
                  </a:lnTo>
                  <a:lnTo>
                    <a:pt x="9307" y="6681"/>
                  </a:lnTo>
                  <a:lnTo>
                    <a:pt x="10118" y="7067"/>
                  </a:lnTo>
                  <a:lnTo>
                    <a:pt x="10774" y="7337"/>
                  </a:lnTo>
                  <a:lnTo>
                    <a:pt x="11237" y="7453"/>
                  </a:lnTo>
                  <a:lnTo>
                    <a:pt x="11662" y="7569"/>
                  </a:lnTo>
                  <a:lnTo>
                    <a:pt x="12126" y="7607"/>
                  </a:lnTo>
                  <a:lnTo>
                    <a:pt x="12319" y="7569"/>
                  </a:lnTo>
                  <a:lnTo>
                    <a:pt x="12512" y="7530"/>
                  </a:lnTo>
                  <a:lnTo>
                    <a:pt x="12666" y="7453"/>
                  </a:lnTo>
                  <a:lnTo>
                    <a:pt x="12821" y="7376"/>
                  </a:lnTo>
                  <a:lnTo>
                    <a:pt x="12936" y="7221"/>
                  </a:lnTo>
                  <a:lnTo>
                    <a:pt x="13014" y="7028"/>
                  </a:lnTo>
                  <a:lnTo>
                    <a:pt x="13052" y="6874"/>
                  </a:lnTo>
                  <a:lnTo>
                    <a:pt x="13052" y="6719"/>
                  </a:lnTo>
                  <a:lnTo>
                    <a:pt x="13014" y="6565"/>
                  </a:lnTo>
                  <a:lnTo>
                    <a:pt x="12975" y="6449"/>
                  </a:lnTo>
                  <a:lnTo>
                    <a:pt x="12898" y="6333"/>
                  </a:lnTo>
                  <a:lnTo>
                    <a:pt x="12782" y="6217"/>
                  </a:lnTo>
                  <a:lnTo>
                    <a:pt x="12512" y="6024"/>
                  </a:lnTo>
                  <a:lnTo>
                    <a:pt x="12241" y="5870"/>
                  </a:lnTo>
                  <a:lnTo>
                    <a:pt x="11894" y="5715"/>
                  </a:lnTo>
                  <a:lnTo>
                    <a:pt x="11353" y="5522"/>
                  </a:lnTo>
                  <a:lnTo>
                    <a:pt x="10388" y="5213"/>
                  </a:lnTo>
                  <a:lnTo>
                    <a:pt x="9384" y="4943"/>
                  </a:lnTo>
                  <a:lnTo>
                    <a:pt x="8380" y="4711"/>
                  </a:lnTo>
                  <a:lnTo>
                    <a:pt x="7376" y="4518"/>
                  </a:lnTo>
                  <a:lnTo>
                    <a:pt x="8418" y="3437"/>
                  </a:lnTo>
                  <a:lnTo>
                    <a:pt x="8882" y="2896"/>
                  </a:lnTo>
                  <a:lnTo>
                    <a:pt x="9345" y="2279"/>
                  </a:lnTo>
                  <a:lnTo>
                    <a:pt x="9461" y="2085"/>
                  </a:lnTo>
                  <a:lnTo>
                    <a:pt x="9577" y="1854"/>
                  </a:lnTo>
                  <a:lnTo>
                    <a:pt x="9654" y="1622"/>
                  </a:lnTo>
                  <a:lnTo>
                    <a:pt x="9731" y="1390"/>
                  </a:lnTo>
                  <a:lnTo>
                    <a:pt x="9731" y="1159"/>
                  </a:lnTo>
                  <a:lnTo>
                    <a:pt x="9693" y="927"/>
                  </a:lnTo>
                  <a:lnTo>
                    <a:pt x="9654" y="657"/>
                  </a:lnTo>
                  <a:lnTo>
                    <a:pt x="9500" y="464"/>
                  </a:lnTo>
                  <a:lnTo>
                    <a:pt x="9461" y="309"/>
                  </a:lnTo>
                  <a:lnTo>
                    <a:pt x="9384" y="232"/>
                  </a:lnTo>
                  <a:lnTo>
                    <a:pt x="9229" y="78"/>
                  </a:lnTo>
                  <a:lnTo>
                    <a:pt x="903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4" name="Google Shape;1704;p7"/>
            <p:cNvSpPr/>
            <p:nvPr/>
          </p:nvSpPr>
          <p:spPr>
            <a:xfrm>
              <a:off x="1058675" y="4315675"/>
              <a:ext cx="594700" cy="534825"/>
            </a:xfrm>
            <a:custGeom>
              <a:avLst/>
              <a:gdLst/>
              <a:ahLst/>
              <a:cxnLst/>
              <a:rect l="l" t="t" r="r" b="b"/>
              <a:pathLst>
                <a:path w="23788" h="21393" extrusionOk="0">
                  <a:moveTo>
                    <a:pt x="23478" y="270"/>
                  </a:moveTo>
                  <a:lnTo>
                    <a:pt x="23401" y="386"/>
                  </a:lnTo>
                  <a:lnTo>
                    <a:pt x="22590" y="1815"/>
                  </a:lnTo>
                  <a:lnTo>
                    <a:pt x="21741" y="3205"/>
                  </a:lnTo>
                  <a:lnTo>
                    <a:pt x="20853" y="4595"/>
                  </a:lnTo>
                  <a:lnTo>
                    <a:pt x="19926" y="5985"/>
                  </a:lnTo>
                  <a:lnTo>
                    <a:pt x="19269" y="5754"/>
                  </a:lnTo>
                  <a:lnTo>
                    <a:pt x="18999" y="5638"/>
                  </a:lnTo>
                  <a:lnTo>
                    <a:pt x="18690" y="5483"/>
                  </a:lnTo>
                  <a:lnTo>
                    <a:pt x="18420" y="5290"/>
                  </a:lnTo>
                  <a:lnTo>
                    <a:pt x="18150" y="5059"/>
                  </a:lnTo>
                  <a:lnTo>
                    <a:pt x="17918" y="4827"/>
                  </a:lnTo>
                  <a:lnTo>
                    <a:pt x="17686" y="4557"/>
                  </a:lnTo>
                  <a:lnTo>
                    <a:pt x="17493" y="4286"/>
                  </a:lnTo>
                  <a:lnTo>
                    <a:pt x="17339" y="3977"/>
                  </a:lnTo>
                  <a:lnTo>
                    <a:pt x="17030" y="3360"/>
                  </a:lnTo>
                  <a:lnTo>
                    <a:pt x="16798" y="2742"/>
                  </a:lnTo>
                  <a:lnTo>
                    <a:pt x="16605" y="2085"/>
                  </a:lnTo>
                  <a:lnTo>
                    <a:pt x="17416" y="1776"/>
                  </a:lnTo>
                  <a:lnTo>
                    <a:pt x="18265" y="1467"/>
                  </a:lnTo>
                  <a:lnTo>
                    <a:pt x="19115" y="1197"/>
                  </a:lnTo>
                  <a:lnTo>
                    <a:pt x="19965" y="965"/>
                  </a:lnTo>
                  <a:lnTo>
                    <a:pt x="20853" y="772"/>
                  </a:lnTo>
                  <a:lnTo>
                    <a:pt x="21702" y="579"/>
                  </a:lnTo>
                  <a:lnTo>
                    <a:pt x="22590" y="425"/>
                  </a:lnTo>
                  <a:lnTo>
                    <a:pt x="23478" y="270"/>
                  </a:lnTo>
                  <a:close/>
                  <a:moveTo>
                    <a:pt x="4866" y="7607"/>
                  </a:moveTo>
                  <a:lnTo>
                    <a:pt x="6256" y="7646"/>
                  </a:lnTo>
                  <a:lnTo>
                    <a:pt x="7608" y="7723"/>
                  </a:lnTo>
                  <a:lnTo>
                    <a:pt x="7222" y="8186"/>
                  </a:lnTo>
                  <a:lnTo>
                    <a:pt x="6835" y="8650"/>
                  </a:lnTo>
                  <a:lnTo>
                    <a:pt x="6488" y="9190"/>
                  </a:lnTo>
                  <a:lnTo>
                    <a:pt x="6140" y="9692"/>
                  </a:lnTo>
                  <a:lnTo>
                    <a:pt x="5909" y="10233"/>
                  </a:lnTo>
                  <a:lnTo>
                    <a:pt x="5870" y="10272"/>
                  </a:lnTo>
                  <a:lnTo>
                    <a:pt x="5214" y="10774"/>
                  </a:lnTo>
                  <a:lnTo>
                    <a:pt x="4557" y="11314"/>
                  </a:lnTo>
                  <a:lnTo>
                    <a:pt x="4326" y="11546"/>
                  </a:lnTo>
                  <a:lnTo>
                    <a:pt x="4094" y="11816"/>
                  </a:lnTo>
                  <a:lnTo>
                    <a:pt x="3824" y="12048"/>
                  </a:lnTo>
                  <a:lnTo>
                    <a:pt x="3708" y="12125"/>
                  </a:lnTo>
                  <a:lnTo>
                    <a:pt x="3553" y="12164"/>
                  </a:lnTo>
                  <a:lnTo>
                    <a:pt x="3399" y="12202"/>
                  </a:lnTo>
                  <a:lnTo>
                    <a:pt x="3206" y="12164"/>
                  </a:lnTo>
                  <a:lnTo>
                    <a:pt x="2742" y="12087"/>
                  </a:lnTo>
                  <a:lnTo>
                    <a:pt x="1970" y="11855"/>
                  </a:lnTo>
                  <a:lnTo>
                    <a:pt x="387" y="11507"/>
                  </a:lnTo>
                  <a:lnTo>
                    <a:pt x="1005" y="11083"/>
                  </a:lnTo>
                  <a:lnTo>
                    <a:pt x="1584" y="10658"/>
                  </a:lnTo>
                  <a:lnTo>
                    <a:pt x="2163" y="10156"/>
                  </a:lnTo>
                  <a:lnTo>
                    <a:pt x="2704" y="9654"/>
                  </a:lnTo>
                  <a:lnTo>
                    <a:pt x="3553" y="8804"/>
                  </a:lnTo>
                  <a:lnTo>
                    <a:pt x="4055" y="8186"/>
                  </a:lnTo>
                  <a:lnTo>
                    <a:pt x="4326" y="7916"/>
                  </a:lnTo>
                  <a:lnTo>
                    <a:pt x="4634" y="7684"/>
                  </a:lnTo>
                  <a:lnTo>
                    <a:pt x="4789" y="7684"/>
                  </a:lnTo>
                  <a:lnTo>
                    <a:pt x="4827" y="7646"/>
                  </a:lnTo>
                  <a:lnTo>
                    <a:pt x="4866" y="7607"/>
                  </a:lnTo>
                  <a:close/>
                  <a:moveTo>
                    <a:pt x="16296" y="2201"/>
                  </a:moveTo>
                  <a:lnTo>
                    <a:pt x="16489" y="2858"/>
                  </a:lnTo>
                  <a:lnTo>
                    <a:pt x="16721" y="3553"/>
                  </a:lnTo>
                  <a:lnTo>
                    <a:pt x="17030" y="4209"/>
                  </a:lnTo>
                  <a:lnTo>
                    <a:pt x="17223" y="4518"/>
                  </a:lnTo>
                  <a:lnTo>
                    <a:pt x="17455" y="4827"/>
                  </a:lnTo>
                  <a:lnTo>
                    <a:pt x="17648" y="5136"/>
                  </a:lnTo>
                  <a:lnTo>
                    <a:pt x="17879" y="5368"/>
                  </a:lnTo>
                  <a:lnTo>
                    <a:pt x="18150" y="5599"/>
                  </a:lnTo>
                  <a:lnTo>
                    <a:pt x="18420" y="5831"/>
                  </a:lnTo>
                  <a:lnTo>
                    <a:pt x="18729" y="5985"/>
                  </a:lnTo>
                  <a:lnTo>
                    <a:pt x="19038" y="6140"/>
                  </a:lnTo>
                  <a:lnTo>
                    <a:pt x="19385" y="6217"/>
                  </a:lnTo>
                  <a:lnTo>
                    <a:pt x="19771" y="6256"/>
                  </a:lnTo>
                  <a:lnTo>
                    <a:pt x="18922" y="7453"/>
                  </a:lnTo>
                  <a:lnTo>
                    <a:pt x="18034" y="8611"/>
                  </a:lnTo>
                  <a:lnTo>
                    <a:pt x="17223" y="9615"/>
                  </a:lnTo>
                  <a:lnTo>
                    <a:pt x="16373" y="10581"/>
                  </a:lnTo>
                  <a:lnTo>
                    <a:pt x="15524" y="11507"/>
                  </a:lnTo>
                  <a:lnTo>
                    <a:pt x="14597" y="12395"/>
                  </a:lnTo>
                  <a:lnTo>
                    <a:pt x="13670" y="13284"/>
                  </a:lnTo>
                  <a:lnTo>
                    <a:pt x="13168" y="13747"/>
                  </a:lnTo>
                  <a:lnTo>
                    <a:pt x="12628" y="14172"/>
                  </a:lnTo>
                  <a:lnTo>
                    <a:pt x="12126" y="14558"/>
                  </a:lnTo>
                  <a:lnTo>
                    <a:pt x="11546" y="14905"/>
                  </a:lnTo>
                  <a:lnTo>
                    <a:pt x="10967" y="15214"/>
                  </a:lnTo>
                  <a:lnTo>
                    <a:pt x="10388" y="15446"/>
                  </a:lnTo>
                  <a:lnTo>
                    <a:pt x="9809" y="15600"/>
                  </a:lnTo>
                  <a:lnTo>
                    <a:pt x="9191" y="15678"/>
                  </a:lnTo>
                  <a:lnTo>
                    <a:pt x="8612" y="15678"/>
                  </a:lnTo>
                  <a:lnTo>
                    <a:pt x="8341" y="15639"/>
                  </a:lnTo>
                  <a:lnTo>
                    <a:pt x="8033" y="15562"/>
                  </a:lnTo>
                  <a:lnTo>
                    <a:pt x="7762" y="15446"/>
                  </a:lnTo>
                  <a:lnTo>
                    <a:pt x="7531" y="15330"/>
                  </a:lnTo>
                  <a:lnTo>
                    <a:pt x="7260" y="15214"/>
                  </a:lnTo>
                  <a:lnTo>
                    <a:pt x="7029" y="15021"/>
                  </a:lnTo>
                  <a:lnTo>
                    <a:pt x="6835" y="14828"/>
                  </a:lnTo>
                  <a:lnTo>
                    <a:pt x="6642" y="14597"/>
                  </a:lnTo>
                  <a:lnTo>
                    <a:pt x="6449" y="14365"/>
                  </a:lnTo>
                  <a:lnTo>
                    <a:pt x="6295" y="14095"/>
                  </a:lnTo>
                  <a:lnTo>
                    <a:pt x="6063" y="13554"/>
                  </a:lnTo>
                  <a:lnTo>
                    <a:pt x="5909" y="13013"/>
                  </a:lnTo>
                  <a:lnTo>
                    <a:pt x="5870" y="12434"/>
                  </a:lnTo>
                  <a:lnTo>
                    <a:pt x="5870" y="11855"/>
                  </a:lnTo>
                  <a:lnTo>
                    <a:pt x="5986" y="11314"/>
                  </a:lnTo>
                  <a:lnTo>
                    <a:pt x="6140" y="10735"/>
                  </a:lnTo>
                  <a:lnTo>
                    <a:pt x="6333" y="10194"/>
                  </a:lnTo>
                  <a:lnTo>
                    <a:pt x="6604" y="9692"/>
                  </a:lnTo>
                  <a:lnTo>
                    <a:pt x="6913" y="9229"/>
                  </a:lnTo>
                  <a:lnTo>
                    <a:pt x="7222" y="8766"/>
                  </a:lnTo>
                  <a:lnTo>
                    <a:pt x="7569" y="8302"/>
                  </a:lnTo>
                  <a:lnTo>
                    <a:pt x="7955" y="7878"/>
                  </a:lnTo>
                  <a:lnTo>
                    <a:pt x="8766" y="7067"/>
                  </a:lnTo>
                  <a:lnTo>
                    <a:pt x="9616" y="6333"/>
                  </a:lnTo>
                  <a:lnTo>
                    <a:pt x="10542" y="5561"/>
                  </a:lnTo>
                  <a:lnTo>
                    <a:pt x="11508" y="4866"/>
                  </a:lnTo>
                  <a:lnTo>
                    <a:pt x="12473" y="4209"/>
                  </a:lnTo>
                  <a:lnTo>
                    <a:pt x="13516" y="3591"/>
                  </a:lnTo>
                  <a:lnTo>
                    <a:pt x="14211" y="3205"/>
                  </a:lnTo>
                  <a:lnTo>
                    <a:pt x="14906" y="2858"/>
                  </a:lnTo>
                  <a:lnTo>
                    <a:pt x="15601" y="2510"/>
                  </a:lnTo>
                  <a:lnTo>
                    <a:pt x="16296" y="2201"/>
                  </a:lnTo>
                  <a:close/>
                  <a:moveTo>
                    <a:pt x="5638" y="13361"/>
                  </a:moveTo>
                  <a:lnTo>
                    <a:pt x="5754" y="13747"/>
                  </a:lnTo>
                  <a:lnTo>
                    <a:pt x="5870" y="14133"/>
                  </a:lnTo>
                  <a:lnTo>
                    <a:pt x="6063" y="14519"/>
                  </a:lnTo>
                  <a:lnTo>
                    <a:pt x="6295" y="14828"/>
                  </a:lnTo>
                  <a:lnTo>
                    <a:pt x="6565" y="15137"/>
                  </a:lnTo>
                  <a:lnTo>
                    <a:pt x="6874" y="15407"/>
                  </a:lnTo>
                  <a:lnTo>
                    <a:pt x="7222" y="15639"/>
                  </a:lnTo>
                  <a:lnTo>
                    <a:pt x="7608" y="15832"/>
                  </a:lnTo>
                  <a:lnTo>
                    <a:pt x="7415" y="16141"/>
                  </a:lnTo>
                  <a:lnTo>
                    <a:pt x="7260" y="16489"/>
                  </a:lnTo>
                  <a:lnTo>
                    <a:pt x="6797" y="16296"/>
                  </a:lnTo>
                  <a:lnTo>
                    <a:pt x="6411" y="16025"/>
                  </a:lnTo>
                  <a:lnTo>
                    <a:pt x="6025" y="15716"/>
                  </a:lnTo>
                  <a:lnTo>
                    <a:pt x="5716" y="15369"/>
                  </a:lnTo>
                  <a:lnTo>
                    <a:pt x="5484" y="14983"/>
                  </a:lnTo>
                  <a:lnTo>
                    <a:pt x="5252" y="14558"/>
                  </a:lnTo>
                  <a:lnTo>
                    <a:pt x="5098" y="14133"/>
                  </a:lnTo>
                  <a:lnTo>
                    <a:pt x="5021" y="13631"/>
                  </a:lnTo>
                  <a:lnTo>
                    <a:pt x="4982" y="13593"/>
                  </a:lnTo>
                  <a:lnTo>
                    <a:pt x="5638" y="13361"/>
                  </a:lnTo>
                  <a:close/>
                  <a:moveTo>
                    <a:pt x="4827" y="13670"/>
                  </a:moveTo>
                  <a:lnTo>
                    <a:pt x="4866" y="14210"/>
                  </a:lnTo>
                  <a:lnTo>
                    <a:pt x="4982" y="14712"/>
                  </a:lnTo>
                  <a:lnTo>
                    <a:pt x="5214" y="15176"/>
                  </a:lnTo>
                  <a:lnTo>
                    <a:pt x="5484" y="15600"/>
                  </a:lnTo>
                  <a:lnTo>
                    <a:pt x="5831" y="15948"/>
                  </a:lnTo>
                  <a:lnTo>
                    <a:pt x="6218" y="16296"/>
                  </a:lnTo>
                  <a:lnTo>
                    <a:pt x="6642" y="16566"/>
                  </a:lnTo>
                  <a:lnTo>
                    <a:pt x="7106" y="16759"/>
                  </a:lnTo>
                  <a:lnTo>
                    <a:pt x="6951" y="17300"/>
                  </a:lnTo>
                  <a:lnTo>
                    <a:pt x="6411" y="17029"/>
                  </a:lnTo>
                  <a:lnTo>
                    <a:pt x="5909" y="16720"/>
                  </a:lnTo>
                  <a:lnTo>
                    <a:pt x="5484" y="16373"/>
                  </a:lnTo>
                  <a:lnTo>
                    <a:pt x="5098" y="15987"/>
                  </a:lnTo>
                  <a:lnTo>
                    <a:pt x="4789" y="15562"/>
                  </a:lnTo>
                  <a:lnTo>
                    <a:pt x="4480" y="15060"/>
                  </a:lnTo>
                  <a:lnTo>
                    <a:pt x="4248" y="14558"/>
                  </a:lnTo>
                  <a:lnTo>
                    <a:pt x="4055" y="13979"/>
                  </a:lnTo>
                  <a:lnTo>
                    <a:pt x="4248" y="13940"/>
                  </a:lnTo>
                  <a:lnTo>
                    <a:pt x="4441" y="13863"/>
                  </a:lnTo>
                  <a:lnTo>
                    <a:pt x="4827" y="13670"/>
                  </a:lnTo>
                  <a:close/>
                  <a:moveTo>
                    <a:pt x="4441" y="15871"/>
                  </a:moveTo>
                  <a:lnTo>
                    <a:pt x="4673" y="16180"/>
                  </a:lnTo>
                  <a:lnTo>
                    <a:pt x="4905" y="16450"/>
                  </a:lnTo>
                  <a:lnTo>
                    <a:pt x="5175" y="16682"/>
                  </a:lnTo>
                  <a:lnTo>
                    <a:pt x="5445" y="16913"/>
                  </a:lnTo>
                  <a:lnTo>
                    <a:pt x="5291" y="17029"/>
                  </a:lnTo>
                  <a:lnTo>
                    <a:pt x="5214" y="17222"/>
                  </a:lnTo>
                  <a:lnTo>
                    <a:pt x="5098" y="17068"/>
                  </a:lnTo>
                  <a:lnTo>
                    <a:pt x="5059" y="16991"/>
                  </a:lnTo>
                  <a:lnTo>
                    <a:pt x="4982" y="16952"/>
                  </a:lnTo>
                  <a:lnTo>
                    <a:pt x="4905" y="16952"/>
                  </a:lnTo>
                  <a:lnTo>
                    <a:pt x="4827" y="16991"/>
                  </a:lnTo>
                  <a:lnTo>
                    <a:pt x="4519" y="17415"/>
                  </a:lnTo>
                  <a:lnTo>
                    <a:pt x="4210" y="17840"/>
                  </a:lnTo>
                  <a:lnTo>
                    <a:pt x="3862" y="18226"/>
                  </a:lnTo>
                  <a:lnTo>
                    <a:pt x="3476" y="18574"/>
                  </a:lnTo>
                  <a:lnTo>
                    <a:pt x="3090" y="18921"/>
                  </a:lnTo>
                  <a:lnTo>
                    <a:pt x="2665" y="19230"/>
                  </a:lnTo>
                  <a:lnTo>
                    <a:pt x="2240" y="19501"/>
                  </a:lnTo>
                  <a:lnTo>
                    <a:pt x="1777" y="19771"/>
                  </a:lnTo>
                  <a:lnTo>
                    <a:pt x="1777" y="19771"/>
                  </a:lnTo>
                  <a:lnTo>
                    <a:pt x="1816" y="19346"/>
                  </a:lnTo>
                  <a:lnTo>
                    <a:pt x="1854" y="18921"/>
                  </a:lnTo>
                  <a:lnTo>
                    <a:pt x="2009" y="18535"/>
                  </a:lnTo>
                  <a:lnTo>
                    <a:pt x="2163" y="18188"/>
                  </a:lnTo>
                  <a:lnTo>
                    <a:pt x="2395" y="17840"/>
                  </a:lnTo>
                  <a:lnTo>
                    <a:pt x="2665" y="17531"/>
                  </a:lnTo>
                  <a:lnTo>
                    <a:pt x="2974" y="17222"/>
                  </a:lnTo>
                  <a:lnTo>
                    <a:pt x="3360" y="16913"/>
                  </a:lnTo>
                  <a:lnTo>
                    <a:pt x="3669" y="16720"/>
                  </a:lnTo>
                  <a:lnTo>
                    <a:pt x="3939" y="16489"/>
                  </a:lnTo>
                  <a:lnTo>
                    <a:pt x="4017" y="16334"/>
                  </a:lnTo>
                  <a:lnTo>
                    <a:pt x="4094" y="16218"/>
                  </a:lnTo>
                  <a:lnTo>
                    <a:pt x="4094" y="16064"/>
                  </a:lnTo>
                  <a:lnTo>
                    <a:pt x="4055" y="15871"/>
                  </a:lnTo>
                  <a:close/>
                  <a:moveTo>
                    <a:pt x="13439" y="13979"/>
                  </a:moveTo>
                  <a:lnTo>
                    <a:pt x="13400" y="14674"/>
                  </a:lnTo>
                  <a:lnTo>
                    <a:pt x="13400" y="15369"/>
                  </a:lnTo>
                  <a:lnTo>
                    <a:pt x="13477" y="16025"/>
                  </a:lnTo>
                  <a:lnTo>
                    <a:pt x="13632" y="16682"/>
                  </a:lnTo>
                  <a:lnTo>
                    <a:pt x="12396" y="17454"/>
                  </a:lnTo>
                  <a:lnTo>
                    <a:pt x="11160" y="18304"/>
                  </a:lnTo>
                  <a:lnTo>
                    <a:pt x="8805" y="20041"/>
                  </a:lnTo>
                  <a:lnTo>
                    <a:pt x="8766" y="19037"/>
                  </a:lnTo>
                  <a:lnTo>
                    <a:pt x="8689" y="18033"/>
                  </a:lnTo>
                  <a:lnTo>
                    <a:pt x="8650" y="17724"/>
                  </a:lnTo>
                  <a:lnTo>
                    <a:pt x="8689" y="17493"/>
                  </a:lnTo>
                  <a:lnTo>
                    <a:pt x="8728" y="17377"/>
                  </a:lnTo>
                  <a:lnTo>
                    <a:pt x="8805" y="17261"/>
                  </a:lnTo>
                  <a:lnTo>
                    <a:pt x="9037" y="17068"/>
                  </a:lnTo>
                  <a:lnTo>
                    <a:pt x="9654" y="16604"/>
                  </a:lnTo>
                  <a:lnTo>
                    <a:pt x="10195" y="16141"/>
                  </a:lnTo>
                  <a:lnTo>
                    <a:pt x="10234" y="16064"/>
                  </a:lnTo>
                  <a:lnTo>
                    <a:pt x="10272" y="16025"/>
                  </a:lnTo>
                  <a:lnTo>
                    <a:pt x="10234" y="15909"/>
                  </a:lnTo>
                  <a:lnTo>
                    <a:pt x="10774" y="15716"/>
                  </a:lnTo>
                  <a:lnTo>
                    <a:pt x="11276" y="15485"/>
                  </a:lnTo>
                  <a:lnTo>
                    <a:pt x="11740" y="15214"/>
                  </a:lnTo>
                  <a:lnTo>
                    <a:pt x="12203" y="14905"/>
                  </a:lnTo>
                  <a:lnTo>
                    <a:pt x="12821" y="14481"/>
                  </a:lnTo>
                  <a:lnTo>
                    <a:pt x="13439" y="13979"/>
                  </a:lnTo>
                  <a:close/>
                  <a:moveTo>
                    <a:pt x="3978" y="14944"/>
                  </a:moveTo>
                  <a:lnTo>
                    <a:pt x="4132" y="15330"/>
                  </a:lnTo>
                  <a:lnTo>
                    <a:pt x="4326" y="15678"/>
                  </a:lnTo>
                  <a:lnTo>
                    <a:pt x="3862" y="15678"/>
                  </a:lnTo>
                  <a:lnTo>
                    <a:pt x="3785" y="15716"/>
                  </a:lnTo>
                  <a:lnTo>
                    <a:pt x="3746" y="15755"/>
                  </a:lnTo>
                  <a:lnTo>
                    <a:pt x="3746" y="15832"/>
                  </a:lnTo>
                  <a:lnTo>
                    <a:pt x="3785" y="15871"/>
                  </a:lnTo>
                  <a:lnTo>
                    <a:pt x="3785" y="15948"/>
                  </a:lnTo>
                  <a:lnTo>
                    <a:pt x="3785" y="16064"/>
                  </a:lnTo>
                  <a:lnTo>
                    <a:pt x="3669" y="16257"/>
                  </a:lnTo>
                  <a:lnTo>
                    <a:pt x="3476" y="16489"/>
                  </a:lnTo>
                  <a:lnTo>
                    <a:pt x="3206" y="16720"/>
                  </a:lnTo>
                  <a:lnTo>
                    <a:pt x="2665" y="17145"/>
                  </a:lnTo>
                  <a:lnTo>
                    <a:pt x="2318" y="17415"/>
                  </a:lnTo>
                  <a:lnTo>
                    <a:pt x="2009" y="17802"/>
                  </a:lnTo>
                  <a:lnTo>
                    <a:pt x="1777" y="18188"/>
                  </a:lnTo>
                  <a:lnTo>
                    <a:pt x="1584" y="18651"/>
                  </a:lnTo>
                  <a:lnTo>
                    <a:pt x="1507" y="19114"/>
                  </a:lnTo>
                  <a:lnTo>
                    <a:pt x="1468" y="19346"/>
                  </a:lnTo>
                  <a:lnTo>
                    <a:pt x="1468" y="19578"/>
                  </a:lnTo>
                  <a:lnTo>
                    <a:pt x="1507" y="19848"/>
                  </a:lnTo>
                  <a:lnTo>
                    <a:pt x="1545" y="20080"/>
                  </a:lnTo>
                  <a:lnTo>
                    <a:pt x="1622" y="20118"/>
                  </a:lnTo>
                  <a:lnTo>
                    <a:pt x="1738" y="20118"/>
                  </a:lnTo>
                  <a:lnTo>
                    <a:pt x="1777" y="20041"/>
                  </a:lnTo>
                  <a:lnTo>
                    <a:pt x="2279" y="19809"/>
                  </a:lnTo>
                  <a:lnTo>
                    <a:pt x="2742" y="19578"/>
                  </a:lnTo>
                  <a:lnTo>
                    <a:pt x="3167" y="19269"/>
                  </a:lnTo>
                  <a:lnTo>
                    <a:pt x="3553" y="18960"/>
                  </a:lnTo>
                  <a:lnTo>
                    <a:pt x="3939" y="18612"/>
                  </a:lnTo>
                  <a:lnTo>
                    <a:pt x="4287" y="18226"/>
                  </a:lnTo>
                  <a:lnTo>
                    <a:pt x="4634" y="17802"/>
                  </a:lnTo>
                  <a:lnTo>
                    <a:pt x="4943" y="17377"/>
                  </a:lnTo>
                  <a:lnTo>
                    <a:pt x="5059" y="17531"/>
                  </a:lnTo>
                  <a:lnTo>
                    <a:pt x="5175" y="17647"/>
                  </a:lnTo>
                  <a:lnTo>
                    <a:pt x="5291" y="17647"/>
                  </a:lnTo>
                  <a:lnTo>
                    <a:pt x="5368" y="17608"/>
                  </a:lnTo>
                  <a:lnTo>
                    <a:pt x="5368" y="17531"/>
                  </a:lnTo>
                  <a:lnTo>
                    <a:pt x="5638" y="17068"/>
                  </a:lnTo>
                  <a:lnTo>
                    <a:pt x="6025" y="17300"/>
                  </a:lnTo>
                  <a:lnTo>
                    <a:pt x="5986" y="17802"/>
                  </a:lnTo>
                  <a:lnTo>
                    <a:pt x="5870" y="18304"/>
                  </a:lnTo>
                  <a:lnTo>
                    <a:pt x="5754" y="18806"/>
                  </a:lnTo>
                  <a:lnTo>
                    <a:pt x="5561" y="19308"/>
                  </a:lnTo>
                  <a:lnTo>
                    <a:pt x="5445" y="19076"/>
                  </a:lnTo>
                  <a:lnTo>
                    <a:pt x="5407" y="18844"/>
                  </a:lnTo>
                  <a:lnTo>
                    <a:pt x="5368" y="18574"/>
                  </a:lnTo>
                  <a:lnTo>
                    <a:pt x="5407" y="18304"/>
                  </a:lnTo>
                  <a:lnTo>
                    <a:pt x="5445" y="18226"/>
                  </a:lnTo>
                  <a:lnTo>
                    <a:pt x="5407" y="18188"/>
                  </a:lnTo>
                  <a:lnTo>
                    <a:pt x="5329" y="18110"/>
                  </a:lnTo>
                  <a:lnTo>
                    <a:pt x="5252" y="18072"/>
                  </a:lnTo>
                  <a:lnTo>
                    <a:pt x="5214" y="18110"/>
                  </a:lnTo>
                  <a:lnTo>
                    <a:pt x="5136" y="18110"/>
                  </a:lnTo>
                  <a:lnTo>
                    <a:pt x="5098" y="18188"/>
                  </a:lnTo>
                  <a:lnTo>
                    <a:pt x="4827" y="18767"/>
                  </a:lnTo>
                  <a:lnTo>
                    <a:pt x="4519" y="19308"/>
                  </a:lnTo>
                  <a:lnTo>
                    <a:pt x="4326" y="19539"/>
                  </a:lnTo>
                  <a:lnTo>
                    <a:pt x="4094" y="19771"/>
                  </a:lnTo>
                  <a:lnTo>
                    <a:pt x="3862" y="19964"/>
                  </a:lnTo>
                  <a:lnTo>
                    <a:pt x="3592" y="20196"/>
                  </a:lnTo>
                  <a:lnTo>
                    <a:pt x="3090" y="20505"/>
                  </a:lnTo>
                  <a:lnTo>
                    <a:pt x="2820" y="20659"/>
                  </a:lnTo>
                  <a:lnTo>
                    <a:pt x="2511" y="20775"/>
                  </a:lnTo>
                  <a:lnTo>
                    <a:pt x="2202" y="20891"/>
                  </a:lnTo>
                  <a:lnTo>
                    <a:pt x="1893" y="20968"/>
                  </a:lnTo>
                  <a:lnTo>
                    <a:pt x="1584" y="21007"/>
                  </a:lnTo>
                  <a:lnTo>
                    <a:pt x="1275" y="20968"/>
                  </a:lnTo>
                  <a:lnTo>
                    <a:pt x="1043" y="20929"/>
                  </a:lnTo>
                  <a:lnTo>
                    <a:pt x="889" y="20813"/>
                  </a:lnTo>
                  <a:lnTo>
                    <a:pt x="773" y="20698"/>
                  </a:lnTo>
                  <a:lnTo>
                    <a:pt x="734" y="20543"/>
                  </a:lnTo>
                  <a:lnTo>
                    <a:pt x="696" y="20350"/>
                  </a:lnTo>
                  <a:lnTo>
                    <a:pt x="696" y="20157"/>
                  </a:lnTo>
                  <a:lnTo>
                    <a:pt x="734" y="19732"/>
                  </a:lnTo>
                  <a:lnTo>
                    <a:pt x="812" y="19037"/>
                  </a:lnTo>
                  <a:lnTo>
                    <a:pt x="889" y="18690"/>
                  </a:lnTo>
                  <a:lnTo>
                    <a:pt x="1005" y="18342"/>
                  </a:lnTo>
                  <a:lnTo>
                    <a:pt x="1159" y="17956"/>
                  </a:lnTo>
                  <a:lnTo>
                    <a:pt x="1352" y="17608"/>
                  </a:lnTo>
                  <a:lnTo>
                    <a:pt x="1584" y="17261"/>
                  </a:lnTo>
                  <a:lnTo>
                    <a:pt x="1854" y="16952"/>
                  </a:lnTo>
                  <a:lnTo>
                    <a:pt x="2124" y="16682"/>
                  </a:lnTo>
                  <a:lnTo>
                    <a:pt x="2433" y="16411"/>
                  </a:lnTo>
                  <a:lnTo>
                    <a:pt x="2781" y="16180"/>
                  </a:lnTo>
                  <a:lnTo>
                    <a:pt x="3167" y="16025"/>
                  </a:lnTo>
                  <a:lnTo>
                    <a:pt x="3244" y="15948"/>
                  </a:lnTo>
                  <a:lnTo>
                    <a:pt x="3244" y="15871"/>
                  </a:lnTo>
                  <a:lnTo>
                    <a:pt x="3206" y="15794"/>
                  </a:lnTo>
                  <a:lnTo>
                    <a:pt x="3167" y="15716"/>
                  </a:lnTo>
                  <a:lnTo>
                    <a:pt x="2433" y="15369"/>
                  </a:lnTo>
                  <a:lnTo>
                    <a:pt x="2781" y="15176"/>
                  </a:lnTo>
                  <a:lnTo>
                    <a:pt x="3167" y="15021"/>
                  </a:lnTo>
                  <a:lnTo>
                    <a:pt x="3553" y="14983"/>
                  </a:lnTo>
                  <a:lnTo>
                    <a:pt x="3978" y="14944"/>
                  </a:lnTo>
                  <a:close/>
                  <a:moveTo>
                    <a:pt x="23478" y="0"/>
                  </a:moveTo>
                  <a:lnTo>
                    <a:pt x="22204" y="155"/>
                  </a:lnTo>
                  <a:lnTo>
                    <a:pt x="20891" y="386"/>
                  </a:lnTo>
                  <a:lnTo>
                    <a:pt x="19617" y="657"/>
                  </a:lnTo>
                  <a:lnTo>
                    <a:pt x="18381" y="1043"/>
                  </a:lnTo>
                  <a:lnTo>
                    <a:pt x="17146" y="1467"/>
                  </a:lnTo>
                  <a:lnTo>
                    <a:pt x="15949" y="1969"/>
                  </a:lnTo>
                  <a:lnTo>
                    <a:pt x="14752" y="2510"/>
                  </a:lnTo>
                  <a:lnTo>
                    <a:pt x="13593" y="3128"/>
                  </a:lnTo>
                  <a:lnTo>
                    <a:pt x="12473" y="3784"/>
                  </a:lnTo>
                  <a:lnTo>
                    <a:pt x="11353" y="4518"/>
                  </a:lnTo>
                  <a:lnTo>
                    <a:pt x="10311" y="5290"/>
                  </a:lnTo>
                  <a:lnTo>
                    <a:pt x="9307" y="6140"/>
                  </a:lnTo>
                  <a:lnTo>
                    <a:pt x="8535" y="6796"/>
                  </a:lnTo>
                  <a:lnTo>
                    <a:pt x="7801" y="7491"/>
                  </a:lnTo>
                  <a:lnTo>
                    <a:pt x="7029" y="7337"/>
                  </a:lnTo>
                  <a:lnTo>
                    <a:pt x="6218" y="7221"/>
                  </a:lnTo>
                  <a:lnTo>
                    <a:pt x="5407" y="7182"/>
                  </a:lnTo>
                  <a:lnTo>
                    <a:pt x="4557" y="7221"/>
                  </a:lnTo>
                  <a:lnTo>
                    <a:pt x="4519" y="7221"/>
                  </a:lnTo>
                  <a:lnTo>
                    <a:pt x="4441" y="7260"/>
                  </a:lnTo>
                  <a:lnTo>
                    <a:pt x="4403" y="7414"/>
                  </a:lnTo>
                  <a:lnTo>
                    <a:pt x="4171" y="7530"/>
                  </a:lnTo>
                  <a:lnTo>
                    <a:pt x="3939" y="7723"/>
                  </a:lnTo>
                  <a:lnTo>
                    <a:pt x="3708" y="7916"/>
                  </a:lnTo>
                  <a:lnTo>
                    <a:pt x="3515" y="8148"/>
                  </a:lnTo>
                  <a:lnTo>
                    <a:pt x="3128" y="8611"/>
                  </a:lnTo>
                  <a:lnTo>
                    <a:pt x="2742" y="9036"/>
                  </a:lnTo>
                  <a:lnTo>
                    <a:pt x="2124" y="9654"/>
                  </a:lnTo>
                  <a:lnTo>
                    <a:pt x="1468" y="10194"/>
                  </a:lnTo>
                  <a:lnTo>
                    <a:pt x="773" y="10774"/>
                  </a:lnTo>
                  <a:lnTo>
                    <a:pt x="78" y="11276"/>
                  </a:lnTo>
                  <a:lnTo>
                    <a:pt x="1" y="11353"/>
                  </a:lnTo>
                  <a:lnTo>
                    <a:pt x="1" y="11430"/>
                  </a:lnTo>
                  <a:lnTo>
                    <a:pt x="1" y="11507"/>
                  </a:lnTo>
                  <a:lnTo>
                    <a:pt x="39" y="11546"/>
                  </a:lnTo>
                  <a:lnTo>
                    <a:pt x="39" y="11623"/>
                  </a:lnTo>
                  <a:lnTo>
                    <a:pt x="39" y="11700"/>
                  </a:lnTo>
                  <a:lnTo>
                    <a:pt x="78" y="11739"/>
                  </a:lnTo>
                  <a:lnTo>
                    <a:pt x="116" y="11778"/>
                  </a:lnTo>
                  <a:lnTo>
                    <a:pt x="1005" y="12048"/>
                  </a:lnTo>
                  <a:lnTo>
                    <a:pt x="1893" y="12280"/>
                  </a:lnTo>
                  <a:lnTo>
                    <a:pt x="3669" y="12666"/>
                  </a:lnTo>
                  <a:lnTo>
                    <a:pt x="3785" y="12666"/>
                  </a:lnTo>
                  <a:lnTo>
                    <a:pt x="3862" y="12589"/>
                  </a:lnTo>
                  <a:lnTo>
                    <a:pt x="4750" y="11700"/>
                  </a:lnTo>
                  <a:lnTo>
                    <a:pt x="5716" y="10851"/>
                  </a:lnTo>
                  <a:lnTo>
                    <a:pt x="5600" y="11391"/>
                  </a:lnTo>
                  <a:lnTo>
                    <a:pt x="5523" y="11971"/>
                  </a:lnTo>
                  <a:lnTo>
                    <a:pt x="5523" y="12550"/>
                  </a:lnTo>
                  <a:lnTo>
                    <a:pt x="5600" y="13091"/>
                  </a:lnTo>
                  <a:lnTo>
                    <a:pt x="5136" y="13168"/>
                  </a:lnTo>
                  <a:lnTo>
                    <a:pt x="4712" y="13284"/>
                  </a:lnTo>
                  <a:lnTo>
                    <a:pt x="4248" y="13477"/>
                  </a:lnTo>
                  <a:lnTo>
                    <a:pt x="4017" y="13593"/>
                  </a:lnTo>
                  <a:lnTo>
                    <a:pt x="3862" y="13747"/>
                  </a:lnTo>
                  <a:lnTo>
                    <a:pt x="3824" y="13824"/>
                  </a:lnTo>
                  <a:lnTo>
                    <a:pt x="3862" y="13901"/>
                  </a:lnTo>
                  <a:lnTo>
                    <a:pt x="3824" y="13940"/>
                  </a:lnTo>
                  <a:lnTo>
                    <a:pt x="3785" y="14017"/>
                  </a:lnTo>
                  <a:lnTo>
                    <a:pt x="3824" y="14403"/>
                  </a:lnTo>
                  <a:lnTo>
                    <a:pt x="3901" y="14751"/>
                  </a:lnTo>
                  <a:lnTo>
                    <a:pt x="3669" y="14712"/>
                  </a:lnTo>
                  <a:lnTo>
                    <a:pt x="3399" y="14712"/>
                  </a:lnTo>
                  <a:lnTo>
                    <a:pt x="3167" y="14751"/>
                  </a:lnTo>
                  <a:lnTo>
                    <a:pt x="2935" y="14790"/>
                  </a:lnTo>
                  <a:lnTo>
                    <a:pt x="2665" y="14867"/>
                  </a:lnTo>
                  <a:lnTo>
                    <a:pt x="2433" y="14983"/>
                  </a:lnTo>
                  <a:lnTo>
                    <a:pt x="2240" y="15098"/>
                  </a:lnTo>
                  <a:lnTo>
                    <a:pt x="2009" y="15253"/>
                  </a:lnTo>
                  <a:lnTo>
                    <a:pt x="1931" y="15330"/>
                  </a:lnTo>
                  <a:lnTo>
                    <a:pt x="1931" y="15407"/>
                  </a:lnTo>
                  <a:lnTo>
                    <a:pt x="1970" y="15485"/>
                  </a:lnTo>
                  <a:lnTo>
                    <a:pt x="2047" y="15523"/>
                  </a:lnTo>
                  <a:lnTo>
                    <a:pt x="2704" y="15871"/>
                  </a:lnTo>
                  <a:lnTo>
                    <a:pt x="2356" y="16064"/>
                  </a:lnTo>
                  <a:lnTo>
                    <a:pt x="2047" y="16334"/>
                  </a:lnTo>
                  <a:lnTo>
                    <a:pt x="1738" y="16604"/>
                  </a:lnTo>
                  <a:lnTo>
                    <a:pt x="1468" y="16875"/>
                  </a:lnTo>
                  <a:lnTo>
                    <a:pt x="1198" y="17222"/>
                  </a:lnTo>
                  <a:lnTo>
                    <a:pt x="1005" y="17570"/>
                  </a:lnTo>
                  <a:lnTo>
                    <a:pt x="812" y="17956"/>
                  </a:lnTo>
                  <a:lnTo>
                    <a:pt x="657" y="18342"/>
                  </a:lnTo>
                  <a:lnTo>
                    <a:pt x="464" y="18960"/>
                  </a:lnTo>
                  <a:lnTo>
                    <a:pt x="387" y="19385"/>
                  </a:lnTo>
                  <a:lnTo>
                    <a:pt x="310" y="19809"/>
                  </a:lnTo>
                  <a:lnTo>
                    <a:pt x="271" y="20234"/>
                  </a:lnTo>
                  <a:lnTo>
                    <a:pt x="310" y="20659"/>
                  </a:lnTo>
                  <a:lnTo>
                    <a:pt x="348" y="20813"/>
                  </a:lnTo>
                  <a:lnTo>
                    <a:pt x="425" y="20968"/>
                  </a:lnTo>
                  <a:lnTo>
                    <a:pt x="503" y="21084"/>
                  </a:lnTo>
                  <a:lnTo>
                    <a:pt x="618" y="21200"/>
                  </a:lnTo>
                  <a:lnTo>
                    <a:pt x="773" y="21277"/>
                  </a:lnTo>
                  <a:lnTo>
                    <a:pt x="927" y="21315"/>
                  </a:lnTo>
                  <a:lnTo>
                    <a:pt x="1275" y="21393"/>
                  </a:lnTo>
                  <a:lnTo>
                    <a:pt x="1661" y="21354"/>
                  </a:lnTo>
                  <a:lnTo>
                    <a:pt x="2047" y="21277"/>
                  </a:lnTo>
                  <a:lnTo>
                    <a:pt x="2433" y="21161"/>
                  </a:lnTo>
                  <a:lnTo>
                    <a:pt x="2820" y="21007"/>
                  </a:lnTo>
                  <a:lnTo>
                    <a:pt x="3437" y="20698"/>
                  </a:lnTo>
                  <a:lnTo>
                    <a:pt x="3901" y="20389"/>
                  </a:lnTo>
                  <a:lnTo>
                    <a:pt x="4364" y="20003"/>
                  </a:lnTo>
                  <a:lnTo>
                    <a:pt x="4750" y="19539"/>
                  </a:lnTo>
                  <a:lnTo>
                    <a:pt x="5098" y="19037"/>
                  </a:lnTo>
                  <a:lnTo>
                    <a:pt x="5136" y="19230"/>
                  </a:lnTo>
                  <a:lnTo>
                    <a:pt x="5214" y="19423"/>
                  </a:lnTo>
                  <a:lnTo>
                    <a:pt x="5329" y="19578"/>
                  </a:lnTo>
                  <a:lnTo>
                    <a:pt x="5484" y="19771"/>
                  </a:lnTo>
                  <a:lnTo>
                    <a:pt x="5561" y="19809"/>
                  </a:lnTo>
                  <a:lnTo>
                    <a:pt x="5638" y="19809"/>
                  </a:lnTo>
                  <a:lnTo>
                    <a:pt x="5716" y="19771"/>
                  </a:lnTo>
                  <a:lnTo>
                    <a:pt x="5793" y="19694"/>
                  </a:lnTo>
                  <a:lnTo>
                    <a:pt x="5986" y="19153"/>
                  </a:lnTo>
                  <a:lnTo>
                    <a:pt x="6179" y="18612"/>
                  </a:lnTo>
                  <a:lnTo>
                    <a:pt x="6295" y="18033"/>
                  </a:lnTo>
                  <a:lnTo>
                    <a:pt x="6372" y="17454"/>
                  </a:lnTo>
                  <a:lnTo>
                    <a:pt x="6913" y="17608"/>
                  </a:lnTo>
                  <a:lnTo>
                    <a:pt x="7183" y="17608"/>
                  </a:lnTo>
                  <a:lnTo>
                    <a:pt x="7183" y="17531"/>
                  </a:lnTo>
                  <a:lnTo>
                    <a:pt x="7531" y="16720"/>
                  </a:lnTo>
                  <a:lnTo>
                    <a:pt x="7724" y="16334"/>
                  </a:lnTo>
                  <a:lnTo>
                    <a:pt x="7955" y="15948"/>
                  </a:lnTo>
                  <a:lnTo>
                    <a:pt x="8110" y="15987"/>
                  </a:lnTo>
                  <a:lnTo>
                    <a:pt x="8535" y="16064"/>
                  </a:lnTo>
                  <a:lnTo>
                    <a:pt x="8921" y="16102"/>
                  </a:lnTo>
                  <a:lnTo>
                    <a:pt x="9307" y="16064"/>
                  </a:lnTo>
                  <a:lnTo>
                    <a:pt x="9693" y="16025"/>
                  </a:lnTo>
                  <a:lnTo>
                    <a:pt x="9693" y="16025"/>
                  </a:lnTo>
                  <a:lnTo>
                    <a:pt x="8998" y="16604"/>
                  </a:lnTo>
                  <a:lnTo>
                    <a:pt x="8226" y="17106"/>
                  </a:lnTo>
                  <a:lnTo>
                    <a:pt x="8148" y="17222"/>
                  </a:lnTo>
                  <a:lnTo>
                    <a:pt x="8148" y="17300"/>
                  </a:lnTo>
                  <a:lnTo>
                    <a:pt x="8264" y="18110"/>
                  </a:lnTo>
                  <a:lnTo>
                    <a:pt x="8341" y="18883"/>
                  </a:lnTo>
                  <a:lnTo>
                    <a:pt x="8380" y="19655"/>
                  </a:lnTo>
                  <a:lnTo>
                    <a:pt x="8380" y="20427"/>
                  </a:lnTo>
                  <a:lnTo>
                    <a:pt x="8419" y="20543"/>
                  </a:lnTo>
                  <a:lnTo>
                    <a:pt x="8496" y="20620"/>
                  </a:lnTo>
                  <a:lnTo>
                    <a:pt x="8612" y="20659"/>
                  </a:lnTo>
                  <a:lnTo>
                    <a:pt x="8728" y="20620"/>
                  </a:lnTo>
                  <a:lnTo>
                    <a:pt x="11392" y="18806"/>
                  </a:lnTo>
                  <a:lnTo>
                    <a:pt x="12705" y="17840"/>
                  </a:lnTo>
                  <a:lnTo>
                    <a:pt x="13323" y="17338"/>
                  </a:lnTo>
                  <a:lnTo>
                    <a:pt x="13941" y="16836"/>
                  </a:lnTo>
                  <a:lnTo>
                    <a:pt x="13979" y="16759"/>
                  </a:lnTo>
                  <a:lnTo>
                    <a:pt x="13979" y="16682"/>
                  </a:lnTo>
                  <a:lnTo>
                    <a:pt x="13979" y="16643"/>
                  </a:lnTo>
                  <a:lnTo>
                    <a:pt x="13941" y="16257"/>
                  </a:lnTo>
                  <a:lnTo>
                    <a:pt x="13902" y="15871"/>
                  </a:lnTo>
                  <a:lnTo>
                    <a:pt x="13825" y="15098"/>
                  </a:lnTo>
                  <a:lnTo>
                    <a:pt x="13748" y="13747"/>
                  </a:lnTo>
                  <a:lnTo>
                    <a:pt x="14443" y="13129"/>
                  </a:lnTo>
                  <a:lnTo>
                    <a:pt x="15099" y="12473"/>
                  </a:lnTo>
                  <a:lnTo>
                    <a:pt x="15756" y="11816"/>
                  </a:lnTo>
                  <a:lnTo>
                    <a:pt x="16373" y="11121"/>
                  </a:lnTo>
                  <a:lnTo>
                    <a:pt x="17455" y="9924"/>
                  </a:lnTo>
                  <a:lnTo>
                    <a:pt x="18459" y="8650"/>
                  </a:lnTo>
                  <a:lnTo>
                    <a:pt x="19424" y="7376"/>
                  </a:lnTo>
                  <a:lnTo>
                    <a:pt x="20351" y="6024"/>
                  </a:lnTo>
                  <a:lnTo>
                    <a:pt x="21239" y="4673"/>
                  </a:lnTo>
                  <a:lnTo>
                    <a:pt x="22088" y="3321"/>
                  </a:lnTo>
                  <a:lnTo>
                    <a:pt x="22938" y="1931"/>
                  </a:lnTo>
                  <a:lnTo>
                    <a:pt x="23749" y="502"/>
                  </a:lnTo>
                  <a:lnTo>
                    <a:pt x="23749" y="425"/>
                  </a:lnTo>
                  <a:lnTo>
                    <a:pt x="23749" y="348"/>
                  </a:lnTo>
                  <a:lnTo>
                    <a:pt x="23749" y="270"/>
                  </a:lnTo>
                  <a:lnTo>
                    <a:pt x="23787" y="155"/>
                  </a:lnTo>
                  <a:lnTo>
                    <a:pt x="23787" y="77"/>
                  </a:lnTo>
                  <a:lnTo>
                    <a:pt x="23749" y="39"/>
                  </a:lnTo>
                  <a:lnTo>
                    <a:pt x="23672" y="0"/>
                  </a:lnTo>
                  <a:lnTo>
                    <a:pt x="23633" y="39"/>
                  </a:lnTo>
                  <a:lnTo>
                    <a:pt x="23633" y="77"/>
                  </a:lnTo>
                  <a:lnTo>
                    <a:pt x="2355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5" name="Google Shape;1705;p7"/>
            <p:cNvSpPr/>
            <p:nvPr/>
          </p:nvSpPr>
          <p:spPr>
            <a:xfrm>
              <a:off x="5635500" y="4343650"/>
              <a:ext cx="54100" cy="45400"/>
            </a:xfrm>
            <a:custGeom>
              <a:avLst/>
              <a:gdLst/>
              <a:ahLst/>
              <a:cxnLst/>
              <a:rect l="l" t="t" r="r" b="b"/>
              <a:pathLst>
                <a:path w="2164" h="1816" extrusionOk="0">
                  <a:moveTo>
                    <a:pt x="1314" y="387"/>
                  </a:moveTo>
                  <a:lnTo>
                    <a:pt x="1507" y="464"/>
                  </a:lnTo>
                  <a:lnTo>
                    <a:pt x="1661" y="580"/>
                  </a:lnTo>
                  <a:lnTo>
                    <a:pt x="1777" y="735"/>
                  </a:lnTo>
                  <a:lnTo>
                    <a:pt x="1777" y="889"/>
                  </a:lnTo>
                  <a:lnTo>
                    <a:pt x="1777" y="928"/>
                  </a:lnTo>
                  <a:lnTo>
                    <a:pt x="1738" y="1005"/>
                  </a:lnTo>
                  <a:lnTo>
                    <a:pt x="1661" y="1044"/>
                  </a:lnTo>
                  <a:lnTo>
                    <a:pt x="1584" y="1082"/>
                  </a:lnTo>
                  <a:lnTo>
                    <a:pt x="1275" y="1121"/>
                  </a:lnTo>
                  <a:lnTo>
                    <a:pt x="927" y="1121"/>
                  </a:lnTo>
                  <a:lnTo>
                    <a:pt x="619" y="1159"/>
                  </a:lnTo>
                  <a:lnTo>
                    <a:pt x="464" y="1198"/>
                  </a:lnTo>
                  <a:lnTo>
                    <a:pt x="348" y="1275"/>
                  </a:lnTo>
                  <a:lnTo>
                    <a:pt x="348" y="1121"/>
                  </a:lnTo>
                  <a:lnTo>
                    <a:pt x="348" y="1005"/>
                  </a:lnTo>
                  <a:lnTo>
                    <a:pt x="387" y="850"/>
                  </a:lnTo>
                  <a:lnTo>
                    <a:pt x="464" y="735"/>
                  </a:lnTo>
                  <a:lnTo>
                    <a:pt x="580" y="619"/>
                  </a:lnTo>
                  <a:lnTo>
                    <a:pt x="657" y="503"/>
                  </a:lnTo>
                  <a:lnTo>
                    <a:pt x="812" y="426"/>
                  </a:lnTo>
                  <a:lnTo>
                    <a:pt x="966" y="387"/>
                  </a:lnTo>
                  <a:close/>
                  <a:moveTo>
                    <a:pt x="1005" y="1"/>
                  </a:moveTo>
                  <a:lnTo>
                    <a:pt x="812" y="40"/>
                  </a:lnTo>
                  <a:lnTo>
                    <a:pt x="619" y="117"/>
                  </a:lnTo>
                  <a:lnTo>
                    <a:pt x="425" y="233"/>
                  </a:lnTo>
                  <a:lnTo>
                    <a:pt x="271" y="348"/>
                  </a:lnTo>
                  <a:lnTo>
                    <a:pt x="155" y="503"/>
                  </a:lnTo>
                  <a:lnTo>
                    <a:pt x="78" y="696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30"/>
                  </a:lnTo>
                  <a:lnTo>
                    <a:pt x="117" y="1623"/>
                  </a:lnTo>
                  <a:lnTo>
                    <a:pt x="155" y="1739"/>
                  </a:lnTo>
                  <a:lnTo>
                    <a:pt x="232" y="1777"/>
                  </a:lnTo>
                  <a:lnTo>
                    <a:pt x="348" y="1816"/>
                  </a:lnTo>
                  <a:lnTo>
                    <a:pt x="425" y="1739"/>
                  </a:lnTo>
                  <a:lnTo>
                    <a:pt x="580" y="1623"/>
                  </a:lnTo>
                  <a:lnTo>
                    <a:pt x="696" y="1546"/>
                  </a:lnTo>
                  <a:lnTo>
                    <a:pt x="889" y="1507"/>
                  </a:lnTo>
                  <a:lnTo>
                    <a:pt x="1429" y="1507"/>
                  </a:lnTo>
                  <a:lnTo>
                    <a:pt x="1584" y="1468"/>
                  </a:lnTo>
                  <a:lnTo>
                    <a:pt x="1777" y="1430"/>
                  </a:lnTo>
                  <a:lnTo>
                    <a:pt x="1931" y="1352"/>
                  </a:lnTo>
                  <a:lnTo>
                    <a:pt x="2047" y="1237"/>
                  </a:lnTo>
                  <a:lnTo>
                    <a:pt x="2125" y="1121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9"/>
                  </a:lnTo>
                  <a:lnTo>
                    <a:pt x="2086" y="464"/>
                  </a:lnTo>
                  <a:lnTo>
                    <a:pt x="1970" y="310"/>
                  </a:lnTo>
                  <a:lnTo>
                    <a:pt x="1816" y="194"/>
                  </a:lnTo>
                  <a:lnTo>
                    <a:pt x="1623" y="78"/>
                  </a:lnTo>
                  <a:lnTo>
                    <a:pt x="142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6" name="Google Shape;1706;p7"/>
            <p:cNvSpPr/>
            <p:nvPr/>
          </p:nvSpPr>
          <p:spPr>
            <a:xfrm>
              <a:off x="4572625" y="4377450"/>
              <a:ext cx="625600" cy="344650"/>
            </a:xfrm>
            <a:custGeom>
              <a:avLst/>
              <a:gdLst/>
              <a:ahLst/>
              <a:cxnLst/>
              <a:rect l="l" t="t" r="r" b="b"/>
              <a:pathLst>
                <a:path w="25024" h="13786" extrusionOk="0">
                  <a:moveTo>
                    <a:pt x="23286" y="966"/>
                  </a:moveTo>
                  <a:lnTo>
                    <a:pt x="23633" y="1468"/>
                  </a:lnTo>
                  <a:lnTo>
                    <a:pt x="23942" y="2008"/>
                  </a:lnTo>
                  <a:lnTo>
                    <a:pt x="23788" y="2163"/>
                  </a:lnTo>
                  <a:lnTo>
                    <a:pt x="23633" y="2202"/>
                  </a:lnTo>
                  <a:lnTo>
                    <a:pt x="23479" y="2202"/>
                  </a:lnTo>
                  <a:lnTo>
                    <a:pt x="23324" y="2163"/>
                  </a:lnTo>
                  <a:lnTo>
                    <a:pt x="23208" y="2086"/>
                  </a:lnTo>
                  <a:lnTo>
                    <a:pt x="23092" y="1970"/>
                  </a:lnTo>
                  <a:lnTo>
                    <a:pt x="23015" y="1815"/>
                  </a:lnTo>
                  <a:lnTo>
                    <a:pt x="22977" y="1661"/>
                  </a:lnTo>
                  <a:lnTo>
                    <a:pt x="22977" y="1429"/>
                  </a:lnTo>
                  <a:lnTo>
                    <a:pt x="23054" y="1275"/>
                  </a:lnTo>
                  <a:lnTo>
                    <a:pt x="23170" y="1120"/>
                  </a:lnTo>
                  <a:lnTo>
                    <a:pt x="23286" y="966"/>
                  </a:lnTo>
                  <a:close/>
                  <a:moveTo>
                    <a:pt x="24096" y="2433"/>
                  </a:moveTo>
                  <a:lnTo>
                    <a:pt x="24212" y="2781"/>
                  </a:lnTo>
                  <a:lnTo>
                    <a:pt x="24328" y="3090"/>
                  </a:lnTo>
                  <a:lnTo>
                    <a:pt x="24367" y="3437"/>
                  </a:lnTo>
                  <a:lnTo>
                    <a:pt x="24444" y="3823"/>
                  </a:lnTo>
                  <a:lnTo>
                    <a:pt x="24174" y="3746"/>
                  </a:lnTo>
                  <a:lnTo>
                    <a:pt x="23942" y="3592"/>
                  </a:lnTo>
                  <a:lnTo>
                    <a:pt x="23865" y="3514"/>
                  </a:lnTo>
                  <a:lnTo>
                    <a:pt x="23788" y="3399"/>
                  </a:lnTo>
                  <a:lnTo>
                    <a:pt x="23749" y="3283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8" y="2742"/>
                  </a:lnTo>
                  <a:lnTo>
                    <a:pt x="23942" y="2588"/>
                  </a:lnTo>
                  <a:lnTo>
                    <a:pt x="24096" y="2433"/>
                  </a:lnTo>
                  <a:close/>
                  <a:moveTo>
                    <a:pt x="16296" y="4982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7" y="5291"/>
                  </a:lnTo>
                  <a:lnTo>
                    <a:pt x="16567" y="5407"/>
                  </a:lnTo>
                  <a:lnTo>
                    <a:pt x="16296" y="5445"/>
                  </a:lnTo>
                  <a:lnTo>
                    <a:pt x="15640" y="5522"/>
                  </a:lnTo>
                  <a:lnTo>
                    <a:pt x="15640" y="5484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56" y="5175"/>
                  </a:lnTo>
                  <a:lnTo>
                    <a:pt x="15833" y="5098"/>
                  </a:lnTo>
                  <a:lnTo>
                    <a:pt x="15949" y="5020"/>
                  </a:lnTo>
                  <a:lnTo>
                    <a:pt x="16065" y="4982"/>
                  </a:lnTo>
                  <a:close/>
                  <a:moveTo>
                    <a:pt x="24444" y="4248"/>
                  </a:moveTo>
                  <a:lnTo>
                    <a:pt x="24444" y="4673"/>
                  </a:lnTo>
                  <a:lnTo>
                    <a:pt x="24367" y="5098"/>
                  </a:lnTo>
                  <a:lnTo>
                    <a:pt x="24251" y="5522"/>
                  </a:lnTo>
                  <a:lnTo>
                    <a:pt x="24058" y="5445"/>
                  </a:lnTo>
                  <a:lnTo>
                    <a:pt x="23903" y="5291"/>
                  </a:lnTo>
                  <a:lnTo>
                    <a:pt x="23826" y="5098"/>
                  </a:lnTo>
                  <a:lnTo>
                    <a:pt x="23788" y="4982"/>
                  </a:lnTo>
                  <a:lnTo>
                    <a:pt x="23788" y="4866"/>
                  </a:lnTo>
                  <a:lnTo>
                    <a:pt x="23826" y="4750"/>
                  </a:lnTo>
                  <a:lnTo>
                    <a:pt x="23865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7"/>
                  </a:lnTo>
                  <a:lnTo>
                    <a:pt x="18073" y="5638"/>
                  </a:lnTo>
                  <a:lnTo>
                    <a:pt x="17571" y="5522"/>
                  </a:lnTo>
                  <a:lnTo>
                    <a:pt x="17030" y="5445"/>
                  </a:lnTo>
                  <a:lnTo>
                    <a:pt x="17069" y="5291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5"/>
                  </a:lnTo>
                  <a:lnTo>
                    <a:pt x="17532" y="4866"/>
                  </a:lnTo>
                  <a:lnTo>
                    <a:pt x="17648" y="4827"/>
                  </a:lnTo>
                  <a:close/>
                  <a:moveTo>
                    <a:pt x="14713" y="5329"/>
                  </a:moveTo>
                  <a:lnTo>
                    <a:pt x="14829" y="5368"/>
                  </a:lnTo>
                  <a:lnTo>
                    <a:pt x="14906" y="5445"/>
                  </a:lnTo>
                  <a:lnTo>
                    <a:pt x="15022" y="5561"/>
                  </a:lnTo>
                  <a:lnTo>
                    <a:pt x="15061" y="5677"/>
                  </a:lnTo>
                  <a:lnTo>
                    <a:pt x="14559" y="5870"/>
                  </a:lnTo>
                  <a:lnTo>
                    <a:pt x="14057" y="6102"/>
                  </a:lnTo>
                  <a:lnTo>
                    <a:pt x="14018" y="6063"/>
                  </a:lnTo>
                  <a:lnTo>
                    <a:pt x="14057" y="5831"/>
                  </a:lnTo>
                  <a:lnTo>
                    <a:pt x="14134" y="5600"/>
                  </a:lnTo>
                  <a:lnTo>
                    <a:pt x="14250" y="5445"/>
                  </a:lnTo>
                  <a:lnTo>
                    <a:pt x="14365" y="5368"/>
                  </a:lnTo>
                  <a:lnTo>
                    <a:pt x="14443" y="5329"/>
                  </a:lnTo>
                  <a:close/>
                  <a:moveTo>
                    <a:pt x="18999" y="5484"/>
                  </a:moveTo>
                  <a:lnTo>
                    <a:pt x="19115" y="5522"/>
                  </a:lnTo>
                  <a:lnTo>
                    <a:pt x="19192" y="5561"/>
                  </a:lnTo>
                  <a:lnTo>
                    <a:pt x="19308" y="5677"/>
                  </a:lnTo>
                  <a:lnTo>
                    <a:pt x="19385" y="5831"/>
                  </a:lnTo>
                  <a:lnTo>
                    <a:pt x="19385" y="5986"/>
                  </a:lnTo>
                  <a:lnTo>
                    <a:pt x="19347" y="6179"/>
                  </a:lnTo>
                  <a:lnTo>
                    <a:pt x="18613" y="5831"/>
                  </a:lnTo>
                  <a:lnTo>
                    <a:pt x="18652" y="5754"/>
                  </a:lnTo>
                  <a:lnTo>
                    <a:pt x="18690" y="5677"/>
                  </a:lnTo>
                  <a:lnTo>
                    <a:pt x="18845" y="5522"/>
                  </a:lnTo>
                  <a:lnTo>
                    <a:pt x="18999" y="5484"/>
                  </a:lnTo>
                  <a:close/>
                  <a:moveTo>
                    <a:pt x="20196" y="6063"/>
                  </a:moveTo>
                  <a:lnTo>
                    <a:pt x="20351" y="6102"/>
                  </a:lnTo>
                  <a:lnTo>
                    <a:pt x="20467" y="6140"/>
                  </a:lnTo>
                  <a:lnTo>
                    <a:pt x="20544" y="6179"/>
                  </a:lnTo>
                  <a:lnTo>
                    <a:pt x="20698" y="6333"/>
                  </a:lnTo>
                  <a:lnTo>
                    <a:pt x="20776" y="6526"/>
                  </a:lnTo>
                  <a:lnTo>
                    <a:pt x="20814" y="6719"/>
                  </a:lnTo>
                  <a:lnTo>
                    <a:pt x="20891" y="6951"/>
                  </a:lnTo>
                  <a:lnTo>
                    <a:pt x="20891" y="6951"/>
                  </a:lnTo>
                  <a:lnTo>
                    <a:pt x="20467" y="6758"/>
                  </a:lnTo>
                  <a:lnTo>
                    <a:pt x="20080" y="6565"/>
                  </a:lnTo>
                  <a:lnTo>
                    <a:pt x="19810" y="6411"/>
                  </a:lnTo>
                  <a:lnTo>
                    <a:pt x="19849" y="6295"/>
                  </a:lnTo>
                  <a:lnTo>
                    <a:pt x="19887" y="6179"/>
                  </a:lnTo>
                  <a:lnTo>
                    <a:pt x="20003" y="6140"/>
                  </a:lnTo>
                  <a:lnTo>
                    <a:pt x="20080" y="6102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9"/>
                  </a:lnTo>
                  <a:lnTo>
                    <a:pt x="23942" y="5986"/>
                  </a:lnTo>
                  <a:lnTo>
                    <a:pt x="24019" y="6024"/>
                  </a:lnTo>
                  <a:lnTo>
                    <a:pt x="24096" y="6024"/>
                  </a:lnTo>
                  <a:lnTo>
                    <a:pt x="23942" y="6295"/>
                  </a:lnTo>
                  <a:lnTo>
                    <a:pt x="23749" y="6565"/>
                  </a:lnTo>
                  <a:lnTo>
                    <a:pt x="23517" y="6797"/>
                  </a:lnTo>
                  <a:lnTo>
                    <a:pt x="23247" y="6990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6"/>
                  </a:lnTo>
                  <a:lnTo>
                    <a:pt x="23015" y="6295"/>
                  </a:lnTo>
                  <a:lnTo>
                    <a:pt x="23054" y="6179"/>
                  </a:lnTo>
                  <a:lnTo>
                    <a:pt x="23131" y="6102"/>
                  </a:lnTo>
                  <a:lnTo>
                    <a:pt x="23208" y="6024"/>
                  </a:lnTo>
                  <a:lnTo>
                    <a:pt x="23286" y="5947"/>
                  </a:lnTo>
                  <a:lnTo>
                    <a:pt x="23517" y="5870"/>
                  </a:lnTo>
                  <a:close/>
                  <a:moveTo>
                    <a:pt x="13246" y="6102"/>
                  </a:moveTo>
                  <a:lnTo>
                    <a:pt x="13477" y="6179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106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8" y="6797"/>
                  </a:lnTo>
                  <a:lnTo>
                    <a:pt x="12628" y="6681"/>
                  </a:lnTo>
                  <a:lnTo>
                    <a:pt x="12666" y="6526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60" y="6217"/>
                  </a:lnTo>
                  <a:lnTo>
                    <a:pt x="13014" y="6140"/>
                  </a:lnTo>
                  <a:lnTo>
                    <a:pt x="13130" y="6102"/>
                  </a:lnTo>
                  <a:close/>
                  <a:moveTo>
                    <a:pt x="22166" y="6565"/>
                  </a:moveTo>
                  <a:lnTo>
                    <a:pt x="22282" y="6604"/>
                  </a:lnTo>
                  <a:lnTo>
                    <a:pt x="22475" y="6719"/>
                  </a:lnTo>
                  <a:lnTo>
                    <a:pt x="22629" y="6874"/>
                  </a:lnTo>
                  <a:lnTo>
                    <a:pt x="22784" y="7028"/>
                  </a:lnTo>
                  <a:lnTo>
                    <a:pt x="22861" y="7067"/>
                  </a:lnTo>
                  <a:lnTo>
                    <a:pt x="22938" y="7067"/>
                  </a:lnTo>
                  <a:lnTo>
                    <a:pt x="22977" y="7106"/>
                  </a:lnTo>
                  <a:lnTo>
                    <a:pt x="22938" y="7144"/>
                  </a:lnTo>
                  <a:lnTo>
                    <a:pt x="22552" y="7221"/>
                  </a:lnTo>
                  <a:lnTo>
                    <a:pt x="22166" y="7260"/>
                  </a:lnTo>
                  <a:lnTo>
                    <a:pt x="21780" y="7221"/>
                  </a:lnTo>
                  <a:lnTo>
                    <a:pt x="21393" y="7106"/>
                  </a:lnTo>
                  <a:lnTo>
                    <a:pt x="21471" y="6913"/>
                  </a:lnTo>
                  <a:lnTo>
                    <a:pt x="21625" y="6758"/>
                  </a:lnTo>
                  <a:lnTo>
                    <a:pt x="21818" y="6604"/>
                  </a:lnTo>
                  <a:lnTo>
                    <a:pt x="22050" y="6565"/>
                  </a:lnTo>
                  <a:close/>
                  <a:moveTo>
                    <a:pt x="12280" y="7415"/>
                  </a:moveTo>
                  <a:lnTo>
                    <a:pt x="12473" y="7453"/>
                  </a:lnTo>
                  <a:lnTo>
                    <a:pt x="12126" y="7994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62" y="8110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40" y="7723"/>
                  </a:lnTo>
                  <a:lnTo>
                    <a:pt x="11817" y="7608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64" y="7415"/>
                  </a:lnTo>
                  <a:close/>
                  <a:moveTo>
                    <a:pt x="2240" y="9384"/>
                  </a:moveTo>
                  <a:lnTo>
                    <a:pt x="2356" y="9422"/>
                  </a:lnTo>
                  <a:lnTo>
                    <a:pt x="2472" y="9500"/>
                  </a:lnTo>
                  <a:lnTo>
                    <a:pt x="2549" y="9577"/>
                  </a:lnTo>
                  <a:lnTo>
                    <a:pt x="2627" y="9770"/>
                  </a:lnTo>
                  <a:lnTo>
                    <a:pt x="2627" y="9886"/>
                  </a:lnTo>
                  <a:lnTo>
                    <a:pt x="2627" y="10002"/>
                  </a:lnTo>
                  <a:lnTo>
                    <a:pt x="2125" y="9886"/>
                  </a:lnTo>
                  <a:lnTo>
                    <a:pt x="1661" y="9886"/>
                  </a:lnTo>
                  <a:lnTo>
                    <a:pt x="1700" y="9770"/>
                  </a:lnTo>
                  <a:lnTo>
                    <a:pt x="1738" y="9654"/>
                  </a:lnTo>
                  <a:lnTo>
                    <a:pt x="1816" y="9538"/>
                  </a:lnTo>
                  <a:lnTo>
                    <a:pt x="1893" y="9461"/>
                  </a:lnTo>
                  <a:lnTo>
                    <a:pt x="2009" y="9384"/>
                  </a:lnTo>
                  <a:close/>
                  <a:moveTo>
                    <a:pt x="11662" y="8998"/>
                  </a:moveTo>
                  <a:lnTo>
                    <a:pt x="11469" y="9500"/>
                  </a:lnTo>
                  <a:lnTo>
                    <a:pt x="11354" y="10040"/>
                  </a:lnTo>
                  <a:lnTo>
                    <a:pt x="11276" y="10272"/>
                  </a:lnTo>
                  <a:lnTo>
                    <a:pt x="11238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9" y="9693"/>
                  </a:lnTo>
                  <a:lnTo>
                    <a:pt x="10929" y="9577"/>
                  </a:lnTo>
                  <a:lnTo>
                    <a:pt x="10967" y="9461"/>
                  </a:lnTo>
                  <a:lnTo>
                    <a:pt x="11006" y="9345"/>
                  </a:lnTo>
                  <a:lnTo>
                    <a:pt x="11122" y="9152"/>
                  </a:lnTo>
                  <a:lnTo>
                    <a:pt x="11276" y="9075"/>
                  </a:lnTo>
                  <a:lnTo>
                    <a:pt x="11469" y="8998"/>
                  </a:lnTo>
                  <a:close/>
                  <a:moveTo>
                    <a:pt x="3785" y="9770"/>
                  </a:moveTo>
                  <a:lnTo>
                    <a:pt x="3901" y="9809"/>
                  </a:lnTo>
                  <a:lnTo>
                    <a:pt x="4017" y="9886"/>
                  </a:lnTo>
                  <a:lnTo>
                    <a:pt x="4094" y="10002"/>
                  </a:lnTo>
                  <a:lnTo>
                    <a:pt x="4133" y="10118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4" y="10542"/>
                  </a:lnTo>
                  <a:lnTo>
                    <a:pt x="4017" y="10658"/>
                  </a:lnTo>
                  <a:lnTo>
                    <a:pt x="3862" y="10542"/>
                  </a:lnTo>
                  <a:lnTo>
                    <a:pt x="3515" y="10349"/>
                  </a:lnTo>
                  <a:lnTo>
                    <a:pt x="3090" y="10156"/>
                  </a:lnTo>
                  <a:lnTo>
                    <a:pt x="3129" y="10040"/>
                  </a:lnTo>
                  <a:lnTo>
                    <a:pt x="3244" y="9924"/>
                  </a:lnTo>
                  <a:lnTo>
                    <a:pt x="3360" y="9847"/>
                  </a:lnTo>
                  <a:lnTo>
                    <a:pt x="3515" y="9770"/>
                  </a:lnTo>
                  <a:close/>
                  <a:moveTo>
                    <a:pt x="4943" y="10658"/>
                  </a:moveTo>
                  <a:lnTo>
                    <a:pt x="5021" y="10735"/>
                  </a:lnTo>
                  <a:lnTo>
                    <a:pt x="5098" y="10774"/>
                  </a:lnTo>
                  <a:lnTo>
                    <a:pt x="5137" y="10890"/>
                  </a:lnTo>
                  <a:lnTo>
                    <a:pt x="5175" y="11044"/>
                  </a:lnTo>
                  <a:lnTo>
                    <a:pt x="5137" y="11237"/>
                  </a:lnTo>
                  <a:lnTo>
                    <a:pt x="5098" y="11430"/>
                  </a:lnTo>
                  <a:lnTo>
                    <a:pt x="4403" y="10928"/>
                  </a:lnTo>
                  <a:lnTo>
                    <a:pt x="4441" y="10813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20"/>
                  </a:moveTo>
                  <a:lnTo>
                    <a:pt x="10967" y="11199"/>
                  </a:lnTo>
                  <a:lnTo>
                    <a:pt x="10736" y="11739"/>
                  </a:lnTo>
                  <a:lnTo>
                    <a:pt x="10658" y="11701"/>
                  </a:lnTo>
                  <a:lnTo>
                    <a:pt x="10504" y="11546"/>
                  </a:lnTo>
                  <a:lnTo>
                    <a:pt x="10427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3"/>
                  </a:lnTo>
                  <a:lnTo>
                    <a:pt x="10736" y="10697"/>
                  </a:lnTo>
                  <a:lnTo>
                    <a:pt x="10929" y="10620"/>
                  </a:lnTo>
                  <a:close/>
                  <a:moveTo>
                    <a:pt x="5986" y="11469"/>
                  </a:moveTo>
                  <a:lnTo>
                    <a:pt x="6063" y="11508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4" y="11778"/>
                  </a:lnTo>
                  <a:lnTo>
                    <a:pt x="6372" y="12010"/>
                  </a:lnTo>
                  <a:lnTo>
                    <a:pt x="6411" y="12241"/>
                  </a:lnTo>
                  <a:lnTo>
                    <a:pt x="6372" y="12473"/>
                  </a:lnTo>
                  <a:lnTo>
                    <a:pt x="5909" y="12087"/>
                  </a:lnTo>
                  <a:lnTo>
                    <a:pt x="5407" y="11701"/>
                  </a:lnTo>
                  <a:lnTo>
                    <a:pt x="5445" y="11624"/>
                  </a:lnTo>
                  <a:lnTo>
                    <a:pt x="5561" y="11546"/>
                  </a:lnTo>
                  <a:lnTo>
                    <a:pt x="5639" y="11508"/>
                  </a:lnTo>
                  <a:lnTo>
                    <a:pt x="5754" y="11469"/>
                  </a:lnTo>
                  <a:close/>
                  <a:moveTo>
                    <a:pt x="10543" y="12048"/>
                  </a:moveTo>
                  <a:lnTo>
                    <a:pt x="10388" y="12319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9" y="12241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3" y="12048"/>
                  </a:lnTo>
                  <a:close/>
                  <a:moveTo>
                    <a:pt x="7376" y="12512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40" y="12821"/>
                  </a:lnTo>
                  <a:lnTo>
                    <a:pt x="7878" y="13014"/>
                  </a:lnTo>
                  <a:lnTo>
                    <a:pt x="7878" y="13207"/>
                  </a:lnTo>
                  <a:lnTo>
                    <a:pt x="7840" y="13207"/>
                  </a:lnTo>
                  <a:lnTo>
                    <a:pt x="7338" y="13014"/>
                  </a:lnTo>
                  <a:lnTo>
                    <a:pt x="6836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2"/>
                  </a:lnTo>
                  <a:close/>
                  <a:moveTo>
                    <a:pt x="8844" y="12627"/>
                  </a:moveTo>
                  <a:lnTo>
                    <a:pt x="8959" y="12666"/>
                  </a:lnTo>
                  <a:lnTo>
                    <a:pt x="9114" y="12782"/>
                  </a:lnTo>
                  <a:lnTo>
                    <a:pt x="9191" y="12936"/>
                  </a:lnTo>
                  <a:lnTo>
                    <a:pt x="9230" y="13129"/>
                  </a:lnTo>
                  <a:lnTo>
                    <a:pt x="9268" y="13207"/>
                  </a:lnTo>
                  <a:lnTo>
                    <a:pt x="9037" y="13284"/>
                  </a:lnTo>
                  <a:lnTo>
                    <a:pt x="8805" y="13323"/>
                  </a:lnTo>
                  <a:lnTo>
                    <a:pt x="8573" y="13323"/>
                  </a:lnTo>
                  <a:lnTo>
                    <a:pt x="8303" y="13284"/>
                  </a:lnTo>
                  <a:lnTo>
                    <a:pt x="8303" y="13207"/>
                  </a:lnTo>
                  <a:lnTo>
                    <a:pt x="8342" y="13014"/>
                  </a:lnTo>
                  <a:lnTo>
                    <a:pt x="8419" y="12821"/>
                  </a:lnTo>
                  <a:lnTo>
                    <a:pt x="8573" y="12705"/>
                  </a:lnTo>
                  <a:lnTo>
                    <a:pt x="8650" y="12666"/>
                  </a:lnTo>
                  <a:lnTo>
                    <a:pt x="8766" y="12627"/>
                  </a:lnTo>
                  <a:close/>
                  <a:moveTo>
                    <a:pt x="22977" y="0"/>
                  </a:moveTo>
                  <a:lnTo>
                    <a:pt x="22899" y="39"/>
                  </a:lnTo>
                  <a:lnTo>
                    <a:pt x="22822" y="78"/>
                  </a:lnTo>
                  <a:lnTo>
                    <a:pt x="22784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822" y="425"/>
                  </a:lnTo>
                  <a:lnTo>
                    <a:pt x="22861" y="464"/>
                  </a:lnTo>
                  <a:lnTo>
                    <a:pt x="23015" y="657"/>
                  </a:lnTo>
                  <a:lnTo>
                    <a:pt x="22899" y="773"/>
                  </a:lnTo>
                  <a:lnTo>
                    <a:pt x="22784" y="966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61" y="2279"/>
                  </a:lnTo>
                  <a:lnTo>
                    <a:pt x="23054" y="2395"/>
                  </a:lnTo>
                  <a:lnTo>
                    <a:pt x="23247" y="2510"/>
                  </a:lnTo>
                  <a:lnTo>
                    <a:pt x="23479" y="2510"/>
                  </a:lnTo>
                  <a:lnTo>
                    <a:pt x="23401" y="2704"/>
                  </a:lnTo>
                  <a:lnTo>
                    <a:pt x="23363" y="2897"/>
                  </a:lnTo>
                  <a:lnTo>
                    <a:pt x="23324" y="3090"/>
                  </a:lnTo>
                  <a:lnTo>
                    <a:pt x="23363" y="3283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901"/>
                  </a:lnTo>
                  <a:lnTo>
                    <a:pt x="23981" y="4016"/>
                  </a:lnTo>
                  <a:lnTo>
                    <a:pt x="23749" y="4209"/>
                  </a:lnTo>
                  <a:lnTo>
                    <a:pt x="23556" y="4480"/>
                  </a:lnTo>
                  <a:lnTo>
                    <a:pt x="23479" y="4750"/>
                  </a:lnTo>
                  <a:lnTo>
                    <a:pt x="23440" y="4905"/>
                  </a:lnTo>
                  <a:lnTo>
                    <a:pt x="23440" y="5020"/>
                  </a:lnTo>
                  <a:lnTo>
                    <a:pt x="23517" y="5291"/>
                  </a:lnTo>
                  <a:lnTo>
                    <a:pt x="23633" y="5484"/>
                  </a:lnTo>
                  <a:lnTo>
                    <a:pt x="23401" y="5522"/>
                  </a:lnTo>
                  <a:lnTo>
                    <a:pt x="23170" y="5561"/>
                  </a:lnTo>
                  <a:lnTo>
                    <a:pt x="22977" y="5715"/>
                  </a:lnTo>
                  <a:lnTo>
                    <a:pt x="22784" y="5870"/>
                  </a:lnTo>
                  <a:lnTo>
                    <a:pt x="22706" y="6102"/>
                  </a:lnTo>
                  <a:lnTo>
                    <a:pt x="22629" y="6372"/>
                  </a:lnTo>
                  <a:lnTo>
                    <a:pt x="22475" y="6295"/>
                  </a:lnTo>
                  <a:lnTo>
                    <a:pt x="22320" y="6256"/>
                  </a:lnTo>
                  <a:lnTo>
                    <a:pt x="22166" y="6217"/>
                  </a:lnTo>
                  <a:lnTo>
                    <a:pt x="21973" y="6217"/>
                  </a:lnTo>
                  <a:lnTo>
                    <a:pt x="21741" y="6295"/>
                  </a:lnTo>
                  <a:lnTo>
                    <a:pt x="21509" y="6411"/>
                  </a:lnTo>
                  <a:lnTo>
                    <a:pt x="21355" y="6565"/>
                  </a:lnTo>
                  <a:lnTo>
                    <a:pt x="21200" y="6797"/>
                  </a:lnTo>
                  <a:lnTo>
                    <a:pt x="21123" y="6449"/>
                  </a:lnTo>
                  <a:lnTo>
                    <a:pt x="20969" y="6140"/>
                  </a:lnTo>
                  <a:lnTo>
                    <a:pt x="20853" y="6024"/>
                  </a:lnTo>
                  <a:lnTo>
                    <a:pt x="20737" y="5909"/>
                  </a:lnTo>
                  <a:lnTo>
                    <a:pt x="20582" y="5831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80" y="5793"/>
                  </a:lnTo>
                  <a:lnTo>
                    <a:pt x="19887" y="5870"/>
                  </a:lnTo>
                  <a:lnTo>
                    <a:pt x="19772" y="5947"/>
                  </a:lnTo>
                  <a:lnTo>
                    <a:pt x="19733" y="5715"/>
                  </a:lnTo>
                  <a:lnTo>
                    <a:pt x="19617" y="5484"/>
                  </a:lnTo>
                  <a:lnTo>
                    <a:pt x="19463" y="5329"/>
                  </a:lnTo>
                  <a:lnTo>
                    <a:pt x="19385" y="5252"/>
                  </a:lnTo>
                  <a:lnTo>
                    <a:pt x="19270" y="5175"/>
                  </a:lnTo>
                  <a:lnTo>
                    <a:pt x="19038" y="5136"/>
                  </a:lnTo>
                  <a:lnTo>
                    <a:pt x="18845" y="5175"/>
                  </a:lnTo>
                  <a:lnTo>
                    <a:pt x="18652" y="5291"/>
                  </a:lnTo>
                  <a:lnTo>
                    <a:pt x="18497" y="5407"/>
                  </a:lnTo>
                  <a:lnTo>
                    <a:pt x="18459" y="5252"/>
                  </a:lnTo>
                  <a:lnTo>
                    <a:pt x="18420" y="5136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3" y="4673"/>
                  </a:lnTo>
                  <a:lnTo>
                    <a:pt x="17957" y="4596"/>
                  </a:lnTo>
                  <a:lnTo>
                    <a:pt x="17802" y="4557"/>
                  </a:lnTo>
                  <a:lnTo>
                    <a:pt x="17648" y="4518"/>
                  </a:lnTo>
                  <a:lnTo>
                    <a:pt x="17493" y="4557"/>
                  </a:lnTo>
                  <a:lnTo>
                    <a:pt x="17377" y="4596"/>
                  </a:lnTo>
                  <a:lnTo>
                    <a:pt x="17262" y="4634"/>
                  </a:lnTo>
                  <a:lnTo>
                    <a:pt x="17146" y="4750"/>
                  </a:lnTo>
                  <a:lnTo>
                    <a:pt x="17030" y="4827"/>
                  </a:lnTo>
                  <a:lnTo>
                    <a:pt x="16875" y="5098"/>
                  </a:lnTo>
                  <a:lnTo>
                    <a:pt x="16760" y="4943"/>
                  </a:lnTo>
                  <a:lnTo>
                    <a:pt x="16605" y="4789"/>
                  </a:lnTo>
                  <a:lnTo>
                    <a:pt x="16451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9" y="4673"/>
                  </a:lnTo>
                  <a:lnTo>
                    <a:pt x="15794" y="4750"/>
                  </a:lnTo>
                  <a:lnTo>
                    <a:pt x="15640" y="4866"/>
                  </a:lnTo>
                  <a:lnTo>
                    <a:pt x="15524" y="4982"/>
                  </a:lnTo>
                  <a:lnTo>
                    <a:pt x="15447" y="5136"/>
                  </a:lnTo>
                  <a:lnTo>
                    <a:pt x="15408" y="5329"/>
                  </a:lnTo>
                  <a:lnTo>
                    <a:pt x="15408" y="5484"/>
                  </a:lnTo>
                  <a:lnTo>
                    <a:pt x="15447" y="5561"/>
                  </a:lnTo>
                  <a:lnTo>
                    <a:pt x="15408" y="5561"/>
                  </a:lnTo>
                  <a:lnTo>
                    <a:pt x="15331" y="5368"/>
                  </a:lnTo>
                  <a:lnTo>
                    <a:pt x="15176" y="5175"/>
                  </a:lnTo>
                  <a:lnTo>
                    <a:pt x="15022" y="5059"/>
                  </a:lnTo>
                  <a:lnTo>
                    <a:pt x="14829" y="4982"/>
                  </a:lnTo>
                  <a:lnTo>
                    <a:pt x="14636" y="4943"/>
                  </a:lnTo>
                  <a:lnTo>
                    <a:pt x="14443" y="4982"/>
                  </a:lnTo>
                  <a:lnTo>
                    <a:pt x="14288" y="5020"/>
                  </a:lnTo>
                  <a:lnTo>
                    <a:pt x="14134" y="5098"/>
                  </a:lnTo>
                  <a:lnTo>
                    <a:pt x="14057" y="5175"/>
                  </a:lnTo>
                  <a:lnTo>
                    <a:pt x="13941" y="5291"/>
                  </a:lnTo>
                  <a:lnTo>
                    <a:pt x="13825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5"/>
                  </a:lnTo>
                  <a:lnTo>
                    <a:pt x="13168" y="5715"/>
                  </a:lnTo>
                  <a:lnTo>
                    <a:pt x="12937" y="5754"/>
                  </a:lnTo>
                  <a:lnTo>
                    <a:pt x="12744" y="5831"/>
                  </a:lnTo>
                  <a:lnTo>
                    <a:pt x="12589" y="5947"/>
                  </a:lnTo>
                  <a:lnTo>
                    <a:pt x="12512" y="6063"/>
                  </a:lnTo>
                  <a:lnTo>
                    <a:pt x="12435" y="6217"/>
                  </a:lnTo>
                  <a:lnTo>
                    <a:pt x="12358" y="6372"/>
                  </a:lnTo>
                  <a:lnTo>
                    <a:pt x="12358" y="6526"/>
                  </a:lnTo>
                  <a:lnTo>
                    <a:pt x="12358" y="6681"/>
                  </a:lnTo>
                  <a:lnTo>
                    <a:pt x="12358" y="6835"/>
                  </a:lnTo>
                  <a:lnTo>
                    <a:pt x="12435" y="6990"/>
                  </a:lnTo>
                  <a:lnTo>
                    <a:pt x="12164" y="7028"/>
                  </a:lnTo>
                  <a:lnTo>
                    <a:pt x="11894" y="7106"/>
                  </a:lnTo>
                  <a:lnTo>
                    <a:pt x="11662" y="7221"/>
                  </a:lnTo>
                  <a:lnTo>
                    <a:pt x="11508" y="7415"/>
                  </a:lnTo>
                  <a:lnTo>
                    <a:pt x="11392" y="7530"/>
                  </a:lnTo>
                  <a:lnTo>
                    <a:pt x="11354" y="7685"/>
                  </a:lnTo>
                  <a:lnTo>
                    <a:pt x="11315" y="7839"/>
                  </a:lnTo>
                  <a:lnTo>
                    <a:pt x="11276" y="7994"/>
                  </a:lnTo>
                  <a:lnTo>
                    <a:pt x="11315" y="8148"/>
                  </a:lnTo>
                  <a:lnTo>
                    <a:pt x="11354" y="8303"/>
                  </a:lnTo>
                  <a:lnTo>
                    <a:pt x="11392" y="8457"/>
                  </a:lnTo>
                  <a:lnTo>
                    <a:pt x="11469" y="8612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58" y="9229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2" y="10233"/>
                  </a:lnTo>
                  <a:lnTo>
                    <a:pt x="10620" y="10311"/>
                  </a:lnTo>
                  <a:lnTo>
                    <a:pt x="10427" y="10426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79" y="11006"/>
                  </a:lnTo>
                  <a:lnTo>
                    <a:pt x="10041" y="11237"/>
                  </a:lnTo>
                  <a:lnTo>
                    <a:pt x="10079" y="11469"/>
                  </a:lnTo>
                  <a:lnTo>
                    <a:pt x="10195" y="11701"/>
                  </a:lnTo>
                  <a:lnTo>
                    <a:pt x="9925" y="11739"/>
                  </a:lnTo>
                  <a:lnTo>
                    <a:pt x="9693" y="11855"/>
                  </a:lnTo>
                  <a:lnTo>
                    <a:pt x="9500" y="12010"/>
                  </a:lnTo>
                  <a:lnTo>
                    <a:pt x="9423" y="12087"/>
                  </a:lnTo>
                  <a:lnTo>
                    <a:pt x="9384" y="12203"/>
                  </a:lnTo>
                  <a:lnTo>
                    <a:pt x="9346" y="12319"/>
                  </a:lnTo>
                  <a:lnTo>
                    <a:pt x="9307" y="12473"/>
                  </a:lnTo>
                  <a:lnTo>
                    <a:pt x="9191" y="12396"/>
                  </a:lnTo>
                  <a:lnTo>
                    <a:pt x="9037" y="12319"/>
                  </a:lnTo>
                  <a:lnTo>
                    <a:pt x="8882" y="12280"/>
                  </a:lnTo>
                  <a:lnTo>
                    <a:pt x="8728" y="12280"/>
                  </a:lnTo>
                  <a:lnTo>
                    <a:pt x="8535" y="12357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10" y="12550"/>
                  </a:lnTo>
                  <a:lnTo>
                    <a:pt x="7994" y="12434"/>
                  </a:lnTo>
                  <a:lnTo>
                    <a:pt x="7878" y="12319"/>
                  </a:lnTo>
                  <a:lnTo>
                    <a:pt x="7724" y="12241"/>
                  </a:lnTo>
                  <a:lnTo>
                    <a:pt x="7492" y="12164"/>
                  </a:lnTo>
                  <a:lnTo>
                    <a:pt x="7222" y="12203"/>
                  </a:lnTo>
                  <a:lnTo>
                    <a:pt x="6990" y="12280"/>
                  </a:lnTo>
                  <a:lnTo>
                    <a:pt x="6797" y="12434"/>
                  </a:lnTo>
                  <a:lnTo>
                    <a:pt x="6797" y="12048"/>
                  </a:lnTo>
                  <a:lnTo>
                    <a:pt x="6758" y="11894"/>
                  </a:lnTo>
                  <a:lnTo>
                    <a:pt x="6681" y="11701"/>
                  </a:lnTo>
                  <a:lnTo>
                    <a:pt x="6604" y="11546"/>
                  </a:lnTo>
                  <a:lnTo>
                    <a:pt x="6527" y="11430"/>
                  </a:lnTo>
                  <a:lnTo>
                    <a:pt x="6372" y="11315"/>
                  </a:lnTo>
                  <a:lnTo>
                    <a:pt x="6218" y="11199"/>
                  </a:lnTo>
                  <a:lnTo>
                    <a:pt x="6063" y="11160"/>
                  </a:lnTo>
                  <a:lnTo>
                    <a:pt x="5716" y="11160"/>
                  </a:lnTo>
                  <a:lnTo>
                    <a:pt x="5523" y="11237"/>
                  </a:lnTo>
                  <a:lnTo>
                    <a:pt x="5523" y="10967"/>
                  </a:lnTo>
                  <a:lnTo>
                    <a:pt x="5445" y="10735"/>
                  </a:lnTo>
                  <a:lnTo>
                    <a:pt x="5330" y="10504"/>
                  </a:lnTo>
                  <a:lnTo>
                    <a:pt x="5214" y="10426"/>
                  </a:lnTo>
                  <a:lnTo>
                    <a:pt x="5098" y="10388"/>
                  </a:lnTo>
                  <a:lnTo>
                    <a:pt x="4943" y="10311"/>
                  </a:lnTo>
                  <a:lnTo>
                    <a:pt x="4828" y="10311"/>
                  </a:lnTo>
                  <a:lnTo>
                    <a:pt x="4673" y="10349"/>
                  </a:lnTo>
                  <a:lnTo>
                    <a:pt x="4519" y="10388"/>
                  </a:lnTo>
                  <a:lnTo>
                    <a:pt x="4519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10" y="9577"/>
                  </a:lnTo>
                  <a:lnTo>
                    <a:pt x="4055" y="9500"/>
                  </a:lnTo>
                  <a:lnTo>
                    <a:pt x="3901" y="9461"/>
                  </a:lnTo>
                  <a:lnTo>
                    <a:pt x="3746" y="9422"/>
                  </a:lnTo>
                  <a:lnTo>
                    <a:pt x="3592" y="9422"/>
                  </a:lnTo>
                  <a:lnTo>
                    <a:pt x="3399" y="9461"/>
                  </a:lnTo>
                  <a:lnTo>
                    <a:pt x="3283" y="9538"/>
                  </a:lnTo>
                  <a:lnTo>
                    <a:pt x="3129" y="9616"/>
                  </a:lnTo>
                  <a:lnTo>
                    <a:pt x="3013" y="9770"/>
                  </a:lnTo>
                  <a:lnTo>
                    <a:pt x="2974" y="9616"/>
                  </a:lnTo>
                  <a:lnTo>
                    <a:pt x="2897" y="9461"/>
                  </a:lnTo>
                  <a:lnTo>
                    <a:pt x="2781" y="9268"/>
                  </a:lnTo>
                  <a:lnTo>
                    <a:pt x="2627" y="9152"/>
                  </a:lnTo>
                  <a:lnTo>
                    <a:pt x="2433" y="9036"/>
                  </a:lnTo>
                  <a:lnTo>
                    <a:pt x="2240" y="8998"/>
                  </a:lnTo>
                  <a:lnTo>
                    <a:pt x="2047" y="9036"/>
                  </a:lnTo>
                  <a:lnTo>
                    <a:pt x="1854" y="9114"/>
                  </a:lnTo>
                  <a:lnTo>
                    <a:pt x="1700" y="9191"/>
                  </a:lnTo>
                  <a:lnTo>
                    <a:pt x="1545" y="9345"/>
                  </a:lnTo>
                  <a:lnTo>
                    <a:pt x="1430" y="9538"/>
                  </a:lnTo>
                  <a:lnTo>
                    <a:pt x="1391" y="9731"/>
                  </a:lnTo>
                  <a:lnTo>
                    <a:pt x="1352" y="9924"/>
                  </a:lnTo>
                  <a:lnTo>
                    <a:pt x="1121" y="9963"/>
                  </a:lnTo>
                  <a:lnTo>
                    <a:pt x="928" y="10040"/>
                  </a:lnTo>
                  <a:lnTo>
                    <a:pt x="696" y="10156"/>
                  </a:lnTo>
                  <a:lnTo>
                    <a:pt x="503" y="10311"/>
                  </a:lnTo>
                  <a:lnTo>
                    <a:pt x="387" y="10426"/>
                  </a:lnTo>
                  <a:lnTo>
                    <a:pt x="271" y="10581"/>
                  </a:lnTo>
                  <a:lnTo>
                    <a:pt x="117" y="10890"/>
                  </a:lnTo>
                  <a:lnTo>
                    <a:pt x="1" y="11237"/>
                  </a:lnTo>
                  <a:lnTo>
                    <a:pt x="1" y="11585"/>
                  </a:lnTo>
                  <a:lnTo>
                    <a:pt x="78" y="11932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9" y="12821"/>
                  </a:lnTo>
                  <a:lnTo>
                    <a:pt x="812" y="12936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086" y="13129"/>
                  </a:lnTo>
                  <a:lnTo>
                    <a:pt x="2472" y="12975"/>
                  </a:lnTo>
                  <a:lnTo>
                    <a:pt x="2820" y="12782"/>
                  </a:lnTo>
                  <a:lnTo>
                    <a:pt x="3129" y="12550"/>
                  </a:lnTo>
                  <a:lnTo>
                    <a:pt x="3360" y="12241"/>
                  </a:lnTo>
                  <a:lnTo>
                    <a:pt x="3592" y="12010"/>
                  </a:lnTo>
                  <a:lnTo>
                    <a:pt x="3553" y="11932"/>
                  </a:lnTo>
                  <a:lnTo>
                    <a:pt x="3515" y="11817"/>
                  </a:lnTo>
                  <a:lnTo>
                    <a:pt x="3437" y="11778"/>
                  </a:lnTo>
                  <a:lnTo>
                    <a:pt x="3322" y="11739"/>
                  </a:lnTo>
                  <a:lnTo>
                    <a:pt x="3283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20" y="12241"/>
                  </a:lnTo>
                  <a:lnTo>
                    <a:pt x="2588" y="12434"/>
                  </a:lnTo>
                  <a:lnTo>
                    <a:pt x="2318" y="12589"/>
                  </a:lnTo>
                  <a:lnTo>
                    <a:pt x="2047" y="12666"/>
                  </a:lnTo>
                  <a:lnTo>
                    <a:pt x="1738" y="12705"/>
                  </a:lnTo>
                  <a:lnTo>
                    <a:pt x="1430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2" y="12357"/>
                  </a:lnTo>
                  <a:lnTo>
                    <a:pt x="696" y="12203"/>
                  </a:lnTo>
                  <a:lnTo>
                    <a:pt x="619" y="12048"/>
                  </a:lnTo>
                  <a:lnTo>
                    <a:pt x="541" y="11894"/>
                  </a:lnTo>
                  <a:lnTo>
                    <a:pt x="503" y="11739"/>
                  </a:lnTo>
                  <a:lnTo>
                    <a:pt x="503" y="11546"/>
                  </a:lnTo>
                  <a:lnTo>
                    <a:pt x="503" y="11392"/>
                  </a:lnTo>
                  <a:lnTo>
                    <a:pt x="541" y="11199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9" y="10620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30" y="10388"/>
                  </a:lnTo>
                  <a:lnTo>
                    <a:pt x="1738" y="10349"/>
                  </a:lnTo>
                  <a:lnTo>
                    <a:pt x="2009" y="10349"/>
                  </a:lnTo>
                  <a:lnTo>
                    <a:pt x="2318" y="10388"/>
                  </a:lnTo>
                  <a:lnTo>
                    <a:pt x="2588" y="10426"/>
                  </a:lnTo>
                  <a:lnTo>
                    <a:pt x="2858" y="10542"/>
                  </a:lnTo>
                  <a:lnTo>
                    <a:pt x="3129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5" y="11662"/>
                  </a:lnTo>
                  <a:lnTo>
                    <a:pt x="5523" y="12396"/>
                  </a:lnTo>
                  <a:lnTo>
                    <a:pt x="5870" y="12705"/>
                  </a:lnTo>
                  <a:lnTo>
                    <a:pt x="6256" y="12975"/>
                  </a:lnTo>
                  <a:lnTo>
                    <a:pt x="6681" y="13207"/>
                  </a:lnTo>
                  <a:lnTo>
                    <a:pt x="7106" y="13438"/>
                  </a:lnTo>
                  <a:lnTo>
                    <a:pt x="7531" y="13593"/>
                  </a:lnTo>
                  <a:lnTo>
                    <a:pt x="7994" y="13747"/>
                  </a:lnTo>
                  <a:lnTo>
                    <a:pt x="8457" y="13786"/>
                  </a:lnTo>
                  <a:lnTo>
                    <a:pt x="8921" y="13786"/>
                  </a:lnTo>
                  <a:lnTo>
                    <a:pt x="9346" y="13709"/>
                  </a:lnTo>
                  <a:lnTo>
                    <a:pt x="9732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9" y="12473"/>
                  </a:lnTo>
                  <a:lnTo>
                    <a:pt x="11122" y="12126"/>
                  </a:lnTo>
                  <a:lnTo>
                    <a:pt x="11315" y="11739"/>
                  </a:lnTo>
                  <a:lnTo>
                    <a:pt x="11508" y="11237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6" y="9114"/>
                  </a:lnTo>
                  <a:lnTo>
                    <a:pt x="12358" y="8612"/>
                  </a:lnTo>
                  <a:lnTo>
                    <a:pt x="12589" y="8110"/>
                  </a:lnTo>
                  <a:lnTo>
                    <a:pt x="12937" y="7646"/>
                  </a:lnTo>
                  <a:lnTo>
                    <a:pt x="13284" y="7299"/>
                  </a:lnTo>
                  <a:lnTo>
                    <a:pt x="13632" y="6990"/>
                  </a:lnTo>
                  <a:lnTo>
                    <a:pt x="14018" y="6719"/>
                  </a:lnTo>
                  <a:lnTo>
                    <a:pt x="14443" y="6449"/>
                  </a:lnTo>
                  <a:lnTo>
                    <a:pt x="14906" y="6256"/>
                  </a:lnTo>
                  <a:lnTo>
                    <a:pt x="15369" y="6102"/>
                  </a:lnTo>
                  <a:lnTo>
                    <a:pt x="15833" y="5986"/>
                  </a:lnTo>
                  <a:lnTo>
                    <a:pt x="16296" y="5947"/>
                  </a:lnTo>
                  <a:lnTo>
                    <a:pt x="16605" y="5909"/>
                  </a:lnTo>
                  <a:lnTo>
                    <a:pt x="16914" y="5909"/>
                  </a:lnTo>
                  <a:lnTo>
                    <a:pt x="17455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4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2"/>
                  </a:lnTo>
                  <a:lnTo>
                    <a:pt x="21316" y="7646"/>
                  </a:lnTo>
                  <a:lnTo>
                    <a:pt x="21741" y="7723"/>
                  </a:lnTo>
                  <a:lnTo>
                    <a:pt x="22166" y="7762"/>
                  </a:lnTo>
                  <a:lnTo>
                    <a:pt x="22590" y="7723"/>
                  </a:lnTo>
                  <a:lnTo>
                    <a:pt x="22977" y="7646"/>
                  </a:lnTo>
                  <a:lnTo>
                    <a:pt x="23363" y="7530"/>
                  </a:lnTo>
                  <a:lnTo>
                    <a:pt x="23710" y="7299"/>
                  </a:lnTo>
                  <a:lnTo>
                    <a:pt x="24058" y="6990"/>
                  </a:lnTo>
                  <a:lnTo>
                    <a:pt x="24367" y="6642"/>
                  </a:lnTo>
                  <a:lnTo>
                    <a:pt x="24598" y="6295"/>
                  </a:lnTo>
                  <a:lnTo>
                    <a:pt x="24753" y="5909"/>
                  </a:lnTo>
                  <a:lnTo>
                    <a:pt x="24869" y="5484"/>
                  </a:lnTo>
                  <a:lnTo>
                    <a:pt x="24985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6" y="3746"/>
                  </a:lnTo>
                  <a:lnTo>
                    <a:pt x="24869" y="3283"/>
                  </a:lnTo>
                  <a:lnTo>
                    <a:pt x="24791" y="2858"/>
                  </a:lnTo>
                  <a:lnTo>
                    <a:pt x="24637" y="2395"/>
                  </a:lnTo>
                  <a:lnTo>
                    <a:pt x="24444" y="1970"/>
                  </a:lnTo>
                  <a:lnTo>
                    <a:pt x="24251" y="1584"/>
                  </a:lnTo>
                  <a:lnTo>
                    <a:pt x="24058" y="1198"/>
                  </a:lnTo>
                  <a:lnTo>
                    <a:pt x="23788" y="811"/>
                  </a:lnTo>
                  <a:lnTo>
                    <a:pt x="23942" y="387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70" y="78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7" name="Google Shape;1707;p7"/>
            <p:cNvSpPr/>
            <p:nvPr/>
          </p:nvSpPr>
          <p:spPr>
            <a:xfrm>
              <a:off x="5082350" y="438710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1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9"/>
                  </a:lnTo>
                  <a:lnTo>
                    <a:pt x="4364" y="1120"/>
                  </a:lnTo>
                  <a:lnTo>
                    <a:pt x="4634" y="1429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3" y="2433"/>
                  </a:lnTo>
                  <a:lnTo>
                    <a:pt x="5368" y="2819"/>
                  </a:lnTo>
                  <a:lnTo>
                    <a:pt x="5484" y="3206"/>
                  </a:lnTo>
                  <a:lnTo>
                    <a:pt x="5522" y="3592"/>
                  </a:lnTo>
                  <a:lnTo>
                    <a:pt x="5600" y="3978"/>
                  </a:lnTo>
                  <a:lnTo>
                    <a:pt x="5600" y="4403"/>
                  </a:lnTo>
                  <a:lnTo>
                    <a:pt x="5561" y="4789"/>
                  </a:lnTo>
                  <a:lnTo>
                    <a:pt x="5522" y="5214"/>
                  </a:lnTo>
                  <a:lnTo>
                    <a:pt x="5445" y="5600"/>
                  </a:lnTo>
                  <a:lnTo>
                    <a:pt x="5329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6"/>
                  </a:lnTo>
                  <a:lnTo>
                    <a:pt x="4209" y="8032"/>
                  </a:lnTo>
                  <a:lnTo>
                    <a:pt x="3939" y="8380"/>
                  </a:lnTo>
                  <a:lnTo>
                    <a:pt x="3630" y="8728"/>
                  </a:lnTo>
                  <a:lnTo>
                    <a:pt x="3283" y="9036"/>
                  </a:lnTo>
                  <a:lnTo>
                    <a:pt x="2935" y="9307"/>
                  </a:lnTo>
                  <a:lnTo>
                    <a:pt x="2549" y="9577"/>
                  </a:lnTo>
                  <a:lnTo>
                    <a:pt x="2163" y="9809"/>
                  </a:lnTo>
                  <a:lnTo>
                    <a:pt x="1738" y="10040"/>
                  </a:lnTo>
                  <a:lnTo>
                    <a:pt x="1313" y="10234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0" y="10658"/>
                  </a:lnTo>
                  <a:lnTo>
                    <a:pt x="78" y="11044"/>
                  </a:lnTo>
                  <a:lnTo>
                    <a:pt x="618" y="10967"/>
                  </a:lnTo>
                  <a:lnTo>
                    <a:pt x="1120" y="10813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0" y="10195"/>
                  </a:lnTo>
                  <a:lnTo>
                    <a:pt x="2974" y="9925"/>
                  </a:lnTo>
                  <a:lnTo>
                    <a:pt x="3399" y="9616"/>
                  </a:lnTo>
                  <a:lnTo>
                    <a:pt x="3785" y="9268"/>
                  </a:lnTo>
                  <a:lnTo>
                    <a:pt x="4171" y="8921"/>
                  </a:lnTo>
                  <a:lnTo>
                    <a:pt x="4480" y="8534"/>
                  </a:lnTo>
                  <a:lnTo>
                    <a:pt x="4827" y="8110"/>
                  </a:lnTo>
                  <a:lnTo>
                    <a:pt x="5098" y="7685"/>
                  </a:lnTo>
                  <a:lnTo>
                    <a:pt x="5368" y="7222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8" y="5793"/>
                  </a:lnTo>
                  <a:lnTo>
                    <a:pt x="6024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4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6" y="1314"/>
                  </a:lnTo>
                  <a:lnTo>
                    <a:pt x="4904" y="1005"/>
                  </a:lnTo>
                  <a:lnTo>
                    <a:pt x="4596" y="696"/>
                  </a:lnTo>
                  <a:lnTo>
                    <a:pt x="4287" y="425"/>
                  </a:lnTo>
                  <a:lnTo>
                    <a:pt x="3939" y="194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8" name="Google Shape;1708;p7"/>
            <p:cNvSpPr/>
            <p:nvPr/>
          </p:nvSpPr>
          <p:spPr>
            <a:xfrm>
              <a:off x="5492625" y="4412200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1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1"/>
                  </a:lnTo>
                  <a:lnTo>
                    <a:pt x="3862" y="503"/>
                  </a:lnTo>
                  <a:lnTo>
                    <a:pt x="3322" y="773"/>
                  </a:lnTo>
                  <a:lnTo>
                    <a:pt x="2781" y="1082"/>
                  </a:lnTo>
                  <a:lnTo>
                    <a:pt x="2279" y="1429"/>
                  </a:lnTo>
                  <a:lnTo>
                    <a:pt x="1816" y="1854"/>
                  </a:lnTo>
                  <a:lnTo>
                    <a:pt x="1429" y="2279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3" y="3746"/>
                  </a:lnTo>
                  <a:lnTo>
                    <a:pt x="271" y="4248"/>
                  </a:lnTo>
                  <a:lnTo>
                    <a:pt x="117" y="4789"/>
                  </a:lnTo>
                  <a:lnTo>
                    <a:pt x="1" y="5368"/>
                  </a:lnTo>
                  <a:lnTo>
                    <a:pt x="348" y="5407"/>
                  </a:lnTo>
                  <a:lnTo>
                    <a:pt x="464" y="4982"/>
                  </a:lnTo>
                  <a:lnTo>
                    <a:pt x="580" y="4596"/>
                  </a:lnTo>
                  <a:lnTo>
                    <a:pt x="812" y="3978"/>
                  </a:lnTo>
                  <a:lnTo>
                    <a:pt x="1121" y="3399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7"/>
                  </a:lnTo>
                  <a:lnTo>
                    <a:pt x="3399" y="1159"/>
                  </a:lnTo>
                  <a:lnTo>
                    <a:pt x="3978" y="889"/>
                  </a:lnTo>
                  <a:lnTo>
                    <a:pt x="4635" y="657"/>
                  </a:lnTo>
                  <a:lnTo>
                    <a:pt x="5252" y="464"/>
                  </a:lnTo>
                  <a:lnTo>
                    <a:pt x="5909" y="387"/>
                  </a:lnTo>
                  <a:lnTo>
                    <a:pt x="6565" y="387"/>
                  </a:lnTo>
                  <a:lnTo>
                    <a:pt x="7222" y="464"/>
                  </a:lnTo>
                  <a:lnTo>
                    <a:pt x="7878" y="580"/>
                  </a:lnTo>
                  <a:lnTo>
                    <a:pt x="8496" y="812"/>
                  </a:lnTo>
                  <a:lnTo>
                    <a:pt x="9114" y="1082"/>
                  </a:lnTo>
                  <a:lnTo>
                    <a:pt x="9423" y="1275"/>
                  </a:lnTo>
                  <a:lnTo>
                    <a:pt x="9732" y="1507"/>
                  </a:lnTo>
                  <a:lnTo>
                    <a:pt x="10041" y="1700"/>
                  </a:lnTo>
                  <a:lnTo>
                    <a:pt x="10311" y="1931"/>
                  </a:lnTo>
                  <a:lnTo>
                    <a:pt x="10774" y="2472"/>
                  </a:lnTo>
                  <a:lnTo>
                    <a:pt x="11199" y="3013"/>
                  </a:lnTo>
                  <a:lnTo>
                    <a:pt x="11547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5" y="5638"/>
                  </a:lnTo>
                  <a:lnTo>
                    <a:pt x="12628" y="6218"/>
                  </a:lnTo>
                  <a:lnTo>
                    <a:pt x="12859" y="6797"/>
                  </a:lnTo>
                  <a:lnTo>
                    <a:pt x="13130" y="7376"/>
                  </a:lnTo>
                  <a:lnTo>
                    <a:pt x="13439" y="7955"/>
                  </a:lnTo>
                  <a:lnTo>
                    <a:pt x="13825" y="8496"/>
                  </a:lnTo>
                  <a:lnTo>
                    <a:pt x="14250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500"/>
                  </a:lnTo>
                  <a:lnTo>
                    <a:pt x="15292" y="9654"/>
                  </a:lnTo>
                  <a:lnTo>
                    <a:pt x="15756" y="9809"/>
                  </a:lnTo>
                  <a:lnTo>
                    <a:pt x="16219" y="9886"/>
                  </a:lnTo>
                  <a:lnTo>
                    <a:pt x="16721" y="9886"/>
                  </a:lnTo>
                  <a:lnTo>
                    <a:pt x="17184" y="9809"/>
                  </a:lnTo>
                  <a:lnTo>
                    <a:pt x="17609" y="9616"/>
                  </a:lnTo>
                  <a:lnTo>
                    <a:pt x="17841" y="9500"/>
                  </a:lnTo>
                  <a:lnTo>
                    <a:pt x="18034" y="9384"/>
                  </a:lnTo>
                  <a:lnTo>
                    <a:pt x="18188" y="9230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2" y="8612"/>
                  </a:lnTo>
                  <a:lnTo>
                    <a:pt x="18652" y="8534"/>
                  </a:lnTo>
                  <a:lnTo>
                    <a:pt x="18652" y="8457"/>
                  </a:lnTo>
                  <a:lnTo>
                    <a:pt x="18652" y="8380"/>
                  </a:lnTo>
                  <a:lnTo>
                    <a:pt x="18652" y="8341"/>
                  </a:lnTo>
                  <a:lnTo>
                    <a:pt x="18304" y="8341"/>
                  </a:lnTo>
                  <a:lnTo>
                    <a:pt x="18266" y="8419"/>
                  </a:lnTo>
                  <a:lnTo>
                    <a:pt x="18072" y="8728"/>
                  </a:lnTo>
                  <a:lnTo>
                    <a:pt x="17802" y="8998"/>
                  </a:lnTo>
                  <a:lnTo>
                    <a:pt x="17493" y="9191"/>
                  </a:lnTo>
                  <a:lnTo>
                    <a:pt x="17184" y="9345"/>
                  </a:lnTo>
                  <a:lnTo>
                    <a:pt x="16837" y="9423"/>
                  </a:lnTo>
                  <a:lnTo>
                    <a:pt x="16451" y="9461"/>
                  </a:lnTo>
                  <a:lnTo>
                    <a:pt x="16103" y="9423"/>
                  </a:lnTo>
                  <a:lnTo>
                    <a:pt x="15717" y="9345"/>
                  </a:lnTo>
                  <a:lnTo>
                    <a:pt x="15369" y="9191"/>
                  </a:lnTo>
                  <a:lnTo>
                    <a:pt x="15022" y="8998"/>
                  </a:lnTo>
                  <a:lnTo>
                    <a:pt x="14713" y="8766"/>
                  </a:lnTo>
                  <a:lnTo>
                    <a:pt x="14404" y="8496"/>
                  </a:lnTo>
                  <a:lnTo>
                    <a:pt x="14172" y="8187"/>
                  </a:lnTo>
                  <a:lnTo>
                    <a:pt x="13941" y="7839"/>
                  </a:lnTo>
                  <a:lnTo>
                    <a:pt x="13709" y="7530"/>
                  </a:lnTo>
                  <a:lnTo>
                    <a:pt x="13555" y="7183"/>
                  </a:lnTo>
                  <a:lnTo>
                    <a:pt x="13246" y="6526"/>
                  </a:lnTo>
                  <a:lnTo>
                    <a:pt x="12975" y="5831"/>
                  </a:lnTo>
                  <a:lnTo>
                    <a:pt x="12473" y="4480"/>
                  </a:lnTo>
                  <a:lnTo>
                    <a:pt x="12164" y="3823"/>
                  </a:lnTo>
                  <a:lnTo>
                    <a:pt x="11855" y="3206"/>
                  </a:lnTo>
                  <a:lnTo>
                    <a:pt x="11469" y="2588"/>
                  </a:lnTo>
                  <a:lnTo>
                    <a:pt x="11238" y="2279"/>
                  </a:lnTo>
                  <a:lnTo>
                    <a:pt x="11006" y="2009"/>
                  </a:lnTo>
                  <a:lnTo>
                    <a:pt x="10543" y="1584"/>
                  </a:lnTo>
                  <a:lnTo>
                    <a:pt x="10079" y="1198"/>
                  </a:lnTo>
                  <a:lnTo>
                    <a:pt x="9577" y="850"/>
                  </a:lnTo>
                  <a:lnTo>
                    <a:pt x="9037" y="580"/>
                  </a:lnTo>
                  <a:lnTo>
                    <a:pt x="8496" y="348"/>
                  </a:lnTo>
                  <a:lnTo>
                    <a:pt x="7917" y="194"/>
                  </a:lnTo>
                  <a:lnTo>
                    <a:pt x="7338" y="78"/>
                  </a:lnTo>
                  <a:lnTo>
                    <a:pt x="67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9" name="Google Shape;1709;p7"/>
            <p:cNvSpPr/>
            <p:nvPr/>
          </p:nvSpPr>
          <p:spPr>
            <a:xfrm>
              <a:off x="3907500" y="4422825"/>
              <a:ext cx="353350" cy="159300"/>
            </a:xfrm>
            <a:custGeom>
              <a:avLst/>
              <a:gdLst/>
              <a:ahLst/>
              <a:cxnLst/>
              <a:rect l="l" t="t" r="r" b="b"/>
              <a:pathLst>
                <a:path w="14134" h="6372" extrusionOk="0">
                  <a:moveTo>
                    <a:pt x="11160" y="464"/>
                  </a:moveTo>
                  <a:lnTo>
                    <a:pt x="11623" y="502"/>
                  </a:lnTo>
                  <a:lnTo>
                    <a:pt x="12048" y="541"/>
                  </a:lnTo>
                  <a:lnTo>
                    <a:pt x="12434" y="657"/>
                  </a:lnTo>
                  <a:lnTo>
                    <a:pt x="12627" y="734"/>
                  </a:lnTo>
                  <a:lnTo>
                    <a:pt x="12743" y="811"/>
                  </a:lnTo>
                  <a:lnTo>
                    <a:pt x="12859" y="966"/>
                  </a:lnTo>
                  <a:lnTo>
                    <a:pt x="12936" y="1082"/>
                  </a:lnTo>
                  <a:lnTo>
                    <a:pt x="12975" y="1313"/>
                  </a:lnTo>
                  <a:lnTo>
                    <a:pt x="12975" y="1506"/>
                  </a:lnTo>
                  <a:lnTo>
                    <a:pt x="12936" y="1699"/>
                  </a:lnTo>
                  <a:lnTo>
                    <a:pt x="12820" y="1892"/>
                  </a:lnTo>
                  <a:lnTo>
                    <a:pt x="12704" y="2086"/>
                  </a:lnTo>
                  <a:lnTo>
                    <a:pt x="12589" y="2240"/>
                  </a:lnTo>
                  <a:lnTo>
                    <a:pt x="12241" y="2472"/>
                  </a:lnTo>
                  <a:lnTo>
                    <a:pt x="11816" y="2742"/>
                  </a:lnTo>
                  <a:lnTo>
                    <a:pt x="11391" y="2935"/>
                  </a:lnTo>
                  <a:lnTo>
                    <a:pt x="10658" y="3205"/>
                  </a:lnTo>
                  <a:lnTo>
                    <a:pt x="9924" y="3437"/>
                  </a:lnTo>
                  <a:lnTo>
                    <a:pt x="9152" y="3707"/>
                  </a:lnTo>
                  <a:lnTo>
                    <a:pt x="8380" y="3900"/>
                  </a:lnTo>
                  <a:lnTo>
                    <a:pt x="7607" y="4094"/>
                  </a:lnTo>
                  <a:lnTo>
                    <a:pt x="6796" y="4287"/>
                  </a:lnTo>
                  <a:lnTo>
                    <a:pt x="5908" y="4441"/>
                  </a:lnTo>
                  <a:lnTo>
                    <a:pt x="5020" y="4596"/>
                  </a:lnTo>
                  <a:lnTo>
                    <a:pt x="4132" y="4711"/>
                  </a:lnTo>
                  <a:lnTo>
                    <a:pt x="3244" y="4789"/>
                  </a:lnTo>
                  <a:lnTo>
                    <a:pt x="2201" y="4789"/>
                  </a:lnTo>
                  <a:lnTo>
                    <a:pt x="1854" y="4750"/>
                  </a:lnTo>
                  <a:lnTo>
                    <a:pt x="1506" y="4673"/>
                  </a:lnTo>
                  <a:lnTo>
                    <a:pt x="1197" y="4557"/>
                  </a:lnTo>
                  <a:lnTo>
                    <a:pt x="888" y="4441"/>
                  </a:lnTo>
                  <a:lnTo>
                    <a:pt x="579" y="4248"/>
                  </a:lnTo>
                  <a:lnTo>
                    <a:pt x="657" y="4171"/>
                  </a:lnTo>
                  <a:lnTo>
                    <a:pt x="695" y="4055"/>
                  </a:lnTo>
                  <a:lnTo>
                    <a:pt x="695" y="3939"/>
                  </a:lnTo>
                  <a:lnTo>
                    <a:pt x="734" y="3823"/>
                  </a:lnTo>
                  <a:lnTo>
                    <a:pt x="850" y="3630"/>
                  </a:lnTo>
                  <a:lnTo>
                    <a:pt x="1081" y="3437"/>
                  </a:lnTo>
                  <a:lnTo>
                    <a:pt x="1313" y="3244"/>
                  </a:lnTo>
                  <a:lnTo>
                    <a:pt x="1854" y="2935"/>
                  </a:lnTo>
                  <a:lnTo>
                    <a:pt x="2278" y="2703"/>
                  </a:lnTo>
                  <a:lnTo>
                    <a:pt x="3012" y="2356"/>
                  </a:lnTo>
                  <a:lnTo>
                    <a:pt x="3707" y="2008"/>
                  </a:lnTo>
                  <a:lnTo>
                    <a:pt x="4479" y="1699"/>
                  </a:lnTo>
                  <a:lnTo>
                    <a:pt x="5252" y="1429"/>
                  </a:lnTo>
                  <a:lnTo>
                    <a:pt x="6024" y="1197"/>
                  </a:lnTo>
                  <a:lnTo>
                    <a:pt x="6835" y="1004"/>
                  </a:lnTo>
                  <a:lnTo>
                    <a:pt x="7607" y="811"/>
                  </a:lnTo>
                  <a:lnTo>
                    <a:pt x="8418" y="695"/>
                  </a:lnTo>
                  <a:lnTo>
                    <a:pt x="9229" y="580"/>
                  </a:lnTo>
                  <a:lnTo>
                    <a:pt x="10040" y="541"/>
                  </a:lnTo>
                  <a:lnTo>
                    <a:pt x="10735" y="502"/>
                  </a:lnTo>
                  <a:lnTo>
                    <a:pt x="11160" y="464"/>
                  </a:lnTo>
                  <a:close/>
                  <a:moveTo>
                    <a:pt x="13477" y="1120"/>
                  </a:moveTo>
                  <a:lnTo>
                    <a:pt x="13631" y="1313"/>
                  </a:lnTo>
                  <a:lnTo>
                    <a:pt x="13708" y="1506"/>
                  </a:lnTo>
                  <a:lnTo>
                    <a:pt x="13747" y="1738"/>
                  </a:lnTo>
                  <a:lnTo>
                    <a:pt x="13708" y="2008"/>
                  </a:lnTo>
                  <a:lnTo>
                    <a:pt x="13631" y="2240"/>
                  </a:lnTo>
                  <a:lnTo>
                    <a:pt x="13515" y="2472"/>
                  </a:lnTo>
                  <a:lnTo>
                    <a:pt x="13399" y="2703"/>
                  </a:lnTo>
                  <a:lnTo>
                    <a:pt x="13206" y="2896"/>
                  </a:lnTo>
                  <a:lnTo>
                    <a:pt x="12859" y="3205"/>
                  </a:lnTo>
                  <a:lnTo>
                    <a:pt x="12473" y="3437"/>
                  </a:lnTo>
                  <a:lnTo>
                    <a:pt x="12048" y="3669"/>
                  </a:lnTo>
                  <a:lnTo>
                    <a:pt x="11623" y="3900"/>
                  </a:lnTo>
                  <a:lnTo>
                    <a:pt x="10658" y="4287"/>
                  </a:lnTo>
                  <a:lnTo>
                    <a:pt x="9731" y="4634"/>
                  </a:lnTo>
                  <a:lnTo>
                    <a:pt x="8766" y="4904"/>
                  </a:lnTo>
                  <a:lnTo>
                    <a:pt x="7762" y="5175"/>
                  </a:lnTo>
                  <a:lnTo>
                    <a:pt x="6758" y="5406"/>
                  </a:lnTo>
                  <a:lnTo>
                    <a:pt x="5754" y="5600"/>
                  </a:lnTo>
                  <a:lnTo>
                    <a:pt x="4711" y="5793"/>
                  </a:lnTo>
                  <a:lnTo>
                    <a:pt x="3707" y="5908"/>
                  </a:lnTo>
                  <a:lnTo>
                    <a:pt x="2780" y="5986"/>
                  </a:lnTo>
                  <a:lnTo>
                    <a:pt x="2278" y="5986"/>
                  </a:lnTo>
                  <a:lnTo>
                    <a:pt x="1815" y="5947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8"/>
                  </a:lnTo>
                  <a:lnTo>
                    <a:pt x="695" y="5484"/>
                  </a:lnTo>
                  <a:lnTo>
                    <a:pt x="502" y="5252"/>
                  </a:lnTo>
                  <a:lnTo>
                    <a:pt x="348" y="5020"/>
                  </a:lnTo>
                  <a:lnTo>
                    <a:pt x="309" y="4866"/>
                  </a:lnTo>
                  <a:lnTo>
                    <a:pt x="309" y="4750"/>
                  </a:lnTo>
                  <a:lnTo>
                    <a:pt x="309" y="4596"/>
                  </a:lnTo>
                  <a:lnTo>
                    <a:pt x="348" y="4441"/>
                  </a:lnTo>
                  <a:lnTo>
                    <a:pt x="541" y="4673"/>
                  </a:lnTo>
                  <a:lnTo>
                    <a:pt x="811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2" y="5213"/>
                  </a:lnTo>
                  <a:lnTo>
                    <a:pt x="1931" y="5252"/>
                  </a:lnTo>
                  <a:lnTo>
                    <a:pt x="2587" y="5329"/>
                  </a:lnTo>
                  <a:lnTo>
                    <a:pt x="3244" y="5291"/>
                  </a:lnTo>
                  <a:lnTo>
                    <a:pt x="3939" y="5252"/>
                  </a:lnTo>
                  <a:lnTo>
                    <a:pt x="5136" y="5059"/>
                  </a:lnTo>
                  <a:lnTo>
                    <a:pt x="6912" y="4789"/>
                  </a:lnTo>
                  <a:lnTo>
                    <a:pt x="7839" y="4596"/>
                  </a:lnTo>
                  <a:lnTo>
                    <a:pt x="8727" y="4402"/>
                  </a:lnTo>
                  <a:lnTo>
                    <a:pt x="9615" y="4132"/>
                  </a:lnTo>
                  <a:lnTo>
                    <a:pt x="10503" y="3862"/>
                  </a:lnTo>
                  <a:lnTo>
                    <a:pt x="11353" y="3514"/>
                  </a:lnTo>
                  <a:lnTo>
                    <a:pt x="12164" y="3128"/>
                  </a:lnTo>
                  <a:lnTo>
                    <a:pt x="12434" y="2974"/>
                  </a:lnTo>
                  <a:lnTo>
                    <a:pt x="12704" y="2819"/>
                  </a:lnTo>
                  <a:lnTo>
                    <a:pt x="12936" y="2588"/>
                  </a:lnTo>
                  <a:lnTo>
                    <a:pt x="13129" y="2394"/>
                  </a:lnTo>
                  <a:lnTo>
                    <a:pt x="13322" y="2124"/>
                  </a:lnTo>
                  <a:lnTo>
                    <a:pt x="13438" y="1854"/>
                  </a:lnTo>
                  <a:lnTo>
                    <a:pt x="13515" y="1584"/>
                  </a:lnTo>
                  <a:lnTo>
                    <a:pt x="13515" y="1236"/>
                  </a:lnTo>
                  <a:lnTo>
                    <a:pt x="13477" y="1120"/>
                  </a:lnTo>
                  <a:close/>
                  <a:moveTo>
                    <a:pt x="10658" y="0"/>
                  </a:moveTo>
                  <a:lnTo>
                    <a:pt x="9886" y="39"/>
                  </a:lnTo>
                  <a:lnTo>
                    <a:pt x="9113" y="116"/>
                  </a:lnTo>
                  <a:lnTo>
                    <a:pt x="8302" y="232"/>
                  </a:lnTo>
                  <a:lnTo>
                    <a:pt x="7530" y="348"/>
                  </a:lnTo>
                  <a:lnTo>
                    <a:pt x="6719" y="541"/>
                  </a:lnTo>
                  <a:lnTo>
                    <a:pt x="5908" y="734"/>
                  </a:lnTo>
                  <a:lnTo>
                    <a:pt x="5020" y="1004"/>
                  </a:lnTo>
                  <a:lnTo>
                    <a:pt x="4132" y="1352"/>
                  </a:lnTo>
                  <a:lnTo>
                    <a:pt x="3244" y="1699"/>
                  </a:lnTo>
                  <a:lnTo>
                    <a:pt x="2394" y="2124"/>
                  </a:lnTo>
                  <a:lnTo>
                    <a:pt x="1776" y="2433"/>
                  </a:lnTo>
                  <a:lnTo>
                    <a:pt x="1390" y="2626"/>
                  </a:lnTo>
                  <a:lnTo>
                    <a:pt x="1043" y="2858"/>
                  </a:lnTo>
                  <a:lnTo>
                    <a:pt x="695" y="3090"/>
                  </a:lnTo>
                  <a:lnTo>
                    <a:pt x="463" y="3398"/>
                  </a:lnTo>
                  <a:lnTo>
                    <a:pt x="348" y="3553"/>
                  </a:lnTo>
                  <a:lnTo>
                    <a:pt x="270" y="3707"/>
                  </a:lnTo>
                  <a:lnTo>
                    <a:pt x="232" y="3862"/>
                  </a:lnTo>
                  <a:lnTo>
                    <a:pt x="232" y="4055"/>
                  </a:lnTo>
                  <a:lnTo>
                    <a:pt x="193" y="4132"/>
                  </a:lnTo>
                  <a:lnTo>
                    <a:pt x="193" y="4171"/>
                  </a:lnTo>
                  <a:lnTo>
                    <a:pt x="116" y="4325"/>
                  </a:lnTo>
                  <a:lnTo>
                    <a:pt x="39" y="4480"/>
                  </a:lnTo>
                  <a:lnTo>
                    <a:pt x="0" y="4634"/>
                  </a:lnTo>
                  <a:lnTo>
                    <a:pt x="0" y="4789"/>
                  </a:lnTo>
                  <a:lnTo>
                    <a:pt x="39" y="5136"/>
                  </a:lnTo>
                  <a:lnTo>
                    <a:pt x="193" y="5445"/>
                  </a:lnTo>
                  <a:lnTo>
                    <a:pt x="348" y="5638"/>
                  </a:lnTo>
                  <a:lnTo>
                    <a:pt x="502" y="5831"/>
                  </a:lnTo>
                  <a:lnTo>
                    <a:pt x="695" y="5947"/>
                  </a:lnTo>
                  <a:lnTo>
                    <a:pt x="927" y="6063"/>
                  </a:lnTo>
                  <a:lnTo>
                    <a:pt x="965" y="6256"/>
                  </a:lnTo>
                  <a:lnTo>
                    <a:pt x="1274" y="6179"/>
                  </a:lnTo>
                  <a:lnTo>
                    <a:pt x="1313" y="6217"/>
                  </a:lnTo>
                  <a:lnTo>
                    <a:pt x="1313" y="6256"/>
                  </a:lnTo>
                  <a:lnTo>
                    <a:pt x="1352" y="6295"/>
                  </a:lnTo>
                  <a:lnTo>
                    <a:pt x="1467" y="6256"/>
                  </a:lnTo>
                  <a:lnTo>
                    <a:pt x="1815" y="6295"/>
                  </a:lnTo>
                  <a:lnTo>
                    <a:pt x="2394" y="6333"/>
                  </a:lnTo>
                  <a:lnTo>
                    <a:pt x="3012" y="6372"/>
                  </a:lnTo>
                  <a:lnTo>
                    <a:pt x="3591" y="6333"/>
                  </a:lnTo>
                  <a:lnTo>
                    <a:pt x="4171" y="6295"/>
                  </a:lnTo>
                  <a:lnTo>
                    <a:pt x="5368" y="6101"/>
                  </a:lnTo>
                  <a:lnTo>
                    <a:pt x="6565" y="5870"/>
                  </a:lnTo>
                  <a:lnTo>
                    <a:pt x="6758" y="5831"/>
                  </a:lnTo>
                  <a:lnTo>
                    <a:pt x="7993" y="5522"/>
                  </a:lnTo>
                  <a:lnTo>
                    <a:pt x="9036" y="5252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5" y="4132"/>
                  </a:lnTo>
                  <a:lnTo>
                    <a:pt x="12125" y="4248"/>
                  </a:lnTo>
                  <a:lnTo>
                    <a:pt x="12395" y="4287"/>
                  </a:lnTo>
                  <a:lnTo>
                    <a:pt x="12782" y="4711"/>
                  </a:lnTo>
                  <a:lnTo>
                    <a:pt x="13013" y="4518"/>
                  </a:lnTo>
                  <a:lnTo>
                    <a:pt x="12434" y="3939"/>
                  </a:lnTo>
                  <a:lnTo>
                    <a:pt x="12897" y="3669"/>
                  </a:lnTo>
                  <a:lnTo>
                    <a:pt x="13361" y="3321"/>
                  </a:lnTo>
                  <a:lnTo>
                    <a:pt x="13631" y="3051"/>
                  </a:lnTo>
                  <a:lnTo>
                    <a:pt x="13824" y="2703"/>
                  </a:lnTo>
                  <a:lnTo>
                    <a:pt x="14133" y="2626"/>
                  </a:lnTo>
                  <a:lnTo>
                    <a:pt x="14017" y="2317"/>
                  </a:lnTo>
                  <a:lnTo>
                    <a:pt x="14095" y="2008"/>
                  </a:lnTo>
                  <a:lnTo>
                    <a:pt x="14133" y="1738"/>
                  </a:lnTo>
                  <a:lnTo>
                    <a:pt x="14095" y="1468"/>
                  </a:lnTo>
                  <a:lnTo>
                    <a:pt x="14017" y="1236"/>
                  </a:lnTo>
                  <a:lnTo>
                    <a:pt x="13901" y="1004"/>
                  </a:lnTo>
                  <a:lnTo>
                    <a:pt x="13747" y="811"/>
                  </a:lnTo>
                  <a:lnTo>
                    <a:pt x="13477" y="618"/>
                  </a:lnTo>
                  <a:lnTo>
                    <a:pt x="13168" y="502"/>
                  </a:lnTo>
                  <a:lnTo>
                    <a:pt x="13091" y="502"/>
                  </a:lnTo>
                  <a:lnTo>
                    <a:pt x="12897" y="387"/>
                  </a:lnTo>
                  <a:lnTo>
                    <a:pt x="12666" y="271"/>
                  </a:lnTo>
                  <a:lnTo>
                    <a:pt x="12434" y="155"/>
                  </a:lnTo>
                  <a:lnTo>
                    <a:pt x="12202" y="116"/>
                  </a:lnTo>
                  <a:lnTo>
                    <a:pt x="11816" y="39"/>
                  </a:lnTo>
                  <a:lnTo>
                    <a:pt x="1143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0" name="Google Shape;1710;p7"/>
            <p:cNvSpPr/>
            <p:nvPr/>
          </p:nvSpPr>
          <p:spPr>
            <a:xfrm>
              <a:off x="299900" y="4449850"/>
              <a:ext cx="375550" cy="386175"/>
            </a:xfrm>
            <a:custGeom>
              <a:avLst/>
              <a:gdLst/>
              <a:ahLst/>
              <a:cxnLst/>
              <a:rect l="l" t="t" r="r" b="b"/>
              <a:pathLst>
                <a:path w="15022" h="15447" extrusionOk="0">
                  <a:moveTo>
                    <a:pt x="8032" y="503"/>
                  </a:moveTo>
                  <a:lnTo>
                    <a:pt x="8611" y="580"/>
                  </a:lnTo>
                  <a:lnTo>
                    <a:pt x="9152" y="696"/>
                  </a:lnTo>
                  <a:lnTo>
                    <a:pt x="9693" y="850"/>
                  </a:lnTo>
                  <a:lnTo>
                    <a:pt x="10195" y="1005"/>
                  </a:lnTo>
                  <a:lnTo>
                    <a:pt x="10697" y="1236"/>
                  </a:lnTo>
                  <a:lnTo>
                    <a:pt x="11160" y="1507"/>
                  </a:lnTo>
                  <a:lnTo>
                    <a:pt x="11623" y="1815"/>
                  </a:lnTo>
                  <a:lnTo>
                    <a:pt x="10813" y="2163"/>
                  </a:lnTo>
                  <a:lnTo>
                    <a:pt x="10079" y="2588"/>
                  </a:lnTo>
                  <a:lnTo>
                    <a:pt x="9307" y="3090"/>
                  </a:lnTo>
                  <a:lnTo>
                    <a:pt x="8611" y="3592"/>
                  </a:lnTo>
                  <a:lnTo>
                    <a:pt x="7955" y="4171"/>
                  </a:lnTo>
                  <a:lnTo>
                    <a:pt x="7299" y="4789"/>
                  </a:lnTo>
                  <a:lnTo>
                    <a:pt x="6719" y="5445"/>
                  </a:lnTo>
                  <a:lnTo>
                    <a:pt x="6140" y="6140"/>
                  </a:lnTo>
                  <a:lnTo>
                    <a:pt x="5638" y="6835"/>
                  </a:lnTo>
                  <a:lnTo>
                    <a:pt x="5213" y="7608"/>
                  </a:lnTo>
                  <a:lnTo>
                    <a:pt x="4789" y="8380"/>
                  </a:lnTo>
                  <a:lnTo>
                    <a:pt x="4480" y="9191"/>
                  </a:lnTo>
                  <a:lnTo>
                    <a:pt x="4171" y="10040"/>
                  </a:lnTo>
                  <a:lnTo>
                    <a:pt x="3978" y="10890"/>
                  </a:lnTo>
                  <a:lnTo>
                    <a:pt x="3823" y="11739"/>
                  </a:lnTo>
                  <a:lnTo>
                    <a:pt x="3746" y="12628"/>
                  </a:lnTo>
                  <a:lnTo>
                    <a:pt x="3592" y="12666"/>
                  </a:lnTo>
                  <a:lnTo>
                    <a:pt x="3283" y="11817"/>
                  </a:lnTo>
                  <a:lnTo>
                    <a:pt x="3051" y="11006"/>
                  </a:lnTo>
                  <a:lnTo>
                    <a:pt x="2858" y="10195"/>
                  </a:lnTo>
                  <a:lnTo>
                    <a:pt x="2703" y="9345"/>
                  </a:lnTo>
                  <a:lnTo>
                    <a:pt x="2588" y="8496"/>
                  </a:lnTo>
                  <a:lnTo>
                    <a:pt x="2549" y="7646"/>
                  </a:lnTo>
                  <a:lnTo>
                    <a:pt x="2588" y="6797"/>
                  </a:lnTo>
                  <a:lnTo>
                    <a:pt x="2703" y="5909"/>
                  </a:lnTo>
                  <a:lnTo>
                    <a:pt x="2858" y="5214"/>
                  </a:lnTo>
                  <a:lnTo>
                    <a:pt x="3051" y="4480"/>
                  </a:lnTo>
                  <a:lnTo>
                    <a:pt x="3321" y="3823"/>
                  </a:lnTo>
                  <a:lnTo>
                    <a:pt x="3669" y="3167"/>
                  </a:lnTo>
                  <a:lnTo>
                    <a:pt x="4016" y="2549"/>
                  </a:lnTo>
                  <a:lnTo>
                    <a:pt x="4441" y="1970"/>
                  </a:lnTo>
                  <a:lnTo>
                    <a:pt x="4904" y="1391"/>
                  </a:lnTo>
                  <a:lnTo>
                    <a:pt x="5406" y="850"/>
                  </a:lnTo>
                  <a:lnTo>
                    <a:pt x="5908" y="696"/>
                  </a:lnTo>
                  <a:lnTo>
                    <a:pt x="6410" y="618"/>
                  </a:lnTo>
                  <a:lnTo>
                    <a:pt x="6951" y="541"/>
                  </a:lnTo>
                  <a:lnTo>
                    <a:pt x="7492" y="503"/>
                  </a:lnTo>
                  <a:close/>
                  <a:moveTo>
                    <a:pt x="11971" y="2086"/>
                  </a:moveTo>
                  <a:lnTo>
                    <a:pt x="12357" y="2433"/>
                  </a:lnTo>
                  <a:lnTo>
                    <a:pt x="12705" y="2781"/>
                  </a:lnTo>
                  <a:lnTo>
                    <a:pt x="13052" y="3206"/>
                  </a:lnTo>
                  <a:lnTo>
                    <a:pt x="13322" y="3630"/>
                  </a:lnTo>
                  <a:lnTo>
                    <a:pt x="13593" y="4094"/>
                  </a:lnTo>
                  <a:lnTo>
                    <a:pt x="13863" y="4557"/>
                  </a:lnTo>
                  <a:lnTo>
                    <a:pt x="14056" y="5059"/>
                  </a:lnTo>
                  <a:lnTo>
                    <a:pt x="14211" y="5600"/>
                  </a:lnTo>
                  <a:lnTo>
                    <a:pt x="14326" y="6102"/>
                  </a:lnTo>
                  <a:lnTo>
                    <a:pt x="14442" y="6604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64" y="6951"/>
                  </a:lnTo>
                  <a:lnTo>
                    <a:pt x="11392" y="7144"/>
                  </a:lnTo>
                  <a:lnTo>
                    <a:pt x="10658" y="7376"/>
                  </a:lnTo>
                  <a:lnTo>
                    <a:pt x="9963" y="7685"/>
                  </a:lnTo>
                  <a:lnTo>
                    <a:pt x="9229" y="8032"/>
                  </a:lnTo>
                  <a:lnTo>
                    <a:pt x="8534" y="8419"/>
                  </a:lnTo>
                  <a:lnTo>
                    <a:pt x="7878" y="8843"/>
                  </a:lnTo>
                  <a:lnTo>
                    <a:pt x="7260" y="9268"/>
                  </a:lnTo>
                  <a:lnTo>
                    <a:pt x="6642" y="9770"/>
                  </a:lnTo>
                  <a:lnTo>
                    <a:pt x="6102" y="10311"/>
                  </a:lnTo>
                  <a:lnTo>
                    <a:pt x="5561" y="10890"/>
                  </a:lnTo>
                  <a:lnTo>
                    <a:pt x="5098" y="11469"/>
                  </a:lnTo>
                  <a:lnTo>
                    <a:pt x="4634" y="12126"/>
                  </a:lnTo>
                  <a:lnTo>
                    <a:pt x="4248" y="12782"/>
                  </a:lnTo>
                  <a:lnTo>
                    <a:pt x="4132" y="12705"/>
                  </a:lnTo>
                  <a:lnTo>
                    <a:pt x="3978" y="12666"/>
                  </a:lnTo>
                  <a:lnTo>
                    <a:pt x="4094" y="11778"/>
                  </a:lnTo>
                  <a:lnTo>
                    <a:pt x="4325" y="10929"/>
                  </a:lnTo>
                  <a:lnTo>
                    <a:pt x="4557" y="10079"/>
                  </a:lnTo>
                  <a:lnTo>
                    <a:pt x="4866" y="9268"/>
                  </a:lnTo>
                  <a:lnTo>
                    <a:pt x="5213" y="8496"/>
                  </a:lnTo>
                  <a:lnTo>
                    <a:pt x="5600" y="7724"/>
                  </a:lnTo>
                  <a:lnTo>
                    <a:pt x="6024" y="6990"/>
                  </a:lnTo>
                  <a:lnTo>
                    <a:pt x="6526" y="6256"/>
                  </a:lnTo>
                  <a:lnTo>
                    <a:pt x="7067" y="5600"/>
                  </a:lnTo>
                  <a:lnTo>
                    <a:pt x="7607" y="4943"/>
                  </a:lnTo>
                  <a:lnTo>
                    <a:pt x="8225" y="4364"/>
                  </a:lnTo>
                  <a:lnTo>
                    <a:pt x="8920" y="3823"/>
                  </a:lnTo>
                  <a:lnTo>
                    <a:pt x="9615" y="3321"/>
                  </a:lnTo>
                  <a:lnTo>
                    <a:pt x="10349" y="2858"/>
                  </a:lnTo>
                  <a:lnTo>
                    <a:pt x="11121" y="2433"/>
                  </a:lnTo>
                  <a:lnTo>
                    <a:pt x="11971" y="2086"/>
                  </a:lnTo>
                  <a:close/>
                  <a:moveTo>
                    <a:pt x="14481" y="6990"/>
                  </a:moveTo>
                  <a:lnTo>
                    <a:pt x="14481" y="7839"/>
                  </a:lnTo>
                  <a:lnTo>
                    <a:pt x="14442" y="8689"/>
                  </a:lnTo>
                  <a:lnTo>
                    <a:pt x="14288" y="9538"/>
                  </a:lnTo>
                  <a:lnTo>
                    <a:pt x="14172" y="9925"/>
                  </a:lnTo>
                  <a:lnTo>
                    <a:pt x="14056" y="10349"/>
                  </a:lnTo>
                  <a:lnTo>
                    <a:pt x="13902" y="10735"/>
                  </a:lnTo>
                  <a:lnTo>
                    <a:pt x="13709" y="11122"/>
                  </a:lnTo>
                  <a:lnTo>
                    <a:pt x="13516" y="11508"/>
                  </a:lnTo>
                  <a:lnTo>
                    <a:pt x="13284" y="11894"/>
                  </a:lnTo>
                  <a:lnTo>
                    <a:pt x="13052" y="12241"/>
                  </a:lnTo>
                  <a:lnTo>
                    <a:pt x="12782" y="12550"/>
                  </a:lnTo>
                  <a:lnTo>
                    <a:pt x="12512" y="12898"/>
                  </a:lnTo>
                  <a:lnTo>
                    <a:pt x="12203" y="13207"/>
                  </a:lnTo>
                  <a:lnTo>
                    <a:pt x="11971" y="13014"/>
                  </a:lnTo>
                  <a:lnTo>
                    <a:pt x="11701" y="12898"/>
                  </a:lnTo>
                  <a:lnTo>
                    <a:pt x="11121" y="12743"/>
                  </a:lnTo>
                  <a:lnTo>
                    <a:pt x="10542" y="12628"/>
                  </a:lnTo>
                  <a:lnTo>
                    <a:pt x="10002" y="12550"/>
                  </a:lnTo>
                  <a:lnTo>
                    <a:pt x="9422" y="12473"/>
                  </a:lnTo>
                  <a:lnTo>
                    <a:pt x="8843" y="12435"/>
                  </a:lnTo>
                  <a:lnTo>
                    <a:pt x="8303" y="12435"/>
                  </a:lnTo>
                  <a:lnTo>
                    <a:pt x="7762" y="12473"/>
                  </a:lnTo>
                  <a:lnTo>
                    <a:pt x="7221" y="12550"/>
                  </a:lnTo>
                  <a:lnTo>
                    <a:pt x="6719" y="12666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23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01"/>
                  </a:lnTo>
                  <a:lnTo>
                    <a:pt x="5870" y="11160"/>
                  </a:lnTo>
                  <a:lnTo>
                    <a:pt x="6410" y="10620"/>
                  </a:lnTo>
                  <a:lnTo>
                    <a:pt x="6990" y="10118"/>
                  </a:lnTo>
                  <a:lnTo>
                    <a:pt x="7569" y="9616"/>
                  </a:lnTo>
                  <a:lnTo>
                    <a:pt x="8148" y="9191"/>
                  </a:lnTo>
                  <a:lnTo>
                    <a:pt x="8766" y="8805"/>
                  </a:lnTo>
                  <a:lnTo>
                    <a:pt x="9422" y="8419"/>
                  </a:lnTo>
                  <a:lnTo>
                    <a:pt x="10079" y="8110"/>
                  </a:lnTo>
                  <a:lnTo>
                    <a:pt x="10735" y="7801"/>
                  </a:lnTo>
                  <a:lnTo>
                    <a:pt x="11469" y="7569"/>
                  </a:lnTo>
                  <a:lnTo>
                    <a:pt x="12164" y="7337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6"/>
                  </a:moveTo>
                  <a:lnTo>
                    <a:pt x="4055" y="1815"/>
                  </a:lnTo>
                  <a:lnTo>
                    <a:pt x="3630" y="2433"/>
                  </a:lnTo>
                  <a:lnTo>
                    <a:pt x="3244" y="3090"/>
                  </a:lnTo>
                  <a:lnTo>
                    <a:pt x="2935" y="3785"/>
                  </a:lnTo>
                  <a:lnTo>
                    <a:pt x="2665" y="4519"/>
                  </a:lnTo>
                  <a:lnTo>
                    <a:pt x="2472" y="5252"/>
                  </a:lnTo>
                  <a:lnTo>
                    <a:pt x="2317" y="6024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1"/>
                  </a:lnTo>
                  <a:lnTo>
                    <a:pt x="2279" y="9114"/>
                  </a:lnTo>
                  <a:lnTo>
                    <a:pt x="2394" y="9847"/>
                  </a:lnTo>
                  <a:lnTo>
                    <a:pt x="2549" y="10620"/>
                  </a:lnTo>
                  <a:lnTo>
                    <a:pt x="2781" y="11353"/>
                  </a:lnTo>
                  <a:lnTo>
                    <a:pt x="3012" y="12048"/>
                  </a:lnTo>
                  <a:lnTo>
                    <a:pt x="3321" y="12743"/>
                  </a:lnTo>
                  <a:lnTo>
                    <a:pt x="3128" y="12859"/>
                  </a:lnTo>
                  <a:lnTo>
                    <a:pt x="2935" y="13014"/>
                  </a:lnTo>
                  <a:lnTo>
                    <a:pt x="2819" y="13207"/>
                  </a:lnTo>
                  <a:lnTo>
                    <a:pt x="2742" y="13439"/>
                  </a:lnTo>
                  <a:lnTo>
                    <a:pt x="2394" y="12975"/>
                  </a:lnTo>
                  <a:lnTo>
                    <a:pt x="2086" y="12550"/>
                  </a:lnTo>
                  <a:lnTo>
                    <a:pt x="1777" y="12087"/>
                  </a:lnTo>
                  <a:lnTo>
                    <a:pt x="1506" y="11585"/>
                  </a:lnTo>
                  <a:lnTo>
                    <a:pt x="1275" y="11122"/>
                  </a:lnTo>
                  <a:lnTo>
                    <a:pt x="1082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075"/>
                  </a:lnTo>
                  <a:lnTo>
                    <a:pt x="541" y="8534"/>
                  </a:lnTo>
                  <a:lnTo>
                    <a:pt x="502" y="8032"/>
                  </a:lnTo>
                  <a:lnTo>
                    <a:pt x="502" y="7492"/>
                  </a:lnTo>
                  <a:lnTo>
                    <a:pt x="541" y="6951"/>
                  </a:lnTo>
                  <a:lnTo>
                    <a:pt x="618" y="6411"/>
                  </a:lnTo>
                  <a:lnTo>
                    <a:pt x="773" y="5870"/>
                  </a:lnTo>
                  <a:lnTo>
                    <a:pt x="927" y="5291"/>
                  </a:lnTo>
                  <a:lnTo>
                    <a:pt x="1197" y="4673"/>
                  </a:lnTo>
                  <a:lnTo>
                    <a:pt x="1545" y="4055"/>
                  </a:lnTo>
                  <a:lnTo>
                    <a:pt x="1931" y="3476"/>
                  </a:lnTo>
                  <a:lnTo>
                    <a:pt x="2356" y="2935"/>
                  </a:lnTo>
                  <a:lnTo>
                    <a:pt x="2858" y="2433"/>
                  </a:lnTo>
                  <a:lnTo>
                    <a:pt x="3360" y="1970"/>
                  </a:lnTo>
                  <a:lnTo>
                    <a:pt x="3939" y="1584"/>
                  </a:lnTo>
                  <a:lnTo>
                    <a:pt x="4518" y="1236"/>
                  </a:lnTo>
                  <a:close/>
                  <a:moveTo>
                    <a:pt x="3862" y="12975"/>
                  </a:moveTo>
                  <a:lnTo>
                    <a:pt x="4016" y="13014"/>
                  </a:lnTo>
                  <a:lnTo>
                    <a:pt x="4171" y="13130"/>
                  </a:lnTo>
                  <a:lnTo>
                    <a:pt x="4287" y="13284"/>
                  </a:lnTo>
                  <a:lnTo>
                    <a:pt x="4325" y="13439"/>
                  </a:lnTo>
                  <a:lnTo>
                    <a:pt x="4364" y="13593"/>
                  </a:lnTo>
                  <a:lnTo>
                    <a:pt x="4364" y="13786"/>
                  </a:lnTo>
                  <a:lnTo>
                    <a:pt x="4325" y="13941"/>
                  </a:lnTo>
                  <a:lnTo>
                    <a:pt x="4209" y="14095"/>
                  </a:lnTo>
                  <a:lnTo>
                    <a:pt x="3785" y="13786"/>
                  </a:lnTo>
                  <a:lnTo>
                    <a:pt x="3360" y="13477"/>
                  </a:lnTo>
                  <a:lnTo>
                    <a:pt x="3244" y="13439"/>
                  </a:lnTo>
                  <a:lnTo>
                    <a:pt x="3167" y="13400"/>
                  </a:lnTo>
                  <a:lnTo>
                    <a:pt x="3051" y="13439"/>
                  </a:lnTo>
                  <a:lnTo>
                    <a:pt x="2974" y="13516"/>
                  </a:lnTo>
                  <a:lnTo>
                    <a:pt x="3051" y="13361"/>
                  </a:lnTo>
                  <a:lnTo>
                    <a:pt x="3167" y="13207"/>
                  </a:lnTo>
                  <a:lnTo>
                    <a:pt x="3321" y="13091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8187" y="12821"/>
                  </a:moveTo>
                  <a:lnTo>
                    <a:pt x="9152" y="12859"/>
                  </a:lnTo>
                  <a:lnTo>
                    <a:pt x="9615" y="12898"/>
                  </a:lnTo>
                  <a:lnTo>
                    <a:pt x="10117" y="12937"/>
                  </a:lnTo>
                  <a:lnTo>
                    <a:pt x="10504" y="13014"/>
                  </a:lnTo>
                  <a:lnTo>
                    <a:pt x="11006" y="13091"/>
                  </a:lnTo>
                  <a:lnTo>
                    <a:pt x="11508" y="13245"/>
                  </a:lnTo>
                  <a:lnTo>
                    <a:pt x="11701" y="13323"/>
                  </a:lnTo>
                  <a:lnTo>
                    <a:pt x="11894" y="13439"/>
                  </a:lnTo>
                  <a:lnTo>
                    <a:pt x="11508" y="13747"/>
                  </a:lnTo>
                  <a:lnTo>
                    <a:pt x="11083" y="14018"/>
                  </a:lnTo>
                  <a:lnTo>
                    <a:pt x="10658" y="14249"/>
                  </a:lnTo>
                  <a:lnTo>
                    <a:pt x="10233" y="14442"/>
                  </a:lnTo>
                  <a:lnTo>
                    <a:pt x="9770" y="14597"/>
                  </a:lnTo>
                  <a:lnTo>
                    <a:pt x="9307" y="14751"/>
                  </a:lnTo>
                  <a:lnTo>
                    <a:pt x="8843" y="14829"/>
                  </a:lnTo>
                  <a:lnTo>
                    <a:pt x="8341" y="14906"/>
                  </a:lnTo>
                  <a:lnTo>
                    <a:pt x="7878" y="14944"/>
                  </a:lnTo>
                  <a:lnTo>
                    <a:pt x="7376" y="14944"/>
                  </a:lnTo>
                  <a:lnTo>
                    <a:pt x="6912" y="14906"/>
                  </a:lnTo>
                  <a:lnTo>
                    <a:pt x="6410" y="14867"/>
                  </a:lnTo>
                  <a:lnTo>
                    <a:pt x="5947" y="14751"/>
                  </a:lnTo>
                  <a:lnTo>
                    <a:pt x="5484" y="14636"/>
                  </a:lnTo>
                  <a:lnTo>
                    <a:pt x="5020" y="14481"/>
                  </a:lnTo>
                  <a:lnTo>
                    <a:pt x="4596" y="14288"/>
                  </a:lnTo>
                  <a:lnTo>
                    <a:pt x="4711" y="14018"/>
                  </a:lnTo>
                  <a:lnTo>
                    <a:pt x="4750" y="13709"/>
                  </a:lnTo>
                  <a:lnTo>
                    <a:pt x="4711" y="13593"/>
                  </a:lnTo>
                  <a:lnTo>
                    <a:pt x="5561" y="13284"/>
                  </a:lnTo>
                  <a:lnTo>
                    <a:pt x="6410" y="13091"/>
                  </a:lnTo>
                  <a:lnTo>
                    <a:pt x="7299" y="12937"/>
                  </a:lnTo>
                  <a:lnTo>
                    <a:pt x="8187" y="12821"/>
                  </a:lnTo>
                  <a:close/>
                  <a:moveTo>
                    <a:pt x="6990" y="1"/>
                  </a:moveTo>
                  <a:lnTo>
                    <a:pt x="6449" y="78"/>
                  </a:lnTo>
                  <a:lnTo>
                    <a:pt x="5870" y="194"/>
                  </a:lnTo>
                  <a:lnTo>
                    <a:pt x="5329" y="348"/>
                  </a:lnTo>
                  <a:lnTo>
                    <a:pt x="4789" y="580"/>
                  </a:lnTo>
                  <a:lnTo>
                    <a:pt x="4248" y="811"/>
                  </a:lnTo>
                  <a:lnTo>
                    <a:pt x="3785" y="1082"/>
                  </a:lnTo>
                  <a:lnTo>
                    <a:pt x="3283" y="1391"/>
                  </a:lnTo>
                  <a:lnTo>
                    <a:pt x="2819" y="1738"/>
                  </a:lnTo>
                  <a:lnTo>
                    <a:pt x="2394" y="2124"/>
                  </a:lnTo>
                  <a:lnTo>
                    <a:pt x="2008" y="2549"/>
                  </a:lnTo>
                  <a:lnTo>
                    <a:pt x="1622" y="3013"/>
                  </a:lnTo>
                  <a:lnTo>
                    <a:pt x="1275" y="3476"/>
                  </a:lnTo>
                  <a:lnTo>
                    <a:pt x="966" y="3978"/>
                  </a:lnTo>
                  <a:lnTo>
                    <a:pt x="695" y="4596"/>
                  </a:lnTo>
                  <a:lnTo>
                    <a:pt x="425" y="5214"/>
                  </a:lnTo>
                  <a:lnTo>
                    <a:pt x="232" y="5870"/>
                  </a:lnTo>
                  <a:lnTo>
                    <a:pt x="116" y="6526"/>
                  </a:lnTo>
                  <a:lnTo>
                    <a:pt x="39" y="7222"/>
                  </a:lnTo>
                  <a:lnTo>
                    <a:pt x="0" y="7878"/>
                  </a:lnTo>
                  <a:lnTo>
                    <a:pt x="39" y="8573"/>
                  </a:lnTo>
                  <a:lnTo>
                    <a:pt x="116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5" y="11199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1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5" y="14481"/>
                  </a:lnTo>
                  <a:lnTo>
                    <a:pt x="4132" y="14597"/>
                  </a:lnTo>
                  <a:lnTo>
                    <a:pt x="4557" y="14790"/>
                  </a:lnTo>
                  <a:lnTo>
                    <a:pt x="4982" y="14983"/>
                  </a:lnTo>
                  <a:lnTo>
                    <a:pt x="5406" y="15138"/>
                  </a:lnTo>
                  <a:lnTo>
                    <a:pt x="5870" y="15253"/>
                  </a:lnTo>
                  <a:lnTo>
                    <a:pt x="6333" y="15369"/>
                  </a:lnTo>
                  <a:lnTo>
                    <a:pt x="6797" y="15408"/>
                  </a:lnTo>
                  <a:lnTo>
                    <a:pt x="7299" y="15446"/>
                  </a:lnTo>
                  <a:lnTo>
                    <a:pt x="8225" y="15446"/>
                  </a:lnTo>
                  <a:lnTo>
                    <a:pt x="8689" y="15369"/>
                  </a:lnTo>
                  <a:lnTo>
                    <a:pt x="9152" y="15292"/>
                  </a:lnTo>
                  <a:lnTo>
                    <a:pt x="9615" y="15176"/>
                  </a:lnTo>
                  <a:lnTo>
                    <a:pt x="10079" y="15022"/>
                  </a:lnTo>
                  <a:lnTo>
                    <a:pt x="10542" y="14867"/>
                  </a:lnTo>
                  <a:lnTo>
                    <a:pt x="10967" y="14674"/>
                  </a:lnTo>
                  <a:lnTo>
                    <a:pt x="11392" y="14442"/>
                  </a:lnTo>
                  <a:lnTo>
                    <a:pt x="11855" y="14134"/>
                  </a:lnTo>
                  <a:lnTo>
                    <a:pt x="12318" y="13747"/>
                  </a:lnTo>
                  <a:lnTo>
                    <a:pt x="12743" y="13361"/>
                  </a:lnTo>
                  <a:lnTo>
                    <a:pt x="13129" y="12975"/>
                  </a:lnTo>
                  <a:lnTo>
                    <a:pt x="13477" y="12512"/>
                  </a:lnTo>
                  <a:lnTo>
                    <a:pt x="13786" y="12048"/>
                  </a:lnTo>
                  <a:lnTo>
                    <a:pt x="14056" y="11546"/>
                  </a:lnTo>
                  <a:lnTo>
                    <a:pt x="14288" y="11044"/>
                  </a:lnTo>
                  <a:lnTo>
                    <a:pt x="14520" y="10504"/>
                  </a:lnTo>
                  <a:lnTo>
                    <a:pt x="14674" y="9963"/>
                  </a:lnTo>
                  <a:lnTo>
                    <a:pt x="14828" y="9423"/>
                  </a:lnTo>
                  <a:lnTo>
                    <a:pt x="14906" y="8843"/>
                  </a:lnTo>
                  <a:lnTo>
                    <a:pt x="14983" y="8264"/>
                  </a:lnTo>
                  <a:lnTo>
                    <a:pt x="15022" y="7724"/>
                  </a:lnTo>
                  <a:lnTo>
                    <a:pt x="14983" y="7144"/>
                  </a:lnTo>
                  <a:lnTo>
                    <a:pt x="14944" y="6565"/>
                  </a:lnTo>
                  <a:lnTo>
                    <a:pt x="14828" y="5986"/>
                  </a:lnTo>
                  <a:lnTo>
                    <a:pt x="14674" y="5368"/>
                  </a:lnTo>
                  <a:lnTo>
                    <a:pt x="14481" y="4789"/>
                  </a:lnTo>
                  <a:lnTo>
                    <a:pt x="14249" y="4248"/>
                  </a:lnTo>
                  <a:lnTo>
                    <a:pt x="13979" y="3708"/>
                  </a:lnTo>
                  <a:lnTo>
                    <a:pt x="13670" y="3206"/>
                  </a:lnTo>
                  <a:lnTo>
                    <a:pt x="13322" y="2742"/>
                  </a:lnTo>
                  <a:lnTo>
                    <a:pt x="12936" y="2279"/>
                  </a:lnTo>
                  <a:lnTo>
                    <a:pt x="12512" y="1893"/>
                  </a:lnTo>
                  <a:lnTo>
                    <a:pt x="12048" y="1507"/>
                  </a:lnTo>
                  <a:lnTo>
                    <a:pt x="11585" y="1159"/>
                  </a:lnTo>
                  <a:lnTo>
                    <a:pt x="11083" y="850"/>
                  </a:lnTo>
                  <a:lnTo>
                    <a:pt x="10542" y="580"/>
                  </a:lnTo>
                  <a:lnTo>
                    <a:pt x="9963" y="387"/>
                  </a:lnTo>
                  <a:lnTo>
                    <a:pt x="9384" y="194"/>
                  </a:lnTo>
                  <a:lnTo>
                    <a:pt x="8766" y="78"/>
                  </a:lnTo>
                  <a:lnTo>
                    <a:pt x="81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1" name="Google Shape;1711;p7"/>
            <p:cNvSpPr/>
            <p:nvPr/>
          </p:nvSpPr>
          <p:spPr>
            <a:xfrm>
              <a:off x="2298225" y="4462400"/>
              <a:ext cx="461475" cy="306050"/>
            </a:xfrm>
            <a:custGeom>
              <a:avLst/>
              <a:gdLst/>
              <a:ahLst/>
              <a:cxnLst/>
              <a:rect l="l" t="t" r="r" b="b"/>
              <a:pathLst>
                <a:path w="18459" h="12242" extrusionOk="0">
                  <a:moveTo>
                    <a:pt x="17609" y="4943"/>
                  </a:moveTo>
                  <a:lnTo>
                    <a:pt x="17763" y="4982"/>
                  </a:lnTo>
                  <a:lnTo>
                    <a:pt x="17879" y="5020"/>
                  </a:lnTo>
                  <a:lnTo>
                    <a:pt x="17917" y="5098"/>
                  </a:lnTo>
                  <a:lnTo>
                    <a:pt x="17956" y="5175"/>
                  </a:lnTo>
                  <a:lnTo>
                    <a:pt x="17956" y="5407"/>
                  </a:lnTo>
                  <a:lnTo>
                    <a:pt x="17956" y="5638"/>
                  </a:lnTo>
                  <a:lnTo>
                    <a:pt x="17879" y="5793"/>
                  </a:lnTo>
                  <a:lnTo>
                    <a:pt x="17763" y="5986"/>
                  </a:lnTo>
                  <a:lnTo>
                    <a:pt x="17570" y="6140"/>
                  </a:lnTo>
                  <a:lnTo>
                    <a:pt x="17222" y="6372"/>
                  </a:lnTo>
                  <a:lnTo>
                    <a:pt x="16913" y="6526"/>
                  </a:lnTo>
                  <a:lnTo>
                    <a:pt x="16566" y="6642"/>
                  </a:lnTo>
                  <a:lnTo>
                    <a:pt x="16257" y="6681"/>
                  </a:lnTo>
                  <a:lnTo>
                    <a:pt x="15909" y="6720"/>
                  </a:lnTo>
                  <a:lnTo>
                    <a:pt x="16141" y="6140"/>
                  </a:lnTo>
                  <a:lnTo>
                    <a:pt x="16257" y="5870"/>
                  </a:lnTo>
                  <a:lnTo>
                    <a:pt x="16411" y="5600"/>
                  </a:lnTo>
                  <a:lnTo>
                    <a:pt x="16605" y="5368"/>
                  </a:lnTo>
                  <a:lnTo>
                    <a:pt x="16798" y="5175"/>
                  </a:lnTo>
                  <a:lnTo>
                    <a:pt x="17068" y="5059"/>
                  </a:lnTo>
                  <a:lnTo>
                    <a:pt x="17377" y="4943"/>
                  </a:lnTo>
                  <a:close/>
                  <a:moveTo>
                    <a:pt x="13747" y="6295"/>
                  </a:moveTo>
                  <a:lnTo>
                    <a:pt x="14056" y="6333"/>
                  </a:lnTo>
                  <a:lnTo>
                    <a:pt x="14365" y="6411"/>
                  </a:lnTo>
                  <a:lnTo>
                    <a:pt x="14597" y="6526"/>
                  </a:lnTo>
                  <a:lnTo>
                    <a:pt x="14828" y="6681"/>
                  </a:lnTo>
                  <a:lnTo>
                    <a:pt x="15060" y="6835"/>
                  </a:lnTo>
                  <a:lnTo>
                    <a:pt x="14983" y="6951"/>
                  </a:lnTo>
                  <a:lnTo>
                    <a:pt x="14519" y="7067"/>
                  </a:lnTo>
                  <a:lnTo>
                    <a:pt x="14056" y="7144"/>
                  </a:lnTo>
                  <a:lnTo>
                    <a:pt x="13515" y="7144"/>
                  </a:lnTo>
                  <a:lnTo>
                    <a:pt x="13206" y="7106"/>
                  </a:lnTo>
                  <a:lnTo>
                    <a:pt x="12936" y="6990"/>
                  </a:lnTo>
                  <a:lnTo>
                    <a:pt x="12820" y="6951"/>
                  </a:lnTo>
                  <a:lnTo>
                    <a:pt x="12782" y="6874"/>
                  </a:lnTo>
                  <a:lnTo>
                    <a:pt x="12782" y="6758"/>
                  </a:lnTo>
                  <a:lnTo>
                    <a:pt x="12859" y="6642"/>
                  </a:lnTo>
                  <a:lnTo>
                    <a:pt x="12936" y="6449"/>
                  </a:lnTo>
                  <a:lnTo>
                    <a:pt x="13052" y="6333"/>
                  </a:lnTo>
                  <a:lnTo>
                    <a:pt x="13206" y="6295"/>
                  </a:lnTo>
                  <a:close/>
                  <a:moveTo>
                    <a:pt x="15523" y="7222"/>
                  </a:moveTo>
                  <a:lnTo>
                    <a:pt x="16064" y="7608"/>
                  </a:lnTo>
                  <a:lnTo>
                    <a:pt x="16334" y="7839"/>
                  </a:lnTo>
                  <a:lnTo>
                    <a:pt x="16566" y="8071"/>
                  </a:lnTo>
                  <a:lnTo>
                    <a:pt x="16798" y="8303"/>
                  </a:lnTo>
                  <a:lnTo>
                    <a:pt x="16991" y="8573"/>
                  </a:lnTo>
                  <a:lnTo>
                    <a:pt x="17068" y="8882"/>
                  </a:lnTo>
                  <a:lnTo>
                    <a:pt x="17107" y="9036"/>
                  </a:lnTo>
                  <a:lnTo>
                    <a:pt x="17107" y="9229"/>
                  </a:lnTo>
                  <a:lnTo>
                    <a:pt x="17068" y="9423"/>
                  </a:lnTo>
                  <a:lnTo>
                    <a:pt x="16952" y="9538"/>
                  </a:lnTo>
                  <a:lnTo>
                    <a:pt x="16836" y="9616"/>
                  </a:lnTo>
                  <a:lnTo>
                    <a:pt x="16682" y="9654"/>
                  </a:lnTo>
                  <a:lnTo>
                    <a:pt x="16527" y="9654"/>
                  </a:lnTo>
                  <a:lnTo>
                    <a:pt x="16373" y="9577"/>
                  </a:lnTo>
                  <a:lnTo>
                    <a:pt x="16218" y="9461"/>
                  </a:lnTo>
                  <a:lnTo>
                    <a:pt x="16103" y="9307"/>
                  </a:lnTo>
                  <a:lnTo>
                    <a:pt x="15909" y="8959"/>
                  </a:lnTo>
                  <a:lnTo>
                    <a:pt x="15716" y="8573"/>
                  </a:lnTo>
                  <a:lnTo>
                    <a:pt x="15639" y="8226"/>
                  </a:lnTo>
                  <a:lnTo>
                    <a:pt x="15562" y="7917"/>
                  </a:lnTo>
                  <a:lnTo>
                    <a:pt x="15523" y="7569"/>
                  </a:lnTo>
                  <a:lnTo>
                    <a:pt x="15523" y="7222"/>
                  </a:lnTo>
                  <a:close/>
                  <a:moveTo>
                    <a:pt x="5020" y="464"/>
                  </a:moveTo>
                  <a:lnTo>
                    <a:pt x="5638" y="541"/>
                  </a:lnTo>
                  <a:lnTo>
                    <a:pt x="6217" y="696"/>
                  </a:lnTo>
                  <a:lnTo>
                    <a:pt x="6758" y="927"/>
                  </a:lnTo>
                  <a:lnTo>
                    <a:pt x="7260" y="1236"/>
                  </a:lnTo>
                  <a:lnTo>
                    <a:pt x="7723" y="1622"/>
                  </a:lnTo>
                  <a:lnTo>
                    <a:pt x="8186" y="2047"/>
                  </a:lnTo>
                  <a:lnTo>
                    <a:pt x="8534" y="2549"/>
                  </a:lnTo>
                  <a:lnTo>
                    <a:pt x="8804" y="3013"/>
                  </a:lnTo>
                  <a:lnTo>
                    <a:pt x="9036" y="3437"/>
                  </a:lnTo>
                  <a:lnTo>
                    <a:pt x="9229" y="3901"/>
                  </a:lnTo>
                  <a:lnTo>
                    <a:pt x="9384" y="4403"/>
                  </a:lnTo>
                  <a:lnTo>
                    <a:pt x="9654" y="5368"/>
                  </a:lnTo>
                  <a:lnTo>
                    <a:pt x="9924" y="6333"/>
                  </a:lnTo>
                  <a:lnTo>
                    <a:pt x="10040" y="6758"/>
                  </a:lnTo>
                  <a:lnTo>
                    <a:pt x="10194" y="7144"/>
                  </a:lnTo>
                  <a:lnTo>
                    <a:pt x="10388" y="7530"/>
                  </a:lnTo>
                  <a:lnTo>
                    <a:pt x="10619" y="7878"/>
                  </a:lnTo>
                  <a:lnTo>
                    <a:pt x="10890" y="8187"/>
                  </a:lnTo>
                  <a:lnTo>
                    <a:pt x="11198" y="8419"/>
                  </a:lnTo>
                  <a:lnTo>
                    <a:pt x="11585" y="8612"/>
                  </a:lnTo>
                  <a:lnTo>
                    <a:pt x="12009" y="8766"/>
                  </a:lnTo>
                  <a:lnTo>
                    <a:pt x="12357" y="8805"/>
                  </a:lnTo>
                  <a:lnTo>
                    <a:pt x="12704" y="8766"/>
                  </a:lnTo>
                  <a:lnTo>
                    <a:pt x="13013" y="8728"/>
                  </a:lnTo>
                  <a:lnTo>
                    <a:pt x="13322" y="8650"/>
                  </a:lnTo>
                  <a:lnTo>
                    <a:pt x="13631" y="8534"/>
                  </a:lnTo>
                  <a:lnTo>
                    <a:pt x="13901" y="8419"/>
                  </a:lnTo>
                  <a:lnTo>
                    <a:pt x="14172" y="8226"/>
                  </a:lnTo>
                  <a:lnTo>
                    <a:pt x="14442" y="8071"/>
                  </a:lnTo>
                  <a:lnTo>
                    <a:pt x="13940" y="8689"/>
                  </a:lnTo>
                  <a:lnTo>
                    <a:pt x="13361" y="9307"/>
                  </a:lnTo>
                  <a:lnTo>
                    <a:pt x="12743" y="9847"/>
                  </a:lnTo>
                  <a:lnTo>
                    <a:pt x="12087" y="10311"/>
                  </a:lnTo>
                  <a:lnTo>
                    <a:pt x="11392" y="10735"/>
                  </a:lnTo>
                  <a:lnTo>
                    <a:pt x="10658" y="11083"/>
                  </a:lnTo>
                  <a:lnTo>
                    <a:pt x="9847" y="11353"/>
                  </a:lnTo>
                  <a:lnTo>
                    <a:pt x="9036" y="11585"/>
                  </a:lnTo>
                  <a:lnTo>
                    <a:pt x="8418" y="11662"/>
                  </a:lnTo>
                  <a:lnTo>
                    <a:pt x="7839" y="11739"/>
                  </a:lnTo>
                  <a:lnTo>
                    <a:pt x="7260" y="11739"/>
                  </a:lnTo>
                  <a:lnTo>
                    <a:pt x="6680" y="11701"/>
                  </a:lnTo>
                  <a:lnTo>
                    <a:pt x="6101" y="11624"/>
                  </a:lnTo>
                  <a:lnTo>
                    <a:pt x="5561" y="11508"/>
                  </a:lnTo>
                  <a:lnTo>
                    <a:pt x="5020" y="11353"/>
                  </a:lnTo>
                  <a:lnTo>
                    <a:pt x="4518" y="11160"/>
                  </a:lnTo>
                  <a:lnTo>
                    <a:pt x="4016" y="10929"/>
                  </a:lnTo>
                  <a:lnTo>
                    <a:pt x="3514" y="10620"/>
                  </a:lnTo>
                  <a:lnTo>
                    <a:pt x="3089" y="10311"/>
                  </a:lnTo>
                  <a:lnTo>
                    <a:pt x="2626" y="9925"/>
                  </a:lnTo>
                  <a:lnTo>
                    <a:pt x="2240" y="9538"/>
                  </a:lnTo>
                  <a:lnTo>
                    <a:pt x="1854" y="9075"/>
                  </a:lnTo>
                  <a:lnTo>
                    <a:pt x="1545" y="8573"/>
                  </a:lnTo>
                  <a:lnTo>
                    <a:pt x="1236" y="8071"/>
                  </a:lnTo>
                  <a:lnTo>
                    <a:pt x="965" y="7492"/>
                  </a:lnTo>
                  <a:lnTo>
                    <a:pt x="734" y="6913"/>
                  </a:lnTo>
                  <a:lnTo>
                    <a:pt x="579" y="6295"/>
                  </a:lnTo>
                  <a:lnTo>
                    <a:pt x="464" y="5677"/>
                  </a:lnTo>
                  <a:lnTo>
                    <a:pt x="425" y="5059"/>
                  </a:lnTo>
                  <a:lnTo>
                    <a:pt x="425" y="4441"/>
                  </a:lnTo>
                  <a:lnTo>
                    <a:pt x="541" y="3823"/>
                  </a:lnTo>
                  <a:lnTo>
                    <a:pt x="695" y="3244"/>
                  </a:lnTo>
                  <a:lnTo>
                    <a:pt x="965" y="2704"/>
                  </a:lnTo>
                  <a:lnTo>
                    <a:pt x="1313" y="2163"/>
                  </a:lnTo>
                  <a:lnTo>
                    <a:pt x="1699" y="1738"/>
                  </a:lnTo>
                  <a:lnTo>
                    <a:pt x="2163" y="1313"/>
                  </a:lnTo>
                  <a:lnTo>
                    <a:pt x="2665" y="1005"/>
                  </a:lnTo>
                  <a:lnTo>
                    <a:pt x="3205" y="734"/>
                  </a:lnTo>
                  <a:lnTo>
                    <a:pt x="3784" y="580"/>
                  </a:lnTo>
                  <a:lnTo>
                    <a:pt x="4402" y="464"/>
                  </a:lnTo>
                  <a:close/>
                  <a:moveTo>
                    <a:pt x="4634" y="1"/>
                  </a:moveTo>
                  <a:lnTo>
                    <a:pt x="4248" y="39"/>
                  </a:lnTo>
                  <a:lnTo>
                    <a:pt x="3900" y="78"/>
                  </a:lnTo>
                  <a:lnTo>
                    <a:pt x="3514" y="155"/>
                  </a:lnTo>
                  <a:lnTo>
                    <a:pt x="3128" y="271"/>
                  </a:lnTo>
                  <a:lnTo>
                    <a:pt x="2780" y="425"/>
                  </a:lnTo>
                  <a:lnTo>
                    <a:pt x="2433" y="618"/>
                  </a:lnTo>
                  <a:lnTo>
                    <a:pt x="2085" y="850"/>
                  </a:lnTo>
                  <a:lnTo>
                    <a:pt x="1622" y="1198"/>
                  </a:lnTo>
                  <a:lnTo>
                    <a:pt x="1236" y="1584"/>
                  </a:lnTo>
                  <a:lnTo>
                    <a:pt x="888" y="2009"/>
                  </a:lnTo>
                  <a:lnTo>
                    <a:pt x="618" y="2433"/>
                  </a:lnTo>
                  <a:lnTo>
                    <a:pt x="386" y="2897"/>
                  </a:lnTo>
                  <a:lnTo>
                    <a:pt x="232" y="3399"/>
                  </a:lnTo>
                  <a:lnTo>
                    <a:pt x="77" y="3901"/>
                  </a:lnTo>
                  <a:lnTo>
                    <a:pt x="0" y="4403"/>
                  </a:lnTo>
                  <a:lnTo>
                    <a:pt x="0" y="4905"/>
                  </a:lnTo>
                  <a:lnTo>
                    <a:pt x="0" y="5445"/>
                  </a:lnTo>
                  <a:lnTo>
                    <a:pt x="77" y="5986"/>
                  </a:lnTo>
                  <a:lnTo>
                    <a:pt x="155" y="6488"/>
                  </a:lnTo>
                  <a:lnTo>
                    <a:pt x="309" y="7028"/>
                  </a:lnTo>
                  <a:lnTo>
                    <a:pt x="464" y="7530"/>
                  </a:lnTo>
                  <a:lnTo>
                    <a:pt x="695" y="8032"/>
                  </a:lnTo>
                  <a:lnTo>
                    <a:pt x="927" y="8496"/>
                  </a:lnTo>
                  <a:lnTo>
                    <a:pt x="1274" y="9075"/>
                  </a:lnTo>
                  <a:lnTo>
                    <a:pt x="1661" y="9616"/>
                  </a:lnTo>
                  <a:lnTo>
                    <a:pt x="2124" y="10079"/>
                  </a:lnTo>
                  <a:lnTo>
                    <a:pt x="2587" y="10542"/>
                  </a:lnTo>
                  <a:lnTo>
                    <a:pt x="3089" y="10929"/>
                  </a:lnTo>
                  <a:lnTo>
                    <a:pt x="3591" y="11276"/>
                  </a:lnTo>
                  <a:lnTo>
                    <a:pt x="4171" y="11546"/>
                  </a:lnTo>
                  <a:lnTo>
                    <a:pt x="4750" y="11778"/>
                  </a:lnTo>
                  <a:lnTo>
                    <a:pt x="4750" y="11933"/>
                  </a:lnTo>
                  <a:lnTo>
                    <a:pt x="5097" y="11894"/>
                  </a:lnTo>
                  <a:lnTo>
                    <a:pt x="5908" y="12087"/>
                  </a:lnTo>
                  <a:lnTo>
                    <a:pt x="6719" y="12203"/>
                  </a:lnTo>
                  <a:lnTo>
                    <a:pt x="7569" y="12241"/>
                  </a:lnTo>
                  <a:lnTo>
                    <a:pt x="8418" y="12164"/>
                  </a:lnTo>
                  <a:lnTo>
                    <a:pt x="9190" y="12048"/>
                  </a:lnTo>
                  <a:lnTo>
                    <a:pt x="9963" y="11855"/>
                  </a:lnTo>
                  <a:lnTo>
                    <a:pt x="10310" y="11739"/>
                  </a:lnTo>
                  <a:lnTo>
                    <a:pt x="10272" y="11739"/>
                  </a:lnTo>
                  <a:lnTo>
                    <a:pt x="11083" y="11431"/>
                  </a:lnTo>
                  <a:lnTo>
                    <a:pt x="11855" y="11044"/>
                  </a:lnTo>
                  <a:lnTo>
                    <a:pt x="12550" y="10581"/>
                  </a:lnTo>
                  <a:lnTo>
                    <a:pt x="13245" y="10079"/>
                  </a:lnTo>
                  <a:lnTo>
                    <a:pt x="13863" y="9500"/>
                  </a:lnTo>
                  <a:lnTo>
                    <a:pt x="14133" y="9191"/>
                  </a:lnTo>
                  <a:lnTo>
                    <a:pt x="14403" y="8882"/>
                  </a:lnTo>
                  <a:lnTo>
                    <a:pt x="14635" y="8534"/>
                  </a:lnTo>
                  <a:lnTo>
                    <a:pt x="14867" y="8187"/>
                  </a:lnTo>
                  <a:lnTo>
                    <a:pt x="15060" y="7801"/>
                  </a:lnTo>
                  <a:lnTo>
                    <a:pt x="15253" y="7415"/>
                  </a:lnTo>
                  <a:lnTo>
                    <a:pt x="15253" y="7917"/>
                  </a:lnTo>
                  <a:lnTo>
                    <a:pt x="15330" y="8419"/>
                  </a:lnTo>
                  <a:lnTo>
                    <a:pt x="15485" y="8882"/>
                  </a:lnTo>
                  <a:lnTo>
                    <a:pt x="15678" y="9345"/>
                  </a:lnTo>
                  <a:lnTo>
                    <a:pt x="15794" y="9538"/>
                  </a:lnTo>
                  <a:lnTo>
                    <a:pt x="15948" y="9731"/>
                  </a:lnTo>
                  <a:lnTo>
                    <a:pt x="16103" y="9886"/>
                  </a:lnTo>
                  <a:lnTo>
                    <a:pt x="16257" y="10040"/>
                  </a:lnTo>
                  <a:lnTo>
                    <a:pt x="16489" y="10156"/>
                  </a:lnTo>
                  <a:lnTo>
                    <a:pt x="16682" y="10195"/>
                  </a:lnTo>
                  <a:lnTo>
                    <a:pt x="16913" y="10156"/>
                  </a:lnTo>
                  <a:lnTo>
                    <a:pt x="17107" y="10040"/>
                  </a:lnTo>
                  <a:lnTo>
                    <a:pt x="17300" y="9886"/>
                  </a:lnTo>
                  <a:lnTo>
                    <a:pt x="17377" y="9693"/>
                  </a:lnTo>
                  <a:lnTo>
                    <a:pt x="17454" y="9500"/>
                  </a:lnTo>
                  <a:lnTo>
                    <a:pt x="17493" y="9268"/>
                  </a:lnTo>
                  <a:lnTo>
                    <a:pt x="17493" y="9075"/>
                  </a:lnTo>
                  <a:lnTo>
                    <a:pt x="17454" y="8843"/>
                  </a:lnTo>
                  <a:lnTo>
                    <a:pt x="17415" y="8650"/>
                  </a:lnTo>
                  <a:lnTo>
                    <a:pt x="17338" y="8457"/>
                  </a:lnTo>
                  <a:lnTo>
                    <a:pt x="17222" y="8226"/>
                  </a:lnTo>
                  <a:lnTo>
                    <a:pt x="17068" y="8032"/>
                  </a:lnTo>
                  <a:lnTo>
                    <a:pt x="16720" y="7646"/>
                  </a:lnTo>
                  <a:lnTo>
                    <a:pt x="16334" y="7299"/>
                  </a:lnTo>
                  <a:lnTo>
                    <a:pt x="15909" y="6990"/>
                  </a:lnTo>
                  <a:lnTo>
                    <a:pt x="16373" y="6990"/>
                  </a:lnTo>
                  <a:lnTo>
                    <a:pt x="16875" y="6913"/>
                  </a:lnTo>
                  <a:lnTo>
                    <a:pt x="17338" y="6720"/>
                  </a:lnTo>
                  <a:lnTo>
                    <a:pt x="17763" y="6488"/>
                  </a:lnTo>
                  <a:lnTo>
                    <a:pt x="17917" y="6333"/>
                  </a:lnTo>
                  <a:lnTo>
                    <a:pt x="18110" y="6140"/>
                  </a:lnTo>
                  <a:lnTo>
                    <a:pt x="18265" y="5947"/>
                  </a:lnTo>
                  <a:lnTo>
                    <a:pt x="18381" y="5716"/>
                  </a:lnTo>
                  <a:lnTo>
                    <a:pt x="18458" y="5484"/>
                  </a:lnTo>
                  <a:lnTo>
                    <a:pt x="18458" y="5214"/>
                  </a:lnTo>
                  <a:lnTo>
                    <a:pt x="18381" y="4982"/>
                  </a:lnTo>
                  <a:lnTo>
                    <a:pt x="18304" y="4905"/>
                  </a:lnTo>
                  <a:lnTo>
                    <a:pt x="18226" y="4789"/>
                  </a:lnTo>
                  <a:lnTo>
                    <a:pt x="18033" y="4673"/>
                  </a:lnTo>
                  <a:lnTo>
                    <a:pt x="17802" y="4596"/>
                  </a:lnTo>
                  <a:lnTo>
                    <a:pt x="17609" y="4557"/>
                  </a:lnTo>
                  <a:lnTo>
                    <a:pt x="17377" y="4557"/>
                  </a:lnTo>
                  <a:lnTo>
                    <a:pt x="17145" y="4634"/>
                  </a:lnTo>
                  <a:lnTo>
                    <a:pt x="16913" y="4712"/>
                  </a:lnTo>
                  <a:lnTo>
                    <a:pt x="16720" y="4789"/>
                  </a:lnTo>
                  <a:lnTo>
                    <a:pt x="16566" y="4905"/>
                  </a:lnTo>
                  <a:lnTo>
                    <a:pt x="16373" y="5098"/>
                  </a:lnTo>
                  <a:lnTo>
                    <a:pt x="16180" y="5291"/>
                  </a:lnTo>
                  <a:lnTo>
                    <a:pt x="15871" y="5716"/>
                  </a:lnTo>
                  <a:lnTo>
                    <a:pt x="15639" y="6179"/>
                  </a:lnTo>
                  <a:lnTo>
                    <a:pt x="15485" y="6681"/>
                  </a:lnTo>
                  <a:lnTo>
                    <a:pt x="15407" y="6681"/>
                  </a:lnTo>
                  <a:lnTo>
                    <a:pt x="15330" y="6720"/>
                  </a:lnTo>
                  <a:lnTo>
                    <a:pt x="14983" y="6411"/>
                  </a:lnTo>
                  <a:lnTo>
                    <a:pt x="14597" y="6179"/>
                  </a:lnTo>
                  <a:lnTo>
                    <a:pt x="14172" y="6024"/>
                  </a:lnTo>
                  <a:lnTo>
                    <a:pt x="13708" y="5947"/>
                  </a:lnTo>
                  <a:lnTo>
                    <a:pt x="13322" y="5909"/>
                  </a:lnTo>
                  <a:lnTo>
                    <a:pt x="13091" y="5947"/>
                  </a:lnTo>
                  <a:lnTo>
                    <a:pt x="12897" y="5986"/>
                  </a:lnTo>
                  <a:lnTo>
                    <a:pt x="12704" y="6063"/>
                  </a:lnTo>
                  <a:lnTo>
                    <a:pt x="12511" y="6140"/>
                  </a:lnTo>
                  <a:lnTo>
                    <a:pt x="12357" y="6295"/>
                  </a:lnTo>
                  <a:lnTo>
                    <a:pt x="12280" y="6449"/>
                  </a:lnTo>
                  <a:lnTo>
                    <a:pt x="12202" y="6642"/>
                  </a:lnTo>
                  <a:lnTo>
                    <a:pt x="12241" y="6835"/>
                  </a:lnTo>
                  <a:lnTo>
                    <a:pt x="12318" y="6990"/>
                  </a:lnTo>
                  <a:lnTo>
                    <a:pt x="12434" y="7106"/>
                  </a:lnTo>
                  <a:lnTo>
                    <a:pt x="12589" y="7260"/>
                  </a:lnTo>
                  <a:lnTo>
                    <a:pt x="12782" y="7337"/>
                  </a:lnTo>
                  <a:lnTo>
                    <a:pt x="13129" y="7453"/>
                  </a:lnTo>
                  <a:lnTo>
                    <a:pt x="13477" y="7530"/>
                  </a:lnTo>
                  <a:lnTo>
                    <a:pt x="13824" y="7530"/>
                  </a:lnTo>
                  <a:lnTo>
                    <a:pt x="14172" y="7492"/>
                  </a:lnTo>
                  <a:lnTo>
                    <a:pt x="14519" y="7415"/>
                  </a:lnTo>
                  <a:lnTo>
                    <a:pt x="14133" y="7762"/>
                  </a:lnTo>
                  <a:lnTo>
                    <a:pt x="13708" y="8032"/>
                  </a:lnTo>
                  <a:lnTo>
                    <a:pt x="13477" y="8110"/>
                  </a:lnTo>
                  <a:lnTo>
                    <a:pt x="13245" y="8226"/>
                  </a:lnTo>
                  <a:lnTo>
                    <a:pt x="13013" y="8264"/>
                  </a:lnTo>
                  <a:lnTo>
                    <a:pt x="12743" y="8303"/>
                  </a:lnTo>
                  <a:lnTo>
                    <a:pt x="12357" y="8303"/>
                  </a:lnTo>
                  <a:lnTo>
                    <a:pt x="11971" y="8264"/>
                  </a:lnTo>
                  <a:lnTo>
                    <a:pt x="11662" y="8110"/>
                  </a:lnTo>
                  <a:lnTo>
                    <a:pt x="11353" y="7955"/>
                  </a:lnTo>
                  <a:lnTo>
                    <a:pt x="11083" y="7685"/>
                  </a:lnTo>
                  <a:lnTo>
                    <a:pt x="10890" y="7415"/>
                  </a:lnTo>
                  <a:lnTo>
                    <a:pt x="10696" y="7106"/>
                  </a:lnTo>
                  <a:lnTo>
                    <a:pt x="10542" y="6720"/>
                  </a:lnTo>
                  <a:lnTo>
                    <a:pt x="10388" y="6218"/>
                  </a:lnTo>
                  <a:lnTo>
                    <a:pt x="10233" y="5716"/>
                  </a:lnTo>
                  <a:lnTo>
                    <a:pt x="9963" y="4673"/>
                  </a:lnTo>
                  <a:lnTo>
                    <a:pt x="9847" y="4171"/>
                  </a:lnTo>
                  <a:lnTo>
                    <a:pt x="9654" y="3669"/>
                  </a:lnTo>
                  <a:lnTo>
                    <a:pt x="9461" y="3167"/>
                  </a:lnTo>
                  <a:lnTo>
                    <a:pt x="9229" y="2704"/>
                  </a:lnTo>
                  <a:lnTo>
                    <a:pt x="8843" y="2163"/>
                  </a:lnTo>
                  <a:lnTo>
                    <a:pt x="8457" y="1700"/>
                  </a:lnTo>
                  <a:lnTo>
                    <a:pt x="7993" y="1275"/>
                  </a:lnTo>
                  <a:lnTo>
                    <a:pt x="7530" y="889"/>
                  </a:lnTo>
                  <a:lnTo>
                    <a:pt x="6989" y="580"/>
                  </a:lnTo>
                  <a:lnTo>
                    <a:pt x="6449" y="348"/>
                  </a:lnTo>
                  <a:lnTo>
                    <a:pt x="5870" y="155"/>
                  </a:lnTo>
                  <a:lnTo>
                    <a:pt x="5290" y="39"/>
                  </a:lnTo>
                  <a:lnTo>
                    <a:pt x="502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2" name="Google Shape;1712;p7"/>
            <p:cNvSpPr/>
            <p:nvPr/>
          </p:nvSpPr>
          <p:spPr>
            <a:xfrm>
              <a:off x="5932850" y="4466275"/>
              <a:ext cx="200800" cy="230725"/>
            </a:xfrm>
            <a:custGeom>
              <a:avLst/>
              <a:gdLst/>
              <a:ahLst/>
              <a:cxnLst/>
              <a:rect l="l" t="t" r="r" b="b"/>
              <a:pathLst>
                <a:path w="8032" h="9229" extrusionOk="0">
                  <a:moveTo>
                    <a:pt x="2047" y="0"/>
                  </a:moveTo>
                  <a:lnTo>
                    <a:pt x="1892" y="77"/>
                  </a:lnTo>
                  <a:lnTo>
                    <a:pt x="1738" y="154"/>
                  </a:lnTo>
                  <a:lnTo>
                    <a:pt x="1429" y="425"/>
                  </a:lnTo>
                  <a:lnTo>
                    <a:pt x="1197" y="734"/>
                  </a:lnTo>
                  <a:lnTo>
                    <a:pt x="965" y="1004"/>
                  </a:lnTo>
                  <a:lnTo>
                    <a:pt x="734" y="1352"/>
                  </a:lnTo>
                  <a:lnTo>
                    <a:pt x="502" y="1738"/>
                  </a:lnTo>
                  <a:lnTo>
                    <a:pt x="348" y="2124"/>
                  </a:lnTo>
                  <a:lnTo>
                    <a:pt x="193" y="2549"/>
                  </a:lnTo>
                  <a:lnTo>
                    <a:pt x="77" y="3012"/>
                  </a:lnTo>
                  <a:lnTo>
                    <a:pt x="39" y="3475"/>
                  </a:lnTo>
                  <a:lnTo>
                    <a:pt x="0" y="3939"/>
                  </a:lnTo>
                  <a:lnTo>
                    <a:pt x="77" y="4441"/>
                  </a:lnTo>
                  <a:lnTo>
                    <a:pt x="155" y="4904"/>
                  </a:lnTo>
                  <a:lnTo>
                    <a:pt x="270" y="5329"/>
                  </a:lnTo>
                  <a:lnTo>
                    <a:pt x="463" y="5792"/>
                  </a:lnTo>
                  <a:lnTo>
                    <a:pt x="695" y="6178"/>
                  </a:lnTo>
                  <a:lnTo>
                    <a:pt x="1043" y="6178"/>
                  </a:lnTo>
                  <a:lnTo>
                    <a:pt x="888" y="5831"/>
                  </a:lnTo>
                  <a:lnTo>
                    <a:pt x="734" y="5483"/>
                  </a:lnTo>
                  <a:lnTo>
                    <a:pt x="657" y="5136"/>
                  </a:lnTo>
                  <a:lnTo>
                    <a:pt x="541" y="4788"/>
                  </a:lnTo>
                  <a:lnTo>
                    <a:pt x="502" y="4402"/>
                  </a:lnTo>
                  <a:lnTo>
                    <a:pt x="463" y="4055"/>
                  </a:lnTo>
                  <a:lnTo>
                    <a:pt x="463" y="3668"/>
                  </a:lnTo>
                  <a:lnTo>
                    <a:pt x="463" y="3321"/>
                  </a:lnTo>
                  <a:lnTo>
                    <a:pt x="541" y="2973"/>
                  </a:lnTo>
                  <a:lnTo>
                    <a:pt x="618" y="2626"/>
                  </a:lnTo>
                  <a:lnTo>
                    <a:pt x="734" y="2278"/>
                  </a:lnTo>
                  <a:lnTo>
                    <a:pt x="850" y="1931"/>
                  </a:lnTo>
                  <a:lnTo>
                    <a:pt x="1043" y="1622"/>
                  </a:lnTo>
                  <a:lnTo>
                    <a:pt x="1236" y="1313"/>
                  </a:lnTo>
                  <a:lnTo>
                    <a:pt x="1467" y="1004"/>
                  </a:lnTo>
                  <a:lnTo>
                    <a:pt x="1776" y="734"/>
                  </a:lnTo>
                  <a:lnTo>
                    <a:pt x="1969" y="579"/>
                  </a:lnTo>
                  <a:lnTo>
                    <a:pt x="2085" y="502"/>
                  </a:lnTo>
                  <a:lnTo>
                    <a:pt x="2201" y="463"/>
                  </a:lnTo>
                  <a:lnTo>
                    <a:pt x="2317" y="579"/>
                  </a:lnTo>
                  <a:lnTo>
                    <a:pt x="2433" y="811"/>
                  </a:lnTo>
                  <a:lnTo>
                    <a:pt x="2587" y="1197"/>
                  </a:lnTo>
                  <a:lnTo>
                    <a:pt x="2742" y="1583"/>
                  </a:lnTo>
                  <a:lnTo>
                    <a:pt x="2858" y="1931"/>
                  </a:lnTo>
                  <a:lnTo>
                    <a:pt x="2973" y="2317"/>
                  </a:lnTo>
                  <a:lnTo>
                    <a:pt x="3051" y="2703"/>
                  </a:lnTo>
                  <a:lnTo>
                    <a:pt x="3089" y="3089"/>
                  </a:lnTo>
                  <a:lnTo>
                    <a:pt x="3089" y="3437"/>
                  </a:lnTo>
                  <a:lnTo>
                    <a:pt x="3051" y="3784"/>
                  </a:lnTo>
                  <a:lnTo>
                    <a:pt x="3012" y="4132"/>
                  </a:lnTo>
                  <a:lnTo>
                    <a:pt x="2896" y="4479"/>
                  </a:lnTo>
                  <a:lnTo>
                    <a:pt x="2780" y="4788"/>
                  </a:lnTo>
                  <a:lnTo>
                    <a:pt x="2587" y="5136"/>
                  </a:lnTo>
                  <a:lnTo>
                    <a:pt x="2394" y="5445"/>
                  </a:lnTo>
                  <a:lnTo>
                    <a:pt x="2356" y="5522"/>
                  </a:lnTo>
                  <a:lnTo>
                    <a:pt x="2394" y="5638"/>
                  </a:lnTo>
                  <a:lnTo>
                    <a:pt x="2356" y="5715"/>
                  </a:lnTo>
                  <a:lnTo>
                    <a:pt x="2356" y="5754"/>
                  </a:lnTo>
                  <a:lnTo>
                    <a:pt x="2394" y="5792"/>
                  </a:lnTo>
                  <a:lnTo>
                    <a:pt x="2471" y="5792"/>
                  </a:lnTo>
                  <a:lnTo>
                    <a:pt x="2626" y="5715"/>
                  </a:lnTo>
                  <a:lnTo>
                    <a:pt x="2819" y="5676"/>
                  </a:lnTo>
                  <a:lnTo>
                    <a:pt x="3205" y="5676"/>
                  </a:lnTo>
                  <a:lnTo>
                    <a:pt x="3630" y="5715"/>
                  </a:lnTo>
                  <a:lnTo>
                    <a:pt x="4055" y="5792"/>
                  </a:lnTo>
                  <a:lnTo>
                    <a:pt x="4441" y="5947"/>
                  </a:lnTo>
                  <a:lnTo>
                    <a:pt x="4866" y="6101"/>
                  </a:lnTo>
                  <a:lnTo>
                    <a:pt x="5213" y="6256"/>
                  </a:lnTo>
                  <a:lnTo>
                    <a:pt x="5522" y="6449"/>
                  </a:lnTo>
                  <a:lnTo>
                    <a:pt x="5831" y="6642"/>
                  </a:lnTo>
                  <a:lnTo>
                    <a:pt x="6140" y="6835"/>
                  </a:lnTo>
                  <a:lnTo>
                    <a:pt x="6410" y="7067"/>
                  </a:lnTo>
                  <a:lnTo>
                    <a:pt x="6680" y="7337"/>
                  </a:lnTo>
                  <a:lnTo>
                    <a:pt x="6912" y="7607"/>
                  </a:lnTo>
                  <a:lnTo>
                    <a:pt x="7144" y="7877"/>
                  </a:lnTo>
                  <a:lnTo>
                    <a:pt x="7337" y="8186"/>
                  </a:lnTo>
                  <a:lnTo>
                    <a:pt x="7530" y="8534"/>
                  </a:lnTo>
                  <a:lnTo>
                    <a:pt x="7105" y="8650"/>
                  </a:lnTo>
                  <a:lnTo>
                    <a:pt x="6680" y="8727"/>
                  </a:lnTo>
                  <a:lnTo>
                    <a:pt x="6294" y="8766"/>
                  </a:lnTo>
                  <a:lnTo>
                    <a:pt x="5870" y="8804"/>
                  </a:lnTo>
                  <a:lnTo>
                    <a:pt x="5483" y="8804"/>
                  </a:lnTo>
                  <a:lnTo>
                    <a:pt x="5059" y="8727"/>
                  </a:lnTo>
                  <a:lnTo>
                    <a:pt x="4672" y="8611"/>
                  </a:lnTo>
                  <a:lnTo>
                    <a:pt x="4248" y="8457"/>
                  </a:lnTo>
                  <a:lnTo>
                    <a:pt x="3900" y="8264"/>
                  </a:lnTo>
                  <a:lnTo>
                    <a:pt x="3591" y="8071"/>
                  </a:lnTo>
                  <a:lnTo>
                    <a:pt x="3012" y="7607"/>
                  </a:lnTo>
                  <a:lnTo>
                    <a:pt x="2471" y="7105"/>
                  </a:lnTo>
                  <a:lnTo>
                    <a:pt x="1931" y="6565"/>
                  </a:lnTo>
                  <a:lnTo>
                    <a:pt x="1854" y="6526"/>
                  </a:lnTo>
                  <a:lnTo>
                    <a:pt x="1815" y="6487"/>
                  </a:lnTo>
                  <a:lnTo>
                    <a:pt x="1661" y="6526"/>
                  </a:lnTo>
                  <a:lnTo>
                    <a:pt x="1622" y="6526"/>
                  </a:lnTo>
                  <a:lnTo>
                    <a:pt x="1583" y="6565"/>
                  </a:lnTo>
                  <a:lnTo>
                    <a:pt x="1429" y="6835"/>
                  </a:lnTo>
                  <a:lnTo>
                    <a:pt x="1661" y="6873"/>
                  </a:lnTo>
                  <a:lnTo>
                    <a:pt x="2278" y="7491"/>
                  </a:lnTo>
                  <a:lnTo>
                    <a:pt x="2896" y="8071"/>
                  </a:lnTo>
                  <a:lnTo>
                    <a:pt x="3244" y="8341"/>
                  </a:lnTo>
                  <a:lnTo>
                    <a:pt x="3630" y="8573"/>
                  </a:lnTo>
                  <a:lnTo>
                    <a:pt x="3977" y="8766"/>
                  </a:lnTo>
                  <a:lnTo>
                    <a:pt x="4364" y="8959"/>
                  </a:lnTo>
                  <a:lnTo>
                    <a:pt x="4827" y="9113"/>
                  </a:lnTo>
                  <a:lnTo>
                    <a:pt x="5252" y="9190"/>
                  </a:lnTo>
                  <a:lnTo>
                    <a:pt x="5676" y="9229"/>
                  </a:lnTo>
                  <a:lnTo>
                    <a:pt x="6140" y="9229"/>
                  </a:lnTo>
                  <a:lnTo>
                    <a:pt x="6565" y="9152"/>
                  </a:lnTo>
                  <a:lnTo>
                    <a:pt x="6989" y="9074"/>
                  </a:lnTo>
                  <a:lnTo>
                    <a:pt x="7878" y="8843"/>
                  </a:lnTo>
                  <a:lnTo>
                    <a:pt x="7955" y="8804"/>
                  </a:lnTo>
                  <a:lnTo>
                    <a:pt x="7993" y="8727"/>
                  </a:lnTo>
                  <a:lnTo>
                    <a:pt x="8032" y="8650"/>
                  </a:lnTo>
                  <a:lnTo>
                    <a:pt x="7993" y="8534"/>
                  </a:lnTo>
                  <a:lnTo>
                    <a:pt x="7762" y="8109"/>
                  </a:lnTo>
                  <a:lnTo>
                    <a:pt x="7491" y="7684"/>
                  </a:lnTo>
                  <a:lnTo>
                    <a:pt x="7221" y="7298"/>
                  </a:lnTo>
                  <a:lnTo>
                    <a:pt x="6874" y="6912"/>
                  </a:lnTo>
                  <a:lnTo>
                    <a:pt x="6526" y="6603"/>
                  </a:lnTo>
                  <a:lnTo>
                    <a:pt x="6140" y="6294"/>
                  </a:lnTo>
                  <a:lnTo>
                    <a:pt x="5715" y="6024"/>
                  </a:lnTo>
                  <a:lnTo>
                    <a:pt x="5252" y="5792"/>
                  </a:lnTo>
                  <a:lnTo>
                    <a:pt x="4827" y="5638"/>
                  </a:lnTo>
                  <a:lnTo>
                    <a:pt x="4248" y="5445"/>
                  </a:lnTo>
                  <a:lnTo>
                    <a:pt x="3939" y="5367"/>
                  </a:lnTo>
                  <a:lnTo>
                    <a:pt x="3591" y="5290"/>
                  </a:lnTo>
                  <a:lnTo>
                    <a:pt x="3012" y="5290"/>
                  </a:lnTo>
                  <a:lnTo>
                    <a:pt x="3167" y="4981"/>
                  </a:lnTo>
                  <a:lnTo>
                    <a:pt x="3321" y="4634"/>
                  </a:lnTo>
                  <a:lnTo>
                    <a:pt x="3398" y="4286"/>
                  </a:lnTo>
                  <a:lnTo>
                    <a:pt x="3475" y="3939"/>
                  </a:lnTo>
                  <a:lnTo>
                    <a:pt x="3514" y="3591"/>
                  </a:lnTo>
                  <a:lnTo>
                    <a:pt x="3514" y="3205"/>
                  </a:lnTo>
                  <a:lnTo>
                    <a:pt x="3514" y="2858"/>
                  </a:lnTo>
                  <a:lnTo>
                    <a:pt x="3437" y="2471"/>
                  </a:lnTo>
                  <a:lnTo>
                    <a:pt x="3321" y="1969"/>
                  </a:lnTo>
                  <a:lnTo>
                    <a:pt x="3167" y="1467"/>
                  </a:lnTo>
                  <a:lnTo>
                    <a:pt x="2935" y="965"/>
                  </a:lnTo>
                  <a:lnTo>
                    <a:pt x="2703" y="502"/>
                  </a:lnTo>
                  <a:lnTo>
                    <a:pt x="2587" y="270"/>
                  </a:lnTo>
                  <a:lnTo>
                    <a:pt x="2471" y="116"/>
                  </a:lnTo>
                  <a:lnTo>
                    <a:pt x="2356" y="39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3" name="Google Shape;1713;p7"/>
            <p:cNvSpPr/>
            <p:nvPr/>
          </p:nvSpPr>
          <p:spPr>
            <a:xfrm>
              <a:off x="2331050" y="4488475"/>
              <a:ext cx="145775" cy="163175"/>
            </a:xfrm>
            <a:custGeom>
              <a:avLst/>
              <a:gdLst/>
              <a:ahLst/>
              <a:cxnLst/>
              <a:rect l="l" t="t" r="r" b="b"/>
              <a:pathLst>
                <a:path w="5831" h="6527" extrusionOk="0">
                  <a:moveTo>
                    <a:pt x="3321" y="502"/>
                  </a:moveTo>
                  <a:lnTo>
                    <a:pt x="3784" y="695"/>
                  </a:lnTo>
                  <a:lnTo>
                    <a:pt x="4248" y="1004"/>
                  </a:lnTo>
                  <a:lnTo>
                    <a:pt x="4595" y="1313"/>
                  </a:lnTo>
                  <a:lnTo>
                    <a:pt x="4904" y="1738"/>
                  </a:lnTo>
                  <a:lnTo>
                    <a:pt x="5174" y="2163"/>
                  </a:lnTo>
                  <a:lnTo>
                    <a:pt x="5252" y="2394"/>
                  </a:lnTo>
                  <a:lnTo>
                    <a:pt x="5329" y="2665"/>
                  </a:lnTo>
                  <a:lnTo>
                    <a:pt x="5367" y="2896"/>
                  </a:lnTo>
                  <a:lnTo>
                    <a:pt x="5367" y="3167"/>
                  </a:lnTo>
                  <a:lnTo>
                    <a:pt x="5367" y="3437"/>
                  </a:lnTo>
                  <a:lnTo>
                    <a:pt x="5329" y="3707"/>
                  </a:lnTo>
                  <a:lnTo>
                    <a:pt x="5213" y="4171"/>
                  </a:lnTo>
                  <a:lnTo>
                    <a:pt x="5020" y="4595"/>
                  </a:lnTo>
                  <a:lnTo>
                    <a:pt x="4750" y="4981"/>
                  </a:lnTo>
                  <a:lnTo>
                    <a:pt x="4441" y="5368"/>
                  </a:lnTo>
                  <a:lnTo>
                    <a:pt x="4055" y="5638"/>
                  </a:lnTo>
                  <a:lnTo>
                    <a:pt x="3630" y="5870"/>
                  </a:lnTo>
                  <a:lnTo>
                    <a:pt x="3398" y="5947"/>
                  </a:lnTo>
                  <a:lnTo>
                    <a:pt x="3166" y="6024"/>
                  </a:lnTo>
                  <a:lnTo>
                    <a:pt x="2935" y="6024"/>
                  </a:lnTo>
                  <a:lnTo>
                    <a:pt x="2703" y="6063"/>
                  </a:lnTo>
                  <a:lnTo>
                    <a:pt x="2394" y="6024"/>
                  </a:lnTo>
                  <a:lnTo>
                    <a:pt x="2085" y="5985"/>
                  </a:lnTo>
                  <a:lnTo>
                    <a:pt x="1815" y="5908"/>
                  </a:lnTo>
                  <a:lnTo>
                    <a:pt x="1583" y="5792"/>
                  </a:lnTo>
                  <a:lnTo>
                    <a:pt x="1390" y="5677"/>
                  </a:lnTo>
                  <a:lnTo>
                    <a:pt x="1197" y="5522"/>
                  </a:lnTo>
                  <a:lnTo>
                    <a:pt x="1004" y="5329"/>
                  </a:lnTo>
                  <a:lnTo>
                    <a:pt x="850" y="5136"/>
                  </a:lnTo>
                  <a:lnTo>
                    <a:pt x="734" y="4904"/>
                  </a:lnTo>
                  <a:lnTo>
                    <a:pt x="656" y="4673"/>
                  </a:lnTo>
                  <a:lnTo>
                    <a:pt x="541" y="4441"/>
                  </a:lnTo>
                  <a:lnTo>
                    <a:pt x="502" y="4209"/>
                  </a:lnTo>
                  <a:lnTo>
                    <a:pt x="425" y="3669"/>
                  </a:lnTo>
                  <a:lnTo>
                    <a:pt x="463" y="3128"/>
                  </a:lnTo>
                  <a:lnTo>
                    <a:pt x="579" y="2587"/>
                  </a:lnTo>
                  <a:lnTo>
                    <a:pt x="734" y="2085"/>
                  </a:lnTo>
                  <a:lnTo>
                    <a:pt x="1004" y="1622"/>
                  </a:lnTo>
                  <a:lnTo>
                    <a:pt x="1158" y="1390"/>
                  </a:lnTo>
                  <a:lnTo>
                    <a:pt x="1313" y="1197"/>
                  </a:lnTo>
                  <a:lnTo>
                    <a:pt x="1506" y="1043"/>
                  </a:lnTo>
                  <a:lnTo>
                    <a:pt x="1699" y="888"/>
                  </a:lnTo>
                  <a:lnTo>
                    <a:pt x="1931" y="734"/>
                  </a:lnTo>
                  <a:lnTo>
                    <a:pt x="2162" y="657"/>
                  </a:lnTo>
                  <a:lnTo>
                    <a:pt x="2394" y="579"/>
                  </a:lnTo>
                  <a:lnTo>
                    <a:pt x="2664" y="502"/>
                  </a:lnTo>
                  <a:lnTo>
                    <a:pt x="2935" y="502"/>
                  </a:lnTo>
                  <a:lnTo>
                    <a:pt x="3244" y="541"/>
                  </a:lnTo>
                  <a:lnTo>
                    <a:pt x="3282" y="502"/>
                  </a:lnTo>
                  <a:close/>
                  <a:moveTo>
                    <a:pt x="3128" y="0"/>
                  </a:moveTo>
                  <a:lnTo>
                    <a:pt x="3051" y="39"/>
                  </a:lnTo>
                  <a:lnTo>
                    <a:pt x="2973" y="116"/>
                  </a:lnTo>
                  <a:lnTo>
                    <a:pt x="2973" y="193"/>
                  </a:lnTo>
                  <a:lnTo>
                    <a:pt x="2664" y="155"/>
                  </a:lnTo>
                  <a:lnTo>
                    <a:pt x="2394" y="193"/>
                  </a:lnTo>
                  <a:lnTo>
                    <a:pt x="2124" y="232"/>
                  </a:lnTo>
                  <a:lnTo>
                    <a:pt x="1854" y="309"/>
                  </a:lnTo>
                  <a:lnTo>
                    <a:pt x="1622" y="425"/>
                  </a:lnTo>
                  <a:lnTo>
                    <a:pt x="1390" y="579"/>
                  </a:lnTo>
                  <a:lnTo>
                    <a:pt x="1197" y="734"/>
                  </a:lnTo>
                  <a:lnTo>
                    <a:pt x="965" y="927"/>
                  </a:lnTo>
                  <a:lnTo>
                    <a:pt x="811" y="1120"/>
                  </a:lnTo>
                  <a:lnTo>
                    <a:pt x="656" y="1352"/>
                  </a:lnTo>
                  <a:lnTo>
                    <a:pt x="386" y="1854"/>
                  </a:lnTo>
                  <a:lnTo>
                    <a:pt x="154" y="2394"/>
                  </a:lnTo>
                  <a:lnTo>
                    <a:pt x="39" y="2974"/>
                  </a:lnTo>
                  <a:lnTo>
                    <a:pt x="0" y="3591"/>
                  </a:lnTo>
                  <a:lnTo>
                    <a:pt x="0" y="3900"/>
                  </a:lnTo>
                  <a:lnTo>
                    <a:pt x="39" y="4209"/>
                  </a:lnTo>
                  <a:lnTo>
                    <a:pt x="116" y="4518"/>
                  </a:lnTo>
                  <a:lnTo>
                    <a:pt x="193" y="4788"/>
                  </a:lnTo>
                  <a:lnTo>
                    <a:pt x="270" y="5059"/>
                  </a:lnTo>
                  <a:lnTo>
                    <a:pt x="425" y="5329"/>
                  </a:lnTo>
                  <a:lnTo>
                    <a:pt x="579" y="5561"/>
                  </a:lnTo>
                  <a:lnTo>
                    <a:pt x="772" y="5754"/>
                  </a:lnTo>
                  <a:lnTo>
                    <a:pt x="965" y="5947"/>
                  </a:lnTo>
                  <a:lnTo>
                    <a:pt x="1197" y="6101"/>
                  </a:lnTo>
                  <a:lnTo>
                    <a:pt x="1467" y="6256"/>
                  </a:lnTo>
                  <a:lnTo>
                    <a:pt x="1738" y="6372"/>
                  </a:lnTo>
                  <a:lnTo>
                    <a:pt x="2085" y="6449"/>
                  </a:lnTo>
                  <a:lnTo>
                    <a:pt x="2394" y="6487"/>
                  </a:lnTo>
                  <a:lnTo>
                    <a:pt x="2742" y="6526"/>
                  </a:lnTo>
                  <a:lnTo>
                    <a:pt x="3012" y="6487"/>
                  </a:lnTo>
                  <a:lnTo>
                    <a:pt x="3321" y="6449"/>
                  </a:lnTo>
                  <a:lnTo>
                    <a:pt x="3630" y="6372"/>
                  </a:lnTo>
                  <a:lnTo>
                    <a:pt x="3900" y="6256"/>
                  </a:lnTo>
                  <a:lnTo>
                    <a:pt x="4170" y="6101"/>
                  </a:lnTo>
                  <a:lnTo>
                    <a:pt x="4402" y="5947"/>
                  </a:lnTo>
                  <a:lnTo>
                    <a:pt x="4634" y="5792"/>
                  </a:lnTo>
                  <a:lnTo>
                    <a:pt x="4866" y="5561"/>
                  </a:lnTo>
                  <a:lnTo>
                    <a:pt x="5059" y="5368"/>
                  </a:lnTo>
                  <a:lnTo>
                    <a:pt x="5252" y="5097"/>
                  </a:lnTo>
                  <a:lnTo>
                    <a:pt x="5406" y="4866"/>
                  </a:lnTo>
                  <a:lnTo>
                    <a:pt x="5522" y="4595"/>
                  </a:lnTo>
                  <a:lnTo>
                    <a:pt x="5638" y="4286"/>
                  </a:lnTo>
                  <a:lnTo>
                    <a:pt x="5754" y="4016"/>
                  </a:lnTo>
                  <a:lnTo>
                    <a:pt x="5792" y="3707"/>
                  </a:lnTo>
                  <a:lnTo>
                    <a:pt x="5831" y="3398"/>
                  </a:lnTo>
                  <a:lnTo>
                    <a:pt x="5831" y="3089"/>
                  </a:lnTo>
                  <a:lnTo>
                    <a:pt x="5792" y="2780"/>
                  </a:lnTo>
                  <a:lnTo>
                    <a:pt x="5754" y="2472"/>
                  </a:lnTo>
                  <a:lnTo>
                    <a:pt x="5638" y="2163"/>
                  </a:lnTo>
                  <a:lnTo>
                    <a:pt x="5522" y="1892"/>
                  </a:lnTo>
                  <a:lnTo>
                    <a:pt x="5406" y="1622"/>
                  </a:lnTo>
                  <a:lnTo>
                    <a:pt x="5213" y="1352"/>
                  </a:lnTo>
                  <a:lnTo>
                    <a:pt x="5020" y="1120"/>
                  </a:lnTo>
                  <a:lnTo>
                    <a:pt x="4827" y="888"/>
                  </a:lnTo>
                  <a:lnTo>
                    <a:pt x="4595" y="695"/>
                  </a:lnTo>
                  <a:lnTo>
                    <a:pt x="4364" y="502"/>
                  </a:lnTo>
                  <a:lnTo>
                    <a:pt x="4093" y="348"/>
                  </a:lnTo>
                  <a:lnTo>
                    <a:pt x="3823" y="193"/>
                  </a:lnTo>
                  <a:lnTo>
                    <a:pt x="3514" y="116"/>
                  </a:lnTo>
                  <a:lnTo>
                    <a:pt x="32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" name="Google Shape;1714;p7"/>
            <p:cNvSpPr/>
            <p:nvPr/>
          </p:nvSpPr>
          <p:spPr>
            <a:xfrm>
              <a:off x="3966375" y="4488475"/>
              <a:ext cx="350450" cy="288650"/>
            </a:xfrm>
            <a:custGeom>
              <a:avLst/>
              <a:gdLst/>
              <a:ahLst/>
              <a:cxnLst/>
              <a:rect l="l" t="t" r="r" b="b"/>
              <a:pathLst>
                <a:path w="14018" h="11546" extrusionOk="0">
                  <a:moveTo>
                    <a:pt x="11778" y="0"/>
                  </a:moveTo>
                  <a:lnTo>
                    <a:pt x="11469" y="77"/>
                  </a:lnTo>
                  <a:lnTo>
                    <a:pt x="11855" y="1931"/>
                  </a:lnTo>
                  <a:lnTo>
                    <a:pt x="12280" y="3746"/>
                  </a:lnTo>
                  <a:lnTo>
                    <a:pt x="11508" y="2780"/>
                  </a:lnTo>
                  <a:lnTo>
                    <a:pt x="10658" y="1892"/>
                  </a:lnTo>
                  <a:lnTo>
                    <a:pt x="10427" y="2085"/>
                  </a:lnTo>
                  <a:lnTo>
                    <a:pt x="11469" y="3437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8"/>
                  </a:lnTo>
                  <a:lnTo>
                    <a:pt x="13168" y="5522"/>
                  </a:lnTo>
                  <a:lnTo>
                    <a:pt x="13168" y="5522"/>
                  </a:lnTo>
                  <a:lnTo>
                    <a:pt x="13439" y="5715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0"/>
                  </a:lnTo>
                  <a:lnTo>
                    <a:pt x="13632" y="6681"/>
                  </a:lnTo>
                  <a:lnTo>
                    <a:pt x="13516" y="6912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4" y="7955"/>
                  </a:lnTo>
                  <a:lnTo>
                    <a:pt x="12203" y="8418"/>
                  </a:lnTo>
                  <a:lnTo>
                    <a:pt x="11740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1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1" y="11160"/>
                  </a:lnTo>
                  <a:lnTo>
                    <a:pt x="3630" y="11160"/>
                  </a:lnTo>
                  <a:lnTo>
                    <a:pt x="3013" y="11121"/>
                  </a:lnTo>
                  <a:lnTo>
                    <a:pt x="2356" y="11044"/>
                  </a:lnTo>
                  <a:lnTo>
                    <a:pt x="1661" y="10928"/>
                  </a:lnTo>
                  <a:lnTo>
                    <a:pt x="1352" y="10812"/>
                  </a:lnTo>
                  <a:lnTo>
                    <a:pt x="1082" y="10696"/>
                  </a:lnTo>
                  <a:lnTo>
                    <a:pt x="812" y="10542"/>
                  </a:lnTo>
                  <a:lnTo>
                    <a:pt x="618" y="10388"/>
                  </a:lnTo>
                  <a:lnTo>
                    <a:pt x="464" y="10194"/>
                  </a:lnTo>
                  <a:lnTo>
                    <a:pt x="348" y="9963"/>
                  </a:lnTo>
                  <a:lnTo>
                    <a:pt x="348" y="9731"/>
                  </a:lnTo>
                  <a:lnTo>
                    <a:pt x="387" y="9461"/>
                  </a:lnTo>
                  <a:lnTo>
                    <a:pt x="155" y="9422"/>
                  </a:lnTo>
                  <a:lnTo>
                    <a:pt x="39" y="9654"/>
                  </a:lnTo>
                  <a:lnTo>
                    <a:pt x="1" y="9886"/>
                  </a:lnTo>
                  <a:lnTo>
                    <a:pt x="39" y="10117"/>
                  </a:lnTo>
                  <a:lnTo>
                    <a:pt x="78" y="10310"/>
                  </a:lnTo>
                  <a:lnTo>
                    <a:pt x="194" y="10465"/>
                  </a:lnTo>
                  <a:lnTo>
                    <a:pt x="348" y="10619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7"/>
                  </a:lnTo>
                  <a:lnTo>
                    <a:pt x="2202" y="11353"/>
                  </a:lnTo>
                  <a:lnTo>
                    <a:pt x="2626" y="11430"/>
                  </a:lnTo>
                  <a:lnTo>
                    <a:pt x="3321" y="11507"/>
                  </a:lnTo>
                  <a:lnTo>
                    <a:pt x="3978" y="11546"/>
                  </a:lnTo>
                  <a:lnTo>
                    <a:pt x="4673" y="11546"/>
                  </a:lnTo>
                  <a:lnTo>
                    <a:pt x="5368" y="11507"/>
                  </a:lnTo>
                  <a:lnTo>
                    <a:pt x="6063" y="11430"/>
                  </a:lnTo>
                  <a:lnTo>
                    <a:pt x="6758" y="11314"/>
                  </a:lnTo>
                  <a:lnTo>
                    <a:pt x="7415" y="11160"/>
                  </a:lnTo>
                  <a:lnTo>
                    <a:pt x="8071" y="11005"/>
                  </a:lnTo>
                  <a:lnTo>
                    <a:pt x="8728" y="10774"/>
                  </a:lnTo>
                  <a:lnTo>
                    <a:pt x="9345" y="10542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2" y="9654"/>
                  </a:lnTo>
                  <a:lnTo>
                    <a:pt x="11701" y="9268"/>
                  </a:lnTo>
                  <a:lnTo>
                    <a:pt x="12242" y="8882"/>
                  </a:lnTo>
                  <a:lnTo>
                    <a:pt x="12744" y="8457"/>
                  </a:lnTo>
                  <a:lnTo>
                    <a:pt x="13168" y="8071"/>
                  </a:lnTo>
                  <a:lnTo>
                    <a:pt x="13554" y="7646"/>
                  </a:lnTo>
                  <a:lnTo>
                    <a:pt x="13748" y="7376"/>
                  </a:lnTo>
                  <a:lnTo>
                    <a:pt x="13863" y="7144"/>
                  </a:lnTo>
                  <a:lnTo>
                    <a:pt x="13979" y="6874"/>
                  </a:lnTo>
                  <a:lnTo>
                    <a:pt x="14018" y="6565"/>
                  </a:lnTo>
                  <a:lnTo>
                    <a:pt x="14018" y="6333"/>
                  </a:lnTo>
                  <a:lnTo>
                    <a:pt x="14018" y="6140"/>
                  </a:lnTo>
                  <a:lnTo>
                    <a:pt x="13941" y="5908"/>
                  </a:lnTo>
                  <a:lnTo>
                    <a:pt x="13863" y="5715"/>
                  </a:lnTo>
                  <a:lnTo>
                    <a:pt x="13748" y="5522"/>
                  </a:lnTo>
                  <a:lnTo>
                    <a:pt x="13593" y="5368"/>
                  </a:lnTo>
                  <a:lnTo>
                    <a:pt x="13439" y="5252"/>
                  </a:lnTo>
                  <a:lnTo>
                    <a:pt x="13246" y="5136"/>
                  </a:lnTo>
                  <a:lnTo>
                    <a:pt x="13091" y="5136"/>
                  </a:lnTo>
                  <a:lnTo>
                    <a:pt x="12821" y="3823"/>
                  </a:lnTo>
                  <a:lnTo>
                    <a:pt x="12512" y="2549"/>
                  </a:lnTo>
                  <a:lnTo>
                    <a:pt x="12164" y="1274"/>
                  </a:lnTo>
                  <a:lnTo>
                    <a:pt x="117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" name="Google Shape;1715;p7"/>
            <p:cNvSpPr/>
            <p:nvPr/>
          </p:nvSpPr>
          <p:spPr>
            <a:xfrm>
              <a:off x="1307750" y="4498125"/>
              <a:ext cx="103325" cy="105250"/>
            </a:xfrm>
            <a:custGeom>
              <a:avLst/>
              <a:gdLst/>
              <a:ahLst/>
              <a:cxnLst/>
              <a:rect l="l" t="t" r="r" b="b"/>
              <a:pathLst>
                <a:path w="4133" h="4210" extrusionOk="0">
                  <a:moveTo>
                    <a:pt x="2317" y="348"/>
                  </a:moveTo>
                  <a:lnTo>
                    <a:pt x="2665" y="425"/>
                  </a:lnTo>
                  <a:lnTo>
                    <a:pt x="2819" y="502"/>
                  </a:lnTo>
                  <a:lnTo>
                    <a:pt x="2974" y="618"/>
                  </a:lnTo>
                  <a:lnTo>
                    <a:pt x="3128" y="734"/>
                  </a:lnTo>
                  <a:lnTo>
                    <a:pt x="3244" y="850"/>
                  </a:lnTo>
                  <a:lnTo>
                    <a:pt x="3360" y="1043"/>
                  </a:lnTo>
                  <a:lnTo>
                    <a:pt x="3476" y="1197"/>
                  </a:lnTo>
                  <a:lnTo>
                    <a:pt x="3514" y="1236"/>
                  </a:lnTo>
                  <a:lnTo>
                    <a:pt x="3630" y="1545"/>
                  </a:lnTo>
                  <a:lnTo>
                    <a:pt x="3707" y="1815"/>
                  </a:lnTo>
                  <a:lnTo>
                    <a:pt x="3746" y="2086"/>
                  </a:lnTo>
                  <a:lnTo>
                    <a:pt x="3746" y="2356"/>
                  </a:lnTo>
                  <a:lnTo>
                    <a:pt x="3707" y="2626"/>
                  </a:lnTo>
                  <a:lnTo>
                    <a:pt x="3630" y="2896"/>
                  </a:lnTo>
                  <a:lnTo>
                    <a:pt x="3514" y="3128"/>
                  </a:lnTo>
                  <a:lnTo>
                    <a:pt x="3283" y="3398"/>
                  </a:lnTo>
                  <a:lnTo>
                    <a:pt x="3012" y="3591"/>
                  </a:lnTo>
                  <a:lnTo>
                    <a:pt x="2703" y="3746"/>
                  </a:lnTo>
                  <a:lnTo>
                    <a:pt x="2356" y="3823"/>
                  </a:lnTo>
                  <a:lnTo>
                    <a:pt x="2008" y="3862"/>
                  </a:lnTo>
                  <a:lnTo>
                    <a:pt x="1661" y="3785"/>
                  </a:lnTo>
                  <a:lnTo>
                    <a:pt x="1313" y="3669"/>
                  </a:lnTo>
                  <a:lnTo>
                    <a:pt x="1004" y="3476"/>
                  </a:lnTo>
                  <a:lnTo>
                    <a:pt x="734" y="3244"/>
                  </a:lnTo>
                  <a:lnTo>
                    <a:pt x="579" y="2935"/>
                  </a:lnTo>
                  <a:lnTo>
                    <a:pt x="425" y="2665"/>
                  </a:lnTo>
                  <a:lnTo>
                    <a:pt x="386" y="2317"/>
                  </a:lnTo>
                  <a:lnTo>
                    <a:pt x="348" y="2008"/>
                  </a:lnTo>
                  <a:lnTo>
                    <a:pt x="386" y="1661"/>
                  </a:lnTo>
                  <a:lnTo>
                    <a:pt x="502" y="1352"/>
                  </a:lnTo>
                  <a:lnTo>
                    <a:pt x="657" y="1043"/>
                  </a:lnTo>
                  <a:lnTo>
                    <a:pt x="888" y="811"/>
                  </a:lnTo>
                  <a:lnTo>
                    <a:pt x="1197" y="580"/>
                  </a:lnTo>
                  <a:lnTo>
                    <a:pt x="1545" y="425"/>
                  </a:lnTo>
                  <a:lnTo>
                    <a:pt x="1931" y="348"/>
                  </a:lnTo>
                  <a:close/>
                  <a:moveTo>
                    <a:pt x="2201" y="0"/>
                  </a:moveTo>
                  <a:lnTo>
                    <a:pt x="1815" y="39"/>
                  </a:lnTo>
                  <a:lnTo>
                    <a:pt x="1468" y="116"/>
                  </a:lnTo>
                  <a:lnTo>
                    <a:pt x="1120" y="232"/>
                  </a:lnTo>
                  <a:lnTo>
                    <a:pt x="927" y="348"/>
                  </a:lnTo>
                  <a:lnTo>
                    <a:pt x="773" y="464"/>
                  </a:lnTo>
                  <a:lnTo>
                    <a:pt x="579" y="618"/>
                  </a:lnTo>
                  <a:lnTo>
                    <a:pt x="464" y="773"/>
                  </a:lnTo>
                  <a:lnTo>
                    <a:pt x="232" y="1159"/>
                  </a:lnTo>
                  <a:lnTo>
                    <a:pt x="78" y="1545"/>
                  </a:lnTo>
                  <a:lnTo>
                    <a:pt x="0" y="1970"/>
                  </a:lnTo>
                  <a:lnTo>
                    <a:pt x="0" y="2394"/>
                  </a:lnTo>
                  <a:lnTo>
                    <a:pt x="116" y="2858"/>
                  </a:lnTo>
                  <a:lnTo>
                    <a:pt x="193" y="3051"/>
                  </a:lnTo>
                  <a:lnTo>
                    <a:pt x="309" y="3244"/>
                  </a:lnTo>
                  <a:lnTo>
                    <a:pt x="579" y="3553"/>
                  </a:lnTo>
                  <a:lnTo>
                    <a:pt x="888" y="3823"/>
                  </a:lnTo>
                  <a:lnTo>
                    <a:pt x="1236" y="4016"/>
                  </a:lnTo>
                  <a:lnTo>
                    <a:pt x="1622" y="4171"/>
                  </a:lnTo>
                  <a:lnTo>
                    <a:pt x="2047" y="4209"/>
                  </a:lnTo>
                  <a:lnTo>
                    <a:pt x="2472" y="4209"/>
                  </a:lnTo>
                  <a:lnTo>
                    <a:pt x="2858" y="4093"/>
                  </a:lnTo>
                  <a:lnTo>
                    <a:pt x="3244" y="3939"/>
                  </a:lnTo>
                  <a:lnTo>
                    <a:pt x="3398" y="3823"/>
                  </a:lnTo>
                  <a:lnTo>
                    <a:pt x="3553" y="3669"/>
                  </a:lnTo>
                  <a:lnTo>
                    <a:pt x="3707" y="3514"/>
                  </a:lnTo>
                  <a:lnTo>
                    <a:pt x="3823" y="3321"/>
                  </a:lnTo>
                  <a:lnTo>
                    <a:pt x="4016" y="2935"/>
                  </a:lnTo>
                  <a:lnTo>
                    <a:pt x="4132" y="2510"/>
                  </a:lnTo>
                  <a:lnTo>
                    <a:pt x="4132" y="2047"/>
                  </a:lnTo>
                  <a:lnTo>
                    <a:pt x="4132" y="1854"/>
                  </a:lnTo>
                  <a:lnTo>
                    <a:pt x="4055" y="1622"/>
                  </a:lnTo>
                  <a:lnTo>
                    <a:pt x="4016" y="1429"/>
                  </a:lnTo>
                  <a:lnTo>
                    <a:pt x="3900" y="1236"/>
                  </a:lnTo>
                  <a:lnTo>
                    <a:pt x="3785" y="1082"/>
                  </a:lnTo>
                  <a:lnTo>
                    <a:pt x="3630" y="927"/>
                  </a:lnTo>
                  <a:lnTo>
                    <a:pt x="3591" y="888"/>
                  </a:lnTo>
                  <a:lnTo>
                    <a:pt x="3553" y="734"/>
                  </a:lnTo>
                  <a:lnTo>
                    <a:pt x="3437" y="580"/>
                  </a:lnTo>
                  <a:lnTo>
                    <a:pt x="3360" y="425"/>
                  </a:lnTo>
                  <a:lnTo>
                    <a:pt x="3244" y="348"/>
                  </a:lnTo>
                  <a:lnTo>
                    <a:pt x="3089" y="232"/>
                  </a:lnTo>
                  <a:lnTo>
                    <a:pt x="2935" y="155"/>
                  </a:lnTo>
                  <a:lnTo>
                    <a:pt x="2587" y="39"/>
                  </a:lnTo>
                  <a:lnTo>
                    <a:pt x="220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" name="Google Shape;1716;p7"/>
            <p:cNvSpPr/>
            <p:nvPr/>
          </p:nvSpPr>
          <p:spPr>
            <a:xfrm>
              <a:off x="6468625" y="4526125"/>
              <a:ext cx="329200" cy="242325"/>
            </a:xfrm>
            <a:custGeom>
              <a:avLst/>
              <a:gdLst/>
              <a:ahLst/>
              <a:cxnLst/>
              <a:rect l="l" t="t" r="r" b="b"/>
              <a:pathLst>
                <a:path w="13168" h="9693" extrusionOk="0">
                  <a:moveTo>
                    <a:pt x="5368" y="618"/>
                  </a:moveTo>
                  <a:lnTo>
                    <a:pt x="5947" y="772"/>
                  </a:lnTo>
                  <a:lnTo>
                    <a:pt x="6526" y="1004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2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6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1" y="3707"/>
                  </a:lnTo>
                  <a:lnTo>
                    <a:pt x="8573" y="3707"/>
                  </a:lnTo>
                  <a:lnTo>
                    <a:pt x="7723" y="3823"/>
                  </a:lnTo>
                  <a:lnTo>
                    <a:pt x="6874" y="3900"/>
                  </a:lnTo>
                  <a:lnTo>
                    <a:pt x="6410" y="3939"/>
                  </a:lnTo>
                  <a:lnTo>
                    <a:pt x="6179" y="3939"/>
                  </a:lnTo>
                  <a:lnTo>
                    <a:pt x="5986" y="3900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6" y="2626"/>
                  </a:lnTo>
                  <a:lnTo>
                    <a:pt x="5368" y="1969"/>
                  </a:lnTo>
                  <a:lnTo>
                    <a:pt x="5368" y="618"/>
                  </a:lnTo>
                  <a:close/>
                  <a:moveTo>
                    <a:pt x="2781" y="888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8" y="3707"/>
                  </a:lnTo>
                  <a:lnTo>
                    <a:pt x="2510" y="3862"/>
                  </a:lnTo>
                  <a:lnTo>
                    <a:pt x="2433" y="4016"/>
                  </a:lnTo>
                  <a:lnTo>
                    <a:pt x="2317" y="4132"/>
                  </a:lnTo>
                  <a:lnTo>
                    <a:pt x="2124" y="4209"/>
                  </a:lnTo>
                  <a:lnTo>
                    <a:pt x="1892" y="4286"/>
                  </a:lnTo>
                  <a:lnTo>
                    <a:pt x="1545" y="4286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6" y="4016"/>
                  </a:lnTo>
                  <a:lnTo>
                    <a:pt x="502" y="3514"/>
                  </a:lnTo>
                  <a:lnTo>
                    <a:pt x="657" y="3012"/>
                  </a:lnTo>
                  <a:lnTo>
                    <a:pt x="888" y="2549"/>
                  </a:lnTo>
                  <a:lnTo>
                    <a:pt x="1159" y="2124"/>
                  </a:lnTo>
                  <a:lnTo>
                    <a:pt x="1506" y="1738"/>
                  </a:lnTo>
                  <a:lnTo>
                    <a:pt x="1892" y="1429"/>
                  </a:lnTo>
                  <a:lnTo>
                    <a:pt x="2317" y="1120"/>
                  </a:lnTo>
                  <a:lnTo>
                    <a:pt x="2781" y="888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3" y="5985"/>
                  </a:lnTo>
                  <a:lnTo>
                    <a:pt x="11430" y="6140"/>
                  </a:lnTo>
                  <a:lnTo>
                    <a:pt x="11353" y="6217"/>
                  </a:lnTo>
                  <a:lnTo>
                    <a:pt x="11237" y="6256"/>
                  </a:lnTo>
                  <a:lnTo>
                    <a:pt x="11083" y="6294"/>
                  </a:lnTo>
                  <a:lnTo>
                    <a:pt x="10928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19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2" y="0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5" y="386"/>
                  </a:lnTo>
                  <a:lnTo>
                    <a:pt x="2240" y="579"/>
                  </a:lnTo>
                  <a:lnTo>
                    <a:pt x="1854" y="811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8" y="1661"/>
                  </a:lnTo>
                  <a:lnTo>
                    <a:pt x="618" y="2008"/>
                  </a:lnTo>
                  <a:lnTo>
                    <a:pt x="425" y="2394"/>
                  </a:lnTo>
                  <a:lnTo>
                    <a:pt x="232" y="2780"/>
                  </a:lnTo>
                  <a:lnTo>
                    <a:pt x="116" y="3205"/>
                  </a:lnTo>
                  <a:lnTo>
                    <a:pt x="39" y="3669"/>
                  </a:lnTo>
                  <a:lnTo>
                    <a:pt x="0" y="4093"/>
                  </a:lnTo>
                  <a:lnTo>
                    <a:pt x="39" y="4557"/>
                  </a:lnTo>
                  <a:lnTo>
                    <a:pt x="348" y="4595"/>
                  </a:lnTo>
                  <a:lnTo>
                    <a:pt x="386" y="4286"/>
                  </a:lnTo>
                  <a:lnTo>
                    <a:pt x="966" y="4518"/>
                  </a:lnTo>
                  <a:lnTo>
                    <a:pt x="1313" y="4595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79"/>
                  </a:lnTo>
                  <a:lnTo>
                    <a:pt x="2742" y="4402"/>
                  </a:lnTo>
                  <a:lnTo>
                    <a:pt x="2858" y="4248"/>
                  </a:lnTo>
                  <a:lnTo>
                    <a:pt x="2896" y="4132"/>
                  </a:lnTo>
                  <a:lnTo>
                    <a:pt x="2974" y="3977"/>
                  </a:lnTo>
                  <a:lnTo>
                    <a:pt x="3012" y="3630"/>
                  </a:lnTo>
                  <a:lnTo>
                    <a:pt x="3012" y="2973"/>
                  </a:lnTo>
                  <a:lnTo>
                    <a:pt x="3128" y="772"/>
                  </a:lnTo>
                  <a:lnTo>
                    <a:pt x="3514" y="657"/>
                  </a:lnTo>
                  <a:lnTo>
                    <a:pt x="3939" y="579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8" y="579"/>
                  </a:lnTo>
                  <a:lnTo>
                    <a:pt x="5020" y="1661"/>
                  </a:lnTo>
                  <a:lnTo>
                    <a:pt x="5059" y="2703"/>
                  </a:lnTo>
                  <a:lnTo>
                    <a:pt x="5098" y="3398"/>
                  </a:lnTo>
                  <a:lnTo>
                    <a:pt x="5175" y="3746"/>
                  </a:lnTo>
                  <a:lnTo>
                    <a:pt x="5213" y="3900"/>
                  </a:lnTo>
                  <a:lnTo>
                    <a:pt x="5291" y="4055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6"/>
                  </a:lnTo>
                  <a:lnTo>
                    <a:pt x="5870" y="4325"/>
                  </a:lnTo>
                  <a:lnTo>
                    <a:pt x="6217" y="4325"/>
                  </a:lnTo>
                  <a:lnTo>
                    <a:pt x="6565" y="4286"/>
                  </a:lnTo>
                  <a:lnTo>
                    <a:pt x="7607" y="4209"/>
                  </a:lnTo>
                  <a:lnTo>
                    <a:pt x="8650" y="4093"/>
                  </a:lnTo>
                  <a:lnTo>
                    <a:pt x="8650" y="4479"/>
                  </a:lnTo>
                  <a:lnTo>
                    <a:pt x="8611" y="4866"/>
                  </a:lnTo>
                  <a:lnTo>
                    <a:pt x="8611" y="4904"/>
                  </a:lnTo>
                  <a:lnTo>
                    <a:pt x="8611" y="5020"/>
                  </a:lnTo>
                  <a:lnTo>
                    <a:pt x="8650" y="5097"/>
                  </a:lnTo>
                  <a:lnTo>
                    <a:pt x="8766" y="5097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6" y="4943"/>
                  </a:lnTo>
                  <a:lnTo>
                    <a:pt x="9191" y="4904"/>
                  </a:lnTo>
                  <a:lnTo>
                    <a:pt x="9384" y="4904"/>
                  </a:lnTo>
                  <a:lnTo>
                    <a:pt x="9809" y="4981"/>
                  </a:lnTo>
                  <a:lnTo>
                    <a:pt x="10195" y="5097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1" y="5445"/>
                  </a:lnTo>
                  <a:lnTo>
                    <a:pt x="10272" y="5599"/>
                  </a:lnTo>
                  <a:lnTo>
                    <a:pt x="10233" y="5754"/>
                  </a:lnTo>
                  <a:lnTo>
                    <a:pt x="10233" y="5908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7"/>
                  </a:lnTo>
                  <a:lnTo>
                    <a:pt x="10697" y="6603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3"/>
                  </a:lnTo>
                  <a:lnTo>
                    <a:pt x="11546" y="6526"/>
                  </a:lnTo>
                  <a:lnTo>
                    <a:pt x="11739" y="6410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2"/>
                  </a:lnTo>
                  <a:lnTo>
                    <a:pt x="12396" y="7221"/>
                  </a:lnTo>
                  <a:lnTo>
                    <a:pt x="12473" y="7569"/>
                  </a:lnTo>
                  <a:lnTo>
                    <a:pt x="12550" y="7916"/>
                  </a:lnTo>
                  <a:lnTo>
                    <a:pt x="12550" y="8264"/>
                  </a:lnTo>
                  <a:lnTo>
                    <a:pt x="12589" y="8997"/>
                  </a:lnTo>
                  <a:lnTo>
                    <a:pt x="12512" y="8997"/>
                  </a:lnTo>
                  <a:lnTo>
                    <a:pt x="12434" y="9075"/>
                  </a:lnTo>
                  <a:lnTo>
                    <a:pt x="12396" y="9113"/>
                  </a:lnTo>
                  <a:lnTo>
                    <a:pt x="12357" y="9190"/>
                  </a:lnTo>
                  <a:lnTo>
                    <a:pt x="11469" y="9306"/>
                  </a:lnTo>
                  <a:lnTo>
                    <a:pt x="11469" y="9692"/>
                  </a:lnTo>
                  <a:lnTo>
                    <a:pt x="12125" y="9654"/>
                  </a:lnTo>
                  <a:lnTo>
                    <a:pt x="12820" y="9615"/>
                  </a:lnTo>
                  <a:lnTo>
                    <a:pt x="12936" y="9577"/>
                  </a:lnTo>
                  <a:lnTo>
                    <a:pt x="13014" y="9499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7"/>
                  </a:lnTo>
                  <a:lnTo>
                    <a:pt x="13168" y="8766"/>
                  </a:lnTo>
                  <a:lnTo>
                    <a:pt x="13168" y="8495"/>
                  </a:lnTo>
                  <a:lnTo>
                    <a:pt x="13168" y="8225"/>
                  </a:lnTo>
                  <a:lnTo>
                    <a:pt x="13091" y="7723"/>
                  </a:lnTo>
                  <a:lnTo>
                    <a:pt x="12936" y="7182"/>
                  </a:lnTo>
                  <a:lnTo>
                    <a:pt x="12743" y="6680"/>
                  </a:lnTo>
                  <a:lnTo>
                    <a:pt x="12434" y="6217"/>
                  </a:lnTo>
                  <a:lnTo>
                    <a:pt x="12125" y="5792"/>
                  </a:lnTo>
                  <a:lnTo>
                    <a:pt x="11778" y="5445"/>
                  </a:lnTo>
                  <a:lnTo>
                    <a:pt x="11315" y="5097"/>
                  </a:lnTo>
                  <a:lnTo>
                    <a:pt x="10967" y="4904"/>
                  </a:lnTo>
                  <a:lnTo>
                    <a:pt x="10619" y="4750"/>
                  </a:lnTo>
                  <a:lnTo>
                    <a:pt x="10272" y="4595"/>
                  </a:lnTo>
                  <a:lnTo>
                    <a:pt x="9886" y="4479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7"/>
                  </a:lnTo>
                  <a:lnTo>
                    <a:pt x="9229" y="3514"/>
                  </a:lnTo>
                  <a:lnTo>
                    <a:pt x="9152" y="3089"/>
                  </a:lnTo>
                  <a:lnTo>
                    <a:pt x="8998" y="2665"/>
                  </a:lnTo>
                  <a:lnTo>
                    <a:pt x="8805" y="2278"/>
                  </a:lnTo>
                  <a:lnTo>
                    <a:pt x="8534" y="1931"/>
                  </a:lnTo>
                  <a:lnTo>
                    <a:pt x="8225" y="1583"/>
                  </a:lnTo>
                  <a:lnTo>
                    <a:pt x="7839" y="1274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9" y="348"/>
                  </a:lnTo>
                  <a:lnTo>
                    <a:pt x="5715" y="193"/>
                  </a:lnTo>
                  <a:lnTo>
                    <a:pt x="5291" y="77"/>
                  </a:lnTo>
                  <a:lnTo>
                    <a:pt x="4827" y="39"/>
                  </a:lnTo>
                  <a:lnTo>
                    <a:pt x="440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" name="Google Shape;1717;p7"/>
            <p:cNvSpPr/>
            <p:nvPr/>
          </p:nvSpPr>
          <p:spPr>
            <a:xfrm>
              <a:off x="4200000" y="4529000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5" y="1"/>
                  </a:moveTo>
                  <a:lnTo>
                    <a:pt x="348" y="889"/>
                  </a:lnTo>
                  <a:lnTo>
                    <a:pt x="232" y="1816"/>
                  </a:lnTo>
                  <a:lnTo>
                    <a:pt x="155" y="3631"/>
                  </a:lnTo>
                  <a:lnTo>
                    <a:pt x="0" y="7261"/>
                  </a:lnTo>
                  <a:lnTo>
                    <a:pt x="193" y="7261"/>
                  </a:lnTo>
                  <a:lnTo>
                    <a:pt x="425" y="5484"/>
                  </a:lnTo>
                  <a:lnTo>
                    <a:pt x="580" y="3669"/>
                  </a:lnTo>
                  <a:lnTo>
                    <a:pt x="695" y="1854"/>
                  </a:lnTo>
                  <a:lnTo>
                    <a:pt x="695" y="928"/>
                  </a:lnTo>
                  <a:lnTo>
                    <a:pt x="695" y="40"/>
                  </a:lnTo>
                  <a:lnTo>
                    <a:pt x="42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" name="Google Shape;1718;p7"/>
            <p:cNvSpPr/>
            <p:nvPr/>
          </p:nvSpPr>
          <p:spPr>
            <a:xfrm>
              <a:off x="6500475" y="4539625"/>
              <a:ext cx="254875" cy="267450"/>
            </a:xfrm>
            <a:custGeom>
              <a:avLst/>
              <a:gdLst/>
              <a:ahLst/>
              <a:cxnLst/>
              <a:rect l="l" t="t" r="r" b="b"/>
              <a:pathLst>
                <a:path w="10195" h="10698" extrusionOk="0">
                  <a:moveTo>
                    <a:pt x="8264" y="7299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59" y="7569"/>
                  </a:lnTo>
                  <a:lnTo>
                    <a:pt x="9152" y="7724"/>
                  </a:lnTo>
                  <a:lnTo>
                    <a:pt x="9345" y="7917"/>
                  </a:lnTo>
                  <a:lnTo>
                    <a:pt x="9500" y="8110"/>
                  </a:lnTo>
                  <a:lnTo>
                    <a:pt x="9616" y="8342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2"/>
                  </a:lnTo>
                  <a:lnTo>
                    <a:pt x="9539" y="9423"/>
                  </a:lnTo>
                  <a:lnTo>
                    <a:pt x="9384" y="9654"/>
                  </a:lnTo>
                  <a:lnTo>
                    <a:pt x="9191" y="9848"/>
                  </a:lnTo>
                  <a:lnTo>
                    <a:pt x="8959" y="10041"/>
                  </a:lnTo>
                  <a:lnTo>
                    <a:pt x="8689" y="10118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39" y="10079"/>
                  </a:lnTo>
                  <a:lnTo>
                    <a:pt x="7608" y="9963"/>
                  </a:lnTo>
                  <a:lnTo>
                    <a:pt x="7376" y="9809"/>
                  </a:lnTo>
                  <a:lnTo>
                    <a:pt x="7183" y="9577"/>
                  </a:lnTo>
                  <a:lnTo>
                    <a:pt x="7029" y="9346"/>
                  </a:lnTo>
                  <a:lnTo>
                    <a:pt x="6951" y="9075"/>
                  </a:lnTo>
                  <a:lnTo>
                    <a:pt x="6913" y="8805"/>
                  </a:lnTo>
                  <a:lnTo>
                    <a:pt x="6951" y="8535"/>
                  </a:lnTo>
                  <a:lnTo>
                    <a:pt x="7029" y="8264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4"/>
                  </a:lnTo>
                  <a:lnTo>
                    <a:pt x="7724" y="7569"/>
                  </a:lnTo>
                  <a:lnTo>
                    <a:pt x="8148" y="7338"/>
                  </a:lnTo>
                  <a:lnTo>
                    <a:pt x="8226" y="7299"/>
                  </a:lnTo>
                  <a:close/>
                  <a:moveTo>
                    <a:pt x="2858" y="1"/>
                  </a:moveTo>
                  <a:lnTo>
                    <a:pt x="2665" y="39"/>
                  </a:lnTo>
                  <a:lnTo>
                    <a:pt x="2665" y="78"/>
                  </a:lnTo>
                  <a:lnTo>
                    <a:pt x="2626" y="1352"/>
                  </a:lnTo>
                  <a:lnTo>
                    <a:pt x="2626" y="2588"/>
                  </a:lnTo>
                  <a:lnTo>
                    <a:pt x="2665" y="3824"/>
                  </a:lnTo>
                  <a:lnTo>
                    <a:pt x="2704" y="5098"/>
                  </a:lnTo>
                  <a:lnTo>
                    <a:pt x="2897" y="7492"/>
                  </a:lnTo>
                  <a:lnTo>
                    <a:pt x="2897" y="8148"/>
                  </a:lnTo>
                  <a:lnTo>
                    <a:pt x="2935" y="8457"/>
                  </a:lnTo>
                  <a:lnTo>
                    <a:pt x="2974" y="8612"/>
                  </a:lnTo>
                  <a:lnTo>
                    <a:pt x="3051" y="8766"/>
                  </a:lnTo>
                  <a:lnTo>
                    <a:pt x="1545" y="8728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7"/>
                  </a:lnTo>
                  <a:lnTo>
                    <a:pt x="773" y="9114"/>
                  </a:lnTo>
                  <a:lnTo>
                    <a:pt x="1545" y="9152"/>
                  </a:lnTo>
                  <a:lnTo>
                    <a:pt x="3128" y="9230"/>
                  </a:lnTo>
                  <a:lnTo>
                    <a:pt x="4828" y="9307"/>
                  </a:lnTo>
                  <a:lnTo>
                    <a:pt x="5677" y="9307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8"/>
                  </a:lnTo>
                  <a:lnTo>
                    <a:pt x="6990" y="10079"/>
                  </a:lnTo>
                  <a:lnTo>
                    <a:pt x="7222" y="10311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7"/>
                  </a:lnTo>
                  <a:lnTo>
                    <a:pt x="8728" y="10620"/>
                  </a:lnTo>
                  <a:lnTo>
                    <a:pt x="9037" y="10543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3"/>
                  </a:lnTo>
                  <a:lnTo>
                    <a:pt x="10156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6" y="8419"/>
                  </a:lnTo>
                  <a:lnTo>
                    <a:pt x="10041" y="8071"/>
                  </a:lnTo>
                  <a:lnTo>
                    <a:pt x="9847" y="7762"/>
                  </a:lnTo>
                  <a:lnTo>
                    <a:pt x="9616" y="7492"/>
                  </a:lnTo>
                  <a:lnTo>
                    <a:pt x="9307" y="7260"/>
                  </a:lnTo>
                  <a:lnTo>
                    <a:pt x="8998" y="7106"/>
                  </a:lnTo>
                  <a:lnTo>
                    <a:pt x="8650" y="7029"/>
                  </a:lnTo>
                  <a:lnTo>
                    <a:pt x="8303" y="7029"/>
                  </a:lnTo>
                  <a:lnTo>
                    <a:pt x="8187" y="7067"/>
                  </a:lnTo>
                  <a:lnTo>
                    <a:pt x="8148" y="7029"/>
                  </a:lnTo>
                  <a:lnTo>
                    <a:pt x="8071" y="6990"/>
                  </a:lnTo>
                  <a:lnTo>
                    <a:pt x="7917" y="6990"/>
                  </a:lnTo>
                  <a:lnTo>
                    <a:pt x="7724" y="7029"/>
                  </a:lnTo>
                  <a:lnTo>
                    <a:pt x="7415" y="7144"/>
                  </a:lnTo>
                  <a:lnTo>
                    <a:pt x="7144" y="7338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49" y="8535"/>
                  </a:lnTo>
                  <a:lnTo>
                    <a:pt x="6449" y="8844"/>
                  </a:lnTo>
                  <a:lnTo>
                    <a:pt x="5716" y="8805"/>
                  </a:lnTo>
                  <a:lnTo>
                    <a:pt x="4943" y="8766"/>
                  </a:lnTo>
                  <a:lnTo>
                    <a:pt x="3476" y="8766"/>
                  </a:lnTo>
                  <a:lnTo>
                    <a:pt x="3476" y="8728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7" y="8535"/>
                  </a:lnTo>
                  <a:lnTo>
                    <a:pt x="3360" y="8496"/>
                  </a:lnTo>
                  <a:lnTo>
                    <a:pt x="3283" y="8496"/>
                  </a:lnTo>
                  <a:lnTo>
                    <a:pt x="3206" y="8535"/>
                  </a:lnTo>
                  <a:lnTo>
                    <a:pt x="3206" y="8535"/>
                  </a:lnTo>
                  <a:lnTo>
                    <a:pt x="3283" y="8380"/>
                  </a:lnTo>
                  <a:lnTo>
                    <a:pt x="3283" y="8226"/>
                  </a:lnTo>
                  <a:lnTo>
                    <a:pt x="3283" y="8110"/>
                  </a:lnTo>
                  <a:lnTo>
                    <a:pt x="3283" y="7955"/>
                  </a:lnTo>
                  <a:lnTo>
                    <a:pt x="3206" y="7338"/>
                  </a:lnTo>
                  <a:lnTo>
                    <a:pt x="3128" y="6449"/>
                  </a:lnTo>
                  <a:lnTo>
                    <a:pt x="3013" y="4326"/>
                  </a:lnTo>
                  <a:lnTo>
                    <a:pt x="2935" y="2202"/>
                  </a:lnTo>
                  <a:lnTo>
                    <a:pt x="2897" y="78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" name="Google Shape;1719;p7"/>
            <p:cNvSpPr/>
            <p:nvPr/>
          </p:nvSpPr>
          <p:spPr>
            <a:xfrm>
              <a:off x="5490700" y="4546400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8" y="0"/>
                  </a:moveTo>
                  <a:lnTo>
                    <a:pt x="0" y="579"/>
                  </a:lnTo>
                  <a:lnTo>
                    <a:pt x="0" y="1197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8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6"/>
                  </a:lnTo>
                  <a:lnTo>
                    <a:pt x="1970" y="5947"/>
                  </a:lnTo>
                  <a:lnTo>
                    <a:pt x="2433" y="6410"/>
                  </a:lnTo>
                  <a:lnTo>
                    <a:pt x="2974" y="6873"/>
                  </a:lnTo>
                  <a:lnTo>
                    <a:pt x="3514" y="7260"/>
                  </a:lnTo>
                  <a:lnTo>
                    <a:pt x="4094" y="7646"/>
                  </a:lnTo>
                  <a:lnTo>
                    <a:pt x="4712" y="7955"/>
                  </a:lnTo>
                  <a:lnTo>
                    <a:pt x="5329" y="8225"/>
                  </a:lnTo>
                  <a:lnTo>
                    <a:pt x="5986" y="8495"/>
                  </a:lnTo>
                  <a:lnTo>
                    <a:pt x="6642" y="8688"/>
                  </a:lnTo>
                  <a:lnTo>
                    <a:pt x="7299" y="8843"/>
                  </a:lnTo>
                  <a:lnTo>
                    <a:pt x="7994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3"/>
                  </a:lnTo>
                  <a:lnTo>
                    <a:pt x="10774" y="9075"/>
                  </a:lnTo>
                  <a:lnTo>
                    <a:pt x="11392" y="8997"/>
                  </a:lnTo>
                  <a:lnTo>
                    <a:pt x="12048" y="8920"/>
                  </a:lnTo>
                  <a:lnTo>
                    <a:pt x="12705" y="8766"/>
                  </a:lnTo>
                  <a:lnTo>
                    <a:pt x="13361" y="8611"/>
                  </a:lnTo>
                  <a:lnTo>
                    <a:pt x="14018" y="8379"/>
                  </a:lnTo>
                  <a:lnTo>
                    <a:pt x="14636" y="8148"/>
                  </a:lnTo>
                  <a:lnTo>
                    <a:pt x="15253" y="7877"/>
                  </a:lnTo>
                  <a:lnTo>
                    <a:pt x="15871" y="7569"/>
                  </a:lnTo>
                  <a:lnTo>
                    <a:pt x="16450" y="7221"/>
                  </a:lnTo>
                  <a:lnTo>
                    <a:pt x="16991" y="6835"/>
                  </a:lnTo>
                  <a:lnTo>
                    <a:pt x="17493" y="6410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4"/>
                  </a:lnTo>
                  <a:lnTo>
                    <a:pt x="19076" y="4286"/>
                  </a:lnTo>
                  <a:lnTo>
                    <a:pt x="19347" y="3668"/>
                  </a:lnTo>
                  <a:lnTo>
                    <a:pt x="19115" y="3630"/>
                  </a:lnTo>
                  <a:lnTo>
                    <a:pt x="18767" y="4170"/>
                  </a:lnTo>
                  <a:lnTo>
                    <a:pt x="18420" y="4634"/>
                  </a:lnTo>
                  <a:lnTo>
                    <a:pt x="18034" y="5097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1" y="6333"/>
                  </a:lnTo>
                  <a:lnTo>
                    <a:pt x="16257" y="6680"/>
                  </a:lnTo>
                  <a:lnTo>
                    <a:pt x="15755" y="7028"/>
                  </a:lnTo>
                  <a:lnTo>
                    <a:pt x="15215" y="7298"/>
                  </a:lnTo>
                  <a:lnTo>
                    <a:pt x="14713" y="7569"/>
                  </a:lnTo>
                  <a:lnTo>
                    <a:pt x="14134" y="7800"/>
                  </a:lnTo>
                  <a:lnTo>
                    <a:pt x="13593" y="8032"/>
                  </a:lnTo>
                  <a:lnTo>
                    <a:pt x="13014" y="8186"/>
                  </a:lnTo>
                  <a:lnTo>
                    <a:pt x="12434" y="8341"/>
                  </a:lnTo>
                  <a:lnTo>
                    <a:pt x="11817" y="8457"/>
                  </a:lnTo>
                  <a:lnTo>
                    <a:pt x="11199" y="8534"/>
                  </a:lnTo>
                  <a:lnTo>
                    <a:pt x="10504" y="8611"/>
                  </a:lnTo>
                  <a:lnTo>
                    <a:pt x="9114" y="8611"/>
                  </a:lnTo>
                  <a:lnTo>
                    <a:pt x="8380" y="8534"/>
                  </a:lnTo>
                  <a:lnTo>
                    <a:pt x="7685" y="8418"/>
                  </a:lnTo>
                  <a:lnTo>
                    <a:pt x="6990" y="8302"/>
                  </a:lnTo>
                  <a:lnTo>
                    <a:pt x="6333" y="8109"/>
                  </a:lnTo>
                  <a:lnTo>
                    <a:pt x="5638" y="7877"/>
                  </a:lnTo>
                  <a:lnTo>
                    <a:pt x="5020" y="7607"/>
                  </a:lnTo>
                  <a:lnTo>
                    <a:pt x="4364" y="7260"/>
                  </a:lnTo>
                  <a:lnTo>
                    <a:pt x="3785" y="6912"/>
                  </a:lnTo>
                  <a:lnTo>
                    <a:pt x="3206" y="6487"/>
                  </a:lnTo>
                  <a:lnTo>
                    <a:pt x="2704" y="6063"/>
                  </a:lnTo>
                  <a:lnTo>
                    <a:pt x="2202" y="5561"/>
                  </a:lnTo>
                  <a:lnTo>
                    <a:pt x="1777" y="4981"/>
                  </a:lnTo>
                  <a:lnTo>
                    <a:pt x="1391" y="4402"/>
                  </a:lnTo>
                  <a:lnTo>
                    <a:pt x="1120" y="3900"/>
                  </a:lnTo>
                  <a:lnTo>
                    <a:pt x="850" y="3360"/>
                  </a:lnTo>
                  <a:lnTo>
                    <a:pt x="696" y="2858"/>
                  </a:lnTo>
                  <a:lnTo>
                    <a:pt x="541" y="2278"/>
                  </a:lnTo>
                  <a:lnTo>
                    <a:pt x="425" y="1738"/>
                  </a:lnTo>
                  <a:lnTo>
                    <a:pt x="387" y="1158"/>
                  </a:lnTo>
                  <a:lnTo>
                    <a:pt x="387" y="618"/>
                  </a:lnTo>
                  <a:lnTo>
                    <a:pt x="425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" name="Google Shape;1720;p7"/>
            <p:cNvSpPr/>
            <p:nvPr/>
          </p:nvSpPr>
          <p:spPr>
            <a:xfrm>
              <a:off x="5576625" y="4556050"/>
              <a:ext cx="35725" cy="28975"/>
            </a:xfrm>
            <a:custGeom>
              <a:avLst/>
              <a:gdLst/>
              <a:ahLst/>
              <a:cxnLst/>
              <a:rect l="l" t="t" r="r" b="b"/>
              <a:pathLst>
                <a:path w="1429" h="1159" extrusionOk="0">
                  <a:moveTo>
                    <a:pt x="502" y="0"/>
                  </a:moveTo>
                  <a:lnTo>
                    <a:pt x="309" y="116"/>
                  </a:lnTo>
                  <a:lnTo>
                    <a:pt x="193" y="232"/>
                  </a:lnTo>
                  <a:lnTo>
                    <a:pt x="77" y="386"/>
                  </a:lnTo>
                  <a:lnTo>
                    <a:pt x="39" y="541"/>
                  </a:lnTo>
                  <a:lnTo>
                    <a:pt x="0" y="734"/>
                  </a:lnTo>
                  <a:lnTo>
                    <a:pt x="39" y="927"/>
                  </a:lnTo>
                  <a:lnTo>
                    <a:pt x="116" y="1081"/>
                  </a:lnTo>
                  <a:lnTo>
                    <a:pt x="193" y="1159"/>
                  </a:lnTo>
                  <a:lnTo>
                    <a:pt x="348" y="1159"/>
                  </a:lnTo>
                  <a:lnTo>
                    <a:pt x="425" y="1043"/>
                  </a:lnTo>
                  <a:lnTo>
                    <a:pt x="425" y="1004"/>
                  </a:lnTo>
                  <a:lnTo>
                    <a:pt x="386" y="927"/>
                  </a:lnTo>
                  <a:lnTo>
                    <a:pt x="386" y="850"/>
                  </a:lnTo>
                  <a:lnTo>
                    <a:pt x="348" y="772"/>
                  </a:lnTo>
                  <a:lnTo>
                    <a:pt x="425" y="579"/>
                  </a:lnTo>
                  <a:lnTo>
                    <a:pt x="541" y="425"/>
                  </a:lnTo>
                  <a:lnTo>
                    <a:pt x="618" y="386"/>
                  </a:lnTo>
                  <a:lnTo>
                    <a:pt x="773" y="386"/>
                  </a:lnTo>
                  <a:lnTo>
                    <a:pt x="850" y="425"/>
                  </a:lnTo>
                  <a:lnTo>
                    <a:pt x="966" y="579"/>
                  </a:lnTo>
                  <a:lnTo>
                    <a:pt x="1004" y="657"/>
                  </a:lnTo>
                  <a:lnTo>
                    <a:pt x="1004" y="734"/>
                  </a:lnTo>
                  <a:lnTo>
                    <a:pt x="966" y="927"/>
                  </a:lnTo>
                  <a:lnTo>
                    <a:pt x="966" y="1004"/>
                  </a:lnTo>
                  <a:lnTo>
                    <a:pt x="966" y="1081"/>
                  </a:lnTo>
                  <a:lnTo>
                    <a:pt x="1004" y="1120"/>
                  </a:lnTo>
                  <a:lnTo>
                    <a:pt x="1081" y="1159"/>
                  </a:lnTo>
                  <a:lnTo>
                    <a:pt x="1197" y="1159"/>
                  </a:lnTo>
                  <a:lnTo>
                    <a:pt x="1275" y="1120"/>
                  </a:lnTo>
                  <a:lnTo>
                    <a:pt x="1313" y="1081"/>
                  </a:lnTo>
                  <a:lnTo>
                    <a:pt x="1390" y="888"/>
                  </a:lnTo>
                  <a:lnTo>
                    <a:pt x="1429" y="734"/>
                  </a:lnTo>
                  <a:lnTo>
                    <a:pt x="1390" y="541"/>
                  </a:lnTo>
                  <a:lnTo>
                    <a:pt x="1313" y="348"/>
                  </a:lnTo>
                  <a:lnTo>
                    <a:pt x="1197" y="193"/>
                  </a:lnTo>
                  <a:lnTo>
                    <a:pt x="1043" y="77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1" name="Google Shape;1721;p7"/>
            <p:cNvSpPr/>
            <p:nvPr/>
          </p:nvSpPr>
          <p:spPr>
            <a:xfrm>
              <a:off x="5523525" y="4559900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1"/>
                  </a:moveTo>
                  <a:lnTo>
                    <a:pt x="425" y="39"/>
                  </a:lnTo>
                  <a:lnTo>
                    <a:pt x="232" y="117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2"/>
                  </a:lnTo>
                  <a:lnTo>
                    <a:pt x="78" y="966"/>
                  </a:lnTo>
                  <a:lnTo>
                    <a:pt x="232" y="1082"/>
                  </a:lnTo>
                  <a:lnTo>
                    <a:pt x="387" y="1198"/>
                  </a:lnTo>
                  <a:lnTo>
                    <a:pt x="464" y="1198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4" y="1005"/>
                  </a:lnTo>
                  <a:lnTo>
                    <a:pt x="387" y="927"/>
                  </a:lnTo>
                  <a:lnTo>
                    <a:pt x="348" y="812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7" y="503"/>
                  </a:lnTo>
                  <a:lnTo>
                    <a:pt x="464" y="464"/>
                  </a:lnTo>
                  <a:lnTo>
                    <a:pt x="541" y="387"/>
                  </a:lnTo>
                  <a:lnTo>
                    <a:pt x="773" y="387"/>
                  </a:lnTo>
                  <a:lnTo>
                    <a:pt x="850" y="464"/>
                  </a:lnTo>
                  <a:lnTo>
                    <a:pt x="927" y="541"/>
                  </a:lnTo>
                  <a:lnTo>
                    <a:pt x="966" y="657"/>
                  </a:lnTo>
                  <a:lnTo>
                    <a:pt x="1004" y="850"/>
                  </a:lnTo>
                  <a:lnTo>
                    <a:pt x="1043" y="966"/>
                  </a:lnTo>
                  <a:lnTo>
                    <a:pt x="1082" y="1043"/>
                  </a:lnTo>
                  <a:lnTo>
                    <a:pt x="1159" y="1082"/>
                  </a:lnTo>
                  <a:lnTo>
                    <a:pt x="1197" y="1082"/>
                  </a:lnTo>
                  <a:lnTo>
                    <a:pt x="1275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5" y="387"/>
                  </a:lnTo>
                  <a:lnTo>
                    <a:pt x="1159" y="232"/>
                  </a:lnTo>
                  <a:lnTo>
                    <a:pt x="1004" y="78"/>
                  </a:lnTo>
                  <a:lnTo>
                    <a:pt x="81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" name="Google Shape;1722;p7"/>
            <p:cNvSpPr/>
            <p:nvPr/>
          </p:nvSpPr>
          <p:spPr>
            <a:xfrm>
              <a:off x="4050375" y="4567625"/>
              <a:ext cx="30900" cy="168975"/>
            </a:xfrm>
            <a:custGeom>
              <a:avLst/>
              <a:gdLst/>
              <a:ahLst/>
              <a:cxnLst/>
              <a:rect l="l" t="t" r="r" b="b"/>
              <a:pathLst>
                <a:path w="1236" h="6759" extrusionOk="0">
                  <a:moveTo>
                    <a:pt x="1120" y="1"/>
                  </a:moveTo>
                  <a:lnTo>
                    <a:pt x="1081" y="39"/>
                  </a:lnTo>
                  <a:lnTo>
                    <a:pt x="1043" y="39"/>
                  </a:lnTo>
                  <a:lnTo>
                    <a:pt x="850" y="78"/>
                  </a:lnTo>
                  <a:lnTo>
                    <a:pt x="850" y="116"/>
                  </a:lnTo>
                  <a:lnTo>
                    <a:pt x="541" y="1738"/>
                  </a:lnTo>
                  <a:lnTo>
                    <a:pt x="309" y="3399"/>
                  </a:lnTo>
                  <a:lnTo>
                    <a:pt x="116" y="5059"/>
                  </a:lnTo>
                  <a:lnTo>
                    <a:pt x="0" y="6720"/>
                  </a:lnTo>
                  <a:lnTo>
                    <a:pt x="232" y="6758"/>
                  </a:lnTo>
                  <a:lnTo>
                    <a:pt x="502" y="5136"/>
                  </a:lnTo>
                  <a:lnTo>
                    <a:pt x="772" y="3515"/>
                  </a:lnTo>
                  <a:lnTo>
                    <a:pt x="965" y="1854"/>
                  </a:lnTo>
                  <a:lnTo>
                    <a:pt x="1081" y="232"/>
                  </a:lnTo>
                  <a:lnTo>
                    <a:pt x="1236" y="78"/>
                  </a:lnTo>
                  <a:lnTo>
                    <a:pt x="1236" y="39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3" name="Google Shape;1723;p7"/>
            <p:cNvSpPr/>
            <p:nvPr/>
          </p:nvSpPr>
          <p:spPr>
            <a:xfrm>
              <a:off x="4077400" y="4569550"/>
              <a:ext cx="121650" cy="144850"/>
            </a:xfrm>
            <a:custGeom>
              <a:avLst/>
              <a:gdLst/>
              <a:ahLst/>
              <a:cxnLst/>
              <a:rect l="l" t="t" r="r" b="b"/>
              <a:pathLst>
                <a:path w="4866" h="5794" extrusionOk="0">
                  <a:moveTo>
                    <a:pt x="155" y="1"/>
                  </a:moveTo>
                  <a:lnTo>
                    <a:pt x="0" y="155"/>
                  </a:lnTo>
                  <a:lnTo>
                    <a:pt x="1197" y="1545"/>
                  </a:lnTo>
                  <a:lnTo>
                    <a:pt x="2356" y="2936"/>
                  </a:lnTo>
                  <a:lnTo>
                    <a:pt x="2896" y="3631"/>
                  </a:lnTo>
                  <a:lnTo>
                    <a:pt x="3476" y="4403"/>
                  </a:lnTo>
                  <a:lnTo>
                    <a:pt x="4055" y="5098"/>
                  </a:lnTo>
                  <a:lnTo>
                    <a:pt x="4325" y="5445"/>
                  </a:lnTo>
                  <a:lnTo>
                    <a:pt x="4634" y="5793"/>
                  </a:lnTo>
                  <a:lnTo>
                    <a:pt x="4827" y="5754"/>
                  </a:lnTo>
                  <a:lnTo>
                    <a:pt x="4866" y="5716"/>
                  </a:lnTo>
                  <a:lnTo>
                    <a:pt x="4866" y="5639"/>
                  </a:lnTo>
                  <a:lnTo>
                    <a:pt x="4634" y="5252"/>
                  </a:lnTo>
                  <a:lnTo>
                    <a:pt x="4402" y="4866"/>
                  </a:lnTo>
                  <a:lnTo>
                    <a:pt x="3862" y="4171"/>
                  </a:lnTo>
                  <a:lnTo>
                    <a:pt x="2703" y="2781"/>
                  </a:lnTo>
                  <a:lnTo>
                    <a:pt x="1468" y="1352"/>
                  </a:lnTo>
                  <a:lnTo>
                    <a:pt x="811" y="657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4" name="Google Shape;1724;p7"/>
            <p:cNvSpPr/>
            <p:nvPr/>
          </p:nvSpPr>
          <p:spPr>
            <a:xfrm>
              <a:off x="3931625" y="4577275"/>
              <a:ext cx="61800" cy="160275"/>
            </a:xfrm>
            <a:custGeom>
              <a:avLst/>
              <a:gdLst/>
              <a:ahLst/>
              <a:cxnLst/>
              <a:rect l="l" t="t" r="r" b="b"/>
              <a:pathLst>
                <a:path w="2472" h="6411" extrusionOk="0">
                  <a:moveTo>
                    <a:pt x="309" y="1"/>
                  </a:moveTo>
                  <a:lnTo>
                    <a:pt x="0" y="78"/>
                  </a:lnTo>
                  <a:lnTo>
                    <a:pt x="194" y="927"/>
                  </a:lnTo>
                  <a:lnTo>
                    <a:pt x="425" y="1777"/>
                  </a:lnTo>
                  <a:lnTo>
                    <a:pt x="657" y="2627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4"/>
                  </a:lnTo>
                  <a:lnTo>
                    <a:pt x="1661" y="5716"/>
                  </a:lnTo>
                  <a:lnTo>
                    <a:pt x="1584" y="5793"/>
                  </a:lnTo>
                  <a:lnTo>
                    <a:pt x="1545" y="5870"/>
                  </a:lnTo>
                  <a:lnTo>
                    <a:pt x="1777" y="5909"/>
                  </a:lnTo>
                  <a:lnTo>
                    <a:pt x="1931" y="6140"/>
                  </a:lnTo>
                  <a:lnTo>
                    <a:pt x="2086" y="6334"/>
                  </a:lnTo>
                  <a:lnTo>
                    <a:pt x="2124" y="6411"/>
                  </a:lnTo>
                  <a:lnTo>
                    <a:pt x="2317" y="6411"/>
                  </a:lnTo>
                  <a:lnTo>
                    <a:pt x="2356" y="6334"/>
                  </a:lnTo>
                  <a:lnTo>
                    <a:pt x="2433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4" y="5600"/>
                  </a:lnTo>
                  <a:lnTo>
                    <a:pt x="1970" y="5214"/>
                  </a:lnTo>
                  <a:lnTo>
                    <a:pt x="1738" y="4441"/>
                  </a:lnTo>
                  <a:lnTo>
                    <a:pt x="1198" y="2935"/>
                  </a:lnTo>
                  <a:lnTo>
                    <a:pt x="734" y="1468"/>
                  </a:lnTo>
                  <a:lnTo>
                    <a:pt x="30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5" name="Google Shape;1725;p7"/>
            <p:cNvSpPr/>
            <p:nvPr/>
          </p:nvSpPr>
          <p:spPr>
            <a:xfrm>
              <a:off x="3941275" y="4579200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1"/>
                  </a:moveTo>
                  <a:lnTo>
                    <a:pt x="1" y="40"/>
                  </a:lnTo>
                  <a:lnTo>
                    <a:pt x="1970" y="3206"/>
                  </a:lnTo>
                  <a:lnTo>
                    <a:pt x="4055" y="6334"/>
                  </a:lnTo>
                  <a:lnTo>
                    <a:pt x="4055" y="6334"/>
                  </a:lnTo>
                  <a:lnTo>
                    <a:pt x="3553" y="6295"/>
                  </a:lnTo>
                  <a:lnTo>
                    <a:pt x="3051" y="6179"/>
                  </a:lnTo>
                  <a:lnTo>
                    <a:pt x="2588" y="6025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7"/>
                  </a:lnTo>
                  <a:lnTo>
                    <a:pt x="3283" y="6643"/>
                  </a:lnTo>
                  <a:lnTo>
                    <a:pt x="3708" y="6720"/>
                  </a:lnTo>
                  <a:lnTo>
                    <a:pt x="4132" y="6797"/>
                  </a:lnTo>
                  <a:lnTo>
                    <a:pt x="4596" y="6836"/>
                  </a:lnTo>
                  <a:lnTo>
                    <a:pt x="5484" y="6836"/>
                  </a:lnTo>
                  <a:lnTo>
                    <a:pt x="6372" y="6759"/>
                  </a:lnTo>
                  <a:lnTo>
                    <a:pt x="7299" y="6643"/>
                  </a:lnTo>
                  <a:lnTo>
                    <a:pt x="8148" y="6488"/>
                  </a:lnTo>
                  <a:lnTo>
                    <a:pt x="8959" y="6295"/>
                  </a:lnTo>
                  <a:lnTo>
                    <a:pt x="9770" y="6025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7" y="4673"/>
                  </a:lnTo>
                  <a:lnTo>
                    <a:pt x="12666" y="4403"/>
                  </a:lnTo>
                  <a:lnTo>
                    <a:pt x="12975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9"/>
                  </a:lnTo>
                  <a:lnTo>
                    <a:pt x="13979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2" y="2163"/>
                  </a:lnTo>
                  <a:lnTo>
                    <a:pt x="14172" y="2125"/>
                  </a:lnTo>
                  <a:lnTo>
                    <a:pt x="13863" y="2125"/>
                  </a:lnTo>
                  <a:lnTo>
                    <a:pt x="13825" y="2163"/>
                  </a:lnTo>
                  <a:lnTo>
                    <a:pt x="13554" y="2704"/>
                  </a:lnTo>
                  <a:lnTo>
                    <a:pt x="13207" y="3167"/>
                  </a:lnTo>
                  <a:lnTo>
                    <a:pt x="12859" y="3631"/>
                  </a:lnTo>
                  <a:lnTo>
                    <a:pt x="12473" y="4017"/>
                  </a:lnTo>
                  <a:lnTo>
                    <a:pt x="12010" y="4364"/>
                  </a:lnTo>
                  <a:lnTo>
                    <a:pt x="11546" y="4712"/>
                  </a:lnTo>
                  <a:lnTo>
                    <a:pt x="11083" y="4982"/>
                  </a:lnTo>
                  <a:lnTo>
                    <a:pt x="10542" y="5253"/>
                  </a:lnTo>
                  <a:lnTo>
                    <a:pt x="10349" y="5253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7"/>
                  </a:lnTo>
                  <a:lnTo>
                    <a:pt x="10156" y="5446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2"/>
                  </a:lnTo>
                  <a:lnTo>
                    <a:pt x="6758" y="6295"/>
                  </a:lnTo>
                  <a:lnTo>
                    <a:pt x="6218" y="6334"/>
                  </a:lnTo>
                  <a:lnTo>
                    <a:pt x="5677" y="6411"/>
                  </a:lnTo>
                  <a:lnTo>
                    <a:pt x="4557" y="6411"/>
                  </a:lnTo>
                  <a:lnTo>
                    <a:pt x="4596" y="6295"/>
                  </a:lnTo>
                  <a:lnTo>
                    <a:pt x="4364" y="6257"/>
                  </a:lnTo>
                  <a:lnTo>
                    <a:pt x="3399" y="4635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6" name="Google Shape;1726;p7"/>
            <p:cNvSpPr/>
            <p:nvPr/>
          </p:nvSpPr>
          <p:spPr>
            <a:xfrm>
              <a:off x="6364350" y="4636175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0"/>
                  </a:moveTo>
                  <a:lnTo>
                    <a:pt x="3052" y="39"/>
                  </a:lnTo>
                  <a:lnTo>
                    <a:pt x="2781" y="77"/>
                  </a:lnTo>
                  <a:lnTo>
                    <a:pt x="2511" y="193"/>
                  </a:lnTo>
                  <a:lnTo>
                    <a:pt x="2241" y="309"/>
                  </a:lnTo>
                  <a:lnTo>
                    <a:pt x="2009" y="425"/>
                  </a:lnTo>
                  <a:lnTo>
                    <a:pt x="1739" y="579"/>
                  </a:lnTo>
                  <a:lnTo>
                    <a:pt x="1507" y="773"/>
                  </a:lnTo>
                  <a:lnTo>
                    <a:pt x="1121" y="1197"/>
                  </a:lnTo>
                  <a:lnTo>
                    <a:pt x="735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8"/>
                  </a:lnTo>
                  <a:lnTo>
                    <a:pt x="40" y="3746"/>
                  </a:lnTo>
                  <a:lnTo>
                    <a:pt x="1" y="4055"/>
                  </a:lnTo>
                  <a:lnTo>
                    <a:pt x="1" y="4402"/>
                  </a:lnTo>
                  <a:lnTo>
                    <a:pt x="40" y="4673"/>
                  </a:lnTo>
                  <a:lnTo>
                    <a:pt x="117" y="4904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5" y="5252"/>
                  </a:lnTo>
                  <a:lnTo>
                    <a:pt x="966" y="5290"/>
                  </a:lnTo>
                  <a:lnTo>
                    <a:pt x="1700" y="5290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827"/>
                  </a:lnTo>
                  <a:lnTo>
                    <a:pt x="735" y="4711"/>
                  </a:lnTo>
                  <a:lnTo>
                    <a:pt x="580" y="4595"/>
                  </a:lnTo>
                  <a:lnTo>
                    <a:pt x="542" y="4441"/>
                  </a:lnTo>
                  <a:lnTo>
                    <a:pt x="542" y="4248"/>
                  </a:lnTo>
                  <a:lnTo>
                    <a:pt x="542" y="4055"/>
                  </a:lnTo>
                  <a:lnTo>
                    <a:pt x="580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54" y="1159"/>
                  </a:lnTo>
                  <a:lnTo>
                    <a:pt x="2202" y="888"/>
                  </a:lnTo>
                  <a:lnTo>
                    <a:pt x="2627" y="695"/>
                  </a:lnTo>
                  <a:lnTo>
                    <a:pt x="3090" y="579"/>
                  </a:lnTo>
                  <a:lnTo>
                    <a:pt x="3592" y="541"/>
                  </a:lnTo>
                  <a:lnTo>
                    <a:pt x="4094" y="579"/>
                  </a:lnTo>
                  <a:lnTo>
                    <a:pt x="4249" y="541"/>
                  </a:lnTo>
                  <a:lnTo>
                    <a:pt x="4326" y="464"/>
                  </a:lnTo>
                  <a:lnTo>
                    <a:pt x="4403" y="502"/>
                  </a:lnTo>
                  <a:lnTo>
                    <a:pt x="4480" y="464"/>
                  </a:lnTo>
                  <a:lnTo>
                    <a:pt x="4519" y="425"/>
                  </a:lnTo>
                  <a:lnTo>
                    <a:pt x="4519" y="348"/>
                  </a:lnTo>
                  <a:lnTo>
                    <a:pt x="4519" y="193"/>
                  </a:lnTo>
                  <a:lnTo>
                    <a:pt x="4210" y="155"/>
                  </a:lnTo>
                  <a:lnTo>
                    <a:pt x="3940" y="77"/>
                  </a:lnTo>
                  <a:lnTo>
                    <a:pt x="3631" y="39"/>
                  </a:lnTo>
                  <a:lnTo>
                    <a:pt x="336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7" name="Google Shape;1727;p7"/>
            <p:cNvSpPr/>
            <p:nvPr/>
          </p:nvSpPr>
          <p:spPr>
            <a:xfrm>
              <a:off x="5052425" y="4653550"/>
              <a:ext cx="61800" cy="89800"/>
            </a:xfrm>
            <a:custGeom>
              <a:avLst/>
              <a:gdLst/>
              <a:ahLst/>
              <a:cxnLst/>
              <a:rect l="l" t="t" r="r" b="b"/>
              <a:pathLst>
                <a:path w="2472" h="3592" extrusionOk="0">
                  <a:moveTo>
                    <a:pt x="1082" y="0"/>
                  </a:moveTo>
                  <a:lnTo>
                    <a:pt x="1004" y="39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2"/>
                  </a:lnTo>
                  <a:lnTo>
                    <a:pt x="850" y="232"/>
                  </a:lnTo>
                  <a:lnTo>
                    <a:pt x="773" y="271"/>
                  </a:lnTo>
                  <a:lnTo>
                    <a:pt x="734" y="348"/>
                  </a:lnTo>
                  <a:lnTo>
                    <a:pt x="695" y="425"/>
                  </a:lnTo>
                  <a:lnTo>
                    <a:pt x="695" y="502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5"/>
                  </a:lnTo>
                  <a:lnTo>
                    <a:pt x="1082" y="811"/>
                  </a:lnTo>
                  <a:lnTo>
                    <a:pt x="1275" y="927"/>
                  </a:lnTo>
                  <a:lnTo>
                    <a:pt x="1468" y="1082"/>
                  </a:lnTo>
                  <a:lnTo>
                    <a:pt x="1622" y="1275"/>
                  </a:lnTo>
                  <a:lnTo>
                    <a:pt x="1777" y="1468"/>
                  </a:lnTo>
                  <a:lnTo>
                    <a:pt x="1854" y="1699"/>
                  </a:lnTo>
                  <a:lnTo>
                    <a:pt x="1931" y="1931"/>
                  </a:lnTo>
                  <a:lnTo>
                    <a:pt x="1931" y="2163"/>
                  </a:lnTo>
                  <a:lnTo>
                    <a:pt x="1931" y="2433"/>
                  </a:lnTo>
                  <a:lnTo>
                    <a:pt x="1815" y="2742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1"/>
                  </a:lnTo>
                  <a:lnTo>
                    <a:pt x="1390" y="3128"/>
                  </a:lnTo>
                  <a:lnTo>
                    <a:pt x="1197" y="3128"/>
                  </a:lnTo>
                  <a:lnTo>
                    <a:pt x="1043" y="3089"/>
                  </a:lnTo>
                  <a:lnTo>
                    <a:pt x="927" y="3012"/>
                  </a:lnTo>
                  <a:lnTo>
                    <a:pt x="850" y="2896"/>
                  </a:lnTo>
                  <a:lnTo>
                    <a:pt x="811" y="2742"/>
                  </a:lnTo>
                  <a:lnTo>
                    <a:pt x="850" y="2587"/>
                  </a:lnTo>
                  <a:lnTo>
                    <a:pt x="927" y="2433"/>
                  </a:lnTo>
                  <a:lnTo>
                    <a:pt x="1043" y="2317"/>
                  </a:lnTo>
                  <a:lnTo>
                    <a:pt x="1159" y="2240"/>
                  </a:lnTo>
                  <a:lnTo>
                    <a:pt x="1159" y="2124"/>
                  </a:lnTo>
                  <a:lnTo>
                    <a:pt x="1120" y="2008"/>
                  </a:lnTo>
                  <a:lnTo>
                    <a:pt x="1043" y="1931"/>
                  </a:lnTo>
                  <a:lnTo>
                    <a:pt x="657" y="1622"/>
                  </a:lnTo>
                  <a:lnTo>
                    <a:pt x="425" y="1468"/>
                  </a:lnTo>
                  <a:lnTo>
                    <a:pt x="193" y="1313"/>
                  </a:lnTo>
                  <a:lnTo>
                    <a:pt x="0" y="1622"/>
                  </a:lnTo>
                  <a:lnTo>
                    <a:pt x="271" y="1892"/>
                  </a:lnTo>
                  <a:lnTo>
                    <a:pt x="580" y="2124"/>
                  </a:lnTo>
                  <a:lnTo>
                    <a:pt x="425" y="2356"/>
                  </a:lnTo>
                  <a:lnTo>
                    <a:pt x="348" y="2626"/>
                  </a:lnTo>
                  <a:lnTo>
                    <a:pt x="309" y="2896"/>
                  </a:lnTo>
                  <a:lnTo>
                    <a:pt x="348" y="3051"/>
                  </a:lnTo>
                  <a:lnTo>
                    <a:pt x="425" y="3167"/>
                  </a:lnTo>
                  <a:lnTo>
                    <a:pt x="541" y="3321"/>
                  </a:lnTo>
                  <a:lnTo>
                    <a:pt x="695" y="3476"/>
                  </a:lnTo>
                  <a:lnTo>
                    <a:pt x="888" y="3553"/>
                  </a:lnTo>
                  <a:lnTo>
                    <a:pt x="1082" y="3591"/>
                  </a:lnTo>
                  <a:lnTo>
                    <a:pt x="1275" y="3591"/>
                  </a:lnTo>
                  <a:lnTo>
                    <a:pt x="1506" y="3553"/>
                  </a:lnTo>
                  <a:lnTo>
                    <a:pt x="1699" y="3514"/>
                  </a:lnTo>
                  <a:lnTo>
                    <a:pt x="1854" y="3398"/>
                  </a:lnTo>
                  <a:lnTo>
                    <a:pt x="2047" y="3244"/>
                  </a:lnTo>
                  <a:lnTo>
                    <a:pt x="2201" y="3051"/>
                  </a:lnTo>
                  <a:lnTo>
                    <a:pt x="2317" y="2858"/>
                  </a:lnTo>
                  <a:lnTo>
                    <a:pt x="2394" y="2665"/>
                  </a:lnTo>
                  <a:lnTo>
                    <a:pt x="2433" y="2472"/>
                  </a:lnTo>
                  <a:lnTo>
                    <a:pt x="2472" y="2240"/>
                  </a:lnTo>
                  <a:lnTo>
                    <a:pt x="2433" y="2008"/>
                  </a:lnTo>
                  <a:lnTo>
                    <a:pt x="2394" y="1815"/>
                  </a:lnTo>
                  <a:lnTo>
                    <a:pt x="2317" y="1583"/>
                  </a:lnTo>
                  <a:lnTo>
                    <a:pt x="2201" y="1390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6"/>
                  </a:lnTo>
                  <a:lnTo>
                    <a:pt x="11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8" name="Google Shape;1728;p7"/>
            <p:cNvSpPr/>
            <p:nvPr/>
          </p:nvSpPr>
          <p:spPr>
            <a:xfrm>
              <a:off x="6613425" y="4670925"/>
              <a:ext cx="26100" cy="11600"/>
            </a:xfrm>
            <a:custGeom>
              <a:avLst/>
              <a:gdLst/>
              <a:ahLst/>
              <a:cxnLst/>
              <a:rect l="l" t="t" r="r" b="b"/>
              <a:pathLst>
                <a:path w="1044" h="464" extrusionOk="0">
                  <a:moveTo>
                    <a:pt x="773" y="0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3"/>
                  </a:lnTo>
                  <a:lnTo>
                    <a:pt x="39" y="232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2"/>
                  </a:lnTo>
                  <a:lnTo>
                    <a:pt x="1005" y="155"/>
                  </a:lnTo>
                  <a:lnTo>
                    <a:pt x="966" y="116"/>
                  </a:lnTo>
                  <a:lnTo>
                    <a:pt x="889" y="39"/>
                  </a:lnTo>
                  <a:lnTo>
                    <a:pt x="77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9" name="Google Shape;1729;p7"/>
            <p:cNvSpPr/>
            <p:nvPr/>
          </p:nvSpPr>
          <p:spPr>
            <a:xfrm>
              <a:off x="6514950" y="4676725"/>
              <a:ext cx="21275" cy="8700"/>
            </a:xfrm>
            <a:custGeom>
              <a:avLst/>
              <a:gdLst/>
              <a:ahLst/>
              <a:cxnLst/>
              <a:rect l="l" t="t" r="r" b="b"/>
              <a:pathLst>
                <a:path w="851" h="348" extrusionOk="0">
                  <a:moveTo>
                    <a:pt x="426" y="0"/>
                  </a:moveTo>
                  <a:lnTo>
                    <a:pt x="155" y="39"/>
                  </a:lnTo>
                  <a:lnTo>
                    <a:pt x="117" y="39"/>
                  </a:lnTo>
                  <a:lnTo>
                    <a:pt x="39" y="77"/>
                  </a:lnTo>
                  <a:lnTo>
                    <a:pt x="1" y="193"/>
                  </a:lnTo>
                  <a:lnTo>
                    <a:pt x="39" y="270"/>
                  </a:lnTo>
                  <a:lnTo>
                    <a:pt x="117" y="309"/>
                  </a:lnTo>
                  <a:lnTo>
                    <a:pt x="155" y="348"/>
                  </a:lnTo>
                  <a:lnTo>
                    <a:pt x="735" y="348"/>
                  </a:lnTo>
                  <a:lnTo>
                    <a:pt x="812" y="270"/>
                  </a:lnTo>
                  <a:lnTo>
                    <a:pt x="850" y="193"/>
                  </a:lnTo>
                  <a:lnTo>
                    <a:pt x="812" y="77"/>
                  </a:lnTo>
                  <a:lnTo>
                    <a:pt x="73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" name="Google Shape;1730;p7"/>
            <p:cNvSpPr/>
            <p:nvPr/>
          </p:nvSpPr>
          <p:spPr>
            <a:xfrm>
              <a:off x="4656625" y="4677675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1"/>
                  </a:moveTo>
                  <a:lnTo>
                    <a:pt x="0" y="232"/>
                  </a:lnTo>
                  <a:lnTo>
                    <a:pt x="502" y="966"/>
                  </a:lnTo>
                  <a:lnTo>
                    <a:pt x="1043" y="1622"/>
                  </a:lnTo>
                  <a:lnTo>
                    <a:pt x="1699" y="2279"/>
                  </a:lnTo>
                  <a:lnTo>
                    <a:pt x="2356" y="2858"/>
                  </a:lnTo>
                  <a:lnTo>
                    <a:pt x="3089" y="3399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4" y="4982"/>
                  </a:lnTo>
                  <a:lnTo>
                    <a:pt x="8998" y="4943"/>
                  </a:lnTo>
                  <a:lnTo>
                    <a:pt x="9422" y="4866"/>
                  </a:lnTo>
                  <a:lnTo>
                    <a:pt x="9847" y="4789"/>
                  </a:lnTo>
                  <a:lnTo>
                    <a:pt x="10272" y="4673"/>
                  </a:lnTo>
                  <a:lnTo>
                    <a:pt x="10658" y="4519"/>
                  </a:lnTo>
                  <a:lnTo>
                    <a:pt x="11083" y="4326"/>
                  </a:lnTo>
                  <a:lnTo>
                    <a:pt x="11469" y="4132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318" y="3553"/>
                  </a:lnTo>
                  <a:lnTo>
                    <a:pt x="12434" y="3206"/>
                  </a:lnTo>
                  <a:lnTo>
                    <a:pt x="12357" y="3167"/>
                  </a:lnTo>
                  <a:lnTo>
                    <a:pt x="12280" y="3206"/>
                  </a:lnTo>
                  <a:lnTo>
                    <a:pt x="12203" y="3128"/>
                  </a:lnTo>
                  <a:lnTo>
                    <a:pt x="12009" y="3128"/>
                  </a:lnTo>
                  <a:lnTo>
                    <a:pt x="11932" y="3206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2" y="3862"/>
                  </a:lnTo>
                  <a:lnTo>
                    <a:pt x="10426" y="4017"/>
                  </a:lnTo>
                  <a:lnTo>
                    <a:pt x="10040" y="4171"/>
                  </a:lnTo>
                  <a:lnTo>
                    <a:pt x="9615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1" y="4480"/>
                  </a:lnTo>
                  <a:lnTo>
                    <a:pt x="7916" y="4480"/>
                  </a:lnTo>
                  <a:lnTo>
                    <a:pt x="7492" y="4441"/>
                  </a:lnTo>
                  <a:lnTo>
                    <a:pt x="7067" y="4403"/>
                  </a:lnTo>
                  <a:lnTo>
                    <a:pt x="6642" y="4364"/>
                  </a:lnTo>
                  <a:lnTo>
                    <a:pt x="6217" y="4248"/>
                  </a:lnTo>
                  <a:lnTo>
                    <a:pt x="5792" y="4171"/>
                  </a:lnTo>
                  <a:lnTo>
                    <a:pt x="5368" y="4017"/>
                  </a:lnTo>
                  <a:lnTo>
                    <a:pt x="4595" y="3708"/>
                  </a:lnTo>
                  <a:lnTo>
                    <a:pt x="3900" y="3283"/>
                  </a:lnTo>
                  <a:lnTo>
                    <a:pt x="3205" y="2820"/>
                  </a:lnTo>
                  <a:lnTo>
                    <a:pt x="2587" y="2318"/>
                  </a:lnTo>
                  <a:lnTo>
                    <a:pt x="1970" y="1777"/>
                  </a:lnTo>
                  <a:lnTo>
                    <a:pt x="1390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" name="Google Shape;1731;p7"/>
            <p:cNvSpPr/>
            <p:nvPr/>
          </p:nvSpPr>
          <p:spPr>
            <a:xfrm>
              <a:off x="4964575" y="4684425"/>
              <a:ext cx="92700" cy="135200"/>
            </a:xfrm>
            <a:custGeom>
              <a:avLst/>
              <a:gdLst/>
              <a:ahLst/>
              <a:cxnLst/>
              <a:rect l="l" t="t" r="r" b="b"/>
              <a:pathLst>
                <a:path w="3708" h="5408" extrusionOk="0">
                  <a:moveTo>
                    <a:pt x="3398" y="1"/>
                  </a:moveTo>
                  <a:lnTo>
                    <a:pt x="3360" y="78"/>
                  </a:lnTo>
                  <a:lnTo>
                    <a:pt x="3244" y="78"/>
                  </a:lnTo>
                  <a:lnTo>
                    <a:pt x="3012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7"/>
                  </a:lnTo>
                  <a:lnTo>
                    <a:pt x="1777" y="1430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3" y="1932"/>
                  </a:lnTo>
                  <a:lnTo>
                    <a:pt x="1082" y="2009"/>
                  </a:lnTo>
                  <a:lnTo>
                    <a:pt x="1120" y="2086"/>
                  </a:lnTo>
                  <a:lnTo>
                    <a:pt x="1004" y="2086"/>
                  </a:lnTo>
                  <a:lnTo>
                    <a:pt x="889" y="2125"/>
                  </a:lnTo>
                  <a:lnTo>
                    <a:pt x="850" y="2163"/>
                  </a:lnTo>
                  <a:lnTo>
                    <a:pt x="811" y="2241"/>
                  </a:lnTo>
                  <a:lnTo>
                    <a:pt x="811" y="2356"/>
                  </a:lnTo>
                  <a:lnTo>
                    <a:pt x="811" y="2434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7" y="2588"/>
                  </a:lnTo>
                  <a:lnTo>
                    <a:pt x="1429" y="2704"/>
                  </a:lnTo>
                  <a:lnTo>
                    <a:pt x="1622" y="2820"/>
                  </a:lnTo>
                  <a:lnTo>
                    <a:pt x="1815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4" y="3631"/>
                  </a:lnTo>
                  <a:lnTo>
                    <a:pt x="2124" y="3901"/>
                  </a:lnTo>
                  <a:lnTo>
                    <a:pt x="2086" y="4094"/>
                  </a:lnTo>
                  <a:lnTo>
                    <a:pt x="2008" y="4326"/>
                  </a:lnTo>
                  <a:lnTo>
                    <a:pt x="1893" y="4519"/>
                  </a:lnTo>
                  <a:lnTo>
                    <a:pt x="1738" y="4712"/>
                  </a:lnTo>
                  <a:lnTo>
                    <a:pt x="1545" y="4828"/>
                  </a:lnTo>
                  <a:lnTo>
                    <a:pt x="1313" y="4944"/>
                  </a:lnTo>
                  <a:lnTo>
                    <a:pt x="1082" y="4944"/>
                  </a:lnTo>
                  <a:lnTo>
                    <a:pt x="889" y="4866"/>
                  </a:lnTo>
                  <a:lnTo>
                    <a:pt x="773" y="4751"/>
                  </a:lnTo>
                  <a:lnTo>
                    <a:pt x="695" y="4596"/>
                  </a:lnTo>
                  <a:lnTo>
                    <a:pt x="657" y="4442"/>
                  </a:lnTo>
                  <a:lnTo>
                    <a:pt x="734" y="4287"/>
                  </a:lnTo>
                  <a:lnTo>
                    <a:pt x="811" y="4210"/>
                  </a:lnTo>
                  <a:lnTo>
                    <a:pt x="889" y="4133"/>
                  </a:lnTo>
                  <a:lnTo>
                    <a:pt x="966" y="4094"/>
                  </a:lnTo>
                  <a:lnTo>
                    <a:pt x="1120" y="4094"/>
                  </a:lnTo>
                  <a:lnTo>
                    <a:pt x="1236" y="4017"/>
                  </a:lnTo>
                  <a:lnTo>
                    <a:pt x="1313" y="3901"/>
                  </a:lnTo>
                  <a:lnTo>
                    <a:pt x="1313" y="3785"/>
                  </a:lnTo>
                  <a:lnTo>
                    <a:pt x="1275" y="3708"/>
                  </a:lnTo>
                  <a:lnTo>
                    <a:pt x="1197" y="3669"/>
                  </a:lnTo>
                  <a:lnTo>
                    <a:pt x="116" y="2936"/>
                  </a:lnTo>
                  <a:lnTo>
                    <a:pt x="0" y="3283"/>
                  </a:lnTo>
                  <a:lnTo>
                    <a:pt x="657" y="3785"/>
                  </a:lnTo>
                  <a:lnTo>
                    <a:pt x="502" y="3862"/>
                  </a:lnTo>
                  <a:lnTo>
                    <a:pt x="387" y="3978"/>
                  </a:lnTo>
                  <a:lnTo>
                    <a:pt x="309" y="4094"/>
                  </a:lnTo>
                  <a:lnTo>
                    <a:pt x="232" y="4249"/>
                  </a:lnTo>
                  <a:lnTo>
                    <a:pt x="193" y="4403"/>
                  </a:lnTo>
                  <a:lnTo>
                    <a:pt x="193" y="4558"/>
                  </a:lnTo>
                  <a:lnTo>
                    <a:pt x="193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1" y="5253"/>
                  </a:lnTo>
                  <a:lnTo>
                    <a:pt x="734" y="5368"/>
                  </a:lnTo>
                  <a:lnTo>
                    <a:pt x="966" y="5407"/>
                  </a:lnTo>
                  <a:lnTo>
                    <a:pt x="1197" y="5407"/>
                  </a:lnTo>
                  <a:lnTo>
                    <a:pt x="1429" y="5368"/>
                  </a:lnTo>
                  <a:lnTo>
                    <a:pt x="1622" y="5330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0" y="4828"/>
                  </a:lnTo>
                  <a:lnTo>
                    <a:pt x="2395" y="4635"/>
                  </a:lnTo>
                  <a:lnTo>
                    <a:pt x="2510" y="4442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7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2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31" y="2472"/>
                  </a:lnTo>
                  <a:lnTo>
                    <a:pt x="1738" y="2356"/>
                  </a:lnTo>
                  <a:lnTo>
                    <a:pt x="1506" y="2202"/>
                  </a:lnTo>
                  <a:lnTo>
                    <a:pt x="1275" y="2125"/>
                  </a:lnTo>
                  <a:lnTo>
                    <a:pt x="1622" y="1970"/>
                  </a:lnTo>
                  <a:lnTo>
                    <a:pt x="1931" y="1816"/>
                  </a:lnTo>
                  <a:lnTo>
                    <a:pt x="2240" y="1623"/>
                  </a:lnTo>
                  <a:lnTo>
                    <a:pt x="2549" y="1391"/>
                  </a:lnTo>
                  <a:lnTo>
                    <a:pt x="2819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7" y="542"/>
                  </a:lnTo>
                  <a:lnTo>
                    <a:pt x="3514" y="387"/>
                  </a:lnTo>
                  <a:lnTo>
                    <a:pt x="3707" y="78"/>
                  </a:lnTo>
                  <a:lnTo>
                    <a:pt x="351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" name="Google Shape;1732;p7"/>
            <p:cNvSpPr/>
            <p:nvPr/>
          </p:nvSpPr>
          <p:spPr>
            <a:xfrm>
              <a:off x="6406825" y="4717250"/>
              <a:ext cx="93675" cy="93675"/>
            </a:xfrm>
            <a:custGeom>
              <a:avLst/>
              <a:gdLst/>
              <a:ahLst/>
              <a:cxnLst/>
              <a:rect l="l" t="t" r="r" b="b"/>
              <a:pathLst>
                <a:path w="3747" h="3747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8" y="619"/>
                  </a:lnTo>
                  <a:lnTo>
                    <a:pt x="2550" y="696"/>
                  </a:lnTo>
                  <a:lnTo>
                    <a:pt x="2743" y="812"/>
                  </a:lnTo>
                  <a:lnTo>
                    <a:pt x="2936" y="966"/>
                  </a:lnTo>
                  <a:lnTo>
                    <a:pt x="3090" y="1198"/>
                  </a:lnTo>
                  <a:lnTo>
                    <a:pt x="3206" y="1430"/>
                  </a:lnTo>
                  <a:lnTo>
                    <a:pt x="3245" y="1700"/>
                  </a:lnTo>
                  <a:lnTo>
                    <a:pt x="3245" y="1970"/>
                  </a:lnTo>
                  <a:lnTo>
                    <a:pt x="3206" y="2202"/>
                  </a:lnTo>
                  <a:lnTo>
                    <a:pt x="3090" y="2472"/>
                  </a:lnTo>
                  <a:lnTo>
                    <a:pt x="2974" y="2665"/>
                  </a:lnTo>
                  <a:lnTo>
                    <a:pt x="2781" y="2897"/>
                  </a:lnTo>
                  <a:lnTo>
                    <a:pt x="2588" y="3051"/>
                  </a:lnTo>
                  <a:lnTo>
                    <a:pt x="2357" y="3167"/>
                  </a:lnTo>
                  <a:lnTo>
                    <a:pt x="2086" y="3245"/>
                  </a:lnTo>
                  <a:lnTo>
                    <a:pt x="1777" y="3245"/>
                  </a:lnTo>
                  <a:lnTo>
                    <a:pt x="1507" y="3167"/>
                  </a:lnTo>
                  <a:lnTo>
                    <a:pt x="1237" y="3051"/>
                  </a:lnTo>
                  <a:lnTo>
                    <a:pt x="966" y="2897"/>
                  </a:lnTo>
                  <a:lnTo>
                    <a:pt x="773" y="2665"/>
                  </a:lnTo>
                  <a:lnTo>
                    <a:pt x="619" y="2434"/>
                  </a:lnTo>
                  <a:lnTo>
                    <a:pt x="503" y="2163"/>
                  </a:lnTo>
                  <a:lnTo>
                    <a:pt x="503" y="1854"/>
                  </a:lnTo>
                  <a:lnTo>
                    <a:pt x="503" y="1584"/>
                  </a:lnTo>
                  <a:lnTo>
                    <a:pt x="619" y="1352"/>
                  </a:lnTo>
                  <a:lnTo>
                    <a:pt x="735" y="1121"/>
                  </a:lnTo>
                  <a:lnTo>
                    <a:pt x="928" y="928"/>
                  </a:lnTo>
                  <a:lnTo>
                    <a:pt x="1121" y="735"/>
                  </a:lnTo>
                  <a:lnTo>
                    <a:pt x="1353" y="580"/>
                  </a:lnTo>
                  <a:lnTo>
                    <a:pt x="1584" y="464"/>
                  </a:lnTo>
                  <a:close/>
                  <a:moveTo>
                    <a:pt x="1893" y="1"/>
                  </a:moveTo>
                  <a:lnTo>
                    <a:pt x="1700" y="39"/>
                  </a:lnTo>
                  <a:lnTo>
                    <a:pt x="1546" y="78"/>
                  </a:lnTo>
                  <a:lnTo>
                    <a:pt x="1353" y="155"/>
                  </a:lnTo>
                  <a:lnTo>
                    <a:pt x="1314" y="194"/>
                  </a:lnTo>
                  <a:lnTo>
                    <a:pt x="1082" y="271"/>
                  </a:lnTo>
                  <a:lnTo>
                    <a:pt x="851" y="387"/>
                  </a:lnTo>
                  <a:lnTo>
                    <a:pt x="619" y="580"/>
                  </a:lnTo>
                  <a:lnTo>
                    <a:pt x="426" y="773"/>
                  </a:lnTo>
                  <a:lnTo>
                    <a:pt x="271" y="966"/>
                  </a:lnTo>
                  <a:lnTo>
                    <a:pt x="155" y="1237"/>
                  </a:lnTo>
                  <a:lnTo>
                    <a:pt x="78" y="1468"/>
                  </a:lnTo>
                  <a:lnTo>
                    <a:pt x="1" y="1739"/>
                  </a:lnTo>
                  <a:lnTo>
                    <a:pt x="1" y="2047"/>
                  </a:lnTo>
                  <a:lnTo>
                    <a:pt x="40" y="2125"/>
                  </a:lnTo>
                  <a:lnTo>
                    <a:pt x="40" y="2318"/>
                  </a:lnTo>
                  <a:lnTo>
                    <a:pt x="117" y="2511"/>
                  </a:lnTo>
                  <a:lnTo>
                    <a:pt x="310" y="2858"/>
                  </a:lnTo>
                  <a:lnTo>
                    <a:pt x="542" y="3167"/>
                  </a:lnTo>
                  <a:lnTo>
                    <a:pt x="851" y="3399"/>
                  </a:lnTo>
                  <a:lnTo>
                    <a:pt x="1198" y="3592"/>
                  </a:lnTo>
                  <a:lnTo>
                    <a:pt x="1584" y="3708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7" y="3669"/>
                  </a:lnTo>
                  <a:lnTo>
                    <a:pt x="2627" y="3592"/>
                  </a:lnTo>
                  <a:lnTo>
                    <a:pt x="2897" y="3438"/>
                  </a:lnTo>
                  <a:lnTo>
                    <a:pt x="3129" y="3245"/>
                  </a:lnTo>
                  <a:lnTo>
                    <a:pt x="3322" y="3013"/>
                  </a:lnTo>
                  <a:lnTo>
                    <a:pt x="3476" y="2781"/>
                  </a:lnTo>
                  <a:lnTo>
                    <a:pt x="3631" y="2511"/>
                  </a:lnTo>
                  <a:lnTo>
                    <a:pt x="3708" y="2202"/>
                  </a:lnTo>
                  <a:lnTo>
                    <a:pt x="3747" y="1932"/>
                  </a:lnTo>
                  <a:lnTo>
                    <a:pt x="3747" y="1584"/>
                  </a:lnTo>
                  <a:lnTo>
                    <a:pt x="3669" y="1314"/>
                  </a:lnTo>
                  <a:lnTo>
                    <a:pt x="3515" y="1005"/>
                  </a:lnTo>
                  <a:lnTo>
                    <a:pt x="3322" y="696"/>
                  </a:lnTo>
                  <a:lnTo>
                    <a:pt x="3052" y="426"/>
                  </a:lnTo>
                  <a:lnTo>
                    <a:pt x="2743" y="233"/>
                  </a:lnTo>
                  <a:lnTo>
                    <a:pt x="2395" y="78"/>
                  </a:lnTo>
                  <a:lnTo>
                    <a:pt x="204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" name="Google Shape;1733;p7"/>
            <p:cNvSpPr/>
            <p:nvPr/>
          </p:nvSpPr>
          <p:spPr>
            <a:xfrm>
              <a:off x="2332000" y="4749125"/>
              <a:ext cx="326325" cy="58900"/>
            </a:xfrm>
            <a:custGeom>
              <a:avLst/>
              <a:gdLst/>
              <a:ahLst/>
              <a:cxnLst/>
              <a:rect l="l" t="t" r="r" b="b"/>
              <a:pathLst>
                <a:path w="13053" h="2356" extrusionOk="0">
                  <a:moveTo>
                    <a:pt x="12782" y="0"/>
                  </a:moveTo>
                  <a:lnTo>
                    <a:pt x="12705" y="39"/>
                  </a:lnTo>
                  <a:lnTo>
                    <a:pt x="12628" y="116"/>
                  </a:lnTo>
                  <a:lnTo>
                    <a:pt x="12589" y="193"/>
                  </a:lnTo>
                  <a:lnTo>
                    <a:pt x="12589" y="309"/>
                  </a:lnTo>
                  <a:lnTo>
                    <a:pt x="12589" y="502"/>
                  </a:lnTo>
                  <a:lnTo>
                    <a:pt x="12550" y="657"/>
                  </a:lnTo>
                  <a:lnTo>
                    <a:pt x="12435" y="811"/>
                  </a:lnTo>
                  <a:lnTo>
                    <a:pt x="12319" y="966"/>
                  </a:lnTo>
                  <a:lnTo>
                    <a:pt x="12164" y="1081"/>
                  </a:lnTo>
                  <a:lnTo>
                    <a:pt x="11971" y="1159"/>
                  </a:lnTo>
                  <a:lnTo>
                    <a:pt x="11546" y="1313"/>
                  </a:lnTo>
                  <a:lnTo>
                    <a:pt x="11083" y="1429"/>
                  </a:lnTo>
                  <a:lnTo>
                    <a:pt x="10581" y="1506"/>
                  </a:lnTo>
                  <a:lnTo>
                    <a:pt x="9847" y="1583"/>
                  </a:lnTo>
                  <a:lnTo>
                    <a:pt x="9423" y="1622"/>
                  </a:lnTo>
                  <a:lnTo>
                    <a:pt x="9423" y="1545"/>
                  </a:lnTo>
                  <a:lnTo>
                    <a:pt x="9423" y="1468"/>
                  </a:lnTo>
                  <a:lnTo>
                    <a:pt x="9152" y="888"/>
                  </a:lnTo>
                  <a:lnTo>
                    <a:pt x="8959" y="270"/>
                  </a:lnTo>
                  <a:lnTo>
                    <a:pt x="8612" y="386"/>
                  </a:lnTo>
                  <a:lnTo>
                    <a:pt x="8650" y="695"/>
                  </a:lnTo>
                  <a:lnTo>
                    <a:pt x="8728" y="1043"/>
                  </a:lnTo>
                  <a:lnTo>
                    <a:pt x="8843" y="1390"/>
                  </a:lnTo>
                  <a:lnTo>
                    <a:pt x="8998" y="1661"/>
                  </a:lnTo>
                  <a:lnTo>
                    <a:pt x="7839" y="1776"/>
                  </a:lnTo>
                  <a:lnTo>
                    <a:pt x="6681" y="1854"/>
                  </a:lnTo>
                  <a:lnTo>
                    <a:pt x="5252" y="1892"/>
                  </a:lnTo>
                  <a:lnTo>
                    <a:pt x="3862" y="1854"/>
                  </a:lnTo>
                  <a:lnTo>
                    <a:pt x="3592" y="1815"/>
                  </a:lnTo>
                  <a:lnTo>
                    <a:pt x="3746" y="1506"/>
                  </a:lnTo>
                  <a:lnTo>
                    <a:pt x="3785" y="1159"/>
                  </a:lnTo>
                  <a:lnTo>
                    <a:pt x="3785" y="811"/>
                  </a:lnTo>
                  <a:lnTo>
                    <a:pt x="3746" y="425"/>
                  </a:lnTo>
                  <a:lnTo>
                    <a:pt x="3399" y="464"/>
                  </a:lnTo>
                  <a:lnTo>
                    <a:pt x="3399" y="772"/>
                  </a:lnTo>
                  <a:lnTo>
                    <a:pt x="3360" y="1081"/>
                  </a:lnTo>
                  <a:lnTo>
                    <a:pt x="3244" y="1468"/>
                  </a:lnTo>
                  <a:lnTo>
                    <a:pt x="3128" y="1815"/>
                  </a:lnTo>
                  <a:lnTo>
                    <a:pt x="2202" y="1738"/>
                  </a:lnTo>
                  <a:lnTo>
                    <a:pt x="1738" y="1699"/>
                  </a:lnTo>
                  <a:lnTo>
                    <a:pt x="1275" y="1622"/>
                  </a:lnTo>
                  <a:lnTo>
                    <a:pt x="889" y="1468"/>
                  </a:lnTo>
                  <a:lnTo>
                    <a:pt x="734" y="1390"/>
                  </a:lnTo>
                  <a:lnTo>
                    <a:pt x="618" y="1313"/>
                  </a:lnTo>
                  <a:lnTo>
                    <a:pt x="503" y="1197"/>
                  </a:lnTo>
                  <a:lnTo>
                    <a:pt x="425" y="1081"/>
                  </a:lnTo>
                  <a:lnTo>
                    <a:pt x="387" y="966"/>
                  </a:lnTo>
                  <a:lnTo>
                    <a:pt x="387" y="811"/>
                  </a:lnTo>
                  <a:lnTo>
                    <a:pt x="387" y="772"/>
                  </a:lnTo>
                  <a:lnTo>
                    <a:pt x="387" y="695"/>
                  </a:lnTo>
                  <a:lnTo>
                    <a:pt x="310" y="618"/>
                  </a:lnTo>
                  <a:lnTo>
                    <a:pt x="194" y="618"/>
                  </a:lnTo>
                  <a:lnTo>
                    <a:pt x="155" y="657"/>
                  </a:lnTo>
                  <a:lnTo>
                    <a:pt x="116" y="695"/>
                  </a:lnTo>
                  <a:lnTo>
                    <a:pt x="39" y="850"/>
                  </a:lnTo>
                  <a:lnTo>
                    <a:pt x="1" y="1004"/>
                  </a:lnTo>
                  <a:lnTo>
                    <a:pt x="1" y="1159"/>
                  </a:lnTo>
                  <a:lnTo>
                    <a:pt x="1" y="1274"/>
                  </a:lnTo>
                  <a:lnTo>
                    <a:pt x="39" y="1390"/>
                  </a:lnTo>
                  <a:lnTo>
                    <a:pt x="116" y="1506"/>
                  </a:lnTo>
                  <a:lnTo>
                    <a:pt x="310" y="1699"/>
                  </a:lnTo>
                  <a:lnTo>
                    <a:pt x="541" y="1854"/>
                  </a:lnTo>
                  <a:lnTo>
                    <a:pt x="812" y="1970"/>
                  </a:lnTo>
                  <a:lnTo>
                    <a:pt x="1082" y="2047"/>
                  </a:lnTo>
                  <a:lnTo>
                    <a:pt x="1352" y="2085"/>
                  </a:lnTo>
                  <a:lnTo>
                    <a:pt x="2626" y="2240"/>
                  </a:lnTo>
                  <a:lnTo>
                    <a:pt x="3862" y="2317"/>
                  </a:lnTo>
                  <a:lnTo>
                    <a:pt x="5136" y="2356"/>
                  </a:lnTo>
                  <a:lnTo>
                    <a:pt x="6372" y="2356"/>
                  </a:lnTo>
                  <a:lnTo>
                    <a:pt x="7531" y="2278"/>
                  </a:lnTo>
                  <a:lnTo>
                    <a:pt x="8689" y="2201"/>
                  </a:lnTo>
                  <a:lnTo>
                    <a:pt x="9847" y="2047"/>
                  </a:lnTo>
                  <a:lnTo>
                    <a:pt x="11006" y="1892"/>
                  </a:lnTo>
                  <a:lnTo>
                    <a:pt x="11392" y="1815"/>
                  </a:lnTo>
                  <a:lnTo>
                    <a:pt x="11740" y="1738"/>
                  </a:lnTo>
                  <a:lnTo>
                    <a:pt x="12126" y="1583"/>
                  </a:lnTo>
                  <a:lnTo>
                    <a:pt x="12473" y="1429"/>
                  </a:lnTo>
                  <a:lnTo>
                    <a:pt x="12744" y="1236"/>
                  </a:lnTo>
                  <a:lnTo>
                    <a:pt x="12859" y="1081"/>
                  </a:lnTo>
                  <a:lnTo>
                    <a:pt x="12937" y="927"/>
                  </a:lnTo>
                  <a:lnTo>
                    <a:pt x="13014" y="772"/>
                  </a:lnTo>
                  <a:lnTo>
                    <a:pt x="13052" y="579"/>
                  </a:lnTo>
                  <a:lnTo>
                    <a:pt x="13052" y="386"/>
                  </a:lnTo>
                  <a:lnTo>
                    <a:pt x="13052" y="155"/>
                  </a:lnTo>
                  <a:lnTo>
                    <a:pt x="13014" y="77"/>
                  </a:lnTo>
                  <a:lnTo>
                    <a:pt x="1293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34" name="Google Shape;1734;p7"/>
          <p:cNvSpPr txBox="1">
            <a:spLocks noGrp="1"/>
          </p:cNvSpPr>
          <p:nvPr>
            <p:ph type="body" idx="1"/>
          </p:nvPr>
        </p:nvSpPr>
        <p:spPr>
          <a:xfrm>
            <a:off x="882619" y="1669800"/>
            <a:ext cx="4295100" cy="219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Nunito Light"/>
              <a:buChar char="●"/>
              <a:defRPr/>
            </a:lvl1pPr>
            <a:lvl2pPr marL="914400" lvl="1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○"/>
              <a:defRPr/>
            </a:lvl2pPr>
            <a:lvl3pPr marL="1371600" lvl="2" indent="-32385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500"/>
              <a:buFont typeface="Nunito Light"/>
              <a:buChar char="■"/>
              <a:defRPr/>
            </a:lvl3pPr>
            <a:lvl4pPr marL="1828800" lvl="3" indent="-32385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500"/>
              <a:buFont typeface="Nunito Light"/>
              <a:buChar char="●"/>
              <a:defRPr/>
            </a:lvl4pPr>
            <a:lvl5pPr marL="2286000" lvl="4" indent="-32385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500"/>
              <a:buFont typeface="Nunito Light"/>
              <a:buChar char="○"/>
              <a:defRPr/>
            </a:lvl5pPr>
            <a:lvl6pPr marL="2743200" lvl="5" indent="-32385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500"/>
              <a:buFont typeface="Nunito Light"/>
              <a:buChar char="■"/>
              <a:defRPr/>
            </a:lvl6pPr>
            <a:lvl7pPr marL="3200400" lvl="6" indent="-31115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 Light"/>
              <a:buChar char="●"/>
              <a:defRPr/>
            </a:lvl7pPr>
            <a:lvl8pPr marL="3657600" lvl="7" indent="-31115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 Light"/>
              <a:buChar char="○"/>
              <a:defRPr/>
            </a:lvl8pPr>
            <a:lvl9pPr marL="4114800" lvl="8" indent="-32385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5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735" name="Google Shape;1735;p7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457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736" name="Google Shape;1736;p7"/>
          <p:cNvGrpSpPr/>
          <p:nvPr/>
        </p:nvGrpSpPr>
        <p:grpSpPr>
          <a:xfrm>
            <a:off x="8558400" y="-75750"/>
            <a:ext cx="260625" cy="1230500"/>
            <a:chOff x="6815325" y="0"/>
            <a:chExt cx="260625" cy="1230500"/>
          </a:xfrm>
        </p:grpSpPr>
        <p:sp>
          <p:nvSpPr>
            <p:cNvPr id="1737" name="Google Shape;1737;p7"/>
            <p:cNvSpPr/>
            <p:nvPr/>
          </p:nvSpPr>
          <p:spPr>
            <a:xfrm>
              <a:off x="6943375" y="0"/>
              <a:ext cx="25" cy="916575"/>
            </a:xfrm>
            <a:custGeom>
              <a:avLst/>
              <a:gdLst/>
              <a:ahLst/>
              <a:cxnLst/>
              <a:rect l="l" t="t" r="r" b="b"/>
              <a:pathLst>
                <a:path w="1" h="36663" extrusionOk="0">
                  <a:moveTo>
                    <a:pt x="1" y="36662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" name="Google Shape;1738;p7"/>
            <p:cNvSpPr/>
            <p:nvPr/>
          </p:nvSpPr>
          <p:spPr>
            <a:xfrm>
              <a:off x="6943375" y="0"/>
              <a:ext cx="25" cy="916575"/>
            </a:xfrm>
            <a:custGeom>
              <a:avLst/>
              <a:gdLst/>
              <a:ahLst/>
              <a:cxnLst/>
              <a:rect l="l" t="t" r="r" b="b"/>
              <a:pathLst>
                <a:path w="1" h="36663" fill="none" extrusionOk="0">
                  <a:moveTo>
                    <a:pt x="1" y="36662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" name="Google Shape;1739;p7"/>
            <p:cNvSpPr/>
            <p:nvPr/>
          </p:nvSpPr>
          <p:spPr>
            <a:xfrm>
              <a:off x="6933275" y="0"/>
              <a:ext cx="19675" cy="916575"/>
            </a:xfrm>
            <a:custGeom>
              <a:avLst/>
              <a:gdLst/>
              <a:ahLst/>
              <a:cxnLst/>
              <a:rect l="l" t="t" r="r" b="b"/>
              <a:pathLst>
                <a:path w="787" h="36663" extrusionOk="0">
                  <a:moveTo>
                    <a:pt x="0" y="0"/>
                  </a:moveTo>
                  <a:lnTo>
                    <a:pt x="0" y="36662"/>
                  </a:lnTo>
                  <a:lnTo>
                    <a:pt x="787" y="36662"/>
                  </a:lnTo>
                  <a:lnTo>
                    <a:pt x="78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" name="Google Shape;1740;p7"/>
            <p:cNvSpPr/>
            <p:nvPr/>
          </p:nvSpPr>
          <p:spPr>
            <a:xfrm>
              <a:off x="6815325" y="847475"/>
              <a:ext cx="260625" cy="383025"/>
            </a:xfrm>
            <a:custGeom>
              <a:avLst/>
              <a:gdLst/>
              <a:ahLst/>
              <a:cxnLst/>
              <a:rect l="l" t="t" r="r" b="b"/>
              <a:pathLst>
                <a:path w="10425" h="15321" extrusionOk="0">
                  <a:moveTo>
                    <a:pt x="7077" y="0"/>
                  </a:moveTo>
                  <a:lnTo>
                    <a:pt x="6718" y="23"/>
                  </a:lnTo>
                  <a:lnTo>
                    <a:pt x="6358" y="45"/>
                  </a:lnTo>
                  <a:lnTo>
                    <a:pt x="5999" y="90"/>
                  </a:lnTo>
                  <a:lnTo>
                    <a:pt x="5662" y="157"/>
                  </a:lnTo>
                  <a:lnTo>
                    <a:pt x="5303" y="247"/>
                  </a:lnTo>
                  <a:lnTo>
                    <a:pt x="4966" y="360"/>
                  </a:lnTo>
                  <a:lnTo>
                    <a:pt x="4651" y="472"/>
                  </a:lnTo>
                  <a:lnTo>
                    <a:pt x="4314" y="607"/>
                  </a:lnTo>
                  <a:lnTo>
                    <a:pt x="4000" y="764"/>
                  </a:lnTo>
                  <a:lnTo>
                    <a:pt x="3708" y="944"/>
                  </a:lnTo>
                  <a:lnTo>
                    <a:pt x="3416" y="1123"/>
                  </a:lnTo>
                  <a:lnTo>
                    <a:pt x="3123" y="1326"/>
                  </a:lnTo>
                  <a:lnTo>
                    <a:pt x="2831" y="1528"/>
                  </a:lnTo>
                  <a:lnTo>
                    <a:pt x="2584" y="1752"/>
                  </a:lnTo>
                  <a:lnTo>
                    <a:pt x="2315" y="1999"/>
                  </a:lnTo>
                  <a:lnTo>
                    <a:pt x="2068" y="2247"/>
                  </a:lnTo>
                  <a:lnTo>
                    <a:pt x="1843" y="2516"/>
                  </a:lnTo>
                  <a:lnTo>
                    <a:pt x="1618" y="2808"/>
                  </a:lnTo>
                  <a:lnTo>
                    <a:pt x="1394" y="3078"/>
                  </a:lnTo>
                  <a:lnTo>
                    <a:pt x="1214" y="3392"/>
                  </a:lnTo>
                  <a:lnTo>
                    <a:pt x="1012" y="3707"/>
                  </a:lnTo>
                  <a:lnTo>
                    <a:pt x="855" y="4021"/>
                  </a:lnTo>
                  <a:lnTo>
                    <a:pt x="697" y="4336"/>
                  </a:lnTo>
                  <a:lnTo>
                    <a:pt x="563" y="4695"/>
                  </a:lnTo>
                  <a:lnTo>
                    <a:pt x="428" y="5032"/>
                  </a:lnTo>
                  <a:lnTo>
                    <a:pt x="315" y="5392"/>
                  </a:lnTo>
                  <a:lnTo>
                    <a:pt x="226" y="5751"/>
                  </a:lnTo>
                  <a:lnTo>
                    <a:pt x="136" y="6110"/>
                  </a:lnTo>
                  <a:lnTo>
                    <a:pt x="68" y="6492"/>
                  </a:lnTo>
                  <a:lnTo>
                    <a:pt x="23" y="6874"/>
                  </a:lnTo>
                  <a:lnTo>
                    <a:pt x="1" y="7256"/>
                  </a:lnTo>
                  <a:lnTo>
                    <a:pt x="1" y="7661"/>
                  </a:lnTo>
                  <a:lnTo>
                    <a:pt x="1" y="8042"/>
                  </a:lnTo>
                  <a:lnTo>
                    <a:pt x="23" y="8447"/>
                  </a:lnTo>
                  <a:lnTo>
                    <a:pt x="68" y="8829"/>
                  </a:lnTo>
                  <a:lnTo>
                    <a:pt x="136" y="9211"/>
                  </a:lnTo>
                  <a:lnTo>
                    <a:pt x="226" y="9570"/>
                  </a:lnTo>
                  <a:lnTo>
                    <a:pt x="315" y="9929"/>
                  </a:lnTo>
                  <a:lnTo>
                    <a:pt x="428" y="10289"/>
                  </a:lnTo>
                  <a:lnTo>
                    <a:pt x="563" y="10648"/>
                  </a:lnTo>
                  <a:lnTo>
                    <a:pt x="697" y="10985"/>
                  </a:lnTo>
                  <a:lnTo>
                    <a:pt x="855" y="11322"/>
                  </a:lnTo>
                  <a:lnTo>
                    <a:pt x="1012" y="11637"/>
                  </a:lnTo>
                  <a:lnTo>
                    <a:pt x="1214" y="11951"/>
                  </a:lnTo>
                  <a:lnTo>
                    <a:pt x="1394" y="12243"/>
                  </a:lnTo>
                  <a:lnTo>
                    <a:pt x="1618" y="12535"/>
                  </a:lnTo>
                  <a:lnTo>
                    <a:pt x="1843" y="12805"/>
                  </a:lnTo>
                  <a:lnTo>
                    <a:pt x="2068" y="13075"/>
                  </a:lnTo>
                  <a:lnTo>
                    <a:pt x="2315" y="13344"/>
                  </a:lnTo>
                  <a:lnTo>
                    <a:pt x="2584" y="13569"/>
                  </a:lnTo>
                  <a:lnTo>
                    <a:pt x="2831" y="13793"/>
                  </a:lnTo>
                  <a:lnTo>
                    <a:pt x="3123" y="14018"/>
                  </a:lnTo>
                  <a:lnTo>
                    <a:pt x="3416" y="14220"/>
                  </a:lnTo>
                  <a:lnTo>
                    <a:pt x="3708" y="14400"/>
                  </a:lnTo>
                  <a:lnTo>
                    <a:pt x="4000" y="14580"/>
                  </a:lnTo>
                  <a:lnTo>
                    <a:pt x="4314" y="14714"/>
                  </a:lnTo>
                  <a:lnTo>
                    <a:pt x="4651" y="14872"/>
                  </a:lnTo>
                  <a:lnTo>
                    <a:pt x="4966" y="14984"/>
                  </a:lnTo>
                  <a:lnTo>
                    <a:pt x="5303" y="15074"/>
                  </a:lnTo>
                  <a:lnTo>
                    <a:pt x="5662" y="15164"/>
                  </a:lnTo>
                  <a:lnTo>
                    <a:pt x="5999" y="15231"/>
                  </a:lnTo>
                  <a:lnTo>
                    <a:pt x="6358" y="15276"/>
                  </a:lnTo>
                  <a:lnTo>
                    <a:pt x="6718" y="15321"/>
                  </a:lnTo>
                  <a:lnTo>
                    <a:pt x="7504" y="15321"/>
                  </a:lnTo>
                  <a:lnTo>
                    <a:pt x="7931" y="15276"/>
                  </a:lnTo>
                  <a:lnTo>
                    <a:pt x="8335" y="15209"/>
                  </a:lnTo>
                  <a:lnTo>
                    <a:pt x="8762" y="15119"/>
                  </a:lnTo>
                  <a:lnTo>
                    <a:pt x="9144" y="14984"/>
                  </a:lnTo>
                  <a:lnTo>
                    <a:pt x="9548" y="14849"/>
                  </a:lnTo>
                  <a:lnTo>
                    <a:pt x="9908" y="14692"/>
                  </a:lnTo>
                  <a:lnTo>
                    <a:pt x="10267" y="14512"/>
                  </a:lnTo>
                  <a:lnTo>
                    <a:pt x="9863" y="14243"/>
                  </a:lnTo>
                  <a:lnTo>
                    <a:pt x="9481" y="13951"/>
                  </a:lnTo>
                  <a:lnTo>
                    <a:pt x="9122" y="13636"/>
                  </a:lnTo>
                  <a:lnTo>
                    <a:pt x="8762" y="13299"/>
                  </a:lnTo>
                  <a:lnTo>
                    <a:pt x="8425" y="12940"/>
                  </a:lnTo>
                  <a:lnTo>
                    <a:pt x="8133" y="12558"/>
                  </a:lnTo>
                  <a:lnTo>
                    <a:pt x="7841" y="12153"/>
                  </a:lnTo>
                  <a:lnTo>
                    <a:pt x="7594" y="11727"/>
                  </a:lnTo>
                  <a:lnTo>
                    <a:pt x="7347" y="11300"/>
                  </a:lnTo>
                  <a:lnTo>
                    <a:pt x="7145" y="10828"/>
                  </a:lnTo>
                  <a:lnTo>
                    <a:pt x="6987" y="10356"/>
                  </a:lnTo>
                  <a:lnTo>
                    <a:pt x="6830" y="9862"/>
                  </a:lnTo>
                  <a:lnTo>
                    <a:pt x="6718" y="9345"/>
                  </a:lnTo>
                  <a:lnTo>
                    <a:pt x="6628" y="8829"/>
                  </a:lnTo>
                  <a:lnTo>
                    <a:pt x="6583" y="8290"/>
                  </a:lnTo>
                  <a:lnTo>
                    <a:pt x="6561" y="7750"/>
                  </a:lnTo>
                  <a:lnTo>
                    <a:pt x="6583" y="7211"/>
                  </a:lnTo>
                  <a:lnTo>
                    <a:pt x="6628" y="6650"/>
                  </a:lnTo>
                  <a:lnTo>
                    <a:pt x="6718" y="6133"/>
                  </a:lnTo>
                  <a:lnTo>
                    <a:pt x="6830" y="5616"/>
                  </a:lnTo>
                  <a:lnTo>
                    <a:pt x="6987" y="5100"/>
                  </a:lnTo>
                  <a:lnTo>
                    <a:pt x="7167" y="4605"/>
                  </a:lnTo>
                  <a:lnTo>
                    <a:pt x="7392" y="4134"/>
                  </a:lnTo>
                  <a:lnTo>
                    <a:pt x="7639" y="3684"/>
                  </a:lnTo>
                  <a:lnTo>
                    <a:pt x="7908" y="3257"/>
                  </a:lnTo>
                  <a:lnTo>
                    <a:pt x="8200" y="2853"/>
                  </a:lnTo>
                  <a:lnTo>
                    <a:pt x="8515" y="2449"/>
                  </a:lnTo>
                  <a:lnTo>
                    <a:pt x="8852" y="2089"/>
                  </a:lnTo>
                  <a:lnTo>
                    <a:pt x="9211" y="1752"/>
                  </a:lnTo>
                  <a:lnTo>
                    <a:pt x="9616" y="1438"/>
                  </a:lnTo>
                  <a:lnTo>
                    <a:pt x="10020" y="1168"/>
                  </a:lnTo>
                  <a:lnTo>
                    <a:pt x="10424" y="921"/>
                  </a:lnTo>
                  <a:lnTo>
                    <a:pt x="10065" y="719"/>
                  </a:lnTo>
                  <a:lnTo>
                    <a:pt x="9661" y="517"/>
                  </a:lnTo>
                  <a:lnTo>
                    <a:pt x="9256" y="382"/>
                  </a:lnTo>
                  <a:lnTo>
                    <a:pt x="8852" y="247"/>
                  </a:lnTo>
                  <a:lnTo>
                    <a:pt x="8425" y="135"/>
                  </a:lnTo>
                  <a:lnTo>
                    <a:pt x="7976" y="68"/>
                  </a:lnTo>
                  <a:lnTo>
                    <a:pt x="7527" y="23"/>
                  </a:lnTo>
                  <a:lnTo>
                    <a:pt x="707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41" name="Google Shape;1741;p7"/>
          <p:cNvGrpSpPr/>
          <p:nvPr/>
        </p:nvGrpSpPr>
        <p:grpSpPr>
          <a:xfrm>
            <a:off x="310050" y="-77375"/>
            <a:ext cx="599250" cy="1418100"/>
            <a:chOff x="310050" y="-1175"/>
            <a:chExt cx="599250" cy="1418100"/>
          </a:xfrm>
        </p:grpSpPr>
        <p:grpSp>
          <p:nvGrpSpPr>
            <p:cNvPr id="1742" name="Google Shape;1742;p7"/>
            <p:cNvGrpSpPr/>
            <p:nvPr/>
          </p:nvGrpSpPr>
          <p:grpSpPr>
            <a:xfrm>
              <a:off x="310050" y="-1175"/>
              <a:ext cx="599250" cy="1418100"/>
              <a:chOff x="310050" y="0"/>
              <a:chExt cx="599250" cy="1418100"/>
            </a:xfrm>
          </p:grpSpPr>
          <p:sp>
            <p:nvSpPr>
              <p:cNvPr id="1743" name="Google Shape;1743;p7"/>
              <p:cNvSpPr/>
              <p:nvPr/>
            </p:nvSpPr>
            <p:spPr>
              <a:xfrm>
                <a:off x="608250" y="0"/>
                <a:ext cx="25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1" h="36663" extrusionOk="0">
                    <a:moveTo>
                      <a:pt x="1" y="36662"/>
                    </a:move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Google Shape;1744;p7"/>
              <p:cNvSpPr/>
              <p:nvPr/>
            </p:nvSpPr>
            <p:spPr>
              <a:xfrm>
                <a:off x="608250" y="0"/>
                <a:ext cx="25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1" h="36663" fill="none" extrusionOk="0">
                    <a:moveTo>
                      <a:pt x="1" y="36662"/>
                    </a:moveTo>
                    <a:lnTo>
                      <a:pt x="1" y="0"/>
                    </a:lnTo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Google Shape;1745;p7"/>
              <p:cNvSpPr/>
              <p:nvPr/>
            </p:nvSpPr>
            <p:spPr>
              <a:xfrm>
                <a:off x="598700" y="0"/>
                <a:ext cx="19700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788" h="36663" extrusionOk="0">
                    <a:moveTo>
                      <a:pt x="1" y="0"/>
                    </a:moveTo>
                    <a:lnTo>
                      <a:pt x="1" y="36662"/>
                    </a:lnTo>
                    <a:lnTo>
                      <a:pt x="787" y="36662"/>
                    </a:lnTo>
                    <a:lnTo>
                      <a:pt x="78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Google Shape;1746;p7"/>
              <p:cNvSpPr/>
              <p:nvPr/>
            </p:nvSpPr>
            <p:spPr>
              <a:xfrm>
                <a:off x="310050" y="847475"/>
                <a:ext cx="599250" cy="570625"/>
              </a:xfrm>
              <a:custGeom>
                <a:avLst/>
                <a:gdLst/>
                <a:ahLst/>
                <a:cxnLst/>
                <a:rect l="l" t="t" r="r" b="b"/>
                <a:pathLst>
                  <a:path w="23970" h="22825" extrusionOk="0">
                    <a:moveTo>
                      <a:pt x="11996" y="0"/>
                    </a:moveTo>
                    <a:lnTo>
                      <a:pt x="7503" y="6425"/>
                    </a:lnTo>
                    <a:lnTo>
                      <a:pt x="0" y="8716"/>
                    </a:lnTo>
                    <a:lnTo>
                      <a:pt x="4718" y="14984"/>
                    </a:lnTo>
                    <a:lnTo>
                      <a:pt x="4560" y="22824"/>
                    </a:lnTo>
                    <a:lnTo>
                      <a:pt x="11996" y="20286"/>
                    </a:lnTo>
                    <a:lnTo>
                      <a:pt x="19409" y="22824"/>
                    </a:lnTo>
                    <a:lnTo>
                      <a:pt x="19252" y="14984"/>
                    </a:lnTo>
                    <a:lnTo>
                      <a:pt x="23970" y="8716"/>
                    </a:lnTo>
                    <a:lnTo>
                      <a:pt x="16489" y="6425"/>
                    </a:lnTo>
                    <a:lnTo>
                      <a:pt x="11996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747" name="Google Shape;1747;p7"/>
            <p:cNvSpPr/>
            <p:nvPr/>
          </p:nvSpPr>
          <p:spPr>
            <a:xfrm>
              <a:off x="445600" y="979650"/>
              <a:ext cx="328149" cy="312474"/>
            </a:xfrm>
            <a:custGeom>
              <a:avLst/>
              <a:gdLst/>
              <a:ahLst/>
              <a:cxnLst/>
              <a:rect l="l" t="t" r="r" b="b"/>
              <a:pathLst>
                <a:path w="23970" h="22825" extrusionOk="0">
                  <a:moveTo>
                    <a:pt x="11996" y="0"/>
                  </a:moveTo>
                  <a:lnTo>
                    <a:pt x="7503" y="6425"/>
                  </a:lnTo>
                  <a:lnTo>
                    <a:pt x="0" y="8716"/>
                  </a:lnTo>
                  <a:lnTo>
                    <a:pt x="4718" y="14984"/>
                  </a:lnTo>
                  <a:lnTo>
                    <a:pt x="4560" y="22824"/>
                  </a:lnTo>
                  <a:lnTo>
                    <a:pt x="11996" y="20286"/>
                  </a:lnTo>
                  <a:lnTo>
                    <a:pt x="19409" y="22824"/>
                  </a:lnTo>
                  <a:lnTo>
                    <a:pt x="19252" y="14984"/>
                  </a:lnTo>
                  <a:lnTo>
                    <a:pt x="23970" y="8716"/>
                  </a:lnTo>
                  <a:lnTo>
                    <a:pt x="16489" y="6425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424242">
                <a:alpha val="61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0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26" name="Google Shape;2026;p9"/>
          <p:cNvGrpSpPr/>
          <p:nvPr/>
        </p:nvGrpSpPr>
        <p:grpSpPr>
          <a:xfrm>
            <a:off x="162878" y="103243"/>
            <a:ext cx="8818245" cy="4937014"/>
            <a:chOff x="238125" y="857725"/>
            <a:chExt cx="7143750" cy="3999525"/>
          </a:xfrm>
        </p:grpSpPr>
        <p:sp>
          <p:nvSpPr>
            <p:cNvPr id="2027" name="Google Shape;2027;p9"/>
            <p:cNvSpPr/>
            <p:nvPr/>
          </p:nvSpPr>
          <p:spPr>
            <a:xfrm>
              <a:off x="3447000" y="857725"/>
              <a:ext cx="309925" cy="605300"/>
            </a:xfrm>
            <a:custGeom>
              <a:avLst/>
              <a:gdLst/>
              <a:ahLst/>
              <a:cxnLst/>
              <a:rect l="l" t="t" r="r" b="b"/>
              <a:pathLst>
                <a:path w="12397" h="24212" extrusionOk="0">
                  <a:moveTo>
                    <a:pt x="7955" y="463"/>
                  </a:moveTo>
                  <a:lnTo>
                    <a:pt x="8496" y="502"/>
                  </a:lnTo>
                  <a:lnTo>
                    <a:pt x="9037" y="618"/>
                  </a:lnTo>
                  <a:lnTo>
                    <a:pt x="9500" y="811"/>
                  </a:lnTo>
                  <a:lnTo>
                    <a:pt x="9925" y="1043"/>
                  </a:lnTo>
                  <a:lnTo>
                    <a:pt x="10311" y="1352"/>
                  </a:lnTo>
                  <a:lnTo>
                    <a:pt x="10659" y="1699"/>
                  </a:lnTo>
                  <a:lnTo>
                    <a:pt x="10967" y="2085"/>
                  </a:lnTo>
                  <a:lnTo>
                    <a:pt x="11238" y="2510"/>
                  </a:lnTo>
                  <a:lnTo>
                    <a:pt x="11469" y="2973"/>
                  </a:lnTo>
                  <a:lnTo>
                    <a:pt x="11663" y="3437"/>
                  </a:lnTo>
                  <a:lnTo>
                    <a:pt x="11778" y="3939"/>
                  </a:lnTo>
                  <a:lnTo>
                    <a:pt x="11856" y="4441"/>
                  </a:lnTo>
                  <a:lnTo>
                    <a:pt x="11894" y="4981"/>
                  </a:lnTo>
                  <a:lnTo>
                    <a:pt x="11894" y="5483"/>
                  </a:lnTo>
                  <a:lnTo>
                    <a:pt x="11817" y="5985"/>
                  </a:lnTo>
                  <a:lnTo>
                    <a:pt x="11701" y="6487"/>
                  </a:lnTo>
                  <a:lnTo>
                    <a:pt x="11547" y="6989"/>
                  </a:lnTo>
                  <a:lnTo>
                    <a:pt x="11315" y="7453"/>
                  </a:lnTo>
                  <a:lnTo>
                    <a:pt x="11083" y="7916"/>
                  </a:lnTo>
                  <a:lnTo>
                    <a:pt x="10813" y="8341"/>
                  </a:lnTo>
                  <a:lnTo>
                    <a:pt x="10504" y="8766"/>
                  </a:lnTo>
                  <a:lnTo>
                    <a:pt x="10195" y="9152"/>
                  </a:lnTo>
                  <a:lnTo>
                    <a:pt x="9848" y="9499"/>
                  </a:lnTo>
                  <a:lnTo>
                    <a:pt x="9461" y="9847"/>
                  </a:lnTo>
                  <a:lnTo>
                    <a:pt x="9037" y="10156"/>
                  </a:lnTo>
                  <a:lnTo>
                    <a:pt x="8651" y="10465"/>
                  </a:lnTo>
                  <a:lnTo>
                    <a:pt x="8187" y="10735"/>
                  </a:lnTo>
                  <a:lnTo>
                    <a:pt x="7762" y="11005"/>
                  </a:lnTo>
                  <a:lnTo>
                    <a:pt x="6836" y="11469"/>
                  </a:lnTo>
                  <a:lnTo>
                    <a:pt x="5870" y="11855"/>
                  </a:lnTo>
                  <a:lnTo>
                    <a:pt x="5677" y="11855"/>
                  </a:lnTo>
                  <a:lnTo>
                    <a:pt x="5639" y="11932"/>
                  </a:lnTo>
                  <a:lnTo>
                    <a:pt x="5600" y="11932"/>
                  </a:lnTo>
                  <a:lnTo>
                    <a:pt x="4982" y="11276"/>
                  </a:lnTo>
                  <a:lnTo>
                    <a:pt x="4442" y="10542"/>
                  </a:lnTo>
                  <a:lnTo>
                    <a:pt x="3978" y="9808"/>
                  </a:lnTo>
                  <a:lnTo>
                    <a:pt x="3746" y="9383"/>
                  </a:lnTo>
                  <a:lnTo>
                    <a:pt x="3592" y="8997"/>
                  </a:lnTo>
                  <a:lnTo>
                    <a:pt x="3438" y="8611"/>
                  </a:lnTo>
                  <a:lnTo>
                    <a:pt x="3283" y="8186"/>
                  </a:lnTo>
                  <a:lnTo>
                    <a:pt x="3167" y="7762"/>
                  </a:lnTo>
                  <a:lnTo>
                    <a:pt x="3090" y="7298"/>
                  </a:lnTo>
                  <a:lnTo>
                    <a:pt x="3051" y="6873"/>
                  </a:lnTo>
                  <a:lnTo>
                    <a:pt x="3013" y="6410"/>
                  </a:lnTo>
                  <a:lnTo>
                    <a:pt x="3051" y="5947"/>
                  </a:lnTo>
                  <a:lnTo>
                    <a:pt x="3090" y="5483"/>
                  </a:lnTo>
                  <a:lnTo>
                    <a:pt x="3167" y="5020"/>
                  </a:lnTo>
                  <a:lnTo>
                    <a:pt x="3244" y="4557"/>
                  </a:lnTo>
                  <a:lnTo>
                    <a:pt x="3399" y="4093"/>
                  </a:lnTo>
                  <a:lnTo>
                    <a:pt x="3592" y="3668"/>
                  </a:lnTo>
                  <a:lnTo>
                    <a:pt x="3785" y="3205"/>
                  </a:lnTo>
                  <a:lnTo>
                    <a:pt x="4055" y="2819"/>
                  </a:lnTo>
                  <a:lnTo>
                    <a:pt x="4326" y="2394"/>
                  </a:lnTo>
                  <a:lnTo>
                    <a:pt x="4635" y="2047"/>
                  </a:lnTo>
                  <a:lnTo>
                    <a:pt x="4944" y="1699"/>
                  </a:lnTo>
                  <a:lnTo>
                    <a:pt x="5330" y="1390"/>
                  </a:lnTo>
                  <a:lnTo>
                    <a:pt x="5716" y="1081"/>
                  </a:lnTo>
                  <a:lnTo>
                    <a:pt x="6102" y="850"/>
                  </a:lnTo>
                  <a:lnTo>
                    <a:pt x="6527" y="695"/>
                  </a:lnTo>
                  <a:lnTo>
                    <a:pt x="6990" y="541"/>
                  </a:lnTo>
                  <a:lnTo>
                    <a:pt x="7453" y="463"/>
                  </a:lnTo>
                  <a:close/>
                  <a:moveTo>
                    <a:pt x="5561" y="12279"/>
                  </a:moveTo>
                  <a:lnTo>
                    <a:pt x="5600" y="12318"/>
                  </a:lnTo>
                  <a:lnTo>
                    <a:pt x="5677" y="12357"/>
                  </a:lnTo>
                  <a:lnTo>
                    <a:pt x="5793" y="12897"/>
                  </a:lnTo>
                  <a:lnTo>
                    <a:pt x="5793" y="12897"/>
                  </a:lnTo>
                  <a:lnTo>
                    <a:pt x="5098" y="12588"/>
                  </a:lnTo>
                  <a:lnTo>
                    <a:pt x="5561" y="12279"/>
                  </a:lnTo>
                  <a:close/>
                  <a:moveTo>
                    <a:pt x="3322" y="12975"/>
                  </a:moveTo>
                  <a:lnTo>
                    <a:pt x="3476" y="13477"/>
                  </a:lnTo>
                  <a:lnTo>
                    <a:pt x="3553" y="13979"/>
                  </a:lnTo>
                  <a:lnTo>
                    <a:pt x="3013" y="13979"/>
                  </a:lnTo>
                  <a:lnTo>
                    <a:pt x="2781" y="13940"/>
                  </a:lnTo>
                  <a:lnTo>
                    <a:pt x="2511" y="13824"/>
                  </a:lnTo>
                  <a:lnTo>
                    <a:pt x="2936" y="13399"/>
                  </a:lnTo>
                  <a:lnTo>
                    <a:pt x="3322" y="12975"/>
                  </a:lnTo>
                  <a:close/>
                  <a:moveTo>
                    <a:pt x="3940" y="14326"/>
                  </a:moveTo>
                  <a:lnTo>
                    <a:pt x="5098" y="14519"/>
                  </a:lnTo>
                  <a:lnTo>
                    <a:pt x="4442" y="15485"/>
                  </a:lnTo>
                  <a:lnTo>
                    <a:pt x="4287" y="15214"/>
                  </a:lnTo>
                  <a:lnTo>
                    <a:pt x="4171" y="14944"/>
                  </a:lnTo>
                  <a:lnTo>
                    <a:pt x="4055" y="14635"/>
                  </a:lnTo>
                  <a:lnTo>
                    <a:pt x="3978" y="14365"/>
                  </a:lnTo>
                  <a:lnTo>
                    <a:pt x="3940" y="14326"/>
                  </a:lnTo>
                  <a:close/>
                  <a:moveTo>
                    <a:pt x="3746" y="14596"/>
                  </a:moveTo>
                  <a:lnTo>
                    <a:pt x="3824" y="14944"/>
                  </a:lnTo>
                  <a:lnTo>
                    <a:pt x="3978" y="15291"/>
                  </a:lnTo>
                  <a:lnTo>
                    <a:pt x="4133" y="15600"/>
                  </a:lnTo>
                  <a:lnTo>
                    <a:pt x="4287" y="15909"/>
                  </a:lnTo>
                  <a:lnTo>
                    <a:pt x="4364" y="15987"/>
                  </a:lnTo>
                  <a:lnTo>
                    <a:pt x="4055" y="16411"/>
                  </a:lnTo>
                  <a:lnTo>
                    <a:pt x="3746" y="16875"/>
                  </a:lnTo>
                  <a:lnTo>
                    <a:pt x="3592" y="16411"/>
                  </a:lnTo>
                  <a:lnTo>
                    <a:pt x="3476" y="15948"/>
                  </a:lnTo>
                  <a:lnTo>
                    <a:pt x="3476" y="15716"/>
                  </a:lnTo>
                  <a:lnTo>
                    <a:pt x="3476" y="15446"/>
                  </a:lnTo>
                  <a:lnTo>
                    <a:pt x="3515" y="15214"/>
                  </a:lnTo>
                  <a:lnTo>
                    <a:pt x="3553" y="14983"/>
                  </a:lnTo>
                  <a:lnTo>
                    <a:pt x="3746" y="14596"/>
                  </a:lnTo>
                  <a:close/>
                  <a:moveTo>
                    <a:pt x="4480" y="16334"/>
                  </a:moveTo>
                  <a:lnTo>
                    <a:pt x="4673" y="16759"/>
                  </a:lnTo>
                  <a:lnTo>
                    <a:pt x="4789" y="17222"/>
                  </a:lnTo>
                  <a:lnTo>
                    <a:pt x="4789" y="17222"/>
                  </a:lnTo>
                  <a:lnTo>
                    <a:pt x="4364" y="17106"/>
                  </a:lnTo>
                  <a:lnTo>
                    <a:pt x="3940" y="17029"/>
                  </a:lnTo>
                  <a:lnTo>
                    <a:pt x="4480" y="16334"/>
                  </a:lnTo>
                  <a:close/>
                  <a:moveTo>
                    <a:pt x="2472" y="16875"/>
                  </a:moveTo>
                  <a:lnTo>
                    <a:pt x="3399" y="17106"/>
                  </a:lnTo>
                  <a:lnTo>
                    <a:pt x="3476" y="17261"/>
                  </a:lnTo>
                  <a:lnTo>
                    <a:pt x="3322" y="17377"/>
                  </a:lnTo>
                  <a:lnTo>
                    <a:pt x="3167" y="17570"/>
                  </a:lnTo>
                  <a:lnTo>
                    <a:pt x="2897" y="17917"/>
                  </a:lnTo>
                  <a:lnTo>
                    <a:pt x="2665" y="17415"/>
                  </a:lnTo>
                  <a:lnTo>
                    <a:pt x="2472" y="16875"/>
                  </a:lnTo>
                  <a:close/>
                  <a:moveTo>
                    <a:pt x="3360" y="19732"/>
                  </a:moveTo>
                  <a:lnTo>
                    <a:pt x="4055" y="20427"/>
                  </a:lnTo>
                  <a:lnTo>
                    <a:pt x="3553" y="20659"/>
                  </a:lnTo>
                  <a:lnTo>
                    <a:pt x="3013" y="20968"/>
                  </a:lnTo>
                  <a:lnTo>
                    <a:pt x="3167" y="20350"/>
                  </a:lnTo>
                  <a:lnTo>
                    <a:pt x="3360" y="19732"/>
                  </a:lnTo>
                  <a:close/>
                  <a:moveTo>
                    <a:pt x="5677" y="20118"/>
                  </a:moveTo>
                  <a:lnTo>
                    <a:pt x="5986" y="20196"/>
                  </a:lnTo>
                  <a:lnTo>
                    <a:pt x="5716" y="20891"/>
                  </a:lnTo>
                  <a:lnTo>
                    <a:pt x="5368" y="21547"/>
                  </a:lnTo>
                  <a:lnTo>
                    <a:pt x="4673" y="20582"/>
                  </a:lnTo>
                  <a:lnTo>
                    <a:pt x="4635" y="20543"/>
                  </a:lnTo>
                  <a:lnTo>
                    <a:pt x="4673" y="20234"/>
                  </a:lnTo>
                  <a:lnTo>
                    <a:pt x="5021" y="20157"/>
                  </a:lnTo>
                  <a:lnTo>
                    <a:pt x="5330" y="20118"/>
                  </a:lnTo>
                  <a:close/>
                  <a:moveTo>
                    <a:pt x="7453" y="0"/>
                  </a:moveTo>
                  <a:lnTo>
                    <a:pt x="7067" y="39"/>
                  </a:lnTo>
                  <a:lnTo>
                    <a:pt x="6720" y="154"/>
                  </a:lnTo>
                  <a:lnTo>
                    <a:pt x="6334" y="270"/>
                  </a:lnTo>
                  <a:lnTo>
                    <a:pt x="5986" y="425"/>
                  </a:lnTo>
                  <a:lnTo>
                    <a:pt x="5639" y="579"/>
                  </a:lnTo>
                  <a:lnTo>
                    <a:pt x="5291" y="811"/>
                  </a:lnTo>
                  <a:lnTo>
                    <a:pt x="4944" y="1043"/>
                  </a:lnTo>
                  <a:lnTo>
                    <a:pt x="4635" y="1313"/>
                  </a:lnTo>
                  <a:lnTo>
                    <a:pt x="4364" y="1622"/>
                  </a:lnTo>
                  <a:lnTo>
                    <a:pt x="4094" y="1892"/>
                  </a:lnTo>
                  <a:lnTo>
                    <a:pt x="3824" y="2240"/>
                  </a:lnTo>
                  <a:lnTo>
                    <a:pt x="3592" y="2549"/>
                  </a:lnTo>
                  <a:lnTo>
                    <a:pt x="3399" y="2896"/>
                  </a:lnTo>
                  <a:lnTo>
                    <a:pt x="3206" y="3282"/>
                  </a:lnTo>
                  <a:lnTo>
                    <a:pt x="3051" y="3630"/>
                  </a:lnTo>
                  <a:lnTo>
                    <a:pt x="2897" y="4016"/>
                  </a:lnTo>
                  <a:lnTo>
                    <a:pt x="2781" y="4402"/>
                  </a:lnTo>
                  <a:lnTo>
                    <a:pt x="2704" y="4788"/>
                  </a:lnTo>
                  <a:lnTo>
                    <a:pt x="2627" y="5174"/>
                  </a:lnTo>
                  <a:lnTo>
                    <a:pt x="2588" y="5599"/>
                  </a:lnTo>
                  <a:lnTo>
                    <a:pt x="2549" y="5985"/>
                  </a:lnTo>
                  <a:lnTo>
                    <a:pt x="2549" y="6410"/>
                  </a:lnTo>
                  <a:lnTo>
                    <a:pt x="2549" y="6835"/>
                  </a:lnTo>
                  <a:lnTo>
                    <a:pt x="2665" y="7723"/>
                  </a:lnTo>
                  <a:lnTo>
                    <a:pt x="2742" y="8148"/>
                  </a:lnTo>
                  <a:lnTo>
                    <a:pt x="2858" y="8572"/>
                  </a:lnTo>
                  <a:lnTo>
                    <a:pt x="3013" y="8997"/>
                  </a:lnTo>
                  <a:lnTo>
                    <a:pt x="3167" y="9383"/>
                  </a:lnTo>
                  <a:lnTo>
                    <a:pt x="3322" y="9808"/>
                  </a:lnTo>
                  <a:lnTo>
                    <a:pt x="3553" y="10194"/>
                  </a:lnTo>
                  <a:lnTo>
                    <a:pt x="3746" y="10542"/>
                  </a:lnTo>
                  <a:lnTo>
                    <a:pt x="4017" y="10928"/>
                  </a:lnTo>
                  <a:lnTo>
                    <a:pt x="4287" y="11237"/>
                  </a:lnTo>
                  <a:lnTo>
                    <a:pt x="4596" y="11546"/>
                  </a:lnTo>
                  <a:lnTo>
                    <a:pt x="4905" y="11855"/>
                  </a:lnTo>
                  <a:lnTo>
                    <a:pt x="5252" y="12086"/>
                  </a:lnTo>
                  <a:lnTo>
                    <a:pt x="4557" y="12473"/>
                  </a:lnTo>
                  <a:lnTo>
                    <a:pt x="4480" y="12550"/>
                  </a:lnTo>
                  <a:lnTo>
                    <a:pt x="4442" y="12666"/>
                  </a:lnTo>
                  <a:lnTo>
                    <a:pt x="4480" y="12781"/>
                  </a:lnTo>
                  <a:lnTo>
                    <a:pt x="4596" y="12859"/>
                  </a:lnTo>
                  <a:lnTo>
                    <a:pt x="5021" y="13013"/>
                  </a:lnTo>
                  <a:lnTo>
                    <a:pt x="4673" y="13168"/>
                  </a:lnTo>
                  <a:lnTo>
                    <a:pt x="4403" y="13361"/>
                  </a:lnTo>
                  <a:lnTo>
                    <a:pt x="4094" y="13554"/>
                  </a:lnTo>
                  <a:lnTo>
                    <a:pt x="3862" y="13785"/>
                  </a:lnTo>
                  <a:lnTo>
                    <a:pt x="3824" y="13477"/>
                  </a:lnTo>
                  <a:lnTo>
                    <a:pt x="3746" y="13168"/>
                  </a:lnTo>
                  <a:lnTo>
                    <a:pt x="3631" y="12859"/>
                  </a:lnTo>
                  <a:lnTo>
                    <a:pt x="3515" y="12550"/>
                  </a:lnTo>
                  <a:lnTo>
                    <a:pt x="3476" y="12473"/>
                  </a:lnTo>
                  <a:lnTo>
                    <a:pt x="3360" y="12434"/>
                  </a:lnTo>
                  <a:lnTo>
                    <a:pt x="3283" y="12473"/>
                  </a:lnTo>
                  <a:lnTo>
                    <a:pt x="3206" y="12511"/>
                  </a:lnTo>
                  <a:lnTo>
                    <a:pt x="2665" y="13168"/>
                  </a:lnTo>
                  <a:lnTo>
                    <a:pt x="2086" y="13747"/>
                  </a:lnTo>
                  <a:lnTo>
                    <a:pt x="2047" y="13824"/>
                  </a:lnTo>
                  <a:lnTo>
                    <a:pt x="2009" y="13901"/>
                  </a:lnTo>
                  <a:lnTo>
                    <a:pt x="2047" y="13979"/>
                  </a:lnTo>
                  <a:lnTo>
                    <a:pt x="2086" y="14056"/>
                  </a:lnTo>
                  <a:lnTo>
                    <a:pt x="2395" y="14210"/>
                  </a:lnTo>
                  <a:lnTo>
                    <a:pt x="2742" y="14287"/>
                  </a:lnTo>
                  <a:lnTo>
                    <a:pt x="3051" y="14365"/>
                  </a:lnTo>
                  <a:lnTo>
                    <a:pt x="3399" y="14365"/>
                  </a:lnTo>
                  <a:lnTo>
                    <a:pt x="3244" y="14635"/>
                  </a:lnTo>
                  <a:lnTo>
                    <a:pt x="3129" y="14944"/>
                  </a:lnTo>
                  <a:lnTo>
                    <a:pt x="3090" y="15176"/>
                  </a:lnTo>
                  <a:lnTo>
                    <a:pt x="3051" y="15407"/>
                  </a:lnTo>
                  <a:lnTo>
                    <a:pt x="3051" y="15871"/>
                  </a:lnTo>
                  <a:lnTo>
                    <a:pt x="3129" y="16295"/>
                  </a:lnTo>
                  <a:lnTo>
                    <a:pt x="3244" y="16759"/>
                  </a:lnTo>
                  <a:lnTo>
                    <a:pt x="2781" y="16566"/>
                  </a:lnTo>
                  <a:lnTo>
                    <a:pt x="2279" y="16411"/>
                  </a:lnTo>
                  <a:lnTo>
                    <a:pt x="2202" y="16411"/>
                  </a:lnTo>
                  <a:lnTo>
                    <a:pt x="2125" y="16450"/>
                  </a:lnTo>
                  <a:lnTo>
                    <a:pt x="2047" y="16527"/>
                  </a:lnTo>
                  <a:lnTo>
                    <a:pt x="2047" y="16643"/>
                  </a:lnTo>
                  <a:lnTo>
                    <a:pt x="2163" y="17106"/>
                  </a:lnTo>
                  <a:lnTo>
                    <a:pt x="2279" y="17531"/>
                  </a:lnTo>
                  <a:lnTo>
                    <a:pt x="2472" y="17956"/>
                  </a:lnTo>
                  <a:lnTo>
                    <a:pt x="2704" y="18381"/>
                  </a:lnTo>
                  <a:lnTo>
                    <a:pt x="2781" y="18458"/>
                  </a:lnTo>
                  <a:lnTo>
                    <a:pt x="2858" y="18496"/>
                  </a:lnTo>
                  <a:lnTo>
                    <a:pt x="2936" y="18458"/>
                  </a:lnTo>
                  <a:lnTo>
                    <a:pt x="3013" y="18381"/>
                  </a:lnTo>
                  <a:lnTo>
                    <a:pt x="3322" y="18033"/>
                  </a:lnTo>
                  <a:lnTo>
                    <a:pt x="3515" y="17801"/>
                  </a:lnTo>
                  <a:lnTo>
                    <a:pt x="3631" y="17608"/>
                  </a:lnTo>
                  <a:lnTo>
                    <a:pt x="3708" y="17763"/>
                  </a:lnTo>
                  <a:lnTo>
                    <a:pt x="3978" y="18342"/>
                  </a:lnTo>
                  <a:lnTo>
                    <a:pt x="4133" y="18960"/>
                  </a:lnTo>
                  <a:lnTo>
                    <a:pt x="4248" y="19539"/>
                  </a:lnTo>
                  <a:lnTo>
                    <a:pt x="4248" y="20157"/>
                  </a:lnTo>
                  <a:lnTo>
                    <a:pt x="3438" y="19307"/>
                  </a:lnTo>
                  <a:lnTo>
                    <a:pt x="3399" y="19269"/>
                  </a:lnTo>
                  <a:lnTo>
                    <a:pt x="3206" y="19269"/>
                  </a:lnTo>
                  <a:lnTo>
                    <a:pt x="3167" y="19346"/>
                  </a:lnTo>
                  <a:lnTo>
                    <a:pt x="2974" y="19809"/>
                  </a:lnTo>
                  <a:lnTo>
                    <a:pt x="2781" y="20273"/>
                  </a:lnTo>
                  <a:lnTo>
                    <a:pt x="2665" y="20775"/>
                  </a:lnTo>
                  <a:lnTo>
                    <a:pt x="2627" y="21315"/>
                  </a:lnTo>
                  <a:lnTo>
                    <a:pt x="2627" y="21393"/>
                  </a:lnTo>
                  <a:lnTo>
                    <a:pt x="2704" y="21470"/>
                  </a:lnTo>
                  <a:lnTo>
                    <a:pt x="2781" y="21508"/>
                  </a:lnTo>
                  <a:lnTo>
                    <a:pt x="2897" y="21470"/>
                  </a:lnTo>
                  <a:lnTo>
                    <a:pt x="3515" y="21161"/>
                  </a:lnTo>
                  <a:lnTo>
                    <a:pt x="4171" y="20775"/>
                  </a:lnTo>
                  <a:lnTo>
                    <a:pt x="4055" y="21161"/>
                  </a:lnTo>
                  <a:lnTo>
                    <a:pt x="3901" y="21547"/>
                  </a:lnTo>
                  <a:lnTo>
                    <a:pt x="3669" y="22049"/>
                  </a:lnTo>
                  <a:lnTo>
                    <a:pt x="3322" y="22551"/>
                  </a:lnTo>
                  <a:lnTo>
                    <a:pt x="2897" y="23014"/>
                  </a:lnTo>
                  <a:lnTo>
                    <a:pt x="2627" y="23246"/>
                  </a:lnTo>
                  <a:lnTo>
                    <a:pt x="2395" y="23401"/>
                  </a:lnTo>
                  <a:lnTo>
                    <a:pt x="2125" y="23594"/>
                  </a:lnTo>
                  <a:lnTo>
                    <a:pt x="1854" y="23709"/>
                  </a:lnTo>
                  <a:lnTo>
                    <a:pt x="1584" y="23787"/>
                  </a:lnTo>
                  <a:lnTo>
                    <a:pt x="1314" y="23787"/>
                  </a:lnTo>
                  <a:lnTo>
                    <a:pt x="1082" y="23748"/>
                  </a:lnTo>
                  <a:lnTo>
                    <a:pt x="812" y="23671"/>
                  </a:lnTo>
                  <a:lnTo>
                    <a:pt x="541" y="23516"/>
                  </a:lnTo>
                  <a:lnTo>
                    <a:pt x="310" y="23285"/>
                  </a:lnTo>
                  <a:lnTo>
                    <a:pt x="233" y="23246"/>
                  </a:lnTo>
                  <a:lnTo>
                    <a:pt x="78" y="23246"/>
                  </a:lnTo>
                  <a:lnTo>
                    <a:pt x="39" y="23362"/>
                  </a:lnTo>
                  <a:lnTo>
                    <a:pt x="1" y="23401"/>
                  </a:lnTo>
                  <a:lnTo>
                    <a:pt x="39" y="23478"/>
                  </a:lnTo>
                  <a:lnTo>
                    <a:pt x="155" y="23632"/>
                  </a:lnTo>
                  <a:lnTo>
                    <a:pt x="271" y="23787"/>
                  </a:lnTo>
                  <a:lnTo>
                    <a:pt x="387" y="23903"/>
                  </a:lnTo>
                  <a:lnTo>
                    <a:pt x="541" y="24018"/>
                  </a:lnTo>
                  <a:lnTo>
                    <a:pt x="696" y="24096"/>
                  </a:lnTo>
                  <a:lnTo>
                    <a:pt x="889" y="24134"/>
                  </a:lnTo>
                  <a:lnTo>
                    <a:pt x="1236" y="24211"/>
                  </a:lnTo>
                  <a:lnTo>
                    <a:pt x="1584" y="24173"/>
                  </a:lnTo>
                  <a:lnTo>
                    <a:pt x="1970" y="24096"/>
                  </a:lnTo>
                  <a:lnTo>
                    <a:pt x="2318" y="23941"/>
                  </a:lnTo>
                  <a:lnTo>
                    <a:pt x="2665" y="23748"/>
                  </a:lnTo>
                  <a:lnTo>
                    <a:pt x="3013" y="23478"/>
                  </a:lnTo>
                  <a:lnTo>
                    <a:pt x="3322" y="23207"/>
                  </a:lnTo>
                  <a:lnTo>
                    <a:pt x="3631" y="22860"/>
                  </a:lnTo>
                  <a:lnTo>
                    <a:pt x="3901" y="22512"/>
                  </a:lnTo>
                  <a:lnTo>
                    <a:pt x="4133" y="22126"/>
                  </a:lnTo>
                  <a:lnTo>
                    <a:pt x="4326" y="21702"/>
                  </a:lnTo>
                  <a:lnTo>
                    <a:pt x="4480" y="21315"/>
                  </a:lnTo>
                  <a:lnTo>
                    <a:pt x="4596" y="20852"/>
                  </a:lnTo>
                  <a:lnTo>
                    <a:pt x="5214" y="21972"/>
                  </a:lnTo>
                  <a:lnTo>
                    <a:pt x="5291" y="22049"/>
                  </a:lnTo>
                  <a:lnTo>
                    <a:pt x="5368" y="22088"/>
                  </a:lnTo>
                  <a:lnTo>
                    <a:pt x="5446" y="22049"/>
                  </a:lnTo>
                  <a:lnTo>
                    <a:pt x="5523" y="22010"/>
                  </a:lnTo>
                  <a:lnTo>
                    <a:pt x="5793" y="21547"/>
                  </a:lnTo>
                  <a:lnTo>
                    <a:pt x="6025" y="21084"/>
                  </a:lnTo>
                  <a:lnTo>
                    <a:pt x="6411" y="20118"/>
                  </a:lnTo>
                  <a:lnTo>
                    <a:pt x="6411" y="20041"/>
                  </a:lnTo>
                  <a:lnTo>
                    <a:pt x="6411" y="19964"/>
                  </a:lnTo>
                  <a:lnTo>
                    <a:pt x="6372" y="19925"/>
                  </a:lnTo>
                  <a:lnTo>
                    <a:pt x="6295" y="19887"/>
                  </a:lnTo>
                  <a:lnTo>
                    <a:pt x="5909" y="19771"/>
                  </a:lnTo>
                  <a:lnTo>
                    <a:pt x="5484" y="19732"/>
                  </a:lnTo>
                  <a:lnTo>
                    <a:pt x="5098" y="19732"/>
                  </a:lnTo>
                  <a:lnTo>
                    <a:pt x="4673" y="19848"/>
                  </a:lnTo>
                  <a:lnTo>
                    <a:pt x="4635" y="19230"/>
                  </a:lnTo>
                  <a:lnTo>
                    <a:pt x="4519" y="18651"/>
                  </a:lnTo>
                  <a:lnTo>
                    <a:pt x="4287" y="18033"/>
                  </a:lnTo>
                  <a:lnTo>
                    <a:pt x="4055" y="17454"/>
                  </a:lnTo>
                  <a:lnTo>
                    <a:pt x="4055" y="17454"/>
                  </a:lnTo>
                  <a:lnTo>
                    <a:pt x="4519" y="17531"/>
                  </a:lnTo>
                  <a:lnTo>
                    <a:pt x="4982" y="17608"/>
                  </a:lnTo>
                  <a:lnTo>
                    <a:pt x="5059" y="17608"/>
                  </a:lnTo>
                  <a:lnTo>
                    <a:pt x="5098" y="17531"/>
                  </a:lnTo>
                  <a:lnTo>
                    <a:pt x="5137" y="17492"/>
                  </a:lnTo>
                  <a:lnTo>
                    <a:pt x="5137" y="17377"/>
                  </a:lnTo>
                  <a:lnTo>
                    <a:pt x="5098" y="17029"/>
                  </a:lnTo>
                  <a:lnTo>
                    <a:pt x="4982" y="16643"/>
                  </a:lnTo>
                  <a:lnTo>
                    <a:pt x="4828" y="16295"/>
                  </a:lnTo>
                  <a:lnTo>
                    <a:pt x="4673" y="15987"/>
                  </a:lnTo>
                  <a:lnTo>
                    <a:pt x="4596" y="15909"/>
                  </a:lnTo>
                  <a:lnTo>
                    <a:pt x="4635" y="15909"/>
                  </a:lnTo>
                  <a:lnTo>
                    <a:pt x="5600" y="14481"/>
                  </a:lnTo>
                  <a:lnTo>
                    <a:pt x="5639" y="14365"/>
                  </a:lnTo>
                  <a:lnTo>
                    <a:pt x="5600" y="14287"/>
                  </a:lnTo>
                  <a:lnTo>
                    <a:pt x="5561" y="14210"/>
                  </a:lnTo>
                  <a:lnTo>
                    <a:pt x="5446" y="14172"/>
                  </a:lnTo>
                  <a:lnTo>
                    <a:pt x="4210" y="13979"/>
                  </a:lnTo>
                  <a:lnTo>
                    <a:pt x="4480" y="13747"/>
                  </a:lnTo>
                  <a:lnTo>
                    <a:pt x="4789" y="13554"/>
                  </a:lnTo>
                  <a:lnTo>
                    <a:pt x="5098" y="13361"/>
                  </a:lnTo>
                  <a:lnTo>
                    <a:pt x="5407" y="13168"/>
                  </a:lnTo>
                  <a:lnTo>
                    <a:pt x="6025" y="13399"/>
                  </a:lnTo>
                  <a:lnTo>
                    <a:pt x="6141" y="13438"/>
                  </a:lnTo>
                  <a:lnTo>
                    <a:pt x="6218" y="13361"/>
                  </a:lnTo>
                  <a:lnTo>
                    <a:pt x="6256" y="13283"/>
                  </a:lnTo>
                  <a:lnTo>
                    <a:pt x="6295" y="13168"/>
                  </a:lnTo>
                  <a:lnTo>
                    <a:pt x="6179" y="12704"/>
                  </a:lnTo>
                  <a:lnTo>
                    <a:pt x="6063" y="12241"/>
                  </a:lnTo>
                  <a:lnTo>
                    <a:pt x="6913" y="11932"/>
                  </a:lnTo>
                  <a:lnTo>
                    <a:pt x="7724" y="11584"/>
                  </a:lnTo>
                  <a:lnTo>
                    <a:pt x="8535" y="11121"/>
                  </a:lnTo>
                  <a:lnTo>
                    <a:pt x="9268" y="10619"/>
                  </a:lnTo>
                  <a:lnTo>
                    <a:pt x="9963" y="10078"/>
                  </a:lnTo>
                  <a:lnTo>
                    <a:pt x="10311" y="9770"/>
                  </a:lnTo>
                  <a:lnTo>
                    <a:pt x="10620" y="9422"/>
                  </a:lnTo>
                  <a:lnTo>
                    <a:pt x="10890" y="9074"/>
                  </a:lnTo>
                  <a:lnTo>
                    <a:pt x="11161" y="8727"/>
                  </a:lnTo>
                  <a:lnTo>
                    <a:pt x="11392" y="8341"/>
                  </a:lnTo>
                  <a:lnTo>
                    <a:pt x="11624" y="7955"/>
                  </a:lnTo>
                  <a:lnTo>
                    <a:pt x="11817" y="7568"/>
                  </a:lnTo>
                  <a:lnTo>
                    <a:pt x="11971" y="7182"/>
                  </a:lnTo>
                  <a:lnTo>
                    <a:pt x="12126" y="6758"/>
                  </a:lnTo>
                  <a:lnTo>
                    <a:pt x="12242" y="6333"/>
                  </a:lnTo>
                  <a:lnTo>
                    <a:pt x="12319" y="5947"/>
                  </a:lnTo>
                  <a:lnTo>
                    <a:pt x="12358" y="5522"/>
                  </a:lnTo>
                  <a:lnTo>
                    <a:pt x="12396" y="5097"/>
                  </a:lnTo>
                  <a:lnTo>
                    <a:pt x="12396" y="4672"/>
                  </a:lnTo>
                  <a:lnTo>
                    <a:pt x="12358" y="4248"/>
                  </a:lnTo>
                  <a:lnTo>
                    <a:pt x="12280" y="3823"/>
                  </a:lnTo>
                  <a:lnTo>
                    <a:pt x="12203" y="3437"/>
                  </a:lnTo>
                  <a:lnTo>
                    <a:pt x="12049" y="3051"/>
                  </a:lnTo>
                  <a:lnTo>
                    <a:pt x="11894" y="2664"/>
                  </a:lnTo>
                  <a:lnTo>
                    <a:pt x="11701" y="2278"/>
                  </a:lnTo>
                  <a:lnTo>
                    <a:pt x="11469" y="1892"/>
                  </a:lnTo>
                  <a:lnTo>
                    <a:pt x="11161" y="1545"/>
                  </a:lnTo>
                  <a:lnTo>
                    <a:pt x="10890" y="1274"/>
                  </a:lnTo>
                  <a:lnTo>
                    <a:pt x="10620" y="1004"/>
                  </a:lnTo>
                  <a:lnTo>
                    <a:pt x="10311" y="772"/>
                  </a:lnTo>
                  <a:lnTo>
                    <a:pt x="9963" y="579"/>
                  </a:lnTo>
                  <a:lnTo>
                    <a:pt x="9655" y="386"/>
                  </a:lnTo>
                  <a:lnTo>
                    <a:pt x="9307" y="232"/>
                  </a:lnTo>
                  <a:lnTo>
                    <a:pt x="8921" y="116"/>
                  </a:lnTo>
                  <a:lnTo>
                    <a:pt x="8573" y="39"/>
                  </a:lnTo>
                  <a:lnTo>
                    <a:pt x="818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9"/>
            <p:cNvSpPr/>
            <p:nvPr/>
          </p:nvSpPr>
          <p:spPr>
            <a:xfrm>
              <a:off x="5860425" y="885700"/>
              <a:ext cx="324400" cy="208550"/>
            </a:xfrm>
            <a:custGeom>
              <a:avLst/>
              <a:gdLst/>
              <a:ahLst/>
              <a:cxnLst/>
              <a:rect l="l" t="t" r="r" b="b"/>
              <a:pathLst>
                <a:path w="12976" h="8342" extrusionOk="0">
                  <a:moveTo>
                    <a:pt x="6759" y="310"/>
                  </a:moveTo>
                  <a:lnTo>
                    <a:pt x="6874" y="348"/>
                  </a:lnTo>
                  <a:lnTo>
                    <a:pt x="7029" y="387"/>
                  </a:lnTo>
                  <a:lnTo>
                    <a:pt x="7222" y="503"/>
                  </a:lnTo>
                  <a:lnTo>
                    <a:pt x="7299" y="503"/>
                  </a:lnTo>
                  <a:lnTo>
                    <a:pt x="7454" y="773"/>
                  </a:lnTo>
                  <a:lnTo>
                    <a:pt x="7569" y="1043"/>
                  </a:lnTo>
                  <a:lnTo>
                    <a:pt x="7608" y="1352"/>
                  </a:lnTo>
                  <a:lnTo>
                    <a:pt x="7569" y="1661"/>
                  </a:lnTo>
                  <a:lnTo>
                    <a:pt x="7492" y="1970"/>
                  </a:lnTo>
                  <a:lnTo>
                    <a:pt x="7415" y="2240"/>
                  </a:lnTo>
                  <a:lnTo>
                    <a:pt x="7222" y="2858"/>
                  </a:lnTo>
                  <a:lnTo>
                    <a:pt x="6411" y="4905"/>
                  </a:lnTo>
                  <a:lnTo>
                    <a:pt x="6411" y="4944"/>
                  </a:lnTo>
                  <a:lnTo>
                    <a:pt x="6295" y="4944"/>
                  </a:lnTo>
                  <a:lnTo>
                    <a:pt x="6218" y="3978"/>
                  </a:lnTo>
                  <a:lnTo>
                    <a:pt x="6141" y="2974"/>
                  </a:lnTo>
                  <a:lnTo>
                    <a:pt x="6141" y="1854"/>
                  </a:lnTo>
                  <a:lnTo>
                    <a:pt x="6179" y="1352"/>
                  </a:lnTo>
                  <a:lnTo>
                    <a:pt x="6218" y="1043"/>
                  </a:lnTo>
                  <a:lnTo>
                    <a:pt x="6295" y="735"/>
                  </a:lnTo>
                  <a:lnTo>
                    <a:pt x="6450" y="503"/>
                  </a:lnTo>
                  <a:lnTo>
                    <a:pt x="6527" y="426"/>
                  </a:lnTo>
                  <a:lnTo>
                    <a:pt x="6643" y="348"/>
                  </a:lnTo>
                  <a:lnTo>
                    <a:pt x="6759" y="310"/>
                  </a:lnTo>
                  <a:close/>
                  <a:moveTo>
                    <a:pt x="11972" y="4712"/>
                  </a:moveTo>
                  <a:lnTo>
                    <a:pt x="12087" y="4750"/>
                  </a:lnTo>
                  <a:lnTo>
                    <a:pt x="12165" y="4828"/>
                  </a:lnTo>
                  <a:lnTo>
                    <a:pt x="12281" y="4905"/>
                  </a:lnTo>
                  <a:lnTo>
                    <a:pt x="12319" y="4982"/>
                  </a:lnTo>
                  <a:lnTo>
                    <a:pt x="12396" y="5137"/>
                  </a:lnTo>
                  <a:lnTo>
                    <a:pt x="12435" y="5484"/>
                  </a:lnTo>
                  <a:lnTo>
                    <a:pt x="12319" y="5600"/>
                  </a:lnTo>
                  <a:lnTo>
                    <a:pt x="12126" y="5677"/>
                  </a:lnTo>
                  <a:lnTo>
                    <a:pt x="11933" y="5754"/>
                  </a:lnTo>
                  <a:lnTo>
                    <a:pt x="11701" y="5793"/>
                  </a:lnTo>
                  <a:lnTo>
                    <a:pt x="11199" y="5832"/>
                  </a:lnTo>
                  <a:lnTo>
                    <a:pt x="10041" y="5832"/>
                  </a:lnTo>
                  <a:lnTo>
                    <a:pt x="9230" y="5754"/>
                  </a:lnTo>
                  <a:lnTo>
                    <a:pt x="8612" y="5677"/>
                  </a:lnTo>
                  <a:lnTo>
                    <a:pt x="7994" y="5561"/>
                  </a:lnTo>
                  <a:lnTo>
                    <a:pt x="6759" y="5252"/>
                  </a:lnTo>
                  <a:lnTo>
                    <a:pt x="7956" y="5021"/>
                  </a:lnTo>
                  <a:lnTo>
                    <a:pt x="9191" y="4866"/>
                  </a:lnTo>
                  <a:lnTo>
                    <a:pt x="9925" y="4789"/>
                  </a:lnTo>
                  <a:lnTo>
                    <a:pt x="10659" y="4750"/>
                  </a:lnTo>
                  <a:lnTo>
                    <a:pt x="11354" y="4712"/>
                  </a:lnTo>
                  <a:close/>
                  <a:moveTo>
                    <a:pt x="5639" y="5754"/>
                  </a:moveTo>
                  <a:lnTo>
                    <a:pt x="4558" y="6449"/>
                  </a:lnTo>
                  <a:lnTo>
                    <a:pt x="3438" y="7106"/>
                  </a:lnTo>
                  <a:lnTo>
                    <a:pt x="2820" y="7376"/>
                  </a:lnTo>
                  <a:lnTo>
                    <a:pt x="2202" y="7685"/>
                  </a:lnTo>
                  <a:lnTo>
                    <a:pt x="1816" y="7801"/>
                  </a:lnTo>
                  <a:lnTo>
                    <a:pt x="1430" y="7917"/>
                  </a:lnTo>
                  <a:lnTo>
                    <a:pt x="1121" y="7955"/>
                  </a:lnTo>
                  <a:lnTo>
                    <a:pt x="928" y="7917"/>
                  </a:lnTo>
                  <a:lnTo>
                    <a:pt x="851" y="7878"/>
                  </a:lnTo>
                  <a:lnTo>
                    <a:pt x="773" y="7801"/>
                  </a:lnTo>
                  <a:lnTo>
                    <a:pt x="735" y="7685"/>
                  </a:lnTo>
                  <a:lnTo>
                    <a:pt x="696" y="7531"/>
                  </a:lnTo>
                  <a:lnTo>
                    <a:pt x="696" y="7376"/>
                  </a:lnTo>
                  <a:lnTo>
                    <a:pt x="696" y="7222"/>
                  </a:lnTo>
                  <a:lnTo>
                    <a:pt x="735" y="7145"/>
                  </a:lnTo>
                  <a:lnTo>
                    <a:pt x="812" y="7067"/>
                  </a:lnTo>
                  <a:lnTo>
                    <a:pt x="1005" y="6990"/>
                  </a:lnTo>
                  <a:lnTo>
                    <a:pt x="1275" y="6874"/>
                  </a:lnTo>
                  <a:lnTo>
                    <a:pt x="1893" y="6643"/>
                  </a:lnTo>
                  <a:lnTo>
                    <a:pt x="2743" y="6449"/>
                  </a:lnTo>
                  <a:lnTo>
                    <a:pt x="3592" y="6295"/>
                  </a:lnTo>
                  <a:lnTo>
                    <a:pt x="4635" y="6063"/>
                  </a:lnTo>
                  <a:lnTo>
                    <a:pt x="5137" y="5909"/>
                  </a:lnTo>
                  <a:lnTo>
                    <a:pt x="5639" y="5754"/>
                  </a:lnTo>
                  <a:close/>
                  <a:moveTo>
                    <a:pt x="6952" y="1"/>
                  </a:moveTo>
                  <a:lnTo>
                    <a:pt x="6720" y="39"/>
                  </a:lnTo>
                  <a:lnTo>
                    <a:pt x="6527" y="117"/>
                  </a:lnTo>
                  <a:lnTo>
                    <a:pt x="6334" y="233"/>
                  </a:lnTo>
                  <a:lnTo>
                    <a:pt x="6141" y="426"/>
                  </a:lnTo>
                  <a:lnTo>
                    <a:pt x="5986" y="619"/>
                  </a:lnTo>
                  <a:lnTo>
                    <a:pt x="5909" y="812"/>
                  </a:lnTo>
                  <a:lnTo>
                    <a:pt x="5793" y="1275"/>
                  </a:lnTo>
                  <a:lnTo>
                    <a:pt x="5793" y="1777"/>
                  </a:lnTo>
                  <a:lnTo>
                    <a:pt x="5832" y="2742"/>
                  </a:lnTo>
                  <a:lnTo>
                    <a:pt x="5909" y="3901"/>
                  </a:lnTo>
                  <a:lnTo>
                    <a:pt x="5986" y="4480"/>
                  </a:lnTo>
                  <a:lnTo>
                    <a:pt x="6064" y="5021"/>
                  </a:lnTo>
                  <a:lnTo>
                    <a:pt x="6025" y="5137"/>
                  </a:lnTo>
                  <a:lnTo>
                    <a:pt x="6064" y="5252"/>
                  </a:lnTo>
                  <a:lnTo>
                    <a:pt x="5523" y="5446"/>
                  </a:lnTo>
                  <a:lnTo>
                    <a:pt x="4982" y="5561"/>
                  </a:lnTo>
                  <a:lnTo>
                    <a:pt x="3940" y="5832"/>
                  </a:lnTo>
                  <a:lnTo>
                    <a:pt x="2858" y="6025"/>
                  </a:lnTo>
                  <a:lnTo>
                    <a:pt x="2318" y="6179"/>
                  </a:lnTo>
                  <a:lnTo>
                    <a:pt x="1777" y="6295"/>
                  </a:lnTo>
                  <a:lnTo>
                    <a:pt x="1198" y="6488"/>
                  </a:lnTo>
                  <a:lnTo>
                    <a:pt x="851" y="6643"/>
                  </a:lnTo>
                  <a:lnTo>
                    <a:pt x="503" y="6836"/>
                  </a:lnTo>
                  <a:lnTo>
                    <a:pt x="233" y="7029"/>
                  </a:lnTo>
                  <a:lnTo>
                    <a:pt x="117" y="7145"/>
                  </a:lnTo>
                  <a:lnTo>
                    <a:pt x="40" y="7299"/>
                  </a:lnTo>
                  <a:lnTo>
                    <a:pt x="1" y="7415"/>
                  </a:lnTo>
                  <a:lnTo>
                    <a:pt x="1" y="7569"/>
                  </a:lnTo>
                  <a:lnTo>
                    <a:pt x="40" y="7724"/>
                  </a:lnTo>
                  <a:lnTo>
                    <a:pt x="117" y="7917"/>
                  </a:lnTo>
                  <a:lnTo>
                    <a:pt x="233" y="8033"/>
                  </a:lnTo>
                  <a:lnTo>
                    <a:pt x="349" y="8149"/>
                  </a:lnTo>
                  <a:lnTo>
                    <a:pt x="503" y="8226"/>
                  </a:lnTo>
                  <a:lnTo>
                    <a:pt x="619" y="8264"/>
                  </a:lnTo>
                  <a:lnTo>
                    <a:pt x="928" y="8342"/>
                  </a:lnTo>
                  <a:lnTo>
                    <a:pt x="1275" y="8342"/>
                  </a:lnTo>
                  <a:lnTo>
                    <a:pt x="1623" y="8303"/>
                  </a:lnTo>
                  <a:lnTo>
                    <a:pt x="1932" y="8187"/>
                  </a:lnTo>
                  <a:lnTo>
                    <a:pt x="2550" y="7994"/>
                  </a:lnTo>
                  <a:lnTo>
                    <a:pt x="3554" y="7531"/>
                  </a:lnTo>
                  <a:lnTo>
                    <a:pt x="4519" y="6990"/>
                  </a:lnTo>
                  <a:lnTo>
                    <a:pt x="5446" y="6372"/>
                  </a:lnTo>
                  <a:lnTo>
                    <a:pt x="5909" y="6063"/>
                  </a:lnTo>
                  <a:lnTo>
                    <a:pt x="6334" y="5716"/>
                  </a:lnTo>
                  <a:lnTo>
                    <a:pt x="6527" y="6102"/>
                  </a:lnTo>
                  <a:lnTo>
                    <a:pt x="6643" y="6295"/>
                  </a:lnTo>
                  <a:lnTo>
                    <a:pt x="6759" y="6449"/>
                  </a:lnTo>
                  <a:lnTo>
                    <a:pt x="7029" y="6372"/>
                  </a:lnTo>
                  <a:lnTo>
                    <a:pt x="7029" y="6334"/>
                  </a:lnTo>
                  <a:lnTo>
                    <a:pt x="6836" y="5986"/>
                  </a:lnTo>
                  <a:lnTo>
                    <a:pt x="6759" y="5832"/>
                  </a:lnTo>
                  <a:lnTo>
                    <a:pt x="6720" y="5639"/>
                  </a:lnTo>
                  <a:lnTo>
                    <a:pt x="6720" y="5561"/>
                  </a:lnTo>
                  <a:lnTo>
                    <a:pt x="7569" y="5832"/>
                  </a:lnTo>
                  <a:lnTo>
                    <a:pt x="8496" y="6063"/>
                  </a:lnTo>
                  <a:lnTo>
                    <a:pt x="9384" y="6179"/>
                  </a:lnTo>
                  <a:lnTo>
                    <a:pt x="10311" y="6218"/>
                  </a:lnTo>
                  <a:lnTo>
                    <a:pt x="11006" y="6218"/>
                  </a:lnTo>
                  <a:lnTo>
                    <a:pt x="11470" y="6179"/>
                  </a:lnTo>
                  <a:lnTo>
                    <a:pt x="11933" y="6141"/>
                  </a:lnTo>
                  <a:lnTo>
                    <a:pt x="12358" y="5986"/>
                  </a:lnTo>
                  <a:lnTo>
                    <a:pt x="12512" y="5909"/>
                  </a:lnTo>
                  <a:lnTo>
                    <a:pt x="12667" y="5793"/>
                  </a:lnTo>
                  <a:lnTo>
                    <a:pt x="12821" y="5677"/>
                  </a:lnTo>
                  <a:lnTo>
                    <a:pt x="12898" y="5523"/>
                  </a:lnTo>
                  <a:lnTo>
                    <a:pt x="12976" y="5368"/>
                  </a:lnTo>
                  <a:lnTo>
                    <a:pt x="12976" y="5175"/>
                  </a:lnTo>
                  <a:lnTo>
                    <a:pt x="12976" y="4982"/>
                  </a:lnTo>
                  <a:lnTo>
                    <a:pt x="12898" y="4828"/>
                  </a:lnTo>
                  <a:lnTo>
                    <a:pt x="12821" y="4712"/>
                  </a:lnTo>
                  <a:lnTo>
                    <a:pt x="12744" y="4635"/>
                  </a:lnTo>
                  <a:lnTo>
                    <a:pt x="12628" y="4519"/>
                  </a:lnTo>
                  <a:lnTo>
                    <a:pt x="12474" y="4480"/>
                  </a:lnTo>
                  <a:lnTo>
                    <a:pt x="12165" y="4364"/>
                  </a:lnTo>
                  <a:lnTo>
                    <a:pt x="11817" y="4326"/>
                  </a:lnTo>
                  <a:lnTo>
                    <a:pt x="11470" y="4326"/>
                  </a:lnTo>
                  <a:lnTo>
                    <a:pt x="10890" y="4364"/>
                  </a:lnTo>
                  <a:lnTo>
                    <a:pt x="9848" y="4403"/>
                  </a:lnTo>
                  <a:lnTo>
                    <a:pt x="8844" y="4480"/>
                  </a:lnTo>
                  <a:lnTo>
                    <a:pt x="7840" y="4635"/>
                  </a:lnTo>
                  <a:lnTo>
                    <a:pt x="6836" y="4828"/>
                  </a:lnTo>
                  <a:lnTo>
                    <a:pt x="7376" y="3476"/>
                  </a:lnTo>
                  <a:lnTo>
                    <a:pt x="7647" y="2742"/>
                  </a:lnTo>
                  <a:lnTo>
                    <a:pt x="7840" y="2047"/>
                  </a:lnTo>
                  <a:lnTo>
                    <a:pt x="7917" y="1816"/>
                  </a:lnTo>
                  <a:lnTo>
                    <a:pt x="7917" y="1545"/>
                  </a:lnTo>
                  <a:lnTo>
                    <a:pt x="7917" y="1314"/>
                  </a:lnTo>
                  <a:lnTo>
                    <a:pt x="7878" y="1082"/>
                  </a:lnTo>
                  <a:lnTo>
                    <a:pt x="7801" y="850"/>
                  </a:lnTo>
                  <a:lnTo>
                    <a:pt x="7685" y="619"/>
                  </a:lnTo>
                  <a:lnTo>
                    <a:pt x="7531" y="426"/>
                  </a:lnTo>
                  <a:lnTo>
                    <a:pt x="7338" y="271"/>
                  </a:lnTo>
                  <a:lnTo>
                    <a:pt x="7261" y="155"/>
                  </a:lnTo>
                  <a:lnTo>
                    <a:pt x="7145" y="78"/>
                  </a:lnTo>
                  <a:lnTo>
                    <a:pt x="695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9"/>
            <p:cNvSpPr/>
            <p:nvPr/>
          </p:nvSpPr>
          <p:spPr>
            <a:xfrm>
              <a:off x="6760175" y="920450"/>
              <a:ext cx="375550" cy="387150"/>
            </a:xfrm>
            <a:custGeom>
              <a:avLst/>
              <a:gdLst/>
              <a:ahLst/>
              <a:cxnLst/>
              <a:rect l="l" t="t" r="r" b="b"/>
              <a:pathLst>
                <a:path w="15022" h="15486" extrusionOk="0">
                  <a:moveTo>
                    <a:pt x="7491" y="503"/>
                  </a:moveTo>
                  <a:lnTo>
                    <a:pt x="8032" y="542"/>
                  </a:lnTo>
                  <a:lnTo>
                    <a:pt x="8611" y="580"/>
                  </a:lnTo>
                  <a:lnTo>
                    <a:pt x="9152" y="696"/>
                  </a:lnTo>
                  <a:lnTo>
                    <a:pt x="9692" y="850"/>
                  </a:lnTo>
                  <a:lnTo>
                    <a:pt x="10194" y="1044"/>
                  </a:lnTo>
                  <a:lnTo>
                    <a:pt x="10696" y="1275"/>
                  </a:lnTo>
                  <a:lnTo>
                    <a:pt x="11160" y="1546"/>
                  </a:lnTo>
                  <a:lnTo>
                    <a:pt x="11623" y="1816"/>
                  </a:lnTo>
                  <a:lnTo>
                    <a:pt x="10812" y="2202"/>
                  </a:lnTo>
                  <a:lnTo>
                    <a:pt x="10079" y="2627"/>
                  </a:lnTo>
                  <a:lnTo>
                    <a:pt x="9306" y="3090"/>
                  </a:lnTo>
                  <a:lnTo>
                    <a:pt x="8611" y="3631"/>
                  </a:lnTo>
                  <a:lnTo>
                    <a:pt x="7955" y="4171"/>
                  </a:lnTo>
                  <a:lnTo>
                    <a:pt x="7298" y="4789"/>
                  </a:lnTo>
                  <a:lnTo>
                    <a:pt x="6719" y="5446"/>
                  </a:lnTo>
                  <a:lnTo>
                    <a:pt x="6140" y="6141"/>
                  </a:lnTo>
                  <a:lnTo>
                    <a:pt x="5638" y="6874"/>
                  </a:lnTo>
                  <a:lnTo>
                    <a:pt x="5213" y="7647"/>
                  </a:lnTo>
                  <a:lnTo>
                    <a:pt x="4788" y="8419"/>
                  </a:lnTo>
                  <a:lnTo>
                    <a:pt x="4479" y="9230"/>
                  </a:lnTo>
                  <a:lnTo>
                    <a:pt x="4170" y="10041"/>
                  </a:lnTo>
                  <a:lnTo>
                    <a:pt x="3977" y="10890"/>
                  </a:lnTo>
                  <a:lnTo>
                    <a:pt x="3823" y="11778"/>
                  </a:lnTo>
                  <a:lnTo>
                    <a:pt x="3746" y="12667"/>
                  </a:lnTo>
                  <a:lnTo>
                    <a:pt x="3591" y="12667"/>
                  </a:lnTo>
                  <a:lnTo>
                    <a:pt x="3282" y="11856"/>
                  </a:lnTo>
                  <a:lnTo>
                    <a:pt x="3051" y="11045"/>
                  </a:lnTo>
                  <a:lnTo>
                    <a:pt x="2858" y="10195"/>
                  </a:lnTo>
                  <a:lnTo>
                    <a:pt x="2703" y="9346"/>
                  </a:lnTo>
                  <a:lnTo>
                    <a:pt x="2587" y="8535"/>
                  </a:lnTo>
                  <a:lnTo>
                    <a:pt x="2549" y="7685"/>
                  </a:lnTo>
                  <a:lnTo>
                    <a:pt x="2587" y="6797"/>
                  </a:lnTo>
                  <a:lnTo>
                    <a:pt x="2703" y="5948"/>
                  </a:lnTo>
                  <a:lnTo>
                    <a:pt x="2858" y="5214"/>
                  </a:lnTo>
                  <a:lnTo>
                    <a:pt x="3051" y="4519"/>
                  </a:lnTo>
                  <a:lnTo>
                    <a:pt x="3321" y="3824"/>
                  </a:lnTo>
                  <a:lnTo>
                    <a:pt x="3668" y="3206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30"/>
                  </a:lnTo>
                  <a:lnTo>
                    <a:pt x="5406" y="889"/>
                  </a:lnTo>
                  <a:lnTo>
                    <a:pt x="5908" y="735"/>
                  </a:lnTo>
                  <a:lnTo>
                    <a:pt x="6410" y="619"/>
                  </a:lnTo>
                  <a:lnTo>
                    <a:pt x="6951" y="542"/>
                  </a:lnTo>
                  <a:lnTo>
                    <a:pt x="7491" y="503"/>
                  </a:lnTo>
                  <a:close/>
                  <a:moveTo>
                    <a:pt x="11971" y="2086"/>
                  </a:moveTo>
                  <a:lnTo>
                    <a:pt x="12357" y="2434"/>
                  </a:lnTo>
                  <a:lnTo>
                    <a:pt x="12704" y="2820"/>
                  </a:lnTo>
                  <a:lnTo>
                    <a:pt x="13052" y="3206"/>
                  </a:lnTo>
                  <a:lnTo>
                    <a:pt x="13322" y="3669"/>
                  </a:lnTo>
                  <a:lnTo>
                    <a:pt x="13592" y="4094"/>
                  </a:lnTo>
                  <a:lnTo>
                    <a:pt x="13863" y="4596"/>
                  </a:lnTo>
                  <a:lnTo>
                    <a:pt x="14056" y="5098"/>
                  </a:lnTo>
                  <a:lnTo>
                    <a:pt x="14210" y="5600"/>
                  </a:lnTo>
                  <a:lnTo>
                    <a:pt x="14326" y="6102"/>
                  </a:lnTo>
                  <a:lnTo>
                    <a:pt x="14442" y="6643"/>
                  </a:lnTo>
                  <a:lnTo>
                    <a:pt x="13670" y="6681"/>
                  </a:lnTo>
                  <a:lnTo>
                    <a:pt x="12897" y="6797"/>
                  </a:lnTo>
                  <a:lnTo>
                    <a:pt x="12164" y="6952"/>
                  </a:lnTo>
                  <a:lnTo>
                    <a:pt x="11391" y="7145"/>
                  </a:lnTo>
                  <a:lnTo>
                    <a:pt x="10658" y="7415"/>
                  </a:lnTo>
                  <a:lnTo>
                    <a:pt x="9963" y="7724"/>
                  </a:lnTo>
                  <a:lnTo>
                    <a:pt x="9229" y="8033"/>
                  </a:lnTo>
                  <a:lnTo>
                    <a:pt x="8534" y="8419"/>
                  </a:lnTo>
                  <a:lnTo>
                    <a:pt x="7877" y="8844"/>
                  </a:lnTo>
                  <a:lnTo>
                    <a:pt x="7260" y="9307"/>
                  </a:lnTo>
                  <a:lnTo>
                    <a:pt x="6642" y="9809"/>
                  </a:lnTo>
                  <a:lnTo>
                    <a:pt x="6101" y="10350"/>
                  </a:lnTo>
                  <a:lnTo>
                    <a:pt x="5561" y="10890"/>
                  </a:lnTo>
                  <a:lnTo>
                    <a:pt x="5097" y="11508"/>
                  </a:lnTo>
                  <a:lnTo>
                    <a:pt x="4634" y="12126"/>
                  </a:lnTo>
                  <a:lnTo>
                    <a:pt x="4248" y="12821"/>
                  </a:lnTo>
                  <a:lnTo>
                    <a:pt x="4132" y="12744"/>
                  </a:lnTo>
                  <a:lnTo>
                    <a:pt x="3977" y="12667"/>
                  </a:lnTo>
                  <a:lnTo>
                    <a:pt x="4093" y="11817"/>
                  </a:lnTo>
                  <a:lnTo>
                    <a:pt x="4325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3" y="8496"/>
                  </a:lnTo>
                  <a:lnTo>
                    <a:pt x="5599" y="7724"/>
                  </a:lnTo>
                  <a:lnTo>
                    <a:pt x="6024" y="6990"/>
                  </a:lnTo>
                  <a:lnTo>
                    <a:pt x="6526" y="6295"/>
                  </a:lnTo>
                  <a:lnTo>
                    <a:pt x="7067" y="5600"/>
                  </a:lnTo>
                  <a:lnTo>
                    <a:pt x="7607" y="4982"/>
                  </a:lnTo>
                  <a:lnTo>
                    <a:pt x="8225" y="4403"/>
                  </a:lnTo>
                  <a:lnTo>
                    <a:pt x="8920" y="3824"/>
                  </a:lnTo>
                  <a:lnTo>
                    <a:pt x="9615" y="3322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71" y="2086"/>
                  </a:lnTo>
                  <a:close/>
                  <a:moveTo>
                    <a:pt x="14481" y="6990"/>
                  </a:moveTo>
                  <a:lnTo>
                    <a:pt x="14481" y="7840"/>
                  </a:lnTo>
                  <a:lnTo>
                    <a:pt x="14442" y="8689"/>
                  </a:lnTo>
                  <a:lnTo>
                    <a:pt x="14288" y="9539"/>
                  </a:lnTo>
                  <a:lnTo>
                    <a:pt x="14172" y="9964"/>
                  </a:lnTo>
                  <a:lnTo>
                    <a:pt x="14056" y="10350"/>
                  </a:lnTo>
                  <a:lnTo>
                    <a:pt x="13901" y="10774"/>
                  </a:lnTo>
                  <a:lnTo>
                    <a:pt x="13708" y="11161"/>
                  </a:lnTo>
                  <a:lnTo>
                    <a:pt x="13515" y="11547"/>
                  </a:lnTo>
                  <a:lnTo>
                    <a:pt x="13284" y="11894"/>
                  </a:lnTo>
                  <a:lnTo>
                    <a:pt x="13052" y="12242"/>
                  </a:lnTo>
                  <a:lnTo>
                    <a:pt x="12782" y="12589"/>
                  </a:lnTo>
                  <a:lnTo>
                    <a:pt x="12511" y="12898"/>
                  </a:lnTo>
                  <a:lnTo>
                    <a:pt x="12202" y="13207"/>
                  </a:lnTo>
                  <a:lnTo>
                    <a:pt x="11971" y="13053"/>
                  </a:lnTo>
                  <a:lnTo>
                    <a:pt x="11700" y="12937"/>
                  </a:lnTo>
                  <a:lnTo>
                    <a:pt x="11121" y="12782"/>
                  </a:lnTo>
                  <a:lnTo>
                    <a:pt x="10542" y="12628"/>
                  </a:lnTo>
                  <a:lnTo>
                    <a:pt x="10001" y="12551"/>
                  </a:lnTo>
                  <a:lnTo>
                    <a:pt x="9422" y="12512"/>
                  </a:lnTo>
                  <a:lnTo>
                    <a:pt x="8843" y="12474"/>
                  </a:lnTo>
                  <a:lnTo>
                    <a:pt x="8302" y="12474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719" y="12667"/>
                  </a:lnTo>
                  <a:lnTo>
                    <a:pt x="6178" y="12782"/>
                  </a:lnTo>
                  <a:lnTo>
                    <a:pt x="5676" y="12937"/>
                  </a:lnTo>
                  <a:lnTo>
                    <a:pt x="5174" y="13130"/>
                  </a:lnTo>
                  <a:lnTo>
                    <a:pt x="4672" y="13362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40"/>
                  </a:lnTo>
                  <a:lnTo>
                    <a:pt x="5870" y="11161"/>
                  </a:lnTo>
                  <a:lnTo>
                    <a:pt x="6410" y="10620"/>
                  </a:lnTo>
                  <a:lnTo>
                    <a:pt x="6989" y="10118"/>
                  </a:lnTo>
                  <a:lnTo>
                    <a:pt x="7569" y="9655"/>
                  </a:lnTo>
                  <a:lnTo>
                    <a:pt x="8148" y="9230"/>
                  </a:lnTo>
                  <a:lnTo>
                    <a:pt x="8766" y="8805"/>
                  </a:lnTo>
                  <a:lnTo>
                    <a:pt x="9422" y="8458"/>
                  </a:lnTo>
                  <a:lnTo>
                    <a:pt x="10079" y="8110"/>
                  </a:lnTo>
                  <a:lnTo>
                    <a:pt x="10735" y="7840"/>
                  </a:lnTo>
                  <a:lnTo>
                    <a:pt x="11469" y="7569"/>
                  </a:lnTo>
                  <a:lnTo>
                    <a:pt x="12164" y="7376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7"/>
                  </a:moveTo>
                  <a:lnTo>
                    <a:pt x="4055" y="1854"/>
                  </a:lnTo>
                  <a:lnTo>
                    <a:pt x="3630" y="2472"/>
                  </a:lnTo>
                  <a:lnTo>
                    <a:pt x="3244" y="3129"/>
                  </a:lnTo>
                  <a:lnTo>
                    <a:pt x="2935" y="3824"/>
                  </a:lnTo>
                  <a:lnTo>
                    <a:pt x="2664" y="4519"/>
                  </a:lnTo>
                  <a:lnTo>
                    <a:pt x="2471" y="5291"/>
                  </a:lnTo>
                  <a:lnTo>
                    <a:pt x="2317" y="6025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2"/>
                  </a:lnTo>
                  <a:lnTo>
                    <a:pt x="2278" y="9114"/>
                  </a:lnTo>
                  <a:lnTo>
                    <a:pt x="2394" y="9886"/>
                  </a:lnTo>
                  <a:lnTo>
                    <a:pt x="2549" y="10620"/>
                  </a:lnTo>
                  <a:lnTo>
                    <a:pt x="2780" y="11354"/>
                  </a:lnTo>
                  <a:lnTo>
                    <a:pt x="3012" y="12087"/>
                  </a:lnTo>
                  <a:lnTo>
                    <a:pt x="3321" y="12744"/>
                  </a:lnTo>
                  <a:lnTo>
                    <a:pt x="3128" y="12898"/>
                  </a:lnTo>
                  <a:lnTo>
                    <a:pt x="2935" y="13053"/>
                  </a:lnTo>
                  <a:lnTo>
                    <a:pt x="2819" y="13246"/>
                  </a:lnTo>
                  <a:lnTo>
                    <a:pt x="2742" y="13439"/>
                  </a:lnTo>
                  <a:lnTo>
                    <a:pt x="2394" y="13014"/>
                  </a:lnTo>
                  <a:lnTo>
                    <a:pt x="2085" y="12551"/>
                  </a:lnTo>
                  <a:lnTo>
                    <a:pt x="1776" y="12087"/>
                  </a:lnTo>
                  <a:lnTo>
                    <a:pt x="1506" y="11624"/>
                  </a:lnTo>
                  <a:lnTo>
                    <a:pt x="1274" y="11122"/>
                  </a:lnTo>
                  <a:lnTo>
                    <a:pt x="1081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114"/>
                  </a:lnTo>
                  <a:lnTo>
                    <a:pt x="541" y="8573"/>
                  </a:lnTo>
                  <a:lnTo>
                    <a:pt x="502" y="8033"/>
                  </a:lnTo>
                  <a:lnTo>
                    <a:pt x="502" y="7492"/>
                  </a:lnTo>
                  <a:lnTo>
                    <a:pt x="541" y="6952"/>
                  </a:lnTo>
                  <a:lnTo>
                    <a:pt x="618" y="6411"/>
                  </a:lnTo>
                  <a:lnTo>
                    <a:pt x="772" y="5870"/>
                  </a:lnTo>
                  <a:lnTo>
                    <a:pt x="927" y="5330"/>
                  </a:lnTo>
                  <a:lnTo>
                    <a:pt x="1197" y="4673"/>
                  </a:lnTo>
                  <a:lnTo>
                    <a:pt x="1545" y="4056"/>
                  </a:lnTo>
                  <a:lnTo>
                    <a:pt x="1931" y="3476"/>
                  </a:lnTo>
                  <a:lnTo>
                    <a:pt x="2356" y="2936"/>
                  </a:lnTo>
                  <a:lnTo>
                    <a:pt x="2858" y="2434"/>
                  </a:lnTo>
                  <a:lnTo>
                    <a:pt x="3360" y="2009"/>
                  </a:lnTo>
                  <a:lnTo>
                    <a:pt x="3939" y="1584"/>
                  </a:lnTo>
                  <a:lnTo>
                    <a:pt x="4518" y="1237"/>
                  </a:lnTo>
                  <a:close/>
                  <a:moveTo>
                    <a:pt x="3862" y="12976"/>
                  </a:moveTo>
                  <a:lnTo>
                    <a:pt x="4016" y="13053"/>
                  </a:lnTo>
                  <a:lnTo>
                    <a:pt x="4170" y="13169"/>
                  </a:lnTo>
                  <a:lnTo>
                    <a:pt x="4286" y="13284"/>
                  </a:lnTo>
                  <a:lnTo>
                    <a:pt x="4325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325" y="13941"/>
                  </a:lnTo>
                  <a:lnTo>
                    <a:pt x="4209" y="14095"/>
                  </a:lnTo>
                  <a:lnTo>
                    <a:pt x="3784" y="13825"/>
                  </a:lnTo>
                  <a:lnTo>
                    <a:pt x="3360" y="13478"/>
                  </a:lnTo>
                  <a:lnTo>
                    <a:pt x="3244" y="13439"/>
                  </a:lnTo>
                  <a:lnTo>
                    <a:pt x="3166" y="13439"/>
                  </a:lnTo>
                  <a:lnTo>
                    <a:pt x="3051" y="13478"/>
                  </a:lnTo>
                  <a:lnTo>
                    <a:pt x="2973" y="13516"/>
                  </a:lnTo>
                  <a:lnTo>
                    <a:pt x="3051" y="13362"/>
                  </a:lnTo>
                  <a:lnTo>
                    <a:pt x="3166" y="13207"/>
                  </a:lnTo>
                  <a:lnTo>
                    <a:pt x="3321" y="13130"/>
                  </a:lnTo>
                  <a:lnTo>
                    <a:pt x="3475" y="13014"/>
                  </a:lnTo>
                  <a:lnTo>
                    <a:pt x="3668" y="12976"/>
                  </a:lnTo>
                  <a:close/>
                  <a:moveTo>
                    <a:pt x="9152" y="12860"/>
                  </a:moveTo>
                  <a:lnTo>
                    <a:pt x="9615" y="12898"/>
                  </a:lnTo>
                  <a:lnTo>
                    <a:pt x="10117" y="12976"/>
                  </a:lnTo>
                  <a:lnTo>
                    <a:pt x="10503" y="13014"/>
                  </a:lnTo>
                  <a:lnTo>
                    <a:pt x="11005" y="13130"/>
                  </a:lnTo>
                  <a:lnTo>
                    <a:pt x="11507" y="13246"/>
                  </a:lnTo>
                  <a:lnTo>
                    <a:pt x="11700" y="13362"/>
                  </a:lnTo>
                  <a:lnTo>
                    <a:pt x="11893" y="13478"/>
                  </a:lnTo>
                  <a:lnTo>
                    <a:pt x="11507" y="13786"/>
                  </a:lnTo>
                  <a:lnTo>
                    <a:pt x="11083" y="14018"/>
                  </a:lnTo>
                  <a:lnTo>
                    <a:pt x="10658" y="14250"/>
                  </a:lnTo>
                  <a:lnTo>
                    <a:pt x="10233" y="14443"/>
                  </a:lnTo>
                  <a:lnTo>
                    <a:pt x="9770" y="14636"/>
                  </a:lnTo>
                  <a:lnTo>
                    <a:pt x="9306" y="14752"/>
                  </a:lnTo>
                  <a:lnTo>
                    <a:pt x="8843" y="14868"/>
                  </a:lnTo>
                  <a:lnTo>
                    <a:pt x="8341" y="14945"/>
                  </a:lnTo>
                  <a:lnTo>
                    <a:pt x="7877" y="14983"/>
                  </a:lnTo>
                  <a:lnTo>
                    <a:pt x="7375" y="14983"/>
                  </a:lnTo>
                  <a:lnTo>
                    <a:pt x="6912" y="14945"/>
                  </a:lnTo>
                  <a:lnTo>
                    <a:pt x="6410" y="14868"/>
                  </a:lnTo>
                  <a:lnTo>
                    <a:pt x="5947" y="14790"/>
                  </a:lnTo>
                  <a:lnTo>
                    <a:pt x="5483" y="14636"/>
                  </a:lnTo>
                  <a:lnTo>
                    <a:pt x="5020" y="14482"/>
                  </a:lnTo>
                  <a:lnTo>
                    <a:pt x="4595" y="14288"/>
                  </a:lnTo>
                  <a:lnTo>
                    <a:pt x="4711" y="14018"/>
                  </a:lnTo>
                  <a:lnTo>
                    <a:pt x="4750" y="13748"/>
                  </a:lnTo>
                  <a:lnTo>
                    <a:pt x="4711" y="13593"/>
                  </a:lnTo>
                  <a:lnTo>
                    <a:pt x="5561" y="13323"/>
                  </a:lnTo>
                  <a:lnTo>
                    <a:pt x="6410" y="13091"/>
                  </a:lnTo>
                  <a:lnTo>
                    <a:pt x="7298" y="12937"/>
                  </a:lnTo>
                  <a:lnTo>
                    <a:pt x="8186" y="12860"/>
                  </a:lnTo>
                  <a:close/>
                  <a:moveTo>
                    <a:pt x="7607" y="1"/>
                  </a:moveTo>
                  <a:lnTo>
                    <a:pt x="6989" y="40"/>
                  </a:lnTo>
                  <a:lnTo>
                    <a:pt x="6449" y="117"/>
                  </a:lnTo>
                  <a:lnTo>
                    <a:pt x="5870" y="233"/>
                  </a:lnTo>
                  <a:lnTo>
                    <a:pt x="5329" y="387"/>
                  </a:lnTo>
                  <a:lnTo>
                    <a:pt x="4788" y="580"/>
                  </a:lnTo>
                  <a:lnTo>
                    <a:pt x="4248" y="812"/>
                  </a:lnTo>
                  <a:lnTo>
                    <a:pt x="3784" y="1121"/>
                  </a:lnTo>
                  <a:lnTo>
                    <a:pt x="3282" y="1430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2008" y="2588"/>
                  </a:lnTo>
                  <a:lnTo>
                    <a:pt x="1622" y="3013"/>
                  </a:lnTo>
                  <a:lnTo>
                    <a:pt x="1274" y="3515"/>
                  </a:lnTo>
                  <a:lnTo>
                    <a:pt x="965" y="4017"/>
                  </a:lnTo>
                  <a:lnTo>
                    <a:pt x="695" y="4596"/>
                  </a:lnTo>
                  <a:lnTo>
                    <a:pt x="425" y="5253"/>
                  </a:lnTo>
                  <a:lnTo>
                    <a:pt x="232" y="5909"/>
                  </a:lnTo>
                  <a:lnTo>
                    <a:pt x="116" y="6565"/>
                  </a:lnTo>
                  <a:lnTo>
                    <a:pt x="39" y="7222"/>
                  </a:lnTo>
                  <a:lnTo>
                    <a:pt x="0" y="7917"/>
                  </a:lnTo>
                  <a:lnTo>
                    <a:pt x="39" y="8612"/>
                  </a:lnTo>
                  <a:lnTo>
                    <a:pt x="116" y="9269"/>
                  </a:lnTo>
                  <a:lnTo>
                    <a:pt x="270" y="9925"/>
                  </a:lnTo>
                  <a:lnTo>
                    <a:pt x="463" y="10581"/>
                  </a:lnTo>
                  <a:lnTo>
                    <a:pt x="695" y="11238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0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6" y="14134"/>
                  </a:lnTo>
                  <a:lnTo>
                    <a:pt x="3475" y="14327"/>
                  </a:lnTo>
                  <a:lnTo>
                    <a:pt x="3784" y="14520"/>
                  </a:lnTo>
                  <a:lnTo>
                    <a:pt x="4132" y="14597"/>
                  </a:lnTo>
                  <a:lnTo>
                    <a:pt x="4557" y="14829"/>
                  </a:lnTo>
                  <a:lnTo>
                    <a:pt x="4981" y="14983"/>
                  </a:lnTo>
                  <a:lnTo>
                    <a:pt x="5406" y="15138"/>
                  </a:lnTo>
                  <a:lnTo>
                    <a:pt x="5870" y="15292"/>
                  </a:lnTo>
                  <a:lnTo>
                    <a:pt x="6333" y="15370"/>
                  </a:lnTo>
                  <a:lnTo>
                    <a:pt x="6796" y="15447"/>
                  </a:lnTo>
                  <a:lnTo>
                    <a:pt x="7298" y="15485"/>
                  </a:lnTo>
                  <a:lnTo>
                    <a:pt x="7762" y="15485"/>
                  </a:lnTo>
                  <a:lnTo>
                    <a:pt x="8225" y="15447"/>
                  </a:lnTo>
                  <a:lnTo>
                    <a:pt x="8688" y="15408"/>
                  </a:lnTo>
                  <a:lnTo>
                    <a:pt x="9152" y="15331"/>
                  </a:lnTo>
                  <a:lnTo>
                    <a:pt x="9615" y="15215"/>
                  </a:lnTo>
                  <a:lnTo>
                    <a:pt x="10079" y="15061"/>
                  </a:lnTo>
                  <a:lnTo>
                    <a:pt x="10542" y="14868"/>
                  </a:lnTo>
                  <a:lnTo>
                    <a:pt x="10967" y="14675"/>
                  </a:lnTo>
                  <a:lnTo>
                    <a:pt x="11391" y="14443"/>
                  </a:lnTo>
                  <a:lnTo>
                    <a:pt x="11855" y="14134"/>
                  </a:lnTo>
                  <a:lnTo>
                    <a:pt x="12318" y="13786"/>
                  </a:lnTo>
                  <a:lnTo>
                    <a:pt x="12743" y="13400"/>
                  </a:lnTo>
                  <a:lnTo>
                    <a:pt x="13129" y="12976"/>
                  </a:lnTo>
                  <a:lnTo>
                    <a:pt x="13477" y="12551"/>
                  </a:lnTo>
                  <a:lnTo>
                    <a:pt x="13786" y="12049"/>
                  </a:lnTo>
                  <a:lnTo>
                    <a:pt x="14056" y="11585"/>
                  </a:lnTo>
                  <a:lnTo>
                    <a:pt x="14288" y="11045"/>
                  </a:lnTo>
                  <a:lnTo>
                    <a:pt x="14519" y="10543"/>
                  </a:lnTo>
                  <a:lnTo>
                    <a:pt x="14674" y="10002"/>
                  </a:lnTo>
                  <a:lnTo>
                    <a:pt x="14828" y="9423"/>
                  </a:lnTo>
                  <a:lnTo>
                    <a:pt x="14905" y="8882"/>
                  </a:lnTo>
                  <a:lnTo>
                    <a:pt x="14983" y="8303"/>
                  </a:lnTo>
                  <a:lnTo>
                    <a:pt x="15021" y="7724"/>
                  </a:lnTo>
                  <a:lnTo>
                    <a:pt x="14983" y="7145"/>
                  </a:lnTo>
                  <a:lnTo>
                    <a:pt x="14944" y="6604"/>
                  </a:lnTo>
                  <a:lnTo>
                    <a:pt x="14828" y="5986"/>
                  </a:lnTo>
                  <a:lnTo>
                    <a:pt x="14674" y="5407"/>
                  </a:lnTo>
                  <a:lnTo>
                    <a:pt x="14481" y="4828"/>
                  </a:lnTo>
                  <a:lnTo>
                    <a:pt x="14249" y="4287"/>
                  </a:lnTo>
                  <a:lnTo>
                    <a:pt x="13979" y="3747"/>
                  </a:lnTo>
                  <a:lnTo>
                    <a:pt x="13670" y="3245"/>
                  </a:lnTo>
                  <a:lnTo>
                    <a:pt x="13322" y="2743"/>
                  </a:lnTo>
                  <a:lnTo>
                    <a:pt x="12936" y="2318"/>
                  </a:lnTo>
                  <a:lnTo>
                    <a:pt x="12511" y="1893"/>
                  </a:lnTo>
                  <a:lnTo>
                    <a:pt x="12048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2" y="619"/>
                  </a:lnTo>
                  <a:lnTo>
                    <a:pt x="9963" y="387"/>
                  </a:lnTo>
                  <a:lnTo>
                    <a:pt x="9383" y="233"/>
                  </a:lnTo>
                  <a:lnTo>
                    <a:pt x="8766" y="117"/>
                  </a:lnTo>
                  <a:lnTo>
                    <a:pt x="8186" y="40"/>
                  </a:lnTo>
                  <a:lnTo>
                    <a:pt x="76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0" name="Google Shape;2030;p9"/>
            <p:cNvSpPr/>
            <p:nvPr/>
          </p:nvSpPr>
          <p:spPr>
            <a:xfrm>
              <a:off x="1177425" y="952325"/>
              <a:ext cx="625575" cy="344650"/>
            </a:xfrm>
            <a:custGeom>
              <a:avLst/>
              <a:gdLst/>
              <a:ahLst/>
              <a:cxnLst/>
              <a:rect l="l" t="t" r="r" b="b"/>
              <a:pathLst>
                <a:path w="25023" h="13786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41" y="2008"/>
                  </a:lnTo>
                  <a:lnTo>
                    <a:pt x="23787" y="2124"/>
                  </a:lnTo>
                  <a:lnTo>
                    <a:pt x="23633" y="2201"/>
                  </a:lnTo>
                  <a:lnTo>
                    <a:pt x="23478" y="2201"/>
                  </a:lnTo>
                  <a:lnTo>
                    <a:pt x="23324" y="2163"/>
                  </a:lnTo>
                  <a:lnTo>
                    <a:pt x="23208" y="2047"/>
                  </a:lnTo>
                  <a:lnTo>
                    <a:pt x="23092" y="1931"/>
                  </a:lnTo>
                  <a:lnTo>
                    <a:pt x="23015" y="1815"/>
                  </a:lnTo>
                  <a:lnTo>
                    <a:pt x="22976" y="1622"/>
                  </a:lnTo>
                  <a:lnTo>
                    <a:pt x="22976" y="1429"/>
                  </a:lnTo>
                  <a:lnTo>
                    <a:pt x="23053" y="1236"/>
                  </a:lnTo>
                  <a:lnTo>
                    <a:pt x="23169" y="1081"/>
                  </a:lnTo>
                  <a:lnTo>
                    <a:pt x="23285" y="966"/>
                  </a:lnTo>
                  <a:close/>
                  <a:moveTo>
                    <a:pt x="24096" y="2394"/>
                  </a:moveTo>
                  <a:lnTo>
                    <a:pt x="24212" y="2742"/>
                  </a:lnTo>
                  <a:lnTo>
                    <a:pt x="24328" y="3089"/>
                  </a:lnTo>
                  <a:lnTo>
                    <a:pt x="24366" y="3437"/>
                  </a:lnTo>
                  <a:lnTo>
                    <a:pt x="24443" y="3784"/>
                  </a:lnTo>
                  <a:lnTo>
                    <a:pt x="24173" y="3707"/>
                  </a:lnTo>
                  <a:lnTo>
                    <a:pt x="23941" y="3591"/>
                  </a:lnTo>
                  <a:lnTo>
                    <a:pt x="23864" y="3514"/>
                  </a:lnTo>
                  <a:lnTo>
                    <a:pt x="23787" y="3398"/>
                  </a:lnTo>
                  <a:lnTo>
                    <a:pt x="23748" y="3283"/>
                  </a:lnTo>
                  <a:lnTo>
                    <a:pt x="23710" y="3128"/>
                  </a:lnTo>
                  <a:lnTo>
                    <a:pt x="23710" y="2896"/>
                  </a:lnTo>
                  <a:lnTo>
                    <a:pt x="23787" y="2703"/>
                  </a:lnTo>
                  <a:lnTo>
                    <a:pt x="23941" y="2549"/>
                  </a:lnTo>
                  <a:lnTo>
                    <a:pt x="24096" y="2394"/>
                  </a:lnTo>
                  <a:close/>
                  <a:moveTo>
                    <a:pt x="16180" y="4943"/>
                  </a:moveTo>
                  <a:lnTo>
                    <a:pt x="16296" y="4982"/>
                  </a:lnTo>
                  <a:lnTo>
                    <a:pt x="16412" y="5059"/>
                  </a:lnTo>
                  <a:lnTo>
                    <a:pt x="16489" y="5136"/>
                  </a:lnTo>
                  <a:lnTo>
                    <a:pt x="16566" y="5252"/>
                  </a:lnTo>
                  <a:lnTo>
                    <a:pt x="16566" y="5406"/>
                  </a:lnTo>
                  <a:lnTo>
                    <a:pt x="16296" y="5406"/>
                  </a:lnTo>
                  <a:lnTo>
                    <a:pt x="15678" y="5479"/>
                  </a:lnTo>
                  <a:lnTo>
                    <a:pt x="15678" y="5479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94" y="5136"/>
                  </a:lnTo>
                  <a:lnTo>
                    <a:pt x="15871" y="5059"/>
                  </a:lnTo>
                  <a:lnTo>
                    <a:pt x="15948" y="5020"/>
                  </a:lnTo>
                  <a:lnTo>
                    <a:pt x="16064" y="4943"/>
                  </a:lnTo>
                  <a:close/>
                  <a:moveTo>
                    <a:pt x="24443" y="4209"/>
                  </a:moveTo>
                  <a:lnTo>
                    <a:pt x="24443" y="4673"/>
                  </a:lnTo>
                  <a:lnTo>
                    <a:pt x="24366" y="5097"/>
                  </a:lnTo>
                  <a:lnTo>
                    <a:pt x="24250" y="5484"/>
                  </a:lnTo>
                  <a:lnTo>
                    <a:pt x="24057" y="5406"/>
                  </a:lnTo>
                  <a:lnTo>
                    <a:pt x="23903" y="5252"/>
                  </a:lnTo>
                  <a:lnTo>
                    <a:pt x="23826" y="5059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11"/>
                  </a:lnTo>
                  <a:lnTo>
                    <a:pt x="23903" y="4595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09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04"/>
                  </a:lnTo>
                  <a:lnTo>
                    <a:pt x="17995" y="4982"/>
                  </a:lnTo>
                  <a:lnTo>
                    <a:pt x="18111" y="5175"/>
                  </a:lnTo>
                  <a:lnTo>
                    <a:pt x="18149" y="5406"/>
                  </a:lnTo>
                  <a:lnTo>
                    <a:pt x="18072" y="5599"/>
                  </a:lnTo>
                  <a:lnTo>
                    <a:pt x="17570" y="5484"/>
                  </a:lnTo>
                  <a:lnTo>
                    <a:pt x="17029" y="5406"/>
                  </a:lnTo>
                  <a:lnTo>
                    <a:pt x="17068" y="5290"/>
                  </a:lnTo>
                  <a:lnTo>
                    <a:pt x="17107" y="5136"/>
                  </a:lnTo>
                  <a:lnTo>
                    <a:pt x="17184" y="5020"/>
                  </a:lnTo>
                  <a:lnTo>
                    <a:pt x="17300" y="4943"/>
                  </a:lnTo>
                  <a:lnTo>
                    <a:pt x="17416" y="4866"/>
                  </a:lnTo>
                  <a:lnTo>
                    <a:pt x="17531" y="4827"/>
                  </a:lnTo>
                  <a:close/>
                  <a:moveTo>
                    <a:pt x="14597" y="5290"/>
                  </a:moveTo>
                  <a:lnTo>
                    <a:pt x="14713" y="5329"/>
                  </a:lnTo>
                  <a:lnTo>
                    <a:pt x="14828" y="5368"/>
                  </a:lnTo>
                  <a:lnTo>
                    <a:pt x="14944" y="5445"/>
                  </a:lnTo>
                  <a:lnTo>
                    <a:pt x="15021" y="5522"/>
                  </a:lnTo>
                  <a:lnTo>
                    <a:pt x="15060" y="5638"/>
                  </a:lnTo>
                  <a:lnTo>
                    <a:pt x="14558" y="5870"/>
                  </a:lnTo>
                  <a:lnTo>
                    <a:pt x="14056" y="6101"/>
                  </a:lnTo>
                  <a:lnTo>
                    <a:pt x="14017" y="6024"/>
                  </a:lnTo>
                  <a:lnTo>
                    <a:pt x="14056" y="5792"/>
                  </a:lnTo>
                  <a:lnTo>
                    <a:pt x="14133" y="5599"/>
                  </a:lnTo>
                  <a:lnTo>
                    <a:pt x="14249" y="5406"/>
                  </a:lnTo>
                  <a:lnTo>
                    <a:pt x="14365" y="5368"/>
                  </a:lnTo>
                  <a:lnTo>
                    <a:pt x="14481" y="5329"/>
                  </a:lnTo>
                  <a:lnTo>
                    <a:pt x="14597" y="5290"/>
                  </a:lnTo>
                  <a:close/>
                  <a:moveTo>
                    <a:pt x="19115" y="5484"/>
                  </a:moveTo>
                  <a:lnTo>
                    <a:pt x="19192" y="5522"/>
                  </a:lnTo>
                  <a:lnTo>
                    <a:pt x="19308" y="5638"/>
                  </a:lnTo>
                  <a:lnTo>
                    <a:pt x="19385" y="5792"/>
                  </a:lnTo>
                  <a:lnTo>
                    <a:pt x="19385" y="5986"/>
                  </a:lnTo>
                  <a:lnTo>
                    <a:pt x="19346" y="6140"/>
                  </a:lnTo>
                  <a:lnTo>
                    <a:pt x="18613" y="5792"/>
                  </a:lnTo>
                  <a:lnTo>
                    <a:pt x="18651" y="5715"/>
                  </a:lnTo>
                  <a:lnTo>
                    <a:pt x="18690" y="5638"/>
                  </a:lnTo>
                  <a:lnTo>
                    <a:pt x="18844" y="5522"/>
                  </a:lnTo>
                  <a:lnTo>
                    <a:pt x="18999" y="5484"/>
                  </a:lnTo>
                  <a:close/>
                  <a:moveTo>
                    <a:pt x="20350" y="6063"/>
                  </a:moveTo>
                  <a:lnTo>
                    <a:pt x="20466" y="6101"/>
                  </a:lnTo>
                  <a:lnTo>
                    <a:pt x="20543" y="6179"/>
                  </a:lnTo>
                  <a:lnTo>
                    <a:pt x="20698" y="6333"/>
                  </a:lnTo>
                  <a:lnTo>
                    <a:pt x="20775" y="6526"/>
                  </a:lnTo>
                  <a:lnTo>
                    <a:pt x="20852" y="6719"/>
                  </a:lnTo>
                  <a:lnTo>
                    <a:pt x="20891" y="6912"/>
                  </a:lnTo>
                  <a:lnTo>
                    <a:pt x="20891" y="6912"/>
                  </a:lnTo>
                  <a:lnTo>
                    <a:pt x="20466" y="6719"/>
                  </a:lnTo>
                  <a:lnTo>
                    <a:pt x="20080" y="6526"/>
                  </a:lnTo>
                  <a:lnTo>
                    <a:pt x="19810" y="6372"/>
                  </a:lnTo>
                  <a:lnTo>
                    <a:pt x="19848" y="6256"/>
                  </a:lnTo>
                  <a:lnTo>
                    <a:pt x="19887" y="6179"/>
                  </a:lnTo>
                  <a:lnTo>
                    <a:pt x="20003" y="6101"/>
                  </a:lnTo>
                  <a:lnTo>
                    <a:pt x="20080" y="6063"/>
                  </a:lnTo>
                  <a:close/>
                  <a:moveTo>
                    <a:pt x="23748" y="5870"/>
                  </a:moveTo>
                  <a:lnTo>
                    <a:pt x="23941" y="5947"/>
                  </a:lnTo>
                  <a:lnTo>
                    <a:pt x="24019" y="5986"/>
                  </a:lnTo>
                  <a:lnTo>
                    <a:pt x="24096" y="5986"/>
                  </a:lnTo>
                  <a:lnTo>
                    <a:pt x="23941" y="6294"/>
                  </a:lnTo>
                  <a:lnTo>
                    <a:pt x="23748" y="6526"/>
                  </a:lnTo>
                  <a:lnTo>
                    <a:pt x="23517" y="6758"/>
                  </a:lnTo>
                  <a:lnTo>
                    <a:pt x="23246" y="6951"/>
                  </a:lnTo>
                  <a:lnTo>
                    <a:pt x="23208" y="6912"/>
                  </a:lnTo>
                  <a:lnTo>
                    <a:pt x="23092" y="6719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3" y="6179"/>
                  </a:lnTo>
                  <a:lnTo>
                    <a:pt x="23131" y="6063"/>
                  </a:lnTo>
                  <a:lnTo>
                    <a:pt x="23208" y="5986"/>
                  </a:lnTo>
                  <a:lnTo>
                    <a:pt x="23285" y="5908"/>
                  </a:lnTo>
                  <a:lnTo>
                    <a:pt x="23517" y="5870"/>
                  </a:lnTo>
                  <a:close/>
                  <a:moveTo>
                    <a:pt x="13245" y="6101"/>
                  </a:moveTo>
                  <a:lnTo>
                    <a:pt x="13477" y="6140"/>
                  </a:lnTo>
                  <a:lnTo>
                    <a:pt x="13593" y="6217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067"/>
                  </a:lnTo>
                  <a:lnTo>
                    <a:pt x="12705" y="7028"/>
                  </a:lnTo>
                  <a:lnTo>
                    <a:pt x="12666" y="6912"/>
                  </a:lnTo>
                  <a:lnTo>
                    <a:pt x="12627" y="6796"/>
                  </a:lnTo>
                  <a:lnTo>
                    <a:pt x="12627" y="6642"/>
                  </a:lnTo>
                  <a:lnTo>
                    <a:pt x="12666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98" y="6179"/>
                  </a:lnTo>
                  <a:lnTo>
                    <a:pt x="13013" y="6140"/>
                  </a:lnTo>
                  <a:lnTo>
                    <a:pt x="13129" y="6101"/>
                  </a:lnTo>
                  <a:close/>
                  <a:moveTo>
                    <a:pt x="22165" y="6565"/>
                  </a:moveTo>
                  <a:lnTo>
                    <a:pt x="22281" y="6603"/>
                  </a:lnTo>
                  <a:lnTo>
                    <a:pt x="22474" y="6681"/>
                  </a:lnTo>
                  <a:lnTo>
                    <a:pt x="22629" y="6835"/>
                  </a:lnTo>
                  <a:lnTo>
                    <a:pt x="22783" y="7028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5"/>
                  </a:lnTo>
                  <a:lnTo>
                    <a:pt x="22937" y="7105"/>
                  </a:lnTo>
                  <a:lnTo>
                    <a:pt x="22551" y="7221"/>
                  </a:lnTo>
                  <a:lnTo>
                    <a:pt x="22165" y="7221"/>
                  </a:lnTo>
                  <a:lnTo>
                    <a:pt x="21779" y="7183"/>
                  </a:lnTo>
                  <a:lnTo>
                    <a:pt x="21393" y="7105"/>
                  </a:lnTo>
                  <a:lnTo>
                    <a:pt x="21509" y="6912"/>
                  </a:lnTo>
                  <a:lnTo>
                    <a:pt x="21625" y="6719"/>
                  </a:lnTo>
                  <a:lnTo>
                    <a:pt x="21818" y="6603"/>
                  </a:lnTo>
                  <a:lnTo>
                    <a:pt x="22049" y="6565"/>
                  </a:lnTo>
                  <a:close/>
                  <a:moveTo>
                    <a:pt x="12280" y="7376"/>
                  </a:moveTo>
                  <a:lnTo>
                    <a:pt x="12473" y="7414"/>
                  </a:lnTo>
                  <a:lnTo>
                    <a:pt x="12125" y="7955"/>
                  </a:lnTo>
                  <a:lnTo>
                    <a:pt x="11816" y="8534"/>
                  </a:lnTo>
                  <a:lnTo>
                    <a:pt x="11701" y="8341"/>
                  </a:lnTo>
                  <a:lnTo>
                    <a:pt x="11662" y="8071"/>
                  </a:lnTo>
                  <a:lnTo>
                    <a:pt x="11662" y="7955"/>
                  </a:lnTo>
                  <a:lnTo>
                    <a:pt x="11701" y="7800"/>
                  </a:lnTo>
                  <a:lnTo>
                    <a:pt x="11739" y="7685"/>
                  </a:lnTo>
                  <a:lnTo>
                    <a:pt x="11816" y="7607"/>
                  </a:lnTo>
                  <a:lnTo>
                    <a:pt x="11932" y="7492"/>
                  </a:lnTo>
                  <a:lnTo>
                    <a:pt x="12048" y="7453"/>
                  </a:lnTo>
                  <a:lnTo>
                    <a:pt x="12164" y="7414"/>
                  </a:lnTo>
                  <a:lnTo>
                    <a:pt x="12280" y="7376"/>
                  </a:lnTo>
                  <a:close/>
                  <a:moveTo>
                    <a:pt x="2240" y="9345"/>
                  </a:moveTo>
                  <a:lnTo>
                    <a:pt x="2394" y="9384"/>
                  </a:lnTo>
                  <a:lnTo>
                    <a:pt x="2472" y="9461"/>
                  </a:lnTo>
                  <a:lnTo>
                    <a:pt x="2549" y="9538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9963"/>
                  </a:lnTo>
                  <a:lnTo>
                    <a:pt x="2124" y="9886"/>
                  </a:lnTo>
                  <a:lnTo>
                    <a:pt x="1661" y="9847"/>
                  </a:lnTo>
                  <a:lnTo>
                    <a:pt x="1699" y="9731"/>
                  </a:lnTo>
                  <a:lnTo>
                    <a:pt x="1738" y="9615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lnTo>
                    <a:pt x="2124" y="9345"/>
                  </a:lnTo>
                  <a:close/>
                  <a:moveTo>
                    <a:pt x="11662" y="8997"/>
                  </a:moveTo>
                  <a:lnTo>
                    <a:pt x="11469" y="9499"/>
                  </a:lnTo>
                  <a:lnTo>
                    <a:pt x="11353" y="10001"/>
                  </a:lnTo>
                  <a:lnTo>
                    <a:pt x="11276" y="10272"/>
                  </a:lnTo>
                  <a:lnTo>
                    <a:pt x="11237" y="10233"/>
                  </a:lnTo>
                  <a:lnTo>
                    <a:pt x="11083" y="10040"/>
                  </a:lnTo>
                  <a:lnTo>
                    <a:pt x="10967" y="9808"/>
                  </a:lnTo>
                  <a:lnTo>
                    <a:pt x="10928" y="9693"/>
                  </a:lnTo>
                  <a:lnTo>
                    <a:pt x="10928" y="9538"/>
                  </a:lnTo>
                  <a:lnTo>
                    <a:pt x="10967" y="9422"/>
                  </a:lnTo>
                  <a:lnTo>
                    <a:pt x="11006" y="9306"/>
                  </a:lnTo>
                  <a:lnTo>
                    <a:pt x="11121" y="9152"/>
                  </a:lnTo>
                  <a:lnTo>
                    <a:pt x="11276" y="9036"/>
                  </a:lnTo>
                  <a:lnTo>
                    <a:pt x="11469" y="8997"/>
                  </a:lnTo>
                  <a:close/>
                  <a:moveTo>
                    <a:pt x="3785" y="9731"/>
                  </a:moveTo>
                  <a:lnTo>
                    <a:pt x="3900" y="9770"/>
                  </a:lnTo>
                  <a:lnTo>
                    <a:pt x="4016" y="9886"/>
                  </a:lnTo>
                  <a:lnTo>
                    <a:pt x="4093" y="10001"/>
                  </a:lnTo>
                  <a:lnTo>
                    <a:pt x="4171" y="10117"/>
                  </a:lnTo>
                  <a:lnTo>
                    <a:pt x="4171" y="10233"/>
                  </a:lnTo>
                  <a:lnTo>
                    <a:pt x="4171" y="10388"/>
                  </a:lnTo>
                  <a:lnTo>
                    <a:pt x="4132" y="10503"/>
                  </a:lnTo>
                  <a:lnTo>
                    <a:pt x="4055" y="10619"/>
                  </a:lnTo>
                  <a:lnTo>
                    <a:pt x="3900" y="10542"/>
                  </a:lnTo>
                  <a:lnTo>
                    <a:pt x="3514" y="10310"/>
                  </a:lnTo>
                  <a:lnTo>
                    <a:pt x="3089" y="10117"/>
                  </a:lnTo>
                  <a:lnTo>
                    <a:pt x="3167" y="10001"/>
                  </a:lnTo>
                  <a:lnTo>
                    <a:pt x="3244" y="9886"/>
                  </a:lnTo>
                  <a:lnTo>
                    <a:pt x="3360" y="9808"/>
                  </a:lnTo>
                  <a:lnTo>
                    <a:pt x="3514" y="9770"/>
                  </a:lnTo>
                  <a:lnTo>
                    <a:pt x="3630" y="9731"/>
                  </a:lnTo>
                  <a:close/>
                  <a:moveTo>
                    <a:pt x="4827" y="10619"/>
                  </a:moveTo>
                  <a:lnTo>
                    <a:pt x="4943" y="10658"/>
                  </a:lnTo>
                  <a:lnTo>
                    <a:pt x="5020" y="10697"/>
                  </a:lnTo>
                  <a:lnTo>
                    <a:pt x="5097" y="10774"/>
                  </a:lnTo>
                  <a:lnTo>
                    <a:pt x="5136" y="10851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97" y="11430"/>
                  </a:lnTo>
                  <a:lnTo>
                    <a:pt x="4402" y="10890"/>
                  </a:lnTo>
                  <a:lnTo>
                    <a:pt x="4441" y="10812"/>
                  </a:lnTo>
                  <a:lnTo>
                    <a:pt x="4518" y="10735"/>
                  </a:lnTo>
                  <a:lnTo>
                    <a:pt x="4673" y="10658"/>
                  </a:lnTo>
                  <a:lnTo>
                    <a:pt x="4827" y="10619"/>
                  </a:lnTo>
                  <a:close/>
                  <a:moveTo>
                    <a:pt x="11160" y="10619"/>
                  </a:moveTo>
                  <a:lnTo>
                    <a:pt x="10967" y="11199"/>
                  </a:lnTo>
                  <a:lnTo>
                    <a:pt x="10735" y="11739"/>
                  </a:lnTo>
                  <a:lnTo>
                    <a:pt x="10697" y="11662"/>
                  </a:lnTo>
                  <a:lnTo>
                    <a:pt x="10504" y="11507"/>
                  </a:lnTo>
                  <a:lnTo>
                    <a:pt x="10426" y="11314"/>
                  </a:lnTo>
                  <a:lnTo>
                    <a:pt x="10388" y="11121"/>
                  </a:lnTo>
                  <a:lnTo>
                    <a:pt x="10465" y="10928"/>
                  </a:lnTo>
                  <a:lnTo>
                    <a:pt x="10581" y="10774"/>
                  </a:lnTo>
                  <a:lnTo>
                    <a:pt x="10735" y="10658"/>
                  </a:lnTo>
                  <a:lnTo>
                    <a:pt x="10928" y="10619"/>
                  </a:lnTo>
                  <a:close/>
                  <a:moveTo>
                    <a:pt x="5754" y="11430"/>
                  </a:moveTo>
                  <a:lnTo>
                    <a:pt x="5986" y="11469"/>
                  </a:lnTo>
                  <a:lnTo>
                    <a:pt x="6063" y="11507"/>
                  </a:lnTo>
                  <a:lnTo>
                    <a:pt x="6179" y="11546"/>
                  </a:lnTo>
                  <a:lnTo>
                    <a:pt x="6256" y="11662"/>
                  </a:lnTo>
                  <a:lnTo>
                    <a:pt x="6333" y="11739"/>
                  </a:lnTo>
                  <a:lnTo>
                    <a:pt x="6410" y="11971"/>
                  </a:lnTo>
                  <a:lnTo>
                    <a:pt x="6410" y="12203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1"/>
                  </a:lnTo>
                  <a:lnTo>
                    <a:pt x="5484" y="11585"/>
                  </a:lnTo>
                  <a:lnTo>
                    <a:pt x="5561" y="11507"/>
                  </a:lnTo>
                  <a:lnTo>
                    <a:pt x="5638" y="11469"/>
                  </a:lnTo>
                  <a:lnTo>
                    <a:pt x="5754" y="11430"/>
                  </a:lnTo>
                  <a:close/>
                  <a:moveTo>
                    <a:pt x="10542" y="12009"/>
                  </a:moveTo>
                  <a:lnTo>
                    <a:pt x="10388" y="12280"/>
                  </a:lnTo>
                  <a:lnTo>
                    <a:pt x="10195" y="12511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27"/>
                  </a:lnTo>
                  <a:lnTo>
                    <a:pt x="9654" y="12473"/>
                  </a:lnTo>
                  <a:lnTo>
                    <a:pt x="9693" y="12318"/>
                  </a:lnTo>
                  <a:lnTo>
                    <a:pt x="9808" y="12203"/>
                  </a:lnTo>
                  <a:lnTo>
                    <a:pt x="9963" y="12125"/>
                  </a:lnTo>
                  <a:lnTo>
                    <a:pt x="10156" y="12087"/>
                  </a:lnTo>
                  <a:lnTo>
                    <a:pt x="10542" y="12009"/>
                  </a:lnTo>
                  <a:close/>
                  <a:moveTo>
                    <a:pt x="7376" y="12473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0"/>
                  </a:lnTo>
                  <a:lnTo>
                    <a:pt x="7878" y="13013"/>
                  </a:lnTo>
                  <a:lnTo>
                    <a:pt x="7878" y="13168"/>
                  </a:lnTo>
                  <a:lnTo>
                    <a:pt x="7337" y="12975"/>
                  </a:lnTo>
                  <a:lnTo>
                    <a:pt x="6835" y="12743"/>
                  </a:lnTo>
                  <a:lnTo>
                    <a:pt x="6990" y="12589"/>
                  </a:lnTo>
                  <a:lnTo>
                    <a:pt x="7183" y="12511"/>
                  </a:lnTo>
                  <a:lnTo>
                    <a:pt x="7376" y="12473"/>
                  </a:lnTo>
                  <a:close/>
                  <a:moveTo>
                    <a:pt x="8959" y="12627"/>
                  </a:moveTo>
                  <a:lnTo>
                    <a:pt x="9113" y="12743"/>
                  </a:lnTo>
                  <a:lnTo>
                    <a:pt x="9229" y="12936"/>
                  </a:lnTo>
                  <a:lnTo>
                    <a:pt x="9268" y="13091"/>
                  </a:lnTo>
                  <a:lnTo>
                    <a:pt x="9268" y="13207"/>
                  </a:lnTo>
                  <a:lnTo>
                    <a:pt x="9036" y="13245"/>
                  </a:lnTo>
                  <a:lnTo>
                    <a:pt x="8804" y="13284"/>
                  </a:lnTo>
                  <a:lnTo>
                    <a:pt x="8302" y="13284"/>
                  </a:lnTo>
                  <a:lnTo>
                    <a:pt x="8341" y="13207"/>
                  </a:lnTo>
                  <a:lnTo>
                    <a:pt x="8341" y="13013"/>
                  </a:lnTo>
                  <a:lnTo>
                    <a:pt x="8418" y="12820"/>
                  </a:lnTo>
                  <a:lnTo>
                    <a:pt x="8573" y="12666"/>
                  </a:lnTo>
                  <a:lnTo>
                    <a:pt x="8650" y="12627"/>
                  </a:lnTo>
                  <a:close/>
                  <a:moveTo>
                    <a:pt x="22899" y="0"/>
                  </a:moveTo>
                  <a:lnTo>
                    <a:pt x="22822" y="77"/>
                  </a:lnTo>
                  <a:lnTo>
                    <a:pt x="22783" y="116"/>
                  </a:lnTo>
                  <a:lnTo>
                    <a:pt x="22744" y="232"/>
                  </a:lnTo>
                  <a:lnTo>
                    <a:pt x="22744" y="309"/>
                  </a:lnTo>
                  <a:lnTo>
                    <a:pt x="22822" y="386"/>
                  </a:lnTo>
                  <a:lnTo>
                    <a:pt x="22860" y="425"/>
                  </a:lnTo>
                  <a:lnTo>
                    <a:pt x="23015" y="618"/>
                  </a:lnTo>
                  <a:lnTo>
                    <a:pt x="22899" y="773"/>
                  </a:lnTo>
                  <a:lnTo>
                    <a:pt x="22783" y="927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629" y="1506"/>
                  </a:lnTo>
                  <a:lnTo>
                    <a:pt x="22629" y="1699"/>
                  </a:lnTo>
                  <a:lnTo>
                    <a:pt x="22629" y="1854"/>
                  </a:lnTo>
                  <a:lnTo>
                    <a:pt x="22706" y="2047"/>
                  </a:lnTo>
                  <a:lnTo>
                    <a:pt x="22860" y="2240"/>
                  </a:lnTo>
                  <a:lnTo>
                    <a:pt x="23053" y="2394"/>
                  </a:lnTo>
                  <a:lnTo>
                    <a:pt x="23285" y="2472"/>
                  </a:lnTo>
                  <a:lnTo>
                    <a:pt x="23517" y="2510"/>
                  </a:lnTo>
                  <a:lnTo>
                    <a:pt x="23401" y="2703"/>
                  </a:lnTo>
                  <a:lnTo>
                    <a:pt x="23362" y="2896"/>
                  </a:lnTo>
                  <a:lnTo>
                    <a:pt x="23324" y="3089"/>
                  </a:lnTo>
                  <a:lnTo>
                    <a:pt x="23362" y="3244"/>
                  </a:lnTo>
                  <a:lnTo>
                    <a:pt x="23439" y="3476"/>
                  </a:lnTo>
                  <a:lnTo>
                    <a:pt x="23594" y="3707"/>
                  </a:lnTo>
                  <a:lnTo>
                    <a:pt x="23748" y="3862"/>
                  </a:lnTo>
                  <a:lnTo>
                    <a:pt x="23980" y="3978"/>
                  </a:lnTo>
                  <a:lnTo>
                    <a:pt x="23748" y="4209"/>
                  </a:lnTo>
                  <a:lnTo>
                    <a:pt x="23555" y="4441"/>
                  </a:lnTo>
                  <a:lnTo>
                    <a:pt x="23478" y="4750"/>
                  </a:lnTo>
                  <a:lnTo>
                    <a:pt x="23439" y="4866"/>
                  </a:lnTo>
                  <a:lnTo>
                    <a:pt x="23439" y="5020"/>
                  </a:lnTo>
                  <a:lnTo>
                    <a:pt x="23517" y="5252"/>
                  </a:lnTo>
                  <a:lnTo>
                    <a:pt x="23633" y="5484"/>
                  </a:lnTo>
                  <a:lnTo>
                    <a:pt x="23401" y="5484"/>
                  </a:lnTo>
                  <a:lnTo>
                    <a:pt x="23169" y="5561"/>
                  </a:lnTo>
                  <a:lnTo>
                    <a:pt x="22976" y="5677"/>
                  </a:lnTo>
                  <a:lnTo>
                    <a:pt x="22822" y="5870"/>
                  </a:lnTo>
                  <a:lnTo>
                    <a:pt x="22706" y="6101"/>
                  </a:lnTo>
                  <a:lnTo>
                    <a:pt x="22629" y="6333"/>
                  </a:lnTo>
                  <a:lnTo>
                    <a:pt x="22474" y="6256"/>
                  </a:lnTo>
                  <a:lnTo>
                    <a:pt x="22320" y="6217"/>
                  </a:lnTo>
                  <a:lnTo>
                    <a:pt x="22165" y="6179"/>
                  </a:lnTo>
                  <a:lnTo>
                    <a:pt x="21972" y="6217"/>
                  </a:lnTo>
                  <a:lnTo>
                    <a:pt x="21740" y="6256"/>
                  </a:lnTo>
                  <a:lnTo>
                    <a:pt x="21547" y="6372"/>
                  </a:lnTo>
                  <a:lnTo>
                    <a:pt x="21354" y="6565"/>
                  </a:lnTo>
                  <a:lnTo>
                    <a:pt x="21200" y="6758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5986"/>
                  </a:lnTo>
                  <a:lnTo>
                    <a:pt x="20736" y="5870"/>
                  </a:lnTo>
                  <a:lnTo>
                    <a:pt x="20582" y="5792"/>
                  </a:lnTo>
                  <a:lnTo>
                    <a:pt x="20428" y="5754"/>
                  </a:lnTo>
                  <a:lnTo>
                    <a:pt x="20080" y="5754"/>
                  </a:lnTo>
                  <a:lnTo>
                    <a:pt x="19887" y="5831"/>
                  </a:lnTo>
                  <a:lnTo>
                    <a:pt x="19771" y="5947"/>
                  </a:lnTo>
                  <a:lnTo>
                    <a:pt x="19732" y="5715"/>
                  </a:lnTo>
                  <a:lnTo>
                    <a:pt x="19617" y="5484"/>
                  </a:lnTo>
                  <a:lnTo>
                    <a:pt x="19462" y="5290"/>
                  </a:lnTo>
                  <a:lnTo>
                    <a:pt x="19385" y="5213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52"/>
                  </a:lnTo>
                  <a:lnTo>
                    <a:pt x="18497" y="5406"/>
                  </a:lnTo>
                  <a:lnTo>
                    <a:pt x="18458" y="5252"/>
                  </a:lnTo>
                  <a:lnTo>
                    <a:pt x="18458" y="5097"/>
                  </a:lnTo>
                  <a:lnTo>
                    <a:pt x="18381" y="4982"/>
                  </a:lnTo>
                  <a:lnTo>
                    <a:pt x="18304" y="4827"/>
                  </a:lnTo>
                  <a:lnTo>
                    <a:pt x="18188" y="4750"/>
                  </a:lnTo>
                  <a:lnTo>
                    <a:pt x="18072" y="4634"/>
                  </a:lnTo>
                  <a:lnTo>
                    <a:pt x="17956" y="4557"/>
                  </a:lnTo>
                  <a:lnTo>
                    <a:pt x="17802" y="4518"/>
                  </a:lnTo>
                  <a:lnTo>
                    <a:pt x="17531" y="4518"/>
                  </a:lnTo>
                  <a:lnTo>
                    <a:pt x="17377" y="4557"/>
                  </a:lnTo>
                  <a:lnTo>
                    <a:pt x="17261" y="4634"/>
                  </a:lnTo>
                  <a:lnTo>
                    <a:pt x="17145" y="4711"/>
                  </a:lnTo>
                  <a:lnTo>
                    <a:pt x="17029" y="4827"/>
                  </a:lnTo>
                  <a:lnTo>
                    <a:pt x="16875" y="5059"/>
                  </a:lnTo>
                  <a:lnTo>
                    <a:pt x="16759" y="4904"/>
                  </a:lnTo>
                  <a:lnTo>
                    <a:pt x="16605" y="4788"/>
                  </a:lnTo>
                  <a:lnTo>
                    <a:pt x="16450" y="4673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27"/>
                  </a:lnTo>
                  <a:lnTo>
                    <a:pt x="15523" y="4982"/>
                  </a:lnTo>
                  <a:lnTo>
                    <a:pt x="15446" y="5136"/>
                  </a:lnTo>
                  <a:lnTo>
                    <a:pt x="15408" y="5290"/>
                  </a:lnTo>
                  <a:lnTo>
                    <a:pt x="15408" y="5484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29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2"/>
                  </a:lnTo>
                  <a:lnTo>
                    <a:pt x="14635" y="4943"/>
                  </a:lnTo>
                  <a:lnTo>
                    <a:pt x="14442" y="4943"/>
                  </a:lnTo>
                  <a:lnTo>
                    <a:pt x="14288" y="5020"/>
                  </a:lnTo>
                  <a:lnTo>
                    <a:pt x="14172" y="5059"/>
                  </a:lnTo>
                  <a:lnTo>
                    <a:pt x="14056" y="5175"/>
                  </a:lnTo>
                  <a:lnTo>
                    <a:pt x="13940" y="5290"/>
                  </a:lnTo>
                  <a:lnTo>
                    <a:pt x="13824" y="5522"/>
                  </a:lnTo>
                  <a:lnTo>
                    <a:pt x="13786" y="5831"/>
                  </a:lnTo>
                  <a:lnTo>
                    <a:pt x="13593" y="5715"/>
                  </a:lnTo>
                  <a:lnTo>
                    <a:pt x="13361" y="5677"/>
                  </a:lnTo>
                  <a:lnTo>
                    <a:pt x="13168" y="5677"/>
                  </a:lnTo>
                  <a:lnTo>
                    <a:pt x="12936" y="5715"/>
                  </a:lnTo>
                  <a:lnTo>
                    <a:pt x="12743" y="5831"/>
                  </a:lnTo>
                  <a:lnTo>
                    <a:pt x="12627" y="5908"/>
                  </a:lnTo>
                  <a:lnTo>
                    <a:pt x="12511" y="6063"/>
                  </a:lnTo>
                  <a:lnTo>
                    <a:pt x="12434" y="6179"/>
                  </a:lnTo>
                  <a:lnTo>
                    <a:pt x="12357" y="6333"/>
                  </a:lnTo>
                  <a:lnTo>
                    <a:pt x="12357" y="6488"/>
                  </a:lnTo>
                  <a:lnTo>
                    <a:pt x="12357" y="6681"/>
                  </a:lnTo>
                  <a:lnTo>
                    <a:pt x="12357" y="6835"/>
                  </a:lnTo>
                  <a:lnTo>
                    <a:pt x="12434" y="6990"/>
                  </a:lnTo>
                  <a:lnTo>
                    <a:pt x="12164" y="6990"/>
                  </a:lnTo>
                  <a:lnTo>
                    <a:pt x="11894" y="7105"/>
                  </a:lnTo>
                  <a:lnTo>
                    <a:pt x="11662" y="7221"/>
                  </a:lnTo>
                  <a:lnTo>
                    <a:pt x="11507" y="7376"/>
                  </a:lnTo>
                  <a:lnTo>
                    <a:pt x="11430" y="7530"/>
                  </a:lnTo>
                  <a:lnTo>
                    <a:pt x="11353" y="7685"/>
                  </a:lnTo>
                  <a:lnTo>
                    <a:pt x="11314" y="7839"/>
                  </a:lnTo>
                  <a:lnTo>
                    <a:pt x="11314" y="7994"/>
                  </a:lnTo>
                  <a:lnTo>
                    <a:pt x="11314" y="8148"/>
                  </a:lnTo>
                  <a:lnTo>
                    <a:pt x="11353" y="8302"/>
                  </a:lnTo>
                  <a:lnTo>
                    <a:pt x="11392" y="8418"/>
                  </a:lnTo>
                  <a:lnTo>
                    <a:pt x="11507" y="8573"/>
                  </a:lnTo>
                  <a:lnTo>
                    <a:pt x="11237" y="8650"/>
                  </a:lnTo>
                  <a:lnTo>
                    <a:pt x="10967" y="8766"/>
                  </a:lnTo>
                  <a:lnTo>
                    <a:pt x="10774" y="8997"/>
                  </a:lnTo>
                  <a:lnTo>
                    <a:pt x="10658" y="9229"/>
                  </a:lnTo>
                  <a:lnTo>
                    <a:pt x="10581" y="9499"/>
                  </a:lnTo>
                  <a:lnTo>
                    <a:pt x="10619" y="9770"/>
                  </a:lnTo>
                  <a:lnTo>
                    <a:pt x="10697" y="10001"/>
                  </a:lnTo>
                  <a:lnTo>
                    <a:pt x="10851" y="10233"/>
                  </a:lnTo>
                  <a:lnTo>
                    <a:pt x="10619" y="10272"/>
                  </a:lnTo>
                  <a:lnTo>
                    <a:pt x="10426" y="10388"/>
                  </a:lnTo>
                  <a:lnTo>
                    <a:pt x="10272" y="10581"/>
                  </a:lnTo>
                  <a:lnTo>
                    <a:pt x="10117" y="10774"/>
                  </a:lnTo>
                  <a:lnTo>
                    <a:pt x="10079" y="10967"/>
                  </a:lnTo>
                  <a:lnTo>
                    <a:pt x="10040" y="11199"/>
                  </a:lnTo>
                  <a:lnTo>
                    <a:pt x="10079" y="11469"/>
                  </a:lnTo>
                  <a:lnTo>
                    <a:pt x="10195" y="11662"/>
                  </a:lnTo>
                  <a:lnTo>
                    <a:pt x="9924" y="11739"/>
                  </a:lnTo>
                  <a:lnTo>
                    <a:pt x="9693" y="11816"/>
                  </a:lnTo>
                  <a:lnTo>
                    <a:pt x="9500" y="11971"/>
                  </a:lnTo>
                  <a:lnTo>
                    <a:pt x="9422" y="12087"/>
                  </a:lnTo>
                  <a:lnTo>
                    <a:pt x="9384" y="12203"/>
                  </a:lnTo>
                  <a:lnTo>
                    <a:pt x="9345" y="12318"/>
                  </a:lnTo>
                  <a:lnTo>
                    <a:pt x="9306" y="12473"/>
                  </a:lnTo>
                  <a:lnTo>
                    <a:pt x="9191" y="12357"/>
                  </a:lnTo>
                  <a:lnTo>
                    <a:pt x="9036" y="12318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18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09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3" y="12241"/>
                  </a:lnTo>
                  <a:lnTo>
                    <a:pt x="7492" y="12164"/>
                  </a:lnTo>
                  <a:lnTo>
                    <a:pt x="7221" y="12164"/>
                  </a:lnTo>
                  <a:lnTo>
                    <a:pt x="6990" y="12241"/>
                  </a:lnTo>
                  <a:lnTo>
                    <a:pt x="6796" y="12396"/>
                  </a:lnTo>
                  <a:lnTo>
                    <a:pt x="6796" y="12048"/>
                  </a:lnTo>
                  <a:lnTo>
                    <a:pt x="6758" y="11855"/>
                  </a:lnTo>
                  <a:lnTo>
                    <a:pt x="6681" y="11701"/>
                  </a:lnTo>
                  <a:lnTo>
                    <a:pt x="6603" y="11546"/>
                  </a:lnTo>
                  <a:lnTo>
                    <a:pt x="6526" y="11392"/>
                  </a:lnTo>
                  <a:lnTo>
                    <a:pt x="6410" y="11276"/>
                  </a:lnTo>
                  <a:lnTo>
                    <a:pt x="6256" y="11199"/>
                  </a:lnTo>
                  <a:lnTo>
                    <a:pt x="6063" y="11160"/>
                  </a:lnTo>
                  <a:lnTo>
                    <a:pt x="5870" y="11121"/>
                  </a:lnTo>
                  <a:lnTo>
                    <a:pt x="5715" y="11160"/>
                  </a:lnTo>
                  <a:lnTo>
                    <a:pt x="5522" y="11199"/>
                  </a:lnTo>
                  <a:lnTo>
                    <a:pt x="5522" y="10928"/>
                  </a:lnTo>
                  <a:lnTo>
                    <a:pt x="5445" y="10697"/>
                  </a:lnTo>
                  <a:lnTo>
                    <a:pt x="5329" y="10503"/>
                  </a:lnTo>
                  <a:lnTo>
                    <a:pt x="5213" y="10426"/>
                  </a:lnTo>
                  <a:lnTo>
                    <a:pt x="5097" y="10349"/>
                  </a:lnTo>
                  <a:lnTo>
                    <a:pt x="4943" y="10310"/>
                  </a:lnTo>
                  <a:lnTo>
                    <a:pt x="4673" y="10310"/>
                  </a:lnTo>
                  <a:lnTo>
                    <a:pt x="4557" y="10349"/>
                  </a:lnTo>
                  <a:lnTo>
                    <a:pt x="4518" y="10156"/>
                  </a:lnTo>
                  <a:lnTo>
                    <a:pt x="4480" y="9924"/>
                  </a:lnTo>
                  <a:lnTo>
                    <a:pt x="4364" y="9731"/>
                  </a:lnTo>
                  <a:lnTo>
                    <a:pt x="4209" y="9577"/>
                  </a:lnTo>
                  <a:lnTo>
                    <a:pt x="4093" y="9461"/>
                  </a:lnTo>
                  <a:lnTo>
                    <a:pt x="3900" y="9422"/>
                  </a:lnTo>
                  <a:lnTo>
                    <a:pt x="3746" y="9384"/>
                  </a:lnTo>
                  <a:lnTo>
                    <a:pt x="3591" y="9422"/>
                  </a:lnTo>
                  <a:lnTo>
                    <a:pt x="3437" y="9461"/>
                  </a:lnTo>
                  <a:lnTo>
                    <a:pt x="3283" y="9538"/>
                  </a:lnTo>
                  <a:lnTo>
                    <a:pt x="3128" y="9615"/>
                  </a:lnTo>
                  <a:lnTo>
                    <a:pt x="3012" y="9731"/>
                  </a:lnTo>
                  <a:lnTo>
                    <a:pt x="2974" y="9615"/>
                  </a:lnTo>
                  <a:lnTo>
                    <a:pt x="2896" y="9422"/>
                  </a:lnTo>
                  <a:lnTo>
                    <a:pt x="2781" y="9268"/>
                  </a:lnTo>
                  <a:lnTo>
                    <a:pt x="2626" y="9113"/>
                  </a:lnTo>
                  <a:lnTo>
                    <a:pt x="2433" y="9036"/>
                  </a:lnTo>
                  <a:lnTo>
                    <a:pt x="2240" y="8997"/>
                  </a:lnTo>
                  <a:lnTo>
                    <a:pt x="2047" y="8997"/>
                  </a:lnTo>
                  <a:lnTo>
                    <a:pt x="1854" y="9075"/>
                  </a:lnTo>
                  <a:lnTo>
                    <a:pt x="1699" y="9191"/>
                  </a:lnTo>
                  <a:lnTo>
                    <a:pt x="1545" y="9345"/>
                  </a:lnTo>
                  <a:lnTo>
                    <a:pt x="1429" y="9499"/>
                  </a:lnTo>
                  <a:lnTo>
                    <a:pt x="1390" y="9693"/>
                  </a:lnTo>
                  <a:lnTo>
                    <a:pt x="1352" y="9886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272"/>
                  </a:lnTo>
                  <a:lnTo>
                    <a:pt x="386" y="10426"/>
                  </a:lnTo>
                  <a:lnTo>
                    <a:pt x="271" y="10542"/>
                  </a:lnTo>
                  <a:lnTo>
                    <a:pt x="116" y="10851"/>
                  </a:lnTo>
                  <a:lnTo>
                    <a:pt x="39" y="11199"/>
                  </a:lnTo>
                  <a:lnTo>
                    <a:pt x="0" y="11546"/>
                  </a:lnTo>
                  <a:lnTo>
                    <a:pt x="77" y="11894"/>
                  </a:lnTo>
                  <a:lnTo>
                    <a:pt x="193" y="12241"/>
                  </a:lnTo>
                  <a:lnTo>
                    <a:pt x="386" y="12511"/>
                  </a:lnTo>
                  <a:lnTo>
                    <a:pt x="618" y="12782"/>
                  </a:lnTo>
                  <a:lnTo>
                    <a:pt x="811" y="12898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124" y="13091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11"/>
                  </a:lnTo>
                  <a:lnTo>
                    <a:pt x="3360" y="12203"/>
                  </a:lnTo>
                  <a:lnTo>
                    <a:pt x="3591" y="12009"/>
                  </a:lnTo>
                  <a:lnTo>
                    <a:pt x="3553" y="11932"/>
                  </a:lnTo>
                  <a:lnTo>
                    <a:pt x="3514" y="11816"/>
                  </a:lnTo>
                  <a:lnTo>
                    <a:pt x="3437" y="11739"/>
                  </a:lnTo>
                  <a:lnTo>
                    <a:pt x="3283" y="11739"/>
                  </a:lnTo>
                  <a:lnTo>
                    <a:pt x="3244" y="11816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7" y="12434"/>
                  </a:lnTo>
                  <a:lnTo>
                    <a:pt x="2317" y="12550"/>
                  </a:lnTo>
                  <a:lnTo>
                    <a:pt x="2047" y="12666"/>
                  </a:lnTo>
                  <a:lnTo>
                    <a:pt x="1429" y="12666"/>
                  </a:lnTo>
                  <a:lnTo>
                    <a:pt x="1159" y="12550"/>
                  </a:lnTo>
                  <a:lnTo>
                    <a:pt x="966" y="12434"/>
                  </a:lnTo>
                  <a:lnTo>
                    <a:pt x="811" y="12318"/>
                  </a:lnTo>
                  <a:lnTo>
                    <a:pt x="695" y="12203"/>
                  </a:lnTo>
                  <a:lnTo>
                    <a:pt x="618" y="12048"/>
                  </a:lnTo>
                  <a:lnTo>
                    <a:pt x="541" y="11855"/>
                  </a:lnTo>
                  <a:lnTo>
                    <a:pt x="502" y="11701"/>
                  </a:lnTo>
                  <a:lnTo>
                    <a:pt x="502" y="11546"/>
                  </a:lnTo>
                  <a:lnTo>
                    <a:pt x="502" y="11353"/>
                  </a:lnTo>
                  <a:lnTo>
                    <a:pt x="541" y="11199"/>
                  </a:lnTo>
                  <a:lnTo>
                    <a:pt x="579" y="11044"/>
                  </a:lnTo>
                  <a:lnTo>
                    <a:pt x="657" y="10890"/>
                  </a:lnTo>
                  <a:lnTo>
                    <a:pt x="773" y="10735"/>
                  </a:lnTo>
                  <a:lnTo>
                    <a:pt x="927" y="10619"/>
                  </a:lnTo>
                  <a:lnTo>
                    <a:pt x="1043" y="10503"/>
                  </a:lnTo>
                  <a:lnTo>
                    <a:pt x="1236" y="10426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317" y="10349"/>
                  </a:lnTo>
                  <a:lnTo>
                    <a:pt x="2587" y="10426"/>
                  </a:lnTo>
                  <a:lnTo>
                    <a:pt x="2858" y="10503"/>
                  </a:lnTo>
                  <a:lnTo>
                    <a:pt x="3128" y="10619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6"/>
                  </a:lnTo>
                  <a:lnTo>
                    <a:pt x="5908" y="12666"/>
                  </a:lnTo>
                  <a:lnTo>
                    <a:pt x="6294" y="12936"/>
                  </a:lnTo>
                  <a:lnTo>
                    <a:pt x="6681" y="13207"/>
                  </a:lnTo>
                  <a:lnTo>
                    <a:pt x="7105" y="13400"/>
                  </a:lnTo>
                  <a:lnTo>
                    <a:pt x="7530" y="13593"/>
                  </a:lnTo>
                  <a:lnTo>
                    <a:pt x="7994" y="13708"/>
                  </a:lnTo>
                  <a:lnTo>
                    <a:pt x="8457" y="13786"/>
                  </a:lnTo>
                  <a:lnTo>
                    <a:pt x="8920" y="13747"/>
                  </a:lnTo>
                  <a:lnTo>
                    <a:pt x="9345" y="13670"/>
                  </a:lnTo>
                  <a:lnTo>
                    <a:pt x="9731" y="13515"/>
                  </a:lnTo>
                  <a:lnTo>
                    <a:pt x="10079" y="13322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34"/>
                  </a:lnTo>
                  <a:lnTo>
                    <a:pt x="11121" y="12087"/>
                  </a:lnTo>
                  <a:lnTo>
                    <a:pt x="11314" y="11739"/>
                  </a:lnTo>
                  <a:lnTo>
                    <a:pt x="11507" y="11199"/>
                  </a:lnTo>
                  <a:lnTo>
                    <a:pt x="11662" y="10658"/>
                  </a:lnTo>
                  <a:lnTo>
                    <a:pt x="11971" y="9615"/>
                  </a:lnTo>
                  <a:lnTo>
                    <a:pt x="12164" y="9075"/>
                  </a:lnTo>
                  <a:lnTo>
                    <a:pt x="12357" y="8573"/>
                  </a:lnTo>
                  <a:lnTo>
                    <a:pt x="12627" y="8109"/>
                  </a:lnTo>
                  <a:lnTo>
                    <a:pt x="12936" y="7646"/>
                  </a:lnTo>
                  <a:lnTo>
                    <a:pt x="13284" y="7298"/>
                  </a:lnTo>
                  <a:lnTo>
                    <a:pt x="13631" y="6951"/>
                  </a:lnTo>
                  <a:lnTo>
                    <a:pt x="14017" y="6681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1"/>
                  </a:lnTo>
                  <a:lnTo>
                    <a:pt x="15832" y="5986"/>
                  </a:lnTo>
                  <a:lnTo>
                    <a:pt x="16296" y="5908"/>
                  </a:lnTo>
                  <a:lnTo>
                    <a:pt x="16914" y="5908"/>
                  </a:lnTo>
                  <a:lnTo>
                    <a:pt x="17454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565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30" y="7492"/>
                  </a:lnTo>
                  <a:lnTo>
                    <a:pt x="21316" y="7607"/>
                  </a:lnTo>
                  <a:lnTo>
                    <a:pt x="21740" y="7685"/>
                  </a:lnTo>
                  <a:lnTo>
                    <a:pt x="22165" y="7723"/>
                  </a:lnTo>
                  <a:lnTo>
                    <a:pt x="22590" y="7723"/>
                  </a:lnTo>
                  <a:lnTo>
                    <a:pt x="22976" y="7646"/>
                  </a:lnTo>
                  <a:lnTo>
                    <a:pt x="23362" y="7492"/>
                  </a:lnTo>
                  <a:lnTo>
                    <a:pt x="23748" y="7260"/>
                  </a:lnTo>
                  <a:lnTo>
                    <a:pt x="24057" y="6990"/>
                  </a:lnTo>
                  <a:lnTo>
                    <a:pt x="24366" y="6642"/>
                  </a:lnTo>
                  <a:lnTo>
                    <a:pt x="24598" y="6294"/>
                  </a:lnTo>
                  <a:lnTo>
                    <a:pt x="24752" y="5870"/>
                  </a:lnTo>
                  <a:lnTo>
                    <a:pt x="24907" y="5484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171"/>
                  </a:lnTo>
                  <a:lnTo>
                    <a:pt x="24984" y="3707"/>
                  </a:lnTo>
                  <a:lnTo>
                    <a:pt x="24907" y="3283"/>
                  </a:lnTo>
                  <a:lnTo>
                    <a:pt x="24791" y="2819"/>
                  </a:lnTo>
                  <a:lnTo>
                    <a:pt x="24637" y="2394"/>
                  </a:lnTo>
                  <a:lnTo>
                    <a:pt x="24482" y="1970"/>
                  </a:lnTo>
                  <a:lnTo>
                    <a:pt x="24250" y="1545"/>
                  </a:lnTo>
                  <a:lnTo>
                    <a:pt x="24057" y="1159"/>
                  </a:lnTo>
                  <a:lnTo>
                    <a:pt x="23826" y="811"/>
                  </a:lnTo>
                  <a:lnTo>
                    <a:pt x="23941" y="348"/>
                  </a:lnTo>
                  <a:lnTo>
                    <a:pt x="23594" y="193"/>
                  </a:lnTo>
                  <a:lnTo>
                    <a:pt x="23208" y="77"/>
                  </a:lnTo>
                  <a:lnTo>
                    <a:pt x="23169" y="39"/>
                  </a:lnTo>
                  <a:lnTo>
                    <a:pt x="2309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" name="Google Shape;2031;p9"/>
            <p:cNvSpPr/>
            <p:nvPr/>
          </p:nvSpPr>
          <p:spPr>
            <a:xfrm>
              <a:off x="3792600" y="960050"/>
              <a:ext cx="625600" cy="344650"/>
            </a:xfrm>
            <a:custGeom>
              <a:avLst/>
              <a:gdLst/>
              <a:ahLst/>
              <a:cxnLst/>
              <a:rect l="l" t="t" r="r" b="b"/>
              <a:pathLst>
                <a:path w="25024" h="13786" extrusionOk="0">
                  <a:moveTo>
                    <a:pt x="23286" y="966"/>
                  </a:moveTo>
                  <a:lnTo>
                    <a:pt x="23633" y="1468"/>
                  </a:lnTo>
                  <a:lnTo>
                    <a:pt x="23942" y="2008"/>
                  </a:lnTo>
                  <a:lnTo>
                    <a:pt x="23788" y="2163"/>
                  </a:lnTo>
                  <a:lnTo>
                    <a:pt x="23633" y="2201"/>
                  </a:lnTo>
                  <a:lnTo>
                    <a:pt x="23479" y="2201"/>
                  </a:lnTo>
                  <a:lnTo>
                    <a:pt x="23324" y="2163"/>
                  </a:lnTo>
                  <a:lnTo>
                    <a:pt x="23208" y="2085"/>
                  </a:lnTo>
                  <a:lnTo>
                    <a:pt x="23093" y="1970"/>
                  </a:lnTo>
                  <a:lnTo>
                    <a:pt x="23015" y="1815"/>
                  </a:lnTo>
                  <a:lnTo>
                    <a:pt x="22977" y="1661"/>
                  </a:lnTo>
                  <a:lnTo>
                    <a:pt x="22977" y="1429"/>
                  </a:lnTo>
                  <a:lnTo>
                    <a:pt x="23054" y="1274"/>
                  </a:lnTo>
                  <a:lnTo>
                    <a:pt x="23170" y="1120"/>
                  </a:lnTo>
                  <a:lnTo>
                    <a:pt x="23286" y="966"/>
                  </a:lnTo>
                  <a:close/>
                  <a:moveTo>
                    <a:pt x="24097" y="2433"/>
                  </a:moveTo>
                  <a:lnTo>
                    <a:pt x="24212" y="2780"/>
                  </a:lnTo>
                  <a:lnTo>
                    <a:pt x="24328" y="3089"/>
                  </a:lnTo>
                  <a:lnTo>
                    <a:pt x="24367" y="3437"/>
                  </a:lnTo>
                  <a:lnTo>
                    <a:pt x="24444" y="3823"/>
                  </a:lnTo>
                  <a:lnTo>
                    <a:pt x="24174" y="3746"/>
                  </a:lnTo>
                  <a:lnTo>
                    <a:pt x="23942" y="3591"/>
                  </a:lnTo>
                  <a:lnTo>
                    <a:pt x="23865" y="3514"/>
                  </a:lnTo>
                  <a:lnTo>
                    <a:pt x="23788" y="3398"/>
                  </a:lnTo>
                  <a:lnTo>
                    <a:pt x="23749" y="3282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8" y="2742"/>
                  </a:lnTo>
                  <a:lnTo>
                    <a:pt x="23942" y="2587"/>
                  </a:lnTo>
                  <a:lnTo>
                    <a:pt x="24097" y="2433"/>
                  </a:lnTo>
                  <a:close/>
                  <a:moveTo>
                    <a:pt x="16296" y="4981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7" y="5290"/>
                  </a:lnTo>
                  <a:lnTo>
                    <a:pt x="16567" y="5406"/>
                  </a:lnTo>
                  <a:lnTo>
                    <a:pt x="16296" y="5445"/>
                  </a:lnTo>
                  <a:lnTo>
                    <a:pt x="15640" y="5522"/>
                  </a:lnTo>
                  <a:lnTo>
                    <a:pt x="15640" y="5483"/>
                  </a:lnTo>
                  <a:lnTo>
                    <a:pt x="15679" y="5368"/>
                  </a:lnTo>
                  <a:lnTo>
                    <a:pt x="15717" y="5252"/>
                  </a:lnTo>
                  <a:lnTo>
                    <a:pt x="15756" y="5175"/>
                  </a:lnTo>
                  <a:lnTo>
                    <a:pt x="15833" y="5097"/>
                  </a:lnTo>
                  <a:lnTo>
                    <a:pt x="15949" y="5020"/>
                  </a:lnTo>
                  <a:lnTo>
                    <a:pt x="16065" y="4981"/>
                  </a:lnTo>
                  <a:close/>
                  <a:moveTo>
                    <a:pt x="24444" y="4248"/>
                  </a:moveTo>
                  <a:lnTo>
                    <a:pt x="24444" y="4673"/>
                  </a:lnTo>
                  <a:lnTo>
                    <a:pt x="24367" y="5097"/>
                  </a:lnTo>
                  <a:lnTo>
                    <a:pt x="24251" y="5522"/>
                  </a:lnTo>
                  <a:lnTo>
                    <a:pt x="24058" y="5445"/>
                  </a:lnTo>
                  <a:lnTo>
                    <a:pt x="23904" y="5290"/>
                  </a:lnTo>
                  <a:lnTo>
                    <a:pt x="23826" y="5097"/>
                  </a:lnTo>
                  <a:lnTo>
                    <a:pt x="23788" y="4981"/>
                  </a:lnTo>
                  <a:lnTo>
                    <a:pt x="23788" y="4866"/>
                  </a:lnTo>
                  <a:lnTo>
                    <a:pt x="23826" y="4750"/>
                  </a:lnTo>
                  <a:lnTo>
                    <a:pt x="23865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6"/>
                  </a:lnTo>
                  <a:lnTo>
                    <a:pt x="18073" y="5638"/>
                  </a:lnTo>
                  <a:lnTo>
                    <a:pt x="17571" y="5522"/>
                  </a:lnTo>
                  <a:lnTo>
                    <a:pt x="17030" y="5445"/>
                  </a:lnTo>
                  <a:lnTo>
                    <a:pt x="17069" y="5290"/>
                  </a:lnTo>
                  <a:lnTo>
                    <a:pt x="17107" y="5175"/>
                  </a:lnTo>
                  <a:lnTo>
                    <a:pt x="17185" y="5059"/>
                  </a:lnTo>
                  <a:lnTo>
                    <a:pt x="17300" y="4943"/>
                  </a:lnTo>
                  <a:lnTo>
                    <a:pt x="17416" y="4904"/>
                  </a:lnTo>
                  <a:lnTo>
                    <a:pt x="17532" y="4866"/>
                  </a:lnTo>
                  <a:lnTo>
                    <a:pt x="17648" y="4827"/>
                  </a:lnTo>
                  <a:close/>
                  <a:moveTo>
                    <a:pt x="14713" y="5329"/>
                  </a:moveTo>
                  <a:lnTo>
                    <a:pt x="14829" y="5368"/>
                  </a:lnTo>
                  <a:lnTo>
                    <a:pt x="14906" y="5445"/>
                  </a:lnTo>
                  <a:lnTo>
                    <a:pt x="15022" y="5561"/>
                  </a:lnTo>
                  <a:lnTo>
                    <a:pt x="15061" y="5677"/>
                  </a:lnTo>
                  <a:lnTo>
                    <a:pt x="14559" y="5870"/>
                  </a:lnTo>
                  <a:lnTo>
                    <a:pt x="14057" y="6101"/>
                  </a:lnTo>
                  <a:lnTo>
                    <a:pt x="14018" y="6063"/>
                  </a:lnTo>
                  <a:lnTo>
                    <a:pt x="14057" y="5831"/>
                  </a:lnTo>
                  <a:lnTo>
                    <a:pt x="14134" y="5599"/>
                  </a:lnTo>
                  <a:lnTo>
                    <a:pt x="14250" y="5445"/>
                  </a:lnTo>
                  <a:lnTo>
                    <a:pt x="14366" y="5368"/>
                  </a:lnTo>
                  <a:lnTo>
                    <a:pt x="14443" y="5329"/>
                  </a:lnTo>
                  <a:close/>
                  <a:moveTo>
                    <a:pt x="18999" y="5483"/>
                  </a:moveTo>
                  <a:lnTo>
                    <a:pt x="19115" y="5522"/>
                  </a:lnTo>
                  <a:lnTo>
                    <a:pt x="19193" y="5561"/>
                  </a:lnTo>
                  <a:lnTo>
                    <a:pt x="19308" y="5677"/>
                  </a:lnTo>
                  <a:lnTo>
                    <a:pt x="19386" y="5831"/>
                  </a:lnTo>
                  <a:lnTo>
                    <a:pt x="19386" y="5985"/>
                  </a:lnTo>
                  <a:lnTo>
                    <a:pt x="19347" y="6179"/>
                  </a:lnTo>
                  <a:lnTo>
                    <a:pt x="18613" y="5831"/>
                  </a:lnTo>
                  <a:lnTo>
                    <a:pt x="18652" y="5754"/>
                  </a:lnTo>
                  <a:lnTo>
                    <a:pt x="18691" y="5677"/>
                  </a:lnTo>
                  <a:lnTo>
                    <a:pt x="18845" y="5522"/>
                  </a:lnTo>
                  <a:lnTo>
                    <a:pt x="18999" y="5483"/>
                  </a:lnTo>
                  <a:close/>
                  <a:moveTo>
                    <a:pt x="20197" y="6063"/>
                  </a:moveTo>
                  <a:lnTo>
                    <a:pt x="20351" y="6101"/>
                  </a:lnTo>
                  <a:lnTo>
                    <a:pt x="20467" y="6140"/>
                  </a:lnTo>
                  <a:lnTo>
                    <a:pt x="20544" y="6179"/>
                  </a:lnTo>
                  <a:lnTo>
                    <a:pt x="20699" y="6333"/>
                  </a:lnTo>
                  <a:lnTo>
                    <a:pt x="20776" y="6526"/>
                  </a:lnTo>
                  <a:lnTo>
                    <a:pt x="20814" y="6719"/>
                  </a:lnTo>
                  <a:lnTo>
                    <a:pt x="20892" y="6951"/>
                  </a:lnTo>
                  <a:lnTo>
                    <a:pt x="20467" y="6758"/>
                  </a:lnTo>
                  <a:lnTo>
                    <a:pt x="20081" y="6565"/>
                  </a:lnTo>
                  <a:lnTo>
                    <a:pt x="19810" y="6410"/>
                  </a:lnTo>
                  <a:lnTo>
                    <a:pt x="19849" y="6294"/>
                  </a:lnTo>
                  <a:lnTo>
                    <a:pt x="19888" y="6179"/>
                  </a:lnTo>
                  <a:lnTo>
                    <a:pt x="20003" y="6140"/>
                  </a:lnTo>
                  <a:lnTo>
                    <a:pt x="20081" y="6101"/>
                  </a:lnTo>
                  <a:lnTo>
                    <a:pt x="20197" y="6063"/>
                  </a:lnTo>
                  <a:close/>
                  <a:moveTo>
                    <a:pt x="23517" y="5870"/>
                  </a:moveTo>
                  <a:lnTo>
                    <a:pt x="23710" y="5908"/>
                  </a:lnTo>
                  <a:lnTo>
                    <a:pt x="23942" y="5985"/>
                  </a:lnTo>
                  <a:lnTo>
                    <a:pt x="24019" y="6024"/>
                  </a:lnTo>
                  <a:lnTo>
                    <a:pt x="24097" y="6024"/>
                  </a:lnTo>
                  <a:lnTo>
                    <a:pt x="23942" y="6294"/>
                  </a:lnTo>
                  <a:lnTo>
                    <a:pt x="23749" y="6565"/>
                  </a:lnTo>
                  <a:lnTo>
                    <a:pt x="23517" y="6796"/>
                  </a:lnTo>
                  <a:lnTo>
                    <a:pt x="23247" y="6989"/>
                  </a:lnTo>
                  <a:lnTo>
                    <a:pt x="23208" y="6951"/>
                  </a:lnTo>
                  <a:lnTo>
                    <a:pt x="23093" y="6758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4" y="6179"/>
                  </a:lnTo>
                  <a:lnTo>
                    <a:pt x="23131" y="6101"/>
                  </a:lnTo>
                  <a:lnTo>
                    <a:pt x="23208" y="6024"/>
                  </a:lnTo>
                  <a:lnTo>
                    <a:pt x="23286" y="5947"/>
                  </a:lnTo>
                  <a:lnTo>
                    <a:pt x="23517" y="5870"/>
                  </a:lnTo>
                  <a:close/>
                  <a:moveTo>
                    <a:pt x="13246" y="6101"/>
                  </a:moveTo>
                  <a:lnTo>
                    <a:pt x="13478" y="6179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9" y="6719"/>
                  </a:lnTo>
                  <a:lnTo>
                    <a:pt x="12782" y="7105"/>
                  </a:lnTo>
                  <a:lnTo>
                    <a:pt x="12705" y="7067"/>
                  </a:lnTo>
                  <a:lnTo>
                    <a:pt x="12667" y="6951"/>
                  </a:lnTo>
                  <a:lnTo>
                    <a:pt x="12628" y="6796"/>
                  </a:lnTo>
                  <a:lnTo>
                    <a:pt x="12628" y="6681"/>
                  </a:lnTo>
                  <a:lnTo>
                    <a:pt x="12667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60" y="6217"/>
                  </a:lnTo>
                  <a:lnTo>
                    <a:pt x="13014" y="6140"/>
                  </a:lnTo>
                  <a:lnTo>
                    <a:pt x="13130" y="6101"/>
                  </a:lnTo>
                  <a:close/>
                  <a:moveTo>
                    <a:pt x="22166" y="6565"/>
                  </a:moveTo>
                  <a:lnTo>
                    <a:pt x="22282" y="6603"/>
                  </a:lnTo>
                  <a:lnTo>
                    <a:pt x="22475" y="6719"/>
                  </a:lnTo>
                  <a:lnTo>
                    <a:pt x="22629" y="6874"/>
                  </a:lnTo>
                  <a:lnTo>
                    <a:pt x="22784" y="7028"/>
                  </a:lnTo>
                  <a:lnTo>
                    <a:pt x="22861" y="7067"/>
                  </a:lnTo>
                  <a:lnTo>
                    <a:pt x="22938" y="7067"/>
                  </a:lnTo>
                  <a:lnTo>
                    <a:pt x="22977" y="7105"/>
                  </a:lnTo>
                  <a:lnTo>
                    <a:pt x="22938" y="7144"/>
                  </a:lnTo>
                  <a:lnTo>
                    <a:pt x="22552" y="7221"/>
                  </a:lnTo>
                  <a:lnTo>
                    <a:pt x="22166" y="7260"/>
                  </a:lnTo>
                  <a:lnTo>
                    <a:pt x="21780" y="7221"/>
                  </a:lnTo>
                  <a:lnTo>
                    <a:pt x="21394" y="7105"/>
                  </a:lnTo>
                  <a:lnTo>
                    <a:pt x="21471" y="6912"/>
                  </a:lnTo>
                  <a:lnTo>
                    <a:pt x="21625" y="6758"/>
                  </a:lnTo>
                  <a:lnTo>
                    <a:pt x="21818" y="6603"/>
                  </a:lnTo>
                  <a:lnTo>
                    <a:pt x="22050" y="6565"/>
                  </a:lnTo>
                  <a:close/>
                  <a:moveTo>
                    <a:pt x="12280" y="7414"/>
                  </a:moveTo>
                  <a:lnTo>
                    <a:pt x="12474" y="7453"/>
                  </a:lnTo>
                  <a:lnTo>
                    <a:pt x="12126" y="7993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63" y="8109"/>
                  </a:lnTo>
                  <a:lnTo>
                    <a:pt x="11663" y="7955"/>
                  </a:lnTo>
                  <a:lnTo>
                    <a:pt x="11663" y="7839"/>
                  </a:lnTo>
                  <a:lnTo>
                    <a:pt x="11740" y="7723"/>
                  </a:lnTo>
                  <a:lnTo>
                    <a:pt x="11817" y="7607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65" y="7414"/>
                  </a:lnTo>
                  <a:close/>
                  <a:moveTo>
                    <a:pt x="2241" y="9384"/>
                  </a:moveTo>
                  <a:lnTo>
                    <a:pt x="2356" y="9422"/>
                  </a:lnTo>
                  <a:lnTo>
                    <a:pt x="2472" y="9499"/>
                  </a:lnTo>
                  <a:lnTo>
                    <a:pt x="2550" y="9577"/>
                  </a:lnTo>
                  <a:lnTo>
                    <a:pt x="2627" y="9770"/>
                  </a:lnTo>
                  <a:lnTo>
                    <a:pt x="2627" y="9886"/>
                  </a:lnTo>
                  <a:lnTo>
                    <a:pt x="2627" y="10001"/>
                  </a:lnTo>
                  <a:lnTo>
                    <a:pt x="2125" y="9886"/>
                  </a:lnTo>
                  <a:lnTo>
                    <a:pt x="1661" y="9886"/>
                  </a:lnTo>
                  <a:lnTo>
                    <a:pt x="1700" y="9770"/>
                  </a:lnTo>
                  <a:lnTo>
                    <a:pt x="1739" y="9654"/>
                  </a:lnTo>
                  <a:lnTo>
                    <a:pt x="1816" y="9538"/>
                  </a:lnTo>
                  <a:lnTo>
                    <a:pt x="1893" y="9461"/>
                  </a:lnTo>
                  <a:lnTo>
                    <a:pt x="2009" y="9384"/>
                  </a:lnTo>
                  <a:close/>
                  <a:moveTo>
                    <a:pt x="11663" y="8997"/>
                  </a:moveTo>
                  <a:lnTo>
                    <a:pt x="11470" y="9499"/>
                  </a:lnTo>
                  <a:lnTo>
                    <a:pt x="11354" y="10040"/>
                  </a:lnTo>
                  <a:lnTo>
                    <a:pt x="11276" y="10272"/>
                  </a:lnTo>
                  <a:lnTo>
                    <a:pt x="11238" y="10272"/>
                  </a:lnTo>
                  <a:lnTo>
                    <a:pt x="11083" y="10079"/>
                  </a:lnTo>
                  <a:lnTo>
                    <a:pt x="10968" y="9847"/>
                  </a:lnTo>
                  <a:lnTo>
                    <a:pt x="10929" y="9692"/>
                  </a:lnTo>
                  <a:lnTo>
                    <a:pt x="10929" y="9577"/>
                  </a:lnTo>
                  <a:lnTo>
                    <a:pt x="10968" y="9461"/>
                  </a:lnTo>
                  <a:lnTo>
                    <a:pt x="11006" y="9345"/>
                  </a:lnTo>
                  <a:lnTo>
                    <a:pt x="11122" y="9152"/>
                  </a:lnTo>
                  <a:lnTo>
                    <a:pt x="11276" y="9075"/>
                  </a:lnTo>
                  <a:lnTo>
                    <a:pt x="11470" y="8997"/>
                  </a:lnTo>
                  <a:close/>
                  <a:moveTo>
                    <a:pt x="3785" y="9770"/>
                  </a:moveTo>
                  <a:lnTo>
                    <a:pt x="3901" y="9808"/>
                  </a:lnTo>
                  <a:lnTo>
                    <a:pt x="4017" y="9886"/>
                  </a:lnTo>
                  <a:lnTo>
                    <a:pt x="4094" y="10001"/>
                  </a:lnTo>
                  <a:lnTo>
                    <a:pt x="4133" y="10117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4" y="10542"/>
                  </a:lnTo>
                  <a:lnTo>
                    <a:pt x="4017" y="10658"/>
                  </a:lnTo>
                  <a:lnTo>
                    <a:pt x="3862" y="10542"/>
                  </a:lnTo>
                  <a:lnTo>
                    <a:pt x="3515" y="10349"/>
                  </a:lnTo>
                  <a:lnTo>
                    <a:pt x="3090" y="10156"/>
                  </a:lnTo>
                  <a:lnTo>
                    <a:pt x="3129" y="10040"/>
                  </a:lnTo>
                  <a:lnTo>
                    <a:pt x="3245" y="9924"/>
                  </a:lnTo>
                  <a:lnTo>
                    <a:pt x="3360" y="9847"/>
                  </a:lnTo>
                  <a:lnTo>
                    <a:pt x="3515" y="9770"/>
                  </a:lnTo>
                  <a:close/>
                  <a:moveTo>
                    <a:pt x="4944" y="10658"/>
                  </a:moveTo>
                  <a:lnTo>
                    <a:pt x="5021" y="10735"/>
                  </a:lnTo>
                  <a:lnTo>
                    <a:pt x="5098" y="10774"/>
                  </a:lnTo>
                  <a:lnTo>
                    <a:pt x="5137" y="10890"/>
                  </a:lnTo>
                  <a:lnTo>
                    <a:pt x="5175" y="11044"/>
                  </a:lnTo>
                  <a:lnTo>
                    <a:pt x="5137" y="11237"/>
                  </a:lnTo>
                  <a:lnTo>
                    <a:pt x="5098" y="11430"/>
                  </a:lnTo>
                  <a:lnTo>
                    <a:pt x="4403" y="10928"/>
                  </a:lnTo>
                  <a:lnTo>
                    <a:pt x="4442" y="10812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1" y="10619"/>
                  </a:moveTo>
                  <a:lnTo>
                    <a:pt x="10968" y="11198"/>
                  </a:lnTo>
                  <a:lnTo>
                    <a:pt x="10736" y="11739"/>
                  </a:lnTo>
                  <a:lnTo>
                    <a:pt x="10659" y="11700"/>
                  </a:lnTo>
                  <a:lnTo>
                    <a:pt x="10504" y="11546"/>
                  </a:lnTo>
                  <a:lnTo>
                    <a:pt x="10427" y="11353"/>
                  </a:lnTo>
                  <a:lnTo>
                    <a:pt x="10388" y="11160"/>
                  </a:lnTo>
                  <a:lnTo>
                    <a:pt x="10466" y="10967"/>
                  </a:lnTo>
                  <a:lnTo>
                    <a:pt x="10581" y="10812"/>
                  </a:lnTo>
                  <a:lnTo>
                    <a:pt x="10736" y="10696"/>
                  </a:lnTo>
                  <a:lnTo>
                    <a:pt x="10929" y="10619"/>
                  </a:lnTo>
                  <a:close/>
                  <a:moveTo>
                    <a:pt x="5986" y="11469"/>
                  </a:moveTo>
                  <a:lnTo>
                    <a:pt x="6063" y="11507"/>
                  </a:lnTo>
                  <a:lnTo>
                    <a:pt x="6179" y="11585"/>
                  </a:lnTo>
                  <a:lnTo>
                    <a:pt x="6257" y="11662"/>
                  </a:lnTo>
                  <a:lnTo>
                    <a:pt x="6334" y="11778"/>
                  </a:lnTo>
                  <a:lnTo>
                    <a:pt x="6372" y="12009"/>
                  </a:lnTo>
                  <a:lnTo>
                    <a:pt x="6411" y="12241"/>
                  </a:lnTo>
                  <a:lnTo>
                    <a:pt x="6372" y="12473"/>
                  </a:lnTo>
                  <a:lnTo>
                    <a:pt x="5909" y="12087"/>
                  </a:lnTo>
                  <a:lnTo>
                    <a:pt x="5407" y="11700"/>
                  </a:lnTo>
                  <a:lnTo>
                    <a:pt x="5446" y="11623"/>
                  </a:lnTo>
                  <a:lnTo>
                    <a:pt x="5561" y="11546"/>
                  </a:lnTo>
                  <a:lnTo>
                    <a:pt x="5639" y="11507"/>
                  </a:lnTo>
                  <a:lnTo>
                    <a:pt x="5755" y="11469"/>
                  </a:lnTo>
                  <a:close/>
                  <a:moveTo>
                    <a:pt x="10543" y="12048"/>
                  </a:moveTo>
                  <a:lnTo>
                    <a:pt x="10388" y="12318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1" y="12936"/>
                  </a:lnTo>
                  <a:lnTo>
                    <a:pt x="9771" y="12859"/>
                  </a:lnTo>
                  <a:lnTo>
                    <a:pt x="9655" y="12666"/>
                  </a:lnTo>
                  <a:lnTo>
                    <a:pt x="9655" y="12473"/>
                  </a:lnTo>
                  <a:lnTo>
                    <a:pt x="9693" y="12357"/>
                  </a:lnTo>
                  <a:lnTo>
                    <a:pt x="9809" y="12241"/>
                  </a:lnTo>
                  <a:lnTo>
                    <a:pt x="9964" y="12164"/>
                  </a:lnTo>
                  <a:lnTo>
                    <a:pt x="10157" y="12087"/>
                  </a:lnTo>
                  <a:lnTo>
                    <a:pt x="10543" y="12048"/>
                  </a:lnTo>
                  <a:close/>
                  <a:moveTo>
                    <a:pt x="7376" y="12511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40" y="12820"/>
                  </a:lnTo>
                  <a:lnTo>
                    <a:pt x="7878" y="13013"/>
                  </a:lnTo>
                  <a:lnTo>
                    <a:pt x="7878" y="13206"/>
                  </a:lnTo>
                  <a:lnTo>
                    <a:pt x="7840" y="13206"/>
                  </a:lnTo>
                  <a:lnTo>
                    <a:pt x="7338" y="13013"/>
                  </a:lnTo>
                  <a:lnTo>
                    <a:pt x="6836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1"/>
                  </a:lnTo>
                  <a:close/>
                  <a:moveTo>
                    <a:pt x="8844" y="12627"/>
                  </a:moveTo>
                  <a:lnTo>
                    <a:pt x="8960" y="12666"/>
                  </a:lnTo>
                  <a:lnTo>
                    <a:pt x="9114" y="12782"/>
                  </a:lnTo>
                  <a:lnTo>
                    <a:pt x="9191" y="12936"/>
                  </a:lnTo>
                  <a:lnTo>
                    <a:pt x="9230" y="13129"/>
                  </a:lnTo>
                  <a:lnTo>
                    <a:pt x="9269" y="13206"/>
                  </a:lnTo>
                  <a:lnTo>
                    <a:pt x="9037" y="13284"/>
                  </a:lnTo>
                  <a:lnTo>
                    <a:pt x="8805" y="13322"/>
                  </a:lnTo>
                  <a:lnTo>
                    <a:pt x="8573" y="13322"/>
                  </a:lnTo>
                  <a:lnTo>
                    <a:pt x="8303" y="13284"/>
                  </a:lnTo>
                  <a:lnTo>
                    <a:pt x="8303" y="13206"/>
                  </a:lnTo>
                  <a:lnTo>
                    <a:pt x="8342" y="13013"/>
                  </a:lnTo>
                  <a:lnTo>
                    <a:pt x="8419" y="12820"/>
                  </a:lnTo>
                  <a:lnTo>
                    <a:pt x="8573" y="12704"/>
                  </a:lnTo>
                  <a:lnTo>
                    <a:pt x="8651" y="12666"/>
                  </a:lnTo>
                  <a:lnTo>
                    <a:pt x="8767" y="12627"/>
                  </a:lnTo>
                  <a:close/>
                  <a:moveTo>
                    <a:pt x="22977" y="0"/>
                  </a:moveTo>
                  <a:lnTo>
                    <a:pt x="22900" y="39"/>
                  </a:lnTo>
                  <a:lnTo>
                    <a:pt x="22822" y="77"/>
                  </a:lnTo>
                  <a:lnTo>
                    <a:pt x="22784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822" y="425"/>
                  </a:lnTo>
                  <a:lnTo>
                    <a:pt x="22861" y="464"/>
                  </a:lnTo>
                  <a:lnTo>
                    <a:pt x="23015" y="657"/>
                  </a:lnTo>
                  <a:lnTo>
                    <a:pt x="22900" y="772"/>
                  </a:lnTo>
                  <a:lnTo>
                    <a:pt x="22784" y="966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1" y="1506"/>
                  </a:lnTo>
                  <a:lnTo>
                    <a:pt x="22591" y="1699"/>
                  </a:lnTo>
                  <a:lnTo>
                    <a:pt x="22629" y="1892"/>
                  </a:lnTo>
                  <a:lnTo>
                    <a:pt x="22706" y="2047"/>
                  </a:lnTo>
                  <a:lnTo>
                    <a:pt x="22861" y="2278"/>
                  </a:lnTo>
                  <a:lnTo>
                    <a:pt x="23054" y="2394"/>
                  </a:lnTo>
                  <a:lnTo>
                    <a:pt x="23247" y="2510"/>
                  </a:lnTo>
                  <a:lnTo>
                    <a:pt x="23479" y="2510"/>
                  </a:lnTo>
                  <a:lnTo>
                    <a:pt x="23402" y="2703"/>
                  </a:lnTo>
                  <a:lnTo>
                    <a:pt x="23363" y="2896"/>
                  </a:lnTo>
                  <a:lnTo>
                    <a:pt x="23324" y="3089"/>
                  </a:lnTo>
                  <a:lnTo>
                    <a:pt x="23363" y="3282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900"/>
                  </a:lnTo>
                  <a:lnTo>
                    <a:pt x="23981" y="4016"/>
                  </a:lnTo>
                  <a:lnTo>
                    <a:pt x="23749" y="4209"/>
                  </a:lnTo>
                  <a:lnTo>
                    <a:pt x="23556" y="4479"/>
                  </a:lnTo>
                  <a:lnTo>
                    <a:pt x="23479" y="4750"/>
                  </a:lnTo>
                  <a:lnTo>
                    <a:pt x="23440" y="4904"/>
                  </a:lnTo>
                  <a:lnTo>
                    <a:pt x="23440" y="5020"/>
                  </a:lnTo>
                  <a:lnTo>
                    <a:pt x="23517" y="5290"/>
                  </a:lnTo>
                  <a:lnTo>
                    <a:pt x="23633" y="5483"/>
                  </a:lnTo>
                  <a:lnTo>
                    <a:pt x="23402" y="5522"/>
                  </a:lnTo>
                  <a:lnTo>
                    <a:pt x="23170" y="5561"/>
                  </a:lnTo>
                  <a:lnTo>
                    <a:pt x="22977" y="5715"/>
                  </a:lnTo>
                  <a:lnTo>
                    <a:pt x="22784" y="5870"/>
                  </a:lnTo>
                  <a:lnTo>
                    <a:pt x="22706" y="6101"/>
                  </a:lnTo>
                  <a:lnTo>
                    <a:pt x="22629" y="6372"/>
                  </a:lnTo>
                  <a:lnTo>
                    <a:pt x="22475" y="6294"/>
                  </a:lnTo>
                  <a:lnTo>
                    <a:pt x="22320" y="6256"/>
                  </a:lnTo>
                  <a:lnTo>
                    <a:pt x="22166" y="6217"/>
                  </a:lnTo>
                  <a:lnTo>
                    <a:pt x="21973" y="6217"/>
                  </a:lnTo>
                  <a:lnTo>
                    <a:pt x="21741" y="6294"/>
                  </a:lnTo>
                  <a:lnTo>
                    <a:pt x="21509" y="6410"/>
                  </a:lnTo>
                  <a:lnTo>
                    <a:pt x="21355" y="6565"/>
                  </a:lnTo>
                  <a:lnTo>
                    <a:pt x="21201" y="6796"/>
                  </a:lnTo>
                  <a:lnTo>
                    <a:pt x="21123" y="6449"/>
                  </a:lnTo>
                  <a:lnTo>
                    <a:pt x="20969" y="6140"/>
                  </a:lnTo>
                  <a:lnTo>
                    <a:pt x="20853" y="6024"/>
                  </a:lnTo>
                  <a:lnTo>
                    <a:pt x="20737" y="5908"/>
                  </a:lnTo>
                  <a:lnTo>
                    <a:pt x="20583" y="5831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81" y="5792"/>
                  </a:lnTo>
                  <a:lnTo>
                    <a:pt x="19888" y="5870"/>
                  </a:lnTo>
                  <a:lnTo>
                    <a:pt x="19772" y="5947"/>
                  </a:lnTo>
                  <a:lnTo>
                    <a:pt x="19733" y="5715"/>
                  </a:lnTo>
                  <a:lnTo>
                    <a:pt x="19617" y="5483"/>
                  </a:lnTo>
                  <a:lnTo>
                    <a:pt x="19463" y="5329"/>
                  </a:lnTo>
                  <a:lnTo>
                    <a:pt x="19386" y="5252"/>
                  </a:lnTo>
                  <a:lnTo>
                    <a:pt x="19270" y="5175"/>
                  </a:lnTo>
                  <a:lnTo>
                    <a:pt x="19038" y="5136"/>
                  </a:lnTo>
                  <a:lnTo>
                    <a:pt x="18845" y="5175"/>
                  </a:lnTo>
                  <a:lnTo>
                    <a:pt x="18652" y="5290"/>
                  </a:lnTo>
                  <a:lnTo>
                    <a:pt x="18497" y="5406"/>
                  </a:lnTo>
                  <a:lnTo>
                    <a:pt x="18459" y="5252"/>
                  </a:lnTo>
                  <a:lnTo>
                    <a:pt x="18420" y="5136"/>
                  </a:lnTo>
                  <a:lnTo>
                    <a:pt x="18382" y="4981"/>
                  </a:lnTo>
                  <a:lnTo>
                    <a:pt x="18304" y="4866"/>
                  </a:lnTo>
                  <a:lnTo>
                    <a:pt x="18189" y="4750"/>
                  </a:lnTo>
                  <a:lnTo>
                    <a:pt x="18073" y="4673"/>
                  </a:lnTo>
                  <a:lnTo>
                    <a:pt x="17957" y="4595"/>
                  </a:lnTo>
                  <a:lnTo>
                    <a:pt x="17802" y="4557"/>
                  </a:lnTo>
                  <a:lnTo>
                    <a:pt x="17648" y="4518"/>
                  </a:lnTo>
                  <a:lnTo>
                    <a:pt x="17493" y="4557"/>
                  </a:lnTo>
                  <a:lnTo>
                    <a:pt x="17378" y="4595"/>
                  </a:lnTo>
                  <a:lnTo>
                    <a:pt x="17262" y="4634"/>
                  </a:lnTo>
                  <a:lnTo>
                    <a:pt x="17146" y="4750"/>
                  </a:lnTo>
                  <a:lnTo>
                    <a:pt x="17030" y="4827"/>
                  </a:lnTo>
                  <a:lnTo>
                    <a:pt x="16876" y="5097"/>
                  </a:lnTo>
                  <a:lnTo>
                    <a:pt x="16760" y="4943"/>
                  </a:lnTo>
                  <a:lnTo>
                    <a:pt x="16605" y="4788"/>
                  </a:lnTo>
                  <a:lnTo>
                    <a:pt x="16451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9" y="4673"/>
                  </a:lnTo>
                  <a:lnTo>
                    <a:pt x="15794" y="4750"/>
                  </a:lnTo>
                  <a:lnTo>
                    <a:pt x="15640" y="4866"/>
                  </a:lnTo>
                  <a:lnTo>
                    <a:pt x="15524" y="4981"/>
                  </a:lnTo>
                  <a:lnTo>
                    <a:pt x="15447" y="5136"/>
                  </a:lnTo>
                  <a:lnTo>
                    <a:pt x="15408" y="5329"/>
                  </a:lnTo>
                  <a:lnTo>
                    <a:pt x="15408" y="5483"/>
                  </a:lnTo>
                  <a:lnTo>
                    <a:pt x="15447" y="5561"/>
                  </a:lnTo>
                  <a:lnTo>
                    <a:pt x="15408" y="5561"/>
                  </a:lnTo>
                  <a:lnTo>
                    <a:pt x="15331" y="5368"/>
                  </a:lnTo>
                  <a:lnTo>
                    <a:pt x="15177" y="5175"/>
                  </a:lnTo>
                  <a:lnTo>
                    <a:pt x="15022" y="5059"/>
                  </a:lnTo>
                  <a:lnTo>
                    <a:pt x="14829" y="4981"/>
                  </a:lnTo>
                  <a:lnTo>
                    <a:pt x="14636" y="4943"/>
                  </a:lnTo>
                  <a:lnTo>
                    <a:pt x="14443" y="4981"/>
                  </a:lnTo>
                  <a:lnTo>
                    <a:pt x="14288" y="5020"/>
                  </a:lnTo>
                  <a:lnTo>
                    <a:pt x="14134" y="5097"/>
                  </a:lnTo>
                  <a:lnTo>
                    <a:pt x="14057" y="5175"/>
                  </a:lnTo>
                  <a:lnTo>
                    <a:pt x="13941" y="5290"/>
                  </a:lnTo>
                  <a:lnTo>
                    <a:pt x="13825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2" y="5715"/>
                  </a:lnTo>
                  <a:lnTo>
                    <a:pt x="13169" y="5715"/>
                  </a:lnTo>
                  <a:lnTo>
                    <a:pt x="12937" y="5754"/>
                  </a:lnTo>
                  <a:lnTo>
                    <a:pt x="12744" y="5831"/>
                  </a:lnTo>
                  <a:lnTo>
                    <a:pt x="12589" y="5947"/>
                  </a:lnTo>
                  <a:lnTo>
                    <a:pt x="12512" y="6063"/>
                  </a:lnTo>
                  <a:lnTo>
                    <a:pt x="12435" y="6217"/>
                  </a:lnTo>
                  <a:lnTo>
                    <a:pt x="12358" y="6372"/>
                  </a:lnTo>
                  <a:lnTo>
                    <a:pt x="12358" y="6526"/>
                  </a:lnTo>
                  <a:lnTo>
                    <a:pt x="12358" y="6681"/>
                  </a:lnTo>
                  <a:lnTo>
                    <a:pt x="12358" y="6835"/>
                  </a:lnTo>
                  <a:lnTo>
                    <a:pt x="12435" y="6989"/>
                  </a:lnTo>
                  <a:lnTo>
                    <a:pt x="12165" y="7028"/>
                  </a:lnTo>
                  <a:lnTo>
                    <a:pt x="11894" y="7105"/>
                  </a:lnTo>
                  <a:lnTo>
                    <a:pt x="11663" y="7221"/>
                  </a:lnTo>
                  <a:lnTo>
                    <a:pt x="11508" y="7414"/>
                  </a:lnTo>
                  <a:lnTo>
                    <a:pt x="11392" y="7530"/>
                  </a:lnTo>
                  <a:lnTo>
                    <a:pt x="11354" y="7685"/>
                  </a:lnTo>
                  <a:lnTo>
                    <a:pt x="11315" y="7839"/>
                  </a:lnTo>
                  <a:lnTo>
                    <a:pt x="11276" y="7993"/>
                  </a:lnTo>
                  <a:lnTo>
                    <a:pt x="11315" y="8148"/>
                  </a:lnTo>
                  <a:lnTo>
                    <a:pt x="11354" y="8302"/>
                  </a:lnTo>
                  <a:lnTo>
                    <a:pt x="11392" y="8457"/>
                  </a:lnTo>
                  <a:lnTo>
                    <a:pt x="11470" y="8611"/>
                  </a:lnTo>
                  <a:lnTo>
                    <a:pt x="11199" y="8650"/>
                  </a:lnTo>
                  <a:lnTo>
                    <a:pt x="10968" y="8804"/>
                  </a:lnTo>
                  <a:lnTo>
                    <a:pt x="10774" y="8997"/>
                  </a:lnTo>
                  <a:lnTo>
                    <a:pt x="10659" y="9229"/>
                  </a:lnTo>
                  <a:lnTo>
                    <a:pt x="10581" y="9499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2" y="10233"/>
                  </a:lnTo>
                  <a:lnTo>
                    <a:pt x="10620" y="10310"/>
                  </a:lnTo>
                  <a:lnTo>
                    <a:pt x="10427" y="10426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79" y="11005"/>
                  </a:lnTo>
                  <a:lnTo>
                    <a:pt x="10041" y="11237"/>
                  </a:lnTo>
                  <a:lnTo>
                    <a:pt x="10079" y="11469"/>
                  </a:lnTo>
                  <a:lnTo>
                    <a:pt x="10195" y="11700"/>
                  </a:lnTo>
                  <a:lnTo>
                    <a:pt x="9925" y="11739"/>
                  </a:lnTo>
                  <a:lnTo>
                    <a:pt x="9693" y="11855"/>
                  </a:lnTo>
                  <a:lnTo>
                    <a:pt x="9500" y="12009"/>
                  </a:lnTo>
                  <a:lnTo>
                    <a:pt x="9423" y="12087"/>
                  </a:lnTo>
                  <a:lnTo>
                    <a:pt x="9384" y="12202"/>
                  </a:lnTo>
                  <a:lnTo>
                    <a:pt x="9346" y="12318"/>
                  </a:lnTo>
                  <a:lnTo>
                    <a:pt x="9307" y="12473"/>
                  </a:lnTo>
                  <a:lnTo>
                    <a:pt x="9191" y="12396"/>
                  </a:lnTo>
                  <a:lnTo>
                    <a:pt x="9037" y="12318"/>
                  </a:lnTo>
                  <a:lnTo>
                    <a:pt x="8882" y="12280"/>
                  </a:lnTo>
                  <a:lnTo>
                    <a:pt x="8728" y="12280"/>
                  </a:lnTo>
                  <a:lnTo>
                    <a:pt x="8535" y="12357"/>
                  </a:lnTo>
                  <a:lnTo>
                    <a:pt x="8380" y="12434"/>
                  </a:lnTo>
                  <a:lnTo>
                    <a:pt x="8265" y="12550"/>
                  </a:lnTo>
                  <a:lnTo>
                    <a:pt x="8187" y="12704"/>
                  </a:lnTo>
                  <a:lnTo>
                    <a:pt x="8110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4" y="12241"/>
                  </a:lnTo>
                  <a:lnTo>
                    <a:pt x="7492" y="12164"/>
                  </a:lnTo>
                  <a:lnTo>
                    <a:pt x="7222" y="12202"/>
                  </a:lnTo>
                  <a:lnTo>
                    <a:pt x="6990" y="12280"/>
                  </a:lnTo>
                  <a:lnTo>
                    <a:pt x="6797" y="12434"/>
                  </a:lnTo>
                  <a:lnTo>
                    <a:pt x="6797" y="12048"/>
                  </a:lnTo>
                  <a:lnTo>
                    <a:pt x="6759" y="11894"/>
                  </a:lnTo>
                  <a:lnTo>
                    <a:pt x="6681" y="11700"/>
                  </a:lnTo>
                  <a:lnTo>
                    <a:pt x="6604" y="11546"/>
                  </a:lnTo>
                  <a:lnTo>
                    <a:pt x="6527" y="11430"/>
                  </a:lnTo>
                  <a:lnTo>
                    <a:pt x="6372" y="11314"/>
                  </a:lnTo>
                  <a:lnTo>
                    <a:pt x="6218" y="11198"/>
                  </a:lnTo>
                  <a:lnTo>
                    <a:pt x="6063" y="11160"/>
                  </a:lnTo>
                  <a:lnTo>
                    <a:pt x="5716" y="11160"/>
                  </a:lnTo>
                  <a:lnTo>
                    <a:pt x="5523" y="11237"/>
                  </a:lnTo>
                  <a:lnTo>
                    <a:pt x="5523" y="10967"/>
                  </a:lnTo>
                  <a:lnTo>
                    <a:pt x="5446" y="10735"/>
                  </a:lnTo>
                  <a:lnTo>
                    <a:pt x="5330" y="10503"/>
                  </a:lnTo>
                  <a:lnTo>
                    <a:pt x="5214" y="10426"/>
                  </a:lnTo>
                  <a:lnTo>
                    <a:pt x="5098" y="10388"/>
                  </a:lnTo>
                  <a:lnTo>
                    <a:pt x="4944" y="10310"/>
                  </a:lnTo>
                  <a:lnTo>
                    <a:pt x="4828" y="10310"/>
                  </a:lnTo>
                  <a:lnTo>
                    <a:pt x="4673" y="10349"/>
                  </a:lnTo>
                  <a:lnTo>
                    <a:pt x="4519" y="10388"/>
                  </a:lnTo>
                  <a:lnTo>
                    <a:pt x="4519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10" y="9577"/>
                  </a:lnTo>
                  <a:lnTo>
                    <a:pt x="4056" y="9499"/>
                  </a:lnTo>
                  <a:lnTo>
                    <a:pt x="3901" y="9461"/>
                  </a:lnTo>
                  <a:lnTo>
                    <a:pt x="3747" y="9422"/>
                  </a:lnTo>
                  <a:lnTo>
                    <a:pt x="3592" y="9422"/>
                  </a:lnTo>
                  <a:lnTo>
                    <a:pt x="3399" y="9461"/>
                  </a:lnTo>
                  <a:lnTo>
                    <a:pt x="3283" y="9538"/>
                  </a:lnTo>
                  <a:lnTo>
                    <a:pt x="3129" y="9615"/>
                  </a:lnTo>
                  <a:lnTo>
                    <a:pt x="3013" y="9770"/>
                  </a:lnTo>
                  <a:lnTo>
                    <a:pt x="2974" y="9615"/>
                  </a:lnTo>
                  <a:lnTo>
                    <a:pt x="2897" y="9461"/>
                  </a:lnTo>
                  <a:lnTo>
                    <a:pt x="2781" y="9268"/>
                  </a:lnTo>
                  <a:lnTo>
                    <a:pt x="2627" y="9152"/>
                  </a:lnTo>
                  <a:lnTo>
                    <a:pt x="2434" y="9036"/>
                  </a:lnTo>
                  <a:lnTo>
                    <a:pt x="2241" y="8997"/>
                  </a:lnTo>
                  <a:lnTo>
                    <a:pt x="2048" y="9036"/>
                  </a:lnTo>
                  <a:lnTo>
                    <a:pt x="1854" y="9113"/>
                  </a:lnTo>
                  <a:lnTo>
                    <a:pt x="1700" y="9190"/>
                  </a:lnTo>
                  <a:lnTo>
                    <a:pt x="1546" y="9345"/>
                  </a:lnTo>
                  <a:lnTo>
                    <a:pt x="1430" y="9538"/>
                  </a:lnTo>
                  <a:lnTo>
                    <a:pt x="1391" y="9731"/>
                  </a:lnTo>
                  <a:lnTo>
                    <a:pt x="1352" y="9924"/>
                  </a:lnTo>
                  <a:lnTo>
                    <a:pt x="1121" y="9963"/>
                  </a:lnTo>
                  <a:lnTo>
                    <a:pt x="928" y="10040"/>
                  </a:lnTo>
                  <a:lnTo>
                    <a:pt x="696" y="10156"/>
                  </a:lnTo>
                  <a:lnTo>
                    <a:pt x="503" y="10310"/>
                  </a:lnTo>
                  <a:lnTo>
                    <a:pt x="387" y="10426"/>
                  </a:lnTo>
                  <a:lnTo>
                    <a:pt x="271" y="10581"/>
                  </a:lnTo>
                  <a:lnTo>
                    <a:pt x="117" y="10890"/>
                  </a:lnTo>
                  <a:lnTo>
                    <a:pt x="1" y="11237"/>
                  </a:lnTo>
                  <a:lnTo>
                    <a:pt x="1" y="11585"/>
                  </a:lnTo>
                  <a:lnTo>
                    <a:pt x="78" y="11932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9" y="12820"/>
                  </a:lnTo>
                  <a:lnTo>
                    <a:pt x="812" y="12936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9" y="13168"/>
                  </a:lnTo>
                  <a:lnTo>
                    <a:pt x="2086" y="13129"/>
                  </a:lnTo>
                  <a:lnTo>
                    <a:pt x="2472" y="12975"/>
                  </a:lnTo>
                  <a:lnTo>
                    <a:pt x="2820" y="12782"/>
                  </a:lnTo>
                  <a:lnTo>
                    <a:pt x="3129" y="12550"/>
                  </a:lnTo>
                  <a:lnTo>
                    <a:pt x="3360" y="12241"/>
                  </a:lnTo>
                  <a:lnTo>
                    <a:pt x="3592" y="12009"/>
                  </a:lnTo>
                  <a:lnTo>
                    <a:pt x="3554" y="11932"/>
                  </a:lnTo>
                  <a:lnTo>
                    <a:pt x="3515" y="11816"/>
                  </a:lnTo>
                  <a:lnTo>
                    <a:pt x="3438" y="11778"/>
                  </a:lnTo>
                  <a:lnTo>
                    <a:pt x="3322" y="11739"/>
                  </a:lnTo>
                  <a:lnTo>
                    <a:pt x="3283" y="11778"/>
                  </a:lnTo>
                  <a:lnTo>
                    <a:pt x="3245" y="11816"/>
                  </a:lnTo>
                  <a:lnTo>
                    <a:pt x="3052" y="12048"/>
                  </a:lnTo>
                  <a:lnTo>
                    <a:pt x="2820" y="12241"/>
                  </a:lnTo>
                  <a:lnTo>
                    <a:pt x="2588" y="12434"/>
                  </a:lnTo>
                  <a:lnTo>
                    <a:pt x="2318" y="12589"/>
                  </a:lnTo>
                  <a:lnTo>
                    <a:pt x="2048" y="12666"/>
                  </a:lnTo>
                  <a:lnTo>
                    <a:pt x="1739" y="12704"/>
                  </a:lnTo>
                  <a:lnTo>
                    <a:pt x="1430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2" y="12357"/>
                  </a:lnTo>
                  <a:lnTo>
                    <a:pt x="696" y="12202"/>
                  </a:lnTo>
                  <a:lnTo>
                    <a:pt x="619" y="12048"/>
                  </a:lnTo>
                  <a:lnTo>
                    <a:pt x="542" y="11894"/>
                  </a:lnTo>
                  <a:lnTo>
                    <a:pt x="503" y="11739"/>
                  </a:lnTo>
                  <a:lnTo>
                    <a:pt x="503" y="11546"/>
                  </a:lnTo>
                  <a:lnTo>
                    <a:pt x="503" y="11392"/>
                  </a:lnTo>
                  <a:lnTo>
                    <a:pt x="542" y="11198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9" y="10619"/>
                  </a:lnTo>
                  <a:lnTo>
                    <a:pt x="1044" y="10542"/>
                  </a:lnTo>
                  <a:lnTo>
                    <a:pt x="1237" y="10465"/>
                  </a:lnTo>
                  <a:lnTo>
                    <a:pt x="1430" y="10388"/>
                  </a:lnTo>
                  <a:lnTo>
                    <a:pt x="1739" y="10349"/>
                  </a:lnTo>
                  <a:lnTo>
                    <a:pt x="2009" y="10349"/>
                  </a:lnTo>
                  <a:lnTo>
                    <a:pt x="2318" y="10388"/>
                  </a:lnTo>
                  <a:lnTo>
                    <a:pt x="2588" y="10426"/>
                  </a:lnTo>
                  <a:lnTo>
                    <a:pt x="2858" y="10542"/>
                  </a:lnTo>
                  <a:lnTo>
                    <a:pt x="3129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5" y="11662"/>
                  </a:lnTo>
                  <a:lnTo>
                    <a:pt x="5523" y="12396"/>
                  </a:lnTo>
                  <a:lnTo>
                    <a:pt x="5870" y="12704"/>
                  </a:lnTo>
                  <a:lnTo>
                    <a:pt x="6257" y="12975"/>
                  </a:lnTo>
                  <a:lnTo>
                    <a:pt x="6681" y="13206"/>
                  </a:lnTo>
                  <a:lnTo>
                    <a:pt x="7106" y="13438"/>
                  </a:lnTo>
                  <a:lnTo>
                    <a:pt x="7531" y="13593"/>
                  </a:lnTo>
                  <a:lnTo>
                    <a:pt x="7994" y="13747"/>
                  </a:lnTo>
                  <a:lnTo>
                    <a:pt x="8458" y="13786"/>
                  </a:lnTo>
                  <a:lnTo>
                    <a:pt x="8921" y="13786"/>
                  </a:lnTo>
                  <a:lnTo>
                    <a:pt x="9346" y="13708"/>
                  </a:lnTo>
                  <a:lnTo>
                    <a:pt x="9732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9" y="12782"/>
                  </a:lnTo>
                  <a:lnTo>
                    <a:pt x="10929" y="12473"/>
                  </a:lnTo>
                  <a:lnTo>
                    <a:pt x="11122" y="12125"/>
                  </a:lnTo>
                  <a:lnTo>
                    <a:pt x="11315" y="11739"/>
                  </a:lnTo>
                  <a:lnTo>
                    <a:pt x="11508" y="11237"/>
                  </a:lnTo>
                  <a:lnTo>
                    <a:pt x="11663" y="10696"/>
                  </a:lnTo>
                  <a:lnTo>
                    <a:pt x="11972" y="9615"/>
                  </a:lnTo>
                  <a:lnTo>
                    <a:pt x="12126" y="9113"/>
                  </a:lnTo>
                  <a:lnTo>
                    <a:pt x="12358" y="8611"/>
                  </a:lnTo>
                  <a:lnTo>
                    <a:pt x="12589" y="8109"/>
                  </a:lnTo>
                  <a:lnTo>
                    <a:pt x="12937" y="7646"/>
                  </a:lnTo>
                  <a:lnTo>
                    <a:pt x="13284" y="7298"/>
                  </a:lnTo>
                  <a:lnTo>
                    <a:pt x="13632" y="6989"/>
                  </a:lnTo>
                  <a:lnTo>
                    <a:pt x="14018" y="6719"/>
                  </a:lnTo>
                  <a:lnTo>
                    <a:pt x="14443" y="6449"/>
                  </a:lnTo>
                  <a:lnTo>
                    <a:pt x="14906" y="6256"/>
                  </a:lnTo>
                  <a:lnTo>
                    <a:pt x="15370" y="6101"/>
                  </a:lnTo>
                  <a:lnTo>
                    <a:pt x="15833" y="5985"/>
                  </a:lnTo>
                  <a:lnTo>
                    <a:pt x="16296" y="5947"/>
                  </a:lnTo>
                  <a:lnTo>
                    <a:pt x="16605" y="5908"/>
                  </a:lnTo>
                  <a:lnTo>
                    <a:pt x="16914" y="5908"/>
                  </a:lnTo>
                  <a:lnTo>
                    <a:pt x="17455" y="5985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3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1"/>
                  </a:lnTo>
                  <a:lnTo>
                    <a:pt x="21316" y="7646"/>
                  </a:lnTo>
                  <a:lnTo>
                    <a:pt x="21741" y="7723"/>
                  </a:lnTo>
                  <a:lnTo>
                    <a:pt x="22166" y="7762"/>
                  </a:lnTo>
                  <a:lnTo>
                    <a:pt x="22591" y="7723"/>
                  </a:lnTo>
                  <a:lnTo>
                    <a:pt x="22977" y="7646"/>
                  </a:lnTo>
                  <a:lnTo>
                    <a:pt x="23363" y="7530"/>
                  </a:lnTo>
                  <a:lnTo>
                    <a:pt x="23710" y="7298"/>
                  </a:lnTo>
                  <a:lnTo>
                    <a:pt x="24058" y="6989"/>
                  </a:lnTo>
                  <a:lnTo>
                    <a:pt x="24367" y="6642"/>
                  </a:lnTo>
                  <a:lnTo>
                    <a:pt x="24599" y="6294"/>
                  </a:lnTo>
                  <a:lnTo>
                    <a:pt x="24753" y="5908"/>
                  </a:lnTo>
                  <a:lnTo>
                    <a:pt x="24869" y="5483"/>
                  </a:lnTo>
                  <a:lnTo>
                    <a:pt x="24985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6" y="3746"/>
                  </a:lnTo>
                  <a:lnTo>
                    <a:pt x="24869" y="3282"/>
                  </a:lnTo>
                  <a:lnTo>
                    <a:pt x="24792" y="2858"/>
                  </a:lnTo>
                  <a:lnTo>
                    <a:pt x="24637" y="2394"/>
                  </a:lnTo>
                  <a:lnTo>
                    <a:pt x="24444" y="1970"/>
                  </a:lnTo>
                  <a:lnTo>
                    <a:pt x="24251" y="1583"/>
                  </a:lnTo>
                  <a:lnTo>
                    <a:pt x="24058" y="1197"/>
                  </a:lnTo>
                  <a:lnTo>
                    <a:pt x="23788" y="811"/>
                  </a:lnTo>
                  <a:lnTo>
                    <a:pt x="23942" y="386"/>
                  </a:lnTo>
                  <a:lnTo>
                    <a:pt x="23595" y="232"/>
                  </a:lnTo>
                  <a:lnTo>
                    <a:pt x="23208" y="116"/>
                  </a:lnTo>
                  <a:lnTo>
                    <a:pt x="23170" y="77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9"/>
            <p:cNvSpPr/>
            <p:nvPr/>
          </p:nvSpPr>
          <p:spPr>
            <a:xfrm>
              <a:off x="1687125" y="961000"/>
              <a:ext cx="152575" cy="276125"/>
            </a:xfrm>
            <a:custGeom>
              <a:avLst/>
              <a:gdLst/>
              <a:ahLst/>
              <a:cxnLst/>
              <a:rect l="l" t="t" r="r" b="b"/>
              <a:pathLst>
                <a:path w="6103" h="11045" extrusionOk="0">
                  <a:moveTo>
                    <a:pt x="3553" y="1"/>
                  </a:moveTo>
                  <a:lnTo>
                    <a:pt x="3438" y="464"/>
                  </a:lnTo>
                  <a:lnTo>
                    <a:pt x="3785" y="657"/>
                  </a:lnTo>
                  <a:lnTo>
                    <a:pt x="4094" y="889"/>
                  </a:lnTo>
                  <a:lnTo>
                    <a:pt x="4364" y="1159"/>
                  </a:lnTo>
                  <a:lnTo>
                    <a:pt x="4635" y="1468"/>
                  </a:lnTo>
                  <a:lnTo>
                    <a:pt x="4866" y="1777"/>
                  </a:lnTo>
                  <a:lnTo>
                    <a:pt x="5059" y="2086"/>
                  </a:lnTo>
                  <a:lnTo>
                    <a:pt x="5253" y="2472"/>
                  </a:lnTo>
                  <a:lnTo>
                    <a:pt x="5368" y="2820"/>
                  </a:lnTo>
                  <a:lnTo>
                    <a:pt x="5484" y="3206"/>
                  </a:lnTo>
                  <a:lnTo>
                    <a:pt x="5561" y="3592"/>
                  </a:lnTo>
                  <a:lnTo>
                    <a:pt x="5600" y="4017"/>
                  </a:lnTo>
                  <a:lnTo>
                    <a:pt x="5600" y="4403"/>
                  </a:lnTo>
                  <a:lnTo>
                    <a:pt x="5561" y="4828"/>
                  </a:lnTo>
                  <a:lnTo>
                    <a:pt x="5523" y="5214"/>
                  </a:lnTo>
                  <a:lnTo>
                    <a:pt x="5446" y="5639"/>
                  </a:lnTo>
                  <a:lnTo>
                    <a:pt x="5330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1" y="7299"/>
                  </a:lnTo>
                  <a:lnTo>
                    <a:pt x="4519" y="7685"/>
                  </a:lnTo>
                  <a:lnTo>
                    <a:pt x="4249" y="8033"/>
                  </a:lnTo>
                  <a:lnTo>
                    <a:pt x="3940" y="8419"/>
                  </a:lnTo>
                  <a:lnTo>
                    <a:pt x="3631" y="8728"/>
                  </a:lnTo>
                  <a:lnTo>
                    <a:pt x="3283" y="9037"/>
                  </a:lnTo>
                  <a:lnTo>
                    <a:pt x="2936" y="9346"/>
                  </a:lnTo>
                  <a:lnTo>
                    <a:pt x="2549" y="9616"/>
                  </a:lnTo>
                  <a:lnTo>
                    <a:pt x="2163" y="9848"/>
                  </a:lnTo>
                  <a:lnTo>
                    <a:pt x="1739" y="10041"/>
                  </a:lnTo>
                  <a:lnTo>
                    <a:pt x="1352" y="10234"/>
                  </a:lnTo>
                  <a:lnTo>
                    <a:pt x="889" y="10427"/>
                  </a:lnTo>
                  <a:lnTo>
                    <a:pt x="464" y="10543"/>
                  </a:lnTo>
                  <a:lnTo>
                    <a:pt x="1" y="10658"/>
                  </a:lnTo>
                  <a:lnTo>
                    <a:pt x="78" y="11045"/>
                  </a:lnTo>
                  <a:lnTo>
                    <a:pt x="619" y="10967"/>
                  </a:lnTo>
                  <a:lnTo>
                    <a:pt x="1121" y="1085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49" y="10234"/>
                  </a:lnTo>
                  <a:lnTo>
                    <a:pt x="2974" y="9963"/>
                  </a:lnTo>
                  <a:lnTo>
                    <a:pt x="3399" y="9654"/>
                  </a:lnTo>
                  <a:lnTo>
                    <a:pt x="3785" y="9307"/>
                  </a:lnTo>
                  <a:lnTo>
                    <a:pt x="4171" y="8921"/>
                  </a:lnTo>
                  <a:lnTo>
                    <a:pt x="4519" y="8535"/>
                  </a:lnTo>
                  <a:lnTo>
                    <a:pt x="4828" y="8148"/>
                  </a:lnTo>
                  <a:lnTo>
                    <a:pt x="5098" y="7685"/>
                  </a:lnTo>
                  <a:lnTo>
                    <a:pt x="5368" y="7260"/>
                  </a:lnTo>
                  <a:lnTo>
                    <a:pt x="5600" y="6797"/>
                  </a:lnTo>
                  <a:lnTo>
                    <a:pt x="5793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94"/>
                  </a:lnTo>
                  <a:lnTo>
                    <a:pt x="6063" y="3669"/>
                  </a:lnTo>
                  <a:lnTo>
                    <a:pt x="5986" y="3244"/>
                  </a:lnTo>
                  <a:lnTo>
                    <a:pt x="5870" y="2820"/>
                  </a:lnTo>
                  <a:lnTo>
                    <a:pt x="5755" y="2434"/>
                  </a:lnTo>
                  <a:lnTo>
                    <a:pt x="5561" y="2047"/>
                  </a:lnTo>
                  <a:lnTo>
                    <a:pt x="5368" y="1700"/>
                  </a:lnTo>
                  <a:lnTo>
                    <a:pt x="5137" y="1352"/>
                  </a:lnTo>
                  <a:lnTo>
                    <a:pt x="4905" y="1005"/>
                  </a:lnTo>
                  <a:lnTo>
                    <a:pt x="4596" y="734"/>
                  </a:lnTo>
                  <a:lnTo>
                    <a:pt x="4287" y="464"/>
                  </a:lnTo>
                  <a:lnTo>
                    <a:pt x="3940" y="232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9"/>
            <p:cNvSpPr/>
            <p:nvPr/>
          </p:nvSpPr>
          <p:spPr>
            <a:xfrm>
              <a:off x="4302325" y="96970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0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8"/>
                  </a:lnTo>
                  <a:lnTo>
                    <a:pt x="4364" y="1120"/>
                  </a:lnTo>
                  <a:lnTo>
                    <a:pt x="4634" y="1429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4" y="2433"/>
                  </a:lnTo>
                  <a:lnTo>
                    <a:pt x="5368" y="2819"/>
                  </a:lnTo>
                  <a:lnTo>
                    <a:pt x="5484" y="3205"/>
                  </a:lnTo>
                  <a:lnTo>
                    <a:pt x="5523" y="3591"/>
                  </a:lnTo>
                  <a:lnTo>
                    <a:pt x="5600" y="3978"/>
                  </a:lnTo>
                  <a:lnTo>
                    <a:pt x="5600" y="4402"/>
                  </a:lnTo>
                  <a:lnTo>
                    <a:pt x="5561" y="4789"/>
                  </a:lnTo>
                  <a:lnTo>
                    <a:pt x="5523" y="5213"/>
                  </a:lnTo>
                  <a:lnTo>
                    <a:pt x="5445" y="5599"/>
                  </a:lnTo>
                  <a:lnTo>
                    <a:pt x="5329" y="6024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6"/>
                  </a:lnTo>
                  <a:lnTo>
                    <a:pt x="4210" y="8032"/>
                  </a:lnTo>
                  <a:lnTo>
                    <a:pt x="3939" y="8380"/>
                  </a:lnTo>
                  <a:lnTo>
                    <a:pt x="3630" y="8727"/>
                  </a:lnTo>
                  <a:lnTo>
                    <a:pt x="3283" y="9036"/>
                  </a:lnTo>
                  <a:lnTo>
                    <a:pt x="2935" y="9306"/>
                  </a:lnTo>
                  <a:lnTo>
                    <a:pt x="2549" y="9577"/>
                  </a:lnTo>
                  <a:lnTo>
                    <a:pt x="2163" y="9808"/>
                  </a:lnTo>
                  <a:lnTo>
                    <a:pt x="1738" y="10040"/>
                  </a:lnTo>
                  <a:lnTo>
                    <a:pt x="1313" y="10233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1" y="10658"/>
                  </a:lnTo>
                  <a:lnTo>
                    <a:pt x="78" y="11044"/>
                  </a:lnTo>
                  <a:lnTo>
                    <a:pt x="618" y="10967"/>
                  </a:lnTo>
                  <a:lnTo>
                    <a:pt x="1120" y="1081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4"/>
                  </a:lnTo>
                  <a:lnTo>
                    <a:pt x="3399" y="9615"/>
                  </a:lnTo>
                  <a:lnTo>
                    <a:pt x="3785" y="9268"/>
                  </a:lnTo>
                  <a:lnTo>
                    <a:pt x="4171" y="8920"/>
                  </a:lnTo>
                  <a:lnTo>
                    <a:pt x="4480" y="8534"/>
                  </a:lnTo>
                  <a:lnTo>
                    <a:pt x="4827" y="8109"/>
                  </a:lnTo>
                  <a:lnTo>
                    <a:pt x="5098" y="7685"/>
                  </a:lnTo>
                  <a:lnTo>
                    <a:pt x="5368" y="7221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8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4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6" y="1313"/>
                  </a:lnTo>
                  <a:lnTo>
                    <a:pt x="4905" y="1004"/>
                  </a:lnTo>
                  <a:lnTo>
                    <a:pt x="4596" y="695"/>
                  </a:lnTo>
                  <a:lnTo>
                    <a:pt x="4287" y="425"/>
                  </a:lnTo>
                  <a:lnTo>
                    <a:pt x="3939" y="193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9"/>
            <p:cNvSpPr/>
            <p:nvPr/>
          </p:nvSpPr>
          <p:spPr>
            <a:xfrm>
              <a:off x="5445325" y="98900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7" y="1005"/>
                  </a:lnTo>
                  <a:lnTo>
                    <a:pt x="7028" y="1314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9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8"/>
                  </a:lnTo>
                  <a:lnTo>
                    <a:pt x="8573" y="3708"/>
                  </a:lnTo>
                  <a:lnTo>
                    <a:pt x="7724" y="3823"/>
                  </a:lnTo>
                  <a:lnTo>
                    <a:pt x="6874" y="3901"/>
                  </a:lnTo>
                  <a:lnTo>
                    <a:pt x="6411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5"/>
                  </a:lnTo>
                  <a:lnTo>
                    <a:pt x="2588" y="3708"/>
                  </a:lnTo>
                  <a:lnTo>
                    <a:pt x="2511" y="3862"/>
                  </a:lnTo>
                  <a:lnTo>
                    <a:pt x="2433" y="4017"/>
                  </a:lnTo>
                  <a:lnTo>
                    <a:pt x="2317" y="4132"/>
                  </a:lnTo>
                  <a:lnTo>
                    <a:pt x="2124" y="4210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7" y="4017"/>
                  </a:lnTo>
                  <a:lnTo>
                    <a:pt x="503" y="3515"/>
                  </a:lnTo>
                  <a:lnTo>
                    <a:pt x="657" y="3013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7" y="1738"/>
                  </a:lnTo>
                  <a:lnTo>
                    <a:pt x="1893" y="1429"/>
                  </a:lnTo>
                  <a:lnTo>
                    <a:pt x="2317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8" y="5638"/>
                  </a:lnTo>
                  <a:lnTo>
                    <a:pt x="11624" y="5986"/>
                  </a:lnTo>
                  <a:lnTo>
                    <a:pt x="11431" y="6140"/>
                  </a:lnTo>
                  <a:lnTo>
                    <a:pt x="11353" y="6218"/>
                  </a:lnTo>
                  <a:lnTo>
                    <a:pt x="11238" y="6256"/>
                  </a:lnTo>
                  <a:lnTo>
                    <a:pt x="11083" y="6295"/>
                  </a:lnTo>
                  <a:lnTo>
                    <a:pt x="10929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20" y="5523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1"/>
                  </a:moveTo>
                  <a:lnTo>
                    <a:pt x="3939" y="39"/>
                  </a:lnTo>
                  <a:lnTo>
                    <a:pt x="3515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2"/>
                  </a:lnTo>
                  <a:lnTo>
                    <a:pt x="1507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8" y="2009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69"/>
                  </a:lnTo>
                  <a:lnTo>
                    <a:pt x="1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9"/>
                  </a:lnTo>
                  <a:lnTo>
                    <a:pt x="1313" y="4596"/>
                  </a:lnTo>
                  <a:lnTo>
                    <a:pt x="1700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1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3" y="3630"/>
                  </a:lnTo>
                  <a:lnTo>
                    <a:pt x="3013" y="2974"/>
                  </a:lnTo>
                  <a:lnTo>
                    <a:pt x="3128" y="773"/>
                  </a:lnTo>
                  <a:lnTo>
                    <a:pt x="3515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1" y="1661"/>
                  </a:lnTo>
                  <a:lnTo>
                    <a:pt x="5059" y="2704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4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6" y="4287"/>
                  </a:lnTo>
                  <a:lnTo>
                    <a:pt x="5870" y="4325"/>
                  </a:lnTo>
                  <a:lnTo>
                    <a:pt x="6218" y="4325"/>
                  </a:lnTo>
                  <a:lnTo>
                    <a:pt x="6565" y="4287"/>
                  </a:lnTo>
                  <a:lnTo>
                    <a:pt x="7608" y="4210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1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2" y="5252"/>
                  </a:lnTo>
                  <a:lnTo>
                    <a:pt x="10427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4" y="5754"/>
                  </a:lnTo>
                  <a:lnTo>
                    <a:pt x="10234" y="5909"/>
                  </a:lnTo>
                  <a:lnTo>
                    <a:pt x="10234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9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7"/>
                  </a:lnTo>
                  <a:lnTo>
                    <a:pt x="11740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3"/>
                  </a:lnTo>
                  <a:lnTo>
                    <a:pt x="12396" y="7222"/>
                  </a:lnTo>
                  <a:lnTo>
                    <a:pt x="12473" y="7569"/>
                  </a:lnTo>
                  <a:lnTo>
                    <a:pt x="12550" y="7917"/>
                  </a:lnTo>
                  <a:lnTo>
                    <a:pt x="12550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5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6" y="9654"/>
                  </a:lnTo>
                  <a:lnTo>
                    <a:pt x="12821" y="9616"/>
                  </a:lnTo>
                  <a:lnTo>
                    <a:pt x="12937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30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724"/>
                  </a:lnTo>
                  <a:lnTo>
                    <a:pt x="12937" y="7183"/>
                  </a:lnTo>
                  <a:lnTo>
                    <a:pt x="12743" y="6681"/>
                  </a:lnTo>
                  <a:lnTo>
                    <a:pt x="12435" y="6218"/>
                  </a:lnTo>
                  <a:lnTo>
                    <a:pt x="12126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30" y="3515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4" y="1931"/>
                  </a:lnTo>
                  <a:lnTo>
                    <a:pt x="8226" y="1584"/>
                  </a:lnTo>
                  <a:lnTo>
                    <a:pt x="7839" y="1275"/>
                  </a:lnTo>
                  <a:lnTo>
                    <a:pt x="7453" y="1005"/>
                  </a:lnTo>
                  <a:lnTo>
                    <a:pt x="7067" y="734"/>
                  </a:lnTo>
                  <a:lnTo>
                    <a:pt x="6642" y="503"/>
                  </a:lnTo>
                  <a:lnTo>
                    <a:pt x="6179" y="348"/>
                  </a:lnTo>
                  <a:lnTo>
                    <a:pt x="5716" y="194"/>
                  </a:lnTo>
                  <a:lnTo>
                    <a:pt x="5291" y="78"/>
                  </a:lnTo>
                  <a:lnTo>
                    <a:pt x="4827" y="39"/>
                  </a:lnTo>
                  <a:lnTo>
                    <a:pt x="44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9"/>
            <p:cNvSpPr/>
            <p:nvPr/>
          </p:nvSpPr>
          <p:spPr>
            <a:xfrm>
              <a:off x="4674950" y="1001550"/>
              <a:ext cx="375575" cy="387150"/>
            </a:xfrm>
            <a:custGeom>
              <a:avLst/>
              <a:gdLst/>
              <a:ahLst/>
              <a:cxnLst/>
              <a:rect l="l" t="t" r="r" b="b"/>
              <a:pathLst>
                <a:path w="15023" h="15486" extrusionOk="0">
                  <a:moveTo>
                    <a:pt x="7492" y="503"/>
                  </a:moveTo>
                  <a:lnTo>
                    <a:pt x="8033" y="541"/>
                  </a:lnTo>
                  <a:lnTo>
                    <a:pt x="8612" y="580"/>
                  </a:lnTo>
                  <a:lnTo>
                    <a:pt x="9153" y="696"/>
                  </a:lnTo>
                  <a:lnTo>
                    <a:pt x="9693" y="850"/>
                  </a:lnTo>
                  <a:lnTo>
                    <a:pt x="10195" y="1043"/>
                  </a:lnTo>
                  <a:lnTo>
                    <a:pt x="10697" y="1275"/>
                  </a:lnTo>
                  <a:lnTo>
                    <a:pt x="11161" y="1545"/>
                  </a:lnTo>
                  <a:lnTo>
                    <a:pt x="11624" y="1815"/>
                  </a:lnTo>
                  <a:lnTo>
                    <a:pt x="10813" y="2202"/>
                  </a:lnTo>
                  <a:lnTo>
                    <a:pt x="10079" y="2626"/>
                  </a:lnTo>
                  <a:lnTo>
                    <a:pt x="9307" y="3090"/>
                  </a:lnTo>
                  <a:lnTo>
                    <a:pt x="8612" y="3630"/>
                  </a:lnTo>
                  <a:lnTo>
                    <a:pt x="7956" y="4171"/>
                  </a:lnTo>
                  <a:lnTo>
                    <a:pt x="7299" y="4789"/>
                  </a:lnTo>
                  <a:lnTo>
                    <a:pt x="6720" y="5445"/>
                  </a:lnTo>
                  <a:lnTo>
                    <a:pt x="6141" y="6140"/>
                  </a:lnTo>
                  <a:lnTo>
                    <a:pt x="5639" y="6874"/>
                  </a:lnTo>
                  <a:lnTo>
                    <a:pt x="5214" y="7646"/>
                  </a:lnTo>
                  <a:lnTo>
                    <a:pt x="4789" y="8419"/>
                  </a:lnTo>
                  <a:lnTo>
                    <a:pt x="4480" y="9230"/>
                  </a:lnTo>
                  <a:lnTo>
                    <a:pt x="4171" y="10040"/>
                  </a:lnTo>
                  <a:lnTo>
                    <a:pt x="3978" y="10890"/>
                  </a:lnTo>
                  <a:lnTo>
                    <a:pt x="3824" y="11778"/>
                  </a:lnTo>
                  <a:lnTo>
                    <a:pt x="3747" y="12666"/>
                  </a:lnTo>
                  <a:lnTo>
                    <a:pt x="3592" y="12666"/>
                  </a:lnTo>
                  <a:lnTo>
                    <a:pt x="3283" y="11855"/>
                  </a:lnTo>
                  <a:lnTo>
                    <a:pt x="3052" y="11044"/>
                  </a:lnTo>
                  <a:lnTo>
                    <a:pt x="2858" y="10195"/>
                  </a:lnTo>
                  <a:lnTo>
                    <a:pt x="2704" y="9345"/>
                  </a:lnTo>
                  <a:lnTo>
                    <a:pt x="2588" y="8534"/>
                  </a:lnTo>
                  <a:lnTo>
                    <a:pt x="2550" y="7685"/>
                  </a:lnTo>
                  <a:lnTo>
                    <a:pt x="2588" y="6797"/>
                  </a:lnTo>
                  <a:lnTo>
                    <a:pt x="2704" y="5947"/>
                  </a:lnTo>
                  <a:lnTo>
                    <a:pt x="2858" y="5214"/>
                  </a:lnTo>
                  <a:lnTo>
                    <a:pt x="3052" y="4519"/>
                  </a:lnTo>
                  <a:lnTo>
                    <a:pt x="3322" y="3823"/>
                  </a:lnTo>
                  <a:lnTo>
                    <a:pt x="3669" y="3206"/>
                  </a:lnTo>
                  <a:lnTo>
                    <a:pt x="4017" y="2588"/>
                  </a:lnTo>
                  <a:lnTo>
                    <a:pt x="4442" y="1970"/>
                  </a:lnTo>
                  <a:lnTo>
                    <a:pt x="4905" y="1429"/>
                  </a:lnTo>
                  <a:lnTo>
                    <a:pt x="5407" y="889"/>
                  </a:lnTo>
                  <a:lnTo>
                    <a:pt x="5909" y="734"/>
                  </a:lnTo>
                  <a:lnTo>
                    <a:pt x="6411" y="618"/>
                  </a:lnTo>
                  <a:lnTo>
                    <a:pt x="6952" y="541"/>
                  </a:lnTo>
                  <a:lnTo>
                    <a:pt x="7492" y="503"/>
                  </a:lnTo>
                  <a:close/>
                  <a:moveTo>
                    <a:pt x="11972" y="2086"/>
                  </a:moveTo>
                  <a:lnTo>
                    <a:pt x="12358" y="2433"/>
                  </a:lnTo>
                  <a:lnTo>
                    <a:pt x="12705" y="2819"/>
                  </a:lnTo>
                  <a:lnTo>
                    <a:pt x="13053" y="3206"/>
                  </a:lnTo>
                  <a:lnTo>
                    <a:pt x="13323" y="3669"/>
                  </a:lnTo>
                  <a:lnTo>
                    <a:pt x="13593" y="4094"/>
                  </a:lnTo>
                  <a:lnTo>
                    <a:pt x="13864" y="4596"/>
                  </a:lnTo>
                  <a:lnTo>
                    <a:pt x="14057" y="5098"/>
                  </a:lnTo>
                  <a:lnTo>
                    <a:pt x="14211" y="5600"/>
                  </a:lnTo>
                  <a:lnTo>
                    <a:pt x="14327" y="6102"/>
                  </a:lnTo>
                  <a:lnTo>
                    <a:pt x="14443" y="6642"/>
                  </a:lnTo>
                  <a:lnTo>
                    <a:pt x="13671" y="6681"/>
                  </a:lnTo>
                  <a:lnTo>
                    <a:pt x="12898" y="6797"/>
                  </a:lnTo>
                  <a:lnTo>
                    <a:pt x="12165" y="6951"/>
                  </a:lnTo>
                  <a:lnTo>
                    <a:pt x="11392" y="7144"/>
                  </a:lnTo>
                  <a:lnTo>
                    <a:pt x="10659" y="7415"/>
                  </a:lnTo>
                  <a:lnTo>
                    <a:pt x="9964" y="7724"/>
                  </a:lnTo>
                  <a:lnTo>
                    <a:pt x="9230" y="8032"/>
                  </a:lnTo>
                  <a:lnTo>
                    <a:pt x="8535" y="8419"/>
                  </a:lnTo>
                  <a:lnTo>
                    <a:pt x="7878" y="8843"/>
                  </a:lnTo>
                  <a:lnTo>
                    <a:pt x="7261" y="9307"/>
                  </a:lnTo>
                  <a:lnTo>
                    <a:pt x="6643" y="9809"/>
                  </a:lnTo>
                  <a:lnTo>
                    <a:pt x="6102" y="10349"/>
                  </a:lnTo>
                  <a:lnTo>
                    <a:pt x="5561" y="10890"/>
                  </a:lnTo>
                  <a:lnTo>
                    <a:pt x="5098" y="11508"/>
                  </a:lnTo>
                  <a:lnTo>
                    <a:pt x="4635" y="12126"/>
                  </a:lnTo>
                  <a:lnTo>
                    <a:pt x="4249" y="12821"/>
                  </a:lnTo>
                  <a:lnTo>
                    <a:pt x="4133" y="12743"/>
                  </a:lnTo>
                  <a:lnTo>
                    <a:pt x="3978" y="12666"/>
                  </a:lnTo>
                  <a:lnTo>
                    <a:pt x="4094" y="11817"/>
                  </a:lnTo>
                  <a:lnTo>
                    <a:pt x="4326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4" y="8496"/>
                  </a:lnTo>
                  <a:lnTo>
                    <a:pt x="5600" y="7724"/>
                  </a:lnTo>
                  <a:lnTo>
                    <a:pt x="6025" y="6990"/>
                  </a:lnTo>
                  <a:lnTo>
                    <a:pt x="6527" y="6295"/>
                  </a:lnTo>
                  <a:lnTo>
                    <a:pt x="7067" y="5600"/>
                  </a:lnTo>
                  <a:lnTo>
                    <a:pt x="7608" y="4982"/>
                  </a:lnTo>
                  <a:lnTo>
                    <a:pt x="8226" y="4403"/>
                  </a:lnTo>
                  <a:lnTo>
                    <a:pt x="8921" y="3823"/>
                  </a:lnTo>
                  <a:lnTo>
                    <a:pt x="9616" y="3321"/>
                  </a:lnTo>
                  <a:lnTo>
                    <a:pt x="10350" y="2858"/>
                  </a:lnTo>
                  <a:lnTo>
                    <a:pt x="11122" y="2472"/>
                  </a:lnTo>
                  <a:lnTo>
                    <a:pt x="11972" y="2086"/>
                  </a:lnTo>
                  <a:close/>
                  <a:moveTo>
                    <a:pt x="14482" y="6990"/>
                  </a:moveTo>
                  <a:lnTo>
                    <a:pt x="14482" y="7839"/>
                  </a:lnTo>
                  <a:lnTo>
                    <a:pt x="14443" y="8689"/>
                  </a:lnTo>
                  <a:lnTo>
                    <a:pt x="14288" y="9538"/>
                  </a:lnTo>
                  <a:lnTo>
                    <a:pt x="14173" y="9963"/>
                  </a:lnTo>
                  <a:lnTo>
                    <a:pt x="14057" y="10349"/>
                  </a:lnTo>
                  <a:lnTo>
                    <a:pt x="13902" y="10774"/>
                  </a:lnTo>
                  <a:lnTo>
                    <a:pt x="13709" y="11160"/>
                  </a:lnTo>
                  <a:lnTo>
                    <a:pt x="13516" y="11546"/>
                  </a:lnTo>
                  <a:lnTo>
                    <a:pt x="13284" y="11894"/>
                  </a:lnTo>
                  <a:lnTo>
                    <a:pt x="13053" y="12241"/>
                  </a:lnTo>
                  <a:lnTo>
                    <a:pt x="12782" y="12589"/>
                  </a:lnTo>
                  <a:lnTo>
                    <a:pt x="12512" y="12898"/>
                  </a:lnTo>
                  <a:lnTo>
                    <a:pt x="12203" y="13207"/>
                  </a:lnTo>
                  <a:lnTo>
                    <a:pt x="11972" y="13052"/>
                  </a:lnTo>
                  <a:lnTo>
                    <a:pt x="11701" y="12937"/>
                  </a:lnTo>
                  <a:lnTo>
                    <a:pt x="11122" y="12782"/>
                  </a:lnTo>
                  <a:lnTo>
                    <a:pt x="10543" y="12628"/>
                  </a:lnTo>
                  <a:lnTo>
                    <a:pt x="10002" y="12550"/>
                  </a:lnTo>
                  <a:lnTo>
                    <a:pt x="9423" y="12512"/>
                  </a:lnTo>
                  <a:lnTo>
                    <a:pt x="8844" y="12473"/>
                  </a:lnTo>
                  <a:lnTo>
                    <a:pt x="8303" y="12473"/>
                  </a:lnTo>
                  <a:lnTo>
                    <a:pt x="7763" y="12512"/>
                  </a:lnTo>
                  <a:lnTo>
                    <a:pt x="7222" y="12589"/>
                  </a:lnTo>
                  <a:lnTo>
                    <a:pt x="6720" y="12666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61"/>
                  </a:lnTo>
                  <a:lnTo>
                    <a:pt x="4557" y="13130"/>
                  </a:lnTo>
                  <a:lnTo>
                    <a:pt x="4442" y="12937"/>
                  </a:lnTo>
                  <a:lnTo>
                    <a:pt x="4905" y="12319"/>
                  </a:lnTo>
                  <a:lnTo>
                    <a:pt x="5368" y="11739"/>
                  </a:lnTo>
                  <a:lnTo>
                    <a:pt x="5870" y="11160"/>
                  </a:lnTo>
                  <a:lnTo>
                    <a:pt x="6411" y="10620"/>
                  </a:lnTo>
                  <a:lnTo>
                    <a:pt x="6990" y="10118"/>
                  </a:lnTo>
                  <a:lnTo>
                    <a:pt x="7569" y="9654"/>
                  </a:lnTo>
                  <a:lnTo>
                    <a:pt x="8149" y="9230"/>
                  </a:lnTo>
                  <a:lnTo>
                    <a:pt x="8767" y="8805"/>
                  </a:lnTo>
                  <a:lnTo>
                    <a:pt x="9423" y="8457"/>
                  </a:lnTo>
                  <a:lnTo>
                    <a:pt x="10079" y="8110"/>
                  </a:lnTo>
                  <a:lnTo>
                    <a:pt x="10736" y="7839"/>
                  </a:lnTo>
                  <a:lnTo>
                    <a:pt x="11470" y="7569"/>
                  </a:lnTo>
                  <a:lnTo>
                    <a:pt x="12165" y="7376"/>
                  </a:lnTo>
                  <a:lnTo>
                    <a:pt x="12937" y="7183"/>
                  </a:lnTo>
                  <a:lnTo>
                    <a:pt x="13671" y="7067"/>
                  </a:lnTo>
                  <a:lnTo>
                    <a:pt x="14482" y="6990"/>
                  </a:lnTo>
                  <a:close/>
                  <a:moveTo>
                    <a:pt x="4519" y="1236"/>
                  </a:moveTo>
                  <a:lnTo>
                    <a:pt x="4055" y="1854"/>
                  </a:lnTo>
                  <a:lnTo>
                    <a:pt x="3631" y="2472"/>
                  </a:lnTo>
                  <a:lnTo>
                    <a:pt x="3245" y="3128"/>
                  </a:lnTo>
                  <a:lnTo>
                    <a:pt x="2936" y="3823"/>
                  </a:lnTo>
                  <a:lnTo>
                    <a:pt x="2665" y="4519"/>
                  </a:lnTo>
                  <a:lnTo>
                    <a:pt x="2472" y="5291"/>
                  </a:lnTo>
                  <a:lnTo>
                    <a:pt x="2318" y="6025"/>
                  </a:lnTo>
                  <a:lnTo>
                    <a:pt x="2241" y="6797"/>
                  </a:lnTo>
                  <a:lnTo>
                    <a:pt x="2202" y="7569"/>
                  </a:lnTo>
                  <a:lnTo>
                    <a:pt x="2202" y="8341"/>
                  </a:lnTo>
                  <a:lnTo>
                    <a:pt x="2279" y="9114"/>
                  </a:lnTo>
                  <a:lnTo>
                    <a:pt x="2395" y="9886"/>
                  </a:lnTo>
                  <a:lnTo>
                    <a:pt x="2550" y="10620"/>
                  </a:lnTo>
                  <a:lnTo>
                    <a:pt x="2781" y="11353"/>
                  </a:lnTo>
                  <a:lnTo>
                    <a:pt x="3013" y="12087"/>
                  </a:lnTo>
                  <a:lnTo>
                    <a:pt x="3322" y="12743"/>
                  </a:lnTo>
                  <a:lnTo>
                    <a:pt x="3129" y="12898"/>
                  </a:lnTo>
                  <a:lnTo>
                    <a:pt x="2936" y="13052"/>
                  </a:lnTo>
                  <a:lnTo>
                    <a:pt x="2820" y="13245"/>
                  </a:lnTo>
                  <a:lnTo>
                    <a:pt x="2743" y="13439"/>
                  </a:lnTo>
                  <a:lnTo>
                    <a:pt x="2395" y="13014"/>
                  </a:lnTo>
                  <a:lnTo>
                    <a:pt x="2086" y="12550"/>
                  </a:lnTo>
                  <a:lnTo>
                    <a:pt x="1777" y="12087"/>
                  </a:lnTo>
                  <a:lnTo>
                    <a:pt x="1507" y="11624"/>
                  </a:lnTo>
                  <a:lnTo>
                    <a:pt x="1275" y="11122"/>
                  </a:lnTo>
                  <a:lnTo>
                    <a:pt x="1082" y="10620"/>
                  </a:lnTo>
                  <a:lnTo>
                    <a:pt x="889" y="10118"/>
                  </a:lnTo>
                  <a:lnTo>
                    <a:pt x="735" y="9616"/>
                  </a:lnTo>
                  <a:lnTo>
                    <a:pt x="619" y="9114"/>
                  </a:lnTo>
                  <a:lnTo>
                    <a:pt x="542" y="8573"/>
                  </a:lnTo>
                  <a:lnTo>
                    <a:pt x="503" y="8032"/>
                  </a:lnTo>
                  <a:lnTo>
                    <a:pt x="503" y="7492"/>
                  </a:lnTo>
                  <a:lnTo>
                    <a:pt x="542" y="6951"/>
                  </a:lnTo>
                  <a:lnTo>
                    <a:pt x="619" y="6411"/>
                  </a:lnTo>
                  <a:lnTo>
                    <a:pt x="773" y="5870"/>
                  </a:lnTo>
                  <a:lnTo>
                    <a:pt x="928" y="5329"/>
                  </a:lnTo>
                  <a:lnTo>
                    <a:pt x="1198" y="4673"/>
                  </a:lnTo>
                  <a:lnTo>
                    <a:pt x="1546" y="4055"/>
                  </a:lnTo>
                  <a:lnTo>
                    <a:pt x="1932" y="3476"/>
                  </a:lnTo>
                  <a:lnTo>
                    <a:pt x="2356" y="2935"/>
                  </a:lnTo>
                  <a:lnTo>
                    <a:pt x="2858" y="2433"/>
                  </a:lnTo>
                  <a:lnTo>
                    <a:pt x="3360" y="2009"/>
                  </a:lnTo>
                  <a:lnTo>
                    <a:pt x="3940" y="1584"/>
                  </a:lnTo>
                  <a:lnTo>
                    <a:pt x="4519" y="1236"/>
                  </a:lnTo>
                  <a:close/>
                  <a:moveTo>
                    <a:pt x="3862" y="12975"/>
                  </a:moveTo>
                  <a:lnTo>
                    <a:pt x="4017" y="13052"/>
                  </a:lnTo>
                  <a:lnTo>
                    <a:pt x="4171" y="13168"/>
                  </a:lnTo>
                  <a:lnTo>
                    <a:pt x="4287" y="13284"/>
                  </a:lnTo>
                  <a:lnTo>
                    <a:pt x="4326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326" y="13941"/>
                  </a:lnTo>
                  <a:lnTo>
                    <a:pt x="4210" y="14095"/>
                  </a:lnTo>
                  <a:lnTo>
                    <a:pt x="3785" y="13825"/>
                  </a:lnTo>
                  <a:lnTo>
                    <a:pt x="3360" y="13477"/>
                  </a:lnTo>
                  <a:lnTo>
                    <a:pt x="3245" y="13439"/>
                  </a:lnTo>
                  <a:lnTo>
                    <a:pt x="3167" y="13439"/>
                  </a:lnTo>
                  <a:lnTo>
                    <a:pt x="3052" y="13477"/>
                  </a:lnTo>
                  <a:lnTo>
                    <a:pt x="2974" y="13516"/>
                  </a:lnTo>
                  <a:lnTo>
                    <a:pt x="3052" y="13361"/>
                  </a:lnTo>
                  <a:lnTo>
                    <a:pt x="3167" y="13207"/>
                  </a:lnTo>
                  <a:lnTo>
                    <a:pt x="3322" y="13130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9153" y="12859"/>
                  </a:moveTo>
                  <a:lnTo>
                    <a:pt x="9616" y="12898"/>
                  </a:lnTo>
                  <a:lnTo>
                    <a:pt x="10118" y="12975"/>
                  </a:lnTo>
                  <a:lnTo>
                    <a:pt x="10504" y="13014"/>
                  </a:lnTo>
                  <a:lnTo>
                    <a:pt x="11006" y="13130"/>
                  </a:lnTo>
                  <a:lnTo>
                    <a:pt x="11508" y="13245"/>
                  </a:lnTo>
                  <a:lnTo>
                    <a:pt x="11701" y="13361"/>
                  </a:lnTo>
                  <a:lnTo>
                    <a:pt x="11894" y="13477"/>
                  </a:lnTo>
                  <a:lnTo>
                    <a:pt x="11508" y="13786"/>
                  </a:lnTo>
                  <a:lnTo>
                    <a:pt x="11083" y="14018"/>
                  </a:lnTo>
                  <a:lnTo>
                    <a:pt x="10659" y="14249"/>
                  </a:lnTo>
                  <a:lnTo>
                    <a:pt x="10234" y="14443"/>
                  </a:lnTo>
                  <a:lnTo>
                    <a:pt x="9770" y="14636"/>
                  </a:lnTo>
                  <a:lnTo>
                    <a:pt x="9307" y="14751"/>
                  </a:lnTo>
                  <a:lnTo>
                    <a:pt x="8844" y="14867"/>
                  </a:lnTo>
                  <a:lnTo>
                    <a:pt x="8342" y="14945"/>
                  </a:lnTo>
                  <a:lnTo>
                    <a:pt x="7878" y="14983"/>
                  </a:lnTo>
                  <a:lnTo>
                    <a:pt x="7376" y="14983"/>
                  </a:lnTo>
                  <a:lnTo>
                    <a:pt x="6913" y="14945"/>
                  </a:lnTo>
                  <a:lnTo>
                    <a:pt x="6411" y="14867"/>
                  </a:lnTo>
                  <a:lnTo>
                    <a:pt x="5948" y="14790"/>
                  </a:lnTo>
                  <a:lnTo>
                    <a:pt x="5484" y="14636"/>
                  </a:lnTo>
                  <a:lnTo>
                    <a:pt x="5021" y="14481"/>
                  </a:lnTo>
                  <a:lnTo>
                    <a:pt x="4596" y="14288"/>
                  </a:lnTo>
                  <a:lnTo>
                    <a:pt x="4712" y="14018"/>
                  </a:lnTo>
                  <a:lnTo>
                    <a:pt x="4751" y="13747"/>
                  </a:lnTo>
                  <a:lnTo>
                    <a:pt x="4712" y="13593"/>
                  </a:lnTo>
                  <a:lnTo>
                    <a:pt x="5561" y="13323"/>
                  </a:lnTo>
                  <a:lnTo>
                    <a:pt x="6411" y="13091"/>
                  </a:lnTo>
                  <a:lnTo>
                    <a:pt x="7299" y="12937"/>
                  </a:lnTo>
                  <a:lnTo>
                    <a:pt x="8187" y="12859"/>
                  </a:lnTo>
                  <a:close/>
                  <a:moveTo>
                    <a:pt x="7608" y="1"/>
                  </a:moveTo>
                  <a:lnTo>
                    <a:pt x="6990" y="39"/>
                  </a:lnTo>
                  <a:lnTo>
                    <a:pt x="6450" y="116"/>
                  </a:lnTo>
                  <a:lnTo>
                    <a:pt x="5870" y="232"/>
                  </a:lnTo>
                  <a:lnTo>
                    <a:pt x="5330" y="387"/>
                  </a:lnTo>
                  <a:lnTo>
                    <a:pt x="4789" y="580"/>
                  </a:lnTo>
                  <a:lnTo>
                    <a:pt x="4249" y="812"/>
                  </a:lnTo>
                  <a:lnTo>
                    <a:pt x="3785" y="1120"/>
                  </a:lnTo>
                  <a:lnTo>
                    <a:pt x="3283" y="1429"/>
                  </a:lnTo>
                  <a:lnTo>
                    <a:pt x="2820" y="1777"/>
                  </a:lnTo>
                  <a:lnTo>
                    <a:pt x="2395" y="2163"/>
                  </a:lnTo>
                  <a:lnTo>
                    <a:pt x="2009" y="2588"/>
                  </a:lnTo>
                  <a:lnTo>
                    <a:pt x="1623" y="3013"/>
                  </a:lnTo>
                  <a:lnTo>
                    <a:pt x="1275" y="3515"/>
                  </a:lnTo>
                  <a:lnTo>
                    <a:pt x="966" y="4017"/>
                  </a:lnTo>
                  <a:lnTo>
                    <a:pt x="696" y="4596"/>
                  </a:lnTo>
                  <a:lnTo>
                    <a:pt x="426" y="5252"/>
                  </a:lnTo>
                  <a:lnTo>
                    <a:pt x="233" y="5909"/>
                  </a:lnTo>
                  <a:lnTo>
                    <a:pt x="117" y="6565"/>
                  </a:lnTo>
                  <a:lnTo>
                    <a:pt x="40" y="7222"/>
                  </a:lnTo>
                  <a:lnTo>
                    <a:pt x="1" y="7917"/>
                  </a:lnTo>
                  <a:lnTo>
                    <a:pt x="40" y="8612"/>
                  </a:lnTo>
                  <a:lnTo>
                    <a:pt x="117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6" y="11238"/>
                  </a:lnTo>
                  <a:lnTo>
                    <a:pt x="1005" y="11817"/>
                  </a:lnTo>
                  <a:lnTo>
                    <a:pt x="1352" y="12396"/>
                  </a:lnTo>
                  <a:lnTo>
                    <a:pt x="1739" y="12937"/>
                  </a:lnTo>
                  <a:lnTo>
                    <a:pt x="2202" y="13439"/>
                  </a:lnTo>
                  <a:lnTo>
                    <a:pt x="2704" y="13902"/>
                  </a:lnTo>
                  <a:lnTo>
                    <a:pt x="2781" y="13941"/>
                  </a:lnTo>
                  <a:lnTo>
                    <a:pt x="2820" y="13941"/>
                  </a:lnTo>
                  <a:lnTo>
                    <a:pt x="2936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5" y="14520"/>
                  </a:lnTo>
                  <a:lnTo>
                    <a:pt x="4133" y="14597"/>
                  </a:lnTo>
                  <a:lnTo>
                    <a:pt x="4557" y="14829"/>
                  </a:lnTo>
                  <a:lnTo>
                    <a:pt x="4982" y="14983"/>
                  </a:lnTo>
                  <a:lnTo>
                    <a:pt x="5407" y="15138"/>
                  </a:lnTo>
                  <a:lnTo>
                    <a:pt x="5870" y="15292"/>
                  </a:lnTo>
                  <a:lnTo>
                    <a:pt x="6334" y="15369"/>
                  </a:lnTo>
                  <a:lnTo>
                    <a:pt x="6797" y="15447"/>
                  </a:lnTo>
                  <a:lnTo>
                    <a:pt x="7299" y="15485"/>
                  </a:lnTo>
                  <a:lnTo>
                    <a:pt x="7763" y="15485"/>
                  </a:lnTo>
                  <a:lnTo>
                    <a:pt x="8226" y="15447"/>
                  </a:lnTo>
                  <a:lnTo>
                    <a:pt x="8689" y="15408"/>
                  </a:lnTo>
                  <a:lnTo>
                    <a:pt x="9153" y="15331"/>
                  </a:lnTo>
                  <a:lnTo>
                    <a:pt x="9616" y="15215"/>
                  </a:lnTo>
                  <a:lnTo>
                    <a:pt x="10079" y="15060"/>
                  </a:lnTo>
                  <a:lnTo>
                    <a:pt x="10543" y="14867"/>
                  </a:lnTo>
                  <a:lnTo>
                    <a:pt x="10968" y="14674"/>
                  </a:lnTo>
                  <a:lnTo>
                    <a:pt x="11392" y="14443"/>
                  </a:lnTo>
                  <a:lnTo>
                    <a:pt x="11856" y="14134"/>
                  </a:lnTo>
                  <a:lnTo>
                    <a:pt x="12319" y="13786"/>
                  </a:lnTo>
                  <a:lnTo>
                    <a:pt x="12744" y="13400"/>
                  </a:lnTo>
                  <a:lnTo>
                    <a:pt x="13130" y="12975"/>
                  </a:lnTo>
                  <a:lnTo>
                    <a:pt x="13478" y="12550"/>
                  </a:lnTo>
                  <a:lnTo>
                    <a:pt x="13786" y="12048"/>
                  </a:lnTo>
                  <a:lnTo>
                    <a:pt x="14057" y="11585"/>
                  </a:lnTo>
                  <a:lnTo>
                    <a:pt x="14288" y="11044"/>
                  </a:lnTo>
                  <a:lnTo>
                    <a:pt x="14520" y="10542"/>
                  </a:lnTo>
                  <a:lnTo>
                    <a:pt x="14675" y="10002"/>
                  </a:lnTo>
                  <a:lnTo>
                    <a:pt x="14829" y="9423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5022" y="7724"/>
                  </a:lnTo>
                  <a:lnTo>
                    <a:pt x="14983" y="7144"/>
                  </a:lnTo>
                  <a:lnTo>
                    <a:pt x="14945" y="6604"/>
                  </a:lnTo>
                  <a:lnTo>
                    <a:pt x="14829" y="5986"/>
                  </a:lnTo>
                  <a:lnTo>
                    <a:pt x="14675" y="5407"/>
                  </a:lnTo>
                  <a:lnTo>
                    <a:pt x="14482" y="4827"/>
                  </a:lnTo>
                  <a:lnTo>
                    <a:pt x="14250" y="4287"/>
                  </a:lnTo>
                  <a:lnTo>
                    <a:pt x="13980" y="3746"/>
                  </a:lnTo>
                  <a:lnTo>
                    <a:pt x="13671" y="3244"/>
                  </a:lnTo>
                  <a:lnTo>
                    <a:pt x="13323" y="2742"/>
                  </a:lnTo>
                  <a:lnTo>
                    <a:pt x="12937" y="2317"/>
                  </a:lnTo>
                  <a:lnTo>
                    <a:pt x="12512" y="1893"/>
                  </a:lnTo>
                  <a:lnTo>
                    <a:pt x="12049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3" y="618"/>
                  </a:lnTo>
                  <a:lnTo>
                    <a:pt x="9964" y="387"/>
                  </a:lnTo>
                  <a:lnTo>
                    <a:pt x="9384" y="232"/>
                  </a:lnTo>
                  <a:lnTo>
                    <a:pt x="8767" y="116"/>
                  </a:lnTo>
                  <a:lnTo>
                    <a:pt x="8187" y="39"/>
                  </a:lnTo>
                  <a:lnTo>
                    <a:pt x="760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" name="Google Shape;2036;p9"/>
            <p:cNvSpPr/>
            <p:nvPr/>
          </p:nvSpPr>
          <p:spPr>
            <a:xfrm>
              <a:off x="5477175" y="100252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4" y="7298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60" y="7569"/>
                  </a:lnTo>
                  <a:lnTo>
                    <a:pt x="9153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5" y="8573"/>
                  </a:lnTo>
                  <a:lnTo>
                    <a:pt x="9693" y="8882"/>
                  </a:lnTo>
                  <a:lnTo>
                    <a:pt x="9655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60" y="10040"/>
                  </a:lnTo>
                  <a:lnTo>
                    <a:pt x="8689" y="10117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40" y="10079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7"/>
                  </a:lnTo>
                  <a:lnTo>
                    <a:pt x="7029" y="9345"/>
                  </a:lnTo>
                  <a:lnTo>
                    <a:pt x="6952" y="9075"/>
                  </a:lnTo>
                  <a:lnTo>
                    <a:pt x="6913" y="8804"/>
                  </a:lnTo>
                  <a:lnTo>
                    <a:pt x="6952" y="8534"/>
                  </a:lnTo>
                  <a:lnTo>
                    <a:pt x="7029" y="8264"/>
                  </a:lnTo>
                  <a:lnTo>
                    <a:pt x="7145" y="8071"/>
                  </a:lnTo>
                  <a:lnTo>
                    <a:pt x="7299" y="7878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9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6" y="8457"/>
                  </a:lnTo>
                  <a:lnTo>
                    <a:pt x="2974" y="8611"/>
                  </a:lnTo>
                  <a:lnTo>
                    <a:pt x="3051" y="8766"/>
                  </a:lnTo>
                  <a:lnTo>
                    <a:pt x="1545" y="8727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5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7"/>
                  </a:lnTo>
                  <a:lnTo>
                    <a:pt x="6990" y="10079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7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2"/>
                  </a:lnTo>
                  <a:lnTo>
                    <a:pt x="10157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7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1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9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5" y="7337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50" y="8534"/>
                  </a:lnTo>
                  <a:lnTo>
                    <a:pt x="6450" y="8843"/>
                  </a:lnTo>
                  <a:lnTo>
                    <a:pt x="5716" y="8804"/>
                  </a:lnTo>
                  <a:lnTo>
                    <a:pt x="4944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8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80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6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" name="Google Shape;2037;p9"/>
            <p:cNvSpPr/>
            <p:nvPr/>
          </p:nvSpPr>
          <p:spPr>
            <a:xfrm>
              <a:off x="2850400" y="1030525"/>
              <a:ext cx="475950" cy="686400"/>
            </a:xfrm>
            <a:custGeom>
              <a:avLst/>
              <a:gdLst/>
              <a:ahLst/>
              <a:cxnLst/>
              <a:rect l="l" t="t" r="r" b="b"/>
              <a:pathLst>
                <a:path w="19038" h="27456" extrusionOk="0">
                  <a:moveTo>
                    <a:pt x="18690" y="309"/>
                  </a:moveTo>
                  <a:lnTo>
                    <a:pt x="18690" y="463"/>
                  </a:lnTo>
                  <a:lnTo>
                    <a:pt x="18382" y="2047"/>
                  </a:lnTo>
                  <a:lnTo>
                    <a:pt x="17995" y="3668"/>
                  </a:lnTo>
                  <a:lnTo>
                    <a:pt x="17609" y="5252"/>
                  </a:lnTo>
                  <a:lnTo>
                    <a:pt x="17184" y="6873"/>
                  </a:lnTo>
                  <a:lnTo>
                    <a:pt x="16489" y="6873"/>
                  </a:lnTo>
                  <a:lnTo>
                    <a:pt x="16180" y="6835"/>
                  </a:lnTo>
                  <a:lnTo>
                    <a:pt x="15833" y="6758"/>
                  </a:lnTo>
                  <a:lnTo>
                    <a:pt x="15524" y="6680"/>
                  </a:lnTo>
                  <a:lnTo>
                    <a:pt x="15215" y="6565"/>
                  </a:lnTo>
                  <a:lnTo>
                    <a:pt x="14906" y="6410"/>
                  </a:lnTo>
                  <a:lnTo>
                    <a:pt x="14597" y="6217"/>
                  </a:lnTo>
                  <a:lnTo>
                    <a:pt x="14327" y="6024"/>
                  </a:lnTo>
                  <a:lnTo>
                    <a:pt x="14057" y="5792"/>
                  </a:lnTo>
                  <a:lnTo>
                    <a:pt x="13593" y="5329"/>
                  </a:lnTo>
                  <a:lnTo>
                    <a:pt x="13168" y="4788"/>
                  </a:lnTo>
                  <a:lnTo>
                    <a:pt x="12782" y="4248"/>
                  </a:lnTo>
                  <a:lnTo>
                    <a:pt x="13477" y="3668"/>
                  </a:lnTo>
                  <a:lnTo>
                    <a:pt x="14172" y="3128"/>
                  </a:lnTo>
                  <a:lnTo>
                    <a:pt x="14868" y="2587"/>
                  </a:lnTo>
                  <a:lnTo>
                    <a:pt x="15601" y="2085"/>
                  </a:lnTo>
                  <a:lnTo>
                    <a:pt x="16374" y="1622"/>
                  </a:lnTo>
                  <a:lnTo>
                    <a:pt x="17146" y="1158"/>
                  </a:lnTo>
                  <a:lnTo>
                    <a:pt x="17918" y="734"/>
                  </a:lnTo>
                  <a:lnTo>
                    <a:pt x="18690" y="309"/>
                  </a:lnTo>
                  <a:close/>
                  <a:moveTo>
                    <a:pt x="6063" y="12434"/>
                  </a:moveTo>
                  <a:lnTo>
                    <a:pt x="5793" y="13013"/>
                  </a:lnTo>
                  <a:lnTo>
                    <a:pt x="5600" y="13592"/>
                  </a:lnTo>
                  <a:lnTo>
                    <a:pt x="5446" y="14172"/>
                  </a:lnTo>
                  <a:lnTo>
                    <a:pt x="5291" y="14790"/>
                  </a:lnTo>
                  <a:lnTo>
                    <a:pt x="5252" y="15369"/>
                  </a:lnTo>
                  <a:lnTo>
                    <a:pt x="5214" y="15407"/>
                  </a:lnTo>
                  <a:lnTo>
                    <a:pt x="4750" y="16102"/>
                  </a:lnTo>
                  <a:lnTo>
                    <a:pt x="4287" y="16797"/>
                  </a:lnTo>
                  <a:lnTo>
                    <a:pt x="4171" y="17106"/>
                  </a:lnTo>
                  <a:lnTo>
                    <a:pt x="4017" y="17415"/>
                  </a:lnTo>
                  <a:lnTo>
                    <a:pt x="3824" y="17724"/>
                  </a:lnTo>
                  <a:lnTo>
                    <a:pt x="3746" y="17840"/>
                  </a:lnTo>
                  <a:lnTo>
                    <a:pt x="3631" y="17956"/>
                  </a:lnTo>
                  <a:lnTo>
                    <a:pt x="3476" y="18033"/>
                  </a:lnTo>
                  <a:lnTo>
                    <a:pt x="3283" y="18072"/>
                  </a:lnTo>
                  <a:lnTo>
                    <a:pt x="2858" y="18110"/>
                  </a:lnTo>
                  <a:lnTo>
                    <a:pt x="2009" y="18149"/>
                  </a:lnTo>
                  <a:lnTo>
                    <a:pt x="426" y="18342"/>
                  </a:lnTo>
                  <a:lnTo>
                    <a:pt x="426" y="18342"/>
                  </a:lnTo>
                  <a:lnTo>
                    <a:pt x="850" y="17724"/>
                  </a:lnTo>
                  <a:lnTo>
                    <a:pt x="1275" y="17106"/>
                  </a:lnTo>
                  <a:lnTo>
                    <a:pt x="1661" y="16489"/>
                  </a:lnTo>
                  <a:lnTo>
                    <a:pt x="2009" y="15832"/>
                  </a:lnTo>
                  <a:lnTo>
                    <a:pt x="2549" y="14751"/>
                  </a:lnTo>
                  <a:lnTo>
                    <a:pt x="2820" y="14017"/>
                  </a:lnTo>
                  <a:lnTo>
                    <a:pt x="3013" y="13670"/>
                  </a:lnTo>
                  <a:lnTo>
                    <a:pt x="3206" y="13322"/>
                  </a:lnTo>
                  <a:lnTo>
                    <a:pt x="3360" y="13322"/>
                  </a:lnTo>
                  <a:lnTo>
                    <a:pt x="3399" y="13245"/>
                  </a:lnTo>
                  <a:lnTo>
                    <a:pt x="3438" y="13206"/>
                  </a:lnTo>
                  <a:lnTo>
                    <a:pt x="4750" y="12782"/>
                  </a:lnTo>
                  <a:lnTo>
                    <a:pt x="6063" y="12434"/>
                  </a:lnTo>
                  <a:close/>
                  <a:moveTo>
                    <a:pt x="12551" y="4441"/>
                  </a:moveTo>
                  <a:lnTo>
                    <a:pt x="12898" y="5020"/>
                  </a:lnTo>
                  <a:lnTo>
                    <a:pt x="13362" y="5561"/>
                  </a:lnTo>
                  <a:lnTo>
                    <a:pt x="13864" y="6101"/>
                  </a:lnTo>
                  <a:lnTo>
                    <a:pt x="14172" y="6333"/>
                  </a:lnTo>
                  <a:lnTo>
                    <a:pt x="14443" y="6565"/>
                  </a:lnTo>
                  <a:lnTo>
                    <a:pt x="14752" y="6758"/>
                  </a:lnTo>
                  <a:lnTo>
                    <a:pt x="15061" y="6951"/>
                  </a:lnTo>
                  <a:lnTo>
                    <a:pt x="15370" y="7067"/>
                  </a:lnTo>
                  <a:lnTo>
                    <a:pt x="15717" y="7182"/>
                  </a:lnTo>
                  <a:lnTo>
                    <a:pt x="16026" y="7260"/>
                  </a:lnTo>
                  <a:lnTo>
                    <a:pt x="16721" y="7260"/>
                  </a:lnTo>
                  <a:lnTo>
                    <a:pt x="17107" y="7182"/>
                  </a:lnTo>
                  <a:lnTo>
                    <a:pt x="16682" y="8573"/>
                  </a:lnTo>
                  <a:lnTo>
                    <a:pt x="16180" y="9963"/>
                  </a:lnTo>
                  <a:lnTo>
                    <a:pt x="15756" y="11160"/>
                  </a:lnTo>
                  <a:lnTo>
                    <a:pt x="15254" y="12357"/>
                  </a:lnTo>
                  <a:lnTo>
                    <a:pt x="14752" y="13515"/>
                  </a:lnTo>
                  <a:lnTo>
                    <a:pt x="14172" y="14635"/>
                  </a:lnTo>
                  <a:lnTo>
                    <a:pt x="13555" y="15793"/>
                  </a:lnTo>
                  <a:lnTo>
                    <a:pt x="13207" y="16373"/>
                  </a:lnTo>
                  <a:lnTo>
                    <a:pt x="12860" y="16952"/>
                  </a:lnTo>
                  <a:lnTo>
                    <a:pt x="12473" y="17493"/>
                  </a:lnTo>
                  <a:lnTo>
                    <a:pt x="12087" y="17995"/>
                  </a:lnTo>
                  <a:lnTo>
                    <a:pt x="11624" y="18458"/>
                  </a:lnTo>
                  <a:lnTo>
                    <a:pt x="11161" y="18883"/>
                  </a:lnTo>
                  <a:lnTo>
                    <a:pt x="10620" y="19230"/>
                  </a:lnTo>
                  <a:lnTo>
                    <a:pt x="10079" y="19462"/>
                  </a:lnTo>
                  <a:lnTo>
                    <a:pt x="9809" y="19578"/>
                  </a:lnTo>
                  <a:lnTo>
                    <a:pt x="9539" y="19655"/>
                  </a:lnTo>
                  <a:lnTo>
                    <a:pt x="9230" y="19694"/>
                  </a:lnTo>
                  <a:lnTo>
                    <a:pt x="8959" y="19732"/>
                  </a:lnTo>
                  <a:lnTo>
                    <a:pt x="8689" y="19732"/>
                  </a:lnTo>
                  <a:lnTo>
                    <a:pt x="8380" y="19694"/>
                  </a:lnTo>
                  <a:lnTo>
                    <a:pt x="8110" y="19616"/>
                  </a:lnTo>
                  <a:lnTo>
                    <a:pt x="7840" y="19539"/>
                  </a:lnTo>
                  <a:lnTo>
                    <a:pt x="7569" y="19423"/>
                  </a:lnTo>
                  <a:lnTo>
                    <a:pt x="7299" y="19269"/>
                  </a:lnTo>
                  <a:lnTo>
                    <a:pt x="7067" y="19114"/>
                  </a:lnTo>
                  <a:lnTo>
                    <a:pt x="6836" y="18883"/>
                  </a:lnTo>
                  <a:lnTo>
                    <a:pt x="6450" y="18458"/>
                  </a:lnTo>
                  <a:lnTo>
                    <a:pt x="6141" y="17956"/>
                  </a:lnTo>
                  <a:lnTo>
                    <a:pt x="5870" y="17454"/>
                  </a:lnTo>
                  <a:lnTo>
                    <a:pt x="5716" y="16913"/>
                  </a:lnTo>
                  <a:lnTo>
                    <a:pt x="5639" y="16334"/>
                  </a:lnTo>
                  <a:lnTo>
                    <a:pt x="5600" y="15755"/>
                  </a:lnTo>
                  <a:lnTo>
                    <a:pt x="5639" y="15214"/>
                  </a:lnTo>
                  <a:lnTo>
                    <a:pt x="5716" y="14635"/>
                  </a:lnTo>
                  <a:lnTo>
                    <a:pt x="5832" y="14056"/>
                  </a:lnTo>
                  <a:lnTo>
                    <a:pt x="6025" y="13515"/>
                  </a:lnTo>
                  <a:lnTo>
                    <a:pt x="6218" y="13013"/>
                  </a:lnTo>
                  <a:lnTo>
                    <a:pt x="6450" y="12473"/>
                  </a:lnTo>
                  <a:lnTo>
                    <a:pt x="6952" y="11469"/>
                  </a:lnTo>
                  <a:lnTo>
                    <a:pt x="7531" y="10465"/>
                  </a:lnTo>
                  <a:lnTo>
                    <a:pt x="8149" y="9461"/>
                  </a:lnTo>
                  <a:lnTo>
                    <a:pt x="8844" y="8495"/>
                  </a:lnTo>
                  <a:lnTo>
                    <a:pt x="9539" y="7530"/>
                  </a:lnTo>
                  <a:lnTo>
                    <a:pt x="10311" y="6642"/>
                  </a:lnTo>
                  <a:lnTo>
                    <a:pt x="10852" y="6063"/>
                  </a:lnTo>
                  <a:lnTo>
                    <a:pt x="11392" y="5522"/>
                  </a:lnTo>
                  <a:lnTo>
                    <a:pt x="11971" y="4981"/>
                  </a:lnTo>
                  <a:lnTo>
                    <a:pt x="12551" y="4441"/>
                  </a:lnTo>
                  <a:close/>
                  <a:moveTo>
                    <a:pt x="5986" y="18419"/>
                  </a:moveTo>
                  <a:lnTo>
                    <a:pt x="6218" y="18767"/>
                  </a:lnTo>
                  <a:lnTo>
                    <a:pt x="6450" y="19076"/>
                  </a:lnTo>
                  <a:lnTo>
                    <a:pt x="6758" y="19346"/>
                  </a:lnTo>
                  <a:lnTo>
                    <a:pt x="7067" y="19616"/>
                  </a:lnTo>
                  <a:lnTo>
                    <a:pt x="7415" y="19809"/>
                  </a:lnTo>
                  <a:lnTo>
                    <a:pt x="7801" y="19964"/>
                  </a:lnTo>
                  <a:lnTo>
                    <a:pt x="8187" y="20080"/>
                  </a:lnTo>
                  <a:lnTo>
                    <a:pt x="8612" y="20118"/>
                  </a:lnTo>
                  <a:lnTo>
                    <a:pt x="8535" y="20466"/>
                  </a:lnTo>
                  <a:lnTo>
                    <a:pt x="8496" y="20852"/>
                  </a:lnTo>
                  <a:lnTo>
                    <a:pt x="7994" y="20813"/>
                  </a:lnTo>
                  <a:lnTo>
                    <a:pt x="7531" y="20698"/>
                  </a:lnTo>
                  <a:lnTo>
                    <a:pt x="7106" y="20504"/>
                  </a:lnTo>
                  <a:lnTo>
                    <a:pt x="6720" y="20273"/>
                  </a:lnTo>
                  <a:lnTo>
                    <a:pt x="6334" y="20002"/>
                  </a:lnTo>
                  <a:lnTo>
                    <a:pt x="6025" y="19655"/>
                  </a:lnTo>
                  <a:lnTo>
                    <a:pt x="5716" y="19307"/>
                  </a:lnTo>
                  <a:lnTo>
                    <a:pt x="5446" y="18883"/>
                  </a:lnTo>
                  <a:lnTo>
                    <a:pt x="5446" y="18844"/>
                  </a:lnTo>
                  <a:lnTo>
                    <a:pt x="5986" y="18419"/>
                  </a:lnTo>
                  <a:close/>
                  <a:moveTo>
                    <a:pt x="5291" y="18960"/>
                  </a:moveTo>
                  <a:lnTo>
                    <a:pt x="5523" y="19462"/>
                  </a:lnTo>
                  <a:lnTo>
                    <a:pt x="5793" y="19887"/>
                  </a:lnTo>
                  <a:lnTo>
                    <a:pt x="6141" y="20234"/>
                  </a:lnTo>
                  <a:lnTo>
                    <a:pt x="6527" y="20582"/>
                  </a:lnTo>
                  <a:lnTo>
                    <a:pt x="6952" y="20813"/>
                  </a:lnTo>
                  <a:lnTo>
                    <a:pt x="7453" y="21006"/>
                  </a:lnTo>
                  <a:lnTo>
                    <a:pt x="7955" y="21122"/>
                  </a:lnTo>
                  <a:lnTo>
                    <a:pt x="8457" y="21161"/>
                  </a:lnTo>
                  <a:lnTo>
                    <a:pt x="8496" y="21702"/>
                  </a:lnTo>
                  <a:lnTo>
                    <a:pt x="7878" y="21624"/>
                  </a:lnTo>
                  <a:lnTo>
                    <a:pt x="7299" y="21508"/>
                  </a:lnTo>
                  <a:lnTo>
                    <a:pt x="6797" y="21315"/>
                  </a:lnTo>
                  <a:lnTo>
                    <a:pt x="6295" y="21084"/>
                  </a:lnTo>
                  <a:lnTo>
                    <a:pt x="5870" y="20775"/>
                  </a:lnTo>
                  <a:lnTo>
                    <a:pt x="5446" y="20389"/>
                  </a:lnTo>
                  <a:lnTo>
                    <a:pt x="5021" y="19964"/>
                  </a:lnTo>
                  <a:lnTo>
                    <a:pt x="4673" y="19501"/>
                  </a:lnTo>
                  <a:lnTo>
                    <a:pt x="4828" y="19385"/>
                  </a:lnTo>
                  <a:lnTo>
                    <a:pt x="4982" y="19269"/>
                  </a:lnTo>
                  <a:lnTo>
                    <a:pt x="5291" y="18960"/>
                  </a:lnTo>
                  <a:close/>
                  <a:moveTo>
                    <a:pt x="13555" y="16527"/>
                  </a:moveTo>
                  <a:lnTo>
                    <a:pt x="13748" y="17184"/>
                  </a:lnTo>
                  <a:lnTo>
                    <a:pt x="13979" y="17840"/>
                  </a:lnTo>
                  <a:lnTo>
                    <a:pt x="14250" y="18458"/>
                  </a:lnTo>
                  <a:lnTo>
                    <a:pt x="14597" y="19037"/>
                  </a:lnTo>
                  <a:lnTo>
                    <a:pt x="13670" y="20157"/>
                  </a:lnTo>
                  <a:lnTo>
                    <a:pt x="12782" y="21315"/>
                  </a:lnTo>
                  <a:lnTo>
                    <a:pt x="11083" y="23748"/>
                  </a:lnTo>
                  <a:lnTo>
                    <a:pt x="10736" y="22783"/>
                  </a:lnTo>
                  <a:lnTo>
                    <a:pt x="10350" y="21856"/>
                  </a:lnTo>
                  <a:lnTo>
                    <a:pt x="10234" y="21586"/>
                  </a:lnTo>
                  <a:lnTo>
                    <a:pt x="10195" y="21354"/>
                  </a:lnTo>
                  <a:lnTo>
                    <a:pt x="10195" y="21238"/>
                  </a:lnTo>
                  <a:lnTo>
                    <a:pt x="10234" y="21122"/>
                  </a:lnTo>
                  <a:lnTo>
                    <a:pt x="10388" y="20813"/>
                  </a:lnTo>
                  <a:lnTo>
                    <a:pt x="10813" y="20234"/>
                  </a:lnTo>
                  <a:lnTo>
                    <a:pt x="11199" y="19578"/>
                  </a:lnTo>
                  <a:lnTo>
                    <a:pt x="11199" y="19501"/>
                  </a:lnTo>
                  <a:lnTo>
                    <a:pt x="11199" y="19462"/>
                  </a:lnTo>
                  <a:lnTo>
                    <a:pt x="11161" y="19346"/>
                  </a:lnTo>
                  <a:lnTo>
                    <a:pt x="11585" y="18999"/>
                  </a:lnTo>
                  <a:lnTo>
                    <a:pt x="11971" y="18612"/>
                  </a:lnTo>
                  <a:lnTo>
                    <a:pt x="12358" y="18226"/>
                  </a:lnTo>
                  <a:lnTo>
                    <a:pt x="12705" y="17801"/>
                  </a:lnTo>
                  <a:lnTo>
                    <a:pt x="13130" y="17184"/>
                  </a:lnTo>
                  <a:lnTo>
                    <a:pt x="13555" y="16527"/>
                  </a:lnTo>
                  <a:close/>
                  <a:moveTo>
                    <a:pt x="5677" y="21161"/>
                  </a:moveTo>
                  <a:lnTo>
                    <a:pt x="5948" y="21393"/>
                  </a:lnTo>
                  <a:lnTo>
                    <a:pt x="6256" y="21547"/>
                  </a:lnTo>
                  <a:lnTo>
                    <a:pt x="6565" y="21702"/>
                  </a:lnTo>
                  <a:lnTo>
                    <a:pt x="6913" y="21817"/>
                  </a:lnTo>
                  <a:lnTo>
                    <a:pt x="6836" y="22010"/>
                  </a:lnTo>
                  <a:lnTo>
                    <a:pt x="6797" y="22204"/>
                  </a:lnTo>
                  <a:lnTo>
                    <a:pt x="6643" y="22088"/>
                  </a:lnTo>
                  <a:lnTo>
                    <a:pt x="6604" y="22010"/>
                  </a:lnTo>
                  <a:lnTo>
                    <a:pt x="6411" y="22010"/>
                  </a:lnTo>
                  <a:lnTo>
                    <a:pt x="6372" y="22088"/>
                  </a:lnTo>
                  <a:lnTo>
                    <a:pt x="6218" y="22628"/>
                  </a:lnTo>
                  <a:lnTo>
                    <a:pt x="6025" y="23092"/>
                  </a:lnTo>
                  <a:lnTo>
                    <a:pt x="5832" y="23594"/>
                  </a:lnTo>
                  <a:lnTo>
                    <a:pt x="5600" y="24057"/>
                  </a:lnTo>
                  <a:lnTo>
                    <a:pt x="5330" y="24482"/>
                  </a:lnTo>
                  <a:lnTo>
                    <a:pt x="5021" y="24907"/>
                  </a:lnTo>
                  <a:lnTo>
                    <a:pt x="4712" y="25331"/>
                  </a:lnTo>
                  <a:lnTo>
                    <a:pt x="4364" y="25717"/>
                  </a:lnTo>
                  <a:lnTo>
                    <a:pt x="4248" y="25293"/>
                  </a:lnTo>
                  <a:lnTo>
                    <a:pt x="4171" y="24868"/>
                  </a:lnTo>
                  <a:lnTo>
                    <a:pt x="4171" y="24482"/>
                  </a:lnTo>
                  <a:lnTo>
                    <a:pt x="4210" y="24057"/>
                  </a:lnTo>
                  <a:lnTo>
                    <a:pt x="4326" y="23671"/>
                  </a:lnTo>
                  <a:lnTo>
                    <a:pt x="4480" y="23285"/>
                  </a:lnTo>
                  <a:lnTo>
                    <a:pt x="4673" y="22899"/>
                  </a:lnTo>
                  <a:lnTo>
                    <a:pt x="4944" y="22512"/>
                  </a:lnTo>
                  <a:lnTo>
                    <a:pt x="5175" y="22204"/>
                  </a:lnTo>
                  <a:lnTo>
                    <a:pt x="5330" y="21895"/>
                  </a:lnTo>
                  <a:lnTo>
                    <a:pt x="5407" y="21740"/>
                  </a:lnTo>
                  <a:lnTo>
                    <a:pt x="5407" y="21586"/>
                  </a:lnTo>
                  <a:lnTo>
                    <a:pt x="5368" y="21470"/>
                  </a:lnTo>
                  <a:lnTo>
                    <a:pt x="5291" y="21315"/>
                  </a:lnTo>
                  <a:lnTo>
                    <a:pt x="5446" y="21238"/>
                  </a:lnTo>
                  <a:lnTo>
                    <a:pt x="5677" y="21161"/>
                  </a:lnTo>
                  <a:close/>
                  <a:moveTo>
                    <a:pt x="4905" y="20466"/>
                  </a:moveTo>
                  <a:lnTo>
                    <a:pt x="5175" y="20736"/>
                  </a:lnTo>
                  <a:lnTo>
                    <a:pt x="5484" y="21006"/>
                  </a:lnTo>
                  <a:lnTo>
                    <a:pt x="5252" y="21084"/>
                  </a:lnTo>
                  <a:lnTo>
                    <a:pt x="5021" y="21161"/>
                  </a:lnTo>
                  <a:lnTo>
                    <a:pt x="4982" y="21200"/>
                  </a:lnTo>
                  <a:lnTo>
                    <a:pt x="4944" y="21277"/>
                  </a:lnTo>
                  <a:lnTo>
                    <a:pt x="4982" y="21354"/>
                  </a:lnTo>
                  <a:lnTo>
                    <a:pt x="5021" y="21393"/>
                  </a:lnTo>
                  <a:lnTo>
                    <a:pt x="5059" y="21470"/>
                  </a:lnTo>
                  <a:lnTo>
                    <a:pt x="5098" y="21547"/>
                  </a:lnTo>
                  <a:lnTo>
                    <a:pt x="5059" y="21779"/>
                  </a:lnTo>
                  <a:lnTo>
                    <a:pt x="4905" y="22049"/>
                  </a:lnTo>
                  <a:lnTo>
                    <a:pt x="4750" y="22358"/>
                  </a:lnTo>
                  <a:lnTo>
                    <a:pt x="4364" y="22937"/>
                  </a:lnTo>
                  <a:lnTo>
                    <a:pt x="4133" y="23323"/>
                  </a:lnTo>
                  <a:lnTo>
                    <a:pt x="3940" y="23748"/>
                  </a:lnTo>
                  <a:lnTo>
                    <a:pt x="3862" y="24212"/>
                  </a:lnTo>
                  <a:lnTo>
                    <a:pt x="3824" y="24714"/>
                  </a:lnTo>
                  <a:lnTo>
                    <a:pt x="3862" y="25177"/>
                  </a:lnTo>
                  <a:lnTo>
                    <a:pt x="3940" y="25409"/>
                  </a:lnTo>
                  <a:lnTo>
                    <a:pt x="4017" y="25640"/>
                  </a:lnTo>
                  <a:lnTo>
                    <a:pt x="4133" y="25872"/>
                  </a:lnTo>
                  <a:lnTo>
                    <a:pt x="4248" y="26065"/>
                  </a:lnTo>
                  <a:lnTo>
                    <a:pt x="4287" y="26104"/>
                  </a:lnTo>
                  <a:lnTo>
                    <a:pt x="4364" y="26104"/>
                  </a:lnTo>
                  <a:lnTo>
                    <a:pt x="4403" y="26065"/>
                  </a:lnTo>
                  <a:lnTo>
                    <a:pt x="4442" y="25988"/>
                  </a:lnTo>
                  <a:lnTo>
                    <a:pt x="4480" y="25988"/>
                  </a:lnTo>
                  <a:lnTo>
                    <a:pt x="4828" y="25602"/>
                  </a:lnTo>
                  <a:lnTo>
                    <a:pt x="5175" y="25215"/>
                  </a:lnTo>
                  <a:lnTo>
                    <a:pt x="5484" y="24791"/>
                  </a:lnTo>
                  <a:lnTo>
                    <a:pt x="5793" y="24366"/>
                  </a:lnTo>
                  <a:lnTo>
                    <a:pt x="6025" y="23903"/>
                  </a:lnTo>
                  <a:lnTo>
                    <a:pt x="6256" y="23439"/>
                  </a:lnTo>
                  <a:lnTo>
                    <a:pt x="6450" y="22937"/>
                  </a:lnTo>
                  <a:lnTo>
                    <a:pt x="6604" y="22435"/>
                  </a:lnTo>
                  <a:lnTo>
                    <a:pt x="6720" y="22551"/>
                  </a:lnTo>
                  <a:lnTo>
                    <a:pt x="6913" y="22590"/>
                  </a:lnTo>
                  <a:lnTo>
                    <a:pt x="6952" y="22628"/>
                  </a:lnTo>
                  <a:lnTo>
                    <a:pt x="7029" y="22590"/>
                  </a:lnTo>
                  <a:lnTo>
                    <a:pt x="7067" y="22512"/>
                  </a:lnTo>
                  <a:lnTo>
                    <a:pt x="7067" y="22474"/>
                  </a:lnTo>
                  <a:lnTo>
                    <a:pt x="7145" y="21895"/>
                  </a:lnTo>
                  <a:lnTo>
                    <a:pt x="7608" y="22010"/>
                  </a:lnTo>
                  <a:lnTo>
                    <a:pt x="7724" y="22512"/>
                  </a:lnTo>
                  <a:lnTo>
                    <a:pt x="7762" y="23014"/>
                  </a:lnTo>
                  <a:lnTo>
                    <a:pt x="7801" y="23555"/>
                  </a:lnTo>
                  <a:lnTo>
                    <a:pt x="7801" y="24057"/>
                  </a:lnTo>
                  <a:lnTo>
                    <a:pt x="7608" y="23903"/>
                  </a:lnTo>
                  <a:lnTo>
                    <a:pt x="7492" y="23671"/>
                  </a:lnTo>
                  <a:lnTo>
                    <a:pt x="7376" y="23439"/>
                  </a:lnTo>
                  <a:lnTo>
                    <a:pt x="7338" y="23169"/>
                  </a:lnTo>
                  <a:lnTo>
                    <a:pt x="7338" y="23092"/>
                  </a:lnTo>
                  <a:lnTo>
                    <a:pt x="7299" y="23053"/>
                  </a:lnTo>
                  <a:lnTo>
                    <a:pt x="7183" y="23014"/>
                  </a:lnTo>
                  <a:lnTo>
                    <a:pt x="7106" y="23014"/>
                  </a:lnTo>
                  <a:lnTo>
                    <a:pt x="7067" y="23053"/>
                  </a:lnTo>
                  <a:lnTo>
                    <a:pt x="7029" y="23092"/>
                  </a:lnTo>
                  <a:lnTo>
                    <a:pt x="6990" y="23169"/>
                  </a:lnTo>
                  <a:lnTo>
                    <a:pt x="6952" y="23787"/>
                  </a:lnTo>
                  <a:lnTo>
                    <a:pt x="6797" y="24405"/>
                  </a:lnTo>
                  <a:lnTo>
                    <a:pt x="6681" y="24675"/>
                  </a:lnTo>
                  <a:lnTo>
                    <a:pt x="6565" y="24984"/>
                  </a:lnTo>
                  <a:lnTo>
                    <a:pt x="6411" y="25254"/>
                  </a:lnTo>
                  <a:lnTo>
                    <a:pt x="6218" y="25524"/>
                  </a:lnTo>
                  <a:lnTo>
                    <a:pt x="5832" y="25988"/>
                  </a:lnTo>
                  <a:lnTo>
                    <a:pt x="5600" y="26219"/>
                  </a:lnTo>
                  <a:lnTo>
                    <a:pt x="5368" y="26451"/>
                  </a:lnTo>
                  <a:lnTo>
                    <a:pt x="5098" y="26644"/>
                  </a:lnTo>
                  <a:lnTo>
                    <a:pt x="4828" y="26799"/>
                  </a:lnTo>
                  <a:lnTo>
                    <a:pt x="4557" y="26953"/>
                  </a:lnTo>
                  <a:lnTo>
                    <a:pt x="4248" y="27030"/>
                  </a:lnTo>
                  <a:lnTo>
                    <a:pt x="4017" y="27030"/>
                  </a:lnTo>
                  <a:lnTo>
                    <a:pt x="3862" y="26992"/>
                  </a:lnTo>
                  <a:lnTo>
                    <a:pt x="3708" y="26915"/>
                  </a:lnTo>
                  <a:lnTo>
                    <a:pt x="3592" y="26760"/>
                  </a:lnTo>
                  <a:lnTo>
                    <a:pt x="3515" y="26606"/>
                  </a:lnTo>
                  <a:lnTo>
                    <a:pt x="3438" y="26413"/>
                  </a:lnTo>
                  <a:lnTo>
                    <a:pt x="3322" y="25988"/>
                  </a:lnTo>
                  <a:lnTo>
                    <a:pt x="3206" y="25293"/>
                  </a:lnTo>
                  <a:lnTo>
                    <a:pt x="3167" y="24945"/>
                  </a:lnTo>
                  <a:lnTo>
                    <a:pt x="3167" y="24598"/>
                  </a:lnTo>
                  <a:lnTo>
                    <a:pt x="3206" y="24173"/>
                  </a:lnTo>
                  <a:lnTo>
                    <a:pt x="3283" y="23787"/>
                  </a:lnTo>
                  <a:lnTo>
                    <a:pt x="3360" y="23401"/>
                  </a:lnTo>
                  <a:lnTo>
                    <a:pt x="3515" y="23014"/>
                  </a:lnTo>
                  <a:lnTo>
                    <a:pt x="3708" y="22667"/>
                  </a:lnTo>
                  <a:lnTo>
                    <a:pt x="3901" y="22319"/>
                  </a:lnTo>
                  <a:lnTo>
                    <a:pt x="4171" y="22010"/>
                  </a:lnTo>
                  <a:lnTo>
                    <a:pt x="4480" y="21702"/>
                  </a:lnTo>
                  <a:lnTo>
                    <a:pt x="4519" y="21624"/>
                  </a:lnTo>
                  <a:lnTo>
                    <a:pt x="4519" y="21547"/>
                  </a:lnTo>
                  <a:lnTo>
                    <a:pt x="4442" y="21470"/>
                  </a:lnTo>
                  <a:lnTo>
                    <a:pt x="4364" y="21431"/>
                  </a:lnTo>
                  <a:lnTo>
                    <a:pt x="3553" y="21315"/>
                  </a:lnTo>
                  <a:lnTo>
                    <a:pt x="3862" y="21045"/>
                  </a:lnTo>
                  <a:lnTo>
                    <a:pt x="4171" y="20775"/>
                  </a:lnTo>
                  <a:lnTo>
                    <a:pt x="4519" y="20582"/>
                  </a:lnTo>
                  <a:lnTo>
                    <a:pt x="4905" y="20466"/>
                  </a:lnTo>
                  <a:close/>
                  <a:moveTo>
                    <a:pt x="18845" y="0"/>
                  </a:moveTo>
                  <a:lnTo>
                    <a:pt x="18806" y="77"/>
                  </a:lnTo>
                  <a:lnTo>
                    <a:pt x="18729" y="39"/>
                  </a:lnTo>
                  <a:lnTo>
                    <a:pt x="18652" y="39"/>
                  </a:lnTo>
                  <a:lnTo>
                    <a:pt x="17455" y="618"/>
                  </a:lnTo>
                  <a:lnTo>
                    <a:pt x="16296" y="1236"/>
                  </a:lnTo>
                  <a:lnTo>
                    <a:pt x="15215" y="1931"/>
                  </a:lnTo>
                  <a:lnTo>
                    <a:pt x="14134" y="2664"/>
                  </a:lnTo>
                  <a:lnTo>
                    <a:pt x="13091" y="3475"/>
                  </a:lnTo>
                  <a:lnTo>
                    <a:pt x="12087" y="4325"/>
                  </a:lnTo>
                  <a:lnTo>
                    <a:pt x="11161" y="5213"/>
                  </a:lnTo>
                  <a:lnTo>
                    <a:pt x="10272" y="6178"/>
                  </a:lnTo>
                  <a:lnTo>
                    <a:pt x="9384" y="7144"/>
                  </a:lnTo>
                  <a:lnTo>
                    <a:pt x="8573" y="8186"/>
                  </a:lnTo>
                  <a:lnTo>
                    <a:pt x="7840" y="9268"/>
                  </a:lnTo>
                  <a:lnTo>
                    <a:pt x="7145" y="10387"/>
                  </a:lnTo>
                  <a:lnTo>
                    <a:pt x="6643" y="11276"/>
                  </a:lnTo>
                  <a:lnTo>
                    <a:pt x="6179" y="12164"/>
                  </a:lnTo>
                  <a:lnTo>
                    <a:pt x="5368" y="12241"/>
                  </a:lnTo>
                  <a:lnTo>
                    <a:pt x="4557" y="12395"/>
                  </a:lnTo>
                  <a:lnTo>
                    <a:pt x="3785" y="12627"/>
                  </a:lnTo>
                  <a:lnTo>
                    <a:pt x="3013" y="12936"/>
                  </a:lnTo>
                  <a:lnTo>
                    <a:pt x="2936" y="12975"/>
                  </a:lnTo>
                  <a:lnTo>
                    <a:pt x="2897" y="13013"/>
                  </a:lnTo>
                  <a:lnTo>
                    <a:pt x="2897" y="13168"/>
                  </a:lnTo>
                  <a:lnTo>
                    <a:pt x="2704" y="13361"/>
                  </a:lnTo>
                  <a:lnTo>
                    <a:pt x="2549" y="13592"/>
                  </a:lnTo>
                  <a:lnTo>
                    <a:pt x="2395" y="13863"/>
                  </a:lnTo>
                  <a:lnTo>
                    <a:pt x="2279" y="14133"/>
                  </a:lnTo>
                  <a:lnTo>
                    <a:pt x="2086" y="14712"/>
                  </a:lnTo>
                  <a:lnTo>
                    <a:pt x="1854" y="15214"/>
                  </a:lnTo>
                  <a:lnTo>
                    <a:pt x="1430" y="15987"/>
                  </a:lnTo>
                  <a:lnTo>
                    <a:pt x="1005" y="16759"/>
                  </a:lnTo>
                  <a:lnTo>
                    <a:pt x="541" y="17493"/>
                  </a:lnTo>
                  <a:lnTo>
                    <a:pt x="39" y="18226"/>
                  </a:lnTo>
                  <a:lnTo>
                    <a:pt x="1" y="18303"/>
                  </a:lnTo>
                  <a:lnTo>
                    <a:pt x="1" y="18381"/>
                  </a:lnTo>
                  <a:lnTo>
                    <a:pt x="39" y="18419"/>
                  </a:lnTo>
                  <a:lnTo>
                    <a:pt x="117" y="18458"/>
                  </a:lnTo>
                  <a:lnTo>
                    <a:pt x="117" y="18535"/>
                  </a:lnTo>
                  <a:lnTo>
                    <a:pt x="117" y="18612"/>
                  </a:lnTo>
                  <a:lnTo>
                    <a:pt x="155" y="18651"/>
                  </a:lnTo>
                  <a:lnTo>
                    <a:pt x="233" y="18690"/>
                  </a:lnTo>
                  <a:lnTo>
                    <a:pt x="1159" y="18612"/>
                  </a:lnTo>
                  <a:lnTo>
                    <a:pt x="2086" y="18574"/>
                  </a:lnTo>
                  <a:lnTo>
                    <a:pt x="3901" y="18381"/>
                  </a:lnTo>
                  <a:lnTo>
                    <a:pt x="3978" y="18342"/>
                  </a:lnTo>
                  <a:lnTo>
                    <a:pt x="4055" y="18265"/>
                  </a:lnTo>
                  <a:lnTo>
                    <a:pt x="4596" y="17106"/>
                  </a:lnTo>
                  <a:lnTo>
                    <a:pt x="5252" y="15987"/>
                  </a:lnTo>
                  <a:lnTo>
                    <a:pt x="5291" y="16566"/>
                  </a:lnTo>
                  <a:lnTo>
                    <a:pt x="5446" y="17106"/>
                  </a:lnTo>
                  <a:lnTo>
                    <a:pt x="5600" y="17647"/>
                  </a:lnTo>
                  <a:lnTo>
                    <a:pt x="5832" y="18188"/>
                  </a:lnTo>
                  <a:lnTo>
                    <a:pt x="5446" y="18381"/>
                  </a:lnTo>
                  <a:lnTo>
                    <a:pt x="5059" y="18651"/>
                  </a:lnTo>
                  <a:lnTo>
                    <a:pt x="4673" y="18960"/>
                  </a:lnTo>
                  <a:lnTo>
                    <a:pt x="4519" y="19153"/>
                  </a:lnTo>
                  <a:lnTo>
                    <a:pt x="4403" y="19346"/>
                  </a:lnTo>
                  <a:lnTo>
                    <a:pt x="4403" y="19423"/>
                  </a:lnTo>
                  <a:lnTo>
                    <a:pt x="4442" y="19501"/>
                  </a:lnTo>
                  <a:lnTo>
                    <a:pt x="4442" y="19539"/>
                  </a:lnTo>
                  <a:lnTo>
                    <a:pt x="4442" y="19616"/>
                  </a:lnTo>
                  <a:lnTo>
                    <a:pt x="4596" y="19964"/>
                  </a:lnTo>
                  <a:lnTo>
                    <a:pt x="4789" y="20273"/>
                  </a:lnTo>
                  <a:lnTo>
                    <a:pt x="4519" y="20311"/>
                  </a:lnTo>
                  <a:lnTo>
                    <a:pt x="4287" y="20389"/>
                  </a:lnTo>
                  <a:lnTo>
                    <a:pt x="4055" y="20504"/>
                  </a:lnTo>
                  <a:lnTo>
                    <a:pt x="3862" y="20620"/>
                  </a:lnTo>
                  <a:lnTo>
                    <a:pt x="3669" y="20775"/>
                  </a:lnTo>
                  <a:lnTo>
                    <a:pt x="3476" y="20968"/>
                  </a:lnTo>
                  <a:lnTo>
                    <a:pt x="3283" y="21161"/>
                  </a:lnTo>
                  <a:lnTo>
                    <a:pt x="3129" y="21354"/>
                  </a:lnTo>
                  <a:lnTo>
                    <a:pt x="3090" y="21431"/>
                  </a:lnTo>
                  <a:lnTo>
                    <a:pt x="3129" y="21508"/>
                  </a:lnTo>
                  <a:lnTo>
                    <a:pt x="3167" y="21586"/>
                  </a:lnTo>
                  <a:lnTo>
                    <a:pt x="3244" y="21624"/>
                  </a:lnTo>
                  <a:lnTo>
                    <a:pt x="4017" y="21702"/>
                  </a:lnTo>
                  <a:lnTo>
                    <a:pt x="3746" y="22010"/>
                  </a:lnTo>
                  <a:lnTo>
                    <a:pt x="3476" y="22358"/>
                  </a:lnTo>
                  <a:lnTo>
                    <a:pt x="3283" y="22706"/>
                  </a:lnTo>
                  <a:lnTo>
                    <a:pt x="3129" y="23092"/>
                  </a:lnTo>
                  <a:lnTo>
                    <a:pt x="3013" y="23478"/>
                  </a:lnTo>
                  <a:lnTo>
                    <a:pt x="2897" y="23864"/>
                  </a:lnTo>
                  <a:lnTo>
                    <a:pt x="2858" y="24289"/>
                  </a:lnTo>
                  <a:lnTo>
                    <a:pt x="2858" y="24714"/>
                  </a:lnTo>
                  <a:lnTo>
                    <a:pt x="2858" y="25370"/>
                  </a:lnTo>
                  <a:lnTo>
                    <a:pt x="2897" y="25795"/>
                  </a:lnTo>
                  <a:lnTo>
                    <a:pt x="2974" y="26219"/>
                  </a:lnTo>
                  <a:lnTo>
                    <a:pt x="3090" y="26644"/>
                  </a:lnTo>
                  <a:lnTo>
                    <a:pt x="3244" y="26992"/>
                  </a:lnTo>
                  <a:lnTo>
                    <a:pt x="3360" y="27146"/>
                  </a:lnTo>
                  <a:lnTo>
                    <a:pt x="3438" y="27262"/>
                  </a:lnTo>
                  <a:lnTo>
                    <a:pt x="3553" y="27378"/>
                  </a:lnTo>
                  <a:lnTo>
                    <a:pt x="3708" y="27417"/>
                  </a:lnTo>
                  <a:lnTo>
                    <a:pt x="3862" y="27455"/>
                  </a:lnTo>
                  <a:lnTo>
                    <a:pt x="4017" y="27455"/>
                  </a:lnTo>
                  <a:lnTo>
                    <a:pt x="4364" y="27417"/>
                  </a:lnTo>
                  <a:lnTo>
                    <a:pt x="4750" y="27262"/>
                  </a:lnTo>
                  <a:lnTo>
                    <a:pt x="5098" y="27069"/>
                  </a:lnTo>
                  <a:lnTo>
                    <a:pt x="5407" y="26837"/>
                  </a:lnTo>
                  <a:lnTo>
                    <a:pt x="5716" y="26567"/>
                  </a:lnTo>
                  <a:lnTo>
                    <a:pt x="6218" y="26065"/>
                  </a:lnTo>
                  <a:lnTo>
                    <a:pt x="6565" y="25602"/>
                  </a:lnTo>
                  <a:lnTo>
                    <a:pt x="6874" y="25100"/>
                  </a:lnTo>
                  <a:lnTo>
                    <a:pt x="7106" y="24559"/>
                  </a:lnTo>
                  <a:lnTo>
                    <a:pt x="7260" y="23980"/>
                  </a:lnTo>
                  <a:lnTo>
                    <a:pt x="7376" y="24134"/>
                  </a:lnTo>
                  <a:lnTo>
                    <a:pt x="7531" y="24289"/>
                  </a:lnTo>
                  <a:lnTo>
                    <a:pt x="7685" y="24405"/>
                  </a:lnTo>
                  <a:lnTo>
                    <a:pt x="7878" y="24520"/>
                  </a:lnTo>
                  <a:lnTo>
                    <a:pt x="7955" y="24559"/>
                  </a:lnTo>
                  <a:lnTo>
                    <a:pt x="8033" y="24520"/>
                  </a:lnTo>
                  <a:lnTo>
                    <a:pt x="8110" y="24482"/>
                  </a:lnTo>
                  <a:lnTo>
                    <a:pt x="8110" y="24366"/>
                  </a:lnTo>
                  <a:lnTo>
                    <a:pt x="8149" y="23787"/>
                  </a:lnTo>
                  <a:lnTo>
                    <a:pt x="8149" y="23208"/>
                  </a:lnTo>
                  <a:lnTo>
                    <a:pt x="8071" y="22628"/>
                  </a:lnTo>
                  <a:lnTo>
                    <a:pt x="7955" y="22049"/>
                  </a:lnTo>
                  <a:lnTo>
                    <a:pt x="8535" y="22049"/>
                  </a:lnTo>
                  <a:lnTo>
                    <a:pt x="8651" y="22010"/>
                  </a:lnTo>
                  <a:lnTo>
                    <a:pt x="8728" y="21972"/>
                  </a:lnTo>
                  <a:lnTo>
                    <a:pt x="8766" y="21933"/>
                  </a:lnTo>
                  <a:lnTo>
                    <a:pt x="8766" y="21895"/>
                  </a:lnTo>
                  <a:lnTo>
                    <a:pt x="8844" y="21006"/>
                  </a:lnTo>
                  <a:lnTo>
                    <a:pt x="8921" y="20543"/>
                  </a:lnTo>
                  <a:lnTo>
                    <a:pt x="8998" y="20118"/>
                  </a:lnTo>
                  <a:lnTo>
                    <a:pt x="9153" y="20118"/>
                  </a:lnTo>
                  <a:lnTo>
                    <a:pt x="9577" y="20041"/>
                  </a:lnTo>
                  <a:lnTo>
                    <a:pt x="9963" y="19964"/>
                  </a:lnTo>
                  <a:lnTo>
                    <a:pt x="10311" y="19809"/>
                  </a:lnTo>
                  <a:lnTo>
                    <a:pt x="10659" y="19655"/>
                  </a:lnTo>
                  <a:lnTo>
                    <a:pt x="10157" y="20389"/>
                  </a:lnTo>
                  <a:lnTo>
                    <a:pt x="9616" y="21161"/>
                  </a:lnTo>
                  <a:lnTo>
                    <a:pt x="9577" y="21238"/>
                  </a:lnTo>
                  <a:lnTo>
                    <a:pt x="9616" y="21354"/>
                  </a:lnTo>
                  <a:lnTo>
                    <a:pt x="9963" y="22049"/>
                  </a:lnTo>
                  <a:lnTo>
                    <a:pt x="10272" y="22783"/>
                  </a:lnTo>
                  <a:lnTo>
                    <a:pt x="10581" y="23516"/>
                  </a:lnTo>
                  <a:lnTo>
                    <a:pt x="10813" y="24250"/>
                  </a:lnTo>
                  <a:lnTo>
                    <a:pt x="10890" y="24327"/>
                  </a:lnTo>
                  <a:lnTo>
                    <a:pt x="11006" y="24405"/>
                  </a:lnTo>
                  <a:lnTo>
                    <a:pt x="11122" y="24405"/>
                  </a:lnTo>
                  <a:lnTo>
                    <a:pt x="11199" y="24289"/>
                  </a:lnTo>
                  <a:lnTo>
                    <a:pt x="13130" y="21740"/>
                  </a:lnTo>
                  <a:lnTo>
                    <a:pt x="14095" y="20389"/>
                  </a:lnTo>
                  <a:lnTo>
                    <a:pt x="14520" y="19732"/>
                  </a:lnTo>
                  <a:lnTo>
                    <a:pt x="14945" y="19037"/>
                  </a:lnTo>
                  <a:lnTo>
                    <a:pt x="14983" y="18960"/>
                  </a:lnTo>
                  <a:lnTo>
                    <a:pt x="14945" y="18883"/>
                  </a:lnTo>
                  <a:lnTo>
                    <a:pt x="14790" y="18535"/>
                  </a:lnTo>
                  <a:lnTo>
                    <a:pt x="14597" y="18149"/>
                  </a:lnTo>
                  <a:lnTo>
                    <a:pt x="14288" y="17454"/>
                  </a:lnTo>
                  <a:lnTo>
                    <a:pt x="13786" y="16180"/>
                  </a:lnTo>
                  <a:lnTo>
                    <a:pt x="14211" y="15369"/>
                  </a:lnTo>
                  <a:lnTo>
                    <a:pt x="14674" y="14558"/>
                  </a:lnTo>
                  <a:lnTo>
                    <a:pt x="15061" y="13708"/>
                  </a:lnTo>
                  <a:lnTo>
                    <a:pt x="15447" y="12897"/>
                  </a:lnTo>
                  <a:lnTo>
                    <a:pt x="16065" y="11391"/>
                  </a:lnTo>
                  <a:lnTo>
                    <a:pt x="16644" y="9885"/>
                  </a:lnTo>
                  <a:lnTo>
                    <a:pt x="17146" y="8341"/>
                  </a:lnTo>
                  <a:lnTo>
                    <a:pt x="17609" y="6796"/>
                  </a:lnTo>
                  <a:lnTo>
                    <a:pt x="17995" y="5213"/>
                  </a:lnTo>
                  <a:lnTo>
                    <a:pt x="18382" y="3630"/>
                  </a:lnTo>
                  <a:lnTo>
                    <a:pt x="18729" y="2047"/>
                  </a:lnTo>
                  <a:lnTo>
                    <a:pt x="19038" y="463"/>
                  </a:lnTo>
                  <a:lnTo>
                    <a:pt x="19038" y="386"/>
                  </a:lnTo>
                  <a:lnTo>
                    <a:pt x="18999" y="309"/>
                  </a:lnTo>
                  <a:lnTo>
                    <a:pt x="18999" y="232"/>
                  </a:lnTo>
                  <a:lnTo>
                    <a:pt x="18999" y="77"/>
                  </a:lnTo>
                  <a:lnTo>
                    <a:pt x="18961" y="39"/>
                  </a:lnTo>
                  <a:lnTo>
                    <a:pt x="1888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9"/>
            <p:cNvSpPr/>
            <p:nvPr/>
          </p:nvSpPr>
          <p:spPr>
            <a:xfrm>
              <a:off x="5947325" y="1038225"/>
              <a:ext cx="458575" cy="289650"/>
            </a:xfrm>
            <a:custGeom>
              <a:avLst/>
              <a:gdLst/>
              <a:ahLst/>
              <a:cxnLst/>
              <a:rect l="l" t="t" r="r" b="b"/>
              <a:pathLst>
                <a:path w="18343" h="11586" extrusionOk="0">
                  <a:moveTo>
                    <a:pt x="17068" y="387"/>
                  </a:moveTo>
                  <a:lnTo>
                    <a:pt x="17145" y="426"/>
                  </a:lnTo>
                  <a:lnTo>
                    <a:pt x="17223" y="503"/>
                  </a:lnTo>
                  <a:lnTo>
                    <a:pt x="17300" y="735"/>
                  </a:lnTo>
                  <a:lnTo>
                    <a:pt x="17377" y="928"/>
                  </a:lnTo>
                  <a:lnTo>
                    <a:pt x="17377" y="1121"/>
                  </a:lnTo>
                  <a:lnTo>
                    <a:pt x="17338" y="1314"/>
                  </a:lnTo>
                  <a:lnTo>
                    <a:pt x="17223" y="1546"/>
                  </a:lnTo>
                  <a:lnTo>
                    <a:pt x="16952" y="1893"/>
                  </a:lnTo>
                  <a:lnTo>
                    <a:pt x="16721" y="2125"/>
                  </a:lnTo>
                  <a:lnTo>
                    <a:pt x="16450" y="2356"/>
                  </a:lnTo>
                  <a:lnTo>
                    <a:pt x="16180" y="2550"/>
                  </a:lnTo>
                  <a:lnTo>
                    <a:pt x="15871" y="2665"/>
                  </a:lnTo>
                  <a:lnTo>
                    <a:pt x="15871" y="2086"/>
                  </a:lnTo>
                  <a:lnTo>
                    <a:pt x="15910" y="1777"/>
                  </a:lnTo>
                  <a:lnTo>
                    <a:pt x="15948" y="1468"/>
                  </a:lnTo>
                  <a:lnTo>
                    <a:pt x="16025" y="1198"/>
                  </a:lnTo>
                  <a:lnTo>
                    <a:pt x="16180" y="928"/>
                  </a:lnTo>
                  <a:lnTo>
                    <a:pt x="16334" y="696"/>
                  </a:lnTo>
                  <a:lnTo>
                    <a:pt x="16605" y="503"/>
                  </a:lnTo>
                  <a:lnTo>
                    <a:pt x="16836" y="426"/>
                  </a:lnTo>
                  <a:lnTo>
                    <a:pt x="16991" y="387"/>
                  </a:lnTo>
                  <a:close/>
                  <a:moveTo>
                    <a:pt x="14597" y="2974"/>
                  </a:moveTo>
                  <a:lnTo>
                    <a:pt x="14867" y="3013"/>
                  </a:lnTo>
                  <a:lnTo>
                    <a:pt x="15137" y="3090"/>
                  </a:lnTo>
                  <a:lnTo>
                    <a:pt x="15099" y="3206"/>
                  </a:lnTo>
                  <a:lnTo>
                    <a:pt x="14713" y="3515"/>
                  </a:lnTo>
                  <a:lnTo>
                    <a:pt x="14288" y="3747"/>
                  </a:lnTo>
                  <a:lnTo>
                    <a:pt x="14056" y="3862"/>
                  </a:lnTo>
                  <a:lnTo>
                    <a:pt x="13786" y="3940"/>
                  </a:lnTo>
                  <a:lnTo>
                    <a:pt x="13477" y="4017"/>
                  </a:lnTo>
                  <a:lnTo>
                    <a:pt x="13052" y="4017"/>
                  </a:lnTo>
                  <a:lnTo>
                    <a:pt x="12975" y="3940"/>
                  </a:lnTo>
                  <a:lnTo>
                    <a:pt x="12975" y="3862"/>
                  </a:lnTo>
                  <a:lnTo>
                    <a:pt x="12975" y="3708"/>
                  </a:lnTo>
                  <a:lnTo>
                    <a:pt x="13014" y="3476"/>
                  </a:lnTo>
                  <a:lnTo>
                    <a:pt x="13052" y="3360"/>
                  </a:lnTo>
                  <a:lnTo>
                    <a:pt x="13207" y="3245"/>
                  </a:lnTo>
                  <a:lnTo>
                    <a:pt x="13400" y="3167"/>
                  </a:lnTo>
                  <a:lnTo>
                    <a:pt x="13709" y="3052"/>
                  </a:lnTo>
                  <a:lnTo>
                    <a:pt x="14018" y="3013"/>
                  </a:lnTo>
                  <a:lnTo>
                    <a:pt x="14326" y="2974"/>
                  </a:lnTo>
                  <a:close/>
                  <a:moveTo>
                    <a:pt x="15678" y="3283"/>
                  </a:moveTo>
                  <a:lnTo>
                    <a:pt x="16334" y="3476"/>
                  </a:lnTo>
                  <a:lnTo>
                    <a:pt x="16643" y="3554"/>
                  </a:lnTo>
                  <a:lnTo>
                    <a:pt x="16991" y="3669"/>
                  </a:lnTo>
                  <a:lnTo>
                    <a:pt x="17261" y="3824"/>
                  </a:lnTo>
                  <a:lnTo>
                    <a:pt x="17531" y="4017"/>
                  </a:lnTo>
                  <a:lnTo>
                    <a:pt x="17725" y="4287"/>
                  </a:lnTo>
                  <a:lnTo>
                    <a:pt x="17802" y="4403"/>
                  </a:lnTo>
                  <a:lnTo>
                    <a:pt x="17879" y="4596"/>
                  </a:lnTo>
                  <a:lnTo>
                    <a:pt x="17918" y="4789"/>
                  </a:lnTo>
                  <a:lnTo>
                    <a:pt x="17879" y="4944"/>
                  </a:lnTo>
                  <a:lnTo>
                    <a:pt x="17802" y="5059"/>
                  </a:lnTo>
                  <a:lnTo>
                    <a:pt x="17647" y="5137"/>
                  </a:lnTo>
                  <a:lnTo>
                    <a:pt x="17493" y="5175"/>
                  </a:lnTo>
                  <a:lnTo>
                    <a:pt x="17338" y="5175"/>
                  </a:lnTo>
                  <a:lnTo>
                    <a:pt x="17145" y="5137"/>
                  </a:lnTo>
                  <a:lnTo>
                    <a:pt x="16991" y="5059"/>
                  </a:lnTo>
                  <a:lnTo>
                    <a:pt x="16643" y="4789"/>
                  </a:lnTo>
                  <a:lnTo>
                    <a:pt x="16373" y="4480"/>
                  </a:lnTo>
                  <a:lnTo>
                    <a:pt x="16180" y="4210"/>
                  </a:lnTo>
                  <a:lnTo>
                    <a:pt x="15987" y="3901"/>
                  </a:lnTo>
                  <a:lnTo>
                    <a:pt x="15832" y="3592"/>
                  </a:lnTo>
                  <a:lnTo>
                    <a:pt x="15678" y="3283"/>
                  </a:lnTo>
                  <a:close/>
                  <a:moveTo>
                    <a:pt x="4634" y="542"/>
                  </a:moveTo>
                  <a:lnTo>
                    <a:pt x="5252" y="580"/>
                  </a:lnTo>
                  <a:lnTo>
                    <a:pt x="5831" y="696"/>
                  </a:lnTo>
                  <a:lnTo>
                    <a:pt x="6410" y="850"/>
                  </a:lnTo>
                  <a:lnTo>
                    <a:pt x="6990" y="1121"/>
                  </a:lnTo>
                  <a:lnTo>
                    <a:pt x="7492" y="1430"/>
                  </a:lnTo>
                  <a:lnTo>
                    <a:pt x="7916" y="1739"/>
                  </a:lnTo>
                  <a:lnTo>
                    <a:pt x="8303" y="2086"/>
                  </a:lnTo>
                  <a:lnTo>
                    <a:pt x="8650" y="2472"/>
                  </a:lnTo>
                  <a:lnTo>
                    <a:pt x="8959" y="2858"/>
                  </a:lnTo>
                  <a:lnTo>
                    <a:pt x="9538" y="3669"/>
                  </a:lnTo>
                  <a:lnTo>
                    <a:pt x="10156" y="4480"/>
                  </a:lnTo>
                  <a:lnTo>
                    <a:pt x="10388" y="4828"/>
                  </a:lnTo>
                  <a:lnTo>
                    <a:pt x="10697" y="5137"/>
                  </a:lnTo>
                  <a:lnTo>
                    <a:pt x="11006" y="5446"/>
                  </a:lnTo>
                  <a:lnTo>
                    <a:pt x="11353" y="5677"/>
                  </a:lnTo>
                  <a:lnTo>
                    <a:pt x="11701" y="5870"/>
                  </a:lnTo>
                  <a:lnTo>
                    <a:pt x="12125" y="5986"/>
                  </a:lnTo>
                  <a:lnTo>
                    <a:pt x="12512" y="6025"/>
                  </a:lnTo>
                  <a:lnTo>
                    <a:pt x="12975" y="5986"/>
                  </a:lnTo>
                  <a:lnTo>
                    <a:pt x="13322" y="5870"/>
                  </a:lnTo>
                  <a:lnTo>
                    <a:pt x="13631" y="5755"/>
                  </a:lnTo>
                  <a:lnTo>
                    <a:pt x="13902" y="5600"/>
                  </a:lnTo>
                  <a:lnTo>
                    <a:pt x="14172" y="5407"/>
                  </a:lnTo>
                  <a:lnTo>
                    <a:pt x="14404" y="5214"/>
                  </a:lnTo>
                  <a:lnTo>
                    <a:pt x="14597" y="4982"/>
                  </a:lnTo>
                  <a:lnTo>
                    <a:pt x="14828" y="4712"/>
                  </a:lnTo>
                  <a:lnTo>
                    <a:pt x="14983" y="4442"/>
                  </a:lnTo>
                  <a:lnTo>
                    <a:pt x="14751" y="5253"/>
                  </a:lnTo>
                  <a:lnTo>
                    <a:pt x="14442" y="5986"/>
                  </a:lnTo>
                  <a:lnTo>
                    <a:pt x="14056" y="6720"/>
                  </a:lnTo>
                  <a:lnTo>
                    <a:pt x="13593" y="7415"/>
                  </a:lnTo>
                  <a:lnTo>
                    <a:pt x="13091" y="8071"/>
                  </a:lnTo>
                  <a:lnTo>
                    <a:pt x="12512" y="8651"/>
                  </a:lnTo>
                  <a:lnTo>
                    <a:pt x="11894" y="9191"/>
                  </a:lnTo>
                  <a:lnTo>
                    <a:pt x="11199" y="9693"/>
                  </a:lnTo>
                  <a:lnTo>
                    <a:pt x="10697" y="10002"/>
                  </a:lnTo>
                  <a:lnTo>
                    <a:pt x="10156" y="10272"/>
                  </a:lnTo>
                  <a:lnTo>
                    <a:pt x="9615" y="10466"/>
                  </a:lnTo>
                  <a:lnTo>
                    <a:pt x="9075" y="10659"/>
                  </a:lnTo>
                  <a:lnTo>
                    <a:pt x="8496" y="10774"/>
                  </a:lnTo>
                  <a:lnTo>
                    <a:pt x="7955" y="10890"/>
                  </a:lnTo>
                  <a:lnTo>
                    <a:pt x="7376" y="10929"/>
                  </a:lnTo>
                  <a:lnTo>
                    <a:pt x="6835" y="10929"/>
                  </a:lnTo>
                  <a:lnTo>
                    <a:pt x="6256" y="10890"/>
                  </a:lnTo>
                  <a:lnTo>
                    <a:pt x="5715" y="10774"/>
                  </a:lnTo>
                  <a:lnTo>
                    <a:pt x="5175" y="10620"/>
                  </a:lnTo>
                  <a:lnTo>
                    <a:pt x="4634" y="10466"/>
                  </a:lnTo>
                  <a:lnTo>
                    <a:pt x="4132" y="10195"/>
                  </a:lnTo>
                  <a:lnTo>
                    <a:pt x="3630" y="9925"/>
                  </a:lnTo>
                  <a:lnTo>
                    <a:pt x="3128" y="9577"/>
                  </a:lnTo>
                  <a:lnTo>
                    <a:pt x="2665" y="9191"/>
                  </a:lnTo>
                  <a:lnTo>
                    <a:pt x="2201" y="8767"/>
                  </a:lnTo>
                  <a:lnTo>
                    <a:pt x="1777" y="8303"/>
                  </a:lnTo>
                  <a:lnTo>
                    <a:pt x="1429" y="7801"/>
                  </a:lnTo>
                  <a:lnTo>
                    <a:pt x="1082" y="7261"/>
                  </a:lnTo>
                  <a:lnTo>
                    <a:pt x="811" y="6720"/>
                  </a:lnTo>
                  <a:lnTo>
                    <a:pt x="618" y="6141"/>
                  </a:lnTo>
                  <a:lnTo>
                    <a:pt x="464" y="5523"/>
                  </a:lnTo>
                  <a:lnTo>
                    <a:pt x="425" y="4905"/>
                  </a:lnTo>
                  <a:lnTo>
                    <a:pt x="464" y="4287"/>
                  </a:lnTo>
                  <a:lnTo>
                    <a:pt x="618" y="3708"/>
                  </a:lnTo>
                  <a:lnTo>
                    <a:pt x="811" y="3129"/>
                  </a:lnTo>
                  <a:lnTo>
                    <a:pt x="1120" y="2588"/>
                  </a:lnTo>
                  <a:lnTo>
                    <a:pt x="1468" y="2086"/>
                  </a:lnTo>
                  <a:lnTo>
                    <a:pt x="1892" y="1661"/>
                  </a:lnTo>
                  <a:lnTo>
                    <a:pt x="2356" y="1275"/>
                  </a:lnTo>
                  <a:lnTo>
                    <a:pt x="2896" y="1005"/>
                  </a:lnTo>
                  <a:lnTo>
                    <a:pt x="3476" y="773"/>
                  </a:lnTo>
                  <a:lnTo>
                    <a:pt x="4055" y="619"/>
                  </a:lnTo>
                  <a:lnTo>
                    <a:pt x="4634" y="542"/>
                  </a:lnTo>
                  <a:close/>
                  <a:moveTo>
                    <a:pt x="16875" y="1"/>
                  </a:moveTo>
                  <a:lnTo>
                    <a:pt x="16682" y="40"/>
                  </a:lnTo>
                  <a:lnTo>
                    <a:pt x="16450" y="155"/>
                  </a:lnTo>
                  <a:lnTo>
                    <a:pt x="16257" y="271"/>
                  </a:lnTo>
                  <a:lnTo>
                    <a:pt x="16103" y="426"/>
                  </a:lnTo>
                  <a:lnTo>
                    <a:pt x="15948" y="580"/>
                  </a:lnTo>
                  <a:lnTo>
                    <a:pt x="15832" y="773"/>
                  </a:lnTo>
                  <a:lnTo>
                    <a:pt x="15717" y="1005"/>
                  </a:lnTo>
                  <a:lnTo>
                    <a:pt x="15601" y="1237"/>
                  </a:lnTo>
                  <a:lnTo>
                    <a:pt x="15485" y="1739"/>
                  </a:lnTo>
                  <a:lnTo>
                    <a:pt x="15446" y="2279"/>
                  </a:lnTo>
                  <a:lnTo>
                    <a:pt x="15485" y="2820"/>
                  </a:lnTo>
                  <a:lnTo>
                    <a:pt x="15369" y="2820"/>
                  </a:lnTo>
                  <a:lnTo>
                    <a:pt x="15330" y="2858"/>
                  </a:lnTo>
                  <a:lnTo>
                    <a:pt x="14906" y="2743"/>
                  </a:lnTo>
                  <a:lnTo>
                    <a:pt x="14442" y="2665"/>
                  </a:lnTo>
                  <a:lnTo>
                    <a:pt x="13979" y="2665"/>
                  </a:lnTo>
                  <a:lnTo>
                    <a:pt x="13516" y="2743"/>
                  </a:lnTo>
                  <a:lnTo>
                    <a:pt x="13168" y="2858"/>
                  </a:lnTo>
                  <a:lnTo>
                    <a:pt x="12975" y="2974"/>
                  </a:lnTo>
                  <a:lnTo>
                    <a:pt x="12782" y="3090"/>
                  </a:lnTo>
                  <a:lnTo>
                    <a:pt x="12627" y="3206"/>
                  </a:lnTo>
                  <a:lnTo>
                    <a:pt x="12512" y="3360"/>
                  </a:lnTo>
                  <a:lnTo>
                    <a:pt x="12396" y="3554"/>
                  </a:lnTo>
                  <a:lnTo>
                    <a:pt x="12396" y="3747"/>
                  </a:lnTo>
                  <a:lnTo>
                    <a:pt x="12396" y="3940"/>
                  </a:lnTo>
                  <a:lnTo>
                    <a:pt x="12473" y="4094"/>
                  </a:lnTo>
                  <a:lnTo>
                    <a:pt x="12627" y="4210"/>
                  </a:lnTo>
                  <a:lnTo>
                    <a:pt x="12782" y="4287"/>
                  </a:lnTo>
                  <a:lnTo>
                    <a:pt x="12975" y="4364"/>
                  </a:lnTo>
                  <a:lnTo>
                    <a:pt x="13168" y="4403"/>
                  </a:lnTo>
                  <a:lnTo>
                    <a:pt x="13516" y="4364"/>
                  </a:lnTo>
                  <a:lnTo>
                    <a:pt x="13863" y="4326"/>
                  </a:lnTo>
                  <a:lnTo>
                    <a:pt x="14211" y="4210"/>
                  </a:lnTo>
                  <a:lnTo>
                    <a:pt x="14520" y="4017"/>
                  </a:lnTo>
                  <a:lnTo>
                    <a:pt x="14828" y="3824"/>
                  </a:lnTo>
                  <a:lnTo>
                    <a:pt x="14597" y="4287"/>
                  </a:lnTo>
                  <a:lnTo>
                    <a:pt x="14288" y="4673"/>
                  </a:lnTo>
                  <a:lnTo>
                    <a:pt x="14133" y="4866"/>
                  </a:lnTo>
                  <a:lnTo>
                    <a:pt x="13940" y="5021"/>
                  </a:lnTo>
                  <a:lnTo>
                    <a:pt x="13709" y="5175"/>
                  </a:lnTo>
                  <a:lnTo>
                    <a:pt x="13516" y="5291"/>
                  </a:lnTo>
                  <a:lnTo>
                    <a:pt x="13129" y="5446"/>
                  </a:lnTo>
                  <a:lnTo>
                    <a:pt x="12743" y="5523"/>
                  </a:lnTo>
                  <a:lnTo>
                    <a:pt x="12396" y="5523"/>
                  </a:lnTo>
                  <a:lnTo>
                    <a:pt x="12048" y="5446"/>
                  </a:lnTo>
                  <a:lnTo>
                    <a:pt x="11739" y="5330"/>
                  </a:lnTo>
                  <a:lnTo>
                    <a:pt x="11430" y="5137"/>
                  </a:lnTo>
                  <a:lnTo>
                    <a:pt x="11121" y="4905"/>
                  </a:lnTo>
                  <a:lnTo>
                    <a:pt x="10851" y="4635"/>
                  </a:lnTo>
                  <a:lnTo>
                    <a:pt x="10542" y="4210"/>
                  </a:lnTo>
                  <a:lnTo>
                    <a:pt x="10195" y="3785"/>
                  </a:lnTo>
                  <a:lnTo>
                    <a:pt x="9615" y="2936"/>
                  </a:lnTo>
                  <a:lnTo>
                    <a:pt x="9307" y="2511"/>
                  </a:lnTo>
                  <a:lnTo>
                    <a:pt x="8959" y="2086"/>
                  </a:lnTo>
                  <a:lnTo>
                    <a:pt x="8573" y="1700"/>
                  </a:lnTo>
                  <a:lnTo>
                    <a:pt x="8187" y="1352"/>
                  </a:lnTo>
                  <a:lnTo>
                    <a:pt x="7646" y="966"/>
                  </a:lnTo>
                  <a:lnTo>
                    <a:pt x="7105" y="657"/>
                  </a:lnTo>
                  <a:lnTo>
                    <a:pt x="6526" y="426"/>
                  </a:lnTo>
                  <a:lnTo>
                    <a:pt x="5947" y="271"/>
                  </a:lnTo>
                  <a:lnTo>
                    <a:pt x="5329" y="155"/>
                  </a:lnTo>
                  <a:lnTo>
                    <a:pt x="4750" y="117"/>
                  </a:lnTo>
                  <a:lnTo>
                    <a:pt x="4132" y="155"/>
                  </a:lnTo>
                  <a:lnTo>
                    <a:pt x="3553" y="271"/>
                  </a:lnTo>
                  <a:lnTo>
                    <a:pt x="3283" y="348"/>
                  </a:lnTo>
                  <a:lnTo>
                    <a:pt x="2935" y="464"/>
                  </a:lnTo>
                  <a:lnTo>
                    <a:pt x="2588" y="619"/>
                  </a:lnTo>
                  <a:lnTo>
                    <a:pt x="2279" y="812"/>
                  </a:lnTo>
                  <a:lnTo>
                    <a:pt x="1931" y="1005"/>
                  </a:lnTo>
                  <a:lnTo>
                    <a:pt x="1661" y="1275"/>
                  </a:lnTo>
                  <a:lnTo>
                    <a:pt x="1352" y="1546"/>
                  </a:lnTo>
                  <a:lnTo>
                    <a:pt x="1082" y="1854"/>
                  </a:lnTo>
                  <a:lnTo>
                    <a:pt x="850" y="2163"/>
                  </a:lnTo>
                  <a:lnTo>
                    <a:pt x="541" y="2665"/>
                  </a:lnTo>
                  <a:lnTo>
                    <a:pt x="309" y="3167"/>
                  </a:lnTo>
                  <a:lnTo>
                    <a:pt x="155" y="3669"/>
                  </a:lnTo>
                  <a:lnTo>
                    <a:pt x="78" y="4171"/>
                  </a:lnTo>
                  <a:lnTo>
                    <a:pt x="0" y="4712"/>
                  </a:lnTo>
                  <a:lnTo>
                    <a:pt x="39" y="5214"/>
                  </a:lnTo>
                  <a:lnTo>
                    <a:pt x="78" y="5716"/>
                  </a:lnTo>
                  <a:lnTo>
                    <a:pt x="193" y="6218"/>
                  </a:lnTo>
                  <a:lnTo>
                    <a:pt x="386" y="6720"/>
                  </a:lnTo>
                  <a:lnTo>
                    <a:pt x="580" y="7222"/>
                  </a:lnTo>
                  <a:lnTo>
                    <a:pt x="811" y="7685"/>
                  </a:lnTo>
                  <a:lnTo>
                    <a:pt x="1082" y="8110"/>
                  </a:lnTo>
                  <a:lnTo>
                    <a:pt x="1429" y="8573"/>
                  </a:lnTo>
                  <a:lnTo>
                    <a:pt x="1777" y="8960"/>
                  </a:lnTo>
                  <a:lnTo>
                    <a:pt x="2124" y="9384"/>
                  </a:lnTo>
                  <a:lnTo>
                    <a:pt x="2549" y="9732"/>
                  </a:lnTo>
                  <a:lnTo>
                    <a:pt x="3090" y="10157"/>
                  </a:lnTo>
                  <a:lnTo>
                    <a:pt x="3630" y="10504"/>
                  </a:lnTo>
                  <a:lnTo>
                    <a:pt x="4209" y="10774"/>
                  </a:lnTo>
                  <a:lnTo>
                    <a:pt x="4789" y="11045"/>
                  </a:lnTo>
                  <a:lnTo>
                    <a:pt x="5406" y="11199"/>
                  </a:lnTo>
                  <a:lnTo>
                    <a:pt x="6024" y="11354"/>
                  </a:lnTo>
                  <a:lnTo>
                    <a:pt x="6642" y="11392"/>
                  </a:lnTo>
                  <a:lnTo>
                    <a:pt x="7260" y="11431"/>
                  </a:lnTo>
                  <a:lnTo>
                    <a:pt x="7337" y="11585"/>
                  </a:lnTo>
                  <a:lnTo>
                    <a:pt x="7646" y="11392"/>
                  </a:lnTo>
                  <a:lnTo>
                    <a:pt x="8457" y="11315"/>
                  </a:lnTo>
                  <a:lnTo>
                    <a:pt x="9268" y="11122"/>
                  </a:lnTo>
                  <a:lnTo>
                    <a:pt x="10079" y="10813"/>
                  </a:lnTo>
                  <a:lnTo>
                    <a:pt x="10851" y="10466"/>
                  </a:lnTo>
                  <a:lnTo>
                    <a:pt x="11546" y="10041"/>
                  </a:lnTo>
                  <a:lnTo>
                    <a:pt x="12164" y="9577"/>
                  </a:lnTo>
                  <a:lnTo>
                    <a:pt x="12434" y="9384"/>
                  </a:lnTo>
                  <a:lnTo>
                    <a:pt x="13052" y="8805"/>
                  </a:lnTo>
                  <a:lnTo>
                    <a:pt x="13631" y="8187"/>
                  </a:lnTo>
                  <a:lnTo>
                    <a:pt x="14133" y="7492"/>
                  </a:lnTo>
                  <a:lnTo>
                    <a:pt x="14597" y="6797"/>
                  </a:lnTo>
                  <a:lnTo>
                    <a:pt x="14944" y="6025"/>
                  </a:lnTo>
                  <a:lnTo>
                    <a:pt x="15099" y="5639"/>
                  </a:lnTo>
                  <a:lnTo>
                    <a:pt x="15253" y="5214"/>
                  </a:lnTo>
                  <a:lnTo>
                    <a:pt x="15330" y="4828"/>
                  </a:lnTo>
                  <a:lnTo>
                    <a:pt x="15408" y="4403"/>
                  </a:lnTo>
                  <a:lnTo>
                    <a:pt x="15485" y="4017"/>
                  </a:lnTo>
                  <a:lnTo>
                    <a:pt x="15485" y="3592"/>
                  </a:lnTo>
                  <a:lnTo>
                    <a:pt x="15678" y="4056"/>
                  </a:lnTo>
                  <a:lnTo>
                    <a:pt x="15948" y="4480"/>
                  </a:lnTo>
                  <a:lnTo>
                    <a:pt x="16257" y="4866"/>
                  </a:lnTo>
                  <a:lnTo>
                    <a:pt x="16605" y="5214"/>
                  </a:lnTo>
                  <a:lnTo>
                    <a:pt x="16759" y="5368"/>
                  </a:lnTo>
                  <a:lnTo>
                    <a:pt x="16991" y="5484"/>
                  </a:lnTo>
                  <a:lnTo>
                    <a:pt x="17184" y="5561"/>
                  </a:lnTo>
                  <a:lnTo>
                    <a:pt x="17416" y="5639"/>
                  </a:lnTo>
                  <a:lnTo>
                    <a:pt x="17609" y="5677"/>
                  </a:lnTo>
                  <a:lnTo>
                    <a:pt x="17840" y="5639"/>
                  </a:lnTo>
                  <a:lnTo>
                    <a:pt x="18033" y="5523"/>
                  </a:lnTo>
                  <a:lnTo>
                    <a:pt x="18188" y="5330"/>
                  </a:lnTo>
                  <a:lnTo>
                    <a:pt x="18304" y="5137"/>
                  </a:lnTo>
                  <a:lnTo>
                    <a:pt x="18342" y="4944"/>
                  </a:lnTo>
                  <a:lnTo>
                    <a:pt x="18304" y="4712"/>
                  </a:lnTo>
                  <a:lnTo>
                    <a:pt x="18265" y="4519"/>
                  </a:lnTo>
                  <a:lnTo>
                    <a:pt x="18188" y="4287"/>
                  </a:lnTo>
                  <a:lnTo>
                    <a:pt x="18072" y="4133"/>
                  </a:lnTo>
                  <a:lnTo>
                    <a:pt x="17956" y="3940"/>
                  </a:lnTo>
                  <a:lnTo>
                    <a:pt x="17802" y="3785"/>
                  </a:lnTo>
                  <a:lnTo>
                    <a:pt x="17647" y="3631"/>
                  </a:lnTo>
                  <a:lnTo>
                    <a:pt x="17416" y="3476"/>
                  </a:lnTo>
                  <a:lnTo>
                    <a:pt x="16952" y="3245"/>
                  </a:lnTo>
                  <a:lnTo>
                    <a:pt x="16489" y="3052"/>
                  </a:lnTo>
                  <a:lnTo>
                    <a:pt x="15987" y="2936"/>
                  </a:lnTo>
                  <a:lnTo>
                    <a:pt x="16412" y="2781"/>
                  </a:lnTo>
                  <a:lnTo>
                    <a:pt x="16836" y="2511"/>
                  </a:lnTo>
                  <a:lnTo>
                    <a:pt x="17184" y="2202"/>
                  </a:lnTo>
                  <a:lnTo>
                    <a:pt x="17493" y="1816"/>
                  </a:lnTo>
                  <a:lnTo>
                    <a:pt x="17609" y="1584"/>
                  </a:lnTo>
                  <a:lnTo>
                    <a:pt x="17725" y="1352"/>
                  </a:lnTo>
                  <a:lnTo>
                    <a:pt x="17763" y="1082"/>
                  </a:lnTo>
                  <a:lnTo>
                    <a:pt x="17802" y="850"/>
                  </a:lnTo>
                  <a:lnTo>
                    <a:pt x="17802" y="580"/>
                  </a:lnTo>
                  <a:lnTo>
                    <a:pt x="17725" y="387"/>
                  </a:lnTo>
                  <a:lnTo>
                    <a:pt x="17570" y="194"/>
                  </a:lnTo>
                  <a:lnTo>
                    <a:pt x="17454" y="117"/>
                  </a:lnTo>
                  <a:lnTo>
                    <a:pt x="17338" y="40"/>
                  </a:lnTo>
                  <a:lnTo>
                    <a:pt x="171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9"/>
            <p:cNvSpPr/>
            <p:nvPr/>
          </p:nvSpPr>
          <p:spPr>
            <a:xfrm>
              <a:off x="5978200" y="1074925"/>
              <a:ext cx="144850" cy="162200"/>
            </a:xfrm>
            <a:custGeom>
              <a:avLst/>
              <a:gdLst/>
              <a:ahLst/>
              <a:cxnLst/>
              <a:rect l="l" t="t" r="r" b="b"/>
              <a:pathLst>
                <a:path w="5794" h="6488" extrusionOk="0">
                  <a:moveTo>
                    <a:pt x="2241" y="425"/>
                  </a:moveTo>
                  <a:lnTo>
                    <a:pt x="2781" y="464"/>
                  </a:lnTo>
                  <a:lnTo>
                    <a:pt x="3283" y="580"/>
                  </a:lnTo>
                  <a:lnTo>
                    <a:pt x="3747" y="734"/>
                  </a:lnTo>
                  <a:lnTo>
                    <a:pt x="4171" y="1004"/>
                  </a:lnTo>
                  <a:lnTo>
                    <a:pt x="4558" y="1313"/>
                  </a:lnTo>
                  <a:lnTo>
                    <a:pt x="4751" y="1506"/>
                  </a:lnTo>
                  <a:lnTo>
                    <a:pt x="4905" y="1738"/>
                  </a:lnTo>
                  <a:lnTo>
                    <a:pt x="5021" y="1931"/>
                  </a:lnTo>
                  <a:lnTo>
                    <a:pt x="5137" y="2163"/>
                  </a:lnTo>
                  <a:lnTo>
                    <a:pt x="5214" y="2433"/>
                  </a:lnTo>
                  <a:lnTo>
                    <a:pt x="5291" y="2703"/>
                  </a:lnTo>
                  <a:lnTo>
                    <a:pt x="5330" y="3167"/>
                  </a:lnTo>
                  <a:lnTo>
                    <a:pt x="5330" y="3630"/>
                  </a:lnTo>
                  <a:lnTo>
                    <a:pt x="5214" y="4132"/>
                  </a:lnTo>
                  <a:lnTo>
                    <a:pt x="5021" y="4557"/>
                  </a:lnTo>
                  <a:lnTo>
                    <a:pt x="4789" y="4982"/>
                  </a:lnTo>
                  <a:lnTo>
                    <a:pt x="4480" y="5329"/>
                  </a:lnTo>
                  <a:lnTo>
                    <a:pt x="4287" y="5484"/>
                  </a:lnTo>
                  <a:lnTo>
                    <a:pt x="4094" y="5638"/>
                  </a:lnTo>
                  <a:lnTo>
                    <a:pt x="3901" y="5754"/>
                  </a:lnTo>
                  <a:lnTo>
                    <a:pt x="3669" y="5831"/>
                  </a:lnTo>
                  <a:lnTo>
                    <a:pt x="3360" y="5947"/>
                  </a:lnTo>
                  <a:lnTo>
                    <a:pt x="3090" y="5986"/>
                  </a:lnTo>
                  <a:lnTo>
                    <a:pt x="2820" y="6024"/>
                  </a:lnTo>
                  <a:lnTo>
                    <a:pt x="2550" y="5986"/>
                  </a:lnTo>
                  <a:lnTo>
                    <a:pt x="2279" y="5947"/>
                  </a:lnTo>
                  <a:lnTo>
                    <a:pt x="2048" y="5870"/>
                  </a:lnTo>
                  <a:lnTo>
                    <a:pt x="1855" y="5754"/>
                  </a:lnTo>
                  <a:lnTo>
                    <a:pt x="1623" y="5638"/>
                  </a:lnTo>
                  <a:lnTo>
                    <a:pt x="1430" y="5484"/>
                  </a:lnTo>
                  <a:lnTo>
                    <a:pt x="1275" y="5291"/>
                  </a:lnTo>
                  <a:lnTo>
                    <a:pt x="1082" y="5097"/>
                  </a:lnTo>
                  <a:lnTo>
                    <a:pt x="966" y="4904"/>
                  </a:lnTo>
                  <a:lnTo>
                    <a:pt x="696" y="4441"/>
                  </a:lnTo>
                  <a:lnTo>
                    <a:pt x="542" y="3900"/>
                  </a:lnTo>
                  <a:lnTo>
                    <a:pt x="426" y="3398"/>
                  </a:lnTo>
                  <a:lnTo>
                    <a:pt x="426" y="2858"/>
                  </a:lnTo>
                  <a:lnTo>
                    <a:pt x="503" y="2317"/>
                  </a:lnTo>
                  <a:lnTo>
                    <a:pt x="542" y="2047"/>
                  </a:lnTo>
                  <a:lnTo>
                    <a:pt x="657" y="1815"/>
                  </a:lnTo>
                  <a:lnTo>
                    <a:pt x="735" y="1584"/>
                  </a:lnTo>
                  <a:lnTo>
                    <a:pt x="889" y="1352"/>
                  </a:lnTo>
                  <a:lnTo>
                    <a:pt x="1044" y="1159"/>
                  </a:lnTo>
                  <a:lnTo>
                    <a:pt x="1237" y="1004"/>
                  </a:lnTo>
                  <a:lnTo>
                    <a:pt x="1430" y="811"/>
                  </a:lnTo>
                  <a:lnTo>
                    <a:pt x="1661" y="695"/>
                  </a:lnTo>
                  <a:lnTo>
                    <a:pt x="1893" y="580"/>
                  </a:lnTo>
                  <a:lnTo>
                    <a:pt x="2202" y="502"/>
                  </a:lnTo>
                  <a:lnTo>
                    <a:pt x="2241" y="464"/>
                  </a:lnTo>
                  <a:lnTo>
                    <a:pt x="2241" y="425"/>
                  </a:lnTo>
                  <a:close/>
                  <a:moveTo>
                    <a:pt x="2279" y="0"/>
                  </a:moveTo>
                  <a:lnTo>
                    <a:pt x="1970" y="39"/>
                  </a:lnTo>
                  <a:lnTo>
                    <a:pt x="1893" y="78"/>
                  </a:lnTo>
                  <a:lnTo>
                    <a:pt x="1816" y="116"/>
                  </a:lnTo>
                  <a:lnTo>
                    <a:pt x="1816" y="193"/>
                  </a:lnTo>
                  <a:lnTo>
                    <a:pt x="1816" y="271"/>
                  </a:lnTo>
                  <a:lnTo>
                    <a:pt x="1507" y="348"/>
                  </a:lnTo>
                  <a:lnTo>
                    <a:pt x="1275" y="464"/>
                  </a:lnTo>
                  <a:lnTo>
                    <a:pt x="1044" y="618"/>
                  </a:lnTo>
                  <a:lnTo>
                    <a:pt x="812" y="773"/>
                  </a:lnTo>
                  <a:lnTo>
                    <a:pt x="619" y="966"/>
                  </a:lnTo>
                  <a:lnTo>
                    <a:pt x="464" y="1197"/>
                  </a:lnTo>
                  <a:lnTo>
                    <a:pt x="349" y="1429"/>
                  </a:lnTo>
                  <a:lnTo>
                    <a:pt x="233" y="1661"/>
                  </a:lnTo>
                  <a:lnTo>
                    <a:pt x="117" y="1931"/>
                  </a:lnTo>
                  <a:lnTo>
                    <a:pt x="78" y="2201"/>
                  </a:lnTo>
                  <a:lnTo>
                    <a:pt x="1" y="2781"/>
                  </a:lnTo>
                  <a:lnTo>
                    <a:pt x="1" y="3360"/>
                  </a:lnTo>
                  <a:lnTo>
                    <a:pt x="78" y="3900"/>
                  </a:lnTo>
                  <a:lnTo>
                    <a:pt x="271" y="4518"/>
                  </a:lnTo>
                  <a:lnTo>
                    <a:pt x="387" y="4827"/>
                  </a:lnTo>
                  <a:lnTo>
                    <a:pt x="542" y="5097"/>
                  </a:lnTo>
                  <a:lnTo>
                    <a:pt x="696" y="5329"/>
                  </a:lnTo>
                  <a:lnTo>
                    <a:pt x="851" y="5561"/>
                  </a:lnTo>
                  <a:lnTo>
                    <a:pt x="1082" y="5793"/>
                  </a:lnTo>
                  <a:lnTo>
                    <a:pt x="1275" y="5986"/>
                  </a:lnTo>
                  <a:lnTo>
                    <a:pt x="1507" y="6140"/>
                  </a:lnTo>
                  <a:lnTo>
                    <a:pt x="1739" y="6256"/>
                  </a:lnTo>
                  <a:lnTo>
                    <a:pt x="2009" y="6372"/>
                  </a:lnTo>
                  <a:lnTo>
                    <a:pt x="2279" y="6449"/>
                  </a:lnTo>
                  <a:lnTo>
                    <a:pt x="2588" y="6488"/>
                  </a:lnTo>
                  <a:lnTo>
                    <a:pt x="2897" y="6488"/>
                  </a:lnTo>
                  <a:lnTo>
                    <a:pt x="3206" y="6449"/>
                  </a:lnTo>
                  <a:lnTo>
                    <a:pt x="3554" y="6372"/>
                  </a:lnTo>
                  <a:lnTo>
                    <a:pt x="3862" y="6256"/>
                  </a:lnTo>
                  <a:lnTo>
                    <a:pt x="4133" y="6140"/>
                  </a:lnTo>
                  <a:lnTo>
                    <a:pt x="4403" y="5986"/>
                  </a:lnTo>
                  <a:lnTo>
                    <a:pt x="4635" y="5793"/>
                  </a:lnTo>
                  <a:lnTo>
                    <a:pt x="4866" y="5599"/>
                  </a:lnTo>
                  <a:lnTo>
                    <a:pt x="5060" y="5368"/>
                  </a:lnTo>
                  <a:lnTo>
                    <a:pt x="5214" y="5136"/>
                  </a:lnTo>
                  <a:lnTo>
                    <a:pt x="5368" y="4866"/>
                  </a:lnTo>
                  <a:lnTo>
                    <a:pt x="5523" y="4634"/>
                  </a:lnTo>
                  <a:lnTo>
                    <a:pt x="5639" y="4325"/>
                  </a:lnTo>
                  <a:lnTo>
                    <a:pt x="5716" y="4055"/>
                  </a:lnTo>
                  <a:lnTo>
                    <a:pt x="5755" y="3746"/>
                  </a:lnTo>
                  <a:lnTo>
                    <a:pt x="5793" y="3437"/>
                  </a:lnTo>
                  <a:lnTo>
                    <a:pt x="5793" y="3128"/>
                  </a:lnTo>
                  <a:lnTo>
                    <a:pt x="5793" y="2858"/>
                  </a:lnTo>
                  <a:lnTo>
                    <a:pt x="5716" y="2549"/>
                  </a:lnTo>
                  <a:lnTo>
                    <a:pt x="5639" y="2240"/>
                  </a:lnTo>
                  <a:lnTo>
                    <a:pt x="5523" y="1931"/>
                  </a:lnTo>
                  <a:lnTo>
                    <a:pt x="5368" y="1661"/>
                  </a:lnTo>
                  <a:lnTo>
                    <a:pt x="5214" y="1390"/>
                  </a:lnTo>
                  <a:lnTo>
                    <a:pt x="5021" y="1159"/>
                  </a:lnTo>
                  <a:lnTo>
                    <a:pt x="4828" y="927"/>
                  </a:lnTo>
                  <a:lnTo>
                    <a:pt x="4596" y="734"/>
                  </a:lnTo>
                  <a:lnTo>
                    <a:pt x="4326" y="541"/>
                  </a:lnTo>
                  <a:lnTo>
                    <a:pt x="4094" y="386"/>
                  </a:lnTo>
                  <a:lnTo>
                    <a:pt x="3824" y="271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" name="Google Shape;2040;p9"/>
            <p:cNvSpPr/>
            <p:nvPr/>
          </p:nvSpPr>
          <p:spPr>
            <a:xfrm>
              <a:off x="5341075" y="1099050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0" y="78"/>
                  </a:lnTo>
                  <a:lnTo>
                    <a:pt x="2510" y="194"/>
                  </a:lnTo>
                  <a:lnTo>
                    <a:pt x="2240" y="310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0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0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9" y="4866"/>
                  </a:lnTo>
                  <a:lnTo>
                    <a:pt x="888" y="4828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7" y="3167"/>
                  </a:lnTo>
                  <a:lnTo>
                    <a:pt x="772" y="2742"/>
                  </a:lnTo>
                  <a:lnTo>
                    <a:pt x="966" y="2318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80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" name="Google Shape;2041;p9"/>
            <p:cNvSpPr/>
            <p:nvPr/>
          </p:nvSpPr>
          <p:spPr>
            <a:xfrm>
              <a:off x="695700" y="1106775"/>
              <a:ext cx="102350" cy="132275"/>
            </a:xfrm>
            <a:custGeom>
              <a:avLst/>
              <a:gdLst/>
              <a:ahLst/>
              <a:cxnLst/>
              <a:rect l="l" t="t" r="r" b="b"/>
              <a:pathLst>
                <a:path w="4094" h="5291" extrusionOk="0">
                  <a:moveTo>
                    <a:pt x="2279" y="1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4" y="1893"/>
                  </a:lnTo>
                  <a:lnTo>
                    <a:pt x="116" y="2279"/>
                  </a:lnTo>
                  <a:lnTo>
                    <a:pt x="39" y="2665"/>
                  </a:lnTo>
                  <a:lnTo>
                    <a:pt x="0" y="3051"/>
                  </a:lnTo>
                  <a:lnTo>
                    <a:pt x="0" y="3823"/>
                  </a:lnTo>
                  <a:lnTo>
                    <a:pt x="0" y="5291"/>
                  </a:lnTo>
                  <a:lnTo>
                    <a:pt x="425" y="5291"/>
                  </a:lnTo>
                  <a:lnTo>
                    <a:pt x="464" y="4750"/>
                  </a:lnTo>
                  <a:lnTo>
                    <a:pt x="464" y="4210"/>
                  </a:lnTo>
                  <a:lnTo>
                    <a:pt x="464" y="3630"/>
                  </a:lnTo>
                  <a:lnTo>
                    <a:pt x="464" y="3090"/>
                  </a:lnTo>
                  <a:lnTo>
                    <a:pt x="541" y="2549"/>
                  </a:lnTo>
                  <a:lnTo>
                    <a:pt x="657" y="2047"/>
                  </a:lnTo>
                  <a:lnTo>
                    <a:pt x="773" y="1816"/>
                  </a:lnTo>
                  <a:lnTo>
                    <a:pt x="889" y="1545"/>
                  </a:lnTo>
                  <a:lnTo>
                    <a:pt x="1043" y="1352"/>
                  </a:lnTo>
                  <a:lnTo>
                    <a:pt x="1198" y="1120"/>
                  </a:lnTo>
                  <a:lnTo>
                    <a:pt x="1391" y="927"/>
                  </a:lnTo>
                  <a:lnTo>
                    <a:pt x="1622" y="773"/>
                  </a:lnTo>
                  <a:lnTo>
                    <a:pt x="1854" y="657"/>
                  </a:lnTo>
                  <a:lnTo>
                    <a:pt x="2124" y="580"/>
                  </a:lnTo>
                  <a:lnTo>
                    <a:pt x="2433" y="541"/>
                  </a:lnTo>
                  <a:lnTo>
                    <a:pt x="2703" y="541"/>
                  </a:lnTo>
                  <a:lnTo>
                    <a:pt x="2974" y="618"/>
                  </a:lnTo>
                  <a:lnTo>
                    <a:pt x="3205" y="773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2" y="1391"/>
                  </a:lnTo>
                  <a:lnTo>
                    <a:pt x="3669" y="1661"/>
                  </a:lnTo>
                  <a:lnTo>
                    <a:pt x="4094" y="1545"/>
                  </a:lnTo>
                  <a:lnTo>
                    <a:pt x="3978" y="1159"/>
                  </a:lnTo>
                  <a:lnTo>
                    <a:pt x="3823" y="812"/>
                  </a:lnTo>
                  <a:lnTo>
                    <a:pt x="3630" y="503"/>
                  </a:lnTo>
                  <a:lnTo>
                    <a:pt x="3399" y="271"/>
                  </a:lnTo>
                  <a:lnTo>
                    <a:pt x="3244" y="194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2042;p9"/>
            <p:cNvSpPr/>
            <p:nvPr/>
          </p:nvSpPr>
          <p:spPr>
            <a:xfrm>
              <a:off x="560550" y="1107750"/>
              <a:ext cx="437325" cy="302175"/>
            </a:xfrm>
            <a:custGeom>
              <a:avLst/>
              <a:gdLst/>
              <a:ahLst/>
              <a:cxnLst/>
              <a:rect l="l" t="t" r="r" b="b"/>
              <a:pathLst>
                <a:path w="17493" h="12087" extrusionOk="0">
                  <a:moveTo>
                    <a:pt x="11971" y="502"/>
                  </a:moveTo>
                  <a:lnTo>
                    <a:pt x="12087" y="541"/>
                  </a:lnTo>
                  <a:lnTo>
                    <a:pt x="12203" y="579"/>
                  </a:lnTo>
                  <a:lnTo>
                    <a:pt x="12280" y="657"/>
                  </a:lnTo>
                  <a:lnTo>
                    <a:pt x="12627" y="888"/>
                  </a:lnTo>
                  <a:lnTo>
                    <a:pt x="12898" y="1159"/>
                  </a:lnTo>
                  <a:lnTo>
                    <a:pt x="13129" y="1506"/>
                  </a:lnTo>
                  <a:lnTo>
                    <a:pt x="13322" y="1854"/>
                  </a:lnTo>
                  <a:lnTo>
                    <a:pt x="13477" y="2278"/>
                  </a:lnTo>
                  <a:lnTo>
                    <a:pt x="13593" y="2665"/>
                  </a:lnTo>
                  <a:lnTo>
                    <a:pt x="13824" y="3437"/>
                  </a:lnTo>
                  <a:lnTo>
                    <a:pt x="13824" y="3437"/>
                  </a:lnTo>
                  <a:lnTo>
                    <a:pt x="13091" y="3012"/>
                  </a:lnTo>
                  <a:lnTo>
                    <a:pt x="12705" y="2780"/>
                  </a:lnTo>
                  <a:lnTo>
                    <a:pt x="12357" y="2510"/>
                  </a:lnTo>
                  <a:lnTo>
                    <a:pt x="12010" y="2124"/>
                  </a:lnTo>
                  <a:lnTo>
                    <a:pt x="11817" y="1931"/>
                  </a:lnTo>
                  <a:lnTo>
                    <a:pt x="11662" y="1738"/>
                  </a:lnTo>
                  <a:lnTo>
                    <a:pt x="11508" y="1429"/>
                  </a:lnTo>
                  <a:lnTo>
                    <a:pt x="11430" y="1081"/>
                  </a:lnTo>
                  <a:lnTo>
                    <a:pt x="11662" y="734"/>
                  </a:lnTo>
                  <a:lnTo>
                    <a:pt x="11739" y="618"/>
                  </a:lnTo>
                  <a:lnTo>
                    <a:pt x="11855" y="541"/>
                  </a:lnTo>
                  <a:lnTo>
                    <a:pt x="11971" y="502"/>
                  </a:lnTo>
                  <a:close/>
                  <a:moveTo>
                    <a:pt x="16296" y="1622"/>
                  </a:moveTo>
                  <a:lnTo>
                    <a:pt x="16412" y="1661"/>
                  </a:lnTo>
                  <a:lnTo>
                    <a:pt x="16489" y="1738"/>
                  </a:lnTo>
                  <a:lnTo>
                    <a:pt x="16566" y="1854"/>
                  </a:lnTo>
                  <a:lnTo>
                    <a:pt x="16605" y="1970"/>
                  </a:lnTo>
                  <a:lnTo>
                    <a:pt x="16643" y="2163"/>
                  </a:lnTo>
                  <a:lnTo>
                    <a:pt x="16643" y="2356"/>
                  </a:lnTo>
                  <a:lnTo>
                    <a:pt x="16605" y="2510"/>
                  </a:lnTo>
                  <a:lnTo>
                    <a:pt x="16528" y="2665"/>
                  </a:lnTo>
                  <a:lnTo>
                    <a:pt x="16412" y="2819"/>
                  </a:lnTo>
                  <a:lnTo>
                    <a:pt x="16296" y="2974"/>
                  </a:lnTo>
                  <a:lnTo>
                    <a:pt x="15948" y="3205"/>
                  </a:lnTo>
                  <a:lnTo>
                    <a:pt x="15524" y="3398"/>
                  </a:lnTo>
                  <a:lnTo>
                    <a:pt x="15137" y="3553"/>
                  </a:lnTo>
                  <a:lnTo>
                    <a:pt x="14713" y="3669"/>
                  </a:lnTo>
                  <a:lnTo>
                    <a:pt x="14365" y="3746"/>
                  </a:lnTo>
                  <a:lnTo>
                    <a:pt x="14481" y="3360"/>
                  </a:lnTo>
                  <a:lnTo>
                    <a:pt x="14635" y="2974"/>
                  </a:lnTo>
                  <a:lnTo>
                    <a:pt x="14828" y="2626"/>
                  </a:lnTo>
                  <a:lnTo>
                    <a:pt x="15060" y="2278"/>
                  </a:lnTo>
                  <a:lnTo>
                    <a:pt x="15408" y="1970"/>
                  </a:lnTo>
                  <a:lnTo>
                    <a:pt x="15639" y="1815"/>
                  </a:lnTo>
                  <a:lnTo>
                    <a:pt x="15871" y="1699"/>
                  </a:lnTo>
                  <a:lnTo>
                    <a:pt x="16103" y="1622"/>
                  </a:lnTo>
                  <a:close/>
                  <a:moveTo>
                    <a:pt x="13824" y="4286"/>
                  </a:moveTo>
                  <a:lnTo>
                    <a:pt x="13670" y="4557"/>
                  </a:lnTo>
                  <a:lnTo>
                    <a:pt x="13477" y="4788"/>
                  </a:lnTo>
                  <a:lnTo>
                    <a:pt x="13245" y="5020"/>
                  </a:lnTo>
                  <a:lnTo>
                    <a:pt x="13014" y="5252"/>
                  </a:lnTo>
                  <a:lnTo>
                    <a:pt x="12666" y="5484"/>
                  </a:lnTo>
                  <a:lnTo>
                    <a:pt x="12125" y="5792"/>
                  </a:lnTo>
                  <a:lnTo>
                    <a:pt x="11855" y="5908"/>
                  </a:lnTo>
                  <a:lnTo>
                    <a:pt x="11623" y="5986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4" y="5870"/>
                  </a:lnTo>
                  <a:lnTo>
                    <a:pt x="10967" y="5792"/>
                  </a:lnTo>
                  <a:lnTo>
                    <a:pt x="10928" y="5715"/>
                  </a:lnTo>
                  <a:lnTo>
                    <a:pt x="10890" y="5638"/>
                  </a:lnTo>
                  <a:lnTo>
                    <a:pt x="10890" y="5445"/>
                  </a:lnTo>
                  <a:lnTo>
                    <a:pt x="10967" y="5290"/>
                  </a:lnTo>
                  <a:lnTo>
                    <a:pt x="11121" y="5097"/>
                  </a:lnTo>
                  <a:lnTo>
                    <a:pt x="11276" y="4943"/>
                  </a:lnTo>
                  <a:lnTo>
                    <a:pt x="11546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7" y="4480"/>
                  </a:lnTo>
                  <a:lnTo>
                    <a:pt x="13245" y="4402"/>
                  </a:lnTo>
                  <a:lnTo>
                    <a:pt x="13554" y="4364"/>
                  </a:lnTo>
                  <a:lnTo>
                    <a:pt x="13824" y="4286"/>
                  </a:lnTo>
                  <a:close/>
                  <a:moveTo>
                    <a:pt x="14404" y="4248"/>
                  </a:moveTo>
                  <a:lnTo>
                    <a:pt x="15060" y="4595"/>
                  </a:lnTo>
                  <a:lnTo>
                    <a:pt x="15408" y="4788"/>
                  </a:lnTo>
                  <a:lnTo>
                    <a:pt x="15717" y="4982"/>
                  </a:lnTo>
                  <a:lnTo>
                    <a:pt x="15910" y="5136"/>
                  </a:lnTo>
                  <a:lnTo>
                    <a:pt x="16141" y="5368"/>
                  </a:lnTo>
                  <a:lnTo>
                    <a:pt x="16412" y="5677"/>
                  </a:lnTo>
                  <a:lnTo>
                    <a:pt x="16643" y="6024"/>
                  </a:lnTo>
                  <a:lnTo>
                    <a:pt x="16875" y="6333"/>
                  </a:lnTo>
                  <a:lnTo>
                    <a:pt x="16991" y="6681"/>
                  </a:lnTo>
                  <a:lnTo>
                    <a:pt x="16991" y="6835"/>
                  </a:lnTo>
                  <a:lnTo>
                    <a:pt x="16991" y="6990"/>
                  </a:lnTo>
                  <a:lnTo>
                    <a:pt x="16952" y="7105"/>
                  </a:lnTo>
                  <a:lnTo>
                    <a:pt x="16836" y="7221"/>
                  </a:lnTo>
                  <a:lnTo>
                    <a:pt x="16759" y="7298"/>
                  </a:lnTo>
                  <a:lnTo>
                    <a:pt x="16643" y="7337"/>
                  </a:lnTo>
                  <a:lnTo>
                    <a:pt x="16373" y="7337"/>
                  </a:lnTo>
                  <a:lnTo>
                    <a:pt x="16141" y="7221"/>
                  </a:lnTo>
                  <a:lnTo>
                    <a:pt x="15871" y="7028"/>
                  </a:lnTo>
                  <a:lnTo>
                    <a:pt x="15601" y="6835"/>
                  </a:lnTo>
                  <a:lnTo>
                    <a:pt x="15369" y="6565"/>
                  </a:lnTo>
                  <a:lnTo>
                    <a:pt x="15060" y="6179"/>
                  </a:lnTo>
                  <a:lnTo>
                    <a:pt x="14828" y="5715"/>
                  </a:lnTo>
                  <a:lnTo>
                    <a:pt x="14635" y="5252"/>
                  </a:lnTo>
                  <a:lnTo>
                    <a:pt x="14520" y="4750"/>
                  </a:lnTo>
                  <a:lnTo>
                    <a:pt x="14404" y="4248"/>
                  </a:lnTo>
                  <a:close/>
                  <a:moveTo>
                    <a:pt x="11855" y="0"/>
                  </a:moveTo>
                  <a:lnTo>
                    <a:pt x="11585" y="77"/>
                  </a:lnTo>
                  <a:lnTo>
                    <a:pt x="11469" y="116"/>
                  </a:lnTo>
                  <a:lnTo>
                    <a:pt x="11353" y="232"/>
                  </a:lnTo>
                  <a:lnTo>
                    <a:pt x="11160" y="425"/>
                  </a:lnTo>
                  <a:lnTo>
                    <a:pt x="11006" y="618"/>
                  </a:lnTo>
                  <a:lnTo>
                    <a:pt x="10928" y="811"/>
                  </a:lnTo>
                  <a:lnTo>
                    <a:pt x="10928" y="1043"/>
                  </a:lnTo>
                  <a:lnTo>
                    <a:pt x="10928" y="1236"/>
                  </a:lnTo>
                  <a:lnTo>
                    <a:pt x="10967" y="1468"/>
                  </a:lnTo>
                  <a:lnTo>
                    <a:pt x="11083" y="1699"/>
                  </a:lnTo>
                  <a:lnTo>
                    <a:pt x="11199" y="1892"/>
                  </a:lnTo>
                  <a:lnTo>
                    <a:pt x="11546" y="2317"/>
                  </a:lnTo>
                  <a:lnTo>
                    <a:pt x="11932" y="2742"/>
                  </a:lnTo>
                  <a:lnTo>
                    <a:pt x="12396" y="3089"/>
                  </a:lnTo>
                  <a:lnTo>
                    <a:pt x="12859" y="3437"/>
                  </a:lnTo>
                  <a:lnTo>
                    <a:pt x="12048" y="3321"/>
                  </a:lnTo>
                  <a:lnTo>
                    <a:pt x="11199" y="3282"/>
                  </a:lnTo>
                  <a:lnTo>
                    <a:pt x="10388" y="3360"/>
                  </a:lnTo>
                  <a:lnTo>
                    <a:pt x="9615" y="3476"/>
                  </a:lnTo>
                  <a:lnTo>
                    <a:pt x="9654" y="3012"/>
                  </a:lnTo>
                  <a:lnTo>
                    <a:pt x="9654" y="2510"/>
                  </a:lnTo>
                  <a:lnTo>
                    <a:pt x="9615" y="2008"/>
                  </a:lnTo>
                  <a:lnTo>
                    <a:pt x="9500" y="1506"/>
                  </a:lnTo>
                  <a:lnTo>
                    <a:pt x="9075" y="1622"/>
                  </a:lnTo>
                  <a:lnTo>
                    <a:pt x="9152" y="2085"/>
                  </a:lnTo>
                  <a:lnTo>
                    <a:pt x="9152" y="2587"/>
                  </a:lnTo>
                  <a:lnTo>
                    <a:pt x="9113" y="3089"/>
                  </a:lnTo>
                  <a:lnTo>
                    <a:pt x="9075" y="3514"/>
                  </a:lnTo>
                  <a:lnTo>
                    <a:pt x="9075" y="3630"/>
                  </a:lnTo>
                  <a:lnTo>
                    <a:pt x="8225" y="3900"/>
                  </a:lnTo>
                  <a:lnTo>
                    <a:pt x="7414" y="4286"/>
                  </a:lnTo>
                  <a:lnTo>
                    <a:pt x="6604" y="4711"/>
                  </a:lnTo>
                  <a:lnTo>
                    <a:pt x="5831" y="5252"/>
                  </a:lnTo>
                  <a:lnTo>
                    <a:pt x="5406" y="5252"/>
                  </a:lnTo>
                  <a:lnTo>
                    <a:pt x="5406" y="5561"/>
                  </a:lnTo>
                  <a:lnTo>
                    <a:pt x="4596" y="6217"/>
                  </a:lnTo>
                  <a:lnTo>
                    <a:pt x="3823" y="6951"/>
                  </a:lnTo>
                  <a:lnTo>
                    <a:pt x="3090" y="7685"/>
                  </a:lnTo>
                  <a:lnTo>
                    <a:pt x="2394" y="8495"/>
                  </a:lnTo>
                  <a:lnTo>
                    <a:pt x="1738" y="9306"/>
                  </a:lnTo>
                  <a:lnTo>
                    <a:pt x="1082" y="10156"/>
                  </a:lnTo>
                  <a:lnTo>
                    <a:pt x="502" y="10967"/>
                  </a:lnTo>
                  <a:lnTo>
                    <a:pt x="0" y="11816"/>
                  </a:lnTo>
                  <a:lnTo>
                    <a:pt x="309" y="12087"/>
                  </a:lnTo>
                  <a:lnTo>
                    <a:pt x="1545" y="10503"/>
                  </a:lnTo>
                  <a:lnTo>
                    <a:pt x="2742" y="8959"/>
                  </a:lnTo>
                  <a:lnTo>
                    <a:pt x="3360" y="8225"/>
                  </a:lnTo>
                  <a:lnTo>
                    <a:pt x="4016" y="7491"/>
                  </a:lnTo>
                  <a:lnTo>
                    <a:pt x="4711" y="6835"/>
                  </a:lnTo>
                  <a:lnTo>
                    <a:pt x="5484" y="6179"/>
                  </a:lnTo>
                  <a:lnTo>
                    <a:pt x="6256" y="5599"/>
                  </a:lnTo>
                  <a:lnTo>
                    <a:pt x="7106" y="5059"/>
                  </a:lnTo>
                  <a:lnTo>
                    <a:pt x="7994" y="4634"/>
                  </a:lnTo>
                  <a:lnTo>
                    <a:pt x="8457" y="4441"/>
                  </a:lnTo>
                  <a:lnTo>
                    <a:pt x="8920" y="4248"/>
                  </a:lnTo>
                  <a:lnTo>
                    <a:pt x="9422" y="4132"/>
                  </a:lnTo>
                  <a:lnTo>
                    <a:pt x="9886" y="4016"/>
                  </a:lnTo>
                  <a:lnTo>
                    <a:pt x="10388" y="3939"/>
                  </a:lnTo>
                  <a:lnTo>
                    <a:pt x="10851" y="3862"/>
                  </a:lnTo>
                  <a:lnTo>
                    <a:pt x="11353" y="3823"/>
                  </a:lnTo>
                  <a:lnTo>
                    <a:pt x="11855" y="3823"/>
                  </a:lnTo>
                  <a:lnTo>
                    <a:pt x="12357" y="3862"/>
                  </a:lnTo>
                  <a:lnTo>
                    <a:pt x="12821" y="3939"/>
                  </a:lnTo>
                  <a:lnTo>
                    <a:pt x="12319" y="4016"/>
                  </a:lnTo>
                  <a:lnTo>
                    <a:pt x="11855" y="4132"/>
                  </a:lnTo>
                  <a:lnTo>
                    <a:pt x="11392" y="4286"/>
                  </a:lnTo>
                  <a:lnTo>
                    <a:pt x="11199" y="4402"/>
                  </a:lnTo>
                  <a:lnTo>
                    <a:pt x="11006" y="4557"/>
                  </a:lnTo>
                  <a:lnTo>
                    <a:pt x="10813" y="4711"/>
                  </a:lnTo>
                  <a:lnTo>
                    <a:pt x="10697" y="4866"/>
                  </a:lnTo>
                  <a:lnTo>
                    <a:pt x="10542" y="5059"/>
                  </a:lnTo>
                  <a:lnTo>
                    <a:pt x="10465" y="5290"/>
                  </a:lnTo>
                  <a:lnTo>
                    <a:pt x="10388" y="5522"/>
                  </a:lnTo>
                  <a:lnTo>
                    <a:pt x="10388" y="5754"/>
                  </a:lnTo>
                  <a:lnTo>
                    <a:pt x="10426" y="5947"/>
                  </a:lnTo>
                  <a:lnTo>
                    <a:pt x="10581" y="6179"/>
                  </a:lnTo>
                  <a:lnTo>
                    <a:pt x="10658" y="6256"/>
                  </a:lnTo>
                  <a:lnTo>
                    <a:pt x="10774" y="6333"/>
                  </a:lnTo>
                  <a:lnTo>
                    <a:pt x="11006" y="6410"/>
                  </a:lnTo>
                  <a:lnTo>
                    <a:pt x="11276" y="6449"/>
                  </a:lnTo>
                  <a:lnTo>
                    <a:pt x="11585" y="6410"/>
                  </a:lnTo>
                  <a:lnTo>
                    <a:pt x="11855" y="6372"/>
                  </a:lnTo>
                  <a:lnTo>
                    <a:pt x="12164" y="6256"/>
                  </a:lnTo>
                  <a:lnTo>
                    <a:pt x="12627" y="6063"/>
                  </a:lnTo>
                  <a:lnTo>
                    <a:pt x="13052" y="5792"/>
                  </a:lnTo>
                  <a:lnTo>
                    <a:pt x="13422" y="5533"/>
                  </a:lnTo>
                  <a:lnTo>
                    <a:pt x="13422" y="5533"/>
                  </a:lnTo>
                  <a:lnTo>
                    <a:pt x="13786" y="5715"/>
                  </a:lnTo>
                  <a:lnTo>
                    <a:pt x="14056" y="4866"/>
                  </a:lnTo>
                  <a:lnTo>
                    <a:pt x="14211" y="5406"/>
                  </a:lnTo>
                  <a:lnTo>
                    <a:pt x="14404" y="5908"/>
                  </a:lnTo>
                  <a:lnTo>
                    <a:pt x="14674" y="6410"/>
                  </a:lnTo>
                  <a:lnTo>
                    <a:pt x="14983" y="6874"/>
                  </a:lnTo>
                  <a:lnTo>
                    <a:pt x="15176" y="7067"/>
                  </a:lnTo>
                  <a:lnTo>
                    <a:pt x="15408" y="7298"/>
                  </a:lnTo>
                  <a:lnTo>
                    <a:pt x="15678" y="7491"/>
                  </a:lnTo>
                  <a:lnTo>
                    <a:pt x="15987" y="7685"/>
                  </a:lnTo>
                  <a:lnTo>
                    <a:pt x="16296" y="7800"/>
                  </a:lnTo>
                  <a:lnTo>
                    <a:pt x="16605" y="7878"/>
                  </a:lnTo>
                  <a:lnTo>
                    <a:pt x="16875" y="7878"/>
                  </a:lnTo>
                  <a:lnTo>
                    <a:pt x="17030" y="7800"/>
                  </a:lnTo>
                  <a:lnTo>
                    <a:pt x="17184" y="7723"/>
                  </a:lnTo>
                  <a:lnTo>
                    <a:pt x="17300" y="7646"/>
                  </a:lnTo>
                  <a:lnTo>
                    <a:pt x="17377" y="7530"/>
                  </a:lnTo>
                  <a:lnTo>
                    <a:pt x="17416" y="7414"/>
                  </a:lnTo>
                  <a:lnTo>
                    <a:pt x="17454" y="7260"/>
                  </a:lnTo>
                  <a:lnTo>
                    <a:pt x="17493" y="6951"/>
                  </a:lnTo>
                  <a:lnTo>
                    <a:pt x="17416" y="6603"/>
                  </a:lnTo>
                  <a:lnTo>
                    <a:pt x="17300" y="6294"/>
                  </a:lnTo>
                  <a:lnTo>
                    <a:pt x="17184" y="5986"/>
                  </a:lnTo>
                  <a:lnTo>
                    <a:pt x="17030" y="5715"/>
                  </a:lnTo>
                  <a:lnTo>
                    <a:pt x="16875" y="5484"/>
                  </a:lnTo>
                  <a:lnTo>
                    <a:pt x="16682" y="5252"/>
                  </a:lnTo>
                  <a:lnTo>
                    <a:pt x="16489" y="5020"/>
                  </a:lnTo>
                  <a:lnTo>
                    <a:pt x="16257" y="4788"/>
                  </a:lnTo>
                  <a:lnTo>
                    <a:pt x="16026" y="4634"/>
                  </a:lnTo>
                  <a:lnTo>
                    <a:pt x="15524" y="4286"/>
                  </a:lnTo>
                  <a:lnTo>
                    <a:pt x="14944" y="4016"/>
                  </a:lnTo>
                  <a:lnTo>
                    <a:pt x="15408" y="3900"/>
                  </a:lnTo>
                  <a:lnTo>
                    <a:pt x="15832" y="3746"/>
                  </a:lnTo>
                  <a:lnTo>
                    <a:pt x="16219" y="3514"/>
                  </a:lnTo>
                  <a:lnTo>
                    <a:pt x="16605" y="3244"/>
                  </a:lnTo>
                  <a:lnTo>
                    <a:pt x="16759" y="3089"/>
                  </a:lnTo>
                  <a:lnTo>
                    <a:pt x="16914" y="2858"/>
                  </a:lnTo>
                  <a:lnTo>
                    <a:pt x="17030" y="2665"/>
                  </a:lnTo>
                  <a:lnTo>
                    <a:pt x="17107" y="2433"/>
                  </a:lnTo>
                  <a:lnTo>
                    <a:pt x="17145" y="2201"/>
                  </a:lnTo>
                  <a:lnTo>
                    <a:pt x="17107" y="1931"/>
                  </a:lnTo>
                  <a:lnTo>
                    <a:pt x="17068" y="1699"/>
                  </a:lnTo>
                  <a:lnTo>
                    <a:pt x="16914" y="1506"/>
                  </a:lnTo>
                  <a:lnTo>
                    <a:pt x="16759" y="1313"/>
                  </a:lnTo>
                  <a:lnTo>
                    <a:pt x="16528" y="1236"/>
                  </a:lnTo>
                  <a:lnTo>
                    <a:pt x="16334" y="1159"/>
                  </a:lnTo>
                  <a:lnTo>
                    <a:pt x="16103" y="1159"/>
                  </a:lnTo>
                  <a:lnTo>
                    <a:pt x="15910" y="1197"/>
                  </a:lnTo>
                  <a:lnTo>
                    <a:pt x="15678" y="1275"/>
                  </a:lnTo>
                  <a:lnTo>
                    <a:pt x="15446" y="1352"/>
                  </a:lnTo>
                  <a:lnTo>
                    <a:pt x="15253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6" y="2587"/>
                  </a:lnTo>
                  <a:lnTo>
                    <a:pt x="14095" y="3012"/>
                  </a:lnTo>
                  <a:lnTo>
                    <a:pt x="13940" y="2433"/>
                  </a:lnTo>
                  <a:lnTo>
                    <a:pt x="13747" y="1892"/>
                  </a:lnTo>
                  <a:lnTo>
                    <a:pt x="13516" y="1352"/>
                  </a:lnTo>
                  <a:lnTo>
                    <a:pt x="13168" y="850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7" y="155"/>
                  </a:lnTo>
                  <a:lnTo>
                    <a:pt x="12087" y="39"/>
                  </a:lnTo>
                  <a:lnTo>
                    <a:pt x="118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9"/>
            <p:cNvSpPr/>
            <p:nvPr/>
          </p:nvSpPr>
          <p:spPr>
            <a:xfrm>
              <a:off x="5590125" y="113380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39" y="233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3"/>
                  </a:lnTo>
                  <a:lnTo>
                    <a:pt x="1005" y="155"/>
                  </a:lnTo>
                  <a:lnTo>
                    <a:pt x="966" y="117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2044;p9"/>
            <p:cNvSpPr/>
            <p:nvPr/>
          </p:nvSpPr>
          <p:spPr>
            <a:xfrm>
              <a:off x="5491675" y="1139600"/>
              <a:ext cx="21250" cy="8725"/>
            </a:xfrm>
            <a:custGeom>
              <a:avLst/>
              <a:gdLst/>
              <a:ahLst/>
              <a:cxnLst/>
              <a:rect l="l" t="t" r="r" b="b"/>
              <a:pathLst>
                <a:path w="850" h="349" extrusionOk="0">
                  <a:moveTo>
                    <a:pt x="425" y="1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0" y="194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4"/>
                  </a:lnTo>
                  <a:lnTo>
                    <a:pt x="811" y="78"/>
                  </a:lnTo>
                  <a:lnTo>
                    <a:pt x="73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" name="Google Shape;2045;p9"/>
            <p:cNvSpPr/>
            <p:nvPr/>
          </p:nvSpPr>
          <p:spPr>
            <a:xfrm>
              <a:off x="2443975" y="1153125"/>
              <a:ext cx="315725" cy="477875"/>
            </a:xfrm>
            <a:custGeom>
              <a:avLst/>
              <a:gdLst/>
              <a:ahLst/>
              <a:cxnLst/>
              <a:rect l="l" t="t" r="r" b="b"/>
              <a:pathLst>
                <a:path w="12629" h="19115" extrusionOk="0">
                  <a:moveTo>
                    <a:pt x="1005" y="618"/>
                  </a:moveTo>
                  <a:lnTo>
                    <a:pt x="1661" y="850"/>
                  </a:lnTo>
                  <a:lnTo>
                    <a:pt x="2318" y="1120"/>
                  </a:lnTo>
                  <a:lnTo>
                    <a:pt x="2743" y="1352"/>
                  </a:lnTo>
                  <a:lnTo>
                    <a:pt x="3167" y="1583"/>
                  </a:lnTo>
                  <a:lnTo>
                    <a:pt x="3322" y="1699"/>
                  </a:lnTo>
                  <a:lnTo>
                    <a:pt x="3476" y="1854"/>
                  </a:lnTo>
                  <a:lnTo>
                    <a:pt x="3669" y="2124"/>
                  </a:lnTo>
                  <a:lnTo>
                    <a:pt x="3862" y="2471"/>
                  </a:lnTo>
                  <a:lnTo>
                    <a:pt x="4017" y="2819"/>
                  </a:lnTo>
                  <a:lnTo>
                    <a:pt x="5677" y="6796"/>
                  </a:lnTo>
                  <a:lnTo>
                    <a:pt x="9075" y="15021"/>
                  </a:lnTo>
                  <a:lnTo>
                    <a:pt x="9153" y="15098"/>
                  </a:lnTo>
                  <a:lnTo>
                    <a:pt x="9191" y="15137"/>
                  </a:lnTo>
                  <a:lnTo>
                    <a:pt x="9346" y="15137"/>
                  </a:lnTo>
                  <a:lnTo>
                    <a:pt x="8921" y="15369"/>
                  </a:lnTo>
                  <a:lnTo>
                    <a:pt x="7956" y="13515"/>
                  </a:lnTo>
                  <a:lnTo>
                    <a:pt x="6990" y="11662"/>
                  </a:lnTo>
                  <a:lnTo>
                    <a:pt x="5021" y="7955"/>
                  </a:lnTo>
                  <a:lnTo>
                    <a:pt x="3013" y="4286"/>
                  </a:lnTo>
                  <a:lnTo>
                    <a:pt x="1005" y="618"/>
                  </a:lnTo>
                  <a:close/>
                  <a:moveTo>
                    <a:pt x="657" y="502"/>
                  </a:moveTo>
                  <a:lnTo>
                    <a:pt x="657" y="541"/>
                  </a:lnTo>
                  <a:lnTo>
                    <a:pt x="4673" y="8032"/>
                  </a:lnTo>
                  <a:lnTo>
                    <a:pt x="6720" y="11739"/>
                  </a:lnTo>
                  <a:lnTo>
                    <a:pt x="7763" y="13593"/>
                  </a:lnTo>
                  <a:lnTo>
                    <a:pt x="8805" y="15446"/>
                  </a:lnTo>
                  <a:lnTo>
                    <a:pt x="8651" y="15523"/>
                  </a:lnTo>
                  <a:lnTo>
                    <a:pt x="7415" y="13747"/>
                  </a:lnTo>
                  <a:lnTo>
                    <a:pt x="6179" y="12009"/>
                  </a:lnTo>
                  <a:lnTo>
                    <a:pt x="3592" y="8534"/>
                  </a:lnTo>
                  <a:lnTo>
                    <a:pt x="2318" y="6758"/>
                  </a:lnTo>
                  <a:lnTo>
                    <a:pt x="1005" y="4943"/>
                  </a:lnTo>
                  <a:lnTo>
                    <a:pt x="850" y="4711"/>
                  </a:lnTo>
                  <a:lnTo>
                    <a:pt x="735" y="4479"/>
                  </a:lnTo>
                  <a:lnTo>
                    <a:pt x="619" y="4209"/>
                  </a:lnTo>
                  <a:lnTo>
                    <a:pt x="542" y="3939"/>
                  </a:lnTo>
                  <a:lnTo>
                    <a:pt x="464" y="3398"/>
                  </a:lnTo>
                  <a:lnTo>
                    <a:pt x="426" y="2819"/>
                  </a:lnTo>
                  <a:lnTo>
                    <a:pt x="464" y="2240"/>
                  </a:lnTo>
                  <a:lnTo>
                    <a:pt x="503" y="1661"/>
                  </a:lnTo>
                  <a:lnTo>
                    <a:pt x="657" y="502"/>
                  </a:lnTo>
                  <a:close/>
                  <a:moveTo>
                    <a:pt x="11508" y="12280"/>
                  </a:moveTo>
                  <a:lnTo>
                    <a:pt x="11663" y="12357"/>
                  </a:lnTo>
                  <a:lnTo>
                    <a:pt x="11817" y="12434"/>
                  </a:lnTo>
                  <a:lnTo>
                    <a:pt x="12165" y="12859"/>
                  </a:lnTo>
                  <a:lnTo>
                    <a:pt x="12242" y="13052"/>
                  </a:lnTo>
                  <a:lnTo>
                    <a:pt x="12280" y="13245"/>
                  </a:lnTo>
                  <a:lnTo>
                    <a:pt x="12242" y="13438"/>
                  </a:lnTo>
                  <a:lnTo>
                    <a:pt x="12203" y="13631"/>
                  </a:lnTo>
                  <a:lnTo>
                    <a:pt x="12049" y="14017"/>
                  </a:lnTo>
                  <a:lnTo>
                    <a:pt x="11856" y="14365"/>
                  </a:lnTo>
                  <a:lnTo>
                    <a:pt x="11508" y="14790"/>
                  </a:lnTo>
                  <a:lnTo>
                    <a:pt x="11122" y="15176"/>
                  </a:lnTo>
                  <a:lnTo>
                    <a:pt x="10697" y="15523"/>
                  </a:lnTo>
                  <a:lnTo>
                    <a:pt x="10273" y="15871"/>
                  </a:lnTo>
                  <a:lnTo>
                    <a:pt x="10157" y="15871"/>
                  </a:lnTo>
                  <a:lnTo>
                    <a:pt x="10118" y="15987"/>
                  </a:lnTo>
                  <a:lnTo>
                    <a:pt x="9771" y="16180"/>
                  </a:lnTo>
                  <a:lnTo>
                    <a:pt x="9114" y="16604"/>
                  </a:lnTo>
                  <a:lnTo>
                    <a:pt x="8458" y="16952"/>
                  </a:lnTo>
                  <a:lnTo>
                    <a:pt x="7724" y="17261"/>
                  </a:lnTo>
                  <a:lnTo>
                    <a:pt x="6990" y="17493"/>
                  </a:lnTo>
                  <a:lnTo>
                    <a:pt x="6643" y="17608"/>
                  </a:lnTo>
                  <a:lnTo>
                    <a:pt x="6295" y="17647"/>
                  </a:lnTo>
                  <a:lnTo>
                    <a:pt x="5755" y="17647"/>
                  </a:lnTo>
                  <a:lnTo>
                    <a:pt x="5562" y="17570"/>
                  </a:lnTo>
                  <a:lnTo>
                    <a:pt x="5446" y="17493"/>
                  </a:lnTo>
                  <a:lnTo>
                    <a:pt x="5330" y="17415"/>
                  </a:lnTo>
                  <a:lnTo>
                    <a:pt x="5098" y="17184"/>
                  </a:lnTo>
                  <a:lnTo>
                    <a:pt x="4982" y="16875"/>
                  </a:lnTo>
                  <a:lnTo>
                    <a:pt x="4905" y="16604"/>
                  </a:lnTo>
                  <a:lnTo>
                    <a:pt x="4944" y="16411"/>
                  </a:lnTo>
                  <a:lnTo>
                    <a:pt x="4982" y="16218"/>
                  </a:lnTo>
                  <a:lnTo>
                    <a:pt x="5060" y="16064"/>
                  </a:lnTo>
                  <a:lnTo>
                    <a:pt x="5175" y="15948"/>
                  </a:lnTo>
                  <a:lnTo>
                    <a:pt x="5291" y="15832"/>
                  </a:lnTo>
                  <a:lnTo>
                    <a:pt x="5407" y="15755"/>
                  </a:lnTo>
                  <a:lnTo>
                    <a:pt x="5523" y="15716"/>
                  </a:lnTo>
                  <a:lnTo>
                    <a:pt x="5639" y="15755"/>
                  </a:lnTo>
                  <a:lnTo>
                    <a:pt x="5793" y="15832"/>
                  </a:lnTo>
                  <a:lnTo>
                    <a:pt x="5948" y="15948"/>
                  </a:lnTo>
                  <a:lnTo>
                    <a:pt x="6064" y="16141"/>
                  </a:lnTo>
                  <a:lnTo>
                    <a:pt x="6257" y="16373"/>
                  </a:lnTo>
                  <a:lnTo>
                    <a:pt x="6102" y="16411"/>
                  </a:lnTo>
                  <a:lnTo>
                    <a:pt x="6025" y="16450"/>
                  </a:lnTo>
                  <a:lnTo>
                    <a:pt x="6025" y="16566"/>
                  </a:lnTo>
                  <a:lnTo>
                    <a:pt x="6064" y="16643"/>
                  </a:lnTo>
                  <a:lnTo>
                    <a:pt x="6141" y="16643"/>
                  </a:lnTo>
                  <a:lnTo>
                    <a:pt x="6913" y="16566"/>
                  </a:lnTo>
                  <a:lnTo>
                    <a:pt x="7685" y="16373"/>
                  </a:lnTo>
                  <a:lnTo>
                    <a:pt x="8496" y="16064"/>
                  </a:lnTo>
                  <a:lnTo>
                    <a:pt x="9230" y="15716"/>
                  </a:lnTo>
                  <a:lnTo>
                    <a:pt x="9616" y="15485"/>
                  </a:lnTo>
                  <a:lnTo>
                    <a:pt x="9964" y="15253"/>
                  </a:lnTo>
                  <a:lnTo>
                    <a:pt x="10273" y="15021"/>
                  </a:lnTo>
                  <a:lnTo>
                    <a:pt x="10581" y="14751"/>
                  </a:lnTo>
                  <a:lnTo>
                    <a:pt x="10890" y="14481"/>
                  </a:lnTo>
                  <a:lnTo>
                    <a:pt x="11122" y="14172"/>
                  </a:lnTo>
                  <a:lnTo>
                    <a:pt x="11354" y="13824"/>
                  </a:lnTo>
                  <a:lnTo>
                    <a:pt x="11547" y="13515"/>
                  </a:lnTo>
                  <a:lnTo>
                    <a:pt x="11547" y="13438"/>
                  </a:lnTo>
                  <a:lnTo>
                    <a:pt x="11547" y="13361"/>
                  </a:lnTo>
                  <a:lnTo>
                    <a:pt x="11508" y="13284"/>
                  </a:lnTo>
                  <a:lnTo>
                    <a:pt x="11431" y="13245"/>
                  </a:lnTo>
                  <a:lnTo>
                    <a:pt x="11238" y="13245"/>
                  </a:lnTo>
                  <a:lnTo>
                    <a:pt x="11161" y="13322"/>
                  </a:lnTo>
                  <a:lnTo>
                    <a:pt x="10968" y="13670"/>
                  </a:lnTo>
                  <a:lnTo>
                    <a:pt x="10775" y="13554"/>
                  </a:lnTo>
                  <a:lnTo>
                    <a:pt x="10659" y="13438"/>
                  </a:lnTo>
                  <a:lnTo>
                    <a:pt x="10620" y="13284"/>
                  </a:lnTo>
                  <a:lnTo>
                    <a:pt x="10581" y="13168"/>
                  </a:lnTo>
                  <a:lnTo>
                    <a:pt x="10620" y="13013"/>
                  </a:lnTo>
                  <a:lnTo>
                    <a:pt x="10659" y="12859"/>
                  </a:lnTo>
                  <a:lnTo>
                    <a:pt x="10852" y="12627"/>
                  </a:lnTo>
                  <a:lnTo>
                    <a:pt x="10929" y="12473"/>
                  </a:lnTo>
                  <a:lnTo>
                    <a:pt x="11045" y="12357"/>
                  </a:lnTo>
                  <a:lnTo>
                    <a:pt x="11122" y="12318"/>
                  </a:lnTo>
                  <a:lnTo>
                    <a:pt x="11238" y="12280"/>
                  </a:lnTo>
                  <a:close/>
                  <a:moveTo>
                    <a:pt x="426" y="0"/>
                  </a:moveTo>
                  <a:lnTo>
                    <a:pt x="349" y="39"/>
                  </a:lnTo>
                  <a:lnTo>
                    <a:pt x="271" y="116"/>
                  </a:lnTo>
                  <a:lnTo>
                    <a:pt x="233" y="193"/>
                  </a:lnTo>
                  <a:lnTo>
                    <a:pt x="78" y="2587"/>
                  </a:lnTo>
                  <a:lnTo>
                    <a:pt x="40" y="3012"/>
                  </a:lnTo>
                  <a:lnTo>
                    <a:pt x="1" y="3475"/>
                  </a:lnTo>
                  <a:lnTo>
                    <a:pt x="40" y="3900"/>
                  </a:lnTo>
                  <a:lnTo>
                    <a:pt x="117" y="4325"/>
                  </a:lnTo>
                  <a:lnTo>
                    <a:pt x="233" y="4518"/>
                  </a:lnTo>
                  <a:lnTo>
                    <a:pt x="349" y="4750"/>
                  </a:lnTo>
                  <a:lnTo>
                    <a:pt x="619" y="5175"/>
                  </a:lnTo>
                  <a:lnTo>
                    <a:pt x="1237" y="5985"/>
                  </a:lnTo>
                  <a:lnTo>
                    <a:pt x="2665" y="7955"/>
                  </a:lnTo>
                  <a:lnTo>
                    <a:pt x="5446" y="11816"/>
                  </a:lnTo>
                  <a:lnTo>
                    <a:pt x="6874" y="13747"/>
                  </a:lnTo>
                  <a:lnTo>
                    <a:pt x="8342" y="15639"/>
                  </a:lnTo>
                  <a:lnTo>
                    <a:pt x="7492" y="15987"/>
                  </a:lnTo>
                  <a:lnTo>
                    <a:pt x="6643" y="16257"/>
                  </a:lnTo>
                  <a:lnTo>
                    <a:pt x="6643" y="16257"/>
                  </a:lnTo>
                  <a:lnTo>
                    <a:pt x="6681" y="16102"/>
                  </a:lnTo>
                  <a:lnTo>
                    <a:pt x="6681" y="15948"/>
                  </a:lnTo>
                  <a:lnTo>
                    <a:pt x="6643" y="15755"/>
                  </a:lnTo>
                  <a:lnTo>
                    <a:pt x="6565" y="15639"/>
                  </a:lnTo>
                  <a:lnTo>
                    <a:pt x="6488" y="15485"/>
                  </a:lnTo>
                  <a:lnTo>
                    <a:pt x="6334" y="15369"/>
                  </a:lnTo>
                  <a:lnTo>
                    <a:pt x="6179" y="15292"/>
                  </a:lnTo>
                  <a:lnTo>
                    <a:pt x="6025" y="15253"/>
                  </a:lnTo>
                  <a:lnTo>
                    <a:pt x="5716" y="15253"/>
                  </a:lnTo>
                  <a:lnTo>
                    <a:pt x="5484" y="15292"/>
                  </a:lnTo>
                  <a:lnTo>
                    <a:pt x="5214" y="15407"/>
                  </a:lnTo>
                  <a:lnTo>
                    <a:pt x="5021" y="15600"/>
                  </a:lnTo>
                  <a:lnTo>
                    <a:pt x="4828" y="15794"/>
                  </a:lnTo>
                  <a:lnTo>
                    <a:pt x="4712" y="16025"/>
                  </a:lnTo>
                  <a:lnTo>
                    <a:pt x="4596" y="16296"/>
                  </a:lnTo>
                  <a:lnTo>
                    <a:pt x="4596" y="16566"/>
                  </a:lnTo>
                  <a:lnTo>
                    <a:pt x="4635" y="16991"/>
                  </a:lnTo>
                  <a:lnTo>
                    <a:pt x="4751" y="17300"/>
                  </a:lnTo>
                  <a:lnTo>
                    <a:pt x="4905" y="17531"/>
                  </a:lnTo>
                  <a:lnTo>
                    <a:pt x="5098" y="17724"/>
                  </a:lnTo>
                  <a:lnTo>
                    <a:pt x="5368" y="17840"/>
                  </a:lnTo>
                  <a:lnTo>
                    <a:pt x="5677" y="17917"/>
                  </a:lnTo>
                  <a:lnTo>
                    <a:pt x="6025" y="17956"/>
                  </a:lnTo>
                  <a:lnTo>
                    <a:pt x="6372" y="17917"/>
                  </a:lnTo>
                  <a:lnTo>
                    <a:pt x="6720" y="17840"/>
                  </a:lnTo>
                  <a:lnTo>
                    <a:pt x="7106" y="17763"/>
                  </a:lnTo>
                  <a:lnTo>
                    <a:pt x="7878" y="17531"/>
                  </a:lnTo>
                  <a:lnTo>
                    <a:pt x="8573" y="17222"/>
                  </a:lnTo>
                  <a:lnTo>
                    <a:pt x="9153" y="16952"/>
                  </a:lnTo>
                  <a:lnTo>
                    <a:pt x="9230" y="16875"/>
                  </a:lnTo>
                  <a:lnTo>
                    <a:pt x="9462" y="16759"/>
                  </a:lnTo>
                  <a:lnTo>
                    <a:pt x="10234" y="16257"/>
                  </a:lnTo>
                  <a:lnTo>
                    <a:pt x="10813" y="17106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4"/>
                  </a:lnTo>
                  <a:lnTo>
                    <a:pt x="12280" y="19037"/>
                  </a:lnTo>
                  <a:lnTo>
                    <a:pt x="12203" y="18883"/>
                  </a:lnTo>
                  <a:lnTo>
                    <a:pt x="11817" y="18149"/>
                  </a:lnTo>
                  <a:lnTo>
                    <a:pt x="11392" y="17454"/>
                  </a:lnTo>
                  <a:lnTo>
                    <a:pt x="10929" y="16759"/>
                  </a:lnTo>
                  <a:lnTo>
                    <a:pt x="10466" y="16102"/>
                  </a:lnTo>
                  <a:lnTo>
                    <a:pt x="10968" y="15716"/>
                  </a:lnTo>
                  <a:lnTo>
                    <a:pt x="11470" y="15253"/>
                  </a:lnTo>
                  <a:lnTo>
                    <a:pt x="11894" y="14790"/>
                  </a:lnTo>
                  <a:lnTo>
                    <a:pt x="12126" y="14558"/>
                  </a:lnTo>
                  <a:lnTo>
                    <a:pt x="12280" y="14288"/>
                  </a:lnTo>
                  <a:lnTo>
                    <a:pt x="12435" y="14056"/>
                  </a:lnTo>
                  <a:lnTo>
                    <a:pt x="12512" y="13786"/>
                  </a:lnTo>
                  <a:lnTo>
                    <a:pt x="12589" y="13554"/>
                  </a:lnTo>
                  <a:lnTo>
                    <a:pt x="12628" y="13284"/>
                  </a:lnTo>
                  <a:lnTo>
                    <a:pt x="12589" y="13052"/>
                  </a:lnTo>
                  <a:lnTo>
                    <a:pt x="12512" y="12820"/>
                  </a:lnTo>
                  <a:lnTo>
                    <a:pt x="12358" y="12589"/>
                  </a:lnTo>
                  <a:lnTo>
                    <a:pt x="12165" y="12357"/>
                  </a:lnTo>
                  <a:lnTo>
                    <a:pt x="11972" y="12202"/>
                  </a:lnTo>
                  <a:lnTo>
                    <a:pt x="11740" y="12087"/>
                  </a:lnTo>
                  <a:lnTo>
                    <a:pt x="11470" y="12009"/>
                  </a:lnTo>
                  <a:lnTo>
                    <a:pt x="11238" y="12009"/>
                  </a:lnTo>
                  <a:lnTo>
                    <a:pt x="10968" y="12048"/>
                  </a:lnTo>
                  <a:lnTo>
                    <a:pt x="10736" y="12125"/>
                  </a:lnTo>
                  <a:lnTo>
                    <a:pt x="10543" y="12280"/>
                  </a:lnTo>
                  <a:lnTo>
                    <a:pt x="10388" y="12511"/>
                  </a:lnTo>
                  <a:lnTo>
                    <a:pt x="10311" y="12704"/>
                  </a:lnTo>
                  <a:lnTo>
                    <a:pt x="10273" y="12897"/>
                  </a:lnTo>
                  <a:lnTo>
                    <a:pt x="10273" y="13091"/>
                  </a:lnTo>
                  <a:lnTo>
                    <a:pt x="10311" y="13284"/>
                  </a:lnTo>
                  <a:lnTo>
                    <a:pt x="10388" y="13477"/>
                  </a:lnTo>
                  <a:lnTo>
                    <a:pt x="10504" y="13631"/>
                  </a:lnTo>
                  <a:lnTo>
                    <a:pt x="10620" y="13786"/>
                  </a:lnTo>
                  <a:lnTo>
                    <a:pt x="10813" y="13901"/>
                  </a:lnTo>
                  <a:lnTo>
                    <a:pt x="10504" y="14249"/>
                  </a:lnTo>
                  <a:lnTo>
                    <a:pt x="10157" y="14597"/>
                  </a:lnTo>
                  <a:lnTo>
                    <a:pt x="9771" y="14867"/>
                  </a:lnTo>
                  <a:lnTo>
                    <a:pt x="9431" y="15083"/>
                  </a:lnTo>
                  <a:lnTo>
                    <a:pt x="9431" y="15083"/>
                  </a:lnTo>
                  <a:lnTo>
                    <a:pt x="9462" y="15021"/>
                  </a:lnTo>
                  <a:lnTo>
                    <a:pt x="9500" y="14944"/>
                  </a:lnTo>
                  <a:lnTo>
                    <a:pt x="9462" y="14828"/>
                  </a:lnTo>
                  <a:lnTo>
                    <a:pt x="5716" y="5754"/>
                  </a:lnTo>
                  <a:lnTo>
                    <a:pt x="4789" y="3475"/>
                  </a:lnTo>
                  <a:lnTo>
                    <a:pt x="4364" y="2471"/>
                  </a:lnTo>
                  <a:lnTo>
                    <a:pt x="4133" y="1969"/>
                  </a:lnTo>
                  <a:lnTo>
                    <a:pt x="3978" y="1738"/>
                  </a:lnTo>
                  <a:lnTo>
                    <a:pt x="3824" y="1545"/>
                  </a:lnTo>
                  <a:lnTo>
                    <a:pt x="3515" y="1236"/>
                  </a:lnTo>
                  <a:lnTo>
                    <a:pt x="3129" y="965"/>
                  </a:lnTo>
                  <a:lnTo>
                    <a:pt x="2743" y="772"/>
                  </a:lnTo>
                  <a:lnTo>
                    <a:pt x="2279" y="541"/>
                  </a:lnTo>
                  <a:lnTo>
                    <a:pt x="1816" y="386"/>
                  </a:lnTo>
                  <a:lnTo>
                    <a:pt x="1391" y="232"/>
                  </a:lnTo>
                  <a:lnTo>
                    <a:pt x="54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" name="Google Shape;2046;p9"/>
            <p:cNvSpPr/>
            <p:nvPr/>
          </p:nvSpPr>
          <p:spPr>
            <a:xfrm>
              <a:off x="5383550" y="118015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3" y="464"/>
                  </a:moveTo>
                  <a:lnTo>
                    <a:pt x="2085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89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89" y="2472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7" y="3051"/>
                  </a:lnTo>
                  <a:lnTo>
                    <a:pt x="2356" y="3167"/>
                  </a:lnTo>
                  <a:lnTo>
                    <a:pt x="2085" y="3244"/>
                  </a:lnTo>
                  <a:lnTo>
                    <a:pt x="1777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4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80"/>
                  </a:lnTo>
                  <a:lnTo>
                    <a:pt x="1583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8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1" y="271"/>
                  </a:lnTo>
                  <a:lnTo>
                    <a:pt x="850" y="386"/>
                  </a:lnTo>
                  <a:lnTo>
                    <a:pt x="618" y="580"/>
                  </a:lnTo>
                  <a:lnTo>
                    <a:pt x="425" y="773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7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2"/>
                  </a:lnTo>
                  <a:lnTo>
                    <a:pt x="1583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2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6" y="2781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4"/>
                  </a:lnTo>
                  <a:lnTo>
                    <a:pt x="3669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" name="Google Shape;2047;p9"/>
            <p:cNvSpPr/>
            <p:nvPr/>
          </p:nvSpPr>
          <p:spPr>
            <a:xfrm>
              <a:off x="1657200" y="1227450"/>
              <a:ext cx="61825" cy="90775"/>
            </a:xfrm>
            <a:custGeom>
              <a:avLst/>
              <a:gdLst/>
              <a:ahLst/>
              <a:cxnLst/>
              <a:rect l="l" t="t" r="r" b="b"/>
              <a:pathLst>
                <a:path w="2473" h="3631" extrusionOk="0">
                  <a:moveTo>
                    <a:pt x="1198" y="0"/>
                  </a:moveTo>
                  <a:lnTo>
                    <a:pt x="1082" y="39"/>
                  </a:lnTo>
                  <a:lnTo>
                    <a:pt x="1005" y="39"/>
                  </a:lnTo>
                  <a:lnTo>
                    <a:pt x="966" y="116"/>
                  </a:lnTo>
                  <a:lnTo>
                    <a:pt x="966" y="194"/>
                  </a:lnTo>
                  <a:lnTo>
                    <a:pt x="966" y="232"/>
                  </a:lnTo>
                  <a:lnTo>
                    <a:pt x="850" y="271"/>
                  </a:lnTo>
                  <a:lnTo>
                    <a:pt x="773" y="271"/>
                  </a:lnTo>
                  <a:lnTo>
                    <a:pt x="735" y="348"/>
                  </a:lnTo>
                  <a:lnTo>
                    <a:pt x="696" y="425"/>
                  </a:lnTo>
                  <a:lnTo>
                    <a:pt x="696" y="502"/>
                  </a:lnTo>
                  <a:lnTo>
                    <a:pt x="735" y="618"/>
                  </a:lnTo>
                  <a:lnTo>
                    <a:pt x="773" y="657"/>
                  </a:lnTo>
                  <a:lnTo>
                    <a:pt x="850" y="734"/>
                  </a:lnTo>
                  <a:lnTo>
                    <a:pt x="1082" y="811"/>
                  </a:lnTo>
                  <a:lnTo>
                    <a:pt x="1275" y="966"/>
                  </a:lnTo>
                  <a:lnTo>
                    <a:pt x="1468" y="1120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1"/>
                  </a:lnTo>
                  <a:lnTo>
                    <a:pt x="1970" y="2163"/>
                  </a:lnTo>
                  <a:lnTo>
                    <a:pt x="1932" y="2472"/>
                  </a:lnTo>
                  <a:lnTo>
                    <a:pt x="1816" y="2742"/>
                  </a:lnTo>
                  <a:lnTo>
                    <a:pt x="1739" y="2897"/>
                  </a:lnTo>
                  <a:lnTo>
                    <a:pt x="1661" y="2974"/>
                  </a:lnTo>
                  <a:lnTo>
                    <a:pt x="1545" y="3090"/>
                  </a:lnTo>
                  <a:lnTo>
                    <a:pt x="1391" y="3128"/>
                  </a:lnTo>
                  <a:lnTo>
                    <a:pt x="1237" y="3167"/>
                  </a:lnTo>
                  <a:lnTo>
                    <a:pt x="1043" y="3128"/>
                  </a:lnTo>
                  <a:lnTo>
                    <a:pt x="928" y="3012"/>
                  </a:lnTo>
                  <a:lnTo>
                    <a:pt x="850" y="2897"/>
                  </a:lnTo>
                  <a:lnTo>
                    <a:pt x="812" y="2742"/>
                  </a:lnTo>
                  <a:lnTo>
                    <a:pt x="850" y="2626"/>
                  </a:lnTo>
                  <a:lnTo>
                    <a:pt x="928" y="2472"/>
                  </a:lnTo>
                  <a:lnTo>
                    <a:pt x="1082" y="2356"/>
                  </a:lnTo>
                  <a:lnTo>
                    <a:pt x="1159" y="2279"/>
                  </a:lnTo>
                  <a:lnTo>
                    <a:pt x="1159" y="2163"/>
                  </a:lnTo>
                  <a:lnTo>
                    <a:pt x="1159" y="2047"/>
                  </a:lnTo>
                  <a:lnTo>
                    <a:pt x="1082" y="1970"/>
                  </a:lnTo>
                  <a:lnTo>
                    <a:pt x="657" y="1622"/>
                  </a:lnTo>
                  <a:lnTo>
                    <a:pt x="426" y="1468"/>
                  </a:lnTo>
                  <a:lnTo>
                    <a:pt x="194" y="1352"/>
                  </a:lnTo>
                  <a:lnTo>
                    <a:pt x="1" y="1622"/>
                  </a:lnTo>
                  <a:lnTo>
                    <a:pt x="271" y="1893"/>
                  </a:lnTo>
                  <a:lnTo>
                    <a:pt x="580" y="2163"/>
                  </a:lnTo>
                  <a:lnTo>
                    <a:pt x="426" y="2356"/>
                  </a:lnTo>
                  <a:lnTo>
                    <a:pt x="348" y="2626"/>
                  </a:lnTo>
                  <a:lnTo>
                    <a:pt x="348" y="2897"/>
                  </a:lnTo>
                  <a:lnTo>
                    <a:pt x="348" y="3051"/>
                  </a:lnTo>
                  <a:lnTo>
                    <a:pt x="426" y="3167"/>
                  </a:lnTo>
                  <a:lnTo>
                    <a:pt x="541" y="3360"/>
                  </a:lnTo>
                  <a:lnTo>
                    <a:pt x="696" y="3476"/>
                  </a:lnTo>
                  <a:lnTo>
                    <a:pt x="889" y="3553"/>
                  </a:lnTo>
                  <a:lnTo>
                    <a:pt x="1082" y="3630"/>
                  </a:lnTo>
                  <a:lnTo>
                    <a:pt x="1275" y="3630"/>
                  </a:lnTo>
                  <a:lnTo>
                    <a:pt x="1507" y="3592"/>
                  </a:lnTo>
                  <a:lnTo>
                    <a:pt x="1700" y="3514"/>
                  </a:lnTo>
                  <a:lnTo>
                    <a:pt x="1854" y="3437"/>
                  </a:lnTo>
                  <a:lnTo>
                    <a:pt x="2047" y="3244"/>
                  </a:lnTo>
                  <a:lnTo>
                    <a:pt x="2202" y="3090"/>
                  </a:lnTo>
                  <a:lnTo>
                    <a:pt x="2318" y="2897"/>
                  </a:lnTo>
                  <a:lnTo>
                    <a:pt x="2395" y="2703"/>
                  </a:lnTo>
                  <a:lnTo>
                    <a:pt x="2434" y="2472"/>
                  </a:lnTo>
                  <a:lnTo>
                    <a:pt x="2472" y="2279"/>
                  </a:lnTo>
                  <a:lnTo>
                    <a:pt x="2434" y="2047"/>
                  </a:lnTo>
                  <a:lnTo>
                    <a:pt x="2395" y="1815"/>
                  </a:lnTo>
                  <a:lnTo>
                    <a:pt x="2318" y="1622"/>
                  </a:lnTo>
                  <a:lnTo>
                    <a:pt x="2202" y="1391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2048;p9"/>
            <p:cNvSpPr/>
            <p:nvPr/>
          </p:nvSpPr>
          <p:spPr>
            <a:xfrm>
              <a:off x="6055450" y="1230350"/>
              <a:ext cx="302175" cy="155450"/>
            </a:xfrm>
            <a:custGeom>
              <a:avLst/>
              <a:gdLst/>
              <a:ahLst/>
              <a:cxnLst/>
              <a:rect l="l" t="t" r="r" b="b"/>
              <a:pathLst>
                <a:path w="12087" h="6218" extrusionOk="0">
                  <a:moveTo>
                    <a:pt x="11739" y="0"/>
                  </a:moveTo>
                  <a:lnTo>
                    <a:pt x="11662" y="39"/>
                  </a:lnTo>
                  <a:lnTo>
                    <a:pt x="11585" y="78"/>
                  </a:lnTo>
                  <a:lnTo>
                    <a:pt x="11507" y="116"/>
                  </a:lnTo>
                  <a:lnTo>
                    <a:pt x="11469" y="232"/>
                  </a:lnTo>
                  <a:lnTo>
                    <a:pt x="11469" y="309"/>
                  </a:lnTo>
                  <a:lnTo>
                    <a:pt x="11507" y="425"/>
                  </a:lnTo>
                  <a:lnTo>
                    <a:pt x="11585" y="580"/>
                  </a:lnTo>
                  <a:lnTo>
                    <a:pt x="11623" y="773"/>
                  </a:lnTo>
                  <a:lnTo>
                    <a:pt x="11585" y="966"/>
                  </a:lnTo>
                  <a:lnTo>
                    <a:pt x="11507" y="1120"/>
                  </a:lnTo>
                  <a:lnTo>
                    <a:pt x="11392" y="1275"/>
                  </a:lnTo>
                  <a:lnTo>
                    <a:pt x="11276" y="1429"/>
                  </a:lnTo>
                  <a:lnTo>
                    <a:pt x="10928" y="1738"/>
                  </a:lnTo>
                  <a:lnTo>
                    <a:pt x="10503" y="2008"/>
                  </a:lnTo>
                  <a:lnTo>
                    <a:pt x="10079" y="2240"/>
                  </a:lnTo>
                  <a:lnTo>
                    <a:pt x="9422" y="2587"/>
                  </a:lnTo>
                  <a:lnTo>
                    <a:pt x="9036" y="2781"/>
                  </a:lnTo>
                  <a:lnTo>
                    <a:pt x="9036" y="2703"/>
                  </a:lnTo>
                  <a:lnTo>
                    <a:pt x="8959" y="2626"/>
                  </a:lnTo>
                  <a:lnTo>
                    <a:pt x="8495" y="2201"/>
                  </a:lnTo>
                  <a:lnTo>
                    <a:pt x="8109" y="1699"/>
                  </a:lnTo>
                  <a:lnTo>
                    <a:pt x="7839" y="1892"/>
                  </a:lnTo>
                  <a:lnTo>
                    <a:pt x="7993" y="2201"/>
                  </a:lnTo>
                  <a:lnTo>
                    <a:pt x="8187" y="2510"/>
                  </a:lnTo>
                  <a:lnTo>
                    <a:pt x="8418" y="2781"/>
                  </a:lnTo>
                  <a:lnTo>
                    <a:pt x="8650" y="2974"/>
                  </a:lnTo>
                  <a:lnTo>
                    <a:pt x="7607" y="3514"/>
                  </a:lnTo>
                  <a:lnTo>
                    <a:pt x="6565" y="3978"/>
                  </a:lnTo>
                  <a:lnTo>
                    <a:pt x="5252" y="4518"/>
                  </a:lnTo>
                  <a:lnTo>
                    <a:pt x="3939" y="4982"/>
                  </a:lnTo>
                  <a:lnTo>
                    <a:pt x="3669" y="5059"/>
                  </a:lnTo>
                  <a:lnTo>
                    <a:pt x="3707" y="4711"/>
                  </a:lnTo>
                  <a:lnTo>
                    <a:pt x="3630" y="4364"/>
                  </a:lnTo>
                  <a:lnTo>
                    <a:pt x="3514" y="4055"/>
                  </a:lnTo>
                  <a:lnTo>
                    <a:pt x="3321" y="3707"/>
                  </a:lnTo>
                  <a:lnTo>
                    <a:pt x="3012" y="3900"/>
                  </a:lnTo>
                  <a:lnTo>
                    <a:pt x="3128" y="4171"/>
                  </a:lnTo>
                  <a:lnTo>
                    <a:pt x="3205" y="4441"/>
                  </a:lnTo>
                  <a:lnTo>
                    <a:pt x="3244" y="4866"/>
                  </a:lnTo>
                  <a:lnTo>
                    <a:pt x="3244" y="5252"/>
                  </a:lnTo>
                  <a:lnTo>
                    <a:pt x="2356" y="5522"/>
                  </a:lnTo>
                  <a:lnTo>
                    <a:pt x="1892" y="5638"/>
                  </a:lnTo>
                  <a:lnTo>
                    <a:pt x="1429" y="5677"/>
                  </a:lnTo>
                  <a:lnTo>
                    <a:pt x="1043" y="5715"/>
                  </a:lnTo>
                  <a:lnTo>
                    <a:pt x="850" y="5715"/>
                  </a:lnTo>
                  <a:lnTo>
                    <a:pt x="695" y="5677"/>
                  </a:lnTo>
                  <a:lnTo>
                    <a:pt x="579" y="5599"/>
                  </a:lnTo>
                  <a:lnTo>
                    <a:pt x="464" y="5522"/>
                  </a:lnTo>
                  <a:lnTo>
                    <a:pt x="386" y="5406"/>
                  </a:lnTo>
                  <a:lnTo>
                    <a:pt x="348" y="5291"/>
                  </a:lnTo>
                  <a:lnTo>
                    <a:pt x="309" y="5213"/>
                  </a:lnTo>
                  <a:lnTo>
                    <a:pt x="270" y="5175"/>
                  </a:lnTo>
                  <a:lnTo>
                    <a:pt x="155" y="5136"/>
                  </a:lnTo>
                  <a:lnTo>
                    <a:pt x="77" y="5175"/>
                  </a:lnTo>
                  <a:lnTo>
                    <a:pt x="39" y="5213"/>
                  </a:lnTo>
                  <a:lnTo>
                    <a:pt x="0" y="5291"/>
                  </a:lnTo>
                  <a:lnTo>
                    <a:pt x="0" y="5445"/>
                  </a:lnTo>
                  <a:lnTo>
                    <a:pt x="39" y="5599"/>
                  </a:lnTo>
                  <a:lnTo>
                    <a:pt x="77" y="5754"/>
                  </a:lnTo>
                  <a:lnTo>
                    <a:pt x="155" y="5870"/>
                  </a:lnTo>
                  <a:lnTo>
                    <a:pt x="232" y="5947"/>
                  </a:lnTo>
                  <a:lnTo>
                    <a:pt x="309" y="6024"/>
                  </a:lnTo>
                  <a:lnTo>
                    <a:pt x="541" y="6140"/>
                  </a:lnTo>
                  <a:lnTo>
                    <a:pt x="811" y="6179"/>
                  </a:lnTo>
                  <a:lnTo>
                    <a:pt x="1120" y="6217"/>
                  </a:lnTo>
                  <a:lnTo>
                    <a:pt x="1429" y="6179"/>
                  </a:lnTo>
                  <a:lnTo>
                    <a:pt x="1699" y="6140"/>
                  </a:lnTo>
                  <a:lnTo>
                    <a:pt x="2896" y="5831"/>
                  </a:lnTo>
                  <a:lnTo>
                    <a:pt x="4093" y="5445"/>
                  </a:lnTo>
                  <a:lnTo>
                    <a:pt x="5290" y="5020"/>
                  </a:lnTo>
                  <a:lnTo>
                    <a:pt x="6449" y="4557"/>
                  </a:lnTo>
                  <a:lnTo>
                    <a:pt x="7530" y="4093"/>
                  </a:lnTo>
                  <a:lnTo>
                    <a:pt x="8573" y="3591"/>
                  </a:lnTo>
                  <a:lnTo>
                    <a:pt x="9615" y="3051"/>
                  </a:lnTo>
                  <a:lnTo>
                    <a:pt x="10619" y="2472"/>
                  </a:lnTo>
                  <a:lnTo>
                    <a:pt x="10928" y="2279"/>
                  </a:lnTo>
                  <a:lnTo>
                    <a:pt x="11276" y="2047"/>
                  </a:lnTo>
                  <a:lnTo>
                    <a:pt x="11546" y="1777"/>
                  </a:lnTo>
                  <a:lnTo>
                    <a:pt x="11816" y="1506"/>
                  </a:lnTo>
                  <a:lnTo>
                    <a:pt x="12009" y="1197"/>
                  </a:lnTo>
                  <a:lnTo>
                    <a:pt x="12048" y="1043"/>
                  </a:lnTo>
                  <a:lnTo>
                    <a:pt x="12087" y="888"/>
                  </a:lnTo>
                  <a:lnTo>
                    <a:pt x="12087" y="695"/>
                  </a:lnTo>
                  <a:lnTo>
                    <a:pt x="12048" y="502"/>
                  </a:lnTo>
                  <a:lnTo>
                    <a:pt x="12009" y="309"/>
                  </a:lnTo>
                  <a:lnTo>
                    <a:pt x="11894" y="116"/>
                  </a:lnTo>
                  <a:lnTo>
                    <a:pt x="11816" y="39"/>
                  </a:lnTo>
                  <a:lnTo>
                    <a:pt x="1173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" name="Google Shape;2049;p9"/>
            <p:cNvSpPr/>
            <p:nvPr/>
          </p:nvSpPr>
          <p:spPr>
            <a:xfrm>
              <a:off x="4272400" y="1236125"/>
              <a:ext cx="61800" cy="89825"/>
            </a:xfrm>
            <a:custGeom>
              <a:avLst/>
              <a:gdLst/>
              <a:ahLst/>
              <a:cxnLst/>
              <a:rect l="l" t="t" r="r" b="b"/>
              <a:pathLst>
                <a:path w="2472" h="3593" extrusionOk="0">
                  <a:moveTo>
                    <a:pt x="1082" y="1"/>
                  </a:moveTo>
                  <a:lnTo>
                    <a:pt x="1005" y="40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3"/>
                  </a:lnTo>
                  <a:lnTo>
                    <a:pt x="850" y="233"/>
                  </a:lnTo>
                  <a:lnTo>
                    <a:pt x="773" y="271"/>
                  </a:lnTo>
                  <a:lnTo>
                    <a:pt x="734" y="349"/>
                  </a:lnTo>
                  <a:lnTo>
                    <a:pt x="696" y="426"/>
                  </a:lnTo>
                  <a:lnTo>
                    <a:pt x="696" y="503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2"/>
                  </a:lnTo>
                  <a:lnTo>
                    <a:pt x="1275" y="928"/>
                  </a:lnTo>
                  <a:lnTo>
                    <a:pt x="1468" y="1082"/>
                  </a:lnTo>
                  <a:lnTo>
                    <a:pt x="1622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1" y="1932"/>
                  </a:lnTo>
                  <a:lnTo>
                    <a:pt x="1931" y="2163"/>
                  </a:lnTo>
                  <a:lnTo>
                    <a:pt x="1931" y="2434"/>
                  </a:lnTo>
                  <a:lnTo>
                    <a:pt x="1815" y="2743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2"/>
                  </a:lnTo>
                  <a:lnTo>
                    <a:pt x="1391" y="3129"/>
                  </a:lnTo>
                  <a:lnTo>
                    <a:pt x="1198" y="3129"/>
                  </a:lnTo>
                  <a:lnTo>
                    <a:pt x="1043" y="3090"/>
                  </a:lnTo>
                  <a:lnTo>
                    <a:pt x="927" y="3013"/>
                  </a:lnTo>
                  <a:lnTo>
                    <a:pt x="850" y="2897"/>
                  </a:lnTo>
                  <a:lnTo>
                    <a:pt x="811" y="2743"/>
                  </a:lnTo>
                  <a:lnTo>
                    <a:pt x="850" y="2588"/>
                  </a:lnTo>
                  <a:lnTo>
                    <a:pt x="927" y="2434"/>
                  </a:lnTo>
                  <a:lnTo>
                    <a:pt x="1043" y="2318"/>
                  </a:lnTo>
                  <a:lnTo>
                    <a:pt x="1159" y="2241"/>
                  </a:lnTo>
                  <a:lnTo>
                    <a:pt x="1159" y="2125"/>
                  </a:lnTo>
                  <a:lnTo>
                    <a:pt x="1120" y="2009"/>
                  </a:lnTo>
                  <a:lnTo>
                    <a:pt x="1043" y="1932"/>
                  </a:lnTo>
                  <a:lnTo>
                    <a:pt x="657" y="1623"/>
                  </a:lnTo>
                  <a:lnTo>
                    <a:pt x="425" y="1468"/>
                  </a:lnTo>
                  <a:lnTo>
                    <a:pt x="194" y="1314"/>
                  </a:lnTo>
                  <a:lnTo>
                    <a:pt x="1" y="1623"/>
                  </a:lnTo>
                  <a:lnTo>
                    <a:pt x="271" y="1893"/>
                  </a:lnTo>
                  <a:lnTo>
                    <a:pt x="580" y="2125"/>
                  </a:lnTo>
                  <a:lnTo>
                    <a:pt x="425" y="2356"/>
                  </a:lnTo>
                  <a:lnTo>
                    <a:pt x="348" y="2627"/>
                  </a:lnTo>
                  <a:lnTo>
                    <a:pt x="309" y="2897"/>
                  </a:lnTo>
                  <a:lnTo>
                    <a:pt x="348" y="3052"/>
                  </a:lnTo>
                  <a:lnTo>
                    <a:pt x="425" y="3167"/>
                  </a:lnTo>
                  <a:lnTo>
                    <a:pt x="541" y="3322"/>
                  </a:lnTo>
                  <a:lnTo>
                    <a:pt x="696" y="3476"/>
                  </a:lnTo>
                  <a:lnTo>
                    <a:pt x="889" y="3554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4"/>
                  </a:lnTo>
                  <a:lnTo>
                    <a:pt x="1700" y="3515"/>
                  </a:lnTo>
                  <a:lnTo>
                    <a:pt x="1854" y="3399"/>
                  </a:lnTo>
                  <a:lnTo>
                    <a:pt x="2047" y="3245"/>
                  </a:lnTo>
                  <a:lnTo>
                    <a:pt x="2202" y="3052"/>
                  </a:lnTo>
                  <a:lnTo>
                    <a:pt x="2317" y="2858"/>
                  </a:lnTo>
                  <a:lnTo>
                    <a:pt x="2395" y="2665"/>
                  </a:lnTo>
                  <a:lnTo>
                    <a:pt x="2433" y="2472"/>
                  </a:lnTo>
                  <a:lnTo>
                    <a:pt x="2472" y="2241"/>
                  </a:lnTo>
                  <a:lnTo>
                    <a:pt x="2433" y="2009"/>
                  </a:lnTo>
                  <a:lnTo>
                    <a:pt x="2395" y="1816"/>
                  </a:lnTo>
                  <a:lnTo>
                    <a:pt x="2317" y="1584"/>
                  </a:lnTo>
                  <a:lnTo>
                    <a:pt x="2202" y="1391"/>
                  </a:lnTo>
                  <a:lnTo>
                    <a:pt x="1970" y="1005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" name="Google Shape;2050;p9"/>
            <p:cNvSpPr/>
            <p:nvPr/>
          </p:nvSpPr>
          <p:spPr>
            <a:xfrm>
              <a:off x="799000" y="1245800"/>
              <a:ext cx="106200" cy="124550"/>
            </a:xfrm>
            <a:custGeom>
              <a:avLst/>
              <a:gdLst/>
              <a:ahLst/>
              <a:cxnLst/>
              <a:rect l="l" t="t" r="r" b="b"/>
              <a:pathLst>
                <a:path w="4248" h="4982" extrusionOk="0">
                  <a:moveTo>
                    <a:pt x="3862" y="0"/>
                  </a:moveTo>
                  <a:lnTo>
                    <a:pt x="3591" y="579"/>
                  </a:lnTo>
                  <a:lnTo>
                    <a:pt x="3244" y="1159"/>
                  </a:lnTo>
                  <a:lnTo>
                    <a:pt x="2896" y="1699"/>
                  </a:lnTo>
                  <a:lnTo>
                    <a:pt x="2510" y="2201"/>
                  </a:lnTo>
                  <a:lnTo>
                    <a:pt x="1931" y="2858"/>
                  </a:lnTo>
                  <a:lnTo>
                    <a:pt x="1313" y="3475"/>
                  </a:lnTo>
                  <a:lnTo>
                    <a:pt x="1004" y="3784"/>
                  </a:lnTo>
                  <a:lnTo>
                    <a:pt x="657" y="4016"/>
                  </a:lnTo>
                  <a:lnTo>
                    <a:pt x="309" y="4286"/>
                  </a:lnTo>
                  <a:lnTo>
                    <a:pt x="0" y="4595"/>
                  </a:lnTo>
                  <a:lnTo>
                    <a:pt x="39" y="4981"/>
                  </a:lnTo>
                  <a:lnTo>
                    <a:pt x="155" y="4981"/>
                  </a:lnTo>
                  <a:lnTo>
                    <a:pt x="541" y="4788"/>
                  </a:lnTo>
                  <a:lnTo>
                    <a:pt x="927" y="4557"/>
                  </a:lnTo>
                  <a:lnTo>
                    <a:pt x="1313" y="4248"/>
                  </a:lnTo>
                  <a:lnTo>
                    <a:pt x="1699" y="3939"/>
                  </a:lnTo>
                  <a:lnTo>
                    <a:pt x="2008" y="3591"/>
                  </a:lnTo>
                  <a:lnTo>
                    <a:pt x="2356" y="3205"/>
                  </a:lnTo>
                  <a:lnTo>
                    <a:pt x="2896" y="2510"/>
                  </a:lnTo>
                  <a:lnTo>
                    <a:pt x="3321" y="1969"/>
                  </a:lnTo>
                  <a:lnTo>
                    <a:pt x="3669" y="1390"/>
                  </a:lnTo>
                  <a:lnTo>
                    <a:pt x="3978" y="811"/>
                  </a:lnTo>
                  <a:lnTo>
                    <a:pt x="4248" y="193"/>
                  </a:lnTo>
                  <a:lnTo>
                    <a:pt x="386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" name="Google Shape;2051;p9"/>
            <p:cNvSpPr/>
            <p:nvPr/>
          </p:nvSpPr>
          <p:spPr>
            <a:xfrm>
              <a:off x="747825" y="12477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5" y="271"/>
                  </a:moveTo>
                  <a:lnTo>
                    <a:pt x="1236" y="387"/>
                  </a:lnTo>
                  <a:lnTo>
                    <a:pt x="1429" y="541"/>
                  </a:lnTo>
                  <a:lnTo>
                    <a:pt x="1545" y="773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4" y="1197"/>
                  </a:lnTo>
                  <a:lnTo>
                    <a:pt x="1545" y="1313"/>
                  </a:lnTo>
                  <a:lnTo>
                    <a:pt x="1429" y="1391"/>
                  </a:lnTo>
                  <a:lnTo>
                    <a:pt x="1352" y="1468"/>
                  </a:lnTo>
                  <a:lnTo>
                    <a:pt x="1198" y="1545"/>
                  </a:lnTo>
                  <a:lnTo>
                    <a:pt x="966" y="1584"/>
                  </a:lnTo>
                  <a:lnTo>
                    <a:pt x="773" y="1545"/>
                  </a:lnTo>
                  <a:lnTo>
                    <a:pt x="657" y="1468"/>
                  </a:lnTo>
                  <a:lnTo>
                    <a:pt x="580" y="1429"/>
                  </a:lnTo>
                  <a:lnTo>
                    <a:pt x="503" y="1313"/>
                  </a:lnTo>
                  <a:lnTo>
                    <a:pt x="464" y="1197"/>
                  </a:lnTo>
                  <a:lnTo>
                    <a:pt x="425" y="1004"/>
                  </a:lnTo>
                  <a:lnTo>
                    <a:pt x="425" y="773"/>
                  </a:lnTo>
                  <a:lnTo>
                    <a:pt x="541" y="580"/>
                  </a:lnTo>
                  <a:lnTo>
                    <a:pt x="696" y="425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78"/>
                  </a:lnTo>
                  <a:lnTo>
                    <a:pt x="657" y="116"/>
                  </a:lnTo>
                  <a:lnTo>
                    <a:pt x="541" y="78"/>
                  </a:lnTo>
                  <a:lnTo>
                    <a:pt x="425" y="116"/>
                  </a:lnTo>
                  <a:lnTo>
                    <a:pt x="271" y="193"/>
                  </a:lnTo>
                  <a:lnTo>
                    <a:pt x="155" y="348"/>
                  </a:lnTo>
                  <a:lnTo>
                    <a:pt x="78" y="502"/>
                  </a:lnTo>
                  <a:lnTo>
                    <a:pt x="1" y="695"/>
                  </a:lnTo>
                  <a:lnTo>
                    <a:pt x="1" y="889"/>
                  </a:lnTo>
                  <a:lnTo>
                    <a:pt x="1" y="1082"/>
                  </a:lnTo>
                  <a:lnTo>
                    <a:pt x="39" y="1275"/>
                  </a:lnTo>
                  <a:lnTo>
                    <a:pt x="78" y="1429"/>
                  </a:lnTo>
                  <a:lnTo>
                    <a:pt x="194" y="1622"/>
                  </a:lnTo>
                  <a:lnTo>
                    <a:pt x="310" y="1777"/>
                  </a:lnTo>
                  <a:lnTo>
                    <a:pt x="464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043" y="2008"/>
                  </a:lnTo>
                  <a:lnTo>
                    <a:pt x="1236" y="1970"/>
                  </a:lnTo>
                  <a:lnTo>
                    <a:pt x="1429" y="1892"/>
                  </a:lnTo>
                  <a:lnTo>
                    <a:pt x="1584" y="1815"/>
                  </a:lnTo>
                  <a:lnTo>
                    <a:pt x="1738" y="1699"/>
                  </a:lnTo>
                  <a:lnTo>
                    <a:pt x="1893" y="1545"/>
                  </a:lnTo>
                  <a:lnTo>
                    <a:pt x="1970" y="1352"/>
                  </a:lnTo>
                  <a:lnTo>
                    <a:pt x="2047" y="1197"/>
                  </a:lnTo>
                  <a:lnTo>
                    <a:pt x="2086" y="1004"/>
                  </a:lnTo>
                  <a:lnTo>
                    <a:pt x="2047" y="811"/>
                  </a:lnTo>
                  <a:lnTo>
                    <a:pt x="1970" y="580"/>
                  </a:lnTo>
                  <a:lnTo>
                    <a:pt x="1893" y="425"/>
                  </a:lnTo>
                  <a:lnTo>
                    <a:pt x="1738" y="271"/>
                  </a:lnTo>
                  <a:lnTo>
                    <a:pt x="1584" y="155"/>
                  </a:lnTo>
                  <a:lnTo>
                    <a:pt x="1429" y="78"/>
                  </a:lnTo>
                  <a:lnTo>
                    <a:pt x="123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9"/>
            <p:cNvSpPr/>
            <p:nvPr/>
          </p:nvSpPr>
          <p:spPr>
            <a:xfrm>
              <a:off x="1261400" y="125255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1" y="194"/>
                  </a:lnTo>
                  <a:lnTo>
                    <a:pt x="503" y="927"/>
                  </a:lnTo>
                  <a:lnTo>
                    <a:pt x="1043" y="1622"/>
                  </a:lnTo>
                  <a:lnTo>
                    <a:pt x="1700" y="2240"/>
                  </a:lnTo>
                  <a:lnTo>
                    <a:pt x="2356" y="2858"/>
                  </a:lnTo>
                  <a:lnTo>
                    <a:pt x="3090" y="3360"/>
                  </a:lnTo>
                  <a:lnTo>
                    <a:pt x="3901" y="3823"/>
                  </a:lnTo>
                  <a:lnTo>
                    <a:pt x="4673" y="4209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05"/>
                  </a:lnTo>
                  <a:lnTo>
                    <a:pt x="7685" y="4943"/>
                  </a:lnTo>
                  <a:lnTo>
                    <a:pt x="8110" y="4982"/>
                  </a:lnTo>
                  <a:lnTo>
                    <a:pt x="8535" y="4943"/>
                  </a:lnTo>
                  <a:lnTo>
                    <a:pt x="8998" y="4905"/>
                  </a:lnTo>
                  <a:lnTo>
                    <a:pt x="9423" y="4866"/>
                  </a:lnTo>
                  <a:lnTo>
                    <a:pt x="9848" y="4750"/>
                  </a:lnTo>
                  <a:lnTo>
                    <a:pt x="10272" y="4634"/>
                  </a:lnTo>
                  <a:lnTo>
                    <a:pt x="10658" y="4480"/>
                  </a:lnTo>
                  <a:lnTo>
                    <a:pt x="11083" y="4325"/>
                  </a:lnTo>
                  <a:lnTo>
                    <a:pt x="11469" y="4094"/>
                  </a:lnTo>
                  <a:lnTo>
                    <a:pt x="11856" y="3862"/>
                  </a:lnTo>
                  <a:lnTo>
                    <a:pt x="12242" y="3592"/>
                  </a:lnTo>
                  <a:lnTo>
                    <a:pt x="12319" y="3514"/>
                  </a:lnTo>
                  <a:lnTo>
                    <a:pt x="12435" y="3167"/>
                  </a:lnTo>
                  <a:lnTo>
                    <a:pt x="12280" y="3167"/>
                  </a:lnTo>
                  <a:lnTo>
                    <a:pt x="12203" y="3128"/>
                  </a:lnTo>
                  <a:lnTo>
                    <a:pt x="12126" y="3090"/>
                  </a:lnTo>
                  <a:lnTo>
                    <a:pt x="12010" y="3128"/>
                  </a:lnTo>
                  <a:lnTo>
                    <a:pt x="11933" y="3167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6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03"/>
                  </a:lnTo>
                  <a:lnTo>
                    <a:pt x="8342" y="4441"/>
                  </a:lnTo>
                  <a:lnTo>
                    <a:pt x="7492" y="4441"/>
                  </a:lnTo>
                  <a:lnTo>
                    <a:pt x="7067" y="4403"/>
                  </a:lnTo>
                  <a:lnTo>
                    <a:pt x="6643" y="4325"/>
                  </a:lnTo>
                  <a:lnTo>
                    <a:pt x="6218" y="4248"/>
                  </a:lnTo>
                  <a:lnTo>
                    <a:pt x="5793" y="4132"/>
                  </a:lnTo>
                  <a:lnTo>
                    <a:pt x="5407" y="4016"/>
                  </a:lnTo>
                  <a:lnTo>
                    <a:pt x="4596" y="3669"/>
                  </a:lnTo>
                  <a:lnTo>
                    <a:pt x="3901" y="3283"/>
                  </a:lnTo>
                  <a:lnTo>
                    <a:pt x="3206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8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9"/>
            <p:cNvSpPr/>
            <p:nvPr/>
          </p:nvSpPr>
          <p:spPr>
            <a:xfrm>
              <a:off x="1569350" y="1258350"/>
              <a:ext cx="92700" cy="136125"/>
            </a:xfrm>
            <a:custGeom>
              <a:avLst/>
              <a:gdLst/>
              <a:ahLst/>
              <a:cxnLst/>
              <a:rect l="l" t="t" r="r" b="b"/>
              <a:pathLst>
                <a:path w="3708" h="5445" extrusionOk="0">
                  <a:moveTo>
                    <a:pt x="3399" y="0"/>
                  </a:moveTo>
                  <a:lnTo>
                    <a:pt x="3360" y="77"/>
                  </a:lnTo>
                  <a:lnTo>
                    <a:pt x="3245" y="116"/>
                  </a:lnTo>
                  <a:lnTo>
                    <a:pt x="3013" y="309"/>
                  </a:lnTo>
                  <a:lnTo>
                    <a:pt x="2781" y="541"/>
                  </a:lnTo>
                  <a:lnTo>
                    <a:pt x="2549" y="772"/>
                  </a:lnTo>
                  <a:lnTo>
                    <a:pt x="2356" y="1004"/>
                  </a:lnTo>
                  <a:lnTo>
                    <a:pt x="2047" y="1236"/>
                  </a:lnTo>
                  <a:lnTo>
                    <a:pt x="1777" y="1467"/>
                  </a:lnTo>
                  <a:lnTo>
                    <a:pt x="1159" y="1815"/>
                  </a:lnTo>
                  <a:lnTo>
                    <a:pt x="1082" y="1892"/>
                  </a:lnTo>
                  <a:lnTo>
                    <a:pt x="1082" y="1969"/>
                  </a:lnTo>
                  <a:lnTo>
                    <a:pt x="1082" y="2008"/>
                  </a:lnTo>
                  <a:lnTo>
                    <a:pt x="1121" y="2085"/>
                  </a:lnTo>
                  <a:lnTo>
                    <a:pt x="1005" y="2085"/>
                  </a:lnTo>
                  <a:lnTo>
                    <a:pt x="889" y="2124"/>
                  </a:lnTo>
                  <a:lnTo>
                    <a:pt x="850" y="2201"/>
                  </a:lnTo>
                  <a:lnTo>
                    <a:pt x="812" y="2278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510"/>
                  </a:lnTo>
                  <a:lnTo>
                    <a:pt x="966" y="2549"/>
                  </a:lnTo>
                  <a:lnTo>
                    <a:pt x="1198" y="2626"/>
                  </a:lnTo>
                  <a:lnTo>
                    <a:pt x="1430" y="2703"/>
                  </a:lnTo>
                  <a:lnTo>
                    <a:pt x="1623" y="2858"/>
                  </a:lnTo>
                  <a:lnTo>
                    <a:pt x="1816" y="3012"/>
                  </a:lnTo>
                  <a:lnTo>
                    <a:pt x="1970" y="3205"/>
                  </a:lnTo>
                  <a:lnTo>
                    <a:pt x="2086" y="3398"/>
                  </a:lnTo>
                  <a:lnTo>
                    <a:pt x="2125" y="3630"/>
                  </a:lnTo>
                  <a:lnTo>
                    <a:pt x="2125" y="3900"/>
                  </a:lnTo>
                  <a:lnTo>
                    <a:pt x="2086" y="4132"/>
                  </a:lnTo>
                  <a:lnTo>
                    <a:pt x="2009" y="4364"/>
                  </a:lnTo>
                  <a:lnTo>
                    <a:pt x="1893" y="4557"/>
                  </a:lnTo>
                  <a:lnTo>
                    <a:pt x="1739" y="4711"/>
                  </a:lnTo>
                  <a:lnTo>
                    <a:pt x="1545" y="4866"/>
                  </a:lnTo>
                  <a:lnTo>
                    <a:pt x="1314" y="4943"/>
                  </a:lnTo>
                  <a:lnTo>
                    <a:pt x="1198" y="4981"/>
                  </a:lnTo>
                  <a:lnTo>
                    <a:pt x="1082" y="4981"/>
                  </a:lnTo>
                  <a:lnTo>
                    <a:pt x="889" y="4904"/>
                  </a:lnTo>
                  <a:lnTo>
                    <a:pt x="773" y="4788"/>
                  </a:lnTo>
                  <a:lnTo>
                    <a:pt x="696" y="4634"/>
                  </a:lnTo>
                  <a:lnTo>
                    <a:pt x="696" y="4441"/>
                  </a:lnTo>
                  <a:lnTo>
                    <a:pt x="735" y="4286"/>
                  </a:lnTo>
                  <a:lnTo>
                    <a:pt x="812" y="4209"/>
                  </a:lnTo>
                  <a:lnTo>
                    <a:pt x="889" y="4171"/>
                  </a:lnTo>
                  <a:lnTo>
                    <a:pt x="966" y="4132"/>
                  </a:lnTo>
                  <a:lnTo>
                    <a:pt x="1121" y="4093"/>
                  </a:lnTo>
                  <a:lnTo>
                    <a:pt x="1237" y="4055"/>
                  </a:lnTo>
                  <a:lnTo>
                    <a:pt x="1314" y="3939"/>
                  </a:lnTo>
                  <a:lnTo>
                    <a:pt x="1314" y="3784"/>
                  </a:lnTo>
                  <a:lnTo>
                    <a:pt x="1275" y="3746"/>
                  </a:lnTo>
                  <a:lnTo>
                    <a:pt x="1237" y="3669"/>
                  </a:lnTo>
                  <a:lnTo>
                    <a:pt x="117" y="2935"/>
                  </a:lnTo>
                  <a:lnTo>
                    <a:pt x="1" y="3282"/>
                  </a:lnTo>
                  <a:lnTo>
                    <a:pt x="657" y="3784"/>
                  </a:lnTo>
                  <a:lnTo>
                    <a:pt x="503" y="3900"/>
                  </a:lnTo>
                  <a:lnTo>
                    <a:pt x="387" y="3977"/>
                  </a:lnTo>
                  <a:lnTo>
                    <a:pt x="310" y="4132"/>
                  </a:lnTo>
                  <a:lnTo>
                    <a:pt x="233" y="4248"/>
                  </a:lnTo>
                  <a:lnTo>
                    <a:pt x="194" y="4402"/>
                  </a:lnTo>
                  <a:lnTo>
                    <a:pt x="194" y="4557"/>
                  </a:lnTo>
                  <a:lnTo>
                    <a:pt x="194" y="4711"/>
                  </a:lnTo>
                  <a:lnTo>
                    <a:pt x="271" y="4904"/>
                  </a:lnTo>
                  <a:lnTo>
                    <a:pt x="387" y="5097"/>
                  </a:lnTo>
                  <a:lnTo>
                    <a:pt x="542" y="5252"/>
                  </a:lnTo>
                  <a:lnTo>
                    <a:pt x="735" y="5368"/>
                  </a:lnTo>
                  <a:lnTo>
                    <a:pt x="966" y="5445"/>
                  </a:lnTo>
                  <a:lnTo>
                    <a:pt x="1198" y="5445"/>
                  </a:lnTo>
                  <a:lnTo>
                    <a:pt x="1430" y="5406"/>
                  </a:lnTo>
                  <a:lnTo>
                    <a:pt x="1623" y="5329"/>
                  </a:lnTo>
                  <a:lnTo>
                    <a:pt x="1854" y="5213"/>
                  </a:lnTo>
                  <a:lnTo>
                    <a:pt x="2086" y="5059"/>
                  </a:lnTo>
                  <a:lnTo>
                    <a:pt x="2241" y="4866"/>
                  </a:lnTo>
                  <a:lnTo>
                    <a:pt x="2395" y="4673"/>
                  </a:lnTo>
                  <a:lnTo>
                    <a:pt x="2511" y="4441"/>
                  </a:lnTo>
                  <a:lnTo>
                    <a:pt x="2588" y="4209"/>
                  </a:lnTo>
                  <a:lnTo>
                    <a:pt x="2588" y="3977"/>
                  </a:lnTo>
                  <a:lnTo>
                    <a:pt x="2588" y="3746"/>
                  </a:lnTo>
                  <a:lnTo>
                    <a:pt x="2549" y="3514"/>
                  </a:lnTo>
                  <a:lnTo>
                    <a:pt x="2472" y="3282"/>
                  </a:lnTo>
                  <a:lnTo>
                    <a:pt x="2395" y="3089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510"/>
                  </a:lnTo>
                  <a:lnTo>
                    <a:pt x="1739" y="2356"/>
                  </a:lnTo>
                  <a:lnTo>
                    <a:pt x="1507" y="2240"/>
                  </a:lnTo>
                  <a:lnTo>
                    <a:pt x="1275" y="2124"/>
                  </a:lnTo>
                  <a:lnTo>
                    <a:pt x="1623" y="2008"/>
                  </a:lnTo>
                  <a:lnTo>
                    <a:pt x="1932" y="1815"/>
                  </a:lnTo>
                  <a:lnTo>
                    <a:pt x="2279" y="1661"/>
                  </a:lnTo>
                  <a:lnTo>
                    <a:pt x="2549" y="1429"/>
                  </a:lnTo>
                  <a:lnTo>
                    <a:pt x="2820" y="1197"/>
                  </a:lnTo>
                  <a:lnTo>
                    <a:pt x="3129" y="966"/>
                  </a:lnTo>
                  <a:lnTo>
                    <a:pt x="3360" y="695"/>
                  </a:lnTo>
                  <a:lnTo>
                    <a:pt x="3438" y="541"/>
                  </a:lnTo>
                  <a:lnTo>
                    <a:pt x="3515" y="386"/>
                  </a:lnTo>
                  <a:lnTo>
                    <a:pt x="3708" y="116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" name="Google Shape;2054;p9"/>
            <p:cNvSpPr/>
            <p:nvPr/>
          </p:nvSpPr>
          <p:spPr>
            <a:xfrm>
              <a:off x="3876600" y="1260275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0" y="232"/>
                  </a:lnTo>
                  <a:lnTo>
                    <a:pt x="502" y="966"/>
                  </a:lnTo>
                  <a:lnTo>
                    <a:pt x="1043" y="1622"/>
                  </a:lnTo>
                  <a:lnTo>
                    <a:pt x="1699" y="2279"/>
                  </a:lnTo>
                  <a:lnTo>
                    <a:pt x="2356" y="2858"/>
                  </a:lnTo>
                  <a:lnTo>
                    <a:pt x="3090" y="3398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4" y="4982"/>
                  </a:lnTo>
                  <a:lnTo>
                    <a:pt x="8998" y="4943"/>
                  </a:lnTo>
                  <a:lnTo>
                    <a:pt x="9422" y="4866"/>
                  </a:lnTo>
                  <a:lnTo>
                    <a:pt x="9847" y="4789"/>
                  </a:lnTo>
                  <a:lnTo>
                    <a:pt x="10272" y="4673"/>
                  </a:lnTo>
                  <a:lnTo>
                    <a:pt x="10658" y="4518"/>
                  </a:lnTo>
                  <a:lnTo>
                    <a:pt x="11083" y="4325"/>
                  </a:lnTo>
                  <a:lnTo>
                    <a:pt x="11469" y="4132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319" y="3553"/>
                  </a:lnTo>
                  <a:lnTo>
                    <a:pt x="12434" y="3205"/>
                  </a:lnTo>
                  <a:lnTo>
                    <a:pt x="12357" y="3167"/>
                  </a:lnTo>
                  <a:lnTo>
                    <a:pt x="12280" y="3205"/>
                  </a:lnTo>
                  <a:lnTo>
                    <a:pt x="12203" y="3128"/>
                  </a:lnTo>
                  <a:lnTo>
                    <a:pt x="12010" y="3128"/>
                  </a:lnTo>
                  <a:lnTo>
                    <a:pt x="11932" y="3205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6" y="4016"/>
                  </a:lnTo>
                  <a:lnTo>
                    <a:pt x="10040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1" y="4480"/>
                  </a:lnTo>
                  <a:lnTo>
                    <a:pt x="7916" y="4480"/>
                  </a:lnTo>
                  <a:lnTo>
                    <a:pt x="7492" y="4441"/>
                  </a:lnTo>
                  <a:lnTo>
                    <a:pt x="7067" y="4402"/>
                  </a:lnTo>
                  <a:lnTo>
                    <a:pt x="6642" y="4364"/>
                  </a:lnTo>
                  <a:lnTo>
                    <a:pt x="6217" y="4248"/>
                  </a:lnTo>
                  <a:lnTo>
                    <a:pt x="5793" y="4171"/>
                  </a:lnTo>
                  <a:lnTo>
                    <a:pt x="5368" y="4016"/>
                  </a:lnTo>
                  <a:lnTo>
                    <a:pt x="4596" y="3707"/>
                  </a:lnTo>
                  <a:lnTo>
                    <a:pt x="3901" y="3283"/>
                  </a:lnTo>
                  <a:lnTo>
                    <a:pt x="3205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9"/>
            <p:cNvSpPr/>
            <p:nvPr/>
          </p:nvSpPr>
          <p:spPr>
            <a:xfrm>
              <a:off x="4184550" y="1267025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1"/>
                  </a:moveTo>
                  <a:lnTo>
                    <a:pt x="3360" y="78"/>
                  </a:lnTo>
                  <a:lnTo>
                    <a:pt x="3244" y="78"/>
                  </a:lnTo>
                  <a:lnTo>
                    <a:pt x="3013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3" y="1931"/>
                  </a:lnTo>
                  <a:lnTo>
                    <a:pt x="1082" y="2009"/>
                  </a:lnTo>
                  <a:lnTo>
                    <a:pt x="1120" y="2086"/>
                  </a:lnTo>
                  <a:lnTo>
                    <a:pt x="1005" y="2086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1" y="2240"/>
                  </a:lnTo>
                  <a:lnTo>
                    <a:pt x="811" y="2356"/>
                  </a:lnTo>
                  <a:lnTo>
                    <a:pt x="811" y="2433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8" y="2588"/>
                  </a:lnTo>
                  <a:lnTo>
                    <a:pt x="1429" y="2704"/>
                  </a:lnTo>
                  <a:lnTo>
                    <a:pt x="1622" y="2820"/>
                  </a:lnTo>
                  <a:lnTo>
                    <a:pt x="1815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4" y="3630"/>
                  </a:lnTo>
                  <a:lnTo>
                    <a:pt x="2124" y="3901"/>
                  </a:lnTo>
                  <a:lnTo>
                    <a:pt x="2086" y="4094"/>
                  </a:lnTo>
                  <a:lnTo>
                    <a:pt x="2009" y="4326"/>
                  </a:lnTo>
                  <a:lnTo>
                    <a:pt x="1893" y="4519"/>
                  </a:lnTo>
                  <a:lnTo>
                    <a:pt x="1738" y="4712"/>
                  </a:lnTo>
                  <a:lnTo>
                    <a:pt x="1545" y="4828"/>
                  </a:lnTo>
                  <a:lnTo>
                    <a:pt x="1313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6"/>
                  </a:lnTo>
                  <a:lnTo>
                    <a:pt x="657" y="4441"/>
                  </a:lnTo>
                  <a:lnTo>
                    <a:pt x="734" y="4287"/>
                  </a:lnTo>
                  <a:lnTo>
                    <a:pt x="811" y="4210"/>
                  </a:lnTo>
                  <a:lnTo>
                    <a:pt x="889" y="4132"/>
                  </a:lnTo>
                  <a:lnTo>
                    <a:pt x="966" y="4094"/>
                  </a:lnTo>
                  <a:lnTo>
                    <a:pt x="1120" y="4094"/>
                  </a:lnTo>
                  <a:lnTo>
                    <a:pt x="1236" y="4017"/>
                  </a:lnTo>
                  <a:lnTo>
                    <a:pt x="1313" y="3901"/>
                  </a:lnTo>
                  <a:lnTo>
                    <a:pt x="1313" y="3785"/>
                  </a:lnTo>
                  <a:lnTo>
                    <a:pt x="1275" y="3708"/>
                  </a:lnTo>
                  <a:lnTo>
                    <a:pt x="1198" y="3669"/>
                  </a:lnTo>
                  <a:lnTo>
                    <a:pt x="116" y="2935"/>
                  </a:lnTo>
                  <a:lnTo>
                    <a:pt x="1" y="3283"/>
                  </a:lnTo>
                  <a:lnTo>
                    <a:pt x="657" y="3785"/>
                  </a:lnTo>
                  <a:lnTo>
                    <a:pt x="503" y="3862"/>
                  </a:lnTo>
                  <a:lnTo>
                    <a:pt x="387" y="3978"/>
                  </a:lnTo>
                  <a:lnTo>
                    <a:pt x="309" y="4094"/>
                  </a:lnTo>
                  <a:lnTo>
                    <a:pt x="232" y="4248"/>
                  </a:lnTo>
                  <a:lnTo>
                    <a:pt x="194" y="4403"/>
                  </a:lnTo>
                  <a:lnTo>
                    <a:pt x="194" y="4557"/>
                  </a:lnTo>
                  <a:lnTo>
                    <a:pt x="194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1" y="5252"/>
                  </a:lnTo>
                  <a:lnTo>
                    <a:pt x="734" y="5368"/>
                  </a:lnTo>
                  <a:lnTo>
                    <a:pt x="966" y="5407"/>
                  </a:lnTo>
                  <a:lnTo>
                    <a:pt x="1198" y="5407"/>
                  </a:lnTo>
                  <a:lnTo>
                    <a:pt x="1429" y="5368"/>
                  </a:lnTo>
                  <a:lnTo>
                    <a:pt x="1622" y="5330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0" y="4828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6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31" y="2472"/>
                  </a:lnTo>
                  <a:lnTo>
                    <a:pt x="1738" y="2356"/>
                  </a:lnTo>
                  <a:lnTo>
                    <a:pt x="1507" y="2202"/>
                  </a:lnTo>
                  <a:lnTo>
                    <a:pt x="1275" y="2124"/>
                  </a:lnTo>
                  <a:lnTo>
                    <a:pt x="1622" y="1970"/>
                  </a:lnTo>
                  <a:lnTo>
                    <a:pt x="1931" y="1816"/>
                  </a:lnTo>
                  <a:lnTo>
                    <a:pt x="2240" y="1622"/>
                  </a:lnTo>
                  <a:lnTo>
                    <a:pt x="2549" y="1391"/>
                  </a:lnTo>
                  <a:lnTo>
                    <a:pt x="2819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7" y="541"/>
                  </a:lnTo>
                  <a:lnTo>
                    <a:pt x="3515" y="387"/>
                  </a:lnTo>
                  <a:lnTo>
                    <a:pt x="3708" y="78"/>
                  </a:lnTo>
                  <a:lnTo>
                    <a:pt x="351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9"/>
            <p:cNvSpPr/>
            <p:nvPr/>
          </p:nvSpPr>
          <p:spPr>
            <a:xfrm>
              <a:off x="3067625" y="1293100"/>
              <a:ext cx="105250" cy="105250"/>
            </a:xfrm>
            <a:custGeom>
              <a:avLst/>
              <a:gdLst/>
              <a:ahLst/>
              <a:cxnLst/>
              <a:rect l="l" t="t" r="r" b="b"/>
              <a:pathLst>
                <a:path w="4210" h="4210" extrusionOk="0">
                  <a:moveTo>
                    <a:pt x="2317" y="348"/>
                  </a:moveTo>
                  <a:lnTo>
                    <a:pt x="2472" y="425"/>
                  </a:lnTo>
                  <a:lnTo>
                    <a:pt x="2665" y="464"/>
                  </a:lnTo>
                  <a:lnTo>
                    <a:pt x="2819" y="579"/>
                  </a:lnTo>
                  <a:lnTo>
                    <a:pt x="2974" y="695"/>
                  </a:lnTo>
                  <a:lnTo>
                    <a:pt x="3128" y="811"/>
                  </a:lnTo>
                  <a:lnTo>
                    <a:pt x="3205" y="850"/>
                  </a:lnTo>
                  <a:lnTo>
                    <a:pt x="3360" y="1081"/>
                  </a:lnTo>
                  <a:lnTo>
                    <a:pt x="3553" y="1313"/>
                  </a:lnTo>
                  <a:lnTo>
                    <a:pt x="3669" y="1545"/>
                  </a:lnTo>
                  <a:lnTo>
                    <a:pt x="3784" y="1815"/>
                  </a:lnTo>
                  <a:lnTo>
                    <a:pt x="3823" y="2085"/>
                  </a:lnTo>
                  <a:lnTo>
                    <a:pt x="3823" y="2356"/>
                  </a:lnTo>
                  <a:lnTo>
                    <a:pt x="3784" y="2665"/>
                  </a:lnTo>
                  <a:lnTo>
                    <a:pt x="3669" y="2935"/>
                  </a:lnTo>
                  <a:lnTo>
                    <a:pt x="3476" y="3244"/>
                  </a:lnTo>
                  <a:lnTo>
                    <a:pt x="3205" y="3476"/>
                  </a:lnTo>
                  <a:lnTo>
                    <a:pt x="2896" y="3669"/>
                  </a:lnTo>
                  <a:lnTo>
                    <a:pt x="2587" y="3785"/>
                  </a:lnTo>
                  <a:lnTo>
                    <a:pt x="2201" y="3862"/>
                  </a:lnTo>
                  <a:lnTo>
                    <a:pt x="1854" y="3823"/>
                  </a:lnTo>
                  <a:lnTo>
                    <a:pt x="1506" y="3746"/>
                  </a:lnTo>
                  <a:lnTo>
                    <a:pt x="1197" y="3591"/>
                  </a:lnTo>
                  <a:lnTo>
                    <a:pt x="927" y="3398"/>
                  </a:lnTo>
                  <a:lnTo>
                    <a:pt x="695" y="3167"/>
                  </a:lnTo>
                  <a:lnTo>
                    <a:pt x="541" y="2858"/>
                  </a:lnTo>
                  <a:lnTo>
                    <a:pt x="425" y="2549"/>
                  </a:lnTo>
                  <a:lnTo>
                    <a:pt x="348" y="2240"/>
                  </a:lnTo>
                  <a:lnTo>
                    <a:pt x="348" y="1892"/>
                  </a:lnTo>
                  <a:lnTo>
                    <a:pt x="425" y="1583"/>
                  </a:lnTo>
                  <a:lnTo>
                    <a:pt x="541" y="1275"/>
                  </a:lnTo>
                  <a:lnTo>
                    <a:pt x="772" y="966"/>
                  </a:lnTo>
                  <a:lnTo>
                    <a:pt x="1081" y="695"/>
                  </a:lnTo>
                  <a:lnTo>
                    <a:pt x="1390" y="502"/>
                  </a:lnTo>
                  <a:lnTo>
                    <a:pt x="1738" y="386"/>
                  </a:lnTo>
                  <a:lnTo>
                    <a:pt x="2124" y="348"/>
                  </a:lnTo>
                  <a:close/>
                  <a:moveTo>
                    <a:pt x="1892" y="0"/>
                  </a:moveTo>
                  <a:lnTo>
                    <a:pt x="1545" y="77"/>
                  </a:lnTo>
                  <a:lnTo>
                    <a:pt x="1197" y="232"/>
                  </a:lnTo>
                  <a:lnTo>
                    <a:pt x="850" y="425"/>
                  </a:lnTo>
                  <a:lnTo>
                    <a:pt x="618" y="618"/>
                  </a:lnTo>
                  <a:lnTo>
                    <a:pt x="464" y="811"/>
                  </a:lnTo>
                  <a:lnTo>
                    <a:pt x="309" y="966"/>
                  </a:lnTo>
                  <a:lnTo>
                    <a:pt x="232" y="1159"/>
                  </a:lnTo>
                  <a:lnTo>
                    <a:pt x="116" y="1390"/>
                  </a:lnTo>
                  <a:lnTo>
                    <a:pt x="39" y="1815"/>
                  </a:lnTo>
                  <a:lnTo>
                    <a:pt x="0" y="2240"/>
                  </a:lnTo>
                  <a:lnTo>
                    <a:pt x="77" y="2665"/>
                  </a:lnTo>
                  <a:lnTo>
                    <a:pt x="232" y="3051"/>
                  </a:lnTo>
                  <a:lnTo>
                    <a:pt x="464" y="3437"/>
                  </a:lnTo>
                  <a:lnTo>
                    <a:pt x="618" y="3591"/>
                  </a:lnTo>
                  <a:lnTo>
                    <a:pt x="772" y="3746"/>
                  </a:lnTo>
                  <a:lnTo>
                    <a:pt x="1120" y="3978"/>
                  </a:lnTo>
                  <a:lnTo>
                    <a:pt x="1506" y="4132"/>
                  </a:lnTo>
                  <a:lnTo>
                    <a:pt x="1931" y="4209"/>
                  </a:lnTo>
                  <a:lnTo>
                    <a:pt x="2317" y="4209"/>
                  </a:lnTo>
                  <a:lnTo>
                    <a:pt x="2742" y="4132"/>
                  </a:lnTo>
                  <a:lnTo>
                    <a:pt x="3128" y="3978"/>
                  </a:lnTo>
                  <a:lnTo>
                    <a:pt x="3476" y="3785"/>
                  </a:lnTo>
                  <a:lnTo>
                    <a:pt x="3784" y="3476"/>
                  </a:lnTo>
                  <a:lnTo>
                    <a:pt x="3900" y="3321"/>
                  </a:lnTo>
                  <a:lnTo>
                    <a:pt x="4016" y="3128"/>
                  </a:lnTo>
                  <a:lnTo>
                    <a:pt x="4093" y="2935"/>
                  </a:lnTo>
                  <a:lnTo>
                    <a:pt x="4132" y="2703"/>
                  </a:lnTo>
                  <a:lnTo>
                    <a:pt x="4209" y="2279"/>
                  </a:lnTo>
                  <a:lnTo>
                    <a:pt x="4171" y="1854"/>
                  </a:lnTo>
                  <a:lnTo>
                    <a:pt x="4055" y="1429"/>
                  </a:lnTo>
                  <a:lnTo>
                    <a:pt x="3939" y="1236"/>
                  </a:lnTo>
                  <a:lnTo>
                    <a:pt x="3823" y="1043"/>
                  </a:lnTo>
                  <a:lnTo>
                    <a:pt x="3707" y="888"/>
                  </a:lnTo>
                  <a:lnTo>
                    <a:pt x="3553" y="734"/>
                  </a:lnTo>
                  <a:lnTo>
                    <a:pt x="3360" y="579"/>
                  </a:lnTo>
                  <a:lnTo>
                    <a:pt x="3167" y="502"/>
                  </a:lnTo>
                  <a:lnTo>
                    <a:pt x="3128" y="502"/>
                  </a:lnTo>
                  <a:lnTo>
                    <a:pt x="3051" y="348"/>
                  </a:lnTo>
                  <a:lnTo>
                    <a:pt x="2896" y="232"/>
                  </a:lnTo>
                  <a:lnTo>
                    <a:pt x="2780" y="116"/>
                  </a:lnTo>
                  <a:lnTo>
                    <a:pt x="2626" y="77"/>
                  </a:lnTo>
                  <a:lnTo>
                    <a:pt x="2433" y="39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2057;p9"/>
            <p:cNvSpPr/>
            <p:nvPr/>
          </p:nvSpPr>
          <p:spPr>
            <a:xfrm>
              <a:off x="686050" y="1295025"/>
              <a:ext cx="44425" cy="43475"/>
            </a:xfrm>
            <a:custGeom>
              <a:avLst/>
              <a:gdLst/>
              <a:ahLst/>
              <a:cxnLst/>
              <a:rect l="l" t="t" r="r" b="b"/>
              <a:pathLst>
                <a:path w="1777" h="1739" extrusionOk="0">
                  <a:moveTo>
                    <a:pt x="773" y="309"/>
                  </a:moveTo>
                  <a:lnTo>
                    <a:pt x="966" y="348"/>
                  </a:lnTo>
                  <a:lnTo>
                    <a:pt x="1159" y="464"/>
                  </a:lnTo>
                  <a:lnTo>
                    <a:pt x="1313" y="580"/>
                  </a:lnTo>
                  <a:lnTo>
                    <a:pt x="1390" y="773"/>
                  </a:lnTo>
                  <a:lnTo>
                    <a:pt x="1390" y="966"/>
                  </a:lnTo>
                  <a:lnTo>
                    <a:pt x="1352" y="1043"/>
                  </a:lnTo>
                  <a:lnTo>
                    <a:pt x="1275" y="1159"/>
                  </a:lnTo>
                  <a:lnTo>
                    <a:pt x="1197" y="1236"/>
                  </a:lnTo>
                  <a:lnTo>
                    <a:pt x="1082" y="1275"/>
                  </a:lnTo>
                  <a:lnTo>
                    <a:pt x="888" y="1352"/>
                  </a:lnTo>
                  <a:lnTo>
                    <a:pt x="695" y="1352"/>
                  </a:lnTo>
                  <a:lnTo>
                    <a:pt x="541" y="1236"/>
                  </a:lnTo>
                  <a:lnTo>
                    <a:pt x="425" y="1082"/>
                  </a:lnTo>
                  <a:lnTo>
                    <a:pt x="386" y="889"/>
                  </a:lnTo>
                  <a:lnTo>
                    <a:pt x="386" y="734"/>
                  </a:lnTo>
                  <a:lnTo>
                    <a:pt x="464" y="541"/>
                  </a:lnTo>
                  <a:lnTo>
                    <a:pt x="541" y="387"/>
                  </a:lnTo>
                  <a:lnTo>
                    <a:pt x="541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8" y="39"/>
                  </a:lnTo>
                  <a:lnTo>
                    <a:pt x="464" y="116"/>
                  </a:lnTo>
                  <a:lnTo>
                    <a:pt x="425" y="155"/>
                  </a:lnTo>
                  <a:lnTo>
                    <a:pt x="348" y="155"/>
                  </a:lnTo>
                  <a:lnTo>
                    <a:pt x="232" y="271"/>
                  </a:lnTo>
                  <a:lnTo>
                    <a:pt x="116" y="387"/>
                  </a:lnTo>
                  <a:lnTo>
                    <a:pt x="39" y="502"/>
                  </a:lnTo>
                  <a:lnTo>
                    <a:pt x="0" y="657"/>
                  </a:lnTo>
                  <a:lnTo>
                    <a:pt x="0" y="850"/>
                  </a:lnTo>
                  <a:lnTo>
                    <a:pt x="0" y="1004"/>
                  </a:lnTo>
                  <a:lnTo>
                    <a:pt x="39" y="1159"/>
                  </a:lnTo>
                  <a:lnTo>
                    <a:pt x="116" y="1313"/>
                  </a:lnTo>
                  <a:lnTo>
                    <a:pt x="193" y="1468"/>
                  </a:lnTo>
                  <a:lnTo>
                    <a:pt x="348" y="1584"/>
                  </a:lnTo>
                  <a:lnTo>
                    <a:pt x="464" y="1661"/>
                  </a:lnTo>
                  <a:lnTo>
                    <a:pt x="618" y="1738"/>
                  </a:lnTo>
                  <a:lnTo>
                    <a:pt x="966" y="1738"/>
                  </a:lnTo>
                  <a:lnTo>
                    <a:pt x="1120" y="1700"/>
                  </a:lnTo>
                  <a:lnTo>
                    <a:pt x="1275" y="1622"/>
                  </a:lnTo>
                  <a:lnTo>
                    <a:pt x="1429" y="1545"/>
                  </a:lnTo>
                  <a:lnTo>
                    <a:pt x="1584" y="1391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27"/>
                  </a:lnTo>
                  <a:lnTo>
                    <a:pt x="1777" y="773"/>
                  </a:lnTo>
                  <a:lnTo>
                    <a:pt x="1738" y="580"/>
                  </a:lnTo>
                  <a:lnTo>
                    <a:pt x="1661" y="425"/>
                  </a:lnTo>
                  <a:lnTo>
                    <a:pt x="1545" y="271"/>
                  </a:lnTo>
                  <a:lnTo>
                    <a:pt x="1429" y="155"/>
                  </a:lnTo>
                  <a:lnTo>
                    <a:pt x="1275" y="78"/>
                  </a:lnTo>
                  <a:lnTo>
                    <a:pt x="1120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2058;p9"/>
            <p:cNvSpPr/>
            <p:nvPr/>
          </p:nvSpPr>
          <p:spPr>
            <a:xfrm>
              <a:off x="691825" y="1300825"/>
              <a:ext cx="114925" cy="285775"/>
            </a:xfrm>
            <a:custGeom>
              <a:avLst/>
              <a:gdLst/>
              <a:ahLst/>
              <a:cxnLst/>
              <a:rect l="l" t="t" r="r" b="b"/>
              <a:pathLst>
                <a:path w="4597" h="11431" extrusionOk="0">
                  <a:moveTo>
                    <a:pt x="3631" y="888"/>
                  </a:moveTo>
                  <a:lnTo>
                    <a:pt x="3708" y="2008"/>
                  </a:lnTo>
                  <a:lnTo>
                    <a:pt x="3824" y="3128"/>
                  </a:lnTo>
                  <a:lnTo>
                    <a:pt x="3940" y="4248"/>
                  </a:lnTo>
                  <a:lnTo>
                    <a:pt x="4017" y="5406"/>
                  </a:lnTo>
                  <a:lnTo>
                    <a:pt x="4056" y="6603"/>
                  </a:lnTo>
                  <a:lnTo>
                    <a:pt x="4056" y="7260"/>
                  </a:lnTo>
                  <a:lnTo>
                    <a:pt x="3978" y="7878"/>
                  </a:lnTo>
                  <a:lnTo>
                    <a:pt x="3901" y="8534"/>
                  </a:lnTo>
                  <a:lnTo>
                    <a:pt x="3747" y="9152"/>
                  </a:lnTo>
                  <a:lnTo>
                    <a:pt x="3515" y="9731"/>
                  </a:lnTo>
                  <a:lnTo>
                    <a:pt x="3245" y="10272"/>
                  </a:lnTo>
                  <a:lnTo>
                    <a:pt x="3013" y="10542"/>
                  </a:lnTo>
                  <a:lnTo>
                    <a:pt x="2781" y="10735"/>
                  </a:lnTo>
                  <a:lnTo>
                    <a:pt x="2472" y="10851"/>
                  </a:lnTo>
                  <a:lnTo>
                    <a:pt x="2202" y="10851"/>
                  </a:lnTo>
                  <a:lnTo>
                    <a:pt x="1893" y="10812"/>
                  </a:lnTo>
                  <a:lnTo>
                    <a:pt x="1623" y="10696"/>
                  </a:lnTo>
                  <a:lnTo>
                    <a:pt x="1353" y="10503"/>
                  </a:lnTo>
                  <a:lnTo>
                    <a:pt x="1121" y="10233"/>
                  </a:lnTo>
                  <a:lnTo>
                    <a:pt x="966" y="9963"/>
                  </a:lnTo>
                  <a:lnTo>
                    <a:pt x="851" y="9692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95"/>
                  </a:lnTo>
                  <a:lnTo>
                    <a:pt x="657" y="7878"/>
                  </a:lnTo>
                  <a:lnTo>
                    <a:pt x="657" y="5329"/>
                  </a:lnTo>
                  <a:lnTo>
                    <a:pt x="619" y="4055"/>
                  </a:lnTo>
                  <a:lnTo>
                    <a:pt x="580" y="2780"/>
                  </a:lnTo>
                  <a:lnTo>
                    <a:pt x="542" y="2742"/>
                  </a:lnTo>
                  <a:lnTo>
                    <a:pt x="580" y="2742"/>
                  </a:lnTo>
                  <a:lnTo>
                    <a:pt x="1353" y="2356"/>
                  </a:lnTo>
                  <a:lnTo>
                    <a:pt x="2163" y="1931"/>
                  </a:lnTo>
                  <a:lnTo>
                    <a:pt x="2936" y="1429"/>
                  </a:lnTo>
                  <a:lnTo>
                    <a:pt x="3283" y="1159"/>
                  </a:lnTo>
                  <a:lnTo>
                    <a:pt x="3631" y="888"/>
                  </a:lnTo>
                  <a:close/>
                  <a:moveTo>
                    <a:pt x="3978" y="0"/>
                  </a:moveTo>
                  <a:lnTo>
                    <a:pt x="3901" y="39"/>
                  </a:lnTo>
                  <a:lnTo>
                    <a:pt x="3476" y="309"/>
                  </a:lnTo>
                  <a:lnTo>
                    <a:pt x="3052" y="657"/>
                  </a:lnTo>
                  <a:lnTo>
                    <a:pt x="2627" y="966"/>
                  </a:lnTo>
                  <a:lnTo>
                    <a:pt x="2202" y="1313"/>
                  </a:lnTo>
                  <a:lnTo>
                    <a:pt x="1314" y="1892"/>
                  </a:lnTo>
                  <a:lnTo>
                    <a:pt x="426" y="2472"/>
                  </a:lnTo>
                  <a:lnTo>
                    <a:pt x="349" y="2549"/>
                  </a:lnTo>
                  <a:lnTo>
                    <a:pt x="349" y="2626"/>
                  </a:lnTo>
                  <a:lnTo>
                    <a:pt x="271" y="2665"/>
                  </a:lnTo>
                  <a:lnTo>
                    <a:pt x="233" y="2780"/>
                  </a:lnTo>
                  <a:lnTo>
                    <a:pt x="194" y="3823"/>
                  </a:lnTo>
                  <a:lnTo>
                    <a:pt x="155" y="4827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7"/>
                  </a:lnTo>
                  <a:lnTo>
                    <a:pt x="155" y="7685"/>
                  </a:lnTo>
                  <a:lnTo>
                    <a:pt x="155" y="8418"/>
                  </a:lnTo>
                  <a:lnTo>
                    <a:pt x="233" y="9152"/>
                  </a:lnTo>
                  <a:lnTo>
                    <a:pt x="310" y="9615"/>
                  </a:lnTo>
                  <a:lnTo>
                    <a:pt x="503" y="10079"/>
                  </a:lnTo>
                  <a:lnTo>
                    <a:pt x="735" y="10503"/>
                  </a:lnTo>
                  <a:lnTo>
                    <a:pt x="1044" y="10890"/>
                  </a:lnTo>
                  <a:lnTo>
                    <a:pt x="1198" y="11044"/>
                  </a:lnTo>
                  <a:lnTo>
                    <a:pt x="1391" y="11198"/>
                  </a:lnTo>
                  <a:lnTo>
                    <a:pt x="1623" y="11314"/>
                  </a:lnTo>
                  <a:lnTo>
                    <a:pt x="1816" y="11392"/>
                  </a:lnTo>
                  <a:lnTo>
                    <a:pt x="2048" y="11430"/>
                  </a:lnTo>
                  <a:lnTo>
                    <a:pt x="2279" y="11430"/>
                  </a:lnTo>
                  <a:lnTo>
                    <a:pt x="2550" y="11392"/>
                  </a:lnTo>
                  <a:lnTo>
                    <a:pt x="2820" y="11314"/>
                  </a:lnTo>
                  <a:lnTo>
                    <a:pt x="3052" y="11198"/>
                  </a:lnTo>
                  <a:lnTo>
                    <a:pt x="3283" y="11044"/>
                  </a:lnTo>
                  <a:lnTo>
                    <a:pt x="3476" y="10851"/>
                  </a:lnTo>
                  <a:lnTo>
                    <a:pt x="3669" y="10658"/>
                  </a:lnTo>
                  <a:lnTo>
                    <a:pt x="3824" y="10388"/>
                  </a:lnTo>
                  <a:lnTo>
                    <a:pt x="3978" y="10117"/>
                  </a:lnTo>
                  <a:lnTo>
                    <a:pt x="4171" y="9538"/>
                  </a:lnTo>
                  <a:lnTo>
                    <a:pt x="4326" y="8920"/>
                  </a:lnTo>
                  <a:lnTo>
                    <a:pt x="4442" y="8302"/>
                  </a:lnTo>
                  <a:lnTo>
                    <a:pt x="4519" y="7723"/>
                  </a:lnTo>
                  <a:lnTo>
                    <a:pt x="4558" y="7221"/>
                  </a:lnTo>
                  <a:lnTo>
                    <a:pt x="4596" y="6642"/>
                  </a:lnTo>
                  <a:lnTo>
                    <a:pt x="4596" y="6101"/>
                  </a:lnTo>
                  <a:lnTo>
                    <a:pt x="4519" y="4981"/>
                  </a:lnTo>
                  <a:lnTo>
                    <a:pt x="4442" y="3862"/>
                  </a:lnTo>
                  <a:lnTo>
                    <a:pt x="4326" y="2780"/>
                  </a:lnTo>
                  <a:lnTo>
                    <a:pt x="4287" y="2394"/>
                  </a:lnTo>
                  <a:lnTo>
                    <a:pt x="4210" y="1468"/>
                  </a:lnTo>
                  <a:lnTo>
                    <a:pt x="4133" y="541"/>
                  </a:lnTo>
                  <a:lnTo>
                    <a:pt x="4094" y="386"/>
                  </a:lnTo>
                  <a:lnTo>
                    <a:pt x="4133" y="348"/>
                  </a:lnTo>
                  <a:lnTo>
                    <a:pt x="4171" y="270"/>
                  </a:lnTo>
                  <a:lnTo>
                    <a:pt x="4210" y="193"/>
                  </a:lnTo>
                  <a:lnTo>
                    <a:pt x="4171" y="77"/>
                  </a:lnTo>
                  <a:lnTo>
                    <a:pt x="4094" y="39"/>
                  </a:lnTo>
                  <a:lnTo>
                    <a:pt x="405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9"/>
            <p:cNvSpPr/>
            <p:nvPr/>
          </p:nvSpPr>
          <p:spPr>
            <a:xfrm>
              <a:off x="635850" y="1347150"/>
              <a:ext cx="42500" cy="41550"/>
            </a:xfrm>
            <a:custGeom>
              <a:avLst/>
              <a:gdLst/>
              <a:ahLst/>
              <a:cxnLst/>
              <a:rect l="l" t="t" r="r" b="b"/>
              <a:pathLst>
                <a:path w="1700" h="1662" extrusionOk="0">
                  <a:moveTo>
                    <a:pt x="1004" y="387"/>
                  </a:moveTo>
                  <a:lnTo>
                    <a:pt x="1120" y="425"/>
                  </a:lnTo>
                  <a:lnTo>
                    <a:pt x="1159" y="464"/>
                  </a:lnTo>
                  <a:lnTo>
                    <a:pt x="1236" y="541"/>
                  </a:lnTo>
                  <a:lnTo>
                    <a:pt x="1313" y="734"/>
                  </a:lnTo>
                  <a:lnTo>
                    <a:pt x="1313" y="927"/>
                  </a:lnTo>
                  <a:lnTo>
                    <a:pt x="1236" y="1082"/>
                  </a:lnTo>
                  <a:lnTo>
                    <a:pt x="1159" y="1159"/>
                  </a:lnTo>
                  <a:lnTo>
                    <a:pt x="1082" y="1236"/>
                  </a:lnTo>
                  <a:lnTo>
                    <a:pt x="888" y="1275"/>
                  </a:lnTo>
                  <a:lnTo>
                    <a:pt x="695" y="1236"/>
                  </a:lnTo>
                  <a:lnTo>
                    <a:pt x="541" y="1121"/>
                  </a:lnTo>
                  <a:lnTo>
                    <a:pt x="464" y="1082"/>
                  </a:lnTo>
                  <a:lnTo>
                    <a:pt x="425" y="966"/>
                  </a:lnTo>
                  <a:lnTo>
                    <a:pt x="386" y="889"/>
                  </a:lnTo>
                  <a:lnTo>
                    <a:pt x="386" y="773"/>
                  </a:lnTo>
                  <a:lnTo>
                    <a:pt x="425" y="541"/>
                  </a:lnTo>
                  <a:lnTo>
                    <a:pt x="541" y="580"/>
                  </a:lnTo>
                  <a:lnTo>
                    <a:pt x="618" y="541"/>
                  </a:lnTo>
                  <a:lnTo>
                    <a:pt x="773" y="425"/>
                  </a:lnTo>
                  <a:lnTo>
                    <a:pt x="927" y="387"/>
                  </a:lnTo>
                  <a:close/>
                  <a:moveTo>
                    <a:pt x="734" y="1"/>
                  </a:moveTo>
                  <a:lnTo>
                    <a:pt x="618" y="39"/>
                  </a:lnTo>
                  <a:lnTo>
                    <a:pt x="502" y="117"/>
                  </a:lnTo>
                  <a:lnTo>
                    <a:pt x="348" y="194"/>
                  </a:lnTo>
                  <a:lnTo>
                    <a:pt x="232" y="310"/>
                  </a:lnTo>
                  <a:lnTo>
                    <a:pt x="155" y="425"/>
                  </a:lnTo>
                  <a:lnTo>
                    <a:pt x="78" y="580"/>
                  </a:lnTo>
                  <a:lnTo>
                    <a:pt x="39" y="696"/>
                  </a:lnTo>
                  <a:lnTo>
                    <a:pt x="0" y="850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3" y="1352"/>
                  </a:lnTo>
                  <a:lnTo>
                    <a:pt x="309" y="1468"/>
                  </a:lnTo>
                  <a:lnTo>
                    <a:pt x="464" y="1584"/>
                  </a:lnTo>
                  <a:lnTo>
                    <a:pt x="657" y="1623"/>
                  </a:lnTo>
                  <a:lnTo>
                    <a:pt x="811" y="1661"/>
                  </a:lnTo>
                  <a:lnTo>
                    <a:pt x="1004" y="1661"/>
                  </a:lnTo>
                  <a:lnTo>
                    <a:pt x="1197" y="1584"/>
                  </a:lnTo>
                  <a:lnTo>
                    <a:pt x="1352" y="1507"/>
                  </a:lnTo>
                  <a:lnTo>
                    <a:pt x="1468" y="1391"/>
                  </a:lnTo>
                  <a:lnTo>
                    <a:pt x="1584" y="1236"/>
                  </a:lnTo>
                  <a:lnTo>
                    <a:pt x="1661" y="1082"/>
                  </a:lnTo>
                  <a:lnTo>
                    <a:pt x="1699" y="927"/>
                  </a:lnTo>
                  <a:lnTo>
                    <a:pt x="1699" y="734"/>
                  </a:lnTo>
                  <a:lnTo>
                    <a:pt x="1661" y="541"/>
                  </a:lnTo>
                  <a:lnTo>
                    <a:pt x="1584" y="387"/>
                  </a:lnTo>
                  <a:lnTo>
                    <a:pt x="1506" y="232"/>
                  </a:lnTo>
                  <a:lnTo>
                    <a:pt x="1390" y="155"/>
                  </a:lnTo>
                  <a:lnTo>
                    <a:pt x="1275" y="78"/>
                  </a:lnTo>
                  <a:lnTo>
                    <a:pt x="100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9"/>
            <p:cNvSpPr/>
            <p:nvPr/>
          </p:nvSpPr>
          <p:spPr>
            <a:xfrm>
              <a:off x="444700" y="1374175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71" y="1"/>
                  </a:moveTo>
                  <a:lnTo>
                    <a:pt x="116" y="40"/>
                  </a:lnTo>
                  <a:lnTo>
                    <a:pt x="39" y="117"/>
                  </a:lnTo>
                  <a:lnTo>
                    <a:pt x="1" y="233"/>
                  </a:lnTo>
                  <a:lnTo>
                    <a:pt x="39" y="387"/>
                  </a:lnTo>
                  <a:lnTo>
                    <a:pt x="348" y="889"/>
                  </a:lnTo>
                  <a:lnTo>
                    <a:pt x="657" y="1391"/>
                  </a:lnTo>
                  <a:lnTo>
                    <a:pt x="1005" y="1854"/>
                  </a:lnTo>
                  <a:lnTo>
                    <a:pt x="1391" y="2318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4" y="3553"/>
                  </a:lnTo>
                  <a:lnTo>
                    <a:pt x="3167" y="3901"/>
                  </a:lnTo>
                  <a:lnTo>
                    <a:pt x="3553" y="3747"/>
                  </a:lnTo>
                  <a:lnTo>
                    <a:pt x="2781" y="3013"/>
                  </a:lnTo>
                  <a:lnTo>
                    <a:pt x="2047" y="2241"/>
                  </a:lnTo>
                  <a:lnTo>
                    <a:pt x="1352" y="1430"/>
                  </a:lnTo>
                  <a:lnTo>
                    <a:pt x="1043" y="1005"/>
                  </a:lnTo>
                  <a:lnTo>
                    <a:pt x="734" y="542"/>
                  </a:lnTo>
                  <a:lnTo>
                    <a:pt x="1622" y="696"/>
                  </a:lnTo>
                  <a:lnTo>
                    <a:pt x="2511" y="889"/>
                  </a:lnTo>
                  <a:lnTo>
                    <a:pt x="3013" y="1044"/>
                  </a:lnTo>
                  <a:lnTo>
                    <a:pt x="3515" y="1198"/>
                  </a:lnTo>
                  <a:lnTo>
                    <a:pt x="4017" y="1352"/>
                  </a:lnTo>
                  <a:lnTo>
                    <a:pt x="4480" y="1507"/>
                  </a:lnTo>
                  <a:lnTo>
                    <a:pt x="4596" y="1507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5" y="1507"/>
                  </a:lnTo>
                  <a:lnTo>
                    <a:pt x="4943" y="1430"/>
                  </a:lnTo>
                  <a:lnTo>
                    <a:pt x="4634" y="1159"/>
                  </a:lnTo>
                  <a:lnTo>
                    <a:pt x="4171" y="850"/>
                  </a:lnTo>
                  <a:lnTo>
                    <a:pt x="3630" y="619"/>
                  </a:lnTo>
                  <a:lnTo>
                    <a:pt x="3090" y="464"/>
                  </a:lnTo>
                  <a:lnTo>
                    <a:pt x="2511" y="310"/>
                  </a:lnTo>
                  <a:lnTo>
                    <a:pt x="1931" y="194"/>
                  </a:lnTo>
                  <a:lnTo>
                    <a:pt x="1352" y="117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9"/>
            <p:cNvSpPr/>
            <p:nvPr/>
          </p:nvSpPr>
          <p:spPr>
            <a:xfrm>
              <a:off x="5333350" y="1388675"/>
              <a:ext cx="625575" cy="344650"/>
            </a:xfrm>
            <a:custGeom>
              <a:avLst/>
              <a:gdLst/>
              <a:ahLst/>
              <a:cxnLst/>
              <a:rect l="l" t="t" r="r" b="b"/>
              <a:pathLst>
                <a:path w="25023" h="13786" extrusionOk="0">
                  <a:moveTo>
                    <a:pt x="23285" y="965"/>
                  </a:moveTo>
                  <a:lnTo>
                    <a:pt x="23633" y="1467"/>
                  </a:lnTo>
                  <a:lnTo>
                    <a:pt x="23941" y="2008"/>
                  </a:lnTo>
                  <a:lnTo>
                    <a:pt x="23787" y="2163"/>
                  </a:lnTo>
                  <a:lnTo>
                    <a:pt x="23633" y="2201"/>
                  </a:lnTo>
                  <a:lnTo>
                    <a:pt x="23478" y="2201"/>
                  </a:lnTo>
                  <a:lnTo>
                    <a:pt x="23324" y="2163"/>
                  </a:lnTo>
                  <a:lnTo>
                    <a:pt x="23208" y="2085"/>
                  </a:lnTo>
                  <a:lnTo>
                    <a:pt x="23092" y="1969"/>
                  </a:lnTo>
                  <a:lnTo>
                    <a:pt x="23015" y="1815"/>
                  </a:lnTo>
                  <a:lnTo>
                    <a:pt x="22976" y="1661"/>
                  </a:lnTo>
                  <a:lnTo>
                    <a:pt x="22976" y="1429"/>
                  </a:lnTo>
                  <a:lnTo>
                    <a:pt x="23053" y="1274"/>
                  </a:lnTo>
                  <a:lnTo>
                    <a:pt x="23169" y="1120"/>
                  </a:lnTo>
                  <a:lnTo>
                    <a:pt x="23285" y="965"/>
                  </a:lnTo>
                  <a:close/>
                  <a:moveTo>
                    <a:pt x="24096" y="2433"/>
                  </a:moveTo>
                  <a:lnTo>
                    <a:pt x="24212" y="2780"/>
                  </a:lnTo>
                  <a:lnTo>
                    <a:pt x="24328" y="3089"/>
                  </a:lnTo>
                  <a:lnTo>
                    <a:pt x="24366" y="3437"/>
                  </a:lnTo>
                  <a:lnTo>
                    <a:pt x="24443" y="3823"/>
                  </a:lnTo>
                  <a:lnTo>
                    <a:pt x="24443" y="3823"/>
                  </a:lnTo>
                  <a:lnTo>
                    <a:pt x="24173" y="3746"/>
                  </a:lnTo>
                  <a:lnTo>
                    <a:pt x="23941" y="3591"/>
                  </a:lnTo>
                  <a:lnTo>
                    <a:pt x="23864" y="3514"/>
                  </a:lnTo>
                  <a:lnTo>
                    <a:pt x="23787" y="3398"/>
                  </a:lnTo>
                  <a:lnTo>
                    <a:pt x="23748" y="3282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7" y="2742"/>
                  </a:lnTo>
                  <a:lnTo>
                    <a:pt x="23941" y="2587"/>
                  </a:lnTo>
                  <a:lnTo>
                    <a:pt x="24096" y="2433"/>
                  </a:lnTo>
                  <a:close/>
                  <a:moveTo>
                    <a:pt x="16296" y="4981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6" y="5290"/>
                  </a:lnTo>
                  <a:lnTo>
                    <a:pt x="16566" y="5406"/>
                  </a:lnTo>
                  <a:lnTo>
                    <a:pt x="16296" y="5445"/>
                  </a:lnTo>
                  <a:lnTo>
                    <a:pt x="15639" y="5522"/>
                  </a:lnTo>
                  <a:lnTo>
                    <a:pt x="15639" y="5483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55" y="5175"/>
                  </a:lnTo>
                  <a:lnTo>
                    <a:pt x="15832" y="5097"/>
                  </a:lnTo>
                  <a:lnTo>
                    <a:pt x="15948" y="5020"/>
                  </a:lnTo>
                  <a:lnTo>
                    <a:pt x="16064" y="4981"/>
                  </a:lnTo>
                  <a:close/>
                  <a:moveTo>
                    <a:pt x="24443" y="4248"/>
                  </a:moveTo>
                  <a:lnTo>
                    <a:pt x="24443" y="4673"/>
                  </a:lnTo>
                  <a:lnTo>
                    <a:pt x="24366" y="5097"/>
                  </a:lnTo>
                  <a:lnTo>
                    <a:pt x="24250" y="5522"/>
                  </a:lnTo>
                  <a:lnTo>
                    <a:pt x="24057" y="5445"/>
                  </a:lnTo>
                  <a:lnTo>
                    <a:pt x="23903" y="5290"/>
                  </a:lnTo>
                  <a:lnTo>
                    <a:pt x="23826" y="5097"/>
                  </a:lnTo>
                  <a:lnTo>
                    <a:pt x="23787" y="4981"/>
                  </a:lnTo>
                  <a:lnTo>
                    <a:pt x="23787" y="4866"/>
                  </a:lnTo>
                  <a:lnTo>
                    <a:pt x="23826" y="4750"/>
                  </a:lnTo>
                  <a:lnTo>
                    <a:pt x="23864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48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6"/>
                  </a:lnTo>
                  <a:lnTo>
                    <a:pt x="18072" y="5638"/>
                  </a:lnTo>
                  <a:lnTo>
                    <a:pt x="17570" y="5522"/>
                  </a:lnTo>
                  <a:lnTo>
                    <a:pt x="17029" y="5445"/>
                  </a:lnTo>
                  <a:lnTo>
                    <a:pt x="17068" y="5290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4"/>
                  </a:lnTo>
                  <a:lnTo>
                    <a:pt x="17531" y="4866"/>
                  </a:lnTo>
                  <a:lnTo>
                    <a:pt x="17647" y="4827"/>
                  </a:lnTo>
                  <a:close/>
                  <a:moveTo>
                    <a:pt x="14713" y="5329"/>
                  </a:moveTo>
                  <a:lnTo>
                    <a:pt x="14828" y="5368"/>
                  </a:lnTo>
                  <a:lnTo>
                    <a:pt x="14906" y="5445"/>
                  </a:lnTo>
                  <a:lnTo>
                    <a:pt x="15021" y="5561"/>
                  </a:lnTo>
                  <a:lnTo>
                    <a:pt x="15060" y="5676"/>
                  </a:lnTo>
                  <a:lnTo>
                    <a:pt x="14558" y="5870"/>
                  </a:lnTo>
                  <a:lnTo>
                    <a:pt x="14056" y="6101"/>
                  </a:lnTo>
                  <a:lnTo>
                    <a:pt x="14017" y="6063"/>
                  </a:lnTo>
                  <a:lnTo>
                    <a:pt x="14056" y="5831"/>
                  </a:lnTo>
                  <a:lnTo>
                    <a:pt x="14133" y="5599"/>
                  </a:lnTo>
                  <a:lnTo>
                    <a:pt x="14249" y="5445"/>
                  </a:lnTo>
                  <a:lnTo>
                    <a:pt x="14365" y="5368"/>
                  </a:lnTo>
                  <a:lnTo>
                    <a:pt x="14442" y="5329"/>
                  </a:lnTo>
                  <a:close/>
                  <a:moveTo>
                    <a:pt x="18999" y="5483"/>
                  </a:moveTo>
                  <a:lnTo>
                    <a:pt x="19115" y="5522"/>
                  </a:lnTo>
                  <a:lnTo>
                    <a:pt x="19192" y="5561"/>
                  </a:lnTo>
                  <a:lnTo>
                    <a:pt x="19308" y="5676"/>
                  </a:lnTo>
                  <a:lnTo>
                    <a:pt x="19385" y="5831"/>
                  </a:lnTo>
                  <a:lnTo>
                    <a:pt x="19385" y="5985"/>
                  </a:lnTo>
                  <a:lnTo>
                    <a:pt x="19346" y="6178"/>
                  </a:lnTo>
                  <a:lnTo>
                    <a:pt x="18613" y="5831"/>
                  </a:lnTo>
                  <a:lnTo>
                    <a:pt x="18651" y="5754"/>
                  </a:lnTo>
                  <a:lnTo>
                    <a:pt x="18690" y="5676"/>
                  </a:lnTo>
                  <a:lnTo>
                    <a:pt x="18844" y="5522"/>
                  </a:lnTo>
                  <a:lnTo>
                    <a:pt x="18999" y="5483"/>
                  </a:lnTo>
                  <a:close/>
                  <a:moveTo>
                    <a:pt x="20196" y="6063"/>
                  </a:moveTo>
                  <a:lnTo>
                    <a:pt x="20350" y="6101"/>
                  </a:lnTo>
                  <a:lnTo>
                    <a:pt x="20466" y="6140"/>
                  </a:lnTo>
                  <a:lnTo>
                    <a:pt x="20543" y="6178"/>
                  </a:lnTo>
                  <a:lnTo>
                    <a:pt x="20698" y="6333"/>
                  </a:lnTo>
                  <a:lnTo>
                    <a:pt x="20775" y="6526"/>
                  </a:lnTo>
                  <a:lnTo>
                    <a:pt x="20814" y="6719"/>
                  </a:lnTo>
                  <a:lnTo>
                    <a:pt x="20891" y="6951"/>
                  </a:lnTo>
                  <a:lnTo>
                    <a:pt x="20466" y="6758"/>
                  </a:lnTo>
                  <a:lnTo>
                    <a:pt x="20080" y="6565"/>
                  </a:lnTo>
                  <a:lnTo>
                    <a:pt x="19810" y="6410"/>
                  </a:lnTo>
                  <a:lnTo>
                    <a:pt x="19848" y="6294"/>
                  </a:lnTo>
                  <a:lnTo>
                    <a:pt x="19887" y="6178"/>
                  </a:lnTo>
                  <a:lnTo>
                    <a:pt x="20003" y="6140"/>
                  </a:lnTo>
                  <a:lnTo>
                    <a:pt x="20080" y="6101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8"/>
                  </a:lnTo>
                  <a:lnTo>
                    <a:pt x="23941" y="5985"/>
                  </a:lnTo>
                  <a:lnTo>
                    <a:pt x="24019" y="6024"/>
                  </a:lnTo>
                  <a:lnTo>
                    <a:pt x="24096" y="6024"/>
                  </a:lnTo>
                  <a:lnTo>
                    <a:pt x="23941" y="6294"/>
                  </a:lnTo>
                  <a:lnTo>
                    <a:pt x="23748" y="6565"/>
                  </a:lnTo>
                  <a:lnTo>
                    <a:pt x="23517" y="6796"/>
                  </a:lnTo>
                  <a:lnTo>
                    <a:pt x="23246" y="6989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3" y="6178"/>
                  </a:lnTo>
                  <a:lnTo>
                    <a:pt x="23131" y="6101"/>
                  </a:lnTo>
                  <a:lnTo>
                    <a:pt x="23208" y="6024"/>
                  </a:lnTo>
                  <a:lnTo>
                    <a:pt x="23285" y="5947"/>
                  </a:lnTo>
                  <a:lnTo>
                    <a:pt x="23517" y="5870"/>
                  </a:lnTo>
                  <a:close/>
                  <a:moveTo>
                    <a:pt x="13245" y="6101"/>
                  </a:moveTo>
                  <a:lnTo>
                    <a:pt x="13477" y="6178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105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7" y="6796"/>
                  </a:lnTo>
                  <a:lnTo>
                    <a:pt x="12627" y="6680"/>
                  </a:lnTo>
                  <a:lnTo>
                    <a:pt x="12666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59" y="6217"/>
                  </a:lnTo>
                  <a:lnTo>
                    <a:pt x="13013" y="6140"/>
                  </a:lnTo>
                  <a:lnTo>
                    <a:pt x="13129" y="6101"/>
                  </a:lnTo>
                  <a:close/>
                  <a:moveTo>
                    <a:pt x="22165" y="6565"/>
                  </a:moveTo>
                  <a:lnTo>
                    <a:pt x="22281" y="6603"/>
                  </a:lnTo>
                  <a:lnTo>
                    <a:pt x="22474" y="6719"/>
                  </a:lnTo>
                  <a:lnTo>
                    <a:pt x="22629" y="6874"/>
                  </a:lnTo>
                  <a:lnTo>
                    <a:pt x="22783" y="7028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5"/>
                  </a:lnTo>
                  <a:lnTo>
                    <a:pt x="22937" y="7144"/>
                  </a:lnTo>
                  <a:lnTo>
                    <a:pt x="22551" y="7221"/>
                  </a:lnTo>
                  <a:lnTo>
                    <a:pt x="22165" y="7260"/>
                  </a:lnTo>
                  <a:lnTo>
                    <a:pt x="21779" y="7221"/>
                  </a:lnTo>
                  <a:lnTo>
                    <a:pt x="21393" y="7105"/>
                  </a:lnTo>
                  <a:lnTo>
                    <a:pt x="21470" y="6912"/>
                  </a:lnTo>
                  <a:lnTo>
                    <a:pt x="21625" y="6758"/>
                  </a:lnTo>
                  <a:lnTo>
                    <a:pt x="21818" y="6603"/>
                  </a:lnTo>
                  <a:lnTo>
                    <a:pt x="22049" y="6565"/>
                  </a:lnTo>
                  <a:close/>
                  <a:moveTo>
                    <a:pt x="12280" y="7414"/>
                  </a:moveTo>
                  <a:lnTo>
                    <a:pt x="12473" y="7453"/>
                  </a:lnTo>
                  <a:lnTo>
                    <a:pt x="12125" y="7993"/>
                  </a:lnTo>
                  <a:lnTo>
                    <a:pt x="11816" y="8573"/>
                  </a:lnTo>
                  <a:lnTo>
                    <a:pt x="11701" y="8341"/>
                  </a:lnTo>
                  <a:lnTo>
                    <a:pt x="11662" y="8109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39" y="7723"/>
                  </a:lnTo>
                  <a:lnTo>
                    <a:pt x="11816" y="7607"/>
                  </a:lnTo>
                  <a:lnTo>
                    <a:pt x="11894" y="7530"/>
                  </a:lnTo>
                  <a:lnTo>
                    <a:pt x="12009" y="7453"/>
                  </a:lnTo>
                  <a:lnTo>
                    <a:pt x="12164" y="7414"/>
                  </a:lnTo>
                  <a:close/>
                  <a:moveTo>
                    <a:pt x="2240" y="9384"/>
                  </a:moveTo>
                  <a:lnTo>
                    <a:pt x="2356" y="9422"/>
                  </a:lnTo>
                  <a:lnTo>
                    <a:pt x="2472" y="9499"/>
                  </a:lnTo>
                  <a:lnTo>
                    <a:pt x="2549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10001"/>
                  </a:lnTo>
                  <a:lnTo>
                    <a:pt x="2124" y="9886"/>
                  </a:lnTo>
                  <a:lnTo>
                    <a:pt x="1661" y="9886"/>
                  </a:lnTo>
                  <a:lnTo>
                    <a:pt x="1699" y="9770"/>
                  </a:lnTo>
                  <a:lnTo>
                    <a:pt x="1738" y="9654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close/>
                  <a:moveTo>
                    <a:pt x="11662" y="8997"/>
                  </a:moveTo>
                  <a:lnTo>
                    <a:pt x="11469" y="9499"/>
                  </a:lnTo>
                  <a:lnTo>
                    <a:pt x="11353" y="10040"/>
                  </a:lnTo>
                  <a:lnTo>
                    <a:pt x="11276" y="10272"/>
                  </a:lnTo>
                  <a:lnTo>
                    <a:pt x="11237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8" y="9692"/>
                  </a:lnTo>
                  <a:lnTo>
                    <a:pt x="10928" y="9577"/>
                  </a:lnTo>
                  <a:lnTo>
                    <a:pt x="10967" y="9461"/>
                  </a:lnTo>
                  <a:lnTo>
                    <a:pt x="11006" y="9345"/>
                  </a:lnTo>
                  <a:lnTo>
                    <a:pt x="11121" y="9152"/>
                  </a:lnTo>
                  <a:lnTo>
                    <a:pt x="11276" y="9075"/>
                  </a:lnTo>
                  <a:lnTo>
                    <a:pt x="11469" y="8997"/>
                  </a:lnTo>
                  <a:close/>
                  <a:moveTo>
                    <a:pt x="3785" y="9770"/>
                  </a:moveTo>
                  <a:lnTo>
                    <a:pt x="3900" y="9808"/>
                  </a:lnTo>
                  <a:lnTo>
                    <a:pt x="4016" y="9886"/>
                  </a:lnTo>
                  <a:lnTo>
                    <a:pt x="4093" y="10001"/>
                  </a:lnTo>
                  <a:lnTo>
                    <a:pt x="4132" y="10117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3" y="10542"/>
                  </a:lnTo>
                  <a:lnTo>
                    <a:pt x="4016" y="10658"/>
                  </a:lnTo>
                  <a:lnTo>
                    <a:pt x="3862" y="10542"/>
                  </a:lnTo>
                  <a:lnTo>
                    <a:pt x="3514" y="10349"/>
                  </a:lnTo>
                  <a:lnTo>
                    <a:pt x="3089" y="10156"/>
                  </a:lnTo>
                  <a:lnTo>
                    <a:pt x="3128" y="10040"/>
                  </a:lnTo>
                  <a:lnTo>
                    <a:pt x="3244" y="9924"/>
                  </a:lnTo>
                  <a:lnTo>
                    <a:pt x="3360" y="9847"/>
                  </a:lnTo>
                  <a:lnTo>
                    <a:pt x="3514" y="9770"/>
                  </a:lnTo>
                  <a:close/>
                  <a:moveTo>
                    <a:pt x="4943" y="10658"/>
                  </a:moveTo>
                  <a:lnTo>
                    <a:pt x="5020" y="10735"/>
                  </a:lnTo>
                  <a:lnTo>
                    <a:pt x="5097" y="10774"/>
                  </a:lnTo>
                  <a:lnTo>
                    <a:pt x="5136" y="10889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97" y="11430"/>
                  </a:lnTo>
                  <a:lnTo>
                    <a:pt x="4402" y="10928"/>
                  </a:lnTo>
                  <a:lnTo>
                    <a:pt x="4441" y="10812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19"/>
                  </a:moveTo>
                  <a:lnTo>
                    <a:pt x="10967" y="11198"/>
                  </a:lnTo>
                  <a:lnTo>
                    <a:pt x="10735" y="11739"/>
                  </a:lnTo>
                  <a:lnTo>
                    <a:pt x="10658" y="11700"/>
                  </a:lnTo>
                  <a:lnTo>
                    <a:pt x="10504" y="11546"/>
                  </a:lnTo>
                  <a:lnTo>
                    <a:pt x="10426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2"/>
                  </a:lnTo>
                  <a:lnTo>
                    <a:pt x="10735" y="10696"/>
                  </a:lnTo>
                  <a:lnTo>
                    <a:pt x="10928" y="10619"/>
                  </a:lnTo>
                  <a:close/>
                  <a:moveTo>
                    <a:pt x="5986" y="11469"/>
                  </a:moveTo>
                  <a:lnTo>
                    <a:pt x="6063" y="11507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3" y="11778"/>
                  </a:lnTo>
                  <a:lnTo>
                    <a:pt x="6372" y="12009"/>
                  </a:lnTo>
                  <a:lnTo>
                    <a:pt x="6410" y="12241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0"/>
                  </a:lnTo>
                  <a:lnTo>
                    <a:pt x="5445" y="11623"/>
                  </a:lnTo>
                  <a:lnTo>
                    <a:pt x="5561" y="11546"/>
                  </a:lnTo>
                  <a:lnTo>
                    <a:pt x="5638" y="11507"/>
                  </a:lnTo>
                  <a:lnTo>
                    <a:pt x="5754" y="11469"/>
                  </a:lnTo>
                  <a:close/>
                  <a:moveTo>
                    <a:pt x="10542" y="12048"/>
                  </a:moveTo>
                  <a:lnTo>
                    <a:pt x="10388" y="12318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8" y="12241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76" y="12511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0"/>
                  </a:lnTo>
                  <a:lnTo>
                    <a:pt x="7878" y="13013"/>
                  </a:lnTo>
                  <a:lnTo>
                    <a:pt x="7878" y="13206"/>
                  </a:lnTo>
                  <a:lnTo>
                    <a:pt x="7839" y="13206"/>
                  </a:lnTo>
                  <a:lnTo>
                    <a:pt x="7337" y="13013"/>
                  </a:lnTo>
                  <a:lnTo>
                    <a:pt x="6835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1"/>
                  </a:lnTo>
                  <a:close/>
                  <a:moveTo>
                    <a:pt x="8843" y="12627"/>
                  </a:moveTo>
                  <a:lnTo>
                    <a:pt x="8959" y="12666"/>
                  </a:lnTo>
                  <a:lnTo>
                    <a:pt x="9113" y="12782"/>
                  </a:lnTo>
                  <a:lnTo>
                    <a:pt x="9191" y="12936"/>
                  </a:lnTo>
                  <a:lnTo>
                    <a:pt x="9229" y="13129"/>
                  </a:lnTo>
                  <a:lnTo>
                    <a:pt x="9268" y="13206"/>
                  </a:lnTo>
                  <a:lnTo>
                    <a:pt x="9036" y="13284"/>
                  </a:lnTo>
                  <a:lnTo>
                    <a:pt x="8804" y="13322"/>
                  </a:lnTo>
                  <a:lnTo>
                    <a:pt x="8573" y="13322"/>
                  </a:lnTo>
                  <a:lnTo>
                    <a:pt x="8302" y="13284"/>
                  </a:lnTo>
                  <a:lnTo>
                    <a:pt x="8302" y="13206"/>
                  </a:lnTo>
                  <a:lnTo>
                    <a:pt x="8341" y="13013"/>
                  </a:lnTo>
                  <a:lnTo>
                    <a:pt x="8418" y="12820"/>
                  </a:lnTo>
                  <a:lnTo>
                    <a:pt x="8573" y="12704"/>
                  </a:lnTo>
                  <a:lnTo>
                    <a:pt x="8650" y="12666"/>
                  </a:lnTo>
                  <a:lnTo>
                    <a:pt x="8766" y="12627"/>
                  </a:lnTo>
                  <a:close/>
                  <a:moveTo>
                    <a:pt x="22976" y="0"/>
                  </a:moveTo>
                  <a:lnTo>
                    <a:pt x="22899" y="39"/>
                  </a:lnTo>
                  <a:lnTo>
                    <a:pt x="22822" y="77"/>
                  </a:lnTo>
                  <a:lnTo>
                    <a:pt x="22783" y="155"/>
                  </a:lnTo>
                  <a:lnTo>
                    <a:pt x="22744" y="232"/>
                  </a:lnTo>
                  <a:lnTo>
                    <a:pt x="22744" y="309"/>
                  </a:lnTo>
                  <a:lnTo>
                    <a:pt x="22822" y="425"/>
                  </a:lnTo>
                  <a:lnTo>
                    <a:pt x="22860" y="464"/>
                  </a:lnTo>
                  <a:lnTo>
                    <a:pt x="23015" y="657"/>
                  </a:lnTo>
                  <a:lnTo>
                    <a:pt x="22899" y="772"/>
                  </a:lnTo>
                  <a:lnTo>
                    <a:pt x="22783" y="965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699"/>
                  </a:lnTo>
                  <a:lnTo>
                    <a:pt x="22629" y="1892"/>
                  </a:lnTo>
                  <a:lnTo>
                    <a:pt x="22706" y="2047"/>
                  </a:lnTo>
                  <a:lnTo>
                    <a:pt x="22860" y="2278"/>
                  </a:lnTo>
                  <a:lnTo>
                    <a:pt x="23053" y="2394"/>
                  </a:lnTo>
                  <a:lnTo>
                    <a:pt x="23246" y="2510"/>
                  </a:lnTo>
                  <a:lnTo>
                    <a:pt x="23478" y="2510"/>
                  </a:lnTo>
                  <a:lnTo>
                    <a:pt x="23401" y="2703"/>
                  </a:lnTo>
                  <a:lnTo>
                    <a:pt x="23362" y="2896"/>
                  </a:lnTo>
                  <a:lnTo>
                    <a:pt x="23324" y="3089"/>
                  </a:lnTo>
                  <a:lnTo>
                    <a:pt x="23362" y="3282"/>
                  </a:lnTo>
                  <a:lnTo>
                    <a:pt x="23439" y="3514"/>
                  </a:lnTo>
                  <a:lnTo>
                    <a:pt x="23555" y="3707"/>
                  </a:lnTo>
                  <a:lnTo>
                    <a:pt x="23748" y="3900"/>
                  </a:lnTo>
                  <a:lnTo>
                    <a:pt x="23980" y="4016"/>
                  </a:lnTo>
                  <a:lnTo>
                    <a:pt x="23748" y="4209"/>
                  </a:lnTo>
                  <a:lnTo>
                    <a:pt x="23555" y="4479"/>
                  </a:lnTo>
                  <a:lnTo>
                    <a:pt x="23478" y="4750"/>
                  </a:lnTo>
                  <a:lnTo>
                    <a:pt x="23439" y="4904"/>
                  </a:lnTo>
                  <a:lnTo>
                    <a:pt x="23439" y="5020"/>
                  </a:lnTo>
                  <a:lnTo>
                    <a:pt x="23517" y="5290"/>
                  </a:lnTo>
                  <a:lnTo>
                    <a:pt x="23633" y="5483"/>
                  </a:lnTo>
                  <a:lnTo>
                    <a:pt x="23401" y="5522"/>
                  </a:lnTo>
                  <a:lnTo>
                    <a:pt x="23169" y="5561"/>
                  </a:lnTo>
                  <a:lnTo>
                    <a:pt x="22976" y="5715"/>
                  </a:lnTo>
                  <a:lnTo>
                    <a:pt x="22783" y="5870"/>
                  </a:lnTo>
                  <a:lnTo>
                    <a:pt x="22706" y="6101"/>
                  </a:lnTo>
                  <a:lnTo>
                    <a:pt x="22629" y="6372"/>
                  </a:lnTo>
                  <a:lnTo>
                    <a:pt x="22474" y="6294"/>
                  </a:lnTo>
                  <a:lnTo>
                    <a:pt x="22320" y="6256"/>
                  </a:lnTo>
                  <a:lnTo>
                    <a:pt x="22165" y="6217"/>
                  </a:lnTo>
                  <a:lnTo>
                    <a:pt x="21972" y="6217"/>
                  </a:lnTo>
                  <a:lnTo>
                    <a:pt x="21740" y="6294"/>
                  </a:lnTo>
                  <a:lnTo>
                    <a:pt x="21509" y="6410"/>
                  </a:lnTo>
                  <a:lnTo>
                    <a:pt x="21354" y="6565"/>
                  </a:lnTo>
                  <a:lnTo>
                    <a:pt x="21200" y="6796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6024"/>
                  </a:lnTo>
                  <a:lnTo>
                    <a:pt x="20736" y="5908"/>
                  </a:lnTo>
                  <a:lnTo>
                    <a:pt x="20582" y="5831"/>
                  </a:lnTo>
                  <a:lnTo>
                    <a:pt x="20428" y="5754"/>
                  </a:lnTo>
                  <a:lnTo>
                    <a:pt x="20234" y="5754"/>
                  </a:lnTo>
                  <a:lnTo>
                    <a:pt x="20080" y="5792"/>
                  </a:lnTo>
                  <a:lnTo>
                    <a:pt x="19887" y="5870"/>
                  </a:lnTo>
                  <a:lnTo>
                    <a:pt x="19771" y="5947"/>
                  </a:lnTo>
                  <a:lnTo>
                    <a:pt x="19732" y="5715"/>
                  </a:lnTo>
                  <a:lnTo>
                    <a:pt x="19617" y="5483"/>
                  </a:lnTo>
                  <a:lnTo>
                    <a:pt x="19462" y="5329"/>
                  </a:lnTo>
                  <a:lnTo>
                    <a:pt x="19385" y="5252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90"/>
                  </a:lnTo>
                  <a:lnTo>
                    <a:pt x="18497" y="5406"/>
                  </a:lnTo>
                  <a:lnTo>
                    <a:pt x="18458" y="5252"/>
                  </a:lnTo>
                  <a:lnTo>
                    <a:pt x="18420" y="5136"/>
                  </a:lnTo>
                  <a:lnTo>
                    <a:pt x="18381" y="4981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73"/>
                  </a:lnTo>
                  <a:lnTo>
                    <a:pt x="17956" y="4595"/>
                  </a:lnTo>
                  <a:lnTo>
                    <a:pt x="17802" y="4557"/>
                  </a:lnTo>
                  <a:lnTo>
                    <a:pt x="17647" y="4518"/>
                  </a:lnTo>
                  <a:lnTo>
                    <a:pt x="17493" y="4557"/>
                  </a:lnTo>
                  <a:lnTo>
                    <a:pt x="17377" y="4595"/>
                  </a:lnTo>
                  <a:lnTo>
                    <a:pt x="17261" y="4634"/>
                  </a:lnTo>
                  <a:lnTo>
                    <a:pt x="17145" y="4750"/>
                  </a:lnTo>
                  <a:lnTo>
                    <a:pt x="17029" y="4827"/>
                  </a:lnTo>
                  <a:lnTo>
                    <a:pt x="16875" y="5097"/>
                  </a:lnTo>
                  <a:lnTo>
                    <a:pt x="16759" y="4943"/>
                  </a:lnTo>
                  <a:lnTo>
                    <a:pt x="16605" y="4788"/>
                  </a:lnTo>
                  <a:lnTo>
                    <a:pt x="16450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66"/>
                  </a:lnTo>
                  <a:lnTo>
                    <a:pt x="15523" y="4981"/>
                  </a:lnTo>
                  <a:lnTo>
                    <a:pt x="15446" y="5136"/>
                  </a:lnTo>
                  <a:lnTo>
                    <a:pt x="15408" y="5329"/>
                  </a:lnTo>
                  <a:lnTo>
                    <a:pt x="15408" y="5483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68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1"/>
                  </a:lnTo>
                  <a:lnTo>
                    <a:pt x="14635" y="4943"/>
                  </a:lnTo>
                  <a:lnTo>
                    <a:pt x="14442" y="4981"/>
                  </a:lnTo>
                  <a:lnTo>
                    <a:pt x="14288" y="5020"/>
                  </a:lnTo>
                  <a:lnTo>
                    <a:pt x="14133" y="5097"/>
                  </a:lnTo>
                  <a:lnTo>
                    <a:pt x="14056" y="5175"/>
                  </a:lnTo>
                  <a:lnTo>
                    <a:pt x="13940" y="5290"/>
                  </a:lnTo>
                  <a:lnTo>
                    <a:pt x="13824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5"/>
                  </a:lnTo>
                  <a:lnTo>
                    <a:pt x="13168" y="5715"/>
                  </a:lnTo>
                  <a:lnTo>
                    <a:pt x="12936" y="5754"/>
                  </a:lnTo>
                  <a:lnTo>
                    <a:pt x="12743" y="5831"/>
                  </a:lnTo>
                  <a:lnTo>
                    <a:pt x="12589" y="5947"/>
                  </a:lnTo>
                  <a:lnTo>
                    <a:pt x="12511" y="6063"/>
                  </a:lnTo>
                  <a:lnTo>
                    <a:pt x="12434" y="6217"/>
                  </a:lnTo>
                  <a:lnTo>
                    <a:pt x="12357" y="6372"/>
                  </a:lnTo>
                  <a:lnTo>
                    <a:pt x="12357" y="6526"/>
                  </a:lnTo>
                  <a:lnTo>
                    <a:pt x="12357" y="6680"/>
                  </a:lnTo>
                  <a:lnTo>
                    <a:pt x="12357" y="6835"/>
                  </a:lnTo>
                  <a:lnTo>
                    <a:pt x="12434" y="6989"/>
                  </a:lnTo>
                  <a:lnTo>
                    <a:pt x="12164" y="7028"/>
                  </a:lnTo>
                  <a:lnTo>
                    <a:pt x="11894" y="7105"/>
                  </a:lnTo>
                  <a:lnTo>
                    <a:pt x="11662" y="7221"/>
                  </a:lnTo>
                  <a:lnTo>
                    <a:pt x="11507" y="7414"/>
                  </a:lnTo>
                  <a:lnTo>
                    <a:pt x="11392" y="7530"/>
                  </a:lnTo>
                  <a:lnTo>
                    <a:pt x="11353" y="7684"/>
                  </a:lnTo>
                  <a:lnTo>
                    <a:pt x="11314" y="7839"/>
                  </a:lnTo>
                  <a:lnTo>
                    <a:pt x="11276" y="7993"/>
                  </a:lnTo>
                  <a:lnTo>
                    <a:pt x="11314" y="8148"/>
                  </a:lnTo>
                  <a:lnTo>
                    <a:pt x="11353" y="8302"/>
                  </a:lnTo>
                  <a:lnTo>
                    <a:pt x="11392" y="8457"/>
                  </a:lnTo>
                  <a:lnTo>
                    <a:pt x="11469" y="8611"/>
                  </a:lnTo>
                  <a:lnTo>
                    <a:pt x="11199" y="8650"/>
                  </a:lnTo>
                  <a:lnTo>
                    <a:pt x="10967" y="8804"/>
                  </a:lnTo>
                  <a:lnTo>
                    <a:pt x="10774" y="8997"/>
                  </a:lnTo>
                  <a:lnTo>
                    <a:pt x="10658" y="9229"/>
                  </a:lnTo>
                  <a:lnTo>
                    <a:pt x="10581" y="9499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1" y="10233"/>
                  </a:lnTo>
                  <a:lnTo>
                    <a:pt x="10619" y="10310"/>
                  </a:lnTo>
                  <a:lnTo>
                    <a:pt x="10426" y="10426"/>
                  </a:lnTo>
                  <a:lnTo>
                    <a:pt x="10233" y="10581"/>
                  </a:lnTo>
                  <a:lnTo>
                    <a:pt x="10117" y="10774"/>
                  </a:lnTo>
                  <a:lnTo>
                    <a:pt x="10079" y="11005"/>
                  </a:lnTo>
                  <a:lnTo>
                    <a:pt x="10040" y="11237"/>
                  </a:lnTo>
                  <a:lnTo>
                    <a:pt x="10079" y="11469"/>
                  </a:lnTo>
                  <a:lnTo>
                    <a:pt x="10195" y="11700"/>
                  </a:lnTo>
                  <a:lnTo>
                    <a:pt x="9924" y="11739"/>
                  </a:lnTo>
                  <a:lnTo>
                    <a:pt x="9693" y="11855"/>
                  </a:lnTo>
                  <a:lnTo>
                    <a:pt x="9500" y="12009"/>
                  </a:lnTo>
                  <a:lnTo>
                    <a:pt x="9422" y="12087"/>
                  </a:lnTo>
                  <a:lnTo>
                    <a:pt x="9384" y="12202"/>
                  </a:lnTo>
                  <a:lnTo>
                    <a:pt x="9345" y="12318"/>
                  </a:lnTo>
                  <a:lnTo>
                    <a:pt x="9306" y="12473"/>
                  </a:lnTo>
                  <a:lnTo>
                    <a:pt x="9191" y="12395"/>
                  </a:lnTo>
                  <a:lnTo>
                    <a:pt x="9036" y="12318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57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4"/>
                  </a:lnTo>
                  <a:lnTo>
                    <a:pt x="8109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3" y="12241"/>
                  </a:lnTo>
                  <a:lnTo>
                    <a:pt x="7492" y="12164"/>
                  </a:lnTo>
                  <a:lnTo>
                    <a:pt x="7221" y="12202"/>
                  </a:lnTo>
                  <a:lnTo>
                    <a:pt x="6990" y="12280"/>
                  </a:lnTo>
                  <a:lnTo>
                    <a:pt x="6796" y="12434"/>
                  </a:lnTo>
                  <a:lnTo>
                    <a:pt x="6796" y="12048"/>
                  </a:lnTo>
                  <a:lnTo>
                    <a:pt x="6758" y="11893"/>
                  </a:lnTo>
                  <a:lnTo>
                    <a:pt x="6681" y="11700"/>
                  </a:lnTo>
                  <a:lnTo>
                    <a:pt x="6603" y="11546"/>
                  </a:lnTo>
                  <a:lnTo>
                    <a:pt x="6526" y="11430"/>
                  </a:lnTo>
                  <a:lnTo>
                    <a:pt x="6372" y="11314"/>
                  </a:lnTo>
                  <a:lnTo>
                    <a:pt x="6217" y="11198"/>
                  </a:lnTo>
                  <a:lnTo>
                    <a:pt x="6063" y="11160"/>
                  </a:lnTo>
                  <a:lnTo>
                    <a:pt x="5715" y="11160"/>
                  </a:lnTo>
                  <a:lnTo>
                    <a:pt x="5522" y="11237"/>
                  </a:lnTo>
                  <a:lnTo>
                    <a:pt x="5522" y="10967"/>
                  </a:lnTo>
                  <a:lnTo>
                    <a:pt x="5445" y="10735"/>
                  </a:lnTo>
                  <a:lnTo>
                    <a:pt x="5329" y="10503"/>
                  </a:lnTo>
                  <a:lnTo>
                    <a:pt x="5213" y="10426"/>
                  </a:lnTo>
                  <a:lnTo>
                    <a:pt x="5097" y="10388"/>
                  </a:lnTo>
                  <a:lnTo>
                    <a:pt x="4943" y="10310"/>
                  </a:lnTo>
                  <a:lnTo>
                    <a:pt x="4827" y="10310"/>
                  </a:lnTo>
                  <a:lnTo>
                    <a:pt x="4673" y="10349"/>
                  </a:lnTo>
                  <a:lnTo>
                    <a:pt x="4518" y="10388"/>
                  </a:lnTo>
                  <a:lnTo>
                    <a:pt x="4518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09" y="9577"/>
                  </a:lnTo>
                  <a:lnTo>
                    <a:pt x="4055" y="9499"/>
                  </a:lnTo>
                  <a:lnTo>
                    <a:pt x="3900" y="9461"/>
                  </a:lnTo>
                  <a:lnTo>
                    <a:pt x="3746" y="9422"/>
                  </a:lnTo>
                  <a:lnTo>
                    <a:pt x="3591" y="9422"/>
                  </a:lnTo>
                  <a:lnTo>
                    <a:pt x="3398" y="9461"/>
                  </a:lnTo>
                  <a:lnTo>
                    <a:pt x="3283" y="9538"/>
                  </a:lnTo>
                  <a:lnTo>
                    <a:pt x="3128" y="9615"/>
                  </a:lnTo>
                  <a:lnTo>
                    <a:pt x="3012" y="9770"/>
                  </a:lnTo>
                  <a:lnTo>
                    <a:pt x="2974" y="9615"/>
                  </a:lnTo>
                  <a:lnTo>
                    <a:pt x="2896" y="9461"/>
                  </a:lnTo>
                  <a:lnTo>
                    <a:pt x="2781" y="9268"/>
                  </a:lnTo>
                  <a:lnTo>
                    <a:pt x="2626" y="9152"/>
                  </a:lnTo>
                  <a:lnTo>
                    <a:pt x="2433" y="9036"/>
                  </a:lnTo>
                  <a:lnTo>
                    <a:pt x="2240" y="8997"/>
                  </a:lnTo>
                  <a:lnTo>
                    <a:pt x="2047" y="9036"/>
                  </a:lnTo>
                  <a:lnTo>
                    <a:pt x="1854" y="9113"/>
                  </a:lnTo>
                  <a:lnTo>
                    <a:pt x="1699" y="9190"/>
                  </a:lnTo>
                  <a:lnTo>
                    <a:pt x="1545" y="9345"/>
                  </a:lnTo>
                  <a:lnTo>
                    <a:pt x="1429" y="9538"/>
                  </a:lnTo>
                  <a:lnTo>
                    <a:pt x="1390" y="9731"/>
                  </a:lnTo>
                  <a:lnTo>
                    <a:pt x="1352" y="9924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310"/>
                  </a:lnTo>
                  <a:lnTo>
                    <a:pt x="386" y="10426"/>
                  </a:lnTo>
                  <a:lnTo>
                    <a:pt x="271" y="10581"/>
                  </a:lnTo>
                  <a:lnTo>
                    <a:pt x="116" y="10889"/>
                  </a:lnTo>
                  <a:lnTo>
                    <a:pt x="0" y="11237"/>
                  </a:lnTo>
                  <a:lnTo>
                    <a:pt x="0" y="11585"/>
                  </a:lnTo>
                  <a:lnTo>
                    <a:pt x="77" y="11932"/>
                  </a:lnTo>
                  <a:lnTo>
                    <a:pt x="193" y="12241"/>
                  </a:lnTo>
                  <a:lnTo>
                    <a:pt x="386" y="12550"/>
                  </a:lnTo>
                  <a:lnTo>
                    <a:pt x="618" y="12820"/>
                  </a:lnTo>
                  <a:lnTo>
                    <a:pt x="811" y="12936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085" y="13129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50"/>
                  </a:lnTo>
                  <a:lnTo>
                    <a:pt x="3360" y="12241"/>
                  </a:lnTo>
                  <a:lnTo>
                    <a:pt x="3591" y="12009"/>
                  </a:lnTo>
                  <a:lnTo>
                    <a:pt x="3553" y="11932"/>
                  </a:lnTo>
                  <a:lnTo>
                    <a:pt x="3514" y="11816"/>
                  </a:lnTo>
                  <a:lnTo>
                    <a:pt x="3437" y="11778"/>
                  </a:lnTo>
                  <a:lnTo>
                    <a:pt x="3321" y="11739"/>
                  </a:lnTo>
                  <a:lnTo>
                    <a:pt x="3283" y="11778"/>
                  </a:lnTo>
                  <a:lnTo>
                    <a:pt x="3244" y="11816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7" y="12434"/>
                  </a:lnTo>
                  <a:lnTo>
                    <a:pt x="2317" y="12589"/>
                  </a:lnTo>
                  <a:lnTo>
                    <a:pt x="2047" y="12666"/>
                  </a:lnTo>
                  <a:lnTo>
                    <a:pt x="1738" y="12704"/>
                  </a:lnTo>
                  <a:lnTo>
                    <a:pt x="1429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1" y="12357"/>
                  </a:lnTo>
                  <a:lnTo>
                    <a:pt x="695" y="12202"/>
                  </a:lnTo>
                  <a:lnTo>
                    <a:pt x="618" y="12048"/>
                  </a:lnTo>
                  <a:lnTo>
                    <a:pt x="541" y="11893"/>
                  </a:lnTo>
                  <a:lnTo>
                    <a:pt x="502" y="11739"/>
                  </a:lnTo>
                  <a:lnTo>
                    <a:pt x="502" y="11546"/>
                  </a:lnTo>
                  <a:lnTo>
                    <a:pt x="502" y="11391"/>
                  </a:lnTo>
                  <a:lnTo>
                    <a:pt x="541" y="11198"/>
                  </a:lnTo>
                  <a:lnTo>
                    <a:pt x="579" y="11044"/>
                  </a:lnTo>
                  <a:lnTo>
                    <a:pt x="657" y="10889"/>
                  </a:lnTo>
                  <a:lnTo>
                    <a:pt x="773" y="10774"/>
                  </a:lnTo>
                  <a:lnTo>
                    <a:pt x="888" y="10619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008" y="10349"/>
                  </a:lnTo>
                  <a:lnTo>
                    <a:pt x="2317" y="10388"/>
                  </a:lnTo>
                  <a:lnTo>
                    <a:pt x="2587" y="10426"/>
                  </a:lnTo>
                  <a:lnTo>
                    <a:pt x="2858" y="10542"/>
                  </a:lnTo>
                  <a:lnTo>
                    <a:pt x="3128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5"/>
                  </a:lnTo>
                  <a:lnTo>
                    <a:pt x="5870" y="12704"/>
                  </a:lnTo>
                  <a:lnTo>
                    <a:pt x="6256" y="12975"/>
                  </a:lnTo>
                  <a:lnTo>
                    <a:pt x="6681" y="13206"/>
                  </a:lnTo>
                  <a:lnTo>
                    <a:pt x="7105" y="13438"/>
                  </a:lnTo>
                  <a:lnTo>
                    <a:pt x="7530" y="13593"/>
                  </a:lnTo>
                  <a:lnTo>
                    <a:pt x="7994" y="13747"/>
                  </a:lnTo>
                  <a:lnTo>
                    <a:pt x="8457" y="13786"/>
                  </a:lnTo>
                  <a:lnTo>
                    <a:pt x="8920" y="13786"/>
                  </a:lnTo>
                  <a:lnTo>
                    <a:pt x="9345" y="13708"/>
                  </a:lnTo>
                  <a:lnTo>
                    <a:pt x="9731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73"/>
                  </a:lnTo>
                  <a:lnTo>
                    <a:pt x="11121" y="12125"/>
                  </a:lnTo>
                  <a:lnTo>
                    <a:pt x="11314" y="11739"/>
                  </a:lnTo>
                  <a:lnTo>
                    <a:pt x="11507" y="11237"/>
                  </a:lnTo>
                  <a:lnTo>
                    <a:pt x="11662" y="10696"/>
                  </a:lnTo>
                  <a:lnTo>
                    <a:pt x="11971" y="9615"/>
                  </a:lnTo>
                  <a:lnTo>
                    <a:pt x="12125" y="9113"/>
                  </a:lnTo>
                  <a:lnTo>
                    <a:pt x="12357" y="8611"/>
                  </a:lnTo>
                  <a:lnTo>
                    <a:pt x="12589" y="8109"/>
                  </a:lnTo>
                  <a:lnTo>
                    <a:pt x="12936" y="7646"/>
                  </a:lnTo>
                  <a:lnTo>
                    <a:pt x="13284" y="7298"/>
                  </a:lnTo>
                  <a:lnTo>
                    <a:pt x="13631" y="6989"/>
                  </a:lnTo>
                  <a:lnTo>
                    <a:pt x="14017" y="6719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1"/>
                  </a:lnTo>
                  <a:lnTo>
                    <a:pt x="15832" y="5985"/>
                  </a:lnTo>
                  <a:lnTo>
                    <a:pt x="16296" y="5947"/>
                  </a:lnTo>
                  <a:lnTo>
                    <a:pt x="16605" y="5908"/>
                  </a:lnTo>
                  <a:lnTo>
                    <a:pt x="16914" y="5908"/>
                  </a:lnTo>
                  <a:lnTo>
                    <a:pt x="17454" y="5985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3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30" y="7491"/>
                  </a:lnTo>
                  <a:lnTo>
                    <a:pt x="21316" y="7646"/>
                  </a:lnTo>
                  <a:lnTo>
                    <a:pt x="21740" y="7723"/>
                  </a:lnTo>
                  <a:lnTo>
                    <a:pt x="22165" y="7762"/>
                  </a:lnTo>
                  <a:lnTo>
                    <a:pt x="22590" y="7723"/>
                  </a:lnTo>
                  <a:lnTo>
                    <a:pt x="22976" y="7646"/>
                  </a:lnTo>
                  <a:lnTo>
                    <a:pt x="23362" y="7530"/>
                  </a:lnTo>
                  <a:lnTo>
                    <a:pt x="23710" y="7298"/>
                  </a:lnTo>
                  <a:lnTo>
                    <a:pt x="24057" y="6989"/>
                  </a:lnTo>
                  <a:lnTo>
                    <a:pt x="24366" y="6642"/>
                  </a:lnTo>
                  <a:lnTo>
                    <a:pt x="24598" y="6294"/>
                  </a:lnTo>
                  <a:lnTo>
                    <a:pt x="24752" y="5908"/>
                  </a:lnTo>
                  <a:lnTo>
                    <a:pt x="24868" y="5483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5" y="3746"/>
                  </a:lnTo>
                  <a:lnTo>
                    <a:pt x="24868" y="3282"/>
                  </a:lnTo>
                  <a:lnTo>
                    <a:pt x="24791" y="2858"/>
                  </a:lnTo>
                  <a:lnTo>
                    <a:pt x="24637" y="2394"/>
                  </a:lnTo>
                  <a:lnTo>
                    <a:pt x="24443" y="1969"/>
                  </a:lnTo>
                  <a:lnTo>
                    <a:pt x="24250" y="1583"/>
                  </a:lnTo>
                  <a:lnTo>
                    <a:pt x="24057" y="1197"/>
                  </a:lnTo>
                  <a:lnTo>
                    <a:pt x="23787" y="811"/>
                  </a:lnTo>
                  <a:lnTo>
                    <a:pt x="23941" y="386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69" y="77"/>
                  </a:lnTo>
                  <a:lnTo>
                    <a:pt x="230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9"/>
            <p:cNvSpPr/>
            <p:nvPr/>
          </p:nvSpPr>
          <p:spPr>
            <a:xfrm>
              <a:off x="5843050" y="1398325"/>
              <a:ext cx="152575" cy="276125"/>
            </a:xfrm>
            <a:custGeom>
              <a:avLst/>
              <a:gdLst/>
              <a:ahLst/>
              <a:cxnLst/>
              <a:rect l="l" t="t" r="r" b="b"/>
              <a:pathLst>
                <a:path w="6103" h="11045" extrusionOk="0">
                  <a:moveTo>
                    <a:pt x="3553" y="0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8"/>
                  </a:lnTo>
                  <a:lnTo>
                    <a:pt x="4364" y="1120"/>
                  </a:lnTo>
                  <a:lnTo>
                    <a:pt x="4635" y="1429"/>
                  </a:lnTo>
                  <a:lnTo>
                    <a:pt x="4866" y="1738"/>
                  </a:lnTo>
                  <a:lnTo>
                    <a:pt x="5059" y="2085"/>
                  </a:lnTo>
                  <a:lnTo>
                    <a:pt x="5214" y="2433"/>
                  </a:lnTo>
                  <a:lnTo>
                    <a:pt x="5368" y="2819"/>
                  </a:lnTo>
                  <a:lnTo>
                    <a:pt x="5484" y="3205"/>
                  </a:lnTo>
                  <a:lnTo>
                    <a:pt x="5523" y="3591"/>
                  </a:lnTo>
                  <a:lnTo>
                    <a:pt x="5600" y="3978"/>
                  </a:lnTo>
                  <a:lnTo>
                    <a:pt x="5600" y="4402"/>
                  </a:lnTo>
                  <a:lnTo>
                    <a:pt x="5561" y="4789"/>
                  </a:lnTo>
                  <a:lnTo>
                    <a:pt x="5523" y="5213"/>
                  </a:lnTo>
                  <a:lnTo>
                    <a:pt x="5446" y="5599"/>
                  </a:lnTo>
                  <a:lnTo>
                    <a:pt x="5330" y="6024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1" y="7260"/>
                  </a:lnTo>
                  <a:lnTo>
                    <a:pt x="4480" y="7646"/>
                  </a:lnTo>
                  <a:lnTo>
                    <a:pt x="4210" y="8032"/>
                  </a:lnTo>
                  <a:lnTo>
                    <a:pt x="3940" y="8380"/>
                  </a:lnTo>
                  <a:lnTo>
                    <a:pt x="3631" y="8727"/>
                  </a:lnTo>
                  <a:lnTo>
                    <a:pt x="3283" y="9036"/>
                  </a:lnTo>
                  <a:lnTo>
                    <a:pt x="2936" y="9306"/>
                  </a:lnTo>
                  <a:lnTo>
                    <a:pt x="2549" y="9577"/>
                  </a:lnTo>
                  <a:lnTo>
                    <a:pt x="2163" y="9808"/>
                  </a:lnTo>
                  <a:lnTo>
                    <a:pt x="1739" y="10040"/>
                  </a:lnTo>
                  <a:lnTo>
                    <a:pt x="1314" y="10233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1" y="10658"/>
                  </a:lnTo>
                  <a:lnTo>
                    <a:pt x="78" y="11044"/>
                  </a:lnTo>
                  <a:lnTo>
                    <a:pt x="619" y="10967"/>
                  </a:lnTo>
                  <a:lnTo>
                    <a:pt x="1121" y="1081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4"/>
                  </a:lnTo>
                  <a:lnTo>
                    <a:pt x="3399" y="9615"/>
                  </a:lnTo>
                  <a:lnTo>
                    <a:pt x="3785" y="9268"/>
                  </a:lnTo>
                  <a:lnTo>
                    <a:pt x="4171" y="8920"/>
                  </a:lnTo>
                  <a:lnTo>
                    <a:pt x="4480" y="8534"/>
                  </a:lnTo>
                  <a:lnTo>
                    <a:pt x="4828" y="8109"/>
                  </a:lnTo>
                  <a:lnTo>
                    <a:pt x="5098" y="7685"/>
                  </a:lnTo>
                  <a:lnTo>
                    <a:pt x="5368" y="7221"/>
                  </a:lnTo>
                  <a:lnTo>
                    <a:pt x="5600" y="6758"/>
                  </a:lnTo>
                  <a:lnTo>
                    <a:pt x="5755" y="6294"/>
                  </a:lnTo>
                  <a:lnTo>
                    <a:pt x="5909" y="5792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8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5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7" y="1313"/>
                  </a:lnTo>
                  <a:lnTo>
                    <a:pt x="4905" y="1004"/>
                  </a:lnTo>
                  <a:lnTo>
                    <a:pt x="4596" y="695"/>
                  </a:lnTo>
                  <a:lnTo>
                    <a:pt x="4287" y="425"/>
                  </a:lnTo>
                  <a:lnTo>
                    <a:pt x="3940" y="193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9"/>
            <p:cNvSpPr/>
            <p:nvPr/>
          </p:nvSpPr>
          <p:spPr>
            <a:xfrm>
              <a:off x="569225" y="1424375"/>
              <a:ext cx="126500" cy="69550"/>
            </a:xfrm>
            <a:custGeom>
              <a:avLst/>
              <a:gdLst/>
              <a:ahLst/>
              <a:cxnLst/>
              <a:rect l="l" t="t" r="r" b="b"/>
              <a:pathLst>
                <a:path w="5060" h="2782" extrusionOk="0">
                  <a:moveTo>
                    <a:pt x="4905" y="1"/>
                  </a:moveTo>
                  <a:lnTo>
                    <a:pt x="3824" y="657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30" y="1854"/>
                  </a:lnTo>
                  <a:lnTo>
                    <a:pt x="773" y="2125"/>
                  </a:lnTo>
                  <a:lnTo>
                    <a:pt x="117" y="2395"/>
                  </a:lnTo>
                  <a:lnTo>
                    <a:pt x="40" y="2472"/>
                  </a:lnTo>
                  <a:lnTo>
                    <a:pt x="1" y="2588"/>
                  </a:lnTo>
                  <a:lnTo>
                    <a:pt x="40" y="2665"/>
                  </a:lnTo>
                  <a:lnTo>
                    <a:pt x="117" y="2781"/>
                  </a:lnTo>
                  <a:lnTo>
                    <a:pt x="387" y="2781"/>
                  </a:lnTo>
                  <a:lnTo>
                    <a:pt x="1082" y="2627"/>
                  </a:lnTo>
                  <a:lnTo>
                    <a:pt x="1739" y="2356"/>
                  </a:lnTo>
                  <a:lnTo>
                    <a:pt x="2356" y="2047"/>
                  </a:lnTo>
                  <a:lnTo>
                    <a:pt x="2974" y="1739"/>
                  </a:lnTo>
                  <a:lnTo>
                    <a:pt x="3553" y="1430"/>
                  </a:lnTo>
                  <a:lnTo>
                    <a:pt x="4094" y="1082"/>
                  </a:lnTo>
                  <a:lnTo>
                    <a:pt x="4596" y="735"/>
                  </a:lnTo>
                  <a:lnTo>
                    <a:pt x="5059" y="310"/>
                  </a:lnTo>
                  <a:lnTo>
                    <a:pt x="490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9"/>
            <p:cNvSpPr/>
            <p:nvPr/>
          </p:nvSpPr>
          <p:spPr>
            <a:xfrm>
              <a:off x="512275" y="1467825"/>
              <a:ext cx="66650" cy="99450"/>
            </a:xfrm>
            <a:custGeom>
              <a:avLst/>
              <a:gdLst/>
              <a:ahLst/>
              <a:cxnLst/>
              <a:rect l="l" t="t" r="r" b="b"/>
              <a:pathLst>
                <a:path w="2666" h="3978" extrusionOk="0">
                  <a:moveTo>
                    <a:pt x="850" y="1"/>
                  </a:moveTo>
                  <a:lnTo>
                    <a:pt x="464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2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1" y="2704"/>
                  </a:lnTo>
                  <a:lnTo>
                    <a:pt x="39" y="2974"/>
                  </a:lnTo>
                  <a:lnTo>
                    <a:pt x="78" y="3206"/>
                  </a:lnTo>
                  <a:lnTo>
                    <a:pt x="155" y="3399"/>
                  </a:lnTo>
                  <a:lnTo>
                    <a:pt x="271" y="3592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9" y="3939"/>
                  </a:lnTo>
                  <a:lnTo>
                    <a:pt x="1082" y="3978"/>
                  </a:lnTo>
                  <a:lnTo>
                    <a:pt x="1314" y="3939"/>
                  </a:lnTo>
                  <a:lnTo>
                    <a:pt x="1507" y="3823"/>
                  </a:lnTo>
                  <a:lnTo>
                    <a:pt x="1661" y="3708"/>
                  </a:lnTo>
                  <a:lnTo>
                    <a:pt x="1816" y="3514"/>
                  </a:lnTo>
                  <a:lnTo>
                    <a:pt x="1970" y="3321"/>
                  </a:lnTo>
                  <a:lnTo>
                    <a:pt x="2086" y="3090"/>
                  </a:lnTo>
                  <a:lnTo>
                    <a:pt x="2318" y="2549"/>
                  </a:lnTo>
                  <a:lnTo>
                    <a:pt x="2472" y="2009"/>
                  </a:lnTo>
                  <a:lnTo>
                    <a:pt x="2626" y="1507"/>
                  </a:lnTo>
                  <a:lnTo>
                    <a:pt x="2665" y="1043"/>
                  </a:lnTo>
                  <a:lnTo>
                    <a:pt x="2395" y="1043"/>
                  </a:lnTo>
                  <a:lnTo>
                    <a:pt x="2009" y="2009"/>
                  </a:lnTo>
                  <a:lnTo>
                    <a:pt x="1738" y="2665"/>
                  </a:lnTo>
                  <a:lnTo>
                    <a:pt x="1545" y="3051"/>
                  </a:lnTo>
                  <a:lnTo>
                    <a:pt x="1468" y="3206"/>
                  </a:lnTo>
                  <a:lnTo>
                    <a:pt x="1314" y="3283"/>
                  </a:lnTo>
                  <a:lnTo>
                    <a:pt x="1159" y="3283"/>
                  </a:lnTo>
                  <a:lnTo>
                    <a:pt x="966" y="3206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4"/>
                  </a:lnTo>
                  <a:lnTo>
                    <a:pt x="541" y="2395"/>
                  </a:lnTo>
                  <a:lnTo>
                    <a:pt x="580" y="2047"/>
                  </a:lnTo>
                  <a:lnTo>
                    <a:pt x="618" y="1622"/>
                  </a:lnTo>
                  <a:lnTo>
                    <a:pt x="734" y="1198"/>
                  </a:lnTo>
                  <a:lnTo>
                    <a:pt x="889" y="773"/>
                  </a:lnTo>
                  <a:lnTo>
                    <a:pt x="1043" y="348"/>
                  </a:lnTo>
                  <a:lnTo>
                    <a:pt x="1082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2065;p9"/>
            <p:cNvSpPr/>
            <p:nvPr/>
          </p:nvSpPr>
          <p:spPr>
            <a:xfrm>
              <a:off x="4008850" y="152575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7" y="1004"/>
                  </a:lnTo>
                  <a:lnTo>
                    <a:pt x="7029" y="1313"/>
                  </a:lnTo>
                  <a:lnTo>
                    <a:pt x="7531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9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7"/>
                  </a:lnTo>
                  <a:lnTo>
                    <a:pt x="8573" y="3707"/>
                  </a:lnTo>
                  <a:lnTo>
                    <a:pt x="7724" y="3823"/>
                  </a:lnTo>
                  <a:lnTo>
                    <a:pt x="6874" y="3901"/>
                  </a:lnTo>
                  <a:lnTo>
                    <a:pt x="6411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8" y="3707"/>
                  </a:lnTo>
                  <a:lnTo>
                    <a:pt x="2511" y="3862"/>
                  </a:lnTo>
                  <a:lnTo>
                    <a:pt x="2433" y="4016"/>
                  </a:lnTo>
                  <a:lnTo>
                    <a:pt x="2318" y="4132"/>
                  </a:lnTo>
                  <a:lnTo>
                    <a:pt x="2124" y="4209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1" y="4248"/>
                  </a:lnTo>
                  <a:lnTo>
                    <a:pt x="734" y="4132"/>
                  </a:lnTo>
                  <a:lnTo>
                    <a:pt x="387" y="4016"/>
                  </a:lnTo>
                  <a:lnTo>
                    <a:pt x="503" y="3514"/>
                  </a:lnTo>
                  <a:lnTo>
                    <a:pt x="657" y="3012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7" y="1738"/>
                  </a:lnTo>
                  <a:lnTo>
                    <a:pt x="1893" y="1429"/>
                  </a:lnTo>
                  <a:lnTo>
                    <a:pt x="2318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8" y="5638"/>
                  </a:lnTo>
                  <a:lnTo>
                    <a:pt x="11624" y="5986"/>
                  </a:lnTo>
                  <a:lnTo>
                    <a:pt x="11431" y="6140"/>
                  </a:lnTo>
                  <a:lnTo>
                    <a:pt x="11353" y="6217"/>
                  </a:lnTo>
                  <a:lnTo>
                    <a:pt x="11238" y="6256"/>
                  </a:lnTo>
                  <a:lnTo>
                    <a:pt x="11083" y="6295"/>
                  </a:lnTo>
                  <a:lnTo>
                    <a:pt x="10929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3" y="5947"/>
                  </a:lnTo>
                  <a:lnTo>
                    <a:pt x="10543" y="5870"/>
                  </a:lnTo>
                  <a:lnTo>
                    <a:pt x="10543" y="5754"/>
                  </a:lnTo>
                  <a:lnTo>
                    <a:pt x="10620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0"/>
                  </a:moveTo>
                  <a:lnTo>
                    <a:pt x="3939" y="39"/>
                  </a:lnTo>
                  <a:lnTo>
                    <a:pt x="3515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1"/>
                  </a:lnTo>
                  <a:lnTo>
                    <a:pt x="1507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9" y="2008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7" y="3205"/>
                  </a:lnTo>
                  <a:lnTo>
                    <a:pt x="39" y="3669"/>
                  </a:lnTo>
                  <a:lnTo>
                    <a:pt x="1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8"/>
                  </a:lnTo>
                  <a:lnTo>
                    <a:pt x="1314" y="4596"/>
                  </a:lnTo>
                  <a:lnTo>
                    <a:pt x="1700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1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3" y="3630"/>
                  </a:lnTo>
                  <a:lnTo>
                    <a:pt x="3013" y="2974"/>
                  </a:lnTo>
                  <a:lnTo>
                    <a:pt x="3128" y="773"/>
                  </a:lnTo>
                  <a:lnTo>
                    <a:pt x="3515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1" y="1661"/>
                  </a:lnTo>
                  <a:lnTo>
                    <a:pt x="5059" y="2703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4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6" y="4287"/>
                  </a:lnTo>
                  <a:lnTo>
                    <a:pt x="5870" y="4325"/>
                  </a:lnTo>
                  <a:lnTo>
                    <a:pt x="6218" y="4325"/>
                  </a:lnTo>
                  <a:lnTo>
                    <a:pt x="6565" y="4287"/>
                  </a:lnTo>
                  <a:lnTo>
                    <a:pt x="7608" y="4209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0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7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3" y="5252"/>
                  </a:lnTo>
                  <a:lnTo>
                    <a:pt x="10427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4" y="5754"/>
                  </a:lnTo>
                  <a:lnTo>
                    <a:pt x="10234" y="5908"/>
                  </a:lnTo>
                  <a:lnTo>
                    <a:pt x="10234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9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7" y="6526"/>
                  </a:lnTo>
                  <a:lnTo>
                    <a:pt x="11740" y="6410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2"/>
                  </a:lnTo>
                  <a:lnTo>
                    <a:pt x="12396" y="7221"/>
                  </a:lnTo>
                  <a:lnTo>
                    <a:pt x="12473" y="7569"/>
                  </a:lnTo>
                  <a:lnTo>
                    <a:pt x="12551" y="7916"/>
                  </a:lnTo>
                  <a:lnTo>
                    <a:pt x="12551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5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6" y="9654"/>
                  </a:lnTo>
                  <a:lnTo>
                    <a:pt x="12821" y="9616"/>
                  </a:lnTo>
                  <a:lnTo>
                    <a:pt x="12937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30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5"/>
                  </a:lnTo>
                  <a:lnTo>
                    <a:pt x="13091" y="7723"/>
                  </a:lnTo>
                  <a:lnTo>
                    <a:pt x="12937" y="7183"/>
                  </a:lnTo>
                  <a:lnTo>
                    <a:pt x="12744" y="6681"/>
                  </a:lnTo>
                  <a:lnTo>
                    <a:pt x="12435" y="6217"/>
                  </a:lnTo>
                  <a:lnTo>
                    <a:pt x="12126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9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30" y="3514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5" y="1931"/>
                  </a:lnTo>
                  <a:lnTo>
                    <a:pt x="8226" y="1584"/>
                  </a:lnTo>
                  <a:lnTo>
                    <a:pt x="7839" y="1275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9" y="348"/>
                  </a:lnTo>
                  <a:lnTo>
                    <a:pt x="5716" y="193"/>
                  </a:lnTo>
                  <a:lnTo>
                    <a:pt x="5291" y="78"/>
                  </a:lnTo>
                  <a:lnTo>
                    <a:pt x="4828" y="39"/>
                  </a:lnTo>
                  <a:lnTo>
                    <a:pt x="44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2066;p9"/>
            <p:cNvSpPr/>
            <p:nvPr/>
          </p:nvSpPr>
          <p:spPr>
            <a:xfrm>
              <a:off x="6763050" y="1538300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9" y="5908"/>
                  </a:moveTo>
                  <a:lnTo>
                    <a:pt x="1082" y="5986"/>
                  </a:lnTo>
                  <a:lnTo>
                    <a:pt x="1237" y="6024"/>
                  </a:lnTo>
                  <a:lnTo>
                    <a:pt x="1391" y="6179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1" y="6797"/>
                  </a:lnTo>
                  <a:lnTo>
                    <a:pt x="1237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9" y="6990"/>
                  </a:lnTo>
                  <a:lnTo>
                    <a:pt x="464" y="6835"/>
                  </a:lnTo>
                  <a:lnTo>
                    <a:pt x="426" y="6719"/>
                  </a:lnTo>
                  <a:lnTo>
                    <a:pt x="387" y="6642"/>
                  </a:lnTo>
                  <a:lnTo>
                    <a:pt x="348" y="6488"/>
                  </a:lnTo>
                  <a:lnTo>
                    <a:pt x="387" y="6372"/>
                  </a:lnTo>
                  <a:lnTo>
                    <a:pt x="426" y="6256"/>
                  </a:lnTo>
                  <a:lnTo>
                    <a:pt x="503" y="6179"/>
                  </a:lnTo>
                  <a:lnTo>
                    <a:pt x="696" y="6024"/>
                  </a:lnTo>
                  <a:lnTo>
                    <a:pt x="889" y="5908"/>
                  </a:lnTo>
                  <a:close/>
                  <a:moveTo>
                    <a:pt x="5909" y="0"/>
                  </a:moveTo>
                  <a:lnTo>
                    <a:pt x="5832" y="39"/>
                  </a:lnTo>
                  <a:lnTo>
                    <a:pt x="5523" y="309"/>
                  </a:lnTo>
                  <a:lnTo>
                    <a:pt x="5175" y="618"/>
                  </a:lnTo>
                  <a:lnTo>
                    <a:pt x="4596" y="1313"/>
                  </a:lnTo>
                  <a:lnTo>
                    <a:pt x="4017" y="2047"/>
                  </a:lnTo>
                  <a:lnTo>
                    <a:pt x="3438" y="2781"/>
                  </a:lnTo>
                  <a:lnTo>
                    <a:pt x="2279" y="4132"/>
                  </a:lnTo>
                  <a:lnTo>
                    <a:pt x="1739" y="4866"/>
                  </a:lnTo>
                  <a:lnTo>
                    <a:pt x="1198" y="5561"/>
                  </a:lnTo>
                  <a:lnTo>
                    <a:pt x="1043" y="5522"/>
                  </a:lnTo>
                  <a:lnTo>
                    <a:pt x="889" y="5522"/>
                  </a:lnTo>
                  <a:lnTo>
                    <a:pt x="773" y="5561"/>
                  </a:lnTo>
                  <a:lnTo>
                    <a:pt x="619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10" y="5870"/>
                  </a:lnTo>
                  <a:lnTo>
                    <a:pt x="117" y="6063"/>
                  </a:lnTo>
                  <a:lnTo>
                    <a:pt x="1" y="6333"/>
                  </a:lnTo>
                  <a:lnTo>
                    <a:pt x="1" y="6488"/>
                  </a:lnTo>
                  <a:lnTo>
                    <a:pt x="1" y="6604"/>
                  </a:lnTo>
                  <a:lnTo>
                    <a:pt x="40" y="6797"/>
                  </a:lnTo>
                  <a:lnTo>
                    <a:pt x="117" y="6990"/>
                  </a:lnTo>
                  <a:lnTo>
                    <a:pt x="194" y="7144"/>
                  </a:lnTo>
                  <a:lnTo>
                    <a:pt x="348" y="7260"/>
                  </a:lnTo>
                  <a:lnTo>
                    <a:pt x="503" y="7376"/>
                  </a:lnTo>
                  <a:lnTo>
                    <a:pt x="696" y="7453"/>
                  </a:lnTo>
                  <a:lnTo>
                    <a:pt x="1082" y="7453"/>
                  </a:lnTo>
                  <a:lnTo>
                    <a:pt x="1275" y="7414"/>
                  </a:lnTo>
                  <a:lnTo>
                    <a:pt x="1430" y="7299"/>
                  </a:lnTo>
                  <a:lnTo>
                    <a:pt x="1584" y="7183"/>
                  </a:lnTo>
                  <a:lnTo>
                    <a:pt x="1700" y="7067"/>
                  </a:lnTo>
                  <a:lnTo>
                    <a:pt x="1816" y="6874"/>
                  </a:lnTo>
                  <a:lnTo>
                    <a:pt x="1854" y="6681"/>
                  </a:lnTo>
                  <a:lnTo>
                    <a:pt x="1893" y="6526"/>
                  </a:lnTo>
                  <a:lnTo>
                    <a:pt x="1854" y="6333"/>
                  </a:lnTo>
                  <a:lnTo>
                    <a:pt x="1816" y="6179"/>
                  </a:lnTo>
                  <a:lnTo>
                    <a:pt x="1739" y="6024"/>
                  </a:lnTo>
                  <a:lnTo>
                    <a:pt x="1661" y="5908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3" y="4403"/>
                  </a:lnTo>
                  <a:lnTo>
                    <a:pt x="3940" y="3012"/>
                  </a:lnTo>
                  <a:lnTo>
                    <a:pt x="4480" y="2395"/>
                  </a:lnTo>
                  <a:lnTo>
                    <a:pt x="5098" y="1699"/>
                  </a:lnTo>
                  <a:lnTo>
                    <a:pt x="5639" y="1043"/>
                  </a:lnTo>
                  <a:lnTo>
                    <a:pt x="5909" y="657"/>
                  </a:lnTo>
                  <a:lnTo>
                    <a:pt x="6102" y="309"/>
                  </a:lnTo>
                  <a:lnTo>
                    <a:pt x="6141" y="193"/>
                  </a:lnTo>
                  <a:lnTo>
                    <a:pt x="6063" y="78"/>
                  </a:lnTo>
                  <a:lnTo>
                    <a:pt x="598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9"/>
            <p:cNvSpPr/>
            <p:nvPr/>
          </p:nvSpPr>
          <p:spPr>
            <a:xfrm>
              <a:off x="4040700" y="153927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5" y="7298"/>
                  </a:moveTo>
                  <a:lnTo>
                    <a:pt x="8496" y="7375"/>
                  </a:lnTo>
                  <a:lnTo>
                    <a:pt x="8728" y="7453"/>
                  </a:lnTo>
                  <a:lnTo>
                    <a:pt x="8960" y="7569"/>
                  </a:lnTo>
                  <a:lnTo>
                    <a:pt x="9153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5" y="8573"/>
                  </a:lnTo>
                  <a:lnTo>
                    <a:pt x="9693" y="8881"/>
                  </a:lnTo>
                  <a:lnTo>
                    <a:pt x="9655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60" y="10040"/>
                  </a:lnTo>
                  <a:lnTo>
                    <a:pt x="8689" y="10117"/>
                  </a:lnTo>
                  <a:lnTo>
                    <a:pt x="8419" y="10194"/>
                  </a:lnTo>
                  <a:lnTo>
                    <a:pt x="8110" y="10156"/>
                  </a:lnTo>
                  <a:lnTo>
                    <a:pt x="7840" y="10078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6"/>
                  </a:lnTo>
                  <a:lnTo>
                    <a:pt x="7029" y="9345"/>
                  </a:lnTo>
                  <a:lnTo>
                    <a:pt x="6952" y="9075"/>
                  </a:lnTo>
                  <a:lnTo>
                    <a:pt x="6913" y="8804"/>
                  </a:lnTo>
                  <a:lnTo>
                    <a:pt x="6952" y="8534"/>
                  </a:lnTo>
                  <a:lnTo>
                    <a:pt x="7029" y="8264"/>
                  </a:lnTo>
                  <a:lnTo>
                    <a:pt x="7145" y="8071"/>
                  </a:lnTo>
                  <a:lnTo>
                    <a:pt x="7299" y="7877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9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6" y="8457"/>
                  </a:lnTo>
                  <a:lnTo>
                    <a:pt x="2974" y="8611"/>
                  </a:lnTo>
                  <a:lnTo>
                    <a:pt x="3052" y="8766"/>
                  </a:lnTo>
                  <a:lnTo>
                    <a:pt x="1546" y="8727"/>
                  </a:lnTo>
                  <a:lnTo>
                    <a:pt x="40" y="8688"/>
                  </a:lnTo>
                  <a:lnTo>
                    <a:pt x="1" y="8688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6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6"/>
                  </a:lnTo>
                  <a:lnTo>
                    <a:pt x="6759" y="9847"/>
                  </a:lnTo>
                  <a:lnTo>
                    <a:pt x="6990" y="10078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0"/>
                  </a:lnTo>
                  <a:lnTo>
                    <a:pt x="8110" y="10658"/>
                  </a:lnTo>
                  <a:lnTo>
                    <a:pt x="8419" y="10696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7"/>
                  </a:lnTo>
                  <a:lnTo>
                    <a:pt x="9539" y="10194"/>
                  </a:lnTo>
                  <a:lnTo>
                    <a:pt x="9771" y="9963"/>
                  </a:lnTo>
                  <a:lnTo>
                    <a:pt x="9925" y="9692"/>
                  </a:lnTo>
                  <a:lnTo>
                    <a:pt x="10079" y="9422"/>
                  </a:lnTo>
                  <a:lnTo>
                    <a:pt x="10157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7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1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9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5" y="7337"/>
                  </a:lnTo>
                  <a:lnTo>
                    <a:pt x="6913" y="7569"/>
                  </a:lnTo>
                  <a:lnTo>
                    <a:pt x="6720" y="7877"/>
                  </a:lnTo>
                  <a:lnTo>
                    <a:pt x="6565" y="8186"/>
                  </a:lnTo>
                  <a:lnTo>
                    <a:pt x="6450" y="8534"/>
                  </a:lnTo>
                  <a:lnTo>
                    <a:pt x="6450" y="8843"/>
                  </a:lnTo>
                  <a:lnTo>
                    <a:pt x="5716" y="8804"/>
                  </a:lnTo>
                  <a:lnTo>
                    <a:pt x="4944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8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79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6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9"/>
            <p:cNvSpPr/>
            <p:nvPr/>
          </p:nvSpPr>
          <p:spPr>
            <a:xfrm>
              <a:off x="1387875" y="1558575"/>
              <a:ext cx="374575" cy="387125"/>
            </a:xfrm>
            <a:custGeom>
              <a:avLst/>
              <a:gdLst/>
              <a:ahLst/>
              <a:cxnLst/>
              <a:rect l="l" t="t" r="r" b="b"/>
              <a:pathLst>
                <a:path w="14983" h="15485" extrusionOk="0">
                  <a:moveTo>
                    <a:pt x="7453" y="502"/>
                  </a:moveTo>
                  <a:lnTo>
                    <a:pt x="8032" y="541"/>
                  </a:lnTo>
                  <a:lnTo>
                    <a:pt x="8573" y="580"/>
                  </a:lnTo>
                  <a:lnTo>
                    <a:pt x="9152" y="695"/>
                  </a:lnTo>
                  <a:lnTo>
                    <a:pt x="9654" y="850"/>
                  </a:lnTo>
                  <a:lnTo>
                    <a:pt x="10195" y="1043"/>
                  </a:lnTo>
                  <a:lnTo>
                    <a:pt x="10697" y="1275"/>
                  </a:lnTo>
                  <a:lnTo>
                    <a:pt x="11160" y="1545"/>
                  </a:lnTo>
                  <a:lnTo>
                    <a:pt x="11585" y="1854"/>
                  </a:lnTo>
                  <a:lnTo>
                    <a:pt x="10812" y="2201"/>
                  </a:lnTo>
                  <a:lnTo>
                    <a:pt x="10040" y="2626"/>
                  </a:lnTo>
                  <a:lnTo>
                    <a:pt x="9306" y="3090"/>
                  </a:lnTo>
                  <a:lnTo>
                    <a:pt x="8611" y="3630"/>
                  </a:lnTo>
                  <a:lnTo>
                    <a:pt x="7916" y="4171"/>
                  </a:lnTo>
                  <a:lnTo>
                    <a:pt x="7299" y="4789"/>
                  </a:lnTo>
                  <a:lnTo>
                    <a:pt x="6681" y="5445"/>
                  </a:lnTo>
                  <a:lnTo>
                    <a:pt x="6140" y="6140"/>
                  </a:lnTo>
                  <a:lnTo>
                    <a:pt x="5638" y="6874"/>
                  </a:lnTo>
                  <a:lnTo>
                    <a:pt x="5175" y="7646"/>
                  </a:lnTo>
                  <a:lnTo>
                    <a:pt x="4789" y="8418"/>
                  </a:lnTo>
                  <a:lnTo>
                    <a:pt x="4441" y="9229"/>
                  </a:lnTo>
                  <a:lnTo>
                    <a:pt x="4171" y="10040"/>
                  </a:lnTo>
                  <a:lnTo>
                    <a:pt x="3939" y="10890"/>
                  </a:lnTo>
                  <a:lnTo>
                    <a:pt x="3823" y="11778"/>
                  </a:lnTo>
                  <a:lnTo>
                    <a:pt x="3746" y="12666"/>
                  </a:lnTo>
                  <a:lnTo>
                    <a:pt x="3553" y="12666"/>
                  </a:lnTo>
                  <a:lnTo>
                    <a:pt x="3283" y="11855"/>
                  </a:lnTo>
                  <a:lnTo>
                    <a:pt x="3051" y="11044"/>
                  </a:lnTo>
                  <a:lnTo>
                    <a:pt x="2819" y="10195"/>
                  </a:lnTo>
                  <a:lnTo>
                    <a:pt x="2665" y="9384"/>
                  </a:lnTo>
                  <a:lnTo>
                    <a:pt x="2588" y="8534"/>
                  </a:lnTo>
                  <a:lnTo>
                    <a:pt x="2549" y="7685"/>
                  </a:lnTo>
                  <a:lnTo>
                    <a:pt x="2588" y="6797"/>
                  </a:lnTo>
                  <a:lnTo>
                    <a:pt x="2665" y="5947"/>
                  </a:lnTo>
                  <a:lnTo>
                    <a:pt x="2858" y="5213"/>
                  </a:lnTo>
                  <a:lnTo>
                    <a:pt x="3051" y="4518"/>
                  </a:lnTo>
                  <a:lnTo>
                    <a:pt x="3321" y="3823"/>
                  </a:lnTo>
                  <a:lnTo>
                    <a:pt x="3630" y="3205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29"/>
                  </a:lnTo>
                  <a:lnTo>
                    <a:pt x="5406" y="888"/>
                  </a:lnTo>
                  <a:lnTo>
                    <a:pt x="5908" y="734"/>
                  </a:lnTo>
                  <a:lnTo>
                    <a:pt x="6410" y="618"/>
                  </a:lnTo>
                  <a:lnTo>
                    <a:pt x="6912" y="541"/>
                  </a:lnTo>
                  <a:lnTo>
                    <a:pt x="7453" y="502"/>
                  </a:lnTo>
                  <a:close/>
                  <a:moveTo>
                    <a:pt x="11932" y="2086"/>
                  </a:moveTo>
                  <a:lnTo>
                    <a:pt x="12318" y="2433"/>
                  </a:lnTo>
                  <a:lnTo>
                    <a:pt x="12666" y="2819"/>
                  </a:lnTo>
                  <a:lnTo>
                    <a:pt x="13014" y="3205"/>
                  </a:lnTo>
                  <a:lnTo>
                    <a:pt x="13322" y="3669"/>
                  </a:lnTo>
                  <a:lnTo>
                    <a:pt x="13593" y="4093"/>
                  </a:lnTo>
                  <a:lnTo>
                    <a:pt x="13824" y="4595"/>
                  </a:lnTo>
                  <a:lnTo>
                    <a:pt x="14018" y="5097"/>
                  </a:lnTo>
                  <a:lnTo>
                    <a:pt x="14211" y="5599"/>
                  </a:lnTo>
                  <a:lnTo>
                    <a:pt x="14326" y="6101"/>
                  </a:lnTo>
                  <a:lnTo>
                    <a:pt x="14404" y="6642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25" y="6951"/>
                  </a:lnTo>
                  <a:lnTo>
                    <a:pt x="11392" y="7144"/>
                  </a:lnTo>
                  <a:lnTo>
                    <a:pt x="10658" y="7414"/>
                  </a:lnTo>
                  <a:lnTo>
                    <a:pt x="9924" y="7723"/>
                  </a:lnTo>
                  <a:lnTo>
                    <a:pt x="9229" y="8032"/>
                  </a:lnTo>
                  <a:lnTo>
                    <a:pt x="8534" y="8418"/>
                  </a:lnTo>
                  <a:lnTo>
                    <a:pt x="7878" y="8843"/>
                  </a:lnTo>
                  <a:lnTo>
                    <a:pt x="7221" y="9306"/>
                  </a:lnTo>
                  <a:lnTo>
                    <a:pt x="6642" y="9808"/>
                  </a:lnTo>
                  <a:lnTo>
                    <a:pt x="6063" y="10349"/>
                  </a:lnTo>
                  <a:lnTo>
                    <a:pt x="5561" y="10890"/>
                  </a:lnTo>
                  <a:lnTo>
                    <a:pt x="5059" y="11508"/>
                  </a:lnTo>
                  <a:lnTo>
                    <a:pt x="4634" y="12125"/>
                  </a:lnTo>
                  <a:lnTo>
                    <a:pt x="4248" y="12820"/>
                  </a:lnTo>
                  <a:lnTo>
                    <a:pt x="4093" y="12743"/>
                  </a:lnTo>
                  <a:lnTo>
                    <a:pt x="3939" y="12666"/>
                  </a:lnTo>
                  <a:lnTo>
                    <a:pt x="4093" y="11816"/>
                  </a:lnTo>
                  <a:lnTo>
                    <a:pt x="4287" y="10928"/>
                  </a:lnTo>
                  <a:lnTo>
                    <a:pt x="4557" y="10117"/>
                  </a:lnTo>
                  <a:lnTo>
                    <a:pt x="4827" y="9306"/>
                  </a:lnTo>
                  <a:lnTo>
                    <a:pt x="5175" y="8496"/>
                  </a:lnTo>
                  <a:lnTo>
                    <a:pt x="5561" y="7723"/>
                  </a:lnTo>
                  <a:lnTo>
                    <a:pt x="6024" y="6990"/>
                  </a:lnTo>
                  <a:lnTo>
                    <a:pt x="6488" y="6295"/>
                  </a:lnTo>
                  <a:lnTo>
                    <a:pt x="7028" y="5599"/>
                  </a:lnTo>
                  <a:lnTo>
                    <a:pt x="7607" y="4982"/>
                  </a:lnTo>
                  <a:lnTo>
                    <a:pt x="8225" y="4402"/>
                  </a:lnTo>
                  <a:lnTo>
                    <a:pt x="8882" y="3823"/>
                  </a:lnTo>
                  <a:lnTo>
                    <a:pt x="9577" y="3321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32" y="2086"/>
                  </a:lnTo>
                  <a:close/>
                  <a:moveTo>
                    <a:pt x="14442" y="6990"/>
                  </a:moveTo>
                  <a:lnTo>
                    <a:pt x="14481" y="7839"/>
                  </a:lnTo>
                  <a:lnTo>
                    <a:pt x="14404" y="8689"/>
                  </a:lnTo>
                  <a:lnTo>
                    <a:pt x="14249" y="9538"/>
                  </a:lnTo>
                  <a:lnTo>
                    <a:pt x="14172" y="9963"/>
                  </a:lnTo>
                  <a:lnTo>
                    <a:pt x="14018" y="10388"/>
                  </a:lnTo>
                  <a:lnTo>
                    <a:pt x="13863" y="10774"/>
                  </a:lnTo>
                  <a:lnTo>
                    <a:pt x="13709" y="11160"/>
                  </a:lnTo>
                  <a:lnTo>
                    <a:pt x="13516" y="11546"/>
                  </a:lnTo>
                  <a:lnTo>
                    <a:pt x="13284" y="11894"/>
                  </a:lnTo>
                  <a:lnTo>
                    <a:pt x="13052" y="12241"/>
                  </a:lnTo>
                  <a:lnTo>
                    <a:pt x="12782" y="12589"/>
                  </a:lnTo>
                  <a:lnTo>
                    <a:pt x="12473" y="12898"/>
                  </a:lnTo>
                  <a:lnTo>
                    <a:pt x="12203" y="13207"/>
                  </a:lnTo>
                  <a:lnTo>
                    <a:pt x="11932" y="13052"/>
                  </a:lnTo>
                  <a:lnTo>
                    <a:pt x="11662" y="12936"/>
                  </a:lnTo>
                  <a:lnTo>
                    <a:pt x="11083" y="12782"/>
                  </a:lnTo>
                  <a:lnTo>
                    <a:pt x="10542" y="12627"/>
                  </a:lnTo>
                  <a:lnTo>
                    <a:pt x="9963" y="12550"/>
                  </a:lnTo>
                  <a:lnTo>
                    <a:pt x="9384" y="12512"/>
                  </a:lnTo>
                  <a:lnTo>
                    <a:pt x="8843" y="12473"/>
                  </a:lnTo>
                  <a:lnTo>
                    <a:pt x="8303" y="12473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681" y="12666"/>
                  </a:lnTo>
                  <a:lnTo>
                    <a:pt x="6179" y="12782"/>
                  </a:lnTo>
                  <a:lnTo>
                    <a:pt x="5638" y="12975"/>
                  </a:lnTo>
                  <a:lnTo>
                    <a:pt x="5136" y="13129"/>
                  </a:lnTo>
                  <a:lnTo>
                    <a:pt x="4673" y="13361"/>
                  </a:lnTo>
                  <a:lnTo>
                    <a:pt x="4557" y="13129"/>
                  </a:lnTo>
                  <a:lnTo>
                    <a:pt x="4402" y="12936"/>
                  </a:lnTo>
                  <a:lnTo>
                    <a:pt x="4866" y="12318"/>
                  </a:lnTo>
                  <a:lnTo>
                    <a:pt x="5368" y="11739"/>
                  </a:lnTo>
                  <a:lnTo>
                    <a:pt x="5870" y="11160"/>
                  </a:lnTo>
                  <a:lnTo>
                    <a:pt x="6410" y="10619"/>
                  </a:lnTo>
                  <a:lnTo>
                    <a:pt x="6951" y="10117"/>
                  </a:lnTo>
                  <a:lnTo>
                    <a:pt x="7530" y="9654"/>
                  </a:lnTo>
                  <a:lnTo>
                    <a:pt x="8148" y="9229"/>
                  </a:lnTo>
                  <a:lnTo>
                    <a:pt x="8766" y="8804"/>
                  </a:lnTo>
                  <a:lnTo>
                    <a:pt x="9384" y="8457"/>
                  </a:lnTo>
                  <a:lnTo>
                    <a:pt x="10040" y="8109"/>
                  </a:lnTo>
                  <a:lnTo>
                    <a:pt x="10735" y="7839"/>
                  </a:lnTo>
                  <a:lnTo>
                    <a:pt x="11430" y="7569"/>
                  </a:lnTo>
                  <a:lnTo>
                    <a:pt x="12164" y="7376"/>
                  </a:lnTo>
                  <a:lnTo>
                    <a:pt x="12898" y="7183"/>
                  </a:lnTo>
                  <a:lnTo>
                    <a:pt x="13670" y="7067"/>
                  </a:lnTo>
                  <a:lnTo>
                    <a:pt x="14442" y="6990"/>
                  </a:lnTo>
                  <a:close/>
                  <a:moveTo>
                    <a:pt x="4518" y="1275"/>
                  </a:moveTo>
                  <a:lnTo>
                    <a:pt x="4016" y="1854"/>
                  </a:lnTo>
                  <a:lnTo>
                    <a:pt x="3591" y="2472"/>
                  </a:lnTo>
                  <a:lnTo>
                    <a:pt x="3244" y="3128"/>
                  </a:lnTo>
                  <a:lnTo>
                    <a:pt x="2935" y="3823"/>
                  </a:lnTo>
                  <a:lnTo>
                    <a:pt x="2665" y="4518"/>
                  </a:lnTo>
                  <a:lnTo>
                    <a:pt x="2472" y="5291"/>
                  </a:lnTo>
                  <a:lnTo>
                    <a:pt x="2317" y="6024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1"/>
                  </a:lnTo>
                  <a:lnTo>
                    <a:pt x="2279" y="9113"/>
                  </a:lnTo>
                  <a:lnTo>
                    <a:pt x="2356" y="9886"/>
                  </a:lnTo>
                  <a:lnTo>
                    <a:pt x="2549" y="10619"/>
                  </a:lnTo>
                  <a:lnTo>
                    <a:pt x="2742" y="11353"/>
                  </a:lnTo>
                  <a:lnTo>
                    <a:pt x="3012" y="12087"/>
                  </a:lnTo>
                  <a:lnTo>
                    <a:pt x="3283" y="12782"/>
                  </a:lnTo>
                  <a:lnTo>
                    <a:pt x="3089" y="12898"/>
                  </a:lnTo>
                  <a:lnTo>
                    <a:pt x="2935" y="13052"/>
                  </a:lnTo>
                  <a:lnTo>
                    <a:pt x="2819" y="13245"/>
                  </a:lnTo>
                  <a:lnTo>
                    <a:pt x="2703" y="13438"/>
                  </a:lnTo>
                  <a:lnTo>
                    <a:pt x="2394" y="13014"/>
                  </a:lnTo>
                  <a:lnTo>
                    <a:pt x="2047" y="12550"/>
                  </a:lnTo>
                  <a:lnTo>
                    <a:pt x="1777" y="12087"/>
                  </a:lnTo>
                  <a:lnTo>
                    <a:pt x="1506" y="11623"/>
                  </a:lnTo>
                  <a:lnTo>
                    <a:pt x="1275" y="11121"/>
                  </a:lnTo>
                  <a:lnTo>
                    <a:pt x="1043" y="10619"/>
                  </a:lnTo>
                  <a:lnTo>
                    <a:pt x="850" y="10117"/>
                  </a:lnTo>
                  <a:lnTo>
                    <a:pt x="734" y="9615"/>
                  </a:lnTo>
                  <a:lnTo>
                    <a:pt x="618" y="9113"/>
                  </a:lnTo>
                  <a:lnTo>
                    <a:pt x="541" y="8573"/>
                  </a:lnTo>
                  <a:lnTo>
                    <a:pt x="502" y="8032"/>
                  </a:lnTo>
                  <a:lnTo>
                    <a:pt x="502" y="7492"/>
                  </a:lnTo>
                  <a:lnTo>
                    <a:pt x="541" y="6951"/>
                  </a:lnTo>
                  <a:lnTo>
                    <a:pt x="618" y="6410"/>
                  </a:lnTo>
                  <a:lnTo>
                    <a:pt x="734" y="5870"/>
                  </a:lnTo>
                  <a:lnTo>
                    <a:pt x="927" y="5329"/>
                  </a:lnTo>
                  <a:lnTo>
                    <a:pt x="1197" y="4673"/>
                  </a:lnTo>
                  <a:lnTo>
                    <a:pt x="1506" y="4055"/>
                  </a:lnTo>
                  <a:lnTo>
                    <a:pt x="1892" y="3476"/>
                  </a:lnTo>
                  <a:lnTo>
                    <a:pt x="2356" y="2935"/>
                  </a:lnTo>
                  <a:lnTo>
                    <a:pt x="2819" y="2433"/>
                  </a:lnTo>
                  <a:lnTo>
                    <a:pt x="3360" y="2008"/>
                  </a:lnTo>
                  <a:lnTo>
                    <a:pt x="3900" y="1584"/>
                  </a:lnTo>
                  <a:lnTo>
                    <a:pt x="4518" y="1275"/>
                  </a:lnTo>
                  <a:close/>
                  <a:moveTo>
                    <a:pt x="3823" y="12975"/>
                  </a:moveTo>
                  <a:lnTo>
                    <a:pt x="4016" y="13052"/>
                  </a:lnTo>
                  <a:lnTo>
                    <a:pt x="4132" y="13168"/>
                  </a:lnTo>
                  <a:lnTo>
                    <a:pt x="4248" y="13284"/>
                  </a:lnTo>
                  <a:lnTo>
                    <a:pt x="4325" y="13438"/>
                  </a:lnTo>
                  <a:lnTo>
                    <a:pt x="4364" y="13631"/>
                  </a:lnTo>
                  <a:lnTo>
                    <a:pt x="4325" y="13786"/>
                  </a:lnTo>
                  <a:lnTo>
                    <a:pt x="4287" y="13940"/>
                  </a:lnTo>
                  <a:lnTo>
                    <a:pt x="4209" y="14095"/>
                  </a:lnTo>
                  <a:lnTo>
                    <a:pt x="3746" y="13824"/>
                  </a:lnTo>
                  <a:lnTo>
                    <a:pt x="3321" y="13477"/>
                  </a:lnTo>
                  <a:lnTo>
                    <a:pt x="3244" y="13438"/>
                  </a:lnTo>
                  <a:lnTo>
                    <a:pt x="3128" y="13438"/>
                  </a:lnTo>
                  <a:lnTo>
                    <a:pt x="3051" y="13477"/>
                  </a:lnTo>
                  <a:lnTo>
                    <a:pt x="2974" y="13515"/>
                  </a:lnTo>
                  <a:lnTo>
                    <a:pt x="3051" y="13361"/>
                  </a:lnTo>
                  <a:lnTo>
                    <a:pt x="3167" y="13245"/>
                  </a:lnTo>
                  <a:lnTo>
                    <a:pt x="3321" y="13129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9113" y="12859"/>
                  </a:moveTo>
                  <a:lnTo>
                    <a:pt x="9615" y="12898"/>
                  </a:lnTo>
                  <a:lnTo>
                    <a:pt x="10079" y="12975"/>
                  </a:lnTo>
                  <a:lnTo>
                    <a:pt x="10504" y="13014"/>
                  </a:lnTo>
                  <a:lnTo>
                    <a:pt x="11006" y="13129"/>
                  </a:lnTo>
                  <a:lnTo>
                    <a:pt x="11469" y="13245"/>
                  </a:lnTo>
                  <a:lnTo>
                    <a:pt x="11701" y="13361"/>
                  </a:lnTo>
                  <a:lnTo>
                    <a:pt x="11894" y="13477"/>
                  </a:lnTo>
                  <a:lnTo>
                    <a:pt x="11508" y="13786"/>
                  </a:lnTo>
                  <a:lnTo>
                    <a:pt x="11083" y="14017"/>
                  </a:lnTo>
                  <a:lnTo>
                    <a:pt x="10658" y="14249"/>
                  </a:lnTo>
                  <a:lnTo>
                    <a:pt x="10195" y="14442"/>
                  </a:lnTo>
                  <a:lnTo>
                    <a:pt x="9770" y="14635"/>
                  </a:lnTo>
                  <a:lnTo>
                    <a:pt x="9306" y="14751"/>
                  </a:lnTo>
                  <a:lnTo>
                    <a:pt x="8804" y="14867"/>
                  </a:lnTo>
                  <a:lnTo>
                    <a:pt x="8341" y="14944"/>
                  </a:lnTo>
                  <a:lnTo>
                    <a:pt x="7839" y="14983"/>
                  </a:lnTo>
                  <a:lnTo>
                    <a:pt x="7376" y="14983"/>
                  </a:lnTo>
                  <a:lnTo>
                    <a:pt x="6874" y="14944"/>
                  </a:lnTo>
                  <a:lnTo>
                    <a:pt x="6410" y="14867"/>
                  </a:lnTo>
                  <a:lnTo>
                    <a:pt x="5947" y="14790"/>
                  </a:lnTo>
                  <a:lnTo>
                    <a:pt x="5484" y="14674"/>
                  </a:lnTo>
                  <a:lnTo>
                    <a:pt x="5020" y="14481"/>
                  </a:lnTo>
                  <a:lnTo>
                    <a:pt x="4557" y="14288"/>
                  </a:lnTo>
                  <a:lnTo>
                    <a:pt x="4673" y="14017"/>
                  </a:lnTo>
                  <a:lnTo>
                    <a:pt x="4711" y="13747"/>
                  </a:lnTo>
                  <a:lnTo>
                    <a:pt x="4711" y="13593"/>
                  </a:lnTo>
                  <a:lnTo>
                    <a:pt x="5561" y="13322"/>
                  </a:lnTo>
                  <a:lnTo>
                    <a:pt x="6410" y="13091"/>
                  </a:lnTo>
                  <a:lnTo>
                    <a:pt x="7260" y="12936"/>
                  </a:lnTo>
                  <a:lnTo>
                    <a:pt x="8148" y="12859"/>
                  </a:lnTo>
                  <a:close/>
                  <a:moveTo>
                    <a:pt x="7569" y="0"/>
                  </a:moveTo>
                  <a:lnTo>
                    <a:pt x="6990" y="39"/>
                  </a:lnTo>
                  <a:lnTo>
                    <a:pt x="6410" y="116"/>
                  </a:lnTo>
                  <a:lnTo>
                    <a:pt x="5870" y="232"/>
                  </a:lnTo>
                  <a:lnTo>
                    <a:pt x="5291" y="386"/>
                  </a:lnTo>
                  <a:lnTo>
                    <a:pt x="4750" y="580"/>
                  </a:lnTo>
                  <a:lnTo>
                    <a:pt x="4248" y="811"/>
                  </a:lnTo>
                  <a:lnTo>
                    <a:pt x="3746" y="1120"/>
                  </a:lnTo>
                  <a:lnTo>
                    <a:pt x="3283" y="1429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1970" y="2588"/>
                  </a:lnTo>
                  <a:lnTo>
                    <a:pt x="1622" y="3012"/>
                  </a:lnTo>
                  <a:lnTo>
                    <a:pt x="1275" y="3514"/>
                  </a:lnTo>
                  <a:lnTo>
                    <a:pt x="966" y="4016"/>
                  </a:lnTo>
                  <a:lnTo>
                    <a:pt x="657" y="4595"/>
                  </a:lnTo>
                  <a:lnTo>
                    <a:pt x="425" y="5252"/>
                  </a:lnTo>
                  <a:lnTo>
                    <a:pt x="232" y="5908"/>
                  </a:lnTo>
                  <a:lnTo>
                    <a:pt x="116" y="6565"/>
                  </a:lnTo>
                  <a:lnTo>
                    <a:pt x="0" y="7221"/>
                  </a:lnTo>
                  <a:lnTo>
                    <a:pt x="0" y="7916"/>
                  </a:lnTo>
                  <a:lnTo>
                    <a:pt x="39" y="8611"/>
                  </a:lnTo>
                  <a:lnTo>
                    <a:pt x="116" y="9268"/>
                  </a:lnTo>
                  <a:lnTo>
                    <a:pt x="232" y="9924"/>
                  </a:lnTo>
                  <a:lnTo>
                    <a:pt x="425" y="10581"/>
                  </a:lnTo>
                  <a:lnTo>
                    <a:pt x="695" y="11237"/>
                  </a:lnTo>
                  <a:lnTo>
                    <a:pt x="966" y="11855"/>
                  </a:lnTo>
                  <a:lnTo>
                    <a:pt x="1313" y="12396"/>
                  </a:lnTo>
                  <a:lnTo>
                    <a:pt x="1738" y="12975"/>
                  </a:lnTo>
                  <a:lnTo>
                    <a:pt x="2201" y="13477"/>
                  </a:lnTo>
                  <a:lnTo>
                    <a:pt x="2703" y="13902"/>
                  </a:lnTo>
                  <a:lnTo>
                    <a:pt x="2742" y="13940"/>
                  </a:lnTo>
                  <a:lnTo>
                    <a:pt x="2819" y="13940"/>
                  </a:lnTo>
                  <a:lnTo>
                    <a:pt x="2896" y="13902"/>
                  </a:lnTo>
                  <a:lnTo>
                    <a:pt x="3167" y="14133"/>
                  </a:lnTo>
                  <a:lnTo>
                    <a:pt x="3437" y="14326"/>
                  </a:lnTo>
                  <a:lnTo>
                    <a:pt x="3785" y="14519"/>
                  </a:lnTo>
                  <a:lnTo>
                    <a:pt x="4093" y="14597"/>
                  </a:lnTo>
                  <a:lnTo>
                    <a:pt x="4518" y="14828"/>
                  </a:lnTo>
                  <a:lnTo>
                    <a:pt x="4943" y="14983"/>
                  </a:lnTo>
                  <a:lnTo>
                    <a:pt x="5406" y="15137"/>
                  </a:lnTo>
                  <a:lnTo>
                    <a:pt x="5870" y="15292"/>
                  </a:lnTo>
                  <a:lnTo>
                    <a:pt x="6333" y="15369"/>
                  </a:lnTo>
                  <a:lnTo>
                    <a:pt x="6797" y="15446"/>
                  </a:lnTo>
                  <a:lnTo>
                    <a:pt x="7260" y="15485"/>
                  </a:lnTo>
                  <a:lnTo>
                    <a:pt x="7723" y="15485"/>
                  </a:lnTo>
                  <a:lnTo>
                    <a:pt x="8225" y="15446"/>
                  </a:lnTo>
                  <a:lnTo>
                    <a:pt x="8689" y="15408"/>
                  </a:lnTo>
                  <a:lnTo>
                    <a:pt x="9152" y="15330"/>
                  </a:lnTo>
                  <a:lnTo>
                    <a:pt x="9615" y="15215"/>
                  </a:lnTo>
                  <a:lnTo>
                    <a:pt x="10079" y="15060"/>
                  </a:lnTo>
                  <a:lnTo>
                    <a:pt x="10504" y="14906"/>
                  </a:lnTo>
                  <a:lnTo>
                    <a:pt x="10928" y="14674"/>
                  </a:lnTo>
                  <a:lnTo>
                    <a:pt x="11353" y="14442"/>
                  </a:lnTo>
                  <a:lnTo>
                    <a:pt x="11855" y="14133"/>
                  </a:lnTo>
                  <a:lnTo>
                    <a:pt x="12318" y="13786"/>
                  </a:lnTo>
                  <a:lnTo>
                    <a:pt x="12705" y="13400"/>
                  </a:lnTo>
                  <a:lnTo>
                    <a:pt x="13091" y="12975"/>
                  </a:lnTo>
                  <a:lnTo>
                    <a:pt x="13438" y="12550"/>
                  </a:lnTo>
                  <a:lnTo>
                    <a:pt x="13747" y="12048"/>
                  </a:lnTo>
                  <a:lnTo>
                    <a:pt x="14056" y="11585"/>
                  </a:lnTo>
                  <a:lnTo>
                    <a:pt x="14288" y="11044"/>
                  </a:lnTo>
                  <a:lnTo>
                    <a:pt x="14481" y="10542"/>
                  </a:lnTo>
                  <a:lnTo>
                    <a:pt x="14674" y="10002"/>
                  </a:lnTo>
                  <a:lnTo>
                    <a:pt x="14790" y="9422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4983" y="7723"/>
                  </a:lnTo>
                  <a:lnTo>
                    <a:pt x="14983" y="7144"/>
                  </a:lnTo>
                  <a:lnTo>
                    <a:pt x="14906" y="6603"/>
                  </a:lnTo>
                  <a:lnTo>
                    <a:pt x="14828" y="5986"/>
                  </a:lnTo>
                  <a:lnTo>
                    <a:pt x="14674" y="5406"/>
                  </a:lnTo>
                  <a:lnTo>
                    <a:pt x="14481" y="4827"/>
                  </a:lnTo>
                  <a:lnTo>
                    <a:pt x="14249" y="4287"/>
                  </a:lnTo>
                  <a:lnTo>
                    <a:pt x="13979" y="3746"/>
                  </a:lnTo>
                  <a:lnTo>
                    <a:pt x="13631" y="3244"/>
                  </a:lnTo>
                  <a:lnTo>
                    <a:pt x="13284" y="2742"/>
                  </a:lnTo>
                  <a:lnTo>
                    <a:pt x="12898" y="2317"/>
                  </a:lnTo>
                  <a:lnTo>
                    <a:pt x="12512" y="1892"/>
                  </a:lnTo>
                  <a:lnTo>
                    <a:pt x="12048" y="1506"/>
                  </a:lnTo>
                  <a:lnTo>
                    <a:pt x="11546" y="1197"/>
                  </a:lnTo>
                  <a:lnTo>
                    <a:pt x="11044" y="888"/>
                  </a:lnTo>
                  <a:lnTo>
                    <a:pt x="10504" y="618"/>
                  </a:lnTo>
                  <a:lnTo>
                    <a:pt x="9963" y="386"/>
                  </a:lnTo>
                  <a:lnTo>
                    <a:pt x="9345" y="232"/>
                  </a:lnTo>
                  <a:lnTo>
                    <a:pt x="8766" y="116"/>
                  </a:lnTo>
                  <a:lnTo>
                    <a:pt x="8148" y="39"/>
                  </a:lnTo>
                  <a:lnTo>
                    <a:pt x="756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9"/>
            <p:cNvSpPr/>
            <p:nvPr/>
          </p:nvSpPr>
          <p:spPr>
            <a:xfrm>
              <a:off x="6509175" y="1566300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8" y="5870"/>
                  </a:lnTo>
                  <a:lnTo>
                    <a:pt x="7491" y="6024"/>
                  </a:lnTo>
                  <a:lnTo>
                    <a:pt x="7530" y="6140"/>
                  </a:lnTo>
                  <a:lnTo>
                    <a:pt x="7569" y="6256"/>
                  </a:lnTo>
                  <a:lnTo>
                    <a:pt x="7607" y="6372"/>
                  </a:lnTo>
                  <a:lnTo>
                    <a:pt x="7569" y="6488"/>
                  </a:lnTo>
                  <a:lnTo>
                    <a:pt x="7530" y="6565"/>
                  </a:lnTo>
                  <a:lnTo>
                    <a:pt x="7491" y="6681"/>
                  </a:lnTo>
                  <a:lnTo>
                    <a:pt x="7337" y="6796"/>
                  </a:lnTo>
                  <a:lnTo>
                    <a:pt x="7105" y="6912"/>
                  </a:lnTo>
                  <a:lnTo>
                    <a:pt x="6912" y="6912"/>
                  </a:lnTo>
                  <a:lnTo>
                    <a:pt x="6719" y="6835"/>
                  </a:lnTo>
                  <a:lnTo>
                    <a:pt x="6565" y="6681"/>
                  </a:lnTo>
                  <a:lnTo>
                    <a:pt x="6487" y="6488"/>
                  </a:lnTo>
                  <a:lnTo>
                    <a:pt x="6487" y="6294"/>
                  </a:lnTo>
                  <a:lnTo>
                    <a:pt x="6526" y="6101"/>
                  </a:lnTo>
                  <a:lnTo>
                    <a:pt x="6642" y="5908"/>
                  </a:lnTo>
                  <a:lnTo>
                    <a:pt x="6796" y="5754"/>
                  </a:lnTo>
                  <a:close/>
                  <a:moveTo>
                    <a:pt x="232" y="0"/>
                  </a:moveTo>
                  <a:lnTo>
                    <a:pt x="155" y="39"/>
                  </a:lnTo>
                  <a:lnTo>
                    <a:pt x="77" y="39"/>
                  </a:lnTo>
                  <a:lnTo>
                    <a:pt x="39" y="116"/>
                  </a:lnTo>
                  <a:lnTo>
                    <a:pt x="0" y="232"/>
                  </a:lnTo>
                  <a:lnTo>
                    <a:pt x="0" y="309"/>
                  </a:lnTo>
                  <a:lnTo>
                    <a:pt x="39" y="386"/>
                  </a:lnTo>
                  <a:lnTo>
                    <a:pt x="425" y="773"/>
                  </a:lnTo>
                  <a:lnTo>
                    <a:pt x="811" y="1120"/>
                  </a:lnTo>
                  <a:lnTo>
                    <a:pt x="1622" y="1777"/>
                  </a:lnTo>
                  <a:lnTo>
                    <a:pt x="3398" y="3205"/>
                  </a:lnTo>
                  <a:lnTo>
                    <a:pt x="4866" y="4441"/>
                  </a:lnTo>
                  <a:lnTo>
                    <a:pt x="5638" y="5020"/>
                  </a:lnTo>
                  <a:lnTo>
                    <a:pt x="6410" y="5599"/>
                  </a:lnTo>
                  <a:lnTo>
                    <a:pt x="6294" y="5677"/>
                  </a:lnTo>
                  <a:lnTo>
                    <a:pt x="6217" y="5792"/>
                  </a:lnTo>
                  <a:lnTo>
                    <a:pt x="6101" y="6101"/>
                  </a:lnTo>
                  <a:lnTo>
                    <a:pt x="6063" y="6410"/>
                  </a:lnTo>
                  <a:lnTo>
                    <a:pt x="6101" y="6681"/>
                  </a:lnTo>
                  <a:lnTo>
                    <a:pt x="6179" y="6835"/>
                  </a:lnTo>
                  <a:lnTo>
                    <a:pt x="6294" y="6990"/>
                  </a:lnTo>
                  <a:lnTo>
                    <a:pt x="6410" y="7144"/>
                  </a:lnTo>
                  <a:lnTo>
                    <a:pt x="6565" y="7221"/>
                  </a:lnTo>
                  <a:lnTo>
                    <a:pt x="6719" y="7298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8"/>
                  </a:lnTo>
                  <a:lnTo>
                    <a:pt x="7453" y="7260"/>
                  </a:lnTo>
                  <a:lnTo>
                    <a:pt x="7607" y="7144"/>
                  </a:lnTo>
                  <a:lnTo>
                    <a:pt x="7723" y="7028"/>
                  </a:lnTo>
                  <a:lnTo>
                    <a:pt x="7839" y="6912"/>
                  </a:lnTo>
                  <a:lnTo>
                    <a:pt x="7955" y="6758"/>
                  </a:lnTo>
                  <a:lnTo>
                    <a:pt x="7993" y="6565"/>
                  </a:lnTo>
                  <a:lnTo>
                    <a:pt x="8032" y="6410"/>
                  </a:lnTo>
                  <a:lnTo>
                    <a:pt x="8032" y="6217"/>
                  </a:lnTo>
                  <a:lnTo>
                    <a:pt x="7955" y="6024"/>
                  </a:lnTo>
                  <a:lnTo>
                    <a:pt x="7839" y="5870"/>
                  </a:lnTo>
                  <a:lnTo>
                    <a:pt x="7723" y="5715"/>
                  </a:lnTo>
                  <a:lnTo>
                    <a:pt x="7569" y="5599"/>
                  </a:lnTo>
                  <a:lnTo>
                    <a:pt x="7414" y="5522"/>
                  </a:lnTo>
                  <a:lnTo>
                    <a:pt x="7221" y="5445"/>
                  </a:lnTo>
                  <a:lnTo>
                    <a:pt x="7028" y="5445"/>
                  </a:lnTo>
                  <a:lnTo>
                    <a:pt x="6835" y="5484"/>
                  </a:lnTo>
                  <a:lnTo>
                    <a:pt x="6024" y="4711"/>
                  </a:lnTo>
                  <a:lnTo>
                    <a:pt x="5213" y="4016"/>
                  </a:lnTo>
                  <a:lnTo>
                    <a:pt x="3514" y="2626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4" y="309"/>
                  </a:lnTo>
                  <a:lnTo>
                    <a:pt x="309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9"/>
            <p:cNvSpPr/>
            <p:nvPr/>
          </p:nvSpPr>
          <p:spPr>
            <a:xfrm>
              <a:off x="2672775" y="1574975"/>
              <a:ext cx="84975" cy="94650"/>
            </a:xfrm>
            <a:custGeom>
              <a:avLst/>
              <a:gdLst/>
              <a:ahLst/>
              <a:cxnLst/>
              <a:rect l="l" t="t" r="r" b="b"/>
              <a:pathLst>
                <a:path w="3399" h="3786" extrusionOk="0">
                  <a:moveTo>
                    <a:pt x="78" y="1"/>
                  </a:moveTo>
                  <a:lnTo>
                    <a:pt x="1" y="78"/>
                  </a:lnTo>
                  <a:lnTo>
                    <a:pt x="1" y="117"/>
                  </a:lnTo>
                  <a:lnTo>
                    <a:pt x="348" y="889"/>
                  </a:lnTo>
                  <a:lnTo>
                    <a:pt x="812" y="1661"/>
                  </a:lnTo>
                  <a:lnTo>
                    <a:pt x="1275" y="2395"/>
                  </a:lnTo>
                  <a:lnTo>
                    <a:pt x="1738" y="3090"/>
                  </a:lnTo>
                  <a:lnTo>
                    <a:pt x="2009" y="3437"/>
                  </a:lnTo>
                  <a:lnTo>
                    <a:pt x="2202" y="3553"/>
                  </a:lnTo>
                  <a:lnTo>
                    <a:pt x="2395" y="3669"/>
                  </a:lnTo>
                  <a:lnTo>
                    <a:pt x="2588" y="3746"/>
                  </a:lnTo>
                  <a:lnTo>
                    <a:pt x="2781" y="3785"/>
                  </a:lnTo>
                  <a:lnTo>
                    <a:pt x="3013" y="3708"/>
                  </a:lnTo>
                  <a:lnTo>
                    <a:pt x="3206" y="3592"/>
                  </a:lnTo>
                  <a:lnTo>
                    <a:pt x="3322" y="3437"/>
                  </a:lnTo>
                  <a:lnTo>
                    <a:pt x="3399" y="3244"/>
                  </a:lnTo>
                  <a:lnTo>
                    <a:pt x="3399" y="3090"/>
                  </a:lnTo>
                  <a:lnTo>
                    <a:pt x="3399" y="2897"/>
                  </a:lnTo>
                  <a:lnTo>
                    <a:pt x="3360" y="2704"/>
                  </a:lnTo>
                  <a:lnTo>
                    <a:pt x="3283" y="2511"/>
                  </a:lnTo>
                  <a:lnTo>
                    <a:pt x="3128" y="2163"/>
                  </a:lnTo>
                  <a:lnTo>
                    <a:pt x="2935" y="2240"/>
                  </a:lnTo>
                  <a:lnTo>
                    <a:pt x="3051" y="2588"/>
                  </a:lnTo>
                  <a:lnTo>
                    <a:pt x="3090" y="2742"/>
                  </a:lnTo>
                  <a:lnTo>
                    <a:pt x="3128" y="2858"/>
                  </a:lnTo>
                  <a:lnTo>
                    <a:pt x="2897" y="3013"/>
                  </a:lnTo>
                  <a:lnTo>
                    <a:pt x="2665" y="3129"/>
                  </a:lnTo>
                  <a:lnTo>
                    <a:pt x="2511" y="3206"/>
                  </a:lnTo>
                  <a:lnTo>
                    <a:pt x="2318" y="3206"/>
                  </a:lnTo>
                  <a:lnTo>
                    <a:pt x="2202" y="3167"/>
                  </a:lnTo>
                  <a:lnTo>
                    <a:pt x="2047" y="3090"/>
                  </a:lnTo>
                  <a:lnTo>
                    <a:pt x="1931" y="2936"/>
                  </a:lnTo>
                  <a:lnTo>
                    <a:pt x="1854" y="2742"/>
                  </a:lnTo>
                  <a:lnTo>
                    <a:pt x="1700" y="2511"/>
                  </a:lnTo>
                  <a:lnTo>
                    <a:pt x="1082" y="1507"/>
                  </a:lnTo>
                  <a:lnTo>
                    <a:pt x="619" y="773"/>
                  </a:lnTo>
                  <a:lnTo>
                    <a:pt x="387" y="387"/>
                  </a:lnTo>
                  <a:lnTo>
                    <a:pt x="117" y="39"/>
                  </a:lnTo>
                  <a:lnTo>
                    <a:pt x="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9"/>
            <p:cNvSpPr/>
            <p:nvPr/>
          </p:nvSpPr>
          <p:spPr>
            <a:xfrm>
              <a:off x="4909550" y="1580775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8" y="5909"/>
                  </a:moveTo>
                  <a:lnTo>
                    <a:pt x="1082" y="5986"/>
                  </a:lnTo>
                  <a:lnTo>
                    <a:pt x="1236" y="6024"/>
                  </a:lnTo>
                  <a:lnTo>
                    <a:pt x="1390" y="6179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0" y="6797"/>
                  </a:lnTo>
                  <a:lnTo>
                    <a:pt x="1236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90"/>
                  </a:lnTo>
                  <a:lnTo>
                    <a:pt x="464" y="6835"/>
                  </a:lnTo>
                  <a:lnTo>
                    <a:pt x="425" y="6719"/>
                  </a:lnTo>
                  <a:lnTo>
                    <a:pt x="386" y="6642"/>
                  </a:lnTo>
                  <a:lnTo>
                    <a:pt x="348" y="6488"/>
                  </a:lnTo>
                  <a:lnTo>
                    <a:pt x="386" y="6372"/>
                  </a:lnTo>
                  <a:lnTo>
                    <a:pt x="425" y="6256"/>
                  </a:lnTo>
                  <a:lnTo>
                    <a:pt x="502" y="6179"/>
                  </a:lnTo>
                  <a:lnTo>
                    <a:pt x="695" y="6024"/>
                  </a:lnTo>
                  <a:lnTo>
                    <a:pt x="888" y="5909"/>
                  </a:lnTo>
                  <a:close/>
                  <a:moveTo>
                    <a:pt x="5908" y="0"/>
                  </a:moveTo>
                  <a:lnTo>
                    <a:pt x="5831" y="39"/>
                  </a:lnTo>
                  <a:lnTo>
                    <a:pt x="5522" y="309"/>
                  </a:lnTo>
                  <a:lnTo>
                    <a:pt x="5175" y="618"/>
                  </a:lnTo>
                  <a:lnTo>
                    <a:pt x="4596" y="1313"/>
                  </a:lnTo>
                  <a:lnTo>
                    <a:pt x="4016" y="2047"/>
                  </a:lnTo>
                  <a:lnTo>
                    <a:pt x="3437" y="2781"/>
                  </a:lnTo>
                  <a:lnTo>
                    <a:pt x="2279" y="4132"/>
                  </a:lnTo>
                  <a:lnTo>
                    <a:pt x="1738" y="4866"/>
                  </a:lnTo>
                  <a:lnTo>
                    <a:pt x="1197" y="5561"/>
                  </a:lnTo>
                  <a:lnTo>
                    <a:pt x="1043" y="5522"/>
                  </a:lnTo>
                  <a:lnTo>
                    <a:pt x="888" y="5522"/>
                  </a:lnTo>
                  <a:lnTo>
                    <a:pt x="773" y="5561"/>
                  </a:lnTo>
                  <a:lnTo>
                    <a:pt x="618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0" y="6333"/>
                  </a:lnTo>
                  <a:lnTo>
                    <a:pt x="0" y="6488"/>
                  </a:lnTo>
                  <a:lnTo>
                    <a:pt x="0" y="6604"/>
                  </a:lnTo>
                  <a:lnTo>
                    <a:pt x="39" y="6797"/>
                  </a:lnTo>
                  <a:lnTo>
                    <a:pt x="116" y="6990"/>
                  </a:lnTo>
                  <a:lnTo>
                    <a:pt x="193" y="7144"/>
                  </a:lnTo>
                  <a:lnTo>
                    <a:pt x="348" y="7260"/>
                  </a:lnTo>
                  <a:lnTo>
                    <a:pt x="502" y="7376"/>
                  </a:lnTo>
                  <a:lnTo>
                    <a:pt x="695" y="7453"/>
                  </a:lnTo>
                  <a:lnTo>
                    <a:pt x="1082" y="7453"/>
                  </a:lnTo>
                  <a:lnTo>
                    <a:pt x="1275" y="7415"/>
                  </a:lnTo>
                  <a:lnTo>
                    <a:pt x="1429" y="7299"/>
                  </a:lnTo>
                  <a:lnTo>
                    <a:pt x="1584" y="7183"/>
                  </a:lnTo>
                  <a:lnTo>
                    <a:pt x="1699" y="7067"/>
                  </a:lnTo>
                  <a:lnTo>
                    <a:pt x="1815" y="6874"/>
                  </a:lnTo>
                  <a:lnTo>
                    <a:pt x="1854" y="6681"/>
                  </a:lnTo>
                  <a:lnTo>
                    <a:pt x="1892" y="6526"/>
                  </a:lnTo>
                  <a:lnTo>
                    <a:pt x="1854" y="6333"/>
                  </a:lnTo>
                  <a:lnTo>
                    <a:pt x="1815" y="6179"/>
                  </a:lnTo>
                  <a:lnTo>
                    <a:pt x="1738" y="6024"/>
                  </a:lnTo>
                  <a:lnTo>
                    <a:pt x="1661" y="5909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2" y="4403"/>
                  </a:lnTo>
                  <a:lnTo>
                    <a:pt x="3939" y="3012"/>
                  </a:lnTo>
                  <a:lnTo>
                    <a:pt x="4480" y="2395"/>
                  </a:lnTo>
                  <a:lnTo>
                    <a:pt x="5098" y="1700"/>
                  </a:lnTo>
                  <a:lnTo>
                    <a:pt x="5638" y="1043"/>
                  </a:lnTo>
                  <a:lnTo>
                    <a:pt x="5908" y="657"/>
                  </a:lnTo>
                  <a:lnTo>
                    <a:pt x="6101" y="309"/>
                  </a:lnTo>
                  <a:lnTo>
                    <a:pt x="6140" y="194"/>
                  </a:lnTo>
                  <a:lnTo>
                    <a:pt x="6063" y="78"/>
                  </a:lnTo>
                  <a:lnTo>
                    <a:pt x="598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9"/>
            <p:cNvSpPr/>
            <p:nvPr/>
          </p:nvSpPr>
          <p:spPr>
            <a:xfrm>
              <a:off x="4655650" y="160877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4"/>
                  </a:lnTo>
                  <a:lnTo>
                    <a:pt x="7531" y="6140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1" y="6565"/>
                  </a:lnTo>
                  <a:lnTo>
                    <a:pt x="7492" y="6681"/>
                  </a:lnTo>
                  <a:lnTo>
                    <a:pt x="7337" y="6796"/>
                  </a:lnTo>
                  <a:lnTo>
                    <a:pt x="7106" y="6912"/>
                  </a:lnTo>
                  <a:lnTo>
                    <a:pt x="6913" y="6912"/>
                  </a:lnTo>
                  <a:lnTo>
                    <a:pt x="6720" y="6835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7" y="6101"/>
                  </a:lnTo>
                  <a:lnTo>
                    <a:pt x="6642" y="5908"/>
                  </a:lnTo>
                  <a:lnTo>
                    <a:pt x="6797" y="5754"/>
                  </a:lnTo>
                  <a:close/>
                  <a:moveTo>
                    <a:pt x="232" y="0"/>
                  </a:moveTo>
                  <a:lnTo>
                    <a:pt x="155" y="39"/>
                  </a:lnTo>
                  <a:lnTo>
                    <a:pt x="78" y="39"/>
                  </a:lnTo>
                  <a:lnTo>
                    <a:pt x="39" y="116"/>
                  </a:lnTo>
                  <a:lnTo>
                    <a:pt x="1" y="232"/>
                  </a:lnTo>
                  <a:lnTo>
                    <a:pt x="1" y="309"/>
                  </a:lnTo>
                  <a:lnTo>
                    <a:pt x="39" y="386"/>
                  </a:lnTo>
                  <a:lnTo>
                    <a:pt x="425" y="773"/>
                  </a:lnTo>
                  <a:lnTo>
                    <a:pt x="812" y="1120"/>
                  </a:lnTo>
                  <a:lnTo>
                    <a:pt x="1622" y="1777"/>
                  </a:lnTo>
                  <a:lnTo>
                    <a:pt x="3399" y="3205"/>
                  </a:lnTo>
                  <a:lnTo>
                    <a:pt x="4866" y="4441"/>
                  </a:lnTo>
                  <a:lnTo>
                    <a:pt x="5638" y="5020"/>
                  </a:lnTo>
                  <a:lnTo>
                    <a:pt x="6411" y="5599"/>
                  </a:lnTo>
                  <a:lnTo>
                    <a:pt x="6295" y="5677"/>
                  </a:lnTo>
                  <a:lnTo>
                    <a:pt x="6218" y="5793"/>
                  </a:lnTo>
                  <a:lnTo>
                    <a:pt x="6102" y="6101"/>
                  </a:lnTo>
                  <a:lnTo>
                    <a:pt x="6063" y="6410"/>
                  </a:lnTo>
                  <a:lnTo>
                    <a:pt x="6102" y="6681"/>
                  </a:lnTo>
                  <a:lnTo>
                    <a:pt x="6179" y="6835"/>
                  </a:lnTo>
                  <a:lnTo>
                    <a:pt x="6295" y="6990"/>
                  </a:lnTo>
                  <a:lnTo>
                    <a:pt x="6411" y="7144"/>
                  </a:lnTo>
                  <a:lnTo>
                    <a:pt x="6565" y="7221"/>
                  </a:lnTo>
                  <a:lnTo>
                    <a:pt x="6720" y="7298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8"/>
                  </a:lnTo>
                  <a:lnTo>
                    <a:pt x="7453" y="7260"/>
                  </a:lnTo>
                  <a:lnTo>
                    <a:pt x="7608" y="7144"/>
                  </a:lnTo>
                  <a:lnTo>
                    <a:pt x="7724" y="7028"/>
                  </a:lnTo>
                  <a:lnTo>
                    <a:pt x="7839" y="6912"/>
                  </a:lnTo>
                  <a:lnTo>
                    <a:pt x="7955" y="6758"/>
                  </a:lnTo>
                  <a:lnTo>
                    <a:pt x="7994" y="6565"/>
                  </a:lnTo>
                  <a:lnTo>
                    <a:pt x="8033" y="6410"/>
                  </a:lnTo>
                  <a:lnTo>
                    <a:pt x="8033" y="6217"/>
                  </a:lnTo>
                  <a:lnTo>
                    <a:pt x="7955" y="6024"/>
                  </a:lnTo>
                  <a:lnTo>
                    <a:pt x="7839" y="5870"/>
                  </a:lnTo>
                  <a:lnTo>
                    <a:pt x="7724" y="5715"/>
                  </a:lnTo>
                  <a:lnTo>
                    <a:pt x="7569" y="5599"/>
                  </a:lnTo>
                  <a:lnTo>
                    <a:pt x="7415" y="5522"/>
                  </a:lnTo>
                  <a:lnTo>
                    <a:pt x="7222" y="5445"/>
                  </a:lnTo>
                  <a:lnTo>
                    <a:pt x="7029" y="5445"/>
                  </a:lnTo>
                  <a:lnTo>
                    <a:pt x="6835" y="5484"/>
                  </a:lnTo>
                  <a:lnTo>
                    <a:pt x="6025" y="4711"/>
                  </a:lnTo>
                  <a:lnTo>
                    <a:pt x="5214" y="4016"/>
                  </a:lnTo>
                  <a:lnTo>
                    <a:pt x="3515" y="2626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4" y="309"/>
                  </a:lnTo>
                  <a:lnTo>
                    <a:pt x="310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9"/>
            <p:cNvSpPr/>
            <p:nvPr/>
          </p:nvSpPr>
          <p:spPr>
            <a:xfrm>
              <a:off x="781625" y="1619400"/>
              <a:ext cx="153500" cy="186325"/>
            </a:xfrm>
            <a:custGeom>
              <a:avLst/>
              <a:gdLst/>
              <a:ahLst/>
              <a:cxnLst/>
              <a:rect l="l" t="t" r="r" b="b"/>
              <a:pathLst>
                <a:path w="6140" h="7453" extrusionOk="0">
                  <a:moveTo>
                    <a:pt x="888" y="5908"/>
                  </a:moveTo>
                  <a:lnTo>
                    <a:pt x="1081" y="5985"/>
                  </a:lnTo>
                  <a:lnTo>
                    <a:pt x="1236" y="6024"/>
                  </a:lnTo>
                  <a:lnTo>
                    <a:pt x="1390" y="6178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0" y="6796"/>
                  </a:lnTo>
                  <a:lnTo>
                    <a:pt x="1236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89"/>
                  </a:lnTo>
                  <a:lnTo>
                    <a:pt x="464" y="6835"/>
                  </a:lnTo>
                  <a:lnTo>
                    <a:pt x="425" y="6719"/>
                  </a:lnTo>
                  <a:lnTo>
                    <a:pt x="386" y="6642"/>
                  </a:lnTo>
                  <a:lnTo>
                    <a:pt x="348" y="6487"/>
                  </a:lnTo>
                  <a:lnTo>
                    <a:pt x="386" y="6371"/>
                  </a:lnTo>
                  <a:lnTo>
                    <a:pt x="425" y="6256"/>
                  </a:lnTo>
                  <a:lnTo>
                    <a:pt x="502" y="6178"/>
                  </a:lnTo>
                  <a:lnTo>
                    <a:pt x="695" y="6024"/>
                  </a:lnTo>
                  <a:lnTo>
                    <a:pt x="888" y="5908"/>
                  </a:lnTo>
                  <a:close/>
                  <a:moveTo>
                    <a:pt x="5908" y="0"/>
                  </a:moveTo>
                  <a:lnTo>
                    <a:pt x="5831" y="39"/>
                  </a:lnTo>
                  <a:lnTo>
                    <a:pt x="5522" y="309"/>
                  </a:lnTo>
                  <a:lnTo>
                    <a:pt x="5175" y="618"/>
                  </a:lnTo>
                  <a:lnTo>
                    <a:pt x="4595" y="1313"/>
                  </a:lnTo>
                  <a:lnTo>
                    <a:pt x="4016" y="2047"/>
                  </a:lnTo>
                  <a:lnTo>
                    <a:pt x="3437" y="2780"/>
                  </a:lnTo>
                  <a:lnTo>
                    <a:pt x="2278" y="4132"/>
                  </a:lnTo>
                  <a:lnTo>
                    <a:pt x="1738" y="4866"/>
                  </a:lnTo>
                  <a:lnTo>
                    <a:pt x="1197" y="5561"/>
                  </a:lnTo>
                  <a:lnTo>
                    <a:pt x="1043" y="5522"/>
                  </a:lnTo>
                  <a:lnTo>
                    <a:pt x="888" y="5522"/>
                  </a:lnTo>
                  <a:lnTo>
                    <a:pt x="772" y="5561"/>
                  </a:lnTo>
                  <a:lnTo>
                    <a:pt x="618" y="5599"/>
                  </a:lnTo>
                  <a:lnTo>
                    <a:pt x="541" y="5676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0" y="6333"/>
                  </a:lnTo>
                  <a:lnTo>
                    <a:pt x="0" y="6487"/>
                  </a:lnTo>
                  <a:lnTo>
                    <a:pt x="0" y="6603"/>
                  </a:lnTo>
                  <a:lnTo>
                    <a:pt x="39" y="6796"/>
                  </a:lnTo>
                  <a:lnTo>
                    <a:pt x="116" y="6989"/>
                  </a:lnTo>
                  <a:lnTo>
                    <a:pt x="193" y="7144"/>
                  </a:lnTo>
                  <a:lnTo>
                    <a:pt x="348" y="7260"/>
                  </a:lnTo>
                  <a:lnTo>
                    <a:pt x="502" y="7375"/>
                  </a:lnTo>
                  <a:lnTo>
                    <a:pt x="695" y="7453"/>
                  </a:lnTo>
                  <a:lnTo>
                    <a:pt x="1081" y="7453"/>
                  </a:lnTo>
                  <a:lnTo>
                    <a:pt x="1274" y="7414"/>
                  </a:lnTo>
                  <a:lnTo>
                    <a:pt x="1429" y="7298"/>
                  </a:lnTo>
                  <a:lnTo>
                    <a:pt x="1583" y="7182"/>
                  </a:lnTo>
                  <a:lnTo>
                    <a:pt x="1699" y="7067"/>
                  </a:lnTo>
                  <a:lnTo>
                    <a:pt x="1815" y="6873"/>
                  </a:lnTo>
                  <a:lnTo>
                    <a:pt x="1854" y="6680"/>
                  </a:lnTo>
                  <a:lnTo>
                    <a:pt x="1892" y="6526"/>
                  </a:lnTo>
                  <a:lnTo>
                    <a:pt x="1854" y="6333"/>
                  </a:lnTo>
                  <a:lnTo>
                    <a:pt x="1815" y="6178"/>
                  </a:lnTo>
                  <a:lnTo>
                    <a:pt x="1738" y="6024"/>
                  </a:lnTo>
                  <a:lnTo>
                    <a:pt x="1661" y="5908"/>
                  </a:lnTo>
                  <a:lnTo>
                    <a:pt x="1545" y="5792"/>
                  </a:lnTo>
                  <a:lnTo>
                    <a:pt x="2163" y="5097"/>
                  </a:lnTo>
                  <a:lnTo>
                    <a:pt x="2742" y="4402"/>
                  </a:lnTo>
                  <a:lnTo>
                    <a:pt x="3939" y="3012"/>
                  </a:lnTo>
                  <a:lnTo>
                    <a:pt x="4479" y="2394"/>
                  </a:lnTo>
                  <a:lnTo>
                    <a:pt x="5097" y="1699"/>
                  </a:lnTo>
                  <a:lnTo>
                    <a:pt x="5638" y="1043"/>
                  </a:lnTo>
                  <a:lnTo>
                    <a:pt x="5908" y="657"/>
                  </a:lnTo>
                  <a:lnTo>
                    <a:pt x="6101" y="309"/>
                  </a:lnTo>
                  <a:lnTo>
                    <a:pt x="6140" y="193"/>
                  </a:lnTo>
                  <a:lnTo>
                    <a:pt x="6063" y="77"/>
                  </a:lnTo>
                  <a:lnTo>
                    <a:pt x="598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9"/>
            <p:cNvSpPr/>
            <p:nvPr/>
          </p:nvSpPr>
          <p:spPr>
            <a:xfrm>
              <a:off x="1926550" y="1629050"/>
              <a:ext cx="67600" cy="76275"/>
            </a:xfrm>
            <a:custGeom>
              <a:avLst/>
              <a:gdLst/>
              <a:ahLst/>
              <a:cxnLst/>
              <a:rect l="l" t="t" r="r" b="b"/>
              <a:pathLst>
                <a:path w="2704" h="3051" extrusionOk="0">
                  <a:moveTo>
                    <a:pt x="1159" y="425"/>
                  </a:moveTo>
                  <a:lnTo>
                    <a:pt x="1429" y="502"/>
                  </a:lnTo>
                  <a:lnTo>
                    <a:pt x="1661" y="618"/>
                  </a:lnTo>
                  <a:lnTo>
                    <a:pt x="1854" y="773"/>
                  </a:lnTo>
                  <a:lnTo>
                    <a:pt x="2008" y="966"/>
                  </a:lnTo>
                  <a:lnTo>
                    <a:pt x="2124" y="1120"/>
                  </a:lnTo>
                  <a:lnTo>
                    <a:pt x="2201" y="1313"/>
                  </a:lnTo>
                  <a:lnTo>
                    <a:pt x="2317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1" y="2394"/>
                  </a:lnTo>
                  <a:lnTo>
                    <a:pt x="2047" y="2278"/>
                  </a:lnTo>
                  <a:lnTo>
                    <a:pt x="1622" y="2047"/>
                  </a:lnTo>
                  <a:lnTo>
                    <a:pt x="1236" y="1892"/>
                  </a:lnTo>
                  <a:lnTo>
                    <a:pt x="1004" y="1776"/>
                  </a:lnTo>
                  <a:lnTo>
                    <a:pt x="811" y="1661"/>
                  </a:lnTo>
                  <a:lnTo>
                    <a:pt x="618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1"/>
                  </a:lnTo>
                  <a:lnTo>
                    <a:pt x="541" y="657"/>
                  </a:lnTo>
                  <a:lnTo>
                    <a:pt x="618" y="579"/>
                  </a:lnTo>
                  <a:lnTo>
                    <a:pt x="695" y="502"/>
                  </a:lnTo>
                  <a:lnTo>
                    <a:pt x="811" y="464"/>
                  </a:lnTo>
                  <a:lnTo>
                    <a:pt x="927" y="425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1"/>
                  </a:lnTo>
                  <a:lnTo>
                    <a:pt x="193" y="425"/>
                  </a:lnTo>
                  <a:lnTo>
                    <a:pt x="78" y="618"/>
                  </a:lnTo>
                  <a:lnTo>
                    <a:pt x="0" y="811"/>
                  </a:lnTo>
                  <a:lnTo>
                    <a:pt x="0" y="1004"/>
                  </a:lnTo>
                  <a:lnTo>
                    <a:pt x="0" y="1236"/>
                  </a:lnTo>
                  <a:lnTo>
                    <a:pt x="39" y="1429"/>
                  </a:lnTo>
                  <a:lnTo>
                    <a:pt x="155" y="1622"/>
                  </a:lnTo>
                  <a:lnTo>
                    <a:pt x="387" y="1854"/>
                  </a:lnTo>
                  <a:lnTo>
                    <a:pt x="618" y="2047"/>
                  </a:lnTo>
                  <a:lnTo>
                    <a:pt x="889" y="2201"/>
                  </a:lnTo>
                  <a:lnTo>
                    <a:pt x="1197" y="2317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8" y="2742"/>
                  </a:lnTo>
                  <a:lnTo>
                    <a:pt x="2201" y="2974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0" y="3012"/>
                  </a:lnTo>
                  <a:lnTo>
                    <a:pt x="2588" y="2974"/>
                  </a:lnTo>
                  <a:lnTo>
                    <a:pt x="2626" y="2896"/>
                  </a:lnTo>
                  <a:lnTo>
                    <a:pt x="2703" y="2317"/>
                  </a:lnTo>
                  <a:lnTo>
                    <a:pt x="2703" y="2008"/>
                  </a:lnTo>
                  <a:lnTo>
                    <a:pt x="2703" y="1699"/>
                  </a:lnTo>
                  <a:lnTo>
                    <a:pt x="2626" y="1429"/>
                  </a:lnTo>
                  <a:lnTo>
                    <a:pt x="2549" y="1120"/>
                  </a:lnTo>
                  <a:lnTo>
                    <a:pt x="2433" y="850"/>
                  </a:lnTo>
                  <a:lnTo>
                    <a:pt x="2279" y="579"/>
                  </a:lnTo>
                  <a:lnTo>
                    <a:pt x="2124" y="425"/>
                  </a:lnTo>
                  <a:lnTo>
                    <a:pt x="1931" y="271"/>
                  </a:lnTo>
                  <a:lnTo>
                    <a:pt x="1699" y="116"/>
                  </a:lnTo>
                  <a:lnTo>
                    <a:pt x="1506" y="39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9"/>
            <p:cNvSpPr/>
            <p:nvPr/>
          </p:nvSpPr>
          <p:spPr>
            <a:xfrm>
              <a:off x="3904600" y="1635800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0" y="194"/>
                  </a:lnTo>
                  <a:lnTo>
                    <a:pt x="2240" y="309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1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9" y="4866"/>
                  </a:lnTo>
                  <a:lnTo>
                    <a:pt x="888" y="4827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80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" name="Google Shape;2076;p9"/>
            <p:cNvSpPr/>
            <p:nvPr/>
          </p:nvSpPr>
          <p:spPr>
            <a:xfrm>
              <a:off x="527725" y="164737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5"/>
                  </a:lnTo>
                  <a:lnTo>
                    <a:pt x="7530" y="6141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0" y="6565"/>
                  </a:lnTo>
                  <a:lnTo>
                    <a:pt x="7492" y="6681"/>
                  </a:lnTo>
                  <a:lnTo>
                    <a:pt x="7337" y="6797"/>
                  </a:lnTo>
                  <a:lnTo>
                    <a:pt x="7106" y="6913"/>
                  </a:lnTo>
                  <a:lnTo>
                    <a:pt x="6913" y="6913"/>
                  </a:lnTo>
                  <a:lnTo>
                    <a:pt x="6719" y="6836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6" y="6102"/>
                  </a:lnTo>
                  <a:lnTo>
                    <a:pt x="6642" y="5909"/>
                  </a:lnTo>
                  <a:lnTo>
                    <a:pt x="6797" y="5754"/>
                  </a:lnTo>
                  <a:close/>
                  <a:moveTo>
                    <a:pt x="232" y="1"/>
                  </a:moveTo>
                  <a:lnTo>
                    <a:pt x="155" y="40"/>
                  </a:lnTo>
                  <a:lnTo>
                    <a:pt x="78" y="40"/>
                  </a:lnTo>
                  <a:lnTo>
                    <a:pt x="39" y="117"/>
                  </a:lnTo>
                  <a:lnTo>
                    <a:pt x="0" y="233"/>
                  </a:lnTo>
                  <a:lnTo>
                    <a:pt x="0" y="310"/>
                  </a:lnTo>
                  <a:lnTo>
                    <a:pt x="39" y="387"/>
                  </a:lnTo>
                  <a:lnTo>
                    <a:pt x="425" y="773"/>
                  </a:lnTo>
                  <a:lnTo>
                    <a:pt x="811" y="1121"/>
                  </a:lnTo>
                  <a:lnTo>
                    <a:pt x="1622" y="1777"/>
                  </a:lnTo>
                  <a:lnTo>
                    <a:pt x="3399" y="3206"/>
                  </a:lnTo>
                  <a:lnTo>
                    <a:pt x="4866" y="4442"/>
                  </a:lnTo>
                  <a:lnTo>
                    <a:pt x="5638" y="5021"/>
                  </a:lnTo>
                  <a:lnTo>
                    <a:pt x="6411" y="5600"/>
                  </a:lnTo>
                  <a:lnTo>
                    <a:pt x="6295" y="5677"/>
                  </a:lnTo>
                  <a:lnTo>
                    <a:pt x="6217" y="5793"/>
                  </a:lnTo>
                  <a:lnTo>
                    <a:pt x="6102" y="6102"/>
                  </a:lnTo>
                  <a:lnTo>
                    <a:pt x="6063" y="6411"/>
                  </a:lnTo>
                  <a:lnTo>
                    <a:pt x="6102" y="6681"/>
                  </a:lnTo>
                  <a:lnTo>
                    <a:pt x="6179" y="6836"/>
                  </a:lnTo>
                  <a:lnTo>
                    <a:pt x="6295" y="6990"/>
                  </a:lnTo>
                  <a:lnTo>
                    <a:pt x="6411" y="7145"/>
                  </a:lnTo>
                  <a:lnTo>
                    <a:pt x="6565" y="7222"/>
                  </a:lnTo>
                  <a:lnTo>
                    <a:pt x="6719" y="7299"/>
                  </a:lnTo>
                  <a:lnTo>
                    <a:pt x="6874" y="7338"/>
                  </a:lnTo>
                  <a:lnTo>
                    <a:pt x="7067" y="7338"/>
                  </a:lnTo>
                  <a:lnTo>
                    <a:pt x="7260" y="7299"/>
                  </a:lnTo>
                  <a:lnTo>
                    <a:pt x="7453" y="7260"/>
                  </a:lnTo>
                  <a:lnTo>
                    <a:pt x="7608" y="7145"/>
                  </a:lnTo>
                  <a:lnTo>
                    <a:pt x="7723" y="7029"/>
                  </a:lnTo>
                  <a:lnTo>
                    <a:pt x="7839" y="6913"/>
                  </a:lnTo>
                  <a:lnTo>
                    <a:pt x="7955" y="6758"/>
                  </a:lnTo>
                  <a:lnTo>
                    <a:pt x="7994" y="6565"/>
                  </a:lnTo>
                  <a:lnTo>
                    <a:pt x="8032" y="6411"/>
                  </a:lnTo>
                  <a:lnTo>
                    <a:pt x="8032" y="6218"/>
                  </a:lnTo>
                  <a:lnTo>
                    <a:pt x="7955" y="6025"/>
                  </a:lnTo>
                  <a:lnTo>
                    <a:pt x="7839" y="5870"/>
                  </a:lnTo>
                  <a:lnTo>
                    <a:pt x="7723" y="5716"/>
                  </a:lnTo>
                  <a:lnTo>
                    <a:pt x="7569" y="5600"/>
                  </a:lnTo>
                  <a:lnTo>
                    <a:pt x="7415" y="5523"/>
                  </a:lnTo>
                  <a:lnTo>
                    <a:pt x="7221" y="5446"/>
                  </a:lnTo>
                  <a:lnTo>
                    <a:pt x="7028" y="5446"/>
                  </a:lnTo>
                  <a:lnTo>
                    <a:pt x="6835" y="5484"/>
                  </a:lnTo>
                  <a:lnTo>
                    <a:pt x="6024" y="4712"/>
                  </a:lnTo>
                  <a:lnTo>
                    <a:pt x="5213" y="4017"/>
                  </a:lnTo>
                  <a:lnTo>
                    <a:pt x="3514" y="2627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9"/>
                  </a:lnTo>
                  <a:lnTo>
                    <a:pt x="734" y="310"/>
                  </a:lnTo>
                  <a:lnTo>
                    <a:pt x="309" y="40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9"/>
            <p:cNvSpPr/>
            <p:nvPr/>
          </p:nvSpPr>
          <p:spPr>
            <a:xfrm>
              <a:off x="5813125" y="1664750"/>
              <a:ext cx="61825" cy="89825"/>
            </a:xfrm>
            <a:custGeom>
              <a:avLst/>
              <a:gdLst/>
              <a:ahLst/>
              <a:cxnLst/>
              <a:rect l="l" t="t" r="r" b="b"/>
              <a:pathLst>
                <a:path w="2473" h="3593" extrusionOk="0">
                  <a:moveTo>
                    <a:pt x="1082" y="1"/>
                  </a:moveTo>
                  <a:lnTo>
                    <a:pt x="1005" y="40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3"/>
                  </a:lnTo>
                  <a:lnTo>
                    <a:pt x="850" y="233"/>
                  </a:lnTo>
                  <a:lnTo>
                    <a:pt x="773" y="271"/>
                  </a:lnTo>
                  <a:lnTo>
                    <a:pt x="735" y="348"/>
                  </a:lnTo>
                  <a:lnTo>
                    <a:pt x="696" y="426"/>
                  </a:lnTo>
                  <a:lnTo>
                    <a:pt x="696" y="503"/>
                  </a:lnTo>
                  <a:lnTo>
                    <a:pt x="735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2"/>
                  </a:lnTo>
                  <a:lnTo>
                    <a:pt x="1275" y="928"/>
                  </a:lnTo>
                  <a:lnTo>
                    <a:pt x="1468" y="1082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2"/>
                  </a:lnTo>
                  <a:lnTo>
                    <a:pt x="1932" y="2163"/>
                  </a:lnTo>
                  <a:lnTo>
                    <a:pt x="1932" y="2434"/>
                  </a:lnTo>
                  <a:lnTo>
                    <a:pt x="1816" y="2743"/>
                  </a:lnTo>
                  <a:lnTo>
                    <a:pt x="1739" y="2858"/>
                  </a:lnTo>
                  <a:lnTo>
                    <a:pt x="1661" y="2974"/>
                  </a:lnTo>
                  <a:lnTo>
                    <a:pt x="1545" y="3052"/>
                  </a:lnTo>
                  <a:lnTo>
                    <a:pt x="1391" y="3129"/>
                  </a:lnTo>
                  <a:lnTo>
                    <a:pt x="1198" y="3129"/>
                  </a:lnTo>
                  <a:lnTo>
                    <a:pt x="1043" y="3090"/>
                  </a:lnTo>
                  <a:lnTo>
                    <a:pt x="928" y="3013"/>
                  </a:lnTo>
                  <a:lnTo>
                    <a:pt x="850" y="2897"/>
                  </a:lnTo>
                  <a:lnTo>
                    <a:pt x="812" y="2743"/>
                  </a:lnTo>
                  <a:lnTo>
                    <a:pt x="850" y="2588"/>
                  </a:lnTo>
                  <a:lnTo>
                    <a:pt x="928" y="2434"/>
                  </a:lnTo>
                  <a:lnTo>
                    <a:pt x="1043" y="2318"/>
                  </a:lnTo>
                  <a:lnTo>
                    <a:pt x="1159" y="2241"/>
                  </a:lnTo>
                  <a:lnTo>
                    <a:pt x="1159" y="2125"/>
                  </a:lnTo>
                  <a:lnTo>
                    <a:pt x="1121" y="2009"/>
                  </a:lnTo>
                  <a:lnTo>
                    <a:pt x="1043" y="1932"/>
                  </a:lnTo>
                  <a:lnTo>
                    <a:pt x="657" y="1623"/>
                  </a:lnTo>
                  <a:lnTo>
                    <a:pt x="426" y="1468"/>
                  </a:lnTo>
                  <a:lnTo>
                    <a:pt x="194" y="1314"/>
                  </a:lnTo>
                  <a:lnTo>
                    <a:pt x="1" y="1623"/>
                  </a:lnTo>
                  <a:lnTo>
                    <a:pt x="271" y="1893"/>
                  </a:lnTo>
                  <a:lnTo>
                    <a:pt x="580" y="2125"/>
                  </a:lnTo>
                  <a:lnTo>
                    <a:pt x="426" y="2356"/>
                  </a:lnTo>
                  <a:lnTo>
                    <a:pt x="348" y="2627"/>
                  </a:lnTo>
                  <a:lnTo>
                    <a:pt x="310" y="2897"/>
                  </a:lnTo>
                  <a:lnTo>
                    <a:pt x="348" y="3052"/>
                  </a:lnTo>
                  <a:lnTo>
                    <a:pt x="426" y="3167"/>
                  </a:lnTo>
                  <a:lnTo>
                    <a:pt x="541" y="3322"/>
                  </a:lnTo>
                  <a:lnTo>
                    <a:pt x="696" y="3476"/>
                  </a:lnTo>
                  <a:lnTo>
                    <a:pt x="889" y="3554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4"/>
                  </a:lnTo>
                  <a:lnTo>
                    <a:pt x="1700" y="3515"/>
                  </a:lnTo>
                  <a:lnTo>
                    <a:pt x="1854" y="3399"/>
                  </a:lnTo>
                  <a:lnTo>
                    <a:pt x="2047" y="3245"/>
                  </a:lnTo>
                  <a:lnTo>
                    <a:pt x="2202" y="3052"/>
                  </a:lnTo>
                  <a:lnTo>
                    <a:pt x="2318" y="2858"/>
                  </a:lnTo>
                  <a:lnTo>
                    <a:pt x="2395" y="2665"/>
                  </a:lnTo>
                  <a:lnTo>
                    <a:pt x="2434" y="2472"/>
                  </a:lnTo>
                  <a:lnTo>
                    <a:pt x="2472" y="2241"/>
                  </a:lnTo>
                  <a:lnTo>
                    <a:pt x="2434" y="2009"/>
                  </a:lnTo>
                  <a:lnTo>
                    <a:pt x="2395" y="1816"/>
                  </a:lnTo>
                  <a:lnTo>
                    <a:pt x="2318" y="1584"/>
                  </a:lnTo>
                  <a:lnTo>
                    <a:pt x="2202" y="1391"/>
                  </a:lnTo>
                  <a:lnTo>
                    <a:pt x="1970" y="1005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" name="Google Shape;2078;p9"/>
            <p:cNvSpPr/>
            <p:nvPr/>
          </p:nvSpPr>
          <p:spPr>
            <a:xfrm>
              <a:off x="4153650" y="167055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2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40" y="232"/>
                  </a:lnTo>
                  <a:lnTo>
                    <a:pt x="1" y="271"/>
                  </a:lnTo>
                  <a:lnTo>
                    <a:pt x="40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4" y="232"/>
                  </a:lnTo>
                  <a:lnTo>
                    <a:pt x="1005" y="155"/>
                  </a:lnTo>
                  <a:lnTo>
                    <a:pt x="966" y="116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" name="Google Shape;2079;p9"/>
            <p:cNvSpPr/>
            <p:nvPr/>
          </p:nvSpPr>
          <p:spPr>
            <a:xfrm>
              <a:off x="4055200" y="1676350"/>
              <a:ext cx="21250" cy="8700"/>
            </a:xfrm>
            <a:custGeom>
              <a:avLst/>
              <a:gdLst/>
              <a:ahLst/>
              <a:cxnLst/>
              <a:rect l="l" t="t" r="r" b="b"/>
              <a:pathLst>
                <a:path w="850" h="348" extrusionOk="0">
                  <a:moveTo>
                    <a:pt x="425" y="0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0" y="193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3"/>
                  </a:lnTo>
                  <a:lnTo>
                    <a:pt x="811" y="78"/>
                  </a:lnTo>
                  <a:lnTo>
                    <a:pt x="73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9"/>
            <p:cNvSpPr/>
            <p:nvPr/>
          </p:nvSpPr>
          <p:spPr>
            <a:xfrm>
              <a:off x="5417325" y="168890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1" y="232"/>
                  </a:lnTo>
                  <a:lnTo>
                    <a:pt x="503" y="966"/>
                  </a:lnTo>
                  <a:lnTo>
                    <a:pt x="1043" y="1622"/>
                  </a:lnTo>
                  <a:lnTo>
                    <a:pt x="1700" y="2279"/>
                  </a:lnTo>
                  <a:lnTo>
                    <a:pt x="2356" y="2858"/>
                  </a:lnTo>
                  <a:lnTo>
                    <a:pt x="3090" y="3398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5" y="4982"/>
                  </a:lnTo>
                  <a:lnTo>
                    <a:pt x="8998" y="4943"/>
                  </a:lnTo>
                  <a:lnTo>
                    <a:pt x="9423" y="4866"/>
                  </a:lnTo>
                  <a:lnTo>
                    <a:pt x="9848" y="4789"/>
                  </a:lnTo>
                  <a:lnTo>
                    <a:pt x="10272" y="4673"/>
                  </a:lnTo>
                  <a:lnTo>
                    <a:pt x="10658" y="4518"/>
                  </a:lnTo>
                  <a:lnTo>
                    <a:pt x="11083" y="4325"/>
                  </a:lnTo>
                  <a:lnTo>
                    <a:pt x="11469" y="4132"/>
                  </a:lnTo>
                  <a:lnTo>
                    <a:pt x="11856" y="3862"/>
                  </a:lnTo>
                  <a:lnTo>
                    <a:pt x="12242" y="3591"/>
                  </a:lnTo>
                  <a:lnTo>
                    <a:pt x="12319" y="3553"/>
                  </a:lnTo>
                  <a:lnTo>
                    <a:pt x="12435" y="3205"/>
                  </a:lnTo>
                  <a:lnTo>
                    <a:pt x="12358" y="3167"/>
                  </a:lnTo>
                  <a:lnTo>
                    <a:pt x="12280" y="3205"/>
                  </a:lnTo>
                  <a:lnTo>
                    <a:pt x="12203" y="3128"/>
                  </a:lnTo>
                  <a:lnTo>
                    <a:pt x="12010" y="3128"/>
                  </a:lnTo>
                  <a:lnTo>
                    <a:pt x="11933" y="3205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6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2" y="4480"/>
                  </a:lnTo>
                  <a:lnTo>
                    <a:pt x="7917" y="4480"/>
                  </a:lnTo>
                  <a:lnTo>
                    <a:pt x="7492" y="4441"/>
                  </a:lnTo>
                  <a:lnTo>
                    <a:pt x="7067" y="4402"/>
                  </a:lnTo>
                  <a:lnTo>
                    <a:pt x="6643" y="4364"/>
                  </a:lnTo>
                  <a:lnTo>
                    <a:pt x="6218" y="4248"/>
                  </a:lnTo>
                  <a:lnTo>
                    <a:pt x="5793" y="4171"/>
                  </a:lnTo>
                  <a:lnTo>
                    <a:pt x="5368" y="4016"/>
                  </a:lnTo>
                  <a:lnTo>
                    <a:pt x="4596" y="3707"/>
                  </a:lnTo>
                  <a:lnTo>
                    <a:pt x="3901" y="3283"/>
                  </a:lnTo>
                  <a:lnTo>
                    <a:pt x="3206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2081;p9"/>
            <p:cNvSpPr/>
            <p:nvPr/>
          </p:nvSpPr>
          <p:spPr>
            <a:xfrm>
              <a:off x="5725275" y="1695650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1"/>
                  </a:moveTo>
                  <a:lnTo>
                    <a:pt x="3360" y="78"/>
                  </a:lnTo>
                  <a:lnTo>
                    <a:pt x="3245" y="78"/>
                  </a:lnTo>
                  <a:lnTo>
                    <a:pt x="3013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4" y="1931"/>
                  </a:lnTo>
                  <a:lnTo>
                    <a:pt x="1082" y="2009"/>
                  </a:lnTo>
                  <a:lnTo>
                    <a:pt x="1121" y="2086"/>
                  </a:lnTo>
                  <a:lnTo>
                    <a:pt x="1005" y="2086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2" y="2240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8" y="2588"/>
                  </a:lnTo>
                  <a:lnTo>
                    <a:pt x="1430" y="2704"/>
                  </a:lnTo>
                  <a:lnTo>
                    <a:pt x="1623" y="2820"/>
                  </a:lnTo>
                  <a:lnTo>
                    <a:pt x="1816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5" y="3630"/>
                  </a:lnTo>
                  <a:lnTo>
                    <a:pt x="2125" y="3901"/>
                  </a:lnTo>
                  <a:lnTo>
                    <a:pt x="2086" y="4094"/>
                  </a:lnTo>
                  <a:lnTo>
                    <a:pt x="2009" y="4325"/>
                  </a:lnTo>
                  <a:lnTo>
                    <a:pt x="1893" y="4519"/>
                  </a:lnTo>
                  <a:lnTo>
                    <a:pt x="1739" y="4712"/>
                  </a:lnTo>
                  <a:lnTo>
                    <a:pt x="1545" y="4827"/>
                  </a:lnTo>
                  <a:lnTo>
                    <a:pt x="1314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6"/>
                  </a:lnTo>
                  <a:lnTo>
                    <a:pt x="657" y="4441"/>
                  </a:lnTo>
                  <a:lnTo>
                    <a:pt x="735" y="4287"/>
                  </a:lnTo>
                  <a:lnTo>
                    <a:pt x="812" y="4210"/>
                  </a:lnTo>
                  <a:lnTo>
                    <a:pt x="889" y="4132"/>
                  </a:lnTo>
                  <a:lnTo>
                    <a:pt x="966" y="4094"/>
                  </a:lnTo>
                  <a:lnTo>
                    <a:pt x="1121" y="4094"/>
                  </a:lnTo>
                  <a:lnTo>
                    <a:pt x="1237" y="4017"/>
                  </a:lnTo>
                  <a:lnTo>
                    <a:pt x="1314" y="3901"/>
                  </a:lnTo>
                  <a:lnTo>
                    <a:pt x="1314" y="3785"/>
                  </a:lnTo>
                  <a:lnTo>
                    <a:pt x="1275" y="3708"/>
                  </a:lnTo>
                  <a:lnTo>
                    <a:pt x="1198" y="3669"/>
                  </a:lnTo>
                  <a:lnTo>
                    <a:pt x="117" y="2935"/>
                  </a:lnTo>
                  <a:lnTo>
                    <a:pt x="1" y="3283"/>
                  </a:lnTo>
                  <a:lnTo>
                    <a:pt x="657" y="3785"/>
                  </a:lnTo>
                  <a:lnTo>
                    <a:pt x="503" y="3862"/>
                  </a:lnTo>
                  <a:lnTo>
                    <a:pt x="387" y="3978"/>
                  </a:lnTo>
                  <a:lnTo>
                    <a:pt x="310" y="4094"/>
                  </a:lnTo>
                  <a:lnTo>
                    <a:pt x="233" y="4248"/>
                  </a:lnTo>
                  <a:lnTo>
                    <a:pt x="194" y="4403"/>
                  </a:lnTo>
                  <a:lnTo>
                    <a:pt x="194" y="4557"/>
                  </a:lnTo>
                  <a:lnTo>
                    <a:pt x="194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2" y="5252"/>
                  </a:lnTo>
                  <a:lnTo>
                    <a:pt x="735" y="5368"/>
                  </a:lnTo>
                  <a:lnTo>
                    <a:pt x="966" y="5407"/>
                  </a:lnTo>
                  <a:lnTo>
                    <a:pt x="1198" y="5407"/>
                  </a:lnTo>
                  <a:lnTo>
                    <a:pt x="1430" y="5368"/>
                  </a:lnTo>
                  <a:lnTo>
                    <a:pt x="1623" y="5329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1" y="4827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6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472"/>
                  </a:lnTo>
                  <a:lnTo>
                    <a:pt x="1739" y="2356"/>
                  </a:lnTo>
                  <a:lnTo>
                    <a:pt x="1507" y="2202"/>
                  </a:lnTo>
                  <a:lnTo>
                    <a:pt x="1275" y="2124"/>
                  </a:lnTo>
                  <a:lnTo>
                    <a:pt x="1623" y="1970"/>
                  </a:lnTo>
                  <a:lnTo>
                    <a:pt x="1932" y="1816"/>
                  </a:lnTo>
                  <a:lnTo>
                    <a:pt x="2241" y="1622"/>
                  </a:lnTo>
                  <a:lnTo>
                    <a:pt x="2549" y="1391"/>
                  </a:lnTo>
                  <a:lnTo>
                    <a:pt x="2820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8" y="541"/>
                  </a:lnTo>
                  <a:lnTo>
                    <a:pt x="3515" y="387"/>
                  </a:lnTo>
                  <a:lnTo>
                    <a:pt x="3708" y="78"/>
                  </a:lnTo>
                  <a:lnTo>
                    <a:pt x="351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2082;p9"/>
            <p:cNvSpPr/>
            <p:nvPr/>
          </p:nvSpPr>
          <p:spPr>
            <a:xfrm>
              <a:off x="1994125" y="1698550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313" y="387"/>
                  </a:moveTo>
                  <a:lnTo>
                    <a:pt x="1506" y="464"/>
                  </a:lnTo>
                  <a:lnTo>
                    <a:pt x="1661" y="580"/>
                  </a:lnTo>
                  <a:lnTo>
                    <a:pt x="1777" y="734"/>
                  </a:lnTo>
                  <a:lnTo>
                    <a:pt x="1777" y="889"/>
                  </a:lnTo>
                  <a:lnTo>
                    <a:pt x="1777" y="927"/>
                  </a:lnTo>
                  <a:lnTo>
                    <a:pt x="1738" y="1004"/>
                  </a:lnTo>
                  <a:lnTo>
                    <a:pt x="1661" y="1043"/>
                  </a:lnTo>
                  <a:lnTo>
                    <a:pt x="1584" y="1082"/>
                  </a:lnTo>
                  <a:lnTo>
                    <a:pt x="1275" y="1120"/>
                  </a:lnTo>
                  <a:lnTo>
                    <a:pt x="927" y="1120"/>
                  </a:lnTo>
                  <a:lnTo>
                    <a:pt x="618" y="1159"/>
                  </a:lnTo>
                  <a:lnTo>
                    <a:pt x="464" y="1198"/>
                  </a:lnTo>
                  <a:lnTo>
                    <a:pt x="348" y="1275"/>
                  </a:lnTo>
                  <a:lnTo>
                    <a:pt x="348" y="1120"/>
                  </a:lnTo>
                  <a:lnTo>
                    <a:pt x="348" y="1004"/>
                  </a:lnTo>
                  <a:lnTo>
                    <a:pt x="387" y="850"/>
                  </a:lnTo>
                  <a:lnTo>
                    <a:pt x="464" y="734"/>
                  </a:lnTo>
                  <a:lnTo>
                    <a:pt x="580" y="618"/>
                  </a:lnTo>
                  <a:lnTo>
                    <a:pt x="657" y="502"/>
                  </a:lnTo>
                  <a:lnTo>
                    <a:pt x="811" y="425"/>
                  </a:lnTo>
                  <a:lnTo>
                    <a:pt x="966" y="387"/>
                  </a:lnTo>
                  <a:close/>
                  <a:moveTo>
                    <a:pt x="1004" y="0"/>
                  </a:moveTo>
                  <a:lnTo>
                    <a:pt x="811" y="39"/>
                  </a:lnTo>
                  <a:lnTo>
                    <a:pt x="618" y="116"/>
                  </a:lnTo>
                  <a:lnTo>
                    <a:pt x="425" y="232"/>
                  </a:lnTo>
                  <a:lnTo>
                    <a:pt x="271" y="348"/>
                  </a:lnTo>
                  <a:lnTo>
                    <a:pt x="155" y="502"/>
                  </a:lnTo>
                  <a:lnTo>
                    <a:pt x="78" y="696"/>
                  </a:lnTo>
                  <a:lnTo>
                    <a:pt x="39" y="889"/>
                  </a:lnTo>
                  <a:lnTo>
                    <a:pt x="0" y="1082"/>
                  </a:lnTo>
                  <a:lnTo>
                    <a:pt x="0" y="1275"/>
                  </a:lnTo>
                  <a:lnTo>
                    <a:pt x="39" y="1429"/>
                  </a:lnTo>
                  <a:lnTo>
                    <a:pt x="116" y="1622"/>
                  </a:lnTo>
                  <a:lnTo>
                    <a:pt x="155" y="1738"/>
                  </a:lnTo>
                  <a:lnTo>
                    <a:pt x="232" y="1777"/>
                  </a:lnTo>
                  <a:lnTo>
                    <a:pt x="348" y="1815"/>
                  </a:lnTo>
                  <a:lnTo>
                    <a:pt x="425" y="1738"/>
                  </a:lnTo>
                  <a:lnTo>
                    <a:pt x="580" y="1622"/>
                  </a:lnTo>
                  <a:lnTo>
                    <a:pt x="696" y="1545"/>
                  </a:lnTo>
                  <a:lnTo>
                    <a:pt x="889" y="1506"/>
                  </a:lnTo>
                  <a:lnTo>
                    <a:pt x="1429" y="1506"/>
                  </a:lnTo>
                  <a:lnTo>
                    <a:pt x="1584" y="1468"/>
                  </a:lnTo>
                  <a:lnTo>
                    <a:pt x="1777" y="1429"/>
                  </a:lnTo>
                  <a:lnTo>
                    <a:pt x="1931" y="1352"/>
                  </a:lnTo>
                  <a:lnTo>
                    <a:pt x="2047" y="1236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8"/>
                  </a:lnTo>
                  <a:lnTo>
                    <a:pt x="2086" y="464"/>
                  </a:lnTo>
                  <a:lnTo>
                    <a:pt x="1970" y="309"/>
                  </a:lnTo>
                  <a:lnTo>
                    <a:pt x="1815" y="194"/>
                  </a:lnTo>
                  <a:lnTo>
                    <a:pt x="1622" y="78"/>
                  </a:lnTo>
                  <a:lnTo>
                    <a:pt x="142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9"/>
            <p:cNvSpPr/>
            <p:nvPr/>
          </p:nvSpPr>
          <p:spPr>
            <a:xfrm>
              <a:off x="3947075" y="171690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90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90" y="2471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86" y="3244"/>
                  </a:lnTo>
                  <a:lnTo>
                    <a:pt x="1777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3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79"/>
                  </a:lnTo>
                  <a:lnTo>
                    <a:pt x="1584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7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2" y="270"/>
                  </a:lnTo>
                  <a:lnTo>
                    <a:pt x="850" y="386"/>
                  </a:lnTo>
                  <a:lnTo>
                    <a:pt x="618" y="579"/>
                  </a:lnTo>
                  <a:lnTo>
                    <a:pt x="425" y="772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8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1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6" y="2780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3"/>
                  </a:lnTo>
                  <a:lnTo>
                    <a:pt x="3669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7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9"/>
            <p:cNvSpPr/>
            <p:nvPr/>
          </p:nvSpPr>
          <p:spPr>
            <a:xfrm>
              <a:off x="2585900" y="1732325"/>
              <a:ext cx="305075" cy="236550"/>
            </a:xfrm>
            <a:custGeom>
              <a:avLst/>
              <a:gdLst/>
              <a:ahLst/>
              <a:cxnLst/>
              <a:rect l="l" t="t" r="r" b="b"/>
              <a:pathLst>
                <a:path w="12203" h="9462" extrusionOk="0">
                  <a:moveTo>
                    <a:pt x="5329" y="349"/>
                  </a:moveTo>
                  <a:lnTo>
                    <a:pt x="5522" y="426"/>
                  </a:lnTo>
                  <a:lnTo>
                    <a:pt x="5600" y="426"/>
                  </a:lnTo>
                  <a:lnTo>
                    <a:pt x="5831" y="657"/>
                  </a:lnTo>
                  <a:lnTo>
                    <a:pt x="5986" y="889"/>
                  </a:lnTo>
                  <a:lnTo>
                    <a:pt x="6063" y="1198"/>
                  </a:lnTo>
                  <a:lnTo>
                    <a:pt x="6102" y="1468"/>
                  </a:lnTo>
                  <a:lnTo>
                    <a:pt x="6140" y="1777"/>
                  </a:lnTo>
                  <a:lnTo>
                    <a:pt x="6102" y="2086"/>
                  </a:lnTo>
                  <a:lnTo>
                    <a:pt x="6024" y="2704"/>
                  </a:lnTo>
                  <a:lnTo>
                    <a:pt x="5715" y="4866"/>
                  </a:lnTo>
                  <a:lnTo>
                    <a:pt x="5715" y="4905"/>
                  </a:lnTo>
                  <a:lnTo>
                    <a:pt x="5561" y="4982"/>
                  </a:lnTo>
                  <a:lnTo>
                    <a:pt x="5291" y="4017"/>
                  </a:lnTo>
                  <a:lnTo>
                    <a:pt x="5020" y="3090"/>
                  </a:lnTo>
                  <a:lnTo>
                    <a:pt x="4750" y="1970"/>
                  </a:lnTo>
                  <a:lnTo>
                    <a:pt x="4673" y="1468"/>
                  </a:lnTo>
                  <a:lnTo>
                    <a:pt x="4673" y="1159"/>
                  </a:lnTo>
                  <a:lnTo>
                    <a:pt x="4673" y="851"/>
                  </a:lnTo>
                  <a:lnTo>
                    <a:pt x="4750" y="619"/>
                  </a:lnTo>
                  <a:lnTo>
                    <a:pt x="4827" y="503"/>
                  </a:lnTo>
                  <a:lnTo>
                    <a:pt x="4904" y="426"/>
                  </a:lnTo>
                  <a:lnTo>
                    <a:pt x="5020" y="349"/>
                  </a:lnTo>
                  <a:close/>
                  <a:moveTo>
                    <a:pt x="11199" y="3515"/>
                  </a:moveTo>
                  <a:lnTo>
                    <a:pt x="11315" y="3554"/>
                  </a:lnTo>
                  <a:lnTo>
                    <a:pt x="11392" y="3592"/>
                  </a:lnTo>
                  <a:lnTo>
                    <a:pt x="11508" y="3708"/>
                  </a:lnTo>
                  <a:lnTo>
                    <a:pt x="11585" y="3824"/>
                  </a:lnTo>
                  <a:lnTo>
                    <a:pt x="11701" y="4133"/>
                  </a:lnTo>
                  <a:lnTo>
                    <a:pt x="11585" y="4287"/>
                  </a:lnTo>
                  <a:lnTo>
                    <a:pt x="11430" y="4403"/>
                  </a:lnTo>
                  <a:lnTo>
                    <a:pt x="11237" y="4519"/>
                  </a:lnTo>
                  <a:lnTo>
                    <a:pt x="11044" y="4596"/>
                  </a:lnTo>
                  <a:lnTo>
                    <a:pt x="10581" y="4751"/>
                  </a:lnTo>
                  <a:lnTo>
                    <a:pt x="10195" y="4866"/>
                  </a:lnTo>
                  <a:lnTo>
                    <a:pt x="9422" y="5021"/>
                  </a:lnTo>
                  <a:lnTo>
                    <a:pt x="8650" y="5137"/>
                  </a:lnTo>
                  <a:lnTo>
                    <a:pt x="7994" y="5175"/>
                  </a:lnTo>
                  <a:lnTo>
                    <a:pt x="7376" y="5175"/>
                  </a:lnTo>
                  <a:lnTo>
                    <a:pt x="6102" y="5137"/>
                  </a:lnTo>
                  <a:lnTo>
                    <a:pt x="7260" y="4673"/>
                  </a:lnTo>
                  <a:lnTo>
                    <a:pt x="8418" y="4249"/>
                  </a:lnTo>
                  <a:lnTo>
                    <a:pt x="9075" y="4017"/>
                  </a:lnTo>
                  <a:lnTo>
                    <a:pt x="9770" y="3824"/>
                  </a:lnTo>
                  <a:lnTo>
                    <a:pt x="10465" y="3631"/>
                  </a:lnTo>
                  <a:lnTo>
                    <a:pt x="10928" y="3554"/>
                  </a:lnTo>
                  <a:lnTo>
                    <a:pt x="11083" y="3515"/>
                  </a:lnTo>
                  <a:close/>
                  <a:moveTo>
                    <a:pt x="5136" y="5909"/>
                  </a:moveTo>
                  <a:lnTo>
                    <a:pt x="4209" y="6797"/>
                  </a:lnTo>
                  <a:lnTo>
                    <a:pt x="3244" y="7685"/>
                  </a:lnTo>
                  <a:lnTo>
                    <a:pt x="2742" y="8110"/>
                  </a:lnTo>
                  <a:lnTo>
                    <a:pt x="2163" y="8535"/>
                  </a:lnTo>
                  <a:lnTo>
                    <a:pt x="1854" y="8728"/>
                  </a:lnTo>
                  <a:lnTo>
                    <a:pt x="1468" y="8921"/>
                  </a:lnTo>
                  <a:lnTo>
                    <a:pt x="1197" y="8998"/>
                  </a:lnTo>
                  <a:lnTo>
                    <a:pt x="1004" y="9037"/>
                  </a:lnTo>
                  <a:lnTo>
                    <a:pt x="888" y="8998"/>
                  </a:lnTo>
                  <a:lnTo>
                    <a:pt x="811" y="8960"/>
                  </a:lnTo>
                  <a:lnTo>
                    <a:pt x="734" y="8844"/>
                  </a:lnTo>
                  <a:lnTo>
                    <a:pt x="695" y="8689"/>
                  </a:lnTo>
                  <a:lnTo>
                    <a:pt x="657" y="8535"/>
                  </a:lnTo>
                  <a:lnTo>
                    <a:pt x="618" y="8419"/>
                  </a:lnTo>
                  <a:lnTo>
                    <a:pt x="657" y="8342"/>
                  </a:lnTo>
                  <a:lnTo>
                    <a:pt x="695" y="8265"/>
                  </a:lnTo>
                  <a:lnTo>
                    <a:pt x="850" y="8110"/>
                  </a:lnTo>
                  <a:lnTo>
                    <a:pt x="1120" y="7956"/>
                  </a:lnTo>
                  <a:lnTo>
                    <a:pt x="1699" y="7608"/>
                  </a:lnTo>
                  <a:lnTo>
                    <a:pt x="2472" y="7222"/>
                  </a:lnTo>
                  <a:lnTo>
                    <a:pt x="3244" y="6874"/>
                  </a:lnTo>
                  <a:lnTo>
                    <a:pt x="4209" y="6411"/>
                  </a:lnTo>
                  <a:lnTo>
                    <a:pt x="4673" y="6179"/>
                  </a:lnTo>
                  <a:lnTo>
                    <a:pt x="5136" y="5909"/>
                  </a:lnTo>
                  <a:close/>
                  <a:moveTo>
                    <a:pt x="5136" y="1"/>
                  </a:moveTo>
                  <a:lnTo>
                    <a:pt x="4943" y="78"/>
                  </a:lnTo>
                  <a:lnTo>
                    <a:pt x="4750" y="194"/>
                  </a:lnTo>
                  <a:lnTo>
                    <a:pt x="4596" y="387"/>
                  </a:lnTo>
                  <a:lnTo>
                    <a:pt x="4441" y="580"/>
                  </a:lnTo>
                  <a:lnTo>
                    <a:pt x="4364" y="812"/>
                  </a:lnTo>
                  <a:lnTo>
                    <a:pt x="4325" y="1044"/>
                  </a:lnTo>
                  <a:lnTo>
                    <a:pt x="4325" y="1507"/>
                  </a:lnTo>
                  <a:lnTo>
                    <a:pt x="4402" y="1970"/>
                  </a:lnTo>
                  <a:lnTo>
                    <a:pt x="4634" y="2897"/>
                  </a:lnTo>
                  <a:lnTo>
                    <a:pt x="4982" y="4017"/>
                  </a:lnTo>
                  <a:lnTo>
                    <a:pt x="5175" y="4558"/>
                  </a:lnTo>
                  <a:lnTo>
                    <a:pt x="5368" y="5098"/>
                  </a:lnTo>
                  <a:lnTo>
                    <a:pt x="5368" y="5214"/>
                  </a:lnTo>
                  <a:lnTo>
                    <a:pt x="5406" y="5330"/>
                  </a:lnTo>
                  <a:lnTo>
                    <a:pt x="4943" y="5600"/>
                  </a:lnTo>
                  <a:lnTo>
                    <a:pt x="4480" y="5870"/>
                  </a:lnTo>
                  <a:lnTo>
                    <a:pt x="3476" y="6334"/>
                  </a:lnTo>
                  <a:lnTo>
                    <a:pt x="2472" y="6797"/>
                  </a:lnTo>
                  <a:lnTo>
                    <a:pt x="1970" y="7029"/>
                  </a:lnTo>
                  <a:lnTo>
                    <a:pt x="1468" y="7299"/>
                  </a:lnTo>
                  <a:lnTo>
                    <a:pt x="966" y="7608"/>
                  </a:lnTo>
                  <a:lnTo>
                    <a:pt x="657" y="7801"/>
                  </a:lnTo>
                  <a:lnTo>
                    <a:pt x="348" y="8071"/>
                  </a:lnTo>
                  <a:lnTo>
                    <a:pt x="116" y="8342"/>
                  </a:lnTo>
                  <a:lnTo>
                    <a:pt x="39" y="8458"/>
                  </a:lnTo>
                  <a:lnTo>
                    <a:pt x="0" y="8612"/>
                  </a:lnTo>
                  <a:lnTo>
                    <a:pt x="0" y="8767"/>
                  </a:lnTo>
                  <a:lnTo>
                    <a:pt x="0" y="8921"/>
                  </a:lnTo>
                  <a:lnTo>
                    <a:pt x="78" y="9037"/>
                  </a:lnTo>
                  <a:lnTo>
                    <a:pt x="232" y="9191"/>
                  </a:lnTo>
                  <a:lnTo>
                    <a:pt x="348" y="9307"/>
                  </a:lnTo>
                  <a:lnTo>
                    <a:pt x="502" y="9384"/>
                  </a:lnTo>
                  <a:lnTo>
                    <a:pt x="618" y="9423"/>
                  </a:lnTo>
                  <a:lnTo>
                    <a:pt x="773" y="9462"/>
                  </a:lnTo>
                  <a:lnTo>
                    <a:pt x="1120" y="9462"/>
                  </a:lnTo>
                  <a:lnTo>
                    <a:pt x="1429" y="9384"/>
                  </a:lnTo>
                  <a:lnTo>
                    <a:pt x="1738" y="9230"/>
                  </a:lnTo>
                  <a:lnTo>
                    <a:pt x="2047" y="9075"/>
                  </a:lnTo>
                  <a:lnTo>
                    <a:pt x="2588" y="8767"/>
                  </a:lnTo>
                  <a:lnTo>
                    <a:pt x="3476" y="8071"/>
                  </a:lnTo>
                  <a:lnTo>
                    <a:pt x="4287" y="7338"/>
                  </a:lnTo>
                  <a:lnTo>
                    <a:pt x="5098" y="6565"/>
                  </a:lnTo>
                  <a:lnTo>
                    <a:pt x="5445" y="6141"/>
                  </a:lnTo>
                  <a:lnTo>
                    <a:pt x="5793" y="5677"/>
                  </a:lnTo>
                  <a:lnTo>
                    <a:pt x="5793" y="5716"/>
                  </a:lnTo>
                  <a:lnTo>
                    <a:pt x="6063" y="6064"/>
                  </a:lnTo>
                  <a:lnTo>
                    <a:pt x="6217" y="6218"/>
                  </a:lnTo>
                  <a:lnTo>
                    <a:pt x="6372" y="6334"/>
                  </a:lnTo>
                  <a:lnTo>
                    <a:pt x="6603" y="6179"/>
                  </a:lnTo>
                  <a:lnTo>
                    <a:pt x="6603" y="6141"/>
                  </a:lnTo>
                  <a:lnTo>
                    <a:pt x="6333" y="5870"/>
                  </a:lnTo>
                  <a:lnTo>
                    <a:pt x="6217" y="5716"/>
                  </a:lnTo>
                  <a:lnTo>
                    <a:pt x="6179" y="5523"/>
                  </a:lnTo>
                  <a:lnTo>
                    <a:pt x="6140" y="5484"/>
                  </a:lnTo>
                  <a:lnTo>
                    <a:pt x="7028" y="5562"/>
                  </a:lnTo>
                  <a:lnTo>
                    <a:pt x="7955" y="5562"/>
                  </a:lnTo>
                  <a:lnTo>
                    <a:pt x="8882" y="5484"/>
                  </a:lnTo>
                  <a:lnTo>
                    <a:pt x="9770" y="5330"/>
                  </a:lnTo>
                  <a:lnTo>
                    <a:pt x="10465" y="5175"/>
                  </a:lnTo>
                  <a:lnTo>
                    <a:pt x="10890" y="5060"/>
                  </a:lnTo>
                  <a:lnTo>
                    <a:pt x="11315" y="4905"/>
                  </a:lnTo>
                  <a:lnTo>
                    <a:pt x="11701" y="4673"/>
                  </a:lnTo>
                  <a:lnTo>
                    <a:pt x="11894" y="4558"/>
                  </a:lnTo>
                  <a:lnTo>
                    <a:pt x="12010" y="4403"/>
                  </a:lnTo>
                  <a:lnTo>
                    <a:pt x="12125" y="4249"/>
                  </a:lnTo>
                  <a:lnTo>
                    <a:pt x="12164" y="4094"/>
                  </a:lnTo>
                  <a:lnTo>
                    <a:pt x="12203" y="3901"/>
                  </a:lnTo>
                  <a:lnTo>
                    <a:pt x="12164" y="3708"/>
                  </a:lnTo>
                  <a:lnTo>
                    <a:pt x="12125" y="3554"/>
                  </a:lnTo>
                  <a:lnTo>
                    <a:pt x="12010" y="3438"/>
                  </a:lnTo>
                  <a:lnTo>
                    <a:pt x="11932" y="3322"/>
                  </a:lnTo>
                  <a:lnTo>
                    <a:pt x="11817" y="3245"/>
                  </a:lnTo>
                  <a:lnTo>
                    <a:pt x="11662" y="3167"/>
                  </a:lnTo>
                  <a:lnTo>
                    <a:pt x="11508" y="3167"/>
                  </a:lnTo>
                  <a:lnTo>
                    <a:pt x="11199" y="3129"/>
                  </a:lnTo>
                  <a:lnTo>
                    <a:pt x="10851" y="3167"/>
                  </a:lnTo>
                  <a:lnTo>
                    <a:pt x="10504" y="3245"/>
                  </a:lnTo>
                  <a:lnTo>
                    <a:pt x="9924" y="3360"/>
                  </a:lnTo>
                  <a:lnTo>
                    <a:pt x="8959" y="3669"/>
                  </a:lnTo>
                  <a:lnTo>
                    <a:pt x="7994" y="3978"/>
                  </a:lnTo>
                  <a:lnTo>
                    <a:pt x="7028" y="4326"/>
                  </a:lnTo>
                  <a:lnTo>
                    <a:pt x="6102" y="4751"/>
                  </a:lnTo>
                  <a:lnTo>
                    <a:pt x="6333" y="3283"/>
                  </a:lnTo>
                  <a:lnTo>
                    <a:pt x="6449" y="2550"/>
                  </a:lnTo>
                  <a:lnTo>
                    <a:pt x="6488" y="1816"/>
                  </a:lnTo>
                  <a:lnTo>
                    <a:pt x="6488" y="1546"/>
                  </a:lnTo>
                  <a:lnTo>
                    <a:pt x="6449" y="1275"/>
                  </a:lnTo>
                  <a:lnTo>
                    <a:pt x="6372" y="1044"/>
                  </a:lnTo>
                  <a:lnTo>
                    <a:pt x="6295" y="851"/>
                  </a:lnTo>
                  <a:lnTo>
                    <a:pt x="6179" y="619"/>
                  </a:lnTo>
                  <a:lnTo>
                    <a:pt x="6024" y="464"/>
                  </a:lnTo>
                  <a:lnTo>
                    <a:pt x="5831" y="310"/>
                  </a:lnTo>
                  <a:lnTo>
                    <a:pt x="5600" y="155"/>
                  </a:lnTo>
                  <a:lnTo>
                    <a:pt x="5484" y="78"/>
                  </a:lnTo>
                  <a:lnTo>
                    <a:pt x="5368" y="40"/>
                  </a:lnTo>
                  <a:lnTo>
                    <a:pt x="51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9"/>
            <p:cNvSpPr/>
            <p:nvPr/>
          </p:nvSpPr>
          <p:spPr>
            <a:xfrm>
              <a:off x="1851250" y="1767100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0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0"/>
                  </a:lnTo>
                  <a:lnTo>
                    <a:pt x="3862" y="502"/>
                  </a:lnTo>
                  <a:lnTo>
                    <a:pt x="3321" y="772"/>
                  </a:lnTo>
                  <a:lnTo>
                    <a:pt x="2781" y="1081"/>
                  </a:lnTo>
                  <a:lnTo>
                    <a:pt x="2279" y="1429"/>
                  </a:lnTo>
                  <a:lnTo>
                    <a:pt x="1815" y="1854"/>
                  </a:lnTo>
                  <a:lnTo>
                    <a:pt x="1429" y="2278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2" y="3746"/>
                  </a:lnTo>
                  <a:lnTo>
                    <a:pt x="271" y="4248"/>
                  </a:lnTo>
                  <a:lnTo>
                    <a:pt x="116" y="4788"/>
                  </a:lnTo>
                  <a:lnTo>
                    <a:pt x="0" y="5368"/>
                  </a:lnTo>
                  <a:lnTo>
                    <a:pt x="348" y="5406"/>
                  </a:lnTo>
                  <a:lnTo>
                    <a:pt x="464" y="4981"/>
                  </a:lnTo>
                  <a:lnTo>
                    <a:pt x="580" y="4595"/>
                  </a:lnTo>
                  <a:lnTo>
                    <a:pt x="811" y="3977"/>
                  </a:lnTo>
                  <a:lnTo>
                    <a:pt x="1120" y="3398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6"/>
                  </a:lnTo>
                  <a:lnTo>
                    <a:pt x="3399" y="1159"/>
                  </a:lnTo>
                  <a:lnTo>
                    <a:pt x="3978" y="888"/>
                  </a:lnTo>
                  <a:lnTo>
                    <a:pt x="4634" y="657"/>
                  </a:lnTo>
                  <a:lnTo>
                    <a:pt x="5252" y="463"/>
                  </a:lnTo>
                  <a:lnTo>
                    <a:pt x="5909" y="386"/>
                  </a:lnTo>
                  <a:lnTo>
                    <a:pt x="6565" y="386"/>
                  </a:lnTo>
                  <a:lnTo>
                    <a:pt x="7221" y="463"/>
                  </a:lnTo>
                  <a:lnTo>
                    <a:pt x="7878" y="579"/>
                  </a:lnTo>
                  <a:lnTo>
                    <a:pt x="8496" y="811"/>
                  </a:lnTo>
                  <a:lnTo>
                    <a:pt x="9114" y="1081"/>
                  </a:lnTo>
                  <a:lnTo>
                    <a:pt x="9422" y="1274"/>
                  </a:lnTo>
                  <a:lnTo>
                    <a:pt x="9731" y="1506"/>
                  </a:lnTo>
                  <a:lnTo>
                    <a:pt x="10040" y="1699"/>
                  </a:lnTo>
                  <a:lnTo>
                    <a:pt x="10311" y="1931"/>
                  </a:lnTo>
                  <a:lnTo>
                    <a:pt x="10774" y="2471"/>
                  </a:lnTo>
                  <a:lnTo>
                    <a:pt x="11199" y="3012"/>
                  </a:lnTo>
                  <a:lnTo>
                    <a:pt x="11546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4" y="5638"/>
                  </a:lnTo>
                  <a:lnTo>
                    <a:pt x="12628" y="6217"/>
                  </a:lnTo>
                  <a:lnTo>
                    <a:pt x="12859" y="6796"/>
                  </a:lnTo>
                  <a:lnTo>
                    <a:pt x="13129" y="7376"/>
                  </a:lnTo>
                  <a:lnTo>
                    <a:pt x="13438" y="7955"/>
                  </a:lnTo>
                  <a:lnTo>
                    <a:pt x="13825" y="8495"/>
                  </a:lnTo>
                  <a:lnTo>
                    <a:pt x="14249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499"/>
                  </a:lnTo>
                  <a:lnTo>
                    <a:pt x="15292" y="9654"/>
                  </a:lnTo>
                  <a:lnTo>
                    <a:pt x="15755" y="9808"/>
                  </a:lnTo>
                  <a:lnTo>
                    <a:pt x="16219" y="9886"/>
                  </a:lnTo>
                  <a:lnTo>
                    <a:pt x="16721" y="9886"/>
                  </a:lnTo>
                  <a:lnTo>
                    <a:pt x="17184" y="9808"/>
                  </a:lnTo>
                  <a:lnTo>
                    <a:pt x="17609" y="9615"/>
                  </a:lnTo>
                  <a:lnTo>
                    <a:pt x="17841" y="9499"/>
                  </a:lnTo>
                  <a:lnTo>
                    <a:pt x="18034" y="9384"/>
                  </a:lnTo>
                  <a:lnTo>
                    <a:pt x="18188" y="9229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1" y="8611"/>
                  </a:lnTo>
                  <a:lnTo>
                    <a:pt x="18651" y="8534"/>
                  </a:lnTo>
                  <a:lnTo>
                    <a:pt x="18651" y="8457"/>
                  </a:lnTo>
                  <a:lnTo>
                    <a:pt x="18651" y="8380"/>
                  </a:lnTo>
                  <a:lnTo>
                    <a:pt x="18651" y="8341"/>
                  </a:lnTo>
                  <a:lnTo>
                    <a:pt x="18304" y="8341"/>
                  </a:lnTo>
                  <a:lnTo>
                    <a:pt x="18265" y="8418"/>
                  </a:lnTo>
                  <a:lnTo>
                    <a:pt x="18072" y="8727"/>
                  </a:lnTo>
                  <a:lnTo>
                    <a:pt x="17802" y="8997"/>
                  </a:lnTo>
                  <a:lnTo>
                    <a:pt x="17493" y="9190"/>
                  </a:lnTo>
                  <a:lnTo>
                    <a:pt x="17184" y="9345"/>
                  </a:lnTo>
                  <a:lnTo>
                    <a:pt x="16837" y="9422"/>
                  </a:lnTo>
                  <a:lnTo>
                    <a:pt x="16450" y="9461"/>
                  </a:lnTo>
                  <a:lnTo>
                    <a:pt x="16103" y="9422"/>
                  </a:lnTo>
                  <a:lnTo>
                    <a:pt x="15717" y="9345"/>
                  </a:lnTo>
                  <a:lnTo>
                    <a:pt x="15369" y="9190"/>
                  </a:lnTo>
                  <a:lnTo>
                    <a:pt x="15022" y="8997"/>
                  </a:lnTo>
                  <a:lnTo>
                    <a:pt x="14713" y="8766"/>
                  </a:lnTo>
                  <a:lnTo>
                    <a:pt x="14404" y="8495"/>
                  </a:lnTo>
                  <a:lnTo>
                    <a:pt x="14172" y="8186"/>
                  </a:lnTo>
                  <a:lnTo>
                    <a:pt x="13940" y="7839"/>
                  </a:lnTo>
                  <a:lnTo>
                    <a:pt x="13709" y="7530"/>
                  </a:lnTo>
                  <a:lnTo>
                    <a:pt x="13554" y="7182"/>
                  </a:lnTo>
                  <a:lnTo>
                    <a:pt x="13245" y="6526"/>
                  </a:lnTo>
                  <a:lnTo>
                    <a:pt x="12975" y="5831"/>
                  </a:lnTo>
                  <a:lnTo>
                    <a:pt x="12473" y="4479"/>
                  </a:lnTo>
                  <a:lnTo>
                    <a:pt x="12164" y="3823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278"/>
                  </a:lnTo>
                  <a:lnTo>
                    <a:pt x="11006" y="2008"/>
                  </a:lnTo>
                  <a:lnTo>
                    <a:pt x="10542" y="1583"/>
                  </a:lnTo>
                  <a:lnTo>
                    <a:pt x="10079" y="1197"/>
                  </a:lnTo>
                  <a:lnTo>
                    <a:pt x="9577" y="850"/>
                  </a:lnTo>
                  <a:lnTo>
                    <a:pt x="9036" y="579"/>
                  </a:lnTo>
                  <a:lnTo>
                    <a:pt x="8496" y="348"/>
                  </a:lnTo>
                  <a:lnTo>
                    <a:pt x="7916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9"/>
            <p:cNvSpPr/>
            <p:nvPr/>
          </p:nvSpPr>
          <p:spPr>
            <a:xfrm>
              <a:off x="6591225" y="1769975"/>
              <a:ext cx="353350" cy="159325"/>
            </a:xfrm>
            <a:custGeom>
              <a:avLst/>
              <a:gdLst/>
              <a:ahLst/>
              <a:cxnLst/>
              <a:rect l="l" t="t" r="r" b="b"/>
              <a:pathLst>
                <a:path w="14134" h="6373" extrusionOk="0">
                  <a:moveTo>
                    <a:pt x="11160" y="464"/>
                  </a:moveTo>
                  <a:lnTo>
                    <a:pt x="11624" y="503"/>
                  </a:lnTo>
                  <a:lnTo>
                    <a:pt x="12048" y="542"/>
                  </a:lnTo>
                  <a:lnTo>
                    <a:pt x="12434" y="657"/>
                  </a:lnTo>
                  <a:lnTo>
                    <a:pt x="12628" y="735"/>
                  </a:lnTo>
                  <a:lnTo>
                    <a:pt x="12743" y="812"/>
                  </a:lnTo>
                  <a:lnTo>
                    <a:pt x="12859" y="966"/>
                  </a:lnTo>
                  <a:lnTo>
                    <a:pt x="12936" y="1082"/>
                  </a:lnTo>
                  <a:lnTo>
                    <a:pt x="12975" y="1314"/>
                  </a:lnTo>
                  <a:lnTo>
                    <a:pt x="12975" y="1507"/>
                  </a:lnTo>
                  <a:lnTo>
                    <a:pt x="12936" y="1700"/>
                  </a:lnTo>
                  <a:lnTo>
                    <a:pt x="12821" y="1893"/>
                  </a:lnTo>
                  <a:lnTo>
                    <a:pt x="12705" y="2086"/>
                  </a:lnTo>
                  <a:lnTo>
                    <a:pt x="12589" y="2241"/>
                  </a:lnTo>
                  <a:lnTo>
                    <a:pt x="12241" y="2472"/>
                  </a:lnTo>
                  <a:lnTo>
                    <a:pt x="11817" y="2743"/>
                  </a:lnTo>
                  <a:lnTo>
                    <a:pt x="11392" y="2936"/>
                  </a:lnTo>
                  <a:lnTo>
                    <a:pt x="10658" y="3206"/>
                  </a:lnTo>
                  <a:lnTo>
                    <a:pt x="9924" y="3438"/>
                  </a:lnTo>
                  <a:lnTo>
                    <a:pt x="9152" y="3708"/>
                  </a:lnTo>
                  <a:lnTo>
                    <a:pt x="8380" y="3901"/>
                  </a:lnTo>
                  <a:lnTo>
                    <a:pt x="7608" y="4094"/>
                  </a:lnTo>
                  <a:lnTo>
                    <a:pt x="6797" y="4287"/>
                  </a:lnTo>
                  <a:lnTo>
                    <a:pt x="5909" y="4442"/>
                  </a:lnTo>
                  <a:lnTo>
                    <a:pt x="5020" y="4596"/>
                  </a:lnTo>
                  <a:lnTo>
                    <a:pt x="4132" y="4712"/>
                  </a:lnTo>
                  <a:lnTo>
                    <a:pt x="3244" y="4789"/>
                  </a:lnTo>
                  <a:lnTo>
                    <a:pt x="2201" y="4789"/>
                  </a:lnTo>
                  <a:lnTo>
                    <a:pt x="1854" y="4751"/>
                  </a:lnTo>
                  <a:lnTo>
                    <a:pt x="1506" y="4673"/>
                  </a:lnTo>
                  <a:lnTo>
                    <a:pt x="1198" y="4558"/>
                  </a:lnTo>
                  <a:lnTo>
                    <a:pt x="889" y="4442"/>
                  </a:lnTo>
                  <a:lnTo>
                    <a:pt x="580" y="4249"/>
                  </a:lnTo>
                  <a:lnTo>
                    <a:pt x="657" y="4171"/>
                  </a:lnTo>
                  <a:lnTo>
                    <a:pt x="696" y="4056"/>
                  </a:lnTo>
                  <a:lnTo>
                    <a:pt x="696" y="3940"/>
                  </a:lnTo>
                  <a:lnTo>
                    <a:pt x="734" y="3824"/>
                  </a:lnTo>
                  <a:lnTo>
                    <a:pt x="850" y="3631"/>
                  </a:lnTo>
                  <a:lnTo>
                    <a:pt x="1082" y="3438"/>
                  </a:lnTo>
                  <a:lnTo>
                    <a:pt x="1313" y="3245"/>
                  </a:lnTo>
                  <a:lnTo>
                    <a:pt x="1854" y="2936"/>
                  </a:lnTo>
                  <a:lnTo>
                    <a:pt x="2279" y="2704"/>
                  </a:lnTo>
                  <a:lnTo>
                    <a:pt x="3012" y="2356"/>
                  </a:lnTo>
                  <a:lnTo>
                    <a:pt x="3707" y="2009"/>
                  </a:lnTo>
                  <a:lnTo>
                    <a:pt x="4480" y="1700"/>
                  </a:lnTo>
                  <a:lnTo>
                    <a:pt x="5252" y="1430"/>
                  </a:lnTo>
                  <a:lnTo>
                    <a:pt x="6024" y="1198"/>
                  </a:lnTo>
                  <a:lnTo>
                    <a:pt x="6835" y="1005"/>
                  </a:lnTo>
                  <a:lnTo>
                    <a:pt x="7608" y="812"/>
                  </a:lnTo>
                  <a:lnTo>
                    <a:pt x="8418" y="696"/>
                  </a:lnTo>
                  <a:lnTo>
                    <a:pt x="9229" y="580"/>
                  </a:lnTo>
                  <a:lnTo>
                    <a:pt x="10040" y="542"/>
                  </a:lnTo>
                  <a:lnTo>
                    <a:pt x="10735" y="503"/>
                  </a:lnTo>
                  <a:lnTo>
                    <a:pt x="11160" y="464"/>
                  </a:lnTo>
                  <a:close/>
                  <a:moveTo>
                    <a:pt x="13477" y="1121"/>
                  </a:moveTo>
                  <a:lnTo>
                    <a:pt x="13631" y="1314"/>
                  </a:lnTo>
                  <a:lnTo>
                    <a:pt x="13709" y="1507"/>
                  </a:lnTo>
                  <a:lnTo>
                    <a:pt x="13747" y="1739"/>
                  </a:lnTo>
                  <a:lnTo>
                    <a:pt x="13709" y="2009"/>
                  </a:lnTo>
                  <a:lnTo>
                    <a:pt x="13631" y="2241"/>
                  </a:lnTo>
                  <a:lnTo>
                    <a:pt x="13516" y="2472"/>
                  </a:lnTo>
                  <a:lnTo>
                    <a:pt x="13400" y="2704"/>
                  </a:lnTo>
                  <a:lnTo>
                    <a:pt x="13207" y="2897"/>
                  </a:lnTo>
                  <a:lnTo>
                    <a:pt x="12859" y="3206"/>
                  </a:lnTo>
                  <a:lnTo>
                    <a:pt x="12473" y="3438"/>
                  </a:lnTo>
                  <a:lnTo>
                    <a:pt x="12048" y="3669"/>
                  </a:lnTo>
                  <a:lnTo>
                    <a:pt x="11624" y="3901"/>
                  </a:lnTo>
                  <a:lnTo>
                    <a:pt x="10658" y="4287"/>
                  </a:lnTo>
                  <a:lnTo>
                    <a:pt x="9731" y="4635"/>
                  </a:lnTo>
                  <a:lnTo>
                    <a:pt x="8766" y="4905"/>
                  </a:lnTo>
                  <a:lnTo>
                    <a:pt x="7762" y="5175"/>
                  </a:lnTo>
                  <a:lnTo>
                    <a:pt x="6758" y="5407"/>
                  </a:lnTo>
                  <a:lnTo>
                    <a:pt x="5754" y="5600"/>
                  </a:lnTo>
                  <a:lnTo>
                    <a:pt x="4711" y="5793"/>
                  </a:lnTo>
                  <a:lnTo>
                    <a:pt x="3707" y="5909"/>
                  </a:lnTo>
                  <a:lnTo>
                    <a:pt x="2781" y="5986"/>
                  </a:lnTo>
                  <a:lnTo>
                    <a:pt x="2279" y="5986"/>
                  </a:lnTo>
                  <a:lnTo>
                    <a:pt x="1815" y="5948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9"/>
                  </a:lnTo>
                  <a:lnTo>
                    <a:pt x="696" y="5484"/>
                  </a:lnTo>
                  <a:lnTo>
                    <a:pt x="502" y="5253"/>
                  </a:lnTo>
                  <a:lnTo>
                    <a:pt x="348" y="5021"/>
                  </a:lnTo>
                  <a:lnTo>
                    <a:pt x="309" y="4866"/>
                  </a:lnTo>
                  <a:lnTo>
                    <a:pt x="309" y="4751"/>
                  </a:lnTo>
                  <a:lnTo>
                    <a:pt x="309" y="4596"/>
                  </a:lnTo>
                  <a:lnTo>
                    <a:pt x="348" y="4442"/>
                  </a:lnTo>
                  <a:lnTo>
                    <a:pt x="541" y="4673"/>
                  </a:lnTo>
                  <a:lnTo>
                    <a:pt x="811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2" y="5214"/>
                  </a:lnTo>
                  <a:lnTo>
                    <a:pt x="1931" y="5253"/>
                  </a:lnTo>
                  <a:lnTo>
                    <a:pt x="2588" y="5330"/>
                  </a:lnTo>
                  <a:lnTo>
                    <a:pt x="3244" y="5291"/>
                  </a:lnTo>
                  <a:lnTo>
                    <a:pt x="3939" y="5253"/>
                  </a:lnTo>
                  <a:lnTo>
                    <a:pt x="5136" y="5059"/>
                  </a:lnTo>
                  <a:lnTo>
                    <a:pt x="6913" y="4789"/>
                  </a:lnTo>
                  <a:lnTo>
                    <a:pt x="7839" y="4596"/>
                  </a:lnTo>
                  <a:lnTo>
                    <a:pt x="8727" y="4403"/>
                  </a:lnTo>
                  <a:lnTo>
                    <a:pt x="9616" y="4133"/>
                  </a:lnTo>
                  <a:lnTo>
                    <a:pt x="10504" y="3862"/>
                  </a:lnTo>
                  <a:lnTo>
                    <a:pt x="11353" y="3515"/>
                  </a:lnTo>
                  <a:lnTo>
                    <a:pt x="12164" y="3129"/>
                  </a:lnTo>
                  <a:lnTo>
                    <a:pt x="12434" y="2974"/>
                  </a:lnTo>
                  <a:lnTo>
                    <a:pt x="12705" y="2820"/>
                  </a:lnTo>
                  <a:lnTo>
                    <a:pt x="12936" y="2588"/>
                  </a:lnTo>
                  <a:lnTo>
                    <a:pt x="13129" y="2395"/>
                  </a:lnTo>
                  <a:lnTo>
                    <a:pt x="13323" y="2125"/>
                  </a:lnTo>
                  <a:lnTo>
                    <a:pt x="13438" y="1854"/>
                  </a:lnTo>
                  <a:lnTo>
                    <a:pt x="13516" y="1584"/>
                  </a:lnTo>
                  <a:lnTo>
                    <a:pt x="13516" y="1237"/>
                  </a:lnTo>
                  <a:lnTo>
                    <a:pt x="13477" y="1121"/>
                  </a:lnTo>
                  <a:close/>
                  <a:moveTo>
                    <a:pt x="10658" y="1"/>
                  </a:moveTo>
                  <a:lnTo>
                    <a:pt x="9886" y="40"/>
                  </a:lnTo>
                  <a:lnTo>
                    <a:pt x="9114" y="117"/>
                  </a:lnTo>
                  <a:lnTo>
                    <a:pt x="8303" y="233"/>
                  </a:lnTo>
                  <a:lnTo>
                    <a:pt x="7530" y="348"/>
                  </a:lnTo>
                  <a:lnTo>
                    <a:pt x="6719" y="542"/>
                  </a:lnTo>
                  <a:lnTo>
                    <a:pt x="5909" y="735"/>
                  </a:lnTo>
                  <a:lnTo>
                    <a:pt x="5020" y="1005"/>
                  </a:lnTo>
                  <a:lnTo>
                    <a:pt x="4132" y="1352"/>
                  </a:lnTo>
                  <a:lnTo>
                    <a:pt x="3244" y="1700"/>
                  </a:lnTo>
                  <a:lnTo>
                    <a:pt x="2395" y="2125"/>
                  </a:lnTo>
                  <a:lnTo>
                    <a:pt x="1777" y="2434"/>
                  </a:lnTo>
                  <a:lnTo>
                    <a:pt x="1391" y="2627"/>
                  </a:lnTo>
                  <a:lnTo>
                    <a:pt x="1043" y="2858"/>
                  </a:lnTo>
                  <a:lnTo>
                    <a:pt x="696" y="3090"/>
                  </a:lnTo>
                  <a:lnTo>
                    <a:pt x="464" y="3399"/>
                  </a:lnTo>
                  <a:lnTo>
                    <a:pt x="348" y="3554"/>
                  </a:lnTo>
                  <a:lnTo>
                    <a:pt x="271" y="3708"/>
                  </a:lnTo>
                  <a:lnTo>
                    <a:pt x="232" y="3862"/>
                  </a:lnTo>
                  <a:lnTo>
                    <a:pt x="232" y="4056"/>
                  </a:lnTo>
                  <a:lnTo>
                    <a:pt x="194" y="4133"/>
                  </a:lnTo>
                  <a:lnTo>
                    <a:pt x="194" y="4171"/>
                  </a:lnTo>
                  <a:lnTo>
                    <a:pt x="116" y="4326"/>
                  </a:lnTo>
                  <a:lnTo>
                    <a:pt x="39" y="4480"/>
                  </a:lnTo>
                  <a:lnTo>
                    <a:pt x="0" y="4635"/>
                  </a:lnTo>
                  <a:lnTo>
                    <a:pt x="0" y="4789"/>
                  </a:lnTo>
                  <a:lnTo>
                    <a:pt x="39" y="5137"/>
                  </a:lnTo>
                  <a:lnTo>
                    <a:pt x="194" y="5446"/>
                  </a:lnTo>
                  <a:lnTo>
                    <a:pt x="348" y="5639"/>
                  </a:lnTo>
                  <a:lnTo>
                    <a:pt x="502" y="5832"/>
                  </a:lnTo>
                  <a:lnTo>
                    <a:pt x="696" y="5948"/>
                  </a:lnTo>
                  <a:lnTo>
                    <a:pt x="927" y="6063"/>
                  </a:lnTo>
                  <a:lnTo>
                    <a:pt x="966" y="6257"/>
                  </a:lnTo>
                  <a:lnTo>
                    <a:pt x="1275" y="6179"/>
                  </a:lnTo>
                  <a:lnTo>
                    <a:pt x="1313" y="6218"/>
                  </a:lnTo>
                  <a:lnTo>
                    <a:pt x="1313" y="6257"/>
                  </a:lnTo>
                  <a:lnTo>
                    <a:pt x="1352" y="6295"/>
                  </a:lnTo>
                  <a:lnTo>
                    <a:pt x="1468" y="6257"/>
                  </a:lnTo>
                  <a:lnTo>
                    <a:pt x="1815" y="6295"/>
                  </a:lnTo>
                  <a:lnTo>
                    <a:pt x="2395" y="6334"/>
                  </a:lnTo>
                  <a:lnTo>
                    <a:pt x="3012" y="6372"/>
                  </a:lnTo>
                  <a:lnTo>
                    <a:pt x="3592" y="6334"/>
                  </a:lnTo>
                  <a:lnTo>
                    <a:pt x="4171" y="6295"/>
                  </a:lnTo>
                  <a:lnTo>
                    <a:pt x="5368" y="6102"/>
                  </a:lnTo>
                  <a:lnTo>
                    <a:pt x="6565" y="5870"/>
                  </a:lnTo>
                  <a:lnTo>
                    <a:pt x="6758" y="5832"/>
                  </a:lnTo>
                  <a:lnTo>
                    <a:pt x="7994" y="5523"/>
                  </a:lnTo>
                  <a:lnTo>
                    <a:pt x="9036" y="5253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6" y="4133"/>
                  </a:lnTo>
                  <a:lnTo>
                    <a:pt x="12126" y="4249"/>
                  </a:lnTo>
                  <a:lnTo>
                    <a:pt x="12396" y="4287"/>
                  </a:lnTo>
                  <a:lnTo>
                    <a:pt x="12782" y="4712"/>
                  </a:lnTo>
                  <a:lnTo>
                    <a:pt x="13014" y="4519"/>
                  </a:lnTo>
                  <a:lnTo>
                    <a:pt x="12434" y="3940"/>
                  </a:lnTo>
                  <a:lnTo>
                    <a:pt x="12898" y="3669"/>
                  </a:lnTo>
                  <a:lnTo>
                    <a:pt x="13361" y="3322"/>
                  </a:lnTo>
                  <a:lnTo>
                    <a:pt x="13631" y="3052"/>
                  </a:lnTo>
                  <a:lnTo>
                    <a:pt x="13825" y="2704"/>
                  </a:lnTo>
                  <a:lnTo>
                    <a:pt x="14133" y="2627"/>
                  </a:lnTo>
                  <a:lnTo>
                    <a:pt x="14018" y="2318"/>
                  </a:lnTo>
                  <a:lnTo>
                    <a:pt x="14095" y="2009"/>
                  </a:lnTo>
                  <a:lnTo>
                    <a:pt x="14133" y="1739"/>
                  </a:lnTo>
                  <a:lnTo>
                    <a:pt x="14095" y="1468"/>
                  </a:lnTo>
                  <a:lnTo>
                    <a:pt x="14018" y="1237"/>
                  </a:lnTo>
                  <a:lnTo>
                    <a:pt x="13902" y="1005"/>
                  </a:lnTo>
                  <a:lnTo>
                    <a:pt x="13747" y="812"/>
                  </a:lnTo>
                  <a:lnTo>
                    <a:pt x="13477" y="619"/>
                  </a:lnTo>
                  <a:lnTo>
                    <a:pt x="13168" y="503"/>
                  </a:lnTo>
                  <a:lnTo>
                    <a:pt x="13091" y="503"/>
                  </a:lnTo>
                  <a:lnTo>
                    <a:pt x="12898" y="387"/>
                  </a:lnTo>
                  <a:lnTo>
                    <a:pt x="12666" y="271"/>
                  </a:lnTo>
                  <a:lnTo>
                    <a:pt x="12434" y="155"/>
                  </a:lnTo>
                  <a:lnTo>
                    <a:pt x="12203" y="117"/>
                  </a:lnTo>
                  <a:lnTo>
                    <a:pt x="11817" y="40"/>
                  </a:lnTo>
                  <a:lnTo>
                    <a:pt x="1143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9"/>
            <p:cNvSpPr/>
            <p:nvPr/>
          </p:nvSpPr>
          <p:spPr>
            <a:xfrm>
              <a:off x="2687250" y="1806675"/>
              <a:ext cx="449900" cy="337900"/>
            </a:xfrm>
            <a:custGeom>
              <a:avLst/>
              <a:gdLst/>
              <a:ahLst/>
              <a:cxnLst/>
              <a:rect l="l" t="t" r="r" b="b"/>
              <a:pathLst>
                <a:path w="17996" h="13516" extrusionOk="0">
                  <a:moveTo>
                    <a:pt x="15794" y="386"/>
                  </a:moveTo>
                  <a:lnTo>
                    <a:pt x="15872" y="425"/>
                  </a:lnTo>
                  <a:lnTo>
                    <a:pt x="15949" y="464"/>
                  </a:lnTo>
                  <a:lnTo>
                    <a:pt x="16103" y="657"/>
                  </a:lnTo>
                  <a:lnTo>
                    <a:pt x="16181" y="850"/>
                  </a:lnTo>
                  <a:lnTo>
                    <a:pt x="16258" y="1043"/>
                  </a:lnTo>
                  <a:lnTo>
                    <a:pt x="16219" y="1236"/>
                  </a:lnTo>
                  <a:lnTo>
                    <a:pt x="16181" y="1468"/>
                  </a:lnTo>
                  <a:lnTo>
                    <a:pt x="15987" y="1892"/>
                  </a:lnTo>
                  <a:lnTo>
                    <a:pt x="15833" y="2163"/>
                  </a:lnTo>
                  <a:lnTo>
                    <a:pt x="15601" y="2433"/>
                  </a:lnTo>
                  <a:lnTo>
                    <a:pt x="15370" y="2665"/>
                  </a:lnTo>
                  <a:lnTo>
                    <a:pt x="15099" y="2896"/>
                  </a:lnTo>
                  <a:lnTo>
                    <a:pt x="14983" y="2279"/>
                  </a:lnTo>
                  <a:lnTo>
                    <a:pt x="14945" y="1970"/>
                  </a:lnTo>
                  <a:lnTo>
                    <a:pt x="14906" y="1699"/>
                  </a:lnTo>
                  <a:lnTo>
                    <a:pt x="14945" y="1390"/>
                  </a:lnTo>
                  <a:lnTo>
                    <a:pt x="15022" y="1120"/>
                  </a:lnTo>
                  <a:lnTo>
                    <a:pt x="15138" y="850"/>
                  </a:lnTo>
                  <a:lnTo>
                    <a:pt x="15331" y="618"/>
                  </a:lnTo>
                  <a:lnTo>
                    <a:pt x="15563" y="464"/>
                  </a:lnTo>
                  <a:lnTo>
                    <a:pt x="15679" y="386"/>
                  </a:lnTo>
                  <a:close/>
                  <a:moveTo>
                    <a:pt x="14481" y="3437"/>
                  </a:moveTo>
                  <a:lnTo>
                    <a:pt x="14443" y="3591"/>
                  </a:lnTo>
                  <a:lnTo>
                    <a:pt x="14134" y="3939"/>
                  </a:lnTo>
                  <a:lnTo>
                    <a:pt x="13786" y="4287"/>
                  </a:lnTo>
                  <a:lnTo>
                    <a:pt x="13593" y="4441"/>
                  </a:lnTo>
                  <a:lnTo>
                    <a:pt x="13362" y="4595"/>
                  </a:lnTo>
                  <a:lnTo>
                    <a:pt x="13091" y="4711"/>
                  </a:lnTo>
                  <a:lnTo>
                    <a:pt x="12782" y="4750"/>
                  </a:lnTo>
                  <a:lnTo>
                    <a:pt x="12667" y="4789"/>
                  </a:lnTo>
                  <a:lnTo>
                    <a:pt x="12589" y="4750"/>
                  </a:lnTo>
                  <a:lnTo>
                    <a:pt x="12551" y="4673"/>
                  </a:lnTo>
                  <a:lnTo>
                    <a:pt x="12512" y="4518"/>
                  </a:lnTo>
                  <a:lnTo>
                    <a:pt x="12474" y="4287"/>
                  </a:lnTo>
                  <a:lnTo>
                    <a:pt x="12512" y="4171"/>
                  </a:lnTo>
                  <a:lnTo>
                    <a:pt x="12628" y="4055"/>
                  </a:lnTo>
                  <a:lnTo>
                    <a:pt x="12821" y="3900"/>
                  </a:lnTo>
                  <a:lnTo>
                    <a:pt x="13091" y="3746"/>
                  </a:lnTo>
                  <a:lnTo>
                    <a:pt x="13362" y="3591"/>
                  </a:lnTo>
                  <a:lnTo>
                    <a:pt x="13632" y="3514"/>
                  </a:lnTo>
                  <a:lnTo>
                    <a:pt x="13941" y="3437"/>
                  </a:lnTo>
                  <a:close/>
                  <a:moveTo>
                    <a:pt x="15061" y="3514"/>
                  </a:moveTo>
                  <a:lnTo>
                    <a:pt x="15717" y="3553"/>
                  </a:lnTo>
                  <a:lnTo>
                    <a:pt x="16065" y="3591"/>
                  </a:lnTo>
                  <a:lnTo>
                    <a:pt x="16412" y="3630"/>
                  </a:lnTo>
                  <a:lnTo>
                    <a:pt x="16721" y="3707"/>
                  </a:lnTo>
                  <a:lnTo>
                    <a:pt x="17030" y="3823"/>
                  </a:lnTo>
                  <a:lnTo>
                    <a:pt x="17262" y="4016"/>
                  </a:lnTo>
                  <a:lnTo>
                    <a:pt x="17378" y="4171"/>
                  </a:lnTo>
                  <a:lnTo>
                    <a:pt x="17493" y="4287"/>
                  </a:lnTo>
                  <a:lnTo>
                    <a:pt x="17571" y="4480"/>
                  </a:lnTo>
                  <a:lnTo>
                    <a:pt x="17571" y="4634"/>
                  </a:lnTo>
                  <a:lnTo>
                    <a:pt x="17493" y="4789"/>
                  </a:lnTo>
                  <a:lnTo>
                    <a:pt x="17378" y="4904"/>
                  </a:lnTo>
                  <a:lnTo>
                    <a:pt x="17262" y="4982"/>
                  </a:lnTo>
                  <a:lnTo>
                    <a:pt x="17069" y="5020"/>
                  </a:lnTo>
                  <a:lnTo>
                    <a:pt x="16914" y="4982"/>
                  </a:lnTo>
                  <a:lnTo>
                    <a:pt x="16721" y="4943"/>
                  </a:lnTo>
                  <a:lnTo>
                    <a:pt x="16335" y="4750"/>
                  </a:lnTo>
                  <a:lnTo>
                    <a:pt x="15987" y="4518"/>
                  </a:lnTo>
                  <a:lnTo>
                    <a:pt x="15717" y="4287"/>
                  </a:lnTo>
                  <a:lnTo>
                    <a:pt x="15485" y="4055"/>
                  </a:lnTo>
                  <a:lnTo>
                    <a:pt x="15254" y="3785"/>
                  </a:lnTo>
                  <a:lnTo>
                    <a:pt x="15061" y="3514"/>
                  </a:lnTo>
                  <a:close/>
                  <a:moveTo>
                    <a:pt x="4866" y="3128"/>
                  </a:moveTo>
                  <a:lnTo>
                    <a:pt x="5484" y="3167"/>
                  </a:lnTo>
                  <a:lnTo>
                    <a:pt x="6102" y="3283"/>
                  </a:lnTo>
                  <a:lnTo>
                    <a:pt x="6681" y="3514"/>
                  </a:lnTo>
                  <a:lnTo>
                    <a:pt x="7145" y="3707"/>
                  </a:lnTo>
                  <a:lnTo>
                    <a:pt x="7569" y="3978"/>
                  </a:lnTo>
                  <a:lnTo>
                    <a:pt x="7994" y="4248"/>
                  </a:lnTo>
                  <a:lnTo>
                    <a:pt x="8380" y="4557"/>
                  </a:lnTo>
                  <a:lnTo>
                    <a:pt x="9153" y="5213"/>
                  </a:lnTo>
                  <a:lnTo>
                    <a:pt x="9925" y="5908"/>
                  </a:lnTo>
                  <a:lnTo>
                    <a:pt x="10234" y="6179"/>
                  </a:lnTo>
                  <a:lnTo>
                    <a:pt x="10581" y="6410"/>
                  </a:lnTo>
                  <a:lnTo>
                    <a:pt x="10968" y="6642"/>
                  </a:lnTo>
                  <a:lnTo>
                    <a:pt x="11354" y="6797"/>
                  </a:lnTo>
                  <a:lnTo>
                    <a:pt x="11740" y="6874"/>
                  </a:lnTo>
                  <a:lnTo>
                    <a:pt x="12165" y="6912"/>
                  </a:lnTo>
                  <a:lnTo>
                    <a:pt x="12589" y="6874"/>
                  </a:lnTo>
                  <a:lnTo>
                    <a:pt x="13014" y="6719"/>
                  </a:lnTo>
                  <a:lnTo>
                    <a:pt x="13323" y="6565"/>
                  </a:lnTo>
                  <a:lnTo>
                    <a:pt x="13593" y="6372"/>
                  </a:lnTo>
                  <a:lnTo>
                    <a:pt x="13825" y="6179"/>
                  </a:lnTo>
                  <a:lnTo>
                    <a:pt x="14018" y="5947"/>
                  </a:lnTo>
                  <a:lnTo>
                    <a:pt x="14211" y="5677"/>
                  </a:lnTo>
                  <a:lnTo>
                    <a:pt x="14366" y="5406"/>
                  </a:lnTo>
                  <a:lnTo>
                    <a:pt x="14520" y="5097"/>
                  </a:lnTo>
                  <a:lnTo>
                    <a:pt x="14636" y="4789"/>
                  </a:lnTo>
                  <a:lnTo>
                    <a:pt x="14559" y="5638"/>
                  </a:lnTo>
                  <a:lnTo>
                    <a:pt x="14404" y="6449"/>
                  </a:lnTo>
                  <a:lnTo>
                    <a:pt x="14211" y="7221"/>
                  </a:lnTo>
                  <a:lnTo>
                    <a:pt x="13941" y="7994"/>
                  </a:lnTo>
                  <a:lnTo>
                    <a:pt x="13593" y="8727"/>
                  </a:lnTo>
                  <a:lnTo>
                    <a:pt x="13169" y="9422"/>
                  </a:lnTo>
                  <a:lnTo>
                    <a:pt x="12667" y="10117"/>
                  </a:lnTo>
                  <a:lnTo>
                    <a:pt x="12087" y="10735"/>
                  </a:lnTo>
                  <a:lnTo>
                    <a:pt x="11624" y="11160"/>
                  </a:lnTo>
                  <a:lnTo>
                    <a:pt x="11199" y="11546"/>
                  </a:lnTo>
                  <a:lnTo>
                    <a:pt x="10697" y="11855"/>
                  </a:lnTo>
                  <a:lnTo>
                    <a:pt x="10195" y="12164"/>
                  </a:lnTo>
                  <a:lnTo>
                    <a:pt x="9693" y="12396"/>
                  </a:lnTo>
                  <a:lnTo>
                    <a:pt x="9153" y="12627"/>
                  </a:lnTo>
                  <a:lnTo>
                    <a:pt x="8612" y="12782"/>
                  </a:lnTo>
                  <a:lnTo>
                    <a:pt x="8071" y="12898"/>
                  </a:lnTo>
                  <a:lnTo>
                    <a:pt x="7531" y="12975"/>
                  </a:lnTo>
                  <a:lnTo>
                    <a:pt x="6990" y="13014"/>
                  </a:lnTo>
                  <a:lnTo>
                    <a:pt x="6411" y="12975"/>
                  </a:lnTo>
                  <a:lnTo>
                    <a:pt x="5870" y="12898"/>
                  </a:lnTo>
                  <a:lnTo>
                    <a:pt x="5291" y="12782"/>
                  </a:lnTo>
                  <a:lnTo>
                    <a:pt x="4751" y="12627"/>
                  </a:lnTo>
                  <a:lnTo>
                    <a:pt x="4171" y="12396"/>
                  </a:lnTo>
                  <a:lnTo>
                    <a:pt x="3631" y="12125"/>
                  </a:lnTo>
                  <a:lnTo>
                    <a:pt x="3090" y="11816"/>
                  </a:lnTo>
                  <a:lnTo>
                    <a:pt x="2588" y="11469"/>
                  </a:lnTo>
                  <a:lnTo>
                    <a:pt x="2125" y="11044"/>
                  </a:lnTo>
                  <a:lnTo>
                    <a:pt x="1700" y="10581"/>
                  </a:lnTo>
                  <a:lnTo>
                    <a:pt x="1314" y="10117"/>
                  </a:lnTo>
                  <a:lnTo>
                    <a:pt x="966" y="9577"/>
                  </a:lnTo>
                  <a:lnTo>
                    <a:pt x="696" y="8998"/>
                  </a:lnTo>
                  <a:lnTo>
                    <a:pt x="542" y="8418"/>
                  </a:lnTo>
                  <a:lnTo>
                    <a:pt x="426" y="7801"/>
                  </a:lnTo>
                  <a:lnTo>
                    <a:pt x="426" y="7221"/>
                  </a:lnTo>
                  <a:lnTo>
                    <a:pt x="503" y="6603"/>
                  </a:lnTo>
                  <a:lnTo>
                    <a:pt x="696" y="6024"/>
                  </a:lnTo>
                  <a:lnTo>
                    <a:pt x="928" y="5484"/>
                  </a:lnTo>
                  <a:lnTo>
                    <a:pt x="1237" y="4943"/>
                  </a:lnTo>
                  <a:lnTo>
                    <a:pt x="1623" y="4480"/>
                  </a:lnTo>
                  <a:lnTo>
                    <a:pt x="2048" y="4055"/>
                  </a:lnTo>
                  <a:lnTo>
                    <a:pt x="2588" y="3707"/>
                  </a:lnTo>
                  <a:lnTo>
                    <a:pt x="3129" y="3437"/>
                  </a:lnTo>
                  <a:lnTo>
                    <a:pt x="3708" y="3244"/>
                  </a:lnTo>
                  <a:lnTo>
                    <a:pt x="4287" y="3167"/>
                  </a:lnTo>
                  <a:lnTo>
                    <a:pt x="4866" y="3128"/>
                  </a:lnTo>
                  <a:close/>
                  <a:moveTo>
                    <a:pt x="15717" y="0"/>
                  </a:moveTo>
                  <a:lnTo>
                    <a:pt x="15524" y="39"/>
                  </a:lnTo>
                  <a:lnTo>
                    <a:pt x="15331" y="155"/>
                  </a:lnTo>
                  <a:lnTo>
                    <a:pt x="15138" y="271"/>
                  </a:lnTo>
                  <a:lnTo>
                    <a:pt x="14983" y="464"/>
                  </a:lnTo>
                  <a:lnTo>
                    <a:pt x="14829" y="618"/>
                  </a:lnTo>
                  <a:lnTo>
                    <a:pt x="14713" y="850"/>
                  </a:lnTo>
                  <a:lnTo>
                    <a:pt x="14636" y="1043"/>
                  </a:lnTo>
                  <a:lnTo>
                    <a:pt x="14597" y="1275"/>
                  </a:lnTo>
                  <a:lnTo>
                    <a:pt x="14559" y="1545"/>
                  </a:lnTo>
                  <a:lnTo>
                    <a:pt x="14520" y="2047"/>
                  </a:lnTo>
                  <a:lnTo>
                    <a:pt x="14597" y="2588"/>
                  </a:lnTo>
                  <a:lnTo>
                    <a:pt x="14752" y="3090"/>
                  </a:lnTo>
                  <a:lnTo>
                    <a:pt x="14713" y="3128"/>
                  </a:lnTo>
                  <a:lnTo>
                    <a:pt x="14675" y="3167"/>
                  </a:lnTo>
                  <a:lnTo>
                    <a:pt x="14636" y="3205"/>
                  </a:lnTo>
                  <a:lnTo>
                    <a:pt x="14173" y="3128"/>
                  </a:lnTo>
                  <a:lnTo>
                    <a:pt x="13709" y="3167"/>
                  </a:lnTo>
                  <a:lnTo>
                    <a:pt x="13246" y="3283"/>
                  </a:lnTo>
                  <a:lnTo>
                    <a:pt x="12821" y="3476"/>
                  </a:lnTo>
                  <a:lnTo>
                    <a:pt x="12512" y="3669"/>
                  </a:lnTo>
                  <a:lnTo>
                    <a:pt x="12358" y="3785"/>
                  </a:lnTo>
                  <a:lnTo>
                    <a:pt x="12203" y="3939"/>
                  </a:lnTo>
                  <a:lnTo>
                    <a:pt x="12049" y="4132"/>
                  </a:lnTo>
                  <a:lnTo>
                    <a:pt x="11972" y="4287"/>
                  </a:lnTo>
                  <a:lnTo>
                    <a:pt x="11933" y="4480"/>
                  </a:lnTo>
                  <a:lnTo>
                    <a:pt x="11933" y="4673"/>
                  </a:lnTo>
                  <a:lnTo>
                    <a:pt x="12010" y="4866"/>
                  </a:lnTo>
                  <a:lnTo>
                    <a:pt x="12126" y="5020"/>
                  </a:lnTo>
                  <a:lnTo>
                    <a:pt x="12280" y="5097"/>
                  </a:lnTo>
                  <a:lnTo>
                    <a:pt x="12435" y="5136"/>
                  </a:lnTo>
                  <a:lnTo>
                    <a:pt x="12628" y="5175"/>
                  </a:lnTo>
                  <a:lnTo>
                    <a:pt x="12821" y="5136"/>
                  </a:lnTo>
                  <a:lnTo>
                    <a:pt x="13207" y="5059"/>
                  </a:lnTo>
                  <a:lnTo>
                    <a:pt x="13516" y="4904"/>
                  </a:lnTo>
                  <a:lnTo>
                    <a:pt x="13825" y="4711"/>
                  </a:lnTo>
                  <a:lnTo>
                    <a:pt x="14095" y="4480"/>
                  </a:lnTo>
                  <a:lnTo>
                    <a:pt x="14366" y="4248"/>
                  </a:lnTo>
                  <a:lnTo>
                    <a:pt x="14211" y="4711"/>
                  </a:lnTo>
                  <a:lnTo>
                    <a:pt x="14018" y="5175"/>
                  </a:lnTo>
                  <a:lnTo>
                    <a:pt x="13864" y="5406"/>
                  </a:lnTo>
                  <a:lnTo>
                    <a:pt x="13709" y="5599"/>
                  </a:lnTo>
                  <a:lnTo>
                    <a:pt x="13555" y="5793"/>
                  </a:lnTo>
                  <a:lnTo>
                    <a:pt x="13362" y="5947"/>
                  </a:lnTo>
                  <a:lnTo>
                    <a:pt x="13053" y="6179"/>
                  </a:lnTo>
                  <a:lnTo>
                    <a:pt x="12705" y="6333"/>
                  </a:lnTo>
                  <a:lnTo>
                    <a:pt x="12358" y="6410"/>
                  </a:lnTo>
                  <a:lnTo>
                    <a:pt x="12010" y="6410"/>
                  </a:lnTo>
                  <a:lnTo>
                    <a:pt x="11663" y="6372"/>
                  </a:lnTo>
                  <a:lnTo>
                    <a:pt x="11315" y="6256"/>
                  </a:lnTo>
                  <a:lnTo>
                    <a:pt x="10968" y="6101"/>
                  </a:lnTo>
                  <a:lnTo>
                    <a:pt x="10659" y="5870"/>
                  </a:lnTo>
                  <a:lnTo>
                    <a:pt x="10234" y="5561"/>
                  </a:lnTo>
                  <a:lnTo>
                    <a:pt x="9809" y="5213"/>
                  </a:lnTo>
                  <a:lnTo>
                    <a:pt x="9037" y="4480"/>
                  </a:lnTo>
                  <a:lnTo>
                    <a:pt x="8651" y="4132"/>
                  </a:lnTo>
                  <a:lnTo>
                    <a:pt x="8226" y="3823"/>
                  </a:lnTo>
                  <a:lnTo>
                    <a:pt x="7801" y="3514"/>
                  </a:lnTo>
                  <a:lnTo>
                    <a:pt x="7299" y="3244"/>
                  </a:lnTo>
                  <a:lnTo>
                    <a:pt x="6720" y="3012"/>
                  </a:lnTo>
                  <a:lnTo>
                    <a:pt x="6102" y="2819"/>
                  </a:lnTo>
                  <a:lnTo>
                    <a:pt x="5523" y="2742"/>
                  </a:lnTo>
                  <a:lnTo>
                    <a:pt x="4905" y="2703"/>
                  </a:lnTo>
                  <a:lnTo>
                    <a:pt x="4287" y="2703"/>
                  </a:lnTo>
                  <a:lnTo>
                    <a:pt x="3708" y="2819"/>
                  </a:lnTo>
                  <a:lnTo>
                    <a:pt x="3129" y="2974"/>
                  </a:lnTo>
                  <a:lnTo>
                    <a:pt x="2549" y="3205"/>
                  </a:lnTo>
                  <a:lnTo>
                    <a:pt x="2318" y="3360"/>
                  </a:lnTo>
                  <a:lnTo>
                    <a:pt x="2009" y="3553"/>
                  </a:lnTo>
                  <a:lnTo>
                    <a:pt x="1700" y="3785"/>
                  </a:lnTo>
                  <a:lnTo>
                    <a:pt x="1430" y="4016"/>
                  </a:lnTo>
                  <a:lnTo>
                    <a:pt x="1159" y="4325"/>
                  </a:lnTo>
                  <a:lnTo>
                    <a:pt x="928" y="4595"/>
                  </a:lnTo>
                  <a:lnTo>
                    <a:pt x="696" y="4943"/>
                  </a:lnTo>
                  <a:lnTo>
                    <a:pt x="503" y="5291"/>
                  </a:lnTo>
                  <a:lnTo>
                    <a:pt x="348" y="5677"/>
                  </a:lnTo>
                  <a:lnTo>
                    <a:pt x="155" y="6217"/>
                  </a:lnTo>
                  <a:lnTo>
                    <a:pt x="40" y="6758"/>
                  </a:lnTo>
                  <a:lnTo>
                    <a:pt x="1" y="7299"/>
                  </a:lnTo>
                  <a:lnTo>
                    <a:pt x="1" y="7801"/>
                  </a:lnTo>
                  <a:lnTo>
                    <a:pt x="78" y="8303"/>
                  </a:lnTo>
                  <a:lnTo>
                    <a:pt x="194" y="8804"/>
                  </a:lnTo>
                  <a:lnTo>
                    <a:pt x="387" y="9306"/>
                  </a:lnTo>
                  <a:lnTo>
                    <a:pt x="580" y="9770"/>
                  </a:lnTo>
                  <a:lnTo>
                    <a:pt x="850" y="10195"/>
                  </a:lnTo>
                  <a:lnTo>
                    <a:pt x="1159" y="10658"/>
                  </a:lnTo>
                  <a:lnTo>
                    <a:pt x="1507" y="11044"/>
                  </a:lnTo>
                  <a:lnTo>
                    <a:pt x="1893" y="11430"/>
                  </a:lnTo>
                  <a:lnTo>
                    <a:pt x="2279" y="11778"/>
                  </a:lnTo>
                  <a:lnTo>
                    <a:pt x="2704" y="12125"/>
                  </a:lnTo>
                  <a:lnTo>
                    <a:pt x="3167" y="12396"/>
                  </a:lnTo>
                  <a:lnTo>
                    <a:pt x="3631" y="12666"/>
                  </a:lnTo>
                  <a:lnTo>
                    <a:pt x="4249" y="12975"/>
                  </a:lnTo>
                  <a:lnTo>
                    <a:pt x="4866" y="13168"/>
                  </a:lnTo>
                  <a:lnTo>
                    <a:pt x="5484" y="13361"/>
                  </a:lnTo>
                  <a:lnTo>
                    <a:pt x="6141" y="13438"/>
                  </a:lnTo>
                  <a:lnTo>
                    <a:pt x="6759" y="13515"/>
                  </a:lnTo>
                  <a:lnTo>
                    <a:pt x="7376" y="13477"/>
                  </a:lnTo>
                  <a:lnTo>
                    <a:pt x="7994" y="13438"/>
                  </a:lnTo>
                  <a:lnTo>
                    <a:pt x="8612" y="13284"/>
                  </a:lnTo>
                  <a:lnTo>
                    <a:pt x="8728" y="13438"/>
                  </a:lnTo>
                  <a:lnTo>
                    <a:pt x="8998" y="13207"/>
                  </a:lnTo>
                  <a:lnTo>
                    <a:pt x="9770" y="12898"/>
                  </a:lnTo>
                  <a:lnTo>
                    <a:pt x="10504" y="12550"/>
                  </a:lnTo>
                  <a:lnTo>
                    <a:pt x="11238" y="12087"/>
                  </a:lnTo>
                  <a:lnTo>
                    <a:pt x="11933" y="11546"/>
                  </a:lnTo>
                  <a:lnTo>
                    <a:pt x="12474" y="11044"/>
                  </a:lnTo>
                  <a:lnTo>
                    <a:pt x="13014" y="10426"/>
                  </a:lnTo>
                  <a:lnTo>
                    <a:pt x="13246" y="10195"/>
                  </a:lnTo>
                  <a:lnTo>
                    <a:pt x="13207" y="10156"/>
                  </a:lnTo>
                  <a:lnTo>
                    <a:pt x="13709" y="9461"/>
                  </a:lnTo>
                  <a:lnTo>
                    <a:pt x="14134" y="8727"/>
                  </a:lnTo>
                  <a:lnTo>
                    <a:pt x="14481" y="7955"/>
                  </a:lnTo>
                  <a:lnTo>
                    <a:pt x="14752" y="7183"/>
                  </a:lnTo>
                  <a:lnTo>
                    <a:pt x="14945" y="6333"/>
                  </a:lnTo>
                  <a:lnTo>
                    <a:pt x="15022" y="5947"/>
                  </a:lnTo>
                  <a:lnTo>
                    <a:pt x="15061" y="5522"/>
                  </a:lnTo>
                  <a:lnTo>
                    <a:pt x="15061" y="5097"/>
                  </a:lnTo>
                  <a:lnTo>
                    <a:pt x="15061" y="4673"/>
                  </a:lnTo>
                  <a:lnTo>
                    <a:pt x="15022" y="4248"/>
                  </a:lnTo>
                  <a:lnTo>
                    <a:pt x="14945" y="3862"/>
                  </a:lnTo>
                  <a:lnTo>
                    <a:pt x="15215" y="4248"/>
                  </a:lnTo>
                  <a:lnTo>
                    <a:pt x="15563" y="4595"/>
                  </a:lnTo>
                  <a:lnTo>
                    <a:pt x="15949" y="4943"/>
                  </a:lnTo>
                  <a:lnTo>
                    <a:pt x="16374" y="5213"/>
                  </a:lnTo>
                  <a:lnTo>
                    <a:pt x="16567" y="5291"/>
                  </a:lnTo>
                  <a:lnTo>
                    <a:pt x="16798" y="5368"/>
                  </a:lnTo>
                  <a:lnTo>
                    <a:pt x="17030" y="5445"/>
                  </a:lnTo>
                  <a:lnTo>
                    <a:pt x="17262" y="5445"/>
                  </a:lnTo>
                  <a:lnTo>
                    <a:pt x="17493" y="5406"/>
                  </a:lnTo>
                  <a:lnTo>
                    <a:pt x="17687" y="5329"/>
                  </a:lnTo>
                  <a:lnTo>
                    <a:pt x="17841" y="5175"/>
                  </a:lnTo>
                  <a:lnTo>
                    <a:pt x="17957" y="4982"/>
                  </a:lnTo>
                  <a:lnTo>
                    <a:pt x="17995" y="4750"/>
                  </a:lnTo>
                  <a:lnTo>
                    <a:pt x="17995" y="4557"/>
                  </a:lnTo>
                  <a:lnTo>
                    <a:pt x="17957" y="4325"/>
                  </a:lnTo>
                  <a:lnTo>
                    <a:pt x="17841" y="4132"/>
                  </a:lnTo>
                  <a:lnTo>
                    <a:pt x="17725" y="3978"/>
                  </a:lnTo>
                  <a:lnTo>
                    <a:pt x="17571" y="3785"/>
                  </a:lnTo>
                  <a:lnTo>
                    <a:pt x="17416" y="3669"/>
                  </a:lnTo>
                  <a:lnTo>
                    <a:pt x="17262" y="3553"/>
                  </a:lnTo>
                  <a:lnTo>
                    <a:pt x="17030" y="3437"/>
                  </a:lnTo>
                  <a:lnTo>
                    <a:pt x="16798" y="3321"/>
                  </a:lnTo>
                  <a:lnTo>
                    <a:pt x="16296" y="3205"/>
                  </a:lnTo>
                  <a:lnTo>
                    <a:pt x="15794" y="3128"/>
                  </a:lnTo>
                  <a:lnTo>
                    <a:pt x="15254" y="3128"/>
                  </a:lnTo>
                  <a:lnTo>
                    <a:pt x="15679" y="2858"/>
                  </a:lnTo>
                  <a:lnTo>
                    <a:pt x="16026" y="2510"/>
                  </a:lnTo>
                  <a:lnTo>
                    <a:pt x="16296" y="2124"/>
                  </a:lnTo>
                  <a:lnTo>
                    <a:pt x="16528" y="1661"/>
                  </a:lnTo>
                  <a:lnTo>
                    <a:pt x="16567" y="1429"/>
                  </a:lnTo>
                  <a:lnTo>
                    <a:pt x="16605" y="1197"/>
                  </a:lnTo>
                  <a:lnTo>
                    <a:pt x="16644" y="927"/>
                  </a:lnTo>
                  <a:lnTo>
                    <a:pt x="16605" y="657"/>
                  </a:lnTo>
                  <a:lnTo>
                    <a:pt x="16528" y="425"/>
                  </a:lnTo>
                  <a:lnTo>
                    <a:pt x="16412" y="232"/>
                  </a:lnTo>
                  <a:lnTo>
                    <a:pt x="16219" y="78"/>
                  </a:lnTo>
                  <a:lnTo>
                    <a:pt x="16103" y="39"/>
                  </a:lnTo>
                  <a:lnTo>
                    <a:pt x="1594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9"/>
            <p:cNvSpPr/>
            <p:nvPr/>
          </p:nvSpPr>
          <p:spPr>
            <a:xfrm>
              <a:off x="4737700" y="1812475"/>
              <a:ext cx="353350" cy="159300"/>
            </a:xfrm>
            <a:custGeom>
              <a:avLst/>
              <a:gdLst/>
              <a:ahLst/>
              <a:cxnLst/>
              <a:rect l="l" t="t" r="r" b="b"/>
              <a:pathLst>
                <a:path w="14134" h="6372" extrusionOk="0">
                  <a:moveTo>
                    <a:pt x="11161" y="463"/>
                  </a:moveTo>
                  <a:lnTo>
                    <a:pt x="11624" y="502"/>
                  </a:lnTo>
                  <a:lnTo>
                    <a:pt x="12049" y="541"/>
                  </a:lnTo>
                  <a:lnTo>
                    <a:pt x="12435" y="656"/>
                  </a:lnTo>
                  <a:lnTo>
                    <a:pt x="12628" y="734"/>
                  </a:lnTo>
                  <a:lnTo>
                    <a:pt x="12744" y="811"/>
                  </a:lnTo>
                  <a:lnTo>
                    <a:pt x="12860" y="965"/>
                  </a:lnTo>
                  <a:lnTo>
                    <a:pt x="12937" y="1081"/>
                  </a:lnTo>
                  <a:lnTo>
                    <a:pt x="12975" y="1313"/>
                  </a:lnTo>
                  <a:lnTo>
                    <a:pt x="12975" y="1506"/>
                  </a:lnTo>
                  <a:lnTo>
                    <a:pt x="12937" y="1699"/>
                  </a:lnTo>
                  <a:lnTo>
                    <a:pt x="12821" y="1892"/>
                  </a:lnTo>
                  <a:lnTo>
                    <a:pt x="12705" y="2085"/>
                  </a:lnTo>
                  <a:lnTo>
                    <a:pt x="12589" y="2240"/>
                  </a:lnTo>
                  <a:lnTo>
                    <a:pt x="12242" y="2471"/>
                  </a:lnTo>
                  <a:lnTo>
                    <a:pt x="11817" y="2742"/>
                  </a:lnTo>
                  <a:lnTo>
                    <a:pt x="11392" y="2935"/>
                  </a:lnTo>
                  <a:lnTo>
                    <a:pt x="10659" y="3205"/>
                  </a:lnTo>
                  <a:lnTo>
                    <a:pt x="9925" y="3437"/>
                  </a:lnTo>
                  <a:lnTo>
                    <a:pt x="9153" y="3707"/>
                  </a:lnTo>
                  <a:lnTo>
                    <a:pt x="8380" y="3900"/>
                  </a:lnTo>
                  <a:lnTo>
                    <a:pt x="7608" y="4093"/>
                  </a:lnTo>
                  <a:lnTo>
                    <a:pt x="6797" y="4286"/>
                  </a:lnTo>
                  <a:lnTo>
                    <a:pt x="5909" y="4441"/>
                  </a:lnTo>
                  <a:lnTo>
                    <a:pt x="5021" y="4595"/>
                  </a:lnTo>
                  <a:lnTo>
                    <a:pt x="4133" y="4711"/>
                  </a:lnTo>
                  <a:lnTo>
                    <a:pt x="3245" y="4788"/>
                  </a:lnTo>
                  <a:lnTo>
                    <a:pt x="2202" y="4788"/>
                  </a:lnTo>
                  <a:lnTo>
                    <a:pt x="1854" y="4750"/>
                  </a:lnTo>
                  <a:lnTo>
                    <a:pt x="1507" y="4672"/>
                  </a:lnTo>
                  <a:lnTo>
                    <a:pt x="1198" y="4557"/>
                  </a:lnTo>
                  <a:lnTo>
                    <a:pt x="889" y="4441"/>
                  </a:lnTo>
                  <a:lnTo>
                    <a:pt x="580" y="4248"/>
                  </a:lnTo>
                  <a:lnTo>
                    <a:pt x="657" y="4170"/>
                  </a:lnTo>
                  <a:lnTo>
                    <a:pt x="696" y="4055"/>
                  </a:lnTo>
                  <a:lnTo>
                    <a:pt x="696" y="3939"/>
                  </a:lnTo>
                  <a:lnTo>
                    <a:pt x="735" y="3823"/>
                  </a:lnTo>
                  <a:lnTo>
                    <a:pt x="850" y="3630"/>
                  </a:lnTo>
                  <a:lnTo>
                    <a:pt x="1082" y="3437"/>
                  </a:lnTo>
                  <a:lnTo>
                    <a:pt x="1314" y="3244"/>
                  </a:lnTo>
                  <a:lnTo>
                    <a:pt x="1854" y="2935"/>
                  </a:lnTo>
                  <a:lnTo>
                    <a:pt x="2279" y="2703"/>
                  </a:lnTo>
                  <a:lnTo>
                    <a:pt x="3013" y="2356"/>
                  </a:lnTo>
                  <a:lnTo>
                    <a:pt x="3708" y="2008"/>
                  </a:lnTo>
                  <a:lnTo>
                    <a:pt x="4480" y="1699"/>
                  </a:lnTo>
                  <a:lnTo>
                    <a:pt x="5253" y="1429"/>
                  </a:lnTo>
                  <a:lnTo>
                    <a:pt x="6025" y="1197"/>
                  </a:lnTo>
                  <a:lnTo>
                    <a:pt x="6836" y="1004"/>
                  </a:lnTo>
                  <a:lnTo>
                    <a:pt x="7608" y="811"/>
                  </a:lnTo>
                  <a:lnTo>
                    <a:pt x="8419" y="695"/>
                  </a:lnTo>
                  <a:lnTo>
                    <a:pt x="9230" y="579"/>
                  </a:lnTo>
                  <a:lnTo>
                    <a:pt x="10041" y="541"/>
                  </a:lnTo>
                  <a:lnTo>
                    <a:pt x="10736" y="502"/>
                  </a:lnTo>
                  <a:lnTo>
                    <a:pt x="11161" y="463"/>
                  </a:lnTo>
                  <a:close/>
                  <a:moveTo>
                    <a:pt x="13477" y="1120"/>
                  </a:moveTo>
                  <a:lnTo>
                    <a:pt x="13632" y="1313"/>
                  </a:lnTo>
                  <a:lnTo>
                    <a:pt x="13709" y="1506"/>
                  </a:lnTo>
                  <a:lnTo>
                    <a:pt x="13748" y="1738"/>
                  </a:lnTo>
                  <a:lnTo>
                    <a:pt x="13709" y="2008"/>
                  </a:lnTo>
                  <a:lnTo>
                    <a:pt x="13632" y="2240"/>
                  </a:lnTo>
                  <a:lnTo>
                    <a:pt x="13516" y="2471"/>
                  </a:lnTo>
                  <a:lnTo>
                    <a:pt x="13400" y="2703"/>
                  </a:lnTo>
                  <a:lnTo>
                    <a:pt x="13207" y="2896"/>
                  </a:lnTo>
                  <a:lnTo>
                    <a:pt x="12860" y="3205"/>
                  </a:lnTo>
                  <a:lnTo>
                    <a:pt x="12473" y="3437"/>
                  </a:lnTo>
                  <a:lnTo>
                    <a:pt x="12049" y="3668"/>
                  </a:lnTo>
                  <a:lnTo>
                    <a:pt x="11624" y="3900"/>
                  </a:lnTo>
                  <a:lnTo>
                    <a:pt x="10659" y="4286"/>
                  </a:lnTo>
                  <a:lnTo>
                    <a:pt x="9732" y="4634"/>
                  </a:lnTo>
                  <a:lnTo>
                    <a:pt x="8766" y="4904"/>
                  </a:lnTo>
                  <a:lnTo>
                    <a:pt x="7762" y="5174"/>
                  </a:lnTo>
                  <a:lnTo>
                    <a:pt x="6758" y="5406"/>
                  </a:lnTo>
                  <a:lnTo>
                    <a:pt x="5755" y="5599"/>
                  </a:lnTo>
                  <a:lnTo>
                    <a:pt x="4712" y="5792"/>
                  </a:lnTo>
                  <a:lnTo>
                    <a:pt x="3708" y="5908"/>
                  </a:lnTo>
                  <a:lnTo>
                    <a:pt x="2781" y="5985"/>
                  </a:lnTo>
                  <a:lnTo>
                    <a:pt x="2279" y="5985"/>
                  </a:lnTo>
                  <a:lnTo>
                    <a:pt x="1816" y="5947"/>
                  </a:lnTo>
                  <a:lnTo>
                    <a:pt x="1545" y="5869"/>
                  </a:lnTo>
                  <a:lnTo>
                    <a:pt x="1237" y="5792"/>
                  </a:lnTo>
                  <a:lnTo>
                    <a:pt x="928" y="5638"/>
                  </a:lnTo>
                  <a:lnTo>
                    <a:pt x="696" y="5483"/>
                  </a:lnTo>
                  <a:lnTo>
                    <a:pt x="503" y="5252"/>
                  </a:lnTo>
                  <a:lnTo>
                    <a:pt x="348" y="5020"/>
                  </a:lnTo>
                  <a:lnTo>
                    <a:pt x="310" y="4865"/>
                  </a:lnTo>
                  <a:lnTo>
                    <a:pt x="310" y="4750"/>
                  </a:lnTo>
                  <a:lnTo>
                    <a:pt x="310" y="4595"/>
                  </a:lnTo>
                  <a:lnTo>
                    <a:pt x="348" y="4441"/>
                  </a:lnTo>
                  <a:lnTo>
                    <a:pt x="542" y="4672"/>
                  </a:lnTo>
                  <a:lnTo>
                    <a:pt x="812" y="4865"/>
                  </a:lnTo>
                  <a:lnTo>
                    <a:pt x="1043" y="4981"/>
                  </a:lnTo>
                  <a:lnTo>
                    <a:pt x="1352" y="5097"/>
                  </a:lnTo>
                  <a:lnTo>
                    <a:pt x="1623" y="5213"/>
                  </a:lnTo>
                  <a:lnTo>
                    <a:pt x="1932" y="5252"/>
                  </a:lnTo>
                  <a:lnTo>
                    <a:pt x="2588" y="5329"/>
                  </a:lnTo>
                  <a:lnTo>
                    <a:pt x="3245" y="5290"/>
                  </a:lnTo>
                  <a:lnTo>
                    <a:pt x="3940" y="5252"/>
                  </a:lnTo>
                  <a:lnTo>
                    <a:pt x="5137" y="5059"/>
                  </a:lnTo>
                  <a:lnTo>
                    <a:pt x="6913" y="4788"/>
                  </a:lnTo>
                  <a:lnTo>
                    <a:pt x="7840" y="4595"/>
                  </a:lnTo>
                  <a:lnTo>
                    <a:pt x="8728" y="4402"/>
                  </a:lnTo>
                  <a:lnTo>
                    <a:pt x="9616" y="4132"/>
                  </a:lnTo>
                  <a:lnTo>
                    <a:pt x="10504" y="3861"/>
                  </a:lnTo>
                  <a:lnTo>
                    <a:pt x="11354" y="3514"/>
                  </a:lnTo>
                  <a:lnTo>
                    <a:pt x="12165" y="3128"/>
                  </a:lnTo>
                  <a:lnTo>
                    <a:pt x="12435" y="2973"/>
                  </a:lnTo>
                  <a:lnTo>
                    <a:pt x="12705" y="2819"/>
                  </a:lnTo>
                  <a:lnTo>
                    <a:pt x="12937" y="2587"/>
                  </a:lnTo>
                  <a:lnTo>
                    <a:pt x="13130" y="2394"/>
                  </a:lnTo>
                  <a:lnTo>
                    <a:pt x="13323" y="2124"/>
                  </a:lnTo>
                  <a:lnTo>
                    <a:pt x="13439" y="1854"/>
                  </a:lnTo>
                  <a:lnTo>
                    <a:pt x="13516" y="1583"/>
                  </a:lnTo>
                  <a:lnTo>
                    <a:pt x="13516" y="1236"/>
                  </a:lnTo>
                  <a:lnTo>
                    <a:pt x="13477" y="1120"/>
                  </a:lnTo>
                  <a:close/>
                  <a:moveTo>
                    <a:pt x="10659" y="0"/>
                  </a:moveTo>
                  <a:lnTo>
                    <a:pt x="9886" y="39"/>
                  </a:lnTo>
                  <a:lnTo>
                    <a:pt x="9114" y="116"/>
                  </a:lnTo>
                  <a:lnTo>
                    <a:pt x="8303" y="232"/>
                  </a:lnTo>
                  <a:lnTo>
                    <a:pt x="7531" y="348"/>
                  </a:lnTo>
                  <a:lnTo>
                    <a:pt x="6720" y="541"/>
                  </a:lnTo>
                  <a:lnTo>
                    <a:pt x="5909" y="734"/>
                  </a:lnTo>
                  <a:lnTo>
                    <a:pt x="5021" y="1004"/>
                  </a:lnTo>
                  <a:lnTo>
                    <a:pt x="4133" y="1352"/>
                  </a:lnTo>
                  <a:lnTo>
                    <a:pt x="3245" y="1699"/>
                  </a:lnTo>
                  <a:lnTo>
                    <a:pt x="2395" y="2124"/>
                  </a:lnTo>
                  <a:lnTo>
                    <a:pt x="1777" y="2433"/>
                  </a:lnTo>
                  <a:lnTo>
                    <a:pt x="1391" y="2626"/>
                  </a:lnTo>
                  <a:lnTo>
                    <a:pt x="1043" y="2858"/>
                  </a:lnTo>
                  <a:lnTo>
                    <a:pt x="696" y="3089"/>
                  </a:lnTo>
                  <a:lnTo>
                    <a:pt x="464" y="3398"/>
                  </a:lnTo>
                  <a:lnTo>
                    <a:pt x="348" y="3553"/>
                  </a:lnTo>
                  <a:lnTo>
                    <a:pt x="271" y="3707"/>
                  </a:lnTo>
                  <a:lnTo>
                    <a:pt x="233" y="3861"/>
                  </a:lnTo>
                  <a:lnTo>
                    <a:pt x="233" y="4055"/>
                  </a:lnTo>
                  <a:lnTo>
                    <a:pt x="194" y="4132"/>
                  </a:lnTo>
                  <a:lnTo>
                    <a:pt x="194" y="4170"/>
                  </a:lnTo>
                  <a:lnTo>
                    <a:pt x="117" y="4325"/>
                  </a:lnTo>
                  <a:lnTo>
                    <a:pt x="40" y="4479"/>
                  </a:lnTo>
                  <a:lnTo>
                    <a:pt x="1" y="4634"/>
                  </a:lnTo>
                  <a:lnTo>
                    <a:pt x="1" y="4788"/>
                  </a:lnTo>
                  <a:lnTo>
                    <a:pt x="40" y="5136"/>
                  </a:lnTo>
                  <a:lnTo>
                    <a:pt x="194" y="5445"/>
                  </a:lnTo>
                  <a:lnTo>
                    <a:pt x="348" y="5638"/>
                  </a:lnTo>
                  <a:lnTo>
                    <a:pt x="503" y="5831"/>
                  </a:lnTo>
                  <a:lnTo>
                    <a:pt x="696" y="5947"/>
                  </a:lnTo>
                  <a:lnTo>
                    <a:pt x="928" y="6063"/>
                  </a:lnTo>
                  <a:lnTo>
                    <a:pt x="966" y="6256"/>
                  </a:lnTo>
                  <a:lnTo>
                    <a:pt x="1275" y="6178"/>
                  </a:lnTo>
                  <a:lnTo>
                    <a:pt x="1314" y="6217"/>
                  </a:lnTo>
                  <a:lnTo>
                    <a:pt x="1314" y="6256"/>
                  </a:lnTo>
                  <a:lnTo>
                    <a:pt x="1352" y="6294"/>
                  </a:lnTo>
                  <a:lnTo>
                    <a:pt x="1468" y="6256"/>
                  </a:lnTo>
                  <a:lnTo>
                    <a:pt x="1816" y="6294"/>
                  </a:lnTo>
                  <a:lnTo>
                    <a:pt x="2395" y="6333"/>
                  </a:lnTo>
                  <a:lnTo>
                    <a:pt x="3013" y="6371"/>
                  </a:lnTo>
                  <a:lnTo>
                    <a:pt x="3592" y="6333"/>
                  </a:lnTo>
                  <a:lnTo>
                    <a:pt x="4171" y="6294"/>
                  </a:lnTo>
                  <a:lnTo>
                    <a:pt x="5368" y="6101"/>
                  </a:lnTo>
                  <a:lnTo>
                    <a:pt x="6565" y="5869"/>
                  </a:lnTo>
                  <a:lnTo>
                    <a:pt x="6758" y="5831"/>
                  </a:lnTo>
                  <a:lnTo>
                    <a:pt x="7994" y="5522"/>
                  </a:lnTo>
                  <a:lnTo>
                    <a:pt x="9037" y="5252"/>
                  </a:lnTo>
                  <a:lnTo>
                    <a:pt x="10079" y="4981"/>
                  </a:lnTo>
                  <a:lnTo>
                    <a:pt x="11161" y="4595"/>
                  </a:lnTo>
                  <a:lnTo>
                    <a:pt x="11663" y="4363"/>
                  </a:lnTo>
                  <a:lnTo>
                    <a:pt x="12126" y="4132"/>
                  </a:lnTo>
                  <a:lnTo>
                    <a:pt x="12126" y="4248"/>
                  </a:lnTo>
                  <a:lnTo>
                    <a:pt x="12396" y="4286"/>
                  </a:lnTo>
                  <a:lnTo>
                    <a:pt x="12782" y="4711"/>
                  </a:lnTo>
                  <a:lnTo>
                    <a:pt x="13014" y="4518"/>
                  </a:lnTo>
                  <a:lnTo>
                    <a:pt x="12435" y="3939"/>
                  </a:lnTo>
                  <a:lnTo>
                    <a:pt x="12898" y="3668"/>
                  </a:lnTo>
                  <a:lnTo>
                    <a:pt x="13362" y="3321"/>
                  </a:lnTo>
                  <a:lnTo>
                    <a:pt x="13632" y="3051"/>
                  </a:lnTo>
                  <a:lnTo>
                    <a:pt x="13825" y="2703"/>
                  </a:lnTo>
                  <a:lnTo>
                    <a:pt x="14134" y="2626"/>
                  </a:lnTo>
                  <a:lnTo>
                    <a:pt x="14018" y="2317"/>
                  </a:lnTo>
                  <a:lnTo>
                    <a:pt x="14095" y="2008"/>
                  </a:lnTo>
                  <a:lnTo>
                    <a:pt x="14134" y="1738"/>
                  </a:lnTo>
                  <a:lnTo>
                    <a:pt x="14095" y="1467"/>
                  </a:lnTo>
                  <a:lnTo>
                    <a:pt x="14018" y="1236"/>
                  </a:lnTo>
                  <a:lnTo>
                    <a:pt x="13902" y="1004"/>
                  </a:lnTo>
                  <a:lnTo>
                    <a:pt x="13748" y="811"/>
                  </a:lnTo>
                  <a:lnTo>
                    <a:pt x="13477" y="618"/>
                  </a:lnTo>
                  <a:lnTo>
                    <a:pt x="13169" y="502"/>
                  </a:lnTo>
                  <a:lnTo>
                    <a:pt x="13091" y="502"/>
                  </a:lnTo>
                  <a:lnTo>
                    <a:pt x="12898" y="386"/>
                  </a:lnTo>
                  <a:lnTo>
                    <a:pt x="12667" y="270"/>
                  </a:lnTo>
                  <a:lnTo>
                    <a:pt x="12435" y="154"/>
                  </a:lnTo>
                  <a:lnTo>
                    <a:pt x="12203" y="116"/>
                  </a:lnTo>
                  <a:lnTo>
                    <a:pt x="11817" y="39"/>
                  </a:lnTo>
                  <a:lnTo>
                    <a:pt x="1143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" name="Google Shape;2089;p9"/>
            <p:cNvSpPr/>
            <p:nvPr/>
          </p:nvSpPr>
          <p:spPr>
            <a:xfrm>
              <a:off x="2291450" y="1821150"/>
              <a:ext cx="200825" cy="230750"/>
            </a:xfrm>
            <a:custGeom>
              <a:avLst/>
              <a:gdLst/>
              <a:ahLst/>
              <a:cxnLst/>
              <a:rect l="l" t="t" r="r" b="b"/>
              <a:pathLst>
                <a:path w="8033" h="9230" extrusionOk="0">
                  <a:moveTo>
                    <a:pt x="2047" y="1"/>
                  </a:moveTo>
                  <a:lnTo>
                    <a:pt x="1893" y="78"/>
                  </a:lnTo>
                  <a:lnTo>
                    <a:pt x="1738" y="155"/>
                  </a:lnTo>
                  <a:lnTo>
                    <a:pt x="1430" y="425"/>
                  </a:lnTo>
                  <a:lnTo>
                    <a:pt x="1198" y="734"/>
                  </a:lnTo>
                  <a:lnTo>
                    <a:pt x="966" y="1005"/>
                  </a:lnTo>
                  <a:lnTo>
                    <a:pt x="735" y="1352"/>
                  </a:lnTo>
                  <a:lnTo>
                    <a:pt x="503" y="1738"/>
                  </a:lnTo>
                  <a:lnTo>
                    <a:pt x="348" y="2124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39" y="3476"/>
                  </a:lnTo>
                  <a:lnTo>
                    <a:pt x="1" y="3939"/>
                  </a:lnTo>
                  <a:lnTo>
                    <a:pt x="78" y="4441"/>
                  </a:lnTo>
                  <a:lnTo>
                    <a:pt x="155" y="4905"/>
                  </a:lnTo>
                  <a:lnTo>
                    <a:pt x="271" y="5329"/>
                  </a:lnTo>
                  <a:lnTo>
                    <a:pt x="464" y="5793"/>
                  </a:lnTo>
                  <a:lnTo>
                    <a:pt x="696" y="6179"/>
                  </a:lnTo>
                  <a:lnTo>
                    <a:pt x="1043" y="6179"/>
                  </a:lnTo>
                  <a:lnTo>
                    <a:pt x="889" y="5831"/>
                  </a:lnTo>
                  <a:lnTo>
                    <a:pt x="735" y="5484"/>
                  </a:lnTo>
                  <a:lnTo>
                    <a:pt x="657" y="5136"/>
                  </a:lnTo>
                  <a:lnTo>
                    <a:pt x="541" y="4789"/>
                  </a:lnTo>
                  <a:lnTo>
                    <a:pt x="503" y="4403"/>
                  </a:lnTo>
                  <a:lnTo>
                    <a:pt x="464" y="4055"/>
                  </a:lnTo>
                  <a:lnTo>
                    <a:pt x="464" y="3669"/>
                  </a:lnTo>
                  <a:lnTo>
                    <a:pt x="464" y="3321"/>
                  </a:lnTo>
                  <a:lnTo>
                    <a:pt x="541" y="2974"/>
                  </a:lnTo>
                  <a:lnTo>
                    <a:pt x="619" y="2626"/>
                  </a:lnTo>
                  <a:lnTo>
                    <a:pt x="735" y="2279"/>
                  </a:lnTo>
                  <a:lnTo>
                    <a:pt x="850" y="1931"/>
                  </a:lnTo>
                  <a:lnTo>
                    <a:pt x="1043" y="1622"/>
                  </a:lnTo>
                  <a:lnTo>
                    <a:pt x="1236" y="1313"/>
                  </a:lnTo>
                  <a:lnTo>
                    <a:pt x="1468" y="1005"/>
                  </a:lnTo>
                  <a:lnTo>
                    <a:pt x="1777" y="734"/>
                  </a:lnTo>
                  <a:lnTo>
                    <a:pt x="1970" y="580"/>
                  </a:lnTo>
                  <a:lnTo>
                    <a:pt x="2086" y="503"/>
                  </a:lnTo>
                  <a:lnTo>
                    <a:pt x="2202" y="464"/>
                  </a:lnTo>
                  <a:lnTo>
                    <a:pt x="2318" y="580"/>
                  </a:lnTo>
                  <a:lnTo>
                    <a:pt x="2434" y="811"/>
                  </a:lnTo>
                  <a:lnTo>
                    <a:pt x="2588" y="1198"/>
                  </a:lnTo>
                  <a:lnTo>
                    <a:pt x="2742" y="1584"/>
                  </a:lnTo>
                  <a:lnTo>
                    <a:pt x="2858" y="1931"/>
                  </a:lnTo>
                  <a:lnTo>
                    <a:pt x="2974" y="2317"/>
                  </a:lnTo>
                  <a:lnTo>
                    <a:pt x="3051" y="2704"/>
                  </a:lnTo>
                  <a:lnTo>
                    <a:pt x="3090" y="3090"/>
                  </a:lnTo>
                  <a:lnTo>
                    <a:pt x="3090" y="3437"/>
                  </a:lnTo>
                  <a:lnTo>
                    <a:pt x="3051" y="3785"/>
                  </a:lnTo>
                  <a:lnTo>
                    <a:pt x="3013" y="4132"/>
                  </a:lnTo>
                  <a:lnTo>
                    <a:pt x="2897" y="4480"/>
                  </a:lnTo>
                  <a:lnTo>
                    <a:pt x="2781" y="4789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22"/>
                  </a:lnTo>
                  <a:lnTo>
                    <a:pt x="2395" y="5638"/>
                  </a:lnTo>
                  <a:lnTo>
                    <a:pt x="2356" y="5716"/>
                  </a:lnTo>
                  <a:lnTo>
                    <a:pt x="2356" y="5754"/>
                  </a:lnTo>
                  <a:lnTo>
                    <a:pt x="2395" y="5793"/>
                  </a:lnTo>
                  <a:lnTo>
                    <a:pt x="2472" y="5793"/>
                  </a:lnTo>
                  <a:lnTo>
                    <a:pt x="2627" y="5716"/>
                  </a:lnTo>
                  <a:lnTo>
                    <a:pt x="2820" y="5677"/>
                  </a:lnTo>
                  <a:lnTo>
                    <a:pt x="3206" y="5677"/>
                  </a:lnTo>
                  <a:lnTo>
                    <a:pt x="3631" y="5716"/>
                  </a:lnTo>
                  <a:lnTo>
                    <a:pt x="4055" y="5793"/>
                  </a:lnTo>
                  <a:lnTo>
                    <a:pt x="4442" y="5947"/>
                  </a:lnTo>
                  <a:lnTo>
                    <a:pt x="4866" y="6102"/>
                  </a:lnTo>
                  <a:lnTo>
                    <a:pt x="5214" y="6256"/>
                  </a:lnTo>
                  <a:lnTo>
                    <a:pt x="5523" y="6449"/>
                  </a:lnTo>
                  <a:lnTo>
                    <a:pt x="5832" y="6642"/>
                  </a:lnTo>
                  <a:lnTo>
                    <a:pt x="6141" y="6835"/>
                  </a:lnTo>
                  <a:lnTo>
                    <a:pt x="6411" y="7067"/>
                  </a:lnTo>
                  <a:lnTo>
                    <a:pt x="6681" y="7337"/>
                  </a:lnTo>
                  <a:lnTo>
                    <a:pt x="6913" y="7608"/>
                  </a:lnTo>
                  <a:lnTo>
                    <a:pt x="7145" y="7878"/>
                  </a:lnTo>
                  <a:lnTo>
                    <a:pt x="7338" y="8187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95" y="8766"/>
                  </a:lnTo>
                  <a:lnTo>
                    <a:pt x="5870" y="8805"/>
                  </a:lnTo>
                  <a:lnTo>
                    <a:pt x="5484" y="8805"/>
                  </a:lnTo>
                  <a:lnTo>
                    <a:pt x="5059" y="8727"/>
                  </a:lnTo>
                  <a:lnTo>
                    <a:pt x="4673" y="8612"/>
                  </a:lnTo>
                  <a:lnTo>
                    <a:pt x="4248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72" y="7106"/>
                  </a:lnTo>
                  <a:lnTo>
                    <a:pt x="1932" y="6565"/>
                  </a:lnTo>
                  <a:lnTo>
                    <a:pt x="1854" y="6526"/>
                  </a:lnTo>
                  <a:lnTo>
                    <a:pt x="1816" y="6488"/>
                  </a:lnTo>
                  <a:lnTo>
                    <a:pt x="1661" y="6526"/>
                  </a:lnTo>
                  <a:lnTo>
                    <a:pt x="1623" y="6526"/>
                  </a:lnTo>
                  <a:lnTo>
                    <a:pt x="1584" y="6565"/>
                  </a:lnTo>
                  <a:lnTo>
                    <a:pt x="1430" y="6835"/>
                  </a:lnTo>
                  <a:lnTo>
                    <a:pt x="1661" y="6874"/>
                  </a:lnTo>
                  <a:lnTo>
                    <a:pt x="2279" y="7492"/>
                  </a:lnTo>
                  <a:lnTo>
                    <a:pt x="2897" y="8071"/>
                  </a:lnTo>
                  <a:lnTo>
                    <a:pt x="3244" y="8341"/>
                  </a:lnTo>
                  <a:lnTo>
                    <a:pt x="3631" y="8573"/>
                  </a:lnTo>
                  <a:lnTo>
                    <a:pt x="3978" y="8766"/>
                  </a:lnTo>
                  <a:lnTo>
                    <a:pt x="4364" y="8959"/>
                  </a:lnTo>
                  <a:lnTo>
                    <a:pt x="4828" y="9114"/>
                  </a:lnTo>
                  <a:lnTo>
                    <a:pt x="5252" y="9191"/>
                  </a:lnTo>
                  <a:lnTo>
                    <a:pt x="5677" y="9229"/>
                  </a:lnTo>
                  <a:lnTo>
                    <a:pt x="6141" y="9229"/>
                  </a:lnTo>
                  <a:lnTo>
                    <a:pt x="6565" y="9152"/>
                  </a:lnTo>
                  <a:lnTo>
                    <a:pt x="6990" y="9075"/>
                  </a:lnTo>
                  <a:lnTo>
                    <a:pt x="7878" y="8843"/>
                  </a:lnTo>
                  <a:lnTo>
                    <a:pt x="7955" y="8805"/>
                  </a:lnTo>
                  <a:lnTo>
                    <a:pt x="7994" y="8727"/>
                  </a:lnTo>
                  <a:lnTo>
                    <a:pt x="8033" y="8650"/>
                  </a:lnTo>
                  <a:lnTo>
                    <a:pt x="7994" y="8534"/>
                  </a:lnTo>
                  <a:lnTo>
                    <a:pt x="7762" y="8110"/>
                  </a:lnTo>
                  <a:lnTo>
                    <a:pt x="7492" y="7685"/>
                  </a:lnTo>
                  <a:lnTo>
                    <a:pt x="7222" y="7299"/>
                  </a:lnTo>
                  <a:lnTo>
                    <a:pt x="6874" y="6913"/>
                  </a:lnTo>
                  <a:lnTo>
                    <a:pt x="6527" y="6604"/>
                  </a:lnTo>
                  <a:lnTo>
                    <a:pt x="6141" y="6295"/>
                  </a:lnTo>
                  <a:lnTo>
                    <a:pt x="5716" y="6024"/>
                  </a:lnTo>
                  <a:lnTo>
                    <a:pt x="5252" y="5793"/>
                  </a:lnTo>
                  <a:lnTo>
                    <a:pt x="4828" y="5638"/>
                  </a:lnTo>
                  <a:lnTo>
                    <a:pt x="4248" y="5445"/>
                  </a:lnTo>
                  <a:lnTo>
                    <a:pt x="3940" y="5368"/>
                  </a:lnTo>
                  <a:lnTo>
                    <a:pt x="3592" y="5291"/>
                  </a:lnTo>
                  <a:lnTo>
                    <a:pt x="3013" y="5291"/>
                  </a:lnTo>
                  <a:lnTo>
                    <a:pt x="3167" y="4982"/>
                  </a:lnTo>
                  <a:lnTo>
                    <a:pt x="3322" y="4634"/>
                  </a:lnTo>
                  <a:lnTo>
                    <a:pt x="3399" y="4287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06"/>
                  </a:lnTo>
                  <a:lnTo>
                    <a:pt x="3515" y="2858"/>
                  </a:lnTo>
                  <a:lnTo>
                    <a:pt x="3438" y="2472"/>
                  </a:lnTo>
                  <a:lnTo>
                    <a:pt x="3322" y="1970"/>
                  </a:lnTo>
                  <a:lnTo>
                    <a:pt x="3167" y="1468"/>
                  </a:lnTo>
                  <a:lnTo>
                    <a:pt x="2936" y="966"/>
                  </a:lnTo>
                  <a:lnTo>
                    <a:pt x="2704" y="503"/>
                  </a:lnTo>
                  <a:lnTo>
                    <a:pt x="2588" y="271"/>
                  </a:lnTo>
                  <a:lnTo>
                    <a:pt x="2472" y="116"/>
                  </a:lnTo>
                  <a:lnTo>
                    <a:pt x="2356" y="39"/>
                  </a:lnTo>
                  <a:lnTo>
                    <a:pt x="227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" name="Google Shape;2090;p9"/>
            <p:cNvSpPr/>
            <p:nvPr/>
          </p:nvSpPr>
          <p:spPr>
            <a:xfrm>
              <a:off x="6650100" y="1835625"/>
              <a:ext cx="350475" cy="288675"/>
            </a:xfrm>
            <a:custGeom>
              <a:avLst/>
              <a:gdLst/>
              <a:ahLst/>
              <a:cxnLst/>
              <a:rect l="l" t="t" r="r" b="b"/>
              <a:pathLst>
                <a:path w="14019" h="11547" extrusionOk="0">
                  <a:moveTo>
                    <a:pt x="11778" y="1"/>
                  </a:moveTo>
                  <a:lnTo>
                    <a:pt x="11470" y="78"/>
                  </a:lnTo>
                  <a:lnTo>
                    <a:pt x="11856" y="1932"/>
                  </a:lnTo>
                  <a:lnTo>
                    <a:pt x="12280" y="3746"/>
                  </a:lnTo>
                  <a:lnTo>
                    <a:pt x="11508" y="2781"/>
                  </a:lnTo>
                  <a:lnTo>
                    <a:pt x="10659" y="1893"/>
                  </a:lnTo>
                  <a:lnTo>
                    <a:pt x="10427" y="2086"/>
                  </a:lnTo>
                  <a:lnTo>
                    <a:pt x="11470" y="3437"/>
                  </a:lnTo>
                  <a:lnTo>
                    <a:pt x="12551" y="4750"/>
                  </a:lnTo>
                  <a:lnTo>
                    <a:pt x="12860" y="5754"/>
                  </a:lnTo>
                  <a:lnTo>
                    <a:pt x="13169" y="5754"/>
                  </a:lnTo>
                  <a:lnTo>
                    <a:pt x="13207" y="5639"/>
                  </a:lnTo>
                  <a:lnTo>
                    <a:pt x="13169" y="5523"/>
                  </a:lnTo>
                  <a:lnTo>
                    <a:pt x="13439" y="5716"/>
                  </a:lnTo>
                  <a:lnTo>
                    <a:pt x="13593" y="5947"/>
                  </a:lnTo>
                  <a:lnTo>
                    <a:pt x="13671" y="6179"/>
                  </a:lnTo>
                  <a:lnTo>
                    <a:pt x="13709" y="6411"/>
                  </a:lnTo>
                  <a:lnTo>
                    <a:pt x="13632" y="6681"/>
                  </a:lnTo>
                  <a:lnTo>
                    <a:pt x="13516" y="6913"/>
                  </a:lnTo>
                  <a:lnTo>
                    <a:pt x="13362" y="7183"/>
                  </a:lnTo>
                  <a:lnTo>
                    <a:pt x="13169" y="7453"/>
                  </a:lnTo>
                  <a:lnTo>
                    <a:pt x="12744" y="7955"/>
                  </a:lnTo>
                  <a:lnTo>
                    <a:pt x="12203" y="8419"/>
                  </a:lnTo>
                  <a:lnTo>
                    <a:pt x="11740" y="8766"/>
                  </a:lnTo>
                  <a:lnTo>
                    <a:pt x="11354" y="9075"/>
                  </a:lnTo>
                  <a:lnTo>
                    <a:pt x="10543" y="9577"/>
                  </a:lnTo>
                  <a:lnTo>
                    <a:pt x="9655" y="10002"/>
                  </a:lnTo>
                  <a:lnTo>
                    <a:pt x="8767" y="10388"/>
                  </a:lnTo>
                  <a:lnTo>
                    <a:pt x="7878" y="10658"/>
                  </a:lnTo>
                  <a:lnTo>
                    <a:pt x="6952" y="10890"/>
                  </a:lnTo>
                  <a:lnTo>
                    <a:pt x="5986" y="11083"/>
                  </a:lnTo>
                  <a:lnTo>
                    <a:pt x="5021" y="11160"/>
                  </a:lnTo>
                  <a:lnTo>
                    <a:pt x="3631" y="11160"/>
                  </a:lnTo>
                  <a:lnTo>
                    <a:pt x="3013" y="11122"/>
                  </a:lnTo>
                  <a:lnTo>
                    <a:pt x="2356" y="11045"/>
                  </a:lnTo>
                  <a:lnTo>
                    <a:pt x="1661" y="10929"/>
                  </a:lnTo>
                  <a:lnTo>
                    <a:pt x="1352" y="10813"/>
                  </a:lnTo>
                  <a:lnTo>
                    <a:pt x="1082" y="10697"/>
                  </a:lnTo>
                  <a:lnTo>
                    <a:pt x="812" y="10543"/>
                  </a:lnTo>
                  <a:lnTo>
                    <a:pt x="619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2"/>
                  </a:lnTo>
                  <a:lnTo>
                    <a:pt x="387" y="9461"/>
                  </a:lnTo>
                  <a:lnTo>
                    <a:pt x="155" y="9423"/>
                  </a:lnTo>
                  <a:lnTo>
                    <a:pt x="40" y="9654"/>
                  </a:lnTo>
                  <a:lnTo>
                    <a:pt x="1" y="9886"/>
                  </a:lnTo>
                  <a:lnTo>
                    <a:pt x="40" y="10118"/>
                  </a:lnTo>
                  <a:lnTo>
                    <a:pt x="78" y="10311"/>
                  </a:lnTo>
                  <a:lnTo>
                    <a:pt x="194" y="10465"/>
                  </a:lnTo>
                  <a:lnTo>
                    <a:pt x="348" y="10620"/>
                  </a:lnTo>
                  <a:lnTo>
                    <a:pt x="542" y="10774"/>
                  </a:lnTo>
                  <a:lnTo>
                    <a:pt x="773" y="10890"/>
                  </a:lnTo>
                  <a:lnTo>
                    <a:pt x="1237" y="11083"/>
                  </a:lnTo>
                  <a:lnTo>
                    <a:pt x="1739" y="11238"/>
                  </a:lnTo>
                  <a:lnTo>
                    <a:pt x="2202" y="11354"/>
                  </a:lnTo>
                  <a:lnTo>
                    <a:pt x="2627" y="11431"/>
                  </a:lnTo>
                  <a:lnTo>
                    <a:pt x="3322" y="11508"/>
                  </a:lnTo>
                  <a:lnTo>
                    <a:pt x="3978" y="11547"/>
                  </a:lnTo>
                  <a:lnTo>
                    <a:pt x="4673" y="11547"/>
                  </a:lnTo>
                  <a:lnTo>
                    <a:pt x="5368" y="11508"/>
                  </a:lnTo>
                  <a:lnTo>
                    <a:pt x="6063" y="11431"/>
                  </a:lnTo>
                  <a:lnTo>
                    <a:pt x="6759" y="11315"/>
                  </a:lnTo>
                  <a:lnTo>
                    <a:pt x="7415" y="11160"/>
                  </a:lnTo>
                  <a:lnTo>
                    <a:pt x="8071" y="11006"/>
                  </a:lnTo>
                  <a:lnTo>
                    <a:pt x="8728" y="10774"/>
                  </a:lnTo>
                  <a:lnTo>
                    <a:pt x="9346" y="10543"/>
                  </a:lnTo>
                  <a:lnTo>
                    <a:pt x="9964" y="10272"/>
                  </a:lnTo>
                  <a:lnTo>
                    <a:pt x="10543" y="9963"/>
                  </a:lnTo>
                  <a:lnTo>
                    <a:pt x="11122" y="9654"/>
                  </a:lnTo>
                  <a:lnTo>
                    <a:pt x="11701" y="9268"/>
                  </a:lnTo>
                  <a:lnTo>
                    <a:pt x="12242" y="8882"/>
                  </a:lnTo>
                  <a:lnTo>
                    <a:pt x="12744" y="8457"/>
                  </a:lnTo>
                  <a:lnTo>
                    <a:pt x="13169" y="8071"/>
                  </a:lnTo>
                  <a:lnTo>
                    <a:pt x="13555" y="7646"/>
                  </a:lnTo>
                  <a:lnTo>
                    <a:pt x="13748" y="7376"/>
                  </a:lnTo>
                  <a:lnTo>
                    <a:pt x="13864" y="7145"/>
                  </a:lnTo>
                  <a:lnTo>
                    <a:pt x="13980" y="6874"/>
                  </a:lnTo>
                  <a:lnTo>
                    <a:pt x="14018" y="6565"/>
                  </a:lnTo>
                  <a:lnTo>
                    <a:pt x="14018" y="6334"/>
                  </a:lnTo>
                  <a:lnTo>
                    <a:pt x="14018" y="6141"/>
                  </a:lnTo>
                  <a:lnTo>
                    <a:pt x="13941" y="5909"/>
                  </a:lnTo>
                  <a:lnTo>
                    <a:pt x="13864" y="5716"/>
                  </a:lnTo>
                  <a:lnTo>
                    <a:pt x="13748" y="5523"/>
                  </a:lnTo>
                  <a:lnTo>
                    <a:pt x="13593" y="5368"/>
                  </a:lnTo>
                  <a:lnTo>
                    <a:pt x="13439" y="5252"/>
                  </a:lnTo>
                  <a:lnTo>
                    <a:pt x="13246" y="5137"/>
                  </a:lnTo>
                  <a:lnTo>
                    <a:pt x="13091" y="5137"/>
                  </a:lnTo>
                  <a:lnTo>
                    <a:pt x="12821" y="3824"/>
                  </a:lnTo>
                  <a:lnTo>
                    <a:pt x="12512" y="2549"/>
                  </a:lnTo>
                  <a:lnTo>
                    <a:pt x="12165" y="1275"/>
                  </a:lnTo>
                  <a:lnTo>
                    <a:pt x="117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2091;p9"/>
            <p:cNvSpPr/>
            <p:nvPr/>
          </p:nvSpPr>
          <p:spPr>
            <a:xfrm>
              <a:off x="609775" y="1851075"/>
              <a:ext cx="353350" cy="159325"/>
            </a:xfrm>
            <a:custGeom>
              <a:avLst/>
              <a:gdLst/>
              <a:ahLst/>
              <a:cxnLst/>
              <a:rect l="l" t="t" r="r" b="b"/>
              <a:pathLst>
                <a:path w="14134" h="6373" extrusionOk="0">
                  <a:moveTo>
                    <a:pt x="11160" y="464"/>
                  </a:moveTo>
                  <a:lnTo>
                    <a:pt x="11624" y="503"/>
                  </a:lnTo>
                  <a:lnTo>
                    <a:pt x="12049" y="541"/>
                  </a:lnTo>
                  <a:lnTo>
                    <a:pt x="12435" y="657"/>
                  </a:lnTo>
                  <a:lnTo>
                    <a:pt x="12628" y="734"/>
                  </a:lnTo>
                  <a:lnTo>
                    <a:pt x="12744" y="812"/>
                  </a:lnTo>
                  <a:lnTo>
                    <a:pt x="12859" y="966"/>
                  </a:lnTo>
                  <a:lnTo>
                    <a:pt x="12937" y="1082"/>
                  </a:lnTo>
                  <a:lnTo>
                    <a:pt x="12975" y="1314"/>
                  </a:lnTo>
                  <a:lnTo>
                    <a:pt x="12975" y="1507"/>
                  </a:lnTo>
                  <a:lnTo>
                    <a:pt x="12937" y="1700"/>
                  </a:lnTo>
                  <a:lnTo>
                    <a:pt x="12821" y="1893"/>
                  </a:lnTo>
                  <a:lnTo>
                    <a:pt x="12705" y="2086"/>
                  </a:lnTo>
                  <a:lnTo>
                    <a:pt x="12589" y="2240"/>
                  </a:lnTo>
                  <a:lnTo>
                    <a:pt x="12242" y="2472"/>
                  </a:lnTo>
                  <a:lnTo>
                    <a:pt x="11817" y="2742"/>
                  </a:lnTo>
                  <a:lnTo>
                    <a:pt x="11392" y="2935"/>
                  </a:lnTo>
                  <a:lnTo>
                    <a:pt x="10658" y="3206"/>
                  </a:lnTo>
                  <a:lnTo>
                    <a:pt x="9925" y="3437"/>
                  </a:lnTo>
                  <a:lnTo>
                    <a:pt x="9152" y="3708"/>
                  </a:lnTo>
                  <a:lnTo>
                    <a:pt x="8380" y="3901"/>
                  </a:lnTo>
                  <a:lnTo>
                    <a:pt x="7608" y="4094"/>
                  </a:lnTo>
                  <a:lnTo>
                    <a:pt x="6797" y="4287"/>
                  </a:lnTo>
                  <a:lnTo>
                    <a:pt x="5909" y="4441"/>
                  </a:lnTo>
                  <a:lnTo>
                    <a:pt x="5021" y="4596"/>
                  </a:lnTo>
                  <a:lnTo>
                    <a:pt x="4133" y="4712"/>
                  </a:lnTo>
                  <a:lnTo>
                    <a:pt x="3244" y="4789"/>
                  </a:lnTo>
                  <a:lnTo>
                    <a:pt x="2202" y="4789"/>
                  </a:lnTo>
                  <a:lnTo>
                    <a:pt x="1854" y="4750"/>
                  </a:lnTo>
                  <a:lnTo>
                    <a:pt x="1507" y="4673"/>
                  </a:lnTo>
                  <a:lnTo>
                    <a:pt x="1198" y="4557"/>
                  </a:lnTo>
                  <a:lnTo>
                    <a:pt x="889" y="4441"/>
                  </a:lnTo>
                  <a:lnTo>
                    <a:pt x="580" y="4248"/>
                  </a:lnTo>
                  <a:lnTo>
                    <a:pt x="657" y="4171"/>
                  </a:lnTo>
                  <a:lnTo>
                    <a:pt x="696" y="4055"/>
                  </a:lnTo>
                  <a:lnTo>
                    <a:pt x="696" y="3939"/>
                  </a:lnTo>
                  <a:lnTo>
                    <a:pt x="734" y="3823"/>
                  </a:lnTo>
                  <a:lnTo>
                    <a:pt x="850" y="3630"/>
                  </a:lnTo>
                  <a:lnTo>
                    <a:pt x="1082" y="3437"/>
                  </a:lnTo>
                  <a:lnTo>
                    <a:pt x="1314" y="3244"/>
                  </a:lnTo>
                  <a:lnTo>
                    <a:pt x="1854" y="2935"/>
                  </a:lnTo>
                  <a:lnTo>
                    <a:pt x="2279" y="2704"/>
                  </a:lnTo>
                  <a:lnTo>
                    <a:pt x="3013" y="2356"/>
                  </a:lnTo>
                  <a:lnTo>
                    <a:pt x="3708" y="2009"/>
                  </a:lnTo>
                  <a:lnTo>
                    <a:pt x="4480" y="1700"/>
                  </a:lnTo>
                  <a:lnTo>
                    <a:pt x="5252" y="1429"/>
                  </a:lnTo>
                  <a:lnTo>
                    <a:pt x="6025" y="1198"/>
                  </a:lnTo>
                  <a:lnTo>
                    <a:pt x="6836" y="1005"/>
                  </a:lnTo>
                  <a:lnTo>
                    <a:pt x="7608" y="812"/>
                  </a:lnTo>
                  <a:lnTo>
                    <a:pt x="8419" y="696"/>
                  </a:lnTo>
                  <a:lnTo>
                    <a:pt x="9230" y="580"/>
                  </a:lnTo>
                  <a:lnTo>
                    <a:pt x="10041" y="541"/>
                  </a:lnTo>
                  <a:lnTo>
                    <a:pt x="10736" y="503"/>
                  </a:lnTo>
                  <a:lnTo>
                    <a:pt x="11160" y="464"/>
                  </a:lnTo>
                  <a:close/>
                  <a:moveTo>
                    <a:pt x="13477" y="1120"/>
                  </a:moveTo>
                  <a:lnTo>
                    <a:pt x="13632" y="1314"/>
                  </a:lnTo>
                  <a:lnTo>
                    <a:pt x="13709" y="1507"/>
                  </a:lnTo>
                  <a:lnTo>
                    <a:pt x="13748" y="1738"/>
                  </a:lnTo>
                  <a:lnTo>
                    <a:pt x="13709" y="2009"/>
                  </a:lnTo>
                  <a:lnTo>
                    <a:pt x="13632" y="2240"/>
                  </a:lnTo>
                  <a:lnTo>
                    <a:pt x="13516" y="2472"/>
                  </a:lnTo>
                  <a:lnTo>
                    <a:pt x="13400" y="2704"/>
                  </a:lnTo>
                  <a:lnTo>
                    <a:pt x="13207" y="2897"/>
                  </a:lnTo>
                  <a:lnTo>
                    <a:pt x="12859" y="3206"/>
                  </a:lnTo>
                  <a:lnTo>
                    <a:pt x="12473" y="3437"/>
                  </a:lnTo>
                  <a:lnTo>
                    <a:pt x="12049" y="3669"/>
                  </a:lnTo>
                  <a:lnTo>
                    <a:pt x="11624" y="3901"/>
                  </a:lnTo>
                  <a:lnTo>
                    <a:pt x="10658" y="4287"/>
                  </a:lnTo>
                  <a:lnTo>
                    <a:pt x="9732" y="4634"/>
                  </a:lnTo>
                  <a:lnTo>
                    <a:pt x="8766" y="4905"/>
                  </a:lnTo>
                  <a:lnTo>
                    <a:pt x="7762" y="5175"/>
                  </a:lnTo>
                  <a:lnTo>
                    <a:pt x="6758" y="5407"/>
                  </a:lnTo>
                  <a:lnTo>
                    <a:pt x="5754" y="5600"/>
                  </a:lnTo>
                  <a:lnTo>
                    <a:pt x="4712" y="5793"/>
                  </a:lnTo>
                  <a:lnTo>
                    <a:pt x="3708" y="5909"/>
                  </a:lnTo>
                  <a:lnTo>
                    <a:pt x="2781" y="5986"/>
                  </a:lnTo>
                  <a:lnTo>
                    <a:pt x="2279" y="5986"/>
                  </a:lnTo>
                  <a:lnTo>
                    <a:pt x="1816" y="5947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8"/>
                  </a:lnTo>
                  <a:lnTo>
                    <a:pt x="696" y="5484"/>
                  </a:lnTo>
                  <a:lnTo>
                    <a:pt x="503" y="5252"/>
                  </a:lnTo>
                  <a:lnTo>
                    <a:pt x="348" y="5021"/>
                  </a:lnTo>
                  <a:lnTo>
                    <a:pt x="310" y="4866"/>
                  </a:lnTo>
                  <a:lnTo>
                    <a:pt x="310" y="4750"/>
                  </a:lnTo>
                  <a:lnTo>
                    <a:pt x="310" y="4596"/>
                  </a:lnTo>
                  <a:lnTo>
                    <a:pt x="348" y="4441"/>
                  </a:lnTo>
                  <a:lnTo>
                    <a:pt x="541" y="4673"/>
                  </a:lnTo>
                  <a:lnTo>
                    <a:pt x="812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3" y="5214"/>
                  </a:lnTo>
                  <a:lnTo>
                    <a:pt x="1931" y="5252"/>
                  </a:lnTo>
                  <a:lnTo>
                    <a:pt x="2588" y="5329"/>
                  </a:lnTo>
                  <a:lnTo>
                    <a:pt x="3244" y="5291"/>
                  </a:lnTo>
                  <a:lnTo>
                    <a:pt x="3939" y="5252"/>
                  </a:lnTo>
                  <a:lnTo>
                    <a:pt x="5137" y="5059"/>
                  </a:lnTo>
                  <a:lnTo>
                    <a:pt x="6913" y="4789"/>
                  </a:lnTo>
                  <a:lnTo>
                    <a:pt x="7840" y="4596"/>
                  </a:lnTo>
                  <a:lnTo>
                    <a:pt x="8728" y="4403"/>
                  </a:lnTo>
                  <a:lnTo>
                    <a:pt x="9616" y="4132"/>
                  </a:lnTo>
                  <a:lnTo>
                    <a:pt x="10504" y="3862"/>
                  </a:lnTo>
                  <a:lnTo>
                    <a:pt x="11353" y="3515"/>
                  </a:lnTo>
                  <a:lnTo>
                    <a:pt x="12164" y="3128"/>
                  </a:lnTo>
                  <a:lnTo>
                    <a:pt x="12435" y="2974"/>
                  </a:lnTo>
                  <a:lnTo>
                    <a:pt x="12705" y="2819"/>
                  </a:lnTo>
                  <a:lnTo>
                    <a:pt x="12937" y="2588"/>
                  </a:lnTo>
                  <a:lnTo>
                    <a:pt x="13130" y="2395"/>
                  </a:lnTo>
                  <a:lnTo>
                    <a:pt x="13323" y="2124"/>
                  </a:lnTo>
                  <a:lnTo>
                    <a:pt x="13439" y="1854"/>
                  </a:lnTo>
                  <a:lnTo>
                    <a:pt x="13516" y="1584"/>
                  </a:lnTo>
                  <a:lnTo>
                    <a:pt x="13516" y="1236"/>
                  </a:lnTo>
                  <a:lnTo>
                    <a:pt x="13477" y="1120"/>
                  </a:lnTo>
                  <a:close/>
                  <a:moveTo>
                    <a:pt x="10658" y="1"/>
                  </a:moveTo>
                  <a:lnTo>
                    <a:pt x="9886" y="39"/>
                  </a:lnTo>
                  <a:lnTo>
                    <a:pt x="9114" y="116"/>
                  </a:lnTo>
                  <a:lnTo>
                    <a:pt x="8303" y="232"/>
                  </a:lnTo>
                  <a:lnTo>
                    <a:pt x="7531" y="348"/>
                  </a:lnTo>
                  <a:lnTo>
                    <a:pt x="6720" y="541"/>
                  </a:lnTo>
                  <a:lnTo>
                    <a:pt x="5909" y="734"/>
                  </a:lnTo>
                  <a:lnTo>
                    <a:pt x="5021" y="1005"/>
                  </a:lnTo>
                  <a:lnTo>
                    <a:pt x="4133" y="1352"/>
                  </a:lnTo>
                  <a:lnTo>
                    <a:pt x="3244" y="1700"/>
                  </a:lnTo>
                  <a:lnTo>
                    <a:pt x="2395" y="2124"/>
                  </a:lnTo>
                  <a:lnTo>
                    <a:pt x="1777" y="2433"/>
                  </a:lnTo>
                  <a:lnTo>
                    <a:pt x="1391" y="2626"/>
                  </a:lnTo>
                  <a:lnTo>
                    <a:pt x="1043" y="2858"/>
                  </a:lnTo>
                  <a:lnTo>
                    <a:pt x="696" y="3090"/>
                  </a:lnTo>
                  <a:lnTo>
                    <a:pt x="464" y="3399"/>
                  </a:lnTo>
                  <a:lnTo>
                    <a:pt x="348" y="3553"/>
                  </a:lnTo>
                  <a:lnTo>
                    <a:pt x="271" y="3708"/>
                  </a:lnTo>
                  <a:lnTo>
                    <a:pt x="232" y="3862"/>
                  </a:lnTo>
                  <a:lnTo>
                    <a:pt x="232" y="4055"/>
                  </a:lnTo>
                  <a:lnTo>
                    <a:pt x="194" y="4132"/>
                  </a:lnTo>
                  <a:lnTo>
                    <a:pt x="194" y="4171"/>
                  </a:lnTo>
                  <a:lnTo>
                    <a:pt x="117" y="4325"/>
                  </a:lnTo>
                  <a:lnTo>
                    <a:pt x="39" y="4480"/>
                  </a:lnTo>
                  <a:lnTo>
                    <a:pt x="1" y="4634"/>
                  </a:lnTo>
                  <a:lnTo>
                    <a:pt x="1" y="4789"/>
                  </a:lnTo>
                  <a:lnTo>
                    <a:pt x="39" y="5136"/>
                  </a:lnTo>
                  <a:lnTo>
                    <a:pt x="194" y="5445"/>
                  </a:lnTo>
                  <a:lnTo>
                    <a:pt x="348" y="5638"/>
                  </a:lnTo>
                  <a:lnTo>
                    <a:pt x="503" y="5831"/>
                  </a:lnTo>
                  <a:lnTo>
                    <a:pt x="696" y="5947"/>
                  </a:lnTo>
                  <a:lnTo>
                    <a:pt x="927" y="6063"/>
                  </a:lnTo>
                  <a:lnTo>
                    <a:pt x="966" y="6256"/>
                  </a:lnTo>
                  <a:lnTo>
                    <a:pt x="1275" y="6179"/>
                  </a:lnTo>
                  <a:lnTo>
                    <a:pt x="1314" y="6218"/>
                  </a:lnTo>
                  <a:lnTo>
                    <a:pt x="1314" y="6256"/>
                  </a:lnTo>
                  <a:lnTo>
                    <a:pt x="1352" y="6295"/>
                  </a:lnTo>
                  <a:lnTo>
                    <a:pt x="1468" y="6256"/>
                  </a:lnTo>
                  <a:lnTo>
                    <a:pt x="1816" y="6295"/>
                  </a:lnTo>
                  <a:lnTo>
                    <a:pt x="2395" y="6333"/>
                  </a:lnTo>
                  <a:lnTo>
                    <a:pt x="3013" y="6372"/>
                  </a:lnTo>
                  <a:lnTo>
                    <a:pt x="3592" y="6333"/>
                  </a:lnTo>
                  <a:lnTo>
                    <a:pt x="4171" y="6295"/>
                  </a:lnTo>
                  <a:lnTo>
                    <a:pt x="5368" y="6102"/>
                  </a:lnTo>
                  <a:lnTo>
                    <a:pt x="6565" y="5870"/>
                  </a:lnTo>
                  <a:lnTo>
                    <a:pt x="6758" y="5831"/>
                  </a:lnTo>
                  <a:lnTo>
                    <a:pt x="7994" y="5523"/>
                  </a:lnTo>
                  <a:lnTo>
                    <a:pt x="9037" y="5252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6" y="4132"/>
                  </a:lnTo>
                  <a:lnTo>
                    <a:pt x="12126" y="4248"/>
                  </a:lnTo>
                  <a:lnTo>
                    <a:pt x="12396" y="4287"/>
                  </a:lnTo>
                  <a:lnTo>
                    <a:pt x="12782" y="4712"/>
                  </a:lnTo>
                  <a:lnTo>
                    <a:pt x="13014" y="4519"/>
                  </a:lnTo>
                  <a:lnTo>
                    <a:pt x="12435" y="3939"/>
                  </a:lnTo>
                  <a:lnTo>
                    <a:pt x="12898" y="3669"/>
                  </a:lnTo>
                  <a:lnTo>
                    <a:pt x="13361" y="3321"/>
                  </a:lnTo>
                  <a:lnTo>
                    <a:pt x="13632" y="3051"/>
                  </a:lnTo>
                  <a:lnTo>
                    <a:pt x="13825" y="2704"/>
                  </a:lnTo>
                  <a:lnTo>
                    <a:pt x="14134" y="2626"/>
                  </a:lnTo>
                  <a:lnTo>
                    <a:pt x="14018" y="2317"/>
                  </a:lnTo>
                  <a:lnTo>
                    <a:pt x="14095" y="2009"/>
                  </a:lnTo>
                  <a:lnTo>
                    <a:pt x="14134" y="1738"/>
                  </a:lnTo>
                  <a:lnTo>
                    <a:pt x="14095" y="1468"/>
                  </a:lnTo>
                  <a:lnTo>
                    <a:pt x="14018" y="1236"/>
                  </a:lnTo>
                  <a:lnTo>
                    <a:pt x="13902" y="1005"/>
                  </a:lnTo>
                  <a:lnTo>
                    <a:pt x="13748" y="812"/>
                  </a:lnTo>
                  <a:lnTo>
                    <a:pt x="13477" y="618"/>
                  </a:lnTo>
                  <a:lnTo>
                    <a:pt x="13168" y="503"/>
                  </a:lnTo>
                  <a:lnTo>
                    <a:pt x="13091" y="503"/>
                  </a:lnTo>
                  <a:lnTo>
                    <a:pt x="12898" y="387"/>
                  </a:lnTo>
                  <a:lnTo>
                    <a:pt x="12666" y="271"/>
                  </a:lnTo>
                  <a:lnTo>
                    <a:pt x="12435" y="155"/>
                  </a:lnTo>
                  <a:lnTo>
                    <a:pt x="12203" y="116"/>
                  </a:lnTo>
                  <a:lnTo>
                    <a:pt x="11817" y="39"/>
                  </a:lnTo>
                  <a:lnTo>
                    <a:pt x="1143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" name="Google Shape;2092;p9"/>
            <p:cNvSpPr/>
            <p:nvPr/>
          </p:nvSpPr>
          <p:spPr>
            <a:xfrm>
              <a:off x="6883725" y="1876175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6" y="1"/>
                  </a:moveTo>
                  <a:lnTo>
                    <a:pt x="348" y="889"/>
                  </a:lnTo>
                  <a:lnTo>
                    <a:pt x="232" y="1815"/>
                  </a:lnTo>
                  <a:lnTo>
                    <a:pt x="155" y="3630"/>
                  </a:lnTo>
                  <a:lnTo>
                    <a:pt x="1" y="7260"/>
                  </a:lnTo>
                  <a:lnTo>
                    <a:pt x="194" y="7260"/>
                  </a:lnTo>
                  <a:lnTo>
                    <a:pt x="426" y="5484"/>
                  </a:lnTo>
                  <a:lnTo>
                    <a:pt x="580" y="3669"/>
                  </a:lnTo>
                  <a:lnTo>
                    <a:pt x="696" y="1854"/>
                  </a:lnTo>
                  <a:lnTo>
                    <a:pt x="696" y="927"/>
                  </a:lnTo>
                  <a:lnTo>
                    <a:pt x="696" y="39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9"/>
            <p:cNvSpPr/>
            <p:nvPr/>
          </p:nvSpPr>
          <p:spPr>
            <a:xfrm>
              <a:off x="4796600" y="1878100"/>
              <a:ext cx="350450" cy="288675"/>
            </a:xfrm>
            <a:custGeom>
              <a:avLst/>
              <a:gdLst/>
              <a:ahLst/>
              <a:cxnLst/>
              <a:rect l="l" t="t" r="r" b="b"/>
              <a:pathLst>
                <a:path w="14018" h="11547" extrusionOk="0">
                  <a:moveTo>
                    <a:pt x="11778" y="1"/>
                  </a:moveTo>
                  <a:lnTo>
                    <a:pt x="11469" y="78"/>
                  </a:lnTo>
                  <a:lnTo>
                    <a:pt x="11855" y="1932"/>
                  </a:lnTo>
                  <a:lnTo>
                    <a:pt x="12280" y="3746"/>
                  </a:lnTo>
                  <a:lnTo>
                    <a:pt x="11508" y="2781"/>
                  </a:lnTo>
                  <a:lnTo>
                    <a:pt x="10658" y="1893"/>
                  </a:lnTo>
                  <a:lnTo>
                    <a:pt x="10426" y="2086"/>
                  </a:lnTo>
                  <a:lnTo>
                    <a:pt x="11469" y="3438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9"/>
                  </a:lnTo>
                  <a:lnTo>
                    <a:pt x="13168" y="5523"/>
                  </a:lnTo>
                  <a:lnTo>
                    <a:pt x="13438" y="5716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1"/>
                  </a:lnTo>
                  <a:lnTo>
                    <a:pt x="13631" y="6681"/>
                  </a:lnTo>
                  <a:lnTo>
                    <a:pt x="13516" y="6913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3" y="7955"/>
                  </a:lnTo>
                  <a:lnTo>
                    <a:pt x="12203" y="8419"/>
                  </a:lnTo>
                  <a:lnTo>
                    <a:pt x="11739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2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0" y="11160"/>
                  </a:lnTo>
                  <a:lnTo>
                    <a:pt x="3630" y="11160"/>
                  </a:lnTo>
                  <a:lnTo>
                    <a:pt x="3012" y="11122"/>
                  </a:lnTo>
                  <a:lnTo>
                    <a:pt x="2356" y="11045"/>
                  </a:lnTo>
                  <a:lnTo>
                    <a:pt x="1661" y="10929"/>
                  </a:lnTo>
                  <a:lnTo>
                    <a:pt x="1352" y="10813"/>
                  </a:lnTo>
                  <a:lnTo>
                    <a:pt x="1082" y="10697"/>
                  </a:lnTo>
                  <a:lnTo>
                    <a:pt x="811" y="10543"/>
                  </a:lnTo>
                  <a:lnTo>
                    <a:pt x="618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2"/>
                  </a:lnTo>
                  <a:lnTo>
                    <a:pt x="387" y="9461"/>
                  </a:lnTo>
                  <a:lnTo>
                    <a:pt x="155" y="9423"/>
                  </a:lnTo>
                  <a:lnTo>
                    <a:pt x="39" y="9655"/>
                  </a:lnTo>
                  <a:lnTo>
                    <a:pt x="0" y="9886"/>
                  </a:lnTo>
                  <a:lnTo>
                    <a:pt x="39" y="10118"/>
                  </a:lnTo>
                  <a:lnTo>
                    <a:pt x="78" y="10311"/>
                  </a:lnTo>
                  <a:lnTo>
                    <a:pt x="193" y="10465"/>
                  </a:lnTo>
                  <a:lnTo>
                    <a:pt x="348" y="10620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8"/>
                  </a:lnTo>
                  <a:lnTo>
                    <a:pt x="2201" y="11354"/>
                  </a:lnTo>
                  <a:lnTo>
                    <a:pt x="2626" y="11431"/>
                  </a:lnTo>
                  <a:lnTo>
                    <a:pt x="3321" y="11508"/>
                  </a:lnTo>
                  <a:lnTo>
                    <a:pt x="3978" y="11547"/>
                  </a:lnTo>
                  <a:lnTo>
                    <a:pt x="4673" y="11547"/>
                  </a:lnTo>
                  <a:lnTo>
                    <a:pt x="5368" y="11508"/>
                  </a:lnTo>
                  <a:lnTo>
                    <a:pt x="6063" y="11431"/>
                  </a:lnTo>
                  <a:lnTo>
                    <a:pt x="6758" y="11315"/>
                  </a:lnTo>
                  <a:lnTo>
                    <a:pt x="7414" y="11160"/>
                  </a:lnTo>
                  <a:lnTo>
                    <a:pt x="8071" y="11006"/>
                  </a:lnTo>
                  <a:lnTo>
                    <a:pt x="8727" y="10774"/>
                  </a:lnTo>
                  <a:lnTo>
                    <a:pt x="9345" y="10543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1" y="9655"/>
                  </a:lnTo>
                  <a:lnTo>
                    <a:pt x="11701" y="9268"/>
                  </a:lnTo>
                  <a:lnTo>
                    <a:pt x="12241" y="8882"/>
                  </a:lnTo>
                  <a:lnTo>
                    <a:pt x="12743" y="8457"/>
                  </a:lnTo>
                  <a:lnTo>
                    <a:pt x="13168" y="8071"/>
                  </a:lnTo>
                  <a:lnTo>
                    <a:pt x="13554" y="7647"/>
                  </a:lnTo>
                  <a:lnTo>
                    <a:pt x="13747" y="7376"/>
                  </a:lnTo>
                  <a:lnTo>
                    <a:pt x="13863" y="7145"/>
                  </a:lnTo>
                  <a:lnTo>
                    <a:pt x="13979" y="6874"/>
                  </a:lnTo>
                  <a:lnTo>
                    <a:pt x="14018" y="6565"/>
                  </a:lnTo>
                  <a:lnTo>
                    <a:pt x="14018" y="6334"/>
                  </a:lnTo>
                  <a:lnTo>
                    <a:pt x="14018" y="6141"/>
                  </a:lnTo>
                  <a:lnTo>
                    <a:pt x="13940" y="5909"/>
                  </a:lnTo>
                  <a:lnTo>
                    <a:pt x="13863" y="5716"/>
                  </a:lnTo>
                  <a:lnTo>
                    <a:pt x="13747" y="5523"/>
                  </a:lnTo>
                  <a:lnTo>
                    <a:pt x="13593" y="5368"/>
                  </a:lnTo>
                  <a:lnTo>
                    <a:pt x="13438" y="5252"/>
                  </a:lnTo>
                  <a:lnTo>
                    <a:pt x="13245" y="5137"/>
                  </a:lnTo>
                  <a:lnTo>
                    <a:pt x="13091" y="5137"/>
                  </a:lnTo>
                  <a:lnTo>
                    <a:pt x="12821" y="3824"/>
                  </a:lnTo>
                  <a:lnTo>
                    <a:pt x="12512" y="2549"/>
                  </a:lnTo>
                  <a:lnTo>
                    <a:pt x="12164" y="1275"/>
                  </a:lnTo>
                  <a:lnTo>
                    <a:pt x="117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" name="Google Shape;2094;p9"/>
            <p:cNvSpPr/>
            <p:nvPr/>
          </p:nvSpPr>
          <p:spPr>
            <a:xfrm>
              <a:off x="6050625" y="1898375"/>
              <a:ext cx="329200" cy="241375"/>
            </a:xfrm>
            <a:custGeom>
              <a:avLst/>
              <a:gdLst/>
              <a:ahLst/>
              <a:cxnLst/>
              <a:rect l="l" t="t" r="r" b="b"/>
              <a:pathLst>
                <a:path w="13168" h="9655" extrusionOk="0">
                  <a:moveTo>
                    <a:pt x="5368" y="619"/>
                  </a:moveTo>
                  <a:lnTo>
                    <a:pt x="5947" y="773"/>
                  </a:lnTo>
                  <a:lnTo>
                    <a:pt x="6526" y="1005"/>
                  </a:lnTo>
                  <a:lnTo>
                    <a:pt x="7028" y="1314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5"/>
                  </a:lnTo>
                  <a:lnTo>
                    <a:pt x="8109" y="2356"/>
                  </a:lnTo>
                  <a:lnTo>
                    <a:pt x="8264" y="2627"/>
                  </a:lnTo>
                  <a:lnTo>
                    <a:pt x="8380" y="2858"/>
                  </a:lnTo>
                  <a:lnTo>
                    <a:pt x="8495" y="3129"/>
                  </a:lnTo>
                  <a:lnTo>
                    <a:pt x="8573" y="3437"/>
                  </a:lnTo>
                  <a:lnTo>
                    <a:pt x="8611" y="3708"/>
                  </a:lnTo>
                  <a:lnTo>
                    <a:pt x="8573" y="3708"/>
                  </a:lnTo>
                  <a:lnTo>
                    <a:pt x="7723" y="3824"/>
                  </a:lnTo>
                  <a:lnTo>
                    <a:pt x="6874" y="3901"/>
                  </a:lnTo>
                  <a:lnTo>
                    <a:pt x="6410" y="3939"/>
                  </a:lnTo>
                  <a:lnTo>
                    <a:pt x="6178" y="3939"/>
                  </a:lnTo>
                  <a:lnTo>
                    <a:pt x="5985" y="3901"/>
                  </a:lnTo>
                  <a:lnTo>
                    <a:pt x="5792" y="3862"/>
                  </a:lnTo>
                  <a:lnTo>
                    <a:pt x="5638" y="3746"/>
                  </a:lnTo>
                  <a:lnTo>
                    <a:pt x="5561" y="3553"/>
                  </a:lnTo>
                  <a:lnTo>
                    <a:pt x="5483" y="3283"/>
                  </a:lnTo>
                  <a:lnTo>
                    <a:pt x="5406" y="2627"/>
                  </a:lnTo>
                  <a:lnTo>
                    <a:pt x="5368" y="1970"/>
                  </a:lnTo>
                  <a:lnTo>
                    <a:pt x="5368" y="619"/>
                  </a:lnTo>
                  <a:close/>
                  <a:moveTo>
                    <a:pt x="2742" y="889"/>
                  </a:moveTo>
                  <a:lnTo>
                    <a:pt x="2626" y="3090"/>
                  </a:lnTo>
                  <a:lnTo>
                    <a:pt x="2626" y="3515"/>
                  </a:lnTo>
                  <a:lnTo>
                    <a:pt x="2587" y="3708"/>
                  </a:lnTo>
                  <a:lnTo>
                    <a:pt x="2510" y="3862"/>
                  </a:lnTo>
                  <a:lnTo>
                    <a:pt x="2433" y="3978"/>
                  </a:lnTo>
                  <a:lnTo>
                    <a:pt x="2278" y="4094"/>
                  </a:lnTo>
                  <a:lnTo>
                    <a:pt x="2124" y="4210"/>
                  </a:lnTo>
                  <a:lnTo>
                    <a:pt x="1892" y="4248"/>
                  </a:lnTo>
                  <a:lnTo>
                    <a:pt x="1699" y="4287"/>
                  </a:lnTo>
                  <a:lnTo>
                    <a:pt x="1506" y="4287"/>
                  </a:lnTo>
                  <a:lnTo>
                    <a:pt x="1120" y="4210"/>
                  </a:lnTo>
                  <a:lnTo>
                    <a:pt x="734" y="4133"/>
                  </a:lnTo>
                  <a:lnTo>
                    <a:pt x="386" y="4017"/>
                  </a:lnTo>
                  <a:lnTo>
                    <a:pt x="502" y="3515"/>
                  </a:lnTo>
                  <a:lnTo>
                    <a:pt x="657" y="3013"/>
                  </a:lnTo>
                  <a:lnTo>
                    <a:pt x="888" y="2549"/>
                  </a:lnTo>
                  <a:lnTo>
                    <a:pt x="1159" y="2125"/>
                  </a:lnTo>
                  <a:lnTo>
                    <a:pt x="1506" y="1738"/>
                  </a:lnTo>
                  <a:lnTo>
                    <a:pt x="1892" y="1391"/>
                  </a:lnTo>
                  <a:lnTo>
                    <a:pt x="2317" y="1121"/>
                  </a:lnTo>
                  <a:lnTo>
                    <a:pt x="2742" y="889"/>
                  </a:lnTo>
                  <a:close/>
                  <a:moveTo>
                    <a:pt x="10774" y="5368"/>
                  </a:moveTo>
                  <a:lnTo>
                    <a:pt x="11198" y="5638"/>
                  </a:lnTo>
                  <a:lnTo>
                    <a:pt x="11623" y="5986"/>
                  </a:lnTo>
                  <a:lnTo>
                    <a:pt x="11430" y="6140"/>
                  </a:lnTo>
                  <a:lnTo>
                    <a:pt x="11314" y="6179"/>
                  </a:lnTo>
                  <a:lnTo>
                    <a:pt x="11198" y="6256"/>
                  </a:lnTo>
                  <a:lnTo>
                    <a:pt x="10928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32"/>
                  </a:lnTo>
                  <a:lnTo>
                    <a:pt x="10542" y="5716"/>
                  </a:lnTo>
                  <a:lnTo>
                    <a:pt x="10619" y="5523"/>
                  </a:lnTo>
                  <a:lnTo>
                    <a:pt x="10658" y="5407"/>
                  </a:lnTo>
                  <a:lnTo>
                    <a:pt x="10774" y="5368"/>
                  </a:lnTo>
                  <a:close/>
                  <a:moveTo>
                    <a:pt x="4402" y="1"/>
                  </a:moveTo>
                  <a:lnTo>
                    <a:pt x="3939" y="39"/>
                  </a:lnTo>
                  <a:lnTo>
                    <a:pt x="3514" y="117"/>
                  </a:lnTo>
                  <a:lnTo>
                    <a:pt x="3051" y="194"/>
                  </a:lnTo>
                  <a:lnTo>
                    <a:pt x="2626" y="348"/>
                  </a:lnTo>
                  <a:lnTo>
                    <a:pt x="2240" y="541"/>
                  </a:lnTo>
                  <a:lnTo>
                    <a:pt x="1854" y="773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8" y="1661"/>
                  </a:lnTo>
                  <a:lnTo>
                    <a:pt x="618" y="2009"/>
                  </a:lnTo>
                  <a:lnTo>
                    <a:pt x="386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31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57"/>
                  </a:lnTo>
                  <a:lnTo>
                    <a:pt x="348" y="4287"/>
                  </a:lnTo>
                  <a:lnTo>
                    <a:pt x="965" y="4519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5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364"/>
                  </a:lnTo>
                  <a:lnTo>
                    <a:pt x="2858" y="4248"/>
                  </a:lnTo>
                  <a:lnTo>
                    <a:pt x="2896" y="4094"/>
                  </a:lnTo>
                  <a:lnTo>
                    <a:pt x="2973" y="3939"/>
                  </a:lnTo>
                  <a:lnTo>
                    <a:pt x="3012" y="3631"/>
                  </a:lnTo>
                  <a:lnTo>
                    <a:pt x="3012" y="2974"/>
                  </a:lnTo>
                  <a:lnTo>
                    <a:pt x="3089" y="734"/>
                  </a:lnTo>
                  <a:lnTo>
                    <a:pt x="3514" y="619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7" y="580"/>
                  </a:lnTo>
                  <a:lnTo>
                    <a:pt x="5020" y="1623"/>
                  </a:lnTo>
                  <a:lnTo>
                    <a:pt x="5059" y="2704"/>
                  </a:lnTo>
                  <a:lnTo>
                    <a:pt x="5097" y="3399"/>
                  </a:lnTo>
                  <a:lnTo>
                    <a:pt x="5175" y="3746"/>
                  </a:lnTo>
                  <a:lnTo>
                    <a:pt x="5213" y="3901"/>
                  </a:lnTo>
                  <a:lnTo>
                    <a:pt x="5290" y="4017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70" y="4326"/>
                  </a:lnTo>
                  <a:lnTo>
                    <a:pt x="6217" y="4326"/>
                  </a:lnTo>
                  <a:lnTo>
                    <a:pt x="6565" y="4287"/>
                  </a:lnTo>
                  <a:lnTo>
                    <a:pt x="7607" y="4210"/>
                  </a:lnTo>
                  <a:lnTo>
                    <a:pt x="8650" y="4055"/>
                  </a:lnTo>
                  <a:lnTo>
                    <a:pt x="8650" y="4441"/>
                  </a:lnTo>
                  <a:lnTo>
                    <a:pt x="8611" y="4866"/>
                  </a:lnTo>
                  <a:lnTo>
                    <a:pt x="8611" y="4905"/>
                  </a:lnTo>
                  <a:lnTo>
                    <a:pt x="8611" y="5021"/>
                  </a:lnTo>
                  <a:lnTo>
                    <a:pt x="8650" y="5059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0" y="4905"/>
                  </a:lnTo>
                  <a:lnTo>
                    <a:pt x="9384" y="4905"/>
                  </a:lnTo>
                  <a:lnTo>
                    <a:pt x="9808" y="4982"/>
                  </a:lnTo>
                  <a:lnTo>
                    <a:pt x="10194" y="5098"/>
                  </a:lnTo>
                  <a:lnTo>
                    <a:pt x="10503" y="5252"/>
                  </a:lnTo>
                  <a:lnTo>
                    <a:pt x="10426" y="5330"/>
                  </a:lnTo>
                  <a:lnTo>
                    <a:pt x="10310" y="5445"/>
                  </a:lnTo>
                  <a:lnTo>
                    <a:pt x="10272" y="5600"/>
                  </a:lnTo>
                  <a:lnTo>
                    <a:pt x="10233" y="5716"/>
                  </a:lnTo>
                  <a:lnTo>
                    <a:pt x="10233" y="5870"/>
                  </a:lnTo>
                  <a:lnTo>
                    <a:pt x="10233" y="6025"/>
                  </a:lnTo>
                  <a:lnTo>
                    <a:pt x="10272" y="6179"/>
                  </a:lnTo>
                  <a:lnTo>
                    <a:pt x="10349" y="6334"/>
                  </a:lnTo>
                  <a:lnTo>
                    <a:pt x="10503" y="6488"/>
                  </a:lnTo>
                  <a:lnTo>
                    <a:pt x="10696" y="6565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7"/>
                  </a:lnTo>
                  <a:lnTo>
                    <a:pt x="11739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41" y="6913"/>
                  </a:lnTo>
                  <a:lnTo>
                    <a:pt x="12395" y="7222"/>
                  </a:lnTo>
                  <a:lnTo>
                    <a:pt x="12473" y="7569"/>
                  </a:lnTo>
                  <a:lnTo>
                    <a:pt x="12511" y="7917"/>
                  </a:lnTo>
                  <a:lnTo>
                    <a:pt x="12550" y="8264"/>
                  </a:lnTo>
                  <a:lnTo>
                    <a:pt x="12550" y="8998"/>
                  </a:lnTo>
                  <a:lnTo>
                    <a:pt x="12473" y="8998"/>
                  </a:lnTo>
                  <a:lnTo>
                    <a:pt x="12434" y="9037"/>
                  </a:lnTo>
                  <a:lnTo>
                    <a:pt x="12357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54"/>
                  </a:lnTo>
                  <a:lnTo>
                    <a:pt x="12125" y="9654"/>
                  </a:lnTo>
                  <a:lnTo>
                    <a:pt x="12820" y="9616"/>
                  </a:lnTo>
                  <a:lnTo>
                    <a:pt x="12936" y="9577"/>
                  </a:lnTo>
                  <a:lnTo>
                    <a:pt x="13013" y="9461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091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685"/>
                  </a:lnTo>
                  <a:lnTo>
                    <a:pt x="12936" y="7183"/>
                  </a:lnTo>
                  <a:lnTo>
                    <a:pt x="12704" y="6681"/>
                  </a:lnTo>
                  <a:lnTo>
                    <a:pt x="12434" y="6218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276" y="5098"/>
                  </a:lnTo>
                  <a:lnTo>
                    <a:pt x="10967" y="4905"/>
                  </a:lnTo>
                  <a:lnTo>
                    <a:pt x="10619" y="4750"/>
                  </a:lnTo>
                  <a:lnTo>
                    <a:pt x="10233" y="4596"/>
                  </a:lnTo>
                  <a:lnTo>
                    <a:pt x="9886" y="4480"/>
                  </a:lnTo>
                  <a:lnTo>
                    <a:pt x="9499" y="4403"/>
                  </a:lnTo>
                  <a:lnTo>
                    <a:pt x="9190" y="4441"/>
                  </a:lnTo>
                  <a:lnTo>
                    <a:pt x="9268" y="3978"/>
                  </a:lnTo>
                  <a:lnTo>
                    <a:pt x="9229" y="3515"/>
                  </a:lnTo>
                  <a:lnTo>
                    <a:pt x="9152" y="3090"/>
                  </a:lnTo>
                  <a:lnTo>
                    <a:pt x="8997" y="2665"/>
                  </a:lnTo>
                  <a:lnTo>
                    <a:pt x="8804" y="2279"/>
                  </a:lnTo>
                  <a:lnTo>
                    <a:pt x="8534" y="1931"/>
                  </a:lnTo>
                  <a:lnTo>
                    <a:pt x="8186" y="1584"/>
                  </a:lnTo>
                  <a:lnTo>
                    <a:pt x="7839" y="1275"/>
                  </a:lnTo>
                  <a:lnTo>
                    <a:pt x="7453" y="966"/>
                  </a:lnTo>
                  <a:lnTo>
                    <a:pt x="7067" y="734"/>
                  </a:lnTo>
                  <a:lnTo>
                    <a:pt x="6603" y="503"/>
                  </a:lnTo>
                  <a:lnTo>
                    <a:pt x="6178" y="348"/>
                  </a:lnTo>
                  <a:lnTo>
                    <a:pt x="5715" y="194"/>
                  </a:lnTo>
                  <a:lnTo>
                    <a:pt x="5290" y="78"/>
                  </a:lnTo>
                  <a:lnTo>
                    <a:pt x="482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" name="Google Shape;2095;p9"/>
            <p:cNvSpPr/>
            <p:nvPr/>
          </p:nvSpPr>
          <p:spPr>
            <a:xfrm>
              <a:off x="1849325" y="1901275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7" y="1"/>
                  </a:moveTo>
                  <a:lnTo>
                    <a:pt x="0" y="580"/>
                  </a:lnTo>
                  <a:lnTo>
                    <a:pt x="0" y="1198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9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70" y="5947"/>
                  </a:lnTo>
                  <a:lnTo>
                    <a:pt x="2433" y="6411"/>
                  </a:lnTo>
                  <a:lnTo>
                    <a:pt x="2974" y="6874"/>
                  </a:lnTo>
                  <a:lnTo>
                    <a:pt x="3514" y="7260"/>
                  </a:lnTo>
                  <a:lnTo>
                    <a:pt x="4093" y="7646"/>
                  </a:lnTo>
                  <a:lnTo>
                    <a:pt x="4711" y="7955"/>
                  </a:lnTo>
                  <a:lnTo>
                    <a:pt x="5329" y="8226"/>
                  </a:lnTo>
                  <a:lnTo>
                    <a:pt x="5986" y="8496"/>
                  </a:lnTo>
                  <a:lnTo>
                    <a:pt x="6642" y="8689"/>
                  </a:lnTo>
                  <a:lnTo>
                    <a:pt x="7298" y="8843"/>
                  </a:lnTo>
                  <a:lnTo>
                    <a:pt x="7993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4"/>
                  </a:lnTo>
                  <a:lnTo>
                    <a:pt x="10774" y="9075"/>
                  </a:lnTo>
                  <a:lnTo>
                    <a:pt x="11392" y="8998"/>
                  </a:lnTo>
                  <a:lnTo>
                    <a:pt x="12048" y="8921"/>
                  </a:lnTo>
                  <a:lnTo>
                    <a:pt x="12705" y="8766"/>
                  </a:lnTo>
                  <a:lnTo>
                    <a:pt x="13361" y="8612"/>
                  </a:lnTo>
                  <a:lnTo>
                    <a:pt x="14017" y="8380"/>
                  </a:lnTo>
                  <a:lnTo>
                    <a:pt x="14635" y="8148"/>
                  </a:lnTo>
                  <a:lnTo>
                    <a:pt x="15253" y="7878"/>
                  </a:lnTo>
                  <a:lnTo>
                    <a:pt x="15871" y="7569"/>
                  </a:lnTo>
                  <a:lnTo>
                    <a:pt x="16450" y="7222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5"/>
                  </a:lnTo>
                  <a:lnTo>
                    <a:pt x="19076" y="4287"/>
                  </a:lnTo>
                  <a:lnTo>
                    <a:pt x="19346" y="3669"/>
                  </a:lnTo>
                  <a:lnTo>
                    <a:pt x="19115" y="3630"/>
                  </a:lnTo>
                  <a:lnTo>
                    <a:pt x="18767" y="4171"/>
                  </a:lnTo>
                  <a:lnTo>
                    <a:pt x="18420" y="4634"/>
                  </a:lnTo>
                  <a:lnTo>
                    <a:pt x="18033" y="5098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0" y="6333"/>
                  </a:lnTo>
                  <a:lnTo>
                    <a:pt x="16257" y="6681"/>
                  </a:lnTo>
                  <a:lnTo>
                    <a:pt x="15755" y="7028"/>
                  </a:lnTo>
                  <a:lnTo>
                    <a:pt x="15214" y="7299"/>
                  </a:lnTo>
                  <a:lnTo>
                    <a:pt x="14712" y="7569"/>
                  </a:lnTo>
                  <a:lnTo>
                    <a:pt x="14133" y="7801"/>
                  </a:lnTo>
                  <a:lnTo>
                    <a:pt x="13593" y="8032"/>
                  </a:lnTo>
                  <a:lnTo>
                    <a:pt x="13013" y="8187"/>
                  </a:lnTo>
                  <a:lnTo>
                    <a:pt x="12434" y="8341"/>
                  </a:lnTo>
                  <a:lnTo>
                    <a:pt x="11816" y="8457"/>
                  </a:lnTo>
                  <a:lnTo>
                    <a:pt x="11199" y="8534"/>
                  </a:lnTo>
                  <a:lnTo>
                    <a:pt x="10503" y="8612"/>
                  </a:lnTo>
                  <a:lnTo>
                    <a:pt x="9113" y="8612"/>
                  </a:lnTo>
                  <a:lnTo>
                    <a:pt x="8380" y="8534"/>
                  </a:lnTo>
                  <a:lnTo>
                    <a:pt x="7685" y="8419"/>
                  </a:lnTo>
                  <a:lnTo>
                    <a:pt x="6990" y="8303"/>
                  </a:lnTo>
                  <a:lnTo>
                    <a:pt x="6333" y="8110"/>
                  </a:lnTo>
                  <a:lnTo>
                    <a:pt x="5638" y="7878"/>
                  </a:lnTo>
                  <a:lnTo>
                    <a:pt x="5020" y="7608"/>
                  </a:lnTo>
                  <a:lnTo>
                    <a:pt x="4364" y="7260"/>
                  </a:lnTo>
                  <a:lnTo>
                    <a:pt x="3784" y="6913"/>
                  </a:lnTo>
                  <a:lnTo>
                    <a:pt x="3205" y="6488"/>
                  </a:lnTo>
                  <a:lnTo>
                    <a:pt x="2703" y="6063"/>
                  </a:lnTo>
                  <a:lnTo>
                    <a:pt x="2201" y="5561"/>
                  </a:lnTo>
                  <a:lnTo>
                    <a:pt x="1776" y="4982"/>
                  </a:lnTo>
                  <a:lnTo>
                    <a:pt x="1390" y="4403"/>
                  </a:lnTo>
                  <a:lnTo>
                    <a:pt x="1120" y="3901"/>
                  </a:lnTo>
                  <a:lnTo>
                    <a:pt x="850" y="3360"/>
                  </a:lnTo>
                  <a:lnTo>
                    <a:pt x="695" y="2858"/>
                  </a:lnTo>
                  <a:lnTo>
                    <a:pt x="541" y="2279"/>
                  </a:lnTo>
                  <a:lnTo>
                    <a:pt x="425" y="1738"/>
                  </a:lnTo>
                  <a:lnTo>
                    <a:pt x="386" y="1159"/>
                  </a:lnTo>
                  <a:lnTo>
                    <a:pt x="386" y="618"/>
                  </a:lnTo>
                  <a:lnTo>
                    <a:pt x="425" y="39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9"/>
            <p:cNvSpPr/>
            <p:nvPr/>
          </p:nvSpPr>
          <p:spPr>
            <a:xfrm>
              <a:off x="1935225" y="1910925"/>
              <a:ext cx="35750" cy="29000"/>
            </a:xfrm>
            <a:custGeom>
              <a:avLst/>
              <a:gdLst/>
              <a:ahLst/>
              <a:cxnLst/>
              <a:rect l="l" t="t" r="r" b="b"/>
              <a:pathLst>
                <a:path w="1430" h="1160" extrusionOk="0">
                  <a:moveTo>
                    <a:pt x="503" y="1"/>
                  </a:moveTo>
                  <a:lnTo>
                    <a:pt x="310" y="117"/>
                  </a:lnTo>
                  <a:lnTo>
                    <a:pt x="194" y="232"/>
                  </a:lnTo>
                  <a:lnTo>
                    <a:pt x="78" y="387"/>
                  </a:lnTo>
                  <a:lnTo>
                    <a:pt x="40" y="541"/>
                  </a:lnTo>
                  <a:lnTo>
                    <a:pt x="1" y="734"/>
                  </a:lnTo>
                  <a:lnTo>
                    <a:pt x="40" y="927"/>
                  </a:lnTo>
                  <a:lnTo>
                    <a:pt x="117" y="1082"/>
                  </a:lnTo>
                  <a:lnTo>
                    <a:pt x="194" y="1159"/>
                  </a:lnTo>
                  <a:lnTo>
                    <a:pt x="348" y="1159"/>
                  </a:lnTo>
                  <a:lnTo>
                    <a:pt x="426" y="1043"/>
                  </a:lnTo>
                  <a:lnTo>
                    <a:pt x="426" y="1005"/>
                  </a:lnTo>
                  <a:lnTo>
                    <a:pt x="387" y="927"/>
                  </a:lnTo>
                  <a:lnTo>
                    <a:pt x="387" y="850"/>
                  </a:lnTo>
                  <a:lnTo>
                    <a:pt x="348" y="773"/>
                  </a:lnTo>
                  <a:lnTo>
                    <a:pt x="426" y="580"/>
                  </a:lnTo>
                  <a:lnTo>
                    <a:pt x="542" y="425"/>
                  </a:lnTo>
                  <a:lnTo>
                    <a:pt x="619" y="387"/>
                  </a:lnTo>
                  <a:lnTo>
                    <a:pt x="773" y="387"/>
                  </a:lnTo>
                  <a:lnTo>
                    <a:pt x="850" y="425"/>
                  </a:lnTo>
                  <a:lnTo>
                    <a:pt x="966" y="580"/>
                  </a:lnTo>
                  <a:lnTo>
                    <a:pt x="1005" y="657"/>
                  </a:lnTo>
                  <a:lnTo>
                    <a:pt x="1005" y="734"/>
                  </a:lnTo>
                  <a:lnTo>
                    <a:pt x="966" y="927"/>
                  </a:lnTo>
                  <a:lnTo>
                    <a:pt x="966" y="1005"/>
                  </a:lnTo>
                  <a:lnTo>
                    <a:pt x="966" y="1082"/>
                  </a:lnTo>
                  <a:lnTo>
                    <a:pt x="1005" y="1121"/>
                  </a:lnTo>
                  <a:lnTo>
                    <a:pt x="1082" y="1159"/>
                  </a:lnTo>
                  <a:lnTo>
                    <a:pt x="1198" y="1159"/>
                  </a:lnTo>
                  <a:lnTo>
                    <a:pt x="1275" y="1121"/>
                  </a:lnTo>
                  <a:lnTo>
                    <a:pt x="1314" y="1082"/>
                  </a:lnTo>
                  <a:lnTo>
                    <a:pt x="1391" y="889"/>
                  </a:lnTo>
                  <a:lnTo>
                    <a:pt x="1430" y="734"/>
                  </a:lnTo>
                  <a:lnTo>
                    <a:pt x="1391" y="541"/>
                  </a:lnTo>
                  <a:lnTo>
                    <a:pt x="1314" y="348"/>
                  </a:lnTo>
                  <a:lnTo>
                    <a:pt x="1198" y="194"/>
                  </a:lnTo>
                  <a:lnTo>
                    <a:pt x="1044" y="78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9"/>
            <p:cNvSpPr/>
            <p:nvPr/>
          </p:nvSpPr>
          <p:spPr>
            <a:xfrm>
              <a:off x="6081500" y="1911900"/>
              <a:ext cx="255850" cy="266475"/>
            </a:xfrm>
            <a:custGeom>
              <a:avLst/>
              <a:gdLst/>
              <a:ahLst/>
              <a:cxnLst/>
              <a:rect l="l" t="t" r="r" b="b"/>
              <a:pathLst>
                <a:path w="10234" h="10659" extrusionOk="0">
                  <a:moveTo>
                    <a:pt x="8303" y="7299"/>
                  </a:moveTo>
                  <a:lnTo>
                    <a:pt x="8535" y="7376"/>
                  </a:lnTo>
                  <a:lnTo>
                    <a:pt x="8766" y="7453"/>
                  </a:lnTo>
                  <a:lnTo>
                    <a:pt x="8998" y="7569"/>
                  </a:lnTo>
                  <a:lnTo>
                    <a:pt x="9191" y="7723"/>
                  </a:lnTo>
                  <a:lnTo>
                    <a:pt x="9384" y="7878"/>
                  </a:lnTo>
                  <a:lnTo>
                    <a:pt x="9539" y="8109"/>
                  </a:lnTo>
                  <a:lnTo>
                    <a:pt x="9655" y="8341"/>
                  </a:lnTo>
                  <a:lnTo>
                    <a:pt x="9693" y="8573"/>
                  </a:lnTo>
                  <a:lnTo>
                    <a:pt x="9732" y="8843"/>
                  </a:lnTo>
                  <a:lnTo>
                    <a:pt x="9693" y="9152"/>
                  </a:lnTo>
                  <a:lnTo>
                    <a:pt x="9577" y="9422"/>
                  </a:lnTo>
                  <a:lnTo>
                    <a:pt x="9423" y="9654"/>
                  </a:lnTo>
                  <a:lnTo>
                    <a:pt x="9230" y="9847"/>
                  </a:lnTo>
                  <a:lnTo>
                    <a:pt x="8959" y="10002"/>
                  </a:lnTo>
                  <a:lnTo>
                    <a:pt x="8728" y="10117"/>
                  </a:lnTo>
                  <a:lnTo>
                    <a:pt x="8419" y="10156"/>
                  </a:lnTo>
                  <a:lnTo>
                    <a:pt x="8149" y="10156"/>
                  </a:lnTo>
                  <a:lnTo>
                    <a:pt x="7878" y="10079"/>
                  </a:lnTo>
                  <a:lnTo>
                    <a:pt x="7647" y="9963"/>
                  </a:lnTo>
                  <a:lnTo>
                    <a:pt x="7415" y="9770"/>
                  </a:lnTo>
                  <a:lnTo>
                    <a:pt x="7222" y="9577"/>
                  </a:lnTo>
                  <a:lnTo>
                    <a:pt x="7067" y="9345"/>
                  </a:lnTo>
                  <a:lnTo>
                    <a:pt x="6990" y="9075"/>
                  </a:lnTo>
                  <a:lnTo>
                    <a:pt x="6951" y="8805"/>
                  </a:lnTo>
                  <a:lnTo>
                    <a:pt x="6990" y="8496"/>
                  </a:lnTo>
                  <a:lnTo>
                    <a:pt x="7067" y="8264"/>
                  </a:lnTo>
                  <a:lnTo>
                    <a:pt x="7183" y="8071"/>
                  </a:lnTo>
                  <a:lnTo>
                    <a:pt x="7338" y="7878"/>
                  </a:lnTo>
                  <a:lnTo>
                    <a:pt x="7531" y="7723"/>
                  </a:lnTo>
                  <a:lnTo>
                    <a:pt x="7762" y="7569"/>
                  </a:lnTo>
                  <a:lnTo>
                    <a:pt x="8187" y="7337"/>
                  </a:lnTo>
                  <a:lnTo>
                    <a:pt x="8264" y="7299"/>
                  </a:lnTo>
                  <a:close/>
                  <a:moveTo>
                    <a:pt x="2897" y="0"/>
                  </a:moveTo>
                  <a:lnTo>
                    <a:pt x="2704" y="39"/>
                  </a:lnTo>
                  <a:lnTo>
                    <a:pt x="2665" y="78"/>
                  </a:lnTo>
                  <a:lnTo>
                    <a:pt x="2665" y="1313"/>
                  </a:lnTo>
                  <a:lnTo>
                    <a:pt x="2665" y="2588"/>
                  </a:lnTo>
                  <a:lnTo>
                    <a:pt x="2704" y="3823"/>
                  </a:lnTo>
                  <a:lnTo>
                    <a:pt x="2742" y="5059"/>
                  </a:lnTo>
                  <a:lnTo>
                    <a:pt x="2936" y="7492"/>
                  </a:lnTo>
                  <a:lnTo>
                    <a:pt x="2936" y="8148"/>
                  </a:lnTo>
                  <a:lnTo>
                    <a:pt x="2974" y="8457"/>
                  </a:lnTo>
                  <a:lnTo>
                    <a:pt x="3013" y="8611"/>
                  </a:lnTo>
                  <a:lnTo>
                    <a:pt x="3090" y="8766"/>
                  </a:lnTo>
                  <a:lnTo>
                    <a:pt x="1584" y="8689"/>
                  </a:lnTo>
                  <a:lnTo>
                    <a:pt x="1" y="8689"/>
                  </a:lnTo>
                  <a:lnTo>
                    <a:pt x="39" y="8998"/>
                  </a:lnTo>
                  <a:lnTo>
                    <a:pt x="812" y="9113"/>
                  </a:lnTo>
                  <a:lnTo>
                    <a:pt x="1584" y="9152"/>
                  </a:lnTo>
                  <a:lnTo>
                    <a:pt x="3167" y="9229"/>
                  </a:lnTo>
                  <a:lnTo>
                    <a:pt x="4866" y="9306"/>
                  </a:lnTo>
                  <a:lnTo>
                    <a:pt x="5677" y="9306"/>
                  </a:lnTo>
                  <a:lnTo>
                    <a:pt x="6527" y="9229"/>
                  </a:lnTo>
                  <a:lnTo>
                    <a:pt x="6643" y="9538"/>
                  </a:lnTo>
                  <a:lnTo>
                    <a:pt x="6797" y="9847"/>
                  </a:lnTo>
                  <a:lnTo>
                    <a:pt x="6990" y="10079"/>
                  </a:lnTo>
                  <a:lnTo>
                    <a:pt x="7260" y="10310"/>
                  </a:lnTo>
                  <a:lnTo>
                    <a:pt x="7531" y="10465"/>
                  </a:lnTo>
                  <a:lnTo>
                    <a:pt x="7840" y="10581"/>
                  </a:lnTo>
                  <a:lnTo>
                    <a:pt x="8149" y="10658"/>
                  </a:lnTo>
                  <a:lnTo>
                    <a:pt x="8457" y="10658"/>
                  </a:lnTo>
                  <a:lnTo>
                    <a:pt x="8766" y="10619"/>
                  </a:lnTo>
                  <a:lnTo>
                    <a:pt x="9075" y="10504"/>
                  </a:lnTo>
                  <a:lnTo>
                    <a:pt x="9346" y="10388"/>
                  </a:lnTo>
                  <a:lnTo>
                    <a:pt x="9577" y="10195"/>
                  </a:lnTo>
                  <a:lnTo>
                    <a:pt x="9809" y="9963"/>
                  </a:lnTo>
                  <a:lnTo>
                    <a:pt x="9963" y="9693"/>
                  </a:lnTo>
                  <a:lnTo>
                    <a:pt x="10118" y="9422"/>
                  </a:lnTo>
                  <a:lnTo>
                    <a:pt x="10195" y="9113"/>
                  </a:lnTo>
                  <a:lnTo>
                    <a:pt x="10234" y="9113"/>
                  </a:lnTo>
                  <a:lnTo>
                    <a:pt x="10234" y="8766"/>
                  </a:lnTo>
                  <a:lnTo>
                    <a:pt x="10195" y="8380"/>
                  </a:lnTo>
                  <a:lnTo>
                    <a:pt x="10041" y="8071"/>
                  </a:lnTo>
                  <a:lnTo>
                    <a:pt x="9886" y="7762"/>
                  </a:lnTo>
                  <a:lnTo>
                    <a:pt x="9655" y="7492"/>
                  </a:lnTo>
                  <a:lnTo>
                    <a:pt x="9346" y="7260"/>
                  </a:lnTo>
                  <a:lnTo>
                    <a:pt x="9037" y="7105"/>
                  </a:lnTo>
                  <a:lnTo>
                    <a:pt x="8689" y="7028"/>
                  </a:lnTo>
                  <a:lnTo>
                    <a:pt x="8342" y="6990"/>
                  </a:lnTo>
                  <a:lnTo>
                    <a:pt x="8226" y="7067"/>
                  </a:lnTo>
                  <a:lnTo>
                    <a:pt x="8187" y="7028"/>
                  </a:lnTo>
                  <a:lnTo>
                    <a:pt x="8110" y="6990"/>
                  </a:lnTo>
                  <a:lnTo>
                    <a:pt x="7955" y="6990"/>
                  </a:lnTo>
                  <a:lnTo>
                    <a:pt x="7762" y="7028"/>
                  </a:lnTo>
                  <a:lnTo>
                    <a:pt x="7453" y="7144"/>
                  </a:lnTo>
                  <a:lnTo>
                    <a:pt x="7183" y="7337"/>
                  </a:lnTo>
                  <a:lnTo>
                    <a:pt x="6951" y="7569"/>
                  </a:lnTo>
                  <a:lnTo>
                    <a:pt x="6758" y="7878"/>
                  </a:lnTo>
                  <a:lnTo>
                    <a:pt x="6604" y="8187"/>
                  </a:lnTo>
                  <a:lnTo>
                    <a:pt x="6488" y="8496"/>
                  </a:lnTo>
                  <a:lnTo>
                    <a:pt x="6488" y="8843"/>
                  </a:lnTo>
                  <a:lnTo>
                    <a:pt x="5716" y="8766"/>
                  </a:lnTo>
                  <a:lnTo>
                    <a:pt x="3476" y="8766"/>
                  </a:lnTo>
                  <a:lnTo>
                    <a:pt x="3515" y="8689"/>
                  </a:lnTo>
                  <a:lnTo>
                    <a:pt x="3515" y="8650"/>
                  </a:lnTo>
                  <a:lnTo>
                    <a:pt x="3476" y="8573"/>
                  </a:lnTo>
                  <a:lnTo>
                    <a:pt x="3438" y="8496"/>
                  </a:lnTo>
                  <a:lnTo>
                    <a:pt x="3399" y="8457"/>
                  </a:lnTo>
                  <a:lnTo>
                    <a:pt x="3322" y="8457"/>
                  </a:lnTo>
                  <a:lnTo>
                    <a:pt x="3244" y="8496"/>
                  </a:lnTo>
                  <a:lnTo>
                    <a:pt x="3322" y="8380"/>
                  </a:lnTo>
                  <a:lnTo>
                    <a:pt x="3322" y="8225"/>
                  </a:lnTo>
                  <a:lnTo>
                    <a:pt x="3322" y="8071"/>
                  </a:lnTo>
                  <a:lnTo>
                    <a:pt x="3283" y="7955"/>
                  </a:lnTo>
                  <a:lnTo>
                    <a:pt x="3244" y="7337"/>
                  </a:lnTo>
                  <a:lnTo>
                    <a:pt x="3167" y="6410"/>
                  </a:lnTo>
                  <a:lnTo>
                    <a:pt x="3051" y="4325"/>
                  </a:lnTo>
                  <a:lnTo>
                    <a:pt x="2974" y="2201"/>
                  </a:lnTo>
                  <a:lnTo>
                    <a:pt x="2897" y="78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9"/>
            <p:cNvSpPr/>
            <p:nvPr/>
          </p:nvSpPr>
          <p:spPr>
            <a:xfrm>
              <a:off x="2715250" y="1912850"/>
              <a:ext cx="147725" cy="161250"/>
            </a:xfrm>
            <a:custGeom>
              <a:avLst/>
              <a:gdLst/>
              <a:ahLst/>
              <a:cxnLst/>
              <a:rect l="l" t="t" r="r" b="b"/>
              <a:pathLst>
                <a:path w="5909" h="6450" extrusionOk="0">
                  <a:moveTo>
                    <a:pt x="2781" y="503"/>
                  </a:moveTo>
                  <a:lnTo>
                    <a:pt x="3283" y="580"/>
                  </a:lnTo>
                  <a:lnTo>
                    <a:pt x="3746" y="735"/>
                  </a:lnTo>
                  <a:lnTo>
                    <a:pt x="4210" y="966"/>
                  </a:lnTo>
                  <a:lnTo>
                    <a:pt x="4403" y="1082"/>
                  </a:lnTo>
                  <a:lnTo>
                    <a:pt x="4596" y="1275"/>
                  </a:lnTo>
                  <a:lnTo>
                    <a:pt x="4750" y="1468"/>
                  </a:lnTo>
                  <a:lnTo>
                    <a:pt x="4943" y="1661"/>
                  </a:lnTo>
                  <a:lnTo>
                    <a:pt x="5059" y="1893"/>
                  </a:lnTo>
                  <a:lnTo>
                    <a:pt x="5175" y="2125"/>
                  </a:lnTo>
                  <a:lnTo>
                    <a:pt x="5330" y="2588"/>
                  </a:lnTo>
                  <a:lnTo>
                    <a:pt x="5407" y="3052"/>
                  </a:lnTo>
                  <a:lnTo>
                    <a:pt x="5407" y="3515"/>
                  </a:lnTo>
                  <a:lnTo>
                    <a:pt x="5368" y="4017"/>
                  </a:lnTo>
                  <a:lnTo>
                    <a:pt x="5214" y="4442"/>
                  </a:lnTo>
                  <a:lnTo>
                    <a:pt x="4982" y="4866"/>
                  </a:lnTo>
                  <a:lnTo>
                    <a:pt x="4828" y="5059"/>
                  </a:lnTo>
                  <a:lnTo>
                    <a:pt x="4673" y="5253"/>
                  </a:lnTo>
                  <a:lnTo>
                    <a:pt x="4480" y="5407"/>
                  </a:lnTo>
                  <a:lnTo>
                    <a:pt x="4287" y="5561"/>
                  </a:lnTo>
                  <a:lnTo>
                    <a:pt x="4017" y="5716"/>
                  </a:lnTo>
                  <a:lnTo>
                    <a:pt x="3746" y="5832"/>
                  </a:lnTo>
                  <a:lnTo>
                    <a:pt x="3515" y="5909"/>
                  </a:lnTo>
                  <a:lnTo>
                    <a:pt x="3244" y="5948"/>
                  </a:lnTo>
                  <a:lnTo>
                    <a:pt x="2742" y="5948"/>
                  </a:lnTo>
                  <a:lnTo>
                    <a:pt x="2511" y="5870"/>
                  </a:lnTo>
                  <a:lnTo>
                    <a:pt x="2279" y="5793"/>
                  </a:lnTo>
                  <a:lnTo>
                    <a:pt x="2047" y="5677"/>
                  </a:lnTo>
                  <a:lnTo>
                    <a:pt x="1816" y="5561"/>
                  </a:lnTo>
                  <a:lnTo>
                    <a:pt x="1623" y="5407"/>
                  </a:lnTo>
                  <a:lnTo>
                    <a:pt x="1429" y="5214"/>
                  </a:lnTo>
                  <a:lnTo>
                    <a:pt x="1082" y="4828"/>
                  </a:lnTo>
                  <a:lnTo>
                    <a:pt x="812" y="4364"/>
                  </a:lnTo>
                  <a:lnTo>
                    <a:pt x="619" y="3862"/>
                  </a:lnTo>
                  <a:lnTo>
                    <a:pt x="464" y="3322"/>
                  </a:lnTo>
                  <a:lnTo>
                    <a:pt x="426" y="2820"/>
                  </a:lnTo>
                  <a:lnTo>
                    <a:pt x="426" y="2550"/>
                  </a:lnTo>
                  <a:lnTo>
                    <a:pt x="464" y="2279"/>
                  </a:lnTo>
                  <a:lnTo>
                    <a:pt x="503" y="2048"/>
                  </a:lnTo>
                  <a:lnTo>
                    <a:pt x="619" y="1777"/>
                  </a:lnTo>
                  <a:lnTo>
                    <a:pt x="696" y="1584"/>
                  </a:lnTo>
                  <a:lnTo>
                    <a:pt x="850" y="1352"/>
                  </a:lnTo>
                  <a:lnTo>
                    <a:pt x="1005" y="1159"/>
                  </a:lnTo>
                  <a:lnTo>
                    <a:pt x="1198" y="966"/>
                  </a:lnTo>
                  <a:lnTo>
                    <a:pt x="1429" y="812"/>
                  </a:lnTo>
                  <a:lnTo>
                    <a:pt x="1700" y="657"/>
                  </a:lnTo>
                  <a:lnTo>
                    <a:pt x="1738" y="619"/>
                  </a:lnTo>
                  <a:lnTo>
                    <a:pt x="1738" y="580"/>
                  </a:lnTo>
                  <a:lnTo>
                    <a:pt x="2240" y="503"/>
                  </a:lnTo>
                  <a:close/>
                  <a:moveTo>
                    <a:pt x="2588" y="1"/>
                  </a:moveTo>
                  <a:lnTo>
                    <a:pt x="2279" y="40"/>
                  </a:lnTo>
                  <a:lnTo>
                    <a:pt x="1970" y="78"/>
                  </a:lnTo>
                  <a:lnTo>
                    <a:pt x="1661" y="155"/>
                  </a:lnTo>
                  <a:lnTo>
                    <a:pt x="1391" y="233"/>
                  </a:lnTo>
                  <a:lnTo>
                    <a:pt x="1314" y="310"/>
                  </a:lnTo>
                  <a:lnTo>
                    <a:pt x="1236" y="387"/>
                  </a:lnTo>
                  <a:lnTo>
                    <a:pt x="1236" y="464"/>
                  </a:lnTo>
                  <a:lnTo>
                    <a:pt x="1275" y="542"/>
                  </a:lnTo>
                  <a:lnTo>
                    <a:pt x="1005" y="657"/>
                  </a:lnTo>
                  <a:lnTo>
                    <a:pt x="773" y="850"/>
                  </a:lnTo>
                  <a:lnTo>
                    <a:pt x="580" y="1044"/>
                  </a:lnTo>
                  <a:lnTo>
                    <a:pt x="426" y="1237"/>
                  </a:lnTo>
                  <a:lnTo>
                    <a:pt x="271" y="1468"/>
                  </a:lnTo>
                  <a:lnTo>
                    <a:pt x="155" y="1700"/>
                  </a:lnTo>
                  <a:lnTo>
                    <a:pt x="78" y="1970"/>
                  </a:lnTo>
                  <a:lnTo>
                    <a:pt x="39" y="2241"/>
                  </a:lnTo>
                  <a:lnTo>
                    <a:pt x="1" y="2511"/>
                  </a:lnTo>
                  <a:lnTo>
                    <a:pt x="1" y="2781"/>
                  </a:lnTo>
                  <a:lnTo>
                    <a:pt x="39" y="3360"/>
                  </a:lnTo>
                  <a:lnTo>
                    <a:pt x="155" y="3901"/>
                  </a:lnTo>
                  <a:lnTo>
                    <a:pt x="387" y="4442"/>
                  </a:lnTo>
                  <a:lnTo>
                    <a:pt x="696" y="5021"/>
                  </a:lnTo>
                  <a:lnTo>
                    <a:pt x="889" y="5253"/>
                  </a:lnTo>
                  <a:lnTo>
                    <a:pt x="1082" y="5484"/>
                  </a:lnTo>
                  <a:lnTo>
                    <a:pt x="1275" y="5716"/>
                  </a:lnTo>
                  <a:lnTo>
                    <a:pt x="1507" y="5909"/>
                  </a:lnTo>
                  <a:lnTo>
                    <a:pt x="1738" y="6063"/>
                  </a:lnTo>
                  <a:lnTo>
                    <a:pt x="2009" y="6179"/>
                  </a:lnTo>
                  <a:lnTo>
                    <a:pt x="2240" y="6295"/>
                  </a:lnTo>
                  <a:lnTo>
                    <a:pt x="2511" y="6372"/>
                  </a:lnTo>
                  <a:lnTo>
                    <a:pt x="2820" y="6411"/>
                  </a:lnTo>
                  <a:lnTo>
                    <a:pt x="3090" y="6450"/>
                  </a:lnTo>
                  <a:lnTo>
                    <a:pt x="3399" y="6411"/>
                  </a:lnTo>
                  <a:lnTo>
                    <a:pt x="3669" y="6334"/>
                  </a:lnTo>
                  <a:lnTo>
                    <a:pt x="3978" y="6218"/>
                  </a:lnTo>
                  <a:lnTo>
                    <a:pt x="4326" y="6102"/>
                  </a:lnTo>
                  <a:lnTo>
                    <a:pt x="4557" y="5909"/>
                  </a:lnTo>
                  <a:lnTo>
                    <a:pt x="4828" y="5716"/>
                  </a:lnTo>
                  <a:lnTo>
                    <a:pt x="5021" y="5523"/>
                  </a:lnTo>
                  <a:lnTo>
                    <a:pt x="5214" y="5291"/>
                  </a:lnTo>
                  <a:lnTo>
                    <a:pt x="5407" y="5059"/>
                  </a:lnTo>
                  <a:lnTo>
                    <a:pt x="5561" y="4789"/>
                  </a:lnTo>
                  <a:lnTo>
                    <a:pt x="5677" y="4519"/>
                  </a:lnTo>
                  <a:lnTo>
                    <a:pt x="5754" y="4249"/>
                  </a:lnTo>
                  <a:lnTo>
                    <a:pt x="5832" y="3940"/>
                  </a:lnTo>
                  <a:lnTo>
                    <a:pt x="5870" y="3669"/>
                  </a:lnTo>
                  <a:lnTo>
                    <a:pt x="5909" y="3360"/>
                  </a:lnTo>
                  <a:lnTo>
                    <a:pt x="5870" y="3052"/>
                  </a:lnTo>
                  <a:lnTo>
                    <a:pt x="5832" y="2743"/>
                  </a:lnTo>
                  <a:lnTo>
                    <a:pt x="5793" y="2472"/>
                  </a:lnTo>
                  <a:lnTo>
                    <a:pt x="5716" y="2163"/>
                  </a:lnTo>
                  <a:lnTo>
                    <a:pt x="5600" y="1893"/>
                  </a:lnTo>
                  <a:lnTo>
                    <a:pt x="5445" y="1584"/>
                  </a:lnTo>
                  <a:lnTo>
                    <a:pt x="5252" y="1352"/>
                  </a:lnTo>
                  <a:lnTo>
                    <a:pt x="5059" y="1082"/>
                  </a:lnTo>
                  <a:lnTo>
                    <a:pt x="4828" y="889"/>
                  </a:lnTo>
                  <a:lnTo>
                    <a:pt x="4596" y="696"/>
                  </a:lnTo>
                  <a:lnTo>
                    <a:pt x="4364" y="503"/>
                  </a:lnTo>
                  <a:lnTo>
                    <a:pt x="4094" y="348"/>
                  </a:lnTo>
                  <a:lnTo>
                    <a:pt x="3785" y="233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40"/>
                  </a:lnTo>
                  <a:lnTo>
                    <a:pt x="258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9"/>
            <p:cNvSpPr/>
            <p:nvPr/>
          </p:nvSpPr>
          <p:spPr>
            <a:xfrm>
              <a:off x="1882150" y="1914800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0"/>
                  </a:moveTo>
                  <a:lnTo>
                    <a:pt x="425" y="39"/>
                  </a:lnTo>
                  <a:lnTo>
                    <a:pt x="232" y="116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1"/>
                  </a:lnTo>
                  <a:lnTo>
                    <a:pt x="77" y="966"/>
                  </a:lnTo>
                  <a:lnTo>
                    <a:pt x="232" y="1081"/>
                  </a:lnTo>
                  <a:lnTo>
                    <a:pt x="386" y="1197"/>
                  </a:lnTo>
                  <a:lnTo>
                    <a:pt x="463" y="1197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3" y="1004"/>
                  </a:lnTo>
                  <a:lnTo>
                    <a:pt x="386" y="927"/>
                  </a:lnTo>
                  <a:lnTo>
                    <a:pt x="348" y="811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6" y="502"/>
                  </a:lnTo>
                  <a:lnTo>
                    <a:pt x="463" y="464"/>
                  </a:lnTo>
                  <a:lnTo>
                    <a:pt x="541" y="386"/>
                  </a:lnTo>
                  <a:lnTo>
                    <a:pt x="772" y="386"/>
                  </a:lnTo>
                  <a:lnTo>
                    <a:pt x="850" y="464"/>
                  </a:lnTo>
                  <a:lnTo>
                    <a:pt x="927" y="541"/>
                  </a:lnTo>
                  <a:lnTo>
                    <a:pt x="965" y="657"/>
                  </a:lnTo>
                  <a:lnTo>
                    <a:pt x="1004" y="850"/>
                  </a:lnTo>
                  <a:lnTo>
                    <a:pt x="1043" y="966"/>
                  </a:lnTo>
                  <a:lnTo>
                    <a:pt x="1081" y="1043"/>
                  </a:lnTo>
                  <a:lnTo>
                    <a:pt x="1159" y="1081"/>
                  </a:lnTo>
                  <a:lnTo>
                    <a:pt x="1197" y="1081"/>
                  </a:lnTo>
                  <a:lnTo>
                    <a:pt x="1274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4" y="386"/>
                  </a:lnTo>
                  <a:lnTo>
                    <a:pt x="1159" y="232"/>
                  </a:lnTo>
                  <a:lnTo>
                    <a:pt x="1004" y="77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9"/>
            <p:cNvSpPr/>
            <p:nvPr/>
          </p:nvSpPr>
          <p:spPr>
            <a:xfrm>
              <a:off x="6734100" y="1914800"/>
              <a:ext cx="30925" cy="168950"/>
            </a:xfrm>
            <a:custGeom>
              <a:avLst/>
              <a:gdLst/>
              <a:ahLst/>
              <a:cxnLst/>
              <a:rect l="l" t="t" r="r" b="b"/>
              <a:pathLst>
                <a:path w="1237" h="6758" extrusionOk="0">
                  <a:moveTo>
                    <a:pt x="1120" y="0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7"/>
                  </a:lnTo>
                  <a:lnTo>
                    <a:pt x="850" y="116"/>
                  </a:lnTo>
                  <a:lnTo>
                    <a:pt x="541" y="1738"/>
                  </a:lnTo>
                  <a:lnTo>
                    <a:pt x="309" y="3398"/>
                  </a:lnTo>
                  <a:lnTo>
                    <a:pt x="116" y="5059"/>
                  </a:lnTo>
                  <a:lnTo>
                    <a:pt x="0" y="6719"/>
                  </a:lnTo>
                  <a:lnTo>
                    <a:pt x="232" y="6758"/>
                  </a:lnTo>
                  <a:lnTo>
                    <a:pt x="502" y="5136"/>
                  </a:lnTo>
                  <a:lnTo>
                    <a:pt x="773" y="3514"/>
                  </a:lnTo>
                  <a:lnTo>
                    <a:pt x="966" y="1854"/>
                  </a:lnTo>
                  <a:lnTo>
                    <a:pt x="1082" y="232"/>
                  </a:lnTo>
                  <a:lnTo>
                    <a:pt x="1236" y="77"/>
                  </a:lnTo>
                  <a:lnTo>
                    <a:pt x="1236" y="39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9"/>
            <p:cNvSpPr/>
            <p:nvPr/>
          </p:nvSpPr>
          <p:spPr>
            <a:xfrm>
              <a:off x="668675" y="1916725"/>
              <a:ext cx="350450" cy="288675"/>
            </a:xfrm>
            <a:custGeom>
              <a:avLst/>
              <a:gdLst/>
              <a:ahLst/>
              <a:cxnLst/>
              <a:rect l="l" t="t" r="r" b="b"/>
              <a:pathLst>
                <a:path w="14018" h="11547" extrusionOk="0">
                  <a:moveTo>
                    <a:pt x="11778" y="0"/>
                  </a:moveTo>
                  <a:lnTo>
                    <a:pt x="11469" y="78"/>
                  </a:lnTo>
                  <a:lnTo>
                    <a:pt x="11855" y="1931"/>
                  </a:lnTo>
                  <a:lnTo>
                    <a:pt x="12280" y="3746"/>
                  </a:lnTo>
                  <a:lnTo>
                    <a:pt x="11507" y="2781"/>
                  </a:lnTo>
                  <a:lnTo>
                    <a:pt x="10658" y="1893"/>
                  </a:lnTo>
                  <a:lnTo>
                    <a:pt x="10426" y="2086"/>
                  </a:lnTo>
                  <a:lnTo>
                    <a:pt x="11469" y="3437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8"/>
                  </a:lnTo>
                  <a:lnTo>
                    <a:pt x="13168" y="5522"/>
                  </a:lnTo>
                  <a:lnTo>
                    <a:pt x="13438" y="5715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0"/>
                  </a:lnTo>
                  <a:lnTo>
                    <a:pt x="13631" y="6681"/>
                  </a:lnTo>
                  <a:lnTo>
                    <a:pt x="13515" y="6912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3" y="7955"/>
                  </a:lnTo>
                  <a:lnTo>
                    <a:pt x="12203" y="8418"/>
                  </a:lnTo>
                  <a:lnTo>
                    <a:pt x="11739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2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0" y="11160"/>
                  </a:lnTo>
                  <a:lnTo>
                    <a:pt x="3630" y="11160"/>
                  </a:lnTo>
                  <a:lnTo>
                    <a:pt x="3012" y="11121"/>
                  </a:lnTo>
                  <a:lnTo>
                    <a:pt x="2356" y="11044"/>
                  </a:lnTo>
                  <a:lnTo>
                    <a:pt x="1661" y="10928"/>
                  </a:lnTo>
                  <a:lnTo>
                    <a:pt x="1352" y="10813"/>
                  </a:lnTo>
                  <a:lnTo>
                    <a:pt x="1081" y="10697"/>
                  </a:lnTo>
                  <a:lnTo>
                    <a:pt x="811" y="10542"/>
                  </a:lnTo>
                  <a:lnTo>
                    <a:pt x="618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1"/>
                  </a:lnTo>
                  <a:lnTo>
                    <a:pt x="386" y="9461"/>
                  </a:lnTo>
                  <a:lnTo>
                    <a:pt x="155" y="9422"/>
                  </a:lnTo>
                  <a:lnTo>
                    <a:pt x="39" y="9654"/>
                  </a:lnTo>
                  <a:lnTo>
                    <a:pt x="0" y="9886"/>
                  </a:lnTo>
                  <a:lnTo>
                    <a:pt x="39" y="10117"/>
                  </a:lnTo>
                  <a:lnTo>
                    <a:pt x="77" y="10311"/>
                  </a:lnTo>
                  <a:lnTo>
                    <a:pt x="193" y="10465"/>
                  </a:lnTo>
                  <a:lnTo>
                    <a:pt x="348" y="10619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7"/>
                  </a:lnTo>
                  <a:lnTo>
                    <a:pt x="2201" y="11353"/>
                  </a:lnTo>
                  <a:lnTo>
                    <a:pt x="2626" y="11430"/>
                  </a:lnTo>
                  <a:lnTo>
                    <a:pt x="3321" y="11508"/>
                  </a:lnTo>
                  <a:lnTo>
                    <a:pt x="3978" y="11546"/>
                  </a:lnTo>
                  <a:lnTo>
                    <a:pt x="4673" y="11546"/>
                  </a:lnTo>
                  <a:lnTo>
                    <a:pt x="5368" y="11508"/>
                  </a:lnTo>
                  <a:lnTo>
                    <a:pt x="6063" y="11430"/>
                  </a:lnTo>
                  <a:lnTo>
                    <a:pt x="6758" y="11315"/>
                  </a:lnTo>
                  <a:lnTo>
                    <a:pt x="7414" y="11160"/>
                  </a:lnTo>
                  <a:lnTo>
                    <a:pt x="8071" y="11006"/>
                  </a:lnTo>
                  <a:lnTo>
                    <a:pt x="8727" y="10774"/>
                  </a:lnTo>
                  <a:lnTo>
                    <a:pt x="9345" y="10542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1" y="9654"/>
                  </a:lnTo>
                  <a:lnTo>
                    <a:pt x="11701" y="9268"/>
                  </a:lnTo>
                  <a:lnTo>
                    <a:pt x="12241" y="8882"/>
                  </a:lnTo>
                  <a:lnTo>
                    <a:pt x="12743" y="8457"/>
                  </a:lnTo>
                  <a:lnTo>
                    <a:pt x="13168" y="8071"/>
                  </a:lnTo>
                  <a:lnTo>
                    <a:pt x="13554" y="7646"/>
                  </a:lnTo>
                  <a:lnTo>
                    <a:pt x="13747" y="7376"/>
                  </a:lnTo>
                  <a:lnTo>
                    <a:pt x="13863" y="7144"/>
                  </a:lnTo>
                  <a:lnTo>
                    <a:pt x="13979" y="6874"/>
                  </a:lnTo>
                  <a:lnTo>
                    <a:pt x="14017" y="6565"/>
                  </a:lnTo>
                  <a:lnTo>
                    <a:pt x="14017" y="6333"/>
                  </a:lnTo>
                  <a:lnTo>
                    <a:pt x="14017" y="6140"/>
                  </a:lnTo>
                  <a:lnTo>
                    <a:pt x="13940" y="5908"/>
                  </a:lnTo>
                  <a:lnTo>
                    <a:pt x="13863" y="5715"/>
                  </a:lnTo>
                  <a:lnTo>
                    <a:pt x="13747" y="5522"/>
                  </a:lnTo>
                  <a:lnTo>
                    <a:pt x="13593" y="5368"/>
                  </a:lnTo>
                  <a:lnTo>
                    <a:pt x="13438" y="5252"/>
                  </a:lnTo>
                  <a:lnTo>
                    <a:pt x="13245" y="5136"/>
                  </a:lnTo>
                  <a:lnTo>
                    <a:pt x="13091" y="5136"/>
                  </a:lnTo>
                  <a:lnTo>
                    <a:pt x="12820" y="3823"/>
                  </a:lnTo>
                  <a:lnTo>
                    <a:pt x="12511" y="2549"/>
                  </a:lnTo>
                  <a:lnTo>
                    <a:pt x="12164" y="1275"/>
                  </a:lnTo>
                  <a:lnTo>
                    <a:pt x="117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9"/>
            <p:cNvSpPr/>
            <p:nvPr/>
          </p:nvSpPr>
          <p:spPr>
            <a:xfrm>
              <a:off x="6761125" y="1916725"/>
              <a:ext cx="121675" cy="144825"/>
            </a:xfrm>
            <a:custGeom>
              <a:avLst/>
              <a:gdLst/>
              <a:ahLst/>
              <a:cxnLst/>
              <a:rect l="l" t="t" r="r" b="b"/>
              <a:pathLst>
                <a:path w="4867" h="5793" extrusionOk="0">
                  <a:moveTo>
                    <a:pt x="155" y="0"/>
                  </a:moveTo>
                  <a:lnTo>
                    <a:pt x="1" y="155"/>
                  </a:lnTo>
                  <a:lnTo>
                    <a:pt x="1198" y="1545"/>
                  </a:lnTo>
                  <a:lnTo>
                    <a:pt x="2356" y="2935"/>
                  </a:lnTo>
                  <a:lnTo>
                    <a:pt x="2897" y="3630"/>
                  </a:lnTo>
                  <a:lnTo>
                    <a:pt x="3476" y="4402"/>
                  </a:lnTo>
                  <a:lnTo>
                    <a:pt x="4055" y="5098"/>
                  </a:lnTo>
                  <a:lnTo>
                    <a:pt x="4326" y="5445"/>
                  </a:lnTo>
                  <a:lnTo>
                    <a:pt x="4634" y="5793"/>
                  </a:lnTo>
                  <a:lnTo>
                    <a:pt x="4828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4" y="5252"/>
                  </a:lnTo>
                  <a:lnTo>
                    <a:pt x="4403" y="4866"/>
                  </a:lnTo>
                  <a:lnTo>
                    <a:pt x="3862" y="4171"/>
                  </a:lnTo>
                  <a:lnTo>
                    <a:pt x="2704" y="2781"/>
                  </a:lnTo>
                  <a:lnTo>
                    <a:pt x="1468" y="1352"/>
                  </a:lnTo>
                  <a:lnTo>
                    <a:pt x="812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9"/>
            <p:cNvSpPr/>
            <p:nvPr/>
          </p:nvSpPr>
          <p:spPr>
            <a:xfrm>
              <a:off x="5030225" y="1918650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5" y="1"/>
                  </a:moveTo>
                  <a:lnTo>
                    <a:pt x="348" y="889"/>
                  </a:lnTo>
                  <a:lnTo>
                    <a:pt x="232" y="1816"/>
                  </a:lnTo>
                  <a:lnTo>
                    <a:pt x="155" y="3630"/>
                  </a:lnTo>
                  <a:lnTo>
                    <a:pt x="0" y="7260"/>
                  </a:lnTo>
                  <a:lnTo>
                    <a:pt x="193" y="7260"/>
                  </a:lnTo>
                  <a:lnTo>
                    <a:pt x="425" y="5484"/>
                  </a:lnTo>
                  <a:lnTo>
                    <a:pt x="579" y="3669"/>
                  </a:lnTo>
                  <a:lnTo>
                    <a:pt x="695" y="1854"/>
                  </a:lnTo>
                  <a:lnTo>
                    <a:pt x="695" y="927"/>
                  </a:lnTo>
                  <a:lnTo>
                    <a:pt x="695" y="39"/>
                  </a:lnTo>
                  <a:lnTo>
                    <a:pt x="42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9"/>
            <p:cNvSpPr/>
            <p:nvPr/>
          </p:nvSpPr>
          <p:spPr>
            <a:xfrm>
              <a:off x="6615350" y="1924450"/>
              <a:ext cx="61825" cy="160275"/>
            </a:xfrm>
            <a:custGeom>
              <a:avLst/>
              <a:gdLst/>
              <a:ahLst/>
              <a:cxnLst/>
              <a:rect l="l" t="t" r="r" b="b"/>
              <a:pathLst>
                <a:path w="2473" h="6411" extrusionOk="0">
                  <a:moveTo>
                    <a:pt x="310" y="0"/>
                  </a:moveTo>
                  <a:lnTo>
                    <a:pt x="1" y="78"/>
                  </a:lnTo>
                  <a:lnTo>
                    <a:pt x="194" y="927"/>
                  </a:lnTo>
                  <a:lnTo>
                    <a:pt x="426" y="1777"/>
                  </a:lnTo>
                  <a:lnTo>
                    <a:pt x="657" y="2626"/>
                  </a:lnTo>
                  <a:lnTo>
                    <a:pt x="928" y="3476"/>
                  </a:lnTo>
                  <a:lnTo>
                    <a:pt x="1507" y="5097"/>
                  </a:lnTo>
                  <a:lnTo>
                    <a:pt x="1738" y="5754"/>
                  </a:lnTo>
                  <a:lnTo>
                    <a:pt x="1661" y="5715"/>
                  </a:lnTo>
                  <a:lnTo>
                    <a:pt x="1584" y="5793"/>
                  </a:lnTo>
                  <a:lnTo>
                    <a:pt x="1545" y="5870"/>
                  </a:lnTo>
                  <a:lnTo>
                    <a:pt x="1777" y="5908"/>
                  </a:lnTo>
                  <a:lnTo>
                    <a:pt x="1932" y="6140"/>
                  </a:lnTo>
                  <a:lnTo>
                    <a:pt x="2086" y="6333"/>
                  </a:lnTo>
                  <a:lnTo>
                    <a:pt x="2125" y="6410"/>
                  </a:lnTo>
                  <a:lnTo>
                    <a:pt x="2318" y="6410"/>
                  </a:lnTo>
                  <a:lnTo>
                    <a:pt x="2356" y="6333"/>
                  </a:lnTo>
                  <a:lnTo>
                    <a:pt x="2434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5" y="5599"/>
                  </a:lnTo>
                  <a:lnTo>
                    <a:pt x="1970" y="5213"/>
                  </a:lnTo>
                  <a:lnTo>
                    <a:pt x="1738" y="4441"/>
                  </a:lnTo>
                  <a:lnTo>
                    <a:pt x="1198" y="2935"/>
                  </a:lnTo>
                  <a:lnTo>
                    <a:pt x="734" y="1468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9"/>
            <p:cNvSpPr/>
            <p:nvPr/>
          </p:nvSpPr>
          <p:spPr>
            <a:xfrm>
              <a:off x="3366875" y="1926375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1" y="2317"/>
                  </a:lnTo>
                  <a:lnTo>
                    <a:pt x="6449" y="3901"/>
                  </a:lnTo>
                  <a:lnTo>
                    <a:pt x="6527" y="6990"/>
                  </a:lnTo>
                  <a:lnTo>
                    <a:pt x="3515" y="6758"/>
                  </a:lnTo>
                  <a:lnTo>
                    <a:pt x="2009" y="6642"/>
                  </a:lnTo>
                  <a:lnTo>
                    <a:pt x="503" y="6604"/>
                  </a:lnTo>
                  <a:lnTo>
                    <a:pt x="1352" y="5986"/>
                  </a:lnTo>
                  <a:lnTo>
                    <a:pt x="2202" y="5291"/>
                  </a:lnTo>
                  <a:lnTo>
                    <a:pt x="2974" y="4557"/>
                  </a:lnTo>
                  <a:lnTo>
                    <a:pt x="3708" y="3823"/>
                  </a:lnTo>
                  <a:lnTo>
                    <a:pt x="4441" y="3090"/>
                  </a:lnTo>
                  <a:lnTo>
                    <a:pt x="5137" y="2356"/>
                  </a:lnTo>
                  <a:lnTo>
                    <a:pt x="5793" y="1584"/>
                  </a:lnTo>
                  <a:lnTo>
                    <a:pt x="6449" y="773"/>
                  </a:lnTo>
                  <a:close/>
                  <a:moveTo>
                    <a:pt x="6720" y="1"/>
                  </a:moveTo>
                  <a:lnTo>
                    <a:pt x="6643" y="39"/>
                  </a:lnTo>
                  <a:lnTo>
                    <a:pt x="6565" y="39"/>
                  </a:lnTo>
                  <a:lnTo>
                    <a:pt x="6488" y="116"/>
                  </a:lnTo>
                  <a:lnTo>
                    <a:pt x="4982" y="1854"/>
                  </a:lnTo>
                  <a:lnTo>
                    <a:pt x="4210" y="2704"/>
                  </a:lnTo>
                  <a:lnTo>
                    <a:pt x="3438" y="3515"/>
                  </a:lnTo>
                  <a:lnTo>
                    <a:pt x="2588" y="4287"/>
                  </a:lnTo>
                  <a:lnTo>
                    <a:pt x="1738" y="5059"/>
                  </a:lnTo>
                  <a:lnTo>
                    <a:pt x="889" y="5793"/>
                  </a:lnTo>
                  <a:lnTo>
                    <a:pt x="39" y="6604"/>
                  </a:lnTo>
                  <a:lnTo>
                    <a:pt x="1" y="6642"/>
                  </a:lnTo>
                  <a:lnTo>
                    <a:pt x="1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1" y="6913"/>
                  </a:lnTo>
                  <a:lnTo>
                    <a:pt x="39" y="6990"/>
                  </a:lnTo>
                  <a:lnTo>
                    <a:pt x="117" y="7144"/>
                  </a:lnTo>
                  <a:lnTo>
                    <a:pt x="387" y="6990"/>
                  </a:lnTo>
                  <a:lnTo>
                    <a:pt x="1893" y="7144"/>
                  </a:lnTo>
                  <a:lnTo>
                    <a:pt x="3438" y="7299"/>
                  </a:lnTo>
                  <a:lnTo>
                    <a:pt x="6527" y="7453"/>
                  </a:lnTo>
                  <a:lnTo>
                    <a:pt x="6565" y="9307"/>
                  </a:lnTo>
                  <a:lnTo>
                    <a:pt x="6527" y="12628"/>
                  </a:lnTo>
                  <a:lnTo>
                    <a:pt x="6951" y="12628"/>
                  </a:lnTo>
                  <a:lnTo>
                    <a:pt x="6990" y="9461"/>
                  </a:lnTo>
                  <a:lnTo>
                    <a:pt x="6990" y="7492"/>
                  </a:lnTo>
                  <a:lnTo>
                    <a:pt x="8651" y="7569"/>
                  </a:lnTo>
                  <a:lnTo>
                    <a:pt x="10311" y="7646"/>
                  </a:lnTo>
                  <a:lnTo>
                    <a:pt x="10311" y="7183"/>
                  </a:lnTo>
                  <a:lnTo>
                    <a:pt x="8651" y="7106"/>
                  </a:lnTo>
                  <a:lnTo>
                    <a:pt x="6990" y="7028"/>
                  </a:lnTo>
                  <a:lnTo>
                    <a:pt x="7029" y="5368"/>
                  </a:lnTo>
                  <a:lnTo>
                    <a:pt x="6990" y="3708"/>
                  </a:lnTo>
                  <a:lnTo>
                    <a:pt x="6951" y="2047"/>
                  </a:lnTo>
                  <a:lnTo>
                    <a:pt x="6797" y="387"/>
                  </a:lnTo>
                  <a:lnTo>
                    <a:pt x="6990" y="194"/>
                  </a:lnTo>
                  <a:lnTo>
                    <a:pt x="6836" y="39"/>
                  </a:lnTo>
                  <a:lnTo>
                    <a:pt x="67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9"/>
            <p:cNvSpPr/>
            <p:nvPr/>
          </p:nvSpPr>
          <p:spPr>
            <a:xfrm>
              <a:off x="6625000" y="1926375"/>
              <a:ext cx="355300" cy="170900"/>
            </a:xfrm>
            <a:custGeom>
              <a:avLst/>
              <a:gdLst/>
              <a:ahLst/>
              <a:cxnLst/>
              <a:rect l="l" t="t" r="r" b="b"/>
              <a:pathLst>
                <a:path w="14212" h="6836" extrusionOk="0">
                  <a:moveTo>
                    <a:pt x="117" y="1"/>
                  </a:moveTo>
                  <a:lnTo>
                    <a:pt x="1" y="39"/>
                  </a:lnTo>
                  <a:lnTo>
                    <a:pt x="1970" y="3206"/>
                  </a:lnTo>
                  <a:lnTo>
                    <a:pt x="4056" y="6333"/>
                  </a:lnTo>
                  <a:lnTo>
                    <a:pt x="3554" y="6295"/>
                  </a:lnTo>
                  <a:lnTo>
                    <a:pt x="3052" y="6179"/>
                  </a:lnTo>
                  <a:lnTo>
                    <a:pt x="2588" y="6024"/>
                  </a:lnTo>
                  <a:lnTo>
                    <a:pt x="2125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6"/>
                  </a:lnTo>
                  <a:lnTo>
                    <a:pt x="3283" y="6642"/>
                  </a:lnTo>
                  <a:lnTo>
                    <a:pt x="3708" y="6720"/>
                  </a:lnTo>
                  <a:lnTo>
                    <a:pt x="4133" y="6797"/>
                  </a:lnTo>
                  <a:lnTo>
                    <a:pt x="4596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9" y="6642"/>
                  </a:lnTo>
                  <a:lnTo>
                    <a:pt x="8149" y="6488"/>
                  </a:lnTo>
                  <a:lnTo>
                    <a:pt x="8960" y="6295"/>
                  </a:lnTo>
                  <a:lnTo>
                    <a:pt x="9771" y="6024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8" y="4673"/>
                  </a:lnTo>
                  <a:lnTo>
                    <a:pt x="12667" y="4403"/>
                  </a:lnTo>
                  <a:lnTo>
                    <a:pt x="12976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8"/>
                  </a:lnTo>
                  <a:lnTo>
                    <a:pt x="13980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3" y="2163"/>
                  </a:lnTo>
                  <a:lnTo>
                    <a:pt x="14173" y="2124"/>
                  </a:lnTo>
                  <a:lnTo>
                    <a:pt x="13864" y="2124"/>
                  </a:lnTo>
                  <a:lnTo>
                    <a:pt x="13825" y="2163"/>
                  </a:lnTo>
                  <a:lnTo>
                    <a:pt x="13555" y="2704"/>
                  </a:lnTo>
                  <a:lnTo>
                    <a:pt x="13207" y="3167"/>
                  </a:lnTo>
                  <a:lnTo>
                    <a:pt x="12860" y="3630"/>
                  </a:lnTo>
                  <a:lnTo>
                    <a:pt x="12474" y="4016"/>
                  </a:lnTo>
                  <a:lnTo>
                    <a:pt x="12010" y="4364"/>
                  </a:lnTo>
                  <a:lnTo>
                    <a:pt x="11547" y="4712"/>
                  </a:lnTo>
                  <a:lnTo>
                    <a:pt x="11083" y="4982"/>
                  </a:lnTo>
                  <a:lnTo>
                    <a:pt x="10543" y="5252"/>
                  </a:lnTo>
                  <a:lnTo>
                    <a:pt x="10350" y="5252"/>
                  </a:lnTo>
                  <a:lnTo>
                    <a:pt x="10350" y="5368"/>
                  </a:lnTo>
                  <a:lnTo>
                    <a:pt x="10273" y="5368"/>
                  </a:lnTo>
                  <a:lnTo>
                    <a:pt x="10079" y="5407"/>
                  </a:lnTo>
                  <a:lnTo>
                    <a:pt x="10157" y="5445"/>
                  </a:lnTo>
                  <a:lnTo>
                    <a:pt x="9500" y="5677"/>
                  </a:lnTo>
                  <a:lnTo>
                    <a:pt x="8844" y="5870"/>
                  </a:lnTo>
                  <a:lnTo>
                    <a:pt x="7840" y="6102"/>
                  </a:lnTo>
                  <a:lnTo>
                    <a:pt x="6759" y="6295"/>
                  </a:lnTo>
                  <a:lnTo>
                    <a:pt x="6218" y="6333"/>
                  </a:lnTo>
                  <a:lnTo>
                    <a:pt x="5677" y="6411"/>
                  </a:lnTo>
                  <a:lnTo>
                    <a:pt x="4558" y="6411"/>
                  </a:lnTo>
                  <a:lnTo>
                    <a:pt x="4596" y="6295"/>
                  </a:lnTo>
                  <a:lnTo>
                    <a:pt x="4364" y="6256"/>
                  </a:lnTo>
                  <a:lnTo>
                    <a:pt x="3399" y="4634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7" name="Google Shape;2107;p9"/>
            <p:cNvSpPr/>
            <p:nvPr/>
          </p:nvSpPr>
          <p:spPr>
            <a:xfrm>
              <a:off x="3536800" y="1931200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3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6" y="7492"/>
                  </a:lnTo>
                  <a:lnTo>
                    <a:pt x="6371" y="7453"/>
                  </a:lnTo>
                  <a:lnTo>
                    <a:pt x="6371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59" y="12087"/>
                  </a:lnTo>
                  <a:lnTo>
                    <a:pt x="1583" y="14983"/>
                  </a:lnTo>
                  <a:lnTo>
                    <a:pt x="772" y="16451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50"/>
                  </a:lnTo>
                  <a:lnTo>
                    <a:pt x="1158" y="16759"/>
                  </a:lnTo>
                  <a:lnTo>
                    <a:pt x="1969" y="15369"/>
                  </a:lnTo>
                  <a:lnTo>
                    <a:pt x="2780" y="13979"/>
                  </a:lnTo>
                  <a:lnTo>
                    <a:pt x="3591" y="12589"/>
                  </a:lnTo>
                  <a:lnTo>
                    <a:pt x="4441" y="11199"/>
                  </a:lnTo>
                  <a:lnTo>
                    <a:pt x="5290" y="9809"/>
                  </a:lnTo>
                  <a:lnTo>
                    <a:pt x="5715" y="9191"/>
                  </a:lnTo>
                  <a:lnTo>
                    <a:pt x="6178" y="8612"/>
                  </a:lnTo>
                  <a:lnTo>
                    <a:pt x="6603" y="8033"/>
                  </a:lnTo>
                  <a:lnTo>
                    <a:pt x="6989" y="7453"/>
                  </a:lnTo>
                  <a:lnTo>
                    <a:pt x="6989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89" y="7067"/>
                  </a:lnTo>
                  <a:lnTo>
                    <a:pt x="6873" y="7029"/>
                  </a:lnTo>
                  <a:lnTo>
                    <a:pt x="6835" y="7029"/>
                  </a:lnTo>
                  <a:lnTo>
                    <a:pt x="6101" y="6102"/>
                  </a:lnTo>
                  <a:lnTo>
                    <a:pt x="5290" y="5175"/>
                  </a:lnTo>
                  <a:lnTo>
                    <a:pt x="3668" y="3437"/>
                  </a:lnTo>
                  <a:lnTo>
                    <a:pt x="1969" y="1700"/>
                  </a:lnTo>
                  <a:lnTo>
                    <a:pt x="1081" y="812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8" name="Google Shape;2108;p9"/>
            <p:cNvSpPr/>
            <p:nvPr/>
          </p:nvSpPr>
          <p:spPr>
            <a:xfrm>
              <a:off x="902300" y="1957275"/>
              <a:ext cx="17400" cy="181500"/>
            </a:xfrm>
            <a:custGeom>
              <a:avLst/>
              <a:gdLst/>
              <a:ahLst/>
              <a:cxnLst/>
              <a:rect l="l" t="t" r="r" b="b"/>
              <a:pathLst>
                <a:path w="696" h="7260" extrusionOk="0">
                  <a:moveTo>
                    <a:pt x="425" y="0"/>
                  </a:moveTo>
                  <a:lnTo>
                    <a:pt x="348" y="888"/>
                  </a:lnTo>
                  <a:lnTo>
                    <a:pt x="232" y="1815"/>
                  </a:lnTo>
                  <a:lnTo>
                    <a:pt x="154" y="3630"/>
                  </a:lnTo>
                  <a:lnTo>
                    <a:pt x="0" y="7260"/>
                  </a:lnTo>
                  <a:lnTo>
                    <a:pt x="193" y="7260"/>
                  </a:lnTo>
                  <a:lnTo>
                    <a:pt x="425" y="5484"/>
                  </a:lnTo>
                  <a:lnTo>
                    <a:pt x="579" y="3669"/>
                  </a:lnTo>
                  <a:lnTo>
                    <a:pt x="695" y="1854"/>
                  </a:lnTo>
                  <a:lnTo>
                    <a:pt x="695" y="927"/>
                  </a:lnTo>
                  <a:lnTo>
                    <a:pt x="695" y="39"/>
                  </a:lnTo>
                  <a:lnTo>
                    <a:pt x="42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" name="Google Shape;2109;p9"/>
            <p:cNvSpPr/>
            <p:nvPr/>
          </p:nvSpPr>
          <p:spPr>
            <a:xfrm>
              <a:off x="4880575" y="1957275"/>
              <a:ext cx="30925" cy="168950"/>
            </a:xfrm>
            <a:custGeom>
              <a:avLst/>
              <a:gdLst/>
              <a:ahLst/>
              <a:cxnLst/>
              <a:rect l="l" t="t" r="r" b="b"/>
              <a:pathLst>
                <a:path w="1237" h="6758" extrusionOk="0">
                  <a:moveTo>
                    <a:pt x="1121" y="0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7"/>
                  </a:lnTo>
                  <a:lnTo>
                    <a:pt x="850" y="116"/>
                  </a:lnTo>
                  <a:lnTo>
                    <a:pt x="542" y="1738"/>
                  </a:lnTo>
                  <a:lnTo>
                    <a:pt x="310" y="3398"/>
                  </a:lnTo>
                  <a:lnTo>
                    <a:pt x="117" y="5059"/>
                  </a:lnTo>
                  <a:lnTo>
                    <a:pt x="1" y="6719"/>
                  </a:lnTo>
                  <a:lnTo>
                    <a:pt x="233" y="6758"/>
                  </a:lnTo>
                  <a:lnTo>
                    <a:pt x="503" y="5136"/>
                  </a:lnTo>
                  <a:lnTo>
                    <a:pt x="773" y="3514"/>
                  </a:lnTo>
                  <a:lnTo>
                    <a:pt x="966" y="1854"/>
                  </a:lnTo>
                  <a:lnTo>
                    <a:pt x="1082" y="232"/>
                  </a:lnTo>
                  <a:lnTo>
                    <a:pt x="1237" y="77"/>
                  </a:lnTo>
                  <a:lnTo>
                    <a:pt x="1237" y="39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" name="Google Shape;2110;p9"/>
            <p:cNvSpPr/>
            <p:nvPr/>
          </p:nvSpPr>
          <p:spPr>
            <a:xfrm>
              <a:off x="4907625" y="1959200"/>
              <a:ext cx="121650" cy="144825"/>
            </a:xfrm>
            <a:custGeom>
              <a:avLst/>
              <a:gdLst/>
              <a:ahLst/>
              <a:cxnLst/>
              <a:rect l="l" t="t" r="r" b="b"/>
              <a:pathLst>
                <a:path w="4866" h="5793" extrusionOk="0">
                  <a:moveTo>
                    <a:pt x="155" y="0"/>
                  </a:moveTo>
                  <a:lnTo>
                    <a:pt x="0" y="155"/>
                  </a:lnTo>
                  <a:lnTo>
                    <a:pt x="1197" y="1545"/>
                  </a:lnTo>
                  <a:lnTo>
                    <a:pt x="2356" y="2935"/>
                  </a:lnTo>
                  <a:lnTo>
                    <a:pt x="2896" y="3630"/>
                  </a:lnTo>
                  <a:lnTo>
                    <a:pt x="3475" y="4403"/>
                  </a:lnTo>
                  <a:lnTo>
                    <a:pt x="4055" y="5098"/>
                  </a:lnTo>
                  <a:lnTo>
                    <a:pt x="4325" y="5445"/>
                  </a:lnTo>
                  <a:lnTo>
                    <a:pt x="4634" y="5793"/>
                  </a:lnTo>
                  <a:lnTo>
                    <a:pt x="4827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4" y="5252"/>
                  </a:lnTo>
                  <a:lnTo>
                    <a:pt x="4402" y="4866"/>
                  </a:lnTo>
                  <a:lnTo>
                    <a:pt x="3862" y="4171"/>
                  </a:lnTo>
                  <a:lnTo>
                    <a:pt x="2703" y="2781"/>
                  </a:lnTo>
                  <a:lnTo>
                    <a:pt x="1467" y="1352"/>
                  </a:lnTo>
                  <a:lnTo>
                    <a:pt x="811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" name="Google Shape;2111;p9"/>
            <p:cNvSpPr/>
            <p:nvPr/>
          </p:nvSpPr>
          <p:spPr>
            <a:xfrm>
              <a:off x="4761850" y="1966925"/>
              <a:ext cx="61800" cy="160275"/>
            </a:xfrm>
            <a:custGeom>
              <a:avLst/>
              <a:gdLst/>
              <a:ahLst/>
              <a:cxnLst/>
              <a:rect l="l" t="t" r="r" b="b"/>
              <a:pathLst>
                <a:path w="2472" h="6411" extrusionOk="0">
                  <a:moveTo>
                    <a:pt x="309" y="0"/>
                  </a:moveTo>
                  <a:lnTo>
                    <a:pt x="0" y="78"/>
                  </a:lnTo>
                  <a:lnTo>
                    <a:pt x="193" y="927"/>
                  </a:lnTo>
                  <a:lnTo>
                    <a:pt x="425" y="1777"/>
                  </a:lnTo>
                  <a:lnTo>
                    <a:pt x="657" y="2626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4"/>
                  </a:lnTo>
                  <a:lnTo>
                    <a:pt x="1661" y="5715"/>
                  </a:lnTo>
                  <a:lnTo>
                    <a:pt x="1583" y="5793"/>
                  </a:lnTo>
                  <a:lnTo>
                    <a:pt x="1545" y="5870"/>
                  </a:lnTo>
                  <a:lnTo>
                    <a:pt x="1777" y="5908"/>
                  </a:lnTo>
                  <a:lnTo>
                    <a:pt x="1931" y="6140"/>
                  </a:lnTo>
                  <a:lnTo>
                    <a:pt x="2085" y="6333"/>
                  </a:lnTo>
                  <a:lnTo>
                    <a:pt x="2124" y="6410"/>
                  </a:lnTo>
                  <a:lnTo>
                    <a:pt x="2317" y="6410"/>
                  </a:lnTo>
                  <a:lnTo>
                    <a:pt x="2356" y="6333"/>
                  </a:lnTo>
                  <a:lnTo>
                    <a:pt x="2433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4" y="5600"/>
                  </a:lnTo>
                  <a:lnTo>
                    <a:pt x="1970" y="5213"/>
                  </a:lnTo>
                  <a:lnTo>
                    <a:pt x="1738" y="4441"/>
                  </a:lnTo>
                  <a:lnTo>
                    <a:pt x="1197" y="2935"/>
                  </a:lnTo>
                  <a:lnTo>
                    <a:pt x="734" y="1468"/>
                  </a:lnTo>
                  <a:lnTo>
                    <a:pt x="30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" name="Google Shape;2112;p9"/>
            <p:cNvSpPr/>
            <p:nvPr/>
          </p:nvSpPr>
          <p:spPr>
            <a:xfrm>
              <a:off x="4771500" y="1968850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1"/>
                  </a:moveTo>
                  <a:lnTo>
                    <a:pt x="0" y="39"/>
                  </a:lnTo>
                  <a:lnTo>
                    <a:pt x="1970" y="3206"/>
                  </a:lnTo>
                  <a:lnTo>
                    <a:pt x="4055" y="6333"/>
                  </a:lnTo>
                  <a:lnTo>
                    <a:pt x="3553" y="6295"/>
                  </a:lnTo>
                  <a:lnTo>
                    <a:pt x="3051" y="6179"/>
                  </a:lnTo>
                  <a:lnTo>
                    <a:pt x="2588" y="6025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7"/>
                  </a:lnTo>
                  <a:lnTo>
                    <a:pt x="3283" y="6642"/>
                  </a:lnTo>
                  <a:lnTo>
                    <a:pt x="3707" y="6720"/>
                  </a:lnTo>
                  <a:lnTo>
                    <a:pt x="4132" y="6797"/>
                  </a:lnTo>
                  <a:lnTo>
                    <a:pt x="4596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9" y="6642"/>
                  </a:lnTo>
                  <a:lnTo>
                    <a:pt x="8148" y="6488"/>
                  </a:lnTo>
                  <a:lnTo>
                    <a:pt x="8959" y="6295"/>
                  </a:lnTo>
                  <a:lnTo>
                    <a:pt x="9770" y="6025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7" y="4673"/>
                  </a:lnTo>
                  <a:lnTo>
                    <a:pt x="12666" y="4403"/>
                  </a:lnTo>
                  <a:lnTo>
                    <a:pt x="12975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8"/>
                  </a:lnTo>
                  <a:lnTo>
                    <a:pt x="13979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2" y="2163"/>
                  </a:lnTo>
                  <a:lnTo>
                    <a:pt x="14172" y="2124"/>
                  </a:lnTo>
                  <a:lnTo>
                    <a:pt x="13863" y="2124"/>
                  </a:lnTo>
                  <a:lnTo>
                    <a:pt x="13825" y="2163"/>
                  </a:lnTo>
                  <a:lnTo>
                    <a:pt x="13554" y="2704"/>
                  </a:lnTo>
                  <a:lnTo>
                    <a:pt x="13207" y="3167"/>
                  </a:lnTo>
                  <a:lnTo>
                    <a:pt x="12859" y="3630"/>
                  </a:lnTo>
                  <a:lnTo>
                    <a:pt x="12473" y="4017"/>
                  </a:lnTo>
                  <a:lnTo>
                    <a:pt x="12010" y="4364"/>
                  </a:lnTo>
                  <a:lnTo>
                    <a:pt x="11546" y="4712"/>
                  </a:lnTo>
                  <a:lnTo>
                    <a:pt x="11083" y="4982"/>
                  </a:lnTo>
                  <a:lnTo>
                    <a:pt x="10542" y="5252"/>
                  </a:lnTo>
                  <a:lnTo>
                    <a:pt x="10349" y="5252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7"/>
                  </a:lnTo>
                  <a:lnTo>
                    <a:pt x="10156" y="5445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2"/>
                  </a:lnTo>
                  <a:lnTo>
                    <a:pt x="6758" y="6295"/>
                  </a:lnTo>
                  <a:lnTo>
                    <a:pt x="6217" y="6333"/>
                  </a:lnTo>
                  <a:lnTo>
                    <a:pt x="5677" y="6411"/>
                  </a:lnTo>
                  <a:lnTo>
                    <a:pt x="4557" y="6411"/>
                  </a:lnTo>
                  <a:lnTo>
                    <a:pt x="4596" y="6295"/>
                  </a:lnTo>
                  <a:lnTo>
                    <a:pt x="4364" y="6256"/>
                  </a:lnTo>
                  <a:lnTo>
                    <a:pt x="3399" y="4634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" name="Google Shape;2113;p9"/>
            <p:cNvSpPr/>
            <p:nvPr/>
          </p:nvSpPr>
          <p:spPr>
            <a:xfrm>
              <a:off x="5286050" y="1976575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0" y="2317"/>
                  </a:lnTo>
                  <a:lnTo>
                    <a:pt x="6449" y="3901"/>
                  </a:lnTo>
                  <a:lnTo>
                    <a:pt x="6526" y="6990"/>
                  </a:lnTo>
                  <a:lnTo>
                    <a:pt x="3514" y="6758"/>
                  </a:lnTo>
                  <a:lnTo>
                    <a:pt x="2008" y="6642"/>
                  </a:lnTo>
                  <a:lnTo>
                    <a:pt x="502" y="6604"/>
                  </a:lnTo>
                  <a:lnTo>
                    <a:pt x="1352" y="5986"/>
                  </a:lnTo>
                  <a:lnTo>
                    <a:pt x="2201" y="5291"/>
                  </a:lnTo>
                  <a:lnTo>
                    <a:pt x="2973" y="4557"/>
                  </a:lnTo>
                  <a:lnTo>
                    <a:pt x="3707" y="3823"/>
                  </a:lnTo>
                  <a:lnTo>
                    <a:pt x="4441" y="3090"/>
                  </a:lnTo>
                  <a:lnTo>
                    <a:pt x="5136" y="2356"/>
                  </a:lnTo>
                  <a:lnTo>
                    <a:pt x="5792" y="1584"/>
                  </a:lnTo>
                  <a:lnTo>
                    <a:pt x="6449" y="773"/>
                  </a:lnTo>
                  <a:close/>
                  <a:moveTo>
                    <a:pt x="6719" y="1"/>
                  </a:moveTo>
                  <a:lnTo>
                    <a:pt x="6642" y="39"/>
                  </a:lnTo>
                  <a:lnTo>
                    <a:pt x="6565" y="39"/>
                  </a:lnTo>
                  <a:lnTo>
                    <a:pt x="6487" y="116"/>
                  </a:lnTo>
                  <a:lnTo>
                    <a:pt x="4981" y="1854"/>
                  </a:lnTo>
                  <a:lnTo>
                    <a:pt x="4209" y="2704"/>
                  </a:lnTo>
                  <a:lnTo>
                    <a:pt x="3437" y="3514"/>
                  </a:lnTo>
                  <a:lnTo>
                    <a:pt x="2587" y="4287"/>
                  </a:lnTo>
                  <a:lnTo>
                    <a:pt x="1738" y="5059"/>
                  </a:lnTo>
                  <a:lnTo>
                    <a:pt x="888" y="5793"/>
                  </a:lnTo>
                  <a:lnTo>
                    <a:pt x="39" y="6604"/>
                  </a:lnTo>
                  <a:lnTo>
                    <a:pt x="0" y="6642"/>
                  </a:lnTo>
                  <a:lnTo>
                    <a:pt x="0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0" y="6913"/>
                  </a:lnTo>
                  <a:lnTo>
                    <a:pt x="39" y="6990"/>
                  </a:lnTo>
                  <a:lnTo>
                    <a:pt x="116" y="7144"/>
                  </a:lnTo>
                  <a:lnTo>
                    <a:pt x="386" y="6990"/>
                  </a:lnTo>
                  <a:lnTo>
                    <a:pt x="1892" y="7144"/>
                  </a:lnTo>
                  <a:lnTo>
                    <a:pt x="3437" y="7299"/>
                  </a:lnTo>
                  <a:lnTo>
                    <a:pt x="6526" y="7453"/>
                  </a:lnTo>
                  <a:lnTo>
                    <a:pt x="6565" y="9307"/>
                  </a:lnTo>
                  <a:lnTo>
                    <a:pt x="6526" y="12628"/>
                  </a:lnTo>
                  <a:lnTo>
                    <a:pt x="6951" y="12628"/>
                  </a:lnTo>
                  <a:lnTo>
                    <a:pt x="6989" y="9461"/>
                  </a:lnTo>
                  <a:lnTo>
                    <a:pt x="6989" y="7492"/>
                  </a:lnTo>
                  <a:lnTo>
                    <a:pt x="8650" y="7569"/>
                  </a:lnTo>
                  <a:lnTo>
                    <a:pt x="10310" y="7646"/>
                  </a:lnTo>
                  <a:lnTo>
                    <a:pt x="10310" y="7183"/>
                  </a:lnTo>
                  <a:lnTo>
                    <a:pt x="8650" y="7106"/>
                  </a:lnTo>
                  <a:lnTo>
                    <a:pt x="6989" y="7028"/>
                  </a:lnTo>
                  <a:lnTo>
                    <a:pt x="7028" y="5368"/>
                  </a:lnTo>
                  <a:lnTo>
                    <a:pt x="6989" y="3708"/>
                  </a:lnTo>
                  <a:lnTo>
                    <a:pt x="6951" y="2047"/>
                  </a:lnTo>
                  <a:lnTo>
                    <a:pt x="6796" y="387"/>
                  </a:lnTo>
                  <a:lnTo>
                    <a:pt x="6989" y="194"/>
                  </a:lnTo>
                  <a:lnTo>
                    <a:pt x="6835" y="39"/>
                  </a:lnTo>
                  <a:lnTo>
                    <a:pt x="679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" name="Google Shape;2114;p9"/>
            <p:cNvSpPr/>
            <p:nvPr/>
          </p:nvSpPr>
          <p:spPr>
            <a:xfrm>
              <a:off x="5455950" y="1981400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4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7" y="7492"/>
                  </a:lnTo>
                  <a:lnTo>
                    <a:pt x="6372" y="7453"/>
                  </a:lnTo>
                  <a:lnTo>
                    <a:pt x="6372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60" y="12087"/>
                  </a:lnTo>
                  <a:lnTo>
                    <a:pt x="1584" y="14983"/>
                  </a:lnTo>
                  <a:lnTo>
                    <a:pt x="773" y="16450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50"/>
                  </a:lnTo>
                  <a:lnTo>
                    <a:pt x="1159" y="16759"/>
                  </a:lnTo>
                  <a:lnTo>
                    <a:pt x="1970" y="15369"/>
                  </a:lnTo>
                  <a:lnTo>
                    <a:pt x="2781" y="13979"/>
                  </a:lnTo>
                  <a:lnTo>
                    <a:pt x="3592" y="12589"/>
                  </a:lnTo>
                  <a:lnTo>
                    <a:pt x="4441" y="11199"/>
                  </a:lnTo>
                  <a:lnTo>
                    <a:pt x="5291" y="9809"/>
                  </a:lnTo>
                  <a:lnTo>
                    <a:pt x="5715" y="9191"/>
                  </a:lnTo>
                  <a:lnTo>
                    <a:pt x="6179" y="8612"/>
                  </a:lnTo>
                  <a:lnTo>
                    <a:pt x="6603" y="8032"/>
                  </a:lnTo>
                  <a:lnTo>
                    <a:pt x="6990" y="7453"/>
                  </a:lnTo>
                  <a:lnTo>
                    <a:pt x="6990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90" y="7067"/>
                  </a:lnTo>
                  <a:lnTo>
                    <a:pt x="6874" y="7028"/>
                  </a:lnTo>
                  <a:lnTo>
                    <a:pt x="6835" y="7028"/>
                  </a:lnTo>
                  <a:lnTo>
                    <a:pt x="6102" y="6102"/>
                  </a:lnTo>
                  <a:lnTo>
                    <a:pt x="5291" y="5175"/>
                  </a:lnTo>
                  <a:lnTo>
                    <a:pt x="3669" y="3437"/>
                  </a:lnTo>
                  <a:lnTo>
                    <a:pt x="1970" y="1700"/>
                  </a:lnTo>
                  <a:lnTo>
                    <a:pt x="1082" y="812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2115;p9"/>
            <p:cNvSpPr/>
            <p:nvPr/>
          </p:nvSpPr>
          <p:spPr>
            <a:xfrm>
              <a:off x="752650" y="1995875"/>
              <a:ext cx="30925" cy="168975"/>
            </a:xfrm>
            <a:custGeom>
              <a:avLst/>
              <a:gdLst/>
              <a:ahLst/>
              <a:cxnLst/>
              <a:rect l="l" t="t" r="r" b="b"/>
              <a:pathLst>
                <a:path w="1237" h="6759" extrusionOk="0">
                  <a:moveTo>
                    <a:pt x="1121" y="1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8"/>
                  </a:lnTo>
                  <a:lnTo>
                    <a:pt x="850" y="117"/>
                  </a:lnTo>
                  <a:lnTo>
                    <a:pt x="541" y="1738"/>
                  </a:lnTo>
                  <a:lnTo>
                    <a:pt x="310" y="3399"/>
                  </a:lnTo>
                  <a:lnTo>
                    <a:pt x="117" y="5059"/>
                  </a:lnTo>
                  <a:lnTo>
                    <a:pt x="1" y="6720"/>
                  </a:lnTo>
                  <a:lnTo>
                    <a:pt x="232" y="6758"/>
                  </a:lnTo>
                  <a:lnTo>
                    <a:pt x="503" y="5137"/>
                  </a:lnTo>
                  <a:lnTo>
                    <a:pt x="773" y="3515"/>
                  </a:lnTo>
                  <a:lnTo>
                    <a:pt x="966" y="1854"/>
                  </a:lnTo>
                  <a:lnTo>
                    <a:pt x="1082" y="233"/>
                  </a:lnTo>
                  <a:lnTo>
                    <a:pt x="1236" y="78"/>
                  </a:lnTo>
                  <a:lnTo>
                    <a:pt x="1236" y="39"/>
                  </a:lnTo>
                  <a:lnTo>
                    <a:pt x="11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" name="Google Shape;2116;p9"/>
            <p:cNvSpPr/>
            <p:nvPr/>
          </p:nvSpPr>
          <p:spPr>
            <a:xfrm>
              <a:off x="779675" y="1997825"/>
              <a:ext cx="121675" cy="144825"/>
            </a:xfrm>
            <a:custGeom>
              <a:avLst/>
              <a:gdLst/>
              <a:ahLst/>
              <a:cxnLst/>
              <a:rect l="l" t="t" r="r" b="b"/>
              <a:pathLst>
                <a:path w="4867" h="5793" extrusionOk="0">
                  <a:moveTo>
                    <a:pt x="155" y="0"/>
                  </a:moveTo>
                  <a:lnTo>
                    <a:pt x="1" y="155"/>
                  </a:lnTo>
                  <a:lnTo>
                    <a:pt x="1198" y="1545"/>
                  </a:lnTo>
                  <a:lnTo>
                    <a:pt x="2356" y="2935"/>
                  </a:lnTo>
                  <a:lnTo>
                    <a:pt x="2897" y="3630"/>
                  </a:lnTo>
                  <a:lnTo>
                    <a:pt x="3476" y="4402"/>
                  </a:lnTo>
                  <a:lnTo>
                    <a:pt x="4056" y="5097"/>
                  </a:lnTo>
                  <a:lnTo>
                    <a:pt x="4326" y="5445"/>
                  </a:lnTo>
                  <a:lnTo>
                    <a:pt x="4635" y="5792"/>
                  </a:lnTo>
                  <a:lnTo>
                    <a:pt x="4828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5" y="5252"/>
                  </a:lnTo>
                  <a:lnTo>
                    <a:pt x="4403" y="4866"/>
                  </a:lnTo>
                  <a:lnTo>
                    <a:pt x="3862" y="4170"/>
                  </a:lnTo>
                  <a:lnTo>
                    <a:pt x="2704" y="2780"/>
                  </a:lnTo>
                  <a:lnTo>
                    <a:pt x="1468" y="1352"/>
                  </a:lnTo>
                  <a:lnTo>
                    <a:pt x="812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7" name="Google Shape;2117;p9"/>
            <p:cNvSpPr/>
            <p:nvPr/>
          </p:nvSpPr>
          <p:spPr>
            <a:xfrm>
              <a:off x="2839800" y="2000700"/>
              <a:ext cx="270325" cy="209525"/>
            </a:xfrm>
            <a:custGeom>
              <a:avLst/>
              <a:gdLst/>
              <a:ahLst/>
              <a:cxnLst/>
              <a:rect l="l" t="t" r="r" b="b"/>
              <a:pathLst>
                <a:path w="10813" h="8381" extrusionOk="0">
                  <a:moveTo>
                    <a:pt x="10233" y="1"/>
                  </a:moveTo>
                  <a:lnTo>
                    <a:pt x="10156" y="78"/>
                  </a:lnTo>
                  <a:lnTo>
                    <a:pt x="10117" y="155"/>
                  </a:lnTo>
                  <a:lnTo>
                    <a:pt x="10079" y="233"/>
                  </a:lnTo>
                  <a:lnTo>
                    <a:pt x="10079" y="348"/>
                  </a:lnTo>
                  <a:lnTo>
                    <a:pt x="10156" y="426"/>
                  </a:lnTo>
                  <a:lnTo>
                    <a:pt x="10272" y="580"/>
                  </a:lnTo>
                  <a:lnTo>
                    <a:pt x="10310" y="735"/>
                  </a:lnTo>
                  <a:lnTo>
                    <a:pt x="10349" y="928"/>
                  </a:lnTo>
                  <a:lnTo>
                    <a:pt x="10310" y="1121"/>
                  </a:lnTo>
                  <a:lnTo>
                    <a:pt x="10233" y="1275"/>
                  </a:lnTo>
                  <a:lnTo>
                    <a:pt x="10156" y="1468"/>
                  </a:lnTo>
                  <a:lnTo>
                    <a:pt x="9847" y="1854"/>
                  </a:lnTo>
                  <a:lnTo>
                    <a:pt x="9538" y="2202"/>
                  </a:lnTo>
                  <a:lnTo>
                    <a:pt x="9152" y="2511"/>
                  </a:lnTo>
                  <a:lnTo>
                    <a:pt x="8611" y="3013"/>
                  </a:lnTo>
                  <a:lnTo>
                    <a:pt x="8264" y="3283"/>
                  </a:lnTo>
                  <a:lnTo>
                    <a:pt x="8225" y="3206"/>
                  </a:lnTo>
                  <a:lnTo>
                    <a:pt x="8148" y="3129"/>
                  </a:lnTo>
                  <a:lnTo>
                    <a:pt x="7607" y="2820"/>
                  </a:lnTo>
                  <a:lnTo>
                    <a:pt x="7144" y="2434"/>
                  </a:lnTo>
                  <a:lnTo>
                    <a:pt x="6912" y="2665"/>
                  </a:lnTo>
                  <a:lnTo>
                    <a:pt x="7105" y="2936"/>
                  </a:lnTo>
                  <a:lnTo>
                    <a:pt x="7376" y="3167"/>
                  </a:lnTo>
                  <a:lnTo>
                    <a:pt x="7646" y="3399"/>
                  </a:lnTo>
                  <a:lnTo>
                    <a:pt x="7955" y="3553"/>
                  </a:lnTo>
                  <a:lnTo>
                    <a:pt x="7028" y="4287"/>
                  </a:lnTo>
                  <a:lnTo>
                    <a:pt x="6101" y="4982"/>
                  </a:lnTo>
                  <a:lnTo>
                    <a:pt x="4943" y="5793"/>
                  </a:lnTo>
                  <a:lnTo>
                    <a:pt x="3746" y="6527"/>
                  </a:lnTo>
                  <a:lnTo>
                    <a:pt x="3553" y="6681"/>
                  </a:lnTo>
                  <a:lnTo>
                    <a:pt x="3475" y="6334"/>
                  </a:lnTo>
                  <a:lnTo>
                    <a:pt x="3321" y="6025"/>
                  </a:lnTo>
                  <a:lnTo>
                    <a:pt x="3128" y="5716"/>
                  </a:lnTo>
                  <a:lnTo>
                    <a:pt x="2896" y="5446"/>
                  </a:lnTo>
                  <a:lnTo>
                    <a:pt x="2626" y="5677"/>
                  </a:lnTo>
                  <a:lnTo>
                    <a:pt x="2819" y="5909"/>
                  </a:lnTo>
                  <a:lnTo>
                    <a:pt x="2935" y="6179"/>
                  </a:lnTo>
                  <a:lnTo>
                    <a:pt x="3051" y="6565"/>
                  </a:lnTo>
                  <a:lnTo>
                    <a:pt x="3128" y="6952"/>
                  </a:lnTo>
                  <a:lnTo>
                    <a:pt x="2317" y="7376"/>
                  </a:lnTo>
                  <a:lnTo>
                    <a:pt x="1892" y="7608"/>
                  </a:lnTo>
                  <a:lnTo>
                    <a:pt x="1467" y="7762"/>
                  </a:lnTo>
                  <a:lnTo>
                    <a:pt x="1081" y="7878"/>
                  </a:lnTo>
                  <a:lnTo>
                    <a:pt x="927" y="7917"/>
                  </a:lnTo>
                  <a:lnTo>
                    <a:pt x="772" y="7917"/>
                  </a:lnTo>
                  <a:lnTo>
                    <a:pt x="618" y="7878"/>
                  </a:lnTo>
                  <a:lnTo>
                    <a:pt x="502" y="7840"/>
                  </a:lnTo>
                  <a:lnTo>
                    <a:pt x="386" y="7724"/>
                  </a:lnTo>
                  <a:lnTo>
                    <a:pt x="309" y="7608"/>
                  </a:lnTo>
                  <a:lnTo>
                    <a:pt x="270" y="7569"/>
                  </a:lnTo>
                  <a:lnTo>
                    <a:pt x="232" y="7531"/>
                  </a:lnTo>
                  <a:lnTo>
                    <a:pt x="116" y="7492"/>
                  </a:lnTo>
                  <a:lnTo>
                    <a:pt x="39" y="7569"/>
                  </a:lnTo>
                  <a:lnTo>
                    <a:pt x="0" y="7608"/>
                  </a:lnTo>
                  <a:lnTo>
                    <a:pt x="0" y="7685"/>
                  </a:lnTo>
                  <a:lnTo>
                    <a:pt x="39" y="7840"/>
                  </a:lnTo>
                  <a:lnTo>
                    <a:pt x="77" y="7994"/>
                  </a:lnTo>
                  <a:lnTo>
                    <a:pt x="155" y="8110"/>
                  </a:lnTo>
                  <a:lnTo>
                    <a:pt x="270" y="8226"/>
                  </a:lnTo>
                  <a:lnTo>
                    <a:pt x="348" y="8264"/>
                  </a:lnTo>
                  <a:lnTo>
                    <a:pt x="463" y="8342"/>
                  </a:lnTo>
                  <a:lnTo>
                    <a:pt x="734" y="8380"/>
                  </a:lnTo>
                  <a:lnTo>
                    <a:pt x="1004" y="8380"/>
                  </a:lnTo>
                  <a:lnTo>
                    <a:pt x="1274" y="8342"/>
                  </a:lnTo>
                  <a:lnTo>
                    <a:pt x="1545" y="8264"/>
                  </a:lnTo>
                  <a:lnTo>
                    <a:pt x="1815" y="8149"/>
                  </a:lnTo>
                  <a:lnTo>
                    <a:pt x="2935" y="7569"/>
                  </a:lnTo>
                  <a:lnTo>
                    <a:pt x="4055" y="6952"/>
                  </a:lnTo>
                  <a:lnTo>
                    <a:pt x="5097" y="6295"/>
                  </a:lnTo>
                  <a:lnTo>
                    <a:pt x="6140" y="5561"/>
                  </a:lnTo>
                  <a:lnTo>
                    <a:pt x="7067" y="4866"/>
                  </a:lnTo>
                  <a:lnTo>
                    <a:pt x="7993" y="4171"/>
                  </a:lnTo>
                  <a:lnTo>
                    <a:pt x="8881" y="3399"/>
                  </a:lnTo>
                  <a:lnTo>
                    <a:pt x="9731" y="2627"/>
                  </a:lnTo>
                  <a:lnTo>
                    <a:pt x="10001" y="2356"/>
                  </a:lnTo>
                  <a:lnTo>
                    <a:pt x="10272" y="2047"/>
                  </a:lnTo>
                  <a:lnTo>
                    <a:pt x="10503" y="1739"/>
                  </a:lnTo>
                  <a:lnTo>
                    <a:pt x="10696" y="1430"/>
                  </a:lnTo>
                  <a:lnTo>
                    <a:pt x="10812" y="1082"/>
                  </a:lnTo>
                  <a:lnTo>
                    <a:pt x="10812" y="928"/>
                  </a:lnTo>
                  <a:lnTo>
                    <a:pt x="10812" y="735"/>
                  </a:lnTo>
                  <a:lnTo>
                    <a:pt x="10774" y="580"/>
                  </a:lnTo>
                  <a:lnTo>
                    <a:pt x="10735" y="387"/>
                  </a:lnTo>
                  <a:lnTo>
                    <a:pt x="10619" y="233"/>
                  </a:lnTo>
                  <a:lnTo>
                    <a:pt x="10465" y="40"/>
                  </a:lnTo>
                  <a:lnTo>
                    <a:pt x="103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" name="Google Shape;2118;p9"/>
            <p:cNvSpPr/>
            <p:nvPr/>
          </p:nvSpPr>
          <p:spPr>
            <a:xfrm>
              <a:off x="633925" y="2005525"/>
              <a:ext cx="61800" cy="160300"/>
            </a:xfrm>
            <a:custGeom>
              <a:avLst/>
              <a:gdLst/>
              <a:ahLst/>
              <a:cxnLst/>
              <a:rect l="l" t="t" r="r" b="b"/>
              <a:pathLst>
                <a:path w="2472" h="6412" extrusionOk="0">
                  <a:moveTo>
                    <a:pt x="309" y="1"/>
                  </a:moveTo>
                  <a:lnTo>
                    <a:pt x="0" y="78"/>
                  </a:lnTo>
                  <a:lnTo>
                    <a:pt x="193" y="928"/>
                  </a:lnTo>
                  <a:lnTo>
                    <a:pt x="425" y="1777"/>
                  </a:lnTo>
                  <a:lnTo>
                    <a:pt x="657" y="2627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5"/>
                  </a:lnTo>
                  <a:lnTo>
                    <a:pt x="1661" y="5716"/>
                  </a:lnTo>
                  <a:lnTo>
                    <a:pt x="1583" y="5793"/>
                  </a:lnTo>
                  <a:lnTo>
                    <a:pt x="1545" y="5870"/>
                  </a:lnTo>
                  <a:lnTo>
                    <a:pt x="1776" y="5909"/>
                  </a:lnTo>
                  <a:lnTo>
                    <a:pt x="1931" y="6141"/>
                  </a:lnTo>
                  <a:lnTo>
                    <a:pt x="2085" y="6334"/>
                  </a:lnTo>
                  <a:lnTo>
                    <a:pt x="2124" y="6411"/>
                  </a:lnTo>
                  <a:lnTo>
                    <a:pt x="2317" y="6411"/>
                  </a:lnTo>
                  <a:lnTo>
                    <a:pt x="2356" y="6334"/>
                  </a:lnTo>
                  <a:lnTo>
                    <a:pt x="2433" y="6295"/>
                  </a:lnTo>
                  <a:lnTo>
                    <a:pt x="2471" y="6257"/>
                  </a:lnTo>
                  <a:lnTo>
                    <a:pt x="2356" y="5948"/>
                  </a:lnTo>
                  <a:lnTo>
                    <a:pt x="2278" y="5948"/>
                  </a:lnTo>
                  <a:lnTo>
                    <a:pt x="2124" y="5600"/>
                  </a:lnTo>
                  <a:lnTo>
                    <a:pt x="1969" y="5214"/>
                  </a:lnTo>
                  <a:lnTo>
                    <a:pt x="1738" y="4442"/>
                  </a:lnTo>
                  <a:lnTo>
                    <a:pt x="1197" y="2936"/>
                  </a:lnTo>
                  <a:lnTo>
                    <a:pt x="734" y="1468"/>
                  </a:lnTo>
                  <a:lnTo>
                    <a:pt x="30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9"/>
            <p:cNvSpPr/>
            <p:nvPr/>
          </p:nvSpPr>
          <p:spPr>
            <a:xfrm>
              <a:off x="643575" y="2007475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0"/>
                  </a:moveTo>
                  <a:lnTo>
                    <a:pt x="0" y="39"/>
                  </a:lnTo>
                  <a:lnTo>
                    <a:pt x="1970" y="3205"/>
                  </a:lnTo>
                  <a:lnTo>
                    <a:pt x="4055" y="6333"/>
                  </a:lnTo>
                  <a:lnTo>
                    <a:pt x="3553" y="6294"/>
                  </a:lnTo>
                  <a:lnTo>
                    <a:pt x="3051" y="6179"/>
                  </a:lnTo>
                  <a:lnTo>
                    <a:pt x="2587" y="6024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5" y="6179"/>
                  </a:lnTo>
                  <a:lnTo>
                    <a:pt x="2472" y="6372"/>
                  </a:lnTo>
                  <a:lnTo>
                    <a:pt x="2858" y="6526"/>
                  </a:lnTo>
                  <a:lnTo>
                    <a:pt x="3283" y="6642"/>
                  </a:lnTo>
                  <a:lnTo>
                    <a:pt x="3707" y="6719"/>
                  </a:lnTo>
                  <a:lnTo>
                    <a:pt x="4132" y="6796"/>
                  </a:lnTo>
                  <a:lnTo>
                    <a:pt x="4595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8" y="6642"/>
                  </a:lnTo>
                  <a:lnTo>
                    <a:pt x="8148" y="6487"/>
                  </a:lnTo>
                  <a:lnTo>
                    <a:pt x="8959" y="6294"/>
                  </a:lnTo>
                  <a:lnTo>
                    <a:pt x="9770" y="6024"/>
                  </a:lnTo>
                  <a:lnTo>
                    <a:pt x="10581" y="5715"/>
                  </a:lnTo>
                  <a:lnTo>
                    <a:pt x="11314" y="5368"/>
                  </a:lnTo>
                  <a:lnTo>
                    <a:pt x="12009" y="4904"/>
                  </a:lnTo>
                  <a:lnTo>
                    <a:pt x="12357" y="4673"/>
                  </a:lnTo>
                  <a:lnTo>
                    <a:pt x="12666" y="4402"/>
                  </a:lnTo>
                  <a:lnTo>
                    <a:pt x="12975" y="4093"/>
                  </a:lnTo>
                  <a:lnTo>
                    <a:pt x="13284" y="3784"/>
                  </a:lnTo>
                  <a:lnTo>
                    <a:pt x="13515" y="3476"/>
                  </a:lnTo>
                  <a:lnTo>
                    <a:pt x="13786" y="3128"/>
                  </a:lnTo>
                  <a:lnTo>
                    <a:pt x="13979" y="2780"/>
                  </a:lnTo>
                  <a:lnTo>
                    <a:pt x="14211" y="2394"/>
                  </a:lnTo>
                  <a:lnTo>
                    <a:pt x="14211" y="2278"/>
                  </a:lnTo>
                  <a:lnTo>
                    <a:pt x="14172" y="2163"/>
                  </a:lnTo>
                  <a:lnTo>
                    <a:pt x="14172" y="2124"/>
                  </a:lnTo>
                  <a:lnTo>
                    <a:pt x="13863" y="2124"/>
                  </a:lnTo>
                  <a:lnTo>
                    <a:pt x="13824" y="2163"/>
                  </a:lnTo>
                  <a:lnTo>
                    <a:pt x="13554" y="2703"/>
                  </a:lnTo>
                  <a:lnTo>
                    <a:pt x="13207" y="3167"/>
                  </a:lnTo>
                  <a:lnTo>
                    <a:pt x="12859" y="3630"/>
                  </a:lnTo>
                  <a:lnTo>
                    <a:pt x="12473" y="4016"/>
                  </a:lnTo>
                  <a:lnTo>
                    <a:pt x="12009" y="4364"/>
                  </a:lnTo>
                  <a:lnTo>
                    <a:pt x="11546" y="4711"/>
                  </a:lnTo>
                  <a:lnTo>
                    <a:pt x="11083" y="4982"/>
                  </a:lnTo>
                  <a:lnTo>
                    <a:pt x="10542" y="5252"/>
                  </a:lnTo>
                  <a:lnTo>
                    <a:pt x="10349" y="5252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6"/>
                  </a:lnTo>
                  <a:lnTo>
                    <a:pt x="10156" y="5445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1"/>
                  </a:lnTo>
                  <a:lnTo>
                    <a:pt x="6758" y="6294"/>
                  </a:lnTo>
                  <a:lnTo>
                    <a:pt x="6217" y="6333"/>
                  </a:lnTo>
                  <a:lnTo>
                    <a:pt x="5677" y="6410"/>
                  </a:lnTo>
                  <a:lnTo>
                    <a:pt x="4557" y="6410"/>
                  </a:lnTo>
                  <a:lnTo>
                    <a:pt x="4595" y="6294"/>
                  </a:lnTo>
                  <a:lnTo>
                    <a:pt x="4364" y="6256"/>
                  </a:lnTo>
                  <a:lnTo>
                    <a:pt x="3398" y="4634"/>
                  </a:lnTo>
                  <a:lnTo>
                    <a:pt x="2356" y="3012"/>
                  </a:lnTo>
                  <a:lnTo>
                    <a:pt x="1275" y="1468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9"/>
            <p:cNvSpPr/>
            <p:nvPr/>
          </p:nvSpPr>
          <p:spPr>
            <a:xfrm>
              <a:off x="5946350" y="2008425"/>
              <a:ext cx="112975" cy="132300"/>
            </a:xfrm>
            <a:custGeom>
              <a:avLst/>
              <a:gdLst/>
              <a:ahLst/>
              <a:cxnLst/>
              <a:rect l="l" t="t" r="r" b="b"/>
              <a:pathLst>
                <a:path w="4519" h="5292" extrusionOk="0">
                  <a:moveTo>
                    <a:pt x="3360" y="1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1" y="155"/>
                  </a:lnTo>
                  <a:lnTo>
                    <a:pt x="2240" y="271"/>
                  </a:lnTo>
                  <a:lnTo>
                    <a:pt x="2009" y="426"/>
                  </a:lnTo>
                  <a:lnTo>
                    <a:pt x="1738" y="580"/>
                  </a:lnTo>
                  <a:lnTo>
                    <a:pt x="1507" y="773"/>
                  </a:lnTo>
                  <a:lnTo>
                    <a:pt x="1082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9"/>
                  </a:lnTo>
                  <a:lnTo>
                    <a:pt x="39" y="3708"/>
                  </a:lnTo>
                  <a:lnTo>
                    <a:pt x="1" y="4055"/>
                  </a:lnTo>
                  <a:lnTo>
                    <a:pt x="1" y="4364"/>
                  </a:lnTo>
                  <a:lnTo>
                    <a:pt x="39" y="4673"/>
                  </a:lnTo>
                  <a:lnTo>
                    <a:pt x="117" y="4905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700" y="5291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789"/>
                  </a:lnTo>
                  <a:lnTo>
                    <a:pt x="696" y="4712"/>
                  </a:lnTo>
                  <a:lnTo>
                    <a:pt x="580" y="4557"/>
                  </a:lnTo>
                  <a:lnTo>
                    <a:pt x="541" y="4442"/>
                  </a:lnTo>
                  <a:lnTo>
                    <a:pt x="503" y="4248"/>
                  </a:lnTo>
                  <a:lnTo>
                    <a:pt x="541" y="4055"/>
                  </a:lnTo>
                  <a:lnTo>
                    <a:pt x="580" y="3592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27" y="2318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16" y="1159"/>
                  </a:lnTo>
                  <a:lnTo>
                    <a:pt x="2202" y="889"/>
                  </a:lnTo>
                  <a:lnTo>
                    <a:pt x="2627" y="696"/>
                  </a:lnTo>
                  <a:lnTo>
                    <a:pt x="3090" y="580"/>
                  </a:lnTo>
                  <a:lnTo>
                    <a:pt x="3592" y="541"/>
                  </a:lnTo>
                  <a:lnTo>
                    <a:pt x="4094" y="580"/>
                  </a:lnTo>
                  <a:lnTo>
                    <a:pt x="4248" y="541"/>
                  </a:lnTo>
                  <a:lnTo>
                    <a:pt x="4326" y="464"/>
                  </a:lnTo>
                  <a:lnTo>
                    <a:pt x="4441" y="464"/>
                  </a:lnTo>
                  <a:lnTo>
                    <a:pt x="4519" y="426"/>
                  </a:lnTo>
                  <a:lnTo>
                    <a:pt x="4519" y="348"/>
                  </a:lnTo>
                  <a:lnTo>
                    <a:pt x="4519" y="155"/>
                  </a:lnTo>
                  <a:lnTo>
                    <a:pt x="4210" y="155"/>
                  </a:lnTo>
                  <a:lnTo>
                    <a:pt x="3901" y="78"/>
                  </a:lnTo>
                  <a:lnTo>
                    <a:pt x="363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9"/>
            <p:cNvSpPr/>
            <p:nvPr/>
          </p:nvSpPr>
          <p:spPr>
            <a:xfrm>
              <a:off x="6195425" y="2043175"/>
              <a:ext cx="25125" cy="11625"/>
            </a:xfrm>
            <a:custGeom>
              <a:avLst/>
              <a:gdLst/>
              <a:ahLst/>
              <a:cxnLst/>
              <a:rect l="l" t="t" r="r" b="b"/>
              <a:pathLst>
                <a:path w="1005" h="465" extrusionOk="0">
                  <a:moveTo>
                    <a:pt x="773" y="1"/>
                  </a:moveTo>
                  <a:lnTo>
                    <a:pt x="541" y="40"/>
                  </a:lnTo>
                  <a:lnTo>
                    <a:pt x="309" y="78"/>
                  </a:lnTo>
                  <a:lnTo>
                    <a:pt x="78" y="155"/>
                  </a:lnTo>
                  <a:lnTo>
                    <a:pt x="39" y="194"/>
                  </a:lnTo>
                  <a:lnTo>
                    <a:pt x="0" y="271"/>
                  </a:lnTo>
                  <a:lnTo>
                    <a:pt x="0" y="348"/>
                  </a:lnTo>
                  <a:lnTo>
                    <a:pt x="78" y="426"/>
                  </a:lnTo>
                  <a:lnTo>
                    <a:pt x="116" y="464"/>
                  </a:lnTo>
                  <a:lnTo>
                    <a:pt x="193" y="464"/>
                  </a:lnTo>
                  <a:lnTo>
                    <a:pt x="386" y="387"/>
                  </a:lnTo>
                  <a:lnTo>
                    <a:pt x="580" y="348"/>
                  </a:lnTo>
                  <a:lnTo>
                    <a:pt x="773" y="387"/>
                  </a:lnTo>
                  <a:lnTo>
                    <a:pt x="850" y="348"/>
                  </a:lnTo>
                  <a:lnTo>
                    <a:pt x="966" y="348"/>
                  </a:lnTo>
                  <a:lnTo>
                    <a:pt x="1004" y="271"/>
                  </a:lnTo>
                  <a:lnTo>
                    <a:pt x="1004" y="233"/>
                  </a:lnTo>
                  <a:lnTo>
                    <a:pt x="1004" y="155"/>
                  </a:lnTo>
                  <a:lnTo>
                    <a:pt x="966" y="78"/>
                  </a:lnTo>
                  <a:lnTo>
                    <a:pt x="888" y="40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9"/>
            <p:cNvSpPr/>
            <p:nvPr/>
          </p:nvSpPr>
          <p:spPr>
            <a:xfrm>
              <a:off x="6096950" y="2048975"/>
              <a:ext cx="21275" cy="8725"/>
            </a:xfrm>
            <a:custGeom>
              <a:avLst/>
              <a:gdLst/>
              <a:ahLst/>
              <a:cxnLst/>
              <a:rect l="l" t="t" r="r" b="b"/>
              <a:pathLst>
                <a:path w="851" h="349" extrusionOk="0">
                  <a:moveTo>
                    <a:pt x="155" y="1"/>
                  </a:moveTo>
                  <a:lnTo>
                    <a:pt x="116" y="39"/>
                  </a:lnTo>
                  <a:lnTo>
                    <a:pt x="39" y="78"/>
                  </a:lnTo>
                  <a:lnTo>
                    <a:pt x="1" y="155"/>
                  </a:lnTo>
                  <a:lnTo>
                    <a:pt x="39" y="271"/>
                  </a:lnTo>
                  <a:lnTo>
                    <a:pt x="116" y="310"/>
                  </a:lnTo>
                  <a:lnTo>
                    <a:pt x="155" y="310"/>
                  </a:lnTo>
                  <a:lnTo>
                    <a:pt x="425" y="348"/>
                  </a:lnTo>
                  <a:lnTo>
                    <a:pt x="734" y="348"/>
                  </a:lnTo>
                  <a:lnTo>
                    <a:pt x="812" y="271"/>
                  </a:lnTo>
                  <a:lnTo>
                    <a:pt x="850" y="155"/>
                  </a:lnTo>
                  <a:lnTo>
                    <a:pt x="812" y="78"/>
                  </a:lnTo>
                  <a:lnTo>
                    <a:pt x="73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9"/>
            <p:cNvSpPr/>
            <p:nvPr/>
          </p:nvSpPr>
          <p:spPr>
            <a:xfrm>
              <a:off x="5988825" y="2089525"/>
              <a:ext cx="93675" cy="93675"/>
            </a:xfrm>
            <a:custGeom>
              <a:avLst/>
              <a:gdLst/>
              <a:ahLst/>
              <a:cxnLst/>
              <a:rect l="l" t="t" r="r" b="b"/>
              <a:pathLst>
                <a:path w="3747" h="3747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8" y="580"/>
                  </a:lnTo>
                  <a:lnTo>
                    <a:pt x="2549" y="696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90" y="1159"/>
                  </a:lnTo>
                  <a:lnTo>
                    <a:pt x="3206" y="1429"/>
                  </a:lnTo>
                  <a:lnTo>
                    <a:pt x="3244" y="1661"/>
                  </a:lnTo>
                  <a:lnTo>
                    <a:pt x="3244" y="1931"/>
                  </a:lnTo>
                  <a:lnTo>
                    <a:pt x="3206" y="2201"/>
                  </a:lnTo>
                  <a:lnTo>
                    <a:pt x="3090" y="2433"/>
                  </a:lnTo>
                  <a:lnTo>
                    <a:pt x="2974" y="2665"/>
                  </a:lnTo>
                  <a:lnTo>
                    <a:pt x="2781" y="2858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47" y="3244"/>
                  </a:lnTo>
                  <a:lnTo>
                    <a:pt x="1777" y="3244"/>
                  </a:lnTo>
                  <a:lnTo>
                    <a:pt x="1468" y="3167"/>
                  </a:lnTo>
                  <a:lnTo>
                    <a:pt x="1198" y="3051"/>
                  </a:lnTo>
                  <a:lnTo>
                    <a:pt x="966" y="2897"/>
                  </a:lnTo>
                  <a:lnTo>
                    <a:pt x="773" y="2665"/>
                  </a:lnTo>
                  <a:lnTo>
                    <a:pt x="619" y="2433"/>
                  </a:lnTo>
                  <a:lnTo>
                    <a:pt x="503" y="2124"/>
                  </a:lnTo>
                  <a:lnTo>
                    <a:pt x="464" y="1854"/>
                  </a:lnTo>
                  <a:lnTo>
                    <a:pt x="503" y="1584"/>
                  </a:lnTo>
                  <a:lnTo>
                    <a:pt x="619" y="1352"/>
                  </a:lnTo>
                  <a:lnTo>
                    <a:pt x="734" y="1120"/>
                  </a:lnTo>
                  <a:lnTo>
                    <a:pt x="928" y="889"/>
                  </a:lnTo>
                  <a:lnTo>
                    <a:pt x="1121" y="734"/>
                  </a:lnTo>
                  <a:lnTo>
                    <a:pt x="1352" y="580"/>
                  </a:lnTo>
                  <a:lnTo>
                    <a:pt x="1584" y="464"/>
                  </a:lnTo>
                  <a:close/>
                  <a:moveTo>
                    <a:pt x="1700" y="0"/>
                  </a:moveTo>
                  <a:lnTo>
                    <a:pt x="1545" y="78"/>
                  </a:lnTo>
                  <a:lnTo>
                    <a:pt x="1352" y="116"/>
                  </a:lnTo>
                  <a:lnTo>
                    <a:pt x="1314" y="155"/>
                  </a:lnTo>
                  <a:lnTo>
                    <a:pt x="1082" y="271"/>
                  </a:lnTo>
                  <a:lnTo>
                    <a:pt x="812" y="387"/>
                  </a:lnTo>
                  <a:lnTo>
                    <a:pt x="619" y="541"/>
                  </a:lnTo>
                  <a:lnTo>
                    <a:pt x="426" y="734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8" y="1468"/>
                  </a:lnTo>
                  <a:lnTo>
                    <a:pt x="1" y="1738"/>
                  </a:lnTo>
                  <a:lnTo>
                    <a:pt x="1" y="2047"/>
                  </a:lnTo>
                  <a:lnTo>
                    <a:pt x="1" y="2086"/>
                  </a:lnTo>
                  <a:lnTo>
                    <a:pt x="39" y="2279"/>
                  </a:lnTo>
                  <a:lnTo>
                    <a:pt x="117" y="2472"/>
                  </a:lnTo>
                  <a:lnTo>
                    <a:pt x="310" y="2819"/>
                  </a:lnTo>
                  <a:lnTo>
                    <a:pt x="541" y="3128"/>
                  </a:lnTo>
                  <a:lnTo>
                    <a:pt x="850" y="3399"/>
                  </a:lnTo>
                  <a:lnTo>
                    <a:pt x="1198" y="3592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07"/>
                  </a:lnTo>
                  <a:lnTo>
                    <a:pt x="2356" y="3669"/>
                  </a:lnTo>
                  <a:lnTo>
                    <a:pt x="2627" y="3553"/>
                  </a:lnTo>
                  <a:lnTo>
                    <a:pt x="2897" y="3399"/>
                  </a:lnTo>
                  <a:lnTo>
                    <a:pt x="3129" y="3244"/>
                  </a:lnTo>
                  <a:lnTo>
                    <a:pt x="3322" y="3012"/>
                  </a:lnTo>
                  <a:lnTo>
                    <a:pt x="3476" y="2742"/>
                  </a:lnTo>
                  <a:lnTo>
                    <a:pt x="3631" y="2472"/>
                  </a:lnTo>
                  <a:lnTo>
                    <a:pt x="3708" y="2201"/>
                  </a:lnTo>
                  <a:lnTo>
                    <a:pt x="3746" y="1893"/>
                  </a:lnTo>
                  <a:lnTo>
                    <a:pt x="3708" y="1584"/>
                  </a:lnTo>
                  <a:lnTo>
                    <a:pt x="3669" y="1275"/>
                  </a:lnTo>
                  <a:lnTo>
                    <a:pt x="3515" y="966"/>
                  </a:lnTo>
                  <a:lnTo>
                    <a:pt x="3322" y="696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5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9"/>
            <p:cNvSpPr/>
            <p:nvPr/>
          </p:nvSpPr>
          <p:spPr>
            <a:xfrm>
              <a:off x="3369775" y="2101100"/>
              <a:ext cx="174750" cy="292550"/>
            </a:xfrm>
            <a:custGeom>
              <a:avLst/>
              <a:gdLst/>
              <a:ahLst/>
              <a:cxnLst/>
              <a:rect l="l" t="t" r="r" b="b"/>
              <a:pathLst>
                <a:path w="6990" h="11702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3" y="6256"/>
                  </a:lnTo>
                  <a:lnTo>
                    <a:pt x="5214" y="9346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3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1" y="11508"/>
                  </a:lnTo>
                  <a:lnTo>
                    <a:pt x="6951" y="11392"/>
                  </a:lnTo>
                  <a:lnTo>
                    <a:pt x="6990" y="11354"/>
                  </a:lnTo>
                  <a:lnTo>
                    <a:pt x="6681" y="11122"/>
                  </a:lnTo>
                  <a:lnTo>
                    <a:pt x="6758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5" y="5639"/>
                  </a:lnTo>
                  <a:lnTo>
                    <a:pt x="6411" y="5639"/>
                  </a:lnTo>
                  <a:lnTo>
                    <a:pt x="6411" y="6758"/>
                  </a:lnTo>
                  <a:lnTo>
                    <a:pt x="6333" y="8573"/>
                  </a:lnTo>
                  <a:lnTo>
                    <a:pt x="6295" y="9500"/>
                  </a:lnTo>
                  <a:lnTo>
                    <a:pt x="6256" y="10427"/>
                  </a:lnTo>
                  <a:lnTo>
                    <a:pt x="5986" y="9886"/>
                  </a:lnTo>
                  <a:lnTo>
                    <a:pt x="5252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3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" name="Google Shape;2125;p9"/>
            <p:cNvSpPr/>
            <p:nvPr/>
          </p:nvSpPr>
          <p:spPr>
            <a:xfrm>
              <a:off x="4221225" y="2127175"/>
              <a:ext cx="103325" cy="132275"/>
            </a:xfrm>
            <a:custGeom>
              <a:avLst/>
              <a:gdLst/>
              <a:ahLst/>
              <a:cxnLst/>
              <a:rect l="l" t="t" r="r" b="b"/>
              <a:pathLst>
                <a:path w="4133" h="5291" extrusionOk="0">
                  <a:moveTo>
                    <a:pt x="2511" y="0"/>
                  </a:moveTo>
                  <a:lnTo>
                    <a:pt x="2279" y="39"/>
                  </a:lnTo>
                  <a:lnTo>
                    <a:pt x="2048" y="39"/>
                  </a:lnTo>
                  <a:lnTo>
                    <a:pt x="1816" y="116"/>
                  </a:lnTo>
                  <a:lnTo>
                    <a:pt x="1430" y="271"/>
                  </a:lnTo>
                  <a:lnTo>
                    <a:pt x="1121" y="464"/>
                  </a:lnTo>
                  <a:lnTo>
                    <a:pt x="850" y="695"/>
                  </a:lnTo>
                  <a:lnTo>
                    <a:pt x="619" y="966"/>
                  </a:lnTo>
                  <a:lnTo>
                    <a:pt x="464" y="1236"/>
                  </a:lnTo>
                  <a:lnTo>
                    <a:pt x="310" y="1584"/>
                  </a:lnTo>
                  <a:lnTo>
                    <a:pt x="194" y="1931"/>
                  </a:lnTo>
                  <a:lnTo>
                    <a:pt x="117" y="2279"/>
                  </a:lnTo>
                  <a:lnTo>
                    <a:pt x="40" y="2665"/>
                  </a:lnTo>
                  <a:lnTo>
                    <a:pt x="1" y="3051"/>
                  </a:lnTo>
                  <a:lnTo>
                    <a:pt x="1" y="3823"/>
                  </a:lnTo>
                  <a:lnTo>
                    <a:pt x="1" y="5291"/>
                  </a:lnTo>
                  <a:lnTo>
                    <a:pt x="426" y="5291"/>
                  </a:lnTo>
                  <a:lnTo>
                    <a:pt x="464" y="4750"/>
                  </a:lnTo>
                  <a:lnTo>
                    <a:pt x="464" y="4209"/>
                  </a:lnTo>
                  <a:lnTo>
                    <a:pt x="464" y="3669"/>
                  </a:lnTo>
                  <a:lnTo>
                    <a:pt x="503" y="3128"/>
                  </a:lnTo>
                  <a:lnTo>
                    <a:pt x="542" y="2588"/>
                  </a:lnTo>
                  <a:lnTo>
                    <a:pt x="696" y="2047"/>
                  </a:lnTo>
                  <a:lnTo>
                    <a:pt x="773" y="1815"/>
                  </a:lnTo>
                  <a:lnTo>
                    <a:pt x="889" y="1584"/>
                  </a:lnTo>
                  <a:lnTo>
                    <a:pt x="1044" y="1352"/>
                  </a:lnTo>
                  <a:lnTo>
                    <a:pt x="1198" y="1159"/>
                  </a:lnTo>
                  <a:lnTo>
                    <a:pt x="1391" y="966"/>
                  </a:lnTo>
                  <a:lnTo>
                    <a:pt x="1623" y="811"/>
                  </a:lnTo>
                  <a:lnTo>
                    <a:pt x="1893" y="657"/>
                  </a:lnTo>
                  <a:lnTo>
                    <a:pt x="2163" y="580"/>
                  </a:lnTo>
                  <a:lnTo>
                    <a:pt x="2434" y="541"/>
                  </a:lnTo>
                  <a:lnTo>
                    <a:pt x="2704" y="580"/>
                  </a:lnTo>
                  <a:lnTo>
                    <a:pt x="2974" y="657"/>
                  </a:lnTo>
                  <a:lnTo>
                    <a:pt x="3206" y="811"/>
                  </a:lnTo>
                  <a:lnTo>
                    <a:pt x="3360" y="966"/>
                  </a:lnTo>
                  <a:lnTo>
                    <a:pt x="3515" y="1197"/>
                  </a:lnTo>
                  <a:lnTo>
                    <a:pt x="3592" y="1429"/>
                  </a:lnTo>
                  <a:lnTo>
                    <a:pt x="3669" y="1661"/>
                  </a:lnTo>
                  <a:lnTo>
                    <a:pt x="4133" y="1584"/>
                  </a:lnTo>
                  <a:lnTo>
                    <a:pt x="4017" y="1197"/>
                  </a:lnTo>
                  <a:lnTo>
                    <a:pt x="3862" y="850"/>
                  </a:lnTo>
                  <a:lnTo>
                    <a:pt x="3631" y="541"/>
                  </a:lnTo>
                  <a:lnTo>
                    <a:pt x="3399" y="309"/>
                  </a:lnTo>
                  <a:lnTo>
                    <a:pt x="3245" y="194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4" y="39"/>
                  </a:lnTo>
                  <a:lnTo>
                    <a:pt x="25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" name="Google Shape;2126;p9"/>
            <p:cNvSpPr/>
            <p:nvPr/>
          </p:nvSpPr>
          <p:spPr>
            <a:xfrm>
              <a:off x="4086075" y="2129100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41"/>
                  </a:lnTo>
                  <a:lnTo>
                    <a:pt x="12319" y="618"/>
                  </a:lnTo>
                  <a:lnTo>
                    <a:pt x="12628" y="850"/>
                  </a:lnTo>
                  <a:lnTo>
                    <a:pt x="12898" y="1120"/>
                  </a:lnTo>
                  <a:lnTo>
                    <a:pt x="13130" y="1468"/>
                  </a:lnTo>
                  <a:lnTo>
                    <a:pt x="13323" y="1854"/>
                  </a:lnTo>
                  <a:lnTo>
                    <a:pt x="13477" y="2240"/>
                  </a:lnTo>
                  <a:lnTo>
                    <a:pt x="13632" y="2665"/>
                  </a:lnTo>
                  <a:lnTo>
                    <a:pt x="13864" y="3437"/>
                  </a:lnTo>
                  <a:lnTo>
                    <a:pt x="13091" y="3013"/>
                  </a:lnTo>
                  <a:lnTo>
                    <a:pt x="12705" y="2742"/>
                  </a:lnTo>
                  <a:lnTo>
                    <a:pt x="12358" y="2472"/>
                  </a:lnTo>
                  <a:lnTo>
                    <a:pt x="12010" y="2124"/>
                  </a:lnTo>
                  <a:lnTo>
                    <a:pt x="11817" y="1893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696"/>
                  </a:lnTo>
                  <a:lnTo>
                    <a:pt x="11778" y="618"/>
                  </a:lnTo>
                  <a:lnTo>
                    <a:pt x="11856" y="541"/>
                  </a:lnTo>
                  <a:lnTo>
                    <a:pt x="11971" y="503"/>
                  </a:lnTo>
                  <a:close/>
                  <a:moveTo>
                    <a:pt x="16296" y="1584"/>
                  </a:moveTo>
                  <a:lnTo>
                    <a:pt x="16412" y="1661"/>
                  </a:lnTo>
                  <a:lnTo>
                    <a:pt x="16489" y="1700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18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35"/>
                  </a:lnTo>
                  <a:lnTo>
                    <a:pt x="15949" y="3167"/>
                  </a:lnTo>
                  <a:lnTo>
                    <a:pt x="15563" y="3360"/>
                  </a:lnTo>
                  <a:lnTo>
                    <a:pt x="15138" y="3515"/>
                  </a:lnTo>
                  <a:lnTo>
                    <a:pt x="14713" y="3630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1" y="3322"/>
                  </a:lnTo>
                  <a:lnTo>
                    <a:pt x="14636" y="2974"/>
                  </a:lnTo>
                  <a:lnTo>
                    <a:pt x="14829" y="2588"/>
                  </a:lnTo>
                  <a:lnTo>
                    <a:pt x="15099" y="2279"/>
                  </a:lnTo>
                  <a:lnTo>
                    <a:pt x="15408" y="1931"/>
                  </a:lnTo>
                  <a:lnTo>
                    <a:pt x="15640" y="1777"/>
                  </a:lnTo>
                  <a:lnTo>
                    <a:pt x="15872" y="1661"/>
                  </a:lnTo>
                  <a:lnTo>
                    <a:pt x="16103" y="1584"/>
                  </a:lnTo>
                  <a:close/>
                  <a:moveTo>
                    <a:pt x="13864" y="4287"/>
                  </a:moveTo>
                  <a:lnTo>
                    <a:pt x="13671" y="4519"/>
                  </a:lnTo>
                  <a:lnTo>
                    <a:pt x="13477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09"/>
                  </a:lnTo>
                  <a:lnTo>
                    <a:pt x="11083" y="5870"/>
                  </a:lnTo>
                  <a:lnTo>
                    <a:pt x="10967" y="5793"/>
                  </a:lnTo>
                  <a:lnTo>
                    <a:pt x="10929" y="5677"/>
                  </a:lnTo>
                  <a:lnTo>
                    <a:pt x="10890" y="5600"/>
                  </a:lnTo>
                  <a:lnTo>
                    <a:pt x="10890" y="5445"/>
                  </a:lnTo>
                  <a:lnTo>
                    <a:pt x="11006" y="5252"/>
                  </a:lnTo>
                  <a:lnTo>
                    <a:pt x="11122" y="5098"/>
                  </a:lnTo>
                  <a:lnTo>
                    <a:pt x="11276" y="4943"/>
                  </a:lnTo>
                  <a:lnTo>
                    <a:pt x="11547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8" y="4441"/>
                  </a:lnTo>
                  <a:lnTo>
                    <a:pt x="13246" y="4403"/>
                  </a:lnTo>
                  <a:lnTo>
                    <a:pt x="13555" y="4326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57"/>
                  </a:lnTo>
                  <a:lnTo>
                    <a:pt x="15408" y="4750"/>
                  </a:lnTo>
                  <a:lnTo>
                    <a:pt x="15717" y="4943"/>
                  </a:lnTo>
                  <a:lnTo>
                    <a:pt x="15910" y="5136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82" y="5986"/>
                  </a:lnTo>
                  <a:lnTo>
                    <a:pt x="16876" y="6333"/>
                  </a:lnTo>
                  <a:lnTo>
                    <a:pt x="16991" y="6642"/>
                  </a:lnTo>
                  <a:lnTo>
                    <a:pt x="16991" y="6797"/>
                  </a:lnTo>
                  <a:lnTo>
                    <a:pt x="16991" y="6951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528" y="7337"/>
                  </a:lnTo>
                  <a:lnTo>
                    <a:pt x="16374" y="7299"/>
                  </a:lnTo>
                  <a:lnTo>
                    <a:pt x="16142" y="7183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408" y="6565"/>
                  </a:lnTo>
                  <a:lnTo>
                    <a:pt x="15061" y="6140"/>
                  </a:lnTo>
                  <a:lnTo>
                    <a:pt x="14829" y="5677"/>
                  </a:lnTo>
                  <a:lnTo>
                    <a:pt x="14636" y="5214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69" y="117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45" y="580"/>
                  </a:lnTo>
                  <a:lnTo>
                    <a:pt x="10967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29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1" y="2704"/>
                  </a:lnTo>
                  <a:lnTo>
                    <a:pt x="12396" y="3090"/>
                  </a:lnTo>
                  <a:lnTo>
                    <a:pt x="12898" y="3399"/>
                  </a:lnTo>
                  <a:lnTo>
                    <a:pt x="12898" y="3399"/>
                  </a:lnTo>
                  <a:lnTo>
                    <a:pt x="12049" y="3283"/>
                  </a:lnTo>
                  <a:lnTo>
                    <a:pt x="11199" y="3244"/>
                  </a:lnTo>
                  <a:lnTo>
                    <a:pt x="10427" y="3322"/>
                  </a:lnTo>
                  <a:lnTo>
                    <a:pt x="9616" y="3476"/>
                  </a:lnTo>
                  <a:lnTo>
                    <a:pt x="9655" y="2974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584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51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48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14"/>
                  </a:lnTo>
                  <a:lnTo>
                    <a:pt x="5407" y="5523"/>
                  </a:lnTo>
                  <a:lnTo>
                    <a:pt x="4596" y="6179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18"/>
                  </a:lnTo>
                  <a:lnTo>
                    <a:pt x="541" y="10967"/>
                  </a:lnTo>
                  <a:lnTo>
                    <a:pt x="1" y="11778"/>
                  </a:lnTo>
                  <a:lnTo>
                    <a:pt x="348" y="12048"/>
                  </a:lnTo>
                  <a:lnTo>
                    <a:pt x="1545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40"/>
                  </a:lnTo>
                  <a:lnTo>
                    <a:pt x="6256" y="5561"/>
                  </a:lnTo>
                  <a:lnTo>
                    <a:pt x="7106" y="5059"/>
                  </a:lnTo>
                  <a:lnTo>
                    <a:pt x="8033" y="4596"/>
                  </a:lnTo>
                  <a:lnTo>
                    <a:pt x="8458" y="4403"/>
                  </a:lnTo>
                  <a:lnTo>
                    <a:pt x="8960" y="4248"/>
                  </a:lnTo>
                  <a:lnTo>
                    <a:pt x="9423" y="4094"/>
                  </a:lnTo>
                  <a:lnTo>
                    <a:pt x="9886" y="3978"/>
                  </a:lnTo>
                  <a:lnTo>
                    <a:pt x="10388" y="3901"/>
                  </a:lnTo>
                  <a:lnTo>
                    <a:pt x="10852" y="3824"/>
                  </a:lnTo>
                  <a:lnTo>
                    <a:pt x="12358" y="3824"/>
                  </a:lnTo>
                  <a:lnTo>
                    <a:pt x="12860" y="3901"/>
                  </a:lnTo>
                  <a:lnTo>
                    <a:pt x="12358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19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5" y="5252"/>
                  </a:lnTo>
                  <a:lnTo>
                    <a:pt x="10388" y="5484"/>
                  </a:lnTo>
                  <a:lnTo>
                    <a:pt x="10388" y="5716"/>
                  </a:lnTo>
                  <a:lnTo>
                    <a:pt x="10465" y="5947"/>
                  </a:lnTo>
                  <a:lnTo>
                    <a:pt x="10581" y="6140"/>
                  </a:lnTo>
                  <a:lnTo>
                    <a:pt x="10659" y="6256"/>
                  </a:lnTo>
                  <a:lnTo>
                    <a:pt x="10774" y="6333"/>
                  </a:lnTo>
                  <a:lnTo>
                    <a:pt x="11006" y="6411"/>
                  </a:lnTo>
                  <a:lnTo>
                    <a:pt x="11276" y="6449"/>
                  </a:lnTo>
                  <a:lnTo>
                    <a:pt x="11585" y="6411"/>
                  </a:lnTo>
                  <a:lnTo>
                    <a:pt x="11894" y="6333"/>
                  </a:lnTo>
                  <a:lnTo>
                    <a:pt x="12165" y="6256"/>
                  </a:lnTo>
                  <a:lnTo>
                    <a:pt x="12628" y="6025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677"/>
                  </a:lnTo>
                  <a:lnTo>
                    <a:pt x="14057" y="4866"/>
                  </a:lnTo>
                  <a:lnTo>
                    <a:pt x="14211" y="5368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3" y="6835"/>
                  </a:lnTo>
                  <a:lnTo>
                    <a:pt x="15177" y="7067"/>
                  </a:lnTo>
                  <a:lnTo>
                    <a:pt x="15408" y="7260"/>
                  </a:lnTo>
                  <a:lnTo>
                    <a:pt x="15678" y="7492"/>
                  </a:lnTo>
                  <a:lnTo>
                    <a:pt x="15987" y="7646"/>
                  </a:lnTo>
                  <a:lnTo>
                    <a:pt x="16296" y="7801"/>
                  </a:lnTo>
                  <a:lnTo>
                    <a:pt x="16605" y="7839"/>
                  </a:lnTo>
                  <a:lnTo>
                    <a:pt x="16876" y="7839"/>
                  </a:lnTo>
                  <a:lnTo>
                    <a:pt x="17030" y="7801"/>
                  </a:lnTo>
                  <a:lnTo>
                    <a:pt x="17184" y="7724"/>
                  </a:lnTo>
                  <a:lnTo>
                    <a:pt x="17300" y="7608"/>
                  </a:lnTo>
                  <a:lnTo>
                    <a:pt x="17378" y="7492"/>
                  </a:lnTo>
                  <a:lnTo>
                    <a:pt x="17455" y="7376"/>
                  </a:lnTo>
                  <a:lnTo>
                    <a:pt x="17455" y="7222"/>
                  </a:lnTo>
                  <a:lnTo>
                    <a:pt x="17493" y="6913"/>
                  </a:lnTo>
                  <a:lnTo>
                    <a:pt x="17416" y="6604"/>
                  </a:lnTo>
                  <a:lnTo>
                    <a:pt x="17339" y="6256"/>
                  </a:lnTo>
                  <a:lnTo>
                    <a:pt x="17184" y="5947"/>
                  </a:lnTo>
                  <a:lnTo>
                    <a:pt x="17030" y="5677"/>
                  </a:lnTo>
                  <a:lnTo>
                    <a:pt x="16914" y="5484"/>
                  </a:lnTo>
                  <a:lnTo>
                    <a:pt x="16721" y="5214"/>
                  </a:lnTo>
                  <a:lnTo>
                    <a:pt x="16489" y="4982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08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26"/>
                  </a:lnTo>
                  <a:lnTo>
                    <a:pt x="17107" y="2395"/>
                  </a:lnTo>
                  <a:lnTo>
                    <a:pt x="17146" y="2163"/>
                  </a:lnTo>
                  <a:lnTo>
                    <a:pt x="17146" y="1931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20"/>
                  </a:lnTo>
                  <a:lnTo>
                    <a:pt x="15910" y="1159"/>
                  </a:lnTo>
                  <a:lnTo>
                    <a:pt x="15678" y="1236"/>
                  </a:lnTo>
                  <a:lnTo>
                    <a:pt x="15485" y="1314"/>
                  </a:lnTo>
                  <a:lnTo>
                    <a:pt x="15292" y="1429"/>
                  </a:lnTo>
                  <a:lnTo>
                    <a:pt x="14906" y="1777"/>
                  </a:lnTo>
                  <a:lnTo>
                    <a:pt x="14597" y="2124"/>
                  </a:lnTo>
                  <a:lnTo>
                    <a:pt x="14327" y="2549"/>
                  </a:lnTo>
                  <a:lnTo>
                    <a:pt x="14095" y="3013"/>
                  </a:lnTo>
                  <a:lnTo>
                    <a:pt x="13979" y="2433"/>
                  </a:lnTo>
                  <a:lnTo>
                    <a:pt x="13748" y="1854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25"/>
                  </a:lnTo>
                  <a:lnTo>
                    <a:pt x="12589" y="271"/>
                  </a:lnTo>
                  <a:lnTo>
                    <a:pt x="12358" y="117"/>
                  </a:lnTo>
                  <a:lnTo>
                    <a:pt x="121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9"/>
            <p:cNvSpPr/>
            <p:nvPr/>
          </p:nvSpPr>
          <p:spPr>
            <a:xfrm>
              <a:off x="5288925" y="2151300"/>
              <a:ext cx="174775" cy="292550"/>
            </a:xfrm>
            <a:custGeom>
              <a:avLst/>
              <a:gdLst/>
              <a:ahLst/>
              <a:cxnLst/>
              <a:rect l="l" t="t" r="r" b="b"/>
              <a:pathLst>
                <a:path w="6991" h="11702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4" y="6256"/>
                  </a:lnTo>
                  <a:lnTo>
                    <a:pt x="4403" y="7801"/>
                  </a:lnTo>
                  <a:lnTo>
                    <a:pt x="5214" y="9346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4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2" y="11508"/>
                  </a:lnTo>
                  <a:lnTo>
                    <a:pt x="6952" y="11392"/>
                  </a:lnTo>
                  <a:lnTo>
                    <a:pt x="6990" y="11354"/>
                  </a:lnTo>
                  <a:lnTo>
                    <a:pt x="6681" y="11122"/>
                  </a:lnTo>
                  <a:lnTo>
                    <a:pt x="6759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6" y="5639"/>
                  </a:lnTo>
                  <a:lnTo>
                    <a:pt x="6411" y="5639"/>
                  </a:lnTo>
                  <a:lnTo>
                    <a:pt x="6411" y="6758"/>
                  </a:lnTo>
                  <a:lnTo>
                    <a:pt x="6334" y="8573"/>
                  </a:lnTo>
                  <a:lnTo>
                    <a:pt x="6295" y="9500"/>
                  </a:lnTo>
                  <a:lnTo>
                    <a:pt x="6257" y="10427"/>
                  </a:lnTo>
                  <a:lnTo>
                    <a:pt x="5986" y="9886"/>
                  </a:lnTo>
                  <a:lnTo>
                    <a:pt x="5253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3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9"/>
            <p:cNvSpPr/>
            <p:nvPr/>
          </p:nvSpPr>
          <p:spPr>
            <a:xfrm>
              <a:off x="1498900" y="2189925"/>
              <a:ext cx="329200" cy="242325"/>
            </a:xfrm>
            <a:custGeom>
              <a:avLst/>
              <a:gdLst/>
              <a:ahLst/>
              <a:cxnLst/>
              <a:rect l="l" t="t" r="r" b="b"/>
              <a:pathLst>
                <a:path w="13168" h="9693" extrusionOk="0">
                  <a:moveTo>
                    <a:pt x="5367" y="618"/>
                  </a:moveTo>
                  <a:lnTo>
                    <a:pt x="5947" y="773"/>
                  </a:lnTo>
                  <a:lnTo>
                    <a:pt x="6526" y="1004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6"/>
                  </a:lnTo>
                  <a:lnTo>
                    <a:pt x="8495" y="3167"/>
                  </a:lnTo>
                  <a:lnTo>
                    <a:pt x="8573" y="3437"/>
                  </a:lnTo>
                  <a:lnTo>
                    <a:pt x="8611" y="3707"/>
                  </a:lnTo>
                  <a:lnTo>
                    <a:pt x="8573" y="3707"/>
                  </a:lnTo>
                  <a:lnTo>
                    <a:pt x="7723" y="3823"/>
                  </a:lnTo>
                  <a:lnTo>
                    <a:pt x="6873" y="3900"/>
                  </a:lnTo>
                  <a:lnTo>
                    <a:pt x="6410" y="3939"/>
                  </a:lnTo>
                  <a:lnTo>
                    <a:pt x="6178" y="3939"/>
                  </a:lnTo>
                  <a:lnTo>
                    <a:pt x="5985" y="3900"/>
                  </a:lnTo>
                  <a:lnTo>
                    <a:pt x="5792" y="3862"/>
                  </a:lnTo>
                  <a:lnTo>
                    <a:pt x="5676" y="3746"/>
                  </a:lnTo>
                  <a:lnTo>
                    <a:pt x="5561" y="3553"/>
                  </a:lnTo>
                  <a:lnTo>
                    <a:pt x="5483" y="3321"/>
                  </a:lnTo>
                  <a:lnTo>
                    <a:pt x="5406" y="2626"/>
                  </a:lnTo>
                  <a:lnTo>
                    <a:pt x="5367" y="1970"/>
                  </a:lnTo>
                  <a:lnTo>
                    <a:pt x="5367" y="618"/>
                  </a:lnTo>
                  <a:close/>
                  <a:moveTo>
                    <a:pt x="2780" y="889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7" y="3707"/>
                  </a:lnTo>
                  <a:lnTo>
                    <a:pt x="2510" y="3862"/>
                  </a:lnTo>
                  <a:lnTo>
                    <a:pt x="2433" y="4016"/>
                  </a:lnTo>
                  <a:lnTo>
                    <a:pt x="2317" y="4132"/>
                  </a:lnTo>
                  <a:lnTo>
                    <a:pt x="2124" y="4209"/>
                  </a:lnTo>
                  <a:lnTo>
                    <a:pt x="1892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6" y="4016"/>
                  </a:lnTo>
                  <a:lnTo>
                    <a:pt x="502" y="3514"/>
                  </a:lnTo>
                  <a:lnTo>
                    <a:pt x="656" y="3012"/>
                  </a:lnTo>
                  <a:lnTo>
                    <a:pt x="888" y="2549"/>
                  </a:lnTo>
                  <a:lnTo>
                    <a:pt x="1158" y="2124"/>
                  </a:lnTo>
                  <a:lnTo>
                    <a:pt x="1506" y="1738"/>
                  </a:lnTo>
                  <a:lnTo>
                    <a:pt x="1892" y="1429"/>
                  </a:lnTo>
                  <a:lnTo>
                    <a:pt x="2317" y="1120"/>
                  </a:lnTo>
                  <a:lnTo>
                    <a:pt x="2780" y="889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3" y="5986"/>
                  </a:lnTo>
                  <a:lnTo>
                    <a:pt x="11430" y="6140"/>
                  </a:lnTo>
                  <a:lnTo>
                    <a:pt x="11353" y="6217"/>
                  </a:lnTo>
                  <a:lnTo>
                    <a:pt x="11237" y="6256"/>
                  </a:lnTo>
                  <a:lnTo>
                    <a:pt x="11082" y="6295"/>
                  </a:lnTo>
                  <a:lnTo>
                    <a:pt x="10928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0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19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2" y="0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4" y="387"/>
                  </a:lnTo>
                  <a:lnTo>
                    <a:pt x="2240" y="580"/>
                  </a:lnTo>
                  <a:lnTo>
                    <a:pt x="1854" y="811"/>
                  </a:lnTo>
                  <a:lnTo>
                    <a:pt x="1506" y="1043"/>
                  </a:lnTo>
                  <a:lnTo>
                    <a:pt x="1158" y="1352"/>
                  </a:lnTo>
                  <a:lnTo>
                    <a:pt x="888" y="1661"/>
                  </a:lnTo>
                  <a:lnTo>
                    <a:pt x="618" y="2008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5"/>
                  </a:lnTo>
                  <a:lnTo>
                    <a:pt x="39" y="3669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6" y="4287"/>
                  </a:lnTo>
                  <a:lnTo>
                    <a:pt x="965" y="4518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402"/>
                  </a:lnTo>
                  <a:lnTo>
                    <a:pt x="2858" y="4248"/>
                  </a:lnTo>
                  <a:lnTo>
                    <a:pt x="2896" y="4132"/>
                  </a:lnTo>
                  <a:lnTo>
                    <a:pt x="2973" y="3978"/>
                  </a:lnTo>
                  <a:lnTo>
                    <a:pt x="3012" y="3630"/>
                  </a:lnTo>
                  <a:lnTo>
                    <a:pt x="3012" y="2974"/>
                  </a:lnTo>
                  <a:lnTo>
                    <a:pt x="3128" y="773"/>
                  </a:lnTo>
                  <a:lnTo>
                    <a:pt x="3514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7" y="580"/>
                  </a:lnTo>
                  <a:lnTo>
                    <a:pt x="5020" y="1661"/>
                  </a:lnTo>
                  <a:lnTo>
                    <a:pt x="5059" y="2703"/>
                  </a:lnTo>
                  <a:lnTo>
                    <a:pt x="5097" y="3398"/>
                  </a:lnTo>
                  <a:lnTo>
                    <a:pt x="5174" y="3746"/>
                  </a:lnTo>
                  <a:lnTo>
                    <a:pt x="5213" y="3900"/>
                  </a:lnTo>
                  <a:lnTo>
                    <a:pt x="5290" y="4055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69" y="4325"/>
                  </a:lnTo>
                  <a:lnTo>
                    <a:pt x="6217" y="4325"/>
                  </a:lnTo>
                  <a:lnTo>
                    <a:pt x="6565" y="4287"/>
                  </a:lnTo>
                  <a:lnTo>
                    <a:pt x="7607" y="4209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1" y="4866"/>
                  </a:lnTo>
                  <a:lnTo>
                    <a:pt x="8611" y="4904"/>
                  </a:lnTo>
                  <a:lnTo>
                    <a:pt x="8611" y="5020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6" y="4943"/>
                  </a:lnTo>
                  <a:lnTo>
                    <a:pt x="9190" y="4904"/>
                  </a:lnTo>
                  <a:lnTo>
                    <a:pt x="9383" y="4904"/>
                  </a:lnTo>
                  <a:lnTo>
                    <a:pt x="9808" y="4982"/>
                  </a:lnTo>
                  <a:lnTo>
                    <a:pt x="10194" y="5098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0" y="5445"/>
                  </a:lnTo>
                  <a:lnTo>
                    <a:pt x="10272" y="5600"/>
                  </a:lnTo>
                  <a:lnTo>
                    <a:pt x="10233" y="5754"/>
                  </a:lnTo>
                  <a:lnTo>
                    <a:pt x="10233" y="5908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3" y="6488"/>
                  </a:lnTo>
                  <a:lnTo>
                    <a:pt x="10696" y="6604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6"/>
                  </a:lnTo>
                  <a:lnTo>
                    <a:pt x="11739" y="6410"/>
                  </a:lnTo>
                  <a:lnTo>
                    <a:pt x="11855" y="6256"/>
                  </a:lnTo>
                  <a:lnTo>
                    <a:pt x="12086" y="6565"/>
                  </a:lnTo>
                  <a:lnTo>
                    <a:pt x="12280" y="6912"/>
                  </a:lnTo>
                  <a:lnTo>
                    <a:pt x="12395" y="7221"/>
                  </a:lnTo>
                  <a:lnTo>
                    <a:pt x="12473" y="7569"/>
                  </a:lnTo>
                  <a:lnTo>
                    <a:pt x="12550" y="7916"/>
                  </a:lnTo>
                  <a:lnTo>
                    <a:pt x="12550" y="8264"/>
                  </a:lnTo>
                  <a:lnTo>
                    <a:pt x="12588" y="8998"/>
                  </a:lnTo>
                  <a:lnTo>
                    <a:pt x="12511" y="8998"/>
                  </a:lnTo>
                  <a:lnTo>
                    <a:pt x="12434" y="9075"/>
                  </a:lnTo>
                  <a:lnTo>
                    <a:pt x="12395" y="9113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5" y="9654"/>
                  </a:lnTo>
                  <a:lnTo>
                    <a:pt x="12820" y="9615"/>
                  </a:lnTo>
                  <a:lnTo>
                    <a:pt x="12936" y="9577"/>
                  </a:lnTo>
                  <a:lnTo>
                    <a:pt x="13013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5"/>
                  </a:lnTo>
                  <a:lnTo>
                    <a:pt x="13090" y="7723"/>
                  </a:lnTo>
                  <a:lnTo>
                    <a:pt x="12936" y="7183"/>
                  </a:lnTo>
                  <a:lnTo>
                    <a:pt x="12743" y="6681"/>
                  </a:lnTo>
                  <a:lnTo>
                    <a:pt x="12434" y="6217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314" y="5098"/>
                  </a:lnTo>
                  <a:lnTo>
                    <a:pt x="10967" y="4904"/>
                  </a:lnTo>
                  <a:lnTo>
                    <a:pt x="10619" y="4750"/>
                  </a:lnTo>
                  <a:lnTo>
                    <a:pt x="10272" y="4596"/>
                  </a:lnTo>
                  <a:lnTo>
                    <a:pt x="9885" y="4480"/>
                  </a:lnTo>
                  <a:lnTo>
                    <a:pt x="9538" y="4441"/>
                  </a:lnTo>
                  <a:lnTo>
                    <a:pt x="9190" y="4441"/>
                  </a:lnTo>
                  <a:lnTo>
                    <a:pt x="9268" y="3978"/>
                  </a:lnTo>
                  <a:lnTo>
                    <a:pt x="9229" y="3514"/>
                  </a:lnTo>
                  <a:lnTo>
                    <a:pt x="9152" y="3090"/>
                  </a:lnTo>
                  <a:lnTo>
                    <a:pt x="8997" y="2665"/>
                  </a:lnTo>
                  <a:lnTo>
                    <a:pt x="8804" y="2279"/>
                  </a:lnTo>
                  <a:lnTo>
                    <a:pt x="8534" y="1931"/>
                  </a:lnTo>
                  <a:lnTo>
                    <a:pt x="8225" y="1584"/>
                  </a:lnTo>
                  <a:lnTo>
                    <a:pt x="7839" y="1275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8" y="348"/>
                  </a:lnTo>
                  <a:lnTo>
                    <a:pt x="5715" y="193"/>
                  </a:lnTo>
                  <a:lnTo>
                    <a:pt x="5290" y="78"/>
                  </a:lnTo>
                  <a:lnTo>
                    <a:pt x="4827" y="39"/>
                  </a:lnTo>
                  <a:lnTo>
                    <a:pt x="440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9"/>
            <p:cNvSpPr/>
            <p:nvPr/>
          </p:nvSpPr>
          <p:spPr>
            <a:xfrm>
              <a:off x="1530750" y="2203425"/>
              <a:ext cx="254875" cy="267450"/>
            </a:xfrm>
            <a:custGeom>
              <a:avLst/>
              <a:gdLst/>
              <a:ahLst/>
              <a:cxnLst/>
              <a:rect l="l" t="t" r="r" b="b"/>
              <a:pathLst>
                <a:path w="10195" h="10698" extrusionOk="0">
                  <a:moveTo>
                    <a:pt x="8264" y="7299"/>
                  </a:moveTo>
                  <a:lnTo>
                    <a:pt x="8496" y="7376"/>
                  </a:lnTo>
                  <a:lnTo>
                    <a:pt x="8727" y="7454"/>
                  </a:lnTo>
                  <a:lnTo>
                    <a:pt x="8959" y="7569"/>
                  </a:lnTo>
                  <a:lnTo>
                    <a:pt x="9152" y="7724"/>
                  </a:lnTo>
                  <a:lnTo>
                    <a:pt x="9345" y="7917"/>
                  </a:lnTo>
                  <a:lnTo>
                    <a:pt x="9500" y="8110"/>
                  </a:lnTo>
                  <a:lnTo>
                    <a:pt x="9615" y="8342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3"/>
                  </a:lnTo>
                  <a:lnTo>
                    <a:pt x="9538" y="9423"/>
                  </a:lnTo>
                  <a:lnTo>
                    <a:pt x="9384" y="9655"/>
                  </a:lnTo>
                  <a:lnTo>
                    <a:pt x="9191" y="9848"/>
                  </a:lnTo>
                  <a:lnTo>
                    <a:pt x="8959" y="10041"/>
                  </a:lnTo>
                  <a:lnTo>
                    <a:pt x="8689" y="10118"/>
                  </a:lnTo>
                  <a:lnTo>
                    <a:pt x="8418" y="10195"/>
                  </a:lnTo>
                  <a:lnTo>
                    <a:pt x="8109" y="10157"/>
                  </a:lnTo>
                  <a:lnTo>
                    <a:pt x="7839" y="10079"/>
                  </a:lnTo>
                  <a:lnTo>
                    <a:pt x="7607" y="9964"/>
                  </a:lnTo>
                  <a:lnTo>
                    <a:pt x="7376" y="9809"/>
                  </a:lnTo>
                  <a:lnTo>
                    <a:pt x="7183" y="9577"/>
                  </a:lnTo>
                  <a:lnTo>
                    <a:pt x="7028" y="9346"/>
                  </a:lnTo>
                  <a:lnTo>
                    <a:pt x="6951" y="9075"/>
                  </a:lnTo>
                  <a:lnTo>
                    <a:pt x="6912" y="8805"/>
                  </a:lnTo>
                  <a:lnTo>
                    <a:pt x="6951" y="8535"/>
                  </a:lnTo>
                  <a:lnTo>
                    <a:pt x="7028" y="8265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4"/>
                  </a:lnTo>
                  <a:lnTo>
                    <a:pt x="7723" y="7569"/>
                  </a:lnTo>
                  <a:lnTo>
                    <a:pt x="8148" y="7338"/>
                  </a:lnTo>
                  <a:lnTo>
                    <a:pt x="8225" y="7299"/>
                  </a:lnTo>
                  <a:close/>
                  <a:moveTo>
                    <a:pt x="2858" y="1"/>
                  </a:moveTo>
                  <a:lnTo>
                    <a:pt x="2665" y="40"/>
                  </a:lnTo>
                  <a:lnTo>
                    <a:pt x="2665" y="78"/>
                  </a:lnTo>
                  <a:lnTo>
                    <a:pt x="2626" y="1353"/>
                  </a:lnTo>
                  <a:lnTo>
                    <a:pt x="2626" y="2588"/>
                  </a:lnTo>
                  <a:lnTo>
                    <a:pt x="2665" y="3824"/>
                  </a:lnTo>
                  <a:lnTo>
                    <a:pt x="2703" y="5098"/>
                  </a:lnTo>
                  <a:lnTo>
                    <a:pt x="2896" y="7492"/>
                  </a:lnTo>
                  <a:lnTo>
                    <a:pt x="2896" y="8149"/>
                  </a:lnTo>
                  <a:lnTo>
                    <a:pt x="2935" y="8458"/>
                  </a:lnTo>
                  <a:lnTo>
                    <a:pt x="2974" y="8612"/>
                  </a:lnTo>
                  <a:lnTo>
                    <a:pt x="3051" y="8767"/>
                  </a:lnTo>
                  <a:lnTo>
                    <a:pt x="1545" y="8728"/>
                  </a:lnTo>
                  <a:lnTo>
                    <a:pt x="39" y="8689"/>
                  </a:lnTo>
                  <a:lnTo>
                    <a:pt x="0" y="8689"/>
                  </a:lnTo>
                  <a:lnTo>
                    <a:pt x="0" y="9037"/>
                  </a:lnTo>
                  <a:lnTo>
                    <a:pt x="773" y="9114"/>
                  </a:lnTo>
                  <a:lnTo>
                    <a:pt x="1545" y="9153"/>
                  </a:lnTo>
                  <a:lnTo>
                    <a:pt x="3128" y="9230"/>
                  </a:lnTo>
                  <a:lnTo>
                    <a:pt x="4827" y="9307"/>
                  </a:lnTo>
                  <a:lnTo>
                    <a:pt x="5677" y="9307"/>
                  </a:lnTo>
                  <a:lnTo>
                    <a:pt x="6488" y="9269"/>
                  </a:lnTo>
                  <a:lnTo>
                    <a:pt x="6603" y="9577"/>
                  </a:lnTo>
                  <a:lnTo>
                    <a:pt x="6758" y="9848"/>
                  </a:lnTo>
                  <a:lnTo>
                    <a:pt x="6990" y="10079"/>
                  </a:lnTo>
                  <a:lnTo>
                    <a:pt x="7221" y="10311"/>
                  </a:lnTo>
                  <a:lnTo>
                    <a:pt x="7492" y="10466"/>
                  </a:lnTo>
                  <a:lnTo>
                    <a:pt x="7801" y="10581"/>
                  </a:lnTo>
                  <a:lnTo>
                    <a:pt x="8109" y="10659"/>
                  </a:lnTo>
                  <a:lnTo>
                    <a:pt x="8418" y="10697"/>
                  </a:lnTo>
                  <a:lnTo>
                    <a:pt x="8727" y="10620"/>
                  </a:lnTo>
                  <a:lnTo>
                    <a:pt x="9036" y="10543"/>
                  </a:lnTo>
                  <a:lnTo>
                    <a:pt x="9306" y="10388"/>
                  </a:lnTo>
                  <a:lnTo>
                    <a:pt x="9538" y="10195"/>
                  </a:lnTo>
                  <a:lnTo>
                    <a:pt x="9770" y="9964"/>
                  </a:lnTo>
                  <a:lnTo>
                    <a:pt x="9924" y="9693"/>
                  </a:lnTo>
                  <a:lnTo>
                    <a:pt x="10079" y="9423"/>
                  </a:lnTo>
                  <a:lnTo>
                    <a:pt x="10156" y="9153"/>
                  </a:lnTo>
                  <a:lnTo>
                    <a:pt x="10195" y="9153"/>
                  </a:lnTo>
                  <a:lnTo>
                    <a:pt x="10195" y="8767"/>
                  </a:lnTo>
                  <a:lnTo>
                    <a:pt x="10156" y="8419"/>
                  </a:lnTo>
                  <a:lnTo>
                    <a:pt x="10040" y="8071"/>
                  </a:lnTo>
                  <a:lnTo>
                    <a:pt x="9847" y="7763"/>
                  </a:lnTo>
                  <a:lnTo>
                    <a:pt x="9615" y="7492"/>
                  </a:lnTo>
                  <a:lnTo>
                    <a:pt x="9306" y="7261"/>
                  </a:lnTo>
                  <a:lnTo>
                    <a:pt x="8998" y="7106"/>
                  </a:lnTo>
                  <a:lnTo>
                    <a:pt x="8650" y="7029"/>
                  </a:lnTo>
                  <a:lnTo>
                    <a:pt x="8303" y="7029"/>
                  </a:lnTo>
                  <a:lnTo>
                    <a:pt x="8187" y="7067"/>
                  </a:lnTo>
                  <a:lnTo>
                    <a:pt x="8148" y="7029"/>
                  </a:lnTo>
                  <a:lnTo>
                    <a:pt x="8071" y="6990"/>
                  </a:lnTo>
                  <a:lnTo>
                    <a:pt x="7916" y="6990"/>
                  </a:lnTo>
                  <a:lnTo>
                    <a:pt x="7723" y="7029"/>
                  </a:lnTo>
                  <a:lnTo>
                    <a:pt x="7414" y="7145"/>
                  </a:lnTo>
                  <a:lnTo>
                    <a:pt x="7144" y="7338"/>
                  </a:lnTo>
                  <a:lnTo>
                    <a:pt x="6912" y="7569"/>
                  </a:lnTo>
                  <a:lnTo>
                    <a:pt x="6719" y="7878"/>
                  </a:lnTo>
                  <a:lnTo>
                    <a:pt x="6565" y="8187"/>
                  </a:lnTo>
                  <a:lnTo>
                    <a:pt x="6449" y="8535"/>
                  </a:lnTo>
                  <a:lnTo>
                    <a:pt x="6449" y="8844"/>
                  </a:lnTo>
                  <a:lnTo>
                    <a:pt x="5715" y="8805"/>
                  </a:lnTo>
                  <a:lnTo>
                    <a:pt x="4943" y="8767"/>
                  </a:lnTo>
                  <a:lnTo>
                    <a:pt x="3476" y="8767"/>
                  </a:lnTo>
                  <a:lnTo>
                    <a:pt x="3476" y="8728"/>
                  </a:lnTo>
                  <a:lnTo>
                    <a:pt x="3476" y="8651"/>
                  </a:lnTo>
                  <a:lnTo>
                    <a:pt x="3476" y="8573"/>
                  </a:lnTo>
                  <a:lnTo>
                    <a:pt x="3437" y="8535"/>
                  </a:lnTo>
                  <a:lnTo>
                    <a:pt x="3360" y="8496"/>
                  </a:lnTo>
                  <a:lnTo>
                    <a:pt x="3283" y="8496"/>
                  </a:lnTo>
                  <a:lnTo>
                    <a:pt x="3205" y="8535"/>
                  </a:lnTo>
                  <a:lnTo>
                    <a:pt x="3283" y="8380"/>
                  </a:lnTo>
                  <a:lnTo>
                    <a:pt x="3283" y="8226"/>
                  </a:lnTo>
                  <a:lnTo>
                    <a:pt x="3283" y="8110"/>
                  </a:lnTo>
                  <a:lnTo>
                    <a:pt x="3283" y="7956"/>
                  </a:lnTo>
                  <a:lnTo>
                    <a:pt x="3205" y="7338"/>
                  </a:lnTo>
                  <a:lnTo>
                    <a:pt x="3128" y="6450"/>
                  </a:lnTo>
                  <a:lnTo>
                    <a:pt x="3012" y="4326"/>
                  </a:lnTo>
                  <a:lnTo>
                    <a:pt x="2935" y="2202"/>
                  </a:lnTo>
                  <a:lnTo>
                    <a:pt x="2896" y="78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" name="Google Shape;2130;p9"/>
            <p:cNvSpPr/>
            <p:nvPr/>
          </p:nvSpPr>
          <p:spPr>
            <a:xfrm>
              <a:off x="4324525" y="22671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20"/>
                  </a:lnTo>
                  <a:lnTo>
                    <a:pt x="2897" y="1661"/>
                  </a:lnTo>
                  <a:lnTo>
                    <a:pt x="2511" y="2202"/>
                  </a:lnTo>
                  <a:lnTo>
                    <a:pt x="1970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80" y="4750"/>
                  </a:lnTo>
                  <a:lnTo>
                    <a:pt x="966" y="4518"/>
                  </a:lnTo>
                  <a:lnTo>
                    <a:pt x="1314" y="4210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935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3"/>
                  </a:lnTo>
                  <a:lnTo>
                    <a:pt x="4248" y="155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" name="Google Shape;2131;p9"/>
            <p:cNvSpPr/>
            <p:nvPr/>
          </p:nvSpPr>
          <p:spPr>
            <a:xfrm>
              <a:off x="4273375" y="22681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0"/>
                  </a:moveTo>
                  <a:lnTo>
                    <a:pt x="1004" y="309"/>
                  </a:lnTo>
                  <a:lnTo>
                    <a:pt x="1236" y="386"/>
                  </a:lnTo>
                  <a:lnTo>
                    <a:pt x="1429" y="579"/>
                  </a:lnTo>
                  <a:lnTo>
                    <a:pt x="1583" y="772"/>
                  </a:lnTo>
                  <a:lnTo>
                    <a:pt x="1622" y="1004"/>
                  </a:lnTo>
                  <a:lnTo>
                    <a:pt x="1622" y="1120"/>
                  </a:lnTo>
                  <a:lnTo>
                    <a:pt x="1583" y="1197"/>
                  </a:lnTo>
                  <a:lnTo>
                    <a:pt x="1545" y="1313"/>
                  </a:lnTo>
                  <a:lnTo>
                    <a:pt x="1468" y="1390"/>
                  </a:lnTo>
                  <a:lnTo>
                    <a:pt x="1352" y="1506"/>
                  </a:lnTo>
                  <a:lnTo>
                    <a:pt x="1197" y="1545"/>
                  </a:lnTo>
                  <a:lnTo>
                    <a:pt x="966" y="1583"/>
                  </a:lnTo>
                  <a:lnTo>
                    <a:pt x="772" y="1545"/>
                  </a:lnTo>
                  <a:lnTo>
                    <a:pt x="657" y="1506"/>
                  </a:lnTo>
                  <a:lnTo>
                    <a:pt x="579" y="1429"/>
                  </a:lnTo>
                  <a:lnTo>
                    <a:pt x="502" y="1352"/>
                  </a:lnTo>
                  <a:lnTo>
                    <a:pt x="464" y="1236"/>
                  </a:lnTo>
                  <a:lnTo>
                    <a:pt x="425" y="1004"/>
                  </a:lnTo>
                  <a:lnTo>
                    <a:pt x="464" y="811"/>
                  </a:lnTo>
                  <a:lnTo>
                    <a:pt x="541" y="618"/>
                  </a:lnTo>
                  <a:lnTo>
                    <a:pt x="695" y="425"/>
                  </a:lnTo>
                  <a:lnTo>
                    <a:pt x="734" y="348"/>
                  </a:lnTo>
                  <a:lnTo>
                    <a:pt x="734" y="309"/>
                  </a:lnTo>
                  <a:lnTo>
                    <a:pt x="888" y="270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116"/>
                  </a:lnTo>
                  <a:lnTo>
                    <a:pt x="541" y="77"/>
                  </a:lnTo>
                  <a:lnTo>
                    <a:pt x="464" y="116"/>
                  </a:lnTo>
                  <a:lnTo>
                    <a:pt x="270" y="232"/>
                  </a:lnTo>
                  <a:lnTo>
                    <a:pt x="155" y="386"/>
                  </a:lnTo>
                  <a:lnTo>
                    <a:pt x="77" y="541"/>
                  </a:lnTo>
                  <a:lnTo>
                    <a:pt x="39" y="734"/>
                  </a:lnTo>
                  <a:lnTo>
                    <a:pt x="0" y="888"/>
                  </a:lnTo>
                  <a:lnTo>
                    <a:pt x="0" y="1081"/>
                  </a:lnTo>
                  <a:lnTo>
                    <a:pt x="39" y="1274"/>
                  </a:lnTo>
                  <a:lnTo>
                    <a:pt x="77" y="1468"/>
                  </a:lnTo>
                  <a:lnTo>
                    <a:pt x="193" y="1661"/>
                  </a:lnTo>
                  <a:lnTo>
                    <a:pt x="309" y="1776"/>
                  </a:lnTo>
                  <a:lnTo>
                    <a:pt x="502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236" y="2008"/>
                  </a:lnTo>
                  <a:lnTo>
                    <a:pt x="1429" y="1931"/>
                  </a:lnTo>
                  <a:lnTo>
                    <a:pt x="1622" y="1815"/>
                  </a:lnTo>
                  <a:lnTo>
                    <a:pt x="1776" y="1699"/>
                  </a:lnTo>
                  <a:lnTo>
                    <a:pt x="1892" y="1545"/>
                  </a:lnTo>
                  <a:lnTo>
                    <a:pt x="1970" y="1390"/>
                  </a:lnTo>
                  <a:lnTo>
                    <a:pt x="2047" y="1197"/>
                  </a:lnTo>
                  <a:lnTo>
                    <a:pt x="2085" y="1004"/>
                  </a:lnTo>
                  <a:lnTo>
                    <a:pt x="2047" y="811"/>
                  </a:lnTo>
                  <a:lnTo>
                    <a:pt x="1970" y="618"/>
                  </a:lnTo>
                  <a:lnTo>
                    <a:pt x="1892" y="425"/>
                  </a:lnTo>
                  <a:lnTo>
                    <a:pt x="1738" y="270"/>
                  </a:lnTo>
                  <a:lnTo>
                    <a:pt x="1583" y="155"/>
                  </a:lnTo>
                  <a:lnTo>
                    <a:pt x="1429" y="77"/>
                  </a:lnTo>
                  <a:lnTo>
                    <a:pt x="1236" y="39"/>
                  </a:lnTo>
                  <a:lnTo>
                    <a:pt x="104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" name="Google Shape;2132;p9"/>
            <p:cNvSpPr/>
            <p:nvPr/>
          </p:nvSpPr>
          <p:spPr>
            <a:xfrm>
              <a:off x="1394625" y="2299975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0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1" y="194"/>
                  </a:lnTo>
                  <a:lnTo>
                    <a:pt x="2240" y="309"/>
                  </a:lnTo>
                  <a:lnTo>
                    <a:pt x="2009" y="425"/>
                  </a:lnTo>
                  <a:lnTo>
                    <a:pt x="1738" y="580"/>
                  </a:lnTo>
                  <a:lnTo>
                    <a:pt x="1507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9"/>
                  </a:lnTo>
                  <a:lnTo>
                    <a:pt x="39" y="3746"/>
                  </a:lnTo>
                  <a:lnTo>
                    <a:pt x="1" y="4055"/>
                  </a:lnTo>
                  <a:lnTo>
                    <a:pt x="1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700" y="5291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827"/>
                  </a:lnTo>
                  <a:lnTo>
                    <a:pt x="734" y="4711"/>
                  </a:lnTo>
                  <a:lnTo>
                    <a:pt x="580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80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54" y="1159"/>
                  </a:lnTo>
                  <a:lnTo>
                    <a:pt x="2202" y="889"/>
                  </a:lnTo>
                  <a:lnTo>
                    <a:pt x="2626" y="696"/>
                  </a:lnTo>
                  <a:lnTo>
                    <a:pt x="3090" y="580"/>
                  </a:lnTo>
                  <a:lnTo>
                    <a:pt x="3592" y="541"/>
                  </a:lnTo>
                  <a:lnTo>
                    <a:pt x="4094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3" y="502"/>
                  </a:lnTo>
                  <a:lnTo>
                    <a:pt x="4480" y="464"/>
                  </a:lnTo>
                  <a:lnTo>
                    <a:pt x="4519" y="425"/>
                  </a:lnTo>
                  <a:lnTo>
                    <a:pt x="4519" y="348"/>
                  </a:lnTo>
                  <a:lnTo>
                    <a:pt x="4519" y="194"/>
                  </a:lnTo>
                  <a:lnTo>
                    <a:pt x="4210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9"/>
            <p:cNvSpPr/>
            <p:nvPr/>
          </p:nvSpPr>
          <p:spPr>
            <a:xfrm>
              <a:off x="4211575" y="2315425"/>
              <a:ext cx="44450" cy="44425"/>
            </a:xfrm>
            <a:custGeom>
              <a:avLst/>
              <a:gdLst/>
              <a:ahLst/>
              <a:cxnLst/>
              <a:rect l="l" t="t" r="r" b="b"/>
              <a:pathLst>
                <a:path w="1778" h="1777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8"/>
                  </a:lnTo>
                  <a:lnTo>
                    <a:pt x="1391" y="811"/>
                  </a:lnTo>
                  <a:lnTo>
                    <a:pt x="1391" y="966"/>
                  </a:lnTo>
                  <a:lnTo>
                    <a:pt x="1352" y="1082"/>
                  </a:lnTo>
                  <a:lnTo>
                    <a:pt x="1275" y="1159"/>
                  </a:lnTo>
                  <a:lnTo>
                    <a:pt x="1198" y="1236"/>
                  </a:lnTo>
                  <a:lnTo>
                    <a:pt x="1082" y="1313"/>
                  </a:lnTo>
                  <a:lnTo>
                    <a:pt x="889" y="1390"/>
                  </a:lnTo>
                  <a:lnTo>
                    <a:pt x="734" y="1352"/>
                  </a:lnTo>
                  <a:lnTo>
                    <a:pt x="541" y="1275"/>
                  </a:lnTo>
                  <a:lnTo>
                    <a:pt x="426" y="1082"/>
                  </a:lnTo>
                  <a:lnTo>
                    <a:pt x="387" y="927"/>
                  </a:lnTo>
                  <a:lnTo>
                    <a:pt x="387" y="734"/>
                  </a:lnTo>
                  <a:lnTo>
                    <a:pt x="464" y="580"/>
                  </a:lnTo>
                  <a:lnTo>
                    <a:pt x="541" y="386"/>
                  </a:lnTo>
                  <a:lnTo>
                    <a:pt x="541" y="348"/>
                  </a:lnTo>
                  <a:lnTo>
                    <a:pt x="580" y="348"/>
                  </a:lnTo>
                  <a:lnTo>
                    <a:pt x="773" y="309"/>
                  </a:lnTo>
                  <a:close/>
                  <a:moveTo>
                    <a:pt x="966" y="0"/>
                  </a:moveTo>
                  <a:lnTo>
                    <a:pt x="773" y="39"/>
                  </a:lnTo>
                  <a:lnTo>
                    <a:pt x="619" y="78"/>
                  </a:lnTo>
                  <a:lnTo>
                    <a:pt x="464" y="155"/>
                  </a:lnTo>
                  <a:lnTo>
                    <a:pt x="426" y="193"/>
                  </a:lnTo>
                  <a:lnTo>
                    <a:pt x="387" y="193"/>
                  </a:lnTo>
                  <a:lnTo>
                    <a:pt x="232" y="271"/>
                  </a:lnTo>
                  <a:lnTo>
                    <a:pt x="117" y="386"/>
                  </a:lnTo>
                  <a:lnTo>
                    <a:pt x="39" y="541"/>
                  </a:lnTo>
                  <a:lnTo>
                    <a:pt x="1" y="695"/>
                  </a:lnTo>
                  <a:lnTo>
                    <a:pt x="1" y="850"/>
                  </a:lnTo>
                  <a:lnTo>
                    <a:pt x="1" y="1004"/>
                  </a:lnTo>
                  <a:lnTo>
                    <a:pt x="39" y="1197"/>
                  </a:lnTo>
                  <a:lnTo>
                    <a:pt x="117" y="1313"/>
                  </a:lnTo>
                  <a:lnTo>
                    <a:pt x="194" y="1468"/>
                  </a:lnTo>
                  <a:lnTo>
                    <a:pt x="348" y="1584"/>
                  </a:lnTo>
                  <a:lnTo>
                    <a:pt x="464" y="1699"/>
                  </a:lnTo>
                  <a:lnTo>
                    <a:pt x="619" y="1738"/>
                  </a:lnTo>
                  <a:lnTo>
                    <a:pt x="812" y="1777"/>
                  </a:lnTo>
                  <a:lnTo>
                    <a:pt x="966" y="1777"/>
                  </a:lnTo>
                  <a:lnTo>
                    <a:pt x="1121" y="1738"/>
                  </a:lnTo>
                  <a:lnTo>
                    <a:pt x="1314" y="1661"/>
                  </a:lnTo>
                  <a:lnTo>
                    <a:pt x="1430" y="1545"/>
                  </a:lnTo>
                  <a:lnTo>
                    <a:pt x="1584" y="1429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66"/>
                  </a:lnTo>
                  <a:lnTo>
                    <a:pt x="1777" y="773"/>
                  </a:lnTo>
                  <a:lnTo>
                    <a:pt x="1738" y="618"/>
                  </a:lnTo>
                  <a:lnTo>
                    <a:pt x="1661" y="425"/>
                  </a:lnTo>
                  <a:lnTo>
                    <a:pt x="1545" y="309"/>
                  </a:lnTo>
                  <a:lnTo>
                    <a:pt x="1430" y="193"/>
                  </a:lnTo>
                  <a:lnTo>
                    <a:pt x="1275" y="116"/>
                  </a:lnTo>
                  <a:lnTo>
                    <a:pt x="1121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2134;p9"/>
            <p:cNvSpPr/>
            <p:nvPr/>
          </p:nvSpPr>
          <p:spPr>
            <a:xfrm>
              <a:off x="2413100" y="2319275"/>
              <a:ext cx="84975" cy="222075"/>
            </a:xfrm>
            <a:custGeom>
              <a:avLst/>
              <a:gdLst/>
              <a:ahLst/>
              <a:cxnLst/>
              <a:rect l="l" t="t" r="r" b="b"/>
              <a:pathLst>
                <a:path w="3399" h="8883" extrusionOk="0">
                  <a:moveTo>
                    <a:pt x="1043" y="7376"/>
                  </a:moveTo>
                  <a:lnTo>
                    <a:pt x="1197" y="7453"/>
                  </a:lnTo>
                  <a:lnTo>
                    <a:pt x="1352" y="7608"/>
                  </a:lnTo>
                  <a:lnTo>
                    <a:pt x="1429" y="7685"/>
                  </a:lnTo>
                  <a:lnTo>
                    <a:pt x="1468" y="7801"/>
                  </a:lnTo>
                  <a:lnTo>
                    <a:pt x="1468" y="8033"/>
                  </a:lnTo>
                  <a:lnTo>
                    <a:pt x="1390" y="8226"/>
                  </a:lnTo>
                  <a:lnTo>
                    <a:pt x="1313" y="8342"/>
                  </a:lnTo>
                  <a:lnTo>
                    <a:pt x="1236" y="8419"/>
                  </a:lnTo>
                  <a:lnTo>
                    <a:pt x="1159" y="8457"/>
                  </a:lnTo>
                  <a:lnTo>
                    <a:pt x="1043" y="8496"/>
                  </a:lnTo>
                  <a:lnTo>
                    <a:pt x="811" y="8496"/>
                  </a:lnTo>
                  <a:lnTo>
                    <a:pt x="618" y="8419"/>
                  </a:lnTo>
                  <a:lnTo>
                    <a:pt x="541" y="8342"/>
                  </a:lnTo>
                  <a:lnTo>
                    <a:pt x="464" y="8264"/>
                  </a:lnTo>
                  <a:lnTo>
                    <a:pt x="386" y="8148"/>
                  </a:lnTo>
                  <a:lnTo>
                    <a:pt x="386" y="8033"/>
                  </a:lnTo>
                  <a:lnTo>
                    <a:pt x="386" y="7917"/>
                  </a:lnTo>
                  <a:lnTo>
                    <a:pt x="386" y="7801"/>
                  </a:lnTo>
                  <a:lnTo>
                    <a:pt x="502" y="7569"/>
                  </a:lnTo>
                  <a:lnTo>
                    <a:pt x="695" y="7415"/>
                  </a:lnTo>
                  <a:lnTo>
                    <a:pt x="850" y="7376"/>
                  </a:lnTo>
                  <a:close/>
                  <a:moveTo>
                    <a:pt x="3128" y="1"/>
                  </a:moveTo>
                  <a:lnTo>
                    <a:pt x="3089" y="39"/>
                  </a:lnTo>
                  <a:lnTo>
                    <a:pt x="3051" y="78"/>
                  </a:lnTo>
                  <a:lnTo>
                    <a:pt x="2819" y="503"/>
                  </a:lnTo>
                  <a:lnTo>
                    <a:pt x="2665" y="889"/>
                  </a:lnTo>
                  <a:lnTo>
                    <a:pt x="2356" y="1777"/>
                  </a:lnTo>
                  <a:lnTo>
                    <a:pt x="2085" y="2665"/>
                  </a:lnTo>
                  <a:lnTo>
                    <a:pt x="1854" y="3515"/>
                  </a:lnTo>
                  <a:lnTo>
                    <a:pt x="1313" y="5252"/>
                  </a:lnTo>
                  <a:lnTo>
                    <a:pt x="1043" y="6102"/>
                  </a:lnTo>
                  <a:lnTo>
                    <a:pt x="811" y="6990"/>
                  </a:lnTo>
                  <a:lnTo>
                    <a:pt x="657" y="6990"/>
                  </a:lnTo>
                  <a:lnTo>
                    <a:pt x="541" y="7029"/>
                  </a:lnTo>
                  <a:lnTo>
                    <a:pt x="386" y="7106"/>
                  </a:lnTo>
                  <a:lnTo>
                    <a:pt x="309" y="7222"/>
                  </a:lnTo>
                  <a:lnTo>
                    <a:pt x="271" y="7299"/>
                  </a:lnTo>
                  <a:lnTo>
                    <a:pt x="271" y="7376"/>
                  </a:lnTo>
                  <a:lnTo>
                    <a:pt x="116" y="7608"/>
                  </a:lnTo>
                  <a:lnTo>
                    <a:pt x="0" y="7840"/>
                  </a:lnTo>
                  <a:lnTo>
                    <a:pt x="0" y="8110"/>
                  </a:lnTo>
                  <a:lnTo>
                    <a:pt x="39" y="8264"/>
                  </a:lnTo>
                  <a:lnTo>
                    <a:pt x="78" y="8419"/>
                  </a:lnTo>
                  <a:lnTo>
                    <a:pt x="193" y="8573"/>
                  </a:lnTo>
                  <a:lnTo>
                    <a:pt x="348" y="8689"/>
                  </a:lnTo>
                  <a:lnTo>
                    <a:pt x="502" y="8805"/>
                  </a:lnTo>
                  <a:lnTo>
                    <a:pt x="657" y="8882"/>
                  </a:lnTo>
                  <a:lnTo>
                    <a:pt x="1043" y="8882"/>
                  </a:lnTo>
                  <a:lnTo>
                    <a:pt x="1236" y="8844"/>
                  </a:lnTo>
                  <a:lnTo>
                    <a:pt x="1429" y="8766"/>
                  </a:lnTo>
                  <a:lnTo>
                    <a:pt x="1584" y="8650"/>
                  </a:lnTo>
                  <a:lnTo>
                    <a:pt x="1699" y="8496"/>
                  </a:lnTo>
                  <a:lnTo>
                    <a:pt x="1777" y="8342"/>
                  </a:lnTo>
                  <a:lnTo>
                    <a:pt x="1854" y="8148"/>
                  </a:lnTo>
                  <a:lnTo>
                    <a:pt x="1854" y="7955"/>
                  </a:lnTo>
                  <a:lnTo>
                    <a:pt x="1854" y="7762"/>
                  </a:lnTo>
                  <a:lnTo>
                    <a:pt x="1815" y="7608"/>
                  </a:lnTo>
                  <a:lnTo>
                    <a:pt x="1738" y="7415"/>
                  </a:lnTo>
                  <a:lnTo>
                    <a:pt x="1622" y="7299"/>
                  </a:lnTo>
                  <a:lnTo>
                    <a:pt x="1506" y="7183"/>
                  </a:lnTo>
                  <a:lnTo>
                    <a:pt x="1352" y="7106"/>
                  </a:lnTo>
                  <a:lnTo>
                    <a:pt x="1197" y="7029"/>
                  </a:lnTo>
                  <a:lnTo>
                    <a:pt x="1545" y="6179"/>
                  </a:lnTo>
                  <a:lnTo>
                    <a:pt x="1815" y="5330"/>
                  </a:lnTo>
                  <a:lnTo>
                    <a:pt x="2394" y="3592"/>
                  </a:lnTo>
                  <a:lnTo>
                    <a:pt x="2665" y="2781"/>
                  </a:lnTo>
                  <a:lnTo>
                    <a:pt x="2974" y="1932"/>
                  </a:lnTo>
                  <a:lnTo>
                    <a:pt x="3244" y="1082"/>
                  </a:lnTo>
                  <a:lnTo>
                    <a:pt x="3321" y="657"/>
                  </a:lnTo>
                  <a:lnTo>
                    <a:pt x="3398" y="232"/>
                  </a:lnTo>
                  <a:lnTo>
                    <a:pt x="3360" y="117"/>
                  </a:lnTo>
                  <a:lnTo>
                    <a:pt x="3244" y="39"/>
                  </a:lnTo>
                  <a:lnTo>
                    <a:pt x="312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" name="Google Shape;2135;p9"/>
            <p:cNvSpPr/>
            <p:nvPr/>
          </p:nvSpPr>
          <p:spPr>
            <a:xfrm>
              <a:off x="4217375" y="2321200"/>
              <a:ext cx="114900" cy="286750"/>
            </a:xfrm>
            <a:custGeom>
              <a:avLst/>
              <a:gdLst/>
              <a:ahLst/>
              <a:cxnLst/>
              <a:rect l="l" t="t" r="r" b="b"/>
              <a:pathLst>
                <a:path w="4596" h="11470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67"/>
                  </a:lnTo>
                  <a:lnTo>
                    <a:pt x="3939" y="4287"/>
                  </a:lnTo>
                  <a:lnTo>
                    <a:pt x="4016" y="5407"/>
                  </a:lnTo>
                  <a:lnTo>
                    <a:pt x="4055" y="6643"/>
                  </a:lnTo>
                  <a:lnTo>
                    <a:pt x="4055" y="7261"/>
                  </a:lnTo>
                  <a:lnTo>
                    <a:pt x="3978" y="7917"/>
                  </a:lnTo>
                  <a:lnTo>
                    <a:pt x="3901" y="8535"/>
                  </a:lnTo>
                  <a:lnTo>
                    <a:pt x="3746" y="9153"/>
                  </a:lnTo>
                  <a:lnTo>
                    <a:pt x="3553" y="9732"/>
                  </a:lnTo>
                  <a:lnTo>
                    <a:pt x="3244" y="10273"/>
                  </a:lnTo>
                  <a:lnTo>
                    <a:pt x="3012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4"/>
                  </a:lnTo>
                  <a:lnTo>
                    <a:pt x="850" y="9693"/>
                  </a:lnTo>
                  <a:lnTo>
                    <a:pt x="773" y="9423"/>
                  </a:lnTo>
                  <a:lnTo>
                    <a:pt x="734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6"/>
                  </a:lnTo>
                  <a:lnTo>
                    <a:pt x="580" y="2781"/>
                  </a:lnTo>
                  <a:lnTo>
                    <a:pt x="618" y="2781"/>
                  </a:lnTo>
                  <a:lnTo>
                    <a:pt x="1391" y="2395"/>
                  </a:lnTo>
                  <a:lnTo>
                    <a:pt x="2163" y="1970"/>
                  </a:lnTo>
                  <a:lnTo>
                    <a:pt x="2935" y="1468"/>
                  </a:lnTo>
                  <a:lnTo>
                    <a:pt x="3283" y="1198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40"/>
                  </a:lnTo>
                  <a:lnTo>
                    <a:pt x="3476" y="349"/>
                  </a:lnTo>
                  <a:lnTo>
                    <a:pt x="3051" y="657"/>
                  </a:lnTo>
                  <a:lnTo>
                    <a:pt x="2626" y="1005"/>
                  </a:lnTo>
                  <a:lnTo>
                    <a:pt x="2202" y="1314"/>
                  </a:lnTo>
                  <a:lnTo>
                    <a:pt x="1313" y="1893"/>
                  </a:lnTo>
                  <a:lnTo>
                    <a:pt x="425" y="2472"/>
                  </a:lnTo>
                  <a:lnTo>
                    <a:pt x="348" y="2550"/>
                  </a:lnTo>
                  <a:lnTo>
                    <a:pt x="348" y="2665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4"/>
                  </a:lnTo>
                  <a:lnTo>
                    <a:pt x="155" y="4866"/>
                  </a:lnTo>
                  <a:lnTo>
                    <a:pt x="0" y="4944"/>
                  </a:lnTo>
                  <a:lnTo>
                    <a:pt x="155" y="5291"/>
                  </a:lnTo>
                  <a:lnTo>
                    <a:pt x="155" y="6257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3"/>
                  </a:lnTo>
                  <a:lnTo>
                    <a:pt x="309" y="9616"/>
                  </a:lnTo>
                  <a:lnTo>
                    <a:pt x="502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429" y="11199"/>
                  </a:lnTo>
                  <a:lnTo>
                    <a:pt x="1622" y="11315"/>
                  </a:lnTo>
                  <a:lnTo>
                    <a:pt x="1815" y="11392"/>
                  </a:lnTo>
                  <a:lnTo>
                    <a:pt x="2047" y="11431"/>
                  </a:lnTo>
                  <a:lnTo>
                    <a:pt x="2279" y="11470"/>
                  </a:lnTo>
                  <a:lnTo>
                    <a:pt x="2549" y="11431"/>
                  </a:lnTo>
                  <a:lnTo>
                    <a:pt x="2819" y="11354"/>
                  </a:lnTo>
                  <a:lnTo>
                    <a:pt x="3051" y="11238"/>
                  </a:lnTo>
                  <a:lnTo>
                    <a:pt x="3283" y="11083"/>
                  </a:lnTo>
                  <a:lnTo>
                    <a:pt x="3476" y="10890"/>
                  </a:lnTo>
                  <a:lnTo>
                    <a:pt x="3669" y="10659"/>
                  </a:lnTo>
                  <a:lnTo>
                    <a:pt x="3823" y="10427"/>
                  </a:lnTo>
                  <a:lnTo>
                    <a:pt x="3978" y="10157"/>
                  </a:lnTo>
                  <a:lnTo>
                    <a:pt x="4171" y="9577"/>
                  </a:lnTo>
                  <a:lnTo>
                    <a:pt x="4325" y="8960"/>
                  </a:lnTo>
                  <a:lnTo>
                    <a:pt x="4441" y="8342"/>
                  </a:lnTo>
                  <a:lnTo>
                    <a:pt x="4518" y="7763"/>
                  </a:lnTo>
                  <a:lnTo>
                    <a:pt x="4557" y="7222"/>
                  </a:lnTo>
                  <a:lnTo>
                    <a:pt x="4596" y="6681"/>
                  </a:lnTo>
                  <a:lnTo>
                    <a:pt x="4596" y="6102"/>
                  </a:lnTo>
                  <a:lnTo>
                    <a:pt x="4557" y="5021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2"/>
                  </a:lnTo>
                  <a:lnTo>
                    <a:pt x="4094" y="426"/>
                  </a:lnTo>
                  <a:lnTo>
                    <a:pt x="4171" y="349"/>
                  </a:lnTo>
                  <a:lnTo>
                    <a:pt x="4210" y="271"/>
                  </a:lnTo>
                  <a:lnTo>
                    <a:pt x="4210" y="233"/>
                  </a:lnTo>
                  <a:lnTo>
                    <a:pt x="4171" y="78"/>
                  </a:lnTo>
                  <a:lnTo>
                    <a:pt x="4132" y="40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" name="Google Shape;2136;p9"/>
            <p:cNvSpPr/>
            <p:nvPr/>
          </p:nvSpPr>
          <p:spPr>
            <a:xfrm>
              <a:off x="1643700" y="2334725"/>
              <a:ext cx="26075" cy="11600"/>
            </a:xfrm>
            <a:custGeom>
              <a:avLst/>
              <a:gdLst/>
              <a:ahLst/>
              <a:cxnLst/>
              <a:rect l="l" t="t" r="r" b="b"/>
              <a:pathLst>
                <a:path w="1043" h="464" extrusionOk="0">
                  <a:moveTo>
                    <a:pt x="773" y="1"/>
                  </a:moveTo>
                  <a:lnTo>
                    <a:pt x="541" y="39"/>
                  </a:lnTo>
                  <a:lnTo>
                    <a:pt x="309" y="78"/>
                  </a:lnTo>
                  <a:lnTo>
                    <a:pt x="77" y="194"/>
                  </a:lnTo>
                  <a:lnTo>
                    <a:pt x="39" y="232"/>
                  </a:lnTo>
                  <a:lnTo>
                    <a:pt x="0" y="271"/>
                  </a:lnTo>
                  <a:lnTo>
                    <a:pt x="39" y="387"/>
                  </a:lnTo>
                  <a:lnTo>
                    <a:pt x="77" y="464"/>
                  </a:lnTo>
                  <a:lnTo>
                    <a:pt x="193" y="464"/>
                  </a:lnTo>
                  <a:lnTo>
                    <a:pt x="386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4" y="271"/>
                  </a:lnTo>
                  <a:lnTo>
                    <a:pt x="1043" y="232"/>
                  </a:lnTo>
                  <a:lnTo>
                    <a:pt x="1004" y="155"/>
                  </a:lnTo>
                  <a:lnTo>
                    <a:pt x="966" y="116"/>
                  </a:lnTo>
                  <a:lnTo>
                    <a:pt x="888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2137;p9"/>
            <p:cNvSpPr/>
            <p:nvPr/>
          </p:nvSpPr>
          <p:spPr>
            <a:xfrm>
              <a:off x="5914500" y="2336650"/>
              <a:ext cx="309900" cy="605325"/>
            </a:xfrm>
            <a:custGeom>
              <a:avLst/>
              <a:gdLst/>
              <a:ahLst/>
              <a:cxnLst/>
              <a:rect l="l" t="t" r="r" b="b"/>
              <a:pathLst>
                <a:path w="12396" h="24213" extrusionOk="0">
                  <a:moveTo>
                    <a:pt x="7955" y="464"/>
                  </a:moveTo>
                  <a:lnTo>
                    <a:pt x="8496" y="503"/>
                  </a:lnTo>
                  <a:lnTo>
                    <a:pt x="9036" y="619"/>
                  </a:lnTo>
                  <a:lnTo>
                    <a:pt x="9500" y="812"/>
                  </a:lnTo>
                  <a:lnTo>
                    <a:pt x="9924" y="1043"/>
                  </a:lnTo>
                  <a:lnTo>
                    <a:pt x="10311" y="1352"/>
                  </a:lnTo>
                  <a:lnTo>
                    <a:pt x="10658" y="1700"/>
                  </a:lnTo>
                  <a:lnTo>
                    <a:pt x="10967" y="2086"/>
                  </a:lnTo>
                  <a:lnTo>
                    <a:pt x="11237" y="2511"/>
                  </a:lnTo>
                  <a:lnTo>
                    <a:pt x="11469" y="2974"/>
                  </a:lnTo>
                  <a:lnTo>
                    <a:pt x="11662" y="3438"/>
                  </a:lnTo>
                  <a:lnTo>
                    <a:pt x="11778" y="3940"/>
                  </a:lnTo>
                  <a:lnTo>
                    <a:pt x="11855" y="4442"/>
                  </a:lnTo>
                  <a:lnTo>
                    <a:pt x="11894" y="4982"/>
                  </a:lnTo>
                  <a:lnTo>
                    <a:pt x="11894" y="5484"/>
                  </a:lnTo>
                  <a:lnTo>
                    <a:pt x="11817" y="5986"/>
                  </a:lnTo>
                  <a:lnTo>
                    <a:pt x="11701" y="6488"/>
                  </a:lnTo>
                  <a:lnTo>
                    <a:pt x="11546" y="6990"/>
                  </a:lnTo>
                  <a:lnTo>
                    <a:pt x="11315" y="7453"/>
                  </a:lnTo>
                  <a:lnTo>
                    <a:pt x="11083" y="7917"/>
                  </a:lnTo>
                  <a:lnTo>
                    <a:pt x="10813" y="8342"/>
                  </a:lnTo>
                  <a:lnTo>
                    <a:pt x="10504" y="8766"/>
                  </a:lnTo>
                  <a:lnTo>
                    <a:pt x="10195" y="9153"/>
                  </a:lnTo>
                  <a:lnTo>
                    <a:pt x="9847" y="9500"/>
                  </a:lnTo>
                  <a:lnTo>
                    <a:pt x="9461" y="9848"/>
                  </a:lnTo>
                  <a:lnTo>
                    <a:pt x="9036" y="10157"/>
                  </a:lnTo>
                  <a:lnTo>
                    <a:pt x="8650" y="10465"/>
                  </a:lnTo>
                  <a:lnTo>
                    <a:pt x="8187" y="10736"/>
                  </a:lnTo>
                  <a:lnTo>
                    <a:pt x="7762" y="11006"/>
                  </a:lnTo>
                  <a:lnTo>
                    <a:pt x="6835" y="11469"/>
                  </a:lnTo>
                  <a:lnTo>
                    <a:pt x="5870" y="11856"/>
                  </a:lnTo>
                  <a:lnTo>
                    <a:pt x="5677" y="11856"/>
                  </a:lnTo>
                  <a:lnTo>
                    <a:pt x="5638" y="11933"/>
                  </a:lnTo>
                  <a:lnTo>
                    <a:pt x="5600" y="11933"/>
                  </a:lnTo>
                  <a:lnTo>
                    <a:pt x="4982" y="11276"/>
                  </a:lnTo>
                  <a:lnTo>
                    <a:pt x="4441" y="10543"/>
                  </a:lnTo>
                  <a:lnTo>
                    <a:pt x="3978" y="9809"/>
                  </a:lnTo>
                  <a:lnTo>
                    <a:pt x="3746" y="9384"/>
                  </a:lnTo>
                  <a:lnTo>
                    <a:pt x="3592" y="8998"/>
                  </a:lnTo>
                  <a:lnTo>
                    <a:pt x="3437" y="8612"/>
                  </a:lnTo>
                  <a:lnTo>
                    <a:pt x="3283" y="8187"/>
                  </a:lnTo>
                  <a:lnTo>
                    <a:pt x="3167" y="7762"/>
                  </a:lnTo>
                  <a:lnTo>
                    <a:pt x="3090" y="7299"/>
                  </a:lnTo>
                  <a:lnTo>
                    <a:pt x="3051" y="6874"/>
                  </a:lnTo>
                  <a:lnTo>
                    <a:pt x="3012" y="6411"/>
                  </a:lnTo>
                  <a:lnTo>
                    <a:pt x="3051" y="5948"/>
                  </a:lnTo>
                  <a:lnTo>
                    <a:pt x="3090" y="5484"/>
                  </a:lnTo>
                  <a:lnTo>
                    <a:pt x="3167" y="5021"/>
                  </a:lnTo>
                  <a:lnTo>
                    <a:pt x="3244" y="4557"/>
                  </a:lnTo>
                  <a:lnTo>
                    <a:pt x="3399" y="4094"/>
                  </a:lnTo>
                  <a:lnTo>
                    <a:pt x="3592" y="3669"/>
                  </a:lnTo>
                  <a:lnTo>
                    <a:pt x="3785" y="3206"/>
                  </a:lnTo>
                  <a:lnTo>
                    <a:pt x="4055" y="2820"/>
                  </a:lnTo>
                  <a:lnTo>
                    <a:pt x="4325" y="2395"/>
                  </a:lnTo>
                  <a:lnTo>
                    <a:pt x="4634" y="2047"/>
                  </a:lnTo>
                  <a:lnTo>
                    <a:pt x="4943" y="1700"/>
                  </a:lnTo>
                  <a:lnTo>
                    <a:pt x="5329" y="1391"/>
                  </a:lnTo>
                  <a:lnTo>
                    <a:pt x="5715" y="1082"/>
                  </a:lnTo>
                  <a:lnTo>
                    <a:pt x="6102" y="850"/>
                  </a:lnTo>
                  <a:lnTo>
                    <a:pt x="6526" y="696"/>
                  </a:lnTo>
                  <a:lnTo>
                    <a:pt x="6990" y="541"/>
                  </a:lnTo>
                  <a:lnTo>
                    <a:pt x="7453" y="464"/>
                  </a:lnTo>
                  <a:close/>
                  <a:moveTo>
                    <a:pt x="5561" y="12280"/>
                  </a:moveTo>
                  <a:lnTo>
                    <a:pt x="5600" y="12319"/>
                  </a:lnTo>
                  <a:lnTo>
                    <a:pt x="5677" y="12358"/>
                  </a:lnTo>
                  <a:lnTo>
                    <a:pt x="5793" y="12898"/>
                  </a:lnTo>
                  <a:lnTo>
                    <a:pt x="5098" y="12589"/>
                  </a:lnTo>
                  <a:lnTo>
                    <a:pt x="5561" y="12280"/>
                  </a:lnTo>
                  <a:close/>
                  <a:moveTo>
                    <a:pt x="3321" y="12975"/>
                  </a:moveTo>
                  <a:lnTo>
                    <a:pt x="3476" y="13477"/>
                  </a:lnTo>
                  <a:lnTo>
                    <a:pt x="3553" y="13979"/>
                  </a:lnTo>
                  <a:lnTo>
                    <a:pt x="3012" y="13979"/>
                  </a:lnTo>
                  <a:lnTo>
                    <a:pt x="2781" y="13941"/>
                  </a:lnTo>
                  <a:lnTo>
                    <a:pt x="2510" y="13825"/>
                  </a:lnTo>
                  <a:lnTo>
                    <a:pt x="2935" y="13400"/>
                  </a:lnTo>
                  <a:lnTo>
                    <a:pt x="3321" y="12975"/>
                  </a:lnTo>
                  <a:close/>
                  <a:moveTo>
                    <a:pt x="3939" y="14327"/>
                  </a:moveTo>
                  <a:lnTo>
                    <a:pt x="5098" y="14520"/>
                  </a:lnTo>
                  <a:lnTo>
                    <a:pt x="4441" y="15485"/>
                  </a:lnTo>
                  <a:lnTo>
                    <a:pt x="4287" y="15215"/>
                  </a:lnTo>
                  <a:lnTo>
                    <a:pt x="4171" y="14945"/>
                  </a:lnTo>
                  <a:lnTo>
                    <a:pt x="4055" y="14636"/>
                  </a:lnTo>
                  <a:lnTo>
                    <a:pt x="3978" y="14366"/>
                  </a:lnTo>
                  <a:lnTo>
                    <a:pt x="3939" y="14327"/>
                  </a:lnTo>
                  <a:close/>
                  <a:moveTo>
                    <a:pt x="3746" y="14597"/>
                  </a:moveTo>
                  <a:lnTo>
                    <a:pt x="3823" y="14945"/>
                  </a:lnTo>
                  <a:lnTo>
                    <a:pt x="3978" y="15292"/>
                  </a:lnTo>
                  <a:lnTo>
                    <a:pt x="4132" y="15601"/>
                  </a:lnTo>
                  <a:lnTo>
                    <a:pt x="4287" y="15910"/>
                  </a:lnTo>
                  <a:lnTo>
                    <a:pt x="4364" y="15987"/>
                  </a:lnTo>
                  <a:lnTo>
                    <a:pt x="4055" y="16412"/>
                  </a:lnTo>
                  <a:lnTo>
                    <a:pt x="3746" y="16875"/>
                  </a:lnTo>
                  <a:lnTo>
                    <a:pt x="3592" y="16412"/>
                  </a:lnTo>
                  <a:lnTo>
                    <a:pt x="3476" y="15949"/>
                  </a:lnTo>
                  <a:lnTo>
                    <a:pt x="3476" y="15717"/>
                  </a:lnTo>
                  <a:lnTo>
                    <a:pt x="3476" y="15447"/>
                  </a:lnTo>
                  <a:lnTo>
                    <a:pt x="3514" y="15215"/>
                  </a:lnTo>
                  <a:lnTo>
                    <a:pt x="3553" y="14983"/>
                  </a:lnTo>
                  <a:lnTo>
                    <a:pt x="3746" y="14597"/>
                  </a:lnTo>
                  <a:close/>
                  <a:moveTo>
                    <a:pt x="4480" y="16335"/>
                  </a:moveTo>
                  <a:lnTo>
                    <a:pt x="4673" y="16760"/>
                  </a:lnTo>
                  <a:lnTo>
                    <a:pt x="4789" y="17223"/>
                  </a:lnTo>
                  <a:lnTo>
                    <a:pt x="4364" y="17107"/>
                  </a:lnTo>
                  <a:lnTo>
                    <a:pt x="3939" y="17030"/>
                  </a:lnTo>
                  <a:lnTo>
                    <a:pt x="4480" y="16335"/>
                  </a:lnTo>
                  <a:close/>
                  <a:moveTo>
                    <a:pt x="2472" y="16875"/>
                  </a:moveTo>
                  <a:lnTo>
                    <a:pt x="3399" y="17107"/>
                  </a:lnTo>
                  <a:lnTo>
                    <a:pt x="3476" y="17262"/>
                  </a:lnTo>
                  <a:lnTo>
                    <a:pt x="3321" y="17377"/>
                  </a:lnTo>
                  <a:lnTo>
                    <a:pt x="3167" y="17571"/>
                  </a:lnTo>
                  <a:lnTo>
                    <a:pt x="2897" y="17918"/>
                  </a:lnTo>
                  <a:lnTo>
                    <a:pt x="2665" y="17416"/>
                  </a:lnTo>
                  <a:lnTo>
                    <a:pt x="2472" y="16875"/>
                  </a:lnTo>
                  <a:close/>
                  <a:moveTo>
                    <a:pt x="3360" y="19733"/>
                  </a:moveTo>
                  <a:lnTo>
                    <a:pt x="4055" y="20428"/>
                  </a:lnTo>
                  <a:lnTo>
                    <a:pt x="3553" y="20660"/>
                  </a:lnTo>
                  <a:lnTo>
                    <a:pt x="3012" y="20969"/>
                  </a:lnTo>
                  <a:lnTo>
                    <a:pt x="3012" y="20969"/>
                  </a:lnTo>
                  <a:lnTo>
                    <a:pt x="3167" y="20351"/>
                  </a:lnTo>
                  <a:lnTo>
                    <a:pt x="3360" y="19733"/>
                  </a:lnTo>
                  <a:close/>
                  <a:moveTo>
                    <a:pt x="5677" y="20119"/>
                  </a:moveTo>
                  <a:lnTo>
                    <a:pt x="5986" y="20196"/>
                  </a:lnTo>
                  <a:lnTo>
                    <a:pt x="5715" y="20891"/>
                  </a:lnTo>
                  <a:lnTo>
                    <a:pt x="5368" y="21548"/>
                  </a:lnTo>
                  <a:lnTo>
                    <a:pt x="4673" y="20583"/>
                  </a:lnTo>
                  <a:lnTo>
                    <a:pt x="4634" y="20544"/>
                  </a:lnTo>
                  <a:lnTo>
                    <a:pt x="4673" y="20235"/>
                  </a:lnTo>
                  <a:lnTo>
                    <a:pt x="5020" y="20158"/>
                  </a:lnTo>
                  <a:lnTo>
                    <a:pt x="5329" y="20119"/>
                  </a:lnTo>
                  <a:close/>
                  <a:moveTo>
                    <a:pt x="7453" y="1"/>
                  </a:moveTo>
                  <a:lnTo>
                    <a:pt x="7067" y="39"/>
                  </a:lnTo>
                  <a:lnTo>
                    <a:pt x="6719" y="155"/>
                  </a:lnTo>
                  <a:lnTo>
                    <a:pt x="6333" y="271"/>
                  </a:lnTo>
                  <a:lnTo>
                    <a:pt x="5986" y="426"/>
                  </a:lnTo>
                  <a:lnTo>
                    <a:pt x="5638" y="580"/>
                  </a:lnTo>
                  <a:lnTo>
                    <a:pt x="5291" y="812"/>
                  </a:lnTo>
                  <a:lnTo>
                    <a:pt x="4943" y="1043"/>
                  </a:lnTo>
                  <a:lnTo>
                    <a:pt x="4634" y="1314"/>
                  </a:lnTo>
                  <a:lnTo>
                    <a:pt x="4364" y="1623"/>
                  </a:lnTo>
                  <a:lnTo>
                    <a:pt x="4094" y="1893"/>
                  </a:lnTo>
                  <a:lnTo>
                    <a:pt x="3823" y="2240"/>
                  </a:lnTo>
                  <a:lnTo>
                    <a:pt x="3592" y="2549"/>
                  </a:lnTo>
                  <a:lnTo>
                    <a:pt x="3399" y="2897"/>
                  </a:lnTo>
                  <a:lnTo>
                    <a:pt x="3205" y="3283"/>
                  </a:lnTo>
                  <a:lnTo>
                    <a:pt x="3051" y="3631"/>
                  </a:lnTo>
                  <a:lnTo>
                    <a:pt x="2897" y="4017"/>
                  </a:lnTo>
                  <a:lnTo>
                    <a:pt x="2781" y="4403"/>
                  </a:lnTo>
                  <a:lnTo>
                    <a:pt x="2703" y="4789"/>
                  </a:lnTo>
                  <a:lnTo>
                    <a:pt x="2626" y="5175"/>
                  </a:lnTo>
                  <a:lnTo>
                    <a:pt x="2588" y="5600"/>
                  </a:lnTo>
                  <a:lnTo>
                    <a:pt x="2549" y="5986"/>
                  </a:lnTo>
                  <a:lnTo>
                    <a:pt x="2549" y="6411"/>
                  </a:lnTo>
                  <a:lnTo>
                    <a:pt x="2549" y="6836"/>
                  </a:lnTo>
                  <a:lnTo>
                    <a:pt x="2665" y="7724"/>
                  </a:lnTo>
                  <a:lnTo>
                    <a:pt x="2742" y="8149"/>
                  </a:lnTo>
                  <a:lnTo>
                    <a:pt x="2858" y="8573"/>
                  </a:lnTo>
                  <a:lnTo>
                    <a:pt x="3012" y="8998"/>
                  </a:lnTo>
                  <a:lnTo>
                    <a:pt x="3167" y="9384"/>
                  </a:lnTo>
                  <a:lnTo>
                    <a:pt x="3321" y="9809"/>
                  </a:lnTo>
                  <a:lnTo>
                    <a:pt x="3553" y="10195"/>
                  </a:lnTo>
                  <a:lnTo>
                    <a:pt x="3746" y="10543"/>
                  </a:lnTo>
                  <a:lnTo>
                    <a:pt x="4016" y="10929"/>
                  </a:lnTo>
                  <a:lnTo>
                    <a:pt x="4287" y="11238"/>
                  </a:lnTo>
                  <a:lnTo>
                    <a:pt x="4596" y="11547"/>
                  </a:lnTo>
                  <a:lnTo>
                    <a:pt x="4905" y="11856"/>
                  </a:lnTo>
                  <a:lnTo>
                    <a:pt x="5252" y="12087"/>
                  </a:lnTo>
                  <a:lnTo>
                    <a:pt x="4557" y="12473"/>
                  </a:lnTo>
                  <a:lnTo>
                    <a:pt x="4480" y="12551"/>
                  </a:lnTo>
                  <a:lnTo>
                    <a:pt x="4441" y="12666"/>
                  </a:lnTo>
                  <a:lnTo>
                    <a:pt x="4480" y="12782"/>
                  </a:lnTo>
                  <a:lnTo>
                    <a:pt x="4596" y="12860"/>
                  </a:lnTo>
                  <a:lnTo>
                    <a:pt x="5020" y="13014"/>
                  </a:lnTo>
                  <a:lnTo>
                    <a:pt x="4673" y="13168"/>
                  </a:lnTo>
                  <a:lnTo>
                    <a:pt x="4403" y="13362"/>
                  </a:lnTo>
                  <a:lnTo>
                    <a:pt x="4094" y="13555"/>
                  </a:lnTo>
                  <a:lnTo>
                    <a:pt x="3862" y="13786"/>
                  </a:lnTo>
                  <a:lnTo>
                    <a:pt x="3823" y="13477"/>
                  </a:lnTo>
                  <a:lnTo>
                    <a:pt x="3746" y="13168"/>
                  </a:lnTo>
                  <a:lnTo>
                    <a:pt x="3630" y="12860"/>
                  </a:lnTo>
                  <a:lnTo>
                    <a:pt x="3514" y="12551"/>
                  </a:lnTo>
                  <a:lnTo>
                    <a:pt x="3476" y="12473"/>
                  </a:lnTo>
                  <a:lnTo>
                    <a:pt x="3360" y="12435"/>
                  </a:lnTo>
                  <a:lnTo>
                    <a:pt x="3283" y="12473"/>
                  </a:lnTo>
                  <a:lnTo>
                    <a:pt x="3205" y="12512"/>
                  </a:lnTo>
                  <a:lnTo>
                    <a:pt x="2665" y="13168"/>
                  </a:lnTo>
                  <a:lnTo>
                    <a:pt x="2086" y="13748"/>
                  </a:lnTo>
                  <a:lnTo>
                    <a:pt x="2047" y="13825"/>
                  </a:lnTo>
                  <a:lnTo>
                    <a:pt x="2008" y="13902"/>
                  </a:lnTo>
                  <a:lnTo>
                    <a:pt x="2047" y="13979"/>
                  </a:lnTo>
                  <a:lnTo>
                    <a:pt x="2086" y="14057"/>
                  </a:lnTo>
                  <a:lnTo>
                    <a:pt x="2395" y="14211"/>
                  </a:lnTo>
                  <a:lnTo>
                    <a:pt x="2742" y="14288"/>
                  </a:lnTo>
                  <a:lnTo>
                    <a:pt x="3051" y="14366"/>
                  </a:lnTo>
                  <a:lnTo>
                    <a:pt x="3399" y="14366"/>
                  </a:lnTo>
                  <a:lnTo>
                    <a:pt x="3244" y="14636"/>
                  </a:lnTo>
                  <a:lnTo>
                    <a:pt x="3128" y="14945"/>
                  </a:lnTo>
                  <a:lnTo>
                    <a:pt x="3090" y="15176"/>
                  </a:lnTo>
                  <a:lnTo>
                    <a:pt x="3051" y="15408"/>
                  </a:lnTo>
                  <a:lnTo>
                    <a:pt x="3051" y="15872"/>
                  </a:lnTo>
                  <a:lnTo>
                    <a:pt x="3128" y="16296"/>
                  </a:lnTo>
                  <a:lnTo>
                    <a:pt x="3244" y="16760"/>
                  </a:lnTo>
                  <a:lnTo>
                    <a:pt x="2781" y="16567"/>
                  </a:lnTo>
                  <a:lnTo>
                    <a:pt x="2279" y="16412"/>
                  </a:lnTo>
                  <a:lnTo>
                    <a:pt x="2201" y="16412"/>
                  </a:lnTo>
                  <a:lnTo>
                    <a:pt x="2124" y="16451"/>
                  </a:lnTo>
                  <a:lnTo>
                    <a:pt x="2047" y="16528"/>
                  </a:lnTo>
                  <a:lnTo>
                    <a:pt x="2047" y="16644"/>
                  </a:lnTo>
                  <a:lnTo>
                    <a:pt x="2163" y="17107"/>
                  </a:lnTo>
                  <a:lnTo>
                    <a:pt x="2279" y="17532"/>
                  </a:lnTo>
                  <a:lnTo>
                    <a:pt x="2472" y="17957"/>
                  </a:lnTo>
                  <a:lnTo>
                    <a:pt x="2703" y="18381"/>
                  </a:lnTo>
                  <a:lnTo>
                    <a:pt x="2781" y="18459"/>
                  </a:lnTo>
                  <a:lnTo>
                    <a:pt x="2858" y="18497"/>
                  </a:lnTo>
                  <a:lnTo>
                    <a:pt x="2935" y="18459"/>
                  </a:lnTo>
                  <a:lnTo>
                    <a:pt x="3012" y="18381"/>
                  </a:lnTo>
                  <a:lnTo>
                    <a:pt x="3321" y="18034"/>
                  </a:lnTo>
                  <a:lnTo>
                    <a:pt x="3514" y="17802"/>
                  </a:lnTo>
                  <a:lnTo>
                    <a:pt x="3630" y="17609"/>
                  </a:lnTo>
                  <a:lnTo>
                    <a:pt x="3707" y="17764"/>
                  </a:lnTo>
                  <a:lnTo>
                    <a:pt x="3978" y="18343"/>
                  </a:lnTo>
                  <a:lnTo>
                    <a:pt x="4132" y="18961"/>
                  </a:lnTo>
                  <a:lnTo>
                    <a:pt x="4248" y="19540"/>
                  </a:lnTo>
                  <a:lnTo>
                    <a:pt x="4248" y="20158"/>
                  </a:lnTo>
                  <a:lnTo>
                    <a:pt x="3437" y="19308"/>
                  </a:lnTo>
                  <a:lnTo>
                    <a:pt x="3399" y="19270"/>
                  </a:lnTo>
                  <a:lnTo>
                    <a:pt x="3205" y="19270"/>
                  </a:lnTo>
                  <a:lnTo>
                    <a:pt x="3167" y="19347"/>
                  </a:lnTo>
                  <a:lnTo>
                    <a:pt x="2974" y="19810"/>
                  </a:lnTo>
                  <a:lnTo>
                    <a:pt x="2781" y="20274"/>
                  </a:lnTo>
                  <a:lnTo>
                    <a:pt x="2665" y="20776"/>
                  </a:lnTo>
                  <a:lnTo>
                    <a:pt x="2626" y="21316"/>
                  </a:lnTo>
                  <a:lnTo>
                    <a:pt x="2626" y="21393"/>
                  </a:lnTo>
                  <a:lnTo>
                    <a:pt x="2703" y="21471"/>
                  </a:lnTo>
                  <a:lnTo>
                    <a:pt x="2781" y="21509"/>
                  </a:lnTo>
                  <a:lnTo>
                    <a:pt x="2897" y="21471"/>
                  </a:lnTo>
                  <a:lnTo>
                    <a:pt x="3514" y="21162"/>
                  </a:lnTo>
                  <a:lnTo>
                    <a:pt x="4171" y="20776"/>
                  </a:lnTo>
                  <a:lnTo>
                    <a:pt x="4171" y="20776"/>
                  </a:lnTo>
                  <a:lnTo>
                    <a:pt x="4055" y="21162"/>
                  </a:lnTo>
                  <a:lnTo>
                    <a:pt x="3901" y="21548"/>
                  </a:lnTo>
                  <a:lnTo>
                    <a:pt x="3669" y="22050"/>
                  </a:lnTo>
                  <a:lnTo>
                    <a:pt x="3321" y="22552"/>
                  </a:lnTo>
                  <a:lnTo>
                    <a:pt x="2897" y="23015"/>
                  </a:lnTo>
                  <a:lnTo>
                    <a:pt x="2626" y="23247"/>
                  </a:lnTo>
                  <a:lnTo>
                    <a:pt x="2395" y="23401"/>
                  </a:lnTo>
                  <a:lnTo>
                    <a:pt x="2124" y="23594"/>
                  </a:lnTo>
                  <a:lnTo>
                    <a:pt x="1854" y="23710"/>
                  </a:lnTo>
                  <a:lnTo>
                    <a:pt x="1584" y="23788"/>
                  </a:lnTo>
                  <a:lnTo>
                    <a:pt x="1313" y="23788"/>
                  </a:lnTo>
                  <a:lnTo>
                    <a:pt x="1082" y="23749"/>
                  </a:lnTo>
                  <a:lnTo>
                    <a:pt x="811" y="23672"/>
                  </a:lnTo>
                  <a:lnTo>
                    <a:pt x="541" y="23517"/>
                  </a:lnTo>
                  <a:lnTo>
                    <a:pt x="309" y="23286"/>
                  </a:lnTo>
                  <a:lnTo>
                    <a:pt x="232" y="23247"/>
                  </a:lnTo>
                  <a:lnTo>
                    <a:pt x="78" y="23247"/>
                  </a:lnTo>
                  <a:lnTo>
                    <a:pt x="39" y="23363"/>
                  </a:lnTo>
                  <a:lnTo>
                    <a:pt x="0" y="23401"/>
                  </a:lnTo>
                  <a:lnTo>
                    <a:pt x="39" y="23479"/>
                  </a:lnTo>
                  <a:lnTo>
                    <a:pt x="155" y="23633"/>
                  </a:lnTo>
                  <a:lnTo>
                    <a:pt x="271" y="23788"/>
                  </a:lnTo>
                  <a:lnTo>
                    <a:pt x="387" y="23903"/>
                  </a:lnTo>
                  <a:lnTo>
                    <a:pt x="541" y="24019"/>
                  </a:lnTo>
                  <a:lnTo>
                    <a:pt x="695" y="24096"/>
                  </a:lnTo>
                  <a:lnTo>
                    <a:pt x="889" y="24135"/>
                  </a:lnTo>
                  <a:lnTo>
                    <a:pt x="1236" y="24212"/>
                  </a:lnTo>
                  <a:lnTo>
                    <a:pt x="1584" y="24174"/>
                  </a:lnTo>
                  <a:lnTo>
                    <a:pt x="1970" y="24096"/>
                  </a:lnTo>
                  <a:lnTo>
                    <a:pt x="2317" y="23942"/>
                  </a:lnTo>
                  <a:lnTo>
                    <a:pt x="2665" y="23749"/>
                  </a:lnTo>
                  <a:lnTo>
                    <a:pt x="3012" y="23479"/>
                  </a:lnTo>
                  <a:lnTo>
                    <a:pt x="3321" y="23208"/>
                  </a:lnTo>
                  <a:lnTo>
                    <a:pt x="3630" y="22861"/>
                  </a:lnTo>
                  <a:lnTo>
                    <a:pt x="3901" y="22513"/>
                  </a:lnTo>
                  <a:lnTo>
                    <a:pt x="4132" y="22127"/>
                  </a:lnTo>
                  <a:lnTo>
                    <a:pt x="4325" y="21702"/>
                  </a:lnTo>
                  <a:lnTo>
                    <a:pt x="4480" y="21316"/>
                  </a:lnTo>
                  <a:lnTo>
                    <a:pt x="4596" y="20853"/>
                  </a:lnTo>
                  <a:lnTo>
                    <a:pt x="5213" y="21973"/>
                  </a:lnTo>
                  <a:lnTo>
                    <a:pt x="5291" y="22050"/>
                  </a:lnTo>
                  <a:lnTo>
                    <a:pt x="5368" y="22088"/>
                  </a:lnTo>
                  <a:lnTo>
                    <a:pt x="5445" y="22050"/>
                  </a:lnTo>
                  <a:lnTo>
                    <a:pt x="5522" y="22011"/>
                  </a:lnTo>
                  <a:lnTo>
                    <a:pt x="5793" y="21548"/>
                  </a:lnTo>
                  <a:lnTo>
                    <a:pt x="6024" y="21084"/>
                  </a:lnTo>
                  <a:lnTo>
                    <a:pt x="6410" y="20119"/>
                  </a:lnTo>
                  <a:lnTo>
                    <a:pt x="6410" y="20042"/>
                  </a:lnTo>
                  <a:lnTo>
                    <a:pt x="6410" y="19965"/>
                  </a:lnTo>
                  <a:lnTo>
                    <a:pt x="6372" y="19926"/>
                  </a:lnTo>
                  <a:lnTo>
                    <a:pt x="6295" y="19887"/>
                  </a:lnTo>
                  <a:lnTo>
                    <a:pt x="5908" y="19772"/>
                  </a:lnTo>
                  <a:lnTo>
                    <a:pt x="5484" y="19733"/>
                  </a:lnTo>
                  <a:lnTo>
                    <a:pt x="5098" y="19733"/>
                  </a:lnTo>
                  <a:lnTo>
                    <a:pt x="4673" y="19849"/>
                  </a:lnTo>
                  <a:lnTo>
                    <a:pt x="4634" y="19231"/>
                  </a:lnTo>
                  <a:lnTo>
                    <a:pt x="4518" y="18652"/>
                  </a:lnTo>
                  <a:lnTo>
                    <a:pt x="4287" y="18034"/>
                  </a:lnTo>
                  <a:lnTo>
                    <a:pt x="4055" y="17455"/>
                  </a:lnTo>
                  <a:lnTo>
                    <a:pt x="4518" y="17532"/>
                  </a:lnTo>
                  <a:lnTo>
                    <a:pt x="4982" y="17609"/>
                  </a:lnTo>
                  <a:lnTo>
                    <a:pt x="5059" y="17609"/>
                  </a:lnTo>
                  <a:lnTo>
                    <a:pt x="5098" y="17532"/>
                  </a:lnTo>
                  <a:lnTo>
                    <a:pt x="5136" y="17493"/>
                  </a:lnTo>
                  <a:lnTo>
                    <a:pt x="5136" y="17377"/>
                  </a:lnTo>
                  <a:lnTo>
                    <a:pt x="5098" y="17030"/>
                  </a:lnTo>
                  <a:lnTo>
                    <a:pt x="4982" y="16644"/>
                  </a:lnTo>
                  <a:lnTo>
                    <a:pt x="4827" y="16296"/>
                  </a:lnTo>
                  <a:lnTo>
                    <a:pt x="4673" y="15987"/>
                  </a:lnTo>
                  <a:lnTo>
                    <a:pt x="4596" y="15910"/>
                  </a:lnTo>
                  <a:lnTo>
                    <a:pt x="4634" y="15910"/>
                  </a:lnTo>
                  <a:lnTo>
                    <a:pt x="5600" y="14481"/>
                  </a:lnTo>
                  <a:lnTo>
                    <a:pt x="5638" y="14366"/>
                  </a:lnTo>
                  <a:lnTo>
                    <a:pt x="5600" y="14288"/>
                  </a:lnTo>
                  <a:lnTo>
                    <a:pt x="5561" y="14211"/>
                  </a:lnTo>
                  <a:lnTo>
                    <a:pt x="5445" y="14172"/>
                  </a:lnTo>
                  <a:lnTo>
                    <a:pt x="4209" y="13979"/>
                  </a:lnTo>
                  <a:lnTo>
                    <a:pt x="4480" y="13748"/>
                  </a:lnTo>
                  <a:lnTo>
                    <a:pt x="4789" y="13555"/>
                  </a:lnTo>
                  <a:lnTo>
                    <a:pt x="5098" y="13362"/>
                  </a:lnTo>
                  <a:lnTo>
                    <a:pt x="5406" y="13168"/>
                  </a:lnTo>
                  <a:lnTo>
                    <a:pt x="6024" y="13400"/>
                  </a:lnTo>
                  <a:lnTo>
                    <a:pt x="6140" y="13439"/>
                  </a:lnTo>
                  <a:lnTo>
                    <a:pt x="6217" y="13362"/>
                  </a:lnTo>
                  <a:lnTo>
                    <a:pt x="6256" y="13284"/>
                  </a:lnTo>
                  <a:lnTo>
                    <a:pt x="6295" y="13168"/>
                  </a:lnTo>
                  <a:lnTo>
                    <a:pt x="6179" y="12705"/>
                  </a:lnTo>
                  <a:lnTo>
                    <a:pt x="6063" y="12242"/>
                  </a:lnTo>
                  <a:lnTo>
                    <a:pt x="6912" y="11933"/>
                  </a:lnTo>
                  <a:lnTo>
                    <a:pt x="7723" y="11585"/>
                  </a:lnTo>
                  <a:lnTo>
                    <a:pt x="8534" y="11122"/>
                  </a:lnTo>
                  <a:lnTo>
                    <a:pt x="9268" y="10620"/>
                  </a:lnTo>
                  <a:lnTo>
                    <a:pt x="9963" y="10079"/>
                  </a:lnTo>
                  <a:lnTo>
                    <a:pt x="10311" y="9770"/>
                  </a:lnTo>
                  <a:lnTo>
                    <a:pt x="10620" y="9423"/>
                  </a:lnTo>
                  <a:lnTo>
                    <a:pt x="10890" y="9075"/>
                  </a:lnTo>
                  <a:lnTo>
                    <a:pt x="11160" y="8728"/>
                  </a:lnTo>
                  <a:lnTo>
                    <a:pt x="11392" y="8342"/>
                  </a:lnTo>
                  <a:lnTo>
                    <a:pt x="11623" y="7955"/>
                  </a:lnTo>
                  <a:lnTo>
                    <a:pt x="11817" y="7569"/>
                  </a:lnTo>
                  <a:lnTo>
                    <a:pt x="11971" y="7183"/>
                  </a:lnTo>
                  <a:lnTo>
                    <a:pt x="12125" y="6758"/>
                  </a:lnTo>
                  <a:lnTo>
                    <a:pt x="12241" y="6334"/>
                  </a:lnTo>
                  <a:lnTo>
                    <a:pt x="12319" y="5948"/>
                  </a:lnTo>
                  <a:lnTo>
                    <a:pt x="12357" y="5523"/>
                  </a:lnTo>
                  <a:lnTo>
                    <a:pt x="12396" y="5098"/>
                  </a:lnTo>
                  <a:lnTo>
                    <a:pt x="12396" y="4673"/>
                  </a:lnTo>
                  <a:lnTo>
                    <a:pt x="12357" y="4248"/>
                  </a:lnTo>
                  <a:lnTo>
                    <a:pt x="12280" y="3824"/>
                  </a:lnTo>
                  <a:lnTo>
                    <a:pt x="12203" y="3438"/>
                  </a:lnTo>
                  <a:lnTo>
                    <a:pt x="12048" y="3051"/>
                  </a:lnTo>
                  <a:lnTo>
                    <a:pt x="11894" y="2665"/>
                  </a:lnTo>
                  <a:lnTo>
                    <a:pt x="11701" y="2279"/>
                  </a:lnTo>
                  <a:lnTo>
                    <a:pt x="11469" y="1893"/>
                  </a:lnTo>
                  <a:lnTo>
                    <a:pt x="11160" y="1545"/>
                  </a:lnTo>
                  <a:lnTo>
                    <a:pt x="10890" y="1275"/>
                  </a:lnTo>
                  <a:lnTo>
                    <a:pt x="10620" y="1005"/>
                  </a:lnTo>
                  <a:lnTo>
                    <a:pt x="10311" y="773"/>
                  </a:lnTo>
                  <a:lnTo>
                    <a:pt x="9963" y="580"/>
                  </a:lnTo>
                  <a:lnTo>
                    <a:pt x="9654" y="387"/>
                  </a:lnTo>
                  <a:lnTo>
                    <a:pt x="9307" y="233"/>
                  </a:lnTo>
                  <a:lnTo>
                    <a:pt x="8920" y="117"/>
                  </a:lnTo>
                  <a:lnTo>
                    <a:pt x="8573" y="39"/>
                  </a:lnTo>
                  <a:lnTo>
                    <a:pt x="81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9"/>
            <p:cNvSpPr/>
            <p:nvPr/>
          </p:nvSpPr>
          <p:spPr>
            <a:xfrm>
              <a:off x="1545225" y="2340525"/>
              <a:ext cx="21275" cy="8700"/>
            </a:xfrm>
            <a:custGeom>
              <a:avLst/>
              <a:gdLst/>
              <a:ahLst/>
              <a:cxnLst/>
              <a:rect l="l" t="t" r="r" b="b"/>
              <a:pathLst>
                <a:path w="851" h="348" extrusionOk="0">
                  <a:moveTo>
                    <a:pt x="425" y="0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1" y="193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3"/>
                  </a:lnTo>
                  <a:lnTo>
                    <a:pt x="811" y="78"/>
                  </a:lnTo>
                  <a:lnTo>
                    <a:pt x="73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" name="Google Shape;2139;p9"/>
            <p:cNvSpPr/>
            <p:nvPr/>
          </p:nvSpPr>
          <p:spPr>
            <a:xfrm>
              <a:off x="6777550" y="234825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26"/>
                  </a:lnTo>
                  <a:lnTo>
                    <a:pt x="0" y="3012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52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30"/>
                  </a:lnTo>
                  <a:lnTo>
                    <a:pt x="463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776"/>
                  </a:lnTo>
                  <a:lnTo>
                    <a:pt x="888" y="1545"/>
                  </a:lnTo>
                  <a:lnTo>
                    <a:pt x="1043" y="1313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3"/>
                  </a:lnTo>
                  <a:lnTo>
                    <a:pt x="1854" y="657"/>
                  </a:lnTo>
                  <a:lnTo>
                    <a:pt x="2124" y="541"/>
                  </a:lnTo>
                  <a:lnTo>
                    <a:pt x="2433" y="502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3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1" y="1390"/>
                  </a:lnTo>
                  <a:lnTo>
                    <a:pt x="3669" y="1661"/>
                  </a:lnTo>
                  <a:lnTo>
                    <a:pt x="4132" y="1545"/>
                  </a:lnTo>
                  <a:lnTo>
                    <a:pt x="4016" y="1159"/>
                  </a:lnTo>
                  <a:lnTo>
                    <a:pt x="3823" y="811"/>
                  </a:lnTo>
                  <a:lnTo>
                    <a:pt x="3630" y="502"/>
                  </a:lnTo>
                  <a:lnTo>
                    <a:pt x="3398" y="271"/>
                  </a:lnTo>
                  <a:lnTo>
                    <a:pt x="3244" y="155"/>
                  </a:lnTo>
                  <a:lnTo>
                    <a:pt x="3089" y="77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0" name="Google Shape;2140;p9"/>
            <p:cNvSpPr/>
            <p:nvPr/>
          </p:nvSpPr>
          <p:spPr>
            <a:xfrm>
              <a:off x="6642400" y="2349200"/>
              <a:ext cx="437325" cy="301225"/>
            </a:xfrm>
            <a:custGeom>
              <a:avLst/>
              <a:gdLst/>
              <a:ahLst/>
              <a:cxnLst/>
              <a:rect l="l" t="t" r="r" b="b"/>
              <a:pathLst>
                <a:path w="17493" h="12049" extrusionOk="0">
                  <a:moveTo>
                    <a:pt x="12086" y="503"/>
                  </a:moveTo>
                  <a:lnTo>
                    <a:pt x="12202" y="580"/>
                  </a:lnTo>
                  <a:lnTo>
                    <a:pt x="12280" y="657"/>
                  </a:lnTo>
                  <a:lnTo>
                    <a:pt x="12627" y="850"/>
                  </a:lnTo>
                  <a:lnTo>
                    <a:pt x="12897" y="1159"/>
                  </a:lnTo>
                  <a:lnTo>
                    <a:pt x="13129" y="1507"/>
                  </a:lnTo>
                  <a:lnTo>
                    <a:pt x="13322" y="1854"/>
                  </a:lnTo>
                  <a:lnTo>
                    <a:pt x="13477" y="2240"/>
                  </a:lnTo>
                  <a:lnTo>
                    <a:pt x="13631" y="2665"/>
                  </a:lnTo>
                  <a:lnTo>
                    <a:pt x="13824" y="3438"/>
                  </a:lnTo>
                  <a:lnTo>
                    <a:pt x="13090" y="3013"/>
                  </a:lnTo>
                  <a:lnTo>
                    <a:pt x="12704" y="2781"/>
                  </a:lnTo>
                  <a:lnTo>
                    <a:pt x="12357" y="2472"/>
                  </a:lnTo>
                  <a:lnTo>
                    <a:pt x="12009" y="2125"/>
                  </a:lnTo>
                  <a:lnTo>
                    <a:pt x="11816" y="1932"/>
                  </a:lnTo>
                  <a:lnTo>
                    <a:pt x="11662" y="1700"/>
                  </a:lnTo>
                  <a:lnTo>
                    <a:pt x="11507" y="1391"/>
                  </a:lnTo>
                  <a:lnTo>
                    <a:pt x="11430" y="1043"/>
                  </a:lnTo>
                  <a:lnTo>
                    <a:pt x="11662" y="735"/>
                  </a:lnTo>
                  <a:lnTo>
                    <a:pt x="11739" y="619"/>
                  </a:lnTo>
                  <a:lnTo>
                    <a:pt x="11855" y="541"/>
                  </a:lnTo>
                  <a:lnTo>
                    <a:pt x="11971" y="503"/>
                  </a:lnTo>
                  <a:close/>
                  <a:moveTo>
                    <a:pt x="16218" y="1584"/>
                  </a:moveTo>
                  <a:lnTo>
                    <a:pt x="16296" y="1623"/>
                  </a:lnTo>
                  <a:lnTo>
                    <a:pt x="16411" y="1661"/>
                  </a:lnTo>
                  <a:lnTo>
                    <a:pt x="16489" y="1738"/>
                  </a:lnTo>
                  <a:lnTo>
                    <a:pt x="16566" y="1816"/>
                  </a:lnTo>
                  <a:lnTo>
                    <a:pt x="16604" y="1970"/>
                  </a:lnTo>
                  <a:lnTo>
                    <a:pt x="16643" y="2163"/>
                  </a:lnTo>
                  <a:lnTo>
                    <a:pt x="16643" y="2356"/>
                  </a:lnTo>
                  <a:lnTo>
                    <a:pt x="16604" y="2511"/>
                  </a:lnTo>
                  <a:lnTo>
                    <a:pt x="16527" y="2665"/>
                  </a:lnTo>
                  <a:lnTo>
                    <a:pt x="16411" y="2820"/>
                  </a:lnTo>
                  <a:lnTo>
                    <a:pt x="16296" y="2974"/>
                  </a:lnTo>
                  <a:lnTo>
                    <a:pt x="15948" y="3206"/>
                  </a:lnTo>
                  <a:lnTo>
                    <a:pt x="15562" y="3399"/>
                  </a:lnTo>
                  <a:lnTo>
                    <a:pt x="15137" y="3553"/>
                  </a:lnTo>
                  <a:lnTo>
                    <a:pt x="14712" y="3669"/>
                  </a:lnTo>
                  <a:lnTo>
                    <a:pt x="14365" y="3746"/>
                  </a:lnTo>
                  <a:lnTo>
                    <a:pt x="14481" y="3360"/>
                  </a:lnTo>
                  <a:lnTo>
                    <a:pt x="14635" y="2974"/>
                  </a:lnTo>
                  <a:lnTo>
                    <a:pt x="14828" y="2627"/>
                  </a:lnTo>
                  <a:lnTo>
                    <a:pt x="15098" y="2279"/>
                  </a:lnTo>
                  <a:lnTo>
                    <a:pt x="15407" y="1970"/>
                  </a:lnTo>
                  <a:lnTo>
                    <a:pt x="15639" y="1816"/>
                  </a:lnTo>
                  <a:lnTo>
                    <a:pt x="15871" y="1661"/>
                  </a:lnTo>
                  <a:lnTo>
                    <a:pt x="16102" y="1623"/>
                  </a:lnTo>
                  <a:lnTo>
                    <a:pt x="16218" y="1584"/>
                  </a:lnTo>
                  <a:close/>
                  <a:moveTo>
                    <a:pt x="13824" y="4287"/>
                  </a:moveTo>
                  <a:lnTo>
                    <a:pt x="13670" y="4557"/>
                  </a:lnTo>
                  <a:lnTo>
                    <a:pt x="13477" y="4789"/>
                  </a:lnTo>
                  <a:lnTo>
                    <a:pt x="13245" y="5021"/>
                  </a:lnTo>
                  <a:lnTo>
                    <a:pt x="13013" y="5214"/>
                  </a:lnTo>
                  <a:lnTo>
                    <a:pt x="12666" y="5484"/>
                  </a:lnTo>
                  <a:lnTo>
                    <a:pt x="12164" y="5754"/>
                  </a:lnTo>
                  <a:lnTo>
                    <a:pt x="11893" y="5870"/>
                  </a:lnTo>
                  <a:lnTo>
                    <a:pt x="11623" y="5948"/>
                  </a:lnTo>
                  <a:lnTo>
                    <a:pt x="11391" y="5986"/>
                  </a:lnTo>
                  <a:lnTo>
                    <a:pt x="11198" y="5948"/>
                  </a:lnTo>
                  <a:lnTo>
                    <a:pt x="11044" y="5870"/>
                  </a:lnTo>
                  <a:lnTo>
                    <a:pt x="10967" y="5793"/>
                  </a:lnTo>
                  <a:lnTo>
                    <a:pt x="10928" y="5716"/>
                  </a:lnTo>
                  <a:lnTo>
                    <a:pt x="10889" y="5639"/>
                  </a:lnTo>
                  <a:lnTo>
                    <a:pt x="10889" y="5446"/>
                  </a:lnTo>
                  <a:lnTo>
                    <a:pt x="10967" y="5252"/>
                  </a:lnTo>
                  <a:lnTo>
                    <a:pt x="11121" y="5098"/>
                  </a:lnTo>
                  <a:lnTo>
                    <a:pt x="11276" y="4944"/>
                  </a:lnTo>
                  <a:lnTo>
                    <a:pt x="11546" y="4750"/>
                  </a:lnTo>
                  <a:lnTo>
                    <a:pt x="11816" y="4635"/>
                  </a:lnTo>
                  <a:lnTo>
                    <a:pt x="12086" y="4557"/>
                  </a:lnTo>
                  <a:lnTo>
                    <a:pt x="12627" y="4480"/>
                  </a:lnTo>
                  <a:lnTo>
                    <a:pt x="13245" y="4403"/>
                  </a:lnTo>
                  <a:lnTo>
                    <a:pt x="13554" y="4364"/>
                  </a:lnTo>
                  <a:lnTo>
                    <a:pt x="13824" y="4287"/>
                  </a:lnTo>
                  <a:close/>
                  <a:moveTo>
                    <a:pt x="14403" y="4248"/>
                  </a:moveTo>
                  <a:lnTo>
                    <a:pt x="15098" y="4596"/>
                  </a:lnTo>
                  <a:lnTo>
                    <a:pt x="15407" y="4789"/>
                  </a:lnTo>
                  <a:lnTo>
                    <a:pt x="15716" y="4982"/>
                  </a:lnTo>
                  <a:lnTo>
                    <a:pt x="15909" y="5137"/>
                  </a:lnTo>
                  <a:lnTo>
                    <a:pt x="16141" y="5368"/>
                  </a:lnTo>
                  <a:lnTo>
                    <a:pt x="16411" y="5677"/>
                  </a:lnTo>
                  <a:lnTo>
                    <a:pt x="16643" y="5986"/>
                  </a:lnTo>
                  <a:lnTo>
                    <a:pt x="16875" y="6334"/>
                  </a:lnTo>
                  <a:lnTo>
                    <a:pt x="16991" y="6681"/>
                  </a:lnTo>
                  <a:lnTo>
                    <a:pt x="16991" y="6836"/>
                  </a:lnTo>
                  <a:lnTo>
                    <a:pt x="16991" y="6990"/>
                  </a:lnTo>
                  <a:lnTo>
                    <a:pt x="16952" y="7106"/>
                  </a:lnTo>
                  <a:lnTo>
                    <a:pt x="16836" y="7222"/>
                  </a:lnTo>
                  <a:lnTo>
                    <a:pt x="16759" y="7299"/>
                  </a:lnTo>
                  <a:lnTo>
                    <a:pt x="16643" y="7338"/>
                  </a:lnTo>
                  <a:lnTo>
                    <a:pt x="16373" y="7338"/>
                  </a:lnTo>
                  <a:lnTo>
                    <a:pt x="16141" y="7222"/>
                  </a:lnTo>
                  <a:lnTo>
                    <a:pt x="15871" y="7029"/>
                  </a:lnTo>
                  <a:lnTo>
                    <a:pt x="15600" y="6797"/>
                  </a:lnTo>
                  <a:lnTo>
                    <a:pt x="15369" y="6565"/>
                  </a:lnTo>
                  <a:lnTo>
                    <a:pt x="15060" y="6141"/>
                  </a:lnTo>
                  <a:lnTo>
                    <a:pt x="14828" y="5716"/>
                  </a:lnTo>
                  <a:lnTo>
                    <a:pt x="14635" y="5252"/>
                  </a:lnTo>
                  <a:lnTo>
                    <a:pt x="14519" y="4750"/>
                  </a:lnTo>
                  <a:lnTo>
                    <a:pt x="14403" y="4248"/>
                  </a:lnTo>
                  <a:close/>
                  <a:moveTo>
                    <a:pt x="11855" y="1"/>
                  </a:moveTo>
                  <a:lnTo>
                    <a:pt x="11584" y="39"/>
                  </a:lnTo>
                  <a:lnTo>
                    <a:pt x="11469" y="117"/>
                  </a:lnTo>
                  <a:lnTo>
                    <a:pt x="11353" y="194"/>
                  </a:lnTo>
                  <a:lnTo>
                    <a:pt x="11160" y="387"/>
                  </a:lnTo>
                  <a:lnTo>
                    <a:pt x="11005" y="619"/>
                  </a:lnTo>
                  <a:lnTo>
                    <a:pt x="10928" y="812"/>
                  </a:lnTo>
                  <a:lnTo>
                    <a:pt x="10928" y="1005"/>
                  </a:lnTo>
                  <a:lnTo>
                    <a:pt x="10928" y="1236"/>
                  </a:lnTo>
                  <a:lnTo>
                    <a:pt x="11005" y="1468"/>
                  </a:lnTo>
                  <a:lnTo>
                    <a:pt x="11082" y="1661"/>
                  </a:lnTo>
                  <a:lnTo>
                    <a:pt x="11198" y="1893"/>
                  </a:lnTo>
                  <a:lnTo>
                    <a:pt x="11546" y="2318"/>
                  </a:lnTo>
                  <a:lnTo>
                    <a:pt x="11932" y="2742"/>
                  </a:lnTo>
                  <a:lnTo>
                    <a:pt x="12395" y="3090"/>
                  </a:lnTo>
                  <a:lnTo>
                    <a:pt x="12859" y="3399"/>
                  </a:lnTo>
                  <a:lnTo>
                    <a:pt x="12859" y="3399"/>
                  </a:lnTo>
                  <a:lnTo>
                    <a:pt x="12048" y="3283"/>
                  </a:lnTo>
                  <a:lnTo>
                    <a:pt x="11198" y="3283"/>
                  </a:lnTo>
                  <a:lnTo>
                    <a:pt x="10387" y="3322"/>
                  </a:lnTo>
                  <a:lnTo>
                    <a:pt x="9615" y="3476"/>
                  </a:lnTo>
                  <a:lnTo>
                    <a:pt x="9654" y="3013"/>
                  </a:lnTo>
                  <a:lnTo>
                    <a:pt x="9654" y="2511"/>
                  </a:lnTo>
                  <a:lnTo>
                    <a:pt x="9615" y="2009"/>
                  </a:lnTo>
                  <a:lnTo>
                    <a:pt x="9538" y="1507"/>
                  </a:lnTo>
                  <a:lnTo>
                    <a:pt x="9075" y="1623"/>
                  </a:lnTo>
                  <a:lnTo>
                    <a:pt x="9152" y="2086"/>
                  </a:lnTo>
                  <a:lnTo>
                    <a:pt x="9152" y="2588"/>
                  </a:lnTo>
                  <a:lnTo>
                    <a:pt x="9152" y="3090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5" y="3901"/>
                  </a:lnTo>
                  <a:lnTo>
                    <a:pt x="7414" y="4287"/>
                  </a:lnTo>
                  <a:lnTo>
                    <a:pt x="6603" y="4712"/>
                  </a:lnTo>
                  <a:lnTo>
                    <a:pt x="5831" y="5214"/>
                  </a:lnTo>
                  <a:lnTo>
                    <a:pt x="5406" y="5252"/>
                  </a:lnTo>
                  <a:lnTo>
                    <a:pt x="5406" y="5561"/>
                  </a:lnTo>
                  <a:lnTo>
                    <a:pt x="4595" y="6218"/>
                  </a:lnTo>
                  <a:lnTo>
                    <a:pt x="3823" y="6913"/>
                  </a:lnTo>
                  <a:lnTo>
                    <a:pt x="3089" y="7685"/>
                  </a:lnTo>
                  <a:lnTo>
                    <a:pt x="2394" y="8496"/>
                  </a:lnTo>
                  <a:lnTo>
                    <a:pt x="1738" y="9307"/>
                  </a:lnTo>
                  <a:lnTo>
                    <a:pt x="1081" y="10157"/>
                  </a:lnTo>
                  <a:lnTo>
                    <a:pt x="502" y="10967"/>
                  </a:lnTo>
                  <a:lnTo>
                    <a:pt x="0" y="11778"/>
                  </a:lnTo>
                  <a:lnTo>
                    <a:pt x="348" y="12049"/>
                  </a:lnTo>
                  <a:lnTo>
                    <a:pt x="1545" y="10504"/>
                  </a:lnTo>
                  <a:lnTo>
                    <a:pt x="2742" y="8959"/>
                  </a:lnTo>
                  <a:lnTo>
                    <a:pt x="3360" y="8226"/>
                  </a:lnTo>
                  <a:lnTo>
                    <a:pt x="4016" y="7492"/>
                  </a:lnTo>
                  <a:lnTo>
                    <a:pt x="4711" y="6797"/>
                  </a:lnTo>
                  <a:lnTo>
                    <a:pt x="5483" y="6179"/>
                  </a:lnTo>
                  <a:lnTo>
                    <a:pt x="6256" y="5561"/>
                  </a:lnTo>
                  <a:lnTo>
                    <a:pt x="7105" y="5059"/>
                  </a:lnTo>
                  <a:lnTo>
                    <a:pt x="7993" y="4596"/>
                  </a:lnTo>
                  <a:lnTo>
                    <a:pt x="8457" y="4442"/>
                  </a:lnTo>
                  <a:lnTo>
                    <a:pt x="8920" y="4248"/>
                  </a:lnTo>
                  <a:lnTo>
                    <a:pt x="9422" y="4133"/>
                  </a:lnTo>
                  <a:lnTo>
                    <a:pt x="9885" y="4017"/>
                  </a:lnTo>
                  <a:lnTo>
                    <a:pt x="10387" y="3901"/>
                  </a:lnTo>
                  <a:lnTo>
                    <a:pt x="10851" y="3862"/>
                  </a:lnTo>
                  <a:lnTo>
                    <a:pt x="11353" y="3824"/>
                  </a:lnTo>
                  <a:lnTo>
                    <a:pt x="11855" y="3824"/>
                  </a:lnTo>
                  <a:lnTo>
                    <a:pt x="12357" y="3862"/>
                  </a:lnTo>
                  <a:lnTo>
                    <a:pt x="12859" y="3901"/>
                  </a:lnTo>
                  <a:lnTo>
                    <a:pt x="12318" y="3978"/>
                  </a:lnTo>
                  <a:lnTo>
                    <a:pt x="11855" y="4094"/>
                  </a:lnTo>
                  <a:lnTo>
                    <a:pt x="11391" y="4287"/>
                  </a:lnTo>
                  <a:lnTo>
                    <a:pt x="11198" y="4403"/>
                  </a:lnTo>
                  <a:lnTo>
                    <a:pt x="11005" y="4557"/>
                  </a:lnTo>
                  <a:lnTo>
                    <a:pt x="10851" y="4673"/>
                  </a:lnTo>
                  <a:lnTo>
                    <a:pt x="10696" y="4866"/>
                  </a:lnTo>
                  <a:lnTo>
                    <a:pt x="10542" y="5059"/>
                  </a:lnTo>
                  <a:lnTo>
                    <a:pt x="10465" y="5291"/>
                  </a:lnTo>
                  <a:lnTo>
                    <a:pt x="10387" y="5523"/>
                  </a:lnTo>
                  <a:lnTo>
                    <a:pt x="10387" y="5754"/>
                  </a:lnTo>
                  <a:lnTo>
                    <a:pt x="10426" y="5948"/>
                  </a:lnTo>
                  <a:lnTo>
                    <a:pt x="10581" y="6179"/>
                  </a:lnTo>
                  <a:lnTo>
                    <a:pt x="10658" y="6256"/>
                  </a:lnTo>
                  <a:lnTo>
                    <a:pt x="10774" y="6334"/>
                  </a:lnTo>
                  <a:lnTo>
                    <a:pt x="11005" y="6411"/>
                  </a:lnTo>
                  <a:lnTo>
                    <a:pt x="11276" y="6449"/>
                  </a:lnTo>
                  <a:lnTo>
                    <a:pt x="11584" y="6411"/>
                  </a:lnTo>
                  <a:lnTo>
                    <a:pt x="11855" y="6372"/>
                  </a:lnTo>
                  <a:lnTo>
                    <a:pt x="12164" y="6256"/>
                  </a:lnTo>
                  <a:lnTo>
                    <a:pt x="12627" y="6063"/>
                  </a:lnTo>
                  <a:lnTo>
                    <a:pt x="13052" y="5793"/>
                  </a:lnTo>
                  <a:lnTo>
                    <a:pt x="13438" y="5484"/>
                  </a:lnTo>
                  <a:lnTo>
                    <a:pt x="13399" y="5523"/>
                  </a:lnTo>
                  <a:lnTo>
                    <a:pt x="13786" y="5716"/>
                  </a:lnTo>
                  <a:lnTo>
                    <a:pt x="14056" y="4866"/>
                  </a:lnTo>
                  <a:lnTo>
                    <a:pt x="14210" y="5407"/>
                  </a:lnTo>
                  <a:lnTo>
                    <a:pt x="14403" y="5909"/>
                  </a:lnTo>
                  <a:lnTo>
                    <a:pt x="14674" y="6411"/>
                  </a:lnTo>
                  <a:lnTo>
                    <a:pt x="14983" y="6874"/>
                  </a:lnTo>
                  <a:lnTo>
                    <a:pt x="15176" y="7067"/>
                  </a:lnTo>
                  <a:lnTo>
                    <a:pt x="15407" y="7299"/>
                  </a:lnTo>
                  <a:lnTo>
                    <a:pt x="15678" y="7492"/>
                  </a:lnTo>
                  <a:lnTo>
                    <a:pt x="15987" y="7685"/>
                  </a:lnTo>
                  <a:lnTo>
                    <a:pt x="16296" y="7801"/>
                  </a:lnTo>
                  <a:lnTo>
                    <a:pt x="16604" y="7878"/>
                  </a:lnTo>
                  <a:lnTo>
                    <a:pt x="16759" y="7878"/>
                  </a:lnTo>
                  <a:lnTo>
                    <a:pt x="16875" y="7840"/>
                  </a:lnTo>
                  <a:lnTo>
                    <a:pt x="17029" y="7801"/>
                  </a:lnTo>
                  <a:lnTo>
                    <a:pt x="17184" y="7724"/>
                  </a:lnTo>
                  <a:lnTo>
                    <a:pt x="17299" y="7647"/>
                  </a:lnTo>
                  <a:lnTo>
                    <a:pt x="17377" y="7531"/>
                  </a:lnTo>
                  <a:lnTo>
                    <a:pt x="17415" y="7376"/>
                  </a:lnTo>
                  <a:lnTo>
                    <a:pt x="17454" y="7260"/>
                  </a:lnTo>
                  <a:lnTo>
                    <a:pt x="17493" y="6951"/>
                  </a:lnTo>
                  <a:lnTo>
                    <a:pt x="17415" y="6604"/>
                  </a:lnTo>
                  <a:lnTo>
                    <a:pt x="17299" y="6295"/>
                  </a:lnTo>
                  <a:lnTo>
                    <a:pt x="17184" y="5986"/>
                  </a:lnTo>
                  <a:lnTo>
                    <a:pt x="17029" y="5716"/>
                  </a:lnTo>
                  <a:lnTo>
                    <a:pt x="16875" y="5484"/>
                  </a:lnTo>
                  <a:lnTo>
                    <a:pt x="16682" y="5252"/>
                  </a:lnTo>
                  <a:lnTo>
                    <a:pt x="16489" y="5021"/>
                  </a:lnTo>
                  <a:lnTo>
                    <a:pt x="16257" y="4789"/>
                  </a:lnTo>
                  <a:lnTo>
                    <a:pt x="16025" y="4596"/>
                  </a:lnTo>
                  <a:lnTo>
                    <a:pt x="15523" y="4287"/>
                  </a:lnTo>
                  <a:lnTo>
                    <a:pt x="14944" y="4017"/>
                  </a:lnTo>
                  <a:lnTo>
                    <a:pt x="15407" y="3901"/>
                  </a:lnTo>
                  <a:lnTo>
                    <a:pt x="15832" y="3746"/>
                  </a:lnTo>
                  <a:lnTo>
                    <a:pt x="16218" y="3515"/>
                  </a:lnTo>
                  <a:lnTo>
                    <a:pt x="16604" y="3244"/>
                  </a:lnTo>
                  <a:lnTo>
                    <a:pt x="16759" y="3051"/>
                  </a:lnTo>
                  <a:lnTo>
                    <a:pt x="16913" y="2858"/>
                  </a:lnTo>
                  <a:lnTo>
                    <a:pt x="17029" y="2665"/>
                  </a:lnTo>
                  <a:lnTo>
                    <a:pt x="17106" y="2434"/>
                  </a:lnTo>
                  <a:lnTo>
                    <a:pt x="17145" y="2163"/>
                  </a:lnTo>
                  <a:lnTo>
                    <a:pt x="17106" y="1932"/>
                  </a:lnTo>
                  <a:lnTo>
                    <a:pt x="17068" y="1700"/>
                  </a:lnTo>
                  <a:lnTo>
                    <a:pt x="16913" y="1468"/>
                  </a:lnTo>
                  <a:lnTo>
                    <a:pt x="16759" y="1314"/>
                  </a:lnTo>
                  <a:lnTo>
                    <a:pt x="16566" y="1198"/>
                  </a:lnTo>
                  <a:lnTo>
                    <a:pt x="16334" y="1159"/>
                  </a:lnTo>
                  <a:lnTo>
                    <a:pt x="16102" y="1159"/>
                  </a:lnTo>
                  <a:lnTo>
                    <a:pt x="15909" y="1198"/>
                  </a:lnTo>
                  <a:lnTo>
                    <a:pt x="15678" y="1236"/>
                  </a:lnTo>
                  <a:lnTo>
                    <a:pt x="15446" y="1352"/>
                  </a:lnTo>
                  <a:lnTo>
                    <a:pt x="15253" y="1468"/>
                  </a:lnTo>
                  <a:lnTo>
                    <a:pt x="14905" y="1777"/>
                  </a:lnTo>
                  <a:lnTo>
                    <a:pt x="14596" y="2163"/>
                  </a:lnTo>
                  <a:lnTo>
                    <a:pt x="14326" y="2588"/>
                  </a:lnTo>
                  <a:lnTo>
                    <a:pt x="14094" y="3013"/>
                  </a:lnTo>
                  <a:lnTo>
                    <a:pt x="13940" y="2434"/>
                  </a:lnTo>
                  <a:lnTo>
                    <a:pt x="13747" y="1893"/>
                  </a:lnTo>
                  <a:lnTo>
                    <a:pt x="13515" y="1352"/>
                  </a:lnTo>
                  <a:lnTo>
                    <a:pt x="13168" y="850"/>
                  </a:lnTo>
                  <a:lnTo>
                    <a:pt x="13013" y="657"/>
                  </a:lnTo>
                  <a:lnTo>
                    <a:pt x="12820" y="464"/>
                  </a:lnTo>
                  <a:lnTo>
                    <a:pt x="12588" y="271"/>
                  </a:lnTo>
                  <a:lnTo>
                    <a:pt x="12357" y="117"/>
                  </a:lnTo>
                  <a:lnTo>
                    <a:pt x="12086" y="39"/>
                  </a:lnTo>
                  <a:lnTo>
                    <a:pt x="118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9"/>
            <p:cNvSpPr/>
            <p:nvPr/>
          </p:nvSpPr>
          <p:spPr>
            <a:xfrm>
              <a:off x="4161375" y="2367550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3" y="387"/>
                  </a:moveTo>
                  <a:lnTo>
                    <a:pt x="1121" y="425"/>
                  </a:lnTo>
                  <a:lnTo>
                    <a:pt x="1198" y="464"/>
                  </a:lnTo>
                  <a:lnTo>
                    <a:pt x="1236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6" y="1120"/>
                  </a:lnTo>
                  <a:lnTo>
                    <a:pt x="1159" y="1198"/>
                  </a:lnTo>
                  <a:lnTo>
                    <a:pt x="1082" y="1236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1" y="1159"/>
                  </a:lnTo>
                  <a:lnTo>
                    <a:pt x="464" y="1082"/>
                  </a:lnTo>
                  <a:lnTo>
                    <a:pt x="426" y="1004"/>
                  </a:lnTo>
                  <a:lnTo>
                    <a:pt x="387" y="889"/>
                  </a:lnTo>
                  <a:lnTo>
                    <a:pt x="387" y="773"/>
                  </a:lnTo>
                  <a:lnTo>
                    <a:pt x="464" y="580"/>
                  </a:lnTo>
                  <a:lnTo>
                    <a:pt x="541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7"/>
                  </a:lnTo>
                  <a:close/>
                  <a:moveTo>
                    <a:pt x="889" y="1"/>
                  </a:moveTo>
                  <a:lnTo>
                    <a:pt x="735" y="39"/>
                  </a:lnTo>
                  <a:lnTo>
                    <a:pt x="619" y="78"/>
                  </a:lnTo>
                  <a:lnTo>
                    <a:pt x="503" y="155"/>
                  </a:lnTo>
                  <a:lnTo>
                    <a:pt x="348" y="232"/>
                  </a:lnTo>
                  <a:lnTo>
                    <a:pt x="233" y="309"/>
                  </a:lnTo>
                  <a:lnTo>
                    <a:pt x="155" y="464"/>
                  </a:lnTo>
                  <a:lnTo>
                    <a:pt x="78" y="580"/>
                  </a:lnTo>
                  <a:lnTo>
                    <a:pt x="39" y="734"/>
                  </a:lnTo>
                  <a:lnTo>
                    <a:pt x="1" y="889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4" y="1352"/>
                  </a:lnTo>
                  <a:lnTo>
                    <a:pt x="310" y="1468"/>
                  </a:lnTo>
                  <a:lnTo>
                    <a:pt x="464" y="1584"/>
                  </a:lnTo>
                  <a:lnTo>
                    <a:pt x="657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45"/>
                  </a:lnTo>
                  <a:lnTo>
                    <a:pt x="1507" y="1429"/>
                  </a:lnTo>
                  <a:lnTo>
                    <a:pt x="1584" y="1275"/>
                  </a:lnTo>
                  <a:lnTo>
                    <a:pt x="1661" y="1120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80"/>
                  </a:lnTo>
                  <a:lnTo>
                    <a:pt x="1584" y="387"/>
                  </a:lnTo>
                  <a:lnTo>
                    <a:pt x="1507" y="271"/>
                  </a:lnTo>
                  <a:lnTo>
                    <a:pt x="1391" y="194"/>
                  </a:lnTo>
                  <a:lnTo>
                    <a:pt x="1275" y="116"/>
                  </a:lnTo>
                  <a:lnTo>
                    <a:pt x="1005" y="39"/>
                  </a:lnTo>
                  <a:lnTo>
                    <a:pt x="88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9"/>
            <p:cNvSpPr/>
            <p:nvPr/>
          </p:nvSpPr>
          <p:spPr>
            <a:xfrm>
              <a:off x="4673025" y="2378175"/>
              <a:ext cx="330175" cy="176675"/>
            </a:xfrm>
            <a:custGeom>
              <a:avLst/>
              <a:gdLst/>
              <a:ahLst/>
              <a:cxnLst/>
              <a:rect l="l" t="t" r="r" b="b"/>
              <a:pathLst>
                <a:path w="13207" h="7067" extrusionOk="0">
                  <a:moveTo>
                    <a:pt x="8110" y="309"/>
                  </a:moveTo>
                  <a:lnTo>
                    <a:pt x="8226" y="348"/>
                  </a:lnTo>
                  <a:lnTo>
                    <a:pt x="8380" y="425"/>
                  </a:lnTo>
                  <a:lnTo>
                    <a:pt x="8535" y="541"/>
                  </a:lnTo>
                  <a:lnTo>
                    <a:pt x="8612" y="579"/>
                  </a:lnTo>
                  <a:lnTo>
                    <a:pt x="8728" y="888"/>
                  </a:lnTo>
                  <a:lnTo>
                    <a:pt x="8766" y="1197"/>
                  </a:lnTo>
                  <a:lnTo>
                    <a:pt x="8728" y="1468"/>
                  </a:lnTo>
                  <a:lnTo>
                    <a:pt x="8650" y="1777"/>
                  </a:lnTo>
                  <a:lnTo>
                    <a:pt x="8496" y="2047"/>
                  </a:lnTo>
                  <a:lnTo>
                    <a:pt x="8380" y="2317"/>
                  </a:lnTo>
                  <a:lnTo>
                    <a:pt x="8033" y="2858"/>
                  </a:lnTo>
                  <a:lnTo>
                    <a:pt x="6836" y="4711"/>
                  </a:lnTo>
                  <a:lnTo>
                    <a:pt x="6681" y="4711"/>
                  </a:lnTo>
                  <a:lnTo>
                    <a:pt x="6797" y="3746"/>
                  </a:lnTo>
                  <a:lnTo>
                    <a:pt x="6990" y="2781"/>
                  </a:lnTo>
                  <a:lnTo>
                    <a:pt x="7222" y="1661"/>
                  </a:lnTo>
                  <a:lnTo>
                    <a:pt x="7338" y="1197"/>
                  </a:lnTo>
                  <a:lnTo>
                    <a:pt x="7453" y="888"/>
                  </a:lnTo>
                  <a:lnTo>
                    <a:pt x="7608" y="618"/>
                  </a:lnTo>
                  <a:lnTo>
                    <a:pt x="7762" y="425"/>
                  </a:lnTo>
                  <a:lnTo>
                    <a:pt x="7878" y="348"/>
                  </a:lnTo>
                  <a:lnTo>
                    <a:pt x="7994" y="309"/>
                  </a:lnTo>
                  <a:close/>
                  <a:moveTo>
                    <a:pt x="5909" y="5406"/>
                  </a:moveTo>
                  <a:lnTo>
                    <a:pt x="4673" y="5831"/>
                  </a:lnTo>
                  <a:lnTo>
                    <a:pt x="3437" y="6217"/>
                  </a:lnTo>
                  <a:lnTo>
                    <a:pt x="2781" y="6372"/>
                  </a:lnTo>
                  <a:lnTo>
                    <a:pt x="2125" y="6526"/>
                  </a:lnTo>
                  <a:lnTo>
                    <a:pt x="1700" y="6565"/>
                  </a:lnTo>
                  <a:lnTo>
                    <a:pt x="1314" y="6603"/>
                  </a:lnTo>
                  <a:lnTo>
                    <a:pt x="1043" y="6565"/>
                  </a:lnTo>
                  <a:lnTo>
                    <a:pt x="812" y="6488"/>
                  </a:lnTo>
                  <a:lnTo>
                    <a:pt x="734" y="6449"/>
                  </a:lnTo>
                  <a:lnTo>
                    <a:pt x="696" y="6333"/>
                  </a:lnTo>
                  <a:lnTo>
                    <a:pt x="696" y="6217"/>
                  </a:lnTo>
                  <a:lnTo>
                    <a:pt x="696" y="6063"/>
                  </a:lnTo>
                  <a:lnTo>
                    <a:pt x="696" y="5908"/>
                  </a:lnTo>
                  <a:lnTo>
                    <a:pt x="734" y="5792"/>
                  </a:lnTo>
                  <a:lnTo>
                    <a:pt x="812" y="5715"/>
                  </a:lnTo>
                  <a:lnTo>
                    <a:pt x="889" y="5677"/>
                  </a:lnTo>
                  <a:lnTo>
                    <a:pt x="1082" y="5599"/>
                  </a:lnTo>
                  <a:lnTo>
                    <a:pt x="1391" y="5561"/>
                  </a:lnTo>
                  <a:lnTo>
                    <a:pt x="2047" y="5484"/>
                  </a:lnTo>
                  <a:lnTo>
                    <a:pt x="2897" y="5445"/>
                  </a:lnTo>
                  <a:lnTo>
                    <a:pt x="5368" y="5445"/>
                  </a:lnTo>
                  <a:lnTo>
                    <a:pt x="5909" y="5406"/>
                  </a:lnTo>
                  <a:close/>
                  <a:moveTo>
                    <a:pt x="7067" y="5097"/>
                  </a:moveTo>
                  <a:lnTo>
                    <a:pt x="8342" y="5136"/>
                  </a:lnTo>
                  <a:lnTo>
                    <a:pt x="9577" y="5252"/>
                  </a:lnTo>
                  <a:lnTo>
                    <a:pt x="10272" y="5329"/>
                  </a:lnTo>
                  <a:lnTo>
                    <a:pt x="11006" y="5445"/>
                  </a:lnTo>
                  <a:lnTo>
                    <a:pt x="11701" y="5561"/>
                  </a:lnTo>
                  <a:lnTo>
                    <a:pt x="12164" y="5677"/>
                  </a:lnTo>
                  <a:lnTo>
                    <a:pt x="12280" y="5715"/>
                  </a:lnTo>
                  <a:lnTo>
                    <a:pt x="12396" y="5754"/>
                  </a:lnTo>
                  <a:lnTo>
                    <a:pt x="12473" y="5831"/>
                  </a:lnTo>
                  <a:lnTo>
                    <a:pt x="12551" y="5908"/>
                  </a:lnTo>
                  <a:lnTo>
                    <a:pt x="12589" y="6024"/>
                  </a:lnTo>
                  <a:lnTo>
                    <a:pt x="12628" y="6179"/>
                  </a:lnTo>
                  <a:lnTo>
                    <a:pt x="12589" y="6526"/>
                  </a:lnTo>
                  <a:lnTo>
                    <a:pt x="12435" y="6603"/>
                  </a:lnTo>
                  <a:lnTo>
                    <a:pt x="12242" y="6642"/>
                  </a:lnTo>
                  <a:lnTo>
                    <a:pt x="12010" y="6681"/>
                  </a:lnTo>
                  <a:lnTo>
                    <a:pt x="11778" y="6681"/>
                  </a:lnTo>
                  <a:lnTo>
                    <a:pt x="11315" y="6603"/>
                  </a:lnTo>
                  <a:lnTo>
                    <a:pt x="10929" y="6526"/>
                  </a:lnTo>
                  <a:lnTo>
                    <a:pt x="10156" y="6372"/>
                  </a:lnTo>
                  <a:lnTo>
                    <a:pt x="9423" y="6140"/>
                  </a:lnTo>
                  <a:lnTo>
                    <a:pt x="8805" y="5908"/>
                  </a:lnTo>
                  <a:lnTo>
                    <a:pt x="8226" y="5677"/>
                  </a:lnTo>
                  <a:lnTo>
                    <a:pt x="7067" y="5097"/>
                  </a:lnTo>
                  <a:close/>
                  <a:moveTo>
                    <a:pt x="8148" y="0"/>
                  </a:moveTo>
                  <a:lnTo>
                    <a:pt x="7917" y="39"/>
                  </a:lnTo>
                  <a:lnTo>
                    <a:pt x="7724" y="116"/>
                  </a:lnTo>
                  <a:lnTo>
                    <a:pt x="7492" y="271"/>
                  </a:lnTo>
                  <a:lnTo>
                    <a:pt x="7338" y="425"/>
                  </a:lnTo>
                  <a:lnTo>
                    <a:pt x="7183" y="618"/>
                  </a:lnTo>
                  <a:lnTo>
                    <a:pt x="6990" y="1043"/>
                  </a:lnTo>
                  <a:lnTo>
                    <a:pt x="6874" y="1506"/>
                  </a:lnTo>
                  <a:lnTo>
                    <a:pt x="6681" y="2433"/>
                  </a:lnTo>
                  <a:lnTo>
                    <a:pt x="6527" y="3591"/>
                  </a:lnTo>
                  <a:lnTo>
                    <a:pt x="6488" y="4171"/>
                  </a:lnTo>
                  <a:lnTo>
                    <a:pt x="6449" y="4750"/>
                  </a:lnTo>
                  <a:lnTo>
                    <a:pt x="6411" y="4866"/>
                  </a:lnTo>
                  <a:lnTo>
                    <a:pt x="6411" y="4982"/>
                  </a:lnTo>
                  <a:lnTo>
                    <a:pt x="5870" y="5020"/>
                  </a:lnTo>
                  <a:lnTo>
                    <a:pt x="5291" y="5059"/>
                  </a:lnTo>
                  <a:lnTo>
                    <a:pt x="2549" y="5059"/>
                  </a:lnTo>
                  <a:lnTo>
                    <a:pt x="2009" y="5097"/>
                  </a:lnTo>
                  <a:lnTo>
                    <a:pt x="1391" y="5175"/>
                  </a:lnTo>
                  <a:lnTo>
                    <a:pt x="1005" y="5213"/>
                  </a:lnTo>
                  <a:lnTo>
                    <a:pt x="657" y="5329"/>
                  </a:lnTo>
                  <a:lnTo>
                    <a:pt x="310" y="5484"/>
                  </a:lnTo>
                  <a:lnTo>
                    <a:pt x="194" y="5599"/>
                  </a:lnTo>
                  <a:lnTo>
                    <a:pt x="78" y="5677"/>
                  </a:lnTo>
                  <a:lnTo>
                    <a:pt x="1" y="5831"/>
                  </a:lnTo>
                  <a:lnTo>
                    <a:pt x="1" y="5947"/>
                  </a:lnTo>
                  <a:lnTo>
                    <a:pt x="1" y="6140"/>
                  </a:lnTo>
                  <a:lnTo>
                    <a:pt x="39" y="6294"/>
                  </a:lnTo>
                  <a:lnTo>
                    <a:pt x="117" y="6449"/>
                  </a:lnTo>
                  <a:lnTo>
                    <a:pt x="232" y="6603"/>
                  </a:lnTo>
                  <a:lnTo>
                    <a:pt x="348" y="6681"/>
                  </a:lnTo>
                  <a:lnTo>
                    <a:pt x="464" y="6796"/>
                  </a:lnTo>
                  <a:lnTo>
                    <a:pt x="773" y="6912"/>
                  </a:lnTo>
                  <a:lnTo>
                    <a:pt x="1082" y="6990"/>
                  </a:lnTo>
                  <a:lnTo>
                    <a:pt x="1777" y="6990"/>
                  </a:lnTo>
                  <a:lnTo>
                    <a:pt x="2395" y="6912"/>
                  </a:lnTo>
                  <a:lnTo>
                    <a:pt x="3476" y="6642"/>
                  </a:lnTo>
                  <a:lnTo>
                    <a:pt x="4519" y="6333"/>
                  </a:lnTo>
                  <a:lnTo>
                    <a:pt x="5600" y="5947"/>
                  </a:lnTo>
                  <a:lnTo>
                    <a:pt x="6102" y="5715"/>
                  </a:lnTo>
                  <a:lnTo>
                    <a:pt x="6565" y="5484"/>
                  </a:lnTo>
                  <a:lnTo>
                    <a:pt x="6604" y="5484"/>
                  </a:lnTo>
                  <a:lnTo>
                    <a:pt x="6681" y="5908"/>
                  </a:lnTo>
                  <a:lnTo>
                    <a:pt x="6758" y="6101"/>
                  </a:lnTo>
                  <a:lnTo>
                    <a:pt x="6836" y="6294"/>
                  </a:lnTo>
                  <a:lnTo>
                    <a:pt x="7106" y="6256"/>
                  </a:lnTo>
                  <a:lnTo>
                    <a:pt x="7106" y="6217"/>
                  </a:lnTo>
                  <a:lnTo>
                    <a:pt x="6990" y="5870"/>
                  </a:lnTo>
                  <a:lnTo>
                    <a:pt x="6951" y="5677"/>
                  </a:lnTo>
                  <a:lnTo>
                    <a:pt x="6990" y="5484"/>
                  </a:lnTo>
                  <a:lnTo>
                    <a:pt x="6990" y="5406"/>
                  </a:lnTo>
                  <a:lnTo>
                    <a:pt x="7762" y="5870"/>
                  </a:lnTo>
                  <a:lnTo>
                    <a:pt x="8612" y="6256"/>
                  </a:lnTo>
                  <a:lnTo>
                    <a:pt x="9461" y="6565"/>
                  </a:lnTo>
                  <a:lnTo>
                    <a:pt x="10349" y="6796"/>
                  </a:lnTo>
                  <a:lnTo>
                    <a:pt x="11045" y="6951"/>
                  </a:lnTo>
                  <a:lnTo>
                    <a:pt x="11469" y="7028"/>
                  </a:lnTo>
                  <a:lnTo>
                    <a:pt x="11933" y="7067"/>
                  </a:lnTo>
                  <a:lnTo>
                    <a:pt x="12396" y="7028"/>
                  </a:lnTo>
                  <a:lnTo>
                    <a:pt x="12589" y="6990"/>
                  </a:lnTo>
                  <a:lnTo>
                    <a:pt x="12782" y="6912"/>
                  </a:lnTo>
                  <a:lnTo>
                    <a:pt x="12937" y="6796"/>
                  </a:lnTo>
                  <a:lnTo>
                    <a:pt x="13053" y="6681"/>
                  </a:lnTo>
                  <a:lnTo>
                    <a:pt x="13130" y="6526"/>
                  </a:lnTo>
                  <a:lnTo>
                    <a:pt x="13207" y="6333"/>
                  </a:lnTo>
                  <a:lnTo>
                    <a:pt x="13207" y="6179"/>
                  </a:lnTo>
                  <a:lnTo>
                    <a:pt x="13168" y="6024"/>
                  </a:lnTo>
                  <a:lnTo>
                    <a:pt x="13130" y="5870"/>
                  </a:lnTo>
                  <a:lnTo>
                    <a:pt x="13053" y="5754"/>
                  </a:lnTo>
                  <a:lnTo>
                    <a:pt x="12975" y="5638"/>
                  </a:lnTo>
                  <a:lnTo>
                    <a:pt x="12821" y="5561"/>
                  </a:lnTo>
                  <a:lnTo>
                    <a:pt x="12551" y="5406"/>
                  </a:lnTo>
                  <a:lnTo>
                    <a:pt x="12242" y="5290"/>
                  </a:lnTo>
                  <a:lnTo>
                    <a:pt x="11894" y="5213"/>
                  </a:lnTo>
                  <a:lnTo>
                    <a:pt x="11315" y="5097"/>
                  </a:lnTo>
                  <a:lnTo>
                    <a:pt x="10311" y="4943"/>
                  </a:lnTo>
                  <a:lnTo>
                    <a:pt x="9268" y="4827"/>
                  </a:lnTo>
                  <a:lnTo>
                    <a:pt x="8264" y="4750"/>
                  </a:lnTo>
                  <a:lnTo>
                    <a:pt x="7260" y="4711"/>
                  </a:lnTo>
                  <a:lnTo>
                    <a:pt x="8071" y="3514"/>
                  </a:lnTo>
                  <a:lnTo>
                    <a:pt x="8496" y="2858"/>
                  </a:lnTo>
                  <a:lnTo>
                    <a:pt x="8844" y="2201"/>
                  </a:lnTo>
                  <a:lnTo>
                    <a:pt x="8921" y="1970"/>
                  </a:lnTo>
                  <a:lnTo>
                    <a:pt x="8998" y="1738"/>
                  </a:lnTo>
                  <a:lnTo>
                    <a:pt x="9037" y="1506"/>
                  </a:lnTo>
                  <a:lnTo>
                    <a:pt x="9075" y="1275"/>
                  </a:lnTo>
                  <a:lnTo>
                    <a:pt x="9037" y="1004"/>
                  </a:lnTo>
                  <a:lnTo>
                    <a:pt x="8959" y="811"/>
                  </a:lnTo>
                  <a:lnTo>
                    <a:pt x="8882" y="579"/>
                  </a:lnTo>
                  <a:lnTo>
                    <a:pt x="8728" y="348"/>
                  </a:lnTo>
                  <a:lnTo>
                    <a:pt x="8650" y="232"/>
                  </a:lnTo>
                  <a:lnTo>
                    <a:pt x="8573" y="155"/>
                  </a:lnTo>
                  <a:lnTo>
                    <a:pt x="8380" y="39"/>
                  </a:lnTo>
                  <a:lnTo>
                    <a:pt x="814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" name="Google Shape;2143;p9"/>
            <p:cNvSpPr/>
            <p:nvPr/>
          </p:nvSpPr>
          <p:spPr>
            <a:xfrm>
              <a:off x="1437100" y="2381075"/>
              <a:ext cx="93675" cy="93650"/>
            </a:xfrm>
            <a:custGeom>
              <a:avLst/>
              <a:gdLst/>
              <a:ahLst/>
              <a:cxnLst/>
              <a:rect l="l" t="t" r="r" b="b"/>
              <a:pathLst>
                <a:path w="3747" h="3746" extrusionOk="0">
                  <a:moveTo>
                    <a:pt x="1584" y="463"/>
                  </a:moveTo>
                  <a:lnTo>
                    <a:pt x="2086" y="541"/>
                  </a:lnTo>
                  <a:lnTo>
                    <a:pt x="2318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5"/>
                  </a:lnTo>
                  <a:lnTo>
                    <a:pt x="3090" y="1197"/>
                  </a:lnTo>
                  <a:lnTo>
                    <a:pt x="3206" y="1429"/>
                  </a:lnTo>
                  <a:lnTo>
                    <a:pt x="3244" y="1699"/>
                  </a:lnTo>
                  <a:lnTo>
                    <a:pt x="3244" y="1969"/>
                  </a:lnTo>
                  <a:lnTo>
                    <a:pt x="3206" y="2201"/>
                  </a:lnTo>
                  <a:lnTo>
                    <a:pt x="3090" y="2471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86" y="3244"/>
                  </a:lnTo>
                  <a:lnTo>
                    <a:pt x="1777" y="3244"/>
                  </a:lnTo>
                  <a:lnTo>
                    <a:pt x="1507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9" y="2433"/>
                  </a:lnTo>
                  <a:lnTo>
                    <a:pt x="503" y="2163"/>
                  </a:lnTo>
                  <a:lnTo>
                    <a:pt x="503" y="1854"/>
                  </a:lnTo>
                  <a:lnTo>
                    <a:pt x="503" y="1583"/>
                  </a:lnTo>
                  <a:lnTo>
                    <a:pt x="619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79"/>
                  </a:lnTo>
                  <a:lnTo>
                    <a:pt x="1584" y="463"/>
                  </a:lnTo>
                  <a:close/>
                  <a:moveTo>
                    <a:pt x="1893" y="0"/>
                  </a:moveTo>
                  <a:lnTo>
                    <a:pt x="1700" y="39"/>
                  </a:lnTo>
                  <a:lnTo>
                    <a:pt x="1545" y="77"/>
                  </a:lnTo>
                  <a:lnTo>
                    <a:pt x="1352" y="155"/>
                  </a:lnTo>
                  <a:lnTo>
                    <a:pt x="1314" y="193"/>
                  </a:lnTo>
                  <a:lnTo>
                    <a:pt x="1082" y="270"/>
                  </a:lnTo>
                  <a:lnTo>
                    <a:pt x="850" y="386"/>
                  </a:lnTo>
                  <a:lnTo>
                    <a:pt x="619" y="579"/>
                  </a:lnTo>
                  <a:lnTo>
                    <a:pt x="425" y="772"/>
                  </a:lnTo>
                  <a:lnTo>
                    <a:pt x="271" y="965"/>
                  </a:lnTo>
                  <a:lnTo>
                    <a:pt x="155" y="1236"/>
                  </a:lnTo>
                  <a:lnTo>
                    <a:pt x="78" y="1467"/>
                  </a:lnTo>
                  <a:lnTo>
                    <a:pt x="1" y="1738"/>
                  </a:lnTo>
                  <a:lnTo>
                    <a:pt x="1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7" y="2510"/>
                  </a:lnTo>
                  <a:lnTo>
                    <a:pt x="310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8" y="3591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7" y="3437"/>
                  </a:lnTo>
                  <a:lnTo>
                    <a:pt x="3128" y="3244"/>
                  </a:lnTo>
                  <a:lnTo>
                    <a:pt x="3322" y="3012"/>
                  </a:lnTo>
                  <a:lnTo>
                    <a:pt x="3476" y="2780"/>
                  </a:lnTo>
                  <a:lnTo>
                    <a:pt x="3630" y="2510"/>
                  </a:lnTo>
                  <a:lnTo>
                    <a:pt x="3708" y="2201"/>
                  </a:lnTo>
                  <a:lnTo>
                    <a:pt x="3746" y="1931"/>
                  </a:lnTo>
                  <a:lnTo>
                    <a:pt x="3746" y="1583"/>
                  </a:lnTo>
                  <a:lnTo>
                    <a:pt x="3669" y="1313"/>
                  </a:lnTo>
                  <a:lnTo>
                    <a:pt x="3515" y="1004"/>
                  </a:lnTo>
                  <a:lnTo>
                    <a:pt x="3322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5" y="77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" name="Google Shape;2144;p9"/>
            <p:cNvSpPr/>
            <p:nvPr/>
          </p:nvSpPr>
          <p:spPr>
            <a:xfrm>
              <a:off x="3476925" y="2391675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7" y="1159"/>
                  </a:lnTo>
                  <a:lnTo>
                    <a:pt x="1391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6" y="1816"/>
                  </a:lnTo>
                  <a:lnTo>
                    <a:pt x="387" y="1700"/>
                  </a:lnTo>
                  <a:lnTo>
                    <a:pt x="348" y="1584"/>
                  </a:lnTo>
                  <a:lnTo>
                    <a:pt x="387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2" y="1623"/>
                  </a:lnTo>
                  <a:lnTo>
                    <a:pt x="3669" y="1700"/>
                  </a:lnTo>
                  <a:lnTo>
                    <a:pt x="3747" y="1816"/>
                  </a:lnTo>
                  <a:lnTo>
                    <a:pt x="3747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9" y="2356"/>
                  </a:lnTo>
                  <a:lnTo>
                    <a:pt x="3206" y="2434"/>
                  </a:lnTo>
                  <a:lnTo>
                    <a:pt x="3013" y="2395"/>
                  </a:lnTo>
                  <a:lnTo>
                    <a:pt x="2820" y="2356"/>
                  </a:lnTo>
                  <a:lnTo>
                    <a:pt x="2627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1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90" y="1468"/>
                  </a:lnTo>
                  <a:close/>
                  <a:moveTo>
                    <a:pt x="3747" y="4750"/>
                  </a:moveTo>
                  <a:lnTo>
                    <a:pt x="3901" y="4789"/>
                  </a:lnTo>
                  <a:lnTo>
                    <a:pt x="4017" y="4828"/>
                  </a:lnTo>
                  <a:lnTo>
                    <a:pt x="4094" y="4944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3" y="5368"/>
                  </a:lnTo>
                  <a:lnTo>
                    <a:pt x="4094" y="5484"/>
                  </a:lnTo>
                  <a:lnTo>
                    <a:pt x="3978" y="5600"/>
                  </a:lnTo>
                  <a:lnTo>
                    <a:pt x="3785" y="5754"/>
                  </a:lnTo>
                  <a:lnTo>
                    <a:pt x="3515" y="5870"/>
                  </a:lnTo>
                  <a:lnTo>
                    <a:pt x="3129" y="5870"/>
                  </a:lnTo>
                  <a:lnTo>
                    <a:pt x="2743" y="5793"/>
                  </a:lnTo>
                  <a:lnTo>
                    <a:pt x="2936" y="5368"/>
                  </a:lnTo>
                  <a:lnTo>
                    <a:pt x="3051" y="5214"/>
                  </a:lnTo>
                  <a:lnTo>
                    <a:pt x="3206" y="5021"/>
                  </a:lnTo>
                  <a:lnTo>
                    <a:pt x="3476" y="4866"/>
                  </a:lnTo>
                  <a:lnTo>
                    <a:pt x="3631" y="4789"/>
                  </a:lnTo>
                  <a:lnTo>
                    <a:pt x="3747" y="4750"/>
                  </a:lnTo>
                  <a:close/>
                  <a:moveTo>
                    <a:pt x="1121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3" y="6102"/>
                  </a:lnTo>
                  <a:lnTo>
                    <a:pt x="1430" y="6256"/>
                  </a:lnTo>
                  <a:lnTo>
                    <a:pt x="1237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6" y="6334"/>
                  </a:lnTo>
                  <a:lnTo>
                    <a:pt x="503" y="6179"/>
                  </a:lnTo>
                  <a:lnTo>
                    <a:pt x="426" y="6025"/>
                  </a:lnTo>
                  <a:lnTo>
                    <a:pt x="426" y="5909"/>
                  </a:lnTo>
                  <a:lnTo>
                    <a:pt x="464" y="5754"/>
                  </a:lnTo>
                  <a:lnTo>
                    <a:pt x="580" y="5677"/>
                  </a:lnTo>
                  <a:lnTo>
                    <a:pt x="696" y="5600"/>
                  </a:lnTo>
                  <a:lnTo>
                    <a:pt x="850" y="5523"/>
                  </a:lnTo>
                  <a:close/>
                  <a:moveTo>
                    <a:pt x="5716" y="6218"/>
                  </a:moveTo>
                  <a:lnTo>
                    <a:pt x="5870" y="6334"/>
                  </a:lnTo>
                  <a:lnTo>
                    <a:pt x="5948" y="6411"/>
                  </a:lnTo>
                  <a:lnTo>
                    <a:pt x="5986" y="6527"/>
                  </a:lnTo>
                  <a:lnTo>
                    <a:pt x="6025" y="6681"/>
                  </a:lnTo>
                  <a:lnTo>
                    <a:pt x="5986" y="6797"/>
                  </a:lnTo>
                  <a:lnTo>
                    <a:pt x="5909" y="7067"/>
                  </a:lnTo>
                  <a:lnTo>
                    <a:pt x="5793" y="7260"/>
                  </a:lnTo>
                  <a:lnTo>
                    <a:pt x="5677" y="7492"/>
                  </a:lnTo>
                  <a:lnTo>
                    <a:pt x="5484" y="7647"/>
                  </a:lnTo>
                  <a:lnTo>
                    <a:pt x="5291" y="7801"/>
                  </a:lnTo>
                  <a:lnTo>
                    <a:pt x="5059" y="7917"/>
                  </a:lnTo>
                  <a:lnTo>
                    <a:pt x="5098" y="7878"/>
                  </a:lnTo>
                  <a:lnTo>
                    <a:pt x="5021" y="7415"/>
                  </a:lnTo>
                  <a:lnTo>
                    <a:pt x="4982" y="7183"/>
                  </a:lnTo>
                  <a:lnTo>
                    <a:pt x="5021" y="6952"/>
                  </a:lnTo>
                  <a:lnTo>
                    <a:pt x="5137" y="6681"/>
                  </a:lnTo>
                  <a:lnTo>
                    <a:pt x="5214" y="6527"/>
                  </a:lnTo>
                  <a:lnTo>
                    <a:pt x="5330" y="6372"/>
                  </a:lnTo>
                  <a:lnTo>
                    <a:pt x="5446" y="6256"/>
                  </a:lnTo>
                  <a:lnTo>
                    <a:pt x="5600" y="6218"/>
                  </a:lnTo>
                  <a:close/>
                  <a:moveTo>
                    <a:pt x="8960" y="8071"/>
                  </a:moveTo>
                  <a:lnTo>
                    <a:pt x="9153" y="8110"/>
                  </a:lnTo>
                  <a:lnTo>
                    <a:pt x="9268" y="8187"/>
                  </a:lnTo>
                  <a:lnTo>
                    <a:pt x="9346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1"/>
                  </a:lnTo>
                  <a:lnTo>
                    <a:pt x="9268" y="8921"/>
                  </a:lnTo>
                  <a:lnTo>
                    <a:pt x="9037" y="9153"/>
                  </a:lnTo>
                  <a:lnTo>
                    <a:pt x="8805" y="9346"/>
                  </a:lnTo>
                  <a:lnTo>
                    <a:pt x="8689" y="9384"/>
                  </a:lnTo>
                  <a:lnTo>
                    <a:pt x="8612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2" y="9346"/>
                  </a:lnTo>
                  <a:lnTo>
                    <a:pt x="8264" y="9346"/>
                  </a:lnTo>
                  <a:lnTo>
                    <a:pt x="8226" y="8960"/>
                  </a:lnTo>
                  <a:lnTo>
                    <a:pt x="8226" y="8766"/>
                  </a:lnTo>
                  <a:lnTo>
                    <a:pt x="8264" y="8573"/>
                  </a:lnTo>
                  <a:lnTo>
                    <a:pt x="8342" y="8342"/>
                  </a:lnTo>
                  <a:lnTo>
                    <a:pt x="8496" y="8187"/>
                  </a:lnTo>
                  <a:lnTo>
                    <a:pt x="8728" y="8110"/>
                  </a:lnTo>
                  <a:lnTo>
                    <a:pt x="8844" y="8071"/>
                  </a:lnTo>
                  <a:close/>
                  <a:moveTo>
                    <a:pt x="4944" y="8380"/>
                  </a:moveTo>
                  <a:lnTo>
                    <a:pt x="4944" y="8419"/>
                  </a:lnTo>
                  <a:lnTo>
                    <a:pt x="4751" y="8805"/>
                  </a:lnTo>
                  <a:lnTo>
                    <a:pt x="4596" y="8960"/>
                  </a:lnTo>
                  <a:lnTo>
                    <a:pt x="4442" y="9153"/>
                  </a:lnTo>
                  <a:lnTo>
                    <a:pt x="4210" y="9307"/>
                  </a:lnTo>
                  <a:lnTo>
                    <a:pt x="3940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9" y="9346"/>
                  </a:lnTo>
                  <a:lnTo>
                    <a:pt x="3322" y="9191"/>
                  </a:lnTo>
                  <a:lnTo>
                    <a:pt x="3322" y="9075"/>
                  </a:lnTo>
                  <a:lnTo>
                    <a:pt x="3322" y="8960"/>
                  </a:lnTo>
                  <a:lnTo>
                    <a:pt x="3399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5" y="8458"/>
                  </a:lnTo>
                  <a:lnTo>
                    <a:pt x="4055" y="8380"/>
                  </a:lnTo>
                  <a:lnTo>
                    <a:pt x="4326" y="8380"/>
                  </a:lnTo>
                  <a:lnTo>
                    <a:pt x="4905" y="8419"/>
                  </a:lnTo>
                  <a:lnTo>
                    <a:pt x="4944" y="8380"/>
                  </a:lnTo>
                  <a:close/>
                  <a:moveTo>
                    <a:pt x="7994" y="10002"/>
                  </a:moveTo>
                  <a:lnTo>
                    <a:pt x="7956" y="10195"/>
                  </a:lnTo>
                  <a:lnTo>
                    <a:pt x="7917" y="10350"/>
                  </a:lnTo>
                  <a:lnTo>
                    <a:pt x="7840" y="10543"/>
                  </a:lnTo>
                  <a:lnTo>
                    <a:pt x="7724" y="10697"/>
                  </a:lnTo>
                  <a:lnTo>
                    <a:pt x="7608" y="10813"/>
                  </a:lnTo>
                  <a:lnTo>
                    <a:pt x="7492" y="10929"/>
                  </a:lnTo>
                  <a:lnTo>
                    <a:pt x="7338" y="11045"/>
                  </a:lnTo>
                  <a:lnTo>
                    <a:pt x="7145" y="11083"/>
                  </a:lnTo>
                  <a:lnTo>
                    <a:pt x="6952" y="11122"/>
                  </a:lnTo>
                  <a:lnTo>
                    <a:pt x="6797" y="11083"/>
                  </a:lnTo>
                  <a:lnTo>
                    <a:pt x="6720" y="11045"/>
                  </a:lnTo>
                  <a:lnTo>
                    <a:pt x="6681" y="10967"/>
                  </a:lnTo>
                  <a:lnTo>
                    <a:pt x="6643" y="10890"/>
                  </a:lnTo>
                  <a:lnTo>
                    <a:pt x="6604" y="10813"/>
                  </a:lnTo>
                  <a:lnTo>
                    <a:pt x="6643" y="10620"/>
                  </a:lnTo>
                  <a:lnTo>
                    <a:pt x="6720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2" y="10157"/>
                  </a:lnTo>
                  <a:lnTo>
                    <a:pt x="7492" y="10079"/>
                  </a:lnTo>
                  <a:lnTo>
                    <a:pt x="7724" y="10041"/>
                  </a:lnTo>
                  <a:lnTo>
                    <a:pt x="7994" y="10002"/>
                  </a:lnTo>
                  <a:close/>
                  <a:moveTo>
                    <a:pt x="2202" y="1"/>
                  </a:moveTo>
                  <a:lnTo>
                    <a:pt x="2009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1" y="812"/>
                  </a:lnTo>
                  <a:lnTo>
                    <a:pt x="1237" y="773"/>
                  </a:lnTo>
                  <a:lnTo>
                    <a:pt x="1043" y="735"/>
                  </a:lnTo>
                  <a:lnTo>
                    <a:pt x="696" y="735"/>
                  </a:lnTo>
                  <a:lnTo>
                    <a:pt x="541" y="812"/>
                  </a:lnTo>
                  <a:lnTo>
                    <a:pt x="387" y="889"/>
                  </a:lnTo>
                  <a:lnTo>
                    <a:pt x="233" y="1005"/>
                  </a:lnTo>
                  <a:lnTo>
                    <a:pt x="117" y="1159"/>
                  </a:lnTo>
                  <a:lnTo>
                    <a:pt x="39" y="1314"/>
                  </a:lnTo>
                  <a:lnTo>
                    <a:pt x="1" y="1468"/>
                  </a:lnTo>
                  <a:lnTo>
                    <a:pt x="1" y="1623"/>
                  </a:lnTo>
                  <a:lnTo>
                    <a:pt x="1" y="1777"/>
                  </a:lnTo>
                  <a:lnTo>
                    <a:pt x="78" y="1932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6" y="2279"/>
                  </a:lnTo>
                  <a:lnTo>
                    <a:pt x="580" y="2356"/>
                  </a:lnTo>
                  <a:lnTo>
                    <a:pt x="735" y="2395"/>
                  </a:lnTo>
                  <a:lnTo>
                    <a:pt x="1043" y="2434"/>
                  </a:lnTo>
                  <a:lnTo>
                    <a:pt x="1391" y="2395"/>
                  </a:lnTo>
                  <a:lnTo>
                    <a:pt x="1700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9" y="4635"/>
                  </a:lnTo>
                  <a:lnTo>
                    <a:pt x="1777" y="5021"/>
                  </a:lnTo>
                  <a:lnTo>
                    <a:pt x="1893" y="5368"/>
                  </a:lnTo>
                  <a:lnTo>
                    <a:pt x="1584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3" y="5252"/>
                  </a:lnTo>
                  <a:lnTo>
                    <a:pt x="387" y="5330"/>
                  </a:lnTo>
                  <a:lnTo>
                    <a:pt x="271" y="5446"/>
                  </a:lnTo>
                  <a:lnTo>
                    <a:pt x="155" y="5561"/>
                  </a:lnTo>
                  <a:lnTo>
                    <a:pt x="78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8" y="6218"/>
                  </a:lnTo>
                  <a:lnTo>
                    <a:pt x="155" y="6334"/>
                  </a:lnTo>
                  <a:lnTo>
                    <a:pt x="233" y="6450"/>
                  </a:lnTo>
                  <a:lnTo>
                    <a:pt x="348" y="6565"/>
                  </a:lnTo>
                  <a:lnTo>
                    <a:pt x="503" y="6643"/>
                  </a:lnTo>
                  <a:lnTo>
                    <a:pt x="657" y="6720"/>
                  </a:lnTo>
                  <a:lnTo>
                    <a:pt x="812" y="6758"/>
                  </a:lnTo>
                  <a:lnTo>
                    <a:pt x="1121" y="6758"/>
                  </a:lnTo>
                  <a:lnTo>
                    <a:pt x="1430" y="6681"/>
                  </a:lnTo>
                  <a:lnTo>
                    <a:pt x="1700" y="6527"/>
                  </a:lnTo>
                  <a:lnTo>
                    <a:pt x="1932" y="6295"/>
                  </a:lnTo>
                  <a:lnTo>
                    <a:pt x="2125" y="6063"/>
                  </a:lnTo>
                  <a:lnTo>
                    <a:pt x="2395" y="6527"/>
                  </a:lnTo>
                  <a:lnTo>
                    <a:pt x="2743" y="6990"/>
                  </a:lnTo>
                  <a:lnTo>
                    <a:pt x="3129" y="7376"/>
                  </a:lnTo>
                  <a:lnTo>
                    <a:pt x="3592" y="7762"/>
                  </a:lnTo>
                  <a:lnTo>
                    <a:pt x="4017" y="7994"/>
                  </a:lnTo>
                  <a:lnTo>
                    <a:pt x="3824" y="8033"/>
                  </a:lnTo>
                  <a:lnTo>
                    <a:pt x="3631" y="8110"/>
                  </a:lnTo>
                  <a:lnTo>
                    <a:pt x="3438" y="8187"/>
                  </a:lnTo>
                  <a:lnTo>
                    <a:pt x="3283" y="8342"/>
                  </a:lnTo>
                  <a:lnTo>
                    <a:pt x="3167" y="8458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6" y="8882"/>
                  </a:lnTo>
                  <a:lnTo>
                    <a:pt x="2897" y="9075"/>
                  </a:lnTo>
                  <a:lnTo>
                    <a:pt x="2936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2" y="9770"/>
                  </a:lnTo>
                  <a:lnTo>
                    <a:pt x="3515" y="9848"/>
                  </a:lnTo>
                  <a:lnTo>
                    <a:pt x="3708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9" y="9770"/>
                  </a:lnTo>
                  <a:lnTo>
                    <a:pt x="4403" y="9693"/>
                  </a:lnTo>
                  <a:lnTo>
                    <a:pt x="4673" y="9461"/>
                  </a:lnTo>
                  <a:lnTo>
                    <a:pt x="4905" y="9153"/>
                  </a:lnTo>
                  <a:lnTo>
                    <a:pt x="5098" y="8844"/>
                  </a:lnTo>
                  <a:lnTo>
                    <a:pt x="5214" y="8496"/>
                  </a:lnTo>
                  <a:lnTo>
                    <a:pt x="6527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6" y="9655"/>
                  </a:lnTo>
                  <a:lnTo>
                    <a:pt x="7762" y="9655"/>
                  </a:lnTo>
                  <a:lnTo>
                    <a:pt x="7569" y="9693"/>
                  </a:lnTo>
                  <a:lnTo>
                    <a:pt x="7145" y="9809"/>
                  </a:lnTo>
                  <a:lnTo>
                    <a:pt x="6797" y="9963"/>
                  </a:lnTo>
                  <a:lnTo>
                    <a:pt x="6643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5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5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6" y="11508"/>
                  </a:lnTo>
                  <a:lnTo>
                    <a:pt x="7029" y="11508"/>
                  </a:lnTo>
                  <a:lnTo>
                    <a:pt x="7222" y="11469"/>
                  </a:lnTo>
                  <a:lnTo>
                    <a:pt x="7415" y="11392"/>
                  </a:lnTo>
                  <a:lnTo>
                    <a:pt x="7569" y="11315"/>
                  </a:lnTo>
                  <a:lnTo>
                    <a:pt x="7724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10" y="10697"/>
                  </a:lnTo>
                  <a:lnTo>
                    <a:pt x="8226" y="10465"/>
                  </a:lnTo>
                  <a:lnTo>
                    <a:pt x="8264" y="10234"/>
                  </a:lnTo>
                  <a:lnTo>
                    <a:pt x="8303" y="9963"/>
                  </a:lnTo>
                  <a:lnTo>
                    <a:pt x="8342" y="9925"/>
                  </a:lnTo>
                  <a:lnTo>
                    <a:pt x="8728" y="10272"/>
                  </a:lnTo>
                  <a:lnTo>
                    <a:pt x="9075" y="10659"/>
                  </a:lnTo>
                  <a:lnTo>
                    <a:pt x="9346" y="11122"/>
                  </a:lnTo>
                  <a:lnTo>
                    <a:pt x="9462" y="11354"/>
                  </a:lnTo>
                  <a:lnTo>
                    <a:pt x="9539" y="11585"/>
                  </a:lnTo>
                  <a:lnTo>
                    <a:pt x="9655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5" y="12937"/>
                  </a:lnTo>
                  <a:lnTo>
                    <a:pt x="9577" y="13284"/>
                  </a:lnTo>
                  <a:lnTo>
                    <a:pt x="9462" y="13593"/>
                  </a:lnTo>
                  <a:lnTo>
                    <a:pt x="9191" y="14211"/>
                  </a:lnTo>
                  <a:lnTo>
                    <a:pt x="9153" y="14288"/>
                  </a:lnTo>
                  <a:lnTo>
                    <a:pt x="9153" y="14327"/>
                  </a:lnTo>
                  <a:lnTo>
                    <a:pt x="9230" y="14404"/>
                  </a:lnTo>
                  <a:lnTo>
                    <a:pt x="9307" y="14443"/>
                  </a:lnTo>
                  <a:lnTo>
                    <a:pt x="9423" y="14404"/>
                  </a:lnTo>
                  <a:lnTo>
                    <a:pt x="9577" y="14250"/>
                  </a:lnTo>
                  <a:lnTo>
                    <a:pt x="9732" y="14057"/>
                  </a:lnTo>
                  <a:lnTo>
                    <a:pt x="9848" y="13902"/>
                  </a:lnTo>
                  <a:lnTo>
                    <a:pt x="9925" y="13671"/>
                  </a:lnTo>
                  <a:lnTo>
                    <a:pt x="10079" y="13246"/>
                  </a:lnTo>
                  <a:lnTo>
                    <a:pt x="10118" y="12782"/>
                  </a:lnTo>
                  <a:lnTo>
                    <a:pt x="10118" y="12319"/>
                  </a:lnTo>
                  <a:lnTo>
                    <a:pt x="10041" y="11856"/>
                  </a:lnTo>
                  <a:lnTo>
                    <a:pt x="9925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7" y="10272"/>
                  </a:lnTo>
                  <a:lnTo>
                    <a:pt x="9037" y="9963"/>
                  </a:lnTo>
                  <a:lnTo>
                    <a:pt x="8728" y="9693"/>
                  </a:lnTo>
                  <a:lnTo>
                    <a:pt x="8960" y="9577"/>
                  </a:lnTo>
                  <a:lnTo>
                    <a:pt x="9230" y="9423"/>
                  </a:lnTo>
                  <a:lnTo>
                    <a:pt x="9462" y="9191"/>
                  </a:lnTo>
                  <a:lnTo>
                    <a:pt x="9616" y="8921"/>
                  </a:lnTo>
                  <a:lnTo>
                    <a:pt x="9732" y="8612"/>
                  </a:lnTo>
                  <a:lnTo>
                    <a:pt x="9732" y="8496"/>
                  </a:lnTo>
                  <a:lnTo>
                    <a:pt x="9732" y="8342"/>
                  </a:lnTo>
                  <a:lnTo>
                    <a:pt x="9693" y="8187"/>
                  </a:lnTo>
                  <a:lnTo>
                    <a:pt x="9616" y="8071"/>
                  </a:lnTo>
                  <a:lnTo>
                    <a:pt x="9500" y="7956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7" y="7724"/>
                  </a:lnTo>
                  <a:lnTo>
                    <a:pt x="8689" y="7724"/>
                  </a:lnTo>
                  <a:lnTo>
                    <a:pt x="8535" y="7762"/>
                  </a:lnTo>
                  <a:lnTo>
                    <a:pt x="8380" y="7840"/>
                  </a:lnTo>
                  <a:lnTo>
                    <a:pt x="8226" y="7956"/>
                  </a:lnTo>
                  <a:lnTo>
                    <a:pt x="8110" y="8071"/>
                  </a:lnTo>
                  <a:lnTo>
                    <a:pt x="7956" y="8264"/>
                  </a:lnTo>
                  <a:lnTo>
                    <a:pt x="7878" y="8535"/>
                  </a:lnTo>
                  <a:lnTo>
                    <a:pt x="7840" y="8766"/>
                  </a:lnTo>
                  <a:lnTo>
                    <a:pt x="7840" y="9037"/>
                  </a:lnTo>
                  <a:lnTo>
                    <a:pt x="7222" y="8766"/>
                  </a:lnTo>
                  <a:lnTo>
                    <a:pt x="6643" y="8496"/>
                  </a:lnTo>
                  <a:lnTo>
                    <a:pt x="5368" y="8033"/>
                  </a:lnTo>
                  <a:lnTo>
                    <a:pt x="5639" y="7878"/>
                  </a:lnTo>
                  <a:lnTo>
                    <a:pt x="5870" y="7685"/>
                  </a:lnTo>
                  <a:lnTo>
                    <a:pt x="6063" y="7454"/>
                  </a:lnTo>
                  <a:lnTo>
                    <a:pt x="6218" y="7183"/>
                  </a:lnTo>
                  <a:lnTo>
                    <a:pt x="6334" y="6874"/>
                  </a:lnTo>
                  <a:lnTo>
                    <a:pt x="6334" y="6720"/>
                  </a:lnTo>
                  <a:lnTo>
                    <a:pt x="6334" y="6527"/>
                  </a:lnTo>
                  <a:lnTo>
                    <a:pt x="6334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5" y="5948"/>
                  </a:lnTo>
                  <a:lnTo>
                    <a:pt x="5870" y="5870"/>
                  </a:lnTo>
                  <a:lnTo>
                    <a:pt x="5716" y="5832"/>
                  </a:lnTo>
                  <a:lnTo>
                    <a:pt x="5561" y="5870"/>
                  </a:lnTo>
                  <a:lnTo>
                    <a:pt x="5407" y="5909"/>
                  </a:lnTo>
                  <a:lnTo>
                    <a:pt x="5253" y="5986"/>
                  </a:lnTo>
                  <a:lnTo>
                    <a:pt x="5137" y="6063"/>
                  </a:lnTo>
                  <a:lnTo>
                    <a:pt x="4905" y="6334"/>
                  </a:lnTo>
                  <a:lnTo>
                    <a:pt x="4751" y="6643"/>
                  </a:lnTo>
                  <a:lnTo>
                    <a:pt x="4635" y="7029"/>
                  </a:lnTo>
                  <a:lnTo>
                    <a:pt x="4635" y="7222"/>
                  </a:lnTo>
                  <a:lnTo>
                    <a:pt x="4635" y="7415"/>
                  </a:lnTo>
                  <a:lnTo>
                    <a:pt x="4635" y="7608"/>
                  </a:lnTo>
                  <a:lnTo>
                    <a:pt x="4712" y="7762"/>
                  </a:lnTo>
                  <a:lnTo>
                    <a:pt x="4094" y="7454"/>
                  </a:lnTo>
                  <a:lnTo>
                    <a:pt x="3824" y="7299"/>
                  </a:lnTo>
                  <a:lnTo>
                    <a:pt x="3553" y="7106"/>
                  </a:lnTo>
                  <a:lnTo>
                    <a:pt x="3322" y="6874"/>
                  </a:lnTo>
                  <a:lnTo>
                    <a:pt x="3090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2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3" y="5986"/>
                  </a:lnTo>
                  <a:lnTo>
                    <a:pt x="4249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9" y="5407"/>
                  </a:lnTo>
                  <a:lnTo>
                    <a:pt x="4557" y="5214"/>
                  </a:lnTo>
                  <a:lnTo>
                    <a:pt x="4519" y="5059"/>
                  </a:lnTo>
                  <a:lnTo>
                    <a:pt x="4480" y="4866"/>
                  </a:lnTo>
                  <a:lnTo>
                    <a:pt x="4403" y="4712"/>
                  </a:lnTo>
                  <a:lnTo>
                    <a:pt x="4287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1" y="4364"/>
                  </a:lnTo>
                  <a:lnTo>
                    <a:pt x="3708" y="4364"/>
                  </a:lnTo>
                  <a:lnTo>
                    <a:pt x="3553" y="4403"/>
                  </a:lnTo>
                  <a:lnTo>
                    <a:pt x="3399" y="4442"/>
                  </a:lnTo>
                  <a:lnTo>
                    <a:pt x="3245" y="4519"/>
                  </a:lnTo>
                  <a:lnTo>
                    <a:pt x="3090" y="4635"/>
                  </a:lnTo>
                  <a:lnTo>
                    <a:pt x="2820" y="4905"/>
                  </a:lnTo>
                  <a:lnTo>
                    <a:pt x="2588" y="5214"/>
                  </a:lnTo>
                  <a:lnTo>
                    <a:pt x="2434" y="5561"/>
                  </a:lnTo>
                  <a:lnTo>
                    <a:pt x="2395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6" y="4326"/>
                  </a:lnTo>
                  <a:lnTo>
                    <a:pt x="2047" y="3940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5" y="2318"/>
                  </a:lnTo>
                  <a:lnTo>
                    <a:pt x="2356" y="2511"/>
                  </a:lnTo>
                  <a:lnTo>
                    <a:pt x="2588" y="2627"/>
                  </a:lnTo>
                  <a:lnTo>
                    <a:pt x="2820" y="2743"/>
                  </a:lnTo>
                  <a:lnTo>
                    <a:pt x="3129" y="2781"/>
                  </a:lnTo>
                  <a:lnTo>
                    <a:pt x="3283" y="2743"/>
                  </a:lnTo>
                  <a:lnTo>
                    <a:pt x="3476" y="2704"/>
                  </a:lnTo>
                  <a:lnTo>
                    <a:pt x="3631" y="2627"/>
                  </a:lnTo>
                  <a:lnTo>
                    <a:pt x="3785" y="2549"/>
                  </a:lnTo>
                  <a:lnTo>
                    <a:pt x="3901" y="2434"/>
                  </a:lnTo>
                  <a:lnTo>
                    <a:pt x="4017" y="2279"/>
                  </a:lnTo>
                  <a:lnTo>
                    <a:pt x="4094" y="2125"/>
                  </a:lnTo>
                  <a:lnTo>
                    <a:pt x="4133" y="1970"/>
                  </a:lnTo>
                  <a:lnTo>
                    <a:pt x="4094" y="1777"/>
                  </a:lnTo>
                  <a:lnTo>
                    <a:pt x="4055" y="1623"/>
                  </a:lnTo>
                  <a:lnTo>
                    <a:pt x="4017" y="1507"/>
                  </a:lnTo>
                  <a:lnTo>
                    <a:pt x="3901" y="1352"/>
                  </a:lnTo>
                  <a:lnTo>
                    <a:pt x="3785" y="1237"/>
                  </a:lnTo>
                  <a:lnTo>
                    <a:pt x="3631" y="1159"/>
                  </a:lnTo>
                  <a:lnTo>
                    <a:pt x="3515" y="1121"/>
                  </a:lnTo>
                  <a:lnTo>
                    <a:pt x="3322" y="1082"/>
                  </a:lnTo>
                  <a:lnTo>
                    <a:pt x="3167" y="1043"/>
                  </a:lnTo>
                  <a:lnTo>
                    <a:pt x="3013" y="1082"/>
                  </a:lnTo>
                  <a:lnTo>
                    <a:pt x="2743" y="1159"/>
                  </a:lnTo>
                  <a:lnTo>
                    <a:pt x="2472" y="1314"/>
                  </a:lnTo>
                  <a:lnTo>
                    <a:pt x="2241" y="1545"/>
                  </a:lnTo>
                  <a:lnTo>
                    <a:pt x="2511" y="78"/>
                  </a:lnTo>
                  <a:lnTo>
                    <a:pt x="220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9"/>
            <p:cNvSpPr/>
            <p:nvPr/>
          </p:nvSpPr>
          <p:spPr>
            <a:xfrm>
              <a:off x="3971200" y="2394575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32" y="1"/>
                  </a:moveTo>
                  <a:lnTo>
                    <a:pt x="117" y="39"/>
                  </a:lnTo>
                  <a:lnTo>
                    <a:pt x="1" y="155"/>
                  </a:lnTo>
                  <a:lnTo>
                    <a:pt x="1" y="271"/>
                  </a:lnTo>
                  <a:lnTo>
                    <a:pt x="1" y="387"/>
                  </a:lnTo>
                  <a:lnTo>
                    <a:pt x="310" y="889"/>
                  </a:lnTo>
                  <a:lnTo>
                    <a:pt x="657" y="1391"/>
                  </a:lnTo>
                  <a:lnTo>
                    <a:pt x="1005" y="1893"/>
                  </a:lnTo>
                  <a:lnTo>
                    <a:pt x="1352" y="2356"/>
                  </a:lnTo>
                  <a:lnTo>
                    <a:pt x="1777" y="2781"/>
                  </a:lnTo>
                  <a:lnTo>
                    <a:pt x="2202" y="3206"/>
                  </a:lnTo>
                  <a:lnTo>
                    <a:pt x="2665" y="3592"/>
                  </a:lnTo>
                  <a:lnTo>
                    <a:pt x="3167" y="3901"/>
                  </a:lnTo>
                  <a:lnTo>
                    <a:pt x="3515" y="3785"/>
                  </a:lnTo>
                  <a:lnTo>
                    <a:pt x="2742" y="3013"/>
                  </a:lnTo>
                  <a:lnTo>
                    <a:pt x="2009" y="2240"/>
                  </a:lnTo>
                  <a:lnTo>
                    <a:pt x="1314" y="1429"/>
                  </a:lnTo>
                  <a:lnTo>
                    <a:pt x="1005" y="1005"/>
                  </a:lnTo>
                  <a:lnTo>
                    <a:pt x="696" y="580"/>
                  </a:lnTo>
                  <a:lnTo>
                    <a:pt x="1584" y="696"/>
                  </a:lnTo>
                  <a:lnTo>
                    <a:pt x="2472" y="889"/>
                  </a:lnTo>
                  <a:lnTo>
                    <a:pt x="2974" y="1043"/>
                  </a:lnTo>
                  <a:lnTo>
                    <a:pt x="3476" y="1236"/>
                  </a:lnTo>
                  <a:lnTo>
                    <a:pt x="3978" y="1391"/>
                  </a:lnTo>
                  <a:lnTo>
                    <a:pt x="4480" y="1507"/>
                  </a:lnTo>
                  <a:lnTo>
                    <a:pt x="4557" y="1507"/>
                  </a:lnTo>
                  <a:lnTo>
                    <a:pt x="4634" y="1584"/>
                  </a:lnTo>
                  <a:lnTo>
                    <a:pt x="4789" y="1584"/>
                  </a:lnTo>
                  <a:lnTo>
                    <a:pt x="4866" y="1507"/>
                  </a:lnTo>
                  <a:lnTo>
                    <a:pt x="4943" y="1429"/>
                  </a:lnTo>
                  <a:lnTo>
                    <a:pt x="4596" y="1159"/>
                  </a:lnTo>
                  <a:lnTo>
                    <a:pt x="4132" y="889"/>
                  </a:lnTo>
                  <a:lnTo>
                    <a:pt x="3592" y="657"/>
                  </a:lnTo>
                  <a:lnTo>
                    <a:pt x="3051" y="464"/>
                  </a:lnTo>
                  <a:lnTo>
                    <a:pt x="2511" y="310"/>
                  </a:lnTo>
                  <a:lnTo>
                    <a:pt x="1893" y="194"/>
                  </a:lnTo>
                  <a:lnTo>
                    <a:pt x="1314" y="117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9"/>
            <p:cNvSpPr/>
            <p:nvPr/>
          </p:nvSpPr>
          <p:spPr>
            <a:xfrm>
              <a:off x="591450" y="239845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26"/>
                  </a:lnTo>
                  <a:lnTo>
                    <a:pt x="0" y="3012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52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30"/>
                  </a:lnTo>
                  <a:lnTo>
                    <a:pt x="463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776"/>
                  </a:lnTo>
                  <a:lnTo>
                    <a:pt x="888" y="1545"/>
                  </a:lnTo>
                  <a:lnTo>
                    <a:pt x="1043" y="1313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2"/>
                  </a:lnTo>
                  <a:lnTo>
                    <a:pt x="1854" y="657"/>
                  </a:lnTo>
                  <a:lnTo>
                    <a:pt x="2124" y="541"/>
                  </a:lnTo>
                  <a:lnTo>
                    <a:pt x="2433" y="502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2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1" y="1390"/>
                  </a:lnTo>
                  <a:lnTo>
                    <a:pt x="3668" y="1661"/>
                  </a:lnTo>
                  <a:lnTo>
                    <a:pt x="4132" y="1545"/>
                  </a:lnTo>
                  <a:lnTo>
                    <a:pt x="4016" y="1159"/>
                  </a:lnTo>
                  <a:lnTo>
                    <a:pt x="3823" y="811"/>
                  </a:lnTo>
                  <a:lnTo>
                    <a:pt x="3630" y="502"/>
                  </a:lnTo>
                  <a:lnTo>
                    <a:pt x="3398" y="270"/>
                  </a:lnTo>
                  <a:lnTo>
                    <a:pt x="3244" y="155"/>
                  </a:lnTo>
                  <a:lnTo>
                    <a:pt x="3089" y="77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9"/>
            <p:cNvSpPr/>
            <p:nvPr/>
          </p:nvSpPr>
          <p:spPr>
            <a:xfrm>
              <a:off x="456275" y="2399400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80"/>
                  </a:lnTo>
                  <a:lnTo>
                    <a:pt x="12280" y="657"/>
                  </a:lnTo>
                  <a:lnTo>
                    <a:pt x="12628" y="850"/>
                  </a:lnTo>
                  <a:lnTo>
                    <a:pt x="12898" y="1159"/>
                  </a:lnTo>
                  <a:lnTo>
                    <a:pt x="13130" y="1507"/>
                  </a:lnTo>
                  <a:lnTo>
                    <a:pt x="13323" y="1854"/>
                  </a:lnTo>
                  <a:lnTo>
                    <a:pt x="13478" y="2240"/>
                  </a:lnTo>
                  <a:lnTo>
                    <a:pt x="13632" y="2665"/>
                  </a:lnTo>
                  <a:lnTo>
                    <a:pt x="13825" y="3438"/>
                  </a:lnTo>
                  <a:lnTo>
                    <a:pt x="13825" y="3438"/>
                  </a:lnTo>
                  <a:lnTo>
                    <a:pt x="13091" y="3013"/>
                  </a:lnTo>
                  <a:lnTo>
                    <a:pt x="12705" y="2781"/>
                  </a:lnTo>
                  <a:lnTo>
                    <a:pt x="12358" y="2472"/>
                  </a:lnTo>
                  <a:lnTo>
                    <a:pt x="12010" y="2125"/>
                  </a:lnTo>
                  <a:lnTo>
                    <a:pt x="11817" y="1932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734"/>
                  </a:lnTo>
                  <a:lnTo>
                    <a:pt x="11740" y="619"/>
                  </a:lnTo>
                  <a:lnTo>
                    <a:pt x="11856" y="541"/>
                  </a:lnTo>
                  <a:lnTo>
                    <a:pt x="11972" y="503"/>
                  </a:lnTo>
                  <a:close/>
                  <a:moveTo>
                    <a:pt x="16219" y="1584"/>
                  </a:moveTo>
                  <a:lnTo>
                    <a:pt x="16296" y="1623"/>
                  </a:lnTo>
                  <a:lnTo>
                    <a:pt x="16412" y="1661"/>
                  </a:lnTo>
                  <a:lnTo>
                    <a:pt x="16490" y="1738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56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74"/>
                  </a:lnTo>
                  <a:lnTo>
                    <a:pt x="15949" y="3206"/>
                  </a:lnTo>
                  <a:lnTo>
                    <a:pt x="15563" y="3399"/>
                  </a:lnTo>
                  <a:lnTo>
                    <a:pt x="15138" y="3553"/>
                  </a:lnTo>
                  <a:lnTo>
                    <a:pt x="14713" y="3669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2" y="3360"/>
                  </a:lnTo>
                  <a:lnTo>
                    <a:pt x="14636" y="2974"/>
                  </a:lnTo>
                  <a:lnTo>
                    <a:pt x="14829" y="2627"/>
                  </a:lnTo>
                  <a:lnTo>
                    <a:pt x="15099" y="2279"/>
                  </a:lnTo>
                  <a:lnTo>
                    <a:pt x="15408" y="1970"/>
                  </a:lnTo>
                  <a:lnTo>
                    <a:pt x="15640" y="1816"/>
                  </a:lnTo>
                  <a:lnTo>
                    <a:pt x="15872" y="1661"/>
                  </a:lnTo>
                  <a:lnTo>
                    <a:pt x="16103" y="1623"/>
                  </a:lnTo>
                  <a:lnTo>
                    <a:pt x="16219" y="1584"/>
                  </a:lnTo>
                  <a:close/>
                  <a:moveTo>
                    <a:pt x="13825" y="4287"/>
                  </a:moveTo>
                  <a:lnTo>
                    <a:pt x="13671" y="4557"/>
                  </a:lnTo>
                  <a:lnTo>
                    <a:pt x="13478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5" y="5870"/>
                  </a:lnTo>
                  <a:lnTo>
                    <a:pt x="10968" y="5793"/>
                  </a:lnTo>
                  <a:lnTo>
                    <a:pt x="10929" y="5716"/>
                  </a:lnTo>
                  <a:lnTo>
                    <a:pt x="10890" y="5639"/>
                  </a:lnTo>
                  <a:lnTo>
                    <a:pt x="10890" y="5445"/>
                  </a:lnTo>
                  <a:lnTo>
                    <a:pt x="10968" y="5252"/>
                  </a:lnTo>
                  <a:lnTo>
                    <a:pt x="11122" y="5098"/>
                  </a:lnTo>
                  <a:lnTo>
                    <a:pt x="11277" y="4943"/>
                  </a:lnTo>
                  <a:lnTo>
                    <a:pt x="11547" y="4750"/>
                  </a:lnTo>
                  <a:lnTo>
                    <a:pt x="11817" y="4635"/>
                  </a:lnTo>
                  <a:lnTo>
                    <a:pt x="12087" y="4557"/>
                  </a:lnTo>
                  <a:lnTo>
                    <a:pt x="12628" y="4480"/>
                  </a:lnTo>
                  <a:lnTo>
                    <a:pt x="13246" y="4403"/>
                  </a:lnTo>
                  <a:lnTo>
                    <a:pt x="13555" y="4364"/>
                  </a:lnTo>
                  <a:lnTo>
                    <a:pt x="13825" y="4287"/>
                  </a:lnTo>
                  <a:close/>
                  <a:moveTo>
                    <a:pt x="14404" y="4248"/>
                  </a:moveTo>
                  <a:lnTo>
                    <a:pt x="15099" y="4596"/>
                  </a:lnTo>
                  <a:lnTo>
                    <a:pt x="15408" y="4789"/>
                  </a:lnTo>
                  <a:lnTo>
                    <a:pt x="15717" y="4982"/>
                  </a:lnTo>
                  <a:lnTo>
                    <a:pt x="15910" y="5137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44" y="5986"/>
                  </a:lnTo>
                  <a:lnTo>
                    <a:pt x="16876" y="6334"/>
                  </a:lnTo>
                  <a:lnTo>
                    <a:pt x="16992" y="6681"/>
                  </a:lnTo>
                  <a:lnTo>
                    <a:pt x="16992" y="6836"/>
                  </a:lnTo>
                  <a:lnTo>
                    <a:pt x="16992" y="6990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8"/>
                  </a:lnTo>
                  <a:lnTo>
                    <a:pt x="16374" y="7338"/>
                  </a:lnTo>
                  <a:lnTo>
                    <a:pt x="16142" y="7222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370" y="6565"/>
                  </a:lnTo>
                  <a:lnTo>
                    <a:pt x="15061" y="6141"/>
                  </a:lnTo>
                  <a:lnTo>
                    <a:pt x="14829" y="5716"/>
                  </a:lnTo>
                  <a:lnTo>
                    <a:pt x="14636" y="5252"/>
                  </a:lnTo>
                  <a:lnTo>
                    <a:pt x="14520" y="4750"/>
                  </a:lnTo>
                  <a:lnTo>
                    <a:pt x="14404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70" y="117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06" y="619"/>
                  </a:lnTo>
                  <a:lnTo>
                    <a:pt x="10929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68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33" y="2742"/>
                  </a:lnTo>
                  <a:lnTo>
                    <a:pt x="12396" y="3090"/>
                  </a:lnTo>
                  <a:lnTo>
                    <a:pt x="12860" y="3399"/>
                  </a:lnTo>
                  <a:lnTo>
                    <a:pt x="12860" y="3399"/>
                  </a:lnTo>
                  <a:lnTo>
                    <a:pt x="12049" y="3283"/>
                  </a:lnTo>
                  <a:lnTo>
                    <a:pt x="11199" y="3283"/>
                  </a:lnTo>
                  <a:lnTo>
                    <a:pt x="10388" y="3322"/>
                  </a:lnTo>
                  <a:lnTo>
                    <a:pt x="9616" y="3476"/>
                  </a:lnTo>
                  <a:lnTo>
                    <a:pt x="9655" y="3013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623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90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87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52"/>
                  </a:lnTo>
                  <a:lnTo>
                    <a:pt x="5407" y="5561"/>
                  </a:lnTo>
                  <a:lnTo>
                    <a:pt x="4596" y="6218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082" y="10156"/>
                  </a:lnTo>
                  <a:lnTo>
                    <a:pt x="503" y="10967"/>
                  </a:lnTo>
                  <a:lnTo>
                    <a:pt x="1" y="11778"/>
                  </a:lnTo>
                  <a:lnTo>
                    <a:pt x="348" y="12049"/>
                  </a:lnTo>
                  <a:lnTo>
                    <a:pt x="1546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79"/>
                  </a:lnTo>
                  <a:lnTo>
                    <a:pt x="6257" y="5561"/>
                  </a:lnTo>
                  <a:lnTo>
                    <a:pt x="7106" y="5059"/>
                  </a:lnTo>
                  <a:lnTo>
                    <a:pt x="7994" y="4596"/>
                  </a:lnTo>
                  <a:lnTo>
                    <a:pt x="8458" y="4441"/>
                  </a:lnTo>
                  <a:lnTo>
                    <a:pt x="8921" y="4248"/>
                  </a:lnTo>
                  <a:lnTo>
                    <a:pt x="9423" y="4133"/>
                  </a:lnTo>
                  <a:lnTo>
                    <a:pt x="9886" y="4017"/>
                  </a:lnTo>
                  <a:lnTo>
                    <a:pt x="10388" y="3901"/>
                  </a:lnTo>
                  <a:lnTo>
                    <a:pt x="10852" y="3862"/>
                  </a:lnTo>
                  <a:lnTo>
                    <a:pt x="11354" y="3824"/>
                  </a:lnTo>
                  <a:lnTo>
                    <a:pt x="11856" y="3824"/>
                  </a:lnTo>
                  <a:lnTo>
                    <a:pt x="12358" y="3862"/>
                  </a:lnTo>
                  <a:lnTo>
                    <a:pt x="12860" y="3901"/>
                  </a:lnTo>
                  <a:lnTo>
                    <a:pt x="12319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57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6" y="5291"/>
                  </a:lnTo>
                  <a:lnTo>
                    <a:pt x="10388" y="5523"/>
                  </a:lnTo>
                  <a:lnTo>
                    <a:pt x="10388" y="5754"/>
                  </a:lnTo>
                  <a:lnTo>
                    <a:pt x="10427" y="5947"/>
                  </a:lnTo>
                  <a:lnTo>
                    <a:pt x="10581" y="6179"/>
                  </a:lnTo>
                  <a:lnTo>
                    <a:pt x="10659" y="6256"/>
                  </a:lnTo>
                  <a:lnTo>
                    <a:pt x="10775" y="6334"/>
                  </a:lnTo>
                  <a:lnTo>
                    <a:pt x="11006" y="6411"/>
                  </a:lnTo>
                  <a:lnTo>
                    <a:pt x="11277" y="6449"/>
                  </a:lnTo>
                  <a:lnTo>
                    <a:pt x="11585" y="6411"/>
                  </a:lnTo>
                  <a:lnTo>
                    <a:pt x="11856" y="6372"/>
                  </a:lnTo>
                  <a:lnTo>
                    <a:pt x="12165" y="6256"/>
                  </a:lnTo>
                  <a:lnTo>
                    <a:pt x="12628" y="6063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716"/>
                  </a:lnTo>
                  <a:lnTo>
                    <a:pt x="14057" y="4866"/>
                  </a:lnTo>
                  <a:lnTo>
                    <a:pt x="14211" y="5407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4" y="6874"/>
                  </a:lnTo>
                  <a:lnTo>
                    <a:pt x="15177" y="7067"/>
                  </a:lnTo>
                  <a:lnTo>
                    <a:pt x="15408" y="7299"/>
                  </a:lnTo>
                  <a:lnTo>
                    <a:pt x="15679" y="7492"/>
                  </a:lnTo>
                  <a:lnTo>
                    <a:pt x="15988" y="7685"/>
                  </a:lnTo>
                  <a:lnTo>
                    <a:pt x="16296" y="7801"/>
                  </a:lnTo>
                  <a:lnTo>
                    <a:pt x="16605" y="7878"/>
                  </a:lnTo>
                  <a:lnTo>
                    <a:pt x="16760" y="7878"/>
                  </a:lnTo>
                  <a:lnTo>
                    <a:pt x="16876" y="7840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47"/>
                  </a:lnTo>
                  <a:lnTo>
                    <a:pt x="17378" y="7531"/>
                  </a:lnTo>
                  <a:lnTo>
                    <a:pt x="17416" y="7376"/>
                  </a:lnTo>
                  <a:lnTo>
                    <a:pt x="17455" y="7260"/>
                  </a:lnTo>
                  <a:lnTo>
                    <a:pt x="17493" y="6951"/>
                  </a:lnTo>
                  <a:lnTo>
                    <a:pt x="17416" y="6604"/>
                  </a:lnTo>
                  <a:lnTo>
                    <a:pt x="17300" y="6295"/>
                  </a:lnTo>
                  <a:lnTo>
                    <a:pt x="17185" y="5986"/>
                  </a:lnTo>
                  <a:lnTo>
                    <a:pt x="17030" y="5716"/>
                  </a:lnTo>
                  <a:lnTo>
                    <a:pt x="16876" y="5484"/>
                  </a:lnTo>
                  <a:lnTo>
                    <a:pt x="16683" y="5252"/>
                  </a:lnTo>
                  <a:lnTo>
                    <a:pt x="16490" y="5021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46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65"/>
                  </a:lnTo>
                  <a:lnTo>
                    <a:pt x="17107" y="2434"/>
                  </a:lnTo>
                  <a:lnTo>
                    <a:pt x="17146" y="2163"/>
                  </a:lnTo>
                  <a:lnTo>
                    <a:pt x="17107" y="1932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59"/>
                  </a:lnTo>
                  <a:lnTo>
                    <a:pt x="15910" y="1198"/>
                  </a:lnTo>
                  <a:lnTo>
                    <a:pt x="15679" y="1236"/>
                  </a:lnTo>
                  <a:lnTo>
                    <a:pt x="15447" y="1352"/>
                  </a:lnTo>
                  <a:lnTo>
                    <a:pt x="15254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7" y="2588"/>
                  </a:lnTo>
                  <a:lnTo>
                    <a:pt x="14095" y="3013"/>
                  </a:lnTo>
                  <a:lnTo>
                    <a:pt x="13941" y="2434"/>
                  </a:lnTo>
                  <a:lnTo>
                    <a:pt x="13748" y="1893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8" y="117"/>
                  </a:lnTo>
                  <a:lnTo>
                    <a:pt x="12087" y="39"/>
                  </a:lnTo>
                  <a:lnTo>
                    <a:pt x="118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" name="Google Shape;2148;p9"/>
            <p:cNvSpPr/>
            <p:nvPr/>
          </p:nvSpPr>
          <p:spPr>
            <a:xfrm>
              <a:off x="5396100" y="2441875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6" y="1159"/>
                  </a:lnTo>
                  <a:lnTo>
                    <a:pt x="1390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5" y="1816"/>
                  </a:lnTo>
                  <a:lnTo>
                    <a:pt x="386" y="1700"/>
                  </a:lnTo>
                  <a:lnTo>
                    <a:pt x="348" y="1584"/>
                  </a:lnTo>
                  <a:lnTo>
                    <a:pt x="386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1" y="1623"/>
                  </a:lnTo>
                  <a:lnTo>
                    <a:pt x="3669" y="1700"/>
                  </a:lnTo>
                  <a:lnTo>
                    <a:pt x="3746" y="1816"/>
                  </a:lnTo>
                  <a:lnTo>
                    <a:pt x="3746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8" y="2356"/>
                  </a:lnTo>
                  <a:lnTo>
                    <a:pt x="3205" y="2434"/>
                  </a:lnTo>
                  <a:lnTo>
                    <a:pt x="3012" y="2395"/>
                  </a:lnTo>
                  <a:lnTo>
                    <a:pt x="2819" y="2356"/>
                  </a:lnTo>
                  <a:lnTo>
                    <a:pt x="2626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0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89" y="1468"/>
                  </a:lnTo>
                  <a:close/>
                  <a:moveTo>
                    <a:pt x="3746" y="4750"/>
                  </a:moveTo>
                  <a:lnTo>
                    <a:pt x="3900" y="4789"/>
                  </a:lnTo>
                  <a:lnTo>
                    <a:pt x="4016" y="4828"/>
                  </a:lnTo>
                  <a:lnTo>
                    <a:pt x="4093" y="4944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2" y="5368"/>
                  </a:lnTo>
                  <a:lnTo>
                    <a:pt x="4093" y="5484"/>
                  </a:lnTo>
                  <a:lnTo>
                    <a:pt x="3978" y="5600"/>
                  </a:lnTo>
                  <a:lnTo>
                    <a:pt x="3784" y="5754"/>
                  </a:lnTo>
                  <a:lnTo>
                    <a:pt x="3514" y="5870"/>
                  </a:lnTo>
                  <a:lnTo>
                    <a:pt x="3128" y="5870"/>
                  </a:lnTo>
                  <a:lnTo>
                    <a:pt x="2742" y="5793"/>
                  </a:lnTo>
                  <a:lnTo>
                    <a:pt x="2935" y="5368"/>
                  </a:lnTo>
                  <a:lnTo>
                    <a:pt x="3051" y="5214"/>
                  </a:lnTo>
                  <a:lnTo>
                    <a:pt x="3205" y="5021"/>
                  </a:lnTo>
                  <a:lnTo>
                    <a:pt x="3476" y="4866"/>
                  </a:lnTo>
                  <a:lnTo>
                    <a:pt x="3630" y="4789"/>
                  </a:lnTo>
                  <a:lnTo>
                    <a:pt x="3746" y="4750"/>
                  </a:lnTo>
                  <a:close/>
                  <a:moveTo>
                    <a:pt x="1120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2" y="6102"/>
                  </a:lnTo>
                  <a:lnTo>
                    <a:pt x="1429" y="6256"/>
                  </a:lnTo>
                  <a:lnTo>
                    <a:pt x="1236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5" y="6334"/>
                  </a:lnTo>
                  <a:lnTo>
                    <a:pt x="502" y="6179"/>
                  </a:lnTo>
                  <a:lnTo>
                    <a:pt x="425" y="6025"/>
                  </a:lnTo>
                  <a:lnTo>
                    <a:pt x="425" y="5909"/>
                  </a:lnTo>
                  <a:lnTo>
                    <a:pt x="464" y="5754"/>
                  </a:lnTo>
                  <a:lnTo>
                    <a:pt x="579" y="5677"/>
                  </a:lnTo>
                  <a:lnTo>
                    <a:pt x="695" y="5600"/>
                  </a:lnTo>
                  <a:lnTo>
                    <a:pt x="850" y="5523"/>
                  </a:lnTo>
                  <a:close/>
                  <a:moveTo>
                    <a:pt x="5715" y="6218"/>
                  </a:moveTo>
                  <a:lnTo>
                    <a:pt x="5870" y="6334"/>
                  </a:lnTo>
                  <a:lnTo>
                    <a:pt x="5947" y="6411"/>
                  </a:lnTo>
                  <a:lnTo>
                    <a:pt x="5986" y="6527"/>
                  </a:lnTo>
                  <a:lnTo>
                    <a:pt x="6024" y="6681"/>
                  </a:lnTo>
                  <a:lnTo>
                    <a:pt x="5986" y="6797"/>
                  </a:lnTo>
                  <a:lnTo>
                    <a:pt x="5908" y="7067"/>
                  </a:lnTo>
                  <a:lnTo>
                    <a:pt x="5792" y="7260"/>
                  </a:lnTo>
                  <a:lnTo>
                    <a:pt x="5677" y="7492"/>
                  </a:lnTo>
                  <a:lnTo>
                    <a:pt x="5484" y="7647"/>
                  </a:lnTo>
                  <a:lnTo>
                    <a:pt x="5290" y="7801"/>
                  </a:lnTo>
                  <a:lnTo>
                    <a:pt x="5059" y="7917"/>
                  </a:lnTo>
                  <a:lnTo>
                    <a:pt x="5097" y="7878"/>
                  </a:lnTo>
                  <a:lnTo>
                    <a:pt x="5020" y="7415"/>
                  </a:lnTo>
                  <a:lnTo>
                    <a:pt x="4982" y="7183"/>
                  </a:lnTo>
                  <a:lnTo>
                    <a:pt x="5020" y="6952"/>
                  </a:lnTo>
                  <a:lnTo>
                    <a:pt x="5136" y="6681"/>
                  </a:lnTo>
                  <a:lnTo>
                    <a:pt x="5213" y="6527"/>
                  </a:lnTo>
                  <a:lnTo>
                    <a:pt x="5329" y="6372"/>
                  </a:lnTo>
                  <a:lnTo>
                    <a:pt x="5445" y="6256"/>
                  </a:lnTo>
                  <a:lnTo>
                    <a:pt x="5599" y="6218"/>
                  </a:lnTo>
                  <a:close/>
                  <a:moveTo>
                    <a:pt x="8959" y="8071"/>
                  </a:moveTo>
                  <a:lnTo>
                    <a:pt x="9152" y="8110"/>
                  </a:lnTo>
                  <a:lnTo>
                    <a:pt x="9268" y="8187"/>
                  </a:lnTo>
                  <a:lnTo>
                    <a:pt x="9345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1"/>
                  </a:lnTo>
                  <a:lnTo>
                    <a:pt x="9268" y="8921"/>
                  </a:lnTo>
                  <a:lnTo>
                    <a:pt x="9036" y="9153"/>
                  </a:lnTo>
                  <a:lnTo>
                    <a:pt x="8804" y="9346"/>
                  </a:lnTo>
                  <a:lnTo>
                    <a:pt x="8689" y="9384"/>
                  </a:lnTo>
                  <a:lnTo>
                    <a:pt x="8611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1" y="9346"/>
                  </a:lnTo>
                  <a:lnTo>
                    <a:pt x="8264" y="9346"/>
                  </a:lnTo>
                  <a:lnTo>
                    <a:pt x="8225" y="8959"/>
                  </a:lnTo>
                  <a:lnTo>
                    <a:pt x="8225" y="8766"/>
                  </a:lnTo>
                  <a:lnTo>
                    <a:pt x="8264" y="8573"/>
                  </a:lnTo>
                  <a:lnTo>
                    <a:pt x="8341" y="8342"/>
                  </a:lnTo>
                  <a:lnTo>
                    <a:pt x="8496" y="8187"/>
                  </a:lnTo>
                  <a:lnTo>
                    <a:pt x="8727" y="8110"/>
                  </a:lnTo>
                  <a:lnTo>
                    <a:pt x="8843" y="8071"/>
                  </a:lnTo>
                  <a:close/>
                  <a:moveTo>
                    <a:pt x="4943" y="8380"/>
                  </a:moveTo>
                  <a:lnTo>
                    <a:pt x="4943" y="8419"/>
                  </a:lnTo>
                  <a:lnTo>
                    <a:pt x="4750" y="8805"/>
                  </a:lnTo>
                  <a:lnTo>
                    <a:pt x="4595" y="8959"/>
                  </a:lnTo>
                  <a:lnTo>
                    <a:pt x="4441" y="9153"/>
                  </a:lnTo>
                  <a:lnTo>
                    <a:pt x="4209" y="9307"/>
                  </a:lnTo>
                  <a:lnTo>
                    <a:pt x="3939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8" y="9346"/>
                  </a:lnTo>
                  <a:lnTo>
                    <a:pt x="3321" y="9191"/>
                  </a:lnTo>
                  <a:lnTo>
                    <a:pt x="3321" y="9075"/>
                  </a:lnTo>
                  <a:lnTo>
                    <a:pt x="3321" y="8959"/>
                  </a:lnTo>
                  <a:lnTo>
                    <a:pt x="3398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4" y="8457"/>
                  </a:lnTo>
                  <a:lnTo>
                    <a:pt x="4055" y="8380"/>
                  </a:lnTo>
                  <a:lnTo>
                    <a:pt x="4325" y="8380"/>
                  </a:lnTo>
                  <a:lnTo>
                    <a:pt x="4904" y="8419"/>
                  </a:lnTo>
                  <a:lnTo>
                    <a:pt x="4943" y="8380"/>
                  </a:lnTo>
                  <a:close/>
                  <a:moveTo>
                    <a:pt x="7994" y="10002"/>
                  </a:moveTo>
                  <a:lnTo>
                    <a:pt x="7955" y="10195"/>
                  </a:lnTo>
                  <a:lnTo>
                    <a:pt x="7916" y="10350"/>
                  </a:lnTo>
                  <a:lnTo>
                    <a:pt x="7839" y="10543"/>
                  </a:lnTo>
                  <a:lnTo>
                    <a:pt x="7723" y="10697"/>
                  </a:lnTo>
                  <a:lnTo>
                    <a:pt x="7607" y="10813"/>
                  </a:lnTo>
                  <a:lnTo>
                    <a:pt x="7492" y="10929"/>
                  </a:lnTo>
                  <a:lnTo>
                    <a:pt x="7337" y="11045"/>
                  </a:lnTo>
                  <a:lnTo>
                    <a:pt x="7144" y="11083"/>
                  </a:lnTo>
                  <a:lnTo>
                    <a:pt x="6951" y="11122"/>
                  </a:lnTo>
                  <a:lnTo>
                    <a:pt x="6796" y="11083"/>
                  </a:lnTo>
                  <a:lnTo>
                    <a:pt x="6719" y="11045"/>
                  </a:lnTo>
                  <a:lnTo>
                    <a:pt x="6681" y="10967"/>
                  </a:lnTo>
                  <a:lnTo>
                    <a:pt x="6642" y="10890"/>
                  </a:lnTo>
                  <a:lnTo>
                    <a:pt x="6603" y="10813"/>
                  </a:lnTo>
                  <a:lnTo>
                    <a:pt x="6642" y="10620"/>
                  </a:lnTo>
                  <a:lnTo>
                    <a:pt x="6719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1" y="10157"/>
                  </a:lnTo>
                  <a:lnTo>
                    <a:pt x="7492" y="10079"/>
                  </a:lnTo>
                  <a:lnTo>
                    <a:pt x="7723" y="10041"/>
                  </a:lnTo>
                  <a:lnTo>
                    <a:pt x="7994" y="10002"/>
                  </a:lnTo>
                  <a:close/>
                  <a:moveTo>
                    <a:pt x="2201" y="1"/>
                  </a:moveTo>
                  <a:lnTo>
                    <a:pt x="2008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0" y="812"/>
                  </a:lnTo>
                  <a:lnTo>
                    <a:pt x="1236" y="773"/>
                  </a:lnTo>
                  <a:lnTo>
                    <a:pt x="1043" y="735"/>
                  </a:lnTo>
                  <a:lnTo>
                    <a:pt x="695" y="735"/>
                  </a:lnTo>
                  <a:lnTo>
                    <a:pt x="541" y="812"/>
                  </a:lnTo>
                  <a:lnTo>
                    <a:pt x="386" y="889"/>
                  </a:lnTo>
                  <a:lnTo>
                    <a:pt x="232" y="1005"/>
                  </a:lnTo>
                  <a:lnTo>
                    <a:pt x="116" y="1159"/>
                  </a:lnTo>
                  <a:lnTo>
                    <a:pt x="39" y="1314"/>
                  </a:lnTo>
                  <a:lnTo>
                    <a:pt x="0" y="1468"/>
                  </a:lnTo>
                  <a:lnTo>
                    <a:pt x="0" y="1623"/>
                  </a:lnTo>
                  <a:lnTo>
                    <a:pt x="0" y="1777"/>
                  </a:lnTo>
                  <a:lnTo>
                    <a:pt x="77" y="1932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5" y="2279"/>
                  </a:lnTo>
                  <a:lnTo>
                    <a:pt x="579" y="2356"/>
                  </a:lnTo>
                  <a:lnTo>
                    <a:pt x="734" y="2395"/>
                  </a:lnTo>
                  <a:lnTo>
                    <a:pt x="1043" y="2434"/>
                  </a:lnTo>
                  <a:lnTo>
                    <a:pt x="1390" y="2395"/>
                  </a:lnTo>
                  <a:lnTo>
                    <a:pt x="1699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8" y="4635"/>
                  </a:lnTo>
                  <a:lnTo>
                    <a:pt x="1777" y="5021"/>
                  </a:lnTo>
                  <a:lnTo>
                    <a:pt x="1892" y="5368"/>
                  </a:lnTo>
                  <a:lnTo>
                    <a:pt x="1583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2" y="5252"/>
                  </a:lnTo>
                  <a:lnTo>
                    <a:pt x="386" y="5330"/>
                  </a:lnTo>
                  <a:lnTo>
                    <a:pt x="271" y="5446"/>
                  </a:lnTo>
                  <a:lnTo>
                    <a:pt x="155" y="5561"/>
                  </a:lnTo>
                  <a:lnTo>
                    <a:pt x="77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7" y="6218"/>
                  </a:lnTo>
                  <a:lnTo>
                    <a:pt x="155" y="6334"/>
                  </a:lnTo>
                  <a:lnTo>
                    <a:pt x="232" y="6450"/>
                  </a:lnTo>
                  <a:lnTo>
                    <a:pt x="348" y="6565"/>
                  </a:lnTo>
                  <a:lnTo>
                    <a:pt x="502" y="6643"/>
                  </a:lnTo>
                  <a:lnTo>
                    <a:pt x="657" y="6720"/>
                  </a:lnTo>
                  <a:lnTo>
                    <a:pt x="811" y="6758"/>
                  </a:lnTo>
                  <a:lnTo>
                    <a:pt x="1120" y="6758"/>
                  </a:lnTo>
                  <a:lnTo>
                    <a:pt x="1429" y="6681"/>
                  </a:lnTo>
                  <a:lnTo>
                    <a:pt x="1699" y="6527"/>
                  </a:lnTo>
                  <a:lnTo>
                    <a:pt x="1931" y="6295"/>
                  </a:lnTo>
                  <a:lnTo>
                    <a:pt x="2124" y="6063"/>
                  </a:lnTo>
                  <a:lnTo>
                    <a:pt x="2394" y="6527"/>
                  </a:lnTo>
                  <a:lnTo>
                    <a:pt x="2742" y="6990"/>
                  </a:lnTo>
                  <a:lnTo>
                    <a:pt x="3128" y="7376"/>
                  </a:lnTo>
                  <a:lnTo>
                    <a:pt x="3591" y="7762"/>
                  </a:lnTo>
                  <a:lnTo>
                    <a:pt x="4016" y="7994"/>
                  </a:lnTo>
                  <a:lnTo>
                    <a:pt x="3823" y="8033"/>
                  </a:lnTo>
                  <a:lnTo>
                    <a:pt x="3630" y="8110"/>
                  </a:lnTo>
                  <a:lnTo>
                    <a:pt x="3437" y="8187"/>
                  </a:lnTo>
                  <a:lnTo>
                    <a:pt x="3282" y="8342"/>
                  </a:lnTo>
                  <a:lnTo>
                    <a:pt x="3167" y="8457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5" y="8882"/>
                  </a:lnTo>
                  <a:lnTo>
                    <a:pt x="2896" y="9075"/>
                  </a:lnTo>
                  <a:lnTo>
                    <a:pt x="2935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1" y="9770"/>
                  </a:lnTo>
                  <a:lnTo>
                    <a:pt x="3514" y="9848"/>
                  </a:lnTo>
                  <a:lnTo>
                    <a:pt x="3707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8" y="9770"/>
                  </a:lnTo>
                  <a:lnTo>
                    <a:pt x="4402" y="9693"/>
                  </a:lnTo>
                  <a:lnTo>
                    <a:pt x="4673" y="9461"/>
                  </a:lnTo>
                  <a:lnTo>
                    <a:pt x="4904" y="9153"/>
                  </a:lnTo>
                  <a:lnTo>
                    <a:pt x="5097" y="8844"/>
                  </a:lnTo>
                  <a:lnTo>
                    <a:pt x="5213" y="8496"/>
                  </a:lnTo>
                  <a:lnTo>
                    <a:pt x="6526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5" y="9655"/>
                  </a:lnTo>
                  <a:lnTo>
                    <a:pt x="7762" y="9655"/>
                  </a:lnTo>
                  <a:lnTo>
                    <a:pt x="7569" y="9693"/>
                  </a:lnTo>
                  <a:lnTo>
                    <a:pt x="7144" y="9809"/>
                  </a:lnTo>
                  <a:lnTo>
                    <a:pt x="6796" y="9963"/>
                  </a:lnTo>
                  <a:lnTo>
                    <a:pt x="6642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4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4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5" y="11508"/>
                  </a:lnTo>
                  <a:lnTo>
                    <a:pt x="7028" y="11508"/>
                  </a:lnTo>
                  <a:lnTo>
                    <a:pt x="7221" y="11469"/>
                  </a:lnTo>
                  <a:lnTo>
                    <a:pt x="7414" y="11392"/>
                  </a:lnTo>
                  <a:lnTo>
                    <a:pt x="7569" y="11315"/>
                  </a:lnTo>
                  <a:lnTo>
                    <a:pt x="7723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09" y="10697"/>
                  </a:lnTo>
                  <a:lnTo>
                    <a:pt x="8225" y="10465"/>
                  </a:lnTo>
                  <a:lnTo>
                    <a:pt x="8264" y="10234"/>
                  </a:lnTo>
                  <a:lnTo>
                    <a:pt x="8302" y="9963"/>
                  </a:lnTo>
                  <a:lnTo>
                    <a:pt x="8341" y="9925"/>
                  </a:lnTo>
                  <a:lnTo>
                    <a:pt x="8727" y="10272"/>
                  </a:lnTo>
                  <a:lnTo>
                    <a:pt x="9075" y="10659"/>
                  </a:lnTo>
                  <a:lnTo>
                    <a:pt x="9345" y="11122"/>
                  </a:lnTo>
                  <a:lnTo>
                    <a:pt x="9461" y="11354"/>
                  </a:lnTo>
                  <a:lnTo>
                    <a:pt x="9538" y="11585"/>
                  </a:lnTo>
                  <a:lnTo>
                    <a:pt x="9654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4" y="12937"/>
                  </a:lnTo>
                  <a:lnTo>
                    <a:pt x="9577" y="13284"/>
                  </a:lnTo>
                  <a:lnTo>
                    <a:pt x="9461" y="13593"/>
                  </a:lnTo>
                  <a:lnTo>
                    <a:pt x="9191" y="14211"/>
                  </a:lnTo>
                  <a:lnTo>
                    <a:pt x="9152" y="14288"/>
                  </a:lnTo>
                  <a:lnTo>
                    <a:pt x="9152" y="14327"/>
                  </a:lnTo>
                  <a:lnTo>
                    <a:pt x="9229" y="14404"/>
                  </a:lnTo>
                  <a:lnTo>
                    <a:pt x="9306" y="14443"/>
                  </a:lnTo>
                  <a:lnTo>
                    <a:pt x="9422" y="14404"/>
                  </a:lnTo>
                  <a:lnTo>
                    <a:pt x="9577" y="14250"/>
                  </a:lnTo>
                  <a:lnTo>
                    <a:pt x="9731" y="14057"/>
                  </a:lnTo>
                  <a:lnTo>
                    <a:pt x="9847" y="13902"/>
                  </a:lnTo>
                  <a:lnTo>
                    <a:pt x="9924" y="13670"/>
                  </a:lnTo>
                  <a:lnTo>
                    <a:pt x="10079" y="13246"/>
                  </a:lnTo>
                  <a:lnTo>
                    <a:pt x="10117" y="12782"/>
                  </a:lnTo>
                  <a:lnTo>
                    <a:pt x="10117" y="12319"/>
                  </a:lnTo>
                  <a:lnTo>
                    <a:pt x="10040" y="11856"/>
                  </a:lnTo>
                  <a:lnTo>
                    <a:pt x="9924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6" y="10272"/>
                  </a:lnTo>
                  <a:lnTo>
                    <a:pt x="9036" y="9963"/>
                  </a:lnTo>
                  <a:lnTo>
                    <a:pt x="8727" y="9693"/>
                  </a:lnTo>
                  <a:lnTo>
                    <a:pt x="8959" y="9577"/>
                  </a:lnTo>
                  <a:lnTo>
                    <a:pt x="9229" y="9423"/>
                  </a:lnTo>
                  <a:lnTo>
                    <a:pt x="9461" y="9191"/>
                  </a:lnTo>
                  <a:lnTo>
                    <a:pt x="9615" y="8921"/>
                  </a:lnTo>
                  <a:lnTo>
                    <a:pt x="9731" y="8612"/>
                  </a:lnTo>
                  <a:lnTo>
                    <a:pt x="9731" y="8496"/>
                  </a:lnTo>
                  <a:lnTo>
                    <a:pt x="9731" y="8342"/>
                  </a:lnTo>
                  <a:lnTo>
                    <a:pt x="9693" y="8187"/>
                  </a:lnTo>
                  <a:lnTo>
                    <a:pt x="9615" y="8071"/>
                  </a:lnTo>
                  <a:lnTo>
                    <a:pt x="9499" y="7955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6" y="7724"/>
                  </a:lnTo>
                  <a:lnTo>
                    <a:pt x="8689" y="7724"/>
                  </a:lnTo>
                  <a:lnTo>
                    <a:pt x="8534" y="7762"/>
                  </a:lnTo>
                  <a:lnTo>
                    <a:pt x="8380" y="7840"/>
                  </a:lnTo>
                  <a:lnTo>
                    <a:pt x="8225" y="7955"/>
                  </a:lnTo>
                  <a:lnTo>
                    <a:pt x="8109" y="8071"/>
                  </a:lnTo>
                  <a:lnTo>
                    <a:pt x="7955" y="8264"/>
                  </a:lnTo>
                  <a:lnTo>
                    <a:pt x="7878" y="8535"/>
                  </a:lnTo>
                  <a:lnTo>
                    <a:pt x="7839" y="8766"/>
                  </a:lnTo>
                  <a:lnTo>
                    <a:pt x="7839" y="9037"/>
                  </a:lnTo>
                  <a:lnTo>
                    <a:pt x="7221" y="8766"/>
                  </a:lnTo>
                  <a:lnTo>
                    <a:pt x="6642" y="8496"/>
                  </a:lnTo>
                  <a:lnTo>
                    <a:pt x="5368" y="8033"/>
                  </a:lnTo>
                  <a:lnTo>
                    <a:pt x="5638" y="7878"/>
                  </a:lnTo>
                  <a:lnTo>
                    <a:pt x="5870" y="7685"/>
                  </a:lnTo>
                  <a:lnTo>
                    <a:pt x="6063" y="7453"/>
                  </a:lnTo>
                  <a:lnTo>
                    <a:pt x="6217" y="7183"/>
                  </a:lnTo>
                  <a:lnTo>
                    <a:pt x="6333" y="6874"/>
                  </a:lnTo>
                  <a:lnTo>
                    <a:pt x="6333" y="6720"/>
                  </a:lnTo>
                  <a:lnTo>
                    <a:pt x="6333" y="6527"/>
                  </a:lnTo>
                  <a:lnTo>
                    <a:pt x="6333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4" y="5948"/>
                  </a:lnTo>
                  <a:lnTo>
                    <a:pt x="5870" y="5870"/>
                  </a:lnTo>
                  <a:lnTo>
                    <a:pt x="5715" y="5832"/>
                  </a:lnTo>
                  <a:lnTo>
                    <a:pt x="5561" y="5870"/>
                  </a:lnTo>
                  <a:lnTo>
                    <a:pt x="5406" y="5909"/>
                  </a:lnTo>
                  <a:lnTo>
                    <a:pt x="5252" y="5986"/>
                  </a:lnTo>
                  <a:lnTo>
                    <a:pt x="5136" y="6063"/>
                  </a:lnTo>
                  <a:lnTo>
                    <a:pt x="4904" y="6334"/>
                  </a:lnTo>
                  <a:lnTo>
                    <a:pt x="4750" y="6643"/>
                  </a:lnTo>
                  <a:lnTo>
                    <a:pt x="4634" y="7029"/>
                  </a:lnTo>
                  <a:lnTo>
                    <a:pt x="4634" y="7222"/>
                  </a:lnTo>
                  <a:lnTo>
                    <a:pt x="4634" y="7415"/>
                  </a:lnTo>
                  <a:lnTo>
                    <a:pt x="4634" y="7608"/>
                  </a:lnTo>
                  <a:lnTo>
                    <a:pt x="4711" y="7762"/>
                  </a:lnTo>
                  <a:lnTo>
                    <a:pt x="4093" y="7453"/>
                  </a:lnTo>
                  <a:lnTo>
                    <a:pt x="3823" y="7299"/>
                  </a:lnTo>
                  <a:lnTo>
                    <a:pt x="3553" y="7106"/>
                  </a:lnTo>
                  <a:lnTo>
                    <a:pt x="3321" y="6874"/>
                  </a:lnTo>
                  <a:lnTo>
                    <a:pt x="3089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1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2" y="5986"/>
                  </a:lnTo>
                  <a:lnTo>
                    <a:pt x="4248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8" y="5407"/>
                  </a:lnTo>
                  <a:lnTo>
                    <a:pt x="4557" y="5214"/>
                  </a:lnTo>
                  <a:lnTo>
                    <a:pt x="4518" y="5059"/>
                  </a:lnTo>
                  <a:lnTo>
                    <a:pt x="4480" y="4866"/>
                  </a:lnTo>
                  <a:lnTo>
                    <a:pt x="4402" y="4712"/>
                  </a:lnTo>
                  <a:lnTo>
                    <a:pt x="4286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0" y="4364"/>
                  </a:lnTo>
                  <a:lnTo>
                    <a:pt x="3707" y="4364"/>
                  </a:lnTo>
                  <a:lnTo>
                    <a:pt x="3553" y="4403"/>
                  </a:lnTo>
                  <a:lnTo>
                    <a:pt x="3398" y="4442"/>
                  </a:lnTo>
                  <a:lnTo>
                    <a:pt x="3244" y="4519"/>
                  </a:lnTo>
                  <a:lnTo>
                    <a:pt x="3089" y="4635"/>
                  </a:lnTo>
                  <a:lnTo>
                    <a:pt x="2819" y="4905"/>
                  </a:lnTo>
                  <a:lnTo>
                    <a:pt x="2587" y="5214"/>
                  </a:lnTo>
                  <a:lnTo>
                    <a:pt x="2433" y="5561"/>
                  </a:lnTo>
                  <a:lnTo>
                    <a:pt x="2394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5" y="4326"/>
                  </a:lnTo>
                  <a:lnTo>
                    <a:pt x="2047" y="3940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4" y="2318"/>
                  </a:lnTo>
                  <a:lnTo>
                    <a:pt x="2356" y="2511"/>
                  </a:lnTo>
                  <a:lnTo>
                    <a:pt x="2587" y="2627"/>
                  </a:lnTo>
                  <a:lnTo>
                    <a:pt x="2819" y="2742"/>
                  </a:lnTo>
                  <a:lnTo>
                    <a:pt x="3128" y="2781"/>
                  </a:lnTo>
                  <a:lnTo>
                    <a:pt x="3282" y="2742"/>
                  </a:lnTo>
                  <a:lnTo>
                    <a:pt x="3476" y="2704"/>
                  </a:lnTo>
                  <a:lnTo>
                    <a:pt x="3630" y="2627"/>
                  </a:lnTo>
                  <a:lnTo>
                    <a:pt x="3784" y="2549"/>
                  </a:lnTo>
                  <a:lnTo>
                    <a:pt x="3900" y="2434"/>
                  </a:lnTo>
                  <a:lnTo>
                    <a:pt x="4016" y="2279"/>
                  </a:lnTo>
                  <a:lnTo>
                    <a:pt x="4093" y="2125"/>
                  </a:lnTo>
                  <a:lnTo>
                    <a:pt x="4132" y="1970"/>
                  </a:lnTo>
                  <a:lnTo>
                    <a:pt x="4093" y="1777"/>
                  </a:lnTo>
                  <a:lnTo>
                    <a:pt x="4055" y="1623"/>
                  </a:lnTo>
                  <a:lnTo>
                    <a:pt x="4016" y="1507"/>
                  </a:lnTo>
                  <a:lnTo>
                    <a:pt x="3900" y="1352"/>
                  </a:lnTo>
                  <a:lnTo>
                    <a:pt x="3784" y="1237"/>
                  </a:lnTo>
                  <a:lnTo>
                    <a:pt x="3630" y="1159"/>
                  </a:lnTo>
                  <a:lnTo>
                    <a:pt x="3514" y="1121"/>
                  </a:lnTo>
                  <a:lnTo>
                    <a:pt x="3321" y="1082"/>
                  </a:lnTo>
                  <a:lnTo>
                    <a:pt x="3167" y="1043"/>
                  </a:lnTo>
                  <a:lnTo>
                    <a:pt x="3012" y="1082"/>
                  </a:lnTo>
                  <a:lnTo>
                    <a:pt x="2742" y="1159"/>
                  </a:lnTo>
                  <a:lnTo>
                    <a:pt x="2472" y="1314"/>
                  </a:lnTo>
                  <a:lnTo>
                    <a:pt x="2240" y="1545"/>
                  </a:lnTo>
                  <a:lnTo>
                    <a:pt x="2510" y="78"/>
                  </a:lnTo>
                  <a:lnTo>
                    <a:pt x="220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" name="Google Shape;2149;p9"/>
            <p:cNvSpPr/>
            <p:nvPr/>
          </p:nvSpPr>
          <p:spPr>
            <a:xfrm>
              <a:off x="4094775" y="2444775"/>
              <a:ext cx="126475" cy="70500"/>
            </a:xfrm>
            <a:custGeom>
              <a:avLst/>
              <a:gdLst/>
              <a:ahLst/>
              <a:cxnLst/>
              <a:rect l="l" t="t" r="r" b="b"/>
              <a:pathLst>
                <a:path w="5059" h="2820" extrusionOk="0">
                  <a:moveTo>
                    <a:pt x="4904" y="1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42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5"/>
                  </a:lnTo>
                  <a:lnTo>
                    <a:pt x="116" y="2433"/>
                  </a:lnTo>
                  <a:lnTo>
                    <a:pt x="39" y="2511"/>
                  </a:lnTo>
                  <a:lnTo>
                    <a:pt x="0" y="2588"/>
                  </a:lnTo>
                  <a:lnTo>
                    <a:pt x="39" y="2704"/>
                  </a:lnTo>
                  <a:lnTo>
                    <a:pt x="116" y="2781"/>
                  </a:lnTo>
                  <a:lnTo>
                    <a:pt x="387" y="2820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95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121"/>
                  </a:lnTo>
                  <a:lnTo>
                    <a:pt x="4596" y="734"/>
                  </a:lnTo>
                  <a:lnTo>
                    <a:pt x="5059" y="348"/>
                  </a:lnTo>
                  <a:lnTo>
                    <a:pt x="490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9"/>
            <p:cNvSpPr/>
            <p:nvPr/>
          </p:nvSpPr>
          <p:spPr>
            <a:xfrm>
              <a:off x="6880825" y="24872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5" y="1159"/>
                  </a:lnTo>
                  <a:lnTo>
                    <a:pt x="2897" y="1700"/>
                  </a:lnTo>
                  <a:lnTo>
                    <a:pt x="2511" y="2202"/>
                  </a:lnTo>
                  <a:lnTo>
                    <a:pt x="1932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96"/>
                  </a:lnTo>
                  <a:lnTo>
                    <a:pt x="40" y="4943"/>
                  </a:lnTo>
                  <a:lnTo>
                    <a:pt x="155" y="4943"/>
                  </a:lnTo>
                  <a:lnTo>
                    <a:pt x="542" y="4789"/>
                  </a:lnTo>
                  <a:lnTo>
                    <a:pt x="966" y="4519"/>
                  </a:lnTo>
                  <a:lnTo>
                    <a:pt x="1314" y="4248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897" y="2511"/>
                  </a:lnTo>
                  <a:lnTo>
                    <a:pt x="3322" y="1970"/>
                  </a:lnTo>
                  <a:lnTo>
                    <a:pt x="3669" y="1391"/>
                  </a:lnTo>
                  <a:lnTo>
                    <a:pt x="3978" y="812"/>
                  </a:lnTo>
                  <a:lnTo>
                    <a:pt x="4249" y="194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9"/>
            <p:cNvSpPr/>
            <p:nvPr/>
          </p:nvSpPr>
          <p:spPr>
            <a:xfrm>
              <a:off x="4037825" y="2489175"/>
              <a:ext cx="66625" cy="98500"/>
            </a:xfrm>
            <a:custGeom>
              <a:avLst/>
              <a:gdLst/>
              <a:ahLst/>
              <a:cxnLst/>
              <a:rect l="l" t="t" r="r" b="b"/>
              <a:pathLst>
                <a:path w="2665" h="3940" extrusionOk="0">
                  <a:moveTo>
                    <a:pt x="850" y="1"/>
                  </a:moveTo>
                  <a:lnTo>
                    <a:pt x="502" y="117"/>
                  </a:lnTo>
                  <a:lnTo>
                    <a:pt x="618" y="194"/>
                  </a:lnTo>
                  <a:lnTo>
                    <a:pt x="463" y="580"/>
                  </a:lnTo>
                  <a:lnTo>
                    <a:pt x="270" y="1082"/>
                  </a:lnTo>
                  <a:lnTo>
                    <a:pt x="155" y="1584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36"/>
                  </a:lnTo>
                  <a:lnTo>
                    <a:pt x="77" y="3167"/>
                  </a:lnTo>
                  <a:lnTo>
                    <a:pt x="193" y="3399"/>
                  </a:lnTo>
                  <a:lnTo>
                    <a:pt x="309" y="3554"/>
                  </a:lnTo>
                  <a:lnTo>
                    <a:pt x="463" y="3708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40"/>
                  </a:lnTo>
                  <a:lnTo>
                    <a:pt x="1313" y="3901"/>
                  </a:lnTo>
                  <a:lnTo>
                    <a:pt x="1506" y="3824"/>
                  </a:lnTo>
                  <a:lnTo>
                    <a:pt x="1661" y="3669"/>
                  </a:lnTo>
                  <a:lnTo>
                    <a:pt x="1815" y="3476"/>
                  </a:lnTo>
                  <a:lnTo>
                    <a:pt x="1969" y="3283"/>
                  </a:lnTo>
                  <a:lnTo>
                    <a:pt x="2124" y="3052"/>
                  </a:lnTo>
                  <a:lnTo>
                    <a:pt x="2317" y="2511"/>
                  </a:lnTo>
                  <a:lnTo>
                    <a:pt x="2510" y="1970"/>
                  </a:lnTo>
                  <a:lnTo>
                    <a:pt x="2626" y="1468"/>
                  </a:lnTo>
                  <a:lnTo>
                    <a:pt x="2665" y="1044"/>
                  </a:lnTo>
                  <a:lnTo>
                    <a:pt x="2394" y="1005"/>
                  </a:lnTo>
                  <a:lnTo>
                    <a:pt x="2008" y="2009"/>
                  </a:lnTo>
                  <a:lnTo>
                    <a:pt x="1738" y="2665"/>
                  </a:lnTo>
                  <a:lnTo>
                    <a:pt x="1545" y="3013"/>
                  </a:lnTo>
                  <a:lnTo>
                    <a:pt x="1467" y="3206"/>
                  </a:lnTo>
                  <a:lnTo>
                    <a:pt x="1352" y="3283"/>
                  </a:lnTo>
                  <a:lnTo>
                    <a:pt x="1159" y="3283"/>
                  </a:lnTo>
                  <a:lnTo>
                    <a:pt x="1004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897"/>
                  </a:lnTo>
                  <a:lnTo>
                    <a:pt x="541" y="2665"/>
                  </a:lnTo>
                  <a:lnTo>
                    <a:pt x="541" y="2356"/>
                  </a:lnTo>
                  <a:lnTo>
                    <a:pt x="579" y="2048"/>
                  </a:lnTo>
                  <a:lnTo>
                    <a:pt x="657" y="1623"/>
                  </a:lnTo>
                  <a:lnTo>
                    <a:pt x="734" y="1159"/>
                  </a:lnTo>
                  <a:lnTo>
                    <a:pt x="888" y="773"/>
                  </a:lnTo>
                  <a:lnTo>
                    <a:pt x="1043" y="349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5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" name="Google Shape;2152;p9"/>
            <p:cNvSpPr/>
            <p:nvPr/>
          </p:nvSpPr>
          <p:spPr>
            <a:xfrm>
              <a:off x="6829675" y="248917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4" y="271"/>
                  </a:moveTo>
                  <a:lnTo>
                    <a:pt x="1236" y="387"/>
                  </a:lnTo>
                  <a:lnTo>
                    <a:pt x="1429" y="542"/>
                  </a:lnTo>
                  <a:lnTo>
                    <a:pt x="1545" y="735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4" y="1198"/>
                  </a:lnTo>
                  <a:lnTo>
                    <a:pt x="1545" y="1275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6"/>
                  </a:lnTo>
                  <a:lnTo>
                    <a:pt x="966" y="1584"/>
                  </a:lnTo>
                  <a:lnTo>
                    <a:pt x="773" y="1546"/>
                  </a:lnTo>
                  <a:lnTo>
                    <a:pt x="580" y="1391"/>
                  </a:lnTo>
                  <a:lnTo>
                    <a:pt x="502" y="1314"/>
                  </a:lnTo>
                  <a:lnTo>
                    <a:pt x="464" y="1198"/>
                  </a:lnTo>
                  <a:lnTo>
                    <a:pt x="425" y="966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387"/>
                  </a:lnTo>
                  <a:lnTo>
                    <a:pt x="734" y="349"/>
                  </a:lnTo>
                  <a:lnTo>
                    <a:pt x="734" y="271"/>
                  </a:lnTo>
                  <a:close/>
                  <a:moveTo>
                    <a:pt x="850" y="1"/>
                  </a:moveTo>
                  <a:lnTo>
                    <a:pt x="657" y="78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78"/>
                  </a:lnTo>
                  <a:lnTo>
                    <a:pt x="271" y="194"/>
                  </a:lnTo>
                  <a:lnTo>
                    <a:pt x="155" y="349"/>
                  </a:lnTo>
                  <a:lnTo>
                    <a:pt x="78" y="503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8" y="1430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893"/>
                  </a:lnTo>
                  <a:lnTo>
                    <a:pt x="1584" y="1816"/>
                  </a:lnTo>
                  <a:lnTo>
                    <a:pt x="1738" y="1661"/>
                  </a:lnTo>
                  <a:lnTo>
                    <a:pt x="1892" y="1546"/>
                  </a:lnTo>
                  <a:lnTo>
                    <a:pt x="1970" y="1352"/>
                  </a:lnTo>
                  <a:lnTo>
                    <a:pt x="2047" y="1159"/>
                  </a:lnTo>
                  <a:lnTo>
                    <a:pt x="2086" y="966"/>
                  </a:lnTo>
                  <a:lnTo>
                    <a:pt x="2047" y="773"/>
                  </a:lnTo>
                  <a:lnTo>
                    <a:pt x="1970" y="580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4" y="155"/>
                  </a:lnTo>
                  <a:lnTo>
                    <a:pt x="1429" y="40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" name="Google Shape;2153;p9"/>
            <p:cNvSpPr/>
            <p:nvPr/>
          </p:nvSpPr>
          <p:spPr>
            <a:xfrm>
              <a:off x="2130250" y="2495950"/>
              <a:ext cx="246175" cy="107175"/>
            </a:xfrm>
            <a:custGeom>
              <a:avLst/>
              <a:gdLst/>
              <a:ahLst/>
              <a:cxnLst/>
              <a:rect l="l" t="t" r="r" b="b"/>
              <a:pathLst>
                <a:path w="9847" h="4287" extrusionOk="0">
                  <a:moveTo>
                    <a:pt x="8882" y="2742"/>
                  </a:moveTo>
                  <a:lnTo>
                    <a:pt x="9113" y="2819"/>
                  </a:lnTo>
                  <a:lnTo>
                    <a:pt x="9229" y="2896"/>
                  </a:lnTo>
                  <a:lnTo>
                    <a:pt x="9306" y="3012"/>
                  </a:lnTo>
                  <a:lnTo>
                    <a:pt x="9384" y="3089"/>
                  </a:lnTo>
                  <a:lnTo>
                    <a:pt x="9384" y="3205"/>
                  </a:lnTo>
                  <a:lnTo>
                    <a:pt x="9422" y="3321"/>
                  </a:lnTo>
                  <a:lnTo>
                    <a:pt x="9384" y="3437"/>
                  </a:lnTo>
                  <a:lnTo>
                    <a:pt x="9268" y="3630"/>
                  </a:lnTo>
                  <a:lnTo>
                    <a:pt x="9113" y="3785"/>
                  </a:lnTo>
                  <a:lnTo>
                    <a:pt x="8920" y="3862"/>
                  </a:lnTo>
                  <a:lnTo>
                    <a:pt x="8727" y="3862"/>
                  </a:lnTo>
                  <a:lnTo>
                    <a:pt x="8573" y="3785"/>
                  </a:lnTo>
                  <a:lnTo>
                    <a:pt x="8418" y="3630"/>
                  </a:lnTo>
                  <a:lnTo>
                    <a:pt x="8302" y="3437"/>
                  </a:lnTo>
                  <a:lnTo>
                    <a:pt x="8302" y="3244"/>
                  </a:lnTo>
                  <a:lnTo>
                    <a:pt x="8341" y="3051"/>
                  </a:lnTo>
                  <a:lnTo>
                    <a:pt x="8380" y="2858"/>
                  </a:lnTo>
                  <a:lnTo>
                    <a:pt x="8418" y="2819"/>
                  </a:lnTo>
                  <a:lnTo>
                    <a:pt x="8650" y="2742"/>
                  </a:lnTo>
                  <a:close/>
                  <a:moveTo>
                    <a:pt x="155" y="0"/>
                  </a:moveTo>
                  <a:lnTo>
                    <a:pt x="77" y="39"/>
                  </a:lnTo>
                  <a:lnTo>
                    <a:pt x="39" y="78"/>
                  </a:lnTo>
                  <a:lnTo>
                    <a:pt x="0" y="155"/>
                  </a:lnTo>
                  <a:lnTo>
                    <a:pt x="39" y="271"/>
                  </a:lnTo>
                  <a:lnTo>
                    <a:pt x="77" y="348"/>
                  </a:lnTo>
                  <a:lnTo>
                    <a:pt x="116" y="386"/>
                  </a:lnTo>
                  <a:lnTo>
                    <a:pt x="618" y="618"/>
                  </a:lnTo>
                  <a:lnTo>
                    <a:pt x="1120" y="773"/>
                  </a:lnTo>
                  <a:lnTo>
                    <a:pt x="2124" y="1081"/>
                  </a:lnTo>
                  <a:lnTo>
                    <a:pt x="4286" y="1738"/>
                  </a:lnTo>
                  <a:lnTo>
                    <a:pt x="6101" y="2317"/>
                  </a:lnTo>
                  <a:lnTo>
                    <a:pt x="7028" y="2587"/>
                  </a:lnTo>
                  <a:lnTo>
                    <a:pt x="7993" y="2819"/>
                  </a:lnTo>
                  <a:lnTo>
                    <a:pt x="7916" y="2974"/>
                  </a:lnTo>
                  <a:lnTo>
                    <a:pt x="7878" y="3089"/>
                  </a:lnTo>
                  <a:lnTo>
                    <a:pt x="7878" y="3398"/>
                  </a:lnTo>
                  <a:lnTo>
                    <a:pt x="7993" y="3707"/>
                  </a:lnTo>
                  <a:lnTo>
                    <a:pt x="8109" y="3939"/>
                  </a:lnTo>
                  <a:lnTo>
                    <a:pt x="8225" y="4093"/>
                  </a:lnTo>
                  <a:lnTo>
                    <a:pt x="8380" y="4171"/>
                  </a:lnTo>
                  <a:lnTo>
                    <a:pt x="8573" y="4248"/>
                  </a:lnTo>
                  <a:lnTo>
                    <a:pt x="8727" y="4287"/>
                  </a:lnTo>
                  <a:lnTo>
                    <a:pt x="8920" y="4287"/>
                  </a:lnTo>
                  <a:lnTo>
                    <a:pt x="9075" y="4248"/>
                  </a:lnTo>
                  <a:lnTo>
                    <a:pt x="9268" y="4209"/>
                  </a:lnTo>
                  <a:lnTo>
                    <a:pt x="9422" y="4093"/>
                  </a:lnTo>
                  <a:lnTo>
                    <a:pt x="9538" y="3978"/>
                  </a:lnTo>
                  <a:lnTo>
                    <a:pt x="9654" y="3823"/>
                  </a:lnTo>
                  <a:lnTo>
                    <a:pt x="9770" y="3669"/>
                  </a:lnTo>
                  <a:lnTo>
                    <a:pt x="9808" y="3514"/>
                  </a:lnTo>
                  <a:lnTo>
                    <a:pt x="9847" y="3321"/>
                  </a:lnTo>
                  <a:lnTo>
                    <a:pt x="9847" y="3128"/>
                  </a:lnTo>
                  <a:lnTo>
                    <a:pt x="9770" y="2974"/>
                  </a:lnTo>
                  <a:lnTo>
                    <a:pt x="9692" y="2781"/>
                  </a:lnTo>
                  <a:lnTo>
                    <a:pt x="9577" y="2665"/>
                  </a:lnTo>
                  <a:lnTo>
                    <a:pt x="9422" y="2549"/>
                  </a:lnTo>
                  <a:lnTo>
                    <a:pt x="9229" y="2433"/>
                  </a:lnTo>
                  <a:lnTo>
                    <a:pt x="9075" y="2394"/>
                  </a:lnTo>
                  <a:lnTo>
                    <a:pt x="8688" y="2394"/>
                  </a:lnTo>
                  <a:lnTo>
                    <a:pt x="8495" y="2472"/>
                  </a:lnTo>
                  <a:lnTo>
                    <a:pt x="8341" y="2549"/>
                  </a:lnTo>
                  <a:lnTo>
                    <a:pt x="7298" y="2163"/>
                  </a:lnTo>
                  <a:lnTo>
                    <a:pt x="6294" y="1815"/>
                  </a:lnTo>
                  <a:lnTo>
                    <a:pt x="4209" y="1159"/>
                  </a:lnTo>
                  <a:lnTo>
                    <a:pt x="3244" y="850"/>
                  </a:lnTo>
                  <a:lnTo>
                    <a:pt x="2240" y="502"/>
                  </a:lnTo>
                  <a:lnTo>
                    <a:pt x="1236" y="193"/>
                  </a:lnTo>
                  <a:lnTo>
                    <a:pt x="734" y="78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9"/>
            <p:cNvSpPr/>
            <p:nvPr/>
          </p:nvSpPr>
          <p:spPr>
            <a:xfrm>
              <a:off x="4737700" y="2534550"/>
              <a:ext cx="459550" cy="296400"/>
            </a:xfrm>
            <a:custGeom>
              <a:avLst/>
              <a:gdLst/>
              <a:ahLst/>
              <a:cxnLst/>
              <a:rect l="l" t="t" r="r" b="b"/>
              <a:pathLst>
                <a:path w="18382" h="11856" extrusionOk="0">
                  <a:moveTo>
                    <a:pt x="17648" y="2936"/>
                  </a:moveTo>
                  <a:lnTo>
                    <a:pt x="17725" y="2974"/>
                  </a:lnTo>
                  <a:lnTo>
                    <a:pt x="17802" y="3051"/>
                  </a:lnTo>
                  <a:lnTo>
                    <a:pt x="17841" y="3129"/>
                  </a:lnTo>
                  <a:lnTo>
                    <a:pt x="17880" y="3322"/>
                  </a:lnTo>
                  <a:lnTo>
                    <a:pt x="17918" y="3553"/>
                  </a:lnTo>
                  <a:lnTo>
                    <a:pt x="17880" y="3746"/>
                  </a:lnTo>
                  <a:lnTo>
                    <a:pt x="17764" y="3940"/>
                  </a:lnTo>
                  <a:lnTo>
                    <a:pt x="17648" y="4133"/>
                  </a:lnTo>
                  <a:lnTo>
                    <a:pt x="17300" y="4403"/>
                  </a:lnTo>
                  <a:lnTo>
                    <a:pt x="17030" y="4596"/>
                  </a:lnTo>
                  <a:lnTo>
                    <a:pt x="16721" y="4750"/>
                  </a:lnTo>
                  <a:lnTo>
                    <a:pt x="16412" y="4866"/>
                  </a:lnTo>
                  <a:lnTo>
                    <a:pt x="16065" y="4944"/>
                  </a:lnTo>
                  <a:lnTo>
                    <a:pt x="16181" y="4364"/>
                  </a:lnTo>
                  <a:lnTo>
                    <a:pt x="16296" y="4055"/>
                  </a:lnTo>
                  <a:lnTo>
                    <a:pt x="16412" y="3785"/>
                  </a:lnTo>
                  <a:lnTo>
                    <a:pt x="16528" y="3515"/>
                  </a:lnTo>
                  <a:lnTo>
                    <a:pt x="16721" y="3283"/>
                  </a:lnTo>
                  <a:lnTo>
                    <a:pt x="16953" y="3129"/>
                  </a:lnTo>
                  <a:lnTo>
                    <a:pt x="17223" y="2974"/>
                  </a:lnTo>
                  <a:lnTo>
                    <a:pt x="17493" y="2936"/>
                  </a:lnTo>
                  <a:close/>
                  <a:moveTo>
                    <a:pt x="14211" y="4866"/>
                  </a:moveTo>
                  <a:lnTo>
                    <a:pt x="14481" y="4905"/>
                  </a:lnTo>
                  <a:lnTo>
                    <a:pt x="14752" y="4982"/>
                  </a:lnTo>
                  <a:lnTo>
                    <a:pt x="15022" y="5059"/>
                  </a:lnTo>
                  <a:lnTo>
                    <a:pt x="15254" y="5175"/>
                  </a:lnTo>
                  <a:lnTo>
                    <a:pt x="15177" y="5330"/>
                  </a:lnTo>
                  <a:lnTo>
                    <a:pt x="14752" y="5523"/>
                  </a:lnTo>
                  <a:lnTo>
                    <a:pt x="14288" y="5677"/>
                  </a:lnTo>
                  <a:lnTo>
                    <a:pt x="14018" y="5716"/>
                  </a:lnTo>
                  <a:lnTo>
                    <a:pt x="13748" y="5754"/>
                  </a:lnTo>
                  <a:lnTo>
                    <a:pt x="13477" y="5754"/>
                  </a:lnTo>
                  <a:lnTo>
                    <a:pt x="13169" y="5677"/>
                  </a:lnTo>
                  <a:lnTo>
                    <a:pt x="13053" y="5677"/>
                  </a:lnTo>
                  <a:lnTo>
                    <a:pt x="12975" y="5600"/>
                  </a:lnTo>
                  <a:lnTo>
                    <a:pt x="12975" y="5484"/>
                  </a:lnTo>
                  <a:lnTo>
                    <a:pt x="13053" y="5368"/>
                  </a:lnTo>
                  <a:lnTo>
                    <a:pt x="13091" y="5137"/>
                  </a:lnTo>
                  <a:lnTo>
                    <a:pt x="13169" y="5021"/>
                  </a:lnTo>
                  <a:lnTo>
                    <a:pt x="13323" y="4944"/>
                  </a:lnTo>
                  <a:lnTo>
                    <a:pt x="13555" y="4905"/>
                  </a:lnTo>
                  <a:lnTo>
                    <a:pt x="13864" y="4866"/>
                  </a:lnTo>
                  <a:close/>
                  <a:moveTo>
                    <a:pt x="15756" y="5523"/>
                  </a:moveTo>
                  <a:lnTo>
                    <a:pt x="16374" y="5832"/>
                  </a:lnTo>
                  <a:lnTo>
                    <a:pt x="16644" y="5986"/>
                  </a:lnTo>
                  <a:lnTo>
                    <a:pt x="16953" y="6179"/>
                  </a:lnTo>
                  <a:lnTo>
                    <a:pt x="17185" y="6372"/>
                  </a:lnTo>
                  <a:lnTo>
                    <a:pt x="17416" y="6604"/>
                  </a:lnTo>
                  <a:lnTo>
                    <a:pt x="17571" y="6913"/>
                  </a:lnTo>
                  <a:lnTo>
                    <a:pt x="17609" y="7067"/>
                  </a:lnTo>
                  <a:lnTo>
                    <a:pt x="17609" y="7222"/>
                  </a:lnTo>
                  <a:lnTo>
                    <a:pt x="17609" y="7454"/>
                  </a:lnTo>
                  <a:lnTo>
                    <a:pt x="17532" y="7569"/>
                  </a:lnTo>
                  <a:lnTo>
                    <a:pt x="17455" y="7685"/>
                  </a:lnTo>
                  <a:lnTo>
                    <a:pt x="17300" y="7724"/>
                  </a:lnTo>
                  <a:lnTo>
                    <a:pt x="17146" y="7724"/>
                  </a:lnTo>
                  <a:lnTo>
                    <a:pt x="16953" y="7685"/>
                  </a:lnTo>
                  <a:lnTo>
                    <a:pt x="16798" y="7608"/>
                  </a:lnTo>
                  <a:lnTo>
                    <a:pt x="16644" y="7492"/>
                  </a:lnTo>
                  <a:lnTo>
                    <a:pt x="16412" y="7183"/>
                  </a:lnTo>
                  <a:lnTo>
                    <a:pt x="16181" y="6797"/>
                  </a:lnTo>
                  <a:lnTo>
                    <a:pt x="16026" y="6488"/>
                  </a:lnTo>
                  <a:lnTo>
                    <a:pt x="15910" y="6179"/>
                  </a:lnTo>
                  <a:lnTo>
                    <a:pt x="15833" y="5832"/>
                  </a:lnTo>
                  <a:lnTo>
                    <a:pt x="15756" y="5523"/>
                  </a:lnTo>
                  <a:close/>
                  <a:moveTo>
                    <a:pt x="4944" y="464"/>
                  </a:moveTo>
                  <a:lnTo>
                    <a:pt x="5561" y="503"/>
                  </a:lnTo>
                  <a:lnTo>
                    <a:pt x="6141" y="657"/>
                  </a:lnTo>
                  <a:lnTo>
                    <a:pt x="6681" y="889"/>
                  </a:lnTo>
                  <a:lnTo>
                    <a:pt x="7222" y="1198"/>
                  </a:lnTo>
                  <a:lnTo>
                    <a:pt x="7685" y="1545"/>
                  </a:lnTo>
                  <a:lnTo>
                    <a:pt x="8149" y="1970"/>
                  </a:lnTo>
                  <a:lnTo>
                    <a:pt x="8496" y="2395"/>
                  </a:lnTo>
                  <a:lnTo>
                    <a:pt x="8766" y="2781"/>
                  </a:lnTo>
                  <a:lnTo>
                    <a:pt x="9037" y="3206"/>
                  </a:lnTo>
                  <a:lnTo>
                    <a:pt x="9268" y="3669"/>
                  </a:lnTo>
                  <a:lnTo>
                    <a:pt x="9693" y="4596"/>
                  </a:lnTo>
                  <a:lnTo>
                    <a:pt x="10079" y="5523"/>
                  </a:lnTo>
                  <a:lnTo>
                    <a:pt x="10272" y="5909"/>
                  </a:lnTo>
                  <a:lnTo>
                    <a:pt x="10504" y="6295"/>
                  </a:lnTo>
                  <a:lnTo>
                    <a:pt x="10736" y="6643"/>
                  </a:lnTo>
                  <a:lnTo>
                    <a:pt x="11006" y="6913"/>
                  </a:lnTo>
                  <a:lnTo>
                    <a:pt x="11354" y="7183"/>
                  </a:lnTo>
                  <a:lnTo>
                    <a:pt x="11701" y="7376"/>
                  </a:lnTo>
                  <a:lnTo>
                    <a:pt x="12087" y="7492"/>
                  </a:lnTo>
                  <a:lnTo>
                    <a:pt x="12551" y="7569"/>
                  </a:lnTo>
                  <a:lnTo>
                    <a:pt x="12898" y="7531"/>
                  </a:lnTo>
                  <a:lnTo>
                    <a:pt x="13207" y="7492"/>
                  </a:lnTo>
                  <a:lnTo>
                    <a:pt x="13516" y="7415"/>
                  </a:lnTo>
                  <a:lnTo>
                    <a:pt x="13825" y="7260"/>
                  </a:lnTo>
                  <a:lnTo>
                    <a:pt x="14095" y="7106"/>
                  </a:lnTo>
                  <a:lnTo>
                    <a:pt x="14366" y="6952"/>
                  </a:lnTo>
                  <a:lnTo>
                    <a:pt x="14597" y="6720"/>
                  </a:lnTo>
                  <a:lnTo>
                    <a:pt x="14829" y="6488"/>
                  </a:lnTo>
                  <a:lnTo>
                    <a:pt x="14829" y="6488"/>
                  </a:lnTo>
                  <a:lnTo>
                    <a:pt x="14404" y="7222"/>
                  </a:lnTo>
                  <a:lnTo>
                    <a:pt x="13941" y="7878"/>
                  </a:lnTo>
                  <a:lnTo>
                    <a:pt x="13439" y="8535"/>
                  </a:lnTo>
                  <a:lnTo>
                    <a:pt x="12860" y="9114"/>
                  </a:lnTo>
                  <a:lnTo>
                    <a:pt x="12242" y="9616"/>
                  </a:lnTo>
                  <a:lnTo>
                    <a:pt x="11547" y="10079"/>
                  </a:lnTo>
                  <a:lnTo>
                    <a:pt x="10813" y="10504"/>
                  </a:lnTo>
                  <a:lnTo>
                    <a:pt x="10041" y="10813"/>
                  </a:lnTo>
                  <a:lnTo>
                    <a:pt x="9462" y="11006"/>
                  </a:lnTo>
                  <a:lnTo>
                    <a:pt x="8882" y="11161"/>
                  </a:lnTo>
                  <a:lnTo>
                    <a:pt x="8303" y="11276"/>
                  </a:lnTo>
                  <a:lnTo>
                    <a:pt x="7724" y="11315"/>
                  </a:lnTo>
                  <a:lnTo>
                    <a:pt x="7145" y="11354"/>
                  </a:lnTo>
                  <a:lnTo>
                    <a:pt x="6604" y="11315"/>
                  </a:lnTo>
                  <a:lnTo>
                    <a:pt x="6025" y="11238"/>
                  </a:lnTo>
                  <a:lnTo>
                    <a:pt x="5484" y="11122"/>
                  </a:lnTo>
                  <a:lnTo>
                    <a:pt x="4944" y="10967"/>
                  </a:lnTo>
                  <a:lnTo>
                    <a:pt x="4442" y="10736"/>
                  </a:lnTo>
                  <a:lnTo>
                    <a:pt x="3940" y="10504"/>
                  </a:lnTo>
                  <a:lnTo>
                    <a:pt x="3476" y="10195"/>
                  </a:lnTo>
                  <a:lnTo>
                    <a:pt x="3013" y="9848"/>
                  </a:lnTo>
                  <a:lnTo>
                    <a:pt x="2549" y="9461"/>
                  </a:lnTo>
                  <a:lnTo>
                    <a:pt x="2163" y="9037"/>
                  </a:lnTo>
                  <a:lnTo>
                    <a:pt x="1777" y="8573"/>
                  </a:lnTo>
                  <a:lnTo>
                    <a:pt x="1430" y="8033"/>
                  </a:lnTo>
                  <a:lnTo>
                    <a:pt x="1121" y="7492"/>
                  </a:lnTo>
                  <a:lnTo>
                    <a:pt x="850" y="6913"/>
                  </a:lnTo>
                  <a:lnTo>
                    <a:pt x="657" y="6334"/>
                  </a:lnTo>
                  <a:lnTo>
                    <a:pt x="503" y="5754"/>
                  </a:lnTo>
                  <a:lnTo>
                    <a:pt x="426" y="5137"/>
                  </a:lnTo>
                  <a:lnTo>
                    <a:pt x="426" y="4519"/>
                  </a:lnTo>
                  <a:lnTo>
                    <a:pt x="503" y="3862"/>
                  </a:lnTo>
                  <a:lnTo>
                    <a:pt x="696" y="3283"/>
                  </a:lnTo>
                  <a:lnTo>
                    <a:pt x="928" y="2743"/>
                  </a:lnTo>
                  <a:lnTo>
                    <a:pt x="1275" y="2241"/>
                  </a:lnTo>
                  <a:lnTo>
                    <a:pt x="1661" y="1777"/>
                  </a:lnTo>
                  <a:lnTo>
                    <a:pt x="2086" y="1352"/>
                  </a:lnTo>
                  <a:lnTo>
                    <a:pt x="2588" y="1043"/>
                  </a:lnTo>
                  <a:lnTo>
                    <a:pt x="3129" y="773"/>
                  </a:lnTo>
                  <a:lnTo>
                    <a:pt x="3708" y="580"/>
                  </a:lnTo>
                  <a:lnTo>
                    <a:pt x="4326" y="464"/>
                  </a:lnTo>
                  <a:close/>
                  <a:moveTo>
                    <a:pt x="4519" y="1"/>
                  </a:moveTo>
                  <a:lnTo>
                    <a:pt x="4249" y="39"/>
                  </a:lnTo>
                  <a:lnTo>
                    <a:pt x="3901" y="78"/>
                  </a:lnTo>
                  <a:lnTo>
                    <a:pt x="3515" y="155"/>
                  </a:lnTo>
                  <a:lnTo>
                    <a:pt x="3167" y="271"/>
                  </a:lnTo>
                  <a:lnTo>
                    <a:pt x="2820" y="426"/>
                  </a:lnTo>
                  <a:lnTo>
                    <a:pt x="2472" y="580"/>
                  </a:lnTo>
                  <a:lnTo>
                    <a:pt x="2125" y="773"/>
                  </a:lnTo>
                  <a:lnTo>
                    <a:pt x="1777" y="1043"/>
                  </a:lnTo>
                  <a:lnTo>
                    <a:pt x="1468" y="1314"/>
                  </a:lnTo>
                  <a:lnTo>
                    <a:pt x="1082" y="1700"/>
                  </a:lnTo>
                  <a:lnTo>
                    <a:pt x="773" y="2163"/>
                  </a:lnTo>
                  <a:lnTo>
                    <a:pt x="503" y="2627"/>
                  </a:lnTo>
                  <a:lnTo>
                    <a:pt x="310" y="3090"/>
                  </a:lnTo>
                  <a:lnTo>
                    <a:pt x="155" y="3592"/>
                  </a:lnTo>
                  <a:lnTo>
                    <a:pt x="40" y="4094"/>
                  </a:lnTo>
                  <a:lnTo>
                    <a:pt x="1" y="4596"/>
                  </a:lnTo>
                  <a:lnTo>
                    <a:pt x="1" y="5137"/>
                  </a:lnTo>
                  <a:lnTo>
                    <a:pt x="78" y="5639"/>
                  </a:lnTo>
                  <a:lnTo>
                    <a:pt x="155" y="6179"/>
                  </a:lnTo>
                  <a:lnTo>
                    <a:pt x="310" y="6681"/>
                  </a:lnTo>
                  <a:lnTo>
                    <a:pt x="464" y="7183"/>
                  </a:lnTo>
                  <a:lnTo>
                    <a:pt x="696" y="7685"/>
                  </a:lnTo>
                  <a:lnTo>
                    <a:pt x="966" y="8149"/>
                  </a:lnTo>
                  <a:lnTo>
                    <a:pt x="1237" y="8612"/>
                  </a:lnTo>
                  <a:lnTo>
                    <a:pt x="1545" y="9037"/>
                  </a:lnTo>
                  <a:lnTo>
                    <a:pt x="2009" y="9577"/>
                  </a:lnTo>
                  <a:lnTo>
                    <a:pt x="2472" y="10041"/>
                  </a:lnTo>
                  <a:lnTo>
                    <a:pt x="2974" y="10427"/>
                  </a:lnTo>
                  <a:lnTo>
                    <a:pt x="3476" y="10813"/>
                  </a:lnTo>
                  <a:lnTo>
                    <a:pt x="4055" y="11083"/>
                  </a:lnTo>
                  <a:lnTo>
                    <a:pt x="4596" y="11354"/>
                  </a:lnTo>
                  <a:lnTo>
                    <a:pt x="5214" y="11547"/>
                  </a:lnTo>
                  <a:lnTo>
                    <a:pt x="5832" y="11701"/>
                  </a:lnTo>
                  <a:lnTo>
                    <a:pt x="5870" y="11856"/>
                  </a:lnTo>
                  <a:lnTo>
                    <a:pt x="6218" y="11778"/>
                  </a:lnTo>
                  <a:lnTo>
                    <a:pt x="7029" y="11817"/>
                  </a:lnTo>
                  <a:lnTo>
                    <a:pt x="7840" y="11817"/>
                  </a:lnTo>
                  <a:lnTo>
                    <a:pt x="8689" y="11701"/>
                  </a:lnTo>
                  <a:lnTo>
                    <a:pt x="9539" y="11508"/>
                  </a:lnTo>
                  <a:lnTo>
                    <a:pt x="10272" y="11238"/>
                  </a:lnTo>
                  <a:lnTo>
                    <a:pt x="11006" y="10929"/>
                  </a:lnTo>
                  <a:lnTo>
                    <a:pt x="11315" y="10813"/>
                  </a:lnTo>
                  <a:lnTo>
                    <a:pt x="11315" y="10774"/>
                  </a:lnTo>
                  <a:lnTo>
                    <a:pt x="12049" y="10350"/>
                  </a:lnTo>
                  <a:lnTo>
                    <a:pt x="12705" y="9848"/>
                  </a:lnTo>
                  <a:lnTo>
                    <a:pt x="13362" y="9307"/>
                  </a:lnTo>
                  <a:lnTo>
                    <a:pt x="13941" y="8689"/>
                  </a:lnTo>
                  <a:lnTo>
                    <a:pt x="14481" y="8033"/>
                  </a:lnTo>
                  <a:lnTo>
                    <a:pt x="14713" y="7685"/>
                  </a:lnTo>
                  <a:lnTo>
                    <a:pt x="14906" y="7299"/>
                  </a:lnTo>
                  <a:lnTo>
                    <a:pt x="15099" y="6952"/>
                  </a:lnTo>
                  <a:lnTo>
                    <a:pt x="15254" y="6565"/>
                  </a:lnTo>
                  <a:lnTo>
                    <a:pt x="15408" y="6179"/>
                  </a:lnTo>
                  <a:lnTo>
                    <a:pt x="15524" y="5754"/>
                  </a:lnTo>
                  <a:lnTo>
                    <a:pt x="15601" y="6256"/>
                  </a:lnTo>
                  <a:lnTo>
                    <a:pt x="15756" y="6720"/>
                  </a:lnTo>
                  <a:lnTo>
                    <a:pt x="15987" y="7145"/>
                  </a:lnTo>
                  <a:lnTo>
                    <a:pt x="16258" y="7569"/>
                  </a:lnTo>
                  <a:lnTo>
                    <a:pt x="16374" y="7762"/>
                  </a:lnTo>
                  <a:lnTo>
                    <a:pt x="16567" y="7917"/>
                  </a:lnTo>
                  <a:lnTo>
                    <a:pt x="16760" y="8071"/>
                  </a:lnTo>
                  <a:lnTo>
                    <a:pt x="16953" y="8187"/>
                  </a:lnTo>
                  <a:lnTo>
                    <a:pt x="17146" y="8264"/>
                  </a:lnTo>
                  <a:lnTo>
                    <a:pt x="17378" y="8264"/>
                  </a:lnTo>
                  <a:lnTo>
                    <a:pt x="17571" y="8187"/>
                  </a:lnTo>
                  <a:lnTo>
                    <a:pt x="17802" y="8033"/>
                  </a:lnTo>
                  <a:lnTo>
                    <a:pt x="17918" y="7878"/>
                  </a:lnTo>
                  <a:lnTo>
                    <a:pt x="17995" y="7685"/>
                  </a:lnTo>
                  <a:lnTo>
                    <a:pt x="18034" y="7454"/>
                  </a:lnTo>
                  <a:lnTo>
                    <a:pt x="18034" y="7260"/>
                  </a:lnTo>
                  <a:lnTo>
                    <a:pt x="17995" y="7029"/>
                  </a:lnTo>
                  <a:lnTo>
                    <a:pt x="17918" y="6836"/>
                  </a:lnTo>
                  <a:lnTo>
                    <a:pt x="17841" y="6643"/>
                  </a:lnTo>
                  <a:lnTo>
                    <a:pt x="17725" y="6450"/>
                  </a:lnTo>
                  <a:lnTo>
                    <a:pt x="17571" y="6256"/>
                  </a:lnTo>
                  <a:lnTo>
                    <a:pt x="17416" y="6063"/>
                  </a:lnTo>
                  <a:lnTo>
                    <a:pt x="17030" y="5716"/>
                  </a:lnTo>
                  <a:lnTo>
                    <a:pt x="16567" y="5446"/>
                  </a:lnTo>
                  <a:lnTo>
                    <a:pt x="16103" y="5252"/>
                  </a:lnTo>
                  <a:lnTo>
                    <a:pt x="16605" y="5175"/>
                  </a:lnTo>
                  <a:lnTo>
                    <a:pt x="17030" y="4982"/>
                  </a:lnTo>
                  <a:lnTo>
                    <a:pt x="17455" y="4750"/>
                  </a:lnTo>
                  <a:lnTo>
                    <a:pt x="17841" y="4442"/>
                  </a:lnTo>
                  <a:lnTo>
                    <a:pt x="17995" y="4248"/>
                  </a:lnTo>
                  <a:lnTo>
                    <a:pt x="18150" y="4055"/>
                  </a:lnTo>
                  <a:lnTo>
                    <a:pt x="18266" y="3824"/>
                  </a:lnTo>
                  <a:lnTo>
                    <a:pt x="18343" y="3553"/>
                  </a:lnTo>
                  <a:lnTo>
                    <a:pt x="18382" y="3322"/>
                  </a:lnTo>
                  <a:lnTo>
                    <a:pt x="18343" y="3090"/>
                  </a:lnTo>
                  <a:lnTo>
                    <a:pt x="18227" y="2858"/>
                  </a:lnTo>
                  <a:lnTo>
                    <a:pt x="18150" y="2781"/>
                  </a:lnTo>
                  <a:lnTo>
                    <a:pt x="18034" y="2704"/>
                  </a:lnTo>
                  <a:lnTo>
                    <a:pt x="17841" y="2588"/>
                  </a:lnTo>
                  <a:lnTo>
                    <a:pt x="17609" y="2549"/>
                  </a:lnTo>
                  <a:lnTo>
                    <a:pt x="17416" y="2549"/>
                  </a:lnTo>
                  <a:lnTo>
                    <a:pt x="17185" y="2588"/>
                  </a:lnTo>
                  <a:lnTo>
                    <a:pt x="16953" y="2704"/>
                  </a:lnTo>
                  <a:lnTo>
                    <a:pt x="16760" y="2781"/>
                  </a:lnTo>
                  <a:lnTo>
                    <a:pt x="16567" y="2936"/>
                  </a:lnTo>
                  <a:lnTo>
                    <a:pt x="16412" y="3090"/>
                  </a:lnTo>
                  <a:lnTo>
                    <a:pt x="16258" y="3283"/>
                  </a:lnTo>
                  <a:lnTo>
                    <a:pt x="16103" y="3476"/>
                  </a:lnTo>
                  <a:lnTo>
                    <a:pt x="15872" y="3978"/>
                  </a:lnTo>
                  <a:lnTo>
                    <a:pt x="15717" y="4480"/>
                  </a:lnTo>
                  <a:lnTo>
                    <a:pt x="15640" y="4982"/>
                  </a:lnTo>
                  <a:lnTo>
                    <a:pt x="15601" y="4982"/>
                  </a:lnTo>
                  <a:lnTo>
                    <a:pt x="15563" y="5021"/>
                  </a:lnTo>
                  <a:lnTo>
                    <a:pt x="15524" y="5021"/>
                  </a:lnTo>
                  <a:lnTo>
                    <a:pt x="15099" y="4789"/>
                  </a:lnTo>
                  <a:lnTo>
                    <a:pt x="14675" y="4635"/>
                  </a:lnTo>
                  <a:lnTo>
                    <a:pt x="14211" y="4519"/>
                  </a:lnTo>
                  <a:lnTo>
                    <a:pt x="13748" y="4519"/>
                  </a:lnTo>
                  <a:lnTo>
                    <a:pt x="13362" y="4596"/>
                  </a:lnTo>
                  <a:lnTo>
                    <a:pt x="13169" y="4635"/>
                  </a:lnTo>
                  <a:lnTo>
                    <a:pt x="12975" y="4712"/>
                  </a:lnTo>
                  <a:lnTo>
                    <a:pt x="12782" y="4789"/>
                  </a:lnTo>
                  <a:lnTo>
                    <a:pt x="12628" y="4944"/>
                  </a:lnTo>
                  <a:lnTo>
                    <a:pt x="12512" y="5098"/>
                  </a:lnTo>
                  <a:lnTo>
                    <a:pt x="12435" y="5252"/>
                  </a:lnTo>
                  <a:lnTo>
                    <a:pt x="12396" y="5446"/>
                  </a:lnTo>
                  <a:lnTo>
                    <a:pt x="12473" y="5639"/>
                  </a:lnTo>
                  <a:lnTo>
                    <a:pt x="12551" y="5793"/>
                  </a:lnTo>
                  <a:lnTo>
                    <a:pt x="12705" y="5909"/>
                  </a:lnTo>
                  <a:lnTo>
                    <a:pt x="12860" y="5986"/>
                  </a:lnTo>
                  <a:lnTo>
                    <a:pt x="13053" y="6063"/>
                  </a:lnTo>
                  <a:lnTo>
                    <a:pt x="13439" y="6141"/>
                  </a:lnTo>
                  <a:lnTo>
                    <a:pt x="13786" y="6141"/>
                  </a:lnTo>
                  <a:lnTo>
                    <a:pt x="14134" y="6102"/>
                  </a:lnTo>
                  <a:lnTo>
                    <a:pt x="14481" y="5986"/>
                  </a:lnTo>
                  <a:lnTo>
                    <a:pt x="14790" y="5870"/>
                  </a:lnTo>
                  <a:lnTo>
                    <a:pt x="14481" y="6256"/>
                  </a:lnTo>
                  <a:lnTo>
                    <a:pt x="14095" y="6565"/>
                  </a:lnTo>
                  <a:lnTo>
                    <a:pt x="13902" y="6720"/>
                  </a:lnTo>
                  <a:lnTo>
                    <a:pt x="13671" y="6836"/>
                  </a:lnTo>
                  <a:lnTo>
                    <a:pt x="13439" y="6952"/>
                  </a:lnTo>
                  <a:lnTo>
                    <a:pt x="13207" y="7029"/>
                  </a:lnTo>
                  <a:lnTo>
                    <a:pt x="12821" y="7067"/>
                  </a:lnTo>
                  <a:lnTo>
                    <a:pt x="12435" y="7067"/>
                  </a:lnTo>
                  <a:lnTo>
                    <a:pt x="12087" y="6990"/>
                  </a:lnTo>
                  <a:lnTo>
                    <a:pt x="11778" y="6874"/>
                  </a:lnTo>
                  <a:lnTo>
                    <a:pt x="11470" y="6681"/>
                  </a:lnTo>
                  <a:lnTo>
                    <a:pt x="11199" y="6411"/>
                  </a:lnTo>
                  <a:lnTo>
                    <a:pt x="10968" y="6141"/>
                  </a:lnTo>
                  <a:lnTo>
                    <a:pt x="10774" y="5793"/>
                  </a:lnTo>
                  <a:lnTo>
                    <a:pt x="10504" y="5330"/>
                  </a:lnTo>
                  <a:lnTo>
                    <a:pt x="10311" y="4828"/>
                  </a:lnTo>
                  <a:lnTo>
                    <a:pt x="9886" y="3862"/>
                  </a:lnTo>
                  <a:lnTo>
                    <a:pt x="9655" y="3399"/>
                  </a:lnTo>
                  <a:lnTo>
                    <a:pt x="9423" y="2936"/>
                  </a:lnTo>
                  <a:lnTo>
                    <a:pt x="9153" y="2472"/>
                  </a:lnTo>
                  <a:lnTo>
                    <a:pt x="8844" y="2047"/>
                  </a:lnTo>
                  <a:lnTo>
                    <a:pt x="8380" y="1545"/>
                  </a:lnTo>
                  <a:lnTo>
                    <a:pt x="7917" y="1159"/>
                  </a:lnTo>
                  <a:lnTo>
                    <a:pt x="7415" y="812"/>
                  </a:lnTo>
                  <a:lnTo>
                    <a:pt x="6874" y="503"/>
                  </a:lnTo>
                  <a:lnTo>
                    <a:pt x="6295" y="271"/>
                  </a:lnTo>
                  <a:lnTo>
                    <a:pt x="5716" y="117"/>
                  </a:lnTo>
                  <a:lnTo>
                    <a:pt x="5137" y="39"/>
                  </a:lnTo>
                  <a:lnTo>
                    <a:pt x="451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9"/>
            <p:cNvSpPr/>
            <p:nvPr/>
          </p:nvSpPr>
          <p:spPr>
            <a:xfrm>
              <a:off x="6767875" y="2536500"/>
              <a:ext cx="44450" cy="43450"/>
            </a:xfrm>
            <a:custGeom>
              <a:avLst/>
              <a:gdLst/>
              <a:ahLst/>
              <a:cxnLst/>
              <a:rect l="l" t="t" r="r" b="b"/>
              <a:pathLst>
                <a:path w="1778" h="1738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25"/>
                  </a:lnTo>
                  <a:lnTo>
                    <a:pt x="1314" y="579"/>
                  </a:lnTo>
                  <a:lnTo>
                    <a:pt x="1391" y="772"/>
                  </a:lnTo>
                  <a:lnTo>
                    <a:pt x="1391" y="965"/>
                  </a:lnTo>
                  <a:lnTo>
                    <a:pt x="1352" y="1043"/>
                  </a:lnTo>
                  <a:lnTo>
                    <a:pt x="1275" y="1120"/>
                  </a:lnTo>
                  <a:lnTo>
                    <a:pt x="1198" y="1197"/>
                  </a:lnTo>
                  <a:lnTo>
                    <a:pt x="1082" y="1274"/>
                  </a:lnTo>
                  <a:lnTo>
                    <a:pt x="889" y="1352"/>
                  </a:lnTo>
                  <a:lnTo>
                    <a:pt x="696" y="1313"/>
                  </a:lnTo>
                  <a:lnTo>
                    <a:pt x="542" y="1236"/>
                  </a:lnTo>
                  <a:lnTo>
                    <a:pt x="426" y="1081"/>
                  </a:lnTo>
                  <a:lnTo>
                    <a:pt x="387" y="888"/>
                  </a:lnTo>
                  <a:lnTo>
                    <a:pt x="387" y="734"/>
                  </a:lnTo>
                  <a:lnTo>
                    <a:pt x="464" y="541"/>
                  </a:lnTo>
                  <a:lnTo>
                    <a:pt x="542" y="386"/>
                  </a:lnTo>
                  <a:lnTo>
                    <a:pt x="542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9" y="39"/>
                  </a:lnTo>
                  <a:lnTo>
                    <a:pt x="464" y="116"/>
                  </a:lnTo>
                  <a:lnTo>
                    <a:pt x="426" y="155"/>
                  </a:lnTo>
                  <a:lnTo>
                    <a:pt x="348" y="155"/>
                  </a:lnTo>
                  <a:lnTo>
                    <a:pt x="233" y="232"/>
                  </a:lnTo>
                  <a:lnTo>
                    <a:pt x="117" y="348"/>
                  </a:lnTo>
                  <a:lnTo>
                    <a:pt x="40" y="502"/>
                  </a:lnTo>
                  <a:lnTo>
                    <a:pt x="1" y="657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40" y="1159"/>
                  </a:lnTo>
                  <a:lnTo>
                    <a:pt x="117" y="1313"/>
                  </a:lnTo>
                  <a:lnTo>
                    <a:pt x="194" y="1467"/>
                  </a:lnTo>
                  <a:lnTo>
                    <a:pt x="348" y="1583"/>
                  </a:lnTo>
                  <a:lnTo>
                    <a:pt x="464" y="1661"/>
                  </a:lnTo>
                  <a:lnTo>
                    <a:pt x="619" y="1699"/>
                  </a:lnTo>
                  <a:lnTo>
                    <a:pt x="812" y="1738"/>
                  </a:lnTo>
                  <a:lnTo>
                    <a:pt x="966" y="1738"/>
                  </a:lnTo>
                  <a:lnTo>
                    <a:pt x="1121" y="1699"/>
                  </a:lnTo>
                  <a:lnTo>
                    <a:pt x="1275" y="1622"/>
                  </a:lnTo>
                  <a:lnTo>
                    <a:pt x="1430" y="1506"/>
                  </a:lnTo>
                  <a:lnTo>
                    <a:pt x="1584" y="1390"/>
                  </a:lnTo>
                  <a:lnTo>
                    <a:pt x="1661" y="1236"/>
                  </a:lnTo>
                  <a:lnTo>
                    <a:pt x="1739" y="1081"/>
                  </a:lnTo>
                  <a:lnTo>
                    <a:pt x="1777" y="927"/>
                  </a:lnTo>
                  <a:lnTo>
                    <a:pt x="1777" y="772"/>
                  </a:lnTo>
                  <a:lnTo>
                    <a:pt x="1739" y="579"/>
                  </a:lnTo>
                  <a:lnTo>
                    <a:pt x="1661" y="425"/>
                  </a:lnTo>
                  <a:lnTo>
                    <a:pt x="1546" y="270"/>
                  </a:lnTo>
                  <a:lnTo>
                    <a:pt x="1430" y="155"/>
                  </a:lnTo>
                  <a:lnTo>
                    <a:pt x="1275" y="77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9"/>
            <p:cNvSpPr/>
            <p:nvPr/>
          </p:nvSpPr>
          <p:spPr>
            <a:xfrm>
              <a:off x="694725" y="25374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59"/>
                  </a:lnTo>
                  <a:lnTo>
                    <a:pt x="2897" y="1700"/>
                  </a:lnTo>
                  <a:lnTo>
                    <a:pt x="2511" y="2202"/>
                  </a:lnTo>
                  <a:lnTo>
                    <a:pt x="1932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96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41" y="4789"/>
                  </a:lnTo>
                  <a:lnTo>
                    <a:pt x="966" y="4519"/>
                  </a:lnTo>
                  <a:lnTo>
                    <a:pt x="1314" y="4248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897" y="2511"/>
                  </a:lnTo>
                  <a:lnTo>
                    <a:pt x="3322" y="1970"/>
                  </a:lnTo>
                  <a:lnTo>
                    <a:pt x="3669" y="1391"/>
                  </a:lnTo>
                  <a:lnTo>
                    <a:pt x="3978" y="812"/>
                  </a:lnTo>
                  <a:lnTo>
                    <a:pt x="4248" y="194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9"/>
            <p:cNvSpPr/>
            <p:nvPr/>
          </p:nvSpPr>
          <p:spPr>
            <a:xfrm>
              <a:off x="643575" y="253937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4" y="271"/>
                  </a:moveTo>
                  <a:lnTo>
                    <a:pt x="1236" y="387"/>
                  </a:lnTo>
                  <a:lnTo>
                    <a:pt x="1429" y="542"/>
                  </a:lnTo>
                  <a:lnTo>
                    <a:pt x="1545" y="735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3" y="1198"/>
                  </a:lnTo>
                  <a:lnTo>
                    <a:pt x="1545" y="1275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6"/>
                  </a:lnTo>
                  <a:lnTo>
                    <a:pt x="966" y="1584"/>
                  </a:lnTo>
                  <a:lnTo>
                    <a:pt x="773" y="1546"/>
                  </a:lnTo>
                  <a:lnTo>
                    <a:pt x="657" y="1468"/>
                  </a:lnTo>
                  <a:lnTo>
                    <a:pt x="579" y="1391"/>
                  </a:lnTo>
                  <a:lnTo>
                    <a:pt x="502" y="1314"/>
                  </a:lnTo>
                  <a:lnTo>
                    <a:pt x="464" y="1198"/>
                  </a:lnTo>
                  <a:lnTo>
                    <a:pt x="425" y="966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387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850" y="1"/>
                  </a:moveTo>
                  <a:lnTo>
                    <a:pt x="657" y="78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78"/>
                  </a:lnTo>
                  <a:lnTo>
                    <a:pt x="271" y="194"/>
                  </a:lnTo>
                  <a:lnTo>
                    <a:pt x="155" y="348"/>
                  </a:lnTo>
                  <a:lnTo>
                    <a:pt x="77" y="503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7" y="1430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893"/>
                  </a:lnTo>
                  <a:lnTo>
                    <a:pt x="1583" y="1816"/>
                  </a:lnTo>
                  <a:lnTo>
                    <a:pt x="1738" y="1661"/>
                  </a:lnTo>
                  <a:lnTo>
                    <a:pt x="1892" y="1546"/>
                  </a:lnTo>
                  <a:lnTo>
                    <a:pt x="1970" y="1352"/>
                  </a:lnTo>
                  <a:lnTo>
                    <a:pt x="2047" y="1159"/>
                  </a:lnTo>
                  <a:lnTo>
                    <a:pt x="2085" y="966"/>
                  </a:lnTo>
                  <a:lnTo>
                    <a:pt x="2047" y="773"/>
                  </a:lnTo>
                  <a:lnTo>
                    <a:pt x="1970" y="580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3" y="155"/>
                  </a:lnTo>
                  <a:lnTo>
                    <a:pt x="1429" y="40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9"/>
            <p:cNvSpPr/>
            <p:nvPr/>
          </p:nvSpPr>
          <p:spPr>
            <a:xfrm>
              <a:off x="2323325" y="2542275"/>
              <a:ext cx="309900" cy="249100"/>
            </a:xfrm>
            <a:custGeom>
              <a:avLst/>
              <a:gdLst/>
              <a:ahLst/>
              <a:cxnLst/>
              <a:rect l="l" t="t" r="r" b="b"/>
              <a:pathLst>
                <a:path w="12396" h="9964" extrusionOk="0">
                  <a:moveTo>
                    <a:pt x="10079" y="426"/>
                  </a:moveTo>
                  <a:lnTo>
                    <a:pt x="10272" y="464"/>
                  </a:lnTo>
                  <a:lnTo>
                    <a:pt x="10465" y="503"/>
                  </a:lnTo>
                  <a:lnTo>
                    <a:pt x="10581" y="541"/>
                  </a:lnTo>
                  <a:lnTo>
                    <a:pt x="10735" y="657"/>
                  </a:lnTo>
                  <a:lnTo>
                    <a:pt x="10851" y="850"/>
                  </a:lnTo>
                  <a:lnTo>
                    <a:pt x="10928" y="1043"/>
                  </a:lnTo>
                  <a:lnTo>
                    <a:pt x="10928" y="1236"/>
                  </a:lnTo>
                  <a:lnTo>
                    <a:pt x="10928" y="1430"/>
                  </a:lnTo>
                  <a:lnTo>
                    <a:pt x="10890" y="1661"/>
                  </a:lnTo>
                  <a:lnTo>
                    <a:pt x="10812" y="1854"/>
                  </a:lnTo>
                  <a:lnTo>
                    <a:pt x="10619" y="2202"/>
                  </a:lnTo>
                  <a:lnTo>
                    <a:pt x="10310" y="2588"/>
                  </a:lnTo>
                  <a:lnTo>
                    <a:pt x="9963" y="2936"/>
                  </a:lnTo>
                  <a:lnTo>
                    <a:pt x="9422" y="3476"/>
                  </a:lnTo>
                  <a:lnTo>
                    <a:pt x="8843" y="3978"/>
                  </a:lnTo>
                  <a:lnTo>
                    <a:pt x="8186" y="4480"/>
                  </a:lnTo>
                  <a:lnTo>
                    <a:pt x="7569" y="4982"/>
                  </a:lnTo>
                  <a:lnTo>
                    <a:pt x="6912" y="5484"/>
                  </a:lnTo>
                  <a:lnTo>
                    <a:pt x="6256" y="5947"/>
                  </a:lnTo>
                  <a:lnTo>
                    <a:pt x="5483" y="6411"/>
                  </a:lnTo>
                  <a:lnTo>
                    <a:pt x="4711" y="6874"/>
                  </a:lnTo>
                  <a:lnTo>
                    <a:pt x="3939" y="7299"/>
                  </a:lnTo>
                  <a:lnTo>
                    <a:pt x="3128" y="7724"/>
                  </a:lnTo>
                  <a:lnTo>
                    <a:pt x="2471" y="7994"/>
                  </a:lnTo>
                  <a:lnTo>
                    <a:pt x="2163" y="8110"/>
                  </a:lnTo>
                  <a:lnTo>
                    <a:pt x="1815" y="8226"/>
                  </a:lnTo>
                  <a:lnTo>
                    <a:pt x="1506" y="8264"/>
                  </a:lnTo>
                  <a:lnTo>
                    <a:pt x="1159" y="8303"/>
                  </a:lnTo>
                  <a:lnTo>
                    <a:pt x="811" y="8303"/>
                  </a:lnTo>
                  <a:lnTo>
                    <a:pt x="463" y="8226"/>
                  </a:lnTo>
                  <a:lnTo>
                    <a:pt x="502" y="8148"/>
                  </a:lnTo>
                  <a:lnTo>
                    <a:pt x="463" y="8033"/>
                  </a:lnTo>
                  <a:lnTo>
                    <a:pt x="463" y="7917"/>
                  </a:lnTo>
                  <a:lnTo>
                    <a:pt x="463" y="7801"/>
                  </a:lnTo>
                  <a:lnTo>
                    <a:pt x="502" y="7569"/>
                  </a:lnTo>
                  <a:lnTo>
                    <a:pt x="618" y="7299"/>
                  </a:lnTo>
                  <a:lnTo>
                    <a:pt x="772" y="7029"/>
                  </a:lnTo>
                  <a:lnTo>
                    <a:pt x="1159" y="6565"/>
                  </a:lnTo>
                  <a:lnTo>
                    <a:pt x="1467" y="6179"/>
                  </a:lnTo>
                  <a:lnTo>
                    <a:pt x="2008" y="5561"/>
                  </a:lnTo>
                  <a:lnTo>
                    <a:pt x="2549" y="4982"/>
                  </a:lnTo>
                  <a:lnTo>
                    <a:pt x="3128" y="4441"/>
                  </a:lnTo>
                  <a:lnTo>
                    <a:pt x="3746" y="3862"/>
                  </a:lnTo>
                  <a:lnTo>
                    <a:pt x="4364" y="3360"/>
                  </a:lnTo>
                  <a:lnTo>
                    <a:pt x="5020" y="2858"/>
                  </a:lnTo>
                  <a:lnTo>
                    <a:pt x="5715" y="2434"/>
                  </a:lnTo>
                  <a:lnTo>
                    <a:pt x="6410" y="1970"/>
                  </a:lnTo>
                  <a:lnTo>
                    <a:pt x="7105" y="1584"/>
                  </a:lnTo>
                  <a:lnTo>
                    <a:pt x="7839" y="1236"/>
                  </a:lnTo>
                  <a:lnTo>
                    <a:pt x="8457" y="928"/>
                  </a:lnTo>
                  <a:lnTo>
                    <a:pt x="8843" y="734"/>
                  </a:lnTo>
                  <a:lnTo>
                    <a:pt x="9268" y="580"/>
                  </a:lnTo>
                  <a:lnTo>
                    <a:pt x="9692" y="464"/>
                  </a:lnTo>
                  <a:lnTo>
                    <a:pt x="10079" y="426"/>
                  </a:lnTo>
                  <a:close/>
                  <a:moveTo>
                    <a:pt x="11237" y="464"/>
                  </a:moveTo>
                  <a:lnTo>
                    <a:pt x="11430" y="580"/>
                  </a:lnTo>
                  <a:lnTo>
                    <a:pt x="11585" y="773"/>
                  </a:lnTo>
                  <a:lnTo>
                    <a:pt x="11700" y="966"/>
                  </a:lnTo>
                  <a:lnTo>
                    <a:pt x="11778" y="1236"/>
                  </a:lnTo>
                  <a:lnTo>
                    <a:pt x="11778" y="1468"/>
                  </a:lnTo>
                  <a:lnTo>
                    <a:pt x="11778" y="1738"/>
                  </a:lnTo>
                  <a:lnTo>
                    <a:pt x="11739" y="1970"/>
                  </a:lnTo>
                  <a:lnTo>
                    <a:pt x="11662" y="2240"/>
                  </a:lnTo>
                  <a:lnTo>
                    <a:pt x="11430" y="2627"/>
                  </a:lnTo>
                  <a:lnTo>
                    <a:pt x="11160" y="3013"/>
                  </a:lnTo>
                  <a:lnTo>
                    <a:pt x="10851" y="3399"/>
                  </a:lnTo>
                  <a:lnTo>
                    <a:pt x="10542" y="3746"/>
                  </a:lnTo>
                  <a:lnTo>
                    <a:pt x="9847" y="4480"/>
                  </a:lnTo>
                  <a:lnTo>
                    <a:pt x="9075" y="5137"/>
                  </a:lnTo>
                  <a:lnTo>
                    <a:pt x="8264" y="5793"/>
                  </a:lnTo>
                  <a:lnTo>
                    <a:pt x="7453" y="6372"/>
                  </a:lnTo>
                  <a:lnTo>
                    <a:pt x="6603" y="6990"/>
                  </a:lnTo>
                  <a:lnTo>
                    <a:pt x="5754" y="7569"/>
                  </a:lnTo>
                  <a:lnTo>
                    <a:pt x="4866" y="8110"/>
                  </a:lnTo>
                  <a:lnTo>
                    <a:pt x="3977" y="8612"/>
                  </a:lnTo>
                  <a:lnTo>
                    <a:pt x="3128" y="9037"/>
                  </a:lnTo>
                  <a:lnTo>
                    <a:pt x="2703" y="9191"/>
                  </a:lnTo>
                  <a:lnTo>
                    <a:pt x="2240" y="9346"/>
                  </a:lnTo>
                  <a:lnTo>
                    <a:pt x="1969" y="9384"/>
                  </a:lnTo>
                  <a:lnTo>
                    <a:pt x="1661" y="9423"/>
                  </a:lnTo>
                  <a:lnTo>
                    <a:pt x="1313" y="9384"/>
                  </a:lnTo>
                  <a:lnTo>
                    <a:pt x="1004" y="9346"/>
                  </a:lnTo>
                  <a:lnTo>
                    <a:pt x="734" y="9191"/>
                  </a:lnTo>
                  <a:lnTo>
                    <a:pt x="541" y="9037"/>
                  </a:lnTo>
                  <a:lnTo>
                    <a:pt x="463" y="8921"/>
                  </a:lnTo>
                  <a:lnTo>
                    <a:pt x="386" y="8805"/>
                  </a:lnTo>
                  <a:lnTo>
                    <a:pt x="348" y="8650"/>
                  </a:lnTo>
                  <a:lnTo>
                    <a:pt x="309" y="8496"/>
                  </a:lnTo>
                  <a:lnTo>
                    <a:pt x="579" y="8612"/>
                  </a:lnTo>
                  <a:lnTo>
                    <a:pt x="888" y="8728"/>
                  </a:lnTo>
                  <a:lnTo>
                    <a:pt x="1197" y="8766"/>
                  </a:lnTo>
                  <a:lnTo>
                    <a:pt x="1506" y="8766"/>
                  </a:lnTo>
                  <a:lnTo>
                    <a:pt x="1815" y="8728"/>
                  </a:lnTo>
                  <a:lnTo>
                    <a:pt x="2124" y="8650"/>
                  </a:lnTo>
                  <a:lnTo>
                    <a:pt x="2742" y="8457"/>
                  </a:lnTo>
                  <a:lnTo>
                    <a:pt x="3321" y="8187"/>
                  </a:lnTo>
                  <a:lnTo>
                    <a:pt x="3939" y="7917"/>
                  </a:lnTo>
                  <a:lnTo>
                    <a:pt x="4981" y="7299"/>
                  </a:lnTo>
                  <a:lnTo>
                    <a:pt x="6526" y="6372"/>
                  </a:lnTo>
                  <a:lnTo>
                    <a:pt x="7298" y="5832"/>
                  </a:lnTo>
                  <a:lnTo>
                    <a:pt x="8071" y="5291"/>
                  </a:lnTo>
                  <a:lnTo>
                    <a:pt x="8804" y="4750"/>
                  </a:lnTo>
                  <a:lnTo>
                    <a:pt x="9499" y="4133"/>
                  </a:lnTo>
                  <a:lnTo>
                    <a:pt x="10156" y="3515"/>
                  </a:lnTo>
                  <a:lnTo>
                    <a:pt x="10774" y="2820"/>
                  </a:lnTo>
                  <a:lnTo>
                    <a:pt x="10967" y="2588"/>
                  </a:lnTo>
                  <a:lnTo>
                    <a:pt x="11121" y="2356"/>
                  </a:lnTo>
                  <a:lnTo>
                    <a:pt x="11276" y="2047"/>
                  </a:lnTo>
                  <a:lnTo>
                    <a:pt x="11391" y="1777"/>
                  </a:lnTo>
                  <a:lnTo>
                    <a:pt x="11469" y="1468"/>
                  </a:lnTo>
                  <a:lnTo>
                    <a:pt x="11507" y="1159"/>
                  </a:lnTo>
                  <a:lnTo>
                    <a:pt x="11430" y="889"/>
                  </a:lnTo>
                  <a:lnTo>
                    <a:pt x="11314" y="580"/>
                  </a:lnTo>
                  <a:lnTo>
                    <a:pt x="11237" y="464"/>
                  </a:lnTo>
                  <a:close/>
                  <a:moveTo>
                    <a:pt x="9924" y="1"/>
                  </a:moveTo>
                  <a:lnTo>
                    <a:pt x="9654" y="39"/>
                  </a:lnTo>
                  <a:lnTo>
                    <a:pt x="9306" y="117"/>
                  </a:lnTo>
                  <a:lnTo>
                    <a:pt x="8920" y="194"/>
                  </a:lnTo>
                  <a:lnTo>
                    <a:pt x="8186" y="503"/>
                  </a:lnTo>
                  <a:lnTo>
                    <a:pt x="7491" y="850"/>
                  </a:lnTo>
                  <a:lnTo>
                    <a:pt x="6835" y="1198"/>
                  </a:lnTo>
                  <a:lnTo>
                    <a:pt x="6101" y="1584"/>
                  </a:lnTo>
                  <a:lnTo>
                    <a:pt x="5406" y="2009"/>
                  </a:lnTo>
                  <a:lnTo>
                    <a:pt x="4750" y="2472"/>
                  </a:lnTo>
                  <a:lnTo>
                    <a:pt x="4093" y="2974"/>
                  </a:lnTo>
                  <a:lnTo>
                    <a:pt x="3360" y="3553"/>
                  </a:lnTo>
                  <a:lnTo>
                    <a:pt x="2665" y="4210"/>
                  </a:lnTo>
                  <a:lnTo>
                    <a:pt x="1969" y="4866"/>
                  </a:lnTo>
                  <a:lnTo>
                    <a:pt x="1352" y="5600"/>
                  </a:lnTo>
                  <a:lnTo>
                    <a:pt x="888" y="6141"/>
                  </a:lnTo>
                  <a:lnTo>
                    <a:pt x="618" y="6449"/>
                  </a:lnTo>
                  <a:lnTo>
                    <a:pt x="348" y="6797"/>
                  </a:lnTo>
                  <a:lnTo>
                    <a:pt x="155" y="7145"/>
                  </a:lnTo>
                  <a:lnTo>
                    <a:pt x="0" y="7492"/>
                  </a:lnTo>
                  <a:lnTo>
                    <a:pt x="0" y="7685"/>
                  </a:lnTo>
                  <a:lnTo>
                    <a:pt x="0" y="7840"/>
                  </a:lnTo>
                  <a:lnTo>
                    <a:pt x="0" y="8033"/>
                  </a:lnTo>
                  <a:lnTo>
                    <a:pt x="77" y="8187"/>
                  </a:lnTo>
                  <a:lnTo>
                    <a:pt x="77" y="8264"/>
                  </a:lnTo>
                  <a:lnTo>
                    <a:pt x="77" y="8342"/>
                  </a:lnTo>
                  <a:lnTo>
                    <a:pt x="39" y="8496"/>
                  </a:lnTo>
                  <a:lnTo>
                    <a:pt x="39" y="8650"/>
                  </a:lnTo>
                  <a:lnTo>
                    <a:pt x="77" y="8805"/>
                  </a:lnTo>
                  <a:lnTo>
                    <a:pt x="116" y="8959"/>
                  </a:lnTo>
                  <a:lnTo>
                    <a:pt x="309" y="9230"/>
                  </a:lnTo>
                  <a:lnTo>
                    <a:pt x="541" y="9500"/>
                  </a:lnTo>
                  <a:lnTo>
                    <a:pt x="734" y="9616"/>
                  </a:lnTo>
                  <a:lnTo>
                    <a:pt x="965" y="9732"/>
                  </a:lnTo>
                  <a:lnTo>
                    <a:pt x="1236" y="9770"/>
                  </a:lnTo>
                  <a:lnTo>
                    <a:pt x="1467" y="9809"/>
                  </a:lnTo>
                  <a:lnTo>
                    <a:pt x="1583" y="9963"/>
                  </a:lnTo>
                  <a:lnTo>
                    <a:pt x="1815" y="9770"/>
                  </a:lnTo>
                  <a:lnTo>
                    <a:pt x="1892" y="9770"/>
                  </a:lnTo>
                  <a:lnTo>
                    <a:pt x="1892" y="9848"/>
                  </a:lnTo>
                  <a:lnTo>
                    <a:pt x="1931" y="9848"/>
                  </a:lnTo>
                  <a:lnTo>
                    <a:pt x="2008" y="9770"/>
                  </a:lnTo>
                  <a:lnTo>
                    <a:pt x="2394" y="9654"/>
                  </a:lnTo>
                  <a:lnTo>
                    <a:pt x="2935" y="9500"/>
                  </a:lnTo>
                  <a:lnTo>
                    <a:pt x="3514" y="9268"/>
                  </a:lnTo>
                  <a:lnTo>
                    <a:pt x="4055" y="9037"/>
                  </a:lnTo>
                  <a:lnTo>
                    <a:pt x="4557" y="8766"/>
                  </a:lnTo>
                  <a:lnTo>
                    <a:pt x="5599" y="8148"/>
                  </a:lnTo>
                  <a:lnTo>
                    <a:pt x="6603" y="7492"/>
                  </a:lnTo>
                  <a:lnTo>
                    <a:pt x="6758" y="7376"/>
                  </a:lnTo>
                  <a:lnTo>
                    <a:pt x="7839" y="6643"/>
                  </a:lnTo>
                  <a:lnTo>
                    <a:pt x="8688" y="5986"/>
                  </a:lnTo>
                  <a:lnTo>
                    <a:pt x="9538" y="5330"/>
                  </a:lnTo>
                  <a:lnTo>
                    <a:pt x="10388" y="4596"/>
                  </a:lnTo>
                  <a:lnTo>
                    <a:pt x="10774" y="4171"/>
                  </a:lnTo>
                  <a:lnTo>
                    <a:pt x="11121" y="3785"/>
                  </a:lnTo>
                  <a:lnTo>
                    <a:pt x="11160" y="3901"/>
                  </a:lnTo>
                  <a:lnTo>
                    <a:pt x="11430" y="3824"/>
                  </a:lnTo>
                  <a:lnTo>
                    <a:pt x="11932" y="4094"/>
                  </a:lnTo>
                  <a:lnTo>
                    <a:pt x="12087" y="3824"/>
                  </a:lnTo>
                  <a:lnTo>
                    <a:pt x="11353" y="3476"/>
                  </a:lnTo>
                  <a:lnTo>
                    <a:pt x="11662" y="3051"/>
                  </a:lnTo>
                  <a:lnTo>
                    <a:pt x="11932" y="2588"/>
                  </a:lnTo>
                  <a:lnTo>
                    <a:pt x="12087" y="2202"/>
                  </a:lnTo>
                  <a:lnTo>
                    <a:pt x="12164" y="1816"/>
                  </a:lnTo>
                  <a:lnTo>
                    <a:pt x="12395" y="1623"/>
                  </a:lnTo>
                  <a:lnTo>
                    <a:pt x="12164" y="1391"/>
                  </a:lnTo>
                  <a:lnTo>
                    <a:pt x="12125" y="1082"/>
                  </a:lnTo>
                  <a:lnTo>
                    <a:pt x="12048" y="812"/>
                  </a:lnTo>
                  <a:lnTo>
                    <a:pt x="11932" y="580"/>
                  </a:lnTo>
                  <a:lnTo>
                    <a:pt x="11778" y="387"/>
                  </a:lnTo>
                  <a:lnTo>
                    <a:pt x="11585" y="194"/>
                  </a:lnTo>
                  <a:lnTo>
                    <a:pt x="11353" y="78"/>
                  </a:lnTo>
                  <a:lnTo>
                    <a:pt x="11044" y="39"/>
                  </a:lnTo>
                  <a:lnTo>
                    <a:pt x="10735" y="39"/>
                  </a:lnTo>
                  <a:lnTo>
                    <a:pt x="10619" y="78"/>
                  </a:lnTo>
                  <a:lnTo>
                    <a:pt x="1038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9"/>
            <p:cNvSpPr/>
            <p:nvPr/>
          </p:nvSpPr>
          <p:spPr>
            <a:xfrm>
              <a:off x="6773675" y="254227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4" y="3129"/>
                  </a:lnTo>
                  <a:lnTo>
                    <a:pt x="3939" y="4248"/>
                  </a:lnTo>
                  <a:lnTo>
                    <a:pt x="4017" y="5368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878"/>
                  </a:lnTo>
                  <a:lnTo>
                    <a:pt x="3901" y="8535"/>
                  </a:lnTo>
                  <a:lnTo>
                    <a:pt x="3746" y="9114"/>
                  </a:lnTo>
                  <a:lnTo>
                    <a:pt x="3515" y="9693"/>
                  </a:lnTo>
                  <a:lnTo>
                    <a:pt x="3244" y="10234"/>
                  </a:lnTo>
                  <a:lnTo>
                    <a:pt x="3013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52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465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54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57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580" y="2742"/>
                  </a:lnTo>
                  <a:lnTo>
                    <a:pt x="1352" y="2356"/>
                  </a:lnTo>
                  <a:lnTo>
                    <a:pt x="2163" y="1932"/>
                  </a:lnTo>
                  <a:lnTo>
                    <a:pt x="2935" y="1430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01" y="1"/>
                  </a:moveTo>
                  <a:lnTo>
                    <a:pt x="3476" y="310"/>
                  </a:lnTo>
                  <a:lnTo>
                    <a:pt x="3051" y="619"/>
                  </a:lnTo>
                  <a:lnTo>
                    <a:pt x="2626" y="966"/>
                  </a:lnTo>
                  <a:lnTo>
                    <a:pt x="2202" y="1275"/>
                  </a:lnTo>
                  <a:lnTo>
                    <a:pt x="1314" y="1893"/>
                  </a:lnTo>
                  <a:lnTo>
                    <a:pt x="425" y="2434"/>
                  </a:lnTo>
                  <a:lnTo>
                    <a:pt x="348" y="2511"/>
                  </a:lnTo>
                  <a:lnTo>
                    <a:pt x="348" y="2627"/>
                  </a:lnTo>
                  <a:lnTo>
                    <a:pt x="271" y="2665"/>
                  </a:lnTo>
                  <a:lnTo>
                    <a:pt x="232" y="2781"/>
                  </a:lnTo>
                  <a:lnTo>
                    <a:pt x="194" y="3785"/>
                  </a:lnTo>
                  <a:lnTo>
                    <a:pt x="155" y="4828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577"/>
                  </a:lnTo>
                  <a:lnTo>
                    <a:pt x="503" y="10041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391" y="11160"/>
                  </a:lnTo>
                  <a:lnTo>
                    <a:pt x="1622" y="11276"/>
                  </a:lnTo>
                  <a:lnTo>
                    <a:pt x="1816" y="11354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20" y="11315"/>
                  </a:lnTo>
                  <a:lnTo>
                    <a:pt x="3051" y="11199"/>
                  </a:lnTo>
                  <a:lnTo>
                    <a:pt x="3283" y="11045"/>
                  </a:lnTo>
                  <a:lnTo>
                    <a:pt x="3476" y="10852"/>
                  </a:lnTo>
                  <a:lnTo>
                    <a:pt x="3669" y="10620"/>
                  </a:lnTo>
                  <a:lnTo>
                    <a:pt x="3824" y="10388"/>
                  </a:lnTo>
                  <a:lnTo>
                    <a:pt x="3978" y="10118"/>
                  </a:lnTo>
                  <a:lnTo>
                    <a:pt x="4171" y="9539"/>
                  </a:lnTo>
                  <a:lnTo>
                    <a:pt x="4326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183"/>
                  </a:lnTo>
                  <a:lnTo>
                    <a:pt x="4596" y="6643"/>
                  </a:lnTo>
                  <a:lnTo>
                    <a:pt x="4596" y="6102"/>
                  </a:lnTo>
                  <a:lnTo>
                    <a:pt x="4519" y="4982"/>
                  </a:lnTo>
                  <a:lnTo>
                    <a:pt x="4441" y="3862"/>
                  </a:lnTo>
                  <a:lnTo>
                    <a:pt x="4326" y="2742"/>
                  </a:lnTo>
                  <a:lnTo>
                    <a:pt x="4287" y="2395"/>
                  </a:lnTo>
                  <a:lnTo>
                    <a:pt x="4210" y="1430"/>
                  </a:lnTo>
                  <a:lnTo>
                    <a:pt x="4132" y="503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9"/>
            <p:cNvSpPr/>
            <p:nvPr/>
          </p:nvSpPr>
          <p:spPr>
            <a:xfrm>
              <a:off x="4769575" y="2562550"/>
              <a:ext cx="144825" cy="164150"/>
            </a:xfrm>
            <a:custGeom>
              <a:avLst/>
              <a:gdLst/>
              <a:ahLst/>
              <a:cxnLst/>
              <a:rect l="l" t="t" r="r" b="b"/>
              <a:pathLst>
                <a:path w="5793" h="6566" extrusionOk="0">
                  <a:moveTo>
                    <a:pt x="2858" y="464"/>
                  </a:moveTo>
                  <a:lnTo>
                    <a:pt x="3360" y="619"/>
                  </a:lnTo>
                  <a:lnTo>
                    <a:pt x="3823" y="812"/>
                  </a:lnTo>
                  <a:lnTo>
                    <a:pt x="4248" y="1082"/>
                  </a:lnTo>
                  <a:lnTo>
                    <a:pt x="4634" y="1429"/>
                  </a:lnTo>
                  <a:lnTo>
                    <a:pt x="4943" y="1854"/>
                  </a:lnTo>
                  <a:lnTo>
                    <a:pt x="5059" y="2047"/>
                  </a:lnTo>
                  <a:lnTo>
                    <a:pt x="5175" y="2279"/>
                  </a:lnTo>
                  <a:lnTo>
                    <a:pt x="5252" y="2511"/>
                  </a:lnTo>
                  <a:lnTo>
                    <a:pt x="5290" y="2781"/>
                  </a:lnTo>
                  <a:lnTo>
                    <a:pt x="5329" y="3051"/>
                  </a:lnTo>
                  <a:lnTo>
                    <a:pt x="5329" y="3322"/>
                  </a:lnTo>
                  <a:lnTo>
                    <a:pt x="5290" y="3785"/>
                  </a:lnTo>
                  <a:lnTo>
                    <a:pt x="5175" y="4248"/>
                  </a:lnTo>
                  <a:lnTo>
                    <a:pt x="4982" y="4712"/>
                  </a:lnTo>
                  <a:lnTo>
                    <a:pt x="4711" y="5098"/>
                  </a:lnTo>
                  <a:lnTo>
                    <a:pt x="4364" y="5445"/>
                  </a:lnTo>
                  <a:lnTo>
                    <a:pt x="4016" y="5716"/>
                  </a:lnTo>
                  <a:lnTo>
                    <a:pt x="3784" y="5832"/>
                  </a:lnTo>
                  <a:lnTo>
                    <a:pt x="3553" y="5947"/>
                  </a:lnTo>
                  <a:lnTo>
                    <a:pt x="3321" y="6025"/>
                  </a:lnTo>
                  <a:lnTo>
                    <a:pt x="3089" y="6063"/>
                  </a:lnTo>
                  <a:lnTo>
                    <a:pt x="2780" y="6102"/>
                  </a:lnTo>
                  <a:lnTo>
                    <a:pt x="2510" y="6102"/>
                  </a:lnTo>
                  <a:lnTo>
                    <a:pt x="2201" y="6063"/>
                  </a:lnTo>
                  <a:lnTo>
                    <a:pt x="1970" y="5986"/>
                  </a:lnTo>
                  <a:lnTo>
                    <a:pt x="1738" y="5870"/>
                  </a:lnTo>
                  <a:lnTo>
                    <a:pt x="1506" y="5754"/>
                  </a:lnTo>
                  <a:lnTo>
                    <a:pt x="1313" y="5600"/>
                  </a:lnTo>
                  <a:lnTo>
                    <a:pt x="1159" y="5445"/>
                  </a:lnTo>
                  <a:lnTo>
                    <a:pt x="1004" y="5252"/>
                  </a:lnTo>
                  <a:lnTo>
                    <a:pt x="850" y="5021"/>
                  </a:lnTo>
                  <a:lnTo>
                    <a:pt x="734" y="4789"/>
                  </a:lnTo>
                  <a:lnTo>
                    <a:pt x="618" y="4557"/>
                  </a:lnTo>
                  <a:lnTo>
                    <a:pt x="502" y="4055"/>
                  </a:lnTo>
                  <a:lnTo>
                    <a:pt x="425" y="3515"/>
                  </a:lnTo>
                  <a:lnTo>
                    <a:pt x="464" y="2974"/>
                  </a:lnTo>
                  <a:lnTo>
                    <a:pt x="541" y="2433"/>
                  </a:lnTo>
                  <a:lnTo>
                    <a:pt x="734" y="1931"/>
                  </a:lnTo>
                  <a:lnTo>
                    <a:pt x="850" y="1700"/>
                  </a:lnTo>
                  <a:lnTo>
                    <a:pt x="966" y="1507"/>
                  </a:lnTo>
                  <a:lnTo>
                    <a:pt x="1120" y="1275"/>
                  </a:lnTo>
                  <a:lnTo>
                    <a:pt x="1313" y="1121"/>
                  </a:lnTo>
                  <a:lnTo>
                    <a:pt x="1506" y="927"/>
                  </a:lnTo>
                  <a:lnTo>
                    <a:pt x="1738" y="812"/>
                  </a:lnTo>
                  <a:lnTo>
                    <a:pt x="1970" y="696"/>
                  </a:lnTo>
                  <a:lnTo>
                    <a:pt x="2201" y="580"/>
                  </a:lnTo>
                  <a:lnTo>
                    <a:pt x="2472" y="541"/>
                  </a:lnTo>
                  <a:lnTo>
                    <a:pt x="2780" y="503"/>
                  </a:lnTo>
                  <a:lnTo>
                    <a:pt x="2819" y="503"/>
                  </a:lnTo>
                  <a:lnTo>
                    <a:pt x="2858" y="464"/>
                  </a:lnTo>
                  <a:close/>
                  <a:moveTo>
                    <a:pt x="2665" y="1"/>
                  </a:moveTo>
                  <a:lnTo>
                    <a:pt x="2587" y="39"/>
                  </a:lnTo>
                  <a:lnTo>
                    <a:pt x="2510" y="78"/>
                  </a:lnTo>
                  <a:lnTo>
                    <a:pt x="2472" y="155"/>
                  </a:lnTo>
                  <a:lnTo>
                    <a:pt x="2433" y="232"/>
                  </a:lnTo>
                  <a:lnTo>
                    <a:pt x="2163" y="271"/>
                  </a:lnTo>
                  <a:lnTo>
                    <a:pt x="1854" y="310"/>
                  </a:lnTo>
                  <a:lnTo>
                    <a:pt x="1622" y="387"/>
                  </a:lnTo>
                  <a:lnTo>
                    <a:pt x="1390" y="503"/>
                  </a:lnTo>
                  <a:lnTo>
                    <a:pt x="1159" y="657"/>
                  </a:lnTo>
                  <a:lnTo>
                    <a:pt x="966" y="850"/>
                  </a:lnTo>
                  <a:lnTo>
                    <a:pt x="772" y="1043"/>
                  </a:lnTo>
                  <a:lnTo>
                    <a:pt x="618" y="1236"/>
                  </a:lnTo>
                  <a:lnTo>
                    <a:pt x="464" y="1507"/>
                  </a:lnTo>
                  <a:lnTo>
                    <a:pt x="348" y="1738"/>
                  </a:lnTo>
                  <a:lnTo>
                    <a:pt x="155" y="2279"/>
                  </a:lnTo>
                  <a:lnTo>
                    <a:pt x="39" y="2858"/>
                  </a:lnTo>
                  <a:lnTo>
                    <a:pt x="0" y="3399"/>
                  </a:lnTo>
                  <a:lnTo>
                    <a:pt x="39" y="4055"/>
                  </a:lnTo>
                  <a:lnTo>
                    <a:pt x="116" y="4364"/>
                  </a:lnTo>
                  <a:lnTo>
                    <a:pt x="193" y="4673"/>
                  </a:lnTo>
                  <a:lnTo>
                    <a:pt x="309" y="4943"/>
                  </a:lnTo>
                  <a:lnTo>
                    <a:pt x="425" y="5214"/>
                  </a:lnTo>
                  <a:lnTo>
                    <a:pt x="579" y="5445"/>
                  </a:lnTo>
                  <a:lnTo>
                    <a:pt x="734" y="5677"/>
                  </a:lnTo>
                  <a:lnTo>
                    <a:pt x="927" y="5870"/>
                  </a:lnTo>
                  <a:lnTo>
                    <a:pt x="1120" y="6063"/>
                  </a:lnTo>
                  <a:lnTo>
                    <a:pt x="1390" y="6218"/>
                  </a:lnTo>
                  <a:lnTo>
                    <a:pt x="1622" y="6372"/>
                  </a:lnTo>
                  <a:lnTo>
                    <a:pt x="1892" y="6449"/>
                  </a:lnTo>
                  <a:lnTo>
                    <a:pt x="2201" y="6527"/>
                  </a:lnTo>
                  <a:lnTo>
                    <a:pt x="2549" y="6565"/>
                  </a:lnTo>
                  <a:lnTo>
                    <a:pt x="2896" y="6565"/>
                  </a:lnTo>
                  <a:lnTo>
                    <a:pt x="3205" y="6527"/>
                  </a:lnTo>
                  <a:lnTo>
                    <a:pt x="3476" y="6449"/>
                  </a:lnTo>
                  <a:lnTo>
                    <a:pt x="3784" y="6334"/>
                  </a:lnTo>
                  <a:lnTo>
                    <a:pt x="4055" y="6218"/>
                  </a:lnTo>
                  <a:lnTo>
                    <a:pt x="4325" y="6063"/>
                  </a:lnTo>
                  <a:lnTo>
                    <a:pt x="4557" y="5909"/>
                  </a:lnTo>
                  <a:lnTo>
                    <a:pt x="4788" y="5716"/>
                  </a:lnTo>
                  <a:lnTo>
                    <a:pt x="4982" y="5484"/>
                  </a:lnTo>
                  <a:lnTo>
                    <a:pt x="5175" y="5252"/>
                  </a:lnTo>
                  <a:lnTo>
                    <a:pt x="5329" y="4982"/>
                  </a:lnTo>
                  <a:lnTo>
                    <a:pt x="5483" y="4750"/>
                  </a:lnTo>
                  <a:lnTo>
                    <a:pt x="5599" y="4441"/>
                  </a:lnTo>
                  <a:lnTo>
                    <a:pt x="5677" y="4171"/>
                  </a:lnTo>
                  <a:lnTo>
                    <a:pt x="5754" y="3862"/>
                  </a:lnTo>
                  <a:lnTo>
                    <a:pt x="5792" y="3553"/>
                  </a:lnTo>
                  <a:lnTo>
                    <a:pt x="5792" y="3244"/>
                  </a:lnTo>
                  <a:lnTo>
                    <a:pt x="5792" y="2935"/>
                  </a:lnTo>
                  <a:lnTo>
                    <a:pt x="5715" y="2626"/>
                  </a:lnTo>
                  <a:lnTo>
                    <a:pt x="5638" y="2318"/>
                  </a:lnTo>
                  <a:lnTo>
                    <a:pt x="5561" y="2047"/>
                  </a:lnTo>
                  <a:lnTo>
                    <a:pt x="5406" y="1777"/>
                  </a:lnTo>
                  <a:lnTo>
                    <a:pt x="5252" y="1507"/>
                  </a:lnTo>
                  <a:lnTo>
                    <a:pt x="5059" y="1275"/>
                  </a:lnTo>
                  <a:lnTo>
                    <a:pt x="4866" y="1043"/>
                  </a:lnTo>
                  <a:lnTo>
                    <a:pt x="4634" y="812"/>
                  </a:lnTo>
                  <a:lnTo>
                    <a:pt x="4402" y="619"/>
                  </a:lnTo>
                  <a:lnTo>
                    <a:pt x="4132" y="464"/>
                  </a:lnTo>
                  <a:lnTo>
                    <a:pt x="3862" y="310"/>
                  </a:lnTo>
                  <a:lnTo>
                    <a:pt x="3591" y="194"/>
                  </a:lnTo>
                  <a:lnTo>
                    <a:pt x="3282" y="117"/>
                  </a:lnTo>
                  <a:lnTo>
                    <a:pt x="2974" y="39"/>
                  </a:lnTo>
                  <a:lnTo>
                    <a:pt x="266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9"/>
            <p:cNvSpPr/>
            <p:nvPr/>
          </p:nvSpPr>
          <p:spPr>
            <a:xfrm>
              <a:off x="2452675" y="2582825"/>
              <a:ext cx="296400" cy="356250"/>
            </a:xfrm>
            <a:custGeom>
              <a:avLst/>
              <a:gdLst/>
              <a:ahLst/>
              <a:cxnLst/>
              <a:rect l="l" t="t" r="r" b="b"/>
              <a:pathLst>
                <a:path w="11856" h="14250" extrusionOk="0">
                  <a:moveTo>
                    <a:pt x="7221" y="1"/>
                  </a:moveTo>
                  <a:lnTo>
                    <a:pt x="6990" y="194"/>
                  </a:lnTo>
                  <a:lnTo>
                    <a:pt x="8032" y="1777"/>
                  </a:lnTo>
                  <a:lnTo>
                    <a:pt x="9114" y="3283"/>
                  </a:lnTo>
                  <a:lnTo>
                    <a:pt x="8032" y="2704"/>
                  </a:lnTo>
                  <a:lnTo>
                    <a:pt x="6913" y="2202"/>
                  </a:lnTo>
                  <a:lnTo>
                    <a:pt x="6758" y="2472"/>
                  </a:lnTo>
                  <a:lnTo>
                    <a:pt x="8225" y="3283"/>
                  </a:lnTo>
                  <a:lnTo>
                    <a:pt x="9731" y="4094"/>
                  </a:lnTo>
                  <a:lnTo>
                    <a:pt x="10388" y="4905"/>
                  </a:lnTo>
                  <a:lnTo>
                    <a:pt x="10388" y="4943"/>
                  </a:lnTo>
                  <a:lnTo>
                    <a:pt x="10697" y="4827"/>
                  </a:lnTo>
                  <a:lnTo>
                    <a:pt x="10658" y="4712"/>
                  </a:lnTo>
                  <a:lnTo>
                    <a:pt x="10620" y="4596"/>
                  </a:lnTo>
                  <a:lnTo>
                    <a:pt x="10620" y="4596"/>
                  </a:lnTo>
                  <a:lnTo>
                    <a:pt x="10929" y="4712"/>
                  </a:lnTo>
                  <a:lnTo>
                    <a:pt x="11160" y="4827"/>
                  </a:lnTo>
                  <a:lnTo>
                    <a:pt x="11315" y="5021"/>
                  </a:lnTo>
                  <a:lnTo>
                    <a:pt x="11431" y="5252"/>
                  </a:lnTo>
                  <a:lnTo>
                    <a:pt x="11469" y="5484"/>
                  </a:lnTo>
                  <a:lnTo>
                    <a:pt x="11469" y="5754"/>
                  </a:lnTo>
                  <a:lnTo>
                    <a:pt x="11431" y="6063"/>
                  </a:lnTo>
                  <a:lnTo>
                    <a:pt x="11353" y="6372"/>
                  </a:lnTo>
                  <a:lnTo>
                    <a:pt x="11083" y="7028"/>
                  </a:lnTo>
                  <a:lnTo>
                    <a:pt x="10813" y="7646"/>
                  </a:lnTo>
                  <a:lnTo>
                    <a:pt x="10504" y="8148"/>
                  </a:lnTo>
                  <a:lnTo>
                    <a:pt x="10233" y="8573"/>
                  </a:lnTo>
                  <a:lnTo>
                    <a:pt x="9654" y="9345"/>
                  </a:lnTo>
                  <a:lnTo>
                    <a:pt x="9036" y="10079"/>
                  </a:lnTo>
                  <a:lnTo>
                    <a:pt x="8380" y="10736"/>
                  </a:lnTo>
                  <a:lnTo>
                    <a:pt x="7646" y="11353"/>
                  </a:lnTo>
                  <a:lnTo>
                    <a:pt x="6874" y="11933"/>
                  </a:lnTo>
                  <a:lnTo>
                    <a:pt x="6024" y="12435"/>
                  </a:lnTo>
                  <a:lnTo>
                    <a:pt x="5175" y="12898"/>
                  </a:lnTo>
                  <a:lnTo>
                    <a:pt x="4287" y="13284"/>
                  </a:lnTo>
                  <a:lnTo>
                    <a:pt x="3862" y="13439"/>
                  </a:lnTo>
                  <a:lnTo>
                    <a:pt x="3283" y="13632"/>
                  </a:lnTo>
                  <a:lnTo>
                    <a:pt x="2665" y="13786"/>
                  </a:lnTo>
                  <a:lnTo>
                    <a:pt x="1970" y="13941"/>
                  </a:lnTo>
                  <a:lnTo>
                    <a:pt x="1043" y="13941"/>
                  </a:lnTo>
                  <a:lnTo>
                    <a:pt x="811" y="13863"/>
                  </a:lnTo>
                  <a:lnTo>
                    <a:pt x="580" y="13709"/>
                  </a:lnTo>
                  <a:lnTo>
                    <a:pt x="425" y="13554"/>
                  </a:lnTo>
                  <a:lnTo>
                    <a:pt x="309" y="13323"/>
                  </a:lnTo>
                  <a:lnTo>
                    <a:pt x="232" y="13052"/>
                  </a:lnTo>
                  <a:lnTo>
                    <a:pt x="1" y="13130"/>
                  </a:lnTo>
                  <a:lnTo>
                    <a:pt x="1" y="13400"/>
                  </a:lnTo>
                  <a:lnTo>
                    <a:pt x="39" y="13632"/>
                  </a:lnTo>
                  <a:lnTo>
                    <a:pt x="155" y="13825"/>
                  </a:lnTo>
                  <a:lnTo>
                    <a:pt x="271" y="13941"/>
                  </a:lnTo>
                  <a:lnTo>
                    <a:pt x="464" y="14056"/>
                  </a:lnTo>
                  <a:lnTo>
                    <a:pt x="657" y="14172"/>
                  </a:lnTo>
                  <a:lnTo>
                    <a:pt x="889" y="14211"/>
                  </a:lnTo>
                  <a:lnTo>
                    <a:pt x="1120" y="14249"/>
                  </a:lnTo>
                  <a:lnTo>
                    <a:pt x="1661" y="14249"/>
                  </a:lnTo>
                  <a:lnTo>
                    <a:pt x="2163" y="14211"/>
                  </a:lnTo>
                  <a:lnTo>
                    <a:pt x="2665" y="14134"/>
                  </a:lnTo>
                  <a:lnTo>
                    <a:pt x="3051" y="14056"/>
                  </a:lnTo>
                  <a:lnTo>
                    <a:pt x="3708" y="13863"/>
                  </a:lnTo>
                  <a:lnTo>
                    <a:pt x="4364" y="13632"/>
                  </a:lnTo>
                  <a:lnTo>
                    <a:pt x="5020" y="13361"/>
                  </a:lnTo>
                  <a:lnTo>
                    <a:pt x="5638" y="13091"/>
                  </a:lnTo>
                  <a:lnTo>
                    <a:pt x="6256" y="12743"/>
                  </a:lnTo>
                  <a:lnTo>
                    <a:pt x="6835" y="12396"/>
                  </a:lnTo>
                  <a:lnTo>
                    <a:pt x="7415" y="12010"/>
                  </a:lnTo>
                  <a:lnTo>
                    <a:pt x="7955" y="11585"/>
                  </a:lnTo>
                  <a:lnTo>
                    <a:pt x="8457" y="11160"/>
                  </a:lnTo>
                  <a:lnTo>
                    <a:pt x="8959" y="10697"/>
                  </a:lnTo>
                  <a:lnTo>
                    <a:pt x="9423" y="10234"/>
                  </a:lnTo>
                  <a:lnTo>
                    <a:pt x="9847" y="9732"/>
                  </a:lnTo>
                  <a:lnTo>
                    <a:pt x="10272" y="9191"/>
                  </a:lnTo>
                  <a:lnTo>
                    <a:pt x="10620" y="8650"/>
                  </a:lnTo>
                  <a:lnTo>
                    <a:pt x="11006" y="8071"/>
                  </a:lnTo>
                  <a:lnTo>
                    <a:pt x="11315" y="7492"/>
                  </a:lnTo>
                  <a:lnTo>
                    <a:pt x="11546" y="6951"/>
                  </a:lnTo>
                  <a:lnTo>
                    <a:pt x="11778" y="6411"/>
                  </a:lnTo>
                  <a:lnTo>
                    <a:pt x="11817" y="6102"/>
                  </a:lnTo>
                  <a:lnTo>
                    <a:pt x="11855" y="5831"/>
                  </a:lnTo>
                  <a:lnTo>
                    <a:pt x="11855" y="5523"/>
                  </a:lnTo>
                  <a:lnTo>
                    <a:pt x="11778" y="5252"/>
                  </a:lnTo>
                  <a:lnTo>
                    <a:pt x="11701" y="5021"/>
                  </a:lnTo>
                  <a:lnTo>
                    <a:pt x="11585" y="4866"/>
                  </a:lnTo>
                  <a:lnTo>
                    <a:pt x="11469" y="4673"/>
                  </a:lnTo>
                  <a:lnTo>
                    <a:pt x="11315" y="4519"/>
                  </a:lnTo>
                  <a:lnTo>
                    <a:pt x="11122" y="4403"/>
                  </a:lnTo>
                  <a:lnTo>
                    <a:pt x="10929" y="4325"/>
                  </a:lnTo>
                  <a:lnTo>
                    <a:pt x="10735" y="4248"/>
                  </a:lnTo>
                  <a:lnTo>
                    <a:pt x="10504" y="4210"/>
                  </a:lnTo>
                  <a:lnTo>
                    <a:pt x="10465" y="4248"/>
                  </a:lnTo>
                  <a:lnTo>
                    <a:pt x="10388" y="4248"/>
                  </a:lnTo>
                  <a:lnTo>
                    <a:pt x="9654" y="3167"/>
                  </a:lnTo>
                  <a:lnTo>
                    <a:pt x="8882" y="2086"/>
                  </a:lnTo>
                  <a:lnTo>
                    <a:pt x="8032" y="1043"/>
                  </a:lnTo>
                  <a:lnTo>
                    <a:pt x="72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9"/>
            <p:cNvSpPr/>
            <p:nvPr/>
          </p:nvSpPr>
          <p:spPr>
            <a:xfrm>
              <a:off x="581775" y="2586700"/>
              <a:ext cx="44450" cy="43450"/>
            </a:xfrm>
            <a:custGeom>
              <a:avLst/>
              <a:gdLst/>
              <a:ahLst/>
              <a:cxnLst/>
              <a:rect l="l" t="t" r="r" b="b"/>
              <a:pathLst>
                <a:path w="1778" h="1738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25"/>
                  </a:lnTo>
                  <a:lnTo>
                    <a:pt x="1314" y="579"/>
                  </a:lnTo>
                  <a:lnTo>
                    <a:pt x="1391" y="772"/>
                  </a:lnTo>
                  <a:lnTo>
                    <a:pt x="1391" y="965"/>
                  </a:lnTo>
                  <a:lnTo>
                    <a:pt x="1352" y="1043"/>
                  </a:lnTo>
                  <a:lnTo>
                    <a:pt x="1275" y="1120"/>
                  </a:lnTo>
                  <a:lnTo>
                    <a:pt x="1198" y="1197"/>
                  </a:lnTo>
                  <a:lnTo>
                    <a:pt x="1082" y="1274"/>
                  </a:lnTo>
                  <a:lnTo>
                    <a:pt x="889" y="1352"/>
                  </a:lnTo>
                  <a:lnTo>
                    <a:pt x="696" y="1313"/>
                  </a:lnTo>
                  <a:lnTo>
                    <a:pt x="542" y="1236"/>
                  </a:lnTo>
                  <a:lnTo>
                    <a:pt x="426" y="1081"/>
                  </a:lnTo>
                  <a:lnTo>
                    <a:pt x="387" y="888"/>
                  </a:lnTo>
                  <a:lnTo>
                    <a:pt x="387" y="734"/>
                  </a:lnTo>
                  <a:lnTo>
                    <a:pt x="464" y="541"/>
                  </a:lnTo>
                  <a:lnTo>
                    <a:pt x="542" y="386"/>
                  </a:lnTo>
                  <a:lnTo>
                    <a:pt x="542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9" y="39"/>
                  </a:lnTo>
                  <a:lnTo>
                    <a:pt x="464" y="116"/>
                  </a:lnTo>
                  <a:lnTo>
                    <a:pt x="426" y="155"/>
                  </a:lnTo>
                  <a:lnTo>
                    <a:pt x="348" y="155"/>
                  </a:lnTo>
                  <a:lnTo>
                    <a:pt x="233" y="232"/>
                  </a:lnTo>
                  <a:lnTo>
                    <a:pt x="117" y="348"/>
                  </a:lnTo>
                  <a:lnTo>
                    <a:pt x="40" y="502"/>
                  </a:lnTo>
                  <a:lnTo>
                    <a:pt x="1" y="657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40" y="1159"/>
                  </a:lnTo>
                  <a:lnTo>
                    <a:pt x="117" y="1313"/>
                  </a:lnTo>
                  <a:lnTo>
                    <a:pt x="194" y="1467"/>
                  </a:lnTo>
                  <a:lnTo>
                    <a:pt x="348" y="1583"/>
                  </a:lnTo>
                  <a:lnTo>
                    <a:pt x="464" y="1660"/>
                  </a:lnTo>
                  <a:lnTo>
                    <a:pt x="619" y="1699"/>
                  </a:lnTo>
                  <a:lnTo>
                    <a:pt x="812" y="1738"/>
                  </a:lnTo>
                  <a:lnTo>
                    <a:pt x="966" y="1738"/>
                  </a:lnTo>
                  <a:lnTo>
                    <a:pt x="1121" y="1699"/>
                  </a:lnTo>
                  <a:lnTo>
                    <a:pt x="1275" y="1622"/>
                  </a:lnTo>
                  <a:lnTo>
                    <a:pt x="1430" y="1506"/>
                  </a:lnTo>
                  <a:lnTo>
                    <a:pt x="1584" y="1390"/>
                  </a:lnTo>
                  <a:lnTo>
                    <a:pt x="1661" y="1236"/>
                  </a:lnTo>
                  <a:lnTo>
                    <a:pt x="1739" y="1081"/>
                  </a:lnTo>
                  <a:lnTo>
                    <a:pt x="1777" y="927"/>
                  </a:lnTo>
                  <a:lnTo>
                    <a:pt x="1777" y="772"/>
                  </a:lnTo>
                  <a:lnTo>
                    <a:pt x="1739" y="579"/>
                  </a:lnTo>
                  <a:lnTo>
                    <a:pt x="1661" y="425"/>
                  </a:lnTo>
                  <a:lnTo>
                    <a:pt x="1545" y="270"/>
                  </a:lnTo>
                  <a:lnTo>
                    <a:pt x="1430" y="155"/>
                  </a:lnTo>
                  <a:lnTo>
                    <a:pt x="1275" y="77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9"/>
            <p:cNvSpPr/>
            <p:nvPr/>
          </p:nvSpPr>
          <p:spPr>
            <a:xfrm>
              <a:off x="6717675" y="2588625"/>
              <a:ext cx="42525" cy="41525"/>
            </a:xfrm>
            <a:custGeom>
              <a:avLst/>
              <a:gdLst/>
              <a:ahLst/>
              <a:cxnLst/>
              <a:rect l="l" t="t" r="r" b="b"/>
              <a:pathLst>
                <a:path w="1701" h="1661" extrusionOk="0">
                  <a:moveTo>
                    <a:pt x="1121" y="386"/>
                  </a:moveTo>
                  <a:lnTo>
                    <a:pt x="1198" y="464"/>
                  </a:lnTo>
                  <a:lnTo>
                    <a:pt x="1237" y="541"/>
                  </a:lnTo>
                  <a:lnTo>
                    <a:pt x="1314" y="695"/>
                  </a:lnTo>
                  <a:lnTo>
                    <a:pt x="1314" y="927"/>
                  </a:lnTo>
                  <a:lnTo>
                    <a:pt x="1237" y="1082"/>
                  </a:lnTo>
                  <a:lnTo>
                    <a:pt x="1159" y="1159"/>
                  </a:lnTo>
                  <a:lnTo>
                    <a:pt x="1082" y="1197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2" y="1120"/>
                  </a:lnTo>
                  <a:lnTo>
                    <a:pt x="464" y="1043"/>
                  </a:lnTo>
                  <a:lnTo>
                    <a:pt x="426" y="966"/>
                  </a:lnTo>
                  <a:lnTo>
                    <a:pt x="387" y="850"/>
                  </a:lnTo>
                  <a:lnTo>
                    <a:pt x="387" y="773"/>
                  </a:lnTo>
                  <a:lnTo>
                    <a:pt x="426" y="541"/>
                  </a:lnTo>
                  <a:lnTo>
                    <a:pt x="542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735" y="0"/>
                  </a:moveTo>
                  <a:lnTo>
                    <a:pt x="619" y="39"/>
                  </a:lnTo>
                  <a:lnTo>
                    <a:pt x="503" y="116"/>
                  </a:lnTo>
                  <a:lnTo>
                    <a:pt x="349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41"/>
                  </a:lnTo>
                  <a:lnTo>
                    <a:pt x="40" y="695"/>
                  </a:lnTo>
                  <a:lnTo>
                    <a:pt x="1" y="850"/>
                  </a:lnTo>
                  <a:lnTo>
                    <a:pt x="40" y="1004"/>
                  </a:lnTo>
                  <a:lnTo>
                    <a:pt x="78" y="1159"/>
                  </a:lnTo>
                  <a:lnTo>
                    <a:pt x="194" y="1313"/>
                  </a:lnTo>
                  <a:lnTo>
                    <a:pt x="310" y="1468"/>
                  </a:lnTo>
                  <a:lnTo>
                    <a:pt x="464" y="1545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583"/>
                  </a:lnTo>
                  <a:lnTo>
                    <a:pt x="1353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2"/>
                  </a:lnTo>
                  <a:lnTo>
                    <a:pt x="1700" y="888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8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9"/>
            <p:cNvSpPr/>
            <p:nvPr/>
          </p:nvSpPr>
          <p:spPr>
            <a:xfrm>
              <a:off x="587575" y="259247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29"/>
                  </a:lnTo>
                  <a:lnTo>
                    <a:pt x="3939" y="4248"/>
                  </a:lnTo>
                  <a:lnTo>
                    <a:pt x="4017" y="5368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878"/>
                  </a:lnTo>
                  <a:lnTo>
                    <a:pt x="3901" y="8535"/>
                  </a:lnTo>
                  <a:lnTo>
                    <a:pt x="3746" y="9114"/>
                  </a:lnTo>
                  <a:lnTo>
                    <a:pt x="3515" y="9693"/>
                  </a:lnTo>
                  <a:lnTo>
                    <a:pt x="3244" y="10234"/>
                  </a:lnTo>
                  <a:lnTo>
                    <a:pt x="3013" y="10543"/>
                  </a:lnTo>
                  <a:lnTo>
                    <a:pt x="2781" y="10736"/>
                  </a:lnTo>
                  <a:lnTo>
                    <a:pt x="2472" y="10851"/>
                  </a:lnTo>
                  <a:lnTo>
                    <a:pt x="2202" y="10851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465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54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57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580" y="2742"/>
                  </a:lnTo>
                  <a:lnTo>
                    <a:pt x="1352" y="2356"/>
                  </a:lnTo>
                  <a:lnTo>
                    <a:pt x="2163" y="1931"/>
                  </a:lnTo>
                  <a:lnTo>
                    <a:pt x="2935" y="1429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01" y="1"/>
                  </a:moveTo>
                  <a:lnTo>
                    <a:pt x="3476" y="310"/>
                  </a:lnTo>
                  <a:lnTo>
                    <a:pt x="3051" y="619"/>
                  </a:lnTo>
                  <a:lnTo>
                    <a:pt x="2626" y="966"/>
                  </a:lnTo>
                  <a:lnTo>
                    <a:pt x="2202" y="1275"/>
                  </a:lnTo>
                  <a:lnTo>
                    <a:pt x="1313" y="1893"/>
                  </a:lnTo>
                  <a:lnTo>
                    <a:pt x="425" y="2433"/>
                  </a:lnTo>
                  <a:lnTo>
                    <a:pt x="348" y="2511"/>
                  </a:lnTo>
                  <a:lnTo>
                    <a:pt x="348" y="2627"/>
                  </a:lnTo>
                  <a:lnTo>
                    <a:pt x="271" y="2665"/>
                  </a:lnTo>
                  <a:lnTo>
                    <a:pt x="232" y="2781"/>
                  </a:lnTo>
                  <a:lnTo>
                    <a:pt x="194" y="3785"/>
                  </a:lnTo>
                  <a:lnTo>
                    <a:pt x="155" y="4828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577"/>
                  </a:lnTo>
                  <a:lnTo>
                    <a:pt x="503" y="10041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391" y="11160"/>
                  </a:lnTo>
                  <a:lnTo>
                    <a:pt x="1622" y="11276"/>
                  </a:lnTo>
                  <a:lnTo>
                    <a:pt x="1815" y="11353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19" y="11315"/>
                  </a:lnTo>
                  <a:lnTo>
                    <a:pt x="3051" y="11199"/>
                  </a:lnTo>
                  <a:lnTo>
                    <a:pt x="3283" y="11045"/>
                  </a:lnTo>
                  <a:lnTo>
                    <a:pt x="3476" y="10851"/>
                  </a:lnTo>
                  <a:lnTo>
                    <a:pt x="3669" y="10620"/>
                  </a:lnTo>
                  <a:lnTo>
                    <a:pt x="3823" y="10388"/>
                  </a:lnTo>
                  <a:lnTo>
                    <a:pt x="3978" y="10118"/>
                  </a:lnTo>
                  <a:lnTo>
                    <a:pt x="4171" y="9539"/>
                  </a:lnTo>
                  <a:lnTo>
                    <a:pt x="4325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183"/>
                  </a:lnTo>
                  <a:lnTo>
                    <a:pt x="4596" y="6642"/>
                  </a:lnTo>
                  <a:lnTo>
                    <a:pt x="4596" y="6102"/>
                  </a:lnTo>
                  <a:lnTo>
                    <a:pt x="4519" y="4982"/>
                  </a:lnTo>
                  <a:lnTo>
                    <a:pt x="4441" y="3862"/>
                  </a:lnTo>
                  <a:lnTo>
                    <a:pt x="4325" y="2742"/>
                  </a:lnTo>
                  <a:lnTo>
                    <a:pt x="4287" y="2395"/>
                  </a:lnTo>
                  <a:lnTo>
                    <a:pt x="4210" y="1429"/>
                  </a:lnTo>
                  <a:lnTo>
                    <a:pt x="4132" y="503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9"/>
            <p:cNvSpPr/>
            <p:nvPr/>
          </p:nvSpPr>
          <p:spPr>
            <a:xfrm>
              <a:off x="6526550" y="261565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116" y="1"/>
                  </a:moveTo>
                  <a:lnTo>
                    <a:pt x="39" y="116"/>
                  </a:lnTo>
                  <a:lnTo>
                    <a:pt x="0" y="232"/>
                  </a:lnTo>
                  <a:lnTo>
                    <a:pt x="39" y="348"/>
                  </a:lnTo>
                  <a:lnTo>
                    <a:pt x="348" y="850"/>
                  </a:lnTo>
                  <a:lnTo>
                    <a:pt x="657" y="1352"/>
                  </a:lnTo>
                  <a:lnTo>
                    <a:pt x="1004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3" y="3553"/>
                  </a:lnTo>
                  <a:lnTo>
                    <a:pt x="3205" y="3901"/>
                  </a:lnTo>
                  <a:lnTo>
                    <a:pt x="3553" y="3746"/>
                  </a:lnTo>
                  <a:lnTo>
                    <a:pt x="2781" y="2974"/>
                  </a:lnTo>
                  <a:lnTo>
                    <a:pt x="2047" y="2202"/>
                  </a:lnTo>
                  <a:lnTo>
                    <a:pt x="1352" y="1429"/>
                  </a:lnTo>
                  <a:lnTo>
                    <a:pt x="1043" y="966"/>
                  </a:lnTo>
                  <a:lnTo>
                    <a:pt x="734" y="541"/>
                  </a:lnTo>
                  <a:lnTo>
                    <a:pt x="1622" y="657"/>
                  </a:lnTo>
                  <a:lnTo>
                    <a:pt x="2510" y="850"/>
                  </a:lnTo>
                  <a:lnTo>
                    <a:pt x="3012" y="1004"/>
                  </a:lnTo>
                  <a:lnTo>
                    <a:pt x="3514" y="1198"/>
                  </a:lnTo>
                  <a:lnTo>
                    <a:pt x="4016" y="1352"/>
                  </a:lnTo>
                  <a:lnTo>
                    <a:pt x="4480" y="1506"/>
                  </a:lnTo>
                  <a:lnTo>
                    <a:pt x="4595" y="1468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4" y="1506"/>
                  </a:lnTo>
                  <a:lnTo>
                    <a:pt x="4982" y="1391"/>
                  </a:lnTo>
                  <a:lnTo>
                    <a:pt x="4634" y="1120"/>
                  </a:lnTo>
                  <a:lnTo>
                    <a:pt x="4171" y="850"/>
                  </a:lnTo>
                  <a:lnTo>
                    <a:pt x="3630" y="618"/>
                  </a:lnTo>
                  <a:lnTo>
                    <a:pt x="3089" y="425"/>
                  </a:lnTo>
                  <a:lnTo>
                    <a:pt x="2510" y="309"/>
                  </a:lnTo>
                  <a:lnTo>
                    <a:pt x="1931" y="194"/>
                  </a:lnTo>
                  <a:lnTo>
                    <a:pt x="1352" y="116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9"/>
            <p:cNvSpPr/>
            <p:nvPr/>
          </p:nvSpPr>
          <p:spPr>
            <a:xfrm>
              <a:off x="1725750" y="2629175"/>
              <a:ext cx="67600" cy="76275"/>
            </a:xfrm>
            <a:custGeom>
              <a:avLst/>
              <a:gdLst/>
              <a:ahLst/>
              <a:cxnLst/>
              <a:rect l="l" t="t" r="r" b="b"/>
              <a:pathLst>
                <a:path w="2704" h="3051" extrusionOk="0">
                  <a:moveTo>
                    <a:pt x="1159" y="425"/>
                  </a:moveTo>
                  <a:lnTo>
                    <a:pt x="1429" y="502"/>
                  </a:lnTo>
                  <a:lnTo>
                    <a:pt x="1661" y="618"/>
                  </a:lnTo>
                  <a:lnTo>
                    <a:pt x="1854" y="772"/>
                  </a:lnTo>
                  <a:lnTo>
                    <a:pt x="2008" y="965"/>
                  </a:lnTo>
                  <a:lnTo>
                    <a:pt x="2124" y="1120"/>
                  </a:lnTo>
                  <a:lnTo>
                    <a:pt x="2202" y="1313"/>
                  </a:lnTo>
                  <a:lnTo>
                    <a:pt x="2317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2" y="2394"/>
                  </a:lnTo>
                  <a:lnTo>
                    <a:pt x="2047" y="2278"/>
                  </a:lnTo>
                  <a:lnTo>
                    <a:pt x="1622" y="2047"/>
                  </a:lnTo>
                  <a:lnTo>
                    <a:pt x="1236" y="1892"/>
                  </a:lnTo>
                  <a:lnTo>
                    <a:pt x="1004" y="1776"/>
                  </a:lnTo>
                  <a:lnTo>
                    <a:pt x="811" y="1661"/>
                  </a:lnTo>
                  <a:lnTo>
                    <a:pt x="618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1"/>
                  </a:lnTo>
                  <a:lnTo>
                    <a:pt x="541" y="657"/>
                  </a:lnTo>
                  <a:lnTo>
                    <a:pt x="618" y="579"/>
                  </a:lnTo>
                  <a:lnTo>
                    <a:pt x="696" y="502"/>
                  </a:lnTo>
                  <a:lnTo>
                    <a:pt x="811" y="463"/>
                  </a:lnTo>
                  <a:lnTo>
                    <a:pt x="927" y="425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0"/>
                  </a:lnTo>
                  <a:lnTo>
                    <a:pt x="194" y="425"/>
                  </a:lnTo>
                  <a:lnTo>
                    <a:pt x="78" y="618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1" y="1236"/>
                  </a:lnTo>
                  <a:lnTo>
                    <a:pt x="39" y="1429"/>
                  </a:lnTo>
                  <a:lnTo>
                    <a:pt x="155" y="1622"/>
                  </a:lnTo>
                  <a:lnTo>
                    <a:pt x="387" y="1854"/>
                  </a:lnTo>
                  <a:lnTo>
                    <a:pt x="618" y="2047"/>
                  </a:lnTo>
                  <a:lnTo>
                    <a:pt x="889" y="2201"/>
                  </a:lnTo>
                  <a:lnTo>
                    <a:pt x="1198" y="2317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8" y="2742"/>
                  </a:lnTo>
                  <a:lnTo>
                    <a:pt x="2202" y="2973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0" y="3012"/>
                  </a:lnTo>
                  <a:lnTo>
                    <a:pt x="2588" y="2973"/>
                  </a:lnTo>
                  <a:lnTo>
                    <a:pt x="2626" y="2896"/>
                  </a:lnTo>
                  <a:lnTo>
                    <a:pt x="2704" y="2317"/>
                  </a:lnTo>
                  <a:lnTo>
                    <a:pt x="2704" y="2008"/>
                  </a:lnTo>
                  <a:lnTo>
                    <a:pt x="2704" y="1699"/>
                  </a:lnTo>
                  <a:lnTo>
                    <a:pt x="2626" y="1429"/>
                  </a:lnTo>
                  <a:lnTo>
                    <a:pt x="2549" y="1120"/>
                  </a:lnTo>
                  <a:lnTo>
                    <a:pt x="2433" y="850"/>
                  </a:lnTo>
                  <a:lnTo>
                    <a:pt x="2279" y="579"/>
                  </a:lnTo>
                  <a:lnTo>
                    <a:pt x="2124" y="425"/>
                  </a:lnTo>
                  <a:lnTo>
                    <a:pt x="1931" y="270"/>
                  </a:lnTo>
                  <a:lnTo>
                    <a:pt x="1700" y="116"/>
                  </a:lnTo>
                  <a:lnTo>
                    <a:pt x="1506" y="39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9"/>
            <p:cNvSpPr/>
            <p:nvPr/>
          </p:nvSpPr>
          <p:spPr>
            <a:xfrm>
              <a:off x="2602300" y="2637850"/>
              <a:ext cx="63750" cy="173800"/>
            </a:xfrm>
            <a:custGeom>
              <a:avLst/>
              <a:gdLst/>
              <a:ahLst/>
              <a:cxnLst/>
              <a:rect l="l" t="t" r="r" b="b"/>
              <a:pathLst>
                <a:path w="2550" h="6952" extrusionOk="0">
                  <a:moveTo>
                    <a:pt x="271" y="1"/>
                  </a:moveTo>
                  <a:lnTo>
                    <a:pt x="1" y="78"/>
                  </a:lnTo>
                  <a:lnTo>
                    <a:pt x="232" y="927"/>
                  </a:lnTo>
                  <a:lnTo>
                    <a:pt x="503" y="1816"/>
                  </a:lnTo>
                  <a:lnTo>
                    <a:pt x="1082" y="3515"/>
                  </a:lnTo>
                  <a:lnTo>
                    <a:pt x="2318" y="6951"/>
                  </a:lnTo>
                  <a:lnTo>
                    <a:pt x="2549" y="6874"/>
                  </a:lnTo>
                  <a:lnTo>
                    <a:pt x="2047" y="5136"/>
                  </a:lnTo>
                  <a:lnTo>
                    <a:pt x="1507" y="3399"/>
                  </a:lnTo>
                  <a:lnTo>
                    <a:pt x="928" y="1661"/>
                  </a:lnTo>
                  <a:lnTo>
                    <a:pt x="619" y="81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9"/>
            <p:cNvSpPr/>
            <p:nvPr/>
          </p:nvSpPr>
          <p:spPr>
            <a:xfrm>
              <a:off x="531575" y="263882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121" y="386"/>
                  </a:moveTo>
                  <a:lnTo>
                    <a:pt x="1198" y="464"/>
                  </a:lnTo>
                  <a:lnTo>
                    <a:pt x="1237" y="541"/>
                  </a:lnTo>
                  <a:lnTo>
                    <a:pt x="1314" y="695"/>
                  </a:lnTo>
                  <a:lnTo>
                    <a:pt x="1314" y="927"/>
                  </a:lnTo>
                  <a:lnTo>
                    <a:pt x="1237" y="1081"/>
                  </a:lnTo>
                  <a:lnTo>
                    <a:pt x="1159" y="1159"/>
                  </a:lnTo>
                  <a:lnTo>
                    <a:pt x="1082" y="1197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2" y="1120"/>
                  </a:lnTo>
                  <a:lnTo>
                    <a:pt x="464" y="1043"/>
                  </a:lnTo>
                  <a:lnTo>
                    <a:pt x="426" y="966"/>
                  </a:lnTo>
                  <a:lnTo>
                    <a:pt x="387" y="850"/>
                  </a:lnTo>
                  <a:lnTo>
                    <a:pt x="387" y="773"/>
                  </a:lnTo>
                  <a:lnTo>
                    <a:pt x="426" y="541"/>
                  </a:lnTo>
                  <a:lnTo>
                    <a:pt x="542" y="579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735" y="0"/>
                  </a:moveTo>
                  <a:lnTo>
                    <a:pt x="619" y="39"/>
                  </a:lnTo>
                  <a:lnTo>
                    <a:pt x="503" y="116"/>
                  </a:lnTo>
                  <a:lnTo>
                    <a:pt x="348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41"/>
                  </a:lnTo>
                  <a:lnTo>
                    <a:pt x="40" y="695"/>
                  </a:lnTo>
                  <a:lnTo>
                    <a:pt x="1" y="850"/>
                  </a:lnTo>
                  <a:lnTo>
                    <a:pt x="40" y="1004"/>
                  </a:lnTo>
                  <a:lnTo>
                    <a:pt x="78" y="1159"/>
                  </a:lnTo>
                  <a:lnTo>
                    <a:pt x="194" y="1313"/>
                  </a:lnTo>
                  <a:lnTo>
                    <a:pt x="310" y="1468"/>
                  </a:lnTo>
                  <a:lnTo>
                    <a:pt x="464" y="1545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583"/>
                  </a:lnTo>
                  <a:lnTo>
                    <a:pt x="1352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1"/>
                  </a:lnTo>
                  <a:lnTo>
                    <a:pt x="1700" y="888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7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9"/>
            <p:cNvSpPr/>
            <p:nvPr/>
          </p:nvSpPr>
          <p:spPr>
            <a:xfrm>
              <a:off x="340450" y="266585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116" y="0"/>
                  </a:moveTo>
                  <a:lnTo>
                    <a:pt x="39" y="116"/>
                  </a:lnTo>
                  <a:lnTo>
                    <a:pt x="0" y="232"/>
                  </a:lnTo>
                  <a:lnTo>
                    <a:pt x="39" y="348"/>
                  </a:lnTo>
                  <a:lnTo>
                    <a:pt x="348" y="850"/>
                  </a:lnTo>
                  <a:lnTo>
                    <a:pt x="657" y="1352"/>
                  </a:lnTo>
                  <a:lnTo>
                    <a:pt x="1004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3" y="3553"/>
                  </a:lnTo>
                  <a:lnTo>
                    <a:pt x="3205" y="3901"/>
                  </a:lnTo>
                  <a:lnTo>
                    <a:pt x="3553" y="3746"/>
                  </a:lnTo>
                  <a:lnTo>
                    <a:pt x="2780" y="2974"/>
                  </a:lnTo>
                  <a:lnTo>
                    <a:pt x="2047" y="2202"/>
                  </a:lnTo>
                  <a:lnTo>
                    <a:pt x="1352" y="1429"/>
                  </a:lnTo>
                  <a:lnTo>
                    <a:pt x="1043" y="966"/>
                  </a:lnTo>
                  <a:lnTo>
                    <a:pt x="734" y="541"/>
                  </a:lnTo>
                  <a:lnTo>
                    <a:pt x="1622" y="657"/>
                  </a:lnTo>
                  <a:lnTo>
                    <a:pt x="2510" y="850"/>
                  </a:lnTo>
                  <a:lnTo>
                    <a:pt x="3012" y="1004"/>
                  </a:lnTo>
                  <a:lnTo>
                    <a:pt x="3514" y="1198"/>
                  </a:lnTo>
                  <a:lnTo>
                    <a:pt x="4016" y="1352"/>
                  </a:lnTo>
                  <a:lnTo>
                    <a:pt x="4480" y="1506"/>
                  </a:lnTo>
                  <a:lnTo>
                    <a:pt x="4595" y="1468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4" y="1506"/>
                  </a:lnTo>
                  <a:lnTo>
                    <a:pt x="4981" y="1391"/>
                  </a:lnTo>
                  <a:lnTo>
                    <a:pt x="4634" y="1120"/>
                  </a:lnTo>
                  <a:lnTo>
                    <a:pt x="4171" y="850"/>
                  </a:lnTo>
                  <a:lnTo>
                    <a:pt x="3630" y="618"/>
                  </a:lnTo>
                  <a:lnTo>
                    <a:pt x="3089" y="425"/>
                  </a:lnTo>
                  <a:lnTo>
                    <a:pt x="2510" y="309"/>
                  </a:lnTo>
                  <a:lnTo>
                    <a:pt x="1931" y="194"/>
                  </a:lnTo>
                  <a:lnTo>
                    <a:pt x="1352" y="116"/>
                  </a:lnTo>
                  <a:lnTo>
                    <a:pt x="27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9"/>
            <p:cNvSpPr/>
            <p:nvPr/>
          </p:nvSpPr>
          <p:spPr>
            <a:xfrm>
              <a:off x="6651075" y="2665850"/>
              <a:ext cx="126500" cy="69525"/>
            </a:xfrm>
            <a:custGeom>
              <a:avLst/>
              <a:gdLst/>
              <a:ahLst/>
              <a:cxnLst/>
              <a:rect l="l" t="t" r="r" b="b"/>
              <a:pathLst>
                <a:path w="5060" h="2781" extrusionOk="0">
                  <a:moveTo>
                    <a:pt x="4905" y="0"/>
                  </a:moveTo>
                  <a:lnTo>
                    <a:pt x="3823" y="618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395"/>
                  </a:lnTo>
                  <a:lnTo>
                    <a:pt x="39" y="2472"/>
                  </a:lnTo>
                  <a:lnTo>
                    <a:pt x="1" y="2588"/>
                  </a:lnTo>
                  <a:lnTo>
                    <a:pt x="39" y="2665"/>
                  </a:lnTo>
                  <a:lnTo>
                    <a:pt x="116" y="2742"/>
                  </a:lnTo>
                  <a:lnTo>
                    <a:pt x="387" y="2781"/>
                  </a:lnTo>
                  <a:lnTo>
                    <a:pt x="1082" y="2588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2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9"/>
            <p:cNvSpPr/>
            <p:nvPr/>
          </p:nvSpPr>
          <p:spPr>
            <a:xfrm>
              <a:off x="1793325" y="2698675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313" y="387"/>
                  </a:moveTo>
                  <a:lnTo>
                    <a:pt x="1507" y="464"/>
                  </a:lnTo>
                  <a:lnTo>
                    <a:pt x="1661" y="580"/>
                  </a:lnTo>
                  <a:lnTo>
                    <a:pt x="1777" y="734"/>
                  </a:lnTo>
                  <a:lnTo>
                    <a:pt x="1777" y="889"/>
                  </a:lnTo>
                  <a:lnTo>
                    <a:pt x="1777" y="927"/>
                  </a:lnTo>
                  <a:lnTo>
                    <a:pt x="1738" y="1004"/>
                  </a:lnTo>
                  <a:lnTo>
                    <a:pt x="1661" y="1043"/>
                  </a:lnTo>
                  <a:lnTo>
                    <a:pt x="1584" y="1082"/>
                  </a:lnTo>
                  <a:lnTo>
                    <a:pt x="1275" y="1120"/>
                  </a:lnTo>
                  <a:lnTo>
                    <a:pt x="927" y="1120"/>
                  </a:lnTo>
                  <a:lnTo>
                    <a:pt x="618" y="1159"/>
                  </a:lnTo>
                  <a:lnTo>
                    <a:pt x="464" y="1197"/>
                  </a:lnTo>
                  <a:lnTo>
                    <a:pt x="348" y="1275"/>
                  </a:lnTo>
                  <a:lnTo>
                    <a:pt x="348" y="1120"/>
                  </a:lnTo>
                  <a:lnTo>
                    <a:pt x="348" y="1004"/>
                  </a:lnTo>
                  <a:lnTo>
                    <a:pt x="387" y="850"/>
                  </a:lnTo>
                  <a:lnTo>
                    <a:pt x="464" y="734"/>
                  </a:lnTo>
                  <a:lnTo>
                    <a:pt x="580" y="618"/>
                  </a:lnTo>
                  <a:lnTo>
                    <a:pt x="657" y="502"/>
                  </a:lnTo>
                  <a:lnTo>
                    <a:pt x="811" y="425"/>
                  </a:lnTo>
                  <a:lnTo>
                    <a:pt x="966" y="387"/>
                  </a:lnTo>
                  <a:close/>
                  <a:moveTo>
                    <a:pt x="1005" y="0"/>
                  </a:moveTo>
                  <a:lnTo>
                    <a:pt x="811" y="39"/>
                  </a:lnTo>
                  <a:lnTo>
                    <a:pt x="618" y="116"/>
                  </a:lnTo>
                  <a:lnTo>
                    <a:pt x="425" y="232"/>
                  </a:lnTo>
                  <a:lnTo>
                    <a:pt x="271" y="348"/>
                  </a:lnTo>
                  <a:lnTo>
                    <a:pt x="155" y="502"/>
                  </a:lnTo>
                  <a:lnTo>
                    <a:pt x="78" y="695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29"/>
                  </a:lnTo>
                  <a:lnTo>
                    <a:pt x="116" y="1622"/>
                  </a:lnTo>
                  <a:lnTo>
                    <a:pt x="155" y="1738"/>
                  </a:lnTo>
                  <a:lnTo>
                    <a:pt x="232" y="1777"/>
                  </a:lnTo>
                  <a:lnTo>
                    <a:pt x="348" y="1815"/>
                  </a:lnTo>
                  <a:lnTo>
                    <a:pt x="425" y="1738"/>
                  </a:lnTo>
                  <a:lnTo>
                    <a:pt x="580" y="1622"/>
                  </a:lnTo>
                  <a:lnTo>
                    <a:pt x="696" y="1545"/>
                  </a:lnTo>
                  <a:lnTo>
                    <a:pt x="889" y="1506"/>
                  </a:lnTo>
                  <a:lnTo>
                    <a:pt x="1429" y="1506"/>
                  </a:lnTo>
                  <a:lnTo>
                    <a:pt x="1584" y="1468"/>
                  </a:lnTo>
                  <a:lnTo>
                    <a:pt x="1777" y="1429"/>
                  </a:lnTo>
                  <a:lnTo>
                    <a:pt x="1931" y="1352"/>
                  </a:lnTo>
                  <a:lnTo>
                    <a:pt x="2047" y="1236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8"/>
                  </a:lnTo>
                  <a:lnTo>
                    <a:pt x="2086" y="464"/>
                  </a:lnTo>
                  <a:lnTo>
                    <a:pt x="1970" y="309"/>
                  </a:lnTo>
                  <a:lnTo>
                    <a:pt x="1815" y="193"/>
                  </a:lnTo>
                  <a:lnTo>
                    <a:pt x="1622" y="78"/>
                  </a:lnTo>
                  <a:lnTo>
                    <a:pt x="142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9"/>
            <p:cNvSpPr/>
            <p:nvPr/>
          </p:nvSpPr>
          <p:spPr>
            <a:xfrm>
              <a:off x="2371575" y="2703500"/>
              <a:ext cx="351425" cy="207575"/>
            </a:xfrm>
            <a:custGeom>
              <a:avLst/>
              <a:gdLst/>
              <a:ahLst/>
              <a:cxnLst/>
              <a:rect l="l" t="t" r="r" b="b"/>
              <a:pathLst>
                <a:path w="14057" h="8303" extrusionOk="0">
                  <a:moveTo>
                    <a:pt x="13941" y="0"/>
                  </a:moveTo>
                  <a:lnTo>
                    <a:pt x="13632" y="116"/>
                  </a:lnTo>
                  <a:lnTo>
                    <a:pt x="13632" y="155"/>
                  </a:lnTo>
                  <a:lnTo>
                    <a:pt x="13555" y="773"/>
                  </a:lnTo>
                  <a:lnTo>
                    <a:pt x="13439" y="1313"/>
                  </a:lnTo>
                  <a:lnTo>
                    <a:pt x="13284" y="1854"/>
                  </a:lnTo>
                  <a:lnTo>
                    <a:pt x="13053" y="2395"/>
                  </a:lnTo>
                  <a:lnTo>
                    <a:pt x="12782" y="2897"/>
                  </a:lnTo>
                  <a:lnTo>
                    <a:pt x="12473" y="3360"/>
                  </a:lnTo>
                  <a:lnTo>
                    <a:pt x="12126" y="3823"/>
                  </a:lnTo>
                  <a:lnTo>
                    <a:pt x="11778" y="4248"/>
                  </a:lnTo>
                  <a:lnTo>
                    <a:pt x="11547" y="4325"/>
                  </a:lnTo>
                  <a:lnTo>
                    <a:pt x="11585" y="4441"/>
                  </a:lnTo>
                  <a:lnTo>
                    <a:pt x="11547" y="4480"/>
                  </a:lnTo>
                  <a:lnTo>
                    <a:pt x="11392" y="4557"/>
                  </a:lnTo>
                  <a:lnTo>
                    <a:pt x="11469" y="4557"/>
                  </a:lnTo>
                  <a:lnTo>
                    <a:pt x="10967" y="5020"/>
                  </a:lnTo>
                  <a:lnTo>
                    <a:pt x="10427" y="5445"/>
                  </a:lnTo>
                  <a:lnTo>
                    <a:pt x="9539" y="6063"/>
                  </a:lnTo>
                  <a:lnTo>
                    <a:pt x="8612" y="6642"/>
                  </a:lnTo>
                  <a:lnTo>
                    <a:pt x="8149" y="6912"/>
                  </a:lnTo>
                  <a:lnTo>
                    <a:pt x="7647" y="7144"/>
                  </a:lnTo>
                  <a:lnTo>
                    <a:pt x="7145" y="7376"/>
                  </a:lnTo>
                  <a:lnTo>
                    <a:pt x="6643" y="7569"/>
                  </a:lnTo>
                  <a:lnTo>
                    <a:pt x="6604" y="7453"/>
                  </a:lnTo>
                  <a:lnTo>
                    <a:pt x="6411" y="7492"/>
                  </a:lnTo>
                  <a:lnTo>
                    <a:pt x="4905" y="6372"/>
                  </a:lnTo>
                  <a:lnTo>
                    <a:pt x="3322" y="5291"/>
                  </a:lnTo>
                  <a:lnTo>
                    <a:pt x="1739" y="4248"/>
                  </a:lnTo>
                  <a:lnTo>
                    <a:pt x="78" y="3321"/>
                  </a:lnTo>
                  <a:lnTo>
                    <a:pt x="1" y="3399"/>
                  </a:lnTo>
                  <a:lnTo>
                    <a:pt x="3051" y="5600"/>
                  </a:lnTo>
                  <a:lnTo>
                    <a:pt x="6141" y="7723"/>
                  </a:lnTo>
                  <a:lnTo>
                    <a:pt x="5639" y="7839"/>
                  </a:lnTo>
                  <a:lnTo>
                    <a:pt x="5175" y="7916"/>
                  </a:lnTo>
                  <a:lnTo>
                    <a:pt x="4673" y="7955"/>
                  </a:lnTo>
                  <a:lnTo>
                    <a:pt x="4210" y="7994"/>
                  </a:lnTo>
                  <a:lnTo>
                    <a:pt x="4094" y="7994"/>
                  </a:lnTo>
                  <a:lnTo>
                    <a:pt x="4055" y="8071"/>
                  </a:lnTo>
                  <a:lnTo>
                    <a:pt x="4248" y="8303"/>
                  </a:lnTo>
                  <a:lnTo>
                    <a:pt x="5098" y="8303"/>
                  </a:lnTo>
                  <a:lnTo>
                    <a:pt x="5523" y="8264"/>
                  </a:lnTo>
                  <a:lnTo>
                    <a:pt x="5948" y="8187"/>
                  </a:lnTo>
                  <a:lnTo>
                    <a:pt x="6372" y="8110"/>
                  </a:lnTo>
                  <a:lnTo>
                    <a:pt x="6797" y="7955"/>
                  </a:lnTo>
                  <a:lnTo>
                    <a:pt x="7647" y="7646"/>
                  </a:lnTo>
                  <a:lnTo>
                    <a:pt x="8458" y="7221"/>
                  </a:lnTo>
                  <a:lnTo>
                    <a:pt x="9230" y="6758"/>
                  </a:lnTo>
                  <a:lnTo>
                    <a:pt x="10002" y="6295"/>
                  </a:lnTo>
                  <a:lnTo>
                    <a:pt x="10659" y="5793"/>
                  </a:lnTo>
                  <a:lnTo>
                    <a:pt x="11315" y="5252"/>
                  </a:lnTo>
                  <a:lnTo>
                    <a:pt x="11933" y="4673"/>
                  </a:lnTo>
                  <a:lnTo>
                    <a:pt x="12512" y="4055"/>
                  </a:lnTo>
                  <a:lnTo>
                    <a:pt x="12975" y="3360"/>
                  </a:lnTo>
                  <a:lnTo>
                    <a:pt x="13207" y="3012"/>
                  </a:lnTo>
                  <a:lnTo>
                    <a:pt x="13400" y="2665"/>
                  </a:lnTo>
                  <a:lnTo>
                    <a:pt x="13555" y="2279"/>
                  </a:lnTo>
                  <a:lnTo>
                    <a:pt x="13709" y="1893"/>
                  </a:lnTo>
                  <a:lnTo>
                    <a:pt x="13864" y="1506"/>
                  </a:lnTo>
                  <a:lnTo>
                    <a:pt x="13941" y="1082"/>
                  </a:lnTo>
                  <a:lnTo>
                    <a:pt x="14018" y="657"/>
                  </a:lnTo>
                  <a:lnTo>
                    <a:pt x="14057" y="232"/>
                  </a:lnTo>
                  <a:lnTo>
                    <a:pt x="14018" y="116"/>
                  </a:lnTo>
                  <a:lnTo>
                    <a:pt x="13941" y="39"/>
                  </a:lnTo>
                  <a:lnTo>
                    <a:pt x="1394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9"/>
            <p:cNvSpPr/>
            <p:nvPr/>
          </p:nvSpPr>
          <p:spPr>
            <a:xfrm>
              <a:off x="6594125" y="2709300"/>
              <a:ext cx="66625" cy="99450"/>
            </a:xfrm>
            <a:custGeom>
              <a:avLst/>
              <a:gdLst/>
              <a:ahLst/>
              <a:cxnLst/>
              <a:rect l="l" t="t" r="r" b="b"/>
              <a:pathLst>
                <a:path w="2665" h="3978" extrusionOk="0">
                  <a:moveTo>
                    <a:pt x="850" y="0"/>
                  </a:moveTo>
                  <a:lnTo>
                    <a:pt x="502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1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0" y="2703"/>
                  </a:lnTo>
                  <a:lnTo>
                    <a:pt x="39" y="2935"/>
                  </a:lnTo>
                  <a:lnTo>
                    <a:pt x="78" y="3167"/>
                  </a:lnTo>
                  <a:lnTo>
                    <a:pt x="155" y="3398"/>
                  </a:lnTo>
                  <a:lnTo>
                    <a:pt x="309" y="3591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8" y="3939"/>
                  </a:lnTo>
                  <a:lnTo>
                    <a:pt x="1120" y="3977"/>
                  </a:lnTo>
                  <a:lnTo>
                    <a:pt x="1313" y="3900"/>
                  </a:lnTo>
                  <a:lnTo>
                    <a:pt x="1506" y="3823"/>
                  </a:lnTo>
                  <a:lnTo>
                    <a:pt x="1661" y="3669"/>
                  </a:lnTo>
                  <a:lnTo>
                    <a:pt x="1815" y="3514"/>
                  </a:lnTo>
                  <a:lnTo>
                    <a:pt x="1970" y="3282"/>
                  </a:lnTo>
                  <a:lnTo>
                    <a:pt x="2085" y="3051"/>
                  </a:lnTo>
                  <a:lnTo>
                    <a:pt x="2317" y="2549"/>
                  </a:lnTo>
                  <a:lnTo>
                    <a:pt x="2472" y="2008"/>
                  </a:lnTo>
                  <a:lnTo>
                    <a:pt x="2626" y="1467"/>
                  </a:lnTo>
                  <a:lnTo>
                    <a:pt x="2665" y="1043"/>
                  </a:lnTo>
                  <a:lnTo>
                    <a:pt x="2394" y="1004"/>
                  </a:lnTo>
                  <a:lnTo>
                    <a:pt x="2008" y="2008"/>
                  </a:lnTo>
                  <a:lnTo>
                    <a:pt x="1738" y="2665"/>
                  </a:lnTo>
                  <a:lnTo>
                    <a:pt x="1545" y="3012"/>
                  </a:lnTo>
                  <a:lnTo>
                    <a:pt x="1468" y="3205"/>
                  </a:lnTo>
                  <a:lnTo>
                    <a:pt x="1313" y="3282"/>
                  </a:lnTo>
                  <a:lnTo>
                    <a:pt x="1159" y="3282"/>
                  </a:lnTo>
                  <a:lnTo>
                    <a:pt x="966" y="3205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3"/>
                  </a:lnTo>
                  <a:lnTo>
                    <a:pt x="541" y="2356"/>
                  </a:lnTo>
                  <a:lnTo>
                    <a:pt x="580" y="2047"/>
                  </a:lnTo>
                  <a:lnTo>
                    <a:pt x="618" y="1622"/>
                  </a:lnTo>
                  <a:lnTo>
                    <a:pt x="734" y="1197"/>
                  </a:lnTo>
                  <a:lnTo>
                    <a:pt x="888" y="772"/>
                  </a:lnTo>
                  <a:lnTo>
                    <a:pt x="1043" y="348"/>
                  </a:lnTo>
                  <a:lnTo>
                    <a:pt x="1082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9"/>
            <p:cNvSpPr/>
            <p:nvPr/>
          </p:nvSpPr>
          <p:spPr>
            <a:xfrm>
              <a:off x="464975" y="2716050"/>
              <a:ext cx="126500" cy="69525"/>
            </a:xfrm>
            <a:custGeom>
              <a:avLst/>
              <a:gdLst/>
              <a:ahLst/>
              <a:cxnLst/>
              <a:rect l="l" t="t" r="r" b="b"/>
              <a:pathLst>
                <a:path w="5060" h="2781" extrusionOk="0">
                  <a:moveTo>
                    <a:pt x="4905" y="0"/>
                  </a:moveTo>
                  <a:lnTo>
                    <a:pt x="3823" y="618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395"/>
                  </a:lnTo>
                  <a:lnTo>
                    <a:pt x="39" y="2472"/>
                  </a:lnTo>
                  <a:lnTo>
                    <a:pt x="0" y="2588"/>
                  </a:lnTo>
                  <a:lnTo>
                    <a:pt x="39" y="2665"/>
                  </a:lnTo>
                  <a:lnTo>
                    <a:pt x="116" y="2742"/>
                  </a:lnTo>
                  <a:lnTo>
                    <a:pt x="387" y="2781"/>
                  </a:lnTo>
                  <a:lnTo>
                    <a:pt x="1082" y="2588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2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9"/>
            <p:cNvSpPr/>
            <p:nvPr/>
          </p:nvSpPr>
          <p:spPr>
            <a:xfrm>
              <a:off x="2488400" y="2725700"/>
              <a:ext cx="48275" cy="165100"/>
            </a:xfrm>
            <a:custGeom>
              <a:avLst/>
              <a:gdLst/>
              <a:ahLst/>
              <a:cxnLst/>
              <a:rect l="l" t="t" r="r" b="b"/>
              <a:pathLst>
                <a:path w="1931" h="6604" extrusionOk="0">
                  <a:moveTo>
                    <a:pt x="271" y="1"/>
                  </a:moveTo>
                  <a:lnTo>
                    <a:pt x="193" y="39"/>
                  </a:lnTo>
                  <a:lnTo>
                    <a:pt x="155" y="39"/>
                  </a:lnTo>
                  <a:lnTo>
                    <a:pt x="0" y="155"/>
                  </a:lnTo>
                  <a:lnTo>
                    <a:pt x="0" y="194"/>
                  </a:lnTo>
                  <a:lnTo>
                    <a:pt x="348" y="1815"/>
                  </a:lnTo>
                  <a:lnTo>
                    <a:pt x="773" y="3437"/>
                  </a:lnTo>
                  <a:lnTo>
                    <a:pt x="1236" y="5021"/>
                  </a:lnTo>
                  <a:lnTo>
                    <a:pt x="1738" y="6604"/>
                  </a:lnTo>
                  <a:lnTo>
                    <a:pt x="1931" y="6565"/>
                  </a:lnTo>
                  <a:lnTo>
                    <a:pt x="1622" y="4982"/>
                  </a:lnTo>
                  <a:lnTo>
                    <a:pt x="1236" y="3360"/>
                  </a:lnTo>
                  <a:lnTo>
                    <a:pt x="773" y="1777"/>
                  </a:lnTo>
                  <a:lnTo>
                    <a:pt x="271" y="194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9"/>
            <p:cNvSpPr/>
            <p:nvPr/>
          </p:nvSpPr>
          <p:spPr>
            <a:xfrm>
              <a:off x="2495150" y="2725700"/>
              <a:ext cx="165100" cy="91725"/>
            </a:xfrm>
            <a:custGeom>
              <a:avLst/>
              <a:gdLst/>
              <a:ahLst/>
              <a:cxnLst/>
              <a:rect l="l" t="t" r="r" b="b"/>
              <a:pathLst>
                <a:path w="6604" h="3669" extrusionOk="0">
                  <a:moveTo>
                    <a:pt x="116" y="1"/>
                  </a:moveTo>
                  <a:lnTo>
                    <a:pt x="1" y="194"/>
                  </a:lnTo>
                  <a:lnTo>
                    <a:pt x="1622" y="1043"/>
                  </a:lnTo>
                  <a:lnTo>
                    <a:pt x="3244" y="1893"/>
                  </a:lnTo>
                  <a:lnTo>
                    <a:pt x="4017" y="2356"/>
                  </a:lnTo>
                  <a:lnTo>
                    <a:pt x="4827" y="2819"/>
                  </a:lnTo>
                  <a:lnTo>
                    <a:pt x="5638" y="3283"/>
                  </a:lnTo>
                  <a:lnTo>
                    <a:pt x="6024" y="3476"/>
                  </a:lnTo>
                  <a:lnTo>
                    <a:pt x="6449" y="3669"/>
                  </a:lnTo>
                  <a:lnTo>
                    <a:pt x="6604" y="3592"/>
                  </a:lnTo>
                  <a:lnTo>
                    <a:pt x="6604" y="3515"/>
                  </a:lnTo>
                  <a:lnTo>
                    <a:pt x="6565" y="3437"/>
                  </a:lnTo>
                  <a:lnTo>
                    <a:pt x="6218" y="3167"/>
                  </a:lnTo>
                  <a:lnTo>
                    <a:pt x="5870" y="2935"/>
                  </a:lnTo>
                  <a:lnTo>
                    <a:pt x="5098" y="2472"/>
                  </a:lnTo>
                  <a:lnTo>
                    <a:pt x="3515" y="1622"/>
                  </a:lnTo>
                  <a:lnTo>
                    <a:pt x="1815" y="773"/>
                  </a:lnTo>
                  <a:lnTo>
                    <a:pt x="966" y="387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9"/>
            <p:cNvSpPr/>
            <p:nvPr/>
          </p:nvSpPr>
          <p:spPr>
            <a:xfrm>
              <a:off x="4212550" y="2732450"/>
              <a:ext cx="315700" cy="477900"/>
            </a:xfrm>
            <a:custGeom>
              <a:avLst/>
              <a:gdLst/>
              <a:ahLst/>
              <a:cxnLst/>
              <a:rect l="l" t="t" r="r" b="b"/>
              <a:pathLst>
                <a:path w="12628" h="19116" extrusionOk="0">
                  <a:moveTo>
                    <a:pt x="1004" y="619"/>
                  </a:moveTo>
                  <a:lnTo>
                    <a:pt x="1661" y="850"/>
                  </a:lnTo>
                  <a:lnTo>
                    <a:pt x="2317" y="1121"/>
                  </a:lnTo>
                  <a:lnTo>
                    <a:pt x="2742" y="1352"/>
                  </a:lnTo>
                  <a:lnTo>
                    <a:pt x="3167" y="1584"/>
                  </a:lnTo>
                  <a:lnTo>
                    <a:pt x="3321" y="1700"/>
                  </a:lnTo>
                  <a:lnTo>
                    <a:pt x="3476" y="1854"/>
                  </a:lnTo>
                  <a:lnTo>
                    <a:pt x="3669" y="2125"/>
                  </a:lnTo>
                  <a:lnTo>
                    <a:pt x="3862" y="2472"/>
                  </a:lnTo>
                  <a:lnTo>
                    <a:pt x="4016" y="2820"/>
                  </a:lnTo>
                  <a:lnTo>
                    <a:pt x="5677" y="6797"/>
                  </a:lnTo>
                  <a:lnTo>
                    <a:pt x="9075" y="15022"/>
                  </a:lnTo>
                  <a:lnTo>
                    <a:pt x="9152" y="15099"/>
                  </a:lnTo>
                  <a:lnTo>
                    <a:pt x="9191" y="15138"/>
                  </a:lnTo>
                  <a:lnTo>
                    <a:pt x="9345" y="15138"/>
                  </a:lnTo>
                  <a:lnTo>
                    <a:pt x="8920" y="15370"/>
                  </a:lnTo>
                  <a:lnTo>
                    <a:pt x="7955" y="13516"/>
                  </a:lnTo>
                  <a:lnTo>
                    <a:pt x="6990" y="11663"/>
                  </a:lnTo>
                  <a:lnTo>
                    <a:pt x="5020" y="7956"/>
                  </a:lnTo>
                  <a:lnTo>
                    <a:pt x="3012" y="4287"/>
                  </a:lnTo>
                  <a:lnTo>
                    <a:pt x="1004" y="619"/>
                  </a:lnTo>
                  <a:close/>
                  <a:moveTo>
                    <a:pt x="657" y="503"/>
                  </a:moveTo>
                  <a:lnTo>
                    <a:pt x="657" y="541"/>
                  </a:lnTo>
                  <a:lnTo>
                    <a:pt x="4673" y="8033"/>
                  </a:lnTo>
                  <a:lnTo>
                    <a:pt x="6719" y="11740"/>
                  </a:lnTo>
                  <a:lnTo>
                    <a:pt x="7762" y="13593"/>
                  </a:lnTo>
                  <a:lnTo>
                    <a:pt x="8805" y="15447"/>
                  </a:lnTo>
                  <a:lnTo>
                    <a:pt x="8650" y="15524"/>
                  </a:lnTo>
                  <a:lnTo>
                    <a:pt x="7414" y="13748"/>
                  </a:lnTo>
                  <a:lnTo>
                    <a:pt x="6179" y="12010"/>
                  </a:lnTo>
                  <a:lnTo>
                    <a:pt x="3592" y="8535"/>
                  </a:lnTo>
                  <a:lnTo>
                    <a:pt x="2317" y="6758"/>
                  </a:lnTo>
                  <a:lnTo>
                    <a:pt x="1004" y="4944"/>
                  </a:lnTo>
                  <a:lnTo>
                    <a:pt x="850" y="4712"/>
                  </a:lnTo>
                  <a:lnTo>
                    <a:pt x="734" y="4480"/>
                  </a:lnTo>
                  <a:lnTo>
                    <a:pt x="618" y="4210"/>
                  </a:lnTo>
                  <a:lnTo>
                    <a:pt x="541" y="3940"/>
                  </a:lnTo>
                  <a:lnTo>
                    <a:pt x="464" y="3399"/>
                  </a:lnTo>
                  <a:lnTo>
                    <a:pt x="425" y="2820"/>
                  </a:lnTo>
                  <a:lnTo>
                    <a:pt x="464" y="2241"/>
                  </a:lnTo>
                  <a:lnTo>
                    <a:pt x="502" y="1661"/>
                  </a:lnTo>
                  <a:lnTo>
                    <a:pt x="657" y="503"/>
                  </a:lnTo>
                  <a:close/>
                  <a:moveTo>
                    <a:pt x="11508" y="12280"/>
                  </a:moveTo>
                  <a:lnTo>
                    <a:pt x="11662" y="12358"/>
                  </a:lnTo>
                  <a:lnTo>
                    <a:pt x="11817" y="12435"/>
                  </a:lnTo>
                  <a:lnTo>
                    <a:pt x="12164" y="12860"/>
                  </a:lnTo>
                  <a:lnTo>
                    <a:pt x="12241" y="13053"/>
                  </a:lnTo>
                  <a:lnTo>
                    <a:pt x="12280" y="13246"/>
                  </a:lnTo>
                  <a:lnTo>
                    <a:pt x="12241" y="13439"/>
                  </a:lnTo>
                  <a:lnTo>
                    <a:pt x="12203" y="13632"/>
                  </a:lnTo>
                  <a:lnTo>
                    <a:pt x="12048" y="14018"/>
                  </a:lnTo>
                  <a:lnTo>
                    <a:pt x="11855" y="14366"/>
                  </a:lnTo>
                  <a:lnTo>
                    <a:pt x="11508" y="14790"/>
                  </a:lnTo>
                  <a:lnTo>
                    <a:pt x="11121" y="15176"/>
                  </a:lnTo>
                  <a:lnTo>
                    <a:pt x="10697" y="15524"/>
                  </a:lnTo>
                  <a:lnTo>
                    <a:pt x="10272" y="15872"/>
                  </a:lnTo>
                  <a:lnTo>
                    <a:pt x="10156" y="15872"/>
                  </a:lnTo>
                  <a:lnTo>
                    <a:pt x="10118" y="15987"/>
                  </a:lnTo>
                  <a:lnTo>
                    <a:pt x="9770" y="16180"/>
                  </a:lnTo>
                  <a:lnTo>
                    <a:pt x="9114" y="16605"/>
                  </a:lnTo>
                  <a:lnTo>
                    <a:pt x="8457" y="16953"/>
                  </a:lnTo>
                  <a:lnTo>
                    <a:pt x="7723" y="17262"/>
                  </a:lnTo>
                  <a:lnTo>
                    <a:pt x="6990" y="17493"/>
                  </a:lnTo>
                  <a:lnTo>
                    <a:pt x="6642" y="17609"/>
                  </a:lnTo>
                  <a:lnTo>
                    <a:pt x="6295" y="17648"/>
                  </a:lnTo>
                  <a:lnTo>
                    <a:pt x="5754" y="17648"/>
                  </a:lnTo>
                  <a:lnTo>
                    <a:pt x="5561" y="17571"/>
                  </a:lnTo>
                  <a:lnTo>
                    <a:pt x="5445" y="17493"/>
                  </a:lnTo>
                  <a:lnTo>
                    <a:pt x="5329" y="17416"/>
                  </a:lnTo>
                  <a:lnTo>
                    <a:pt x="5098" y="17184"/>
                  </a:lnTo>
                  <a:lnTo>
                    <a:pt x="4982" y="16876"/>
                  </a:lnTo>
                  <a:lnTo>
                    <a:pt x="4904" y="16605"/>
                  </a:lnTo>
                  <a:lnTo>
                    <a:pt x="4943" y="16412"/>
                  </a:lnTo>
                  <a:lnTo>
                    <a:pt x="4982" y="16219"/>
                  </a:lnTo>
                  <a:lnTo>
                    <a:pt x="5059" y="16065"/>
                  </a:lnTo>
                  <a:lnTo>
                    <a:pt x="5175" y="15949"/>
                  </a:lnTo>
                  <a:lnTo>
                    <a:pt x="5291" y="15833"/>
                  </a:lnTo>
                  <a:lnTo>
                    <a:pt x="5406" y="15756"/>
                  </a:lnTo>
                  <a:lnTo>
                    <a:pt x="5522" y="15717"/>
                  </a:lnTo>
                  <a:lnTo>
                    <a:pt x="5638" y="15756"/>
                  </a:lnTo>
                  <a:lnTo>
                    <a:pt x="5793" y="15833"/>
                  </a:lnTo>
                  <a:lnTo>
                    <a:pt x="5947" y="15949"/>
                  </a:lnTo>
                  <a:lnTo>
                    <a:pt x="6063" y="16142"/>
                  </a:lnTo>
                  <a:lnTo>
                    <a:pt x="6256" y="16374"/>
                  </a:lnTo>
                  <a:lnTo>
                    <a:pt x="6102" y="16412"/>
                  </a:lnTo>
                  <a:lnTo>
                    <a:pt x="6024" y="16451"/>
                  </a:lnTo>
                  <a:lnTo>
                    <a:pt x="6024" y="16567"/>
                  </a:lnTo>
                  <a:lnTo>
                    <a:pt x="6063" y="16644"/>
                  </a:lnTo>
                  <a:lnTo>
                    <a:pt x="6140" y="16644"/>
                  </a:lnTo>
                  <a:lnTo>
                    <a:pt x="6912" y="16567"/>
                  </a:lnTo>
                  <a:lnTo>
                    <a:pt x="7685" y="16374"/>
                  </a:lnTo>
                  <a:lnTo>
                    <a:pt x="8496" y="16065"/>
                  </a:lnTo>
                  <a:lnTo>
                    <a:pt x="9229" y="15717"/>
                  </a:lnTo>
                  <a:lnTo>
                    <a:pt x="9616" y="15485"/>
                  </a:lnTo>
                  <a:lnTo>
                    <a:pt x="9963" y="15254"/>
                  </a:lnTo>
                  <a:lnTo>
                    <a:pt x="10272" y="15022"/>
                  </a:lnTo>
                  <a:lnTo>
                    <a:pt x="10581" y="14752"/>
                  </a:lnTo>
                  <a:lnTo>
                    <a:pt x="10890" y="14481"/>
                  </a:lnTo>
                  <a:lnTo>
                    <a:pt x="11121" y="14173"/>
                  </a:lnTo>
                  <a:lnTo>
                    <a:pt x="11353" y="13825"/>
                  </a:lnTo>
                  <a:lnTo>
                    <a:pt x="11546" y="13516"/>
                  </a:lnTo>
                  <a:lnTo>
                    <a:pt x="11546" y="13439"/>
                  </a:lnTo>
                  <a:lnTo>
                    <a:pt x="11546" y="13362"/>
                  </a:lnTo>
                  <a:lnTo>
                    <a:pt x="11508" y="13284"/>
                  </a:lnTo>
                  <a:lnTo>
                    <a:pt x="11430" y="13246"/>
                  </a:lnTo>
                  <a:lnTo>
                    <a:pt x="11237" y="13246"/>
                  </a:lnTo>
                  <a:lnTo>
                    <a:pt x="11160" y="13323"/>
                  </a:lnTo>
                  <a:lnTo>
                    <a:pt x="10967" y="13671"/>
                  </a:lnTo>
                  <a:lnTo>
                    <a:pt x="10774" y="13555"/>
                  </a:lnTo>
                  <a:lnTo>
                    <a:pt x="10658" y="13439"/>
                  </a:lnTo>
                  <a:lnTo>
                    <a:pt x="10619" y="13284"/>
                  </a:lnTo>
                  <a:lnTo>
                    <a:pt x="10581" y="13169"/>
                  </a:lnTo>
                  <a:lnTo>
                    <a:pt x="10619" y="13014"/>
                  </a:lnTo>
                  <a:lnTo>
                    <a:pt x="10658" y="12860"/>
                  </a:lnTo>
                  <a:lnTo>
                    <a:pt x="10851" y="12628"/>
                  </a:lnTo>
                  <a:lnTo>
                    <a:pt x="10928" y="12473"/>
                  </a:lnTo>
                  <a:lnTo>
                    <a:pt x="11044" y="12358"/>
                  </a:lnTo>
                  <a:lnTo>
                    <a:pt x="11121" y="12319"/>
                  </a:lnTo>
                  <a:lnTo>
                    <a:pt x="11237" y="12280"/>
                  </a:lnTo>
                  <a:close/>
                  <a:moveTo>
                    <a:pt x="425" y="1"/>
                  </a:moveTo>
                  <a:lnTo>
                    <a:pt x="348" y="40"/>
                  </a:lnTo>
                  <a:lnTo>
                    <a:pt x="271" y="117"/>
                  </a:lnTo>
                  <a:lnTo>
                    <a:pt x="232" y="194"/>
                  </a:lnTo>
                  <a:lnTo>
                    <a:pt x="78" y="2588"/>
                  </a:lnTo>
                  <a:lnTo>
                    <a:pt x="39" y="3013"/>
                  </a:lnTo>
                  <a:lnTo>
                    <a:pt x="0" y="3476"/>
                  </a:lnTo>
                  <a:lnTo>
                    <a:pt x="39" y="3901"/>
                  </a:lnTo>
                  <a:lnTo>
                    <a:pt x="116" y="4326"/>
                  </a:lnTo>
                  <a:lnTo>
                    <a:pt x="232" y="4519"/>
                  </a:lnTo>
                  <a:lnTo>
                    <a:pt x="348" y="4751"/>
                  </a:lnTo>
                  <a:lnTo>
                    <a:pt x="618" y="5175"/>
                  </a:lnTo>
                  <a:lnTo>
                    <a:pt x="1236" y="5986"/>
                  </a:lnTo>
                  <a:lnTo>
                    <a:pt x="2665" y="7956"/>
                  </a:lnTo>
                  <a:lnTo>
                    <a:pt x="5445" y="11817"/>
                  </a:lnTo>
                  <a:lnTo>
                    <a:pt x="6874" y="13748"/>
                  </a:lnTo>
                  <a:lnTo>
                    <a:pt x="8341" y="15640"/>
                  </a:lnTo>
                  <a:lnTo>
                    <a:pt x="7492" y="15987"/>
                  </a:lnTo>
                  <a:lnTo>
                    <a:pt x="6642" y="16258"/>
                  </a:lnTo>
                  <a:lnTo>
                    <a:pt x="6681" y="16103"/>
                  </a:lnTo>
                  <a:lnTo>
                    <a:pt x="6681" y="15949"/>
                  </a:lnTo>
                  <a:lnTo>
                    <a:pt x="6642" y="15756"/>
                  </a:lnTo>
                  <a:lnTo>
                    <a:pt x="6565" y="15640"/>
                  </a:lnTo>
                  <a:lnTo>
                    <a:pt x="6488" y="15485"/>
                  </a:lnTo>
                  <a:lnTo>
                    <a:pt x="6333" y="15370"/>
                  </a:lnTo>
                  <a:lnTo>
                    <a:pt x="6179" y="15292"/>
                  </a:lnTo>
                  <a:lnTo>
                    <a:pt x="6024" y="15254"/>
                  </a:lnTo>
                  <a:lnTo>
                    <a:pt x="5715" y="15254"/>
                  </a:lnTo>
                  <a:lnTo>
                    <a:pt x="5484" y="15292"/>
                  </a:lnTo>
                  <a:lnTo>
                    <a:pt x="5213" y="15408"/>
                  </a:lnTo>
                  <a:lnTo>
                    <a:pt x="5020" y="15601"/>
                  </a:lnTo>
                  <a:lnTo>
                    <a:pt x="4827" y="15794"/>
                  </a:lnTo>
                  <a:lnTo>
                    <a:pt x="4711" y="16026"/>
                  </a:lnTo>
                  <a:lnTo>
                    <a:pt x="4596" y="16296"/>
                  </a:lnTo>
                  <a:lnTo>
                    <a:pt x="4596" y="16567"/>
                  </a:lnTo>
                  <a:lnTo>
                    <a:pt x="4634" y="16991"/>
                  </a:lnTo>
                  <a:lnTo>
                    <a:pt x="4750" y="17300"/>
                  </a:lnTo>
                  <a:lnTo>
                    <a:pt x="4904" y="17532"/>
                  </a:lnTo>
                  <a:lnTo>
                    <a:pt x="5098" y="17725"/>
                  </a:lnTo>
                  <a:lnTo>
                    <a:pt x="5368" y="17841"/>
                  </a:lnTo>
                  <a:lnTo>
                    <a:pt x="5677" y="17918"/>
                  </a:lnTo>
                  <a:lnTo>
                    <a:pt x="6024" y="17957"/>
                  </a:lnTo>
                  <a:lnTo>
                    <a:pt x="6372" y="17918"/>
                  </a:lnTo>
                  <a:lnTo>
                    <a:pt x="6719" y="17841"/>
                  </a:lnTo>
                  <a:lnTo>
                    <a:pt x="7106" y="17764"/>
                  </a:lnTo>
                  <a:lnTo>
                    <a:pt x="7878" y="17532"/>
                  </a:lnTo>
                  <a:lnTo>
                    <a:pt x="8573" y="17223"/>
                  </a:lnTo>
                  <a:lnTo>
                    <a:pt x="9152" y="16953"/>
                  </a:lnTo>
                  <a:lnTo>
                    <a:pt x="9229" y="16876"/>
                  </a:lnTo>
                  <a:lnTo>
                    <a:pt x="9461" y="16760"/>
                  </a:lnTo>
                  <a:lnTo>
                    <a:pt x="10233" y="16258"/>
                  </a:lnTo>
                  <a:lnTo>
                    <a:pt x="10813" y="17107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5"/>
                  </a:lnTo>
                  <a:lnTo>
                    <a:pt x="12280" y="19038"/>
                  </a:lnTo>
                  <a:lnTo>
                    <a:pt x="12203" y="18884"/>
                  </a:lnTo>
                  <a:lnTo>
                    <a:pt x="11817" y="18150"/>
                  </a:lnTo>
                  <a:lnTo>
                    <a:pt x="11392" y="17455"/>
                  </a:lnTo>
                  <a:lnTo>
                    <a:pt x="10928" y="16760"/>
                  </a:lnTo>
                  <a:lnTo>
                    <a:pt x="10465" y="16103"/>
                  </a:lnTo>
                  <a:lnTo>
                    <a:pt x="10967" y="15717"/>
                  </a:lnTo>
                  <a:lnTo>
                    <a:pt x="11469" y="15254"/>
                  </a:lnTo>
                  <a:lnTo>
                    <a:pt x="11894" y="14790"/>
                  </a:lnTo>
                  <a:lnTo>
                    <a:pt x="12125" y="14559"/>
                  </a:lnTo>
                  <a:lnTo>
                    <a:pt x="12280" y="14288"/>
                  </a:lnTo>
                  <a:lnTo>
                    <a:pt x="12434" y="14057"/>
                  </a:lnTo>
                  <a:lnTo>
                    <a:pt x="12512" y="13786"/>
                  </a:lnTo>
                  <a:lnTo>
                    <a:pt x="12589" y="13555"/>
                  </a:lnTo>
                  <a:lnTo>
                    <a:pt x="12627" y="13284"/>
                  </a:lnTo>
                  <a:lnTo>
                    <a:pt x="12589" y="13053"/>
                  </a:lnTo>
                  <a:lnTo>
                    <a:pt x="12512" y="12821"/>
                  </a:lnTo>
                  <a:lnTo>
                    <a:pt x="12357" y="12589"/>
                  </a:lnTo>
                  <a:lnTo>
                    <a:pt x="12164" y="12358"/>
                  </a:lnTo>
                  <a:lnTo>
                    <a:pt x="11971" y="12203"/>
                  </a:lnTo>
                  <a:lnTo>
                    <a:pt x="11739" y="12087"/>
                  </a:lnTo>
                  <a:lnTo>
                    <a:pt x="11469" y="12010"/>
                  </a:lnTo>
                  <a:lnTo>
                    <a:pt x="11237" y="12010"/>
                  </a:lnTo>
                  <a:lnTo>
                    <a:pt x="10967" y="12049"/>
                  </a:lnTo>
                  <a:lnTo>
                    <a:pt x="10735" y="12126"/>
                  </a:lnTo>
                  <a:lnTo>
                    <a:pt x="10542" y="12280"/>
                  </a:lnTo>
                  <a:lnTo>
                    <a:pt x="10388" y="12512"/>
                  </a:lnTo>
                  <a:lnTo>
                    <a:pt x="10311" y="12705"/>
                  </a:lnTo>
                  <a:lnTo>
                    <a:pt x="10272" y="12898"/>
                  </a:lnTo>
                  <a:lnTo>
                    <a:pt x="10272" y="13091"/>
                  </a:lnTo>
                  <a:lnTo>
                    <a:pt x="10311" y="13284"/>
                  </a:lnTo>
                  <a:lnTo>
                    <a:pt x="10388" y="13477"/>
                  </a:lnTo>
                  <a:lnTo>
                    <a:pt x="10504" y="13632"/>
                  </a:lnTo>
                  <a:lnTo>
                    <a:pt x="10619" y="13786"/>
                  </a:lnTo>
                  <a:lnTo>
                    <a:pt x="10813" y="13902"/>
                  </a:lnTo>
                  <a:lnTo>
                    <a:pt x="10504" y="14250"/>
                  </a:lnTo>
                  <a:lnTo>
                    <a:pt x="10156" y="14597"/>
                  </a:lnTo>
                  <a:lnTo>
                    <a:pt x="9770" y="14868"/>
                  </a:lnTo>
                  <a:lnTo>
                    <a:pt x="9430" y="15084"/>
                  </a:lnTo>
                  <a:lnTo>
                    <a:pt x="9461" y="15022"/>
                  </a:lnTo>
                  <a:lnTo>
                    <a:pt x="9500" y="14945"/>
                  </a:lnTo>
                  <a:lnTo>
                    <a:pt x="9461" y="14829"/>
                  </a:lnTo>
                  <a:lnTo>
                    <a:pt x="5715" y="5754"/>
                  </a:lnTo>
                  <a:lnTo>
                    <a:pt x="4789" y="3476"/>
                  </a:lnTo>
                  <a:lnTo>
                    <a:pt x="4364" y="2472"/>
                  </a:lnTo>
                  <a:lnTo>
                    <a:pt x="4132" y="1970"/>
                  </a:lnTo>
                  <a:lnTo>
                    <a:pt x="3978" y="1739"/>
                  </a:lnTo>
                  <a:lnTo>
                    <a:pt x="3823" y="1545"/>
                  </a:lnTo>
                  <a:lnTo>
                    <a:pt x="3514" y="1237"/>
                  </a:lnTo>
                  <a:lnTo>
                    <a:pt x="3128" y="966"/>
                  </a:lnTo>
                  <a:lnTo>
                    <a:pt x="2742" y="773"/>
                  </a:lnTo>
                  <a:lnTo>
                    <a:pt x="2279" y="541"/>
                  </a:lnTo>
                  <a:lnTo>
                    <a:pt x="1815" y="387"/>
                  </a:lnTo>
                  <a:lnTo>
                    <a:pt x="1391" y="233"/>
                  </a:lnTo>
                  <a:lnTo>
                    <a:pt x="54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9"/>
            <p:cNvSpPr/>
            <p:nvPr/>
          </p:nvSpPr>
          <p:spPr>
            <a:xfrm>
              <a:off x="3419975" y="2751775"/>
              <a:ext cx="68575" cy="77250"/>
            </a:xfrm>
            <a:custGeom>
              <a:avLst/>
              <a:gdLst/>
              <a:ahLst/>
              <a:cxnLst/>
              <a:rect l="l" t="t" r="r" b="b"/>
              <a:pathLst>
                <a:path w="2743" h="3090" extrusionOk="0">
                  <a:moveTo>
                    <a:pt x="1198" y="464"/>
                  </a:moveTo>
                  <a:lnTo>
                    <a:pt x="1429" y="502"/>
                  </a:lnTo>
                  <a:lnTo>
                    <a:pt x="1700" y="618"/>
                  </a:lnTo>
                  <a:lnTo>
                    <a:pt x="1893" y="772"/>
                  </a:lnTo>
                  <a:lnTo>
                    <a:pt x="2047" y="966"/>
                  </a:lnTo>
                  <a:lnTo>
                    <a:pt x="2163" y="1159"/>
                  </a:lnTo>
                  <a:lnTo>
                    <a:pt x="2240" y="1352"/>
                  </a:lnTo>
                  <a:lnTo>
                    <a:pt x="2356" y="1738"/>
                  </a:lnTo>
                  <a:lnTo>
                    <a:pt x="2395" y="2163"/>
                  </a:lnTo>
                  <a:lnTo>
                    <a:pt x="2395" y="2587"/>
                  </a:lnTo>
                  <a:lnTo>
                    <a:pt x="2240" y="2433"/>
                  </a:lnTo>
                  <a:lnTo>
                    <a:pt x="2047" y="2278"/>
                  </a:lnTo>
                  <a:lnTo>
                    <a:pt x="1661" y="2085"/>
                  </a:lnTo>
                  <a:lnTo>
                    <a:pt x="1275" y="1931"/>
                  </a:lnTo>
                  <a:lnTo>
                    <a:pt x="1043" y="1815"/>
                  </a:lnTo>
                  <a:lnTo>
                    <a:pt x="850" y="1699"/>
                  </a:lnTo>
                  <a:lnTo>
                    <a:pt x="657" y="1545"/>
                  </a:lnTo>
                  <a:lnTo>
                    <a:pt x="503" y="1390"/>
                  </a:lnTo>
                  <a:lnTo>
                    <a:pt x="425" y="1197"/>
                  </a:lnTo>
                  <a:lnTo>
                    <a:pt x="425" y="1081"/>
                  </a:lnTo>
                  <a:lnTo>
                    <a:pt x="425" y="966"/>
                  </a:lnTo>
                  <a:lnTo>
                    <a:pt x="503" y="811"/>
                  </a:lnTo>
                  <a:lnTo>
                    <a:pt x="541" y="695"/>
                  </a:lnTo>
                  <a:lnTo>
                    <a:pt x="618" y="618"/>
                  </a:lnTo>
                  <a:lnTo>
                    <a:pt x="734" y="541"/>
                  </a:lnTo>
                  <a:lnTo>
                    <a:pt x="850" y="464"/>
                  </a:lnTo>
                  <a:close/>
                  <a:moveTo>
                    <a:pt x="1043" y="0"/>
                  </a:moveTo>
                  <a:lnTo>
                    <a:pt x="812" y="77"/>
                  </a:lnTo>
                  <a:lnTo>
                    <a:pt x="580" y="155"/>
                  </a:lnTo>
                  <a:lnTo>
                    <a:pt x="387" y="309"/>
                  </a:lnTo>
                  <a:lnTo>
                    <a:pt x="232" y="464"/>
                  </a:lnTo>
                  <a:lnTo>
                    <a:pt x="116" y="618"/>
                  </a:lnTo>
                  <a:lnTo>
                    <a:pt x="39" y="811"/>
                  </a:lnTo>
                  <a:lnTo>
                    <a:pt x="1" y="1043"/>
                  </a:lnTo>
                  <a:lnTo>
                    <a:pt x="39" y="1236"/>
                  </a:lnTo>
                  <a:lnTo>
                    <a:pt x="78" y="1468"/>
                  </a:lnTo>
                  <a:lnTo>
                    <a:pt x="194" y="1661"/>
                  </a:lnTo>
                  <a:lnTo>
                    <a:pt x="387" y="1892"/>
                  </a:lnTo>
                  <a:lnTo>
                    <a:pt x="657" y="2085"/>
                  </a:lnTo>
                  <a:lnTo>
                    <a:pt x="927" y="2201"/>
                  </a:lnTo>
                  <a:lnTo>
                    <a:pt x="1236" y="2317"/>
                  </a:lnTo>
                  <a:lnTo>
                    <a:pt x="1507" y="2433"/>
                  </a:lnTo>
                  <a:lnTo>
                    <a:pt x="1777" y="2587"/>
                  </a:lnTo>
                  <a:lnTo>
                    <a:pt x="2009" y="2780"/>
                  </a:lnTo>
                  <a:lnTo>
                    <a:pt x="2240" y="3012"/>
                  </a:lnTo>
                  <a:lnTo>
                    <a:pt x="2317" y="3051"/>
                  </a:lnTo>
                  <a:lnTo>
                    <a:pt x="2395" y="3089"/>
                  </a:lnTo>
                  <a:lnTo>
                    <a:pt x="2472" y="3051"/>
                  </a:lnTo>
                  <a:lnTo>
                    <a:pt x="2549" y="3012"/>
                  </a:lnTo>
                  <a:lnTo>
                    <a:pt x="2588" y="3012"/>
                  </a:lnTo>
                  <a:lnTo>
                    <a:pt x="2626" y="2935"/>
                  </a:lnTo>
                  <a:lnTo>
                    <a:pt x="2704" y="2356"/>
                  </a:lnTo>
                  <a:lnTo>
                    <a:pt x="2742" y="2047"/>
                  </a:lnTo>
                  <a:lnTo>
                    <a:pt x="2704" y="1738"/>
                  </a:lnTo>
                  <a:lnTo>
                    <a:pt x="2665" y="1429"/>
                  </a:lnTo>
                  <a:lnTo>
                    <a:pt x="2588" y="1159"/>
                  </a:lnTo>
                  <a:lnTo>
                    <a:pt x="2472" y="888"/>
                  </a:lnTo>
                  <a:lnTo>
                    <a:pt x="2317" y="618"/>
                  </a:lnTo>
                  <a:lnTo>
                    <a:pt x="2124" y="425"/>
                  </a:lnTo>
                  <a:lnTo>
                    <a:pt x="1931" y="270"/>
                  </a:lnTo>
                  <a:lnTo>
                    <a:pt x="1738" y="155"/>
                  </a:lnTo>
                  <a:lnTo>
                    <a:pt x="1507" y="77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9"/>
            <p:cNvSpPr/>
            <p:nvPr/>
          </p:nvSpPr>
          <p:spPr>
            <a:xfrm>
              <a:off x="408025" y="2759500"/>
              <a:ext cx="66625" cy="99450"/>
            </a:xfrm>
            <a:custGeom>
              <a:avLst/>
              <a:gdLst/>
              <a:ahLst/>
              <a:cxnLst/>
              <a:rect l="l" t="t" r="r" b="b"/>
              <a:pathLst>
                <a:path w="2665" h="3978" extrusionOk="0">
                  <a:moveTo>
                    <a:pt x="850" y="0"/>
                  </a:moveTo>
                  <a:lnTo>
                    <a:pt x="502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1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0" y="2703"/>
                  </a:lnTo>
                  <a:lnTo>
                    <a:pt x="39" y="2935"/>
                  </a:lnTo>
                  <a:lnTo>
                    <a:pt x="77" y="3167"/>
                  </a:lnTo>
                  <a:lnTo>
                    <a:pt x="155" y="3398"/>
                  </a:lnTo>
                  <a:lnTo>
                    <a:pt x="309" y="3591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8" y="3939"/>
                  </a:lnTo>
                  <a:lnTo>
                    <a:pt x="1120" y="3977"/>
                  </a:lnTo>
                  <a:lnTo>
                    <a:pt x="1313" y="3900"/>
                  </a:lnTo>
                  <a:lnTo>
                    <a:pt x="1506" y="3823"/>
                  </a:lnTo>
                  <a:lnTo>
                    <a:pt x="1661" y="3669"/>
                  </a:lnTo>
                  <a:lnTo>
                    <a:pt x="1815" y="3514"/>
                  </a:lnTo>
                  <a:lnTo>
                    <a:pt x="1970" y="3282"/>
                  </a:lnTo>
                  <a:lnTo>
                    <a:pt x="2085" y="3051"/>
                  </a:lnTo>
                  <a:lnTo>
                    <a:pt x="2317" y="2549"/>
                  </a:lnTo>
                  <a:lnTo>
                    <a:pt x="2472" y="2008"/>
                  </a:lnTo>
                  <a:lnTo>
                    <a:pt x="2626" y="1467"/>
                  </a:lnTo>
                  <a:lnTo>
                    <a:pt x="2665" y="1043"/>
                  </a:lnTo>
                  <a:lnTo>
                    <a:pt x="2394" y="1004"/>
                  </a:lnTo>
                  <a:lnTo>
                    <a:pt x="2008" y="2008"/>
                  </a:lnTo>
                  <a:lnTo>
                    <a:pt x="1738" y="2665"/>
                  </a:lnTo>
                  <a:lnTo>
                    <a:pt x="1545" y="3012"/>
                  </a:lnTo>
                  <a:lnTo>
                    <a:pt x="1468" y="3205"/>
                  </a:lnTo>
                  <a:lnTo>
                    <a:pt x="1313" y="3282"/>
                  </a:lnTo>
                  <a:lnTo>
                    <a:pt x="1159" y="3282"/>
                  </a:lnTo>
                  <a:lnTo>
                    <a:pt x="966" y="3205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3"/>
                  </a:lnTo>
                  <a:lnTo>
                    <a:pt x="541" y="2356"/>
                  </a:lnTo>
                  <a:lnTo>
                    <a:pt x="579" y="2047"/>
                  </a:lnTo>
                  <a:lnTo>
                    <a:pt x="618" y="1622"/>
                  </a:lnTo>
                  <a:lnTo>
                    <a:pt x="734" y="1197"/>
                  </a:lnTo>
                  <a:lnTo>
                    <a:pt x="888" y="772"/>
                  </a:lnTo>
                  <a:lnTo>
                    <a:pt x="1043" y="348"/>
                  </a:lnTo>
                  <a:lnTo>
                    <a:pt x="1081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9"/>
            <p:cNvSpPr/>
            <p:nvPr/>
          </p:nvSpPr>
          <p:spPr>
            <a:xfrm>
              <a:off x="1650450" y="2767225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0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0"/>
                  </a:lnTo>
                  <a:lnTo>
                    <a:pt x="3862" y="502"/>
                  </a:lnTo>
                  <a:lnTo>
                    <a:pt x="3321" y="772"/>
                  </a:lnTo>
                  <a:lnTo>
                    <a:pt x="2781" y="1081"/>
                  </a:lnTo>
                  <a:lnTo>
                    <a:pt x="2279" y="1429"/>
                  </a:lnTo>
                  <a:lnTo>
                    <a:pt x="1815" y="1854"/>
                  </a:lnTo>
                  <a:lnTo>
                    <a:pt x="1429" y="2278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3" y="3746"/>
                  </a:lnTo>
                  <a:lnTo>
                    <a:pt x="271" y="4248"/>
                  </a:lnTo>
                  <a:lnTo>
                    <a:pt x="116" y="4788"/>
                  </a:lnTo>
                  <a:lnTo>
                    <a:pt x="1" y="5367"/>
                  </a:lnTo>
                  <a:lnTo>
                    <a:pt x="348" y="5406"/>
                  </a:lnTo>
                  <a:lnTo>
                    <a:pt x="464" y="4981"/>
                  </a:lnTo>
                  <a:lnTo>
                    <a:pt x="580" y="4595"/>
                  </a:lnTo>
                  <a:lnTo>
                    <a:pt x="811" y="3977"/>
                  </a:lnTo>
                  <a:lnTo>
                    <a:pt x="1120" y="3398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6"/>
                  </a:lnTo>
                  <a:lnTo>
                    <a:pt x="3399" y="1158"/>
                  </a:lnTo>
                  <a:lnTo>
                    <a:pt x="3978" y="888"/>
                  </a:lnTo>
                  <a:lnTo>
                    <a:pt x="4634" y="656"/>
                  </a:lnTo>
                  <a:lnTo>
                    <a:pt x="5252" y="463"/>
                  </a:lnTo>
                  <a:lnTo>
                    <a:pt x="5909" y="386"/>
                  </a:lnTo>
                  <a:lnTo>
                    <a:pt x="6565" y="386"/>
                  </a:lnTo>
                  <a:lnTo>
                    <a:pt x="7222" y="463"/>
                  </a:lnTo>
                  <a:lnTo>
                    <a:pt x="7878" y="579"/>
                  </a:lnTo>
                  <a:lnTo>
                    <a:pt x="8496" y="811"/>
                  </a:lnTo>
                  <a:lnTo>
                    <a:pt x="9114" y="1081"/>
                  </a:lnTo>
                  <a:lnTo>
                    <a:pt x="9423" y="1274"/>
                  </a:lnTo>
                  <a:lnTo>
                    <a:pt x="9731" y="1506"/>
                  </a:lnTo>
                  <a:lnTo>
                    <a:pt x="10040" y="1699"/>
                  </a:lnTo>
                  <a:lnTo>
                    <a:pt x="10311" y="1931"/>
                  </a:lnTo>
                  <a:lnTo>
                    <a:pt x="10774" y="2471"/>
                  </a:lnTo>
                  <a:lnTo>
                    <a:pt x="11199" y="3012"/>
                  </a:lnTo>
                  <a:lnTo>
                    <a:pt x="11546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5" y="5638"/>
                  </a:lnTo>
                  <a:lnTo>
                    <a:pt x="12628" y="6217"/>
                  </a:lnTo>
                  <a:lnTo>
                    <a:pt x="12859" y="6796"/>
                  </a:lnTo>
                  <a:lnTo>
                    <a:pt x="13130" y="7375"/>
                  </a:lnTo>
                  <a:lnTo>
                    <a:pt x="13439" y="7955"/>
                  </a:lnTo>
                  <a:lnTo>
                    <a:pt x="13825" y="8495"/>
                  </a:lnTo>
                  <a:lnTo>
                    <a:pt x="14249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499"/>
                  </a:lnTo>
                  <a:lnTo>
                    <a:pt x="15292" y="9654"/>
                  </a:lnTo>
                  <a:lnTo>
                    <a:pt x="15755" y="9808"/>
                  </a:lnTo>
                  <a:lnTo>
                    <a:pt x="16219" y="9885"/>
                  </a:lnTo>
                  <a:lnTo>
                    <a:pt x="16721" y="9885"/>
                  </a:lnTo>
                  <a:lnTo>
                    <a:pt x="17184" y="9808"/>
                  </a:lnTo>
                  <a:lnTo>
                    <a:pt x="17609" y="9615"/>
                  </a:lnTo>
                  <a:lnTo>
                    <a:pt x="17841" y="9499"/>
                  </a:lnTo>
                  <a:lnTo>
                    <a:pt x="18034" y="9383"/>
                  </a:lnTo>
                  <a:lnTo>
                    <a:pt x="18188" y="9229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2" y="8611"/>
                  </a:lnTo>
                  <a:lnTo>
                    <a:pt x="18652" y="8534"/>
                  </a:lnTo>
                  <a:lnTo>
                    <a:pt x="18652" y="8457"/>
                  </a:lnTo>
                  <a:lnTo>
                    <a:pt x="18652" y="8379"/>
                  </a:lnTo>
                  <a:lnTo>
                    <a:pt x="18652" y="8341"/>
                  </a:lnTo>
                  <a:lnTo>
                    <a:pt x="18304" y="8341"/>
                  </a:lnTo>
                  <a:lnTo>
                    <a:pt x="18265" y="8418"/>
                  </a:lnTo>
                  <a:lnTo>
                    <a:pt x="18072" y="8727"/>
                  </a:lnTo>
                  <a:lnTo>
                    <a:pt x="17802" y="8997"/>
                  </a:lnTo>
                  <a:lnTo>
                    <a:pt x="17493" y="9190"/>
                  </a:lnTo>
                  <a:lnTo>
                    <a:pt x="17184" y="9345"/>
                  </a:lnTo>
                  <a:lnTo>
                    <a:pt x="16837" y="9422"/>
                  </a:lnTo>
                  <a:lnTo>
                    <a:pt x="16450" y="9461"/>
                  </a:lnTo>
                  <a:lnTo>
                    <a:pt x="16103" y="9422"/>
                  </a:lnTo>
                  <a:lnTo>
                    <a:pt x="15717" y="9345"/>
                  </a:lnTo>
                  <a:lnTo>
                    <a:pt x="15369" y="9190"/>
                  </a:lnTo>
                  <a:lnTo>
                    <a:pt x="15022" y="8997"/>
                  </a:lnTo>
                  <a:lnTo>
                    <a:pt x="14713" y="8766"/>
                  </a:lnTo>
                  <a:lnTo>
                    <a:pt x="14404" y="8495"/>
                  </a:lnTo>
                  <a:lnTo>
                    <a:pt x="14172" y="8186"/>
                  </a:lnTo>
                  <a:lnTo>
                    <a:pt x="13941" y="7839"/>
                  </a:lnTo>
                  <a:lnTo>
                    <a:pt x="13709" y="7530"/>
                  </a:lnTo>
                  <a:lnTo>
                    <a:pt x="13554" y="7182"/>
                  </a:lnTo>
                  <a:lnTo>
                    <a:pt x="13245" y="6526"/>
                  </a:lnTo>
                  <a:lnTo>
                    <a:pt x="12975" y="5831"/>
                  </a:lnTo>
                  <a:lnTo>
                    <a:pt x="12473" y="4479"/>
                  </a:lnTo>
                  <a:lnTo>
                    <a:pt x="12164" y="3823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278"/>
                  </a:lnTo>
                  <a:lnTo>
                    <a:pt x="11006" y="2008"/>
                  </a:lnTo>
                  <a:lnTo>
                    <a:pt x="10542" y="1583"/>
                  </a:lnTo>
                  <a:lnTo>
                    <a:pt x="10079" y="1197"/>
                  </a:lnTo>
                  <a:lnTo>
                    <a:pt x="9577" y="850"/>
                  </a:lnTo>
                  <a:lnTo>
                    <a:pt x="9036" y="579"/>
                  </a:lnTo>
                  <a:lnTo>
                    <a:pt x="8496" y="348"/>
                  </a:lnTo>
                  <a:lnTo>
                    <a:pt x="7917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9"/>
            <p:cNvSpPr/>
            <p:nvPr/>
          </p:nvSpPr>
          <p:spPr>
            <a:xfrm>
              <a:off x="4802400" y="2781700"/>
              <a:ext cx="320525" cy="97525"/>
            </a:xfrm>
            <a:custGeom>
              <a:avLst/>
              <a:gdLst/>
              <a:ahLst/>
              <a:cxnLst/>
              <a:rect l="l" t="t" r="r" b="b"/>
              <a:pathLst>
                <a:path w="12821" h="3901" extrusionOk="0">
                  <a:moveTo>
                    <a:pt x="12550" y="0"/>
                  </a:moveTo>
                  <a:lnTo>
                    <a:pt x="12434" y="39"/>
                  </a:lnTo>
                  <a:lnTo>
                    <a:pt x="12357" y="77"/>
                  </a:lnTo>
                  <a:lnTo>
                    <a:pt x="12318" y="155"/>
                  </a:lnTo>
                  <a:lnTo>
                    <a:pt x="12280" y="271"/>
                  </a:lnTo>
                  <a:lnTo>
                    <a:pt x="12318" y="348"/>
                  </a:lnTo>
                  <a:lnTo>
                    <a:pt x="12357" y="541"/>
                  </a:lnTo>
                  <a:lnTo>
                    <a:pt x="12318" y="734"/>
                  </a:lnTo>
                  <a:lnTo>
                    <a:pt x="12280" y="888"/>
                  </a:lnTo>
                  <a:lnTo>
                    <a:pt x="12164" y="1043"/>
                  </a:lnTo>
                  <a:lnTo>
                    <a:pt x="12009" y="1197"/>
                  </a:lnTo>
                  <a:lnTo>
                    <a:pt x="11855" y="1313"/>
                  </a:lnTo>
                  <a:lnTo>
                    <a:pt x="11430" y="1545"/>
                  </a:lnTo>
                  <a:lnTo>
                    <a:pt x="11005" y="1699"/>
                  </a:lnTo>
                  <a:lnTo>
                    <a:pt x="10542" y="1854"/>
                  </a:lnTo>
                  <a:lnTo>
                    <a:pt x="9808" y="2047"/>
                  </a:lnTo>
                  <a:lnTo>
                    <a:pt x="9422" y="2163"/>
                  </a:lnTo>
                  <a:lnTo>
                    <a:pt x="9384" y="2085"/>
                  </a:lnTo>
                  <a:lnTo>
                    <a:pt x="9345" y="2008"/>
                  </a:lnTo>
                  <a:lnTo>
                    <a:pt x="8997" y="1468"/>
                  </a:lnTo>
                  <a:lnTo>
                    <a:pt x="8727" y="927"/>
                  </a:lnTo>
                  <a:lnTo>
                    <a:pt x="8418" y="1043"/>
                  </a:lnTo>
                  <a:lnTo>
                    <a:pt x="8495" y="1390"/>
                  </a:lnTo>
                  <a:lnTo>
                    <a:pt x="8611" y="1699"/>
                  </a:lnTo>
                  <a:lnTo>
                    <a:pt x="8804" y="2008"/>
                  </a:lnTo>
                  <a:lnTo>
                    <a:pt x="8997" y="2279"/>
                  </a:lnTo>
                  <a:lnTo>
                    <a:pt x="7839" y="2587"/>
                  </a:lnTo>
                  <a:lnTo>
                    <a:pt x="6719" y="2819"/>
                  </a:lnTo>
                  <a:lnTo>
                    <a:pt x="5329" y="3051"/>
                  </a:lnTo>
                  <a:lnTo>
                    <a:pt x="3939" y="3244"/>
                  </a:lnTo>
                  <a:lnTo>
                    <a:pt x="3669" y="3282"/>
                  </a:lnTo>
                  <a:lnTo>
                    <a:pt x="3746" y="2935"/>
                  </a:lnTo>
                  <a:lnTo>
                    <a:pt x="3784" y="2587"/>
                  </a:lnTo>
                  <a:lnTo>
                    <a:pt x="3707" y="2240"/>
                  </a:lnTo>
                  <a:lnTo>
                    <a:pt x="3630" y="1892"/>
                  </a:lnTo>
                  <a:lnTo>
                    <a:pt x="3282" y="1970"/>
                  </a:lnTo>
                  <a:lnTo>
                    <a:pt x="3321" y="2279"/>
                  </a:lnTo>
                  <a:lnTo>
                    <a:pt x="3360" y="2587"/>
                  </a:lnTo>
                  <a:lnTo>
                    <a:pt x="3282" y="2974"/>
                  </a:lnTo>
                  <a:lnTo>
                    <a:pt x="3205" y="3321"/>
                  </a:lnTo>
                  <a:lnTo>
                    <a:pt x="2278" y="3398"/>
                  </a:lnTo>
                  <a:lnTo>
                    <a:pt x="1815" y="3437"/>
                  </a:lnTo>
                  <a:lnTo>
                    <a:pt x="1352" y="3398"/>
                  </a:lnTo>
                  <a:lnTo>
                    <a:pt x="965" y="3360"/>
                  </a:lnTo>
                  <a:lnTo>
                    <a:pt x="772" y="3282"/>
                  </a:lnTo>
                  <a:lnTo>
                    <a:pt x="618" y="3244"/>
                  </a:lnTo>
                  <a:lnTo>
                    <a:pt x="502" y="3128"/>
                  </a:lnTo>
                  <a:lnTo>
                    <a:pt x="425" y="3051"/>
                  </a:lnTo>
                  <a:lnTo>
                    <a:pt x="386" y="2935"/>
                  </a:lnTo>
                  <a:lnTo>
                    <a:pt x="348" y="2781"/>
                  </a:lnTo>
                  <a:lnTo>
                    <a:pt x="348" y="2703"/>
                  </a:lnTo>
                  <a:lnTo>
                    <a:pt x="309" y="2665"/>
                  </a:lnTo>
                  <a:lnTo>
                    <a:pt x="232" y="2587"/>
                  </a:lnTo>
                  <a:lnTo>
                    <a:pt x="116" y="2626"/>
                  </a:lnTo>
                  <a:lnTo>
                    <a:pt x="77" y="2626"/>
                  </a:lnTo>
                  <a:lnTo>
                    <a:pt x="39" y="2703"/>
                  </a:lnTo>
                  <a:lnTo>
                    <a:pt x="0" y="2858"/>
                  </a:lnTo>
                  <a:lnTo>
                    <a:pt x="0" y="3012"/>
                  </a:lnTo>
                  <a:lnTo>
                    <a:pt x="0" y="3167"/>
                  </a:lnTo>
                  <a:lnTo>
                    <a:pt x="39" y="3282"/>
                  </a:lnTo>
                  <a:lnTo>
                    <a:pt x="116" y="3398"/>
                  </a:lnTo>
                  <a:lnTo>
                    <a:pt x="193" y="3514"/>
                  </a:lnTo>
                  <a:lnTo>
                    <a:pt x="386" y="3669"/>
                  </a:lnTo>
                  <a:lnTo>
                    <a:pt x="657" y="3746"/>
                  </a:lnTo>
                  <a:lnTo>
                    <a:pt x="927" y="3823"/>
                  </a:lnTo>
                  <a:lnTo>
                    <a:pt x="1236" y="3862"/>
                  </a:lnTo>
                  <a:lnTo>
                    <a:pt x="1506" y="3900"/>
                  </a:lnTo>
                  <a:lnTo>
                    <a:pt x="2780" y="3823"/>
                  </a:lnTo>
                  <a:lnTo>
                    <a:pt x="4016" y="3746"/>
                  </a:lnTo>
                  <a:lnTo>
                    <a:pt x="5252" y="3553"/>
                  </a:lnTo>
                  <a:lnTo>
                    <a:pt x="6487" y="3360"/>
                  </a:lnTo>
                  <a:lnTo>
                    <a:pt x="7646" y="3128"/>
                  </a:lnTo>
                  <a:lnTo>
                    <a:pt x="8766" y="2858"/>
                  </a:lnTo>
                  <a:lnTo>
                    <a:pt x="9885" y="2510"/>
                  </a:lnTo>
                  <a:lnTo>
                    <a:pt x="11005" y="2163"/>
                  </a:lnTo>
                  <a:lnTo>
                    <a:pt x="11353" y="2047"/>
                  </a:lnTo>
                  <a:lnTo>
                    <a:pt x="11700" y="1892"/>
                  </a:lnTo>
                  <a:lnTo>
                    <a:pt x="12048" y="1699"/>
                  </a:lnTo>
                  <a:lnTo>
                    <a:pt x="12357" y="1506"/>
                  </a:lnTo>
                  <a:lnTo>
                    <a:pt x="12627" y="1236"/>
                  </a:lnTo>
                  <a:lnTo>
                    <a:pt x="12704" y="1081"/>
                  </a:lnTo>
                  <a:lnTo>
                    <a:pt x="12782" y="927"/>
                  </a:lnTo>
                  <a:lnTo>
                    <a:pt x="12820" y="773"/>
                  </a:lnTo>
                  <a:lnTo>
                    <a:pt x="12820" y="579"/>
                  </a:lnTo>
                  <a:lnTo>
                    <a:pt x="12820" y="386"/>
                  </a:lnTo>
                  <a:lnTo>
                    <a:pt x="12743" y="155"/>
                  </a:lnTo>
                  <a:lnTo>
                    <a:pt x="12704" y="77"/>
                  </a:lnTo>
                  <a:lnTo>
                    <a:pt x="12627" y="39"/>
                  </a:lnTo>
                  <a:lnTo>
                    <a:pt x="125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9"/>
            <p:cNvSpPr/>
            <p:nvPr/>
          </p:nvSpPr>
          <p:spPr>
            <a:xfrm>
              <a:off x="2362900" y="2786525"/>
              <a:ext cx="114900" cy="130350"/>
            </a:xfrm>
            <a:custGeom>
              <a:avLst/>
              <a:gdLst/>
              <a:ahLst/>
              <a:cxnLst/>
              <a:rect l="l" t="t" r="r" b="b"/>
              <a:pathLst>
                <a:path w="4596" h="5214" extrusionOk="0">
                  <a:moveTo>
                    <a:pt x="232" y="0"/>
                  </a:moveTo>
                  <a:lnTo>
                    <a:pt x="0" y="193"/>
                  </a:lnTo>
                  <a:lnTo>
                    <a:pt x="502" y="888"/>
                  </a:lnTo>
                  <a:lnTo>
                    <a:pt x="1004" y="1622"/>
                  </a:lnTo>
                  <a:lnTo>
                    <a:pt x="1545" y="2279"/>
                  </a:lnTo>
                  <a:lnTo>
                    <a:pt x="2124" y="2974"/>
                  </a:lnTo>
                  <a:lnTo>
                    <a:pt x="3283" y="4248"/>
                  </a:lnTo>
                  <a:lnTo>
                    <a:pt x="3746" y="4789"/>
                  </a:lnTo>
                  <a:lnTo>
                    <a:pt x="3630" y="4789"/>
                  </a:lnTo>
                  <a:lnTo>
                    <a:pt x="3592" y="4866"/>
                  </a:lnTo>
                  <a:lnTo>
                    <a:pt x="3592" y="4982"/>
                  </a:lnTo>
                  <a:lnTo>
                    <a:pt x="3823" y="4904"/>
                  </a:lnTo>
                  <a:lnTo>
                    <a:pt x="4055" y="5059"/>
                  </a:lnTo>
                  <a:lnTo>
                    <a:pt x="4287" y="5213"/>
                  </a:lnTo>
                  <a:lnTo>
                    <a:pt x="4441" y="5213"/>
                  </a:lnTo>
                  <a:lnTo>
                    <a:pt x="4518" y="5175"/>
                  </a:lnTo>
                  <a:lnTo>
                    <a:pt x="4557" y="5097"/>
                  </a:lnTo>
                  <a:lnTo>
                    <a:pt x="4557" y="5059"/>
                  </a:lnTo>
                  <a:lnTo>
                    <a:pt x="4595" y="4982"/>
                  </a:lnTo>
                  <a:lnTo>
                    <a:pt x="4402" y="4750"/>
                  </a:lnTo>
                  <a:lnTo>
                    <a:pt x="4325" y="4750"/>
                  </a:lnTo>
                  <a:lnTo>
                    <a:pt x="4016" y="4480"/>
                  </a:lnTo>
                  <a:lnTo>
                    <a:pt x="3746" y="4171"/>
                  </a:lnTo>
                  <a:lnTo>
                    <a:pt x="3244" y="3553"/>
                  </a:lnTo>
                  <a:lnTo>
                    <a:pt x="2201" y="2394"/>
                  </a:lnTo>
                  <a:lnTo>
                    <a:pt x="1197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9"/>
            <p:cNvSpPr/>
            <p:nvPr/>
          </p:nvSpPr>
          <p:spPr>
            <a:xfrm>
              <a:off x="2090650" y="2821275"/>
              <a:ext cx="200825" cy="230750"/>
            </a:xfrm>
            <a:custGeom>
              <a:avLst/>
              <a:gdLst/>
              <a:ahLst/>
              <a:cxnLst/>
              <a:rect l="l" t="t" r="r" b="b"/>
              <a:pathLst>
                <a:path w="8033" h="9230" extrusionOk="0">
                  <a:moveTo>
                    <a:pt x="2048" y="0"/>
                  </a:moveTo>
                  <a:lnTo>
                    <a:pt x="1893" y="78"/>
                  </a:lnTo>
                  <a:lnTo>
                    <a:pt x="1739" y="155"/>
                  </a:lnTo>
                  <a:lnTo>
                    <a:pt x="1430" y="425"/>
                  </a:lnTo>
                  <a:lnTo>
                    <a:pt x="1198" y="734"/>
                  </a:lnTo>
                  <a:lnTo>
                    <a:pt x="966" y="1004"/>
                  </a:lnTo>
                  <a:lnTo>
                    <a:pt x="735" y="1352"/>
                  </a:lnTo>
                  <a:lnTo>
                    <a:pt x="503" y="1738"/>
                  </a:lnTo>
                  <a:lnTo>
                    <a:pt x="348" y="2124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40" y="3476"/>
                  </a:lnTo>
                  <a:lnTo>
                    <a:pt x="1" y="3939"/>
                  </a:lnTo>
                  <a:lnTo>
                    <a:pt x="78" y="4441"/>
                  </a:lnTo>
                  <a:lnTo>
                    <a:pt x="155" y="4905"/>
                  </a:lnTo>
                  <a:lnTo>
                    <a:pt x="271" y="5329"/>
                  </a:lnTo>
                  <a:lnTo>
                    <a:pt x="464" y="5793"/>
                  </a:lnTo>
                  <a:lnTo>
                    <a:pt x="696" y="6179"/>
                  </a:lnTo>
                  <a:lnTo>
                    <a:pt x="1044" y="6179"/>
                  </a:lnTo>
                  <a:lnTo>
                    <a:pt x="889" y="5831"/>
                  </a:lnTo>
                  <a:lnTo>
                    <a:pt x="735" y="5484"/>
                  </a:lnTo>
                  <a:lnTo>
                    <a:pt x="657" y="5136"/>
                  </a:lnTo>
                  <a:lnTo>
                    <a:pt x="542" y="4789"/>
                  </a:lnTo>
                  <a:lnTo>
                    <a:pt x="503" y="4403"/>
                  </a:lnTo>
                  <a:lnTo>
                    <a:pt x="464" y="4055"/>
                  </a:lnTo>
                  <a:lnTo>
                    <a:pt x="464" y="3669"/>
                  </a:lnTo>
                  <a:lnTo>
                    <a:pt x="464" y="3321"/>
                  </a:lnTo>
                  <a:lnTo>
                    <a:pt x="542" y="2974"/>
                  </a:lnTo>
                  <a:lnTo>
                    <a:pt x="619" y="2626"/>
                  </a:lnTo>
                  <a:lnTo>
                    <a:pt x="735" y="2279"/>
                  </a:lnTo>
                  <a:lnTo>
                    <a:pt x="850" y="1931"/>
                  </a:lnTo>
                  <a:lnTo>
                    <a:pt x="1044" y="1622"/>
                  </a:lnTo>
                  <a:lnTo>
                    <a:pt x="1237" y="1313"/>
                  </a:lnTo>
                  <a:lnTo>
                    <a:pt x="1468" y="1004"/>
                  </a:lnTo>
                  <a:lnTo>
                    <a:pt x="1777" y="734"/>
                  </a:lnTo>
                  <a:lnTo>
                    <a:pt x="1970" y="580"/>
                  </a:lnTo>
                  <a:lnTo>
                    <a:pt x="2086" y="502"/>
                  </a:lnTo>
                  <a:lnTo>
                    <a:pt x="2202" y="464"/>
                  </a:lnTo>
                  <a:lnTo>
                    <a:pt x="2318" y="580"/>
                  </a:lnTo>
                  <a:lnTo>
                    <a:pt x="2434" y="811"/>
                  </a:lnTo>
                  <a:lnTo>
                    <a:pt x="2588" y="1198"/>
                  </a:lnTo>
                  <a:lnTo>
                    <a:pt x="2743" y="1584"/>
                  </a:lnTo>
                  <a:lnTo>
                    <a:pt x="2858" y="1931"/>
                  </a:lnTo>
                  <a:lnTo>
                    <a:pt x="2974" y="2317"/>
                  </a:lnTo>
                  <a:lnTo>
                    <a:pt x="3052" y="2703"/>
                  </a:lnTo>
                  <a:lnTo>
                    <a:pt x="3090" y="3090"/>
                  </a:lnTo>
                  <a:lnTo>
                    <a:pt x="3090" y="3437"/>
                  </a:lnTo>
                  <a:lnTo>
                    <a:pt x="3052" y="3785"/>
                  </a:lnTo>
                  <a:lnTo>
                    <a:pt x="3013" y="4132"/>
                  </a:lnTo>
                  <a:lnTo>
                    <a:pt x="2897" y="4480"/>
                  </a:lnTo>
                  <a:lnTo>
                    <a:pt x="2781" y="4789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22"/>
                  </a:lnTo>
                  <a:lnTo>
                    <a:pt x="2395" y="5638"/>
                  </a:lnTo>
                  <a:lnTo>
                    <a:pt x="2356" y="5715"/>
                  </a:lnTo>
                  <a:lnTo>
                    <a:pt x="2356" y="5754"/>
                  </a:lnTo>
                  <a:lnTo>
                    <a:pt x="2395" y="5793"/>
                  </a:lnTo>
                  <a:lnTo>
                    <a:pt x="2472" y="5793"/>
                  </a:lnTo>
                  <a:lnTo>
                    <a:pt x="2627" y="5715"/>
                  </a:lnTo>
                  <a:lnTo>
                    <a:pt x="2820" y="5677"/>
                  </a:lnTo>
                  <a:lnTo>
                    <a:pt x="3206" y="5677"/>
                  </a:lnTo>
                  <a:lnTo>
                    <a:pt x="3631" y="5715"/>
                  </a:lnTo>
                  <a:lnTo>
                    <a:pt x="4055" y="5793"/>
                  </a:lnTo>
                  <a:lnTo>
                    <a:pt x="4442" y="5947"/>
                  </a:lnTo>
                  <a:lnTo>
                    <a:pt x="4866" y="6102"/>
                  </a:lnTo>
                  <a:lnTo>
                    <a:pt x="5214" y="6256"/>
                  </a:lnTo>
                  <a:lnTo>
                    <a:pt x="5523" y="6449"/>
                  </a:lnTo>
                  <a:lnTo>
                    <a:pt x="5832" y="6642"/>
                  </a:lnTo>
                  <a:lnTo>
                    <a:pt x="6141" y="6835"/>
                  </a:lnTo>
                  <a:lnTo>
                    <a:pt x="6411" y="7067"/>
                  </a:lnTo>
                  <a:lnTo>
                    <a:pt x="6681" y="7337"/>
                  </a:lnTo>
                  <a:lnTo>
                    <a:pt x="6913" y="7608"/>
                  </a:lnTo>
                  <a:lnTo>
                    <a:pt x="7145" y="7878"/>
                  </a:lnTo>
                  <a:lnTo>
                    <a:pt x="7338" y="8187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95" y="8766"/>
                  </a:lnTo>
                  <a:lnTo>
                    <a:pt x="5870" y="8805"/>
                  </a:lnTo>
                  <a:lnTo>
                    <a:pt x="5484" y="8805"/>
                  </a:lnTo>
                  <a:lnTo>
                    <a:pt x="5059" y="8727"/>
                  </a:lnTo>
                  <a:lnTo>
                    <a:pt x="4673" y="8612"/>
                  </a:lnTo>
                  <a:lnTo>
                    <a:pt x="4249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72" y="7106"/>
                  </a:lnTo>
                  <a:lnTo>
                    <a:pt x="1932" y="6565"/>
                  </a:lnTo>
                  <a:lnTo>
                    <a:pt x="1854" y="6526"/>
                  </a:lnTo>
                  <a:lnTo>
                    <a:pt x="1816" y="6488"/>
                  </a:lnTo>
                  <a:lnTo>
                    <a:pt x="1661" y="6526"/>
                  </a:lnTo>
                  <a:lnTo>
                    <a:pt x="1623" y="6526"/>
                  </a:lnTo>
                  <a:lnTo>
                    <a:pt x="1584" y="6565"/>
                  </a:lnTo>
                  <a:lnTo>
                    <a:pt x="1430" y="6835"/>
                  </a:lnTo>
                  <a:lnTo>
                    <a:pt x="1661" y="6874"/>
                  </a:lnTo>
                  <a:lnTo>
                    <a:pt x="2279" y="7492"/>
                  </a:lnTo>
                  <a:lnTo>
                    <a:pt x="2897" y="8071"/>
                  </a:lnTo>
                  <a:lnTo>
                    <a:pt x="3245" y="8341"/>
                  </a:lnTo>
                  <a:lnTo>
                    <a:pt x="3631" y="8573"/>
                  </a:lnTo>
                  <a:lnTo>
                    <a:pt x="3978" y="8766"/>
                  </a:lnTo>
                  <a:lnTo>
                    <a:pt x="4364" y="8959"/>
                  </a:lnTo>
                  <a:lnTo>
                    <a:pt x="4828" y="9114"/>
                  </a:lnTo>
                  <a:lnTo>
                    <a:pt x="5253" y="9191"/>
                  </a:lnTo>
                  <a:lnTo>
                    <a:pt x="5677" y="9229"/>
                  </a:lnTo>
                  <a:lnTo>
                    <a:pt x="6141" y="9229"/>
                  </a:lnTo>
                  <a:lnTo>
                    <a:pt x="6565" y="9152"/>
                  </a:lnTo>
                  <a:lnTo>
                    <a:pt x="6990" y="9075"/>
                  </a:lnTo>
                  <a:lnTo>
                    <a:pt x="7878" y="8843"/>
                  </a:lnTo>
                  <a:lnTo>
                    <a:pt x="7956" y="8805"/>
                  </a:lnTo>
                  <a:lnTo>
                    <a:pt x="7994" y="8727"/>
                  </a:lnTo>
                  <a:lnTo>
                    <a:pt x="8033" y="8650"/>
                  </a:lnTo>
                  <a:lnTo>
                    <a:pt x="7994" y="8534"/>
                  </a:lnTo>
                  <a:lnTo>
                    <a:pt x="7763" y="8110"/>
                  </a:lnTo>
                  <a:lnTo>
                    <a:pt x="7492" y="7685"/>
                  </a:lnTo>
                  <a:lnTo>
                    <a:pt x="7222" y="7299"/>
                  </a:lnTo>
                  <a:lnTo>
                    <a:pt x="6874" y="6912"/>
                  </a:lnTo>
                  <a:lnTo>
                    <a:pt x="6527" y="6604"/>
                  </a:lnTo>
                  <a:lnTo>
                    <a:pt x="6141" y="6295"/>
                  </a:lnTo>
                  <a:lnTo>
                    <a:pt x="5716" y="6024"/>
                  </a:lnTo>
                  <a:lnTo>
                    <a:pt x="5253" y="5793"/>
                  </a:lnTo>
                  <a:lnTo>
                    <a:pt x="4828" y="5638"/>
                  </a:lnTo>
                  <a:lnTo>
                    <a:pt x="4249" y="5445"/>
                  </a:lnTo>
                  <a:lnTo>
                    <a:pt x="3940" y="5368"/>
                  </a:lnTo>
                  <a:lnTo>
                    <a:pt x="3592" y="5291"/>
                  </a:lnTo>
                  <a:lnTo>
                    <a:pt x="3013" y="5291"/>
                  </a:lnTo>
                  <a:lnTo>
                    <a:pt x="3167" y="4982"/>
                  </a:lnTo>
                  <a:lnTo>
                    <a:pt x="3322" y="4634"/>
                  </a:lnTo>
                  <a:lnTo>
                    <a:pt x="3399" y="4287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05"/>
                  </a:lnTo>
                  <a:lnTo>
                    <a:pt x="3515" y="2858"/>
                  </a:lnTo>
                  <a:lnTo>
                    <a:pt x="3438" y="2472"/>
                  </a:lnTo>
                  <a:lnTo>
                    <a:pt x="3322" y="1970"/>
                  </a:lnTo>
                  <a:lnTo>
                    <a:pt x="3167" y="1468"/>
                  </a:lnTo>
                  <a:lnTo>
                    <a:pt x="2936" y="966"/>
                  </a:lnTo>
                  <a:lnTo>
                    <a:pt x="2704" y="502"/>
                  </a:lnTo>
                  <a:lnTo>
                    <a:pt x="2588" y="271"/>
                  </a:lnTo>
                  <a:lnTo>
                    <a:pt x="2472" y="116"/>
                  </a:lnTo>
                  <a:lnTo>
                    <a:pt x="2356" y="39"/>
                  </a:lnTo>
                  <a:lnTo>
                    <a:pt x="227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9"/>
            <p:cNvSpPr/>
            <p:nvPr/>
          </p:nvSpPr>
          <p:spPr>
            <a:xfrm>
              <a:off x="3488525" y="2821275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120" y="387"/>
                  </a:moveTo>
                  <a:lnTo>
                    <a:pt x="1313" y="425"/>
                  </a:lnTo>
                  <a:lnTo>
                    <a:pt x="1506" y="464"/>
                  </a:lnTo>
                  <a:lnTo>
                    <a:pt x="1661" y="580"/>
                  </a:lnTo>
                  <a:lnTo>
                    <a:pt x="1738" y="734"/>
                  </a:lnTo>
                  <a:lnTo>
                    <a:pt x="1777" y="889"/>
                  </a:lnTo>
                  <a:lnTo>
                    <a:pt x="1738" y="966"/>
                  </a:lnTo>
                  <a:lnTo>
                    <a:pt x="1699" y="1004"/>
                  </a:lnTo>
                  <a:lnTo>
                    <a:pt x="1661" y="1082"/>
                  </a:lnTo>
                  <a:lnTo>
                    <a:pt x="1545" y="1120"/>
                  </a:lnTo>
                  <a:lnTo>
                    <a:pt x="1236" y="1159"/>
                  </a:lnTo>
                  <a:lnTo>
                    <a:pt x="927" y="1159"/>
                  </a:lnTo>
                  <a:lnTo>
                    <a:pt x="579" y="1198"/>
                  </a:lnTo>
                  <a:lnTo>
                    <a:pt x="464" y="1236"/>
                  </a:lnTo>
                  <a:lnTo>
                    <a:pt x="309" y="1313"/>
                  </a:lnTo>
                  <a:lnTo>
                    <a:pt x="309" y="1159"/>
                  </a:lnTo>
                  <a:lnTo>
                    <a:pt x="348" y="1004"/>
                  </a:lnTo>
                  <a:lnTo>
                    <a:pt x="386" y="850"/>
                  </a:lnTo>
                  <a:lnTo>
                    <a:pt x="464" y="734"/>
                  </a:lnTo>
                  <a:lnTo>
                    <a:pt x="541" y="618"/>
                  </a:lnTo>
                  <a:lnTo>
                    <a:pt x="657" y="541"/>
                  </a:lnTo>
                  <a:lnTo>
                    <a:pt x="811" y="464"/>
                  </a:lnTo>
                  <a:lnTo>
                    <a:pt x="927" y="425"/>
                  </a:lnTo>
                  <a:lnTo>
                    <a:pt x="1120" y="387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79" y="116"/>
                  </a:lnTo>
                  <a:lnTo>
                    <a:pt x="425" y="232"/>
                  </a:lnTo>
                  <a:lnTo>
                    <a:pt x="271" y="387"/>
                  </a:lnTo>
                  <a:lnTo>
                    <a:pt x="155" y="541"/>
                  </a:lnTo>
                  <a:lnTo>
                    <a:pt x="77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0" y="1275"/>
                  </a:lnTo>
                  <a:lnTo>
                    <a:pt x="39" y="1468"/>
                  </a:lnTo>
                  <a:lnTo>
                    <a:pt x="116" y="1661"/>
                  </a:lnTo>
                  <a:lnTo>
                    <a:pt x="155" y="1738"/>
                  </a:lnTo>
                  <a:lnTo>
                    <a:pt x="232" y="1815"/>
                  </a:lnTo>
                  <a:lnTo>
                    <a:pt x="309" y="1815"/>
                  </a:lnTo>
                  <a:lnTo>
                    <a:pt x="425" y="1777"/>
                  </a:lnTo>
                  <a:lnTo>
                    <a:pt x="541" y="1661"/>
                  </a:lnTo>
                  <a:lnTo>
                    <a:pt x="695" y="1584"/>
                  </a:lnTo>
                  <a:lnTo>
                    <a:pt x="850" y="1545"/>
                  </a:lnTo>
                  <a:lnTo>
                    <a:pt x="1043" y="1545"/>
                  </a:lnTo>
                  <a:lnTo>
                    <a:pt x="1390" y="1506"/>
                  </a:lnTo>
                  <a:lnTo>
                    <a:pt x="1583" y="1506"/>
                  </a:lnTo>
                  <a:lnTo>
                    <a:pt x="1738" y="1468"/>
                  </a:lnTo>
                  <a:lnTo>
                    <a:pt x="1931" y="1391"/>
                  </a:lnTo>
                  <a:lnTo>
                    <a:pt x="2047" y="1275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811"/>
                  </a:lnTo>
                  <a:lnTo>
                    <a:pt x="2124" y="657"/>
                  </a:lnTo>
                  <a:lnTo>
                    <a:pt x="2047" y="502"/>
                  </a:lnTo>
                  <a:lnTo>
                    <a:pt x="1970" y="348"/>
                  </a:lnTo>
                  <a:lnTo>
                    <a:pt x="1777" y="194"/>
                  </a:lnTo>
                  <a:lnTo>
                    <a:pt x="1622" y="116"/>
                  </a:lnTo>
                  <a:lnTo>
                    <a:pt x="1429" y="39"/>
                  </a:lnTo>
                  <a:lnTo>
                    <a:pt x="11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9"/>
            <p:cNvSpPr/>
            <p:nvPr/>
          </p:nvSpPr>
          <p:spPr>
            <a:xfrm>
              <a:off x="3345650" y="2889825"/>
              <a:ext cx="466300" cy="248125"/>
            </a:xfrm>
            <a:custGeom>
              <a:avLst/>
              <a:gdLst/>
              <a:ahLst/>
              <a:cxnLst/>
              <a:rect l="l" t="t" r="r" b="b"/>
              <a:pathLst>
                <a:path w="18652" h="9925" extrusionOk="0">
                  <a:moveTo>
                    <a:pt x="6140" y="0"/>
                  </a:moveTo>
                  <a:lnTo>
                    <a:pt x="5561" y="39"/>
                  </a:lnTo>
                  <a:lnTo>
                    <a:pt x="4982" y="155"/>
                  </a:lnTo>
                  <a:lnTo>
                    <a:pt x="4402" y="309"/>
                  </a:lnTo>
                  <a:lnTo>
                    <a:pt x="3862" y="502"/>
                  </a:lnTo>
                  <a:lnTo>
                    <a:pt x="3283" y="772"/>
                  </a:lnTo>
                  <a:lnTo>
                    <a:pt x="2781" y="1081"/>
                  </a:lnTo>
                  <a:lnTo>
                    <a:pt x="2279" y="1467"/>
                  </a:lnTo>
                  <a:lnTo>
                    <a:pt x="1815" y="1892"/>
                  </a:lnTo>
                  <a:lnTo>
                    <a:pt x="1390" y="2317"/>
                  </a:lnTo>
                  <a:lnTo>
                    <a:pt x="1043" y="2780"/>
                  </a:lnTo>
                  <a:lnTo>
                    <a:pt x="734" y="3244"/>
                  </a:lnTo>
                  <a:lnTo>
                    <a:pt x="464" y="3746"/>
                  </a:lnTo>
                  <a:lnTo>
                    <a:pt x="271" y="4286"/>
                  </a:lnTo>
                  <a:lnTo>
                    <a:pt x="116" y="4827"/>
                  </a:lnTo>
                  <a:lnTo>
                    <a:pt x="0" y="5368"/>
                  </a:lnTo>
                  <a:lnTo>
                    <a:pt x="348" y="5445"/>
                  </a:lnTo>
                  <a:lnTo>
                    <a:pt x="425" y="5020"/>
                  </a:lnTo>
                  <a:lnTo>
                    <a:pt x="541" y="4595"/>
                  </a:lnTo>
                  <a:lnTo>
                    <a:pt x="773" y="4016"/>
                  </a:lnTo>
                  <a:lnTo>
                    <a:pt x="1081" y="3437"/>
                  </a:lnTo>
                  <a:lnTo>
                    <a:pt x="1468" y="2896"/>
                  </a:lnTo>
                  <a:lnTo>
                    <a:pt x="1892" y="2394"/>
                  </a:lnTo>
                  <a:lnTo>
                    <a:pt x="2356" y="1931"/>
                  </a:lnTo>
                  <a:lnTo>
                    <a:pt x="2858" y="1545"/>
                  </a:lnTo>
                  <a:lnTo>
                    <a:pt x="3398" y="1197"/>
                  </a:lnTo>
                  <a:lnTo>
                    <a:pt x="3978" y="888"/>
                  </a:lnTo>
                  <a:lnTo>
                    <a:pt x="4595" y="657"/>
                  </a:lnTo>
                  <a:lnTo>
                    <a:pt x="5252" y="502"/>
                  </a:lnTo>
                  <a:lnTo>
                    <a:pt x="5908" y="425"/>
                  </a:lnTo>
                  <a:lnTo>
                    <a:pt x="6565" y="386"/>
                  </a:lnTo>
                  <a:lnTo>
                    <a:pt x="7221" y="463"/>
                  </a:lnTo>
                  <a:lnTo>
                    <a:pt x="7839" y="618"/>
                  </a:lnTo>
                  <a:lnTo>
                    <a:pt x="8457" y="811"/>
                  </a:lnTo>
                  <a:lnTo>
                    <a:pt x="9075" y="1120"/>
                  </a:lnTo>
                  <a:lnTo>
                    <a:pt x="9422" y="1313"/>
                  </a:lnTo>
                  <a:lnTo>
                    <a:pt x="9731" y="1506"/>
                  </a:lnTo>
                  <a:lnTo>
                    <a:pt x="10002" y="1738"/>
                  </a:lnTo>
                  <a:lnTo>
                    <a:pt x="10272" y="1969"/>
                  </a:lnTo>
                  <a:lnTo>
                    <a:pt x="10774" y="2471"/>
                  </a:lnTo>
                  <a:lnTo>
                    <a:pt x="11199" y="3051"/>
                  </a:lnTo>
                  <a:lnTo>
                    <a:pt x="11546" y="3630"/>
                  </a:lnTo>
                  <a:lnTo>
                    <a:pt x="11855" y="4286"/>
                  </a:lnTo>
                  <a:lnTo>
                    <a:pt x="12164" y="4943"/>
                  </a:lnTo>
                  <a:lnTo>
                    <a:pt x="12396" y="5638"/>
                  </a:lnTo>
                  <a:lnTo>
                    <a:pt x="12627" y="6217"/>
                  </a:lnTo>
                  <a:lnTo>
                    <a:pt x="12859" y="6835"/>
                  </a:lnTo>
                  <a:lnTo>
                    <a:pt x="13129" y="7414"/>
                  </a:lnTo>
                  <a:lnTo>
                    <a:pt x="13438" y="7993"/>
                  </a:lnTo>
                  <a:lnTo>
                    <a:pt x="13786" y="8495"/>
                  </a:lnTo>
                  <a:lnTo>
                    <a:pt x="14211" y="8959"/>
                  </a:lnTo>
                  <a:lnTo>
                    <a:pt x="14442" y="9190"/>
                  </a:lnTo>
                  <a:lnTo>
                    <a:pt x="14713" y="9383"/>
                  </a:lnTo>
                  <a:lnTo>
                    <a:pt x="14983" y="9538"/>
                  </a:lnTo>
                  <a:lnTo>
                    <a:pt x="15253" y="9692"/>
                  </a:lnTo>
                  <a:lnTo>
                    <a:pt x="15717" y="9847"/>
                  </a:lnTo>
                  <a:lnTo>
                    <a:pt x="16219" y="9924"/>
                  </a:lnTo>
                  <a:lnTo>
                    <a:pt x="16682" y="9885"/>
                  </a:lnTo>
                  <a:lnTo>
                    <a:pt x="17145" y="9808"/>
                  </a:lnTo>
                  <a:lnTo>
                    <a:pt x="17609" y="9654"/>
                  </a:lnTo>
                  <a:lnTo>
                    <a:pt x="17802" y="9538"/>
                  </a:lnTo>
                  <a:lnTo>
                    <a:pt x="17995" y="9383"/>
                  </a:lnTo>
                  <a:lnTo>
                    <a:pt x="18188" y="9229"/>
                  </a:lnTo>
                  <a:lnTo>
                    <a:pt x="18342" y="9075"/>
                  </a:lnTo>
                  <a:lnTo>
                    <a:pt x="18497" y="8881"/>
                  </a:lnTo>
                  <a:lnTo>
                    <a:pt x="18613" y="8650"/>
                  </a:lnTo>
                  <a:lnTo>
                    <a:pt x="18651" y="8573"/>
                  </a:lnTo>
                  <a:lnTo>
                    <a:pt x="18613" y="8457"/>
                  </a:lnTo>
                  <a:lnTo>
                    <a:pt x="18651" y="8418"/>
                  </a:lnTo>
                  <a:lnTo>
                    <a:pt x="18613" y="8341"/>
                  </a:lnTo>
                  <a:lnTo>
                    <a:pt x="18304" y="8380"/>
                  </a:lnTo>
                  <a:lnTo>
                    <a:pt x="18265" y="8418"/>
                  </a:lnTo>
                  <a:lnTo>
                    <a:pt x="18033" y="8766"/>
                  </a:lnTo>
                  <a:lnTo>
                    <a:pt x="17802" y="8997"/>
                  </a:lnTo>
                  <a:lnTo>
                    <a:pt x="17493" y="9229"/>
                  </a:lnTo>
                  <a:lnTo>
                    <a:pt x="17184" y="9345"/>
                  </a:lnTo>
                  <a:lnTo>
                    <a:pt x="16798" y="9461"/>
                  </a:lnTo>
                  <a:lnTo>
                    <a:pt x="16064" y="9461"/>
                  </a:lnTo>
                  <a:lnTo>
                    <a:pt x="15717" y="9383"/>
                  </a:lnTo>
                  <a:lnTo>
                    <a:pt x="15330" y="9229"/>
                  </a:lnTo>
                  <a:lnTo>
                    <a:pt x="15021" y="9036"/>
                  </a:lnTo>
                  <a:lnTo>
                    <a:pt x="14674" y="8766"/>
                  </a:lnTo>
                  <a:lnTo>
                    <a:pt x="14404" y="8495"/>
                  </a:lnTo>
                  <a:lnTo>
                    <a:pt x="14133" y="8186"/>
                  </a:lnTo>
                  <a:lnTo>
                    <a:pt x="13902" y="7878"/>
                  </a:lnTo>
                  <a:lnTo>
                    <a:pt x="13709" y="7530"/>
                  </a:lnTo>
                  <a:lnTo>
                    <a:pt x="13515" y="7182"/>
                  </a:lnTo>
                  <a:lnTo>
                    <a:pt x="13207" y="6526"/>
                  </a:lnTo>
                  <a:lnTo>
                    <a:pt x="12936" y="5870"/>
                  </a:lnTo>
                  <a:lnTo>
                    <a:pt x="12434" y="4518"/>
                  </a:lnTo>
                  <a:lnTo>
                    <a:pt x="12164" y="3862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317"/>
                  </a:lnTo>
                  <a:lnTo>
                    <a:pt x="11005" y="2047"/>
                  </a:lnTo>
                  <a:lnTo>
                    <a:pt x="10542" y="1583"/>
                  </a:lnTo>
                  <a:lnTo>
                    <a:pt x="10040" y="1197"/>
                  </a:lnTo>
                  <a:lnTo>
                    <a:pt x="9538" y="888"/>
                  </a:lnTo>
                  <a:lnTo>
                    <a:pt x="9036" y="579"/>
                  </a:lnTo>
                  <a:lnTo>
                    <a:pt x="8457" y="386"/>
                  </a:lnTo>
                  <a:lnTo>
                    <a:pt x="7916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9"/>
            <p:cNvSpPr/>
            <p:nvPr/>
          </p:nvSpPr>
          <p:spPr>
            <a:xfrm>
              <a:off x="6719625" y="2898500"/>
              <a:ext cx="625575" cy="344675"/>
            </a:xfrm>
            <a:custGeom>
              <a:avLst/>
              <a:gdLst/>
              <a:ahLst/>
              <a:cxnLst/>
              <a:rect l="l" t="t" r="r" b="b"/>
              <a:pathLst>
                <a:path w="25023" h="13787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41" y="2009"/>
                  </a:lnTo>
                  <a:lnTo>
                    <a:pt x="23787" y="2163"/>
                  </a:lnTo>
                  <a:lnTo>
                    <a:pt x="23633" y="2202"/>
                  </a:lnTo>
                  <a:lnTo>
                    <a:pt x="23478" y="2202"/>
                  </a:lnTo>
                  <a:lnTo>
                    <a:pt x="23324" y="2163"/>
                  </a:lnTo>
                  <a:lnTo>
                    <a:pt x="23208" y="2086"/>
                  </a:lnTo>
                  <a:lnTo>
                    <a:pt x="23092" y="1970"/>
                  </a:lnTo>
                  <a:lnTo>
                    <a:pt x="23015" y="1816"/>
                  </a:lnTo>
                  <a:lnTo>
                    <a:pt x="22976" y="1661"/>
                  </a:lnTo>
                  <a:lnTo>
                    <a:pt x="22976" y="1429"/>
                  </a:lnTo>
                  <a:lnTo>
                    <a:pt x="23053" y="1275"/>
                  </a:lnTo>
                  <a:lnTo>
                    <a:pt x="23169" y="1120"/>
                  </a:lnTo>
                  <a:lnTo>
                    <a:pt x="23285" y="966"/>
                  </a:lnTo>
                  <a:close/>
                  <a:moveTo>
                    <a:pt x="24096" y="2433"/>
                  </a:moveTo>
                  <a:lnTo>
                    <a:pt x="24212" y="2781"/>
                  </a:lnTo>
                  <a:lnTo>
                    <a:pt x="24328" y="3090"/>
                  </a:lnTo>
                  <a:lnTo>
                    <a:pt x="24366" y="3437"/>
                  </a:lnTo>
                  <a:lnTo>
                    <a:pt x="24443" y="3823"/>
                  </a:lnTo>
                  <a:lnTo>
                    <a:pt x="24173" y="3746"/>
                  </a:lnTo>
                  <a:lnTo>
                    <a:pt x="23941" y="3592"/>
                  </a:lnTo>
                  <a:lnTo>
                    <a:pt x="23864" y="3515"/>
                  </a:lnTo>
                  <a:lnTo>
                    <a:pt x="23787" y="3399"/>
                  </a:lnTo>
                  <a:lnTo>
                    <a:pt x="23748" y="3283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7" y="2742"/>
                  </a:lnTo>
                  <a:lnTo>
                    <a:pt x="23941" y="2588"/>
                  </a:lnTo>
                  <a:lnTo>
                    <a:pt x="24096" y="2433"/>
                  </a:lnTo>
                  <a:close/>
                  <a:moveTo>
                    <a:pt x="16296" y="4982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6" y="5291"/>
                  </a:lnTo>
                  <a:lnTo>
                    <a:pt x="16566" y="5407"/>
                  </a:lnTo>
                  <a:lnTo>
                    <a:pt x="16296" y="5445"/>
                  </a:lnTo>
                  <a:lnTo>
                    <a:pt x="15639" y="5523"/>
                  </a:lnTo>
                  <a:lnTo>
                    <a:pt x="15639" y="5484"/>
                  </a:lnTo>
                  <a:lnTo>
                    <a:pt x="15678" y="5368"/>
                  </a:lnTo>
                  <a:lnTo>
                    <a:pt x="15716" y="5252"/>
                  </a:lnTo>
                  <a:lnTo>
                    <a:pt x="15755" y="5175"/>
                  </a:lnTo>
                  <a:lnTo>
                    <a:pt x="15832" y="5098"/>
                  </a:lnTo>
                  <a:lnTo>
                    <a:pt x="15948" y="5021"/>
                  </a:lnTo>
                  <a:lnTo>
                    <a:pt x="16064" y="4982"/>
                  </a:lnTo>
                  <a:close/>
                  <a:moveTo>
                    <a:pt x="24443" y="4248"/>
                  </a:moveTo>
                  <a:lnTo>
                    <a:pt x="24443" y="4673"/>
                  </a:lnTo>
                  <a:lnTo>
                    <a:pt x="24366" y="5098"/>
                  </a:lnTo>
                  <a:lnTo>
                    <a:pt x="24250" y="5523"/>
                  </a:lnTo>
                  <a:lnTo>
                    <a:pt x="24057" y="5445"/>
                  </a:lnTo>
                  <a:lnTo>
                    <a:pt x="23903" y="5291"/>
                  </a:lnTo>
                  <a:lnTo>
                    <a:pt x="23826" y="5098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50"/>
                  </a:lnTo>
                  <a:lnTo>
                    <a:pt x="23864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48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1"/>
                  </a:lnTo>
                  <a:lnTo>
                    <a:pt x="18111" y="5214"/>
                  </a:lnTo>
                  <a:lnTo>
                    <a:pt x="18111" y="5407"/>
                  </a:lnTo>
                  <a:lnTo>
                    <a:pt x="18072" y="5638"/>
                  </a:lnTo>
                  <a:lnTo>
                    <a:pt x="17570" y="5523"/>
                  </a:lnTo>
                  <a:lnTo>
                    <a:pt x="17029" y="5445"/>
                  </a:lnTo>
                  <a:lnTo>
                    <a:pt x="17068" y="5291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5"/>
                  </a:lnTo>
                  <a:lnTo>
                    <a:pt x="17531" y="4866"/>
                  </a:lnTo>
                  <a:lnTo>
                    <a:pt x="17647" y="4827"/>
                  </a:lnTo>
                  <a:close/>
                  <a:moveTo>
                    <a:pt x="14712" y="5329"/>
                  </a:moveTo>
                  <a:lnTo>
                    <a:pt x="14828" y="5368"/>
                  </a:lnTo>
                  <a:lnTo>
                    <a:pt x="14906" y="5445"/>
                  </a:lnTo>
                  <a:lnTo>
                    <a:pt x="15021" y="5561"/>
                  </a:lnTo>
                  <a:lnTo>
                    <a:pt x="15060" y="5677"/>
                  </a:lnTo>
                  <a:lnTo>
                    <a:pt x="14558" y="5870"/>
                  </a:lnTo>
                  <a:lnTo>
                    <a:pt x="14056" y="6102"/>
                  </a:lnTo>
                  <a:lnTo>
                    <a:pt x="14017" y="6063"/>
                  </a:lnTo>
                  <a:lnTo>
                    <a:pt x="14056" y="5831"/>
                  </a:lnTo>
                  <a:lnTo>
                    <a:pt x="14133" y="5600"/>
                  </a:lnTo>
                  <a:lnTo>
                    <a:pt x="14249" y="5445"/>
                  </a:lnTo>
                  <a:lnTo>
                    <a:pt x="14365" y="5368"/>
                  </a:lnTo>
                  <a:lnTo>
                    <a:pt x="14442" y="5329"/>
                  </a:lnTo>
                  <a:close/>
                  <a:moveTo>
                    <a:pt x="18999" y="5484"/>
                  </a:moveTo>
                  <a:lnTo>
                    <a:pt x="19115" y="5523"/>
                  </a:lnTo>
                  <a:lnTo>
                    <a:pt x="19192" y="5561"/>
                  </a:lnTo>
                  <a:lnTo>
                    <a:pt x="19308" y="5677"/>
                  </a:lnTo>
                  <a:lnTo>
                    <a:pt x="19385" y="5831"/>
                  </a:lnTo>
                  <a:lnTo>
                    <a:pt x="19385" y="5986"/>
                  </a:lnTo>
                  <a:lnTo>
                    <a:pt x="19346" y="6179"/>
                  </a:lnTo>
                  <a:lnTo>
                    <a:pt x="18613" y="5831"/>
                  </a:lnTo>
                  <a:lnTo>
                    <a:pt x="18651" y="5754"/>
                  </a:lnTo>
                  <a:lnTo>
                    <a:pt x="18690" y="5677"/>
                  </a:lnTo>
                  <a:lnTo>
                    <a:pt x="18844" y="5523"/>
                  </a:lnTo>
                  <a:lnTo>
                    <a:pt x="18999" y="5484"/>
                  </a:lnTo>
                  <a:close/>
                  <a:moveTo>
                    <a:pt x="20196" y="6063"/>
                  </a:moveTo>
                  <a:lnTo>
                    <a:pt x="20350" y="6102"/>
                  </a:lnTo>
                  <a:lnTo>
                    <a:pt x="20466" y="6140"/>
                  </a:lnTo>
                  <a:lnTo>
                    <a:pt x="20543" y="6179"/>
                  </a:lnTo>
                  <a:lnTo>
                    <a:pt x="20698" y="6333"/>
                  </a:lnTo>
                  <a:lnTo>
                    <a:pt x="20775" y="6527"/>
                  </a:lnTo>
                  <a:lnTo>
                    <a:pt x="20814" y="6720"/>
                  </a:lnTo>
                  <a:lnTo>
                    <a:pt x="20891" y="6951"/>
                  </a:lnTo>
                  <a:lnTo>
                    <a:pt x="20466" y="6758"/>
                  </a:lnTo>
                  <a:lnTo>
                    <a:pt x="20080" y="6565"/>
                  </a:lnTo>
                  <a:lnTo>
                    <a:pt x="19810" y="6411"/>
                  </a:lnTo>
                  <a:lnTo>
                    <a:pt x="19848" y="6295"/>
                  </a:lnTo>
                  <a:lnTo>
                    <a:pt x="19887" y="6179"/>
                  </a:lnTo>
                  <a:lnTo>
                    <a:pt x="20003" y="6140"/>
                  </a:lnTo>
                  <a:lnTo>
                    <a:pt x="20080" y="6102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9"/>
                  </a:lnTo>
                  <a:lnTo>
                    <a:pt x="23941" y="5986"/>
                  </a:lnTo>
                  <a:lnTo>
                    <a:pt x="24019" y="6025"/>
                  </a:lnTo>
                  <a:lnTo>
                    <a:pt x="24096" y="6025"/>
                  </a:lnTo>
                  <a:lnTo>
                    <a:pt x="23941" y="6295"/>
                  </a:lnTo>
                  <a:lnTo>
                    <a:pt x="23748" y="6565"/>
                  </a:lnTo>
                  <a:lnTo>
                    <a:pt x="23517" y="6797"/>
                  </a:lnTo>
                  <a:lnTo>
                    <a:pt x="23246" y="6990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7"/>
                  </a:lnTo>
                  <a:lnTo>
                    <a:pt x="23015" y="6295"/>
                  </a:lnTo>
                  <a:lnTo>
                    <a:pt x="23053" y="6179"/>
                  </a:lnTo>
                  <a:lnTo>
                    <a:pt x="23131" y="6102"/>
                  </a:lnTo>
                  <a:lnTo>
                    <a:pt x="23208" y="6025"/>
                  </a:lnTo>
                  <a:lnTo>
                    <a:pt x="23285" y="5947"/>
                  </a:lnTo>
                  <a:lnTo>
                    <a:pt x="23517" y="5870"/>
                  </a:lnTo>
                  <a:close/>
                  <a:moveTo>
                    <a:pt x="13245" y="6102"/>
                  </a:moveTo>
                  <a:lnTo>
                    <a:pt x="13477" y="6179"/>
                  </a:lnTo>
                  <a:lnTo>
                    <a:pt x="13593" y="6256"/>
                  </a:lnTo>
                  <a:lnTo>
                    <a:pt x="13708" y="6333"/>
                  </a:lnTo>
                  <a:lnTo>
                    <a:pt x="13168" y="6720"/>
                  </a:lnTo>
                  <a:lnTo>
                    <a:pt x="12782" y="7106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7" y="6797"/>
                  </a:lnTo>
                  <a:lnTo>
                    <a:pt x="12627" y="6681"/>
                  </a:lnTo>
                  <a:lnTo>
                    <a:pt x="12666" y="6527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59" y="6218"/>
                  </a:lnTo>
                  <a:lnTo>
                    <a:pt x="13013" y="6140"/>
                  </a:lnTo>
                  <a:lnTo>
                    <a:pt x="13129" y="6102"/>
                  </a:lnTo>
                  <a:close/>
                  <a:moveTo>
                    <a:pt x="22165" y="6565"/>
                  </a:moveTo>
                  <a:lnTo>
                    <a:pt x="22281" y="6604"/>
                  </a:lnTo>
                  <a:lnTo>
                    <a:pt x="22474" y="6720"/>
                  </a:lnTo>
                  <a:lnTo>
                    <a:pt x="22629" y="6874"/>
                  </a:lnTo>
                  <a:lnTo>
                    <a:pt x="22783" y="7029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6"/>
                  </a:lnTo>
                  <a:lnTo>
                    <a:pt x="22937" y="7144"/>
                  </a:lnTo>
                  <a:lnTo>
                    <a:pt x="22551" y="7222"/>
                  </a:lnTo>
                  <a:lnTo>
                    <a:pt x="22165" y="7260"/>
                  </a:lnTo>
                  <a:lnTo>
                    <a:pt x="21779" y="7222"/>
                  </a:lnTo>
                  <a:lnTo>
                    <a:pt x="21393" y="7106"/>
                  </a:lnTo>
                  <a:lnTo>
                    <a:pt x="21470" y="6913"/>
                  </a:lnTo>
                  <a:lnTo>
                    <a:pt x="21625" y="6758"/>
                  </a:lnTo>
                  <a:lnTo>
                    <a:pt x="21818" y="6604"/>
                  </a:lnTo>
                  <a:lnTo>
                    <a:pt x="22049" y="6565"/>
                  </a:lnTo>
                  <a:close/>
                  <a:moveTo>
                    <a:pt x="12280" y="7415"/>
                  </a:moveTo>
                  <a:lnTo>
                    <a:pt x="12473" y="7453"/>
                  </a:lnTo>
                  <a:lnTo>
                    <a:pt x="12125" y="7994"/>
                  </a:lnTo>
                  <a:lnTo>
                    <a:pt x="11816" y="8573"/>
                  </a:lnTo>
                  <a:lnTo>
                    <a:pt x="11701" y="8341"/>
                  </a:lnTo>
                  <a:lnTo>
                    <a:pt x="11662" y="8110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39" y="7724"/>
                  </a:lnTo>
                  <a:lnTo>
                    <a:pt x="11816" y="7608"/>
                  </a:lnTo>
                  <a:lnTo>
                    <a:pt x="11894" y="7531"/>
                  </a:lnTo>
                  <a:lnTo>
                    <a:pt x="12009" y="7453"/>
                  </a:lnTo>
                  <a:lnTo>
                    <a:pt x="12164" y="7415"/>
                  </a:lnTo>
                  <a:close/>
                  <a:moveTo>
                    <a:pt x="2240" y="9384"/>
                  </a:moveTo>
                  <a:lnTo>
                    <a:pt x="2356" y="9423"/>
                  </a:lnTo>
                  <a:lnTo>
                    <a:pt x="2472" y="9500"/>
                  </a:lnTo>
                  <a:lnTo>
                    <a:pt x="2549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10002"/>
                  </a:lnTo>
                  <a:lnTo>
                    <a:pt x="2124" y="9886"/>
                  </a:lnTo>
                  <a:lnTo>
                    <a:pt x="1661" y="9886"/>
                  </a:lnTo>
                  <a:lnTo>
                    <a:pt x="1699" y="9770"/>
                  </a:lnTo>
                  <a:lnTo>
                    <a:pt x="1738" y="9654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close/>
                  <a:moveTo>
                    <a:pt x="11662" y="8998"/>
                  </a:moveTo>
                  <a:lnTo>
                    <a:pt x="11469" y="9500"/>
                  </a:lnTo>
                  <a:lnTo>
                    <a:pt x="11353" y="10040"/>
                  </a:lnTo>
                  <a:lnTo>
                    <a:pt x="11276" y="10272"/>
                  </a:lnTo>
                  <a:lnTo>
                    <a:pt x="11237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8" y="9693"/>
                  </a:lnTo>
                  <a:lnTo>
                    <a:pt x="10928" y="9577"/>
                  </a:lnTo>
                  <a:lnTo>
                    <a:pt x="10967" y="9461"/>
                  </a:lnTo>
                  <a:lnTo>
                    <a:pt x="11005" y="9345"/>
                  </a:lnTo>
                  <a:lnTo>
                    <a:pt x="11121" y="9152"/>
                  </a:lnTo>
                  <a:lnTo>
                    <a:pt x="11276" y="9075"/>
                  </a:lnTo>
                  <a:lnTo>
                    <a:pt x="11469" y="8998"/>
                  </a:lnTo>
                  <a:close/>
                  <a:moveTo>
                    <a:pt x="3784" y="9770"/>
                  </a:moveTo>
                  <a:lnTo>
                    <a:pt x="3900" y="9809"/>
                  </a:lnTo>
                  <a:lnTo>
                    <a:pt x="4016" y="9886"/>
                  </a:lnTo>
                  <a:lnTo>
                    <a:pt x="4093" y="10002"/>
                  </a:lnTo>
                  <a:lnTo>
                    <a:pt x="4132" y="10118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3" y="10542"/>
                  </a:lnTo>
                  <a:lnTo>
                    <a:pt x="4016" y="10658"/>
                  </a:lnTo>
                  <a:lnTo>
                    <a:pt x="3862" y="10542"/>
                  </a:lnTo>
                  <a:lnTo>
                    <a:pt x="3514" y="10349"/>
                  </a:lnTo>
                  <a:lnTo>
                    <a:pt x="3089" y="10156"/>
                  </a:lnTo>
                  <a:lnTo>
                    <a:pt x="3128" y="10040"/>
                  </a:lnTo>
                  <a:lnTo>
                    <a:pt x="3244" y="9925"/>
                  </a:lnTo>
                  <a:lnTo>
                    <a:pt x="3360" y="9847"/>
                  </a:lnTo>
                  <a:lnTo>
                    <a:pt x="3514" y="9770"/>
                  </a:lnTo>
                  <a:close/>
                  <a:moveTo>
                    <a:pt x="4943" y="10658"/>
                  </a:moveTo>
                  <a:lnTo>
                    <a:pt x="5020" y="10736"/>
                  </a:lnTo>
                  <a:lnTo>
                    <a:pt x="5097" y="10774"/>
                  </a:lnTo>
                  <a:lnTo>
                    <a:pt x="5136" y="10890"/>
                  </a:lnTo>
                  <a:lnTo>
                    <a:pt x="5175" y="11044"/>
                  </a:lnTo>
                  <a:lnTo>
                    <a:pt x="5136" y="11238"/>
                  </a:lnTo>
                  <a:lnTo>
                    <a:pt x="5097" y="11431"/>
                  </a:lnTo>
                  <a:lnTo>
                    <a:pt x="4402" y="10929"/>
                  </a:lnTo>
                  <a:lnTo>
                    <a:pt x="4441" y="10813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20"/>
                  </a:moveTo>
                  <a:lnTo>
                    <a:pt x="10967" y="11199"/>
                  </a:lnTo>
                  <a:lnTo>
                    <a:pt x="10735" y="11740"/>
                  </a:lnTo>
                  <a:lnTo>
                    <a:pt x="10658" y="11701"/>
                  </a:lnTo>
                  <a:lnTo>
                    <a:pt x="10503" y="11546"/>
                  </a:lnTo>
                  <a:lnTo>
                    <a:pt x="10426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3"/>
                  </a:lnTo>
                  <a:lnTo>
                    <a:pt x="10735" y="10697"/>
                  </a:lnTo>
                  <a:lnTo>
                    <a:pt x="10928" y="10620"/>
                  </a:lnTo>
                  <a:close/>
                  <a:moveTo>
                    <a:pt x="5986" y="11469"/>
                  </a:moveTo>
                  <a:lnTo>
                    <a:pt x="6063" y="11508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3" y="11778"/>
                  </a:lnTo>
                  <a:lnTo>
                    <a:pt x="6372" y="12010"/>
                  </a:lnTo>
                  <a:lnTo>
                    <a:pt x="6410" y="12242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1"/>
                  </a:lnTo>
                  <a:lnTo>
                    <a:pt x="5445" y="11624"/>
                  </a:lnTo>
                  <a:lnTo>
                    <a:pt x="5561" y="11546"/>
                  </a:lnTo>
                  <a:lnTo>
                    <a:pt x="5638" y="11508"/>
                  </a:lnTo>
                  <a:lnTo>
                    <a:pt x="5754" y="11469"/>
                  </a:lnTo>
                  <a:close/>
                  <a:moveTo>
                    <a:pt x="10542" y="12048"/>
                  </a:moveTo>
                  <a:lnTo>
                    <a:pt x="10388" y="12319"/>
                  </a:lnTo>
                  <a:lnTo>
                    <a:pt x="10195" y="12550"/>
                  </a:lnTo>
                  <a:lnTo>
                    <a:pt x="10001" y="12744"/>
                  </a:lnTo>
                  <a:lnTo>
                    <a:pt x="9770" y="12937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8" y="12242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76" y="12512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1"/>
                  </a:lnTo>
                  <a:lnTo>
                    <a:pt x="7878" y="13014"/>
                  </a:lnTo>
                  <a:lnTo>
                    <a:pt x="7878" y="13207"/>
                  </a:lnTo>
                  <a:lnTo>
                    <a:pt x="7839" y="13207"/>
                  </a:lnTo>
                  <a:lnTo>
                    <a:pt x="7337" y="13014"/>
                  </a:lnTo>
                  <a:lnTo>
                    <a:pt x="6835" y="12744"/>
                  </a:lnTo>
                  <a:lnTo>
                    <a:pt x="6990" y="12628"/>
                  </a:lnTo>
                  <a:lnTo>
                    <a:pt x="7183" y="12550"/>
                  </a:lnTo>
                  <a:lnTo>
                    <a:pt x="7376" y="12512"/>
                  </a:lnTo>
                  <a:close/>
                  <a:moveTo>
                    <a:pt x="8843" y="12628"/>
                  </a:moveTo>
                  <a:lnTo>
                    <a:pt x="8959" y="12666"/>
                  </a:lnTo>
                  <a:lnTo>
                    <a:pt x="9113" y="12782"/>
                  </a:lnTo>
                  <a:lnTo>
                    <a:pt x="9191" y="12937"/>
                  </a:lnTo>
                  <a:lnTo>
                    <a:pt x="9229" y="13130"/>
                  </a:lnTo>
                  <a:lnTo>
                    <a:pt x="9268" y="13207"/>
                  </a:lnTo>
                  <a:lnTo>
                    <a:pt x="9036" y="13284"/>
                  </a:lnTo>
                  <a:lnTo>
                    <a:pt x="8804" y="13323"/>
                  </a:lnTo>
                  <a:lnTo>
                    <a:pt x="8573" y="13323"/>
                  </a:lnTo>
                  <a:lnTo>
                    <a:pt x="8302" y="13284"/>
                  </a:lnTo>
                  <a:lnTo>
                    <a:pt x="8302" y="13207"/>
                  </a:lnTo>
                  <a:lnTo>
                    <a:pt x="8341" y="13014"/>
                  </a:lnTo>
                  <a:lnTo>
                    <a:pt x="8418" y="12821"/>
                  </a:lnTo>
                  <a:lnTo>
                    <a:pt x="8573" y="12705"/>
                  </a:lnTo>
                  <a:lnTo>
                    <a:pt x="8650" y="12666"/>
                  </a:lnTo>
                  <a:lnTo>
                    <a:pt x="8766" y="12628"/>
                  </a:lnTo>
                  <a:close/>
                  <a:moveTo>
                    <a:pt x="22976" y="1"/>
                  </a:moveTo>
                  <a:lnTo>
                    <a:pt x="22899" y="39"/>
                  </a:lnTo>
                  <a:lnTo>
                    <a:pt x="22822" y="78"/>
                  </a:lnTo>
                  <a:lnTo>
                    <a:pt x="22783" y="155"/>
                  </a:lnTo>
                  <a:lnTo>
                    <a:pt x="22744" y="232"/>
                  </a:lnTo>
                  <a:lnTo>
                    <a:pt x="22744" y="310"/>
                  </a:lnTo>
                  <a:lnTo>
                    <a:pt x="22822" y="425"/>
                  </a:lnTo>
                  <a:lnTo>
                    <a:pt x="22860" y="464"/>
                  </a:lnTo>
                  <a:lnTo>
                    <a:pt x="23015" y="657"/>
                  </a:lnTo>
                  <a:lnTo>
                    <a:pt x="22899" y="773"/>
                  </a:lnTo>
                  <a:lnTo>
                    <a:pt x="22783" y="966"/>
                  </a:lnTo>
                  <a:lnTo>
                    <a:pt x="22706" y="1120"/>
                  </a:lnTo>
                  <a:lnTo>
                    <a:pt x="22629" y="1314"/>
                  </a:lnTo>
                  <a:lnTo>
                    <a:pt x="22590" y="1507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60" y="2279"/>
                  </a:lnTo>
                  <a:lnTo>
                    <a:pt x="23053" y="2395"/>
                  </a:lnTo>
                  <a:lnTo>
                    <a:pt x="23246" y="2511"/>
                  </a:lnTo>
                  <a:lnTo>
                    <a:pt x="23478" y="2511"/>
                  </a:lnTo>
                  <a:lnTo>
                    <a:pt x="23401" y="2704"/>
                  </a:lnTo>
                  <a:lnTo>
                    <a:pt x="23362" y="2897"/>
                  </a:lnTo>
                  <a:lnTo>
                    <a:pt x="23324" y="3090"/>
                  </a:lnTo>
                  <a:lnTo>
                    <a:pt x="23362" y="3283"/>
                  </a:lnTo>
                  <a:lnTo>
                    <a:pt x="23439" y="3515"/>
                  </a:lnTo>
                  <a:lnTo>
                    <a:pt x="23555" y="3708"/>
                  </a:lnTo>
                  <a:lnTo>
                    <a:pt x="23748" y="3901"/>
                  </a:lnTo>
                  <a:lnTo>
                    <a:pt x="23980" y="4017"/>
                  </a:lnTo>
                  <a:lnTo>
                    <a:pt x="23748" y="4210"/>
                  </a:lnTo>
                  <a:lnTo>
                    <a:pt x="23555" y="4480"/>
                  </a:lnTo>
                  <a:lnTo>
                    <a:pt x="23478" y="4750"/>
                  </a:lnTo>
                  <a:lnTo>
                    <a:pt x="23439" y="4905"/>
                  </a:lnTo>
                  <a:lnTo>
                    <a:pt x="23439" y="5021"/>
                  </a:lnTo>
                  <a:lnTo>
                    <a:pt x="23517" y="5291"/>
                  </a:lnTo>
                  <a:lnTo>
                    <a:pt x="23633" y="5484"/>
                  </a:lnTo>
                  <a:lnTo>
                    <a:pt x="23401" y="5523"/>
                  </a:lnTo>
                  <a:lnTo>
                    <a:pt x="23169" y="5561"/>
                  </a:lnTo>
                  <a:lnTo>
                    <a:pt x="22976" y="5716"/>
                  </a:lnTo>
                  <a:lnTo>
                    <a:pt x="22783" y="5870"/>
                  </a:lnTo>
                  <a:lnTo>
                    <a:pt x="22706" y="6102"/>
                  </a:lnTo>
                  <a:lnTo>
                    <a:pt x="22629" y="6372"/>
                  </a:lnTo>
                  <a:lnTo>
                    <a:pt x="22474" y="6295"/>
                  </a:lnTo>
                  <a:lnTo>
                    <a:pt x="22320" y="6256"/>
                  </a:lnTo>
                  <a:lnTo>
                    <a:pt x="22165" y="6218"/>
                  </a:lnTo>
                  <a:lnTo>
                    <a:pt x="21972" y="6218"/>
                  </a:lnTo>
                  <a:lnTo>
                    <a:pt x="21740" y="6295"/>
                  </a:lnTo>
                  <a:lnTo>
                    <a:pt x="21509" y="6411"/>
                  </a:lnTo>
                  <a:lnTo>
                    <a:pt x="21354" y="6565"/>
                  </a:lnTo>
                  <a:lnTo>
                    <a:pt x="21200" y="6797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6025"/>
                  </a:lnTo>
                  <a:lnTo>
                    <a:pt x="20736" y="5909"/>
                  </a:lnTo>
                  <a:lnTo>
                    <a:pt x="20582" y="5831"/>
                  </a:lnTo>
                  <a:lnTo>
                    <a:pt x="20427" y="5754"/>
                  </a:lnTo>
                  <a:lnTo>
                    <a:pt x="20234" y="5754"/>
                  </a:lnTo>
                  <a:lnTo>
                    <a:pt x="20080" y="5793"/>
                  </a:lnTo>
                  <a:lnTo>
                    <a:pt x="19887" y="5870"/>
                  </a:lnTo>
                  <a:lnTo>
                    <a:pt x="19771" y="5947"/>
                  </a:lnTo>
                  <a:lnTo>
                    <a:pt x="19732" y="5716"/>
                  </a:lnTo>
                  <a:lnTo>
                    <a:pt x="19617" y="5484"/>
                  </a:lnTo>
                  <a:lnTo>
                    <a:pt x="19462" y="5329"/>
                  </a:lnTo>
                  <a:lnTo>
                    <a:pt x="19385" y="5252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91"/>
                  </a:lnTo>
                  <a:lnTo>
                    <a:pt x="18497" y="5407"/>
                  </a:lnTo>
                  <a:lnTo>
                    <a:pt x="18458" y="5252"/>
                  </a:lnTo>
                  <a:lnTo>
                    <a:pt x="18420" y="5136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73"/>
                  </a:lnTo>
                  <a:lnTo>
                    <a:pt x="17956" y="4596"/>
                  </a:lnTo>
                  <a:lnTo>
                    <a:pt x="17802" y="4557"/>
                  </a:lnTo>
                  <a:lnTo>
                    <a:pt x="17647" y="4519"/>
                  </a:lnTo>
                  <a:lnTo>
                    <a:pt x="17493" y="4557"/>
                  </a:lnTo>
                  <a:lnTo>
                    <a:pt x="17377" y="4596"/>
                  </a:lnTo>
                  <a:lnTo>
                    <a:pt x="17261" y="4634"/>
                  </a:lnTo>
                  <a:lnTo>
                    <a:pt x="17145" y="4750"/>
                  </a:lnTo>
                  <a:lnTo>
                    <a:pt x="17029" y="4827"/>
                  </a:lnTo>
                  <a:lnTo>
                    <a:pt x="16875" y="5098"/>
                  </a:lnTo>
                  <a:lnTo>
                    <a:pt x="16759" y="4943"/>
                  </a:lnTo>
                  <a:lnTo>
                    <a:pt x="16605" y="4789"/>
                  </a:lnTo>
                  <a:lnTo>
                    <a:pt x="16450" y="4712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66"/>
                  </a:lnTo>
                  <a:lnTo>
                    <a:pt x="15523" y="4982"/>
                  </a:lnTo>
                  <a:lnTo>
                    <a:pt x="15446" y="5136"/>
                  </a:lnTo>
                  <a:lnTo>
                    <a:pt x="15408" y="5329"/>
                  </a:lnTo>
                  <a:lnTo>
                    <a:pt x="15408" y="5484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68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2"/>
                  </a:lnTo>
                  <a:lnTo>
                    <a:pt x="14635" y="4943"/>
                  </a:lnTo>
                  <a:lnTo>
                    <a:pt x="14442" y="4982"/>
                  </a:lnTo>
                  <a:lnTo>
                    <a:pt x="14288" y="5021"/>
                  </a:lnTo>
                  <a:lnTo>
                    <a:pt x="14133" y="5098"/>
                  </a:lnTo>
                  <a:lnTo>
                    <a:pt x="14056" y="5175"/>
                  </a:lnTo>
                  <a:lnTo>
                    <a:pt x="13940" y="5291"/>
                  </a:lnTo>
                  <a:lnTo>
                    <a:pt x="13824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6"/>
                  </a:lnTo>
                  <a:lnTo>
                    <a:pt x="13168" y="5716"/>
                  </a:lnTo>
                  <a:lnTo>
                    <a:pt x="12936" y="5754"/>
                  </a:lnTo>
                  <a:lnTo>
                    <a:pt x="12743" y="5831"/>
                  </a:lnTo>
                  <a:lnTo>
                    <a:pt x="12589" y="5947"/>
                  </a:lnTo>
                  <a:lnTo>
                    <a:pt x="12511" y="6063"/>
                  </a:lnTo>
                  <a:lnTo>
                    <a:pt x="12434" y="6218"/>
                  </a:lnTo>
                  <a:lnTo>
                    <a:pt x="12357" y="6372"/>
                  </a:lnTo>
                  <a:lnTo>
                    <a:pt x="12357" y="6527"/>
                  </a:lnTo>
                  <a:lnTo>
                    <a:pt x="12357" y="6681"/>
                  </a:lnTo>
                  <a:lnTo>
                    <a:pt x="12357" y="6835"/>
                  </a:lnTo>
                  <a:lnTo>
                    <a:pt x="12434" y="6990"/>
                  </a:lnTo>
                  <a:lnTo>
                    <a:pt x="12164" y="7029"/>
                  </a:lnTo>
                  <a:lnTo>
                    <a:pt x="11894" y="7106"/>
                  </a:lnTo>
                  <a:lnTo>
                    <a:pt x="11662" y="7222"/>
                  </a:lnTo>
                  <a:lnTo>
                    <a:pt x="11507" y="7415"/>
                  </a:lnTo>
                  <a:lnTo>
                    <a:pt x="11392" y="7531"/>
                  </a:lnTo>
                  <a:lnTo>
                    <a:pt x="11353" y="7685"/>
                  </a:lnTo>
                  <a:lnTo>
                    <a:pt x="11314" y="7839"/>
                  </a:lnTo>
                  <a:lnTo>
                    <a:pt x="11276" y="7994"/>
                  </a:lnTo>
                  <a:lnTo>
                    <a:pt x="11314" y="8148"/>
                  </a:lnTo>
                  <a:lnTo>
                    <a:pt x="11353" y="8303"/>
                  </a:lnTo>
                  <a:lnTo>
                    <a:pt x="11392" y="8457"/>
                  </a:lnTo>
                  <a:lnTo>
                    <a:pt x="11469" y="8612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58" y="9230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1" y="10234"/>
                  </a:lnTo>
                  <a:lnTo>
                    <a:pt x="10619" y="10311"/>
                  </a:lnTo>
                  <a:lnTo>
                    <a:pt x="10426" y="10427"/>
                  </a:lnTo>
                  <a:lnTo>
                    <a:pt x="10233" y="10581"/>
                  </a:lnTo>
                  <a:lnTo>
                    <a:pt x="10117" y="10774"/>
                  </a:lnTo>
                  <a:lnTo>
                    <a:pt x="10079" y="11006"/>
                  </a:lnTo>
                  <a:lnTo>
                    <a:pt x="10040" y="11238"/>
                  </a:lnTo>
                  <a:lnTo>
                    <a:pt x="10079" y="11469"/>
                  </a:lnTo>
                  <a:lnTo>
                    <a:pt x="10195" y="11701"/>
                  </a:lnTo>
                  <a:lnTo>
                    <a:pt x="9924" y="11740"/>
                  </a:lnTo>
                  <a:lnTo>
                    <a:pt x="9693" y="11855"/>
                  </a:lnTo>
                  <a:lnTo>
                    <a:pt x="9499" y="12010"/>
                  </a:lnTo>
                  <a:lnTo>
                    <a:pt x="9422" y="12087"/>
                  </a:lnTo>
                  <a:lnTo>
                    <a:pt x="9384" y="12203"/>
                  </a:lnTo>
                  <a:lnTo>
                    <a:pt x="9345" y="12319"/>
                  </a:lnTo>
                  <a:lnTo>
                    <a:pt x="9306" y="12473"/>
                  </a:lnTo>
                  <a:lnTo>
                    <a:pt x="9191" y="12396"/>
                  </a:lnTo>
                  <a:lnTo>
                    <a:pt x="9036" y="12319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57"/>
                  </a:lnTo>
                  <a:lnTo>
                    <a:pt x="8380" y="12435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09" y="12550"/>
                  </a:lnTo>
                  <a:lnTo>
                    <a:pt x="7993" y="12435"/>
                  </a:lnTo>
                  <a:lnTo>
                    <a:pt x="7878" y="12319"/>
                  </a:lnTo>
                  <a:lnTo>
                    <a:pt x="7723" y="12242"/>
                  </a:lnTo>
                  <a:lnTo>
                    <a:pt x="7492" y="12164"/>
                  </a:lnTo>
                  <a:lnTo>
                    <a:pt x="7221" y="12203"/>
                  </a:lnTo>
                  <a:lnTo>
                    <a:pt x="6990" y="12280"/>
                  </a:lnTo>
                  <a:lnTo>
                    <a:pt x="6796" y="12435"/>
                  </a:lnTo>
                  <a:lnTo>
                    <a:pt x="6796" y="12048"/>
                  </a:lnTo>
                  <a:lnTo>
                    <a:pt x="6758" y="11894"/>
                  </a:lnTo>
                  <a:lnTo>
                    <a:pt x="6681" y="11701"/>
                  </a:lnTo>
                  <a:lnTo>
                    <a:pt x="6603" y="11546"/>
                  </a:lnTo>
                  <a:lnTo>
                    <a:pt x="6526" y="11431"/>
                  </a:lnTo>
                  <a:lnTo>
                    <a:pt x="6372" y="11315"/>
                  </a:lnTo>
                  <a:lnTo>
                    <a:pt x="6217" y="11199"/>
                  </a:lnTo>
                  <a:lnTo>
                    <a:pt x="6063" y="11160"/>
                  </a:lnTo>
                  <a:lnTo>
                    <a:pt x="5715" y="11160"/>
                  </a:lnTo>
                  <a:lnTo>
                    <a:pt x="5522" y="11238"/>
                  </a:lnTo>
                  <a:lnTo>
                    <a:pt x="5522" y="10967"/>
                  </a:lnTo>
                  <a:lnTo>
                    <a:pt x="5445" y="10736"/>
                  </a:lnTo>
                  <a:lnTo>
                    <a:pt x="5329" y="10504"/>
                  </a:lnTo>
                  <a:lnTo>
                    <a:pt x="5213" y="10427"/>
                  </a:lnTo>
                  <a:lnTo>
                    <a:pt x="5097" y="10388"/>
                  </a:lnTo>
                  <a:lnTo>
                    <a:pt x="4943" y="10311"/>
                  </a:lnTo>
                  <a:lnTo>
                    <a:pt x="4827" y="10311"/>
                  </a:lnTo>
                  <a:lnTo>
                    <a:pt x="4673" y="10349"/>
                  </a:lnTo>
                  <a:lnTo>
                    <a:pt x="4518" y="10388"/>
                  </a:lnTo>
                  <a:lnTo>
                    <a:pt x="4518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09" y="9577"/>
                  </a:lnTo>
                  <a:lnTo>
                    <a:pt x="4055" y="9500"/>
                  </a:lnTo>
                  <a:lnTo>
                    <a:pt x="3900" y="9461"/>
                  </a:lnTo>
                  <a:lnTo>
                    <a:pt x="3746" y="9423"/>
                  </a:lnTo>
                  <a:lnTo>
                    <a:pt x="3591" y="9423"/>
                  </a:lnTo>
                  <a:lnTo>
                    <a:pt x="3398" y="9461"/>
                  </a:lnTo>
                  <a:lnTo>
                    <a:pt x="3282" y="9538"/>
                  </a:lnTo>
                  <a:lnTo>
                    <a:pt x="3128" y="9616"/>
                  </a:lnTo>
                  <a:lnTo>
                    <a:pt x="3012" y="9770"/>
                  </a:lnTo>
                  <a:lnTo>
                    <a:pt x="2974" y="9616"/>
                  </a:lnTo>
                  <a:lnTo>
                    <a:pt x="2896" y="9461"/>
                  </a:lnTo>
                  <a:lnTo>
                    <a:pt x="2780" y="9268"/>
                  </a:lnTo>
                  <a:lnTo>
                    <a:pt x="2626" y="9152"/>
                  </a:lnTo>
                  <a:lnTo>
                    <a:pt x="2433" y="9036"/>
                  </a:lnTo>
                  <a:lnTo>
                    <a:pt x="2240" y="8998"/>
                  </a:lnTo>
                  <a:lnTo>
                    <a:pt x="2047" y="9036"/>
                  </a:lnTo>
                  <a:lnTo>
                    <a:pt x="1854" y="9114"/>
                  </a:lnTo>
                  <a:lnTo>
                    <a:pt x="1699" y="9191"/>
                  </a:lnTo>
                  <a:lnTo>
                    <a:pt x="1545" y="9345"/>
                  </a:lnTo>
                  <a:lnTo>
                    <a:pt x="1429" y="9538"/>
                  </a:lnTo>
                  <a:lnTo>
                    <a:pt x="1390" y="9732"/>
                  </a:lnTo>
                  <a:lnTo>
                    <a:pt x="1352" y="9925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311"/>
                  </a:lnTo>
                  <a:lnTo>
                    <a:pt x="386" y="10427"/>
                  </a:lnTo>
                  <a:lnTo>
                    <a:pt x="271" y="10581"/>
                  </a:lnTo>
                  <a:lnTo>
                    <a:pt x="116" y="10890"/>
                  </a:lnTo>
                  <a:lnTo>
                    <a:pt x="0" y="11238"/>
                  </a:lnTo>
                  <a:lnTo>
                    <a:pt x="0" y="11585"/>
                  </a:lnTo>
                  <a:lnTo>
                    <a:pt x="77" y="11933"/>
                  </a:lnTo>
                  <a:lnTo>
                    <a:pt x="193" y="12242"/>
                  </a:lnTo>
                  <a:lnTo>
                    <a:pt x="386" y="12550"/>
                  </a:lnTo>
                  <a:lnTo>
                    <a:pt x="618" y="12821"/>
                  </a:lnTo>
                  <a:lnTo>
                    <a:pt x="811" y="12937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52" y="13130"/>
                  </a:lnTo>
                  <a:lnTo>
                    <a:pt x="1738" y="13168"/>
                  </a:lnTo>
                  <a:lnTo>
                    <a:pt x="2085" y="13130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50"/>
                  </a:lnTo>
                  <a:lnTo>
                    <a:pt x="3360" y="12242"/>
                  </a:lnTo>
                  <a:lnTo>
                    <a:pt x="3591" y="12010"/>
                  </a:lnTo>
                  <a:lnTo>
                    <a:pt x="3553" y="11933"/>
                  </a:lnTo>
                  <a:lnTo>
                    <a:pt x="3514" y="11817"/>
                  </a:lnTo>
                  <a:lnTo>
                    <a:pt x="3437" y="11778"/>
                  </a:lnTo>
                  <a:lnTo>
                    <a:pt x="3321" y="11740"/>
                  </a:lnTo>
                  <a:lnTo>
                    <a:pt x="3282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19" y="12242"/>
                  </a:lnTo>
                  <a:lnTo>
                    <a:pt x="2587" y="12435"/>
                  </a:lnTo>
                  <a:lnTo>
                    <a:pt x="2317" y="12589"/>
                  </a:lnTo>
                  <a:lnTo>
                    <a:pt x="2047" y="12666"/>
                  </a:lnTo>
                  <a:lnTo>
                    <a:pt x="1738" y="12705"/>
                  </a:lnTo>
                  <a:lnTo>
                    <a:pt x="1429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1" y="12357"/>
                  </a:lnTo>
                  <a:lnTo>
                    <a:pt x="695" y="12203"/>
                  </a:lnTo>
                  <a:lnTo>
                    <a:pt x="618" y="12048"/>
                  </a:lnTo>
                  <a:lnTo>
                    <a:pt x="541" y="11894"/>
                  </a:lnTo>
                  <a:lnTo>
                    <a:pt x="502" y="11740"/>
                  </a:lnTo>
                  <a:lnTo>
                    <a:pt x="502" y="11546"/>
                  </a:lnTo>
                  <a:lnTo>
                    <a:pt x="502" y="11392"/>
                  </a:lnTo>
                  <a:lnTo>
                    <a:pt x="541" y="11199"/>
                  </a:lnTo>
                  <a:lnTo>
                    <a:pt x="579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8" y="10620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008" y="10349"/>
                  </a:lnTo>
                  <a:lnTo>
                    <a:pt x="2317" y="10388"/>
                  </a:lnTo>
                  <a:lnTo>
                    <a:pt x="2587" y="10427"/>
                  </a:lnTo>
                  <a:lnTo>
                    <a:pt x="2858" y="10542"/>
                  </a:lnTo>
                  <a:lnTo>
                    <a:pt x="3128" y="10658"/>
                  </a:lnTo>
                  <a:lnTo>
                    <a:pt x="3669" y="10929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6"/>
                  </a:lnTo>
                  <a:lnTo>
                    <a:pt x="5870" y="12705"/>
                  </a:lnTo>
                  <a:lnTo>
                    <a:pt x="6256" y="12975"/>
                  </a:lnTo>
                  <a:lnTo>
                    <a:pt x="6681" y="13207"/>
                  </a:lnTo>
                  <a:lnTo>
                    <a:pt x="7105" y="13439"/>
                  </a:lnTo>
                  <a:lnTo>
                    <a:pt x="7530" y="13593"/>
                  </a:lnTo>
                  <a:lnTo>
                    <a:pt x="7993" y="13747"/>
                  </a:lnTo>
                  <a:lnTo>
                    <a:pt x="8457" y="13786"/>
                  </a:lnTo>
                  <a:lnTo>
                    <a:pt x="8920" y="13786"/>
                  </a:lnTo>
                  <a:lnTo>
                    <a:pt x="9345" y="13709"/>
                  </a:lnTo>
                  <a:lnTo>
                    <a:pt x="9731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73"/>
                  </a:lnTo>
                  <a:lnTo>
                    <a:pt x="11121" y="12126"/>
                  </a:lnTo>
                  <a:lnTo>
                    <a:pt x="11314" y="11740"/>
                  </a:lnTo>
                  <a:lnTo>
                    <a:pt x="11507" y="11238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5" y="9114"/>
                  </a:lnTo>
                  <a:lnTo>
                    <a:pt x="12357" y="8612"/>
                  </a:lnTo>
                  <a:lnTo>
                    <a:pt x="12589" y="8110"/>
                  </a:lnTo>
                  <a:lnTo>
                    <a:pt x="12936" y="7646"/>
                  </a:lnTo>
                  <a:lnTo>
                    <a:pt x="13284" y="7299"/>
                  </a:lnTo>
                  <a:lnTo>
                    <a:pt x="13631" y="6990"/>
                  </a:lnTo>
                  <a:lnTo>
                    <a:pt x="14017" y="6720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2"/>
                  </a:lnTo>
                  <a:lnTo>
                    <a:pt x="15832" y="5986"/>
                  </a:lnTo>
                  <a:lnTo>
                    <a:pt x="16296" y="5947"/>
                  </a:lnTo>
                  <a:lnTo>
                    <a:pt x="16605" y="5909"/>
                  </a:lnTo>
                  <a:lnTo>
                    <a:pt x="16914" y="5909"/>
                  </a:lnTo>
                  <a:lnTo>
                    <a:pt x="17454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4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29" y="7492"/>
                  </a:lnTo>
                  <a:lnTo>
                    <a:pt x="21316" y="7646"/>
                  </a:lnTo>
                  <a:lnTo>
                    <a:pt x="21740" y="7724"/>
                  </a:lnTo>
                  <a:lnTo>
                    <a:pt x="22165" y="7762"/>
                  </a:lnTo>
                  <a:lnTo>
                    <a:pt x="22590" y="7724"/>
                  </a:lnTo>
                  <a:lnTo>
                    <a:pt x="22976" y="7646"/>
                  </a:lnTo>
                  <a:lnTo>
                    <a:pt x="23362" y="7531"/>
                  </a:lnTo>
                  <a:lnTo>
                    <a:pt x="23710" y="7299"/>
                  </a:lnTo>
                  <a:lnTo>
                    <a:pt x="24057" y="6990"/>
                  </a:lnTo>
                  <a:lnTo>
                    <a:pt x="24366" y="6642"/>
                  </a:lnTo>
                  <a:lnTo>
                    <a:pt x="24598" y="6295"/>
                  </a:lnTo>
                  <a:lnTo>
                    <a:pt x="24752" y="5909"/>
                  </a:lnTo>
                  <a:lnTo>
                    <a:pt x="24868" y="5484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210"/>
                  </a:lnTo>
                  <a:lnTo>
                    <a:pt x="24945" y="3746"/>
                  </a:lnTo>
                  <a:lnTo>
                    <a:pt x="24868" y="3283"/>
                  </a:lnTo>
                  <a:lnTo>
                    <a:pt x="24791" y="2858"/>
                  </a:lnTo>
                  <a:lnTo>
                    <a:pt x="24637" y="2395"/>
                  </a:lnTo>
                  <a:lnTo>
                    <a:pt x="24443" y="1970"/>
                  </a:lnTo>
                  <a:lnTo>
                    <a:pt x="24250" y="1584"/>
                  </a:lnTo>
                  <a:lnTo>
                    <a:pt x="24057" y="1198"/>
                  </a:lnTo>
                  <a:lnTo>
                    <a:pt x="23787" y="812"/>
                  </a:lnTo>
                  <a:lnTo>
                    <a:pt x="23941" y="387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69" y="78"/>
                  </a:lnTo>
                  <a:lnTo>
                    <a:pt x="230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9"/>
            <p:cNvSpPr/>
            <p:nvPr/>
          </p:nvSpPr>
          <p:spPr>
            <a:xfrm>
              <a:off x="1648525" y="2901400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8" y="0"/>
                  </a:moveTo>
                  <a:lnTo>
                    <a:pt x="0" y="580"/>
                  </a:lnTo>
                  <a:lnTo>
                    <a:pt x="0" y="1198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9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70" y="5947"/>
                  </a:lnTo>
                  <a:lnTo>
                    <a:pt x="2433" y="6411"/>
                  </a:lnTo>
                  <a:lnTo>
                    <a:pt x="2974" y="6874"/>
                  </a:lnTo>
                  <a:lnTo>
                    <a:pt x="3514" y="7260"/>
                  </a:lnTo>
                  <a:lnTo>
                    <a:pt x="4093" y="7646"/>
                  </a:lnTo>
                  <a:lnTo>
                    <a:pt x="4711" y="7955"/>
                  </a:lnTo>
                  <a:lnTo>
                    <a:pt x="5329" y="8225"/>
                  </a:lnTo>
                  <a:lnTo>
                    <a:pt x="5986" y="8496"/>
                  </a:lnTo>
                  <a:lnTo>
                    <a:pt x="6642" y="8689"/>
                  </a:lnTo>
                  <a:lnTo>
                    <a:pt x="7299" y="8843"/>
                  </a:lnTo>
                  <a:lnTo>
                    <a:pt x="7994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4"/>
                  </a:lnTo>
                  <a:lnTo>
                    <a:pt x="10774" y="9075"/>
                  </a:lnTo>
                  <a:lnTo>
                    <a:pt x="11392" y="8998"/>
                  </a:lnTo>
                  <a:lnTo>
                    <a:pt x="12048" y="8920"/>
                  </a:lnTo>
                  <a:lnTo>
                    <a:pt x="12705" y="8766"/>
                  </a:lnTo>
                  <a:lnTo>
                    <a:pt x="13361" y="8612"/>
                  </a:lnTo>
                  <a:lnTo>
                    <a:pt x="14018" y="8380"/>
                  </a:lnTo>
                  <a:lnTo>
                    <a:pt x="14635" y="8148"/>
                  </a:lnTo>
                  <a:lnTo>
                    <a:pt x="15253" y="7878"/>
                  </a:lnTo>
                  <a:lnTo>
                    <a:pt x="15871" y="7569"/>
                  </a:lnTo>
                  <a:lnTo>
                    <a:pt x="16450" y="7221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5"/>
                  </a:lnTo>
                  <a:lnTo>
                    <a:pt x="19076" y="4287"/>
                  </a:lnTo>
                  <a:lnTo>
                    <a:pt x="19346" y="3669"/>
                  </a:lnTo>
                  <a:lnTo>
                    <a:pt x="19115" y="3630"/>
                  </a:lnTo>
                  <a:lnTo>
                    <a:pt x="18767" y="4171"/>
                  </a:lnTo>
                  <a:lnTo>
                    <a:pt x="18420" y="4634"/>
                  </a:lnTo>
                  <a:lnTo>
                    <a:pt x="18033" y="5098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1" y="6333"/>
                  </a:lnTo>
                  <a:lnTo>
                    <a:pt x="16257" y="6681"/>
                  </a:lnTo>
                  <a:lnTo>
                    <a:pt x="15755" y="7028"/>
                  </a:lnTo>
                  <a:lnTo>
                    <a:pt x="15215" y="7299"/>
                  </a:lnTo>
                  <a:lnTo>
                    <a:pt x="14713" y="7569"/>
                  </a:lnTo>
                  <a:lnTo>
                    <a:pt x="14133" y="7801"/>
                  </a:lnTo>
                  <a:lnTo>
                    <a:pt x="13593" y="8032"/>
                  </a:lnTo>
                  <a:lnTo>
                    <a:pt x="13014" y="8187"/>
                  </a:lnTo>
                  <a:lnTo>
                    <a:pt x="12434" y="8341"/>
                  </a:lnTo>
                  <a:lnTo>
                    <a:pt x="11816" y="8457"/>
                  </a:lnTo>
                  <a:lnTo>
                    <a:pt x="11199" y="8534"/>
                  </a:lnTo>
                  <a:lnTo>
                    <a:pt x="10504" y="8612"/>
                  </a:lnTo>
                  <a:lnTo>
                    <a:pt x="9113" y="8612"/>
                  </a:lnTo>
                  <a:lnTo>
                    <a:pt x="8380" y="8534"/>
                  </a:lnTo>
                  <a:lnTo>
                    <a:pt x="7685" y="8418"/>
                  </a:lnTo>
                  <a:lnTo>
                    <a:pt x="6990" y="8303"/>
                  </a:lnTo>
                  <a:lnTo>
                    <a:pt x="6333" y="8110"/>
                  </a:lnTo>
                  <a:lnTo>
                    <a:pt x="5638" y="7878"/>
                  </a:lnTo>
                  <a:lnTo>
                    <a:pt x="5020" y="7608"/>
                  </a:lnTo>
                  <a:lnTo>
                    <a:pt x="4364" y="7260"/>
                  </a:lnTo>
                  <a:lnTo>
                    <a:pt x="3785" y="6913"/>
                  </a:lnTo>
                  <a:lnTo>
                    <a:pt x="3205" y="6488"/>
                  </a:lnTo>
                  <a:lnTo>
                    <a:pt x="2703" y="6063"/>
                  </a:lnTo>
                  <a:lnTo>
                    <a:pt x="2201" y="5561"/>
                  </a:lnTo>
                  <a:lnTo>
                    <a:pt x="1777" y="4982"/>
                  </a:lnTo>
                  <a:lnTo>
                    <a:pt x="1390" y="4403"/>
                  </a:lnTo>
                  <a:lnTo>
                    <a:pt x="1120" y="3901"/>
                  </a:lnTo>
                  <a:lnTo>
                    <a:pt x="850" y="3360"/>
                  </a:lnTo>
                  <a:lnTo>
                    <a:pt x="695" y="2858"/>
                  </a:lnTo>
                  <a:lnTo>
                    <a:pt x="541" y="2279"/>
                  </a:lnTo>
                  <a:lnTo>
                    <a:pt x="425" y="1738"/>
                  </a:lnTo>
                  <a:lnTo>
                    <a:pt x="386" y="1159"/>
                  </a:lnTo>
                  <a:lnTo>
                    <a:pt x="386" y="618"/>
                  </a:lnTo>
                  <a:lnTo>
                    <a:pt x="425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9"/>
            <p:cNvSpPr/>
            <p:nvPr/>
          </p:nvSpPr>
          <p:spPr>
            <a:xfrm>
              <a:off x="7229325" y="290815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1"/>
                  </a:moveTo>
                  <a:lnTo>
                    <a:pt x="3399" y="426"/>
                  </a:lnTo>
                  <a:lnTo>
                    <a:pt x="3785" y="619"/>
                  </a:lnTo>
                  <a:lnTo>
                    <a:pt x="4094" y="889"/>
                  </a:lnTo>
                  <a:lnTo>
                    <a:pt x="4364" y="1121"/>
                  </a:lnTo>
                  <a:lnTo>
                    <a:pt x="4635" y="1430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4" y="2434"/>
                  </a:lnTo>
                  <a:lnTo>
                    <a:pt x="5368" y="2820"/>
                  </a:lnTo>
                  <a:lnTo>
                    <a:pt x="5484" y="3206"/>
                  </a:lnTo>
                  <a:lnTo>
                    <a:pt x="5523" y="3592"/>
                  </a:lnTo>
                  <a:lnTo>
                    <a:pt x="5600" y="3978"/>
                  </a:lnTo>
                  <a:lnTo>
                    <a:pt x="5600" y="4403"/>
                  </a:lnTo>
                  <a:lnTo>
                    <a:pt x="5561" y="4789"/>
                  </a:lnTo>
                  <a:lnTo>
                    <a:pt x="5523" y="5214"/>
                  </a:lnTo>
                  <a:lnTo>
                    <a:pt x="5446" y="5600"/>
                  </a:lnTo>
                  <a:lnTo>
                    <a:pt x="5330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7"/>
                  </a:lnTo>
                  <a:lnTo>
                    <a:pt x="4210" y="8033"/>
                  </a:lnTo>
                  <a:lnTo>
                    <a:pt x="3940" y="8380"/>
                  </a:lnTo>
                  <a:lnTo>
                    <a:pt x="3631" y="8728"/>
                  </a:lnTo>
                  <a:lnTo>
                    <a:pt x="3283" y="9037"/>
                  </a:lnTo>
                  <a:lnTo>
                    <a:pt x="2936" y="9307"/>
                  </a:lnTo>
                  <a:lnTo>
                    <a:pt x="2549" y="9577"/>
                  </a:lnTo>
                  <a:lnTo>
                    <a:pt x="2163" y="9809"/>
                  </a:lnTo>
                  <a:lnTo>
                    <a:pt x="1739" y="10041"/>
                  </a:lnTo>
                  <a:lnTo>
                    <a:pt x="1314" y="10234"/>
                  </a:lnTo>
                  <a:lnTo>
                    <a:pt x="889" y="10388"/>
                  </a:lnTo>
                  <a:lnTo>
                    <a:pt x="464" y="10543"/>
                  </a:lnTo>
                  <a:lnTo>
                    <a:pt x="1" y="10658"/>
                  </a:lnTo>
                  <a:lnTo>
                    <a:pt x="78" y="11045"/>
                  </a:lnTo>
                  <a:lnTo>
                    <a:pt x="619" y="10967"/>
                  </a:lnTo>
                  <a:lnTo>
                    <a:pt x="1121" y="10813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5"/>
                  </a:lnTo>
                  <a:lnTo>
                    <a:pt x="3399" y="9616"/>
                  </a:lnTo>
                  <a:lnTo>
                    <a:pt x="3785" y="9268"/>
                  </a:lnTo>
                  <a:lnTo>
                    <a:pt x="4171" y="8921"/>
                  </a:lnTo>
                  <a:lnTo>
                    <a:pt x="4480" y="8535"/>
                  </a:lnTo>
                  <a:lnTo>
                    <a:pt x="4828" y="8110"/>
                  </a:lnTo>
                  <a:lnTo>
                    <a:pt x="5098" y="7685"/>
                  </a:lnTo>
                  <a:lnTo>
                    <a:pt x="5368" y="7222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55"/>
                  </a:lnTo>
                  <a:lnTo>
                    <a:pt x="6063" y="3631"/>
                  </a:lnTo>
                  <a:lnTo>
                    <a:pt x="5986" y="3244"/>
                  </a:lnTo>
                  <a:lnTo>
                    <a:pt x="5870" y="2820"/>
                  </a:lnTo>
                  <a:lnTo>
                    <a:pt x="5754" y="2434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7" y="1314"/>
                  </a:lnTo>
                  <a:lnTo>
                    <a:pt x="4905" y="1005"/>
                  </a:lnTo>
                  <a:lnTo>
                    <a:pt x="4596" y="696"/>
                  </a:lnTo>
                  <a:lnTo>
                    <a:pt x="4287" y="426"/>
                  </a:lnTo>
                  <a:lnTo>
                    <a:pt x="3940" y="194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9"/>
            <p:cNvSpPr/>
            <p:nvPr/>
          </p:nvSpPr>
          <p:spPr>
            <a:xfrm>
              <a:off x="1734450" y="2911050"/>
              <a:ext cx="35725" cy="29000"/>
            </a:xfrm>
            <a:custGeom>
              <a:avLst/>
              <a:gdLst/>
              <a:ahLst/>
              <a:cxnLst/>
              <a:rect l="l" t="t" r="r" b="b"/>
              <a:pathLst>
                <a:path w="1429" h="1160" extrusionOk="0">
                  <a:moveTo>
                    <a:pt x="502" y="1"/>
                  </a:moveTo>
                  <a:lnTo>
                    <a:pt x="309" y="116"/>
                  </a:lnTo>
                  <a:lnTo>
                    <a:pt x="193" y="232"/>
                  </a:lnTo>
                  <a:lnTo>
                    <a:pt x="77" y="387"/>
                  </a:lnTo>
                  <a:lnTo>
                    <a:pt x="39" y="541"/>
                  </a:lnTo>
                  <a:lnTo>
                    <a:pt x="0" y="734"/>
                  </a:lnTo>
                  <a:lnTo>
                    <a:pt x="39" y="927"/>
                  </a:lnTo>
                  <a:lnTo>
                    <a:pt x="116" y="1082"/>
                  </a:lnTo>
                  <a:lnTo>
                    <a:pt x="193" y="1159"/>
                  </a:lnTo>
                  <a:lnTo>
                    <a:pt x="348" y="1159"/>
                  </a:lnTo>
                  <a:lnTo>
                    <a:pt x="425" y="1043"/>
                  </a:lnTo>
                  <a:lnTo>
                    <a:pt x="425" y="1005"/>
                  </a:lnTo>
                  <a:lnTo>
                    <a:pt x="386" y="927"/>
                  </a:lnTo>
                  <a:lnTo>
                    <a:pt x="386" y="850"/>
                  </a:lnTo>
                  <a:lnTo>
                    <a:pt x="348" y="773"/>
                  </a:lnTo>
                  <a:lnTo>
                    <a:pt x="425" y="580"/>
                  </a:lnTo>
                  <a:lnTo>
                    <a:pt x="541" y="425"/>
                  </a:lnTo>
                  <a:lnTo>
                    <a:pt x="618" y="387"/>
                  </a:lnTo>
                  <a:lnTo>
                    <a:pt x="772" y="387"/>
                  </a:lnTo>
                  <a:lnTo>
                    <a:pt x="850" y="425"/>
                  </a:lnTo>
                  <a:lnTo>
                    <a:pt x="965" y="580"/>
                  </a:lnTo>
                  <a:lnTo>
                    <a:pt x="1004" y="657"/>
                  </a:lnTo>
                  <a:lnTo>
                    <a:pt x="1004" y="734"/>
                  </a:lnTo>
                  <a:lnTo>
                    <a:pt x="965" y="927"/>
                  </a:lnTo>
                  <a:lnTo>
                    <a:pt x="965" y="1005"/>
                  </a:lnTo>
                  <a:lnTo>
                    <a:pt x="965" y="1082"/>
                  </a:lnTo>
                  <a:lnTo>
                    <a:pt x="1004" y="1120"/>
                  </a:lnTo>
                  <a:lnTo>
                    <a:pt x="1081" y="1159"/>
                  </a:lnTo>
                  <a:lnTo>
                    <a:pt x="1197" y="1159"/>
                  </a:lnTo>
                  <a:lnTo>
                    <a:pt x="1274" y="1120"/>
                  </a:lnTo>
                  <a:lnTo>
                    <a:pt x="1313" y="1082"/>
                  </a:lnTo>
                  <a:lnTo>
                    <a:pt x="1390" y="889"/>
                  </a:lnTo>
                  <a:lnTo>
                    <a:pt x="1429" y="734"/>
                  </a:lnTo>
                  <a:lnTo>
                    <a:pt x="1390" y="541"/>
                  </a:lnTo>
                  <a:lnTo>
                    <a:pt x="1313" y="348"/>
                  </a:lnTo>
                  <a:lnTo>
                    <a:pt x="1197" y="194"/>
                  </a:lnTo>
                  <a:lnTo>
                    <a:pt x="1043" y="78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2190;p9"/>
            <p:cNvSpPr/>
            <p:nvPr/>
          </p:nvSpPr>
          <p:spPr>
            <a:xfrm>
              <a:off x="6320925" y="2913950"/>
              <a:ext cx="315700" cy="477875"/>
            </a:xfrm>
            <a:custGeom>
              <a:avLst/>
              <a:gdLst/>
              <a:ahLst/>
              <a:cxnLst/>
              <a:rect l="l" t="t" r="r" b="b"/>
              <a:pathLst>
                <a:path w="12628" h="19115" extrusionOk="0">
                  <a:moveTo>
                    <a:pt x="1004" y="618"/>
                  </a:moveTo>
                  <a:lnTo>
                    <a:pt x="1661" y="850"/>
                  </a:lnTo>
                  <a:lnTo>
                    <a:pt x="2317" y="1120"/>
                  </a:lnTo>
                  <a:lnTo>
                    <a:pt x="2742" y="1352"/>
                  </a:lnTo>
                  <a:lnTo>
                    <a:pt x="3167" y="1584"/>
                  </a:lnTo>
                  <a:lnTo>
                    <a:pt x="3321" y="1700"/>
                  </a:lnTo>
                  <a:lnTo>
                    <a:pt x="3476" y="1854"/>
                  </a:lnTo>
                  <a:lnTo>
                    <a:pt x="3669" y="2124"/>
                  </a:lnTo>
                  <a:lnTo>
                    <a:pt x="3862" y="2472"/>
                  </a:lnTo>
                  <a:lnTo>
                    <a:pt x="4016" y="2819"/>
                  </a:lnTo>
                  <a:lnTo>
                    <a:pt x="5677" y="6797"/>
                  </a:lnTo>
                  <a:lnTo>
                    <a:pt x="9075" y="15022"/>
                  </a:lnTo>
                  <a:lnTo>
                    <a:pt x="9152" y="15099"/>
                  </a:lnTo>
                  <a:lnTo>
                    <a:pt x="9191" y="15137"/>
                  </a:lnTo>
                  <a:lnTo>
                    <a:pt x="9345" y="15137"/>
                  </a:lnTo>
                  <a:lnTo>
                    <a:pt x="8920" y="15369"/>
                  </a:lnTo>
                  <a:lnTo>
                    <a:pt x="7955" y="13516"/>
                  </a:lnTo>
                  <a:lnTo>
                    <a:pt x="6990" y="11662"/>
                  </a:lnTo>
                  <a:lnTo>
                    <a:pt x="5020" y="7955"/>
                  </a:lnTo>
                  <a:lnTo>
                    <a:pt x="3012" y="4287"/>
                  </a:lnTo>
                  <a:lnTo>
                    <a:pt x="1004" y="618"/>
                  </a:lnTo>
                  <a:close/>
                  <a:moveTo>
                    <a:pt x="657" y="502"/>
                  </a:moveTo>
                  <a:lnTo>
                    <a:pt x="657" y="541"/>
                  </a:lnTo>
                  <a:lnTo>
                    <a:pt x="4673" y="8032"/>
                  </a:lnTo>
                  <a:lnTo>
                    <a:pt x="6719" y="11739"/>
                  </a:lnTo>
                  <a:lnTo>
                    <a:pt x="7762" y="13593"/>
                  </a:lnTo>
                  <a:lnTo>
                    <a:pt x="8804" y="15446"/>
                  </a:lnTo>
                  <a:lnTo>
                    <a:pt x="8650" y="15524"/>
                  </a:lnTo>
                  <a:lnTo>
                    <a:pt x="7414" y="13747"/>
                  </a:lnTo>
                  <a:lnTo>
                    <a:pt x="6179" y="12010"/>
                  </a:lnTo>
                  <a:lnTo>
                    <a:pt x="3591" y="8534"/>
                  </a:lnTo>
                  <a:lnTo>
                    <a:pt x="2317" y="6758"/>
                  </a:lnTo>
                  <a:lnTo>
                    <a:pt x="1004" y="4943"/>
                  </a:lnTo>
                  <a:lnTo>
                    <a:pt x="850" y="4711"/>
                  </a:lnTo>
                  <a:lnTo>
                    <a:pt x="734" y="4480"/>
                  </a:lnTo>
                  <a:lnTo>
                    <a:pt x="618" y="4209"/>
                  </a:lnTo>
                  <a:lnTo>
                    <a:pt x="541" y="3939"/>
                  </a:lnTo>
                  <a:lnTo>
                    <a:pt x="464" y="3399"/>
                  </a:lnTo>
                  <a:lnTo>
                    <a:pt x="425" y="2819"/>
                  </a:lnTo>
                  <a:lnTo>
                    <a:pt x="464" y="2240"/>
                  </a:lnTo>
                  <a:lnTo>
                    <a:pt x="502" y="1661"/>
                  </a:lnTo>
                  <a:lnTo>
                    <a:pt x="657" y="502"/>
                  </a:lnTo>
                  <a:close/>
                  <a:moveTo>
                    <a:pt x="11508" y="12280"/>
                  </a:moveTo>
                  <a:lnTo>
                    <a:pt x="11662" y="12357"/>
                  </a:lnTo>
                  <a:lnTo>
                    <a:pt x="11816" y="12434"/>
                  </a:lnTo>
                  <a:lnTo>
                    <a:pt x="12164" y="12859"/>
                  </a:lnTo>
                  <a:lnTo>
                    <a:pt x="12241" y="13052"/>
                  </a:lnTo>
                  <a:lnTo>
                    <a:pt x="12280" y="13245"/>
                  </a:lnTo>
                  <a:lnTo>
                    <a:pt x="12241" y="13438"/>
                  </a:lnTo>
                  <a:lnTo>
                    <a:pt x="12203" y="13631"/>
                  </a:lnTo>
                  <a:lnTo>
                    <a:pt x="12048" y="14018"/>
                  </a:lnTo>
                  <a:lnTo>
                    <a:pt x="11855" y="14365"/>
                  </a:lnTo>
                  <a:lnTo>
                    <a:pt x="11508" y="14790"/>
                  </a:lnTo>
                  <a:lnTo>
                    <a:pt x="11121" y="15176"/>
                  </a:lnTo>
                  <a:lnTo>
                    <a:pt x="10697" y="15524"/>
                  </a:lnTo>
                  <a:lnTo>
                    <a:pt x="10272" y="15871"/>
                  </a:lnTo>
                  <a:lnTo>
                    <a:pt x="10156" y="15871"/>
                  </a:lnTo>
                  <a:lnTo>
                    <a:pt x="10117" y="15987"/>
                  </a:lnTo>
                  <a:lnTo>
                    <a:pt x="9770" y="16180"/>
                  </a:lnTo>
                  <a:lnTo>
                    <a:pt x="9113" y="16605"/>
                  </a:lnTo>
                  <a:lnTo>
                    <a:pt x="8457" y="16952"/>
                  </a:lnTo>
                  <a:lnTo>
                    <a:pt x="7723" y="17261"/>
                  </a:lnTo>
                  <a:lnTo>
                    <a:pt x="6990" y="17493"/>
                  </a:lnTo>
                  <a:lnTo>
                    <a:pt x="6642" y="17609"/>
                  </a:lnTo>
                  <a:lnTo>
                    <a:pt x="6294" y="17647"/>
                  </a:lnTo>
                  <a:lnTo>
                    <a:pt x="5754" y="17647"/>
                  </a:lnTo>
                  <a:lnTo>
                    <a:pt x="5561" y="17570"/>
                  </a:lnTo>
                  <a:lnTo>
                    <a:pt x="5445" y="17493"/>
                  </a:lnTo>
                  <a:lnTo>
                    <a:pt x="5329" y="17416"/>
                  </a:lnTo>
                  <a:lnTo>
                    <a:pt x="5097" y="17184"/>
                  </a:lnTo>
                  <a:lnTo>
                    <a:pt x="4982" y="16875"/>
                  </a:lnTo>
                  <a:lnTo>
                    <a:pt x="4904" y="16605"/>
                  </a:lnTo>
                  <a:lnTo>
                    <a:pt x="4943" y="16412"/>
                  </a:lnTo>
                  <a:lnTo>
                    <a:pt x="4982" y="16219"/>
                  </a:lnTo>
                  <a:lnTo>
                    <a:pt x="5059" y="16064"/>
                  </a:lnTo>
                  <a:lnTo>
                    <a:pt x="5175" y="15948"/>
                  </a:lnTo>
                  <a:lnTo>
                    <a:pt x="5291" y="15833"/>
                  </a:lnTo>
                  <a:lnTo>
                    <a:pt x="5406" y="15755"/>
                  </a:lnTo>
                  <a:lnTo>
                    <a:pt x="5522" y="15717"/>
                  </a:lnTo>
                  <a:lnTo>
                    <a:pt x="5638" y="15755"/>
                  </a:lnTo>
                  <a:lnTo>
                    <a:pt x="5793" y="15833"/>
                  </a:lnTo>
                  <a:lnTo>
                    <a:pt x="5947" y="15948"/>
                  </a:lnTo>
                  <a:lnTo>
                    <a:pt x="6063" y="16141"/>
                  </a:lnTo>
                  <a:lnTo>
                    <a:pt x="6256" y="16373"/>
                  </a:lnTo>
                  <a:lnTo>
                    <a:pt x="6101" y="16412"/>
                  </a:lnTo>
                  <a:lnTo>
                    <a:pt x="6024" y="16450"/>
                  </a:lnTo>
                  <a:lnTo>
                    <a:pt x="6024" y="16566"/>
                  </a:lnTo>
                  <a:lnTo>
                    <a:pt x="6063" y="16643"/>
                  </a:lnTo>
                  <a:lnTo>
                    <a:pt x="6140" y="16643"/>
                  </a:lnTo>
                  <a:lnTo>
                    <a:pt x="6912" y="16566"/>
                  </a:lnTo>
                  <a:lnTo>
                    <a:pt x="7685" y="16373"/>
                  </a:lnTo>
                  <a:lnTo>
                    <a:pt x="8496" y="16064"/>
                  </a:lnTo>
                  <a:lnTo>
                    <a:pt x="9229" y="15717"/>
                  </a:lnTo>
                  <a:lnTo>
                    <a:pt x="9615" y="15485"/>
                  </a:lnTo>
                  <a:lnTo>
                    <a:pt x="9963" y="15253"/>
                  </a:lnTo>
                  <a:lnTo>
                    <a:pt x="10272" y="15022"/>
                  </a:lnTo>
                  <a:lnTo>
                    <a:pt x="10581" y="14751"/>
                  </a:lnTo>
                  <a:lnTo>
                    <a:pt x="10890" y="14481"/>
                  </a:lnTo>
                  <a:lnTo>
                    <a:pt x="11121" y="14172"/>
                  </a:lnTo>
                  <a:lnTo>
                    <a:pt x="11353" y="13825"/>
                  </a:lnTo>
                  <a:lnTo>
                    <a:pt x="11546" y="13516"/>
                  </a:lnTo>
                  <a:lnTo>
                    <a:pt x="11546" y="13438"/>
                  </a:lnTo>
                  <a:lnTo>
                    <a:pt x="11546" y="13361"/>
                  </a:lnTo>
                  <a:lnTo>
                    <a:pt x="11508" y="13284"/>
                  </a:lnTo>
                  <a:lnTo>
                    <a:pt x="11430" y="13245"/>
                  </a:lnTo>
                  <a:lnTo>
                    <a:pt x="11237" y="13245"/>
                  </a:lnTo>
                  <a:lnTo>
                    <a:pt x="11160" y="13323"/>
                  </a:lnTo>
                  <a:lnTo>
                    <a:pt x="10967" y="13670"/>
                  </a:lnTo>
                  <a:lnTo>
                    <a:pt x="10774" y="13554"/>
                  </a:lnTo>
                  <a:lnTo>
                    <a:pt x="10658" y="13438"/>
                  </a:lnTo>
                  <a:lnTo>
                    <a:pt x="10619" y="13284"/>
                  </a:lnTo>
                  <a:lnTo>
                    <a:pt x="10581" y="13168"/>
                  </a:lnTo>
                  <a:lnTo>
                    <a:pt x="10619" y="13014"/>
                  </a:lnTo>
                  <a:lnTo>
                    <a:pt x="10658" y="12859"/>
                  </a:lnTo>
                  <a:lnTo>
                    <a:pt x="10851" y="12627"/>
                  </a:lnTo>
                  <a:lnTo>
                    <a:pt x="10928" y="12473"/>
                  </a:lnTo>
                  <a:lnTo>
                    <a:pt x="11044" y="12357"/>
                  </a:lnTo>
                  <a:lnTo>
                    <a:pt x="11121" y="12319"/>
                  </a:lnTo>
                  <a:lnTo>
                    <a:pt x="11237" y="12280"/>
                  </a:lnTo>
                  <a:close/>
                  <a:moveTo>
                    <a:pt x="425" y="0"/>
                  </a:moveTo>
                  <a:lnTo>
                    <a:pt x="348" y="39"/>
                  </a:lnTo>
                  <a:lnTo>
                    <a:pt x="271" y="116"/>
                  </a:lnTo>
                  <a:lnTo>
                    <a:pt x="232" y="194"/>
                  </a:lnTo>
                  <a:lnTo>
                    <a:pt x="78" y="2588"/>
                  </a:lnTo>
                  <a:lnTo>
                    <a:pt x="39" y="3012"/>
                  </a:lnTo>
                  <a:lnTo>
                    <a:pt x="0" y="3476"/>
                  </a:lnTo>
                  <a:lnTo>
                    <a:pt x="39" y="3901"/>
                  </a:lnTo>
                  <a:lnTo>
                    <a:pt x="116" y="4325"/>
                  </a:lnTo>
                  <a:lnTo>
                    <a:pt x="232" y="4518"/>
                  </a:lnTo>
                  <a:lnTo>
                    <a:pt x="348" y="4750"/>
                  </a:lnTo>
                  <a:lnTo>
                    <a:pt x="618" y="5175"/>
                  </a:lnTo>
                  <a:lnTo>
                    <a:pt x="1236" y="5986"/>
                  </a:lnTo>
                  <a:lnTo>
                    <a:pt x="2665" y="7955"/>
                  </a:lnTo>
                  <a:lnTo>
                    <a:pt x="5445" y="11817"/>
                  </a:lnTo>
                  <a:lnTo>
                    <a:pt x="6874" y="13747"/>
                  </a:lnTo>
                  <a:lnTo>
                    <a:pt x="8341" y="15639"/>
                  </a:lnTo>
                  <a:lnTo>
                    <a:pt x="7492" y="15987"/>
                  </a:lnTo>
                  <a:lnTo>
                    <a:pt x="6642" y="16257"/>
                  </a:lnTo>
                  <a:lnTo>
                    <a:pt x="6642" y="16257"/>
                  </a:lnTo>
                  <a:lnTo>
                    <a:pt x="6681" y="16103"/>
                  </a:lnTo>
                  <a:lnTo>
                    <a:pt x="6681" y="15948"/>
                  </a:lnTo>
                  <a:lnTo>
                    <a:pt x="6642" y="15755"/>
                  </a:lnTo>
                  <a:lnTo>
                    <a:pt x="6565" y="15639"/>
                  </a:lnTo>
                  <a:lnTo>
                    <a:pt x="6488" y="15485"/>
                  </a:lnTo>
                  <a:lnTo>
                    <a:pt x="6333" y="15369"/>
                  </a:lnTo>
                  <a:lnTo>
                    <a:pt x="6179" y="15292"/>
                  </a:lnTo>
                  <a:lnTo>
                    <a:pt x="6024" y="15253"/>
                  </a:lnTo>
                  <a:lnTo>
                    <a:pt x="5715" y="15253"/>
                  </a:lnTo>
                  <a:lnTo>
                    <a:pt x="5484" y="15292"/>
                  </a:lnTo>
                  <a:lnTo>
                    <a:pt x="5213" y="15408"/>
                  </a:lnTo>
                  <a:lnTo>
                    <a:pt x="5020" y="15601"/>
                  </a:lnTo>
                  <a:lnTo>
                    <a:pt x="4827" y="15794"/>
                  </a:lnTo>
                  <a:lnTo>
                    <a:pt x="4711" y="16026"/>
                  </a:lnTo>
                  <a:lnTo>
                    <a:pt x="4595" y="16296"/>
                  </a:lnTo>
                  <a:lnTo>
                    <a:pt x="4595" y="16566"/>
                  </a:lnTo>
                  <a:lnTo>
                    <a:pt x="4634" y="16991"/>
                  </a:lnTo>
                  <a:lnTo>
                    <a:pt x="4750" y="17300"/>
                  </a:lnTo>
                  <a:lnTo>
                    <a:pt x="4904" y="17532"/>
                  </a:lnTo>
                  <a:lnTo>
                    <a:pt x="5097" y="17725"/>
                  </a:lnTo>
                  <a:lnTo>
                    <a:pt x="5368" y="17840"/>
                  </a:lnTo>
                  <a:lnTo>
                    <a:pt x="5677" y="17918"/>
                  </a:lnTo>
                  <a:lnTo>
                    <a:pt x="6024" y="17956"/>
                  </a:lnTo>
                  <a:lnTo>
                    <a:pt x="6372" y="17918"/>
                  </a:lnTo>
                  <a:lnTo>
                    <a:pt x="6719" y="17840"/>
                  </a:lnTo>
                  <a:lnTo>
                    <a:pt x="7105" y="17763"/>
                  </a:lnTo>
                  <a:lnTo>
                    <a:pt x="7878" y="17532"/>
                  </a:lnTo>
                  <a:lnTo>
                    <a:pt x="8573" y="17223"/>
                  </a:lnTo>
                  <a:lnTo>
                    <a:pt x="9152" y="16952"/>
                  </a:lnTo>
                  <a:lnTo>
                    <a:pt x="9229" y="16875"/>
                  </a:lnTo>
                  <a:lnTo>
                    <a:pt x="9461" y="16759"/>
                  </a:lnTo>
                  <a:lnTo>
                    <a:pt x="10233" y="16257"/>
                  </a:lnTo>
                  <a:lnTo>
                    <a:pt x="10812" y="17107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5"/>
                  </a:lnTo>
                  <a:lnTo>
                    <a:pt x="12280" y="19038"/>
                  </a:lnTo>
                  <a:lnTo>
                    <a:pt x="12203" y="18883"/>
                  </a:lnTo>
                  <a:lnTo>
                    <a:pt x="11816" y="18149"/>
                  </a:lnTo>
                  <a:lnTo>
                    <a:pt x="11392" y="17454"/>
                  </a:lnTo>
                  <a:lnTo>
                    <a:pt x="10928" y="16759"/>
                  </a:lnTo>
                  <a:lnTo>
                    <a:pt x="10465" y="16103"/>
                  </a:lnTo>
                  <a:lnTo>
                    <a:pt x="10967" y="15717"/>
                  </a:lnTo>
                  <a:lnTo>
                    <a:pt x="11469" y="15253"/>
                  </a:lnTo>
                  <a:lnTo>
                    <a:pt x="11894" y="14790"/>
                  </a:lnTo>
                  <a:lnTo>
                    <a:pt x="12125" y="14558"/>
                  </a:lnTo>
                  <a:lnTo>
                    <a:pt x="12280" y="14288"/>
                  </a:lnTo>
                  <a:lnTo>
                    <a:pt x="12434" y="14056"/>
                  </a:lnTo>
                  <a:lnTo>
                    <a:pt x="12511" y="13786"/>
                  </a:lnTo>
                  <a:lnTo>
                    <a:pt x="12589" y="13554"/>
                  </a:lnTo>
                  <a:lnTo>
                    <a:pt x="12627" y="13284"/>
                  </a:lnTo>
                  <a:lnTo>
                    <a:pt x="12589" y="13052"/>
                  </a:lnTo>
                  <a:lnTo>
                    <a:pt x="12511" y="12821"/>
                  </a:lnTo>
                  <a:lnTo>
                    <a:pt x="12357" y="12589"/>
                  </a:lnTo>
                  <a:lnTo>
                    <a:pt x="12164" y="12357"/>
                  </a:lnTo>
                  <a:lnTo>
                    <a:pt x="11971" y="12203"/>
                  </a:lnTo>
                  <a:lnTo>
                    <a:pt x="11739" y="12087"/>
                  </a:lnTo>
                  <a:lnTo>
                    <a:pt x="11469" y="12010"/>
                  </a:lnTo>
                  <a:lnTo>
                    <a:pt x="11237" y="12010"/>
                  </a:lnTo>
                  <a:lnTo>
                    <a:pt x="10967" y="12048"/>
                  </a:lnTo>
                  <a:lnTo>
                    <a:pt x="10735" y="12126"/>
                  </a:lnTo>
                  <a:lnTo>
                    <a:pt x="10542" y="12280"/>
                  </a:lnTo>
                  <a:lnTo>
                    <a:pt x="10388" y="12512"/>
                  </a:lnTo>
                  <a:lnTo>
                    <a:pt x="10310" y="12705"/>
                  </a:lnTo>
                  <a:lnTo>
                    <a:pt x="10272" y="12898"/>
                  </a:lnTo>
                  <a:lnTo>
                    <a:pt x="10272" y="13091"/>
                  </a:lnTo>
                  <a:lnTo>
                    <a:pt x="10310" y="13284"/>
                  </a:lnTo>
                  <a:lnTo>
                    <a:pt x="10388" y="13477"/>
                  </a:lnTo>
                  <a:lnTo>
                    <a:pt x="10504" y="13631"/>
                  </a:lnTo>
                  <a:lnTo>
                    <a:pt x="10619" y="13786"/>
                  </a:lnTo>
                  <a:lnTo>
                    <a:pt x="10812" y="13902"/>
                  </a:lnTo>
                  <a:lnTo>
                    <a:pt x="10504" y="14249"/>
                  </a:lnTo>
                  <a:lnTo>
                    <a:pt x="10156" y="14597"/>
                  </a:lnTo>
                  <a:lnTo>
                    <a:pt x="9770" y="14867"/>
                  </a:lnTo>
                  <a:lnTo>
                    <a:pt x="9430" y="15083"/>
                  </a:lnTo>
                  <a:lnTo>
                    <a:pt x="9461" y="15022"/>
                  </a:lnTo>
                  <a:lnTo>
                    <a:pt x="9500" y="14944"/>
                  </a:lnTo>
                  <a:lnTo>
                    <a:pt x="9461" y="14829"/>
                  </a:lnTo>
                  <a:lnTo>
                    <a:pt x="5715" y="5754"/>
                  </a:lnTo>
                  <a:lnTo>
                    <a:pt x="4789" y="3476"/>
                  </a:lnTo>
                  <a:lnTo>
                    <a:pt x="4364" y="2472"/>
                  </a:lnTo>
                  <a:lnTo>
                    <a:pt x="4132" y="1970"/>
                  </a:lnTo>
                  <a:lnTo>
                    <a:pt x="3978" y="1738"/>
                  </a:lnTo>
                  <a:lnTo>
                    <a:pt x="3823" y="1545"/>
                  </a:lnTo>
                  <a:lnTo>
                    <a:pt x="3514" y="1236"/>
                  </a:lnTo>
                  <a:lnTo>
                    <a:pt x="3128" y="966"/>
                  </a:lnTo>
                  <a:lnTo>
                    <a:pt x="2742" y="773"/>
                  </a:lnTo>
                  <a:lnTo>
                    <a:pt x="2279" y="541"/>
                  </a:lnTo>
                  <a:lnTo>
                    <a:pt x="1815" y="387"/>
                  </a:lnTo>
                  <a:lnTo>
                    <a:pt x="1390" y="232"/>
                  </a:lnTo>
                  <a:lnTo>
                    <a:pt x="54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9"/>
            <p:cNvSpPr/>
            <p:nvPr/>
          </p:nvSpPr>
          <p:spPr>
            <a:xfrm>
              <a:off x="1681350" y="2914925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0"/>
                  </a:moveTo>
                  <a:lnTo>
                    <a:pt x="425" y="39"/>
                  </a:lnTo>
                  <a:lnTo>
                    <a:pt x="232" y="116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1"/>
                  </a:lnTo>
                  <a:lnTo>
                    <a:pt x="77" y="965"/>
                  </a:lnTo>
                  <a:lnTo>
                    <a:pt x="232" y="1081"/>
                  </a:lnTo>
                  <a:lnTo>
                    <a:pt x="386" y="1197"/>
                  </a:lnTo>
                  <a:lnTo>
                    <a:pt x="464" y="1197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4" y="1004"/>
                  </a:lnTo>
                  <a:lnTo>
                    <a:pt x="386" y="927"/>
                  </a:lnTo>
                  <a:lnTo>
                    <a:pt x="348" y="811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6" y="502"/>
                  </a:lnTo>
                  <a:lnTo>
                    <a:pt x="464" y="463"/>
                  </a:lnTo>
                  <a:lnTo>
                    <a:pt x="541" y="386"/>
                  </a:lnTo>
                  <a:lnTo>
                    <a:pt x="773" y="386"/>
                  </a:lnTo>
                  <a:lnTo>
                    <a:pt x="850" y="463"/>
                  </a:lnTo>
                  <a:lnTo>
                    <a:pt x="927" y="541"/>
                  </a:lnTo>
                  <a:lnTo>
                    <a:pt x="966" y="657"/>
                  </a:lnTo>
                  <a:lnTo>
                    <a:pt x="1004" y="850"/>
                  </a:lnTo>
                  <a:lnTo>
                    <a:pt x="1043" y="965"/>
                  </a:lnTo>
                  <a:lnTo>
                    <a:pt x="1081" y="1043"/>
                  </a:lnTo>
                  <a:lnTo>
                    <a:pt x="1159" y="1081"/>
                  </a:lnTo>
                  <a:lnTo>
                    <a:pt x="1197" y="1081"/>
                  </a:lnTo>
                  <a:lnTo>
                    <a:pt x="1275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5" y="386"/>
                  </a:lnTo>
                  <a:lnTo>
                    <a:pt x="1159" y="232"/>
                  </a:lnTo>
                  <a:lnTo>
                    <a:pt x="1004" y="77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9"/>
            <p:cNvSpPr/>
            <p:nvPr/>
          </p:nvSpPr>
          <p:spPr>
            <a:xfrm>
              <a:off x="3785850" y="2943875"/>
              <a:ext cx="199850" cy="231725"/>
            </a:xfrm>
            <a:custGeom>
              <a:avLst/>
              <a:gdLst/>
              <a:ahLst/>
              <a:cxnLst/>
              <a:rect l="l" t="t" r="r" b="b"/>
              <a:pathLst>
                <a:path w="7994" h="9269" extrusionOk="0">
                  <a:moveTo>
                    <a:pt x="2163" y="1"/>
                  </a:moveTo>
                  <a:lnTo>
                    <a:pt x="2009" y="39"/>
                  </a:lnTo>
                  <a:lnTo>
                    <a:pt x="1854" y="78"/>
                  </a:lnTo>
                  <a:lnTo>
                    <a:pt x="1700" y="194"/>
                  </a:lnTo>
                  <a:lnTo>
                    <a:pt x="1429" y="425"/>
                  </a:lnTo>
                  <a:lnTo>
                    <a:pt x="1159" y="734"/>
                  </a:lnTo>
                  <a:lnTo>
                    <a:pt x="966" y="1005"/>
                  </a:lnTo>
                  <a:lnTo>
                    <a:pt x="696" y="1391"/>
                  </a:lnTo>
                  <a:lnTo>
                    <a:pt x="503" y="1777"/>
                  </a:lnTo>
                  <a:lnTo>
                    <a:pt x="310" y="2163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1" y="3514"/>
                  </a:lnTo>
                  <a:lnTo>
                    <a:pt x="1" y="3978"/>
                  </a:lnTo>
                  <a:lnTo>
                    <a:pt x="39" y="4441"/>
                  </a:lnTo>
                  <a:lnTo>
                    <a:pt x="155" y="4905"/>
                  </a:lnTo>
                  <a:lnTo>
                    <a:pt x="271" y="5368"/>
                  </a:lnTo>
                  <a:lnTo>
                    <a:pt x="464" y="5793"/>
                  </a:lnTo>
                  <a:lnTo>
                    <a:pt x="696" y="6218"/>
                  </a:lnTo>
                  <a:lnTo>
                    <a:pt x="1005" y="6179"/>
                  </a:lnTo>
                  <a:lnTo>
                    <a:pt x="850" y="5870"/>
                  </a:lnTo>
                  <a:lnTo>
                    <a:pt x="734" y="5522"/>
                  </a:lnTo>
                  <a:lnTo>
                    <a:pt x="618" y="5175"/>
                  </a:lnTo>
                  <a:lnTo>
                    <a:pt x="541" y="4789"/>
                  </a:lnTo>
                  <a:lnTo>
                    <a:pt x="503" y="4441"/>
                  </a:lnTo>
                  <a:lnTo>
                    <a:pt x="464" y="4055"/>
                  </a:lnTo>
                  <a:lnTo>
                    <a:pt x="464" y="3708"/>
                  </a:lnTo>
                  <a:lnTo>
                    <a:pt x="464" y="3360"/>
                  </a:lnTo>
                  <a:lnTo>
                    <a:pt x="503" y="2974"/>
                  </a:lnTo>
                  <a:lnTo>
                    <a:pt x="580" y="2626"/>
                  </a:lnTo>
                  <a:lnTo>
                    <a:pt x="696" y="2279"/>
                  </a:lnTo>
                  <a:lnTo>
                    <a:pt x="850" y="1931"/>
                  </a:lnTo>
                  <a:lnTo>
                    <a:pt x="1005" y="1622"/>
                  </a:lnTo>
                  <a:lnTo>
                    <a:pt x="1236" y="1313"/>
                  </a:lnTo>
                  <a:lnTo>
                    <a:pt x="1468" y="1043"/>
                  </a:lnTo>
                  <a:lnTo>
                    <a:pt x="1738" y="773"/>
                  </a:lnTo>
                  <a:lnTo>
                    <a:pt x="1970" y="580"/>
                  </a:lnTo>
                  <a:lnTo>
                    <a:pt x="2086" y="503"/>
                  </a:lnTo>
                  <a:lnTo>
                    <a:pt x="2202" y="503"/>
                  </a:lnTo>
                  <a:lnTo>
                    <a:pt x="2279" y="618"/>
                  </a:lnTo>
                  <a:lnTo>
                    <a:pt x="2395" y="850"/>
                  </a:lnTo>
                  <a:lnTo>
                    <a:pt x="2588" y="1236"/>
                  </a:lnTo>
                  <a:lnTo>
                    <a:pt x="2742" y="1584"/>
                  </a:lnTo>
                  <a:lnTo>
                    <a:pt x="2858" y="1970"/>
                  </a:lnTo>
                  <a:lnTo>
                    <a:pt x="2974" y="2356"/>
                  </a:lnTo>
                  <a:lnTo>
                    <a:pt x="3051" y="2742"/>
                  </a:lnTo>
                  <a:lnTo>
                    <a:pt x="3090" y="3090"/>
                  </a:lnTo>
                  <a:lnTo>
                    <a:pt x="3090" y="3476"/>
                  </a:lnTo>
                  <a:lnTo>
                    <a:pt x="3051" y="3823"/>
                  </a:lnTo>
                  <a:lnTo>
                    <a:pt x="2974" y="4171"/>
                  </a:lnTo>
                  <a:lnTo>
                    <a:pt x="2897" y="4480"/>
                  </a:lnTo>
                  <a:lnTo>
                    <a:pt x="2742" y="4827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61"/>
                  </a:lnTo>
                  <a:lnTo>
                    <a:pt x="2395" y="5638"/>
                  </a:lnTo>
                  <a:lnTo>
                    <a:pt x="2356" y="5716"/>
                  </a:lnTo>
                  <a:lnTo>
                    <a:pt x="2356" y="5754"/>
                  </a:lnTo>
                  <a:lnTo>
                    <a:pt x="2356" y="5793"/>
                  </a:lnTo>
                  <a:lnTo>
                    <a:pt x="2395" y="5831"/>
                  </a:lnTo>
                  <a:lnTo>
                    <a:pt x="2433" y="5793"/>
                  </a:lnTo>
                  <a:lnTo>
                    <a:pt x="2626" y="5754"/>
                  </a:lnTo>
                  <a:lnTo>
                    <a:pt x="2781" y="5716"/>
                  </a:lnTo>
                  <a:lnTo>
                    <a:pt x="3167" y="5677"/>
                  </a:lnTo>
                  <a:lnTo>
                    <a:pt x="3592" y="5716"/>
                  </a:lnTo>
                  <a:lnTo>
                    <a:pt x="4017" y="5831"/>
                  </a:lnTo>
                  <a:lnTo>
                    <a:pt x="4441" y="5947"/>
                  </a:lnTo>
                  <a:lnTo>
                    <a:pt x="4827" y="6102"/>
                  </a:lnTo>
                  <a:lnTo>
                    <a:pt x="5214" y="6295"/>
                  </a:lnTo>
                  <a:lnTo>
                    <a:pt x="5523" y="6449"/>
                  </a:lnTo>
                  <a:lnTo>
                    <a:pt x="5831" y="6642"/>
                  </a:lnTo>
                  <a:lnTo>
                    <a:pt x="6140" y="6874"/>
                  </a:lnTo>
                  <a:lnTo>
                    <a:pt x="6411" y="7106"/>
                  </a:lnTo>
                  <a:lnTo>
                    <a:pt x="6681" y="7337"/>
                  </a:lnTo>
                  <a:lnTo>
                    <a:pt x="6913" y="7646"/>
                  </a:lnTo>
                  <a:lnTo>
                    <a:pt x="7144" y="7917"/>
                  </a:lnTo>
                  <a:lnTo>
                    <a:pt x="7337" y="8225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56" y="8805"/>
                  </a:lnTo>
                  <a:lnTo>
                    <a:pt x="5870" y="8843"/>
                  </a:lnTo>
                  <a:lnTo>
                    <a:pt x="5445" y="8805"/>
                  </a:lnTo>
                  <a:lnTo>
                    <a:pt x="5059" y="8766"/>
                  </a:lnTo>
                  <a:lnTo>
                    <a:pt x="4634" y="8650"/>
                  </a:lnTo>
                  <a:lnTo>
                    <a:pt x="4248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33" y="7106"/>
                  </a:lnTo>
                  <a:lnTo>
                    <a:pt x="1931" y="6604"/>
                  </a:lnTo>
                  <a:lnTo>
                    <a:pt x="1854" y="6526"/>
                  </a:lnTo>
                  <a:lnTo>
                    <a:pt x="1777" y="6526"/>
                  </a:lnTo>
                  <a:lnTo>
                    <a:pt x="1661" y="6565"/>
                  </a:lnTo>
                  <a:lnTo>
                    <a:pt x="1622" y="6565"/>
                  </a:lnTo>
                  <a:lnTo>
                    <a:pt x="1584" y="6604"/>
                  </a:lnTo>
                  <a:lnTo>
                    <a:pt x="1429" y="6874"/>
                  </a:lnTo>
                  <a:lnTo>
                    <a:pt x="1622" y="6913"/>
                  </a:lnTo>
                  <a:lnTo>
                    <a:pt x="2240" y="7492"/>
                  </a:lnTo>
                  <a:lnTo>
                    <a:pt x="2897" y="8071"/>
                  </a:lnTo>
                  <a:lnTo>
                    <a:pt x="3244" y="8341"/>
                  </a:lnTo>
                  <a:lnTo>
                    <a:pt x="3592" y="8573"/>
                  </a:lnTo>
                  <a:lnTo>
                    <a:pt x="3978" y="8805"/>
                  </a:lnTo>
                  <a:lnTo>
                    <a:pt x="4364" y="8998"/>
                  </a:lnTo>
                  <a:lnTo>
                    <a:pt x="4789" y="9152"/>
                  </a:lnTo>
                  <a:lnTo>
                    <a:pt x="5252" y="9229"/>
                  </a:lnTo>
                  <a:lnTo>
                    <a:pt x="5677" y="9268"/>
                  </a:lnTo>
                  <a:lnTo>
                    <a:pt x="6102" y="9229"/>
                  </a:lnTo>
                  <a:lnTo>
                    <a:pt x="6565" y="9191"/>
                  </a:lnTo>
                  <a:lnTo>
                    <a:pt x="6990" y="9114"/>
                  </a:lnTo>
                  <a:lnTo>
                    <a:pt x="7878" y="8882"/>
                  </a:lnTo>
                  <a:lnTo>
                    <a:pt x="7955" y="8805"/>
                  </a:lnTo>
                  <a:lnTo>
                    <a:pt x="7994" y="8727"/>
                  </a:lnTo>
                  <a:lnTo>
                    <a:pt x="7994" y="8650"/>
                  </a:lnTo>
                  <a:lnTo>
                    <a:pt x="7994" y="8573"/>
                  </a:lnTo>
                  <a:lnTo>
                    <a:pt x="7762" y="8110"/>
                  </a:lnTo>
                  <a:lnTo>
                    <a:pt x="7492" y="7685"/>
                  </a:lnTo>
                  <a:lnTo>
                    <a:pt x="7183" y="7299"/>
                  </a:lnTo>
                  <a:lnTo>
                    <a:pt x="6874" y="6951"/>
                  </a:lnTo>
                  <a:lnTo>
                    <a:pt x="6488" y="6604"/>
                  </a:lnTo>
                  <a:lnTo>
                    <a:pt x="6102" y="6295"/>
                  </a:lnTo>
                  <a:lnTo>
                    <a:pt x="5677" y="6063"/>
                  </a:lnTo>
                  <a:lnTo>
                    <a:pt x="5252" y="5831"/>
                  </a:lnTo>
                  <a:lnTo>
                    <a:pt x="4827" y="5638"/>
                  </a:lnTo>
                  <a:lnTo>
                    <a:pt x="4248" y="5445"/>
                  </a:lnTo>
                  <a:lnTo>
                    <a:pt x="3901" y="5368"/>
                  </a:lnTo>
                  <a:lnTo>
                    <a:pt x="3592" y="5329"/>
                  </a:lnTo>
                  <a:lnTo>
                    <a:pt x="3283" y="5291"/>
                  </a:lnTo>
                  <a:lnTo>
                    <a:pt x="2974" y="5291"/>
                  </a:lnTo>
                  <a:lnTo>
                    <a:pt x="3167" y="4982"/>
                  </a:lnTo>
                  <a:lnTo>
                    <a:pt x="3283" y="4673"/>
                  </a:lnTo>
                  <a:lnTo>
                    <a:pt x="3399" y="4325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44"/>
                  </a:lnTo>
                  <a:lnTo>
                    <a:pt x="3476" y="2858"/>
                  </a:lnTo>
                  <a:lnTo>
                    <a:pt x="3437" y="2510"/>
                  </a:lnTo>
                  <a:lnTo>
                    <a:pt x="3322" y="1970"/>
                  </a:lnTo>
                  <a:lnTo>
                    <a:pt x="3128" y="1468"/>
                  </a:lnTo>
                  <a:lnTo>
                    <a:pt x="2935" y="1005"/>
                  </a:lnTo>
                  <a:lnTo>
                    <a:pt x="2704" y="503"/>
                  </a:lnTo>
                  <a:lnTo>
                    <a:pt x="2588" y="309"/>
                  </a:lnTo>
                  <a:lnTo>
                    <a:pt x="2433" y="116"/>
                  </a:lnTo>
                  <a:lnTo>
                    <a:pt x="2356" y="78"/>
                  </a:lnTo>
                  <a:lnTo>
                    <a:pt x="227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9"/>
            <p:cNvSpPr/>
            <p:nvPr/>
          </p:nvSpPr>
          <p:spPr>
            <a:xfrm>
              <a:off x="1264300" y="2944850"/>
              <a:ext cx="455675" cy="657425"/>
            </a:xfrm>
            <a:custGeom>
              <a:avLst/>
              <a:gdLst/>
              <a:ahLst/>
              <a:cxnLst/>
              <a:rect l="l" t="t" r="r" b="b"/>
              <a:pathLst>
                <a:path w="18227" h="26297" extrusionOk="0">
                  <a:moveTo>
                    <a:pt x="310" y="348"/>
                  </a:moveTo>
                  <a:lnTo>
                    <a:pt x="425" y="386"/>
                  </a:lnTo>
                  <a:lnTo>
                    <a:pt x="1700" y="1429"/>
                  </a:lnTo>
                  <a:lnTo>
                    <a:pt x="2974" y="2510"/>
                  </a:lnTo>
                  <a:lnTo>
                    <a:pt x="4210" y="3591"/>
                  </a:lnTo>
                  <a:lnTo>
                    <a:pt x="5445" y="4673"/>
                  </a:lnTo>
                  <a:lnTo>
                    <a:pt x="5098" y="5290"/>
                  </a:lnTo>
                  <a:lnTo>
                    <a:pt x="4943" y="5599"/>
                  </a:lnTo>
                  <a:lnTo>
                    <a:pt x="4712" y="5831"/>
                  </a:lnTo>
                  <a:lnTo>
                    <a:pt x="4519" y="6101"/>
                  </a:lnTo>
                  <a:lnTo>
                    <a:pt x="4248" y="6294"/>
                  </a:lnTo>
                  <a:lnTo>
                    <a:pt x="3978" y="6526"/>
                  </a:lnTo>
                  <a:lnTo>
                    <a:pt x="3669" y="6680"/>
                  </a:lnTo>
                  <a:lnTo>
                    <a:pt x="3360" y="6835"/>
                  </a:lnTo>
                  <a:lnTo>
                    <a:pt x="3051" y="6989"/>
                  </a:lnTo>
                  <a:lnTo>
                    <a:pt x="2395" y="7182"/>
                  </a:lnTo>
                  <a:lnTo>
                    <a:pt x="1738" y="7298"/>
                  </a:lnTo>
                  <a:lnTo>
                    <a:pt x="1082" y="7414"/>
                  </a:lnTo>
                  <a:lnTo>
                    <a:pt x="889" y="6526"/>
                  </a:lnTo>
                  <a:lnTo>
                    <a:pt x="734" y="5677"/>
                  </a:lnTo>
                  <a:lnTo>
                    <a:pt x="580" y="4788"/>
                  </a:lnTo>
                  <a:lnTo>
                    <a:pt x="464" y="3900"/>
                  </a:lnTo>
                  <a:lnTo>
                    <a:pt x="387" y="3012"/>
                  </a:lnTo>
                  <a:lnTo>
                    <a:pt x="348" y="2124"/>
                  </a:lnTo>
                  <a:lnTo>
                    <a:pt x="310" y="1236"/>
                  </a:lnTo>
                  <a:lnTo>
                    <a:pt x="310" y="348"/>
                  </a:lnTo>
                  <a:close/>
                  <a:moveTo>
                    <a:pt x="12357" y="12318"/>
                  </a:moveTo>
                  <a:lnTo>
                    <a:pt x="13014" y="12473"/>
                  </a:lnTo>
                  <a:lnTo>
                    <a:pt x="13709" y="12550"/>
                  </a:lnTo>
                  <a:lnTo>
                    <a:pt x="14404" y="12589"/>
                  </a:lnTo>
                  <a:lnTo>
                    <a:pt x="15060" y="12550"/>
                  </a:lnTo>
                  <a:lnTo>
                    <a:pt x="15640" y="13901"/>
                  </a:lnTo>
                  <a:lnTo>
                    <a:pt x="16296" y="15214"/>
                  </a:lnTo>
                  <a:lnTo>
                    <a:pt x="17648" y="17840"/>
                  </a:lnTo>
                  <a:lnTo>
                    <a:pt x="16644" y="17686"/>
                  </a:lnTo>
                  <a:lnTo>
                    <a:pt x="15640" y="17647"/>
                  </a:lnTo>
                  <a:lnTo>
                    <a:pt x="15331" y="17608"/>
                  </a:lnTo>
                  <a:lnTo>
                    <a:pt x="15099" y="17531"/>
                  </a:lnTo>
                  <a:lnTo>
                    <a:pt x="14983" y="17493"/>
                  </a:lnTo>
                  <a:lnTo>
                    <a:pt x="14906" y="17415"/>
                  </a:lnTo>
                  <a:lnTo>
                    <a:pt x="14751" y="17106"/>
                  </a:lnTo>
                  <a:lnTo>
                    <a:pt x="14365" y="16489"/>
                  </a:lnTo>
                  <a:lnTo>
                    <a:pt x="13979" y="15832"/>
                  </a:lnTo>
                  <a:lnTo>
                    <a:pt x="13941" y="15794"/>
                  </a:lnTo>
                  <a:lnTo>
                    <a:pt x="13902" y="15755"/>
                  </a:lnTo>
                  <a:lnTo>
                    <a:pt x="13747" y="15755"/>
                  </a:lnTo>
                  <a:lnTo>
                    <a:pt x="13670" y="15214"/>
                  </a:lnTo>
                  <a:lnTo>
                    <a:pt x="13516" y="14712"/>
                  </a:lnTo>
                  <a:lnTo>
                    <a:pt x="13323" y="14172"/>
                  </a:lnTo>
                  <a:lnTo>
                    <a:pt x="13091" y="13670"/>
                  </a:lnTo>
                  <a:lnTo>
                    <a:pt x="12744" y="13013"/>
                  </a:lnTo>
                  <a:lnTo>
                    <a:pt x="12357" y="12318"/>
                  </a:lnTo>
                  <a:close/>
                  <a:moveTo>
                    <a:pt x="5677" y="4904"/>
                  </a:moveTo>
                  <a:lnTo>
                    <a:pt x="6720" y="5947"/>
                  </a:lnTo>
                  <a:lnTo>
                    <a:pt x="7762" y="6989"/>
                  </a:lnTo>
                  <a:lnTo>
                    <a:pt x="8612" y="7916"/>
                  </a:lnTo>
                  <a:lnTo>
                    <a:pt x="9423" y="8920"/>
                  </a:lnTo>
                  <a:lnTo>
                    <a:pt x="10234" y="9886"/>
                  </a:lnTo>
                  <a:lnTo>
                    <a:pt x="10967" y="10928"/>
                  </a:lnTo>
                  <a:lnTo>
                    <a:pt x="11701" y="12009"/>
                  </a:lnTo>
                  <a:lnTo>
                    <a:pt x="12087" y="12550"/>
                  </a:lnTo>
                  <a:lnTo>
                    <a:pt x="12396" y="13129"/>
                  </a:lnTo>
                  <a:lnTo>
                    <a:pt x="12705" y="13708"/>
                  </a:lnTo>
                  <a:lnTo>
                    <a:pt x="12975" y="14326"/>
                  </a:lnTo>
                  <a:lnTo>
                    <a:pt x="13207" y="14944"/>
                  </a:lnTo>
                  <a:lnTo>
                    <a:pt x="13361" y="15562"/>
                  </a:lnTo>
                  <a:lnTo>
                    <a:pt x="13439" y="16180"/>
                  </a:lnTo>
                  <a:lnTo>
                    <a:pt x="13400" y="16759"/>
                  </a:lnTo>
                  <a:lnTo>
                    <a:pt x="13361" y="17068"/>
                  </a:lnTo>
                  <a:lnTo>
                    <a:pt x="13284" y="17338"/>
                  </a:lnTo>
                  <a:lnTo>
                    <a:pt x="13207" y="17608"/>
                  </a:lnTo>
                  <a:lnTo>
                    <a:pt x="13091" y="17879"/>
                  </a:lnTo>
                  <a:lnTo>
                    <a:pt x="12975" y="18149"/>
                  </a:lnTo>
                  <a:lnTo>
                    <a:pt x="12821" y="18381"/>
                  </a:lnTo>
                  <a:lnTo>
                    <a:pt x="12628" y="18612"/>
                  </a:lnTo>
                  <a:lnTo>
                    <a:pt x="12435" y="18806"/>
                  </a:lnTo>
                  <a:lnTo>
                    <a:pt x="12203" y="18999"/>
                  </a:lnTo>
                  <a:lnTo>
                    <a:pt x="11971" y="19153"/>
                  </a:lnTo>
                  <a:lnTo>
                    <a:pt x="11662" y="19308"/>
                  </a:lnTo>
                  <a:lnTo>
                    <a:pt x="11392" y="19423"/>
                  </a:lnTo>
                  <a:lnTo>
                    <a:pt x="10813" y="19539"/>
                  </a:lnTo>
                  <a:lnTo>
                    <a:pt x="10234" y="19616"/>
                  </a:lnTo>
                  <a:lnTo>
                    <a:pt x="9693" y="19578"/>
                  </a:lnTo>
                  <a:lnTo>
                    <a:pt x="9114" y="19462"/>
                  </a:lnTo>
                  <a:lnTo>
                    <a:pt x="8573" y="19308"/>
                  </a:lnTo>
                  <a:lnTo>
                    <a:pt x="8032" y="19076"/>
                  </a:lnTo>
                  <a:lnTo>
                    <a:pt x="7531" y="18767"/>
                  </a:lnTo>
                  <a:lnTo>
                    <a:pt x="7067" y="18458"/>
                  </a:lnTo>
                  <a:lnTo>
                    <a:pt x="6642" y="18072"/>
                  </a:lnTo>
                  <a:lnTo>
                    <a:pt x="6256" y="17686"/>
                  </a:lnTo>
                  <a:lnTo>
                    <a:pt x="5870" y="17261"/>
                  </a:lnTo>
                  <a:lnTo>
                    <a:pt x="5484" y="16798"/>
                  </a:lnTo>
                  <a:lnTo>
                    <a:pt x="4827" y="15871"/>
                  </a:lnTo>
                  <a:lnTo>
                    <a:pt x="4210" y="14944"/>
                  </a:lnTo>
                  <a:lnTo>
                    <a:pt x="3592" y="13901"/>
                  </a:lnTo>
                  <a:lnTo>
                    <a:pt x="3051" y="12859"/>
                  </a:lnTo>
                  <a:lnTo>
                    <a:pt x="2549" y="11778"/>
                  </a:lnTo>
                  <a:lnTo>
                    <a:pt x="2086" y="10696"/>
                  </a:lnTo>
                  <a:lnTo>
                    <a:pt x="1816" y="9963"/>
                  </a:lnTo>
                  <a:lnTo>
                    <a:pt x="1584" y="9190"/>
                  </a:lnTo>
                  <a:lnTo>
                    <a:pt x="1352" y="8457"/>
                  </a:lnTo>
                  <a:lnTo>
                    <a:pt x="1159" y="7723"/>
                  </a:lnTo>
                  <a:lnTo>
                    <a:pt x="1816" y="7646"/>
                  </a:lnTo>
                  <a:lnTo>
                    <a:pt x="2549" y="7491"/>
                  </a:lnTo>
                  <a:lnTo>
                    <a:pt x="3244" y="7298"/>
                  </a:lnTo>
                  <a:lnTo>
                    <a:pt x="3592" y="7144"/>
                  </a:lnTo>
                  <a:lnTo>
                    <a:pt x="3901" y="6989"/>
                  </a:lnTo>
                  <a:lnTo>
                    <a:pt x="4248" y="6796"/>
                  </a:lnTo>
                  <a:lnTo>
                    <a:pt x="4519" y="6603"/>
                  </a:lnTo>
                  <a:lnTo>
                    <a:pt x="4789" y="6410"/>
                  </a:lnTo>
                  <a:lnTo>
                    <a:pt x="5059" y="6140"/>
                  </a:lnTo>
                  <a:lnTo>
                    <a:pt x="5252" y="5870"/>
                  </a:lnTo>
                  <a:lnTo>
                    <a:pt x="5445" y="5599"/>
                  </a:lnTo>
                  <a:lnTo>
                    <a:pt x="5561" y="5252"/>
                  </a:lnTo>
                  <a:lnTo>
                    <a:pt x="5677" y="4904"/>
                  </a:lnTo>
                  <a:close/>
                  <a:moveTo>
                    <a:pt x="13284" y="18381"/>
                  </a:moveTo>
                  <a:lnTo>
                    <a:pt x="13593" y="18612"/>
                  </a:lnTo>
                  <a:lnTo>
                    <a:pt x="13902" y="18844"/>
                  </a:lnTo>
                  <a:lnTo>
                    <a:pt x="13632" y="19230"/>
                  </a:lnTo>
                  <a:lnTo>
                    <a:pt x="13323" y="19578"/>
                  </a:lnTo>
                  <a:lnTo>
                    <a:pt x="12975" y="19887"/>
                  </a:lnTo>
                  <a:lnTo>
                    <a:pt x="12589" y="20157"/>
                  </a:lnTo>
                  <a:lnTo>
                    <a:pt x="12164" y="20350"/>
                  </a:lnTo>
                  <a:lnTo>
                    <a:pt x="11701" y="20505"/>
                  </a:lnTo>
                  <a:lnTo>
                    <a:pt x="11238" y="20582"/>
                  </a:lnTo>
                  <a:lnTo>
                    <a:pt x="10736" y="20620"/>
                  </a:lnTo>
                  <a:lnTo>
                    <a:pt x="10697" y="20620"/>
                  </a:lnTo>
                  <a:lnTo>
                    <a:pt x="10581" y="19964"/>
                  </a:lnTo>
                  <a:lnTo>
                    <a:pt x="10967" y="19887"/>
                  </a:lnTo>
                  <a:lnTo>
                    <a:pt x="11392" y="19810"/>
                  </a:lnTo>
                  <a:lnTo>
                    <a:pt x="11740" y="19694"/>
                  </a:lnTo>
                  <a:lnTo>
                    <a:pt x="12126" y="19501"/>
                  </a:lnTo>
                  <a:lnTo>
                    <a:pt x="12473" y="19308"/>
                  </a:lnTo>
                  <a:lnTo>
                    <a:pt x="12782" y="19037"/>
                  </a:lnTo>
                  <a:lnTo>
                    <a:pt x="13052" y="18728"/>
                  </a:lnTo>
                  <a:lnTo>
                    <a:pt x="13284" y="18381"/>
                  </a:lnTo>
                  <a:close/>
                  <a:moveTo>
                    <a:pt x="14172" y="18999"/>
                  </a:moveTo>
                  <a:lnTo>
                    <a:pt x="14636" y="19230"/>
                  </a:lnTo>
                  <a:lnTo>
                    <a:pt x="14327" y="19732"/>
                  </a:lnTo>
                  <a:lnTo>
                    <a:pt x="13941" y="20157"/>
                  </a:lnTo>
                  <a:lnTo>
                    <a:pt x="13516" y="20543"/>
                  </a:lnTo>
                  <a:lnTo>
                    <a:pt x="13091" y="20852"/>
                  </a:lnTo>
                  <a:lnTo>
                    <a:pt x="12589" y="21122"/>
                  </a:lnTo>
                  <a:lnTo>
                    <a:pt x="12087" y="21315"/>
                  </a:lnTo>
                  <a:lnTo>
                    <a:pt x="11508" y="21470"/>
                  </a:lnTo>
                  <a:lnTo>
                    <a:pt x="10929" y="21624"/>
                  </a:lnTo>
                  <a:lnTo>
                    <a:pt x="10929" y="21393"/>
                  </a:lnTo>
                  <a:lnTo>
                    <a:pt x="10851" y="21200"/>
                  </a:lnTo>
                  <a:lnTo>
                    <a:pt x="10736" y="20814"/>
                  </a:lnTo>
                  <a:lnTo>
                    <a:pt x="11276" y="20852"/>
                  </a:lnTo>
                  <a:lnTo>
                    <a:pt x="11778" y="20775"/>
                  </a:lnTo>
                  <a:lnTo>
                    <a:pt x="12280" y="20659"/>
                  </a:lnTo>
                  <a:lnTo>
                    <a:pt x="12744" y="20427"/>
                  </a:lnTo>
                  <a:lnTo>
                    <a:pt x="13168" y="20157"/>
                  </a:lnTo>
                  <a:lnTo>
                    <a:pt x="13554" y="19810"/>
                  </a:lnTo>
                  <a:lnTo>
                    <a:pt x="13863" y="19423"/>
                  </a:lnTo>
                  <a:lnTo>
                    <a:pt x="14172" y="18999"/>
                  </a:lnTo>
                  <a:close/>
                  <a:moveTo>
                    <a:pt x="14018" y="20659"/>
                  </a:moveTo>
                  <a:lnTo>
                    <a:pt x="14172" y="20852"/>
                  </a:lnTo>
                  <a:lnTo>
                    <a:pt x="14288" y="20968"/>
                  </a:lnTo>
                  <a:lnTo>
                    <a:pt x="14134" y="21007"/>
                  </a:lnTo>
                  <a:lnTo>
                    <a:pt x="14056" y="21045"/>
                  </a:lnTo>
                  <a:lnTo>
                    <a:pt x="14018" y="21122"/>
                  </a:lnTo>
                  <a:lnTo>
                    <a:pt x="13979" y="21200"/>
                  </a:lnTo>
                  <a:lnTo>
                    <a:pt x="14018" y="21277"/>
                  </a:lnTo>
                  <a:lnTo>
                    <a:pt x="14404" y="21663"/>
                  </a:lnTo>
                  <a:lnTo>
                    <a:pt x="14751" y="22049"/>
                  </a:lnTo>
                  <a:lnTo>
                    <a:pt x="15099" y="22435"/>
                  </a:lnTo>
                  <a:lnTo>
                    <a:pt x="15408" y="22860"/>
                  </a:lnTo>
                  <a:lnTo>
                    <a:pt x="15678" y="23285"/>
                  </a:lnTo>
                  <a:lnTo>
                    <a:pt x="15910" y="23748"/>
                  </a:lnTo>
                  <a:lnTo>
                    <a:pt x="16142" y="24250"/>
                  </a:lnTo>
                  <a:lnTo>
                    <a:pt x="16335" y="24714"/>
                  </a:lnTo>
                  <a:lnTo>
                    <a:pt x="15871" y="24636"/>
                  </a:lnTo>
                  <a:lnTo>
                    <a:pt x="15485" y="24521"/>
                  </a:lnTo>
                  <a:lnTo>
                    <a:pt x="15099" y="24327"/>
                  </a:lnTo>
                  <a:lnTo>
                    <a:pt x="14790" y="24096"/>
                  </a:lnTo>
                  <a:lnTo>
                    <a:pt x="14481" y="23825"/>
                  </a:lnTo>
                  <a:lnTo>
                    <a:pt x="14211" y="23517"/>
                  </a:lnTo>
                  <a:lnTo>
                    <a:pt x="13979" y="23169"/>
                  </a:lnTo>
                  <a:lnTo>
                    <a:pt x="13747" y="22744"/>
                  </a:lnTo>
                  <a:lnTo>
                    <a:pt x="13593" y="22397"/>
                  </a:lnTo>
                  <a:lnTo>
                    <a:pt x="13400" y="22126"/>
                  </a:lnTo>
                  <a:lnTo>
                    <a:pt x="13284" y="22011"/>
                  </a:lnTo>
                  <a:lnTo>
                    <a:pt x="13130" y="21895"/>
                  </a:lnTo>
                  <a:lnTo>
                    <a:pt x="12975" y="21856"/>
                  </a:lnTo>
                  <a:lnTo>
                    <a:pt x="12821" y="21895"/>
                  </a:lnTo>
                  <a:lnTo>
                    <a:pt x="12821" y="21702"/>
                  </a:lnTo>
                  <a:lnTo>
                    <a:pt x="12898" y="21470"/>
                  </a:lnTo>
                  <a:lnTo>
                    <a:pt x="13207" y="21315"/>
                  </a:lnTo>
                  <a:lnTo>
                    <a:pt x="13477" y="21122"/>
                  </a:lnTo>
                  <a:lnTo>
                    <a:pt x="13786" y="20891"/>
                  </a:lnTo>
                  <a:lnTo>
                    <a:pt x="14018" y="20659"/>
                  </a:lnTo>
                  <a:close/>
                  <a:moveTo>
                    <a:pt x="5291" y="17145"/>
                  </a:moveTo>
                  <a:lnTo>
                    <a:pt x="5677" y="17608"/>
                  </a:lnTo>
                  <a:lnTo>
                    <a:pt x="6102" y="18072"/>
                  </a:lnTo>
                  <a:lnTo>
                    <a:pt x="6565" y="18497"/>
                  </a:lnTo>
                  <a:lnTo>
                    <a:pt x="7029" y="18883"/>
                  </a:lnTo>
                  <a:lnTo>
                    <a:pt x="7531" y="19192"/>
                  </a:lnTo>
                  <a:lnTo>
                    <a:pt x="7531" y="19230"/>
                  </a:lnTo>
                  <a:lnTo>
                    <a:pt x="7917" y="19964"/>
                  </a:lnTo>
                  <a:lnTo>
                    <a:pt x="8380" y="20698"/>
                  </a:lnTo>
                  <a:lnTo>
                    <a:pt x="8573" y="20968"/>
                  </a:lnTo>
                  <a:lnTo>
                    <a:pt x="8805" y="21238"/>
                  </a:lnTo>
                  <a:lnTo>
                    <a:pt x="8998" y="21509"/>
                  </a:lnTo>
                  <a:lnTo>
                    <a:pt x="9036" y="21663"/>
                  </a:lnTo>
                  <a:lnTo>
                    <a:pt x="9075" y="21817"/>
                  </a:lnTo>
                  <a:lnTo>
                    <a:pt x="9075" y="22011"/>
                  </a:lnTo>
                  <a:lnTo>
                    <a:pt x="9036" y="22204"/>
                  </a:lnTo>
                  <a:lnTo>
                    <a:pt x="8882" y="22590"/>
                  </a:lnTo>
                  <a:lnTo>
                    <a:pt x="8496" y="23362"/>
                  </a:lnTo>
                  <a:lnTo>
                    <a:pt x="7955" y="24868"/>
                  </a:lnTo>
                  <a:lnTo>
                    <a:pt x="7608" y="24173"/>
                  </a:lnTo>
                  <a:lnTo>
                    <a:pt x="7260" y="23555"/>
                  </a:lnTo>
                  <a:lnTo>
                    <a:pt x="6874" y="22899"/>
                  </a:lnTo>
                  <a:lnTo>
                    <a:pt x="6488" y="22281"/>
                  </a:lnTo>
                  <a:lnTo>
                    <a:pt x="5716" y="21315"/>
                  </a:lnTo>
                  <a:lnTo>
                    <a:pt x="5214" y="20736"/>
                  </a:lnTo>
                  <a:lnTo>
                    <a:pt x="4982" y="20389"/>
                  </a:lnTo>
                  <a:lnTo>
                    <a:pt x="4789" y="20080"/>
                  </a:lnTo>
                  <a:lnTo>
                    <a:pt x="4827" y="20003"/>
                  </a:lnTo>
                  <a:lnTo>
                    <a:pt x="4827" y="19925"/>
                  </a:lnTo>
                  <a:lnTo>
                    <a:pt x="4827" y="19887"/>
                  </a:lnTo>
                  <a:lnTo>
                    <a:pt x="4750" y="19810"/>
                  </a:lnTo>
                  <a:lnTo>
                    <a:pt x="5021" y="18458"/>
                  </a:lnTo>
                  <a:lnTo>
                    <a:pt x="5291" y="17145"/>
                  </a:lnTo>
                  <a:close/>
                  <a:moveTo>
                    <a:pt x="14481" y="20157"/>
                  </a:moveTo>
                  <a:lnTo>
                    <a:pt x="15022" y="20273"/>
                  </a:lnTo>
                  <a:lnTo>
                    <a:pt x="15485" y="20466"/>
                  </a:lnTo>
                  <a:lnTo>
                    <a:pt x="15987" y="20659"/>
                  </a:lnTo>
                  <a:lnTo>
                    <a:pt x="16451" y="20891"/>
                  </a:lnTo>
                  <a:lnTo>
                    <a:pt x="16180" y="21007"/>
                  </a:lnTo>
                  <a:lnTo>
                    <a:pt x="15949" y="21007"/>
                  </a:lnTo>
                  <a:lnTo>
                    <a:pt x="15678" y="20968"/>
                  </a:lnTo>
                  <a:lnTo>
                    <a:pt x="15447" y="20891"/>
                  </a:lnTo>
                  <a:lnTo>
                    <a:pt x="15292" y="20891"/>
                  </a:lnTo>
                  <a:lnTo>
                    <a:pt x="15176" y="20968"/>
                  </a:lnTo>
                  <a:lnTo>
                    <a:pt x="15176" y="21045"/>
                  </a:lnTo>
                  <a:lnTo>
                    <a:pt x="15176" y="21084"/>
                  </a:lnTo>
                  <a:lnTo>
                    <a:pt x="15215" y="21161"/>
                  </a:lnTo>
                  <a:lnTo>
                    <a:pt x="15253" y="21200"/>
                  </a:lnTo>
                  <a:lnTo>
                    <a:pt x="15794" y="21547"/>
                  </a:lnTo>
                  <a:lnTo>
                    <a:pt x="16257" y="21972"/>
                  </a:lnTo>
                  <a:lnTo>
                    <a:pt x="16489" y="22204"/>
                  </a:lnTo>
                  <a:lnTo>
                    <a:pt x="16682" y="22435"/>
                  </a:lnTo>
                  <a:lnTo>
                    <a:pt x="16837" y="22706"/>
                  </a:lnTo>
                  <a:lnTo>
                    <a:pt x="16991" y="22976"/>
                  </a:lnTo>
                  <a:lnTo>
                    <a:pt x="17223" y="23517"/>
                  </a:lnTo>
                  <a:lnTo>
                    <a:pt x="17339" y="23825"/>
                  </a:lnTo>
                  <a:lnTo>
                    <a:pt x="17416" y="24173"/>
                  </a:lnTo>
                  <a:lnTo>
                    <a:pt x="17493" y="24482"/>
                  </a:lnTo>
                  <a:lnTo>
                    <a:pt x="17532" y="24791"/>
                  </a:lnTo>
                  <a:lnTo>
                    <a:pt x="17493" y="25100"/>
                  </a:lnTo>
                  <a:lnTo>
                    <a:pt x="17455" y="25409"/>
                  </a:lnTo>
                  <a:lnTo>
                    <a:pt x="17339" y="25602"/>
                  </a:lnTo>
                  <a:lnTo>
                    <a:pt x="17223" y="25756"/>
                  </a:lnTo>
                  <a:lnTo>
                    <a:pt x="17068" y="25833"/>
                  </a:lnTo>
                  <a:lnTo>
                    <a:pt x="16914" y="25872"/>
                  </a:lnTo>
                  <a:lnTo>
                    <a:pt x="16528" y="25872"/>
                  </a:lnTo>
                  <a:lnTo>
                    <a:pt x="16103" y="25756"/>
                  </a:lnTo>
                  <a:lnTo>
                    <a:pt x="15447" y="25563"/>
                  </a:lnTo>
                  <a:lnTo>
                    <a:pt x="15099" y="25409"/>
                  </a:lnTo>
                  <a:lnTo>
                    <a:pt x="14790" y="25254"/>
                  </a:lnTo>
                  <a:lnTo>
                    <a:pt x="14443" y="25061"/>
                  </a:lnTo>
                  <a:lnTo>
                    <a:pt x="14095" y="24829"/>
                  </a:lnTo>
                  <a:lnTo>
                    <a:pt x="13786" y="24559"/>
                  </a:lnTo>
                  <a:lnTo>
                    <a:pt x="13516" y="24250"/>
                  </a:lnTo>
                  <a:lnTo>
                    <a:pt x="13284" y="23903"/>
                  </a:lnTo>
                  <a:lnTo>
                    <a:pt x="13091" y="23555"/>
                  </a:lnTo>
                  <a:lnTo>
                    <a:pt x="12937" y="23208"/>
                  </a:lnTo>
                  <a:lnTo>
                    <a:pt x="12821" y="22783"/>
                  </a:lnTo>
                  <a:lnTo>
                    <a:pt x="12744" y="22706"/>
                  </a:lnTo>
                  <a:lnTo>
                    <a:pt x="12666" y="22667"/>
                  </a:lnTo>
                  <a:lnTo>
                    <a:pt x="12589" y="22706"/>
                  </a:lnTo>
                  <a:lnTo>
                    <a:pt x="12512" y="22744"/>
                  </a:lnTo>
                  <a:lnTo>
                    <a:pt x="12048" y="23439"/>
                  </a:lnTo>
                  <a:lnTo>
                    <a:pt x="11933" y="23053"/>
                  </a:lnTo>
                  <a:lnTo>
                    <a:pt x="11855" y="22628"/>
                  </a:lnTo>
                  <a:lnTo>
                    <a:pt x="11855" y="22242"/>
                  </a:lnTo>
                  <a:lnTo>
                    <a:pt x="11894" y="21817"/>
                  </a:lnTo>
                  <a:lnTo>
                    <a:pt x="12280" y="21740"/>
                  </a:lnTo>
                  <a:lnTo>
                    <a:pt x="12666" y="21586"/>
                  </a:lnTo>
                  <a:lnTo>
                    <a:pt x="12589" y="21817"/>
                  </a:lnTo>
                  <a:lnTo>
                    <a:pt x="12589" y="22049"/>
                  </a:lnTo>
                  <a:lnTo>
                    <a:pt x="12589" y="22126"/>
                  </a:lnTo>
                  <a:lnTo>
                    <a:pt x="12628" y="22165"/>
                  </a:lnTo>
                  <a:lnTo>
                    <a:pt x="12937" y="22165"/>
                  </a:lnTo>
                  <a:lnTo>
                    <a:pt x="13130" y="22319"/>
                  </a:lnTo>
                  <a:lnTo>
                    <a:pt x="13323" y="22551"/>
                  </a:lnTo>
                  <a:lnTo>
                    <a:pt x="13516" y="22821"/>
                  </a:lnTo>
                  <a:lnTo>
                    <a:pt x="13863" y="23439"/>
                  </a:lnTo>
                  <a:lnTo>
                    <a:pt x="14095" y="23825"/>
                  </a:lnTo>
                  <a:lnTo>
                    <a:pt x="14404" y="24173"/>
                  </a:lnTo>
                  <a:lnTo>
                    <a:pt x="14751" y="24482"/>
                  </a:lnTo>
                  <a:lnTo>
                    <a:pt x="15176" y="24752"/>
                  </a:lnTo>
                  <a:lnTo>
                    <a:pt x="15640" y="24907"/>
                  </a:lnTo>
                  <a:lnTo>
                    <a:pt x="15871" y="24945"/>
                  </a:lnTo>
                  <a:lnTo>
                    <a:pt x="16103" y="24984"/>
                  </a:lnTo>
                  <a:lnTo>
                    <a:pt x="16566" y="24984"/>
                  </a:lnTo>
                  <a:lnTo>
                    <a:pt x="16644" y="24945"/>
                  </a:lnTo>
                  <a:lnTo>
                    <a:pt x="16644" y="24907"/>
                  </a:lnTo>
                  <a:lnTo>
                    <a:pt x="16644" y="24829"/>
                  </a:lnTo>
                  <a:lnTo>
                    <a:pt x="16605" y="24791"/>
                  </a:lnTo>
                  <a:lnTo>
                    <a:pt x="16605" y="24752"/>
                  </a:lnTo>
                  <a:lnTo>
                    <a:pt x="16451" y="24250"/>
                  </a:lnTo>
                  <a:lnTo>
                    <a:pt x="16257" y="23748"/>
                  </a:lnTo>
                  <a:lnTo>
                    <a:pt x="16026" y="23285"/>
                  </a:lnTo>
                  <a:lnTo>
                    <a:pt x="15755" y="22821"/>
                  </a:lnTo>
                  <a:lnTo>
                    <a:pt x="15485" y="22397"/>
                  </a:lnTo>
                  <a:lnTo>
                    <a:pt x="15176" y="22011"/>
                  </a:lnTo>
                  <a:lnTo>
                    <a:pt x="14829" y="21586"/>
                  </a:lnTo>
                  <a:lnTo>
                    <a:pt x="14443" y="21238"/>
                  </a:lnTo>
                  <a:lnTo>
                    <a:pt x="14597" y="21161"/>
                  </a:lnTo>
                  <a:lnTo>
                    <a:pt x="14713" y="21045"/>
                  </a:lnTo>
                  <a:lnTo>
                    <a:pt x="14751" y="20968"/>
                  </a:lnTo>
                  <a:lnTo>
                    <a:pt x="14751" y="20929"/>
                  </a:lnTo>
                  <a:lnTo>
                    <a:pt x="14713" y="20852"/>
                  </a:lnTo>
                  <a:lnTo>
                    <a:pt x="14674" y="20814"/>
                  </a:lnTo>
                  <a:lnTo>
                    <a:pt x="14211" y="20505"/>
                  </a:lnTo>
                  <a:lnTo>
                    <a:pt x="14481" y="20157"/>
                  </a:lnTo>
                  <a:close/>
                  <a:moveTo>
                    <a:pt x="155" y="0"/>
                  </a:moveTo>
                  <a:lnTo>
                    <a:pt x="116" y="39"/>
                  </a:lnTo>
                  <a:lnTo>
                    <a:pt x="78" y="77"/>
                  </a:lnTo>
                  <a:lnTo>
                    <a:pt x="116" y="155"/>
                  </a:lnTo>
                  <a:lnTo>
                    <a:pt x="78" y="193"/>
                  </a:lnTo>
                  <a:lnTo>
                    <a:pt x="39" y="270"/>
                  </a:lnTo>
                  <a:lnTo>
                    <a:pt x="1" y="1583"/>
                  </a:lnTo>
                  <a:lnTo>
                    <a:pt x="39" y="2896"/>
                  </a:lnTo>
                  <a:lnTo>
                    <a:pt x="116" y="4171"/>
                  </a:lnTo>
                  <a:lnTo>
                    <a:pt x="310" y="5483"/>
                  </a:lnTo>
                  <a:lnTo>
                    <a:pt x="541" y="6758"/>
                  </a:lnTo>
                  <a:lnTo>
                    <a:pt x="850" y="8032"/>
                  </a:lnTo>
                  <a:lnTo>
                    <a:pt x="1198" y="9306"/>
                  </a:lnTo>
                  <a:lnTo>
                    <a:pt x="1622" y="10542"/>
                  </a:lnTo>
                  <a:lnTo>
                    <a:pt x="2124" y="11739"/>
                  </a:lnTo>
                  <a:lnTo>
                    <a:pt x="2665" y="12936"/>
                  </a:lnTo>
                  <a:lnTo>
                    <a:pt x="3283" y="14095"/>
                  </a:lnTo>
                  <a:lnTo>
                    <a:pt x="3978" y="15214"/>
                  </a:lnTo>
                  <a:lnTo>
                    <a:pt x="4519" y="16064"/>
                  </a:lnTo>
                  <a:lnTo>
                    <a:pt x="5098" y="16913"/>
                  </a:lnTo>
                  <a:lnTo>
                    <a:pt x="4827" y="17686"/>
                  </a:lnTo>
                  <a:lnTo>
                    <a:pt x="4596" y="18458"/>
                  </a:lnTo>
                  <a:lnTo>
                    <a:pt x="4441" y="19269"/>
                  </a:lnTo>
                  <a:lnTo>
                    <a:pt x="4325" y="20080"/>
                  </a:lnTo>
                  <a:lnTo>
                    <a:pt x="4325" y="20157"/>
                  </a:lnTo>
                  <a:lnTo>
                    <a:pt x="4364" y="20196"/>
                  </a:lnTo>
                  <a:lnTo>
                    <a:pt x="4480" y="20273"/>
                  </a:lnTo>
                  <a:lnTo>
                    <a:pt x="4596" y="20543"/>
                  </a:lnTo>
                  <a:lnTo>
                    <a:pt x="4712" y="20775"/>
                  </a:lnTo>
                  <a:lnTo>
                    <a:pt x="4905" y="21045"/>
                  </a:lnTo>
                  <a:lnTo>
                    <a:pt x="5059" y="21277"/>
                  </a:lnTo>
                  <a:lnTo>
                    <a:pt x="5484" y="21702"/>
                  </a:lnTo>
                  <a:lnTo>
                    <a:pt x="5831" y="22165"/>
                  </a:lnTo>
                  <a:lnTo>
                    <a:pt x="6333" y="22860"/>
                  </a:lnTo>
                  <a:lnTo>
                    <a:pt x="6835" y="23594"/>
                  </a:lnTo>
                  <a:lnTo>
                    <a:pt x="7260" y="24366"/>
                  </a:lnTo>
                  <a:lnTo>
                    <a:pt x="7646" y="25138"/>
                  </a:lnTo>
                  <a:lnTo>
                    <a:pt x="7724" y="25216"/>
                  </a:lnTo>
                  <a:lnTo>
                    <a:pt x="7878" y="25216"/>
                  </a:lnTo>
                  <a:lnTo>
                    <a:pt x="7917" y="25177"/>
                  </a:lnTo>
                  <a:lnTo>
                    <a:pt x="7994" y="25216"/>
                  </a:lnTo>
                  <a:lnTo>
                    <a:pt x="8110" y="25216"/>
                  </a:lnTo>
                  <a:lnTo>
                    <a:pt x="8187" y="25138"/>
                  </a:lnTo>
                  <a:lnTo>
                    <a:pt x="8534" y="24327"/>
                  </a:lnTo>
                  <a:lnTo>
                    <a:pt x="8921" y="23478"/>
                  </a:lnTo>
                  <a:lnTo>
                    <a:pt x="9577" y="21779"/>
                  </a:lnTo>
                  <a:lnTo>
                    <a:pt x="9577" y="21663"/>
                  </a:lnTo>
                  <a:lnTo>
                    <a:pt x="9538" y="21586"/>
                  </a:lnTo>
                  <a:lnTo>
                    <a:pt x="8766" y="20543"/>
                  </a:lnTo>
                  <a:lnTo>
                    <a:pt x="8071" y="19462"/>
                  </a:lnTo>
                  <a:lnTo>
                    <a:pt x="8612" y="19694"/>
                  </a:lnTo>
                  <a:lnTo>
                    <a:pt x="9152" y="19848"/>
                  </a:lnTo>
                  <a:lnTo>
                    <a:pt x="9732" y="19925"/>
                  </a:lnTo>
                  <a:lnTo>
                    <a:pt x="10311" y="19964"/>
                  </a:lnTo>
                  <a:lnTo>
                    <a:pt x="10311" y="20389"/>
                  </a:lnTo>
                  <a:lnTo>
                    <a:pt x="10349" y="20852"/>
                  </a:lnTo>
                  <a:lnTo>
                    <a:pt x="10465" y="21315"/>
                  </a:lnTo>
                  <a:lnTo>
                    <a:pt x="10542" y="21547"/>
                  </a:lnTo>
                  <a:lnTo>
                    <a:pt x="10697" y="21740"/>
                  </a:lnTo>
                  <a:lnTo>
                    <a:pt x="10736" y="21779"/>
                  </a:lnTo>
                  <a:lnTo>
                    <a:pt x="10813" y="21779"/>
                  </a:lnTo>
                  <a:lnTo>
                    <a:pt x="10851" y="21856"/>
                  </a:lnTo>
                  <a:lnTo>
                    <a:pt x="10929" y="21856"/>
                  </a:lnTo>
                  <a:lnTo>
                    <a:pt x="11315" y="21895"/>
                  </a:lnTo>
                  <a:lnTo>
                    <a:pt x="11662" y="21856"/>
                  </a:lnTo>
                  <a:lnTo>
                    <a:pt x="11624" y="22126"/>
                  </a:lnTo>
                  <a:lnTo>
                    <a:pt x="11585" y="22358"/>
                  </a:lnTo>
                  <a:lnTo>
                    <a:pt x="11546" y="22590"/>
                  </a:lnTo>
                  <a:lnTo>
                    <a:pt x="11585" y="22860"/>
                  </a:lnTo>
                  <a:lnTo>
                    <a:pt x="11624" y="23092"/>
                  </a:lnTo>
                  <a:lnTo>
                    <a:pt x="11662" y="23323"/>
                  </a:lnTo>
                  <a:lnTo>
                    <a:pt x="11778" y="23594"/>
                  </a:lnTo>
                  <a:lnTo>
                    <a:pt x="11894" y="23825"/>
                  </a:lnTo>
                  <a:lnTo>
                    <a:pt x="11933" y="23903"/>
                  </a:lnTo>
                  <a:lnTo>
                    <a:pt x="12010" y="23903"/>
                  </a:lnTo>
                  <a:lnTo>
                    <a:pt x="12087" y="23864"/>
                  </a:lnTo>
                  <a:lnTo>
                    <a:pt x="12164" y="23825"/>
                  </a:lnTo>
                  <a:lnTo>
                    <a:pt x="12589" y="23208"/>
                  </a:lnTo>
                  <a:lnTo>
                    <a:pt x="12744" y="23594"/>
                  </a:lnTo>
                  <a:lnTo>
                    <a:pt x="12937" y="23941"/>
                  </a:lnTo>
                  <a:lnTo>
                    <a:pt x="13168" y="24289"/>
                  </a:lnTo>
                  <a:lnTo>
                    <a:pt x="13439" y="24598"/>
                  </a:lnTo>
                  <a:lnTo>
                    <a:pt x="13709" y="24907"/>
                  </a:lnTo>
                  <a:lnTo>
                    <a:pt x="14018" y="25177"/>
                  </a:lnTo>
                  <a:lnTo>
                    <a:pt x="14365" y="25409"/>
                  </a:lnTo>
                  <a:lnTo>
                    <a:pt x="14713" y="25602"/>
                  </a:lnTo>
                  <a:lnTo>
                    <a:pt x="15331" y="25911"/>
                  </a:lnTo>
                  <a:lnTo>
                    <a:pt x="15717" y="26027"/>
                  </a:lnTo>
                  <a:lnTo>
                    <a:pt x="16142" y="26181"/>
                  </a:lnTo>
                  <a:lnTo>
                    <a:pt x="16566" y="26258"/>
                  </a:lnTo>
                  <a:lnTo>
                    <a:pt x="16953" y="26297"/>
                  </a:lnTo>
                  <a:lnTo>
                    <a:pt x="17146" y="26297"/>
                  </a:lnTo>
                  <a:lnTo>
                    <a:pt x="17300" y="26258"/>
                  </a:lnTo>
                  <a:lnTo>
                    <a:pt x="17416" y="26181"/>
                  </a:lnTo>
                  <a:lnTo>
                    <a:pt x="17570" y="26104"/>
                  </a:lnTo>
                  <a:lnTo>
                    <a:pt x="17648" y="25949"/>
                  </a:lnTo>
                  <a:lnTo>
                    <a:pt x="17725" y="25833"/>
                  </a:lnTo>
                  <a:lnTo>
                    <a:pt x="17841" y="25486"/>
                  </a:lnTo>
                  <a:lnTo>
                    <a:pt x="17879" y="25100"/>
                  </a:lnTo>
                  <a:lnTo>
                    <a:pt x="17841" y="24675"/>
                  </a:lnTo>
                  <a:lnTo>
                    <a:pt x="17802" y="24289"/>
                  </a:lnTo>
                  <a:lnTo>
                    <a:pt x="17686" y="23903"/>
                  </a:lnTo>
                  <a:lnTo>
                    <a:pt x="17493" y="23246"/>
                  </a:lnTo>
                  <a:lnTo>
                    <a:pt x="17223" y="22706"/>
                  </a:lnTo>
                  <a:lnTo>
                    <a:pt x="16914" y="22204"/>
                  </a:lnTo>
                  <a:lnTo>
                    <a:pt x="16528" y="21740"/>
                  </a:lnTo>
                  <a:lnTo>
                    <a:pt x="16103" y="21354"/>
                  </a:lnTo>
                  <a:lnTo>
                    <a:pt x="16296" y="21315"/>
                  </a:lnTo>
                  <a:lnTo>
                    <a:pt x="16489" y="21277"/>
                  </a:lnTo>
                  <a:lnTo>
                    <a:pt x="16682" y="21161"/>
                  </a:lnTo>
                  <a:lnTo>
                    <a:pt x="16875" y="21045"/>
                  </a:lnTo>
                  <a:lnTo>
                    <a:pt x="16914" y="21007"/>
                  </a:lnTo>
                  <a:lnTo>
                    <a:pt x="16953" y="20929"/>
                  </a:lnTo>
                  <a:lnTo>
                    <a:pt x="16914" y="20814"/>
                  </a:lnTo>
                  <a:lnTo>
                    <a:pt x="16875" y="20775"/>
                  </a:lnTo>
                  <a:lnTo>
                    <a:pt x="16335" y="20466"/>
                  </a:lnTo>
                  <a:lnTo>
                    <a:pt x="15833" y="20196"/>
                  </a:lnTo>
                  <a:lnTo>
                    <a:pt x="15292" y="20003"/>
                  </a:lnTo>
                  <a:lnTo>
                    <a:pt x="14713" y="19848"/>
                  </a:lnTo>
                  <a:lnTo>
                    <a:pt x="14983" y="19346"/>
                  </a:lnTo>
                  <a:lnTo>
                    <a:pt x="14983" y="19230"/>
                  </a:lnTo>
                  <a:lnTo>
                    <a:pt x="14983" y="19114"/>
                  </a:lnTo>
                  <a:lnTo>
                    <a:pt x="14983" y="19076"/>
                  </a:lnTo>
                  <a:lnTo>
                    <a:pt x="14945" y="19037"/>
                  </a:lnTo>
                  <a:lnTo>
                    <a:pt x="14172" y="18574"/>
                  </a:lnTo>
                  <a:lnTo>
                    <a:pt x="13825" y="18342"/>
                  </a:lnTo>
                  <a:lnTo>
                    <a:pt x="13477" y="18033"/>
                  </a:lnTo>
                  <a:lnTo>
                    <a:pt x="13554" y="17879"/>
                  </a:lnTo>
                  <a:lnTo>
                    <a:pt x="13670" y="17493"/>
                  </a:lnTo>
                  <a:lnTo>
                    <a:pt x="13747" y="17106"/>
                  </a:lnTo>
                  <a:lnTo>
                    <a:pt x="13786" y="16720"/>
                  </a:lnTo>
                  <a:lnTo>
                    <a:pt x="13825" y="16334"/>
                  </a:lnTo>
                  <a:lnTo>
                    <a:pt x="14249" y="17106"/>
                  </a:lnTo>
                  <a:lnTo>
                    <a:pt x="14674" y="17956"/>
                  </a:lnTo>
                  <a:lnTo>
                    <a:pt x="14751" y="18033"/>
                  </a:lnTo>
                  <a:lnTo>
                    <a:pt x="14867" y="18033"/>
                  </a:lnTo>
                  <a:lnTo>
                    <a:pt x="15640" y="18072"/>
                  </a:lnTo>
                  <a:lnTo>
                    <a:pt x="16412" y="18110"/>
                  </a:lnTo>
                  <a:lnTo>
                    <a:pt x="17184" y="18188"/>
                  </a:lnTo>
                  <a:lnTo>
                    <a:pt x="17957" y="18304"/>
                  </a:lnTo>
                  <a:lnTo>
                    <a:pt x="18111" y="18304"/>
                  </a:lnTo>
                  <a:lnTo>
                    <a:pt x="18188" y="18226"/>
                  </a:lnTo>
                  <a:lnTo>
                    <a:pt x="18227" y="18110"/>
                  </a:lnTo>
                  <a:lnTo>
                    <a:pt x="18188" y="17995"/>
                  </a:lnTo>
                  <a:lnTo>
                    <a:pt x="16798" y="15099"/>
                  </a:lnTo>
                  <a:lnTo>
                    <a:pt x="16064" y="13631"/>
                  </a:lnTo>
                  <a:lnTo>
                    <a:pt x="15678" y="12936"/>
                  </a:lnTo>
                  <a:lnTo>
                    <a:pt x="15253" y="12241"/>
                  </a:lnTo>
                  <a:lnTo>
                    <a:pt x="15176" y="12202"/>
                  </a:lnTo>
                  <a:lnTo>
                    <a:pt x="15099" y="12202"/>
                  </a:lnTo>
                  <a:lnTo>
                    <a:pt x="14713" y="12164"/>
                  </a:lnTo>
                  <a:lnTo>
                    <a:pt x="14288" y="12164"/>
                  </a:lnTo>
                  <a:lnTo>
                    <a:pt x="13516" y="12125"/>
                  </a:lnTo>
                  <a:lnTo>
                    <a:pt x="12164" y="12009"/>
                  </a:lnTo>
                  <a:lnTo>
                    <a:pt x="11662" y="11198"/>
                  </a:lnTo>
                  <a:lnTo>
                    <a:pt x="11122" y="10465"/>
                  </a:lnTo>
                  <a:lnTo>
                    <a:pt x="10542" y="9731"/>
                  </a:lnTo>
                  <a:lnTo>
                    <a:pt x="10002" y="8997"/>
                  </a:lnTo>
                  <a:lnTo>
                    <a:pt x="8959" y="7762"/>
                  </a:lnTo>
                  <a:lnTo>
                    <a:pt x="7839" y="6565"/>
                  </a:lnTo>
                  <a:lnTo>
                    <a:pt x="6720" y="5406"/>
                  </a:lnTo>
                  <a:lnTo>
                    <a:pt x="5561" y="4286"/>
                  </a:lnTo>
                  <a:lnTo>
                    <a:pt x="4325" y="3205"/>
                  </a:lnTo>
                  <a:lnTo>
                    <a:pt x="3128" y="2163"/>
                  </a:lnTo>
                  <a:lnTo>
                    <a:pt x="1854" y="1120"/>
                  </a:lnTo>
                  <a:lnTo>
                    <a:pt x="580" y="116"/>
                  </a:lnTo>
                  <a:lnTo>
                    <a:pt x="541" y="77"/>
                  </a:lnTo>
                  <a:lnTo>
                    <a:pt x="464" y="77"/>
                  </a:lnTo>
                  <a:lnTo>
                    <a:pt x="348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9"/>
            <p:cNvSpPr/>
            <p:nvPr/>
          </p:nvSpPr>
          <p:spPr>
            <a:xfrm>
              <a:off x="668675" y="2948700"/>
              <a:ext cx="256800" cy="152550"/>
            </a:xfrm>
            <a:custGeom>
              <a:avLst/>
              <a:gdLst/>
              <a:ahLst/>
              <a:cxnLst/>
              <a:rect l="l" t="t" r="r" b="b"/>
              <a:pathLst>
                <a:path w="10272" h="6102" extrusionOk="0">
                  <a:moveTo>
                    <a:pt x="541" y="1"/>
                  </a:moveTo>
                  <a:lnTo>
                    <a:pt x="425" y="39"/>
                  </a:lnTo>
                  <a:lnTo>
                    <a:pt x="348" y="116"/>
                  </a:lnTo>
                  <a:lnTo>
                    <a:pt x="232" y="194"/>
                  </a:lnTo>
                  <a:lnTo>
                    <a:pt x="155" y="348"/>
                  </a:lnTo>
                  <a:lnTo>
                    <a:pt x="77" y="503"/>
                  </a:lnTo>
                  <a:lnTo>
                    <a:pt x="0" y="889"/>
                  </a:lnTo>
                  <a:lnTo>
                    <a:pt x="0" y="1275"/>
                  </a:lnTo>
                  <a:lnTo>
                    <a:pt x="0" y="1622"/>
                  </a:lnTo>
                  <a:lnTo>
                    <a:pt x="0" y="2047"/>
                  </a:lnTo>
                  <a:lnTo>
                    <a:pt x="77" y="2511"/>
                  </a:lnTo>
                  <a:lnTo>
                    <a:pt x="155" y="2935"/>
                  </a:lnTo>
                  <a:lnTo>
                    <a:pt x="309" y="3321"/>
                  </a:lnTo>
                  <a:lnTo>
                    <a:pt x="502" y="3785"/>
                  </a:lnTo>
                  <a:lnTo>
                    <a:pt x="734" y="4171"/>
                  </a:lnTo>
                  <a:lnTo>
                    <a:pt x="1004" y="4557"/>
                  </a:lnTo>
                  <a:lnTo>
                    <a:pt x="1313" y="4905"/>
                  </a:lnTo>
                  <a:lnTo>
                    <a:pt x="1699" y="5214"/>
                  </a:lnTo>
                  <a:lnTo>
                    <a:pt x="2047" y="5523"/>
                  </a:lnTo>
                  <a:lnTo>
                    <a:pt x="2472" y="5754"/>
                  </a:lnTo>
                  <a:lnTo>
                    <a:pt x="2896" y="5947"/>
                  </a:lnTo>
                  <a:lnTo>
                    <a:pt x="3167" y="5716"/>
                  </a:lnTo>
                  <a:lnTo>
                    <a:pt x="2819" y="5561"/>
                  </a:lnTo>
                  <a:lnTo>
                    <a:pt x="2510" y="5368"/>
                  </a:lnTo>
                  <a:lnTo>
                    <a:pt x="2240" y="5136"/>
                  </a:lnTo>
                  <a:lnTo>
                    <a:pt x="1931" y="4905"/>
                  </a:lnTo>
                  <a:lnTo>
                    <a:pt x="1661" y="4634"/>
                  </a:lnTo>
                  <a:lnTo>
                    <a:pt x="1429" y="4364"/>
                  </a:lnTo>
                  <a:lnTo>
                    <a:pt x="1197" y="4094"/>
                  </a:lnTo>
                  <a:lnTo>
                    <a:pt x="1004" y="3785"/>
                  </a:lnTo>
                  <a:lnTo>
                    <a:pt x="811" y="3476"/>
                  </a:lnTo>
                  <a:lnTo>
                    <a:pt x="657" y="3128"/>
                  </a:lnTo>
                  <a:lnTo>
                    <a:pt x="541" y="2781"/>
                  </a:lnTo>
                  <a:lnTo>
                    <a:pt x="464" y="2433"/>
                  </a:lnTo>
                  <a:lnTo>
                    <a:pt x="425" y="2086"/>
                  </a:lnTo>
                  <a:lnTo>
                    <a:pt x="386" y="1700"/>
                  </a:lnTo>
                  <a:lnTo>
                    <a:pt x="425" y="1352"/>
                  </a:lnTo>
                  <a:lnTo>
                    <a:pt x="464" y="966"/>
                  </a:lnTo>
                  <a:lnTo>
                    <a:pt x="541" y="696"/>
                  </a:lnTo>
                  <a:lnTo>
                    <a:pt x="579" y="541"/>
                  </a:lnTo>
                  <a:lnTo>
                    <a:pt x="657" y="464"/>
                  </a:lnTo>
                  <a:lnTo>
                    <a:pt x="811" y="503"/>
                  </a:lnTo>
                  <a:lnTo>
                    <a:pt x="1043" y="618"/>
                  </a:lnTo>
                  <a:lnTo>
                    <a:pt x="1429" y="812"/>
                  </a:lnTo>
                  <a:lnTo>
                    <a:pt x="1738" y="1005"/>
                  </a:lnTo>
                  <a:lnTo>
                    <a:pt x="2085" y="1236"/>
                  </a:lnTo>
                  <a:lnTo>
                    <a:pt x="2394" y="1468"/>
                  </a:lnTo>
                  <a:lnTo>
                    <a:pt x="2665" y="1738"/>
                  </a:lnTo>
                  <a:lnTo>
                    <a:pt x="2935" y="2009"/>
                  </a:lnTo>
                  <a:lnTo>
                    <a:pt x="3167" y="2279"/>
                  </a:lnTo>
                  <a:lnTo>
                    <a:pt x="3360" y="2588"/>
                  </a:lnTo>
                  <a:lnTo>
                    <a:pt x="3514" y="2897"/>
                  </a:lnTo>
                  <a:lnTo>
                    <a:pt x="3630" y="3244"/>
                  </a:lnTo>
                  <a:lnTo>
                    <a:pt x="3707" y="3592"/>
                  </a:lnTo>
                  <a:lnTo>
                    <a:pt x="3784" y="3939"/>
                  </a:lnTo>
                  <a:lnTo>
                    <a:pt x="3784" y="4325"/>
                  </a:lnTo>
                  <a:lnTo>
                    <a:pt x="3823" y="4403"/>
                  </a:lnTo>
                  <a:lnTo>
                    <a:pt x="3939" y="4480"/>
                  </a:lnTo>
                  <a:lnTo>
                    <a:pt x="3939" y="4557"/>
                  </a:lnTo>
                  <a:lnTo>
                    <a:pt x="3978" y="4596"/>
                  </a:lnTo>
                  <a:lnTo>
                    <a:pt x="4016" y="4596"/>
                  </a:lnTo>
                  <a:lnTo>
                    <a:pt x="4055" y="4557"/>
                  </a:lnTo>
                  <a:lnTo>
                    <a:pt x="4171" y="4403"/>
                  </a:lnTo>
                  <a:lnTo>
                    <a:pt x="4286" y="4287"/>
                  </a:lnTo>
                  <a:lnTo>
                    <a:pt x="4595" y="4017"/>
                  </a:lnTo>
                  <a:lnTo>
                    <a:pt x="4943" y="3785"/>
                  </a:lnTo>
                  <a:lnTo>
                    <a:pt x="5329" y="3630"/>
                  </a:lnTo>
                  <a:lnTo>
                    <a:pt x="5754" y="3476"/>
                  </a:lnTo>
                  <a:lnTo>
                    <a:pt x="6179" y="3360"/>
                  </a:lnTo>
                  <a:lnTo>
                    <a:pt x="6565" y="3283"/>
                  </a:lnTo>
                  <a:lnTo>
                    <a:pt x="6912" y="3206"/>
                  </a:lnTo>
                  <a:lnTo>
                    <a:pt x="7260" y="3167"/>
                  </a:lnTo>
                  <a:lnTo>
                    <a:pt x="7646" y="3167"/>
                  </a:lnTo>
                  <a:lnTo>
                    <a:pt x="7994" y="3206"/>
                  </a:lnTo>
                  <a:lnTo>
                    <a:pt x="8380" y="3244"/>
                  </a:lnTo>
                  <a:lnTo>
                    <a:pt x="8727" y="3321"/>
                  </a:lnTo>
                  <a:lnTo>
                    <a:pt x="9075" y="3399"/>
                  </a:lnTo>
                  <a:lnTo>
                    <a:pt x="9422" y="3553"/>
                  </a:lnTo>
                  <a:lnTo>
                    <a:pt x="9770" y="3669"/>
                  </a:lnTo>
                  <a:lnTo>
                    <a:pt x="9499" y="4017"/>
                  </a:lnTo>
                  <a:lnTo>
                    <a:pt x="9229" y="4364"/>
                  </a:lnTo>
                  <a:lnTo>
                    <a:pt x="8920" y="4634"/>
                  </a:lnTo>
                  <a:lnTo>
                    <a:pt x="8611" y="4905"/>
                  </a:lnTo>
                  <a:lnTo>
                    <a:pt x="8264" y="5136"/>
                  </a:lnTo>
                  <a:lnTo>
                    <a:pt x="7916" y="5329"/>
                  </a:lnTo>
                  <a:lnTo>
                    <a:pt x="7530" y="5484"/>
                  </a:lnTo>
                  <a:lnTo>
                    <a:pt x="7105" y="5600"/>
                  </a:lnTo>
                  <a:lnTo>
                    <a:pt x="6719" y="5638"/>
                  </a:lnTo>
                  <a:lnTo>
                    <a:pt x="6333" y="5677"/>
                  </a:lnTo>
                  <a:lnTo>
                    <a:pt x="5599" y="5677"/>
                  </a:lnTo>
                  <a:lnTo>
                    <a:pt x="4866" y="5600"/>
                  </a:lnTo>
                  <a:lnTo>
                    <a:pt x="4093" y="5484"/>
                  </a:lnTo>
                  <a:lnTo>
                    <a:pt x="4016" y="5484"/>
                  </a:lnTo>
                  <a:lnTo>
                    <a:pt x="3978" y="5523"/>
                  </a:lnTo>
                  <a:lnTo>
                    <a:pt x="3900" y="5638"/>
                  </a:lnTo>
                  <a:lnTo>
                    <a:pt x="3862" y="5638"/>
                  </a:lnTo>
                  <a:lnTo>
                    <a:pt x="3862" y="5716"/>
                  </a:lnTo>
                  <a:lnTo>
                    <a:pt x="3900" y="6025"/>
                  </a:lnTo>
                  <a:lnTo>
                    <a:pt x="4093" y="5909"/>
                  </a:lnTo>
                  <a:lnTo>
                    <a:pt x="4943" y="6025"/>
                  </a:lnTo>
                  <a:lnTo>
                    <a:pt x="5792" y="6102"/>
                  </a:lnTo>
                  <a:lnTo>
                    <a:pt x="6217" y="6102"/>
                  </a:lnTo>
                  <a:lnTo>
                    <a:pt x="6642" y="6063"/>
                  </a:lnTo>
                  <a:lnTo>
                    <a:pt x="7105" y="6025"/>
                  </a:lnTo>
                  <a:lnTo>
                    <a:pt x="7530" y="5947"/>
                  </a:lnTo>
                  <a:lnTo>
                    <a:pt x="7955" y="5793"/>
                  </a:lnTo>
                  <a:lnTo>
                    <a:pt x="8341" y="5600"/>
                  </a:lnTo>
                  <a:lnTo>
                    <a:pt x="8727" y="5368"/>
                  </a:lnTo>
                  <a:lnTo>
                    <a:pt x="9075" y="5098"/>
                  </a:lnTo>
                  <a:lnTo>
                    <a:pt x="9384" y="4789"/>
                  </a:lnTo>
                  <a:lnTo>
                    <a:pt x="9654" y="4441"/>
                  </a:lnTo>
                  <a:lnTo>
                    <a:pt x="10233" y="3746"/>
                  </a:lnTo>
                  <a:lnTo>
                    <a:pt x="10272" y="3630"/>
                  </a:lnTo>
                  <a:lnTo>
                    <a:pt x="10272" y="3553"/>
                  </a:lnTo>
                  <a:lnTo>
                    <a:pt x="10233" y="3476"/>
                  </a:lnTo>
                  <a:lnTo>
                    <a:pt x="10156" y="3399"/>
                  </a:lnTo>
                  <a:lnTo>
                    <a:pt x="9693" y="3206"/>
                  </a:lnTo>
                  <a:lnTo>
                    <a:pt x="9229" y="3013"/>
                  </a:lnTo>
                  <a:lnTo>
                    <a:pt x="8766" y="2897"/>
                  </a:lnTo>
                  <a:lnTo>
                    <a:pt x="8264" y="2781"/>
                  </a:lnTo>
                  <a:lnTo>
                    <a:pt x="7800" y="2742"/>
                  </a:lnTo>
                  <a:lnTo>
                    <a:pt x="7298" y="2742"/>
                  </a:lnTo>
                  <a:lnTo>
                    <a:pt x="6796" y="2781"/>
                  </a:lnTo>
                  <a:lnTo>
                    <a:pt x="6294" y="2858"/>
                  </a:lnTo>
                  <a:lnTo>
                    <a:pt x="5870" y="3013"/>
                  </a:lnTo>
                  <a:lnTo>
                    <a:pt x="5290" y="3206"/>
                  </a:lnTo>
                  <a:lnTo>
                    <a:pt x="4982" y="3321"/>
                  </a:lnTo>
                  <a:lnTo>
                    <a:pt x="4673" y="3476"/>
                  </a:lnTo>
                  <a:lnTo>
                    <a:pt x="4402" y="3630"/>
                  </a:lnTo>
                  <a:lnTo>
                    <a:pt x="4209" y="3823"/>
                  </a:lnTo>
                  <a:lnTo>
                    <a:pt x="4132" y="3476"/>
                  </a:lnTo>
                  <a:lnTo>
                    <a:pt x="4055" y="3128"/>
                  </a:lnTo>
                  <a:lnTo>
                    <a:pt x="3939" y="2781"/>
                  </a:lnTo>
                  <a:lnTo>
                    <a:pt x="3784" y="2472"/>
                  </a:lnTo>
                  <a:lnTo>
                    <a:pt x="3591" y="2163"/>
                  </a:lnTo>
                  <a:lnTo>
                    <a:pt x="3360" y="1854"/>
                  </a:lnTo>
                  <a:lnTo>
                    <a:pt x="3128" y="1584"/>
                  </a:lnTo>
                  <a:lnTo>
                    <a:pt x="2858" y="1314"/>
                  </a:lnTo>
                  <a:lnTo>
                    <a:pt x="2472" y="966"/>
                  </a:lnTo>
                  <a:lnTo>
                    <a:pt x="2008" y="696"/>
                  </a:lnTo>
                  <a:lnTo>
                    <a:pt x="1545" y="425"/>
                  </a:lnTo>
                  <a:lnTo>
                    <a:pt x="1081" y="194"/>
                  </a:lnTo>
                  <a:lnTo>
                    <a:pt x="850" y="78"/>
                  </a:lnTo>
                  <a:lnTo>
                    <a:pt x="657" y="39"/>
                  </a:lnTo>
                  <a:lnTo>
                    <a:pt x="54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9"/>
            <p:cNvSpPr/>
            <p:nvPr/>
          </p:nvSpPr>
          <p:spPr>
            <a:xfrm>
              <a:off x="3343725" y="3024000"/>
              <a:ext cx="482700" cy="227850"/>
            </a:xfrm>
            <a:custGeom>
              <a:avLst/>
              <a:gdLst/>
              <a:ahLst/>
              <a:cxnLst/>
              <a:rect l="l" t="t" r="r" b="b"/>
              <a:pathLst>
                <a:path w="19308" h="9114" extrusionOk="0">
                  <a:moveTo>
                    <a:pt x="77" y="1"/>
                  </a:moveTo>
                  <a:lnTo>
                    <a:pt x="0" y="618"/>
                  </a:lnTo>
                  <a:lnTo>
                    <a:pt x="0" y="1236"/>
                  </a:lnTo>
                  <a:lnTo>
                    <a:pt x="39" y="1854"/>
                  </a:lnTo>
                  <a:lnTo>
                    <a:pt x="154" y="2472"/>
                  </a:lnTo>
                  <a:lnTo>
                    <a:pt x="309" y="3090"/>
                  </a:lnTo>
                  <a:lnTo>
                    <a:pt x="502" y="3669"/>
                  </a:lnTo>
                  <a:lnTo>
                    <a:pt x="772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69" y="5947"/>
                  </a:lnTo>
                  <a:lnTo>
                    <a:pt x="2433" y="6449"/>
                  </a:lnTo>
                  <a:lnTo>
                    <a:pt x="2935" y="6913"/>
                  </a:lnTo>
                  <a:lnTo>
                    <a:pt x="3514" y="7299"/>
                  </a:lnTo>
                  <a:lnTo>
                    <a:pt x="4093" y="7646"/>
                  </a:lnTo>
                  <a:lnTo>
                    <a:pt x="4672" y="7994"/>
                  </a:lnTo>
                  <a:lnTo>
                    <a:pt x="5329" y="8264"/>
                  </a:lnTo>
                  <a:lnTo>
                    <a:pt x="5947" y="8496"/>
                  </a:lnTo>
                  <a:lnTo>
                    <a:pt x="6642" y="8689"/>
                  </a:lnTo>
                  <a:lnTo>
                    <a:pt x="7298" y="8843"/>
                  </a:lnTo>
                  <a:lnTo>
                    <a:pt x="7993" y="8998"/>
                  </a:lnTo>
                  <a:lnTo>
                    <a:pt x="8688" y="9075"/>
                  </a:lnTo>
                  <a:lnTo>
                    <a:pt x="9383" y="9114"/>
                  </a:lnTo>
                  <a:lnTo>
                    <a:pt x="10079" y="9114"/>
                  </a:lnTo>
                  <a:lnTo>
                    <a:pt x="10735" y="9075"/>
                  </a:lnTo>
                  <a:lnTo>
                    <a:pt x="11391" y="9036"/>
                  </a:lnTo>
                  <a:lnTo>
                    <a:pt x="12048" y="8921"/>
                  </a:lnTo>
                  <a:lnTo>
                    <a:pt x="12704" y="8805"/>
                  </a:lnTo>
                  <a:lnTo>
                    <a:pt x="13361" y="8612"/>
                  </a:lnTo>
                  <a:lnTo>
                    <a:pt x="14017" y="8419"/>
                  </a:lnTo>
                  <a:lnTo>
                    <a:pt x="14635" y="8187"/>
                  </a:lnTo>
                  <a:lnTo>
                    <a:pt x="15253" y="7917"/>
                  </a:lnTo>
                  <a:lnTo>
                    <a:pt x="15871" y="7569"/>
                  </a:lnTo>
                  <a:lnTo>
                    <a:pt x="16411" y="7222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28" y="4905"/>
                  </a:lnTo>
                  <a:lnTo>
                    <a:pt x="19076" y="4325"/>
                  </a:lnTo>
                  <a:lnTo>
                    <a:pt x="19307" y="3708"/>
                  </a:lnTo>
                  <a:lnTo>
                    <a:pt x="19114" y="3669"/>
                  </a:lnTo>
                  <a:lnTo>
                    <a:pt x="18767" y="4171"/>
                  </a:lnTo>
                  <a:lnTo>
                    <a:pt x="18381" y="4673"/>
                  </a:lnTo>
                  <a:lnTo>
                    <a:pt x="17995" y="5136"/>
                  </a:lnTo>
                  <a:lnTo>
                    <a:pt x="17608" y="5561"/>
                  </a:lnTo>
                  <a:lnTo>
                    <a:pt x="17145" y="5986"/>
                  </a:lnTo>
                  <a:lnTo>
                    <a:pt x="16720" y="6372"/>
                  </a:lnTo>
                  <a:lnTo>
                    <a:pt x="16218" y="6720"/>
                  </a:lnTo>
                  <a:lnTo>
                    <a:pt x="15716" y="7028"/>
                  </a:lnTo>
                  <a:lnTo>
                    <a:pt x="15214" y="7337"/>
                  </a:lnTo>
                  <a:lnTo>
                    <a:pt x="14674" y="7608"/>
                  </a:lnTo>
                  <a:lnTo>
                    <a:pt x="14133" y="7839"/>
                  </a:lnTo>
                  <a:lnTo>
                    <a:pt x="13554" y="8032"/>
                  </a:lnTo>
                  <a:lnTo>
                    <a:pt x="12975" y="8225"/>
                  </a:lnTo>
                  <a:lnTo>
                    <a:pt x="12395" y="8380"/>
                  </a:lnTo>
                  <a:lnTo>
                    <a:pt x="11816" y="8496"/>
                  </a:lnTo>
                  <a:lnTo>
                    <a:pt x="11198" y="8573"/>
                  </a:lnTo>
                  <a:lnTo>
                    <a:pt x="10503" y="8612"/>
                  </a:lnTo>
                  <a:lnTo>
                    <a:pt x="9808" y="8650"/>
                  </a:lnTo>
                  <a:lnTo>
                    <a:pt x="9075" y="8612"/>
                  </a:lnTo>
                  <a:lnTo>
                    <a:pt x="8379" y="8573"/>
                  </a:lnTo>
                  <a:lnTo>
                    <a:pt x="7684" y="8457"/>
                  </a:lnTo>
                  <a:lnTo>
                    <a:pt x="6989" y="8303"/>
                  </a:lnTo>
                  <a:lnTo>
                    <a:pt x="6294" y="8110"/>
                  </a:lnTo>
                  <a:lnTo>
                    <a:pt x="5638" y="7878"/>
                  </a:lnTo>
                  <a:lnTo>
                    <a:pt x="4981" y="7608"/>
                  </a:lnTo>
                  <a:lnTo>
                    <a:pt x="4364" y="7299"/>
                  </a:lnTo>
                  <a:lnTo>
                    <a:pt x="3784" y="6951"/>
                  </a:lnTo>
                  <a:lnTo>
                    <a:pt x="3205" y="6526"/>
                  </a:lnTo>
                  <a:lnTo>
                    <a:pt x="2664" y="6063"/>
                  </a:lnTo>
                  <a:lnTo>
                    <a:pt x="2201" y="5561"/>
                  </a:lnTo>
                  <a:lnTo>
                    <a:pt x="1738" y="5020"/>
                  </a:lnTo>
                  <a:lnTo>
                    <a:pt x="1352" y="4403"/>
                  </a:lnTo>
                  <a:lnTo>
                    <a:pt x="1081" y="3901"/>
                  </a:lnTo>
                  <a:lnTo>
                    <a:pt x="850" y="3399"/>
                  </a:lnTo>
                  <a:lnTo>
                    <a:pt x="656" y="2858"/>
                  </a:lnTo>
                  <a:lnTo>
                    <a:pt x="502" y="2317"/>
                  </a:lnTo>
                  <a:lnTo>
                    <a:pt x="425" y="1777"/>
                  </a:lnTo>
                  <a:lnTo>
                    <a:pt x="348" y="1198"/>
                  </a:lnTo>
                  <a:lnTo>
                    <a:pt x="386" y="618"/>
                  </a:lnTo>
                  <a:lnTo>
                    <a:pt x="425" y="78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6" name="Google Shape;2196;p9"/>
            <p:cNvSpPr/>
            <p:nvPr/>
          </p:nvSpPr>
          <p:spPr>
            <a:xfrm>
              <a:off x="238125" y="3026900"/>
              <a:ext cx="84975" cy="55050"/>
            </a:xfrm>
            <a:custGeom>
              <a:avLst/>
              <a:gdLst/>
              <a:ahLst/>
              <a:cxnLst/>
              <a:rect l="l" t="t" r="r" b="b"/>
              <a:pathLst>
                <a:path w="3399" h="2202" extrusionOk="0">
                  <a:moveTo>
                    <a:pt x="1506" y="425"/>
                  </a:moveTo>
                  <a:lnTo>
                    <a:pt x="1738" y="502"/>
                  </a:lnTo>
                  <a:lnTo>
                    <a:pt x="1931" y="580"/>
                  </a:lnTo>
                  <a:lnTo>
                    <a:pt x="2124" y="657"/>
                  </a:lnTo>
                  <a:lnTo>
                    <a:pt x="2433" y="927"/>
                  </a:lnTo>
                  <a:lnTo>
                    <a:pt x="2742" y="1236"/>
                  </a:lnTo>
                  <a:lnTo>
                    <a:pt x="2973" y="1545"/>
                  </a:lnTo>
                  <a:lnTo>
                    <a:pt x="2549" y="1545"/>
                  </a:lnTo>
                  <a:lnTo>
                    <a:pt x="2085" y="1584"/>
                  </a:lnTo>
                  <a:lnTo>
                    <a:pt x="1699" y="1699"/>
                  </a:lnTo>
                  <a:lnTo>
                    <a:pt x="1467" y="1777"/>
                  </a:lnTo>
                  <a:lnTo>
                    <a:pt x="965" y="1777"/>
                  </a:lnTo>
                  <a:lnTo>
                    <a:pt x="772" y="1738"/>
                  </a:lnTo>
                  <a:lnTo>
                    <a:pt x="579" y="1622"/>
                  </a:lnTo>
                  <a:lnTo>
                    <a:pt x="502" y="1545"/>
                  </a:lnTo>
                  <a:lnTo>
                    <a:pt x="463" y="1429"/>
                  </a:lnTo>
                  <a:lnTo>
                    <a:pt x="386" y="1313"/>
                  </a:lnTo>
                  <a:lnTo>
                    <a:pt x="386" y="1159"/>
                  </a:lnTo>
                  <a:lnTo>
                    <a:pt x="386" y="1043"/>
                  </a:lnTo>
                  <a:lnTo>
                    <a:pt x="425" y="927"/>
                  </a:lnTo>
                  <a:lnTo>
                    <a:pt x="463" y="811"/>
                  </a:lnTo>
                  <a:lnTo>
                    <a:pt x="541" y="734"/>
                  </a:lnTo>
                  <a:lnTo>
                    <a:pt x="734" y="580"/>
                  </a:lnTo>
                  <a:lnTo>
                    <a:pt x="1004" y="502"/>
                  </a:lnTo>
                  <a:lnTo>
                    <a:pt x="1236" y="425"/>
                  </a:lnTo>
                  <a:close/>
                  <a:moveTo>
                    <a:pt x="1004" y="0"/>
                  </a:moveTo>
                  <a:lnTo>
                    <a:pt x="772" y="78"/>
                  </a:lnTo>
                  <a:lnTo>
                    <a:pt x="541" y="193"/>
                  </a:lnTo>
                  <a:lnTo>
                    <a:pt x="386" y="309"/>
                  </a:lnTo>
                  <a:lnTo>
                    <a:pt x="193" y="502"/>
                  </a:lnTo>
                  <a:lnTo>
                    <a:pt x="77" y="734"/>
                  </a:lnTo>
                  <a:lnTo>
                    <a:pt x="0" y="927"/>
                  </a:lnTo>
                  <a:lnTo>
                    <a:pt x="0" y="1159"/>
                  </a:lnTo>
                  <a:lnTo>
                    <a:pt x="0" y="1391"/>
                  </a:lnTo>
                  <a:lnTo>
                    <a:pt x="77" y="1584"/>
                  </a:lnTo>
                  <a:lnTo>
                    <a:pt x="154" y="1777"/>
                  </a:lnTo>
                  <a:lnTo>
                    <a:pt x="309" y="1931"/>
                  </a:lnTo>
                  <a:lnTo>
                    <a:pt x="463" y="2047"/>
                  </a:lnTo>
                  <a:lnTo>
                    <a:pt x="695" y="2163"/>
                  </a:lnTo>
                  <a:lnTo>
                    <a:pt x="1004" y="2201"/>
                  </a:lnTo>
                  <a:lnTo>
                    <a:pt x="1274" y="2201"/>
                  </a:lnTo>
                  <a:lnTo>
                    <a:pt x="1583" y="2163"/>
                  </a:lnTo>
                  <a:lnTo>
                    <a:pt x="1892" y="2086"/>
                  </a:lnTo>
                  <a:lnTo>
                    <a:pt x="2201" y="2008"/>
                  </a:lnTo>
                  <a:lnTo>
                    <a:pt x="2510" y="1931"/>
                  </a:lnTo>
                  <a:lnTo>
                    <a:pt x="2819" y="1931"/>
                  </a:lnTo>
                  <a:lnTo>
                    <a:pt x="3089" y="2008"/>
                  </a:lnTo>
                  <a:lnTo>
                    <a:pt x="3205" y="2008"/>
                  </a:lnTo>
                  <a:lnTo>
                    <a:pt x="3282" y="1970"/>
                  </a:lnTo>
                  <a:lnTo>
                    <a:pt x="3359" y="1893"/>
                  </a:lnTo>
                  <a:lnTo>
                    <a:pt x="3359" y="1815"/>
                  </a:lnTo>
                  <a:lnTo>
                    <a:pt x="3398" y="1777"/>
                  </a:lnTo>
                  <a:lnTo>
                    <a:pt x="3398" y="1699"/>
                  </a:lnTo>
                  <a:lnTo>
                    <a:pt x="3089" y="1159"/>
                  </a:lnTo>
                  <a:lnTo>
                    <a:pt x="2935" y="927"/>
                  </a:lnTo>
                  <a:lnTo>
                    <a:pt x="2742" y="695"/>
                  </a:lnTo>
                  <a:lnTo>
                    <a:pt x="2510" y="464"/>
                  </a:lnTo>
                  <a:lnTo>
                    <a:pt x="2278" y="309"/>
                  </a:lnTo>
                  <a:lnTo>
                    <a:pt x="2008" y="155"/>
                  </a:lnTo>
                  <a:lnTo>
                    <a:pt x="1738" y="39"/>
                  </a:lnTo>
                  <a:lnTo>
                    <a:pt x="150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7" name="Google Shape;2197;p9"/>
            <p:cNvSpPr/>
            <p:nvPr/>
          </p:nvSpPr>
          <p:spPr>
            <a:xfrm>
              <a:off x="3429625" y="3033650"/>
              <a:ext cx="35750" cy="29950"/>
            </a:xfrm>
            <a:custGeom>
              <a:avLst/>
              <a:gdLst/>
              <a:ahLst/>
              <a:cxnLst/>
              <a:rect l="l" t="t" r="r" b="b"/>
              <a:pathLst>
                <a:path w="1430" h="1198" extrusionOk="0">
                  <a:moveTo>
                    <a:pt x="657" y="1"/>
                  </a:moveTo>
                  <a:lnTo>
                    <a:pt x="464" y="39"/>
                  </a:lnTo>
                  <a:lnTo>
                    <a:pt x="310" y="117"/>
                  </a:lnTo>
                  <a:lnTo>
                    <a:pt x="194" y="232"/>
                  </a:lnTo>
                  <a:lnTo>
                    <a:pt x="78" y="387"/>
                  </a:lnTo>
                  <a:lnTo>
                    <a:pt x="1" y="580"/>
                  </a:lnTo>
                  <a:lnTo>
                    <a:pt x="1" y="773"/>
                  </a:lnTo>
                  <a:lnTo>
                    <a:pt x="39" y="927"/>
                  </a:lnTo>
                  <a:lnTo>
                    <a:pt x="117" y="1121"/>
                  </a:lnTo>
                  <a:lnTo>
                    <a:pt x="155" y="1159"/>
                  </a:lnTo>
                  <a:lnTo>
                    <a:pt x="232" y="1198"/>
                  </a:lnTo>
                  <a:lnTo>
                    <a:pt x="348" y="1159"/>
                  </a:lnTo>
                  <a:lnTo>
                    <a:pt x="387" y="1082"/>
                  </a:lnTo>
                  <a:lnTo>
                    <a:pt x="426" y="1005"/>
                  </a:lnTo>
                  <a:lnTo>
                    <a:pt x="387" y="966"/>
                  </a:lnTo>
                  <a:lnTo>
                    <a:pt x="348" y="850"/>
                  </a:lnTo>
                  <a:lnTo>
                    <a:pt x="348" y="773"/>
                  </a:lnTo>
                  <a:lnTo>
                    <a:pt x="387" y="580"/>
                  </a:lnTo>
                  <a:lnTo>
                    <a:pt x="503" y="464"/>
                  </a:lnTo>
                  <a:lnTo>
                    <a:pt x="580" y="425"/>
                  </a:lnTo>
                  <a:lnTo>
                    <a:pt x="696" y="387"/>
                  </a:lnTo>
                  <a:lnTo>
                    <a:pt x="773" y="425"/>
                  </a:lnTo>
                  <a:lnTo>
                    <a:pt x="850" y="464"/>
                  </a:lnTo>
                  <a:lnTo>
                    <a:pt x="966" y="580"/>
                  </a:lnTo>
                  <a:lnTo>
                    <a:pt x="1005" y="696"/>
                  </a:lnTo>
                  <a:lnTo>
                    <a:pt x="1005" y="773"/>
                  </a:lnTo>
                  <a:lnTo>
                    <a:pt x="966" y="966"/>
                  </a:lnTo>
                  <a:lnTo>
                    <a:pt x="928" y="1043"/>
                  </a:lnTo>
                  <a:lnTo>
                    <a:pt x="966" y="1082"/>
                  </a:lnTo>
                  <a:lnTo>
                    <a:pt x="1005" y="1121"/>
                  </a:lnTo>
                  <a:lnTo>
                    <a:pt x="1043" y="1159"/>
                  </a:lnTo>
                  <a:lnTo>
                    <a:pt x="1236" y="1159"/>
                  </a:lnTo>
                  <a:lnTo>
                    <a:pt x="1314" y="1082"/>
                  </a:lnTo>
                  <a:lnTo>
                    <a:pt x="1391" y="927"/>
                  </a:lnTo>
                  <a:lnTo>
                    <a:pt x="1430" y="734"/>
                  </a:lnTo>
                  <a:lnTo>
                    <a:pt x="1391" y="541"/>
                  </a:lnTo>
                  <a:lnTo>
                    <a:pt x="1314" y="387"/>
                  </a:lnTo>
                  <a:lnTo>
                    <a:pt x="1159" y="232"/>
                  </a:lnTo>
                  <a:lnTo>
                    <a:pt x="1005" y="117"/>
                  </a:lnTo>
                  <a:lnTo>
                    <a:pt x="850" y="39"/>
                  </a:lnTo>
                  <a:lnTo>
                    <a:pt x="65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8" name="Google Shape;2198;p9"/>
            <p:cNvSpPr/>
            <p:nvPr/>
          </p:nvSpPr>
          <p:spPr>
            <a:xfrm>
              <a:off x="3375575" y="3037525"/>
              <a:ext cx="34775" cy="29950"/>
            </a:xfrm>
            <a:custGeom>
              <a:avLst/>
              <a:gdLst/>
              <a:ahLst/>
              <a:cxnLst/>
              <a:rect l="l" t="t" r="r" b="b"/>
              <a:pathLst>
                <a:path w="1391" h="1198" extrusionOk="0">
                  <a:moveTo>
                    <a:pt x="657" y="0"/>
                  </a:moveTo>
                  <a:lnTo>
                    <a:pt x="425" y="39"/>
                  </a:lnTo>
                  <a:lnTo>
                    <a:pt x="271" y="116"/>
                  </a:lnTo>
                  <a:lnTo>
                    <a:pt x="116" y="270"/>
                  </a:lnTo>
                  <a:lnTo>
                    <a:pt x="39" y="425"/>
                  </a:lnTo>
                  <a:lnTo>
                    <a:pt x="0" y="618"/>
                  </a:lnTo>
                  <a:lnTo>
                    <a:pt x="39" y="811"/>
                  </a:lnTo>
                  <a:lnTo>
                    <a:pt x="116" y="1004"/>
                  </a:lnTo>
                  <a:lnTo>
                    <a:pt x="232" y="1120"/>
                  </a:lnTo>
                  <a:lnTo>
                    <a:pt x="425" y="1197"/>
                  </a:lnTo>
                  <a:lnTo>
                    <a:pt x="502" y="1197"/>
                  </a:lnTo>
                  <a:lnTo>
                    <a:pt x="541" y="1159"/>
                  </a:lnTo>
                  <a:lnTo>
                    <a:pt x="541" y="1081"/>
                  </a:lnTo>
                  <a:lnTo>
                    <a:pt x="502" y="1004"/>
                  </a:lnTo>
                  <a:lnTo>
                    <a:pt x="425" y="927"/>
                  </a:lnTo>
                  <a:lnTo>
                    <a:pt x="386" y="850"/>
                  </a:lnTo>
                  <a:lnTo>
                    <a:pt x="386" y="734"/>
                  </a:lnTo>
                  <a:lnTo>
                    <a:pt x="386" y="618"/>
                  </a:lnTo>
                  <a:lnTo>
                    <a:pt x="425" y="541"/>
                  </a:lnTo>
                  <a:lnTo>
                    <a:pt x="464" y="464"/>
                  </a:lnTo>
                  <a:lnTo>
                    <a:pt x="580" y="425"/>
                  </a:lnTo>
                  <a:lnTo>
                    <a:pt x="695" y="386"/>
                  </a:lnTo>
                  <a:lnTo>
                    <a:pt x="811" y="425"/>
                  </a:lnTo>
                  <a:lnTo>
                    <a:pt x="888" y="464"/>
                  </a:lnTo>
                  <a:lnTo>
                    <a:pt x="927" y="579"/>
                  </a:lnTo>
                  <a:lnTo>
                    <a:pt x="966" y="657"/>
                  </a:lnTo>
                  <a:lnTo>
                    <a:pt x="1043" y="888"/>
                  </a:lnTo>
                  <a:lnTo>
                    <a:pt x="1082" y="966"/>
                  </a:lnTo>
                  <a:lnTo>
                    <a:pt x="1120" y="1081"/>
                  </a:lnTo>
                  <a:lnTo>
                    <a:pt x="1159" y="1120"/>
                  </a:lnTo>
                  <a:lnTo>
                    <a:pt x="1236" y="1120"/>
                  </a:lnTo>
                  <a:lnTo>
                    <a:pt x="1313" y="1043"/>
                  </a:lnTo>
                  <a:lnTo>
                    <a:pt x="1352" y="966"/>
                  </a:lnTo>
                  <a:lnTo>
                    <a:pt x="1390" y="850"/>
                  </a:lnTo>
                  <a:lnTo>
                    <a:pt x="1352" y="618"/>
                  </a:lnTo>
                  <a:lnTo>
                    <a:pt x="1313" y="425"/>
                  </a:lnTo>
                  <a:lnTo>
                    <a:pt x="1197" y="232"/>
                  </a:lnTo>
                  <a:lnTo>
                    <a:pt x="1043" y="116"/>
                  </a:lnTo>
                  <a:lnTo>
                    <a:pt x="850" y="39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9"/>
            <p:cNvSpPr/>
            <p:nvPr/>
          </p:nvSpPr>
          <p:spPr>
            <a:xfrm>
              <a:off x="333675" y="3041375"/>
              <a:ext cx="49275" cy="56025"/>
            </a:xfrm>
            <a:custGeom>
              <a:avLst/>
              <a:gdLst/>
              <a:ahLst/>
              <a:cxnLst/>
              <a:rect l="l" t="t" r="r" b="b"/>
              <a:pathLst>
                <a:path w="1971" h="2241" extrusionOk="0">
                  <a:moveTo>
                    <a:pt x="1237" y="425"/>
                  </a:moveTo>
                  <a:lnTo>
                    <a:pt x="1391" y="464"/>
                  </a:lnTo>
                  <a:lnTo>
                    <a:pt x="1507" y="580"/>
                  </a:lnTo>
                  <a:lnTo>
                    <a:pt x="1545" y="657"/>
                  </a:lnTo>
                  <a:lnTo>
                    <a:pt x="1545" y="734"/>
                  </a:lnTo>
                  <a:lnTo>
                    <a:pt x="1507" y="812"/>
                  </a:lnTo>
                  <a:lnTo>
                    <a:pt x="1468" y="889"/>
                  </a:lnTo>
                  <a:lnTo>
                    <a:pt x="1275" y="1082"/>
                  </a:lnTo>
                  <a:lnTo>
                    <a:pt x="1005" y="1314"/>
                  </a:lnTo>
                  <a:lnTo>
                    <a:pt x="773" y="1507"/>
                  </a:lnTo>
                  <a:lnTo>
                    <a:pt x="657" y="1661"/>
                  </a:lnTo>
                  <a:lnTo>
                    <a:pt x="619" y="1777"/>
                  </a:lnTo>
                  <a:lnTo>
                    <a:pt x="503" y="1661"/>
                  </a:lnTo>
                  <a:lnTo>
                    <a:pt x="464" y="1545"/>
                  </a:lnTo>
                  <a:lnTo>
                    <a:pt x="387" y="1391"/>
                  </a:lnTo>
                  <a:lnTo>
                    <a:pt x="387" y="1236"/>
                  </a:lnTo>
                  <a:lnTo>
                    <a:pt x="387" y="1082"/>
                  </a:lnTo>
                  <a:lnTo>
                    <a:pt x="426" y="966"/>
                  </a:lnTo>
                  <a:lnTo>
                    <a:pt x="464" y="812"/>
                  </a:lnTo>
                  <a:lnTo>
                    <a:pt x="580" y="696"/>
                  </a:lnTo>
                  <a:lnTo>
                    <a:pt x="696" y="580"/>
                  </a:lnTo>
                  <a:lnTo>
                    <a:pt x="850" y="464"/>
                  </a:lnTo>
                  <a:lnTo>
                    <a:pt x="1043" y="425"/>
                  </a:lnTo>
                  <a:close/>
                  <a:moveTo>
                    <a:pt x="1121" y="1"/>
                  </a:moveTo>
                  <a:lnTo>
                    <a:pt x="928" y="39"/>
                  </a:lnTo>
                  <a:lnTo>
                    <a:pt x="735" y="116"/>
                  </a:lnTo>
                  <a:lnTo>
                    <a:pt x="541" y="232"/>
                  </a:lnTo>
                  <a:lnTo>
                    <a:pt x="348" y="348"/>
                  </a:lnTo>
                  <a:lnTo>
                    <a:pt x="233" y="503"/>
                  </a:lnTo>
                  <a:lnTo>
                    <a:pt x="117" y="696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68"/>
                  </a:lnTo>
                  <a:lnTo>
                    <a:pt x="117" y="1622"/>
                  </a:lnTo>
                  <a:lnTo>
                    <a:pt x="233" y="1816"/>
                  </a:lnTo>
                  <a:lnTo>
                    <a:pt x="348" y="1931"/>
                  </a:lnTo>
                  <a:lnTo>
                    <a:pt x="503" y="2086"/>
                  </a:lnTo>
                  <a:lnTo>
                    <a:pt x="657" y="2163"/>
                  </a:lnTo>
                  <a:lnTo>
                    <a:pt x="735" y="2240"/>
                  </a:lnTo>
                  <a:lnTo>
                    <a:pt x="850" y="2240"/>
                  </a:lnTo>
                  <a:lnTo>
                    <a:pt x="928" y="2202"/>
                  </a:lnTo>
                  <a:lnTo>
                    <a:pt x="966" y="2086"/>
                  </a:lnTo>
                  <a:lnTo>
                    <a:pt x="1005" y="1931"/>
                  </a:lnTo>
                  <a:lnTo>
                    <a:pt x="1082" y="1777"/>
                  </a:lnTo>
                  <a:lnTo>
                    <a:pt x="1198" y="1661"/>
                  </a:lnTo>
                  <a:lnTo>
                    <a:pt x="1314" y="1507"/>
                  </a:lnTo>
                  <a:lnTo>
                    <a:pt x="1623" y="1314"/>
                  </a:lnTo>
                  <a:lnTo>
                    <a:pt x="1739" y="1198"/>
                  </a:lnTo>
                  <a:lnTo>
                    <a:pt x="1854" y="1043"/>
                  </a:lnTo>
                  <a:lnTo>
                    <a:pt x="1932" y="889"/>
                  </a:lnTo>
                  <a:lnTo>
                    <a:pt x="1970" y="696"/>
                  </a:lnTo>
                  <a:lnTo>
                    <a:pt x="1932" y="541"/>
                  </a:lnTo>
                  <a:lnTo>
                    <a:pt x="1893" y="387"/>
                  </a:lnTo>
                  <a:lnTo>
                    <a:pt x="1777" y="271"/>
                  </a:lnTo>
                  <a:lnTo>
                    <a:pt x="1661" y="155"/>
                  </a:lnTo>
                  <a:lnTo>
                    <a:pt x="1507" y="78"/>
                  </a:lnTo>
                  <a:lnTo>
                    <a:pt x="1352" y="39"/>
                  </a:lnTo>
                  <a:lnTo>
                    <a:pt x="11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9"/>
            <p:cNvSpPr/>
            <p:nvPr/>
          </p:nvSpPr>
          <p:spPr>
            <a:xfrm>
              <a:off x="312450" y="3078050"/>
              <a:ext cx="440225" cy="234625"/>
            </a:xfrm>
            <a:custGeom>
              <a:avLst/>
              <a:gdLst/>
              <a:ahLst/>
              <a:cxnLst/>
              <a:rect l="l" t="t" r="r" b="b"/>
              <a:pathLst>
                <a:path w="17609" h="9385" extrusionOk="0">
                  <a:moveTo>
                    <a:pt x="6256" y="1"/>
                  </a:moveTo>
                  <a:lnTo>
                    <a:pt x="5638" y="40"/>
                  </a:lnTo>
                  <a:lnTo>
                    <a:pt x="5059" y="155"/>
                  </a:lnTo>
                  <a:lnTo>
                    <a:pt x="4480" y="271"/>
                  </a:lnTo>
                  <a:lnTo>
                    <a:pt x="3939" y="503"/>
                  </a:lnTo>
                  <a:lnTo>
                    <a:pt x="3398" y="735"/>
                  </a:lnTo>
                  <a:lnTo>
                    <a:pt x="2896" y="1044"/>
                  </a:lnTo>
                  <a:lnTo>
                    <a:pt x="2433" y="1391"/>
                  </a:lnTo>
                  <a:lnTo>
                    <a:pt x="1970" y="1777"/>
                  </a:lnTo>
                  <a:lnTo>
                    <a:pt x="1584" y="2202"/>
                  </a:lnTo>
                  <a:lnTo>
                    <a:pt x="1197" y="2665"/>
                  </a:lnTo>
                  <a:lnTo>
                    <a:pt x="888" y="3206"/>
                  </a:lnTo>
                  <a:lnTo>
                    <a:pt x="618" y="3747"/>
                  </a:lnTo>
                  <a:lnTo>
                    <a:pt x="386" y="4287"/>
                  </a:lnTo>
                  <a:lnTo>
                    <a:pt x="193" y="4905"/>
                  </a:lnTo>
                  <a:lnTo>
                    <a:pt x="78" y="5484"/>
                  </a:lnTo>
                  <a:lnTo>
                    <a:pt x="0" y="6102"/>
                  </a:lnTo>
                  <a:lnTo>
                    <a:pt x="0" y="6681"/>
                  </a:lnTo>
                  <a:lnTo>
                    <a:pt x="39" y="7261"/>
                  </a:lnTo>
                  <a:lnTo>
                    <a:pt x="155" y="7801"/>
                  </a:lnTo>
                  <a:lnTo>
                    <a:pt x="309" y="8342"/>
                  </a:lnTo>
                  <a:lnTo>
                    <a:pt x="502" y="8882"/>
                  </a:lnTo>
                  <a:lnTo>
                    <a:pt x="734" y="9384"/>
                  </a:lnTo>
                  <a:lnTo>
                    <a:pt x="1043" y="9230"/>
                  </a:lnTo>
                  <a:lnTo>
                    <a:pt x="888" y="8844"/>
                  </a:lnTo>
                  <a:lnTo>
                    <a:pt x="734" y="8458"/>
                  </a:lnTo>
                  <a:lnTo>
                    <a:pt x="541" y="7801"/>
                  </a:lnTo>
                  <a:lnTo>
                    <a:pt x="425" y="7183"/>
                  </a:lnTo>
                  <a:lnTo>
                    <a:pt x="425" y="6527"/>
                  </a:lnTo>
                  <a:lnTo>
                    <a:pt x="425" y="5870"/>
                  </a:lnTo>
                  <a:lnTo>
                    <a:pt x="541" y="5253"/>
                  </a:lnTo>
                  <a:lnTo>
                    <a:pt x="695" y="4596"/>
                  </a:lnTo>
                  <a:lnTo>
                    <a:pt x="927" y="3978"/>
                  </a:lnTo>
                  <a:lnTo>
                    <a:pt x="1236" y="3399"/>
                  </a:lnTo>
                  <a:lnTo>
                    <a:pt x="1584" y="2858"/>
                  </a:lnTo>
                  <a:lnTo>
                    <a:pt x="2008" y="2318"/>
                  </a:lnTo>
                  <a:lnTo>
                    <a:pt x="2472" y="1854"/>
                  </a:lnTo>
                  <a:lnTo>
                    <a:pt x="2974" y="1468"/>
                  </a:lnTo>
                  <a:lnTo>
                    <a:pt x="3553" y="1121"/>
                  </a:lnTo>
                  <a:lnTo>
                    <a:pt x="4132" y="851"/>
                  </a:lnTo>
                  <a:lnTo>
                    <a:pt x="4750" y="657"/>
                  </a:lnTo>
                  <a:lnTo>
                    <a:pt x="5406" y="503"/>
                  </a:lnTo>
                  <a:lnTo>
                    <a:pt x="5793" y="464"/>
                  </a:lnTo>
                  <a:lnTo>
                    <a:pt x="6912" y="464"/>
                  </a:lnTo>
                  <a:lnTo>
                    <a:pt x="7607" y="580"/>
                  </a:lnTo>
                  <a:lnTo>
                    <a:pt x="8264" y="773"/>
                  </a:lnTo>
                  <a:lnTo>
                    <a:pt x="8920" y="1044"/>
                  </a:lnTo>
                  <a:lnTo>
                    <a:pt x="9538" y="1352"/>
                  </a:lnTo>
                  <a:lnTo>
                    <a:pt x="10195" y="1739"/>
                  </a:lnTo>
                  <a:lnTo>
                    <a:pt x="10813" y="2125"/>
                  </a:lnTo>
                  <a:lnTo>
                    <a:pt x="11315" y="2472"/>
                  </a:lnTo>
                  <a:lnTo>
                    <a:pt x="11894" y="2781"/>
                  </a:lnTo>
                  <a:lnTo>
                    <a:pt x="12434" y="3090"/>
                  </a:lnTo>
                  <a:lnTo>
                    <a:pt x="13052" y="3360"/>
                  </a:lnTo>
                  <a:lnTo>
                    <a:pt x="13631" y="3554"/>
                  </a:lnTo>
                  <a:lnTo>
                    <a:pt x="14249" y="3708"/>
                  </a:lnTo>
                  <a:lnTo>
                    <a:pt x="14867" y="3708"/>
                  </a:lnTo>
                  <a:lnTo>
                    <a:pt x="15215" y="3669"/>
                  </a:lnTo>
                  <a:lnTo>
                    <a:pt x="15524" y="3631"/>
                  </a:lnTo>
                  <a:lnTo>
                    <a:pt x="15987" y="3476"/>
                  </a:lnTo>
                  <a:lnTo>
                    <a:pt x="16412" y="3245"/>
                  </a:lnTo>
                  <a:lnTo>
                    <a:pt x="16798" y="2936"/>
                  </a:lnTo>
                  <a:lnTo>
                    <a:pt x="17107" y="2588"/>
                  </a:lnTo>
                  <a:lnTo>
                    <a:pt x="17377" y="2202"/>
                  </a:lnTo>
                  <a:lnTo>
                    <a:pt x="17454" y="1970"/>
                  </a:lnTo>
                  <a:lnTo>
                    <a:pt x="17531" y="1739"/>
                  </a:lnTo>
                  <a:lnTo>
                    <a:pt x="17609" y="1507"/>
                  </a:lnTo>
                  <a:lnTo>
                    <a:pt x="17609" y="1275"/>
                  </a:lnTo>
                  <a:lnTo>
                    <a:pt x="17609" y="1044"/>
                  </a:lnTo>
                  <a:lnTo>
                    <a:pt x="17570" y="773"/>
                  </a:lnTo>
                  <a:lnTo>
                    <a:pt x="17531" y="696"/>
                  </a:lnTo>
                  <a:lnTo>
                    <a:pt x="17493" y="657"/>
                  </a:lnTo>
                  <a:lnTo>
                    <a:pt x="17454" y="580"/>
                  </a:lnTo>
                  <a:lnTo>
                    <a:pt x="17416" y="542"/>
                  </a:lnTo>
                  <a:lnTo>
                    <a:pt x="17145" y="773"/>
                  </a:lnTo>
                  <a:lnTo>
                    <a:pt x="17145" y="851"/>
                  </a:lnTo>
                  <a:lnTo>
                    <a:pt x="17184" y="1198"/>
                  </a:lnTo>
                  <a:lnTo>
                    <a:pt x="17145" y="1584"/>
                  </a:lnTo>
                  <a:lnTo>
                    <a:pt x="17030" y="1893"/>
                  </a:lnTo>
                  <a:lnTo>
                    <a:pt x="16836" y="2241"/>
                  </a:lnTo>
                  <a:lnTo>
                    <a:pt x="16605" y="2511"/>
                  </a:lnTo>
                  <a:lnTo>
                    <a:pt x="16334" y="2743"/>
                  </a:lnTo>
                  <a:lnTo>
                    <a:pt x="16026" y="2936"/>
                  </a:lnTo>
                  <a:lnTo>
                    <a:pt x="15678" y="3090"/>
                  </a:lnTo>
                  <a:lnTo>
                    <a:pt x="15292" y="3206"/>
                  </a:lnTo>
                  <a:lnTo>
                    <a:pt x="14906" y="3245"/>
                  </a:lnTo>
                  <a:lnTo>
                    <a:pt x="14520" y="3245"/>
                  </a:lnTo>
                  <a:lnTo>
                    <a:pt x="14133" y="3206"/>
                  </a:lnTo>
                  <a:lnTo>
                    <a:pt x="13747" y="3129"/>
                  </a:lnTo>
                  <a:lnTo>
                    <a:pt x="13361" y="3013"/>
                  </a:lnTo>
                  <a:lnTo>
                    <a:pt x="12975" y="2858"/>
                  </a:lnTo>
                  <a:lnTo>
                    <a:pt x="12627" y="2704"/>
                  </a:lnTo>
                  <a:lnTo>
                    <a:pt x="12010" y="2356"/>
                  </a:lnTo>
                  <a:lnTo>
                    <a:pt x="11353" y="1970"/>
                  </a:lnTo>
                  <a:lnTo>
                    <a:pt x="10156" y="1198"/>
                  </a:lnTo>
                  <a:lnTo>
                    <a:pt x="9538" y="851"/>
                  </a:lnTo>
                  <a:lnTo>
                    <a:pt x="8882" y="542"/>
                  </a:lnTo>
                  <a:lnTo>
                    <a:pt x="8225" y="271"/>
                  </a:lnTo>
                  <a:lnTo>
                    <a:pt x="7878" y="155"/>
                  </a:lnTo>
                  <a:lnTo>
                    <a:pt x="7492" y="78"/>
                  </a:lnTo>
                  <a:lnTo>
                    <a:pt x="687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9"/>
            <p:cNvSpPr/>
            <p:nvPr/>
          </p:nvSpPr>
          <p:spPr>
            <a:xfrm>
              <a:off x="330800" y="3096400"/>
              <a:ext cx="446975" cy="310875"/>
            </a:xfrm>
            <a:custGeom>
              <a:avLst/>
              <a:gdLst/>
              <a:ahLst/>
              <a:cxnLst/>
              <a:rect l="l" t="t" r="r" b="b"/>
              <a:pathLst>
                <a:path w="17879" h="12435" extrusionOk="0">
                  <a:moveTo>
                    <a:pt x="17608" y="1"/>
                  </a:moveTo>
                  <a:lnTo>
                    <a:pt x="17415" y="117"/>
                  </a:lnTo>
                  <a:lnTo>
                    <a:pt x="17454" y="734"/>
                  </a:lnTo>
                  <a:lnTo>
                    <a:pt x="17454" y="1352"/>
                  </a:lnTo>
                  <a:lnTo>
                    <a:pt x="17415" y="1931"/>
                  </a:lnTo>
                  <a:lnTo>
                    <a:pt x="17338" y="2549"/>
                  </a:lnTo>
                  <a:lnTo>
                    <a:pt x="17261" y="3128"/>
                  </a:lnTo>
                  <a:lnTo>
                    <a:pt x="17106" y="3708"/>
                  </a:lnTo>
                  <a:lnTo>
                    <a:pt x="16952" y="4287"/>
                  </a:lnTo>
                  <a:lnTo>
                    <a:pt x="16720" y="4828"/>
                  </a:lnTo>
                  <a:lnTo>
                    <a:pt x="16489" y="5368"/>
                  </a:lnTo>
                  <a:lnTo>
                    <a:pt x="16257" y="5909"/>
                  </a:lnTo>
                  <a:lnTo>
                    <a:pt x="15948" y="6449"/>
                  </a:lnTo>
                  <a:lnTo>
                    <a:pt x="15600" y="6951"/>
                  </a:lnTo>
                  <a:lnTo>
                    <a:pt x="15253" y="7415"/>
                  </a:lnTo>
                  <a:lnTo>
                    <a:pt x="14867" y="7917"/>
                  </a:lnTo>
                  <a:lnTo>
                    <a:pt x="14481" y="8341"/>
                  </a:lnTo>
                  <a:lnTo>
                    <a:pt x="14017" y="8805"/>
                  </a:lnTo>
                  <a:lnTo>
                    <a:pt x="13515" y="9268"/>
                  </a:lnTo>
                  <a:lnTo>
                    <a:pt x="12975" y="9693"/>
                  </a:lnTo>
                  <a:lnTo>
                    <a:pt x="12395" y="10118"/>
                  </a:lnTo>
                  <a:lnTo>
                    <a:pt x="11778" y="10465"/>
                  </a:lnTo>
                  <a:lnTo>
                    <a:pt x="11160" y="10813"/>
                  </a:lnTo>
                  <a:lnTo>
                    <a:pt x="10503" y="11122"/>
                  </a:lnTo>
                  <a:lnTo>
                    <a:pt x="9847" y="11392"/>
                  </a:lnTo>
                  <a:lnTo>
                    <a:pt x="9190" y="11585"/>
                  </a:lnTo>
                  <a:lnTo>
                    <a:pt x="8495" y="11778"/>
                  </a:lnTo>
                  <a:lnTo>
                    <a:pt x="7839" y="11894"/>
                  </a:lnTo>
                  <a:lnTo>
                    <a:pt x="7144" y="11971"/>
                  </a:lnTo>
                  <a:lnTo>
                    <a:pt x="6449" y="11971"/>
                  </a:lnTo>
                  <a:lnTo>
                    <a:pt x="5754" y="11933"/>
                  </a:lnTo>
                  <a:lnTo>
                    <a:pt x="5059" y="11817"/>
                  </a:lnTo>
                  <a:lnTo>
                    <a:pt x="4364" y="11624"/>
                  </a:lnTo>
                  <a:lnTo>
                    <a:pt x="3668" y="11392"/>
                  </a:lnTo>
                  <a:lnTo>
                    <a:pt x="3166" y="11160"/>
                  </a:lnTo>
                  <a:lnTo>
                    <a:pt x="2664" y="10890"/>
                  </a:lnTo>
                  <a:lnTo>
                    <a:pt x="2201" y="10581"/>
                  </a:lnTo>
                  <a:lnTo>
                    <a:pt x="1738" y="10234"/>
                  </a:lnTo>
                  <a:lnTo>
                    <a:pt x="1352" y="9847"/>
                  </a:lnTo>
                  <a:lnTo>
                    <a:pt x="965" y="9423"/>
                  </a:lnTo>
                  <a:lnTo>
                    <a:pt x="618" y="8959"/>
                  </a:lnTo>
                  <a:lnTo>
                    <a:pt x="309" y="8496"/>
                  </a:lnTo>
                  <a:lnTo>
                    <a:pt x="0" y="8650"/>
                  </a:lnTo>
                  <a:lnTo>
                    <a:pt x="309" y="9191"/>
                  </a:lnTo>
                  <a:lnTo>
                    <a:pt x="695" y="9693"/>
                  </a:lnTo>
                  <a:lnTo>
                    <a:pt x="1081" y="10156"/>
                  </a:lnTo>
                  <a:lnTo>
                    <a:pt x="1545" y="10581"/>
                  </a:lnTo>
                  <a:lnTo>
                    <a:pt x="2047" y="10967"/>
                  </a:lnTo>
                  <a:lnTo>
                    <a:pt x="2549" y="11315"/>
                  </a:lnTo>
                  <a:lnTo>
                    <a:pt x="3128" y="11624"/>
                  </a:lnTo>
                  <a:lnTo>
                    <a:pt x="3746" y="11894"/>
                  </a:lnTo>
                  <a:lnTo>
                    <a:pt x="4402" y="12126"/>
                  </a:lnTo>
                  <a:lnTo>
                    <a:pt x="5097" y="12280"/>
                  </a:lnTo>
                  <a:lnTo>
                    <a:pt x="5754" y="12357"/>
                  </a:lnTo>
                  <a:lnTo>
                    <a:pt x="6449" y="12435"/>
                  </a:lnTo>
                  <a:lnTo>
                    <a:pt x="7144" y="12396"/>
                  </a:lnTo>
                  <a:lnTo>
                    <a:pt x="7800" y="12357"/>
                  </a:lnTo>
                  <a:lnTo>
                    <a:pt x="8495" y="12242"/>
                  </a:lnTo>
                  <a:lnTo>
                    <a:pt x="9152" y="12087"/>
                  </a:lnTo>
                  <a:lnTo>
                    <a:pt x="9808" y="11894"/>
                  </a:lnTo>
                  <a:lnTo>
                    <a:pt x="10465" y="11662"/>
                  </a:lnTo>
                  <a:lnTo>
                    <a:pt x="11121" y="11353"/>
                  </a:lnTo>
                  <a:lnTo>
                    <a:pt x="11739" y="11044"/>
                  </a:lnTo>
                  <a:lnTo>
                    <a:pt x="12318" y="10697"/>
                  </a:lnTo>
                  <a:lnTo>
                    <a:pt x="12897" y="10311"/>
                  </a:lnTo>
                  <a:lnTo>
                    <a:pt x="13477" y="9925"/>
                  </a:lnTo>
                  <a:lnTo>
                    <a:pt x="13979" y="9461"/>
                  </a:lnTo>
                  <a:lnTo>
                    <a:pt x="14481" y="9037"/>
                  </a:lnTo>
                  <a:lnTo>
                    <a:pt x="14944" y="8573"/>
                  </a:lnTo>
                  <a:lnTo>
                    <a:pt x="15369" y="8071"/>
                  </a:lnTo>
                  <a:lnTo>
                    <a:pt x="15794" y="7531"/>
                  </a:lnTo>
                  <a:lnTo>
                    <a:pt x="16180" y="6990"/>
                  </a:lnTo>
                  <a:lnTo>
                    <a:pt x="16566" y="6411"/>
                  </a:lnTo>
                  <a:lnTo>
                    <a:pt x="16875" y="5793"/>
                  </a:lnTo>
                  <a:lnTo>
                    <a:pt x="17184" y="5214"/>
                  </a:lnTo>
                  <a:lnTo>
                    <a:pt x="17415" y="4557"/>
                  </a:lnTo>
                  <a:lnTo>
                    <a:pt x="17608" y="3939"/>
                  </a:lnTo>
                  <a:lnTo>
                    <a:pt x="17763" y="3283"/>
                  </a:lnTo>
                  <a:lnTo>
                    <a:pt x="17840" y="2626"/>
                  </a:lnTo>
                  <a:lnTo>
                    <a:pt x="17879" y="1970"/>
                  </a:lnTo>
                  <a:lnTo>
                    <a:pt x="17840" y="1314"/>
                  </a:lnTo>
                  <a:lnTo>
                    <a:pt x="17763" y="657"/>
                  </a:lnTo>
                  <a:lnTo>
                    <a:pt x="1760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9"/>
            <p:cNvSpPr/>
            <p:nvPr/>
          </p:nvSpPr>
          <p:spPr>
            <a:xfrm>
              <a:off x="4441350" y="3154325"/>
              <a:ext cx="84975" cy="94625"/>
            </a:xfrm>
            <a:custGeom>
              <a:avLst/>
              <a:gdLst/>
              <a:ahLst/>
              <a:cxnLst/>
              <a:rect l="l" t="t" r="r" b="b"/>
              <a:pathLst>
                <a:path w="3399" h="3785" extrusionOk="0">
                  <a:moveTo>
                    <a:pt x="77" y="1"/>
                  </a:moveTo>
                  <a:lnTo>
                    <a:pt x="0" y="78"/>
                  </a:lnTo>
                  <a:lnTo>
                    <a:pt x="0" y="116"/>
                  </a:lnTo>
                  <a:lnTo>
                    <a:pt x="348" y="889"/>
                  </a:lnTo>
                  <a:lnTo>
                    <a:pt x="811" y="1661"/>
                  </a:lnTo>
                  <a:lnTo>
                    <a:pt x="1274" y="2395"/>
                  </a:lnTo>
                  <a:lnTo>
                    <a:pt x="1738" y="3090"/>
                  </a:lnTo>
                  <a:lnTo>
                    <a:pt x="2008" y="3437"/>
                  </a:lnTo>
                  <a:lnTo>
                    <a:pt x="2201" y="3553"/>
                  </a:lnTo>
                  <a:lnTo>
                    <a:pt x="2394" y="3669"/>
                  </a:lnTo>
                  <a:lnTo>
                    <a:pt x="2587" y="3746"/>
                  </a:lnTo>
                  <a:lnTo>
                    <a:pt x="2780" y="3785"/>
                  </a:lnTo>
                  <a:lnTo>
                    <a:pt x="3012" y="3708"/>
                  </a:lnTo>
                  <a:lnTo>
                    <a:pt x="3205" y="3592"/>
                  </a:lnTo>
                  <a:lnTo>
                    <a:pt x="3321" y="3437"/>
                  </a:lnTo>
                  <a:lnTo>
                    <a:pt x="3398" y="3244"/>
                  </a:lnTo>
                  <a:lnTo>
                    <a:pt x="3398" y="3090"/>
                  </a:lnTo>
                  <a:lnTo>
                    <a:pt x="3398" y="2897"/>
                  </a:lnTo>
                  <a:lnTo>
                    <a:pt x="3360" y="2704"/>
                  </a:lnTo>
                  <a:lnTo>
                    <a:pt x="3282" y="2511"/>
                  </a:lnTo>
                  <a:lnTo>
                    <a:pt x="3128" y="2163"/>
                  </a:lnTo>
                  <a:lnTo>
                    <a:pt x="2935" y="2240"/>
                  </a:lnTo>
                  <a:lnTo>
                    <a:pt x="3051" y="2588"/>
                  </a:lnTo>
                  <a:lnTo>
                    <a:pt x="3089" y="2742"/>
                  </a:lnTo>
                  <a:lnTo>
                    <a:pt x="3128" y="2858"/>
                  </a:lnTo>
                  <a:lnTo>
                    <a:pt x="2896" y="3012"/>
                  </a:lnTo>
                  <a:lnTo>
                    <a:pt x="2665" y="3128"/>
                  </a:lnTo>
                  <a:lnTo>
                    <a:pt x="2510" y="3206"/>
                  </a:lnTo>
                  <a:lnTo>
                    <a:pt x="2317" y="3206"/>
                  </a:lnTo>
                  <a:lnTo>
                    <a:pt x="2201" y="3167"/>
                  </a:lnTo>
                  <a:lnTo>
                    <a:pt x="2047" y="3090"/>
                  </a:lnTo>
                  <a:lnTo>
                    <a:pt x="1931" y="2935"/>
                  </a:lnTo>
                  <a:lnTo>
                    <a:pt x="1854" y="2742"/>
                  </a:lnTo>
                  <a:lnTo>
                    <a:pt x="1699" y="2511"/>
                  </a:lnTo>
                  <a:lnTo>
                    <a:pt x="1081" y="1507"/>
                  </a:lnTo>
                  <a:lnTo>
                    <a:pt x="618" y="773"/>
                  </a:lnTo>
                  <a:lnTo>
                    <a:pt x="386" y="387"/>
                  </a:lnTo>
                  <a:lnTo>
                    <a:pt x="116" y="39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9"/>
            <p:cNvSpPr/>
            <p:nvPr/>
          </p:nvSpPr>
          <p:spPr>
            <a:xfrm>
              <a:off x="7199400" y="3174600"/>
              <a:ext cx="61825" cy="89800"/>
            </a:xfrm>
            <a:custGeom>
              <a:avLst/>
              <a:gdLst/>
              <a:ahLst/>
              <a:cxnLst/>
              <a:rect l="l" t="t" r="r" b="b"/>
              <a:pathLst>
                <a:path w="2473" h="3592" extrusionOk="0">
                  <a:moveTo>
                    <a:pt x="1082" y="0"/>
                  </a:moveTo>
                  <a:lnTo>
                    <a:pt x="1005" y="39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2"/>
                  </a:lnTo>
                  <a:lnTo>
                    <a:pt x="850" y="232"/>
                  </a:lnTo>
                  <a:lnTo>
                    <a:pt x="773" y="271"/>
                  </a:lnTo>
                  <a:lnTo>
                    <a:pt x="734" y="348"/>
                  </a:lnTo>
                  <a:lnTo>
                    <a:pt x="696" y="425"/>
                  </a:lnTo>
                  <a:lnTo>
                    <a:pt x="696" y="502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1"/>
                  </a:lnTo>
                  <a:lnTo>
                    <a:pt x="1275" y="927"/>
                  </a:lnTo>
                  <a:lnTo>
                    <a:pt x="1468" y="1082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1"/>
                  </a:lnTo>
                  <a:lnTo>
                    <a:pt x="1932" y="2163"/>
                  </a:lnTo>
                  <a:lnTo>
                    <a:pt x="1932" y="2433"/>
                  </a:lnTo>
                  <a:lnTo>
                    <a:pt x="1816" y="2742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1"/>
                  </a:lnTo>
                  <a:lnTo>
                    <a:pt x="1391" y="3128"/>
                  </a:lnTo>
                  <a:lnTo>
                    <a:pt x="1198" y="3128"/>
                  </a:lnTo>
                  <a:lnTo>
                    <a:pt x="1043" y="3090"/>
                  </a:lnTo>
                  <a:lnTo>
                    <a:pt x="928" y="3012"/>
                  </a:lnTo>
                  <a:lnTo>
                    <a:pt x="850" y="2897"/>
                  </a:lnTo>
                  <a:lnTo>
                    <a:pt x="812" y="2742"/>
                  </a:lnTo>
                  <a:lnTo>
                    <a:pt x="850" y="2588"/>
                  </a:lnTo>
                  <a:lnTo>
                    <a:pt x="928" y="2433"/>
                  </a:lnTo>
                  <a:lnTo>
                    <a:pt x="1043" y="2317"/>
                  </a:lnTo>
                  <a:lnTo>
                    <a:pt x="1159" y="2240"/>
                  </a:lnTo>
                  <a:lnTo>
                    <a:pt x="1159" y="2124"/>
                  </a:lnTo>
                  <a:lnTo>
                    <a:pt x="1121" y="2008"/>
                  </a:lnTo>
                  <a:lnTo>
                    <a:pt x="1043" y="1931"/>
                  </a:lnTo>
                  <a:lnTo>
                    <a:pt x="657" y="1622"/>
                  </a:lnTo>
                  <a:lnTo>
                    <a:pt x="426" y="1468"/>
                  </a:lnTo>
                  <a:lnTo>
                    <a:pt x="194" y="1313"/>
                  </a:lnTo>
                  <a:lnTo>
                    <a:pt x="1" y="1622"/>
                  </a:lnTo>
                  <a:lnTo>
                    <a:pt x="271" y="1893"/>
                  </a:lnTo>
                  <a:lnTo>
                    <a:pt x="580" y="2124"/>
                  </a:lnTo>
                  <a:lnTo>
                    <a:pt x="426" y="2356"/>
                  </a:lnTo>
                  <a:lnTo>
                    <a:pt x="348" y="2626"/>
                  </a:lnTo>
                  <a:lnTo>
                    <a:pt x="310" y="2897"/>
                  </a:lnTo>
                  <a:lnTo>
                    <a:pt x="348" y="3051"/>
                  </a:lnTo>
                  <a:lnTo>
                    <a:pt x="426" y="3167"/>
                  </a:lnTo>
                  <a:lnTo>
                    <a:pt x="541" y="3321"/>
                  </a:lnTo>
                  <a:lnTo>
                    <a:pt x="696" y="3476"/>
                  </a:lnTo>
                  <a:lnTo>
                    <a:pt x="889" y="3553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3"/>
                  </a:lnTo>
                  <a:lnTo>
                    <a:pt x="1700" y="3514"/>
                  </a:lnTo>
                  <a:lnTo>
                    <a:pt x="1854" y="3399"/>
                  </a:lnTo>
                  <a:lnTo>
                    <a:pt x="2047" y="3244"/>
                  </a:lnTo>
                  <a:lnTo>
                    <a:pt x="2202" y="3051"/>
                  </a:lnTo>
                  <a:lnTo>
                    <a:pt x="2318" y="2858"/>
                  </a:lnTo>
                  <a:lnTo>
                    <a:pt x="2395" y="2665"/>
                  </a:lnTo>
                  <a:lnTo>
                    <a:pt x="2434" y="2472"/>
                  </a:lnTo>
                  <a:lnTo>
                    <a:pt x="2472" y="2240"/>
                  </a:lnTo>
                  <a:lnTo>
                    <a:pt x="2434" y="2008"/>
                  </a:lnTo>
                  <a:lnTo>
                    <a:pt x="2395" y="1815"/>
                  </a:lnTo>
                  <a:lnTo>
                    <a:pt x="2318" y="1584"/>
                  </a:lnTo>
                  <a:lnTo>
                    <a:pt x="2202" y="1391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4" name="Google Shape;2204;p9"/>
            <p:cNvSpPr/>
            <p:nvPr/>
          </p:nvSpPr>
          <p:spPr>
            <a:xfrm>
              <a:off x="6803600" y="3198725"/>
              <a:ext cx="310875" cy="124575"/>
            </a:xfrm>
            <a:custGeom>
              <a:avLst/>
              <a:gdLst/>
              <a:ahLst/>
              <a:cxnLst/>
              <a:rect l="l" t="t" r="r" b="b"/>
              <a:pathLst>
                <a:path w="12435" h="4983" extrusionOk="0">
                  <a:moveTo>
                    <a:pt x="232" y="1"/>
                  </a:moveTo>
                  <a:lnTo>
                    <a:pt x="1" y="233"/>
                  </a:lnTo>
                  <a:lnTo>
                    <a:pt x="503" y="966"/>
                  </a:lnTo>
                  <a:lnTo>
                    <a:pt x="1043" y="1623"/>
                  </a:lnTo>
                  <a:lnTo>
                    <a:pt x="1700" y="2279"/>
                  </a:lnTo>
                  <a:lnTo>
                    <a:pt x="2356" y="2858"/>
                  </a:lnTo>
                  <a:lnTo>
                    <a:pt x="3090" y="3399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44"/>
                  </a:lnTo>
                  <a:lnTo>
                    <a:pt x="7685" y="4982"/>
                  </a:lnTo>
                  <a:lnTo>
                    <a:pt x="8535" y="4982"/>
                  </a:lnTo>
                  <a:lnTo>
                    <a:pt x="8998" y="4944"/>
                  </a:lnTo>
                  <a:lnTo>
                    <a:pt x="9423" y="4866"/>
                  </a:lnTo>
                  <a:lnTo>
                    <a:pt x="9848" y="4789"/>
                  </a:lnTo>
                  <a:lnTo>
                    <a:pt x="10272" y="4673"/>
                  </a:lnTo>
                  <a:lnTo>
                    <a:pt x="10658" y="4519"/>
                  </a:lnTo>
                  <a:lnTo>
                    <a:pt x="11083" y="4326"/>
                  </a:lnTo>
                  <a:lnTo>
                    <a:pt x="11469" y="4133"/>
                  </a:lnTo>
                  <a:lnTo>
                    <a:pt x="11855" y="3862"/>
                  </a:lnTo>
                  <a:lnTo>
                    <a:pt x="12242" y="3592"/>
                  </a:lnTo>
                  <a:lnTo>
                    <a:pt x="12319" y="3553"/>
                  </a:lnTo>
                  <a:lnTo>
                    <a:pt x="12435" y="3206"/>
                  </a:lnTo>
                  <a:lnTo>
                    <a:pt x="12357" y="3167"/>
                  </a:lnTo>
                  <a:lnTo>
                    <a:pt x="12280" y="3206"/>
                  </a:lnTo>
                  <a:lnTo>
                    <a:pt x="12203" y="3129"/>
                  </a:lnTo>
                  <a:lnTo>
                    <a:pt x="12010" y="3129"/>
                  </a:lnTo>
                  <a:lnTo>
                    <a:pt x="11933" y="3206"/>
                  </a:lnTo>
                  <a:lnTo>
                    <a:pt x="11585" y="3438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7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2"/>
                  </a:lnTo>
                  <a:lnTo>
                    <a:pt x="8342" y="4480"/>
                  </a:lnTo>
                  <a:lnTo>
                    <a:pt x="7917" y="4480"/>
                  </a:lnTo>
                  <a:lnTo>
                    <a:pt x="7492" y="4442"/>
                  </a:lnTo>
                  <a:lnTo>
                    <a:pt x="7067" y="4403"/>
                  </a:lnTo>
                  <a:lnTo>
                    <a:pt x="6642" y="4364"/>
                  </a:lnTo>
                  <a:lnTo>
                    <a:pt x="6218" y="4248"/>
                  </a:lnTo>
                  <a:lnTo>
                    <a:pt x="5793" y="4171"/>
                  </a:lnTo>
                  <a:lnTo>
                    <a:pt x="5368" y="4017"/>
                  </a:lnTo>
                  <a:lnTo>
                    <a:pt x="4596" y="3708"/>
                  </a:lnTo>
                  <a:lnTo>
                    <a:pt x="3901" y="3283"/>
                  </a:lnTo>
                  <a:lnTo>
                    <a:pt x="3206" y="2820"/>
                  </a:lnTo>
                  <a:lnTo>
                    <a:pt x="2588" y="2318"/>
                  </a:lnTo>
                  <a:lnTo>
                    <a:pt x="1970" y="1777"/>
                  </a:lnTo>
                  <a:lnTo>
                    <a:pt x="1391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5" name="Google Shape;2205;p9"/>
            <p:cNvSpPr/>
            <p:nvPr/>
          </p:nvSpPr>
          <p:spPr>
            <a:xfrm>
              <a:off x="7111550" y="3205500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0"/>
                  </a:moveTo>
                  <a:lnTo>
                    <a:pt x="3360" y="77"/>
                  </a:lnTo>
                  <a:lnTo>
                    <a:pt x="3245" y="77"/>
                  </a:lnTo>
                  <a:lnTo>
                    <a:pt x="3013" y="270"/>
                  </a:lnTo>
                  <a:lnTo>
                    <a:pt x="2781" y="502"/>
                  </a:lnTo>
                  <a:lnTo>
                    <a:pt x="2549" y="772"/>
                  </a:lnTo>
                  <a:lnTo>
                    <a:pt x="2356" y="1004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5"/>
                  </a:lnTo>
                  <a:lnTo>
                    <a:pt x="1082" y="1854"/>
                  </a:lnTo>
                  <a:lnTo>
                    <a:pt x="1043" y="1931"/>
                  </a:lnTo>
                  <a:lnTo>
                    <a:pt x="1082" y="2008"/>
                  </a:lnTo>
                  <a:lnTo>
                    <a:pt x="1121" y="2085"/>
                  </a:lnTo>
                  <a:lnTo>
                    <a:pt x="1005" y="2085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2" y="2240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471"/>
                  </a:lnTo>
                  <a:lnTo>
                    <a:pt x="966" y="2510"/>
                  </a:lnTo>
                  <a:lnTo>
                    <a:pt x="1198" y="2587"/>
                  </a:lnTo>
                  <a:lnTo>
                    <a:pt x="1430" y="2703"/>
                  </a:lnTo>
                  <a:lnTo>
                    <a:pt x="1623" y="2819"/>
                  </a:lnTo>
                  <a:lnTo>
                    <a:pt x="1816" y="2973"/>
                  </a:lnTo>
                  <a:lnTo>
                    <a:pt x="1970" y="3167"/>
                  </a:lnTo>
                  <a:lnTo>
                    <a:pt x="2047" y="3398"/>
                  </a:lnTo>
                  <a:lnTo>
                    <a:pt x="2125" y="3630"/>
                  </a:lnTo>
                  <a:lnTo>
                    <a:pt x="2125" y="3900"/>
                  </a:lnTo>
                  <a:lnTo>
                    <a:pt x="2086" y="4093"/>
                  </a:lnTo>
                  <a:lnTo>
                    <a:pt x="2009" y="4325"/>
                  </a:lnTo>
                  <a:lnTo>
                    <a:pt x="1893" y="4518"/>
                  </a:lnTo>
                  <a:lnTo>
                    <a:pt x="1739" y="4711"/>
                  </a:lnTo>
                  <a:lnTo>
                    <a:pt x="1545" y="4827"/>
                  </a:lnTo>
                  <a:lnTo>
                    <a:pt x="1314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5"/>
                  </a:lnTo>
                  <a:lnTo>
                    <a:pt x="657" y="4441"/>
                  </a:lnTo>
                  <a:lnTo>
                    <a:pt x="735" y="4286"/>
                  </a:lnTo>
                  <a:lnTo>
                    <a:pt x="812" y="4209"/>
                  </a:lnTo>
                  <a:lnTo>
                    <a:pt x="889" y="4132"/>
                  </a:lnTo>
                  <a:lnTo>
                    <a:pt x="966" y="4093"/>
                  </a:lnTo>
                  <a:lnTo>
                    <a:pt x="1121" y="4093"/>
                  </a:lnTo>
                  <a:lnTo>
                    <a:pt x="1237" y="4016"/>
                  </a:lnTo>
                  <a:lnTo>
                    <a:pt x="1314" y="3900"/>
                  </a:lnTo>
                  <a:lnTo>
                    <a:pt x="1314" y="3784"/>
                  </a:lnTo>
                  <a:lnTo>
                    <a:pt x="1275" y="3707"/>
                  </a:lnTo>
                  <a:lnTo>
                    <a:pt x="1198" y="3669"/>
                  </a:lnTo>
                  <a:lnTo>
                    <a:pt x="117" y="2935"/>
                  </a:lnTo>
                  <a:lnTo>
                    <a:pt x="1" y="3282"/>
                  </a:lnTo>
                  <a:lnTo>
                    <a:pt x="657" y="3784"/>
                  </a:lnTo>
                  <a:lnTo>
                    <a:pt x="503" y="3862"/>
                  </a:lnTo>
                  <a:lnTo>
                    <a:pt x="387" y="3977"/>
                  </a:lnTo>
                  <a:lnTo>
                    <a:pt x="310" y="4093"/>
                  </a:lnTo>
                  <a:lnTo>
                    <a:pt x="233" y="4248"/>
                  </a:lnTo>
                  <a:lnTo>
                    <a:pt x="194" y="4402"/>
                  </a:lnTo>
                  <a:lnTo>
                    <a:pt x="194" y="4557"/>
                  </a:lnTo>
                  <a:lnTo>
                    <a:pt x="194" y="4711"/>
                  </a:lnTo>
                  <a:lnTo>
                    <a:pt x="271" y="4866"/>
                  </a:lnTo>
                  <a:lnTo>
                    <a:pt x="387" y="5097"/>
                  </a:lnTo>
                  <a:lnTo>
                    <a:pt x="541" y="5252"/>
                  </a:lnTo>
                  <a:lnTo>
                    <a:pt x="735" y="5368"/>
                  </a:lnTo>
                  <a:lnTo>
                    <a:pt x="966" y="5406"/>
                  </a:lnTo>
                  <a:lnTo>
                    <a:pt x="1198" y="5406"/>
                  </a:lnTo>
                  <a:lnTo>
                    <a:pt x="1430" y="5368"/>
                  </a:lnTo>
                  <a:lnTo>
                    <a:pt x="1623" y="5329"/>
                  </a:lnTo>
                  <a:lnTo>
                    <a:pt x="1854" y="5213"/>
                  </a:lnTo>
                  <a:lnTo>
                    <a:pt x="2086" y="5020"/>
                  </a:lnTo>
                  <a:lnTo>
                    <a:pt x="2241" y="4827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09"/>
                  </a:lnTo>
                  <a:lnTo>
                    <a:pt x="2588" y="3977"/>
                  </a:lnTo>
                  <a:lnTo>
                    <a:pt x="2588" y="3746"/>
                  </a:lnTo>
                  <a:lnTo>
                    <a:pt x="2549" y="3514"/>
                  </a:lnTo>
                  <a:lnTo>
                    <a:pt x="2472" y="3282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471"/>
                  </a:lnTo>
                  <a:lnTo>
                    <a:pt x="1739" y="2356"/>
                  </a:lnTo>
                  <a:lnTo>
                    <a:pt x="1507" y="2201"/>
                  </a:lnTo>
                  <a:lnTo>
                    <a:pt x="1275" y="2124"/>
                  </a:lnTo>
                  <a:lnTo>
                    <a:pt x="1623" y="1969"/>
                  </a:lnTo>
                  <a:lnTo>
                    <a:pt x="1932" y="1815"/>
                  </a:lnTo>
                  <a:lnTo>
                    <a:pt x="2241" y="1622"/>
                  </a:lnTo>
                  <a:lnTo>
                    <a:pt x="2549" y="1390"/>
                  </a:lnTo>
                  <a:lnTo>
                    <a:pt x="2820" y="1197"/>
                  </a:lnTo>
                  <a:lnTo>
                    <a:pt x="3090" y="965"/>
                  </a:lnTo>
                  <a:lnTo>
                    <a:pt x="3360" y="657"/>
                  </a:lnTo>
                  <a:lnTo>
                    <a:pt x="3438" y="541"/>
                  </a:lnTo>
                  <a:lnTo>
                    <a:pt x="3515" y="386"/>
                  </a:lnTo>
                  <a:lnTo>
                    <a:pt x="3708" y="77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6" name="Google Shape;2206;p9"/>
            <p:cNvSpPr/>
            <p:nvPr/>
          </p:nvSpPr>
          <p:spPr>
            <a:xfrm>
              <a:off x="1402350" y="3219000"/>
              <a:ext cx="106225" cy="103325"/>
            </a:xfrm>
            <a:custGeom>
              <a:avLst/>
              <a:gdLst/>
              <a:ahLst/>
              <a:cxnLst/>
              <a:rect l="l" t="t" r="r" b="b"/>
              <a:pathLst>
                <a:path w="4249" h="4133" extrusionOk="0">
                  <a:moveTo>
                    <a:pt x="2317" y="387"/>
                  </a:moveTo>
                  <a:lnTo>
                    <a:pt x="2588" y="425"/>
                  </a:lnTo>
                  <a:lnTo>
                    <a:pt x="2858" y="503"/>
                  </a:lnTo>
                  <a:lnTo>
                    <a:pt x="3128" y="619"/>
                  </a:lnTo>
                  <a:lnTo>
                    <a:pt x="3321" y="812"/>
                  </a:lnTo>
                  <a:lnTo>
                    <a:pt x="3553" y="1043"/>
                  </a:lnTo>
                  <a:lnTo>
                    <a:pt x="3708" y="1352"/>
                  </a:lnTo>
                  <a:lnTo>
                    <a:pt x="3823" y="1700"/>
                  </a:lnTo>
                  <a:lnTo>
                    <a:pt x="3862" y="2047"/>
                  </a:lnTo>
                  <a:lnTo>
                    <a:pt x="3785" y="2395"/>
                  </a:lnTo>
                  <a:lnTo>
                    <a:pt x="3708" y="2742"/>
                  </a:lnTo>
                  <a:lnTo>
                    <a:pt x="3514" y="3051"/>
                  </a:lnTo>
                  <a:lnTo>
                    <a:pt x="3283" y="3322"/>
                  </a:lnTo>
                  <a:lnTo>
                    <a:pt x="3012" y="3515"/>
                  </a:lnTo>
                  <a:lnTo>
                    <a:pt x="2704" y="3669"/>
                  </a:lnTo>
                  <a:lnTo>
                    <a:pt x="2395" y="3746"/>
                  </a:lnTo>
                  <a:lnTo>
                    <a:pt x="2047" y="3785"/>
                  </a:lnTo>
                  <a:lnTo>
                    <a:pt x="1738" y="3746"/>
                  </a:lnTo>
                  <a:lnTo>
                    <a:pt x="1391" y="3631"/>
                  </a:lnTo>
                  <a:lnTo>
                    <a:pt x="1120" y="3476"/>
                  </a:lnTo>
                  <a:lnTo>
                    <a:pt x="850" y="3283"/>
                  </a:lnTo>
                  <a:lnTo>
                    <a:pt x="618" y="3013"/>
                  </a:lnTo>
                  <a:lnTo>
                    <a:pt x="464" y="2665"/>
                  </a:lnTo>
                  <a:lnTo>
                    <a:pt x="348" y="2318"/>
                  </a:lnTo>
                  <a:lnTo>
                    <a:pt x="348" y="1931"/>
                  </a:lnTo>
                  <a:lnTo>
                    <a:pt x="387" y="1545"/>
                  </a:lnTo>
                  <a:lnTo>
                    <a:pt x="541" y="1236"/>
                  </a:lnTo>
                  <a:lnTo>
                    <a:pt x="618" y="1082"/>
                  </a:lnTo>
                  <a:lnTo>
                    <a:pt x="734" y="927"/>
                  </a:lnTo>
                  <a:lnTo>
                    <a:pt x="889" y="812"/>
                  </a:lnTo>
                  <a:lnTo>
                    <a:pt x="1043" y="696"/>
                  </a:lnTo>
                  <a:lnTo>
                    <a:pt x="1236" y="619"/>
                  </a:lnTo>
                  <a:lnTo>
                    <a:pt x="1429" y="541"/>
                  </a:lnTo>
                  <a:lnTo>
                    <a:pt x="1468" y="503"/>
                  </a:lnTo>
                  <a:lnTo>
                    <a:pt x="1777" y="425"/>
                  </a:lnTo>
                  <a:lnTo>
                    <a:pt x="2047" y="387"/>
                  </a:lnTo>
                  <a:close/>
                  <a:moveTo>
                    <a:pt x="1931" y="1"/>
                  </a:moveTo>
                  <a:lnTo>
                    <a:pt x="1738" y="39"/>
                  </a:lnTo>
                  <a:lnTo>
                    <a:pt x="1507" y="117"/>
                  </a:lnTo>
                  <a:lnTo>
                    <a:pt x="1313" y="232"/>
                  </a:lnTo>
                  <a:lnTo>
                    <a:pt x="1159" y="348"/>
                  </a:lnTo>
                  <a:lnTo>
                    <a:pt x="1120" y="387"/>
                  </a:lnTo>
                  <a:lnTo>
                    <a:pt x="966" y="387"/>
                  </a:lnTo>
                  <a:lnTo>
                    <a:pt x="773" y="464"/>
                  </a:lnTo>
                  <a:lnTo>
                    <a:pt x="657" y="541"/>
                  </a:lnTo>
                  <a:lnTo>
                    <a:pt x="503" y="657"/>
                  </a:lnTo>
                  <a:lnTo>
                    <a:pt x="387" y="773"/>
                  </a:lnTo>
                  <a:lnTo>
                    <a:pt x="309" y="927"/>
                  </a:lnTo>
                  <a:lnTo>
                    <a:pt x="155" y="1236"/>
                  </a:lnTo>
                  <a:lnTo>
                    <a:pt x="39" y="1623"/>
                  </a:lnTo>
                  <a:lnTo>
                    <a:pt x="1" y="2009"/>
                  </a:lnTo>
                  <a:lnTo>
                    <a:pt x="39" y="2356"/>
                  </a:lnTo>
                  <a:lnTo>
                    <a:pt x="78" y="2704"/>
                  </a:lnTo>
                  <a:lnTo>
                    <a:pt x="155" y="2897"/>
                  </a:lnTo>
                  <a:lnTo>
                    <a:pt x="271" y="3090"/>
                  </a:lnTo>
                  <a:lnTo>
                    <a:pt x="387" y="3283"/>
                  </a:lnTo>
                  <a:lnTo>
                    <a:pt x="541" y="3437"/>
                  </a:lnTo>
                  <a:lnTo>
                    <a:pt x="850" y="3746"/>
                  </a:lnTo>
                  <a:lnTo>
                    <a:pt x="1236" y="3939"/>
                  </a:lnTo>
                  <a:lnTo>
                    <a:pt x="1661" y="4094"/>
                  </a:lnTo>
                  <a:lnTo>
                    <a:pt x="2086" y="4133"/>
                  </a:lnTo>
                  <a:lnTo>
                    <a:pt x="2510" y="4094"/>
                  </a:lnTo>
                  <a:lnTo>
                    <a:pt x="2742" y="4055"/>
                  </a:lnTo>
                  <a:lnTo>
                    <a:pt x="2974" y="3978"/>
                  </a:lnTo>
                  <a:lnTo>
                    <a:pt x="3321" y="3746"/>
                  </a:lnTo>
                  <a:lnTo>
                    <a:pt x="3630" y="3476"/>
                  </a:lnTo>
                  <a:lnTo>
                    <a:pt x="3862" y="3167"/>
                  </a:lnTo>
                  <a:lnTo>
                    <a:pt x="4055" y="2781"/>
                  </a:lnTo>
                  <a:lnTo>
                    <a:pt x="4171" y="2395"/>
                  </a:lnTo>
                  <a:lnTo>
                    <a:pt x="4248" y="2009"/>
                  </a:lnTo>
                  <a:lnTo>
                    <a:pt x="4210" y="1584"/>
                  </a:lnTo>
                  <a:lnTo>
                    <a:pt x="4094" y="1198"/>
                  </a:lnTo>
                  <a:lnTo>
                    <a:pt x="3978" y="1005"/>
                  </a:lnTo>
                  <a:lnTo>
                    <a:pt x="3862" y="812"/>
                  </a:lnTo>
                  <a:lnTo>
                    <a:pt x="3708" y="657"/>
                  </a:lnTo>
                  <a:lnTo>
                    <a:pt x="3553" y="503"/>
                  </a:lnTo>
                  <a:lnTo>
                    <a:pt x="3206" y="232"/>
                  </a:lnTo>
                  <a:lnTo>
                    <a:pt x="2781" y="78"/>
                  </a:lnTo>
                  <a:lnTo>
                    <a:pt x="23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7" name="Google Shape;2207;p9"/>
            <p:cNvSpPr/>
            <p:nvPr/>
          </p:nvSpPr>
          <p:spPr>
            <a:xfrm>
              <a:off x="4924025" y="3220925"/>
              <a:ext cx="335975" cy="782950"/>
            </a:xfrm>
            <a:custGeom>
              <a:avLst/>
              <a:gdLst/>
              <a:ahLst/>
              <a:cxnLst/>
              <a:rect l="l" t="t" r="r" b="b"/>
              <a:pathLst>
                <a:path w="13439" h="31318" extrusionOk="0">
                  <a:moveTo>
                    <a:pt x="6488" y="387"/>
                  </a:moveTo>
                  <a:lnTo>
                    <a:pt x="6526" y="464"/>
                  </a:lnTo>
                  <a:lnTo>
                    <a:pt x="7144" y="2009"/>
                  </a:lnTo>
                  <a:lnTo>
                    <a:pt x="7685" y="3554"/>
                  </a:lnTo>
                  <a:lnTo>
                    <a:pt x="8226" y="5137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2"/>
                  </a:lnTo>
                  <a:lnTo>
                    <a:pt x="7530" y="7338"/>
                  </a:lnTo>
                  <a:lnTo>
                    <a:pt x="7222" y="7454"/>
                  </a:lnTo>
                  <a:lnTo>
                    <a:pt x="6913" y="7531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1"/>
                  </a:lnTo>
                  <a:lnTo>
                    <a:pt x="5522" y="7492"/>
                  </a:lnTo>
                  <a:lnTo>
                    <a:pt x="4866" y="7338"/>
                  </a:lnTo>
                  <a:lnTo>
                    <a:pt x="4210" y="7106"/>
                  </a:lnTo>
                  <a:lnTo>
                    <a:pt x="3592" y="6874"/>
                  </a:lnTo>
                  <a:lnTo>
                    <a:pt x="3862" y="6025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4"/>
                  </a:lnTo>
                  <a:lnTo>
                    <a:pt x="5214" y="2743"/>
                  </a:lnTo>
                  <a:lnTo>
                    <a:pt x="5600" y="1932"/>
                  </a:lnTo>
                  <a:lnTo>
                    <a:pt x="6024" y="1159"/>
                  </a:lnTo>
                  <a:lnTo>
                    <a:pt x="6488" y="387"/>
                  </a:lnTo>
                  <a:close/>
                  <a:moveTo>
                    <a:pt x="8805" y="7029"/>
                  </a:moveTo>
                  <a:lnTo>
                    <a:pt x="9230" y="8419"/>
                  </a:lnTo>
                  <a:lnTo>
                    <a:pt x="9577" y="9848"/>
                  </a:lnTo>
                  <a:lnTo>
                    <a:pt x="9847" y="11083"/>
                  </a:lnTo>
                  <a:lnTo>
                    <a:pt x="10079" y="12358"/>
                  </a:lnTo>
                  <a:lnTo>
                    <a:pt x="10234" y="13632"/>
                  </a:lnTo>
                  <a:lnTo>
                    <a:pt x="10388" y="14906"/>
                  </a:lnTo>
                  <a:lnTo>
                    <a:pt x="10465" y="16181"/>
                  </a:lnTo>
                  <a:lnTo>
                    <a:pt x="10504" y="16837"/>
                  </a:lnTo>
                  <a:lnTo>
                    <a:pt x="10504" y="17493"/>
                  </a:lnTo>
                  <a:lnTo>
                    <a:pt x="10504" y="18189"/>
                  </a:lnTo>
                  <a:lnTo>
                    <a:pt x="10427" y="18845"/>
                  </a:lnTo>
                  <a:lnTo>
                    <a:pt x="10311" y="19463"/>
                  </a:lnTo>
                  <a:lnTo>
                    <a:pt x="10118" y="20081"/>
                  </a:lnTo>
                  <a:lnTo>
                    <a:pt x="9886" y="20660"/>
                  </a:lnTo>
                  <a:lnTo>
                    <a:pt x="9538" y="21162"/>
                  </a:lnTo>
                  <a:lnTo>
                    <a:pt x="9384" y="21394"/>
                  </a:lnTo>
                  <a:lnTo>
                    <a:pt x="9152" y="21587"/>
                  </a:lnTo>
                  <a:lnTo>
                    <a:pt x="8959" y="21780"/>
                  </a:lnTo>
                  <a:lnTo>
                    <a:pt x="8728" y="21973"/>
                  </a:lnTo>
                  <a:lnTo>
                    <a:pt x="8496" y="22127"/>
                  </a:lnTo>
                  <a:lnTo>
                    <a:pt x="8226" y="22243"/>
                  </a:lnTo>
                  <a:lnTo>
                    <a:pt x="7955" y="22359"/>
                  </a:lnTo>
                  <a:lnTo>
                    <a:pt x="7685" y="22436"/>
                  </a:lnTo>
                  <a:lnTo>
                    <a:pt x="7415" y="22475"/>
                  </a:lnTo>
                  <a:lnTo>
                    <a:pt x="6797" y="22475"/>
                  </a:lnTo>
                  <a:lnTo>
                    <a:pt x="6488" y="22436"/>
                  </a:lnTo>
                  <a:lnTo>
                    <a:pt x="5909" y="22282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5"/>
                  </a:lnTo>
                  <a:lnTo>
                    <a:pt x="4094" y="20930"/>
                  </a:lnTo>
                  <a:lnTo>
                    <a:pt x="3785" y="20467"/>
                  </a:lnTo>
                  <a:lnTo>
                    <a:pt x="3476" y="19965"/>
                  </a:lnTo>
                  <a:lnTo>
                    <a:pt x="3244" y="19424"/>
                  </a:lnTo>
                  <a:lnTo>
                    <a:pt x="3051" y="18884"/>
                  </a:lnTo>
                  <a:lnTo>
                    <a:pt x="2897" y="18343"/>
                  </a:lnTo>
                  <a:lnTo>
                    <a:pt x="2781" y="17802"/>
                  </a:lnTo>
                  <a:lnTo>
                    <a:pt x="2704" y="17223"/>
                  </a:lnTo>
                  <a:lnTo>
                    <a:pt x="2588" y="16103"/>
                  </a:lnTo>
                  <a:lnTo>
                    <a:pt x="2511" y="14945"/>
                  </a:lnTo>
                  <a:lnTo>
                    <a:pt x="2511" y="13748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3"/>
                  </a:lnTo>
                  <a:lnTo>
                    <a:pt x="3128" y="8689"/>
                  </a:lnTo>
                  <a:lnTo>
                    <a:pt x="3283" y="7917"/>
                  </a:lnTo>
                  <a:lnTo>
                    <a:pt x="3515" y="7183"/>
                  </a:lnTo>
                  <a:lnTo>
                    <a:pt x="4132" y="7454"/>
                  </a:lnTo>
                  <a:lnTo>
                    <a:pt x="4827" y="7685"/>
                  </a:lnTo>
                  <a:lnTo>
                    <a:pt x="5522" y="7840"/>
                  </a:lnTo>
                  <a:lnTo>
                    <a:pt x="5909" y="7917"/>
                  </a:lnTo>
                  <a:lnTo>
                    <a:pt x="6256" y="7917"/>
                  </a:lnTo>
                  <a:lnTo>
                    <a:pt x="6604" y="7956"/>
                  </a:lnTo>
                  <a:lnTo>
                    <a:pt x="6990" y="7917"/>
                  </a:lnTo>
                  <a:lnTo>
                    <a:pt x="7299" y="7878"/>
                  </a:lnTo>
                  <a:lnTo>
                    <a:pt x="7646" y="7763"/>
                  </a:lnTo>
                  <a:lnTo>
                    <a:pt x="7955" y="7647"/>
                  </a:lnTo>
                  <a:lnTo>
                    <a:pt x="8264" y="7492"/>
                  </a:lnTo>
                  <a:lnTo>
                    <a:pt x="8573" y="7261"/>
                  </a:lnTo>
                  <a:lnTo>
                    <a:pt x="8805" y="7029"/>
                  </a:lnTo>
                  <a:close/>
                  <a:moveTo>
                    <a:pt x="8650" y="22475"/>
                  </a:moveTo>
                  <a:lnTo>
                    <a:pt x="8766" y="22822"/>
                  </a:lnTo>
                  <a:lnTo>
                    <a:pt x="8921" y="23170"/>
                  </a:lnTo>
                  <a:lnTo>
                    <a:pt x="8496" y="23402"/>
                  </a:lnTo>
                  <a:lnTo>
                    <a:pt x="8071" y="23556"/>
                  </a:lnTo>
                  <a:lnTo>
                    <a:pt x="7608" y="23633"/>
                  </a:lnTo>
                  <a:lnTo>
                    <a:pt x="7144" y="23672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3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5"/>
                  </a:lnTo>
                  <a:lnTo>
                    <a:pt x="5870" y="22629"/>
                  </a:lnTo>
                  <a:lnTo>
                    <a:pt x="6256" y="22784"/>
                  </a:lnTo>
                  <a:lnTo>
                    <a:pt x="6681" y="22861"/>
                  </a:lnTo>
                  <a:lnTo>
                    <a:pt x="7067" y="22900"/>
                  </a:lnTo>
                  <a:lnTo>
                    <a:pt x="7453" y="22861"/>
                  </a:lnTo>
                  <a:lnTo>
                    <a:pt x="7878" y="22822"/>
                  </a:lnTo>
                  <a:lnTo>
                    <a:pt x="8264" y="22668"/>
                  </a:lnTo>
                  <a:lnTo>
                    <a:pt x="8650" y="22475"/>
                  </a:lnTo>
                  <a:close/>
                  <a:moveTo>
                    <a:pt x="10890" y="16798"/>
                  </a:moveTo>
                  <a:lnTo>
                    <a:pt x="11392" y="17262"/>
                  </a:lnTo>
                  <a:lnTo>
                    <a:pt x="11933" y="17648"/>
                  </a:lnTo>
                  <a:lnTo>
                    <a:pt x="12512" y="18034"/>
                  </a:lnTo>
                  <a:lnTo>
                    <a:pt x="13091" y="18343"/>
                  </a:lnTo>
                  <a:lnTo>
                    <a:pt x="12937" y="19772"/>
                  </a:lnTo>
                  <a:lnTo>
                    <a:pt x="12821" y="21239"/>
                  </a:lnTo>
                  <a:lnTo>
                    <a:pt x="12705" y="24212"/>
                  </a:lnTo>
                  <a:lnTo>
                    <a:pt x="11894" y="23595"/>
                  </a:lnTo>
                  <a:lnTo>
                    <a:pt x="11044" y="23015"/>
                  </a:lnTo>
                  <a:lnTo>
                    <a:pt x="10813" y="22861"/>
                  </a:lnTo>
                  <a:lnTo>
                    <a:pt x="10620" y="22668"/>
                  </a:lnTo>
                  <a:lnTo>
                    <a:pt x="10581" y="22591"/>
                  </a:lnTo>
                  <a:lnTo>
                    <a:pt x="10542" y="22436"/>
                  </a:lnTo>
                  <a:lnTo>
                    <a:pt x="10542" y="22127"/>
                  </a:lnTo>
                  <a:lnTo>
                    <a:pt x="10542" y="21394"/>
                  </a:lnTo>
                  <a:lnTo>
                    <a:pt x="10504" y="20660"/>
                  </a:lnTo>
                  <a:lnTo>
                    <a:pt x="10504" y="20583"/>
                  </a:lnTo>
                  <a:lnTo>
                    <a:pt x="10465" y="20544"/>
                  </a:lnTo>
                  <a:lnTo>
                    <a:pt x="10388" y="20467"/>
                  </a:lnTo>
                  <a:lnTo>
                    <a:pt x="10542" y="19965"/>
                  </a:lnTo>
                  <a:lnTo>
                    <a:pt x="10697" y="19424"/>
                  </a:lnTo>
                  <a:lnTo>
                    <a:pt x="10774" y="18884"/>
                  </a:lnTo>
                  <a:lnTo>
                    <a:pt x="10851" y="18304"/>
                  </a:lnTo>
                  <a:lnTo>
                    <a:pt x="10890" y="17571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5"/>
                  </a:lnTo>
                  <a:lnTo>
                    <a:pt x="6140" y="23826"/>
                  </a:lnTo>
                  <a:lnTo>
                    <a:pt x="6642" y="23942"/>
                  </a:lnTo>
                  <a:lnTo>
                    <a:pt x="7144" y="23981"/>
                  </a:lnTo>
                  <a:lnTo>
                    <a:pt x="7646" y="23981"/>
                  </a:lnTo>
                  <a:lnTo>
                    <a:pt x="8148" y="23865"/>
                  </a:lnTo>
                  <a:lnTo>
                    <a:pt x="8612" y="23710"/>
                  </a:lnTo>
                  <a:lnTo>
                    <a:pt x="9075" y="23440"/>
                  </a:lnTo>
                  <a:lnTo>
                    <a:pt x="9384" y="23904"/>
                  </a:lnTo>
                  <a:lnTo>
                    <a:pt x="8843" y="24174"/>
                  </a:lnTo>
                  <a:lnTo>
                    <a:pt x="8303" y="24367"/>
                  </a:lnTo>
                  <a:lnTo>
                    <a:pt x="7762" y="24483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4"/>
                  </a:lnTo>
                  <a:lnTo>
                    <a:pt x="5561" y="24290"/>
                  </a:lnTo>
                  <a:lnTo>
                    <a:pt x="4982" y="24097"/>
                  </a:lnTo>
                  <a:lnTo>
                    <a:pt x="5059" y="23904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8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3"/>
                  </a:lnTo>
                  <a:lnTo>
                    <a:pt x="2974" y="19772"/>
                  </a:lnTo>
                  <a:lnTo>
                    <a:pt x="3244" y="20312"/>
                  </a:lnTo>
                  <a:lnTo>
                    <a:pt x="3244" y="20351"/>
                  </a:lnTo>
                  <a:lnTo>
                    <a:pt x="3206" y="21200"/>
                  </a:lnTo>
                  <a:lnTo>
                    <a:pt x="3244" y="22050"/>
                  </a:lnTo>
                  <a:lnTo>
                    <a:pt x="3283" y="22359"/>
                  </a:lnTo>
                  <a:lnTo>
                    <a:pt x="3321" y="22706"/>
                  </a:lnTo>
                  <a:lnTo>
                    <a:pt x="3321" y="23054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9"/>
                  </a:lnTo>
                  <a:lnTo>
                    <a:pt x="3051" y="23633"/>
                  </a:lnTo>
                  <a:lnTo>
                    <a:pt x="2704" y="23904"/>
                  </a:lnTo>
                  <a:lnTo>
                    <a:pt x="2009" y="24406"/>
                  </a:lnTo>
                  <a:lnTo>
                    <a:pt x="773" y="25409"/>
                  </a:lnTo>
                  <a:lnTo>
                    <a:pt x="811" y="24676"/>
                  </a:lnTo>
                  <a:lnTo>
                    <a:pt x="850" y="23942"/>
                  </a:lnTo>
                  <a:lnTo>
                    <a:pt x="811" y="23170"/>
                  </a:lnTo>
                  <a:lnTo>
                    <a:pt x="773" y="22436"/>
                  </a:lnTo>
                  <a:lnTo>
                    <a:pt x="657" y="21239"/>
                  </a:lnTo>
                  <a:lnTo>
                    <a:pt x="503" y="20467"/>
                  </a:lnTo>
                  <a:lnTo>
                    <a:pt x="425" y="20081"/>
                  </a:lnTo>
                  <a:lnTo>
                    <a:pt x="464" y="19695"/>
                  </a:lnTo>
                  <a:lnTo>
                    <a:pt x="503" y="19656"/>
                  </a:lnTo>
                  <a:lnTo>
                    <a:pt x="541" y="19579"/>
                  </a:lnTo>
                  <a:lnTo>
                    <a:pt x="541" y="19540"/>
                  </a:lnTo>
                  <a:lnTo>
                    <a:pt x="541" y="19463"/>
                  </a:lnTo>
                  <a:lnTo>
                    <a:pt x="1429" y="18420"/>
                  </a:lnTo>
                  <a:lnTo>
                    <a:pt x="2356" y="17378"/>
                  </a:lnTo>
                  <a:close/>
                  <a:moveTo>
                    <a:pt x="8148" y="24830"/>
                  </a:moveTo>
                  <a:lnTo>
                    <a:pt x="8148" y="25062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8"/>
                  </a:lnTo>
                  <a:lnTo>
                    <a:pt x="7878" y="25216"/>
                  </a:lnTo>
                  <a:lnTo>
                    <a:pt x="7839" y="25294"/>
                  </a:lnTo>
                  <a:lnTo>
                    <a:pt x="7839" y="25371"/>
                  </a:lnTo>
                  <a:lnTo>
                    <a:pt x="7994" y="25873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60"/>
                  </a:lnTo>
                  <a:lnTo>
                    <a:pt x="8148" y="28962"/>
                  </a:lnTo>
                  <a:lnTo>
                    <a:pt x="8071" y="29503"/>
                  </a:lnTo>
                  <a:lnTo>
                    <a:pt x="7762" y="29194"/>
                  </a:lnTo>
                  <a:lnTo>
                    <a:pt x="7453" y="28885"/>
                  </a:lnTo>
                  <a:lnTo>
                    <a:pt x="7260" y="28537"/>
                  </a:lnTo>
                  <a:lnTo>
                    <a:pt x="7067" y="28190"/>
                  </a:lnTo>
                  <a:lnTo>
                    <a:pt x="6951" y="27804"/>
                  </a:lnTo>
                  <a:lnTo>
                    <a:pt x="6874" y="27417"/>
                  </a:lnTo>
                  <a:lnTo>
                    <a:pt x="6835" y="26954"/>
                  </a:lnTo>
                  <a:lnTo>
                    <a:pt x="6835" y="26491"/>
                  </a:lnTo>
                  <a:lnTo>
                    <a:pt x="6874" y="26105"/>
                  </a:lnTo>
                  <a:lnTo>
                    <a:pt x="6874" y="25757"/>
                  </a:lnTo>
                  <a:lnTo>
                    <a:pt x="6835" y="25603"/>
                  </a:lnTo>
                  <a:lnTo>
                    <a:pt x="6758" y="25487"/>
                  </a:lnTo>
                  <a:lnTo>
                    <a:pt x="6642" y="25371"/>
                  </a:lnTo>
                  <a:lnTo>
                    <a:pt x="6488" y="25294"/>
                  </a:lnTo>
                  <a:lnTo>
                    <a:pt x="6604" y="25101"/>
                  </a:lnTo>
                  <a:lnTo>
                    <a:pt x="6720" y="24985"/>
                  </a:lnTo>
                  <a:lnTo>
                    <a:pt x="7106" y="24985"/>
                  </a:lnTo>
                  <a:lnTo>
                    <a:pt x="7453" y="24946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5"/>
                  </a:lnTo>
                  <a:lnTo>
                    <a:pt x="9500" y="25409"/>
                  </a:lnTo>
                  <a:lnTo>
                    <a:pt x="9809" y="25796"/>
                  </a:lnTo>
                  <a:lnTo>
                    <a:pt x="10118" y="26259"/>
                  </a:lnTo>
                  <a:lnTo>
                    <a:pt x="9847" y="26220"/>
                  </a:lnTo>
                  <a:lnTo>
                    <a:pt x="9616" y="26105"/>
                  </a:lnTo>
                  <a:lnTo>
                    <a:pt x="9423" y="25950"/>
                  </a:lnTo>
                  <a:lnTo>
                    <a:pt x="9230" y="25757"/>
                  </a:lnTo>
                  <a:lnTo>
                    <a:pt x="9191" y="25680"/>
                  </a:lnTo>
                  <a:lnTo>
                    <a:pt x="8998" y="25680"/>
                  </a:lnTo>
                  <a:lnTo>
                    <a:pt x="8959" y="25718"/>
                  </a:lnTo>
                  <a:lnTo>
                    <a:pt x="8921" y="25796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1"/>
                  </a:lnTo>
                  <a:lnTo>
                    <a:pt x="9423" y="27070"/>
                  </a:lnTo>
                  <a:lnTo>
                    <a:pt x="9500" y="27379"/>
                  </a:lnTo>
                  <a:lnTo>
                    <a:pt x="9538" y="27688"/>
                  </a:lnTo>
                  <a:lnTo>
                    <a:pt x="9538" y="27997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80"/>
                  </a:lnTo>
                  <a:lnTo>
                    <a:pt x="9230" y="29889"/>
                  </a:lnTo>
                  <a:lnTo>
                    <a:pt x="9075" y="30159"/>
                  </a:lnTo>
                  <a:lnTo>
                    <a:pt x="8921" y="30429"/>
                  </a:lnTo>
                  <a:lnTo>
                    <a:pt x="8728" y="30661"/>
                  </a:lnTo>
                  <a:lnTo>
                    <a:pt x="8534" y="30777"/>
                  </a:lnTo>
                  <a:lnTo>
                    <a:pt x="8341" y="30854"/>
                  </a:lnTo>
                  <a:lnTo>
                    <a:pt x="8187" y="30854"/>
                  </a:lnTo>
                  <a:lnTo>
                    <a:pt x="7994" y="30777"/>
                  </a:lnTo>
                  <a:lnTo>
                    <a:pt x="7839" y="30700"/>
                  </a:lnTo>
                  <a:lnTo>
                    <a:pt x="7685" y="30584"/>
                  </a:lnTo>
                  <a:lnTo>
                    <a:pt x="7376" y="30275"/>
                  </a:lnTo>
                  <a:lnTo>
                    <a:pt x="6874" y="29773"/>
                  </a:lnTo>
                  <a:lnTo>
                    <a:pt x="6681" y="29503"/>
                  </a:lnTo>
                  <a:lnTo>
                    <a:pt x="6488" y="29194"/>
                  </a:lnTo>
                  <a:lnTo>
                    <a:pt x="6295" y="28846"/>
                  </a:lnTo>
                  <a:lnTo>
                    <a:pt x="6102" y="28460"/>
                  </a:lnTo>
                  <a:lnTo>
                    <a:pt x="5986" y="28074"/>
                  </a:lnTo>
                  <a:lnTo>
                    <a:pt x="5909" y="27688"/>
                  </a:lnTo>
                  <a:lnTo>
                    <a:pt x="5870" y="27263"/>
                  </a:lnTo>
                  <a:lnTo>
                    <a:pt x="5870" y="26877"/>
                  </a:lnTo>
                  <a:lnTo>
                    <a:pt x="5909" y="26491"/>
                  </a:lnTo>
                  <a:lnTo>
                    <a:pt x="6024" y="26066"/>
                  </a:lnTo>
                  <a:lnTo>
                    <a:pt x="6024" y="25950"/>
                  </a:lnTo>
                  <a:lnTo>
                    <a:pt x="5947" y="25911"/>
                  </a:lnTo>
                  <a:lnTo>
                    <a:pt x="5870" y="25873"/>
                  </a:lnTo>
                  <a:lnTo>
                    <a:pt x="5793" y="25873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8"/>
                  </a:lnTo>
                  <a:lnTo>
                    <a:pt x="5445" y="25101"/>
                  </a:lnTo>
                  <a:lnTo>
                    <a:pt x="5716" y="24753"/>
                  </a:lnTo>
                  <a:lnTo>
                    <a:pt x="6102" y="24869"/>
                  </a:lnTo>
                  <a:lnTo>
                    <a:pt x="6488" y="24946"/>
                  </a:lnTo>
                  <a:lnTo>
                    <a:pt x="6333" y="25101"/>
                  </a:lnTo>
                  <a:lnTo>
                    <a:pt x="6179" y="25294"/>
                  </a:lnTo>
                  <a:lnTo>
                    <a:pt x="6179" y="25371"/>
                  </a:lnTo>
                  <a:lnTo>
                    <a:pt x="6179" y="25448"/>
                  </a:lnTo>
                  <a:lnTo>
                    <a:pt x="6256" y="25487"/>
                  </a:lnTo>
                  <a:lnTo>
                    <a:pt x="6295" y="25487"/>
                  </a:lnTo>
                  <a:lnTo>
                    <a:pt x="6372" y="25525"/>
                  </a:lnTo>
                  <a:lnTo>
                    <a:pt x="6449" y="25603"/>
                  </a:lnTo>
                  <a:lnTo>
                    <a:pt x="6526" y="25796"/>
                  </a:lnTo>
                  <a:lnTo>
                    <a:pt x="6565" y="26105"/>
                  </a:lnTo>
                  <a:lnTo>
                    <a:pt x="6604" y="26452"/>
                  </a:lnTo>
                  <a:lnTo>
                    <a:pt x="6604" y="27147"/>
                  </a:lnTo>
                  <a:lnTo>
                    <a:pt x="6604" y="27611"/>
                  </a:lnTo>
                  <a:lnTo>
                    <a:pt x="6681" y="28074"/>
                  </a:lnTo>
                  <a:lnTo>
                    <a:pt x="6835" y="28499"/>
                  </a:lnTo>
                  <a:lnTo>
                    <a:pt x="7067" y="28923"/>
                  </a:lnTo>
                  <a:lnTo>
                    <a:pt x="7376" y="29310"/>
                  </a:lnTo>
                  <a:lnTo>
                    <a:pt x="7569" y="29464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50"/>
                  </a:lnTo>
                  <a:lnTo>
                    <a:pt x="8264" y="29850"/>
                  </a:lnTo>
                  <a:lnTo>
                    <a:pt x="8303" y="29812"/>
                  </a:lnTo>
                  <a:lnTo>
                    <a:pt x="8303" y="29734"/>
                  </a:lnTo>
                  <a:lnTo>
                    <a:pt x="8303" y="29696"/>
                  </a:lnTo>
                  <a:lnTo>
                    <a:pt x="8303" y="29657"/>
                  </a:lnTo>
                  <a:lnTo>
                    <a:pt x="8419" y="29155"/>
                  </a:lnTo>
                  <a:lnTo>
                    <a:pt x="8496" y="28615"/>
                  </a:lnTo>
                  <a:lnTo>
                    <a:pt x="8534" y="28113"/>
                  </a:lnTo>
                  <a:lnTo>
                    <a:pt x="8534" y="27572"/>
                  </a:lnTo>
                  <a:lnTo>
                    <a:pt x="8534" y="27070"/>
                  </a:lnTo>
                  <a:lnTo>
                    <a:pt x="8457" y="26568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7"/>
                  </a:lnTo>
                  <a:lnTo>
                    <a:pt x="8650" y="25409"/>
                  </a:lnTo>
                  <a:lnTo>
                    <a:pt x="8650" y="25371"/>
                  </a:lnTo>
                  <a:lnTo>
                    <a:pt x="8612" y="25294"/>
                  </a:lnTo>
                  <a:lnTo>
                    <a:pt x="8380" y="24792"/>
                  </a:lnTo>
                  <a:lnTo>
                    <a:pt x="8805" y="24637"/>
                  </a:lnTo>
                  <a:close/>
                  <a:moveTo>
                    <a:pt x="6449" y="1"/>
                  </a:moveTo>
                  <a:lnTo>
                    <a:pt x="6411" y="40"/>
                  </a:lnTo>
                  <a:lnTo>
                    <a:pt x="6411" y="117"/>
                  </a:lnTo>
                  <a:lnTo>
                    <a:pt x="6333" y="117"/>
                  </a:lnTo>
                  <a:lnTo>
                    <a:pt x="6295" y="194"/>
                  </a:lnTo>
                  <a:lnTo>
                    <a:pt x="5600" y="1275"/>
                  </a:lnTo>
                  <a:lnTo>
                    <a:pt x="4943" y="2434"/>
                  </a:lnTo>
                  <a:lnTo>
                    <a:pt x="4403" y="3592"/>
                  </a:lnTo>
                  <a:lnTo>
                    <a:pt x="3901" y="4828"/>
                  </a:lnTo>
                  <a:lnTo>
                    <a:pt x="3437" y="6063"/>
                  </a:lnTo>
                  <a:lnTo>
                    <a:pt x="3090" y="7299"/>
                  </a:lnTo>
                  <a:lnTo>
                    <a:pt x="2742" y="8573"/>
                  </a:lnTo>
                  <a:lnTo>
                    <a:pt x="2511" y="9848"/>
                  </a:lnTo>
                  <a:lnTo>
                    <a:pt x="2317" y="11161"/>
                  </a:lnTo>
                  <a:lnTo>
                    <a:pt x="2202" y="12474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9"/>
                  </a:lnTo>
                  <a:lnTo>
                    <a:pt x="541" y="18806"/>
                  </a:lnTo>
                  <a:lnTo>
                    <a:pt x="39" y="19463"/>
                  </a:lnTo>
                  <a:lnTo>
                    <a:pt x="1" y="19501"/>
                  </a:lnTo>
                  <a:lnTo>
                    <a:pt x="1" y="19579"/>
                  </a:lnTo>
                  <a:lnTo>
                    <a:pt x="78" y="19695"/>
                  </a:lnTo>
                  <a:lnTo>
                    <a:pt x="39" y="19965"/>
                  </a:lnTo>
                  <a:lnTo>
                    <a:pt x="39" y="20274"/>
                  </a:lnTo>
                  <a:lnTo>
                    <a:pt x="39" y="20544"/>
                  </a:lnTo>
                  <a:lnTo>
                    <a:pt x="78" y="20853"/>
                  </a:lnTo>
                  <a:lnTo>
                    <a:pt x="194" y="21432"/>
                  </a:lnTo>
                  <a:lnTo>
                    <a:pt x="309" y="22011"/>
                  </a:lnTo>
                  <a:lnTo>
                    <a:pt x="387" y="22900"/>
                  </a:lnTo>
                  <a:lnTo>
                    <a:pt x="425" y="23749"/>
                  </a:lnTo>
                  <a:lnTo>
                    <a:pt x="425" y="24637"/>
                  </a:lnTo>
                  <a:lnTo>
                    <a:pt x="387" y="25487"/>
                  </a:lnTo>
                  <a:lnTo>
                    <a:pt x="387" y="25603"/>
                  </a:lnTo>
                  <a:lnTo>
                    <a:pt x="464" y="25641"/>
                  </a:lnTo>
                  <a:lnTo>
                    <a:pt x="503" y="25680"/>
                  </a:lnTo>
                  <a:lnTo>
                    <a:pt x="580" y="25680"/>
                  </a:lnTo>
                  <a:lnTo>
                    <a:pt x="618" y="25757"/>
                  </a:lnTo>
                  <a:lnTo>
                    <a:pt x="696" y="25796"/>
                  </a:lnTo>
                  <a:lnTo>
                    <a:pt x="811" y="25796"/>
                  </a:lnTo>
                  <a:lnTo>
                    <a:pt x="1584" y="25255"/>
                  </a:lnTo>
                  <a:lnTo>
                    <a:pt x="2279" y="24714"/>
                  </a:lnTo>
                  <a:lnTo>
                    <a:pt x="3746" y="23595"/>
                  </a:lnTo>
                  <a:lnTo>
                    <a:pt x="3785" y="23479"/>
                  </a:lnTo>
                  <a:lnTo>
                    <a:pt x="3785" y="23363"/>
                  </a:lnTo>
                  <a:lnTo>
                    <a:pt x="3630" y="22089"/>
                  </a:lnTo>
                  <a:lnTo>
                    <a:pt x="3592" y="20814"/>
                  </a:lnTo>
                  <a:lnTo>
                    <a:pt x="3939" y="21278"/>
                  </a:lnTo>
                  <a:lnTo>
                    <a:pt x="4364" y="21664"/>
                  </a:lnTo>
                  <a:lnTo>
                    <a:pt x="4789" y="22050"/>
                  </a:lnTo>
                  <a:lnTo>
                    <a:pt x="5252" y="22359"/>
                  </a:lnTo>
                  <a:lnTo>
                    <a:pt x="5059" y="22745"/>
                  </a:lnTo>
                  <a:lnTo>
                    <a:pt x="4866" y="23170"/>
                  </a:lnTo>
                  <a:lnTo>
                    <a:pt x="4712" y="23633"/>
                  </a:lnTo>
                  <a:lnTo>
                    <a:pt x="4673" y="23865"/>
                  </a:lnTo>
                  <a:lnTo>
                    <a:pt x="4712" y="24097"/>
                  </a:lnTo>
                  <a:lnTo>
                    <a:pt x="4750" y="24174"/>
                  </a:lnTo>
                  <a:lnTo>
                    <a:pt x="4789" y="24212"/>
                  </a:lnTo>
                  <a:lnTo>
                    <a:pt x="4827" y="24251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6"/>
                  </a:lnTo>
                  <a:lnTo>
                    <a:pt x="5329" y="24869"/>
                  </a:lnTo>
                  <a:lnTo>
                    <a:pt x="5175" y="25062"/>
                  </a:lnTo>
                  <a:lnTo>
                    <a:pt x="5020" y="25255"/>
                  </a:lnTo>
                  <a:lnTo>
                    <a:pt x="4905" y="25487"/>
                  </a:lnTo>
                  <a:lnTo>
                    <a:pt x="4827" y="25718"/>
                  </a:lnTo>
                  <a:lnTo>
                    <a:pt x="4750" y="25950"/>
                  </a:lnTo>
                  <a:lnTo>
                    <a:pt x="4712" y="26220"/>
                  </a:lnTo>
                  <a:lnTo>
                    <a:pt x="4712" y="26491"/>
                  </a:lnTo>
                  <a:lnTo>
                    <a:pt x="4712" y="26568"/>
                  </a:lnTo>
                  <a:lnTo>
                    <a:pt x="4789" y="26645"/>
                  </a:lnTo>
                  <a:lnTo>
                    <a:pt x="4943" y="26645"/>
                  </a:lnTo>
                  <a:lnTo>
                    <a:pt x="5638" y="26298"/>
                  </a:lnTo>
                  <a:lnTo>
                    <a:pt x="5561" y="26722"/>
                  </a:lnTo>
                  <a:lnTo>
                    <a:pt x="5561" y="27147"/>
                  </a:lnTo>
                  <a:lnTo>
                    <a:pt x="5561" y="27533"/>
                  </a:lnTo>
                  <a:lnTo>
                    <a:pt x="5638" y="27958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7"/>
                  </a:lnTo>
                  <a:lnTo>
                    <a:pt x="6256" y="29464"/>
                  </a:lnTo>
                  <a:lnTo>
                    <a:pt x="6642" y="30005"/>
                  </a:lnTo>
                  <a:lnTo>
                    <a:pt x="6913" y="30352"/>
                  </a:lnTo>
                  <a:lnTo>
                    <a:pt x="7183" y="30661"/>
                  </a:lnTo>
                  <a:lnTo>
                    <a:pt x="7530" y="30970"/>
                  </a:lnTo>
                  <a:lnTo>
                    <a:pt x="7839" y="31163"/>
                  </a:lnTo>
                  <a:lnTo>
                    <a:pt x="7994" y="31240"/>
                  </a:lnTo>
                  <a:lnTo>
                    <a:pt x="8148" y="31318"/>
                  </a:lnTo>
                  <a:lnTo>
                    <a:pt x="8303" y="31318"/>
                  </a:lnTo>
                  <a:lnTo>
                    <a:pt x="8457" y="31279"/>
                  </a:lnTo>
                  <a:lnTo>
                    <a:pt x="8612" y="31240"/>
                  </a:lnTo>
                  <a:lnTo>
                    <a:pt x="8766" y="31163"/>
                  </a:lnTo>
                  <a:lnTo>
                    <a:pt x="8998" y="30893"/>
                  </a:lnTo>
                  <a:lnTo>
                    <a:pt x="9230" y="30584"/>
                  </a:lnTo>
                  <a:lnTo>
                    <a:pt x="9423" y="30236"/>
                  </a:lnTo>
                  <a:lnTo>
                    <a:pt x="9577" y="29850"/>
                  </a:lnTo>
                  <a:lnTo>
                    <a:pt x="9693" y="29464"/>
                  </a:lnTo>
                  <a:lnTo>
                    <a:pt x="9847" y="28808"/>
                  </a:lnTo>
                  <a:lnTo>
                    <a:pt x="9886" y="28228"/>
                  </a:lnTo>
                  <a:lnTo>
                    <a:pt x="9847" y="27611"/>
                  </a:lnTo>
                  <a:lnTo>
                    <a:pt x="9770" y="27031"/>
                  </a:lnTo>
                  <a:lnTo>
                    <a:pt x="9577" y="26491"/>
                  </a:lnTo>
                  <a:lnTo>
                    <a:pt x="9770" y="26529"/>
                  </a:lnTo>
                  <a:lnTo>
                    <a:pt x="9963" y="26568"/>
                  </a:lnTo>
                  <a:lnTo>
                    <a:pt x="10156" y="26607"/>
                  </a:lnTo>
                  <a:lnTo>
                    <a:pt x="10388" y="26607"/>
                  </a:lnTo>
                  <a:lnTo>
                    <a:pt x="10465" y="26568"/>
                  </a:lnTo>
                  <a:lnTo>
                    <a:pt x="10542" y="26529"/>
                  </a:lnTo>
                  <a:lnTo>
                    <a:pt x="10542" y="26452"/>
                  </a:lnTo>
                  <a:lnTo>
                    <a:pt x="10542" y="26336"/>
                  </a:lnTo>
                  <a:lnTo>
                    <a:pt x="10234" y="25834"/>
                  </a:lnTo>
                  <a:lnTo>
                    <a:pt x="9925" y="25332"/>
                  </a:lnTo>
                  <a:lnTo>
                    <a:pt x="9538" y="24869"/>
                  </a:lnTo>
                  <a:lnTo>
                    <a:pt x="9114" y="24483"/>
                  </a:lnTo>
                  <a:lnTo>
                    <a:pt x="9616" y="24135"/>
                  </a:lnTo>
                  <a:lnTo>
                    <a:pt x="9693" y="24058"/>
                  </a:lnTo>
                  <a:lnTo>
                    <a:pt x="9732" y="23981"/>
                  </a:lnTo>
                  <a:lnTo>
                    <a:pt x="9770" y="23942"/>
                  </a:lnTo>
                  <a:lnTo>
                    <a:pt x="9732" y="23865"/>
                  </a:lnTo>
                  <a:lnTo>
                    <a:pt x="9307" y="23093"/>
                  </a:lnTo>
                  <a:lnTo>
                    <a:pt x="9114" y="22706"/>
                  </a:lnTo>
                  <a:lnTo>
                    <a:pt x="8959" y="22282"/>
                  </a:lnTo>
                  <a:lnTo>
                    <a:pt x="9114" y="22204"/>
                  </a:lnTo>
                  <a:lnTo>
                    <a:pt x="9423" y="21934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9"/>
                  </a:lnTo>
                  <a:lnTo>
                    <a:pt x="10118" y="21896"/>
                  </a:lnTo>
                  <a:lnTo>
                    <a:pt x="10040" y="22822"/>
                  </a:lnTo>
                  <a:lnTo>
                    <a:pt x="10079" y="22900"/>
                  </a:lnTo>
                  <a:lnTo>
                    <a:pt x="10156" y="22977"/>
                  </a:lnTo>
                  <a:lnTo>
                    <a:pt x="10813" y="23402"/>
                  </a:lnTo>
                  <a:lnTo>
                    <a:pt x="11469" y="23826"/>
                  </a:lnTo>
                  <a:lnTo>
                    <a:pt x="12126" y="24290"/>
                  </a:lnTo>
                  <a:lnTo>
                    <a:pt x="12743" y="24753"/>
                  </a:lnTo>
                  <a:lnTo>
                    <a:pt x="12859" y="24830"/>
                  </a:lnTo>
                  <a:lnTo>
                    <a:pt x="12975" y="24792"/>
                  </a:lnTo>
                  <a:lnTo>
                    <a:pt x="13052" y="24753"/>
                  </a:lnTo>
                  <a:lnTo>
                    <a:pt x="13091" y="24637"/>
                  </a:lnTo>
                  <a:lnTo>
                    <a:pt x="13323" y="21394"/>
                  </a:lnTo>
                  <a:lnTo>
                    <a:pt x="13400" y="19772"/>
                  </a:lnTo>
                  <a:lnTo>
                    <a:pt x="13439" y="18961"/>
                  </a:lnTo>
                  <a:lnTo>
                    <a:pt x="13400" y="18189"/>
                  </a:lnTo>
                  <a:lnTo>
                    <a:pt x="13361" y="18073"/>
                  </a:lnTo>
                  <a:lnTo>
                    <a:pt x="13323" y="18034"/>
                  </a:lnTo>
                  <a:lnTo>
                    <a:pt x="13284" y="18034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5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5" y="14559"/>
                  </a:lnTo>
                  <a:lnTo>
                    <a:pt x="10620" y="13632"/>
                  </a:lnTo>
                  <a:lnTo>
                    <a:pt x="10504" y="12705"/>
                  </a:lnTo>
                  <a:lnTo>
                    <a:pt x="10234" y="11122"/>
                  </a:lnTo>
                  <a:lnTo>
                    <a:pt x="9886" y="9539"/>
                  </a:lnTo>
                  <a:lnTo>
                    <a:pt x="9500" y="7956"/>
                  </a:lnTo>
                  <a:lnTo>
                    <a:pt x="9036" y="6411"/>
                  </a:lnTo>
                  <a:lnTo>
                    <a:pt x="8534" y="4866"/>
                  </a:lnTo>
                  <a:lnTo>
                    <a:pt x="7994" y="3322"/>
                  </a:lnTo>
                  <a:lnTo>
                    <a:pt x="7415" y="1816"/>
                  </a:lnTo>
                  <a:lnTo>
                    <a:pt x="6835" y="310"/>
                  </a:lnTo>
                  <a:lnTo>
                    <a:pt x="6797" y="233"/>
                  </a:lnTo>
                  <a:lnTo>
                    <a:pt x="6720" y="194"/>
                  </a:lnTo>
                  <a:lnTo>
                    <a:pt x="6642" y="155"/>
                  </a:lnTo>
                  <a:lnTo>
                    <a:pt x="6604" y="40"/>
                  </a:lnTo>
                  <a:lnTo>
                    <a:pt x="65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8" name="Google Shape;2208;p9"/>
            <p:cNvSpPr/>
            <p:nvPr/>
          </p:nvSpPr>
          <p:spPr>
            <a:xfrm>
              <a:off x="2672775" y="3239275"/>
              <a:ext cx="330175" cy="176700"/>
            </a:xfrm>
            <a:custGeom>
              <a:avLst/>
              <a:gdLst/>
              <a:ahLst/>
              <a:cxnLst/>
              <a:rect l="l" t="t" r="r" b="b"/>
              <a:pathLst>
                <a:path w="13207" h="7068" extrusionOk="0">
                  <a:moveTo>
                    <a:pt x="8110" y="310"/>
                  </a:moveTo>
                  <a:lnTo>
                    <a:pt x="8226" y="348"/>
                  </a:lnTo>
                  <a:lnTo>
                    <a:pt x="8380" y="425"/>
                  </a:lnTo>
                  <a:lnTo>
                    <a:pt x="8535" y="541"/>
                  </a:lnTo>
                  <a:lnTo>
                    <a:pt x="8612" y="580"/>
                  </a:lnTo>
                  <a:lnTo>
                    <a:pt x="8728" y="889"/>
                  </a:lnTo>
                  <a:lnTo>
                    <a:pt x="8766" y="1198"/>
                  </a:lnTo>
                  <a:lnTo>
                    <a:pt x="8728" y="1468"/>
                  </a:lnTo>
                  <a:lnTo>
                    <a:pt x="8650" y="1777"/>
                  </a:lnTo>
                  <a:lnTo>
                    <a:pt x="8496" y="2047"/>
                  </a:lnTo>
                  <a:lnTo>
                    <a:pt x="8380" y="2318"/>
                  </a:lnTo>
                  <a:lnTo>
                    <a:pt x="8033" y="2858"/>
                  </a:lnTo>
                  <a:lnTo>
                    <a:pt x="6836" y="4712"/>
                  </a:lnTo>
                  <a:lnTo>
                    <a:pt x="6681" y="4712"/>
                  </a:lnTo>
                  <a:lnTo>
                    <a:pt x="6797" y="3746"/>
                  </a:lnTo>
                  <a:lnTo>
                    <a:pt x="6990" y="2781"/>
                  </a:lnTo>
                  <a:lnTo>
                    <a:pt x="7222" y="1661"/>
                  </a:lnTo>
                  <a:lnTo>
                    <a:pt x="7338" y="1198"/>
                  </a:lnTo>
                  <a:lnTo>
                    <a:pt x="7453" y="889"/>
                  </a:lnTo>
                  <a:lnTo>
                    <a:pt x="7608" y="618"/>
                  </a:lnTo>
                  <a:lnTo>
                    <a:pt x="7762" y="425"/>
                  </a:lnTo>
                  <a:lnTo>
                    <a:pt x="7878" y="348"/>
                  </a:lnTo>
                  <a:lnTo>
                    <a:pt x="7994" y="310"/>
                  </a:lnTo>
                  <a:close/>
                  <a:moveTo>
                    <a:pt x="5909" y="5407"/>
                  </a:moveTo>
                  <a:lnTo>
                    <a:pt x="4673" y="5831"/>
                  </a:lnTo>
                  <a:lnTo>
                    <a:pt x="3437" y="6218"/>
                  </a:lnTo>
                  <a:lnTo>
                    <a:pt x="2781" y="6372"/>
                  </a:lnTo>
                  <a:lnTo>
                    <a:pt x="2125" y="6527"/>
                  </a:lnTo>
                  <a:lnTo>
                    <a:pt x="1700" y="6565"/>
                  </a:lnTo>
                  <a:lnTo>
                    <a:pt x="1314" y="6604"/>
                  </a:lnTo>
                  <a:lnTo>
                    <a:pt x="1043" y="6565"/>
                  </a:lnTo>
                  <a:lnTo>
                    <a:pt x="812" y="6488"/>
                  </a:lnTo>
                  <a:lnTo>
                    <a:pt x="734" y="6449"/>
                  </a:lnTo>
                  <a:lnTo>
                    <a:pt x="696" y="6333"/>
                  </a:lnTo>
                  <a:lnTo>
                    <a:pt x="696" y="6218"/>
                  </a:lnTo>
                  <a:lnTo>
                    <a:pt x="696" y="6063"/>
                  </a:lnTo>
                  <a:lnTo>
                    <a:pt x="696" y="5909"/>
                  </a:lnTo>
                  <a:lnTo>
                    <a:pt x="734" y="5793"/>
                  </a:lnTo>
                  <a:lnTo>
                    <a:pt x="812" y="5716"/>
                  </a:lnTo>
                  <a:lnTo>
                    <a:pt x="889" y="5677"/>
                  </a:lnTo>
                  <a:lnTo>
                    <a:pt x="1082" y="5600"/>
                  </a:lnTo>
                  <a:lnTo>
                    <a:pt x="1391" y="5561"/>
                  </a:lnTo>
                  <a:lnTo>
                    <a:pt x="2047" y="5484"/>
                  </a:lnTo>
                  <a:lnTo>
                    <a:pt x="2897" y="5445"/>
                  </a:lnTo>
                  <a:lnTo>
                    <a:pt x="5368" y="5445"/>
                  </a:lnTo>
                  <a:lnTo>
                    <a:pt x="5909" y="5407"/>
                  </a:lnTo>
                  <a:close/>
                  <a:moveTo>
                    <a:pt x="7067" y="5098"/>
                  </a:moveTo>
                  <a:lnTo>
                    <a:pt x="8342" y="5136"/>
                  </a:lnTo>
                  <a:lnTo>
                    <a:pt x="9577" y="5252"/>
                  </a:lnTo>
                  <a:lnTo>
                    <a:pt x="10272" y="5329"/>
                  </a:lnTo>
                  <a:lnTo>
                    <a:pt x="11006" y="5445"/>
                  </a:lnTo>
                  <a:lnTo>
                    <a:pt x="11701" y="5561"/>
                  </a:lnTo>
                  <a:lnTo>
                    <a:pt x="12164" y="5677"/>
                  </a:lnTo>
                  <a:lnTo>
                    <a:pt x="12280" y="5716"/>
                  </a:lnTo>
                  <a:lnTo>
                    <a:pt x="12396" y="5754"/>
                  </a:lnTo>
                  <a:lnTo>
                    <a:pt x="12473" y="5831"/>
                  </a:lnTo>
                  <a:lnTo>
                    <a:pt x="12551" y="5909"/>
                  </a:lnTo>
                  <a:lnTo>
                    <a:pt x="12589" y="6025"/>
                  </a:lnTo>
                  <a:lnTo>
                    <a:pt x="12628" y="6179"/>
                  </a:lnTo>
                  <a:lnTo>
                    <a:pt x="12589" y="6527"/>
                  </a:lnTo>
                  <a:lnTo>
                    <a:pt x="12435" y="6604"/>
                  </a:lnTo>
                  <a:lnTo>
                    <a:pt x="12242" y="6642"/>
                  </a:lnTo>
                  <a:lnTo>
                    <a:pt x="12010" y="6681"/>
                  </a:lnTo>
                  <a:lnTo>
                    <a:pt x="11778" y="6681"/>
                  </a:lnTo>
                  <a:lnTo>
                    <a:pt x="11315" y="6604"/>
                  </a:lnTo>
                  <a:lnTo>
                    <a:pt x="10929" y="6527"/>
                  </a:lnTo>
                  <a:lnTo>
                    <a:pt x="10156" y="6372"/>
                  </a:lnTo>
                  <a:lnTo>
                    <a:pt x="9423" y="6140"/>
                  </a:lnTo>
                  <a:lnTo>
                    <a:pt x="8805" y="5909"/>
                  </a:lnTo>
                  <a:lnTo>
                    <a:pt x="8226" y="5677"/>
                  </a:lnTo>
                  <a:lnTo>
                    <a:pt x="7067" y="5098"/>
                  </a:lnTo>
                  <a:close/>
                  <a:moveTo>
                    <a:pt x="8148" y="1"/>
                  </a:moveTo>
                  <a:lnTo>
                    <a:pt x="7917" y="39"/>
                  </a:lnTo>
                  <a:lnTo>
                    <a:pt x="7724" y="116"/>
                  </a:lnTo>
                  <a:lnTo>
                    <a:pt x="7492" y="271"/>
                  </a:lnTo>
                  <a:lnTo>
                    <a:pt x="7338" y="425"/>
                  </a:lnTo>
                  <a:lnTo>
                    <a:pt x="7183" y="618"/>
                  </a:lnTo>
                  <a:lnTo>
                    <a:pt x="6990" y="1043"/>
                  </a:lnTo>
                  <a:lnTo>
                    <a:pt x="6874" y="1507"/>
                  </a:lnTo>
                  <a:lnTo>
                    <a:pt x="6681" y="2433"/>
                  </a:lnTo>
                  <a:lnTo>
                    <a:pt x="6527" y="3592"/>
                  </a:lnTo>
                  <a:lnTo>
                    <a:pt x="6488" y="4171"/>
                  </a:lnTo>
                  <a:lnTo>
                    <a:pt x="6449" y="4750"/>
                  </a:lnTo>
                  <a:lnTo>
                    <a:pt x="6411" y="4866"/>
                  </a:lnTo>
                  <a:lnTo>
                    <a:pt x="6411" y="4982"/>
                  </a:lnTo>
                  <a:lnTo>
                    <a:pt x="5870" y="5021"/>
                  </a:lnTo>
                  <a:lnTo>
                    <a:pt x="5291" y="5059"/>
                  </a:lnTo>
                  <a:lnTo>
                    <a:pt x="2549" y="5059"/>
                  </a:lnTo>
                  <a:lnTo>
                    <a:pt x="2009" y="5098"/>
                  </a:lnTo>
                  <a:lnTo>
                    <a:pt x="1391" y="5175"/>
                  </a:lnTo>
                  <a:lnTo>
                    <a:pt x="1005" y="5214"/>
                  </a:lnTo>
                  <a:lnTo>
                    <a:pt x="657" y="5329"/>
                  </a:lnTo>
                  <a:lnTo>
                    <a:pt x="310" y="5484"/>
                  </a:lnTo>
                  <a:lnTo>
                    <a:pt x="194" y="5600"/>
                  </a:lnTo>
                  <a:lnTo>
                    <a:pt x="78" y="5677"/>
                  </a:lnTo>
                  <a:lnTo>
                    <a:pt x="1" y="5831"/>
                  </a:lnTo>
                  <a:lnTo>
                    <a:pt x="1" y="5947"/>
                  </a:lnTo>
                  <a:lnTo>
                    <a:pt x="1" y="6140"/>
                  </a:lnTo>
                  <a:lnTo>
                    <a:pt x="39" y="6295"/>
                  </a:lnTo>
                  <a:lnTo>
                    <a:pt x="117" y="6449"/>
                  </a:lnTo>
                  <a:lnTo>
                    <a:pt x="232" y="6604"/>
                  </a:lnTo>
                  <a:lnTo>
                    <a:pt x="348" y="6681"/>
                  </a:lnTo>
                  <a:lnTo>
                    <a:pt x="464" y="6797"/>
                  </a:lnTo>
                  <a:lnTo>
                    <a:pt x="773" y="6913"/>
                  </a:lnTo>
                  <a:lnTo>
                    <a:pt x="1082" y="6990"/>
                  </a:lnTo>
                  <a:lnTo>
                    <a:pt x="1777" y="6990"/>
                  </a:lnTo>
                  <a:lnTo>
                    <a:pt x="2395" y="6913"/>
                  </a:lnTo>
                  <a:lnTo>
                    <a:pt x="3476" y="6642"/>
                  </a:lnTo>
                  <a:lnTo>
                    <a:pt x="4519" y="6333"/>
                  </a:lnTo>
                  <a:lnTo>
                    <a:pt x="5600" y="5947"/>
                  </a:lnTo>
                  <a:lnTo>
                    <a:pt x="6102" y="5716"/>
                  </a:lnTo>
                  <a:lnTo>
                    <a:pt x="6565" y="5484"/>
                  </a:lnTo>
                  <a:lnTo>
                    <a:pt x="6604" y="5484"/>
                  </a:lnTo>
                  <a:lnTo>
                    <a:pt x="6681" y="5909"/>
                  </a:lnTo>
                  <a:lnTo>
                    <a:pt x="6758" y="6102"/>
                  </a:lnTo>
                  <a:lnTo>
                    <a:pt x="6836" y="6295"/>
                  </a:lnTo>
                  <a:lnTo>
                    <a:pt x="7106" y="6256"/>
                  </a:lnTo>
                  <a:lnTo>
                    <a:pt x="7106" y="6218"/>
                  </a:lnTo>
                  <a:lnTo>
                    <a:pt x="6990" y="5870"/>
                  </a:lnTo>
                  <a:lnTo>
                    <a:pt x="6951" y="5677"/>
                  </a:lnTo>
                  <a:lnTo>
                    <a:pt x="6990" y="5484"/>
                  </a:lnTo>
                  <a:lnTo>
                    <a:pt x="6990" y="5407"/>
                  </a:lnTo>
                  <a:lnTo>
                    <a:pt x="7762" y="5870"/>
                  </a:lnTo>
                  <a:lnTo>
                    <a:pt x="8612" y="6256"/>
                  </a:lnTo>
                  <a:lnTo>
                    <a:pt x="9461" y="6565"/>
                  </a:lnTo>
                  <a:lnTo>
                    <a:pt x="10349" y="6797"/>
                  </a:lnTo>
                  <a:lnTo>
                    <a:pt x="11045" y="6951"/>
                  </a:lnTo>
                  <a:lnTo>
                    <a:pt x="11469" y="7029"/>
                  </a:lnTo>
                  <a:lnTo>
                    <a:pt x="11933" y="7067"/>
                  </a:lnTo>
                  <a:lnTo>
                    <a:pt x="12396" y="7029"/>
                  </a:lnTo>
                  <a:lnTo>
                    <a:pt x="12589" y="6990"/>
                  </a:lnTo>
                  <a:lnTo>
                    <a:pt x="12782" y="6913"/>
                  </a:lnTo>
                  <a:lnTo>
                    <a:pt x="12937" y="6797"/>
                  </a:lnTo>
                  <a:lnTo>
                    <a:pt x="13053" y="6681"/>
                  </a:lnTo>
                  <a:lnTo>
                    <a:pt x="13130" y="6527"/>
                  </a:lnTo>
                  <a:lnTo>
                    <a:pt x="13207" y="6333"/>
                  </a:lnTo>
                  <a:lnTo>
                    <a:pt x="13207" y="6179"/>
                  </a:lnTo>
                  <a:lnTo>
                    <a:pt x="13168" y="6025"/>
                  </a:lnTo>
                  <a:lnTo>
                    <a:pt x="13130" y="5870"/>
                  </a:lnTo>
                  <a:lnTo>
                    <a:pt x="13053" y="5754"/>
                  </a:lnTo>
                  <a:lnTo>
                    <a:pt x="12975" y="5638"/>
                  </a:lnTo>
                  <a:lnTo>
                    <a:pt x="12821" y="5561"/>
                  </a:lnTo>
                  <a:lnTo>
                    <a:pt x="12551" y="5407"/>
                  </a:lnTo>
                  <a:lnTo>
                    <a:pt x="12242" y="5291"/>
                  </a:lnTo>
                  <a:lnTo>
                    <a:pt x="11894" y="5214"/>
                  </a:lnTo>
                  <a:lnTo>
                    <a:pt x="11315" y="5098"/>
                  </a:lnTo>
                  <a:lnTo>
                    <a:pt x="10311" y="4943"/>
                  </a:lnTo>
                  <a:lnTo>
                    <a:pt x="9268" y="4827"/>
                  </a:lnTo>
                  <a:lnTo>
                    <a:pt x="8264" y="4750"/>
                  </a:lnTo>
                  <a:lnTo>
                    <a:pt x="7260" y="4712"/>
                  </a:lnTo>
                  <a:lnTo>
                    <a:pt x="8071" y="3515"/>
                  </a:lnTo>
                  <a:lnTo>
                    <a:pt x="8496" y="2858"/>
                  </a:lnTo>
                  <a:lnTo>
                    <a:pt x="8843" y="2202"/>
                  </a:lnTo>
                  <a:lnTo>
                    <a:pt x="8921" y="1970"/>
                  </a:lnTo>
                  <a:lnTo>
                    <a:pt x="8998" y="1738"/>
                  </a:lnTo>
                  <a:lnTo>
                    <a:pt x="9037" y="1507"/>
                  </a:lnTo>
                  <a:lnTo>
                    <a:pt x="9075" y="1275"/>
                  </a:lnTo>
                  <a:lnTo>
                    <a:pt x="9037" y="1005"/>
                  </a:lnTo>
                  <a:lnTo>
                    <a:pt x="8959" y="812"/>
                  </a:lnTo>
                  <a:lnTo>
                    <a:pt x="8882" y="580"/>
                  </a:lnTo>
                  <a:lnTo>
                    <a:pt x="8728" y="348"/>
                  </a:lnTo>
                  <a:lnTo>
                    <a:pt x="8650" y="232"/>
                  </a:lnTo>
                  <a:lnTo>
                    <a:pt x="8573" y="155"/>
                  </a:lnTo>
                  <a:lnTo>
                    <a:pt x="8380" y="39"/>
                  </a:lnTo>
                  <a:lnTo>
                    <a:pt x="814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9" name="Google Shape;2209;p9"/>
            <p:cNvSpPr/>
            <p:nvPr/>
          </p:nvSpPr>
          <p:spPr>
            <a:xfrm>
              <a:off x="410925" y="3256650"/>
              <a:ext cx="35725" cy="33825"/>
            </a:xfrm>
            <a:custGeom>
              <a:avLst/>
              <a:gdLst/>
              <a:ahLst/>
              <a:cxnLst/>
              <a:rect l="l" t="t" r="r" b="b"/>
              <a:pathLst>
                <a:path w="1429" h="1353" extrusionOk="0">
                  <a:moveTo>
                    <a:pt x="579" y="1"/>
                  </a:moveTo>
                  <a:lnTo>
                    <a:pt x="425" y="39"/>
                  </a:lnTo>
                  <a:lnTo>
                    <a:pt x="232" y="117"/>
                  </a:lnTo>
                  <a:lnTo>
                    <a:pt x="116" y="271"/>
                  </a:lnTo>
                  <a:lnTo>
                    <a:pt x="39" y="425"/>
                  </a:lnTo>
                  <a:lnTo>
                    <a:pt x="0" y="619"/>
                  </a:lnTo>
                  <a:lnTo>
                    <a:pt x="0" y="812"/>
                  </a:lnTo>
                  <a:lnTo>
                    <a:pt x="77" y="966"/>
                  </a:lnTo>
                  <a:lnTo>
                    <a:pt x="155" y="1121"/>
                  </a:lnTo>
                  <a:lnTo>
                    <a:pt x="309" y="1275"/>
                  </a:lnTo>
                  <a:lnTo>
                    <a:pt x="463" y="1352"/>
                  </a:lnTo>
                  <a:lnTo>
                    <a:pt x="618" y="1352"/>
                  </a:lnTo>
                  <a:lnTo>
                    <a:pt x="695" y="1236"/>
                  </a:lnTo>
                  <a:lnTo>
                    <a:pt x="695" y="1121"/>
                  </a:lnTo>
                  <a:lnTo>
                    <a:pt x="657" y="1082"/>
                  </a:lnTo>
                  <a:lnTo>
                    <a:pt x="579" y="1043"/>
                  </a:lnTo>
                  <a:lnTo>
                    <a:pt x="502" y="1005"/>
                  </a:lnTo>
                  <a:lnTo>
                    <a:pt x="463" y="927"/>
                  </a:lnTo>
                  <a:lnTo>
                    <a:pt x="386" y="773"/>
                  </a:lnTo>
                  <a:lnTo>
                    <a:pt x="386" y="580"/>
                  </a:lnTo>
                  <a:lnTo>
                    <a:pt x="425" y="503"/>
                  </a:lnTo>
                  <a:lnTo>
                    <a:pt x="502" y="425"/>
                  </a:lnTo>
                  <a:lnTo>
                    <a:pt x="579" y="387"/>
                  </a:lnTo>
                  <a:lnTo>
                    <a:pt x="657" y="387"/>
                  </a:lnTo>
                  <a:lnTo>
                    <a:pt x="850" y="425"/>
                  </a:lnTo>
                  <a:lnTo>
                    <a:pt x="927" y="464"/>
                  </a:lnTo>
                  <a:lnTo>
                    <a:pt x="965" y="541"/>
                  </a:lnTo>
                  <a:lnTo>
                    <a:pt x="1043" y="696"/>
                  </a:lnTo>
                  <a:lnTo>
                    <a:pt x="1081" y="773"/>
                  </a:lnTo>
                  <a:lnTo>
                    <a:pt x="1120" y="812"/>
                  </a:lnTo>
                  <a:lnTo>
                    <a:pt x="1274" y="812"/>
                  </a:lnTo>
                  <a:lnTo>
                    <a:pt x="1352" y="734"/>
                  </a:lnTo>
                  <a:lnTo>
                    <a:pt x="1390" y="696"/>
                  </a:lnTo>
                  <a:lnTo>
                    <a:pt x="1429" y="619"/>
                  </a:lnTo>
                  <a:lnTo>
                    <a:pt x="1390" y="425"/>
                  </a:lnTo>
                  <a:lnTo>
                    <a:pt x="1274" y="271"/>
                  </a:lnTo>
                  <a:lnTo>
                    <a:pt x="1159" y="117"/>
                  </a:lnTo>
                  <a:lnTo>
                    <a:pt x="965" y="39"/>
                  </a:lnTo>
                  <a:lnTo>
                    <a:pt x="77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0" name="Google Shape;2210;p9"/>
            <p:cNvSpPr/>
            <p:nvPr/>
          </p:nvSpPr>
          <p:spPr>
            <a:xfrm>
              <a:off x="5445325" y="3267275"/>
              <a:ext cx="624625" cy="344650"/>
            </a:xfrm>
            <a:custGeom>
              <a:avLst/>
              <a:gdLst/>
              <a:ahLst/>
              <a:cxnLst/>
              <a:rect l="l" t="t" r="r" b="b"/>
              <a:pathLst>
                <a:path w="24985" h="13786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03" y="2008"/>
                  </a:lnTo>
                  <a:lnTo>
                    <a:pt x="23787" y="2124"/>
                  </a:lnTo>
                  <a:lnTo>
                    <a:pt x="23633" y="2202"/>
                  </a:lnTo>
                  <a:lnTo>
                    <a:pt x="23478" y="2202"/>
                  </a:lnTo>
                  <a:lnTo>
                    <a:pt x="23324" y="2163"/>
                  </a:lnTo>
                  <a:lnTo>
                    <a:pt x="23170" y="2086"/>
                  </a:lnTo>
                  <a:lnTo>
                    <a:pt x="23054" y="1970"/>
                  </a:lnTo>
                  <a:lnTo>
                    <a:pt x="22976" y="1815"/>
                  </a:lnTo>
                  <a:lnTo>
                    <a:pt x="22938" y="1622"/>
                  </a:lnTo>
                  <a:lnTo>
                    <a:pt x="22976" y="1429"/>
                  </a:lnTo>
                  <a:lnTo>
                    <a:pt x="23015" y="1236"/>
                  </a:lnTo>
                  <a:lnTo>
                    <a:pt x="23131" y="1082"/>
                  </a:lnTo>
                  <a:lnTo>
                    <a:pt x="23285" y="966"/>
                  </a:lnTo>
                  <a:close/>
                  <a:moveTo>
                    <a:pt x="24096" y="2433"/>
                  </a:moveTo>
                  <a:lnTo>
                    <a:pt x="24212" y="2742"/>
                  </a:lnTo>
                  <a:lnTo>
                    <a:pt x="24289" y="3090"/>
                  </a:lnTo>
                  <a:lnTo>
                    <a:pt x="24367" y="3437"/>
                  </a:lnTo>
                  <a:lnTo>
                    <a:pt x="24405" y="3785"/>
                  </a:lnTo>
                  <a:lnTo>
                    <a:pt x="24173" y="3707"/>
                  </a:lnTo>
                  <a:lnTo>
                    <a:pt x="23942" y="3592"/>
                  </a:lnTo>
                  <a:lnTo>
                    <a:pt x="23826" y="3514"/>
                  </a:lnTo>
                  <a:lnTo>
                    <a:pt x="23787" y="3399"/>
                  </a:lnTo>
                  <a:lnTo>
                    <a:pt x="23710" y="3283"/>
                  </a:lnTo>
                  <a:lnTo>
                    <a:pt x="23672" y="3128"/>
                  </a:lnTo>
                  <a:lnTo>
                    <a:pt x="23710" y="2897"/>
                  </a:lnTo>
                  <a:lnTo>
                    <a:pt x="23787" y="2704"/>
                  </a:lnTo>
                  <a:lnTo>
                    <a:pt x="23903" y="2549"/>
                  </a:lnTo>
                  <a:lnTo>
                    <a:pt x="24096" y="2433"/>
                  </a:lnTo>
                  <a:close/>
                  <a:moveTo>
                    <a:pt x="16142" y="4943"/>
                  </a:moveTo>
                  <a:lnTo>
                    <a:pt x="16257" y="4982"/>
                  </a:lnTo>
                  <a:lnTo>
                    <a:pt x="16412" y="5059"/>
                  </a:lnTo>
                  <a:lnTo>
                    <a:pt x="16489" y="5136"/>
                  </a:lnTo>
                  <a:lnTo>
                    <a:pt x="16528" y="5252"/>
                  </a:lnTo>
                  <a:lnTo>
                    <a:pt x="16566" y="5407"/>
                  </a:lnTo>
                  <a:lnTo>
                    <a:pt x="16296" y="5407"/>
                  </a:lnTo>
                  <a:lnTo>
                    <a:pt x="15640" y="5522"/>
                  </a:lnTo>
                  <a:lnTo>
                    <a:pt x="15640" y="5484"/>
                  </a:lnTo>
                  <a:lnTo>
                    <a:pt x="15640" y="5368"/>
                  </a:lnTo>
                  <a:lnTo>
                    <a:pt x="15678" y="5252"/>
                  </a:lnTo>
                  <a:lnTo>
                    <a:pt x="15755" y="5136"/>
                  </a:lnTo>
                  <a:lnTo>
                    <a:pt x="15833" y="5059"/>
                  </a:lnTo>
                  <a:lnTo>
                    <a:pt x="15949" y="5020"/>
                  </a:lnTo>
                  <a:lnTo>
                    <a:pt x="16026" y="4982"/>
                  </a:lnTo>
                  <a:lnTo>
                    <a:pt x="16142" y="4943"/>
                  </a:lnTo>
                  <a:close/>
                  <a:moveTo>
                    <a:pt x="24444" y="4248"/>
                  </a:moveTo>
                  <a:lnTo>
                    <a:pt x="24405" y="4673"/>
                  </a:lnTo>
                  <a:lnTo>
                    <a:pt x="24367" y="5098"/>
                  </a:lnTo>
                  <a:lnTo>
                    <a:pt x="24251" y="5522"/>
                  </a:lnTo>
                  <a:lnTo>
                    <a:pt x="24058" y="5407"/>
                  </a:lnTo>
                  <a:lnTo>
                    <a:pt x="23903" y="5252"/>
                  </a:lnTo>
                  <a:lnTo>
                    <a:pt x="23787" y="5059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11"/>
                  </a:lnTo>
                  <a:lnTo>
                    <a:pt x="23865" y="4596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763" y="4866"/>
                  </a:lnTo>
                  <a:lnTo>
                    <a:pt x="17879" y="4905"/>
                  </a:lnTo>
                  <a:lnTo>
                    <a:pt x="17957" y="4982"/>
                  </a:lnTo>
                  <a:lnTo>
                    <a:pt x="18072" y="5175"/>
                  </a:lnTo>
                  <a:lnTo>
                    <a:pt x="18111" y="5407"/>
                  </a:lnTo>
                  <a:lnTo>
                    <a:pt x="18072" y="5638"/>
                  </a:lnTo>
                  <a:lnTo>
                    <a:pt x="17570" y="5484"/>
                  </a:lnTo>
                  <a:lnTo>
                    <a:pt x="17030" y="5407"/>
                  </a:lnTo>
                  <a:lnTo>
                    <a:pt x="17030" y="5291"/>
                  </a:lnTo>
                  <a:lnTo>
                    <a:pt x="17107" y="5136"/>
                  </a:lnTo>
                  <a:lnTo>
                    <a:pt x="17184" y="5059"/>
                  </a:lnTo>
                  <a:lnTo>
                    <a:pt x="17261" y="4943"/>
                  </a:lnTo>
                  <a:lnTo>
                    <a:pt x="17377" y="4866"/>
                  </a:lnTo>
                  <a:lnTo>
                    <a:pt x="17493" y="4827"/>
                  </a:lnTo>
                  <a:close/>
                  <a:moveTo>
                    <a:pt x="14558" y="5291"/>
                  </a:moveTo>
                  <a:lnTo>
                    <a:pt x="14674" y="5329"/>
                  </a:lnTo>
                  <a:lnTo>
                    <a:pt x="14790" y="5368"/>
                  </a:lnTo>
                  <a:lnTo>
                    <a:pt x="14906" y="5445"/>
                  </a:lnTo>
                  <a:lnTo>
                    <a:pt x="14983" y="5522"/>
                  </a:lnTo>
                  <a:lnTo>
                    <a:pt x="15060" y="5677"/>
                  </a:lnTo>
                  <a:lnTo>
                    <a:pt x="14520" y="5870"/>
                  </a:lnTo>
                  <a:lnTo>
                    <a:pt x="14056" y="6102"/>
                  </a:lnTo>
                  <a:lnTo>
                    <a:pt x="14018" y="6024"/>
                  </a:lnTo>
                  <a:lnTo>
                    <a:pt x="14018" y="5793"/>
                  </a:lnTo>
                  <a:lnTo>
                    <a:pt x="14095" y="5600"/>
                  </a:lnTo>
                  <a:lnTo>
                    <a:pt x="14249" y="5445"/>
                  </a:lnTo>
                  <a:lnTo>
                    <a:pt x="14327" y="5368"/>
                  </a:lnTo>
                  <a:lnTo>
                    <a:pt x="14443" y="5329"/>
                  </a:lnTo>
                  <a:lnTo>
                    <a:pt x="14558" y="5291"/>
                  </a:lnTo>
                  <a:close/>
                  <a:moveTo>
                    <a:pt x="19076" y="5484"/>
                  </a:moveTo>
                  <a:lnTo>
                    <a:pt x="19192" y="5522"/>
                  </a:lnTo>
                  <a:lnTo>
                    <a:pt x="19308" y="5638"/>
                  </a:lnTo>
                  <a:lnTo>
                    <a:pt x="19347" y="5793"/>
                  </a:lnTo>
                  <a:lnTo>
                    <a:pt x="19385" y="5986"/>
                  </a:lnTo>
                  <a:lnTo>
                    <a:pt x="19347" y="6140"/>
                  </a:lnTo>
                  <a:lnTo>
                    <a:pt x="18574" y="5831"/>
                  </a:lnTo>
                  <a:lnTo>
                    <a:pt x="18613" y="5715"/>
                  </a:lnTo>
                  <a:lnTo>
                    <a:pt x="18652" y="5638"/>
                  </a:lnTo>
                  <a:lnTo>
                    <a:pt x="18806" y="5522"/>
                  </a:lnTo>
                  <a:lnTo>
                    <a:pt x="18999" y="5484"/>
                  </a:lnTo>
                  <a:close/>
                  <a:moveTo>
                    <a:pt x="20312" y="6063"/>
                  </a:moveTo>
                  <a:lnTo>
                    <a:pt x="20428" y="6102"/>
                  </a:lnTo>
                  <a:lnTo>
                    <a:pt x="20544" y="6179"/>
                  </a:lnTo>
                  <a:lnTo>
                    <a:pt x="20660" y="6333"/>
                  </a:lnTo>
                  <a:lnTo>
                    <a:pt x="20775" y="6526"/>
                  </a:lnTo>
                  <a:lnTo>
                    <a:pt x="20814" y="6719"/>
                  </a:lnTo>
                  <a:lnTo>
                    <a:pt x="20853" y="6913"/>
                  </a:lnTo>
                  <a:lnTo>
                    <a:pt x="20466" y="6719"/>
                  </a:lnTo>
                  <a:lnTo>
                    <a:pt x="20080" y="6526"/>
                  </a:lnTo>
                  <a:lnTo>
                    <a:pt x="19810" y="6372"/>
                  </a:lnTo>
                  <a:lnTo>
                    <a:pt x="19810" y="6256"/>
                  </a:lnTo>
                  <a:lnTo>
                    <a:pt x="19887" y="6179"/>
                  </a:lnTo>
                  <a:lnTo>
                    <a:pt x="19964" y="6102"/>
                  </a:lnTo>
                  <a:lnTo>
                    <a:pt x="20080" y="6063"/>
                  </a:lnTo>
                  <a:close/>
                  <a:moveTo>
                    <a:pt x="23710" y="5870"/>
                  </a:moveTo>
                  <a:lnTo>
                    <a:pt x="23942" y="5986"/>
                  </a:lnTo>
                  <a:lnTo>
                    <a:pt x="24058" y="5986"/>
                  </a:lnTo>
                  <a:lnTo>
                    <a:pt x="23903" y="6295"/>
                  </a:lnTo>
                  <a:lnTo>
                    <a:pt x="23710" y="6565"/>
                  </a:lnTo>
                  <a:lnTo>
                    <a:pt x="23478" y="6797"/>
                  </a:lnTo>
                  <a:lnTo>
                    <a:pt x="23247" y="6990"/>
                  </a:lnTo>
                  <a:lnTo>
                    <a:pt x="23208" y="6913"/>
                  </a:lnTo>
                  <a:lnTo>
                    <a:pt x="23054" y="6758"/>
                  </a:lnTo>
                  <a:lnTo>
                    <a:pt x="23015" y="6526"/>
                  </a:lnTo>
                  <a:lnTo>
                    <a:pt x="23015" y="6295"/>
                  </a:lnTo>
                  <a:lnTo>
                    <a:pt x="23054" y="6179"/>
                  </a:lnTo>
                  <a:lnTo>
                    <a:pt x="23092" y="6063"/>
                  </a:lnTo>
                  <a:lnTo>
                    <a:pt x="23170" y="5986"/>
                  </a:lnTo>
                  <a:lnTo>
                    <a:pt x="23285" y="5947"/>
                  </a:lnTo>
                  <a:lnTo>
                    <a:pt x="23478" y="5870"/>
                  </a:lnTo>
                  <a:close/>
                  <a:moveTo>
                    <a:pt x="13207" y="6102"/>
                  </a:moveTo>
                  <a:lnTo>
                    <a:pt x="13477" y="6140"/>
                  </a:lnTo>
                  <a:lnTo>
                    <a:pt x="13593" y="6217"/>
                  </a:lnTo>
                  <a:lnTo>
                    <a:pt x="13670" y="6333"/>
                  </a:lnTo>
                  <a:lnTo>
                    <a:pt x="13130" y="6719"/>
                  </a:lnTo>
                  <a:lnTo>
                    <a:pt x="12782" y="7067"/>
                  </a:lnTo>
                  <a:lnTo>
                    <a:pt x="12705" y="7028"/>
                  </a:lnTo>
                  <a:lnTo>
                    <a:pt x="12666" y="6913"/>
                  </a:lnTo>
                  <a:lnTo>
                    <a:pt x="12628" y="6797"/>
                  </a:lnTo>
                  <a:lnTo>
                    <a:pt x="12628" y="6642"/>
                  </a:lnTo>
                  <a:lnTo>
                    <a:pt x="12666" y="6526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59" y="6179"/>
                  </a:lnTo>
                  <a:lnTo>
                    <a:pt x="12975" y="6140"/>
                  </a:lnTo>
                  <a:lnTo>
                    <a:pt x="13091" y="6102"/>
                  </a:lnTo>
                  <a:close/>
                  <a:moveTo>
                    <a:pt x="22166" y="6565"/>
                  </a:moveTo>
                  <a:lnTo>
                    <a:pt x="22281" y="6604"/>
                  </a:lnTo>
                  <a:lnTo>
                    <a:pt x="22436" y="6681"/>
                  </a:lnTo>
                  <a:lnTo>
                    <a:pt x="22629" y="6874"/>
                  </a:lnTo>
                  <a:lnTo>
                    <a:pt x="22783" y="7028"/>
                  </a:lnTo>
                  <a:lnTo>
                    <a:pt x="22861" y="7067"/>
                  </a:lnTo>
                  <a:lnTo>
                    <a:pt x="22899" y="7067"/>
                  </a:lnTo>
                  <a:lnTo>
                    <a:pt x="22976" y="7106"/>
                  </a:lnTo>
                  <a:lnTo>
                    <a:pt x="22938" y="7106"/>
                  </a:lnTo>
                  <a:lnTo>
                    <a:pt x="22552" y="7221"/>
                  </a:lnTo>
                  <a:lnTo>
                    <a:pt x="22166" y="7221"/>
                  </a:lnTo>
                  <a:lnTo>
                    <a:pt x="21779" y="7183"/>
                  </a:lnTo>
                  <a:lnTo>
                    <a:pt x="21393" y="7106"/>
                  </a:lnTo>
                  <a:lnTo>
                    <a:pt x="21470" y="6913"/>
                  </a:lnTo>
                  <a:lnTo>
                    <a:pt x="21625" y="6719"/>
                  </a:lnTo>
                  <a:lnTo>
                    <a:pt x="21779" y="6604"/>
                  </a:lnTo>
                  <a:lnTo>
                    <a:pt x="22011" y="6565"/>
                  </a:lnTo>
                  <a:close/>
                  <a:moveTo>
                    <a:pt x="12280" y="7376"/>
                  </a:moveTo>
                  <a:lnTo>
                    <a:pt x="12473" y="7415"/>
                  </a:lnTo>
                  <a:lnTo>
                    <a:pt x="12087" y="7955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24" y="8071"/>
                  </a:lnTo>
                  <a:lnTo>
                    <a:pt x="11624" y="7955"/>
                  </a:lnTo>
                  <a:lnTo>
                    <a:pt x="11662" y="7839"/>
                  </a:lnTo>
                  <a:lnTo>
                    <a:pt x="11701" y="7723"/>
                  </a:lnTo>
                  <a:lnTo>
                    <a:pt x="11778" y="7608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26" y="7415"/>
                  </a:lnTo>
                  <a:lnTo>
                    <a:pt x="12280" y="7376"/>
                  </a:lnTo>
                  <a:close/>
                  <a:moveTo>
                    <a:pt x="2240" y="9345"/>
                  </a:moveTo>
                  <a:lnTo>
                    <a:pt x="2356" y="9422"/>
                  </a:lnTo>
                  <a:lnTo>
                    <a:pt x="2433" y="9461"/>
                  </a:lnTo>
                  <a:lnTo>
                    <a:pt x="2511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588" y="10002"/>
                  </a:lnTo>
                  <a:lnTo>
                    <a:pt x="2124" y="9886"/>
                  </a:lnTo>
                  <a:lnTo>
                    <a:pt x="1622" y="9886"/>
                  </a:lnTo>
                  <a:lnTo>
                    <a:pt x="1661" y="9731"/>
                  </a:lnTo>
                  <a:lnTo>
                    <a:pt x="1738" y="9616"/>
                  </a:lnTo>
                  <a:lnTo>
                    <a:pt x="1815" y="9538"/>
                  </a:lnTo>
                  <a:lnTo>
                    <a:pt x="1893" y="9461"/>
                  </a:lnTo>
                  <a:lnTo>
                    <a:pt x="2009" y="9384"/>
                  </a:lnTo>
                  <a:lnTo>
                    <a:pt x="2124" y="9345"/>
                  </a:lnTo>
                  <a:close/>
                  <a:moveTo>
                    <a:pt x="11624" y="8998"/>
                  </a:moveTo>
                  <a:lnTo>
                    <a:pt x="11469" y="9500"/>
                  </a:lnTo>
                  <a:lnTo>
                    <a:pt x="11315" y="10002"/>
                  </a:lnTo>
                  <a:lnTo>
                    <a:pt x="11238" y="10272"/>
                  </a:lnTo>
                  <a:lnTo>
                    <a:pt x="11044" y="10079"/>
                  </a:lnTo>
                  <a:lnTo>
                    <a:pt x="10967" y="9809"/>
                  </a:lnTo>
                  <a:lnTo>
                    <a:pt x="10929" y="9693"/>
                  </a:lnTo>
                  <a:lnTo>
                    <a:pt x="10929" y="9577"/>
                  </a:lnTo>
                  <a:lnTo>
                    <a:pt x="10929" y="9422"/>
                  </a:lnTo>
                  <a:lnTo>
                    <a:pt x="11006" y="9307"/>
                  </a:lnTo>
                  <a:lnTo>
                    <a:pt x="11122" y="9152"/>
                  </a:lnTo>
                  <a:lnTo>
                    <a:pt x="11276" y="9036"/>
                  </a:lnTo>
                  <a:lnTo>
                    <a:pt x="11469" y="8998"/>
                  </a:lnTo>
                  <a:close/>
                  <a:moveTo>
                    <a:pt x="3746" y="9731"/>
                  </a:moveTo>
                  <a:lnTo>
                    <a:pt x="3901" y="9809"/>
                  </a:lnTo>
                  <a:lnTo>
                    <a:pt x="4017" y="9886"/>
                  </a:lnTo>
                  <a:lnTo>
                    <a:pt x="4094" y="10002"/>
                  </a:lnTo>
                  <a:lnTo>
                    <a:pt x="4132" y="10118"/>
                  </a:lnTo>
                  <a:lnTo>
                    <a:pt x="4171" y="10233"/>
                  </a:lnTo>
                  <a:lnTo>
                    <a:pt x="4132" y="10388"/>
                  </a:lnTo>
                  <a:lnTo>
                    <a:pt x="4094" y="10504"/>
                  </a:lnTo>
                  <a:lnTo>
                    <a:pt x="4017" y="10620"/>
                  </a:lnTo>
                  <a:lnTo>
                    <a:pt x="3862" y="10542"/>
                  </a:lnTo>
                  <a:lnTo>
                    <a:pt x="3476" y="10311"/>
                  </a:lnTo>
                  <a:lnTo>
                    <a:pt x="3051" y="10156"/>
                  </a:lnTo>
                  <a:lnTo>
                    <a:pt x="3128" y="10002"/>
                  </a:lnTo>
                  <a:lnTo>
                    <a:pt x="3244" y="9924"/>
                  </a:lnTo>
                  <a:lnTo>
                    <a:pt x="3360" y="9809"/>
                  </a:lnTo>
                  <a:lnTo>
                    <a:pt x="3476" y="9770"/>
                  </a:lnTo>
                  <a:lnTo>
                    <a:pt x="3630" y="9731"/>
                  </a:lnTo>
                  <a:close/>
                  <a:moveTo>
                    <a:pt x="4827" y="10620"/>
                  </a:moveTo>
                  <a:lnTo>
                    <a:pt x="4905" y="10658"/>
                  </a:lnTo>
                  <a:lnTo>
                    <a:pt x="4982" y="10697"/>
                  </a:lnTo>
                  <a:lnTo>
                    <a:pt x="5059" y="10774"/>
                  </a:lnTo>
                  <a:lnTo>
                    <a:pt x="5136" y="10851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59" y="11430"/>
                  </a:lnTo>
                  <a:lnTo>
                    <a:pt x="4403" y="10890"/>
                  </a:lnTo>
                  <a:lnTo>
                    <a:pt x="4441" y="10813"/>
                  </a:lnTo>
                  <a:lnTo>
                    <a:pt x="4480" y="10735"/>
                  </a:lnTo>
                  <a:lnTo>
                    <a:pt x="4634" y="10658"/>
                  </a:lnTo>
                  <a:lnTo>
                    <a:pt x="4827" y="10620"/>
                  </a:lnTo>
                  <a:close/>
                  <a:moveTo>
                    <a:pt x="11160" y="10620"/>
                  </a:moveTo>
                  <a:lnTo>
                    <a:pt x="10929" y="11199"/>
                  </a:lnTo>
                  <a:lnTo>
                    <a:pt x="10697" y="11739"/>
                  </a:lnTo>
                  <a:lnTo>
                    <a:pt x="10658" y="11701"/>
                  </a:lnTo>
                  <a:lnTo>
                    <a:pt x="10465" y="11508"/>
                  </a:lnTo>
                  <a:lnTo>
                    <a:pt x="10388" y="11315"/>
                  </a:lnTo>
                  <a:lnTo>
                    <a:pt x="10388" y="11122"/>
                  </a:lnTo>
                  <a:lnTo>
                    <a:pt x="10427" y="10967"/>
                  </a:lnTo>
                  <a:lnTo>
                    <a:pt x="10542" y="10774"/>
                  </a:lnTo>
                  <a:lnTo>
                    <a:pt x="10697" y="10658"/>
                  </a:lnTo>
                  <a:lnTo>
                    <a:pt x="10929" y="10620"/>
                  </a:lnTo>
                  <a:close/>
                  <a:moveTo>
                    <a:pt x="5947" y="11469"/>
                  </a:moveTo>
                  <a:lnTo>
                    <a:pt x="6063" y="11508"/>
                  </a:lnTo>
                  <a:lnTo>
                    <a:pt x="6140" y="11546"/>
                  </a:lnTo>
                  <a:lnTo>
                    <a:pt x="6218" y="11662"/>
                  </a:lnTo>
                  <a:lnTo>
                    <a:pt x="6295" y="11739"/>
                  </a:lnTo>
                  <a:lnTo>
                    <a:pt x="6372" y="11971"/>
                  </a:lnTo>
                  <a:lnTo>
                    <a:pt x="6411" y="12203"/>
                  </a:lnTo>
                  <a:lnTo>
                    <a:pt x="6372" y="12473"/>
                  </a:lnTo>
                  <a:lnTo>
                    <a:pt x="5870" y="12087"/>
                  </a:lnTo>
                  <a:lnTo>
                    <a:pt x="5407" y="11701"/>
                  </a:lnTo>
                  <a:lnTo>
                    <a:pt x="5445" y="11585"/>
                  </a:lnTo>
                  <a:lnTo>
                    <a:pt x="5523" y="11508"/>
                  </a:lnTo>
                  <a:lnTo>
                    <a:pt x="5638" y="11469"/>
                  </a:lnTo>
                  <a:close/>
                  <a:moveTo>
                    <a:pt x="10542" y="12048"/>
                  </a:moveTo>
                  <a:lnTo>
                    <a:pt x="10388" y="12280"/>
                  </a:lnTo>
                  <a:lnTo>
                    <a:pt x="10195" y="12550"/>
                  </a:lnTo>
                  <a:lnTo>
                    <a:pt x="9963" y="12743"/>
                  </a:lnTo>
                  <a:lnTo>
                    <a:pt x="9770" y="12936"/>
                  </a:lnTo>
                  <a:lnTo>
                    <a:pt x="9732" y="12859"/>
                  </a:lnTo>
                  <a:lnTo>
                    <a:pt x="9654" y="12666"/>
                  </a:lnTo>
                  <a:lnTo>
                    <a:pt x="9616" y="12473"/>
                  </a:lnTo>
                  <a:lnTo>
                    <a:pt x="9693" y="12319"/>
                  </a:lnTo>
                  <a:lnTo>
                    <a:pt x="9809" y="12203"/>
                  </a:lnTo>
                  <a:lnTo>
                    <a:pt x="9963" y="12126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37" y="12473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01" y="12821"/>
                  </a:lnTo>
                  <a:lnTo>
                    <a:pt x="7878" y="13014"/>
                  </a:lnTo>
                  <a:lnTo>
                    <a:pt x="7839" y="13207"/>
                  </a:lnTo>
                  <a:lnTo>
                    <a:pt x="7299" y="13014"/>
                  </a:lnTo>
                  <a:lnTo>
                    <a:pt x="6835" y="12743"/>
                  </a:lnTo>
                  <a:lnTo>
                    <a:pt x="6990" y="12589"/>
                  </a:lnTo>
                  <a:lnTo>
                    <a:pt x="7144" y="12512"/>
                  </a:lnTo>
                  <a:lnTo>
                    <a:pt x="7337" y="12473"/>
                  </a:lnTo>
                  <a:close/>
                  <a:moveTo>
                    <a:pt x="8843" y="12628"/>
                  </a:moveTo>
                  <a:lnTo>
                    <a:pt x="8921" y="12666"/>
                  </a:lnTo>
                  <a:lnTo>
                    <a:pt x="9075" y="12743"/>
                  </a:lnTo>
                  <a:lnTo>
                    <a:pt x="9191" y="12936"/>
                  </a:lnTo>
                  <a:lnTo>
                    <a:pt x="9230" y="13130"/>
                  </a:lnTo>
                  <a:lnTo>
                    <a:pt x="9230" y="13207"/>
                  </a:lnTo>
                  <a:lnTo>
                    <a:pt x="9036" y="13245"/>
                  </a:lnTo>
                  <a:lnTo>
                    <a:pt x="8805" y="13284"/>
                  </a:lnTo>
                  <a:lnTo>
                    <a:pt x="8303" y="13284"/>
                  </a:lnTo>
                  <a:lnTo>
                    <a:pt x="8303" y="13207"/>
                  </a:lnTo>
                  <a:lnTo>
                    <a:pt x="8303" y="13014"/>
                  </a:lnTo>
                  <a:lnTo>
                    <a:pt x="8419" y="12821"/>
                  </a:lnTo>
                  <a:lnTo>
                    <a:pt x="8534" y="12666"/>
                  </a:lnTo>
                  <a:lnTo>
                    <a:pt x="8650" y="12628"/>
                  </a:lnTo>
                  <a:close/>
                  <a:moveTo>
                    <a:pt x="22861" y="0"/>
                  </a:moveTo>
                  <a:lnTo>
                    <a:pt x="22822" y="78"/>
                  </a:lnTo>
                  <a:lnTo>
                    <a:pt x="22745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783" y="387"/>
                  </a:lnTo>
                  <a:lnTo>
                    <a:pt x="22822" y="387"/>
                  </a:lnTo>
                  <a:lnTo>
                    <a:pt x="22861" y="464"/>
                  </a:lnTo>
                  <a:lnTo>
                    <a:pt x="23015" y="618"/>
                  </a:lnTo>
                  <a:lnTo>
                    <a:pt x="22899" y="773"/>
                  </a:lnTo>
                  <a:lnTo>
                    <a:pt x="22783" y="927"/>
                  </a:lnTo>
                  <a:lnTo>
                    <a:pt x="22668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22" y="2240"/>
                  </a:lnTo>
                  <a:lnTo>
                    <a:pt x="23015" y="2395"/>
                  </a:lnTo>
                  <a:lnTo>
                    <a:pt x="23247" y="2472"/>
                  </a:lnTo>
                  <a:lnTo>
                    <a:pt x="23478" y="2510"/>
                  </a:lnTo>
                  <a:lnTo>
                    <a:pt x="23401" y="2704"/>
                  </a:lnTo>
                  <a:lnTo>
                    <a:pt x="23363" y="2897"/>
                  </a:lnTo>
                  <a:lnTo>
                    <a:pt x="23324" y="3090"/>
                  </a:lnTo>
                  <a:lnTo>
                    <a:pt x="23324" y="3244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862"/>
                  </a:lnTo>
                  <a:lnTo>
                    <a:pt x="23942" y="4016"/>
                  </a:lnTo>
                  <a:lnTo>
                    <a:pt x="23710" y="4209"/>
                  </a:lnTo>
                  <a:lnTo>
                    <a:pt x="23556" y="4480"/>
                  </a:lnTo>
                  <a:lnTo>
                    <a:pt x="23440" y="4750"/>
                  </a:lnTo>
                  <a:lnTo>
                    <a:pt x="23440" y="4866"/>
                  </a:lnTo>
                  <a:lnTo>
                    <a:pt x="23440" y="5020"/>
                  </a:lnTo>
                  <a:lnTo>
                    <a:pt x="23478" y="5252"/>
                  </a:lnTo>
                  <a:lnTo>
                    <a:pt x="23633" y="5484"/>
                  </a:lnTo>
                  <a:lnTo>
                    <a:pt x="23401" y="5484"/>
                  </a:lnTo>
                  <a:lnTo>
                    <a:pt x="23170" y="5561"/>
                  </a:lnTo>
                  <a:lnTo>
                    <a:pt x="22938" y="5677"/>
                  </a:lnTo>
                  <a:lnTo>
                    <a:pt x="22783" y="5870"/>
                  </a:lnTo>
                  <a:lnTo>
                    <a:pt x="22668" y="6102"/>
                  </a:lnTo>
                  <a:lnTo>
                    <a:pt x="22629" y="6333"/>
                  </a:lnTo>
                  <a:lnTo>
                    <a:pt x="22474" y="6256"/>
                  </a:lnTo>
                  <a:lnTo>
                    <a:pt x="22320" y="6217"/>
                  </a:lnTo>
                  <a:lnTo>
                    <a:pt x="21972" y="6217"/>
                  </a:lnTo>
                  <a:lnTo>
                    <a:pt x="21741" y="6256"/>
                  </a:lnTo>
                  <a:lnTo>
                    <a:pt x="21509" y="6411"/>
                  </a:lnTo>
                  <a:lnTo>
                    <a:pt x="21316" y="6565"/>
                  </a:lnTo>
                  <a:lnTo>
                    <a:pt x="21200" y="6758"/>
                  </a:lnTo>
                  <a:lnTo>
                    <a:pt x="21084" y="6449"/>
                  </a:lnTo>
                  <a:lnTo>
                    <a:pt x="20930" y="6140"/>
                  </a:lnTo>
                  <a:lnTo>
                    <a:pt x="20853" y="5986"/>
                  </a:lnTo>
                  <a:lnTo>
                    <a:pt x="20698" y="5870"/>
                  </a:lnTo>
                  <a:lnTo>
                    <a:pt x="20582" y="5793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42" y="5793"/>
                  </a:lnTo>
                  <a:lnTo>
                    <a:pt x="19887" y="5831"/>
                  </a:lnTo>
                  <a:lnTo>
                    <a:pt x="19733" y="5947"/>
                  </a:lnTo>
                  <a:lnTo>
                    <a:pt x="19694" y="5715"/>
                  </a:lnTo>
                  <a:lnTo>
                    <a:pt x="19617" y="5484"/>
                  </a:lnTo>
                  <a:lnTo>
                    <a:pt x="19462" y="5291"/>
                  </a:lnTo>
                  <a:lnTo>
                    <a:pt x="19347" y="5213"/>
                  </a:lnTo>
                  <a:lnTo>
                    <a:pt x="19231" y="5175"/>
                  </a:lnTo>
                  <a:lnTo>
                    <a:pt x="19038" y="5136"/>
                  </a:lnTo>
                  <a:lnTo>
                    <a:pt x="18806" y="5175"/>
                  </a:lnTo>
                  <a:lnTo>
                    <a:pt x="18613" y="5252"/>
                  </a:lnTo>
                  <a:lnTo>
                    <a:pt x="18458" y="5407"/>
                  </a:lnTo>
                  <a:lnTo>
                    <a:pt x="18458" y="5252"/>
                  </a:lnTo>
                  <a:lnTo>
                    <a:pt x="18420" y="5098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34"/>
                  </a:lnTo>
                  <a:lnTo>
                    <a:pt x="17957" y="4557"/>
                  </a:lnTo>
                  <a:lnTo>
                    <a:pt x="17802" y="4518"/>
                  </a:lnTo>
                  <a:lnTo>
                    <a:pt x="17493" y="4518"/>
                  </a:lnTo>
                  <a:lnTo>
                    <a:pt x="17377" y="4557"/>
                  </a:lnTo>
                  <a:lnTo>
                    <a:pt x="17223" y="4634"/>
                  </a:lnTo>
                  <a:lnTo>
                    <a:pt x="17107" y="4711"/>
                  </a:lnTo>
                  <a:lnTo>
                    <a:pt x="17030" y="4827"/>
                  </a:lnTo>
                  <a:lnTo>
                    <a:pt x="16875" y="5059"/>
                  </a:lnTo>
                  <a:lnTo>
                    <a:pt x="16759" y="4905"/>
                  </a:lnTo>
                  <a:lnTo>
                    <a:pt x="16605" y="4789"/>
                  </a:lnTo>
                  <a:lnTo>
                    <a:pt x="16451" y="4673"/>
                  </a:lnTo>
                  <a:lnTo>
                    <a:pt x="16257" y="4634"/>
                  </a:lnTo>
                  <a:lnTo>
                    <a:pt x="16103" y="4634"/>
                  </a:lnTo>
                  <a:lnTo>
                    <a:pt x="15910" y="4673"/>
                  </a:lnTo>
                  <a:lnTo>
                    <a:pt x="15755" y="4750"/>
                  </a:lnTo>
                  <a:lnTo>
                    <a:pt x="15640" y="4827"/>
                  </a:lnTo>
                  <a:lnTo>
                    <a:pt x="15524" y="4982"/>
                  </a:lnTo>
                  <a:lnTo>
                    <a:pt x="15447" y="5136"/>
                  </a:lnTo>
                  <a:lnTo>
                    <a:pt x="15408" y="5291"/>
                  </a:lnTo>
                  <a:lnTo>
                    <a:pt x="15374" y="5460"/>
                  </a:lnTo>
                  <a:lnTo>
                    <a:pt x="15331" y="5329"/>
                  </a:lnTo>
                  <a:lnTo>
                    <a:pt x="15176" y="5175"/>
                  </a:lnTo>
                  <a:lnTo>
                    <a:pt x="15022" y="5059"/>
                  </a:lnTo>
                  <a:lnTo>
                    <a:pt x="14829" y="4982"/>
                  </a:lnTo>
                  <a:lnTo>
                    <a:pt x="14597" y="4943"/>
                  </a:lnTo>
                  <a:lnTo>
                    <a:pt x="14404" y="4943"/>
                  </a:lnTo>
                  <a:lnTo>
                    <a:pt x="14249" y="5020"/>
                  </a:lnTo>
                  <a:lnTo>
                    <a:pt x="14134" y="5098"/>
                  </a:lnTo>
                  <a:lnTo>
                    <a:pt x="14018" y="5175"/>
                  </a:lnTo>
                  <a:lnTo>
                    <a:pt x="13941" y="5291"/>
                  </a:lnTo>
                  <a:lnTo>
                    <a:pt x="13825" y="5522"/>
                  </a:lnTo>
                  <a:lnTo>
                    <a:pt x="13747" y="5831"/>
                  </a:lnTo>
                  <a:lnTo>
                    <a:pt x="13593" y="5754"/>
                  </a:lnTo>
                  <a:lnTo>
                    <a:pt x="13361" y="5677"/>
                  </a:lnTo>
                  <a:lnTo>
                    <a:pt x="13130" y="5677"/>
                  </a:lnTo>
                  <a:lnTo>
                    <a:pt x="12937" y="5715"/>
                  </a:lnTo>
                  <a:lnTo>
                    <a:pt x="12705" y="5831"/>
                  </a:lnTo>
                  <a:lnTo>
                    <a:pt x="12589" y="5947"/>
                  </a:lnTo>
                  <a:lnTo>
                    <a:pt x="12473" y="6063"/>
                  </a:lnTo>
                  <a:lnTo>
                    <a:pt x="12396" y="6217"/>
                  </a:lnTo>
                  <a:lnTo>
                    <a:pt x="12357" y="6333"/>
                  </a:lnTo>
                  <a:lnTo>
                    <a:pt x="12319" y="6526"/>
                  </a:lnTo>
                  <a:lnTo>
                    <a:pt x="12319" y="6681"/>
                  </a:lnTo>
                  <a:lnTo>
                    <a:pt x="12357" y="6835"/>
                  </a:lnTo>
                  <a:lnTo>
                    <a:pt x="12396" y="6990"/>
                  </a:lnTo>
                  <a:lnTo>
                    <a:pt x="12126" y="7028"/>
                  </a:lnTo>
                  <a:lnTo>
                    <a:pt x="11894" y="7106"/>
                  </a:lnTo>
                  <a:lnTo>
                    <a:pt x="11662" y="7221"/>
                  </a:lnTo>
                  <a:lnTo>
                    <a:pt x="11469" y="7376"/>
                  </a:lnTo>
                  <a:lnTo>
                    <a:pt x="11392" y="7530"/>
                  </a:lnTo>
                  <a:lnTo>
                    <a:pt x="11315" y="7685"/>
                  </a:lnTo>
                  <a:lnTo>
                    <a:pt x="11276" y="7839"/>
                  </a:lnTo>
                  <a:lnTo>
                    <a:pt x="11276" y="7994"/>
                  </a:lnTo>
                  <a:lnTo>
                    <a:pt x="11276" y="8148"/>
                  </a:lnTo>
                  <a:lnTo>
                    <a:pt x="11315" y="8303"/>
                  </a:lnTo>
                  <a:lnTo>
                    <a:pt x="11392" y="8457"/>
                  </a:lnTo>
                  <a:lnTo>
                    <a:pt x="11469" y="8573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20" y="9229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02"/>
                  </a:lnTo>
                  <a:lnTo>
                    <a:pt x="10851" y="10233"/>
                  </a:lnTo>
                  <a:lnTo>
                    <a:pt x="10620" y="10272"/>
                  </a:lnTo>
                  <a:lnTo>
                    <a:pt x="10388" y="10388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40" y="11006"/>
                  </a:lnTo>
                  <a:lnTo>
                    <a:pt x="10040" y="11237"/>
                  </a:lnTo>
                  <a:lnTo>
                    <a:pt x="10079" y="11469"/>
                  </a:lnTo>
                  <a:lnTo>
                    <a:pt x="10156" y="11701"/>
                  </a:lnTo>
                  <a:lnTo>
                    <a:pt x="9925" y="11739"/>
                  </a:lnTo>
                  <a:lnTo>
                    <a:pt x="9693" y="11817"/>
                  </a:lnTo>
                  <a:lnTo>
                    <a:pt x="9500" y="11971"/>
                  </a:lnTo>
                  <a:lnTo>
                    <a:pt x="9423" y="12087"/>
                  </a:lnTo>
                  <a:lnTo>
                    <a:pt x="9345" y="12203"/>
                  </a:lnTo>
                  <a:lnTo>
                    <a:pt x="9307" y="12319"/>
                  </a:lnTo>
                  <a:lnTo>
                    <a:pt x="9307" y="12473"/>
                  </a:lnTo>
                  <a:lnTo>
                    <a:pt x="9152" y="12357"/>
                  </a:lnTo>
                  <a:lnTo>
                    <a:pt x="9036" y="12319"/>
                  </a:lnTo>
                  <a:lnTo>
                    <a:pt x="8882" y="12280"/>
                  </a:lnTo>
                  <a:lnTo>
                    <a:pt x="8689" y="12280"/>
                  </a:lnTo>
                  <a:lnTo>
                    <a:pt x="8534" y="12319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48" y="12705"/>
                  </a:lnTo>
                  <a:lnTo>
                    <a:pt x="8071" y="12550"/>
                  </a:lnTo>
                  <a:lnTo>
                    <a:pt x="7994" y="12434"/>
                  </a:lnTo>
                  <a:lnTo>
                    <a:pt x="7839" y="12319"/>
                  </a:lnTo>
                  <a:lnTo>
                    <a:pt x="7724" y="12241"/>
                  </a:lnTo>
                  <a:lnTo>
                    <a:pt x="7453" y="12164"/>
                  </a:lnTo>
                  <a:lnTo>
                    <a:pt x="7222" y="12164"/>
                  </a:lnTo>
                  <a:lnTo>
                    <a:pt x="6990" y="12241"/>
                  </a:lnTo>
                  <a:lnTo>
                    <a:pt x="6758" y="12396"/>
                  </a:lnTo>
                  <a:lnTo>
                    <a:pt x="6758" y="12048"/>
                  </a:lnTo>
                  <a:lnTo>
                    <a:pt x="6720" y="11855"/>
                  </a:lnTo>
                  <a:lnTo>
                    <a:pt x="6681" y="11701"/>
                  </a:lnTo>
                  <a:lnTo>
                    <a:pt x="6604" y="11546"/>
                  </a:lnTo>
                  <a:lnTo>
                    <a:pt x="6488" y="11392"/>
                  </a:lnTo>
                  <a:lnTo>
                    <a:pt x="6372" y="11276"/>
                  </a:lnTo>
                  <a:lnTo>
                    <a:pt x="6218" y="11199"/>
                  </a:lnTo>
                  <a:lnTo>
                    <a:pt x="6063" y="11160"/>
                  </a:lnTo>
                  <a:lnTo>
                    <a:pt x="5870" y="11122"/>
                  </a:lnTo>
                  <a:lnTo>
                    <a:pt x="5677" y="11160"/>
                  </a:lnTo>
                  <a:lnTo>
                    <a:pt x="5523" y="11199"/>
                  </a:lnTo>
                  <a:lnTo>
                    <a:pt x="5523" y="10967"/>
                  </a:lnTo>
                  <a:lnTo>
                    <a:pt x="5445" y="10697"/>
                  </a:lnTo>
                  <a:lnTo>
                    <a:pt x="5291" y="10504"/>
                  </a:lnTo>
                  <a:lnTo>
                    <a:pt x="5214" y="10426"/>
                  </a:lnTo>
                  <a:lnTo>
                    <a:pt x="5098" y="10349"/>
                  </a:lnTo>
                  <a:lnTo>
                    <a:pt x="4943" y="10311"/>
                  </a:lnTo>
                  <a:lnTo>
                    <a:pt x="4673" y="10311"/>
                  </a:lnTo>
                  <a:lnTo>
                    <a:pt x="4519" y="10349"/>
                  </a:lnTo>
                  <a:lnTo>
                    <a:pt x="4519" y="10156"/>
                  </a:lnTo>
                  <a:lnTo>
                    <a:pt x="4480" y="9924"/>
                  </a:lnTo>
                  <a:lnTo>
                    <a:pt x="4364" y="9731"/>
                  </a:lnTo>
                  <a:lnTo>
                    <a:pt x="4210" y="9577"/>
                  </a:lnTo>
                  <a:lnTo>
                    <a:pt x="4055" y="9500"/>
                  </a:lnTo>
                  <a:lnTo>
                    <a:pt x="3901" y="9422"/>
                  </a:lnTo>
                  <a:lnTo>
                    <a:pt x="3553" y="9422"/>
                  </a:lnTo>
                  <a:lnTo>
                    <a:pt x="3399" y="9461"/>
                  </a:lnTo>
                  <a:lnTo>
                    <a:pt x="3244" y="9538"/>
                  </a:lnTo>
                  <a:lnTo>
                    <a:pt x="3128" y="9616"/>
                  </a:lnTo>
                  <a:lnTo>
                    <a:pt x="2974" y="9731"/>
                  </a:lnTo>
                  <a:lnTo>
                    <a:pt x="2974" y="9616"/>
                  </a:lnTo>
                  <a:lnTo>
                    <a:pt x="2897" y="9422"/>
                  </a:lnTo>
                  <a:lnTo>
                    <a:pt x="2742" y="9268"/>
                  </a:lnTo>
                  <a:lnTo>
                    <a:pt x="2588" y="9114"/>
                  </a:lnTo>
                  <a:lnTo>
                    <a:pt x="2433" y="9036"/>
                  </a:lnTo>
                  <a:lnTo>
                    <a:pt x="2202" y="8998"/>
                  </a:lnTo>
                  <a:lnTo>
                    <a:pt x="2009" y="8998"/>
                  </a:lnTo>
                  <a:lnTo>
                    <a:pt x="1815" y="9075"/>
                  </a:lnTo>
                  <a:lnTo>
                    <a:pt x="1661" y="9191"/>
                  </a:lnTo>
                  <a:lnTo>
                    <a:pt x="1545" y="9345"/>
                  </a:lnTo>
                  <a:lnTo>
                    <a:pt x="1429" y="9500"/>
                  </a:lnTo>
                  <a:lnTo>
                    <a:pt x="1352" y="9693"/>
                  </a:lnTo>
                  <a:lnTo>
                    <a:pt x="1352" y="9886"/>
                  </a:lnTo>
                  <a:lnTo>
                    <a:pt x="1120" y="9963"/>
                  </a:lnTo>
                  <a:lnTo>
                    <a:pt x="889" y="10040"/>
                  </a:lnTo>
                  <a:lnTo>
                    <a:pt x="696" y="10156"/>
                  </a:lnTo>
                  <a:lnTo>
                    <a:pt x="503" y="10311"/>
                  </a:lnTo>
                  <a:lnTo>
                    <a:pt x="348" y="10426"/>
                  </a:lnTo>
                  <a:lnTo>
                    <a:pt x="232" y="10581"/>
                  </a:lnTo>
                  <a:lnTo>
                    <a:pt x="78" y="10890"/>
                  </a:lnTo>
                  <a:lnTo>
                    <a:pt x="1" y="11199"/>
                  </a:lnTo>
                  <a:lnTo>
                    <a:pt x="1" y="11546"/>
                  </a:lnTo>
                  <a:lnTo>
                    <a:pt x="39" y="11894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8" y="12782"/>
                  </a:lnTo>
                  <a:lnTo>
                    <a:pt x="773" y="12898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13" y="13130"/>
                  </a:lnTo>
                  <a:lnTo>
                    <a:pt x="1700" y="13168"/>
                  </a:lnTo>
                  <a:lnTo>
                    <a:pt x="2086" y="13091"/>
                  </a:lnTo>
                  <a:lnTo>
                    <a:pt x="2472" y="12975"/>
                  </a:lnTo>
                  <a:lnTo>
                    <a:pt x="2781" y="12782"/>
                  </a:lnTo>
                  <a:lnTo>
                    <a:pt x="3090" y="12512"/>
                  </a:lnTo>
                  <a:lnTo>
                    <a:pt x="3360" y="12241"/>
                  </a:lnTo>
                  <a:lnTo>
                    <a:pt x="3592" y="12010"/>
                  </a:lnTo>
                  <a:lnTo>
                    <a:pt x="3515" y="11932"/>
                  </a:lnTo>
                  <a:lnTo>
                    <a:pt x="3515" y="11817"/>
                  </a:lnTo>
                  <a:lnTo>
                    <a:pt x="3437" y="11739"/>
                  </a:lnTo>
                  <a:lnTo>
                    <a:pt x="3321" y="11739"/>
                  </a:lnTo>
                  <a:lnTo>
                    <a:pt x="3283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8" y="12434"/>
                  </a:lnTo>
                  <a:lnTo>
                    <a:pt x="2317" y="12550"/>
                  </a:lnTo>
                  <a:lnTo>
                    <a:pt x="2009" y="12666"/>
                  </a:lnTo>
                  <a:lnTo>
                    <a:pt x="1738" y="12705"/>
                  </a:lnTo>
                  <a:lnTo>
                    <a:pt x="1429" y="12666"/>
                  </a:lnTo>
                  <a:lnTo>
                    <a:pt x="1120" y="12550"/>
                  </a:lnTo>
                  <a:lnTo>
                    <a:pt x="966" y="12434"/>
                  </a:lnTo>
                  <a:lnTo>
                    <a:pt x="812" y="12319"/>
                  </a:lnTo>
                  <a:lnTo>
                    <a:pt x="696" y="12203"/>
                  </a:lnTo>
                  <a:lnTo>
                    <a:pt x="580" y="12048"/>
                  </a:lnTo>
                  <a:lnTo>
                    <a:pt x="541" y="11855"/>
                  </a:lnTo>
                  <a:lnTo>
                    <a:pt x="503" y="11701"/>
                  </a:lnTo>
                  <a:lnTo>
                    <a:pt x="464" y="11546"/>
                  </a:lnTo>
                  <a:lnTo>
                    <a:pt x="464" y="11353"/>
                  </a:lnTo>
                  <a:lnTo>
                    <a:pt x="503" y="11199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35"/>
                  </a:lnTo>
                  <a:lnTo>
                    <a:pt x="889" y="10620"/>
                  </a:lnTo>
                  <a:lnTo>
                    <a:pt x="1043" y="10504"/>
                  </a:lnTo>
                  <a:lnTo>
                    <a:pt x="1236" y="10426"/>
                  </a:lnTo>
                  <a:lnTo>
                    <a:pt x="1429" y="10388"/>
                  </a:lnTo>
                  <a:lnTo>
                    <a:pt x="1700" y="10349"/>
                  </a:lnTo>
                  <a:lnTo>
                    <a:pt x="2279" y="10349"/>
                  </a:lnTo>
                  <a:lnTo>
                    <a:pt x="2588" y="10426"/>
                  </a:lnTo>
                  <a:lnTo>
                    <a:pt x="2858" y="10504"/>
                  </a:lnTo>
                  <a:lnTo>
                    <a:pt x="3128" y="10620"/>
                  </a:lnTo>
                  <a:lnTo>
                    <a:pt x="3630" y="10928"/>
                  </a:lnTo>
                  <a:lnTo>
                    <a:pt x="4132" y="11276"/>
                  </a:lnTo>
                  <a:lnTo>
                    <a:pt x="4634" y="11662"/>
                  </a:lnTo>
                  <a:lnTo>
                    <a:pt x="5523" y="12396"/>
                  </a:lnTo>
                  <a:lnTo>
                    <a:pt x="5870" y="12666"/>
                  </a:lnTo>
                  <a:lnTo>
                    <a:pt x="6256" y="12936"/>
                  </a:lnTo>
                  <a:lnTo>
                    <a:pt x="6681" y="13207"/>
                  </a:lnTo>
                  <a:lnTo>
                    <a:pt x="7106" y="13400"/>
                  </a:lnTo>
                  <a:lnTo>
                    <a:pt x="7530" y="13593"/>
                  </a:lnTo>
                  <a:lnTo>
                    <a:pt x="7994" y="13709"/>
                  </a:lnTo>
                  <a:lnTo>
                    <a:pt x="8419" y="13786"/>
                  </a:lnTo>
                  <a:lnTo>
                    <a:pt x="8921" y="13786"/>
                  </a:lnTo>
                  <a:lnTo>
                    <a:pt x="9345" y="13670"/>
                  </a:lnTo>
                  <a:lnTo>
                    <a:pt x="9693" y="13554"/>
                  </a:lnTo>
                  <a:lnTo>
                    <a:pt x="10040" y="13323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890" y="12473"/>
                  </a:lnTo>
                  <a:lnTo>
                    <a:pt x="11122" y="12087"/>
                  </a:lnTo>
                  <a:lnTo>
                    <a:pt x="11315" y="11739"/>
                  </a:lnTo>
                  <a:lnTo>
                    <a:pt x="11508" y="11199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6" y="9075"/>
                  </a:lnTo>
                  <a:lnTo>
                    <a:pt x="12319" y="8573"/>
                  </a:lnTo>
                  <a:lnTo>
                    <a:pt x="12589" y="8110"/>
                  </a:lnTo>
                  <a:lnTo>
                    <a:pt x="12937" y="7646"/>
                  </a:lnTo>
                  <a:lnTo>
                    <a:pt x="13245" y="7299"/>
                  </a:lnTo>
                  <a:lnTo>
                    <a:pt x="13632" y="6951"/>
                  </a:lnTo>
                  <a:lnTo>
                    <a:pt x="14018" y="6681"/>
                  </a:lnTo>
                  <a:lnTo>
                    <a:pt x="14443" y="6449"/>
                  </a:lnTo>
                  <a:lnTo>
                    <a:pt x="14867" y="6256"/>
                  </a:lnTo>
                  <a:lnTo>
                    <a:pt x="15331" y="6102"/>
                  </a:lnTo>
                  <a:lnTo>
                    <a:pt x="15794" y="5986"/>
                  </a:lnTo>
                  <a:lnTo>
                    <a:pt x="16296" y="5909"/>
                  </a:lnTo>
                  <a:lnTo>
                    <a:pt x="16875" y="5909"/>
                  </a:lnTo>
                  <a:lnTo>
                    <a:pt x="17455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565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2"/>
                  </a:lnTo>
                  <a:lnTo>
                    <a:pt x="21316" y="7608"/>
                  </a:lnTo>
                  <a:lnTo>
                    <a:pt x="21741" y="7723"/>
                  </a:lnTo>
                  <a:lnTo>
                    <a:pt x="22127" y="7762"/>
                  </a:lnTo>
                  <a:lnTo>
                    <a:pt x="22552" y="7723"/>
                  </a:lnTo>
                  <a:lnTo>
                    <a:pt x="22976" y="7646"/>
                  </a:lnTo>
                  <a:lnTo>
                    <a:pt x="23363" y="7492"/>
                  </a:lnTo>
                  <a:lnTo>
                    <a:pt x="23710" y="7260"/>
                  </a:lnTo>
                  <a:lnTo>
                    <a:pt x="24058" y="6990"/>
                  </a:lnTo>
                  <a:lnTo>
                    <a:pt x="24328" y="6642"/>
                  </a:lnTo>
                  <a:lnTo>
                    <a:pt x="24560" y="6295"/>
                  </a:lnTo>
                  <a:lnTo>
                    <a:pt x="24753" y="5909"/>
                  </a:lnTo>
                  <a:lnTo>
                    <a:pt x="24869" y="5484"/>
                  </a:lnTo>
                  <a:lnTo>
                    <a:pt x="24946" y="5059"/>
                  </a:lnTo>
                  <a:lnTo>
                    <a:pt x="24984" y="4634"/>
                  </a:lnTo>
                  <a:lnTo>
                    <a:pt x="24984" y="4171"/>
                  </a:lnTo>
                  <a:lnTo>
                    <a:pt x="24946" y="3707"/>
                  </a:lnTo>
                  <a:lnTo>
                    <a:pt x="24869" y="3283"/>
                  </a:lnTo>
                  <a:lnTo>
                    <a:pt x="24753" y="2819"/>
                  </a:lnTo>
                  <a:lnTo>
                    <a:pt x="24637" y="2395"/>
                  </a:lnTo>
                  <a:lnTo>
                    <a:pt x="24444" y="1970"/>
                  </a:lnTo>
                  <a:lnTo>
                    <a:pt x="24251" y="1545"/>
                  </a:lnTo>
                  <a:lnTo>
                    <a:pt x="24019" y="1159"/>
                  </a:lnTo>
                  <a:lnTo>
                    <a:pt x="23787" y="811"/>
                  </a:lnTo>
                  <a:lnTo>
                    <a:pt x="23942" y="348"/>
                  </a:lnTo>
                  <a:lnTo>
                    <a:pt x="23556" y="232"/>
                  </a:lnTo>
                  <a:lnTo>
                    <a:pt x="23170" y="78"/>
                  </a:lnTo>
                  <a:lnTo>
                    <a:pt x="23131" y="39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1" name="Google Shape;2211;p9"/>
            <p:cNvSpPr/>
            <p:nvPr/>
          </p:nvSpPr>
          <p:spPr>
            <a:xfrm>
              <a:off x="5955050" y="3275975"/>
              <a:ext cx="152550" cy="277075"/>
            </a:xfrm>
            <a:custGeom>
              <a:avLst/>
              <a:gdLst/>
              <a:ahLst/>
              <a:cxnLst/>
              <a:rect l="l" t="t" r="r" b="b"/>
              <a:pathLst>
                <a:path w="6102" h="11083" extrusionOk="0">
                  <a:moveTo>
                    <a:pt x="3553" y="0"/>
                  </a:moveTo>
                  <a:lnTo>
                    <a:pt x="3398" y="463"/>
                  </a:lnTo>
                  <a:lnTo>
                    <a:pt x="3746" y="656"/>
                  </a:lnTo>
                  <a:lnTo>
                    <a:pt x="4093" y="888"/>
                  </a:lnTo>
                  <a:lnTo>
                    <a:pt x="4364" y="1158"/>
                  </a:lnTo>
                  <a:lnTo>
                    <a:pt x="4634" y="1467"/>
                  </a:lnTo>
                  <a:lnTo>
                    <a:pt x="4866" y="1776"/>
                  </a:lnTo>
                  <a:lnTo>
                    <a:pt x="5059" y="2124"/>
                  </a:lnTo>
                  <a:lnTo>
                    <a:pt x="5213" y="2471"/>
                  </a:lnTo>
                  <a:lnTo>
                    <a:pt x="5368" y="2819"/>
                  </a:lnTo>
                  <a:lnTo>
                    <a:pt x="5445" y="3205"/>
                  </a:lnTo>
                  <a:lnTo>
                    <a:pt x="5522" y="3630"/>
                  </a:lnTo>
                  <a:lnTo>
                    <a:pt x="5561" y="4016"/>
                  </a:lnTo>
                  <a:lnTo>
                    <a:pt x="5561" y="4441"/>
                  </a:lnTo>
                  <a:lnTo>
                    <a:pt x="5561" y="4827"/>
                  </a:lnTo>
                  <a:lnTo>
                    <a:pt x="5522" y="5252"/>
                  </a:lnTo>
                  <a:lnTo>
                    <a:pt x="5406" y="5638"/>
                  </a:lnTo>
                  <a:lnTo>
                    <a:pt x="5290" y="6024"/>
                  </a:lnTo>
                  <a:lnTo>
                    <a:pt x="5136" y="6449"/>
                  </a:lnTo>
                  <a:lnTo>
                    <a:pt x="4943" y="6873"/>
                  </a:lnTo>
                  <a:lnTo>
                    <a:pt x="4711" y="7298"/>
                  </a:lnTo>
                  <a:lnTo>
                    <a:pt x="4480" y="7684"/>
                  </a:lnTo>
                  <a:lnTo>
                    <a:pt x="4209" y="8070"/>
                  </a:lnTo>
                  <a:lnTo>
                    <a:pt x="3900" y="8418"/>
                  </a:lnTo>
                  <a:lnTo>
                    <a:pt x="3591" y="8727"/>
                  </a:lnTo>
                  <a:lnTo>
                    <a:pt x="3244" y="9036"/>
                  </a:lnTo>
                  <a:lnTo>
                    <a:pt x="2896" y="9345"/>
                  </a:lnTo>
                  <a:lnTo>
                    <a:pt x="2549" y="9615"/>
                  </a:lnTo>
                  <a:lnTo>
                    <a:pt x="2124" y="9847"/>
                  </a:lnTo>
                  <a:lnTo>
                    <a:pt x="1738" y="10078"/>
                  </a:lnTo>
                  <a:lnTo>
                    <a:pt x="1313" y="10272"/>
                  </a:lnTo>
                  <a:lnTo>
                    <a:pt x="888" y="10426"/>
                  </a:lnTo>
                  <a:lnTo>
                    <a:pt x="464" y="10542"/>
                  </a:lnTo>
                  <a:lnTo>
                    <a:pt x="0" y="10658"/>
                  </a:lnTo>
                  <a:lnTo>
                    <a:pt x="77" y="11082"/>
                  </a:lnTo>
                  <a:lnTo>
                    <a:pt x="579" y="10967"/>
                  </a:lnTo>
                  <a:lnTo>
                    <a:pt x="1081" y="10851"/>
                  </a:lnTo>
                  <a:lnTo>
                    <a:pt x="1583" y="10696"/>
                  </a:lnTo>
                  <a:lnTo>
                    <a:pt x="2047" y="10465"/>
                  </a:lnTo>
                  <a:lnTo>
                    <a:pt x="2510" y="10233"/>
                  </a:lnTo>
                  <a:lnTo>
                    <a:pt x="2935" y="9963"/>
                  </a:lnTo>
                  <a:lnTo>
                    <a:pt x="3360" y="9654"/>
                  </a:lnTo>
                  <a:lnTo>
                    <a:pt x="3784" y="9306"/>
                  </a:lnTo>
                  <a:lnTo>
                    <a:pt x="4132" y="8959"/>
                  </a:lnTo>
                  <a:lnTo>
                    <a:pt x="4480" y="8572"/>
                  </a:lnTo>
                  <a:lnTo>
                    <a:pt x="4788" y="8148"/>
                  </a:lnTo>
                  <a:lnTo>
                    <a:pt x="5097" y="7723"/>
                  </a:lnTo>
                  <a:lnTo>
                    <a:pt x="5329" y="7260"/>
                  </a:lnTo>
                  <a:lnTo>
                    <a:pt x="5561" y="6796"/>
                  </a:lnTo>
                  <a:lnTo>
                    <a:pt x="5754" y="6294"/>
                  </a:lnTo>
                  <a:lnTo>
                    <a:pt x="5908" y="5792"/>
                  </a:lnTo>
                  <a:lnTo>
                    <a:pt x="5986" y="5367"/>
                  </a:lnTo>
                  <a:lnTo>
                    <a:pt x="6063" y="4943"/>
                  </a:lnTo>
                  <a:lnTo>
                    <a:pt x="6101" y="4518"/>
                  </a:lnTo>
                  <a:lnTo>
                    <a:pt x="6063" y="4093"/>
                  </a:lnTo>
                  <a:lnTo>
                    <a:pt x="6024" y="3668"/>
                  </a:lnTo>
                  <a:lnTo>
                    <a:pt x="5986" y="3244"/>
                  </a:lnTo>
                  <a:lnTo>
                    <a:pt x="5870" y="2858"/>
                  </a:lnTo>
                  <a:lnTo>
                    <a:pt x="5715" y="2433"/>
                  </a:lnTo>
                  <a:lnTo>
                    <a:pt x="5561" y="2047"/>
                  </a:lnTo>
                  <a:lnTo>
                    <a:pt x="5368" y="1699"/>
                  </a:lnTo>
                  <a:lnTo>
                    <a:pt x="5136" y="1352"/>
                  </a:lnTo>
                  <a:lnTo>
                    <a:pt x="4866" y="1043"/>
                  </a:lnTo>
                  <a:lnTo>
                    <a:pt x="4595" y="734"/>
                  </a:lnTo>
                  <a:lnTo>
                    <a:pt x="4286" y="463"/>
                  </a:lnTo>
                  <a:lnTo>
                    <a:pt x="3939" y="232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2" name="Google Shape;2212;p9"/>
            <p:cNvSpPr/>
            <p:nvPr/>
          </p:nvSpPr>
          <p:spPr>
            <a:xfrm>
              <a:off x="369400" y="3292375"/>
              <a:ext cx="35750" cy="31875"/>
            </a:xfrm>
            <a:custGeom>
              <a:avLst/>
              <a:gdLst/>
              <a:ahLst/>
              <a:cxnLst/>
              <a:rect l="l" t="t" r="r" b="b"/>
              <a:pathLst>
                <a:path w="1430" h="1275" extrusionOk="0">
                  <a:moveTo>
                    <a:pt x="618" y="0"/>
                  </a:moveTo>
                  <a:lnTo>
                    <a:pt x="425" y="39"/>
                  </a:lnTo>
                  <a:lnTo>
                    <a:pt x="271" y="116"/>
                  </a:lnTo>
                  <a:lnTo>
                    <a:pt x="116" y="271"/>
                  </a:lnTo>
                  <a:lnTo>
                    <a:pt x="39" y="464"/>
                  </a:lnTo>
                  <a:lnTo>
                    <a:pt x="1" y="657"/>
                  </a:lnTo>
                  <a:lnTo>
                    <a:pt x="39" y="850"/>
                  </a:lnTo>
                  <a:lnTo>
                    <a:pt x="116" y="1004"/>
                  </a:lnTo>
                  <a:lnTo>
                    <a:pt x="271" y="1159"/>
                  </a:lnTo>
                  <a:lnTo>
                    <a:pt x="425" y="1236"/>
                  </a:lnTo>
                  <a:lnTo>
                    <a:pt x="618" y="1275"/>
                  </a:lnTo>
                  <a:lnTo>
                    <a:pt x="812" y="1236"/>
                  </a:lnTo>
                  <a:lnTo>
                    <a:pt x="850" y="1198"/>
                  </a:lnTo>
                  <a:lnTo>
                    <a:pt x="889" y="1120"/>
                  </a:lnTo>
                  <a:lnTo>
                    <a:pt x="812" y="1043"/>
                  </a:lnTo>
                  <a:lnTo>
                    <a:pt x="734" y="1004"/>
                  </a:lnTo>
                  <a:lnTo>
                    <a:pt x="657" y="1004"/>
                  </a:lnTo>
                  <a:lnTo>
                    <a:pt x="541" y="966"/>
                  </a:lnTo>
                  <a:lnTo>
                    <a:pt x="464" y="889"/>
                  </a:lnTo>
                  <a:lnTo>
                    <a:pt x="425" y="811"/>
                  </a:lnTo>
                  <a:lnTo>
                    <a:pt x="387" y="696"/>
                  </a:lnTo>
                  <a:lnTo>
                    <a:pt x="425" y="618"/>
                  </a:lnTo>
                  <a:lnTo>
                    <a:pt x="464" y="502"/>
                  </a:lnTo>
                  <a:lnTo>
                    <a:pt x="541" y="425"/>
                  </a:lnTo>
                  <a:lnTo>
                    <a:pt x="618" y="387"/>
                  </a:lnTo>
                  <a:lnTo>
                    <a:pt x="812" y="387"/>
                  </a:lnTo>
                  <a:lnTo>
                    <a:pt x="927" y="464"/>
                  </a:lnTo>
                  <a:lnTo>
                    <a:pt x="1082" y="618"/>
                  </a:lnTo>
                  <a:lnTo>
                    <a:pt x="1198" y="657"/>
                  </a:lnTo>
                  <a:lnTo>
                    <a:pt x="1275" y="696"/>
                  </a:lnTo>
                  <a:lnTo>
                    <a:pt x="1352" y="696"/>
                  </a:lnTo>
                  <a:lnTo>
                    <a:pt x="1391" y="657"/>
                  </a:lnTo>
                  <a:lnTo>
                    <a:pt x="1429" y="541"/>
                  </a:lnTo>
                  <a:lnTo>
                    <a:pt x="1391" y="464"/>
                  </a:lnTo>
                  <a:lnTo>
                    <a:pt x="1352" y="348"/>
                  </a:lnTo>
                  <a:lnTo>
                    <a:pt x="1198" y="194"/>
                  </a:lnTo>
                  <a:lnTo>
                    <a:pt x="1005" y="78"/>
                  </a:lnTo>
                  <a:lnTo>
                    <a:pt x="81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3" name="Google Shape;2213;p9"/>
            <p:cNvSpPr/>
            <p:nvPr/>
          </p:nvSpPr>
          <p:spPr>
            <a:xfrm>
              <a:off x="6549700" y="3335825"/>
              <a:ext cx="85000" cy="94625"/>
            </a:xfrm>
            <a:custGeom>
              <a:avLst/>
              <a:gdLst/>
              <a:ahLst/>
              <a:cxnLst/>
              <a:rect l="l" t="t" r="r" b="b"/>
              <a:pathLst>
                <a:path w="3400" h="3785" extrusionOk="0">
                  <a:moveTo>
                    <a:pt x="78" y="0"/>
                  </a:moveTo>
                  <a:lnTo>
                    <a:pt x="1" y="77"/>
                  </a:lnTo>
                  <a:lnTo>
                    <a:pt x="1" y="116"/>
                  </a:lnTo>
                  <a:lnTo>
                    <a:pt x="349" y="888"/>
                  </a:lnTo>
                  <a:lnTo>
                    <a:pt x="812" y="1661"/>
                  </a:lnTo>
                  <a:lnTo>
                    <a:pt x="1275" y="2394"/>
                  </a:lnTo>
                  <a:lnTo>
                    <a:pt x="1739" y="3089"/>
                  </a:lnTo>
                  <a:lnTo>
                    <a:pt x="2009" y="3437"/>
                  </a:lnTo>
                  <a:lnTo>
                    <a:pt x="2202" y="3553"/>
                  </a:lnTo>
                  <a:lnTo>
                    <a:pt x="2395" y="3669"/>
                  </a:lnTo>
                  <a:lnTo>
                    <a:pt x="2588" y="3746"/>
                  </a:lnTo>
                  <a:lnTo>
                    <a:pt x="2781" y="3784"/>
                  </a:lnTo>
                  <a:lnTo>
                    <a:pt x="3013" y="3707"/>
                  </a:lnTo>
                  <a:lnTo>
                    <a:pt x="3206" y="3591"/>
                  </a:lnTo>
                  <a:lnTo>
                    <a:pt x="3322" y="3437"/>
                  </a:lnTo>
                  <a:lnTo>
                    <a:pt x="3399" y="3244"/>
                  </a:lnTo>
                  <a:lnTo>
                    <a:pt x="3399" y="3089"/>
                  </a:lnTo>
                  <a:lnTo>
                    <a:pt x="3399" y="2896"/>
                  </a:lnTo>
                  <a:lnTo>
                    <a:pt x="3360" y="2703"/>
                  </a:lnTo>
                  <a:lnTo>
                    <a:pt x="3283" y="2510"/>
                  </a:lnTo>
                  <a:lnTo>
                    <a:pt x="3129" y="2163"/>
                  </a:lnTo>
                  <a:lnTo>
                    <a:pt x="2936" y="2240"/>
                  </a:lnTo>
                  <a:lnTo>
                    <a:pt x="3052" y="2587"/>
                  </a:lnTo>
                  <a:lnTo>
                    <a:pt x="3090" y="2742"/>
                  </a:lnTo>
                  <a:lnTo>
                    <a:pt x="3129" y="2858"/>
                  </a:lnTo>
                  <a:lnTo>
                    <a:pt x="2897" y="3012"/>
                  </a:lnTo>
                  <a:lnTo>
                    <a:pt x="2665" y="3128"/>
                  </a:lnTo>
                  <a:lnTo>
                    <a:pt x="2511" y="3205"/>
                  </a:lnTo>
                  <a:lnTo>
                    <a:pt x="2318" y="3205"/>
                  </a:lnTo>
                  <a:lnTo>
                    <a:pt x="2202" y="3167"/>
                  </a:lnTo>
                  <a:lnTo>
                    <a:pt x="2048" y="3089"/>
                  </a:lnTo>
                  <a:lnTo>
                    <a:pt x="1932" y="2935"/>
                  </a:lnTo>
                  <a:lnTo>
                    <a:pt x="1855" y="2742"/>
                  </a:lnTo>
                  <a:lnTo>
                    <a:pt x="1700" y="2510"/>
                  </a:lnTo>
                  <a:lnTo>
                    <a:pt x="1082" y="1506"/>
                  </a:lnTo>
                  <a:lnTo>
                    <a:pt x="619" y="772"/>
                  </a:lnTo>
                  <a:lnTo>
                    <a:pt x="387" y="386"/>
                  </a:lnTo>
                  <a:lnTo>
                    <a:pt x="117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4" name="Google Shape;2214;p9"/>
            <p:cNvSpPr/>
            <p:nvPr/>
          </p:nvSpPr>
          <p:spPr>
            <a:xfrm>
              <a:off x="2268300" y="338120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70"/>
                  </a:lnTo>
                  <a:lnTo>
                    <a:pt x="1120" y="463"/>
                  </a:lnTo>
                  <a:lnTo>
                    <a:pt x="850" y="656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64"/>
                  </a:lnTo>
                  <a:lnTo>
                    <a:pt x="0" y="3051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90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68"/>
                  </a:lnTo>
                  <a:lnTo>
                    <a:pt x="502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815"/>
                  </a:lnTo>
                  <a:lnTo>
                    <a:pt x="888" y="1583"/>
                  </a:lnTo>
                  <a:lnTo>
                    <a:pt x="1043" y="1352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2"/>
                  </a:lnTo>
                  <a:lnTo>
                    <a:pt x="1892" y="656"/>
                  </a:lnTo>
                  <a:lnTo>
                    <a:pt x="2124" y="579"/>
                  </a:lnTo>
                  <a:lnTo>
                    <a:pt x="2433" y="541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2"/>
                  </a:lnTo>
                  <a:lnTo>
                    <a:pt x="3360" y="965"/>
                  </a:lnTo>
                  <a:lnTo>
                    <a:pt x="3514" y="1158"/>
                  </a:lnTo>
                  <a:lnTo>
                    <a:pt x="3591" y="1390"/>
                  </a:lnTo>
                  <a:lnTo>
                    <a:pt x="3668" y="1660"/>
                  </a:lnTo>
                  <a:lnTo>
                    <a:pt x="4132" y="1583"/>
                  </a:lnTo>
                  <a:lnTo>
                    <a:pt x="4016" y="1197"/>
                  </a:lnTo>
                  <a:lnTo>
                    <a:pt x="3823" y="811"/>
                  </a:lnTo>
                  <a:lnTo>
                    <a:pt x="3630" y="541"/>
                  </a:lnTo>
                  <a:lnTo>
                    <a:pt x="3398" y="270"/>
                  </a:lnTo>
                  <a:lnTo>
                    <a:pt x="3244" y="193"/>
                  </a:lnTo>
                  <a:lnTo>
                    <a:pt x="3089" y="116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5" name="Google Shape;2215;p9"/>
            <p:cNvSpPr/>
            <p:nvPr/>
          </p:nvSpPr>
          <p:spPr>
            <a:xfrm>
              <a:off x="2133125" y="3382150"/>
              <a:ext cx="437350" cy="302200"/>
            </a:xfrm>
            <a:custGeom>
              <a:avLst/>
              <a:gdLst/>
              <a:ahLst/>
              <a:cxnLst/>
              <a:rect l="l" t="t" r="r" b="b"/>
              <a:pathLst>
                <a:path w="17494" h="12088" extrusionOk="0">
                  <a:moveTo>
                    <a:pt x="12087" y="541"/>
                  </a:moveTo>
                  <a:lnTo>
                    <a:pt x="12203" y="580"/>
                  </a:lnTo>
                  <a:lnTo>
                    <a:pt x="12319" y="657"/>
                  </a:lnTo>
                  <a:lnTo>
                    <a:pt x="12628" y="889"/>
                  </a:lnTo>
                  <a:lnTo>
                    <a:pt x="12898" y="1159"/>
                  </a:lnTo>
                  <a:lnTo>
                    <a:pt x="13130" y="1507"/>
                  </a:lnTo>
                  <a:lnTo>
                    <a:pt x="13323" y="1893"/>
                  </a:lnTo>
                  <a:lnTo>
                    <a:pt x="13478" y="2279"/>
                  </a:lnTo>
                  <a:lnTo>
                    <a:pt x="13632" y="2665"/>
                  </a:lnTo>
                  <a:lnTo>
                    <a:pt x="13825" y="3476"/>
                  </a:lnTo>
                  <a:lnTo>
                    <a:pt x="13091" y="3013"/>
                  </a:lnTo>
                  <a:lnTo>
                    <a:pt x="12705" y="2781"/>
                  </a:lnTo>
                  <a:lnTo>
                    <a:pt x="12358" y="2511"/>
                  </a:lnTo>
                  <a:lnTo>
                    <a:pt x="12010" y="2124"/>
                  </a:lnTo>
                  <a:lnTo>
                    <a:pt x="11817" y="1931"/>
                  </a:lnTo>
                  <a:lnTo>
                    <a:pt x="11663" y="1738"/>
                  </a:lnTo>
                  <a:lnTo>
                    <a:pt x="11508" y="1429"/>
                  </a:lnTo>
                  <a:lnTo>
                    <a:pt x="11431" y="1082"/>
                  </a:lnTo>
                  <a:lnTo>
                    <a:pt x="11663" y="734"/>
                  </a:lnTo>
                  <a:lnTo>
                    <a:pt x="11779" y="618"/>
                  </a:lnTo>
                  <a:lnTo>
                    <a:pt x="11856" y="541"/>
                  </a:lnTo>
                  <a:close/>
                  <a:moveTo>
                    <a:pt x="16296" y="1622"/>
                  </a:moveTo>
                  <a:lnTo>
                    <a:pt x="16412" y="1661"/>
                  </a:lnTo>
                  <a:lnTo>
                    <a:pt x="16490" y="1738"/>
                  </a:lnTo>
                  <a:lnTo>
                    <a:pt x="16567" y="1854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56"/>
                  </a:lnTo>
                  <a:lnTo>
                    <a:pt x="16605" y="2511"/>
                  </a:lnTo>
                  <a:lnTo>
                    <a:pt x="16528" y="2704"/>
                  </a:lnTo>
                  <a:lnTo>
                    <a:pt x="16412" y="2820"/>
                  </a:lnTo>
                  <a:lnTo>
                    <a:pt x="16296" y="2974"/>
                  </a:lnTo>
                  <a:lnTo>
                    <a:pt x="15949" y="3206"/>
                  </a:lnTo>
                  <a:lnTo>
                    <a:pt x="15563" y="3399"/>
                  </a:lnTo>
                  <a:lnTo>
                    <a:pt x="15138" y="3553"/>
                  </a:lnTo>
                  <a:lnTo>
                    <a:pt x="14713" y="3669"/>
                  </a:lnTo>
                  <a:lnTo>
                    <a:pt x="14366" y="3746"/>
                  </a:lnTo>
                  <a:lnTo>
                    <a:pt x="14482" y="3360"/>
                  </a:lnTo>
                  <a:lnTo>
                    <a:pt x="14636" y="2974"/>
                  </a:lnTo>
                  <a:lnTo>
                    <a:pt x="14829" y="2626"/>
                  </a:lnTo>
                  <a:lnTo>
                    <a:pt x="15099" y="2279"/>
                  </a:lnTo>
                  <a:lnTo>
                    <a:pt x="15408" y="1970"/>
                  </a:lnTo>
                  <a:lnTo>
                    <a:pt x="15640" y="1816"/>
                  </a:lnTo>
                  <a:lnTo>
                    <a:pt x="15872" y="1700"/>
                  </a:lnTo>
                  <a:lnTo>
                    <a:pt x="16103" y="1622"/>
                  </a:lnTo>
                  <a:close/>
                  <a:moveTo>
                    <a:pt x="13864" y="4287"/>
                  </a:moveTo>
                  <a:lnTo>
                    <a:pt x="13671" y="4557"/>
                  </a:lnTo>
                  <a:lnTo>
                    <a:pt x="13478" y="4789"/>
                  </a:lnTo>
                  <a:lnTo>
                    <a:pt x="13246" y="5021"/>
                  </a:lnTo>
                  <a:lnTo>
                    <a:pt x="13014" y="5252"/>
                  </a:lnTo>
                  <a:lnTo>
                    <a:pt x="12667" y="5484"/>
                  </a:lnTo>
                  <a:lnTo>
                    <a:pt x="12165" y="5793"/>
                  </a:lnTo>
                  <a:lnTo>
                    <a:pt x="11894" y="5909"/>
                  </a:lnTo>
                  <a:lnTo>
                    <a:pt x="11624" y="5986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5" y="5870"/>
                  </a:lnTo>
                  <a:lnTo>
                    <a:pt x="10968" y="5793"/>
                  </a:lnTo>
                  <a:lnTo>
                    <a:pt x="10929" y="5716"/>
                  </a:lnTo>
                  <a:lnTo>
                    <a:pt x="10890" y="5638"/>
                  </a:lnTo>
                  <a:lnTo>
                    <a:pt x="10890" y="5445"/>
                  </a:lnTo>
                  <a:lnTo>
                    <a:pt x="10968" y="5291"/>
                  </a:lnTo>
                  <a:lnTo>
                    <a:pt x="11122" y="5098"/>
                  </a:lnTo>
                  <a:lnTo>
                    <a:pt x="11277" y="4982"/>
                  </a:lnTo>
                  <a:lnTo>
                    <a:pt x="11547" y="4750"/>
                  </a:lnTo>
                  <a:lnTo>
                    <a:pt x="11817" y="4673"/>
                  </a:lnTo>
                  <a:lnTo>
                    <a:pt x="12087" y="4557"/>
                  </a:lnTo>
                  <a:lnTo>
                    <a:pt x="12628" y="4480"/>
                  </a:lnTo>
                  <a:lnTo>
                    <a:pt x="13246" y="4403"/>
                  </a:lnTo>
                  <a:lnTo>
                    <a:pt x="13555" y="4364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96"/>
                  </a:lnTo>
                  <a:lnTo>
                    <a:pt x="15408" y="4789"/>
                  </a:lnTo>
                  <a:lnTo>
                    <a:pt x="15717" y="4982"/>
                  </a:lnTo>
                  <a:lnTo>
                    <a:pt x="15910" y="5136"/>
                  </a:lnTo>
                  <a:lnTo>
                    <a:pt x="16142" y="5407"/>
                  </a:lnTo>
                  <a:lnTo>
                    <a:pt x="16412" y="5677"/>
                  </a:lnTo>
                  <a:lnTo>
                    <a:pt x="16644" y="6025"/>
                  </a:lnTo>
                  <a:lnTo>
                    <a:pt x="16876" y="6333"/>
                  </a:lnTo>
                  <a:lnTo>
                    <a:pt x="16992" y="6681"/>
                  </a:lnTo>
                  <a:lnTo>
                    <a:pt x="16992" y="6835"/>
                  </a:lnTo>
                  <a:lnTo>
                    <a:pt x="16992" y="6990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374" y="7337"/>
                  </a:lnTo>
                  <a:lnTo>
                    <a:pt x="16142" y="7222"/>
                  </a:lnTo>
                  <a:lnTo>
                    <a:pt x="15872" y="7029"/>
                  </a:lnTo>
                  <a:lnTo>
                    <a:pt x="15601" y="6835"/>
                  </a:lnTo>
                  <a:lnTo>
                    <a:pt x="15370" y="6565"/>
                  </a:lnTo>
                  <a:lnTo>
                    <a:pt x="15061" y="6179"/>
                  </a:lnTo>
                  <a:lnTo>
                    <a:pt x="14829" y="5716"/>
                  </a:lnTo>
                  <a:lnTo>
                    <a:pt x="14636" y="5252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78"/>
                  </a:lnTo>
                  <a:lnTo>
                    <a:pt x="11470" y="116"/>
                  </a:lnTo>
                  <a:lnTo>
                    <a:pt x="11354" y="232"/>
                  </a:lnTo>
                  <a:lnTo>
                    <a:pt x="11161" y="425"/>
                  </a:lnTo>
                  <a:lnTo>
                    <a:pt x="11006" y="618"/>
                  </a:lnTo>
                  <a:lnTo>
                    <a:pt x="10929" y="812"/>
                  </a:lnTo>
                  <a:lnTo>
                    <a:pt x="10929" y="1043"/>
                  </a:lnTo>
                  <a:lnTo>
                    <a:pt x="10929" y="1236"/>
                  </a:lnTo>
                  <a:lnTo>
                    <a:pt x="11006" y="1468"/>
                  </a:lnTo>
                  <a:lnTo>
                    <a:pt x="11083" y="1700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2" y="2742"/>
                  </a:lnTo>
                  <a:lnTo>
                    <a:pt x="12396" y="3090"/>
                  </a:lnTo>
                  <a:lnTo>
                    <a:pt x="12860" y="3437"/>
                  </a:lnTo>
                  <a:lnTo>
                    <a:pt x="12860" y="3437"/>
                  </a:lnTo>
                  <a:lnTo>
                    <a:pt x="12049" y="3322"/>
                  </a:lnTo>
                  <a:lnTo>
                    <a:pt x="11199" y="3283"/>
                  </a:lnTo>
                  <a:lnTo>
                    <a:pt x="10388" y="3360"/>
                  </a:lnTo>
                  <a:lnTo>
                    <a:pt x="9616" y="3476"/>
                  </a:lnTo>
                  <a:lnTo>
                    <a:pt x="9655" y="3013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45"/>
                  </a:lnTo>
                  <a:lnTo>
                    <a:pt x="9075" y="1622"/>
                  </a:lnTo>
                  <a:lnTo>
                    <a:pt x="9153" y="2124"/>
                  </a:lnTo>
                  <a:lnTo>
                    <a:pt x="9153" y="2626"/>
                  </a:lnTo>
                  <a:lnTo>
                    <a:pt x="9153" y="3090"/>
                  </a:lnTo>
                  <a:lnTo>
                    <a:pt x="9075" y="3515"/>
                  </a:lnTo>
                  <a:lnTo>
                    <a:pt x="9075" y="3630"/>
                  </a:lnTo>
                  <a:lnTo>
                    <a:pt x="8226" y="3901"/>
                  </a:lnTo>
                  <a:lnTo>
                    <a:pt x="7415" y="4287"/>
                  </a:lnTo>
                  <a:lnTo>
                    <a:pt x="6604" y="4750"/>
                  </a:lnTo>
                  <a:lnTo>
                    <a:pt x="5832" y="5252"/>
                  </a:lnTo>
                  <a:lnTo>
                    <a:pt x="5407" y="5252"/>
                  </a:lnTo>
                  <a:lnTo>
                    <a:pt x="5407" y="5561"/>
                  </a:lnTo>
                  <a:lnTo>
                    <a:pt x="4596" y="6218"/>
                  </a:lnTo>
                  <a:lnTo>
                    <a:pt x="3824" y="6951"/>
                  </a:lnTo>
                  <a:lnTo>
                    <a:pt x="3090" y="7724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56"/>
                  </a:lnTo>
                  <a:lnTo>
                    <a:pt x="542" y="10967"/>
                  </a:lnTo>
                  <a:lnTo>
                    <a:pt x="1" y="11817"/>
                  </a:lnTo>
                  <a:lnTo>
                    <a:pt x="349" y="12087"/>
                  </a:lnTo>
                  <a:lnTo>
                    <a:pt x="1546" y="10542"/>
                  </a:lnTo>
                  <a:lnTo>
                    <a:pt x="2743" y="8998"/>
                  </a:lnTo>
                  <a:lnTo>
                    <a:pt x="3360" y="8226"/>
                  </a:lnTo>
                  <a:lnTo>
                    <a:pt x="4017" y="7531"/>
                  </a:lnTo>
                  <a:lnTo>
                    <a:pt x="4712" y="6835"/>
                  </a:lnTo>
                  <a:lnTo>
                    <a:pt x="5484" y="6179"/>
                  </a:lnTo>
                  <a:lnTo>
                    <a:pt x="6257" y="5600"/>
                  </a:lnTo>
                  <a:lnTo>
                    <a:pt x="7106" y="5059"/>
                  </a:lnTo>
                  <a:lnTo>
                    <a:pt x="7994" y="4634"/>
                  </a:lnTo>
                  <a:lnTo>
                    <a:pt x="8458" y="4441"/>
                  </a:lnTo>
                  <a:lnTo>
                    <a:pt x="8921" y="4287"/>
                  </a:lnTo>
                  <a:lnTo>
                    <a:pt x="9423" y="4132"/>
                  </a:lnTo>
                  <a:lnTo>
                    <a:pt x="9886" y="4017"/>
                  </a:lnTo>
                  <a:lnTo>
                    <a:pt x="10388" y="3939"/>
                  </a:lnTo>
                  <a:lnTo>
                    <a:pt x="10852" y="3862"/>
                  </a:lnTo>
                  <a:lnTo>
                    <a:pt x="11354" y="3823"/>
                  </a:lnTo>
                  <a:lnTo>
                    <a:pt x="11856" y="3823"/>
                  </a:lnTo>
                  <a:lnTo>
                    <a:pt x="12358" y="3862"/>
                  </a:lnTo>
                  <a:lnTo>
                    <a:pt x="12860" y="3939"/>
                  </a:lnTo>
                  <a:lnTo>
                    <a:pt x="12358" y="4017"/>
                  </a:lnTo>
                  <a:lnTo>
                    <a:pt x="11856" y="4132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57"/>
                  </a:lnTo>
                  <a:lnTo>
                    <a:pt x="10852" y="4712"/>
                  </a:lnTo>
                  <a:lnTo>
                    <a:pt x="10697" y="4866"/>
                  </a:lnTo>
                  <a:lnTo>
                    <a:pt x="10543" y="5098"/>
                  </a:lnTo>
                  <a:lnTo>
                    <a:pt x="10466" y="5291"/>
                  </a:lnTo>
                  <a:lnTo>
                    <a:pt x="10388" y="5523"/>
                  </a:lnTo>
                  <a:lnTo>
                    <a:pt x="10388" y="5754"/>
                  </a:lnTo>
                  <a:lnTo>
                    <a:pt x="10427" y="5986"/>
                  </a:lnTo>
                  <a:lnTo>
                    <a:pt x="10581" y="6179"/>
                  </a:lnTo>
                  <a:lnTo>
                    <a:pt x="10659" y="6256"/>
                  </a:lnTo>
                  <a:lnTo>
                    <a:pt x="10775" y="6333"/>
                  </a:lnTo>
                  <a:lnTo>
                    <a:pt x="11006" y="6449"/>
                  </a:lnTo>
                  <a:lnTo>
                    <a:pt x="11585" y="6449"/>
                  </a:lnTo>
                  <a:lnTo>
                    <a:pt x="11894" y="6372"/>
                  </a:lnTo>
                  <a:lnTo>
                    <a:pt x="12165" y="6295"/>
                  </a:lnTo>
                  <a:lnTo>
                    <a:pt x="12628" y="6063"/>
                  </a:lnTo>
                  <a:lnTo>
                    <a:pt x="13053" y="5831"/>
                  </a:lnTo>
                  <a:lnTo>
                    <a:pt x="13439" y="5523"/>
                  </a:lnTo>
                  <a:lnTo>
                    <a:pt x="13400" y="5561"/>
                  </a:lnTo>
                  <a:lnTo>
                    <a:pt x="13786" y="5716"/>
                  </a:lnTo>
                  <a:lnTo>
                    <a:pt x="14057" y="4866"/>
                  </a:lnTo>
                  <a:lnTo>
                    <a:pt x="14211" y="5407"/>
                  </a:lnTo>
                  <a:lnTo>
                    <a:pt x="14404" y="5947"/>
                  </a:lnTo>
                  <a:lnTo>
                    <a:pt x="14675" y="6411"/>
                  </a:lnTo>
                  <a:lnTo>
                    <a:pt x="14984" y="6874"/>
                  </a:lnTo>
                  <a:lnTo>
                    <a:pt x="15177" y="7067"/>
                  </a:lnTo>
                  <a:lnTo>
                    <a:pt x="15408" y="7299"/>
                  </a:lnTo>
                  <a:lnTo>
                    <a:pt x="15679" y="7492"/>
                  </a:lnTo>
                  <a:lnTo>
                    <a:pt x="15988" y="7685"/>
                  </a:lnTo>
                  <a:lnTo>
                    <a:pt x="16296" y="7801"/>
                  </a:lnTo>
                  <a:lnTo>
                    <a:pt x="16605" y="7878"/>
                  </a:lnTo>
                  <a:lnTo>
                    <a:pt x="16876" y="7878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46"/>
                  </a:lnTo>
                  <a:lnTo>
                    <a:pt x="17378" y="7531"/>
                  </a:lnTo>
                  <a:lnTo>
                    <a:pt x="17416" y="7415"/>
                  </a:lnTo>
                  <a:lnTo>
                    <a:pt x="17455" y="7260"/>
                  </a:lnTo>
                  <a:lnTo>
                    <a:pt x="17494" y="6951"/>
                  </a:lnTo>
                  <a:lnTo>
                    <a:pt x="17416" y="6642"/>
                  </a:lnTo>
                  <a:lnTo>
                    <a:pt x="17300" y="6295"/>
                  </a:lnTo>
                  <a:lnTo>
                    <a:pt x="17185" y="5986"/>
                  </a:lnTo>
                  <a:lnTo>
                    <a:pt x="17030" y="5716"/>
                  </a:lnTo>
                  <a:lnTo>
                    <a:pt x="16876" y="5484"/>
                  </a:lnTo>
                  <a:lnTo>
                    <a:pt x="16683" y="5252"/>
                  </a:lnTo>
                  <a:lnTo>
                    <a:pt x="16490" y="5021"/>
                  </a:lnTo>
                  <a:lnTo>
                    <a:pt x="16258" y="4827"/>
                  </a:lnTo>
                  <a:lnTo>
                    <a:pt x="16026" y="4634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39"/>
                  </a:lnTo>
                  <a:lnTo>
                    <a:pt x="15833" y="3746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90"/>
                  </a:lnTo>
                  <a:lnTo>
                    <a:pt x="16914" y="2897"/>
                  </a:lnTo>
                  <a:lnTo>
                    <a:pt x="17030" y="2665"/>
                  </a:lnTo>
                  <a:lnTo>
                    <a:pt x="17107" y="2433"/>
                  </a:lnTo>
                  <a:lnTo>
                    <a:pt x="17146" y="2202"/>
                  </a:lnTo>
                  <a:lnTo>
                    <a:pt x="17107" y="1931"/>
                  </a:lnTo>
                  <a:lnTo>
                    <a:pt x="17069" y="1700"/>
                  </a:lnTo>
                  <a:lnTo>
                    <a:pt x="16914" y="1507"/>
                  </a:lnTo>
                  <a:lnTo>
                    <a:pt x="16760" y="1352"/>
                  </a:lnTo>
                  <a:lnTo>
                    <a:pt x="16567" y="1236"/>
                  </a:lnTo>
                  <a:lnTo>
                    <a:pt x="16335" y="1159"/>
                  </a:lnTo>
                  <a:lnTo>
                    <a:pt x="16103" y="1159"/>
                  </a:lnTo>
                  <a:lnTo>
                    <a:pt x="15910" y="1198"/>
                  </a:lnTo>
                  <a:lnTo>
                    <a:pt x="15679" y="1275"/>
                  </a:lnTo>
                  <a:lnTo>
                    <a:pt x="15447" y="1352"/>
                  </a:lnTo>
                  <a:lnTo>
                    <a:pt x="15254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7" y="2588"/>
                  </a:lnTo>
                  <a:lnTo>
                    <a:pt x="14095" y="3013"/>
                  </a:lnTo>
                  <a:lnTo>
                    <a:pt x="13980" y="2472"/>
                  </a:lnTo>
                  <a:lnTo>
                    <a:pt x="13748" y="1893"/>
                  </a:lnTo>
                  <a:lnTo>
                    <a:pt x="13516" y="1352"/>
                  </a:lnTo>
                  <a:lnTo>
                    <a:pt x="13169" y="889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8" y="155"/>
                  </a:lnTo>
                  <a:lnTo>
                    <a:pt x="12087" y="39"/>
                  </a:lnTo>
                  <a:lnTo>
                    <a:pt x="118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6" name="Google Shape;2216;p9"/>
            <p:cNvSpPr/>
            <p:nvPr/>
          </p:nvSpPr>
          <p:spPr>
            <a:xfrm>
              <a:off x="2737450" y="3395675"/>
              <a:ext cx="459550" cy="296375"/>
            </a:xfrm>
            <a:custGeom>
              <a:avLst/>
              <a:gdLst/>
              <a:ahLst/>
              <a:cxnLst/>
              <a:rect l="l" t="t" r="r" b="b"/>
              <a:pathLst>
                <a:path w="18382" h="11855" extrusionOk="0">
                  <a:moveTo>
                    <a:pt x="17648" y="2935"/>
                  </a:moveTo>
                  <a:lnTo>
                    <a:pt x="17725" y="2974"/>
                  </a:lnTo>
                  <a:lnTo>
                    <a:pt x="17802" y="3051"/>
                  </a:lnTo>
                  <a:lnTo>
                    <a:pt x="17841" y="3128"/>
                  </a:lnTo>
                  <a:lnTo>
                    <a:pt x="17880" y="3321"/>
                  </a:lnTo>
                  <a:lnTo>
                    <a:pt x="17918" y="3553"/>
                  </a:lnTo>
                  <a:lnTo>
                    <a:pt x="17880" y="3746"/>
                  </a:lnTo>
                  <a:lnTo>
                    <a:pt x="17764" y="3939"/>
                  </a:lnTo>
                  <a:lnTo>
                    <a:pt x="17648" y="4132"/>
                  </a:lnTo>
                  <a:lnTo>
                    <a:pt x="17300" y="4402"/>
                  </a:lnTo>
                  <a:lnTo>
                    <a:pt x="17030" y="4595"/>
                  </a:lnTo>
                  <a:lnTo>
                    <a:pt x="16721" y="4750"/>
                  </a:lnTo>
                  <a:lnTo>
                    <a:pt x="16412" y="4866"/>
                  </a:lnTo>
                  <a:lnTo>
                    <a:pt x="16065" y="4943"/>
                  </a:lnTo>
                  <a:lnTo>
                    <a:pt x="16181" y="4364"/>
                  </a:lnTo>
                  <a:lnTo>
                    <a:pt x="16296" y="4055"/>
                  </a:lnTo>
                  <a:lnTo>
                    <a:pt x="16412" y="3784"/>
                  </a:lnTo>
                  <a:lnTo>
                    <a:pt x="16528" y="3514"/>
                  </a:lnTo>
                  <a:lnTo>
                    <a:pt x="16721" y="3282"/>
                  </a:lnTo>
                  <a:lnTo>
                    <a:pt x="16953" y="3128"/>
                  </a:lnTo>
                  <a:lnTo>
                    <a:pt x="17223" y="2974"/>
                  </a:lnTo>
                  <a:lnTo>
                    <a:pt x="17493" y="2935"/>
                  </a:lnTo>
                  <a:close/>
                  <a:moveTo>
                    <a:pt x="14211" y="4866"/>
                  </a:moveTo>
                  <a:lnTo>
                    <a:pt x="14481" y="4904"/>
                  </a:lnTo>
                  <a:lnTo>
                    <a:pt x="14752" y="4982"/>
                  </a:lnTo>
                  <a:lnTo>
                    <a:pt x="15022" y="5059"/>
                  </a:lnTo>
                  <a:lnTo>
                    <a:pt x="15254" y="5175"/>
                  </a:lnTo>
                  <a:lnTo>
                    <a:pt x="15177" y="5329"/>
                  </a:lnTo>
                  <a:lnTo>
                    <a:pt x="14752" y="5522"/>
                  </a:lnTo>
                  <a:lnTo>
                    <a:pt x="14288" y="5677"/>
                  </a:lnTo>
                  <a:lnTo>
                    <a:pt x="14018" y="5715"/>
                  </a:lnTo>
                  <a:lnTo>
                    <a:pt x="13748" y="5754"/>
                  </a:lnTo>
                  <a:lnTo>
                    <a:pt x="13477" y="5754"/>
                  </a:lnTo>
                  <a:lnTo>
                    <a:pt x="13169" y="5677"/>
                  </a:lnTo>
                  <a:lnTo>
                    <a:pt x="13053" y="5677"/>
                  </a:lnTo>
                  <a:lnTo>
                    <a:pt x="12975" y="5599"/>
                  </a:lnTo>
                  <a:lnTo>
                    <a:pt x="12975" y="5484"/>
                  </a:lnTo>
                  <a:lnTo>
                    <a:pt x="13053" y="5368"/>
                  </a:lnTo>
                  <a:lnTo>
                    <a:pt x="13091" y="5136"/>
                  </a:lnTo>
                  <a:lnTo>
                    <a:pt x="13169" y="5020"/>
                  </a:lnTo>
                  <a:lnTo>
                    <a:pt x="13323" y="4943"/>
                  </a:lnTo>
                  <a:lnTo>
                    <a:pt x="13555" y="4904"/>
                  </a:lnTo>
                  <a:lnTo>
                    <a:pt x="13864" y="4866"/>
                  </a:lnTo>
                  <a:close/>
                  <a:moveTo>
                    <a:pt x="15756" y="5522"/>
                  </a:moveTo>
                  <a:lnTo>
                    <a:pt x="16374" y="5831"/>
                  </a:lnTo>
                  <a:lnTo>
                    <a:pt x="16644" y="5986"/>
                  </a:lnTo>
                  <a:lnTo>
                    <a:pt x="16953" y="6179"/>
                  </a:lnTo>
                  <a:lnTo>
                    <a:pt x="17185" y="6372"/>
                  </a:lnTo>
                  <a:lnTo>
                    <a:pt x="17416" y="6603"/>
                  </a:lnTo>
                  <a:lnTo>
                    <a:pt x="17571" y="6912"/>
                  </a:lnTo>
                  <a:lnTo>
                    <a:pt x="17609" y="7067"/>
                  </a:lnTo>
                  <a:lnTo>
                    <a:pt x="17609" y="7221"/>
                  </a:lnTo>
                  <a:lnTo>
                    <a:pt x="17609" y="7453"/>
                  </a:lnTo>
                  <a:lnTo>
                    <a:pt x="17532" y="7569"/>
                  </a:lnTo>
                  <a:lnTo>
                    <a:pt x="17455" y="7685"/>
                  </a:lnTo>
                  <a:lnTo>
                    <a:pt x="17300" y="7723"/>
                  </a:lnTo>
                  <a:lnTo>
                    <a:pt x="17146" y="7723"/>
                  </a:lnTo>
                  <a:lnTo>
                    <a:pt x="16953" y="7685"/>
                  </a:lnTo>
                  <a:lnTo>
                    <a:pt x="16798" y="7607"/>
                  </a:lnTo>
                  <a:lnTo>
                    <a:pt x="16644" y="7492"/>
                  </a:lnTo>
                  <a:lnTo>
                    <a:pt x="16412" y="7183"/>
                  </a:lnTo>
                  <a:lnTo>
                    <a:pt x="16181" y="6796"/>
                  </a:lnTo>
                  <a:lnTo>
                    <a:pt x="16026" y="6488"/>
                  </a:lnTo>
                  <a:lnTo>
                    <a:pt x="15910" y="6179"/>
                  </a:lnTo>
                  <a:lnTo>
                    <a:pt x="15833" y="5831"/>
                  </a:lnTo>
                  <a:lnTo>
                    <a:pt x="15756" y="5522"/>
                  </a:lnTo>
                  <a:close/>
                  <a:moveTo>
                    <a:pt x="4944" y="464"/>
                  </a:moveTo>
                  <a:lnTo>
                    <a:pt x="5561" y="502"/>
                  </a:lnTo>
                  <a:lnTo>
                    <a:pt x="6141" y="657"/>
                  </a:lnTo>
                  <a:lnTo>
                    <a:pt x="6681" y="888"/>
                  </a:lnTo>
                  <a:lnTo>
                    <a:pt x="7222" y="1197"/>
                  </a:lnTo>
                  <a:lnTo>
                    <a:pt x="7685" y="1545"/>
                  </a:lnTo>
                  <a:lnTo>
                    <a:pt x="8149" y="1970"/>
                  </a:lnTo>
                  <a:lnTo>
                    <a:pt x="8496" y="2394"/>
                  </a:lnTo>
                  <a:lnTo>
                    <a:pt x="8766" y="2781"/>
                  </a:lnTo>
                  <a:lnTo>
                    <a:pt x="9037" y="3205"/>
                  </a:lnTo>
                  <a:lnTo>
                    <a:pt x="9268" y="3669"/>
                  </a:lnTo>
                  <a:lnTo>
                    <a:pt x="9693" y="4595"/>
                  </a:lnTo>
                  <a:lnTo>
                    <a:pt x="10079" y="5522"/>
                  </a:lnTo>
                  <a:lnTo>
                    <a:pt x="10272" y="5908"/>
                  </a:lnTo>
                  <a:lnTo>
                    <a:pt x="10504" y="6294"/>
                  </a:lnTo>
                  <a:lnTo>
                    <a:pt x="10736" y="6642"/>
                  </a:lnTo>
                  <a:lnTo>
                    <a:pt x="11006" y="6912"/>
                  </a:lnTo>
                  <a:lnTo>
                    <a:pt x="11354" y="7183"/>
                  </a:lnTo>
                  <a:lnTo>
                    <a:pt x="11701" y="7376"/>
                  </a:lnTo>
                  <a:lnTo>
                    <a:pt x="12087" y="7492"/>
                  </a:lnTo>
                  <a:lnTo>
                    <a:pt x="12551" y="7569"/>
                  </a:lnTo>
                  <a:lnTo>
                    <a:pt x="12898" y="7530"/>
                  </a:lnTo>
                  <a:lnTo>
                    <a:pt x="13207" y="7492"/>
                  </a:lnTo>
                  <a:lnTo>
                    <a:pt x="13516" y="7414"/>
                  </a:lnTo>
                  <a:lnTo>
                    <a:pt x="13825" y="7260"/>
                  </a:lnTo>
                  <a:lnTo>
                    <a:pt x="14095" y="7105"/>
                  </a:lnTo>
                  <a:lnTo>
                    <a:pt x="14366" y="6951"/>
                  </a:lnTo>
                  <a:lnTo>
                    <a:pt x="14597" y="6719"/>
                  </a:lnTo>
                  <a:lnTo>
                    <a:pt x="14829" y="6488"/>
                  </a:lnTo>
                  <a:lnTo>
                    <a:pt x="14404" y="7221"/>
                  </a:lnTo>
                  <a:lnTo>
                    <a:pt x="13941" y="7878"/>
                  </a:lnTo>
                  <a:lnTo>
                    <a:pt x="13439" y="8534"/>
                  </a:lnTo>
                  <a:lnTo>
                    <a:pt x="12860" y="9113"/>
                  </a:lnTo>
                  <a:lnTo>
                    <a:pt x="12242" y="9615"/>
                  </a:lnTo>
                  <a:lnTo>
                    <a:pt x="11547" y="10079"/>
                  </a:lnTo>
                  <a:lnTo>
                    <a:pt x="10813" y="10503"/>
                  </a:lnTo>
                  <a:lnTo>
                    <a:pt x="10041" y="10812"/>
                  </a:lnTo>
                  <a:lnTo>
                    <a:pt x="9462" y="11005"/>
                  </a:lnTo>
                  <a:lnTo>
                    <a:pt x="8882" y="11160"/>
                  </a:lnTo>
                  <a:lnTo>
                    <a:pt x="8303" y="11276"/>
                  </a:lnTo>
                  <a:lnTo>
                    <a:pt x="7724" y="11314"/>
                  </a:lnTo>
                  <a:lnTo>
                    <a:pt x="7145" y="11353"/>
                  </a:lnTo>
                  <a:lnTo>
                    <a:pt x="6604" y="11314"/>
                  </a:lnTo>
                  <a:lnTo>
                    <a:pt x="6025" y="11237"/>
                  </a:lnTo>
                  <a:lnTo>
                    <a:pt x="5484" y="11121"/>
                  </a:lnTo>
                  <a:lnTo>
                    <a:pt x="4944" y="10967"/>
                  </a:lnTo>
                  <a:lnTo>
                    <a:pt x="4442" y="10735"/>
                  </a:lnTo>
                  <a:lnTo>
                    <a:pt x="3940" y="10503"/>
                  </a:lnTo>
                  <a:lnTo>
                    <a:pt x="3476" y="10195"/>
                  </a:lnTo>
                  <a:lnTo>
                    <a:pt x="3013" y="9847"/>
                  </a:lnTo>
                  <a:lnTo>
                    <a:pt x="2549" y="9461"/>
                  </a:lnTo>
                  <a:lnTo>
                    <a:pt x="2163" y="9036"/>
                  </a:lnTo>
                  <a:lnTo>
                    <a:pt x="1777" y="8573"/>
                  </a:lnTo>
                  <a:lnTo>
                    <a:pt x="1430" y="8032"/>
                  </a:lnTo>
                  <a:lnTo>
                    <a:pt x="1121" y="7492"/>
                  </a:lnTo>
                  <a:lnTo>
                    <a:pt x="850" y="6912"/>
                  </a:lnTo>
                  <a:lnTo>
                    <a:pt x="657" y="6333"/>
                  </a:lnTo>
                  <a:lnTo>
                    <a:pt x="503" y="5754"/>
                  </a:lnTo>
                  <a:lnTo>
                    <a:pt x="426" y="5136"/>
                  </a:lnTo>
                  <a:lnTo>
                    <a:pt x="426" y="4518"/>
                  </a:lnTo>
                  <a:lnTo>
                    <a:pt x="503" y="3862"/>
                  </a:lnTo>
                  <a:lnTo>
                    <a:pt x="696" y="3282"/>
                  </a:lnTo>
                  <a:lnTo>
                    <a:pt x="928" y="2742"/>
                  </a:lnTo>
                  <a:lnTo>
                    <a:pt x="1275" y="2240"/>
                  </a:lnTo>
                  <a:lnTo>
                    <a:pt x="1661" y="1777"/>
                  </a:lnTo>
                  <a:lnTo>
                    <a:pt x="2086" y="1352"/>
                  </a:lnTo>
                  <a:lnTo>
                    <a:pt x="2588" y="1043"/>
                  </a:lnTo>
                  <a:lnTo>
                    <a:pt x="3129" y="773"/>
                  </a:lnTo>
                  <a:lnTo>
                    <a:pt x="3708" y="579"/>
                  </a:lnTo>
                  <a:lnTo>
                    <a:pt x="4326" y="464"/>
                  </a:lnTo>
                  <a:close/>
                  <a:moveTo>
                    <a:pt x="4519" y="0"/>
                  </a:moveTo>
                  <a:lnTo>
                    <a:pt x="4249" y="39"/>
                  </a:lnTo>
                  <a:lnTo>
                    <a:pt x="3901" y="77"/>
                  </a:lnTo>
                  <a:lnTo>
                    <a:pt x="3515" y="155"/>
                  </a:lnTo>
                  <a:lnTo>
                    <a:pt x="3167" y="271"/>
                  </a:lnTo>
                  <a:lnTo>
                    <a:pt x="2820" y="425"/>
                  </a:lnTo>
                  <a:lnTo>
                    <a:pt x="2472" y="579"/>
                  </a:lnTo>
                  <a:lnTo>
                    <a:pt x="2125" y="773"/>
                  </a:lnTo>
                  <a:lnTo>
                    <a:pt x="1777" y="1043"/>
                  </a:lnTo>
                  <a:lnTo>
                    <a:pt x="1468" y="1313"/>
                  </a:lnTo>
                  <a:lnTo>
                    <a:pt x="1082" y="1699"/>
                  </a:lnTo>
                  <a:lnTo>
                    <a:pt x="773" y="2163"/>
                  </a:lnTo>
                  <a:lnTo>
                    <a:pt x="503" y="2626"/>
                  </a:lnTo>
                  <a:lnTo>
                    <a:pt x="310" y="3089"/>
                  </a:lnTo>
                  <a:lnTo>
                    <a:pt x="155" y="3591"/>
                  </a:lnTo>
                  <a:lnTo>
                    <a:pt x="40" y="4093"/>
                  </a:lnTo>
                  <a:lnTo>
                    <a:pt x="1" y="4595"/>
                  </a:lnTo>
                  <a:lnTo>
                    <a:pt x="1" y="5136"/>
                  </a:lnTo>
                  <a:lnTo>
                    <a:pt x="78" y="5638"/>
                  </a:lnTo>
                  <a:lnTo>
                    <a:pt x="155" y="6179"/>
                  </a:lnTo>
                  <a:lnTo>
                    <a:pt x="310" y="6681"/>
                  </a:lnTo>
                  <a:lnTo>
                    <a:pt x="464" y="7183"/>
                  </a:lnTo>
                  <a:lnTo>
                    <a:pt x="696" y="7685"/>
                  </a:lnTo>
                  <a:lnTo>
                    <a:pt x="966" y="8148"/>
                  </a:lnTo>
                  <a:lnTo>
                    <a:pt x="1237" y="8611"/>
                  </a:lnTo>
                  <a:lnTo>
                    <a:pt x="1545" y="9036"/>
                  </a:lnTo>
                  <a:lnTo>
                    <a:pt x="2009" y="9577"/>
                  </a:lnTo>
                  <a:lnTo>
                    <a:pt x="2472" y="10040"/>
                  </a:lnTo>
                  <a:lnTo>
                    <a:pt x="2974" y="10426"/>
                  </a:lnTo>
                  <a:lnTo>
                    <a:pt x="3476" y="10812"/>
                  </a:lnTo>
                  <a:lnTo>
                    <a:pt x="4055" y="11083"/>
                  </a:lnTo>
                  <a:lnTo>
                    <a:pt x="4596" y="11353"/>
                  </a:lnTo>
                  <a:lnTo>
                    <a:pt x="5214" y="11546"/>
                  </a:lnTo>
                  <a:lnTo>
                    <a:pt x="5832" y="11701"/>
                  </a:lnTo>
                  <a:lnTo>
                    <a:pt x="5870" y="11855"/>
                  </a:lnTo>
                  <a:lnTo>
                    <a:pt x="6218" y="11778"/>
                  </a:lnTo>
                  <a:lnTo>
                    <a:pt x="7029" y="11816"/>
                  </a:lnTo>
                  <a:lnTo>
                    <a:pt x="7840" y="11816"/>
                  </a:lnTo>
                  <a:lnTo>
                    <a:pt x="8689" y="11701"/>
                  </a:lnTo>
                  <a:lnTo>
                    <a:pt x="9539" y="11507"/>
                  </a:lnTo>
                  <a:lnTo>
                    <a:pt x="10272" y="11237"/>
                  </a:lnTo>
                  <a:lnTo>
                    <a:pt x="11006" y="10928"/>
                  </a:lnTo>
                  <a:lnTo>
                    <a:pt x="11315" y="10812"/>
                  </a:lnTo>
                  <a:lnTo>
                    <a:pt x="11315" y="10774"/>
                  </a:lnTo>
                  <a:lnTo>
                    <a:pt x="12049" y="10349"/>
                  </a:lnTo>
                  <a:lnTo>
                    <a:pt x="12705" y="9847"/>
                  </a:lnTo>
                  <a:lnTo>
                    <a:pt x="13362" y="9306"/>
                  </a:lnTo>
                  <a:lnTo>
                    <a:pt x="13941" y="8689"/>
                  </a:lnTo>
                  <a:lnTo>
                    <a:pt x="14481" y="8032"/>
                  </a:lnTo>
                  <a:lnTo>
                    <a:pt x="14713" y="7685"/>
                  </a:lnTo>
                  <a:lnTo>
                    <a:pt x="14906" y="7298"/>
                  </a:lnTo>
                  <a:lnTo>
                    <a:pt x="15099" y="6951"/>
                  </a:lnTo>
                  <a:lnTo>
                    <a:pt x="15254" y="6565"/>
                  </a:lnTo>
                  <a:lnTo>
                    <a:pt x="15408" y="6179"/>
                  </a:lnTo>
                  <a:lnTo>
                    <a:pt x="15524" y="5754"/>
                  </a:lnTo>
                  <a:lnTo>
                    <a:pt x="15601" y="6256"/>
                  </a:lnTo>
                  <a:lnTo>
                    <a:pt x="15756" y="6719"/>
                  </a:lnTo>
                  <a:lnTo>
                    <a:pt x="15987" y="7144"/>
                  </a:lnTo>
                  <a:lnTo>
                    <a:pt x="16258" y="7569"/>
                  </a:lnTo>
                  <a:lnTo>
                    <a:pt x="16374" y="7762"/>
                  </a:lnTo>
                  <a:lnTo>
                    <a:pt x="16567" y="7916"/>
                  </a:lnTo>
                  <a:lnTo>
                    <a:pt x="16760" y="8071"/>
                  </a:lnTo>
                  <a:lnTo>
                    <a:pt x="16953" y="8187"/>
                  </a:lnTo>
                  <a:lnTo>
                    <a:pt x="17146" y="8264"/>
                  </a:lnTo>
                  <a:lnTo>
                    <a:pt x="17378" y="8264"/>
                  </a:lnTo>
                  <a:lnTo>
                    <a:pt x="17571" y="8187"/>
                  </a:lnTo>
                  <a:lnTo>
                    <a:pt x="17802" y="8032"/>
                  </a:lnTo>
                  <a:lnTo>
                    <a:pt x="17918" y="7878"/>
                  </a:lnTo>
                  <a:lnTo>
                    <a:pt x="17995" y="7685"/>
                  </a:lnTo>
                  <a:lnTo>
                    <a:pt x="18034" y="7453"/>
                  </a:lnTo>
                  <a:lnTo>
                    <a:pt x="18034" y="7260"/>
                  </a:lnTo>
                  <a:lnTo>
                    <a:pt x="17995" y="7028"/>
                  </a:lnTo>
                  <a:lnTo>
                    <a:pt x="17918" y="6835"/>
                  </a:lnTo>
                  <a:lnTo>
                    <a:pt x="17841" y="6642"/>
                  </a:lnTo>
                  <a:lnTo>
                    <a:pt x="17725" y="6449"/>
                  </a:lnTo>
                  <a:lnTo>
                    <a:pt x="17571" y="6256"/>
                  </a:lnTo>
                  <a:lnTo>
                    <a:pt x="17416" y="6063"/>
                  </a:lnTo>
                  <a:lnTo>
                    <a:pt x="17030" y="5715"/>
                  </a:lnTo>
                  <a:lnTo>
                    <a:pt x="16567" y="5445"/>
                  </a:lnTo>
                  <a:lnTo>
                    <a:pt x="16103" y="5252"/>
                  </a:lnTo>
                  <a:lnTo>
                    <a:pt x="16605" y="5175"/>
                  </a:lnTo>
                  <a:lnTo>
                    <a:pt x="17030" y="4982"/>
                  </a:lnTo>
                  <a:lnTo>
                    <a:pt x="17455" y="4750"/>
                  </a:lnTo>
                  <a:lnTo>
                    <a:pt x="17841" y="4441"/>
                  </a:lnTo>
                  <a:lnTo>
                    <a:pt x="17995" y="4248"/>
                  </a:lnTo>
                  <a:lnTo>
                    <a:pt x="18150" y="4055"/>
                  </a:lnTo>
                  <a:lnTo>
                    <a:pt x="18266" y="3823"/>
                  </a:lnTo>
                  <a:lnTo>
                    <a:pt x="18343" y="3553"/>
                  </a:lnTo>
                  <a:lnTo>
                    <a:pt x="18382" y="3321"/>
                  </a:lnTo>
                  <a:lnTo>
                    <a:pt x="18343" y="3089"/>
                  </a:lnTo>
                  <a:lnTo>
                    <a:pt x="18227" y="2858"/>
                  </a:lnTo>
                  <a:lnTo>
                    <a:pt x="18150" y="2781"/>
                  </a:lnTo>
                  <a:lnTo>
                    <a:pt x="18034" y="2703"/>
                  </a:lnTo>
                  <a:lnTo>
                    <a:pt x="17841" y="2587"/>
                  </a:lnTo>
                  <a:lnTo>
                    <a:pt x="17609" y="2549"/>
                  </a:lnTo>
                  <a:lnTo>
                    <a:pt x="17416" y="2549"/>
                  </a:lnTo>
                  <a:lnTo>
                    <a:pt x="17185" y="2587"/>
                  </a:lnTo>
                  <a:lnTo>
                    <a:pt x="16953" y="2703"/>
                  </a:lnTo>
                  <a:lnTo>
                    <a:pt x="16760" y="2781"/>
                  </a:lnTo>
                  <a:lnTo>
                    <a:pt x="16567" y="2935"/>
                  </a:lnTo>
                  <a:lnTo>
                    <a:pt x="16412" y="3089"/>
                  </a:lnTo>
                  <a:lnTo>
                    <a:pt x="16258" y="3282"/>
                  </a:lnTo>
                  <a:lnTo>
                    <a:pt x="16103" y="3476"/>
                  </a:lnTo>
                  <a:lnTo>
                    <a:pt x="15872" y="3978"/>
                  </a:lnTo>
                  <a:lnTo>
                    <a:pt x="15717" y="4480"/>
                  </a:lnTo>
                  <a:lnTo>
                    <a:pt x="15640" y="4982"/>
                  </a:lnTo>
                  <a:lnTo>
                    <a:pt x="15601" y="4982"/>
                  </a:lnTo>
                  <a:lnTo>
                    <a:pt x="15563" y="5020"/>
                  </a:lnTo>
                  <a:lnTo>
                    <a:pt x="15524" y="5020"/>
                  </a:lnTo>
                  <a:lnTo>
                    <a:pt x="15099" y="4788"/>
                  </a:lnTo>
                  <a:lnTo>
                    <a:pt x="14675" y="4634"/>
                  </a:lnTo>
                  <a:lnTo>
                    <a:pt x="14211" y="4518"/>
                  </a:lnTo>
                  <a:lnTo>
                    <a:pt x="13748" y="4518"/>
                  </a:lnTo>
                  <a:lnTo>
                    <a:pt x="13362" y="4595"/>
                  </a:lnTo>
                  <a:lnTo>
                    <a:pt x="13169" y="4634"/>
                  </a:lnTo>
                  <a:lnTo>
                    <a:pt x="12975" y="4711"/>
                  </a:lnTo>
                  <a:lnTo>
                    <a:pt x="12782" y="4788"/>
                  </a:lnTo>
                  <a:lnTo>
                    <a:pt x="12628" y="4943"/>
                  </a:lnTo>
                  <a:lnTo>
                    <a:pt x="12512" y="5097"/>
                  </a:lnTo>
                  <a:lnTo>
                    <a:pt x="12435" y="5252"/>
                  </a:lnTo>
                  <a:lnTo>
                    <a:pt x="12396" y="5445"/>
                  </a:lnTo>
                  <a:lnTo>
                    <a:pt x="12473" y="5638"/>
                  </a:lnTo>
                  <a:lnTo>
                    <a:pt x="12551" y="5792"/>
                  </a:lnTo>
                  <a:lnTo>
                    <a:pt x="12705" y="5908"/>
                  </a:lnTo>
                  <a:lnTo>
                    <a:pt x="12860" y="5986"/>
                  </a:lnTo>
                  <a:lnTo>
                    <a:pt x="13053" y="6063"/>
                  </a:lnTo>
                  <a:lnTo>
                    <a:pt x="13439" y="6140"/>
                  </a:lnTo>
                  <a:lnTo>
                    <a:pt x="13786" y="6140"/>
                  </a:lnTo>
                  <a:lnTo>
                    <a:pt x="14134" y="6101"/>
                  </a:lnTo>
                  <a:lnTo>
                    <a:pt x="14481" y="5986"/>
                  </a:lnTo>
                  <a:lnTo>
                    <a:pt x="14790" y="5870"/>
                  </a:lnTo>
                  <a:lnTo>
                    <a:pt x="14481" y="6256"/>
                  </a:lnTo>
                  <a:lnTo>
                    <a:pt x="14095" y="6565"/>
                  </a:lnTo>
                  <a:lnTo>
                    <a:pt x="13902" y="6719"/>
                  </a:lnTo>
                  <a:lnTo>
                    <a:pt x="13671" y="6835"/>
                  </a:lnTo>
                  <a:lnTo>
                    <a:pt x="13439" y="6951"/>
                  </a:lnTo>
                  <a:lnTo>
                    <a:pt x="13207" y="7028"/>
                  </a:lnTo>
                  <a:lnTo>
                    <a:pt x="12821" y="7067"/>
                  </a:lnTo>
                  <a:lnTo>
                    <a:pt x="12435" y="7067"/>
                  </a:lnTo>
                  <a:lnTo>
                    <a:pt x="12087" y="6990"/>
                  </a:lnTo>
                  <a:lnTo>
                    <a:pt x="11778" y="6874"/>
                  </a:lnTo>
                  <a:lnTo>
                    <a:pt x="11470" y="6681"/>
                  </a:lnTo>
                  <a:lnTo>
                    <a:pt x="11199" y="6410"/>
                  </a:lnTo>
                  <a:lnTo>
                    <a:pt x="10968" y="6140"/>
                  </a:lnTo>
                  <a:lnTo>
                    <a:pt x="10774" y="5792"/>
                  </a:lnTo>
                  <a:lnTo>
                    <a:pt x="10504" y="5329"/>
                  </a:lnTo>
                  <a:lnTo>
                    <a:pt x="10311" y="4827"/>
                  </a:lnTo>
                  <a:lnTo>
                    <a:pt x="9886" y="3862"/>
                  </a:lnTo>
                  <a:lnTo>
                    <a:pt x="9655" y="3398"/>
                  </a:lnTo>
                  <a:lnTo>
                    <a:pt x="9423" y="2935"/>
                  </a:lnTo>
                  <a:lnTo>
                    <a:pt x="9153" y="2472"/>
                  </a:lnTo>
                  <a:lnTo>
                    <a:pt x="8844" y="2047"/>
                  </a:lnTo>
                  <a:lnTo>
                    <a:pt x="8380" y="1545"/>
                  </a:lnTo>
                  <a:lnTo>
                    <a:pt x="7917" y="1159"/>
                  </a:lnTo>
                  <a:lnTo>
                    <a:pt x="7415" y="811"/>
                  </a:lnTo>
                  <a:lnTo>
                    <a:pt x="6874" y="502"/>
                  </a:lnTo>
                  <a:lnTo>
                    <a:pt x="6295" y="271"/>
                  </a:lnTo>
                  <a:lnTo>
                    <a:pt x="5716" y="116"/>
                  </a:lnTo>
                  <a:lnTo>
                    <a:pt x="5137" y="39"/>
                  </a:lnTo>
                  <a:lnTo>
                    <a:pt x="451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7" name="Google Shape;2217;p9"/>
            <p:cNvSpPr/>
            <p:nvPr/>
          </p:nvSpPr>
          <p:spPr>
            <a:xfrm>
              <a:off x="2769325" y="3423675"/>
              <a:ext cx="144825" cy="164125"/>
            </a:xfrm>
            <a:custGeom>
              <a:avLst/>
              <a:gdLst/>
              <a:ahLst/>
              <a:cxnLst/>
              <a:rect l="l" t="t" r="r" b="b"/>
              <a:pathLst>
                <a:path w="5793" h="6565" extrusionOk="0">
                  <a:moveTo>
                    <a:pt x="2858" y="463"/>
                  </a:moveTo>
                  <a:lnTo>
                    <a:pt x="3360" y="618"/>
                  </a:lnTo>
                  <a:lnTo>
                    <a:pt x="3823" y="811"/>
                  </a:lnTo>
                  <a:lnTo>
                    <a:pt x="4248" y="1081"/>
                  </a:lnTo>
                  <a:lnTo>
                    <a:pt x="4634" y="1429"/>
                  </a:lnTo>
                  <a:lnTo>
                    <a:pt x="4943" y="1854"/>
                  </a:lnTo>
                  <a:lnTo>
                    <a:pt x="5059" y="2047"/>
                  </a:lnTo>
                  <a:lnTo>
                    <a:pt x="5175" y="2278"/>
                  </a:lnTo>
                  <a:lnTo>
                    <a:pt x="5252" y="2510"/>
                  </a:lnTo>
                  <a:lnTo>
                    <a:pt x="5290" y="2780"/>
                  </a:lnTo>
                  <a:lnTo>
                    <a:pt x="5329" y="3051"/>
                  </a:lnTo>
                  <a:lnTo>
                    <a:pt x="5329" y="3321"/>
                  </a:lnTo>
                  <a:lnTo>
                    <a:pt x="5290" y="3784"/>
                  </a:lnTo>
                  <a:lnTo>
                    <a:pt x="5175" y="4248"/>
                  </a:lnTo>
                  <a:lnTo>
                    <a:pt x="4981" y="4711"/>
                  </a:lnTo>
                  <a:lnTo>
                    <a:pt x="4711" y="5097"/>
                  </a:lnTo>
                  <a:lnTo>
                    <a:pt x="4364" y="5445"/>
                  </a:lnTo>
                  <a:lnTo>
                    <a:pt x="4016" y="5715"/>
                  </a:lnTo>
                  <a:lnTo>
                    <a:pt x="3784" y="5831"/>
                  </a:lnTo>
                  <a:lnTo>
                    <a:pt x="3553" y="5947"/>
                  </a:lnTo>
                  <a:lnTo>
                    <a:pt x="3321" y="6024"/>
                  </a:lnTo>
                  <a:lnTo>
                    <a:pt x="3089" y="6063"/>
                  </a:lnTo>
                  <a:lnTo>
                    <a:pt x="2780" y="6101"/>
                  </a:lnTo>
                  <a:lnTo>
                    <a:pt x="2510" y="6101"/>
                  </a:lnTo>
                  <a:lnTo>
                    <a:pt x="2201" y="6063"/>
                  </a:lnTo>
                  <a:lnTo>
                    <a:pt x="1970" y="5985"/>
                  </a:lnTo>
                  <a:lnTo>
                    <a:pt x="1738" y="5870"/>
                  </a:lnTo>
                  <a:lnTo>
                    <a:pt x="1506" y="5754"/>
                  </a:lnTo>
                  <a:lnTo>
                    <a:pt x="1313" y="5599"/>
                  </a:lnTo>
                  <a:lnTo>
                    <a:pt x="1159" y="5445"/>
                  </a:lnTo>
                  <a:lnTo>
                    <a:pt x="1004" y="5252"/>
                  </a:lnTo>
                  <a:lnTo>
                    <a:pt x="850" y="5020"/>
                  </a:lnTo>
                  <a:lnTo>
                    <a:pt x="734" y="4788"/>
                  </a:lnTo>
                  <a:lnTo>
                    <a:pt x="618" y="4557"/>
                  </a:lnTo>
                  <a:lnTo>
                    <a:pt x="502" y="4055"/>
                  </a:lnTo>
                  <a:lnTo>
                    <a:pt x="425" y="3514"/>
                  </a:lnTo>
                  <a:lnTo>
                    <a:pt x="464" y="2973"/>
                  </a:lnTo>
                  <a:lnTo>
                    <a:pt x="541" y="2433"/>
                  </a:lnTo>
                  <a:lnTo>
                    <a:pt x="734" y="1931"/>
                  </a:lnTo>
                  <a:lnTo>
                    <a:pt x="850" y="1699"/>
                  </a:lnTo>
                  <a:lnTo>
                    <a:pt x="966" y="1506"/>
                  </a:lnTo>
                  <a:lnTo>
                    <a:pt x="1120" y="1274"/>
                  </a:lnTo>
                  <a:lnTo>
                    <a:pt x="1313" y="1120"/>
                  </a:lnTo>
                  <a:lnTo>
                    <a:pt x="1506" y="927"/>
                  </a:lnTo>
                  <a:lnTo>
                    <a:pt x="1738" y="811"/>
                  </a:lnTo>
                  <a:lnTo>
                    <a:pt x="1970" y="695"/>
                  </a:lnTo>
                  <a:lnTo>
                    <a:pt x="2201" y="579"/>
                  </a:lnTo>
                  <a:lnTo>
                    <a:pt x="2472" y="541"/>
                  </a:lnTo>
                  <a:lnTo>
                    <a:pt x="2780" y="502"/>
                  </a:lnTo>
                  <a:lnTo>
                    <a:pt x="2819" y="502"/>
                  </a:lnTo>
                  <a:lnTo>
                    <a:pt x="2858" y="463"/>
                  </a:lnTo>
                  <a:close/>
                  <a:moveTo>
                    <a:pt x="2665" y="0"/>
                  </a:moveTo>
                  <a:lnTo>
                    <a:pt x="2587" y="39"/>
                  </a:lnTo>
                  <a:lnTo>
                    <a:pt x="2510" y="77"/>
                  </a:lnTo>
                  <a:lnTo>
                    <a:pt x="2472" y="155"/>
                  </a:lnTo>
                  <a:lnTo>
                    <a:pt x="2433" y="232"/>
                  </a:lnTo>
                  <a:lnTo>
                    <a:pt x="2163" y="270"/>
                  </a:lnTo>
                  <a:lnTo>
                    <a:pt x="1854" y="309"/>
                  </a:lnTo>
                  <a:lnTo>
                    <a:pt x="1622" y="386"/>
                  </a:lnTo>
                  <a:lnTo>
                    <a:pt x="1390" y="502"/>
                  </a:lnTo>
                  <a:lnTo>
                    <a:pt x="1159" y="657"/>
                  </a:lnTo>
                  <a:lnTo>
                    <a:pt x="966" y="850"/>
                  </a:lnTo>
                  <a:lnTo>
                    <a:pt x="772" y="1043"/>
                  </a:lnTo>
                  <a:lnTo>
                    <a:pt x="618" y="1236"/>
                  </a:lnTo>
                  <a:lnTo>
                    <a:pt x="464" y="1506"/>
                  </a:lnTo>
                  <a:lnTo>
                    <a:pt x="348" y="1738"/>
                  </a:lnTo>
                  <a:lnTo>
                    <a:pt x="155" y="2278"/>
                  </a:lnTo>
                  <a:lnTo>
                    <a:pt x="39" y="2858"/>
                  </a:lnTo>
                  <a:lnTo>
                    <a:pt x="0" y="3398"/>
                  </a:lnTo>
                  <a:lnTo>
                    <a:pt x="39" y="4055"/>
                  </a:lnTo>
                  <a:lnTo>
                    <a:pt x="116" y="4364"/>
                  </a:lnTo>
                  <a:lnTo>
                    <a:pt x="193" y="4672"/>
                  </a:lnTo>
                  <a:lnTo>
                    <a:pt x="309" y="4943"/>
                  </a:lnTo>
                  <a:lnTo>
                    <a:pt x="425" y="5213"/>
                  </a:lnTo>
                  <a:lnTo>
                    <a:pt x="579" y="5445"/>
                  </a:lnTo>
                  <a:lnTo>
                    <a:pt x="734" y="5676"/>
                  </a:lnTo>
                  <a:lnTo>
                    <a:pt x="927" y="5870"/>
                  </a:lnTo>
                  <a:lnTo>
                    <a:pt x="1120" y="6063"/>
                  </a:lnTo>
                  <a:lnTo>
                    <a:pt x="1390" y="6217"/>
                  </a:lnTo>
                  <a:lnTo>
                    <a:pt x="1622" y="6372"/>
                  </a:lnTo>
                  <a:lnTo>
                    <a:pt x="1892" y="6449"/>
                  </a:lnTo>
                  <a:lnTo>
                    <a:pt x="2201" y="6526"/>
                  </a:lnTo>
                  <a:lnTo>
                    <a:pt x="2549" y="6565"/>
                  </a:lnTo>
                  <a:lnTo>
                    <a:pt x="2896" y="6565"/>
                  </a:lnTo>
                  <a:lnTo>
                    <a:pt x="3205" y="6526"/>
                  </a:lnTo>
                  <a:lnTo>
                    <a:pt x="3476" y="6449"/>
                  </a:lnTo>
                  <a:lnTo>
                    <a:pt x="3784" y="6333"/>
                  </a:lnTo>
                  <a:lnTo>
                    <a:pt x="4055" y="6217"/>
                  </a:lnTo>
                  <a:lnTo>
                    <a:pt x="4325" y="6063"/>
                  </a:lnTo>
                  <a:lnTo>
                    <a:pt x="4557" y="5908"/>
                  </a:lnTo>
                  <a:lnTo>
                    <a:pt x="4788" y="5715"/>
                  </a:lnTo>
                  <a:lnTo>
                    <a:pt x="4981" y="5483"/>
                  </a:lnTo>
                  <a:lnTo>
                    <a:pt x="5175" y="5252"/>
                  </a:lnTo>
                  <a:lnTo>
                    <a:pt x="5329" y="4981"/>
                  </a:lnTo>
                  <a:lnTo>
                    <a:pt x="5483" y="4750"/>
                  </a:lnTo>
                  <a:lnTo>
                    <a:pt x="5599" y="4441"/>
                  </a:lnTo>
                  <a:lnTo>
                    <a:pt x="5677" y="4170"/>
                  </a:lnTo>
                  <a:lnTo>
                    <a:pt x="5754" y="3862"/>
                  </a:lnTo>
                  <a:lnTo>
                    <a:pt x="5792" y="3553"/>
                  </a:lnTo>
                  <a:lnTo>
                    <a:pt x="5792" y="3244"/>
                  </a:lnTo>
                  <a:lnTo>
                    <a:pt x="5792" y="2935"/>
                  </a:lnTo>
                  <a:lnTo>
                    <a:pt x="5715" y="2626"/>
                  </a:lnTo>
                  <a:lnTo>
                    <a:pt x="5638" y="2317"/>
                  </a:lnTo>
                  <a:lnTo>
                    <a:pt x="5561" y="2047"/>
                  </a:lnTo>
                  <a:lnTo>
                    <a:pt x="5406" y="1776"/>
                  </a:lnTo>
                  <a:lnTo>
                    <a:pt x="5252" y="1506"/>
                  </a:lnTo>
                  <a:lnTo>
                    <a:pt x="5059" y="1274"/>
                  </a:lnTo>
                  <a:lnTo>
                    <a:pt x="4866" y="1043"/>
                  </a:lnTo>
                  <a:lnTo>
                    <a:pt x="4634" y="811"/>
                  </a:lnTo>
                  <a:lnTo>
                    <a:pt x="4402" y="618"/>
                  </a:lnTo>
                  <a:lnTo>
                    <a:pt x="4132" y="463"/>
                  </a:lnTo>
                  <a:lnTo>
                    <a:pt x="3862" y="309"/>
                  </a:lnTo>
                  <a:lnTo>
                    <a:pt x="3591" y="193"/>
                  </a:lnTo>
                  <a:lnTo>
                    <a:pt x="3282" y="116"/>
                  </a:lnTo>
                  <a:lnTo>
                    <a:pt x="2974" y="39"/>
                  </a:lnTo>
                  <a:lnTo>
                    <a:pt x="266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8" name="Google Shape;2218;p9"/>
            <p:cNvSpPr/>
            <p:nvPr/>
          </p:nvSpPr>
          <p:spPr>
            <a:xfrm>
              <a:off x="3889150" y="344490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6" y="1005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8"/>
                  </a:lnTo>
                  <a:lnTo>
                    <a:pt x="8573" y="3708"/>
                  </a:lnTo>
                  <a:lnTo>
                    <a:pt x="7723" y="3823"/>
                  </a:lnTo>
                  <a:lnTo>
                    <a:pt x="6874" y="3901"/>
                  </a:lnTo>
                  <a:lnTo>
                    <a:pt x="6410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5"/>
                  </a:lnTo>
                  <a:lnTo>
                    <a:pt x="2588" y="3708"/>
                  </a:lnTo>
                  <a:lnTo>
                    <a:pt x="2510" y="3862"/>
                  </a:lnTo>
                  <a:lnTo>
                    <a:pt x="2433" y="4017"/>
                  </a:lnTo>
                  <a:lnTo>
                    <a:pt x="2317" y="4132"/>
                  </a:lnTo>
                  <a:lnTo>
                    <a:pt x="2124" y="4210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7" y="4017"/>
                  </a:lnTo>
                  <a:lnTo>
                    <a:pt x="502" y="3515"/>
                  </a:lnTo>
                  <a:lnTo>
                    <a:pt x="657" y="3013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6" y="1738"/>
                  </a:lnTo>
                  <a:lnTo>
                    <a:pt x="1893" y="1429"/>
                  </a:lnTo>
                  <a:lnTo>
                    <a:pt x="2317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4" y="5986"/>
                  </a:lnTo>
                  <a:lnTo>
                    <a:pt x="11430" y="6140"/>
                  </a:lnTo>
                  <a:lnTo>
                    <a:pt x="11353" y="6218"/>
                  </a:lnTo>
                  <a:lnTo>
                    <a:pt x="11237" y="6256"/>
                  </a:lnTo>
                  <a:lnTo>
                    <a:pt x="11083" y="6295"/>
                  </a:lnTo>
                  <a:lnTo>
                    <a:pt x="10928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20" y="5523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1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2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8" y="2009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69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9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2" y="3630"/>
                  </a:lnTo>
                  <a:lnTo>
                    <a:pt x="3012" y="2974"/>
                  </a:lnTo>
                  <a:lnTo>
                    <a:pt x="3128" y="773"/>
                  </a:lnTo>
                  <a:lnTo>
                    <a:pt x="3514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0" y="1661"/>
                  </a:lnTo>
                  <a:lnTo>
                    <a:pt x="5059" y="2704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3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70" y="4325"/>
                  </a:lnTo>
                  <a:lnTo>
                    <a:pt x="6217" y="4325"/>
                  </a:lnTo>
                  <a:lnTo>
                    <a:pt x="6565" y="4287"/>
                  </a:lnTo>
                  <a:lnTo>
                    <a:pt x="7608" y="4210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1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3" y="5754"/>
                  </a:lnTo>
                  <a:lnTo>
                    <a:pt x="10233" y="5909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6"/>
                  </a:lnTo>
                  <a:lnTo>
                    <a:pt x="11739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3"/>
                  </a:lnTo>
                  <a:lnTo>
                    <a:pt x="12396" y="7222"/>
                  </a:lnTo>
                  <a:lnTo>
                    <a:pt x="12473" y="7569"/>
                  </a:lnTo>
                  <a:lnTo>
                    <a:pt x="12550" y="7917"/>
                  </a:lnTo>
                  <a:lnTo>
                    <a:pt x="12550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4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5" y="9654"/>
                  </a:lnTo>
                  <a:lnTo>
                    <a:pt x="12821" y="9616"/>
                  </a:lnTo>
                  <a:lnTo>
                    <a:pt x="12936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724"/>
                  </a:lnTo>
                  <a:lnTo>
                    <a:pt x="12936" y="7183"/>
                  </a:lnTo>
                  <a:lnTo>
                    <a:pt x="12743" y="6681"/>
                  </a:lnTo>
                  <a:lnTo>
                    <a:pt x="12434" y="6218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29" y="3515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4" y="1931"/>
                  </a:lnTo>
                  <a:lnTo>
                    <a:pt x="8225" y="1584"/>
                  </a:lnTo>
                  <a:lnTo>
                    <a:pt x="7839" y="1275"/>
                  </a:lnTo>
                  <a:lnTo>
                    <a:pt x="7453" y="1005"/>
                  </a:lnTo>
                  <a:lnTo>
                    <a:pt x="7067" y="734"/>
                  </a:lnTo>
                  <a:lnTo>
                    <a:pt x="6642" y="503"/>
                  </a:lnTo>
                  <a:lnTo>
                    <a:pt x="6179" y="348"/>
                  </a:lnTo>
                  <a:lnTo>
                    <a:pt x="5715" y="194"/>
                  </a:lnTo>
                  <a:lnTo>
                    <a:pt x="5291" y="78"/>
                  </a:lnTo>
                  <a:lnTo>
                    <a:pt x="4827" y="39"/>
                  </a:lnTo>
                  <a:lnTo>
                    <a:pt x="44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9" name="Google Shape;2219;p9"/>
            <p:cNvSpPr/>
            <p:nvPr/>
          </p:nvSpPr>
          <p:spPr>
            <a:xfrm>
              <a:off x="4428800" y="3447800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0" y="2317"/>
                  </a:lnTo>
                  <a:lnTo>
                    <a:pt x="6449" y="3901"/>
                  </a:lnTo>
                  <a:lnTo>
                    <a:pt x="6526" y="6990"/>
                  </a:lnTo>
                  <a:lnTo>
                    <a:pt x="3514" y="6758"/>
                  </a:lnTo>
                  <a:lnTo>
                    <a:pt x="2008" y="6642"/>
                  </a:lnTo>
                  <a:lnTo>
                    <a:pt x="502" y="6604"/>
                  </a:lnTo>
                  <a:lnTo>
                    <a:pt x="1352" y="5986"/>
                  </a:lnTo>
                  <a:lnTo>
                    <a:pt x="2201" y="5291"/>
                  </a:lnTo>
                  <a:lnTo>
                    <a:pt x="2973" y="4557"/>
                  </a:lnTo>
                  <a:lnTo>
                    <a:pt x="3707" y="3823"/>
                  </a:lnTo>
                  <a:lnTo>
                    <a:pt x="4441" y="3090"/>
                  </a:lnTo>
                  <a:lnTo>
                    <a:pt x="5136" y="2356"/>
                  </a:lnTo>
                  <a:lnTo>
                    <a:pt x="5792" y="1584"/>
                  </a:lnTo>
                  <a:lnTo>
                    <a:pt x="6449" y="773"/>
                  </a:lnTo>
                  <a:close/>
                  <a:moveTo>
                    <a:pt x="6719" y="0"/>
                  </a:moveTo>
                  <a:lnTo>
                    <a:pt x="6642" y="39"/>
                  </a:lnTo>
                  <a:lnTo>
                    <a:pt x="6565" y="39"/>
                  </a:lnTo>
                  <a:lnTo>
                    <a:pt x="6487" y="116"/>
                  </a:lnTo>
                  <a:lnTo>
                    <a:pt x="4981" y="1854"/>
                  </a:lnTo>
                  <a:lnTo>
                    <a:pt x="4209" y="2703"/>
                  </a:lnTo>
                  <a:lnTo>
                    <a:pt x="3437" y="3514"/>
                  </a:lnTo>
                  <a:lnTo>
                    <a:pt x="2587" y="4287"/>
                  </a:lnTo>
                  <a:lnTo>
                    <a:pt x="1738" y="5059"/>
                  </a:lnTo>
                  <a:lnTo>
                    <a:pt x="888" y="5793"/>
                  </a:lnTo>
                  <a:lnTo>
                    <a:pt x="39" y="6604"/>
                  </a:lnTo>
                  <a:lnTo>
                    <a:pt x="0" y="6642"/>
                  </a:lnTo>
                  <a:lnTo>
                    <a:pt x="0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0" y="6912"/>
                  </a:lnTo>
                  <a:lnTo>
                    <a:pt x="39" y="6990"/>
                  </a:lnTo>
                  <a:lnTo>
                    <a:pt x="116" y="7144"/>
                  </a:lnTo>
                  <a:lnTo>
                    <a:pt x="386" y="6990"/>
                  </a:lnTo>
                  <a:lnTo>
                    <a:pt x="1892" y="7144"/>
                  </a:lnTo>
                  <a:lnTo>
                    <a:pt x="3437" y="7299"/>
                  </a:lnTo>
                  <a:lnTo>
                    <a:pt x="6526" y="7453"/>
                  </a:lnTo>
                  <a:lnTo>
                    <a:pt x="6565" y="9307"/>
                  </a:lnTo>
                  <a:lnTo>
                    <a:pt x="6526" y="12627"/>
                  </a:lnTo>
                  <a:lnTo>
                    <a:pt x="6951" y="12627"/>
                  </a:lnTo>
                  <a:lnTo>
                    <a:pt x="6989" y="9461"/>
                  </a:lnTo>
                  <a:lnTo>
                    <a:pt x="6989" y="7492"/>
                  </a:lnTo>
                  <a:lnTo>
                    <a:pt x="8650" y="7569"/>
                  </a:lnTo>
                  <a:lnTo>
                    <a:pt x="10310" y="7646"/>
                  </a:lnTo>
                  <a:lnTo>
                    <a:pt x="10310" y="7183"/>
                  </a:lnTo>
                  <a:lnTo>
                    <a:pt x="8650" y="7106"/>
                  </a:lnTo>
                  <a:lnTo>
                    <a:pt x="6989" y="7028"/>
                  </a:lnTo>
                  <a:lnTo>
                    <a:pt x="7028" y="5368"/>
                  </a:lnTo>
                  <a:lnTo>
                    <a:pt x="6989" y="3707"/>
                  </a:lnTo>
                  <a:lnTo>
                    <a:pt x="6951" y="2047"/>
                  </a:lnTo>
                  <a:lnTo>
                    <a:pt x="6796" y="387"/>
                  </a:lnTo>
                  <a:lnTo>
                    <a:pt x="6989" y="194"/>
                  </a:lnTo>
                  <a:lnTo>
                    <a:pt x="6835" y="39"/>
                  </a:lnTo>
                  <a:lnTo>
                    <a:pt x="679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0" name="Google Shape;2220;p9"/>
            <p:cNvSpPr/>
            <p:nvPr/>
          </p:nvSpPr>
          <p:spPr>
            <a:xfrm>
              <a:off x="4598700" y="3452625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4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7" y="7492"/>
                  </a:lnTo>
                  <a:lnTo>
                    <a:pt x="6372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60" y="12087"/>
                  </a:lnTo>
                  <a:lnTo>
                    <a:pt x="1584" y="14983"/>
                  </a:lnTo>
                  <a:lnTo>
                    <a:pt x="773" y="16450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49"/>
                  </a:lnTo>
                  <a:lnTo>
                    <a:pt x="1159" y="16759"/>
                  </a:lnTo>
                  <a:lnTo>
                    <a:pt x="1970" y="15369"/>
                  </a:lnTo>
                  <a:lnTo>
                    <a:pt x="2781" y="13979"/>
                  </a:lnTo>
                  <a:lnTo>
                    <a:pt x="3592" y="12589"/>
                  </a:lnTo>
                  <a:lnTo>
                    <a:pt x="4441" y="11199"/>
                  </a:lnTo>
                  <a:lnTo>
                    <a:pt x="5291" y="9809"/>
                  </a:lnTo>
                  <a:lnTo>
                    <a:pt x="5715" y="9191"/>
                  </a:lnTo>
                  <a:lnTo>
                    <a:pt x="6179" y="8612"/>
                  </a:lnTo>
                  <a:lnTo>
                    <a:pt x="6603" y="8032"/>
                  </a:lnTo>
                  <a:lnTo>
                    <a:pt x="6990" y="7453"/>
                  </a:lnTo>
                  <a:lnTo>
                    <a:pt x="6990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90" y="7067"/>
                  </a:lnTo>
                  <a:lnTo>
                    <a:pt x="6874" y="7028"/>
                  </a:lnTo>
                  <a:lnTo>
                    <a:pt x="6835" y="7028"/>
                  </a:lnTo>
                  <a:lnTo>
                    <a:pt x="6102" y="6102"/>
                  </a:lnTo>
                  <a:lnTo>
                    <a:pt x="5291" y="5175"/>
                  </a:lnTo>
                  <a:lnTo>
                    <a:pt x="3669" y="3437"/>
                  </a:lnTo>
                  <a:lnTo>
                    <a:pt x="1970" y="1700"/>
                  </a:lnTo>
                  <a:lnTo>
                    <a:pt x="1082" y="811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1" name="Google Shape;2221;p9"/>
            <p:cNvSpPr/>
            <p:nvPr/>
          </p:nvSpPr>
          <p:spPr>
            <a:xfrm>
              <a:off x="3921000" y="345842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4" y="7298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59" y="7569"/>
                  </a:lnTo>
                  <a:lnTo>
                    <a:pt x="9152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59" y="10040"/>
                  </a:lnTo>
                  <a:lnTo>
                    <a:pt x="8689" y="10117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40" y="10079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7"/>
                  </a:lnTo>
                  <a:lnTo>
                    <a:pt x="7029" y="9345"/>
                  </a:lnTo>
                  <a:lnTo>
                    <a:pt x="6951" y="9075"/>
                  </a:lnTo>
                  <a:lnTo>
                    <a:pt x="6913" y="8804"/>
                  </a:lnTo>
                  <a:lnTo>
                    <a:pt x="6951" y="8534"/>
                  </a:lnTo>
                  <a:lnTo>
                    <a:pt x="7029" y="8264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8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5" y="8457"/>
                  </a:lnTo>
                  <a:lnTo>
                    <a:pt x="2974" y="8611"/>
                  </a:lnTo>
                  <a:lnTo>
                    <a:pt x="3051" y="8766"/>
                  </a:lnTo>
                  <a:lnTo>
                    <a:pt x="1545" y="8727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5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7"/>
                  </a:lnTo>
                  <a:lnTo>
                    <a:pt x="6990" y="10079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6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2"/>
                  </a:lnTo>
                  <a:lnTo>
                    <a:pt x="10156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6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0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8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4" y="7337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49" y="8534"/>
                  </a:lnTo>
                  <a:lnTo>
                    <a:pt x="6449" y="8843"/>
                  </a:lnTo>
                  <a:lnTo>
                    <a:pt x="5716" y="8804"/>
                  </a:lnTo>
                  <a:lnTo>
                    <a:pt x="4943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7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80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5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2" name="Google Shape;2222;p9"/>
            <p:cNvSpPr/>
            <p:nvPr/>
          </p:nvSpPr>
          <p:spPr>
            <a:xfrm>
              <a:off x="1220850" y="3492200"/>
              <a:ext cx="274200" cy="516500"/>
            </a:xfrm>
            <a:custGeom>
              <a:avLst/>
              <a:gdLst/>
              <a:ahLst/>
              <a:cxnLst/>
              <a:rect l="l" t="t" r="r" b="b"/>
              <a:pathLst>
                <a:path w="10968" h="20660" extrusionOk="0">
                  <a:moveTo>
                    <a:pt x="1468" y="657"/>
                  </a:moveTo>
                  <a:lnTo>
                    <a:pt x="2086" y="1005"/>
                  </a:lnTo>
                  <a:lnTo>
                    <a:pt x="2665" y="1391"/>
                  </a:lnTo>
                  <a:lnTo>
                    <a:pt x="3052" y="1661"/>
                  </a:lnTo>
                  <a:lnTo>
                    <a:pt x="3438" y="1970"/>
                  </a:lnTo>
                  <a:lnTo>
                    <a:pt x="3592" y="2125"/>
                  </a:lnTo>
                  <a:lnTo>
                    <a:pt x="3708" y="2279"/>
                  </a:lnTo>
                  <a:lnTo>
                    <a:pt x="3862" y="2588"/>
                  </a:lnTo>
                  <a:lnTo>
                    <a:pt x="3978" y="2935"/>
                  </a:lnTo>
                  <a:lnTo>
                    <a:pt x="4055" y="3322"/>
                  </a:lnTo>
                  <a:lnTo>
                    <a:pt x="5098" y="7492"/>
                  </a:lnTo>
                  <a:lnTo>
                    <a:pt x="7222" y="16180"/>
                  </a:lnTo>
                  <a:lnTo>
                    <a:pt x="7261" y="16258"/>
                  </a:lnTo>
                  <a:lnTo>
                    <a:pt x="7299" y="16296"/>
                  </a:lnTo>
                  <a:lnTo>
                    <a:pt x="7369" y="16331"/>
                  </a:lnTo>
                  <a:lnTo>
                    <a:pt x="7369" y="16331"/>
                  </a:lnTo>
                  <a:lnTo>
                    <a:pt x="6990" y="16489"/>
                  </a:lnTo>
                  <a:lnTo>
                    <a:pt x="6334" y="14481"/>
                  </a:lnTo>
                  <a:lnTo>
                    <a:pt x="5677" y="12512"/>
                  </a:lnTo>
                  <a:lnTo>
                    <a:pt x="4287" y="8573"/>
                  </a:lnTo>
                  <a:lnTo>
                    <a:pt x="2858" y="4634"/>
                  </a:lnTo>
                  <a:lnTo>
                    <a:pt x="1468" y="657"/>
                  </a:lnTo>
                  <a:close/>
                  <a:moveTo>
                    <a:pt x="1121" y="503"/>
                  </a:moveTo>
                  <a:lnTo>
                    <a:pt x="1121" y="580"/>
                  </a:lnTo>
                  <a:lnTo>
                    <a:pt x="3940" y="8573"/>
                  </a:lnTo>
                  <a:lnTo>
                    <a:pt x="5368" y="12551"/>
                  </a:lnTo>
                  <a:lnTo>
                    <a:pt x="6102" y="14558"/>
                  </a:lnTo>
                  <a:lnTo>
                    <a:pt x="6874" y="16528"/>
                  </a:lnTo>
                  <a:lnTo>
                    <a:pt x="6681" y="16566"/>
                  </a:lnTo>
                  <a:lnTo>
                    <a:pt x="5755" y="14636"/>
                  </a:lnTo>
                  <a:lnTo>
                    <a:pt x="4789" y="12705"/>
                  </a:lnTo>
                  <a:lnTo>
                    <a:pt x="2820" y="8882"/>
                  </a:lnTo>
                  <a:lnTo>
                    <a:pt x="1777" y="6951"/>
                  </a:lnTo>
                  <a:lnTo>
                    <a:pt x="773" y="4982"/>
                  </a:lnTo>
                  <a:lnTo>
                    <a:pt x="657" y="4712"/>
                  </a:lnTo>
                  <a:lnTo>
                    <a:pt x="580" y="4441"/>
                  </a:lnTo>
                  <a:lnTo>
                    <a:pt x="542" y="4171"/>
                  </a:lnTo>
                  <a:lnTo>
                    <a:pt x="503" y="3901"/>
                  </a:lnTo>
                  <a:lnTo>
                    <a:pt x="503" y="3322"/>
                  </a:lnTo>
                  <a:lnTo>
                    <a:pt x="542" y="2781"/>
                  </a:lnTo>
                  <a:lnTo>
                    <a:pt x="657" y="2202"/>
                  </a:lnTo>
                  <a:lnTo>
                    <a:pt x="812" y="1623"/>
                  </a:lnTo>
                  <a:lnTo>
                    <a:pt x="1121" y="503"/>
                  </a:lnTo>
                  <a:close/>
                  <a:moveTo>
                    <a:pt x="9886" y="13786"/>
                  </a:moveTo>
                  <a:lnTo>
                    <a:pt x="10041" y="13825"/>
                  </a:lnTo>
                  <a:lnTo>
                    <a:pt x="10157" y="13902"/>
                  </a:lnTo>
                  <a:lnTo>
                    <a:pt x="10311" y="14018"/>
                  </a:lnTo>
                  <a:lnTo>
                    <a:pt x="10581" y="14481"/>
                  </a:lnTo>
                  <a:lnTo>
                    <a:pt x="10620" y="14674"/>
                  </a:lnTo>
                  <a:lnTo>
                    <a:pt x="10620" y="14906"/>
                  </a:lnTo>
                  <a:lnTo>
                    <a:pt x="10581" y="15099"/>
                  </a:lnTo>
                  <a:lnTo>
                    <a:pt x="10504" y="15254"/>
                  </a:lnTo>
                  <a:lnTo>
                    <a:pt x="10311" y="15640"/>
                  </a:lnTo>
                  <a:lnTo>
                    <a:pt x="10041" y="15910"/>
                  </a:lnTo>
                  <a:lnTo>
                    <a:pt x="9655" y="16296"/>
                  </a:lnTo>
                  <a:lnTo>
                    <a:pt x="9191" y="16605"/>
                  </a:lnTo>
                  <a:lnTo>
                    <a:pt x="8728" y="16914"/>
                  </a:lnTo>
                  <a:lnTo>
                    <a:pt x="8265" y="17184"/>
                  </a:lnTo>
                  <a:lnTo>
                    <a:pt x="8149" y="17184"/>
                  </a:lnTo>
                  <a:lnTo>
                    <a:pt x="8071" y="17262"/>
                  </a:lnTo>
                  <a:lnTo>
                    <a:pt x="7724" y="17416"/>
                  </a:lnTo>
                  <a:lnTo>
                    <a:pt x="7029" y="17725"/>
                  </a:lnTo>
                  <a:lnTo>
                    <a:pt x="6295" y="17995"/>
                  </a:lnTo>
                  <a:lnTo>
                    <a:pt x="5523" y="18150"/>
                  </a:lnTo>
                  <a:lnTo>
                    <a:pt x="4789" y="18304"/>
                  </a:lnTo>
                  <a:lnTo>
                    <a:pt x="4403" y="18343"/>
                  </a:lnTo>
                  <a:lnTo>
                    <a:pt x="4055" y="18343"/>
                  </a:lnTo>
                  <a:lnTo>
                    <a:pt x="3669" y="18266"/>
                  </a:lnTo>
                  <a:lnTo>
                    <a:pt x="3515" y="18227"/>
                  </a:lnTo>
                  <a:lnTo>
                    <a:pt x="3360" y="18150"/>
                  </a:lnTo>
                  <a:lnTo>
                    <a:pt x="3245" y="18034"/>
                  </a:lnTo>
                  <a:lnTo>
                    <a:pt x="3129" y="17957"/>
                  </a:lnTo>
                  <a:lnTo>
                    <a:pt x="2974" y="17686"/>
                  </a:lnTo>
                  <a:lnTo>
                    <a:pt x="2858" y="17377"/>
                  </a:lnTo>
                  <a:lnTo>
                    <a:pt x="2858" y="17068"/>
                  </a:lnTo>
                  <a:lnTo>
                    <a:pt x="2897" y="16875"/>
                  </a:lnTo>
                  <a:lnTo>
                    <a:pt x="2974" y="16721"/>
                  </a:lnTo>
                  <a:lnTo>
                    <a:pt x="3090" y="16566"/>
                  </a:lnTo>
                  <a:lnTo>
                    <a:pt x="3206" y="16451"/>
                  </a:lnTo>
                  <a:lnTo>
                    <a:pt x="3322" y="16373"/>
                  </a:lnTo>
                  <a:lnTo>
                    <a:pt x="3476" y="16296"/>
                  </a:lnTo>
                  <a:lnTo>
                    <a:pt x="3592" y="16296"/>
                  </a:lnTo>
                  <a:lnTo>
                    <a:pt x="3708" y="16335"/>
                  </a:lnTo>
                  <a:lnTo>
                    <a:pt x="3824" y="16451"/>
                  </a:lnTo>
                  <a:lnTo>
                    <a:pt x="3940" y="16605"/>
                  </a:lnTo>
                  <a:lnTo>
                    <a:pt x="4094" y="16798"/>
                  </a:lnTo>
                  <a:lnTo>
                    <a:pt x="4210" y="17068"/>
                  </a:lnTo>
                  <a:lnTo>
                    <a:pt x="4055" y="17068"/>
                  </a:lnTo>
                  <a:lnTo>
                    <a:pt x="3978" y="17107"/>
                  </a:lnTo>
                  <a:lnTo>
                    <a:pt x="3940" y="17184"/>
                  </a:lnTo>
                  <a:lnTo>
                    <a:pt x="3978" y="17300"/>
                  </a:lnTo>
                  <a:lnTo>
                    <a:pt x="4055" y="17339"/>
                  </a:lnTo>
                  <a:lnTo>
                    <a:pt x="4828" y="17339"/>
                  </a:lnTo>
                  <a:lnTo>
                    <a:pt x="5639" y="17262"/>
                  </a:lnTo>
                  <a:lnTo>
                    <a:pt x="6450" y="17107"/>
                  </a:lnTo>
                  <a:lnTo>
                    <a:pt x="7261" y="16875"/>
                  </a:lnTo>
                  <a:lnTo>
                    <a:pt x="7647" y="16721"/>
                  </a:lnTo>
                  <a:lnTo>
                    <a:pt x="8033" y="16528"/>
                  </a:lnTo>
                  <a:lnTo>
                    <a:pt x="8419" y="16335"/>
                  </a:lnTo>
                  <a:lnTo>
                    <a:pt x="8728" y="16103"/>
                  </a:lnTo>
                  <a:lnTo>
                    <a:pt x="9075" y="15871"/>
                  </a:lnTo>
                  <a:lnTo>
                    <a:pt x="9384" y="15601"/>
                  </a:lnTo>
                  <a:lnTo>
                    <a:pt x="9616" y="15331"/>
                  </a:lnTo>
                  <a:lnTo>
                    <a:pt x="9886" y="15022"/>
                  </a:lnTo>
                  <a:lnTo>
                    <a:pt x="9886" y="14945"/>
                  </a:lnTo>
                  <a:lnTo>
                    <a:pt x="9886" y="14906"/>
                  </a:lnTo>
                  <a:lnTo>
                    <a:pt x="9848" y="14829"/>
                  </a:lnTo>
                  <a:lnTo>
                    <a:pt x="9809" y="14790"/>
                  </a:lnTo>
                  <a:lnTo>
                    <a:pt x="9732" y="14752"/>
                  </a:lnTo>
                  <a:lnTo>
                    <a:pt x="9616" y="14752"/>
                  </a:lnTo>
                  <a:lnTo>
                    <a:pt x="9539" y="14790"/>
                  </a:lnTo>
                  <a:lnTo>
                    <a:pt x="9307" y="15099"/>
                  </a:lnTo>
                  <a:lnTo>
                    <a:pt x="9114" y="14945"/>
                  </a:lnTo>
                  <a:lnTo>
                    <a:pt x="9037" y="14829"/>
                  </a:lnTo>
                  <a:lnTo>
                    <a:pt x="8998" y="14674"/>
                  </a:lnTo>
                  <a:lnTo>
                    <a:pt x="8998" y="14558"/>
                  </a:lnTo>
                  <a:lnTo>
                    <a:pt x="9037" y="14404"/>
                  </a:lnTo>
                  <a:lnTo>
                    <a:pt x="9114" y="14288"/>
                  </a:lnTo>
                  <a:lnTo>
                    <a:pt x="9346" y="14056"/>
                  </a:lnTo>
                  <a:lnTo>
                    <a:pt x="9462" y="13941"/>
                  </a:lnTo>
                  <a:lnTo>
                    <a:pt x="9539" y="13825"/>
                  </a:lnTo>
                  <a:lnTo>
                    <a:pt x="9655" y="13786"/>
                  </a:lnTo>
                  <a:close/>
                  <a:moveTo>
                    <a:pt x="889" y="1"/>
                  </a:moveTo>
                  <a:lnTo>
                    <a:pt x="812" y="78"/>
                  </a:lnTo>
                  <a:lnTo>
                    <a:pt x="773" y="155"/>
                  </a:lnTo>
                  <a:lnTo>
                    <a:pt x="194" y="2511"/>
                  </a:lnTo>
                  <a:lnTo>
                    <a:pt x="117" y="2897"/>
                  </a:lnTo>
                  <a:lnTo>
                    <a:pt x="40" y="3322"/>
                  </a:lnTo>
                  <a:lnTo>
                    <a:pt x="1" y="3746"/>
                  </a:lnTo>
                  <a:lnTo>
                    <a:pt x="1" y="4210"/>
                  </a:lnTo>
                  <a:lnTo>
                    <a:pt x="78" y="4441"/>
                  </a:lnTo>
                  <a:lnTo>
                    <a:pt x="155" y="4673"/>
                  </a:lnTo>
                  <a:lnTo>
                    <a:pt x="348" y="5136"/>
                  </a:lnTo>
                  <a:lnTo>
                    <a:pt x="850" y="6025"/>
                  </a:lnTo>
                  <a:lnTo>
                    <a:pt x="1970" y="8187"/>
                  </a:lnTo>
                  <a:lnTo>
                    <a:pt x="4133" y="12435"/>
                  </a:lnTo>
                  <a:lnTo>
                    <a:pt x="5253" y="14558"/>
                  </a:lnTo>
                  <a:lnTo>
                    <a:pt x="6411" y="16682"/>
                  </a:lnTo>
                  <a:lnTo>
                    <a:pt x="5484" y="16875"/>
                  </a:lnTo>
                  <a:lnTo>
                    <a:pt x="4596" y="16991"/>
                  </a:lnTo>
                  <a:lnTo>
                    <a:pt x="4596" y="16991"/>
                  </a:lnTo>
                  <a:lnTo>
                    <a:pt x="4673" y="16837"/>
                  </a:lnTo>
                  <a:lnTo>
                    <a:pt x="4712" y="16682"/>
                  </a:lnTo>
                  <a:lnTo>
                    <a:pt x="4712" y="16528"/>
                  </a:lnTo>
                  <a:lnTo>
                    <a:pt x="4635" y="16373"/>
                  </a:lnTo>
                  <a:lnTo>
                    <a:pt x="4557" y="16219"/>
                  </a:lnTo>
                  <a:lnTo>
                    <a:pt x="4442" y="16103"/>
                  </a:lnTo>
                  <a:lnTo>
                    <a:pt x="4326" y="15987"/>
                  </a:lnTo>
                  <a:lnTo>
                    <a:pt x="4133" y="15910"/>
                  </a:lnTo>
                  <a:lnTo>
                    <a:pt x="3862" y="15871"/>
                  </a:lnTo>
                  <a:lnTo>
                    <a:pt x="3592" y="15871"/>
                  </a:lnTo>
                  <a:lnTo>
                    <a:pt x="3322" y="15949"/>
                  </a:lnTo>
                  <a:lnTo>
                    <a:pt x="3090" y="16103"/>
                  </a:lnTo>
                  <a:lnTo>
                    <a:pt x="2897" y="16258"/>
                  </a:lnTo>
                  <a:lnTo>
                    <a:pt x="2743" y="16489"/>
                  </a:lnTo>
                  <a:lnTo>
                    <a:pt x="2588" y="16721"/>
                  </a:lnTo>
                  <a:lnTo>
                    <a:pt x="2550" y="16991"/>
                  </a:lnTo>
                  <a:lnTo>
                    <a:pt x="2511" y="17416"/>
                  </a:lnTo>
                  <a:lnTo>
                    <a:pt x="2550" y="17725"/>
                  </a:lnTo>
                  <a:lnTo>
                    <a:pt x="2704" y="17995"/>
                  </a:lnTo>
                  <a:lnTo>
                    <a:pt x="2858" y="18227"/>
                  </a:lnTo>
                  <a:lnTo>
                    <a:pt x="3129" y="18381"/>
                  </a:lnTo>
                  <a:lnTo>
                    <a:pt x="3399" y="18497"/>
                  </a:lnTo>
                  <a:lnTo>
                    <a:pt x="3747" y="18574"/>
                  </a:lnTo>
                  <a:lnTo>
                    <a:pt x="4094" y="18613"/>
                  </a:lnTo>
                  <a:lnTo>
                    <a:pt x="4442" y="18613"/>
                  </a:lnTo>
                  <a:lnTo>
                    <a:pt x="4828" y="18574"/>
                  </a:lnTo>
                  <a:lnTo>
                    <a:pt x="5639" y="18420"/>
                  </a:lnTo>
                  <a:lnTo>
                    <a:pt x="6334" y="18266"/>
                  </a:lnTo>
                  <a:lnTo>
                    <a:pt x="6952" y="18072"/>
                  </a:lnTo>
                  <a:lnTo>
                    <a:pt x="7067" y="18034"/>
                  </a:lnTo>
                  <a:lnTo>
                    <a:pt x="7299" y="17957"/>
                  </a:lnTo>
                  <a:lnTo>
                    <a:pt x="8149" y="17570"/>
                  </a:lnTo>
                  <a:lnTo>
                    <a:pt x="8612" y="18497"/>
                  </a:lnTo>
                  <a:lnTo>
                    <a:pt x="9037" y="19463"/>
                  </a:lnTo>
                  <a:lnTo>
                    <a:pt x="9269" y="20003"/>
                  </a:lnTo>
                  <a:lnTo>
                    <a:pt x="9423" y="20351"/>
                  </a:lnTo>
                  <a:lnTo>
                    <a:pt x="9539" y="20660"/>
                  </a:lnTo>
                  <a:lnTo>
                    <a:pt x="9770" y="20621"/>
                  </a:lnTo>
                  <a:lnTo>
                    <a:pt x="9693" y="20428"/>
                  </a:lnTo>
                  <a:lnTo>
                    <a:pt x="9423" y="19656"/>
                  </a:lnTo>
                  <a:lnTo>
                    <a:pt x="9114" y="18922"/>
                  </a:lnTo>
                  <a:lnTo>
                    <a:pt x="8767" y="18150"/>
                  </a:lnTo>
                  <a:lnTo>
                    <a:pt x="8419" y="17416"/>
                  </a:lnTo>
                  <a:lnTo>
                    <a:pt x="8960" y="17107"/>
                  </a:lnTo>
                  <a:lnTo>
                    <a:pt x="9539" y="16760"/>
                  </a:lnTo>
                  <a:lnTo>
                    <a:pt x="10041" y="16373"/>
                  </a:lnTo>
                  <a:lnTo>
                    <a:pt x="10272" y="16180"/>
                  </a:lnTo>
                  <a:lnTo>
                    <a:pt x="10466" y="15949"/>
                  </a:lnTo>
                  <a:lnTo>
                    <a:pt x="10659" y="15717"/>
                  </a:lnTo>
                  <a:lnTo>
                    <a:pt x="10813" y="15485"/>
                  </a:lnTo>
                  <a:lnTo>
                    <a:pt x="10929" y="15254"/>
                  </a:lnTo>
                  <a:lnTo>
                    <a:pt x="10968" y="14983"/>
                  </a:lnTo>
                  <a:lnTo>
                    <a:pt x="10968" y="14752"/>
                  </a:lnTo>
                  <a:lnTo>
                    <a:pt x="10929" y="14520"/>
                  </a:lnTo>
                  <a:lnTo>
                    <a:pt x="10852" y="14250"/>
                  </a:lnTo>
                  <a:lnTo>
                    <a:pt x="10659" y="13979"/>
                  </a:lnTo>
                  <a:lnTo>
                    <a:pt x="10504" y="13825"/>
                  </a:lnTo>
                  <a:lnTo>
                    <a:pt x="10272" y="13670"/>
                  </a:lnTo>
                  <a:lnTo>
                    <a:pt x="10041" y="13555"/>
                  </a:lnTo>
                  <a:lnTo>
                    <a:pt x="9809" y="13516"/>
                  </a:lnTo>
                  <a:lnTo>
                    <a:pt x="9539" y="13516"/>
                  </a:lnTo>
                  <a:lnTo>
                    <a:pt x="9307" y="13555"/>
                  </a:lnTo>
                  <a:lnTo>
                    <a:pt x="9075" y="13670"/>
                  </a:lnTo>
                  <a:lnTo>
                    <a:pt x="8882" y="13863"/>
                  </a:lnTo>
                  <a:lnTo>
                    <a:pt x="8767" y="14056"/>
                  </a:lnTo>
                  <a:lnTo>
                    <a:pt x="8728" y="14250"/>
                  </a:lnTo>
                  <a:lnTo>
                    <a:pt x="8689" y="14443"/>
                  </a:lnTo>
                  <a:lnTo>
                    <a:pt x="8689" y="14636"/>
                  </a:lnTo>
                  <a:lnTo>
                    <a:pt x="8728" y="14829"/>
                  </a:lnTo>
                  <a:lnTo>
                    <a:pt x="8805" y="15022"/>
                  </a:lnTo>
                  <a:lnTo>
                    <a:pt x="8921" y="15176"/>
                  </a:lnTo>
                  <a:lnTo>
                    <a:pt x="9075" y="15331"/>
                  </a:lnTo>
                  <a:lnTo>
                    <a:pt x="8728" y="15640"/>
                  </a:lnTo>
                  <a:lnTo>
                    <a:pt x="8342" y="15871"/>
                  </a:lnTo>
                  <a:lnTo>
                    <a:pt x="7917" y="16103"/>
                  </a:lnTo>
                  <a:lnTo>
                    <a:pt x="7454" y="16296"/>
                  </a:lnTo>
                  <a:lnTo>
                    <a:pt x="7531" y="16258"/>
                  </a:lnTo>
                  <a:lnTo>
                    <a:pt x="7608" y="16219"/>
                  </a:lnTo>
                  <a:lnTo>
                    <a:pt x="7608" y="16142"/>
                  </a:lnTo>
                  <a:lnTo>
                    <a:pt x="7608" y="16026"/>
                  </a:lnTo>
                  <a:lnTo>
                    <a:pt x="5330" y="6488"/>
                  </a:lnTo>
                  <a:lnTo>
                    <a:pt x="4712" y="4094"/>
                  </a:lnTo>
                  <a:lnTo>
                    <a:pt x="4480" y="3013"/>
                  </a:lnTo>
                  <a:lnTo>
                    <a:pt x="4326" y="2511"/>
                  </a:lnTo>
                  <a:lnTo>
                    <a:pt x="4249" y="2240"/>
                  </a:lnTo>
                  <a:lnTo>
                    <a:pt x="4094" y="2009"/>
                  </a:lnTo>
                  <a:lnTo>
                    <a:pt x="3824" y="1700"/>
                  </a:lnTo>
                  <a:lnTo>
                    <a:pt x="3515" y="1352"/>
                  </a:lnTo>
                  <a:lnTo>
                    <a:pt x="3129" y="1082"/>
                  </a:lnTo>
                  <a:lnTo>
                    <a:pt x="2704" y="812"/>
                  </a:lnTo>
                  <a:lnTo>
                    <a:pt x="2318" y="580"/>
                  </a:lnTo>
                  <a:lnTo>
                    <a:pt x="1854" y="387"/>
                  </a:lnTo>
                  <a:lnTo>
                    <a:pt x="108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3" name="Google Shape;2223;p9"/>
            <p:cNvSpPr/>
            <p:nvPr/>
          </p:nvSpPr>
          <p:spPr>
            <a:xfrm>
              <a:off x="319200" y="3515375"/>
              <a:ext cx="324400" cy="208550"/>
            </a:xfrm>
            <a:custGeom>
              <a:avLst/>
              <a:gdLst/>
              <a:ahLst/>
              <a:cxnLst/>
              <a:rect l="l" t="t" r="r" b="b"/>
              <a:pathLst>
                <a:path w="12976" h="8342" extrusionOk="0">
                  <a:moveTo>
                    <a:pt x="6758" y="309"/>
                  </a:moveTo>
                  <a:lnTo>
                    <a:pt x="6874" y="348"/>
                  </a:lnTo>
                  <a:lnTo>
                    <a:pt x="7029" y="387"/>
                  </a:lnTo>
                  <a:lnTo>
                    <a:pt x="7222" y="502"/>
                  </a:lnTo>
                  <a:lnTo>
                    <a:pt x="7299" y="502"/>
                  </a:lnTo>
                  <a:lnTo>
                    <a:pt x="7453" y="773"/>
                  </a:lnTo>
                  <a:lnTo>
                    <a:pt x="7569" y="1043"/>
                  </a:lnTo>
                  <a:lnTo>
                    <a:pt x="7608" y="1352"/>
                  </a:lnTo>
                  <a:lnTo>
                    <a:pt x="7569" y="1661"/>
                  </a:lnTo>
                  <a:lnTo>
                    <a:pt x="7492" y="1970"/>
                  </a:lnTo>
                  <a:lnTo>
                    <a:pt x="7415" y="2240"/>
                  </a:lnTo>
                  <a:lnTo>
                    <a:pt x="7222" y="2858"/>
                  </a:lnTo>
                  <a:lnTo>
                    <a:pt x="6411" y="4905"/>
                  </a:lnTo>
                  <a:lnTo>
                    <a:pt x="6411" y="4943"/>
                  </a:lnTo>
                  <a:lnTo>
                    <a:pt x="6295" y="4943"/>
                  </a:lnTo>
                  <a:lnTo>
                    <a:pt x="6218" y="3978"/>
                  </a:lnTo>
                  <a:lnTo>
                    <a:pt x="6140" y="2974"/>
                  </a:lnTo>
                  <a:lnTo>
                    <a:pt x="6140" y="1854"/>
                  </a:lnTo>
                  <a:lnTo>
                    <a:pt x="6179" y="1352"/>
                  </a:lnTo>
                  <a:lnTo>
                    <a:pt x="6218" y="1043"/>
                  </a:lnTo>
                  <a:lnTo>
                    <a:pt x="6295" y="734"/>
                  </a:lnTo>
                  <a:lnTo>
                    <a:pt x="6449" y="502"/>
                  </a:lnTo>
                  <a:lnTo>
                    <a:pt x="6527" y="425"/>
                  </a:lnTo>
                  <a:lnTo>
                    <a:pt x="6642" y="348"/>
                  </a:lnTo>
                  <a:lnTo>
                    <a:pt x="6758" y="309"/>
                  </a:lnTo>
                  <a:close/>
                  <a:moveTo>
                    <a:pt x="11971" y="4711"/>
                  </a:moveTo>
                  <a:lnTo>
                    <a:pt x="12087" y="4750"/>
                  </a:lnTo>
                  <a:lnTo>
                    <a:pt x="12164" y="4827"/>
                  </a:lnTo>
                  <a:lnTo>
                    <a:pt x="12280" y="4905"/>
                  </a:lnTo>
                  <a:lnTo>
                    <a:pt x="12319" y="4982"/>
                  </a:lnTo>
                  <a:lnTo>
                    <a:pt x="12396" y="5136"/>
                  </a:lnTo>
                  <a:lnTo>
                    <a:pt x="12435" y="5484"/>
                  </a:lnTo>
                  <a:lnTo>
                    <a:pt x="12319" y="5600"/>
                  </a:lnTo>
                  <a:lnTo>
                    <a:pt x="12126" y="5677"/>
                  </a:lnTo>
                  <a:lnTo>
                    <a:pt x="11933" y="5754"/>
                  </a:lnTo>
                  <a:lnTo>
                    <a:pt x="11701" y="5793"/>
                  </a:lnTo>
                  <a:lnTo>
                    <a:pt x="11199" y="5831"/>
                  </a:lnTo>
                  <a:lnTo>
                    <a:pt x="10041" y="5831"/>
                  </a:lnTo>
                  <a:lnTo>
                    <a:pt x="9230" y="5754"/>
                  </a:lnTo>
                  <a:lnTo>
                    <a:pt x="8612" y="5677"/>
                  </a:lnTo>
                  <a:lnTo>
                    <a:pt x="7994" y="5561"/>
                  </a:lnTo>
                  <a:lnTo>
                    <a:pt x="6758" y="5252"/>
                  </a:lnTo>
                  <a:lnTo>
                    <a:pt x="7955" y="5020"/>
                  </a:lnTo>
                  <a:lnTo>
                    <a:pt x="9191" y="4866"/>
                  </a:lnTo>
                  <a:lnTo>
                    <a:pt x="9925" y="4789"/>
                  </a:lnTo>
                  <a:lnTo>
                    <a:pt x="10658" y="4750"/>
                  </a:lnTo>
                  <a:lnTo>
                    <a:pt x="11353" y="4711"/>
                  </a:lnTo>
                  <a:close/>
                  <a:moveTo>
                    <a:pt x="5638" y="5754"/>
                  </a:moveTo>
                  <a:lnTo>
                    <a:pt x="4557" y="6449"/>
                  </a:lnTo>
                  <a:lnTo>
                    <a:pt x="3437" y="7106"/>
                  </a:lnTo>
                  <a:lnTo>
                    <a:pt x="2820" y="7376"/>
                  </a:lnTo>
                  <a:lnTo>
                    <a:pt x="2202" y="7685"/>
                  </a:lnTo>
                  <a:lnTo>
                    <a:pt x="1816" y="7801"/>
                  </a:lnTo>
                  <a:lnTo>
                    <a:pt x="1429" y="7917"/>
                  </a:lnTo>
                  <a:lnTo>
                    <a:pt x="1120" y="7955"/>
                  </a:lnTo>
                  <a:lnTo>
                    <a:pt x="927" y="7917"/>
                  </a:lnTo>
                  <a:lnTo>
                    <a:pt x="850" y="7878"/>
                  </a:lnTo>
                  <a:lnTo>
                    <a:pt x="773" y="7801"/>
                  </a:lnTo>
                  <a:lnTo>
                    <a:pt x="734" y="7685"/>
                  </a:lnTo>
                  <a:lnTo>
                    <a:pt x="696" y="7530"/>
                  </a:lnTo>
                  <a:lnTo>
                    <a:pt x="696" y="7376"/>
                  </a:lnTo>
                  <a:lnTo>
                    <a:pt x="696" y="7221"/>
                  </a:lnTo>
                  <a:lnTo>
                    <a:pt x="734" y="7144"/>
                  </a:lnTo>
                  <a:lnTo>
                    <a:pt x="812" y="7067"/>
                  </a:lnTo>
                  <a:lnTo>
                    <a:pt x="1005" y="6990"/>
                  </a:lnTo>
                  <a:lnTo>
                    <a:pt x="1275" y="6874"/>
                  </a:lnTo>
                  <a:lnTo>
                    <a:pt x="1893" y="6642"/>
                  </a:lnTo>
                  <a:lnTo>
                    <a:pt x="2742" y="6449"/>
                  </a:lnTo>
                  <a:lnTo>
                    <a:pt x="3592" y="6295"/>
                  </a:lnTo>
                  <a:lnTo>
                    <a:pt x="4634" y="6063"/>
                  </a:lnTo>
                  <a:lnTo>
                    <a:pt x="5136" y="5909"/>
                  </a:lnTo>
                  <a:lnTo>
                    <a:pt x="5638" y="5754"/>
                  </a:lnTo>
                  <a:close/>
                  <a:moveTo>
                    <a:pt x="6951" y="0"/>
                  </a:moveTo>
                  <a:lnTo>
                    <a:pt x="6720" y="39"/>
                  </a:lnTo>
                  <a:lnTo>
                    <a:pt x="6527" y="116"/>
                  </a:lnTo>
                  <a:lnTo>
                    <a:pt x="6333" y="232"/>
                  </a:lnTo>
                  <a:lnTo>
                    <a:pt x="6140" y="425"/>
                  </a:lnTo>
                  <a:lnTo>
                    <a:pt x="5986" y="618"/>
                  </a:lnTo>
                  <a:lnTo>
                    <a:pt x="5909" y="811"/>
                  </a:lnTo>
                  <a:lnTo>
                    <a:pt x="5793" y="1275"/>
                  </a:lnTo>
                  <a:lnTo>
                    <a:pt x="5793" y="1777"/>
                  </a:lnTo>
                  <a:lnTo>
                    <a:pt x="5831" y="2742"/>
                  </a:lnTo>
                  <a:lnTo>
                    <a:pt x="5909" y="3901"/>
                  </a:lnTo>
                  <a:lnTo>
                    <a:pt x="5986" y="4480"/>
                  </a:lnTo>
                  <a:lnTo>
                    <a:pt x="6063" y="5020"/>
                  </a:lnTo>
                  <a:lnTo>
                    <a:pt x="6025" y="5136"/>
                  </a:lnTo>
                  <a:lnTo>
                    <a:pt x="6063" y="5252"/>
                  </a:lnTo>
                  <a:lnTo>
                    <a:pt x="5523" y="5445"/>
                  </a:lnTo>
                  <a:lnTo>
                    <a:pt x="4982" y="5561"/>
                  </a:lnTo>
                  <a:lnTo>
                    <a:pt x="3939" y="5831"/>
                  </a:lnTo>
                  <a:lnTo>
                    <a:pt x="2858" y="6024"/>
                  </a:lnTo>
                  <a:lnTo>
                    <a:pt x="2318" y="6179"/>
                  </a:lnTo>
                  <a:lnTo>
                    <a:pt x="1777" y="6295"/>
                  </a:lnTo>
                  <a:lnTo>
                    <a:pt x="1198" y="6488"/>
                  </a:lnTo>
                  <a:lnTo>
                    <a:pt x="850" y="6642"/>
                  </a:lnTo>
                  <a:lnTo>
                    <a:pt x="503" y="6835"/>
                  </a:lnTo>
                  <a:lnTo>
                    <a:pt x="232" y="7028"/>
                  </a:lnTo>
                  <a:lnTo>
                    <a:pt x="116" y="7144"/>
                  </a:lnTo>
                  <a:lnTo>
                    <a:pt x="39" y="7299"/>
                  </a:lnTo>
                  <a:lnTo>
                    <a:pt x="1" y="7415"/>
                  </a:lnTo>
                  <a:lnTo>
                    <a:pt x="1" y="7569"/>
                  </a:lnTo>
                  <a:lnTo>
                    <a:pt x="39" y="7723"/>
                  </a:lnTo>
                  <a:lnTo>
                    <a:pt x="116" y="7917"/>
                  </a:lnTo>
                  <a:lnTo>
                    <a:pt x="232" y="8032"/>
                  </a:lnTo>
                  <a:lnTo>
                    <a:pt x="348" y="8148"/>
                  </a:lnTo>
                  <a:lnTo>
                    <a:pt x="503" y="8225"/>
                  </a:lnTo>
                  <a:lnTo>
                    <a:pt x="618" y="8264"/>
                  </a:lnTo>
                  <a:lnTo>
                    <a:pt x="927" y="8341"/>
                  </a:lnTo>
                  <a:lnTo>
                    <a:pt x="1275" y="8341"/>
                  </a:lnTo>
                  <a:lnTo>
                    <a:pt x="1622" y="8303"/>
                  </a:lnTo>
                  <a:lnTo>
                    <a:pt x="1931" y="8187"/>
                  </a:lnTo>
                  <a:lnTo>
                    <a:pt x="2549" y="7994"/>
                  </a:lnTo>
                  <a:lnTo>
                    <a:pt x="3553" y="7530"/>
                  </a:lnTo>
                  <a:lnTo>
                    <a:pt x="4519" y="6990"/>
                  </a:lnTo>
                  <a:lnTo>
                    <a:pt x="5445" y="6372"/>
                  </a:lnTo>
                  <a:lnTo>
                    <a:pt x="5909" y="6063"/>
                  </a:lnTo>
                  <a:lnTo>
                    <a:pt x="6333" y="5715"/>
                  </a:lnTo>
                  <a:lnTo>
                    <a:pt x="6527" y="6102"/>
                  </a:lnTo>
                  <a:lnTo>
                    <a:pt x="6642" y="6295"/>
                  </a:lnTo>
                  <a:lnTo>
                    <a:pt x="6758" y="6449"/>
                  </a:lnTo>
                  <a:lnTo>
                    <a:pt x="7029" y="6372"/>
                  </a:lnTo>
                  <a:lnTo>
                    <a:pt x="7029" y="6333"/>
                  </a:lnTo>
                  <a:lnTo>
                    <a:pt x="6835" y="5986"/>
                  </a:lnTo>
                  <a:lnTo>
                    <a:pt x="6758" y="5831"/>
                  </a:lnTo>
                  <a:lnTo>
                    <a:pt x="6720" y="5638"/>
                  </a:lnTo>
                  <a:lnTo>
                    <a:pt x="6720" y="5561"/>
                  </a:lnTo>
                  <a:lnTo>
                    <a:pt x="7569" y="5831"/>
                  </a:lnTo>
                  <a:lnTo>
                    <a:pt x="8496" y="6063"/>
                  </a:lnTo>
                  <a:lnTo>
                    <a:pt x="9384" y="6179"/>
                  </a:lnTo>
                  <a:lnTo>
                    <a:pt x="10311" y="6217"/>
                  </a:lnTo>
                  <a:lnTo>
                    <a:pt x="11006" y="6217"/>
                  </a:lnTo>
                  <a:lnTo>
                    <a:pt x="11469" y="6179"/>
                  </a:lnTo>
                  <a:lnTo>
                    <a:pt x="11933" y="6140"/>
                  </a:lnTo>
                  <a:lnTo>
                    <a:pt x="12357" y="5986"/>
                  </a:lnTo>
                  <a:lnTo>
                    <a:pt x="12512" y="5909"/>
                  </a:lnTo>
                  <a:lnTo>
                    <a:pt x="12666" y="5793"/>
                  </a:lnTo>
                  <a:lnTo>
                    <a:pt x="12821" y="5677"/>
                  </a:lnTo>
                  <a:lnTo>
                    <a:pt x="12898" y="5522"/>
                  </a:lnTo>
                  <a:lnTo>
                    <a:pt x="12975" y="5368"/>
                  </a:lnTo>
                  <a:lnTo>
                    <a:pt x="12975" y="5175"/>
                  </a:lnTo>
                  <a:lnTo>
                    <a:pt x="12975" y="4982"/>
                  </a:lnTo>
                  <a:lnTo>
                    <a:pt x="12898" y="4827"/>
                  </a:lnTo>
                  <a:lnTo>
                    <a:pt x="12821" y="4711"/>
                  </a:lnTo>
                  <a:lnTo>
                    <a:pt x="12744" y="4634"/>
                  </a:lnTo>
                  <a:lnTo>
                    <a:pt x="12628" y="4518"/>
                  </a:lnTo>
                  <a:lnTo>
                    <a:pt x="12473" y="4480"/>
                  </a:lnTo>
                  <a:lnTo>
                    <a:pt x="12164" y="4364"/>
                  </a:lnTo>
                  <a:lnTo>
                    <a:pt x="11817" y="4325"/>
                  </a:lnTo>
                  <a:lnTo>
                    <a:pt x="11469" y="4325"/>
                  </a:lnTo>
                  <a:lnTo>
                    <a:pt x="10890" y="4364"/>
                  </a:lnTo>
                  <a:lnTo>
                    <a:pt x="9847" y="4403"/>
                  </a:lnTo>
                  <a:lnTo>
                    <a:pt x="8843" y="4480"/>
                  </a:lnTo>
                  <a:lnTo>
                    <a:pt x="7839" y="4634"/>
                  </a:lnTo>
                  <a:lnTo>
                    <a:pt x="6835" y="4827"/>
                  </a:lnTo>
                  <a:lnTo>
                    <a:pt x="7376" y="3476"/>
                  </a:lnTo>
                  <a:lnTo>
                    <a:pt x="7646" y="2742"/>
                  </a:lnTo>
                  <a:lnTo>
                    <a:pt x="7839" y="2047"/>
                  </a:lnTo>
                  <a:lnTo>
                    <a:pt x="7917" y="1815"/>
                  </a:lnTo>
                  <a:lnTo>
                    <a:pt x="7917" y="1545"/>
                  </a:lnTo>
                  <a:lnTo>
                    <a:pt x="7917" y="1313"/>
                  </a:lnTo>
                  <a:lnTo>
                    <a:pt x="7878" y="1082"/>
                  </a:lnTo>
                  <a:lnTo>
                    <a:pt x="7801" y="850"/>
                  </a:lnTo>
                  <a:lnTo>
                    <a:pt x="7685" y="618"/>
                  </a:lnTo>
                  <a:lnTo>
                    <a:pt x="7531" y="425"/>
                  </a:lnTo>
                  <a:lnTo>
                    <a:pt x="7337" y="271"/>
                  </a:lnTo>
                  <a:lnTo>
                    <a:pt x="7260" y="155"/>
                  </a:lnTo>
                  <a:lnTo>
                    <a:pt x="7144" y="78"/>
                  </a:lnTo>
                  <a:lnTo>
                    <a:pt x="695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4" name="Google Shape;2224;p9"/>
            <p:cNvSpPr/>
            <p:nvPr/>
          </p:nvSpPr>
          <p:spPr>
            <a:xfrm>
              <a:off x="2371575" y="3521175"/>
              <a:ext cx="106225" cy="123575"/>
            </a:xfrm>
            <a:custGeom>
              <a:avLst/>
              <a:gdLst/>
              <a:ahLst/>
              <a:cxnLst/>
              <a:rect l="l" t="t" r="r" b="b"/>
              <a:pathLst>
                <a:path w="4249" h="4943" extrusionOk="0">
                  <a:moveTo>
                    <a:pt x="3862" y="0"/>
                  </a:moveTo>
                  <a:lnTo>
                    <a:pt x="3592" y="541"/>
                  </a:lnTo>
                  <a:lnTo>
                    <a:pt x="3245" y="1120"/>
                  </a:lnTo>
                  <a:lnTo>
                    <a:pt x="2897" y="1661"/>
                  </a:lnTo>
                  <a:lnTo>
                    <a:pt x="2511" y="2163"/>
                  </a:lnTo>
                  <a:lnTo>
                    <a:pt x="1932" y="2858"/>
                  </a:lnTo>
                  <a:lnTo>
                    <a:pt x="1314" y="3475"/>
                  </a:lnTo>
                  <a:lnTo>
                    <a:pt x="1005" y="3746"/>
                  </a:lnTo>
                  <a:lnTo>
                    <a:pt x="657" y="4016"/>
                  </a:lnTo>
                  <a:lnTo>
                    <a:pt x="310" y="4248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41" y="4750"/>
                  </a:lnTo>
                  <a:lnTo>
                    <a:pt x="966" y="4518"/>
                  </a:lnTo>
                  <a:lnTo>
                    <a:pt x="1314" y="4209"/>
                  </a:lnTo>
                  <a:lnTo>
                    <a:pt x="1700" y="3900"/>
                  </a:lnTo>
                  <a:lnTo>
                    <a:pt x="2009" y="3553"/>
                  </a:lnTo>
                  <a:lnTo>
                    <a:pt x="2356" y="3167"/>
                  </a:lnTo>
                  <a:lnTo>
                    <a:pt x="2897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2"/>
                  </a:lnTo>
                  <a:lnTo>
                    <a:pt x="4248" y="155"/>
                  </a:lnTo>
                  <a:lnTo>
                    <a:pt x="386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5" name="Google Shape;2225;p9"/>
            <p:cNvSpPr/>
            <p:nvPr/>
          </p:nvSpPr>
          <p:spPr>
            <a:xfrm>
              <a:off x="2320425" y="35221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1"/>
                  </a:moveTo>
                  <a:lnTo>
                    <a:pt x="1004" y="310"/>
                  </a:lnTo>
                  <a:lnTo>
                    <a:pt x="1236" y="387"/>
                  </a:lnTo>
                  <a:lnTo>
                    <a:pt x="1429" y="541"/>
                  </a:lnTo>
                  <a:lnTo>
                    <a:pt x="1545" y="773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3" y="1198"/>
                  </a:lnTo>
                  <a:lnTo>
                    <a:pt x="1545" y="1314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5"/>
                  </a:lnTo>
                  <a:lnTo>
                    <a:pt x="966" y="1584"/>
                  </a:lnTo>
                  <a:lnTo>
                    <a:pt x="773" y="1545"/>
                  </a:lnTo>
                  <a:lnTo>
                    <a:pt x="657" y="1507"/>
                  </a:lnTo>
                  <a:lnTo>
                    <a:pt x="579" y="1430"/>
                  </a:lnTo>
                  <a:lnTo>
                    <a:pt x="502" y="1314"/>
                  </a:lnTo>
                  <a:lnTo>
                    <a:pt x="464" y="1236"/>
                  </a:lnTo>
                  <a:lnTo>
                    <a:pt x="425" y="1005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426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1043" y="1"/>
                  </a:moveTo>
                  <a:lnTo>
                    <a:pt x="850" y="39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117"/>
                  </a:lnTo>
                  <a:lnTo>
                    <a:pt x="271" y="232"/>
                  </a:lnTo>
                  <a:lnTo>
                    <a:pt x="155" y="348"/>
                  </a:lnTo>
                  <a:lnTo>
                    <a:pt x="77" y="541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7" y="1468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932"/>
                  </a:lnTo>
                  <a:lnTo>
                    <a:pt x="1622" y="1816"/>
                  </a:lnTo>
                  <a:lnTo>
                    <a:pt x="1777" y="1700"/>
                  </a:lnTo>
                  <a:lnTo>
                    <a:pt x="1892" y="1545"/>
                  </a:lnTo>
                  <a:lnTo>
                    <a:pt x="1970" y="1352"/>
                  </a:lnTo>
                  <a:lnTo>
                    <a:pt x="2047" y="1198"/>
                  </a:lnTo>
                  <a:lnTo>
                    <a:pt x="2085" y="1005"/>
                  </a:lnTo>
                  <a:lnTo>
                    <a:pt x="2047" y="812"/>
                  </a:lnTo>
                  <a:lnTo>
                    <a:pt x="1970" y="619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3" y="155"/>
                  </a:lnTo>
                  <a:lnTo>
                    <a:pt x="1429" y="78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6" name="Google Shape;2226;p9"/>
            <p:cNvSpPr/>
            <p:nvPr/>
          </p:nvSpPr>
          <p:spPr>
            <a:xfrm>
              <a:off x="5925125" y="3542400"/>
              <a:ext cx="60825" cy="90775"/>
            </a:xfrm>
            <a:custGeom>
              <a:avLst/>
              <a:gdLst/>
              <a:ahLst/>
              <a:cxnLst/>
              <a:rect l="l" t="t" r="r" b="b"/>
              <a:pathLst>
                <a:path w="2433" h="3631" extrusionOk="0">
                  <a:moveTo>
                    <a:pt x="1197" y="1"/>
                  </a:moveTo>
                  <a:lnTo>
                    <a:pt x="1081" y="39"/>
                  </a:lnTo>
                  <a:lnTo>
                    <a:pt x="1004" y="78"/>
                  </a:lnTo>
                  <a:lnTo>
                    <a:pt x="966" y="117"/>
                  </a:lnTo>
                  <a:lnTo>
                    <a:pt x="927" y="194"/>
                  </a:lnTo>
                  <a:lnTo>
                    <a:pt x="927" y="271"/>
                  </a:lnTo>
                  <a:lnTo>
                    <a:pt x="850" y="271"/>
                  </a:lnTo>
                  <a:lnTo>
                    <a:pt x="772" y="310"/>
                  </a:lnTo>
                  <a:lnTo>
                    <a:pt x="734" y="348"/>
                  </a:lnTo>
                  <a:lnTo>
                    <a:pt x="695" y="425"/>
                  </a:lnTo>
                  <a:lnTo>
                    <a:pt x="695" y="541"/>
                  </a:lnTo>
                  <a:lnTo>
                    <a:pt x="695" y="619"/>
                  </a:lnTo>
                  <a:lnTo>
                    <a:pt x="772" y="696"/>
                  </a:lnTo>
                  <a:lnTo>
                    <a:pt x="850" y="734"/>
                  </a:lnTo>
                  <a:lnTo>
                    <a:pt x="1081" y="812"/>
                  </a:lnTo>
                  <a:lnTo>
                    <a:pt x="1274" y="966"/>
                  </a:lnTo>
                  <a:lnTo>
                    <a:pt x="1468" y="1121"/>
                  </a:lnTo>
                  <a:lnTo>
                    <a:pt x="1622" y="1275"/>
                  </a:lnTo>
                  <a:lnTo>
                    <a:pt x="1738" y="1507"/>
                  </a:lnTo>
                  <a:lnTo>
                    <a:pt x="1854" y="1700"/>
                  </a:lnTo>
                  <a:lnTo>
                    <a:pt x="1892" y="1931"/>
                  </a:lnTo>
                  <a:lnTo>
                    <a:pt x="1931" y="2163"/>
                  </a:lnTo>
                  <a:lnTo>
                    <a:pt x="1892" y="2472"/>
                  </a:lnTo>
                  <a:lnTo>
                    <a:pt x="1815" y="2742"/>
                  </a:lnTo>
                  <a:lnTo>
                    <a:pt x="1738" y="2897"/>
                  </a:lnTo>
                  <a:lnTo>
                    <a:pt x="1622" y="2974"/>
                  </a:lnTo>
                  <a:lnTo>
                    <a:pt x="1506" y="3090"/>
                  </a:lnTo>
                  <a:lnTo>
                    <a:pt x="1390" y="3128"/>
                  </a:lnTo>
                  <a:lnTo>
                    <a:pt x="1197" y="3167"/>
                  </a:lnTo>
                  <a:lnTo>
                    <a:pt x="1043" y="3128"/>
                  </a:lnTo>
                  <a:lnTo>
                    <a:pt x="927" y="3013"/>
                  </a:lnTo>
                  <a:lnTo>
                    <a:pt x="850" y="2897"/>
                  </a:lnTo>
                  <a:lnTo>
                    <a:pt x="811" y="2781"/>
                  </a:lnTo>
                  <a:lnTo>
                    <a:pt x="811" y="2626"/>
                  </a:lnTo>
                  <a:lnTo>
                    <a:pt x="888" y="2472"/>
                  </a:lnTo>
                  <a:lnTo>
                    <a:pt x="1043" y="2356"/>
                  </a:lnTo>
                  <a:lnTo>
                    <a:pt x="1120" y="2279"/>
                  </a:lnTo>
                  <a:lnTo>
                    <a:pt x="1159" y="2163"/>
                  </a:lnTo>
                  <a:lnTo>
                    <a:pt x="1120" y="2047"/>
                  </a:lnTo>
                  <a:lnTo>
                    <a:pt x="1043" y="1970"/>
                  </a:lnTo>
                  <a:lnTo>
                    <a:pt x="618" y="1623"/>
                  </a:lnTo>
                  <a:lnTo>
                    <a:pt x="425" y="1468"/>
                  </a:lnTo>
                  <a:lnTo>
                    <a:pt x="193" y="1352"/>
                  </a:lnTo>
                  <a:lnTo>
                    <a:pt x="0" y="1623"/>
                  </a:lnTo>
                  <a:lnTo>
                    <a:pt x="270" y="1893"/>
                  </a:lnTo>
                  <a:lnTo>
                    <a:pt x="541" y="2163"/>
                  </a:lnTo>
                  <a:lnTo>
                    <a:pt x="386" y="2395"/>
                  </a:lnTo>
                  <a:lnTo>
                    <a:pt x="309" y="2626"/>
                  </a:lnTo>
                  <a:lnTo>
                    <a:pt x="309" y="2935"/>
                  </a:lnTo>
                  <a:lnTo>
                    <a:pt x="348" y="3051"/>
                  </a:lnTo>
                  <a:lnTo>
                    <a:pt x="425" y="3206"/>
                  </a:lnTo>
                  <a:lnTo>
                    <a:pt x="541" y="3360"/>
                  </a:lnTo>
                  <a:lnTo>
                    <a:pt x="695" y="3476"/>
                  </a:lnTo>
                  <a:lnTo>
                    <a:pt x="850" y="3592"/>
                  </a:lnTo>
                  <a:lnTo>
                    <a:pt x="1081" y="3630"/>
                  </a:lnTo>
                  <a:lnTo>
                    <a:pt x="1274" y="3630"/>
                  </a:lnTo>
                  <a:lnTo>
                    <a:pt x="1468" y="3592"/>
                  </a:lnTo>
                  <a:lnTo>
                    <a:pt x="1661" y="3515"/>
                  </a:lnTo>
                  <a:lnTo>
                    <a:pt x="1854" y="3437"/>
                  </a:lnTo>
                  <a:lnTo>
                    <a:pt x="2047" y="3283"/>
                  </a:lnTo>
                  <a:lnTo>
                    <a:pt x="2201" y="3090"/>
                  </a:lnTo>
                  <a:lnTo>
                    <a:pt x="2317" y="2897"/>
                  </a:lnTo>
                  <a:lnTo>
                    <a:pt x="2394" y="2704"/>
                  </a:lnTo>
                  <a:lnTo>
                    <a:pt x="2433" y="2472"/>
                  </a:lnTo>
                  <a:lnTo>
                    <a:pt x="2433" y="2279"/>
                  </a:lnTo>
                  <a:lnTo>
                    <a:pt x="2433" y="2047"/>
                  </a:lnTo>
                  <a:lnTo>
                    <a:pt x="2356" y="1816"/>
                  </a:lnTo>
                  <a:lnTo>
                    <a:pt x="2317" y="1623"/>
                  </a:lnTo>
                  <a:lnTo>
                    <a:pt x="2201" y="1391"/>
                  </a:lnTo>
                  <a:lnTo>
                    <a:pt x="1931" y="1005"/>
                  </a:lnTo>
                  <a:lnTo>
                    <a:pt x="1622" y="657"/>
                  </a:lnTo>
                  <a:lnTo>
                    <a:pt x="1274" y="425"/>
                  </a:lnTo>
                  <a:lnTo>
                    <a:pt x="11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7" name="Google Shape;2227;p9"/>
            <p:cNvSpPr/>
            <p:nvPr/>
          </p:nvSpPr>
          <p:spPr>
            <a:xfrm>
              <a:off x="5032150" y="3545300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3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7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0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5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8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4"/>
                  </a:lnTo>
                  <a:lnTo>
                    <a:pt x="1159" y="541"/>
                  </a:lnTo>
                  <a:lnTo>
                    <a:pt x="1352" y="425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8"/>
                  </a:lnTo>
                  <a:lnTo>
                    <a:pt x="309" y="927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5"/>
                  </a:lnTo>
                  <a:lnTo>
                    <a:pt x="0" y="2009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4" y="2858"/>
                  </a:lnTo>
                  <a:lnTo>
                    <a:pt x="425" y="3244"/>
                  </a:lnTo>
                  <a:lnTo>
                    <a:pt x="695" y="3553"/>
                  </a:lnTo>
                  <a:lnTo>
                    <a:pt x="1043" y="3823"/>
                  </a:lnTo>
                  <a:lnTo>
                    <a:pt x="1468" y="4016"/>
                  </a:lnTo>
                  <a:lnTo>
                    <a:pt x="1661" y="4094"/>
                  </a:lnTo>
                  <a:lnTo>
                    <a:pt x="1893" y="4132"/>
                  </a:lnTo>
                  <a:lnTo>
                    <a:pt x="2317" y="4132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2"/>
                  </a:lnTo>
                  <a:lnTo>
                    <a:pt x="4171" y="1429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6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8" name="Google Shape;2228;p9"/>
            <p:cNvSpPr/>
            <p:nvPr/>
          </p:nvSpPr>
          <p:spPr>
            <a:xfrm>
              <a:off x="3784900" y="3554950"/>
              <a:ext cx="112950" cy="132275"/>
            </a:xfrm>
            <a:custGeom>
              <a:avLst/>
              <a:gdLst/>
              <a:ahLst/>
              <a:cxnLst/>
              <a:rect l="l" t="t" r="r" b="b"/>
              <a:pathLst>
                <a:path w="4518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0" y="78"/>
                  </a:lnTo>
                  <a:lnTo>
                    <a:pt x="2510" y="194"/>
                  </a:lnTo>
                  <a:lnTo>
                    <a:pt x="2240" y="310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3" y="2163"/>
                  </a:lnTo>
                  <a:lnTo>
                    <a:pt x="270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0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5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8" y="4866"/>
                  </a:lnTo>
                  <a:lnTo>
                    <a:pt x="888" y="4828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6" y="3167"/>
                  </a:lnTo>
                  <a:lnTo>
                    <a:pt x="772" y="2742"/>
                  </a:lnTo>
                  <a:lnTo>
                    <a:pt x="965" y="2318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79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9" name="Google Shape;2229;p9"/>
            <p:cNvSpPr/>
            <p:nvPr/>
          </p:nvSpPr>
          <p:spPr>
            <a:xfrm>
              <a:off x="5529325" y="356750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1"/>
                  </a:moveTo>
                  <a:lnTo>
                    <a:pt x="0" y="232"/>
                  </a:lnTo>
                  <a:lnTo>
                    <a:pt x="463" y="927"/>
                  </a:lnTo>
                  <a:lnTo>
                    <a:pt x="1043" y="1622"/>
                  </a:lnTo>
                  <a:lnTo>
                    <a:pt x="1661" y="2279"/>
                  </a:lnTo>
                  <a:lnTo>
                    <a:pt x="2356" y="2858"/>
                  </a:lnTo>
                  <a:lnTo>
                    <a:pt x="3089" y="3360"/>
                  </a:lnTo>
                  <a:lnTo>
                    <a:pt x="3862" y="3824"/>
                  </a:lnTo>
                  <a:lnTo>
                    <a:pt x="4672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21" y="4905"/>
                  </a:lnTo>
                  <a:lnTo>
                    <a:pt x="7684" y="4943"/>
                  </a:lnTo>
                  <a:lnTo>
                    <a:pt x="8109" y="4982"/>
                  </a:lnTo>
                  <a:lnTo>
                    <a:pt x="8534" y="4943"/>
                  </a:lnTo>
                  <a:lnTo>
                    <a:pt x="8959" y="4905"/>
                  </a:lnTo>
                  <a:lnTo>
                    <a:pt x="9383" y="4866"/>
                  </a:lnTo>
                  <a:lnTo>
                    <a:pt x="9808" y="4750"/>
                  </a:lnTo>
                  <a:lnTo>
                    <a:pt x="10233" y="4634"/>
                  </a:lnTo>
                  <a:lnTo>
                    <a:pt x="10658" y="4480"/>
                  </a:lnTo>
                  <a:lnTo>
                    <a:pt x="11044" y="4326"/>
                  </a:lnTo>
                  <a:lnTo>
                    <a:pt x="11469" y="4094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280" y="3553"/>
                  </a:lnTo>
                  <a:lnTo>
                    <a:pt x="12434" y="3167"/>
                  </a:lnTo>
                  <a:lnTo>
                    <a:pt x="12241" y="3167"/>
                  </a:lnTo>
                  <a:lnTo>
                    <a:pt x="12202" y="3128"/>
                  </a:lnTo>
                  <a:lnTo>
                    <a:pt x="12009" y="3128"/>
                  </a:lnTo>
                  <a:lnTo>
                    <a:pt x="11893" y="3167"/>
                  </a:lnTo>
                  <a:lnTo>
                    <a:pt x="11546" y="3437"/>
                  </a:lnTo>
                  <a:lnTo>
                    <a:pt x="11198" y="3669"/>
                  </a:lnTo>
                  <a:lnTo>
                    <a:pt x="10812" y="3862"/>
                  </a:lnTo>
                  <a:lnTo>
                    <a:pt x="10426" y="4017"/>
                  </a:lnTo>
                  <a:lnTo>
                    <a:pt x="10001" y="4171"/>
                  </a:lnTo>
                  <a:lnTo>
                    <a:pt x="9615" y="4287"/>
                  </a:lnTo>
                  <a:lnTo>
                    <a:pt x="9190" y="4364"/>
                  </a:lnTo>
                  <a:lnTo>
                    <a:pt x="8766" y="4403"/>
                  </a:lnTo>
                  <a:lnTo>
                    <a:pt x="8341" y="4441"/>
                  </a:lnTo>
                  <a:lnTo>
                    <a:pt x="7916" y="4480"/>
                  </a:lnTo>
                  <a:lnTo>
                    <a:pt x="7453" y="4441"/>
                  </a:lnTo>
                  <a:lnTo>
                    <a:pt x="7028" y="4403"/>
                  </a:lnTo>
                  <a:lnTo>
                    <a:pt x="6603" y="4326"/>
                  </a:lnTo>
                  <a:lnTo>
                    <a:pt x="6178" y="4248"/>
                  </a:lnTo>
                  <a:lnTo>
                    <a:pt x="5792" y="4132"/>
                  </a:lnTo>
                  <a:lnTo>
                    <a:pt x="5368" y="4017"/>
                  </a:lnTo>
                  <a:lnTo>
                    <a:pt x="4595" y="3669"/>
                  </a:lnTo>
                  <a:lnTo>
                    <a:pt x="3862" y="3283"/>
                  </a:lnTo>
                  <a:lnTo>
                    <a:pt x="3205" y="2820"/>
                  </a:lnTo>
                  <a:lnTo>
                    <a:pt x="2549" y="2318"/>
                  </a:lnTo>
                  <a:lnTo>
                    <a:pt x="1969" y="1777"/>
                  </a:lnTo>
                  <a:lnTo>
                    <a:pt x="1352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0" name="Google Shape;2230;p9"/>
            <p:cNvSpPr/>
            <p:nvPr/>
          </p:nvSpPr>
          <p:spPr>
            <a:xfrm>
              <a:off x="2258625" y="3569425"/>
              <a:ext cx="44450" cy="43475"/>
            </a:xfrm>
            <a:custGeom>
              <a:avLst/>
              <a:gdLst/>
              <a:ahLst/>
              <a:cxnLst/>
              <a:rect l="l" t="t" r="r" b="b"/>
              <a:pathLst>
                <a:path w="1778" h="1739" extrusionOk="0">
                  <a:moveTo>
                    <a:pt x="773" y="310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9"/>
                  </a:lnTo>
                  <a:lnTo>
                    <a:pt x="1391" y="773"/>
                  </a:lnTo>
                  <a:lnTo>
                    <a:pt x="1391" y="966"/>
                  </a:lnTo>
                  <a:lnTo>
                    <a:pt x="1352" y="1044"/>
                  </a:lnTo>
                  <a:lnTo>
                    <a:pt x="1275" y="1159"/>
                  </a:lnTo>
                  <a:lnTo>
                    <a:pt x="1198" y="1237"/>
                  </a:lnTo>
                  <a:lnTo>
                    <a:pt x="1082" y="1314"/>
                  </a:lnTo>
                  <a:lnTo>
                    <a:pt x="889" y="1352"/>
                  </a:lnTo>
                  <a:lnTo>
                    <a:pt x="696" y="1352"/>
                  </a:lnTo>
                  <a:lnTo>
                    <a:pt x="542" y="1237"/>
                  </a:lnTo>
                  <a:lnTo>
                    <a:pt x="426" y="1082"/>
                  </a:lnTo>
                  <a:lnTo>
                    <a:pt x="387" y="889"/>
                  </a:lnTo>
                  <a:lnTo>
                    <a:pt x="387" y="735"/>
                  </a:lnTo>
                  <a:lnTo>
                    <a:pt x="464" y="580"/>
                  </a:lnTo>
                  <a:lnTo>
                    <a:pt x="542" y="387"/>
                  </a:lnTo>
                  <a:lnTo>
                    <a:pt x="542" y="348"/>
                  </a:lnTo>
                  <a:lnTo>
                    <a:pt x="773" y="310"/>
                  </a:lnTo>
                  <a:close/>
                  <a:moveTo>
                    <a:pt x="773" y="1"/>
                  </a:moveTo>
                  <a:lnTo>
                    <a:pt x="619" y="40"/>
                  </a:lnTo>
                  <a:lnTo>
                    <a:pt x="464" y="117"/>
                  </a:lnTo>
                  <a:lnTo>
                    <a:pt x="426" y="155"/>
                  </a:lnTo>
                  <a:lnTo>
                    <a:pt x="348" y="194"/>
                  </a:lnTo>
                  <a:lnTo>
                    <a:pt x="233" y="271"/>
                  </a:lnTo>
                  <a:lnTo>
                    <a:pt x="117" y="387"/>
                  </a:lnTo>
                  <a:lnTo>
                    <a:pt x="40" y="503"/>
                  </a:lnTo>
                  <a:lnTo>
                    <a:pt x="1" y="657"/>
                  </a:lnTo>
                  <a:lnTo>
                    <a:pt x="1" y="850"/>
                  </a:lnTo>
                  <a:lnTo>
                    <a:pt x="1" y="1005"/>
                  </a:lnTo>
                  <a:lnTo>
                    <a:pt x="40" y="1159"/>
                  </a:lnTo>
                  <a:lnTo>
                    <a:pt x="117" y="1314"/>
                  </a:lnTo>
                  <a:lnTo>
                    <a:pt x="194" y="1468"/>
                  </a:lnTo>
                  <a:lnTo>
                    <a:pt x="348" y="1584"/>
                  </a:lnTo>
                  <a:lnTo>
                    <a:pt x="464" y="1661"/>
                  </a:lnTo>
                  <a:lnTo>
                    <a:pt x="619" y="1739"/>
                  </a:lnTo>
                  <a:lnTo>
                    <a:pt x="966" y="1739"/>
                  </a:lnTo>
                  <a:lnTo>
                    <a:pt x="1121" y="1700"/>
                  </a:lnTo>
                  <a:lnTo>
                    <a:pt x="1275" y="1623"/>
                  </a:lnTo>
                  <a:lnTo>
                    <a:pt x="1430" y="1545"/>
                  </a:lnTo>
                  <a:lnTo>
                    <a:pt x="1584" y="1430"/>
                  </a:lnTo>
                  <a:lnTo>
                    <a:pt x="1661" y="1275"/>
                  </a:lnTo>
                  <a:lnTo>
                    <a:pt x="1739" y="1121"/>
                  </a:lnTo>
                  <a:lnTo>
                    <a:pt x="1777" y="928"/>
                  </a:lnTo>
                  <a:lnTo>
                    <a:pt x="1777" y="773"/>
                  </a:lnTo>
                  <a:lnTo>
                    <a:pt x="1739" y="580"/>
                  </a:lnTo>
                  <a:lnTo>
                    <a:pt x="1661" y="426"/>
                  </a:lnTo>
                  <a:lnTo>
                    <a:pt x="1546" y="271"/>
                  </a:lnTo>
                  <a:lnTo>
                    <a:pt x="1430" y="155"/>
                  </a:lnTo>
                  <a:lnTo>
                    <a:pt x="1275" y="78"/>
                  </a:lnTo>
                  <a:lnTo>
                    <a:pt x="1121" y="40"/>
                  </a:lnTo>
                  <a:lnTo>
                    <a:pt x="96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1" name="Google Shape;2231;p9"/>
            <p:cNvSpPr/>
            <p:nvPr/>
          </p:nvSpPr>
          <p:spPr>
            <a:xfrm>
              <a:off x="5836300" y="3573300"/>
              <a:ext cx="93675" cy="136150"/>
            </a:xfrm>
            <a:custGeom>
              <a:avLst/>
              <a:gdLst/>
              <a:ahLst/>
              <a:cxnLst/>
              <a:rect l="l" t="t" r="r" b="b"/>
              <a:pathLst>
                <a:path w="3747" h="5446" extrusionOk="0">
                  <a:moveTo>
                    <a:pt x="3515" y="0"/>
                  </a:moveTo>
                  <a:lnTo>
                    <a:pt x="3437" y="39"/>
                  </a:lnTo>
                  <a:lnTo>
                    <a:pt x="3360" y="78"/>
                  </a:lnTo>
                  <a:lnTo>
                    <a:pt x="3283" y="116"/>
                  </a:lnTo>
                  <a:lnTo>
                    <a:pt x="3013" y="309"/>
                  </a:lnTo>
                  <a:lnTo>
                    <a:pt x="2781" y="541"/>
                  </a:lnTo>
                  <a:lnTo>
                    <a:pt x="2588" y="773"/>
                  </a:lnTo>
                  <a:lnTo>
                    <a:pt x="2356" y="1004"/>
                  </a:lnTo>
                  <a:lnTo>
                    <a:pt x="2086" y="1236"/>
                  </a:lnTo>
                  <a:lnTo>
                    <a:pt x="1777" y="1468"/>
                  </a:lnTo>
                  <a:lnTo>
                    <a:pt x="1159" y="1815"/>
                  </a:lnTo>
                  <a:lnTo>
                    <a:pt x="1120" y="1892"/>
                  </a:lnTo>
                  <a:lnTo>
                    <a:pt x="1082" y="1970"/>
                  </a:lnTo>
                  <a:lnTo>
                    <a:pt x="1082" y="2047"/>
                  </a:lnTo>
                  <a:lnTo>
                    <a:pt x="1120" y="2086"/>
                  </a:lnTo>
                  <a:lnTo>
                    <a:pt x="1005" y="2086"/>
                  </a:lnTo>
                  <a:lnTo>
                    <a:pt x="927" y="2124"/>
                  </a:lnTo>
                  <a:lnTo>
                    <a:pt x="850" y="2201"/>
                  </a:lnTo>
                  <a:lnTo>
                    <a:pt x="812" y="2279"/>
                  </a:lnTo>
                  <a:lnTo>
                    <a:pt x="812" y="2356"/>
                  </a:lnTo>
                  <a:lnTo>
                    <a:pt x="850" y="2433"/>
                  </a:lnTo>
                  <a:lnTo>
                    <a:pt x="889" y="2510"/>
                  </a:lnTo>
                  <a:lnTo>
                    <a:pt x="1005" y="2549"/>
                  </a:lnTo>
                  <a:lnTo>
                    <a:pt x="1236" y="2626"/>
                  </a:lnTo>
                  <a:lnTo>
                    <a:pt x="1468" y="2703"/>
                  </a:lnTo>
                  <a:lnTo>
                    <a:pt x="1661" y="2858"/>
                  </a:lnTo>
                  <a:lnTo>
                    <a:pt x="1854" y="3012"/>
                  </a:lnTo>
                  <a:lnTo>
                    <a:pt x="1970" y="3205"/>
                  </a:lnTo>
                  <a:lnTo>
                    <a:pt x="2086" y="3398"/>
                  </a:lnTo>
                  <a:lnTo>
                    <a:pt x="2163" y="3669"/>
                  </a:lnTo>
                  <a:lnTo>
                    <a:pt x="2163" y="3900"/>
                  </a:lnTo>
                  <a:lnTo>
                    <a:pt x="2124" y="4132"/>
                  </a:lnTo>
                  <a:lnTo>
                    <a:pt x="2047" y="4364"/>
                  </a:lnTo>
                  <a:lnTo>
                    <a:pt x="1931" y="4557"/>
                  </a:lnTo>
                  <a:lnTo>
                    <a:pt x="1777" y="4711"/>
                  </a:lnTo>
                  <a:lnTo>
                    <a:pt x="1584" y="4866"/>
                  </a:lnTo>
                  <a:lnTo>
                    <a:pt x="1352" y="4943"/>
                  </a:lnTo>
                  <a:lnTo>
                    <a:pt x="1236" y="4982"/>
                  </a:lnTo>
                  <a:lnTo>
                    <a:pt x="1120" y="4982"/>
                  </a:lnTo>
                  <a:lnTo>
                    <a:pt x="927" y="4904"/>
                  </a:lnTo>
                  <a:lnTo>
                    <a:pt x="773" y="4789"/>
                  </a:lnTo>
                  <a:lnTo>
                    <a:pt x="696" y="4634"/>
                  </a:lnTo>
                  <a:lnTo>
                    <a:pt x="696" y="4441"/>
                  </a:lnTo>
                  <a:lnTo>
                    <a:pt x="773" y="4287"/>
                  </a:lnTo>
                  <a:lnTo>
                    <a:pt x="812" y="4209"/>
                  </a:lnTo>
                  <a:lnTo>
                    <a:pt x="889" y="4171"/>
                  </a:lnTo>
                  <a:lnTo>
                    <a:pt x="1005" y="4132"/>
                  </a:lnTo>
                  <a:lnTo>
                    <a:pt x="1120" y="4094"/>
                  </a:lnTo>
                  <a:lnTo>
                    <a:pt x="1275" y="4055"/>
                  </a:lnTo>
                  <a:lnTo>
                    <a:pt x="1352" y="3939"/>
                  </a:lnTo>
                  <a:lnTo>
                    <a:pt x="1314" y="3823"/>
                  </a:lnTo>
                  <a:lnTo>
                    <a:pt x="1314" y="3746"/>
                  </a:lnTo>
                  <a:lnTo>
                    <a:pt x="1236" y="3669"/>
                  </a:lnTo>
                  <a:lnTo>
                    <a:pt x="155" y="2935"/>
                  </a:lnTo>
                  <a:lnTo>
                    <a:pt x="1" y="3321"/>
                  </a:lnTo>
                  <a:lnTo>
                    <a:pt x="657" y="3785"/>
                  </a:lnTo>
                  <a:lnTo>
                    <a:pt x="541" y="3900"/>
                  </a:lnTo>
                  <a:lnTo>
                    <a:pt x="425" y="4016"/>
                  </a:lnTo>
                  <a:lnTo>
                    <a:pt x="310" y="4132"/>
                  </a:lnTo>
                  <a:lnTo>
                    <a:pt x="271" y="4248"/>
                  </a:lnTo>
                  <a:lnTo>
                    <a:pt x="232" y="4402"/>
                  </a:lnTo>
                  <a:lnTo>
                    <a:pt x="194" y="4557"/>
                  </a:lnTo>
                  <a:lnTo>
                    <a:pt x="232" y="4750"/>
                  </a:lnTo>
                  <a:lnTo>
                    <a:pt x="271" y="4904"/>
                  </a:lnTo>
                  <a:lnTo>
                    <a:pt x="425" y="5136"/>
                  </a:lnTo>
                  <a:lnTo>
                    <a:pt x="580" y="5291"/>
                  </a:lnTo>
                  <a:lnTo>
                    <a:pt x="773" y="5368"/>
                  </a:lnTo>
                  <a:lnTo>
                    <a:pt x="966" y="5445"/>
                  </a:lnTo>
                  <a:lnTo>
                    <a:pt x="1198" y="5445"/>
                  </a:lnTo>
                  <a:lnTo>
                    <a:pt x="1429" y="5406"/>
                  </a:lnTo>
                  <a:lnTo>
                    <a:pt x="1661" y="5329"/>
                  </a:lnTo>
                  <a:lnTo>
                    <a:pt x="1854" y="5213"/>
                  </a:lnTo>
                  <a:lnTo>
                    <a:pt x="2086" y="5059"/>
                  </a:lnTo>
                  <a:lnTo>
                    <a:pt x="2279" y="4866"/>
                  </a:lnTo>
                  <a:lnTo>
                    <a:pt x="2433" y="4673"/>
                  </a:lnTo>
                  <a:lnTo>
                    <a:pt x="2511" y="4441"/>
                  </a:lnTo>
                  <a:lnTo>
                    <a:pt x="2588" y="4209"/>
                  </a:lnTo>
                  <a:lnTo>
                    <a:pt x="2626" y="3978"/>
                  </a:lnTo>
                  <a:lnTo>
                    <a:pt x="2626" y="3746"/>
                  </a:lnTo>
                  <a:lnTo>
                    <a:pt x="2588" y="3514"/>
                  </a:lnTo>
                  <a:lnTo>
                    <a:pt x="2511" y="3283"/>
                  </a:lnTo>
                  <a:lnTo>
                    <a:pt x="2395" y="3090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70" y="2510"/>
                  </a:lnTo>
                  <a:lnTo>
                    <a:pt x="1777" y="2356"/>
                  </a:lnTo>
                  <a:lnTo>
                    <a:pt x="1545" y="2240"/>
                  </a:lnTo>
                  <a:lnTo>
                    <a:pt x="1314" y="2124"/>
                  </a:lnTo>
                  <a:lnTo>
                    <a:pt x="1661" y="2008"/>
                  </a:lnTo>
                  <a:lnTo>
                    <a:pt x="1970" y="1854"/>
                  </a:lnTo>
                  <a:lnTo>
                    <a:pt x="2279" y="1661"/>
                  </a:lnTo>
                  <a:lnTo>
                    <a:pt x="2588" y="1429"/>
                  </a:lnTo>
                  <a:lnTo>
                    <a:pt x="2858" y="1236"/>
                  </a:lnTo>
                  <a:lnTo>
                    <a:pt x="3128" y="966"/>
                  </a:lnTo>
                  <a:lnTo>
                    <a:pt x="3360" y="695"/>
                  </a:lnTo>
                  <a:lnTo>
                    <a:pt x="3476" y="541"/>
                  </a:lnTo>
                  <a:lnTo>
                    <a:pt x="3553" y="387"/>
                  </a:lnTo>
                  <a:lnTo>
                    <a:pt x="3746" y="116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2" name="Google Shape;2232;p9"/>
            <p:cNvSpPr/>
            <p:nvPr/>
          </p:nvSpPr>
          <p:spPr>
            <a:xfrm>
              <a:off x="2264425" y="357522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28"/>
                  </a:lnTo>
                  <a:lnTo>
                    <a:pt x="3939" y="4248"/>
                  </a:lnTo>
                  <a:lnTo>
                    <a:pt x="4017" y="5407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917"/>
                  </a:lnTo>
                  <a:lnTo>
                    <a:pt x="3901" y="8534"/>
                  </a:lnTo>
                  <a:lnTo>
                    <a:pt x="3746" y="9152"/>
                  </a:lnTo>
                  <a:lnTo>
                    <a:pt x="3515" y="9732"/>
                  </a:lnTo>
                  <a:lnTo>
                    <a:pt x="3244" y="10272"/>
                  </a:lnTo>
                  <a:lnTo>
                    <a:pt x="3013" y="10542"/>
                  </a:lnTo>
                  <a:lnTo>
                    <a:pt x="2781" y="10735"/>
                  </a:lnTo>
                  <a:lnTo>
                    <a:pt x="2472" y="10851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93"/>
                  </a:lnTo>
                  <a:lnTo>
                    <a:pt x="773" y="9384"/>
                  </a:lnTo>
                  <a:lnTo>
                    <a:pt x="696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29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618" y="2742"/>
                  </a:lnTo>
                  <a:lnTo>
                    <a:pt x="1391" y="2395"/>
                  </a:lnTo>
                  <a:lnTo>
                    <a:pt x="2163" y="1931"/>
                  </a:lnTo>
                  <a:lnTo>
                    <a:pt x="2935" y="1429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39"/>
                  </a:lnTo>
                  <a:lnTo>
                    <a:pt x="3476" y="310"/>
                  </a:lnTo>
                  <a:lnTo>
                    <a:pt x="3051" y="657"/>
                  </a:lnTo>
                  <a:lnTo>
                    <a:pt x="2626" y="966"/>
                  </a:lnTo>
                  <a:lnTo>
                    <a:pt x="2202" y="1313"/>
                  </a:lnTo>
                  <a:lnTo>
                    <a:pt x="1314" y="1893"/>
                  </a:lnTo>
                  <a:lnTo>
                    <a:pt x="425" y="2472"/>
                  </a:lnTo>
                  <a:lnTo>
                    <a:pt x="348" y="2549"/>
                  </a:lnTo>
                  <a:lnTo>
                    <a:pt x="348" y="2626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3"/>
                  </a:lnTo>
                  <a:lnTo>
                    <a:pt x="155" y="4866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616"/>
                  </a:lnTo>
                  <a:lnTo>
                    <a:pt x="503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4"/>
                  </a:lnTo>
                  <a:lnTo>
                    <a:pt x="1391" y="11199"/>
                  </a:lnTo>
                  <a:lnTo>
                    <a:pt x="1622" y="11315"/>
                  </a:lnTo>
                  <a:lnTo>
                    <a:pt x="1816" y="11392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19" y="11353"/>
                  </a:lnTo>
                  <a:lnTo>
                    <a:pt x="3051" y="11237"/>
                  </a:lnTo>
                  <a:lnTo>
                    <a:pt x="3283" y="11044"/>
                  </a:lnTo>
                  <a:lnTo>
                    <a:pt x="3476" y="10890"/>
                  </a:lnTo>
                  <a:lnTo>
                    <a:pt x="3669" y="10658"/>
                  </a:lnTo>
                  <a:lnTo>
                    <a:pt x="3823" y="10388"/>
                  </a:lnTo>
                  <a:lnTo>
                    <a:pt x="3978" y="10156"/>
                  </a:lnTo>
                  <a:lnTo>
                    <a:pt x="4171" y="9538"/>
                  </a:lnTo>
                  <a:lnTo>
                    <a:pt x="4325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222"/>
                  </a:lnTo>
                  <a:lnTo>
                    <a:pt x="4596" y="6642"/>
                  </a:lnTo>
                  <a:lnTo>
                    <a:pt x="4596" y="6102"/>
                  </a:lnTo>
                  <a:lnTo>
                    <a:pt x="4557" y="4982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1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39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3" name="Google Shape;2233;p9"/>
            <p:cNvSpPr/>
            <p:nvPr/>
          </p:nvSpPr>
          <p:spPr>
            <a:xfrm>
              <a:off x="4033950" y="358970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39" y="233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3"/>
                  </a:lnTo>
                  <a:lnTo>
                    <a:pt x="1005" y="155"/>
                  </a:lnTo>
                  <a:lnTo>
                    <a:pt x="966" y="117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4" name="Google Shape;2234;p9"/>
            <p:cNvSpPr/>
            <p:nvPr/>
          </p:nvSpPr>
          <p:spPr>
            <a:xfrm>
              <a:off x="3935475" y="3595500"/>
              <a:ext cx="21275" cy="8725"/>
            </a:xfrm>
            <a:custGeom>
              <a:avLst/>
              <a:gdLst/>
              <a:ahLst/>
              <a:cxnLst/>
              <a:rect l="l" t="t" r="r" b="b"/>
              <a:pathLst>
                <a:path w="851" h="349" extrusionOk="0">
                  <a:moveTo>
                    <a:pt x="426" y="1"/>
                  </a:moveTo>
                  <a:lnTo>
                    <a:pt x="155" y="39"/>
                  </a:lnTo>
                  <a:lnTo>
                    <a:pt x="117" y="39"/>
                  </a:lnTo>
                  <a:lnTo>
                    <a:pt x="40" y="78"/>
                  </a:lnTo>
                  <a:lnTo>
                    <a:pt x="1" y="194"/>
                  </a:lnTo>
                  <a:lnTo>
                    <a:pt x="40" y="271"/>
                  </a:lnTo>
                  <a:lnTo>
                    <a:pt x="117" y="309"/>
                  </a:lnTo>
                  <a:lnTo>
                    <a:pt x="155" y="348"/>
                  </a:lnTo>
                  <a:lnTo>
                    <a:pt x="735" y="348"/>
                  </a:lnTo>
                  <a:lnTo>
                    <a:pt x="812" y="271"/>
                  </a:lnTo>
                  <a:lnTo>
                    <a:pt x="850" y="194"/>
                  </a:lnTo>
                  <a:lnTo>
                    <a:pt x="812" y="78"/>
                  </a:lnTo>
                  <a:lnTo>
                    <a:pt x="73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5" name="Google Shape;2235;p9"/>
            <p:cNvSpPr/>
            <p:nvPr/>
          </p:nvSpPr>
          <p:spPr>
            <a:xfrm>
              <a:off x="6924275" y="3599350"/>
              <a:ext cx="335975" cy="782950"/>
            </a:xfrm>
            <a:custGeom>
              <a:avLst/>
              <a:gdLst/>
              <a:ahLst/>
              <a:cxnLst/>
              <a:rect l="l" t="t" r="r" b="b"/>
              <a:pathLst>
                <a:path w="13439" h="31318" extrusionOk="0">
                  <a:moveTo>
                    <a:pt x="6488" y="387"/>
                  </a:moveTo>
                  <a:lnTo>
                    <a:pt x="6526" y="464"/>
                  </a:lnTo>
                  <a:lnTo>
                    <a:pt x="7144" y="2009"/>
                  </a:lnTo>
                  <a:lnTo>
                    <a:pt x="7685" y="3554"/>
                  </a:lnTo>
                  <a:lnTo>
                    <a:pt x="8226" y="5137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2"/>
                  </a:lnTo>
                  <a:lnTo>
                    <a:pt x="7530" y="7338"/>
                  </a:lnTo>
                  <a:lnTo>
                    <a:pt x="7222" y="7454"/>
                  </a:lnTo>
                  <a:lnTo>
                    <a:pt x="6913" y="7531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1"/>
                  </a:lnTo>
                  <a:lnTo>
                    <a:pt x="5522" y="7492"/>
                  </a:lnTo>
                  <a:lnTo>
                    <a:pt x="4866" y="7338"/>
                  </a:lnTo>
                  <a:lnTo>
                    <a:pt x="4210" y="7106"/>
                  </a:lnTo>
                  <a:lnTo>
                    <a:pt x="3592" y="6874"/>
                  </a:lnTo>
                  <a:lnTo>
                    <a:pt x="3862" y="6025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4"/>
                  </a:lnTo>
                  <a:lnTo>
                    <a:pt x="5214" y="2743"/>
                  </a:lnTo>
                  <a:lnTo>
                    <a:pt x="5600" y="1932"/>
                  </a:lnTo>
                  <a:lnTo>
                    <a:pt x="6024" y="1159"/>
                  </a:lnTo>
                  <a:lnTo>
                    <a:pt x="6488" y="387"/>
                  </a:lnTo>
                  <a:close/>
                  <a:moveTo>
                    <a:pt x="8805" y="7029"/>
                  </a:moveTo>
                  <a:lnTo>
                    <a:pt x="9230" y="8419"/>
                  </a:lnTo>
                  <a:lnTo>
                    <a:pt x="9577" y="9848"/>
                  </a:lnTo>
                  <a:lnTo>
                    <a:pt x="9847" y="11083"/>
                  </a:lnTo>
                  <a:lnTo>
                    <a:pt x="10079" y="12358"/>
                  </a:lnTo>
                  <a:lnTo>
                    <a:pt x="10234" y="13632"/>
                  </a:lnTo>
                  <a:lnTo>
                    <a:pt x="10388" y="14906"/>
                  </a:lnTo>
                  <a:lnTo>
                    <a:pt x="10465" y="16181"/>
                  </a:lnTo>
                  <a:lnTo>
                    <a:pt x="10504" y="16837"/>
                  </a:lnTo>
                  <a:lnTo>
                    <a:pt x="10504" y="17493"/>
                  </a:lnTo>
                  <a:lnTo>
                    <a:pt x="10504" y="18189"/>
                  </a:lnTo>
                  <a:lnTo>
                    <a:pt x="10427" y="18845"/>
                  </a:lnTo>
                  <a:lnTo>
                    <a:pt x="10311" y="19463"/>
                  </a:lnTo>
                  <a:lnTo>
                    <a:pt x="10118" y="20081"/>
                  </a:lnTo>
                  <a:lnTo>
                    <a:pt x="9886" y="20660"/>
                  </a:lnTo>
                  <a:lnTo>
                    <a:pt x="9538" y="21162"/>
                  </a:lnTo>
                  <a:lnTo>
                    <a:pt x="9384" y="21394"/>
                  </a:lnTo>
                  <a:lnTo>
                    <a:pt x="9152" y="21587"/>
                  </a:lnTo>
                  <a:lnTo>
                    <a:pt x="8959" y="21780"/>
                  </a:lnTo>
                  <a:lnTo>
                    <a:pt x="8728" y="21973"/>
                  </a:lnTo>
                  <a:lnTo>
                    <a:pt x="8496" y="22127"/>
                  </a:lnTo>
                  <a:lnTo>
                    <a:pt x="8226" y="22243"/>
                  </a:lnTo>
                  <a:lnTo>
                    <a:pt x="7955" y="22359"/>
                  </a:lnTo>
                  <a:lnTo>
                    <a:pt x="7685" y="22436"/>
                  </a:lnTo>
                  <a:lnTo>
                    <a:pt x="7415" y="22475"/>
                  </a:lnTo>
                  <a:lnTo>
                    <a:pt x="6797" y="22475"/>
                  </a:lnTo>
                  <a:lnTo>
                    <a:pt x="6488" y="22436"/>
                  </a:lnTo>
                  <a:lnTo>
                    <a:pt x="5909" y="22282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5"/>
                  </a:lnTo>
                  <a:lnTo>
                    <a:pt x="4094" y="20930"/>
                  </a:lnTo>
                  <a:lnTo>
                    <a:pt x="3785" y="20467"/>
                  </a:lnTo>
                  <a:lnTo>
                    <a:pt x="3476" y="19965"/>
                  </a:lnTo>
                  <a:lnTo>
                    <a:pt x="3244" y="19424"/>
                  </a:lnTo>
                  <a:lnTo>
                    <a:pt x="3051" y="18884"/>
                  </a:lnTo>
                  <a:lnTo>
                    <a:pt x="2897" y="18343"/>
                  </a:lnTo>
                  <a:lnTo>
                    <a:pt x="2781" y="17802"/>
                  </a:lnTo>
                  <a:lnTo>
                    <a:pt x="2704" y="17223"/>
                  </a:lnTo>
                  <a:lnTo>
                    <a:pt x="2588" y="16103"/>
                  </a:lnTo>
                  <a:lnTo>
                    <a:pt x="2511" y="14945"/>
                  </a:lnTo>
                  <a:lnTo>
                    <a:pt x="2511" y="13748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3"/>
                  </a:lnTo>
                  <a:lnTo>
                    <a:pt x="3128" y="8689"/>
                  </a:lnTo>
                  <a:lnTo>
                    <a:pt x="3283" y="7917"/>
                  </a:lnTo>
                  <a:lnTo>
                    <a:pt x="3515" y="7183"/>
                  </a:lnTo>
                  <a:lnTo>
                    <a:pt x="4132" y="7454"/>
                  </a:lnTo>
                  <a:lnTo>
                    <a:pt x="4827" y="7685"/>
                  </a:lnTo>
                  <a:lnTo>
                    <a:pt x="5522" y="7840"/>
                  </a:lnTo>
                  <a:lnTo>
                    <a:pt x="5909" y="7917"/>
                  </a:lnTo>
                  <a:lnTo>
                    <a:pt x="6256" y="7917"/>
                  </a:lnTo>
                  <a:lnTo>
                    <a:pt x="6604" y="7956"/>
                  </a:lnTo>
                  <a:lnTo>
                    <a:pt x="6990" y="7917"/>
                  </a:lnTo>
                  <a:lnTo>
                    <a:pt x="7299" y="7878"/>
                  </a:lnTo>
                  <a:lnTo>
                    <a:pt x="7646" y="7763"/>
                  </a:lnTo>
                  <a:lnTo>
                    <a:pt x="7955" y="7647"/>
                  </a:lnTo>
                  <a:lnTo>
                    <a:pt x="8264" y="7492"/>
                  </a:lnTo>
                  <a:lnTo>
                    <a:pt x="8573" y="7261"/>
                  </a:lnTo>
                  <a:lnTo>
                    <a:pt x="8805" y="7029"/>
                  </a:lnTo>
                  <a:close/>
                  <a:moveTo>
                    <a:pt x="8650" y="22475"/>
                  </a:moveTo>
                  <a:lnTo>
                    <a:pt x="8766" y="22822"/>
                  </a:lnTo>
                  <a:lnTo>
                    <a:pt x="8921" y="23170"/>
                  </a:lnTo>
                  <a:lnTo>
                    <a:pt x="8496" y="23402"/>
                  </a:lnTo>
                  <a:lnTo>
                    <a:pt x="8071" y="23556"/>
                  </a:lnTo>
                  <a:lnTo>
                    <a:pt x="7608" y="23633"/>
                  </a:lnTo>
                  <a:lnTo>
                    <a:pt x="7144" y="23672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3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5"/>
                  </a:lnTo>
                  <a:lnTo>
                    <a:pt x="5870" y="22629"/>
                  </a:lnTo>
                  <a:lnTo>
                    <a:pt x="6256" y="22784"/>
                  </a:lnTo>
                  <a:lnTo>
                    <a:pt x="6681" y="22861"/>
                  </a:lnTo>
                  <a:lnTo>
                    <a:pt x="7067" y="22900"/>
                  </a:lnTo>
                  <a:lnTo>
                    <a:pt x="7453" y="22861"/>
                  </a:lnTo>
                  <a:lnTo>
                    <a:pt x="7878" y="22822"/>
                  </a:lnTo>
                  <a:lnTo>
                    <a:pt x="8264" y="22668"/>
                  </a:lnTo>
                  <a:lnTo>
                    <a:pt x="8650" y="22475"/>
                  </a:lnTo>
                  <a:close/>
                  <a:moveTo>
                    <a:pt x="10890" y="16798"/>
                  </a:moveTo>
                  <a:lnTo>
                    <a:pt x="11392" y="17262"/>
                  </a:lnTo>
                  <a:lnTo>
                    <a:pt x="11933" y="17648"/>
                  </a:lnTo>
                  <a:lnTo>
                    <a:pt x="12512" y="18034"/>
                  </a:lnTo>
                  <a:lnTo>
                    <a:pt x="13091" y="18343"/>
                  </a:lnTo>
                  <a:lnTo>
                    <a:pt x="12937" y="19772"/>
                  </a:lnTo>
                  <a:lnTo>
                    <a:pt x="12821" y="21239"/>
                  </a:lnTo>
                  <a:lnTo>
                    <a:pt x="12705" y="24212"/>
                  </a:lnTo>
                  <a:lnTo>
                    <a:pt x="11894" y="23595"/>
                  </a:lnTo>
                  <a:lnTo>
                    <a:pt x="11044" y="23015"/>
                  </a:lnTo>
                  <a:lnTo>
                    <a:pt x="10813" y="22861"/>
                  </a:lnTo>
                  <a:lnTo>
                    <a:pt x="10620" y="22668"/>
                  </a:lnTo>
                  <a:lnTo>
                    <a:pt x="10581" y="22591"/>
                  </a:lnTo>
                  <a:lnTo>
                    <a:pt x="10542" y="22436"/>
                  </a:lnTo>
                  <a:lnTo>
                    <a:pt x="10542" y="22127"/>
                  </a:lnTo>
                  <a:lnTo>
                    <a:pt x="10542" y="21394"/>
                  </a:lnTo>
                  <a:lnTo>
                    <a:pt x="10504" y="20660"/>
                  </a:lnTo>
                  <a:lnTo>
                    <a:pt x="10504" y="20583"/>
                  </a:lnTo>
                  <a:lnTo>
                    <a:pt x="10465" y="20544"/>
                  </a:lnTo>
                  <a:lnTo>
                    <a:pt x="10388" y="20467"/>
                  </a:lnTo>
                  <a:lnTo>
                    <a:pt x="10542" y="19965"/>
                  </a:lnTo>
                  <a:lnTo>
                    <a:pt x="10697" y="19424"/>
                  </a:lnTo>
                  <a:lnTo>
                    <a:pt x="10774" y="18884"/>
                  </a:lnTo>
                  <a:lnTo>
                    <a:pt x="10851" y="18304"/>
                  </a:lnTo>
                  <a:lnTo>
                    <a:pt x="10890" y="17571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5"/>
                  </a:lnTo>
                  <a:lnTo>
                    <a:pt x="6140" y="23826"/>
                  </a:lnTo>
                  <a:lnTo>
                    <a:pt x="6642" y="23942"/>
                  </a:lnTo>
                  <a:lnTo>
                    <a:pt x="7144" y="23981"/>
                  </a:lnTo>
                  <a:lnTo>
                    <a:pt x="7646" y="23981"/>
                  </a:lnTo>
                  <a:lnTo>
                    <a:pt x="8148" y="23865"/>
                  </a:lnTo>
                  <a:lnTo>
                    <a:pt x="8612" y="23710"/>
                  </a:lnTo>
                  <a:lnTo>
                    <a:pt x="9075" y="23440"/>
                  </a:lnTo>
                  <a:lnTo>
                    <a:pt x="9384" y="23904"/>
                  </a:lnTo>
                  <a:lnTo>
                    <a:pt x="8843" y="24174"/>
                  </a:lnTo>
                  <a:lnTo>
                    <a:pt x="8303" y="24367"/>
                  </a:lnTo>
                  <a:lnTo>
                    <a:pt x="7762" y="24483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4"/>
                  </a:lnTo>
                  <a:lnTo>
                    <a:pt x="5561" y="24290"/>
                  </a:lnTo>
                  <a:lnTo>
                    <a:pt x="4982" y="24097"/>
                  </a:lnTo>
                  <a:lnTo>
                    <a:pt x="5059" y="23904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8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3"/>
                  </a:lnTo>
                  <a:lnTo>
                    <a:pt x="2974" y="19772"/>
                  </a:lnTo>
                  <a:lnTo>
                    <a:pt x="3244" y="20312"/>
                  </a:lnTo>
                  <a:lnTo>
                    <a:pt x="3244" y="20351"/>
                  </a:lnTo>
                  <a:lnTo>
                    <a:pt x="3206" y="21200"/>
                  </a:lnTo>
                  <a:lnTo>
                    <a:pt x="3244" y="22050"/>
                  </a:lnTo>
                  <a:lnTo>
                    <a:pt x="3283" y="22359"/>
                  </a:lnTo>
                  <a:lnTo>
                    <a:pt x="3321" y="22706"/>
                  </a:lnTo>
                  <a:lnTo>
                    <a:pt x="3321" y="23054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9"/>
                  </a:lnTo>
                  <a:lnTo>
                    <a:pt x="3051" y="23633"/>
                  </a:lnTo>
                  <a:lnTo>
                    <a:pt x="2704" y="23904"/>
                  </a:lnTo>
                  <a:lnTo>
                    <a:pt x="2009" y="24405"/>
                  </a:lnTo>
                  <a:lnTo>
                    <a:pt x="773" y="25409"/>
                  </a:lnTo>
                  <a:lnTo>
                    <a:pt x="811" y="24676"/>
                  </a:lnTo>
                  <a:lnTo>
                    <a:pt x="850" y="23942"/>
                  </a:lnTo>
                  <a:lnTo>
                    <a:pt x="811" y="23170"/>
                  </a:lnTo>
                  <a:lnTo>
                    <a:pt x="773" y="22436"/>
                  </a:lnTo>
                  <a:lnTo>
                    <a:pt x="657" y="21239"/>
                  </a:lnTo>
                  <a:lnTo>
                    <a:pt x="503" y="20467"/>
                  </a:lnTo>
                  <a:lnTo>
                    <a:pt x="425" y="20081"/>
                  </a:lnTo>
                  <a:lnTo>
                    <a:pt x="464" y="19694"/>
                  </a:lnTo>
                  <a:lnTo>
                    <a:pt x="503" y="19656"/>
                  </a:lnTo>
                  <a:lnTo>
                    <a:pt x="541" y="19579"/>
                  </a:lnTo>
                  <a:lnTo>
                    <a:pt x="541" y="19540"/>
                  </a:lnTo>
                  <a:lnTo>
                    <a:pt x="541" y="19463"/>
                  </a:lnTo>
                  <a:lnTo>
                    <a:pt x="1429" y="18420"/>
                  </a:lnTo>
                  <a:lnTo>
                    <a:pt x="2356" y="17378"/>
                  </a:lnTo>
                  <a:close/>
                  <a:moveTo>
                    <a:pt x="8148" y="24830"/>
                  </a:moveTo>
                  <a:lnTo>
                    <a:pt x="8148" y="25062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8"/>
                  </a:lnTo>
                  <a:lnTo>
                    <a:pt x="7878" y="25216"/>
                  </a:lnTo>
                  <a:lnTo>
                    <a:pt x="7839" y="25294"/>
                  </a:lnTo>
                  <a:lnTo>
                    <a:pt x="7839" y="25371"/>
                  </a:lnTo>
                  <a:lnTo>
                    <a:pt x="7994" y="25873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60"/>
                  </a:lnTo>
                  <a:lnTo>
                    <a:pt x="8148" y="28962"/>
                  </a:lnTo>
                  <a:lnTo>
                    <a:pt x="8071" y="29503"/>
                  </a:lnTo>
                  <a:lnTo>
                    <a:pt x="7762" y="29194"/>
                  </a:lnTo>
                  <a:lnTo>
                    <a:pt x="7453" y="28885"/>
                  </a:lnTo>
                  <a:lnTo>
                    <a:pt x="7260" y="28537"/>
                  </a:lnTo>
                  <a:lnTo>
                    <a:pt x="7067" y="28190"/>
                  </a:lnTo>
                  <a:lnTo>
                    <a:pt x="6951" y="27804"/>
                  </a:lnTo>
                  <a:lnTo>
                    <a:pt x="6874" y="27417"/>
                  </a:lnTo>
                  <a:lnTo>
                    <a:pt x="6835" y="26954"/>
                  </a:lnTo>
                  <a:lnTo>
                    <a:pt x="6835" y="26491"/>
                  </a:lnTo>
                  <a:lnTo>
                    <a:pt x="6874" y="26105"/>
                  </a:lnTo>
                  <a:lnTo>
                    <a:pt x="6874" y="25757"/>
                  </a:lnTo>
                  <a:lnTo>
                    <a:pt x="6835" y="25603"/>
                  </a:lnTo>
                  <a:lnTo>
                    <a:pt x="6758" y="25487"/>
                  </a:lnTo>
                  <a:lnTo>
                    <a:pt x="6642" y="25371"/>
                  </a:lnTo>
                  <a:lnTo>
                    <a:pt x="6488" y="25294"/>
                  </a:lnTo>
                  <a:lnTo>
                    <a:pt x="6604" y="25101"/>
                  </a:lnTo>
                  <a:lnTo>
                    <a:pt x="6720" y="24985"/>
                  </a:lnTo>
                  <a:lnTo>
                    <a:pt x="7106" y="24985"/>
                  </a:lnTo>
                  <a:lnTo>
                    <a:pt x="7453" y="24946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5"/>
                  </a:lnTo>
                  <a:lnTo>
                    <a:pt x="9500" y="25409"/>
                  </a:lnTo>
                  <a:lnTo>
                    <a:pt x="9809" y="25796"/>
                  </a:lnTo>
                  <a:lnTo>
                    <a:pt x="10118" y="26259"/>
                  </a:lnTo>
                  <a:lnTo>
                    <a:pt x="9847" y="26220"/>
                  </a:lnTo>
                  <a:lnTo>
                    <a:pt x="9616" y="26105"/>
                  </a:lnTo>
                  <a:lnTo>
                    <a:pt x="9423" y="25950"/>
                  </a:lnTo>
                  <a:lnTo>
                    <a:pt x="9230" y="25757"/>
                  </a:lnTo>
                  <a:lnTo>
                    <a:pt x="9191" y="25680"/>
                  </a:lnTo>
                  <a:lnTo>
                    <a:pt x="8998" y="25680"/>
                  </a:lnTo>
                  <a:lnTo>
                    <a:pt x="8959" y="25718"/>
                  </a:lnTo>
                  <a:lnTo>
                    <a:pt x="8921" y="25796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1"/>
                  </a:lnTo>
                  <a:lnTo>
                    <a:pt x="9423" y="27070"/>
                  </a:lnTo>
                  <a:lnTo>
                    <a:pt x="9500" y="27379"/>
                  </a:lnTo>
                  <a:lnTo>
                    <a:pt x="9538" y="27688"/>
                  </a:lnTo>
                  <a:lnTo>
                    <a:pt x="9538" y="27997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80"/>
                  </a:lnTo>
                  <a:lnTo>
                    <a:pt x="9230" y="29889"/>
                  </a:lnTo>
                  <a:lnTo>
                    <a:pt x="9075" y="30159"/>
                  </a:lnTo>
                  <a:lnTo>
                    <a:pt x="8921" y="30429"/>
                  </a:lnTo>
                  <a:lnTo>
                    <a:pt x="8728" y="30661"/>
                  </a:lnTo>
                  <a:lnTo>
                    <a:pt x="8534" y="30777"/>
                  </a:lnTo>
                  <a:lnTo>
                    <a:pt x="8341" y="30854"/>
                  </a:lnTo>
                  <a:lnTo>
                    <a:pt x="8187" y="30854"/>
                  </a:lnTo>
                  <a:lnTo>
                    <a:pt x="7994" y="30777"/>
                  </a:lnTo>
                  <a:lnTo>
                    <a:pt x="7839" y="30700"/>
                  </a:lnTo>
                  <a:lnTo>
                    <a:pt x="7685" y="30584"/>
                  </a:lnTo>
                  <a:lnTo>
                    <a:pt x="7376" y="30275"/>
                  </a:lnTo>
                  <a:lnTo>
                    <a:pt x="6874" y="29773"/>
                  </a:lnTo>
                  <a:lnTo>
                    <a:pt x="6681" y="29503"/>
                  </a:lnTo>
                  <a:lnTo>
                    <a:pt x="6488" y="29194"/>
                  </a:lnTo>
                  <a:lnTo>
                    <a:pt x="6295" y="28846"/>
                  </a:lnTo>
                  <a:lnTo>
                    <a:pt x="6102" y="28460"/>
                  </a:lnTo>
                  <a:lnTo>
                    <a:pt x="5986" y="28074"/>
                  </a:lnTo>
                  <a:lnTo>
                    <a:pt x="5909" y="27688"/>
                  </a:lnTo>
                  <a:lnTo>
                    <a:pt x="5870" y="27263"/>
                  </a:lnTo>
                  <a:lnTo>
                    <a:pt x="5870" y="26877"/>
                  </a:lnTo>
                  <a:lnTo>
                    <a:pt x="5909" y="26491"/>
                  </a:lnTo>
                  <a:lnTo>
                    <a:pt x="6024" y="26066"/>
                  </a:lnTo>
                  <a:lnTo>
                    <a:pt x="6024" y="25950"/>
                  </a:lnTo>
                  <a:lnTo>
                    <a:pt x="5947" y="25911"/>
                  </a:lnTo>
                  <a:lnTo>
                    <a:pt x="5870" y="25873"/>
                  </a:lnTo>
                  <a:lnTo>
                    <a:pt x="5793" y="25873"/>
                  </a:lnTo>
                  <a:lnTo>
                    <a:pt x="5059" y="26220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8"/>
                  </a:lnTo>
                  <a:lnTo>
                    <a:pt x="5445" y="25101"/>
                  </a:lnTo>
                  <a:lnTo>
                    <a:pt x="5716" y="24753"/>
                  </a:lnTo>
                  <a:lnTo>
                    <a:pt x="6102" y="24869"/>
                  </a:lnTo>
                  <a:lnTo>
                    <a:pt x="6488" y="24946"/>
                  </a:lnTo>
                  <a:lnTo>
                    <a:pt x="6333" y="25101"/>
                  </a:lnTo>
                  <a:lnTo>
                    <a:pt x="6179" y="25294"/>
                  </a:lnTo>
                  <a:lnTo>
                    <a:pt x="6179" y="25371"/>
                  </a:lnTo>
                  <a:lnTo>
                    <a:pt x="6179" y="25448"/>
                  </a:lnTo>
                  <a:lnTo>
                    <a:pt x="6256" y="25487"/>
                  </a:lnTo>
                  <a:lnTo>
                    <a:pt x="6295" y="25487"/>
                  </a:lnTo>
                  <a:lnTo>
                    <a:pt x="6372" y="25525"/>
                  </a:lnTo>
                  <a:lnTo>
                    <a:pt x="6449" y="25603"/>
                  </a:lnTo>
                  <a:lnTo>
                    <a:pt x="6526" y="25796"/>
                  </a:lnTo>
                  <a:lnTo>
                    <a:pt x="6565" y="26105"/>
                  </a:lnTo>
                  <a:lnTo>
                    <a:pt x="6604" y="26452"/>
                  </a:lnTo>
                  <a:lnTo>
                    <a:pt x="6604" y="27147"/>
                  </a:lnTo>
                  <a:lnTo>
                    <a:pt x="6604" y="27611"/>
                  </a:lnTo>
                  <a:lnTo>
                    <a:pt x="6681" y="28074"/>
                  </a:lnTo>
                  <a:lnTo>
                    <a:pt x="6835" y="28499"/>
                  </a:lnTo>
                  <a:lnTo>
                    <a:pt x="7067" y="28923"/>
                  </a:lnTo>
                  <a:lnTo>
                    <a:pt x="7376" y="29310"/>
                  </a:lnTo>
                  <a:lnTo>
                    <a:pt x="7569" y="29464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50"/>
                  </a:lnTo>
                  <a:lnTo>
                    <a:pt x="8264" y="29850"/>
                  </a:lnTo>
                  <a:lnTo>
                    <a:pt x="8303" y="29812"/>
                  </a:lnTo>
                  <a:lnTo>
                    <a:pt x="8303" y="29734"/>
                  </a:lnTo>
                  <a:lnTo>
                    <a:pt x="8303" y="29696"/>
                  </a:lnTo>
                  <a:lnTo>
                    <a:pt x="8303" y="29657"/>
                  </a:lnTo>
                  <a:lnTo>
                    <a:pt x="8419" y="29155"/>
                  </a:lnTo>
                  <a:lnTo>
                    <a:pt x="8496" y="28615"/>
                  </a:lnTo>
                  <a:lnTo>
                    <a:pt x="8534" y="28113"/>
                  </a:lnTo>
                  <a:lnTo>
                    <a:pt x="8534" y="27572"/>
                  </a:lnTo>
                  <a:lnTo>
                    <a:pt x="8534" y="27070"/>
                  </a:lnTo>
                  <a:lnTo>
                    <a:pt x="8457" y="26568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7"/>
                  </a:lnTo>
                  <a:lnTo>
                    <a:pt x="8650" y="25409"/>
                  </a:lnTo>
                  <a:lnTo>
                    <a:pt x="8650" y="25371"/>
                  </a:lnTo>
                  <a:lnTo>
                    <a:pt x="8612" y="25294"/>
                  </a:lnTo>
                  <a:lnTo>
                    <a:pt x="8380" y="24792"/>
                  </a:lnTo>
                  <a:lnTo>
                    <a:pt x="8805" y="24637"/>
                  </a:lnTo>
                  <a:close/>
                  <a:moveTo>
                    <a:pt x="6449" y="1"/>
                  </a:moveTo>
                  <a:lnTo>
                    <a:pt x="6411" y="40"/>
                  </a:lnTo>
                  <a:lnTo>
                    <a:pt x="6411" y="117"/>
                  </a:lnTo>
                  <a:lnTo>
                    <a:pt x="6333" y="117"/>
                  </a:lnTo>
                  <a:lnTo>
                    <a:pt x="6295" y="194"/>
                  </a:lnTo>
                  <a:lnTo>
                    <a:pt x="5600" y="1275"/>
                  </a:lnTo>
                  <a:lnTo>
                    <a:pt x="4943" y="2434"/>
                  </a:lnTo>
                  <a:lnTo>
                    <a:pt x="4403" y="3592"/>
                  </a:lnTo>
                  <a:lnTo>
                    <a:pt x="3901" y="4828"/>
                  </a:lnTo>
                  <a:lnTo>
                    <a:pt x="3437" y="6063"/>
                  </a:lnTo>
                  <a:lnTo>
                    <a:pt x="3090" y="7299"/>
                  </a:lnTo>
                  <a:lnTo>
                    <a:pt x="2742" y="8573"/>
                  </a:lnTo>
                  <a:lnTo>
                    <a:pt x="2511" y="9848"/>
                  </a:lnTo>
                  <a:lnTo>
                    <a:pt x="2317" y="11161"/>
                  </a:lnTo>
                  <a:lnTo>
                    <a:pt x="2202" y="12474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9"/>
                  </a:lnTo>
                  <a:lnTo>
                    <a:pt x="541" y="18806"/>
                  </a:lnTo>
                  <a:lnTo>
                    <a:pt x="39" y="19463"/>
                  </a:lnTo>
                  <a:lnTo>
                    <a:pt x="1" y="19501"/>
                  </a:lnTo>
                  <a:lnTo>
                    <a:pt x="1" y="19579"/>
                  </a:lnTo>
                  <a:lnTo>
                    <a:pt x="78" y="19694"/>
                  </a:lnTo>
                  <a:lnTo>
                    <a:pt x="39" y="19965"/>
                  </a:lnTo>
                  <a:lnTo>
                    <a:pt x="39" y="20274"/>
                  </a:lnTo>
                  <a:lnTo>
                    <a:pt x="39" y="20544"/>
                  </a:lnTo>
                  <a:lnTo>
                    <a:pt x="78" y="20853"/>
                  </a:lnTo>
                  <a:lnTo>
                    <a:pt x="194" y="21432"/>
                  </a:lnTo>
                  <a:lnTo>
                    <a:pt x="309" y="22011"/>
                  </a:lnTo>
                  <a:lnTo>
                    <a:pt x="387" y="22900"/>
                  </a:lnTo>
                  <a:lnTo>
                    <a:pt x="425" y="23749"/>
                  </a:lnTo>
                  <a:lnTo>
                    <a:pt x="425" y="24637"/>
                  </a:lnTo>
                  <a:lnTo>
                    <a:pt x="387" y="25487"/>
                  </a:lnTo>
                  <a:lnTo>
                    <a:pt x="387" y="25603"/>
                  </a:lnTo>
                  <a:lnTo>
                    <a:pt x="464" y="25641"/>
                  </a:lnTo>
                  <a:lnTo>
                    <a:pt x="503" y="25680"/>
                  </a:lnTo>
                  <a:lnTo>
                    <a:pt x="580" y="25680"/>
                  </a:lnTo>
                  <a:lnTo>
                    <a:pt x="618" y="25757"/>
                  </a:lnTo>
                  <a:lnTo>
                    <a:pt x="696" y="25796"/>
                  </a:lnTo>
                  <a:lnTo>
                    <a:pt x="811" y="25796"/>
                  </a:lnTo>
                  <a:lnTo>
                    <a:pt x="1584" y="25255"/>
                  </a:lnTo>
                  <a:lnTo>
                    <a:pt x="2279" y="24714"/>
                  </a:lnTo>
                  <a:lnTo>
                    <a:pt x="3746" y="23595"/>
                  </a:lnTo>
                  <a:lnTo>
                    <a:pt x="3785" y="23479"/>
                  </a:lnTo>
                  <a:lnTo>
                    <a:pt x="3785" y="23363"/>
                  </a:lnTo>
                  <a:lnTo>
                    <a:pt x="3630" y="22089"/>
                  </a:lnTo>
                  <a:lnTo>
                    <a:pt x="3592" y="20814"/>
                  </a:lnTo>
                  <a:lnTo>
                    <a:pt x="3939" y="21278"/>
                  </a:lnTo>
                  <a:lnTo>
                    <a:pt x="4364" y="21664"/>
                  </a:lnTo>
                  <a:lnTo>
                    <a:pt x="4789" y="22050"/>
                  </a:lnTo>
                  <a:lnTo>
                    <a:pt x="5252" y="22359"/>
                  </a:lnTo>
                  <a:lnTo>
                    <a:pt x="5059" y="22745"/>
                  </a:lnTo>
                  <a:lnTo>
                    <a:pt x="4866" y="23170"/>
                  </a:lnTo>
                  <a:lnTo>
                    <a:pt x="4712" y="23633"/>
                  </a:lnTo>
                  <a:lnTo>
                    <a:pt x="4673" y="23865"/>
                  </a:lnTo>
                  <a:lnTo>
                    <a:pt x="4712" y="24097"/>
                  </a:lnTo>
                  <a:lnTo>
                    <a:pt x="4750" y="24174"/>
                  </a:lnTo>
                  <a:lnTo>
                    <a:pt x="4789" y="24212"/>
                  </a:lnTo>
                  <a:lnTo>
                    <a:pt x="4827" y="24251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6"/>
                  </a:lnTo>
                  <a:lnTo>
                    <a:pt x="5329" y="24869"/>
                  </a:lnTo>
                  <a:lnTo>
                    <a:pt x="5175" y="25062"/>
                  </a:lnTo>
                  <a:lnTo>
                    <a:pt x="5021" y="25255"/>
                  </a:lnTo>
                  <a:lnTo>
                    <a:pt x="4905" y="25487"/>
                  </a:lnTo>
                  <a:lnTo>
                    <a:pt x="4827" y="25718"/>
                  </a:lnTo>
                  <a:lnTo>
                    <a:pt x="4750" y="25950"/>
                  </a:lnTo>
                  <a:lnTo>
                    <a:pt x="4712" y="26220"/>
                  </a:lnTo>
                  <a:lnTo>
                    <a:pt x="4712" y="26491"/>
                  </a:lnTo>
                  <a:lnTo>
                    <a:pt x="4712" y="26568"/>
                  </a:lnTo>
                  <a:lnTo>
                    <a:pt x="4789" y="26645"/>
                  </a:lnTo>
                  <a:lnTo>
                    <a:pt x="4943" y="26645"/>
                  </a:lnTo>
                  <a:lnTo>
                    <a:pt x="5638" y="26298"/>
                  </a:lnTo>
                  <a:lnTo>
                    <a:pt x="5561" y="26722"/>
                  </a:lnTo>
                  <a:lnTo>
                    <a:pt x="5561" y="27147"/>
                  </a:lnTo>
                  <a:lnTo>
                    <a:pt x="5561" y="27533"/>
                  </a:lnTo>
                  <a:lnTo>
                    <a:pt x="5638" y="27958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6"/>
                  </a:lnTo>
                  <a:lnTo>
                    <a:pt x="6256" y="29464"/>
                  </a:lnTo>
                  <a:lnTo>
                    <a:pt x="6642" y="30005"/>
                  </a:lnTo>
                  <a:lnTo>
                    <a:pt x="6913" y="30352"/>
                  </a:lnTo>
                  <a:lnTo>
                    <a:pt x="7183" y="30661"/>
                  </a:lnTo>
                  <a:lnTo>
                    <a:pt x="7530" y="30970"/>
                  </a:lnTo>
                  <a:lnTo>
                    <a:pt x="7839" y="31163"/>
                  </a:lnTo>
                  <a:lnTo>
                    <a:pt x="7994" y="31240"/>
                  </a:lnTo>
                  <a:lnTo>
                    <a:pt x="8148" y="31318"/>
                  </a:lnTo>
                  <a:lnTo>
                    <a:pt x="8303" y="31318"/>
                  </a:lnTo>
                  <a:lnTo>
                    <a:pt x="8457" y="31279"/>
                  </a:lnTo>
                  <a:lnTo>
                    <a:pt x="8612" y="31240"/>
                  </a:lnTo>
                  <a:lnTo>
                    <a:pt x="8766" y="31163"/>
                  </a:lnTo>
                  <a:lnTo>
                    <a:pt x="8998" y="30893"/>
                  </a:lnTo>
                  <a:lnTo>
                    <a:pt x="9230" y="30584"/>
                  </a:lnTo>
                  <a:lnTo>
                    <a:pt x="9423" y="30236"/>
                  </a:lnTo>
                  <a:lnTo>
                    <a:pt x="9577" y="29850"/>
                  </a:lnTo>
                  <a:lnTo>
                    <a:pt x="9693" y="29464"/>
                  </a:lnTo>
                  <a:lnTo>
                    <a:pt x="9847" y="28808"/>
                  </a:lnTo>
                  <a:lnTo>
                    <a:pt x="9886" y="28228"/>
                  </a:lnTo>
                  <a:lnTo>
                    <a:pt x="9847" y="27611"/>
                  </a:lnTo>
                  <a:lnTo>
                    <a:pt x="9770" y="27031"/>
                  </a:lnTo>
                  <a:lnTo>
                    <a:pt x="9577" y="26491"/>
                  </a:lnTo>
                  <a:lnTo>
                    <a:pt x="9770" y="26529"/>
                  </a:lnTo>
                  <a:lnTo>
                    <a:pt x="9963" y="26568"/>
                  </a:lnTo>
                  <a:lnTo>
                    <a:pt x="10156" y="26607"/>
                  </a:lnTo>
                  <a:lnTo>
                    <a:pt x="10388" y="26607"/>
                  </a:lnTo>
                  <a:lnTo>
                    <a:pt x="10465" y="26568"/>
                  </a:lnTo>
                  <a:lnTo>
                    <a:pt x="10542" y="26529"/>
                  </a:lnTo>
                  <a:lnTo>
                    <a:pt x="10542" y="26452"/>
                  </a:lnTo>
                  <a:lnTo>
                    <a:pt x="10542" y="26336"/>
                  </a:lnTo>
                  <a:lnTo>
                    <a:pt x="10234" y="25834"/>
                  </a:lnTo>
                  <a:lnTo>
                    <a:pt x="9925" y="25332"/>
                  </a:lnTo>
                  <a:lnTo>
                    <a:pt x="9538" y="24869"/>
                  </a:lnTo>
                  <a:lnTo>
                    <a:pt x="9114" y="24483"/>
                  </a:lnTo>
                  <a:lnTo>
                    <a:pt x="9616" y="24135"/>
                  </a:lnTo>
                  <a:lnTo>
                    <a:pt x="9693" y="24058"/>
                  </a:lnTo>
                  <a:lnTo>
                    <a:pt x="9732" y="23981"/>
                  </a:lnTo>
                  <a:lnTo>
                    <a:pt x="9770" y="23942"/>
                  </a:lnTo>
                  <a:lnTo>
                    <a:pt x="9732" y="23865"/>
                  </a:lnTo>
                  <a:lnTo>
                    <a:pt x="9307" y="23093"/>
                  </a:lnTo>
                  <a:lnTo>
                    <a:pt x="9114" y="22706"/>
                  </a:lnTo>
                  <a:lnTo>
                    <a:pt x="8959" y="22282"/>
                  </a:lnTo>
                  <a:lnTo>
                    <a:pt x="9114" y="22204"/>
                  </a:lnTo>
                  <a:lnTo>
                    <a:pt x="9423" y="21934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9"/>
                  </a:lnTo>
                  <a:lnTo>
                    <a:pt x="10118" y="21896"/>
                  </a:lnTo>
                  <a:lnTo>
                    <a:pt x="10040" y="22822"/>
                  </a:lnTo>
                  <a:lnTo>
                    <a:pt x="10079" y="22900"/>
                  </a:lnTo>
                  <a:lnTo>
                    <a:pt x="10156" y="22977"/>
                  </a:lnTo>
                  <a:lnTo>
                    <a:pt x="10813" y="23402"/>
                  </a:lnTo>
                  <a:lnTo>
                    <a:pt x="11469" y="23826"/>
                  </a:lnTo>
                  <a:lnTo>
                    <a:pt x="12126" y="24290"/>
                  </a:lnTo>
                  <a:lnTo>
                    <a:pt x="12743" y="24753"/>
                  </a:lnTo>
                  <a:lnTo>
                    <a:pt x="12859" y="24830"/>
                  </a:lnTo>
                  <a:lnTo>
                    <a:pt x="12975" y="24792"/>
                  </a:lnTo>
                  <a:lnTo>
                    <a:pt x="13052" y="24753"/>
                  </a:lnTo>
                  <a:lnTo>
                    <a:pt x="13091" y="24637"/>
                  </a:lnTo>
                  <a:lnTo>
                    <a:pt x="13323" y="21394"/>
                  </a:lnTo>
                  <a:lnTo>
                    <a:pt x="13400" y="19772"/>
                  </a:lnTo>
                  <a:lnTo>
                    <a:pt x="13439" y="18961"/>
                  </a:lnTo>
                  <a:lnTo>
                    <a:pt x="13400" y="18189"/>
                  </a:lnTo>
                  <a:lnTo>
                    <a:pt x="13361" y="18073"/>
                  </a:lnTo>
                  <a:lnTo>
                    <a:pt x="13323" y="18034"/>
                  </a:lnTo>
                  <a:lnTo>
                    <a:pt x="13284" y="18034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5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6" y="14559"/>
                  </a:lnTo>
                  <a:lnTo>
                    <a:pt x="10620" y="13632"/>
                  </a:lnTo>
                  <a:lnTo>
                    <a:pt x="10504" y="12705"/>
                  </a:lnTo>
                  <a:lnTo>
                    <a:pt x="10234" y="11122"/>
                  </a:lnTo>
                  <a:lnTo>
                    <a:pt x="9886" y="9539"/>
                  </a:lnTo>
                  <a:lnTo>
                    <a:pt x="9500" y="7956"/>
                  </a:lnTo>
                  <a:lnTo>
                    <a:pt x="9036" y="6411"/>
                  </a:lnTo>
                  <a:lnTo>
                    <a:pt x="8534" y="4866"/>
                  </a:lnTo>
                  <a:lnTo>
                    <a:pt x="7994" y="3322"/>
                  </a:lnTo>
                  <a:lnTo>
                    <a:pt x="7415" y="1816"/>
                  </a:lnTo>
                  <a:lnTo>
                    <a:pt x="6835" y="310"/>
                  </a:lnTo>
                  <a:lnTo>
                    <a:pt x="6797" y="233"/>
                  </a:lnTo>
                  <a:lnTo>
                    <a:pt x="6720" y="194"/>
                  </a:lnTo>
                  <a:lnTo>
                    <a:pt x="6642" y="155"/>
                  </a:lnTo>
                  <a:lnTo>
                    <a:pt x="6604" y="40"/>
                  </a:lnTo>
                  <a:lnTo>
                    <a:pt x="65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6" name="Google Shape;2236;p9"/>
            <p:cNvSpPr/>
            <p:nvPr/>
          </p:nvSpPr>
          <p:spPr>
            <a:xfrm>
              <a:off x="2208425" y="362157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4" y="386"/>
                  </a:moveTo>
                  <a:lnTo>
                    <a:pt x="1121" y="425"/>
                  </a:lnTo>
                  <a:lnTo>
                    <a:pt x="1198" y="463"/>
                  </a:lnTo>
                  <a:lnTo>
                    <a:pt x="1237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7" y="1120"/>
                  </a:lnTo>
                  <a:lnTo>
                    <a:pt x="1159" y="1159"/>
                  </a:lnTo>
                  <a:lnTo>
                    <a:pt x="1082" y="1236"/>
                  </a:lnTo>
                  <a:lnTo>
                    <a:pt x="889" y="1274"/>
                  </a:lnTo>
                  <a:lnTo>
                    <a:pt x="696" y="1236"/>
                  </a:lnTo>
                  <a:lnTo>
                    <a:pt x="542" y="1159"/>
                  </a:lnTo>
                  <a:lnTo>
                    <a:pt x="464" y="1081"/>
                  </a:lnTo>
                  <a:lnTo>
                    <a:pt x="426" y="965"/>
                  </a:lnTo>
                  <a:lnTo>
                    <a:pt x="387" y="888"/>
                  </a:lnTo>
                  <a:lnTo>
                    <a:pt x="387" y="772"/>
                  </a:lnTo>
                  <a:lnTo>
                    <a:pt x="426" y="579"/>
                  </a:lnTo>
                  <a:lnTo>
                    <a:pt x="542" y="579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850" y="0"/>
                  </a:moveTo>
                  <a:lnTo>
                    <a:pt x="735" y="39"/>
                  </a:lnTo>
                  <a:lnTo>
                    <a:pt x="619" y="77"/>
                  </a:lnTo>
                  <a:lnTo>
                    <a:pt x="503" y="116"/>
                  </a:lnTo>
                  <a:lnTo>
                    <a:pt x="348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79"/>
                  </a:lnTo>
                  <a:lnTo>
                    <a:pt x="40" y="734"/>
                  </a:lnTo>
                  <a:lnTo>
                    <a:pt x="1" y="888"/>
                  </a:lnTo>
                  <a:lnTo>
                    <a:pt x="40" y="1043"/>
                  </a:lnTo>
                  <a:lnTo>
                    <a:pt x="78" y="1197"/>
                  </a:lnTo>
                  <a:lnTo>
                    <a:pt x="194" y="1352"/>
                  </a:lnTo>
                  <a:lnTo>
                    <a:pt x="310" y="1467"/>
                  </a:lnTo>
                  <a:lnTo>
                    <a:pt x="464" y="1583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1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7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7" name="Google Shape;2237;p9"/>
            <p:cNvSpPr/>
            <p:nvPr/>
          </p:nvSpPr>
          <p:spPr>
            <a:xfrm>
              <a:off x="4431675" y="3622525"/>
              <a:ext cx="174775" cy="292525"/>
            </a:xfrm>
            <a:custGeom>
              <a:avLst/>
              <a:gdLst/>
              <a:ahLst/>
              <a:cxnLst/>
              <a:rect l="l" t="t" r="r" b="b"/>
              <a:pathLst>
                <a:path w="6991" h="11701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4" y="6256"/>
                  </a:lnTo>
                  <a:lnTo>
                    <a:pt x="4403" y="7801"/>
                  </a:lnTo>
                  <a:lnTo>
                    <a:pt x="5214" y="9345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4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2" y="11508"/>
                  </a:lnTo>
                  <a:lnTo>
                    <a:pt x="6952" y="11392"/>
                  </a:lnTo>
                  <a:lnTo>
                    <a:pt x="6990" y="11353"/>
                  </a:lnTo>
                  <a:lnTo>
                    <a:pt x="6681" y="11122"/>
                  </a:lnTo>
                  <a:lnTo>
                    <a:pt x="6759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6" y="5638"/>
                  </a:lnTo>
                  <a:lnTo>
                    <a:pt x="6411" y="5638"/>
                  </a:lnTo>
                  <a:lnTo>
                    <a:pt x="6411" y="6758"/>
                  </a:lnTo>
                  <a:lnTo>
                    <a:pt x="6334" y="8573"/>
                  </a:lnTo>
                  <a:lnTo>
                    <a:pt x="6295" y="9500"/>
                  </a:lnTo>
                  <a:lnTo>
                    <a:pt x="6257" y="10427"/>
                  </a:lnTo>
                  <a:lnTo>
                    <a:pt x="5986" y="9886"/>
                  </a:lnTo>
                  <a:lnTo>
                    <a:pt x="5253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2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8" name="Google Shape;2238;p9"/>
            <p:cNvSpPr/>
            <p:nvPr/>
          </p:nvSpPr>
          <p:spPr>
            <a:xfrm>
              <a:off x="3827375" y="363605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3" y="464"/>
                  </a:moveTo>
                  <a:lnTo>
                    <a:pt x="2085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89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89" y="2472"/>
                  </a:lnTo>
                  <a:lnTo>
                    <a:pt x="2973" y="2665"/>
                  </a:lnTo>
                  <a:lnTo>
                    <a:pt x="2780" y="2896"/>
                  </a:lnTo>
                  <a:lnTo>
                    <a:pt x="2587" y="3051"/>
                  </a:lnTo>
                  <a:lnTo>
                    <a:pt x="2356" y="3167"/>
                  </a:lnTo>
                  <a:lnTo>
                    <a:pt x="2085" y="3244"/>
                  </a:lnTo>
                  <a:lnTo>
                    <a:pt x="1776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5" y="2896"/>
                  </a:lnTo>
                  <a:lnTo>
                    <a:pt x="772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4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80"/>
                  </a:lnTo>
                  <a:lnTo>
                    <a:pt x="1583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8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1" y="271"/>
                  </a:lnTo>
                  <a:lnTo>
                    <a:pt x="850" y="386"/>
                  </a:lnTo>
                  <a:lnTo>
                    <a:pt x="618" y="580"/>
                  </a:lnTo>
                  <a:lnTo>
                    <a:pt x="425" y="773"/>
                  </a:lnTo>
                  <a:lnTo>
                    <a:pt x="270" y="966"/>
                  </a:lnTo>
                  <a:lnTo>
                    <a:pt x="155" y="1236"/>
                  </a:lnTo>
                  <a:lnTo>
                    <a:pt x="77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1"/>
                  </a:lnTo>
                  <a:lnTo>
                    <a:pt x="1583" y="3707"/>
                  </a:lnTo>
                  <a:lnTo>
                    <a:pt x="1969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5" y="2781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4"/>
                  </a:lnTo>
                  <a:lnTo>
                    <a:pt x="3668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9" name="Google Shape;2239;p9"/>
            <p:cNvSpPr/>
            <p:nvPr/>
          </p:nvSpPr>
          <p:spPr>
            <a:xfrm>
              <a:off x="2802150" y="3642800"/>
              <a:ext cx="320525" cy="97525"/>
            </a:xfrm>
            <a:custGeom>
              <a:avLst/>
              <a:gdLst/>
              <a:ahLst/>
              <a:cxnLst/>
              <a:rect l="l" t="t" r="r" b="b"/>
              <a:pathLst>
                <a:path w="12821" h="3901" extrusionOk="0">
                  <a:moveTo>
                    <a:pt x="12550" y="1"/>
                  </a:moveTo>
                  <a:lnTo>
                    <a:pt x="12434" y="39"/>
                  </a:lnTo>
                  <a:lnTo>
                    <a:pt x="12357" y="78"/>
                  </a:lnTo>
                  <a:lnTo>
                    <a:pt x="12318" y="155"/>
                  </a:lnTo>
                  <a:lnTo>
                    <a:pt x="12280" y="271"/>
                  </a:lnTo>
                  <a:lnTo>
                    <a:pt x="12318" y="348"/>
                  </a:lnTo>
                  <a:lnTo>
                    <a:pt x="12357" y="541"/>
                  </a:lnTo>
                  <a:lnTo>
                    <a:pt x="12318" y="734"/>
                  </a:lnTo>
                  <a:lnTo>
                    <a:pt x="12280" y="889"/>
                  </a:lnTo>
                  <a:lnTo>
                    <a:pt x="12164" y="1043"/>
                  </a:lnTo>
                  <a:lnTo>
                    <a:pt x="12009" y="1198"/>
                  </a:lnTo>
                  <a:lnTo>
                    <a:pt x="11855" y="1314"/>
                  </a:lnTo>
                  <a:lnTo>
                    <a:pt x="11430" y="1545"/>
                  </a:lnTo>
                  <a:lnTo>
                    <a:pt x="11005" y="1700"/>
                  </a:lnTo>
                  <a:lnTo>
                    <a:pt x="10542" y="1854"/>
                  </a:lnTo>
                  <a:lnTo>
                    <a:pt x="9808" y="2047"/>
                  </a:lnTo>
                  <a:lnTo>
                    <a:pt x="9422" y="2163"/>
                  </a:lnTo>
                  <a:lnTo>
                    <a:pt x="9383" y="2086"/>
                  </a:lnTo>
                  <a:lnTo>
                    <a:pt x="9345" y="2009"/>
                  </a:lnTo>
                  <a:lnTo>
                    <a:pt x="8997" y="1468"/>
                  </a:lnTo>
                  <a:lnTo>
                    <a:pt x="8727" y="927"/>
                  </a:lnTo>
                  <a:lnTo>
                    <a:pt x="8418" y="1043"/>
                  </a:lnTo>
                  <a:lnTo>
                    <a:pt x="8495" y="1391"/>
                  </a:lnTo>
                  <a:lnTo>
                    <a:pt x="8611" y="1700"/>
                  </a:lnTo>
                  <a:lnTo>
                    <a:pt x="8804" y="2009"/>
                  </a:lnTo>
                  <a:lnTo>
                    <a:pt x="8997" y="2279"/>
                  </a:lnTo>
                  <a:lnTo>
                    <a:pt x="7839" y="2588"/>
                  </a:lnTo>
                  <a:lnTo>
                    <a:pt x="6719" y="2820"/>
                  </a:lnTo>
                  <a:lnTo>
                    <a:pt x="5329" y="3051"/>
                  </a:lnTo>
                  <a:lnTo>
                    <a:pt x="3939" y="3244"/>
                  </a:lnTo>
                  <a:lnTo>
                    <a:pt x="3668" y="3283"/>
                  </a:lnTo>
                  <a:lnTo>
                    <a:pt x="3746" y="2935"/>
                  </a:lnTo>
                  <a:lnTo>
                    <a:pt x="3784" y="2588"/>
                  </a:lnTo>
                  <a:lnTo>
                    <a:pt x="3707" y="2240"/>
                  </a:lnTo>
                  <a:lnTo>
                    <a:pt x="3630" y="1893"/>
                  </a:lnTo>
                  <a:lnTo>
                    <a:pt x="3282" y="1970"/>
                  </a:lnTo>
                  <a:lnTo>
                    <a:pt x="3321" y="2279"/>
                  </a:lnTo>
                  <a:lnTo>
                    <a:pt x="3360" y="2588"/>
                  </a:lnTo>
                  <a:lnTo>
                    <a:pt x="3282" y="2974"/>
                  </a:lnTo>
                  <a:lnTo>
                    <a:pt x="3205" y="3321"/>
                  </a:lnTo>
                  <a:lnTo>
                    <a:pt x="2278" y="3399"/>
                  </a:lnTo>
                  <a:lnTo>
                    <a:pt x="1815" y="3437"/>
                  </a:lnTo>
                  <a:lnTo>
                    <a:pt x="1352" y="3399"/>
                  </a:lnTo>
                  <a:lnTo>
                    <a:pt x="965" y="3360"/>
                  </a:lnTo>
                  <a:lnTo>
                    <a:pt x="772" y="3283"/>
                  </a:lnTo>
                  <a:lnTo>
                    <a:pt x="618" y="3244"/>
                  </a:lnTo>
                  <a:lnTo>
                    <a:pt x="502" y="3128"/>
                  </a:lnTo>
                  <a:lnTo>
                    <a:pt x="425" y="3051"/>
                  </a:lnTo>
                  <a:lnTo>
                    <a:pt x="386" y="2935"/>
                  </a:lnTo>
                  <a:lnTo>
                    <a:pt x="348" y="2781"/>
                  </a:lnTo>
                  <a:lnTo>
                    <a:pt x="348" y="2704"/>
                  </a:lnTo>
                  <a:lnTo>
                    <a:pt x="309" y="2665"/>
                  </a:lnTo>
                  <a:lnTo>
                    <a:pt x="232" y="2588"/>
                  </a:lnTo>
                  <a:lnTo>
                    <a:pt x="116" y="2626"/>
                  </a:lnTo>
                  <a:lnTo>
                    <a:pt x="77" y="2626"/>
                  </a:lnTo>
                  <a:lnTo>
                    <a:pt x="39" y="2704"/>
                  </a:lnTo>
                  <a:lnTo>
                    <a:pt x="0" y="2858"/>
                  </a:lnTo>
                  <a:lnTo>
                    <a:pt x="0" y="3013"/>
                  </a:lnTo>
                  <a:lnTo>
                    <a:pt x="0" y="3167"/>
                  </a:lnTo>
                  <a:lnTo>
                    <a:pt x="39" y="3283"/>
                  </a:lnTo>
                  <a:lnTo>
                    <a:pt x="116" y="3399"/>
                  </a:lnTo>
                  <a:lnTo>
                    <a:pt x="193" y="3515"/>
                  </a:lnTo>
                  <a:lnTo>
                    <a:pt x="386" y="3669"/>
                  </a:lnTo>
                  <a:lnTo>
                    <a:pt x="657" y="3746"/>
                  </a:lnTo>
                  <a:lnTo>
                    <a:pt x="927" y="3823"/>
                  </a:lnTo>
                  <a:lnTo>
                    <a:pt x="1236" y="3862"/>
                  </a:lnTo>
                  <a:lnTo>
                    <a:pt x="1506" y="3901"/>
                  </a:lnTo>
                  <a:lnTo>
                    <a:pt x="2780" y="3823"/>
                  </a:lnTo>
                  <a:lnTo>
                    <a:pt x="4016" y="3746"/>
                  </a:lnTo>
                  <a:lnTo>
                    <a:pt x="5252" y="3553"/>
                  </a:lnTo>
                  <a:lnTo>
                    <a:pt x="6487" y="3360"/>
                  </a:lnTo>
                  <a:lnTo>
                    <a:pt x="7646" y="3128"/>
                  </a:lnTo>
                  <a:lnTo>
                    <a:pt x="8766" y="2858"/>
                  </a:lnTo>
                  <a:lnTo>
                    <a:pt x="9885" y="2511"/>
                  </a:lnTo>
                  <a:lnTo>
                    <a:pt x="11005" y="2163"/>
                  </a:lnTo>
                  <a:lnTo>
                    <a:pt x="11353" y="2047"/>
                  </a:lnTo>
                  <a:lnTo>
                    <a:pt x="11700" y="1893"/>
                  </a:lnTo>
                  <a:lnTo>
                    <a:pt x="12048" y="1700"/>
                  </a:lnTo>
                  <a:lnTo>
                    <a:pt x="12357" y="1507"/>
                  </a:lnTo>
                  <a:lnTo>
                    <a:pt x="12627" y="1236"/>
                  </a:lnTo>
                  <a:lnTo>
                    <a:pt x="12704" y="1082"/>
                  </a:lnTo>
                  <a:lnTo>
                    <a:pt x="12782" y="927"/>
                  </a:lnTo>
                  <a:lnTo>
                    <a:pt x="12820" y="773"/>
                  </a:lnTo>
                  <a:lnTo>
                    <a:pt x="12820" y="580"/>
                  </a:lnTo>
                  <a:lnTo>
                    <a:pt x="12820" y="387"/>
                  </a:lnTo>
                  <a:lnTo>
                    <a:pt x="12743" y="155"/>
                  </a:lnTo>
                  <a:lnTo>
                    <a:pt x="12704" y="78"/>
                  </a:lnTo>
                  <a:lnTo>
                    <a:pt x="12627" y="39"/>
                  </a:lnTo>
                  <a:lnTo>
                    <a:pt x="125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0" name="Google Shape;2240;p9"/>
            <p:cNvSpPr/>
            <p:nvPr/>
          </p:nvSpPr>
          <p:spPr>
            <a:xfrm>
              <a:off x="2017300" y="364860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271" y="0"/>
                  </a:moveTo>
                  <a:lnTo>
                    <a:pt x="155" y="39"/>
                  </a:lnTo>
                  <a:lnTo>
                    <a:pt x="39" y="116"/>
                  </a:lnTo>
                  <a:lnTo>
                    <a:pt x="0" y="232"/>
                  </a:lnTo>
                  <a:lnTo>
                    <a:pt x="39" y="386"/>
                  </a:lnTo>
                  <a:lnTo>
                    <a:pt x="348" y="888"/>
                  </a:lnTo>
                  <a:lnTo>
                    <a:pt x="657" y="1390"/>
                  </a:lnTo>
                  <a:lnTo>
                    <a:pt x="1043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205"/>
                  </a:lnTo>
                  <a:lnTo>
                    <a:pt x="2703" y="3553"/>
                  </a:lnTo>
                  <a:lnTo>
                    <a:pt x="3205" y="3900"/>
                  </a:lnTo>
                  <a:lnTo>
                    <a:pt x="3553" y="3746"/>
                  </a:lnTo>
                  <a:lnTo>
                    <a:pt x="2780" y="3012"/>
                  </a:lnTo>
                  <a:lnTo>
                    <a:pt x="2047" y="2240"/>
                  </a:lnTo>
                  <a:lnTo>
                    <a:pt x="1352" y="1429"/>
                  </a:lnTo>
                  <a:lnTo>
                    <a:pt x="1043" y="1004"/>
                  </a:lnTo>
                  <a:lnTo>
                    <a:pt x="734" y="541"/>
                  </a:lnTo>
                  <a:lnTo>
                    <a:pt x="1622" y="695"/>
                  </a:lnTo>
                  <a:lnTo>
                    <a:pt x="2510" y="888"/>
                  </a:lnTo>
                  <a:lnTo>
                    <a:pt x="3012" y="1043"/>
                  </a:lnTo>
                  <a:lnTo>
                    <a:pt x="3514" y="1197"/>
                  </a:lnTo>
                  <a:lnTo>
                    <a:pt x="4016" y="1390"/>
                  </a:lnTo>
                  <a:lnTo>
                    <a:pt x="4518" y="1506"/>
                  </a:lnTo>
                  <a:lnTo>
                    <a:pt x="4595" y="1506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84"/>
                  </a:lnTo>
                  <a:lnTo>
                    <a:pt x="4904" y="1506"/>
                  </a:lnTo>
                  <a:lnTo>
                    <a:pt x="4982" y="1429"/>
                  </a:lnTo>
                  <a:lnTo>
                    <a:pt x="4634" y="1159"/>
                  </a:lnTo>
                  <a:lnTo>
                    <a:pt x="4171" y="888"/>
                  </a:lnTo>
                  <a:lnTo>
                    <a:pt x="3630" y="657"/>
                  </a:lnTo>
                  <a:lnTo>
                    <a:pt x="3089" y="464"/>
                  </a:lnTo>
                  <a:lnTo>
                    <a:pt x="2510" y="309"/>
                  </a:lnTo>
                  <a:lnTo>
                    <a:pt x="1931" y="193"/>
                  </a:lnTo>
                  <a:lnTo>
                    <a:pt x="1352" y="116"/>
                  </a:lnTo>
                  <a:lnTo>
                    <a:pt x="27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1" name="Google Shape;2241;p9"/>
            <p:cNvSpPr/>
            <p:nvPr/>
          </p:nvSpPr>
          <p:spPr>
            <a:xfrm>
              <a:off x="1564525" y="3658250"/>
              <a:ext cx="248125" cy="295425"/>
            </a:xfrm>
            <a:custGeom>
              <a:avLst/>
              <a:gdLst/>
              <a:ahLst/>
              <a:cxnLst/>
              <a:rect l="l" t="t" r="r" b="b"/>
              <a:pathLst>
                <a:path w="9925" h="11817" extrusionOk="0">
                  <a:moveTo>
                    <a:pt x="3785" y="850"/>
                  </a:moveTo>
                  <a:lnTo>
                    <a:pt x="4326" y="2279"/>
                  </a:lnTo>
                  <a:lnTo>
                    <a:pt x="4944" y="3746"/>
                  </a:lnTo>
                  <a:lnTo>
                    <a:pt x="6179" y="6565"/>
                  </a:lnTo>
                  <a:lnTo>
                    <a:pt x="3322" y="7492"/>
                  </a:lnTo>
                  <a:lnTo>
                    <a:pt x="1893" y="7955"/>
                  </a:lnTo>
                  <a:lnTo>
                    <a:pt x="464" y="8457"/>
                  </a:lnTo>
                  <a:lnTo>
                    <a:pt x="464" y="8457"/>
                  </a:lnTo>
                  <a:lnTo>
                    <a:pt x="1043" y="7569"/>
                  </a:lnTo>
                  <a:lnTo>
                    <a:pt x="1507" y="6604"/>
                  </a:lnTo>
                  <a:lnTo>
                    <a:pt x="1970" y="5638"/>
                  </a:lnTo>
                  <a:lnTo>
                    <a:pt x="2395" y="4673"/>
                  </a:lnTo>
                  <a:lnTo>
                    <a:pt x="2781" y="3746"/>
                  </a:lnTo>
                  <a:lnTo>
                    <a:pt x="3167" y="2781"/>
                  </a:lnTo>
                  <a:lnTo>
                    <a:pt x="3476" y="1815"/>
                  </a:lnTo>
                  <a:lnTo>
                    <a:pt x="3785" y="850"/>
                  </a:lnTo>
                  <a:close/>
                  <a:moveTo>
                    <a:pt x="3824" y="0"/>
                  </a:moveTo>
                  <a:lnTo>
                    <a:pt x="3746" y="39"/>
                  </a:lnTo>
                  <a:lnTo>
                    <a:pt x="3708" y="78"/>
                  </a:lnTo>
                  <a:lnTo>
                    <a:pt x="3592" y="116"/>
                  </a:lnTo>
                  <a:lnTo>
                    <a:pt x="3553" y="194"/>
                  </a:lnTo>
                  <a:lnTo>
                    <a:pt x="2820" y="2395"/>
                  </a:lnTo>
                  <a:lnTo>
                    <a:pt x="2434" y="3476"/>
                  </a:lnTo>
                  <a:lnTo>
                    <a:pt x="2009" y="4518"/>
                  </a:lnTo>
                  <a:lnTo>
                    <a:pt x="1545" y="5561"/>
                  </a:lnTo>
                  <a:lnTo>
                    <a:pt x="1043" y="6604"/>
                  </a:lnTo>
                  <a:lnTo>
                    <a:pt x="503" y="7608"/>
                  </a:lnTo>
                  <a:lnTo>
                    <a:pt x="39" y="8650"/>
                  </a:lnTo>
                  <a:lnTo>
                    <a:pt x="1" y="8689"/>
                  </a:lnTo>
                  <a:lnTo>
                    <a:pt x="39" y="8766"/>
                  </a:lnTo>
                  <a:lnTo>
                    <a:pt x="117" y="8805"/>
                  </a:lnTo>
                  <a:lnTo>
                    <a:pt x="117" y="8843"/>
                  </a:lnTo>
                  <a:lnTo>
                    <a:pt x="117" y="8920"/>
                  </a:lnTo>
                  <a:lnTo>
                    <a:pt x="155" y="8998"/>
                  </a:lnTo>
                  <a:lnTo>
                    <a:pt x="310" y="9114"/>
                  </a:lnTo>
                  <a:lnTo>
                    <a:pt x="464" y="8882"/>
                  </a:lnTo>
                  <a:lnTo>
                    <a:pt x="1970" y="8457"/>
                  </a:lnTo>
                  <a:lnTo>
                    <a:pt x="3438" y="7994"/>
                  </a:lnTo>
                  <a:lnTo>
                    <a:pt x="6372" y="7028"/>
                  </a:lnTo>
                  <a:lnTo>
                    <a:pt x="7106" y="8689"/>
                  </a:lnTo>
                  <a:lnTo>
                    <a:pt x="8303" y="11817"/>
                  </a:lnTo>
                  <a:lnTo>
                    <a:pt x="8689" y="11662"/>
                  </a:lnTo>
                  <a:lnTo>
                    <a:pt x="7531" y="8689"/>
                  </a:lnTo>
                  <a:lnTo>
                    <a:pt x="6797" y="6874"/>
                  </a:lnTo>
                  <a:lnTo>
                    <a:pt x="8380" y="6333"/>
                  </a:lnTo>
                  <a:lnTo>
                    <a:pt x="9925" y="5754"/>
                  </a:lnTo>
                  <a:lnTo>
                    <a:pt x="9770" y="5329"/>
                  </a:lnTo>
                  <a:lnTo>
                    <a:pt x="8187" y="5909"/>
                  </a:lnTo>
                  <a:lnTo>
                    <a:pt x="6643" y="6449"/>
                  </a:lnTo>
                  <a:lnTo>
                    <a:pt x="6025" y="4905"/>
                  </a:lnTo>
                  <a:lnTo>
                    <a:pt x="5407" y="3360"/>
                  </a:lnTo>
                  <a:lnTo>
                    <a:pt x="4712" y="1854"/>
                  </a:lnTo>
                  <a:lnTo>
                    <a:pt x="3978" y="348"/>
                  </a:lnTo>
                  <a:lnTo>
                    <a:pt x="4055" y="78"/>
                  </a:lnTo>
                  <a:lnTo>
                    <a:pt x="3862" y="39"/>
                  </a:lnTo>
                  <a:lnTo>
                    <a:pt x="382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2" name="Google Shape;2242;p9"/>
            <p:cNvSpPr/>
            <p:nvPr/>
          </p:nvSpPr>
          <p:spPr>
            <a:xfrm>
              <a:off x="1663975" y="3660175"/>
              <a:ext cx="229775" cy="419975"/>
            </a:xfrm>
            <a:custGeom>
              <a:avLst/>
              <a:gdLst/>
              <a:ahLst/>
              <a:cxnLst/>
              <a:rect l="l" t="t" r="r" b="b"/>
              <a:pathLst>
                <a:path w="9191" h="16799" extrusionOk="0">
                  <a:moveTo>
                    <a:pt x="77" y="1"/>
                  </a:moveTo>
                  <a:lnTo>
                    <a:pt x="0" y="271"/>
                  </a:lnTo>
                  <a:lnTo>
                    <a:pt x="2124" y="1275"/>
                  </a:lnTo>
                  <a:lnTo>
                    <a:pt x="4286" y="2240"/>
                  </a:lnTo>
                  <a:lnTo>
                    <a:pt x="5290" y="2742"/>
                  </a:lnTo>
                  <a:lnTo>
                    <a:pt x="6294" y="3244"/>
                  </a:lnTo>
                  <a:lnTo>
                    <a:pt x="7298" y="3746"/>
                  </a:lnTo>
                  <a:lnTo>
                    <a:pt x="8302" y="4248"/>
                  </a:lnTo>
                  <a:lnTo>
                    <a:pt x="7028" y="4750"/>
                  </a:lnTo>
                  <a:lnTo>
                    <a:pt x="5792" y="5252"/>
                  </a:lnTo>
                  <a:lnTo>
                    <a:pt x="5947" y="5677"/>
                  </a:lnTo>
                  <a:lnTo>
                    <a:pt x="7298" y="5175"/>
                  </a:lnTo>
                  <a:lnTo>
                    <a:pt x="7955" y="4905"/>
                  </a:lnTo>
                  <a:lnTo>
                    <a:pt x="8611" y="4596"/>
                  </a:lnTo>
                  <a:lnTo>
                    <a:pt x="8457" y="5136"/>
                  </a:lnTo>
                  <a:lnTo>
                    <a:pt x="8341" y="5638"/>
                  </a:lnTo>
                  <a:lnTo>
                    <a:pt x="8148" y="6681"/>
                  </a:lnTo>
                  <a:lnTo>
                    <a:pt x="7839" y="8380"/>
                  </a:lnTo>
                  <a:lnTo>
                    <a:pt x="7569" y="10041"/>
                  </a:lnTo>
                  <a:lnTo>
                    <a:pt x="7028" y="13361"/>
                  </a:lnTo>
                  <a:lnTo>
                    <a:pt x="6796" y="15060"/>
                  </a:lnTo>
                  <a:lnTo>
                    <a:pt x="6681" y="15871"/>
                  </a:lnTo>
                  <a:lnTo>
                    <a:pt x="6642" y="16721"/>
                  </a:lnTo>
                  <a:lnTo>
                    <a:pt x="6989" y="16798"/>
                  </a:lnTo>
                  <a:lnTo>
                    <a:pt x="7298" y="15215"/>
                  </a:lnTo>
                  <a:lnTo>
                    <a:pt x="7530" y="13593"/>
                  </a:lnTo>
                  <a:lnTo>
                    <a:pt x="7723" y="12010"/>
                  </a:lnTo>
                  <a:lnTo>
                    <a:pt x="7955" y="10427"/>
                  </a:lnTo>
                  <a:lnTo>
                    <a:pt x="8225" y="8805"/>
                  </a:lnTo>
                  <a:lnTo>
                    <a:pt x="8495" y="7183"/>
                  </a:lnTo>
                  <a:lnTo>
                    <a:pt x="8689" y="6488"/>
                  </a:lnTo>
                  <a:lnTo>
                    <a:pt x="8882" y="5793"/>
                  </a:lnTo>
                  <a:lnTo>
                    <a:pt x="9036" y="5059"/>
                  </a:lnTo>
                  <a:lnTo>
                    <a:pt x="9152" y="4364"/>
                  </a:lnTo>
                  <a:lnTo>
                    <a:pt x="9152" y="4287"/>
                  </a:lnTo>
                  <a:lnTo>
                    <a:pt x="9190" y="4210"/>
                  </a:lnTo>
                  <a:lnTo>
                    <a:pt x="9113" y="4094"/>
                  </a:lnTo>
                  <a:lnTo>
                    <a:pt x="9036" y="4017"/>
                  </a:lnTo>
                  <a:lnTo>
                    <a:pt x="8920" y="4017"/>
                  </a:lnTo>
                  <a:lnTo>
                    <a:pt x="8882" y="4055"/>
                  </a:lnTo>
                  <a:lnTo>
                    <a:pt x="7839" y="3437"/>
                  </a:lnTo>
                  <a:lnTo>
                    <a:pt x="6758" y="2897"/>
                  </a:lnTo>
                  <a:lnTo>
                    <a:pt x="4595" y="1893"/>
                  </a:lnTo>
                  <a:lnTo>
                    <a:pt x="2356" y="927"/>
                  </a:lnTo>
                  <a:lnTo>
                    <a:pt x="1236" y="464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3" name="Google Shape;2243;p9"/>
            <p:cNvSpPr/>
            <p:nvPr/>
          </p:nvSpPr>
          <p:spPr>
            <a:xfrm>
              <a:off x="406075" y="3667900"/>
              <a:ext cx="458600" cy="289650"/>
            </a:xfrm>
            <a:custGeom>
              <a:avLst/>
              <a:gdLst/>
              <a:ahLst/>
              <a:cxnLst/>
              <a:rect l="l" t="t" r="r" b="b"/>
              <a:pathLst>
                <a:path w="18344" h="11586" extrusionOk="0">
                  <a:moveTo>
                    <a:pt x="17069" y="387"/>
                  </a:moveTo>
                  <a:lnTo>
                    <a:pt x="17146" y="425"/>
                  </a:lnTo>
                  <a:lnTo>
                    <a:pt x="17223" y="503"/>
                  </a:lnTo>
                  <a:lnTo>
                    <a:pt x="17300" y="734"/>
                  </a:lnTo>
                  <a:lnTo>
                    <a:pt x="17378" y="927"/>
                  </a:lnTo>
                  <a:lnTo>
                    <a:pt x="17378" y="1120"/>
                  </a:lnTo>
                  <a:lnTo>
                    <a:pt x="17339" y="1314"/>
                  </a:lnTo>
                  <a:lnTo>
                    <a:pt x="17223" y="1545"/>
                  </a:lnTo>
                  <a:lnTo>
                    <a:pt x="16953" y="1893"/>
                  </a:lnTo>
                  <a:lnTo>
                    <a:pt x="16721" y="2124"/>
                  </a:lnTo>
                  <a:lnTo>
                    <a:pt x="16451" y="2356"/>
                  </a:lnTo>
                  <a:lnTo>
                    <a:pt x="16181" y="2549"/>
                  </a:lnTo>
                  <a:lnTo>
                    <a:pt x="15872" y="2665"/>
                  </a:lnTo>
                  <a:lnTo>
                    <a:pt x="15872" y="2086"/>
                  </a:lnTo>
                  <a:lnTo>
                    <a:pt x="15910" y="1777"/>
                  </a:lnTo>
                  <a:lnTo>
                    <a:pt x="15949" y="1468"/>
                  </a:lnTo>
                  <a:lnTo>
                    <a:pt x="16026" y="1198"/>
                  </a:lnTo>
                  <a:lnTo>
                    <a:pt x="16181" y="927"/>
                  </a:lnTo>
                  <a:lnTo>
                    <a:pt x="16335" y="696"/>
                  </a:lnTo>
                  <a:lnTo>
                    <a:pt x="16605" y="503"/>
                  </a:lnTo>
                  <a:lnTo>
                    <a:pt x="16837" y="425"/>
                  </a:lnTo>
                  <a:lnTo>
                    <a:pt x="16992" y="387"/>
                  </a:lnTo>
                  <a:close/>
                  <a:moveTo>
                    <a:pt x="14597" y="2974"/>
                  </a:moveTo>
                  <a:lnTo>
                    <a:pt x="14868" y="3013"/>
                  </a:lnTo>
                  <a:lnTo>
                    <a:pt x="15138" y="3090"/>
                  </a:lnTo>
                  <a:lnTo>
                    <a:pt x="15099" y="3206"/>
                  </a:lnTo>
                  <a:lnTo>
                    <a:pt x="14713" y="3515"/>
                  </a:lnTo>
                  <a:lnTo>
                    <a:pt x="14288" y="3746"/>
                  </a:lnTo>
                  <a:lnTo>
                    <a:pt x="14057" y="3862"/>
                  </a:lnTo>
                  <a:lnTo>
                    <a:pt x="13786" y="3939"/>
                  </a:lnTo>
                  <a:lnTo>
                    <a:pt x="13478" y="4017"/>
                  </a:lnTo>
                  <a:lnTo>
                    <a:pt x="13053" y="4017"/>
                  </a:lnTo>
                  <a:lnTo>
                    <a:pt x="12976" y="3939"/>
                  </a:lnTo>
                  <a:lnTo>
                    <a:pt x="12976" y="3862"/>
                  </a:lnTo>
                  <a:lnTo>
                    <a:pt x="12976" y="3708"/>
                  </a:lnTo>
                  <a:lnTo>
                    <a:pt x="13014" y="3476"/>
                  </a:lnTo>
                  <a:lnTo>
                    <a:pt x="13053" y="3360"/>
                  </a:lnTo>
                  <a:lnTo>
                    <a:pt x="13207" y="3244"/>
                  </a:lnTo>
                  <a:lnTo>
                    <a:pt x="13400" y="3167"/>
                  </a:lnTo>
                  <a:lnTo>
                    <a:pt x="13709" y="3051"/>
                  </a:lnTo>
                  <a:lnTo>
                    <a:pt x="14018" y="3013"/>
                  </a:lnTo>
                  <a:lnTo>
                    <a:pt x="14327" y="2974"/>
                  </a:lnTo>
                  <a:close/>
                  <a:moveTo>
                    <a:pt x="15679" y="3283"/>
                  </a:moveTo>
                  <a:lnTo>
                    <a:pt x="16335" y="3476"/>
                  </a:lnTo>
                  <a:lnTo>
                    <a:pt x="16644" y="3553"/>
                  </a:lnTo>
                  <a:lnTo>
                    <a:pt x="16992" y="3669"/>
                  </a:lnTo>
                  <a:lnTo>
                    <a:pt x="17262" y="3823"/>
                  </a:lnTo>
                  <a:lnTo>
                    <a:pt x="17532" y="4017"/>
                  </a:lnTo>
                  <a:lnTo>
                    <a:pt x="17725" y="4287"/>
                  </a:lnTo>
                  <a:lnTo>
                    <a:pt x="17802" y="4403"/>
                  </a:lnTo>
                  <a:lnTo>
                    <a:pt x="17880" y="4596"/>
                  </a:lnTo>
                  <a:lnTo>
                    <a:pt x="17918" y="4789"/>
                  </a:lnTo>
                  <a:lnTo>
                    <a:pt x="17880" y="4943"/>
                  </a:lnTo>
                  <a:lnTo>
                    <a:pt x="17802" y="5059"/>
                  </a:lnTo>
                  <a:lnTo>
                    <a:pt x="17648" y="5136"/>
                  </a:lnTo>
                  <a:lnTo>
                    <a:pt x="17494" y="5175"/>
                  </a:lnTo>
                  <a:lnTo>
                    <a:pt x="17339" y="5175"/>
                  </a:lnTo>
                  <a:lnTo>
                    <a:pt x="17146" y="5136"/>
                  </a:lnTo>
                  <a:lnTo>
                    <a:pt x="16992" y="5059"/>
                  </a:lnTo>
                  <a:lnTo>
                    <a:pt x="16644" y="4789"/>
                  </a:lnTo>
                  <a:lnTo>
                    <a:pt x="16374" y="4480"/>
                  </a:lnTo>
                  <a:lnTo>
                    <a:pt x="16181" y="4210"/>
                  </a:lnTo>
                  <a:lnTo>
                    <a:pt x="15988" y="3901"/>
                  </a:lnTo>
                  <a:lnTo>
                    <a:pt x="15833" y="3592"/>
                  </a:lnTo>
                  <a:lnTo>
                    <a:pt x="15679" y="3283"/>
                  </a:lnTo>
                  <a:close/>
                  <a:moveTo>
                    <a:pt x="4635" y="541"/>
                  </a:moveTo>
                  <a:lnTo>
                    <a:pt x="5253" y="580"/>
                  </a:lnTo>
                  <a:lnTo>
                    <a:pt x="5832" y="696"/>
                  </a:lnTo>
                  <a:lnTo>
                    <a:pt x="6411" y="850"/>
                  </a:lnTo>
                  <a:lnTo>
                    <a:pt x="6990" y="1120"/>
                  </a:lnTo>
                  <a:lnTo>
                    <a:pt x="7492" y="1429"/>
                  </a:lnTo>
                  <a:lnTo>
                    <a:pt x="7917" y="1738"/>
                  </a:lnTo>
                  <a:lnTo>
                    <a:pt x="8303" y="2086"/>
                  </a:lnTo>
                  <a:lnTo>
                    <a:pt x="8651" y="2472"/>
                  </a:lnTo>
                  <a:lnTo>
                    <a:pt x="8960" y="2858"/>
                  </a:lnTo>
                  <a:lnTo>
                    <a:pt x="9539" y="3669"/>
                  </a:lnTo>
                  <a:lnTo>
                    <a:pt x="10157" y="4480"/>
                  </a:lnTo>
                  <a:lnTo>
                    <a:pt x="10388" y="4827"/>
                  </a:lnTo>
                  <a:lnTo>
                    <a:pt x="10697" y="5136"/>
                  </a:lnTo>
                  <a:lnTo>
                    <a:pt x="11006" y="5445"/>
                  </a:lnTo>
                  <a:lnTo>
                    <a:pt x="11354" y="5677"/>
                  </a:lnTo>
                  <a:lnTo>
                    <a:pt x="11701" y="5870"/>
                  </a:lnTo>
                  <a:lnTo>
                    <a:pt x="12126" y="5986"/>
                  </a:lnTo>
                  <a:lnTo>
                    <a:pt x="12512" y="6025"/>
                  </a:lnTo>
                  <a:lnTo>
                    <a:pt x="12976" y="5986"/>
                  </a:lnTo>
                  <a:lnTo>
                    <a:pt x="13323" y="5870"/>
                  </a:lnTo>
                  <a:lnTo>
                    <a:pt x="13632" y="5754"/>
                  </a:lnTo>
                  <a:lnTo>
                    <a:pt x="13902" y="5600"/>
                  </a:lnTo>
                  <a:lnTo>
                    <a:pt x="14173" y="5407"/>
                  </a:lnTo>
                  <a:lnTo>
                    <a:pt x="14404" y="5214"/>
                  </a:lnTo>
                  <a:lnTo>
                    <a:pt x="14597" y="4982"/>
                  </a:lnTo>
                  <a:lnTo>
                    <a:pt x="14829" y="4712"/>
                  </a:lnTo>
                  <a:lnTo>
                    <a:pt x="14984" y="4441"/>
                  </a:lnTo>
                  <a:lnTo>
                    <a:pt x="14752" y="5252"/>
                  </a:lnTo>
                  <a:lnTo>
                    <a:pt x="14443" y="5986"/>
                  </a:lnTo>
                  <a:lnTo>
                    <a:pt x="14057" y="6720"/>
                  </a:lnTo>
                  <a:lnTo>
                    <a:pt x="13593" y="7415"/>
                  </a:lnTo>
                  <a:lnTo>
                    <a:pt x="13091" y="8071"/>
                  </a:lnTo>
                  <a:lnTo>
                    <a:pt x="12512" y="8650"/>
                  </a:lnTo>
                  <a:lnTo>
                    <a:pt x="11894" y="9191"/>
                  </a:lnTo>
                  <a:lnTo>
                    <a:pt x="11199" y="9693"/>
                  </a:lnTo>
                  <a:lnTo>
                    <a:pt x="10697" y="10002"/>
                  </a:lnTo>
                  <a:lnTo>
                    <a:pt x="10157" y="10272"/>
                  </a:lnTo>
                  <a:lnTo>
                    <a:pt x="9616" y="10465"/>
                  </a:lnTo>
                  <a:lnTo>
                    <a:pt x="9075" y="10658"/>
                  </a:lnTo>
                  <a:lnTo>
                    <a:pt x="8496" y="10774"/>
                  </a:lnTo>
                  <a:lnTo>
                    <a:pt x="7956" y="10890"/>
                  </a:lnTo>
                  <a:lnTo>
                    <a:pt x="7376" y="10929"/>
                  </a:lnTo>
                  <a:lnTo>
                    <a:pt x="6836" y="10929"/>
                  </a:lnTo>
                  <a:lnTo>
                    <a:pt x="6257" y="10890"/>
                  </a:lnTo>
                  <a:lnTo>
                    <a:pt x="5716" y="10774"/>
                  </a:lnTo>
                  <a:lnTo>
                    <a:pt x="5175" y="10620"/>
                  </a:lnTo>
                  <a:lnTo>
                    <a:pt x="4635" y="10465"/>
                  </a:lnTo>
                  <a:lnTo>
                    <a:pt x="4133" y="10195"/>
                  </a:lnTo>
                  <a:lnTo>
                    <a:pt x="3631" y="9925"/>
                  </a:lnTo>
                  <a:lnTo>
                    <a:pt x="3129" y="9577"/>
                  </a:lnTo>
                  <a:lnTo>
                    <a:pt x="2665" y="9191"/>
                  </a:lnTo>
                  <a:lnTo>
                    <a:pt x="2202" y="8766"/>
                  </a:lnTo>
                  <a:lnTo>
                    <a:pt x="1777" y="8303"/>
                  </a:lnTo>
                  <a:lnTo>
                    <a:pt x="1430" y="7801"/>
                  </a:lnTo>
                  <a:lnTo>
                    <a:pt x="1082" y="7260"/>
                  </a:lnTo>
                  <a:lnTo>
                    <a:pt x="812" y="6720"/>
                  </a:lnTo>
                  <a:lnTo>
                    <a:pt x="619" y="6140"/>
                  </a:lnTo>
                  <a:lnTo>
                    <a:pt x="464" y="5523"/>
                  </a:lnTo>
                  <a:lnTo>
                    <a:pt x="426" y="4905"/>
                  </a:lnTo>
                  <a:lnTo>
                    <a:pt x="464" y="4287"/>
                  </a:lnTo>
                  <a:lnTo>
                    <a:pt x="619" y="3708"/>
                  </a:lnTo>
                  <a:lnTo>
                    <a:pt x="812" y="3128"/>
                  </a:lnTo>
                  <a:lnTo>
                    <a:pt x="1121" y="2588"/>
                  </a:lnTo>
                  <a:lnTo>
                    <a:pt x="1468" y="2086"/>
                  </a:lnTo>
                  <a:lnTo>
                    <a:pt x="1893" y="1661"/>
                  </a:lnTo>
                  <a:lnTo>
                    <a:pt x="2356" y="1275"/>
                  </a:lnTo>
                  <a:lnTo>
                    <a:pt x="2897" y="1005"/>
                  </a:lnTo>
                  <a:lnTo>
                    <a:pt x="3476" y="773"/>
                  </a:lnTo>
                  <a:lnTo>
                    <a:pt x="4056" y="618"/>
                  </a:lnTo>
                  <a:lnTo>
                    <a:pt x="4635" y="541"/>
                  </a:lnTo>
                  <a:close/>
                  <a:moveTo>
                    <a:pt x="16876" y="1"/>
                  </a:moveTo>
                  <a:lnTo>
                    <a:pt x="16683" y="39"/>
                  </a:lnTo>
                  <a:lnTo>
                    <a:pt x="16451" y="155"/>
                  </a:lnTo>
                  <a:lnTo>
                    <a:pt x="16258" y="271"/>
                  </a:lnTo>
                  <a:lnTo>
                    <a:pt x="16103" y="425"/>
                  </a:lnTo>
                  <a:lnTo>
                    <a:pt x="15949" y="580"/>
                  </a:lnTo>
                  <a:lnTo>
                    <a:pt x="15833" y="773"/>
                  </a:lnTo>
                  <a:lnTo>
                    <a:pt x="15717" y="1005"/>
                  </a:lnTo>
                  <a:lnTo>
                    <a:pt x="15601" y="1236"/>
                  </a:lnTo>
                  <a:lnTo>
                    <a:pt x="15486" y="1738"/>
                  </a:lnTo>
                  <a:lnTo>
                    <a:pt x="15447" y="2279"/>
                  </a:lnTo>
                  <a:lnTo>
                    <a:pt x="15486" y="2819"/>
                  </a:lnTo>
                  <a:lnTo>
                    <a:pt x="15370" y="2819"/>
                  </a:lnTo>
                  <a:lnTo>
                    <a:pt x="15331" y="2858"/>
                  </a:lnTo>
                  <a:lnTo>
                    <a:pt x="14906" y="2742"/>
                  </a:lnTo>
                  <a:lnTo>
                    <a:pt x="14443" y="2665"/>
                  </a:lnTo>
                  <a:lnTo>
                    <a:pt x="13980" y="2665"/>
                  </a:lnTo>
                  <a:lnTo>
                    <a:pt x="13516" y="2742"/>
                  </a:lnTo>
                  <a:lnTo>
                    <a:pt x="13169" y="2858"/>
                  </a:lnTo>
                  <a:lnTo>
                    <a:pt x="12976" y="2974"/>
                  </a:lnTo>
                  <a:lnTo>
                    <a:pt x="12783" y="3090"/>
                  </a:lnTo>
                  <a:lnTo>
                    <a:pt x="12628" y="3206"/>
                  </a:lnTo>
                  <a:lnTo>
                    <a:pt x="12512" y="3360"/>
                  </a:lnTo>
                  <a:lnTo>
                    <a:pt x="12396" y="3553"/>
                  </a:lnTo>
                  <a:lnTo>
                    <a:pt x="12396" y="3746"/>
                  </a:lnTo>
                  <a:lnTo>
                    <a:pt x="12396" y="3939"/>
                  </a:lnTo>
                  <a:lnTo>
                    <a:pt x="12474" y="4094"/>
                  </a:lnTo>
                  <a:lnTo>
                    <a:pt x="12628" y="4210"/>
                  </a:lnTo>
                  <a:lnTo>
                    <a:pt x="12783" y="4287"/>
                  </a:lnTo>
                  <a:lnTo>
                    <a:pt x="12976" y="4364"/>
                  </a:lnTo>
                  <a:lnTo>
                    <a:pt x="13169" y="4403"/>
                  </a:lnTo>
                  <a:lnTo>
                    <a:pt x="13516" y="4364"/>
                  </a:lnTo>
                  <a:lnTo>
                    <a:pt x="13864" y="4325"/>
                  </a:lnTo>
                  <a:lnTo>
                    <a:pt x="14211" y="4210"/>
                  </a:lnTo>
                  <a:lnTo>
                    <a:pt x="14520" y="4017"/>
                  </a:lnTo>
                  <a:lnTo>
                    <a:pt x="14829" y="3823"/>
                  </a:lnTo>
                  <a:lnTo>
                    <a:pt x="14597" y="4287"/>
                  </a:lnTo>
                  <a:lnTo>
                    <a:pt x="14288" y="4673"/>
                  </a:lnTo>
                  <a:lnTo>
                    <a:pt x="14134" y="4866"/>
                  </a:lnTo>
                  <a:lnTo>
                    <a:pt x="13941" y="5021"/>
                  </a:lnTo>
                  <a:lnTo>
                    <a:pt x="13709" y="5175"/>
                  </a:lnTo>
                  <a:lnTo>
                    <a:pt x="13516" y="5291"/>
                  </a:lnTo>
                  <a:lnTo>
                    <a:pt x="13130" y="5445"/>
                  </a:lnTo>
                  <a:lnTo>
                    <a:pt x="12744" y="5523"/>
                  </a:lnTo>
                  <a:lnTo>
                    <a:pt x="12396" y="5523"/>
                  </a:lnTo>
                  <a:lnTo>
                    <a:pt x="12049" y="5445"/>
                  </a:lnTo>
                  <a:lnTo>
                    <a:pt x="11740" y="5329"/>
                  </a:lnTo>
                  <a:lnTo>
                    <a:pt x="11431" y="5136"/>
                  </a:lnTo>
                  <a:lnTo>
                    <a:pt x="11122" y="4905"/>
                  </a:lnTo>
                  <a:lnTo>
                    <a:pt x="10852" y="4634"/>
                  </a:lnTo>
                  <a:lnTo>
                    <a:pt x="10543" y="4210"/>
                  </a:lnTo>
                  <a:lnTo>
                    <a:pt x="10195" y="3785"/>
                  </a:lnTo>
                  <a:lnTo>
                    <a:pt x="9616" y="2935"/>
                  </a:lnTo>
                  <a:lnTo>
                    <a:pt x="9307" y="2511"/>
                  </a:lnTo>
                  <a:lnTo>
                    <a:pt x="8960" y="2086"/>
                  </a:lnTo>
                  <a:lnTo>
                    <a:pt x="8573" y="1700"/>
                  </a:lnTo>
                  <a:lnTo>
                    <a:pt x="8187" y="1352"/>
                  </a:lnTo>
                  <a:lnTo>
                    <a:pt x="7647" y="966"/>
                  </a:lnTo>
                  <a:lnTo>
                    <a:pt x="7106" y="657"/>
                  </a:lnTo>
                  <a:lnTo>
                    <a:pt x="6527" y="425"/>
                  </a:lnTo>
                  <a:lnTo>
                    <a:pt x="5948" y="271"/>
                  </a:lnTo>
                  <a:lnTo>
                    <a:pt x="5330" y="155"/>
                  </a:lnTo>
                  <a:lnTo>
                    <a:pt x="4751" y="116"/>
                  </a:lnTo>
                  <a:lnTo>
                    <a:pt x="4133" y="155"/>
                  </a:lnTo>
                  <a:lnTo>
                    <a:pt x="3554" y="271"/>
                  </a:lnTo>
                  <a:lnTo>
                    <a:pt x="3283" y="348"/>
                  </a:lnTo>
                  <a:lnTo>
                    <a:pt x="2936" y="464"/>
                  </a:lnTo>
                  <a:lnTo>
                    <a:pt x="2588" y="618"/>
                  </a:lnTo>
                  <a:lnTo>
                    <a:pt x="2279" y="812"/>
                  </a:lnTo>
                  <a:lnTo>
                    <a:pt x="1932" y="1005"/>
                  </a:lnTo>
                  <a:lnTo>
                    <a:pt x="1661" y="1275"/>
                  </a:lnTo>
                  <a:lnTo>
                    <a:pt x="1353" y="1545"/>
                  </a:lnTo>
                  <a:lnTo>
                    <a:pt x="1082" y="1854"/>
                  </a:lnTo>
                  <a:lnTo>
                    <a:pt x="851" y="2163"/>
                  </a:lnTo>
                  <a:lnTo>
                    <a:pt x="542" y="2665"/>
                  </a:lnTo>
                  <a:lnTo>
                    <a:pt x="310" y="3167"/>
                  </a:lnTo>
                  <a:lnTo>
                    <a:pt x="155" y="3669"/>
                  </a:lnTo>
                  <a:lnTo>
                    <a:pt x="78" y="4171"/>
                  </a:lnTo>
                  <a:lnTo>
                    <a:pt x="1" y="4712"/>
                  </a:lnTo>
                  <a:lnTo>
                    <a:pt x="40" y="5214"/>
                  </a:lnTo>
                  <a:lnTo>
                    <a:pt x="78" y="5716"/>
                  </a:lnTo>
                  <a:lnTo>
                    <a:pt x="194" y="6218"/>
                  </a:lnTo>
                  <a:lnTo>
                    <a:pt x="387" y="6720"/>
                  </a:lnTo>
                  <a:lnTo>
                    <a:pt x="580" y="7222"/>
                  </a:lnTo>
                  <a:lnTo>
                    <a:pt x="812" y="7685"/>
                  </a:lnTo>
                  <a:lnTo>
                    <a:pt x="1082" y="8110"/>
                  </a:lnTo>
                  <a:lnTo>
                    <a:pt x="1430" y="8573"/>
                  </a:lnTo>
                  <a:lnTo>
                    <a:pt x="1777" y="8959"/>
                  </a:lnTo>
                  <a:lnTo>
                    <a:pt x="2125" y="9384"/>
                  </a:lnTo>
                  <a:lnTo>
                    <a:pt x="2550" y="9732"/>
                  </a:lnTo>
                  <a:lnTo>
                    <a:pt x="3090" y="10156"/>
                  </a:lnTo>
                  <a:lnTo>
                    <a:pt x="3631" y="10504"/>
                  </a:lnTo>
                  <a:lnTo>
                    <a:pt x="4210" y="10774"/>
                  </a:lnTo>
                  <a:lnTo>
                    <a:pt x="4789" y="11044"/>
                  </a:lnTo>
                  <a:lnTo>
                    <a:pt x="5407" y="11199"/>
                  </a:lnTo>
                  <a:lnTo>
                    <a:pt x="6025" y="11353"/>
                  </a:lnTo>
                  <a:lnTo>
                    <a:pt x="6643" y="11392"/>
                  </a:lnTo>
                  <a:lnTo>
                    <a:pt x="7261" y="11431"/>
                  </a:lnTo>
                  <a:lnTo>
                    <a:pt x="7338" y="11585"/>
                  </a:lnTo>
                  <a:lnTo>
                    <a:pt x="7647" y="11392"/>
                  </a:lnTo>
                  <a:lnTo>
                    <a:pt x="8458" y="11315"/>
                  </a:lnTo>
                  <a:lnTo>
                    <a:pt x="9269" y="11122"/>
                  </a:lnTo>
                  <a:lnTo>
                    <a:pt x="10079" y="10813"/>
                  </a:lnTo>
                  <a:lnTo>
                    <a:pt x="10852" y="10465"/>
                  </a:lnTo>
                  <a:lnTo>
                    <a:pt x="11547" y="10040"/>
                  </a:lnTo>
                  <a:lnTo>
                    <a:pt x="12165" y="9577"/>
                  </a:lnTo>
                  <a:lnTo>
                    <a:pt x="12435" y="9384"/>
                  </a:lnTo>
                  <a:lnTo>
                    <a:pt x="13053" y="8805"/>
                  </a:lnTo>
                  <a:lnTo>
                    <a:pt x="13632" y="8187"/>
                  </a:lnTo>
                  <a:lnTo>
                    <a:pt x="14134" y="7492"/>
                  </a:lnTo>
                  <a:lnTo>
                    <a:pt x="14597" y="6797"/>
                  </a:lnTo>
                  <a:lnTo>
                    <a:pt x="14945" y="6025"/>
                  </a:lnTo>
                  <a:lnTo>
                    <a:pt x="15099" y="5638"/>
                  </a:lnTo>
                  <a:lnTo>
                    <a:pt x="15254" y="5214"/>
                  </a:lnTo>
                  <a:lnTo>
                    <a:pt x="15331" y="4827"/>
                  </a:lnTo>
                  <a:lnTo>
                    <a:pt x="15408" y="4403"/>
                  </a:lnTo>
                  <a:lnTo>
                    <a:pt x="15486" y="4017"/>
                  </a:lnTo>
                  <a:lnTo>
                    <a:pt x="15486" y="3592"/>
                  </a:lnTo>
                  <a:lnTo>
                    <a:pt x="15679" y="4055"/>
                  </a:lnTo>
                  <a:lnTo>
                    <a:pt x="15949" y="4480"/>
                  </a:lnTo>
                  <a:lnTo>
                    <a:pt x="16258" y="4866"/>
                  </a:lnTo>
                  <a:lnTo>
                    <a:pt x="16605" y="5214"/>
                  </a:lnTo>
                  <a:lnTo>
                    <a:pt x="16760" y="5368"/>
                  </a:lnTo>
                  <a:lnTo>
                    <a:pt x="16992" y="5484"/>
                  </a:lnTo>
                  <a:lnTo>
                    <a:pt x="17185" y="5561"/>
                  </a:lnTo>
                  <a:lnTo>
                    <a:pt x="17416" y="5638"/>
                  </a:lnTo>
                  <a:lnTo>
                    <a:pt x="17609" y="5677"/>
                  </a:lnTo>
                  <a:lnTo>
                    <a:pt x="17841" y="5638"/>
                  </a:lnTo>
                  <a:lnTo>
                    <a:pt x="18034" y="5523"/>
                  </a:lnTo>
                  <a:lnTo>
                    <a:pt x="18189" y="5329"/>
                  </a:lnTo>
                  <a:lnTo>
                    <a:pt x="18304" y="5136"/>
                  </a:lnTo>
                  <a:lnTo>
                    <a:pt x="18343" y="4943"/>
                  </a:lnTo>
                  <a:lnTo>
                    <a:pt x="18304" y="4712"/>
                  </a:lnTo>
                  <a:lnTo>
                    <a:pt x="18266" y="4519"/>
                  </a:lnTo>
                  <a:lnTo>
                    <a:pt x="18189" y="4287"/>
                  </a:lnTo>
                  <a:lnTo>
                    <a:pt x="18073" y="4132"/>
                  </a:lnTo>
                  <a:lnTo>
                    <a:pt x="17957" y="3939"/>
                  </a:lnTo>
                  <a:lnTo>
                    <a:pt x="17802" y="3785"/>
                  </a:lnTo>
                  <a:lnTo>
                    <a:pt x="17648" y="3630"/>
                  </a:lnTo>
                  <a:lnTo>
                    <a:pt x="17416" y="3476"/>
                  </a:lnTo>
                  <a:lnTo>
                    <a:pt x="16953" y="3244"/>
                  </a:lnTo>
                  <a:lnTo>
                    <a:pt x="16490" y="3051"/>
                  </a:lnTo>
                  <a:lnTo>
                    <a:pt x="15988" y="2935"/>
                  </a:lnTo>
                  <a:lnTo>
                    <a:pt x="16412" y="2781"/>
                  </a:lnTo>
                  <a:lnTo>
                    <a:pt x="16837" y="2511"/>
                  </a:lnTo>
                  <a:lnTo>
                    <a:pt x="17185" y="2202"/>
                  </a:lnTo>
                  <a:lnTo>
                    <a:pt x="17494" y="1816"/>
                  </a:lnTo>
                  <a:lnTo>
                    <a:pt x="17609" y="1584"/>
                  </a:lnTo>
                  <a:lnTo>
                    <a:pt x="17725" y="1352"/>
                  </a:lnTo>
                  <a:lnTo>
                    <a:pt x="17764" y="1082"/>
                  </a:lnTo>
                  <a:lnTo>
                    <a:pt x="17802" y="850"/>
                  </a:lnTo>
                  <a:lnTo>
                    <a:pt x="17802" y="580"/>
                  </a:lnTo>
                  <a:lnTo>
                    <a:pt x="17725" y="387"/>
                  </a:lnTo>
                  <a:lnTo>
                    <a:pt x="17571" y="194"/>
                  </a:lnTo>
                  <a:lnTo>
                    <a:pt x="17455" y="116"/>
                  </a:lnTo>
                  <a:lnTo>
                    <a:pt x="17339" y="39"/>
                  </a:lnTo>
                  <a:lnTo>
                    <a:pt x="171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4" name="Google Shape;2244;p9"/>
            <p:cNvSpPr/>
            <p:nvPr/>
          </p:nvSpPr>
          <p:spPr>
            <a:xfrm>
              <a:off x="2141825" y="3698800"/>
              <a:ext cx="126500" cy="70500"/>
            </a:xfrm>
            <a:custGeom>
              <a:avLst/>
              <a:gdLst/>
              <a:ahLst/>
              <a:cxnLst/>
              <a:rect l="l" t="t" r="r" b="b"/>
              <a:pathLst>
                <a:path w="5060" h="2820" extrusionOk="0">
                  <a:moveTo>
                    <a:pt x="4905" y="0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3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433"/>
                  </a:lnTo>
                  <a:lnTo>
                    <a:pt x="39" y="2510"/>
                  </a:lnTo>
                  <a:lnTo>
                    <a:pt x="1" y="2587"/>
                  </a:lnTo>
                  <a:lnTo>
                    <a:pt x="39" y="2703"/>
                  </a:lnTo>
                  <a:lnTo>
                    <a:pt x="116" y="2781"/>
                  </a:lnTo>
                  <a:lnTo>
                    <a:pt x="387" y="2819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1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5" name="Google Shape;2245;p9"/>
            <p:cNvSpPr/>
            <p:nvPr/>
          </p:nvSpPr>
          <p:spPr>
            <a:xfrm>
              <a:off x="436975" y="3704575"/>
              <a:ext cx="144825" cy="162225"/>
            </a:xfrm>
            <a:custGeom>
              <a:avLst/>
              <a:gdLst/>
              <a:ahLst/>
              <a:cxnLst/>
              <a:rect l="l" t="t" r="r" b="b"/>
              <a:pathLst>
                <a:path w="5793" h="6489" extrusionOk="0">
                  <a:moveTo>
                    <a:pt x="2240" y="426"/>
                  </a:moveTo>
                  <a:lnTo>
                    <a:pt x="2781" y="464"/>
                  </a:lnTo>
                  <a:lnTo>
                    <a:pt x="3283" y="580"/>
                  </a:lnTo>
                  <a:lnTo>
                    <a:pt x="3746" y="735"/>
                  </a:lnTo>
                  <a:lnTo>
                    <a:pt x="4171" y="1005"/>
                  </a:lnTo>
                  <a:lnTo>
                    <a:pt x="4557" y="1314"/>
                  </a:lnTo>
                  <a:lnTo>
                    <a:pt x="4750" y="1507"/>
                  </a:lnTo>
                  <a:lnTo>
                    <a:pt x="4905" y="1739"/>
                  </a:lnTo>
                  <a:lnTo>
                    <a:pt x="5021" y="1932"/>
                  </a:lnTo>
                  <a:lnTo>
                    <a:pt x="5136" y="2163"/>
                  </a:lnTo>
                  <a:lnTo>
                    <a:pt x="5214" y="2434"/>
                  </a:lnTo>
                  <a:lnTo>
                    <a:pt x="5291" y="2704"/>
                  </a:lnTo>
                  <a:lnTo>
                    <a:pt x="5330" y="3167"/>
                  </a:lnTo>
                  <a:lnTo>
                    <a:pt x="5330" y="3631"/>
                  </a:lnTo>
                  <a:lnTo>
                    <a:pt x="5214" y="4133"/>
                  </a:lnTo>
                  <a:lnTo>
                    <a:pt x="5021" y="4558"/>
                  </a:lnTo>
                  <a:lnTo>
                    <a:pt x="4789" y="4982"/>
                  </a:lnTo>
                  <a:lnTo>
                    <a:pt x="4480" y="5330"/>
                  </a:lnTo>
                  <a:lnTo>
                    <a:pt x="4287" y="5484"/>
                  </a:lnTo>
                  <a:lnTo>
                    <a:pt x="4094" y="5639"/>
                  </a:lnTo>
                  <a:lnTo>
                    <a:pt x="3901" y="5755"/>
                  </a:lnTo>
                  <a:lnTo>
                    <a:pt x="3669" y="5832"/>
                  </a:lnTo>
                  <a:lnTo>
                    <a:pt x="3360" y="5948"/>
                  </a:lnTo>
                  <a:lnTo>
                    <a:pt x="3090" y="5986"/>
                  </a:lnTo>
                  <a:lnTo>
                    <a:pt x="2820" y="6025"/>
                  </a:lnTo>
                  <a:lnTo>
                    <a:pt x="2549" y="5986"/>
                  </a:lnTo>
                  <a:lnTo>
                    <a:pt x="2279" y="5948"/>
                  </a:lnTo>
                  <a:lnTo>
                    <a:pt x="2047" y="5870"/>
                  </a:lnTo>
                  <a:lnTo>
                    <a:pt x="1854" y="5755"/>
                  </a:lnTo>
                  <a:lnTo>
                    <a:pt x="1622" y="5639"/>
                  </a:lnTo>
                  <a:lnTo>
                    <a:pt x="1429" y="5484"/>
                  </a:lnTo>
                  <a:lnTo>
                    <a:pt x="1275" y="5291"/>
                  </a:lnTo>
                  <a:lnTo>
                    <a:pt x="1082" y="5098"/>
                  </a:lnTo>
                  <a:lnTo>
                    <a:pt x="966" y="4905"/>
                  </a:lnTo>
                  <a:lnTo>
                    <a:pt x="696" y="4442"/>
                  </a:lnTo>
                  <a:lnTo>
                    <a:pt x="541" y="3901"/>
                  </a:lnTo>
                  <a:lnTo>
                    <a:pt x="425" y="3399"/>
                  </a:lnTo>
                  <a:lnTo>
                    <a:pt x="425" y="2858"/>
                  </a:lnTo>
                  <a:lnTo>
                    <a:pt x="503" y="2318"/>
                  </a:lnTo>
                  <a:lnTo>
                    <a:pt x="541" y="2048"/>
                  </a:lnTo>
                  <a:lnTo>
                    <a:pt x="657" y="1816"/>
                  </a:lnTo>
                  <a:lnTo>
                    <a:pt x="734" y="1584"/>
                  </a:lnTo>
                  <a:lnTo>
                    <a:pt x="889" y="1352"/>
                  </a:lnTo>
                  <a:lnTo>
                    <a:pt x="1043" y="1159"/>
                  </a:lnTo>
                  <a:lnTo>
                    <a:pt x="1236" y="1005"/>
                  </a:lnTo>
                  <a:lnTo>
                    <a:pt x="1429" y="812"/>
                  </a:lnTo>
                  <a:lnTo>
                    <a:pt x="1661" y="696"/>
                  </a:lnTo>
                  <a:lnTo>
                    <a:pt x="1893" y="580"/>
                  </a:lnTo>
                  <a:lnTo>
                    <a:pt x="2202" y="503"/>
                  </a:lnTo>
                  <a:lnTo>
                    <a:pt x="2240" y="464"/>
                  </a:lnTo>
                  <a:lnTo>
                    <a:pt x="2240" y="426"/>
                  </a:lnTo>
                  <a:close/>
                  <a:moveTo>
                    <a:pt x="2279" y="1"/>
                  </a:moveTo>
                  <a:lnTo>
                    <a:pt x="1970" y="40"/>
                  </a:lnTo>
                  <a:lnTo>
                    <a:pt x="1893" y="78"/>
                  </a:lnTo>
                  <a:lnTo>
                    <a:pt x="1816" y="117"/>
                  </a:lnTo>
                  <a:lnTo>
                    <a:pt x="1816" y="194"/>
                  </a:lnTo>
                  <a:lnTo>
                    <a:pt x="1816" y="271"/>
                  </a:lnTo>
                  <a:lnTo>
                    <a:pt x="1507" y="349"/>
                  </a:lnTo>
                  <a:lnTo>
                    <a:pt x="1275" y="464"/>
                  </a:lnTo>
                  <a:lnTo>
                    <a:pt x="1043" y="619"/>
                  </a:lnTo>
                  <a:lnTo>
                    <a:pt x="812" y="773"/>
                  </a:lnTo>
                  <a:lnTo>
                    <a:pt x="619" y="966"/>
                  </a:lnTo>
                  <a:lnTo>
                    <a:pt x="464" y="1198"/>
                  </a:lnTo>
                  <a:lnTo>
                    <a:pt x="348" y="1430"/>
                  </a:lnTo>
                  <a:lnTo>
                    <a:pt x="232" y="1661"/>
                  </a:lnTo>
                  <a:lnTo>
                    <a:pt x="117" y="1932"/>
                  </a:lnTo>
                  <a:lnTo>
                    <a:pt x="78" y="2202"/>
                  </a:lnTo>
                  <a:lnTo>
                    <a:pt x="1" y="2781"/>
                  </a:lnTo>
                  <a:lnTo>
                    <a:pt x="1" y="3360"/>
                  </a:lnTo>
                  <a:lnTo>
                    <a:pt x="78" y="3901"/>
                  </a:lnTo>
                  <a:lnTo>
                    <a:pt x="271" y="4519"/>
                  </a:lnTo>
                  <a:lnTo>
                    <a:pt x="387" y="4828"/>
                  </a:lnTo>
                  <a:lnTo>
                    <a:pt x="541" y="5098"/>
                  </a:lnTo>
                  <a:lnTo>
                    <a:pt x="696" y="5330"/>
                  </a:lnTo>
                  <a:lnTo>
                    <a:pt x="850" y="5561"/>
                  </a:lnTo>
                  <a:lnTo>
                    <a:pt x="1082" y="5793"/>
                  </a:lnTo>
                  <a:lnTo>
                    <a:pt x="1275" y="5986"/>
                  </a:lnTo>
                  <a:lnTo>
                    <a:pt x="1507" y="6141"/>
                  </a:lnTo>
                  <a:lnTo>
                    <a:pt x="1738" y="6257"/>
                  </a:lnTo>
                  <a:lnTo>
                    <a:pt x="2009" y="6372"/>
                  </a:lnTo>
                  <a:lnTo>
                    <a:pt x="2279" y="6450"/>
                  </a:lnTo>
                  <a:lnTo>
                    <a:pt x="2588" y="6488"/>
                  </a:lnTo>
                  <a:lnTo>
                    <a:pt x="2897" y="6488"/>
                  </a:lnTo>
                  <a:lnTo>
                    <a:pt x="3206" y="6450"/>
                  </a:lnTo>
                  <a:lnTo>
                    <a:pt x="3553" y="6372"/>
                  </a:lnTo>
                  <a:lnTo>
                    <a:pt x="3862" y="6257"/>
                  </a:lnTo>
                  <a:lnTo>
                    <a:pt x="4132" y="6141"/>
                  </a:lnTo>
                  <a:lnTo>
                    <a:pt x="4403" y="5986"/>
                  </a:lnTo>
                  <a:lnTo>
                    <a:pt x="4634" y="5793"/>
                  </a:lnTo>
                  <a:lnTo>
                    <a:pt x="4866" y="5600"/>
                  </a:lnTo>
                  <a:lnTo>
                    <a:pt x="5059" y="5368"/>
                  </a:lnTo>
                  <a:lnTo>
                    <a:pt x="5214" y="5137"/>
                  </a:lnTo>
                  <a:lnTo>
                    <a:pt x="5368" y="4866"/>
                  </a:lnTo>
                  <a:lnTo>
                    <a:pt x="5523" y="4635"/>
                  </a:lnTo>
                  <a:lnTo>
                    <a:pt x="5638" y="4326"/>
                  </a:lnTo>
                  <a:lnTo>
                    <a:pt x="5716" y="4056"/>
                  </a:lnTo>
                  <a:lnTo>
                    <a:pt x="5754" y="3747"/>
                  </a:lnTo>
                  <a:lnTo>
                    <a:pt x="5793" y="3438"/>
                  </a:lnTo>
                  <a:lnTo>
                    <a:pt x="5793" y="3129"/>
                  </a:lnTo>
                  <a:lnTo>
                    <a:pt x="5793" y="2858"/>
                  </a:lnTo>
                  <a:lnTo>
                    <a:pt x="5716" y="2550"/>
                  </a:lnTo>
                  <a:lnTo>
                    <a:pt x="5638" y="2241"/>
                  </a:lnTo>
                  <a:lnTo>
                    <a:pt x="5523" y="1932"/>
                  </a:lnTo>
                  <a:lnTo>
                    <a:pt x="5368" y="1661"/>
                  </a:lnTo>
                  <a:lnTo>
                    <a:pt x="5214" y="1391"/>
                  </a:lnTo>
                  <a:lnTo>
                    <a:pt x="5021" y="1159"/>
                  </a:lnTo>
                  <a:lnTo>
                    <a:pt x="4828" y="928"/>
                  </a:lnTo>
                  <a:lnTo>
                    <a:pt x="4596" y="735"/>
                  </a:lnTo>
                  <a:lnTo>
                    <a:pt x="4326" y="542"/>
                  </a:lnTo>
                  <a:lnTo>
                    <a:pt x="4094" y="387"/>
                  </a:lnTo>
                  <a:lnTo>
                    <a:pt x="3824" y="271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6" name="Google Shape;2246;p9"/>
            <p:cNvSpPr/>
            <p:nvPr/>
          </p:nvSpPr>
          <p:spPr>
            <a:xfrm>
              <a:off x="6171275" y="3733550"/>
              <a:ext cx="103325" cy="132275"/>
            </a:xfrm>
            <a:custGeom>
              <a:avLst/>
              <a:gdLst/>
              <a:ahLst/>
              <a:cxnLst/>
              <a:rect l="l" t="t" r="r" b="b"/>
              <a:pathLst>
                <a:path w="4133" h="5291" extrusionOk="0">
                  <a:moveTo>
                    <a:pt x="2511" y="0"/>
                  </a:moveTo>
                  <a:lnTo>
                    <a:pt x="2279" y="39"/>
                  </a:lnTo>
                  <a:lnTo>
                    <a:pt x="2048" y="39"/>
                  </a:lnTo>
                  <a:lnTo>
                    <a:pt x="1816" y="116"/>
                  </a:lnTo>
                  <a:lnTo>
                    <a:pt x="1430" y="271"/>
                  </a:lnTo>
                  <a:lnTo>
                    <a:pt x="1121" y="464"/>
                  </a:lnTo>
                  <a:lnTo>
                    <a:pt x="850" y="695"/>
                  </a:lnTo>
                  <a:lnTo>
                    <a:pt x="619" y="966"/>
                  </a:lnTo>
                  <a:lnTo>
                    <a:pt x="464" y="1236"/>
                  </a:lnTo>
                  <a:lnTo>
                    <a:pt x="310" y="1584"/>
                  </a:lnTo>
                  <a:lnTo>
                    <a:pt x="194" y="1931"/>
                  </a:lnTo>
                  <a:lnTo>
                    <a:pt x="117" y="2279"/>
                  </a:lnTo>
                  <a:lnTo>
                    <a:pt x="40" y="2665"/>
                  </a:lnTo>
                  <a:lnTo>
                    <a:pt x="1" y="3051"/>
                  </a:lnTo>
                  <a:lnTo>
                    <a:pt x="1" y="3823"/>
                  </a:lnTo>
                  <a:lnTo>
                    <a:pt x="1" y="5291"/>
                  </a:lnTo>
                  <a:lnTo>
                    <a:pt x="426" y="5291"/>
                  </a:lnTo>
                  <a:lnTo>
                    <a:pt x="464" y="4750"/>
                  </a:lnTo>
                  <a:lnTo>
                    <a:pt x="464" y="4209"/>
                  </a:lnTo>
                  <a:lnTo>
                    <a:pt x="464" y="3669"/>
                  </a:lnTo>
                  <a:lnTo>
                    <a:pt x="503" y="3128"/>
                  </a:lnTo>
                  <a:lnTo>
                    <a:pt x="542" y="2588"/>
                  </a:lnTo>
                  <a:lnTo>
                    <a:pt x="696" y="2047"/>
                  </a:lnTo>
                  <a:lnTo>
                    <a:pt x="773" y="1815"/>
                  </a:lnTo>
                  <a:lnTo>
                    <a:pt x="889" y="1584"/>
                  </a:lnTo>
                  <a:lnTo>
                    <a:pt x="1044" y="1352"/>
                  </a:lnTo>
                  <a:lnTo>
                    <a:pt x="1198" y="1159"/>
                  </a:lnTo>
                  <a:lnTo>
                    <a:pt x="1391" y="966"/>
                  </a:lnTo>
                  <a:lnTo>
                    <a:pt x="1623" y="811"/>
                  </a:lnTo>
                  <a:lnTo>
                    <a:pt x="1893" y="657"/>
                  </a:lnTo>
                  <a:lnTo>
                    <a:pt x="2163" y="580"/>
                  </a:lnTo>
                  <a:lnTo>
                    <a:pt x="2434" y="541"/>
                  </a:lnTo>
                  <a:lnTo>
                    <a:pt x="2704" y="580"/>
                  </a:lnTo>
                  <a:lnTo>
                    <a:pt x="2974" y="657"/>
                  </a:lnTo>
                  <a:lnTo>
                    <a:pt x="3206" y="811"/>
                  </a:lnTo>
                  <a:lnTo>
                    <a:pt x="3360" y="966"/>
                  </a:lnTo>
                  <a:lnTo>
                    <a:pt x="3515" y="1197"/>
                  </a:lnTo>
                  <a:lnTo>
                    <a:pt x="3592" y="1429"/>
                  </a:lnTo>
                  <a:lnTo>
                    <a:pt x="3669" y="1661"/>
                  </a:lnTo>
                  <a:lnTo>
                    <a:pt x="4133" y="1584"/>
                  </a:lnTo>
                  <a:lnTo>
                    <a:pt x="4017" y="1197"/>
                  </a:lnTo>
                  <a:lnTo>
                    <a:pt x="3862" y="850"/>
                  </a:lnTo>
                  <a:lnTo>
                    <a:pt x="3631" y="541"/>
                  </a:lnTo>
                  <a:lnTo>
                    <a:pt x="3399" y="309"/>
                  </a:lnTo>
                  <a:lnTo>
                    <a:pt x="3245" y="193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4" y="39"/>
                  </a:lnTo>
                  <a:lnTo>
                    <a:pt x="25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7" name="Google Shape;2247;p9"/>
            <p:cNvSpPr/>
            <p:nvPr/>
          </p:nvSpPr>
          <p:spPr>
            <a:xfrm>
              <a:off x="6036125" y="3735475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41"/>
                  </a:lnTo>
                  <a:lnTo>
                    <a:pt x="12319" y="618"/>
                  </a:lnTo>
                  <a:lnTo>
                    <a:pt x="12628" y="850"/>
                  </a:lnTo>
                  <a:lnTo>
                    <a:pt x="12898" y="1120"/>
                  </a:lnTo>
                  <a:lnTo>
                    <a:pt x="13130" y="1468"/>
                  </a:lnTo>
                  <a:lnTo>
                    <a:pt x="13323" y="1854"/>
                  </a:lnTo>
                  <a:lnTo>
                    <a:pt x="13477" y="2240"/>
                  </a:lnTo>
                  <a:lnTo>
                    <a:pt x="13632" y="2665"/>
                  </a:lnTo>
                  <a:lnTo>
                    <a:pt x="13864" y="3437"/>
                  </a:lnTo>
                  <a:lnTo>
                    <a:pt x="13091" y="3013"/>
                  </a:lnTo>
                  <a:lnTo>
                    <a:pt x="12705" y="2742"/>
                  </a:lnTo>
                  <a:lnTo>
                    <a:pt x="12358" y="2472"/>
                  </a:lnTo>
                  <a:lnTo>
                    <a:pt x="12010" y="2124"/>
                  </a:lnTo>
                  <a:lnTo>
                    <a:pt x="11817" y="1893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696"/>
                  </a:lnTo>
                  <a:lnTo>
                    <a:pt x="11778" y="618"/>
                  </a:lnTo>
                  <a:lnTo>
                    <a:pt x="11856" y="541"/>
                  </a:lnTo>
                  <a:lnTo>
                    <a:pt x="11971" y="503"/>
                  </a:lnTo>
                  <a:close/>
                  <a:moveTo>
                    <a:pt x="16296" y="1584"/>
                  </a:moveTo>
                  <a:lnTo>
                    <a:pt x="16412" y="1661"/>
                  </a:lnTo>
                  <a:lnTo>
                    <a:pt x="16489" y="1700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18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35"/>
                  </a:lnTo>
                  <a:lnTo>
                    <a:pt x="15949" y="3167"/>
                  </a:lnTo>
                  <a:lnTo>
                    <a:pt x="15563" y="3360"/>
                  </a:lnTo>
                  <a:lnTo>
                    <a:pt x="15138" y="3515"/>
                  </a:lnTo>
                  <a:lnTo>
                    <a:pt x="14713" y="3630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1" y="3322"/>
                  </a:lnTo>
                  <a:lnTo>
                    <a:pt x="14636" y="2974"/>
                  </a:lnTo>
                  <a:lnTo>
                    <a:pt x="14829" y="2588"/>
                  </a:lnTo>
                  <a:lnTo>
                    <a:pt x="15099" y="2279"/>
                  </a:lnTo>
                  <a:lnTo>
                    <a:pt x="15408" y="1931"/>
                  </a:lnTo>
                  <a:lnTo>
                    <a:pt x="15640" y="1777"/>
                  </a:lnTo>
                  <a:lnTo>
                    <a:pt x="15872" y="1661"/>
                  </a:lnTo>
                  <a:lnTo>
                    <a:pt x="16103" y="1584"/>
                  </a:lnTo>
                  <a:close/>
                  <a:moveTo>
                    <a:pt x="13864" y="4287"/>
                  </a:moveTo>
                  <a:lnTo>
                    <a:pt x="13671" y="4519"/>
                  </a:lnTo>
                  <a:lnTo>
                    <a:pt x="13477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09"/>
                  </a:lnTo>
                  <a:lnTo>
                    <a:pt x="11083" y="5870"/>
                  </a:lnTo>
                  <a:lnTo>
                    <a:pt x="10968" y="5793"/>
                  </a:lnTo>
                  <a:lnTo>
                    <a:pt x="10929" y="5677"/>
                  </a:lnTo>
                  <a:lnTo>
                    <a:pt x="10890" y="5600"/>
                  </a:lnTo>
                  <a:lnTo>
                    <a:pt x="10890" y="5445"/>
                  </a:lnTo>
                  <a:lnTo>
                    <a:pt x="11006" y="5252"/>
                  </a:lnTo>
                  <a:lnTo>
                    <a:pt x="11122" y="5098"/>
                  </a:lnTo>
                  <a:lnTo>
                    <a:pt x="11276" y="4943"/>
                  </a:lnTo>
                  <a:lnTo>
                    <a:pt x="11547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8" y="4441"/>
                  </a:lnTo>
                  <a:lnTo>
                    <a:pt x="13246" y="4403"/>
                  </a:lnTo>
                  <a:lnTo>
                    <a:pt x="13555" y="4325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57"/>
                  </a:lnTo>
                  <a:lnTo>
                    <a:pt x="15408" y="4750"/>
                  </a:lnTo>
                  <a:lnTo>
                    <a:pt x="15717" y="4943"/>
                  </a:lnTo>
                  <a:lnTo>
                    <a:pt x="15910" y="5136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83" y="5986"/>
                  </a:lnTo>
                  <a:lnTo>
                    <a:pt x="16876" y="6333"/>
                  </a:lnTo>
                  <a:lnTo>
                    <a:pt x="16991" y="6642"/>
                  </a:lnTo>
                  <a:lnTo>
                    <a:pt x="16991" y="6797"/>
                  </a:lnTo>
                  <a:lnTo>
                    <a:pt x="16991" y="6951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528" y="7337"/>
                  </a:lnTo>
                  <a:lnTo>
                    <a:pt x="16374" y="7299"/>
                  </a:lnTo>
                  <a:lnTo>
                    <a:pt x="16142" y="7183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408" y="6565"/>
                  </a:lnTo>
                  <a:lnTo>
                    <a:pt x="15061" y="6140"/>
                  </a:lnTo>
                  <a:lnTo>
                    <a:pt x="14829" y="5677"/>
                  </a:lnTo>
                  <a:lnTo>
                    <a:pt x="14636" y="5214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70" y="116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45" y="580"/>
                  </a:lnTo>
                  <a:lnTo>
                    <a:pt x="10968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29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1" y="2704"/>
                  </a:lnTo>
                  <a:lnTo>
                    <a:pt x="12396" y="3090"/>
                  </a:lnTo>
                  <a:lnTo>
                    <a:pt x="12898" y="3399"/>
                  </a:lnTo>
                  <a:lnTo>
                    <a:pt x="12049" y="3283"/>
                  </a:lnTo>
                  <a:lnTo>
                    <a:pt x="11199" y="3244"/>
                  </a:lnTo>
                  <a:lnTo>
                    <a:pt x="10427" y="3322"/>
                  </a:lnTo>
                  <a:lnTo>
                    <a:pt x="9616" y="3476"/>
                  </a:lnTo>
                  <a:lnTo>
                    <a:pt x="9616" y="3476"/>
                  </a:lnTo>
                  <a:lnTo>
                    <a:pt x="9655" y="2974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584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51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48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14"/>
                  </a:lnTo>
                  <a:lnTo>
                    <a:pt x="5407" y="5523"/>
                  </a:lnTo>
                  <a:lnTo>
                    <a:pt x="4596" y="6179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18"/>
                  </a:lnTo>
                  <a:lnTo>
                    <a:pt x="541" y="10967"/>
                  </a:lnTo>
                  <a:lnTo>
                    <a:pt x="1" y="11778"/>
                  </a:lnTo>
                  <a:lnTo>
                    <a:pt x="348" y="12048"/>
                  </a:lnTo>
                  <a:lnTo>
                    <a:pt x="1545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40"/>
                  </a:lnTo>
                  <a:lnTo>
                    <a:pt x="6256" y="5561"/>
                  </a:lnTo>
                  <a:lnTo>
                    <a:pt x="7106" y="5059"/>
                  </a:lnTo>
                  <a:lnTo>
                    <a:pt x="8033" y="4596"/>
                  </a:lnTo>
                  <a:lnTo>
                    <a:pt x="8458" y="4403"/>
                  </a:lnTo>
                  <a:lnTo>
                    <a:pt x="8960" y="4248"/>
                  </a:lnTo>
                  <a:lnTo>
                    <a:pt x="9423" y="4094"/>
                  </a:lnTo>
                  <a:lnTo>
                    <a:pt x="9886" y="3978"/>
                  </a:lnTo>
                  <a:lnTo>
                    <a:pt x="10388" y="3901"/>
                  </a:lnTo>
                  <a:lnTo>
                    <a:pt x="10852" y="3824"/>
                  </a:lnTo>
                  <a:lnTo>
                    <a:pt x="12358" y="3824"/>
                  </a:lnTo>
                  <a:lnTo>
                    <a:pt x="12860" y="3901"/>
                  </a:lnTo>
                  <a:lnTo>
                    <a:pt x="12358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19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6" y="5252"/>
                  </a:lnTo>
                  <a:lnTo>
                    <a:pt x="10388" y="5484"/>
                  </a:lnTo>
                  <a:lnTo>
                    <a:pt x="10388" y="5716"/>
                  </a:lnTo>
                  <a:lnTo>
                    <a:pt x="10466" y="5947"/>
                  </a:lnTo>
                  <a:lnTo>
                    <a:pt x="10581" y="6140"/>
                  </a:lnTo>
                  <a:lnTo>
                    <a:pt x="10659" y="6256"/>
                  </a:lnTo>
                  <a:lnTo>
                    <a:pt x="10774" y="6333"/>
                  </a:lnTo>
                  <a:lnTo>
                    <a:pt x="11006" y="6411"/>
                  </a:lnTo>
                  <a:lnTo>
                    <a:pt x="11276" y="6449"/>
                  </a:lnTo>
                  <a:lnTo>
                    <a:pt x="11585" y="6411"/>
                  </a:lnTo>
                  <a:lnTo>
                    <a:pt x="11894" y="6333"/>
                  </a:lnTo>
                  <a:lnTo>
                    <a:pt x="12165" y="6256"/>
                  </a:lnTo>
                  <a:lnTo>
                    <a:pt x="12628" y="6025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677"/>
                  </a:lnTo>
                  <a:lnTo>
                    <a:pt x="14057" y="4866"/>
                  </a:lnTo>
                  <a:lnTo>
                    <a:pt x="14211" y="5368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3" y="6835"/>
                  </a:lnTo>
                  <a:lnTo>
                    <a:pt x="15177" y="7067"/>
                  </a:lnTo>
                  <a:lnTo>
                    <a:pt x="15408" y="7260"/>
                  </a:lnTo>
                  <a:lnTo>
                    <a:pt x="15679" y="7492"/>
                  </a:lnTo>
                  <a:lnTo>
                    <a:pt x="15987" y="7646"/>
                  </a:lnTo>
                  <a:lnTo>
                    <a:pt x="16296" y="7801"/>
                  </a:lnTo>
                  <a:lnTo>
                    <a:pt x="16605" y="7839"/>
                  </a:lnTo>
                  <a:lnTo>
                    <a:pt x="16876" y="7839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08"/>
                  </a:lnTo>
                  <a:lnTo>
                    <a:pt x="17378" y="7492"/>
                  </a:lnTo>
                  <a:lnTo>
                    <a:pt x="17455" y="7376"/>
                  </a:lnTo>
                  <a:lnTo>
                    <a:pt x="17455" y="7222"/>
                  </a:lnTo>
                  <a:lnTo>
                    <a:pt x="17493" y="6913"/>
                  </a:lnTo>
                  <a:lnTo>
                    <a:pt x="17416" y="6604"/>
                  </a:lnTo>
                  <a:lnTo>
                    <a:pt x="17339" y="6256"/>
                  </a:lnTo>
                  <a:lnTo>
                    <a:pt x="17185" y="5947"/>
                  </a:lnTo>
                  <a:lnTo>
                    <a:pt x="17030" y="5677"/>
                  </a:lnTo>
                  <a:lnTo>
                    <a:pt x="16914" y="5484"/>
                  </a:lnTo>
                  <a:lnTo>
                    <a:pt x="16721" y="5214"/>
                  </a:lnTo>
                  <a:lnTo>
                    <a:pt x="16489" y="4982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08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26"/>
                  </a:lnTo>
                  <a:lnTo>
                    <a:pt x="17107" y="2395"/>
                  </a:lnTo>
                  <a:lnTo>
                    <a:pt x="17146" y="2163"/>
                  </a:lnTo>
                  <a:lnTo>
                    <a:pt x="17146" y="1931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20"/>
                  </a:lnTo>
                  <a:lnTo>
                    <a:pt x="15910" y="1159"/>
                  </a:lnTo>
                  <a:lnTo>
                    <a:pt x="15679" y="1236"/>
                  </a:lnTo>
                  <a:lnTo>
                    <a:pt x="15485" y="1314"/>
                  </a:lnTo>
                  <a:lnTo>
                    <a:pt x="15292" y="1429"/>
                  </a:lnTo>
                  <a:lnTo>
                    <a:pt x="14906" y="1777"/>
                  </a:lnTo>
                  <a:lnTo>
                    <a:pt x="14597" y="2124"/>
                  </a:lnTo>
                  <a:lnTo>
                    <a:pt x="14327" y="2549"/>
                  </a:lnTo>
                  <a:lnTo>
                    <a:pt x="14095" y="3013"/>
                  </a:lnTo>
                  <a:lnTo>
                    <a:pt x="13979" y="2433"/>
                  </a:lnTo>
                  <a:lnTo>
                    <a:pt x="13748" y="1854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25"/>
                  </a:lnTo>
                  <a:lnTo>
                    <a:pt x="12589" y="271"/>
                  </a:lnTo>
                  <a:lnTo>
                    <a:pt x="12358" y="116"/>
                  </a:lnTo>
                  <a:lnTo>
                    <a:pt x="121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8" name="Google Shape;2248;p9"/>
            <p:cNvSpPr/>
            <p:nvPr/>
          </p:nvSpPr>
          <p:spPr>
            <a:xfrm>
              <a:off x="2084875" y="3742225"/>
              <a:ext cx="66625" cy="99475"/>
            </a:xfrm>
            <a:custGeom>
              <a:avLst/>
              <a:gdLst/>
              <a:ahLst/>
              <a:cxnLst/>
              <a:rect l="l" t="t" r="r" b="b"/>
              <a:pathLst>
                <a:path w="2665" h="3979" extrusionOk="0">
                  <a:moveTo>
                    <a:pt x="850" y="1"/>
                  </a:moveTo>
                  <a:lnTo>
                    <a:pt x="502" y="155"/>
                  </a:lnTo>
                  <a:lnTo>
                    <a:pt x="618" y="233"/>
                  </a:lnTo>
                  <a:lnTo>
                    <a:pt x="464" y="619"/>
                  </a:lnTo>
                  <a:lnTo>
                    <a:pt x="271" y="1082"/>
                  </a:lnTo>
                  <a:lnTo>
                    <a:pt x="116" y="1623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74"/>
                  </a:lnTo>
                  <a:lnTo>
                    <a:pt x="77" y="3206"/>
                  </a:lnTo>
                  <a:lnTo>
                    <a:pt x="155" y="3399"/>
                  </a:lnTo>
                  <a:lnTo>
                    <a:pt x="309" y="3592"/>
                  </a:lnTo>
                  <a:lnTo>
                    <a:pt x="464" y="3747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78"/>
                  </a:lnTo>
                  <a:lnTo>
                    <a:pt x="1313" y="3940"/>
                  </a:lnTo>
                  <a:lnTo>
                    <a:pt x="1506" y="3824"/>
                  </a:lnTo>
                  <a:lnTo>
                    <a:pt x="1661" y="3708"/>
                  </a:lnTo>
                  <a:lnTo>
                    <a:pt x="1815" y="3515"/>
                  </a:lnTo>
                  <a:lnTo>
                    <a:pt x="1970" y="3322"/>
                  </a:lnTo>
                  <a:lnTo>
                    <a:pt x="2085" y="3090"/>
                  </a:lnTo>
                  <a:lnTo>
                    <a:pt x="2317" y="2550"/>
                  </a:lnTo>
                  <a:lnTo>
                    <a:pt x="2510" y="2009"/>
                  </a:lnTo>
                  <a:lnTo>
                    <a:pt x="2626" y="1507"/>
                  </a:lnTo>
                  <a:lnTo>
                    <a:pt x="2665" y="1082"/>
                  </a:lnTo>
                  <a:lnTo>
                    <a:pt x="2394" y="1044"/>
                  </a:lnTo>
                  <a:lnTo>
                    <a:pt x="2008" y="2048"/>
                  </a:lnTo>
                  <a:lnTo>
                    <a:pt x="1738" y="2704"/>
                  </a:lnTo>
                  <a:lnTo>
                    <a:pt x="1545" y="3052"/>
                  </a:lnTo>
                  <a:lnTo>
                    <a:pt x="1468" y="3206"/>
                  </a:lnTo>
                  <a:lnTo>
                    <a:pt x="1313" y="3322"/>
                  </a:lnTo>
                  <a:lnTo>
                    <a:pt x="1159" y="3322"/>
                  </a:lnTo>
                  <a:lnTo>
                    <a:pt x="966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936"/>
                  </a:lnTo>
                  <a:lnTo>
                    <a:pt x="541" y="2704"/>
                  </a:lnTo>
                  <a:lnTo>
                    <a:pt x="541" y="2395"/>
                  </a:lnTo>
                  <a:lnTo>
                    <a:pt x="579" y="2086"/>
                  </a:lnTo>
                  <a:lnTo>
                    <a:pt x="618" y="1623"/>
                  </a:lnTo>
                  <a:lnTo>
                    <a:pt x="734" y="1198"/>
                  </a:lnTo>
                  <a:lnTo>
                    <a:pt x="888" y="773"/>
                  </a:lnTo>
                  <a:lnTo>
                    <a:pt x="1043" y="348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6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9" name="Google Shape;2249;p9"/>
            <p:cNvSpPr/>
            <p:nvPr/>
          </p:nvSpPr>
          <p:spPr>
            <a:xfrm>
              <a:off x="3315725" y="3754775"/>
              <a:ext cx="374575" cy="387150"/>
            </a:xfrm>
            <a:custGeom>
              <a:avLst/>
              <a:gdLst/>
              <a:ahLst/>
              <a:cxnLst/>
              <a:rect l="l" t="t" r="r" b="b"/>
              <a:pathLst>
                <a:path w="14983" h="15486" extrusionOk="0">
                  <a:moveTo>
                    <a:pt x="7453" y="503"/>
                  </a:moveTo>
                  <a:lnTo>
                    <a:pt x="8032" y="542"/>
                  </a:lnTo>
                  <a:lnTo>
                    <a:pt x="8611" y="580"/>
                  </a:lnTo>
                  <a:lnTo>
                    <a:pt x="9152" y="696"/>
                  </a:lnTo>
                  <a:lnTo>
                    <a:pt x="9693" y="850"/>
                  </a:lnTo>
                  <a:lnTo>
                    <a:pt x="10195" y="1044"/>
                  </a:lnTo>
                  <a:lnTo>
                    <a:pt x="10697" y="1275"/>
                  </a:lnTo>
                  <a:lnTo>
                    <a:pt x="11160" y="1546"/>
                  </a:lnTo>
                  <a:lnTo>
                    <a:pt x="11623" y="1816"/>
                  </a:lnTo>
                  <a:lnTo>
                    <a:pt x="10812" y="2202"/>
                  </a:lnTo>
                  <a:lnTo>
                    <a:pt x="10040" y="2627"/>
                  </a:lnTo>
                  <a:lnTo>
                    <a:pt x="9306" y="3090"/>
                  </a:lnTo>
                  <a:lnTo>
                    <a:pt x="8611" y="3631"/>
                  </a:lnTo>
                  <a:lnTo>
                    <a:pt x="7955" y="4171"/>
                  </a:lnTo>
                  <a:lnTo>
                    <a:pt x="7298" y="4789"/>
                  </a:lnTo>
                  <a:lnTo>
                    <a:pt x="6719" y="5446"/>
                  </a:lnTo>
                  <a:lnTo>
                    <a:pt x="6140" y="6141"/>
                  </a:lnTo>
                  <a:lnTo>
                    <a:pt x="5638" y="6874"/>
                  </a:lnTo>
                  <a:lnTo>
                    <a:pt x="5213" y="7647"/>
                  </a:lnTo>
                  <a:lnTo>
                    <a:pt x="4788" y="8419"/>
                  </a:lnTo>
                  <a:lnTo>
                    <a:pt x="4480" y="9230"/>
                  </a:lnTo>
                  <a:lnTo>
                    <a:pt x="4171" y="10041"/>
                  </a:lnTo>
                  <a:lnTo>
                    <a:pt x="3978" y="10890"/>
                  </a:lnTo>
                  <a:lnTo>
                    <a:pt x="3823" y="11778"/>
                  </a:lnTo>
                  <a:lnTo>
                    <a:pt x="3746" y="12667"/>
                  </a:lnTo>
                  <a:lnTo>
                    <a:pt x="3553" y="12667"/>
                  </a:lnTo>
                  <a:lnTo>
                    <a:pt x="3282" y="11856"/>
                  </a:lnTo>
                  <a:lnTo>
                    <a:pt x="3051" y="11045"/>
                  </a:lnTo>
                  <a:lnTo>
                    <a:pt x="2858" y="10195"/>
                  </a:lnTo>
                  <a:lnTo>
                    <a:pt x="2703" y="9346"/>
                  </a:lnTo>
                  <a:lnTo>
                    <a:pt x="2587" y="8535"/>
                  </a:lnTo>
                  <a:lnTo>
                    <a:pt x="2549" y="7685"/>
                  </a:lnTo>
                  <a:lnTo>
                    <a:pt x="2587" y="6797"/>
                  </a:lnTo>
                  <a:lnTo>
                    <a:pt x="2703" y="5948"/>
                  </a:lnTo>
                  <a:lnTo>
                    <a:pt x="2858" y="5214"/>
                  </a:lnTo>
                  <a:lnTo>
                    <a:pt x="3051" y="4519"/>
                  </a:lnTo>
                  <a:lnTo>
                    <a:pt x="3321" y="3824"/>
                  </a:lnTo>
                  <a:lnTo>
                    <a:pt x="3669" y="3206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30"/>
                  </a:lnTo>
                  <a:lnTo>
                    <a:pt x="5406" y="889"/>
                  </a:lnTo>
                  <a:lnTo>
                    <a:pt x="5908" y="735"/>
                  </a:lnTo>
                  <a:lnTo>
                    <a:pt x="6410" y="619"/>
                  </a:lnTo>
                  <a:lnTo>
                    <a:pt x="6951" y="542"/>
                  </a:lnTo>
                  <a:lnTo>
                    <a:pt x="7453" y="503"/>
                  </a:lnTo>
                  <a:close/>
                  <a:moveTo>
                    <a:pt x="11932" y="2086"/>
                  </a:moveTo>
                  <a:lnTo>
                    <a:pt x="12357" y="2434"/>
                  </a:lnTo>
                  <a:lnTo>
                    <a:pt x="12704" y="2820"/>
                  </a:lnTo>
                  <a:lnTo>
                    <a:pt x="13013" y="3206"/>
                  </a:lnTo>
                  <a:lnTo>
                    <a:pt x="13322" y="3669"/>
                  </a:lnTo>
                  <a:lnTo>
                    <a:pt x="13593" y="4094"/>
                  </a:lnTo>
                  <a:lnTo>
                    <a:pt x="13863" y="4596"/>
                  </a:lnTo>
                  <a:lnTo>
                    <a:pt x="14056" y="5098"/>
                  </a:lnTo>
                  <a:lnTo>
                    <a:pt x="14210" y="5600"/>
                  </a:lnTo>
                  <a:lnTo>
                    <a:pt x="14326" y="6102"/>
                  </a:lnTo>
                  <a:lnTo>
                    <a:pt x="14442" y="6643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64" y="6952"/>
                  </a:lnTo>
                  <a:lnTo>
                    <a:pt x="11392" y="7145"/>
                  </a:lnTo>
                  <a:lnTo>
                    <a:pt x="10658" y="7415"/>
                  </a:lnTo>
                  <a:lnTo>
                    <a:pt x="9924" y="7724"/>
                  </a:lnTo>
                  <a:lnTo>
                    <a:pt x="9229" y="8033"/>
                  </a:lnTo>
                  <a:lnTo>
                    <a:pt x="8534" y="8419"/>
                  </a:lnTo>
                  <a:lnTo>
                    <a:pt x="7878" y="8844"/>
                  </a:lnTo>
                  <a:lnTo>
                    <a:pt x="7260" y="9307"/>
                  </a:lnTo>
                  <a:lnTo>
                    <a:pt x="6642" y="9809"/>
                  </a:lnTo>
                  <a:lnTo>
                    <a:pt x="6101" y="10350"/>
                  </a:lnTo>
                  <a:lnTo>
                    <a:pt x="5561" y="10890"/>
                  </a:lnTo>
                  <a:lnTo>
                    <a:pt x="5097" y="11508"/>
                  </a:lnTo>
                  <a:lnTo>
                    <a:pt x="4634" y="12126"/>
                  </a:lnTo>
                  <a:lnTo>
                    <a:pt x="4248" y="12821"/>
                  </a:lnTo>
                  <a:lnTo>
                    <a:pt x="4132" y="12744"/>
                  </a:lnTo>
                  <a:lnTo>
                    <a:pt x="3978" y="12667"/>
                  </a:lnTo>
                  <a:lnTo>
                    <a:pt x="4093" y="11817"/>
                  </a:lnTo>
                  <a:lnTo>
                    <a:pt x="4325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3" y="8496"/>
                  </a:lnTo>
                  <a:lnTo>
                    <a:pt x="5599" y="7724"/>
                  </a:lnTo>
                  <a:lnTo>
                    <a:pt x="6024" y="6990"/>
                  </a:lnTo>
                  <a:lnTo>
                    <a:pt x="6526" y="6295"/>
                  </a:lnTo>
                  <a:lnTo>
                    <a:pt x="7067" y="5600"/>
                  </a:lnTo>
                  <a:lnTo>
                    <a:pt x="7607" y="4982"/>
                  </a:lnTo>
                  <a:lnTo>
                    <a:pt x="8225" y="4403"/>
                  </a:lnTo>
                  <a:lnTo>
                    <a:pt x="8920" y="3824"/>
                  </a:lnTo>
                  <a:lnTo>
                    <a:pt x="9615" y="3322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32" y="2086"/>
                  </a:lnTo>
                  <a:close/>
                  <a:moveTo>
                    <a:pt x="14481" y="6990"/>
                  </a:moveTo>
                  <a:lnTo>
                    <a:pt x="14481" y="7840"/>
                  </a:lnTo>
                  <a:lnTo>
                    <a:pt x="14442" y="8689"/>
                  </a:lnTo>
                  <a:lnTo>
                    <a:pt x="14288" y="9539"/>
                  </a:lnTo>
                  <a:lnTo>
                    <a:pt x="14172" y="9964"/>
                  </a:lnTo>
                  <a:lnTo>
                    <a:pt x="14056" y="10350"/>
                  </a:lnTo>
                  <a:lnTo>
                    <a:pt x="13902" y="10774"/>
                  </a:lnTo>
                  <a:lnTo>
                    <a:pt x="13708" y="11161"/>
                  </a:lnTo>
                  <a:lnTo>
                    <a:pt x="13515" y="11547"/>
                  </a:lnTo>
                  <a:lnTo>
                    <a:pt x="13284" y="11894"/>
                  </a:lnTo>
                  <a:lnTo>
                    <a:pt x="13052" y="12242"/>
                  </a:lnTo>
                  <a:lnTo>
                    <a:pt x="12782" y="12589"/>
                  </a:lnTo>
                  <a:lnTo>
                    <a:pt x="12511" y="12898"/>
                  </a:lnTo>
                  <a:lnTo>
                    <a:pt x="12202" y="13207"/>
                  </a:lnTo>
                  <a:lnTo>
                    <a:pt x="11971" y="13053"/>
                  </a:lnTo>
                  <a:lnTo>
                    <a:pt x="11701" y="12937"/>
                  </a:lnTo>
                  <a:lnTo>
                    <a:pt x="11121" y="12782"/>
                  </a:lnTo>
                  <a:lnTo>
                    <a:pt x="10542" y="12628"/>
                  </a:lnTo>
                  <a:lnTo>
                    <a:pt x="10001" y="12551"/>
                  </a:lnTo>
                  <a:lnTo>
                    <a:pt x="9422" y="12512"/>
                  </a:lnTo>
                  <a:lnTo>
                    <a:pt x="8843" y="12474"/>
                  </a:lnTo>
                  <a:lnTo>
                    <a:pt x="8302" y="12474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681" y="12667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62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40"/>
                  </a:lnTo>
                  <a:lnTo>
                    <a:pt x="5870" y="11161"/>
                  </a:lnTo>
                  <a:lnTo>
                    <a:pt x="6410" y="10620"/>
                  </a:lnTo>
                  <a:lnTo>
                    <a:pt x="6989" y="10118"/>
                  </a:lnTo>
                  <a:lnTo>
                    <a:pt x="7530" y="9655"/>
                  </a:lnTo>
                  <a:lnTo>
                    <a:pt x="8148" y="9230"/>
                  </a:lnTo>
                  <a:lnTo>
                    <a:pt x="8766" y="8805"/>
                  </a:lnTo>
                  <a:lnTo>
                    <a:pt x="9422" y="8458"/>
                  </a:lnTo>
                  <a:lnTo>
                    <a:pt x="10079" y="8110"/>
                  </a:lnTo>
                  <a:lnTo>
                    <a:pt x="10735" y="7840"/>
                  </a:lnTo>
                  <a:lnTo>
                    <a:pt x="11469" y="7569"/>
                  </a:lnTo>
                  <a:lnTo>
                    <a:pt x="12164" y="7376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7"/>
                  </a:moveTo>
                  <a:lnTo>
                    <a:pt x="4055" y="1854"/>
                  </a:lnTo>
                  <a:lnTo>
                    <a:pt x="3630" y="2472"/>
                  </a:lnTo>
                  <a:lnTo>
                    <a:pt x="3244" y="3129"/>
                  </a:lnTo>
                  <a:lnTo>
                    <a:pt x="2935" y="3824"/>
                  </a:lnTo>
                  <a:lnTo>
                    <a:pt x="2665" y="4519"/>
                  </a:lnTo>
                  <a:lnTo>
                    <a:pt x="2472" y="5291"/>
                  </a:lnTo>
                  <a:lnTo>
                    <a:pt x="2317" y="6025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2"/>
                  </a:lnTo>
                  <a:lnTo>
                    <a:pt x="2278" y="9114"/>
                  </a:lnTo>
                  <a:lnTo>
                    <a:pt x="2394" y="9886"/>
                  </a:lnTo>
                  <a:lnTo>
                    <a:pt x="2549" y="10620"/>
                  </a:lnTo>
                  <a:lnTo>
                    <a:pt x="2742" y="11354"/>
                  </a:lnTo>
                  <a:lnTo>
                    <a:pt x="3012" y="12087"/>
                  </a:lnTo>
                  <a:lnTo>
                    <a:pt x="3321" y="12744"/>
                  </a:lnTo>
                  <a:lnTo>
                    <a:pt x="3128" y="12898"/>
                  </a:lnTo>
                  <a:lnTo>
                    <a:pt x="2935" y="13053"/>
                  </a:lnTo>
                  <a:lnTo>
                    <a:pt x="2819" y="13246"/>
                  </a:lnTo>
                  <a:lnTo>
                    <a:pt x="2742" y="13439"/>
                  </a:lnTo>
                  <a:lnTo>
                    <a:pt x="2394" y="13014"/>
                  </a:lnTo>
                  <a:lnTo>
                    <a:pt x="2085" y="12551"/>
                  </a:lnTo>
                  <a:lnTo>
                    <a:pt x="1776" y="12087"/>
                  </a:lnTo>
                  <a:lnTo>
                    <a:pt x="1506" y="11624"/>
                  </a:lnTo>
                  <a:lnTo>
                    <a:pt x="1274" y="11122"/>
                  </a:lnTo>
                  <a:lnTo>
                    <a:pt x="1081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114"/>
                  </a:lnTo>
                  <a:lnTo>
                    <a:pt x="541" y="8573"/>
                  </a:lnTo>
                  <a:lnTo>
                    <a:pt x="502" y="8033"/>
                  </a:lnTo>
                  <a:lnTo>
                    <a:pt x="502" y="7492"/>
                  </a:lnTo>
                  <a:lnTo>
                    <a:pt x="541" y="6952"/>
                  </a:lnTo>
                  <a:lnTo>
                    <a:pt x="618" y="6411"/>
                  </a:lnTo>
                  <a:lnTo>
                    <a:pt x="772" y="5870"/>
                  </a:lnTo>
                  <a:lnTo>
                    <a:pt x="927" y="5330"/>
                  </a:lnTo>
                  <a:lnTo>
                    <a:pt x="1197" y="4673"/>
                  </a:lnTo>
                  <a:lnTo>
                    <a:pt x="1545" y="4055"/>
                  </a:lnTo>
                  <a:lnTo>
                    <a:pt x="1931" y="3476"/>
                  </a:lnTo>
                  <a:lnTo>
                    <a:pt x="2356" y="2936"/>
                  </a:lnTo>
                  <a:lnTo>
                    <a:pt x="2819" y="2434"/>
                  </a:lnTo>
                  <a:lnTo>
                    <a:pt x="3360" y="2009"/>
                  </a:lnTo>
                  <a:lnTo>
                    <a:pt x="3939" y="1584"/>
                  </a:lnTo>
                  <a:lnTo>
                    <a:pt x="4518" y="1237"/>
                  </a:lnTo>
                  <a:close/>
                  <a:moveTo>
                    <a:pt x="3862" y="12976"/>
                  </a:moveTo>
                  <a:lnTo>
                    <a:pt x="4016" y="13053"/>
                  </a:lnTo>
                  <a:lnTo>
                    <a:pt x="4171" y="13169"/>
                  </a:lnTo>
                  <a:lnTo>
                    <a:pt x="4286" y="13284"/>
                  </a:lnTo>
                  <a:lnTo>
                    <a:pt x="4325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286" y="13941"/>
                  </a:lnTo>
                  <a:lnTo>
                    <a:pt x="4209" y="14095"/>
                  </a:lnTo>
                  <a:lnTo>
                    <a:pt x="3784" y="13825"/>
                  </a:lnTo>
                  <a:lnTo>
                    <a:pt x="3360" y="13477"/>
                  </a:lnTo>
                  <a:lnTo>
                    <a:pt x="3244" y="13439"/>
                  </a:lnTo>
                  <a:lnTo>
                    <a:pt x="3167" y="13439"/>
                  </a:lnTo>
                  <a:lnTo>
                    <a:pt x="3051" y="13477"/>
                  </a:lnTo>
                  <a:lnTo>
                    <a:pt x="2974" y="13516"/>
                  </a:lnTo>
                  <a:lnTo>
                    <a:pt x="3051" y="13362"/>
                  </a:lnTo>
                  <a:lnTo>
                    <a:pt x="3167" y="13207"/>
                  </a:lnTo>
                  <a:lnTo>
                    <a:pt x="3321" y="13130"/>
                  </a:lnTo>
                  <a:lnTo>
                    <a:pt x="3476" y="13014"/>
                  </a:lnTo>
                  <a:lnTo>
                    <a:pt x="3669" y="12976"/>
                  </a:lnTo>
                  <a:close/>
                  <a:moveTo>
                    <a:pt x="9152" y="12860"/>
                  </a:moveTo>
                  <a:lnTo>
                    <a:pt x="9615" y="12898"/>
                  </a:lnTo>
                  <a:lnTo>
                    <a:pt x="10117" y="12976"/>
                  </a:lnTo>
                  <a:lnTo>
                    <a:pt x="10503" y="13014"/>
                  </a:lnTo>
                  <a:lnTo>
                    <a:pt x="11005" y="13130"/>
                  </a:lnTo>
                  <a:lnTo>
                    <a:pt x="11507" y="13246"/>
                  </a:lnTo>
                  <a:lnTo>
                    <a:pt x="11701" y="13362"/>
                  </a:lnTo>
                  <a:lnTo>
                    <a:pt x="11894" y="13477"/>
                  </a:lnTo>
                  <a:lnTo>
                    <a:pt x="11507" y="13786"/>
                  </a:lnTo>
                  <a:lnTo>
                    <a:pt x="11083" y="14018"/>
                  </a:lnTo>
                  <a:lnTo>
                    <a:pt x="10658" y="14250"/>
                  </a:lnTo>
                  <a:lnTo>
                    <a:pt x="10233" y="14443"/>
                  </a:lnTo>
                  <a:lnTo>
                    <a:pt x="9770" y="14636"/>
                  </a:lnTo>
                  <a:lnTo>
                    <a:pt x="9306" y="14752"/>
                  </a:lnTo>
                  <a:lnTo>
                    <a:pt x="8843" y="14868"/>
                  </a:lnTo>
                  <a:lnTo>
                    <a:pt x="8341" y="14945"/>
                  </a:lnTo>
                  <a:lnTo>
                    <a:pt x="7878" y="14983"/>
                  </a:lnTo>
                  <a:lnTo>
                    <a:pt x="7376" y="14983"/>
                  </a:lnTo>
                  <a:lnTo>
                    <a:pt x="6912" y="14945"/>
                  </a:lnTo>
                  <a:lnTo>
                    <a:pt x="6410" y="14868"/>
                  </a:lnTo>
                  <a:lnTo>
                    <a:pt x="5947" y="14790"/>
                  </a:lnTo>
                  <a:lnTo>
                    <a:pt x="5484" y="14636"/>
                  </a:lnTo>
                  <a:lnTo>
                    <a:pt x="5020" y="14481"/>
                  </a:lnTo>
                  <a:lnTo>
                    <a:pt x="4595" y="14288"/>
                  </a:lnTo>
                  <a:lnTo>
                    <a:pt x="4711" y="14018"/>
                  </a:lnTo>
                  <a:lnTo>
                    <a:pt x="4711" y="13748"/>
                  </a:lnTo>
                  <a:lnTo>
                    <a:pt x="4711" y="13593"/>
                  </a:lnTo>
                  <a:lnTo>
                    <a:pt x="5561" y="13323"/>
                  </a:lnTo>
                  <a:lnTo>
                    <a:pt x="6410" y="13091"/>
                  </a:lnTo>
                  <a:lnTo>
                    <a:pt x="7298" y="12937"/>
                  </a:lnTo>
                  <a:lnTo>
                    <a:pt x="8187" y="12860"/>
                  </a:lnTo>
                  <a:close/>
                  <a:moveTo>
                    <a:pt x="7569" y="1"/>
                  </a:moveTo>
                  <a:lnTo>
                    <a:pt x="6989" y="40"/>
                  </a:lnTo>
                  <a:lnTo>
                    <a:pt x="6449" y="117"/>
                  </a:lnTo>
                  <a:lnTo>
                    <a:pt x="5870" y="233"/>
                  </a:lnTo>
                  <a:lnTo>
                    <a:pt x="5329" y="387"/>
                  </a:lnTo>
                  <a:lnTo>
                    <a:pt x="4788" y="580"/>
                  </a:lnTo>
                  <a:lnTo>
                    <a:pt x="4248" y="812"/>
                  </a:lnTo>
                  <a:lnTo>
                    <a:pt x="3746" y="1121"/>
                  </a:lnTo>
                  <a:lnTo>
                    <a:pt x="3282" y="1430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2008" y="2588"/>
                  </a:lnTo>
                  <a:lnTo>
                    <a:pt x="1622" y="3013"/>
                  </a:lnTo>
                  <a:lnTo>
                    <a:pt x="1274" y="3515"/>
                  </a:lnTo>
                  <a:lnTo>
                    <a:pt x="966" y="4017"/>
                  </a:lnTo>
                  <a:lnTo>
                    <a:pt x="695" y="4596"/>
                  </a:lnTo>
                  <a:lnTo>
                    <a:pt x="425" y="5253"/>
                  </a:lnTo>
                  <a:lnTo>
                    <a:pt x="232" y="5909"/>
                  </a:lnTo>
                  <a:lnTo>
                    <a:pt x="116" y="6565"/>
                  </a:lnTo>
                  <a:lnTo>
                    <a:pt x="39" y="7222"/>
                  </a:lnTo>
                  <a:lnTo>
                    <a:pt x="0" y="7917"/>
                  </a:lnTo>
                  <a:lnTo>
                    <a:pt x="39" y="8612"/>
                  </a:lnTo>
                  <a:lnTo>
                    <a:pt x="116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5" y="11238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0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4" y="14520"/>
                  </a:lnTo>
                  <a:lnTo>
                    <a:pt x="4093" y="14597"/>
                  </a:lnTo>
                  <a:lnTo>
                    <a:pt x="4518" y="14829"/>
                  </a:lnTo>
                  <a:lnTo>
                    <a:pt x="4982" y="14983"/>
                  </a:lnTo>
                  <a:lnTo>
                    <a:pt x="5406" y="15138"/>
                  </a:lnTo>
                  <a:lnTo>
                    <a:pt x="5870" y="15292"/>
                  </a:lnTo>
                  <a:lnTo>
                    <a:pt x="6333" y="15370"/>
                  </a:lnTo>
                  <a:lnTo>
                    <a:pt x="6796" y="15447"/>
                  </a:lnTo>
                  <a:lnTo>
                    <a:pt x="7260" y="15485"/>
                  </a:lnTo>
                  <a:lnTo>
                    <a:pt x="7762" y="15485"/>
                  </a:lnTo>
                  <a:lnTo>
                    <a:pt x="8225" y="15447"/>
                  </a:lnTo>
                  <a:lnTo>
                    <a:pt x="8689" y="15408"/>
                  </a:lnTo>
                  <a:lnTo>
                    <a:pt x="9152" y="15331"/>
                  </a:lnTo>
                  <a:lnTo>
                    <a:pt x="9615" y="15215"/>
                  </a:lnTo>
                  <a:lnTo>
                    <a:pt x="10079" y="15061"/>
                  </a:lnTo>
                  <a:lnTo>
                    <a:pt x="10542" y="14868"/>
                  </a:lnTo>
                  <a:lnTo>
                    <a:pt x="10967" y="14675"/>
                  </a:lnTo>
                  <a:lnTo>
                    <a:pt x="11392" y="14443"/>
                  </a:lnTo>
                  <a:lnTo>
                    <a:pt x="11855" y="14134"/>
                  </a:lnTo>
                  <a:lnTo>
                    <a:pt x="12318" y="13786"/>
                  </a:lnTo>
                  <a:lnTo>
                    <a:pt x="12743" y="13400"/>
                  </a:lnTo>
                  <a:lnTo>
                    <a:pt x="13129" y="12976"/>
                  </a:lnTo>
                  <a:lnTo>
                    <a:pt x="13477" y="12551"/>
                  </a:lnTo>
                  <a:lnTo>
                    <a:pt x="13786" y="12049"/>
                  </a:lnTo>
                  <a:lnTo>
                    <a:pt x="14056" y="11585"/>
                  </a:lnTo>
                  <a:lnTo>
                    <a:pt x="14288" y="11045"/>
                  </a:lnTo>
                  <a:lnTo>
                    <a:pt x="14519" y="10543"/>
                  </a:lnTo>
                  <a:lnTo>
                    <a:pt x="14674" y="10002"/>
                  </a:lnTo>
                  <a:lnTo>
                    <a:pt x="14828" y="9423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4983" y="7724"/>
                  </a:lnTo>
                  <a:lnTo>
                    <a:pt x="14983" y="7145"/>
                  </a:lnTo>
                  <a:lnTo>
                    <a:pt x="14944" y="6604"/>
                  </a:lnTo>
                  <a:lnTo>
                    <a:pt x="14828" y="5986"/>
                  </a:lnTo>
                  <a:lnTo>
                    <a:pt x="14674" y="5407"/>
                  </a:lnTo>
                  <a:lnTo>
                    <a:pt x="14481" y="4828"/>
                  </a:lnTo>
                  <a:lnTo>
                    <a:pt x="14249" y="4287"/>
                  </a:lnTo>
                  <a:lnTo>
                    <a:pt x="13979" y="3747"/>
                  </a:lnTo>
                  <a:lnTo>
                    <a:pt x="13670" y="3245"/>
                  </a:lnTo>
                  <a:lnTo>
                    <a:pt x="13322" y="2743"/>
                  </a:lnTo>
                  <a:lnTo>
                    <a:pt x="12936" y="2318"/>
                  </a:lnTo>
                  <a:lnTo>
                    <a:pt x="12511" y="1893"/>
                  </a:lnTo>
                  <a:lnTo>
                    <a:pt x="12048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2" y="619"/>
                  </a:lnTo>
                  <a:lnTo>
                    <a:pt x="9963" y="387"/>
                  </a:lnTo>
                  <a:lnTo>
                    <a:pt x="9384" y="233"/>
                  </a:lnTo>
                  <a:lnTo>
                    <a:pt x="8766" y="117"/>
                  </a:lnTo>
                  <a:lnTo>
                    <a:pt x="8187" y="40"/>
                  </a:lnTo>
                  <a:lnTo>
                    <a:pt x="756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0" name="Google Shape;2250;p9"/>
            <p:cNvSpPr/>
            <p:nvPr/>
          </p:nvSpPr>
          <p:spPr>
            <a:xfrm>
              <a:off x="514200" y="3860000"/>
              <a:ext cx="302200" cy="155450"/>
            </a:xfrm>
            <a:custGeom>
              <a:avLst/>
              <a:gdLst/>
              <a:ahLst/>
              <a:cxnLst/>
              <a:rect l="l" t="t" r="r" b="b"/>
              <a:pathLst>
                <a:path w="12088" h="6218" extrusionOk="0">
                  <a:moveTo>
                    <a:pt x="11740" y="1"/>
                  </a:moveTo>
                  <a:lnTo>
                    <a:pt x="11663" y="40"/>
                  </a:lnTo>
                  <a:lnTo>
                    <a:pt x="11585" y="78"/>
                  </a:lnTo>
                  <a:lnTo>
                    <a:pt x="11508" y="117"/>
                  </a:lnTo>
                  <a:lnTo>
                    <a:pt x="11469" y="233"/>
                  </a:lnTo>
                  <a:lnTo>
                    <a:pt x="11469" y="310"/>
                  </a:lnTo>
                  <a:lnTo>
                    <a:pt x="11508" y="426"/>
                  </a:lnTo>
                  <a:lnTo>
                    <a:pt x="11585" y="580"/>
                  </a:lnTo>
                  <a:lnTo>
                    <a:pt x="11624" y="773"/>
                  </a:lnTo>
                  <a:lnTo>
                    <a:pt x="11585" y="966"/>
                  </a:lnTo>
                  <a:lnTo>
                    <a:pt x="11508" y="1121"/>
                  </a:lnTo>
                  <a:lnTo>
                    <a:pt x="11392" y="1275"/>
                  </a:lnTo>
                  <a:lnTo>
                    <a:pt x="11276" y="1430"/>
                  </a:lnTo>
                  <a:lnTo>
                    <a:pt x="10929" y="1739"/>
                  </a:lnTo>
                  <a:lnTo>
                    <a:pt x="10504" y="2009"/>
                  </a:lnTo>
                  <a:lnTo>
                    <a:pt x="10079" y="2241"/>
                  </a:lnTo>
                  <a:lnTo>
                    <a:pt x="9423" y="2588"/>
                  </a:lnTo>
                  <a:lnTo>
                    <a:pt x="9037" y="2781"/>
                  </a:lnTo>
                  <a:lnTo>
                    <a:pt x="9037" y="2704"/>
                  </a:lnTo>
                  <a:lnTo>
                    <a:pt x="8960" y="2627"/>
                  </a:lnTo>
                  <a:lnTo>
                    <a:pt x="8496" y="2202"/>
                  </a:lnTo>
                  <a:lnTo>
                    <a:pt x="8110" y="1700"/>
                  </a:lnTo>
                  <a:lnTo>
                    <a:pt x="7840" y="1893"/>
                  </a:lnTo>
                  <a:lnTo>
                    <a:pt x="7994" y="2202"/>
                  </a:lnTo>
                  <a:lnTo>
                    <a:pt x="8187" y="2511"/>
                  </a:lnTo>
                  <a:lnTo>
                    <a:pt x="8419" y="2781"/>
                  </a:lnTo>
                  <a:lnTo>
                    <a:pt x="8651" y="2974"/>
                  </a:lnTo>
                  <a:lnTo>
                    <a:pt x="7608" y="3515"/>
                  </a:lnTo>
                  <a:lnTo>
                    <a:pt x="6565" y="3978"/>
                  </a:lnTo>
                  <a:lnTo>
                    <a:pt x="5252" y="4519"/>
                  </a:lnTo>
                  <a:lnTo>
                    <a:pt x="3940" y="4982"/>
                  </a:lnTo>
                  <a:lnTo>
                    <a:pt x="3669" y="5059"/>
                  </a:lnTo>
                  <a:lnTo>
                    <a:pt x="3708" y="4712"/>
                  </a:lnTo>
                  <a:lnTo>
                    <a:pt x="3631" y="4364"/>
                  </a:lnTo>
                  <a:lnTo>
                    <a:pt x="3515" y="4055"/>
                  </a:lnTo>
                  <a:lnTo>
                    <a:pt x="3322" y="3708"/>
                  </a:lnTo>
                  <a:lnTo>
                    <a:pt x="3013" y="3901"/>
                  </a:lnTo>
                  <a:lnTo>
                    <a:pt x="3129" y="4171"/>
                  </a:lnTo>
                  <a:lnTo>
                    <a:pt x="3206" y="4442"/>
                  </a:lnTo>
                  <a:lnTo>
                    <a:pt x="3245" y="4866"/>
                  </a:lnTo>
                  <a:lnTo>
                    <a:pt x="3245" y="5253"/>
                  </a:lnTo>
                  <a:lnTo>
                    <a:pt x="2356" y="5523"/>
                  </a:lnTo>
                  <a:lnTo>
                    <a:pt x="1893" y="5639"/>
                  </a:lnTo>
                  <a:lnTo>
                    <a:pt x="1430" y="5677"/>
                  </a:lnTo>
                  <a:lnTo>
                    <a:pt x="1043" y="5716"/>
                  </a:lnTo>
                  <a:lnTo>
                    <a:pt x="850" y="5716"/>
                  </a:lnTo>
                  <a:lnTo>
                    <a:pt x="696" y="5677"/>
                  </a:lnTo>
                  <a:lnTo>
                    <a:pt x="580" y="5600"/>
                  </a:lnTo>
                  <a:lnTo>
                    <a:pt x="464" y="5523"/>
                  </a:lnTo>
                  <a:lnTo>
                    <a:pt x="387" y="5407"/>
                  </a:lnTo>
                  <a:lnTo>
                    <a:pt x="348" y="5291"/>
                  </a:lnTo>
                  <a:lnTo>
                    <a:pt x="310" y="5214"/>
                  </a:lnTo>
                  <a:lnTo>
                    <a:pt x="271" y="5175"/>
                  </a:lnTo>
                  <a:lnTo>
                    <a:pt x="155" y="5137"/>
                  </a:lnTo>
                  <a:lnTo>
                    <a:pt x="78" y="5175"/>
                  </a:lnTo>
                  <a:lnTo>
                    <a:pt x="39" y="5214"/>
                  </a:lnTo>
                  <a:lnTo>
                    <a:pt x="1" y="5291"/>
                  </a:lnTo>
                  <a:lnTo>
                    <a:pt x="1" y="5446"/>
                  </a:lnTo>
                  <a:lnTo>
                    <a:pt x="39" y="5600"/>
                  </a:lnTo>
                  <a:lnTo>
                    <a:pt x="78" y="5755"/>
                  </a:lnTo>
                  <a:lnTo>
                    <a:pt x="155" y="5870"/>
                  </a:lnTo>
                  <a:lnTo>
                    <a:pt x="233" y="5948"/>
                  </a:lnTo>
                  <a:lnTo>
                    <a:pt x="310" y="6025"/>
                  </a:lnTo>
                  <a:lnTo>
                    <a:pt x="541" y="6141"/>
                  </a:lnTo>
                  <a:lnTo>
                    <a:pt x="812" y="6179"/>
                  </a:lnTo>
                  <a:lnTo>
                    <a:pt x="1121" y="6218"/>
                  </a:lnTo>
                  <a:lnTo>
                    <a:pt x="1430" y="6179"/>
                  </a:lnTo>
                  <a:lnTo>
                    <a:pt x="1700" y="6141"/>
                  </a:lnTo>
                  <a:lnTo>
                    <a:pt x="2897" y="5832"/>
                  </a:lnTo>
                  <a:lnTo>
                    <a:pt x="4094" y="5446"/>
                  </a:lnTo>
                  <a:lnTo>
                    <a:pt x="5291" y="5021"/>
                  </a:lnTo>
                  <a:lnTo>
                    <a:pt x="6450" y="4557"/>
                  </a:lnTo>
                  <a:lnTo>
                    <a:pt x="7531" y="4094"/>
                  </a:lnTo>
                  <a:lnTo>
                    <a:pt x="8573" y="3592"/>
                  </a:lnTo>
                  <a:lnTo>
                    <a:pt x="9616" y="3052"/>
                  </a:lnTo>
                  <a:lnTo>
                    <a:pt x="10620" y="2472"/>
                  </a:lnTo>
                  <a:lnTo>
                    <a:pt x="10929" y="2279"/>
                  </a:lnTo>
                  <a:lnTo>
                    <a:pt x="11276" y="2048"/>
                  </a:lnTo>
                  <a:lnTo>
                    <a:pt x="11547" y="1777"/>
                  </a:lnTo>
                  <a:lnTo>
                    <a:pt x="11817" y="1507"/>
                  </a:lnTo>
                  <a:lnTo>
                    <a:pt x="12010" y="1198"/>
                  </a:lnTo>
                  <a:lnTo>
                    <a:pt x="12049" y="1044"/>
                  </a:lnTo>
                  <a:lnTo>
                    <a:pt x="12087" y="889"/>
                  </a:lnTo>
                  <a:lnTo>
                    <a:pt x="12087" y="696"/>
                  </a:lnTo>
                  <a:lnTo>
                    <a:pt x="12049" y="503"/>
                  </a:lnTo>
                  <a:lnTo>
                    <a:pt x="12010" y="310"/>
                  </a:lnTo>
                  <a:lnTo>
                    <a:pt x="11894" y="117"/>
                  </a:lnTo>
                  <a:lnTo>
                    <a:pt x="11817" y="40"/>
                  </a:lnTo>
                  <a:lnTo>
                    <a:pt x="1174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1" name="Google Shape;2251;p9"/>
            <p:cNvSpPr/>
            <p:nvPr/>
          </p:nvSpPr>
          <p:spPr>
            <a:xfrm>
              <a:off x="6274575" y="3873525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20"/>
                  </a:lnTo>
                  <a:lnTo>
                    <a:pt x="2897" y="1661"/>
                  </a:lnTo>
                  <a:lnTo>
                    <a:pt x="2511" y="2202"/>
                  </a:lnTo>
                  <a:lnTo>
                    <a:pt x="1970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6"/>
                  </a:lnTo>
                  <a:lnTo>
                    <a:pt x="310" y="4287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80" y="4750"/>
                  </a:lnTo>
                  <a:lnTo>
                    <a:pt x="966" y="4518"/>
                  </a:lnTo>
                  <a:lnTo>
                    <a:pt x="1314" y="4210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935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3"/>
                  </a:lnTo>
                  <a:lnTo>
                    <a:pt x="4248" y="155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2" name="Google Shape;2252;p9"/>
            <p:cNvSpPr/>
            <p:nvPr/>
          </p:nvSpPr>
          <p:spPr>
            <a:xfrm>
              <a:off x="6223425" y="3874500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0"/>
                  </a:moveTo>
                  <a:lnTo>
                    <a:pt x="1004" y="309"/>
                  </a:lnTo>
                  <a:lnTo>
                    <a:pt x="1236" y="386"/>
                  </a:lnTo>
                  <a:lnTo>
                    <a:pt x="1429" y="579"/>
                  </a:lnTo>
                  <a:lnTo>
                    <a:pt x="1583" y="772"/>
                  </a:lnTo>
                  <a:lnTo>
                    <a:pt x="1622" y="1004"/>
                  </a:lnTo>
                  <a:lnTo>
                    <a:pt x="1622" y="1120"/>
                  </a:lnTo>
                  <a:lnTo>
                    <a:pt x="1583" y="1197"/>
                  </a:lnTo>
                  <a:lnTo>
                    <a:pt x="1545" y="1313"/>
                  </a:lnTo>
                  <a:lnTo>
                    <a:pt x="1468" y="1390"/>
                  </a:lnTo>
                  <a:lnTo>
                    <a:pt x="1352" y="1506"/>
                  </a:lnTo>
                  <a:lnTo>
                    <a:pt x="1197" y="1545"/>
                  </a:lnTo>
                  <a:lnTo>
                    <a:pt x="966" y="1583"/>
                  </a:lnTo>
                  <a:lnTo>
                    <a:pt x="772" y="1545"/>
                  </a:lnTo>
                  <a:lnTo>
                    <a:pt x="657" y="1506"/>
                  </a:lnTo>
                  <a:lnTo>
                    <a:pt x="579" y="1429"/>
                  </a:lnTo>
                  <a:lnTo>
                    <a:pt x="502" y="1352"/>
                  </a:lnTo>
                  <a:lnTo>
                    <a:pt x="464" y="1236"/>
                  </a:lnTo>
                  <a:lnTo>
                    <a:pt x="425" y="1004"/>
                  </a:lnTo>
                  <a:lnTo>
                    <a:pt x="464" y="811"/>
                  </a:lnTo>
                  <a:lnTo>
                    <a:pt x="541" y="618"/>
                  </a:lnTo>
                  <a:lnTo>
                    <a:pt x="695" y="425"/>
                  </a:lnTo>
                  <a:lnTo>
                    <a:pt x="734" y="348"/>
                  </a:lnTo>
                  <a:lnTo>
                    <a:pt x="734" y="309"/>
                  </a:lnTo>
                  <a:lnTo>
                    <a:pt x="888" y="270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116"/>
                  </a:lnTo>
                  <a:lnTo>
                    <a:pt x="541" y="77"/>
                  </a:lnTo>
                  <a:lnTo>
                    <a:pt x="464" y="116"/>
                  </a:lnTo>
                  <a:lnTo>
                    <a:pt x="270" y="232"/>
                  </a:lnTo>
                  <a:lnTo>
                    <a:pt x="155" y="386"/>
                  </a:lnTo>
                  <a:lnTo>
                    <a:pt x="77" y="541"/>
                  </a:lnTo>
                  <a:lnTo>
                    <a:pt x="39" y="734"/>
                  </a:lnTo>
                  <a:lnTo>
                    <a:pt x="0" y="888"/>
                  </a:lnTo>
                  <a:lnTo>
                    <a:pt x="0" y="1081"/>
                  </a:lnTo>
                  <a:lnTo>
                    <a:pt x="39" y="1274"/>
                  </a:lnTo>
                  <a:lnTo>
                    <a:pt x="77" y="1468"/>
                  </a:lnTo>
                  <a:lnTo>
                    <a:pt x="193" y="1661"/>
                  </a:lnTo>
                  <a:lnTo>
                    <a:pt x="309" y="1776"/>
                  </a:lnTo>
                  <a:lnTo>
                    <a:pt x="502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236" y="2008"/>
                  </a:lnTo>
                  <a:lnTo>
                    <a:pt x="1429" y="1931"/>
                  </a:lnTo>
                  <a:lnTo>
                    <a:pt x="1622" y="1815"/>
                  </a:lnTo>
                  <a:lnTo>
                    <a:pt x="1776" y="1699"/>
                  </a:lnTo>
                  <a:lnTo>
                    <a:pt x="1892" y="1545"/>
                  </a:lnTo>
                  <a:lnTo>
                    <a:pt x="1970" y="1390"/>
                  </a:lnTo>
                  <a:lnTo>
                    <a:pt x="2047" y="1197"/>
                  </a:lnTo>
                  <a:lnTo>
                    <a:pt x="2085" y="1004"/>
                  </a:lnTo>
                  <a:lnTo>
                    <a:pt x="2047" y="811"/>
                  </a:lnTo>
                  <a:lnTo>
                    <a:pt x="1970" y="618"/>
                  </a:lnTo>
                  <a:lnTo>
                    <a:pt x="1892" y="425"/>
                  </a:lnTo>
                  <a:lnTo>
                    <a:pt x="1738" y="270"/>
                  </a:lnTo>
                  <a:lnTo>
                    <a:pt x="1583" y="155"/>
                  </a:lnTo>
                  <a:lnTo>
                    <a:pt x="1429" y="77"/>
                  </a:lnTo>
                  <a:lnTo>
                    <a:pt x="1236" y="39"/>
                  </a:lnTo>
                  <a:lnTo>
                    <a:pt x="104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3" name="Google Shape;2253;p9"/>
            <p:cNvSpPr/>
            <p:nvPr/>
          </p:nvSpPr>
          <p:spPr>
            <a:xfrm>
              <a:off x="1572250" y="3880275"/>
              <a:ext cx="267450" cy="210475"/>
            </a:xfrm>
            <a:custGeom>
              <a:avLst/>
              <a:gdLst/>
              <a:ahLst/>
              <a:cxnLst/>
              <a:rect l="l" t="t" r="r" b="b"/>
              <a:pathLst>
                <a:path w="10698" h="8419" extrusionOk="0">
                  <a:moveTo>
                    <a:pt x="155" y="1"/>
                  </a:moveTo>
                  <a:lnTo>
                    <a:pt x="1" y="233"/>
                  </a:lnTo>
                  <a:lnTo>
                    <a:pt x="1391" y="1314"/>
                  </a:lnTo>
                  <a:lnTo>
                    <a:pt x="2781" y="2395"/>
                  </a:lnTo>
                  <a:lnTo>
                    <a:pt x="4210" y="3476"/>
                  </a:lnTo>
                  <a:lnTo>
                    <a:pt x="5600" y="4596"/>
                  </a:lnTo>
                  <a:lnTo>
                    <a:pt x="6951" y="5677"/>
                  </a:lnTo>
                  <a:lnTo>
                    <a:pt x="8303" y="6797"/>
                  </a:lnTo>
                  <a:lnTo>
                    <a:pt x="9616" y="7917"/>
                  </a:lnTo>
                  <a:lnTo>
                    <a:pt x="9963" y="8226"/>
                  </a:lnTo>
                  <a:lnTo>
                    <a:pt x="10118" y="8342"/>
                  </a:lnTo>
                  <a:lnTo>
                    <a:pt x="10311" y="8419"/>
                  </a:lnTo>
                  <a:lnTo>
                    <a:pt x="10658" y="8380"/>
                  </a:lnTo>
                  <a:lnTo>
                    <a:pt x="10697" y="8264"/>
                  </a:lnTo>
                  <a:lnTo>
                    <a:pt x="10697" y="8149"/>
                  </a:lnTo>
                  <a:lnTo>
                    <a:pt x="10658" y="8033"/>
                  </a:lnTo>
                  <a:lnTo>
                    <a:pt x="10658" y="7994"/>
                  </a:lnTo>
                  <a:lnTo>
                    <a:pt x="10311" y="7917"/>
                  </a:lnTo>
                  <a:lnTo>
                    <a:pt x="10002" y="6952"/>
                  </a:lnTo>
                  <a:lnTo>
                    <a:pt x="9654" y="5986"/>
                  </a:lnTo>
                  <a:lnTo>
                    <a:pt x="8882" y="4094"/>
                  </a:lnTo>
                  <a:lnTo>
                    <a:pt x="8380" y="2781"/>
                  </a:lnTo>
                  <a:lnTo>
                    <a:pt x="7994" y="2936"/>
                  </a:lnTo>
                  <a:lnTo>
                    <a:pt x="8419" y="3940"/>
                  </a:lnTo>
                  <a:lnTo>
                    <a:pt x="9037" y="5677"/>
                  </a:lnTo>
                  <a:lnTo>
                    <a:pt x="9346" y="6565"/>
                  </a:lnTo>
                  <a:lnTo>
                    <a:pt x="9654" y="7415"/>
                  </a:lnTo>
                  <a:lnTo>
                    <a:pt x="9230" y="7029"/>
                  </a:lnTo>
                  <a:lnTo>
                    <a:pt x="7994" y="5986"/>
                  </a:lnTo>
                  <a:lnTo>
                    <a:pt x="6720" y="4905"/>
                  </a:lnTo>
                  <a:lnTo>
                    <a:pt x="5407" y="3862"/>
                  </a:lnTo>
                  <a:lnTo>
                    <a:pt x="4133" y="2858"/>
                  </a:lnTo>
                  <a:lnTo>
                    <a:pt x="2820" y="1854"/>
                  </a:lnTo>
                  <a:lnTo>
                    <a:pt x="1507" y="928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4" name="Google Shape;2254;p9"/>
            <p:cNvSpPr/>
            <p:nvPr/>
          </p:nvSpPr>
          <p:spPr>
            <a:xfrm>
              <a:off x="4538850" y="3913100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6" y="1159"/>
                  </a:lnTo>
                  <a:lnTo>
                    <a:pt x="1390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5" y="1816"/>
                  </a:lnTo>
                  <a:lnTo>
                    <a:pt x="386" y="1700"/>
                  </a:lnTo>
                  <a:lnTo>
                    <a:pt x="348" y="1584"/>
                  </a:lnTo>
                  <a:lnTo>
                    <a:pt x="386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1" y="1623"/>
                  </a:lnTo>
                  <a:lnTo>
                    <a:pt x="3669" y="1700"/>
                  </a:lnTo>
                  <a:lnTo>
                    <a:pt x="3746" y="1816"/>
                  </a:lnTo>
                  <a:lnTo>
                    <a:pt x="3746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8" y="2356"/>
                  </a:lnTo>
                  <a:lnTo>
                    <a:pt x="3205" y="2433"/>
                  </a:lnTo>
                  <a:lnTo>
                    <a:pt x="3012" y="2395"/>
                  </a:lnTo>
                  <a:lnTo>
                    <a:pt x="2819" y="2356"/>
                  </a:lnTo>
                  <a:lnTo>
                    <a:pt x="2626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0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89" y="1468"/>
                  </a:lnTo>
                  <a:close/>
                  <a:moveTo>
                    <a:pt x="3746" y="4750"/>
                  </a:moveTo>
                  <a:lnTo>
                    <a:pt x="3900" y="4789"/>
                  </a:lnTo>
                  <a:lnTo>
                    <a:pt x="4016" y="4828"/>
                  </a:lnTo>
                  <a:lnTo>
                    <a:pt x="4093" y="4943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2" y="5368"/>
                  </a:lnTo>
                  <a:lnTo>
                    <a:pt x="4093" y="5484"/>
                  </a:lnTo>
                  <a:lnTo>
                    <a:pt x="3978" y="5600"/>
                  </a:lnTo>
                  <a:lnTo>
                    <a:pt x="3784" y="5754"/>
                  </a:lnTo>
                  <a:lnTo>
                    <a:pt x="3514" y="5870"/>
                  </a:lnTo>
                  <a:lnTo>
                    <a:pt x="3128" y="5870"/>
                  </a:lnTo>
                  <a:lnTo>
                    <a:pt x="2742" y="5793"/>
                  </a:lnTo>
                  <a:lnTo>
                    <a:pt x="2935" y="5368"/>
                  </a:lnTo>
                  <a:lnTo>
                    <a:pt x="3051" y="5214"/>
                  </a:lnTo>
                  <a:lnTo>
                    <a:pt x="3205" y="5021"/>
                  </a:lnTo>
                  <a:lnTo>
                    <a:pt x="3476" y="4866"/>
                  </a:lnTo>
                  <a:lnTo>
                    <a:pt x="3630" y="4789"/>
                  </a:lnTo>
                  <a:lnTo>
                    <a:pt x="3746" y="4750"/>
                  </a:lnTo>
                  <a:close/>
                  <a:moveTo>
                    <a:pt x="1120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2" y="6102"/>
                  </a:lnTo>
                  <a:lnTo>
                    <a:pt x="1429" y="6256"/>
                  </a:lnTo>
                  <a:lnTo>
                    <a:pt x="1236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5" y="6334"/>
                  </a:lnTo>
                  <a:lnTo>
                    <a:pt x="502" y="6179"/>
                  </a:lnTo>
                  <a:lnTo>
                    <a:pt x="425" y="6025"/>
                  </a:lnTo>
                  <a:lnTo>
                    <a:pt x="425" y="5909"/>
                  </a:lnTo>
                  <a:lnTo>
                    <a:pt x="464" y="5754"/>
                  </a:lnTo>
                  <a:lnTo>
                    <a:pt x="579" y="5677"/>
                  </a:lnTo>
                  <a:lnTo>
                    <a:pt x="695" y="5600"/>
                  </a:lnTo>
                  <a:lnTo>
                    <a:pt x="850" y="5523"/>
                  </a:lnTo>
                  <a:close/>
                  <a:moveTo>
                    <a:pt x="5715" y="6218"/>
                  </a:moveTo>
                  <a:lnTo>
                    <a:pt x="5870" y="6334"/>
                  </a:lnTo>
                  <a:lnTo>
                    <a:pt x="5947" y="6411"/>
                  </a:lnTo>
                  <a:lnTo>
                    <a:pt x="5986" y="6527"/>
                  </a:lnTo>
                  <a:lnTo>
                    <a:pt x="6024" y="6681"/>
                  </a:lnTo>
                  <a:lnTo>
                    <a:pt x="5986" y="6797"/>
                  </a:lnTo>
                  <a:lnTo>
                    <a:pt x="5908" y="7067"/>
                  </a:lnTo>
                  <a:lnTo>
                    <a:pt x="5792" y="7260"/>
                  </a:lnTo>
                  <a:lnTo>
                    <a:pt x="5677" y="7492"/>
                  </a:lnTo>
                  <a:lnTo>
                    <a:pt x="5484" y="7646"/>
                  </a:lnTo>
                  <a:lnTo>
                    <a:pt x="5290" y="7801"/>
                  </a:lnTo>
                  <a:lnTo>
                    <a:pt x="5059" y="7917"/>
                  </a:lnTo>
                  <a:lnTo>
                    <a:pt x="5097" y="7878"/>
                  </a:lnTo>
                  <a:lnTo>
                    <a:pt x="5020" y="7415"/>
                  </a:lnTo>
                  <a:lnTo>
                    <a:pt x="4982" y="7183"/>
                  </a:lnTo>
                  <a:lnTo>
                    <a:pt x="5020" y="6951"/>
                  </a:lnTo>
                  <a:lnTo>
                    <a:pt x="5136" y="6681"/>
                  </a:lnTo>
                  <a:lnTo>
                    <a:pt x="5213" y="6527"/>
                  </a:lnTo>
                  <a:lnTo>
                    <a:pt x="5329" y="6372"/>
                  </a:lnTo>
                  <a:lnTo>
                    <a:pt x="5445" y="6256"/>
                  </a:lnTo>
                  <a:lnTo>
                    <a:pt x="5599" y="6218"/>
                  </a:lnTo>
                  <a:close/>
                  <a:moveTo>
                    <a:pt x="8959" y="8071"/>
                  </a:moveTo>
                  <a:lnTo>
                    <a:pt x="9152" y="8110"/>
                  </a:lnTo>
                  <a:lnTo>
                    <a:pt x="9268" y="8187"/>
                  </a:lnTo>
                  <a:lnTo>
                    <a:pt x="9345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0"/>
                  </a:lnTo>
                  <a:lnTo>
                    <a:pt x="9268" y="8921"/>
                  </a:lnTo>
                  <a:lnTo>
                    <a:pt x="9036" y="9152"/>
                  </a:lnTo>
                  <a:lnTo>
                    <a:pt x="8804" y="9346"/>
                  </a:lnTo>
                  <a:lnTo>
                    <a:pt x="8689" y="9384"/>
                  </a:lnTo>
                  <a:lnTo>
                    <a:pt x="8611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1" y="9346"/>
                  </a:lnTo>
                  <a:lnTo>
                    <a:pt x="8264" y="9346"/>
                  </a:lnTo>
                  <a:lnTo>
                    <a:pt x="8225" y="8959"/>
                  </a:lnTo>
                  <a:lnTo>
                    <a:pt x="8225" y="8766"/>
                  </a:lnTo>
                  <a:lnTo>
                    <a:pt x="8264" y="8573"/>
                  </a:lnTo>
                  <a:lnTo>
                    <a:pt x="8341" y="8342"/>
                  </a:lnTo>
                  <a:lnTo>
                    <a:pt x="8496" y="8187"/>
                  </a:lnTo>
                  <a:lnTo>
                    <a:pt x="8727" y="8110"/>
                  </a:lnTo>
                  <a:lnTo>
                    <a:pt x="8843" y="8071"/>
                  </a:lnTo>
                  <a:close/>
                  <a:moveTo>
                    <a:pt x="4943" y="8380"/>
                  </a:moveTo>
                  <a:lnTo>
                    <a:pt x="4943" y="8419"/>
                  </a:lnTo>
                  <a:lnTo>
                    <a:pt x="4750" y="8805"/>
                  </a:lnTo>
                  <a:lnTo>
                    <a:pt x="4595" y="8959"/>
                  </a:lnTo>
                  <a:lnTo>
                    <a:pt x="4441" y="9152"/>
                  </a:lnTo>
                  <a:lnTo>
                    <a:pt x="4209" y="9307"/>
                  </a:lnTo>
                  <a:lnTo>
                    <a:pt x="3939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8" y="9346"/>
                  </a:lnTo>
                  <a:lnTo>
                    <a:pt x="3321" y="9191"/>
                  </a:lnTo>
                  <a:lnTo>
                    <a:pt x="3321" y="9075"/>
                  </a:lnTo>
                  <a:lnTo>
                    <a:pt x="3321" y="8959"/>
                  </a:lnTo>
                  <a:lnTo>
                    <a:pt x="3398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4" y="8457"/>
                  </a:lnTo>
                  <a:lnTo>
                    <a:pt x="4055" y="8380"/>
                  </a:lnTo>
                  <a:lnTo>
                    <a:pt x="4325" y="8380"/>
                  </a:lnTo>
                  <a:lnTo>
                    <a:pt x="4904" y="8419"/>
                  </a:lnTo>
                  <a:lnTo>
                    <a:pt x="4943" y="8380"/>
                  </a:lnTo>
                  <a:close/>
                  <a:moveTo>
                    <a:pt x="7994" y="10002"/>
                  </a:moveTo>
                  <a:lnTo>
                    <a:pt x="7955" y="10195"/>
                  </a:lnTo>
                  <a:lnTo>
                    <a:pt x="7916" y="10350"/>
                  </a:lnTo>
                  <a:lnTo>
                    <a:pt x="7839" y="10543"/>
                  </a:lnTo>
                  <a:lnTo>
                    <a:pt x="7723" y="10697"/>
                  </a:lnTo>
                  <a:lnTo>
                    <a:pt x="7607" y="10813"/>
                  </a:lnTo>
                  <a:lnTo>
                    <a:pt x="7492" y="10929"/>
                  </a:lnTo>
                  <a:lnTo>
                    <a:pt x="7337" y="11045"/>
                  </a:lnTo>
                  <a:lnTo>
                    <a:pt x="7144" y="11083"/>
                  </a:lnTo>
                  <a:lnTo>
                    <a:pt x="6951" y="11122"/>
                  </a:lnTo>
                  <a:lnTo>
                    <a:pt x="6796" y="11083"/>
                  </a:lnTo>
                  <a:lnTo>
                    <a:pt x="6719" y="11045"/>
                  </a:lnTo>
                  <a:lnTo>
                    <a:pt x="6681" y="10967"/>
                  </a:lnTo>
                  <a:lnTo>
                    <a:pt x="6642" y="10890"/>
                  </a:lnTo>
                  <a:lnTo>
                    <a:pt x="6603" y="10813"/>
                  </a:lnTo>
                  <a:lnTo>
                    <a:pt x="6642" y="10620"/>
                  </a:lnTo>
                  <a:lnTo>
                    <a:pt x="6719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1" y="10156"/>
                  </a:lnTo>
                  <a:lnTo>
                    <a:pt x="7492" y="10079"/>
                  </a:lnTo>
                  <a:lnTo>
                    <a:pt x="7723" y="10041"/>
                  </a:lnTo>
                  <a:lnTo>
                    <a:pt x="7994" y="10002"/>
                  </a:lnTo>
                  <a:close/>
                  <a:moveTo>
                    <a:pt x="2201" y="1"/>
                  </a:moveTo>
                  <a:lnTo>
                    <a:pt x="2008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0" y="812"/>
                  </a:lnTo>
                  <a:lnTo>
                    <a:pt x="1236" y="773"/>
                  </a:lnTo>
                  <a:lnTo>
                    <a:pt x="1043" y="734"/>
                  </a:lnTo>
                  <a:lnTo>
                    <a:pt x="695" y="734"/>
                  </a:lnTo>
                  <a:lnTo>
                    <a:pt x="541" y="812"/>
                  </a:lnTo>
                  <a:lnTo>
                    <a:pt x="386" y="889"/>
                  </a:lnTo>
                  <a:lnTo>
                    <a:pt x="232" y="1005"/>
                  </a:lnTo>
                  <a:lnTo>
                    <a:pt x="116" y="1159"/>
                  </a:lnTo>
                  <a:lnTo>
                    <a:pt x="39" y="1314"/>
                  </a:lnTo>
                  <a:lnTo>
                    <a:pt x="0" y="1468"/>
                  </a:lnTo>
                  <a:lnTo>
                    <a:pt x="0" y="1623"/>
                  </a:lnTo>
                  <a:lnTo>
                    <a:pt x="0" y="1777"/>
                  </a:lnTo>
                  <a:lnTo>
                    <a:pt x="77" y="1931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5" y="2279"/>
                  </a:lnTo>
                  <a:lnTo>
                    <a:pt x="579" y="2356"/>
                  </a:lnTo>
                  <a:lnTo>
                    <a:pt x="734" y="2395"/>
                  </a:lnTo>
                  <a:lnTo>
                    <a:pt x="1043" y="2433"/>
                  </a:lnTo>
                  <a:lnTo>
                    <a:pt x="1390" y="2395"/>
                  </a:lnTo>
                  <a:lnTo>
                    <a:pt x="1699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8" y="4635"/>
                  </a:lnTo>
                  <a:lnTo>
                    <a:pt x="1777" y="5021"/>
                  </a:lnTo>
                  <a:lnTo>
                    <a:pt x="1892" y="5368"/>
                  </a:lnTo>
                  <a:lnTo>
                    <a:pt x="1583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2" y="5252"/>
                  </a:lnTo>
                  <a:lnTo>
                    <a:pt x="386" y="5330"/>
                  </a:lnTo>
                  <a:lnTo>
                    <a:pt x="271" y="5445"/>
                  </a:lnTo>
                  <a:lnTo>
                    <a:pt x="155" y="5561"/>
                  </a:lnTo>
                  <a:lnTo>
                    <a:pt x="77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7" y="6218"/>
                  </a:lnTo>
                  <a:lnTo>
                    <a:pt x="155" y="6334"/>
                  </a:lnTo>
                  <a:lnTo>
                    <a:pt x="232" y="6449"/>
                  </a:lnTo>
                  <a:lnTo>
                    <a:pt x="348" y="6565"/>
                  </a:lnTo>
                  <a:lnTo>
                    <a:pt x="502" y="6643"/>
                  </a:lnTo>
                  <a:lnTo>
                    <a:pt x="657" y="6720"/>
                  </a:lnTo>
                  <a:lnTo>
                    <a:pt x="811" y="6758"/>
                  </a:lnTo>
                  <a:lnTo>
                    <a:pt x="1120" y="6758"/>
                  </a:lnTo>
                  <a:lnTo>
                    <a:pt x="1429" y="6681"/>
                  </a:lnTo>
                  <a:lnTo>
                    <a:pt x="1699" y="6527"/>
                  </a:lnTo>
                  <a:lnTo>
                    <a:pt x="1931" y="6295"/>
                  </a:lnTo>
                  <a:lnTo>
                    <a:pt x="2124" y="6063"/>
                  </a:lnTo>
                  <a:lnTo>
                    <a:pt x="2394" y="6527"/>
                  </a:lnTo>
                  <a:lnTo>
                    <a:pt x="2742" y="6990"/>
                  </a:lnTo>
                  <a:lnTo>
                    <a:pt x="3128" y="7376"/>
                  </a:lnTo>
                  <a:lnTo>
                    <a:pt x="3591" y="7762"/>
                  </a:lnTo>
                  <a:lnTo>
                    <a:pt x="4016" y="7994"/>
                  </a:lnTo>
                  <a:lnTo>
                    <a:pt x="3823" y="8033"/>
                  </a:lnTo>
                  <a:lnTo>
                    <a:pt x="3630" y="8110"/>
                  </a:lnTo>
                  <a:lnTo>
                    <a:pt x="3437" y="8187"/>
                  </a:lnTo>
                  <a:lnTo>
                    <a:pt x="3282" y="8342"/>
                  </a:lnTo>
                  <a:lnTo>
                    <a:pt x="3167" y="8457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5" y="8882"/>
                  </a:lnTo>
                  <a:lnTo>
                    <a:pt x="2896" y="9075"/>
                  </a:lnTo>
                  <a:lnTo>
                    <a:pt x="2935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1" y="9770"/>
                  </a:lnTo>
                  <a:lnTo>
                    <a:pt x="3514" y="9848"/>
                  </a:lnTo>
                  <a:lnTo>
                    <a:pt x="3707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8" y="9770"/>
                  </a:lnTo>
                  <a:lnTo>
                    <a:pt x="4402" y="9693"/>
                  </a:lnTo>
                  <a:lnTo>
                    <a:pt x="4673" y="9461"/>
                  </a:lnTo>
                  <a:lnTo>
                    <a:pt x="4904" y="9152"/>
                  </a:lnTo>
                  <a:lnTo>
                    <a:pt x="5097" y="8844"/>
                  </a:lnTo>
                  <a:lnTo>
                    <a:pt x="5213" y="8496"/>
                  </a:lnTo>
                  <a:lnTo>
                    <a:pt x="6526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5" y="9654"/>
                  </a:lnTo>
                  <a:lnTo>
                    <a:pt x="7762" y="9654"/>
                  </a:lnTo>
                  <a:lnTo>
                    <a:pt x="7569" y="9693"/>
                  </a:lnTo>
                  <a:lnTo>
                    <a:pt x="7144" y="9809"/>
                  </a:lnTo>
                  <a:lnTo>
                    <a:pt x="6796" y="9963"/>
                  </a:lnTo>
                  <a:lnTo>
                    <a:pt x="6642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4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4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5" y="11508"/>
                  </a:lnTo>
                  <a:lnTo>
                    <a:pt x="7028" y="11508"/>
                  </a:lnTo>
                  <a:lnTo>
                    <a:pt x="7221" y="11469"/>
                  </a:lnTo>
                  <a:lnTo>
                    <a:pt x="7414" y="11392"/>
                  </a:lnTo>
                  <a:lnTo>
                    <a:pt x="7569" y="11315"/>
                  </a:lnTo>
                  <a:lnTo>
                    <a:pt x="7723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09" y="10697"/>
                  </a:lnTo>
                  <a:lnTo>
                    <a:pt x="8225" y="10465"/>
                  </a:lnTo>
                  <a:lnTo>
                    <a:pt x="8264" y="10234"/>
                  </a:lnTo>
                  <a:lnTo>
                    <a:pt x="8302" y="9963"/>
                  </a:lnTo>
                  <a:lnTo>
                    <a:pt x="8341" y="9925"/>
                  </a:lnTo>
                  <a:lnTo>
                    <a:pt x="8727" y="10272"/>
                  </a:lnTo>
                  <a:lnTo>
                    <a:pt x="9075" y="10658"/>
                  </a:lnTo>
                  <a:lnTo>
                    <a:pt x="9345" y="11122"/>
                  </a:lnTo>
                  <a:lnTo>
                    <a:pt x="9461" y="11354"/>
                  </a:lnTo>
                  <a:lnTo>
                    <a:pt x="9538" y="11585"/>
                  </a:lnTo>
                  <a:lnTo>
                    <a:pt x="9654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4" y="12937"/>
                  </a:lnTo>
                  <a:lnTo>
                    <a:pt x="9577" y="13284"/>
                  </a:lnTo>
                  <a:lnTo>
                    <a:pt x="9461" y="13593"/>
                  </a:lnTo>
                  <a:lnTo>
                    <a:pt x="9191" y="14211"/>
                  </a:lnTo>
                  <a:lnTo>
                    <a:pt x="9152" y="14288"/>
                  </a:lnTo>
                  <a:lnTo>
                    <a:pt x="9152" y="14327"/>
                  </a:lnTo>
                  <a:lnTo>
                    <a:pt x="9229" y="14404"/>
                  </a:lnTo>
                  <a:lnTo>
                    <a:pt x="9306" y="14443"/>
                  </a:lnTo>
                  <a:lnTo>
                    <a:pt x="9422" y="14404"/>
                  </a:lnTo>
                  <a:lnTo>
                    <a:pt x="9577" y="14250"/>
                  </a:lnTo>
                  <a:lnTo>
                    <a:pt x="9731" y="14057"/>
                  </a:lnTo>
                  <a:lnTo>
                    <a:pt x="9847" y="13902"/>
                  </a:lnTo>
                  <a:lnTo>
                    <a:pt x="9924" y="13670"/>
                  </a:lnTo>
                  <a:lnTo>
                    <a:pt x="10079" y="13246"/>
                  </a:lnTo>
                  <a:lnTo>
                    <a:pt x="10117" y="12782"/>
                  </a:lnTo>
                  <a:lnTo>
                    <a:pt x="10117" y="12319"/>
                  </a:lnTo>
                  <a:lnTo>
                    <a:pt x="10040" y="11855"/>
                  </a:lnTo>
                  <a:lnTo>
                    <a:pt x="9924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6" y="10272"/>
                  </a:lnTo>
                  <a:lnTo>
                    <a:pt x="9036" y="9963"/>
                  </a:lnTo>
                  <a:lnTo>
                    <a:pt x="8727" y="9693"/>
                  </a:lnTo>
                  <a:lnTo>
                    <a:pt x="8959" y="9577"/>
                  </a:lnTo>
                  <a:lnTo>
                    <a:pt x="9229" y="9423"/>
                  </a:lnTo>
                  <a:lnTo>
                    <a:pt x="9461" y="9191"/>
                  </a:lnTo>
                  <a:lnTo>
                    <a:pt x="9615" y="8921"/>
                  </a:lnTo>
                  <a:lnTo>
                    <a:pt x="9731" y="8612"/>
                  </a:lnTo>
                  <a:lnTo>
                    <a:pt x="9731" y="8496"/>
                  </a:lnTo>
                  <a:lnTo>
                    <a:pt x="9731" y="8342"/>
                  </a:lnTo>
                  <a:lnTo>
                    <a:pt x="9693" y="8187"/>
                  </a:lnTo>
                  <a:lnTo>
                    <a:pt x="9615" y="8071"/>
                  </a:lnTo>
                  <a:lnTo>
                    <a:pt x="9499" y="7955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6" y="7724"/>
                  </a:lnTo>
                  <a:lnTo>
                    <a:pt x="8689" y="7724"/>
                  </a:lnTo>
                  <a:lnTo>
                    <a:pt x="8534" y="7762"/>
                  </a:lnTo>
                  <a:lnTo>
                    <a:pt x="8380" y="7840"/>
                  </a:lnTo>
                  <a:lnTo>
                    <a:pt x="8225" y="7955"/>
                  </a:lnTo>
                  <a:lnTo>
                    <a:pt x="8109" y="8071"/>
                  </a:lnTo>
                  <a:lnTo>
                    <a:pt x="7955" y="8264"/>
                  </a:lnTo>
                  <a:lnTo>
                    <a:pt x="7878" y="8535"/>
                  </a:lnTo>
                  <a:lnTo>
                    <a:pt x="7839" y="8766"/>
                  </a:lnTo>
                  <a:lnTo>
                    <a:pt x="7839" y="9037"/>
                  </a:lnTo>
                  <a:lnTo>
                    <a:pt x="7221" y="8766"/>
                  </a:lnTo>
                  <a:lnTo>
                    <a:pt x="6642" y="8496"/>
                  </a:lnTo>
                  <a:lnTo>
                    <a:pt x="5368" y="8033"/>
                  </a:lnTo>
                  <a:lnTo>
                    <a:pt x="5638" y="7878"/>
                  </a:lnTo>
                  <a:lnTo>
                    <a:pt x="5870" y="7685"/>
                  </a:lnTo>
                  <a:lnTo>
                    <a:pt x="6063" y="7453"/>
                  </a:lnTo>
                  <a:lnTo>
                    <a:pt x="6217" y="7183"/>
                  </a:lnTo>
                  <a:lnTo>
                    <a:pt x="6333" y="6874"/>
                  </a:lnTo>
                  <a:lnTo>
                    <a:pt x="6333" y="6720"/>
                  </a:lnTo>
                  <a:lnTo>
                    <a:pt x="6333" y="6527"/>
                  </a:lnTo>
                  <a:lnTo>
                    <a:pt x="6333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4" y="5947"/>
                  </a:lnTo>
                  <a:lnTo>
                    <a:pt x="5870" y="5870"/>
                  </a:lnTo>
                  <a:lnTo>
                    <a:pt x="5715" y="5832"/>
                  </a:lnTo>
                  <a:lnTo>
                    <a:pt x="5561" y="5870"/>
                  </a:lnTo>
                  <a:lnTo>
                    <a:pt x="5406" y="5909"/>
                  </a:lnTo>
                  <a:lnTo>
                    <a:pt x="5252" y="5986"/>
                  </a:lnTo>
                  <a:lnTo>
                    <a:pt x="5136" y="6063"/>
                  </a:lnTo>
                  <a:lnTo>
                    <a:pt x="4904" y="6334"/>
                  </a:lnTo>
                  <a:lnTo>
                    <a:pt x="4750" y="6643"/>
                  </a:lnTo>
                  <a:lnTo>
                    <a:pt x="4634" y="7029"/>
                  </a:lnTo>
                  <a:lnTo>
                    <a:pt x="4634" y="7222"/>
                  </a:lnTo>
                  <a:lnTo>
                    <a:pt x="4634" y="7415"/>
                  </a:lnTo>
                  <a:lnTo>
                    <a:pt x="4634" y="7608"/>
                  </a:lnTo>
                  <a:lnTo>
                    <a:pt x="4711" y="7762"/>
                  </a:lnTo>
                  <a:lnTo>
                    <a:pt x="4093" y="7453"/>
                  </a:lnTo>
                  <a:lnTo>
                    <a:pt x="3823" y="7299"/>
                  </a:lnTo>
                  <a:lnTo>
                    <a:pt x="3553" y="7106"/>
                  </a:lnTo>
                  <a:lnTo>
                    <a:pt x="3321" y="6874"/>
                  </a:lnTo>
                  <a:lnTo>
                    <a:pt x="3089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1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2" y="5986"/>
                  </a:lnTo>
                  <a:lnTo>
                    <a:pt x="4248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8" y="5407"/>
                  </a:lnTo>
                  <a:lnTo>
                    <a:pt x="4557" y="5214"/>
                  </a:lnTo>
                  <a:lnTo>
                    <a:pt x="4518" y="5059"/>
                  </a:lnTo>
                  <a:lnTo>
                    <a:pt x="4480" y="4866"/>
                  </a:lnTo>
                  <a:lnTo>
                    <a:pt x="4402" y="4712"/>
                  </a:lnTo>
                  <a:lnTo>
                    <a:pt x="4286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0" y="4364"/>
                  </a:lnTo>
                  <a:lnTo>
                    <a:pt x="3707" y="4364"/>
                  </a:lnTo>
                  <a:lnTo>
                    <a:pt x="3553" y="4403"/>
                  </a:lnTo>
                  <a:lnTo>
                    <a:pt x="3398" y="4441"/>
                  </a:lnTo>
                  <a:lnTo>
                    <a:pt x="3244" y="4519"/>
                  </a:lnTo>
                  <a:lnTo>
                    <a:pt x="3089" y="4635"/>
                  </a:lnTo>
                  <a:lnTo>
                    <a:pt x="2819" y="4905"/>
                  </a:lnTo>
                  <a:lnTo>
                    <a:pt x="2587" y="5214"/>
                  </a:lnTo>
                  <a:lnTo>
                    <a:pt x="2433" y="5561"/>
                  </a:lnTo>
                  <a:lnTo>
                    <a:pt x="2394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5" y="4326"/>
                  </a:lnTo>
                  <a:lnTo>
                    <a:pt x="2047" y="3939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4" y="2318"/>
                  </a:lnTo>
                  <a:lnTo>
                    <a:pt x="2356" y="2511"/>
                  </a:lnTo>
                  <a:lnTo>
                    <a:pt x="2587" y="2627"/>
                  </a:lnTo>
                  <a:lnTo>
                    <a:pt x="2819" y="2742"/>
                  </a:lnTo>
                  <a:lnTo>
                    <a:pt x="3128" y="2781"/>
                  </a:lnTo>
                  <a:lnTo>
                    <a:pt x="3282" y="2742"/>
                  </a:lnTo>
                  <a:lnTo>
                    <a:pt x="3476" y="2704"/>
                  </a:lnTo>
                  <a:lnTo>
                    <a:pt x="3630" y="2627"/>
                  </a:lnTo>
                  <a:lnTo>
                    <a:pt x="3784" y="2549"/>
                  </a:lnTo>
                  <a:lnTo>
                    <a:pt x="3900" y="2433"/>
                  </a:lnTo>
                  <a:lnTo>
                    <a:pt x="4016" y="2279"/>
                  </a:lnTo>
                  <a:lnTo>
                    <a:pt x="4093" y="2125"/>
                  </a:lnTo>
                  <a:lnTo>
                    <a:pt x="4132" y="1970"/>
                  </a:lnTo>
                  <a:lnTo>
                    <a:pt x="4093" y="1777"/>
                  </a:lnTo>
                  <a:lnTo>
                    <a:pt x="4055" y="1623"/>
                  </a:lnTo>
                  <a:lnTo>
                    <a:pt x="4016" y="1507"/>
                  </a:lnTo>
                  <a:lnTo>
                    <a:pt x="3900" y="1352"/>
                  </a:lnTo>
                  <a:lnTo>
                    <a:pt x="3784" y="1236"/>
                  </a:lnTo>
                  <a:lnTo>
                    <a:pt x="3630" y="1159"/>
                  </a:lnTo>
                  <a:lnTo>
                    <a:pt x="3514" y="1121"/>
                  </a:lnTo>
                  <a:lnTo>
                    <a:pt x="3321" y="1082"/>
                  </a:lnTo>
                  <a:lnTo>
                    <a:pt x="3167" y="1043"/>
                  </a:lnTo>
                  <a:lnTo>
                    <a:pt x="3012" y="1082"/>
                  </a:lnTo>
                  <a:lnTo>
                    <a:pt x="2742" y="1159"/>
                  </a:lnTo>
                  <a:lnTo>
                    <a:pt x="2472" y="1314"/>
                  </a:lnTo>
                  <a:lnTo>
                    <a:pt x="2240" y="1545"/>
                  </a:lnTo>
                  <a:lnTo>
                    <a:pt x="2510" y="78"/>
                  </a:lnTo>
                  <a:lnTo>
                    <a:pt x="220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5" name="Google Shape;2255;p9"/>
            <p:cNvSpPr/>
            <p:nvPr/>
          </p:nvSpPr>
          <p:spPr>
            <a:xfrm>
              <a:off x="6161625" y="3921800"/>
              <a:ext cx="44450" cy="44425"/>
            </a:xfrm>
            <a:custGeom>
              <a:avLst/>
              <a:gdLst/>
              <a:ahLst/>
              <a:cxnLst/>
              <a:rect l="l" t="t" r="r" b="b"/>
              <a:pathLst>
                <a:path w="1778" h="1777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8"/>
                  </a:lnTo>
                  <a:lnTo>
                    <a:pt x="1391" y="811"/>
                  </a:lnTo>
                  <a:lnTo>
                    <a:pt x="1391" y="966"/>
                  </a:lnTo>
                  <a:lnTo>
                    <a:pt x="1352" y="1082"/>
                  </a:lnTo>
                  <a:lnTo>
                    <a:pt x="1275" y="1159"/>
                  </a:lnTo>
                  <a:lnTo>
                    <a:pt x="1198" y="1236"/>
                  </a:lnTo>
                  <a:lnTo>
                    <a:pt x="1082" y="1313"/>
                  </a:lnTo>
                  <a:lnTo>
                    <a:pt x="889" y="1390"/>
                  </a:lnTo>
                  <a:lnTo>
                    <a:pt x="735" y="1352"/>
                  </a:lnTo>
                  <a:lnTo>
                    <a:pt x="541" y="1275"/>
                  </a:lnTo>
                  <a:lnTo>
                    <a:pt x="426" y="1082"/>
                  </a:lnTo>
                  <a:lnTo>
                    <a:pt x="387" y="927"/>
                  </a:lnTo>
                  <a:lnTo>
                    <a:pt x="387" y="734"/>
                  </a:lnTo>
                  <a:lnTo>
                    <a:pt x="464" y="580"/>
                  </a:lnTo>
                  <a:lnTo>
                    <a:pt x="541" y="386"/>
                  </a:lnTo>
                  <a:lnTo>
                    <a:pt x="541" y="348"/>
                  </a:lnTo>
                  <a:lnTo>
                    <a:pt x="580" y="348"/>
                  </a:lnTo>
                  <a:lnTo>
                    <a:pt x="773" y="309"/>
                  </a:lnTo>
                  <a:close/>
                  <a:moveTo>
                    <a:pt x="966" y="0"/>
                  </a:moveTo>
                  <a:lnTo>
                    <a:pt x="773" y="39"/>
                  </a:lnTo>
                  <a:lnTo>
                    <a:pt x="619" y="78"/>
                  </a:lnTo>
                  <a:lnTo>
                    <a:pt x="464" y="155"/>
                  </a:lnTo>
                  <a:lnTo>
                    <a:pt x="426" y="193"/>
                  </a:lnTo>
                  <a:lnTo>
                    <a:pt x="387" y="193"/>
                  </a:lnTo>
                  <a:lnTo>
                    <a:pt x="233" y="271"/>
                  </a:lnTo>
                  <a:lnTo>
                    <a:pt x="117" y="386"/>
                  </a:lnTo>
                  <a:lnTo>
                    <a:pt x="39" y="541"/>
                  </a:lnTo>
                  <a:lnTo>
                    <a:pt x="1" y="695"/>
                  </a:lnTo>
                  <a:lnTo>
                    <a:pt x="1" y="850"/>
                  </a:lnTo>
                  <a:lnTo>
                    <a:pt x="1" y="1004"/>
                  </a:lnTo>
                  <a:lnTo>
                    <a:pt x="39" y="1197"/>
                  </a:lnTo>
                  <a:lnTo>
                    <a:pt x="117" y="1313"/>
                  </a:lnTo>
                  <a:lnTo>
                    <a:pt x="194" y="1468"/>
                  </a:lnTo>
                  <a:lnTo>
                    <a:pt x="348" y="1583"/>
                  </a:lnTo>
                  <a:lnTo>
                    <a:pt x="464" y="1699"/>
                  </a:lnTo>
                  <a:lnTo>
                    <a:pt x="619" y="1738"/>
                  </a:lnTo>
                  <a:lnTo>
                    <a:pt x="812" y="1777"/>
                  </a:lnTo>
                  <a:lnTo>
                    <a:pt x="966" y="1777"/>
                  </a:lnTo>
                  <a:lnTo>
                    <a:pt x="1121" y="1738"/>
                  </a:lnTo>
                  <a:lnTo>
                    <a:pt x="1314" y="1661"/>
                  </a:lnTo>
                  <a:lnTo>
                    <a:pt x="1430" y="1545"/>
                  </a:lnTo>
                  <a:lnTo>
                    <a:pt x="1584" y="1429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66"/>
                  </a:lnTo>
                  <a:lnTo>
                    <a:pt x="1777" y="773"/>
                  </a:lnTo>
                  <a:lnTo>
                    <a:pt x="1738" y="618"/>
                  </a:lnTo>
                  <a:lnTo>
                    <a:pt x="1661" y="425"/>
                  </a:lnTo>
                  <a:lnTo>
                    <a:pt x="1545" y="309"/>
                  </a:lnTo>
                  <a:lnTo>
                    <a:pt x="1430" y="193"/>
                  </a:lnTo>
                  <a:lnTo>
                    <a:pt x="1275" y="116"/>
                  </a:lnTo>
                  <a:lnTo>
                    <a:pt x="1121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6" name="Google Shape;2256;p9"/>
            <p:cNvSpPr/>
            <p:nvPr/>
          </p:nvSpPr>
          <p:spPr>
            <a:xfrm>
              <a:off x="7032400" y="3923725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3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7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0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6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8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4"/>
                  </a:lnTo>
                  <a:lnTo>
                    <a:pt x="1159" y="541"/>
                  </a:lnTo>
                  <a:lnTo>
                    <a:pt x="1352" y="425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8"/>
                  </a:lnTo>
                  <a:lnTo>
                    <a:pt x="309" y="927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5"/>
                  </a:lnTo>
                  <a:lnTo>
                    <a:pt x="0" y="2008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4" y="2858"/>
                  </a:lnTo>
                  <a:lnTo>
                    <a:pt x="425" y="3244"/>
                  </a:lnTo>
                  <a:lnTo>
                    <a:pt x="696" y="3553"/>
                  </a:lnTo>
                  <a:lnTo>
                    <a:pt x="1043" y="3823"/>
                  </a:lnTo>
                  <a:lnTo>
                    <a:pt x="1468" y="4016"/>
                  </a:lnTo>
                  <a:lnTo>
                    <a:pt x="1661" y="4094"/>
                  </a:lnTo>
                  <a:lnTo>
                    <a:pt x="1893" y="4132"/>
                  </a:lnTo>
                  <a:lnTo>
                    <a:pt x="2317" y="4132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2"/>
                  </a:lnTo>
                  <a:lnTo>
                    <a:pt x="4171" y="1429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6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7" name="Google Shape;2257;p9"/>
            <p:cNvSpPr/>
            <p:nvPr/>
          </p:nvSpPr>
          <p:spPr>
            <a:xfrm>
              <a:off x="6167425" y="3927575"/>
              <a:ext cx="114900" cy="286750"/>
            </a:xfrm>
            <a:custGeom>
              <a:avLst/>
              <a:gdLst/>
              <a:ahLst/>
              <a:cxnLst/>
              <a:rect l="l" t="t" r="r" b="b"/>
              <a:pathLst>
                <a:path w="4596" h="11470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67"/>
                  </a:lnTo>
                  <a:lnTo>
                    <a:pt x="3939" y="4287"/>
                  </a:lnTo>
                  <a:lnTo>
                    <a:pt x="4016" y="5407"/>
                  </a:lnTo>
                  <a:lnTo>
                    <a:pt x="4055" y="6643"/>
                  </a:lnTo>
                  <a:lnTo>
                    <a:pt x="4055" y="7261"/>
                  </a:lnTo>
                  <a:lnTo>
                    <a:pt x="3978" y="7917"/>
                  </a:lnTo>
                  <a:lnTo>
                    <a:pt x="3901" y="8535"/>
                  </a:lnTo>
                  <a:lnTo>
                    <a:pt x="3746" y="9153"/>
                  </a:lnTo>
                  <a:lnTo>
                    <a:pt x="3553" y="9732"/>
                  </a:lnTo>
                  <a:lnTo>
                    <a:pt x="3244" y="10273"/>
                  </a:lnTo>
                  <a:lnTo>
                    <a:pt x="3012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4"/>
                  </a:lnTo>
                  <a:lnTo>
                    <a:pt x="850" y="9693"/>
                  </a:lnTo>
                  <a:lnTo>
                    <a:pt x="773" y="9423"/>
                  </a:lnTo>
                  <a:lnTo>
                    <a:pt x="734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6"/>
                  </a:lnTo>
                  <a:lnTo>
                    <a:pt x="580" y="2781"/>
                  </a:lnTo>
                  <a:lnTo>
                    <a:pt x="618" y="2781"/>
                  </a:lnTo>
                  <a:lnTo>
                    <a:pt x="1391" y="2395"/>
                  </a:lnTo>
                  <a:lnTo>
                    <a:pt x="2163" y="1970"/>
                  </a:lnTo>
                  <a:lnTo>
                    <a:pt x="2935" y="1468"/>
                  </a:lnTo>
                  <a:lnTo>
                    <a:pt x="3283" y="1198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40"/>
                  </a:lnTo>
                  <a:lnTo>
                    <a:pt x="3476" y="349"/>
                  </a:lnTo>
                  <a:lnTo>
                    <a:pt x="3051" y="657"/>
                  </a:lnTo>
                  <a:lnTo>
                    <a:pt x="2626" y="1005"/>
                  </a:lnTo>
                  <a:lnTo>
                    <a:pt x="2202" y="1314"/>
                  </a:lnTo>
                  <a:lnTo>
                    <a:pt x="1313" y="1893"/>
                  </a:lnTo>
                  <a:lnTo>
                    <a:pt x="425" y="2472"/>
                  </a:lnTo>
                  <a:lnTo>
                    <a:pt x="348" y="2550"/>
                  </a:lnTo>
                  <a:lnTo>
                    <a:pt x="348" y="2665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4"/>
                  </a:lnTo>
                  <a:lnTo>
                    <a:pt x="155" y="4866"/>
                  </a:lnTo>
                  <a:lnTo>
                    <a:pt x="1" y="4944"/>
                  </a:lnTo>
                  <a:lnTo>
                    <a:pt x="155" y="5291"/>
                  </a:lnTo>
                  <a:lnTo>
                    <a:pt x="155" y="6257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3"/>
                  </a:lnTo>
                  <a:lnTo>
                    <a:pt x="309" y="9616"/>
                  </a:lnTo>
                  <a:lnTo>
                    <a:pt x="503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429" y="11199"/>
                  </a:lnTo>
                  <a:lnTo>
                    <a:pt x="1622" y="11315"/>
                  </a:lnTo>
                  <a:lnTo>
                    <a:pt x="1815" y="11392"/>
                  </a:lnTo>
                  <a:lnTo>
                    <a:pt x="2047" y="11431"/>
                  </a:lnTo>
                  <a:lnTo>
                    <a:pt x="2279" y="11470"/>
                  </a:lnTo>
                  <a:lnTo>
                    <a:pt x="2549" y="11431"/>
                  </a:lnTo>
                  <a:lnTo>
                    <a:pt x="2819" y="11354"/>
                  </a:lnTo>
                  <a:lnTo>
                    <a:pt x="3051" y="11238"/>
                  </a:lnTo>
                  <a:lnTo>
                    <a:pt x="3283" y="11083"/>
                  </a:lnTo>
                  <a:lnTo>
                    <a:pt x="3476" y="10890"/>
                  </a:lnTo>
                  <a:lnTo>
                    <a:pt x="3669" y="10659"/>
                  </a:lnTo>
                  <a:lnTo>
                    <a:pt x="3823" y="10427"/>
                  </a:lnTo>
                  <a:lnTo>
                    <a:pt x="3978" y="10157"/>
                  </a:lnTo>
                  <a:lnTo>
                    <a:pt x="4171" y="9577"/>
                  </a:lnTo>
                  <a:lnTo>
                    <a:pt x="4325" y="8960"/>
                  </a:lnTo>
                  <a:lnTo>
                    <a:pt x="4441" y="8342"/>
                  </a:lnTo>
                  <a:lnTo>
                    <a:pt x="4518" y="7763"/>
                  </a:lnTo>
                  <a:lnTo>
                    <a:pt x="4557" y="7222"/>
                  </a:lnTo>
                  <a:lnTo>
                    <a:pt x="4596" y="6681"/>
                  </a:lnTo>
                  <a:lnTo>
                    <a:pt x="4596" y="6102"/>
                  </a:lnTo>
                  <a:lnTo>
                    <a:pt x="4557" y="5021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2"/>
                  </a:lnTo>
                  <a:lnTo>
                    <a:pt x="4094" y="426"/>
                  </a:lnTo>
                  <a:lnTo>
                    <a:pt x="4171" y="349"/>
                  </a:lnTo>
                  <a:lnTo>
                    <a:pt x="4210" y="271"/>
                  </a:lnTo>
                  <a:lnTo>
                    <a:pt x="4210" y="233"/>
                  </a:lnTo>
                  <a:lnTo>
                    <a:pt x="4171" y="78"/>
                  </a:lnTo>
                  <a:lnTo>
                    <a:pt x="4132" y="40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8" name="Google Shape;2258;p9"/>
            <p:cNvSpPr/>
            <p:nvPr/>
          </p:nvSpPr>
          <p:spPr>
            <a:xfrm>
              <a:off x="1394625" y="3943025"/>
              <a:ext cx="74350" cy="103325"/>
            </a:xfrm>
            <a:custGeom>
              <a:avLst/>
              <a:gdLst/>
              <a:ahLst/>
              <a:cxnLst/>
              <a:rect l="l" t="t" r="r" b="b"/>
              <a:pathLst>
                <a:path w="2974" h="4133" extrusionOk="0">
                  <a:moveTo>
                    <a:pt x="116" y="1"/>
                  </a:moveTo>
                  <a:lnTo>
                    <a:pt x="1" y="39"/>
                  </a:lnTo>
                  <a:lnTo>
                    <a:pt x="1" y="78"/>
                  </a:lnTo>
                  <a:lnTo>
                    <a:pt x="271" y="928"/>
                  </a:lnTo>
                  <a:lnTo>
                    <a:pt x="580" y="1738"/>
                  </a:lnTo>
                  <a:lnTo>
                    <a:pt x="927" y="2549"/>
                  </a:lnTo>
                  <a:lnTo>
                    <a:pt x="1275" y="3283"/>
                  </a:lnTo>
                  <a:lnTo>
                    <a:pt x="1507" y="3669"/>
                  </a:lnTo>
                  <a:lnTo>
                    <a:pt x="1661" y="3824"/>
                  </a:lnTo>
                  <a:lnTo>
                    <a:pt x="1854" y="3978"/>
                  </a:lnTo>
                  <a:lnTo>
                    <a:pt x="2009" y="4055"/>
                  </a:lnTo>
                  <a:lnTo>
                    <a:pt x="2240" y="4133"/>
                  </a:lnTo>
                  <a:lnTo>
                    <a:pt x="2433" y="4094"/>
                  </a:lnTo>
                  <a:lnTo>
                    <a:pt x="2665" y="4017"/>
                  </a:lnTo>
                  <a:lnTo>
                    <a:pt x="2781" y="3862"/>
                  </a:lnTo>
                  <a:lnTo>
                    <a:pt x="2897" y="3708"/>
                  </a:lnTo>
                  <a:lnTo>
                    <a:pt x="2935" y="3515"/>
                  </a:lnTo>
                  <a:lnTo>
                    <a:pt x="2974" y="3360"/>
                  </a:lnTo>
                  <a:lnTo>
                    <a:pt x="2935" y="3129"/>
                  </a:lnTo>
                  <a:lnTo>
                    <a:pt x="2897" y="2936"/>
                  </a:lnTo>
                  <a:lnTo>
                    <a:pt x="2819" y="2588"/>
                  </a:lnTo>
                  <a:lnTo>
                    <a:pt x="2588" y="2627"/>
                  </a:lnTo>
                  <a:lnTo>
                    <a:pt x="2665" y="2974"/>
                  </a:lnTo>
                  <a:lnTo>
                    <a:pt x="2704" y="3129"/>
                  </a:lnTo>
                  <a:lnTo>
                    <a:pt x="2665" y="3283"/>
                  </a:lnTo>
                  <a:lnTo>
                    <a:pt x="2433" y="3399"/>
                  </a:lnTo>
                  <a:lnTo>
                    <a:pt x="2202" y="3476"/>
                  </a:lnTo>
                  <a:lnTo>
                    <a:pt x="2009" y="3515"/>
                  </a:lnTo>
                  <a:lnTo>
                    <a:pt x="1854" y="3476"/>
                  </a:lnTo>
                  <a:lnTo>
                    <a:pt x="1700" y="3438"/>
                  </a:lnTo>
                  <a:lnTo>
                    <a:pt x="1584" y="3322"/>
                  </a:lnTo>
                  <a:lnTo>
                    <a:pt x="1507" y="3167"/>
                  </a:lnTo>
                  <a:lnTo>
                    <a:pt x="1468" y="2974"/>
                  </a:lnTo>
                  <a:lnTo>
                    <a:pt x="1352" y="2704"/>
                  </a:lnTo>
                  <a:lnTo>
                    <a:pt x="889" y="1623"/>
                  </a:lnTo>
                  <a:lnTo>
                    <a:pt x="541" y="812"/>
                  </a:lnTo>
                  <a:lnTo>
                    <a:pt x="348" y="426"/>
                  </a:lnTo>
                  <a:lnTo>
                    <a:pt x="155" y="39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9" name="Google Shape;2259;p9"/>
            <p:cNvSpPr/>
            <p:nvPr/>
          </p:nvSpPr>
          <p:spPr>
            <a:xfrm>
              <a:off x="2923775" y="3946900"/>
              <a:ext cx="335975" cy="782925"/>
            </a:xfrm>
            <a:custGeom>
              <a:avLst/>
              <a:gdLst/>
              <a:ahLst/>
              <a:cxnLst/>
              <a:rect l="l" t="t" r="r" b="b"/>
              <a:pathLst>
                <a:path w="13439" h="31317" extrusionOk="0">
                  <a:moveTo>
                    <a:pt x="6488" y="386"/>
                  </a:moveTo>
                  <a:lnTo>
                    <a:pt x="6526" y="464"/>
                  </a:lnTo>
                  <a:lnTo>
                    <a:pt x="7144" y="2008"/>
                  </a:lnTo>
                  <a:lnTo>
                    <a:pt x="7685" y="3553"/>
                  </a:lnTo>
                  <a:lnTo>
                    <a:pt x="8226" y="5136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1"/>
                  </a:lnTo>
                  <a:lnTo>
                    <a:pt x="7530" y="7337"/>
                  </a:lnTo>
                  <a:lnTo>
                    <a:pt x="7222" y="7453"/>
                  </a:lnTo>
                  <a:lnTo>
                    <a:pt x="6913" y="7530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0"/>
                  </a:lnTo>
                  <a:lnTo>
                    <a:pt x="5522" y="7492"/>
                  </a:lnTo>
                  <a:lnTo>
                    <a:pt x="4866" y="7337"/>
                  </a:lnTo>
                  <a:lnTo>
                    <a:pt x="4210" y="7105"/>
                  </a:lnTo>
                  <a:lnTo>
                    <a:pt x="3592" y="6874"/>
                  </a:lnTo>
                  <a:lnTo>
                    <a:pt x="3862" y="6024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3"/>
                  </a:lnTo>
                  <a:lnTo>
                    <a:pt x="5214" y="2742"/>
                  </a:lnTo>
                  <a:lnTo>
                    <a:pt x="5600" y="1931"/>
                  </a:lnTo>
                  <a:lnTo>
                    <a:pt x="6024" y="1159"/>
                  </a:lnTo>
                  <a:lnTo>
                    <a:pt x="6488" y="386"/>
                  </a:lnTo>
                  <a:close/>
                  <a:moveTo>
                    <a:pt x="8805" y="7028"/>
                  </a:moveTo>
                  <a:lnTo>
                    <a:pt x="9230" y="8418"/>
                  </a:lnTo>
                  <a:lnTo>
                    <a:pt x="9577" y="9847"/>
                  </a:lnTo>
                  <a:lnTo>
                    <a:pt x="9847" y="11083"/>
                  </a:lnTo>
                  <a:lnTo>
                    <a:pt x="10079" y="12357"/>
                  </a:lnTo>
                  <a:lnTo>
                    <a:pt x="10233" y="13631"/>
                  </a:lnTo>
                  <a:lnTo>
                    <a:pt x="10388" y="14906"/>
                  </a:lnTo>
                  <a:lnTo>
                    <a:pt x="10465" y="16180"/>
                  </a:lnTo>
                  <a:lnTo>
                    <a:pt x="10504" y="16836"/>
                  </a:lnTo>
                  <a:lnTo>
                    <a:pt x="10504" y="17493"/>
                  </a:lnTo>
                  <a:lnTo>
                    <a:pt x="10504" y="18188"/>
                  </a:lnTo>
                  <a:lnTo>
                    <a:pt x="10427" y="18844"/>
                  </a:lnTo>
                  <a:lnTo>
                    <a:pt x="10311" y="19462"/>
                  </a:lnTo>
                  <a:lnTo>
                    <a:pt x="10118" y="20080"/>
                  </a:lnTo>
                  <a:lnTo>
                    <a:pt x="9886" y="20659"/>
                  </a:lnTo>
                  <a:lnTo>
                    <a:pt x="9538" y="21161"/>
                  </a:lnTo>
                  <a:lnTo>
                    <a:pt x="9384" y="21393"/>
                  </a:lnTo>
                  <a:lnTo>
                    <a:pt x="9152" y="21586"/>
                  </a:lnTo>
                  <a:lnTo>
                    <a:pt x="8959" y="21779"/>
                  </a:lnTo>
                  <a:lnTo>
                    <a:pt x="8728" y="21972"/>
                  </a:lnTo>
                  <a:lnTo>
                    <a:pt x="8496" y="22127"/>
                  </a:lnTo>
                  <a:lnTo>
                    <a:pt x="8226" y="22242"/>
                  </a:lnTo>
                  <a:lnTo>
                    <a:pt x="7955" y="22358"/>
                  </a:lnTo>
                  <a:lnTo>
                    <a:pt x="7685" y="22435"/>
                  </a:lnTo>
                  <a:lnTo>
                    <a:pt x="7415" y="22474"/>
                  </a:lnTo>
                  <a:lnTo>
                    <a:pt x="6797" y="22474"/>
                  </a:lnTo>
                  <a:lnTo>
                    <a:pt x="6488" y="22435"/>
                  </a:lnTo>
                  <a:lnTo>
                    <a:pt x="5909" y="22281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4"/>
                  </a:lnTo>
                  <a:lnTo>
                    <a:pt x="4094" y="20929"/>
                  </a:lnTo>
                  <a:lnTo>
                    <a:pt x="3785" y="20466"/>
                  </a:lnTo>
                  <a:lnTo>
                    <a:pt x="3476" y="19964"/>
                  </a:lnTo>
                  <a:lnTo>
                    <a:pt x="3244" y="19424"/>
                  </a:lnTo>
                  <a:lnTo>
                    <a:pt x="3051" y="18883"/>
                  </a:lnTo>
                  <a:lnTo>
                    <a:pt x="2897" y="18342"/>
                  </a:lnTo>
                  <a:lnTo>
                    <a:pt x="2781" y="17802"/>
                  </a:lnTo>
                  <a:lnTo>
                    <a:pt x="2704" y="17222"/>
                  </a:lnTo>
                  <a:lnTo>
                    <a:pt x="2588" y="16103"/>
                  </a:lnTo>
                  <a:lnTo>
                    <a:pt x="2511" y="14944"/>
                  </a:lnTo>
                  <a:lnTo>
                    <a:pt x="2511" y="13747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2"/>
                  </a:lnTo>
                  <a:lnTo>
                    <a:pt x="3128" y="8689"/>
                  </a:lnTo>
                  <a:lnTo>
                    <a:pt x="3283" y="7916"/>
                  </a:lnTo>
                  <a:lnTo>
                    <a:pt x="3515" y="7183"/>
                  </a:lnTo>
                  <a:lnTo>
                    <a:pt x="4132" y="7453"/>
                  </a:lnTo>
                  <a:lnTo>
                    <a:pt x="4827" y="7685"/>
                  </a:lnTo>
                  <a:lnTo>
                    <a:pt x="5522" y="7839"/>
                  </a:lnTo>
                  <a:lnTo>
                    <a:pt x="5909" y="7916"/>
                  </a:lnTo>
                  <a:lnTo>
                    <a:pt x="6256" y="7916"/>
                  </a:lnTo>
                  <a:lnTo>
                    <a:pt x="6604" y="7955"/>
                  </a:lnTo>
                  <a:lnTo>
                    <a:pt x="6990" y="7916"/>
                  </a:lnTo>
                  <a:lnTo>
                    <a:pt x="7299" y="7878"/>
                  </a:lnTo>
                  <a:lnTo>
                    <a:pt x="7646" y="7762"/>
                  </a:lnTo>
                  <a:lnTo>
                    <a:pt x="7955" y="7646"/>
                  </a:lnTo>
                  <a:lnTo>
                    <a:pt x="8264" y="7492"/>
                  </a:lnTo>
                  <a:lnTo>
                    <a:pt x="8573" y="7260"/>
                  </a:lnTo>
                  <a:lnTo>
                    <a:pt x="8805" y="7028"/>
                  </a:lnTo>
                  <a:close/>
                  <a:moveTo>
                    <a:pt x="8650" y="22474"/>
                  </a:moveTo>
                  <a:lnTo>
                    <a:pt x="8766" y="22822"/>
                  </a:lnTo>
                  <a:lnTo>
                    <a:pt x="8921" y="23169"/>
                  </a:lnTo>
                  <a:lnTo>
                    <a:pt x="8496" y="23401"/>
                  </a:lnTo>
                  <a:lnTo>
                    <a:pt x="8071" y="23555"/>
                  </a:lnTo>
                  <a:lnTo>
                    <a:pt x="7608" y="23633"/>
                  </a:lnTo>
                  <a:lnTo>
                    <a:pt x="7144" y="23671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2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4"/>
                  </a:lnTo>
                  <a:lnTo>
                    <a:pt x="5870" y="22629"/>
                  </a:lnTo>
                  <a:lnTo>
                    <a:pt x="6256" y="22783"/>
                  </a:lnTo>
                  <a:lnTo>
                    <a:pt x="6681" y="22860"/>
                  </a:lnTo>
                  <a:lnTo>
                    <a:pt x="7067" y="22899"/>
                  </a:lnTo>
                  <a:lnTo>
                    <a:pt x="7453" y="22860"/>
                  </a:lnTo>
                  <a:lnTo>
                    <a:pt x="7878" y="22822"/>
                  </a:lnTo>
                  <a:lnTo>
                    <a:pt x="8264" y="22667"/>
                  </a:lnTo>
                  <a:lnTo>
                    <a:pt x="8650" y="22474"/>
                  </a:lnTo>
                  <a:close/>
                  <a:moveTo>
                    <a:pt x="10890" y="16798"/>
                  </a:moveTo>
                  <a:lnTo>
                    <a:pt x="11392" y="17261"/>
                  </a:lnTo>
                  <a:lnTo>
                    <a:pt x="11933" y="17647"/>
                  </a:lnTo>
                  <a:lnTo>
                    <a:pt x="12512" y="18033"/>
                  </a:lnTo>
                  <a:lnTo>
                    <a:pt x="13091" y="18342"/>
                  </a:lnTo>
                  <a:lnTo>
                    <a:pt x="12937" y="19771"/>
                  </a:lnTo>
                  <a:lnTo>
                    <a:pt x="12821" y="21238"/>
                  </a:lnTo>
                  <a:lnTo>
                    <a:pt x="12705" y="24212"/>
                  </a:lnTo>
                  <a:lnTo>
                    <a:pt x="11894" y="23594"/>
                  </a:lnTo>
                  <a:lnTo>
                    <a:pt x="11044" y="23015"/>
                  </a:lnTo>
                  <a:lnTo>
                    <a:pt x="10813" y="22860"/>
                  </a:lnTo>
                  <a:lnTo>
                    <a:pt x="10620" y="22667"/>
                  </a:lnTo>
                  <a:lnTo>
                    <a:pt x="10581" y="22590"/>
                  </a:lnTo>
                  <a:lnTo>
                    <a:pt x="10542" y="22435"/>
                  </a:lnTo>
                  <a:lnTo>
                    <a:pt x="10542" y="22127"/>
                  </a:lnTo>
                  <a:lnTo>
                    <a:pt x="10542" y="21393"/>
                  </a:lnTo>
                  <a:lnTo>
                    <a:pt x="10504" y="20659"/>
                  </a:lnTo>
                  <a:lnTo>
                    <a:pt x="10504" y="20582"/>
                  </a:lnTo>
                  <a:lnTo>
                    <a:pt x="10465" y="20543"/>
                  </a:lnTo>
                  <a:lnTo>
                    <a:pt x="10388" y="20466"/>
                  </a:lnTo>
                  <a:lnTo>
                    <a:pt x="10542" y="19964"/>
                  </a:lnTo>
                  <a:lnTo>
                    <a:pt x="10697" y="19424"/>
                  </a:lnTo>
                  <a:lnTo>
                    <a:pt x="10774" y="18883"/>
                  </a:lnTo>
                  <a:lnTo>
                    <a:pt x="10851" y="18304"/>
                  </a:lnTo>
                  <a:lnTo>
                    <a:pt x="10890" y="17570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4"/>
                  </a:lnTo>
                  <a:lnTo>
                    <a:pt x="6140" y="23826"/>
                  </a:lnTo>
                  <a:lnTo>
                    <a:pt x="6642" y="23941"/>
                  </a:lnTo>
                  <a:lnTo>
                    <a:pt x="7144" y="23980"/>
                  </a:lnTo>
                  <a:lnTo>
                    <a:pt x="7646" y="23980"/>
                  </a:lnTo>
                  <a:lnTo>
                    <a:pt x="8148" y="23864"/>
                  </a:lnTo>
                  <a:lnTo>
                    <a:pt x="8612" y="23710"/>
                  </a:lnTo>
                  <a:lnTo>
                    <a:pt x="9075" y="23439"/>
                  </a:lnTo>
                  <a:lnTo>
                    <a:pt x="9384" y="23903"/>
                  </a:lnTo>
                  <a:lnTo>
                    <a:pt x="8843" y="24173"/>
                  </a:lnTo>
                  <a:lnTo>
                    <a:pt x="8303" y="24366"/>
                  </a:lnTo>
                  <a:lnTo>
                    <a:pt x="7762" y="24482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3"/>
                  </a:lnTo>
                  <a:lnTo>
                    <a:pt x="5561" y="24289"/>
                  </a:lnTo>
                  <a:lnTo>
                    <a:pt x="4982" y="24096"/>
                  </a:lnTo>
                  <a:lnTo>
                    <a:pt x="5059" y="23903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7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2"/>
                  </a:lnTo>
                  <a:lnTo>
                    <a:pt x="2974" y="19771"/>
                  </a:lnTo>
                  <a:lnTo>
                    <a:pt x="3244" y="20312"/>
                  </a:lnTo>
                  <a:lnTo>
                    <a:pt x="3244" y="20350"/>
                  </a:lnTo>
                  <a:lnTo>
                    <a:pt x="3206" y="21200"/>
                  </a:lnTo>
                  <a:lnTo>
                    <a:pt x="3244" y="22049"/>
                  </a:lnTo>
                  <a:lnTo>
                    <a:pt x="3283" y="22358"/>
                  </a:lnTo>
                  <a:lnTo>
                    <a:pt x="3321" y="22706"/>
                  </a:lnTo>
                  <a:lnTo>
                    <a:pt x="3321" y="23053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8"/>
                  </a:lnTo>
                  <a:lnTo>
                    <a:pt x="3051" y="23633"/>
                  </a:lnTo>
                  <a:lnTo>
                    <a:pt x="2704" y="23903"/>
                  </a:lnTo>
                  <a:lnTo>
                    <a:pt x="2009" y="24405"/>
                  </a:lnTo>
                  <a:lnTo>
                    <a:pt x="773" y="25409"/>
                  </a:lnTo>
                  <a:lnTo>
                    <a:pt x="811" y="24675"/>
                  </a:lnTo>
                  <a:lnTo>
                    <a:pt x="850" y="23941"/>
                  </a:lnTo>
                  <a:lnTo>
                    <a:pt x="811" y="23169"/>
                  </a:lnTo>
                  <a:lnTo>
                    <a:pt x="773" y="22435"/>
                  </a:lnTo>
                  <a:lnTo>
                    <a:pt x="657" y="21238"/>
                  </a:lnTo>
                  <a:lnTo>
                    <a:pt x="503" y="20466"/>
                  </a:lnTo>
                  <a:lnTo>
                    <a:pt x="425" y="20080"/>
                  </a:lnTo>
                  <a:lnTo>
                    <a:pt x="464" y="19694"/>
                  </a:lnTo>
                  <a:lnTo>
                    <a:pt x="503" y="19655"/>
                  </a:lnTo>
                  <a:lnTo>
                    <a:pt x="541" y="19578"/>
                  </a:lnTo>
                  <a:lnTo>
                    <a:pt x="541" y="19539"/>
                  </a:lnTo>
                  <a:lnTo>
                    <a:pt x="541" y="19462"/>
                  </a:lnTo>
                  <a:lnTo>
                    <a:pt x="1429" y="18420"/>
                  </a:lnTo>
                  <a:lnTo>
                    <a:pt x="2356" y="17377"/>
                  </a:lnTo>
                  <a:close/>
                  <a:moveTo>
                    <a:pt x="8148" y="24830"/>
                  </a:moveTo>
                  <a:lnTo>
                    <a:pt x="8148" y="25061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7"/>
                  </a:lnTo>
                  <a:lnTo>
                    <a:pt x="7878" y="25216"/>
                  </a:lnTo>
                  <a:lnTo>
                    <a:pt x="7839" y="25293"/>
                  </a:lnTo>
                  <a:lnTo>
                    <a:pt x="7839" y="25370"/>
                  </a:lnTo>
                  <a:lnTo>
                    <a:pt x="7994" y="25872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59"/>
                  </a:lnTo>
                  <a:lnTo>
                    <a:pt x="8148" y="28961"/>
                  </a:lnTo>
                  <a:lnTo>
                    <a:pt x="8071" y="29502"/>
                  </a:lnTo>
                  <a:lnTo>
                    <a:pt x="7762" y="29193"/>
                  </a:lnTo>
                  <a:lnTo>
                    <a:pt x="7453" y="28884"/>
                  </a:lnTo>
                  <a:lnTo>
                    <a:pt x="7260" y="28537"/>
                  </a:lnTo>
                  <a:lnTo>
                    <a:pt x="7067" y="28189"/>
                  </a:lnTo>
                  <a:lnTo>
                    <a:pt x="6951" y="27803"/>
                  </a:lnTo>
                  <a:lnTo>
                    <a:pt x="6874" y="27417"/>
                  </a:lnTo>
                  <a:lnTo>
                    <a:pt x="6835" y="26953"/>
                  </a:lnTo>
                  <a:lnTo>
                    <a:pt x="6835" y="26490"/>
                  </a:lnTo>
                  <a:lnTo>
                    <a:pt x="6874" y="26104"/>
                  </a:lnTo>
                  <a:lnTo>
                    <a:pt x="6874" y="25756"/>
                  </a:lnTo>
                  <a:lnTo>
                    <a:pt x="6835" y="25602"/>
                  </a:lnTo>
                  <a:lnTo>
                    <a:pt x="6758" y="25486"/>
                  </a:lnTo>
                  <a:lnTo>
                    <a:pt x="6642" y="25370"/>
                  </a:lnTo>
                  <a:lnTo>
                    <a:pt x="6488" y="25293"/>
                  </a:lnTo>
                  <a:lnTo>
                    <a:pt x="6604" y="25100"/>
                  </a:lnTo>
                  <a:lnTo>
                    <a:pt x="6720" y="24984"/>
                  </a:lnTo>
                  <a:lnTo>
                    <a:pt x="7106" y="24984"/>
                  </a:lnTo>
                  <a:lnTo>
                    <a:pt x="7453" y="24945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4"/>
                  </a:lnTo>
                  <a:lnTo>
                    <a:pt x="9500" y="25409"/>
                  </a:lnTo>
                  <a:lnTo>
                    <a:pt x="9809" y="25795"/>
                  </a:lnTo>
                  <a:lnTo>
                    <a:pt x="10118" y="26258"/>
                  </a:lnTo>
                  <a:lnTo>
                    <a:pt x="9847" y="26220"/>
                  </a:lnTo>
                  <a:lnTo>
                    <a:pt x="9616" y="26104"/>
                  </a:lnTo>
                  <a:lnTo>
                    <a:pt x="9423" y="25949"/>
                  </a:lnTo>
                  <a:lnTo>
                    <a:pt x="9230" y="25756"/>
                  </a:lnTo>
                  <a:lnTo>
                    <a:pt x="9191" y="25679"/>
                  </a:lnTo>
                  <a:lnTo>
                    <a:pt x="8998" y="25679"/>
                  </a:lnTo>
                  <a:lnTo>
                    <a:pt x="8959" y="25718"/>
                  </a:lnTo>
                  <a:lnTo>
                    <a:pt x="8921" y="25795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0"/>
                  </a:lnTo>
                  <a:lnTo>
                    <a:pt x="9423" y="27069"/>
                  </a:lnTo>
                  <a:lnTo>
                    <a:pt x="9500" y="27378"/>
                  </a:lnTo>
                  <a:lnTo>
                    <a:pt x="9538" y="27687"/>
                  </a:lnTo>
                  <a:lnTo>
                    <a:pt x="9538" y="27996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79"/>
                  </a:lnTo>
                  <a:lnTo>
                    <a:pt x="9230" y="29888"/>
                  </a:lnTo>
                  <a:lnTo>
                    <a:pt x="9075" y="30158"/>
                  </a:lnTo>
                  <a:lnTo>
                    <a:pt x="8921" y="30429"/>
                  </a:lnTo>
                  <a:lnTo>
                    <a:pt x="8728" y="30660"/>
                  </a:lnTo>
                  <a:lnTo>
                    <a:pt x="8534" y="30776"/>
                  </a:lnTo>
                  <a:lnTo>
                    <a:pt x="8341" y="30853"/>
                  </a:lnTo>
                  <a:lnTo>
                    <a:pt x="8187" y="30853"/>
                  </a:lnTo>
                  <a:lnTo>
                    <a:pt x="7994" y="30776"/>
                  </a:lnTo>
                  <a:lnTo>
                    <a:pt x="7839" y="30699"/>
                  </a:lnTo>
                  <a:lnTo>
                    <a:pt x="7685" y="30583"/>
                  </a:lnTo>
                  <a:lnTo>
                    <a:pt x="7376" y="30274"/>
                  </a:lnTo>
                  <a:lnTo>
                    <a:pt x="6874" y="29772"/>
                  </a:lnTo>
                  <a:lnTo>
                    <a:pt x="6681" y="29502"/>
                  </a:lnTo>
                  <a:lnTo>
                    <a:pt x="6488" y="29193"/>
                  </a:lnTo>
                  <a:lnTo>
                    <a:pt x="6295" y="28846"/>
                  </a:lnTo>
                  <a:lnTo>
                    <a:pt x="6102" y="28459"/>
                  </a:lnTo>
                  <a:lnTo>
                    <a:pt x="5986" y="28073"/>
                  </a:lnTo>
                  <a:lnTo>
                    <a:pt x="5909" y="27687"/>
                  </a:lnTo>
                  <a:lnTo>
                    <a:pt x="5870" y="27262"/>
                  </a:lnTo>
                  <a:lnTo>
                    <a:pt x="5870" y="26876"/>
                  </a:lnTo>
                  <a:lnTo>
                    <a:pt x="5909" y="26490"/>
                  </a:lnTo>
                  <a:lnTo>
                    <a:pt x="6024" y="26065"/>
                  </a:lnTo>
                  <a:lnTo>
                    <a:pt x="6024" y="25949"/>
                  </a:lnTo>
                  <a:lnTo>
                    <a:pt x="5947" y="25911"/>
                  </a:lnTo>
                  <a:lnTo>
                    <a:pt x="5870" y="25872"/>
                  </a:lnTo>
                  <a:lnTo>
                    <a:pt x="5793" y="25872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7"/>
                  </a:lnTo>
                  <a:lnTo>
                    <a:pt x="5445" y="25100"/>
                  </a:lnTo>
                  <a:lnTo>
                    <a:pt x="5716" y="24752"/>
                  </a:lnTo>
                  <a:lnTo>
                    <a:pt x="6102" y="24868"/>
                  </a:lnTo>
                  <a:lnTo>
                    <a:pt x="6488" y="24945"/>
                  </a:lnTo>
                  <a:lnTo>
                    <a:pt x="6333" y="25100"/>
                  </a:lnTo>
                  <a:lnTo>
                    <a:pt x="6179" y="25293"/>
                  </a:lnTo>
                  <a:lnTo>
                    <a:pt x="6179" y="25370"/>
                  </a:lnTo>
                  <a:lnTo>
                    <a:pt x="6179" y="25447"/>
                  </a:lnTo>
                  <a:lnTo>
                    <a:pt x="6256" y="25486"/>
                  </a:lnTo>
                  <a:lnTo>
                    <a:pt x="6295" y="25486"/>
                  </a:lnTo>
                  <a:lnTo>
                    <a:pt x="6372" y="25525"/>
                  </a:lnTo>
                  <a:lnTo>
                    <a:pt x="6449" y="25602"/>
                  </a:lnTo>
                  <a:lnTo>
                    <a:pt x="6526" y="25795"/>
                  </a:lnTo>
                  <a:lnTo>
                    <a:pt x="6565" y="26104"/>
                  </a:lnTo>
                  <a:lnTo>
                    <a:pt x="6604" y="26451"/>
                  </a:lnTo>
                  <a:lnTo>
                    <a:pt x="6604" y="27146"/>
                  </a:lnTo>
                  <a:lnTo>
                    <a:pt x="6604" y="27610"/>
                  </a:lnTo>
                  <a:lnTo>
                    <a:pt x="6681" y="28073"/>
                  </a:lnTo>
                  <a:lnTo>
                    <a:pt x="6835" y="28498"/>
                  </a:lnTo>
                  <a:lnTo>
                    <a:pt x="7067" y="28923"/>
                  </a:lnTo>
                  <a:lnTo>
                    <a:pt x="7376" y="29309"/>
                  </a:lnTo>
                  <a:lnTo>
                    <a:pt x="7569" y="29463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49"/>
                  </a:lnTo>
                  <a:lnTo>
                    <a:pt x="8264" y="29849"/>
                  </a:lnTo>
                  <a:lnTo>
                    <a:pt x="8303" y="29811"/>
                  </a:lnTo>
                  <a:lnTo>
                    <a:pt x="8303" y="29734"/>
                  </a:lnTo>
                  <a:lnTo>
                    <a:pt x="8303" y="29695"/>
                  </a:lnTo>
                  <a:lnTo>
                    <a:pt x="8303" y="29656"/>
                  </a:lnTo>
                  <a:lnTo>
                    <a:pt x="8419" y="29154"/>
                  </a:lnTo>
                  <a:lnTo>
                    <a:pt x="8496" y="28614"/>
                  </a:lnTo>
                  <a:lnTo>
                    <a:pt x="8534" y="28112"/>
                  </a:lnTo>
                  <a:lnTo>
                    <a:pt x="8534" y="27571"/>
                  </a:lnTo>
                  <a:lnTo>
                    <a:pt x="8534" y="27069"/>
                  </a:lnTo>
                  <a:lnTo>
                    <a:pt x="8457" y="26567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6"/>
                  </a:lnTo>
                  <a:lnTo>
                    <a:pt x="8650" y="25409"/>
                  </a:lnTo>
                  <a:lnTo>
                    <a:pt x="8650" y="25370"/>
                  </a:lnTo>
                  <a:lnTo>
                    <a:pt x="8612" y="25293"/>
                  </a:lnTo>
                  <a:lnTo>
                    <a:pt x="8380" y="24791"/>
                  </a:lnTo>
                  <a:lnTo>
                    <a:pt x="8805" y="24637"/>
                  </a:lnTo>
                  <a:close/>
                  <a:moveTo>
                    <a:pt x="6449" y="0"/>
                  </a:moveTo>
                  <a:lnTo>
                    <a:pt x="6411" y="39"/>
                  </a:lnTo>
                  <a:lnTo>
                    <a:pt x="6411" y="116"/>
                  </a:lnTo>
                  <a:lnTo>
                    <a:pt x="6333" y="116"/>
                  </a:lnTo>
                  <a:lnTo>
                    <a:pt x="6295" y="193"/>
                  </a:lnTo>
                  <a:lnTo>
                    <a:pt x="5600" y="1275"/>
                  </a:lnTo>
                  <a:lnTo>
                    <a:pt x="4943" y="2433"/>
                  </a:lnTo>
                  <a:lnTo>
                    <a:pt x="4403" y="3591"/>
                  </a:lnTo>
                  <a:lnTo>
                    <a:pt x="3901" y="4827"/>
                  </a:lnTo>
                  <a:lnTo>
                    <a:pt x="3437" y="6063"/>
                  </a:lnTo>
                  <a:lnTo>
                    <a:pt x="3090" y="7298"/>
                  </a:lnTo>
                  <a:lnTo>
                    <a:pt x="2742" y="8573"/>
                  </a:lnTo>
                  <a:lnTo>
                    <a:pt x="2511" y="9847"/>
                  </a:lnTo>
                  <a:lnTo>
                    <a:pt x="2317" y="11160"/>
                  </a:lnTo>
                  <a:lnTo>
                    <a:pt x="2202" y="12473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8"/>
                  </a:lnTo>
                  <a:lnTo>
                    <a:pt x="541" y="18806"/>
                  </a:lnTo>
                  <a:lnTo>
                    <a:pt x="39" y="19462"/>
                  </a:lnTo>
                  <a:lnTo>
                    <a:pt x="1" y="19501"/>
                  </a:lnTo>
                  <a:lnTo>
                    <a:pt x="1" y="19578"/>
                  </a:lnTo>
                  <a:lnTo>
                    <a:pt x="78" y="19694"/>
                  </a:lnTo>
                  <a:lnTo>
                    <a:pt x="39" y="19964"/>
                  </a:lnTo>
                  <a:lnTo>
                    <a:pt x="39" y="20273"/>
                  </a:lnTo>
                  <a:lnTo>
                    <a:pt x="39" y="20543"/>
                  </a:lnTo>
                  <a:lnTo>
                    <a:pt x="78" y="20852"/>
                  </a:lnTo>
                  <a:lnTo>
                    <a:pt x="194" y="21431"/>
                  </a:lnTo>
                  <a:lnTo>
                    <a:pt x="309" y="22011"/>
                  </a:lnTo>
                  <a:lnTo>
                    <a:pt x="387" y="22899"/>
                  </a:lnTo>
                  <a:lnTo>
                    <a:pt x="425" y="23748"/>
                  </a:lnTo>
                  <a:lnTo>
                    <a:pt x="425" y="24637"/>
                  </a:lnTo>
                  <a:lnTo>
                    <a:pt x="387" y="25486"/>
                  </a:lnTo>
                  <a:lnTo>
                    <a:pt x="387" y="25602"/>
                  </a:lnTo>
                  <a:lnTo>
                    <a:pt x="464" y="25640"/>
                  </a:lnTo>
                  <a:lnTo>
                    <a:pt x="503" y="25679"/>
                  </a:lnTo>
                  <a:lnTo>
                    <a:pt x="580" y="25679"/>
                  </a:lnTo>
                  <a:lnTo>
                    <a:pt x="618" y="25756"/>
                  </a:lnTo>
                  <a:lnTo>
                    <a:pt x="696" y="25795"/>
                  </a:lnTo>
                  <a:lnTo>
                    <a:pt x="811" y="25795"/>
                  </a:lnTo>
                  <a:lnTo>
                    <a:pt x="1584" y="25254"/>
                  </a:lnTo>
                  <a:lnTo>
                    <a:pt x="2279" y="24714"/>
                  </a:lnTo>
                  <a:lnTo>
                    <a:pt x="3746" y="23594"/>
                  </a:lnTo>
                  <a:lnTo>
                    <a:pt x="3785" y="23478"/>
                  </a:lnTo>
                  <a:lnTo>
                    <a:pt x="3785" y="23362"/>
                  </a:lnTo>
                  <a:lnTo>
                    <a:pt x="3630" y="22088"/>
                  </a:lnTo>
                  <a:lnTo>
                    <a:pt x="3592" y="20814"/>
                  </a:lnTo>
                  <a:lnTo>
                    <a:pt x="3939" y="21277"/>
                  </a:lnTo>
                  <a:lnTo>
                    <a:pt x="4364" y="21663"/>
                  </a:lnTo>
                  <a:lnTo>
                    <a:pt x="4789" y="22049"/>
                  </a:lnTo>
                  <a:lnTo>
                    <a:pt x="5252" y="22358"/>
                  </a:lnTo>
                  <a:lnTo>
                    <a:pt x="5059" y="22744"/>
                  </a:lnTo>
                  <a:lnTo>
                    <a:pt x="4866" y="23169"/>
                  </a:lnTo>
                  <a:lnTo>
                    <a:pt x="4712" y="23633"/>
                  </a:lnTo>
                  <a:lnTo>
                    <a:pt x="4673" y="23864"/>
                  </a:lnTo>
                  <a:lnTo>
                    <a:pt x="4712" y="24096"/>
                  </a:lnTo>
                  <a:lnTo>
                    <a:pt x="4750" y="24173"/>
                  </a:lnTo>
                  <a:lnTo>
                    <a:pt x="4789" y="24212"/>
                  </a:lnTo>
                  <a:lnTo>
                    <a:pt x="4827" y="24250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5"/>
                  </a:lnTo>
                  <a:lnTo>
                    <a:pt x="5329" y="24868"/>
                  </a:lnTo>
                  <a:lnTo>
                    <a:pt x="5175" y="25061"/>
                  </a:lnTo>
                  <a:lnTo>
                    <a:pt x="5020" y="25254"/>
                  </a:lnTo>
                  <a:lnTo>
                    <a:pt x="4905" y="25486"/>
                  </a:lnTo>
                  <a:lnTo>
                    <a:pt x="4827" y="25718"/>
                  </a:lnTo>
                  <a:lnTo>
                    <a:pt x="4750" y="25949"/>
                  </a:lnTo>
                  <a:lnTo>
                    <a:pt x="4712" y="26220"/>
                  </a:lnTo>
                  <a:lnTo>
                    <a:pt x="4712" y="26490"/>
                  </a:lnTo>
                  <a:lnTo>
                    <a:pt x="4712" y="26567"/>
                  </a:lnTo>
                  <a:lnTo>
                    <a:pt x="4789" y="26644"/>
                  </a:lnTo>
                  <a:lnTo>
                    <a:pt x="4943" y="26644"/>
                  </a:lnTo>
                  <a:lnTo>
                    <a:pt x="5638" y="26297"/>
                  </a:lnTo>
                  <a:lnTo>
                    <a:pt x="5638" y="26297"/>
                  </a:lnTo>
                  <a:lnTo>
                    <a:pt x="5561" y="26722"/>
                  </a:lnTo>
                  <a:lnTo>
                    <a:pt x="5561" y="27146"/>
                  </a:lnTo>
                  <a:lnTo>
                    <a:pt x="5561" y="27533"/>
                  </a:lnTo>
                  <a:lnTo>
                    <a:pt x="5638" y="27957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6"/>
                  </a:lnTo>
                  <a:lnTo>
                    <a:pt x="6256" y="29463"/>
                  </a:lnTo>
                  <a:lnTo>
                    <a:pt x="6642" y="30004"/>
                  </a:lnTo>
                  <a:lnTo>
                    <a:pt x="6913" y="30351"/>
                  </a:lnTo>
                  <a:lnTo>
                    <a:pt x="7183" y="30660"/>
                  </a:lnTo>
                  <a:lnTo>
                    <a:pt x="7530" y="30969"/>
                  </a:lnTo>
                  <a:lnTo>
                    <a:pt x="7839" y="31162"/>
                  </a:lnTo>
                  <a:lnTo>
                    <a:pt x="7994" y="31240"/>
                  </a:lnTo>
                  <a:lnTo>
                    <a:pt x="8148" y="31317"/>
                  </a:lnTo>
                  <a:lnTo>
                    <a:pt x="8303" y="31317"/>
                  </a:lnTo>
                  <a:lnTo>
                    <a:pt x="8457" y="31278"/>
                  </a:lnTo>
                  <a:lnTo>
                    <a:pt x="8612" y="31240"/>
                  </a:lnTo>
                  <a:lnTo>
                    <a:pt x="8766" y="31162"/>
                  </a:lnTo>
                  <a:lnTo>
                    <a:pt x="8998" y="30892"/>
                  </a:lnTo>
                  <a:lnTo>
                    <a:pt x="9230" y="30583"/>
                  </a:lnTo>
                  <a:lnTo>
                    <a:pt x="9423" y="30236"/>
                  </a:lnTo>
                  <a:lnTo>
                    <a:pt x="9577" y="29849"/>
                  </a:lnTo>
                  <a:lnTo>
                    <a:pt x="9693" y="29463"/>
                  </a:lnTo>
                  <a:lnTo>
                    <a:pt x="9847" y="28807"/>
                  </a:lnTo>
                  <a:lnTo>
                    <a:pt x="9886" y="28228"/>
                  </a:lnTo>
                  <a:lnTo>
                    <a:pt x="9847" y="27610"/>
                  </a:lnTo>
                  <a:lnTo>
                    <a:pt x="9770" y="27031"/>
                  </a:lnTo>
                  <a:lnTo>
                    <a:pt x="9577" y="26490"/>
                  </a:lnTo>
                  <a:lnTo>
                    <a:pt x="9770" y="26529"/>
                  </a:lnTo>
                  <a:lnTo>
                    <a:pt x="9963" y="26567"/>
                  </a:lnTo>
                  <a:lnTo>
                    <a:pt x="10156" y="26606"/>
                  </a:lnTo>
                  <a:lnTo>
                    <a:pt x="10388" y="26606"/>
                  </a:lnTo>
                  <a:lnTo>
                    <a:pt x="10465" y="26567"/>
                  </a:lnTo>
                  <a:lnTo>
                    <a:pt x="10542" y="26529"/>
                  </a:lnTo>
                  <a:lnTo>
                    <a:pt x="10542" y="26451"/>
                  </a:lnTo>
                  <a:lnTo>
                    <a:pt x="10542" y="26336"/>
                  </a:lnTo>
                  <a:lnTo>
                    <a:pt x="10233" y="25834"/>
                  </a:lnTo>
                  <a:lnTo>
                    <a:pt x="9925" y="25332"/>
                  </a:lnTo>
                  <a:lnTo>
                    <a:pt x="9538" y="24868"/>
                  </a:lnTo>
                  <a:lnTo>
                    <a:pt x="9114" y="24482"/>
                  </a:lnTo>
                  <a:lnTo>
                    <a:pt x="9616" y="24135"/>
                  </a:lnTo>
                  <a:lnTo>
                    <a:pt x="9693" y="24057"/>
                  </a:lnTo>
                  <a:lnTo>
                    <a:pt x="9732" y="23980"/>
                  </a:lnTo>
                  <a:lnTo>
                    <a:pt x="9770" y="23941"/>
                  </a:lnTo>
                  <a:lnTo>
                    <a:pt x="9732" y="23864"/>
                  </a:lnTo>
                  <a:lnTo>
                    <a:pt x="9307" y="23092"/>
                  </a:lnTo>
                  <a:lnTo>
                    <a:pt x="9114" y="22706"/>
                  </a:lnTo>
                  <a:lnTo>
                    <a:pt x="8959" y="22281"/>
                  </a:lnTo>
                  <a:lnTo>
                    <a:pt x="9114" y="22204"/>
                  </a:lnTo>
                  <a:lnTo>
                    <a:pt x="9423" y="21933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8"/>
                  </a:lnTo>
                  <a:lnTo>
                    <a:pt x="10118" y="21895"/>
                  </a:lnTo>
                  <a:lnTo>
                    <a:pt x="10040" y="22822"/>
                  </a:lnTo>
                  <a:lnTo>
                    <a:pt x="10079" y="22899"/>
                  </a:lnTo>
                  <a:lnTo>
                    <a:pt x="10156" y="22976"/>
                  </a:lnTo>
                  <a:lnTo>
                    <a:pt x="10813" y="23401"/>
                  </a:lnTo>
                  <a:lnTo>
                    <a:pt x="11469" y="23826"/>
                  </a:lnTo>
                  <a:lnTo>
                    <a:pt x="12126" y="24289"/>
                  </a:lnTo>
                  <a:lnTo>
                    <a:pt x="12743" y="24752"/>
                  </a:lnTo>
                  <a:lnTo>
                    <a:pt x="12859" y="24830"/>
                  </a:lnTo>
                  <a:lnTo>
                    <a:pt x="12975" y="24791"/>
                  </a:lnTo>
                  <a:lnTo>
                    <a:pt x="13052" y="24752"/>
                  </a:lnTo>
                  <a:lnTo>
                    <a:pt x="13091" y="24637"/>
                  </a:lnTo>
                  <a:lnTo>
                    <a:pt x="13323" y="21393"/>
                  </a:lnTo>
                  <a:lnTo>
                    <a:pt x="13400" y="19771"/>
                  </a:lnTo>
                  <a:lnTo>
                    <a:pt x="13439" y="18960"/>
                  </a:lnTo>
                  <a:lnTo>
                    <a:pt x="13400" y="18188"/>
                  </a:lnTo>
                  <a:lnTo>
                    <a:pt x="13361" y="18072"/>
                  </a:lnTo>
                  <a:lnTo>
                    <a:pt x="13323" y="18033"/>
                  </a:lnTo>
                  <a:lnTo>
                    <a:pt x="13284" y="18033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4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5" y="14558"/>
                  </a:lnTo>
                  <a:lnTo>
                    <a:pt x="10620" y="13631"/>
                  </a:lnTo>
                  <a:lnTo>
                    <a:pt x="10504" y="12705"/>
                  </a:lnTo>
                  <a:lnTo>
                    <a:pt x="10233" y="11121"/>
                  </a:lnTo>
                  <a:lnTo>
                    <a:pt x="9886" y="9538"/>
                  </a:lnTo>
                  <a:lnTo>
                    <a:pt x="9500" y="7955"/>
                  </a:lnTo>
                  <a:lnTo>
                    <a:pt x="9036" y="6410"/>
                  </a:lnTo>
                  <a:lnTo>
                    <a:pt x="8534" y="4866"/>
                  </a:lnTo>
                  <a:lnTo>
                    <a:pt x="7994" y="3321"/>
                  </a:lnTo>
                  <a:lnTo>
                    <a:pt x="7415" y="1815"/>
                  </a:lnTo>
                  <a:lnTo>
                    <a:pt x="6835" y="309"/>
                  </a:lnTo>
                  <a:lnTo>
                    <a:pt x="6797" y="232"/>
                  </a:lnTo>
                  <a:lnTo>
                    <a:pt x="6720" y="193"/>
                  </a:lnTo>
                  <a:lnTo>
                    <a:pt x="6642" y="155"/>
                  </a:lnTo>
                  <a:lnTo>
                    <a:pt x="6604" y="39"/>
                  </a:lnTo>
                  <a:lnTo>
                    <a:pt x="652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0" name="Google Shape;2260;p9"/>
            <p:cNvSpPr/>
            <p:nvPr/>
          </p:nvSpPr>
          <p:spPr>
            <a:xfrm>
              <a:off x="6111425" y="397392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3" y="387"/>
                  </a:moveTo>
                  <a:lnTo>
                    <a:pt x="1121" y="425"/>
                  </a:lnTo>
                  <a:lnTo>
                    <a:pt x="1198" y="464"/>
                  </a:lnTo>
                  <a:lnTo>
                    <a:pt x="1237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7" y="1120"/>
                  </a:lnTo>
                  <a:lnTo>
                    <a:pt x="1159" y="1198"/>
                  </a:lnTo>
                  <a:lnTo>
                    <a:pt x="1082" y="1236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1" y="1159"/>
                  </a:lnTo>
                  <a:lnTo>
                    <a:pt x="464" y="1082"/>
                  </a:lnTo>
                  <a:lnTo>
                    <a:pt x="426" y="1004"/>
                  </a:lnTo>
                  <a:lnTo>
                    <a:pt x="387" y="889"/>
                  </a:lnTo>
                  <a:lnTo>
                    <a:pt x="387" y="773"/>
                  </a:lnTo>
                  <a:lnTo>
                    <a:pt x="464" y="580"/>
                  </a:lnTo>
                  <a:lnTo>
                    <a:pt x="541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7"/>
                  </a:lnTo>
                  <a:close/>
                  <a:moveTo>
                    <a:pt x="889" y="0"/>
                  </a:moveTo>
                  <a:lnTo>
                    <a:pt x="735" y="39"/>
                  </a:lnTo>
                  <a:lnTo>
                    <a:pt x="619" y="78"/>
                  </a:lnTo>
                  <a:lnTo>
                    <a:pt x="503" y="155"/>
                  </a:lnTo>
                  <a:lnTo>
                    <a:pt x="348" y="232"/>
                  </a:lnTo>
                  <a:lnTo>
                    <a:pt x="233" y="309"/>
                  </a:lnTo>
                  <a:lnTo>
                    <a:pt x="155" y="464"/>
                  </a:lnTo>
                  <a:lnTo>
                    <a:pt x="78" y="580"/>
                  </a:lnTo>
                  <a:lnTo>
                    <a:pt x="39" y="734"/>
                  </a:lnTo>
                  <a:lnTo>
                    <a:pt x="1" y="889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4" y="1352"/>
                  </a:lnTo>
                  <a:lnTo>
                    <a:pt x="310" y="1468"/>
                  </a:lnTo>
                  <a:lnTo>
                    <a:pt x="464" y="1584"/>
                  </a:lnTo>
                  <a:lnTo>
                    <a:pt x="657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45"/>
                  </a:lnTo>
                  <a:lnTo>
                    <a:pt x="1507" y="1429"/>
                  </a:lnTo>
                  <a:lnTo>
                    <a:pt x="1584" y="1275"/>
                  </a:lnTo>
                  <a:lnTo>
                    <a:pt x="1661" y="1120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80"/>
                  </a:lnTo>
                  <a:lnTo>
                    <a:pt x="1584" y="387"/>
                  </a:lnTo>
                  <a:lnTo>
                    <a:pt x="1507" y="271"/>
                  </a:lnTo>
                  <a:lnTo>
                    <a:pt x="1391" y="194"/>
                  </a:lnTo>
                  <a:lnTo>
                    <a:pt x="1275" y="116"/>
                  </a:lnTo>
                  <a:lnTo>
                    <a:pt x="1005" y="39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1" name="Google Shape;2261;p9"/>
            <p:cNvSpPr/>
            <p:nvPr/>
          </p:nvSpPr>
          <p:spPr>
            <a:xfrm>
              <a:off x="5921250" y="4000950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32" y="1"/>
                  </a:moveTo>
                  <a:lnTo>
                    <a:pt x="117" y="39"/>
                  </a:lnTo>
                  <a:lnTo>
                    <a:pt x="1" y="155"/>
                  </a:lnTo>
                  <a:lnTo>
                    <a:pt x="1" y="271"/>
                  </a:lnTo>
                  <a:lnTo>
                    <a:pt x="1" y="387"/>
                  </a:lnTo>
                  <a:lnTo>
                    <a:pt x="310" y="889"/>
                  </a:lnTo>
                  <a:lnTo>
                    <a:pt x="657" y="1391"/>
                  </a:lnTo>
                  <a:lnTo>
                    <a:pt x="1005" y="1893"/>
                  </a:lnTo>
                  <a:lnTo>
                    <a:pt x="1352" y="2356"/>
                  </a:lnTo>
                  <a:lnTo>
                    <a:pt x="1777" y="2781"/>
                  </a:lnTo>
                  <a:lnTo>
                    <a:pt x="2202" y="3206"/>
                  </a:lnTo>
                  <a:lnTo>
                    <a:pt x="2665" y="3592"/>
                  </a:lnTo>
                  <a:lnTo>
                    <a:pt x="3167" y="3901"/>
                  </a:lnTo>
                  <a:lnTo>
                    <a:pt x="3515" y="3785"/>
                  </a:lnTo>
                  <a:lnTo>
                    <a:pt x="2742" y="3013"/>
                  </a:lnTo>
                  <a:lnTo>
                    <a:pt x="2009" y="2240"/>
                  </a:lnTo>
                  <a:lnTo>
                    <a:pt x="1314" y="1429"/>
                  </a:lnTo>
                  <a:lnTo>
                    <a:pt x="1005" y="1005"/>
                  </a:lnTo>
                  <a:lnTo>
                    <a:pt x="696" y="580"/>
                  </a:lnTo>
                  <a:lnTo>
                    <a:pt x="1584" y="696"/>
                  </a:lnTo>
                  <a:lnTo>
                    <a:pt x="2472" y="889"/>
                  </a:lnTo>
                  <a:lnTo>
                    <a:pt x="2974" y="1043"/>
                  </a:lnTo>
                  <a:lnTo>
                    <a:pt x="3476" y="1236"/>
                  </a:lnTo>
                  <a:lnTo>
                    <a:pt x="3978" y="1391"/>
                  </a:lnTo>
                  <a:lnTo>
                    <a:pt x="4480" y="1507"/>
                  </a:lnTo>
                  <a:lnTo>
                    <a:pt x="4557" y="1507"/>
                  </a:lnTo>
                  <a:lnTo>
                    <a:pt x="4635" y="1584"/>
                  </a:lnTo>
                  <a:lnTo>
                    <a:pt x="4789" y="1584"/>
                  </a:lnTo>
                  <a:lnTo>
                    <a:pt x="4866" y="1507"/>
                  </a:lnTo>
                  <a:lnTo>
                    <a:pt x="4943" y="1429"/>
                  </a:lnTo>
                  <a:lnTo>
                    <a:pt x="4596" y="1159"/>
                  </a:lnTo>
                  <a:lnTo>
                    <a:pt x="4133" y="889"/>
                  </a:lnTo>
                  <a:lnTo>
                    <a:pt x="3592" y="657"/>
                  </a:lnTo>
                  <a:lnTo>
                    <a:pt x="3051" y="464"/>
                  </a:lnTo>
                  <a:lnTo>
                    <a:pt x="2511" y="310"/>
                  </a:lnTo>
                  <a:lnTo>
                    <a:pt x="1893" y="194"/>
                  </a:lnTo>
                  <a:lnTo>
                    <a:pt x="1314" y="117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2" name="Google Shape;2262;p9"/>
            <p:cNvSpPr/>
            <p:nvPr/>
          </p:nvSpPr>
          <p:spPr>
            <a:xfrm>
              <a:off x="6044825" y="4051150"/>
              <a:ext cx="126475" cy="70500"/>
            </a:xfrm>
            <a:custGeom>
              <a:avLst/>
              <a:gdLst/>
              <a:ahLst/>
              <a:cxnLst/>
              <a:rect l="l" t="t" r="r" b="b"/>
              <a:pathLst>
                <a:path w="5059" h="2820" extrusionOk="0">
                  <a:moveTo>
                    <a:pt x="4905" y="1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42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433"/>
                  </a:lnTo>
                  <a:lnTo>
                    <a:pt x="39" y="2511"/>
                  </a:lnTo>
                  <a:lnTo>
                    <a:pt x="0" y="2588"/>
                  </a:lnTo>
                  <a:lnTo>
                    <a:pt x="39" y="2704"/>
                  </a:lnTo>
                  <a:lnTo>
                    <a:pt x="116" y="2781"/>
                  </a:lnTo>
                  <a:lnTo>
                    <a:pt x="387" y="2820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95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121"/>
                  </a:lnTo>
                  <a:lnTo>
                    <a:pt x="4596" y="734"/>
                  </a:lnTo>
                  <a:lnTo>
                    <a:pt x="5059" y="348"/>
                  </a:lnTo>
                  <a:lnTo>
                    <a:pt x="490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3" name="Google Shape;2263;p9"/>
            <p:cNvSpPr/>
            <p:nvPr/>
          </p:nvSpPr>
          <p:spPr>
            <a:xfrm>
              <a:off x="1792350" y="4089775"/>
              <a:ext cx="345650" cy="269350"/>
            </a:xfrm>
            <a:custGeom>
              <a:avLst/>
              <a:gdLst/>
              <a:ahLst/>
              <a:cxnLst/>
              <a:rect l="l" t="t" r="r" b="b"/>
              <a:pathLst>
                <a:path w="13826" h="10774" extrusionOk="0">
                  <a:moveTo>
                    <a:pt x="3438" y="1004"/>
                  </a:moveTo>
                  <a:lnTo>
                    <a:pt x="3515" y="1081"/>
                  </a:lnTo>
                  <a:lnTo>
                    <a:pt x="3631" y="1159"/>
                  </a:lnTo>
                  <a:lnTo>
                    <a:pt x="3669" y="1275"/>
                  </a:lnTo>
                  <a:lnTo>
                    <a:pt x="3669" y="1429"/>
                  </a:lnTo>
                  <a:lnTo>
                    <a:pt x="3592" y="1661"/>
                  </a:lnTo>
                  <a:lnTo>
                    <a:pt x="3515" y="1815"/>
                  </a:lnTo>
                  <a:lnTo>
                    <a:pt x="3360" y="1931"/>
                  </a:lnTo>
                  <a:lnTo>
                    <a:pt x="3167" y="1970"/>
                  </a:lnTo>
                  <a:lnTo>
                    <a:pt x="2974" y="2008"/>
                  </a:lnTo>
                  <a:lnTo>
                    <a:pt x="2781" y="2008"/>
                  </a:lnTo>
                  <a:lnTo>
                    <a:pt x="2356" y="1931"/>
                  </a:lnTo>
                  <a:lnTo>
                    <a:pt x="2395" y="1892"/>
                  </a:lnTo>
                  <a:lnTo>
                    <a:pt x="2472" y="1661"/>
                  </a:lnTo>
                  <a:lnTo>
                    <a:pt x="2588" y="1429"/>
                  </a:lnTo>
                  <a:lnTo>
                    <a:pt x="2704" y="1236"/>
                  </a:lnTo>
                  <a:lnTo>
                    <a:pt x="2897" y="1081"/>
                  </a:lnTo>
                  <a:lnTo>
                    <a:pt x="3013" y="1004"/>
                  </a:lnTo>
                  <a:close/>
                  <a:moveTo>
                    <a:pt x="1044" y="1468"/>
                  </a:moveTo>
                  <a:lnTo>
                    <a:pt x="1237" y="1545"/>
                  </a:lnTo>
                  <a:lnTo>
                    <a:pt x="1430" y="1622"/>
                  </a:lnTo>
                  <a:lnTo>
                    <a:pt x="1623" y="1777"/>
                  </a:lnTo>
                  <a:lnTo>
                    <a:pt x="1816" y="1892"/>
                  </a:lnTo>
                  <a:lnTo>
                    <a:pt x="1507" y="2201"/>
                  </a:lnTo>
                  <a:lnTo>
                    <a:pt x="1314" y="2356"/>
                  </a:lnTo>
                  <a:lnTo>
                    <a:pt x="1121" y="2433"/>
                  </a:lnTo>
                  <a:lnTo>
                    <a:pt x="966" y="2472"/>
                  </a:lnTo>
                  <a:lnTo>
                    <a:pt x="812" y="2472"/>
                  </a:lnTo>
                  <a:lnTo>
                    <a:pt x="696" y="2433"/>
                  </a:lnTo>
                  <a:lnTo>
                    <a:pt x="580" y="2394"/>
                  </a:lnTo>
                  <a:lnTo>
                    <a:pt x="464" y="2317"/>
                  </a:lnTo>
                  <a:lnTo>
                    <a:pt x="387" y="2201"/>
                  </a:lnTo>
                  <a:lnTo>
                    <a:pt x="387" y="2085"/>
                  </a:lnTo>
                  <a:lnTo>
                    <a:pt x="426" y="1892"/>
                  </a:lnTo>
                  <a:lnTo>
                    <a:pt x="503" y="1699"/>
                  </a:lnTo>
                  <a:lnTo>
                    <a:pt x="657" y="1545"/>
                  </a:lnTo>
                  <a:lnTo>
                    <a:pt x="850" y="1468"/>
                  </a:lnTo>
                  <a:close/>
                  <a:moveTo>
                    <a:pt x="4866" y="3823"/>
                  </a:moveTo>
                  <a:lnTo>
                    <a:pt x="5021" y="3862"/>
                  </a:lnTo>
                  <a:lnTo>
                    <a:pt x="5137" y="3939"/>
                  </a:lnTo>
                  <a:lnTo>
                    <a:pt x="5253" y="4055"/>
                  </a:lnTo>
                  <a:lnTo>
                    <a:pt x="5330" y="4171"/>
                  </a:lnTo>
                  <a:lnTo>
                    <a:pt x="5330" y="4325"/>
                  </a:lnTo>
                  <a:lnTo>
                    <a:pt x="5330" y="4441"/>
                  </a:lnTo>
                  <a:lnTo>
                    <a:pt x="5291" y="4557"/>
                  </a:lnTo>
                  <a:lnTo>
                    <a:pt x="5137" y="4788"/>
                  </a:lnTo>
                  <a:lnTo>
                    <a:pt x="4944" y="4982"/>
                  </a:lnTo>
                  <a:lnTo>
                    <a:pt x="4751" y="5097"/>
                  </a:lnTo>
                  <a:lnTo>
                    <a:pt x="4557" y="5136"/>
                  </a:lnTo>
                  <a:lnTo>
                    <a:pt x="4171" y="5213"/>
                  </a:lnTo>
                  <a:lnTo>
                    <a:pt x="4171" y="5213"/>
                  </a:lnTo>
                  <a:lnTo>
                    <a:pt x="4210" y="4750"/>
                  </a:lnTo>
                  <a:lnTo>
                    <a:pt x="4287" y="4557"/>
                  </a:lnTo>
                  <a:lnTo>
                    <a:pt x="4364" y="4325"/>
                  </a:lnTo>
                  <a:lnTo>
                    <a:pt x="4519" y="4055"/>
                  </a:lnTo>
                  <a:lnTo>
                    <a:pt x="4635" y="3978"/>
                  </a:lnTo>
                  <a:lnTo>
                    <a:pt x="4751" y="3900"/>
                  </a:lnTo>
                  <a:lnTo>
                    <a:pt x="4866" y="3823"/>
                  </a:lnTo>
                  <a:close/>
                  <a:moveTo>
                    <a:pt x="7299" y="4518"/>
                  </a:moveTo>
                  <a:lnTo>
                    <a:pt x="7415" y="4595"/>
                  </a:lnTo>
                  <a:lnTo>
                    <a:pt x="7492" y="4673"/>
                  </a:lnTo>
                  <a:lnTo>
                    <a:pt x="7531" y="4788"/>
                  </a:lnTo>
                  <a:lnTo>
                    <a:pt x="7569" y="4943"/>
                  </a:lnTo>
                  <a:lnTo>
                    <a:pt x="7608" y="5175"/>
                  </a:lnTo>
                  <a:lnTo>
                    <a:pt x="7569" y="5445"/>
                  </a:lnTo>
                  <a:lnTo>
                    <a:pt x="7531" y="5677"/>
                  </a:lnTo>
                  <a:lnTo>
                    <a:pt x="7454" y="5908"/>
                  </a:lnTo>
                  <a:lnTo>
                    <a:pt x="7299" y="6101"/>
                  </a:lnTo>
                  <a:lnTo>
                    <a:pt x="7145" y="6294"/>
                  </a:lnTo>
                  <a:lnTo>
                    <a:pt x="6913" y="5870"/>
                  </a:lnTo>
                  <a:lnTo>
                    <a:pt x="6797" y="5677"/>
                  </a:lnTo>
                  <a:lnTo>
                    <a:pt x="6759" y="5445"/>
                  </a:lnTo>
                  <a:lnTo>
                    <a:pt x="6720" y="5136"/>
                  </a:lnTo>
                  <a:lnTo>
                    <a:pt x="6759" y="4943"/>
                  </a:lnTo>
                  <a:lnTo>
                    <a:pt x="6797" y="4788"/>
                  </a:lnTo>
                  <a:lnTo>
                    <a:pt x="6874" y="4634"/>
                  </a:lnTo>
                  <a:lnTo>
                    <a:pt x="6990" y="4557"/>
                  </a:lnTo>
                  <a:lnTo>
                    <a:pt x="7106" y="4518"/>
                  </a:lnTo>
                  <a:close/>
                  <a:moveTo>
                    <a:pt x="11161" y="4982"/>
                  </a:moveTo>
                  <a:lnTo>
                    <a:pt x="11276" y="5059"/>
                  </a:lnTo>
                  <a:lnTo>
                    <a:pt x="11354" y="5136"/>
                  </a:lnTo>
                  <a:lnTo>
                    <a:pt x="11392" y="5252"/>
                  </a:lnTo>
                  <a:lnTo>
                    <a:pt x="11431" y="5368"/>
                  </a:lnTo>
                  <a:lnTo>
                    <a:pt x="11392" y="5677"/>
                  </a:lnTo>
                  <a:lnTo>
                    <a:pt x="11315" y="5986"/>
                  </a:lnTo>
                  <a:lnTo>
                    <a:pt x="11161" y="6217"/>
                  </a:lnTo>
                  <a:lnTo>
                    <a:pt x="11083" y="6333"/>
                  </a:lnTo>
                  <a:lnTo>
                    <a:pt x="10968" y="6372"/>
                  </a:lnTo>
                  <a:lnTo>
                    <a:pt x="10890" y="6410"/>
                  </a:lnTo>
                  <a:lnTo>
                    <a:pt x="10736" y="6410"/>
                  </a:lnTo>
                  <a:lnTo>
                    <a:pt x="10697" y="6449"/>
                  </a:lnTo>
                  <a:lnTo>
                    <a:pt x="10659" y="6449"/>
                  </a:lnTo>
                  <a:lnTo>
                    <a:pt x="10466" y="6101"/>
                  </a:lnTo>
                  <a:lnTo>
                    <a:pt x="10388" y="5947"/>
                  </a:lnTo>
                  <a:lnTo>
                    <a:pt x="10350" y="5715"/>
                  </a:lnTo>
                  <a:lnTo>
                    <a:pt x="10350" y="5484"/>
                  </a:lnTo>
                  <a:lnTo>
                    <a:pt x="10427" y="5252"/>
                  </a:lnTo>
                  <a:lnTo>
                    <a:pt x="10581" y="5097"/>
                  </a:lnTo>
                  <a:lnTo>
                    <a:pt x="10697" y="5059"/>
                  </a:lnTo>
                  <a:lnTo>
                    <a:pt x="10813" y="4982"/>
                  </a:lnTo>
                  <a:close/>
                  <a:moveTo>
                    <a:pt x="3052" y="5522"/>
                  </a:moveTo>
                  <a:lnTo>
                    <a:pt x="3476" y="5561"/>
                  </a:lnTo>
                  <a:lnTo>
                    <a:pt x="3283" y="5947"/>
                  </a:lnTo>
                  <a:lnTo>
                    <a:pt x="3167" y="6140"/>
                  </a:lnTo>
                  <a:lnTo>
                    <a:pt x="3013" y="6294"/>
                  </a:lnTo>
                  <a:lnTo>
                    <a:pt x="2858" y="6410"/>
                  </a:lnTo>
                  <a:lnTo>
                    <a:pt x="2704" y="6488"/>
                  </a:lnTo>
                  <a:lnTo>
                    <a:pt x="2472" y="6488"/>
                  </a:lnTo>
                  <a:lnTo>
                    <a:pt x="2279" y="6410"/>
                  </a:lnTo>
                  <a:lnTo>
                    <a:pt x="2125" y="6294"/>
                  </a:lnTo>
                  <a:lnTo>
                    <a:pt x="2086" y="6179"/>
                  </a:lnTo>
                  <a:lnTo>
                    <a:pt x="2086" y="6063"/>
                  </a:lnTo>
                  <a:lnTo>
                    <a:pt x="2125" y="5908"/>
                  </a:lnTo>
                  <a:lnTo>
                    <a:pt x="2241" y="5792"/>
                  </a:lnTo>
                  <a:lnTo>
                    <a:pt x="2356" y="5677"/>
                  </a:lnTo>
                  <a:lnTo>
                    <a:pt x="2472" y="5599"/>
                  </a:lnTo>
                  <a:lnTo>
                    <a:pt x="2588" y="5561"/>
                  </a:lnTo>
                  <a:lnTo>
                    <a:pt x="2820" y="5522"/>
                  </a:lnTo>
                  <a:close/>
                  <a:moveTo>
                    <a:pt x="7222" y="6796"/>
                  </a:moveTo>
                  <a:lnTo>
                    <a:pt x="7183" y="7260"/>
                  </a:lnTo>
                  <a:lnTo>
                    <a:pt x="7106" y="7453"/>
                  </a:lnTo>
                  <a:lnTo>
                    <a:pt x="7029" y="7685"/>
                  </a:lnTo>
                  <a:lnTo>
                    <a:pt x="6874" y="7916"/>
                  </a:lnTo>
                  <a:lnTo>
                    <a:pt x="6681" y="8148"/>
                  </a:lnTo>
                  <a:lnTo>
                    <a:pt x="6565" y="8225"/>
                  </a:lnTo>
                  <a:lnTo>
                    <a:pt x="6450" y="8264"/>
                  </a:lnTo>
                  <a:lnTo>
                    <a:pt x="6295" y="8302"/>
                  </a:lnTo>
                  <a:lnTo>
                    <a:pt x="6141" y="8225"/>
                  </a:lnTo>
                  <a:lnTo>
                    <a:pt x="6025" y="8148"/>
                  </a:lnTo>
                  <a:lnTo>
                    <a:pt x="5948" y="8032"/>
                  </a:lnTo>
                  <a:lnTo>
                    <a:pt x="5909" y="7916"/>
                  </a:lnTo>
                  <a:lnTo>
                    <a:pt x="5909" y="7800"/>
                  </a:lnTo>
                  <a:lnTo>
                    <a:pt x="5948" y="7646"/>
                  </a:lnTo>
                  <a:lnTo>
                    <a:pt x="6025" y="7530"/>
                  </a:lnTo>
                  <a:lnTo>
                    <a:pt x="6179" y="7298"/>
                  </a:lnTo>
                  <a:lnTo>
                    <a:pt x="6411" y="7144"/>
                  </a:lnTo>
                  <a:lnTo>
                    <a:pt x="6643" y="7028"/>
                  </a:lnTo>
                  <a:lnTo>
                    <a:pt x="7183" y="6835"/>
                  </a:lnTo>
                  <a:lnTo>
                    <a:pt x="7183" y="6796"/>
                  </a:lnTo>
                  <a:close/>
                  <a:moveTo>
                    <a:pt x="10620" y="7144"/>
                  </a:moveTo>
                  <a:lnTo>
                    <a:pt x="10659" y="7337"/>
                  </a:lnTo>
                  <a:lnTo>
                    <a:pt x="10697" y="7530"/>
                  </a:lnTo>
                  <a:lnTo>
                    <a:pt x="10697" y="7685"/>
                  </a:lnTo>
                  <a:lnTo>
                    <a:pt x="10659" y="7878"/>
                  </a:lnTo>
                  <a:lnTo>
                    <a:pt x="10620" y="8032"/>
                  </a:lnTo>
                  <a:lnTo>
                    <a:pt x="10504" y="8187"/>
                  </a:lnTo>
                  <a:lnTo>
                    <a:pt x="10427" y="8341"/>
                  </a:lnTo>
                  <a:lnTo>
                    <a:pt x="10272" y="8457"/>
                  </a:lnTo>
                  <a:lnTo>
                    <a:pt x="10118" y="8573"/>
                  </a:lnTo>
                  <a:lnTo>
                    <a:pt x="9925" y="8611"/>
                  </a:lnTo>
                  <a:lnTo>
                    <a:pt x="9848" y="8573"/>
                  </a:lnTo>
                  <a:lnTo>
                    <a:pt x="9770" y="8573"/>
                  </a:lnTo>
                  <a:lnTo>
                    <a:pt x="9732" y="8496"/>
                  </a:lnTo>
                  <a:lnTo>
                    <a:pt x="9655" y="8418"/>
                  </a:lnTo>
                  <a:lnTo>
                    <a:pt x="9616" y="8225"/>
                  </a:lnTo>
                  <a:lnTo>
                    <a:pt x="9655" y="8071"/>
                  </a:lnTo>
                  <a:lnTo>
                    <a:pt x="9732" y="7916"/>
                  </a:lnTo>
                  <a:lnTo>
                    <a:pt x="9809" y="7762"/>
                  </a:lnTo>
                  <a:lnTo>
                    <a:pt x="10002" y="7569"/>
                  </a:lnTo>
                  <a:lnTo>
                    <a:pt x="10195" y="7414"/>
                  </a:lnTo>
                  <a:lnTo>
                    <a:pt x="10388" y="7260"/>
                  </a:lnTo>
                  <a:lnTo>
                    <a:pt x="10620" y="7144"/>
                  </a:lnTo>
                  <a:close/>
                  <a:moveTo>
                    <a:pt x="1854" y="0"/>
                  </a:moveTo>
                  <a:lnTo>
                    <a:pt x="1507" y="39"/>
                  </a:lnTo>
                  <a:lnTo>
                    <a:pt x="1584" y="734"/>
                  </a:lnTo>
                  <a:lnTo>
                    <a:pt x="1700" y="1429"/>
                  </a:lnTo>
                  <a:lnTo>
                    <a:pt x="1584" y="1313"/>
                  </a:lnTo>
                  <a:lnTo>
                    <a:pt x="1430" y="1236"/>
                  </a:lnTo>
                  <a:lnTo>
                    <a:pt x="1275" y="1159"/>
                  </a:lnTo>
                  <a:lnTo>
                    <a:pt x="1082" y="1120"/>
                  </a:lnTo>
                  <a:lnTo>
                    <a:pt x="889" y="1120"/>
                  </a:lnTo>
                  <a:lnTo>
                    <a:pt x="735" y="1159"/>
                  </a:lnTo>
                  <a:lnTo>
                    <a:pt x="542" y="1236"/>
                  </a:lnTo>
                  <a:lnTo>
                    <a:pt x="387" y="1313"/>
                  </a:lnTo>
                  <a:lnTo>
                    <a:pt x="271" y="1429"/>
                  </a:lnTo>
                  <a:lnTo>
                    <a:pt x="155" y="1545"/>
                  </a:lnTo>
                  <a:lnTo>
                    <a:pt x="78" y="1738"/>
                  </a:lnTo>
                  <a:lnTo>
                    <a:pt x="40" y="1892"/>
                  </a:lnTo>
                  <a:lnTo>
                    <a:pt x="1" y="2085"/>
                  </a:lnTo>
                  <a:lnTo>
                    <a:pt x="40" y="2240"/>
                  </a:lnTo>
                  <a:lnTo>
                    <a:pt x="78" y="2394"/>
                  </a:lnTo>
                  <a:lnTo>
                    <a:pt x="155" y="2549"/>
                  </a:lnTo>
                  <a:lnTo>
                    <a:pt x="271" y="2665"/>
                  </a:lnTo>
                  <a:lnTo>
                    <a:pt x="387" y="2742"/>
                  </a:lnTo>
                  <a:lnTo>
                    <a:pt x="542" y="2819"/>
                  </a:lnTo>
                  <a:lnTo>
                    <a:pt x="735" y="2858"/>
                  </a:lnTo>
                  <a:lnTo>
                    <a:pt x="1044" y="2858"/>
                  </a:lnTo>
                  <a:lnTo>
                    <a:pt x="1352" y="2742"/>
                  </a:lnTo>
                  <a:lnTo>
                    <a:pt x="1661" y="2587"/>
                  </a:lnTo>
                  <a:lnTo>
                    <a:pt x="1932" y="2356"/>
                  </a:lnTo>
                  <a:lnTo>
                    <a:pt x="2163" y="3089"/>
                  </a:lnTo>
                  <a:lnTo>
                    <a:pt x="2434" y="3823"/>
                  </a:lnTo>
                  <a:lnTo>
                    <a:pt x="2820" y="4518"/>
                  </a:lnTo>
                  <a:lnTo>
                    <a:pt x="3013" y="4827"/>
                  </a:lnTo>
                  <a:lnTo>
                    <a:pt x="3245" y="5136"/>
                  </a:lnTo>
                  <a:lnTo>
                    <a:pt x="2936" y="5136"/>
                  </a:lnTo>
                  <a:lnTo>
                    <a:pt x="2588" y="5175"/>
                  </a:lnTo>
                  <a:lnTo>
                    <a:pt x="2318" y="5252"/>
                  </a:lnTo>
                  <a:lnTo>
                    <a:pt x="2048" y="5445"/>
                  </a:lnTo>
                  <a:lnTo>
                    <a:pt x="1932" y="5561"/>
                  </a:lnTo>
                  <a:lnTo>
                    <a:pt x="1854" y="5677"/>
                  </a:lnTo>
                  <a:lnTo>
                    <a:pt x="1777" y="5831"/>
                  </a:lnTo>
                  <a:lnTo>
                    <a:pt x="1739" y="5986"/>
                  </a:lnTo>
                  <a:lnTo>
                    <a:pt x="1700" y="6140"/>
                  </a:lnTo>
                  <a:lnTo>
                    <a:pt x="1739" y="6294"/>
                  </a:lnTo>
                  <a:lnTo>
                    <a:pt x="1777" y="6449"/>
                  </a:lnTo>
                  <a:lnTo>
                    <a:pt x="1893" y="6603"/>
                  </a:lnTo>
                  <a:lnTo>
                    <a:pt x="2009" y="6681"/>
                  </a:lnTo>
                  <a:lnTo>
                    <a:pt x="2125" y="6758"/>
                  </a:lnTo>
                  <a:lnTo>
                    <a:pt x="2279" y="6835"/>
                  </a:lnTo>
                  <a:lnTo>
                    <a:pt x="2434" y="6874"/>
                  </a:lnTo>
                  <a:lnTo>
                    <a:pt x="2588" y="6874"/>
                  </a:lnTo>
                  <a:lnTo>
                    <a:pt x="2743" y="6835"/>
                  </a:lnTo>
                  <a:lnTo>
                    <a:pt x="2897" y="6796"/>
                  </a:lnTo>
                  <a:lnTo>
                    <a:pt x="3052" y="6719"/>
                  </a:lnTo>
                  <a:lnTo>
                    <a:pt x="3283" y="6526"/>
                  </a:lnTo>
                  <a:lnTo>
                    <a:pt x="3476" y="6294"/>
                  </a:lnTo>
                  <a:lnTo>
                    <a:pt x="3631" y="5986"/>
                  </a:lnTo>
                  <a:lnTo>
                    <a:pt x="3747" y="5677"/>
                  </a:lnTo>
                  <a:lnTo>
                    <a:pt x="4171" y="6024"/>
                  </a:lnTo>
                  <a:lnTo>
                    <a:pt x="4635" y="6333"/>
                  </a:lnTo>
                  <a:lnTo>
                    <a:pt x="5137" y="6565"/>
                  </a:lnTo>
                  <a:lnTo>
                    <a:pt x="5716" y="6719"/>
                  </a:lnTo>
                  <a:lnTo>
                    <a:pt x="6218" y="6796"/>
                  </a:lnTo>
                  <a:lnTo>
                    <a:pt x="6025" y="6912"/>
                  </a:lnTo>
                  <a:lnTo>
                    <a:pt x="5870" y="7028"/>
                  </a:lnTo>
                  <a:lnTo>
                    <a:pt x="5755" y="7183"/>
                  </a:lnTo>
                  <a:lnTo>
                    <a:pt x="5639" y="7376"/>
                  </a:lnTo>
                  <a:lnTo>
                    <a:pt x="5561" y="7530"/>
                  </a:lnTo>
                  <a:lnTo>
                    <a:pt x="5523" y="7685"/>
                  </a:lnTo>
                  <a:lnTo>
                    <a:pt x="5523" y="7878"/>
                  </a:lnTo>
                  <a:lnTo>
                    <a:pt x="5523" y="8032"/>
                  </a:lnTo>
                  <a:lnTo>
                    <a:pt x="5561" y="8187"/>
                  </a:lnTo>
                  <a:lnTo>
                    <a:pt x="5639" y="8341"/>
                  </a:lnTo>
                  <a:lnTo>
                    <a:pt x="5755" y="8457"/>
                  </a:lnTo>
                  <a:lnTo>
                    <a:pt x="5909" y="8573"/>
                  </a:lnTo>
                  <a:lnTo>
                    <a:pt x="6063" y="8650"/>
                  </a:lnTo>
                  <a:lnTo>
                    <a:pt x="6257" y="8689"/>
                  </a:lnTo>
                  <a:lnTo>
                    <a:pt x="6411" y="8689"/>
                  </a:lnTo>
                  <a:lnTo>
                    <a:pt x="6604" y="8650"/>
                  </a:lnTo>
                  <a:lnTo>
                    <a:pt x="6759" y="8573"/>
                  </a:lnTo>
                  <a:lnTo>
                    <a:pt x="6952" y="8457"/>
                  </a:lnTo>
                  <a:lnTo>
                    <a:pt x="7067" y="8341"/>
                  </a:lnTo>
                  <a:lnTo>
                    <a:pt x="7183" y="8187"/>
                  </a:lnTo>
                  <a:lnTo>
                    <a:pt x="7376" y="7878"/>
                  </a:lnTo>
                  <a:lnTo>
                    <a:pt x="7492" y="7530"/>
                  </a:lnTo>
                  <a:lnTo>
                    <a:pt x="7531" y="7183"/>
                  </a:lnTo>
                  <a:lnTo>
                    <a:pt x="7531" y="6796"/>
                  </a:lnTo>
                  <a:lnTo>
                    <a:pt x="8882" y="6719"/>
                  </a:lnTo>
                  <a:lnTo>
                    <a:pt x="9577" y="6719"/>
                  </a:lnTo>
                  <a:lnTo>
                    <a:pt x="10272" y="6796"/>
                  </a:lnTo>
                  <a:lnTo>
                    <a:pt x="10466" y="6835"/>
                  </a:lnTo>
                  <a:lnTo>
                    <a:pt x="10311" y="6912"/>
                  </a:lnTo>
                  <a:lnTo>
                    <a:pt x="10118" y="7028"/>
                  </a:lnTo>
                  <a:lnTo>
                    <a:pt x="9809" y="7260"/>
                  </a:lnTo>
                  <a:lnTo>
                    <a:pt x="9539" y="7569"/>
                  </a:lnTo>
                  <a:lnTo>
                    <a:pt x="9423" y="7723"/>
                  </a:lnTo>
                  <a:lnTo>
                    <a:pt x="9346" y="7916"/>
                  </a:lnTo>
                  <a:lnTo>
                    <a:pt x="9307" y="8109"/>
                  </a:lnTo>
                  <a:lnTo>
                    <a:pt x="9269" y="8264"/>
                  </a:lnTo>
                  <a:lnTo>
                    <a:pt x="9307" y="8457"/>
                  </a:lnTo>
                  <a:lnTo>
                    <a:pt x="9384" y="8611"/>
                  </a:lnTo>
                  <a:lnTo>
                    <a:pt x="9462" y="8766"/>
                  </a:lnTo>
                  <a:lnTo>
                    <a:pt x="9616" y="8882"/>
                  </a:lnTo>
                  <a:lnTo>
                    <a:pt x="9770" y="8959"/>
                  </a:lnTo>
                  <a:lnTo>
                    <a:pt x="9964" y="8998"/>
                  </a:lnTo>
                  <a:lnTo>
                    <a:pt x="10157" y="8959"/>
                  </a:lnTo>
                  <a:lnTo>
                    <a:pt x="10311" y="8882"/>
                  </a:lnTo>
                  <a:lnTo>
                    <a:pt x="10466" y="8804"/>
                  </a:lnTo>
                  <a:lnTo>
                    <a:pt x="10620" y="8650"/>
                  </a:lnTo>
                  <a:lnTo>
                    <a:pt x="10736" y="8534"/>
                  </a:lnTo>
                  <a:lnTo>
                    <a:pt x="10852" y="8341"/>
                  </a:lnTo>
                  <a:lnTo>
                    <a:pt x="10929" y="8187"/>
                  </a:lnTo>
                  <a:lnTo>
                    <a:pt x="11006" y="7994"/>
                  </a:lnTo>
                  <a:lnTo>
                    <a:pt x="11045" y="7762"/>
                  </a:lnTo>
                  <a:lnTo>
                    <a:pt x="11045" y="7492"/>
                  </a:lnTo>
                  <a:lnTo>
                    <a:pt x="10968" y="7221"/>
                  </a:lnTo>
                  <a:lnTo>
                    <a:pt x="10890" y="6990"/>
                  </a:lnTo>
                  <a:lnTo>
                    <a:pt x="10929" y="6951"/>
                  </a:lnTo>
                  <a:lnTo>
                    <a:pt x="11431" y="7105"/>
                  </a:lnTo>
                  <a:lnTo>
                    <a:pt x="11894" y="7376"/>
                  </a:lnTo>
                  <a:lnTo>
                    <a:pt x="12319" y="7685"/>
                  </a:lnTo>
                  <a:lnTo>
                    <a:pt x="12512" y="7839"/>
                  </a:lnTo>
                  <a:lnTo>
                    <a:pt x="12705" y="8032"/>
                  </a:lnTo>
                  <a:lnTo>
                    <a:pt x="12898" y="8341"/>
                  </a:lnTo>
                  <a:lnTo>
                    <a:pt x="13091" y="8650"/>
                  </a:lnTo>
                  <a:lnTo>
                    <a:pt x="13207" y="8920"/>
                  </a:lnTo>
                  <a:lnTo>
                    <a:pt x="13284" y="9268"/>
                  </a:lnTo>
                  <a:lnTo>
                    <a:pt x="13323" y="9577"/>
                  </a:lnTo>
                  <a:lnTo>
                    <a:pt x="13362" y="9924"/>
                  </a:lnTo>
                  <a:lnTo>
                    <a:pt x="13323" y="10619"/>
                  </a:lnTo>
                  <a:lnTo>
                    <a:pt x="13323" y="10658"/>
                  </a:lnTo>
                  <a:lnTo>
                    <a:pt x="13362" y="10735"/>
                  </a:lnTo>
                  <a:lnTo>
                    <a:pt x="13439" y="10774"/>
                  </a:lnTo>
                  <a:lnTo>
                    <a:pt x="13555" y="10774"/>
                  </a:lnTo>
                  <a:lnTo>
                    <a:pt x="13632" y="10697"/>
                  </a:lnTo>
                  <a:lnTo>
                    <a:pt x="13709" y="10465"/>
                  </a:lnTo>
                  <a:lnTo>
                    <a:pt x="13786" y="10272"/>
                  </a:lnTo>
                  <a:lnTo>
                    <a:pt x="13825" y="10040"/>
                  </a:lnTo>
                  <a:lnTo>
                    <a:pt x="13825" y="9808"/>
                  </a:lnTo>
                  <a:lnTo>
                    <a:pt x="13786" y="9384"/>
                  </a:lnTo>
                  <a:lnTo>
                    <a:pt x="13671" y="8920"/>
                  </a:lnTo>
                  <a:lnTo>
                    <a:pt x="13478" y="8496"/>
                  </a:lnTo>
                  <a:lnTo>
                    <a:pt x="13246" y="8109"/>
                  </a:lnTo>
                  <a:lnTo>
                    <a:pt x="12976" y="7723"/>
                  </a:lnTo>
                  <a:lnTo>
                    <a:pt x="12667" y="7414"/>
                  </a:lnTo>
                  <a:lnTo>
                    <a:pt x="12319" y="7144"/>
                  </a:lnTo>
                  <a:lnTo>
                    <a:pt x="11972" y="6912"/>
                  </a:lnTo>
                  <a:lnTo>
                    <a:pt x="11585" y="6719"/>
                  </a:lnTo>
                  <a:lnTo>
                    <a:pt x="11199" y="6565"/>
                  </a:lnTo>
                  <a:lnTo>
                    <a:pt x="11392" y="6410"/>
                  </a:lnTo>
                  <a:lnTo>
                    <a:pt x="11585" y="6140"/>
                  </a:lnTo>
                  <a:lnTo>
                    <a:pt x="11701" y="5831"/>
                  </a:lnTo>
                  <a:lnTo>
                    <a:pt x="11740" y="5522"/>
                  </a:lnTo>
                  <a:lnTo>
                    <a:pt x="11740" y="5213"/>
                  </a:lnTo>
                  <a:lnTo>
                    <a:pt x="11701" y="5059"/>
                  </a:lnTo>
                  <a:lnTo>
                    <a:pt x="11624" y="4943"/>
                  </a:lnTo>
                  <a:lnTo>
                    <a:pt x="11547" y="4827"/>
                  </a:lnTo>
                  <a:lnTo>
                    <a:pt x="11431" y="4750"/>
                  </a:lnTo>
                  <a:lnTo>
                    <a:pt x="11276" y="4673"/>
                  </a:lnTo>
                  <a:lnTo>
                    <a:pt x="11122" y="4634"/>
                  </a:lnTo>
                  <a:lnTo>
                    <a:pt x="10774" y="4634"/>
                  </a:lnTo>
                  <a:lnTo>
                    <a:pt x="10581" y="4711"/>
                  </a:lnTo>
                  <a:lnTo>
                    <a:pt x="10427" y="4788"/>
                  </a:lnTo>
                  <a:lnTo>
                    <a:pt x="10311" y="4866"/>
                  </a:lnTo>
                  <a:lnTo>
                    <a:pt x="10195" y="5020"/>
                  </a:lnTo>
                  <a:lnTo>
                    <a:pt x="10079" y="5136"/>
                  </a:lnTo>
                  <a:lnTo>
                    <a:pt x="10002" y="5329"/>
                  </a:lnTo>
                  <a:lnTo>
                    <a:pt x="9964" y="5561"/>
                  </a:lnTo>
                  <a:lnTo>
                    <a:pt x="9964" y="5831"/>
                  </a:lnTo>
                  <a:lnTo>
                    <a:pt x="10041" y="6063"/>
                  </a:lnTo>
                  <a:lnTo>
                    <a:pt x="10118" y="6333"/>
                  </a:lnTo>
                  <a:lnTo>
                    <a:pt x="9462" y="6256"/>
                  </a:lnTo>
                  <a:lnTo>
                    <a:pt x="8805" y="6256"/>
                  </a:lnTo>
                  <a:lnTo>
                    <a:pt x="7492" y="6333"/>
                  </a:lnTo>
                  <a:lnTo>
                    <a:pt x="7685" y="6063"/>
                  </a:lnTo>
                  <a:lnTo>
                    <a:pt x="7801" y="5792"/>
                  </a:lnTo>
                  <a:lnTo>
                    <a:pt x="7878" y="5522"/>
                  </a:lnTo>
                  <a:lnTo>
                    <a:pt x="7956" y="5213"/>
                  </a:lnTo>
                  <a:lnTo>
                    <a:pt x="7917" y="4866"/>
                  </a:lnTo>
                  <a:lnTo>
                    <a:pt x="7878" y="4711"/>
                  </a:lnTo>
                  <a:lnTo>
                    <a:pt x="7801" y="4557"/>
                  </a:lnTo>
                  <a:lnTo>
                    <a:pt x="7724" y="4402"/>
                  </a:lnTo>
                  <a:lnTo>
                    <a:pt x="7608" y="4287"/>
                  </a:lnTo>
                  <a:lnTo>
                    <a:pt x="7492" y="4209"/>
                  </a:lnTo>
                  <a:lnTo>
                    <a:pt x="7299" y="4132"/>
                  </a:lnTo>
                  <a:lnTo>
                    <a:pt x="6990" y="4132"/>
                  </a:lnTo>
                  <a:lnTo>
                    <a:pt x="6836" y="4209"/>
                  </a:lnTo>
                  <a:lnTo>
                    <a:pt x="6720" y="4325"/>
                  </a:lnTo>
                  <a:lnTo>
                    <a:pt x="6604" y="4441"/>
                  </a:lnTo>
                  <a:lnTo>
                    <a:pt x="6527" y="4595"/>
                  </a:lnTo>
                  <a:lnTo>
                    <a:pt x="6411" y="4904"/>
                  </a:lnTo>
                  <a:lnTo>
                    <a:pt x="6372" y="5252"/>
                  </a:lnTo>
                  <a:lnTo>
                    <a:pt x="6411" y="5638"/>
                  </a:lnTo>
                  <a:lnTo>
                    <a:pt x="6450" y="5831"/>
                  </a:lnTo>
                  <a:lnTo>
                    <a:pt x="6527" y="6024"/>
                  </a:lnTo>
                  <a:lnTo>
                    <a:pt x="6643" y="6179"/>
                  </a:lnTo>
                  <a:lnTo>
                    <a:pt x="6759" y="6333"/>
                  </a:lnTo>
                  <a:lnTo>
                    <a:pt x="6102" y="6256"/>
                  </a:lnTo>
                  <a:lnTo>
                    <a:pt x="5755" y="6217"/>
                  </a:lnTo>
                  <a:lnTo>
                    <a:pt x="5446" y="6140"/>
                  </a:lnTo>
                  <a:lnTo>
                    <a:pt x="5137" y="6024"/>
                  </a:lnTo>
                  <a:lnTo>
                    <a:pt x="4828" y="5870"/>
                  </a:lnTo>
                  <a:lnTo>
                    <a:pt x="4519" y="5715"/>
                  </a:lnTo>
                  <a:lnTo>
                    <a:pt x="4210" y="5522"/>
                  </a:lnTo>
                  <a:lnTo>
                    <a:pt x="4557" y="5484"/>
                  </a:lnTo>
                  <a:lnTo>
                    <a:pt x="4905" y="5406"/>
                  </a:lnTo>
                  <a:lnTo>
                    <a:pt x="5175" y="5252"/>
                  </a:lnTo>
                  <a:lnTo>
                    <a:pt x="5446" y="5020"/>
                  </a:lnTo>
                  <a:lnTo>
                    <a:pt x="5561" y="4866"/>
                  </a:lnTo>
                  <a:lnTo>
                    <a:pt x="5639" y="4711"/>
                  </a:lnTo>
                  <a:lnTo>
                    <a:pt x="5677" y="4518"/>
                  </a:lnTo>
                  <a:lnTo>
                    <a:pt x="5716" y="4364"/>
                  </a:lnTo>
                  <a:lnTo>
                    <a:pt x="5716" y="4171"/>
                  </a:lnTo>
                  <a:lnTo>
                    <a:pt x="5639" y="4016"/>
                  </a:lnTo>
                  <a:lnTo>
                    <a:pt x="5561" y="3862"/>
                  </a:lnTo>
                  <a:lnTo>
                    <a:pt x="5446" y="3707"/>
                  </a:lnTo>
                  <a:lnTo>
                    <a:pt x="5330" y="3591"/>
                  </a:lnTo>
                  <a:lnTo>
                    <a:pt x="5175" y="3514"/>
                  </a:lnTo>
                  <a:lnTo>
                    <a:pt x="5021" y="3476"/>
                  </a:lnTo>
                  <a:lnTo>
                    <a:pt x="4866" y="3437"/>
                  </a:lnTo>
                  <a:lnTo>
                    <a:pt x="4712" y="3476"/>
                  </a:lnTo>
                  <a:lnTo>
                    <a:pt x="4557" y="3514"/>
                  </a:lnTo>
                  <a:lnTo>
                    <a:pt x="4442" y="3630"/>
                  </a:lnTo>
                  <a:lnTo>
                    <a:pt x="4287" y="3707"/>
                  </a:lnTo>
                  <a:lnTo>
                    <a:pt x="4171" y="3862"/>
                  </a:lnTo>
                  <a:lnTo>
                    <a:pt x="4055" y="4016"/>
                  </a:lnTo>
                  <a:lnTo>
                    <a:pt x="3940" y="4364"/>
                  </a:lnTo>
                  <a:lnTo>
                    <a:pt x="3824" y="4750"/>
                  </a:lnTo>
                  <a:lnTo>
                    <a:pt x="3785" y="5097"/>
                  </a:lnTo>
                  <a:lnTo>
                    <a:pt x="3515" y="4788"/>
                  </a:lnTo>
                  <a:lnTo>
                    <a:pt x="3283" y="4441"/>
                  </a:lnTo>
                  <a:lnTo>
                    <a:pt x="3052" y="4093"/>
                  </a:lnTo>
                  <a:lnTo>
                    <a:pt x="2858" y="3746"/>
                  </a:lnTo>
                  <a:lnTo>
                    <a:pt x="2704" y="3398"/>
                  </a:lnTo>
                  <a:lnTo>
                    <a:pt x="2550" y="3012"/>
                  </a:lnTo>
                  <a:lnTo>
                    <a:pt x="2318" y="2240"/>
                  </a:lnTo>
                  <a:lnTo>
                    <a:pt x="2318" y="2240"/>
                  </a:lnTo>
                  <a:lnTo>
                    <a:pt x="2588" y="2317"/>
                  </a:lnTo>
                  <a:lnTo>
                    <a:pt x="2858" y="2356"/>
                  </a:lnTo>
                  <a:lnTo>
                    <a:pt x="3129" y="2356"/>
                  </a:lnTo>
                  <a:lnTo>
                    <a:pt x="3399" y="2279"/>
                  </a:lnTo>
                  <a:lnTo>
                    <a:pt x="3554" y="2201"/>
                  </a:lnTo>
                  <a:lnTo>
                    <a:pt x="3708" y="2085"/>
                  </a:lnTo>
                  <a:lnTo>
                    <a:pt x="3824" y="1970"/>
                  </a:lnTo>
                  <a:lnTo>
                    <a:pt x="3940" y="1815"/>
                  </a:lnTo>
                  <a:lnTo>
                    <a:pt x="4017" y="1661"/>
                  </a:lnTo>
                  <a:lnTo>
                    <a:pt x="4055" y="1506"/>
                  </a:lnTo>
                  <a:lnTo>
                    <a:pt x="4055" y="1313"/>
                  </a:lnTo>
                  <a:lnTo>
                    <a:pt x="4017" y="1159"/>
                  </a:lnTo>
                  <a:lnTo>
                    <a:pt x="3978" y="1004"/>
                  </a:lnTo>
                  <a:lnTo>
                    <a:pt x="3862" y="850"/>
                  </a:lnTo>
                  <a:lnTo>
                    <a:pt x="3747" y="773"/>
                  </a:lnTo>
                  <a:lnTo>
                    <a:pt x="3592" y="695"/>
                  </a:lnTo>
                  <a:lnTo>
                    <a:pt x="3438" y="618"/>
                  </a:lnTo>
                  <a:lnTo>
                    <a:pt x="3283" y="579"/>
                  </a:lnTo>
                  <a:lnTo>
                    <a:pt x="3129" y="579"/>
                  </a:lnTo>
                  <a:lnTo>
                    <a:pt x="2974" y="618"/>
                  </a:lnTo>
                  <a:lnTo>
                    <a:pt x="2820" y="657"/>
                  </a:lnTo>
                  <a:lnTo>
                    <a:pt x="2665" y="734"/>
                  </a:lnTo>
                  <a:lnTo>
                    <a:pt x="2434" y="927"/>
                  </a:lnTo>
                  <a:lnTo>
                    <a:pt x="2241" y="1159"/>
                  </a:lnTo>
                  <a:lnTo>
                    <a:pt x="2125" y="1468"/>
                  </a:lnTo>
                  <a:lnTo>
                    <a:pt x="18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4" name="Google Shape;2264;p9"/>
            <p:cNvSpPr/>
            <p:nvPr/>
          </p:nvSpPr>
          <p:spPr>
            <a:xfrm>
              <a:off x="5987875" y="4095550"/>
              <a:ext cx="66625" cy="98500"/>
            </a:xfrm>
            <a:custGeom>
              <a:avLst/>
              <a:gdLst/>
              <a:ahLst/>
              <a:cxnLst/>
              <a:rect l="l" t="t" r="r" b="b"/>
              <a:pathLst>
                <a:path w="2665" h="3940" extrusionOk="0">
                  <a:moveTo>
                    <a:pt x="850" y="1"/>
                  </a:moveTo>
                  <a:lnTo>
                    <a:pt x="502" y="117"/>
                  </a:lnTo>
                  <a:lnTo>
                    <a:pt x="618" y="194"/>
                  </a:lnTo>
                  <a:lnTo>
                    <a:pt x="464" y="580"/>
                  </a:lnTo>
                  <a:lnTo>
                    <a:pt x="270" y="1082"/>
                  </a:lnTo>
                  <a:lnTo>
                    <a:pt x="155" y="1584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36"/>
                  </a:lnTo>
                  <a:lnTo>
                    <a:pt x="77" y="3167"/>
                  </a:lnTo>
                  <a:lnTo>
                    <a:pt x="193" y="3399"/>
                  </a:lnTo>
                  <a:lnTo>
                    <a:pt x="309" y="3554"/>
                  </a:lnTo>
                  <a:lnTo>
                    <a:pt x="464" y="3708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40"/>
                  </a:lnTo>
                  <a:lnTo>
                    <a:pt x="1313" y="3901"/>
                  </a:lnTo>
                  <a:lnTo>
                    <a:pt x="1506" y="3824"/>
                  </a:lnTo>
                  <a:lnTo>
                    <a:pt x="1661" y="3669"/>
                  </a:lnTo>
                  <a:lnTo>
                    <a:pt x="1815" y="3476"/>
                  </a:lnTo>
                  <a:lnTo>
                    <a:pt x="1970" y="3283"/>
                  </a:lnTo>
                  <a:lnTo>
                    <a:pt x="2124" y="3052"/>
                  </a:lnTo>
                  <a:lnTo>
                    <a:pt x="2317" y="2511"/>
                  </a:lnTo>
                  <a:lnTo>
                    <a:pt x="2510" y="1970"/>
                  </a:lnTo>
                  <a:lnTo>
                    <a:pt x="2626" y="1468"/>
                  </a:lnTo>
                  <a:lnTo>
                    <a:pt x="2665" y="1044"/>
                  </a:lnTo>
                  <a:lnTo>
                    <a:pt x="2394" y="1005"/>
                  </a:lnTo>
                  <a:lnTo>
                    <a:pt x="2008" y="2009"/>
                  </a:lnTo>
                  <a:lnTo>
                    <a:pt x="1738" y="2665"/>
                  </a:lnTo>
                  <a:lnTo>
                    <a:pt x="1545" y="3013"/>
                  </a:lnTo>
                  <a:lnTo>
                    <a:pt x="1468" y="3206"/>
                  </a:lnTo>
                  <a:lnTo>
                    <a:pt x="1352" y="3283"/>
                  </a:lnTo>
                  <a:lnTo>
                    <a:pt x="1159" y="3283"/>
                  </a:lnTo>
                  <a:lnTo>
                    <a:pt x="1004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897"/>
                  </a:lnTo>
                  <a:lnTo>
                    <a:pt x="541" y="2665"/>
                  </a:lnTo>
                  <a:lnTo>
                    <a:pt x="541" y="2356"/>
                  </a:lnTo>
                  <a:lnTo>
                    <a:pt x="579" y="2048"/>
                  </a:lnTo>
                  <a:lnTo>
                    <a:pt x="657" y="1623"/>
                  </a:lnTo>
                  <a:lnTo>
                    <a:pt x="734" y="1159"/>
                  </a:lnTo>
                  <a:lnTo>
                    <a:pt x="888" y="773"/>
                  </a:lnTo>
                  <a:lnTo>
                    <a:pt x="1043" y="348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6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5" name="Google Shape;2265;p9"/>
            <p:cNvSpPr/>
            <p:nvPr/>
          </p:nvSpPr>
          <p:spPr>
            <a:xfrm>
              <a:off x="4079325" y="4191125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9" y="5909"/>
                  </a:moveTo>
                  <a:lnTo>
                    <a:pt x="1082" y="5986"/>
                  </a:lnTo>
                  <a:lnTo>
                    <a:pt x="1236" y="6025"/>
                  </a:lnTo>
                  <a:lnTo>
                    <a:pt x="1391" y="6179"/>
                  </a:lnTo>
                  <a:lnTo>
                    <a:pt x="1468" y="6334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1" y="6797"/>
                  </a:lnTo>
                  <a:lnTo>
                    <a:pt x="1236" y="6951"/>
                  </a:lnTo>
                  <a:lnTo>
                    <a:pt x="1159" y="7029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90"/>
                  </a:lnTo>
                  <a:lnTo>
                    <a:pt x="464" y="6836"/>
                  </a:lnTo>
                  <a:lnTo>
                    <a:pt x="425" y="6720"/>
                  </a:lnTo>
                  <a:lnTo>
                    <a:pt x="387" y="6643"/>
                  </a:lnTo>
                  <a:lnTo>
                    <a:pt x="348" y="6488"/>
                  </a:lnTo>
                  <a:lnTo>
                    <a:pt x="387" y="6372"/>
                  </a:lnTo>
                  <a:lnTo>
                    <a:pt x="425" y="6256"/>
                  </a:lnTo>
                  <a:lnTo>
                    <a:pt x="503" y="6179"/>
                  </a:lnTo>
                  <a:lnTo>
                    <a:pt x="696" y="6025"/>
                  </a:lnTo>
                  <a:lnTo>
                    <a:pt x="889" y="5909"/>
                  </a:lnTo>
                  <a:close/>
                  <a:moveTo>
                    <a:pt x="5909" y="1"/>
                  </a:moveTo>
                  <a:lnTo>
                    <a:pt x="5831" y="39"/>
                  </a:lnTo>
                  <a:lnTo>
                    <a:pt x="5522" y="310"/>
                  </a:lnTo>
                  <a:lnTo>
                    <a:pt x="5175" y="619"/>
                  </a:lnTo>
                  <a:lnTo>
                    <a:pt x="4596" y="1314"/>
                  </a:lnTo>
                  <a:lnTo>
                    <a:pt x="4017" y="2047"/>
                  </a:lnTo>
                  <a:lnTo>
                    <a:pt x="3437" y="2781"/>
                  </a:lnTo>
                  <a:lnTo>
                    <a:pt x="2279" y="4133"/>
                  </a:lnTo>
                  <a:lnTo>
                    <a:pt x="1738" y="4866"/>
                  </a:lnTo>
                  <a:lnTo>
                    <a:pt x="1198" y="5561"/>
                  </a:lnTo>
                  <a:lnTo>
                    <a:pt x="1043" y="5523"/>
                  </a:lnTo>
                  <a:lnTo>
                    <a:pt x="889" y="5523"/>
                  </a:lnTo>
                  <a:lnTo>
                    <a:pt x="773" y="5561"/>
                  </a:lnTo>
                  <a:lnTo>
                    <a:pt x="618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1" y="6334"/>
                  </a:lnTo>
                  <a:lnTo>
                    <a:pt x="1" y="6488"/>
                  </a:lnTo>
                  <a:lnTo>
                    <a:pt x="1" y="6604"/>
                  </a:lnTo>
                  <a:lnTo>
                    <a:pt x="39" y="6797"/>
                  </a:lnTo>
                  <a:lnTo>
                    <a:pt x="116" y="6990"/>
                  </a:lnTo>
                  <a:lnTo>
                    <a:pt x="194" y="7145"/>
                  </a:lnTo>
                  <a:lnTo>
                    <a:pt x="348" y="7260"/>
                  </a:lnTo>
                  <a:lnTo>
                    <a:pt x="503" y="7376"/>
                  </a:lnTo>
                  <a:lnTo>
                    <a:pt x="696" y="7453"/>
                  </a:lnTo>
                  <a:lnTo>
                    <a:pt x="1082" y="7453"/>
                  </a:lnTo>
                  <a:lnTo>
                    <a:pt x="1275" y="7415"/>
                  </a:lnTo>
                  <a:lnTo>
                    <a:pt x="1429" y="7299"/>
                  </a:lnTo>
                  <a:lnTo>
                    <a:pt x="1584" y="7183"/>
                  </a:lnTo>
                  <a:lnTo>
                    <a:pt x="1700" y="7067"/>
                  </a:lnTo>
                  <a:lnTo>
                    <a:pt x="1815" y="6874"/>
                  </a:lnTo>
                  <a:lnTo>
                    <a:pt x="1854" y="6681"/>
                  </a:lnTo>
                  <a:lnTo>
                    <a:pt x="1893" y="6527"/>
                  </a:lnTo>
                  <a:lnTo>
                    <a:pt x="1854" y="6334"/>
                  </a:lnTo>
                  <a:lnTo>
                    <a:pt x="1815" y="6179"/>
                  </a:lnTo>
                  <a:lnTo>
                    <a:pt x="1738" y="6025"/>
                  </a:lnTo>
                  <a:lnTo>
                    <a:pt x="1661" y="5909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2" y="4403"/>
                  </a:lnTo>
                  <a:lnTo>
                    <a:pt x="3939" y="3013"/>
                  </a:lnTo>
                  <a:lnTo>
                    <a:pt x="4480" y="2395"/>
                  </a:lnTo>
                  <a:lnTo>
                    <a:pt x="5098" y="1700"/>
                  </a:lnTo>
                  <a:lnTo>
                    <a:pt x="5638" y="1043"/>
                  </a:lnTo>
                  <a:lnTo>
                    <a:pt x="5909" y="657"/>
                  </a:lnTo>
                  <a:lnTo>
                    <a:pt x="6102" y="310"/>
                  </a:lnTo>
                  <a:lnTo>
                    <a:pt x="6140" y="194"/>
                  </a:lnTo>
                  <a:lnTo>
                    <a:pt x="6063" y="78"/>
                  </a:lnTo>
                  <a:lnTo>
                    <a:pt x="598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6" name="Google Shape;2266;p9"/>
            <p:cNvSpPr/>
            <p:nvPr/>
          </p:nvSpPr>
          <p:spPr>
            <a:xfrm>
              <a:off x="3825425" y="421912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5"/>
                  </a:lnTo>
                  <a:lnTo>
                    <a:pt x="7531" y="6140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1" y="6565"/>
                  </a:lnTo>
                  <a:lnTo>
                    <a:pt x="7492" y="6681"/>
                  </a:lnTo>
                  <a:lnTo>
                    <a:pt x="7338" y="6797"/>
                  </a:lnTo>
                  <a:lnTo>
                    <a:pt x="7106" y="6913"/>
                  </a:lnTo>
                  <a:lnTo>
                    <a:pt x="6913" y="6913"/>
                  </a:lnTo>
                  <a:lnTo>
                    <a:pt x="6720" y="6835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7" y="6102"/>
                  </a:lnTo>
                  <a:lnTo>
                    <a:pt x="6643" y="5909"/>
                  </a:lnTo>
                  <a:lnTo>
                    <a:pt x="6797" y="5754"/>
                  </a:lnTo>
                  <a:close/>
                  <a:moveTo>
                    <a:pt x="233" y="1"/>
                  </a:moveTo>
                  <a:lnTo>
                    <a:pt x="155" y="39"/>
                  </a:lnTo>
                  <a:lnTo>
                    <a:pt x="78" y="39"/>
                  </a:lnTo>
                  <a:lnTo>
                    <a:pt x="39" y="116"/>
                  </a:lnTo>
                  <a:lnTo>
                    <a:pt x="1" y="232"/>
                  </a:lnTo>
                  <a:lnTo>
                    <a:pt x="1" y="310"/>
                  </a:lnTo>
                  <a:lnTo>
                    <a:pt x="39" y="387"/>
                  </a:lnTo>
                  <a:lnTo>
                    <a:pt x="426" y="773"/>
                  </a:lnTo>
                  <a:lnTo>
                    <a:pt x="812" y="1120"/>
                  </a:lnTo>
                  <a:lnTo>
                    <a:pt x="1623" y="1777"/>
                  </a:lnTo>
                  <a:lnTo>
                    <a:pt x="3399" y="3206"/>
                  </a:lnTo>
                  <a:lnTo>
                    <a:pt x="4866" y="4441"/>
                  </a:lnTo>
                  <a:lnTo>
                    <a:pt x="5639" y="5021"/>
                  </a:lnTo>
                  <a:lnTo>
                    <a:pt x="6411" y="5600"/>
                  </a:lnTo>
                  <a:lnTo>
                    <a:pt x="6295" y="5677"/>
                  </a:lnTo>
                  <a:lnTo>
                    <a:pt x="6218" y="5793"/>
                  </a:lnTo>
                  <a:lnTo>
                    <a:pt x="6102" y="6102"/>
                  </a:lnTo>
                  <a:lnTo>
                    <a:pt x="6063" y="6411"/>
                  </a:lnTo>
                  <a:lnTo>
                    <a:pt x="6102" y="6681"/>
                  </a:lnTo>
                  <a:lnTo>
                    <a:pt x="6179" y="6835"/>
                  </a:lnTo>
                  <a:lnTo>
                    <a:pt x="6295" y="6990"/>
                  </a:lnTo>
                  <a:lnTo>
                    <a:pt x="6411" y="7144"/>
                  </a:lnTo>
                  <a:lnTo>
                    <a:pt x="6565" y="7222"/>
                  </a:lnTo>
                  <a:lnTo>
                    <a:pt x="6720" y="7299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9"/>
                  </a:lnTo>
                  <a:lnTo>
                    <a:pt x="7454" y="7260"/>
                  </a:lnTo>
                  <a:lnTo>
                    <a:pt x="7608" y="7144"/>
                  </a:lnTo>
                  <a:lnTo>
                    <a:pt x="7724" y="7029"/>
                  </a:lnTo>
                  <a:lnTo>
                    <a:pt x="7840" y="6913"/>
                  </a:lnTo>
                  <a:lnTo>
                    <a:pt x="7956" y="6758"/>
                  </a:lnTo>
                  <a:lnTo>
                    <a:pt x="7994" y="6565"/>
                  </a:lnTo>
                  <a:lnTo>
                    <a:pt x="8033" y="6411"/>
                  </a:lnTo>
                  <a:lnTo>
                    <a:pt x="8033" y="6218"/>
                  </a:lnTo>
                  <a:lnTo>
                    <a:pt x="7956" y="6025"/>
                  </a:lnTo>
                  <a:lnTo>
                    <a:pt x="7840" y="5870"/>
                  </a:lnTo>
                  <a:lnTo>
                    <a:pt x="7724" y="5716"/>
                  </a:lnTo>
                  <a:lnTo>
                    <a:pt x="7569" y="5600"/>
                  </a:lnTo>
                  <a:lnTo>
                    <a:pt x="7415" y="5523"/>
                  </a:lnTo>
                  <a:lnTo>
                    <a:pt x="7222" y="5445"/>
                  </a:lnTo>
                  <a:lnTo>
                    <a:pt x="7029" y="5445"/>
                  </a:lnTo>
                  <a:lnTo>
                    <a:pt x="6836" y="5484"/>
                  </a:lnTo>
                  <a:lnTo>
                    <a:pt x="6025" y="4712"/>
                  </a:lnTo>
                  <a:lnTo>
                    <a:pt x="5214" y="4017"/>
                  </a:lnTo>
                  <a:lnTo>
                    <a:pt x="3515" y="2626"/>
                  </a:lnTo>
                  <a:lnTo>
                    <a:pt x="2743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5" y="310"/>
                  </a:lnTo>
                  <a:lnTo>
                    <a:pt x="310" y="39"/>
                  </a:lnTo>
                  <a:lnTo>
                    <a:pt x="23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7" name="Google Shape;2267;p9"/>
            <p:cNvSpPr/>
            <p:nvPr/>
          </p:nvSpPr>
          <p:spPr>
            <a:xfrm>
              <a:off x="3401625" y="4223000"/>
              <a:ext cx="240425" cy="634250"/>
            </a:xfrm>
            <a:custGeom>
              <a:avLst/>
              <a:gdLst/>
              <a:ahLst/>
              <a:cxnLst/>
              <a:rect l="l" t="t" r="r" b="b"/>
              <a:pathLst>
                <a:path w="9617" h="25370" extrusionOk="0">
                  <a:moveTo>
                    <a:pt x="4751" y="463"/>
                  </a:moveTo>
                  <a:lnTo>
                    <a:pt x="5291" y="502"/>
                  </a:lnTo>
                  <a:lnTo>
                    <a:pt x="5755" y="579"/>
                  </a:lnTo>
                  <a:lnTo>
                    <a:pt x="6218" y="772"/>
                  </a:lnTo>
                  <a:lnTo>
                    <a:pt x="6681" y="965"/>
                  </a:lnTo>
                  <a:lnTo>
                    <a:pt x="7067" y="1236"/>
                  </a:lnTo>
                  <a:lnTo>
                    <a:pt x="7454" y="1583"/>
                  </a:lnTo>
                  <a:lnTo>
                    <a:pt x="7801" y="1931"/>
                  </a:lnTo>
                  <a:lnTo>
                    <a:pt x="8149" y="2356"/>
                  </a:lnTo>
                  <a:lnTo>
                    <a:pt x="8419" y="2780"/>
                  </a:lnTo>
                  <a:lnTo>
                    <a:pt x="8651" y="3244"/>
                  </a:lnTo>
                  <a:lnTo>
                    <a:pt x="8844" y="3707"/>
                  </a:lnTo>
                  <a:lnTo>
                    <a:pt x="8998" y="4209"/>
                  </a:lnTo>
                  <a:lnTo>
                    <a:pt x="9075" y="4711"/>
                  </a:lnTo>
                  <a:lnTo>
                    <a:pt x="9114" y="5213"/>
                  </a:lnTo>
                  <a:lnTo>
                    <a:pt x="9114" y="5754"/>
                  </a:lnTo>
                  <a:lnTo>
                    <a:pt x="9075" y="6256"/>
                  </a:lnTo>
                  <a:lnTo>
                    <a:pt x="8998" y="6758"/>
                  </a:lnTo>
                  <a:lnTo>
                    <a:pt x="8882" y="7260"/>
                  </a:lnTo>
                  <a:lnTo>
                    <a:pt x="8689" y="7723"/>
                  </a:lnTo>
                  <a:lnTo>
                    <a:pt x="8496" y="8225"/>
                  </a:lnTo>
                  <a:lnTo>
                    <a:pt x="8303" y="8650"/>
                  </a:lnTo>
                  <a:lnTo>
                    <a:pt x="8033" y="9113"/>
                  </a:lnTo>
                  <a:lnTo>
                    <a:pt x="7763" y="9538"/>
                  </a:lnTo>
                  <a:lnTo>
                    <a:pt x="7454" y="9924"/>
                  </a:lnTo>
                  <a:lnTo>
                    <a:pt x="7106" y="10349"/>
                  </a:lnTo>
                  <a:lnTo>
                    <a:pt x="6759" y="10735"/>
                  </a:lnTo>
                  <a:lnTo>
                    <a:pt x="6025" y="11469"/>
                  </a:lnTo>
                  <a:lnTo>
                    <a:pt x="5253" y="12125"/>
                  </a:lnTo>
                  <a:lnTo>
                    <a:pt x="5098" y="12125"/>
                  </a:lnTo>
                  <a:lnTo>
                    <a:pt x="5059" y="12202"/>
                  </a:lnTo>
                  <a:lnTo>
                    <a:pt x="5021" y="12241"/>
                  </a:lnTo>
                  <a:lnTo>
                    <a:pt x="5021" y="12280"/>
                  </a:lnTo>
                  <a:lnTo>
                    <a:pt x="4210" y="11816"/>
                  </a:lnTo>
                  <a:lnTo>
                    <a:pt x="3476" y="11314"/>
                  </a:lnTo>
                  <a:lnTo>
                    <a:pt x="2781" y="10735"/>
                  </a:lnTo>
                  <a:lnTo>
                    <a:pt x="2472" y="10426"/>
                  </a:lnTo>
                  <a:lnTo>
                    <a:pt x="2163" y="10117"/>
                  </a:lnTo>
                  <a:lnTo>
                    <a:pt x="1893" y="9770"/>
                  </a:lnTo>
                  <a:lnTo>
                    <a:pt x="1661" y="9422"/>
                  </a:lnTo>
                  <a:lnTo>
                    <a:pt x="1430" y="9036"/>
                  </a:lnTo>
                  <a:lnTo>
                    <a:pt x="1198" y="8650"/>
                  </a:lnTo>
                  <a:lnTo>
                    <a:pt x="1005" y="8264"/>
                  </a:lnTo>
                  <a:lnTo>
                    <a:pt x="850" y="7839"/>
                  </a:lnTo>
                  <a:lnTo>
                    <a:pt x="735" y="7376"/>
                  </a:lnTo>
                  <a:lnTo>
                    <a:pt x="619" y="6912"/>
                  </a:lnTo>
                  <a:lnTo>
                    <a:pt x="542" y="6449"/>
                  </a:lnTo>
                  <a:lnTo>
                    <a:pt x="503" y="5985"/>
                  </a:lnTo>
                  <a:lnTo>
                    <a:pt x="503" y="5522"/>
                  </a:lnTo>
                  <a:lnTo>
                    <a:pt x="542" y="5020"/>
                  </a:lnTo>
                  <a:lnTo>
                    <a:pt x="619" y="4557"/>
                  </a:lnTo>
                  <a:lnTo>
                    <a:pt x="696" y="4055"/>
                  </a:lnTo>
                  <a:lnTo>
                    <a:pt x="850" y="3591"/>
                  </a:lnTo>
                  <a:lnTo>
                    <a:pt x="1005" y="3167"/>
                  </a:lnTo>
                  <a:lnTo>
                    <a:pt x="1237" y="2742"/>
                  </a:lnTo>
                  <a:lnTo>
                    <a:pt x="1468" y="2317"/>
                  </a:lnTo>
                  <a:lnTo>
                    <a:pt x="1739" y="1931"/>
                  </a:lnTo>
                  <a:lnTo>
                    <a:pt x="2086" y="1583"/>
                  </a:lnTo>
                  <a:lnTo>
                    <a:pt x="2434" y="1274"/>
                  </a:lnTo>
                  <a:lnTo>
                    <a:pt x="2820" y="1004"/>
                  </a:lnTo>
                  <a:lnTo>
                    <a:pt x="3245" y="811"/>
                  </a:lnTo>
                  <a:lnTo>
                    <a:pt x="3708" y="618"/>
                  </a:lnTo>
                  <a:lnTo>
                    <a:pt x="4249" y="502"/>
                  </a:lnTo>
                  <a:lnTo>
                    <a:pt x="4751" y="463"/>
                  </a:lnTo>
                  <a:close/>
                  <a:moveTo>
                    <a:pt x="5137" y="12627"/>
                  </a:moveTo>
                  <a:lnTo>
                    <a:pt x="5214" y="12666"/>
                  </a:lnTo>
                  <a:lnTo>
                    <a:pt x="5484" y="13129"/>
                  </a:lnTo>
                  <a:lnTo>
                    <a:pt x="4751" y="13052"/>
                  </a:lnTo>
                  <a:lnTo>
                    <a:pt x="5059" y="12627"/>
                  </a:lnTo>
                  <a:close/>
                  <a:moveTo>
                    <a:pt x="3167" y="13979"/>
                  </a:moveTo>
                  <a:lnTo>
                    <a:pt x="3476" y="14403"/>
                  </a:lnTo>
                  <a:lnTo>
                    <a:pt x="3708" y="14828"/>
                  </a:lnTo>
                  <a:lnTo>
                    <a:pt x="3669" y="14867"/>
                  </a:lnTo>
                  <a:lnTo>
                    <a:pt x="3438" y="14944"/>
                  </a:lnTo>
                  <a:lnTo>
                    <a:pt x="3167" y="15021"/>
                  </a:lnTo>
                  <a:lnTo>
                    <a:pt x="2936" y="15060"/>
                  </a:lnTo>
                  <a:lnTo>
                    <a:pt x="2665" y="15021"/>
                  </a:lnTo>
                  <a:lnTo>
                    <a:pt x="2936" y="14519"/>
                  </a:lnTo>
                  <a:lnTo>
                    <a:pt x="3167" y="13979"/>
                  </a:lnTo>
                  <a:close/>
                  <a:moveTo>
                    <a:pt x="5330" y="14867"/>
                  </a:moveTo>
                  <a:lnTo>
                    <a:pt x="5021" y="15987"/>
                  </a:lnTo>
                  <a:lnTo>
                    <a:pt x="4789" y="15794"/>
                  </a:lnTo>
                  <a:lnTo>
                    <a:pt x="4557" y="15562"/>
                  </a:lnTo>
                  <a:lnTo>
                    <a:pt x="4364" y="15330"/>
                  </a:lnTo>
                  <a:lnTo>
                    <a:pt x="4210" y="15098"/>
                  </a:lnTo>
                  <a:lnTo>
                    <a:pt x="4171" y="15060"/>
                  </a:lnTo>
                  <a:lnTo>
                    <a:pt x="5330" y="14867"/>
                  </a:lnTo>
                  <a:close/>
                  <a:moveTo>
                    <a:pt x="4055" y="15407"/>
                  </a:moveTo>
                  <a:lnTo>
                    <a:pt x="4249" y="15678"/>
                  </a:lnTo>
                  <a:lnTo>
                    <a:pt x="4480" y="15948"/>
                  </a:lnTo>
                  <a:lnTo>
                    <a:pt x="4712" y="16218"/>
                  </a:lnTo>
                  <a:lnTo>
                    <a:pt x="4982" y="16450"/>
                  </a:lnTo>
                  <a:lnTo>
                    <a:pt x="5098" y="16489"/>
                  </a:lnTo>
                  <a:lnTo>
                    <a:pt x="4905" y="16991"/>
                  </a:lnTo>
                  <a:lnTo>
                    <a:pt x="4789" y="17531"/>
                  </a:lnTo>
                  <a:lnTo>
                    <a:pt x="4480" y="17145"/>
                  </a:lnTo>
                  <a:lnTo>
                    <a:pt x="4249" y="16759"/>
                  </a:lnTo>
                  <a:lnTo>
                    <a:pt x="4133" y="16527"/>
                  </a:lnTo>
                  <a:lnTo>
                    <a:pt x="4055" y="16296"/>
                  </a:lnTo>
                  <a:lnTo>
                    <a:pt x="4017" y="16064"/>
                  </a:lnTo>
                  <a:lnTo>
                    <a:pt x="4017" y="15794"/>
                  </a:lnTo>
                  <a:lnTo>
                    <a:pt x="4055" y="15407"/>
                  </a:lnTo>
                  <a:close/>
                  <a:moveTo>
                    <a:pt x="5291" y="16798"/>
                  </a:moveTo>
                  <a:lnTo>
                    <a:pt x="5600" y="17145"/>
                  </a:lnTo>
                  <a:lnTo>
                    <a:pt x="5870" y="17531"/>
                  </a:lnTo>
                  <a:lnTo>
                    <a:pt x="5446" y="17570"/>
                  </a:lnTo>
                  <a:lnTo>
                    <a:pt x="5021" y="17647"/>
                  </a:lnTo>
                  <a:lnTo>
                    <a:pt x="5291" y="16798"/>
                  </a:lnTo>
                  <a:close/>
                  <a:moveTo>
                    <a:pt x="4557" y="17879"/>
                  </a:moveTo>
                  <a:lnTo>
                    <a:pt x="4635" y="17995"/>
                  </a:lnTo>
                  <a:lnTo>
                    <a:pt x="4519" y="18149"/>
                  </a:lnTo>
                  <a:lnTo>
                    <a:pt x="4403" y="18381"/>
                  </a:lnTo>
                  <a:lnTo>
                    <a:pt x="4287" y="18805"/>
                  </a:lnTo>
                  <a:lnTo>
                    <a:pt x="3901" y="18381"/>
                  </a:lnTo>
                  <a:lnTo>
                    <a:pt x="3553" y="17917"/>
                  </a:lnTo>
                  <a:lnTo>
                    <a:pt x="4557" y="17879"/>
                  </a:lnTo>
                  <a:close/>
                  <a:moveTo>
                    <a:pt x="7917" y="20003"/>
                  </a:moveTo>
                  <a:lnTo>
                    <a:pt x="7878" y="20736"/>
                  </a:lnTo>
                  <a:lnTo>
                    <a:pt x="7763" y="21509"/>
                  </a:lnTo>
                  <a:lnTo>
                    <a:pt x="6797" y="20775"/>
                  </a:lnTo>
                  <a:lnTo>
                    <a:pt x="6759" y="20736"/>
                  </a:lnTo>
                  <a:lnTo>
                    <a:pt x="6681" y="20466"/>
                  </a:lnTo>
                  <a:lnTo>
                    <a:pt x="6990" y="20273"/>
                  </a:lnTo>
                  <a:lnTo>
                    <a:pt x="7299" y="20118"/>
                  </a:lnTo>
                  <a:lnTo>
                    <a:pt x="7608" y="20041"/>
                  </a:lnTo>
                  <a:lnTo>
                    <a:pt x="7917" y="20003"/>
                  </a:lnTo>
                  <a:close/>
                  <a:moveTo>
                    <a:pt x="5330" y="20389"/>
                  </a:moveTo>
                  <a:lnTo>
                    <a:pt x="6179" y="20813"/>
                  </a:lnTo>
                  <a:lnTo>
                    <a:pt x="5755" y="21200"/>
                  </a:lnTo>
                  <a:lnTo>
                    <a:pt x="5368" y="21663"/>
                  </a:lnTo>
                  <a:lnTo>
                    <a:pt x="5291" y="21007"/>
                  </a:lnTo>
                  <a:lnTo>
                    <a:pt x="5330" y="20389"/>
                  </a:lnTo>
                  <a:close/>
                  <a:moveTo>
                    <a:pt x="4905" y="0"/>
                  </a:moveTo>
                  <a:lnTo>
                    <a:pt x="4519" y="39"/>
                  </a:lnTo>
                  <a:lnTo>
                    <a:pt x="4171" y="39"/>
                  </a:lnTo>
                  <a:lnTo>
                    <a:pt x="3785" y="116"/>
                  </a:lnTo>
                  <a:lnTo>
                    <a:pt x="3438" y="232"/>
                  </a:lnTo>
                  <a:lnTo>
                    <a:pt x="3090" y="348"/>
                  </a:lnTo>
                  <a:lnTo>
                    <a:pt x="2743" y="502"/>
                  </a:lnTo>
                  <a:lnTo>
                    <a:pt x="2434" y="695"/>
                  </a:lnTo>
                  <a:lnTo>
                    <a:pt x="2086" y="927"/>
                  </a:lnTo>
                  <a:lnTo>
                    <a:pt x="1816" y="1197"/>
                  </a:lnTo>
                  <a:lnTo>
                    <a:pt x="1507" y="1506"/>
                  </a:lnTo>
                  <a:lnTo>
                    <a:pt x="1275" y="1815"/>
                  </a:lnTo>
                  <a:lnTo>
                    <a:pt x="1044" y="2124"/>
                  </a:lnTo>
                  <a:lnTo>
                    <a:pt x="812" y="2471"/>
                  </a:lnTo>
                  <a:lnTo>
                    <a:pt x="619" y="2858"/>
                  </a:lnTo>
                  <a:lnTo>
                    <a:pt x="464" y="3205"/>
                  </a:lnTo>
                  <a:lnTo>
                    <a:pt x="310" y="3591"/>
                  </a:lnTo>
                  <a:lnTo>
                    <a:pt x="233" y="3977"/>
                  </a:lnTo>
                  <a:lnTo>
                    <a:pt x="117" y="4364"/>
                  </a:lnTo>
                  <a:lnTo>
                    <a:pt x="78" y="4750"/>
                  </a:lnTo>
                  <a:lnTo>
                    <a:pt x="1" y="5174"/>
                  </a:lnTo>
                  <a:lnTo>
                    <a:pt x="1" y="5561"/>
                  </a:lnTo>
                  <a:lnTo>
                    <a:pt x="1" y="5985"/>
                  </a:lnTo>
                  <a:lnTo>
                    <a:pt x="40" y="6372"/>
                  </a:lnTo>
                  <a:lnTo>
                    <a:pt x="78" y="6796"/>
                  </a:lnTo>
                  <a:lnTo>
                    <a:pt x="155" y="7182"/>
                  </a:lnTo>
                  <a:lnTo>
                    <a:pt x="271" y="7569"/>
                  </a:lnTo>
                  <a:lnTo>
                    <a:pt x="387" y="7993"/>
                  </a:lnTo>
                  <a:lnTo>
                    <a:pt x="542" y="8380"/>
                  </a:lnTo>
                  <a:lnTo>
                    <a:pt x="928" y="9152"/>
                  </a:lnTo>
                  <a:lnTo>
                    <a:pt x="1121" y="9538"/>
                  </a:lnTo>
                  <a:lnTo>
                    <a:pt x="1352" y="9924"/>
                  </a:lnTo>
                  <a:lnTo>
                    <a:pt x="1623" y="10272"/>
                  </a:lnTo>
                  <a:lnTo>
                    <a:pt x="1893" y="10619"/>
                  </a:lnTo>
                  <a:lnTo>
                    <a:pt x="2202" y="10928"/>
                  </a:lnTo>
                  <a:lnTo>
                    <a:pt x="2511" y="11237"/>
                  </a:lnTo>
                  <a:lnTo>
                    <a:pt x="2820" y="11546"/>
                  </a:lnTo>
                  <a:lnTo>
                    <a:pt x="3167" y="11778"/>
                  </a:lnTo>
                  <a:lnTo>
                    <a:pt x="3553" y="12009"/>
                  </a:lnTo>
                  <a:lnTo>
                    <a:pt x="3940" y="12241"/>
                  </a:lnTo>
                  <a:lnTo>
                    <a:pt x="4326" y="12395"/>
                  </a:lnTo>
                  <a:lnTo>
                    <a:pt x="4712" y="12550"/>
                  </a:lnTo>
                  <a:lnTo>
                    <a:pt x="4171" y="13091"/>
                  </a:lnTo>
                  <a:lnTo>
                    <a:pt x="4133" y="13206"/>
                  </a:lnTo>
                  <a:lnTo>
                    <a:pt x="4133" y="13322"/>
                  </a:lnTo>
                  <a:lnTo>
                    <a:pt x="4210" y="13399"/>
                  </a:lnTo>
                  <a:lnTo>
                    <a:pt x="4326" y="13438"/>
                  </a:lnTo>
                  <a:lnTo>
                    <a:pt x="4789" y="13477"/>
                  </a:lnTo>
                  <a:lnTo>
                    <a:pt x="4519" y="13747"/>
                  </a:lnTo>
                  <a:lnTo>
                    <a:pt x="4287" y="13979"/>
                  </a:lnTo>
                  <a:lnTo>
                    <a:pt x="4094" y="14288"/>
                  </a:lnTo>
                  <a:lnTo>
                    <a:pt x="3940" y="14596"/>
                  </a:lnTo>
                  <a:lnTo>
                    <a:pt x="3785" y="14288"/>
                  </a:lnTo>
                  <a:lnTo>
                    <a:pt x="3631" y="14017"/>
                  </a:lnTo>
                  <a:lnTo>
                    <a:pt x="3438" y="13747"/>
                  </a:lnTo>
                  <a:lnTo>
                    <a:pt x="3206" y="13477"/>
                  </a:lnTo>
                  <a:lnTo>
                    <a:pt x="3129" y="13438"/>
                  </a:lnTo>
                  <a:lnTo>
                    <a:pt x="3051" y="13438"/>
                  </a:lnTo>
                  <a:lnTo>
                    <a:pt x="2974" y="13477"/>
                  </a:lnTo>
                  <a:lnTo>
                    <a:pt x="2897" y="13593"/>
                  </a:lnTo>
                  <a:lnTo>
                    <a:pt x="2588" y="14326"/>
                  </a:lnTo>
                  <a:lnTo>
                    <a:pt x="2241" y="15098"/>
                  </a:lnTo>
                  <a:lnTo>
                    <a:pt x="2202" y="15176"/>
                  </a:lnTo>
                  <a:lnTo>
                    <a:pt x="2202" y="15253"/>
                  </a:lnTo>
                  <a:lnTo>
                    <a:pt x="2241" y="15330"/>
                  </a:lnTo>
                  <a:lnTo>
                    <a:pt x="2318" y="15369"/>
                  </a:lnTo>
                  <a:lnTo>
                    <a:pt x="2665" y="15407"/>
                  </a:lnTo>
                  <a:lnTo>
                    <a:pt x="3013" y="15407"/>
                  </a:lnTo>
                  <a:lnTo>
                    <a:pt x="3360" y="15369"/>
                  </a:lnTo>
                  <a:lnTo>
                    <a:pt x="3669" y="15253"/>
                  </a:lnTo>
                  <a:lnTo>
                    <a:pt x="3669" y="15253"/>
                  </a:lnTo>
                  <a:lnTo>
                    <a:pt x="3631" y="15562"/>
                  </a:lnTo>
                  <a:lnTo>
                    <a:pt x="3592" y="15909"/>
                  </a:lnTo>
                  <a:lnTo>
                    <a:pt x="3631" y="16141"/>
                  </a:lnTo>
                  <a:lnTo>
                    <a:pt x="3669" y="16373"/>
                  </a:lnTo>
                  <a:lnTo>
                    <a:pt x="3785" y="16798"/>
                  </a:lnTo>
                  <a:lnTo>
                    <a:pt x="4017" y="17184"/>
                  </a:lnTo>
                  <a:lnTo>
                    <a:pt x="4287" y="17570"/>
                  </a:lnTo>
                  <a:lnTo>
                    <a:pt x="3245" y="17570"/>
                  </a:lnTo>
                  <a:lnTo>
                    <a:pt x="3167" y="17608"/>
                  </a:lnTo>
                  <a:lnTo>
                    <a:pt x="3090" y="17647"/>
                  </a:lnTo>
                  <a:lnTo>
                    <a:pt x="3051" y="17763"/>
                  </a:lnTo>
                  <a:lnTo>
                    <a:pt x="3090" y="17840"/>
                  </a:lnTo>
                  <a:lnTo>
                    <a:pt x="3322" y="18265"/>
                  </a:lnTo>
                  <a:lnTo>
                    <a:pt x="3592" y="18612"/>
                  </a:lnTo>
                  <a:lnTo>
                    <a:pt x="3901" y="18960"/>
                  </a:lnTo>
                  <a:lnTo>
                    <a:pt x="4249" y="19307"/>
                  </a:lnTo>
                  <a:lnTo>
                    <a:pt x="4326" y="19346"/>
                  </a:lnTo>
                  <a:lnTo>
                    <a:pt x="4442" y="19346"/>
                  </a:lnTo>
                  <a:lnTo>
                    <a:pt x="4519" y="19307"/>
                  </a:lnTo>
                  <a:lnTo>
                    <a:pt x="4557" y="19230"/>
                  </a:lnTo>
                  <a:lnTo>
                    <a:pt x="4751" y="18767"/>
                  </a:lnTo>
                  <a:lnTo>
                    <a:pt x="4828" y="18497"/>
                  </a:lnTo>
                  <a:lnTo>
                    <a:pt x="4905" y="18265"/>
                  </a:lnTo>
                  <a:lnTo>
                    <a:pt x="5021" y="18381"/>
                  </a:lnTo>
                  <a:lnTo>
                    <a:pt x="5446" y="18883"/>
                  </a:lnTo>
                  <a:lnTo>
                    <a:pt x="5793" y="19385"/>
                  </a:lnTo>
                  <a:lnTo>
                    <a:pt x="6063" y="19964"/>
                  </a:lnTo>
                  <a:lnTo>
                    <a:pt x="6257" y="20543"/>
                  </a:lnTo>
                  <a:lnTo>
                    <a:pt x="5253" y="19964"/>
                  </a:lnTo>
                  <a:lnTo>
                    <a:pt x="5175" y="19925"/>
                  </a:lnTo>
                  <a:lnTo>
                    <a:pt x="5098" y="19925"/>
                  </a:lnTo>
                  <a:lnTo>
                    <a:pt x="5021" y="20003"/>
                  </a:lnTo>
                  <a:lnTo>
                    <a:pt x="4982" y="20041"/>
                  </a:lnTo>
                  <a:lnTo>
                    <a:pt x="4944" y="20582"/>
                  </a:lnTo>
                  <a:lnTo>
                    <a:pt x="4944" y="21084"/>
                  </a:lnTo>
                  <a:lnTo>
                    <a:pt x="4982" y="21586"/>
                  </a:lnTo>
                  <a:lnTo>
                    <a:pt x="5059" y="22088"/>
                  </a:lnTo>
                  <a:lnTo>
                    <a:pt x="5098" y="22204"/>
                  </a:lnTo>
                  <a:lnTo>
                    <a:pt x="5214" y="22242"/>
                  </a:lnTo>
                  <a:lnTo>
                    <a:pt x="5291" y="22242"/>
                  </a:lnTo>
                  <a:lnTo>
                    <a:pt x="5368" y="22165"/>
                  </a:lnTo>
                  <a:lnTo>
                    <a:pt x="5870" y="21663"/>
                  </a:lnTo>
                  <a:lnTo>
                    <a:pt x="6372" y="21161"/>
                  </a:lnTo>
                  <a:lnTo>
                    <a:pt x="6411" y="21547"/>
                  </a:lnTo>
                  <a:lnTo>
                    <a:pt x="6372" y="21933"/>
                  </a:lnTo>
                  <a:lnTo>
                    <a:pt x="6295" y="22474"/>
                  </a:lnTo>
                  <a:lnTo>
                    <a:pt x="6102" y="23053"/>
                  </a:lnTo>
                  <a:lnTo>
                    <a:pt x="5870" y="23671"/>
                  </a:lnTo>
                  <a:lnTo>
                    <a:pt x="5677" y="23941"/>
                  </a:lnTo>
                  <a:lnTo>
                    <a:pt x="5523" y="24173"/>
                  </a:lnTo>
                  <a:lnTo>
                    <a:pt x="5330" y="24405"/>
                  </a:lnTo>
                  <a:lnTo>
                    <a:pt x="5098" y="24598"/>
                  </a:lnTo>
                  <a:lnTo>
                    <a:pt x="4866" y="24752"/>
                  </a:lnTo>
                  <a:lnTo>
                    <a:pt x="4635" y="24868"/>
                  </a:lnTo>
                  <a:lnTo>
                    <a:pt x="4364" y="24945"/>
                  </a:lnTo>
                  <a:lnTo>
                    <a:pt x="4094" y="24907"/>
                  </a:lnTo>
                  <a:lnTo>
                    <a:pt x="3785" y="24868"/>
                  </a:lnTo>
                  <a:lnTo>
                    <a:pt x="3476" y="24714"/>
                  </a:lnTo>
                  <a:lnTo>
                    <a:pt x="3399" y="24675"/>
                  </a:lnTo>
                  <a:lnTo>
                    <a:pt x="3360" y="24675"/>
                  </a:lnTo>
                  <a:lnTo>
                    <a:pt x="3283" y="24752"/>
                  </a:lnTo>
                  <a:lnTo>
                    <a:pt x="3245" y="24868"/>
                  </a:lnTo>
                  <a:lnTo>
                    <a:pt x="3245" y="24907"/>
                  </a:lnTo>
                  <a:lnTo>
                    <a:pt x="3283" y="24945"/>
                  </a:lnTo>
                  <a:lnTo>
                    <a:pt x="3438" y="25100"/>
                  </a:lnTo>
                  <a:lnTo>
                    <a:pt x="3592" y="25216"/>
                  </a:lnTo>
                  <a:lnTo>
                    <a:pt x="3785" y="25293"/>
                  </a:lnTo>
                  <a:lnTo>
                    <a:pt x="3940" y="25331"/>
                  </a:lnTo>
                  <a:lnTo>
                    <a:pt x="4133" y="25370"/>
                  </a:lnTo>
                  <a:lnTo>
                    <a:pt x="4287" y="25370"/>
                  </a:lnTo>
                  <a:lnTo>
                    <a:pt x="4635" y="25293"/>
                  </a:lnTo>
                  <a:lnTo>
                    <a:pt x="4982" y="25138"/>
                  </a:lnTo>
                  <a:lnTo>
                    <a:pt x="5330" y="24945"/>
                  </a:lnTo>
                  <a:lnTo>
                    <a:pt x="5600" y="24714"/>
                  </a:lnTo>
                  <a:lnTo>
                    <a:pt x="5870" y="24443"/>
                  </a:lnTo>
                  <a:lnTo>
                    <a:pt x="6141" y="24057"/>
                  </a:lnTo>
                  <a:lnTo>
                    <a:pt x="6334" y="23671"/>
                  </a:lnTo>
                  <a:lnTo>
                    <a:pt x="6527" y="23285"/>
                  </a:lnTo>
                  <a:lnTo>
                    <a:pt x="6643" y="22860"/>
                  </a:lnTo>
                  <a:lnTo>
                    <a:pt x="6759" y="22435"/>
                  </a:lnTo>
                  <a:lnTo>
                    <a:pt x="6797" y="21972"/>
                  </a:lnTo>
                  <a:lnTo>
                    <a:pt x="6836" y="21547"/>
                  </a:lnTo>
                  <a:lnTo>
                    <a:pt x="6797" y="21084"/>
                  </a:lnTo>
                  <a:lnTo>
                    <a:pt x="7763" y="21933"/>
                  </a:lnTo>
                  <a:lnTo>
                    <a:pt x="7840" y="21972"/>
                  </a:lnTo>
                  <a:lnTo>
                    <a:pt x="7917" y="21972"/>
                  </a:lnTo>
                  <a:lnTo>
                    <a:pt x="7994" y="21933"/>
                  </a:lnTo>
                  <a:lnTo>
                    <a:pt x="8071" y="21856"/>
                  </a:lnTo>
                  <a:lnTo>
                    <a:pt x="8149" y="21354"/>
                  </a:lnTo>
                  <a:lnTo>
                    <a:pt x="8226" y="20852"/>
                  </a:lnTo>
                  <a:lnTo>
                    <a:pt x="8303" y="19809"/>
                  </a:lnTo>
                  <a:lnTo>
                    <a:pt x="8303" y="19732"/>
                  </a:lnTo>
                  <a:lnTo>
                    <a:pt x="8265" y="19694"/>
                  </a:lnTo>
                  <a:lnTo>
                    <a:pt x="8187" y="19655"/>
                  </a:lnTo>
                  <a:lnTo>
                    <a:pt x="8149" y="19616"/>
                  </a:lnTo>
                  <a:lnTo>
                    <a:pt x="7724" y="19655"/>
                  </a:lnTo>
                  <a:lnTo>
                    <a:pt x="7299" y="19732"/>
                  </a:lnTo>
                  <a:lnTo>
                    <a:pt x="6952" y="19848"/>
                  </a:lnTo>
                  <a:lnTo>
                    <a:pt x="6604" y="20080"/>
                  </a:lnTo>
                  <a:lnTo>
                    <a:pt x="6334" y="19539"/>
                  </a:lnTo>
                  <a:lnTo>
                    <a:pt x="6025" y="18999"/>
                  </a:lnTo>
                  <a:lnTo>
                    <a:pt x="5677" y="18497"/>
                  </a:lnTo>
                  <a:lnTo>
                    <a:pt x="5253" y="18033"/>
                  </a:lnTo>
                  <a:lnTo>
                    <a:pt x="5214" y="17995"/>
                  </a:lnTo>
                  <a:lnTo>
                    <a:pt x="5716" y="17956"/>
                  </a:lnTo>
                  <a:lnTo>
                    <a:pt x="6179" y="17879"/>
                  </a:lnTo>
                  <a:lnTo>
                    <a:pt x="6257" y="17840"/>
                  </a:lnTo>
                  <a:lnTo>
                    <a:pt x="6295" y="17763"/>
                  </a:lnTo>
                  <a:lnTo>
                    <a:pt x="6295" y="17686"/>
                  </a:lnTo>
                  <a:lnTo>
                    <a:pt x="6257" y="17608"/>
                  </a:lnTo>
                  <a:lnTo>
                    <a:pt x="6102" y="17261"/>
                  </a:lnTo>
                  <a:lnTo>
                    <a:pt x="5870" y="16952"/>
                  </a:lnTo>
                  <a:lnTo>
                    <a:pt x="5639" y="16682"/>
                  </a:lnTo>
                  <a:lnTo>
                    <a:pt x="5368" y="16411"/>
                  </a:lnTo>
                  <a:lnTo>
                    <a:pt x="5291" y="16373"/>
                  </a:lnTo>
                  <a:lnTo>
                    <a:pt x="5793" y="14674"/>
                  </a:lnTo>
                  <a:lnTo>
                    <a:pt x="5793" y="14558"/>
                  </a:lnTo>
                  <a:lnTo>
                    <a:pt x="5755" y="14481"/>
                  </a:lnTo>
                  <a:lnTo>
                    <a:pt x="5677" y="14442"/>
                  </a:lnTo>
                  <a:lnTo>
                    <a:pt x="5561" y="14442"/>
                  </a:lnTo>
                  <a:lnTo>
                    <a:pt x="4326" y="14674"/>
                  </a:lnTo>
                  <a:lnTo>
                    <a:pt x="4326" y="14674"/>
                  </a:lnTo>
                  <a:lnTo>
                    <a:pt x="4519" y="14326"/>
                  </a:lnTo>
                  <a:lnTo>
                    <a:pt x="4751" y="14056"/>
                  </a:lnTo>
                  <a:lnTo>
                    <a:pt x="4982" y="13786"/>
                  </a:lnTo>
                  <a:lnTo>
                    <a:pt x="5214" y="13515"/>
                  </a:lnTo>
                  <a:lnTo>
                    <a:pt x="5870" y="13554"/>
                  </a:lnTo>
                  <a:lnTo>
                    <a:pt x="5986" y="13515"/>
                  </a:lnTo>
                  <a:lnTo>
                    <a:pt x="6025" y="13438"/>
                  </a:lnTo>
                  <a:lnTo>
                    <a:pt x="6063" y="13361"/>
                  </a:lnTo>
                  <a:lnTo>
                    <a:pt x="6025" y="13245"/>
                  </a:lnTo>
                  <a:lnTo>
                    <a:pt x="5832" y="12820"/>
                  </a:lnTo>
                  <a:lnTo>
                    <a:pt x="5561" y="12434"/>
                  </a:lnTo>
                  <a:lnTo>
                    <a:pt x="6257" y="11893"/>
                  </a:lnTo>
                  <a:lnTo>
                    <a:pt x="6913" y="11276"/>
                  </a:lnTo>
                  <a:lnTo>
                    <a:pt x="7531" y="10619"/>
                  </a:lnTo>
                  <a:lnTo>
                    <a:pt x="8110" y="9885"/>
                  </a:lnTo>
                  <a:lnTo>
                    <a:pt x="8573" y="9152"/>
                  </a:lnTo>
                  <a:lnTo>
                    <a:pt x="8805" y="8766"/>
                  </a:lnTo>
                  <a:lnTo>
                    <a:pt x="8998" y="8341"/>
                  </a:lnTo>
                  <a:lnTo>
                    <a:pt x="9153" y="7916"/>
                  </a:lnTo>
                  <a:lnTo>
                    <a:pt x="9307" y="7491"/>
                  </a:lnTo>
                  <a:lnTo>
                    <a:pt x="9423" y="7067"/>
                  </a:lnTo>
                  <a:lnTo>
                    <a:pt x="9500" y="6642"/>
                  </a:lnTo>
                  <a:lnTo>
                    <a:pt x="9577" y="6217"/>
                  </a:lnTo>
                  <a:lnTo>
                    <a:pt x="9616" y="5754"/>
                  </a:lnTo>
                  <a:lnTo>
                    <a:pt x="9616" y="5329"/>
                  </a:lnTo>
                  <a:lnTo>
                    <a:pt x="9577" y="4904"/>
                  </a:lnTo>
                  <a:lnTo>
                    <a:pt x="9539" y="4479"/>
                  </a:lnTo>
                  <a:lnTo>
                    <a:pt x="9462" y="4093"/>
                  </a:lnTo>
                  <a:lnTo>
                    <a:pt x="9346" y="3669"/>
                  </a:lnTo>
                  <a:lnTo>
                    <a:pt x="9230" y="3282"/>
                  </a:lnTo>
                  <a:lnTo>
                    <a:pt x="9037" y="2896"/>
                  </a:lnTo>
                  <a:lnTo>
                    <a:pt x="8882" y="2510"/>
                  </a:lnTo>
                  <a:lnTo>
                    <a:pt x="8651" y="2163"/>
                  </a:lnTo>
                  <a:lnTo>
                    <a:pt x="8380" y="1815"/>
                  </a:lnTo>
                  <a:lnTo>
                    <a:pt x="8110" y="1506"/>
                  </a:lnTo>
                  <a:lnTo>
                    <a:pt x="7801" y="1197"/>
                  </a:lnTo>
                  <a:lnTo>
                    <a:pt x="7492" y="927"/>
                  </a:lnTo>
                  <a:lnTo>
                    <a:pt x="7106" y="695"/>
                  </a:lnTo>
                  <a:lnTo>
                    <a:pt x="6759" y="502"/>
                  </a:lnTo>
                  <a:lnTo>
                    <a:pt x="6411" y="348"/>
                  </a:lnTo>
                  <a:lnTo>
                    <a:pt x="6025" y="193"/>
                  </a:lnTo>
                  <a:lnTo>
                    <a:pt x="5639" y="116"/>
                  </a:lnTo>
                  <a:lnTo>
                    <a:pt x="5291" y="3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8" name="Google Shape;2268;p9"/>
            <p:cNvSpPr/>
            <p:nvPr/>
          </p:nvSpPr>
          <p:spPr>
            <a:xfrm>
              <a:off x="3031900" y="4271250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4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8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1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5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9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5"/>
                  </a:lnTo>
                  <a:lnTo>
                    <a:pt x="1159" y="541"/>
                  </a:lnTo>
                  <a:lnTo>
                    <a:pt x="1352" y="426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9"/>
                  </a:lnTo>
                  <a:lnTo>
                    <a:pt x="309" y="928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6"/>
                  </a:lnTo>
                  <a:lnTo>
                    <a:pt x="0" y="2009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3" y="2858"/>
                  </a:lnTo>
                  <a:lnTo>
                    <a:pt x="425" y="3244"/>
                  </a:lnTo>
                  <a:lnTo>
                    <a:pt x="695" y="3553"/>
                  </a:lnTo>
                  <a:lnTo>
                    <a:pt x="1043" y="3824"/>
                  </a:lnTo>
                  <a:lnTo>
                    <a:pt x="1468" y="4017"/>
                  </a:lnTo>
                  <a:lnTo>
                    <a:pt x="1661" y="4094"/>
                  </a:lnTo>
                  <a:lnTo>
                    <a:pt x="1893" y="4133"/>
                  </a:lnTo>
                  <a:lnTo>
                    <a:pt x="2317" y="4133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3"/>
                  </a:lnTo>
                  <a:lnTo>
                    <a:pt x="4171" y="1430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7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9" name="Google Shape;2269;p9"/>
            <p:cNvSpPr/>
            <p:nvPr/>
          </p:nvSpPr>
          <p:spPr>
            <a:xfrm>
              <a:off x="5567925" y="4274150"/>
              <a:ext cx="67600" cy="76300"/>
            </a:xfrm>
            <a:custGeom>
              <a:avLst/>
              <a:gdLst/>
              <a:ahLst/>
              <a:cxnLst/>
              <a:rect l="l" t="t" r="r" b="b"/>
              <a:pathLst>
                <a:path w="2704" h="3052" extrusionOk="0">
                  <a:moveTo>
                    <a:pt x="1159" y="425"/>
                  </a:moveTo>
                  <a:lnTo>
                    <a:pt x="1429" y="503"/>
                  </a:lnTo>
                  <a:lnTo>
                    <a:pt x="1661" y="619"/>
                  </a:lnTo>
                  <a:lnTo>
                    <a:pt x="1854" y="773"/>
                  </a:lnTo>
                  <a:lnTo>
                    <a:pt x="2009" y="966"/>
                  </a:lnTo>
                  <a:lnTo>
                    <a:pt x="2124" y="1121"/>
                  </a:lnTo>
                  <a:lnTo>
                    <a:pt x="2202" y="1314"/>
                  </a:lnTo>
                  <a:lnTo>
                    <a:pt x="2318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2" y="2395"/>
                  </a:lnTo>
                  <a:lnTo>
                    <a:pt x="2047" y="2279"/>
                  </a:lnTo>
                  <a:lnTo>
                    <a:pt x="1623" y="2047"/>
                  </a:lnTo>
                  <a:lnTo>
                    <a:pt x="1236" y="1893"/>
                  </a:lnTo>
                  <a:lnTo>
                    <a:pt x="1005" y="1777"/>
                  </a:lnTo>
                  <a:lnTo>
                    <a:pt x="812" y="1661"/>
                  </a:lnTo>
                  <a:lnTo>
                    <a:pt x="619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2"/>
                  </a:lnTo>
                  <a:lnTo>
                    <a:pt x="541" y="657"/>
                  </a:lnTo>
                  <a:lnTo>
                    <a:pt x="619" y="580"/>
                  </a:lnTo>
                  <a:lnTo>
                    <a:pt x="696" y="503"/>
                  </a:lnTo>
                  <a:lnTo>
                    <a:pt x="812" y="464"/>
                  </a:lnTo>
                  <a:lnTo>
                    <a:pt x="927" y="425"/>
                  </a:lnTo>
                  <a:close/>
                  <a:moveTo>
                    <a:pt x="1005" y="1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1"/>
                  </a:lnTo>
                  <a:lnTo>
                    <a:pt x="194" y="425"/>
                  </a:lnTo>
                  <a:lnTo>
                    <a:pt x="78" y="619"/>
                  </a:lnTo>
                  <a:lnTo>
                    <a:pt x="1" y="812"/>
                  </a:lnTo>
                  <a:lnTo>
                    <a:pt x="1" y="1005"/>
                  </a:lnTo>
                  <a:lnTo>
                    <a:pt x="1" y="1236"/>
                  </a:lnTo>
                  <a:lnTo>
                    <a:pt x="39" y="1429"/>
                  </a:lnTo>
                  <a:lnTo>
                    <a:pt x="155" y="1623"/>
                  </a:lnTo>
                  <a:lnTo>
                    <a:pt x="387" y="1854"/>
                  </a:lnTo>
                  <a:lnTo>
                    <a:pt x="619" y="2047"/>
                  </a:lnTo>
                  <a:lnTo>
                    <a:pt x="889" y="2202"/>
                  </a:lnTo>
                  <a:lnTo>
                    <a:pt x="1198" y="2318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9" y="2742"/>
                  </a:lnTo>
                  <a:lnTo>
                    <a:pt x="2202" y="2974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1" y="3013"/>
                  </a:lnTo>
                  <a:lnTo>
                    <a:pt x="2588" y="2974"/>
                  </a:lnTo>
                  <a:lnTo>
                    <a:pt x="2626" y="2897"/>
                  </a:lnTo>
                  <a:lnTo>
                    <a:pt x="2704" y="2318"/>
                  </a:lnTo>
                  <a:lnTo>
                    <a:pt x="2704" y="2009"/>
                  </a:lnTo>
                  <a:lnTo>
                    <a:pt x="2704" y="1700"/>
                  </a:lnTo>
                  <a:lnTo>
                    <a:pt x="2626" y="1429"/>
                  </a:lnTo>
                  <a:lnTo>
                    <a:pt x="2549" y="1121"/>
                  </a:lnTo>
                  <a:lnTo>
                    <a:pt x="2433" y="850"/>
                  </a:lnTo>
                  <a:lnTo>
                    <a:pt x="2279" y="580"/>
                  </a:lnTo>
                  <a:lnTo>
                    <a:pt x="2124" y="425"/>
                  </a:lnTo>
                  <a:lnTo>
                    <a:pt x="1931" y="271"/>
                  </a:lnTo>
                  <a:lnTo>
                    <a:pt x="1700" y="117"/>
                  </a:lnTo>
                  <a:lnTo>
                    <a:pt x="1507" y="39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0" name="Google Shape;2270;p9"/>
            <p:cNvSpPr/>
            <p:nvPr/>
          </p:nvSpPr>
          <p:spPr>
            <a:xfrm>
              <a:off x="2254775" y="4312775"/>
              <a:ext cx="326325" cy="190200"/>
            </a:xfrm>
            <a:custGeom>
              <a:avLst/>
              <a:gdLst/>
              <a:ahLst/>
              <a:cxnLst/>
              <a:rect l="l" t="t" r="r" b="b"/>
              <a:pathLst>
                <a:path w="13053" h="7608" extrusionOk="0">
                  <a:moveTo>
                    <a:pt x="8920" y="271"/>
                  </a:moveTo>
                  <a:lnTo>
                    <a:pt x="9036" y="348"/>
                  </a:lnTo>
                  <a:lnTo>
                    <a:pt x="9191" y="464"/>
                  </a:lnTo>
                  <a:lnTo>
                    <a:pt x="9307" y="618"/>
                  </a:lnTo>
                  <a:lnTo>
                    <a:pt x="9384" y="657"/>
                  </a:lnTo>
                  <a:lnTo>
                    <a:pt x="9422" y="966"/>
                  </a:lnTo>
                  <a:lnTo>
                    <a:pt x="9422" y="1275"/>
                  </a:lnTo>
                  <a:lnTo>
                    <a:pt x="9345" y="1545"/>
                  </a:lnTo>
                  <a:lnTo>
                    <a:pt x="9229" y="1815"/>
                  </a:lnTo>
                  <a:lnTo>
                    <a:pt x="9036" y="2085"/>
                  </a:lnTo>
                  <a:lnTo>
                    <a:pt x="8882" y="2317"/>
                  </a:lnTo>
                  <a:lnTo>
                    <a:pt x="8457" y="2781"/>
                  </a:lnTo>
                  <a:lnTo>
                    <a:pt x="6990" y="4441"/>
                  </a:lnTo>
                  <a:lnTo>
                    <a:pt x="6835" y="4441"/>
                  </a:lnTo>
                  <a:lnTo>
                    <a:pt x="7106" y="3476"/>
                  </a:lnTo>
                  <a:lnTo>
                    <a:pt x="7415" y="2549"/>
                  </a:lnTo>
                  <a:lnTo>
                    <a:pt x="7801" y="1506"/>
                  </a:lnTo>
                  <a:lnTo>
                    <a:pt x="8032" y="1043"/>
                  </a:lnTo>
                  <a:lnTo>
                    <a:pt x="8187" y="773"/>
                  </a:lnTo>
                  <a:lnTo>
                    <a:pt x="8380" y="502"/>
                  </a:lnTo>
                  <a:lnTo>
                    <a:pt x="8573" y="348"/>
                  </a:lnTo>
                  <a:lnTo>
                    <a:pt x="8689" y="271"/>
                  </a:lnTo>
                  <a:close/>
                  <a:moveTo>
                    <a:pt x="2124" y="4441"/>
                  </a:moveTo>
                  <a:lnTo>
                    <a:pt x="2974" y="4557"/>
                  </a:lnTo>
                  <a:lnTo>
                    <a:pt x="3823" y="4711"/>
                  </a:lnTo>
                  <a:lnTo>
                    <a:pt x="4905" y="4866"/>
                  </a:lnTo>
                  <a:lnTo>
                    <a:pt x="5407" y="4943"/>
                  </a:lnTo>
                  <a:lnTo>
                    <a:pt x="5947" y="4982"/>
                  </a:lnTo>
                  <a:lnTo>
                    <a:pt x="4673" y="5213"/>
                  </a:lnTo>
                  <a:lnTo>
                    <a:pt x="3399" y="5406"/>
                  </a:lnTo>
                  <a:lnTo>
                    <a:pt x="2703" y="5484"/>
                  </a:lnTo>
                  <a:lnTo>
                    <a:pt x="1622" y="5484"/>
                  </a:lnTo>
                  <a:lnTo>
                    <a:pt x="1236" y="5445"/>
                  </a:lnTo>
                  <a:lnTo>
                    <a:pt x="966" y="5368"/>
                  </a:lnTo>
                  <a:lnTo>
                    <a:pt x="773" y="5291"/>
                  </a:lnTo>
                  <a:lnTo>
                    <a:pt x="696" y="5213"/>
                  </a:lnTo>
                  <a:lnTo>
                    <a:pt x="657" y="5097"/>
                  </a:lnTo>
                  <a:lnTo>
                    <a:pt x="657" y="4982"/>
                  </a:lnTo>
                  <a:lnTo>
                    <a:pt x="696" y="4827"/>
                  </a:lnTo>
                  <a:lnTo>
                    <a:pt x="734" y="4673"/>
                  </a:lnTo>
                  <a:lnTo>
                    <a:pt x="811" y="4557"/>
                  </a:lnTo>
                  <a:lnTo>
                    <a:pt x="889" y="4480"/>
                  </a:lnTo>
                  <a:lnTo>
                    <a:pt x="966" y="4441"/>
                  </a:lnTo>
                  <a:close/>
                  <a:moveTo>
                    <a:pt x="7183" y="4866"/>
                  </a:moveTo>
                  <a:lnTo>
                    <a:pt x="8380" y="5097"/>
                  </a:lnTo>
                  <a:lnTo>
                    <a:pt x="9616" y="5406"/>
                  </a:lnTo>
                  <a:lnTo>
                    <a:pt x="10272" y="5599"/>
                  </a:lnTo>
                  <a:lnTo>
                    <a:pt x="10967" y="5792"/>
                  </a:lnTo>
                  <a:lnTo>
                    <a:pt x="11662" y="6024"/>
                  </a:lnTo>
                  <a:lnTo>
                    <a:pt x="12087" y="6217"/>
                  </a:lnTo>
                  <a:lnTo>
                    <a:pt x="12203" y="6256"/>
                  </a:lnTo>
                  <a:lnTo>
                    <a:pt x="12319" y="6333"/>
                  </a:lnTo>
                  <a:lnTo>
                    <a:pt x="12396" y="6410"/>
                  </a:lnTo>
                  <a:lnTo>
                    <a:pt x="12434" y="6526"/>
                  </a:lnTo>
                  <a:lnTo>
                    <a:pt x="12473" y="6642"/>
                  </a:lnTo>
                  <a:lnTo>
                    <a:pt x="12473" y="6796"/>
                  </a:lnTo>
                  <a:lnTo>
                    <a:pt x="12396" y="7144"/>
                  </a:lnTo>
                  <a:lnTo>
                    <a:pt x="12241" y="7183"/>
                  </a:lnTo>
                  <a:lnTo>
                    <a:pt x="12010" y="7221"/>
                  </a:lnTo>
                  <a:lnTo>
                    <a:pt x="11817" y="7183"/>
                  </a:lnTo>
                  <a:lnTo>
                    <a:pt x="11585" y="7144"/>
                  </a:lnTo>
                  <a:lnTo>
                    <a:pt x="11122" y="7028"/>
                  </a:lnTo>
                  <a:lnTo>
                    <a:pt x="10735" y="6874"/>
                  </a:lnTo>
                  <a:lnTo>
                    <a:pt x="10002" y="6603"/>
                  </a:lnTo>
                  <a:lnTo>
                    <a:pt x="9307" y="6256"/>
                  </a:lnTo>
                  <a:lnTo>
                    <a:pt x="8766" y="5947"/>
                  </a:lnTo>
                  <a:lnTo>
                    <a:pt x="8225" y="5599"/>
                  </a:lnTo>
                  <a:lnTo>
                    <a:pt x="7183" y="4866"/>
                  </a:lnTo>
                  <a:close/>
                  <a:moveTo>
                    <a:pt x="8805" y="0"/>
                  </a:moveTo>
                  <a:lnTo>
                    <a:pt x="8573" y="39"/>
                  </a:lnTo>
                  <a:lnTo>
                    <a:pt x="8341" y="155"/>
                  </a:lnTo>
                  <a:lnTo>
                    <a:pt x="8110" y="271"/>
                  </a:lnTo>
                  <a:lnTo>
                    <a:pt x="7955" y="464"/>
                  </a:lnTo>
                  <a:lnTo>
                    <a:pt x="7723" y="850"/>
                  </a:lnTo>
                  <a:lnTo>
                    <a:pt x="7492" y="1275"/>
                  </a:lnTo>
                  <a:lnTo>
                    <a:pt x="7183" y="2201"/>
                  </a:lnTo>
                  <a:lnTo>
                    <a:pt x="6835" y="3321"/>
                  </a:lnTo>
                  <a:lnTo>
                    <a:pt x="6719" y="3862"/>
                  </a:lnTo>
                  <a:lnTo>
                    <a:pt x="6604" y="4441"/>
                  </a:lnTo>
                  <a:lnTo>
                    <a:pt x="6526" y="4518"/>
                  </a:lnTo>
                  <a:lnTo>
                    <a:pt x="6526" y="4634"/>
                  </a:lnTo>
                  <a:lnTo>
                    <a:pt x="5947" y="4595"/>
                  </a:lnTo>
                  <a:lnTo>
                    <a:pt x="5407" y="4557"/>
                  </a:lnTo>
                  <a:lnTo>
                    <a:pt x="4325" y="4402"/>
                  </a:lnTo>
                  <a:lnTo>
                    <a:pt x="3244" y="4209"/>
                  </a:lnTo>
                  <a:lnTo>
                    <a:pt x="2703" y="4132"/>
                  </a:lnTo>
                  <a:lnTo>
                    <a:pt x="2124" y="4093"/>
                  </a:lnTo>
                  <a:lnTo>
                    <a:pt x="1545" y="4055"/>
                  </a:lnTo>
                  <a:lnTo>
                    <a:pt x="1159" y="4055"/>
                  </a:lnTo>
                  <a:lnTo>
                    <a:pt x="773" y="4093"/>
                  </a:lnTo>
                  <a:lnTo>
                    <a:pt x="425" y="4209"/>
                  </a:lnTo>
                  <a:lnTo>
                    <a:pt x="271" y="4287"/>
                  </a:lnTo>
                  <a:lnTo>
                    <a:pt x="155" y="4364"/>
                  </a:lnTo>
                  <a:lnTo>
                    <a:pt x="78" y="4480"/>
                  </a:lnTo>
                  <a:lnTo>
                    <a:pt x="0" y="4634"/>
                  </a:lnTo>
                  <a:lnTo>
                    <a:pt x="0" y="4789"/>
                  </a:lnTo>
                  <a:lnTo>
                    <a:pt x="39" y="4982"/>
                  </a:lnTo>
                  <a:lnTo>
                    <a:pt x="78" y="5136"/>
                  </a:lnTo>
                  <a:lnTo>
                    <a:pt x="155" y="5252"/>
                  </a:lnTo>
                  <a:lnTo>
                    <a:pt x="232" y="5406"/>
                  </a:lnTo>
                  <a:lnTo>
                    <a:pt x="348" y="5522"/>
                  </a:lnTo>
                  <a:lnTo>
                    <a:pt x="618" y="5677"/>
                  </a:lnTo>
                  <a:lnTo>
                    <a:pt x="927" y="5792"/>
                  </a:lnTo>
                  <a:lnTo>
                    <a:pt x="1275" y="5870"/>
                  </a:lnTo>
                  <a:lnTo>
                    <a:pt x="1622" y="5908"/>
                  </a:lnTo>
                  <a:lnTo>
                    <a:pt x="2240" y="5908"/>
                  </a:lnTo>
                  <a:lnTo>
                    <a:pt x="3360" y="5831"/>
                  </a:lnTo>
                  <a:lnTo>
                    <a:pt x="4441" y="5715"/>
                  </a:lnTo>
                  <a:lnTo>
                    <a:pt x="5561" y="5484"/>
                  </a:lnTo>
                  <a:lnTo>
                    <a:pt x="6102" y="5329"/>
                  </a:lnTo>
                  <a:lnTo>
                    <a:pt x="6604" y="5136"/>
                  </a:lnTo>
                  <a:lnTo>
                    <a:pt x="6604" y="5175"/>
                  </a:lnTo>
                  <a:lnTo>
                    <a:pt x="6642" y="5599"/>
                  </a:lnTo>
                  <a:lnTo>
                    <a:pt x="6681" y="5792"/>
                  </a:lnTo>
                  <a:lnTo>
                    <a:pt x="6758" y="5986"/>
                  </a:lnTo>
                  <a:lnTo>
                    <a:pt x="7028" y="6024"/>
                  </a:lnTo>
                  <a:lnTo>
                    <a:pt x="7028" y="5986"/>
                  </a:lnTo>
                  <a:lnTo>
                    <a:pt x="6951" y="5599"/>
                  </a:lnTo>
                  <a:lnTo>
                    <a:pt x="6951" y="5406"/>
                  </a:lnTo>
                  <a:lnTo>
                    <a:pt x="6990" y="5213"/>
                  </a:lnTo>
                  <a:lnTo>
                    <a:pt x="7028" y="5175"/>
                  </a:lnTo>
                  <a:lnTo>
                    <a:pt x="7723" y="5754"/>
                  </a:lnTo>
                  <a:lnTo>
                    <a:pt x="8496" y="6256"/>
                  </a:lnTo>
                  <a:lnTo>
                    <a:pt x="9307" y="6681"/>
                  </a:lnTo>
                  <a:lnTo>
                    <a:pt x="10118" y="7067"/>
                  </a:lnTo>
                  <a:lnTo>
                    <a:pt x="10774" y="7337"/>
                  </a:lnTo>
                  <a:lnTo>
                    <a:pt x="11237" y="7453"/>
                  </a:lnTo>
                  <a:lnTo>
                    <a:pt x="11662" y="7569"/>
                  </a:lnTo>
                  <a:lnTo>
                    <a:pt x="12126" y="7607"/>
                  </a:lnTo>
                  <a:lnTo>
                    <a:pt x="12319" y="7569"/>
                  </a:lnTo>
                  <a:lnTo>
                    <a:pt x="12512" y="7530"/>
                  </a:lnTo>
                  <a:lnTo>
                    <a:pt x="12666" y="7453"/>
                  </a:lnTo>
                  <a:lnTo>
                    <a:pt x="12821" y="7376"/>
                  </a:lnTo>
                  <a:lnTo>
                    <a:pt x="12936" y="7221"/>
                  </a:lnTo>
                  <a:lnTo>
                    <a:pt x="13014" y="7028"/>
                  </a:lnTo>
                  <a:lnTo>
                    <a:pt x="13052" y="6874"/>
                  </a:lnTo>
                  <a:lnTo>
                    <a:pt x="13052" y="6719"/>
                  </a:lnTo>
                  <a:lnTo>
                    <a:pt x="13014" y="6565"/>
                  </a:lnTo>
                  <a:lnTo>
                    <a:pt x="12975" y="6449"/>
                  </a:lnTo>
                  <a:lnTo>
                    <a:pt x="12898" y="6333"/>
                  </a:lnTo>
                  <a:lnTo>
                    <a:pt x="12782" y="6217"/>
                  </a:lnTo>
                  <a:lnTo>
                    <a:pt x="12512" y="6024"/>
                  </a:lnTo>
                  <a:lnTo>
                    <a:pt x="12241" y="5870"/>
                  </a:lnTo>
                  <a:lnTo>
                    <a:pt x="11894" y="5715"/>
                  </a:lnTo>
                  <a:lnTo>
                    <a:pt x="11353" y="5522"/>
                  </a:lnTo>
                  <a:lnTo>
                    <a:pt x="10388" y="5213"/>
                  </a:lnTo>
                  <a:lnTo>
                    <a:pt x="9384" y="4943"/>
                  </a:lnTo>
                  <a:lnTo>
                    <a:pt x="8380" y="4711"/>
                  </a:lnTo>
                  <a:lnTo>
                    <a:pt x="7376" y="4518"/>
                  </a:lnTo>
                  <a:lnTo>
                    <a:pt x="8418" y="3437"/>
                  </a:lnTo>
                  <a:lnTo>
                    <a:pt x="8882" y="2896"/>
                  </a:lnTo>
                  <a:lnTo>
                    <a:pt x="9345" y="2279"/>
                  </a:lnTo>
                  <a:lnTo>
                    <a:pt x="9461" y="2085"/>
                  </a:lnTo>
                  <a:lnTo>
                    <a:pt x="9577" y="1854"/>
                  </a:lnTo>
                  <a:lnTo>
                    <a:pt x="9654" y="1622"/>
                  </a:lnTo>
                  <a:lnTo>
                    <a:pt x="9731" y="1390"/>
                  </a:lnTo>
                  <a:lnTo>
                    <a:pt x="9731" y="1159"/>
                  </a:lnTo>
                  <a:lnTo>
                    <a:pt x="9693" y="927"/>
                  </a:lnTo>
                  <a:lnTo>
                    <a:pt x="9654" y="657"/>
                  </a:lnTo>
                  <a:lnTo>
                    <a:pt x="9500" y="464"/>
                  </a:lnTo>
                  <a:lnTo>
                    <a:pt x="9461" y="309"/>
                  </a:lnTo>
                  <a:lnTo>
                    <a:pt x="9384" y="232"/>
                  </a:lnTo>
                  <a:lnTo>
                    <a:pt x="9229" y="78"/>
                  </a:lnTo>
                  <a:lnTo>
                    <a:pt x="903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1" name="Google Shape;2271;p9"/>
            <p:cNvSpPr/>
            <p:nvPr/>
          </p:nvSpPr>
          <p:spPr>
            <a:xfrm>
              <a:off x="1058675" y="4315675"/>
              <a:ext cx="594700" cy="534825"/>
            </a:xfrm>
            <a:custGeom>
              <a:avLst/>
              <a:gdLst/>
              <a:ahLst/>
              <a:cxnLst/>
              <a:rect l="l" t="t" r="r" b="b"/>
              <a:pathLst>
                <a:path w="23788" h="21393" extrusionOk="0">
                  <a:moveTo>
                    <a:pt x="23478" y="270"/>
                  </a:moveTo>
                  <a:lnTo>
                    <a:pt x="23401" y="386"/>
                  </a:lnTo>
                  <a:lnTo>
                    <a:pt x="22590" y="1815"/>
                  </a:lnTo>
                  <a:lnTo>
                    <a:pt x="21741" y="3205"/>
                  </a:lnTo>
                  <a:lnTo>
                    <a:pt x="20853" y="4595"/>
                  </a:lnTo>
                  <a:lnTo>
                    <a:pt x="19926" y="5985"/>
                  </a:lnTo>
                  <a:lnTo>
                    <a:pt x="19269" y="5754"/>
                  </a:lnTo>
                  <a:lnTo>
                    <a:pt x="18999" y="5638"/>
                  </a:lnTo>
                  <a:lnTo>
                    <a:pt x="18690" y="5483"/>
                  </a:lnTo>
                  <a:lnTo>
                    <a:pt x="18420" y="5290"/>
                  </a:lnTo>
                  <a:lnTo>
                    <a:pt x="18150" y="5059"/>
                  </a:lnTo>
                  <a:lnTo>
                    <a:pt x="17918" y="4827"/>
                  </a:lnTo>
                  <a:lnTo>
                    <a:pt x="17686" y="4557"/>
                  </a:lnTo>
                  <a:lnTo>
                    <a:pt x="17493" y="4286"/>
                  </a:lnTo>
                  <a:lnTo>
                    <a:pt x="17339" y="3977"/>
                  </a:lnTo>
                  <a:lnTo>
                    <a:pt x="17030" y="3360"/>
                  </a:lnTo>
                  <a:lnTo>
                    <a:pt x="16798" y="2742"/>
                  </a:lnTo>
                  <a:lnTo>
                    <a:pt x="16605" y="2085"/>
                  </a:lnTo>
                  <a:lnTo>
                    <a:pt x="17416" y="1776"/>
                  </a:lnTo>
                  <a:lnTo>
                    <a:pt x="18265" y="1467"/>
                  </a:lnTo>
                  <a:lnTo>
                    <a:pt x="19115" y="1197"/>
                  </a:lnTo>
                  <a:lnTo>
                    <a:pt x="19965" y="965"/>
                  </a:lnTo>
                  <a:lnTo>
                    <a:pt x="20853" y="772"/>
                  </a:lnTo>
                  <a:lnTo>
                    <a:pt x="21702" y="579"/>
                  </a:lnTo>
                  <a:lnTo>
                    <a:pt x="22590" y="425"/>
                  </a:lnTo>
                  <a:lnTo>
                    <a:pt x="23478" y="270"/>
                  </a:lnTo>
                  <a:close/>
                  <a:moveTo>
                    <a:pt x="4866" y="7607"/>
                  </a:moveTo>
                  <a:lnTo>
                    <a:pt x="6256" y="7646"/>
                  </a:lnTo>
                  <a:lnTo>
                    <a:pt x="7608" y="7723"/>
                  </a:lnTo>
                  <a:lnTo>
                    <a:pt x="7222" y="8186"/>
                  </a:lnTo>
                  <a:lnTo>
                    <a:pt x="6835" y="8650"/>
                  </a:lnTo>
                  <a:lnTo>
                    <a:pt x="6488" y="9190"/>
                  </a:lnTo>
                  <a:lnTo>
                    <a:pt x="6140" y="9692"/>
                  </a:lnTo>
                  <a:lnTo>
                    <a:pt x="5909" y="10233"/>
                  </a:lnTo>
                  <a:lnTo>
                    <a:pt x="5870" y="10272"/>
                  </a:lnTo>
                  <a:lnTo>
                    <a:pt x="5214" y="10774"/>
                  </a:lnTo>
                  <a:lnTo>
                    <a:pt x="4557" y="11314"/>
                  </a:lnTo>
                  <a:lnTo>
                    <a:pt x="4326" y="11546"/>
                  </a:lnTo>
                  <a:lnTo>
                    <a:pt x="4094" y="11816"/>
                  </a:lnTo>
                  <a:lnTo>
                    <a:pt x="3824" y="12048"/>
                  </a:lnTo>
                  <a:lnTo>
                    <a:pt x="3708" y="12125"/>
                  </a:lnTo>
                  <a:lnTo>
                    <a:pt x="3553" y="12164"/>
                  </a:lnTo>
                  <a:lnTo>
                    <a:pt x="3399" y="12202"/>
                  </a:lnTo>
                  <a:lnTo>
                    <a:pt x="3206" y="12164"/>
                  </a:lnTo>
                  <a:lnTo>
                    <a:pt x="2742" y="12087"/>
                  </a:lnTo>
                  <a:lnTo>
                    <a:pt x="1970" y="11855"/>
                  </a:lnTo>
                  <a:lnTo>
                    <a:pt x="387" y="11507"/>
                  </a:lnTo>
                  <a:lnTo>
                    <a:pt x="1005" y="11083"/>
                  </a:lnTo>
                  <a:lnTo>
                    <a:pt x="1584" y="10658"/>
                  </a:lnTo>
                  <a:lnTo>
                    <a:pt x="2163" y="10156"/>
                  </a:lnTo>
                  <a:lnTo>
                    <a:pt x="2704" y="9654"/>
                  </a:lnTo>
                  <a:lnTo>
                    <a:pt x="3553" y="8804"/>
                  </a:lnTo>
                  <a:lnTo>
                    <a:pt x="4055" y="8186"/>
                  </a:lnTo>
                  <a:lnTo>
                    <a:pt x="4326" y="7916"/>
                  </a:lnTo>
                  <a:lnTo>
                    <a:pt x="4634" y="7684"/>
                  </a:lnTo>
                  <a:lnTo>
                    <a:pt x="4789" y="7684"/>
                  </a:lnTo>
                  <a:lnTo>
                    <a:pt x="4827" y="7646"/>
                  </a:lnTo>
                  <a:lnTo>
                    <a:pt x="4866" y="7607"/>
                  </a:lnTo>
                  <a:close/>
                  <a:moveTo>
                    <a:pt x="16296" y="2201"/>
                  </a:moveTo>
                  <a:lnTo>
                    <a:pt x="16489" y="2858"/>
                  </a:lnTo>
                  <a:lnTo>
                    <a:pt x="16721" y="3553"/>
                  </a:lnTo>
                  <a:lnTo>
                    <a:pt x="17030" y="4209"/>
                  </a:lnTo>
                  <a:lnTo>
                    <a:pt x="17223" y="4518"/>
                  </a:lnTo>
                  <a:lnTo>
                    <a:pt x="17455" y="4827"/>
                  </a:lnTo>
                  <a:lnTo>
                    <a:pt x="17648" y="5136"/>
                  </a:lnTo>
                  <a:lnTo>
                    <a:pt x="17879" y="5368"/>
                  </a:lnTo>
                  <a:lnTo>
                    <a:pt x="18150" y="5599"/>
                  </a:lnTo>
                  <a:lnTo>
                    <a:pt x="18420" y="5831"/>
                  </a:lnTo>
                  <a:lnTo>
                    <a:pt x="18729" y="5985"/>
                  </a:lnTo>
                  <a:lnTo>
                    <a:pt x="19038" y="6140"/>
                  </a:lnTo>
                  <a:lnTo>
                    <a:pt x="19385" y="6217"/>
                  </a:lnTo>
                  <a:lnTo>
                    <a:pt x="19771" y="6256"/>
                  </a:lnTo>
                  <a:lnTo>
                    <a:pt x="18922" y="7453"/>
                  </a:lnTo>
                  <a:lnTo>
                    <a:pt x="18034" y="8611"/>
                  </a:lnTo>
                  <a:lnTo>
                    <a:pt x="17223" y="9615"/>
                  </a:lnTo>
                  <a:lnTo>
                    <a:pt x="16373" y="10581"/>
                  </a:lnTo>
                  <a:lnTo>
                    <a:pt x="15524" y="11507"/>
                  </a:lnTo>
                  <a:lnTo>
                    <a:pt x="14597" y="12395"/>
                  </a:lnTo>
                  <a:lnTo>
                    <a:pt x="13670" y="13284"/>
                  </a:lnTo>
                  <a:lnTo>
                    <a:pt x="13168" y="13747"/>
                  </a:lnTo>
                  <a:lnTo>
                    <a:pt x="12628" y="14172"/>
                  </a:lnTo>
                  <a:lnTo>
                    <a:pt x="12126" y="14558"/>
                  </a:lnTo>
                  <a:lnTo>
                    <a:pt x="11546" y="14905"/>
                  </a:lnTo>
                  <a:lnTo>
                    <a:pt x="10967" y="15214"/>
                  </a:lnTo>
                  <a:lnTo>
                    <a:pt x="10388" y="15446"/>
                  </a:lnTo>
                  <a:lnTo>
                    <a:pt x="9809" y="15600"/>
                  </a:lnTo>
                  <a:lnTo>
                    <a:pt x="9191" y="15678"/>
                  </a:lnTo>
                  <a:lnTo>
                    <a:pt x="8612" y="15678"/>
                  </a:lnTo>
                  <a:lnTo>
                    <a:pt x="8341" y="15639"/>
                  </a:lnTo>
                  <a:lnTo>
                    <a:pt x="8033" y="15562"/>
                  </a:lnTo>
                  <a:lnTo>
                    <a:pt x="7762" y="15446"/>
                  </a:lnTo>
                  <a:lnTo>
                    <a:pt x="7531" y="15330"/>
                  </a:lnTo>
                  <a:lnTo>
                    <a:pt x="7260" y="15214"/>
                  </a:lnTo>
                  <a:lnTo>
                    <a:pt x="7029" y="15021"/>
                  </a:lnTo>
                  <a:lnTo>
                    <a:pt x="6835" y="14828"/>
                  </a:lnTo>
                  <a:lnTo>
                    <a:pt x="6642" y="14597"/>
                  </a:lnTo>
                  <a:lnTo>
                    <a:pt x="6449" y="14365"/>
                  </a:lnTo>
                  <a:lnTo>
                    <a:pt x="6295" y="14095"/>
                  </a:lnTo>
                  <a:lnTo>
                    <a:pt x="6063" y="13554"/>
                  </a:lnTo>
                  <a:lnTo>
                    <a:pt x="5909" y="13013"/>
                  </a:lnTo>
                  <a:lnTo>
                    <a:pt x="5870" y="12434"/>
                  </a:lnTo>
                  <a:lnTo>
                    <a:pt x="5870" y="11855"/>
                  </a:lnTo>
                  <a:lnTo>
                    <a:pt x="5986" y="11314"/>
                  </a:lnTo>
                  <a:lnTo>
                    <a:pt x="6140" y="10735"/>
                  </a:lnTo>
                  <a:lnTo>
                    <a:pt x="6333" y="10194"/>
                  </a:lnTo>
                  <a:lnTo>
                    <a:pt x="6604" y="9692"/>
                  </a:lnTo>
                  <a:lnTo>
                    <a:pt x="6913" y="9229"/>
                  </a:lnTo>
                  <a:lnTo>
                    <a:pt x="7222" y="8766"/>
                  </a:lnTo>
                  <a:lnTo>
                    <a:pt x="7569" y="8302"/>
                  </a:lnTo>
                  <a:lnTo>
                    <a:pt x="7955" y="7878"/>
                  </a:lnTo>
                  <a:lnTo>
                    <a:pt x="8766" y="7067"/>
                  </a:lnTo>
                  <a:lnTo>
                    <a:pt x="9616" y="6333"/>
                  </a:lnTo>
                  <a:lnTo>
                    <a:pt x="10542" y="5561"/>
                  </a:lnTo>
                  <a:lnTo>
                    <a:pt x="11508" y="4866"/>
                  </a:lnTo>
                  <a:lnTo>
                    <a:pt x="12473" y="4209"/>
                  </a:lnTo>
                  <a:lnTo>
                    <a:pt x="13516" y="3591"/>
                  </a:lnTo>
                  <a:lnTo>
                    <a:pt x="14211" y="3205"/>
                  </a:lnTo>
                  <a:lnTo>
                    <a:pt x="14906" y="2858"/>
                  </a:lnTo>
                  <a:lnTo>
                    <a:pt x="15601" y="2510"/>
                  </a:lnTo>
                  <a:lnTo>
                    <a:pt x="16296" y="2201"/>
                  </a:lnTo>
                  <a:close/>
                  <a:moveTo>
                    <a:pt x="5638" y="13361"/>
                  </a:moveTo>
                  <a:lnTo>
                    <a:pt x="5754" y="13747"/>
                  </a:lnTo>
                  <a:lnTo>
                    <a:pt x="5870" y="14133"/>
                  </a:lnTo>
                  <a:lnTo>
                    <a:pt x="6063" y="14519"/>
                  </a:lnTo>
                  <a:lnTo>
                    <a:pt x="6295" y="14828"/>
                  </a:lnTo>
                  <a:lnTo>
                    <a:pt x="6565" y="15137"/>
                  </a:lnTo>
                  <a:lnTo>
                    <a:pt x="6874" y="15407"/>
                  </a:lnTo>
                  <a:lnTo>
                    <a:pt x="7222" y="15639"/>
                  </a:lnTo>
                  <a:lnTo>
                    <a:pt x="7608" y="15832"/>
                  </a:lnTo>
                  <a:lnTo>
                    <a:pt x="7415" y="16141"/>
                  </a:lnTo>
                  <a:lnTo>
                    <a:pt x="7260" y="16489"/>
                  </a:lnTo>
                  <a:lnTo>
                    <a:pt x="6797" y="16296"/>
                  </a:lnTo>
                  <a:lnTo>
                    <a:pt x="6411" y="16025"/>
                  </a:lnTo>
                  <a:lnTo>
                    <a:pt x="6025" y="15716"/>
                  </a:lnTo>
                  <a:lnTo>
                    <a:pt x="5716" y="15369"/>
                  </a:lnTo>
                  <a:lnTo>
                    <a:pt x="5484" y="14983"/>
                  </a:lnTo>
                  <a:lnTo>
                    <a:pt x="5252" y="14558"/>
                  </a:lnTo>
                  <a:lnTo>
                    <a:pt x="5098" y="14133"/>
                  </a:lnTo>
                  <a:lnTo>
                    <a:pt x="5021" y="13631"/>
                  </a:lnTo>
                  <a:lnTo>
                    <a:pt x="4982" y="13593"/>
                  </a:lnTo>
                  <a:lnTo>
                    <a:pt x="5638" y="13361"/>
                  </a:lnTo>
                  <a:close/>
                  <a:moveTo>
                    <a:pt x="4827" y="13670"/>
                  </a:moveTo>
                  <a:lnTo>
                    <a:pt x="4866" y="14210"/>
                  </a:lnTo>
                  <a:lnTo>
                    <a:pt x="4982" y="14712"/>
                  </a:lnTo>
                  <a:lnTo>
                    <a:pt x="5214" y="15176"/>
                  </a:lnTo>
                  <a:lnTo>
                    <a:pt x="5484" y="15600"/>
                  </a:lnTo>
                  <a:lnTo>
                    <a:pt x="5831" y="15948"/>
                  </a:lnTo>
                  <a:lnTo>
                    <a:pt x="6218" y="16296"/>
                  </a:lnTo>
                  <a:lnTo>
                    <a:pt x="6642" y="16566"/>
                  </a:lnTo>
                  <a:lnTo>
                    <a:pt x="7106" y="16759"/>
                  </a:lnTo>
                  <a:lnTo>
                    <a:pt x="6951" y="17300"/>
                  </a:lnTo>
                  <a:lnTo>
                    <a:pt x="6411" y="17029"/>
                  </a:lnTo>
                  <a:lnTo>
                    <a:pt x="5909" y="16720"/>
                  </a:lnTo>
                  <a:lnTo>
                    <a:pt x="5484" y="16373"/>
                  </a:lnTo>
                  <a:lnTo>
                    <a:pt x="5098" y="15987"/>
                  </a:lnTo>
                  <a:lnTo>
                    <a:pt x="4789" y="15562"/>
                  </a:lnTo>
                  <a:lnTo>
                    <a:pt x="4480" y="15060"/>
                  </a:lnTo>
                  <a:lnTo>
                    <a:pt x="4248" y="14558"/>
                  </a:lnTo>
                  <a:lnTo>
                    <a:pt x="4055" y="13979"/>
                  </a:lnTo>
                  <a:lnTo>
                    <a:pt x="4248" y="13940"/>
                  </a:lnTo>
                  <a:lnTo>
                    <a:pt x="4441" y="13863"/>
                  </a:lnTo>
                  <a:lnTo>
                    <a:pt x="4827" y="13670"/>
                  </a:lnTo>
                  <a:close/>
                  <a:moveTo>
                    <a:pt x="4441" y="15871"/>
                  </a:moveTo>
                  <a:lnTo>
                    <a:pt x="4673" y="16180"/>
                  </a:lnTo>
                  <a:lnTo>
                    <a:pt x="4905" y="16450"/>
                  </a:lnTo>
                  <a:lnTo>
                    <a:pt x="5175" y="16682"/>
                  </a:lnTo>
                  <a:lnTo>
                    <a:pt x="5445" y="16913"/>
                  </a:lnTo>
                  <a:lnTo>
                    <a:pt x="5291" y="17029"/>
                  </a:lnTo>
                  <a:lnTo>
                    <a:pt x="5214" y="17222"/>
                  </a:lnTo>
                  <a:lnTo>
                    <a:pt x="5098" y="17068"/>
                  </a:lnTo>
                  <a:lnTo>
                    <a:pt x="5059" y="16991"/>
                  </a:lnTo>
                  <a:lnTo>
                    <a:pt x="4982" y="16952"/>
                  </a:lnTo>
                  <a:lnTo>
                    <a:pt x="4905" y="16952"/>
                  </a:lnTo>
                  <a:lnTo>
                    <a:pt x="4827" y="16991"/>
                  </a:lnTo>
                  <a:lnTo>
                    <a:pt x="4519" y="17415"/>
                  </a:lnTo>
                  <a:lnTo>
                    <a:pt x="4210" y="17840"/>
                  </a:lnTo>
                  <a:lnTo>
                    <a:pt x="3862" y="18226"/>
                  </a:lnTo>
                  <a:lnTo>
                    <a:pt x="3476" y="18574"/>
                  </a:lnTo>
                  <a:lnTo>
                    <a:pt x="3090" y="18921"/>
                  </a:lnTo>
                  <a:lnTo>
                    <a:pt x="2665" y="19230"/>
                  </a:lnTo>
                  <a:lnTo>
                    <a:pt x="2240" y="19501"/>
                  </a:lnTo>
                  <a:lnTo>
                    <a:pt x="1777" y="19771"/>
                  </a:lnTo>
                  <a:lnTo>
                    <a:pt x="1777" y="19771"/>
                  </a:lnTo>
                  <a:lnTo>
                    <a:pt x="1816" y="19346"/>
                  </a:lnTo>
                  <a:lnTo>
                    <a:pt x="1854" y="18921"/>
                  </a:lnTo>
                  <a:lnTo>
                    <a:pt x="2009" y="18535"/>
                  </a:lnTo>
                  <a:lnTo>
                    <a:pt x="2163" y="18188"/>
                  </a:lnTo>
                  <a:lnTo>
                    <a:pt x="2395" y="17840"/>
                  </a:lnTo>
                  <a:lnTo>
                    <a:pt x="2665" y="17531"/>
                  </a:lnTo>
                  <a:lnTo>
                    <a:pt x="2974" y="17222"/>
                  </a:lnTo>
                  <a:lnTo>
                    <a:pt x="3360" y="16913"/>
                  </a:lnTo>
                  <a:lnTo>
                    <a:pt x="3669" y="16720"/>
                  </a:lnTo>
                  <a:lnTo>
                    <a:pt x="3939" y="16489"/>
                  </a:lnTo>
                  <a:lnTo>
                    <a:pt x="4017" y="16334"/>
                  </a:lnTo>
                  <a:lnTo>
                    <a:pt x="4094" y="16218"/>
                  </a:lnTo>
                  <a:lnTo>
                    <a:pt x="4094" y="16064"/>
                  </a:lnTo>
                  <a:lnTo>
                    <a:pt x="4055" y="15871"/>
                  </a:lnTo>
                  <a:close/>
                  <a:moveTo>
                    <a:pt x="13439" y="13979"/>
                  </a:moveTo>
                  <a:lnTo>
                    <a:pt x="13400" y="14674"/>
                  </a:lnTo>
                  <a:lnTo>
                    <a:pt x="13400" y="15369"/>
                  </a:lnTo>
                  <a:lnTo>
                    <a:pt x="13477" y="16025"/>
                  </a:lnTo>
                  <a:lnTo>
                    <a:pt x="13632" y="16682"/>
                  </a:lnTo>
                  <a:lnTo>
                    <a:pt x="12396" y="17454"/>
                  </a:lnTo>
                  <a:lnTo>
                    <a:pt x="11160" y="18304"/>
                  </a:lnTo>
                  <a:lnTo>
                    <a:pt x="8805" y="20041"/>
                  </a:lnTo>
                  <a:lnTo>
                    <a:pt x="8766" y="19037"/>
                  </a:lnTo>
                  <a:lnTo>
                    <a:pt x="8689" y="18033"/>
                  </a:lnTo>
                  <a:lnTo>
                    <a:pt x="8650" y="17724"/>
                  </a:lnTo>
                  <a:lnTo>
                    <a:pt x="8689" y="17493"/>
                  </a:lnTo>
                  <a:lnTo>
                    <a:pt x="8728" y="17377"/>
                  </a:lnTo>
                  <a:lnTo>
                    <a:pt x="8805" y="17261"/>
                  </a:lnTo>
                  <a:lnTo>
                    <a:pt x="9037" y="17068"/>
                  </a:lnTo>
                  <a:lnTo>
                    <a:pt x="9654" y="16604"/>
                  </a:lnTo>
                  <a:lnTo>
                    <a:pt x="10195" y="16141"/>
                  </a:lnTo>
                  <a:lnTo>
                    <a:pt x="10234" y="16064"/>
                  </a:lnTo>
                  <a:lnTo>
                    <a:pt x="10272" y="16025"/>
                  </a:lnTo>
                  <a:lnTo>
                    <a:pt x="10234" y="15909"/>
                  </a:lnTo>
                  <a:lnTo>
                    <a:pt x="10774" y="15716"/>
                  </a:lnTo>
                  <a:lnTo>
                    <a:pt x="11276" y="15485"/>
                  </a:lnTo>
                  <a:lnTo>
                    <a:pt x="11740" y="15214"/>
                  </a:lnTo>
                  <a:lnTo>
                    <a:pt x="12203" y="14905"/>
                  </a:lnTo>
                  <a:lnTo>
                    <a:pt x="12821" y="14481"/>
                  </a:lnTo>
                  <a:lnTo>
                    <a:pt x="13439" y="13979"/>
                  </a:lnTo>
                  <a:close/>
                  <a:moveTo>
                    <a:pt x="3978" y="14944"/>
                  </a:moveTo>
                  <a:lnTo>
                    <a:pt x="4132" y="15330"/>
                  </a:lnTo>
                  <a:lnTo>
                    <a:pt x="4326" y="15678"/>
                  </a:lnTo>
                  <a:lnTo>
                    <a:pt x="3862" y="15678"/>
                  </a:lnTo>
                  <a:lnTo>
                    <a:pt x="3785" y="15716"/>
                  </a:lnTo>
                  <a:lnTo>
                    <a:pt x="3746" y="15755"/>
                  </a:lnTo>
                  <a:lnTo>
                    <a:pt x="3746" y="15832"/>
                  </a:lnTo>
                  <a:lnTo>
                    <a:pt x="3785" y="15871"/>
                  </a:lnTo>
                  <a:lnTo>
                    <a:pt x="3785" y="15948"/>
                  </a:lnTo>
                  <a:lnTo>
                    <a:pt x="3785" y="16064"/>
                  </a:lnTo>
                  <a:lnTo>
                    <a:pt x="3669" y="16257"/>
                  </a:lnTo>
                  <a:lnTo>
                    <a:pt x="3476" y="16489"/>
                  </a:lnTo>
                  <a:lnTo>
                    <a:pt x="3206" y="16720"/>
                  </a:lnTo>
                  <a:lnTo>
                    <a:pt x="2665" y="17145"/>
                  </a:lnTo>
                  <a:lnTo>
                    <a:pt x="2318" y="17415"/>
                  </a:lnTo>
                  <a:lnTo>
                    <a:pt x="2009" y="17802"/>
                  </a:lnTo>
                  <a:lnTo>
                    <a:pt x="1777" y="18188"/>
                  </a:lnTo>
                  <a:lnTo>
                    <a:pt x="1584" y="18651"/>
                  </a:lnTo>
                  <a:lnTo>
                    <a:pt x="1507" y="19114"/>
                  </a:lnTo>
                  <a:lnTo>
                    <a:pt x="1468" y="19346"/>
                  </a:lnTo>
                  <a:lnTo>
                    <a:pt x="1468" y="19578"/>
                  </a:lnTo>
                  <a:lnTo>
                    <a:pt x="1507" y="19848"/>
                  </a:lnTo>
                  <a:lnTo>
                    <a:pt x="1545" y="20080"/>
                  </a:lnTo>
                  <a:lnTo>
                    <a:pt x="1622" y="20118"/>
                  </a:lnTo>
                  <a:lnTo>
                    <a:pt x="1738" y="20118"/>
                  </a:lnTo>
                  <a:lnTo>
                    <a:pt x="1777" y="20041"/>
                  </a:lnTo>
                  <a:lnTo>
                    <a:pt x="2279" y="19809"/>
                  </a:lnTo>
                  <a:lnTo>
                    <a:pt x="2742" y="19578"/>
                  </a:lnTo>
                  <a:lnTo>
                    <a:pt x="3167" y="19269"/>
                  </a:lnTo>
                  <a:lnTo>
                    <a:pt x="3553" y="18960"/>
                  </a:lnTo>
                  <a:lnTo>
                    <a:pt x="3939" y="18612"/>
                  </a:lnTo>
                  <a:lnTo>
                    <a:pt x="4287" y="18226"/>
                  </a:lnTo>
                  <a:lnTo>
                    <a:pt x="4634" y="17802"/>
                  </a:lnTo>
                  <a:lnTo>
                    <a:pt x="4943" y="17377"/>
                  </a:lnTo>
                  <a:lnTo>
                    <a:pt x="5059" y="17531"/>
                  </a:lnTo>
                  <a:lnTo>
                    <a:pt x="5175" y="17647"/>
                  </a:lnTo>
                  <a:lnTo>
                    <a:pt x="5291" y="17647"/>
                  </a:lnTo>
                  <a:lnTo>
                    <a:pt x="5368" y="17608"/>
                  </a:lnTo>
                  <a:lnTo>
                    <a:pt x="5368" y="17531"/>
                  </a:lnTo>
                  <a:lnTo>
                    <a:pt x="5638" y="17068"/>
                  </a:lnTo>
                  <a:lnTo>
                    <a:pt x="6025" y="17300"/>
                  </a:lnTo>
                  <a:lnTo>
                    <a:pt x="5986" y="17802"/>
                  </a:lnTo>
                  <a:lnTo>
                    <a:pt x="5870" y="18304"/>
                  </a:lnTo>
                  <a:lnTo>
                    <a:pt x="5754" y="18806"/>
                  </a:lnTo>
                  <a:lnTo>
                    <a:pt x="5561" y="19308"/>
                  </a:lnTo>
                  <a:lnTo>
                    <a:pt x="5445" y="19076"/>
                  </a:lnTo>
                  <a:lnTo>
                    <a:pt x="5407" y="18844"/>
                  </a:lnTo>
                  <a:lnTo>
                    <a:pt x="5368" y="18574"/>
                  </a:lnTo>
                  <a:lnTo>
                    <a:pt x="5407" y="18304"/>
                  </a:lnTo>
                  <a:lnTo>
                    <a:pt x="5445" y="18226"/>
                  </a:lnTo>
                  <a:lnTo>
                    <a:pt x="5407" y="18188"/>
                  </a:lnTo>
                  <a:lnTo>
                    <a:pt x="5329" y="18110"/>
                  </a:lnTo>
                  <a:lnTo>
                    <a:pt x="5252" y="18072"/>
                  </a:lnTo>
                  <a:lnTo>
                    <a:pt x="5214" y="18110"/>
                  </a:lnTo>
                  <a:lnTo>
                    <a:pt x="5136" y="18110"/>
                  </a:lnTo>
                  <a:lnTo>
                    <a:pt x="5098" y="18188"/>
                  </a:lnTo>
                  <a:lnTo>
                    <a:pt x="4827" y="18767"/>
                  </a:lnTo>
                  <a:lnTo>
                    <a:pt x="4519" y="19308"/>
                  </a:lnTo>
                  <a:lnTo>
                    <a:pt x="4326" y="19539"/>
                  </a:lnTo>
                  <a:lnTo>
                    <a:pt x="4094" y="19771"/>
                  </a:lnTo>
                  <a:lnTo>
                    <a:pt x="3862" y="19964"/>
                  </a:lnTo>
                  <a:lnTo>
                    <a:pt x="3592" y="20196"/>
                  </a:lnTo>
                  <a:lnTo>
                    <a:pt x="3090" y="20505"/>
                  </a:lnTo>
                  <a:lnTo>
                    <a:pt x="2820" y="20659"/>
                  </a:lnTo>
                  <a:lnTo>
                    <a:pt x="2511" y="20775"/>
                  </a:lnTo>
                  <a:lnTo>
                    <a:pt x="2202" y="20891"/>
                  </a:lnTo>
                  <a:lnTo>
                    <a:pt x="1893" y="20968"/>
                  </a:lnTo>
                  <a:lnTo>
                    <a:pt x="1584" y="21007"/>
                  </a:lnTo>
                  <a:lnTo>
                    <a:pt x="1275" y="20968"/>
                  </a:lnTo>
                  <a:lnTo>
                    <a:pt x="1043" y="20929"/>
                  </a:lnTo>
                  <a:lnTo>
                    <a:pt x="889" y="20813"/>
                  </a:lnTo>
                  <a:lnTo>
                    <a:pt x="773" y="20698"/>
                  </a:lnTo>
                  <a:lnTo>
                    <a:pt x="734" y="20543"/>
                  </a:lnTo>
                  <a:lnTo>
                    <a:pt x="696" y="20350"/>
                  </a:lnTo>
                  <a:lnTo>
                    <a:pt x="696" y="20157"/>
                  </a:lnTo>
                  <a:lnTo>
                    <a:pt x="734" y="19732"/>
                  </a:lnTo>
                  <a:lnTo>
                    <a:pt x="812" y="19037"/>
                  </a:lnTo>
                  <a:lnTo>
                    <a:pt x="889" y="18690"/>
                  </a:lnTo>
                  <a:lnTo>
                    <a:pt x="1005" y="18342"/>
                  </a:lnTo>
                  <a:lnTo>
                    <a:pt x="1159" y="17956"/>
                  </a:lnTo>
                  <a:lnTo>
                    <a:pt x="1352" y="17608"/>
                  </a:lnTo>
                  <a:lnTo>
                    <a:pt x="1584" y="17261"/>
                  </a:lnTo>
                  <a:lnTo>
                    <a:pt x="1854" y="16952"/>
                  </a:lnTo>
                  <a:lnTo>
                    <a:pt x="2124" y="16682"/>
                  </a:lnTo>
                  <a:lnTo>
                    <a:pt x="2433" y="16411"/>
                  </a:lnTo>
                  <a:lnTo>
                    <a:pt x="2781" y="16180"/>
                  </a:lnTo>
                  <a:lnTo>
                    <a:pt x="3167" y="16025"/>
                  </a:lnTo>
                  <a:lnTo>
                    <a:pt x="3244" y="15948"/>
                  </a:lnTo>
                  <a:lnTo>
                    <a:pt x="3244" y="15871"/>
                  </a:lnTo>
                  <a:lnTo>
                    <a:pt x="3206" y="15794"/>
                  </a:lnTo>
                  <a:lnTo>
                    <a:pt x="3167" y="15716"/>
                  </a:lnTo>
                  <a:lnTo>
                    <a:pt x="2433" y="15369"/>
                  </a:lnTo>
                  <a:lnTo>
                    <a:pt x="2781" y="15176"/>
                  </a:lnTo>
                  <a:lnTo>
                    <a:pt x="3167" y="15021"/>
                  </a:lnTo>
                  <a:lnTo>
                    <a:pt x="3553" y="14983"/>
                  </a:lnTo>
                  <a:lnTo>
                    <a:pt x="3978" y="14944"/>
                  </a:lnTo>
                  <a:close/>
                  <a:moveTo>
                    <a:pt x="23478" y="0"/>
                  </a:moveTo>
                  <a:lnTo>
                    <a:pt x="22204" y="155"/>
                  </a:lnTo>
                  <a:lnTo>
                    <a:pt x="20891" y="386"/>
                  </a:lnTo>
                  <a:lnTo>
                    <a:pt x="19617" y="657"/>
                  </a:lnTo>
                  <a:lnTo>
                    <a:pt x="18381" y="1043"/>
                  </a:lnTo>
                  <a:lnTo>
                    <a:pt x="17146" y="1467"/>
                  </a:lnTo>
                  <a:lnTo>
                    <a:pt x="15949" y="1969"/>
                  </a:lnTo>
                  <a:lnTo>
                    <a:pt x="14752" y="2510"/>
                  </a:lnTo>
                  <a:lnTo>
                    <a:pt x="13593" y="3128"/>
                  </a:lnTo>
                  <a:lnTo>
                    <a:pt x="12473" y="3784"/>
                  </a:lnTo>
                  <a:lnTo>
                    <a:pt x="11353" y="4518"/>
                  </a:lnTo>
                  <a:lnTo>
                    <a:pt x="10311" y="5290"/>
                  </a:lnTo>
                  <a:lnTo>
                    <a:pt x="9307" y="6140"/>
                  </a:lnTo>
                  <a:lnTo>
                    <a:pt x="8535" y="6796"/>
                  </a:lnTo>
                  <a:lnTo>
                    <a:pt x="7801" y="7491"/>
                  </a:lnTo>
                  <a:lnTo>
                    <a:pt x="7029" y="7337"/>
                  </a:lnTo>
                  <a:lnTo>
                    <a:pt x="6218" y="7221"/>
                  </a:lnTo>
                  <a:lnTo>
                    <a:pt x="5407" y="7182"/>
                  </a:lnTo>
                  <a:lnTo>
                    <a:pt x="4557" y="7221"/>
                  </a:lnTo>
                  <a:lnTo>
                    <a:pt x="4519" y="7221"/>
                  </a:lnTo>
                  <a:lnTo>
                    <a:pt x="4441" y="7260"/>
                  </a:lnTo>
                  <a:lnTo>
                    <a:pt x="4403" y="7414"/>
                  </a:lnTo>
                  <a:lnTo>
                    <a:pt x="4171" y="7530"/>
                  </a:lnTo>
                  <a:lnTo>
                    <a:pt x="3939" y="7723"/>
                  </a:lnTo>
                  <a:lnTo>
                    <a:pt x="3708" y="7916"/>
                  </a:lnTo>
                  <a:lnTo>
                    <a:pt x="3515" y="8148"/>
                  </a:lnTo>
                  <a:lnTo>
                    <a:pt x="3128" y="8611"/>
                  </a:lnTo>
                  <a:lnTo>
                    <a:pt x="2742" y="9036"/>
                  </a:lnTo>
                  <a:lnTo>
                    <a:pt x="2124" y="9654"/>
                  </a:lnTo>
                  <a:lnTo>
                    <a:pt x="1468" y="10194"/>
                  </a:lnTo>
                  <a:lnTo>
                    <a:pt x="773" y="10774"/>
                  </a:lnTo>
                  <a:lnTo>
                    <a:pt x="78" y="11276"/>
                  </a:lnTo>
                  <a:lnTo>
                    <a:pt x="1" y="11353"/>
                  </a:lnTo>
                  <a:lnTo>
                    <a:pt x="1" y="11430"/>
                  </a:lnTo>
                  <a:lnTo>
                    <a:pt x="1" y="11507"/>
                  </a:lnTo>
                  <a:lnTo>
                    <a:pt x="39" y="11546"/>
                  </a:lnTo>
                  <a:lnTo>
                    <a:pt x="39" y="11623"/>
                  </a:lnTo>
                  <a:lnTo>
                    <a:pt x="39" y="11700"/>
                  </a:lnTo>
                  <a:lnTo>
                    <a:pt x="78" y="11739"/>
                  </a:lnTo>
                  <a:lnTo>
                    <a:pt x="116" y="11778"/>
                  </a:lnTo>
                  <a:lnTo>
                    <a:pt x="1005" y="12048"/>
                  </a:lnTo>
                  <a:lnTo>
                    <a:pt x="1893" y="12280"/>
                  </a:lnTo>
                  <a:lnTo>
                    <a:pt x="3669" y="12666"/>
                  </a:lnTo>
                  <a:lnTo>
                    <a:pt x="3785" y="12666"/>
                  </a:lnTo>
                  <a:lnTo>
                    <a:pt x="3862" y="12589"/>
                  </a:lnTo>
                  <a:lnTo>
                    <a:pt x="4750" y="11700"/>
                  </a:lnTo>
                  <a:lnTo>
                    <a:pt x="5716" y="10851"/>
                  </a:lnTo>
                  <a:lnTo>
                    <a:pt x="5600" y="11391"/>
                  </a:lnTo>
                  <a:lnTo>
                    <a:pt x="5523" y="11971"/>
                  </a:lnTo>
                  <a:lnTo>
                    <a:pt x="5523" y="12550"/>
                  </a:lnTo>
                  <a:lnTo>
                    <a:pt x="5600" y="13091"/>
                  </a:lnTo>
                  <a:lnTo>
                    <a:pt x="5136" y="13168"/>
                  </a:lnTo>
                  <a:lnTo>
                    <a:pt x="4712" y="13284"/>
                  </a:lnTo>
                  <a:lnTo>
                    <a:pt x="4248" y="13477"/>
                  </a:lnTo>
                  <a:lnTo>
                    <a:pt x="4017" y="13593"/>
                  </a:lnTo>
                  <a:lnTo>
                    <a:pt x="3862" y="13747"/>
                  </a:lnTo>
                  <a:lnTo>
                    <a:pt x="3824" y="13824"/>
                  </a:lnTo>
                  <a:lnTo>
                    <a:pt x="3862" y="13901"/>
                  </a:lnTo>
                  <a:lnTo>
                    <a:pt x="3824" y="13940"/>
                  </a:lnTo>
                  <a:lnTo>
                    <a:pt x="3785" y="14017"/>
                  </a:lnTo>
                  <a:lnTo>
                    <a:pt x="3824" y="14403"/>
                  </a:lnTo>
                  <a:lnTo>
                    <a:pt x="3901" y="14751"/>
                  </a:lnTo>
                  <a:lnTo>
                    <a:pt x="3669" y="14712"/>
                  </a:lnTo>
                  <a:lnTo>
                    <a:pt x="3399" y="14712"/>
                  </a:lnTo>
                  <a:lnTo>
                    <a:pt x="3167" y="14751"/>
                  </a:lnTo>
                  <a:lnTo>
                    <a:pt x="2935" y="14790"/>
                  </a:lnTo>
                  <a:lnTo>
                    <a:pt x="2665" y="14867"/>
                  </a:lnTo>
                  <a:lnTo>
                    <a:pt x="2433" y="14983"/>
                  </a:lnTo>
                  <a:lnTo>
                    <a:pt x="2240" y="15098"/>
                  </a:lnTo>
                  <a:lnTo>
                    <a:pt x="2009" y="15253"/>
                  </a:lnTo>
                  <a:lnTo>
                    <a:pt x="1931" y="15330"/>
                  </a:lnTo>
                  <a:lnTo>
                    <a:pt x="1931" y="15407"/>
                  </a:lnTo>
                  <a:lnTo>
                    <a:pt x="1970" y="15485"/>
                  </a:lnTo>
                  <a:lnTo>
                    <a:pt x="2047" y="15523"/>
                  </a:lnTo>
                  <a:lnTo>
                    <a:pt x="2704" y="15871"/>
                  </a:lnTo>
                  <a:lnTo>
                    <a:pt x="2356" y="16064"/>
                  </a:lnTo>
                  <a:lnTo>
                    <a:pt x="2047" y="16334"/>
                  </a:lnTo>
                  <a:lnTo>
                    <a:pt x="1738" y="16604"/>
                  </a:lnTo>
                  <a:lnTo>
                    <a:pt x="1468" y="16875"/>
                  </a:lnTo>
                  <a:lnTo>
                    <a:pt x="1198" y="17222"/>
                  </a:lnTo>
                  <a:lnTo>
                    <a:pt x="1005" y="17570"/>
                  </a:lnTo>
                  <a:lnTo>
                    <a:pt x="812" y="17956"/>
                  </a:lnTo>
                  <a:lnTo>
                    <a:pt x="657" y="18342"/>
                  </a:lnTo>
                  <a:lnTo>
                    <a:pt x="464" y="18960"/>
                  </a:lnTo>
                  <a:lnTo>
                    <a:pt x="387" y="19385"/>
                  </a:lnTo>
                  <a:lnTo>
                    <a:pt x="310" y="19809"/>
                  </a:lnTo>
                  <a:lnTo>
                    <a:pt x="271" y="20234"/>
                  </a:lnTo>
                  <a:lnTo>
                    <a:pt x="310" y="20659"/>
                  </a:lnTo>
                  <a:lnTo>
                    <a:pt x="348" y="20813"/>
                  </a:lnTo>
                  <a:lnTo>
                    <a:pt x="425" y="20968"/>
                  </a:lnTo>
                  <a:lnTo>
                    <a:pt x="503" y="21084"/>
                  </a:lnTo>
                  <a:lnTo>
                    <a:pt x="618" y="21200"/>
                  </a:lnTo>
                  <a:lnTo>
                    <a:pt x="773" y="21277"/>
                  </a:lnTo>
                  <a:lnTo>
                    <a:pt x="927" y="21315"/>
                  </a:lnTo>
                  <a:lnTo>
                    <a:pt x="1275" y="21393"/>
                  </a:lnTo>
                  <a:lnTo>
                    <a:pt x="1661" y="21354"/>
                  </a:lnTo>
                  <a:lnTo>
                    <a:pt x="2047" y="21277"/>
                  </a:lnTo>
                  <a:lnTo>
                    <a:pt x="2433" y="21161"/>
                  </a:lnTo>
                  <a:lnTo>
                    <a:pt x="2820" y="21007"/>
                  </a:lnTo>
                  <a:lnTo>
                    <a:pt x="3437" y="20698"/>
                  </a:lnTo>
                  <a:lnTo>
                    <a:pt x="3901" y="20389"/>
                  </a:lnTo>
                  <a:lnTo>
                    <a:pt x="4364" y="20003"/>
                  </a:lnTo>
                  <a:lnTo>
                    <a:pt x="4750" y="19539"/>
                  </a:lnTo>
                  <a:lnTo>
                    <a:pt x="5098" y="19037"/>
                  </a:lnTo>
                  <a:lnTo>
                    <a:pt x="5136" y="19230"/>
                  </a:lnTo>
                  <a:lnTo>
                    <a:pt x="5214" y="19423"/>
                  </a:lnTo>
                  <a:lnTo>
                    <a:pt x="5329" y="19578"/>
                  </a:lnTo>
                  <a:lnTo>
                    <a:pt x="5484" y="19771"/>
                  </a:lnTo>
                  <a:lnTo>
                    <a:pt x="5561" y="19809"/>
                  </a:lnTo>
                  <a:lnTo>
                    <a:pt x="5638" y="19809"/>
                  </a:lnTo>
                  <a:lnTo>
                    <a:pt x="5716" y="19771"/>
                  </a:lnTo>
                  <a:lnTo>
                    <a:pt x="5793" y="19694"/>
                  </a:lnTo>
                  <a:lnTo>
                    <a:pt x="5986" y="19153"/>
                  </a:lnTo>
                  <a:lnTo>
                    <a:pt x="6179" y="18612"/>
                  </a:lnTo>
                  <a:lnTo>
                    <a:pt x="6295" y="18033"/>
                  </a:lnTo>
                  <a:lnTo>
                    <a:pt x="6372" y="17454"/>
                  </a:lnTo>
                  <a:lnTo>
                    <a:pt x="6913" y="17608"/>
                  </a:lnTo>
                  <a:lnTo>
                    <a:pt x="7183" y="17608"/>
                  </a:lnTo>
                  <a:lnTo>
                    <a:pt x="7183" y="17531"/>
                  </a:lnTo>
                  <a:lnTo>
                    <a:pt x="7531" y="16720"/>
                  </a:lnTo>
                  <a:lnTo>
                    <a:pt x="7724" y="16334"/>
                  </a:lnTo>
                  <a:lnTo>
                    <a:pt x="7955" y="15948"/>
                  </a:lnTo>
                  <a:lnTo>
                    <a:pt x="8110" y="15987"/>
                  </a:lnTo>
                  <a:lnTo>
                    <a:pt x="8535" y="16064"/>
                  </a:lnTo>
                  <a:lnTo>
                    <a:pt x="8921" y="16102"/>
                  </a:lnTo>
                  <a:lnTo>
                    <a:pt x="9307" y="16064"/>
                  </a:lnTo>
                  <a:lnTo>
                    <a:pt x="9693" y="16025"/>
                  </a:lnTo>
                  <a:lnTo>
                    <a:pt x="9693" y="16025"/>
                  </a:lnTo>
                  <a:lnTo>
                    <a:pt x="8998" y="16604"/>
                  </a:lnTo>
                  <a:lnTo>
                    <a:pt x="8226" y="17106"/>
                  </a:lnTo>
                  <a:lnTo>
                    <a:pt x="8148" y="17222"/>
                  </a:lnTo>
                  <a:lnTo>
                    <a:pt x="8148" y="17300"/>
                  </a:lnTo>
                  <a:lnTo>
                    <a:pt x="8264" y="18110"/>
                  </a:lnTo>
                  <a:lnTo>
                    <a:pt x="8341" y="18883"/>
                  </a:lnTo>
                  <a:lnTo>
                    <a:pt x="8380" y="19655"/>
                  </a:lnTo>
                  <a:lnTo>
                    <a:pt x="8380" y="20427"/>
                  </a:lnTo>
                  <a:lnTo>
                    <a:pt x="8419" y="20543"/>
                  </a:lnTo>
                  <a:lnTo>
                    <a:pt x="8496" y="20620"/>
                  </a:lnTo>
                  <a:lnTo>
                    <a:pt x="8612" y="20659"/>
                  </a:lnTo>
                  <a:lnTo>
                    <a:pt x="8728" y="20620"/>
                  </a:lnTo>
                  <a:lnTo>
                    <a:pt x="11392" y="18806"/>
                  </a:lnTo>
                  <a:lnTo>
                    <a:pt x="12705" y="17840"/>
                  </a:lnTo>
                  <a:lnTo>
                    <a:pt x="13323" y="17338"/>
                  </a:lnTo>
                  <a:lnTo>
                    <a:pt x="13941" y="16836"/>
                  </a:lnTo>
                  <a:lnTo>
                    <a:pt x="13979" y="16759"/>
                  </a:lnTo>
                  <a:lnTo>
                    <a:pt x="13979" y="16682"/>
                  </a:lnTo>
                  <a:lnTo>
                    <a:pt x="13979" y="16643"/>
                  </a:lnTo>
                  <a:lnTo>
                    <a:pt x="13941" y="16257"/>
                  </a:lnTo>
                  <a:lnTo>
                    <a:pt x="13902" y="15871"/>
                  </a:lnTo>
                  <a:lnTo>
                    <a:pt x="13825" y="15098"/>
                  </a:lnTo>
                  <a:lnTo>
                    <a:pt x="13748" y="13747"/>
                  </a:lnTo>
                  <a:lnTo>
                    <a:pt x="14443" y="13129"/>
                  </a:lnTo>
                  <a:lnTo>
                    <a:pt x="15099" y="12473"/>
                  </a:lnTo>
                  <a:lnTo>
                    <a:pt x="15756" y="11816"/>
                  </a:lnTo>
                  <a:lnTo>
                    <a:pt x="16373" y="11121"/>
                  </a:lnTo>
                  <a:lnTo>
                    <a:pt x="17455" y="9924"/>
                  </a:lnTo>
                  <a:lnTo>
                    <a:pt x="18459" y="8650"/>
                  </a:lnTo>
                  <a:lnTo>
                    <a:pt x="19424" y="7376"/>
                  </a:lnTo>
                  <a:lnTo>
                    <a:pt x="20351" y="6024"/>
                  </a:lnTo>
                  <a:lnTo>
                    <a:pt x="21239" y="4673"/>
                  </a:lnTo>
                  <a:lnTo>
                    <a:pt x="22088" y="3321"/>
                  </a:lnTo>
                  <a:lnTo>
                    <a:pt x="22938" y="1931"/>
                  </a:lnTo>
                  <a:lnTo>
                    <a:pt x="23749" y="502"/>
                  </a:lnTo>
                  <a:lnTo>
                    <a:pt x="23749" y="425"/>
                  </a:lnTo>
                  <a:lnTo>
                    <a:pt x="23749" y="348"/>
                  </a:lnTo>
                  <a:lnTo>
                    <a:pt x="23749" y="270"/>
                  </a:lnTo>
                  <a:lnTo>
                    <a:pt x="23787" y="155"/>
                  </a:lnTo>
                  <a:lnTo>
                    <a:pt x="23787" y="77"/>
                  </a:lnTo>
                  <a:lnTo>
                    <a:pt x="23749" y="39"/>
                  </a:lnTo>
                  <a:lnTo>
                    <a:pt x="23672" y="0"/>
                  </a:lnTo>
                  <a:lnTo>
                    <a:pt x="23633" y="39"/>
                  </a:lnTo>
                  <a:lnTo>
                    <a:pt x="23633" y="77"/>
                  </a:lnTo>
                  <a:lnTo>
                    <a:pt x="2355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2" name="Google Shape;2272;p9"/>
            <p:cNvSpPr/>
            <p:nvPr/>
          </p:nvSpPr>
          <p:spPr>
            <a:xfrm>
              <a:off x="5635500" y="4343650"/>
              <a:ext cx="54100" cy="45400"/>
            </a:xfrm>
            <a:custGeom>
              <a:avLst/>
              <a:gdLst/>
              <a:ahLst/>
              <a:cxnLst/>
              <a:rect l="l" t="t" r="r" b="b"/>
              <a:pathLst>
                <a:path w="2164" h="1816" extrusionOk="0">
                  <a:moveTo>
                    <a:pt x="1314" y="387"/>
                  </a:moveTo>
                  <a:lnTo>
                    <a:pt x="1507" y="464"/>
                  </a:lnTo>
                  <a:lnTo>
                    <a:pt x="1661" y="580"/>
                  </a:lnTo>
                  <a:lnTo>
                    <a:pt x="1777" y="735"/>
                  </a:lnTo>
                  <a:lnTo>
                    <a:pt x="1777" y="889"/>
                  </a:lnTo>
                  <a:lnTo>
                    <a:pt x="1777" y="928"/>
                  </a:lnTo>
                  <a:lnTo>
                    <a:pt x="1738" y="1005"/>
                  </a:lnTo>
                  <a:lnTo>
                    <a:pt x="1661" y="1044"/>
                  </a:lnTo>
                  <a:lnTo>
                    <a:pt x="1584" y="1082"/>
                  </a:lnTo>
                  <a:lnTo>
                    <a:pt x="1275" y="1121"/>
                  </a:lnTo>
                  <a:lnTo>
                    <a:pt x="927" y="1121"/>
                  </a:lnTo>
                  <a:lnTo>
                    <a:pt x="619" y="1159"/>
                  </a:lnTo>
                  <a:lnTo>
                    <a:pt x="464" y="1198"/>
                  </a:lnTo>
                  <a:lnTo>
                    <a:pt x="348" y="1275"/>
                  </a:lnTo>
                  <a:lnTo>
                    <a:pt x="348" y="1121"/>
                  </a:lnTo>
                  <a:lnTo>
                    <a:pt x="348" y="1005"/>
                  </a:lnTo>
                  <a:lnTo>
                    <a:pt x="387" y="850"/>
                  </a:lnTo>
                  <a:lnTo>
                    <a:pt x="464" y="735"/>
                  </a:lnTo>
                  <a:lnTo>
                    <a:pt x="580" y="619"/>
                  </a:lnTo>
                  <a:lnTo>
                    <a:pt x="657" y="503"/>
                  </a:lnTo>
                  <a:lnTo>
                    <a:pt x="812" y="426"/>
                  </a:lnTo>
                  <a:lnTo>
                    <a:pt x="966" y="387"/>
                  </a:lnTo>
                  <a:close/>
                  <a:moveTo>
                    <a:pt x="1005" y="1"/>
                  </a:moveTo>
                  <a:lnTo>
                    <a:pt x="812" y="40"/>
                  </a:lnTo>
                  <a:lnTo>
                    <a:pt x="619" y="117"/>
                  </a:lnTo>
                  <a:lnTo>
                    <a:pt x="425" y="233"/>
                  </a:lnTo>
                  <a:lnTo>
                    <a:pt x="271" y="348"/>
                  </a:lnTo>
                  <a:lnTo>
                    <a:pt x="155" y="503"/>
                  </a:lnTo>
                  <a:lnTo>
                    <a:pt x="78" y="696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30"/>
                  </a:lnTo>
                  <a:lnTo>
                    <a:pt x="117" y="1623"/>
                  </a:lnTo>
                  <a:lnTo>
                    <a:pt x="155" y="1739"/>
                  </a:lnTo>
                  <a:lnTo>
                    <a:pt x="232" y="1777"/>
                  </a:lnTo>
                  <a:lnTo>
                    <a:pt x="348" y="1816"/>
                  </a:lnTo>
                  <a:lnTo>
                    <a:pt x="425" y="1739"/>
                  </a:lnTo>
                  <a:lnTo>
                    <a:pt x="580" y="1623"/>
                  </a:lnTo>
                  <a:lnTo>
                    <a:pt x="696" y="1546"/>
                  </a:lnTo>
                  <a:lnTo>
                    <a:pt x="889" y="1507"/>
                  </a:lnTo>
                  <a:lnTo>
                    <a:pt x="1429" y="1507"/>
                  </a:lnTo>
                  <a:lnTo>
                    <a:pt x="1584" y="1468"/>
                  </a:lnTo>
                  <a:lnTo>
                    <a:pt x="1777" y="1430"/>
                  </a:lnTo>
                  <a:lnTo>
                    <a:pt x="1931" y="1352"/>
                  </a:lnTo>
                  <a:lnTo>
                    <a:pt x="2047" y="1237"/>
                  </a:lnTo>
                  <a:lnTo>
                    <a:pt x="2125" y="1121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9"/>
                  </a:lnTo>
                  <a:lnTo>
                    <a:pt x="2086" y="464"/>
                  </a:lnTo>
                  <a:lnTo>
                    <a:pt x="1970" y="310"/>
                  </a:lnTo>
                  <a:lnTo>
                    <a:pt x="1816" y="194"/>
                  </a:lnTo>
                  <a:lnTo>
                    <a:pt x="1623" y="78"/>
                  </a:lnTo>
                  <a:lnTo>
                    <a:pt x="142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3" name="Google Shape;2273;p9"/>
            <p:cNvSpPr/>
            <p:nvPr/>
          </p:nvSpPr>
          <p:spPr>
            <a:xfrm>
              <a:off x="4572625" y="4377450"/>
              <a:ext cx="625600" cy="344650"/>
            </a:xfrm>
            <a:custGeom>
              <a:avLst/>
              <a:gdLst/>
              <a:ahLst/>
              <a:cxnLst/>
              <a:rect l="l" t="t" r="r" b="b"/>
              <a:pathLst>
                <a:path w="25024" h="13786" extrusionOk="0">
                  <a:moveTo>
                    <a:pt x="23286" y="966"/>
                  </a:moveTo>
                  <a:lnTo>
                    <a:pt x="23633" y="1468"/>
                  </a:lnTo>
                  <a:lnTo>
                    <a:pt x="23942" y="2008"/>
                  </a:lnTo>
                  <a:lnTo>
                    <a:pt x="23788" y="2163"/>
                  </a:lnTo>
                  <a:lnTo>
                    <a:pt x="23633" y="2202"/>
                  </a:lnTo>
                  <a:lnTo>
                    <a:pt x="23479" y="2202"/>
                  </a:lnTo>
                  <a:lnTo>
                    <a:pt x="23324" y="2163"/>
                  </a:lnTo>
                  <a:lnTo>
                    <a:pt x="23208" y="2086"/>
                  </a:lnTo>
                  <a:lnTo>
                    <a:pt x="23092" y="1970"/>
                  </a:lnTo>
                  <a:lnTo>
                    <a:pt x="23015" y="1815"/>
                  </a:lnTo>
                  <a:lnTo>
                    <a:pt x="22977" y="1661"/>
                  </a:lnTo>
                  <a:lnTo>
                    <a:pt x="22977" y="1429"/>
                  </a:lnTo>
                  <a:lnTo>
                    <a:pt x="23054" y="1275"/>
                  </a:lnTo>
                  <a:lnTo>
                    <a:pt x="23170" y="1120"/>
                  </a:lnTo>
                  <a:lnTo>
                    <a:pt x="23286" y="966"/>
                  </a:lnTo>
                  <a:close/>
                  <a:moveTo>
                    <a:pt x="24096" y="2433"/>
                  </a:moveTo>
                  <a:lnTo>
                    <a:pt x="24212" y="2781"/>
                  </a:lnTo>
                  <a:lnTo>
                    <a:pt x="24328" y="3090"/>
                  </a:lnTo>
                  <a:lnTo>
                    <a:pt x="24367" y="3437"/>
                  </a:lnTo>
                  <a:lnTo>
                    <a:pt x="24444" y="3823"/>
                  </a:lnTo>
                  <a:lnTo>
                    <a:pt x="24174" y="3746"/>
                  </a:lnTo>
                  <a:lnTo>
                    <a:pt x="23942" y="3592"/>
                  </a:lnTo>
                  <a:lnTo>
                    <a:pt x="23865" y="3514"/>
                  </a:lnTo>
                  <a:lnTo>
                    <a:pt x="23788" y="3399"/>
                  </a:lnTo>
                  <a:lnTo>
                    <a:pt x="23749" y="3283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8" y="2742"/>
                  </a:lnTo>
                  <a:lnTo>
                    <a:pt x="23942" y="2588"/>
                  </a:lnTo>
                  <a:lnTo>
                    <a:pt x="24096" y="2433"/>
                  </a:lnTo>
                  <a:close/>
                  <a:moveTo>
                    <a:pt x="16296" y="4982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7" y="5291"/>
                  </a:lnTo>
                  <a:lnTo>
                    <a:pt x="16567" y="5407"/>
                  </a:lnTo>
                  <a:lnTo>
                    <a:pt x="16296" y="5445"/>
                  </a:lnTo>
                  <a:lnTo>
                    <a:pt x="15640" y="5522"/>
                  </a:lnTo>
                  <a:lnTo>
                    <a:pt x="15640" y="5484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56" y="5175"/>
                  </a:lnTo>
                  <a:lnTo>
                    <a:pt x="15833" y="5098"/>
                  </a:lnTo>
                  <a:lnTo>
                    <a:pt x="15949" y="5020"/>
                  </a:lnTo>
                  <a:lnTo>
                    <a:pt x="16065" y="4982"/>
                  </a:lnTo>
                  <a:close/>
                  <a:moveTo>
                    <a:pt x="24444" y="4248"/>
                  </a:moveTo>
                  <a:lnTo>
                    <a:pt x="24444" y="4673"/>
                  </a:lnTo>
                  <a:lnTo>
                    <a:pt x="24367" y="5098"/>
                  </a:lnTo>
                  <a:lnTo>
                    <a:pt x="24251" y="5522"/>
                  </a:lnTo>
                  <a:lnTo>
                    <a:pt x="24058" y="5445"/>
                  </a:lnTo>
                  <a:lnTo>
                    <a:pt x="23903" y="5291"/>
                  </a:lnTo>
                  <a:lnTo>
                    <a:pt x="23826" y="5098"/>
                  </a:lnTo>
                  <a:lnTo>
                    <a:pt x="23788" y="4982"/>
                  </a:lnTo>
                  <a:lnTo>
                    <a:pt x="23788" y="4866"/>
                  </a:lnTo>
                  <a:lnTo>
                    <a:pt x="23826" y="4750"/>
                  </a:lnTo>
                  <a:lnTo>
                    <a:pt x="23865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7"/>
                  </a:lnTo>
                  <a:lnTo>
                    <a:pt x="18073" y="5638"/>
                  </a:lnTo>
                  <a:lnTo>
                    <a:pt x="17571" y="5522"/>
                  </a:lnTo>
                  <a:lnTo>
                    <a:pt x="17030" y="5445"/>
                  </a:lnTo>
                  <a:lnTo>
                    <a:pt x="17069" y="5291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5"/>
                  </a:lnTo>
                  <a:lnTo>
                    <a:pt x="17532" y="4866"/>
                  </a:lnTo>
                  <a:lnTo>
                    <a:pt x="17648" y="4827"/>
                  </a:lnTo>
                  <a:close/>
                  <a:moveTo>
                    <a:pt x="14713" y="5329"/>
                  </a:moveTo>
                  <a:lnTo>
                    <a:pt x="14829" y="5368"/>
                  </a:lnTo>
                  <a:lnTo>
                    <a:pt x="14906" y="5445"/>
                  </a:lnTo>
                  <a:lnTo>
                    <a:pt x="15022" y="5561"/>
                  </a:lnTo>
                  <a:lnTo>
                    <a:pt x="15061" y="5677"/>
                  </a:lnTo>
                  <a:lnTo>
                    <a:pt x="14559" y="5870"/>
                  </a:lnTo>
                  <a:lnTo>
                    <a:pt x="14057" y="6102"/>
                  </a:lnTo>
                  <a:lnTo>
                    <a:pt x="14018" y="6063"/>
                  </a:lnTo>
                  <a:lnTo>
                    <a:pt x="14057" y="5831"/>
                  </a:lnTo>
                  <a:lnTo>
                    <a:pt x="14134" y="5600"/>
                  </a:lnTo>
                  <a:lnTo>
                    <a:pt x="14250" y="5445"/>
                  </a:lnTo>
                  <a:lnTo>
                    <a:pt x="14365" y="5368"/>
                  </a:lnTo>
                  <a:lnTo>
                    <a:pt x="14443" y="5329"/>
                  </a:lnTo>
                  <a:close/>
                  <a:moveTo>
                    <a:pt x="18999" y="5484"/>
                  </a:moveTo>
                  <a:lnTo>
                    <a:pt x="19115" y="5522"/>
                  </a:lnTo>
                  <a:lnTo>
                    <a:pt x="19192" y="5561"/>
                  </a:lnTo>
                  <a:lnTo>
                    <a:pt x="19308" y="5677"/>
                  </a:lnTo>
                  <a:lnTo>
                    <a:pt x="19385" y="5831"/>
                  </a:lnTo>
                  <a:lnTo>
                    <a:pt x="19385" y="5986"/>
                  </a:lnTo>
                  <a:lnTo>
                    <a:pt x="19347" y="6179"/>
                  </a:lnTo>
                  <a:lnTo>
                    <a:pt x="18613" y="5831"/>
                  </a:lnTo>
                  <a:lnTo>
                    <a:pt x="18652" y="5754"/>
                  </a:lnTo>
                  <a:lnTo>
                    <a:pt x="18690" y="5677"/>
                  </a:lnTo>
                  <a:lnTo>
                    <a:pt x="18845" y="5522"/>
                  </a:lnTo>
                  <a:lnTo>
                    <a:pt x="18999" y="5484"/>
                  </a:lnTo>
                  <a:close/>
                  <a:moveTo>
                    <a:pt x="20196" y="6063"/>
                  </a:moveTo>
                  <a:lnTo>
                    <a:pt x="20351" y="6102"/>
                  </a:lnTo>
                  <a:lnTo>
                    <a:pt x="20467" y="6140"/>
                  </a:lnTo>
                  <a:lnTo>
                    <a:pt x="20544" y="6179"/>
                  </a:lnTo>
                  <a:lnTo>
                    <a:pt x="20698" y="6333"/>
                  </a:lnTo>
                  <a:lnTo>
                    <a:pt x="20776" y="6526"/>
                  </a:lnTo>
                  <a:lnTo>
                    <a:pt x="20814" y="6719"/>
                  </a:lnTo>
                  <a:lnTo>
                    <a:pt x="20891" y="6951"/>
                  </a:lnTo>
                  <a:lnTo>
                    <a:pt x="20891" y="6951"/>
                  </a:lnTo>
                  <a:lnTo>
                    <a:pt x="20467" y="6758"/>
                  </a:lnTo>
                  <a:lnTo>
                    <a:pt x="20080" y="6565"/>
                  </a:lnTo>
                  <a:lnTo>
                    <a:pt x="19810" y="6411"/>
                  </a:lnTo>
                  <a:lnTo>
                    <a:pt x="19849" y="6295"/>
                  </a:lnTo>
                  <a:lnTo>
                    <a:pt x="19887" y="6179"/>
                  </a:lnTo>
                  <a:lnTo>
                    <a:pt x="20003" y="6140"/>
                  </a:lnTo>
                  <a:lnTo>
                    <a:pt x="20080" y="6102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9"/>
                  </a:lnTo>
                  <a:lnTo>
                    <a:pt x="23942" y="5986"/>
                  </a:lnTo>
                  <a:lnTo>
                    <a:pt x="24019" y="6024"/>
                  </a:lnTo>
                  <a:lnTo>
                    <a:pt x="24096" y="6024"/>
                  </a:lnTo>
                  <a:lnTo>
                    <a:pt x="23942" y="6295"/>
                  </a:lnTo>
                  <a:lnTo>
                    <a:pt x="23749" y="6565"/>
                  </a:lnTo>
                  <a:lnTo>
                    <a:pt x="23517" y="6797"/>
                  </a:lnTo>
                  <a:lnTo>
                    <a:pt x="23247" y="6990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6"/>
                  </a:lnTo>
                  <a:lnTo>
                    <a:pt x="23015" y="6295"/>
                  </a:lnTo>
                  <a:lnTo>
                    <a:pt x="23054" y="6179"/>
                  </a:lnTo>
                  <a:lnTo>
                    <a:pt x="23131" y="6102"/>
                  </a:lnTo>
                  <a:lnTo>
                    <a:pt x="23208" y="6024"/>
                  </a:lnTo>
                  <a:lnTo>
                    <a:pt x="23286" y="5947"/>
                  </a:lnTo>
                  <a:lnTo>
                    <a:pt x="23517" y="5870"/>
                  </a:lnTo>
                  <a:close/>
                  <a:moveTo>
                    <a:pt x="13246" y="6102"/>
                  </a:moveTo>
                  <a:lnTo>
                    <a:pt x="13477" y="6179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106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8" y="6797"/>
                  </a:lnTo>
                  <a:lnTo>
                    <a:pt x="12628" y="6681"/>
                  </a:lnTo>
                  <a:lnTo>
                    <a:pt x="12666" y="6526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60" y="6217"/>
                  </a:lnTo>
                  <a:lnTo>
                    <a:pt x="13014" y="6140"/>
                  </a:lnTo>
                  <a:lnTo>
                    <a:pt x="13130" y="6102"/>
                  </a:lnTo>
                  <a:close/>
                  <a:moveTo>
                    <a:pt x="22166" y="6565"/>
                  </a:moveTo>
                  <a:lnTo>
                    <a:pt x="22282" y="6604"/>
                  </a:lnTo>
                  <a:lnTo>
                    <a:pt x="22475" y="6719"/>
                  </a:lnTo>
                  <a:lnTo>
                    <a:pt x="22629" y="6874"/>
                  </a:lnTo>
                  <a:lnTo>
                    <a:pt x="22784" y="7028"/>
                  </a:lnTo>
                  <a:lnTo>
                    <a:pt x="22861" y="7067"/>
                  </a:lnTo>
                  <a:lnTo>
                    <a:pt x="22938" y="7067"/>
                  </a:lnTo>
                  <a:lnTo>
                    <a:pt x="22977" y="7106"/>
                  </a:lnTo>
                  <a:lnTo>
                    <a:pt x="22938" y="7144"/>
                  </a:lnTo>
                  <a:lnTo>
                    <a:pt x="22552" y="7221"/>
                  </a:lnTo>
                  <a:lnTo>
                    <a:pt x="22166" y="7260"/>
                  </a:lnTo>
                  <a:lnTo>
                    <a:pt x="21780" y="7221"/>
                  </a:lnTo>
                  <a:lnTo>
                    <a:pt x="21393" y="7106"/>
                  </a:lnTo>
                  <a:lnTo>
                    <a:pt x="21471" y="6913"/>
                  </a:lnTo>
                  <a:lnTo>
                    <a:pt x="21625" y="6758"/>
                  </a:lnTo>
                  <a:lnTo>
                    <a:pt x="21818" y="6604"/>
                  </a:lnTo>
                  <a:lnTo>
                    <a:pt x="22050" y="6565"/>
                  </a:lnTo>
                  <a:close/>
                  <a:moveTo>
                    <a:pt x="12280" y="7415"/>
                  </a:moveTo>
                  <a:lnTo>
                    <a:pt x="12473" y="7453"/>
                  </a:lnTo>
                  <a:lnTo>
                    <a:pt x="12126" y="7994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62" y="8110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40" y="7723"/>
                  </a:lnTo>
                  <a:lnTo>
                    <a:pt x="11817" y="7608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64" y="7415"/>
                  </a:lnTo>
                  <a:close/>
                  <a:moveTo>
                    <a:pt x="2240" y="9384"/>
                  </a:moveTo>
                  <a:lnTo>
                    <a:pt x="2356" y="9422"/>
                  </a:lnTo>
                  <a:lnTo>
                    <a:pt x="2472" y="9500"/>
                  </a:lnTo>
                  <a:lnTo>
                    <a:pt x="2549" y="9577"/>
                  </a:lnTo>
                  <a:lnTo>
                    <a:pt x="2627" y="9770"/>
                  </a:lnTo>
                  <a:lnTo>
                    <a:pt x="2627" y="9886"/>
                  </a:lnTo>
                  <a:lnTo>
                    <a:pt x="2627" y="10002"/>
                  </a:lnTo>
                  <a:lnTo>
                    <a:pt x="2125" y="9886"/>
                  </a:lnTo>
                  <a:lnTo>
                    <a:pt x="1661" y="9886"/>
                  </a:lnTo>
                  <a:lnTo>
                    <a:pt x="1700" y="9770"/>
                  </a:lnTo>
                  <a:lnTo>
                    <a:pt x="1738" y="9654"/>
                  </a:lnTo>
                  <a:lnTo>
                    <a:pt x="1816" y="9538"/>
                  </a:lnTo>
                  <a:lnTo>
                    <a:pt x="1893" y="9461"/>
                  </a:lnTo>
                  <a:lnTo>
                    <a:pt x="2009" y="9384"/>
                  </a:lnTo>
                  <a:close/>
                  <a:moveTo>
                    <a:pt x="11662" y="8998"/>
                  </a:moveTo>
                  <a:lnTo>
                    <a:pt x="11469" y="9500"/>
                  </a:lnTo>
                  <a:lnTo>
                    <a:pt x="11354" y="10040"/>
                  </a:lnTo>
                  <a:lnTo>
                    <a:pt x="11276" y="10272"/>
                  </a:lnTo>
                  <a:lnTo>
                    <a:pt x="11238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9" y="9693"/>
                  </a:lnTo>
                  <a:lnTo>
                    <a:pt x="10929" y="9577"/>
                  </a:lnTo>
                  <a:lnTo>
                    <a:pt x="10967" y="9461"/>
                  </a:lnTo>
                  <a:lnTo>
                    <a:pt x="11006" y="9345"/>
                  </a:lnTo>
                  <a:lnTo>
                    <a:pt x="11122" y="9152"/>
                  </a:lnTo>
                  <a:lnTo>
                    <a:pt x="11276" y="9075"/>
                  </a:lnTo>
                  <a:lnTo>
                    <a:pt x="11469" y="8998"/>
                  </a:lnTo>
                  <a:close/>
                  <a:moveTo>
                    <a:pt x="3785" y="9770"/>
                  </a:moveTo>
                  <a:lnTo>
                    <a:pt x="3901" y="9809"/>
                  </a:lnTo>
                  <a:lnTo>
                    <a:pt x="4017" y="9886"/>
                  </a:lnTo>
                  <a:lnTo>
                    <a:pt x="4094" y="10002"/>
                  </a:lnTo>
                  <a:lnTo>
                    <a:pt x="4133" y="10118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4" y="10542"/>
                  </a:lnTo>
                  <a:lnTo>
                    <a:pt x="4017" y="10658"/>
                  </a:lnTo>
                  <a:lnTo>
                    <a:pt x="3862" y="10542"/>
                  </a:lnTo>
                  <a:lnTo>
                    <a:pt x="3515" y="10349"/>
                  </a:lnTo>
                  <a:lnTo>
                    <a:pt x="3090" y="10156"/>
                  </a:lnTo>
                  <a:lnTo>
                    <a:pt x="3129" y="10040"/>
                  </a:lnTo>
                  <a:lnTo>
                    <a:pt x="3244" y="9924"/>
                  </a:lnTo>
                  <a:lnTo>
                    <a:pt x="3360" y="9847"/>
                  </a:lnTo>
                  <a:lnTo>
                    <a:pt x="3515" y="9770"/>
                  </a:lnTo>
                  <a:close/>
                  <a:moveTo>
                    <a:pt x="4943" y="10658"/>
                  </a:moveTo>
                  <a:lnTo>
                    <a:pt x="5021" y="10735"/>
                  </a:lnTo>
                  <a:lnTo>
                    <a:pt x="5098" y="10774"/>
                  </a:lnTo>
                  <a:lnTo>
                    <a:pt x="5137" y="10890"/>
                  </a:lnTo>
                  <a:lnTo>
                    <a:pt x="5175" y="11044"/>
                  </a:lnTo>
                  <a:lnTo>
                    <a:pt x="5137" y="11237"/>
                  </a:lnTo>
                  <a:lnTo>
                    <a:pt x="5098" y="11430"/>
                  </a:lnTo>
                  <a:lnTo>
                    <a:pt x="4403" y="10928"/>
                  </a:lnTo>
                  <a:lnTo>
                    <a:pt x="4441" y="10813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20"/>
                  </a:moveTo>
                  <a:lnTo>
                    <a:pt x="10967" y="11199"/>
                  </a:lnTo>
                  <a:lnTo>
                    <a:pt x="10736" y="11739"/>
                  </a:lnTo>
                  <a:lnTo>
                    <a:pt x="10658" y="11701"/>
                  </a:lnTo>
                  <a:lnTo>
                    <a:pt x="10504" y="11546"/>
                  </a:lnTo>
                  <a:lnTo>
                    <a:pt x="10427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3"/>
                  </a:lnTo>
                  <a:lnTo>
                    <a:pt x="10736" y="10697"/>
                  </a:lnTo>
                  <a:lnTo>
                    <a:pt x="10929" y="10620"/>
                  </a:lnTo>
                  <a:close/>
                  <a:moveTo>
                    <a:pt x="5986" y="11469"/>
                  </a:moveTo>
                  <a:lnTo>
                    <a:pt x="6063" y="11508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4" y="11778"/>
                  </a:lnTo>
                  <a:lnTo>
                    <a:pt x="6372" y="12010"/>
                  </a:lnTo>
                  <a:lnTo>
                    <a:pt x="6411" y="12241"/>
                  </a:lnTo>
                  <a:lnTo>
                    <a:pt x="6372" y="12473"/>
                  </a:lnTo>
                  <a:lnTo>
                    <a:pt x="5909" y="12087"/>
                  </a:lnTo>
                  <a:lnTo>
                    <a:pt x="5407" y="11701"/>
                  </a:lnTo>
                  <a:lnTo>
                    <a:pt x="5445" y="11624"/>
                  </a:lnTo>
                  <a:lnTo>
                    <a:pt x="5561" y="11546"/>
                  </a:lnTo>
                  <a:lnTo>
                    <a:pt x="5639" y="11508"/>
                  </a:lnTo>
                  <a:lnTo>
                    <a:pt x="5754" y="11469"/>
                  </a:lnTo>
                  <a:close/>
                  <a:moveTo>
                    <a:pt x="10543" y="12048"/>
                  </a:moveTo>
                  <a:lnTo>
                    <a:pt x="10388" y="12319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9" y="12241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3" y="12048"/>
                  </a:lnTo>
                  <a:close/>
                  <a:moveTo>
                    <a:pt x="7376" y="12512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40" y="12821"/>
                  </a:lnTo>
                  <a:lnTo>
                    <a:pt x="7878" y="13014"/>
                  </a:lnTo>
                  <a:lnTo>
                    <a:pt x="7878" y="13207"/>
                  </a:lnTo>
                  <a:lnTo>
                    <a:pt x="7840" y="13207"/>
                  </a:lnTo>
                  <a:lnTo>
                    <a:pt x="7338" y="13014"/>
                  </a:lnTo>
                  <a:lnTo>
                    <a:pt x="6836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2"/>
                  </a:lnTo>
                  <a:close/>
                  <a:moveTo>
                    <a:pt x="8844" y="12627"/>
                  </a:moveTo>
                  <a:lnTo>
                    <a:pt x="8959" y="12666"/>
                  </a:lnTo>
                  <a:lnTo>
                    <a:pt x="9114" y="12782"/>
                  </a:lnTo>
                  <a:lnTo>
                    <a:pt x="9191" y="12936"/>
                  </a:lnTo>
                  <a:lnTo>
                    <a:pt x="9230" y="13129"/>
                  </a:lnTo>
                  <a:lnTo>
                    <a:pt x="9268" y="13207"/>
                  </a:lnTo>
                  <a:lnTo>
                    <a:pt x="9037" y="13284"/>
                  </a:lnTo>
                  <a:lnTo>
                    <a:pt x="8805" y="13323"/>
                  </a:lnTo>
                  <a:lnTo>
                    <a:pt x="8573" y="13323"/>
                  </a:lnTo>
                  <a:lnTo>
                    <a:pt x="8303" y="13284"/>
                  </a:lnTo>
                  <a:lnTo>
                    <a:pt x="8303" y="13207"/>
                  </a:lnTo>
                  <a:lnTo>
                    <a:pt x="8342" y="13014"/>
                  </a:lnTo>
                  <a:lnTo>
                    <a:pt x="8419" y="12821"/>
                  </a:lnTo>
                  <a:lnTo>
                    <a:pt x="8573" y="12705"/>
                  </a:lnTo>
                  <a:lnTo>
                    <a:pt x="8650" y="12666"/>
                  </a:lnTo>
                  <a:lnTo>
                    <a:pt x="8766" y="12627"/>
                  </a:lnTo>
                  <a:close/>
                  <a:moveTo>
                    <a:pt x="22977" y="0"/>
                  </a:moveTo>
                  <a:lnTo>
                    <a:pt x="22899" y="39"/>
                  </a:lnTo>
                  <a:lnTo>
                    <a:pt x="22822" y="78"/>
                  </a:lnTo>
                  <a:lnTo>
                    <a:pt x="22784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822" y="425"/>
                  </a:lnTo>
                  <a:lnTo>
                    <a:pt x="22861" y="464"/>
                  </a:lnTo>
                  <a:lnTo>
                    <a:pt x="23015" y="657"/>
                  </a:lnTo>
                  <a:lnTo>
                    <a:pt x="22899" y="773"/>
                  </a:lnTo>
                  <a:lnTo>
                    <a:pt x="22784" y="966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61" y="2279"/>
                  </a:lnTo>
                  <a:lnTo>
                    <a:pt x="23054" y="2395"/>
                  </a:lnTo>
                  <a:lnTo>
                    <a:pt x="23247" y="2510"/>
                  </a:lnTo>
                  <a:lnTo>
                    <a:pt x="23479" y="2510"/>
                  </a:lnTo>
                  <a:lnTo>
                    <a:pt x="23401" y="2704"/>
                  </a:lnTo>
                  <a:lnTo>
                    <a:pt x="23363" y="2897"/>
                  </a:lnTo>
                  <a:lnTo>
                    <a:pt x="23324" y="3090"/>
                  </a:lnTo>
                  <a:lnTo>
                    <a:pt x="23363" y="3283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901"/>
                  </a:lnTo>
                  <a:lnTo>
                    <a:pt x="23981" y="4016"/>
                  </a:lnTo>
                  <a:lnTo>
                    <a:pt x="23749" y="4209"/>
                  </a:lnTo>
                  <a:lnTo>
                    <a:pt x="23556" y="4480"/>
                  </a:lnTo>
                  <a:lnTo>
                    <a:pt x="23479" y="4750"/>
                  </a:lnTo>
                  <a:lnTo>
                    <a:pt x="23440" y="4905"/>
                  </a:lnTo>
                  <a:lnTo>
                    <a:pt x="23440" y="5020"/>
                  </a:lnTo>
                  <a:lnTo>
                    <a:pt x="23517" y="5291"/>
                  </a:lnTo>
                  <a:lnTo>
                    <a:pt x="23633" y="5484"/>
                  </a:lnTo>
                  <a:lnTo>
                    <a:pt x="23401" y="5522"/>
                  </a:lnTo>
                  <a:lnTo>
                    <a:pt x="23170" y="5561"/>
                  </a:lnTo>
                  <a:lnTo>
                    <a:pt x="22977" y="5715"/>
                  </a:lnTo>
                  <a:lnTo>
                    <a:pt x="22784" y="5870"/>
                  </a:lnTo>
                  <a:lnTo>
                    <a:pt x="22706" y="6102"/>
                  </a:lnTo>
                  <a:lnTo>
                    <a:pt x="22629" y="6372"/>
                  </a:lnTo>
                  <a:lnTo>
                    <a:pt x="22475" y="6295"/>
                  </a:lnTo>
                  <a:lnTo>
                    <a:pt x="22320" y="6256"/>
                  </a:lnTo>
                  <a:lnTo>
                    <a:pt x="22166" y="6217"/>
                  </a:lnTo>
                  <a:lnTo>
                    <a:pt x="21973" y="6217"/>
                  </a:lnTo>
                  <a:lnTo>
                    <a:pt x="21741" y="6295"/>
                  </a:lnTo>
                  <a:lnTo>
                    <a:pt x="21509" y="6411"/>
                  </a:lnTo>
                  <a:lnTo>
                    <a:pt x="21355" y="6565"/>
                  </a:lnTo>
                  <a:lnTo>
                    <a:pt x="21200" y="6797"/>
                  </a:lnTo>
                  <a:lnTo>
                    <a:pt x="21123" y="6449"/>
                  </a:lnTo>
                  <a:lnTo>
                    <a:pt x="20969" y="6140"/>
                  </a:lnTo>
                  <a:lnTo>
                    <a:pt x="20853" y="6024"/>
                  </a:lnTo>
                  <a:lnTo>
                    <a:pt x="20737" y="5909"/>
                  </a:lnTo>
                  <a:lnTo>
                    <a:pt x="20582" y="5831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80" y="5793"/>
                  </a:lnTo>
                  <a:lnTo>
                    <a:pt x="19887" y="5870"/>
                  </a:lnTo>
                  <a:lnTo>
                    <a:pt x="19772" y="5947"/>
                  </a:lnTo>
                  <a:lnTo>
                    <a:pt x="19733" y="5715"/>
                  </a:lnTo>
                  <a:lnTo>
                    <a:pt x="19617" y="5484"/>
                  </a:lnTo>
                  <a:lnTo>
                    <a:pt x="19463" y="5329"/>
                  </a:lnTo>
                  <a:lnTo>
                    <a:pt x="19385" y="5252"/>
                  </a:lnTo>
                  <a:lnTo>
                    <a:pt x="19270" y="5175"/>
                  </a:lnTo>
                  <a:lnTo>
                    <a:pt x="19038" y="5136"/>
                  </a:lnTo>
                  <a:lnTo>
                    <a:pt x="18845" y="5175"/>
                  </a:lnTo>
                  <a:lnTo>
                    <a:pt x="18652" y="5291"/>
                  </a:lnTo>
                  <a:lnTo>
                    <a:pt x="18497" y="5407"/>
                  </a:lnTo>
                  <a:lnTo>
                    <a:pt x="18459" y="5252"/>
                  </a:lnTo>
                  <a:lnTo>
                    <a:pt x="18420" y="5136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3" y="4673"/>
                  </a:lnTo>
                  <a:lnTo>
                    <a:pt x="17957" y="4596"/>
                  </a:lnTo>
                  <a:lnTo>
                    <a:pt x="17802" y="4557"/>
                  </a:lnTo>
                  <a:lnTo>
                    <a:pt x="17648" y="4518"/>
                  </a:lnTo>
                  <a:lnTo>
                    <a:pt x="17493" y="4557"/>
                  </a:lnTo>
                  <a:lnTo>
                    <a:pt x="17377" y="4596"/>
                  </a:lnTo>
                  <a:lnTo>
                    <a:pt x="17262" y="4634"/>
                  </a:lnTo>
                  <a:lnTo>
                    <a:pt x="17146" y="4750"/>
                  </a:lnTo>
                  <a:lnTo>
                    <a:pt x="17030" y="4827"/>
                  </a:lnTo>
                  <a:lnTo>
                    <a:pt x="16875" y="5098"/>
                  </a:lnTo>
                  <a:lnTo>
                    <a:pt x="16760" y="4943"/>
                  </a:lnTo>
                  <a:lnTo>
                    <a:pt x="16605" y="4789"/>
                  </a:lnTo>
                  <a:lnTo>
                    <a:pt x="16451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9" y="4673"/>
                  </a:lnTo>
                  <a:lnTo>
                    <a:pt x="15794" y="4750"/>
                  </a:lnTo>
                  <a:lnTo>
                    <a:pt x="15640" y="4866"/>
                  </a:lnTo>
                  <a:lnTo>
                    <a:pt x="15524" y="4982"/>
                  </a:lnTo>
                  <a:lnTo>
                    <a:pt x="15447" y="5136"/>
                  </a:lnTo>
                  <a:lnTo>
                    <a:pt x="15408" y="5329"/>
                  </a:lnTo>
                  <a:lnTo>
                    <a:pt x="15408" y="5484"/>
                  </a:lnTo>
                  <a:lnTo>
                    <a:pt x="15447" y="5561"/>
                  </a:lnTo>
                  <a:lnTo>
                    <a:pt x="15408" y="5561"/>
                  </a:lnTo>
                  <a:lnTo>
                    <a:pt x="15331" y="5368"/>
                  </a:lnTo>
                  <a:lnTo>
                    <a:pt x="15176" y="5175"/>
                  </a:lnTo>
                  <a:lnTo>
                    <a:pt x="15022" y="5059"/>
                  </a:lnTo>
                  <a:lnTo>
                    <a:pt x="14829" y="4982"/>
                  </a:lnTo>
                  <a:lnTo>
                    <a:pt x="14636" y="4943"/>
                  </a:lnTo>
                  <a:lnTo>
                    <a:pt x="14443" y="4982"/>
                  </a:lnTo>
                  <a:lnTo>
                    <a:pt x="14288" y="5020"/>
                  </a:lnTo>
                  <a:lnTo>
                    <a:pt x="14134" y="5098"/>
                  </a:lnTo>
                  <a:lnTo>
                    <a:pt x="14057" y="5175"/>
                  </a:lnTo>
                  <a:lnTo>
                    <a:pt x="13941" y="5291"/>
                  </a:lnTo>
                  <a:lnTo>
                    <a:pt x="13825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5"/>
                  </a:lnTo>
                  <a:lnTo>
                    <a:pt x="13168" y="5715"/>
                  </a:lnTo>
                  <a:lnTo>
                    <a:pt x="12937" y="5754"/>
                  </a:lnTo>
                  <a:lnTo>
                    <a:pt x="12744" y="5831"/>
                  </a:lnTo>
                  <a:lnTo>
                    <a:pt x="12589" y="5947"/>
                  </a:lnTo>
                  <a:lnTo>
                    <a:pt x="12512" y="6063"/>
                  </a:lnTo>
                  <a:lnTo>
                    <a:pt x="12435" y="6217"/>
                  </a:lnTo>
                  <a:lnTo>
                    <a:pt x="12358" y="6372"/>
                  </a:lnTo>
                  <a:lnTo>
                    <a:pt x="12358" y="6526"/>
                  </a:lnTo>
                  <a:lnTo>
                    <a:pt x="12358" y="6681"/>
                  </a:lnTo>
                  <a:lnTo>
                    <a:pt x="12358" y="6835"/>
                  </a:lnTo>
                  <a:lnTo>
                    <a:pt x="12435" y="6990"/>
                  </a:lnTo>
                  <a:lnTo>
                    <a:pt x="12164" y="7028"/>
                  </a:lnTo>
                  <a:lnTo>
                    <a:pt x="11894" y="7106"/>
                  </a:lnTo>
                  <a:lnTo>
                    <a:pt x="11662" y="7221"/>
                  </a:lnTo>
                  <a:lnTo>
                    <a:pt x="11508" y="7415"/>
                  </a:lnTo>
                  <a:lnTo>
                    <a:pt x="11392" y="7530"/>
                  </a:lnTo>
                  <a:lnTo>
                    <a:pt x="11354" y="7685"/>
                  </a:lnTo>
                  <a:lnTo>
                    <a:pt x="11315" y="7839"/>
                  </a:lnTo>
                  <a:lnTo>
                    <a:pt x="11276" y="7994"/>
                  </a:lnTo>
                  <a:lnTo>
                    <a:pt x="11315" y="8148"/>
                  </a:lnTo>
                  <a:lnTo>
                    <a:pt x="11354" y="8303"/>
                  </a:lnTo>
                  <a:lnTo>
                    <a:pt x="11392" y="8457"/>
                  </a:lnTo>
                  <a:lnTo>
                    <a:pt x="11469" y="8612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58" y="9229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2" y="10233"/>
                  </a:lnTo>
                  <a:lnTo>
                    <a:pt x="10620" y="10311"/>
                  </a:lnTo>
                  <a:lnTo>
                    <a:pt x="10427" y="10426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79" y="11006"/>
                  </a:lnTo>
                  <a:lnTo>
                    <a:pt x="10041" y="11237"/>
                  </a:lnTo>
                  <a:lnTo>
                    <a:pt x="10079" y="11469"/>
                  </a:lnTo>
                  <a:lnTo>
                    <a:pt x="10195" y="11701"/>
                  </a:lnTo>
                  <a:lnTo>
                    <a:pt x="9925" y="11739"/>
                  </a:lnTo>
                  <a:lnTo>
                    <a:pt x="9693" y="11855"/>
                  </a:lnTo>
                  <a:lnTo>
                    <a:pt x="9500" y="12010"/>
                  </a:lnTo>
                  <a:lnTo>
                    <a:pt x="9423" y="12087"/>
                  </a:lnTo>
                  <a:lnTo>
                    <a:pt x="9384" y="12203"/>
                  </a:lnTo>
                  <a:lnTo>
                    <a:pt x="9346" y="12319"/>
                  </a:lnTo>
                  <a:lnTo>
                    <a:pt x="9307" y="12473"/>
                  </a:lnTo>
                  <a:lnTo>
                    <a:pt x="9191" y="12396"/>
                  </a:lnTo>
                  <a:lnTo>
                    <a:pt x="9037" y="12319"/>
                  </a:lnTo>
                  <a:lnTo>
                    <a:pt x="8882" y="12280"/>
                  </a:lnTo>
                  <a:lnTo>
                    <a:pt x="8728" y="12280"/>
                  </a:lnTo>
                  <a:lnTo>
                    <a:pt x="8535" y="12357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10" y="12550"/>
                  </a:lnTo>
                  <a:lnTo>
                    <a:pt x="7994" y="12434"/>
                  </a:lnTo>
                  <a:lnTo>
                    <a:pt x="7878" y="12319"/>
                  </a:lnTo>
                  <a:lnTo>
                    <a:pt x="7724" y="12241"/>
                  </a:lnTo>
                  <a:lnTo>
                    <a:pt x="7492" y="12164"/>
                  </a:lnTo>
                  <a:lnTo>
                    <a:pt x="7222" y="12203"/>
                  </a:lnTo>
                  <a:lnTo>
                    <a:pt x="6990" y="12280"/>
                  </a:lnTo>
                  <a:lnTo>
                    <a:pt x="6797" y="12434"/>
                  </a:lnTo>
                  <a:lnTo>
                    <a:pt x="6797" y="12048"/>
                  </a:lnTo>
                  <a:lnTo>
                    <a:pt x="6758" y="11894"/>
                  </a:lnTo>
                  <a:lnTo>
                    <a:pt x="6681" y="11701"/>
                  </a:lnTo>
                  <a:lnTo>
                    <a:pt x="6604" y="11546"/>
                  </a:lnTo>
                  <a:lnTo>
                    <a:pt x="6527" y="11430"/>
                  </a:lnTo>
                  <a:lnTo>
                    <a:pt x="6372" y="11315"/>
                  </a:lnTo>
                  <a:lnTo>
                    <a:pt x="6218" y="11199"/>
                  </a:lnTo>
                  <a:lnTo>
                    <a:pt x="6063" y="11160"/>
                  </a:lnTo>
                  <a:lnTo>
                    <a:pt x="5716" y="11160"/>
                  </a:lnTo>
                  <a:lnTo>
                    <a:pt x="5523" y="11237"/>
                  </a:lnTo>
                  <a:lnTo>
                    <a:pt x="5523" y="10967"/>
                  </a:lnTo>
                  <a:lnTo>
                    <a:pt x="5445" y="10735"/>
                  </a:lnTo>
                  <a:lnTo>
                    <a:pt x="5330" y="10504"/>
                  </a:lnTo>
                  <a:lnTo>
                    <a:pt x="5214" y="10426"/>
                  </a:lnTo>
                  <a:lnTo>
                    <a:pt x="5098" y="10388"/>
                  </a:lnTo>
                  <a:lnTo>
                    <a:pt x="4943" y="10311"/>
                  </a:lnTo>
                  <a:lnTo>
                    <a:pt x="4828" y="10311"/>
                  </a:lnTo>
                  <a:lnTo>
                    <a:pt x="4673" y="10349"/>
                  </a:lnTo>
                  <a:lnTo>
                    <a:pt x="4519" y="10388"/>
                  </a:lnTo>
                  <a:lnTo>
                    <a:pt x="4519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10" y="9577"/>
                  </a:lnTo>
                  <a:lnTo>
                    <a:pt x="4055" y="9500"/>
                  </a:lnTo>
                  <a:lnTo>
                    <a:pt x="3901" y="9461"/>
                  </a:lnTo>
                  <a:lnTo>
                    <a:pt x="3746" y="9422"/>
                  </a:lnTo>
                  <a:lnTo>
                    <a:pt x="3592" y="9422"/>
                  </a:lnTo>
                  <a:lnTo>
                    <a:pt x="3399" y="9461"/>
                  </a:lnTo>
                  <a:lnTo>
                    <a:pt x="3283" y="9538"/>
                  </a:lnTo>
                  <a:lnTo>
                    <a:pt x="3129" y="9616"/>
                  </a:lnTo>
                  <a:lnTo>
                    <a:pt x="3013" y="9770"/>
                  </a:lnTo>
                  <a:lnTo>
                    <a:pt x="2974" y="9616"/>
                  </a:lnTo>
                  <a:lnTo>
                    <a:pt x="2897" y="9461"/>
                  </a:lnTo>
                  <a:lnTo>
                    <a:pt x="2781" y="9268"/>
                  </a:lnTo>
                  <a:lnTo>
                    <a:pt x="2627" y="9152"/>
                  </a:lnTo>
                  <a:lnTo>
                    <a:pt x="2433" y="9036"/>
                  </a:lnTo>
                  <a:lnTo>
                    <a:pt x="2240" y="8998"/>
                  </a:lnTo>
                  <a:lnTo>
                    <a:pt x="2047" y="9036"/>
                  </a:lnTo>
                  <a:lnTo>
                    <a:pt x="1854" y="9114"/>
                  </a:lnTo>
                  <a:lnTo>
                    <a:pt x="1700" y="9191"/>
                  </a:lnTo>
                  <a:lnTo>
                    <a:pt x="1545" y="9345"/>
                  </a:lnTo>
                  <a:lnTo>
                    <a:pt x="1430" y="9538"/>
                  </a:lnTo>
                  <a:lnTo>
                    <a:pt x="1391" y="9731"/>
                  </a:lnTo>
                  <a:lnTo>
                    <a:pt x="1352" y="9924"/>
                  </a:lnTo>
                  <a:lnTo>
                    <a:pt x="1121" y="9963"/>
                  </a:lnTo>
                  <a:lnTo>
                    <a:pt x="928" y="10040"/>
                  </a:lnTo>
                  <a:lnTo>
                    <a:pt x="696" y="10156"/>
                  </a:lnTo>
                  <a:lnTo>
                    <a:pt x="503" y="10311"/>
                  </a:lnTo>
                  <a:lnTo>
                    <a:pt x="387" y="10426"/>
                  </a:lnTo>
                  <a:lnTo>
                    <a:pt x="271" y="10581"/>
                  </a:lnTo>
                  <a:lnTo>
                    <a:pt x="117" y="10890"/>
                  </a:lnTo>
                  <a:lnTo>
                    <a:pt x="1" y="11237"/>
                  </a:lnTo>
                  <a:lnTo>
                    <a:pt x="1" y="11585"/>
                  </a:lnTo>
                  <a:lnTo>
                    <a:pt x="78" y="11932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9" y="12821"/>
                  </a:lnTo>
                  <a:lnTo>
                    <a:pt x="812" y="12936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086" y="13129"/>
                  </a:lnTo>
                  <a:lnTo>
                    <a:pt x="2472" y="12975"/>
                  </a:lnTo>
                  <a:lnTo>
                    <a:pt x="2820" y="12782"/>
                  </a:lnTo>
                  <a:lnTo>
                    <a:pt x="3129" y="12550"/>
                  </a:lnTo>
                  <a:lnTo>
                    <a:pt x="3360" y="12241"/>
                  </a:lnTo>
                  <a:lnTo>
                    <a:pt x="3592" y="12010"/>
                  </a:lnTo>
                  <a:lnTo>
                    <a:pt x="3553" y="11932"/>
                  </a:lnTo>
                  <a:lnTo>
                    <a:pt x="3515" y="11817"/>
                  </a:lnTo>
                  <a:lnTo>
                    <a:pt x="3437" y="11778"/>
                  </a:lnTo>
                  <a:lnTo>
                    <a:pt x="3322" y="11739"/>
                  </a:lnTo>
                  <a:lnTo>
                    <a:pt x="3283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20" y="12241"/>
                  </a:lnTo>
                  <a:lnTo>
                    <a:pt x="2588" y="12434"/>
                  </a:lnTo>
                  <a:lnTo>
                    <a:pt x="2318" y="12589"/>
                  </a:lnTo>
                  <a:lnTo>
                    <a:pt x="2047" y="12666"/>
                  </a:lnTo>
                  <a:lnTo>
                    <a:pt x="1738" y="12705"/>
                  </a:lnTo>
                  <a:lnTo>
                    <a:pt x="1430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2" y="12357"/>
                  </a:lnTo>
                  <a:lnTo>
                    <a:pt x="696" y="12203"/>
                  </a:lnTo>
                  <a:lnTo>
                    <a:pt x="619" y="12048"/>
                  </a:lnTo>
                  <a:lnTo>
                    <a:pt x="541" y="11894"/>
                  </a:lnTo>
                  <a:lnTo>
                    <a:pt x="503" y="11739"/>
                  </a:lnTo>
                  <a:lnTo>
                    <a:pt x="503" y="11546"/>
                  </a:lnTo>
                  <a:lnTo>
                    <a:pt x="503" y="11392"/>
                  </a:lnTo>
                  <a:lnTo>
                    <a:pt x="541" y="11199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9" y="10620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30" y="10388"/>
                  </a:lnTo>
                  <a:lnTo>
                    <a:pt x="1738" y="10349"/>
                  </a:lnTo>
                  <a:lnTo>
                    <a:pt x="2009" y="10349"/>
                  </a:lnTo>
                  <a:lnTo>
                    <a:pt x="2318" y="10388"/>
                  </a:lnTo>
                  <a:lnTo>
                    <a:pt x="2588" y="10426"/>
                  </a:lnTo>
                  <a:lnTo>
                    <a:pt x="2858" y="10542"/>
                  </a:lnTo>
                  <a:lnTo>
                    <a:pt x="3129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5" y="11662"/>
                  </a:lnTo>
                  <a:lnTo>
                    <a:pt x="5523" y="12396"/>
                  </a:lnTo>
                  <a:lnTo>
                    <a:pt x="5870" y="12705"/>
                  </a:lnTo>
                  <a:lnTo>
                    <a:pt x="6256" y="12975"/>
                  </a:lnTo>
                  <a:lnTo>
                    <a:pt x="6681" y="13207"/>
                  </a:lnTo>
                  <a:lnTo>
                    <a:pt x="7106" y="13438"/>
                  </a:lnTo>
                  <a:lnTo>
                    <a:pt x="7531" y="13593"/>
                  </a:lnTo>
                  <a:lnTo>
                    <a:pt x="7994" y="13747"/>
                  </a:lnTo>
                  <a:lnTo>
                    <a:pt x="8457" y="13786"/>
                  </a:lnTo>
                  <a:lnTo>
                    <a:pt x="8921" y="13786"/>
                  </a:lnTo>
                  <a:lnTo>
                    <a:pt x="9346" y="13709"/>
                  </a:lnTo>
                  <a:lnTo>
                    <a:pt x="9732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9" y="12473"/>
                  </a:lnTo>
                  <a:lnTo>
                    <a:pt x="11122" y="12126"/>
                  </a:lnTo>
                  <a:lnTo>
                    <a:pt x="11315" y="11739"/>
                  </a:lnTo>
                  <a:lnTo>
                    <a:pt x="11508" y="11237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6" y="9114"/>
                  </a:lnTo>
                  <a:lnTo>
                    <a:pt x="12358" y="8612"/>
                  </a:lnTo>
                  <a:lnTo>
                    <a:pt x="12589" y="8110"/>
                  </a:lnTo>
                  <a:lnTo>
                    <a:pt x="12937" y="7646"/>
                  </a:lnTo>
                  <a:lnTo>
                    <a:pt x="13284" y="7299"/>
                  </a:lnTo>
                  <a:lnTo>
                    <a:pt x="13632" y="6990"/>
                  </a:lnTo>
                  <a:lnTo>
                    <a:pt x="14018" y="6719"/>
                  </a:lnTo>
                  <a:lnTo>
                    <a:pt x="14443" y="6449"/>
                  </a:lnTo>
                  <a:lnTo>
                    <a:pt x="14906" y="6256"/>
                  </a:lnTo>
                  <a:lnTo>
                    <a:pt x="15369" y="6102"/>
                  </a:lnTo>
                  <a:lnTo>
                    <a:pt x="15833" y="5986"/>
                  </a:lnTo>
                  <a:lnTo>
                    <a:pt x="16296" y="5947"/>
                  </a:lnTo>
                  <a:lnTo>
                    <a:pt x="16605" y="5909"/>
                  </a:lnTo>
                  <a:lnTo>
                    <a:pt x="16914" y="5909"/>
                  </a:lnTo>
                  <a:lnTo>
                    <a:pt x="17455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4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2"/>
                  </a:lnTo>
                  <a:lnTo>
                    <a:pt x="21316" y="7646"/>
                  </a:lnTo>
                  <a:lnTo>
                    <a:pt x="21741" y="7723"/>
                  </a:lnTo>
                  <a:lnTo>
                    <a:pt x="22166" y="7762"/>
                  </a:lnTo>
                  <a:lnTo>
                    <a:pt x="22590" y="7723"/>
                  </a:lnTo>
                  <a:lnTo>
                    <a:pt x="22977" y="7646"/>
                  </a:lnTo>
                  <a:lnTo>
                    <a:pt x="23363" y="7530"/>
                  </a:lnTo>
                  <a:lnTo>
                    <a:pt x="23710" y="7299"/>
                  </a:lnTo>
                  <a:lnTo>
                    <a:pt x="24058" y="6990"/>
                  </a:lnTo>
                  <a:lnTo>
                    <a:pt x="24367" y="6642"/>
                  </a:lnTo>
                  <a:lnTo>
                    <a:pt x="24598" y="6295"/>
                  </a:lnTo>
                  <a:lnTo>
                    <a:pt x="24753" y="5909"/>
                  </a:lnTo>
                  <a:lnTo>
                    <a:pt x="24869" y="5484"/>
                  </a:lnTo>
                  <a:lnTo>
                    <a:pt x="24985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6" y="3746"/>
                  </a:lnTo>
                  <a:lnTo>
                    <a:pt x="24869" y="3283"/>
                  </a:lnTo>
                  <a:lnTo>
                    <a:pt x="24791" y="2858"/>
                  </a:lnTo>
                  <a:lnTo>
                    <a:pt x="24637" y="2395"/>
                  </a:lnTo>
                  <a:lnTo>
                    <a:pt x="24444" y="1970"/>
                  </a:lnTo>
                  <a:lnTo>
                    <a:pt x="24251" y="1584"/>
                  </a:lnTo>
                  <a:lnTo>
                    <a:pt x="24058" y="1198"/>
                  </a:lnTo>
                  <a:lnTo>
                    <a:pt x="23788" y="811"/>
                  </a:lnTo>
                  <a:lnTo>
                    <a:pt x="23942" y="387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70" y="78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4" name="Google Shape;2274;p9"/>
            <p:cNvSpPr/>
            <p:nvPr/>
          </p:nvSpPr>
          <p:spPr>
            <a:xfrm>
              <a:off x="5082350" y="438710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1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9"/>
                  </a:lnTo>
                  <a:lnTo>
                    <a:pt x="4364" y="1120"/>
                  </a:lnTo>
                  <a:lnTo>
                    <a:pt x="4634" y="1429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3" y="2433"/>
                  </a:lnTo>
                  <a:lnTo>
                    <a:pt x="5368" y="2819"/>
                  </a:lnTo>
                  <a:lnTo>
                    <a:pt x="5484" y="3206"/>
                  </a:lnTo>
                  <a:lnTo>
                    <a:pt x="5522" y="3592"/>
                  </a:lnTo>
                  <a:lnTo>
                    <a:pt x="5600" y="3978"/>
                  </a:lnTo>
                  <a:lnTo>
                    <a:pt x="5600" y="4403"/>
                  </a:lnTo>
                  <a:lnTo>
                    <a:pt x="5561" y="4789"/>
                  </a:lnTo>
                  <a:lnTo>
                    <a:pt x="5522" y="5214"/>
                  </a:lnTo>
                  <a:lnTo>
                    <a:pt x="5445" y="5600"/>
                  </a:lnTo>
                  <a:lnTo>
                    <a:pt x="5329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6"/>
                  </a:lnTo>
                  <a:lnTo>
                    <a:pt x="4209" y="8032"/>
                  </a:lnTo>
                  <a:lnTo>
                    <a:pt x="3939" y="8380"/>
                  </a:lnTo>
                  <a:lnTo>
                    <a:pt x="3630" y="8728"/>
                  </a:lnTo>
                  <a:lnTo>
                    <a:pt x="3283" y="9036"/>
                  </a:lnTo>
                  <a:lnTo>
                    <a:pt x="2935" y="9307"/>
                  </a:lnTo>
                  <a:lnTo>
                    <a:pt x="2549" y="9577"/>
                  </a:lnTo>
                  <a:lnTo>
                    <a:pt x="2163" y="9809"/>
                  </a:lnTo>
                  <a:lnTo>
                    <a:pt x="1738" y="10040"/>
                  </a:lnTo>
                  <a:lnTo>
                    <a:pt x="1313" y="10234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0" y="10658"/>
                  </a:lnTo>
                  <a:lnTo>
                    <a:pt x="78" y="11044"/>
                  </a:lnTo>
                  <a:lnTo>
                    <a:pt x="618" y="10967"/>
                  </a:lnTo>
                  <a:lnTo>
                    <a:pt x="1120" y="10813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0" y="10195"/>
                  </a:lnTo>
                  <a:lnTo>
                    <a:pt x="2974" y="9925"/>
                  </a:lnTo>
                  <a:lnTo>
                    <a:pt x="3399" y="9616"/>
                  </a:lnTo>
                  <a:lnTo>
                    <a:pt x="3785" y="9268"/>
                  </a:lnTo>
                  <a:lnTo>
                    <a:pt x="4171" y="8921"/>
                  </a:lnTo>
                  <a:lnTo>
                    <a:pt x="4480" y="8534"/>
                  </a:lnTo>
                  <a:lnTo>
                    <a:pt x="4827" y="8110"/>
                  </a:lnTo>
                  <a:lnTo>
                    <a:pt x="5098" y="7685"/>
                  </a:lnTo>
                  <a:lnTo>
                    <a:pt x="5368" y="7222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8" y="5793"/>
                  </a:lnTo>
                  <a:lnTo>
                    <a:pt x="6024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4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6" y="1314"/>
                  </a:lnTo>
                  <a:lnTo>
                    <a:pt x="4904" y="1005"/>
                  </a:lnTo>
                  <a:lnTo>
                    <a:pt x="4596" y="696"/>
                  </a:lnTo>
                  <a:lnTo>
                    <a:pt x="4287" y="425"/>
                  </a:lnTo>
                  <a:lnTo>
                    <a:pt x="3939" y="194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9"/>
            <p:cNvSpPr/>
            <p:nvPr/>
          </p:nvSpPr>
          <p:spPr>
            <a:xfrm>
              <a:off x="5492625" y="4412200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1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1"/>
                  </a:lnTo>
                  <a:lnTo>
                    <a:pt x="3862" y="503"/>
                  </a:lnTo>
                  <a:lnTo>
                    <a:pt x="3322" y="773"/>
                  </a:lnTo>
                  <a:lnTo>
                    <a:pt x="2781" y="1082"/>
                  </a:lnTo>
                  <a:lnTo>
                    <a:pt x="2279" y="1429"/>
                  </a:lnTo>
                  <a:lnTo>
                    <a:pt x="1816" y="1854"/>
                  </a:lnTo>
                  <a:lnTo>
                    <a:pt x="1429" y="2279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3" y="3746"/>
                  </a:lnTo>
                  <a:lnTo>
                    <a:pt x="271" y="4248"/>
                  </a:lnTo>
                  <a:lnTo>
                    <a:pt x="117" y="4789"/>
                  </a:lnTo>
                  <a:lnTo>
                    <a:pt x="1" y="5368"/>
                  </a:lnTo>
                  <a:lnTo>
                    <a:pt x="348" y="5407"/>
                  </a:lnTo>
                  <a:lnTo>
                    <a:pt x="464" y="4982"/>
                  </a:lnTo>
                  <a:lnTo>
                    <a:pt x="580" y="4596"/>
                  </a:lnTo>
                  <a:lnTo>
                    <a:pt x="812" y="3978"/>
                  </a:lnTo>
                  <a:lnTo>
                    <a:pt x="1121" y="3399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7"/>
                  </a:lnTo>
                  <a:lnTo>
                    <a:pt x="3399" y="1159"/>
                  </a:lnTo>
                  <a:lnTo>
                    <a:pt x="3978" y="889"/>
                  </a:lnTo>
                  <a:lnTo>
                    <a:pt x="4635" y="657"/>
                  </a:lnTo>
                  <a:lnTo>
                    <a:pt x="5252" y="464"/>
                  </a:lnTo>
                  <a:lnTo>
                    <a:pt x="5909" y="387"/>
                  </a:lnTo>
                  <a:lnTo>
                    <a:pt x="6565" y="387"/>
                  </a:lnTo>
                  <a:lnTo>
                    <a:pt x="7222" y="464"/>
                  </a:lnTo>
                  <a:lnTo>
                    <a:pt x="7878" y="580"/>
                  </a:lnTo>
                  <a:lnTo>
                    <a:pt x="8496" y="812"/>
                  </a:lnTo>
                  <a:lnTo>
                    <a:pt x="9114" y="1082"/>
                  </a:lnTo>
                  <a:lnTo>
                    <a:pt x="9423" y="1275"/>
                  </a:lnTo>
                  <a:lnTo>
                    <a:pt x="9732" y="1507"/>
                  </a:lnTo>
                  <a:lnTo>
                    <a:pt x="10041" y="1700"/>
                  </a:lnTo>
                  <a:lnTo>
                    <a:pt x="10311" y="1931"/>
                  </a:lnTo>
                  <a:lnTo>
                    <a:pt x="10774" y="2472"/>
                  </a:lnTo>
                  <a:lnTo>
                    <a:pt x="11199" y="3013"/>
                  </a:lnTo>
                  <a:lnTo>
                    <a:pt x="11547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5" y="5638"/>
                  </a:lnTo>
                  <a:lnTo>
                    <a:pt x="12628" y="6218"/>
                  </a:lnTo>
                  <a:lnTo>
                    <a:pt x="12859" y="6797"/>
                  </a:lnTo>
                  <a:lnTo>
                    <a:pt x="13130" y="7376"/>
                  </a:lnTo>
                  <a:lnTo>
                    <a:pt x="13439" y="7955"/>
                  </a:lnTo>
                  <a:lnTo>
                    <a:pt x="13825" y="8496"/>
                  </a:lnTo>
                  <a:lnTo>
                    <a:pt x="14250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500"/>
                  </a:lnTo>
                  <a:lnTo>
                    <a:pt x="15292" y="9654"/>
                  </a:lnTo>
                  <a:lnTo>
                    <a:pt x="15756" y="9809"/>
                  </a:lnTo>
                  <a:lnTo>
                    <a:pt x="16219" y="9886"/>
                  </a:lnTo>
                  <a:lnTo>
                    <a:pt x="16721" y="9886"/>
                  </a:lnTo>
                  <a:lnTo>
                    <a:pt x="17184" y="9809"/>
                  </a:lnTo>
                  <a:lnTo>
                    <a:pt x="17609" y="9616"/>
                  </a:lnTo>
                  <a:lnTo>
                    <a:pt x="17841" y="9500"/>
                  </a:lnTo>
                  <a:lnTo>
                    <a:pt x="18034" y="9384"/>
                  </a:lnTo>
                  <a:lnTo>
                    <a:pt x="18188" y="9230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2" y="8612"/>
                  </a:lnTo>
                  <a:lnTo>
                    <a:pt x="18652" y="8534"/>
                  </a:lnTo>
                  <a:lnTo>
                    <a:pt x="18652" y="8457"/>
                  </a:lnTo>
                  <a:lnTo>
                    <a:pt x="18652" y="8380"/>
                  </a:lnTo>
                  <a:lnTo>
                    <a:pt x="18652" y="8341"/>
                  </a:lnTo>
                  <a:lnTo>
                    <a:pt x="18304" y="8341"/>
                  </a:lnTo>
                  <a:lnTo>
                    <a:pt x="18266" y="8419"/>
                  </a:lnTo>
                  <a:lnTo>
                    <a:pt x="18072" y="8728"/>
                  </a:lnTo>
                  <a:lnTo>
                    <a:pt x="17802" y="8998"/>
                  </a:lnTo>
                  <a:lnTo>
                    <a:pt x="17493" y="9191"/>
                  </a:lnTo>
                  <a:lnTo>
                    <a:pt x="17184" y="9345"/>
                  </a:lnTo>
                  <a:lnTo>
                    <a:pt x="16837" y="9423"/>
                  </a:lnTo>
                  <a:lnTo>
                    <a:pt x="16451" y="9461"/>
                  </a:lnTo>
                  <a:lnTo>
                    <a:pt x="16103" y="9423"/>
                  </a:lnTo>
                  <a:lnTo>
                    <a:pt x="15717" y="9345"/>
                  </a:lnTo>
                  <a:lnTo>
                    <a:pt x="15369" y="9191"/>
                  </a:lnTo>
                  <a:lnTo>
                    <a:pt x="15022" y="8998"/>
                  </a:lnTo>
                  <a:lnTo>
                    <a:pt x="14713" y="8766"/>
                  </a:lnTo>
                  <a:lnTo>
                    <a:pt x="14404" y="8496"/>
                  </a:lnTo>
                  <a:lnTo>
                    <a:pt x="14172" y="8187"/>
                  </a:lnTo>
                  <a:lnTo>
                    <a:pt x="13941" y="7839"/>
                  </a:lnTo>
                  <a:lnTo>
                    <a:pt x="13709" y="7530"/>
                  </a:lnTo>
                  <a:lnTo>
                    <a:pt x="13555" y="7183"/>
                  </a:lnTo>
                  <a:lnTo>
                    <a:pt x="13246" y="6526"/>
                  </a:lnTo>
                  <a:lnTo>
                    <a:pt x="12975" y="5831"/>
                  </a:lnTo>
                  <a:lnTo>
                    <a:pt x="12473" y="4480"/>
                  </a:lnTo>
                  <a:lnTo>
                    <a:pt x="12164" y="3823"/>
                  </a:lnTo>
                  <a:lnTo>
                    <a:pt x="11855" y="3206"/>
                  </a:lnTo>
                  <a:lnTo>
                    <a:pt x="11469" y="2588"/>
                  </a:lnTo>
                  <a:lnTo>
                    <a:pt x="11238" y="2279"/>
                  </a:lnTo>
                  <a:lnTo>
                    <a:pt x="11006" y="2009"/>
                  </a:lnTo>
                  <a:lnTo>
                    <a:pt x="10543" y="1584"/>
                  </a:lnTo>
                  <a:lnTo>
                    <a:pt x="10079" y="1198"/>
                  </a:lnTo>
                  <a:lnTo>
                    <a:pt x="9577" y="850"/>
                  </a:lnTo>
                  <a:lnTo>
                    <a:pt x="9037" y="580"/>
                  </a:lnTo>
                  <a:lnTo>
                    <a:pt x="8496" y="348"/>
                  </a:lnTo>
                  <a:lnTo>
                    <a:pt x="7917" y="194"/>
                  </a:lnTo>
                  <a:lnTo>
                    <a:pt x="7338" y="78"/>
                  </a:lnTo>
                  <a:lnTo>
                    <a:pt x="67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6" name="Google Shape;2276;p9"/>
            <p:cNvSpPr/>
            <p:nvPr/>
          </p:nvSpPr>
          <p:spPr>
            <a:xfrm>
              <a:off x="3907500" y="4422825"/>
              <a:ext cx="353350" cy="159300"/>
            </a:xfrm>
            <a:custGeom>
              <a:avLst/>
              <a:gdLst/>
              <a:ahLst/>
              <a:cxnLst/>
              <a:rect l="l" t="t" r="r" b="b"/>
              <a:pathLst>
                <a:path w="14134" h="6372" extrusionOk="0">
                  <a:moveTo>
                    <a:pt x="11160" y="464"/>
                  </a:moveTo>
                  <a:lnTo>
                    <a:pt x="11623" y="502"/>
                  </a:lnTo>
                  <a:lnTo>
                    <a:pt x="12048" y="541"/>
                  </a:lnTo>
                  <a:lnTo>
                    <a:pt x="12434" y="657"/>
                  </a:lnTo>
                  <a:lnTo>
                    <a:pt x="12627" y="734"/>
                  </a:lnTo>
                  <a:lnTo>
                    <a:pt x="12743" y="811"/>
                  </a:lnTo>
                  <a:lnTo>
                    <a:pt x="12859" y="966"/>
                  </a:lnTo>
                  <a:lnTo>
                    <a:pt x="12936" y="1082"/>
                  </a:lnTo>
                  <a:lnTo>
                    <a:pt x="12975" y="1313"/>
                  </a:lnTo>
                  <a:lnTo>
                    <a:pt x="12975" y="1506"/>
                  </a:lnTo>
                  <a:lnTo>
                    <a:pt x="12936" y="1699"/>
                  </a:lnTo>
                  <a:lnTo>
                    <a:pt x="12820" y="1892"/>
                  </a:lnTo>
                  <a:lnTo>
                    <a:pt x="12704" y="2086"/>
                  </a:lnTo>
                  <a:lnTo>
                    <a:pt x="12589" y="2240"/>
                  </a:lnTo>
                  <a:lnTo>
                    <a:pt x="12241" y="2472"/>
                  </a:lnTo>
                  <a:lnTo>
                    <a:pt x="11816" y="2742"/>
                  </a:lnTo>
                  <a:lnTo>
                    <a:pt x="11391" y="2935"/>
                  </a:lnTo>
                  <a:lnTo>
                    <a:pt x="10658" y="3205"/>
                  </a:lnTo>
                  <a:lnTo>
                    <a:pt x="9924" y="3437"/>
                  </a:lnTo>
                  <a:lnTo>
                    <a:pt x="9152" y="3707"/>
                  </a:lnTo>
                  <a:lnTo>
                    <a:pt x="8380" y="3900"/>
                  </a:lnTo>
                  <a:lnTo>
                    <a:pt x="7607" y="4094"/>
                  </a:lnTo>
                  <a:lnTo>
                    <a:pt x="6796" y="4287"/>
                  </a:lnTo>
                  <a:lnTo>
                    <a:pt x="5908" y="4441"/>
                  </a:lnTo>
                  <a:lnTo>
                    <a:pt x="5020" y="4596"/>
                  </a:lnTo>
                  <a:lnTo>
                    <a:pt x="4132" y="4711"/>
                  </a:lnTo>
                  <a:lnTo>
                    <a:pt x="3244" y="4789"/>
                  </a:lnTo>
                  <a:lnTo>
                    <a:pt x="2201" y="4789"/>
                  </a:lnTo>
                  <a:lnTo>
                    <a:pt x="1854" y="4750"/>
                  </a:lnTo>
                  <a:lnTo>
                    <a:pt x="1506" y="4673"/>
                  </a:lnTo>
                  <a:lnTo>
                    <a:pt x="1197" y="4557"/>
                  </a:lnTo>
                  <a:lnTo>
                    <a:pt x="888" y="4441"/>
                  </a:lnTo>
                  <a:lnTo>
                    <a:pt x="579" y="4248"/>
                  </a:lnTo>
                  <a:lnTo>
                    <a:pt x="657" y="4171"/>
                  </a:lnTo>
                  <a:lnTo>
                    <a:pt x="695" y="4055"/>
                  </a:lnTo>
                  <a:lnTo>
                    <a:pt x="695" y="3939"/>
                  </a:lnTo>
                  <a:lnTo>
                    <a:pt x="734" y="3823"/>
                  </a:lnTo>
                  <a:lnTo>
                    <a:pt x="850" y="3630"/>
                  </a:lnTo>
                  <a:lnTo>
                    <a:pt x="1081" y="3437"/>
                  </a:lnTo>
                  <a:lnTo>
                    <a:pt x="1313" y="3244"/>
                  </a:lnTo>
                  <a:lnTo>
                    <a:pt x="1854" y="2935"/>
                  </a:lnTo>
                  <a:lnTo>
                    <a:pt x="2278" y="2703"/>
                  </a:lnTo>
                  <a:lnTo>
                    <a:pt x="3012" y="2356"/>
                  </a:lnTo>
                  <a:lnTo>
                    <a:pt x="3707" y="2008"/>
                  </a:lnTo>
                  <a:lnTo>
                    <a:pt x="4479" y="1699"/>
                  </a:lnTo>
                  <a:lnTo>
                    <a:pt x="5252" y="1429"/>
                  </a:lnTo>
                  <a:lnTo>
                    <a:pt x="6024" y="1197"/>
                  </a:lnTo>
                  <a:lnTo>
                    <a:pt x="6835" y="1004"/>
                  </a:lnTo>
                  <a:lnTo>
                    <a:pt x="7607" y="811"/>
                  </a:lnTo>
                  <a:lnTo>
                    <a:pt x="8418" y="695"/>
                  </a:lnTo>
                  <a:lnTo>
                    <a:pt x="9229" y="580"/>
                  </a:lnTo>
                  <a:lnTo>
                    <a:pt x="10040" y="541"/>
                  </a:lnTo>
                  <a:lnTo>
                    <a:pt x="10735" y="502"/>
                  </a:lnTo>
                  <a:lnTo>
                    <a:pt x="11160" y="464"/>
                  </a:lnTo>
                  <a:close/>
                  <a:moveTo>
                    <a:pt x="13477" y="1120"/>
                  </a:moveTo>
                  <a:lnTo>
                    <a:pt x="13631" y="1313"/>
                  </a:lnTo>
                  <a:lnTo>
                    <a:pt x="13708" y="1506"/>
                  </a:lnTo>
                  <a:lnTo>
                    <a:pt x="13747" y="1738"/>
                  </a:lnTo>
                  <a:lnTo>
                    <a:pt x="13708" y="2008"/>
                  </a:lnTo>
                  <a:lnTo>
                    <a:pt x="13631" y="2240"/>
                  </a:lnTo>
                  <a:lnTo>
                    <a:pt x="13515" y="2472"/>
                  </a:lnTo>
                  <a:lnTo>
                    <a:pt x="13399" y="2703"/>
                  </a:lnTo>
                  <a:lnTo>
                    <a:pt x="13206" y="2896"/>
                  </a:lnTo>
                  <a:lnTo>
                    <a:pt x="12859" y="3205"/>
                  </a:lnTo>
                  <a:lnTo>
                    <a:pt x="12473" y="3437"/>
                  </a:lnTo>
                  <a:lnTo>
                    <a:pt x="12048" y="3669"/>
                  </a:lnTo>
                  <a:lnTo>
                    <a:pt x="11623" y="3900"/>
                  </a:lnTo>
                  <a:lnTo>
                    <a:pt x="10658" y="4287"/>
                  </a:lnTo>
                  <a:lnTo>
                    <a:pt x="9731" y="4634"/>
                  </a:lnTo>
                  <a:lnTo>
                    <a:pt x="8766" y="4904"/>
                  </a:lnTo>
                  <a:lnTo>
                    <a:pt x="7762" y="5175"/>
                  </a:lnTo>
                  <a:lnTo>
                    <a:pt x="6758" y="5406"/>
                  </a:lnTo>
                  <a:lnTo>
                    <a:pt x="5754" y="5600"/>
                  </a:lnTo>
                  <a:lnTo>
                    <a:pt x="4711" y="5793"/>
                  </a:lnTo>
                  <a:lnTo>
                    <a:pt x="3707" y="5908"/>
                  </a:lnTo>
                  <a:lnTo>
                    <a:pt x="2780" y="5986"/>
                  </a:lnTo>
                  <a:lnTo>
                    <a:pt x="2278" y="5986"/>
                  </a:lnTo>
                  <a:lnTo>
                    <a:pt x="1815" y="5947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8"/>
                  </a:lnTo>
                  <a:lnTo>
                    <a:pt x="695" y="5484"/>
                  </a:lnTo>
                  <a:lnTo>
                    <a:pt x="502" y="5252"/>
                  </a:lnTo>
                  <a:lnTo>
                    <a:pt x="348" y="5020"/>
                  </a:lnTo>
                  <a:lnTo>
                    <a:pt x="309" y="4866"/>
                  </a:lnTo>
                  <a:lnTo>
                    <a:pt x="309" y="4750"/>
                  </a:lnTo>
                  <a:lnTo>
                    <a:pt x="309" y="4596"/>
                  </a:lnTo>
                  <a:lnTo>
                    <a:pt x="348" y="4441"/>
                  </a:lnTo>
                  <a:lnTo>
                    <a:pt x="541" y="4673"/>
                  </a:lnTo>
                  <a:lnTo>
                    <a:pt x="811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2" y="5213"/>
                  </a:lnTo>
                  <a:lnTo>
                    <a:pt x="1931" y="5252"/>
                  </a:lnTo>
                  <a:lnTo>
                    <a:pt x="2587" y="5329"/>
                  </a:lnTo>
                  <a:lnTo>
                    <a:pt x="3244" y="5291"/>
                  </a:lnTo>
                  <a:lnTo>
                    <a:pt x="3939" y="5252"/>
                  </a:lnTo>
                  <a:lnTo>
                    <a:pt x="5136" y="5059"/>
                  </a:lnTo>
                  <a:lnTo>
                    <a:pt x="6912" y="4789"/>
                  </a:lnTo>
                  <a:lnTo>
                    <a:pt x="7839" y="4596"/>
                  </a:lnTo>
                  <a:lnTo>
                    <a:pt x="8727" y="4402"/>
                  </a:lnTo>
                  <a:lnTo>
                    <a:pt x="9615" y="4132"/>
                  </a:lnTo>
                  <a:lnTo>
                    <a:pt x="10503" y="3862"/>
                  </a:lnTo>
                  <a:lnTo>
                    <a:pt x="11353" y="3514"/>
                  </a:lnTo>
                  <a:lnTo>
                    <a:pt x="12164" y="3128"/>
                  </a:lnTo>
                  <a:lnTo>
                    <a:pt x="12434" y="2974"/>
                  </a:lnTo>
                  <a:lnTo>
                    <a:pt x="12704" y="2819"/>
                  </a:lnTo>
                  <a:lnTo>
                    <a:pt x="12936" y="2588"/>
                  </a:lnTo>
                  <a:lnTo>
                    <a:pt x="13129" y="2394"/>
                  </a:lnTo>
                  <a:lnTo>
                    <a:pt x="13322" y="2124"/>
                  </a:lnTo>
                  <a:lnTo>
                    <a:pt x="13438" y="1854"/>
                  </a:lnTo>
                  <a:lnTo>
                    <a:pt x="13515" y="1584"/>
                  </a:lnTo>
                  <a:lnTo>
                    <a:pt x="13515" y="1236"/>
                  </a:lnTo>
                  <a:lnTo>
                    <a:pt x="13477" y="1120"/>
                  </a:lnTo>
                  <a:close/>
                  <a:moveTo>
                    <a:pt x="10658" y="0"/>
                  </a:moveTo>
                  <a:lnTo>
                    <a:pt x="9886" y="39"/>
                  </a:lnTo>
                  <a:lnTo>
                    <a:pt x="9113" y="116"/>
                  </a:lnTo>
                  <a:lnTo>
                    <a:pt x="8302" y="232"/>
                  </a:lnTo>
                  <a:lnTo>
                    <a:pt x="7530" y="348"/>
                  </a:lnTo>
                  <a:lnTo>
                    <a:pt x="6719" y="541"/>
                  </a:lnTo>
                  <a:lnTo>
                    <a:pt x="5908" y="734"/>
                  </a:lnTo>
                  <a:lnTo>
                    <a:pt x="5020" y="1004"/>
                  </a:lnTo>
                  <a:lnTo>
                    <a:pt x="4132" y="1352"/>
                  </a:lnTo>
                  <a:lnTo>
                    <a:pt x="3244" y="1699"/>
                  </a:lnTo>
                  <a:lnTo>
                    <a:pt x="2394" y="2124"/>
                  </a:lnTo>
                  <a:lnTo>
                    <a:pt x="1776" y="2433"/>
                  </a:lnTo>
                  <a:lnTo>
                    <a:pt x="1390" y="2626"/>
                  </a:lnTo>
                  <a:lnTo>
                    <a:pt x="1043" y="2858"/>
                  </a:lnTo>
                  <a:lnTo>
                    <a:pt x="695" y="3090"/>
                  </a:lnTo>
                  <a:lnTo>
                    <a:pt x="463" y="3398"/>
                  </a:lnTo>
                  <a:lnTo>
                    <a:pt x="348" y="3553"/>
                  </a:lnTo>
                  <a:lnTo>
                    <a:pt x="270" y="3707"/>
                  </a:lnTo>
                  <a:lnTo>
                    <a:pt x="232" y="3862"/>
                  </a:lnTo>
                  <a:lnTo>
                    <a:pt x="232" y="4055"/>
                  </a:lnTo>
                  <a:lnTo>
                    <a:pt x="193" y="4132"/>
                  </a:lnTo>
                  <a:lnTo>
                    <a:pt x="193" y="4171"/>
                  </a:lnTo>
                  <a:lnTo>
                    <a:pt x="116" y="4325"/>
                  </a:lnTo>
                  <a:lnTo>
                    <a:pt x="39" y="4480"/>
                  </a:lnTo>
                  <a:lnTo>
                    <a:pt x="0" y="4634"/>
                  </a:lnTo>
                  <a:lnTo>
                    <a:pt x="0" y="4789"/>
                  </a:lnTo>
                  <a:lnTo>
                    <a:pt x="39" y="5136"/>
                  </a:lnTo>
                  <a:lnTo>
                    <a:pt x="193" y="5445"/>
                  </a:lnTo>
                  <a:lnTo>
                    <a:pt x="348" y="5638"/>
                  </a:lnTo>
                  <a:lnTo>
                    <a:pt x="502" y="5831"/>
                  </a:lnTo>
                  <a:lnTo>
                    <a:pt x="695" y="5947"/>
                  </a:lnTo>
                  <a:lnTo>
                    <a:pt x="927" y="6063"/>
                  </a:lnTo>
                  <a:lnTo>
                    <a:pt x="965" y="6256"/>
                  </a:lnTo>
                  <a:lnTo>
                    <a:pt x="1274" y="6179"/>
                  </a:lnTo>
                  <a:lnTo>
                    <a:pt x="1313" y="6217"/>
                  </a:lnTo>
                  <a:lnTo>
                    <a:pt x="1313" y="6256"/>
                  </a:lnTo>
                  <a:lnTo>
                    <a:pt x="1352" y="6295"/>
                  </a:lnTo>
                  <a:lnTo>
                    <a:pt x="1467" y="6256"/>
                  </a:lnTo>
                  <a:lnTo>
                    <a:pt x="1815" y="6295"/>
                  </a:lnTo>
                  <a:lnTo>
                    <a:pt x="2394" y="6333"/>
                  </a:lnTo>
                  <a:lnTo>
                    <a:pt x="3012" y="6372"/>
                  </a:lnTo>
                  <a:lnTo>
                    <a:pt x="3591" y="6333"/>
                  </a:lnTo>
                  <a:lnTo>
                    <a:pt x="4171" y="6295"/>
                  </a:lnTo>
                  <a:lnTo>
                    <a:pt x="5368" y="6101"/>
                  </a:lnTo>
                  <a:lnTo>
                    <a:pt x="6565" y="5870"/>
                  </a:lnTo>
                  <a:lnTo>
                    <a:pt x="6758" y="5831"/>
                  </a:lnTo>
                  <a:lnTo>
                    <a:pt x="7993" y="5522"/>
                  </a:lnTo>
                  <a:lnTo>
                    <a:pt x="9036" y="5252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5" y="4132"/>
                  </a:lnTo>
                  <a:lnTo>
                    <a:pt x="12125" y="4248"/>
                  </a:lnTo>
                  <a:lnTo>
                    <a:pt x="12395" y="4287"/>
                  </a:lnTo>
                  <a:lnTo>
                    <a:pt x="12782" y="4711"/>
                  </a:lnTo>
                  <a:lnTo>
                    <a:pt x="13013" y="4518"/>
                  </a:lnTo>
                  <a:lnTo>
                    <a:pt x="12434" y="3939"/>
                  </a:lnTo>
                  <a:lnTo>
                    <a:pt x="12897" y="3669"/>
                  </a:lnTo>
                  <a:lnTo>
                    <a:pt x="13361" y="3321"/>
                  </a:lnTo>
                  <a:lnTo>
                    <a:pt x="13631" y="3051"/>
                  </a:lnTo>
                  <a:lnTo>
                    <a:pt x="13824" y="2703"/>
                  </a:lnTo>
                  <a:lnTo>
                    <a:pt x="14133" y="2626"/>
                  </a:lnTo>
                  <a:lnTo>
                    <a:pt x="14017" y="2317"/>
                  </a:lnTo>
                  <a:lnTo>
                    <a:pt x="14095" y="2008"/>
                  </a:lnTo>
                  <a:lnTo>
                    <a:pt x="14133" y="1738"/>
                  </a:lnTo>
                  <a:lnTo>
                    <a:pt x="14095" y="1468"/>
                  </a:lnTo>
                  <a:lnTo>
                    <a:pt x="14017" y="1236"/>
                  </a:lnTo>
                  <a:lnTo>
                    <a:pt x="13901" y="1004"/>
                  </a:lnTo>
                  <a:lnTo>
                    <a:pt x="13747" y="811"/>
                  </a:lnTo>
                  <a:lnTo>
                    <a:pt x="13477" y="618"/>
                  </a:lnTo>
                  <a:lnTo>
                    <a:pt x="13168" y="502"/>
                  </a:lnTo>
                  <a:lnTo>
                    <a:pt x="13091" y="502"/>
                  </a:lnTo>
                  <a:lnTo>
                    <a:pt x="12897" y="387"/>
                  </a:lnTo>
                  <a:lnTo>
                    <a:pt x="12666" y="271"/>
                  </a:lnTo>
                  <a:lnTo>
                    <a:pt x="12434" y="155"/>
                  </a:lnTo>
                  <a:lnTo>
                    <a:pt x="12202" y="116"/>
                  </a:lnTo>
                  <a:lnTo>
                    <a:pt x="11816" y="39"/>
                  </a:lnTo>
                  <a:lnTo>
                    <a:pt x="1143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7" name="Google Shape;2277;p9"/>
            <p:cNvSpPr/>
            <p:nvPr/>
          </p:nvSpPr>
          <p:spPr>
            <a:xfrm>
              <a:off x="299900" y="4449850"/>
              <a:ext cx="375550" cy="386175"/>
            </a:xfrm>
            <a:custGeom>
              <a:avLst/>
              <a:gdLst/>
              <a:ahLst/>
              <a:cxnLst/>
              <a:rect l="l" t="t" r="r" b="b"/>
              <a:pathLst>
                <a:path w="15022" h="15447" extrusionOk="0">
                  <a:moveTo>
                    <a:pt x="8032" y="503"/>
                  </a:moveTo>
                  <a:lnTo>
                    <a:pt x="8611" y="580"/>
                  </a:lnTo>
                  <a:lnTo>
                    <a:pt x="9152" y="696"/>
                  </a:lnTo>
                  <a:lnTo>
                    <a:pt x="9693" y="850"/>
                  </a:lnTo>
                  <a:lnTo>
                    <a:pt x="10195" y="1005"/>
                  </a:lnTo>
                  <a:lnTo>
                    <a:pt x="10697" y="1236"/>
                  </a:lnTo>
                  <a:lnTo>
                    <a:pt x="11160" y="1507"/>
                  </a:lnTo>
                  <a:lnTo>
                    <a:pt x="11623" y="1815"/>
                  </a:lnTo>
                  <a:lnTo>
                    <a:pt x="10813" y="2163"/>
                  </a:lnTo>
                  <a:lnTo>
                    <a:pt x="10079" y="2588"/>
                  </a:lnTo>
                  <a:lnTo>
                    <a:pt x="9307" y="3090"/>
                  </a:lnTo>
                  <a:lnTo>
                    <a:pt x="8611" y="3592"/>
                  </a:lnTo>
                  <a:lnTo>
                    <a:pt x="7955" y="4171"/>
                  </a:lnTo>
                  <a:lnTo>
                    <a:pt x="7299" y="4789"/>
                  </a:lnTo>
                  <a:lnTo>
                    <a:pt x="6719" y="5445"/>
                  </a:lnTo>
                  <a:lnTo>
                    <a:pt x="6140" y="6140"/>
                  </a:lnTo>
                  <a:lnTo>
                    <a:pt x="5638" y="6835"/>
                  </a:lnTo>
                  <a:lnTo>
                    <a:pt x="5213" y="7608"/>
                  </a:lnTo>
                  <a:lnTo>
                    <a:pt x="4789" y="8380"/>
                  </a:lnTo>
                  <a:lnTo>
                    <a:pt x="4480" y="9191"/>
                  </a:lnTo>
                  <a:lnTo>
                    <a:pt x="4171" y="10040"/>
                  </a:lnTo>
                  <a:lnTo>
                    <a:pt x="3978" y="10890"/>
                  </a:lnTo>
                  <a:lnTo>
                    <a:pt x="3823" y="11739"/>
                  </a:lnTo>
                  <a:lnTo>
                    <a:pt x="3746" y="12628"/>
                  </a:lnTo>
                  <a:lnTo>
                    <a:pt x="3592" y="12666"/>
                  </a:lnTo>
                  <a:lnTo>
                    <a:pt x="3283" y="11817"/>
                  </a:lnTo>
                  <a:lnTo>
                    <a:pt x="3051" y="11006"/>
                  </a:lnTo>
                  <a:lnTo>
                    <a:pt x="2858" y="10195"/>
                  </a:lnTo>
                  <a:lnTo>
                    <a:pt x="2703" y="9345"/>
                  </a:lnTo>
                  <a:lnTo>
                    <a:pt x="2588" y="8496"/>
                  </a:lnTo>
                  <a:lnTo>
                    <a:pt x="2549" y="7646"/>
                  </a:lnTo>
                  <a:lnTo>
                    <a:pt x="2588" y="6797"/>
                  </a:lnTo>
                  <a:lnTo>
                    <a:pt x="2703" y="5909"/>
                  </a:lnTo>
                  <a:lnTo>
                    <a:pt x="2858" y="5214"/>
                  </a:lnTo>
                  <a:lnTo>
                    <a:pt x="3051" y="4480"/>
                  </a:lnTo>
                  <a:lnTo>
                    <a:pt x="3321" y="3823"/>
                  </a:lnTo>
                  <a:lnTo>
                    <a:pt x="3669" y="3167"/>
                  </a:lnTo>
                  <a:lnTo>
                    <a:pt x="4016" y="2549"/>
                  </a:lnTo>
                  <a:lnTo>
                    <a:pt x="4441" y="1970"/>
                  </a:lnTo>
                  <a:lnTo>
                    <a:pt x="4904" y="1391"/>
                  </a:lnTo>
                  <a:lnTo>
                    <a:pt x="5406" y="850"/>
                  </a:lnTo>
                  <a:lnTo>
                    <a:pt x="5908" y="696"/>
                  </a:lnTo>
                  <a:lnTo>
                    <a:pt x="6410" y="618"/>
                  </a:lnTo>
                  <a:lnTo>
                    <a:pt x="6951" y="541"/>
                  </a:lnTo>
                  <a:lnTo>
                    <a:pt x="7492" y="503"/>
                  </a:lnTo>
                  <a:close/>
                  <a:moveTo>
                    <a:pt x="11971" y="2086"/>
                  </a:moveTo>
                  <a:lnTo>
                    <a:pt x="12357" y="2433"/>
                  </a:lnTo>
                  <a:lnTo>
                    <a:pt x="12705" y="2781"/>
                  </a:lnTo>
                  <a:lnTo>
                    <a:pt x="13052" y="3206"/>
                  </a:lnTo>
                  <a:lnTo>
                    <a:pt x="13322" y="3630"/>
                  </a:lnTo>
                  <a:lnTo>
                    <a:pt x="13593" y="4094"/>
                  </a:lnTo>
                  <a:lnTo>
                    <a:pt x="13863" y="4557"/>
                  </a:lnTo>
                  <a:lnTo>
                    <a:pt x="14056" y="5059"/>
                  </a:lnTo>
                  <a:lnTo>
                    <a:pt x="14211" y="5600"/>
                  </a:lnTo>
                  <a:lnTo>
                    <a:pt x="14326" y="6102"/>
                  </a:lnTo>
                  <a:lnTo>
                    <a:pt x="14442" y="6604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64" y="6951"/>
                  </a:lnTo>
                  <a:lnTo>
                    <a:pt x="11392" y="7144"/>
                  </a:lnTo>
                  <a:lnTo>
                    <a:pt x="10658" y="7376"/>
                  </a:lnTo>
                  <a:lnTo>
                    <a:pt x="9963" y="7685"/>
                  </a:lnTo>
                  <a:lnTo>
                    <a:pt x="9229" y="8032"/>
                  </a:lnTo>
                  <a:lnTo>
                    <a:pt x="8534" y="8419"/>
                  </a:lnTo>
                  <a:lnTo>
                    <a:pt x="7878" y="8843"/>
                  </a:lnTo>
                  <a:lnTo>
                    <a:pt x="7260" y="9268"/>
                  </a:lnTo>
                  <a:lnTo>
                    <a:pt x="6642" y="9770"/>
                  </a:lnTo>
                  <a:lnTo>
                    <a:pt x="6102" y="10311"/>
                  </a:lnTo>
                  <a:lnTo>
                    <a:pt x="5561" y="10890"/>
                  </a:lnTo>
                  <a:lnTo>
                    <a:pt x="5098" y="11469"/>
                  </a:lnTo>
                  <a:lnTo>
                    <a:pt x="4634" y="12126"/>
                  </a:lnTo>
                  <a:lnTo>
                    <a:pt x="4248" y="12782"/>
                  </a:lnTo>
                  <a:lnTo>
                    <a:pt x="4132" y="12705"/>
                  </a:lnTo>
                  <a:lnTo>
                    <a:pt x="3978" y="12666"/>
                  </a:lnTo>
                  <a:lnTo>
                    <a:pt x="4094" y="11778"/>
                  </a:lnTo>
                  <a:lnTo>
                    <a:pt x="4325" y="10929"/>
                  </a:lnTo>
                  <a:lnTo>
                    <a:pt x="4557" y="10079"/>
                  </a:lnTo>
                  <a:lnTo>
                    <a:pt x="4866" y="9268"/>
                  </a:lnTo>
                  <a:lnTo>
                    <a:pt x="5213" y="8496"/>
                  </a:lnTo>
                  <a:lnTo>
                    <a:pt x="5600" y="7724"/>
                  </a:lnTo>
                  <a:lnTo>
                    <a:pt x="6024" y="6990"/>
                  </a:lnTo>
                  <a:lnTo>
                    <a:pt x="6526" y="6256"/>
                  </a:lnTo>
                  <a:lnTo>
                    <a:pt x="7067" y="5600"/>
                  </a:lnTo>
                  <a:lnTo>
                    <a:pt x="7607" y="4943"/>
                  </a:lnTo>
                  <a:lnTo>
                    <a:pt x="8225" y="4364"/>
                  </a:lnTo>
                  <a:lnTo>
                    <a:pt x="8920" y="3823"/>
                  </a:lnTo>
                  <a:lnTo>
                    <a:pt x="9615" y="3321"/>
                  </a:lnTo>
                  <a:lnTo>
                    <a:pt x="10349" y="2858"/>
                  </a:lnTo>
                  <a:lnTo>
                    <a:pt x="11121" y="2433"/>
                  </a:lnTo>
                  <a:lnTo>
                    <a:pt x="11971" y="2086"/>
                  </a:lnTo>
                  <a:close/>
                  <a:moveTo>
                    <a:pt x="14481" y="6990"/>
                  </a:moveTo>
                  <a:lnTo>
                    <a:pt x="14481" y="7839"/>
                  </a:lnTo>
                  <a:lnTo>
                    <a:pt x="14442" y="8689"/>
                  </a:lnTo>
                  <a:lnTo>
                    <a:pt x="14288" y="9538"/>
                  </a:lnTo>
                  <a:lnTo>
                    <a:pt x="14172" y="9925"/>
                  </a:lnTo>
                  <a:lnTo>
                    <a:pt x="14056" y="10349"/>
                  </a:lnTo>
                  <a:lnTo>
                    <a:pt x="13902" y="10735"/>
                  </a:lnTo>
                  <a:lnTo>
                    <a:pt x="13709" y="11122"/>
                  </a:lnTo>
                  <a:lnTo>
                    <a:pt x="13516" y="11508"/>
                  </a:lnTo>
                  <a:lnTo>
                    <a:pt x="13284" y="11894"/>
                  </a:lnTo>
                  <a:lnTo>
                    <a:pt x="13052" y="12241"/>
                  </a:lnTo>
                  <a:lnTo>
                    <a:pt x="12782" y="12550"/>
                  </a:lnTo>
                  <a:lnTo>
                    <a:pt x="12512" y="12898"/>
                  </a:lnTo>
                  <a:lnTo>
                    <a:pt x="12203" y="13207"/>
                  </a:lnTo>
                  <a:lnTo>
                    <a:pt x="11971" y="13014"/>
                  </a:lnTo>
                  <a:lnTo>
                    <a:pt x="11701" y="12898"/>
                  </a:lnTo>
                  <a:lnTo>
                    <a:pt x="11121" y="12743"/>
                  </a:lnTo>
                  <a:lnTo>
                    <a:pt x="10542" y="12628"/>
                  </a:lnTo>
                  <a:lnTo>
                    <a:pt x="10002" y="12550"/>
                  </a:lnTo>
                  <a:lnTo>
                    <a:pt x="9422" y="12473"/>
                  </a:lnTo>
                  <a:lnTo>
                    <a:pt x="8843" y="12435"/>
                  </a:lnTo>
                  <a:lnTo>
                    <a:pt x="8303" y="12435"/>
                  </a:lnTo>
                  <a:lnTo>
                    <a:pt x="7762" y="12473"/>
                  </a:lnTo>
                  <a:lnTo>
                    <a:pt x="7221" y="12550"/>
                  </a:lnTo>
                  <a:lnTo>
                    <a:pt x="6719" y="12666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23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01"/>
                  </a:lnTo>
                  <a:lnTo>
                    <a:pt x="5870" y="11160"/>
                  </a:lnTo>
                  <a:lnTo>
                    <a:pt x="6410" y="10620"/>
                  </a:lnTo>
                  <a:lnTo>
                    <a:pt x="6990" y="10118"/>
                  </a:lnTo>
                  <a:lnTo>
                    <a:pt x="7569" y="9616"/>
                  </a:lnTo>
                  <a:lnTo>
                    <a:pt x="8148" y="9191"/>
                  </a:lnTo>
                  <a:lnTo>
                    <a:pt x="8766" y="8805"/>
                  </a:lnTo>
                  <a:lnTo>
                    <a:pt x="9422" y="8419"/>
                  </a:lnTo>
                  <a:lnTo>
                    <a:pt x="10079" y="8110"/>
                  </a:lnTo>
                  <a:lnTo>
                    <a:pt x="10735" y="7801"/>
                  </a:lnTo>
                  <a:lnTo>
                    <a:pt x="11469" y="7569"/>
                  </a:lnTo>
                  <a:lnTo>
                    <a:pt x="12164" y="7337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6"/>
                  </a:moveTo>
                  <a:lnTo>
                    <a:pt x="4055" y="1815"/>
                  </a:lnTo>
                  <a:lnTo>
                    <a:pt x="3630" y="2433"/>
                  </a:lnTo>
                  <a:lnTo>
                    <a:pt x="3244" y="3090"/>
                  </a:lnTo>
                  <a:lnTo>
                    <a:pt x="2935" y="3785"/>
                  </a:lnTo>
                  <a:lnTo>
                    <a:pt x="2665" y="4519"/>
                  </a:lnTo>
                  <a:lnTo>
                    <a:pt x="2472" y="5252"/>
                  </a:lnTo>
                  <a:lnTo>
                    <a:pt x="2317" y="6024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1"/>
                  </a:lnTo>
                  <a:lnTo>
                    <a:pt x="2279" y="9114"/>
                  </a:lnTo>
                  <a:lnTo>
                    <a:pt x="2394" y="9847"/>
                  </a:lnTo>
                  <a:lnTo>
                    <a:pt x="2549" y="10620"/>
                  </a:lnTo>
                  <a:lnTo>
                    <a:pt x="2781" y="11353"/>
                  </a:lnTo>
                  <a:lnTo>
                    <a:pt x="3012" y="12048"/>
                  </a:lnTo>
                  <a:lnTo>
                    <a:pt x="3321" y="12743"/>
                  </a:lnTo>
                  <a:lnTo>
                    <a:pt x="3128" y="12859"/>
                  </a:lnTo>
                  <a:lnTo>
                    <a:pt x="2935" y="13014"/>
                  </a:lnTo>
                  <a:lnTo>
                    <a:pt x="2819" y="13207"/>
                  </a:lnTo>
                  <a:lnTo>
                    <a:pt x="2742" y="13439"/>
                  </a:lnTo>
                  <a:lnTo>
                    <a:pt x="2394" y="12975"/>
                  </a:lnTo>
                  <a:lnTo>
                    <a:pt x="2086" y="12550"/>
                  </a:lnTo>
                  <a:lnTo>
                    <a:pt x="1777" y="12087"/>
                  </a:lnTo>
                  <a:lnTo>
                    <a:pt x="1506" y="11585"/>
                  </a:lnTo>
                  <a:lnTo>
                    <a:pt x="1275" y="11122"/>
                  </a:lnTo>
                  <a:lnTo>
                    <a:pt x="1082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075"/>
                  </a:lnTo>
                  <a:lnTo>
                    <a:pt x="541" y="8534"/>
                  </a:lnTo>
                  <a:lnTo>
                    <a:pt x="502" y="8032"/>
                  </a:lnTo>
                  <a:lnTo>
                    <a:pt x="502" y="7492"/>
                  </a:lnTo>
                  <a:lnTo>
                    <a:pt x="541" y="6951"/>
                  </a:lnTo>
                  <a:lnTo>
                    <a:pt x="618" y="6411"/>
                  </a:lnTo>
                  <a:lnTo>
                    <a:pt x="773" y="5870"/>
                  </a:lnTo>
                  <a:lnTo>
                    <a:pt x="927" y="5291"/>
                  </a:lnTo>
                  <a:lnTo>
                    <a:pt x="1197" y="4673"/>
                  </a:lnTo>
                  <a:lnTo>
                    <a:pt x="1545" y="4055"/>
                  </a:lnTo>
                  <a:lnTo>
                    <a:pt x="1931" y="3476"/>
                  </a:lnTo>
                  <a:lnTo>
                    <a:pt x="2356" y="2935"/>
                  </a:lnTo>
                  <a:lnTo>
                    <a:pt x="2858" y="2433"/>
                  </a:lnTo>
                  <a:lnTo>
                    <a:pt x="3360" y="1970"/>
                  </a:lnTo>
                  <a:lnTo>
                    <a:pt x="3939" y="1584"/>
                  </a:lnTo>
                  <a:lnTo>
                    <a:pt x="4518" y="1236"/>
                  </a:lnTo>
                  <a:close/>
                  <a:moveTo>
                    <a:pt x="3862" y="12975"/>
                  </a:moveTo>
                  <a:lnTo>
                    <a:pt x="4016" y="13014"/>
                  </a:lnTo>
                  <a:lnTo>
                    <a:pt x="4171" y="13130"/>
                  </a:lnTo>
                  <a:lnTo>
                    <a:pt x="4287" y="13284"/>
                  </a:lnTo>
                  <a:lnTo>
                    <a:pt x="4325" y="13439"/>
                  </a:lnTo>
                  <a:lnTo>
                    <a:pt x="4364" y="13593"/>
                  </a:lnTo>
                  <a:lnTo>
                    <a:pt x="4364" y="13786"/>
                  </a:lnTo>
                  <a:lnTo>
                    <a:pt x="4325" y="13941"/>
                  </a:lnTo>
                  <a:lnTo>
                    <a:pt x="4209" y="14095"/>
                  </a:lnTo>
                  <a:lnTo>
                    <a:pt x="3785" y="13786"/>
                  </a:lnTo>
                  <a:lnTo>
                    <a:pt x="3360" y="13477"/>
                  </a:lnTo>
                  <a:lnTo>
                    <a:pt x="3244" y="13439"/>
                  </a:lnTo>
                  <a:lnTo>
                    <a:pt x="3167" y="13400"/>
                  </a:lnTo>
                  <a:lnTo>
                    <a:pt x="3051" y="13439"/>
                  </a:lnTo>
                  <a:lnTo>
                    <a:pt x="2974" y="13516"/>
                  </a:lnTo>
                  <a:lnTo>
                    <a:pt x="3051" y="13361"/>
                  </a:lnTo>
                  <a:lnTo>
                    <a:pt x="3167" y="13207"/>
                  </a:lnTo>
                  <a:lnTo>
                    <a:pt x="3321" y="13091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8187" y="12821"/>
                  </a:moveTo>
                  <a:lnTo>
                    <a:pt x="9152" y="12859"/>
                  </a:lnTo>
                  <a:lnTo>
                    <a:pt x="9615" y="12898"/>
                  </a:lnTo>
                  <a:lnTo>
                    <a:pt x="10117" y="12937"/>
                  </a:lnTo>
                  <a:lnTo>
                    <a:pt x="10504" y="13014"/>
                  </a:lnTo>
                  <a:lnTo>
                    <a:pt x="11006" y="13091"/>
                  </a:lnTo>
                  <a:lnTo>
                    <a:pt x="11508" y="13245"/>
                  </a:lnTo>
                  <a:lnTo>
                    <a:pt x="11701" y="13323"/>
                  </a:lnTo>
                  <a:lnTo>
                    <a:pt x="11894" y="13439"/>
                  </a:lnTo>
                  <a:lnTo>
                    <a:pt x="11508" y="13747"/>
                  </a:lnTo>
                  <a:lnTo>
                    <a:pt x="11083" y="14018"/>
                  </a:lnTo>
                  <a:lnTo>
                    <a:pt x="10658" y="14249"/>
                  </a:lnTo>
                  <a:lnTo>
                    <a:pt x="10233" y="14442"/>
                  </a:lnTo>
                  <a:lnTo>
                    <a:pt x="9770" y="14597"/>
                  </a:lnTo>
                  <a:lnTo>
                    <a:pt x="9307" y="14751"/>
                  </a:lnTo>
                  <a:lnTo>
                    <a:pt x="8843" y="14829"/>
                  </a:lnTo>
                  <a:lnTo>
                    <a:pt x="8341" y="14906"/>
                  </a:lnTo>
                  <a:lnTo>
                    <a:pt x="7878" y="14944"/>
                  </a:lnTo>
                  <a:lnTo>
                    <a:pt x="7376" y="14944"/>
                  </a:lnTo>
                  <a:lnTo>
                    <a:pt x="6912" y="14906"/>
                  </a:lnTo>
                  <a:lnTo>
                    <a:pt x="6410" y="14867"/>
                  </a:lnTo>
                  <a:lnTo>
                    <a:pt x="5947" y="14751"/>
                  </a:lnTo>
                  <a:lnTo>
                    <a:pt x="5484" y="14636"/>
                  </a:lnTo>
                  <a:lnTo>
                    <a:pt x="5020" y="14481"/>
                  </a:lnTo>
                  <a:lnTo>
                    <a:pt x="4596" y="14288"/>
                  </a:lnTo>
                  <a:lnTo>
                    <a:pt x="4711" y="14018"/>
                  </a:lnTo>
                  <a:lnTo>
                    <a:pt x="4750" y="13709"/>
                  </a:lnTo>
                  <a:lnTo>
                    <a:pt x="4711" y="13593"/>
                  </a:lnTo>
                  <a:lnTo>
                    <a:pt x="5561" y="13284"/>
                  </a:lnTo>
                  <a:lnTo>
                    <a:pt x="6410" y="13091"/>
                  </a:lnTo>
                  <a:lnTo>
                    <a:pt x="7299" y="12937"/>
                  </a:lnTo>
                  <a:lnTo>
                    <a:pt x="8187" y="12821"/>
                  </a:lnTo>
                  <a:close/>
                  <a:moveTo>
                    <a:pt x="6990" y="1"/>
                  </a:moveTo>
                  <a:lnTo>
                    <a:pt x="6449" y="78"/>
                  </a:lnTo>
                  <a:lnTo>
                    <a:pt x="5870" y="194"/>
                  </a:lnTo>
                  <a:lnTo>
                    <a:pt x="5329" y="348"/>
                  </a:lnTo>
                  <a:lnTo>
                    <a:pt x="4789" y="580"/>
                  </a:lnTo>
                  <a:lnTo>
                    <a:pt x="4248" y="811"/>
                  </a:lnTo>
                  <a:lnTo>
                    <a:pt x="3785" y="1082"/>
                  </a:lnTo>
                  <a:lnTo>
                    <a:pt x="3283" y="1391"/>
                  </a:lnTo>
                  <a:lnTo>
                    <a:pt x="2819" y="1738"/>
                  </a:lnTo>
                  <a:lnTo>
                    <a:pt x="2394" y="2124"/>
                  </a:lnTo>
                  <a:lnTo>
                    <a:pt x="2008" y="2549"/>
                  </a:lnTo>
                  <a:lnTo>
                    <a:pt x="1622" y="3013"/>
                  </a:lnTo>
                  <a:lnTo>
                    <a:pt x="1275" y="3476"/>
                  </a:lnTo>
                  <a:lnTo>
                    <a:pt x="966" y="3978"/>
                  </a:lnTo>
                  <a:lnTo>
                    <a:pt x="695" y="4596"/>
                  </a:lnTo>
                  <a:lnTo>
                    <a:pt x="425" y="5214"/>
                  </a:lnTo>
                  <a:lnTo>
                    <a:pt x="232" y="5870"/>
                  </a:lnTo>
                  <a:lnTo>
                    <a:pt x="116" y="6526"/>
                  </a:lnTo>
                  <a:lnTo>
                    <a:pt x="39" y="7222"/>
                  </a:lnTo>
                  <a:lnTo>
                    <a:pt x="0" y="7878"/>
                  </a:lnTo>
                  <a:lnTo>
                    <a:pt x="39" y="8573"/>
                  </a:lnTo>
                  <a:lnTo>
                    <a:pt x="116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5" y="11199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1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5" y="14481"/>
                  </a:lnTo>
                  <a:lnTo>
                    <a:pt x="4132" y="14597"/>
                  </a:lnTo>
                  <a:lnTo>
                    <a:pt x="4557" y="14790"/>
                  </a:lnTo>
                  <a:lnTo>
                    <a:pt x="4982" y="14983"/>
                  </a:lnTo>
                  <a:lnTo>
                    <a:pt x="5406" y="15138"/>
                  </a:lnTo>
                  <a:lnTo>
                    <a:pt x="5870" y="15253"/>
                  </a:lnTo>
                  <a:lnTo>
                    <a:pt x="6333" y="15369"/>
                  </a:lnTo>
                  <a:lnTo>
                    <a:pt x="6797" y="15408"/>
                  </a:lnTo>
                  <a:lnTo>
                    <a:pt x="7299" y="15446"/>
                  </a:lnTo>
                  <a:lnTo>
                    <a:pt x="8225" y="15446"/>
                  </a:lnTo>
                  <a:lnTo>
                    <a:pt x="8689" y="15369"/>
                  </a:lnTo>
                  <a:lnTo>
                    <a:pt x="9152" y="15292"/>
                  </a:lnTo>
                  <a:lnTo>
                    <a:pt x="9615" y="15176"/>
                  </a:lnTo>
                  <a:lnTo>
                    <a:pt x="10079" y="15022"/>
                  </a:lnTo>
                  <a:lnTo>
                    <a:pt x="10542" y="14867"/>
                  </a:lnTo>
                  <a:lnTo>
                    <a:pt x="10967" y="14674"/>
                  </a:lnTo>
                  <a:lnTo>
                    <a:pt x="11392" y="14442"/>
                  </a:lnTo>
                  <a:lnTo>
                    <a:pt x="11855" y="14134"/>
                  </a:lnTo>
                  <a:lnTo>
                    <a:pt x="12318" y="13747"/>
                  </a:lnTo>
                  <a:lnTo>
                    <a:pt x="12743" y="13361"/>
                  </a:lnTo>
                  <a:lnTo>
                    <a:pt x="13129" y="12975"/>
                  </a:lnTo>
                  <a:lnTo>
                    <a:pt x="13477" y="12512"/>
                  </a:lnTo>
                  <a:lnTo>
                    <a:pt x="13786" y="12048"/>
                  </a:lnTo>
                  <a:lnTo>
                    <a:pt x="14056" y="11546"/>
                  </a:lnTo>
                  <a:lnTo>
                    <a:pt x="14288" y="11044"/>
                  </a:lnTo>
                  <a:lnTo>
                    <a:pt x="14520" y="10504"/>
                  </a:lnTo>
                  <a:lnTo>
                    <a:pt x="14674" y="9963"/>
                  </a:lnTo>
                  <a:lnTo>
                    <a:pt x="14828" y="9423"/>
                  </a:lnTo>
                  <a:lnTo>
                    <a:pt x="14906" y="8843"/>
                  </a:lnTo>
                  <a:lnTo>
                    <a:pt x="14983" y="8264"/>
                  </a:lnTo>
                  <a:lnTo>
                    <a:pt x="15022" y="7724"/>
                  </a:lnTo>
                  <a:lnTo>
                    <a:pt x="14983" y="7144"/>
                  </a:lnTo>
                  <a:lnTo>
                    <a:pt x="14944" y="6565"/>
                  </a:lnTo>
                  <a:lnTo>
                    <a:pt x="14828" y="5986"/>
                  </a:lnTo>
                  <a:lnTo>
                    <a:pt x="14674" y="5368"/>
                  </a:lnTo>
                  <a:lnTo>
                    <a:pt x="14481" y="4789"/>
                  </a:lnTo>
                  <a:lnTo>
                    <a:pt x="14249" y="4248"/>
                  </a:lnTo>
                  <a:lnTo>
                    <a:pt x="13979" y="3708"/>
                  </a:lnTo>
                  <a:lnTo>
                    <a:pt x="13670" y="3206"/>
                  </a:lnTo>
                  <a:lnTo>
                    <a:pt x="13322" y="2742"/>
                  </a:lnTo>
                  <a:lnTo>
                    <a:pt x="12936" y="2279"/>
                  </a:lnTo>
                  <a:lnTo>
                    <a:pt x="12512" y="1893"/>
                  </a:lnTo>
                  <a:lnTo>
                    <a:pt x="12048" y="1507"/>
                  </a:lnTo>
                  <a:lnTo>
                    <a:pt x="11585" y="1159"/>
                  </a:lnTo>
                  <a:lnTo>
                    <a:pt x="11083" y="850"/>
                  </a:lnTo>
                  <a:lnTo>
                    <a:pt x="10542" y="580"/>
                  </a:lnTo>
                  <a:lnTo>
                    <a:pt x="9963" y="387"/>
                  </a:lnTo>
                  <a:lnTo>
                    <a:pt x="9384" y="194"/>
                  </a:lnTo>
                  <a:lnTo>
                    <a:pt x="8766" y="78"/>
                  </a:lnTo>
                  <a:lnTo>
                    <a:pt x="81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2278;p9"/>
            <p:cNvSpPr/>
            <p:nvPr/>
          </p:nvSpPr>
          <p:spPr>
            <a:xfrm>
              <a:off x="2298225" y="4462400"/>
              <a:ext cx="461475" cy="306050"/>
            </a:xfrm>
            <a:custGeom>
              <a:avLst/>
              <a:gdLst/>
              <a:ahLst/>
              <a:cxnLst/>
              <a:rect l="l" t="t" r="r" b="b"/>
              <a:pathLst>
                <a:path w="18459" h="12242" extrusionOk="0">
                  <a:moveTo>
                    <a:pt x="17609" y="4943"/>
                  </a:moveTo>
                  <a:lnTo>
                    <a:pt x="17763" y="4982"/>
                  </a:lnTo>
                  <a:lnTo>
                    <a:pt x="17879" y="5020"/>
                  </a:lnTo>
                  <a:lnTo>
                    <a:pt x="17917" y="5098"/>
                  </a:lnTo>
                  <a:lnTo>
                    <a:pt x="17956" y="5175"/>
                  </a:lnTo>
                  <a:lnTo>
                    <a:pt x="17956" y="5407"/>
                  </a:lnTo>
                  <a:lnTo>
                    <a:pt x="17956" y="5638"/>
                  </a:lnTo>
                  <a:lnTo>
                    <a:pt x="17879" y="5793"/>
                  </a:lnTo>
                  <a:lnTo>
                    <a:pt x="17763" y="5986"/>
                  </a:lnTo>
                  <a:lnTo>
                    <a:pt x="17570" y="6140"/>
                  </a:lnTo>
                  <a:lnTo>
                    <a:pt x="17222" y="6372"/>
                  </a:lnTo>
                  <a:lnTo>
                    <a:pt x="16913" y="6526"/>
                  </a:lnTo>
                  <a:lnTo>
                    <a:pt x="16566" y="6642"/>
                  </a:lnTo>
                  <a:lnTo>
                    <a:pt x="16257" y="6681"/>
                  </a:lnTo>
                  <a:lnTo>
                    <a:pt x="15909" y="6720"/>
                  </a:lnTo>
                  <a:lnTo>
                    <a:pt x="16141" y="6140"/>
                  </a:lnTo>
                  <a:lnTo>
                    <a:pt x="16257" y="5870"/>
                  </a:lnTo>
                  <a:lnTo>
                    <a:pt x="16411" y="5600"/>
                  </a:lnTo>
                  <a:lnTo>
                    <a:pt x="16605" y="5368"/>
                  </a:lnTo>
                  <a:lnTo>
                    <a:pt x="16798" y="5175"/>
                  </a:lnTo>
                  <a:lnTo>
                    <a:pt x="17068" y="5059"/>
                  </a:lnTo>
                  <a:lnTo>
                    <a:pt x="17377" y="4943"/>
                  </a:lnTo>
                  <a:close/>
                  <a:moveTo>
                    <a:pt x="13747" y="6295"/>
                  </a:moveTo>
                  <a:lnTo>
                    <a:pt x="14056" y="6333"/>
                  </a:lnTo>
                  <a:lnTo>
                    <a:pt x="14365" y="6411"/>
                  </a:lnTo>
                  <a:lnTo>
                    <a:pt x="14597" y="6526"/>
                  </a:lnTo>
                  <a:lnTo>
                    <a:pt x="14828" y="6681"/>
                  </a:lnTo>
                  <a:lnTo>
                    <a:pt x="15060" y="6835"/>
                  </a:lnTo>
                  <a:lnTo>
                    <a:pt x="14983" y="6951"/>
                  </a:lnTo>
                  <a:lnTo>
                    <a:pt x="14519" y="7067"/>
                  </a:lnTo>
                  <a:lnTo>
                    <a:pt x="14056" y="7144"/>
                  </a:lnTo>
                  <a:lnTo>
                    <a:pt x="13515" y="7144"/>
                  </a:lnTo>
                  <a:lnTo>
                    <a:pt x="13206" y="7106"/>
                  </a:lnTo>
                  <a:lnTo>
                    <a:pt x="12936" y="6990"/>
                  </a:lnTo>
                  <a:lnTo>
                    <a:pt x="12820" y="6951"/>
                  </a:lnTo>
                  <a:lnTo>
                    <a:pt x="12782" y="6874"/>
                  </a:lnTo>
                  <a:lnTo>
                    <a:pt x="12782" y="6758"/>
                  </a:lnTo>
                  <a:lnTo>
                    <a:pt x="12859" y="6642"/>
                  </a:lnTo>
                  <a:lnTo>
                    <a:pt x="12936" y="6449"/>
                  </a:lnTo>
                  <a:lnTo>
                    <a:pt x="13052" y="6333"/>
                  </a:lnTo>
                  <a:lnTo>
                    <a:pt x="13206" y="6295"/>
                  </a:lnTo>
                  <a:close/>
                  <a:moveTo>
                    <a:pt x="15523" y="7222"/>
                  </a:moveTo>
                  <a:lnTo>
                    <a:pt x="16064" y="7608"/>
                  </a:lnTo>
                  <a:lnTo>
                    <a:pt x="16334" y="7839"/>
                  </a:lnTo>
                  <a:lnTo>
                    <a:pt x="16566" y="8071"/>
                  </a:lnTo>
                  <a:lnTo>
                    <a:pt x="16798" y="8303"/>
                  </a:lnTo>
                  <a:lnTo>
                    <a:pt x="16991" y="8573"/>
                  </a:lnTo>
                  <a:lnTo>
                    <a:pt x="17068" y="8882"/>
                  </a:lnTo>
                  <a:lnTo>
                    <a:pt x="17107" y="9036"/>
                  </a:lnTo>
                  <a:lnTo>
                    <a:pt x="17107" y="9229"/>
                  </a:lnTo>
                  <a:lnTo>
                    <a:pt x="17068" y="9423"/>
                  </a:lnTo>
                  <a:lnTo>
                    <a:pt x="16952" y="9538"/>
                  </a:lnTo>
                  <a:lnTo>
                    <a:pt x="16836" y="9616"/>
                  </a:lnTo>
                  <a:lnTo>
                    <a:pt x="16682" y="9654"/>
                  </a:lnTo>
                  <a:lnTo>
                    <a:pt x="16527" y="9654"/>
                  </a:lnTo>
                  <a:lnTo>
                    <a:pt x="16373" y="9577"/>
                  </a:lnTo>
                  <a:lnTo>
                    <a:pt x="16218" y="9461"/>
                  </a:lnTo>
                  <a:lnTo>
                    <a:pt x="16103" y="9307"/>
                  </a:lnTo>
                  <a:lnTo>
                    <a:pt x="15909" y="8959"/>
                  </a:lnTo>
                  <a:lnTo>
                    <a:pt x="15716" y="8573"/>
                  </a:lnTo>
                  <a:lnTo>
                    <a:pt x="15639" y="8226"/>
                  </a:lnTo>
                  <a:lnTo>
                    <a:pt x="15562" y="7917"/>
                  </a:lnTo>
                  <a:lnTo>
                    <a:pt x="15523" y="7569"/>
                  </a:lnTo>
                  <a:lnTo>
                    <a:pt x="15523" y="7222"/>
                  </a:lnTo>
                  <a:close/>
                  <a:moveTo>
                    <a:pt x="5020" y="464"/>
                  </a:moveTo>
                  <a:lnTo>
                    <a:pt x="5638" y="541"/>
                  </a:lnTo>
                  <a:lnTo>
                    <a:pt x="6217" y="696"/>
                  </a:lnTo>
                  <a:lnTo>
                    <a:pt x="6758" y="927"/>
                  </a:lnTo>
                  <a:lnTo>
                    <a:pt x="7260" y="1236"/>
                  </a:lnTo>
                  <a:lnTo>
                    <a:pt x="7723" y="1622"/>
                  </a:lnTo>
                  <a:lnTo>
                    <a:pt x="8186" y="2047"/>
                  </a:lnTo>
                  <a:lnTo>
                    <a:pt x="8534" y="2549"/>
                  </a:lnTo>
                  <a:lnTo>
                    <a:pt x="8804" y="3013"/>
                  </a:lnTo>
                  <a:lnTo>
                    <a:pt x="9036" y="3437"/>
                  </a:lnTo>
                  <a:lnTo>
                    <a:pt x="9229" y="3901"/>
                  </a:lnTo>
                  <a:lnTo>
                    <a:pt x="9384" y="4403"/>
                  </a:lnTo>
                  <a:lnTo>
                    <a:pt x="9654" y="5368"/>
                  </a:lnTo>
                  <a:lnTo>
                    <a:pt x="9924" y="6333"/>
                  </a:lnTo>
                  <a:lnTo>
                    <a:pt x="10040" y="6758"/>
                  </a:lnTo>
                  <a:lnTo>
                    <a:pt x="10194" y="7144"/>
                  </a:lnTo>
                  <a:lnTo>
                    <a:pt x="10388" y="7530"/>
                  </a:lnTo>
                  <a:lnTo>
                    <a:pt x="10619" y="7878"/>
                  </a:lnTo>
                  <a:lnTo>
                    <a:pt x="10890" y="8187"/>
                  </a:lnTo>
                  <a:lnTo>
                    <a:pt x="11198" y="8419"/>
                  </a:lnTo>
                  <a:lnTo>
                    <a:pt x="11585" y="8612"/>
                  </a:lnTo>
                  <a:lnTo>
                    <a:pt x="12009" y="8766"/>
                  </a:lnTo>
                  <a:lnTo>
                    <a:pt x="12357" y="8805"/>
                  </a:lnTo>
                  <a:lnTo>
                    <a:pt x="12704" y="8766"/>
                  </a:lnTo>
                  <a:lnTo>
                    <a:pt x="13013" y="8728"/>
                  </a:lnTo>
                  <a:lnTo>
                    <a:pt x="13322" y="8650"/>
                  </a:lnTo>
                  <a:lnTo>
                    <a:pt x="13631" y="8534"/>
                  </a:lnTo>
                  <a:lnTo>
                    <a:pt x="13901" y="8419"/>
                  </a:lnTo>
                  <a:lnTo>
                    <a:pt x="14172" y="8226"/>
                  </a:lnTo>
                  <a:lnTo>
                    <a:pt x="14442" y="8071"/>
                  </a:lnTo>
                  <a:lnTo>
                    <a:pt x="13940" y="8689"/>
                  </a:lnTo>
                  <a:lnTo>
                    <a:pt x="13361" y="9307"/>
                  </a:lnTo>
                  <a:lnTo>
                    <a:pt x="12743" y="9847"/>
                  </a:lnTo>
                  <a:lnTo>
                    <a:pt x="12087" y="10311"/>
                  </a:lnTo>
                  <a:lnTo>
                    <a:pt x="11392" y="10735"/>
                  </a:lnTo>
                  <a:lnTo>
                    <a:pt x="10658" y="11083"/>
                  </a:lnTo>
                  <a:lnTo>
                    <a:pt x="9847" y="11353"/>
                  </a:lnTo>
                  <a:lnTo>
                    <a:pt x="9036" y="11585"/>
                  </a:lnTo>
                  <a:lnTo>
                    <a:pt x="8418" y="11662"/>
                  </a:lnTo>
                  <a:lnTo>
                    <a:pt x="7839" y="11739"/>
                  </a:lnTo>
                  <a:lnTo>
                    <a:pt x="7260" y="11739"/>
                  </a:lnTo>
                  <a:lnTo>
                    <a:pt x="6680" y="11701"/>
                  </a:lnTo>
                  <a:lnTo>
                    <a:pt x="6101" y="11624"/>
                  </a:lnTo>
                  <a:lnTo>
                    <a:pt x="5561" y="11508"/>
                  </a:lnTo>
                  <a:lnTo>
                    <a:pt x="5020" y="11353"/>
                  </a:lnTo>
                  <a:lnTo>
                    <a:pt x="4518" y="11160"/>
                  </a:lnTo>
                  <a:lnTo>
                    <a:pt x="4016" y="10929"/>
                  </a:lnTo>
                  <a:lnTo>
                    <a:pt x="3514" y="10620"/>
                  </a:lnTo>
                  <a:lnTo>
                    <a:pt x="3089" y="10311"/>
                  </a:lnTo>
                  <a:lnTo>
                    <a:pt x="2626" y="9925"/>
                  </a:lnTo>
                  <a:lnTo>
                    <a:pt x="2240" y="9538"/>
                  </a:lnTo>
                  <a:lnTo>
                    <a:pt x="1854" y="9075"/>
                  </a:lnTo>
                  <a:lnTo>
                    <a:pt x="1545" y="8573"/>
                  </a:lnTo>
                  <a:lnTo>
                    <a:pt x="1236" y="8071"/>
                  </a:lnTo>
                  <a:lnTo>
                    <a:pt x="965" y="7492"/>
                  </a:lnTo>
                  <a:lnTo>
                    <a:pt x="734" y="6913"/>
                  </a:lnTo>
                  <a:lnTo>
                    <a:pt x="579" y="6295"/>
                  </a:lnTo>
                  <a:lnTo>
                    <a:pt x="464" y="5677"/>
                  </a:lnTo>
                  <a:lnTo>
                    <a:pt x="425" y="5059"/>
                  </a:lnTo>
                  <a:lnTo>
                    <a:pt x="425" y="4441"/>
                  </a:lnTo>
                  <a:lnTo>
                    <a:pt x="541" y="3823"/>
                  </a:lnTo>
                  <a:lnTo>
                    <a:pt x="695" y="3244"/>
                  </a:lnTo>
                  <a:lnTo>
                    <a:pt x="965" y="2704"/>
                  </a:lnTo>
                  <a:lnTo>
                    <a:pt x="1313" y="2163"/>
                  </a:lnTo>
                  <a:lnTo>
                    <a:pt x="1699" y="1738"/>
                  </a:lnTo>
                  <a:lnTo>
                    <a:pt x="2163" y="1313"/>
                  </a:lnTo>
                  <a:lnTo>
                    <a:pt x="2665" y="1005"/>
                  </a:lnTo>
                  <a:lnTo>
                    <a:pt x="3205" y="734"/>
                  </a:lnTo>
                  <a:lnTo>
                    <a:pt x="3784" y="580"/>
                  </a:lnTo>
                  <a:lnTo>
                    <a:pt x="4402" y="464"/>
                  </a:lnTo>
                  <a:close/>
                  <a:moveTo>
                    <a:pt x="4634" y="1"/>
                  </a:moveTo>
                  <a:lnTo>
                    <a:pt x="4248" y="39"/>
                  </a:lnTo>
                  <a:lnTo>
                    <a:pt x="3900" y="78"/>
                  </a:lnTo>
                  <a:lnTo>
                    <a:pt x="3514" y="155"/>
                  </a:lnTo>
                  <a:lnTo>
                    <a:pt x="3128" y="271"/>
                  </a:lnTo>
                  <a:lnTo>
                    <a:pt x="2780" y="425"/>
                  </a:lnTo>
                  <a:lnTo>
                    <a:pt x="2433" y="618"/>
                  </a:lnTo>
                  <a:lnTo>
                    <a:pt x="2085" y="850"/>
                  </a:lnTo>
                  <a:lnTo>
                    <a:pt x="1622" y="1198"/>
                  </a:lnTo>
                  <a:lnTo>
                    <a:pt x="1236" y="1584"/>
                  </a:lnTo>
                  <a:lnTo>
                    <a:pt x="888" y="2009"/>
                  </a:lnTo>
                  <a:lnTo>
                    <a:pt x="618" y="2433"/>
                  </a:lnTo>
                  <a:lnTo>
                    <a:pt x="386" y="2897"/>
                  </a:lnTo>
                  <a:lnTo>
                    <a:pt x="232" y="3399"/>
                  </a:lnTo>
                  <a:lnTo>
                    <a:pt x="77" y="3901"/>
                  </a:lnTo>
                  <a:lnTo>
                    <a:pt x="0" y="4403"/>
                  </a:lnTo>
                  <a:lnTo>
                    <a:pt x="0" y="4905"/>
                  </a:lnTo>
                  <a:lnTo>
                    <a:pt x="0" y="5445"/>
                  </a:lnTo>
                  <a:lnTo>
                    <a:pt x="77" y="5986"/>
                  </a:lnTo>
                  <a:lnTo>
                    <a:pt x="155" y="6488"/>
                  </a:lnTo>
                  <a:lnTo>
                    <a:pt x="309" y="7028"/>
                  </a:lnTo>
                  <a:lnTo>
                    <a:pt x="464" y="7530"/>
                  </a:lnTo>
                  <a:lnTo>
                    <a:pt x="695" y="8032"/>
                  </a:lnTo>
                  <a:lnTo>
                    <a:pt x="927" y="8496"/>
                  </a:lnTo>
                  <a:lnTo>
                    <a:pt x="1274" y="9075"/>
                  </a:lnTo>
                  <a:lnTo>
                    <a:pt x="1661" y="9616"/>
                  </a:lnTo>
                  <a:lnTo>
                    <a:pt x="2124" y="10079"/>
                  </a:lnTo>
                  <a:lnTo>
                    <a:pt x="2587" y="10542"/>
                  </a:lnTo>
                  <a:lnTo>
                    <a:pt x="3089" y="10929"/>
                  </a:lnTo>
                  <a:lnTo>
                    <a:pt x="3591" y="11276"/>
                  </a:lnTo>
                  <a:lnTo>
                    <a:pt x="4171" y="11546"/>
                  </a:lnTo>
                  <a:lnTo>
                    <a:pt x="4750" y="11778"/>
                  </a:lnTo>
                  <a:lnTo>
                    <a:pt x="4750" y="11933"/>
                  </a:lnTo>
                  <a:lnTo>
                    <a:pt x="5097" y="11894"/>
                  </a:lnTo>
                  <a:lnTo>
                    <a:pt x="5908" y="12087"/>
                  </a:lnTo>
                  <a:lnTo>
                    <a:pt x="6719" y="12203"/>
                  </a:lnTo>
                  <a:lnTo>
                    <a:pt x="7569" y="12241"/>
                  </a:lnTo>
                  <a:lnTo>
                    <a:pt x="8418" y="12164"/>
                  </a:lnTo>
                  <a:lnTo>
                    <a:pt x="9190" y="12048"/>
                  </a:lnTo>
                  <a:lnTo>
                    <a:pt x="9963" y="11855"/>
                  </a:lnTo>
                  <a:lnTo>
                    <a:pt x="10310" y="11739"/>
                  </a:lnTo>
                  <a:lnTo>
                    <a:pt x="10272" y="11739"/>
                  </a:lnTo>
                  <a:lnTo>
                    <a:pt x="11083" y="11431"/>
                  </a:lnTo>
                  <a:lnTo>
                    <a:pt x="11855" y="11044"/>
                  </a:lnTo>
                  <a:lnTo>
                    <a:pt x="12550" y="10581"/>
                  </a:lnTo>
                  <a:lnTo>
                    <a:pt x="13245" y="10079"/>
                  </a:lnTo>
                  <a:lnTo>
                    <a:pt x="13863" y="9500"/>
                  </a:lnTo>
                  <a:lnTo>
                    <a:pt x="14133" y="9191"/>
                  </a:lnTo>
                  <a:lnTo>
                    <a:pt x="14403" y="8882"/>
                  </a:lnTo>
                  <a:lnTo>
                    <a:pt x="14635" y="8534"/>
                  </a:lnTo>
                  <a:lnTo>
                    <a:pt x="14867" y="8187"/>
                  </a:lnTo>
                  <a:lnTo>
                    <a:pt x="15060" y="7801"/>
                  </a:lnTo>
                  <a:lnTo>
                    <a:pt x="15253" y="7415"/>
                  </a:lnTo>
                  <a:lnTo>
                    <a:pt x="15253" y="7917"/>
                  </a:lnTo>
                  <a:lnTo>
                    <a:pt x="15330" y="8419"/>
                  </a:lnTo>
                  <a:lnTo>
                    <a:pt x="15485" y="8882"/>
                  </a:lnTo>
                  <a:lnTo>
                    <a:pt x="15678" y="9345"/>
                  </a:lnTo>
                  <a:lnTo>
                    <a:pt x="15794" y="9538"/>
                  </a:lnTo>
                  <a:lnTo>
                    <a:pt x="15948" y="9731"/>
                  </a:lnTo>
                  <a:lnTo>
                    <a:pt x="16103" y="9886"/>
                  </a:lnTo>
                  <a:lnTo>
                    <a:pt x="16257" y="10040"/>
                  </a:lnTo>
                  <a:lnTo>
                    <a:pt x="16489" y="10156"/>
                  </a:lnTo>
                  <a:lnTo>
                    <a:pt x="16682" y="10195"/>
                  </a:lnTo>
                  <a:lnTo>
                    <a:pt x="16913" y="10156"/>
                  </a:lnTo>
                  <a:lnTo>
                    <a:pt x="17107" y="10040"/>
                  </a:lnTo>
                  <a:lnTo>
                    <a:pt x="17300" y="9886"/>
                  </a:lnTo>
                  <a:lnTo>
                    <a:pt x="17377" y="9693"/>
                  </a:lnTo>
                  <a:lnTo>
                    <a:pt x="17454" y="9500"/>
                  </a:lnTo>
                  <a:lnTo>
                    <a:pt x="17493" y="9268"/>
                  </a:lnTo>
                  <a:lnTo>
                    <a:pt x="17493" y="9075"/>
                  </a:lnTo>
                  <a:lnTo>
                    <a:pt x="17454" y="8843"/>
                  </a:lnTo>
                  <a:lnTo>
                    <a:pt x="17415" y="8650"/>
                  </a:lnTo>
                  <a:lnTo>
                    <a:pt x="17338" y="8457"/>
                  </a:lnTo>
                  <a:lnTo>
                    <a:pt x="17222" y="8226"/>
                  </a:lnTo>
                  <a:lnTo>
                    <a:pt x="17068" y="8032"/>
                  </a:lnTo>
                  <a:lnTo>
                    <a:pt x="16720" y="7646"/>
                  </a:lnTo>
                  <a:lnTo>
                    <a:pt x="16334" y="7299"/>
                  </a:lnTo>
                  <a:lnTo>
                    <a:pt x="15909" y="6990"/>
                  </a:lnTo>
                  <a:lnTo>
                    <a:pt x="16373" y="6990"/>
                  </a:lnTo>
                  <a:lnTo>
                    <a:pt x="16875" y="6913"/>
                  </a:lnTo>
                  <a:lnTo>
                    <a:pt x="17338" y="6720"/>
                  </a:lnTo>
                  <a:lnTo>
                    <a:pt x="17763" y="6488"/>
                  </a:lnTo>
                  <a:lnTo>
                    <a:pt x="17917" y="6333"/>
                  </a:lnTo>
                  <a:lnTo>
                    <a:pt x="18110" y="6140"/>
                  </a:lnTo>
                  <a:lnTo>
                    <a:pt x="18265" y="5947"/>
                  </a:lnTo>
                  <a:lnTo>
                    <a:pt x="18381" y="5716"/>
                  </a:lnTo>
                  <a:lnTo>
                    <a:pt x="18458" y="5484"/>
                  </a:lnTo>
                  <a:lnTo>
                    <a:pt x="18458" y="5214"/>
                  </a:lnTo>
                  <a:lnTo>
                    <a:pt x="18381" y="4982"/>
                  </a:lnTo>
                  <a:lnTo>
                    <a:pt x="18304" y="4905"/>
                  </a:lnTo>
                  <a:lnTo>
                    <a:pt x="18226" y="4789"/>
                  </a:lnTo>
                  <a:lnTo>
                    <a:pt x="18033" y="4673"/>
                  </a:lnTo>
                  <a:lnTo>
                    <a:pt x="17802" y="4596"/>
                  </a:lnTo>
                  <a:lnTo>
                    <a:pt x="17609" y="4557"/>
                  </a:lnTo>
                  <a:lnTo>
                    <a:pt x="17377" y="4557"/>
                  </a:lnTo>
                  <a:lnTo>
                    <a:pt x="17145" y="4634"/>
                  </a:lnTo>
                  <a:lnTo>
                    <a:pt x="16913" y="4712"/>
                  </a:lnTo>
                  <a:lnTo>
                    <a:pt x="16720" y="4789"/>
                  </a:lnTo>
                  <a:lnTo>
                    <a:pt x="16566" y="4905"/>
                  </a:lnTo>
                  <a:lnTo>
                    <a:pt x="16373" y="5098"/>
                  </a:lnTo>
                  <a:lnTo>
                    <a:pt x="16180" y="5291"/>
                  </a:lnTo>
                  <a:lnTo>
                    <a:pt x="15871" y="5716"/>
                  </a:lnTo>
                  <a:lnTo>
                    <a:pt x="15639" y="6179"/>
                  </a:lnTo>
                  <a:lnTo>
                    <a:pt x="15485" y="6681"/>
                  </a:lnTo>
                  <a:lnTo>
                    <a:pt x="15407" y="6681"/>
                  </a:lnTo>
                  <a:lnTo>
                    <a:pt x="15330" y="6720"/>
                  </a:lnTo>
                  <a:lnTo>
                    <a:pt x="14983" y="6411"/>
                  </a:lnTo>
                  <a:lnTo>
                    <a:pt x="14597" y="6179"/>
                  </a:lnTo>
                  <a:lnTo>
                    <a:pt x="14172" y="6024"/>
                  </a:lnTo>
                  <a:lnTo>
                    <a:pt x="13708" y="5947"/>
                  </a:lnTo>
                  <a:lnTo>
                    <a:pt x="13322" y="5909"/>
                  </a:lnTo>
                  <a:lnTo>
                    <a:pt x="13091" y="5947"/>
                  </a:lnTo>
                  <a:lnTo>
                    <a:pt x="12897" y="5986"/>
                  </a:lnTo>
                  <a:lnTo>
                    <a:pt x="12704" y="6063"/>
                  </a:lnTo>
                  <a:lnTo>
                    <a:pt x="12511" y="6140"/>
                  </a:lnTo>
                  <a:lnTo>
                    <a:pt x="12357" y="6295"/>
                  </a:lnTo>
                  <a:lnTo>
                    <a:pt x="12280" y="6449"/>
                  </a:lnTo>
                  <a:lnTo>
                    <a:pt x="12202" y="6642"/>
                  </a:lnTo>
                  <a:lnTo>
                    <a:pt x="12241" y="6835"/>
                  </a:lnTo>
                  <a:lnTo>
                    <a:pt x="12318" y="6990"/>
                  </a:lnTo>
                  <a:lnTo>
                    <a:pt x="12434" y="7106"/>
                  </a:lnTo>
                  <a:lnTo>
                    <a:pt x="12589" y="7260"/>
                  </a:lnTo>
                  <a:lnTo>
                    <a:pt x="12782" y="7337"/>
                  </a:lnTo>
                  <a:lnTo>
                    <a:pt x="13129" y="7453"/>
                  </a:lnTo>
                  <a:lnTo>
                    <a:pt x="13477" y="7530"/>
                  </a:lnTo>
                  <a:lnTo>
                    <a:pt x="13824" y="7530"/>
                  </a:lnTo>
                  <a:lnTo>
                    <a:pt x="14172" y="7492"/>
                  </a:lnTo>
                  <a:lnTo>
                    <a:pt x="14519" y="7415"/>
                  </a:lnTo>
                  <a:lnTo>
                    <a:pt x="14133" y="7762"/>
                  </a:lnTo>
                  <a:lnTo>
                    <a:pt x="13708" y="8032"/>
                  </a:lnTo>
                  <a:lnTo>
                    <a:pt x="13477" y="8110"/>
                  </a:lnTo>
                  <a:lnTo>
                    <a:pt x="13245" y="8226"/>
                  </a:lnTo>
                  <a:lnTo>
                    <a:pt x="13013" y="8264"/>
                  </a:lnTo>
                  <a:lnTo>
                    <a:pt x="12743" y="8303"/>
                  </a:lnTo>
                  <a:lnTo>
                    <a:pt x="12357" y="8303"/>
                  </a:lnTo>
                  <a:lnTo>
                    <a:pt x="11971" y="8264"/>
                  </a:lnTo>
                  <a:lnTo>
                    <a:pt x="11662" y="8110"/>
                  </a:lnTo>
                  <a:lnTo>
                    <a:pt x="11353" y="7955"/>
                  </a:lnTo>
                  <a:lnTo>
                    <a:pt x="11083" y="7685"/>
                  </a:lnTo>
                  <a:lnTo>
                    <a:pt x="10890" y="7415"/>
                  </a:lnTo>
                  <a:lnTo>
                    <a:pt x="10696" y="7106"/>
                  </a:lnTo>
                  <a:lnTo>
                    <a:pt x="10542" y="6720"/>
                  </a:lnTo>
                  <a:lnTo>
                    <a:pt x="10388" y="6218"/>
                  </a:lnTo>
                  <a:lnTo>
                    <a:pt x="10233" y="5716"/>
                  </a:lnTo>
                  <a:lnTo>
                    <a:pt x="9963" y="4673"/>
                  </a:lnTo>
                  <a:lnTo>
                    <a:pt x="9847" y="4171"/>
                  </a:lnTo>
                  <a:lnTo>
                    <a:pt x="9654" y="3669"/>
                  </a:lnTo>
                  <a:lnTo>
                    <a:pt x="9461" y="3167"/>
                  </a:lnTo>
                  <a:lnTo>
                    <a:pt x="9229" y="2704"/>
                  </a:lnTo>
                  <a:lnTo>
                    <a:pt x="8843" y="2163"/>
                  </a:lnTo>
                  <a:lnTo>
                    <a:pt x="8457" y="1700"/>
                  </a:lnTo>
                  <a:lnTo>
                    <a:pt x="7993" y="1275"/>
                  </a:lnTo>
                  <a:lnTo>
                    <a:pt x="7530" y="889"/>
                  </a:lnTo>
                  <a:lnTo>
                    <a:pt x="6989" y="580"/>
                  </a:lnTo>
                  <a:lnTo>
                    <a:pt x="6449" y="348"/>
                  </a:lnTo>
                  <a:lnTo>
                    <a:pt x="5870" y="155"/>
                  </a:lnTo>
                  <a:lnTo>
                    <a:pt x="5290" y="39"/>
                  </a:lnTo>
                  <a:lnTo>
                    <a:pt x="502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9" name="Google Shape;2279;p9"/>
            <p:cNvSpPr/>
            <p:nvPr/>
          </p:nvSpPr>
          <p:spPr>
            <a:xfrm>
              <a:off x="5932850" y="4466275"/>
              <a:ext cx="200800" cy="230725"/>
            </a:xfrm>
            <a:custGeom>
              <a:avLst/>
              <a:gdLst/>
              <a:ahLst/>
              <a:cxnLst/>
              <a:rect l="l" t="t" r="r" b="b"/>
              <a:pathLst>
                <a:path w="8032" h="9229" extrusionOk="0">
                  <a:moveTo>
                    <a:pt x="2047" y="0"/>
                  </a:moveTo>
                  <a:lnTo>
                    <a:pt x="1892" y="77"/>
                  </a:lnTo>
                  <a:lnTo>
                    <a:pt x="1738" y="154"/>
                  </a:lnTo>
                  <a:lnTo>
                    <a:pt x="1429" y="425"/>
                  </a:lnTo>
                  <a:lnTo>
                    <a:pt x="1197" y="734"/>
                  </a:lnTo>
                  <a:lnTo>
                    <a:pt x="965" y="1004"/>
                  </a:lnTo>
                  <a:lnTo>
                    <a:pt x="734" y="1352"/>
                  </a:lnTo>
                  <a:lnTo>
                    <a:pt x="502" y="1738"/>
                  </a:lnTo>
                  <a:lnTo>
                    <a:pt x="348" y="2124"/>
                  </a:lnTo>
                  <a:lnTo>
                    <a:pt x="193" y="2549"/>
                  </a:lnTo>
                  <a:lnTo>
                    <a:pt x="77" y="3012"/>
                  </a:lnTo>
                  <a:lnTo>
                    <a:pt x="39" y="3475"/>
                  </a:lnTo>
                  <a:lnTo>
                    <a:pt x="0" y="3939"/>
                  </a:lnTo>
                  <a:lnTo>
                    <a:pt x="77" y="4441"/>
                  </a:lnTo>
                  <a:lnTo>
                    <a:pt x="155" y="4904"/>
                  </a:lnTo>
                  <a:lnTo>
                    <a:pt x="270" y="5329"/>
                  </a:lnTo>
                  <a:lnTo>
                    <a:pt x="463" y="5792"/>
                  </a:lnTo>
                  <a:lnTo>
                    <a:pt x="695" y="6178"/>
                  </a:lnTo>
                  <a:lnTo>
                    <a:pt x="1043" y="6178"/>
                  </a:lnTo>
                  <a:lnTo>
                    <a:pt x="888" y="5831"/>
                  </a:lnTo>
                  <a:lnTo>
                    <a:pt x="734" y="5483"/>
                  </a:lnTo>
                  <a:lnTo>
                    <a:pt x="657" y="5136"/>
                  </a:lnTo>
                  <a:lnTo>
                    <a:pt x="541" y="4788"/>
                  </a:lnTo>
                  <a:lnTo>
                    <a:pt x="502" y="4402"/>
                  </a:lnTo>
                  <a:lnTo>
                    <a:pt x="463" y="4055"/>
                  </a:lnTo>
                  <a:lnTo>
                    <a:pt x="463" y="3668"/>
                  </a:lnTo>
                  <a:lnTo>
                    <a:pt x="463" y="3321"/>
                  </a:lnTo>
                  <a:lnTo>
                    <a:pt x="541" y="2973"/>
                  </a:lnTo>
                  <a:lnTo>
                    <a:pt x="618" y="2626"/>
                  </a:lnTo>
                  <a:lnTo>
                    <a:pt x="734" y="2278"/>
                  </a:lnTo>
                  <a:lnTo>
                    <a:pt x="850" y="1931"/>
                  </a:lnTo>
                  <a:lnTo>
                    <a:pt x="1043" y="1622"/>
                  </a:lnTo>
                  <a:lnTo>
                    <a:pt x="1236" y="1313"/>
                  </a:lnTo>
                  <a:lnTo>
                    <a:pt x="1467" y="1004"/>
                  </a:lnTo>
                  <a:lnTo>
                    <a:pt x="1776" y="734"/>
                  </a:lnTo>
                  <a:lnTo>
                    <a:pt x="1969" y="579"/>
                  </a:lnTo>
                  <a:lnTo>
                    <a:pt x="2085" y="502"/>
                  </a:lnTo>
                  <a:lnTo>
                    <a:pt x="2201" y="463"/>
                  </a:lnTo>
                  <a:lnTo>
                    <a:pt x="2317" y="579"/>
                  </a:lnTo>
                  <a:lnTo>
                    <a:pt x="2433" y="811"/>
                  </a:lnTo>
                  <a:lnTo>
                    <a:pt x="2587" y="1197"/>
                  </a:lnTo>
                  <a:lnTo>
                    <a:pt x="2742" y="1583"/>
                  </a:lnTo>
                  <a:lnTo>
                    <a:pt x="2858" y="1931"/>
                  </a:lnTo>
                  <a:lnTo>
                    <a:pt x="2973" y="2317"/>
                  </a:lnTo>
                  <a:lnTo>
                    <a:pt x="3051" y="2703"/>
                  </a:lnTo>
                  <a:lnTo>
                    <a:pt x="3089" y="3089"/>
                  </a:lnTo>
                  <a:lnTo>
                    <a:pt x="3089" y="3437"/>
                  </a:lnTo>
                  <a:lnTo>
                    <a:pt x="3051" y="3784"/>
                  </a:lnTo>
                  <a:lnTo>
                    <a:pt x="3012" y="4132"/>
                  </a:lnTo>
                  <a:lnTo>
                    <a:pt x="2896" y="4479"/>
                  </a:lnTo>
                  <a:lnTo>
                    <a:pt x="2780" y="4788"/>
                  </a:lnTo>
                  <a:lnTo>
                    <a:pt x="2587" y="5136"/>
                  </a:lnTo>
                  <a:lnTo>
                    <a:pt x="2394" y="5445"/>
                  </a:lnTo>
                  <a:lnTo>
                    <a:pt x="2356" y="5522"/>
                  </a:lnTo>
                  <a:lnTo>
                    <a:pt x="2394" y="5638"/>
                  </a:lnTo>
                  <a:lnTo>
                    <a:pt x="2356" y="5715"/>
                  </a:lnTo>
                  <a:lnTo>
                    <a:pt x="2356" y="5754"/>
                  </a:lnTo>
                  <a:lnTo>
                    <a:pt x="2394" y="5792"/>
                  </a:lnTo>
                  <a:lnTo>
                    <a:pt x="2471" y="5792"/>
                  </a:lnTo>
                  <a:lnTo>
                    <a:pt x="2626" y="5715"/>
                  </a:lnTo>
                  <a:lnTo>
                    <a:pt x="2819" y="5676"/>
                  </a:lnTo>
                  <a:lnTo>
                    <a:pt x="3205" y="5676"/>
                  </a:lnTo>
                  <a:lnTo>
                    <a:pt x="3630" y="5715"/>
                  </a:lnTo>
                  <a:lnTo>
                    <a:pt x="4055" y="5792"/>
                  </a:lnTo>
                  <a:lnTo>
                    <a:pt x="4441" y="5947"/>
                  </a:lnTo>
                  <a:lnTo>
                    <a:pt x="4866" y="6101"/>
                  </a:lnTo>
                  <a:lnTo>
                    <a:pt x="5213" y="6256"/>
                  </a:lnTo>
                  <a:lnTo>
                    <a:pt x="5522" y="6449"/>
                  </a:lnTo>
                  <a:lnTo>
                    <a:pt x="5831" y="6642"/>
                  </a:lnTo>
                  <a:lnTo>
                    <a:pt x="6140" y="6835"/>
                  </a:lnTo>
                  <a:lnTo>
                    <a:pt x="6410" y="7067"/>
                  </a:lnTo>
                  <a:lnTo>
                    <a:pt x="6680" y="7337"/>
                  </a:lnTo>
                  <a:lnTo>
                    <a:pt x="6912" y="7607"/>
                  </a:lnTo>
                  <a:lnTo>
                    <a:pt x="7144" y="7877"/>
                  </a:lnTo>
                  <a:lnTo>
                    <a:pt x="7337" y="8186"/>
                  </a:lnTo>
                  <a:lnTo>
                    <a:pt x="7530" y="8534"/>
                  </a:lnTo>
                  <a:lnTo>
                    <a:pt x="7105" y="8650"/>
                  </a:lnTo>
                  <a:lnTo>
                    <a:pt x="6680" y="8727"/>
                  </a:lnTo>
                  <a:lnTo>
                    <a:pt x="6294" y="8766"/>
                  </a:lnTo>
                  <a:lnTo>
                    <a:pt x="5870" y="8804"/>
                  </a:lnTo>
                  <a:lnTo>
                    <a:pt x="5483" y="8804"/>
                  </a:lnTo>
                  <a:lnTo>
                    <a:pt x="5059" y="8727"/>
                  </a:lnTo>
                  <a:lnTo>
                    <a:pt x="4672" y="8611"/>
                  </a:lnTo>
                  <a:lnTo>
                    <a:pt x="4248" y="8457"/>
                  </a:lnTo>
                  <a:lnTo>
                    <a:pt x="3900" y="8264"/>
                  </a:lnTo>
                  <a:lnTo>
                    <a:pt x="3591" y="8071"/>
                  </a:lnTo>
                  <a:lnTo>
                    <a:pt x="3012" y="7607"/>
                  </a:lnTo>
                  <a:lnTo>
                    <a:pt x="2471" y="7105"/>
                  </a:lnTo>
                  <a:lnTo>
                    <a:pt x="1931" y="6565"/>
                  </a:lnTo>
                  <a:lnTo>
                    <a:pt x="1854" y="6526"/>
                  </a:lnTo>
                  <a:lnTo>
                    <a:pt x="1815" y="6487"/>
                  </a:lnTo>
                  <a:lnTo>
                    <a:pt x="1661" y="6526"/>
                  </a:lnTo>
                  <a:lnTo>
                    <a:pt x="1622" y="6526"/>
                  </a:lnTo>
                  <a:lnTo>
                    <a:pt x="1583" y="6565"/>
                  </a:lnTo>
                  <a:lnTo>
                    <a:pt x="1429" y="6835"/>
                  </a:lnTo>
                  <a:lnTo>
                    <a:pt x="1661" y="6873"/>
                  </a:lnTo>
                  <a:lnTo>
                    <a:pt x="2278" y="7491"/>
                  </a:lnTo>
                  <a:lnTo>
                    <a:pt x="2896" y="8071"/>
                  </a:lnTo>
                  <a:lnTo>
                    <a:pt x="3244" y="8341"/>
                  </a:lnTo>
                  <a:lnTo>
                    <a:pt x="3630" y="8573"/>
                  </a:lnTo>
                  <a:lnTo>
                    <a:pt x="3977" y="8766"/>
                  </a:lnTo>
                  <a:lnTo>
                    <a:pt x="4364" y="8959"/>
                  </a:lnTo>
                  <a:lnTo>
                    <a:pt x="4827" y="9113"/>
                  </a:lnTo>
                  <a:lnTo>
                    <a:pt x="5252" y="9190"/>
                  </a:lnTo>
                  <a:lnTo>
                    <a:pt x="5676" y="9229"/>
                  </a:lnTo>
                  <a:lnTo>
                    <a:pt x="6140" y="9229"/>
                  </a:lnTo>
                  <a:lnTo>
                    <a:pt x="6565" y="9152"/>
                  </a:lnTo>
                  <a:lnTo>
                    <a:pt x="6989" y="9074"/>
                  </a:lnTo>
                  <a:lnTo>
                    <a:pt x="7878" y="8843"/>
                  </a:lnTo>
                  <a:lnTo>
                    <a:pt x="7955" y="8804"/>
                  </a:lnTo>
                  <a:lnTo>
                    <a:pt x="7993" y="8727"/>
                  </a:lnTo>
                  <a:lnTo>
                    <a:pt x="8032" y="8650"/>
                  </a:lnTo>
                  <a:lnTo>
                    <a:pt x="7993" y="8534"/>
                  </a:lnTo>
                  <a:lnTo>
                    <a:pt x="7762" y="8109"/>
                  </a:lnTo>
                  <a:lnTo>
                    <a:pt x="7491" y="7684"/>
                  </a:lnTo>
                  <a:lnTo>
                    <a:pt x="7221" y="7298"/>
                  </a:lnTo>
                  <a:lnTo>
                    <a:pt x="6874" y="6912"/>
                  </a:lnTo>
                  <a:lnTo>
                    <a:pt x="6526" y="6603"/>
                  </a:lnTo>
                  <a:lnTo>
                    <a:pt x="6140" y="6294"/>
                  </a:lnTo>
                  <a:lnTo>
                    <a:pt x="5715" y="6024"/>
                  </a:lnTo>
                  <a:lnTo>
                    <a:pt x="5252" y="5792"/>
                  </a:lnTo>
                  <a:lnTo>
                    <a:pt x="4827" y="5638"/>
                  </a:lnTo>
                  <a:lnTo>
                    <a:pt x="4248" y="5445"/>
                  </a:lnTo>
                  <a:lnTo>
                    <a:pt x="3939" y="5367"/>
                  </a:lnTo>
                  <a:lnTo>
                    <a:pt x="3591" y="5290"/>
                  </a:lnTo>
                  <a:lnTo>
                    <a:pt x="3012" y="5290"/>
                  </a:lnTo>
                  <a:lnTo>
                    <a:pt x="3167" y="4981"/>
                  </a:lnTo>
                  <a:lnTo>
                    <a:pt x="3321" y="4634"/>
                  </a:lnTo>
                  <a:lnTo>
                    <a:pt x="3398" y="4286"/>
                  </a:lnTo>
                  <a:lnTo>
                    <a:pt x="3475" y="3939"/>
                  </a:lnTo>
                  <a:lnTo>
                    <a:pt x="3514" y="3591"/>
                  </a:lnTo>
                  <a:lnTo>
                    <a:pt x="3514" y="3205"/>
                  </a:lnTo>
                  <a:lnTo>
                    <a:pt x="3514" y="2858"/>
                  </a:lnTo>
                  <a:lnTo>
                    <a:pt x="3437" y="2471"/>
                  </a:lnTo>
                  <a:lnTo>
                    <a:pt x="3321" y="1969"/>
                  </a:lnTo>
                  <a:lnTo>
                    <a:pt x="3167" y="1467"/>
                  </a:lnTo>
                  <a:lnTo>
                    <a:pt x="2935" y="965"/>
                  </a:lnTo>
                  <a:lnTo>
                    <a:pt x="2703" y="502"/>
                  </a:lnTo>
                  <a:lnTo>
                    <a:pt x="2587" y="270"/>
                  </a:lnTo>
                  <a:lnTo>
                    <a:pt x="2471" y="116"/>
                  </a:lnTo>
                  <a:lnTo>
                    <a:pt x="2356" y="39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0" name="Google Shape;2280;p9"/>
            <p:cNvSpPr/>
            <p:nvPr/>
          </p:nvSpPr>
          <p:spPr>
            <a:xfrm>
              <a:off x="2331050" y="4488475"/>
              <a:ext cx="145775" cy="163175"/>
            </a:xfrm>
            <a:custGeom>
              <a:avLst/>
              <a:gdLst/>
              <a:ahLst/>
              <a:cxnLst/>
              <a:rect l="l" t="t" r="r" b="b"/>
              <a:pathLst>
                <a:path w="5831" h="6527" extrusionOk="0">
                  <a:moveTo>
                    <a:pt x="3321" y="502"/>
                  </a:moveTo>
                  <a:lnTo>
                    <a:pt x="3784" y="695"/>
                  </a:lnTo>
                  <a:lnTo>
                    <a:pt x="4248" y="1004"/>
                  </a:lnTo>
                  <a:lnTo>
                    <a:pt x="4595" y="1313"/>
                  </a:lnTo>
                  <a:lnTo>
                    <a:pt x="4904" y="1738"/>
                  </a:lnTo>
                  <a:lnTo>
                    <a:pt x="5174" y="2163"/>
                  </a:lnTo>
                  <a:lnTo>
                    <a:pt x="5252" y="2394"/>
                  </a:lnTo>
                  <a:lnTo>
                    <a:pt x="5329" y="2665"/>
                  </a:lnTo>
                  <a:lnTo>
                    <a:pt x="5367" y="2896"/>
                  </a:lnTo>
                  <a:lnTo>
                    <a:pt x="5367" y="3167"/>
                  </a:lnTo>
                  <a:lnTo>
                    <a:pt x="5367" y="3437"/>
                  </a:lnTo>
                  <a:lnTo>
                    <a:pt x="5329" y="3707"/>
                  </a:lnTo>
                  <a:lnTo>
                    <a:pt x="5213" y="4171"/>
                  </a:lnTo>
                  <a:lnTo>
                    <a:pt x="5020" y="4595"/>
                  </a:lnTo>
                  <a:lnTo>
                    <a:pt x="4750" y="4981"/>
                  </a:lnTo>
                  <a:lnTo>
                    <a:pt x="4441" y="5368"/>
                  </a:lnTo>
                  <a:lnTo>
                    <a:pt x="4055" y="5638"/>
                  </a:lnTo>
                  <a:lnTo>
                    <a:pt x="3630" y="5870"/>
                  </a:lnTo>
                  <a:lnTo>
                    <a:pt x="3398" y="5947"/>
                  </a:lnTo>
                  <a:lnTo>
                    <a:pt x="3166" y="6024"/>
                  </a:lnTo>
                  <a:lnTo>
                    <a:pt x="2935" y="6024"/>
                  </a:lnTo>
                  <a:lnTo>
                    <a:pt x="2703" y="6063"/>
                  </a:lnTo>
                  <a:lnTo>
                    <a:pt x="2394" y="6024"/>
                  </a:lnTo>
                  <a:lnTo>
                    <a:pt x="2085" y="5985"/>
                  </a:lnTo>
                  <a:lnTo>
                    <a:pt x="1815" y="5908"/>
                  </a:lnTo>
                  <a:lnTo>
                    <a:pt x="1583" y="5792"/>
                  </a:lnTo>
                  <a:lnTo>
                    <a:pt x="1390" y="5677"/>
                  </a:lnTo>
                  <a:lnTo>
                    <a:pt x="1197" y="5522"/>
                  </a:lnTo>
                  <a:lnTo>
                    <a:pt x="1004" y="5329"/>
                  </a:lnTo>
                  <a:lnTo>
                    <a:pt x="850" y="5136"/>
                  </a:lnTo>
                  <a:lnTo>
                    <a:pt x="734" y="4904"/>
                  </a:lnTo>
                  <a:lnTo>
                    <a:pt x="656" y="4673"/>
                  </a:lnTo>
                  <a:lnTo>
                    <a:pt x="541" y="4441"/>
                  </a:lnTo>
                  <a:lnTo>
                    <a:pt x="502" y="4209"/>
                  </a:lnTo>
                  <a:lnTo>
                    <a:pt x="425" y="3669"/>
                  </a:lnTo>
                  <a:lnTo>
                    <a:pt x="463" y="3128"/>
                  </a:lnTo>
                  <a:lnTo>
                    <a:pt x="579" y="2587"/>
                  </a:lnTo>
                  <a:lnTo>
                    <a:pt x="734" y="2085"/>
                  </a:lnTo>
                  <a:lnTo>
                    <a:pt x="1004" y="1622"/>
                  </a:lnTo>
                  <a:lnTo>
                    <a:pt x="1158" y="1390"/>
                  </a:lnTo>
                  <a:lnTo>
                    <a:pt x="1313" y="1197"/>
                  </a:lnTo>
                  <a:lnTo>
                    <a:pt x="1506" y="1043"/>
                  </a:lnTo>
                  <a:lnTo>
                    <a:pt x="1699" y="888"/>
                  </a:lnTo>
                  <a:lnTo>
                    <a:pt x="1931" y="734"/>
                  </a:lnTo>
                  <a:lnTo>
                    <a:pt x="2162" y="657"/>
                  </a:lnTo>
                  <a:lnTo>
                    <a:pt x="2394" y="579"/>
                  </a:lnTo>
                  <a:lnTo>
                    <a:pt x="2664" y="502"/>
                  </a:lnTo>
                  <a:lnTo>
                    <a:pt x="2935" y="502"/>
                  </a:lnTo>
                  <a:lnTo>
                    <a:pt x="3244" y="541"/>
                  </a:lnTo>
                  <a:lnTo>
                    <a:pt x="3282" y="502"/>
                  </a:lnTo>
                  <a:close/>
                  <a:moveTo>
                    <a:pt x="3128" y="0"/>
                  </a:moveTo>
                  <a:lnTo>
                    <a:pt x="3051" y="39"/>
                  </a:lnTo>
                  <a:lnTo>
                    <a:pt x="2973" y="116"/>
                  </a:lnTo>
                  <a:lnTo>
                    <a:pt x="2973" y="193"/>
                  </a:lnTo>
                  <a:lnTo>
                    <a:pt x="2664" y="155"/>
                  </a:lnTo>
                  <a:lnTo>
                    <a:pt x="2394" y="193"/>
                  </a:lnTo>
                  <a:lnTo>
                    <a:pt x="2124" y="232"/>
                  </a:lnTo>
                  <a:lnTo>
                    <a:pt x="1854" y="309"/>
                  </a:lnTo>
                  <a:lnTo>
                    <a:pt x="1622" y="425"/>
                  </a:lnTo>
                  <a:lnTo>
                    <a:pt x="1390" y="579"/>
                  </a:lnTo>
                  <a:lnTo>
                    <a:pt x="1197" y="734"/>
                  </a:lnTo>
                  <a:lnTo>
                    <a:pt x="965" y="927"/>
                  </a:lnTo>
                  <a:lnTo>
                    <a:pt x="811" y="1120"/>
                  </a:lnTo>
                  <a:lnTo>
                    <a:pt x="656" y="1352"/>
                  </a:lnTo>
                  <a:lnTo>
                    <a:pt x="386" y="1854"/>
                  </a:lnTo>
                  <a:lnTo>
                    <a:pt x="154" y="2394"/>
                  </a:lnTo>
                  <a:lnTo>
                    <a:pt x="39" y="2974"/>
                  </a:lnTo>
                  <a:lnTo>
                    <a:pt x="0" y="3591"/>
                  </a:lnTo>
                  <a:lnTo>
                    <a:pt x="0" y="3900"/>
                  </a:lnTo>
                  <a:lnTo>
                    <a:pt x="39" y="4209"/>
                  </a:lnTo>
                  <a:lnTo>
                    <a:pt x="116" y="4518"/>
                  </a:lnTo>
                  <a:lnTo>
                    <a:pt x="193" y="4788"/>
                  </a:lnTo>
                  <a:lnTo>
                    <a:pt x="270" y="5059"/>
                  </a:lnTo>
                  <a:lnTo>
                    <a:pt x="425" y="5329"/>
                  </a:lnTo>
                  <a:lnTo>
                    <a:pt x="579" y="5561"/>
                  </a:lnTo>
                  <a:lnTo>
                    <a:pt x="772" y="5754"/>
                  </a:lnTo>
                  <a:lnTo>
                    <a:pt x="965" y="5947"/>
                  </a:lnTo>
                  <a:lnTo>
                    <a:pt x="1197" y="6101"/>
                  </a:lnTo>
                  <a:lnTo>
                    <a:pt x="1467" y="6256"/>
                  </a:lnTo>
                  <a:lnTo>
                    <a:pt x="1738" y="6372"/>
                  </a:lnTo>
                  <a:lnTo>
                    <a:pt x="2085" y="6449"/>
                  </a:lnTo>
                  <a:lnTo>
                    <a:pt x="2394" y="6487"/>
                  </a:lnTo>
                  <a:lnTo>
                    <a:pt x="2742" y="6526"/>
                  </a:lnTo>
                  <a:lnTo>
                    <a:pt x="3012" y="6487"/>
                  </a:lnTo>
                  <a:lnTo>
                    <a:pt x="3321" y="6449"/>
                  </a:lnTo>
                  <a:lnTo>
                    <a:pt x="3630" y="6372"/>
                  </a:lnTo>
                  <a:lnTo>
                    <a:pt x="3900" y="6256"/>
                  </a:lnTo>
                  <a:lnTo>
                    <a:pt x="4170" y="6101"/>
                  </a:lnTo>
                  <a:lnTo>
                    <a:pt x="4402" y="5947"/>
                  </a:lnTo>
                  <a:lnTo>
                    <a:pt x="4634" y="5792"/>
                  </a:lnTo>
                  <a:lnTo>
                    <a:pt x="4866" y="5561"/>
                  </a:lnTo>
                  <a:lnTo>
                    <a:pt x="5059" y="5368"/>
                  </a:lnTo>
                  <a:lnTo>
                    <a:pt x="5252" y="5097"/>
                  </a:lnTo>
                  <a:lnTo>
                    <a:pt x="5406" y="4866"/>
                  </a:lnTo>
                  <a:lnTo>
                    <a:pt x="5522" y="4595"/>
                  </a:lnTo>
                  <a:lnTo>
                    <a:pt x="5638" y="4286"/>
                  </a:lnTo>
                  <a:lnTo>
                    <a:pt x="5754" y="4016"/>
                  </a:lnTo>
                  <a:lnTo>
                    <a:pt x="5792" y="3707"/>
                  </a:lnTo>
                  <a:lnTo>
                    <a:pt x="5831" y="3398"/>
                  </a:lnTo>
                  <a:lnTo>
                    <a:pt x="5831" y="3089"/>
                  </a:lnTo>
                  <a:lnTo>
                    <a:pt x="5792" y="2780"/>
                  </a:lnTo>
                  <a:lnTo>
                    <a:pt x="5754" y="2472"/>
                  </a:lnTo>
                  <a:lnTo>
                    <a:pt x="5638" y="2163"/>
                  </a:lnTo>
                  <a:lnTo>
                    <a:pt x="5522" y="1892"/>
                  </a:lnTo>
                  <a:lnTo>
                    <a:pt x="5406" y="1622"/>
                  </a:lnTo>
                  <a:lnTo>
                    <a:pt x="5213" y="1352"/>
                  </a:lnTo>
                  <a:lnTo>
                    <a:pt x="5020" y="1120"/>
                  </a:lnTo>
                  <a:lnTo>
                    <a:pt x="4827" y="888"/>
                  </a:lnTo>
                  <a:lnTo>
                    <a:pt x="4595" y="695"/>
                  </a:lnTo>
                  <a:lnTo>
                    <a:pt x="4364" y="502"/>
                  </a:lnTo>
                  <a:lnTo>
                    <a:pt x="4093" y="348"/>
                  </a:lnTo>
                  <a:lnTo>
                    <a:pt x="3823" y="193"/>
                  </a:lnTo>
                  <a:lnTo>
                    <a:pt x="3514" y="116"/>
                  </a:lnTo>
                  <a:lnTo>
                    <a:pt x="32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1" name="Google Shape;2281;p9"/>
            <p:cNvSpPr/>
            <p:nvPr/>
          </p:nvSpPr>
          <p:spPr>
            <a:xfrm>
              <a:off x="3966375" y="4488475"/>
              <a:ext cx="350450" cy="288650"/>
            </a:xfrm>
            <a:custGeom>
              <a:avLst/>
              <a:gdLst/>
              <a:ahLst/>
              <a:cxnLst/>
              <a:rect l="l" t="t" r="r" b="b"/>
              <a:pathLst>
                <a:path w="14018" h="11546" extrusionOk="0">
                  <a:moveTo>
                    <a:pt x="11778" y="0"/>
                  </a:moveTo>
                  <a:lnTo>
                    <a:pt x="11469" y="77"/>
                  </a:lnTo>
                  <a:lnTo>
                    <a:pt x="11855" y="1931"/>
                  </a:lnTo>
                  <a:lnTo>
                    <a:pt x="12280" y="3746"/>
                  </a:lnTo>
                  <a:lnTo>
                    <a:pt x="11508" y="2780"/>
                  </a:lnTo>
                  <a:lnTo>
                    <a:pt x="10658" y="1892"/>
                  </a:lnTo>
                  <a:lnTo>
                    <a:pt x="10427" y="2085"/>
                  </a:lnTo>
                  <a:lnTo>
                    <a:pt x="11469" y="3437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8"/>
                  </a:lnTo>
                  <a:lnTo>
                    <a:pt x="13168" y="5522"/>
                  </a:lnTo>
                  <a:lnTo>
                    <a:pt x="13168" y="5522"/>
                  </a:lnTo>
                  <a:lnTo>
                    <a:pt x="13439" y="5715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0"/>
                  </a:lnTo>
                  <a:lnTo>
                    <a:pt x="13632" y="6681"/>
                  </a:lnTo>
                  <a:lnTo>
                    <a:pt x="13516" y="6912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4" y="7955"/>
                  </a:lnTo>
                  <a:lnTo>
                    <a:pt x="12203" y="8418"/>
                  </a:lnTo>
                  <a:lnTo>
                    <a:pt x="11740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1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1" y="11160"/>
                  </a:lnTo>
                  <a:lnTo>
                    <a:pt x="3630" y="11160"/>
                  </a:lnTo>
                  <a:lnTo>
                    <a:pt x="3013" y="11121"/>
                  </a:lnTo>
                  <a:lnTo>
                    <a:pt x="2356" y="11044"/>
                  </a:lnTo>
                  <a:lnTo>
                    <a:pt x="1661" y="10928"/>
                  </a:lnTo>
                  <a:lnTo>
                    <a:pt x="1352" y="10812"/>
                  </a:lnTo>
                  <a:lnTo>
                    <a:pt x="1082" y="10696"/>
                  </a:lnTo>
                  <a:lnTo>
                    <a:pt x="812" y="10542"/>
                  </a:lnTo>
                  <a:lnTo>
                    <a:pt x="618" y="10388"/>
                  </a:lnTo>
                  <a:lnTo>
                    <a:pt x="464" y="10194"/>
                  </a:lnTo>
                  <a:lnTo>
                    <a:pt x="348" y="9963"/>
                  </a:lnTo>
                  <a:lnTo>
                    <a:pt x="348" y="9731"/>
                  </a:lnTo>
                  <a:lnTo>
                    <a:pt x="387" y="9461"/>
                  </a:lnTo>
                  <a:lnTo>
                    <a:pt x="155" y="9422"/>
                  </a:lnTo>
                  <a:lnTo>
                    <a:pt x="39" y="9654"/>
                  </a:lnTo>
                  <a:lnTo>
                    <a:pt x="1" y="9886"/>
                  </a:lnTo>
                  <a:lnTo>
                    <a:pt x="39" y="10117"/>
                  </a:lnTo>
                  <a:lnTo>
                    <a:pt x="78" y="10310"/>
                  </a:lnTo>
                  <a:lnTo>
                    <a:pt x="194" y="10465"/>
                  </a:lnTo>
                  <a:lnTo>
                    <a:pt x="348" y="10619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7"/>
                  </a:lnTo>
                  <a:lnTo>
                    <a:pt x="2202" y="11353"/>
                  </a:lnTo>
                  <a:lnTo>
                    <a:pt x="2626" y="11430"/>
                  </a:lnTo>
                  <a:lnTo>
                    <a:pt x="3321" y="11507"/>
                  </a:lnTo>
                  <a:lnTo>
                    <a:pt x="3978" y="11546"/>
                  </a:lnTo>
                  <a:lnTo>
                    <a:pt x="4673" y="11546"/>
                  </a:lnTo>
                  <a:lnTo>
                    <a:pt x="5368" y="11507"/>
                  </a:lnTo>
                  <a:lnTo>
                    <a:pt x="6063" y="11430"/>
                  </a:lnTo>
                  <a:lnTo>
                    <a:pt x="6758" y="11314"/>
                  </a:lnTo>
                  <a:lnTo>
                    <a:pt x="7415" y="11160"/>
                  </a:lnTo>
                  <a:lnTo>
                    <a:pt x="8071" y="11005"/>
                  </a:lnTo>
                  <a:lnTo>
                    <a:pt x="8728" y="10774"/>
                  </a:lnTo>
                  <a:lnTo>
                    <a:pt x="9345" y="10542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2" y="9654"/>
                  </a:lnTo>
                  <a:lnTo>
                    <a:pt x="11701" y="9268"/>
                  </a:lnTo>
                  <a:lnTo>
                    <a:pt x="12242" y="8882"/>
                  </a:lnTo>
                  <a:lnTo>
                    <a:pt x="12744" y="8457"/>
                  </a:lnTo>
                  <a:lnTo>
                    <a:pt x="13168" y="8071"/>
                  </a:lnTo>
                  <a:lnTo>
                    <a:pt x="13554" y="7646"/>
                  </a:lnTo>
                  <a:lnTo>
                    <a:pt x="13748" y="7376"/>
                  </a:lnTo>
                  <a:lnTo>
                    <a:pt x="13863" y="7144"/>
                  </a:lnTo>
                  <a:lnTo>
                    <a:pt x="13979" y="6874"/>
                  </a:lnTo>
                  <a:lnTo>
                    <a:pt x="14018" y="6565"/>
                  </a:lnTo>
                  <a:lnTo>
                    <a:pt x="14018" y="6333"/>
                  </a:lnTo>
                  <a:lnTo>
                    <a:pt x="14018" y="6140"/>
                  </a:lnTo>
                  <a:lnTo>
                    <a:pt x="13941" y="5908"/>
                  </a:lnTo>
                  <a:lnTo>
                    <a:pt x="13863" y="5715"/>
                  </a:lnTo>
                  <a:lnTo>
                    <a:pt x="13748" y="5522"/>
                  </a:lnTo>
                  <a:lnTo>
                    <a:pt x="13593" y="5368"/>
                  </a:lnTo>
                  <a:lnTo>
                    <a:pt x="13439" y="5252"/>
                  </a:lnTo>
                  <a:lnTo>
                    <a:pt x="13246" y="5136"/>
                  </a:lnTo>
                  <a:lnTo>
                    <a:pt x="13091" y="5136"/>
                  </a:lnTo>
                  <a:lnTo>
                    <a:pt x="12821" y="3823"/>
                  </a:lnTo>
                  <a:lnTo>
                    <a:pt x="12512" y="2549"/>
                  </a:lnTo>
                  <a:lnTo>
                    <a:pt x="12164" y="1274"/>
                  </a:lnTo>
                  <a:lnTo>
                    <a:pt x="117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2" name="Google Shape;2282;p9"/>
            <p:cNvSpPr/>
            <p:nvPr/>
          </p:nvSpPr>
          <p:spPr>
            <a:xfrm>
              <a:off x="1307750" y="4498125"/>
              <a:ext cx="103325" cy="105250"/>
            </a:xfrm>
            <a:custGeom>
              <a:avLst/>
              <a:gdLst/>
              <a:ahLst/>
              <a:cxnLst/>
              <a:rect l="l" t="t" r="r" b="b"/>
              <a:pathLst>
                <a:path w="4133" h="4210" extrusionOk="0">
                  <a:moveTo>
                    <a:pt x="2317" y="348"/>
                  </a:moveTo>
                  <a:lnTo>
                    <a:pt x="2665" y="425"/>
                  </a:lnTo>
                  <a:lnTo>
                    <a:pt x="2819" y="502"/>
                  </a:lnTo>
                  <a:lnTo>
                    <a:pt x="2974" y="618"/>
                  </a:lnTo>
                  <a:lnTo>
                    <a:pt x="3128" y="734"/>
                  </a:lnTo>
                  <a:lnTo>
                    <a:pt x="3244" y="850"/>
                  </a:lnTo>
                  <a:lnTo>
                    <a:pt x="3360" y="1043"/>
                  </a:lnTo>
                  <a:lnTo>
                    <a:pt x="3476" y="1197"/>
                  </a:lnTo>
                  <a:lnTo>
                    <a:pt x="3514" y="1236"/>
                  </a:lnTo>
                  <a:lnTo>
                    <a:pt x="3630" y="1545"/>
                  </a:lnTo>
                  <a:lnTo>
                    <a:pt x="3707" y="1815"/>
                  </a:lnTo>
                  <a:lnTo>
                    <a:pt x="3746" y="2086"/>
                  </a:lnTo>
                  <a:lnTo>
                    <a:pt x="3746" y="2356"/>
                  </a:lnTo>
                  <a:lnTo>
                    <a:pt x="3707" y="2626"/>
                  </a:lnTo>
                  <a:lnTo>
                    <a:pt x="3630" y="2896"/>
                  </a:lnTo>
                  <a:lnTo>
                    <a:pt x="3514" y="3128"/>
                  </a:lnTo>
                  <a:lnTo>
                    <a:pt x="3283" y="3398"/>
                  </a:lnTo>
                  <a:lnTo>
                    <a:pt x="3012" y="3591"/>
                  </a:lnTo>
                  <a:lnTo>
                    <a:pt x="2703" y="3746"/>
                  </a:lnTo>
                  <a:lnTo>
                    <a:pt x="2356" y="3823"/>
                  </a:lnTo>
                  <a:lnTo>
                    <a:pt x="2008" y="3862"/>
                  </a:lnTo>
                  <a:lnTo>
                    <a:pt x="1661" y="3785"/>
                  </a:lnTo>
                  <a:lnTo>
                    <a:pt x="1313" y="3669"/>
                  </a:lnTo>
                  <a:lnTo>
                    <a:pt x="1004" y="3476"/>
                  </a:lnTo>
                  <a:lnTo>
                    <a:pt x="734" y="3244"/>
                  </a:lnTo>
                  <a:lnTo>
                    <a:pt x="579" y="2935"/>
                  </a:lnTo>
                  <a:lnTo>
                    <a:pt x="425" y="2665"/>
                  </a:lnTo>
                  <a:lnTo>
                    <a:pt x="386" y="2317"/>
                  </a:lnTo>
                  <a:lnTo>
                    <a:pt x="348" y="2008"/>
                  </a:lnTo>
                  <a:lnTo>
                    <a:pt x="386" y="1661"/>
                  </a:lnTo>
                  <a:lnTo>
                    <a:pt x="502" y="1352"/>
                  </a:lnTo>
                  <a:lnTo>
                    <a:pt x="657" y="1043"/>
                  </a:lnTo>
                  <a:lnTo>
                    <a:pt x="888" y="811"/>
                  </a:lnTo>
                  <a:lnTo>
                    <a:pt x="1197" y="580"/>
                  </a:lnTo>
                  <a:lnTo>
                    <a:pt x="1545" y="425"/>
                  </a:lnTo>
                  <a:lnTo>
                    <a:pt x="1931" y="348"/>
                  </a:lnTo>
                  <a:close/>
                  <a:moveTo>
                    <a:pt x="2201" y="0"/>
                  </a:moveTo>
                  <a:lnTo>
                    <a:pt x="1815" y="39"/>
                  </a:lnTo>
                  <a:lnTo>
                    <a:pt x="1468" y="116"/>
                  </a:lnTo>
                  <a:lnTo>
                    <a:pt x="1120" y="232"/>
                  </a:lnTo>
                  <a:lnTo>
                    <a:pt x="927" y="348"/>
                  </a:lnTo>
                  <a:lnTo>
                    <a:pt x="773" y="464"/>
                  </a:lnTo>
                  <a:lnTo>
                    <a:pt x="579" y="618"/>
                  </a:lnTo>
                  <a:lnTo>
                    <a:pt x="464" y="773"/>
                  </a:lnTo>
                  <a:lnTo>
                    <a:pt x="232" y="1159"/>
                  </a:lnTo>
                  <a:lnTo>
                    <a:pt x="78" y="1545"/>
                  </a:lnTo>
                  <a:lnTo>
                    <a:pt x="0" y="1970"/>
                  </a:lnTo>
                  <a:lnTo>
                    <a:pt x="0" y="2394"/>
                  </a:lnTo>
                  <a:lnTo>
                    <a:pt x="116" y="2858"/>
                  </a:lnTo>
                  <a:lnTo>
                    <a:pt x="193" y="3051"/>
                  </a:lnTo>
                  <a:lnTo>
                    <a:pt x="309" y="3244"/>
                  </a:lnTo>
                  <a:lnTo>
                    <a:pt x="579" y="3553"/>
                  </a:lnTo>
                  <a:lnTo>
                    <a:pt x="888" y="3823"/>
                  </a:lnTo>
                  <a:lnTo>
                    <a:pt x="1236" y="4016"/>
                  </a:lnTo>
                  <a:lnTo>
                    <a:pt x="1622" y="4171"/>
                  </a:lnTo>
                  <a:lnTo>
                    <a:pt x="2047" y="4209"/>
                  </a:lnTo>
                  <a:lnTo>
                    <a:pt x="2472" y="4209"/>
                  </a:lnTo>
                  <a:lnTo>
                    <a:pt x="2858" y="4093"/>
                  </a:lnTo>
                  <a:lnTo>
                    <a:pt x="3244" y="3939"/>
                  </a:lnTo>
                  <a:lnTo>
                    <a:pt x="3398" y="3823"/>
                  </a:lnTo>
                  <a:lnTo>
                    <a:pt x="3553" y="3669"/>
                  </a:lnTo>
                  <a:lnTo>
                    <a:pt x="3707" y="3514"/>
                  </a:lnTo>
                  <a:lnTo>
                    <a:pt x="3823" y="3321"/>
                  </a:lnTo>
                  <a:lnTo>
                    <a:pt x="4016" y="2935"/>
                  </a:lnTo>
                  <a:lnTo>
                    <a:pt x="4132" y="2510"/>
                  </a:lnTo>
                  <a:lnTo>
                    <a:pt x="4132" y="2047"/>
                  </a:lnTo>
                  <a:lnTo>
                    <a:pt x="4132" y="1854"/>
                  </a:lnTo>
                  <a:lnTo>
                    <a:pt x="4055" y="1622"/>
                  </a:lnTo>
                  <a:lnTo>
                    <a:pt x="4016" y="1429"/>
                  </a:lnTo>
                  <a:lnTo>
                    <a:pt x="3900" y="1236"/>
                  </a:lnTo>
                  <a:lnTo>
                    <a:pt x="3785" y="1082"/>
                  </a:lnTo>
                  <a:lnTo>
                    <a:pt x="3630" y="927"/>
                  </a:lnTo>
                  <a:lnTo>
                    <a:pt x="3591" y="888"/>
                  </a:lnTo>
                  <a:lnTo>
                    <a:pt x="3553" y="734"/>
                  </a:lnTo>
                  <a:lnTo>
                    <a:pt x="3437" y="580"/>
                  </a:lnTo>
                  <a:lnTo>
                    <a:pt x="3360" y="425"/>
                  </a:lnTo>
                  <a:lnTo>
                    <a:pt x="3244" y="348"/>
                  </a:lnTo>
                  <a:lnTo>
                    <a:pt x="3089" y="232"/>
                  </a:lnTo>
                  <a:lnTo>
                    <a:pt x="2935" y="155"/>
                  </a:lnTo>
                  <a:lnTo>
                    <a:pt x="2587" y="39"/>
                  </a:lnTo>
                  <a:lnTo>
                    <a:pt x="220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3" name="Google Shape;2283;p9"/>
            <p:cNvSpPr/>
            <p:nvPr/>
          </p:nvSpPr>
          <p:spPr>
            <a:xfrm>
              <a:off x="6468625" y="4526125"/>
              <a:ext cx="329200" cy="242325"/>
            </a:xfrm>
            <a:custGeom>
              <a:avLst/>
              <a:gdLst/>
              <a:ahLst/>
              <a:cxnLst/>
              <a:rect l="l" t="t" r="r" b="b"/>
              <a:pathLst>
                <a:path w="13168" h="9693" extrusionOk="0">
                  <a:moveTo>
                    <a:pt x="5368" y="618"/>
                  </a:moveTo>
                  <a:lnTo>
                    <a:pt x="5947" y="772"/>
                  </a:lnTo>
                  <a:lnTo>
                    <a:pt x="6526" y="1004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2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6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1" y="3707"/>
                  </a:lnTo>
                  <a:lnTo>
                    <a:pt x="8573" y="3707"/>
                  </a:lnTo>
                  <a:lnTo>
                    <a:pt x="7723" y="3823"/>
                  </a:lnTo>
                  <a:lnTo>
                    <a:pt x="6874" y="3900"/>
                  </a:lnTo>
                  <a:lnTo>
                    <a:pt x="6410" y="3939"/>
                  </a:lnTo>
                  <a:lnTo>
                    <a:pt x="6179" y="3939"/>
                  </a:lnTo>
                  <a:lnTo>
                    <a:pt x="5986" y="3900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6" y="2626"/>
                  </a:lnTo>
                  <a:lnTo>
                    <a:pt x="5368" y="1969"/>
                  </a:lnTo>
                  <a:lnTo>
                    <a:pt x="5368" y="618"/>
                  </a:lnTo>
                  <a:close/>
                  <a:moveTo>
                    <a:pt x="2781" y="888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8" y="3707"/>
                  </a:lnTo>
                  <a:lnTo>
                    <a:pt x="2510" y="3862"/>
                  </a:lnTo>
                  <a:lnTo>
                    <a:pt x="2433" y="4016"/>
                  </a:lnTo>
                  <a:lnTo>
                    <a:pt x="2317" y="4132"/>
                  </a:lnTo>
                  <a:lnTo>
                    <a:pt x="2124" y="4209"/>
                  </a:lnTo>
                  <a:lnTo>
                    <a:pt x="1892" y="4286"/>
                  </a:lnTo>
                  <a:lnTo>
                    <a:pt x="1545" y="4286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6" y="4016"/>
                  </a:lnTo>
                  <a:lnTo>
                    <a:pt x="502" y="3514"/>
                  </a:lnTo>
                  <a:lnTo>
                    <a:pt x="657" y="3012"/>
                  </a:lnTo>
                  <a:lnTo>
                    <a:pt x="888" y="2549"/>
                  </a:lnTo>
                  <a:lnTo>
                    <a:pt x="1159" y="2124"/>
                  </a:lnTo>
                  <a:lnTo>
                    <a:pt x="1506" y="1738"/>
                  </a:lnTo>
                  <a:lnTo>
                    <a:pt x="1892" y="1429"/>
                  </a:lnTo>
                  <a:lnTo>
                    <a:pt x="2317" y="1120"/>
                  </a:lnTo>
                  <a:lnTo>
                    <a:pt x="2781" y="888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3" y="5985"/>
                  </a:lnTo>
                  <a:lnTo>
                    <a:pt x="11430" y="6140"/>
                  </a:lnTo>
                  <a:lnTo>
                    <a:pt x="11353" y="6217"/>
                  </a:lnTo>
                  <a:lnTo>
                    <a:pt x="11237" y="6256"/>
                  </a:lnTo>
                  <a:lnTo>
                    <a:pt x="11083" y="6294"/>
                  </a:lnTo>
                  <a:lnTo>
                    <a:pt x="10928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19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2" y="0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5" y="386"/>
                  </a:lnTo>
                  <a:lnTo>
                    <a:pt x="2240" y="579"/>
                  </a:lnTo>
                  <a:lnTo>
                    <a:pt x="1854" y="811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8" y="1661"/>
                  </a:lnTo>
                  <a:lnTo>
                    <a:pt x="618" y="2008"/>
                  </a:lnTo>
                  <a:lnTo>
                    <a:pt x="425" y="2394"/>
                  </a:lnTo>
                  <a:lnTo>
                    <a:pt x="232" y="2780"/>
                  </a:lnTo>
                  <a:lnTo>
                    <a:pt x="116" y="3205"/>
                  </a:lnTo>
                  <a:lnTo>
                    <a:pt x="39" y="3669"/>
                  </a:lnTo>
                  <a:lnTo>
                    <a:pt x="0" y="4093"/>
                  </a:lnTo>
                  <a:lnTo>
                    <a:pt x="39" y="4557"/>
                  </a:lnTo>
                  <a:lnTo>
                    <a:pt x="348" y="4595"/>
                  </a:lnTo>
                  <a:lnTo>
                    <a:pt x="386" y="4286"/>
                  </a:lnTo>
                  <a:lnTo>
                    <a:pt x="966" y="4518"/>
                  </a:lnTo>
                  <a:lnTo>
                    <a:pt x="1313" y="4595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79"/>
                  </a:lnTo>
                  <a:lnTo>
                    <a:pt x="2742" y="4402"/>
                  </a:lnTo>
                  <a:lnTo>
                    <a:pt x="2858" y="4248"/>
                  </a:lnTo>
                  <a:lnTo>
                    <a:pt x="2896" y="4132"/>
                  </a:lnTo>
                  <a:lnTo>
                    <a:pt x="2974" y="3977"/>
                  </a:lnTo>
                  <a:lnTo>
                    <a:pt x="3012" y="3630"/>
                  </a:lnTo>
                  <a:lnTo>
                    <a:pt x="3012" y="2973"/>
                  </a:lnTo>
                  <a:lnTo>
                    <a:pt x="3128" y="772"/>
                  </a:lnTo>
                  <a:lnTo>
                    <a:pt x="3514" y="657"/>
                  </a:lnTo>
                  <a:lnTo>
                    <a:pt x="3939" y="579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8" y="579"/>
                  </a:lnTo>
                  <a:lnTo>
                    <a:pt x="5020" y="1661"/>
                  </a:lnTo>
                  <a:lnTo>
                    <a:pt x="5059" y="2703"/>
                  </a:lnTo>
                  <a:lnTo>
                    <a:pt x="5098" y="3398"/>
                  </a:lnTo>
                  <a:lnTo>
                    <a:pt x="5175" y="3746"/>
                  </a:lnTo>
                  <a:lnTo>
                    <a:pt x="5213" y="3900"/>
                  </a:lnTo>
                  <a:lnTo>
                    <a:pt x="5291" y="4055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6"/>
                  </a:lnTo>
                  <a:lnTo>
                    <a:pt x="5870" y="4325"/>
                  </a:lnTo>
                  <a:lnTo>
                    <a:pt x="6217" y="4325"/>
                  </a:lnTo>
                  <a:lnTo>
                    <a:pt x="6565" y="4286"/>
                  </a:lnTo>
                  <a:lnTo>
                    <a:pt x="7607" y="4209"/>
                  </a:lnTo>
                  <a:lnTo>
                    <a:pt x="8650" y="4093"/>
                  </a:lnTo>
                  <a:lnTo>
                    <a:pt x="8650" y="4479"/>
                  </a:lnTo>
                  <a:lnTo>
                    <a:pt x="8611" y="4866"/>
                  </a:lnTo>
                  <a:lnTo>
                    <a:pt x="8611" y="4904"/>
                  </a:lnTo>
                  <a:lnTo>
                    <a:pt x="8611" y="5020"/>
                  </a:lnTo>
                  <a:lnTo>
                    <a:pt x="8650" y="5097"/>
                  </a:lnTo>
                  <a:lnTo>
                    <a:pt x="8766" y="5097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6" y="4943"/>
                  </a:lnTo>
                  <a:lnTo>
                    <a:pt x="9191" y="4904"/>
                  </a:lnTo>
                  <a:lnTo>
                    <a:pt x="9384" y="4904"/>
                  </a:lnTo>
                  <a:lnTo>
                    <a:pt x="9809" y="4981"/>
                  </a:lnTo>
                  <a:lnTo>
                    <a:pt x="10195" y="5097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1" y="5445"/>
                  </a:lnTo>
                  <a:lnTo>
                    <a:pt x="10272" y="5599"/>
                  </a:lnTo>
                  <a:lnTo>
                    <a:pt x="10233" y="5754"/>
                  </a:lnTo>
                  <a:lnTo>
                    <a:pt x="10233" y="5908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7"/>
                  </a:lnTo>
                  <a:lnTo>
                    <a:pt x="10697" y="6603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3"/>
                  </a:lnTo>
                  <a:lnTo>
                    <a:pt x="11546" y="6526"/>
                  </a:lnTo>
                  <a:lnTo>
                    <a:pt x="11739" y="6410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2"/>
                  </a:lnTo>
                  <a:lnTo>
                    <a:pt x="12396" y="7221"/>
                  </a:lnTo>
                  <a:lnTo>
                    <a:pt x="12473" y="7569"/>
                  </a:lnTo>
                  <a:lnTo>
                    <a:pt x="12550" y="7916"/>
                  </a:lnTo>
                  <a:lnTo>
                    <a:pt x="12550" y="8264"/>
                  </a:lnTo>
                  <a:lnTo>
                    <a:pt x="12589" y="8997"/>
                  </a:lnTo>
                  <a:lnTo>
                    <a:pt x="12512" y="8997"/>
                  </a:lnTo>
                  <a:lnTo>
                    <a:pt x="12434" y="9075"/>
                  </a:lnTo>
                  <a:lnTo>
                    <a:pt x="12396" y="9113"/>
                  </a:lnTo>
                  <a:lnTo>
                    <a:pt x="12357" y="9190"/>
                  </a:lnTo>
                  <a:lnTo>
                    <a:pt x="11469" y="9306"/>
                  </a:lnTo>
                  <a:lnTo>
                    <a:pt x="11469" y="9692"/>
                  </a:lnTo>
                  <a:lnTo>
                    <a:pt x="12125" y="9654"/>
                  </a:lnTo>
                  <a:lnTo>
                    <a:pt x="12820" y="9615"/>
                  </a:lnTo>
                  <a:lnTo>
                    <a:pt x="12936" y="9577"/>
                  </a:lnTo>
                  <a:lnTo>
                    <a:pt x="13014" y="9499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7"/>
                  </a:lnTo>
                  <a:lnTo>
                    <a:pt x="13168" y="8766"/>
                  </a:lnTo>
                  <a:lnTo>
                    <a:pt x="13168" y="8495"/>
                  </a:lnTo>
                  <a:lnTo>
                    <a:pt x="13168" y="8225"/>
                  </a:lnTo>
                  <a:lnTo>
                    <a:pt x="13091" y="7723"/>
                  </a:lnTo>
                  <a:lnTo>
                    <a:pt x="12936" y="7182"/>
                  </a:lnTo>
                  <a:lnTo>
                    <a:pt x="12743" y="6680"/>
                  </a:lnTo>
                  <a:lnTo>
                    <a:pt x="12434" y="6217"/>
                  </a:lnTo>
                  <a:lnTo>
                    <a:pt x="12125" y="5792"/>
                  </a:lnTo>
                  <a:lnTo>
                    <a:pt x="11778" y="5445"/>
                  </a:lnTo>
                  <a:lnTo>
                    <a:pt x="11315" y="5097"/>
                  </a:lnTo>
                  <a:lnTo>
                    <a:pt x="10967" y="4904"/>
                  </a:lnTo>
                  <a:lnTo>
                    <a:pt x="10619" y="4750"/>
                  </a:lnTo>
                  <a:lnTo>
                    <a:pt x="10272" y="4595"/>
                  </a:lnTo>
                  <a:lnTo>
                    <a:pt x="9886" y="4479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7"/>
                  </a:lnTo>
                  <a:lnTo>
                    <a:pt x="9229" y="3514"/>
                  </a:lnTo>
                  <a:lnTo>
                    <a:pt x="9152" y="3089"/>
                  </a:lnTo>
                  <a:lnTo>
                    <a:pt x="8998" y="2665"/>
                  </a:lnTo>
                  <a:lnTo>
                    <a:pt x="8805" y="2278"/>
                  </a:lnTo>
                  <a:lnTo>
                    <a:pt x="8534" y="1931"/>
                  </a:lnTo>
                  <a:lnTo>
                    <a:pt x="8225" y="1583"/>
                  </a:lnTo>
                  <a:lnTo>
                    <a:pt x="7839" y="1274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9" y="348"/>
                  </a:lnTo>
                  <a:lnTo>
                    <a:pt x="5715" y="193"/>
                  </a:lnTo>
                  <a:lnTo>
                    <a:pt x="5291" y="77"/>
                  </a:lnTo>
                  <a:lnTo>
                    <a:pt x="4827" y="39"/>
                  </a:lnTo>
                  <a:lnTo>
                    <a:pt x="440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4" name="Google Shape;2284;p9"/>
            <p:cNvSpPr/>
            <p:nvPr/>
          </p:nvSpPr>
          <p:spPr>
            <a:xfrm>
              <a:off x="4200000" y="4529000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5" y="1"/>
                  </a:moveTo>
                  <a:lnTo>
                    <a:pt x="348" y="889"/>
                  </a:lnTo>
                  <a:lnTo>
                    <a:pt x="232" y="1816"/>
                  </a:lnTo>
                  <a:lnTo>
                    <a:pt x="155" y="3631"/>
                  </a:lnTo>
                  <a:lnTo>
                    <a:pt x="0" y="7261"/>
                  </a:lnTo>
                  <a:lnTo>
                    <a:pt x="193" y="7261"/>
                  </a:lnTo>
                  <a:lnTo>
                    <a:pt x="425" y="5484"/>
                  </a:lnTo>
                  <a:lnTo>
                    <a:pt x="580" y="3669"/>
                  </a:lnTo>
                  <a:lnTo>
                    <a:pt x="695" y="1854"/>
                  </a:lnTo>
                  <a:lnTo>
                    <a:pt x="695" y="928"/>
                  </a:lnTo>
                  <a:lnTo>
                    <a:pt x="695" y="40"/>
                  </a:lnTo>
                  <a:lnTo>
                    <a:pt x="42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5" name="Google Shape;2285;p9"/>
            <p:cNvSpPr/>
            <p:nvPr/>
          </p:nvSpPr>
          <p:spPr>
            <a:xfrm>
              <a:off x="6500475" y="4539625"/>
              <a:ext cx="254875" cy="267450"/>
            </a:xfrm>
            <a:custGeom>
              <a:avLst/>
              <a:gdLst/>
              <a:ahLst/>
              <a:cxnLst/>
              <a:rect l="l" t="t" r="r" b="b"/>
              <a:pathLst>
                <a:path w="10195" h="10698" extrusionOk="0">
                  <a:moveTo>
                    <a:pt x="8264" y="7299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59" y="7569"/>
                  </a:lnTo>
                  <a:lnTo>
                    <a:pt x="9152" y="7724"/>
                  </a:lnTo>
                  <a:lnTo>
                    <a:pt x="9345" y="7917"/>
                  </a:lnTo>
                  <a:lnTo>
                    <a:pt x="9500" y="8110"/>
                  </a:lnTo>
                  <a:lnTo>
                    <a:pt x="9616" y="8342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2"/>
                  </a:lnTo>
                  <a:lnTo>
                    <a:pt x="9539" y="9423"/>
                  </a:lnTo>
                  <a:lnTo>
                    <a:pt x="9384" y="9654"/>
                  </a:lnTo>
                  <a:lnTo>
                    <a:pt x="9191" y="9848"/>
                  </a:lnTo>
                  <a:lnTo>
                    <a:pt x="8959" y="10041"/>
                  </a:lnTo>
                  <a:lnTo>
                    <a:pt x="8689" y="10118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39" y="10079"/>
                  </a:lnTo>
                  <a:lnTo>
                    <a:pt x="7608" y="9963"/>
                  </a:lnTo>
                  <a:lnTo>
                    <a:pt x="7376" y="9809"/>
                  </a:lnTo>
                  <a:lnTo>
                    <a:pt x="7183" y="9577"/>
                  </a:lnTo>
                  <a:lnTo>
                    <a:pt x="7029" y="9346"/>
                  </a:lnTo>
                  <a:lnTo>
                    <a:pt x="6951" y="9075"/>
                  </a:lnTo>
                  <a:lnTo>
                    <a:pt x="6913" y="8805"/>
                  </a:lnTo>
                  <a:lnTo>
                    <a:pt x="6951" y="8535"/>
                  </a:lnTo>
                  <a:lnTo>
                    <a:pt x="7029" y="8264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4"/>
                  </a:lnTo>
                  <a:lnTo>
                    <a:pt x="7724" y="7569"/>
                  </a:lnTo>
                  <a:lnTo>
                    <a:pt x="8148" y="7338"/>
                  </a:lnTo>
                  <a:lnTo>
                    <a:pt x="8226" y="7299"/>
                  </a:lnTo>
                  <a:close/>
                  <a:moveTo>
                    <a:pt x="2858" y="1"/>
                  </a:moveTo>
                  <a:lnTo>
                    <a:pt x="2665" y="39"/>
                  </a:lnTo>
                  <a:lnTo>
                    <a:pt x="2665" y="78"/>
                  </a:lnTo>
                  <a:lnTo>
                    <a:pt x="2626" y="1352"/>
                  </a:lnTo>
                  <a:lnTo>
                    <a:pt x="2626" y="2588"/>
                  </a:lnTo>
                  <a:lnTo>
                    <a:pt x="2665" y="3824"/>
                  </a:lnTo>
                  <a:lnTo>
                    <a:pt x="2704" y="5098"/>
                  </a:lnTo>
                  <a:lnTo>
                    <a:pt x="2897" y="7492"/>
                  </a:lnTo>
                  <a:lnTo>
                    <a:pt x="2897" y="8148"/>
                  </a:lnTo>
                  <a:lnTo>
                    <a:pt x="2935" y="8457"/>
                  </a:lnTo>
                  <a:lnTo>
                    <a:pt x="2974" y="8612"/>
                  </a:lnTo>
                  <a:lnTo>
                    <a:pt x="3051" y="8766"/>
                  </a:lnTo>
                  <a:lnTo>
                    <a:pt x="1545" y="8728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7"/>
                  </a:lnTo>
                  <a:lnTo>
                    <a:pt x="773" y="9114"/>
                  </a:lnTo>
                  <a:lnTo>
                    <a:pt x="1545" y="9152"/>
                  </a:lnTo>
                  <a:lnTo>
                    <a:pt x="3128" y="9230"/>
                  </a:lnTo>
                  <a:lnTo>
                    <a:pt x="4828" y="9307"/>
                  </a:lnTo>
                  <a:lnTo>
                    <a:pt x="5677" y="9307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8"/>
                  </a:lnTo>
                  <a:lnTo>
                    <a:pt x="6990" y="10079"/>
                  </a:lnTo>
                  <a:lnTo>
                    <a:pt x="7222" y="10311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7"/>
                  </a:lnTo>
                  <a:lnTo>
                    <a:pt x="8728" y="10620"/>
                  </a:lnTo>
                  <a:lnTo>
                    <a:pt x="9037" y="10543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3"/>
                  </a:lnTo>
                  <a:lnTo>
                    <a:pt x="10156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6" y="8419"/>
                  </a:lnTo>
                  <a:lnTo>
                    <a:pt x="10041" y="8071"/>
                  </a:lnTo>
                  <a:lnTo>
                    <a:pt x="9847" y="7762"/>
                  </a:lnTo>
                  <a:lnTo>
                    <a:pt x="9616" y="7492"/>
                  </a:lnTo>
                  <a:lnTo>
                    <a:pt x="9307" y="7260"/>
                  </a:lnTo>
                  <a:lnTo>
                    <a:pt x="8998" y="7106"/>
                  </a:lnTo>
                  <a:lnTo>
                    <a:pt x="8650" y="7029"/>
                  </a:lnTo>
                  <a:lnTo>
                    <a:pt x="8303" y="7029"/>
                  </a:lnTo>
                  <a:lnTo>
                    <a:pt x="8187" y="7067"/>
                  </a:lnTo>
                  <a:lnTo>
                    <a:pt x="8148" y="7029"/>
                  </a:lnTo>
                  <a:lnTo>
                    <a:pt x="8071" y="6990"/>
                  </a:lnTo>
                  <a:lnTo>
                    <a:pt x="7917" y="6990"/>
                  </a:lnTo>
                  <a:lnTo>
                    <a:pt x="7724" y="7029"/>
                  </a:lnTo>
                  <a:lnTo>
                    <a:pt x="7415" y="7144"/>
                  </a:lnTo>
                  <a:lnTo>
                    <a:pt x="7144" y="7338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49" y="8535"/>
                  </a:lnTo>
                  <a:lnTo>
                    <a:pt x="6449" y="8844"/>
                  </a:lnTo>
                  <a:lnTo>
                    <a:pt x="5716" y="8805"/>
                  </a:lnTo>
                  <a:lnTo>
                    <a:pt x="4943" y="8766"/>
                  </a:lnTo>
                  <a:lnTo>
                    <a:pt x="3476" y="8766"/>
                  </a:lnTo>
                  <a:lnTo>
                    <a:pt x="3476" y="8728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7" y="8535"/>
                  </a:lnTo>
                  <a:lnTo>
                    <a:pt x="3360" y="8496"/>
                  </a:lnTo>
                  <a:lnTo>
                    <a:pt x="3283" y="8496"/>
                  </a:lnTo>
                  <a:lnTo>
                    <a:pt x="3206" y="8535"/>
                  </a:lnTo>
                  <a:lnTo>
                    <a:pt x="3206" y="8535"/>
                  </a:lnTo>
                  <a:lnTo>
                    <a:pt x="3283" y="8380"/>
                  </a:lnTo>
                  <a:lnTo>
                    <a:pt x="3283" y="8226"/>
                  </a:lnTo>
                  <a:lnTo>
                    <a:pt x="3283" y="8110"/>
                  </a:lnTo>
                  <a:lnTo>
                    <a:pt x="3283" y="7955"/>
                  </a:lnTo>
                  <a:lnTo>
                    <a:pt x="3206" y="7338"/>
                  </a:lnTo>
                  <a:lnTo>
                    <a:pt x="3128" y="6449"/>
                  </a:lnTo>
                  <a:lnTo>
                    <a:pt x="3013" y="4326"/>
                  </a:lnTo>
                  <a:lnTo>
                    <a:pt x="2935" y="2202"/>
                  </a:lnTo>
                  <a:lnTo>
                    <a:pt x="2897" y="78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6" name="Google Shape;2286;p9"/>
            <p:cNvSpPr/>
            <p:nvPr/>
          </p:nvSpPr>
          <p:spPr>
            <a:xfrm>
              <a:off x="5490700" y="4546400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8" y="0"/>
                  </a:moveTo>
                  <a:lnTo>
                    <a:pt x="0" y="579"/>
                  </a:lnTo>
                  <a:lnTo>
                    <a:pt x="0" y="1197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8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6"/>
                  </a:lnTo>
                  <a:lnTo>
                    <a:pt x="1970" y="5947"/>
                  </a:lnTo>
                  <a:lnTo>
                    <a:pt x="2433" y="6410"/>
                  </a:lnTo>
                  <a:lnTo>
                    <a:pt x="2974" y="6873"/>
                  </a:lnTo>
                  <a:lnTo>
                    <a:pt x="3514" y="7260"/>
                  </a:lnTo>
                  <a:lnTo>
                    <a:pt x="4094" y="7646"/>
                  </a:lnTo>
                  <a:lnTo>
                    <a:pt x="4712" y="7955"/>
                  </a:lnTo>
                  <a:lnTo>
                    <a:pt x="5329" y="8225"/>
                  </a:lnTo>
                  <a:lnTo>
                    <a:pt x="5986" y="8495"/>
                  </a:lnTo>
                  <a:lnTo>
                    <a:pt x="6642" y="8688"/>
                  </a:lnTo>
                  <a:lnTo>
                    <a:pt x="7299" y="8843"/>
                  </a:lnTo>
                  <a:lnTo>
                    <a:pt x="7994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3"/>
                  </a:lnTo>
                  <a:lnTo>
                    <a:pt x="10774" y="9075"/>
                  </a:lnTo>
                  <a:lnTo>
                    <a:pt x="11392" y="8997"/>
                  </a:lnTo>
                  <a:lnTo>
                    <a:pt x="12048" y="8920"/>
                  </a:lnTo>
                  <a:lnTo>
                    <a:pt x="12705" y="8766"/>
                  </a:lnTo>
                  <a:lnTo>
                    <a:pt x="13361" y="8611"/>
                  </a:lnTo>
                  <a:lnTo>
                    <a:pt x="14018" y="8379"/>
                  </a:lnTo>
                  <a:lnTo>
                    <a:pt x="14636" y="8148"/>
                  </a:lnTo>
                  <a:lnTo>
                    <a:pt x="15253" y="7877"/>
                  </a:lnTo>
                  <a:lnTo>
                    <a:pt x="15871" y="7569"/>
                  </a:lnTo>
                  <a:lnTo>
                    <a:pt x="16450" y="7221"/>
                  </a:lnTo>
                  <a:lnTo>
                    <a:pt x="16991" y="6835"/>
                  </a:lnTo>
                  <a:lnTo>
                    <a:pt x="17493" y="6410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4"/>
                  </a:lnTo>
                  <a:lnTo>
                    <a:pt x="19076" y="4286"/>
                  </a:lnTo>
                  <a:lnTo>
                    <a:pt x="19347" y="3668"/>
                  </a:lnTo>
                  <a:lnTo>
                    <a:pt x="19115" y="3630"/>
                  </a:lnTo>
                  <a:lnTo>
                    <a:pt x="18767" y="4170"/>
                  </a:lnTo>
                  <a:lnTo>
                    <a:pt x="18420" y="4634"/>
                  </a:lnTo>
                  <a:lnTo>
                    <a:pt x="18034" y="5097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1" y="6333"/>
                  </a:lnTo>
                  <a:lnTo>
                    <a:pt x="16257" y="6680"/>
                  </a:lnTo>
                  <a:lnTo>
                    <a:pt x="15755" y="7028"/>
                  </a:lnTo>
                  <a:lnTo>
                    <a:pt x="15215" y="7298"/>
                  </a:lnTo>
                  <a:lnTo>
                    <a:pt x="14713" y="7569"/>
                  </a:lnTo>
                  <a:lnTo>
                    <a:pt x="14134" y="7800"/>
                  </a:lnTo>
                  <a:lnTo>
                    <a:pt x="13593" y="8032"/>
                  </a:lnTo>
                  <a:lnTo>
                    <a:pt x="13014" y="8186"/>
                  </a:lnTo>
                  <a:lnTo>
                    <a:pt x="12434" y="8341"/>
                  </a:lnTo>
                  <a:lnTo>
                    <a:pt x="11817" y="8457"/>
                  </a:lnTo>
                  <a:lnTo>
                    <a:pt x="11199" y="8534"/>
                  </a:lnTo>
                  <a:lnTo>
                    <a:pt x="10504" y="8611"/>
                  </a:lnTo>
                  <a:lnTo>
                    <a:pt x="9114" y="8611"/>
                  </a:lnTo>
                  <a:lnTo>
                    <a:pt x="8380" y="8534"/>
                  </a:lnTo>
                  <a:lnTo>
                    <a:pt x="7685" y="8418"/>
                  </a:lnTo>
                  <a:lnTo>
                    <a:pt x="6990" y="8302"/>
                  </a:lnTo>
                  <a:lnTo>
                    <a:pt x="6333" y="8109"/>
                  </a:lnTo>
                  <a:lnTo>
                    <a:pt x="5638" y="7877"/>
                  </a:lnTo>
                  <a:lnTo>
                    <a:pt x="5020" y="7607"/>
                  </a:lnTo>
                  <a:lnTo>
                    <a:pt x="4364" y="7260"/>
                  </a:lnTo>
                  <a:lnTo>
                    <a:pt x="3785" y="6912"/>
                  </a:lnTo>
                  <a:lnTo>
                    <a:pt x="3206" y="6487"/>
                  </a:lnTo>
                  <a:lnTo>
                    <a:pt x="2704" y="6063"/>
                  </a:lnTo>
                  <a:lnTo>
                    <a:pt x="2202" y="5561"/>
                  </a:lnTo>
                  <a:lnTo>
                    <a:pt x="1777" y="4981"/>
                  </a:lnTo>
                  <a:lnTo>
                    <a:pt x="1391" y="4402"/>
                  </a:lnTo>
                  <a:lnTo>
                    <a:pt x="1120" y="3900"/>
                  </a:lnTo>
                  <a:lnTo>
                    <a:pt x="850" y="3360"/>
                  </a:lnTo>
                  <a:lnTo>
                    <a:pt x="696" y="2858"/>
                  </a:lnTo>
                  <a:lnTo>
                    <a:pt x="541" y="2278"/>
                  </a:lnTo>
                  <a:lnTo>
                    <a:pt x="425" y="1738"/>
                  </a:lnTo>
                  <a:lnTo>
                    <a:pt x="387" y="1158"/>
                  </a:lnTo>
                  <a:lnTo>
                    <a:pt x="387" y="618"/>
                  </a:lnTo>
                  <a:lnTo>
                    <a:pt x="425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7" name="Google Shape;2287;p9"/>
            <p:cNvSpPr/>
            <p:nvPr/>
          </p:nvSpPr>
          <p:spPr>
            <a:xfrm>
              <a:off x="5576625" y="4556050"/>
              <a:ext cx="35725" cy="28975"/>
            </a:xfrm>
            <a:custGeom>
              <a:avLst/>
              <a:gdLst/>
              <a:ahLst/>
              <a:cxnLst/>
              <a:rect l="l" t="t" r="r" b="b"/>
              <a:pathLst>
                <a:path w="1429" h="1159" extrusionOk="0">
                  <a:moveTo>
                    <a:pt x="502" y="0"/>
                  </a:moveTo>
                  <a:lnTo>
                    <a:pt x="309" y="116"/>
                  </a:lnTo>
                  <a:lnTo>
                    <a:pt x="193" y="232"/>
                  </a:lnTo>
                  <a:lnTo>
                    <a:pt x="77" y="386"/>
                  </a:lnTo>
                  <a:lnTo>
                    <a:pt x="39" y="541"/>
                  </a:lnTo>
                  <a:lnTo>
                    <a:pt x="0" y="734"/>
                  </a:lnTo>
                  <a:lnTo>
                    <a:pt x="39" y="927"/>
                  </a:lnTo>
                  <a:lnTo>
                    <a:pt x="116" y="1081"/>
                  </a:lnTo>
                  <a:lnTo>
                    <a:pt x="193" y="1159"/>
                  </a:lnTo>
                  <a:lnTo>
                    <a:pt x="348" y="1159"/>
                  </a:lnTo>
                  <a:lnTo>
                    <a:pt x="425" y="1043"/>
                  </a:lnTo>
                  <a:lnTo>
                    <a:pt x="425" y="1004"/>
                  </a:lnTo>
                  <a:lnTo>
                    <a:pt x="386" y="927"/>
                  </a:lnTo>
                  <a:lnTo>
                    <a:pt x="386" y="850"/>
                  </a:lnTo>
                  <a:lnTo>
                    <a:pt x="348" y="772"/>
                  </a:lnTo>
                  <a:lnTo>
                    <a:pt x="425" y="579"/>
                  </a:lnTo>
                  <a:lnTo>
                    <a:pt x="541" y="425"/>
                  </a:lnTo>
                  <a:lnTo>
                    <a:pt x="618" y="386"/>
                  </a:lnTo>
                  <a:lnTo>
                    <a:pt x="773" y="386"/>
                  </a:lnTo>
                  <a:lnTo>
                    <a:pt x="850" y="425"/>
                  </a:lnTo>
                  <a:lnTo>
                    <a:pt x="966" y="579"/>
                  </a:lnTo>
                  <a:lnTo>
                    <a:pt x="1004" y="657"/>
                  </a:lnTo>
                  <a:lnTo>
                    <a:pt x="1004" y="734"/>
                  </a:lnTo>
                  <a:lnTo>
                    <a:pt x="966" y="927"/>
                  </a:lnTo>
                  <a:lnTo>
                    <a:pt x="966" y="1004"/>
                  </a:lnTo>
                  <a:lnTo>
                    <a:pt x="966" y="1081"/>
                  </a:lnTo>
                  <a:lnTo>
                    <a:pt x="1004" y="1120"/>
                  </a:lnTo>
                  <a:lnTo>
                    <a:pt x="1081" y="1159"/>
                  </a:lnTo>
                  <a:lnTo>
                    <a:pt x="1197" y="1159"/>
                  </a:lnTo>
                  <a:lnTo>
                    <a:pt x="1275" y="1120"/>
                  </a:lnTo>
                  <a:lnTo>
                    <a:pt x="1313" y="1081"/>
                  </a:lnTo>
                  <a:lnTo>
                    <a:pt x="1390" y="888"/>
                  </a:lnTo>
                  <a:lnTo>
                    <a:pt x="1429" y="734"/>
                  </a:lnTo>
                  <a:lnTo>
                    <a:pt x="1390" y="541"/>
                  </a:lnTo>
                  <a:lnTo>
                    <a:pt x="1313" y="348"/>
                  </a:lnTo>
                  <a:lnTo>
                    <a:pt x="1197" y="193"/>
                  </a:lnTo>
                  <a:lnTo>
                    <a:pt x="1043" y="77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8" name="Google Shape;2288;p9"/>
            <p:cNvSpPr/>
            <p:nvPr/>
          </p:nvSpPr>
          <p:spPr>
            <a:xfrm>
              <a:off x="5523525" y="4559900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1"/>
                  </a:moveTo>
                  <a:lnTo>
                    <a:pt x="425" y="39"/>
                  </a:lnTo>
                  <a:lnTo>
                    <a:pt x="232" y="117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2"/>
                  </a:lnTo>
                  <a:lnTo>
                    <a:pt x="78" y="966"/>
                  </a:lnTo>
                  <a:lnTo>
                    <a:pt x="232" y="1082"/>
                  </a:lnTo>
                  <a:lnTo>
                    <a:pt x="387" y="1198"/>
                  </a:lnTo>
                  <a:lnTo>
                    <a:pt x="464" y="1198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4" y="1005"/>
                  </a:lnTo>
                  <a:lnTo>
                    <a:pt x="387" y="927"/>
                  </a:lnTo>
                  <a:lnTo>
                    <a:pt x="348" y="812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7" y="503"/>
                  </a:lnTo>
                  <a:lnTo>
                    <a:pt x="464" y="464"/>
                  </a:lnTo>
                  <a:lnTo>
                    <a:pt x="541" y="387"/>
                  </a:lnTo>
                  <a:lnTo>
                    <a:pt x="773" y="387"/>
                  </a:lnTo>
                  <a:lnTo>
                    <a:pt x="850" y="464"/>
                  </a:lnTo>
                  <a:lnTo>
                    <a:pt x="927" y="541"/>
                  </a:lnTo>
                  <a:lnTo>
                    <a:pt x="966" y="657"/>
                  </a:lnTo>
                  <a:lnTo>
                    <a:pt x="1004" y="850"/>
                  </a:lnTo>
                  <a:lnTo>
                    <a:pt x="1043" y="966"/>
                  </a:lnTo>
                  <a:lnTo>
                    <a:pt x="1082" y="1043"/>
                  </a:lnTo>
                  <a:lnTo>
                    <a:pt x="1159" y="1082"/>
                  </a:lnTo>
                  <a:lnTo>
                    <a:pt x="1197" y="1082"/>
                  </a:lnTo>
                  <a:lnTo>
                    <a:pt x="1275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5" y="387"/>
                  </a:lnTo>
                  <a:lnTo>
                    <a:pt x="1159" y="232"/>
                  </a:lnTo>
                  <a:lnTo>
                    <a:pt x="1004" y="78"/>
                  </a:lnTo>
                  <a:lnTo>
                    <a:pt x="81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9" name="Google Shape;2289;p9"/>
            <p:cNvSpPr/>
            <p:nvPr/>
          </p:nvSpPr>
          <p:spPr>
            <a:xfrm>
              <a:off x="4050375" y="4567625"/>
              <a:ext cx="30900" cy="168975"/>
            </a:xfrm>
            <a:custGeom>
              <a:avLst/>
              <a:gdLst/>
              <a:ahLst/>
              <a:cxnLst/>
              <a:rect l="l" t="t" r="r" b="b"/>
              <a:pathLst>
                <a:path w="1236" h="6759" extrusionOk="0">
                  <a:moveTo>
                    <a:pt x="1120" y="1"/>
                  </a:moveTo>
                  <a:lnTo>
                    <a:pt x="1081" y="39"/>
                  </a:lnTo>
                  <a:lnTo>
                    <a:pt x="1043" y="39"/>
                  </a:lnTo>
                  <a:lnTo>
                    <a:pt x="850" y="78"/>
                  </a:lnTo>
                  <a:lnTo>
                    <a:pt x="850" y="116"/>
                  </a:lnTo>
                  <a:lnTo>
                    <a:pt x="541" y="1738"/>
                  </a:lnTo>
                  <a:lnTo>
                    <a:pt x="309" y="3399"/>
                  </a:lnTo>
                  <a:lnTo>
                    <a:pt x="116" y="5059"/>
                  </a:lnTo>
                  <a:lnTo>
                    <a:pt x="0" y="6720"/>
                  </a:lnTo>
                  <a:lnTo>
                    <a:pt x="232" y="6758"/>
                  </a:lnTo>
                  <a:lnTo>
                    <a:pt x="502" y="5136"/>
                  </a:lnTo>
                  <a:lnTo>
                    <a:pt x="772" y="3515"/>
                  </a:lnTo>
                  <a:lnTo>
                    <a:pt x="965" y="1854"/>
                  </a:lnTo>
                  <a:lnTo>
                    <a:pt x="1081" y="232"/>
                  </a:lnTo>
                  <a:lnTo>
                    <a:pt x="1236" y="78"/>
                  </a:lnTo>
                  <a:lnTo>
                    <a:pt x="1236" y="39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0" name="Google Shape;2290;p9"/>
            <p:cNvSpPr/>
            <p:nvPr/>
          </p:nvSpPr>
          <p:spPr>
            <a:xfrm>
              <a:off x="4077400" y="4569550"/>
              <a:ext cx="121650" cy="144850"/>
            </a:xfrm>
            <a:custGeom>
              <a:avLst/>
              <a:gdLst/>
              <a:ahLst/>
              <a:cxnLst/>
              <a:rect l="l" t="t" r="r" b="b"/>
              <a:pathLst>
                <a:path w="4866" h="5794" extrusionOk="0">
                  <a:moveTo>
                    <a:pt x="155" y="1"/>
                  </a:moveTo>
                  <a:lnTo>
                    <a:pt x="0" y="155"/>
                  </a:lnTo>
                  <a:lnTo>
                    <a:pt x="1197" y="1545"/>
                  </a:lnTo>
                  <a:lnTo>
                    <a:pt x="2356" y="2936"/>
                  </a:lnTo>
                  <a:lnTo>
                    <a:pt x="2896" y="3631"/>
                  </a:lnTo>
                  <a:lnTo>
                    <a:pt x="3476" y="4403"/>
                  </a:lnTo>
                  <a:lnTo>
                    <a:pt x="4055" y="5098"/>
                  </a:lnTo>
                  <a:lnTo>
                    <a:pt x="4325" y="5445"/>
                  </a:lnTo>
                  <a:lnTo>
                    <a:pt x="4634" y="5793"/>
                  </a:lnTo>
                  <a:lnTo>
                    <a:pt x="4827" y="5754"/>
                  </a:lnTo>
                  <a:lnTo>
                    <a:pt x="4866" y="5716"/>
                  </a:lnTo>
                  <a:lnTo>
                    <a:pt x="4866" y="5639"/>
                  </a:lnTo>
                  <a:lnTo>
                    <a:pt x="4634" y="5252"/>
                  </a:lnTo>
                  <a:lnTo>
                    <a:pt x="4402" y="4866"/>
                  </a:lnTo>
                  <a:lnTo>
                    <a:pt x="3862" y="4171"/>
                  </a:lnTo>
                  <a:lnTo>
                    <a:pt x="2703" y="2781"/>
                  </a:lnTo>
                  <a:lnTo>
                    <a:pt x="1468" y="1352"/>
                  </a:lnTo>
                  <a:lnTo>
                    <a:pt x="811" y="657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1" name="Google Shape;2291;p9"/>
            <p:cNvSpPr/>
            <p:nvPr/>
          </p:nvSpPr>
          <p:spPr>
            <a:xfrm>
              <a:off x="3931625" y="4577275"/>
              <a:ext cx="61800" cy="160275"/>
            </a:xfrm>
            <a:custGeom>
              <a:avLst/>
              <a:gdLst/>
              <a:ahLst/>
              <a:cxnLst/>
              <a:rect l="l" t="t" r="r" b="b"/>
              <a:pathLst>
                <a:path w="2472" h="6411" extrusionOk="0">
                  <a:moveTo>
                    <a:pt x="309" y="1"/>
                  </a:moveTo>
                  <a:lnTo>
                    <a:pt x="0" y="78"/>
                  </a:lnTo>
                  <a:lnTo>
                    <a:pt x="194" y="927"/>
                  </a:lnTo>
                  <a:lnTo>
                    <a:pt x="425" y="1777"/>
                  </a:lnTo>
                  <a:lnTo>
                    <a:pt x="657" y="2627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4"/>
                  </a:lnTo>
                  <a:lnTo>
                    <a:pt x="1661" y="5716"/>
                  </a:lnTo>
                  <a:lnTo>
                    <a:pt x="1584" y="5793"/>
                  </a:lnTo>
                  <a:lnTo>
                    <a:pt x="1545" y="5870"/>
                  </a:lnTo>
                  <a:lnTo>
                    <a:pt x="1777" y="5909"/>
                  </a:lnTo>
                  <a:lnTo>
                    <a:pt x="1931" y="6140"/>
                  </a:lnTo>
                  <a:lnTo>
                    <a:pt x="2086" y="6334"/>
                  </a:lnTo>
                  <a:lnTo>
                    <a:pt x="2124" y="6411"/>
                  </a:lnTo>
                  <a:lnTo>
                    <a:pt x="2317" y="6411"/>
                  </a:lnTo>
                  <a:lnTo>
                    <a:pt x="2356" y="6334"/>
                  </a:lnTo>
                  <a:lnTo>
                    <a:pt x="2433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4" y="5600"/>
                  </a:lnTo>
                  <a:lnTo>
                    <a:pt x="1970" y="5214"/>
                  </a:lnTo>
                  <a:lnTo>
                    <a:pt x="1738" y="4441"/>
                  </a:lnTo>
                  <a:lnTo>
                    <a:pt x="1198" y="2935"/>
                  </a:lnTo>
                  <a:lnTo>
                    <a:pt x="734" y="1468"/>
                  </a:lnTo>
                  <a:lnTo>
                    <a:pt x="30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2" name="Google Shape;2292;p9"/>
            <p:cNvSpPr/>
            <p:nvPr/>
          </p:nvSpPr>
          <p:spPr>
            <a:xfrm>
              <a:off x="3941275" y="4579200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1"/>
                  </a:moveTo>
                  <a:lnTo>
                    <a:pt x="1" y="40"/>
                  </a:lnTo>
                  <a:lnTo>
                    <a:pt x="1970" y="3206"/>
                  </a:lnTo>
                  <a:lnTo>
                    <a:pt x="4055" y="6334"/>
                  </a:lnTo>
                  <a:lnTo>
                    <a:pt x="4055" y="6334"/>
                  </a:lnTo>
                  <a:lnTo>
                    <a:pt x="3553" y="6295"/>
                  </a:lnTo>
                  <a:lnTo>
                    <a:pt x="3051" y="6179"/>
                  </a:lnTo>
                  <a:lnTo>
                    <a:pt x="2588" y="6025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7"/>
                  </a:lnTo>
                  <a:lnTo>
                    <a:pt x="3283" y="6643"/>
                  </a:lnTo>
                  <a:lnTo>
                    <a:pt x="3708" y="6720"/>
                  </a:lnTo>
                  <a:lnTo>
                    <a:pt x="4132" y="6797"/>
                  </a:lnTo>
                  <a:lnTo>
                    <a:pt x="4596" y="6836"/>
                  </a:lnTo>
                  <a:lnTo>
                    <a:pt x="5484" y="6836"/>
                  </a:lnTo>
                  <a:lnTo>
                    <a:pt x="6372" y="6759"/>
                  </a:lnTo>
                  <a:lnTo>
                    <a:pt x="7299" y="6643"/>
                  </a:lnTo>
                  <a:lnTo>
                    <a:pt x="8148" y="6488"/>
                  </a:lnTo>
                  <a:lnTo>
                    <a:pt x="8959" y="6295"/>
                  </a:lnTo>
                  <a:lnTo>
                    <a:pt x="9770" y="6025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7" y="4673"/>
                  </a:lnTo>
                  <a:lnTo>
                    <a:pt x="12666" y="4403"/>
                  </a:lnTo>
                  <a:lnTo>
                    <a:pt x="12975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9"/>
                  </a:lnTo>
                  <a:lnTo>
                    <a:pt x="13979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2" y="2163"/>
                  </a:lnTo>
                  <a:lnTo>
                    <a:pt x="14172" y="2125"/>
                  </a:lnTo>
                  <a:lnTo>
                    <a:pt x="13863" y="2125"/>
                  </a:lnTo>
                  <a:lnTo>
                    <a:pt x="13825" y="2163"/>
                  </a:lnTo>
                  <a:lnTo>
                    <a:pt x="13554" y="2704"/>
                  </a:lnTo>
                  <a:lnTo>
                    <a:pt x="13207" y="3167"/>
                  </a:lnTo>
                  <a:lnTo>
                    <a:pt x="12859" y="3631"/>
                  </a:lnTo>
                  <a:lnTo>
                    <a:pt x="12473" y="4017"/>
                  </a:lnTo>
                  <a:lnTo>
                    <a:pt x="12010" y="4364"/>
                  </a:lnTo>
                  <a:lnTo>
                    <a:pt x="11546" y="4712"/>
                  </a:lnTo>
                  <a:lnTo>
                    <a:pt x="11083" y="4982"/>
                  </a:lnTo>
                  <a:lnTo>
                    <a:pt x="10542" y="5253"/>
                  </a:lnTo>
                  <a:lnTo>
                    <a:pt x="10349" y="5253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7"/>
                  </a:lnTo>
                  <a:lnTo>
                    <a:pt x="10156" y="5446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2"/>
                  </a:lnTo>
                  <a:lnTo>
                    <a:pt x="6758" y="6295"/>
                  </a:lnTo>
                  <a:lnTo>
                    <a:pt x="6218" y="6334"/>
                  </a:lnTo>
                  <a:lnTo>
                    <a:pt x="5677" y="6411"/>
                  </a:lnTo>
                  <a:lnTo>
                    <a:pt x="4557" y="6411"/>
                  </a:lnTo>
                  <a:lnTo>
                    <a:pt x="4596" y="6295"/>
                  </a:lnTo>
                  <a:lnTo>
                    <a:pt x="4364" y="6257"/>
                  </a:lnTo>
                  <a:lnTo>
                    <a:pt x="3399" y="4635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3" name="Google Shape;2293;p9"/>
            <p:cNvSpPr/>
            <p:nvPr/>
          </p:nvSpPr>
          <p:spPr>
            <a:xfrm>
              <a:off x="6364350" y="4636175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0"/>
                  </a:moveTo>
                  <a:lnTo>
                    <a:pt x="3052" y="39"/>
                  </a:lnTo>
                  <a:lnTo>
                    <a:pt x="2781" y="77"/>
                  </a:lnTo>
                  <a:lnTo>
                    <a:pt x="2511" y="193"/>
                  </a:lnTo>
                  <a:lnTo>
                    <a:pt x="2241" y="309"/>
                  </a:lnTo>
                  <a:lnTo>
                    <a:pt x="2009" y="425"/>
                  </a:lnTo>
                  <a:lnTo>
                    <a:pt x="1739" y="579"/>
                  </a:lnTo>
                  <a:lnTo>
                    <a:pt x="1507" y="773"/>
                  </a:lnTo>
                  <a:lnTo>
                    <a:pt x="1121" y="1197"/>
                  </a:lnTo>
                  <a:lnTo>
                    <a:pt x="735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8"/>
                  </a:lnTo>
                  <a:lnTo>
                    <a:pt x="40" y="3746"/>
                  </a:lnTo>
                  <a:lnTo>
                    <a:pt x="1" y="4055"/>
                  </a:lnTo>
                  <a:lnTo>
                    <a:pt x="1" y="4402"/>
                  </a:lnTo>
                  <a:lnTo>
                    <a:pt x="40" y="4673"/>
                  </a:lnTo>
                  <a:lnTo>
                    <a:pt x="117" y="4904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5" y="5252"/>
                  </a:lnTo>
                  <a:lnTo>
                    <a:pt x="966" y="5290"/>
                  </a:lnTo>
                  <a:lnTo>
                    <a:pt x="1700" y="5290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827"/>
                  </a:lnTo>
                  <a:lnTo>
                    <a:pt x="735" y="4711"/>
                  </a:lnTo>
                  <a:lnTo>
                    <a:pt x="580" y="4595"/>
                  </a:lnTo>
                  <a:lnTo>
                    <a:pt x="542" y="4441"/>
                  </a:lnTo>
                  <a:lnTo>
                    <a:pt x="542" y="4248"/>
                  </a:lnTo>
                  <a:lnTo>
                    <a:pt x="542" y="4055"/>
                  </a:lnTo>
                  <a:lnTo>
                    <a:pt x="580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54" y="1159"/>
                  </a:lnTo>
                  <a:lnTo>
                    <a:pt x="2202" y="888"/>
                  </a:lnTo>
                  <a:lnTo>
                    <a:pt x="2627" y="695"/>
                  </a:lnTo>
                  <a:lnTo>
                    <a:pt x="3090" y="579"/>
                  </a:lnTo>
                  <a:lnTo>
                    <a:pt x="3592" y="541"/>
                  </a:lnTo>
                  <a:lnTo>
                    <a:pt x="4094" y="579"/>
                  </a:lnTo>
                  <a:lnTo>
                    <a:pt x="4249" y="541"/>
                  </a:lnTo>
                  <a:lnTo>
                    <a:pt x="4326" y="464"/>
                  </a:lnTo>
                  <a:lnTo>
                    <a:pt x="4403" y="502"/>
                  </a:lnTo>
                  <a:lnTo>
                    <a:pt x="4480" y="464"/>
                  </a:lnTo>
                  <a:lnTo>
                    <a:pt x="4519" y="425"/>
                  </a:lnTo>
                  <a:lnTo>
                    <a:pt x="4519" y="348"/>
                  </a:lnTo>
                  <a:lnTo>
                    <a:pt x="4519" y="193"/>
                  </a:lnTo>
                  <a:lnTo>
                    <a:pt x="4210" y="155"/>
                  </a:lnTo>
                  <a:lnTo>
                    <a:pt x="3940" y="77"/>
                  </a:lnTo>
                  <a:lnTo>
                    <a:pt x="3631" y="39"/>
                  </a:lnTo>
                  <a:lnTo>
                    <a:pt x="336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4" name="Google Shape;2294;p9"/>
            <p:cNvSpPr/>
            <p:nvPr/>
          </p:nvSpPr>
          <p:spPr>
            <a:xfrm>
              <a:off x="5052425" y="4653550"/>
              <a:ext cx="61800" cy="89800"/>
            </a:xfrm>
            <a:custGeom>
              <a:avLst/>
              <a:gdLst/>
              <a:ahLst/>
              <a:cxnLst/>
              <a:rect l="l" t="t" r="r" b="b"/>
              <a:pathLst>
                <a:path w="2472" h="3592" extrusionOk="0">
                  <a:moveTo>
                    <a:pt x="1082" y="0"/>
                  </a:moveTo>
                  <a:lnTo>
                    <a:pt x="1004" y="39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2"/>
                  </a:lnTo>
                  <a:lnTo>
                    <a:pt x="850" y="232"/>
                  </a:lnTo>
                  <a:lnTo>
                    <a:pt x="773" y="271"/>
                  </a:lnTo>
                  <a:lnTo>
                    <a:pt x="734" y="348"/>
                  </a:lnTo>
                  <a:lnTo>
                    <a:pt x="695" y="425"/>
                  </a:lnTo>
                  <a:lnTo>
                    <a:pt x="695" y="502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5"/>
                  </a:lnTo>
                  <a:lnTo>
                    <a:pt x="1082" y="811"/>
                  </a:lnTo>
                  <a:lnTo>
                    <a:pt x="1275" y="927"/>
                  </a:lnTo>
                  <a:lnTo>
                    <a:pt x="1468" y="1082"/>
                  </a:lnTo>
                  <a:lnTo>
                    <a:pt x="1622" y="1275"/>
                  </a:lnTo>
                  <a:lnTo>
                    <a:pt x="1777" y="1468"/>
                  </a:lnTo>
                  <a:lnTo>
                    <a:pt x="1854" y="1699"/>
                  </a:lnTo>
                  <a:lnTo>
                    <a:pt x="1931" y="1931"/>
                  </a:lnTo>
                  <a:lnTo>
                    <a:pt x="1931" y="2163"/>
                  </a:lnTo>
                  <a:lnTo>
                    <a:pt x="1931" y="2433"/>
                  </a:lnTo>
                  <a:lnTo>
                    <a:pt x="1815" y="2742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1"/>
                  </a:lnTo>
                  <a:lnTo>
                    <a:pt x="1390" y="3128"/>
                  </a:lnTo>
                  <a:lnTo>
                    <a:pt x="1197" y="3128"/>
                  </a:lnTo>
                  <a:lnTo>
                    <a:pt x="1043" y="3089"/>
                  </a:lnTo>
                  <a:lnTo>
                    <a:pt x="927" y="3012"/>
                  </a:lnTo>
                  <a:lnTo>
                    <a:pt x="850" y="2896"/>
                  </a:lnTo>
                  <a:lnTo>
                    <a:pt x="811" y="2742"/>
                  </a:lnTo>
                  <a:lnTo>
                    <a:pt x="850" y="2587"/>
                  </a:lnTo>
                  <a:lnTo>
                    <a:pt x="927" y="2433"/>
                  </a:lnTo>
                  <a:lnTo>
                    <a:pt x="1043" y="2317"/>
                  </a:lnTo>
                  <a:lnTo>
                    <a:pt x="1159" y="2240"/>
                  </a:lnTo>
                  <a:lnTo>
                    <a:pt x="1159" y="2124"/>
                  </a:lnTo>
                  <a:lnTo>
                    <a:pt x="1120" y="2008"/>
                  </a:lnTo>
                  <a:lnTo>
                    <a:pt x="1043" y="1931"/>
                  </a:lnTo>
                  <a:lnTo>
                    <a:pt x="657" y="1622"/>
                  </a:lnTo>
                  <a:lnTo>
                    <a:pt x="425" y="1468"/>
                  </a:lnTo>
                  <a:lnTo>
                    <a:pt x="193" y="1313"/>
                  </a:lnTo>
                  <a:lnTo>
                    <a:pt x="0" y="1622"/>
                  </a:lnTo>
                  <a:lnTo>
                    <a:pt x="271" y="1892"/>
                  </a:lnTo>
                  <a:lnTo>
                    <a:pt x="580" y="2124"/>
                  </a:lnTo>
                  <a:lnTo>
                    <a:pt x="425" y="2356"/>
                  </a:lnTo>
                  <a:lnTo>
                    <a:pt x="348" y="2626"/>
                  </a:lnTo>
                  <a:lnTo>
                    <a:pt x="309" y="2896"/>
                  </a:lnTo>
                  <a:lnTo>
                    <a:pt x="348" y="3051"/>
                  </a:lnTo>
                  <a:lnTo>
                    <a:pt x="425" y="3167"/>
                  </a:lnTo>
                  <a:lnTo>
                    <a:pt x="541" y="3321"/>
                  </a:lnTo>
                  <a:lnTo>
                    <a:pt x="695" y="3476"/>
                  </a:lnTo>
                  <a:lnTo>
                    <a:pt x="888" y="3553"/>
                  </a:lnTo>
                  <a:lnTo>
                    <a:pt x="1082" y="3591"/>
                  </a:lnTo>
                  <a:lnTo>
                    <a:pt x="1275" y="3591"/>
                  </a:lnTo>
                  <a:lnTo>
                    <a:pt x="1506" y="3553"/>
                  </a:lnTo>
                  <a:lnTo>
                    <a:pt x="1699" y="3514"/>
                  </a:lnTo>
                  <a:lnTo>
                    <a:pt x="1854" y="3398"/>
                  </a:lnTo>
                  <a:lnTo>
                    <a:pt x="2047" y="3244"/>
                  </a:lnTo>
                  <a:lnTo>
                    <a:pt x="2201" y="3051"/>
                  </a:lnTo>
                  <a:lnTo>
                    <a:pt x="2317" y="2858"/>
                  </a:lnTo>
                  <a:lnTo>
                    <a:pt x="2394" y="2665"/>
                  </a:lnTo>
                  <a:lnTo>
                    <a:pt x="2433" y="2472"/>
                  </a:lnTo>
                  <a:lnTo>
                    <a:pt x="2472" y="2240"/>
                  </a:lnTo>
                  <a:lnTo>
                    <a:pt x="2433" y="2008"/>
                  </a:lnTo>
                  <a:lnTo>
                    <a:pt x="2394" y="1815"/>
                  </a:lnTo>
                  <a:lnTo>
                    <a:pt x="2317" y="1583"/>
                  </a:lnTo>
                  <a:lnTo>
                    <a:pt x="2201" y="1390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6"/>
                  </a:lnTo>
                  <a:lnTo>
                    <a:pt x="11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9"/>
            <p:cNvSpPr/>
            <p:nvPr/>
          </p:nvSpPr>
          <p:spPr>
            <a:xfrm>
              <a:off x="6613425" y="4670925"/>
              <a:ext cx="26100" cy="11600"/>
            </a:xfrm>
            <a:custGeom>
              <a:avLst/>
              <a:gdLst/>
              <a:ahLst/>
              <a:cxnLst/>
              <a:rect l="l" t="t" r="r" b="b"/>
              <a:pathLst>
                <a:path w="1044" h="464" extrusionOk="0">
                  <a:moveTo>
                    <a:pt x="773" y="0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3"/>
                  </a:lnTo>
                  <a:lnTo>
                    <a:pt x="39" y="232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2"/>
                  </a:lnTo>
                  <a:lnTo>
                    <a:pt x="1005" y="155"/>
                  </a:lnTo>
                  <a:lnTo>
                    <a:pt x="966" y="116"/>
                  </a:lnTo>
                  <a:lnTo>
                    <a:pt x="889" y="39"/>
                  </a:lnTo>
                  <a:lnTo>
                    <a:pt x="77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6" name="Google Shape;2296;p9"/>
            <p:cNvSpPr/>
            <p:nvPr/>
          </p:nvSpPr>
          <p:spPr>
            <a:xfrm>
              <a:off x="6514950" y="4676725"/>
              <a:ext cx="21275" cy="8700"/>
            </a:xfrm>
            <a:custGeom>
              <a:avLst/>
              <a:gdLst/>
              <a:ahLst/>
              <a:cxnLst/>
              <a:rect l="l" t="t" r="r" b="b"/>
              <a:pathLst>
                <a:path w="851" h="348" extrusionOk="0">
                  <a:moveTo>
                    <a:pt x="426" y="0"/>
                  </a:moveTo>
                  <a:lnTo>
                    <a:pt x="155" y="39"/>
                  </a:lnTo>
                  <a:lnTo>
                    <a:pt x="117" y="39"/>
                  </a:lnTo>
                  <a:lnTo>
                    <a:pt x="39" y="77"/>
                  </a:lnTo>
                  <a:lnTo>
                    <a:pt x="1" y="193"/>
                  </a:lnTo>
                  <a:lnTo>
                    <a:pt x="39" y="270"/>
                  </a:lnTo>
                  <a:lnTo>
                    <a:pt x="117" y="309"/>
                  </a:lnTo>
                  <a:lnTo>
                    <a:pt x="155" y="348"/>
                  </a:lnTo>
                  <a:lnTo>
                    <a:pt x="735" y="348"/>
                  </a:lnTo>
                  <a:lnTo>
                    <a:pt x="812" y="270"/>
                  </a:lnTo>
                  <a:lnTo>
                    <a:pt x="850" y="193"/>
                  </a:lnTo>
                  <a:lnTo>
                    <a:pt x="812" y="77"/>
                  </a:lnTo>
                  <a:lnTo>
                    <a:pt x="73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7" name="Google Shape;2297;p9"/>
            <p:cNvSpPr/>
            <p:nvPr/>
          </p:nvSpPr>
          <p:spPr>
            <a:xfrm>
              <a:off x="4656625" y="4677675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1"/>
                  </a:moveTo>
                  <a:lnTo>
                    <a:pt x="0" y="232"/>
                  </a:lnTo>
                  <a:lnTo>
                    <a:pt x="502" y="966"/>
                  </a:lnTo>
                  <a:lnTo>
                    <a:pt x="1043" y="1622"/>
                  </a:lnTo>
                  <a:lnTo>
                    <a:pt x="1699" y="2279"/>
                  </a:lnTo>
                  <a:lnTo>
                    <a:pt x="2356" y="2858"/>
                  </a:lnTo>
                  <a:lnTo>
                    <a:pt x="3089" y="3399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4" y="4982"/>
                  </a:lnTo>
                  <a:lnTo>
                    <a:pt x="8998" y="4943"/>
                  </a:lnTo>
                  <a:lnTo>
                    <a:pt x="9422" y="4866"/>
                  </a:lnTo>
                  <a:lnTo>
                    <a:pt x="9847" y="4789"/>
                  </a:lnTo>
                  <a:lnTo>
                    <a:pt x="10272" y="4673"/>
                  </a:lnTo>
                  <a:lnTo>
                    <a:pt x="10658" y="4519"/>
                  </a:lnTo>
                  <a:lnTo>
                    <a:pt x="11083" y="4326"/>
                  </a:lnTo>
                  <a:lnTo>
                    <a:pt x="11469" y="4132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318" y="3553"/>
                  </a:lnTo>
                  <a:lnTo>
                    <a:pt x="12434" y="3206"/>
                  </a:lnTo>
                  <a:lnTo>
                    <a:pt x="12357" y="3167"/>
                  </a:lnTo>
                  <a:lnTo>
                    <a:pt x="12280" y="3206"/>
                  </a:lnTo>
                  <a:lnTo>
                    <a:pt x="12203" y="3128"/>
                  </a:lnTo>
                  <a:lnTo>
                    <a:pt x="12009" y="3128"/>
                  </a:lnTo>
                  <a:lnTo>
                    <a:pt x="11932" y="3206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2" y="3862"/>
                  </a:lnTo>
                  <a:lnTo>
                    <a:pt x="10426" y="4017"/>
                  </a:lnTo>
                  <a:lnTo>
                    <a:pt x="10040" y="4171"/>
                  </a:lnTo>
                  <a:lnTo>
                    <a:pt x="9615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1" y="4480"/>
                  </a:lnTo>
                  <a:lnTo>
                    <a:pt x="7916" y="4480"/>
                  </a:lnTo>
                  <a:lnTo>
                    <a:pt x="7492" y="4441"/>
                  </a:lnTo>
                  <a:lnTo>
                    <a:pt x="7067" y="4403"/>
                  </a:lnTo>
                  <a:lnTo>
                    <a:pt x="6642" y="4364"/>
                  </a:lnTo>
                  <a:lnTo>
                    <a:pt x="6217" y="4248"/>
                  </a:lnTo>
                  <a:lnTo>
                    <a:pt x="5792" y="4171"/>
                  </a:lnTo>
                  <a:lnTo>
                    <a:pt x="5368" y="4017"/>
                  </a:lnTo>
                  <a:lnTo>
                    <a:pt x="4595" y="3708"/>
                  </a:lnTo>
                  <a:lnTo>
                    <a:pt x="3900" y="3283"/>
                  </a:lnTo>
                  <a:lnTo>
                    <a:pt x="3205" y="2820"/>
                  </a:lnTo>
                  <a:lnTo>
                    <a:pt x="2587" y="2318"/>
                  </a:lnTo>
                  <a:lnTo>
                    <a:pt x="1970" y="1777"/>
                  </a:lnTo>
                  <a:lnTo>
                    <a:pt x="1390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8" name="Google Shape;2298;p9"/>
            <p:cNvSpPr/>
            <p:nvPr/>
          </p:nvSpPr>
          <p:spPr>
            <a:xfrm>
              <a:off x="4964575" y="4684425"/>
              <a:ext cx="92700" cy="135200"/>
            </a:xfrm>
            <a:custGeom>
              <a:avLst/>
              <a:gdLst/>
              <a:ahLst/>
              <a:cxnLst/>
              <a:rect l="l" t="t" r="r" b="b"/>
              <a:pathLst>
                <a:path w="3708" h="5408" extrusionOk="0">
                  <a:moveTo>
                    <a:pt x="3398" y="1"/>
                  </a:moveTo>
                  <a:lnTo>
                    <a:pt x="3360" y="78"/>
                  </a:lnTo>
                  <a:lnTo>
                    <a:pt x="3244" y="78"/>
                  </a:lnTo>
                  <a:lnTo>
                    <a:pt x="3012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7"/>
                  </a:lnTo>
                  <a:lnTo>
                    <a:pt x="1777" y="1430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3" y="1932"/>
                  </a:lnTo>
                  <a:lnTo>
                    <a:pt x="1082" y="2009"/>
                  </a:lnTo>
                  <a:lnTo>
                    <a:pt x="1120" y="2086"/>
                  </a:lnTo>
                  <a:lnTo>
                    <a:pt x="1004" y="2086"/>
                  </a:lnTo>
                  <a:lnTo>
                    <a:pt x="889" y="2125"/>
                  </a:lnTo>
                  <a:lnTo>
                    <a:pt x="850" y="2163"/>
                  </a:lnTo>
                  <a:lnTo>
                    <a:pt x="811" y="2241"/>
                  </a:lnTo>
                  <a:lnTo>
                    <a:pt x="811" y="2356"/>
                  </a:lnTo>
                  <a:lnTo>
                    <a:pt x="811" y="2434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7" y="2588"/>
                  </a:lnTo>
                  <a:lnTo>
                    <a:pt x="1429" y="2704"/>
                  </a:lnTo>
                  <a:lnTo>
                    <a:pt x="1622" y="2820"/>
                  </a:lnTo>
                  <a:lnTo>
                    <a:pt x="1815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4" y="3631"/>
                  </a:lnTo>
                  <a:lnTo>
                    <a:pt x="2124" y="3901"/>
                  </a:lnTo>
                  <a:lnTo>
                    <a:pt x="2086" y="4094"/>
                  </a:lnTo>
                  <a:lnTo>
                    <a:pt x="2008" y="4326"/>
                  </a:lnTo>
                  <a:lnTo>
                    <a:pt x="1893" y="4519"/>
                  </a:lnTo>
                  <a:lnTo>
                    <a:pt x="1738" y="4712"/>
                  </a:lnTo>
                  <a:lnTo>
                    <a:pt x="1545" y="4828"/>
                  </a:lnTo>
                  <a:lnTo>
                    <a:pt x="1313" y="4944"/>
                  </a:lnTo>
                  <a:lnTo>
                    <a:pt x="1082" y="4944"/>
                  </a:lnTo>
                  <a:lnTo>
                    <a:pt x="889" y="4866"/>
                  </a:lnTo>
                  <a:lnTo>
                    <a:pt x="773" y="4751"/>
                  </a:lnTo>
                  <a:lnTo>
                    <a:pt x="695" y="4596"/>
                  </a:lnTo>
                  <a:lnTo>
                    <a:pt x="657" y="4442"/>
                  </a:lnTo>
                  <a:lnTo>
                    <a:pt x="734" y="4287"/>
                  </a:lnTo>
                  <a:lnTo>
                    <a:pt x="811" y="4210"/>
                  </a:lnTo>
                  <a:lnTo>
                    <a:pt x="889" y="4133"/>
                  </a:lnTo>
                  <a:lnTo>
                    <a:pt x="966" y="4094"/>
                  </a:lnTo>
                  <a:lnTo>
                    <a:pt x="1120" y="4094"/>
                  </a:lnTo>
                  <a:lnTo>
                    <a:pt x="1236" y="4017"/>
                  </a:lnTo>
                  <a:lnTo>
                    <a:pt x="1313" y="3901"/>
                  </a:lnTo>
                  <a:lnTo>
                    <a:pt x="1313" y="3785"/>
                  </a:lnTo>
                  <a:lnTo>
                    <a:pt x="1275" y="3708"/>
                  </a:lnTo>
                  <a:lnTo>
                    <a:pt x="1197" y="3669"/>
                  </a:lnTo>
                  <a:lnTo>
                    <a:pt x="116" y="2936"/>
                  </a:lnTo>
                  <a:lnTo>
                    <a:pt x="0" y="3283"/>
                  </a:lnTo>
                  <a:lnTo>
                    <a:pt x="657" y="3785"/>
                  </a:lnTo>
                  <a:lnTo>
                    <a:pt x="502" y="3862"/>
                  </a:lnTo>
                  <a:lnTo>
                    <a:pt x="387" y="3978"/>
                  </a:lnTo>
                  <a:lnTo>
                    <a:pt x="309" y="4094"/>
                  </a:lnTo>
                  <a:lnTo>
                    <a:pt x="232" y="4249"/>
                  </a:lnTo>
                  <a:lnTo>
                    <a:pt x="193" y="4403"/>
                  </a:lnTo>
                  <a:lnTo>
                    <a:pt x="193" y="4558"/>
                  </a:lnTo>
                  <a:lnTo>
                    <a:pt x="193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1" y="5253"/>
                  </a:lnTo>
                  <a:lnTo>
                    <a:pt x="734" y="5368"/>
                  </a:lnTo>
                  <a:lnTo>
                    <a:pt x="966" y="5407"/>
                  </a:lnTo>
                  <a:lnTo>
                    <a:pt x="1197" y="5407"/>
                  </a:lnTo>
                  <a:lnTo>
                    <a:pt x="1429" y="5368"/>
                  </a:lnTo>
                  <a:lnTo>
                    <a:pt x="1622" y="5330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0" y="4828"/>
                  </a:lnTo>
                  <a:lnTo>
                    <a:pt x="2395" y="4635"/>
                  </a:lnTo>
                  <a:lnTo>
                    <a:pt x="2510" y="4442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7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2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31" y="2472"/>
                  </a:lnTo>
                  <a:lnTo>
                    <a:pt x="1738" y="2356"/>
                  </a:lnTo>
                  <a:lnTo>
                    <a:pt x="1506" y="2202"/>
                  </a:lnTo>
                  <a:lnTo>
                    <a:pt x="1275" y="2125"/>
                  </a:lnTo>
                  <a:lnTo>
                    <a:pt x="1622" y="1970"/>
                  </a:lnTo>
                  <a:lnTo>
                    <a:pt x="1931" y="1816"/>
                  </a:lnTo>
                  <a:lnTo>
                    <a:pt x="2240" y="1623"/>
                  </a:lnTo>
                  <a:lnTo>
                    <a:pt x="2549" y="1391"/>
                  </a:lnTo>
                  <a:lnTo>
                    <a:pt x="2819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7" y="542"/>
                  </a:lnTo>
                  <a:lnTo>
                    <a:pt x="3514" y="387"/>
                  </a:lnTo>
                  <a:lnTo>
                    <a:pt x="3707" y="78"/>
                  </a:lnTo>
                  <a:lnTo>
                    <a:pt x="351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9" name="Google Shape;2299;p9"/>
            <p:cNvSpPr/>
            <p:nvPr/>
          </p:nvSpPr>
          <p:spPr>
            <a:xfrm>
              <a:off x="6406825" y="4717250"/>
              <a:ext cx="93675" cy="93675"/>
            </a:xfrm>
            <a:custGeom>
              <a:avLst/>
              <a:gdLst/>
              <a:ahLst/>
              <a:cxnLst/>
              <a:rect l="l" t="t" r="r" b="b"/>
              <a:pathLst>
                <a:path w="3747" h="3747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8" y="619"/>
                  </a:lnTo>
                  <a:lnTo>
                    <a:pt x="2550" y="696"/>
                  </a:lnTo>
                  <a:lnTo>
                    <a:pt x="2743" y="812"/>
                  </a:lnTo>
                  <a:lnTo>
                    <a:pt x="2936" y="966"/>
                  </a:lnTo>
                  <a:lnTo>
                    <a:pt x="3090" y="1198"/>
                  </a:lnTo>
                  <a:lnTo>
                    <a:pt x="3206" y="1430"/>
                  </a:lnTo>
                  <a:lnTo>
                    <a:pt x="3245" y="1700"/>
                  </a:lnTo>
                  <a:lnTo>
                    <a:pt x="3245" y="1970"/>
                  </a:lnTo>
                  <a:lnTo>
                    <a:pt x="3206" y="2202"/>
                  </a:lnTo>
                  <a:lnTo>
                    <a:pt x="3090" y="2472"/>
                  </a:lnTo>
                  <a:lnTo>
                    <a:pt x="2974" y="2665"/>
                  </a:lnTo>
                  <a:lnTo>
                    <a:pt x="2781" y="2897"/>
                  </a:lnTo>
                  <a:lnTo>
                    <a:pt x="2588" y="3051"/>
                  </a:lnTo>
                  <a:lnTo>
                    <a:pt x="2357" y="3167"/>
                  </a:lnTo>
                  <a:lnTo>
                    <a:pt x="2086" y="3245"/>
                  </a:lnTo>
                  <a:lnTo>
                    <a:pt x="1777" y="3245"/>
                  </a:lnTo>
                  <a:lnTo>
                    <a:pt x="1507" y="3167"/>
                  </a:lnTo>
                  <a:lnTo>
                    <a:pt x="1237" y="3051"/>
                  </a:lnTo>
                  <a:lnTo>
                    <a:pt x="966" y="2897"/>
                  </a:lnTo>
                  <a:lnTo>
                    <a:pt x="773" y="2665"/>
                  </a:lnTo>
                  <a:lnTo>
                    <a:pt x="619" y="2434"/>
                  </a:lnTo>
                  <a:lnTo>
                    <a:pt x="503" y="2163"/>
                  </a:lnTo>
                  <a:lnTo>
                    <a:pt x="503" y="1854"/>
                  </a:lnTo>
                  <a:lnTo>
                    <a:pt x="503" y="1584"/>
                  </a:lnTo>
                  <a:lnTo>
                    <a:pt x="619" y="1352"/>
                  </a:lnTo>
                  <a:lnTo>
                    <a:pt x="735" y="1121"/>
                  </a:lnTo>
                  <a:lnTo>
                    <a:pt x="928" y="928"/>
                  </a:lnTo>
                  <a:lnTo>
                    <a:pt x="1121" y="735"/>
                  </a:lnTo>
                  <a:lnTo>
                    <a:pt x="1353" y="580"/>
                  </a:lnTo>
                  <a:lnTo>
                    <a:pt x="1584" y="464"/>
                  </a:lnTo>
                  <a:close/>
                  <a:moveTo>
                    <a:pt x="1893" y="1"/>
                  </a:moveTo>
                  <a:lnTo>
                    <a:pt x="1700" y="39"/>
                  </a:lnTo>
                  <a:lnTo>
                    <a:pt x="1546" y="78"/>
                  </a:lnTo>
                  <a:lnTo>
                    <a:pt x="1353" y="155"/>
                  </a:lnTo>
                  <a:lnTo>
                    <a:pt x="1314" y="194"/>
                  </a:lnTo>
                  <a:lnTo>
                    <a:pt x="1082" y="271"/>
                  </a:lnTo>
                  <a:lnTo>
                    <a:pt x="851" y="387"/>
                  </a:lnTo>
                  <a:lnTo>
                    <a:pt x="619" y="580"/>
                  </a:lnTo>
                  <a:lnTo>
                    <a:pt x="426" y="773"/>
                  </a:lnTo>
                  <a:lnTo>
                    <a:pt x="271" y="966"/>
                  </a:lnTo>
                  <a:lnTo>
                    <a:pt x="155" y="1237"/>
                  </a:lnTo>
                  <a:lnTo>
                    <a:pt x="78" y="1468"/>
                  </a:lnTo>
                  <a:lnTo>
                    <a:pt x="1" y="1739"/>
                  </a:lnTo>
                  <a:lnTo>
                    <a:pt x="1" y="2047"/>
                  </a:lnTo>
                  <a:lnTo>
                    <a:pt x="40" y="2125"/>
                  </a:lnTo>
                  <a:lnTo>
                    <a:pt x="40" y="2318"/>
                  </a:lnTo>
                  <a:lnTo>
                    <a:pt x="117" y="2511"/>
                  </a:lnTo>
                  <a:lnTo>
                    <a:pt x="310" y="2858"/>
                  </a:lnTo>
                  <a:lnTo>
                    <a:pt x="542" y="3167"/>
                  </a:lnTo>
                  <a:lnTo>
                    <a:pt x="851" y="3399"/>
                  </a:lnTo>
                  <a:lnTo>
                    <a:pt x="1198" y="3592"/>
                  </a:lnTo>
                  <a:lnTo>
                    <a:pt x="1584" y="3708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7" y="3669"/>
                  </a:lnTo>
                  <a:lnTo>
                    <a:pt x="2627" y="3592"/>
                  </a:lnTo>
                  <a:lnTo>
                    <a:pt x="2897" y="3438"/>
                  </a:lnTo>
                  <a:lnTo>
                    <a:pt x="3129" y="3245"/>
                  </a:lnTo>
                  <a:lnTo>
                    <a:pt x="3322" y="3013"/>
                  </a:lnTo>
                  <a:lnTo>
                    <a:pt x="3476" y="2781"/>
                  </a:lnTo>
                  <a:lnTo>
                    <a:pt x="3631" y="2511"/>
                  </a:lnTo>
                  <a:lnTo>
                    <a:pt x="3708" y="2202"/>
                  </a:lnTo>
                  <a:lnTo>
                    <a:pt x="3747" y="1932"/>
                  </a:lnTo>
                  <a:lnTo>
                    <a:pt x="3747" y="1584"/>
                  </a:lnTo>
                  <a:lnTo>
                    <a:pt x="3669" y="1314"/>
                  </a:lnTo>
                  <a:lnTo>
                    <a:pt x="3515" y="1005"/>
                  </a:lnTo>
                  <a:lnTo>
                    <a:pt x="3322" y="696"/>
                  </a:lnTo>
                  <a:lnTo>
                    <a:pt x="3052" y="426"/>
                  </a:lnTo>
                  <a:lnTo>
                    <a:pt x="2743" y="233"/>
                  </a:lnTo>
                  <a:lnTo>
                    <a:pt x="2395" y="78"/>
                  </a:lnTo>
                  <a:lnTo>
                    <a:pt x="204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0" name="Google Shape;2300;p9"/>
            <p:cNvSpPr/>
            <p:nvPr/>
          </p:nvSpPr>
          <p:spPr>
            <a:xfrm>
              <a:off x="2332000" y="4749125"/>
              <a:ext cx="326325" cy="58900"/>
            </a:xfrm>
            <a:custGeom>
              <a:avLst/>
              <a:gdLst/>
              <a:ahLst/>
              <a:cxnLst/>
              <a:rect l="l" t="t" r="r" b="b"/>
              <a:pathLst>
                <a:path w="13053" h="2356" extrusionOk="0">
                  <a:moveTo>
                    <a:pt x="12782" y="0"/>
                  </a:moveTo>
                  <a:lnTo>
                    <a:pt x="12705" y="39"/>
                  </a:lnTo>
                  <a:lnTo>
                    <a:pt x="12628" y="116"/>
                  </a:lnTo>
                  <a:lnTo>
                    <a:pt x="12589" y="193"/>
                  </a:lnTo>
                  <a:lnTo>
                    <a:pt x="12589" y="309"/>
                  </a:lnTo>
                  <a:lnTo>
                    <a:pt x="12589" y="502"/>
                  </a:lnTo>
                  <a:lnTo>
                    <a:pt x="12550" y="657"/>
                  </a:lnTo>
                  <a:lnTo>
                    <a:pt x="12435" y="811"/>
                  </a:lnTo>
                  <a:lnTo>
                    <a:pt x="12319" y="966"/>
                  </a:lnTo>
                  <a:lnTo>
                    <a:pt x="12164" y="1081"/>
                  </a:lnTo>
                  <a:lnTo>
                    <a:pt x="11971" y="1159"/>
                  </a:lnTo>
                  <a:lnTo>
                    <a:pt x="11546" y="1313"/>
                  </a:lnTo>
                  <a:lnTo>
                    <a:pt x="11083" y="1429"/>
                  </a:lnTo>
                  <a:lnTo>
                    <a:pt x="10581" y="1506"/>
                  </a:lnTo>
                  <a:lnTo>
                    <a:pt x="9847" y="1583"/>
                  </a:lnTo>
                  <a:lnTo>
                    <a:pt x="9423" y="1622"/>
                  </a:lnTo>
                  <a:lnTo>
                    <a:pt x="9423" y="1545"/>
                  </a:lnTo>
                  <a:lnTo>
                    <a:pt x="9423" y="1468"/>
                  </a:lnTo>
                  <a:lnTo>
                    <a:pt x="9152" y="888"/>
                  </a:lnTo>
                  <a:lnTo>
                    <a:pt x="8959" y="270"/>
                  </a:lnTo>
                  <a:lnTo>
                    <a:pt x="8612" y="386"/>
                  </a:lnTo>
                  <a:lnTo>
                    <a:pt x="8650" y="695"/>
                  </a:lnTo>
                  <a:lnTo>
                    <a:pt x="8728" y="1043"/>
                  </a:lnTo>
                  <a:lnTo>
                    <a:pt x="8843" y="1390"/>
                  </a:lnTo>
                  <a:lnTo>
                    <a:pt x="8998" y="1661"/>
                  </a:lnTo>
                  <a:lnTo>
                    <a:pt x="7839" y="1776"/>
                  </a:lnTo>
                  <a:lnTo>
                    <a:pt x="6681" y="1854"/>
                  </a:lnTo>
                  <a:lnTo>
                    <a:pt x="5252" y="1892"/>
                  </a:lnTo>
                  <a:lnTo>
                    <a:pt x="3862" y="1854"/>
                  </a:lnTo>
                  <a:lnTo>
                    <a:pt x="3592" y="1815"/>
                  </a:lnTo>
                  <a:lnTo>
                    <a:pt x="3746" y="1506"/>
                  </a:lnTo>
                  <a:lnTo>
                    <a:pt x="3785" y="1159"/>
                  </a:lnTo>
                  <a:lnTo>
                    <a:pt x="3785" y="811"/>
                  </a:lnTo>
                  <a:lnTo>
                    <a:pt x="3746" y="425"/>
                  </a:lnTo>
                  <a:lnTo>
                    <a:pt x="3399" y="464"/>
                  </a:lnTo>
                  <a:lnTo>
                    <a:pt x="3399" y="772"/>
                  </a:lnTo>
                  <a:lnTo>
                    <a:pt x="3360" y="1081"/>
                  </a:lnTo>
                  <a:lnTo>
                    <a:pt x="3244" y="1468"/>
                  </a:lnTo>
                  <a:lnTo>
                    <a:pt x="3128" y="1815"/>
                  </a:lnTo>
                  <a:lnTo>
                    <a:pt x="2202" y="1738"/>
                  </a:lnTo>
                  <a:lnTo>
                    <a:pt x="1738" y="1699"/>
                  </a:lnTo>
                  <a:lnTo>
                    <a:pt x="1275" y="1622"/>
                  </a:lnTo>
                  <a:lnTo>
                    <a:pt x="889" y="1468"/>
                  </a:lnTo>
                  <a:lnTo>
                    <a:pt x="734" y="1390"/>
                  </a:lnTo>
                  <a:lnTo>
                    <a:pt x="618" y="1313"/>
                  </a:lnTo>
                  <a:lnTo>
                    <a:pt x="503" y="1197"/>
                  </a:lnTo>
                  <a:lnTo>
                    <a:pt x="425" y="1081"/>
                  </a:lnTo>
                  <a:lnTo>
                    <a:pt x="387" y="966"/>
                  </a:lnTo>
                  <a:lnTo>
                    <a:pt x="387" y="811"/>
                  </a:lnTo>
                  <a:lnTo>
                    <a:pt x="387" y="772"/>
                  </a:lnTo>
                  <a:lnTo>
                    <a:pt x="387" y="695"/>
                  </a:lnTo>
                  <a:lnTo>
                    <a:pt x="310" y="618"/>
                  </a:lnTo>
                  <a:lnTo>
                    <a:pt x="194" y="618"/>
                  </a:lnTo>
                  <a:lnTo>
                    <a:pt x="155" y="657"/>
                  </a:lnTo>
                  <a:lnTo>
                    <a:pt x="116" y="695"/>
                  </a:lnTo>
                  <a:lnTo>
                    <a:pt x="39" y="850"/>
                  </a:lnTo>
                  <a:lnTo>
                    <a:pt x="1" y="1004"/>
                  </a:lnTo>
                  <a:lnTo>
                    <a:pt x="1" y="1159"/>
                  </a:lnTo>
                  <a:lnTo>
                    <a:pt x="1" y="1274"/>
                  </a:lnTo>
                  <a:lnTo>
                    <a:pt x="39" y="1390"/>
                  </a:lnTo>
                  <a:lnTo>
                    <a:pt x="116" y="1506"/>
                  </a:lnTo>
                  <a:lnTo>
                    <a:pt x="310" y="1699"/>
                  </a:lnTo>
                  <a:lnTo>
                    <a:pt x="541" y="1854"/>
                  </a:lnTo>
                  <a:lnTo>
                    <a:pt x="812" y="1970"/>
                  </a:lnTo>
                  <a:lnTo>
                    <a:pt x="1082" y="2047"/>
                  </a:lnTo>
                  <a:lnTo>
                    <a:pt x="1352" y="2085"/>
                  </a:lnTo>
                  <a:lnTo>
                    <a:pt x="2626" y="2240"/>
                  </a:lnTo>
                  <a:lnTo>
                    <a:pt x="3862" y="2317"/>
                  </a:lnTo>
                  <a:lnTo>
                    <a:pt x="5136" y="2356"/>
                  </a:lnTo>
                  <a:lnTo>
                    <a:pt x="6372" y="2356"/>
                  </a:lnTo>
                  <a:lnTo>
                    <a:pt x="7531" y="2278"/>
                  </a:lnTo>
                  <a:lnTo>
                    <a:pt x="8689" y="2201"/>
                  </a:lnTo>
                  <a:lnTo>
                    <a:pt x="9847" y="2047"/>
                  </a:lnTo>
                  <a:lnTo>
                    <a:pt x="11006" y="1892"/>
                  </a:lnTo>
                  <a:lnTo>
                    <a:pt x="11392" y="1815"/>
                  </a:lnTo>
                  <a:lnTo>
                    <a:pt x="11740" y="1738"/>
                  </a:lnTo>
                  <a:lnTo>
                    <a:pt x="12126" y="1583"/>
                  </a:lnTo>
                  <a:lnTo>
                    <a:pt x="12473" y="1429"/>
                  </a:lnTo>
                  <a:lnTo>
                    <a:pt x="12744" y="1236"/>
                  </a:lnTo>
                  <a:lnTo>
                    <a:pt x="12859" y="1081"/>
                  </a:lnTo>
                  <a:lnTo>
                    <a:pt x="12937" y="927"/>
                  </a:lnTo>
                  <a:lnTo>
                    <a:pt x="13014" y="772"/>
                  </a:lnTo>
                  <a:lnTo>
                    <a:pt x="13052" y="579"/>
                  </a:lnTo>
                  <a:lnTo>
                    <a:pt x="13052" y="386"/>
                  </a:lnTo>
                  <a:lnTo>
                    <a:pt x="13052" y="155"/>
                  </a:lnTo>
                  <a:lnTo>
                    <a:pt x="13014" y="77"/>
                  </a:lnTo>
                  <a:lnTo>
                    <a:pt x="1293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01" name="Google Shape;2301;p9"/>
          <p:cNvSpPr txBox="1">
            <a:spLocks noGrp="1"/>
          </p:cNvSpPr>
          <p:nvPr>
            <p:ph type="title"/>
          </p:nvPr>
        </p:nvSpPr>
        <p:spPr>
          <a:xfrm>
            <a:off x="1540200" y="1611004"/>
            <a:ext cx="6063600" cy="822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65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302" name="Google Shape;2302;p9"/>
          <p:cNvSpPr txBox="1">
            <a:spLocks noGrp="1"/>
          </p:cNvSpPr>
          <p:nvPr>
            <p:ph type="subTitle" idx="1"/>
          </p:nvPr>
        </p:nvSpPr>
        <p:spPr>
          <a:xfrm>
            <a:off x="1540200" y="2435096"/>
            <a:ext cx="6063600" cy="109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7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grpSp>
        <p:nvGrpSpPr>
          <p:cNvPr id="2303" name="Google Shape;2303;p9"/>
          <p:cNvGrpSpPr/>
          <p:nvPr/>
        </p:nvGrpSpPr>
        <p:grpSpPr>
          <a:xfrm flipH="1">
            <a:off x="2070700" y="-77375"/>
            <a:ext cx="260625" cy="1230500"/>
            <a:chOff x="6815325" y="0"/>
            <a:chExt cx="260625" cy="1230500"/>
          </a:xfrm>
        </p:grpSpPr>
        <p:sp>
          <p:nvSpPr>
            <p:cNvPr id="2304" name="Google Shape;2304;p9"/>
            <p:cNvSpPr/>
            <p:nvPr/>
          </p:nvSpPr>
          <p:spPr>
            <a:xfrm>
              <a:off x="6943375" y="0"/>
              <a:ext cx="25" cy="916575"/>
            </a:xfrm>
            <a:custGeom>
              <a:avLst/>
              <a:gdLst/>
              <a:ahLst/>
              <a:cxnLst/>
              <a:rect l="l" t="t" r="r" b="b"/>
              <a:pathLst>
                <a:path w="1" h="36663" extrusionOk="0">
                  <a:moveTo>
                    <a:pt x="1" y="36662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5" name="Google Shape;2305;p9"/>
            <p:cNvSpPr/>
            <p:nvPr/>
          </p:nvSpPr>
          <p:spPr>
            <a:xfrm>
              <a:off x="6943375" y="0"/>
              <a:ext cx="25" cy="916575"/>
            </a:xfrm>
            <a:custGeom>
              <a:avLst/>
              <a:gdLst/>
              <a:ahLst/>
              <a:cxnLst/>
              <a:rect l="l" t="t" r="r" b="b"/>
              <a:pathLst>
                <a:path w="1" h="36663" fill="none" extrusionOk="0">
                  <a:moveTo>
                    <a:pt x="1" y="36662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6" name="Google Shape;2306;p9"/>
            <p:cNvSpPr/>
            <p:nvPr/>
          </p:nvSpPr>
          <p:spPr>
            <a:xfrm>
              <a:off x="6933275" y="0"/>
              <a:ext cx="19675" cy="916575"/>
            </a:xfrm>
            <a:custGeom>
              <a:avLst/>
              <a:gdLst/>
              <a:ahLst/>
              <a:cxnLst/>
              <a:rect l="l" t="t" r="r" b="b"/>
              <a:pathLst>
                <a:path w="787" h="36663" extrusionOk="0">
                  <a:moveTo>
                    <a:pt x="0" y="0"/>
                  </a:moveTo>
                  <a:lnTo>
                    <a:pt x="0" y="36662"/>
                  </a:lnTo>
                  <a:lnTo>
                    <a:pt x="787" y="36662"/>
                  </a:lnTo>
                  <a:lnTo>
                    <a:pt x="78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7" name="Google Shape;2307;p9"/>
            <p:cNvSpPr/>
            <p:nvPr/>
          </p:nvSpPr>
          <p:spPr>
            <a:xfrm>
              <a:off x="6815325" y="847475"/>
              <a:ext cx="260625" cy="383025"/>
            </a:xfrm>
            <a:custGeom>
              <a:avLst/>
              <a:gdLst/>
              <a:ahLst/>
              <a:cxnLst/>
              <a:rect l="l" t="t" r="r" b="b"/>
              <a:pathLst>
                <a:path w="10425" h="15321" extrusionOk="0">
                  <a:moveTo>
                    <a:pt x="7077" y="0"/>
                  </a:moveTo>
                  <a:lnTo>
                    <a:pt x="6718" y="23"/>
                  </a:lnTo>
                  <a:lnTo>
                    <a:pt x="6358" y="45"/>
                  </a:lnTo>
                  <a:lnTo>
                    <a:pt x="5999" y="90"/>
                  </a:lnTo>
                  <a:lnTo>
                    <a:pt x="5662" y="157"/>
                  </a:lnTo>
                  <a:lnTo>
                    <a:pt x="5303" y="247"/>
                  </a:lnTo>
                  <a:lnTo>
                    <a:pt x="4966" y="360"/>
                  </a:lnTo>
                  <a:lnTo>
                    <a:pt x="4651" y="472"/>
                  </a:lnTo>
                  <a:lnTo>
                    <a:pt x="4314" y="607"/>
                  </a:lnTo>
                  <a:lnTo>
                    <a:pt x="4000" y="764"/>
                  </a:lnTo>
                  <a:lnTo>
                    <a:pt x="3708" y="944"/>
                  </a:lnTo>
                  <a:lnTo>
                    <a:pt x="3416" y="1123"/>
                  </a:lnTo>
                  <a:lnTo>
                    <a:pt x="3123" y="1326"/>
                  </a:lnTo>
                  <a:lnTo>
                    <a:pt x="2831" y="1528"/>
                  </a:lnTo>
                  <a:lnTo>
                    <a:pt x="2584" y="1752"/>
                  </a:lnTo>
                  <a:lnTo>
                    <a:pt x="2315" y="1999"/>
                  </a:lnTo>
                  <a:lnTo>
                    <a:pt x="2068" y="2247"/>
                  </a:lnTo>
                  <a:lnTo>
                    <a:pt x="1843" y="2516"/>
                  </a:lnTo>
                  <a:lnTo>
                    <a:pt x="1618" y="2808"/>
                  </a:lnTo>
                  <a:lnTo>
                    <a:pt x="1394" y="3078"/>
                  </a:lnTo>
                  <a:lnTo>
                    <a:pt x="1214" y="3392"/>
                  </a:lnTo>
                  <a:lnTo>
                    <a:pt x="1012" y="3707"/>
                  </a:lnTo>
                  <a:lnTo>
                    <a:pt x="855" y="4021"/>
                  </a:lnTo>
                  <a:lnTo>
                    <a:pt x="697" y="4336"/>
                  </a:lnTo>
                  <a:lnTo>
                    <a:pt x="563" y="4695"/>
                  </a:lnTo>
                  <a:lnTo>
                    <a:pt x="428" y="5032"/>
                  </a:lnTo>
                  <a:lnTo>
                    <a:pt x="315" y="5392"/>
                  </a:lnTo>
                  <a:lnTo>
                    <a:pt x="226" y="5751"/>
                  </a:lnTo>
                  <a:lnTo>
                    <a:pt x="136" y="6110"/>
                  </a:lnTo>
                  <a:lnTo>
                    <a:pt x="68" y="6492"/>
                  </a:lnTo>
                  <a:lnTo>
                    <a:pt x="23" y="6874"/>
                  </a:lnTo>
                  <a:lnTo>
                    <a:pt x="1" y="7256"/>
                  </a:lnTo>
                  <a:lnTo>
                    <a:pt x="1" y="7661"/>
                  </a:lnTo>
                  <a:lnTo>
                    <a:pt x="1" y="8042"/>
                  </a:lnTo>
                  <a:lnTo>
                    <a:pt x="23" y="8447"/>
                  </a:lnTo>
                  <a:lnTo>
                    <a:pt x="68" y="8829"/>
                  </a:lnTo>
                  <a:lnTo>
                    <a:pt x="136" y="9211"/>
                  </a:lnTo>
                  <a:lnTo>
                    <a:pt x="226" y="9570"/>
                  </a:lnTo>
                  <a:lnTo>
                    <a:pt x="315" y="9929"/>
                  </a:lnTo>
                  <a:lnTo>
                    <a:pt x="428" y="10289"/>
                  </a:lnTo>
                  <a:lnTo>
                    <a:pt x="563" y="10648"/>
                  </a:lnTo>
                  <a:lnTo>
                    <a:pt x="697" y="10985"/>
                  </a:lnTo>
                  <a:lnTo>
                    <a:pt x="855" y="11322"/>
                  </a:lnTo>
                  <a:lnTo>
                    <a:pt x="1012" y="11637"/>
                  </a:lnTo>
                  <a:lnTo>
                    <a:pt x="1214" y="11951"/>
                  </a:lnTo>
                  <a:lnTo>
                    <a:pt x="1394" y="12243"/>
                  </a:lnTo>
                  <a:lnTo>
                    <a:pt x="1618" y="12535"/>
                  </a:lnTo>
                  <a:lnTo>
                    <a:pt x="1843" y="12805"/>
                  </a:lnTo>
                  <a:lnTo>
                    <a:pt x="2068" y="13075"/>
                  </a:lnTo>
                  <a:lnTo>
                    <a:pt x="2315" y="13344"/>
                  </a:lnTo>
                  <a:lnTo>
                    <a:pt x="2584" y="13569"/>
                  </a:lnTo>
                  <a:lnTo>
                    <a:pt x="2831" y="13793"/>
                  </a:lnTo>
                  <a:lnTo>
                    <a:pt x="3123" y="14018"/>
                  </a:lnTo>
                  <a:lnTo>
                    <a:pt x="3416" y="14220"/>
                  </a:lnTo>
                  <a:lnTo>
                    <a:pt x="3708" y="14400"/>
                  </a:lnTo>
                  <a:lnTo>
                    <a:pt x="4000" y="14580"/>
                  </a:lnTo>
                  <a:lnTo>
                    <a:pt x="4314" y="14714"/>
                  </a:lnTo>
                  <a:lnTo>
                    <a:pt x="4651" y="14872"/>
                  </a:lnTo>
                  <a:lnTo>
                    <a:pt x="4966" y="14984"/>
                  </a:lnTo>
                  <a:lnTo>
                    <a:pt x="5303" y="15074"/>
                  </a:lnTo>
                  <a:lnTo>
                    <a:pt x="5662" y="15164"/>
                  </a:lnTo>
                  <a:lnTo>
                    <a:pt x="5999" y="15231"/>
                  </a:lnTo>
                  <a:lnTo>
                    <a:pt x="6358" y="15276"/>
                  </a:lnTo>
                  <a:lnTo>
                    <a:pt x="6718" y="15321"/>
                  </a:lnTo>
                  <a:lnTo>
                    <a:pt x="7504" y="15321"/>
                  </a:lnTo>
                  <a:lnTo>
                    <a:pt x="7931" y="15276"/>
                  </a:lnTo>
                  <a:lnTo>
                    <a:pt x="8335" y="15209"/>
                  </a:lnTo>
                  <a:lnTo>
                    <a:pt x="8762" y="15119"/>
                  </a:lnTo>
                  <a:lnTo>
                    <a:pt x="9144" y="14984"/>
                  </a:lnTo>
                  <a:lnTo>
                    <a:pt x="9548" y="14849"/>
                  </a:lnTo>
                  <a:lnTo>
                    <a:pt x="9908" y="14692"/>
                  </a:lnTo>
                  <a:lnTo>
                    <a:pt x="10267" y="14512"/>
                  </a:lnTo>
                  <a:lnTo>
                    <a:pt x="9863" y="14243"/>
                  </a:lnTo>
                  <a:lnTo>
                    <a:pt x="9481" y="13951"/>
                  </a:lnTo>
                  <a:lnTo>
                    <a:pt x="9122" y="13636"/>
                  </a:lnTo>
                  <a:lnTo>
                    <a:pt x="8762" y="13299"/>
                  </a:lnTo>
                  <a:lnTo>
                    <a:pt x="8425" y="12940"/>
                  </a:lnTo>
                  <a:lnTo>
                    <a:pt x="8133" y="12558"/>
                  </a:lnTo>
                  <a:lnTo>
                    <a:pt x="7841" y="12153"/>
                  </a:lnTo>
                  <a:lnTo>
                    <a:pt x="7594" y="11727"/>
                  </a:lnTo>
                  <a:lnTo>
                    <a:pt x="7347" y="11300"/>
                  </a:lnTo>
                  <a:lnTo>
                    <a:pt x="7145" y="10828"/>
                  </a:lnTo>
                  <a:lnTo>
                    <a:pt x="6987" y="10356"/>
                  </a:lnTo>
                  <a:lnTo>
                    <a:pt x="6830" y="9862"/>
                  </a:lnTo>
                  <a:lnTo>
                    <a:pt x="6718" y="9345"/>
                  </a:lnTo>
                  <a:lnTo>
                    <a:pt x="6628" y="8829"/>
                  </a:lnTo>
                  <a:lnTo>
                    <a:pt x="6583" y="8290"/>
                  </a:lnTo>
                  <a:lnTo>
                    <a:pt x="6561" y="7750"/>
                  </a:lnTo>
                  <a:lnTo>
                    <a:pt x="6583" y="7211"/>
                  </a:lnTo>
                  <a:lnTo>
                    <a:pt x="6628" y="6650"/>
                  </a:lnTo>
                  <a:lnTo>
                    <a:pt x="6718" y="6133"/>
                  </a:lnTo>
                  <a:lnTo>
                    <a:pt x="6830" y="5616"/>
                  </a:lnTo>
                  <a:lnTo>
                    <a:pt x="6987" y="5100"/>
                  </a:lnTo>
                  <a:lnTo>
                    <a:pt x="7167" y="4605"/>
                  </a:lnTo>
                  <a:lnTo>
                    <a:pt x="7392" y="4134"/>
                  </a:lnTo>
                  <a:lnTo>
                    <a:pt x="7639" y="3684"/>
                  </a:lnTo>
                  <a:lnTo>
                    <a:pt x="7908" y="3257"/>
                  </a:lnTo>
                  <a:lnTo>
                    <a:pt x="8200" y="2853"/>
                  </a:lnTo>
                  <a:lnTo>
                    <a:pt x="8515" y="2449"/>
                  </a:lnTo>
                  <a:lnTo>
                    <a:pt x="8852" y="2089"/>
                  </a:lnTo>
                  <a:lnTo>
                    <a:pt x="9211" y="1752"/>
                  </a:lnTo>
                  <a:lnTo>
                    <a:pt x="9616" y="1438"/>
                  </a:lnTo>
                  <a:lnTo>
                    <a:pt x="10020" y="1168"/>
                  </a:lnTo>
                  <a:lnTo>
                    <a:pt x="10424" y="921"/>
                  </a:lnTo>
                  <a:lnTo>
                    <a:pt x="10065" y="719"/>
                  </a:lnTo>
                  <a:lnTo>
                    <a:pt x="9661" y="517"/>
                  </a:lnTo>
                  <a:lnTo>
                    <a:pt x="9256" y="382"/>
                  </a:lnTo>
                  <a:lnTo>
                    <a:pt x="8852" y="247"/>
                  </a:lnTo>
                  <a:lnTo>
                    <a:pt x="8425" y="135"/>
                  </a:lnTo>
                  <a:lnTo>
                    <a:pt x="7976" y="68"/>
                  </a:lnTo>
                  <a:lnTo>
                    <a:pt x="7527" y="23"/>
                  </a:lnTo>
                  <a:lnTo>
                    <a:pt x="707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8" name="Google Shape;2308;p9"/>
          <p:cNvGrpSpPr/>
          <p:nvPr/>
        </p:nvGrpSpPr>
        <p:grpSpPr>
          <a:xfrm flipH="1">
            <a:off x="8237350" y="-77375"/>
            <a:ext cx="599250" cy="1418100"/>
            <a:chOff x="310050" y="-1175"/>
            <a:chExt cx="599250" cy="1418100"/>
          </a:xfrm>
        </p:grpSpPr>
        <p:grpSp>
          <p:nvGrpSpPr>
            <p:cNvPr id="2309" name="Google Shape;2309;p9"/>
            <p:cNvGrpSpPr/>
            <p:nvPr/>
          </p:nvGrpSpPr>
          <p:grpSpPr>
            <a:xfrm>
              <a:off x="310050" y="-1175"/>
              <a:ext cx="599250" cy="1418100"/>
              <a:chOff x="310050" y="0"/>
              <a:chExt cx="599250" cy="1418100"/>
            </a:xfrm>
          </p:grpSpPr>
          <p:sp>
            <p:nvSpPr>
              <p:cNvPr id="2310" name="Google Shape;2310;p9"/>
              <p:cNvSpPr/>
              <p:nvPr/>
            </p:nvSpPr>
            <p:spPr>
              <a:xfrm>
                <a:off x="608250" y="0"/>
                <a:ext cx="25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1" h="36663" extrusionOk="0">
                    <a:moveTo>
                      <a:pt x="1" y="36662"/>
                    </a:move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Google Shape;2311;p9"/>
              <p:cNvSpPr/>
              <p:nvPr/>
            </p:nvSpPr>
            <p:spPr>
              <a:xfrm>
                <a:off x="608250" y="0"/>
                <a:ext cx="25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1" h="36663" fill="none" extrusionOk="0">
                    <a:moveTo>
                      <a:pt x="1" y="36662"/>
                    </a:moveTo>
                    <a:lnTo>
                      <a:pt x="1" y="0"/>
                    </a:lnTo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Google Shape;2312;p9"/>
              <p:cNvSpPr/>
              <p:nvPr/>
            </p:nvSpPr>
            <p:spPr>
              <a:xfrm>
                <a:off x="598700" y="0"/>
                <a:ext cx="19700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788" h="36663" extrusionOk="0">
                    <a:moveTo>
                      <a:pt x="1" y="0"/>
                    </a:moveTo>
                    <a:lnTo>
                      <a:pt x="1" y="36662"/>
                    </a:lnTo>
                    <a:lnTo>
                      <a:pt x="787" y="36662"/>
                    </a:lnTo>
                    <a:lnTo>
                      <a:pt x="78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Google Shape;2313;p9"/>
              <p:cNvSpPr/>
              <p:nvPr/>
            </p:nvSpPr>
            <p:spPr>
              <a:xfrm>
                <a:off x="310050" y="847475"/>
                <a:ext cx="599250" cy="570625"/>
              </a:xfrm>
              <a:custGeom>
                <a:avLst/>
                <a:gdLst/>
                <a:ahLst/>
                <a:cxnLst/>
                <a:rect l="l" t="t" r="r" b="b"/>
                <a:pathLst>
                  <a:path w="23970" h="22825" extrusionOk="0">
                    <a:moveTo>
                      <a:pt x="11996" y="0"/>
                    </a:moveTo>
                    <a:lnTo>
                      <a:pt x="7503" y="6425"/>
                    </a:lnTo>
                    <a:lnTo>
                      <a:pt x="0" y="8716"/>
                    </a:lnTo>
                    <a:lnTo>
                      <a:pt x="4718" y="14984"/>
                    </a:lnTo>
                    <a:lnTo>
                      <a:pt x="4560" y="22824"/>
                    </a:lnTo>
                    <a:lnTo>
                      <a:pt x="11996" y="20286"/>
                    </a:lnTo>
                    <a:lnTo>
                      <a:pt x="19409" y="22824"/>
                    </a:lnTo>
                    <a:lnTo>
                      <a:pt x="19252" y="14984"/>
                    </a:lnTo>
                    <a:lnTo>
                      <a:pt x="23970" y="8716"/>
                    </a:lnTo>
                    <a:lnTo>
                      <a:pt x="16489" y="6425"/>
                    </a:lnTo>
                    <a:lnTo>
                      <a:pt x="11996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14" name="Google Shape;2314;p9"/>
            <p:cNvSpPr/>
            <p:nvPr/>
          </p:nvSpPr>
          <p:spPr>
            <a:xfrm>
              <a:off x="445600" y="979650"/>
              <a:ext cx="328149" cy="312474"/>
            </a:xfrm>
            <a:custGeom>
              <a:avLst/>
              <a:gdLst/>
              <a:ahLst/>
              <a:cxnLst/>
              <a:rect l="l" t="t" r="r" b="b"/>
              <a:pathLst>
                <a:path w="23970" h="22825" extrusionOk="0">
                  <a:moveTo>
                    <a:pt x="11996" y="0"/>
                  </a:moveTo>
                  <a:lnTo>
                    <a:pt x="7503" y="6425"/>
                  </a:lnTo>
                  <a:lnTo>
                    <a:pt x="0" y="8716"/>
                  </a:lnTo>
                  <a:lnTo>
                    <a:pt x="4718" y="14984"/>
                  </a:lnTo>
                  <a:lnTo>
                    <a:pt x="4560" y="22824"/>
                  </a:lnTo>
                  <a:lnTo>
                    <a:pt x="11996" y="20286"/>
                  </a:lnTo>
                  <a:lnTo>
                    <a:pt x="19409" y="22824"/>
                  </a:lnTo>
                  <a:lnTo>
                    <a:pt x="19252" y="14984"/>
                  </a:lnTo>
                  <a:lnTo>
                    <a:pt x="23970" y="8716"/>
                  </a:lnTo>
                  <a:lnTo>
                    <a:pt x="16489" y="6425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424242">
                <a:alpha val="61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15" name="Google Shape;2315;p9"/>
          <p:cNvGrpSpPr/>
          <p:nvPr/>
        </p:nvGrpSpPr>
        <p:grpSpPr>
          <a:xfrm flipH="1">
            <a:off x="614850" y="-77375"/>
            <a:ext cx="297100" cy="2315550"/>
            <a:chOff x="8234700" y="-1175"/>
            <a:chExt cx="297100" cy="2315550"/>
          </a:xfrm>
        </p:grpSpPr>
        <p:grpSp>
          <p:nvGrpSpPr>
            <p:cNvPr id="2316" name="Google Shape;2316;p9"/>
            <p:cNvGrpSpPr/>
            <p:nvPr/>
          </p:nvGrpSpPr>
          <p:grpSpPr>
            <a:xfrm>
              <a:off x="8234700" y="-1175"/>
              <a:ext cx="297100" cy="2315550"/>
              <a:chOff x="8234700" y="-5937"/>
              <a:chExt cx="297100" cy="2315550"/>
            </a:xfrm>
          </p:grpSpPr>
          <p:sp>
            <p:nvSpPr>
              <p:cNvPr id="2317" name="Google Shape;2317;p9"/>
              <p:cNvSpPr/>
              <p:nvPr/>
            </p:nvSpPr>
            <p:spPr>
              <a:xfrm>
                <a:off x="8384650" y="-5937"/>
                <a:ext cx="25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1" h="86894" extrusionOk="0">
                    <a:moveTo>
                      <a:pt x="0" y="86893"/>
                    </a:move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Google Shape;2318;p9"/>
              <p:cNvSpPr/>
              <p:nvPr/>
            </p:nvSpPr>
            <p:spPr>
              <a:xfrm>
                <a:off x="8384650" y="-5937"/>
                <a:ext cx="25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1" h="86894" fill="none" extrusionOk="0">
                    <a:moveTo>
                      <a:pt x="0" y="86893"/>
                    </a:moveTo>
                    <a:lnTo>
                      <a:pt x="0" y="0"/>
                    </a:lnTo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Google Shape;2319;p9"/>
              <p:cNvSpPr/>
              <p:nvPr/>
            </p:nvSpPr>
            <p:spPr>
              <a:xfrm>
                <a:off x="8374525" y="-5937"/>
                <a:ext cx="19700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788" h="86894" extrusionOk="0">
                    <a:moveTo>
                      <a:pt x="1" y="0"/>
                    </a:moveTo>
                    <a:lnTo>
                      <a:pt x="1" y="86893"/>
                    </a:lnTo>
                    <a:lnTo>
                      <a:pt x="787" y="86893"/>
                    </a:lnTo>
                    <a:lnTo>
                      <a:pt x="78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Google Shape;2320;p9"/>
              <p:cNvSpPr/>
              <p:nvPr/>
            </p:nvSpPr>
            <p:spPr>
              <a:xfrm>
                <a:off x="8234700" y="2027088"/>
                <a:ext cx="297100" cy="282525"/>
              </a:xfrm>
              <a:custGeom>
                <a:avLst/>
                <a:gdLst/>
                <a:ahLst/>
                <a:cxnLst/>
                <a:rect l="l" t="t" r="r" b="b"/>
                <a:pathLst>
                  <a:path w="11884" h="11301" extrusionOk="0">
                    <a:moveTo>
                      <a:pt x="5931" y="1"/>
                    </a:moveTo>
                    <a:lnTo>
                      <a:pt x="3707" y="3191"/>
                    </a:lnTo>
                    <a:lnTo>
                      <a:pt x="0" y="4314"/>
                    </a:lnTo>
                    <a:lnTo>
                      <a:pt x="2337" y="7437"/>
                    </a:lnTo>
                    <a:lnTo>
                      <a:pt x="2269" y="11301"/>
                    </a:lnTo>
                    <a:lnTo>
                      <a:pt x="5931" y="10043"/>
                    </a:lnTo>
                    <a:lnTo>
                      <a:pt x="9615" y="11301"/>
                    </a:lnTo>
                    <a:lnTo>
                      <a:pt x="9548" y="7437"/>
                    </a:lnTo>
                    <a:lnTo>
                      <a:pt x="11884" y="4314"/>
                    </a:lnTo>
                    <a:lnTo>
                      <a:pt x="8155" y="3191"/>
                    </a:lnTo>
                    <a:lnTo>
                      <a:pt x="5931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21" name="Google Shape;2321;p9"/>
            <p:cNvSpPr/>
            <p:nvPr/>
          </p:nvSpPr>
          <p:spPr>
            <a:xfrm>
              <a:off x="8309450" y="2109800"/>
              <a:ext cx="147595" cy="140545"/>
            </a:xfrm>
            <a:custGeom>
              <a:avLst/>
              <a:gdLst/>
              <a:ahLst/>
              <a:cxnLst/>
              <a:rect l="l" t="t" r="r" b="b"/>
              <a:pathLst>
                <a:path w="23970" h="22825" extrusionOk="0">
                  <a:moveTo>
                    <a:pt x="11996" y="0"/>
                  </a:moveTo>
                  <a:lnTo>
                    <a:pt x="7503" y="6425"/>
                  </a:lnTo>
                  <a:lnTo>
                    <a:pt x="0" y="8716"/>
                  </a:lnTo>
                  <a:lnTo>
                    <a:pt x="4718" y="14984"/>
                  </a:lnTo>
                  <a:lnTo>
                    <a:pt x="4560" y="22824"/>
                  </a:lnTo>
                  <a:lnTo>
                    <a:pt x="11996" y="20286"/>
                  </a:lnTo>
                  <a:lnTo>
                    <a:pt x="19409" y="22824"/>
                  </a:lnTo>
                  <a:lnTo>
                    <a:pt x="19252" y="14984"/>
                  </a:lnTo>
                  <a:lnTo>
                    <a:pt x="23970" y="8716"/>
                  </a:lnTo>
                  <a:lnTo>
                    <a:pt x="16489" y="6425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424242">
                <a:alpha val="61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2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3" name="Google Shape;2323;p10"/>
          <p:cNvSpPr txBox="1">
            <a:spLocks noGrp="1"/>
          </p:cNvSpPr>
          <p:nvPr>
            <p:ph type="title"/>
          </p:nvPr>
        </p:nvSpPr>
        <p:spPr>
          <a:xfrm>
            <a:off x="713225" y="554150"/>
            <a:ext cx="3714900" cy="1486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 sz="35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324" name="Google Shape;2324;p10"/>
          <p:cNvGrpSpPr/>
          <p:nvPr/>
        </p:nvGrpSpPr>
        <p:grpSpPr>
          <a:xfrm>
            <a:off x="7958325" y="-77375"/>
            <a:ext cx="260625" cy="1230500"/>
            <a:chOff x="6815325" y="0"/>
            <a:chExt cx="260625" cy="1230500"/>
          </a:xfrm>
        </p:grpSpPr>
        <p:sp>
          <p:nvSpPr>
            <p:cNvPr id="2325" name="Google Shape;2325;p10"/>
            <p:cNvSpPr/>
            <p:nvPr/>
          </p:nvSpPr>
          <p:spPr>
            <a:xfrm>
              <a:off x="6943375" y="0"/>
              <a:ext cx="25" cy="916575"/>
            </a:xfrm>
            <a:custGeom>
              <a:avLst/>
              <a:gdLst/>
              <a:ahLst/>
              <a:cxnLst/>
              <a:rect l="l" t="t" r="r" b="b"/>
              <a:pathLst>
                <a:path w="1" h="36663" extrusionOk="0">
                  <a:moveTo>
                    <a:pt x="1" y="36662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6" name="Google Shape;2326;p10"/>
            <p:cNvSpPr/>
            <p:nvPr/>
          </p:nvSpPr>
          <p:spPr>
            <a:xfrm>
              <a:off x="6943375" y="0"/>
              <a:ext cx="25" cy="916575"/>
            </a:xfrm>
            <a:custGeom>
              <a:avLst/>
              <a:gdLst/>
              <a:ahLst/>
              <a:cxnLst/>
              <a:rect l="l" t="t" r="r" b="b"/>
              <a:pathLst>
                <a:path w="1" h="36663" fill="none" extrusionOk="0">
                  <a:moveTo>
                    <a:pt x="1" y="36662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7" name="Google Shape;2327;p10"/>
            <p:cNvSpPr/>
            <p:nvPr/>
          </p:nvSpPr>
          <p:spPr>
            <a:xfrm>
              <a:off x="6933275" y="0"/>
              <a:ext cx="19675" cy="916575"/>
            </a:xfrm>
            <a:custGeom>
              <a:avLst/>
              <a:gdLst/>
              <a:ahLst/>
              <a:cxnLst/>
              <a:rect l="l" t="t" r="r" b="b"/>
              <a:pathLst>
                <a:path w="787" h="36663" extrusionOk="0">
                  <a:moveTo>
                    <a:pt x="0" y="0"/>
                  </a:moveTo>
                  <a:lnTo>
                    <a:pt x="0" y="36662"/>
                  </a:lnTo>
                  <a:lnTo>
                    <a:pt x="787" y="36662"/>
                  </a:lnTo>
                  <a:lnTo>
                    <a:pt x="78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8" name="Google Shape;2328;p10"/>
            <p:cNvSpPr/>
            <p:nvPr/>
          </p:nvSpPr>
          <p:spPr>
            <a:xfrm>
              <a:off x="6815325" y="847475"/>
              <a:ext cx="260625" cy="383025"/>
            </a:xfrm>
            <a:custGeom>
              <a:avLst/>
              <a:gdLst/>
              <a:ahLst/>
              <a:cxnLst/>
              <a:rect l="l" t="t" r="r" b="b"/>
              <a:pathLst>
                <a:path w="10425" h="15321" extrusionOk="0">
                  <a:moveTo>
                    <a:pt x="7077" y="0"/>
                  </a:moveTo>
                  <a:lnTo>
                    <a:pt x="6718" y="23"/>
                  </a:lnTo>
                  <a:lnTo>
                    <a:pt x="6358" y="45"/>
                  </a:lnTo>
                  <a:lnTo>
                    <a:pt x="5999" y="90"/>
                  </a:lnTo>
                  <a:lnTo>
                    <a:pt x="5662" y="157"/>
                  </a:lnTo>
                  <a:lnTo>
                    <a:pt x="5303" y="247"/>
                  </a:lnTo>
                  <a:lnTo>
                    <a:pt x="4966" y="360"/>
                  </a:lnTo>
                  <a:lnTo>
                    <a:pt x="4651" y="472"/>
                  </a:lnTo>
                  <a:lnTo>
                    <a:pt x="4314" y="607"/>
                  </a:lnTo>
                  <a:lnTo>
                    <a:pt x="4000" y="764"/>
                  </a:lnTo>
                  <a:lnTo>
                    <a:pt x="3708" y="944"/>
                  </a:lnTo>
                  <a:lnTo>
                    <a:pt x="3416" y="1123"/>
                  </a:lnTo>
                  <a:lnTo>
                    <a:pt x="3123" y="1326"/>
                  </a:lnTo>
                  <a:lnTo>
                    <a:pt x="2831" y="1528"/>
                  </a:lnTo>
                  <a:lnTo>
                    <a:pt x="2584" y="1752"/>
                  </a:lnTo>
                  <a:lnTo>
                    <a:pt x="2315" y="1999"/>
                  </a:lnTo>
                  <a:lnTo>
                    <a:pt x="2068" y="2247"/>
                  </a:lnTo>
                  <a:lnTo>
                    <a:pt x="1843" y="2516"/>
                  </a:lnTo>
                  <a:lnTo>
                    <a:pt x="1618" y="2808"/>
                  </a:lnTo>
                  <a:lnTo>
                    <a:pt x="1394" y="3078"/>
                  </a:lnTo>
                  <a:lnTo>
                    <a:pt x="1214" y="3392"/>
                  </a:lnTo>
                  <a:lnTo>
                    <a:pt x="1012" y="3707"/>
                  </a:lnTo>
                  <a:lnTo>
                    <a:pt x="855" y="4021"/>
                  </a:lnTo>
                  <a:lnTo>
                    <a:pt x="697" y="4336"/>
                  </a:lnTo>
                  <a:lnTo>
                    <a:pt x="563" y="4695"/>
                  </a:lnTo>
                  <a:lnTo>
                    <a:pt x="428" y="5032"/>
                  </a:lnTo>
                  <a:lnTo>
                    <a:pt x="315" y="5392"/>
                  </a:lnTo>
                  <a:lnTo>
                    <a:pt x="226" y="5751"/>
                  </a:lnTo>
                  <a:lnTo>
                    <a:pt x="136" y="6110"/>
                  </a:lnTo>
                  <a:lnTo>
                    <a:pt x="68" y="6492"/>
                  </a:lnTo>
                  <a:lnTo>
                    <a:pt x="23" y="6874"/>
                  </a:lnTo>
                  <a:lnTo>
                    <a:pt x="1" y="7256"/>
                  </a:lnTo>
                  <a:lnTo>
                    <a:pt x="1" y="7661"/>
                  </a:lnTo>
                  <a:lnTo>
                    <a:pt x="1" y="8042"/>
                  </a:lnTo>
                  <a:lnTo>
                    <a:pt x="23" y="8447"/>
                  </a:lnTo>
                  <a:lnTo>
                    <a:pt x="68" y="8829"/>
                  </a:lnTo>
                  <a:lnTo>
                    <a:pt x="136" y="9211"/>
                  </a:lnTo>
                  <a:lnTo>
                    <a:pt x="226" y="9570"/>
                  </a:lnTo>
                  <a:lnTo>
                    <a:pt x="315" y="9929"/>
                  </a:lnTo>
                  <a:lnTo>
                    <a:pt x="428" y="10289"/>
                  </a:lnTo>
                  <a:lnTo>
                    <a:pt x="563" y="10648"/>
                  </a:lnTo>
                  <a:lnTo>
                    <a:pt x="697" y="10985"/>
                  </a:lnTo>
                  <a:lnTo>
                    <a:pt x="855" y="11322"/>
                  </a:lnTo>
                  <a:lnTo>
                    <a:pt x="1012" y="11637"/>
                  </a:lnTo>
                  <a:lnTo>
                    <a:pt x="1214" y="11951"/>
                  </a:lnTo>
                  <a:lnTo>
                    <a:pt x="1394" y="12243"/>
                  </a:lnTo>
                  <a:lnTo>
                    <a:pt x="1618" y="12535"/>
                  </a:lnTo>
                  <a:lnTo>
                    <a:pt x="1843" y="12805"/>
                  </a:lnTo>
                  <a:lnTo>
                    <a:pt x="2068" y="13075"/>
                  </a:lnTo>
                  <a:lnTo>
                    <a:pt x="2315" y="13344"/>
                  </a:lnTo>
                  <a:lnTo>
                    <a:pt x="2584" y="13569"/>
                  </a:lnTo>
                  <a:lnTo>
                    <a:pt x="2831" y="13793"/>
                  </a:lnTo>
                  <a:lnTo>
                    <a:pt x="3123" y="14018"/>
                  </a:lnTo>
                  <a:lnTo>
                    <a:pt x="3416" y="14220"/>
                  </a:lnTo>
                  <a:lnTo>
                    <a:pt x="3708" y="14400"/>
                  </a:lnTo>
                  <a:lnTo>
                    <a:pt x="4000" y="14580"/>
                  </a:lnTo>
                  <a:lnTo>
                    <a:pt x="4314" y="14714"/>
                  </a:lnTo>
                  <a:lnTo>
                    <a:pt x="4651" y="14872"/>
                  </a:lnTo>
                  <a:lnTo>
                    <a:pt x="4966" y="14984"/>
                  </a:lnTo>
                  <a:lnTo>
                    <a:pt x="5303" y="15074"/>
                  </a:lnTo>
                  <a:lnTo>
                    <a:pt x="5662" y="15164"/>
                  </a:lnTo>
                  <a:lnTo>
                    <a:pt x="5999" y="15231"/>
                  </a:lnTo>
                  <a:lnTo>
                    <a:pt x="6358" y="15276"/>
                  </a:lnTo>
                  <a:lnTo>
                    <a:pt x="6718" y="15321"/>
                  </a:lnTo>
                  <a:lnTo>
                    <a:pt x="7504" y="15321"/>
                  </a:lnTo>
                  <a:lnTo>
                    <a:pt x="7931" y="15276"/>
                  </a:lnTo>
                  <a:lnTo>
                    <a:pt x="8335" y="15209"/>
                  </a:lnTo>
                  <a:lnTo>
                    <a:pt x="8762" y="15119"/>
                  </a:lnTo>
                  <a:lnTo>
                    <a:pt x="9144" y="14984"/>
                  </a:lnTo>
                  <a:lnTo>
                    <a:pt x="9548" y="14849"/>
                  </a:lnTo>
                  <a:lnTo>
                    <a:pt x="9908" y="14692"/>
                  </a:lnTo>
                  <a:lnTo>
                    <a:pt x="10267" y="14512"/>
                  </a:lnTo>
                  <a:lnTo>
                    <a:pt x="9863" y="14243"/>
                  </a:lnTo>
                  <a:lnTo>
                    <a:pt x="9481" y="13951"/>
                  </a:lnTo>
                  <a:lnTo>
                    <a:pt x="9122" y="13636"/>
                  </a:lnTo>
                  <a:lnTo>
                    <a:pt x="8762" y="13299"/>
                  </a:lnTo>
                  <a:lnTo>
                    <a:pt x="8425" y="12940"/>
                  </a:lnTo>
                  <a:lnTo>
                    <a:pt x="8133" y="12558"/>
                  </a:lnTo>
                  <a:lnTo>
                    <a:pt x="7841" y="12153"/>
                  </a:lnTo>
                  <a:lnTo>
                    <a:pt x="7594" y="11727"/>
                  </a:lnTo>
                  <a:lnTo>
                    <a:pt x="7347" y="11300"/>
                  </a:lnTo>
                  <a:lnTo>
                    <a:pt x="7145" y="10828"/>
                  </a:lnTo>
                  <a:lnTo>
                    <a:pt x="6987" y="10356"/>
                  </a:lnTo>
                  <a:lnTo>
                    <a:pt x="6830" y="9862"/>
                  </a:lnTo>
                  <a:lnTo>
                    <a:pt x="6718" y="9345"/>
                  </a:lnTo>
                  <a:lnTo>
                    <a:pt x="6628" y="8829"/>
                  </a:lnTo>
                  <a:lnTo>
                    <a:pt x="6583" y="8290"/>
                  </a:lnTo>
                  <a:lnTo>
                    <a:pt x="6561" y="7750"/>
                  </a:lnTo>
                  <a:lnTo>
                    <a:pt x="6583" y="7211"/>
                  </a:lnTo>
                  <a:lnTo>
                    <a:pt x="6628" y="6650"/>
                  </a:lnTo>
                  <a:lnTo>
                    <a:pt x="6718" y="6133"/>
                  </a:lnTo>
                  <a:lnTo>
                    <a:pt x="6830" y="5616"/>
                  </a:lnTo>
                  <a:lnTo>
                    <a:pt x="6987" y="5100"/>
                  </a:lnTo>
                  <a:lnTo>
                    <a:pt x="7167" y="4605"/>
                  </a:lnTo>
                  <a:lnTo>
                    <a:pt x="7392" y="4134"/>
                  </a:lnTo>
                  <a:lnTo>
                    <a:pt x="7639" y="3684"/>
                  </a:lnTo>
                  <a:lnTo>
                    <a:pt x="7908" y="3257"/>
                  </a:lnTo>
                  <a:lnTo>
                    <a:pt x="8200" y="2853"/>
                  </a:lnTo>
                  <a:lnTo>
                    <a:pt x="8515" y="2449"/>
                  </a:lnTo>
                  <a:lnTo>
                    <a:pt x="8852" y="2089"/>
                  </a:lnTo>
                  <a:lnTo>
                    <a:pt x="9211" y="1752"/>
                  </a:lnTo>
                  <a:lnTo>
                    <a:pt x="9616" y="1438"/>
                  </a:lnTo>
                  <a:lnTo>
                    <a:pt x="10020" y="1168"/>
                  </a:lnTo>
                  <a:lnTo>
                    <a:pt x="10424" y="921"/>
                  </a:lnTo>
                  <a:lnTo>
                    <a:pt x="10065" y="719"/>
                  </a:lnTo>
                  <a:lnTo>
                    <a:pt x="9661" y="517"/>
                  </a:lnTo>
                  <a:lnTo>
                    <a:pt x="9256" y="382"/>
                  </a:lnTo>
                  <a:lnTo>
                    <a:pt x="8852" y="247"/>
                  </a:lnTo>
                  <a:lnTo>
                    <a:pt x="8425" y="135"/>
                  </a:lnTo>
                  <a:lnTo>
                    <a:pt x="7976" y="68"/>
                  </a:lnTo>
                  <a:lnTo>
                    <a:pt x="7527" y="23"/>
                  </a:lnTo>
                  <a:lnTo>
                    <a:pt x="707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29" name="Google Shape;2329;p10"/>
          <p:cNvGrpSpPr/>
          <p:nvPr/>
        </p:nvGrpSpPr>
        <p:grpSpPr>
          <a:xfrm>
            <a:off x="8539500" y="-77375"/>
            <a:ext cx="297100" cy="2315550"/>
            <a:chOff x="8234700" y="-1175"/>
            <a:chExt cx="297100" cy="2315550"/>
          </a:xfrm>
        </p:grpSpPr>
        <p:grpSp>
          <p:nvGrpSpPr>
            <p:cNvPr id="2330" name="Google Shape;2330;p10"/>
            <p:cNvGrpSpPr/>
            <p:nvPr/>
          </p:nvGrpSpPr>
          <p:grpSpPr>
            <a:xfrm>
              <a:off x="8234700" y="-1175"/>
              <a:ext cx="297100" cy="2315550"/>
              <a:chOff x="8234700" y="-5937"/>
              <a:chExt cx="297100" cy="2315550"/>
            </a:xfrm>
          </p:grpSpPr>
          <p:sp>
            <p:nvSpPr>
              <p:cNvPr id="2331" name="Google Shape;2331;p10"/>
              <p:cNvSpPr/>
              <p:nvPr/>
            </p:nvSpPr>
            <p:spPr>
              <a:xfrm>
                <a:off x="8384650" y="-5937"/>
                <a:ext cx="25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1" h="86894" extrusionOk="0">
                    <a:moveTo>
                      <a:pt x="0" y="86893"/>
                    </a:move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Google Shape;2332;p10"/>
              <p:cNvSpPr/>
              <p:nvPr/>
            </p:nvSpPr>
            <p:spPr>
              <a:xfrm>
                <a:off x="8384650" y="-5937"/>
                <a:ext cx="25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1" h="86894" fill="none" extrusionOk="0">
                    <a:moveTo>
                      <a:pt x="0" y="86893"/>
                    </a:moveTo>
                    <a:lnTo>
                      <a:pt x="0" y="0"/>
                    </a:lnTo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Google Shape;2333;p10"/>
              <p:cNvSpPr/>
              <p:nvPr/>
            </p:nvSpPr>
            <p:spPr>
              <a:xfrm>
                <a:off x="8374525" y="-5937"/>
                <a:ext cx="19700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788" h="86894" extrusionOk="0">
                    <a:moveTo>
                      <a:pt x="1" y="0"/>
                    </a:moveTo>
                    <a:lnTo>
                      <a:pt x="1" y="86893"/>
                    </a:lnTo>
                    <a:lnTo>
                      <a:pt x="787" y="86893"/>
                    </a:lnTo>
                    <a:lnTo>
                      <a:pt x="78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Google Shape;2334;p10"/>
              <p:cNvSpPr/>
              <p:nvPr/>
            </p:nvSpPr>
            <p:spPr>
              <a:xfrm>
                <a:off x="8234700" y="2027088"/>
                <a:ext cx="297100" cy="282525"/>
              </a:xfrm>
              <a:custGeom>
                <a:avLst/>
                <a:gdLst/>
                <a:ahLst/>
                <a:cxnLst/>
                <a:rect l="l" t="t" r="r" b="b"/>
                <a:pathLst>
                  <a:path w="11884" h="11301" extrusionOk="0">
                    <a:moveTo>
                      <a:pt x="5931" y="1"/>
                    </a:moveTo>
                    <a:lnTo>
                      <a:pt x="3707" y="3191"/>
                    </a:lnTo>
                    <a:lnTo>
                      <a:pt x="0" y="4314"/>
                    </a:lnTo>
                    <a:lnTo>
                      <a:pt x="2337" y="7437"/>
                    </a:lnTo>
                    <a:lnTo>
                      <a:pt x="2269" y="11301"/>
                    </a:lnTo>
                    <a:lnTo>
                      <a:pt x="5931" y="10043"/>
                    </a:lnTo>
                    <a:lnTo>
                      <a:pt x="9615" y="11301"/>
                    </a:lnTo>
                    <a:lnTo>
                      <a:pt x="9548" y="7437"/>
                    </a:lnTo>
                    <a:lnTo>
                      <a:pt x="11884" y="4314"/>
                    </a:lnTo>
                    <a:lnTo>
                      <a:pt x="8155" y="3191"/>
                    </a:lnTo>
                    <a:lnTo>
                      <a:pt x="5931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35" name="Google Shape;2335;p10"/>
            <p:cNvSpPr/>
            <p:nvPr/>
          </p:nvSpPr>
          <p:spPr>
            <a:xfrm>
              <a:off x="8309450" y="2109800"/>
              <a:ext cx="147595" cy="140545"/>
            </a:xfrm>
            <a:custGeom>
              <a:avLst/>
              <a:gdLst/>
              <a:ahLst/>
              <a:cxnLst/>
              <a:rect l="l" t="t" r="r" b="b"/>
              <a:pathLst>
                <a:path w="23970" h="22825" extrusionOk="0">
                  <a:moveTo>
                    <a:pt x="11996" y="0"/>
                  </a:moveTo>
                  <a:lnTo>
                    <a:pt x="7503" y="6425"/>
                  </a:lnTo>
                  <a:lnTo>
                    <a:pt x="0" y="8716"/>
                  </a:lnTo>
                  <a:lnTo>
                    <a:pt x="4718" y="14984"/>
                  </a:lnTo>
                  <a:lnTo>
                    <a:pt x="4560" y="22824"/>
                  </a:lnTo>
                  <a:lnTo>
                    <a:pt x="11996" y="20286"/>
                  </a:lnTo>
                  <a:lnTo>
                    <a:pt x="19409" y="22824"/>
                  </a:lnTo>
                  <a:lnTo>
                    <a:pt x="19252" y="14984"/>
                  </a:lnTo>
                  <a:lnTo>
                    <a:pt x="23970" y="8716"/>
                  </a:lnTo>
                  <a:lnTo>
                    <a:pt x="16489" y="6425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424242">
                <a:alpha val="61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26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">
  <p:cSld name="CUSTOM_4">
    <p:spTree>
      <p:nvGrpSpPr>
        <p:cNvPr id="1" name="Shape 3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11" name="Google Shape;3211;p15"/>
          <p:cNvGrpSpPr/>
          <p:nvPr/>
        </p:nvGrpSpPr>
        <p:grpSpPr>
          <a:xfrm>
            <a:off x="162878" y="103243"/>
            <a:ext cx="8818245" cy="4937014"/>
            <a:chOff x="238125" y="857725"/>
            <a:chExt cx="7143750" cy="3999525"/>
          </a:xfrm>
        </p:grpSpPr>
        <p:sp>
          <p:nvSpPr>
            <p:cNvPr id="3212" name="Google Shape;3212;p15"/>
            <p:cNvSpPr/>
            <p:nvPr/>
          </p:nvSpPr>
          <p:spPr>
            <a:xfrm>
              <a:off x="3447000" y="857725"/>
              <a:ext cx="309925" cy="605300"/>
            </a:xfrm>
            <a:custGeom>
              <a:avLst/>
              <a:gdLst/>
              <a:ahLst/>
              <a:cxnLst/>
              <a:rect l="l" t="t" r="r" b="b"/>
              <a:pathLst>
                <a:path w="12397" h="24212" extrusionOk="0">
                  <a:moveTo>
                    <a:pt x="7955" y="463"/>
                  </a:moveTo>
                  <a:lnTo>
                    <a:pt x="8496" y="502"/>
                  </a:lnTo>
                  <a:lnTo>
                    <a:pt x="9037" y="618"/>
                  </a:lnTo>
                  <a:lnTo>
                    <a:pt x="9500" y="811"/>
                  </a:lnTo>
                  <a:lnTo>
                    <a:pt x="9925" y="1043"/>
                  </a:lnTo>
                  <a:lnTo>
                    <a:pt x="10311" y="1352"/>
                  </a:lnTo>
                  <a:lnTo>
                    <a:pt x="10659" y="1699"/>
                  </a:lnTo>
                  <a:lnTo>
                    <a:pt x="10967" y="2085"/>
                  </a:lnTo>
                  <a:lnTo>
                    <a:pt x="11238" y="2510"/>
                  </a:lnTo>
                  <a:lnTo>
                    <a:pt x="11469" y="2973"/>
                  </a:lnTo>
                  <a:lnTo>
                    <a:pt x="11663" y="3437"/>
                  </a:lnTo>
                  <a:lnTo>
                    <a:pt x="11778" y="3939"/>
                  </a:lnTo>
                  <a:lnTo>
                    <a:pt x="11856" y="4441"/>
                  </a:lnTo>
                  <a:lnTo>
                    <a:pt x="11894" y="4981"/>
                  </a:lnTo>
                  <a:lnTo>
                    <a:pt x="11894" y="5483"/>
                  </a:lnTo>
                  <a:lnTo>
                    <a:pt x="11817" y="5985"/>
                  </a:lnTo>
                  <a:lnTo>
                    <a:pt x="11701" y="6487"/>
                  </a:lnTo>
                  <a:lnTo>
                    <a:pt x="11547" y="6989"/>
                  </a:lnTo>
                  <a:lnTo>
                    <a:pt x="11315" y="7453"/>
                  </a:lnTo>
                  <a:lnTo>
                    <a:pt x="11083" y="7916"/>
                  </a:lnTo>
                  <a:lnTo>
                    <a:pt x="10813" y="8341"/>
                  </a:lnTo>
                  <a:lnTo>
                    <a:pt x="10504" y="8766"/>
                  </a:lnTo>
                  <a:lnTo>
                    <a:pt x="10195" y="9152"/>
                  </a:lnTo>
                  <a:lnTo>
                    <a:pt x="9848" y="9499"/>
                  </a:lnTo>
                  <a:lnTo>
                    <a:pt x="9461" y="9847"/>
                  </a:lnTo>
                  <a:lnTo>
                    <a:pt x="9037" y="10156"/>
                  </a:lnTo>
                  <a:lnTo>
                    <a:pt x="8651" y="10465"/>
                  </a:lnTo>
                  <a:lnTo>
                    <a:pt x="8187" y="10735"/>
                  </a:lnTo>
                  <a:lnTo>
                    <a:pt x="7762" y="11005"/>
                  </a:lnTo>
                  <a:lnTo>
                    <a:pt x="6836" y="11469"/>
                  </a:lnTo>
                  <a:lnTo>
                    <a:pt x="5870" y="11855"/>
                  </a:lnTo>
                  <a:lnTo>
                    <a:pt x="5677" y="11855"/>
                  </a:lnTo>
                  <a:lnTo>
                    <a:pt x="5639" y="11932"/>
                  </a:lnTo>
                  <a:lnTo>
                    <a:pt x="5600" y="11932"/>
                  </a:lnTo>
                  <a:lnTo>
                    <a:pt x="4982" y="11276"/>
                  </a:lnTo>
                  <a:lnTo>
                    <a:pt x="4442" y="10542"/>
                  </a:lnTo>
                  <a:lnTo>
                    <a:pt x="3978" y="9808"/>
                  </a:lnTo>
                  <a:lnTo>
                    <a:pt x="3746" y="9383"/>
                  </a:lnTo>
                  <a:lnTo>
                    <a:pt x="3592" y="8997"/>
                  </a:lnTo>
                  <a:lnTo>
                    <a:pt x="3438" y="8611"/>
                  </a:lnTo>
                  <a:lnTo>
                    <a:pt x="3283" y="8186"/>
                  </a:lnTo>
                  <a:lnTo>
                    <a:pt x="3167" y="7762"/>
                  </a:lnTo>
                  <a:lnTo>
                    <a:pt x="3090" y="7298"/>
                  </a:lnTo>
                  <a:lnTo>
                    <a:pt x="3051" y="6873"/>
                  </a:lnTo>
                  <a:lnTo>
                    <a:pt x="3013" y="6410"/>
                  </a:lnTo>
                  <a:lnTo>
                    <a:pt x="3051" y="5947"/>
                  </a:lnTo>
                  <a:lnTo>
                    <a:pt x="3090" y="5483"/>
                  </a:lnTo>
                  <a:lnTo>
                    <a:pt x="3167" y="5020"/>
                  </a:lnTo>
                  <a:lnTo>
                    <a:pt x="3244" y="4557"/>
                  </a:lnTo>
                  <a:lnTo>
                    <a:pt x="3399" y="4093"/>
                  </a:lnTo>
                  <a:lnTo>
                    <a:pt x="3592" y="3668"/>
                  </a:lnTo>
                  <a:lnTo>
                    <a:pt x="3785" y="3205"/>
                  </a:lnTo>
                  <a:lnTo>
                    <a:pt x="4055" y="2819"/>
                  </a:lnTo>
                  <a:lnTo>
                    <a:pt x="4326" y="2394"/>
                  </a:lnTo>
                  <a:lnTo>
                    <a:pt x="4635" y="2047"/>
                  </a:lnTo>
                  <a:lnTo>
                    <a:pt x="4944" y="1699"/>
                  </a:lnTo>
                  <a:lnTo>
                    <a:pt x="5330" y="1390"/>
                  </a:lnTo>
                  <a:lnTo>
                    <a:pt x="5716" y="1081"/>
                  </a:lnTo>
                  <a:lnTo>
                    <a:pt x="6102" y="850"/>
                  </a:lnTo>
                  <a:lnTo>
                    <a:pt x="6527" y="695"/>
                  </a:lnTo>
                  <a:lnTo>
                    <a:pt x="6990" y="541"/>
                  </a:lnTo>
                  <a:lnTo>
                    <a:pt x="7453" y="463"/>
                  </a:lnTo>
                  <a:close/>
                  <a:moveTo>
                    <a:pt x="5561" y="12279"/>
                  </a:moveTo>
                  <a:lnTo>
                    <a:pt x="5600" y="12318"/>
                  </a:lnTo>
                  <a:lnTo>
                    <a:pt x="5677" y="12357"/>
                  </a:lnTo>
                  <a:lnTo>
                    <a:pt x="5793" y="12897"/>
                  </a:lnTo>
                  <a:lnTo>
                    <a:pt x="5793" y="12897"/>
                  </a:lnTo>
                  <a:lnTo>
                    <a:pt x="5098" y="12588"/>
                  </a:lnTo>
                  <a:lnTo>
                    <a:pt x="5561" y="12279"/>
                  </a:lnTo>
                  <a:close/>
                  <a:moveTo>
                    <a:pt x="3322" y="12975"/>
                  </a:moveTo>
                  <a:lnTo>
                    <a:pt x="3476" y="13477"/>
                  </a:lnTo>
                  <a:lnTo>
                    <a:pt x="3553" y="13979"/>
                  </a:lnTo>
                  <a:lnTo>
                    <a:pt x="3013" y="13979"/>
                  </a:lnTo>
                  <a:lnTo>
                    <a:pt x="2781" y="13940"/>
                  </a:lnTo>
                  <a:lnTo>
                    <a:pt x="2511" y="13824"/>
                  </a:lnTo>
                  <a:lnTo>
                    <a:pt x="2936" y="13399"/>
                  </a:lnTo>
                  <a:lnTo>
                    <a:pt x="3322" y="12975"/>
                  </a:lnTo>
                  <a:close/>
                  <a:moveTo>
                    <a:pt x="3940" y="14326"/>
                  </a:moveTo>
                  <a:lnTo>
                    <a:pt x="5098" y="14519"/>
                  </a:lnTo>
                  <a:lnTo>
                    <a:pt x="4442" y="15485"/>
                  </a:lnTo>
                  <a:lnTo>
                    <a:pt x="4287" y="15214"/>
                  </a:lnTo>
                  <a:lnTo>
                    <a:pt x="4171" y="14944"/>
                  </a:lnTo>
                  <a:lnTo>
                    <a:pt x="4055" y="14635"/>
                  </a:lnTo>
                  <a:lnTo>
                    <a:pt x="3978" y="14365"/>
                  </a:lnTo>
                  <a:lnTo>
                    <a:pt x="3940" y="14326"/>
                  </a:lnTo>
                  <a:close/>
                  <a:moveTo>
                    <a:pt x="3746" y="14596"/>
                  </a:moveTo>
                  <a:lnTo>
                    <a:pt x="3824" y="14944"/>
                  </a:lnTo>
                  <a:lnTo>
                    <a:pt x="3978" y="15291"/>
                  </a:lnTo>
                  <a:lnTo>
                    <a:pt x="4133" y="15600"/>
                  </a:lnTo>
                  <a:lnTo>
                    <a:pt x="4287" y="15909"/>
                  </a:lnTo>
                  <a:lnTo>
                    <a:pt x="4364" y="15987"/>
                  </a:lnTo>
                  <a:lnTo>
                    <a:pt x="4055" y="16411"/>
                  </a:lnTo>
                  <a:lnTo>
                    <a:pt x="3746" y="16875"/>
                  </a:lnTo>
                  <a:lnTo>
                    <a:pt x="3592" y="16411"/>
                  </a:lnTo>
                  <a:lnTo>
                    <a:pt x="3476" y="15948"/>
                  </a:lnTo>
                  <a:lnTo>
                    <a:pt x="3476" y="15716"/>
                  </a:lnTo>
                  <a:lnTo>
                    <a:pt x="3476" y="15446"/>
                  </a:lnTo>
                  <a:lnTo>
                    <a:pt x="3515" y="15214"/>
                  </a:lnTo>
                  <a:lnTo>
                    <a:pt x="3553" y="14983"/>
                  </a:lnTo>
                  <a:lnTo>
                    <a:pt x="3746" y="14596"/>
                  </a:lnTo>
                  <a:close/>
                  <a:moveTo>
                    <a:pt x="4480" y="16334"/>
                  </a:moveTo>
                  <a:lnTo>
                    <a:pt x="4673" y="16759"/>
                  </a:lnTo>
                  <a:lnTo>
                    <a:pt x="4789" y="17222"/>
                  </a:lnTo>
                  <a:lnTo>
                    <a:pt x="4789" y="17222"/>
                  </a:lnTo>
                  <a:lnTo>
                    <a:pt x="4364" y="17106"/>
                  </a:lnTo>
                  <a:lnTo>
                    <a:pt x="3940" y="17029"/>
                  </a:lnTo>
                  <a:lnTo>
                    <a:pt x="4480" y="16334"/>
                  </a:lnTo>
                  <a:close/>
                  <a:moveTo>
                    <a:pt x="2472" y="16875"/>
                  </a:moveTo>
                  <a:lnTo>
                    <a:pt x="3399" y="17106"/>
                  </a:lnTo>
                  <a:lnTo>
                    <a:pt x="3476" y="17261"/>
                  </a:lnTo>
                  <a:lnTo>
                    <a:pt x="3322" y="17377"/>
                  </a:lnTo>
                  <a:lnTo>
                    <a:pt x="3167" y="17570"/>
                  </a:lnTo>
                  <a:lnTo>
                    <a:pt x="2897" y="17917"/>
                  </a:lnTo>
                  <a:lnTo>
                    <a:pt x="2665" y="17415"/>
                  </a:lnTo>
                  <a:lnTo>
                    <a:pt x="2472" y="16875"/>
                  </a:lnTo>
                  <a:close/>
                  <a:moveTo>
                    <a:pt x="3360" y="19732"/>
                  </a:moveTo>
                  <a:lnTo>
                    <a:pt x="4055" y="20427"/>
                  </a:lnTo>
                  <a:lnTo>
                    <a:pt x="3553" y="20659"/>
                  </a:lnTo>
                  <a:lnTo>
                    <a:pt x="3013" y="20968"/>
                  </a:lnTo>
                  <a:lnTo>
                    <a:pt x="3167" y="20350"/>
                  </a:lnTo>
                  <a:lnTo>
                    <a:pt x="3360" y="19732"/>
                  </a:lnTo>
                  <a:close/>
                  <a:moveTo>
                    <a:pt x="5677" y="20118"/>
                  </a:moveTo>
                  <a:lnTo>
                    <a:pt x="5986" y="20196"/>
                  </a:lnTo>
                  <a:lnTo>
                    <a:pt x="5716" y="20891"/>
                  </a:lnTo>
                  <a:lnTo>
                    <a:pt x="5368" y="21547"/>
                  </a:lnTo>
                  <a:lnTo>
                    <a:pt x="4673" y="20582"/>
                  </a:lnTo>
                  <a:lnTo>
                    <a:pt x="4635" y="20543"/>
                  </a:lnTo>
                  <a:lnTo>
                    <a:pt x="4673" y="20234"/>
                  </a:lnTo>
                  <a:lnTo>
                    <a:pt x="5021" y="20157"/>
                  </a:lnTo>
                  <a:lnTo>
                    <a:pt x="5330" y="20118"/>
                  </a:lnTo>
                  <a:close/>
                  <a:moveTo>
                    <a:pt x="7453" y="0"/>
                  </a:moveTo>
                  <a:lnTo>
                    <a:pt x="7067" y="39"/>
                  </a:lnTo>
                  <a:lnTo>
                    <a:pt x="6720" y="154"/>
                  </a:lnTo>
                  <a:lnTo>
                    <a:pt x="6334" y="270"/>
                  </a:lnTo>
                  <a:lnTo>
                    <a:pt x="5986" y="425"/>
                  </a:lnTo>
                  <a:lnTo>
                    <a:pt x="5639" y="579"/>
                  </a:lnTo>
                  <a:lnTo>
                    <a:pt x="5291" y="811"/>
                  </a:lnTo>
                  <a:lnTo>
                    <a:pt x="4944" y="1043"/>
                  </a:lnTo>
                  <a:lnTo>
                    <a:pt x="4635" y="1313"/>
                  </a:lnTo>
                  <a:lnTo>
                    <a:pt x="4364" y="1622"/>
                  </a:lnTo>
                  <a:lnTo>
                    <a:pt x="4094" y="1892"/>
                  </a:lnTo>
                  <a:lnTo>
                    <a:pt x="3824" y="2240"/>
                  </a:lnTo>
                  <a:lnTo>
                    <a:pt x="3592" y="2549"/>
                  </a:lnTo>
                  <a:lnTo>
                    <a:pt x="3399" y="2896"/>
                  </a:lnTo>
                  <a:lnTo>
                    <a:pt x="3206" y="3282"/>
                  </a:lnTo>
                  <a:lnTo>
                    <a:pt x="3051" y="3630"/>
                  </a:lnTo>
                  <a:lnTo>
                    <a:pt x="2897" y="4016"/>
                  </a:lnTo>
                  <a:lnTo>
                    <a:pt x="2781" y="4402"/>
                  </a:lnTo>
                  <a:lnTo>
                    <a:pt x="2704" y="4788"/>
                  </a:lnTo>
                  <a:lnTo>
                    <a:pt x="2627" y="5174"/>
                  </a:lnTo>
                  <a:lnTo>
                    <a:pt x="2588" y="5599"/>
                  </a:lnTo>
                  <a:lnTo>
                    <a:pt x="2549" y="5985"/>
                  </a:lnTo>
                  <a:lnTo>
                    <a:pt x="2549" y="6410"/>
                  </a:lnTo>
                  <a:lnTo>
                    <a:pt x="2549" y="6835"/>
                  </a:lnTo>
                  <a:lnTo>
                    <a:pt x="2665" y="7723"/>
                  </a:lnTo>
                  <a:lnTo>
                    <a:pt x="2742" y="8148"/>
                  </a:lnTo>
                  <a:lnTo>
                    <a:pt x="2858" y="8572"/>
                  </a:lnTo>
                  <a:lnTo>
                    <a:pt x="3013" y="8997"/>
                  </a:lnTo>
                  <a:lnTo>
                    <a:pt x="3167" y="9383"/>
                  </a:lnTo>
                  <a:lnTo>
                    <a:pt x="3322" y="9808"/>
                  </a:lnTo>
                  <a:lnTo>
                    <a:pt x="3553" y="10194"/>
                  </a:lnTo>
                  <a:lnTo>
                    <a:pt x="3746" y="10542"/>
                  </a:lnTo>
                  <a:lnTo>
                    <a:pt x="4017" y="10928"/>
                  </a:lnTo>
                  <a:lnTo>
                    <a:pt x="4287" y="11237"/>
                  </a:lnTo>
                  <a:lnTo>
                    <a:pt x="4596" y="11546"/>
                  </a:lnTo>
                  <a:lnTo>
                    <a:pt x="4905" y="11855"/>
                  </a:lnTo>
                  <a:lnTo>
                    <a:pt x="5252" y="12086"/>
                  </a:lnTo>
                  <a:lnTo>
                    <a:pt x="4557" y="12473"/>
                  </a:lnTo>
                  <a:lnTo>
                    <a:pt x="4480" y="12550"/>
                  </a:lnTo>
                  <a:lnTo>
                    <a:pt x="4442" y="12666"/>
                  </a:lnTo>
                  <a:lnTo>
                    <a:pt x="4480" y="12781"/>
                  </a:lnTo>
                  <a:lnTo>
                    <a:pt x="4596" y="12859"/>
                  </a:lnTo>
                  <a:lnTo>
                    <a:pt x="5021" y="13013"/>
                  </a:lnTo>
                  <a:lnTo>
                    <a:pt x="4673" y="13168"/>
                  </a:lnTo>
                  <a:lnTo>
                    <a:pt x="4403" y="13361"/>
                  </a:lnTo>
                  <a:lnTo>
                    <a:pt x="4094" y="13554"/>
                  </a:lnTo>
                  <a:lnTo>
                    <a:pt x="3862" y="13785"/>
                  </a:lnTo>
                  <a:lnTo>
                    <a:pt x="3824" y="13477"/>
                  </a:lnTo>
                  <a:lnTo>
                    <a:pt x="3746" y="13168"/>
                  </a:lnTo>
                  <a:lnTo>
                    <a:pt x="3631" y="12859"/>
                  </a:lnTo>
                  <a:lnTo>
                    <a:pt x="3515" y="12550"/>
                  </a:lnTo>
                  <a:lnTo>
                    <a:pt x="3476" y="12473"/>
                  </a:lnTo>
                  <a:lnTo>
                    <a:pt x="3360" y="12434"/>
                  </a:lnTo>
                  <a:lnTo>
                    <a:pt x="3283" y="12473"/>
                  </a:lnTo>
                  <a:lnTo>
                    <a:pt x="3206" y="12511"/>
                  </a:lnTo>
                  <a:lnTo>
                    <a:pt x="2665" y="13168"/>
                  </a:lnTo>
                  <a:lnTo>
                    <a:pt x="2086" y="13747"/>
                  </a:lnTo>
                  <a:lnTo>
                    <a:pt x="2047" y="13824"/>
                  </a:lnTo>
                  <a:lnTo>
                    <a:pt x="2009" y="13901"/>
                  </a:lnTo>
                  <a:lnTo>
                    <a:pt x="2047" y="13979"/>
                  </a:lnTo>
                  <a:lnTo>
                    <a:pt x="2086" y="14056"/>
                  </a:lnTo>
                  <a:lnTo>
                    <a:pt x="2395" y="14210"/>
                  </a:lnTo>
                  <a:lnTo>
                    <a:pt x="2742" y="14287"/>
                  </a:lnTo>
                  <a:lnTo>
                    <a:pt x="3051" y="14365"/>
                  </a:lnTo>
                  <a:lnTo>
                    <a:pt x="3399" y="14365"/>
                  </a:lnTo>
                  <a:lnTo>
                    <a:pt x="3244" y="14635"/>
                  </a:lnTo>
                  <a:lnTo>
                    <a:pt x="3129" y="14944"/>
                  </a:lnTo>
                  <a:lnTo>
                    <a:pt x="3090" y="15176"/>
                  </a:lnTo>
                  <a:lnTo>
                    <a:pt x="3051" y="15407"/>
                  </a:lnTo>
                  <a:lnTo>
                    <a:pt x="3051" y="15871"/>
                  </a:lnTo>
                  <a:lnTo>
                    <a:pt x="3129" y="16295"/>
                  </a:lnTo>
                  <a:lnTo>
                    <a:pt x="3244" y="16759"/>
                  </a:lnTo>
                  <a:lnTo>
                    <a:pt x="2781" y="16566"/>
                  </a:lnTo>
                  <a:lnTo>
                    <a:pt x="2279" y="16411"/>
                  </a:lnTo>
                  <a:lnTo>
                    <a:pt x="2202" y="16411"/>
                  </a:lnTo>
                  <a:lnTo>
                    <a:pt x="2125" y="16450"/>
                  </a:lnTo>
                  <a:lnTo>
                    <a:pt x="2047" y="16527"/>
                  </a:lnTo>
                  <a:lnTo>
                    <a:pt x="2047" y="16643"/>
                  </a:lnTo>
                  <a:lnTo>
                    <a:pt x="2163" y="17106"/>
                  </a:lnTo>
                  <a:lnTo>
                    <a:pt x="2279" y="17531"/>
                  </a:lnTo>
                  <a:lnTo>
                    <a:pt x="2472" y="17956"/>
                  </a:lnTo>
                  <a:lnTo>
                    <a:pt x="2704" y="18381"/>
                  </a:lnTo>
                  <a:lnTo>
                    <a:pt x="2781" y="18458"/>
                  </a:lnTo>
                  <a:lnTo>
                    <a:pt x="2858" y="18496"/>
                  </a:lnTo>
                  <a:lnTo>
                    <a:pt x="2936" y="18458"/>
                  </a:lnTo>
                  <a:lnTo>
                    <a:pt x="3013" y="18381"/>
                  </a:lnTo>
                  <a:lnTo>
                    <a:pt x="3322" y="18033"/>
                  </a:lnTo>
                  <a:lnTo>
                    <a:pt x="3515" y="17801"/>
                  </a:lnTo>
                  <a:lnTo>
                    <a:pt x="3631" y="17608"/>
                  </a:lnTo>
                  <a:lnTo>
                    <a:pt x="3708" y="17763"/>
                  </a:lnTo>
                  <a:lnTo>
                    <a:pt x="3978" y="18342"/>
                  </a:lnTo>
                  <a:lnTo>
                    <a:pt x="4133" y="18960"/>
                  </a:lnTo>
                  <a:lnTo>
                    <a:pt x="4248" y="19539"/>
                  </a:lnTo>
                  <a:lnTo>
                    <a:pt x="4248" y="20157"/>
                  </a:lnTo>
                  <a:lnTo>
                    <a:pt x="3438" y="19307"/>
                  </a:lnTo>
                  <a:lnTo>
                    <a:pt x="3399" y="19269"/>
                  </a:lnTo>
                  <a:lnTo>
                    <a:pt x="3206" y="19269"/>
                  </a:lnTo>
                  <a:lnTo>
                    <a:pt x="3167" y="19346"/>
                  </a:lnTo>
                  <a:lnTo>
                    <a:pt x="2974" y="19809"/>
                  </a:lnTo>
                  <a:lnTo>
                    <a:pt x="2781" y="20273"/>
                  </a:lnTo>
                  <a:lnTo>
                    <a:pt x="2665" y="20775"/>
                  </a:lnTo>
                  <a:lnTo>
                    <a:pt x="2627" y="21315"/>
                  </a:lnTo>
                  <a:lnTo>
                    <a:pt x="2627" y="21393"/>
                  </a:lnTo>
                  <a:lnTo>
                    <a:pt x="2704" y="21470"/>
                  </a:lnTo>
                  <a:lnTo>
                    <a:pt x="2781" y="21508"/>
                  </a:lnTo>
                  <a:lnTo>
                    <a:pt x="2897" y="21470"/>
                  </a:lnTo>
                  <a:lnTo>
                    <a:pt x="3515" y="21161"/>
                  </a:lnTo>
                  <a:lnTo>
                    <a:pt x="4171" y="20775"/>
                  </a:lnTo>
                  <a:lnTo>
                    <a:pt x="4055" y="21161"/>
                  </a:lnTo>
                  <a:lnTo>
                    <a:pt x="3901" y="21547"/>
                  </a:lnTo>
                  <a:lnTo>
                    <a:pt x="3669" y="22049"/>
                  </a:lnTo>
                  <a:lnTo>
                    <a:pt x="3322" y="22551"/>
                  </a:lnTo>
                  <a:lnTo>
                    <a:pt x="2897" y="23014"/>
                  </a:lnTo>
                  <a:lnTo>
                    <a:pt x="2627" y="23246"/>
                  </a:lnTo>
                  <a:lnTo>
                    <a:pt x="2395" y="23401"/>
                  </a:lnTo>
                  <a:lnTo>
                    <a:pt x="2125" y="23594"/>
                  </a:lnTo>
                  <a:lnTo>
                    <a:pt x="1854" y="23709"/>
                  </a:lnTo>
                  <a:lnTo>
                    <a:pt x="1584" y="23787"/>
                  </a:lnTo>
                  <a:lnTo>
                    <a:pt x="1314" y="23787"/>
                  </a:lnTo>
                  <a:lnTo>
                    <a:pt x="1082" y="23748"/>
                  </a:lnTo>
                  <a:lnTo>
                    <a:pt x="812" y="23671"/>
                  </a:lnTo>
                  <a:lnTo>
                    <a:pt x="541" y="23516"/>
                  </a:lnTo>
                  <a:lnTo>
                    <a:pt x="310" y="23285"/>
                  </a:lnTo>
                  <a:lnTo>
                    <a:pt x="233" y="23246"/>
                  </a:lnTo>
                  <a:lnTo>
                    <a:pt x="78" y="23246"/>
                  </a:lnTo>
                  <a:lnTo>
                    <a:pt x="39" y="23362"/>
                  </a:lnTo>
                  <a:lnTo>
                    <a:pt x="1" y="23401"/>
                  </a:lnTo>
                  <a:lnTo>
                    <a:pt x="39" y="23478"/>
                  </a:lnTo>
                  <a:lnTo>
                    <a:pt x="155" y="23632"/>
                  </a:lnTo>
                  <a:lnTo>
                    <a:pt x="271" y="23787"/>
                  </a:lnTo>
                  <a:lnTo>
                    <a:pt x="387" y="23903"/>
                  </a:lnTo>
                  <a:lnTo>
                    <a:pt x="541" y="24018"/>
                  </a:lnTo>
                  <a:lnTo>
                    <a:pt x="696" y="24096"/>
                  </a:lnTo>
                  <a:lnTo>
                    <a:pt x="889" y="24134"/>
                  </a:lnTo>
                  <a:lnTo>
                    <a:pt x="1236" y="24211"/>
                  </a:lnTo>
                  <a:lnTo>
                    <a:pt x="1584" y="24173"/>
                  </a:lnTo>
                  <a:lnTo>
                    <a:pt x="1970" y="24096"/>
                  </a:lnTo>
                  <a:lnTo>
                    <a:pt x="2318" y="23941"/>
                  </a:lnTo>
                  <a:lnTo>
                    <a:pt x="2665" y="23748"/>
                  </a:lnTo>
                  <a:lnTo>
                    <a:pt x="3013" y="23478"/>
                  </a:lnTo>
                  <a:lnTo>
                    <a:pt x="3322" y="23207"/>
                  </a:lnTo>
                  <a:lnTo>
                    <a:pt x="3631" y="22860"/>
                  </a:lnTo>
                  <a:lnTo>
                    <a:pt x="3901" y="22512"/>
                  </a:lnTo>
                  <a:lnTo>
                    <a:pt x="4133" y="22126"/>
                  </a:lnTo>
                  <a:lnTo>
                    <a:pt x="4326" y="21702"/>
                  </a:lnTo>
                  <a:lnTo>
                    <a:pt x="4480" y="21315"/>
                  </a:lnTo>
                  <a:lnTo>
                    <a:pt x="4596" y="20852"/>
                  </a:lnTo>
                  <a:lnTo>
                    <a:pt x="5214" y="21972"/>
                  </a:lnTo>
                  <a:lnTo>
                    <a:pt x="5291" y="22049"/>
                  </a:lnTo>
                  <a:lnTo>
                    <a:pt x="5368" y="22088"/>
                  </a:lnTo>
                  <a:lnTo>
                    <a:pt x="5446" y="22049"/>
                  </a:lnTo>
                  <a:lnTo>
                    <a:pt x="5523" y="22010"/>
                  </a:lnTo>
                  <a:lnTo>
                    <a:pt x="5793" y="21547"/>
                  </a:lnTo>
                  <a:lnTo>
                    <a:pt x="6025" y="21084"/>
                  </a:lnTo>
                  <a:lnTo>
                    <a:pt x="6411" y="20118"/>
                  </a:lnTo>
                  <a:lnTo>
                    <a:pt x="6411" y="20041"/>
                  </a:lnTo>
                  <a:lnTo>
                    <a:pt x="6411" y="19964"/>
                  </a:lnTo>
                  <a:lnTo>
                    <a:pt x="6372" y="19925"/>
                  </a:lnTo>
                  <a:lnTo>
                    <a:pt x="6295" y="19887"/>
                  </a:lnTo>
                  <a:lnTo>
                    <a:pt x="5909" y="19771"/>
                  </a:lnTo>
                  <a:lnTo>
                    <a:pt x="5484" y="19732"/>
                  </a:lnTo>
                  <a:lnTo>
                    <a:pt x="5098" y="19732"/>
                  </a:lnTo>
                  <a:lnTo>
                    <a:pt x="4673" y="19848"/>
                  </a:lnTo>
                  <a:lnTo>
                    <a:pt x="4635" y="19230"/>
                  </a:lnTo>
                  <a:lnTo>
                    <a:pt x="4519" y="18651"/>
                  </a:lnTo>
                  <a:lnTo>
                    <a:pt x="4287" y="18033"/>
                  </a:lnTo>
                  <a:lnTo>
                    <a:pt x="4055" y="17454"/>
                  </a:lnTo>
                  <a:lnTo>
                    <a:pt x="4055" y="17454"/>
                  </a:lnTo>
                  <a:lnTo>
                    <a:pt x="4519" y="17531"/>
                  </a:lnTo>
                  <a:lnTo>
                    <a:pt x="4982" y="17608"/>
                  </a:lnTo>
                  <a:lnTo>
                    <a:pt x="5059" y="17608"/>
                  </a:lnTo>
                  <a:lnTo>
                    <a:pt x="5098" y="17531"/>
                  </a:lnTo>
                  <a:lnTo>
                    <a:pt x="5137" y="17492"/>
                  </a:lnTo>
                  <a:lnTo>
                    <a:pt x="5137" y="17377"/>
                  </a:lnTo>
                  <a:lnTo>
                    <a:pt x="5098" y="17029"/>
                  </a:lnTo>
                  <a:lnTo>
                    <a:pt x="4982" y="16643"/>
                  </a:lnTo>
                  <a:lnTo>
                    <a:pt x="4828" y="16295"/>
                  </a:lnTo>
                  <a:lnTo>
                    <a:pt x="4673" y="15987"/>
                  </a:lnTo>
                  <a:lnTo>
                    <a:pt x="4596" y="15909"/>
                  </a:lnTo>
                  <a:lnTo>
                    <a:pt x="4635" y="15909"/>
                  </a:lnTo>
                  <a:lnTo>
                    <a:pt x="5600" y="14481"/>
                  </a:lnTo>
                  <a:lnTo>
                    <a:pt x="5639" y="14365"/>
                  </a:lnTo>
                  <a:lnTo>
                    <a:pt x="5600" y="14287"/>
                  </a:lnTo>
                  <a:lnTo>
                    <a:pt x="5561" y="14210"/>
                  </a:lnTo>
                  <a:lnTo>
                    <a:pt x="5446" y="14172"/>
                  </a:lnTo>
                  <a:lnTo>
                    <a:pt x="4210" y="13979"/>
                  </a:lnTo>
                  <a:lnTo>
                    <a:pt x="4480" y="13747"/>
                  </a:lnTo>
                  <a:lnTo>
                    <a:pt x="4789" y="13554"/>
                  </a:lnTo>
                  <a:lnTo>
                    <a:pt x="5098" y="13361"/>
                  </a:lnTo>
                  <a:lnTo>
                    <a:pt x="5407" y="13168"/>
                  </a:lnTo>
                  <a:lnTo>
                    <a:pt x="6025" y="13399"/>
                  </a:lnTo>
                  <a:lnTo>
                    <a:pt x="6141" y="13438"/>
                  </a:lnTo>
                  <a:lnTo>
                    <a:pt x="6218" y="13361"/>
                  </a:lnTo>
                  <a:lnTo>
                    <a:pt x="6256" y="13283"/>
                  </a:lnTo>
                  <a:lnTo>
                    <a:pt x="6295" y="13168"/>
                  </a:lnTo>
                  <a:lnTo>
                    <a:pt x="6179" y="12704"/>
                  </a:lnTo>
                  <a:lnTo>
                    <a:pt x="6063" y="12241"/>
                  </a:lnTo>
                  <a:lnTo>
                    <a:pt x="6913" y="11932"/>
                  </a:lnTo>
                  <a:lnTo>
                    <a:pt x="7724" y="11584"/>
                  </a:lnTo>
                  <a:lnTo>
                    <a:pt x="8535" y="11121"/>
                  </a:lnTo>
                  <a:lnTo>
                    <a:pt x="9268" y="10619"/>
                  </a:lnTo>
                  <a:lnTo>
                    <a:pt x="9963" y="10078"/>
                  </a:lnTo>
                  <a:lnTo>
                    <a:pt x="10311" y="9770"/>
                  </a:lnTo>
                  <a:lnTo>
                    <a:pt x="10620" y="9422"/>
                  </a:lnTo>
                  <a:lnTo>
                    <a:pt x="10890" y="9074"/>
                  </a:lnTo>
                  <a:lnTo>
                    <a:pt x="11161" y="8727"/>
                  </a:lnTo>
                  <a:lnTo>
                    <a:pt x="11392" y="8341"/>
                  </a:lnTo>
                  <a:lnTo>
                    <a:pt x="11624" y="7955"/>
                  </a:lnTo>
                  <a:lnTo>
                    <a:pt x="11817" y="7568"/>
                  </a:lnTo>
                  <a:lnTo>
                    <a:pt x="11971" y="7182"/>
                  </a:lnTo>
                  <a:lnTo>
                    <a:pt x="12126" y="6758"/>
                  </a:lnTo>
                  <a:lnTo>
                    <a:pt x="12242" y="6333"/>
                  </a:lnTo>
                  <a:lnTo>
                    <a:pt x="12319" y="5947"/>
                  </a:lnTo>
                  <a:lnTo>
                    <a:pt x="12358" y="5522"/>
                  </a:lnTo>
                  <a:lnTo>
                    <a:pt x="12396" y="5097"/>
                  </a:lnTo>
                  <a:lnTo>
                    <a:pt x="12396" y="4672"/>
                  </a:lnTo>
                  <a:lnTo>
                    <a:pt x="12358" y="4248"/>
                  </a:lnTo>
                  <a:lnTo>
                    <a:pt x="12280" y="3823"/>
                  </a:lnTo>
                  <a:lnTo>
                    <a:pt x="12203" y="3437"/>
                  </a:lnTo>
                  <a:lnTo>
                    <a:pt x="12049" y="3051"/>
                  </a:lnTo>
                  <a:lnTo>
                    <a:pt x="11894" y="2664"/>
                  </a:lnTo>
                  <a:lnTo>
                    <a:pt x="11701" y="2278"/>
                  </a:lnTo>
                  <a:lnTo>
                    <a:pt x="11469" y="1892"/>
                  </a:lnTo>
                  <a:lnTo>
                    <a:pt x="11161" y="1545"/>
                  </a:lnTo>
                  <a:lnTo>
                    <a:pt x="10890" y="1274"/>
                  </a:lnTo>
                  <a:lnTo>
                    <a:pt x="10620" y="1004"/>
                  </a:lnTo>
                  <a:lnTo>
                    <a:pt x="10311" y="772"/>
                  </a:lnTo>
                  <a:lnTo>
                    <a:pt x="9963" y="579"/>
                  </a:lnTo>
                  <a:lnTo>
                    <a:pt x="9655" y="386"/>
                  </a:lnTo>
                  <a:lnTo>
                    <a:pt x="9307" y="232"/>
                  </a:lnTo>
                  <a:lnTo>
                    <a:pt x="8921" y="116"/>
                  </a:lnTo>
                  <a:lnTo>
                    <a:pt x="8573" y="39"/>
                  </a:lnTo>
                  <a:lnTo>
                    <a:pt x="818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3" name="Google Shape;3213;p15"/>
            <p:cNvSpPr/>
            <p:nvPr/>
          </p:nvSpPr>
          <p:spPr>
            <a:xfrm>
              <a:off x="5860425" y="885700"/>
              <a:ext cx="324400" cy="208550"/>
            </a:xfrm>
            <a:custGeom>
              <a:avLst/>
              <a:gdLst/>
              <a:ahLst/>
              <a:cxnLst/>
              <a:rect l="l" t="t" r="r" b="b"/>
              <a:pathLst>
                <a:path w="12976" h="8342" extrusionOk="0">
                  <a:moveTo>
                    <a:pt x="6759" y="310"/>
                  </a:moveTo>
                  <a:lnTo>
                    <a:pt x="6874" y="348"/>
                  </a:lnTo>
                  <a:lnTo>
                    <a:pt x="7029" y="387"/>
                  </a:lnTo>
                  <a:lnTo>
                    <a:pt x="7222" y="503"/>
                  </a:lnTo>
                  <a:lnTo>
                    <a:pt x="7299" y="503"/>
                  </a:lnTo>
                  <a:lnTo>
                    <a:pt x="7454" y="773"/>
                  </a:lnTo>
                  <a:lnTo>
                    <a:pt x="7569" y="1043"/>
                  </a:lnTo>
                  <a:lnTo>
                    <a:pt x="7608" y="1352"/>
                  </a:lnTo>
                  <a:lnTo>
                    <a:pt x="7569" y="1661"/>
                  </a:lnTo>
                  <a:lnTo>
                    <a:pt x="7492" y="1970"/>
                  </a:lnTo>
                  <a:lnTo>
                    <a:pt x="7415" y="2240"/>
                  </a:lnTo>
                  <a:lnTo>
                    <a:pt x="7222" y="2858"/>
                  </a:lnTo>
                  <a:lnTo>
                    <a:pt x="6411" y="4905"/>
                  </a:lnTo>
                  <a:lnTo>
                    <a:pt x="6411" y="4944"/>
                  </a:lnTo>
                  <a:lnTo>
                    <a:pt x="6295" y="4944"/>
                  </a:lnTo>
                  <a:lnTo>
                    <a:pt x="6218" y="3978"/>
                  </a:lnTo>
                  <a:lnTo>
                    <a:pt x="6141" y="2974"/>
                  </a:lnTo>
                  <a:lnTo>
                    <a:pt x="6141" y="1854"/>
                  </a:lnTo>
                  <a:lnTo>
                    <a:pt x="6179" y="1352"/>
                  </a:lnTo>
                  <a:lnTo>
                    <a:pt x="6218" y="1043"/>
                  </a:lnTo>
                  <a:lnTo>
                    <a:pt x="6295" y="735"/>
                  </a:lnTo>
                  <a:lnTo>
                    <a:pt x="6450" y="503"/>
                  </a:lnTo>
                  <a:lnTo>
                    <a:pt x="6527" y="426"/>
                  </a:lnTo>
                  <a:lnTo>
                    <a:pt x="6643" y="348"/>
                  </a:lnTo>
                  <a:lnTo>
                    <a:pt x="6759" y="310"/>
                  </a:lnTo>
                  <a:close/>
                  <a:moveTo>
                    <a:pt x="11972" y="4712"/>
                  </a:moveTo>
                  <a:lnTo>
                    <a:pt x="12087" y="4750"/>
                  </a:lnTo>
                  <a:lnTo>
                    <a:pt x="12165" y="4828"/>
                  </a:lnTo>
                  <a:lnTo>
                    <a:pt x="12281" y="4905"/>
                  </a:lnTo>
                  <a:lnTo>
                    <a:pt x="12319" y="4982"/>
                  </a:lnTo>
                  <a:lnTo>
                    <a:pt x="12396" y="5137"/>
                  </a:lnTo>
                  <a:lnTo>
                    <a:pt x="12435" y="5484"/>
                  </a:lnTo>
                  <a:lnTo>
                    <a:pt x="12319" y="5600"/>
                  </a:lnTo>
                  <a:lnTo>
                    <a:pt x="12126" y="5677"/>
                  </a:lnTo>
                  <a:lnTo>
                    <a:pt x="11933" y="5754"/>
                  </a:lnTo>
                  <a:lnTo>
                    <a:pt x="11701" y="5793"/>
                  </a:lnTo>
                  <a:lnTo>
                    <a:pt x="11199" y="5832"/>
                  </a:lnTo>
                  <a:lnTo>
                    <a:pt x="10041" y="5832"/>
                  </a:lnTo>
                  <a:lnTo>
                    <a:pt x="9230" y="5754"/>
                  </a:lnTo>
                  <a:lnTo>
                    <a:pt x="8612" y="5677"/>
                  </a:lnTo>
                  <a:lnTo>
                    <a:pt x="7994" y="5561"/>
                  </a:lnTo>
                  <a:lnTo>
                    <a:pt x="6759" y="5252"/>
                  </a:lnTo>
                  <a:lnTo>
                    <a:pt x="7956" y="5021"/>
                  </a:lnTo>
                  <a:lnTo>
                    <a:pt x="9191" y="4866"/>
                  </a:lnTo>
                  <a:lnTo>
                    <a:pt x="9925" y="4789"/>
                  </a:lnTo>
                  <a:lnTo>
                    <a:pt x="10659" y="4750"/>
                  </a:lnTo>
                  <a:lnTo>
                    <a:pt x="11354" y="4712"/>
                  </a:lnTo>
                  <a:close/>
                  <a:moveTo>
                    <a:pt x="5639" y="5754"/>
                  </a:moveTo>
                  <a:lnTo>
                    <a:pt x="4558" y="6449"/>
                  </a:lnTo>
                  <a:lnTo>
                    <a:pt x="3438" y="7106"/>
                  </a:lnTo>
                  <a:lnTo>
                    <a:pt x="2820" y="7376"/>
                  </a:lnTo>
                  <a:lnTo>
                    <a:pt x="2202" y="7685"/>
                  </a:lnTo>
                  <a:lnTo>
                    <a:pt x="1816" y="7801"/>
                  </a:lnTo>
                  <a:lnTo>
                    <a:pt x="1430" y="7917"/>
                  </a:lnTo>
                  <a:lnTo>
                    <a:pt x="1121" y="7955"/>
                  </a:lnTo>
                  <a:lnTo>
                    <a:pt x="928" y="7917"/>
                  </a:lnTo>
                  <a:lnTo>
                    <a:pt x="851" y="7878"/>
                  </a:lnTo>
                  <a:lnTo>
                    <a:pt x="773" y="7801"/>
                  </a:lnTo>
                  <a:lnTo>
                    <a:pt x="735" y="7685"/>
                  </a:lnTo>
                  <a:lnTo>
                    <a:pt x="696" y="7531"/>
                  </a:lnTo>
                  <a:lnTo>
                    <a:pt x="696" y="7376"/>
                  </a:lnTo>
                  <a:lnTo>
                    <a:pt x="696" y="7222"/>
                  </a:lnTo>
                  <a:lnTo>
                    <a:pt x="735" y="7145"/>
                  </a:lnTo>
                  <a:lnTo>
                    <a:pt x="812" y="7067"/>
                  </a:lnTo>
                  <a:lnTo>
                    <a:pt x="1005" y="6990"/>
                  </a:lnTo>
                  <a:lnTo>
                    <a:pt x="1275" y="6874"/>
                  </a:lnTo>
                  <a:lnTo>
                    <a:pt x="1893" y="6643"/>
                  </a:lnTo>
                  <a:lnTo>
                    <a:pt x="2743" y="6449"/>
                  </a:lnTo>
                  <a:lnTo>
                    <a:pt x="3592" y="6295"/>
                  </a:lnTo>
                  <a:lnTo>
                    <a:pt x="4635" y="6063"/>
                  </a:lnTo>
                  <a:lnTo>
                    <a:pt x="5137" y="5909"/>
                  </a:lnTo>
                  <a:lnTo>
                    <a:pt x="5639" y="5754"/>
                  </a:lnTo>
                  <a:close/>
                  <a:moveTo>
                    <a:pt x="6952" y="1"/>
                  </a:moveTo>
                  <a:lnTo>
                    <a:pt x="6720" y="39"/>
                  </a:lnTo>
                  <a:lnTo>
                    <a:pt x="6527" y="117"/>
                  </a:lnTo>
                  <a:lnTo>
                    <a:pt x="6334" y="233"/>
                  </a:lnTo>
                  <a:lnTo>
                    <a:pt x="6141" y="426"/>
                  </a:lnTo>
                  <a:lnTo>
                    <a:pt x="5986" y="619"/>
                  </a:lnTo>
                  <a:lnTo>
                    <a:pt x="5909" y="812"/>
                  </a:lnTo>
                  <a:lnTo>
                    <a:pt x="5793" y="1275"/>
                  </a:lnTo>
                  <a:lnTo>
                    <a:pt x="5793" y="1777"/>
                  </a:lnTo>
                  <a:lnTo>
                    <a:pt x="5832" y="2742"/>
                  </a:lnTo>
                  <a:lnTo>
                    <a:pt x="5909" y="3901"/>
                  </a:lnTo>
                  <a:lnTo>
                    <a:pt x="5986" y="4480"/>
                  </a:lnTo>
                  <a:lnTo>
                    <a:pt x="6064" y="5021"/>
                  </a:lnTo>
                  <a:lnTo>
                    <a:pt x="6025" y="5137"/>
                  </a:lnTo>
                  <a:lnTo>
                    <a:pt x="6064" y="5252"/>
                  </a:lnTo>
                  <a:lnTo>
                    <a:pt x="5523" y="5446"/>
                  </a:lnTo>
                  <a:lnTo>
                    <a:pt x="4982" y="5561"/>
                  </a:lnTo>
                  <a:lnTo>
                    <a:pt x="3940" y="5832"/>
                  </a:lnTo>
                  <a:lnTo>
                    <a:pt x="2858" y="6025"/>
                  </a:lnTo>
                  <a:lnTo>
                    <a:pt x="2318" y="6179"/>
                  </a:lnTo>
                  <a:lnTo>
                    <a:pt x="1777" y="6295"/>
                  </a:lnTo>
                  <a:lnTo>
                    <a:pt x="1198" y="6488"/>
                  </a:lnTo>
                  <a:lnTo>
                    <a:pt x="851" y="6643"/>
                  </a:lnTo>
                  <a:lnTo>
                    <a:pt x="503" y="6836"/>
                  </a:lnTo>
                  <a:lnTo>
                    <a:pt x="233" y="7029"/>
                  </a:lnTo>
                  <a:lnTo>
                    <a:pt x="117" y="7145"/>
                  </a:lnTo>
                  <a:lnTo>
                    <a:pt x="40" y="7299"/>
                  </a:lnTo>
                  <a:lnTo>
                    <a:pt x="1" y="7415"/>
                  </a:lnTo>
                  <a:lnTo>
                    <a:pt x="1" y="7569"/>
                  </a:lnTo>
                  <a:lnTo>
                    <a:pt x="40" y="7724"/>
                  </a:lnTo>
                  <a:lnTo>
                    <a:pt x="117" y="7917"/>
                  </a:lnTo>
                  <a:lnTo>
                    <a:pt x="233" y="8033"/>
                  </a:lnTo>
                  <a:lnTo>
                    <a:pt x="349" y="8149"/>
                  </a:lnTo>
                  <a:lnTo>
                    <a:pt x="503" y="8226"/>
                  </a:lnTo>
                  <a:lnTo>
                    <a:pt x="619" y="8264"/>
                  </a:lnTo>
                  <a:lnTo>
                    <a:pt x="928" y="8342"/>
                  </a:lnTo>
                  <a:lnTo>
                    <a:pt x="1275" y="8342"/>
                  </a:lnTo>
                  <a:lnTo>
                    <a:pt x="1623" y="8303"/>
                  </a:lnTo>
                  <a:lnTo>
                    <a:pt x="1932" y="8187"/>
                  </a:lnTo>
                  <a:lnTo>
                    <a:pt x="2550" y="7994"/>
                  </a:lnTo>
                  <a:lnTo>
                    <a:pt x="3554" y="7531"/>
                  </a:lnTo>
                  <a:lnTo>
                    <a:pt x="4519" y="6990"/>
                  </a:lnTo>
                  <a:lnTo>
                    <a:pt x="5446" y="6372"/>
                  </a:lnTo>
                  <a:lnTo>
                    <a:pt x="5909" y="6063"/>
                  </a:lnTo>
                  <a:lnTo>
                    <a:pt x="6334" y="5716"/>
                  </a:lnTo>
                  <a:lnTo>
                    <a:pt x="6527" y="6102"/>
                  </a:lnTo>
                  <a:lnTo>
                    <a:pt x="6643" y="6295"/>
                  </a:lnTo>
                  <a:lnTo>
                    <a:pt x="6759" y="6449"/>
                  </a:lnTo>
                  <a:lnTo>
                    <a:pt x="7029" y="6372"/>
                  </a:lnTo>
                  <a:lnTo>
                    <a:pt x="7029" y="6334"/>
                  </a:lnTo>
                  <a:lnTo>
                    <a:pt x="6836" y="5986"/>
                  </a:lnTo>
                  <a:lnTo>
                    <a:pt x="6759" y="5832"/>
                  </a:lnTo>
                  <a:lnTo>
                    <a:pt x="6720" y="5639"/>
                  </a:lnTo>
                  <a:lnTo>
                    <a:pt x="6720" y="5561"/>
                  </a:lnTo>
                  <a:lnTo>
                    <a:pt x="7569" y="5832"/>
                  </a:lnTo>
                  <a:lnTo>
                    <a:pt x="8496" y="6063"/>
                  </a:lnTo>
                  <a:lnTo>
                    <a:pt x="9384" y="6179"/>
                  </a:lnTo>
                  <a:lnTo>
                    <a:pt x="10311" y="6218"/>
                  </a:lnTo>
                  <a:lnTo>
                    <a:pt x="11006" y="6218"/>
                  </a:lnTo>
                  <a:lnTo>
                    <a:pt x="11470" y="6179"/>
                  </a:lnTo>
                  <a:lnTo>
                    <a:pt x="11933" y="6141"/>
                  </a:lnTo>
                  <a:lnTo>
                    <a:pt x="12358" y="5986"/>
                  </a:lnTo>
                  <a:lnTo>
                    <a:pt x="12512" y="5909"/>
                  </a:lnTo>
                  <a:lnTo>
                    <a:pt x="12667" y="5793"/>
                  </a:lnTo>
                  <a:lnTo>
                    <a:pt x="12821" y="5677"/>
                  </a:lnTo>
                  <a:lnTo>
                    <a:pt x="12898" y="5523"/>
                  </a:lnTo>
                  <a:lnTo>
                    <a:pt x="12976" y="5368"/>
                  </a:lnTo>
                  <a:lnTo>
                    <a:pt x="12976" y="5175"/>
                  </a:lnTo>
                  <a:lnTo>
                    <a:pt x="12976" y="4982"/>
                  </a:lnTo>
                  <a:lnTo>
                    <a:pt x="12898" y="4828"/>
                  </a:lnTo>
                  <a:lnTo>
                    <a:pt x="12821" y="4712"/>
                  </a:lnTo>
                  <a:lnTo>
                    <a:pt x="12744" y="4635"/>
                  </a:lnTo>
                  <a:lnTo>
                    <a:pt x="12628" y="4519"/>
                  </a:lnTo>
                  <a:lnTo>
                    <a:pt x="12474" y="4480"/>
                  </a:lnTo>
                  <a:lnTo>
                    <a:pt x="12165" y="4364"/>
                  </a:lnTo>
                  <a:lnTo>
                    <a:pt x="11817" y="4326"/>
                  </a:lnTo>
                  <a:lnTo>
                    <a:pt x="11470" y="4326"/>
                  </a:lnTo>
                  <a:lnTo>
                    <a:pt x="10890" y="4364"/>
                  </a:lnTo>
                  <a:lnTo>
                    <a:pt x="9848" y="4403"/>
                  </a:lnTo>
                  <a:lnTo>
                    <a:pt x="8844" y="4480"/>
                  </a:lnTo>
                  <a:lnTo>
                    <a:pt x="7840" y="4635"/>
                  </a:lnTo>
                  <a:lnTo>
                    <a:pt x="6836" y="4828"/>
                  </a:lnTo>
                  <a:lnTo>
                    <a:pt x="7376" y="3476"/>
                  </a:lnTo>
                  <a:lnTo>
                    <a:pt x="7647" y="2742"/>
                  </a:lnTo>
                  <a:lnTo>
                    <a:pt x="7840" y="2047"/>
                  </a:lnTo>
                  <a:lnTo>
                    <a:pt x="7917" y="1816"/>
                  </a:lnTo>
                  <a:lnTo>
                    <a:pt x="7917" y="1545"/>
                  </a:lnTo>
                  <a:lnTo>
                    <a:pt x="7917" y="1314"/>
                  </a:lnTo>
                  <a:lnTo>
                    <a:pt x="7878" y="1082"/>
                  </a:lnTo>
                  <a:lnTo>
                    <a:pt x="7801" y="850"/>
                  </a:lnTo>
                  <a:lnTo>
                    <a:pt x="7685" y="619"/>
                  </a:lnTo>
                  <a:lnTo>
                    <a:pt x="7531" y="426"/>
                  </a:lnTo>
                  <a:lnTo>
                    <a:pt x="7338" y="271"/>
                  </a:lnTo>
                  <a:lnTo>
                    <a:pt x="7261" y="155"/>
                  </a:lnTo>
                  <a:lnTo>
                    <a:pt x="7145" y="78"/>
                  </a:lnTo>
                  <a:lnTo>
                    <a:pt x="695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4" name="Google Shape;3214;p15"/>
            <p:cNvSpPr/>
            <p:nvPr/>
          </p:nvSpPr>
          <p:spPr>
            <a:xfrm>
              <a:off x="6760175" y="920450"/>
              <a:ext cx="375550" cy="387150"/>
            </a:xfrm>
            <a:custGeom>
              <a:avLst/>
              <a:gdLst/>
              <a:ahLst/>
              <a:cxnLst/>
              <a:rect l="l" t="t" r="r" b="b"/>
              <a:pathLst>
                <a:path w="15022" h="15486" extrusionOk="0">
                  <a:moveTo>
                    <a:pt x="7491" y="503"/>
                  </a:moveTo>
                  <a:lnTo>
                    <a:pt x="8032" y="542"/>
                  </a:lnTo>
                  <a:lnTo>
                    <a:pt x="8611" y="580"/>
                  </a:lnTo>
                  <a:lnTo>
                    <a:pt x="9152" y="696"/>
                  </a:lnTo>
                  <a:lnTo>
                    <a:pt x="9692" y="850"/>
                  </a:lnTo>
                  <a:lnTo>
                    <a:pt x="10194" y="1044"/>
                  </a:lnTo>
                  <a:lnTo>
                    <a:pt x="10696" y="1275"/>
                  </a:lnTo>
                  <a:lnTo>
                    <a:pt x="11160" y="1546"/>
                  </a:lnTo>
                  <a:lnTo>
                    <a:pt x="11623" y="1816"/>
                  </a:lnTo>
                  <a:lnTo>
                    <a:pt x="10812" y="2202"/>
                  </a:lnTo>
                  <a:lnTo>
                    <a:pt x="10079" y="2627"/>
                  </a:lnTo>
                  <a:lnTo>
                    <a:pt x="9306" y="3090"/>
                  </a:lnTo>
                  <a:lnTo>
                    <a:pt x="8611" y="3631"/>
                  </a:lnTo>
                  <a:lnTo>
                    <a:pt x="7955" y="4171"/>
                  </a:lnTo>
                  <a:lnTo>
                    <a:pt x="7298" y="4789"/>
                  </a:lnTo>
                  <a:lnTo>
                    <a:pt x="6719" y="5446"/>
                  </a:lnTo>
                  <a:lnTo>
                    <a:pt x="6140" y="6141"/>
                  </a:lnTo>
                  <a:lnTo>
                    <a:pt x="5638" y="6874"/>
                  </a:lnTo>
                  <a:lnTo>
                    <a:pt x="5213" y="7647"/>
                  </a:lnTo>
                  <a:lnTo>
                    <a:pt x="4788" y="8419"/>
                  </a:lnTo>
                  <a:lnTo>
                    <a:pt x="4479" y="9230"/>
                  </a:lnTo>
                  <a:lnTo>
                    <a:pt x="4170" y="10041"/>
                  </a:lnTo>
                  <a:lnTo>
                    <a:pt x="3977" y="10890"/>
                  </a:lnTo>
                  <a:lnTo>
                    <a:pt x="3823" y="11778"/>
                  </a:lnTo>
                  <a:lnTo>
                    <a:pt x="3746" y="12667"/>
                  </a:lnTo>
                  <a:lnTo>
                    <a:pt x="3591" y="12667"/>
                  </a:lnTo>
                  <a:lnTo>
                    <a:pt x="3282" y="11856"/>
                  </a:lnTo>
                  <a:lnTo>
                    <a:pt x="3051" y="11045"/>
                  </a:lnTo>
                  <a:lnTo>
                    <a:pt x="2858" y="10195"/>
                  </a:lnTo>
                  <a:lnTo>
                    <a:pt x="2703" y="9346"/>
                  </a:lnTo>
                  <a:lnTo>
                    <a:pt x="2587" y="8535"/>
                  </a:lnTo>
                  <a:lnTo>
                    <a:pt x="2549" y="7685"/>
                  </a:lnTo>
                  <a:lnTo>
                    <a:pt x="2587" y="6797"/>
                  </a:lnTo>
                  <a:lnTo>
                    <a:pt x="2703" y="5948"/>
                  </a:lnTo>
                  <a:lnTo>
                    <a:pt x="2858" y="5214"/>
                  </a:lnTo>
                  <a:lnTo>
                    <a:pt x="3051" y="4519"/>
                  </a:lnTo>
                  <a:lnTo>
                    <a:pt x="3321" y="3824"/>
                  </a:lnTo>
                  <a:lnTo>
                    <a:pt x="3668" y="3206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30"/>
                  </a:lnTo>
                  <a:lnTo>
                    <a:pt x="5406" y="889"/>
                  </a:lnTo>
                  <a:lnTo>
                    <a:pt x="5908" y="735"/>
                  </a:lnTo>
                  <a:lnTo>
                    <a:pt x="6410" y="619"/>
                  </a:lnTo>
                  <a:lnTo>
                    <a:pt x="6951" y="542"/>
                  </a:lnTo>
                  <a:lnTo>
                    <a:pt x="7491" y="503"/>
                  </a:lnTo>
                  <a:close/>
                  <a:moveTo>
                    <a:pt x="11971" y="2086"/>
                  </a:moveTo>
                  <a:lnTo>
                    <a:pt x="12357" y="2434"/>
                  </a:lnTo>
                  <a:lnTo>
                    <a:pt x="12704" y="2820"/>
                  </a:lnTo>
                  <a:lnTo>
                    <a:pt x="13052" y="3206"/>
                  </a:lnTo>
                  <a:lnTo>
                    <a:pt x="13322" y="3669"/>
                  </a:lnTo>
                  <a:lnTo>
                    <a:pt x="13592" y="4094"/>
                  </a:lnTo>
                  <a:lnTo>
                    <a:pt x="13863" y="4596"/>
                  </a:lnTo>
                  <a:lnTo>
                    <a:pt x="14056" y="5098"/>
                  </a:lnTo>
                  <a:lnTo>
                    <a:pt x="14210" y="5600"/>
                  </a:lnTo>
                  <a:lnTo>
                    <a:pt x="14326" y="6102"/>
                  </a:lnTo>
                  <a:lnTo>
                    <a:pt x="14442" y="6643"/>
                  </a:lnTo>
                  <a:lnTo>
                    <a:pt x="13670" y="6681"/>
                  </a:lnTo>
                  <a:lnTo>
                    <a:pt x="12897" y="6797"/>
                  </a:lnTo>
                  <a:lnTo>
                    <a:pt x="12164" y="6952"/>
                  </a:lnTo>
                  <a:lnTo>
                    <a:pt x="11391" y="7145"/>
                  </a:lnTo>
                  <a:lnTo>
                    <a:pt x="10658" y="7415"/>
                  </a:lnTo>
                  <a:lnTo>
                    <a:pt x="9963" y="7724"/>
                  </a:lnTo>
                  <a:lnTo>
                    <a:pt x="9229" y="8033"/>
                  </a:lnTo>
                  <a:lnTo>
                    <a:pt x="8534" y="8419"/>
                  </a:lnTo>
                  <a:lnTo>
                    <a:pt x="7877" y="8844"/>
                  </a:lnTo>
                  <a:lnTo>
                    <a:pt x="7260" y="9307"/>
                  </a:lnTo>
                  <a:lnTo>
                    <a:pt x="6642" y="9809"/>
                  </a:lnTo>
                  <a:lnTo>
                    <a:pt x="6101" y="10350"/>
                  </a:lnTo>
                  <a:lnTo>
                    <a:pt x="5561" y="10890"/>
                  </a:lnTo>
                  <a:lnTo>
                    <a:pt x="5097" y="11508"/>
                  </a:lnTo>
                  <a:lnTo>
                    <a:pt x="4634" y="12126"/>
                  </a:lnTo>
                  <a:lnTo>
                    <a:pt x="4248" y="12821"/>
                  </a:lnTo>
                  <a:lnTo>
                    <a:pt x="4132" y="12744"/>
                  </a:lnTo>
                  <a:lnTo>
                    <a:pt x="3977" y="12667"/>
                  </a:lnTo>
                  <a:lnTo>
                    <a:pt x="4093" y="11817"/>
                  </a:lnTo>
                  <a:lnTo>
                    <a:pt x="4325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3" y="8496"/>
                  </a:lnTo>
                  <a:lnTo>
                    <a:pt x="5599" y="7724"/>
                  </a:lnTo>
                  <a:lnTo>
                    <a:pt x="6024" y="6990"/>
                  </a:lnTo>
                  <a:lnTo>
                    <a:pt x="6526" y="6295"/>
                  </a:lnTo>
                  <a:lnTo>
                    <a:pt x="7067" y="5600"/>
                  </a:lnTo>
                  <a:lnTo>
                    <a:pt x="7607" y="4982"/>
                  </a:lnTo>
                  <a:lnTo>
                    <a:pt x="8225" y="4403"/>
                  </a:lnTo>
                  <a:lnTo>
                    <a:pt x="8920" y="3824"/>
                  </a:lnTo>
                  <a:lnTo>
                    <a:pt x="9615" y="3322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71" y="2086"/>
                  </a:lnTo>
                  <a:close/>
                  <a:moveTo>
                    <a:pt x="14481" y="6990"/>
                  </a:moveTo>
                  <a:lnTo>
                    <a:pt x="14481" y="7840"/>
                  </a:lnTo>
                  <a:lnTo>
                    <a:pt x="14442" y="8689"/>
                  </a:lnTo>
                  <a:lnTo>
                    <a:pt x="14288" y="9539"/>
                  </a:lnTo>
                  <a:lnTo>
                    <a:pt x="14172" y="9964"/>
                  </a:lnTo>
                  <a:lnTo>
                    <a:pt x="14056" y="10350"/>
                  </a:lnTo>
                  <a:lnTo>
                    <a:pt x="13901" y="10774"/>
                  </a:lnTo>
                  <a:lnTo>
                    <a:pt x="13708" y="11161"/>
                  </a:lnTo>
                  <a:lnTo>
                    <a:pt x="13515" y="11547"/>
                  </a:lnTo>
                  <a:lnTo>
                    <a:pt x="13284" y="11894"/>
                  </a:lnTo>
                  <a:lnTo>
                    <a:pt x="13052" y="12242"/>
                  </a:lnTo>
                  <a:lnTo>
                    <a:pt x="12782" y="12589"/>
                  </a:lnTo>
                  <a:lnTo>
                    <a:pt x="12511" y="12898"/>
                  </a:lnTo>
                  <a:lnTo>
                    <a:pt x="12202" y="13207"/>
                  </a:lnTo>
                  <a:lnTo>
                    <a:pt x="11971" y="13053"/>
                  </a:lnTo>
                  <a:lnTo>
                    <a:pt x="11700" y="12937"/>
                  </a:lnTo>
                  <a:lnTo>
                    <a:pt x="11121" y="12782"/>
                  </a:lnTo>
                  <a:lnTo>
                    <a:pt x="10542" y="12628"/>
                  </a:lnTo>
                  <a:lnTo>
                    <a:pt x="10001" y="12551"/>
                  </a:lnTo>
                  <a:lnTo>
                    <a:pt x="9422" y="12512"/>
                  </a:lnTo>
                  <a:lnTo>
                    <a:pt x="8843" y="12474"/>
                  </a:lnTo>
                  <a:lnTo>
                    <a:pt x="8302" y="12474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719" y="12667"/>
                  </a:lnTo>
                  <a:lnTo>
                    <a:pt x="6178" y="12782"/>
                  </a:lnTo>
                  <a:lnTo>
                    <a:pt x="5676" y="12937"/>
                  </a:lnTo>
                  <a:lnTo>
                    <a:pt x="5174" y="13130"/>
                  </a:lnTo>
                  <a:lnTo>
                    <a:pt x="4672" y="13362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40"/>
                  </a:lnTo>
                  <a:lnTo>
                    <a:pt x="5870" y="11161"/>
                  </a:lnTo>
                  <a:lnTo>
                    <a:pt x="6410" y="10620"/>
                  </a:lnTo>
                  <a:lnTo>
                    <a:pt x="6989" y="10118"/>
                  </a:lnTo>
                  <a:lnTo>
                    <a:pt x="7569" y="9655"/>
                  </a:lnTo>
                  <a:lnTo>
                    <a:pt x="8148" y="9230"/>
                  </a:lnTo>
                  <a:lnTo>
                    <a:pt x="8766" y="8805"/>
                  </a:lnTo>
                  <a:lnTo>
                    <a:pt x="9422" y="8458"/>
                  </a:lnTo>
                  <a:lnTo>
                    <a:pt x="10079" y="8110"/>
                  </a:lnTo>
                  <a:lnTo>
                    <a:pt x="10735" y="7840"/>
                  </a:lnTo>
                  <a:lnTo>
                    <a:pt x="11469" y="7569"/>
                  </a:lnTo>
                  <a:lnTo>
                    <a:pt x="12164" y="7376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7"/>
                  </a:moveTo>
                  <a:lnTo>
                    <a:pt x="4055" y="1854"/>
                  </a:lnTo>
                  <a:lnTo>
                    <a:pt x="3630" y="2472"/>
                  </a:lnTo>
                  <a:lnTo>
                    <a:pt x="3244" y="3129"/>
                  </a:lnTo>
                  <a:lnTo>
                    <a:pt x="2935" y="3824"/>
                  </a:lnTo>
                  <a:lnTo>
                    <a:pt x="2664" y="4519"/>
                  </a:lnTo>
                  <a:lnTo>
                    <a:pt x="2471" y="5291"/>
                  </a:lnTo>
                  <a:lnTo>
                    <a:pt x="2317" y="6025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2"/>
                  </a:lnTo>
                  <a:lnTo>
                    <a:pt x="2278" y="9114"/>
                  </a:lnTo>
                  <a:lnTo>
                    <a:pt x="2394" y="9886"/>
                  </a:lnTo>
                  <a:lnTo>
                    <a:pt x="2549" y="10620"/>
                  </a:lnTo>
                  <a:lnTo>
                    <a:pt x="2780" y="11354"/>
                  </a:lnTo>
                  <a:lnTo>
                    <a:pt x="3012" y="12087"/>
                  </a:lnTo>
                  <a:lnTo>
                    <a:pt x="3321" y="12744"/>
                  </a:lnTo>
                  <a:lnTo>
                    <a:pt x="3128" y="12898"/>
                  </a:lnTo>
                  <a:lnTo>
                    <a:pt x="2935" y="13053"/>
                  </a:lnTo>
                  <a:lnTo>
                    <a:pt x="2819" y="13246"/>
                  </a:lnTo>
                  <a:lnTo>
                    <a:pt x="2742" y="13439"/>
                  </a:lnTo>
                  <a:lnTo>
                    <a:pt x="2394" y="13014"/>
                  </a:lnTo>
                  <a:lnTo>
                    <a:pt x="2085" y="12551"/>
                  </a:lnTo>
                  <a:lnTo>
                    <a:pt x="1776" y="12087"/>
                  </a:lnTo>
                  <a:lnTo>
                    <a:pt x="1506" y="11624"/>
                  </a:lnTo>
                  <a:lnTo>
                    <a:pt x="1274" y="11122"/>
                  </a:lnTo>
                  <a:lnTo>
                    <a:pt x="1081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114"/>
                  </a:lnTo>
                  <a:lnTo>
                    <a:pt x="541" y="8573"/>
                  </a:lnTo>
                  <a:lnTo>
                    <a:pt x="502" y="8033"/>
                  </a:lnTo>
                  <a:lnTo>
                    <a:pt x="502" y="7492"/>
                  </a:lnTo>
                  <a:lnTo>
                    <a:pt x="541" y="6952"/>
                  </a:lnTo>
                  <a:lnTo>
                    <a:pt x="618" y="6411"/>
                  </a:lnTo>
                  <a:lnTo>
                    <a:pt x="772" y="5870"/>
                  </a:lnTo>
                  <a:lnTo>
                    <a:pt x="927" y="5330"/>
                  </a:lnTo>
                  <a:lnTo>
                    <a:pt x="1197" y="4673"/>
                  </a:lnTo>
                  <a:lnTo>
                    <a:pt x="1545" y="4056"/>
                  </a:lnTo>
                  <a:lnTo>
                    <a:pt x="1931" y="3476"/>
                  </a:lnTo>
                  <a:lnTo>
                    <a:pt x="2356" y="2936"/>
                  </a:lnTo>
                  <a:lnTo>
                    <a:pt x="2858" y="2434"/>
                  </a:lnTo>
                  <a:lnTo>
                    <a:pt x="3360" y="2009"/>
                  </a:lnTo>
                  <a:lnTo>
                    <a:pt x="3939" y="1584"/>
                  </a:lnTo>
                  <a:lnTo>
                    <a:pt x="4518" y="1237"/>
                  </a:lnTo>
                  <a:close/>
                  <a:moveTo>
                    <a:pt x="3862" y="12976"/>
                  </a:moveTo>
                  <a:lnTo>
                    <a:pt x="4016" y="13053"/>
                  </a:lnTo>
                  <a:lnTo>
                    <a:pt x="4170" y="13169"/>
                  </a:lnTo>
                  <a:lnTo>
                    <a:pt x="4286" y="13284"/>
                  </a:lnTo>
                  <a:lnTo>
                    <a:pt x="4325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325" y="13941"/>
                  </a:lnTo>
                  <a:lnTo>
                    <a:pt x="4209" y="14095"/>
                  </a:lnTo>
                  <a:lnTo>
                    <a:pt x="3784" y="13825"/>
                  </a:lnTo>
                  <a:lnTo>
                    <a:pt x="3360" y="13478"/>
                  </a:lnTo>
                  <a:lnTo>
                    <a:pt x="3244" y="13439"/>
                  </a:lnTo>
                  <a:lnTo>
                    <a:pt x="3166" y="13439"/>
                  </a:lnTo>
                  <a:lnTo>
                    <a:pt x="3051" y="13478"/>
                  </a:lnTo>
                  <a:lnTo>
                    <a:pt x="2973" y="13516"/>
                  </a:lnTo>
                  <a:lnTo>
                    <a:pt x="3051" y="13362"/>
                  </a:lnTo>
                  <a:lnTo>
                    <a:pt x="3166" y="13207"/>
                  </a:lnTo>
                  <a:lnTo>
                    <a:pt x="3321" y="13130"/>
                  </a:lnTo>
                  <a:lnTo>
                    <a:pt x="3475" y="13014"/>
                  </a:lnTo>
                  <a:lnTo>
                    <a:pt x="3668" y="12976"/>
                  </a:lnTo>
                  <a:close/>
                  <a:moveTo>
                    <a:pt x="9152" y="12860"/>
                  </a:moveTo>
                  <a:lnTo>
                    <a:pt x="9615" y="12898"/>
                  </a:lnTo>
                  <a:lnTo>
                    <a:pt x="10117" y="12976"/>
                  </a:lnTo>
                  <a:lnTo>
                    <a:pt x="10503" y="13014"/>
                  </a:lnTo>
                  <a:lnTo>
                    <a:pt x="11005" y="13130"/>
                  </a:lnTo>
                  <a:lnTo>
                    <a:pt x="11507" y="13246"/>
                  </a:lnTo>
                  <a:lnTo>
                    <a:pt x="11700" y="13362"/>
                  </a:lnTo>
                  <a:lnTo>
                    <a:pt x="11893" y="13478"/>
                  </a:lnTo>
                  <a:lnTo>
                    <a:pt x="11507" y="13786"/>
                  </a:lnTo>
                  <a:lnTo>
                    <a:pt x="11083" y="14018"/>
                  </a:lnTo>
                  <a:lnTo>
                    <a:pt x="10658" y="14250"/>
                  </a:lnTo>
                  <a:lnTo>
                    <a:pt x="10233" y="14443"/>
                  </a:lnTo>
                  <a:lnTo>
                    <a:pt x="9770" y="14636"/>
                  </a:lnTo>
                  <a:lnTo>
                    <a:pt x="9306" y="14752"/>
                  </a:lnTo>
                  <a:lnTo>
                    <a:pt x="8843" y="14868"/>
                  </a:lnTo>
                  <a:lnTo>
                    <a:pt x="8341" y="14945"/>
                  </a:lnTo>
                  <a:lnTo>
                    <a:pt x="7877" y="14983"/>
                  </a:lnTo>
                  <a:lnTo>
                    <a:pt x="7375" y="14983"/>
                  </a:lnTo>
                  <a:lnTo>
                    <a:pt x="6912" y="14945"/>
                  </a:lnTo>
                  <a:lnTo>
                    <a:pt x="6410" y="14868"/>
                  </a:lnTo>
                  <a:lnTo>
                    <a:pt x="5947" y="14790"/>
                  </a:lnTo>
                  <a:lnTo>
                    <a:pt x="5483" y="14636"/>
                  </a:lnTo>
                  <a:lnTo>
                    <a:pt x="5020" y="14482"/>
                  </a:lnTo>
                  <a:lnTo>
                    <a:pt x="4595" y="14288"/>
                  </a:lnTo>
                  <a:lnTo>
                    <a:pt x="4711" y="14018"/>
                  </a:lnTo>
                  <a:lnTo>
                    <a:pt x="4750" y="13748"/>
                  </a:lnTo>
                  <a:lnTo>
                    <a:pt x="4711" y="13593"/>
                  </a:lnTo>
                  <a:lnTo>
                    <a:pt x="5561" y="13323"/>
                  </a:lnTo>
                  <a:lnTo>
                    <a:pt x="6410" y="13091"/>
                  </a:lnTo>
                  <a:lnTo>
                    <a:pt x="7298" y="12937"/>
                  </a:lnTo>
                  <a:lnTo>
                    <a:pt x="8186" y="12860"/>
                  </a:lnTo>
                  <a:close/>
                  <a:moveTo>
                    <a:pt x="7607" y="1"/>
                  </a:moveTo>
                  <a:lnTo>
                    <a:pt x="6989" y="40"/>
                  </a:lnTo>
                  <a:lnTo>
                    <a:pt x="6449" y="117"/>
                  </a:lnTo>
                  <a:lnTo>
                    <a:pt x="5870" y="233"/>
                  </a:lnTo>
                  <a:lnTo>
                    <a:pt x="5329" y="387"/>
                  </a:lnTo>
                  <a:lnTo>
                    <a:pt x="4788" y="580"/>
                  </a:lnTo>
                  <a:lnTo>
                    <a:pt x="4248" y="812"/>
                  </a:lnTo>
                  <a:lnTo>
                    <a:pt x="3784" y="1121"/>
                  </a:lnTo>
                  <a:lnTo>
                    <a:pt x="3282" y="1430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2008" y="2588"/>
                  </a:lnTo>
                  <a:lnTo>
                    <a:pt x="1622" y="3013"/>
                  </a:lnTo>
                  <a:lnTo>
                    <a:pt x="1274" y="3515"/>
                  </a:lnTo>
                  <a:lnTo>
                    <a:pt x="965" y="4017"/>
                  </a:lnTo>
                  <a:lnTo>
                    <a:pt x="695" y="4596"/>
                  </a:lnTo>
                  <a:lnTo>
                    <a:pt x="425" y="5253"/>
                  </a:lnTo>
                  <a:lnTo>
                    <a:pt x="232" y="5909"/>
                  </a:lnTo>
                  <a:lnTo>
                    <a:pt x="116" y="6565"/>
                  </a:lnTo>
                  <a:lnTo>
                    <a:pt x="39" y="7222"/>
                  </a:lnTo>
                  <a:lnTo>
                    <a:pt x="0" y="7917"/>
                  </a:lnTo>
                  <a:lnTo>
                    <a:pt x="39" y="8612"/>
                  </a:lnTo>
                  <a:lnTo>
                    <a:pt x="116" y="9269"/>
                  </a:lnTo>
                  <a:lnTo>
                    <a:pt x="270" y="9925"/>
                  </a:lnTo>
                  <a:lnTo>
                    <a:pt x="463" y="10581"/>
                  </a:lnTo>
                  <a:lnTo>
                    <a:pt x="695" y="11238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0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6" y="14134"/>
                  </a:lnTo>
                  <a:lnTo>
                    <a:pt x="3475" y="14327"/>
                  </a:lnTo>
                  <a:lnTo>
                    <a:pt x="3784" y="14520"/>
                  </a:lnTo>
                  <a:lnTo>
                    <a:pt x="4132" y="14597"/>
                  </a:lnTo>
                  <a:lnTo>
                    <a:pt x="4557" y="14829"/>
                  </a:lnTo>
                  <a:lnTo>
                    <a:pt x="4981" y="14983"/>
                  </a:lnTo>
                  <a:lnTo>
                    <a:pt x="5406" y="15138"/>
                  </a:lnTo>
                  <a:lnTo>
                    <a:pt x="5870" y="15292"/>
                  </a:lnTo>
                  <a:lnTo>
                    <a:pt x="6333" y="15370"/>
                  </a:lnTo>
                  <a:lnTo>
                    <a:pt x="6796" y="15447"/>
                  </a:lnTo>
                  <a:lnTo>
                    <a:pt x="7298" y="15485"/>
                  </a:lnTo>
                  <a:lnTo>
                    <a:pt x="7762" y="15485"/>
                  </a:lnTo>
                  <a:lnTo>
                    <a:pt x="8225" y="15447"/>
                  </a:lnTo>
                  <a:lnTo>
                    <a:pt x="8688" y="15408"/>
                  </a:lnTo>
                  <a:lnTo>
                    <a:pt x="9152" y="15331"/>
                  </a:lnTo>
                  <a:lnTo>
                    <a:pt x="9615" y="15215"/>
                  </a:lnTo>
                  <a:lnTo>
                    <a:pt x="10079" y="15061"/>
                  </a:lnTo>
                  <a:lnTo>
                    <a:pt x="10542" y="14868"/>
                  </a:lnTo>
                  <a:lnTo>
                    <a:pt x="10967" y="14675"/>
                  </a:lnTo>
                  <a:lnTo>
                    <a:pt x="11391" y="14443"/>
                  </a:lnTo>
                  <a:lnTo>
                    <a:pt x="11855" y="14134"/>
                  </a:lnTo>
                  <a:lnTo>
                    <a:pt x="12318" y="13786"/>
                  </a:lnTo>
                  <a:lnTo>
                    <a:pt x="12743" y="13400"/>
                  </a:lnTo>
                  <a:lnTo>
                    <a:pt x="13129" y="12976"/>
                  </a:lnTo>
                  <a:lnTo>
                    <a:pt x="13477" y="12551"/>
                  </a:lnTo>
                  <a:lnTo>
                    <a:pt x="13786" y="12049"/>
                  </a:lnTo>
                  <a:lnTo>
                    <a:pt x="14056" y="11585"/>
                  </a:lnTo>
                  <a:lnTo>
                    <a:pt x="14288" y="11045"/>
                  </a:lnTo>
                  <a:lnTo>
                    <a:pt x="14519" y="10543"/>
                  </a:lnTo>
                  <a:lnTo>
                    <a:pt x="14674" y="10002"/>
                  </a:lnTo>
                  <a:lnTo>
                    <a:pt x="14828" y="9423"/>
                  </a:lnTo>
                  <a:lnTo>
                    <a:pt x="14905" y="8882"/>
                  </a:lnTo>
                  <a:lnTo>
                    <a:pt x="14983" y="8303"/>
                  </a:lnTo>
                  <a:lnTo>
                    <a:pt x="15021" y="7724"/>
                  </a:lnTo>
                  <a:lnTo>
                    <a:pt x="14983" y="7145"/>
                  </a:lnTo>
                  <a:lnTo>
                    <a:pt x="14944" y="6604"/>
                  </a:lnTo>
                  <a:lnTo>
                    <a:pt x="14828" y="5986"/>
                  </a:lnTo>
                  <a:lnTo>
                    <a:pt x="14674" y="5407"/>
                  </a:lnTo>
                  <a:lnTo>
                    <a:pt x="14481" y="4828"/>
                  </a:lnTo>
                  <a:lnTo>
                    <a:pt x="14249" y="4287"/>
                  </a:lnTo>
                  <a:lnTo>
                    <a:pt x="13979" y="3747"/>
                  </a:lnTo>
                  <a:lnTo>
                    <a:pt x="13670" y="3245"/>
                  </a:lnTo>
                  <a:lnTo>
                    <a:pt x="13322" y="2743"/>
                  </a:lnTo>
                  <a:lnTo>
                    <a:pt x="12936" y="2318"/>
                  </a:lnTo>
                  <a:lnTo>
                    <a:pt x="12511" y="1893"/>
                  </a:lnTo>
                  <a:lnTo>
                    <a:pt x="12048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2" y="619"/>
                  </a:lnTo>
                  <a:lnTo>
                    <a:pt x="9963" y="387"/>
                  </a:lnTo>
                  <a:lnTo>
                    <a:pt x="9383" y="233"/>
                  </a:lnTo>
                  <a:lnTo>
                    <a:pt x="8766" y="117"/>
                  </a:lnTo>
                  <a:lnTo>
                    <a:pt x="8186" y="40"/>
                  </a:lnTo>
                  <a:lnTo>
                    <a:pt x="76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5" name="Google Shape;3215;p15"/>
            <p:cNvSpPr/>
            <p:nvPr/>
          </p:nvSpPr>
          <p:spPr>
            <a:xfrm>
              <a:off x="1177425" y="952325"/>
              <a:ext cx="625575" cy="344650"/>
            </a:xfrm>
            <a:custGeom>
              <a:avLst/>
              <a:gdLst/>
              <a:ahLst/>
              <a:cxnLst/>
              <a:rect l="l" t="t" r="r" b="b"/>
              <a:pathLst>
                <a:path w="25023" h="13786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41" y="2008"/>
                  </a:lnTo>
                  <a:lnTo>
                    <a:pt x="23787" y="2124"/>
                  </a:lnTo>
                  <a:lnTo>
                    <a:pt x="23633" y="2201"/>
                  </a:lnTo>
                  <a:lnTo>
                    <a:pt x="23478" y="2201"/>
                  </a:lnTo>
                  <a:lnTo>
                    <a:pt x="23324" y="2163"/>
                  </a:lnTo>
                  <a:lnTo>
                    <a:pt x="23208" y="2047"/>
                  </a:lnTo>
                  <a:lnTo>
                    <a:pt x="23092" y="1931"/>
                  </a:lnTo>
                  <a:lnTo>
                    <a:pt x="23015" y="1815"/>
                  </a:lnTo>
                  <a:lnTo>
                    <a:pt x="22976" y="1622"/>
                  </a:lnTo>
                  <a:lnTo>
                    <a:pt x="22976" y="1429"/>
                  </a:lnTo>
                  <a:lnTo>
                    <a:pt x="23053" y="1236"/>
                  </a:lnTo>
                  <a:lnTo>
                    <a:pt x="23169" y="1081"/>
                  </a:lnTo>
                  <a:lnTo>
                    <a:pt x="23285" y="966"/>
                  </a:lnTo>
                  <a:close/>
                  <a:moveTo>
                    <a:pt x="24096" y="2394"/>
                  </a:moveTo>
                  <a:lnTo>
                    <a:pt x="24212" y="2742"/>
                  </a:lnTo>
                  <a:lnTo>
                    <a:pt x="24328" y="3089"/>
                  </a:lnTo>
                  <a:lnTo>
                    <a:pt x="24366" y="3437"/>
                  </a:lnTo>
                  <a:lnTo>
                    <a:pt x="24443" y="3784"/>
                  </a:lnTo>
                  <a:lnTo>
                    <a:pt x="24173" y="3707"/>
                  </a:lnTo>
                  <a:lnTo>
                    <a:pt x="23941" y="3591"/>
                  </a:lnTo>
                  <a:lnTo>
                    <a:pt x="23864" y="3514"/>
                  </a:lnTo>
                  <a:lnTo>
                    <a:pt x="23787" y="3398"/>
                  </a:lnTo>
                  <a:lnTo>
                    <a:pt x="23748" y="3283"/>
                  </a:lnTo>
                  <a:lnTo>
                    <a:pt x="23710" y="3128"/>
                  </a:lnTo>
                  <a:lnTo>
                    <a:pt x="23710" y="2896"/>
                  </a:lnTo>
                  <a:lnTo>
                    <a:pt x="23787" y="2703"/>
                  </a:lnTo>
                  <a:lnTo>
                    <a:pt x="23941" y="2549"/>
                  </a:lnTo>
                  <a:lnTo>
                    <a:pt x="24096" y="2394"/>
                  </a:lnTo>
                  <a:close/>
                  <a:moveTo>
                    <a:pt x="16180" y="4943"/>
                  </a:moveTo>
                  <a:lnTo>
                    <a:pt x="16296" y="4982"/>
                  </a:lnTo>
                  <a:lnTo>
                    <a:pt x="16412" y="5059"/>
                  </a:lnTo>
                  <a:lnTo>
                    <a:pt x="16489" y="5136"/>
                  </a:lnTo>
                  <a:lnTo>
                    <a:pt x="16566" y="5252"/>
                  </a:lnTo>
                  <a:lnTo>
                    <a:pt x="16566" y="5406"/>
                  </a:lnTo>
                  <a:lnTo>
                    <a:pt x="16296" y="5406"/>
                  </a:lnTo>
                  <a:lnTo>
                    <a:pt x="15678" y="5479"/>
                  </a:lnTo>
                  <a:lnTo>
                    <a:pt x="15678" y="5479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94" y="5136"/>
                  </a:lnTo>
                  <a:lnTo>
                    <a:pt x="15871" y="5059"/>
                  </a:lnTo>
                  <a:lnTo>
                    <a:pt x="15948" y="5020"/>
                  </a:lnTo>
                  <a:lnTo>
                    <a:pt x="16064" y="4943"/>
                  </a:lnTo>
                  <a:close/>
                  <a:moveTo>
                    <a:pt x="24443" y="4209"/>
                  </a:moveTo>
                  <a:lnTo>
                    <a:pt x="24443" y="4673"/>
                  </a:lnTo>
                  <a:lnTo>
                    <a:pt x="24366" y="5097"/>
                  </a:lnTo>
                  <a:lnTo>
                    <a:pt x="24250" y="5484"/>
                  </a:lnTo>
                  <a:lnTo>
                    <a:pt x="24057" y="5406"/>
                  </a:lnTo>
                  <a:lnTo>
                    <a:pt x="23903" y="5252"/>
                  </a:lnTo>
                  <a:lnTo>
                    <a:pt x="23826" y="5059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11"/>
                  </a:lnTo>
                  <a:lnTo>
                    <a:pt x="23903" y="4595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09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04"/>
                  </a:lnTo>
                  <a:lnTo>
                    <a:pt x="17995" y="4982"/>
                  </a:lnTo>
                  <a:lnTo>
                    <a:pt x="18111" y="5175"/>
                  </a:lnTo>
                  <a:lnTo>
                    <a:pt x="18149" y="5406"/>
                  </a:lnTo>
                  <a:lnTo>
                    <a:pt x="18072" y="5599"/>
                  </a:lnTo>
                  <a:lnTo>
                    <a:pt x="17570" y="5484"/>
                  </a:lnTo>
                  <a:lnTo>
                    <a:pt x="17029" y="5406"/>
                  </a:lnTo>
                  <a:lnTo>
                    <a:pt x="17068" y="5290"/>
                  </a:lnTo>
                  <a:lnTo>
                    <a:pt x="17107" y="5136"/>
                  </a:lnTo>
                  <a:lnTo>
                    <a:pt x="17184" y="5020"/>
                  </a:lnTo>
                  <a:lnTo>
                    <a:pt x="17300" y="4943"/>
                  </a:lnTo>
                  <a:lnTo>
                    <a:pt x="17416" y="4866"/>
                  </a:lnTo>
                  <a:lnTo>
                    <a:pt x="17531" y="4827"/>
                  </a:lnTo>
                  <a:close/>
                  <a:moveTo>
                    <a:pt x="14597" y="5290"/>
                  </a:moveTo>
                  <a:lnTo>
                    <a:pt x="14713" y="5329"/>
                  </a:lnTo>
                  <a:lnTo>
                    <a:pt x="14828" y="5368"/>
                  </a:lnTo>
                  <a:lnTo>
                    <a:pt x="14944" y="5445"/>
                  </a:lnTo>
                  <a:lnTo>
                    <a:pt x="15021" y="5522"/>
                  </a:lnTo>
                  <a:lnTo>
                    <a:pt x="15060" y="5638"/>
                  </a:lnTo>
                  <a:lnTo>
                    <a:pt x="14558" y="5870"/>
                  </a:lnTo>
                  <a:lnTo>
                    <a:pt x="14056" y="6101"/>
                  </a:lnTo>
                  <a:lnTo>
                    <a:pt x="14017" y="6024"/>
                  </a:lnTo>
                  <a:lnTo>
                    <a:pt x="14056" y="5792"/>
                  </a:lnTo>
                  <a:lnTo>
                    <a:pt x="14133" y="5599"/>
                  </a:lnTo>
                  <a:lnTo>
                    <a:pt x="14249" y="5406"/>
                  </a:lnTo>
                  <a:lnTo>
                    <a:pt x="14365" y="5368"/>
                  </a:lnTo>
                  <a:lnTo>
                    <a:pt x="14481" y="5329"/>
                  </a:lnTo>
                  <a:lnTo>
                    <a:pt x="14597" y="5290"/>
                  </a:lnTo>
                  <a:close/>
                  <a:moveTo>
                    <a:pt x="19115" y="5484"/>
                  </a:moveTo>
                  <a:lnTo>
                    <a:pt x="19192" y="5522"/>
                  </a:lnTo>
                  <a:lnTo>
                    <a:pt x="19308" y="5638"/>
                  </a:lnTo>
                  <a:lnTo>
                    <a:pt x="19385" y="5792"/>
                  </a:lnTo>
                  <a:lnTo>
                    <a:pt x="19385" y="5986"/>
                  </a:lnTo>
                  <a:lnTo>
                    <a:pt x="19346" y="6140"/>
                  </a:lnTo>
                  <a:lnTo>
                    <a:pt x="18613" y="5792"/>
                  </a:lnTo>
                  <a:lnTo>
                    <a:pt x="18651" y="5715"/>
                  </a:lnTo>
                  <a:lnTo>
                    <a:pt x="18690" y="5638"/>
                  </a:lnTo>
                  <a:lnTo>
                    <a:pt x="18844" y="5522"/>
                  </a:lnTo>
                  <a:lnTo>
                    <a:pt x="18999" y="5484"/>
                  </a:lnTo>
                  <a:close/>
                  <a:moveTo>
                    <a:pt x="20350" y="6063"/>
                  </a:moveTo>
                  <a:lnTo>
                    <a:pt x="20466" y="6101"/>
                  </a:lnTo>
                  <a:lnTo>
                    <a:pt x="20543" y="6179"/>
                  </a:lnTo>
                  <a:lnTo>
                    <a:pt x="20698" y="6333"/>
                  </a:lnTo>
                  <a:lnTo>
                    <a:pt x="20775" y="6526"/>
                  </a:lnTo>
                  <a:lnTo>
                    <a:pt x="20852" y="6719"/>
                  </a:lnTo>
                  <a:lnTo>
                    <a:pt x="20891" y="6912"/>
                  </a:lnTo>
                  <a:lnTo>
                    <a:pt x="20891" y="6912"/>
                  </a:lnTo>
                  <a:lnTo>
                    <a:pt x="20466" y="6719"/>
                  </a:lnTo>
                  <a:lnTo>
                    <a:pt x="20080" y="6526"/>
                  </a:lnTo>
                  <a:lnTo>
                    <a:pt x="19810" y="6372"/>
                  </a:lnTo>
                  <a:lnTo>
                    <a:pt x="19848" y="6256"/>
                  </a:lnTo>
                  <a:lnTo>
                    <a:pt x="19887" y="6179"/>
                  </a:lnTo>
                  <a:lnTo>
                    <a:pt x="20003" y="6101"/>
                  </a:lnTo>
                  <a:lnTo>
                    <a:pt x="20080" y="6063"/>
                  </a:lnTo>
                  <a:close/>
                  <a:moveTo>
                    <a:pt x="23748" y="5870"/>
                  </a:moveTo>
                  <a:lnTo>
                    <a:pt x="23941" y="5947"/>
                  </a:lnTo>
                  <a:lnTo>
                    <a:pt x="24019" y="5986"/>
                  </a:lnTo>
                  <a:lnTo>
                    <a:pt x="24096" y="5986"/>
                  </a:lnTo>
                  <a:lnTo>
                    <a:pt x="23941" y="6294"/>
                  </a:lnTo>
                  <a:lnTo>
                    <a:pt x="23748" y="6526"/>
                  </a:lnTo>
                  <a:lnTo>
                    <a:pt x="23517" y="6758"/>
                  </a:lnTo>
                  <a:lnTo>
                    <a:pt x="23246" y="6951"/>
                  </a:lnTo>
                  <a:lnTo>
                    <a:pt x="23208" y="6912"/>
                  </a:lnTo>
                  <a:lnTo>
                    <a:pt x="23092" y="6719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3" y="6179"/>
                  </a:lnTo>
                  <a:lnTo>
                    <a:pt x="23131" y="6063"/>
                  </a:lnTo>
                  <a:lnTo>
                    <a:pt x="23208" y="5986"/>
                  </a:lnTo>
                  <a:lnTo>
                    <a:pt x="23285" y="5908"/>
                  </a:lnTo>
                  <a:lnTo>
                    <a:pt x="23517" y="5870"/>
                  </a:lnTo>
                  <a:close/>
                  <a:moveTo>
                    <a:pt x="13245" y="6101"/>
                  </a:moveTo>
                  <a:lnTo>
                    <a:pt x="13477" y="6140"/>
                  </a:lnTo>
                  <a:lnTo>
                    <a:pt x="13593" y="6217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067"/>
                  </a:lnTo>
                  <a:lnTo>
                    <a:pt x="12705" y="7028"/>
                  </a:lnTo>
                  <a:lnTo>
                    <a:pt x="12666" y="6912"/>
                  </a:lnTo>
                  <a:lnTo>
                    <a:pt x="12627" y="6796"/>
                  </a:lnTo>
                  <a:lnTo>
                    <a:pt x="12627" y="6642"/>
                  </a:lnTo>
                  <a:lnTo>
                    <a:pt x="12666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98" y="6179"/>
                  </a:lnTo>
                  <a:lnTo>
                    <a:pt x="13013" y="6140"/>
                  </a:lnTo>
                  <a:lnTo>
                    <a:pt x="13129" y="6101"/>
                  </a:lnTo>
                  <a:close/>
                  <a:moveTo>
                    <a:pt x="22165" y="6565"/>
                  </a:moveTo>
                  <a:lnTo>
                    <a:pt x="22281" y="6603"/>
                  </a:lnTo>
                  <a:lnTo>
                    <a:pt x="22474" y="6681"/>
                  </a:lnTo>
                  <a:lnTo>
                    <a:pt x="22629" y="6835"/>
                  </a:lnTo>
                  <a:lnTo>
                    <a:pt x="22783" y="7028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5"/>
                  </a:lnTo>
                  <a:lnTo>
                    <a:pt x="22937" y="7105"/>
                  </a:lnTo>
                  <a:lnTo>
                    <a:pt x="22551" y="7221"/>
                  </a:lnTo>
                  <a:lnTo>
                    <a:pt x="22165" y="7221"/>
                  </a:lnTo>
                  <a:lnTo>
                    <a:pt x="21779" y="7183"/>
                  </a:lnTo>
                  <a:lnTo>
                    <a:pt x="21393" y="7105"/>
                  </a:lnTo>
                  <a:lnTo>
                    <a:pt x="21509" y="6912"/>
                  </a:lnTo>
                  <a:lnTo>
                    <a:pt x="21625" y="6719"/>
                  </a:lnTo>
                  <a:lnTo>
                    <a:pt x="21818" y="6603"/>
                  </a:lnTo>
                  <a:lnTo>
                    <a:pt x="22049" y="6565"/>
                  </a:lnTo>
                  <a:close/>
                  <a:moveTo>
                    <a:pt x="12280" y="7376"/>
                  </a:moveTo>
                  <a:lnTo>
                    <a:pt x="12473" y="7414"/>
                  </a:lnTo>
                  <a:lnTo>
                    <a:pt x="12125" y="7955"/>
                  </a:lnTo>
                  <a:lnTo>
                    <a:pt x="11816" y="8534"/>
                  </a:lnTo>
                  <a:lnTo>
                    <a:pt x="11701" y="8341"/>
                  </a:lnTo>
                  <a:lnTo>
                    <a:pt x="11662" y="8071"/>
                  </a:lnTo>
                  <a:lnTo>
                    <a:pt x="11662" y="7955"/>
                  </a:lnTo>
                  <a:lnTo>
                    <a:pt x="11701" y="7800"/>
                  </a:lnTo>
                  <a:lnTo>
                    <a:pt x="11739" y="7685"/>
                  </a:lnTo>
                  <a:lnTo>
                    <a:pt x="11816" y="7607"/>
                  </a:lnTo>
                  <a:lnTo>
                    <a:pt x="11932" y="7492"/>
                  </a:lnTo>
                  <a:lnTo>
                    <a:pt x="12048" y="7453"/>
                  </a:lnTo>
                  <a:lnTo>
                    <a:pt x="12164" y="7414"/>
                  </a:lnTo>
                  <a:lnTo>
                    <a:pt x="12280" y="7376"/>
                  </a:lnTo>
                  <a:close/>
                  <a:moveTo>
                    <a:pt x="2240" y="9345"/>
                  </a:moveTo>
                  <a:lnTo>
                    <a:pt x="2394" y="9384"/>
                  </a:lnTo>
                  <a:lnTo>
                    <a:pt x="2472" y="9461"/>
                  </a:lnTo>
                  <a:lnTo>
                    <a:pt x="2549" y="9538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9963"/>
                  </a:lnTo>
                  <a:lnTo>
                    <a:pt x="2124" y="9886"/>
                  </a:lnTo>
                  <a:lnTo>
                    <a:pt x="1661" y="9847"/>
                  </a:lnTo>
                  <a:lnTo>
                    <a:pt x="1699" y="9731"/>
                  </a:lnTo>
                  <a:lnTo>
                    <a:pt x="1738" y="9615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lnTo>
                    <a:pt x="2124" y="9345"/>
                  </a:lnTo>
                  <a:close/>
                  <a:moveTo>
                    <a:pt x="11662" y="8997"/>
                  </a:moveTo>
                  <a:lnTo>
                    <a:pt x="11469" y="9499"/>
                  </a:lnTo>
                  <a:lnTo>
                    <a:pt x="11353" y="10001"/>
                  </a:lnTo>
                  <a:lnTo>
                    <a:pt x="11276" y="10272"/>
                  </a:lnTo>
                  <a:lnTo>
                    <a:pt x="11237" y="10233"/>
                  </a:lnTo>
                  <a:lnTo>
                    <a:pt x="11083" y="10040"/>
                  </a:lnTo>
                  <a:lnTo>
                    <a:pt x="10967" y="9808"/>
                  </a:lnTo>
                  <a:lnTo>
                    <a:pt x="10928" y="9693"/>
                  </a:lnTo>
                  <a:lnTo>
                    <a:pt x="10928" y="9538"/>
                  </a:lnTo>
                  <a:lnTo>
                    <a:pt x="10967" y="9422"/>
                  </a:lnTo>
                  <a:lnTo>
                    <a:pt x="11006" y="9306"/>
                  </a:lnTo>
                  <a:lnTo>
                    <a:pt x="11121" y="9152"/>
                  </a:lnTo>
                  <a:lnTo>
                    <a:pt x="11276" y="9036"/>
                  </a:lnTo>
                  <a:lnTo>
                    <a:pt x="11469" y="8997"/>
                  </a:lnTo>
                  <a:close/>
                  <a:moveTo>
                    <a:pt x="3785" y="9731"/>
                  </a:moveTo>
                  <a:lnTo>
                    <a:pt x="3900" y="9770"/>
                  </a:lnTo>
                  <a:lnTo>
                    <a:pt x="4016" y="9886"/>
                  </a:lnTo>
                  <a:lnTo>
                    <a:pt x="4093" y="10001"/>
                  </a:lnTo>
                  <a:lnTo>
                    <a:pt x="4171" y="10117"/>
                  </a:lnTo>
                  <a:lnTo>
                    <a:pt x="4171" y="10233"/>
                  </a:lnTo>
                  <a:lnTo>
                    <a:pt x="4171" y="10388"/>
                  </a:lnTo>
                  <a:lnTo>
                    <a:pt x="4132" y="10503"/>
                  </a:lnTo>
                  <a:lnTo>
                    <a:pt x="4055" y="10619"/>
                  </a:lnTo>
                  <a:lnTo>
                    <a:pt x="3900" y="10542"/>
                  </a:lnTo>
                  <a:lnTo>
                    <a:pt x="3514" y="10310"/>
                  </a:lnTo>
                  <a:lnTo>
                    <a:pt x="3089" y="10117"/>
                  </a:lnTo>
                  <a:lnTo>
                    <a:pt x="3167" y="10001"/>
                  </a:lnTo>
                  <a:lnTo>
                    <a:pt x="3244" y="9886"/>
                  </a:lnTo>
                  <a:lnTo>
                    <a:pt x="3360" y="9808"/>
                  </a:lnTo>
                  <a:lnTo>
                    <a:pt x="3514" y="9770"/>
                  </a:lnTo>
                  <a:lnTo>
                    <a:pt x="3630" y="9731"/>
                  </a:lnTo>
                  <a:close/>
                  <a:moveTo>
                    <a:pt x="4827" y="10619"/>
                  </a:moveTo>
                  <a:lnTo>
                    <a:pt x="4943" y="10658"/>
                  </a:lnTo>
                  <a:lnTo>
                    <a:pt x="5020" y="10697"/>
                  </a:lnTo>
                  <a:lnTo>
                    <a:pt x="5097" y="10774"/>
                  </a:lnTo>
                  <a:lnTo>
                    <a:pt x="5136" y="10851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97" y="11430"/>
                  </a:lnTo>
                  <a:lnTo>
                    <a:pt x="4402" y="10890"/>
                  </a:lnTo>
                  <a:lnTo>
                    <a:pt x="4441" y="10812"/>
                  </a:lnTo>
                  <a:lnTo>
                    <a:pt x="4518" y="10735"/>
                  </a:lnTo>
                  <a:lnTo>
                    <a:pt x="4673" y="10658"/>
                  </a:lnTo>
                  <a:lnTo>
                    <a:pt x="4827" y="10619"/>
                  </a:lnTo>
                  <a:close/>
                  <a:moveTo>
                    <a:pt x="11160" y="10619"/>
                  </a:moveTo>
                  <a:lnTo>
                    <a:pt x="10967" y="11199"/>
                  </a:lnTo>
                  <a:lnTo>
                    <a:pt x="10735" y="11739"/>
                  </a:lnTo>
                  <a:lnTo>
                    <a:pt x="10697" y="11662"/>
                  </a:lnTo>
                  <a:lnTo>
                    <a:pt x="10504" y="11507"/>
                  </a:lnTo>
                  <a:lnTo>
                    <a:pt x="10426" y="11314"/>
                  </a:lnTo>
                  <a:lnTo>
                    <a:pt x="10388" y="11121"/>
                  </a:lnTo>
                  <a:lnTo>
                    <a:pt x="10465" y="10928"/>
                  </a:lnTo>
                  <a:lnTo>
                    <a:pt x="10581" y="10774"/>
                  </a:lnTo>
                  <a:lnTo>
                    <a:pt x="10735" y="10658"/>
                  </a:lnTo>
                  <a:lnTo>
                    <a:pt x="10928" y="10619"/>
                  </a:lnTo>
                  <a:close/>
                  <a:moveTo>
                    <a:pt x="5754" y="11430"/>
                  </a:moveTo>
                  <a:lnTo>
                    <a:pt x="5986" y="11469"/>
                  </a:lnTo>
                  <a:lnTo>
                    <a:pt x="6063" y="11507"/>
                  </a:lnTo>
                  <a:lnTo>
                    <a:pt x="6179" y="11546"/>
                  </a:lnTo>
                  <a:lnTo>
                    <a:pt x="6256" y="11662"/>
                  </a:lnTo>
                  <a:lnTo>
                    <a:pt x="6333" y="11739"/>
                  </a:lnTo>
                  <a:lnTo>
                    <a:pt x="6410" y="11971"/>
                  </a:lnTo>
                  <a:lnTo>
                    <a:pt x="6410" y="12203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1"/>
                  </a:lnTo>
                  <a:lnTo>
                    <a:pt x="5484" y="11585"/>
                  </a:lnTo>
                  <a:lnTo>
                    <a:pt x="5561" y="11507"/>
                  </a:lnTo>
                  <a:lnTo>
                    <a:pt x="5638" y="11469"/>
                  </a:lnTo>
                  <a:lnTo>
                    <a:pt x="5754" y="11430"/>
                  </a:lnTo>
                  <a:close/>
                  <a:moveTo>
                    <a:pt x="10542" y="12009"/>
                  </a:moveTo>
                  <a:lnTo>
                    <a:pt x="10388" y="12280"/>
                  </a:lnTo>
                  <a:lnTo>
                    <a:pt x="10195" y="12511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27"/>
                  </a:lnTo>
                  <a:lnTo>
                    <a:pt x="9654" y="12473"/>
                  </a:lnTo>
                  <a:lnTo>
                    <a:pt x="9693" y="12318"/>
                  </a:lnTo>
                  <a:lnTo>
                    <a:pt x="9808" y="12203"/>
                  </a:lnTo>
                  <a:lnTo>
                    <a:pt x="9963" y="12125"/>
                  </a:lnTo>
                  <a:lnTo>
                    <a:pt x="10156" y="12087"/>
                  </a:lnTo>
                  <a:lnTo>
                    <a:pt x="10542" y="12009"/>
                  </a:lnTo>
                  <a:close/>
                  <a:moveTo>
                    <a:pt x="7376" y="12473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0"/>
                  </a:lnTo>
                  <a:lnTo>
                    <a:pt x="7878" y="13013"/>
                  </a:lnTo>
                  <a:lnTo>
                    <a:pt x="7878" y="13168"/>
                  </a:lnTo>
                  <a:lnTo>
                    <a:pt x="7337" y="12975"/>
                  </a:lnTo>
                  <a:lnTo>
                    <a:pt x="6835" y="12743"/>
                  </a:lnTo>
                  <a:lnTo>
                    <a:pt x="6990" y="12589"/>
                  </a:lnTo>
                  <a:lnTo>
                    <a:pt x="7183" y="12511"/>
                  </a:lnTo>
                  <a:lnTo>
                    <a:pt x="7376" y="12473"/>
                  </a:lnTo>
                  <a:close/>
                  <a:moveTo>
                    <a:pt x="8959" y="12627"/>
                  </a:moveTo>
                  <a:lnTo>
                    <a:pt x="9113" y="12743"/>
                  </a:lnTo>
                  <a:lnTo>
                    <a:pt x="9229" y="12936"/>
                  </a:lnTo>
                  <a:lnTo>
                    <a:pt x="9268" y="13091"/>
                  </a:lnTo>
                  <a:lnTo>
                    <a:pt x="9268" y="13207"/>
                  </a:lnTo>
                  <a:lnTo>
                    <a:pt x="9036" y="13245"/>
                  </a:lnTo>
                  <a:lnTo>
                    <a:pt x="8804" y="13284"/>
                  </a:lnTo>
                  <a:lnTo>
                    <a:pt x="8302" y="13284"/>
                  </a:lnTo>
                  <a:lnTo>
                    <a:pt x="8341" y="13207"/>
                  </a:lnTo>
                  <a:lnTo>
                    <a:pt x="8341" y="13013"/>
                  </a:lnTo>
                  <a:lnTo>
                    <a:pt x="8418" y="12820"/>
                  </a:lnTo>
                  <a:lnTo>
                    <a:pt x="8573" y="12666"/>
                  </a:lnTo>
                  <a:lnTo>
                    <a:pt x="8650" y="12627"/>
                  </a:lnTo>
                  <a:close/>
                  <a:moveTo>
                    <a:pt x="22899" y="0"/>
                  </a:moveTo>
                  <a:lnTo>
                    <a:pt x="22822" y="77"/>
                  </a:lnTo>
                  <a:lnTo>
                    <a:pt x="22783" y="116"/>
                  </a:lnTo>
                  <a:lnTo>
                    <a:pt x="22744" y="232"/>
                  </a:lnTo>
                  <a:lnTo>
                    <a:pt x="22744" y="309"/>
                  </a:lnTo>
                  <a:lnTo>
                    <a:pt x="22822" y="386"/>
                  </a:lnTo>
                  <a:lnTo>
                    <a:pt x="22860" y="425"/>
                  </a:lnTo>
                  <a:lnTo>
                    <a:pt x="23015" y="618"/>
                  </a:lnTo>
                  <a:lnTo>
                    <a:pt x="22899" y="773"/>
                  </a:lnTo>
                  <a:lnTo>
                    <a:pt x="22783" y="927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629" y="1506"/>
                  </a:lnTo>
                  <a:lnTo>
                    <a:pt x="22629" y="1699"/>
                  </a:lnTo>
                  <a:lnTo>
                    <a:pt x="22629" y="1854"/>
                  </a:lnTo>
                  <a:lnTo>
                    <a:pt x="22706" y="2047"/>
                  </a:lnTo>
                  <a:lnTo>
                    <a:pt x="22860" y="2240"/>
                  </a:lnTo>
                  <a:lnTo>
                    <a:pt x="23053" y="2394"/>
                  </a:lnTo>
                  <a:lnTo>
                    <a:pt x="23285" y="2472"/>
                  </a:lnTo>
                  <a:lnTo>
                    <a:pt x="23517" y="2510"/>
                  </a:lnTo>
                  <a:lnTo>
                    <a:pt x="23401" y="2703"/>
                  </a:lnTo>
                  <a:lnTo>
                    <a:pt x="23362" y="2896"/>
                  </a:lnTo>
                  <a:lnTo>
                    <a:pt x="23324" y="3089"/>
                  </a:lnTo>
                  <a:lnTo>
                    <a:pt x="23362" y="3244"/>
                  </a:lnTo>
                  <a:lnTo>
                    <a:pt x="23439" y="3476"/>
                  </a:lnTo>
                  <a:lnTo>
                    <a:pt x="23594" y="3707"/>
                  </a:lnTo>
                  <a:lnTo>
                    <a:pt x="23748" y="3862"/>
                  </a:lnTo>
                  <a:lnTo>
                    <a:pt x="23980" y="3978"/>
                  </a:lnTo>
                  <a:lnTo>
                    <a:pt x="23748" y="4209"/>
                  </a:lnTo>
                  <a:lnTo>
                    <a:pt x="23555" y="4441"/>
                  </a:lnTo>
                  <a:lnTo>
                    <a:pt x="23478" y="4750"/>
                  </a:lnTo>
                  <a:lnTo>
                    <a:pt x="23439" y="4866"/>
                  </a:lnTo>
                  <a:lnTo>
                    <a:pt x="23439" y="5020"/>
                  </a:lnTo>
                  <a:lnTo>
                    <a:pt x="23517" y="5252"/>
                  </a:lnTo>
                  <a:lnTo>
                    <a:pt x="23633" y="5484"/>
                  </a:lnTo>
                  <a:lnTo>
                    <a:pt x="23401" y="5484"/>
                  </a:lnTo>
                  <a:lnTo>
                    <a:pt x="23169" y="5561"/>
                  </a:lnTo>
                  <a:lnTo>
                    <a:pt x="22976" y="5677"/>
                  </a:lnTo>
                  <a:lnTo>
                    <a:pt x="22822" y="5870"/>
                  </a:lnTo>
                  <a:lnTo>
                    <a:pt x="22706" y="6101"/>
                  </a:lnTo>
                  <a:lnTo>
                    <a:pt x="22629" y="6333"/>
                  </a:lnTo>
                  <a:lnTo>
                    <a:pt x="22474" y="6256"/>
                  </a:lnTo>
                  <a:lnTo>
                    <a:pt x="22320" y="6217"/>
                  </a:lnTo>
                  <a:lnTo>
                    <a:pt x="22165" y="6179"/>
                  </a:lnTo>
                  <a:lnTo>
                    <a:pt x="21972" y="6217"/>
                  </a:lnTo>
                  <a:lnTo>
                    <a:pt x="21740" y="6256"/>
                  </a:lnTo>
                  <a:lnTo>
                    <a:pt x="21547" y="6372"/>
                  </a:lnTo>
                  <a:lnTo>
                    <a:pt x="21354" y="6565"/>
                  </a:lnTo>
                  <a:lnTo>
                    <a:pt x="21200" y="6758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5986"/>
                  </a:lnTo>
                  <a:lnTo>
                    <a:pt x="20736" y="5870"/>
                  </a:lnTo>
                  <a:lnTo>
                    <a:pt x="20582" y="5792"/>
                  </a:lnTo>
                  <a:lnTo>
                    <a:pt x="20428" y="5754"/>
                  </a:lnTo>
                  <a:lnTo>
                    <a:pt x="20080" y="5754"/>
                  </a:lnTo>
                  <a:lnTo>
                    <a:pt x="19887" y="5831"/>
                  </a:lnTo>
                  <a:lnTo>
                    <a:pt x="19771" y="5947"/>
                  </a:lnTo>
                  <a:lnTo>
                    <a:pt x="19732" y="5715"/>
                  </a:lnTo>
                  <a:lnTo>
                    <a:pt x="19617" y="5484"/>
                  </a:lnTo>
                  <a:lnTo>
                    <a:pt x="19462" y="5290"/>
                  </a:lnTo>
                  <a:lnTo>
                    <a:pt x="19385" y="5213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52"/>
                  </a:lnTo>
                  <a:lnTo>
                    <a:pt x="18497" y="5406"/>
                  </a:lnTo>
                  <a:lnTo>
                    <a:pt x="18458" y="5252"/>
                  </a:lnTo>
                  <a:lnTo>
                    <a:pt x="18458" y="5097"/>
                  </a:lnTo>
                  <a:lnTo>
                    <a:pt x="18381" y="4982"/>
                  </a:lnTo>
                  <a:lnTo>
                    <a:pt x="18304" y="4827"/>
                  </a:lnTo>
                  <a:lnTo>
                    <a:pt x="18188" y="4750"/>
                  </a:lnTo>
                  <a:lnTo>
                    <a:pt x="18072" y="4634"/>
                  </a:lnTo>
                  <a:lnTo>
                    <a:pt x="17956" y="4557"/>
                  </a:lnTo>
                  <a:lnTo>
                    <a:pt x="17802" y="4518"/>
                  </a:lnTo>
                  <a:lnTo>
                    <a:pt x="17531" y="4518"/>
                  </a:lnTo>
                  <a:lnTo>
                    <a:pt x="17377" y="4557"/>
                  </a:lnTo>
                  <a:lnTo>
                    <a:pt x="17261" y="4634"/>
                  </a:lnTo>
                  <a:lnTo>
                    <a:pt x="17145" y="4711"/>
                  </a:lnTo>
                  <a:lnTo>
                    <a:pt x="17029" y="4827"/>
                  </a:lnTo>
                  <a:lnTo>
                    <a:pt x="16875" y="5059"/>
                  </a:lnTo>
                  <a:lnTo>
                    <a:pt x="16759" y="4904"/>
                  </a:lnTo>
                  <a:lnTo>
                    <a:pt x="16605" y="4788"/>
                  </a:lnTo>
                  <a:lnTo>
                    <a:pt x="16450" y="4673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27"/>
                  </a:lnTo>
                  <a:lnTo>
                    <a:pt x="15523" y="4982"/>
                  </a:lnTo>
                  <a:lnTo>
                    <a:pt x="15446" y="5136"/>
                  </a:lnTo>
                  <a:lnTo>
                    <a:pt x="15408" y="5290"/>
                  </a:lnTo>
                  <a:lnTo>
                    <a:pt x="15408" y="5484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29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2"/>
                  </a:lnTo>
                  <a:lnTo>
                    <a:pt x="14635" y="4943"/>
                  </a:lnTo>
                  <a:lnTo>
                    <a:pt x="14442" y="4943"/>
                  </a:lnTo>
                  <a:lnTo>
                    <a:pt x="14288" y="5020"/>
                  </a:lnTo>
                  <a:lnTo>
                    <a:pt x="14172" y="5059"/>
                  </a:lnTo>
                  <a:lnTo>
                    <a:pt x="14056" y="5175"/>
                  </a:lnTo>
                  <a:lnTo>
                    <a:pt x="13940" y="5290"/>
                  </a:lnTo>
                  <a:lnTo>
                    <a:pt x="13824" y="5522"/>
                  </a:lnTo>
                  <a:lnTo>
                    <a:pt x="13786" y="5831"/>
                  </a:lnTo>
                  <a:lnTo>
                    <a:pt x="13593" y="5715"/>
                  </a:lnTo>
                  <a:lnTo>
                    <a:pt x="13361" y="5677"/>
                  </a:lnTo>
                  <a:lnTo>
                    <a:pt x="13168" y="5677"/>
                  </a:lnTo>
                  <a:lnTo>
                    <a:pt x="12936" y="5715"/>
                  </a:lnTo>
                  <a:lnTo>
                    <a:pt x="12743" y="5831"/>
                  </a:lnTo>
                  <a:lnTo>
                    <a:pt x="12627" y="5908"/>
                  </a:lnTo>
                  <a:lnTo>
                    <a:pt x="12511" y="6063"/>
                  </a:lnTo>
                  <a:lnTo>
                    <a:pt x="12434" y="6179"/>
                  </a:lnTo>
                  <a:lnTo>
                    <a:pt x="12357" y="6333"/>
                  </a:lnTo>
                  <a:lnTo>
                    <a:pt x="12357" y="6488"/>
                  </a:lnTo>
                  <a:lnTo>
                    <a:pt x="12357" y="6681"/>
                  </a:lnTo>
                  <a:lnTo>
                    <a:pt x="12357" y="6835"/>
                  </a:lnTo>
                  <a:lnTo>
                    <a:pt x="12434" y="6990"/>
                  </a:lnTo>
                  <a:lnTo>
                    <a:pt x="12164" y="6990"/>
                  </a:lnTo>
                  <a:lnTo>
                    <a:pt x="11894" y="7105"/>
                  </a:lnTo>
                  <a:lnTo>
                    <a:pt x="11662" y="7221"/>
                  </a:lnTo>
                  <a:lnTo>
                    <a:pt x="11507" y="7376"/>
                  </a:lnTo>
                  <a:lnTo>
                    <a:pt x="11430" y="7530"/>
                  </a:lnTo>
                  <a:lnTo>
                    <a:pt x="11353" y="7685"/>
                  </a:lnTo>
                  <a:lnTo>
                    <a:pt x="11314" y="7839"/>
                  </a:lnTo>
                  <a:lnTo>
                    <a:pt x="11314" y="7994"/>
                  </a:lnTo>
                  <a:lnTo>
                    <a:pt x="11314" y="8148"/>
                  </a:lnTo>
                  <a:lnTo>
                    <a:pt x="11353" y="8302"/>
                  </a:lnTo>
                  <a:lnTo>
                    <a:pt x="11392" y="8418"/>
                  </a:lnTo>
                  <a:lnTo>
                    <a:pt x="11507" y="8573"/>
                  </a:lnTo>
                  <a:lnTo>
                    <a:pt x="11237" y="8650"/>
                  </a:lnTo>
                  <a:lnTo>
                    <a:pt x="10967" y="8766"/>
                  </a:lnTo>
                  <a:lnTo>
                    <a:pt x="10774" y="8997"/>
                  </a:lnTo>
                  <a:lnTo>
                    <a:pt x="10658" y="9229"/>
                  </a:lnTo>
                  <a:lnTo>
                    <a:pt x="10581" y="9499"/>
                  </a:lnTo>
                  <a:lnTo>
                    <a:pt x="10619" y="9770"/>
                  </a:lnTo>
                  <a:lnTo>
                    <a:pt x="10697" y="10001"/>
                  </a:lnTo>
                  <a:lnTo>
                    <a:pt x="10851" y="10233"/>
                  </a:lnTo>
                  <a:lnTo>
                    <a:pt x="10619" y="10272"/>
                  </a:lnTo>
                  <a:lnTo>
                    <a:pt x="10426" y="10388"/>
                  </a:lnTo>
                  <a:lnTo>
                    <a:pt x="10272" y="10581"/>
                  </a:lnTo>
                  <a:lnTo>
                    <a:pt x="10117" y="10774"/>
                  </a:lnTo>
                  <a:lnTo>
                    <a:pt x="10079" y="10967"/>
                  </a:lnTo>
                  <a:lnTo>
                    <a:pt x="10040" y="11199"/>
                  </a:lnTo>
                  <a:lnTo>
                    <a:pt x="10079" y="11469"/>
                  </a:lnTo>
                  <a:lnTo>
                    <a:pt x="10195" y="11662"/>
                  </a:lnTo>
                  <a:lnTo>
                    <a:pt x="9924" y="11739"/>
                  </a:lnTo>
                  <a:lnTo>
                    <a:pt x="9693" y="11816"/>
                  </a:lnTo>
                  <a:lnTo>
                    <a:pt x="9500" y="11971"/>
                  </a:lnTo>
                  <a:lnTo>
                    <a:pt x="9422" y="12087"/>
                  </a:lnTo>
                  <a:lnTo>
                    <a:pt x="9384" y="12203"/>
                  </a:lnTo>
                  <a:lnTo>
                    <a:pt x="9345" y="12318"/>
                  </a:lnTo>
                  <a:lnTo>
                    <a:pt x="9306" y="12473"/>
                  </a:lnTo>
                  <a:lnTo>
                    <a:pt x="9191" y="12357"/>
                  </a:lnTo>
                  <a:lnTo>
                    <a:pt x="9036" y="12318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18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09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3" y="12241"/>
                  </a:lnTo>
                  <a:lnTo>
                    <a:pt x="7492" y="12164"/>
                  </a:lnTo>
                  <a:lnTo>
                    <a:pt x="7221" y="12164"/>
                  </a:lnTo>
                  <a:lnTo>
                    <a:pt x="6990" y="12241"/>
                  </a:lnTo>
                  <a:lnTo>
                    <a:pt x="6796" y="12396"/>
                  </a:lnTo>
                  <a:lnTo>
                    <a:pt x="6796" y="12048"/>
                  </a:lnTo>
                  <a:lnTo>
                    <a:pt x="6758" y="11855"/>
                  </a:lnTo>
                  <a:lnTo>
                    <a:pt x="6681" y="11701"/>
                  </a:lnTo>
                  <a:lnTo>
                    <a:pt x="6603" y="11546"/>
                  </a:lnTo>
                  <a:lnTo>
                    <a:pt x="6526" y="11392"/>
                  </a:lnTo>
                  <a:lnTo>
                    <a:pt x="6410" y="11276"/>
                  </a:lnTo>
                  <a:lnTo>
                    <a:pt x="6256" y="11199"/>
                  </a:lnTo>
                  <a:lnTo>
                    <a:pt x="6063" y="11160"/>
                  </a:lnTo>
                  <a:lnTo>
                    <a:pt x="5870" y="11121"/>
                  </a:lnTo>
                  <a:lnTo>
                    <a:pt x="5715" y="11160"/>
                  </a:lnTo>
                  <a:lnTo>
                    <a:pt x="5522" y="11199"/>
                  </a:lnTo>
                  <a:lnTo>
                    <a:pt x="5522" y="10928"/>
                  </a:lnTo>
                  <a:lnTo>
                    <a:pt x="5445" y="10697"/>
                  </a:lnTo>
                  <a:lnTo>
                    <a:pt x="5329" y="10503"/>
                  </a:lnTo>
                  <a:lnTo>
                    <a:pt x="5213" y="10426"/>
                  </a:lnTo>
                  <a:lnTo>
                    <a:pt x="5097" y="10349"/>
                  </a:lnTo>
                  <a:lnTo>
                    <a:pt x="4943" y="10310"/>
                  </a:lnTo>
                  <a:lnTo>
                    <a:pt x="4673" y="10310"/>
                  </a:lnTo>
                  <a:lnTo>
                    <a:pt x="4557" y="10349"/>
                  </a:lnTo>
                  <a:lnTo>
                    <a:pt x="4518" y="10156"/>
                  </a:lnTo>
                  <a:lnTo>
                    <a:pt x="4480" y="9924"/>
                  </a:lnTo>
                  <a:lnTo>
                    <a:pt x="4364" y="9731"/>
                  </a:lnTo>
                  <a:lnTo>
                    <a:pt x="4209" y="9577"/>
                  </a:lnTo>
                  <a:lnTo>
                    <a:pt x="4093" y="9461"/>
                  </a:lnTo>
                  <a:lnTo>
                    <a:pt x="3900" y="9422"/>
                  </a:lnTo>
                  <a:lnTo>
                    <a:pt x="3746" y="9384"/>
                  </a:lnTo>
                  <a:lnTo>
                    <a:pt x="3591" y="9422"/>
                  </a:lnTo>
                  <a:lnTo>
                    <a:pt x="3437" y="9461"/>
                  </a:lnTo>
                  <a:lnTo>
                    <a:pt x="3283" y="9538"/>
                  </a:lnTo>
                  <a:lnTo>
                    <a:pt x="3128" y="9615"/>
                  </a:lnTo>
                  <a:lnTo>
                    <a:pt x="3012" y="9731"/>
                  </a:lnTo>
                  <a:lnTo>
                    <a:pt x="2974" y="9615"/>
                  </a:lnTo>
                  <a:lnTo>
                    <a:pt x="2896" y="9422"/>
                  </a:lnTo>
                  <a:lnTo>
                    <a:pt x="2781" y="9268"/>
                  </a:lnTo>
                  <a:lnTo>
                    <a:pt x="2626" y="9113"/>
                  </a:lnTo>
                  <a:lnTo>
                    <a:pt x="2433" y="9036"/>
                  </a:lnTo>
                  <a:lnTo>
                    <a:pt x="2240" y="8997"/>
                  </a:lnTo>
                  <a:lnTo>
                    <a:pt x="2047" y="8997"/>
                  </a:lnTo>
                  <a:lnTo>
                    <a:pt x="1854" y="9075"/>
                  </a:lnTo>
                  <a:lnTo>
                    <a:pt x="1699" y="9191"/>
                  </a:lnTo>
                  <a:lnTo>
                    <a:pt x="1545" y="9345"/>
                  </a:lnTo>
                  <a:lnTo>
                    <a:pt x="1429" y="9499"/>
                  </a:lnTo>
                  <a:lnTo>
                    <a:pt x="1390" y="9693"/>
                  </a:lnTo>
                  <a:lnTo>
                    <a:pt x="1352" y="9886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272"/>
                  </a:lnTo>
                  <a:lnTo>
                    <a:pt x="386" y="10426"/>
                  </a:lnTo>
                  <a:lnTo>
                    <a:pt x="271" y="10542"/>
                  </a:lnTo>
                  <a:lnTo>
                    <a:pt x="116" y="10851"/>
                  </a:lnTo>
                  <a:lnTo>
                    <a:pt x="39" y="11199"/>
                  </a:lnTo>
                  <a:lnTo>
                    <a:pt x="0" y="11546"/>
                  </a:lnTo>
                  <a:lnTo>
                    <a:pt x="77" y="11894"/>
                  </a:lnTo>
                  <a:lnTo>
                    <a:pt x="193" y="12241"/>
                  </a:lnTo>
                  <a:lnTo>
                    <a:pt x="386" y="12511"/>
                  </a:lnTo>
                  <a:lnTo>
                    <a:pt x="618" y="12782"/>
                  </a:lnTo>
                  <a:lnTo>
                    <a:pt x="811" y="12898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124" y="13091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11"/>
                  </a:lnTo>
                  <a:lnTo>
                    <a:pt x="3360" y="12203"/>
                  </a:lnTo>
                  <a:lnTo>
                    <a:pt x="3591" y="12009"/>
                  </a:lnTo>
                  <a:lnTo>
                    <a:pt x="3553" y="11932"/>
                  </a:lnTo>
                  <a:lnTo>
                    <a:pt x="3514" y="11816"/>
                  </a:lnTo>
                  <a:lnTo>
                    <a:pt x="3437" y="11739"/>
                  </a:lnTo>
                  <a:lnTo>
                    <a:pt x="3283" y="11739"/>
                  </a:lnTo>
                  <a:lnTo>
                    <a:pt x="3244" y="11816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7" y="12434"/>
                  </a:lnTo>
                  <a:lnTo>
                    <a:pt x="2317" y="12550"/>
                  </a:lnTo>
                  <a:lnTo>
                    <a:pt x="2047" y="12666"/>
                  </a:lnTo>
                  <a:lnTo>
                    <a:pt x="1429" y="12666"/>
                  </a:lnTo>
                  <a:lnTo>
                    <a:pt x="1159" y="12550"/>
                  </a:lnTo>
                  <a:lnTo>
                    <a:pt x="966" y="12434"/>
                  </a:lnTo>
                  <a:lnTo>
                    <a:pt x="811" y="12318"/>
                  </a:lnTo>
                  <a:lnTo>
                    <a:pt x="695" y="12203"/>
                  </a:lnTo>
                  <a:lnTo>
                    <a:pt x="618" y="12048"/>
                  </a:lnTo>
                  <a:lnTo>
                    <a:pt x="541" y="11855"/>
                  </a:lnTo>
                  <a:lnTo>
                    <a:pt x="502" y="11701"/>
                  </a:lnTo>
                  <a:lnTo>
                    <a:pt x="502" y="11546"/>
                  </a:lnTo>
                  <a:lnTo>
                    <a:pt x="502" y="11353"/>
                  </a:lnTo>
                  <a:lnTo>
                    <a:pt x="541" y="11199"/>
                  </a:lnTo>
                  <a:lnTo>
                    <a:pt x="579" y="11044"/>
                  </a:lnTo>
                  <a:lnTo>
                    <a:pt x="657" y="10890"/>
                  </a:lnTo>
                  <a:lnTo>
                    <a:pt x="773" y="10735"/>
                  </a:lnTo>
                  <a:lnTo>
                    <a:pt x="927" y="10619"/>
                  </a:lnTo>
                  <a:lnTo>
                    <a:pt x="1043" y="10503"/>
                  </a:lnTo>
                  <a:lnTo>
                    <a:pt x="1236" y="10426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317" y="10349"/>
                  </a:lnTo>
                  <a:lnTo>
                    <a:pt x="2587" y="10426"/>
                  </a:lnTo>
                  <a:lnTo>
                    <a:pt x="2858" y="10503"/>
                  </a:lnTo>
                  <a:lnTo>
                    <a:pt x="3128" y="10619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6"/>
                  </a:lnTo>
                  <a:lnTo>
                    <a:pt x="5908" y="12666"/>
                  </a:lnTo>
                  <a:lnTo>
                    <a:pt x="6294" y="12936"/>
                  </a:lnTo>
                  <a:lnTo>
                    <a:pt x="6681" y="13207"/>
                  </a:lnTo>
                  <a:lnTo>
                    <a:pt x="7105" y="13400"/>
                  </a:lnTo>
                  <a:lnTo>
                    <a:pt x="7530" y="13593"/>
                  </a:lnTo>
                  <a:lnTo>
                    <a:pt x="7994" y="13708"/>
                  </a:lnTo>
                  <a:lnTo>
                    <a:pt x="8457" y="13786"/>
                  </a:lnTo>
                  <a:lnTo>
                    <a:pt x="8920" y="13747"/>
                  </a:lnTo>
                  <a:lnTo>
                    <a:pt x="9345" y="13670"/>
                  </a:lnTo>
                  <a:lnTo>
                    <a:pt x="9731" y="13515"/>
                  </a:lnTo>
                  <a:lnTo>
                    <a:pt x="10079" y="13322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34"/>
                  </a:lnTo>
                  <a:lnTo>
                    <a:pt x="11121" y="12087"/>
                  </a:lnTo>
                  <a:lnTo>
                    <a:pt x="11314" y="11739"/>
                  </a:lnTo>
                  <a:lnTo>
                    <a:pt x="11507" y="11199"/>
                  </a:lnTo>
                  <a:lnTo>
                    <a:pt x="11662" y="10658"/>
                  </a:lnTo>
                  <a:lnTo>
                    <a:pt x="11971" y="9615"/>
                  </a:lnTo>
                  <a:lnTo>
                    <a:pt x="12164" y="9075"/>
                  </a:lnTo>
                  <a:lnTo>
                    <a:pt x="12357" y="8573"/>
                  </a:lnTo>
                  <a:lnTo>
                    <a:pt x="12627" y="8109"/>
                  </a:lnTo>
                  <a:lnTo>
                    <a:pt x="12936" y="7646"/>
                  </a:lnTo>
                  <a:lnTo>
                    <a:pt x="13284" y="7298"/>
                  </a:lnTo>
                  <a:lnTo>
                    <a:pt x="13631" y="6951"/>
                  </a:lnTo>
                  <a:lnTo>
                    <a:pt x="14017" y="6681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1"/>
                  </a:lnTo>
                  <a:lnTo>
                    <a:pt x="15832" y="5986"/>
                  </a:lnTo>
                  <a:lnTo>
                    <a:pt x="16296" y="5908"/>
                  </a:lnTo>
                  <a:lnTo>
                    <a:pt x="16914" y="5908"/>
                  </a:lnTo>
                  <a:lnTo>
                    <a:pt x="17454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565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30" y="7492"/>
                  </a:lnTo>
                  <a:lnTo>
                    <a:pt x="21316" y="7607"/>
                  </a:lnTo>
                  <a:lnTo>
                    <a:pt x="21740" y="7685"/>
                  </a:lnTo>
                  <a:lnTo>
                    <a:pt x="22165" y="7723"/>
                  </a:lnTo>
                  <a:lnTo>
                    <a:pt x="22590" y="7723"/>
                  </a:lnTo>
                  <a:lnTo>
                    <a:pt x="22976" y="7646"/>
                  </a:lnTo>
                  <a:lnTo>
                    <a:pt x="23362" y="7492"/>
                  </a:lnTo>
                  <a:lnTo>
                    <a:pt x="23748" y="7260"/>
                  </a:lnTo>
                  <a:lnTo>
                    <a:pt x="24057" y="6990"/>
                  </a:lnTo>
                  <a:lnTo>
                    <a:pt x="24366" y="6642"/>
                  </a:lnTo>
                  <a:lnTo>
                    <a:pt x="24598" y="6294"/>
                  </a:lnTo>
                  <a:lnTo>
                    <a:pt x="24752" y="5870"/>
                  </a:lnTo>
                  <a:lnTo>
                    <a:pt x="24907" y="5484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171"/>
                  </a:lnTo>
                  <a:lnTo>
                    <a:pt x="24984" y="3707"/>
                  </a:lnTo>
                  <a:lnTo>
                    <a:pt x="24907" y="3283"/>
                  </a:lnTo>
                  <a:lnTo>
                    <a:pt x="24791" y="2819"/>
                  </a:lnTo>
                  <a:lnTo>
                    <a:pt x="24637" y="2394"/>
                  </a:lnTo>
                  <a:lnTo>
                    <a:pt x="24482" y="1970"/>
                  </a:lnTo>
                  <a:lnTo>
                    <a:pt x="24250" y="1545"/>
                  </a:lnTo>
                  <a:lnTo>
                    <a:pt x="24057" y="1159"/>
                  </a:lnTo>
                  <a:lnTo>
                    <a:pt x="23826" y="811"/>
                  </a:lnTo>
                  <a:lnTo>
                    <a:pt x="23941" y="348"/>
                  </a:lnTo>
                  <a:lnTo>
                    <a:pt x="23594" y="193"/>
                  </a:lnTo>
                  <a:lnTo>
                    <a:pt x="23208" y="77"/>
                  </a:lnTo>
                  <a:lnTo>
                    <a:pt x="23169" y="39"/>
                  </a:lnTo>
                  <a:lnTo>
                    <a:pt x="2309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6" name="Google Shape;3216;p15"/>
            <p:cNvSpPr/>
            <p:nvPr/>
          </p:nvSpPr>
          <p:spPr>
            <a:xfrm>
              <a:off x="3792600" y="960050"/>
              <a:ext cx="625600" cy="344650"/>
            </a:xfrm>
            <a:custGeom>
              <a:avLst/>
              <a:gdLst/>
              <a:ahLst/>
              <a:cxnLst/>
              <a:rect l="l" t="t" r="r" b="b"/>
              <a:pathLst>
                <a:path w="25024" h="13786" extrusionOk="0">
                  <a:moveTo>
                    <a:pt x="23286" y="966"/>
                  </a:moveTo>
                  <a:lnTo>
                    <a:pt x="23633" y="1468"/>
                  </a:lnTo>
                  <a:lnTo>
                    <a:pt x="23942" y="2008"/>
                  </a:lnTo>
                  <a:lnTo>
                    <a:pt x="23788" y="2163"/>
                  </a:lnTo>
                  <a:lnTo>
                    <a:pt x="23633" y="2201"/>
                  </a:lnTo>
                  <a:lnTo>
                    <a:pt x="23479" y="2201"/>
                  </a:lnTo>
                  <a:lnTo>
                    <a:pt x="23324" y="2163"/>
                  </a:lnTo>
                  <a:lnTo>
                    <a:pt x="23208" y="2085"/>
                  </a:lnTo>
                  <a:lnTo>
                    <a:pt x="23093" y="1970"/>
                  </a:lnTo>
                  <a:lnTo>
                    <a:pt x="23015" y="1815"/>
                  </a:lnTo>
                  <a:lnTo>
                    <a:pt x="22977" y="1661"/>
                  </a:lnTo>
                  <a:lnTo>
                    <a:pt x="22977" y="1429"/>
                  </a:lnTo>
                  <a:lnTo>
                    <a:pt x="23054" y="1274"/>
                  </a:lnTo>
                  <a:lnTo>
                    <a:pt x="23170" y="1120"/>
                  </a:lnTo>
                  <a:lnTo>
                    <a:pt x="23286" y="966"/>
                  </a:lnTo>
                  <a:close/>
                  <a:moveTo>
                    <a:pt x="24097" y="2433"/>
                  </a:moveTo>
                  <a:lnTo>
                    <a:pt x="24212" y="2780"/>
                  </a:lnTo>
                  <a:lnTo>
                    <a:pt x="24328" y="3089"/>
                  </a:lnTo>
                  <a:lnTo>
                    <a:pt x="24367" y="3437"/>
                  </a:lnTo>
                  <a:lnTo>
                    <a:pt x="24444" y="3823"/>
                  </a:lnTo>
                  <a:lnTo>
                    <a:pt x="24174" y="3746"/>
                  </a:lnTo>
                  <a:lnTo>
                    <a:pt x="23942" y="3591"/>
                  </a:lnTo>
                  <a:lnTo>
                    <a:pt x="23865" y="3514"/>
                  </a:lnTo>
                  <a:lnTo>
                    <a:pt x="23788" y="3398"/>
                  </a:lnTo>
                  <a:lnTo>
                    <a:pt x="23749" y="3282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8" y="2742"/>
                  </a:lnTo>
                  <a:lnTo>
                    <a:pt x="23942" y="2587"/>
                  </a:lnTo>
                  <a:lnTo>
                    <a:pt x="24097" y="2433"/>
                  </a:lnTo>
                  <a:close/>
                  <a:moveTo>
                    <a:pt x="16296" y="4981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7" y="5290"/>
                  </a:lnTo>
                  <a:lnTo>
                    <a:pt x="16567" y="5406"/>
                  </a:lnTo>
                  <a:lnTo>
                    <a:pt x="16296" y="5445"/>
                  </a:lnTo>
                  <a:lnTo>
                    <a:pt x="15640" y="5522"/>
                  </a:lnTo>
                  <a:lnTo>
                    <a:pt x="15640" y="5483"/>
                  </a:lnTo>
                  <a:lnTo>
                    <a:pt x="15679" y="5368"/>
                  </a:lnTo>
                  <a:lnTo>
                    <a:pt x="15717" y="5252"/>
                  </a:lnTo>
                  <a:lnTo>
                    <a:pt x="15756" y="5175"/>
                  </a:lnTo>
                  <a:lnTo>
                    <a:pt x="15833" y="5097"/>
                  </a:lnTo>
                  <a:lnTo>
                    <a:pt x="15949" y="5020"/>
                  </a:lnTo>
                  <a:lnTo>
                    <a:pt x="16065" y="4981"/>
                  </a:lnTo>
                  <a:close/>
                  <a:moveTo>
                    <a:pt x="24444" y="4248"/>
                  </a:moveTo>
                  <a:lnTo>
                    <a:pt x="24444" y="4673"/>
                  </a:lnTo>
                  <a:lnTo>
                    <a:pt x="24367" y="5097"/>
                  </a:lnTo>
                  <a:lnTo>
                    <a:pt x="24251" y="5522"/>
                  </a:lnTo>
                  <a:lnTo>
                    <a:pt x="24058" y="5445"/>
                  </a:lnTo>
                  <a:lnTo>
                    <a:pt x="23904" y="5290"/>
                  </a:lnTo>
                  <a:lnTo>
                    <a:pt x="23826" y="5097"/>
                  </a:lnTo>
                  <a:lnTo>
                    <a:pt x="23788" y="4981"/>
                  </a:lnTo>
                  <a:lnTo>
                    <a:pt x="23788" y="4866"/>
                  </a:lnTo>
                  <a:lnTo>
                    <a:pt x="23826" y="4750"/>
                  </a:lnTo>
                  <a:lnTo>
                    <a:pt x="23865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6"/>
                  </a:lnTo>
                  <a:lnTo>
                    <a:pt x="18073" y="5638"/>
                  </a:lnTo>
                  <a:lnTo>
                    <a:pt x="17571" y="5522"/>
                  </a:lnTo>
                  <a:lnTo>
                    <a:pt x="17030" y="5445"/>
                  </a:lnTo>
                  <a:lnTo>
                    <a:pt x="17069" y="5290"/>
                  </a:lnTo>
                  <a:lnTo>
                    <a:pt x="17107" y="5175"/>
                  </a:lnTo>
                  <a:lnTo>
                    <a:pt x="17185" y="5059"/>
                  </a:lnTo>
                  <a:lnTo>
                    <a:pt x="17300" y="4943"/>
                  </a:lnTo>
                  <a:lnTo>
                    <a:pt x="17416" y="4904"/>
                  </a:lnTo>
                  <a:lnTo>
                    <a:pt x="17532" y="4866"/>
                  </a:lnTo>
                  <a:lnTo>
                    <a:pt x="17648" y="4827"/>
                  </a:lnTo>
                  <a:close/>
                  <a:moveTo>
                    <a:pt x="14713" y="5329"/>
                  </a:moveTo>
                  <a:lnTo>
                    <a:pt x="14829" y="5368"/>
                  </a:lnTo>
                  <a:lnTo>
                    <a:pt x="14906" y="5445"/>
                  </a:lnTo>
                  <a:lnTo>
                    <a:pt x="15022" y="5561"/>
                  </a:lnTo>
                  <a:lnTo>
                    <a:pt x="15061" y="5677"/>
                  </a:lnTo>
                  <a:lnTo>
                    <a:pt x="14559" y="5870"/>
                  </a:lnTo>
                  <a:lnTo>
                    <a:pt x="14057" y="6101"/>
                  </a:lnTo>
                  <a:lnTo>
                    <a:pt x="14018" y="6063"/>
                  </a:lnTo>
                  <a:lnTo>
                    <a:pt x="14057" y="5831"/>
                  </a:lnTo>
                  <a:lnTo>
                    <a:pt x="14134" y="5599"/>
                  </a:lnTo>
                  <a:lnTo>
                    <a:pt x="14250" y="5445"/>
                  </a:lnTo>
                  <a:lnTo>
                    <a:pt x="14366" y="5368"/>
                  </a:lnTo>
                  <a:lnTo>
                    <a:pt x="14443" y="5329"/>
                  </a:lnTo>
                  <a:close/>
                  <a:moveTo>
                    <a:pt x="18999" y="5483"/>
                  </a:moveTo>
                  <a:lnTo>
                    <a:pt x="19115" y="5522"/>
                  </a:lnTo>
                  <a:lnTo>
                    <a:pt x="19193" y="5561"/>
                  </a:lnTo>
                  <a:lnTo>
                    <a:pt x="19308" y="5677"/>
                  </a:lnTo>
                  <a:lnTo>
                    <a:pt x="19386" y="5831"/>
                  </a:lnTo>
                  <a:lnTo>
                    <a:pt x="19386" y="5985"/>
                  </a:lnTo>
                  <a:lnTo>
                    <a:pt x="19347" y="6179"/>
                  </a:lnTo>
                  <a:lnTo>
                    <a:pt x="18613" y="5831"/>
                  </a:lnTo>
                  <a:lnTo>
                    <a:pt x="18652" y="5754"/>
                  </a:lnTo>
                  <a:lnTo>
                    <a:pt x="18691" y="5677"/>
                  </a:lnTo>
                  <a:lnTo>
                    <a:pt x="18845" y="5522"/>
                  </a:lnTo>
                  <a:lnTo>
                    <a:pt x="18999" y="5483"/>
                  </a:lnTo>
                  <a:close/>
                  <a:moveTo>
                    <a:pt x="20197" y="6063"/>
                  </a:moveTo>
                  <a:lnTo>
                    <a:pt x="20351" y="6101"/>
                  </a:lnTo>
                  <a:lnTo>
                    <a:pt x="20467" y="6140"/>
                  </a:lnTo>
                  <a:lnTo>
                    <a:pt x="20544" y="6179"/>
                  </a:lnTo>
                  <a:lnTo>
                    <a:pt x="20699" y="6333"/>
                  </a:lnTo>
                  <a:lnTo>
                    <a:pt x="20776" y="6526"/>
                  </a:lnTo>
                  <a:lnTo>
                    <a:pt x="20814" y="6719"/>
                  </a:lnTo>
                  <a:lnTo>
                    <a:pt x="20892" y="6951"/>
                  </a:lnTo>
                  <a:lnTo>
                    <a:pt x="20467" y="6758"/>
                  </a:lnTo>
                  <a:lnTo>
                    <a:pt x="20081" y="6565"/>
                  </a:lnTo>
                  <a:lnTo>
                    <a:pt x="19810" y="6410"/>
                  </a:lnTo>
                  <a:lnTo>
                    <a:pt x="19849" y="6294"/>
                  </a:lnTo>
                  <a:lnTo>
                    <a:pt x="19888" y="6179"/>
                  </a:lnTo>
                  <a:lnTo>
                    <a:pt x="20003" y="6140"/>
                  </a:lnTo>
                  <a:lnTo>
                    <a:pt x="20081" y="6101"/>
                  </a:lnTo>
                  <a:lnTo>
                    <a:pt x="20197" y="6063"/>
                  </a:lnTo>
                  <a:close/>
                  <a:moveTo>
                    <a:pt x="23517" y="5870"/>
                  </a:moveTo>
                  <a:lnTo>
                    <a:pt x="23710" y="5908"/>
                  </a:lnTo>
                  <a:lnTo>
                    <a:pt x="23942" y="5985"/>
                  </a:lnTo>
                  <a:lnTo>
                    <a:pt x="24019" y="6024"/>
                  </a:lnTo>
                  <a:lnTo>
                    <a:pt x="24097" y="6024"/>
                  </a:lnTo>
                  <a:lnTo>
                    <a:pt x="23942" y="6294"/>
                  </a:lnTo>
                  <a:lnTo>
                    <a:pt x="23749" y="6565"/>
                  </a:lnTo>
                  <a:lnTo>
                    <a:pt x="23517" y="6796"/>
                  </a:lnTo>
                  <a:lnTo>
                    <a:pt x="23247" y="6989"/>
                  </a:lnTo>
                  <a:lnTo>
                    <a:pt x="23208" y="6951"/>
                  </a:lnTo>
                  <a:lnTo>
                    <a:pt x="23093" y="6758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4" y="6179"/>
                  </a:lnTo>
                  <a:lnTo>
                    <a:pt x="23131" y="6101"/>
                  </a:lnTo>
                  <a:lnTo>
                    <a:pt x="23208" y="6024"/>
                  </a:lnTo>
                  <a:lnTo>
                    <a:pt x="23286" y="5947"/>
                  </a:lnTo>
                  <a:lnTo>
                    <a:pt x="23517" y="5870"/>
                  </a:lnTo>
                  <a:close/>
                  <a:moveTo>
                    <a:pt x="13246" y="6101"/>
                  </a:moveTo>
                  <a:lnTo>
                    <a:pt x="13478" y="6179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9" y="6719"/>
                  </a:lnTo>
                  <a:lnTo>
                    <a:pt x="12782" y="7105"/>
                  </a:lnTo>
                  <a:lnTo>
                    <a:pt x="12705" y="7067"/>
                  </a:lnTo>
                  <a:lnTo>
                    <a:pt x="12667" y="6951"/>
                  </a:lnTo>
                  <a:lnTo>
                    <a:pt x="12628" y="6796"/>
                  </a:lnTo>
                  <a:lnTo>
                    <a:pt x="12628" y="6681"/>
                  </a:lnTo>
                  <a:lnTo>
                    <a:pt x="12667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60" y="6217"/>
                  </a:lnTo>
                  <a:lnTo>
                    <a:pt x="13014" y="6140"/>
                  </a:lnTo>
                  <a:lnTo>
                    <a:pt x="13130" y="6101"/>
                  </a:lnTo>
                  <a:close/>
                  <a:moveTo>
                    <a:pt x="22166" y="6565"/>
                  </a:moveTo>
                  <a:lnTo>
                    <a:pt x="22282" y="6603"/>
                  </a:lnTo>
                  <a:lnTo>
                    <a:pt x="22475" y="6719"/>
                  </a:lnTo>
                  <a:lnTo>
                    <a:pt x="22629" y="6874"/>
                  </a:lnTo>
                  <a:lnTo>
                    <a:pt x="22784" y="7028"/>
                  </a:lnTo>
                  <a:lnTo>
                    <a:pt x="22861" y="7067"/>
                  </a:lnTo>
                  <a:lnTo>
                    <a:pt x="22938" y="7067"/>
                  </a:lnTo>
                  <a:lnTo>
                    <a:pt x="22977" y="7105"/>
                  </a:lnTo>
                  <a:lnTo>
                    <a:pt x="22938" y="7144"/>
                  </a:lnTo>
                  <a:lnTo>
                    <a:pt x="22552" y="7221"/>
                  </a:lnTo>
                  <a:lnTo>
                    <a:pt x="22166" y="7260"/>
                  </a:lnTo>
                  <a:lnTo>
                    <a:pt x="21780" y="7221"/>
                  </a:lnTo>
                  <a:lnTo>
                    <a:pt x="21394" y="7105"/>
                  </a:lnTo>
                  <a:lnTo>
                    <a:pt x="21471" y="6912"/>
                  </a:lnTo>
                  <a:lnTo>
                    <a:pt x="21625" y="6758"/>
                  </a:lnTo>
                  <a:lnTo>
                    <a:pt x="21818" y="6603"/>
                  </a:lnTo>
                  <a:lnTo>
                    <a:pt x="22050" y="6565"/>
                  </a:lnTo>
                  <a:close/>
                  <a:moveTo>
                    <a:pt x="12280" y="7414"/>
                  </a:moveTo>
                  <a:lnTo>
                    <a:pt x="12474" y="7453"/>
                  </a:lnTo>
                  <a:lnTo>
                    <a:pt x="12126" y="7993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63" y="8109"/>
                  </a:lnTo>
                  <a:lnTo>
                    <a:pt x="11663" y="7955"/>
                  </a:lnTo>
                  <a:lnTo>
                    <a:pt x="11663" y="7839"/>
                  </a:lnTo>
                  <a:lnTo>
                    <a:pt x="11740" y="7723"/>
                  </a:lnTo>
                  <a:lnTo>
                    <a:pt x="11817" y="7607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65" y="7414"/>
                  </a:lnTo>
                  <a:close/>
                  <a:moveTo>
                    <a:pt x="2241" y="9384"/>
                  </a:moveTo>
                  <a:lnTo>
                    <a:pt x="2356" y="9422"/>
                  </a:lnTo>
                  <a:lnTo>
                    <a:pt x="2472" y="9499"/>
                  </a:lnTo>
                  <a:lnTo>
                    <a:pt x="2550" y="9577"/>
                  </a:lnTo>
                  <a:lnTo>
                    <a:pt x="2627" y="9770"/>
                  </a:lnTo>
                  <a:lnTo>
                    <a:pt x="2627" y="9886"/>
                  </a:lnTo>
                  <a:lnTo>
                    <a:pt x="2627" y="10001"/>
                  </a:lnTo>
                  <a:lnTo>
                    <a:pt x="2125" y="9886"/>
                  </a:lnTo>
                  <a:lnTo>
                    <a:pt x="1661" y="9886"/>
                  </a:lnTo>
                  <a:lnTo>
                    <a:pt x="1700" y="9770"/>
                  </a:lnTo>
                  <a:lnTo>
                    <a:pt x="1739" y="9654"/>
                  </a:lnTo>
                  <a:lnTo>
                    <a:pt x="1816" y="9538"/>
                  </a:lnTo>
                  <a:lnTo>
                    <a:pt x="1893" y="9461"/>
                  </a:lnTo>
                  <a:lnTo>
                    <a:pt x="2009" y="9384"/>
                  </a:lnTo>
                  <a:close/>
                  <a:moveTo>
                    <a:pt x="11663" y="8997"/>
                  </a:moveTo>
                  <a:lnTo>
                    <a:pt x="11470" y="9499"/>
                  </a:lnTo>
                  <a:lnTo>
                    <a:pt x="11354" y="10040"/>
                  </a:lnTo>
                  <a:lnTo>
                    <a:pt x="11276" y="10272"/>
                  </a:lnTo>
                  <a:lnTo>
                    <a:pt x="11238" y="10272"/>
                  </a:lnTo>
                  <a:lnTo>
                    <a:pt x="11083" y="10079"/>
                  </a:lnTo>
                  <a:lnTo>
                    <a:pt x="10968" y="9847"/>
                  </a:lnTo>
                  <a:lnTo>
                    <a:pt x="10929" y="9692"/>
                  </a:lnTo>
                  <a:lnTo>
                    <a:pt x="10929" y="9577"/>
                  </a:lnTo>
                  <a:lnTo>
                    <a:pt x="10968" y="9461"/>
                  </a:lnTo>
                  <a:lnTo>
                    <a:pt x="11006" y="9345"/>
                  </a:lnTo>
                  <a:lnTo>
                    <a:pt x="11122" y="9152"/>
                  </a:lnTo>
                  <a:lnTo>
                    <a:pt x="11276" y="9075"/>
                  </a:lnTo>
                  <a:lnTo>
                    <a:pt x="11470" y="8997"/>
                  </a:lnTo>
                  <a:close/>
                  <a:moveTo>
                    <a:pt x="3785" y="9770"/>
                  </a:moveTo>
                  <a:lnTo>
                    <a:pt x="3901" y="9808"/>
                  </a:lnTo>
                  <a:lnTo>
                    <a:pt x="4017" y="9886"/>
                  </a:lnTo>
                  <a:lnTo>
                    <a:pt x="4094" y="10001"/>
                  </a:lnTo>
                  <a:lnTo>
                    <a:pt x="4133" y="10117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4" y="10542"/>
                  </a:lnTo>
                  <a:lnTo>
                    <a:pt x="4017" y="10658"/>
                  </a:lnTo>
                  <a:lnTo>
                    <a:pt x="3862" y="10542"/>
                  </a:lnTo>
                  <a:lnTo>
                    <a:pt x="3515" y="10349"/>
                  </a:lnTo>
                  <a:lnTo>
                    <a:pt x="3090" y="10156"/>
                  </a:lnTo>
                  <a:lnTo>
                    <a:pt x="3129" y="10040"/>
                  </a:lnTo>
                  <a:lnTo>
                    <a:pt x="3245" y="9924"/>
                  </a:lnTo>
                  <a:lnTo>
                    <a:pt x="3360" y="9847"/>
                  </a:lnTo>
                  <a:lnTo>
                    <a:pt x="3515" y="9770"/>
                  </a:lnTo>
                  <a:close/>
                  <a:moveTo>
                    <a:pt x="4944" y="10658"/>
                  </a:moveTo>
                  <a:lnTo>
                    <a:pt x="5021" y="10735"/>
                  </a:lnTo>
                  <a:lnTo>
                    <a:pt x="5098" y="10774"/>
                  </a:lnTo>
                  <a:lnTo>
                    <a:pt x="5137" y="10890"/>
                  </a:lnTo>
                  <a:lnTo>
                    <a:pt x="5175" y="11044"/>
                  </a:lnTo>
                  <a:lnTo>
                    <a:pt x="5137" y="11237"/>
                  </a:lnTo>
                  <a:lnTo>
                    <a:pt x="5098" y="11430"/>
                  </a:lnTo>
                  <a:lnTo>
                    <a:pt x="4403" y="10928"/>
                  </a:lnTo>
                  <a:lnTo>
                    <a:pt x="4442" y="10812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1" y="10619"/>
                  </a:moveTo>
                  <a:lnTo>
                    <a:pt x="10968" y="11198"/>
                  </a:lnTo>
                  <a:lnTo>
                    <a:pt x="10736" y="11739"/>
                  </a:lnTo>
                  <a:lnTo>
                    <a:pt x="10659" y="11700"/>
                  </a:lnTo>
                  <a:lnTo>
                    <a:pt x="10504" y="11546"/>
                  </a:lnTo>
                  <a:lnTo>
                    <a:pt x="10427" y="11353"/>
                  </a:lnTo>
                  <a:lnTo>
                    <a:pt x="10388" y="11160"/>
                  </a:lnTo>
                  <a:lnTo>
                    <a:pt x="10466" y="10967"/>
                  </a:lnTo>
                  <a:lnTo>
                    <a:pt x="10581" y="10812"/>
                  </a:lnTo>
                  <a:lnTo>
                    <a:pt x="10736" y="10696"/>
                  </a:lnTo>
                  <a:lnTo>
                    <a:pt x="10929" y="10619"/>
                  </a:lnTo>
                  <a:close/>
                  <a:moveTo>
                    <a:pt x="5986" y="11469"/>
                  </a:moveTo>
                  <a:lnTo>
                    <a:pt x="6063" y="11507"/>
                  </a:lnTo>
                  <a:lnTo>
                    <a:pt x="6179" y="11585"/>
                  </a:lnTo>
                  <a:lnTo>
                    <a:pt x="6257" y="11662"/>
                  </a:lnTo>
                  <a:lnTo>
                    <a:pt x="6334" y="11778"/>
                  </a:lnTo>
                  <a:lnTo>
                    <a:pt x="6372" y="12009"/>
                  </a:lnTo>
                  <a:lnTo>
                    <a:pt x="6411" y="12241"/>
                  </a:lnTo>
                  <a:lnTo>
                    <a:pt x="6372" y="12473"/>
                  </a:lnTo>
                  <a:lnTo>
                    <a:pt x="5909" y="12087"/>
                  </a:lnTo>
                  <a:lnTo>
                    <a:pt x="5407" y="11700"/>
                  </a:lnTo>
                  <a:lnTo>
                    <a:pt x="5446" y="11623"/>
                  </a:lnTo>
                  <a:lnTo>
                    <a:pt x="5561" y="11546"/>
                  </a:lnTo>
                  <a:lnTo>
                    <a:pt x="5639" y="11507"/>
                  </a:lnTo>
                  <a:lnTo>
                    <a:pt x="5755" y="11469"/>
                  </a:lnTo>
                  <a:close/>
                  <a:moveTo>
                    <a:pt x="10543" y="12048"/>
                  </a:moveTo>
                  <a:lnTo>
                    <a:pt x="10388" y="12318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1" y="12936"/>
                  </a:lnTo>
                  <a:lnTo>
                    <a:pt x="9771" y="12859"/>
                  </a:lnTo>
                  <a:lnTo>
                    <a:pt x="9655" y="12666"/>
                  </a:lnTo>
                  <a:lnTo>
                    <a:pt x="9655" y="12473"/>
                  </a:lnTo>
                  <a:lnTo>
                    <a:pt x="9693" y="12357"/>
                  </a:lnTo>
                  <a:lnTo>
                    <a:pt x="9809" y="12241"/>
                  </a:lnTo>
                  <a:lnTo>
                    <a:pt x="9964" y="12164"/>
                  </a:lnTo>
                  <a:lnTo>
                    <a:pt x="10157" y="12087"/>
                  </a:lnTo>
                  <a:lnTo>
                    <a:pt x="10543" y="12048"/>
                  </a:lnTo>
                  <a:close/>
                  <a:moveTo>
                    <a:pt x="7376" y="12511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40" y="12820"/>
                  </a:lnTo>
                  <a:lnTo>
                    <a:pt x="7878" y="13013"/>
                  </a:lnTo>
                  <a:lnTo>
                    <a:pt x="7878" y="13206"/>
                  </a:lnTo>
                  <a:lnTo>
                    <a:pt x="7840" y="13206"/>
                  </a:lnTo>
                  <a:lnTo>
                    <a:pt x="7338" y="13013"/>
                  </a:lnTo>
                  <a:lnTo>
                    <a:pt x="6836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1"/>
                  </a:lnTo>
                  <a:close/>
                  <a:moveTo>
                    <a:pt x="8844" y="12627"/>
                  </a:moveTo>
                  <a:lnTo>
                    <a:pt x="8960" y="12666"/>
                  </a:lnTo>
                  <a:lnTo>
                    <a:pt x="9114" y="12782"/>
                  </a:lnTo>
                  <a:lnTo>
                    <a:pt x="9191" y="12936"/>
                  </a:lnTo>
                  <a:lnTo>
                    <a:pt x="9230" y="13129"/>
                  </a:lnTo>
                  <a:lnTo>
                    <a:pt x="9269" y="13206"/>
                  </a:lnTo>
                  <a:lnTo>
                    <a:pt x="9037" y="13284"/>
                  </a:lnTo>
                  <a:lnTo>
                    <a:pt x="8805" y="13322"/>
                  </a:lnTo>
                  <a:lnTo>
                    <a:pt x="8573" y="13322"/>
                  </a:lnTo>
                  <a:lnTo>
                    <a:pt x="8303" y="13284"/>
                  </a:lnTo>
                  <a:lnTo>
                    <a:pt x="8303" y="13206"/>
                  </a:lnTo>
                  <a:lnTo>
                    <a:pt x="8342" y="13013"/>
                  </a:lnTo>
                  <a:lnTo>
                    <a:pt x="8419" y="12820"/>
                  </a:lnTo>
                  <a:lnTo>
                    <a:pt x="8573" y="12704"/>
                  </a:lnTo>
                  <a:lnTo>
                    <a:pt x="8651" y="12666"/>
                  </a:lnTo>
                  <a:lnTo>
                    <a:pt x="8767" y="12627"/>
                  </a:lnTo>
                  <a:close/>
                  <a:moveTo>
                    <a:pt x="22977" y="0"/>
                  </a:moveTo>
                  <a:lnTo>
                    <a:pt x="22900" y="39"/>
                  </a:lnTo>
                  <a:lnTo>
                    <a:pt x="22822" y="77"/>
                  </a:lnTo>
                  <a:lnTo>
                    <a:pt x="22784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822" y="425"/>
                  </a:lnTo>
                  <a:lnTo>
                    <a:pt x="22861" y="464"/>
                  </a:lnTo>
                  <a:lnTo>
                    <a:pt x="23015" y="657"/>
                  </a:lnTo>
                  <a:lnTo>
                    <a:pt x="22900" y="772"/>
                  </a:lnTo>
                  <a:lnTo>
                    <a:pt x="22784" y="966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1" y="1506"/>
                  </a:lnTo>
                  <a:lnTo>
                    <a:pt x="22591" y="1699"/>
                  </a:lnTo>
                  <a:lnTo>
                    <a:pt x="22629" y="1892"/>
                  </a:lnTo>
                  <a:lnTo>
                    <a:pt x="22706" y="2047"/>
                  </a:lnTo>
                  <a:lnTo>
                    <a:pt x="22861" y="2278"/>
                  </a:lnTo>
                  <a:lnTo>
                    <a:pt x="23054" y="2394"/>
                  </a:lnTo>
                  <a:lnTo>
                    <a:pt x="23247" y="2510"/>
                  </a:lnTo>
                  <a:lnTo>
                    <a:pt x="23479" y="2510"/>
                  </a:lnTo>
                  <a:lnTo>
                    <a:pt x="23402" y="2703"/>
                  </a:lnTo>
                  <a:lnTo>
                    <a:pt x="23363" y="2896"/>
                  </a:lnTo>
                  <a:lnTo>
                    <a:pt x="23324" y="3089"/>
                  </a:lnTo>
                  <a:lnTo>
                    <a:pt x="23363" y="3282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900"/>
                  </a:lnTo>
                  <a:lnTo>
                    <a:pt x="23981" y="4016"/>
                  </a:lnTo>
                  <a:lnTo>
                    <a:pt x="23749" y="4209"/>
                  </a:lnTo>
                  <a:lnTo>
                    <a:pt x="23556" y="4479"/>
                  </a:lnTo>
                  <a:lnTo>
                    <a:pt x="23479" y="4750"/>
                  </a:lnTo>
                  <a:lnTo>
                    <a:pt x="23440" y="4904"/>
                  </a:lnTo>
                  <a:lnTo>
                    <a:pt x="23440" y="5020"/>
                  </a:lnTo>
                  <a:lnTo>
                    <a:pt x="23517" y="5290"/>
                  </a:lnTo>
                  <a:lnTo>
                    <a:pt x="23633" y="5483"/>
                  </a:lnTo>
                  <a:lnTo>
                    <a:pt x="23402" y="5522"/>
                  </a:lnTo>
                  <a:lnTo>
                    <a:pt x="23170" y="5561"/>
                  </a:lnTo>
                  <a:lnTo>
                    <a:pt x="22977" y="5715"/>
                  </a:lnTo>
                  <a:lnTo>
                    <a:pt x="22784" y="5870"/>
                  </a:lnTo>
                  <a:lnTo>
                    <a:pt x="22706" y="6101"/>
                  </a:lnTo>
                  <a:lnTo>
                    <a:pt x="22629" y="6372"/>
                  </a:lnTo>
                  <a:lnTo>
                    <a:pt x="22475" y="6294"/>
                  </a:lnTo>
                  <a:lnTo>
                    <a:pt x="22320" y="6256"/>
                  </a:lnTo>
                  <a:lnTo>
                    <a:pt x="22166" y="6217"/>
                  </a:lnTo>
                  <a:lnTo>
                    <a:pt x="21973" y="6217"/>
                  </a:lnTo>
                  <a:lnTo>
                    <a:pt x="21741" y="6294"/>
                  </a:lnTo>
                  <a:lnTo>
                    <a:pt x="21509" y="6410"/>
                  </a:lnTo>
                  <a:lnTo>
                    <a:pt x="21355" y="6565"/>
                  </a:lnTo>
                  <a:lnTo>
                    <a:pt x="21201" y="6796"/>
                  </a:lnTo>
                  <a:lnTo>
                    <a:pt x="21123" y="6449"/>
                  </a:lnTo>
                  <a:lnTo>
                    <a:pt x="20969" y="6140"/>
                  </a:lnTo>
                  <a:lnTo>
                    <a:pt x="20853" y="6024"/>
                  </a:lnTo>
                  <a:lnTo>
                    <a:pt x="20737" y="5908"/>
                  </a:lnTo>
                  <a:lnTo>
                    <a:pt x="20583" y="5831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81" y="5792"/>
                  </a:lnTo>
                  <a:lnTo>
                    <a:pt x="19888" y="5870"/>
                  </a:lnTo>
                  <a:lnTo>
                    <a:pt x="19772" y="5947"/>
                  </a:lnTo>
                  <a:lnTo>
                    <a:pt x="19733" y="5715"/>
                  </a:lnTo>
                  <a:lnTo>
                    <a:pt x="19617" y="5483"/>
                  </a:lnTo>
                  <a:lnTo>
                    <a:pt x="19463" y="5329"/>
                  </a:lnTo>
                  <a:lnTo>
                    <a:pt x="19386" y="5252"/>
                  </a:lnTo>
                  <a:lnTo>
                    <a:pt x="19270" y="5175"/>
                  </a:lnTo>
                  <a:lnTo>
                    <a:pt x="19038" y="5136"/>
                  </a:lnTo>
                  <a:lnTo>
                    <a:pt x="18845" y="5175"/>
                  </a:lnTo>
                  <a:lnTo>
                    <a:pt x="18652" y="5290"/>
                  </a:lnTo>
                  <a:lnTo>
                    <a:pt x="18497" y="5406"/>
                  </a:lnTo>
                  <a:lnTo>
                    <a:pt x="18459" y="5252"/>
                  </a:lnTo>
                  <a:lnTo>
                    <a:pt x="18420" y="5136"/>
                  </a:lnTo>
                  <a:lnTo>
                    <a:pt x="18382" y="4981"/>
                  </a:lnTo>
                  <a:lnTo>
                    <a:pt x="18304" y="4866"/>
                  </a:lnTo>
                  <a:lnTo>
                    <a:pt x="18189" y="4750"/>
                  </a:lnTo>
                  <a:lnTo>
                    <a:pt x="18073" y="4673"/>
                  </a:lnTo>
                  <a:lnTo>
                    <a:pt x="17957" y="4595"/>
                  </a:lnTo>
                  <a:lnTo>
                    <a:pt x="17802" y="4557"/>
                  </a:lnTo>
                  <a:lnTo>
                    <a:pt x="17648" y="4518"/>
                  </a:lnTo>
                  <a:lnTo>
                    <a:pt x="17493" y="4557"/>
                  </a:lnTo>
                  <a:lnTo>
                    <a:pt x="17378" y="4595"/>
                  </a:lnTo>
                  <a:lnTo>
                    <a:pt x="17262" y="4634"/>
                  </a:lnTo>
                  <a:lnTo>
                    <a:pt x="17146" y="4750"/>
                  </a:lnTo>
                  <a:lnTo>
                    <a:pt x="17030" y="4827"/>
                  </a:lnTo>
                  <a:lnTo>
                    <a:pt x="16876" y="5097"/>
                  </a:lnTo>
                  <a:lnTo>
                    <a:pt x="16760" y="4943"/>
                  </a:lnTo>
                  <a:lnTo>
                    <a:pt x="16605" y="4788"/>
                  </a:lnTo>
                  <a:lnTo>
                    <a:pt x="16451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9" y="4673"/>
                  </a:lnTo>
                  <a:lnTo>
                    <a:pt x="15794" y="4750"/>
                  </a:lnTo>
                  <a:lnTo>
                    <a:pt x="15640" y="4866"/>
                  </a:lnTo>
                  <a:lnTo>
                    <a:pt x="15524" y="4981"/>
                  </a:lnTo>
                  <a:lnTo>
                    <a:pt x="15447" y="5136"/>
                  </a:lnTo>
                  <a:lnTo>
                    <a:pt x="15408" y="5329"/>
                  </a:lnTo>
                  <a:lnTo>
                    <a:pt x="15408" y="5483"/>
                  </a:lnTo>
                  <a:lnTo>
                    <a:pt x="15447" y="5561"/>
                  </a:lnTo>
                  <a:lnTo>
                    <a:pt x="15408" y="5561"/>
                  </a:lnTo>
                  <a:lnTo>
                    <a:pt x="15331" y="5368"/>
                  </a:lnTo>
                  <a:lnTo>
                    <a:pt x="15177" y="5175"/>
                  </a:lnTo>
                  <a:lnTo>
                    <a:pt x="15022" y="5059"/>
                  </a:lnTo>
                  <a:lnTo>
                    <a:pt x="14829" y="4981"/>
                  </a:lnTo>
                  <a:lnTo>
                    <a:pt x="14636" y="4943"/>
                  </a:lnTo>
                  <a:lnTo>
                    <a:pt x="14443" y="4981"/>
                  </a:lnTo>
                  <a:lnTo>
                    <a:pt x="14288" y="5020"/>
                  </a:lnTo>
                  <a:lnTo>
                    <a:pt x="14134" y="5097"/>
                  </a:lnTo>
                  <a:lnTo>
                    <a:pt x="14057" y="5175"/>
                  </a:lnTo>
                  <a:lnTo>
                    <a:pt x="13941" y="5290"/>
                  </a:lnTo>
                  <a:lnTo>
                    <a:pt x="13825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2" y="5715"/>
                  </a:lnTo>
                  <a:lnTo>
                    <a:pt x="13169" y="5715"/>
                  </a:lnTo>
                  <a:lnTo>
                    <a:pt x="12937" y="5754"/>
                  </a:lnTo>
                  <a:lnTo>
                    <a:pt x="12744" y="5831"/>
                  </a:lnTo>
                  <a:lnTo>
                    <a:pt x="12589" y="5947"/>
                  </a:lnTo>
                  <a:lnTo>
                    <a:pt x="12512" y="6063"/>
                  </a:lnTo>
                  <a:lnTo>
                    <a:pt x="12435" y="6217"/>
                  </a:lnTo>
                  <a:lnTo>
                    <a:pt x="12358" y="6372"/>
                  </a:lnTo>
                  <a:lnTo>
                    <a:pt x="12358" y="6526"/>
                  </a:lnTo>
                  <a:lnTo>
                    <a:pt x="12358" y="6681"/>
                  </a:lnTo>
                  <a:lnTo>
                    <a:pt x="12358" y="6835"/>
                  </a:lnTo>
                  <a:lnTo>
                    <a:pt x="12435" y="6989"/>
                  </a:lnTo>
                  <a:lnTo>
                    <a:pt x="12165" y="7028"/>
                  </a:lnTo>
                  <a:lnTo>
                    <a:pt x="11894" y="7105"/>
                  </a:lnTo>
                  <a:lnTo>
                    <a:pt x="11663" y="7221"/>
                  </a:lnTo>
                  <a:lnTo>
                    <a:pt x="11508" y="7414"/>
                  </a:lnTo>
                  <a:lnTo>
                    <a:pt x="11392" y="7530"/>
                  </a:lnTo>
                  <a:lnTo>
                    <a:pt x="11354" y="7685"/>
                  </a:lnTo>
                  <a:lnTo>
                    <a:pt x="11315" y="7839"/>
                  </a:lnTo>
                  <a:lnTo>
                    <a:pt x="11276" y="7993"/>
                  </a:lnTo>
                  <a:lnTo>
                    <a:pt x="11315" y="8148"/>
                  </a:lnTo>
                  <a:lnTo>
                    <a:pt x="11354" y="8302"/>
                  </a:lnTo>
                  <a:lnTo>
                    <a:pt x="11392" y="8457"/>
                  </a:lnTo>
                  <a:lnTo>
                    <a:pt x="11470" y="8611"/>
                  </a:lnTo>
                  <a:lnTo>
                    <a:pt x="11199" y="8650"/>
                  </a:lnTo>
                  <a:lnTo>
                    <a:pt x="10968" y="8804"/>
                  </a:lnTo>
                  <a:lnTo>
                    <a:pt x="10774" y="8997"/>
                  </a:lnTo>
                  <a:lnTo>
                    <a:pt x="10659" y="9229"/>
                  </a:lnTo>
                  <a:lnTo>
                    <a:pt x="10581" y="9499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2" y="10233"/>
                  </a:lnTo>
                  <a:lnTo>
                    <a:pt x="10620" y="10310"/>
                  </a:lnTo>
                  <a:lnTo>
                    <a:pt x="10427" y="10426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79" y="11005"/>
                  </a:lnTo>
                  <a:lnTo>
                    <a:pt x="10041" y="11237"/>
                  </a:lnTo>
                  <a:lnTo>
                    <a:pt x="10079" y="11469"/>
                  </a:lnTo>
                  <a:lnTo>
                    <a:pt x="10195" y="11700"/>
                  </a:lnTo>
                  <a:lnTo>
                    <a:pt x="9925" y="11739"/>
                  </a:lnTo>
                  <a:lnTo>
                    <a:pt x="9693" y="11855"/>
                  </a:lnTo>
                  <a:lnTo>
                    <a:pt x="9500" y="12009"/>
                  </a:lnTo>
                  <a:lnTo>
                    <a:pt x="9423" y="12087"/>
                  </a:lnTo>
                  <a:lnTo>
                    <a:pt x="9384" y="12202"/>
                  </a:lnTo>
                  <a:lnTo>
                    <a:pt x="9346" y="12318"/>
                  </a:lnTo>
                  <a:lnTo>
                    <a:pt x="9307" y="12473"/>
                  </a:lnTo>
                  <a:lnTo>
                    <a:pt x="9191" y="12396"/>
                  </a:lnTo>
                  <a:lnTo>
                    <a:pt x="9037" y="12318"/>
                  </a:lnTo>
                  <a:lnTo>
                    <a:pt x="8882" y="12280"/>
                  </a:lnTo>
                  <a:lnTo>
                    <a:pt x="8728" y="12280"/>
                  </a:lnTo>
                  <a:lnTo>
                    <a:pt x="8535" y="12357"/>
                  </a:lnTo>
                  <a:lnTo>
                    <a:pt x="8380" y="12434"/>
                  </a:lnTo>
                  <a:lnTo>
                    <a:pt x="8265" y="12550"/>
                  </a:lnTo>
                  <a:lnTo>
                    <a:pt x="8187" y="12704"/>
                  </a:lnTo>
                  <a:lnTo>
                    <a:pt x="8110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4" y="12241"/>
                  </a:lnTo>
                  <a:lnTo>
                    <a:pt x="7492" y="12164"/>
                  </a:lnTo>
                  <a:lnTo>
                    <a:pt x="7222" y="12202"/>
                  </a:lnTo>
                  <a:lnTo>
                    <a:pt x="6990" y="12280"/>
                  </a:lnTo>
                  <a:lnTo>
                    <a:pt x="6797" y="12434"/>
                  </a:lnTo>
                  <a:lnTo>
                    <a:pt x="6797" y="12048"/>
                  </a:lnTo>
                  <a:lnTo>
                    <a:pt x="6759" y="11894"/>
                  </a:lnTo>
                  <a:lnTo>
                    <a:pt x="6681" y="11700"/>
                  </a:lnTo>
                  <a:lnTo>
                    <a:pt x="6604" y="11546"/>
                  </a:lnTo>
                  <a:lnTo>
                    <a:pt x="6527" y="11430"/>
                  </a:lnTo>
                  <a:lnTo>
                    <a:pt x="6372" y="11314"/>
                  </a:lnTo>
                  <a:lnTo>
                    <a:pt x="6218" y="11198"/>
                  </a:lnTo>
                  <a:lnTo>
                    <a:pt x="6063" y="11160"/>
                  </a:lnTo>
                  <a:lnTo>
                    <a:pt x="5716" y="11160"/>
                  </a:lnTo>
                  <a:lnTo>
                    <a:pt x="5523" y="11237"/>
                  </a:lnTo>
                  <a:lnTo>
                    <a:pt x="5523" y="10967"/>
                  </a:lnTo>
                  <a:lnTo>
                    <a:pt x="5446" y="10735"/>
                  </a:lnTo>
                  <a:lnTo>
                    <a:pt x="5330" y="10503"/>
                  </a:lnTo>
                  <a:lnTo>
                    <a:pt x="5214" y="10426"/>
                  </a:lnTo>
                  <a:lnTo>
                    <a:pt x="5098" y="10388"/>
                  </a:lnTo>
                  <a:lnTo>
                    <a:pt x="4944" y="10310"/>
                  </a:lnTo>
                  <a:lnTo>
                    <a:pt x="4828" y="10310"/>
                  </a:lnTo>
                  <a:lnTo>
                    <a:pt x="4673" y="10349"/>
                  </a:lnTo>
                  <a:lnTo>
                    <a:pt x="4519" y="10388"/>
                  </a:lnTo>
                  <a:lnTo>
                    <a:pt x="4519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10" y="9577"/>
                  </a:lnTo>
                  <a:lnTo>
                    <a:pt x="4056" y="9499"/>
                  </a:lnTo>
                  <a:lnTo>
                    <a:pt x="3901" y="9461"/>
                  </a:lnTo>
                  <a:lnTo>
                    <a:pt x="3747" y="9422"/>
                  </a:lnTo>
                  <a:lnTo>
                    <a:pt x="3592" y="9422"/>
                  </a:lnTo>
                  <a:lnTo>
                    <a:pt x="3399" y="9461"/>
                  </a:lnTo>
                  <a:lnTo>
                    <a:pt x="3283" y="9538"/>
                  </a:lnTo>
                  <a:lnTo>
                    <a:pt x="3129" y="9615"/>
                  </a:lnTo>
                  <a:lnTo>
                    <a:pt x="3013" y="9770"/>
                  </a:lnTo>
                  <a:lnTo>
                    <a:pt x="2974" y="9615"/>
                  </a:lnTo>
                  <a:lnTo>
                    <a:pt x="2897" y="9461"/>
                  </a:lnTo>
                  <a:lnTo>
                    <a:pt x="2781" y="9268"/>
                  </a:lnTo>
                  <a:lnTo>
                    <a:pt x="2627" y="9152"/>
                  </a:lnTo>
                  <a:lnTo>
                    <a:pt x="2434" y="9036"/>
                  </a:lnTo>
                  <a:lnTo>
                    <a:pt x="2241" y="8997"/>
                  </a:lnTo>
                  <a:lnTo>
                    <a:pt x="2048" y="9036"/>
                  </a:lnTo>
                  <a:lnTo>
                    <a:pt x="1854" y="9113"/>
                  </a:lnTo>
                  <a:lnTo>
                    <a:pt x="1700" y="9190"/>
                  </a:lnTo>
                  <a:lnTo>
                    <a:pt x="1546" y="9345"/>
                  </a:lnTo>
                  <a:lnTo>
                    <a:pt x="1430" y="9538"/>
                  </a:lnTo>
                  <a:lnTo>
                    <a:pt x="1391" y="9731"/>
                  </a:lnTo>
                  <a:lnTo>
                    <a:pt x="1352" y="9924"/>
                  </a:lnTo>
                  <a:lnTo>
                    <a:pt x="1121" y="9963"/>
                  </a:lnTo>
                  <a:lnTo>
                    <a:pt x="928" y="10040"/>
                  </a:lnTo>
                  <a:lnTo>
                    <a:pt x="696" y="10156"/>
                  </a:lnTo>
                  <a:lnTo>
                    <a:pt x="503" y="10310"/>
                  </a:lnTo>
                  <a:lnTo>
                    <a:pt x="387" y="10426"/>
                  </a:lnTo>
                  <a:lnTo>
                    <a:pt x="271" y="10581"/>
                  </a:lnTo>
                  <a:lnTo>
                    <a:pt x="117" y="10890"/>
                  </a:lnTo>
                  <a:lnTo>
                    <a:pt x="1" y="11237"/>
                  </a:lnTo>
                  <a:lnTo>
                    <a:pt x="1" y="11585"/>
                  </a:lnTo>
                  <a:lnTo>
                    <a:pt x="78" y="11932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9" y="12820"/>
                  </a:lnTo>
                  <a:lnTo>
                    <a:pt x="812" y="12936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9" y="13168"/>
                  </a:lnTo>
                  <a:lnTo>
                    <a:pt x="2086" y="13129"/>
                  </a:lnTo>
                  <a:lnTo>
                    <a:pt x="2472" y="12975"/>
                  </a:lnTo>
                  <a:lnTo>
                    <a:pt x="2820" y="12782"/>
                  </a:lnTo>
                  <a:lnTo>
                    <a:pt x="3129" y="12550"/>
                  </a:lnTo>
                  <a:lnTo>
                    <a:pt x="3360" y="12241"/>
                  </a:lnTo>
                  <a:lnTo>
                    <a:pt x="3592" y="12009"/>
                  </a:lnTo>
                  <a:lnTo>
                    <a:pt x="3554" y="11932"/>
                  </a:lnTo>
                  <a:lnTo>
                    <a:pt x="3515" y="11816"/>
                  </a:lnTo>
                  <a:lnTo>
                    <a:pt x="3438" y="11778"/>
                  </a:lnTo>
                  <a:lnTo>
                    <a:pt x="3322" y="11739"/>
                  </a:lnTo>
                  <a:lnTo>
                    <a:pt x="3283" y="11778"/>
                  </a:lnTo>
                  <a:lnTo>
                    <a:pt x="3245" y="11816"/>
                  </a:lnTo>
                  <a:lnTo>
                    <a:pt x="3052" y="12048"/>
                  </a:lnTo>
                  <a:lnTo>
                    <a:pt x="2820" y="12241"/>
                  </a:lnTo>
                  <a:lnTo>
                    <a:pt x="2588" y="12434"/>
                  </a:lnTo>
                  <a:lnTo>
                    <a:pt x="2318" y="12589"/>
                  </a:lnTo>
                  <a:lnTo>
                    <a:pt x="2048" y="12666"/>
                  </a:lnTo>
                  <a:lnTo>
                    <a:pt x="1739" y="12704"/>
                  </a:lnTo>
                  <a:lnTo>
                    <a:pt x="1430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2" y="12357"/>
                  </a:lnTo>
                  <a:lnTo>
                    <a:pt x="696" y="12202"/>
                  </a:lnTo>
                  <a:lnTo>
                    <a:pt x="619" y="12048"/>
                  </a:lnTo>
                  <a:lnTo>
                    <a:pt x="542" y="11894"/>
                  </a:lnTo>
                  <a:lnTo>
                    <a:pt x="503" y="11739"/>
                  </a:lnTo>
                  <a:lnTo>
                    <a:pt x="503" y="11546"/>
                  </a:lnTo>
                  <a:lnTo>
                    <a:pt x="503" y="11392"/>
                  </a:lnTo>
                  <a:lnTo>
                    <a:pt x="542" y="11198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9" y="10619"/>
                  </a:lnTo>
                  <a:lnTo>
                    <a:pt x="1044" y="10542"/>
                  </a:lnTo>
                  <a:lnTo>
                    <a:pt x="1237" y="10465"/>
                  </a:lnTo>
                  <a:lnTo>
                    <a:pt x="1430" y="10388"/>
                  </a:lnTo>
                  <a:lnTo>
                    <a:pt x="1739" y="10349"/>
                  </a:lnTo>
                  <a:lnTo>
                    <a:pt x="2009" y="10349"/>
                  </a:lnTo>
                  <a:lnTo>
                    <a:pt x="2318" y="10388"/>
                  </a:lnTo>
                  <a:lnTo>
                    <a:pt x="2588" y="10426"/>
                  </a:lnTo>
                  <a:lnTo>
                    <a:pt x="2858" y="10542"/>
                  </a:lnTo>
                  <a:lnTo>
                    <a:pt x="3129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5" y="11662"/>
                  </a:lnTo>
                  <a:lnTo>
                    <a:pt x="5523" y="12396"/>
                  </a:lnTo>
                  <a:lnTo>
                    <a:pt x="5870" y="12704"/>
                  </a:lnTo>
                  <a:lnTo>
                    <a:pt x="6257" y="12975"/>
                  </a:lnTo>
                  <a:lnTo>
                    <a:pt x="6681" y="13206"/>
                  </a:lnTo>
                  <a:lnTo>
                    <a:pt x="7106" y="13438"/>
                  </a:lnTo>
                  <a:lnTo>
                    <a:pt x="7531" y="13593"/>
                  </a:lnTo>
                  <a:lnTo>
                    <a:pt x="7994" y="13747"/>
                  </a:lnTo>
                  <a:lnTo>
                    <a:pt x="8458" y="13786"/>
                  </a:lnTo>
                  <a:lnTo>
                    <a:pt x="8921" y="13786"/>
                  </a:lnTo>
                  <a:lnTo>
                    <a:pt x="9346" y="13708"/>
                  </a:lnTo>
                  <a:lnTo>
                    <a:pt x="9732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9" y="12782"/>
                  </a:lnTo>
                  <a:lnTo>
                    <a:pt x="10929" y="12473"/>
                  </a:lnTo>
                  <a:lnTo>
                    <a:pt x="11122" y="12125"/>
                  </a:lnTo>
                  <a:lnTo>
                    <a:pt x="11315" y="11739"/>
                  </a:lnTo>
                  <a:lnTo>
                    <a:pt x="11508" y="11237"/>
                  </a:lnTo>
                  <a:lnTo>
                    <a:pt x="11663" y="10696"/>
                  </a:lnTo>
                  <a:lnTo>
                    <a:pt x="11972" y="9615"/>
                  </a:lnTo>
                  <a:lnTo>
                    <a:pt x="12126" y="9113"/>
                  </a:lnTo>
                  <a:lnTo>
                    <a:pt x="12358" y="8611"/>
                  </a:lnTo>
                  <a:lnTo>
                    <a:pt x="12589" y="8109"/>
                  </a:lnTo>
                  <a:lnTo>
                    <a:pt x="12937" y="7646"/>
                  </a:lnTo>
                  <a:lnTo>
                    <a:pt x="13284" y="7298"/>
                  </a:lnTo>
                  <a:lnTo>
                    <a:pt x="13632" y="6989"/>
                  </a:lnTo>
                  <a:lnTo>
                    <a:pt x="14018" y="6719"/>
                  </a:lnTo>
                  <a:lnTo>
                    <a:pt x="14443" y="6449"/>
                  </a:lnTo>
                  <a:lnTo>
                    <a:pt x="14906" y="6256"/>
                  </a:lnTo>
                  <a:lnTo>
                    <a:pt x="15370" y="6101"/>
                  </a:lnTo>
                  <a:lnTo>
                    <a:pt x="15833" y="5985"/>
                  </a:lnTo>
                  <a:lnTo>
                    <a:pt x="16296" y="5947"/>
                  </a:lnTo>
                  <a:lnTo>
                    <a:pt x="16605" y="5908"/>
                  </a:lnTo>
                  <a:lnTo>
                    <a:pt x="16914" y="5908"/>
                  </a:lnTo>
                  <a:lnTo>
                    <a:pt x="17455" y="5985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3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1"/>
                  </a:lnTo>
                  <a:lnTo>
                    <a:pt x="21316" y="7646"/>
                  </a:lnTo>
                  <a:lnTo>
                    <a:pt x="21741" y="7723"/>
                  </a:lnTo>
                  <a:lnTo>
                    <a:pt x="22166" y="7762"/>
                  </a:lnTo>
                  <a:lnTo>
                    <a:pt x="22591" y="7723"/>
                  </a:lnTo>
                  <a:lnTo>
                    <a:pt x="22977" y="7646"/>
                  </a:lnTo>
                  <a:lnTo>
                    <a:pt x="23363" y="7530"/>
                  </a:lnTo>
                  <a:lnTo>
                    <a:pt x="23710" y="7298"/>
                  </a:lnTo>
                  <a:lnTo>
                    <a:pt x="24058" y="6989"/>
                  </a:lnTo>
                  <a:lnTo>
                    <a:pt x="24367" y="6642"/>
                  </a:lnTo>
                  <a:lnTo>
                    <a:pt x="24599" y="6294"/>
                  </a:lnTo>
                  <a:lnTo>
                    <a:pt x="24753" y="5908"/>
                  </a:lnTo>
                  <a:lnTo>
                    <a:pt x="24869" y="5483"/>
                  </a:lnTo>
                  <a:lnTo>
                    <a:pt x="24985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6" y="3746"/>
                  </a:lnTo>
                  <a:lnTo>
                    <a:pt x="24869" y="3282"/>
                  </a:lnTo>
                  <a:lnTo>
                    <a:pt x="24792" y="2858"/>
                  </a:lnTo>
                  <a:lnTo>
                    <a:pt x="24637" y="2394"/>
                  </a:lnTo>
                  <a:lnTo>
                    <a:pt x="24444" y="1970"/>
                  </a:lnTo>
                  <a:lnTo>
                    <a:pt x="24251" y="1583"/>
                  </a:lnTo>
                  <a:lnTo>
                    <a:pt x="24058" y="1197"/>
                  </a:lnTo>
                  <a:lnTo>
                    <a:pt x="23788" y="811"/>
                  </a:lnTo>
                  <a:lnTo>
                    <a:pt x="23942" y="386"/>
                  </a:lnTo>
                  <a:lnTo>
                    <a:pt x="23595" y="232"/>
                  </a:lnTo>
                  <a:lnTo>
                    <a:pt x="23208" y="116"/>
                  </a:lnTo>
                  <a:lnTo>
                    <a:pt x="23170" y="77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7" name="Google Shape;3217;p15"/>
            <p:cNvSpPr/>
            <p:nvPr/>
          </p:nvSpPr>
          <p:spPr>
            <a:xfrm>
              <a:off x="1687125" y="961000"/>
              <a:ext cx="152575" cy="276125"/>
            </a:xfrm>
            <a:custGeom>
              <a:avLst/>
              <a:gdLst/>
              <a:ahLst/>
              <a:cxnLst/>
              <a:rect l="l" t="t" r="r" b="b"/>
              <a:pathLst>
                <a:path w="6103" h="11045" extrusionOk="0">
                  <a:moveTo>
                    <a:pt x="3553" y="1"/>
                  </a:moveTo>
                  <a:lnTo>
                    <a:pt x="3438" y="464"/>
                  </a:lnTo>
                  <a:lnTo>
                    <a:pt x="3785" y="657"/>
                  </a:lnTo>
                  <a:lnTo>
                    <a:pt x="4094" y="889"/>
                  </a:lnTo>
                  <a:lnTo>
                    <a:pt x="4364" y="1159"/>
                  </a:lnTo>
                  <a:lnTo>
                    <a:pt x="4635" y="1468"/>
                  </a:lnTo>
                  <a:lnTo>
                    <a:pt x="4866" y="1777"/>
                  </a:lnTo>
                  <a:lnTo>
                    <a:pt x="5059" y="2086"/>
                  </a:lnTo>
                  <a:lnTo>
                    <a:pt x="5253" y="2472"/>
                  </a:lnTo>
                  <a:lnTo>
                    <a:pt x="5368" y="2820"/>
                  </a:lnTo>
                  <a:lnTo>
                    <a:pt x="5484" y="3206"/>
                  </a:lnTo>
                  <a:lnTo>
                    <a:pt x="5561" y="3592"/>
                  </a:lnTo>
                  <a:lnTo>
                    <a:pt x="5600" y="4017"/>
                  </a:lnTo>
                  <a:lnTo>
                    <a:pt x="5600" y="4403"/>
                  </a:lnTo>
                  <a:lnTo>
                    <a:pt x="5561" y="4828"/>
                  </a:lnTo>
                  <a:lnTo>
                    <a:pt x="5523" y="5214"/>
                  </a:lnTo>
                  <a:lnTo>
                    <a:pt x="5446" y="5639"/>
                  </a:lnTo>
                  <a:lnTo>
                    <a:pt x="5330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1" y="7299"/>
                  </a:lnTo>
                  <a:lnTo>
                    <a:pt x="4519" y="7685"/>
                  </a:lnTo>
                  <a:lnTo>
                    <a:pt x="4249" y="8033"/>
                  </a:lnTo>
                  <a:lnTo>
                    <a:pt x="3940" y="8419"/>
                  </a:lnTo>
                  <a:lnTo>
                    <a:pt x="3631" y="8728"/>
                  </a:lnTo>
                  <a:lnTo>
                    <a:pt x="3283" y="9037"/>
                  </a:lnTo>
                  <a:lnTo>
                    <a:pt x="2936" y="9346"/>
                  </a:lnTo>
                  <a:lnTo>
                    <a:pt x="2549" y="9616"/>
                  </a:lnTo>
                  <a:lnTo>
                    <a:pt x="2163" y="9848"/>
                  </a:lnTo>
                  <a:lnTo>
                    <a:pt x="1739" y="10041"/>
                  </a:lnTo>
                  <a:lnTo>
                    <a:pt x="1352" y="10234"/>
                  </a:lnTo>
                  <a:lnTo>
                    <a:pt x="889" y="10427"/>
                  </a:lnTo>
                  <a:lnTo>
                    <a:pt x="464" y="10543"/>
                  </a:lnTo>
                  <a:lnTo>
                    <a:pt x="1" y="10658"/>
                  </a:lnTo>
                  <a:lnTo>
                    <a:pt x="78" y="11045"/>
                  </a:lnTo>
                  <a:lnTo>
                    <a:pt x="619" y="10967"/>
                  </a:lnTo>
                  <a:lnTo>
                    <a:pt x="1121" y="1085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49" y="10234"/>
                  </a:lnTo>
                  <a:lnTo>
                    <a:pt x="2974" y="9963"/>
                  </a:lnTo>
                  <a:lnTo>
                    <a:pt x="3399" y="9654"/>
                  </a:lnTo>
                  <a:lnTo>
                    <a:pt x="3785" y="9307"/>
                  </a:lnTo>
                  <a:lnTo>
                    <a:pt x="4171" y="8921"/>
                  </a:lnTo>
                  <a:lnTo>
                    <a:pt x="4519" y="8535"/>
                  </a:lnTo>
                  <a:lnTo>
                    <a:pt x="4828" y="8148"/>
                  </a:lnTo>
                  <a:lnTo>
                    <a:pt x="5098" y="7685"/>
                  </a:lnTo>
                  <a:lnTo>
                    <a:pt x="5368" y="7260"/>
                  </a:lnTo>
                  <a:lnTo>
                    <a:pt x="5600" y="6797"/>
                  </a:lnTo>
                  <a:lnTo>
                    <a:pt x="5793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94"/>
                  </a:lnTo>
                  <a:lnTo>
                    <a:pt x="6063" y="3669"/>
                  </a:lnTo>
                  <a:lnTo>
                    <a:pt x="5986" y="3244"/>
                  </a:lnTo>
                  <a:lnTo>
                    <a:pt x="5870" y="2820"/>
                  </a:lnTo>
                  <a:lnTo>
                    <a:pt x="5755" y="2434"/>
                  </a:lnTo>
                  <a:lnTo>
                    <a:pt x="5561" y="2047"/>
                  </a:lnTo>
                  <a:lnTo>
                    <a:pt x="5368" y="1700"/>
                  </a:lnTo>
                  <a:lnTo>
                    <a:pt x="5137" y="1352"/>
                  </a:lnTo>
                  <a:lnTo>
                    <a:pt x="4905" y="1005"/>
                  </a:lnTo>
                  <a:lnTo>
                    <a:pt x="4596" y="734"/>
                  </a:lnTo>
                  <a:lnTo>
                    <a:pt x="4287" y="464"/>
                  </a:lnTo>
                  <a:lnTo>
                    <a:pt x="3940" y="232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8" name="Google Shape;3218;p15"/>
            <p:cNvSpPr/>
            <p:nvPr/>
          </p:nvSpPr>
          <p:spPr>
            <a:xfrm>
              <a:off x="4302325" y="96970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0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8"/>
                  </a:lnTo>
                  <a:lnTo>
                    <a:pt x="4364" y="1120"/>
                  </a:lnTo>
                  <a:lnTo>
                    <a:pt x="4634" y="1429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4" y="2433"/>
                  </a:lnTo>
                  <a:lnTo>
                    <a:pt x="5368" y="2819"/>
                  </a:lnTo>
                  <a:lnTo>
                    <a:pt x="5484" y="3205"/>
                  </a:lnTo>
                  <a:lnTo>
                    <a:pt x="5523" y="3591"/>
                  </a:lnTo>
                  <a:lnTo>
                    <a:pt x="5600" y="3978"/>
                  </a:lnTo>
                  <a:lnTo>
                    <a:pt x="5600" y="4402"/>
                  </a:lnTo>
                  <a:lnTo>
                    <a:pt x="5561" y="4789"/>
                  </a:lnTo>
                  <a:lnTo>
                    <a:pt x="5523" y="5213"/>
                  </a:lnTo>
                  <a:lnTo>
                    <a:pt x="5445" y="5599"/>
                  </a:lnTo>
                  <a:lnTo>
                    <a:pt x="5329" y="6024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6"/>
                  </a:lnTo>
                  <a:lnTo>
                    <a:pt x="4210" y="8032"/>
                  </a:lnTo>
                  <a:lnTo>
                    <a:pt x="3939" y="8380"/>
                  </a:lnTo>
                  <a:lnTo>
                    <a:pt x="3630" y="8727"/>
                  </a:lnTo>
                  <a:lnTo>
                    <a:pt x="3283" y="9036"/>
                  </a:lnTo>
                  <a:lnTo>
                    <a:pt x="2935" y="9306"/>
                  </a:lnTo>
                  <a:lnTo>
                    <a:pt x="2549" y="9577"/>
                  </a:lnTo>
                  <a:lnTo>
                    <a:pt x="2163" y="9808"/>
                  </a:lnTo>
                  <a:lnTo>
                    <a:pt x="1738" y="10040"/>
                  </a:lnTo>
                  <a:lnTo>
                    <a:pt x="1313" y="10233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1" y="10658"/>
                  </a:lnTo>
                  <a:lnTo>
                    <a:pt x="78" y="11044"/>
                  </a:lnTo>
                  <a:lnTo>
                    <a:pt x="618" y="10967"/>
                  </a:lnTo>
                  <a:lnTo>
                    <a:pt x="1120" y="1081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4"/>
                  </a:lnTo>
                  <a:lnTo>
                    <a:pt x="3399" y="9615"/>
                  </a:lnTo>
                  <a:lnTo>
                    <a:pt x="3785" y="9268"/>
                  </a:lnTo>
                  <a:lnTo>
                    <a:pt x="4171" y="8920"/>
                  </a:lnTo>
                  <a:lnTo>
                    <a:pt x="4480" y="8534"/>
                  </a:lnTo>
                  <a:lnTo>
                    <a:pt x="4827" y="8109"/>
                  </a:lnTo>
                  <a:lnTo>
                    <a:pt x="5098" y="7685"/>
                  </a:lnTo>
                  <a:lnTo>
                    <a:pt x="5368" y="7221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8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4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6" y="1313"/>
                  </a:lnTo>
                  <a:lnTo>
                    <a:pt x="4905" y="1004"/>
                  </a:lnTo>
                  <a:lnTo>
                    <a:pt x="4596" y="695"/>
                  </a:lnTo>
                  <a:lnTo>
                    <a:pt x="4287" y="425"/>
                  </a:lnTo>
                  <a:lnTo>
                    <a:pt x="3939" y="193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9" name="Google Shape;3219;p15"/>
            <p:cNvSpPr/>
            <p:nvPr/>
          </p:nvSpPr>
          <p:spPr>
            <a:xfrm>
              <a:off x="5445325" y="98900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7" y="1005"/>
                  </a:lnTo>
                  <a:lnTo>
                    <a:pt x="7028" y="1314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9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8"/>
                  </a:lnTo>
                  <a:lnTo>
                    <a:pt x="8573" y="3708"/>
                  </a:lnTo>
                  <a:lnTo>
                    <a:pt x="7724" y="3823"/>
                  </a:lnTo>
                  <a:lnTo>
                    <a:pt x="6874" y="3901"/>
                  </a:lnTo>
                  <a:lnTo>
                    <a:pt x="6411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5"/>
                  </a:lnTo>
                  <a:lnTo>
                    <a:pt x="2588" y="3708"/>
                  </a:lnTo>
                  <a:lnTo>
                    <a:pt x="2511" y="3862"/>
                  </a:lnTo>
                  <a:lnTo>
                    <a:pt x="2433" y="4017"/>
                  </a:lnTo>
                  <a:lnTo>
                    <a:pt x="2317" y="4132"/>
                  </a:lnTo>
                  <a:lnTo>
                    <a:pt x="2124" y="4210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7" y="4017"/>
                  </a:lnTo>
                  <a:lnTo>
                    <a:pt x="503" y="3515"/>
                  </a:lnTo>
                  <a:lnTo>
                    <a:pt x="657" y="3013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7" y="1738"/>
                  </a:lnTo>
                  <a:lnTo>
                    <a:pt x="1893" y="1429"/>
                  </a:lnTo>
                  <a:lnTo>
                    <a:pt x="2317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8" y="5638"/>
                  </a:lnTo>
                  <a:lnTo>
                    <a:pt x="11624" y="5986"/>
                  </a:lnTo>
                  <a:lnTo>
                    <a:pt x="11431" y="6140"/>
                  </a:lnTo>
                  <a:lnTo>
                    <a:pt x="11353" y="6218"/>
                  </a:lnTo>
                  <a:lnTo>
                    <a:pt x="11238" y="6256"/>
                  </a:lnTo>
                  <a:lnTo>
                    <a:pt x="11083" y="6295"/>
                  </a:lnTo>
                  <a:lnTo>
                    <a:pt x="10929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20" y="5523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1"/>
                  </a:moveTo>
                  <a:lnTo>
                    <a:pt x="3939" y="39"/>
                  </a:lnTo>
                  <a:lnTo>
                    <a:pt x="3515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2"/>
                  </a:lnTo>
                  <a:lnTo>
                    <a:pt x="1507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8" y="2009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69"/>
                  </a:lnTo>
                  <a:lnTo>
                    <a:pt x="1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9"/>
                  </a:lnTo>
                  <a:lnTo>
                    <a:pt x="1313" y="4596"/>
                  </a:lnTo>
                  <a:lnTo>
                    <a:pt x="1700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1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3" y="3630"/>
                  </a:lnTo>
                  <a:lnTo>
                    <a:pt x="3013" y="2974"/>
                  </a:lnTo>
                  <a:lnTo>
                    <a:pt x="3128" y="773"/>
                  </a:lnTo>
                  <a:lnTo>
                    <a:pt x="3515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1" y="1661"/>
                  </a:lnTo>
                  <a:lnTo>
                    <a:pt x="5059" y="2704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4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6" y="4287"/>
                  </a:lnTo>
                  <a:lnTo>
                    <a:pt x="5870" y="4325"/>
                  </a:lnTo>
                  <a:lnTo>
                    <a:pt x="6218" y="4325"/>
                  </a:lnTo>
                  <a:lnTo>
                    <a:pt x="6565" y="4287"/>
                  </a:lnTo>
                  <a:lnTo>
                    <a:pt x="7608" y="4210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1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2" y="5252"/>
                  </a:lnTo>
                  <a:lnTo>
                    <a:pt x="10427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4" y="5754"/>
                  </a:lnTo>
                  <a:lnTo>
                    <a:pt x="10234" y="5909"/>
                  </a:lnTo>
                  <a:lnTo>
                    <a:pt x="10234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9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7"/>
                  </a:lnTo>
                  <a:lnTo>
                    <a:pt x="11740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3"/>
                  </a:lnTo>
                  <a:lnTo>
                    <a:pt x="12396" y="7222"/>
                  </a:lnTo>
                  <a:lnTo>
                    <a:pt x="12473" y="7569"/>
                  </a:lnTo>
                  <a:lnTo>
                    <a:pt x="12550" y="7917"/>
                  </a:lnTo>
                  <a:lnTo>
                    <a:pt x="12550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5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6" y="9654"/>
                  </a:lnTo>
                  <a:lnTo>
                    <a:pt x="12821" y="9616"/>
                  </a:lnTo>
                  <a:lnTo>
                    <a:pt x="12937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30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724"/>
                  </a:lnTo>
                  <a:lnTo>
                    <a:pt x="12937" y="7183"/>
                  </a:lnTo>
                  <a:lnTo>
                    <a:pt x="12743" y="6681"/>
                  </a:lnTo>
                  <a:lnTo>
                    <a:pt x="12435" y="6218"/>
                  </a:lnTo>
                  <a:lnTo>
                    <a:pt x="12126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30" y="3515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4" y="1931"/>
                  </a:lnTo>
                  <a:lnTo>
                    <a:pt x="8226" y="1584"/>
                  </a:lnTo>
                  <a:lnTo>
                    <a:pt x="7839" y="1275"/>
                  </a:lnTo>
                  <a:lnTo>
                    <a:pt x="7453" y="1005"/>
                  </a:lnTo>
                  <a:lnTo>
                    <a:pt x="7067" y="734"/>
                  </a:lnTo>
                  <a:lnTo>
                    <a:pt x="6642" y="503"/>
                  </a:lnTo>
                  <a:lnTo>
                    <a:pt x="6179" y="348"/>
                  </a:lnTo>
                  <a:lnTo>
                    <a:pt x="5716" y="194"/>
                  </a:lnTo>
                  <a:lnTo>
                    <a:pt x="5291" y="78"/>
                  </a:lnTo>
                  <a:lnTo>
                    <a:pt x="4827" y="39"/>
                  </a:lnTo>
                  <a:lnTo>
                    <a:pt x="44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0" name="Google Shape;3220;p15"/>
            <p:cNvSpPr/>
            <p:nvPr/>
          </p:nvSpPr>
          <p:spPr>
            <a:xfrm>
              <a:off x="4674950" y="1001550"/>
              <a:ext cx="375575" cy="387150"/>
            </a:xfrm>
            <a:custGeom>
              <a:avLst/>
              <a:gdLst/>
              <a:ahLst/>
              <a:cxnLst/>
              <a:rect l="l" t="t" r="r" b="b"/>
              <a:pathLst>
                <a:path w="15023" h="15486" extrusionOk="0">
                  <a:moveTo>
                    <a:pt x="7492" y="503"/>
                  </a:moveTo>
                  <a:lnTo>
                    <a:pt x="8033" y="541"/>
                  </a:lnTo>
                  <a:lnTo>
                    <a:pt x="8612" y="580"/>
                  </a:lnTo>
                  <a:lnTo>
                    <a:pt x="9153" y="696"/>
                  </a:lnTo>
                  <a:lnTo>
                    <a:pt x="9693" y="850"/>
                  </a:lnTo>
                  <a:lnTo>
                    <a:pt x="10195" y="1043"/>
                  </a:lnTo>
                  <a:lnTo>
                    <a:pt x="10697" y="1275"/>
                  </a:lnTo>
                  <a:lnTo>
                    <a:pt x="11161" y="1545"/>
                  </a:lnTo>
                  <a:lnTo>
                    <a:pt x="11624" y="1815"/>
                  </a:lnTo>
                  <a:lnTo>
                    <a:pt x="10813" y="2202"/>
                  </a:lnTo>
                  <a:lnTo>
                    <a:pt x="10079" y="2626"/>
                  </a:lnTo>
                  <a:lnTo>
                    <a:pt x="9307" y="3090"/>
                  </a:lnTo>
                  <a:lnTo>
                    <a:pt x="8612" y="3630"/>
                  </a:lnTo>
                  <a:lnTo>
                    <a:pt x="7956" y="4171"/>
                  </a:lnTo>
                  <a:lnTo>
                    <a:pt x="7299" y="4789"/>
                  </a:lnTo>
                  <a:lnTo>
                    <a:pt x="6720" y="5445"/>
                  </a:lnTo>
                  <a:lnTo>
                    <a:pt x="6141" y="6140"/>
                  </a:lnTo>
                  <a:lnTo>
                    <a:pt x="5639" y="6874"/>
                  </a:lnTo>
                  <a:lnTo>
                    <a:pt x="5214" y="7646"/>
                  </a:lnTo>
                  <a:lnTo>
                    <a:pt x="4789" y="8419"/>
                  </a:lnTo>
                  <a:lnTo>
                    <a:pt x="4480" y="9230"/>
                  </a:lnTo>
                  <a:lnTo>
                    <a:pt x="4171" y="10040"/>
                  </a:lnTo>
                  <a:lnTo>
                    <a:pt x="3978" y="10890"/>
                  </a:lnTo>
                  <a:lnTo>
                    <a:pt x="3824" y="11778"/>
                  </a:lnTo>
                  <a:lnTo>
                    <a:pt x="3747" y="12666"/>
                  </a:lnTo>
                  <a:lnTo>
                    <a:pt x="3592" y="12666"/>
                  </a:lnTo>
                  <a:lnTo>
                    <a:pt x="3283" y="11855"/>
                  </a:lnTo>
                  <a:lnTo>
                    <a:pt x="3052" y="11044"/>
                  </a:lnTo>
                  <a:lnTo>
                    <a:pt x="2858" y="10195"/>
                  </a:lnTo>
                  <a:lnTo>
                    <a:pt x="2704" y="9345"/>
                  </a:lnTo>
                  <a:lnTo>
                    <a:pt x="2588" y="8534"/>
                  </a:lnTo>
                  <a:lnTo>
                    <a:pt x="2550" y="7685"/>
                  </a:lnTo>
                  <a:lnTo>
                    <a:pt x="2588" y="6797"/>
                  </a:lnTo>
                  <a:lnTo>
                    <a:pt x="2704" y="5947"/>
                  </a:lnTo>
                  <a:lnTo>
                    <a:pt x="2858" y="5214"/>
                  </a:lnTo>
                  <a:lnTo>
                    <a:pt x="3052" y="4519"/>
                  </a:lnTo>
                  <a:lnTo>
                    <a:pt x="3322" y="3823"/>
                  </a:lnTo>
                  <a:lnTo>
                    <a:pt x="3669" y="3206"/>
                  </a:lnTo>
                  <a:lnTo>
                    <a:pt x="4017" y="2588"/>
                  </a:lnTo>
                  <a:lnTo>
                    <a:pt x="4442" y="1970"/>
                  </a:lnTo>
                  <a:lnTo>
                    <a:pt x="4905" y="1429"/>
                  </a:lnTo>
                  <a:lnTo>
                    <a:pt x="5407" y="889"/>
                  </a:lnTo>
                  <a:lnTo>
                    <a:pt x="5909" y="734"/>
                  </a:lnTo>
                  <a:lnTo>
                    <a:pt x="6411" y="618"/>
                  </a:lnTo>
                  <a:lnTo>
                    <a:pt x="6952" y="541"/>
                  </a:lnTo>
                  <a:lnTo>
                    <a:pt x="7492" y="503"/>
                  </a:lnTo>
                  <a:close/>
                  <a:moveTo>
                    <a:pt x="11972" y="2086"/>
                  </a:moveTo>
                  <a:lnTo>
                    <a:pt x="12358" y="2433"/>
                  </a:lnTo>
                  <a:lnTo>
                    <a:pt x="12705" y="2819"/>
                  </a:lnTo>
                  <a:lnTo>
                    <a:pt x="13053" y="3206"/>
                  </a:lnTo>
                  <a:lnTo>
                    <a:pt x="13323" y="3669"/>
                  </a:lnTo>
                  <a:lnTo>
                    <a:pt x="13593" y="4094"/>
                  </a:lnTo>
                  <a:lnTo>
                    <a:pt x="13864" y="4596"/>
                  </a:lnTo>
                  <a:lnTo>
                    <a:pt x="14057" y="5098"/>
                  </a:lnTo>
                  <a:lnTo>
                    <a:pt x="14211" y="5600"/>
                  </a:lnTo>
                  <a:lnTo>
                    <a:pt x="14327" y="6102"/>
                  </a:lnTo>
                  <a:lnTo>
                    <a:pt x="14443" y="6642"/>
                  </a:lnTo>
                  <a:lnTo>
                    <a:pt x="13671" y="6681"/>
                  </a:lnTo>
                  <a:lnTo>
                    <a:pt x="12898" y="6797"/>
                  </a:lnTo>
                  <a:lnTo>
                    <a:pt x="12165" y="6951"/>
                  </a:lnTo>
                  <a:lnTo>
                    <a:pt x="11392" y="7144"/>
                  </a:lnTo>
                  <a:lnTo>
                    <a:pt x="10659" y="7415"/>
                  </a:lnTo>
                  <a:lnTo>
                    <a:pt x="9964" y="7724"/>
                  </a:lnTo>
                  <a:lnTo>
                    <a:pt x="9230" y="8032"/>
                  </a:lnTo>
                  <a:lnTo>
                    <a:pt x="8535" y="8419"/>
                  </a:lnTo>
                  <a:lnTo>
                    <a:pt x="7878" y="8843"/>
                  </a:lnTo>
                  <a:lnTo>
                    <a:pt x="7261" y="9307"/>
                  </a:lnTo>
                  <a:lnTo>
                    <a:pt x="6643" y="9809"/>
                  </a:lnTo>
                  <a:lnTo>
                    <a:pt x="6102" y="10349"/>
                  </a:lnTo>
                  <a:lnTo>
                    <a:pt x="5561" y="10890"/>
                  </a:lnTo>
                  <a:lnTo>
                    <a:pt x="5098" y="11508"/>
                  </a:lnTo>
                  <a:lnTo>
                    <a:pt x="4635" y="12126"/>
                  </a:lnTo>
                  <a:lnTo>
                    <a:pt x="4249" y="12821"/>
                  </a:lnTo>
                  <a:lnTo>
                    <a:pt x="4133" y="12743"/>
                  </a:lnTo>
                  <a:lnTo>
                    <a:pt x="3978" y="12666"/>
                  </a:lnTo>
                  <a:lnTo>
                    <a:pt x="4094" y="11817"/>
                  </a:lnTo>
                  <a:lnTo>
                    <a:pt x="4326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4" y="8496"/>
                  </a:lnTo>
                  <a:lnTo>
                    <a:pt x="5600" y="7724"/>
                  </a:lnTo>
                  <a:lnTo>
                    <a:pt x="6025" y="6990"/>
                  </a:lnTo>
                  <a:lnTo>
                    <a:pt x="6527" y="6295"/>
                  </a:lnTo>
                  <a:lnTo>
                    <a:pt x="7067" y="5600"/>
                  </a:lnTo>
                  <a:lnTo>
                    <a:pt x="7608" y="4982"/>
                  </a:lnTo>
                  <a:lnTo>
                    <a:pt x="8226" y="4403"/>
                  </a:lnTo>
                  <a:lnTo>
                    <a:pt x="8921" y="3823"/>
                  </a:lnTo>
                  <a:lnTo>
                    <a:pt x="9616" y="3321"/>
                  </a:lnTo>
                  <a:lnTo>
                    <a:pt x="10350" y="2858"/>
                  </a:lnTo>
                  <a:lnTo>
                    <a:pt x="11122" y="2472"/>
                  </a:lnTo>
                  <a:lnTo>
                    <a:pt x="11972" y="2086"/>
                  </a:lnTo>
                  <a:close/>
                  <a:moveTo>
                    <a:pt x="14482" y="6990"/>
                  </a:moveTo>
                  <a:lnTo>
                    <a:pt x="14482" y="7839"/>
                  </a:lnTo>
                  <a:lnTo>
                    <a:pt x="14443" y="8689"/>
                  </a:lnTo>
                  <a:lnTo>
                    <a:pt x="14288" y="9538"/>
                  </a:lnTo>
                  <a:lnTo>
                    <a:pt x="14173" y="9963"/>
                  </a:lnTo>
                  <a:lnTo>
                    <a:pt x="14057" y="10349"/>
                  </a:lnTo>
                  <a:lnTo>
                    <a:pt x="13902" y="10774"/>
                  </a:lnTo>
                  <a:lnTo>
                    <a:pt x="13709" y="11160"/>
                  </a:lnTo>
                  <a:lnTo>
                    <a:pt x="13516" y="11546"/>
                  </a:lnTo>
                  <a:lnTo>
                    <a:pt x="13284" y="11894"/>
                  </a:lnTo>
                  <a:lnTo>
                    <a:pt x="13053" y="12241"/>
                  </a:lnTo>
                  <a:lnTo>
                    <a:pt x="12782" y="12589"/>
                  </a:lnTo>
                  <a:lnTo>
                    <a:pt x="12512" y="12898"/>
                  </a:lnTo>
                  <a:lnTo>
                    <a:pt x="12203" y="13207"/>
                  </a:lnTo>
                  <a:lnTo>
                    <a:pt x="11972" y="13052"/>
                  </a:lnTo>
                  <a:lnTo>
                    <a:pt x="11701" y="12937"/>
                  </a:lnTo>
                  <a:lnTo>
                    <a:pt x="11122" y="12782"/>
                  </a:lnTo>
                  <a:lnTo>
                    <a:pt x="10543" y="12628"/>
                  </a:lnTo>
                  <a:lnTo>
                    <a:pt x="10002" y="12550"/>
                  </a:lnTo>
                  <a:lnTo>
                    <a:pt x="9423" y="12512"/>
                  </a:lnTo>
                  <a:lnTo>
                    <a:pt x="8844" y="12473"/>
                  </a:lnTo>
                  <a:lnTo>
                    <a:pt x="8303" y="12473"/>
                  </a:lnTo>
                  <a:lnTo>
                    <a:pt x="7763" y="12512"/>
                  </a:lnTo>
                  <a:lnTo>
                    <a:pt x="7222" y="12589"/>
                  </a:lnTo>
                  <a:lnTo>
                    <a:pt x="6720" y="12666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61"/>
                  </a:lnTo>
                  <a:lnTo>
                    <a:pt x="4557" y="13130"/>
                  </a:lnTo>
                  <a:lnTo>
                    <a:pt x="4442" y="12937"/>
                  </a:lnTo>
                  <a:lnTo>
                    <a:pt x="4905" y="12319"/>
                  </a:lnTo>
                  <a:lnTo>
                    <a:pt x="5368" y="11739"/>
                  </a:lnTo>
                  <a:lnTo>
                    <a:pt x="5870" y="11160"/>
                  </a:lnTo>
                  <a:lnTo>
                    <a:pt x="6411" y="10620"/>
                  </a:lnTo>
                  <a:lnTo>
                    <a:pt x="6990" y="10118"/>
                  </a:lnTo>
                  <a:lnTo>
                    <a:pt x="7569" y="9654"/>
                  </a:lnTo>
                  <a:lnTo>
                    <a:pt x="8149" y="9230"/>
                  </a:lnTo>
                  <a:lnTo>
                    <a:pt x="8767" y="8805"/>
                  </a:lnTo>
                  <a:lnTo>
                    <a:pt x="9423" y="8457"/>
                  </a:lnTo>
                  <a:lnTo>
                    <a:pt x="10079" y="8110"/>
                  </a:lnTo>
                  <a:lnTo>
                    <a:pt x="10736" y="7839"/>
                  </a:lnTo>
                  <a:lnTo>
                    <a:pt x="11470" y="7569"/>
                  </a:lnTo>
                  <a:lnTo>
                    <a:pt x="12165" y="7376"/>
                  </a:lnTo>
                  <a:lnTo>
                    <a:pt x="12937" y="7183"/>
                  </a:lnTo>
                  <a:lnTo>
                    <a:pt x="13671" y="7067"/>
                  </a:lnTo>
                  <a:lnTo>
                    <a:pt x="14482" y="6990"/>
                  </a:lnTo>
                  <a:close/>
                  <a:moveTo>
                    <a:pt x="4519" y="1236"/>
                  </a:moveTo>
                  <a:lnTo>
                    <a:pt x="4055" y="1854"/>
                  </a:lnTo>
                  <a:lnTo>
                    <a:pt x="3631" y="2472"/>
                  </a:lnTo>
                  <a:lnTo>
                    <a:pt x="3245" y="3128"/>
                  </a:lnTo>
                  <a:lnTo>
                    <a:pt x="2936" y="3823"/>
                  </a:lnTo>
                  <a:lnTo>
                    <a:pt x="2665" y="4519"/>
                  </a:lnTo>
                  <a:lnTo>
                    <a:pt x="2472" y="5291"/>
                  </a:lnTo>
                  <a:lnTo>
                    <a:pt x="2318" y="6025"/>
                  </a:lnTo>
                  <a:lnTo>
                    <a:pt x="2241" y="6797"/>
                  </a:lnTo>
                  <a:lnTo>
                    <a:pt x="2202" y="7569"/>
                  </a:lnTo>
                  <a:lnTo>
                    <a:pt x="2202" y="8341"/>
                  </a:lnTo>
                  <a:lnTo>
                    <a:pt x="2279" y="9114"/>
                  </a:lnTo>
                  <a:lnTo>
                    <a:pt x="2395" y="9886"/>
                  </a:lnTo>
                  <a:lnTo>
                    <a:pt x="2550" y="10620"/>
                  </a:lnTo>
                  <a:lnTo>
                    <a:pt x="2781" y="11353"/>
                  </a:lnTo>
                  <a:lnTo>
                    <a:pt x="3013" y="12087"/>
                  </a:lnTo>
                  <a:lnTo>
                    <a:pt x="3322" y="12743"/>
                  </a:lnTo>
                  <a:lnTo>
                    <a:pt x="3129" y="12898"/>
                  </a:lnTo>
                  <a:lnTo>
                    <a:pt x="2936" y="13052"/>
                  </a:lnTo>
                  <a:lnTo>
                    <a:pt x="2820" y="13245"/>
                  </a:lnTo>
                  <a:lnTo>
                    <a:pt x="2743" y="13439"/>
                  </a:lnTo>
                  <a:lnTo>
                    <a:pt x="2395" y="13014"/>
                  </a:lnTo>
                  <a:lnTo>
                    <a:pt x="2086" y="12550"/>
                  </a:lnTo>
                  <a:lnTo>
                    <a:pt x="1777" y="12087"/>
                  </a:lnTo>
                  <a:lnTo>
                    <a:pt x="1507" y="11624"/>
                  </a:lnTo>
                  <a:lnTo>
                    <a:pt x="1275" y="11122"/>
                  </a:lnTo>
                  <a:lnTo>
                    <a:pt x="1082" y="10620"/>
                  </a:lnTo>
                  <a:lnTo>
                    <a:pt x="889" y="10118"/>
                  </a:lnTo>
                  <a:lnTo>
                    <a:pt x="735" y="9616"/>
                  </a:lnTo>
                  <a:lnTo>
                    <a:pt x="619" y="9114"/>
                  </a:lnTo>
                  <a:lnTo>
                    <a:pt x="542" y="8573"/>
                  </a:lnTo>
                  <a:lnTo>
                    <a:pt x="503" y="8032"/>
                  </a:lnTo>
                  <a:lnTo>
                    <a:pt x="503" y="7492"/>
                  </a:lnTo>
                  <a:lnTo>
                    <a:pt x="542" y="6951"/>
                  </a:lnTo>
                  <a:lnTo>
                    <a:pt x="619" y="6411"/>
                  </a:lnTo>
                  <a:lnTo>
                    <a:pt x="773" y="5870"/>
                  </a:lnTo>
                  <a:lnTo>
                    <a:pt x="928" y="5329"/>
                  </a:lnTo>
                  <a:lnTo>
                    <a:pt x="1198" y="4673"/>
                  </a:lnTo>
                  <a:lnTo>
                    <a:pt x="1546" y="4055"/>
                  </a:lnTo>
                  <a:lnTo>
                    <a:pt x="1932" y="3476"/>
                  </a:lnTo>
                  <a:lnTo>
                    <a:pt x="2356" y="2935"/>
                  </a:lnTo>
                  <a:lnTo>
                    <a:pt x="2858" y="2433"/>
                  </a:lnTo>
                  <a:lnTo>
                    <a:pt x="3360" y="2009"/>
                  </a:lnTo>
                  <a:lnTo>
                    <a:pt x="3940" y="1584"/>
                  </a:lnTo>
                  <a:lnTo>
                    <a:pt x="4519" y="1236"/>
                  </a:lnTo>
                  <a:close/>
                  <a:moveTo>
                    <a:pt x="3862" y="12975"/>
                  </a:moveTo>
                  <a:lnTo>
                    <a:pt x="4017" y="13052"/>
                  </a:lnTo>
                  <a:lnTo>
                    <a:pt x="4171" y="13168"/>
                  </a:lnTo>
                  <a:lnTo>
                    <a:pt x="4287" y="13284"/>
                  </a:lnTo>
                  <a:lnTo>
                    <a:pt x="4326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326" y="13941"/>
                  </a:lnTo>
                  <a:lnTo>
                    <a:pt x="4210" y="14095"/>
                  </a:lnTo>
                  <a:lnTo>
                    <a:pt x="3785" y="13825"/>
                  </a:lnTo>
                  <a:lnTo>
                    <a:pt x="3360" y="13477"/>
                  </a:lnTo>
                  <a:lnTo>
                    <a:pt x="3245" y="13439"/>
                  </a:lnTo>
                  <a:lnTo>
                    <a:pt x="3167" y="13439"/>
                  </a:lnTo>
                  <a:lnTo>
                    <a:pt x="3052" y="13477"/>
                  </a:lnTo>
                  <a:lnTo>
                    <a:pt x="2974" y="13516"/>
                  </a:lnTo>
                  <a:lnTo>
                    <a:pt x="3052" y="13361"/>
                  </a:lnTo>
                  <a:lnTo>
                    <a:pt x="3167" y="13207"/>
                  </a:lnTo>
                  <a:lnTo>
                    <a:pt x="3322" y="13130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9153" y="12859"/>
                  </a:moveTo>
                  <a:lnTo>
                    <a:pt x="9616" y="12898"/>
                  </a:lnTo>
                  <a:lnTo>
                    <a:pt x="10118" y="12975"/>
                  </a:lnTo>
                  <a:lnTo>
                    <a:pt x="10504" y="13014"/>
                  </a:lnTo>
                  <a:lnTo>
                    <a:pt x="11006" y="13130"/>
                  </a:lnTo>
                  <a:lnTo>
                    <a:pt x="11508" y="13245"/>
                  </a:lnTo>
                  <a:lnTo>
                    <a:pt x="11701" y="13361"/>
                  </a:lnTo>
                  <a:lnTo>
                    <a:pt x="11894" y="13477"/>
                  </a:lnTo>
                  <a:lnTo>
                    <a:pt x="11508" y="13786"/>
                  </a:lnTo>
                  <a:lnTo>
                    <a:pt x="11083" y="14018"/>
                  </a:lnTo>
                  <a:lnTo>
                    <a:pt x="10659" y="14249"/>
                  </a:lnTo>
                  <a:lnTo>
                    <a:pt x="10234" y="14443"/>
                  </a:lnTo>
                  <a:lnTo>
                    <a:pt x="9770" y="14636"/>
                  </a:lnTo>
                  <a:lnTo>
                    <a:pt x="9307" y="14751"/>
                  </a:lnTo>
                  <a:lnTo>
                    <a:pt x="8844" y="14867"/>
                  </a:lnTo>
                  <a:lnTo>
                    <a:pt x="8342" y="14945"/>
                  </a:lnTo>
                  <a:lnTo>
                    <a:pt x="7878" y="14983"/>
                  </a:lnTo>
                  <a:lnTo>
                    <a:pt x="7376" y="14983"/>
                  </a:lnTo>
                  <a:lnTo>
                    <a:pt x="6913" y="14945"/>
                  </a:lnTo>
                  <a:lnTo>
                    <a:pt x="6411" y="14867"/>
                  </a:lnTo>
                  <a:lnTo>
                    <a:pt x="5948" y="14790"/>
                  </a:lnTo>
                  <a:lnTo>
                    <a:pt x="5484" y="14636"/>
                  </a:lnTo>
                  <a:lnTo>
                    <a:pt x="5021" y="14481"/>
                  </a:lnTo>
                  <a:lnTo>
                    <a:pt x="4596" y="14288"/>
                  </a:lnTo>
                  <a:lnTo>
                    <a:pt x="4712" y="14018"/>
                  </a:lnTo>
                  <a:lnTo>
                    <a:pt x="4751" y="13747"/>
                  </a:lnTo>
                  <a:lnTo>
                    <a:pt x="4712" y="13593"/>
                  </a:lnTo>
                  <a:lnTo>
                    <a:pt x="5561" y="13323"/>
                  </a:lnTo>
                  <a:lnTo>
                    <a:pt x="6411" y="13091"/>
                  </a:lnTo>
                  <a:lnTo>
                    <a:pt x="7299" y="12937"/>
                  </a:lnTo>
                  <a:lnTo>
                    <a:pt x="8187" y="12859"/>
                  </a:lnTo>
                  <a:close/>
                  <a:moveTo>
                    <a:pt x="7608" y="1"/>
                  </a:moveTo>
                  <a:lnTo>
                    <a:pt x="6990" y="39"/>
                  </a:lnTo>
                  <a:lnTo>
                    <a:pt x="6450" y="116"/>
                  </a:lnTo>
                  <a:lnTo>
                    <a:pt x="5870" y="232"/>
                  </a:lnTo>
                  <a:lnTo>
                    <a:pt x="5330" y="387"/>
                  </a:lnTo>
                  <a:lnTo>
                    <a:pt x="4789" y="580"/>
                  </a:lnTo>
                  <a:lnTo>
                    <a:pt x="4249" y="812"/>
                  </a:lnTo>
                  <a:lnTo>
                    <a:pt x="3785" y="1120"/>
                  </a:lnTo>
                  <a:lnTo>
                    <a:pt x="3283" y="1429"/>
                  </a:lnTo>
                  <a:lnTo>
                    <a:pt x="2820" y="1777"/>
                  </a:lnTo>
                  <a:lnTo>
                    <a:pt x="2395" y="2163"/>
                  </a:lnTo>
                  <a:lnTo>
                    <a:pt x="2009" y="2588"/>
                  </a:lnTo>
                  <a:lnTo>
                    <a:pt x="1623" y="3013"/>
                  </a:lnTo>
                  <a:lnTo>
                    <a:pt x="1275" y="3515"/>
                  </a:lnTo>
                  <a:lnTo>
                    <a:pt x="966" y="4017"/>
                  </a:lnTo>
                  <a:lnTo>
                    <a:pt x="696" y="4596"/>
                  </a:lnTo>
                  <a:lnTo>
                    <a:pt x="426" y="5252"/>
                  </a:lnTo>
                  <a:lnTo>
                    <a:pt x="233" y="5909"/>
                  </a:lnTo>
                  <a:lnTo>
                    <a:pt x="117" y="6565"/>
                  </a:lnTo>
                  <a:lnTo>
                    <a:pt x="40" y="7222"/>
                  </a:lnTo>
                  <a:lnTo>
                    <a:pt x="1" y="7917"/>
                  </a:lnTo>
                  <a:lnTo>
                    <a:pt x="40" y="8612"/>
                  </a:lnTo>
                  <a:lnTo>
                    <a:pt x="117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6" y="11238"/>
                  </a:lnTo>
                  <a:lnTo>
                    <a:pt x="1005" y="11817"/>
                  </a:lnTo>
                  <a:lnTo>
                    <a:pt x="1352" y="12396"/>
                  </a:lnTo>
                  <a:lnTo>
                    <a:pt x="1739" y="12937"/>
                  </a:lnTo>
                  <a:lnTo>
                    <a:pt x="2202" y="13439"/>
                  </a:lnTo>
                  <a:lnTo>
                    <a:pt x="2704" y="13902"/>
                  </a:lnTo>
                  <a:lnTo>
                    <a:pt x="2781" y="13941"/>
                  </a:lnTo>
                  <a:lnTo>
                    <a:pt x="2820" y="13941"/>
                  </a:lnTo>
                  <a:lnTo>
                    <a:pt x="2936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5" y="14520"/>
                  </a:lnTo>
                  <a:lnTo>
                    <a:pt x="4133" y="14597"/>
                  </a:lnTo>
                  <a:lnTo>
                    <a:pt x="4557" y="14829"/>
                  </a:lnTo>
                  <a:lnTo>
                    <a:pt x="4982" y="14983"/>
                  </a:lnTo>
                  <a:lnTo>
                    <a:pt x="5407" y="15138"/>
                  </a:lnTo>
                  <a:lnTo>
                    <a:pt x="5870" y="15292"/>
                  </a:lnTo>
                  <a:lnTo>
                    <a:pt x="6334" y="15369"/>
                  </a:lnTo>
                  <a:lnTo>
                    <a:pt x="6797" y="15447"/>
                  </a:lnTo>
                  <a:lnTo>
                    <a:pt x="7299" y="15485"/>
                  </a:lnTo>
                  <a:lnTo>
                    <a:pt x="7763" y="15485"/>
                  </a:lnTo>
                  <a:lnTo>
                    <a:pt x="8226" y="15447"/>
                  </a:lnTo>
                  <a:lnTo>
                    <a:pt x="8689" y="15408"/>
                  </a:lnTo>
                  <a:lnTo>
                    <a:pt x="9153" y="15331"/>
                  </a:lnTo>
                  <a:lnTo>
                    <a:pt x="9616" y="15215"/>
                  </a:lnTo>
                  <a:lnTo>
                    <a:pt x="10079" y="15060"/>
                  </a:lnTo>
                  <a:lnTo>
                    <a:pt x="10543" y="14867"/>
                  </a:lnTo>
                  <a:lnTo>
                    <a:pt x="10968" y="14674"/>
                  </a:lnTo>
                  <a:lnTo>
                    <a:pt x="11392" y="14443"/>
                  </a:lnTo>
                  <a:lnTo>
                    <a:pt x="11856" y="14134"/>
                  </a:lnTo>
                  <a:lnTo>
                    <a:pt x="12319" y="13786"/>
                  </a:lnTo>
                  <a:lnTo>
                    <a:pt x="12744" y="13400"/>
                  </a:lnTo>
                  <a:lnTo>
                    <a:pt x="13130" y="12975"/>
                  </a:lnTo>
                  <a:lnTo>
                    <a:pt x="13478" y="12550"/>
                  </a:lnTo>
                  <a:lnTo>
                    <a:pt x="13786" y="12048"/>
                  </a:lnTo>
                  <a:lnTo>
                    <a:pt x="14057" y="11585"/>
                  </a:lnTo>
                  <a:lnTo>
                    <a:pt x="14288" y="11044"/>
                  </a:lnTo>
                  <a:lnTo>
                    <a:pt x="14520" y="10542"/>
                  </a:lnTo>
                  <a:lnTo>
                    <a:pt x="14675" y="10002"/>
                  </a:lnTo>
                  <a:lnTo>
                    <a:pt x="14829" y="9423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5022" y="7724"/>
                  </a:lnTo>
                  <a:lnTo>
                    <a:pt x="14983" y="7144"/>
                  </a:lnTo>
                  <a:lnTo>
                    <a:pt x="14945" y="6604"/>
                  </a:lnTo>
                  <a:lnTo>
                    <a:pt x="14829" y="5986"/>
                  </a:lnTo>
                  <a:lnTo>
                    <a:pt x="14675" y="5407"/>
                  </a:lnTo>
                  <a:lnTo>
                    <a:pt x="14482" y="4827"/>
                  </a:lnTo>
                  <a:lnTo>
                    <a:pt x="14250" y="4287"/>
                  </a:lnTo>
                  <a:lnTo>
                    <a:pt x="13980" y="3746"/>
                  </a:lnTo>
                  <a:lnTo>
                    <a:pt x="13671" y="3244"/>
                  </a:lnTo>
                  <a:lnTo>
                    <a:pt x="13323" y="2742"/>
                  </a:lnTo>
                  <a:lnTo>
                    <a:pt x="12937" y="2317"/>
                  </a:lnTo>
                  <a:lnTo>
                    <a:pt x="12512" y="1893"/>
                  </a:lnTo>
                  <a:lnTo>
                    <a:pt x="12049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3" y="618"/>
                  </a:lnTo>
                  <a:lnTo>
                    <a:pt x="9964" y="387"/>
                  </a:lnTo>
                  <a:lnTo>
                    <a:pt x="9384" y="232"/>
                  </a:lnTo>
                  <a:lnTo>
                    <a:pt x="8767" y="116"/>
                  </a:lnTo>
                  <a:lnTo>
                    <a:pt x="8187" y="39"/>
                  </a:lnTo>
                  <a:lnTo>
                    <a:pt x="760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1" name="Google Shape;3221;p15"/>
            <p:cNvSpPr/>
            <p:nvPr/>
          </p:nvSpPr>
          <p:spPr>
            <a:xfrm>
              <a:off x="5477175" y="100252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4" y="7298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60" y="7569"/>
                  </a:lnTo>
                  <a:lnTo>
                    <a:pt x="9153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5" y="8573"/>
                  </a:lnTo>
                  <a:lnTo>
                    <a:pt x="9693" y="8882"/>
                  </a:lnTo>
                  <a:lnTo>
                    <a:pt x="9655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60" y="10040"/>
                  </a:lnTo>
                  <a:lnTo>
                    <a:pt x="8689" y="10117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40" y="10079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7"/>
                  </a:lnTo>
                  <a:lnTo>
                    <a:pt x="7029" y="9345"/>
                  </a:lnTo>
                  <a:lnTo>
                    <a:pt x="6952" y="9075"/>
                  </a:lnTo>
                  <a:lnTo>
                    <a:pt x="6913" y="8804"/>
                  </a:lnTo>
                  <a:lnTo>
                    <a:pt x="6952" y="8534"/>
                  </a:lnTo>
                  <a:lnTo>
                    <a:pt x="7029" y="8264"/>
                  </a:lnTo>
                  <a:lnTo>
                    <a:pt x="7145" y="8071"/>
                  </a:lnTo>
                  <a:lnTo>
                    <a:pt x="7299" y="7878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9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6" y="8457"/>
                  </a:lnTo>
                  <a:lnTo>
                    <a:pt x="2974" y="8611"/>
                  </a:lnTo>
                  <a:lnTo>
                    <a:pt x="3051" y="8766"/>
                  </a:lnTo>
                  <a:lnTo>
                    <a:pt x="1545" y="8727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5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7"/>
                  </a:lnTo>
                  <a:lnTo>
                    <a:pt x="6990" y="10079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7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2"/>
                  </a:lnTo>
                  <a:lnTo>
                    <a:pt x="10157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7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1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9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5" y="7337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50" y="8534"/>
                  </a:lnTo>
                  <a:lnTo>
                    <a:pt x="6450" y="8843"/>
                  </a:lnTo>
                  <a:lnTo>
                    <a:pt x="5716" y="8804"/>
                  </a:lnTo>
                  <a:lnTo>
                    <a:pt x="4944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8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80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6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2" name="Google Shape;3222;p15"/>
            <p:cNvSpPr/>
            <p:nvPr/>
          </p:nvSpPr>
          <p:spPr>
            <a:xfrm>
              <a:off x="2850400" y="1030525"/>
              <a:ext cx="475950" cy="686400"/>
            </a:xfrm>
            <a:custGeom>
              <a:avLst/>
              <a:gdLst/>
              <a:ahLst/>
              <a:cxnLst/>
              <a:rect l="l" t="t" r="r" b="b"/>
              <a:pathLst>
                <a:path w="19038" h="27456" extrusionOk="0">
                  <a:moveTo>
                    <a:pt x="18690" y="309"/>
                  </a:moveTo>
                  <a:lnTo>
                    <a:pt x="18690" y="463"/>
                  </a:lnTo>
                  <a:lnTo>
                    <a:pt x="18382" y="2047"/>
                  </a:lnTo>
                  <a:lnTo>
                    <a:pt x="17995" y="3668"/>
                  </a:lnTo>
                  <a:lnTo>
                    <a:pt x="17609" y="5252"/>
                  </a:lnTo>
                  <a:lnTo>
                    <a:pt x="17184" y="6873"/>
                  </a:lnTo>
                  <a:lnTo>
                    <a:pt x="16489" y="6873"/>
                  </a:lnTo>
                  <a:lnTo>
                    <a:pt x="16180" y="6835"/>
                  </a:lnTo>
                  <a:lnTo>
                    <a:pt x="15833" y="6758"/>
                  </a:lnTo>
                  <a:lnTo>
                    <a:pt x="15524" y="6680"/>
                  </a:lnTo>
                  <a:lnTo>
                    <a:pt x="15215" y="6565"/>
                  </a:lnTo>
                  <a:lnTo>
                    <a:pt x="14906" y="6410"/>
                  </a:lnTo>
                  <a:lnTo>
                    <a:pt x="14597" y="6217"/>
                  </a:lnTo>
                  <a:lnTo>
                    <a:pt x="14327" y="6024"/>
                  </a:lnTo>
                  <a:lnTo>
                    <a:pt x="14057" y="5792"/>
                  </a:lnTo>
                  <a:lnTo>
                    <a:pt x="13593" y="5329"/>
                  </a:lnTo>
                  <a:lnTo>
                    <a:pt x="13168" y="4788"/>
                  </a:lnTo>
                  <a:lnTo>
                    <a:pt x="12782" y="4248"/>
                  </a:lnTo>
                  <a:lnTo>
                    <a:pt x="13477" y="3668"/>
                  </a:lnTo>
                  <a:lnTo>
                    <a:pt x="14172" y="3128"/>
                  </a:lnTo>
                  <a:lnTo>
                    <a:pt x="14868" y="2587"/>
                  </a:lnTo>
                  <a:lnTo>
                    <a:pt x="15601" y="2085"/>
                  </a:lnTo>
                  <a:lnTo>
                    <a:pt x="16374" y="1622"/>
                  </a:lnTo>
                  <a:lnTo>
                    <a:pt x="17146" y="1158"/>
                  </a:lnTo>
                  <a:lnTo>
                    <a:pt x="17918" y="734"/>
                  </a:lnTo>
                  <a:lnTo>
                    <a:pt x="18690" y="309"/>
                  </a:lnTo>
                  <a:close/>
                  <a:moveTo>
                    <a:pt x="6063" y="12434"/>
                  </a:moveTo>
                  <a:lnTo>
                    <a:pt x="5793" y="13013"/>
                  </a:lnTo>
                  <a:lnTo>
                    <a:pt x="5600" y="13592"/>
                  </a:lnTo>
                  <a:lnTo>
                    <a:pt x="5446" y="14172"/>
                  </a:lnTo>
                  <a:lnTo>
                    <a:pt x="5291" y="14790"/>
                  </a:lnTo>
                  <a:lnTo>
                    <a:pt x="5252" y="15369"/>
                  </a:lnTo>
                  <a:lnTo>
                    <a:pt x="5214" y="15407"/>
                  </a:lnTo>
                  <a:lnTo>
                    <a:pt x="4750" y="16102"/>
                  </a:lnTo>
                  <a:lnTo>
                    <a:pt x="4287" y="16797"/>
                  </a:lnTo>
                  <a:lnTo>
                    <a:pt x="4171" y="17106"/>
                  </a:lnTo>
                  <a:lnTo>
                    <a:pt x="4017" y="17415"/>
                  </a:lnTo>
                  <a:lnTo>
                    <a:pt x="3824" y="17724"/>
                  </a:lnTo>
                  <a:lnTo>
                    <a:pt x="3746" y="17840"/>
                  </a:lnTo>
                  <a:lnTo>
                    <a:pt x="3631" y="17956"/>
                  </a:lnTo>
                  <a:lnTo>
                    <a:pt x="3476" y="18033"/>
                  </a:lnTo>
                  <a:lnTo>
                    <a:pt x="3283" y="18072"/>
                  </a:lnTo>
                  <a:lnTo>
                    <a:pt x="2858" y="18110"/>
                  </a:lnTo>
                  <a:lnTo>
                    <a:pt x="2009" y="18149"/>
                  </a:lnTo>
                  <a:lnTo>
                    <a:pt x="426" y="18342"/>
                  </a:lnTo>
                  <a:lnTo>
                    <a:pt x="426" y="18342"/>
                  </a:lnTo>
                  <a:lnTo>
                    <a:pt x="850" y="17724"/>
                  </a:lnTo>
                  <a:lnTo>
                    <a:pt x="1275" y="17106"/>
                  </a:lnTo>
                  <a:lnTo>
                    <a:pt x="1661" y="16489"/>
                  </a:lnTo>
                  <a:lnTo>
                    <a:pt x="2009" y="15832"/>
                  </a:lnTo>
                  <a:lnTo>
                    <a:pt x="2549" y="14751"/>
                  </a:lnTo>
                  <a:lnTo>
                    <a:pt x="2820" y="14017"/>
                  </a:lnTo>
                  <a:lnTo>
                    <a:pt x="3013" y="13670"/>
                  </a:lnTo>
                  <a:lnTo>
                    <a:pt x="3206" y="13322"/>
                  </a:lnTo>
                  <a:lnTo>
                    <a:pt x="3360" y="13322"/>
                  </a:lnTo>
                  <a:lnTo>
                    <a:pt x="3399" y="13245"/>
                  </a:lnTo>
                  <a:lnTo>
                    <a:pt x="3438" y="13206"/>
                  </a:lnTo>
                  <a:lnTo>
                    <a:pt x="4750" y="12782"/>
                  </a:lnTo>
                  <a:lnTo>
                    <a:pt x="6063" y="12434"/>
                  </a:lnTo>
                  <a:close/>
                  <a:moveTo>
                    <a:pt x="12551" y="4441"/>
                  </a:moveTo>
                  <a:lnTo>
                    <a:pt x="12898" y="5020"/>
                  </a:lnTo>
                  <a:lnTo>
                    <a:pt x="13362" y="5561"/>
                  </a:lnTo>
                  <a:lnTo>
                    <a:pt x="13864" y="6101"/>
                  </a:lnTo>
                  <a:lnTo>
                    <a:pt x="14172" y="6333"/>
                  </a:lnTo>
                  <a:lnTo>
                    <a:pt x="14443" y="6565"/>
                  </a:lnTo>
                  <a:lnTo>
                    <a:pt x="14752" y="6758"/>
                  </a:lnTo>
                  <a:lnTo>
                    <a:pt x="15061" y="6951"/>
                  </a:lnTo>
                  <a:lnTo>
                    <a:pt x="15370" y="7067"/>
                  </a:lnTo>
                  <a:lnTo>
                    <a:pt x="15717" y="7182"/>
                  </a:lnTo>
                  <a:lnTo>
                    <a:pt x="16026" y="7260"/>
                  </a:lnTo>
                  <a:lnTo>
                    <a:pt x="16721" y="7260"/>
                  </a:lnTo>
                  <a:lnTo>
                    <a:pt x="17107" y="7182"/>
                  </a:lnTo>
                  <a:lnTo>
                    <a:pt x="16682" y="8573"/>
                  </a:lnTo>
                  <a:lnTo>
                    <a:pt x="16180" y="9963"/>
                  </a:lnTo>
                  <a:lnTo>
                    <a:pt x="15756" y="11160"/>
                  </a:lnTo>
                  <a:lnTo>
                    <a:pt x="15254" y="12357"/>
                  </a:lnTo>
                  <a:lnTo>
                    <a:pt x="14752" y="13515"/>
                  </a:lnTo>
                  <a:lnTo>
                    <a:pt x="14172" y="14635"/>
                  </a:lnTo>
                  <a:lnTo>
                    <a:pt x="13555" y="15793"/>
                  </a:lnTo>
                  <a:lnTo>
                    <a:pt x="13207" y="16373"/>
                  </a:lnTo>
                  <a:lnTo>
                    <a:pt x="12860" y="16952"/>
                  </a:lnTo>
                  <a:lnTo>
                    <a:pt x="12473" y="17493"/>
                  </a:lnTo>
                  <a:lnTo>
                    <a:pt x="12087" y="17995"/>
                  </a:lnTo>
                  <a:lnTo>
                    <a:pt x="11624" y="18458"/>
                  </a:lnTo>
                  <a:lnTo>
                    <a:pt x="11161" y="18883"/>
                  </a:lnTo>
                  <a:lnTo>
                    <a:pt x="10620" y="19230"/>
                  </a:lnTo>
                  <a:lnTo>
                    <a:pt x="10079" y="19462"/>
                  </a:lnTo>
                  <a:lnTo>
                    <a:pt x="9809" y="19578"/>
                  </a:lnTo>
                  <a:lnTo>
                    <a:pt x="9539" y="19655"/>
                  </a:lnTo>
                  <a:lnTo>
                    <a:pt x="9230" y="19694"/>
                  </a:lnTo>
                  <a:lnTo>
                    <a:pt x="8959" y="19732"/>
                  </a:lnTo>
                  <a:lnTo>
                    <a:pt x="8689" y="19732"/>
                  </a:lnTo>
                  <a:lnTo>
                    <a:pt x="8380" y="19694"/>
                  </a:lnTo>
                  <a:lnTo>
                    <a:pt x="8110" y="19616"/>
                  </a:lnTo>
                  <a:lnTo>
                    <a:pt x="7840" y="19539"/>
                  </a:lnTo>
                  <a:lnTo>
                    <a:pt x="7569" y="19423"/>
                  </a:lnTo>
                  <a:lnTo>
                    <a:pt x="7299" y="19269"/>
                  </a:lnTo>
                  <a:lnTo>
                    <a:pt x="7067" y="19114"/>
                  </a:lnTo>
                  <a:lnTo>
                    <a:pt x="6836" y="18883"/>
                  </a:lnTo>
                  <a:lnTo>
                    <a:pt x="6450" y="18458"/>
                  </a:lnTo>
                  <a:lnTo>
                    <a:pt x="6141" y="17956"/>
                  </a:lnTo>
                  <a:lnTo>
                    <a:pt x="5870" y="17454"/>
                  </a:lnTo>
                  <a:lnTo>
                    <a:pt x="5716" y="16913"/>
                  </a:lnTo>
                  <a:lnTo>
                    <a:pt x="5639" y="16334"/>
                  </a:lnTo>
                  <a:lnTo>
                    <a:pt x="5600" y="15755"/>
                  </a:lnTo>
                  <a:lnTo>
                    <a:pt x="5639" y="15214"/>
                  </a:lnTo>
                  <a:lnTo>
                    <a:pt x="5716" y="14635"/>
                  </a:lnTo>
                  <a:lnTo>
                    <a:pt x="5832" y="14056"/>
                  </a:lnTo>
                  <a:lnTo>
                    <a:pt x="6025" y="13515"/>
                  </a:lnTo>
                  <a:lnTo>
                    <a:pt x="6218" y="13013"/>
                  </a:lnTo>
                  <a:lnTo>
                    <a:pt x="6450" y="12473"/>
                  </a:lnTo>
                  <a:lnTo>
                    <a:pt x="6952" y="11469"/>
                  </a:lnTo>
                  <a:lnTo>
                    <a:pt x="7531" y="10465"/>
                  </a:lnTo>
                  <a:lnTo>
                    <a:pt x="8149" y="9461"/>
                  </a:lnTo>
                  <a:lnTo>
                    <a:pt x="8844" y="8495"/>
                  </a:lnTo>
                  <a:lnTo>
                    <a:pt x="9539" y="7530"/>
                  </a:lnTo>
                  <a:lnTo>
                    <a:pt x="10311" y="6642"/>
                  </a:lnTo>
                  <a:lnTo>
                    <a:pt x="10852" y="6063"/>
                  </a:lnTo>
                  <a:lnTo>
                    <a:pt x="11392" y="5522"/>
                  </a:lnTo>
                  <a:lnTo>
                    <a:pt x="11971" y="4981"/>
                  </a:lnTo>
                  <a:lnTo>
                    <a:pt x="12551" y="4441"/>
                  </a:lnTo>
                  <a:close/>
                  <a:moveTo>
                    <a:pt x="5986" y="18419"/>
                  </a:moveTo>
                  <a:lnTo>
                    <a:pt x="6218" y="18767"/>
                  </a:lnTo>
                  <a:lnTo>
                    <a:pt x="6450" y="19076"/>
                  </a:lnTo>
                  <a:lnTo>
                    <a:pt x="6758" y="19346"/>
                  </a:lnTo>
                  <a:lnTo>
                    <a:pt x="7067" y="19616"/>
                  </a:lnTo>
                  <a:lnTo>
                    <a:pt x="7415" y="19809"/>
                  </a:lnTo>
                  <a:lnTo>
                    <a:pt x="7801" y="19964"/>
                  </a:lnTo>
                  <a:lnTo>
                    <a:pt x="8187" y="20080"/>
                  </a:lnTo>
                  <a:lnTo>
                    <a:pt x="8612" y="20118"/>
                  </a:lnTo>
                  <a:lnTo>
                    <a:pt x="8535" y="20466"/>
                  </a:lnTo>
                  <a:lnTo>
                    <a:pt x="8496" y="20852"/>
                  </a:lnTo>
                  <a:lnTo>
                    <a:pt x="7994" y="20813"/>
                  </a:lnTo>
                  <a:lnTo>
                    <a:pt x="7531" y="20698"/>
                  </a:lnTo>
                  <a:lnTo>
                    <a:pt x="7106" y="20504"/>
                  </a:lnTo>
                  <a:lnTo>
                    <a:pt x="6720" y="20273"/>
                  </a:lnTo>
                  <a:lnTo>
                    <a:pt x="6334" y="20002"/>
                  </a:lnTo>
                  <a:lnTo>
                    <a:pt x="6025" y="19655"/>
                  </a:lnTo>
                  <a:lnTo>
                    <a:pt x="5716" y="19307"/>
                  </a:lnTo>
                  <a:lnTo>
                    <a:pt x="5446" y="18883"/>
                  </a:lnTo>
                  <a:lnTo>
                    <a:pt x="5446" y="18844"/>
                  </a:lnTo>
                  <a:lnTo>
                    <a:pt x="5986" y="18419"/>
                  </a:lnTo>
                  <a:close/>
                  <a:moveTo>
                    <a:pt x="5291" y="18960"/>
                  </a:moveTo>
                  <a:lnTo>
                    <a:pt x="5523" y="19462"/>
                  </a:lnTo>
                  <a:lnTo>
                    <a:pt x="5793" y="19887"/>
                  </a:lnTo>
                  <a:lnTo>
                    <a:pt x="6141" y="20234"/>
                  </a:lnTo>
                  <a:lnTo>
                    <a:pt x="6527" y="20582"/>
                  </a:lnTo>
                  <a:lnTo>
                    <a:pt x="6952" y="20813"/>
                  </a:lnTo>
                  <a:lnTo>
                    <a:pt x="7453" y="21006"/>
                  </a:lnTo>
                  <a:lnTo>
                    <a:pt x="7955" y="21122"/>
                  </a:lnTo>
                  <a:lnTo>
                    <a:pt x="8457" y="21161"/>
                  </a:lnTo>
                  <a:lnTo>
                    <a:pt x="8496" y="21702"/>
                  </a:lnTo>
                  <a:lnTo>
                    <a:pt x="7878" y="21624"/>
                  </a:lnTo>
                  <a:lnTo>
                    <a:pt x="7299" y="21508"/>
                  </a:lnTo>
                  <a:lnTo>
                    <a:pt x="6797" y="21315"/>
                  </a:lnTo>
                  <a:lnTo>
                    <a:pt x="6295" y="21084"/>
                  </a:lnTo>
                  <a:lnTo>
                    <a:pt x="5870" y="20775"/>
                  </a:lnTo>
                  <a:lnTo>
                    <a:pt x="5446" y="20389"/>
                  </a:lnTo>
                  <a:lnTo>
                    <a:pt x="5021" y="19964"/>
                  </a:lnTo>
                  <a:lnTo>
                    <a:pt x="4673" y="19501"/>
                  </a:lnTo>
                  <a:lnTo>
                    <a:pt x="4828" y="19385"/>
                  </a:lnTo>
                  <a:lnTo>
                    <a:pt x="4982" y="19269"/>
                  </a:lnTo>
                  <a:lnTo>
                    <a:pt x="5291" y="18960"/>
                  </a:lnTo>
                  <a:close/>
                  <a:moveTo>
                    <a:pt x="13555" y="16527"/>
                  </a:moveTo>
                  <a:lnTo>
                    <a:pt x="13748" y="17184"/>
                  </a:lnTo>
                  <a:lnTo>
                    <a:pt x="13979" y="17840"/>
                  </a:lnTo>
                  <a:lnTo>
                    <a:pt x="14250" y="18458"/>
                  </a:lnTo>
                  <a:lnTo>
                    <a:pt x="14597" y="19037"/>
                  </a:lnTo>
                  <a:lnTo>
                    <a:pt x="13670" y="20157"/>
                  </a:lnTo>
                  <a:lnTo>
                    <a:pt x="12782" y="21315"/>
                  </a:lnTo>
                  <a:lnTo>
                    <a:pt x="11083" y="23748"/>
                  </a:lnTo>
                  <a:lnTo>
                    <a:pt x="10736" y="22783"/>
                  </a:lnTo>
                  <a:lnTo>
                    <a:pt x="10350" y="21856"/>
                  </a:lnTo>
                  <a:lnTo>
                    <a:pt x="10234" y="21586"/>
                  </a:lnTo>
                  <a:lnTo>
                    <a:pt x="10195" y="21354"/>
                  </a:lnTo>
                  <a:lnTo>
                    <a:pt x="10195" y="21238"/>
                  </a:lnTo>
                  <a:lnTo>
                    <a:pt x="10234" y="21122"/>
                  </a:lnTo>
                  <a:lnTo>
                    <a:pt x="10388" y="20813"/>
                  </a:lnTo>
                  <a:lnTo>
                    <a:pt x="10813" y="20234"/>
                  </a:lnTo>
                  <a:lnTo>
                    <a:pt x="11199" y="19578"/>
                  </a:lnTo>
                  <a:lnTo>
                    <a:pt x="11199" y="19501"/>
                  </a:lnTo>
                  <a:lnTo>
                    <a:pt x="11199" y="19462"/>
                  </a:lnTo>
                  <a:lnTo>
                    <a:pt x="11161" y="19346"/>
                  </a:lnTo>
                  <a:lnTo>
                    <a:pt x="11585" y="18999"/>
                  </a:lnTo>
                  <a:lnTo>
                    <a:pt x="11971" y="18612"/>
                  </a:lnTo>
                  <a:lnTo>
                    <a:pt x="12358" y="18226"/>
                  </a:lnTo>
                  <a:lnTo>
                    <a:pt x="12705" y="17801"/>
                  </a:lnTo>
                  <a:lnTo>
                    <a:pt x="13130" y="17184"/>
                  </a:lnTo>
                  <a:lnTo>
                    <a:pt x="13555" y="16527"/>
                  </a:lnTo>
                  <a:close/>
                  <a:moveTo>
                    <a:pt x="5677" y="21161"/>
                  </a:moveTo>
                  <a:lnTo>
                    <a:pt x="5948" y="21393"/>
                  </a:lnTo>
                  <a:lnTo>
                    <a:pt x="6256" y="21547"/>
                  </a:lnTo>
                  <a:lnTo>
                    <a:pt x="6565" y="21702"/>
                  </a:lnTo>
                  <a:lnTo>
                    <a:pt x="6913" y="21817"/>
                  </a:lnTo>
                  <a:lnTo>
                    <a:pt x="6836" y="22010"/>
                  </a:lnTo>
                  <a:lnTo>
                    <a:pt x="6797" y="22204"/>
                  </a:lnTo>
                  <a:lnTo>
                    <a:pt x="6643" y="22088"/>
                  </a:lnTo>
                  <a:lnTo>
                    <a:pt x="6604" y="22010"/>
                  </a:lnTo>
                  <a:lnTo>
                    <a:pt x="6411" y="22010"/>
                  </a:lnTo>
                  <a:lnTo>
                    <a:pt x="6372" y="22088"/>
                  </a:lnTo>
                  <a:lnTo>
                    <a:pt x="6218" y="22628"/>
                  </a:lnTo>
                  <a:lnTo>
                    <a:pt x="6025" y="23092"/>
                  </a:lnTo>
                  <a:lnTo>
                    <a:pt x="5832" y="23594"/>
                  </a:lnTo>
                  <a:lnTo>
                    <a:pt x="5600" y="24057"/>
                  </a:lnTo>
                  <a:lnTo>
                    <a:pt x="5330" y="24482"/>
                  </a:lnTo>
                  <a:lnTo>
                    <a:pt x="5021" y="24907"/>
                  </a:lnTo>
                  <a:lnTo>
                    <a:pt x="4712" y="25331"/>
                  </a:lnTo>
                  <a:lnTo>
                    <a:pt x="4364" y="25717"/>
                  </a:lnTo>
                  <a:lnTo>
                    <a:pt x="4248" y="25293"/>
                  </a:lnTo>
                  <a:lnTo>
                    <a:pt x="4171" y="24868"/>
                  </a:lnTo>
                  <a:lnTo>
                    <a:pt x="4171" y="24482"/>
                  </a:lnTo>
                  <a:lnTo>
                    <a:pt x="4210" y="24057"/>
                  </a:lnTo>
                  <a:lnTo>
                    <a:pt x="4326" y="23671"/>
                  </a:lnTo>
                  <a:lnTo>
                    <a:pt x="4480" y="23285"/>
                  </a:lnTo>
                  <a:lnTo>
                    <a:pt x="4673" y="22899"/>
                  </a:lnTo>
                  <a:lnTo>
                    <a:pt x="4944" y="22512"/>
                  </a:lnTo>
                  <a:lnTo>
                    <a:pt x="5175" y="22204"/>
                  </a:lnTo>
                  <a:lnTo>
                    <a:pt x="5330" y="21895"/>
                  </a:lnTo>
                  <a:lnTo>
                    <a:pt x="5407" y="21740"/>
                  </a:lnTo>
                  <a:lnTo>
                    <a:pt x="5407" y="21586"/>
                  </a:lnTo>
                  <a:lnTo>
                    <a:pt x="5368" y="21470"/>
                  </a:lnTo>
                  <a:lnTo>
                    <a:pt x="5291" y="21315"/>
                  </a:lnTo>
                  <a:lnTo>
                    <a:pt x="5446" y="21238"/>
                  </a:lnTo>
                  <a:lnTo>
                    <a:pt x="5677" y="21161"/>
                  </a:lnTo>
                  <a:close/>
                  <a:moveTo>
                    <a:pt x="4905" y="20466"/>
                  </a:moveTo>
                  <a:lnTo>
                    <a:pt x="5175" y="20736"/>
                  </a:lnTo>
                  <a:lnTo>
                    <a:pt x="5484" y="21006"/>
                  </a:lnTo>
                  <a:lnTo>
                    <a:pt x="5252" y="21084"/>
                  </a:lnTo>
                  <a:lnTo>
                    <a:pt x="5021" y="21161"/>
                  </a:lnTo>
                  <a:lnTo>
                    <a:pt x="4982" y="21200"/>
                  </a:lnTo>
                  <a:lnTo>
                    <a:pt x="4944" y="21277"/>
                  </a:lnTo>
                  <a:lnTo>
                    <a:pt x="4982" y="21354"/>
                  </a:lnTo>
                  <a:lnTo>
                    <a:pt x="5021" y="21393"/>
                  </a:lnTo>
                  <a:lnTo>
                    <a:pt x="5059" y="21470"/>
                  </a:lnTo>
                  <a:lnTo>
                    <a:pt x="5098" y="21547"/>
                  </a:lnTo>
                  <a:lnTo>
                    <a:pt x="5059" y="21779"/>
                  </a:lnTo>
                  <a:lnTo>
                    <a:pt x="4905" y="22049"/>
                  </a:lnTo>
                  <a:lnTo>
                    <a:pt x="4750" y="22358"/>
                  </a:lnTo>
                  <a:lnTo>
                    <a:pt x="4364" y="22937"/>
                  </a:lnTo>
                  <a:lnTo>
                    <a:pt x="4133" y="23323"/>
                  </a:lnTo>
                  <a:lnTo>
                    <a:pt x="3940" y="23748"/>
                  </a:lnTo>
                  <a:lnTo>
                    <a:pt x="3862" y="24212"/>
                  </a:lnTo>
                  <a:lnTo>
                    <a:pt x="3824" y="24714"/>
                  </a:lnTo>
                  <a:lnTo>
                    <a:pt x="3862" y="25177"/>
                  </a:lnTo>
                  <a:lnTo>
                    <a:pt x="3940" y="25409"/>
                  </a:lnTo>
                  <a:lnTo>
                    <a:pt x="4017" y="25640"/>
                  </a:lnTo>
                  <a:lnTo>
                    <a:pt x="4133" y="25872"/>
                  </a:lnTo>
                  <a:lnTo>
                    <a:pt x="4248" y="26065"/>
                  </a:lnTo>
                  <a:lnTo>
                    <a:pt x="4287" y="26104"/>
                  </a:lnTo>
                  <a:lnTo>
                    <a:pt x="4364" y="26104"/>
                  </a:lnTo>
                  <a:lnTo>
                    <a:pt x="4403" y="26065"/>
                  </a:lnTo>
                  <a:lnTo>
                    <a:pt x="4442" y="25988"/>
                  </a:lnTo>
                  <a:lnTo>
                    <a:pt x="4480" y="25988"/>
                  </a:lnTo>
                  <a:lnTo>
                    <a:pt x="4828" y="25602"/>
                  </a:lnTo>
                  <a:lnTo>
                    <a:pt x="5175" y="25215"/>
                  </a:lnTo>
                  <a:lnTo>
                    <a:pt x="5484" y="24791"/>
                  </a:lnTo>
                  <a:lnTo>
                    <a:pt x="5793" y="24366"/>
                  </a:lnTo>
                  <a:lnTo>
                    <a:pt x="6025" y="23903"/>
                  </a:lnTo>
                  <a:lnTo>
                    <a:pt x="6256" y="23439"/>
                  </a:lnTo>
                  <a:lnTo>
                    <a:pt x="6450" y="22937"/>
                  </a:lnTo>
                  <a:lnTo>
                    <a:pt x="6604" y="22435"/>
                  </a:lnTo>
                  <a:lnTo>
                    <a:pt x="6720" y="22551"/>
                  </a:lnTo>
                  <a:lnTo>
                    <a:pt x="6913" y="22590"/>
                  </a:lnTo>
                  <a:lnTo>
                    <a:pt x="6952" y="22628"/>
                  </a:lnTo>
                  <a:lnTo>
                    <a:pt x="7029" y="22590"/>
                  </a:lnTo>
                  <a:lnTo>
                    <a:pt x="7067" y="22512"/>
                  </a:lnTo>
                  <a:lnTo>
                    <a:pt x="7067" y="22474"/>
                  </a:lnTo>
                  <a:lnTo>
                    <a:pt x="7145" y="21895"/>
                  </a:lnTo>
                  <a:lnTo>
                    <a:pt x="7608" y="22010"/>
                  </a:lnTo>
                  <a:lnTo>
                    <a:pt x="7724" y="22512"/>
                  </a:lnTo>
                  <a:lnTo>
                    <a:pt x="7762" y="23014"/>
                  </a:lnTo>
                  <a:lnTo>
                    <a:pt x="7801" y="23555"/>
                  </a:lnTo>
                  <a:lnTo>
                    <a:pt x="7801" y="24057"/>
                  </a:lnTo>
                  <a:lnTo>
                    <a:pt x="7608" y="23903"/>
                  </a:lnTo>
                  <a:lnTo>
                    <a:pt x="7492" y="23671"/>
                  </a:lnTo>
                  <a:lnTo>
                    <a:pt x="7376" y="23439"/>
                  </a:lnTo>
                  <a:lnTo>
                    <a:pt x="7338" y="23169"/>
                  </a:lnTo>
                  <a:lnTo>
                    <a:pt x="7338" y="23092"/>
                  </a:lnTo>
                  <a:lnTo>
                    <a:pt x="7299" y="23053"/>
                  </a:lnTo>
                  <a:lnTo>
                    <a:pt x="7183" y="23014"/>
                  </a:lnTo>
                  <a:lnTo>
                    <a:pt x="7106" y="23014"/>
                  </a:lnTo>
                  <a:lnTo>
                    <a:pt x="7067" y="23053"/>
                  </a:lnTo>
                  <a:lnTo>
                    <a:pt x="7029" y="23092"/>
                  </a:lnTo>
                  <a:lnTo>
                    <a:pt x="6990" y="23169"/>
                  </a:lnTo>
                  <a:lnTo>
                    <a:pt x="6952" y="23787"/>
                  </a:lnTo>
                  <a:lnTo>
                    <a:pt x="6797" y="24405"/>
                  </a:lnTo>
                  <a:lnTo>
                    <a:pt x="6681" y="24675"/>
                  </a:lnTo>
                  <a:lnTo>
                    <a:pt x="6565" y="24984"/>
                  </a:lnTo>
                  <a:lnTo>
                    <a:pt x="6411" y="25254"/>
                  </a:lnTo>
                  <a:lnTo>
                    <a:pt x="6218" y="25524"/>
                  </a:lnTo>
                  <a:lnTo>
                    <a:pt x="5832" y="25988"/>
                  </a:lnTo>
                  <a:lnTo>
                    <a:pt x="5600" y="26219"/>
                  </a:lnTo>
                  <a:lnTo>
                    <a:pt x="5368" y="26451"/>
                  </a:lnTo>
                  <a:lnTo>
                    <a:pt x="5098" y="26644"/>
                  </a:lnTo>
                  <a:lnTo>
                    <a:pt x="4828" y="26799"/>
                  </a:lnTo>
                  <a:lnTo>
                    <a:pt x="4557" y="26953"/>
                  </a:lnTo>
                  <a:lnTo>
                    <a:pt x="4248" y="27030"/>
                  </a:lnTo>
                  <a:lnTo>
                    <a:pt x="4017" y="27030"/>
                  </a:lnTo>
                  <a:lnTo>
                    <a:pt x="3862" y="26992"/>
                  </a:lnTo>
                  <a:lnTo>
                    <a:pt x="3708" y="26915"/>
                  </a:lnTo>
                  <a:lnTo>
                    <a:pt x="3592" y="26760"/>
                  </a:lnTo>
                  <a:lnTo>
                    <a:pt x="3515" y="26606"/>
                  </a:lnTo>
                  <a:lnTo>
                    <a:pt x="3438" y="26413"/>
                  </a:lnTo>
                  <a:lnTo>
                    <a:pt x="3322" y="25988"/>
                  </a:lnTo>
                  <a:lnTo>
                    <a:pt x="3206" y="25293"/>
                  </a:lnTo>
                  <a:lnTo>
                    <a:pt x="3167" y="24945"/>
                  </a:lnTo>
                  <a:lnTo>
                    <a:pt x="3167" y="24598"/>
                  </a:lnTo>
                  <a:lnTo>
                    <a:pt x="3206" y="24173"/>
                  </a:lnTo>
                  <a:lnTo>
                    <a:pt x="3283" y="23787"/>
                  </a:lnTo>
                  <a:lnTo>
                    <a:pt x="3360" y="23401"/>
                  </a:lnTo>
                  <a:lnTo>
                    <a:pt x="3515" y="23014"/>
                  </a:lnTo>
                  <a:lnTo>
                    <a:pt x="3708" y="22667"/>
                  </a:lnTo>
                  <a:lnTo>
                    <a:pt x="3901" y="22319"/>
                  </a:lnTo>
                  <a:lnTo>
                    <a:pt x="4171" y="22010"/>
                  </a:lnTo>
                  <a:lnTo>
                    <a:pt x="4480" y="21702"/>
                  </a:lnTo>
                  <a:lnTo>
                    <a:pt x="4519" y="21624"/>
                  </a:lnTo>
                  <a:lnTo>
                    <a:pt x="4519" y="21547"/>
                  </a:lnTo>
                  <a:lnTo>
                    <a:pt x="4442" y="21470"/>
                  </a:lnTo>
                  <a:lnTo>
                    <a:pt x="4364" y="21431"/>
                  </a:lnTo>
                  <a:lnTo>
                    <a:pt x="3553" y="21315"/>
                  </a:lnTo>
                  <a:lnTo>
                    <a:pt x="3862" y="21045"/>
                  </a:lnTo>
                  <a:lnTo>
                    <a:pt x="4171" y="20775"/>
                  </a:lnTo>
                  <a:lnTo>
                    <a:pt x="4519" y="20582"/>
                  </a:lnTo>
                  <a:lnTo>
                    <a:pt x="4905" y="20466"/>
                  </a:lnTo>
                  <a:close/>
                  <a:moveTo>
                    <a:pt x="18845" y="0"/>
                  </a:moveTo>
                  <a:lnTo>
                    <a:pt x="18806" y="77"/>
                  </a:lnTo>
                  <a:lnTo>
                    <a:pt x="18729" y="39"/>
                  </a:lnTo>
                  <a:lnTo>
                    <a:pt x="18652" y="39"/>
                  </a:lnTo>
                  <a:lnTo>
                    <a:pt x="17455" y="618"/>
                  </a:lnTo>
                  <a:lnTo>
                    <a:pt x="16296" y="1236"/>
                  </a:lnTo>
                  <a:lnTo>
                    <a:pt x="15215" y="1931"/>
                  </a:lnTo>
                  <a:lnTo>
                    <a:pt x="14134" y="2664"/>
                  </a:lnTo>
                  <a:lnTo>
                    <a:pt x="13091" y="3475"/>
                  </a:lnTo>
                  <a:lnTo>
                    <a:pt x="12087" y="4325"/>
                  </a:lnTo>
                  <a:lnTo>
                    <a:pt x="11161" y="5213"/>
                  </a:lnTo>
                  <a:lnTo>
                    <a:pt x="10272" y="6178"/>
                  </a:lnTo>
                  <a:lnTo>
                    <a:pt x="9384" y="7144"/>
                  </a:lnTo>
                  <a:lnTo>
                    <a:pt x="8573" y="8186"/>
                  </a:lnTo>
                  <a:lnTo>
                    <a:pt x="7840" y="9268"/>
                  </a:lnTo>
                  <a:lnTo>
                    <a:pt x="7145" y="10387"/>
                  </a:lnTo>
                  <a:lnTo>
                    <a:pt x="6643" y="11276"/>
                  </a:lnTo>
                  <a:lnTo>
                    <a:pt x="6179" y="12164"/>
                  </a:lnTo>
                  <a:lnTo>
                    <a:pt x="5368" y="12241"/>
                  </a:lnTo>
                  <a:lnTo>
                    <a:pt x="4557" y="12395"/>
                  </a:lnTo>
                  <a:lnTo>
                    <a:pt x="3785" y="12627"/>
                  </a:lnTo>
                  <a:lnTo>
                    <a:pt x="3013" y="12936"/>
                  </a:lnTo>
                  <a:lnTo>
                    <a:pt x="2936" y="12975"/>
                  </a:lnTo>
                  <a:lnTo>
                    <a:pt x="2897" y="13013"/>
                  </a:lnTo>
                  <a:lnTo>
                    <a:pt x="2897" y="13168"/>
                  </a:lnTo>
                  <a:lnTo>
                    <a:pt x="2704" y="13361"/>
                  </a:lnTo>
                  <a:lnTo>
                    <a:pt x="2549" y="13592"/>
                  </a:lnTo>
                  <a:lnTo>
                    <a:pt x="2395" y="13863"/>
                  </a:lnTo>
                  <a:lnTo>
                    <a:pt x="2279" y="14133"/>
                  </a:lnTo>
                  <a:lnTo>
                    <a:pt x="2086" y="14712"/>
                  </a:lnTo>
                  <a:lnTo>
                    <a:pt x="1854" y="15214"/>
                  </a:lnTo>
                  <a:lnTo>
                    <a:pt x="1430" y="15987"/>
                  </a:lnTo>
                  <a:lnTo>
                    <a:pt x="1005" y="16759"/>
                  </a:lnTo>
                  <a:lnTo>
                    <a:pt x="541" y="17493"/>
                  </a:lnTo>
                  <a:lnTo>
                    <a:pt x="39" y="18226"/>
                  </a:lnTo>
                  <a:lnTo>
                    <a:pt x="1" y="18303"/>
                  </a:lnTo>
                  <a:lnTo>
                    <a:pt x="1" y="18381"/>
                  </a:lnTo>
                  <a:lnTo>
                    <a:pt x="39" y="18419"/>
                  </a:lnTo>
                  <a:lnTo>
                    <a:pt x="117" y="18458"/>
                  </a:lnTo>
                  <a:lnTo>
                    <a:pt x="117" y="18535"/>
                  </a:lnTo>
                  <a:lnTo>
                    <a:pt x="117" y="18612"/>
                  </a:lnTo>
                  <a:lnTo>
                    <a:pt x="155" y="18651"/>
                  </a:lnTo>
                  <a:lnTo>
                    <a:pt x="233" y="18690"/>
                  </a:lnTo>
                  <a:lnTo>
                    <a:pt x="1159" y="18612"/>
                  </a:lnTo>
                  <a:lnTo>
                    <a:pt x="2086" y="18574"/>
                  </a:lnTo>
                  <a:lnTo>
                    <a:pt x="3901" y="18381"/>
                  </a:lnTo>
                  <a:lnTo>
                    <a:pt x="3978" y="18342"/>
                  </a:lnTo>
                  <a:lnTo>
                    <a:pt x="4055" y="18265"/>
                  </a:lnTo>
                  <a:lnTo>
                    <a:pt x="4596" y="17106"/>
                  </a:lnTo>
                  <a:lnTo>
                    <a:pt x="5252" y="15987"/>
                  </a:lnTo>
                  <a:lnTo>
                    <a:pt x="5291" y="16566"/>
                  </a:lnTo>
                  <a:lnTo>
                    <a:pt x="5446" y="17106"/>
                  </a:lnTo>
                  <a:lnTo>
                    <a:pt x="5600" y="17647"/>
                  </a:lnTo>
                  <a:lnTo>
                    <a:pt x="5832" y="18188"/>
                  </a:lnTo>
                  <a:lnTo>
                    <a:pt x="5446" y="18381"/>
                  </a:lnTo>
                  <a:lnTo>
                    <a:pt x="5059" y="18651"/>
                  </a:lnTo>
                  <a:lnTo>
                    <a:pt x="4673" y="18960"/>
                  </a:lnTo>
                  <a:lnTo>
                    <a:pt x="4519" y="19153"/>
                  </a:lnTo>
                  <a:lnTo>
                    <a:pt x="4403" y="19346"/>
                  </a:lnTo>
                  <a:lnTo>
                    <a:pt x="4403" y="19423"/>
                  </a:lnTo>
                  <a:lnTo>
                    <a:pt x="4442" y="19501"/>
                  </a:lnTo>
                  <a:lnTo>
                    <a:pt x="4442" y="19539"/>
                  </a:lnTo>
                  <a:lnTo>
                    <a:pt x="4442" y="19616"/>
                  </a:lnTo>
                  <a:lnTo>
                    <a:pt x="4596" y="19964"/>
                  </a:lnTo>
                  <a:lnTo>
                    <a:pt x="4789" y="20273"/>
                  </a:lnTo>
                  <a:lnTo>
                    <a:pt x="4519" y="20311"/>
                  </a:lnTo>
                  <a:lnTo>
                    <a:pt x="4287" y="20389"/>
                  </a:lnTo>
                  <a:lnTo>
                    <a:pt x="4055" y="20504"/>
                  </a:lnTo>
                  <a:lnTo>
                    <a:pt x="3862" y="20620"/>
                  </a:lnTo>
                  <a:lnTo>
                    <a:pt x="3669" y="20775"/>
                  </a:lnTo>
                  <a:lnTo>
                    <a:pt x="3476" y="20968"/>
                  </a:lnTo>
                  <a:lnTo>
                    <a:pt x="3283" y="21161"/>
                  </a:lnTo>
                  <a:lnTo>
                    <a:pt x="3129" y="21354"/>
                  </a:lnTo>
                  <a:lnTo>
                    <a:pt x="3090" y="21431"/>
                  </a:lnTo>
                  <a:lnTo>
                    <a:pt x="3129" y="21508"/>
                  </a:lnTo>
                  <a:lnTo>
                    <a:pt x="3167" y="21586"/>
                  </a:lnTo>
                  <a:lnTo>
                    <a:pt x="3244" y="21624"/>
                  </a:lnTo>
                  <a:lnTo>
                    <a:pt x="4017" y="21702"/>
                  </a:lnTo>
                  <a:lnTo>
                    <a:pt x="3746" y="22010"/>
                  </a:lnTo>
                  <a:lnTo>
                    <a:pt x="3476" y="22358"/>
                  </a:lnTo>
                  <a:lnTo>
                    <a:pt x="3283" y="22706"/>
                  </a:lnTo>
                  <a:lnTo>
                    <a:pt x="3129" y="23092"/>
                  </a:lnTo>
                  <a:lnTo>
                    <a:pt x="3013" y="23478"/>
                  </a:lnTo>
                  <a:lnTo>
                    <a:pt x="2897" y="23864"/>
                  </a:lnTo>
                  <a:lnTo>
                    <a:pt x="2858" y="24289"/>
                  </a:lnTo>
                  <a:lnTo>
                    <a:pt x="2858" y="24714"/>
                  </a:lnTo>
                  <a:lnTo>
                    <a:pt x="2858" y="25370"/>
                  </a:lnTo>
                  <a:lnTo>
                    <a:pt x="2897" y="25795"/>
                  </a:lnTo>
                  <a:lnTo>
                    <a:pt x="2974" y="26219"/>
                  </a:lnTo>
                  <a:lnTo>
                    <a:pt x="3090" y="26644"/>
                  </a:lnTo>
                  <a:lnTo>
                    <a:pt x="3244" y="26992"/>
                  </a:lnTo>
                  <a:lnTo>
                    <a:pt x="3360" y="27146"/>
                  </a:lnTo>
                  <a:lnTo>
                    <a:pt x="3438" y="27262"/>
                  </a:lnTo>
                  <a:lnTo>
                    <a:pt x="3553" y="27378"/>
                  </a:lnTo>
                  <a:lnTo>
                    <a:pt x="3708" y="27417"/>
                  </a:lnTo>
                  <a:lnTo>
                    <a:pt x="3862" y="27455"/>
                  </a:lnTo>
                  <a:lnTo>
                    <a:pt x="4017" y="27455"/>
                  </a:lnTo>
                  <a:lnTo>
                    <a:pt x="4364" y="27417"/>
                  </a:lnTo>
                  <a:lnTo>
                    <a:pt x="4750" y="27262"/>
                  </a:lnTo>
                  <a:lnTo>
                    <a:pt x="5098" y="27069"/>
                  </a:lnTo>
                  <a:lnTo>
                    <a:pt x="5407" y="26837"/>
                  </a:lnTo>
                  <a:lnTo>
                    <a:pt x="5716" y="26567"/>
                  </a:lnTo>
                  <a:lnTo>
                    <a:pt x="6218" y="26065"/>
                  </a:lnTo>
                  <a:lnTo>
                    <a:pt x="6565" y="25602"/>
                  </a:lnTo>
                  <a:lnTo>
                    <a:pt x="6874" y="25100"/>
                  </a:lnTo>
                  <a:lnTo>
                    <a:pt x="7106" y="24559"/>
                  </a:lnTo>
                  <a:lnTo>
                    <a:pt x="7260" y="23980"/>
                  </a:lnTo>
                  <a:lnTo>
                    <a:pt x="7376" y="24134"/>
                  </a:lnTo>
                  <a:lnTo>
                    <a:pt x="7531" y="24289"/>
                  </a:lnTo>
                  <a:lnTo>
                    <a:pt x="7685" y="24405"/>
                  </a:lnTo>
                  <a:lnTo>
                    <a:pt x="7878" y="24520"/>
                  </a:lnTo>
                  <a:lnTo>
                    <a:pt x="7955" y="24559"/>
                  </a:lnTo>
                  <a:lnTo>
                    <a:pt x="8033" y="24520"/>
                  </a:lnTo>
                  <a:lnTo>
                    <a:pt x="8110" y="24482"/>
                  </a:lnTo>
                  <a:lnTo>
                    <a:pt x="8110" y="24366"/>
                  </a:lnTo>
                  <a:lnTo>
                    <a:pt x="8149" y="23787"/>
                  </a:lnTo>
                  <a:lnTo>
                    <a:pt x="8149" y="23208"/>
                  </a:lnTo>
                  <a:lnTo>
                    <a:pt x="8071" y="22628"/>
                  </a:lnTo>
                  <a:lnTo>
                    <a:pt x="7955" y="22049"/>
                  </a:lnTo>
                  <a:lnTo>
                    <a:pt x="8535" y="22049"/>
                  </a:lnTo>
                  <a:lnTo>
                    <a:pt x="8651" y="22010"/>
                  </a:lnTo>
                  <a:lnTo>
                    <a:pt x="8728" y="21972"/>
                  </a:lnTo>
                  <a:lnTo>
                    <a:pt x="8766" y="21933"/>
                  </a:lnTo>
                  <a:lnTo>
                    <a:pt x="8766" y="21895"/>
                  </a:lnTo>
                  <a:lnTo>
                    <a:pt x="8844" y="21006"/>
                  </a:lnTo>
                  <a:lnTo>
                    <a:pt x="8921" y="20543"/>
                  </a:lnTo>
                  <a:lnTo>
                    <a:pt x="8998" y="20118"/>
                  </a:lnTo>
                  <a:lnTo>
                    <a:pt x="9153" y="20118"/>
                  </a:lnTo>
                  <a:lnTo>
                    <a:pt x="9577" y="20041"/>
                  </a:lnTo>
                  <a:lnTo>
                    <a:pt x="9963" y="19964"/>
                  </a:lnTo>
                  <a:lnTo>
                    <a:pt x="10311" y="19809"/>
                  </a:lnTo>
                  <a:lnTo>
                    <a:pt x="10659" y="19655"/>
                  </a:lnTo>
                  <a:lnTo>
                    <a:pt x="10157" y="20389"/>
                  </a:lnTo>
                  <a:lnTo>
                    <a:pt x="9616" y="21161"/>
                  </a:lnTo>
                  <a:lnTo>
                    <a:pt x="9577" y="21238"/>
                  </a:lnTo>
                  <a:lnTo>
                    <a:pt x="9616" y="21354"/>
                  </a:lnTo>
                  <a:lnTo>
                    <a:pt x="9963" y="22049"/>
                  </a:lnTo>
                  <a:lnTo>
                    <a:pt x="10272" y="22783"/>
                  </a:lnTo>
                  <a:lnTo>
                    <a:pt x="10581" y="23516"/>
                  </a:lnTo>
                  <a:lnTo>
                    <a:pt x="10813" y="24250"/>
                  </a:lnTo>
                  <a:lnTo>
                    <a:pt x="10890" y="24327"/>
                  </a:lnTo>
                  <a:lnTo>
                    <a:pt x="11006" y="24405"/>
                  </a:lnTo>
                  <a:lnTo>
                    <a:pt x="11122" y="24405"/>
                  </a:lnTo>
                  <a:lnTo>
                    <a:pt x="11199" y="24289"/>
                  </a:lnTo>
                  <a:lnTo>
                    <a:pt x="13130" y="21740"/>
                  </a:lnTo>
                  <a:lnTo>
                    <a:pt x="14095" y="20389"/>
                  </a:lnTo>
                  <a:lnTo>
                    <a:pt x="14520" y="19732"/>
                  </a:lnTo>
                  <a:lnTo>
                    <a:pt x="14945" y="19037"/>
                  </a:lnTo>
                  <a:lnTo>
                    <a:pt x="14983" y="18960"/>
                  </a:lnTo>
                  <a:lnTo>
                    <a:pt x="14945" y="18883"/>
                  </a:lnTo>
                  <a:lnTo>
                    <a:pt x="14790" y="18535"/>
                  </a:lnTo>
                  <a:lnTo>
                    <a:pt x="14597" y="18149"/>
                  </a:lnTo>
                  <a:lnTo>
                    <a:pt x="14288" y="17454"/>
                  </a:lnTo>
                  <a:lnTo>
                    <a:pt x="13786" y="16180"/>
                  </a:lnTo>
                  <a:lnTo>
                    <a:pt x="14211" y="15369"/>
                  </a:lnTo>
                  <a:lnTo>
                    <a:pt x="14674" y="14558"/>
                  </a:lnTo>
                  <a:lnTo>
                    <a:pt x="15061" y="13708"/>
                  </a:lnTo>
                  <a:lnTo>
                    <a:pt x="15447" y="12897"/>
                  </a:lnTo>
                  <a:lnTo>
                    <a:pt x="16065" y="11391"/>
                  </a:lnTo>
                  <a:lnTo>
                    <a:pt x="16644" y="9885"/>
                  </a:lnTo>
                  <a:lnTo>
                    <a:pt x="17146" y="8341"/>
                  </a:lnTo>
                  <a:lnTo>
                    <a:pt x="17609" y="6796"/>
                  </a:lnTo>
                  <a:lnTo>
                    <a:pt x="17995" y="5213"/>
                  </a:lnTo>
                  <a:lnTo>
                    <a:pt x="18382" y="3630"/>
                  </a:lnTo>
                  <a:lnTo>
                    <a:pt x="18729" y="2047"/>
                  </a:lnTo>
                  <a:lnTo>
                    <a:pt x="19038" y="463"/>
                  </a:lnTo>
                  <a:lnTo>
                    <a:pt x="19038" y="386"/>
                  </a:lnTo>
                  <a:lnTo>
                    <a:pt x="18999" y="309"/>
                  </a:lnTo>
                  <a:lnTo>
                    <a:pt x="18999" y="232"/>
                  </a:lnTo>
                  <a:lnTo>
                    <a:pt x="18999" y="77"/>
                  </a:lnTo>
                  <a:lnTo>
                    <a:pt x="18961" y="39"/>
                  </a:lnTo>
                  <a:lnTo>
                    <a:pt x="1888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3" name="Google Shape;3223;p15"/>
            <p:cNvSpPr/>
            <p:nvPr/>
          </p:nvSpPr>
          <p:spPr>
            <a:xfrm>
              <a:off x="5947325" y="1038225"/>
              <a:ext cx="458575" cy="289650"/>
            </a:xfrm>
            <a:custGeom>
              <a:avLst/>
              <a:gdLst/>
              <a:ahLst/>
              <a:cxnLst/>
              <a:rect l="l" t="t" r="r" b="b"/>
              <a:pathLst>
                <a:path w="18343" h="11586" extrusionOk="0">
                  <a:moveTo>
                    <a:pt x="17068" y="387"/>
                  </a:moveTo>
                  <a:lnTo>
                    <a:pt x="17145" y="426"/>
                  </a:lnTo>
                  <a:lnTo>
                    <a:pt x="17223" y="503"/>
                  </a:lnTo>
                  <a:lnTo>
                    <a:pt x="17300" y="735"/>
                  </a:lnTo>
                  <a:lnTo>
                    <a:pt x="17377" y="928"/>
                  </a:lnTo>
                  <a:lnTo>
                    <a:pt x="17377" y="1121"/>
                  </a:lnTo>
                  <a:lnTo>
                    <a:pt x="17338" y="1314"/>
                  </a:lnTo>
                  <a:lnTo>
                    <a:pt x="17223" y="1546"/>
                  </a:lnTo>
                  <a:lnTo>
                    <a:pt x="16952" y="1893"/>
                  </a:lnTo>
                  <a:lnTo>
                    <a:pt x="16721" y="2125"/>
                  </a:lnTo>
                  <a:lnTo>
                    <a:pt x="16450" y="2356"/>
                  </a:lnTo>
                  <a:lnTo>
                    <a:pt x="16180" y="2550"/>
                  </a:lnTo>
                  <a:lnTo>
                    <a:pt x="15871" y="2665"/>
                  </a:lnTo>
                  <a:lnTo>
                    <a:pt x="15871" y="2086"/>
                  </a:lnTo>
                  <a:lnTo>
                    <a:pt x="15910" y="1777"/>
                  </a:lnTo>
                  <a:lnTo>
                    <a:pt x="15948" y="1468"/>
                  </a:lnTo>
                  <a:lnTo>
                    <a:pt x="16025" y="1198"/>
                  </a:lnTo>
                  <a:lnTo>
                    <a:pt x="16180" y="928"/>
                  </a:lnTo>
                  <a:lnTo>
                    <a:pt x="16334" y="696"/>
                  </a:lnTo>
                  <a:lnTo>
                    <a:pt x="16605" y="503"/>
                  </a:lnTo>
                  <a:lnTo>
                    <a:pt x="16836" y="426"/>
                  </a:lnTo>
                  <a:lnTo>
                    <a:pt x="16991" y="387"/>
                  </a:lnTo>
                  <a:close/>
                  <a:moveTo>
                    <a:pt x="14597" y="2974"/>
                  </a:moveTo>
                  <a:lnTo>
                    <a:pt x="14867" y="3013"/>
                  </a:lnTo>
                  <a:lnTo>
                    <a:pt x="15137" y="3090"/>
                  </a:lnTo>
                  <a:lnTo>
                    <a:pt x="15099" y="3206"/>
                  </a:lnTo>
                  <a:lnTo>
                    <a:pt x="14713" y="3515"/>
                  </a:lnTo>
                  <a:lnTo>
                    <a:pt x="14288" y="3747"/>
                  </a:lnTo>
                  <a:lnTo>
                    <a:pt x="14056" y="3862"/>
                  </a:lnTo>
                  <a:lnTo>
                    <a:pt x="13786" y="3940"/>
                  </a:lnTo>
                  <a:lnTo>
                    <a:pt x="13477" y="4017"/>
                  </a:lnTo>
                  <a:lnTo>
                    <a:pt x="13052" y="4017"/>
                  </a:lnTo>
                  <a:lnTo>
                    <a:pt x="12975" y="3940"/>
                  </a:lnTo>
                  <a:lnTo>
                    <a:pt x="12975" y="3862"/>
                  </a:lnTo>
                  <a:lnTo>
                    <a:pt x="12975" y="3708"/>
                  </a:lnTo>
                  <a:lnTo>
                    <a:pt x="13014" y="3476"/>
                  </a:lnTo>
                  <a:lnTo>
                    <a:pt x="13052" y="3360"/>
                  </a:lnTo>
                  <a:lnTo>
                    <a:pt x="13207" y="3245"/>
                  </a:lnTo>
                  <a:lnTo>
                    <a:pt x="13400" y="3167"/>
                  </a:lnTo>
                  <a:lnTo>
                    <a:pt x="13709" y="3052"/>
                  </a:lnTo>
                  <a:lnTo>
                    <a:pt x="14018" y="3013"/>
                  </a:lnTo>
                  <a:lnTo>
                    <a:pt x="14326" y="2974"/>
                  </a:lnTo>
                  <a:close/>
                  <a:moveTo>
                    <a:pt x="15678" y="3283"/>
                  </a:moveTo>
                  <a:lnTo>
                    <a:pt x="16334" y="3476"/>
                  </a:lnTo>
                  <a:lnTo>
                    <a:pt x="16643" y="3554"/>
                  </a:lnTo>
                  <a:lnTo>
                    <a:pt x="16991" y="3669"/>
                  </a:lnTo>
                  <a:lnTo>
                    <a:pt x="17261" y="3824"/>
                  </a:lnTo>
                  <a:lnTo>
                    <a:pt x="17531" y="4017"/>
                  </a:lnTo>
                  <a:lnTo>
                    <a:pt x="17725" y="4287"/>
                  </a:lnTo>
                  <a:lnTo>
                    <a:pt x="17802" y="4403"/>
                  </a:lnTo>
                  <a:lnTo>
                    <a:pt x="17879" y="4596"/>
                  </a:lnTo>
                  <a:lnTo>
                    <a:pt x="17918" y="4789"/>
                  </a:lnTo>
                  <a:lnTo>
                    <a:pt x="17879" y="4944"/>
                  </a:lnTo>
                  <a:lnTo>
                    <a:pt x="17802" y="5059"/>
                  </a:lnTo>
                  <a:lnTo>
                    <a:pt x="17647" y="5137"/>
                  </a:lnTo>
                  <a:lnTo>
                    <a:pt x="17493" y="5175"/>
                  </a:lnTo>
                  <a:lnTo>
                    <a:pt x="17338" y="5175"/>
                  </a:lnTo>
                  <a:lnTo>
                    <a:pt x="17145" y="5137"/>
                  </a:lnTo>
                  <a:lnTo>
                    <a:pt x="16991" y="5059"/>
                  </a:lnTo>
                  <a:lnTo>
                    <a:pt x="16643" y="4789"/>
                  </a:lnTo>
                  <a:lnTo>
                    <a:pt x="16373" y="4480"/>
                  </a:lnTo>
                  <a:lnTo>
                    <a:pt x="16180" y="4210"/>
                  </a:lnTo>
                  <a:lnTo>
                    <a:pt x="15987" y="3901"/>
                  </a:lnTo>
                  <a:lnTo>
                    <a:pt x="15832" y="3592"/>
                  </a:lnTo>
                  <a:lnTo>
                    <a:pt x="15678" y="3283"/>
                  </a:lnTo>
                  <a:close/>
                  <a:moveTo>
                    <a:pt x="4634" y="542"/>
                  </a:moveTo>
                  <a:lnTo>
                    <a:pt x="5252" y="580"/>
                  </a:lnTo>
                  <a:lnTo>
                    <a:pt x="5831" y="696"/>
                  </a:lnTo>
                  <a:lnTo>
                    <a:pt x="6410" y="850"/>
                  </a:lnTo>
                  <a:lnTo>
                    <a:pt x="6990" y="1121"/>
                  </a:lnTo>
                  <a:lnTo>
                    <a:pt x="7492" y="1430"/>
                  </a:lnTo>
                  <a:lnTo>
                    <a:pt x="7916" y="1739"/>
                  </a:lnTo>
                  <a:lnTo>
                    <a:pt x="8303" y="2086"/>
                  </a:lnTo>
                  <a:lnTo>
                    <a:pt x="8650" y="2472"/>
                  </a:lnTo>
                  <a:lnTo>
                    <a:pt x="8959" y="2858"/>
                  </a:lnTo>
                  <a:lnTo>
                    <a:pt x="9538" y="3669"/>
                  </a:lnTo>
                  <a:lnTo>
                    <a:pt x="10156" y="4480"/>
                  </a:lnTo>
                  <a:lnTo>
                    <a:pt x="10388" y="4828"/>
                  </a:lnTo>
                  <a:lnTo>
                    <a:pt x="10697" y="5137"/>
                  </a:lnTo>
                  <a:lnTo>
                    <a:pt x="11006" y="5446"/>
                  </a:lnTo>
                  <a:lnTo>
                    <a:pt x="11353" y="5677"/>
                  </a:lnTo>
                  <a:lnTo>
                    <a:pt x="11701" y="5870"/>
                  </a:lnTo>
                  <a:lnTo>
                    <a:pt x="12125" y="5986"/>
                  </a:lnTo>
                  <a:lnTo>
                    <a:pt x="12512" y="6025"/>
                  </a:lnTo>
                  <a:lnTo>
                    <a:pt x="12975" y="5986"/>
                  </a:lnTo>
                  <a:lnTo>
                    <a:pt x="13322" y="5870"/>
                  </a:lnTo>
                  <a:lnTo>
                    <a:pt x="13631" y="5755"/>
                  </a:lnTo>
                  <a:lnTo>
                    <a:pt x="13902" y="5600"/>
                  </a:lnTo>
                  <a:lnTo>
                    <a:pt x="14172" y="5407"/>
                  </a:lnTo>
                  <a:lnTo>
                    <a:pt x="14404" y="5214"/>
                  </a:lnTo>
                  <a:lnTo>
                    <a:pt x="14597" y="4982"/>
                  </a:lnTo>
                  <a:lnTo>
                    <a:pt x="14828" y="4712"/>
                  </a:lnTo>
                  <a:lnTo>
                    <a:pt x="14983" y="4442"/>
                  </a:lnTo>
                  <a:lnTo>
                    <a:pt x="14751" y="5253"/>
                  </a:lnTo>
                  <a:lnTo>
                    <a:pt x="14442" y="5986"/>
                  </a:lnTo>
                  <a:lnTo>
                    <a:pt x="14056" y="6720"/>
                  </a:lnTo>
                  <a:lnTo>
                    <a:pt x="13593" y="7415"/>
                  </a:lnTo>
                  <a:lnTo>
                    <a:pt x="13091" y="8071"/>
                  </a:lnTo>
                  <a:lnTo>
                    <a:pt x="12512" y="8651"/>
                  </a:lnTo>
                  <a:lnTo>
                    <a:pt x="11894" y="9191"/>
                  </a:lnTo>
                  <a:lnTo>
                    <a:pt x="11199" y="9693"/>
                  </a:lnTo>
                  <a:lnTo>
                    <a:pt x="10697" y="10002"/>
                  </a:lnTo>
                  <a:lnTo>
                    <a:pt x="10156" y="10272"/>
                  </a:lnTo>
                  <a:lnTo>
                    <a:pt x="9615" y="10466"/>
                  </a:lnTo>
                  <a:lnTo>
                    <a:pt x="9075" y="10659"/>
                  </a:lnTo>
                  <a:lnTo>
                    <a:pt x="8496" y="10774"/>
                  </a:lnTo>
                  <a:lnTo>
                    <a:pt x="7955" y="10890"/>
                  </a:lnTo>
                  <a:lnTo>
                    <a:pt x="7376" y="10929"/>
                  </a:lnTo>
                  <a:lnTo>
                    <a:pt x="6835" y="10929"/>
                  </a:lnTo>
                  <a:lnTo>
                    <a:pt x="6256" y="10890"/>
                  </a:lnTo>
                  <a:lnTo>
                    <a:pt x="5715" y="10774"/>
                  </a:lnTo>
                  <a:lnTo>
                    <a:pt x="5175" y="10620"/>
                  </a:lnTo>
                  <a:lnTo>
                    <a:pt x="4634" y="10466"/>
                  </a:lnTo>
                  <a:lnTo>
                    <a:pt x="4132" y="10195"/>
                  </a:lnTo>
                  <a:lnTo>
                    <a:pt x="3630" y="9925"/>
                  </a:lnTo>
                  <a:lnTo>
                    <a:pt x="3128" y="9577"/>
                  </a:lnTo>
                  <a:lnTo>
                    <a:pt x="2665" y="9191"/>
                  </a:lnTo>
                  <a:lnTo>
                    <a:pt x="2201" y="8767"/>
                  </a:lnTo>
                  <a:lnTo>
                    <a:pt x="1777" y="8303"/>
                  </a:lnTo>
                  <a:lnTo>
                    <a:pt x="1429" y="7801"/>
                  </a:lnTo>
                  <a:lnTo>
                    <a:pt x="1082" y="7261"/>
                  </a:lnTo>
                  <a:lnTo>
                    <a:pt x="811" y="6720"/>
                  </a:lnTo>
                  <a:lnTo>
                    <a:pt x="618" y="6141"/>
                  </a:lnTo>
                  <a:lnTo>
                    <a:pt x="464" y="5523"/>
                  </a:lnTo>
                  <a:lnTo>
                    <a:pt x="425" y="4905"/>
                  </a:lnTo>
                  <a:lnTo>
                    <a:pt x="464" y="4287"/>
                  </a:lnTo>
                  <a:lnTo>
                    <a:pt x="618" y="3708"/>
                  </a:lnTo>
                  <a:lnTo>
                    <a:pt x="811" y="3129"/>
                  </a:lnTo>
                  <a:lnTo>
                    <a:pt x="1120" y="2588"/>
                  </a:lnTo>
                  <a:lnTo>
                    <a:pt x="1468" y="2086"/>
                  </a:lnTo>
                  <a:lnTo>
                    <a:pt x="1892" y="1661"/>
                  </a:lnTo>
                  <a:lnTo>
                    <a:pt x="2356" y="1275"/>
                  </a:lnTo>
                  <a:lnTo>
                    <a:pt x="2896" y="1005"/>
                  </a:lnTo>
                  <a:lnTo>
                    <a:pt x="3476" y="773"/>
                  </a:lnTo>
                  <a:lnTo>
                    <a:pt x="4055" y="619"/>
                  </a:lnTo>
                  <a:lnTo>
                    <a:pt x="4634" y="542"/>
                  </a:lnTo>
                  <a:close/>
                  <a:moveTo>
                    <a:pt x="16875" y="1"/>
                  </a:moveTo>
                  <a:lnTo>
                    <a:pt x="16682" y="40"/>
                  </a:lnTo>
                  <a:lnTo>
                    <a:pt x="16450" y="155"/>
                  </a:lnTo>
                  <a:lnTo>
                    <a:pt x="16257" y="271"/>
                  </a:lnTo>
                  <a:lnTo>
                    <a:pt x="16103" y="426"/>
                  </a:lnTo>
                  <a:lnTo>
                    <a:pt x="15948" y="580"/>
                  </a:lnTo>
                  <a:lnTo>
                    <a:pt x="15832" y="773"/>
                  </a:lnTo>
                  <a:lnTo>
                    <a:pt x="15717" y="1005"/>
                  </a:lnTo>
                  <a:lnTo>
                    <a:pt x="15601" y="1237"/>
                  </a:lnTo>
                  <a:lnTo>
                    <a:pt x="15485" y="1739"/>
                  </a:lnTo>
                  <a:lnTo>
                    <a:pt x="15446" y="2279"/>
                  </a:lnTo>
                  <a:lnTo>
                    <a:pt x="15485" y="2820"/>
                  </a:lnTo>
                  <a:lnTo>
                    <a:pt x="15369" y="2820"/>
                  </a:lnTo>
                  <a:lnTo>
                    <a:pt x="15330" y="2858"/>
                  </a:lnTo>
                  <a:lnTo>
                    <a:pt x="14906" y="2743"/>
                  </a:lnTo>
                  <a:lnTo>
                    <a:pt x="14442" y="2665"/>
                  </a:lnTo>
                  <a:lnTo>
                    <a:pt x="13979" y="2665"/>
                  </a:lnTo>
                  <a:lnTo>
                    <a:pt x="13516" y="2743"/>
                  </a:lnTo>
                  <a:lnTo>
                    <a:pt x="13168" y="2858"/>
                  </a:lnTo>
                  <a:lnTo>
                    <a:pt x="12975" y="2974"/>
                  </a:lnTo>
                  <a:lnTo>
                    <a:pt x="12782" y="3090"/>
                  </a:lnTo>
                  <a:lnTo>
                    <a:pt x="12627" y="3206"/>
                  </a:lnTo>
                  <a:lnTo>
                    <a:pt x="12512" y="3360"/>
                  </a:lnTo>
                  <a:lnTo>
                    <a:pt x="12396" y="3554"/>
                  </a:lnTo>
                  <a:lnTo>
                    <a:pt x="12396" y="3747"/>
                  </a:lnTo>
                  <a:lnTo>
                    <a:pt x="12396" y="3940"/>
                  </a:lnTo>
                  <a:lnTo>
                    <a:pt x="12473" y="4094"/>
                  </a:lnTo>
                  <a:lnTo>
                    <a:pt x="12627" y="4210"/>
                  </a:lnTo>
                  <a:lnTo>
                    <a:pt x="12782" y="4287"/>
                  </a:lnTo>
                  <a:lnTo>
                    <a:pt x="12975" y="4364"/>
                  </a:lnTo>
                  <a:lnTo>
                    <a:pt x="13168" y="4403"/>
                  </a:lnTo>
                  <a:lnTo>
                    <a:pt x="13516" y="4364"/>
                  </a:lnTo>
                  <a:lnTo>
                    <a:pt x="13863" y="4326"/>
                  </a:lnTo>
                  <a:lnTo>
                    <a:pt x="14211" y="4210"/>
                  </a:lnTo>
                  <a:lnTo>
                    <a:pt x="14520" y="4017"/>
                  </a:lnTo>
                  <a:lnTo>
                    <a:pt x="14828" y="3824"/>
                  </a:lnTo>
                  <a:lnTo>
                    <a:pt x="14597" y="4287"/>
                  </a:lnTo>
                  <a:lnTo>
                    <a:pt x="14288" y="4673"/>
                  </a:lnTo>
                  <a:lnTo>
                    <a:pt x="14133" y="4866"/>
                  </a:lnTo>
                  <a:lnTo>
                    <a:pt x="13940" y="5021"/>
                  </a:lnTo>
                  <a:lnTo>
                    <a:pt x="13709" y="5175"/>
                  </a:lnTo>
                  <a:lnTo>
                    <a:pt x="13516" y="5291"/>
                  </a:lnTo>
                  <a:lnTo>
                    <a:pt x="13129" y="5446"/>
                  </a:lnTo>
                  <a:lnTo>
                    <a:pt x="12743" y="5523"/>
                  </a:lnTo>
                  <a:lnTo>
                    <a:pt x="12396" y="5523"/>
                  </a:lnTo>
                  <a:lnTo>
                    <a:pt x="12048" y="5446"/>
                  </a:lnTo>
                  <a:lnTo>
                    <a:pt x="11739" y="5330"/>
                  </a:lnTo>
                  <a:lnTo>
                    <a:pt x="11430" y="5137"/>
                  </a:lnTo>
                  <a:lnTo>
                    <a:pt x="11121" y="4905"/>
                  </a:lnTo>
                  <a:lnTo>
                    <a:pt x="10851" y="4635"/>
                  </a:lnTo>
                  <a:lnTo>
                    <a:pt x="10542" y="4210"/>
                  </a:lnTo>
                  <a:lnTo>
                    <a:pt x="10195" y="3785"/>
                  </a:lnTo>
                  <a:lnTo>
                    <a:pt x="9615" y="2936"/>
                  </a:lnTo>
                  <a:lnTo>
                    <a:pt x="9307" y="2511"/>
                  </a:lnTo>
                  <a:lnTo>
                    <a:pt x="8959" y="2086"/>
                  </a:lnTo>
                  <a:lnTo>
                    <a:pt x="8573" y="1700"/>
                  </a:lnTo>
                  <a:lnTo>
                    <a:pt x="8187" y="1352"/>
                  </a:lnTo>
                  <a:lnTo>
                    <a:pt x="7646" y="966"/>
                  </a:lnTo>
                  <a:lnTo>
                    <a:pt x="7105" y="657"/>
                  </a:lnTo>
                  <a:lnTo>
                    <a:pt x="6526" y="426"/>
                  </a:lnTo>
                  <a:lnTo>
                    <a:pt x="5947" y="271"/>
                  </a:lnTo>
                  <a:lnTo>
                    <a:pt x="5329" y="155"/>
                  </a:lnTo>
                  <a:lnTo>
                    <a:pt x="4750" y="117"/>
                  </a:lnTo>
                  <a:lnTo>
                    <a:pt x="4132" y="155"/>
                  </a:lnTo>
                  <a:lnTo>
                    <a:pt x="3553" y="271"/>
                  </a:lnTo>
                  <a:lnTo>
                    <a:pt x="3283" y="348"/>
                  </a:lnTo>
                  <a:lnTo>
                    <a:pt x="2935" y="464"/>
                  </a:lnTo>
                  <a:lnTo>
                    <a:pt x="2588" y="619"/>
                  </a:lnTo>
                  <a:lnTo>
                    <a:pt x="2279" y="812"/>
                  </a:lnTo>
                  <a:lnTo>
                    <a:pt x="1931" y="1005"/>
                  </a:lnTo>
                  <a:lnTo>
                    <a:pt x="1661" y="1275"/>
                  </a:lnTo>
                  <a:lnTo>
                    <a:pt x="1352" y="1546"/>
                  </a:lnTo>
                  <a:lnTo>
                    <a:pt x="1082" y="1854"/>
                  </a:lnTo>
                  <a:lnTo>
                    <a:pt x="850" y="2163"/>
                  </a:lnTo>
                  <a:lnTo>
                    <a:pt x="541" y="2665"/>
                  </a:lnTo>
                  <a:lnTo>
                    <a:pt x="309" y="3167"/>
                  </a:lnTo>
                  <a:lnTo>
                    <a:pt x="155" y="3669"/>
                  </a:lnTo>
                  <a:lnTo>
                    <a:pt x="78" y="4171"/>
                  </a:lnTo>
                  <a:lnTo>
                    <a:pt x="0" y="4712"/>
                  </a:lnTo>
                  <a:lnTo>
                    <a:pt x="39" y="5214"/>
                  </a:lnTo>
                  <a:lnTo>
                    <a:pt x="78" y="5716"/>
                  </a:lnTo>
                  <a:lnTo>
                    <a:pt x="193" y="6218"/>
                  </a:lnTo>
                  <a:lnTo>
                    <a:pt x="386" y="6720"/>
                  </a:lnTo>
                  <a:lnTo>
                    <a:pt x="580" y="7222"/>
                  </a:lnTo>
                  <a:lnTo>
                    <a:pt x="811" y="7685"/>
                  </a:lnTo>
                  <a:lnTo>
                    <a:pt x="1082" y="8110"/>
                  </a:lnTo>
                  <a:lnTo>
                    <a:pt x="1429" y="8573"/>
                  </a:lnTo>
                  <a:lnTo>
                    <a:pt x="1777" y="8960"/>
                  </a:lnTo>
                  <a:lnTo>
                    <a:pt x="2124" y="9384"/>
                  </a:lnTo>
                  <a:lnTo>
                    <a:pt x="2549" y="9732"/>
                  </a:lnTo>
                  <a:lnTo>
                    <a:pt x="3090" y="10157"/>
                  </a:lnTo>
                  <a:lnTo>
                    <a:pt x="3630" y="10504"/>
                  </a:lnTo>
                  <a:lnTo>
                    <a:pt x="4209" y="10774"/>
                  </a:lnTo>
                  <a:lnTo>
                    <a:pt x="4789" y="11045"/>
                  </a:lnTo>
                  <a:lnTo>
                    <a:pt x="5406" y="11199"/>
                  </a:lnTo>
                  <a:lnTo>
                    <a:pt x="6024" y="11354"/>
                  </a:lnTo>
                  <a:lnTo>
                    <a:pt x="6642" y="11392"/>
                  </a:lnTo>
                  <a:lnTo>
                    <a:pt x="7260" y="11431"/>
                  </a:lnTo>
                  <a:lnTo>
                    <a:pt x="7337" y="11585"/>
                  </a:lnTo>
                  <a:lnTo>
                    <a:pt x="7646" y="11392"/>
                  </a:lnTo>
                  <a:lnTo>
                    <a:pt x="8457" y="11315"/>
                  </a:lnTo>
                  <a:lnTo>
                    <a:pt x="9268" y="11122"/>
                  </a:lnTo>
                  <a:lnTo>
                    <a:pt x="10079" y="10813"/>
                  </a:lnTo>
                  <a:lnTo>
                    <a:pt x="10851" y="10466"/>
                  </a:lnTo>
                  <a:lnTo>
                    <a:pt x="11546" y="10041"/>
                  </a:lnTo>
                  <a:lnTo>
                    <a:pt x="12164" y="9577"/>
                  </a:lnTo>
                  <a:lnTo>
                    <a:pt x="12434" y="9384"/>
                  </a:lnTo>
                  <a:lnTo>
                    <a:pt x="13052" y="8805"/>
                  </a:lnTo>
                  <a:lnTo>
                    <a:pt x="13631" y="8187"/>
                  </a:lnTo>
                  <a:lnTo>
                    <a:pt x="14133" y="7492"/>
                  </a:lnTo>
                  <a:lnTo>
                    <a:pt x="14597" y="6797"/>
                  </a:lnTo>
                  <a:lnTo>
                    <a:pt x="14944" y="6025"/>
                  </a:lnTo>
                  <a:lnTo>
                    <a:pt x="15099" y="5639"/>
                  </a:lnTo>
                  <a:lnTo>
                    <a:pt x="15253" y="5214"/>
                  </a:lnTo>
                  <a:lnTo>
                    <a:pt x="15330" y="4828"/>
                  </a:lnTo>
                  <a:lnTo>
                    <a:pt x="15408" y="4403"/>
                  </a:lnTo>
                  <a:lnTo>
                    <a:pt x="15485" y="4017"/>
                  </a:lnTo>
                  <a:lnTo>
                    <a:pt x="15485" y="3592"/>
                  </a:lnTo>
                  <a:lnTo>
                    <a:pt x="15678" y="4056"/>
                  </a:lnTo>
                  <a:lnTo>
                    <a:pt x="15948" y="4480"/>
                  </a:lnTo>
                  <a:lnTo>
                    <a:pt x="16257" y="4866"/>
                  </a:lnTo>
                  <a:lnTo>
                    <a:pt x="16605" y="5214"/>
                  </a:lnTo>
                  <a:lnTo>
                    <a:pt x="16759" y="5368"/>
                  </a:lnTo>
                  <a:lnTo>
                    <a:pt x="16991" y="5484"/>
                  </a:lnTo>
                  <a:lnTo>
                    <a:pt x="17184" y="5561"/>
                  </a:lnTo>
                  <a:lnTo>
                    <a:pt x="17416" y="5639"/>
                  </a:lnTo>
                  <a:lnTo>
                    <a:pt x="17609" y="5677"/>
                  </a:lnTo>
                  <a:lnTo>
                    <a:pt x="17840" y="5639"/>
                  </a:lnTo>
                  <a:lnTo>
                    <a:pt x="18033" y="5523"/>
                  </a:lnTo>
                  <a:lnTo>
                    <a:pt x="18188" y="5330"/>
                  </a:lnTo>
                  <a:lnTo>
                    <a:pt x="18304" y="5137"/>
                  </a:lnTo>
                  <a:lnTo>
                    <a:pt x="18342" y="4944"/>
                  </a:lnTo>
                  <a:lnTo>
                    <a:pt x="18304" y="4712"/>
                  </a:lnTo>
                  <a:lnTo>
                    <a:pt x="18265" y="4519"/>
                  </a:lnTo>
                  <a:lnTo>
                    <a:pt x="18188" y="4287"/>
                  </a:lnTo>
                  <a:lnTo>
                    <a:pt x="18072" y="4133"/>
                  </a:lnTo>
                  <a:lnTo>
                    <a:pt x="17956" y="3940"/>
                  </a:lnTo>
                  <a:lnTo>
                    <a:pt x="17802" y="3785"/>
                  </a:lnTo>
                  <a:lnTo>
                    <a:pt x="17647" y="3631"/>
                  </a:lnTo>
                  <a:lnTo>
                    <a:pt x="17416" y="3476"/>
                  </a:lnTo>
                  <a:lnTo>
                    <a:pt x="16952" y="3245"/>
                  </a:lnTo>
                  <a:lnTo>
                    <a:pt x="16489" y="3052"/>
                  </a:lnTo>
                  <a:lnTo>
                    <a:pt x="15987" y="2936"/>
                  </a:lnTo>
                  <a:lnTo>
                    <a:pt x="16412" y="2781"/>
                  </a:lnTo>
                  <a:lnTo>
                    <a:pt x="16836" y="2511"/>
                  </a:lnTo>
                  <a:lnTo>
                    <a:pt x="17184" y="2202"/>
                  </a:lnTo>
                  <a:lnTo>
                    <a:pt x="17493" y="1816"/>
                  </a:lnTo>
                  <a:lnTo>
                    <a:pt x="17609" y="1584"/>
                  </a:lnTo>
                  <a:lnTo>
                    <a:pt x="17725" y="1352"/>
                  </a:lnTo>
                  <a:lnTo>
                    <a:pt x="17763" y="1082"/>
                  </a:lnTo>
                  <a:lnTo>
                    <a:pt x="17802" y="850"/>
                  </a:lnTo>
                  <a:lnTo>
                    <a:pt x="17802" y="580"/>
                  </a:lnTo>
                  <a:lnTo>
                    <a:pt x="17725" y="387"/>
                  </a:lnTo>
                  <a:lnTo>
                    <a:pt x="17570" y="194"/>
                  </a:lnTo>
                  <a:lnTo>
                    <a:pt x="17454" y="117"/>
                  </a:lnTo>
                  <a:lnTo>
                    <a:pt x="17338" y="40"/>
                  </a:lnTo>
                  <a:lnTo>
                    <a:pt x="171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4" name="Google Shape;3224;p15"/>
            <p:cNvSpPr/>
            <p:nvPr/>
          </p:nvSpPr>
          <p:spPr>
            <a:xfrm>
              <a:off x="5978200" y="1074925"/>
              <a:ext cx="144850" cy="162200"/>
            </a:xfrm>
            <a:custGeom>
              <a:avLst/>
              <a:gdLst/>
              <a:ahLst/>
              <a:cxnLst/>
              <a:rect l="l" t="t" r="r" b="b"/>
              <a:pathLst>
                <a:path w="5794" h="6488" extrusionOk="0">
                  <a:moveTo>
                    <a:pt x="2241" y="425"/>
                  </a:moveTo>
                  <a:lnTo>
                    <a:pt x="2781" y="464"/>
                  </a:lnTo>
                  <a:lnTo>
                    <a:pt x="3283" y="580"/>
                  </a:lnTo>
                  <a:lnTo>
                    <a:pt x="3747" y="734"/>
                  </a:lnTo>
                  <a:lnTo>
                    <a:pt x="4171" y="1004"/>
                  </a:lnTo>
                  <a:lnTo>
                    <a:pt x="4558" y="1313"/>
                  </a:lnTo>
                  <a:lnTo>
                    <a:pt x="4751" y="1506"/>
                  </a:lnTo>
                  <a:lnTo>
                    <a:pt x="4905" y="1738"/>
                  </a:lnTo>
                  <a:lnTo>
                    <a:pt x="5021" y="1931"/>
                  </a:lnTo>
                  <a:lnTo>
                    <a:pt x="5137" y="2163"/>
                  </a:lnTo>
                  <a:lnTo>
                    <a:pt x="5214" y="2433"/>
                  </a:lnTo>
                  <a:lnTo>
                    <a:pt x="5291" y="2703"/>
                  </a:lnTo>
                  <a:lnTo>
                    <a:pt x="5330" y="3167"/>
                  </a:lnTo>
                  <a:lnTo>
                    <a:pt x="5330" y="3630"/>
                  </a:lnTo>
                  <a:lnTo>
                    <a:pt x="5214" y="4132"/>
                  </a:lnTo>
                  <a:lnTo>
                    <a:pt x="5021" y="4557"/>
                  </a:lnTo>
                  <a:lnTo>
                    <a:pt x="4789" y="4982"/>
                  </a:lnTo>
                  <a:lnTo>
                    <a:pt x="4480" y="5329"/>
                  </a:lnTo>
                  <a:lnTo>
                    <a:pt x="4287" y="5484"/>
                  </a:lnTo>
                  <a:lnTo>
                    <a:pt x="4094" y="5638"/>
                  </a:lnTo>
                  <a:lnTo>
                    <a:pt x="3901" y="5754"/>
                  </a:lnTo>
                  <a:lnTo>
                    <a:pt x="3669" y="5831"/>
                  </a:lnTo>
                  <a:lnTo>
                    <a:pt x="3360" y="5947"/>
                  </a:lnTo>
                  <a:lnTo>
                    <a:pt x="3090" y="5986"/>
                  </a:lnTo>
                  <a:lnTo>
                    <a:pt x="2820" y="6024"/>
                  </a:lnTo>
                  <a:lnTo>
                    <a:pt x="2550" y="5986"/>
                  </a:lnTo>
                  <a:lnTo>
                    <a:pt x="2279" y="5947"/>
                  </a:lnTo>
                  <a:lnTo>
                    <a:pt x="2048" y="5870"/>
                  </a:lnTo>
                  <a:lnTo>
                    <a:pt x="1855" y="5754"/>
                  </a:lnTo>
                  <a:lnTo>
                    <a:pt x="1623" y="5638"/>
                  </a:lnTo>
                  <a:lnTo>
                    <a:pt x="1430" y="5484"/>
                  </a:lnTo>
                  <a:lnTo>
                    <a:pt x="1275" y="5291"/>
                  </a:lnTo>
                  <a:lnTo>
                    <a:pt x="1082" y="5097"/>
                  </a:lnTo>
                  <a:lnTo>
                    <a:pt x="966" y="4904"/>
                  </a:lnTo>
                  <a:lnTo>
                    <a:pt x="696" y="4441"/>
                  </a:lnTo>
                  <a:lnTo>
                    <a:pt x="542" y="3900"/>
                  </a:lnTo>
                  <a:lnTo>
                    <a:pt x="426" y="3398"/>
                  </a:lnTo>
                  <a:lnTo>
                    <a:pt x="426" y="2858"/>
                  </a:lnTo>
                  <a:lnTo>
                    <a:pt x="503" y="2317"/>
                  </a:lnTo>
                  <a:lnTo>
                    <a:pt x="542" y="2047"/>
                  </a:lnTo>
                  <a:lnTo>
                    <a:pt x="657" y="1815"/>
                  </a:lnTo>
                  <a:lnTo>
                    <a:pt x="735" y="1584"/>
                  </a:lnTo>
                  <a:lnTo>
                    <a:pt x="889" y="1352"/>
                  </a:lnTo>
                  <a:lnTo>
                    <a:pt x="1044" y="1159"/>
                  </a:lnTo>
                  <a:lnTo>
                    <a:pt x="1237" y="1004"/>
                  </a:lnTo>
                  <a:lnTo>
                    <a:pt x="1430" y="811"/>
                  </a:lnTo>
                  <a:lnTo>
                    <a:pt x="1661" y="695"/>
                  </a:lnTo>
                  <a:lnTo>
                    <a:pt x="1893" y="580"/>
                  </a:lnTo>
                  <a:lnTo>
                    <a:pt x="2202" y="502"/>
                  </a:lnTo>
                  <a:lnTo>
                    <a:pt x="2241" y="464"/>
                  </a:lnTo>
                  <a:lnTo>
                    <a:pt x="2241" y="425"/>
                  </a:lnTo>
                  <a:close/>
                  <a:moveTo>
                    <a:pt x="2279" y="0"/>
                  </a:moveTo>
                  <a:lnTo>
                    <a:pt x="1970" y="39"/>
                  </a:lnTo>
                  <a:lnTo>
                    <a:pt x="1893" y="78"/>
                  </a:lnTo>
                  <a:lnTo>
                    <a:pt x="1816" y="116"/>
                  </a:lnTo>
                  <a:lnTo>
                    <a:pt x="1816" y="193"/>
                  </a:lnTo>
                  <a:lnTo>
                    <a:pt x="1816" y="271"/>
                  </a:lnTo>
                  <a:lnTo>
                    <a:pt x="1507" y="348"/>
                  </a:lnTo>
                  <a:lnTo>
                    <a:pt x="1275" y="464"/>
                  </a:lnTo>
                  <a:lnTo>
                    <a:pt x="1044" y="618"/>
                  </a:lnTo>
                  <a:lnTo>
                    <a:pt x="812" y="773"/>
                  </a:lnTo>
                  <a:lnTo>
                    <a:pt x="619" y="966"/>
                  </a:lnTo>
                  <a:lnTo>
                    <a:pt x="464" y="1197"/>
                  </a:lnTo>
                  <a:lnTo>
                    <a:pt x="349" y="1429"/>
                  </a:lnTo>
                  <a:lnTo>
                    <a:pt x="233" y="1661"/>
                  </a:lnTo>
                  <a:lnTo>
                    <a:pt x="117" y="1931"/>
                  </a:lnTo>
                  <a:lnTo>
                    <a:pt x="78" y="2201"/>
                  </a:lnTo>
                  <a:lnTo>
                    <a:pt x="1" y="2781"/>
                  </a:lnTo>
                  <a:lnTo>
                    <a:pt x="1" y="3360"/>
                  </a:lnTo>
                  <a:lnTo>
                    <a:pt x="78" y="3900"/>
                  </a:lnTo>
                  <a:lnTo>
                    <a:pt x="271" y="4518"/>
                  </a:lnTo>
                  <a:lnTo>
                    <a:pt x="387" y="4827"/>
                  </a:lnTo>
                  <a:lnTo>
                    <a:pt x="542" y="5097"/>
                  </a:lnTo>
                  <a:lnTo>
                    <a:pt x="696" y="5329"/>
                  </a:lnTo>
                  <a:lnTo>
                    <a:pt x="851" y="5561"/>
                  </a:lnTo>
                  <a:lnTo>
                    <a:pt x="1082" y="5793"/>
                  </a:lnTo>
                  <a:lnTo>
                    <a:pt x="1275" y="5986"/>
                  </a:lnTo>
                  <a:lnTo>
                    <a:pt x="1507" y="6140"/>
                  </a:lnTo>
                  <a:lnTo>
                    <a:pt x="1739" y="6256"/>
                  </a:lnTo>
                  <a:lnTo>
                    <a:pt x="2009" y="6372"/>
                  </a:lnTo>
                  <a:lnTo>
                    <a:pt x="2279" y="6449"/>
                  </a:lnTo>
                  <a:lnTo>
                    <a:pt x="2588" y="6488"/>
                  </a:lnTo>
                  <a:lnTo>
                    <a:pt x="2897" y="6488"/>
                  </a:lnTo>
                  <a:lnTo>
                    <a:pt x="3206" y="6449"/>
                  </a:lnTo>
                  <a:lnTo>
                    <a:pt x="3554" y="6372"/>
                  </a:lnTo>
                  <a:lnTo>
                    <a:pt x="3862" y="6256"/>
                  </a:lnTo>
                  <a:lnTo>
                    <a:pt x="4133" y="6140"/>
                  </a:lnTo>
                  <a:lnTo>
                    <a:pt x="4403" y="5986"/>
                  </a:lnTo>
                  <a:lnTo>
                    <a:pt x="4635" y="5793"/>
                  </a:lnTo>
                  <a:lnTo>
                    <a:pt x="4866" y="5599"/>
                  </a:lnTo>
                  <a:lnTo>
                    <a:pt x="5060" y="5368"/>
                  </a:lnTo>
                  <a:lnTo>
                    <a:pt x="5214" y="5136"/>
                  </a:lnTo>
                  <a:lnTo>
                    <a:pt x="5368" y="4866"/>
                  </a:lnTo>
                  <a:lnTo>
                    <a:pt x="5523" y="4634"/>
                  </a:lnTo>
                  <a:lnTo>
                    <a:pt x="5639" y="4325"/>
                  </a:lnTo>
                  <a:lnTo>
                    <a:pt x="5716" y="4055"/>
                  </a:lnTo>
                  <a:lnTo>
                    <a:pt x="5755" y="3746"/>
                  </a:lnTo>
                  <a:lnTo>
                    <a:pt x="5793" y="3437"/>
                  </a:lnTo>
                  <a:lnTo>
                    <a:pt x="5793" y="3128"/>
                  </a:lnTo>
                  <a:lnTo>
                    <a:pt x="5793" y="2858"/>
                  </a:lnTo>
                  <a:lnTo>
                    <a:pt x="5716" y="2549"/>
                  </a:lnTo>
                  <a:lnTo>
                    <a:pt x="5639" y="2240"/>
                  </a:lnTo>
                  <a:lnTo>
                    <a:pt x="5523" y="1931"/>
                  </a:lnTo>
                  <a:lnTo>
                    <a:pt x="5368" y="1661"/>
                  </a:lnTo>
                  <a:lnTo>
                    <a:pt x="5214" y="1390"/>
                  </a:lnTo>
                  <a:lnTo>
                    <a:pt x="5021" y="1159"/>
                  </a:lnTo>
                  <a:lnTo>
                    <a:pt x="4828" y="927"/>
                  </a:lnTo>
                  <a:lnTo>
                    <a:pt x="4596" y="734"/>
                  </a:lnTo>
                  <a:lnTo>
                    <a:pt x="4326" y="541"/>
                  </a:lnTo>
                  <a:lnTo>
                    <a:pt x="4094" y="386"/>
                  </a:lnTo>
                  <a:lnTo>
                    <a:pt x="3824" y="271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5" name="Google Shape;3225;p15"/>
            <p:cNvSpPr/>
            <p:nvPr/>
          </p:nvSpPr>
          <p:spPr>
            <a:xfrm>
              <a:off x="5341075" y="1099050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0" y="78"/>
                  </a:lnTo>
                  <a:lnTo>
                    <a:pt x="2510" y="194"/>
                  </a:lnTo>
                  <a:lnTo>
                    <a:pt x="2240" y="310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0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0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9" y="4866"/>
                  </a:lnTo>
                  <a:lnTo>
                    <a:pt x="888" y="4828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7" y="3167"/>
                  </a:lnTo>
                  <a:lnTo>
                    <a:pt x="772" y="2742"/>
                  </a:lnTo>
                  <a:lnTo>
                    <a:pt x="966" y="2318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80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6" name="Google Shape;3226;p15"/>
            <p:cNvSpPr/>
            <p:nvPr/>
          </p:nvSpPr>
          <p:spPr>
            <a:xfrm>
              <a:off x="695700" y="1106775"/>
              <a:ext cx="102350" cy="132275"/>
            </a:xfrm>
            <a:custGeom>
              <a:avLst/>
              <a:gdLst/>
              <a:ahLst/>
              <a:cxnLst/>
              <a:rect l="l" t="t" r="r" b="b"/>
              <a:pathLst>
                <a:path w="4094" h="5291" extrusionOk="0">
                  <a:moveTo>
                    <a:pt x="2279" y="1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4" y="1893"/>
                  </a:lnTo>
                  <a:lnTo>
                    <a:pt x="116" y="2279"/>
                  </a:lnTo>
                  <a:lnTo>
                    <a:pt x="39" y="2665"/>
                  </a:lnTo>
                  <a:lnTo>
                    <a:pt x="0" y="3051"/>
                  </a:lnTo>
                  <a:lnTo>
                    <a:pt x="0" y="3823"/>
                  </a:lnTo>
                  <a:lnTo>
                    <a:pt x="0" y="5291"/>
                  </a:lnTo>
                  <a:lnTo>
                    <a:pt x="425" y="5291"/>
                  </a:lnTo>
                  <a:lnTo>
                    <a:pt x="464" y="4750"/>
                  </a:lnTo>
                  <a:lnTo>
                    <a:pt x="464" y="4210"/>
                  </a:lnTo>
                  <a:lnTo>
                    <a:pt x="464" y="3630"/>
                  </a:lnTo>
                  <a:lnTo>
                    <a:pt x="464" y="3090"/>
                  </a:lnTo>
                  <a:lnTo>
                    <a:pt x="541" y="2549"/>
                  </a:lnTo>
                  <a:lnTo>
                    <a:pt x="657" y="2047"/>
                  </a:lnTo>
                  <a:lnTo>
                    <a:pt x="773" y="1816"/>
                  </a:lnTo>
                  <a:lnTo>
                    <a:pt x="889" y="1545"/>
                  </a:lnTo>
                  <a:lnTo>
                    <a:pt x="1043" y="1352"/>
                  </a:lnTo>
                  <a:lnTo>
                    <a:pt x="1198" y="1120"/>
                  </a:lnTo>
                  <a:lnTo>
                    <a:pt x="1391" y="927"/>
                  </a:lnTo>
                  <a:lnTo>
                    <a:pt x="1622" y="773"/>
                  </a:lnTo>
                  <a:lnTo>
                    <a:pt x="1854" y="657"/>
                  </a:lnTo>
                  <a:lnTo>
                    <a:pt x="2124" y="580"/>
                  </a:lnTo>
                  <a:lnTo>
                    <a:pt x="2433" y="541"/>
                  </a:lnTo>
                  <a:lnTo>
                    <a:pt x="2703" y="541"/>
                  </a:lnTo>
                  <a:lnTo>
                    <a:pt x="2974" y="618"/>
                  </a:lnTo>
                  <a:lnTo>
                    <a:pt x="3205" y="773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2" y="1391"/>
                  </a:lnTo>
                  <a:lnTo>
                    <a:pt x="3669" y="1661"/>
                  </a:lnTo>
                  <a:lnTo>
                    <a:pt x="4094" y="1545"/>
                  </a:lnTo>
                  <a:lnTo>
                    <a:pt x="3978" y="1159"/>
                  </a:lnTo>
                  <a:lnTo>
                    <a:pt x="3823" y="812"/>
                  </a:lnTo>
                  <a:lnTo>
                    <a:pt x="3630" y="503"/>
                  </a:lnTo>
                  <a:lnTo>
                    <a:pt x="3399" y="271"/>
                  </a:lnTo>
                  <a:lnTo>
                    <a:pt x="3244" y="194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7" name="Google Shape;3227;p15"/>
            <p:cNvSpPr/>
            <p:nvPr/>
          </p:nvSpPr>
          <p:spPr>
            <a:xfrm>
              <a:off x="560550" y="1107750"/>
              <a:ext cx="437325" cy="302175"/>
            </a:xfrm>
            <a:custGeom>
              <a:avLst/>
              <a:gdLst/>
              <a:ahLst/>
              <a:cxnLst/>
              <a:rect l="l" t="t" r="r" b="b"/>
              <a:pathLst>
                <a:path w="17493" h="12087" extrusionOk="0">
                  <a:moveTo>
                    <a:pt x="11971" y="502"/>
                  </a:moveTo>
                  <a:lnTo>
                    <a:pt x="12087" y="541"/>
                  </a:lnTo>
                  <a:lnTo>
                    <a:pt x="12203" y="579"/>
                  </a:lnTo>
                  <a:lnTo>
                    <a:pt x="12280" y="657"/>
                  </a:lnTo>
                  <a:lnTo>
                    <a:pt x="12627" y="888"/>
                  </a:lnTo>
                  <a:lnTo>
                    <a:pt x="12898" y="1159"/>
                  </a:lnTo>
                  <a:lnTo>
                    <a:pt x="13129" y="1506"/>
                  </a:lnTo>
                  <a:lnTo>
                    <a:pt x="13322" y="1854"/>
                  </a:lnTo>
                  <a:lnTo>
                    <a:pt x="13477" y="2278"/>
                  </a:lnTo>
                  <a:lnTo>
                    <a:pt x="13593" y="2665"/>
                  </a:lnTo>
                  <a:lnTo>
                    <a:pt x="13824" y="3437"/>
                  </a:lnTo>
                  <a:lnTo>
                    <a:pt x="13824" y="3437"/>
                  </a:lnTo>
                  <a:lnTo>
                    <a:pt x="13091" y="3012"/>
                  </a:lnTo>
                  <a:lnTo>
                    <a:pt x="12705" y="2780"/>
                  </a:lnTo>
                  <a:lnTo>
                    <a:pt x="12357" y="2510"/>
                  </a:lnTo>
                  <a:lnTo>
                    <a:pt x="12010" y="2124"/>
                  </a:lnTo>
                  <a:lnTo>
                    <a:pt x="11817" y="1931"/>
                  </a:lnTo>
                  <a:lnTo>
                    <a:pt x="11662" y="1738"/>
                  </a:lnTo>
                  <a:lnTo>
                    <a:pt x="11508" y="1429"/>
                  </a:lnTo>
                  <a:lnTo>
                    <a:pt x="11430" y="1081"/>
                  </a:lnTo>
                  <a:lnTo>
                    <a:pt x="11662" y="734"/>
                  </a:lnTo>
                  <a:lnTo>
                    <a:pt x="11739" y="618"/>
                  </a:lnTo>
                  <a:lnTo>
                    <a:pt x="11855" y="541"/>
                  </a:lnTo>
                  <a:lnTo>
                    <a:pt x="11971" y="502"/>
                  </a:lnTo>
                  <a:close/>
                  <a:moveTo>
                    <a:pt x="16296" y="1622"/>
                  </a:moveTo>
                  <a:lnTo>
                    <a:pt x="16412" y="1661"/>
                  </a:lnTo>
                  <a:lnTo>
                    <a:pt x="16489" y="1738"/>
                  </a:lnTo>
                  <a:lnTo>
                    <a:pt x="16566" y="1854"/>
                  </a:lnTo>
                  <a:lnTo>
                    <a:pt x="16605" y="1970"/>
                  </a:lnTo>
                  <a:lnTo>
                    <a:pt x="16643" y="2163"/>
                  </a:lnTo>
                  <a:lnTo>
                    <a:pt x="16643" y="2356"/>
                  </a:lnTo>
                  <a:lnTo>
                    <a:pt x="16605" y="2510"/>
                  </a:lnTo>
                  <a:lnTo>
                    <a:pt x="16528" y="2665"/>
                  </a:lnTo>
                  <a:lnTo>
                    <a:pt x="16412" y="2819"/>
                  </a:lnTo>
                  <a:lnTo>
                    <a:pt x="16296" y="2974"/>
                  </a:lnTo>
                  <a:lnTo>
                    <a:pt x="15948" y="3205"/>
                  </a:lnTo>
                  <a:lnTo>
                    <a:pt x="15524" y="3398"/>
                  </a:lnTo>
                  <a:lnTo>
                    <a:pt x="15137" y="3553"/>
                  </a:lnTo>
                  <a:lnTo>
                    <a:pt x="14713" y="3669"/>
                  </a:lnTo>
                  <a:lnTo>
                    <a:pt x="14365" y="3746"/>
                  </a:lnTo>
                  <a:lnTo>
                    <a:pt x="14481" y="3360"/>
                  </a:lnTo>
                  <a:lnTo>
                    <a:pt x="14635" y="2974"/>
                  </a:lnTo>
                  <a:lnTo>
                    <a:pt x="14828" y="2626"/>
                  </a:lnTo>
                  <a:lnTo>
                    <a:pt x="15060" y="2278"/>
                  </a:lnTo>
                  <a:lnTo>
                    <a:pt x="15408" y="1970"/>
                  </a:lnTo>
                  <a:lnTo>
                    <a:pt x="15639" y="1815"/>
                  </a:lnTo>
                  <a:lnTo>
                    <a:pt x="15871" y="1699"/>
                  </a:lnTo>
                  <a:lnTo>
                    <a:pt x="16103" y="1622"/>
                  </a:lnTo>
                  <a:close/>
                  <a:moveTo>
                    <a:pt x="13824" y="4286"/>
                  </a:moveTo>
                  <a:lnTo>
                    <a:pt x="13670" y="4557"/>
                  </a:lnTo>
                  <a:lnTo>
                    <a:pt x="13477" y="4788"/>
                  </a:lnTo>
                  <a:lnTo>
                    <a:pt x="13245" y="5020"/>
                  </a:lnTo>
                  <a:lnTo>
                    <a:pt x="13014" y="5252"/>
                  </a:lnTo>
                  <a:lnTo>
                    <a:pt x="12666" y="5484"/>
                  </a:lnTo>
                  <a:lnTo>
                    <a:pt x="12125" y="5792"/>
                  </a:lnTo>
                  <a:lnTo>
                    <a:pt x="11855" y="5908"/>
                  </a:lnTo>
                  <a:lnTo>
                    <a:pt x="11623" y="5986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4" y="5870"/>
                  </a:lnTo>
                  <a:lnTo>
                    <a:pt x="10967" y="5792"/>
                  </a:lnTo>
                  <a:lnTo>
                    <a:pt x="10928" y="5715"/>
                  </a:lnTo>
                  <a:lnTo>
                    <a:pt x="10890" y="5638"/>
                  </a:lnTo>
                  <a:lnTo>
                    <a:pt x="10890" y="5445"/>
                  </a:lnTo>
                  <a:lnTo>
                    <a:pt x="10967" y="5290"/>
                  </a:lnTo>
                  <a:lnTo>
                    <a:pt x="11121" y="5097"/>
                  </a:lnTo>
                  <a:lnTo>
                    <a:pt x="11276" y="4943"/>
                  </a:lnTo>
                  <a:lnTo>
                    <a:pt x="11546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7" y="4480"/>
                  </a:lnTo>
                  <a:lnTo>
                    <a:pt x="13245" y="4402"/>
                  </a:lnTo>
                  <a:lnTo>
                    <a:pt x="13554" y="4364"/>
                  </a:lnTo>
                  <a:lnTo>
                    <a:pt x="13824" y="4286"/>
                  </a:lnTo>
                  <a:close/>
                  <a:moveTo>
                    <a:pt x="14404" y="4248"/>
                  </a:moveTo>
                  <a:lnTo>
                    <a:pt x="15060" y="4595"/>
                  </a:lnTo>
                  <a:lnTo>
                    <a:pt x="15408" y="4788"/>
                  </a:lnTo>
                  <a:lnTo>
                    <a:pt x="15717" y="4982"/>
                  </a:lnTo>
                  <a:lnTo>
                    <a:pt x="15910" y="5136"/>
                  </a:lnTo>
                  <a:lnTo>
                    <a:pt x="16141" y="5368"/>
                  </a:lnTo>
                  <a:lnTo>
                    <a:pt x="16412" y="5677"/>
                  </a:lnTo>
                  <a:lnTo>
                    <a:pt x="16643" y="6024"/>
                  </a:lnTo>
                  <a:lnTo>
                    <a:pt x="16875" y="6333"/>
                  </a:lnTo>
                  <a:lnTo>
                    <a:pt x="16991" y="6681"/>
                  </a:lnTo>
                  <a:lnTo>
                    <a:pt x="16991" y="6835"/>
                  </a:lnTo>
                  <a:lnTo>
                    <a:pt x="16991" y="6990"/>
                  </a:lnTo>
                  <a:lnTo>
                    <a:pt x="16952" y="7105"/>
                  </a:lnTo>
                  <a:lnTo>
                    <a:pt x="16836" y="7221"/>
                  </a:lnTo>
                  <a:lnTo>
                    <a:pt x="16759" y="7298"/>
                  </a:lnTo>
                  <a:lnTo>
                    <a:pt x="16643" y="7337"/>
                  </a:lnTo>
                  <a:lnTo>
                    <a:pt x="16373" y="7337"/>
                  </a:lnTo>
                  <a:lnTo>
                    <a:pt x="16141" y="7221"/>
                  </a:lnTo>
                  <a:lnTo>
                    <a:pt x="15871" y="7028"/>
                  </a:lnTo>
                  <a:lnTo>
                    <a:pt x="15601" y="6835"/>
                  </a:lnTo>
                  <a:lnTo>
                    <a:pt x="15369" y="6565"/>
                  </a:lnTo>
                  <a:lnTo>
                    <a:pt x="15060" y="6179"/>
                  </a:lnTo>
                  <a:lnTo>
                    <a:pt x="14828" y="5715"/>
                  </a:lnTo>
                  <a:lnTo>
                    <a:pt x="14635" y="5252"/>
                  </a:lnTo>
                  <a:lnTo>
                    <a:pt x="14520" y="4750"/>
                  </a:lnTo>
                  <a:lnTo>
                    <a:pt x="14404" y="4248"/>
                  </a:lnTo>
                  <a:close/>
                  <a:moveTo>
                    <a:pt x="11855" y="0"/>
                  </a:moveTo>
                  <a:lnTo>
                    <a:pt x="11585" y="77"/>
                  </a:lnTo>
                  <a:lnTo>
                    <a:pt x="11469" y="116"/>
                  </a:lnTo>
                  <a:lnTo>
                    <a:pt x="11353" y="232"/>
                  </a:lnTo>
                  <a:lnTo>
                    <a:pt x="11160" y="425"/>
                  </a:lnTo>
                  <a:lnTo>
                    <a:pt x="11006" y="618"/>
                  </a:lnTo>
                  <a:lnTo>
                    <a:pt x="10928" y="811"/>
                  </a:lnTo>
                  <a:lnTo>
                    <a:pt x="10928" y="1043"/>
                  </a:lnTo>
                  <a:lnTo>
                    <a:pt x="10928" y="1236"/>
                  </a:lnTo>
                  <a:lnTo>
                    <a:pt x="10967" y="1468"/>
                  </a:lnTo>
                  <a:lnTo>
                    <a:pt x="11083" y="1699"/>
                  </a:lnTo>
                  <a:lnTo>
                    <a:pt x="11199" y="1892"/>
                  </a:lnTo>
                  <a:lnTo>
                    <a:pt x="11546" y="2317"/>
                  </a:lnTo>
                  <a:lnTo>
                    <a:pt x="11932" y="2742"/>
                  </a:lnTo>
                  <a:lnTo>
                    <a:pt x="12396" y="3089"/>
                  </a:lnTo>
                  <a:lnTo>
                    <a:pt x="12859" y="3437"/>
                  </a:lnTo>
                  <a:lnTo>
                    <a:pt x="12048" y="3321"/>
                  </a:lnTo>
                  <a:lnTo>
                    <a:pt x="11199" y="3282"/>
                  </a:lnTo>
                  <a:lnTo>
                    <a:pt x="10388" y="3360"/>
                  </a:lnTo>
                  <a:lnTo>
                    <a:pt x="9615" y="3476"/>
                  </a:lnTo>
                  <a:lnTo>
                    <a:pt x="9654" y="3012"/>
                  </a:lnTo>
                  <a:lnTo>
                    <a:pt x="9654" y="2510"/>
                  </a:lnTo>
                  <a:lnTo>
                    <a:pt x="9615" y="2008"/>
                  </a:lnTo>
                  <a:lnTo>
                    <a:pt x="9500" y="1506"/>
                  </a:lnTo>
                  <a:lnTo>
                    <a:pt x="9075" y="1622"/>
                  </a:lnTo>
                  <a:lnTo>
                    <a:pt x="9152" y="2085"/>
                  </a:lnTo>
                  <a:lnTo>
                    <a:pt x="9152" y="2587"/>
                  </a:lnTo>
                  <a:lnTo>
                    <a:pt x="9113" y="3089"/>
                  </a:lnTo>
                  <a:lnTo>
                    <a:pt x="9075" y="3514"/>
                  </a:lnTo>
                  <a:lnTo>
                    <a:pt x="9075" y="3630"/>
                  </a:lnTo>
                  <a:lnTo>
                    <a:pt x="8225" y="3900"/>
                  </a:lnTo>
                  <a:lnTo>
                    <a:pt x="7414" y="4286"/>
                  </a:lnTo>
                  <a:lnTo>
                    <a:pt x="6604" y="4711"/>
                  </a:lnTo>
                  <a:lnTo>
                    <a:pt x="5831" y="5252"/>
                  </a:lnTo>
                  <a:lnTo>
                    <a:pt x="5406" y="5252"/>
                  </a:lnTo>
                  <a:lnTo>
                    <a:pt x="5406" y="5561"/>
                  </a:lnTo>
                  <a:lnTo>
                    <a:pt x="4596" y="6217"/>
                  </a:lnTo>
                  <a:lnTo>
                    <a:pt x="3823" y="6951"/>
                  </a:lnTo>
                  <a:lnTo>
                    <a:pt x="3090" y="7685"/>
                  </a:lnTo>
                  <a:lnTo>
                    <a:pt x="2394" y="8495"/>
                  </a:lnTo>
                  <a:lnTo>
                    <a:pt x="1738" y="9306"/>
                  </a:lnTo>
                  <a:lnTo>
                    <a:pt x="1082" y="10156"/>
                  </a:lnTo>
                  <a:lnTo>
                    <a:pt x="502" y="10967"/>
                  </a:lnTo>
                  <a:lnTo>
                    <a:pt x="0" y="11816"/>
                  </a:lnTo>
                  <a:lnTo>
                    <a:pt x="309" y="12087"/>
                  </a:lnTo>
                  <a:lnTo>
                    <a:pt x="1545" y="10503"/>
                  </a:lnTo>
                  <a:lnTo>
                    <a:pt x="2742" y="8959"/>
                  </a:lnTo>
                  <a:lnTo>
                    <a:pt x="3360" y="8225"/>
                  </a:lnTo>
                  <a:lnTo>
                    <a:pt x="4016" y="7491"/>
                  </a:lnTo>
                  <a:lnTo>
                    <a:pt x="4711" y="6835"/>
                  </a:lnTo>
                  <a:lnTo>
                    <a:pt x="5484" y="6179"/>
                  </a:lnTo>
                  <a:lnTo>
                    <a:pt x="6256" y="5599"/>
                  </a:lnTo>
                  <a:lnTo>
                    <a:pt x="7106" y="5059"/>
                  </a:lnTo>
                  <a:lnTo>
                    <a:pt x="7994" y="4634"/>
                  </a:lnTo>
                  <a:lnTo>
                    <a:pt x="8457" y="4441"/>
                  </a:lnTo>
                  <a:lnTo>
                    <a:pt x="8920" y="4248"/>
                  </a:lnTo>
                  <a:lnTo>
                    <a:pt x="9422" y="4132"/>
                  </a:lnTo>
                  <a:lnTo>
                    <a:pt x="9886" y="4016"/>
                  </a:lnTo>
                  <a:lnTo>
                    <a:pt x="10388" y="3939"/>
                  </a:lnTo>
                  <a:lnTo>
                    <a:pt x="10851" y="3862"/>
                  </a:lnTo>
                  <a:lnTo>
                    <a:pt x="11353" y="3823"/>
                  </a:lnTo>
                  <a:lnTo>
                    <a:pt x="11855" y="3823"/>
                  </a:lnTo>
                  <a:lnTo>
                    <a:pt x="12357" y="3862"/>
                  </a:lnTo>
                  <a:lnTo>
                    <a:pt x="12821" y="3939"/>
                  </a:lnTo>
                  <a:lnTo>
                    <a:pt x="12319" y="4016"/>
                  </a:lnTo>
                  <a:lnTo>
                    <a:pt x="11855" y="4132"/>
                  </a:lnTo>
                  <a:lnTo>
                    <a:pt x="11392" y="4286"/>
                  </a:lnTo>
                  <a:lnTo>
                    <a:pt x="11199" y="4402"/>
                  </a:lnTo>
                  <a:lnTo>
                    <a:pt x="11006" y="4557"/>
                  </a:lnTo>
                  <a:lnTo>
                    <a:pt x="10813" y="4711"/>
                  </a:lnTo>
                  <a:lnTo>
                    <a:pt x="10697" y="4866"/>
                  </a:lnTo>
                  <a:lnTo>
                    <a:pt x="10542" y="5059"/>
                  </a:lnTo>
                  <a:lnTo>
                    <a:pt x="10465" y="5290"/>
                  </a:lnTo>
                  <a:lnTo>
                    <a:pt x="10388" y="5522"/>
                  </a:lnTo>
                  <a:lnTo>
                    <a:pt x="10388" y="5754"/>
                  </a:lnTo>
                  <a:lnTo>
                    <a:pt x="10426" y="5947"/>
                  </a:lnTo>
                  <a:lnTo>
                    <a:pt x="10581" y="6179"/>
                  </a:lnTo>
                  <a:lnTo>
                    <a:pt x="10658" y="6256"/>
                  </a:lnTo>
                  <a:lnTo>
                    <a:pt x="10774" y="6333"/>
                  </a:lnTo>
                  <a:lnTo>
                    <a:pt x="11006" y="6410"/>
                  </a:lnTo>
                  <a:lnTo>
                    <a:pt x="11276" y="6449"/>
                  </a:lnTo>
                  <a:lnTo>
                    <a:pt x="11585" y="6410"/>
                  </a:lnTo>
                  <a:lnTo>
                    <a:pt x="11855" y="6372"/>
                  </a:lnTo>
                  <a:lnTo>
                    <a:pt x="12164" y="6256"/>
                  </a:lnTo>
                  <a:lnTo>
                    <a:pt x="12627" y="6063"/>
                  </a:lnTo>
                  <a:lnTo>
                    <a:pt x="13052" y="5792"/>
                  </a:lnTo>
                  <a:lnTo>
                    <a:pt x="13422" y="5533"/>
                  </a:lnTo>
                  <a:lnTo>
                    <a:pt x="13422" y="5533"/>
                  </a:lnTo>
                  <a:lnTo>
                    <a:pt x="13786" y="5715"/>
                  </a:lnTo>
                  <a:lnTo>
                    <a:pt x="14056" y="4866"/>
                  </a:lnTo>
                  <a:lnTo>
                    <a:pt x="14211" y="5406"/>
                  </a:lnTo>
                  <a:lnTo>
                    <a:pt x="14404" y="5908"/>
                  </a:lnTo>
                  <a:lnTo>
                    <a:pt x="14674" y="6410"/>
                  </a:lnTo>
                  <a:lnTo>
                    <a:pt x="14983" y="6874"/>
                  </a:lnTo>
                  <a:lnTo>
                    <a:pt x="15176" y="7067"/>
                  </a:lnTo>
                  <a:lnTo>
                    <a:pt x="15408" y="7298"/>
                  </a:lnTo>
                  <a:lnTo>
                    <a:pt x="15678" y="7491"/>
                  </a:lnTo>
                  <a:lnTo>
                    <a:pt x="15987" y="7685"/>
                  </a:lnTo>
                  <a:lnTo>
                    <a:pt x="16296" y="7800"/>
                  </a:lnTo>
                  <a:lnTo>
                    <a:pt x="16605" y="7878"/>
                  </a:lnTo>
                  <a:lnTo>
                    <a:pt x="16875" y="7878"/>
                  </a:lnTo>
                  <a:lnTo>
                    <a:pt x="17030" y="7800"/>
                  </a:lnTo>
                  <a:lnTo>
                    <a:pt x="17184" y="7723"/>
                  </a:lnTo>
                  <a:lnTo>
                    <a:pt x="17300" y="7646"/>
                  </a:lnTo>
                  <a:lnTo>
                    <a:pt x="17377" y="7530"/>
                  </a:lnTo>
                  <a:lnTo>
                    <a:pt x="17416" y="7414"/>
                  </a:lnTo>
                  <a:lnTo>
                    <a:pt x="17454" y="7260"/>
                  </a:lnTo>
                  <a:lnTo>
                    <a:pt x="17493" y="6951"/>
                  </a:lnTo>
                  <a:lnTo>
                    <a:pt x="17416" y="6603"/>
                  </a:lnTo>
                  <a:lnTo>
                    <a:pt x="17300" y="6294"/>
                  </a:lnTo>
                  <a:lnTo>
                    <a:pt x="17184" y="5986"/>
                  </a:lnTo>
                  <a:lnTo>
                    <a:pt x="17030" y="5715"/>
                  </a:lnTo>
                  <a:lnTo>
                    <a:pt x="16875" y="5484"/>
                  </a:lnTo>
                  <a:lnTo>
                    <a:pt x="16682" y="5252"/>
                  </a:lnTo>
                  <a:lnTo>
                    <a:pt x="16489" y="5020"/>
                  </a:lnTo>
                  <a:lnTo>
                    <a:pt x="16257" y="4788"/>
                  </a:lnTo>
                  <a:lnTo>
                    <a:pt x="16026" y="4634"/>
                  </a:lnTo>
                  <a:lnTo>
                    <a:pt x="15524" y="4286"/>
                  </a:lnTo>
                  <a:lnTo>
                    <a:pt x="14944" y="4016"/>
                  </a:lnTo>
                  <a:lnTo>
                    <a:pt x="15408" y="3900"/>
                  </a:lnTo>
                  <a:lnTo>
                    <a:pt x="15832" y="3746"/>
                  </a:lnTo>
                  <a:lnTo>
                    <a:pt x="16219" y="3514"/>
                  </a:lnTo>
                  <a:lnTo>
                    <a:pt x="16605" y="3244"/>
                  </a:lnTo>
                  <a:lnTo>
                    <a:pt x="16759" y="3089"/>
                  </a:lnTo>
                  <a:lnTo>
                    <a:pt x="16914" y="2858"/>
                  </a:lnTo>
                  <a:lnTo>
                    <a:pt x="17030" y="2665"/>
                  </a:lnTo>
                  <a:lnTo>
                    <a:pt x="17107" y="2433"/>
                  </a:lnTo>
                  <a:lnTo>
                    <a:pt x="17145" y="2201"/>
                  </a:lnTo>
                  <a:lnTo>
                    <a:pt x="17107" y="1931"/>
                  </a:lnTo>
                  <a:lnTo>
                    <a:pt x="17068" y="1699"/>
                  </a:lnTo>
                  <a:lnTo>
                    <a:pt x="16914" y="1506"/>
                  </a:lnTo>
                  <a:lnTo>
                    <a:pt x="16759" y="1313"/>
                  </a:lnTo>
                  <a:lnTo>
                    <a:pt x="16528" y="1236"/>
                  </a:lnTo>
                  <a:lnTo>
                    <a:pt x="16334" y="1159"/>
                  </a:lnTo>
                  <a:lnTo>
                    <a:pt x="16103" y="1159"/>
                  </a:lnTo>
                  <a:lnTo>
                    <a:pt x="15910" y="1197"/>
                  </a:lnTo>
                  <a:lnTo>
                    <a:pt x="15678" y="1275"/>
                  </a:lnTo>
                  <a:lnTo>
                    <a:pt x="15446" y="1352"/>
                  </a:lnTo>
                  <a:lnTo>
                    <a:pt x="15253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6" y="2587"/>
                  </a:lnTo>
                  <a:lnTo>
                    <a:pt x="14095" y="3012"/>
                  </a:lnTo>
                  <a:lnTo>
                    <a:pt x="13940" y="2433"/>
                  </a:lnTo>
                  <a:lnTo>
                    <a:pt x="13747" y="1892"/>
                  </a:lnTo>
                  <a:lnTo>
                    <a:pt x="13516" y="1352"/>
                  </a:lnTo>
                  <a:lnTo>
                    <a:pt x="13168" y="850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7" y="155"/>
                  </a:lnTo>
                  <a:lnTo>
                    <a:pt x="12087" y="39"/>
                  </a:lnTo>
                  <a:lnTo>
                    <a:pt x="118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8" name="Google Shape;3228;p15"/>
            <p:cNvSpPr/>
            <p:nvPr/>
          </p:nvSpPr>
          <p:spPr>
            <a:xfrm>
              <a:off x="5590125" y="113380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39" y="233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3"/>
                  </a:lnTo>
                  <a:lnTo>
                    <a:pt x="1005" y="155"/>
                  </a:lnTo>
                  <a:lnTo>
                    <a:pt x="966" y="117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9" name="Google Shape;3229;p15"/>
            <p:cNvSpPr/>
            <p:nvPr/>
          </p:nvSpPr>
          <p:spPr>
            <a:xfrm>
              <a:off x="5491675" y="1139600"/>
              <a:ext cx="21250" cy="8725"/>
            </a:xfrm>
            <a:custGeom>
              <a:avLst/>
              <a:gdLst/>
              <a:ahLst/>
              <a:cxnLst/>
              <a:rect l="l" t="t" r="r" b="b"/>
              <a:pathLst>
                <a:path w="850" h="349" extrusionOk="0">
                  <a:moveTo>
                    <a:pt x="425" y="1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0" y="194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4"/>
                  </a:lnTo>
                  <a:lnTo>
                    <a:pt x="811" y="78"/>
                  </a:lnTo>
                  <a:lnTo>
                    <a:pt x="73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0" name="Google Shape;3230;p15"/>
            <p:cNvSpPr/>
            <p:nvPr/>
          </p:nvSpPr>
          <p:spPr>
            <a:xfrm>
              <a:off x="2443975" y="1153125"/>
              <a:ext cx="315725" cy="477875"/>
            </a:xfrm>
            <a:custGeom>
              <a:avLst/>
              <a:gdLst/>
              <a:ahLst/>
              <a:cxnLst/>
              <a:rect l="l" t="t" r="r" b="b"/>
              <a:pathLst>
                <a:path w="12629" h="19115" extrusionOk="0">
                  <a:moveTo>
                    <a:pt x="1005" y="618"/>
                  </a:moveTo>
                  <a:lnTo>
                    <a:pt x="1661" y="850"/>
                  </a:lnTo>
                  <a:lnTo>
                    <a:pt x="2318" y="1120"/>
                  </a:lnTo>
                  <a:lnTo>
                    <a:pt x="2743" y="1352"/>
                  </a:lnTo>
                  <a:lnTo>
                    <a:pt x="3167" y="1583"/>
                  </a:lnTo>
                  <a:lnTo>
                    <a:pt x="3322" y="1699"/>
                  </a:lnTo>
                  <a:lnTo>
                    <a:pt x="3476" y="1854"/>
                  </a:lnTo>
                  <a:lnTo>
                    <a:pt x="3669" y="2124"/>
                  </a:lnTo>
                  <a:lnTo>
                    <a:pt x="3862" y="2471"/>
                  </a:lnTo>
                  <a:lnTo>
                    <a:pt x="4017" y="2819"/>
                  </a:lnTo>
                  <a:lnTo>
                    <a:pt x="5677" y="6796"/>
                  </a:lnTo>
                  <a:lnTo>
                    <a:pt x="9075" y="15021"/>
                  </a:lnTo>
                  <a:lnTo>
                    <a:pt x="9153" y="15098"/>
                  </a:lnTo>
                  <a:lnTo>
                    <a:pt x="9191" y="15137"/>
                  </a:lnTo>
                  <a:lnTo>
                    <a:pt x="9346" y="15137"/>
                  </a:lnTo>
                  <a:lnTo>
                    <a:pt x="8921" y="15369"/>
                  </a:lnTo>
                  <a:lnTo>
                    <a:pt x="7956" y="13515"/>
                  </a:lnTo>
                  <a:lnTo>
                    <a:pt x="6990" y="11662"/>
                  </a:lnTo>
                  <a:lnTo>
                    <a:pt x="5021" y="7955"/>
                  </a:lnTo>
                  <a:lnTo>
                    <a:pt x="3013" y="4286"/>
                  </a:lnTo>
                  <a:lnTo>
                    <a:pt x="1005" y="618"/>
                  </a:lnTo>
                  <a:close/>
                  <a:moveTo>
                    <a:pt x="657" y="502"/>
                  </a:moveTo>
                  <a:lnTo>
                    <a:pt x="657" y="541"/>
                  </a:lnTo>
                  <a:lnTo>
                    <a:pt x="4673" y="8032"/>
                  </a:lnTo>
                  <a:lnTo>
                    <a:pt x="6720" y="11739"/>
                  </a:lnTo>
                  <a:lnTo>
                    <a:pt x="7763" y="13593"/>
                  </a:lnTo>
                  <a:lnTo>
                    <a:pt x="8805" y="15446"/>
                  </a:lnTo>
                  <a:lnTo>
                    <a:pt x="8651" y="15523"/>
                  </a:lnTo>
                  <a:lnTo>
                    <a:pt x="7415" y="13747"/>
                  </a:lnTo>
                  <a:lnTo>
                    <a:pt x="6179" y="12009"/>
                  </a:lnTo>
                  <a:lnTo>
                    <a:pt x="3592" y="8534"/>
                  </a:lnTo>
                  <a:lnTo>
                    <a:pt x="2318" y="6758"/>
                  </a:lnTo>
                  <a:lnTo>
                    <a:pt x="1005" y="4943"/>
                  </a:lnTo>
                  <a:lnTo>
                    <a:pt x="850" y="4711"/>
                  </a:lnTo>
                  <a:lnTo>
                    <a:pt x="735" y="4479"/>
                  </a:lnTo>
                  <a:lnTo>
                    <a:pt x="619" y="4209"/>
                  </a:lnTo>
                  <a:lnTo>
                    <a:pt x="542" y="3939"/>
                  </a:lnTo>
                  <a:lnTo>
                    <a:pt x="464" y="3398"/>
                  </a:lnTo>
                  <a:lnTo>
                    <a:pt x="426" y="2819"/>
                  </a:lnTo>
                  <a:lnTo>
                    <a:pt x="464" y="2240"/>
                  </a:lnTo>
                  <a:lnTo>
                    <a:pt x="503" y="1661"/>
                  </a:lnTo>
                  <a:lnTo>
                    <a:pt x="657" y="502"/>
                  </a:lnTo>
                  <a:close/>
                  <a:moveTo>
                    <a:pt x="11508" y="12280"/>
                  </a:moveTo>
                  <a:lnTo>
                    <a:pt x="11663" y="12357"/>
                  </a:lnTo>
                  <a:lnTo>
                    <a:pt x="11817" y="12434"/>
                  </a:lnTo>
                  <a:lnTo>
                    <a:pt x="12165" y="12859"/>
                  </a:lnTo>
                  <a:lnTo>
                    <a:pt x="12242" y="13052"/>
                  </a:lnTo>
                  <a:lnTo>
                    <a:pt x="12280" y="13245"/>
                  </a:lnTo>
                  <a:lnTo>
                    <a:pt x="12242" y="13438"/>
                  </a:lnTo>
                  <a:lnTo>
                    <a:pt x="12203" y="13631"/>
                  </a:lnTo>
                  <a:lnTo>
                    <a:pt x="12049" y="14017"/>
                  </a:lnTo>
                  <a:lnTo>
                    <a:pt x="11856" y="14365"/>
                  </a:lnTo>
                  <a:lnTo>
                    <a:pt x="11508" y="14790"/>
                  </a:lnTo>
                  <a:lnTo>
                    <a:pt x="11122" y="15176"/>
                  </a:lnTo>
                  <a:lnTo>
                    <a:pt x="10697" y="15523"/>
                  </a:lnTo>
                  <a:lnTo>
                    <a:pt x="10273" y="15871"/>
                  </a:lnTo>
                  <a:lnTo>
                    <a:pt x="10157" y="15871"/>
                  </a:lnTo>
                  <a:lnTo>
                    <a:pt x="10118" y="15987"/>
                  </a:lnTo>
                  <a:lnTo>
                    <a:pt x="9771" y="16180"/>
                  </a:lnTo>
                  <a:lnTo>
                    <a:pt x="9114" y="16604"/>
                  </a:lnTo>
                  <a:lnTo>
                    <a:pt x="8458" y="16952"/>
                  </a:lnTo>
                  <a:lnTo>
                    <a:pt x="7724" y="17261"/>
                  </a:lnTo>
                  <a:lnTo>
                    <a:pt x="6990" y="17493"/>
                  </a:lnTo>
                  <a:lnTo>
                    <a:pt x="6643" y="17608"/>
                  </a:lnTo>
                  <a:lnTo>
                    <a:pt x="6295" y="17647"/>
                  </a:lnTo>
                  <a:lnTo>
                    <a:pt x="5755" y="17647"/>
                  </a:lnTo>
                  <a:lnTo>
                    <a:pt x="5562" y="17570"/>
                  </a:lnTo>
                  <a:lnTo>
                    <a:pt x="5446" y="17493"/>
                  </a:lnTo>
                  <a:lnTo>
                    <a:pt x="5330" y="17415"/>
                  </a:lnTo>
                  <a:lnTo>
                    <a:pt x="5098" y="17184"/>
                  </a:lnTo>
                  <a:lnTo>
                    <a:pt x="4982" y="16875"/>
                  </a:lnTo>
                  <a:lnTo>
                    <a:pt x="4905" y="16604"/>
                  </a:lnTo>
                  <a:lnTo>
                    <a:pt x="4944" y="16411"/>
                  </a:lnTo>
                  <a:lnTo>
                    <a:pt x="4982" y="16218"/>
                  </a:lnTo>
                  <a:lnTo>
                    <a:pt x="5060" y="16064"/>
                  </a:lnTo>
                  <a:lnTo>
                    <a:pt x="5175" y="15948"/>
                  </a:lnTo>
                  <a:lnTo>
                    <a:pt x="5291" y="15832"/>
                  </a:lnTo>
                  <a:lnTo>
                    <a:pt x="5407" y="15755"/>
                  </a:lnTo>
                  <a:lnTo>
                    <a:pt x="5523" y="15716"/>
                  </a:lnTo>
                  <a:lnTo>
                    <a:pt x="5639" y="15755"/>
                  </a:lnTo>
                  <a:lnTo>
                    <a:pt x="5793" y="15832"/>
                  </a:lnTo>
                  <a:lnTo>
                    <a:pt x="5948" y="15948"/>
                  </a:lnTo>
                  <a:lnTo>
                    <a:pt x="6064" y="16141"/>
                  </a:lnTo>
                  <a:lnTo>
                    <a:pt x="6257" y="16373"/>
                  </a:lnTo>
                  <a:lnTo>
                    <a:pt x="6102" y="16411"/>
                  </a:lnTo>
                  <a:lnTo>
                    <a:pt x="6025" y="16450"/>
                  </a:lnTo>
                  <a:lnTo>
                    <a:pt x="6025" y="16566"/>
                  </a:lnTo>
                  <a:lnTo>
                    <a:pt x="6064" y="16643"/>
                  </a:lnTo>
                  <a:lnTo>
                    <a:pt x="6141" y="16643"/>
                  </a:lnTo>
                  <a:lnTo>
                    <a:pt x="6913" y="16566"/>
                  </a:lnTo>
                  <a:lnTo>
                    <a:pt x="7685" y="16373"/>
                  </a:lnTo>
                  <a:lnTo>
                    <a:pt x="8496" y="16064"/>
                  </a:lnTo>
                  <a:lnTo>
                    <a:pt x="9230" y="15716"/>
                  </a:lnTo>
                  <a:lnTo>
                    <a:pt x="9616" y="15485"/>
                  </a:lnTo>
                  <a:lnTo>
                    <a:pt x="9964" y="15253"/>
                  </a:lnTo>
                  <a:lnTo>
                    <a:pt x="10273" y="15021"/>
                  </a:lnTo>
                  <a:lnTo>
                    <a:pt x="10581" y="14751"/>
                  </a:lnTo>
                  <a:lnTo>
                    <a:pt x="10890" y="14481"/>
                  </a:lnTo>
                  <a:lnTo>
                    <a:pt x="11122" y="14172"/>
                  </a:lnTo>
                  <a:lnTo>
                    <a:pt x="11354" y="13824"/>
                  </a:lnTo>
                  <a:lnTo>
                    <a:pt x="11547" y="13515"/>
                  </a:lnTo>
                  <a:lnTo>
                    <a:pt x="11547" y="13438"/>
                  </a:lnTo>
                  <a:lnTo>
                    <a:pt x="11547" y="13361"/>
                  </a:lnTo>
                  <a:lnTo>
                    <a:pt x="11508" y="13284"/>
                  </a:lnTo>
                  <a:lnTo>
                    <a:pt x="11431" y="13245"/>
                  </a:lnTo>
                  <a:lnTo>
                    <a:pt x="11238" y="13245"/>
                  </a:lnTo>
                  <a:lnTo>
                    <a:pt x="11161" y="13322"/>
                  </a:lnTo>
                  <a:lnTo>
                    <a:pt x="10968" y="13670"/>
                  </a:lnTo>
                  <a:lnTo>
                    <a:pt x="10775" y="13554"/>
                  </a:lnTo>
                  <a:lnTo>
                    <a:pt x="10659" y="13438"/>
                  </a:lnTo>
                  <a:lnTo>
                    <a:pt x="10620" y="13284"/>
                  </a:lnTo>
                  <a:lnTo>
                    <a:pt x="10581" y="13168"/>
                  </a:lnTo>
                  <a:lnTo>
                    <a:pt x="10620" y="13013"/>
                  </a:lnTo>
                  <a:lnTo>
                    <a:pt x="10659" y="12859"/>
                  </a:lnTo>
                  <a:lnTo>
                    <a:pt x="10852" y="12627"/>
                  </a:lnTo>
                  <a:lnTo>
                    <a:pt x="10929" y="12473"/>
                  </a:lnTo>
                  <a:lnTo>
                    <a:pt x="11045" y="12357"/>
                  </a:lnTo>
                  <a:lnTo>
                    <a:pt x="11122" y="12318"/>
                  </a:lnTo>
                  <a:lnTo>
                    <a:pt x="11238" y="12280"/>
                  </a:lnTo>
                  <a:close/>
                  <a:moveTo>
                    <a:pt x="426" y="0"/>
                  </a:moveTo>
                  <a:lnTo>
                    <a:pt x="349" y="39"/>
                  </a:lnTo>
                  <a:lnTo>
                    <a:pt x="271" y="116"/>
                  </a:lnTo>
                  <a:lnTo>
                    <a:pt x="233" y="193"/>
                  </a:lnTo>
                  <a:lnTo>
                    <a:pt x="78" y="2587"/>
                  </a:lnTo>
                  <a:lnTo>
                    <a:pt x="40" y="3012"/>
                  </a:lnTo>
                  <a:lnTo>
                    <a:pt x="1" y="3475"/>
                  </a:lnTo>
                  <a:lnTo>
                    <a:pt x="40" y="3900"/>
                  </a:lnTo>
                  <a:lnTo>
                    <a:pt x="117" y="4325"/>
                  </a:lnTo>
                  <a:lnTo>
                    <a:pt x="233" y="4518"/>
                  </a:lnTo>
                  <a:lnTo>
                    <a:pt x="349" y="4750"/>
                  </a:lnTo>
                  <a:lnTo>
                    <a:pt x="619" y="5175"/>
                  </a:lnTo>
                  <a:lnTo>
                    <a:pt x="1237" y="5985"/>
                  </a:lnTo>
                  <a:lnTo>
                    <a:pt x="2665" y="7955"/>
                  </a:lnTo>
                  <a:lnTo>
                    <a:pt x="5446" y="11816"/>
                  </a:lnTo>
                  <a:lnTo>
                    <a:pt x="6874" y="13747"/>
                  </a:lnTo>
                  <a:lnTo>
                    <a:pt x="8342" y="15639"/>
                  </a:lnTo>
                  <a:lnTo>
                    <a:pt x="7492" y="15987"/>
                  </a:lnTo>
                  <a:lnTo>
                    <a:pt x="6643" y="16257"/>
                  </a:lnTo>
                  <a:lnTo>
                    <a:pt x="6643" y="16257"/>
                  </a:lnTo>
                  <a:lnTo>
                    <a:pt x="6681" y="16102"/>
                  </a:lnTo>
                  <a:lnTo>
                    <a:pt x="6681" y="15948"/>
                  </a:lnTo>
                  <a:lnTo>
                    <a:pt x="6643" y="15755"/>
                  </a:lnTo>
                  <a:lnTo>
                    <a:pt x="6565" y="15639"/>
                  </a:lnTo>
                  <a:lnTo>
                    <a:pt x="6488" y="15485"/>
                  </a:lnTo>
                  <a:lnTo>
                    <a:pt x="6334" y="15369"/>
                  </a:lnTo>
                  <a:lnTo>
                    <a:pt x="6179" y="15292"/>
                  </a:lnTo>
                  <a:lnTo>
                    <a:pt x="6025" y="15253"/>
                  </a:lnTo>
                  <a:lnTo>
                    <a:pt x="5716" y="15253"/>
                  </a:lnTo>
                  <a:lnTo>
                    <a:pt x="5484" y="15292"/>
                  </a:lnTo>
                  <a:lnTo>
                    <a:pt x="5214" y="15407"/>
                  </a:lnTo>
                  <a:lnTo>
                    <a:pt x="5021" y="15600"/>
                  </a:lnTo>
                  <a:lnTo>
                    <a:pt x="4828" y="15794"/>
                  </a:lnTo>
                  <a:lnTo>
                    <a:pt x="4712" y="16025"/>
                  </a:lnTo>
                  <a:lnTo>
                    <a:pt x="4596" y="16296"/>
                  </a:lnTo>
                  <a:lnTo>
                    <a:pt x="4596" y="16566"/>
                  </a:lnTo>
                  <a:lnTo>
                    <a:pt x="4635" y="16991"/>
                  </a:lnTo>
                  <a:lnTo>
                    <a:pt x="4751" y="17300"/>
                  </a:lnTo>
                  <a:lnTo>
                    <a:pt x="4905" y="17531"/>
                  </a:lnTo>
                  <a:lnTo>
                    <a:pt x="5098" y="17724"/>
                  </a:lnTo>
                  <a:lnTo>
                    <a:pt x="5368" y="17840"/>
                  </a:lnTo>
                  <a:lnTo>
                    <a:pt x="5677" y="17917"/>
                  </a:lnTo>
                  <a:lnTo>
                    <a:pt x="6025" y="17956"/>
                  </a:lnTo>
                  <a:lnTo>
                    <a:pt x="6372" y="17917"/>
                  </a:lnTo>
                  <a:lnTo>
                    <a:pt x="6720" y="17840"/>
                  </a:lnTo>
                  <a:lnTo>
                    <a:pt x="7106" y="17763"/>
                  </a:lnTo>
                  <a:lnTo>
                    <a:pt x="7878" y="17531"/>
                  </a:lnTo>
                  <a:lnTo>
                    <a:pt x="8573" y="17222"/>
                  </a:lnTo>
                  <a:lnTo>
                    <a:pt x="9153" y="16952"/>
                  </a:lnTo>
                  <a:lnTo>
                    <a:pt x="9230" y="16875"/>
                  </a:lnTo>
                  <a:lnTo>
                    <a:pt x="9462" y="16759"/>
                  </a:lnTo>
                  <a:lnTo>
                    <a:pt x="10234" y="16257"/>
                  </a:lnTo>
                  <a:lnTo>
                    <a:pt x="10813" y="17106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4"/>
                  </a:lnTo>
                  <a:lnTo>
                    <a:pt x="12280" y="19037"/>
                  </a:lnTo>
                  <a:lnTo>
                    <a:pt x="12203" y="18883"/>
                  </a:lnTo>
                  <a:lnTo>
                    <a:pt x="11817" y="18149"/>
                  </a:lnTo>
                  <a:lnTo>
                    <a:pt x="11392" y="17454"/>
                  </a:lnTo>
                  <a:lnTo>
                    <a:pt x="10929" y="16759"/>
                  </a:lnTo>
                  <a:lnTo>
                    <a:pt x="10466" y="16102"/>
                  </a:lnTo>
                  <a:lnTo>
                    <a:pt x="10968" y="15716"/>
                  </a:lnTo>
                  <a:lnTo>
                    <a:pt x="11470" y="15253"/>
                  </a:lnTo>
                  <a:lnTo>
                    <a:pt x="11894" y="14790"/>
                  </a:lnTo>
                  <a:lnTo>
                    <a:pt x="12126" y="14558"/>
                  </a:lnTo>
                  <a:lnTo>
                    <a:pt x="12280" y="14288"/>
                  </a:lnTo>
                  <a:lnTo>
                    <a:pt x="12435" y="14056"/>
                  </a:lnTo>
                  <a:lnTo>
                    <a:pt x="12512" y="13786"/>
                  </a:lnTo>
                  <a:lnTo>
                    <a:pt x="12589" y="13554"/>
                  </a:lnTo>
                  <a:lnTo>
                    <a:pt x="12628" y="13284"/>
                  </a:lnTo>
                  <a:lnTo>
                    <a:pt x="12589" y="13052"/>
                  </a:lnTo>
                  <a:lnTo>
                    <a:pt x="12512" y="12820"/>
                  </a:lnTo>
                  <a:lnTo>
                    <a:pt x="12358" y="12589"/>
                  </a:lnTo>
                  <a:lnTo>
                    <a:pt x="12165" y="12357"/>
                  </a:lnTo>
                  <a:lnTo>
                    <a:pt x="11972" y="12202"/>
                  </a:lnTo>
                  <a:lnTo>
                    <a:pt x="11740" y="12087"/>
                  </a:lnTo>
                  <a:lnTo>
                    <a:pt x="11470" y="12009"/>
                  </a:lnTo>
                  <a:lnTo>
                    <a:pt x="11238" y="12009"/>
                  </a:lnTo>
                  <a:lnTo>
                    <a:pt x="10968" y="12048"/>
                  </a:lnTo>
                  <a:lnTo>
                    <a:pt x="10736" y="12125"/>
                  </a:lnTo>
                  <a:lnTo>
                    <a:pt x="10543" y="12280"/>
                  </a:lnTo>
                  <a:lnTo>
                    <a:pt x="10388" y="12511"/>
                  </a:lnTo>
                  <a:lnTo>
                    <a:pt x="10311" y="12704"/>
                  </a:lnTo>
                  <a:lnTo>
                    <a:pt x="10273" y="12897"/>
                  </a:lnTo>
                  <a:lnTo>
                    <a:pt x="10273" y="13091"/>
                  </a:lnTo>
                  <a:lnTo>
                    <a:pt x="10311" y="13284"/>
                  </a:lnTo>
                  <a:lnTo>
                    <a:pt x="10388" y="13477"/>
                  </a:lnTo>
                  <a:lnTo>
                    <a:pt x="10504" y="13631"/>
                  </a:lnTo>
                  <a:lnTo>
                    <a:pt x="10620" y="13786"/>
                  </a:lnTo>
                  <a:lnTo>
                    <a:pt x="10813" y="13901"/>
                  </a:lnTo>
                  <a:lnTo>
                    <a:pt x="10504" y="14249"/>
                  </a:lnTo>
                  <a:lnTo>
                    <a:pt x="10157" y="14597"/>
                  </a:lnTo>
                  <a:lnTo>
                    <a:pt x="9771" y="14867"/>
                  </a:lnTo>
                  <a:lnTo>
                    <a:pt x="9431" y="15083"/>
                  </a:lnTo>
                  <a:lnTo>
                    <a:pt x="9431" y="15083"/>
                  </a:lnTo>
                  <a:lnTo>
                    <a:pt x="9462" y="15021"/>
                  </a:lnTo>
                  <a:lnTo>
                    <a:pt x="9500" y="14944"/>
                  </a:lnTo>
                  <a:lnTo>
                    <a:pt x="9462" y="14828"/>
                  </a:lnTo>
                  <a:lnTo>
                    <a:pt x="5716" y="5754"/>
                  </a:lnTo>
                  <a:lnTo>
                    <a:pt x="4789" y="3475"/>
                  </a:lnTo>
                  <a:lnTo>
                    <a:pt x="4364" y="2471"/>
                  </a:lnTo>
                  <a:lnTo>
                    <a:pt x="4133" y="1969"/>
                  </a:lnTo>
                  <a:lnTo>
                    <a:pt x="3978" y="1738"/>
                  </a:lnTo>
                  <a:lnTo>
                    <a:pt x="3824" y="1545"/>
                  </a:lnTo>
                  <a:lnTo>
                    <a:pt x="3515" y="1236"/>
                  </a:lnTo>
                  <a:lnTo>
                    <a:pt x="3129" y="965"/>
                  </a:lnTo>
                  <a:lnTo>
                    <a:pt x="2743" y="772"/>
                  </a:lnTo>
                  <a:lnTo>
                    <a:pt x="2279" y="541"/>
                  </a:lnTo>
                  <a:lnTo>
                    <a:pt x="1816" y="386"/>
                  </a:lnTo>
                  <a:lnTo>
                    <a:pt x="1391" y="232"/>
                  </a:lnTo>
                  <a:lnTo>
                    <a:pt x="54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1" name="Google Shape;3231;p15"/>
            <p:cNvSpPr/>
            <p:nvPr/>
          </p:nvSpPr>
          <p:spPr>
            <a:xfrm>
              <a:off x="5383550" y="118015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3" y="464"/>
                  </a:moveTo>
                  <a:lnTo>
                    <a:pt x="2085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89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89" y="2472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7" y="3051"/>
                  </a:lnTo>
                  <a:lnTo>
                    <a:pt x="2356" y="3167"/>
                  </a:lnTo>
                  <a:lnTo>
                    <a:pt x="2085" y="3244"/>
                  </a:lnTo>
                  <a:lnTo>
                    <a:pt x="1777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4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80"/>
                  </a:lnTo>
                  <a:lnTo>
                    <a:pt x="1583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8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1" y="271"/>
                  </a:lnTo>
                  <a:lnTo>
                    <a:pt x="850" y="386"/>
                  </a:lnTo>
                  <a:lnTo>
                    <a:pt x="618" y="580"/>
                  </a:lnTo>
                  <a:lnTo>
                    <a:pt x="425" y="773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7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2"/>
                  </a:lnTo>
                  <a:lnTo>
                    <a:pt x="1583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2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6" y="2781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4"/>
                  </a:lnTo>
                  <a:lnTo>
                    <a:pt x="3669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2" name="Google Shape;3232;p15"/>
            <p:cNvSpPr/>
            <p:nvPr/>
          </p:nvSpPr>
          <p:spPr>
            <a:xfrm>
              <a:off x="1657200" y="1227450"/>
              <a:ext cx="61825" cy="90775"/>
            </a:xfrm>
            <a:custGeom>
              <a:avLst/>
              <a:gdLst/>
              <a:ahLst/>
              <a:cxnLst/>
              <a:rect l="l" t="t" r="r" b="b"/>
              <a:pathLst>
                <a:path w="2473" h="3631" extrusionOk="0">
                  <a:moveTo>
                    <a:pt x="1198" y="0"/>
                  </a:moveTo>
                  <a:lnTo>
                    <a:pt x="1082" y="39"/>
                  </a:lnTo>
                  <a:lnTo>
                    <a:pt x="1005" y="39"/>
                  </a:lnTo>
                  <a:lnTo>
                    <a:pt x="966" y="116"/>
                  </a:lnTo>
                  <a:lnTo>
                    <a:pt x="966" y="194"/>
                  </a:lnTo>
                  <a:lnTo>
                    <a:pt x="966" y="232"/>
                  </a:lnTo>
                  <a:lnTo>
                    <a:pt x="850" y="271"/>
                  </a:lnTo>
                  <a:lnTo>
                    <a:pt x="773" y="271"/>
                  </a:lnTo>
                  <a:lnTo>
                    <a:pt x="735" y="348"/>
                  </a:lnTo>
                  <a:lnTo>
                    <a:pt x="696" y="425"/>
                  </a:lnTo>
                  <a:lnTo>
                    <a:pt x="696" y="502"/>
                  </a:lnTo>
                  <a:lnTo>
                    <a:pt x="735" y="618"/>
                  </a:lnTo>
                  <a:lnTo>
                    <a:pt x="773" y="657"/>
                  </a:lnTo>
                  <a:lnTo>
                    <a:pt x="850" y="734"/>
                  </a:lnTo>
                  <a:lnTo>
                    <a:pt x="1082" y="811"/>
                  </a:lnTo>
                  <a:lnTo>
                    <a:pt x="1275" y="966"/>
                  </a:lnTo>
                  <a:lnTo>
                    <a:pt x="1468" y="1120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1"/>
                  </a:lnTo>
                  <a:lnTo>
                    <a:pt x="1970" y="2163"/>
                  </a:lnTo>
                  <a:lnTo>
                    <a:pt x="1932" y="2472"/>
                  </a:lnTo>
                  <a:lnTo>
                    <a:pt x="1816" y="2742"/>
                  </a:lnTo>
                  <a:lnTo>
                    <a:pt x="1739" y="2897"/>
                  </a:lnTo>
                  <a:lnTo>
                    <a:pt x="1661" y="2974"/>
                  </a:lnTo>
                  <a:lnTo>
                    <a:pt x="1545" y="3090"/>
                  </a:lnTo>
                  <a:lnTo>
                    <a:pt x="1391" y="3128"/>
                  </a:lnTo>
                  <a:lnTo>
                    <a:pt x="1237" y="3167"/>
                  </a:lnTo>
                  <a:lnTo>
                    <a:pt x="1043" y="3128"/>
                  </a:lnTo>
                  <a:lnTo>
                    <a:pt x="928" y="3012"/>
                  </a:lnTo>
                  <a:lnTo>
                    <a:pt x="850" y="2897"/>
                  </a:lnTo>
                  <a:lnTo>
                    <a:pt x="812" y="2742"/>
                  </a:lnTo>
                  <a:lnTo>
                    <a:pt x="850" y="2626"/>
                  </a:lnTo>
                  <a:lnTo>
                    <a:pt x="928" y="2472"/>
                  </a:lnTo>
                  <a:lnTo>
                    <a:pt x="1082" y="2356"/>
                  </a:lnTo>
                  <a:lnTo>
                    <a:pt x="1159" y="2279"/>
                  </a:lnTo>
                  <a:lnTo>
                    <a:pt x="1159" y="2163"/>
                  </a:lnTo>
                  <a:lnTo>
                    <a:pt x="1159" y="2047"/>
                  </a:lnTo>
                  <a:lnTo>
                    <a:pt x="1082" y="1970"/>
                  </a:lnTo>
                  <a:lnTo>
                    <a:pt x="657" y="1622"/>
                  </a:lnTo>
                  <a:lnTo>
                    <a:pt x="426" y="1468"/>
                  </a:lnTo>
                  <a:lnTo>
                    <a:pt x="194" y="1352"/>
                  </a:lnTo>
                  <a:lnTo>
                    <a:pt x="1" y="1622"/>
                  </a:lnTo>
                  <a:lnTo>
                    <a:pt x="271" y="1893"/>
                  </a:lnTo>
                  <a:lnTo>
                    <a:pt x="580" y="2163"/>
                  </a:lnTo>
                  <a:lnTo>
                    <a:pt x="426" y="2356"/>
                  </a:lnTo>
                  <a:lnTo>
                    <a:pt x="348" y="2626"/>
                  </a:lnTo>
                  <a:lnTo>
                    <a:pt x="348" y="2897"/>
                  </a:lnTo>
                  <a:lnTo>
                    <a:pt x="348" y="3051"/>
                  </a:lnTo>
                  <a:lnTo>
                    <a:pt x="426" y="3167"/>
                  </a:lnTo>
                  <a:lnTo>
                    <a:pt x="541" y="3360"/>
                  </a:lnTo>
                  <a:lnTo>
                    <a:pt x="696" y="3476"/>
                  </a:lnTo>
                  <a:lnTo>
                    <a:pt x="889" y="3553"/>
                  </a:lnTo>
                  <a:lnTo>
                    <a:pt x="1082" y="3630"/>
                  </a:lnTo>
                  <a:lnTo>
                    <a:pt x="1275" y="3630"/>
                  </a:lnTo>
                  <a:lnTo>
                    <a:pt x="1507" y="3592"/>
                  </a:lnTo>
                  <a:lnTo>
                    <a:pt x="1700" y="3514"/>
                  </a:lnTo>
                  <a:lnTo>
                    <a:pt x="1854" y="3437"/>
                  </a:lnTo>
                  <a:lnTo>
                    <a:pt x="2047" y="3244"/>
                  </a:lnTo>
                  <a:lnTo>
                    <a:pt x="2202" y="3090"/>
                  </a:lnTo>
                  <a:lnTo>
                    <a:pt x="2318" y="2897"/>
                  </a:lnTo>
                  <a:lnTo>
                    <a:pt x="2395" y="2703"/>
                  </a:lnTo>
                  <a:lnTo>
                    <a:pt x="2434" y="2472"/>
                  </a:lnTo>
                  <a:lnTo>
                    <a:pt x="2472" y="2279"/>
                  </a:lnTo>
                  <a:lnTo>
                    <a:pt x="2434" y="2047"/>
                  </a:lnTo>
                  <a:lnTo>
                    <a:pt x="2395" y="1815"/>
                  </a:lnTo>
                  <a:lnTo>
                    <a:pt x="2318" y="1622"/>
                  </a:lnTo>
                  <a:lnTo>
                    <a:pt x="2202" y="1391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3" name="Google Shape;3233;p15"/>
            <p:cNvSpPr/>
            <p:nvPr/>
          </p:nvSpPr>
          <p:spPr>
            <a:xfrm>
              <a:off x="6055450" y="1230350"/>
              <a:ext cx="302175" cy="155450"/>
            </a:xfrm>
            <a:custGeom>
              <a:avLst/>
              <a:gdLst/>
              <a:ahLst/>
              <a:cxnLst/>
              <a:rect l="l" t="t" r="r" b="b"/>
              <a:pathLst>
                <a:path w="12087" h="6218" extrusionOk="0">
                  <a:moveTo>
                    <a:pt x="11739" y="0"/>
                  </a:moveTo>
                  <a:lnTo>
                    <a:pt x="11662" y="39"/>
                  </a:lnTo>
                  <a:lnTo>
                    <a:pt x="11585" y="78"/>
                  </a:lnTo>
                  <a:lnTo>
                    <a:pt x="11507" y="116"/>
                  </a:lnTo>
                  <a:lnTo>
                    <a:pt x="11469" y="232"/>
                  </a:lnTo>
                  <a:lnTo>
                    <a:pt x="11469" y="309"/>
                  </a:lnTo>
                  <a:lnTo>
                    <a:pt x="11507" y="425"/>
                  </a:lnTo>
                  <a:lnTo>
                    <a:pt x="11585" y="580"/>
                  </a:lnTo>
                  <a:lnTo>
                    <a:pt x="11623" y="773"/>
                  </a:lnTo>
                  <a:lnTo>
                    <a:pt x="11585" y="966"/>
                  </a:lnTo>
                  <a:lnTo>
                    <a:pt x="11507" y="1120"/>
                  </a:lnTo>
                  <a:lnTo>
                    <a:pt x="11392" y="1275"/>
                  </a:lnTo>
                  <a:lnTo>
                    <a:pt x="11276" y="1429"/>
                  </a:lnTo>
                  <a:lnTo>
                    <a:pt x="10928" y="1738"/>
                  </a:lnTo>
                  <a:lnTo>
                    <a:pt x="10503" y="2008"/>
                  </a:lnTo>
                  <a:lnTo>
                    <a:pt x="10079" y="2240"/>
                  </a:lnTo>
                  <a:lnTo>
                    <a:pt x="9422" y="2587"/>
                  </a:lnTo>
                  <a:lnTo>
                    <a:pt x="9036" y="2781"/>
                  </a:lnTo>
                  <a:lnTo>
                    <a:pt x="9036" y="2703"/>
                  </a:lnTo>
                  <a:lnTo>
                    <a:pt x="8959" y="2626"/>
                  </a:lnTo>
                  <a:lnTo>
                    <a:pt x="8495" y="2201"/>
                  </a:lnTo>
                  <a:lnTo>
                    <a:pt x="8109" y="1699"/>
                  </a:lnTo>
                  <a:lnTo>
                    <a:pt x="7839" y="1892"/>
                  </a:lnTo>
                  <a:lnTo>
                    <a:pt x="7993" y="2201"/>
                  </a:lnTo>
                  <a:lnTo>
                    <a:pt x="8187" y="2510"/>
                  </a:lnTo>
                  <a:lnTo>
                    <a:pt x="8418" y="2781"/>
                  </a:lnTo>
                  <a:lnTo>
                    <a:pt x="8650" y="2974"/>
                  </a:lnTo>
                  <a:lnTo>
                    <a:pt x="7607" y="3514"/>
                  </a:lnTo>
                  <a:lnTo>
                    <a:pt x="6565" y="3978"/>
                  </a:lnTo>
                  <a:lnTo>
                    <a:pt x="5252" y="4518"/>
                  </a:lnTo>
                  <a:lnTo>
                    <a:pt x="3939" y="4982"/>
                  </a:lnTo>
                  <a:lnTo>
                    <a:pt x="3669" y="5059"/>
                  </a:lnTo>
                  <a:lnTo>
                    <a:pt x="3707" y="4711"/>
                  </a:lnTo>
                  <a:lnTo>
                    <a:pt x="3630" y="4364"/>
                  </a:lnTo>
                  <a:lnTo>
                    <a:pt x="3514" y="4055"/>
                  </a:lnTo>
                  <a:lnTo>
                    <a:pt x="3321" y="3707"/>
                  </a:lnTo>
                  <a:lnTo>
                    <a:pt x="3012" y="3900"/>
                  </a:lnTo>
                  <a:lnTo>
                    <a:pt x="3128" y="4171"/>
                  </a:lnTo>
                  <a:lnTo>
                    <a:pt x="3205" y="4441"/>
                  </a:lnTo>
                  <a:lnTo>
                    <a:pt x="3244" y="4866"/>
                  </a:lnTo>
                  <a:lnTo>
                    <a:pt x="3244" y="5252"/>
                  </a:lnTo>
                  <a:lnTo>
                    <a:pt x="2356" y="5522"/>
                  </a:lnTo>
                  <a:lnTo>
                    <a:pt x="1892" y="5638"/>
                  </a:lnTo>
                  <a:lnTo>
                    <a:pt x="1429" y="5677"/>
                  </a:lnTo>
                  <a:lnTo>
                    <a:pt x="1043" y="5715"/>
                  </a:lnTo>
                  <a:lnTo>
                    <a:pt x="850" y="5715"/>
                  </a:lnTo>
                  <a:lnTo>
                    <a:pt x="695" y="5677"/>
                  </a:lnTo>
                  <a:lnTo>
                    <a:pt x="579" y="5599"/>
                  </a:lnTo>
                  <a:lnTo>
                    <a:pt x="464" y="5522"/>
                  </a:lnTo>
                  <a:lnTo>
                    <a:pt x="386" y="5406"/>
                  </a:lnTo>
                  <a:lnTo>
                    <a:pt x="348" y="5291"/>
                  </a:lnTo>
                  <a:lnTo>
                    <a:pt x="309" y="5213"/>
                  </a:lnTo>
                  <a:lnTo>
                    <a:pt x="270" y="5175"/>
                  </a:lnTo>
                  <a:lnTo>
                    <a:pt x="155" y="5136"/>
                  </a:lnTo>
                  <a:lnTo>
                    <a:pt x="77" y="5175"/>
                  </a:lnTo>
                  <a:lnTo>
                    <a:pt x="39" y="5213"/>
                  </a:lnTo>
                  <a:lnTo>
                    <a:pt x="0" y="5291"/>
                  </a:lnTo>
                  <a:lnTo>
                    <a:pt x="0" y="5445"/>
                  </a:lnTo>
                  <a:lnTo>
                    <a:pt x="39" y="5599"/>
                  </a:lnTo>
                  <a:lnTo>
                    <a:pt x="77" y="5754"/>
                  </a:lnTo>
                  <a:lnTo>
                    <a:pt x="155" y="5870"/>
                  </a:lnTo>
                  <a:lnTo>
                    <a:pt x="232" y="5947"/>
                  </a:lnTo>
                  <a:lnTo>
                    <a:pt x="309" y="6024"/>
                  </a:lnTo>
                  <a:lnTo>
                    <a:pt x="541" y="6140"/>
                  </a:lnTo>
                  <a:lnTo>
                    <a:pt x="811" y="6179"/>
                  </a:lnTo>
                  <a:lnTo>
                    <a:pt x="1120" y="6217"/>
                  </a:lnTo>
                  <a:lnTo>
                    <a:pt x="1429" y="6179"/>
                  </a:lnTo>
                  <a:lnTo>
                    <a:pt x="1699" y="6140"/>
                  </a:lnTo>
                  <a:lnTo>
                    <a:pt x="2896" y="5831"/>
                  </a:lnTo>
                  <a:lnTo>
                    <a:pt x="4093" y="5445"/>
                  </a:lnTo>
                  <a:lnTo>
                    <a:pt x="5290" y="5020"/>
                  </a:lnTo>
                  <a:lnTo>
                    <a:pt x="6449" y="4557"/>
                  </a:lnTo>
                  <a:lnTo>
                    <a:pt x="7530" y="4093"/>
                  </a:lnTo>
                  <a:lnTo>
                    <a:pt x="8573" y="3591"/>
                  </a:lnTo>
                  <a:lnTo>
                    <a:pt x="9615" y="3051"/>
                  </a:lnTo>
                  <a:lnTo>
                    <a:pt x="10619" y="2472"/>
                  </a:lnTo>
                  <a:lnTo>
                    <a:pt x="10928" y="2279"/>
                  </a:lnTo>
                  <a:lnTo>
                    <a:pt x="11276" y="2047"/>
                  </a:lnTo>
                  <a:lnTo>
                    <a:pt x="11546" y="1777"/>
                  </a:lnTo>
                  <a:lnTo>
                    <a:pt x="11816" y="1506"/>
                  </a:lnTo>
                  <a:lnTo>
                    <a:pt x="12009" y="1197"/>
                  </a:lnTo>
                  <a:lnTo>
                    <a:pt x="12048" y="1043"/>
                  </a:lnTo>
                  <a:lnTo>
                    <a:pt x="12087" y="888"/>
                  </a:lnTo>
                  <a:lnTo>
                    <a:pt x="12087" y="695"/>
                  </a:lnTo>
                  <a:lnTo>
                    <a:pt x="12048" y="502"/>
                  </a:lnTo>
                  <a:lnTo>
                    <a:pt x="12009" y="309"/>
                  </a:lnTo>
                  <a:lnTo>
                    <a:pt x="11894" y="116"/>
                  </a:lnTo>
                  <a:lnTo>
                    <a:pt x="11816" y="39"/>
                  </a:lnTo>
                  <a:lnTo>
                    <a:pt x="1173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4" name="Google Shape;3234;p15"/>
            <p:cNvSpPr/>
            <p:nvPr/>
          </p:nvSpPr>
          <p:spPr>
            <a:xfrm>
              <a:off x="4272400" y="1236125"/>
              <a:ext cx="61800" cy="89825"/>
            </a:xfrm>
            <a:custGeom>
              <a:avLst/>
              <a:gdLst/>
              <a:ahLst/>
              <a:cxnLst/>
              <a:rect l="l" t="t" r="r" b="b"/>
              <a:pathLst>
                <a:path w="2472" h="3593" extrusionOk="0">
                  <a:moveTo>
                    <a:pt x="1082" y="1"/>
                  </a:moveTo>
                  <a:lnTo>
                    <a:pt x="1005" y="40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3"/>
                  </a:lnTo>
                  <a:lnTo>
                    <a:pt x="850" y="233"/>
                  </a:lnTo>
                  <a:lnTo>
                    <a:pt x="773" y="271"/>
                  </a:lnTo>
                  <a:lnTo>
                    <a:pt x="734" y="349"/>
                  </a:lnTo>
                  <a:lnTo>
                    <a:pt x="696" y="426"/>
                  </a:lnTo>
                  <a:lnTo>
                    <a:pt x="696" y="503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2"/>
                  </a:lnTo>
                  <a:lnTo>
                    <a:pt x="1275" y="928"/>
                  </a:lnTo>
                  <a:lnTo>
                    <a:pt x="1468" y="1082"/>
                  </a:lnTo>
                  <a:lnTo>
                    <a:pt x="1622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1" y="1932"/>
                  </a:lnTo>
                  <a:lnTo>
                    <a:pt x="1931" y="2163"/>
                  </a:lnTo>
                  <a:lnTo>
                    <a:pt x="1931" y="2434"/>
                  </a:lnTo>
                  <a:lnTo>
                    <a:pt x="1815" y="2743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2"/>
                  </a:lnTo>
                  <a:lnTo>
                    <a:pt x="1391" y="3129"/>
                  </a:lnTo>
                  <a:lnTo>
                    <a:pt x="1198" y="3129"/>
                  </a:lnTo>
                  <a:lnTo>
                    <a:pt x="1043" y="3090"/>
                  </a:lnTo>
                  <a:lnTo>
                    <a:pt x="927" y="3013"/>
                  </a:lnTo>
                  <a:lnTo>
                    <a:pt x="850" y="2897"/>
                  </a:lnTo>
                  <a:lnTo>
                    <a:pt x="811" y="2743"/>
                  </a:lnTo>
                  <a:lnTo>
                    <a:pt x="850" y="2588"/>
                  </a:lnTo>
                  <a:lnTo>
                    <a:pt x="927" y="2434"/>
                  </a:lnTo>
                  <a:lnTo>
                    <a:pt x="1043" y="2318"/>
                  </a:lnTo>
                  <a:lnTo>
                    <a:pt x="1159" y="2241"/>
                  </a:lnTo>
                  <a:lnTo>
                    <a:pt x="1159" y="2125"/>
                  </a:lnTo>
                  <a:lnTo>
                    <a:pt x="1120" y="2009"/>
                  </a:lnTo>
                  <a:lnTo>
                    <a:pt x="1043" y="1932"/>
                  </a:lnTo>
                  <a:lnTo>
                    <a:pt x="657" y="1623"/>
                  </a:lnTo>
                  <a:lnTo>
                    <a:pt x="425" y="1468"/>
                  </a:lnTo>
                  <a:lnTo>
                    <a:pt x="194" y="1314"/>
                  </a:lnTo>
                  <a:lnTo>
                    <a:pt x="1" y="1623"/>
                  </a:lnTo>
                  <a:lnTo>
                    <a:pt x="271" y="1893"/>
                  </a:lnTo>
                  <a:lnTo>
                    <a:pt x="580" y="2125"/>
                  </a:lnTo>
                  <a:lnTo>
                    <a:pt x="425" y="2356"/>
                  </a:lnTo>
                  <a:lnTo>
                    <a:pt x="348" y="2627"/>
                  </a:lnTo>
                  <a:lnTo>
                    <a:pt x="309" y="2897"/>
                  </a:lnTo>
                  <a:lnTo>
                    <a:pt x="348" y="3052"/>
                  </a:lnTo>
                  <a:lnTo>
                    <a:pt x="425" y="3167"/>
                  </a:lnTo>
                  <a:lnTo>
                    <a:pt x="541" y="3322"/>
                  </a:lnTo>
                  <a:lnTo>
                    <a:pt x="696" y="3476"/>
                  </a:lnTo>
                  <a:lnTo>
                    <a:pt x="889" y="3554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4"/>
                  </a:lnTo>
                  <a:lnTo>
                    <a:pt x="1700" y="3515"/>
                  </a:lnTo>
                  <a:lnTo>
                    <a:pt x="1854" y="3399"/>
                  </a:lnTo>
                  <a:lnTo>
                    <a:pt x="2047" y="3245"/>
                  </a:lnTo>
                  <a:lnTo>
                    <a:pt x="2202" y="3052"/>
                  </a:lnTo>
                  <a:lnTo>
                    <a:pt x="2317" y="2858"/>
                  </a:lnTo>
                  <a:lnTo>
                    <a:pt x="2395" y="2665"/>
                  </a:lnTo>
                  <a:lnTo>
                    <a:pt x="2433" y="2472"/>
                  </a:lnTo>
                  <a:lnTo>
                    <a:pt x="2472" y="2241"/>
                  </a:lnTo>
                  <a:lnTo>
                    <a:pt x="2433" y="2009"/>
                  </a:lnTo>
                  <a:lnTo>
                    <a:pt x="2395" y="1816"/>
                  </a:lnTo>
                  <a:lnTo>
                    <a:pt x="2317" y="1584"/>
                  </a:lnTo>
                  <a:lnTo>
                    <a:pt x="2202" y="1391"/>
                  </a:lnTo>
                  <a:lnTo>
                    <a:pt x="1970" y="1005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5" name="Google Shape;3235;p15"/>
            <p:cNvSpPr/>
            <p:nvPr/>
          </p:nvSpPr>
          <p:spPr>
            <a:xfrm>
              <a:off x="799000" y="1245800"/>
              <a:ext cx="106200" cy="124550"/>
            </a:xfrm>
            <a:custGeom>
              <a:avLst/>
              <a:gdLst/>
              <a:ahLst/>
              <a:cxnLst/>
              <a:rect l="l" t="t" r="r" b="b"/>
              <a:pathLst>
                <a:path w="4248" h="4982" extrusionOk="0">
                  <a:moveTo>
                    <a:pt x="3862" y="0"/>
                  </a:moveTo>
                  <a:lnTo>
                    <a:pt x="3591" y="579"/>
                  </a:lnTo>
                  <a:lnTo>
                    <a:pt x="3244" y="1159"/>
                  </a:lnTo>
                  <a:lnTo>
                    <a:pt x="2896" y="1699"/>
                  </a:lnTo>
                  <a:lnTo>
                    <a:pt x="2510" y="2201"/>
                  </a:lnTo>
                  <a:lnTo>
                    <a:pt x="1931" y="2858"/>
                  </a:lnTo>
                  <a:lnTo>
                    <a:pt x="1313" y="3475"/>
                  </a:lnTo>
                  <a:lnTo>
                    <a:pt x="1004" y="3784"/>
                  </a:lnTo>
                  <a:lnTo>
                    <a:pt x="657" y="4016"/>
                  </a:lnTo>
                  <a:lnTo>
                    <a:pt x="309" y="4286"/>
                  </a:lnTo>
                  <a:lnTo>
                    <a:pt x="0" y="4595"/>
                  </a:lnTo>
                  <a:lnTo>
                    <a:pt x="39" y="4981"/>
                  </a:lnTo>
                  <a:lnTo>
                    <a:pt x="155" y="4981"/>
                  </a:lnTo>
                  <a:lnTo>
                    <a:pt x="541" y="4788"/>
                  </a:lnTo>
                  <a:lnTo>
                    <a:pt x="927" y="4557"/>
                  </a:lnTo>
                  <a:lnTo>
                    <a:pt x="1313" y="4248"/>
                  </a:lnTo>
                  <a:lnTo>
                    <a:pt x="1699" y="3939"/>
                  </a:lnTo>
                  <a:lnTo>
                    <a:pt x="2008" y="3591"/>
                  </a:lnTo>
                  <a:lnTo>
                    <a:pt x="2356" y="3205"/>
                  </a:lnTo>
                  <a:lnTo>
                    <a:pt x="2896" y="2510"/>
                  </a:lnTo>
                  <a:lnTo>
                    <a:pt x="3321" y="1969"/>
                  </a:lnTo>
                  <a:lnTo>
                    <a:pt x="3669" y="1390"/>
                  </a:lnTo>
                  <a:lnTo>
                    <a:pt x="3978" y="811"/>
                  </a:lnTo>
                  <a:lnTo>
                    <a:pt x="4248" y="193"/>
                  </a:lnTo>
                  <a:lnTo>
                    <a:pt x="386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6" name="Google Shape;3236;p15"/>
            <p:cNvSpPr/>
            <p:nvPr/>
          </p:nvSpPr>
          <p:spPr>
            <a:xfrm>
              <a:off x="747825" y="12477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5" y="271"/>
                  </a:moveTo>
                  <a:lnTo>
                    <a:pt x="1236" y="387"/>
                  </a:lnTo>
                  <a:lnTo>
                    <a:pt x="1429" y="541"/>
                  </a:lnTo>
                  <a:lnTo>
                    <a:pt x="1545" y="773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4" y="1197"/>
                  </a:lnTo>
                  <a:lnTo>
                    <a:pt x="1545" y="1313"/>
                  </a:lnTo>
                  <a:lnTo>
                    <a:pt x="1429" y="1391"/>
                  </a:lnTo>
                  <a:lnTo>
                    <a:pt x="1352" y="1468"/>
                  </a:lnTo>
                  <a:lnTo>
                    <a:pt x="1198" y="1545"/>
                  </a:lnTo>
                  <a:lnTo>
                    <a:pt x="966" y="1584"/>
                  </a:lnTo>
                  <a:lnTo>
                    <a:pt x="773" y="1545"/>
                  </a:lnTo>
                  <a:lnTo>
                    <a:pt x="657" y="1468"/>
                  </a:lnTo>
                  <a:lnTo>
                    <a:pt x="580" y="1429"/>
                  </a:lnTo>
                  <a:lnTo>
                    <a:pt x="503" y="1313"/>
                  </a:lnTo>
                  <a:lnTo>
                    <a:pt x="464" y="1197"/>
                  </a:lnTo>
                  <a:lnTo>
                    <a:pt x="425" y="1004"/>
                  </a:lnTo>
                  <a:lnTo>
                    <a:pt x="425" y="773"/>
                  </a:lnTo>
                  <a:lnTo>
                    <a:pt x="541" y="580"/>
                  </a:lnTo>
                  <a:lnTo>
                    <a:pt x="696" y="425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78"/>
                  </a:lnTo>
                  <a:lnTo>
                    <a:pt x="657" y="116"/>
                  </a:lnTo>
                  <a:lnTo>
                    <a:pt x="541" y="78"/>
                  </a:lnTo>
                  <a:lnTo>
                    <a:pt x="425" y="116"/>
                  </a:lnTo>
                  <a:lnTo>
                    <a:pt x="271" y="193"/>
                  </a:lnTo>
                  <a:lnTo>
                    <a:pt x="155" y="348"/>
                  </a:lnTo>
                  <a:lnTo>
                    <a:pt x="78" y="502"/>
                  </a:lnTo>
                  <a:lnTo>
                    <a:pt x="1" y="695"/>
                  </a:lnTo>
                  <a:lnTo>
                    <a:pt x="1" y="889"/>
                  </a:lnTo>
                  <a:lnTo>
                    <a:pt x="1" y="1082"/>
                  </a:lnTo>
                  <a:lnTo>
                    <a:pt x="39" y="1275"/>
                  </a:lnTo>
                  <a:lnTo>
                    <a:pt x="78" y="1429"/>
                  </a:lnTo>
                  <a:lnTo>
                    <a:pt x="194" y="1622"/>
                  </a:lnTo>
                  <a:lnTo>
                    <a:pt x="310" y="1777"/>
                  </a:lnTo>
                  <a:lnTo>
                    <a:pt x="464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043" y="2008"/>
                  </a:lnTo>
                  <a:lnTo>
                    <a:pt x="1236" y="1970"/>
                  </a:lnTo>
                  <a:lnTo>
                    <a:pt x="1429" y="1892"/>
                  </a:lnTo>
                  <a:lnTo>
                    <a:pt x="1584" y="1815"/>
                  </a:lnTo>
                  <a:lnTo>
                    <a:pt x="1738" y="1699"/>
                  </a:lnTo>
                  <a:lnTo>
                    <a:pt x="1893" y="1545"/>
                  </a:lnTo>
                  <a:lnTo>
                    <a:pt x="1970" y="1352"/>
                  </a:lnTo>
                  <a:lnTo>
                    <a:pt x="2047" y="1197"/>
                  </a:lnTo>
                  <a:lnTo>
                    <a:pt x="2086" y="1004"/>
                  </a:lnTo>
                  <a:lnTo>
                    <a:pt x="2047" y="811"/>
                  </a:lnTo>
                  <a:lnTo>
                    <a:pt x="1970" y="580"/>
                  </a:lnTo>
                  <a:lnTo>
                    <a:pt x="1893" y="425"/>
                  </a:lnTo>
                  <a:lnTo>
                    <a:pt x="1738" y="271"/>
                  </a:lnTo>
                  <a:lnTo>
                    <a:pt x="1584" y="155"/>
                  </a:lnTo>
                  <a:lnTo>
                    <a:pt x="1429" y="78"/>
                  </a:lnTo>
                  <a:lnTo>
                    <a:pt x="123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7" name="Google Shape;3237;p15"/>
            <p:cNvSpPr/>
            <p:nvPr/>
          </p:nvSpPr>
          <p:spPr>
            <a:xfrm>
              <a:off x="1261400" y="125255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1" y="194"/>
                  </a:lnTo>
                  <a:lnTo>
                    <a:pt x="503" y="927"/>
                  </a:lnTo>
                  <a:lnTo>
                    <a:pt x="1043" y="1622"/>
                  </a:lnTo>
                  <a:lnTo>
                    <a:pt x="1700" y="2240"/>
                  </a:lnTo>
                  <a:lnTo>
                    <a:pt x="2356" y="2858"/>
                  </a:lnTo>
                  <a:lnTo>
                    <a:pt x="3090" y="3360"/>
                  </a:lnTo>
                  <a:lnTo>
                    <a:pt x="3901" y="3823"/>
                  </a:lnTo>
                  <a:lnTo>
                    <a:pt x="4673" y="4209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05"/>
                  </a:lnTo>
                  <a:lnTo>
                    <a:pt x="7685" y="4943"/>
                  </a:lnTo>
                  <a:lnTo>
                    <a:pt x="8110" y="4982"/>
                  </a:lnTo>
                  <a:lnTo>
                    <a:pt x="8535" y="4943"/>
                  </a:lnTo>
                  <a:lnTo>
                    <a:pt x="8998" y="4905"/>
                  </a:lnTo>
                  <a:lnTo>
                    <a:pt x="9423" y="4866"/>
                  </a:lnTo>
                  <a:lnTo>
                    <a:pt x="9848" y="4750"/>
                  </a:lnTo>
                  <a:lnTo>
                    <a:pt x="10272" y="4634"/>
                  </a:lnTo>
                  <a:lnTo>
                    <a:pt x="10658" y="4480"/>
                  </a:lnTo>
                  <a:lnTo>
                    <a:pt x="11083" y="4325"/>
                  </a:lnTo>
                  <a:lnTo>
                    <a:pt x="11469" y="4094"/>
                  </a:lnTo>
                  <a:lnTo>
                    <a:pt x="11856" y="3862"/>
                  </a:lnTo>
                  <a:lnTo>
                    <a:pt x="12242" y="3592"/>
                  </a:lnTo>
                  <a:lnTo>
                    <a:pt x="12319" y="3514"/>
                  </a:lnTo>
                  <a:lnTo>
                    <a:pt x="12435" y="3167"/>
                  </a:lnTo>
                  <a:lnTo>
                    <a:pt x="12280" y="3167"/>
                  </a:lnTo>
                  <a:lnTo>
                    <a:pt x="12203" y="3128"/>
                  </a:lnTo>
                  <a:lnTo>
                    <a:pt x="12126" y="3090"/>
                  </a:lnTo>
                  <a:lnTo>
                    <a:pt x="12010" y="3128"/>
                  </a:lnTo>
                  <a:lnTo>
                    <a:pt x="11933" y="3167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6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03"/>
                  </a:lnTo>
                  <a:lnTo>
                    <a:pt x="8342" y="4441"/>
                  </a:lnTo>
                  <a:lnTo>
                    <a:pt x="7492" y="4441"/>
                  </a:lnTo>
                  <a:lnTo>
                    <a:pt x="7067" y="4403"/>
                  </a:lnTo>
                  <a:lnTo>
                    <a:pt x="6643" y="4325"/>
                  </a:lnTo>
                  <a:lnTo>
                    <a:pt x="6218" y="4248"/>
                  </a:lnTo>
                  <a:lnTo>
                    <a:pt x="5793" y="4132"/>
                  </a:lnTo>
                  <a:lnTo>
                    <a:pt x="5407" y="4016"/>
                  </a:lnTo>
                  <a:lnTo>
                    <a:pt x="4596" y="3669"/>
                  </a:lnTo>
                  <a:lnTo>
                    <a:pt x="3901" y="3283"/>
                  </a:lnTo>
                  <a:lnTo>
                    <a:pt x="3206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8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8" name="Google Shape;3238;p15"/>
            <p:cNvSpPr/>
            <p:nvPr/>
          </p:nvSpPr>
          <p:spPr>
            <a:xfrm>
              <a:off x="1569350" y="1258350"/>
              <a:ext cx="92700" cy="136125"/>
            </a:xfrm>
            <a:custGeom>
              <a:avLst/>
              <a:gdLst/>
              <a:ahLst/>
              <a:cxnLst/>
              <a:rect l="l" t="t" r="r" b="b"/>
              <a:pathLst>
                <a:path w="3708" h="5445" extrusionOk="0">
                  <a:moveTo>
                    <a:pt x="3399" y="0"/>
                  </a:moveTo>
                  <a:lnTo>
                    <a:pt x="3360" y="77"/>
                  </a:lnTo>
                  <a:lnTo>
                    <a:pt x="3245" y="116"/>
                  </a:lnTo>
                  <a:lnTo>
                    <a:pt x="3013" y="309"/>
                  </a:lnTo>
                  <a:lnTo>
                    <a:pt x="2781" y="541"/>
                  </a:lnTo>
                  <a:lnTo>
                    <a:pt x="2549" y="772"/>
                  </a:lnTo>
                  <a:lnTo>
                    <a:pt x="2356" y="1004"/>
                  </a:lnTo>
                  <a:lnTo>
                    <a:pt x="2047" y="1236"/>
                  </a:lnTo>
                  <a:lnTo>
                    <a:pt x="1777" y="1467"/>
                  </a:lnTo>
                  <a:lnTo>
                    <a:pt x="1159" y="1815"/>
                  </a:lnTo>
                  <a:lnTo>
                    <a:pt x="1082" y="1892"/>
                  </a:lnTo>
                  <a:lnTo>
                    <a:pt x="1082" y="1969"/>
                  </a:lnTo>
                  <a:lnTo>
                    <a:pt x="1082" y="2008"/>
                  </a:lnTo>
                  <a:lnTo>
                    <a:pt x="1121" y="2085"/>
                  </a:lnTo>
                  <a:lnTo>
                    <a:pt x="1005" y="2085"/>
                  </a:lnTo>
                  <a:lnTo>
                    <a:pt x="889" y="2124"/>
                  </a:lnTo>
                  <a:lnTo>
                    <a:pt x="850" y="2201"/>
                  </a:lnTo>
                  <a:lnTo>
                    <a:pt x="812" y="2278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510"/>
                  </a:lnTo>
                  <a:lnTo>
                    <a:pt x="966" y="2549"/>
                  </a:lnTo>
                  <a:lnTo>
                    <a:pt x="1198" y="2626"/>
                  </a:lnTo>
                  <a:lnTo>
                    <a:pt x="1430" y="2703"/>
                  </a:lnTo>
                  <a:lnTo>
                    <a:pt x="1623" y="2858"/>
                  </a:lnTo>
                  <a:lnTo>
                    <a:pt x="1816" y="3012"/>
                  </a:lnTo>
                  <a:lnTo>
                    <a:pt x="1970" y="3205"/>
                  </a:lnTo>
                  <a:lnTo>
                    <a:pt x="2086" y="3398"/>
                  </a:lnTo>
                  <a:lnTo>
                    <a:pt x="2125" y="3630"/>
                  </a:lnTo>
                  <a:lnTo>
                    <a:pt x="2125" y="3900"/>
                  </a:lnTo>
                  <a:lnTo>
                    <a:pt x="2086" y="4132"/>
                  </a:lnTo>
                  <a:lnTo>
                    <a:pt x="2009" y="4364"/>
                  </a:lnTo>
                  <a:lnTo>
                    <a:pt x="1893" y="4557"/>
                  </a:lnTo>
                  <a:lnTo>
                    <a:pt x="1739" y="4711"/>
                  </a:lnTo>
                  <a:lnTo>
                    <a:pt x="1545" y="4866"/>
                  </a:lnTo>
                  <a:lnTo>
                    <a:pt x="1314" y="4943"/>
                  </a:lnTo>
                  <a:lnTo>
                    <a:pt x="1198" y="4981"/>
                  </a:lnTo>
                  <a:lnTo>
                    <a:pt x="1082" y="4981"/>
                  </a:lnTo>
                  <a:lnTo>
                    <a:pt x="889" y="4904"/>
                  </a:lnTo>
                  <a:lnTo>
                    <a:pt x="773" y="4788"/>
                  </a:lnTo>
                  <a:lnTo>
                    <a:pt x="696" y="4634"/>
                  </a:lnTo>
                  <a:lnTo>
                    <a:pt x="696" y="4441"/>
                  </a:lnTo>
                  <a:lnTo>
                    <a:pt x="735" y="4286"/>
                  </a:lnTo>
                  <a:lnTo>
                    <a:pt x="812" y="4209"/>
                  </a:lnTo>
                  <a:lnTo>
                    <a:pt x="889" y="4171"/>
                  </a:lnTo>
                  <a:lnTo>
                    <a:pt x="966" y="4132"/>
                  </a:lnTo>
                  <a:lnTo>
                    <a:pt x="1121" y="4093"/>
                  </a:lnTo>
                  <a:lnTo>
                    <a:pt x="1237" y="4055"/>
                  </a:lnTo>
                  <a:lnTo>
                    <a:pt x="1314" y="3939"/>
                  </a:lnTo>
                  <a:lnTo>
                    <a:pt x="1314" y="3784"/>
                  </a:lnTo>
                  <a:lnTo>
                    <a:pt x="1275" y="3746"/>
                  </a:lnTo>
                  <a:lnTo>
                    <a:pt x="1237" y="3669"/>
                  </a:lnTo>
                  <a:lnTo>
                    <a:pt x="117" y="2935"/>
                  </a:lnTo>
                  <a:lnTo>
                    <a:pt x="1" y="3282"/>
                  </a:lnTo>
                  <a:lnTo>
                    <a:pt x="657" y="3784"/>
                  </a:lnTo>
                  <a:lnTo>
                    <a:pt x="503" y="3900"/>
                  </a:lnTo>
                  <a:lnTo>
                    <a:pt x="387" y="3977"/>
                  </a:lnTo>
                  <a:lnTo>
                    <a:pt x="310" y="4132"/>
                  </a:lnTo>
                  <a:lnTo>
                    <a:pt x="233" y="4248"/>
                  </a:lnTo>
                  <a:lnTo>
                    <a:pt x="194" y="4402"/>
                  </a:lnTo>
                  <a:lnTo>
                    <a:pt x="194" y="4557"/>
                  </a:lnTo>
                  <a:lnTo>
                    <a:pt x="194" y="4711"/>
                  </a:lnTo>
                  <a:lnTo>
                    <a:pt x="271" y="4904"/>
                  </a:lnTo>
                  <a:lnTo>
                    <a:pt x="387" y="5097"/>
                  </a:lnTo>
                  <a:lnTo>
                    <a:pt x="542" y="5252"/>
                  </a:lnTo>
                  <a:lnTo>
                    <a:pt x="735" y="5368"/>
                  </a:lnTo>
                  <a:lnTo>
                    <a:pt x="966" y="5445"/>
                  </a:lnTo>
                  <a:lnTo>
                    <a:pt x="1198" y="5445"/>
                  </a:lnTo>
                  <a:lnTo>
                    <a:pt x="1430" y="5406"/>
                  </a:lnTo>
                  <a:lnTo>
                    <a:pt x="1623" y="5329"/>
                  </a:lnTo>
                  <a:lnTo>
                    <a:pt x="1854" y="5213"/>
                  </a:lnTo>
                  <a:lnTo>
                    <a:pt x="2086" y="5059"/>
                  </a:lnTo>
                  <a:lnTo>
                    <a:pt x="2241" y="4866"/>
                  </a:lnTo>
                  <a:lnTo>
                    <a:pt x="2395" y="4673"/>
                  </a:lnTo>
                  <a:lnTo>
                    <a:pt x="2511" y="4441"/>
                  </a:lnTo>
                  <a:lnTo>
                    <a:pt x="2588" y="4209"/>
                  </a:lnTo>
                  <a:lnTo>
                    <a:pt x="2588" y="3977"/>
                  </a:lnTo>
                  <a:lnTo>
                    <a:pt x="2588" y="3746"/>
                  </a:lnTo>
                  <a:lnTo>
                    <a:pt x="2549" y="3514"/>
                  </a:lnTo>
                  <a:lnTo>
                    <a:pt x="2472" y="3282"/>
                  </a:lnTo>
                  <a:lnTo>
                    <a:pt x="2395" y="3089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510"/>
                  </a:lnTo>
                  <a:lnTo>
                    <a:pt x="1739" y="2356"/>
                  </a:lnTo>
                  <a:lnTo>
                    <a:pt x="1507" y="2240"/>
                  </a:lnTo>
                  <a:lnTo>
                    <a:pt x="1275" y="2124"/>
                  </a:lnTo>
                  <a:lnTo>
                    <a:pt x="1623" y="2008"/>
                  </a:lnTo>
                  <a:lnTo>
                    <a:pt x="1932" y="1815"/>
                  </a:lnTo>
                  <a:lnTo>
                    <a:pt x="2279" y="1661"/>
                  </a:lnTo>
                  <a:lnTo>
                    <a:pt x="2549" y="1429"/>
                  </a:lnTo>
                  <a:lnTo>
                    <a:pt x="2820" y="1197"/>
                  </a:lnTo>
                  <a:lnTo>
                    <a:pt x="3129" y="966"/>
                  </a:lnTo>
                  <a:lnTo>
                    <a:pt x="3360" y="695"/>
                  </a:lnTo>
                  <a:lnTo>
                    <a:pt x="3438" y="541"/>
                  </a:lnTo>
                  <a:lnTo>
                    <a:pt x="3515" y="386"/>
                  </a:lnTo>
                  <a:lnTo>
                    <a:pt x="3708" y="116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9" name="Google Shape;3239;p15"/>
            <p:cNvSpPr/>
            <p:nvPr/>
          </p:nvSpPr>
          <p:spPr>
            <a:xfrm>
              <a:off x="3876600" y="1260275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0" y="232"/>
                  </a:lnTo>
                  <a:lnTo>
                    <a:pt x="502" y="966"/>
                  </a:lnTo>
                  <a:lnTo>
                    <a:pt x="1043" y="1622"/>
                  </a:lnTo>
                  <a:lnTo>
                    <a:pt x="1699" y="2279"/>
                  </a:lnTo>
                  <a:lnTo>
                    <a:pt x="2356" y="2858"/>
                  </a:lnTo>
                  <a:lnTo>
                    <a:pt x="3090" y="3398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4" y="4982"/>
                  </a:lnTo>
                  <a:lnTo>
                    <a:pt x="8998" y="4943"/>
                  </a:lnTo>
                  <a:lnTo>
                    <a:pt x="9422" y="4866"/>
                  </a:lnTo>
                  <a:lnTo>
                    <a:pt x="9847" y="4789"/>
                  </a:lnTo>
                  <a:lnTo>
                    <a:pt x="10272" y="4673"/>
                  </a:lnTo>
                  <a:lnTo>
                    <a:pt x="10658" y="4518"/>
                  </a:lnTo>
                  <a:lnTo>
                    <a:pt x="11083" y="4325"/>
                  </a:lnTo>
                  <a:lnTo>
                    <a:pt x="11469" y="4132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319" y="3553"/>
                  </a:lnTo>
                  <a:lnTo>
                    <a:pt x="12434" y="3205"/>
                  </a:lnTo>
                  <a:lnTo>
                    <a:pt x="12357" y="3167"/>
                  </a:lnTo>
                  <a:lnTo>
                    <a:pt x="12280" y="3205"/>
                  </a:lnTo>
                  <a:lnTo>
                    <a:pt x="12203" y="3128"/>
                  </a:lnTo>
                  <a:lnTo>
                    <a:pt x="12010" y="3128"/>
                  </a:lnTo>
                  <a:lnTo>
                    <a:pt x="11932" y="3205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6" y="4016"/>
                  </a:lnTo>
                  <a:lnTo>
                    <a:pt x="10040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1" y="4480"/>
                  </a:lnTo>
                  <a:lnTo>
                    <a:pt x="7916" y="4480"/>
                  </a:lnTo>
                  <a:lnTo>
                    <a:pt x="7492" y="4441"/>
                  </a:lnTo>
                  <a:lnTo>
                    <a:pt x="7067" y="4402"/>
                  </a:lnTo>
                  <a:lnTo>
                    <a:pt x="6642" y="4364"/>
                  </a:lnTo>
                  <a:lnTo>
                    <a:pt x="6217" y="4248"/>
                  </a:lnTo>
                  <a:lnTo>
                    <a:pt x="5793" y="4171"/>
                  </a:lnTo>
                  <a:lnTo>
                    <a:pt x="5368" y="4016"/>
                  </a:lnTo>
                  <a:lnTo>
                    <a:pt x="4596" y="3707"/>
                  </a:lnTo>
                  <a:lnTo>
                    <a:pt x="3901" y="3283"/>
                  </a:lnTo>
                  <a:lnTo>
                    <a:pt x="3205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0" name="Google Shape;3240;p15"/>
            <p:cNvSpPr/>
            <p:nvPr/>
          </p:nvSpPr>
          <p:spPr>
            <a:xfrm>
              <a:off x="4184550" y="1267025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1"/>
                  </a:moveTo>
                  <a:lnTo>
                    <a:pt x="3360" y="78"/>
                  </a:lnTo>
                  <a:lnTo>
                    <a:pt x="3244" y="78"/>
                  </a:lnTo>
                  <a:lnTo>
                    <a:pt x="3013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3" y="1931"/>
                  </a:lnTo>
                  <a:lnTo>
                    <a:pt x="1082" y="2009"/>
                  </a:lnTo>
                  <a:lnTo>
                    <a:pt x="1120" y="2086"/>
                  </a:lnTo>
                  <a:lnTo>
                    <a:pt x="1005" y="2086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1" y="2240"/>
                  </a:lnTo>
                  <a:lnTo>
                    <a:pt x="811" y="2356"/>
                  </a:lnTo>
                  <a:lnTo>
                    <a:pt x="811" y="2433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8" y="2588"/>
                  </a:lnTo>
                  <a:lnTo>
                    <a:pt x="1429" y="2704"/>
                  </a:lnTo>
                  <a:lnTo>
                    <a:pt x="1622" y="2820"/>
                  </a:lnTo>
                  <a:lnTo>
                    <a:pt x="1815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4" y="3630"/>
                  </a:lnTo>
                  <a:lnTo>
                    <a:pt x="2124" y="3901"/>
                  </a:lnTo>
                  <a:lnTo>
                    <a:pt x="2086" y="4094"/>
                  </a:lnTo>
                  <a:lnTo>
                    <a:pt x="2009" y="4326"/>
                  </a:lnTo>
                  <a:lnTo>
                    <a:pt x="1893" y="4519"/>
                  </a:lnTo>
                  <a:lnTo>
                    <a:pt x="1738" y="4712"/>
                  </a:lnTo>
                  <a:lnTo>
                    <a:pt x="1545" y="4828"/>
                  </a:lnTo>
                  <a:lnTo>
                    <a:pt x="1313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6"/>
                  </a:lnTo>
                  <a:lnTo>
                    <a:pt x="657" y="4441"/>
                  </a:lnTo>
                  <a:lnTo>
                    <a:pt x="734" y="4287"/>
                  </a:lnTo>
                  <a:lnTo>
                    <a:pt x="811" y="4210"/>
                  </a:lnTo>
                  <a:lnTo>
                    <a:pt x="889" y="4132"/>
                  </a:lnTo>
                  <a:lnTo>
                    <a:pt x="966" y="4094"/>
                  </a:lnTo>
                  <a:lnTo>
                    <a:pt x="1120" y="4094"/>
                  </a:lnTo>
                  <a:lnTo>
                    <a:pt x="1236" y="4017"/>
                  </a:lnTo>
                  <a:lnTo>
                    <a:pt x="1313" y="3901"/>
                  </a:lnTo>
                  <a:lnTo>
                    <a:pt x="1313" y="3785"/>
                  </a:lnTo>
                  <a:lnTo>
                    <a:pt x="1275" y="3708"/>
                  </a:lnTo>
                  <a:lnTo>
                    <a:pt x="1198" y="3669"/>
                  </a:lnTo>
                  <a:lnTo>
                    <a:pt x="116" y="2935"/>
                  </a:lnTo>
                  <a:lnTo>
                    <a:pt x="1" y="3283"/>
                  </a:lnTo>
                  <a:lnTo>
                    <a:pt x="657" y="3785"/>
                  </a:lnTo>
                  <a:lnTo>
                    <a:pt x="503" y="3862"/>
                  </a:lnTo>
                  <a:lnTo>
                    <a:pt x="387" y="3978"/>
                  </a:lnTo>
                  <a:lnTo>
                    <a:pt x="309" y="4094"/>
                  </a:lnTo>
                  <a:lnTo>
                    <a:pt x="232" y="4248"/>
                  </a:lnTo>
                  <a:lnTo>
                    <a:pt x="194" y="4403"/>
                  </a:lnTo>
                  <a:lnTo>
                    <a:pt x="194" y="4557"/>
                  </a:lnTo>
                  <a:lnTo>
                    <a:pt x="194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1" y="5252"/>
                  </a:lnTo>
                  <a:lnTo>
                    <a:pt x="734" y="5368"/>
                  </a:lnTo>
                  <a:lnTo>
                    <a:pt x="966" y="5407"/>
                  </a:lnTo>
                  <a:lnTo>
                    <a:pt x="1198" y="5407"/>
                  </a:lnTo>
                  <a:lnTo>
                    <a:pt x="1429" y="5368"/>
                  </a:lnTo>
                  <a:lnTo>
                    <a:pt x="1622" y="5330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0" y="4828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6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31" y="2472"/>
                  </a:lnTo>
                  <a:lnTo>
                    <a:pt x="1738" y="2356"/>
                  </a:lnTo>
                  <a:lnTo>
                    <a:pt x="1507" y="2202"/>
                  </a:lnTo>
                  <a:lnTo>
                    <a:pt x="1275" y="2124"/>
                  </a:lnTo>
                  <a:lnTo>
                    <a:pt x="1622" y="1970"/>
                  </a:lnTo>
                  <a:lnTo>
                    <a:pt x="1931" y="1816"/>
                  </a:lnTo>
                  <a:lnTo>
                    <a:pt x="2240" y="1622"/>
                  </a:lnTo>
                  <a:lnTo>
                    <a:pt x="2549" y="1391"/>
                  </a:lnTo>
                  <a:lnTo>
                    <a:pt x="2819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7" y="541"/>
                  </a:lnTo>
                  <a:lnTo>
                    <a:pt x="3515" y="387"/>
                  </a:lnTo>
                  <a:lnTo>
                    <a:pt x="3708" y="78"/>
                  </a:lnTo>
                  <a:lnTo>
                    <a:pt x="351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1" name="Google Shape;3241;p15"/>
            <p:cNvSpPr/>
            <p:nvPr/>
          </p:nvSpPr>
          <p:spPr>
            <a:xfrm>
              <a:off x="3067625" y="1293100"/>
              <a:ext cx="105250" cy="105250"/>
            </a:xfrm>
            <a:custGeom>
              <a:avLst/>
              <a:gdLst/>
              <a:ahLst/>
              <a:cxnLst/>
              <a:rect l="l" t="t" r="r" b="b"/>
              <a:pathLst>
                <a:path w="4210" h="4210" extrusionOk="0">
                  <a:moveTo>
                    <a:pt x="2317" y="348"/>
                  </a:moveTo>
                  <a:lnTo>
                    <a:pt x="2472" y="425"/>
                  </a:lnTo>
                  <a:lnTo>
                    <a:pt x="2665" y="464"/>
                  </a:lnTo>
                  <a:lnTo>
                    <a:pt x="2819" y="579"/>
                  </a:lnTo>
                  <a:lnTo>
                    <a:pt x="2974" y="695"/>
                  </a:lnTo>
                  <a:lnTo>
                    <a:pt x="3128" y="811"/>
                  </a:lnTo>
                  <a:lnTo>
                    <a:pt x="3205" y="850"/>
                  </a:lnTo>
                  <a:lnTo>
                    <a:pt x="3360" y="1081"/>
                  </a:lnTo>
                  <a:lnTo>
                    <a:pt x="3553" y="1313"/>
                  </a:lnTo>
                  <a:lnTo>
                    <a:pt x="3669" y="1545"/>
                  </a:lnTo>
                  <a:lnTo>
                    <a:pt x="3784" y="1815"/>
                  </a:lnTo>
                  <a:lnTo>
                    <a:pt x="3823" y="2085"/>
                  </a:lnTo>
                  <a:lnTo>
                    <a:pt x="3823" y="2356"/>
                  </a:lnTo>
                  <a:lnTo>
                    <a:pt x="3784" y="2665"/>
                  </a:lnTo>
                  <a:lnTo>
                    <a:pt x="3669" y="2935"/>
                  </a:lnTo>
                  <a:lnTo>
                    <a:pt x="3476" y="3244"/>
                  </a:lnTo>
                  <a:lnTo>
                    <a:pt x="3205" y="3476"/>
                  </a:lnTo>
                  <a:lnTo>
                    <a:pt x="2896" y="3669"/>
                  </a:lnTo>
                  <a:lnTo>
                    <a:pt x="2587" y="3785"/>
                  </a:lnTo>
                  <a:lnTo>
                    <a:pt x="2201" y="3862"/>
                  </a:lnTo>
                  <a:lnTo>
                    <a:pt x="1854" y="3823"/>
                  </a:lnTo>
                  <a:lnTo>
                    <a:pt x="1506" y="3746"/>
                  </a:lnTo>
                  <a:lnTo>
                    <a:pt x="1197" y="3591"/>
                  </a:lnTo>
                  <a:lnTo>
                    <a:pt x="927" y="3398"/>
                  </a:lnTo>
                  <a:lnTo>
                    <a:pt x="695" y="3167"/>
                  </a:lnTo>
                  <a:lnTo>
                    <a:pt x="541" y="2858"/>
                  </a:lnTo>
                  <a:lnTo>
                    <a:pt x="425" y="2549"/>
                  </a:lnTo>
                  <a:lnTo>
                    <a:pt x="348" y="2240"/>
                  </a:lnTo>
                  <a:lnTo>
                    <a:pt x="348" y="1892"/>
                  </a:lnTo>
                  <a:lnTo>
                    <a:pt x="425" y="1583"/>
                  </a:lnTo>
                  <a:lnTo>
                    <a:pt x="541" y="1275"/>
                  </a:lnTo>
                  <a:lnTo>
                    <a:pt x="772" y="966"/>
                  </a:lnTo>
                  <a:lnTo>
                    <a:pt x="1081" y="695"/>
                  </a:lnTo>
                  <a:lnTo>
                    <a:pt x="1390" y="502"/>
                  </a:lnTo>
                  <a:lnTo>
                    <a:pt x="1738" y="386"/>
                  </a:lnTo>
                  <a:lnTo>
                    <a:pt x="2124" y="348"/>
                  </a:lnTo>
                  <a:close/>
                  <a:moveTo>
                    <a:pt x="1892" y="0"/>
                  </a:moveTo>
                  <a:lnTo>
                    <a:pt x="1545" y="77"/>
                  </a:lnTo>
                  <a:lnTo>
                    <a:pt x="1197" y="232"/>
                  </a:lnTo>
                  <a:lnTo>
                    <a:pt x="850" y="425"/>
                  </a:lnTo>
                  <a:lnTo>
                    <a:pt x="618" y="618"/>
                  </a:lnTo>
                  <a:lnTo>
                    <a:pt x="464" y="811"/>
                  </a:lnTo>
                  <a:lnTo>
                    <a:pt x="309" y="966"/>
                  </a:lnTo>
                  <a:lnTo>
                    <a:pt x="232" y="1159"/>
                  </a:lnTo>
                  <a:lnTo>
                    <a:pt x="116" y="1390"/>
                  </a:lnTo>
                  <a:lnTo>
                    <a:pt x="39" y="1815"/>
                  </a:lnTo>
                  <a:lnTo>
                    <a:pt x="0" y="2240"/>
                  </a:lnTo>
                  <a:lnTo>
                    <a:pt x="77" y="2665"/>
                  </a:lnTo>
                  <a:lnTo>
                    <a:pt x="232" y="3051"/>
                  </a:lnTo>
                  <a:lnTo>
                    <a:pt x="464" y="3437"/>
                  </a:lnTo>
                  <a:lnTo>
                    <a:pt x="618" y="3591"/>
                  </a:lnTo>
                  <a:lnTo>
                    <a:pt x="772" y="3746"/>
                  </a:lnTo>
                  <a:lnTo>
                    <a:pt x="1120" y="3978"/>
                  </a:lnTo>
                  <a:lnTo>
                    <a:pt x="1506" y="4132"/>
                  </a:lnTo>
                  <a:lnTo>
                    <a:pt x="1931" y="4209"/>
                  </a:lnTo>
                  <a:lnTo>
                    <a:pt x="2317" y="4209"/>
                  </a:lnTo>
                  <a:lnTo>
                    <a:pt x="2742" y="4132"/>
                  </a:lnTo>
                  <a:lnTo>
                    <a:pt x="3128" y="3978"/>
                  </a:lnTo>
                  <a:lnTo>
                    <a:pt x="3476" y="3785"/>
                  </a:lnTo>
                  <a:lnTo>
                    <a:pt x="3784" y="3476"/>
                  </a:lnTo>
                  <a:lnTo>
                    <a:pt x="3900" y="3321"/>
                  </a:lnTo>
                  <a:lnTo>
                    <a:pt x="4016" y="3128"/>
                  </a:lnTo>
                  <a:lnTo>
                    <a:pt x="4093" y="2935"/>
                  </a:lnTo>
                  <a:lnTo>
                    <a:pt x="4132" y="2703"/>
                  </a:lnTo>
                  <a:lnTo>
                    <a:pt x="4209" y="2279"/>
                  </a:lnTo>
                  <a:lnTo>
                    <a:pt x="4171" y="1854"/>
                  </a:lnTo>
                  <a:lnTo>
                    <a:pt x="4055" y="1429"/>
                  </a:lnTo>
                  <a:lnTo>
                    <a:pt x="3939" y="1236"/>
                  </a:lnTo>
                  <a:lnTo>
                    <a:pt x="3823" y="1043"/>
                  </a:lnTo>
                  <a:lnTo>
                    <a:pt x="3707" y="888"/>
                  </a:lnTo>
                  <a:lnTo>
                    <a:pt x="3553" y="734"/>
                  </a:lnTo>
                  <a:lnTo>
                    <a:pt x="3360" y="579"/>
                  </a:lnTo>
                  <a:lnTo>
                    <a:pt x="3167" y="502"/>
                  </a:lnTo>
                  <a:lnTo>
                    <a:pt x="3128" y="502"/>
                  </a:lnTo>
                  <a:lnTo>
                    <a:pt x="3051" y="348"/>
                  </a:lnTo>
                  <a:lnTo>
                    <a:pt x="2896" y="232"/>
                  </a:lnTo>
                  <a:lnTo>
                    <a:pt x="2780" y="116"/>
                  </a:lnTo>
                  <a:lnTo>
                    <a:pt x="2626" y="77"/>
                  </a:lnTo>
                  <a:lnTo>
                    <a:pt x="2433" y="39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2" name="Google Shape;3242;p15"/>
            <p:cNvSpPr/>
            <p:nvPr/>
          </p:nvSpPr>
          <p:spPr>
            <a:xfrm>
              <a:off x="686050" y="1295025"/>
              <a:ext cx="44425" cy="43475"/>
            </a:xfrm>
            <a:custGeom>
              <a:avLst/>
              <a:gdLst/>
              <a:ahLst/>
              <a:cxnLst/>
              <a:rect l="l" t="t" r="r" b="b"/>
              <a:pathLst>
                <a:path w="1777" h="1739" extrusionOk="0">
                  <a:moveTo>
                    <a:pt x="773" y="309"/>
                  </a:moveTo>
                  <a:lnTo>
                    <a:pt x="966" y="348"/>
                  </a:lnTo>
                  <a:lnTo>
                    <a:pt x="1159" y="464"/>
                  </a:lnTo>
                  <a:lnTo>
                    <a:pt x="1313" y="580"/>
                  </a:lnTo>
                  <a:lnTo>
                    <a:pt x="1390" y="773"/>
                  </a:lnTo>
                  <a:lnTo>
                    <a:pt x="1390" y="966"/>
                  </a:lnTo>
                  <a:lnTo>
                    <a:pt x="1352" y="1043"/>
                  </a:lnTo>
                  <a:lnTo>
                    <a:pt x="1275" y="1159"/>
                  </a:lnTo>
                  <a:lnTo>
                    <a:pt x="1197" y="1236"/>
                  </a:lnTo>
                  <a:lnTo>
                    <a:pt x="1082" y="1275"/>
                  </a:lnTo>
                  <a:lnTo>
                    <a:pt x="888" y="1352"/>
                  </a:lnTo>
                  <a:lnTo>
                    <a:pt x="695" y="1352"/>
                  </a:lnTo>
                  <a:lnTo>
                    <a:pt x="541" y="1236"/>
                  </a:lnTo>
                  <a:lnTo>
                    <a:pt x="425" y="1082"/>
                  </a:lnTo>
                  <a:lnTo>
                    <a:pt x="386" y="889"/>
                  </a:lnTo>
                  <a:lnTo>
                    <a:pt x="386" y="734"/>
                  </a:lnTo>
                  <a:lnTo>
                    <a:pt x="464" y="541"/>
                  </a:lnTo>
                  <a:lnTo>
                    <a:pt x="541" y="387"/>
                  </a:lnTo>
                  <a:lnTo>
                    <a:pt x="541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8" y="39"/>
                  </a:lnTo>
                  <a:lnTo>
                    <a:pt x="464" y="116"/>
                  </a:lnTo>
                  <a:lnTo>
                    <a:pt x="425" y="155"/>
                  </a:lnTo>
                  <a:lnTo>
                    <a:pt x="348" y="155"/>
                  </a:lnTo>
                  <a:lnTo>
                    <a:pt x="232" y="271"/>
                  </a:lnTo>
                  <a:lnTo>
                    <a:pt x="116" y="387"/>
                  </a:lnTo>
                  <a:lnTo>
                    <a:pt x="39" y="502"/>
                  </a:lnTo>
                  <a:lnTo>
                    <a:pt x="0" y="657"/>
                  </a:lnTo>
                  <a:lnTo>
                    <a:pt x="0" y="850"/>
                  </a:lnTo>
                  <a:lnTo>
                    <a:pt x="0" y="1004"/>
                  </a:lnTo>
                  <a:lnTo>
                    <a:pt x="39" y="1159"/>
                  </a:lnTo>
                  <a:lnTo>
                    <a:pt x="116" y="1313"/>
                  </a:lnTo>
                  <a:lnTo>
                    <a:pt x="193" y="1468"/>
                  </a:lnTo>
                  <a:lnTo>
                    <a:pt x="348" y="1584"/>
                  </a:lnTo>
                  <a:lnTo>
                    <a:pt x="464" y="1661"/>
                  </a:lnTo>
                  <a:lnTo>
                    <a:pt x="618" y="1738"/>
                  </a:lnTo>
                  <a:lnTo>
                    <a:pt x="966" y="1738"/>
                  </a:lnTo>
                  <a:lnTo>
                    <a:pt x="1120" y="1700"/>
                  </a:lnTo>
                  <a:lnTo>
                    <a:pt x="1275" y="1622"/>
                  </a:lnTo>
                  <a:lnTo>
                    <a:pt x="1429" y="1545"/>
                  </a:lnTo>
                  <a:lnTo>
                    <a:pt x="1584" y="1391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27"/>
                  </a:lnTo>
                  <a:lnTo>
                    <a:pt x="1777" y="773"/>
                  </a:lnTo>
                  <a:lnTo>
                    <a:pt x="1738" y="580"/>
                  </a:lnTo>
                  <a:lnTo>
                    <a:pt x="1661" y="425"/>
                  </a:lnTo>
                  <a:lnTo>
                    <a:pt x="1545" y="271"/>
                  </a:lnTo>
                  <a:lnTo>
                    <a:pt x="1429" y="155"/>
                  </a:lnTo>
                  <a:lnTo>
                    <a:pt x="1275" y="78"/>
                  </a:lnTo>
                  <a:lnTo>
                    <a:pt x="1120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3" name="Google Shape;3243;p15"/>
            <p:cNvSpPr/>
            <p:nvPr/>
          </p:nvSpPr>
          <p:spPr>
            <a:xfrm>
              <a:off x="691825" y="1300825"/>
              <a:ext cx="114925" cy="285775"/>
            </a:xfrm>
            <a:custGeom>
              <a:avLst/>
              <a:gdLst/>
              <a:ahLst/>
              <a:cxnLst/>
              <a:rect l="l" t="t" r="r" b="b"/>
              <a:pathLst>
                <a:path w="4597" h="11431" extrusionOk="0">
                  <a:moveTo>
                    <a:pt x="3631" y="888"/>
                  </a:moveTo>
                  <a:lnTo>
                    <a:pt x="3708" y="2008"/>
                  </a:lnTo>
                  <a:lnTo>
                    <a:pt x="3824" y="3128"/>
                  </a:lnTo>
                  <a:lnTo>
                    <a:pt x="3940" y="4248"/>
                  </a:lnTo>
                  <a:lnTo>
                    <a:pt x="4017" y="5406"/>
                  </a:lnTo>
                  <a:lnTo>
                    <a:pt x="4056" y="6603"/>
                  </a:lnTo>
                  <a:lnTo>
                    <a:pt x="4056" y="7260"/>
                  </a:lnTo>
                  <a:lnTo>
                    <a:pt x="3978" y="7878"/>
                  </a:lnTo>
                  <a:lnTo>
                    <a:pt x="3901" y="8534"/>
                  </a:lnTo>
                  <a:lnTo>
                    <a:pt x="3747" y="9152"/>
                  </a:lnTo>
                  <a:lnTo>
                    <a:pt x="3515" y="9731"/>
                  </a:lnTo>
                  <a:lnTo>
                    <a:pt x="3245" y="10272"/>
                  </a:lnTo>
                  <a:lnTo>
                    <a:pt x="3013" y="10542"/>
                  </a:lnTo>
                  <a:lnTo>
                    <a:pt x="2781" y="10735"/>
                  </a:lnTo>
                  <a:lnTo>
                    <a:pt x="2472" y="10851"/>
                  </a:lnTo>
                  <a:lnTo>
                    <a:pt x="2202" y="10851"/>
                  </a:lnTo>
                  <a:lnTo>
                    <a:pt x="1893" y="10812"/>
                  </a:lnTo>
                  <a:lnTo>
                    <a:pt x="1623" y="10696"/>
                  </a:lnTo>
                  <a:lnTo>
                    <a:pt x="1353" y="10503"/>
                  </a:lnTo>
                  <a:lnTo>
                    <a:pt x="1121" y="10233"/>
                  </a:lnTo>
                  <a:lnTo>
                    <a:pt x="966" y="9963"/>
                  </a:lnTo>
                  <a:lnTo>
                    <a:pt x="851" y="9692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95"/>
                  </a:lnTo>
                  <a:lnTo>
                    <a:pt x="657" y="7878"/>
                  </a:lnTo>
                  <a:lnTo>
                    <a:pt x="657" y="5329"/>
                  </a:lnTo>
                  <a:lnTo>
                    <a:pt x="619" y="4055"/>
                  </a:lnTo>
                  <a:lnTo>
                    <a:pt x="580" y="2780"/>
                  </a:lnTo>
                  <a:lnTo>
                    <a:pt x="542" y="2742"/>
                  </a:lnTo>
                  <a:lnTo>
                    <a:pt x="580" y="2742"/>
                  </a:lnTo>
                  <a:lnTo>
                    <a:pt x="1353" y="2356"/>
                  </a:lnTo>
                  <a:lnTo>
                    <a:pt x="2163" y="1931"/>
                  </a:lnTo>
                  <a:lnTo>
                    <a:pt x="2936" y="1429"/>
                  </a:lnTo>
                  <a:lnTo>
                    <a:pt x="3283" y="1159"/>
                  </a:lnTo>
                  <a:lnTo>
                    <a:pt x="3631" y="888"/>
                  </a:lnTo>
                  <a:close/>
                  <a:moveTo>
                    <a:pt x="3978" y="0"/>
                  </a:moveTo>
                  <a:lnTo>
                    <a:pt x="3901" y="39"/>
                  </a:lnTo>
                  <a:lnTo>
                    <a:pt x="3476" y="309"/>
                  </a:lnTo>
                  <a:lnTo>
                    <a:pt x="3052" y="657"/>
                  </a:lnTo>
                  <a:lnTo>
                    <a:pt x="2627" y="966"/>
                  </a:lnTo>
                  <a:lnTo>
                    <a:pt x="2202" y="1313"/>
                  </a:lnTo>
                  <a:lnTo>
                    <a:pt x="1314" y="1892"/>
                  </a:lnTo>
                  <a:lnTo>
                    <a:pt x="426" y="2472"/>
                  </a:lnTo>
                  <a:lnTo>
                    <a:pt x="349" y="2549"/>
                  </a:lnTo>
                  <a:lnTo>
                    <a:pt x="349" y="2626"/>
                  </a:lnTo>
                  <a:lnTo>
                    <a:pt x="271" y="2665"/>
                  </a:lnTo>
                  <a:lnTo>
                    <a:pt x="233" y="2780"/>
                  </a:lnTo>
                  <a:lnTo>
                    <a:pt x="194" y="3823"/>
                  </a:lnTo>
                  <a:lnTo>
                    <a:pt x="155" y="4827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7"/>
                  </a:lnTo>
                  <a:lnTo>
                    <a:pt x="155" y="7685"/>
                  </a:lnTo>
                  <a:lnTo>
                    <a:pt x="155" y="8418"/>
                  </a:lnTo>
                  <a:lnTo>
                    <a:pt x="233" y="9152"/>
                  </a:lnTo>
                  <a:lnTo>
                    <a:pt x="310" y="9615"/>
                  </a:lnTo>
                  <a:lnTo>
                    <a:pt x="503" y="10079"/>
                  </a:lnTo>
                  <a:lnTo>
                    <a:pt x="735" y="10503"/>
                  </a:lnTo>
                  <a:lnTo>
                    <a:pt x="1044" y="10890"/>
                  </a:lnTo>
                  <a:lnTo>
                    <a:pt x="1198" y="11044"/>
                  </a:lnTo>
                  <a:lnTo>
                    <a:pt x="1391" y="11198"/>
                  </a:lnTo>
                  <a:lnTo>
                    <a:pt x="1623" y="11314"/>
                  </a:lnTo>
                  <a:lnTo>
                    <a:pt x="1816" y="11392"/>
                  </a:lnTo>
                  <a:lnTo>
                    <a:pt x="2048" y="11430"/>
                  </a:lnTo>
                  <a:lnTo>
                    <a:pt x="2279" y="11430"/>
                  </a:lnTo>
                  <a:lnTo>
                    <a:pt x="2550" y="11392"/>
                  </a:lnTo>
                  <a:lnTo>
                    <a:pt x="2820" y="11314"/>
                  </a:lnTo>
                  <a:lnTo>
                    <a:pt x="3052" y="11198"/>
                  </a:lnTo>
                  <a:lnTo>
                    <a:pt x="3283" y="11044"/>
                  </a:lnTo>
                  <a:lnTo>
                    <a:pt x="3476" y="10851"/>
                  </a:lnTo>
                  <a:lnTo>
                    <a:pt x="3669" y="10658"/>
                  </a:lnTo>
                  <a:lnTo>
                    <a:pt x="3824" y="10388"/>
                  </a:lnTo>
                  <a:lnTo>
                    <a:pt x="3978" y="10117"/>
                  </a:lnTo>
                  <a:lnTo>
                    <a:pt x="4171" y="9538"/>
                  </a:lnTo>
                  <a:lnTo>
                    <a:pt x="4326" y="8920"/>
                  </a:lnTo>
                  <a:lnTo>
                    <a:pt x="4442" y="8302"/>
                  </a:lnTo>
                  <a:lnTo>
                    <a:pt x="4519" y="7723"/>
                  </a:lnTo>
                  <a:lnTo>
                    <a:pt x="4558" y="7221"/>
                  </a:lnTo>
                  <a:lnTo>
                    <a:pt x="4596" y="6642"/>
                  </a:lnTo>
                  <a:lnTo>
                    <a:pt x="4596" y="6101"/>
                  </a:lnTo>
                  <a:lnTo>
                    <a:pt x="4519" y="4981"/>
                  </a:lnTo>
                  <a:lnTo>
                    <a:pt x="4442" y="3862"/>
                  </a:lnTo>
                  <a:lnTo>
                    <a:pt x="4326" y="2780"/>
                  </a:lnTo>
                  <a:lnTo>
                    <a:pt x="4287" y="2394"/>
                  </a:lnTo>
                  <a:lnTo>
                    <a:pt x="4210" y="1468"/>
                  </a:lnTo>
                  <a:lnTo>
                    <a:pt x="4133" y="541"/>
                  </a:lnTo>
                  <a:lnTo>
                    <a:pt x="4094" y="386"/>
                  </a:lnTo>
                  <a:lnTo>
                    <a:pt x="4133" y="348"/>
                  </a:lnTo>
                  <a:lnTo>
                    <a:pt x="4171" y="270"/>
                  </a:lnTo>
                  <a:lnTo>
                    <a:pt x="4210" y="193"/>
                  </a:lnTo>
                  <a:lnTo>
                    <a:pt x="4171" y="77"/>
                  </a:lnTo>
                  <a:lnTo>
                    <a:pt x="4094" y="39"/>
                  </a:lnTo>
                  <a:lnTo>
                    <a:pt x="405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4" name="Google Shape;3244;p15"/>
            <p:cNvSpPr/>
            <p:nvPr/>
          </p:nvSpPr>
          <p:spPr>
            <a:xfrm>
              <a:off x="635850" y="1347150"/>
              <a:ext cx="42500" cy="41550"/>
            </a:xfrm>
            <a:custGeom>
              <a:avLst/>
              <a:gdLst/>
              <a:ahLst/>
              <a:cxnLst/>
              <a:rect l="l" t="t" r="r" b="b"/>
              <a:pathLst>
                <a:path w="1700" h="1662" extrusionOk="0">
                  <a:moveTo>
                    <a:pt x="1004" y="387"/>
                  </a:moveTo>
                  <a:lnTo>
                    <a:pt x="1120" y="425"/>
                  </a:lnTo>
                  <a:lnTo>
                    <a:pt x="1159" y="464"/>
                  </a:lnTo>
                  <a:lnTo>
                    <a:pt x="1236" y="541"/>
                  </a:lnTo>
                  <a:lnTo>
                    <a:pt x="1313" y="734"/>
                  </a:lnTo>
                  <a:lnTo>
                    <a:pt x="1313" y="927"/>
                  </a:lnTo>
                  <a:lnTo>
                    <a:pt x="1236" y="1082"/>
                  </a:lnTo>
                  <a:lnTo>
                    <a:pt x="1159" y="1159"/>
                  </a:lnTo>
                  <a:lnTo>
                    <a:pt x="1082" y="1236"/>
                  </a:lnTo>
                  <a:lnTo>
                    <a:pt x="888" y="1275"/>
                  </a:lnTo>
                  <a:lnTo>
                    <a:pt x="695" y="1236"/>
                  </a:lnTo>
                  <a:lnTo>
                    <a:pt x="541" y="1121"/>
                  </a:lnTo>
                  <a:lnTo>
                    <a:pt x="464" y="1082"/>
                  </a:lnTo>
                  <a:lnTo>
                    <a:pt x="425" y="966"/>
                  </a:lnTo>
                  <a:lnTo>
                    <a:pt x="386" y="889"/>
                  </a:lnTo>
                  <a:lnTo>
                    <a:pt x="386" y="773"/>
                  </a:lnTo>
                  <a:lnTo>
                    <a:pt x="425" y="541"/>
                  </a:lnTo>
                  <a:lnTo>
                    <a:pt x="541" y="580"/>
                  </a:lnTo>
                  <a:lnTo>
                    <a:pt x="618" y="541"/>
                  </a:lnTo>
                  <a:lnTo>
                    <a:pt x="773" y="425"/>
                  </a:lnTo>
                  <a:lnTo>
                    <a:pt x="927" y="387"/>
                  </a:lnTo>
                  <a:close/>
                  <a:moveTo>
                    <a:pt x="734" y="1"/>
                  </a:moveTo>
                  <a:lnTo>
                    <a:pt x="618" y="39"/>
                  </a:lnTo>
                  <a:lnTo>
                    <a:pt x="502" y="117"/>
                  </a:lnTo>
                  <a:lnTo>
                    <a:pt x="348" y="194"/>
                  </a:lnTo>
                  <a:lnTo>
                    <a:pt x="232" y="310"/>
                  </a:lnTo>
                  <a:lnTo>
                    <a:pt x="155" y="425"/>
                  </a:lnTo>
                  <a:lnTo>
                    <a:pt x="78" y="580"/>
                  </a:lnTo>
                  <a:lnTo>
                    <a:pt x="39" y="696"/>
                  </a:lnTo>
                  <a:lnTo>
                    <a:pt x="0" y="850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3" y="1352"/>
                  </a:lnTo>
                  <a:lnTo>
                    <a:pt x="309" y="1468"/>
                  </a:lnTo>
                  <a:lnTo>
                    <a:pt x="464" y="1584"/>
                  </a:lnTo>
                  <a:lnTo>
                    <a:pt x="657" y="1623"/>
                  </a:lnTo>
                  <a:lnTo>
                    <a:pt x="811" y="1661"/>
                  </a:lnTo>
                  <a:lnTo>
                    <a:pt x="1004" y="1661"/>
                  </a:lnTo>
                  <a:lnTo>
                    <a:pt x="1197" y="1584"/>
                  </a:lnTo>
                  <a:lnTo>
                    <a:pt x="1352" y="1507"/>
                  </a:lnTo>
                  <a:lnTo>
                    <a:pt x="1468" y="1391"/>
                  </a:lnTo>
                  <a:lnTo>
                    <a:pt x="1584" y="1236"/>
                  </a:lnTo>
                  <a:lnTo>
                    <a:pt x="1661" y="1082"/>
                  </a:lnTo>
                  <a:lnTo>
                    <a:pt x="1699" y="927"/>
                  </a:lnTo>
                  <a:lnTo>
                    <a:pt x="1699" y="734"/>
                  </a:lnTo>
                  <a:lnTo>
                    <a:pt x="1661" y="541"/>
                  </a:lnTo>
                  <a:lnTo>
                    <a:pt x="1584" y="387"/>
                  </a:lnTo>
                  <a:lnTo>
                    <a:pt x="1506" y="232"/>
                  </a:lnTo>
                  <a:lnTo>
                    <a:pt x="1390" y="155"/>
                  </a:lnTo>
                  <a:lnTo>
                    <a:pt x="1275" y="78"/>
                  </a:lnTo>
                  <a:lnTo>
                    <a:pt x="100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5" name="Google Shape;3245;p15"/>
            <p:cNvSpPr/>
            <p:nvPr/>
          </p:nvSpPr>
          <p:spPr>
            <a:xfrm>
              <a:off x="444700" y="1374175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71" y="1"/>
                  </a:moveTo>
                  <a:lnTo>
                    <a:pt x="116" y="40"/>
                  </a:lnTo>
                  <a:lnTo>
                    <a:pt x="39" y="117"/>
                  </a:lnTo>
                  <a:lnTo>
                    <a:pt x="1" y="233"/>
                  </a:lnTo>
                  <a:lnTo>
                    <a:pt x="39" y="387"/>
                  </a:lnTo>
                  <a:lnTo>
                    <a:pt x="348" y="889"/>
                  </a:lnTo>
                  <a:lnTo>
                    <a:pt x="657" y="1391"/>
                  </a:lnTo>
                  <a:lnTo>
                    <a:pt x="1005" y="1854"/>
                  </a:lnTo>
                  <a:lnTo>
                    <a:pt x="1391" y="2318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4" y="3553"/>
                  </a:lnTo>
                  <a:lnTo>
                    <a:pt x="3167" y="3901"/>
                  </a:lnTo>
                  <a:lnTo>
                    <a:pt x="3553" y="3747"/>
                  </a:lnTo>
                  <a:lnTo>
                    <a:pt x="2781" y="3013"/>
                  </a:lnTo>
                  <a:lnTo>
                    <a:pt x="2047" y="2241"/>
                  </a:lnTo>
                  <a:lnTo>
                    <a:pt x="1352" y="1430"/>
                  </a:lnTo>
                  <a:lnTo>
                    <a:pt x="1043" y="1005"/>
                  </a:lnTo>
                  <a:lnTo>
                    <a:pt x="734" y="542"/>
                  </a:lnTo>
                  <a:lnTo>
                    <a:pt x="1622" y="696"/>
                  </a:lnTo>
                  <a:lnTo>
                    <a:pt x="2511" y="889"/>
                  </a:lnTo>
                  <a:lnTo>
                    <a:pt x="3013" y="1044"/>
                  </a:lnTo>
                  <a:lnTo>
                    <a:pt x="3515" y="1198"/>
                  </a:lnTo>
                  <a:lnTo>
                    <a:pt x="4017" y="1352"/>
                  </a:lnTo>
                  <a:lnTo>
                    <a:pt x="4480" y="1507"/>
                  </a:lnTo>
                  <a:lnTo>
                    <a:pt x="4596" y="1507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5" y="1507"/>
                  </a:lnTo>
                  <a:lnTo>
                    <a:pt x="4943" y="1430"/>
                  </a:lnTo>
                  <a:lnTo>
                    <a:pt x="4634" y="1159"/>
                  </a:lnTo>
                  <a:lnTo>
                    <a:pt x="4171" y="850"/>
                  </a:lnTo>
                  <a:lnTo>
                    <a:pt x="3630" y="619"/>
                  </a:lnTo>
                  <a:lnTo>
                    <a:pt x="3090" y="464"/>
                  </a:lnTo>
                  <a:lnTo>
                    <a:pt x="2511" y="310"/>
                  </a:lnTo>
                  <a:lnTo>
                    <a:pt x="1931" y="194"/>
                  </a:lnTo>
                  <a:lnTo>
                    <a:pt x="1352" y="117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6" name="Google Shape;3246;p15"/>
            <p:cNvSpPr/>
            <p:nvPr/>
          </p:nvSpPr>
          <p:spPr>
            <a:xfrm>
              <a:off x="5333350" y="1388675"/>
              <a:ext cx="625575" cy="344650"/>
            </a:xfrm>
            <a:custGeom>
              <a:avLst/>
              <a:gdLst/>
              <a:ahLst/>
              <a:cxnLst/>
              <a:rect l="l" t="t" r="r" b="b"/>
              <a:pathLst>
                <a:path w="25023" h="13786" extrusionOk="0">
                  <a:moveTo>
                    <a:pt x="23285" y="965"/>
                  </a:moveTo>
                  <a:lnTo>
                    <a:pt x="23633" y="1467"/>
                  </a:lnTo>
                  <a:lnTo>
                    <a:pt x="23941" y="2008"/>
                  </a:lnTo>
                  <a:lnTo>
                    <a:pt x="23787" y="2163"/>
                  </a:lnTo>
                  <a:lnTo>
                    <a:pt x="23633" y="2201"/>
                  </a:lnTo>
                  <a:lnTo>
                    <a:pt x="23478" y="2201"/>
                  </a:lnTo>
                  <a:lnTo>
                    <a:pt x="23324" y="2163"/>
                  </a:lnTo>
                  <a:lnTo>
                    <a:pt x="23208" y="2085"/>
                  </a:lnTo>
                  <a:lnTo>
                    <a:pt x="23092" y="1969"/>
                  </a:lnTo>
                  <a:lnTo>
                    <a:pt x="23015" y="1815"/>
                  </a:lnTo>
                  <a:lnTo>
                    <a:pt x="22976" y="1661"/>
                  </a:lnTo>
                  <a:lnTo>
                    <a:pt x="22976" y="1429"/>
                  </a:lnTo>
                  <a:lnTo>
                    <a:pt x="23053" y="1274"/>
                  </a:lnTo>
                  <a:lnTo>
                    <a:pt x="23169" y="1120"/>
                  </a:lnTo>
                  <a:lnTo>
                    <a:pt x="23285" y="965"/>
                  </a:lnTo>
                  <a:close/>
                  <a:moveTo>
                    <a:pt x="24096" y="2433"/>
                  </a:moveTo>
                  <a:lnTo>
                    <a:pt x="24212" y="2780"/>
                  </a:lnTo>
                  <a:lnTo>
                    <a:pt x="24328" y="3089"/>
                  </a:lnTo>
                  <a:lnTo>
                    <a:pt x="24366" y="3437"/>
                  </a:lnTo>
                  <a:lnTo>
                    <a:pt x="24443" y="3823"/>
                  </a:lnTo>
                  <a:lnTo>
                    <a:pt x="24443" y="3823"/>
                  </a:lnTo>
                  <a:lnTo>
                    <a:pt x="24173" y="3746"/>
                  </a:lnTo>
                  <a:lnTo>
                    <a:pt x="23941" y="3591"/>
                  </a:lnTo>
                  <a:lnTo>
                    <a:pt x="23864" y="3514"/>
                  </a:lnTo>
                  <a:lnTo>
                    <a:pt x="23787" y="3398"/>
                  </a:lnTo>
                  <a:lnTo>
                    <a:pt x="23748" y="3282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7" y="2742"/>
                  </a:lnTo>
                  <a:lnTo>
                    <a:pt x="23941" y="2587"/>
                  </a:lnTo>
                  <a:lnTo>
                    <a:pt x="24096" y="2433"/>
                  </a:lnTo>
                  <a:close/>
                  <a:moveTo>
                    <a:pt x="16296" y="4981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6" y="5290"/>
                  </a:lnTo>
                  <a:lnTo>
                    <a:pt x="16566" y="5406"/>
                  </a:lnTo>
                  <a:lnTo>
                    <a:pt x="16296" y="5445"/>
                  </a:lnTo>
                  <a:lnTo>
                    <a:pt x="15639" y="5522"/>
                  </a:lnTo>
                  <a:lnTo>
                    <a:pt x="15639" y="5483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55" y="5175"/>
                  </a:lnTo>
                  <a:lnTo>
                    <a:pt x="15832" y="5097"/>
                  </a:lnTo>
                  <a:lnTo>
                    <a:pt x="15948" y="5020"/>
                  </a:lnTo>
                  <a:lnTo>
                    <a:pt x="16064" y="4981"/>
                  </a:lnTo>
                  <a:close/>
                  <a:moveTo>
                    <a:pt x="24443" y="4248"/>
                  </a:moveTo>
                  <a:lnTo>
                    <a:pt x="24443" y="4673"/>
                  </a:lnTo>
                  <a:lnTo>
                    <a:pt x="24366" y="5097"/>
                  </a:lnTo>
                  <a:lnTo>
                    <a:pt x="24250" y="5522"/>
                  </a:lnTo>
                  <a:lnTo>
                    <a:pt x="24057" y="5445"/>
                  </a:lnTo>
                  <a:lnTo>
                    <a:pt x="23903" y="5290"/>
                  </a:lnTo>
                  <a:lnTo>
                    <a:pt x="23826" y="5097"/>
                  </a:lnTo>
                  <a:lnTo>
                    <a:pt x="23787" y="4981"/>
                  </a:lnTo>
                  <a:lnTo>
                    <a:pt x="23787" y="4866"/>
                  </a:lnTo>
                  <a:lnTo>
                    <a:pt x="23826" y="4750"/>
                  </a:lnTo>
                  <a:lnTo>
                    <a:pt x="23864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48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6"/>
                  </a:lnTo>
                  <a:lnTo>
                    <a:pt x="18072" y="5638"/>
                  </a:lnTo>
                  <a:lnTo>
                    <a:pt x="17570" y="5522"/>
                  </a:lnTo>
                  <a:lnTo>
                    <a:pt x="17029" y="5445"/>
                  </a:lnTo>
                  <a:lnTo>
                    <a:pt x="17068" y="5290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4"/>
                  </a:lnTo>
                  <a:lnTo>
                    <a:pt x="17531" y="4866"/>
                  </a:lnTo>
                  <a:lnTo>
                    <a:pt x="17647" y="4827"/>
                  </a:lnTo>
                  <a:close/>
                  <a:moveTo>
                    <a:pt x="14713" y="5329"/>
                  </a:moveTo>
                  <a:lnTo>
                    <a:pt x="14828" y="5368"/>
                  </a:lnTo>
                  <a:lnTo>
                    <a:pt x="14906" y="5445"/>
                  </a:lnTo>
                  <a:lnTo>
                    <a:pt x="15021" y="5561"/>
                  </a:lnTo>
                  <a:lnTo>
                    <a:pt x="15060" y="5676"/>
                  </a:lnTo>
                  <a:lnTo>
                    <a:pt x="14558" y="5870"/>
                  </a:lnTo>
                  <a:lnTo>
                    <a:pt x="14056" y="6101"/>
                  </a:lnTo>
                  <a:lnTo>
                    <a:pt x="14017" y="6063"/>
                  </a:lnTo>
                  <a:lnTo>
                    <a:pt x="14056" y="5831"/>
                  </a:lnTo>
                  <a:lnTo>
                    <a:pt x="14133" y="5599"/>
                  </a:lnTo>
                  <a:lnTo>
                    <a:pt x="14249" y="5445"/>
                  </a:lnTo>
                  <a:lnTo>
                    <a:pt x="14365" y="5368"/>
                  </a:lnTo>
                  <a:lnTo>
                    <a:pt x="14442" y="5329"/>
                  </a:lnTo>
                  <a:close/>
                  <a:moveTo>
                    <a:pt x="18999" y="5483"/>
                  </a:moveTo>
                  <a:lnTo>
                    <a:pt x="19115" y="5522"/>
                  </a:lnTo>
                  <a:lnTo>
                    <a:pt x="19192" y="5561"/>
                  </a:lnTo>
                  <a:lnTo>
                    <a:pt x="19308" y="5676"/>
                  </a:lnTo>
                  <a:lnTo>
                    <a:pt x="19385" y="5831"/>
                  </a:lnTo>
                  <a:lnTo>
                    <a:pt x="19385" y="5985"/>
                  </a:lnTo>
                  <a:lnTo>
                    <a:pt x="19346" y="6178"/>
                  </a:lnTo>
                  <a:lnTo>
                    <a:pt x="18613" y="5831"/>
                  </a:lnTo>
                  <a:lnTo>
                    <a:pt x="18651" y="5754"/>
                  </a:lnTo>
                  <a:lnTo>
                    <a:pt x="18690" y="5676"/>
                  </a:lnTo>
                  <a:lnTo>
                    <a:pt x="18844" y="5522"/>
                  </a:lnTo>
                  <a:lnTo>
                    <a:pt x="18999" y="5483"/>
                  </a:lnTo>
                  <a:close/>
                  <a:moveTo>
                    <a:pt x="20196" y="6063"/>
                  </a:moveTo>
                  <a:lnTo>
                    <a:pt x="20350" y="6101"/>
                  </a:lnTo>
                  <a:lnTo>
                    <a:pt x="20466" y="6140"/>
                  </a:lnTo>
                  <a:lnTo>
                    <a:pt x="20543" y="6178"/>
                  </a:lnTo>
                  <a:lnTo>
                    <a:pt x="20698" y="6333"/>
                  </a:lnTo>
                  <a:lnTo>
                    <a:pt x="20775" y="6526"/>
                  </a:lnTo>
                  <a:lnTo>
                    <a:pt x="20814" y="6719"/>
                  </a:lnTo>
                  <a:lnTo>
                    <a:pt x="20891" y="6951"/>
                  </a:lnTo>
                  <a:lnTo>
                    <a:pt x="20466" y="6758"/>
                  </a:lnTo>
                  <a:lnTo>
                    <a:pt x="20080" y="6565"/>
                  </a:lnTo>
                  <a:lnTo>
                    <a:pt x="19810" y="6410"/>
                  </a:lnTo>
                  <a:lnTo>
                    <a:pt x="19848" y="6294"/>
                  </a:lnTo>
                  <a:lnTo>
                    <a:pt x="19887" y="6178"/>
                  </a:lnTo>
                  <a:lnTo>
                    <a:pt x="20003" y="6140"/>
                  </a:lnTo>
                  <a:lnTo>
                    <a:pt x="20080" y="6101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8"/>
                  </a:lnTo>
                  <a:lnTo>
                    <a:pt x="23941" y="5985"/>
                  </a:lnTo>
                  <a:lnTo>
                    <a:pt x="24019" y="6024"/>
                  </a:lnTo>
                  <a:lnTo>
                    <a:pt x="24096" y="6024"/>
                  </a:lnTo>
                  <a:lnTo>
                    <a:pt x="23941" y="6294"/>
                  </a:lnTo>
                  <a:lnTo>
                    <a:pt x="23748" y="6565"/>
                  </a:lnTo>
                  <a:lnTo>
                    <a:pt x="23517" y="6796"/>
                  </a:lnTo>
                  <a:lnTo>
                    <a:pt x="23246" y="6989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3" y="6178"/>
                  </a:lnTo>
                  <a:lnTo>
                    <a:pt x="23131" y="6101"/>
                  </a:lnTo>
                  <a:lnTo>
                    <a:pt x="23208" y="6024"/>
                  </a:lnTo>
                  <a:lnTo>
                    <a:pt x="23285" y="5947"/>
                  </a:lnTo>
                  <a:lnTo>
                    <a:pt x="23517" y="5870"/>
                  </a:lnTo>
                  <a:close/>
                  <a:moveTo>
                    <a:pt x="13245" y="6101"/>
                  </a:moveTo>
                  <a:lnTo>
                    <a:pt x="13477" y="6178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105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7" y="6796"/>
                  </a:lnTo>
                  <a:lnTo>
                    <a:pt x="12627" y="6680"/>
                  </a:lnTo>
                  <a:lnTo>
                    <a:pt x="12666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59" y="6217"/>
                  </a:lnTo>
                  <a:lnTo>
                    <a:pt x="13013" y="6140"/>
                  </a:lnTo>
                  <a:lnTo>
                    <a:pt x="13129" y="6101"/>
                  </a:lnTo>
                  <a:close/>
                  <a:moveTo>
                    <a:pt x="22165" y="6565"/>
                  </a:moveTo>
                  <a:lnTo>
                    <a:pt x="22281" y="6603"/>
                  </a:lnTo>
                  <a:lnTo>
                    <a:pt x="22474" y="6719"/>
                  </a:lnTo>
                  <a:lnTo>
                    <a:pt x="22629" y="6874"/>
                  </a:lnTo>
                  <a:lnTo>
                    <a:pt x="22783" y="7028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5"/>
                  </a:lnTo>
                  <a:lnTo>
                    <a:pt x="22937" y="7144"/>
                  </a:lnTo>
                  <a:lnTo>
                    <a:pt x="22551" y="7221"/>
                  </a:lnTo>
                  <a:lnTo>
                    <a:pt x="22165" y="7260"/>
                  </a:lnTo>
                  <a:lnTo>
                    <a:pt x="21779" y="7221"/>
                  </a:lnTo>
                  <a:lnTo>
                    <a:pt x="21393" y="7105"/>
                  </a:lnTo>
                  <a:lnTo>
                    <a:pt x="21470" y="6912"/>
                  </a:lnTo>
                  <a:lnTo>
                    <a:pt x="21625" y="6758"/>
                  </a:lnTo>
                  <a:lnTo>
                    <a:pt x="21818" y="6603"/>
                  </a:lnTo>
                  <a:lnTo>
                    <a:pt x="22049" y="6565"/>
                  </a:lnTo>
                  <a:close/>
                  <a:moveTo>
                    <a:pt x="12280" y="7414"/>
                  </a:moveTo>
                  <a:lnTo>
                    <a:pt x="12473" y="7453"/>
                  </a:lnTo>
                  <a:lnTo>
                    <a:pt x="12125" y="7993"/>
                  </a:lnTo>
                  <a:lnTo>
                    <a:pt x="11816" y="8573"/>
                  </a:lnTo>
                  <a:lnTo>
                    <a:pt x="11701" y="8341"/>
                  </a:lnTo>
                  <a:lnTo>
                    <a:pt x="11662" y="8109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39" y="7723"/>
                  </a:lnTo>
                  <a:lnTo>
                    <a:pt x="11816" y="7607"/>
                  </a:lnTo>
                  <a:lnTo>
                    <a:pt x="11894" y="7530"/>
                  </a:lnTo>
                  <a:lnTo>
                    <a:pt x="12009" y="7453"/>
                  </a:lnTo>
                  <a:lnTo>
                    <a:pt x="12164" y="7414"/>
                  </a:lnTo>
                  <a:close/>
                  <a:moveTo>
                    <a:pt x="2240" y="9384"/>
                  </a:moveTo>
                  <a:lnTo>
                    <a:pt x="2356" y="9422"/>
                  </a:lnTo>
                  <a:lnTo>
                    <a:pt x="2472" y="9499"/>
                  </a:lnTo>
                  <a:lnTo>
                    <a:pt x="2549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10001"/>
                  </a:lnTo>
                  <a:lnTo>
                    <a:pt x="2124" y="9886"/>
                  </a:lnTo>
                  <a:lnTo>
                    <a:pt x="1661" y="9886"/>
                  </a:lnTo>
                  <a:lnTo>
                    <a:pt x="1699" y="9770"/>
                  </a:lnTo>
                  <a:lnTo>
                    <a:pt x="1738" y="9654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close/>
                  <a:moveTo>
                    <a:pt x="11662" y="8997"/>
                  </a:moveTo>
                  <a:lnTo>
                    <a:pt x="11469" y="9499"/>
                  </a:lnTo>
                  <a:lnTo>
                    <a:pt x="11353" y="10040"/>
                  </a:lnTo>
                  <a:lnTo>
                    <a:pt x="11276" y="10272"/>
                  </a:lnTo>
                  <a:lnTo>
                    <a:pt x="11237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8" y="9692"/>
                  </a:lnTo>
                  <a:lnTo>
                    <a:pt x="10928" y="9577"/>
                  </a:lnTo>
                  <a:lnTo>
                    <a:pt x="10967" y="9461"/>
                  </a:lnTo>
                  <a:lnTo>
                    <a:pt x="11006" y="9345"/>
                  </a:lnTo>
                  <a:lnTo>
                    <a:pt x="11121" y="9152"/>
                  </a:lnTo>
                  <a:lnTo>
                    <a:pt x="11276" y="9075"/>
                  </a:lnTo>
                  <a:lnTo>
                    <a:pt x="11469" y="8997"/>
                  </a:lnTo>
                  <a:close/>
                  <a:moveTo>
                    <a:pt x="3785" y="9770"/>
                  </a:moveTo>
                  <a:lnTo>
                    <a:pt x="3900" y="9808"/>
                  </a:lnTo>
                  <a:lnTo>
                    <a:pt x="4016" y="9886"/>
                  </a:lnTo>
                  <a:lnTo>
                    <a:pt x="4093" y="10001"/>
                  </a:lnTo>
                  <a:lnTo>
                    <a:pt x="4132" y="10117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3" y="10542"/>
                  </a:lnTo>
                  <a:lnTo>
                    <a:pt x="4016" y="10658"/>
                  </a:lnTo>
                  <a:lnTo>
                    <a:pt x="3862" y="10542"/>
                  </a:lnTo>
                  <a:lnTo>
                    <a:pt x="3514" y="10349"/>
                  </a:lnTo>
                  <a:lnTo>
                    <a:pt x="3089" y="10156"/>
                  </a:lnTo>
                  <a:lnTo>
                    <a:pt x="3128" y="10040"/>
                  </a:lnTo>
                  <a:lnTo>
                    <a:pt x="3244" y="9924"/>
                  </a:lnTo>
                  <a:lnTo>
                    <a:pt x="3360" y="9847"/>
                  </a:lnTo>
                  <a:lnTo>
                    <a:pt x="3514" y="9770"/>
                  </a:lnTo>
                  <a:close/>
                  <a:moveTo>
                    <a:pt x="4943" y="10658"/>
                  </a:moveTo>
                  <a:lnTo>
                    <a:pt x="5020" y="10735"/>
                  </a:lnTo>
                  <a:lnTo>
                    <a:pt x="5097" y="10774"/>
                  </a:lnTo>
                  <a:lnTo>
                    <a:pt x="5136" y="10889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97" y="11430"/>
                  </a:lnTo>
                  <a:lnTo>
                    <a:pt x="4402" y="10928"/>
                  </a:lnTo>
                  <a:lnTo>
                    <a:pt x="4441" y="10812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19"/>
                  </a:moveTo>
                  <a:lnTo>
                    <a:pt x="10967" y="11198"/>
                  </a:lnTo>
                  <a:lnTo>
                    <a:pt x="10735" y="11739"/>
                  </a:lnTo>
                  <a:lnTo>
                    <a:pt x="10658" y="11700"/>
                  </a:lnTo>
                  <a:lnTo>
                    <a:pt x="10504" y="11546"/>
                  </a:lnTo>
                  <a:lnTo>
                    <a:pt x="10426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2"/>
                  </a:lnTo>
                  <a:lnTo>
                    <a:pt x="10735" y="10696"/>
                  </a:lnTo>
                  <a:lnTo>
                    <a:pt x="10928" y="10619"/>
                  </a:lnTo>
                  <a:close/>
                  <a:moveTo>
                    <a:pt x="5986" y="11469"/>
                  </a:moveTo>
                  <a:lnTo>
                    <a:pt x="6063" y="11507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3" y="11778"/>
                  </a:lnTo>
                  <a:lnTo>
                    <a:pt x="6372" y="12009"/>
                  </a:lnTo>
                  <a:lnTo>
                    <a:pt x="6410" y="12241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0"/>
                  </a:lnTo>
                  <a:lnTo>
                    <a:pt x="5445" y="11623"/>
                  </a:lnTo>
                  <a:lnTo>
                    <a:pt x="5561" y="11546"/>
                  </a:lnTo>
                  <a:lnTo>
                    <a:pt x="5638" y="11507"/>
                  </a:lnTo>
                  <a:lnTo>
                    <a:pt x="5754" y="11469"/>
                  </a:lnTo>
                  <a:close/>
                  <a:moveTo>
                    <a:pt x="10542" y="12048"/>
                  </a:moveTo>
                  <a:lnTo>
                    <a:pt x="10388" y="12318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8" y="12241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76" y="12511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0"/>
                  </a:lnTo>
                  <a:lnTo>
                    <a:pt x="7878" y="13013"/>
                  </a:lnTo>
                  <a:lnTo>
                    <a:pt x="7878" y="13206"/>
                  </a:lnTo>
                  <a:lnTo>
                    <a:pt x="7839" y="13206"/>
                  </a:lnTo>
                  <a:lnTo>
                    <a:pt x="7337" y="13013"/>
                  </a:lnTo>
                  <a:lnTo>
                    <a:pt x="6835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1"/>
                  </a:lnTo>
                  <a:close/>
                  <a:moveTo>
                    <a:pt x="8843" y="12627"/>
                  </a:moveTo>
                  <a:lnTo>
                    <a:pt x="8959" y="12666"/>
                  </a:lnTo>
                  <a:lnTo>
                    <a:pt x="9113" y="12782"/>
                  </a:lnTo>
                  <a:lnTo>
                    <a:pt x="9191" y="12936"/>
                  </a:lnTo>
                  <a:lnTo>
                    <a:pt x="9229" y="13129"/>
                  </a:lnTo>
                  <a:lnTo>
                    <a:pt x="9268" y="13206"/>
                  </a:lnTo>
                  <a:lnTo>
                    <a:pt x="9036" y="13284"/>
                  </a:lnTo>
                  <a:lnTo>
                    <a:pt x="8804" y="13322"/>
                  </a:lnTo>
                  <a:lnTo>
                    <a:pt x="8573" y="13322"/>
                  </a:lnTo>
                  <a:lnTo>
                    <a:pt x="8302" y="13284"/>
                  </a:lnTo>
                  <a:lnTo>
                    <a:pt x="8302" y="13206"/>
                  </a:lnTo>
                  <a:lnTo>
                    <a:pt x="8341" y="13013"/>
                  </a:lnTo>
                  <a:lnTo>
                    <a:pt x="8418" y="12820"/>
                  </a:lnTo>
                  <a:lnTo>
                    <a:pt x="8573" y="12704"/>
                  </a:lnTo>
                  <a:lnTo>
                    <a:pt x="8650" y="12666"/>
                  </a:lnTo>
                  <a:lnTo>
                    <a:pt x="8766" y="12627"/>
                  </a:lnTo>
                  <a:close/>
                  <a:moveTo>
                    <a:pt x="22976" y="0"/>
                  </a:moveTo>
                  <a:lnTo>
                    <a:pt x="22899" y="39"/>
                  </a:lnTo>
                  <a:lnTo>
                    <a:pt x="22822" y="77"/>
                  </a:lnTo>
                  <a:lnTo>
                    <a:pt x="22783" y="155"/>
                  </a:lnTo>
                  <a:lnTo>
                    <a:pt x="22744" y="232"/>
                  </a:lnTo>
                  <a:lnTo>
                    <a:pt x="22744" y="309"/>
                  </a:lnTo>
                  <a:lnTo>
                    <a:pt x="22822" y="425"/>
                  </a:lnTo>
                  <a:lnTo>
                    <a:pt x="22860" y="464"/>
                  </a:lnTo>
                  <a:lnTo>
                    <a:pt x="23015" y="657"/>
                  </a:lnTo>
                  <a:lnTo>
                    <a:pt x="22899" y="772"/>
                  </a:lnTo>
                  <a:lnTo>
                    <a:pt x="22783" y="965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699"/>
                  </a:lnTo>
                  <a:lnTo>
                    <a:pt x="22629" y="1892"/>
                  </a:lnTo>
                  <a:lnTo>
                    <a:pt x="22706" y="2047"/>
                  </a:lnTo>
                  <a:lnTo>
                    <a:pt x="22860" y="2278"/>
                  </a:lnTo>
                  <a:lnTo>
                    <a:pt x="23053" y="2394"/>
                  </a:lnTo>
                  <a:lnTo>
                    <a:pt x="23246" y="2510"/>
                  </a:lnTo>
                  <a:lnTo>
                    <a:pt x="23478" y="2510"/>
                  </a:lnTo>
                  <a:lnTo>
                    <a:pt x="23401" y="2703"/>
                  </a:lnTo>
                  <a:lnTo>
                    <a:pt x="23362" y="2896"/>
                  </a:lnTo>
                  <a:lnTo>
                    <a:pt x="23324" y="3089"/>
                  </a:lnTo>
                  <a:lnTo>
                    <a:pt x="23362" y="3282"/>
                  </a:lnTo>
                  <a:lnTo>
                    <a:pt x="23439" y="3514"/>
                  </a:lnTo>
                  <a:lnTo>
                    <a:pt x="23555" y="3707"/>
                  </a:lnTo>
                  <a:lnTo>
                    <a:pt x="23748" y="3900"/>
                  </a:lnTo>
                  <a:lnTo>
                    <a:pt x="23980" y="4016"/>
                  </a:lnTo>
                  <a:lnTo>
                    <a:pt x="23748" y="4209"/>
                  </a:lnTo>
                  <a:lnTo>
                    <a:pt x="23555" y="4479"/>
                  </a:lnTo>
                  <a:lnTo>
                    <a:pt x="23478" y="4750"/>
                  </a:lnTo>
                  <a:lnTo>
                    <a:pt x="23439" y="4904"/>
                  </a:lnTo>
                  <a:lnTo>
                    <a:pt x="23439" y="5020"/>
                  </a:lnTo>
                  <a:lnTo>
                    <a:pt x="23517" y="5290"/>
                  </a:lnTo>
                  <a:lnTo>
                    <a:pt x="23633" y="5483"/>
                  </a:lnTo>
                  <a:lnTo>
                    <a:pt x="23401" y="5522"/>
                  </a:lnTo>
                  <a:lnTo>
                    <a:pt x="23169" y="5561"/>
                  </a:lnTo>
                  <a:lnTo>
                    <a:pt x="22976" y="5715"/>
                  </a:lnTo>
                  <a:lnTo>
                    <a:pt x="22783" y="5870"/>
                  </a:lnTo>
                  <a:lnTo>
                    <a:pt x="22706" y="6101"/>
                  </a:lnTo>
                  <a:lnTo>
                    <a:pt x="22629" y="6372"/>
                  </a:lnTo>
                  <a:lnTo>
                    <a:pt x="22474" y="6294"/>
                  </a:lnTo>
                  <a:lnTo>
                    <a:pt x="22320" y="6256"/>
                  </a:lnTo>
                  <a:lnTo>
                    <a:pt x="22165" y="6217"/>
                  </a:lnTo>
                  <a:lnTo>
                    <a:pt x="21972" y="6217"/>
                  </a:lnTo>
                  <a:lnTo>
                    <a:pt x="21740" y="6294"/>
                  </a:lnTo>
                  <a:lnTo>
                    <a:pt x="21509" y="6410"/>
                  </a:lnTo>
                  <a:lnTo>
                    <a:pt x="21354" y="6565"/>
                  </a:lnTo>
                  <a:lnTo>
                    <a:pt x="21200" y="6796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6024"/>
                  </a:lnTo>
                  <a:lnTo>
                    <a:pt x="20736" y="5908"/>
                  </a:lnTo>
                  <a:lnTo>
                    <a:pt x="20582" y="5831"/>
                  </a:lnTo>
                  <a:lnTo>
                    <a:pt x="20428" y="5754"/>
                  </a:lnTo>
                  <a:lnTo>
                    <a:pt x="20234" y="5754"/>
                  </a:lnTo>
                  <a:lnTo>
                    <a:pt x="20080" y="5792"/>
                  </a:lnTo>
                  <a:lnTo>
                    <a:pt x="19887" y="5870"/>
                  </a:lnTo>
                  <a:lnTo>
                    <a:pt x="19771" y="5947"/>
                  </a:lnTo>
                  <a:lnTo>
                    <a:pt x="19732" y="5715"/>
                  </a:lnTo>
                  <a:lnTo>
                    <a:pt x="19617" y="5483"/>
                  </a:lnTo>
                  <a:lnTo>
                    <a:pt x="19462" y="5329"/>
                  </a:lnTo>
                  <a:lnTo>
                    <a:pt x="19385" y="5252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90"/>
                  </a:lnTo>
                  <a:lnTo>
                    <a:pt x="18497" y="5406"/>
                  </a:lnTo>
                  <a:lnTo>
                    <a:pt x="18458" y="5252"/>
                  </a:lnTo>
                  <a:lnTo>
                    <a:pt x="18420" y="5136"/>
                  </a:lnTo>
                  <a:lnTo>
                    <a:pt x="18381" y="4981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73"/>
                  </a:lnTo>
                  <a:lnTo>
                    <a:pt x="17956" y="4595"/>
                  </a:lnTo>
                  <a:lnTo>
                    <a:pt x="17802" y="4557"/>
                  </a:lnTo>
                  <a:lnTo>
                    <a:pt x="17647" y="4518"/>
                  </a:lnTo>
                  <a:lnTo>
                    <a:pt x="17493" y="4557"/>
                  </a:lnTo>
                  <a:lnTo>
                    <a:pt x="17377" y="4595"/>
                  </a:lnTo>
                  <a:lnTo>
                    <a:pt x="17261" y="4634"/>
                  </a:lnTo>
                  <a:lnTo>
                    <a:pt x="17145" y="4750"/>
                  </a:lnTo>
                  <a:lnTo>
                    <a:pt x="17029" y="4827"/>
                  </a:lnTo>
                  <a:lnTo>
                    <a:pt x="16875" y="5097"/>
                  </a:lnTo>
                  <a:lnTo>
                    <a:pt x="16759" y="4943"/>
                  </a:lnTo>
                  <a:lnTo>
                    <a:pt x="16605" y="4788"/>
                  </a:lnTo>
                  <a:lnTo>
                    <a:pt x="16450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66"/>
                  </a:lnTo>
                  <a:lnTo>
                    <a:pt x="15523" y="4981"/>
                  </a:lnTo>
                  <a:lnTo>
                    <a:pt x="15446" y="5136"/>
                  </a:lnTo>
                  <a:lnTo>
                    <a:pt x="15408" y="5329"/>
                  </a:lnTo>
                  <a:lnTo>
                    <a:pt x="15408" y="5483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68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1"/>
                  </a:lnTo>
                  <a:lnTo>
                    <a:pt x="14635" y="4943"/>
                  </a:lnTo>
                  <a:lnTo>
                    <a:pt x="14442" y="4981"/>
                  </a:lnTo>
                  <a:lnTo>
                    <a:pt x="14288" y="5020"/>
                  </a:lnTo>
                  <a:lnTo>
                    <a:pt x="14133" y="5097"/>
                  </a:lnTo>
                  <a:lnTo>
                    <a:pt x="14056" y="5175"/>
                  </a:lnTo>
                  <a:lnTo>
                    <a:pt x="13940" y="5290"/>
                  </a:lnTo>
                  <a:lnTo>
                    <a:pt x="13824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5"/>
                  </a:lnTo>
                  <a:lnTo>
                    <a:pt x="13168" y="5715"/>
                  </a:lnTo>
                  <a:lnTo>
                    <a:pt x="12936" y="5754"/>
                  </a:lnTo>
                  <a:lnTo>
                    <a:pt x="12743" y="5831"/>
                  </a:lnTo>
                  <a:lnTo>
                    <a:pt x="12589" y="5947"/>
                  </a:lnTo>
                  <a:lnTo>
                    <a:pt x="12511" y="6063"/>
                  </a:lnTo>
                  <a:lnTo>
                    <a:pt x="12434" y="6217"/>
                  </a:lnTo>
                  <a:lnTo>
                    <a:pt x="12357" y="6372"/>
                  </a:lnTo>
                  <a:lnTo>
                    <a:pt x="12357" y="6526"/>
                  </a:lnTo>
                  <a:lnTo>
                    <a:pt x="12357" y="6680"/>
                  </a:lnTo>
                  <a:lnTo>
                    <a:pt x="12357" y="6835"/>
                  </a:lnTo>
                  <a:lnTo>
                    <a:pt x="12434" y="6989"/>
                  </a:lnTo>
                  <a:lnTo>
                    <a:pt x="12164" y="7028"/>
                  </a:lnTo>
                  <a:lnTo>
                    <a:pt x="11894" y="7105"/>
                  </a:lnTo>
                  <a:lnTo>
                    <a:pt x="11662" y="7221"/>
                  </a:lnTo>
                  <a:lnTo>
                    <a:pt x="11507" y="7414"/>
                  </a:lnTo>
                  <a:lnTo>
                    <a:pt x="11392" y="7530"/>
                  </a:lnTo>
                  <a:lnTo>
                    <a:pt x="11353" y="7684"/>
                  </a:lnTo>
                  <a:lnTo>
                    <a:pt x="11314" y="7839"/>
                  </a:lnTo>
                  <a:lnTo>
                    <a:pt x="11276" y="7993"/>
                  </a:lnTo>
                  <a:lnTo>
                    <a:pt x="11314" y="8148"/>
                  </a:lnTo>
                  <a:lnTo>
                    <a:pt x="11353" y="8302"/>
                  </a:lnTo>
                  <a:lnTo>
                    <a:pt x="11392" y="8457"/>
                  </a:lnTo>
                  <a:lnTo>
                    <a:pt x="11469" y="8611"/>
                  </a:lnTo>
                  <a:lnTo>
                    <a:pt x="11199" y="8650"/>
                  </a:lnTo>
                  <a:lnTo>
                    <a:pt x="10967" y="8804"/>
                  </a:lnTo>
                  <a:lnTo>
                    <a:pt x="10774" y="8997"/>
                  </a:lnTo>
                  <a:lnTo>
                    <a:pt x="10658" y="9229"/>
                  </a:lnTo>
                  <a:lnTo>
                    <a:pt x="10581" y="9499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1" y="10233"/>
                  </a:lnTo>
                  <a:lnTo>
                    <a:pt x="10619" y="10310"/>
                  </a:lnTo>
                  <a:lnTo>
                    <a:pt x="10426" y="10426"/>
                  </a:lnTo>
                  <a:lnTo>
                    <a:pt x="10233" y="10581"/>
                  </a:lnTo>
                  <a:lnTo>
                    <a:pt x="10117" y="10774"/>
                  </a:lnTo>
                  <a:lnTo>
                    <a:pt x="10079" y="11005"/>
                  </a:lnTo>
                  <a:lnTo>
                    <a:pt x="10040" y="11237"/>
                  </a:lnTo>
                  <a:lnTo>
                    <a:pt x="10079" y="11469"/>
                  </a:lnTo>
                  <a:lnTo>
                    <a:pt x="10195" y="11700"/>
                  </a:lnTo>
                  <a:lnTo>
                    <a:pt x="9924" y="11739"/>
                  </a:lnTo>
                  <a:lnTo>
                    <a:pt x="9693" y="11855"/>
                  </a:lnTo>
                  <a:lnTo>
                    <a:pt x="9500" y="12009"/>
                  </a:lnTo>
                  <a:lnTo>
                    <a:pt x="9422" y="12087"/>
                  </a:lnTo>
                  <a:lnTo>
                    <a:pt x="9384" y="12202"/>
                  </a:lnTo>
                  <a:lnTo>
                    <a:pt x="9345" y="12318"/>
                  </a:lnTo>
                  <a:lnTo>
                    <a:pt x="9306" y="12473"/>
                  </a:lnTo>
                  <a:lnTo>
                    <a:pt x="9191" y="12395"/>
                  </a:lnTo>
                  <a:lnTo>
                    <a:pt x="9036" y="12318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57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4"/>
                  </a:lnTo>
                  <a:lnTo>
                    <a:pt x="8109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3" y="12241"/>
                  </a:lnTo>
                  <a:lnTo>
                    <a:pt x="7492" y="12164"/>
                  </a:lnTo>
                  <a:lnTo>
                    <a:pt x="7221" y="12202"/>
                  </a:lnTo>
                  <a:lnTo>
                    <a:pt x="6990" y="12280"/>
                  </a:lnTo>
                  <a:lnTo>
                    <a:pt x="6796" y="12434"/>
                  </a:lnTo>
                  <a:lnTo>
                    <a:pt x="6796" y="12048"/>
                  </a:lnTo>
                  <a:lnTo>
                    <a:pt x="6758" y="11893"/>
                  </a:lnTo>
                  <a:lnTo>
                    <a:pt x="6681" y="11700"/>
                  </a:lnTo>
                  <a:lnTo>
                    <a:pt x="6603" y="11546"/>
                  </a:lnTo>
                  <a:lnTo>
                    <a:pt x="6526" y="11430"/>
                  </a:lnTo>
                  <a:lnTo>
                    <a:pt x="6372" y="11314"/>
                  </a:lnTo>
                  <a:lnTo>
                    <a:pt x="6217" y="11198"/>
                  </a:lnTo>
                  <a:lnTo>
                    <a:pt x="6063" y="11160"/>
                  </a:lnTo>
                  <a:lnTo>
                    <a:pt x="5715" y="11160"/>
                  </a:lnTo>
                  <a:lnTo>
                    <a:pt x="5522" y="11237"/>
                  </a:lnTo>
                  <a:lnTo>
                    <a:pt x="5522" y="10967"/>
                  </a:lnTo>
                  <a:lnTo>
                    <a:pt x="5445" y="10735"/>
                  </a:lnTo>
                  <a:lnTo>
                    <a:pt x="5329" y="10503"/>
                  </a:lnTo>
                  <a:lnTo>
                    <a:pt x="5213" y="10426"/>
                  </a:lnTo>
                  <a:lnTo>
                    <a:pt x="5097" y="10388"/>
                  </a:lnTo>
                  <a:lnTo>
                    <a:pt x="4943" y="10310"/>
                  </a:lnTo>
                  <a:lnTo>
                    <a:pt x="4827" y="10310"/>
                  </a:lnTo>
                  <a:lnTo>
                    <a:pt x="4673" y="10349"/>
                  </a:lnTo>
                  <a:lnTo>
                    <a:pt x="4518" y="10388"/>
                  </a:lnTo>
                  <a:lnTo>
                    <a:pt x="4518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09" y="9577"/>
                  </a:lnTo>
                  <a:lnTo>
                    <a:pt x="4055" y="9499"/>
                  </a:lnTo>
                  <a:lnTo>
                    <a:pt x="3900" y="9461"/>
                  </a:lnTo>
                  <a:lnTo>
                    <a:pt x="3746" y="9422"/>
                  </a:lnTo>
                  <a:lnTo>
                    <a:pt x="3591" y="9422"/>
                  </a:lnTo>
                  <a:lnTo>
                    <a:pt x="3398" y="9461"/>
                  </a:lnTo>
                  <a:lnTo>
                    <a:pt x="3283" y="9538"/>
                  </a:lnTo>
                  <a:lnTo>
                    <a:pt x="3128" y="9615"/>
                  </a:lnTo>
                  <a:lnTo>
                    <a:pt x="3012" y="9770"/>
                  </a:lnTo>
                  <a:lnTo>
                    <a:pt x="2974" y="9615"/>
                  </a:lnTo>
                  <a:lnTo>
                    <a:pt x="2896" y="9461"/>
                  </a:lnTo>
                  <a:lnTo>
                    <a:pt x="2781" y="9268"/>
                  </a:lnTo>
                  <a:lnTo>
                    <a:pt x="2626" y="9152"/>
                  </a:lnTo>
                  <a:lnTo>
                    <a:pt x="2433" y="9036"/>
                  </a:lnTo>
                  <a:lnTo>
                    <a:pt x="2240" y="8997"/>
                  </a:lnTo>
                  <a:lnTo>
                    <a:pt x="2047" y="9036"/>
                  </a:lnTo>
                  <a:lnTo>
                    <a:pt x="1854" y="9113"/>
                  </a:lnTo>
                  <a:lnTo>
                    <a:pt x="1699" y="9190"/>
                  </a:lnTo>
                  <a:lnTo>
                    <a:pt x="1545" y="9345"/>
                  </a:lnTo>
                  <a:lnTo>
                    <a:pt x="1429" y="9538"/>
                  </a:lnTo>
                  <a:lnTo>
                    <a:pt x="1390" y="9731"/>
                  </a:lnTo>
                  <a:lnTo>
                    <a:pt x="1352" y="9924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310"/>
                  </a:lnTo>
                  <a:lnTo>
                    <a:pt x="386" y="10426"/>
                  </a:lnTo>
                  <a:lnTo>
                    <a:pt x="271" y="10581"/>
                  </a:lnTo>
                  <a:lnTo>
                    <a:pt x="116" y="10889"/>
                  </a:lnTo>
                  <a:lnTo>
                    <a:pt x="0" y="11237"/>
                  </a:lnTo>
                  <a:lnTo>
                    <a:pt x="0" y="11585"/>
                  </a:lnTo>
                  <a:lnTo>
                    <a:pt x="77" y="11932"/>
                  </a:lnTo>
                  <a:lnTo>
                    <a:pt x="193" y="12241"/>
                  </a:lnTo>
                  <a:lnTo>
                    <a:pt x="386" y="12550"/>
                  </a:lnTo>
                  <a:lnTo>
                    <a:pt x="618" y="12820"/>
                  </a:lnTo>
                  <a:lnTo>
                    <a:pt x="811" y="12936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085" y="13129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50"/>
                  </a:lnTo>
                  <a:lnTo>
                    <a:pt x="3360" y="12241"/>
                  </a:lnTo>
                  <a:lnTo>
                    <a:pt x="3591" y="12009"/>
                  </a:lnTo>
                  <a:lnTo>
                    <a:pt x="3553" y="11932"/>
                  </a:lnTo>
                  <a:lnTo>
                    <a:pt x="3514" y="11816"/>
                  </a:lnTo>
                  <a:lnTo>
                    <a:pt x="3437" y="11778"/>
                  </a:lnTo>
                  <a:lnTo>
                    <a:pt x="3321" y="11739"/>
                  </a:lnTo>
                  <a:lnTo>
                    <a:pt x="3283" y="11778"/>
                  </a:lnTo>
                  <a:lnTo>
                    <a:pt x="3244" y="11816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7" y="12434"/>
                  </a:lnTo>
                  <a:lnTo>
                    <a:pt x="2317" y="12589"/>
                  </a:lnTo>
                  <a:lnTo>
                    <a:pt x="2047" y="12666"/>
                  </a:lnTo>
                  <a:lnTo>
                    <a:pt x="1738" y="12704"/>
                  </a:lnTo>
                  <a:lnTo>
                    <a:pt x="1429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1" y="12357"/>
                  </a:lnTo>
                  <a:lnTo>
                    <a:pt x="695" y="12202"/>
                  </a:lnTo>
                  <a:lnTo>
                    <a:pt x="618" y="12048"/>
                  </a:lnTo>
                  <a:lnTo>
                    <a:pt x="541" y="11893"/>
                  </a:lnTo>
                  <a:lnTo>
                    <a:pt x="502" y="11739"/>
                  </a:lnTo>
                  <a:lnTo>
                    <a:pt x="502" y="11546"/>
                  </a:lnTo>
                  <a:lnTo>
                    <a:pt x="502" y="11391"/>
                  </a:lnTo>
                  <a:lnTo>
                    <a:pt x="541" y="11198"/>
                  </a:lnTo>
                  <a:lnTo>
                    <a:pt x="579" y="11044"/>
                  </a:lnTo>
                  <a:lnTo>
                    <a:pt x="657" y="10889"/>
                  </a:lnTo>
                  <a:lnTo>
                    <a:pt x="773" y="10774"/>
                  </a:lnTo>
                  <a:lnTo>
                    <a:pt x="888" y="10619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008" y="10349"/>
                  </a:lnTo>
                  <a:lnTo>
                    <a:pt x="2317" y="10388"/>
                  </a:lnTo>
                  <a:lnTo>
                    <a:pt x="2587" y="10426"/>
                  </a:lnTo>
                  <a:lnTo>
                    <a:pt x="2858" y="10542"/>
                  </a:lnTo>
                  <a:lnTo>
                    <a:pt x="3128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5"/>
                  </a:lnTo>
                  <a:lnTo>
                    <a:pt x="5870" y="12704"/>
                  </a:lnTo>
                  <a:lnTo>
                    <a:pt x="6256" y="12975"/>
                  </a:lnTo>
                  <a:lnTo>
                    <a:pt x="6681" y="13206"/>
                  </a:lnTo>
                  <a:lnTo>
                    <a:pt x="7105" y="13438"/>
                  </a:lnTo>
                  <a:lnTo>
                    <a:pt x="7530" y="13593"/>
                  </a:lnTo>
                  <a:lnTo>
                    <a:pt x="7994" y="13747"/>
                  </a:lnTo>
                  <a:lnTo>
                    <a:pt x="8457" y="13786"/>
                  </a:lnTo>
                  <a:lnTo>
                    <a:pt x="8920" y="13786"/>
                  </a:lnTo>
                  <a:lnTo>
                    <a:pt x="9345" y="13708"/>
                  </a:lnTo>
                  <a:lnTo>
                    <a:pt x="9731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73"/>
                  </a:lnTo>
                  <a:lnTo>
                    <a:pt x="11121" y="12125"/>
                  </a:lnTo>
                  <a:lnTo>
                    <a:pt x="11314" y="11739"/>
                  </a:lnTo>
                  <a:lnTo>
                    <a:pt x="11507" y="11237"/>
                  </a:lnTo>
                  <a:lnTo>
                    <a:pt x="11662" y="10696"/>
                  </a:lnTo>
                  <a:lnTo>
                    <a:pt x="11971" y="9615"/>
                  </a:lnTo>
                  <a:lnTo>
                    <a:pt x="12125" y="9113"/>
                  </a:lnTo>
                  <a:lnTo>
                    <a:pt x="12357" y="8611"/>
                  </a:lnTo>
                  <a:lnTo>
                    <a:pt x="12589" y="8109"/>
                  </a:lnTo>
                  <a:lnTo>
                    <a:pt x="12936" y="7646"/>
                  </a:lnTo>
                  <a:lnTo>
                    <a:pt x="13284" y="7298"/>
                  </a:lnTo>
                  <a:lnTo>
                    <a:pt x="13631" y="6989"/>
                  </a:lnTo>
                  <a:lnTo>
                    <a:pt x="14017" y="6719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1"/>
                  </a:lnTo>
                  <a:lnTo>
                    <a:pt x="15832" y="5985"/>
                  </a:lnTo>
                  <a:lnTo>
                    <a:pt x="16296" y="5947"/>
                  </a:lnTo>
                  <a:lnTo>
                    <a:pt x="16605" y="5908"/>
                  </a:lnTo>
                  <a:lnTo>
                    <a:pt x="16914" y="5908"/>
                  </a:lnTo>
                  <a:lnTo>
                    <a:pt x="17454" y="5985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3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30" y="7491"/>
                  </a:lnTo>
                  <a:lnTo>
                    <a:pt x="21316" y="7646"/>
                  </a:lnTo>
                  <a:lnTo>
                    <a:pt x="21740" y="7723"/>
                  </a:lnTo>
                  <a:lnTo>
                    <a:pt x="22165" y="7762"/>
                  </a:lnTo>
                  <a:lnTo>
                    <a:pt x="22590" y="7723"/>
                  </a:lnTo>
                  <a:lnTo>
                    <a:pt x="22976" y="7646"/>
                  </a:lnTo>
                  <a:lnTo>
                    <a:pt x="23362" y="7530"/>
                  </a:lnTo>
                  <a:lnTo>
                    <a:pt x="23710" y="7298"/>
                  </a:lnTo>
                  <a:lnTo>
                    <a:pt x="24057" y="6989"/>
                  </a:lnTo>
                  <a:lnTo>
                    <a:pt x="24366" y="6642"/>
                  </a:lnTo>
                  <a:lnTo>
                    <a:pt x="24598" y="6294"/>
                  </a:lnTo>
                  <a:lnTo>
                    <a:pt x="24752" y="5908"/>
                  </a:lnTo>
                  <a:lnTo>
                    <a:pt x="24868" y="5483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5" y="3746"/>
                  </a:lnTo>
                  <a:lnTo>
                    <a:pt x="24868" y="3282"/>
                  </a:lnTo>
                  <a:lnTo>
                    <a:pt x="24791" y="2858"/>
                  </a:lnTo>
                  <a:lnTo>
                    <a:pt x="24637" y="2394"/>
                  </a:lnTo>
                  <a:lnTo>
                    <a:pt x="24443" y="1969"/>
                  </a:lnTo>
                  <a:lnTo>
                    <a:pt x="24250" y="1583"/>
                  </a:lnTo>
                  <a:lnTo>
                    <a:pt x="24057" y="1197"/>
                  </a:lnTo>
                  <a:lnTo>
                    <a:pt x="23787" y="811"/>
                  </a:lnTo>
                  <a:lnTo>
                    <a:pt x="23941" y="386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69" y="77"/>
                  </a:lnTo>
                  <a:lnTo>
                    <a:pt x="230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7" name="Google Shape;3247;p15"/>
            <p:cNvSpPr/>
            <p:nvPr/>
          </p:nvSpPr>
          <p:spPr>
            <a:xfrm>
              <a:off x="5843050" y="1398325"/>
              <a:ext cx="152575" cy="276125"/>
            </a:xfrm>
            <a:custGeom>
              <a:avLst/>
              <a:gdLst/>
              <a:ahLst/>
              <a:cxnLst/>
              <a:rect l="l" t="t" r="r" b="b"/>
              <a:pathLst>
                <a:path w="6103" h="11045" extrusionOk="0">
                  <a:moveTo>
                    <a:pt x="3553" y="0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8"/>
                  </a:lnTo>
                  <a:lnTo>
                    <a:pt x="4364" y="1120"/>
                  </a:lnTo>
                  <a:lnTo>
                    <a:pt x="4635" y="1429"/>
                  </a:lnTo>
                  <a:lnTo>
                    <a:pt x="4866" y="1738"/>
                  </a:lnTo>
                  <a:lnTo>
                    <a:pt x="5059" y="2085"/>
                  </a:lnTo>
                  <a:lnTo>
                    <a:pt x="5214" y="2433"/>
                  </a:lnTo>
                  <a:lnTo>
                    <a:pt x="5368" y="2819"/>
                  </a:lnTo>
                  <a:lnTo>
                    <a:pt x="5484" y="3205"/>
                  </a:lnTo>
                  <a:lnTo>
                    <a:pt x="5523" y="3591"/>
                  </a:lnTo>
                  <a:lnTo>
                    <a:pt x="5600" y="3978"/>
                  </a:lnTo>
                  <a:lnTo>
                    <a:pt x="5600" y="4402"/>
                  </a:lnTo>
                  <a:lnTo>
                    <a:pt x="5561" y="4789"/>
                  </a:lnTo>
                  <a:lnTo>
                    <a:pt x="5523" y="5213"/>
                  </a:lnTo>
                  <a:lnTo>
                    <a:pt x="5446" y="5599"/>
                  </a:lnTo>
                  <a:lnTo>
                    <a:pt x="5330" y="6024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1" y="7260"/>
                  </a:lnTo>
                  <a:lnTo>
                    <a:pt x="4480" y="7646"/>
                  </a:lnTo>
                  <a:lnTo>
                    <a:pt x="4210" y="8032"/>
                  </a:lnTo>
                  <a:lnTo>
                    <a:pt x="3940" y="8380"/>
                  </a:lnTo>
                  <a:lnTo>
                    <a:pt x="3631" y="8727"/>
                  </a:lnTo>
                  <a:lnTo>
                    <a:pt x="3283" y="9036"/>
                  </a:lnTo>
                  <a:lnTo>
                    <a:pt x="2936" y="9306"/>
                  </a:lnTo>
                  <a:lnTo>
                    <a:pt x="2549" y="9577"/>
                  </a:lnTo>
                  <a:lnTo>
                    <a:pt x="2163" y="9808"/>
                  </a:lnTo>
                  <a:lnTo>
                    <a:pt x="1739" y="10040"/>
                  </a:lnTo>
                  <a:lnTo>
                    <a:pt x="1314" y="10233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1" y="10658"/>
                  </a:lnTo>
                  <a:lnTo>
                    <a:pt x="78" y="11044"/>
                  </a:lnTo>
                  <a:lnTo>
                    <a:pt x="619" y="10967"/>
                  </a:lnTo>
                  <a:lnTo>
                    <a:pt x="1121" y="1081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4"/>
                  </a:lnTo>
                  <a:lnTo>
                    <a:pt x="3399" y="9615"/>
                  </a:lnTo>
                  <a:lnTo>
                    <a:pt x="3785" y="9268"/>
                  </a:lnTo>
                  <a:lnTo>
                    <a:pt x="4171" y="8920"/>
                  </a:lnTo>
                  <a:lnTo>
                    <a:pt x="4480" y="8534"/>
                  </a:lnTo>
                  <a:lnTo>
                    <a:pt x="4828" y="8109"/>
                  </a:lnTo>
                  <a:lnTo>
                    <a:pt x="5098" y="7685"/>
                  </a:lnTo>
                  <a:lnTo>
                    <a:pt x="5368" y="7221"/>
                  </a:lnTo>
                  <a:lnTo>
                    <a:pt x="5600" y="6758"/>
                  </a:lnTo>
                  <a:lnTo>
                    <a:pt x="5755" y="6294"/>
                  </a:lnTo>
                  <a:lnTo>
                    <a:pt x="5909" y="5792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8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5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7" y="1313"/>
                  </a:lnTo>
                  <a:lnTo>
                    <a:pt x="4905" y="1004"/>
                  </a:lnTo>
                  <a:lnTo>
                    <a:pt x="4596" y="695"/>
                  </a:lnTo>
                  <a:lnTo>
                    <a:pt x="4287" y="425"/>
                  </a:lnTo>
                  <a:lnTo>
                    <a:pt x="3940" y="193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8" name="Google Shape;3248;p15"/>
            <p:cNvSpPr/>
            <p:nvPr/>
          </p:nvSpPr>
          <p:spPr>
            <a:xfrm>
              <a:off x="569225" y="1424375"/>
              <a:ext cx="126500" cy="69550"/>
            </a:xfrm>
            <a:custGeom>
              <a:avLst/>
              <a:gdLst/>
              <a:ahLst/>
              <a:cxnLst/>
              <a:rect l="l" t="t" r="r" b="b"/>
              <a:pathLst>
                <a:path w="5060" h="2782" extrusionOk="0">
                  <a:moveTo>
                    <a:pt x="4905" y="1"/>
                  </a:moveTo>
                  <a:lnTo>
                    <a:pt x="3824" y="657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30" y="1854"/>
                  </a:lnTo>
                  <a:lnTo>
                    <a:pt x="773" y="2125"/>
                  </a:lnTo>
                  <a:lnTo>
                    <a:pt x="117" y="2395"/>
                  </a:lnTo>
                  <a:lnTo>
                    <a:pt x="40" y="2472"/>
                  </a:lnTo>
                  <a:lnTo>
                    <a:pt x="1" y="2588"/>
                  </a:lnTo>
                  <a:lnTo>
                    <a:pt x="40" y="2665"/>
                  </a:lnTo>
                  <a:lnTo>
                    <a:pt x="117" y="2781"/>
                  </a:lnTo>
                  <a:lnTo>
                    <a:pt x="387" y="2781"/>
                  </a:lnTo>
                  <a:lnTo>
                    <a:pt x="1082" y="2627"/>
                  </a:lnTo>
                  <a:lnTo>
                    <a:pt x="1739" y="2356"/>
                  </a:lnTo>
                  <a:lnTo>
                    <a:pt x="2356" y="2047"/>
                  </a:lnTo>
                  <a:lnTo>
                    <a:pt x="2974" y="1739"/>
                  </a:lnTo>
                  <a:lnTo>
                    <a:pt x="3553" y="1430"/>
                  </a:lnTo>
                  <a:lnTo>
                    <a:pt x="4094" y="1082"/>
                  </a:lnTo>
                  <a:lnTo>
                    <a:pt x="4596" y="735"/>
                  </a:lnTo>
                  <a:lnTo>
                    <a:pt x="5059" y="310"/>
                  </a:lnTo>
                  <a:lnTo>
                    <a:pt x="490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9" name="Google Shape;3249;p15"/>
            <p:cNvSpPr/>
            <p:nvPr/>
          </p:nvSpPr>
          <p:spPr>
            <a:xfrm>
              <a:off x="512275" y="1467825"/>
              <a:ext cx="66650" cy="99450"/>
            </a:xfrm>
            <a:custGeom>
              <a:avLst/>
              <a:gdLst/>
              <a:ahLst/>
              <a:cxnLst/>
              <a:rect l="l" t="t" r="r" b="b"/>
              <a:pathLst>
                <a:path w="2666" h="3978" extrusionOk="0">
                  <a:moveTo>
                    <a:pt x="850" y="1"/>
                  </a:moveTo>
                  <a:lnTo>
                    <a:pt x="464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2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1" y="2704"/>
                  </a:lnTo>
                  <a:lnTo>
                    <a:pt x="39" y="2974"/>
                  </a:lnTo>
                  <a:lnTo>
                    <a:pt x="78" y="3206"/>
                  </a:lnTo>
                  <a:lnTo>
                    <a:pt x="155" y="3399"/>
                  </a:lnTo>
                  <a:lnTo>
                    <a:pt x="271" y="3592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9" y="3939"/>
                  </a:lnTo>
                  <a:lnTo>
                    <a:pt x="1082" y="3978"/>
                  </a:lnTo>
                  <a:lnTo>
                    <a:pt x="1314" y="3939"/>
                  </a:lnTo>
                  <a:lnTo>
                    <a:pt x="1507" y="3823"/>
                  </a:lnTo>
                  <a:lnTo>
                    <a:pt x="1661" y="3708"/>
                  </a:lnTo>
                  <a:lnTo>
                    <a:pt x="1816" y="3514"/>
                  </a:lnTo>
                  <a:lnTo>
                    <a:pt x="1970" y="3321"/>
                  </a:lnTo>
                  <a:lnTo>
                    <a:pt x="2086" y="3090"/>
                  </a:lnTo>
                  <a:lnTo>
                    <a:pt x="2318" y="2549"/>
                  </a:lnTo>
                  <a:lnTo>
                    <a:pt x="2472" y="2009"/>
                  </a:lnTo>
                  <a:lnTo>
                    <a:pt x="2626" y="1507"/>
                  </a:lnTo>
                  <a:lnTo>
                    <a:pt x="2665" y="1043"/>
                  </a:lnTo>
                  <a:lnTo>
                    <a:pt x="2395" y="1043"/>
                  </a:lnTo>
                  <a:lnTo>
                    <a:pt x="2009" y="2009"/>
                  </a:lnTo>
                  <a:lnTo>
                    <a:pt x="1738" y="2665"/>
                  </a:lnTo>
                  <a:lnTo>
                    <a:pt x="1545" y="3051"/>
                  </a:lnTo>
                  <a:lnTo>
                    <a:pt x="1468" y="3206"/>
                  </a:lnTo>
                  <a:lnTo>
                    <a:pt x="1314" y="3283"/>
                  </a:lnTo>
                  <a:lnTo>
                    <a:pt x="1159" y="3283"/>
                  </a:lnTo>
                  <a:lnTo>
                    <a:pt x="966" y="3206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4"/>
                  </a:lnTo>
                  <a:lnTo>
                    <a:pt x="541" y="2395"/>
                  </a:lnTo>
                  <a:lnTo>
                    <a:pt x="580" y="2047"/>
                  </a:lnTo>
                  <a:lnTo>
                    <a:pt x="618" y="1622"/>
                  </a:lnTo>
                  <a:lnTo>
                    <a:pt x="734" y="1198"/>
                  </a:lnTo>
                  <a:lnTo>
                    <a:pt x="889" y="773"/>
                  </a:lnTo>
                  <a:lnTo>
                    <a:pt x="1043" y="348"/>
                  </a:lnTo>
                  <a:lnTo>
                    <a:pt x="1082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0" name="Google Shape;3250;p15"/>
            <p:cNvSpPr/>
            <p:nvPr/>
          </p:nvSpPr>
          <p:spPr>
            <a:xfrm>
              <a:off x="4008850" y="152575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7" y="1004"/>
                  </a:lnTo>
                  <a:lnTo>
                    <a:pt x="7029" y="1313"/>
                  </a:lnTo>
                  <a:lnTo>
                    <a:pt x="7531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9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7"/>
                  </a:lnTo>
                  <a:lnTo>
                    <a:pt x="8573" y="3707"/>
                  </a:lnTo>
                  <a:lnTo>
                    <a:pt x="7724" y="3823"/>
                  </a:lnTo>
                  <a:lnTo>
                    <a:pt x="6874" y="3901"/>
                  </a:lnTo>
                  <a:lnTo>
                    <a:pt x="6411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8" y="3707"/>
                  </a:lnTo>
                  <a:lnTo>
                    <a:pt x="2511" y="3862"/>
                  </a:lnTo>
                  <a:lnTo>
                    <a:pt x="2433" y="4016"/>
                  </a:lnTo>
                  <a:lnTo>
                    <a:pt x="2318" y="4132"/>
                  </a:lnTo>
                  <a:lnTo>
                    <a:pt x="2124" y="4209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1" y="4248"/>
                  </a:lnTo>
                  <a:lnTo>
                    <a:pt x="734" y="4132"/>
                  </a:lnTo>
                  <a:lnTo>
                    <a:pt x="387" y="4016"/>
                  </a:lnTo>
                  <a:lnTo>
                    <a:pt x="503" y="3514"/>
                  </a:lnTo>
                  <a:lnTo>
                    <a:pt x="657" y="3012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7" y="1738"/>
                  </a:lnTo>
                  <a:lnTo>
                    <a:pt x="1893" y="1429"/>
                  </a:lnTo>
                  <a:lnTo>
                    <a:pt x="2318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8" y="5638"/>
                  </a:lnTo>
                  <a:lnTo>
                    <a:pt x="11624" y="5986"/>
                  </a:lnTo>
                  <a:lnTo>
                    <a:pt x="11431" y="6140"/>
                  </a:lnTo>
                  <a:lnTo>
                    <a:pt x="11353" y="6217"/>
                  </a:lnTo>
                  <a:lnTo>
                    <a:pt x="11238" y="6256"/>
                  </a:lnTo>
                  <a:lnTo>
                    <a:pt x="11083" y="6295"/>
                  </a:lnTo>
                  <a:lnTo>
                    <a:pt x="10929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3" y="5947"/>
                  </a:lnTo>
                  <a:lnTo>
                    <a:pt x="10543" y="5870"/>
                  </a:lnTo>
                  <a:lnTo>
                    <a:pt x="10543" y="5754"/>
                  </a:lnTo>
                  <a:lnTo>
                    <a:pt x="10620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0"/>
                  </a:moveTo>
                  <a:lnTo>
                    <a:pt x="3939" y="39"/>
                  </a:lnTo>
                  <a:lnTo>
                    <a:pt x="3515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1"/>
                  </a:lnTo>
                  <a:lnTo>
                    <a:pt x="1507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9" y="2008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7" y="3205"/>
                  </a:lnTo>
                  <a:lnTo>
                    <a:pt x="39" y="3669"/>
                  </a:lnTo>
                  <a:lnTo>
                    <a:pt x="1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8"/>
                  </a:lnTo>
                  <a:lnTo>
                    <a:pt x="1314" y="4596"/>
                  </a:lnTo>
                  <a:lnTo>
                    <a:pt x="1700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1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3" y="3630"/>
                  </a:lnTo>
                  <a:lnTo>
                    <a:pt x="3013" y="2974"/>
                  </a:lnTo>
                  <a:lnTo>
                    <a:pt x="3128" y="773"/>
                  </a:lnTo>
                  <a:lnTo>
                    <a:pt x="3515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1" y="1661"/>
                  </a:lnTo>
                  <a:lnTo>
                    <a:pt x="5059" y="2703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4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6" y="4287"/>
                  </a:lnTo>
                  <a:lnTo>
                    <a:pt x="5870" y="4325"/>
                  </a:lnTo>
                  <a:lnTo>
                    <a:pt x="6218" y="4325"/>
                  </a:lnTo>
                  <a:lnTo>
                    <a:pt x="6565" y="4287"/>
                  </a:lnTo>
                  <a:lnTo>
                    <a:pt x="7608" y="4209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0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7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3" y="5252"/>
                  </a:lnTo>
                  <a:lnTo>
                    <a:pt x="10427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4" y="5754"/>
                  </a:lnTo>
                  <a:lnTo>
                    <a:pt x="10234" y="5908"/>
                  </a:lnTo>
                  <a:lnTo>
                    <a:pt x="10234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9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7" y="6526"/>
                  </a:lnTo>
                  <a:lnTo>
                    <a:pt x="11740" y="6410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2"/>
                  </a:lnTo>
                  <a:lnTo>
                    <a:pt x="12396" y="7221"/>
                  </a:lnTo>
                  <a:lnTo>
                    <a:pt x="12473" y="7569"/>
                  </a:lnTo>
                  <a:lnTo>
                    <a:pt x="12551" y="7916"/>
                  </a:lnTo>
                  <a:lnTo>
                    <a:pt x="12551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5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6" y="9654"/>
                  </a:lnTo>
                  <a:lnTo>
                    <a:pt x="12821" y="9616"/>
                  </a:lnTo>
                  <a:lnTo>
                    <a:pt x="12937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30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5"/>
                  </a:lnTo>
                  <a:lnTo>
                    <a:pt x="13091" y="7723"/>
                  </a:lnTo>
                  <a:lnTo>
                    <a:pt x="12937" y="7183"/>
                  </a:lnTo>
                  <a:lnTo>
                    <a:pt x="12744" y="6681"/>
                  </a:lnTo>
                  <a:lnTo>
                    <a:pt x="12435" y="6217"/>
                  </a:lnTo>
                  <a:lnTo>
                    <a:pt x="12126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9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30" y="3514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5" y="1931"/>
                  </a:lnTo>
                  <a:lnTo>
                    <a:pt x="8226" y="1584"/>
                  </a:lnTo>
                  <a:lnTo>
                    <a:pt x="7839" y="1275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9" y="348"/>
                  </a:lnTo>
                  <a:lnTo>
                    <a:pt x="5716" y="193"/>
                  </a:lnTo>
                  <a:lnTo>
                    <a:pt x="5291" y="78"/>
                  </a:lnTo>
                  <a:lnTo>
                    <a:pt x="4828" y="39"/>
                  </a:lnTo>
                  <a:lnTo>
                    <a:pt x="44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1" name="Google Shape;3251;p15"/>
            <p:cNvSpPr/>
            <p:nvPr/>
          </p:nvSpPr>
          <p:spPr>
            <a:xfrm>
              <a:off x="6763050" y="1538300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9" y="5908"/>
                  </a:moveTo>
                  <a:lnTo>
                    <a:pt x="1082" y="5986"/>
                  </a:lnTo>
                  <a:lnTo>
                    <a:pt x="1237" y="6024"/>
                  </a:lnTo>
                  <a:lnTo>
                    <a:pt x="1391" y="6179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1" y="6797"/>
                  </a:lnTo>
                  <a:lnTo>
                    <a:pt x="1237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9" y="6990"/>
                  </a:lnTo>
                  <a:lnTo>
                    <a:pt x="464" y="6835"/>
                  </a:lnTo>
                  <a:lnTo>
                    <a:pt x="426" y="6719"/>
                  </a:lnTo>
                  <a:lnTo>
                    <a:pt x="387" y="6642"/>
                  </a:lnTo>
                  <a:lnTo>
                    <a:pt x="348" y="6488"/>
                  </a:lnTo>
                  <a:lnTo>
                    <a:pt x="387" y="6372"/>
                  </a:lnTo>
                  <a:lnTo>
                    <a:pt x="426" y="6256"/>
                  </a:lnTo>
                  <a:lnTo>
                    <a:pt x="503" y="6179"/>
                  </a:lnTo>
                  <a:lnTo>
                    <a:pt x="696" y="6024"/>
                  </a:lnTo>
                  <a:lnTo>
                    <a:pt x="889" y="5908"/>
                  </a:lnTo>
                  <a:close/>
                  <a:moveTo>
                    <a:pt x="5909" y="0"/>
                  </a:moveTo>
                  <a:lnTo>
                    <a:pt x="5832" y="39"/>
                  </a:lnTo>
                  <a:lnTo>
                    <a:pt x="5523" y="309"/>
                  </a:lnTo>
                  <a:lnTo>
                    <a:pt x="5175" y="618"/>
                  </a:lnTo>
                  <a:lnTo>
                    <a:pt x="4596" y="1313"/>
                  </a:lnTo>
                  <a:lnTo>
                    <a:pt x="4017" y="2047"/>
                  </a:lnTo>
                  <a:lnTo>
                    <a:pt x="3438" y="2781"/>
                  </a:lnTo>
                  <a:lnTo>
                    <a:pt x="2279" y="4132"/>
                  </a:lnTo>
                  <a:lnTo>
                    <a:pt x="1739" y="4866"/>
                  </a:lnTo>
                  <a:lnTo>
                    <a:pt x="1198" y="5561"/>
                  </a:lnTo>
                  <a:lnTo>
                    <a:pt x="1043" y="5522"/>
                  </a:lnTo>
                  <a:lnTo>
                    <a:pt x="889" y="5522"/>
                  </a:lnTo>
                  <a:lnTo>
                    <a:pt x="773" y="5561"/>
                  </a:lnTo>
                  <a:lnTo>
                    <a:pt x="619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10" y="5870"/>
                  </a:lnTo>
                  <a:lnTo>
                    <a:pt x="117" y="6063"/>
                  </a:lnTo>
                  <a:lnTo>
                    <a:pt x="1" y="6333"/>
                  </a:lnTo>
                  <a:lnTo>
                    <a:pt x="1" y="6488"/>
                  </a:lnTo>
                  <a:lnTo>
                    <a:pt x="1" y="6604"/>
                  </a:lnTo>
                  <a:lnTo>
                    <a:pt x="40" y="6797"/>
                  </a:lnTo>
                  <a:lnTo>
                    <a:pt x="117" y="6990"/>
                  </a:lnTo>
                  <a:lnTo>
                    <a:pt x="194" y="7144"/>
                  </a:lnTo>
                  <a:lnTo>
                    <a:pt x="348" y="7260"/>
                  </a:lnTo>
                  <a:lnTo>
                    <a:pt x="503" y="7376"/>
                  </a:lnTo>
                  <a:lnTo>
                    <a:pt x="696" y="7453"/>
                  </a:lnTo>
                  <a:lnTo>
                    <a:pt x="1082" y="7453"/>
                  </a:lnTo>
                  <a:lnTo>
                    <a:pt x="1275" y="7414"/>
                  </a:lnTo>
                  <a:lnTo>
                    <a:pt x="1430" y="7299"/>
                  </a:lnTo>
                  <a:lnTo>
                    <a:pt x="1584" y="7183"/>
                  </a:lnTo>
                  <a:lnTo>
                    <a:pt x="1700" y="7067"/>
                  </a:lnTo>
                  <a:lnTo>
                    <a:pt x="1816" y="6874"/>
                  </a:lnTo>
                  <a:lnTo>
                    <a:pt x="1854" y="6681"/>
                  </a:lnTo>
                  <a:lnTo>
                    <a:pt x="1893" y="6526"/>
                  </a:lnTo>
                  <a:lnTo>
                    <a:pt x="1854" y="6333"/>
                  </a:lnTo>
                  <a:lnTo>
                    <a:pt x="1816" y="6179"/>
                  </a:lnTo>
                  <a:lnTo>
                    <a:pt x="1739" y="6024"/>
                  </a:lnTo>
                  <a:lnTo>
                    <a:pt x="1661" y="5908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3" y="4403"/>
                  </a:lnTo>
                  <a:lnTo>
                    <a:pt x="3940" y="3012"/>
                  </a:lnTo>
                  <a:lnTo>
                    <a:pt x="4480" y="2395"/>
                  </a:lnTo>
                  <a:lnTo>
                    <a:pt x="5098" y="1699"/>
                  </a:lnTo>
                  <a:lnTo>
                    <a:pt x="5639" y="1043"/>
                  </a:lnTo>
                  <a:lnTo>
                    <a:pt x="5909" y="657"/>
                  </a:lnTo>
                  <a:lnTo>
                    <a:pt x="6102" y="309"/>
                  </a:lnTo>
                  <a:lnTo>
                    <a:pt x="6141" y="193"/>
                  </a:lnTo>
                  <a:lnTo>
                    <a:pt x="6063" y="78"/>
                  </a:lnTo>
                  <a:lnTo>
                    <a:pt x="598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2" name="Google Shape;3252;p15"/>
            <p:cNvSpPr/>
            <p:nvPr/>
          </p:nvSpPr>
          <p:spPr>
            <a:xfrm>
              <a:off x="4040700" y="153927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5" y="7298"/>
                  </a:moveTo>
                  <a:lnTo>
                    <a:pt x="8496" y="7375"/>
                  </a:lnTo>
                  <a:lnTo>
                    <a:pt x="8728" y="7453"/>
                  </a:lnTo>
                  <a:lnTo>
                    <a:pt x="8960" y="7569"/>
                  </a:lnTo>
                  <a:lnTo>
                    <a:pt x="9153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5" y="8573"/>
                  </a:lnTo>
                  <a:lnTo>
                    <a:pt x="9693" y="8881"/>
                  </a:lnTo>
                  <a:lnTo>
                    <a:pt x="9655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60" y="10040"/>
                  </a:lnTo>
                  <a:lnTo>
                    <a:pt x="8689" y="10117"/>
                  </a:lnTo>
                  <a:lnTo>
                    <a:pt x="8419" y="10194"/>
                  </a:lnTo>
                  <a:lnTo>
                    <a:pt x="8110" y="10156"/>
                  </a:lnTo>
                  <a:lnTo>
                    <a:pt x="7840" y="10078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6"/>
                  </a:lnTo>
                  <a:lnTo>
                    <a:pt x="7029" y="9345"/>
                  </a:lnTo>
                  <a:lnTo>
                    <a:pt x="6952" y="9075"/>
                  </a:lnTo>
                  <a:lnTo>
                    <a:pt x="6913" y="8804"/>
                  </a:lnTo>
                  <a:lnTo>
                    <a:pt x="6952" y="8534"/>
                  </a:lnTo>
                  <a:lnTo>
                    <a:pt x="7029" y="8264"/>
                  </a:lnTo>
                  <a:lnTo>
                    <a:pt x="7145" y="8071"/>
                  </a:lnTo>
                  <a:lnTo>
                    <a:pt x="7299" y="7877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9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6" y="8457"/>
                  </a:lnTo>
                  <a:lnTo>
                    <a:pt x="2974" y="8611"/>
                  </a:lnTo>
                  <a:lnTo>
                    <a:pt x="3052" y="8766"/>
                  </a:lnTo>
                  <a:lnTo>
                    <a:pt x="1546" y="8727"/>
                  </a:lnTo>
                  <a:lnTo>
                    <a:pt x="40" y="8688"/>
                  </a:lnTo>
                  <a:lnTo>
                    <a:pt x="1" y="8688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6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6"/>
                  </a:lnTo>
                  <a:lnTo>
                    <a:pt x="6759" y="9847"/>
                  </a:lnTo>
                  <a:lnTo>
                    <a:pt x="6990" y="10078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0"/>
                  </a:lnTo>
                  <a:lnTo>
                    <a:pt x="8110" y="10658"/>
                  </a:lnTo>
                  <a:lnTo>
                    <a:pt x="8419" y="10696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7"/>
                  </a:lnTo>
                  <a:lnTo>
                    <a:pt x="9539" y="10194"/>
                  </a:lnTo>
                  <a:lnTo>
                    <a:pt x="9771" y="9963"/>
                  </a:lnTo>
                  <a:lnTo>
                    <a:pt x="9925" y="9692"/>
                  </a:lnTo>
                  <a:lnTo>
                    <a:pt x="10079" y="9422"/>
                  </a:lnTo>
                  <a:lnTo>
                    <a:pt x="10157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7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1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9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5" y="7337"/>
                  </a:lnTo>
                  <a:lnTo>
                    <a:pt x="6913" y="7569"/>
                  </a:lnTo>
                  <a:lnTo>
                    <a:pt x="6720" y="7877"/>
                  </a:lnTo>
                  <a:lnTo>
                    <a:pt x="6565" y="8186"/>
                  </a:lnTo>
                  <a:lnTo>
                    <a:pt x="6450" y="8534"/>
                  </a:lnTo>
                  <a:lnTo>
                    <a:pt x="6450" y="8843"/>
                  </a:lnTo>
                  <a:lnTo>
                    <a:pt x="5716" y="8804"/>
                  </a:lnTo>
                  <a:lnTo>
                    <a:pt x="4944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8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79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6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3" name="Google Shape;3253;p15"/>
            <p:cNvSpPr/>
            <p:nvPr/>
          </p:nvSpPr>
          <p:spPr>
            <a:xfrm>
              <a:off x="1387875" y="1558575"/>
              <a:ext cx="374575" cy="387125"/>
            </a:xfrm>
            <a:custGeom>
              <a:avLst/>
              <a:gdLst/>
              <a:ahLst/>
              <a:cxnLst/>
              <a:rect l="l" t="t" r="r" b="b"/>
              <a:pathLst>
                <a:path w="14983" h="15485" extrusionOk="0">
                  <a:moveTo>
                    <a:pt x="7453" y="502"/>
                  </a:moveTo>
                  <a:lnTo>
                    <a:pt x="8032" y="541"/>
                  </a:lnTo>
                  <a:lnTo>
                    <a:pt x="8573" y="580"/>
                  </a:lnTo>
                  <a:lnTo>
                    <a:pt x="9152" y="695"/>
                  </a:lnTo>
                  <a:lnTo>
                    <a:pt x="9654" y="850"/>
                  </a:lnTo>
                  <a:lnTo>
                    <a:pt x="10195" y="1043"/>
                  </a:lnTo>
                  <a:lnTo>
                    <a:pt x="10697" y="1275"/>
                  </a:lnTo>
                  <a:lnTo>
                    <a:pt x="11160" y="1545"/>
                  </a:lnTo>
                  <a:lnTo>
                    <a:pt x="11585" y="1854"/>
                  </a:lnTo>
                  <a:lnTo>
                    <a:pt x="10812" y="2201"/>
                  </a:lnTo>
                  <a:lnTo>
                    <a:pt x="10040" y="2626"/>
                  </a:lnTo>
                  <a:lnTo>
                    <a:pt x="9306" y="3090"/>
                  </a:lnTo>
                  <a:lnTo>
                    <a:pt x="8611" y="3630"/>
                  </a:lnTo>
                  <a:lnTo>
                    <a:pt x="7916" y="4171"/>
                  </a:lnTo>
                  <a:lnTo>
                    <a:pt x="7299" y="4789"/>
                  </a:lnTo>
                  <a:lnTo>
                    <a:pt x="6681" y="5445"/>
                  </a:lnTo>
                  <a:lnTo>
                    <a:pt x="6140" y="6140"/>
                  </a:lnTo>
                  <a:lnTo>
                    <a:pt x="5638" y="6874"/>
                  </a:lnTo>
                  <a:lnTo>
                    <a:pt x="5175" y="7646"/>
                  </a:lnTo>
                  <a:lnTo>
                    <a:pt x="4789" y="8418"/>
                  </a:lnTo>
                  <a:lnTo>
                    <a:pt x="4441" y="9229"/>
                  </a:lnTo>
                  <a:lnTo>
                    <a:pt x="4171" y="10040"/>
                  </a:lnTo>
                  <a:lnTo>
                    <a:pt x="3939" y="10890"/>
                  </a:lnTo>
                  <a:lnTo>
                    <a:pt x="3823" y="11778"/>
                  </a:lnTo>
                  <a:lnTo>
                    <a:pt x="3746" y="12666"/>
                  </a:lnTo>
                  <a:lnTo>
                    <a:pt x="3553" y="12666"/>
                  </a:lnTo>
                  <a:lnTo>
                    <a:pt x="3283" y="11855"/>
                  </a:lnTo>
                  <a:lnTo>
                    <a:pt x="3051" y="11044"/>
                  </a:lnTo>
                  <a:lnTo>
                    <a:pt x="2819" y="10195"/>
                  </a:lnTo>
                  <a:lnTo>
                    <a:pt x="2665" y="9384"/>
                  </a:lnTo>
                  <a:lnTo>
                    <a:pt x="2588" y="8534"/>
                  </a:lnTo>
                  <a:lnTo>
                    <a:pt x="2549" y="7685"/>
                  </a:lnTo>
                  <a:lnTo>
                    <a:pt x="2588" y="6797"/>
                  </a:lnTo>
                  <a:lnTo>
                    <a:pt x="2665" y="5947"/>
                  </a:lnTo>
                  <a:lnTo>
                    <a:pt x="2858" y="5213"/>
                  </a:lnTo>
                  <a:lnTo>
                    <a:pt x="3051" y="4518"/>
                  </a:lnTo>
                  <a:lnTo>
                    <a:pt x="3321" y="3823"/>
                  </a:lnTo>
                  <a:lnTo>
                    <a:pt x="3630" y="3205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29"/>
                  </a:lnTo>
                  <a:lnTo>
                    <a:pt x="5406" y="888"/>
                  </a:lnTo>
                  <a:lnTo>
                    <a:pt x="5908" y="734"/>
                  </a:lnTo>
                  <a:lnTo>
                    <a:pt x="6410" y="618"/>
                  </a:lnTo>
                  <a:lnTo>
                    <a:pt x="6912" y="541"/>
                  </a:lnTo>
                  <a:lnTo>
                    <a:pt x="7453" y="502"/>
                  </a:lnTo>
                  <a:close/>
                  <a:moveTo>
                    <a:pt x="11932" y="2086"/>
                  </a:moveTo>
                  <a:lnTo>
                    <a:pt x="12318" y="2433"/>
                  </a:lnTo>
                  <a:lnTo>
                    <a:pt x="12666" y="2819"/>
                  </a:lnTo>
                  <a:lnTo>
                    <a:pt x="13014" y="3205"/>
                  </a:lnTo>
                  <a:lnTo>
                    <a:pt x="13322" y="3669"/>
                  </a:lnTo>
                  <a:lnTo>
                    <a:pt x="13593" y="4093"/>
                  </a:lnTo>
                  <a:lnTo>
                    <a:pt x="13824" y="4595"/>
                  </a:lnTo>
                  <a:lnTo>
                    <a:pt x="14018" y="5097"/>
                  </a:lnTo>
                  <a:lnTo>
                    <a:pt x="14211" y="5599"/>
                  </a:lnTo>
                  <a:lnTo>
                    <a:pt x="14326" y="6101"/>
                  </a:lnTo>
                  <a:lnTo>
                    <a:pt x="14404" y="6642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25" y="6951"/>
                  </a:lnTo>
                  <a:lnTo>
                    <a:pt x="11392" y="7144"/>
                  </a:lnTo>
                  <a:lnTo>
                    <a:pt x="10658" y="7414"/>
                  </a:lnTo>
                  <a:lnTo>
                    <a:pt x="9924" y="7723"/>
                  </a:lnTo>
                  <a:lnTo>
                    <a:pt x="9229" y="8032"/>
                  </a:lnTo>
                  <a:lnTo>
                    <a:pt x="8534" y="8418"/>
                  </a:lnTo>
                  <a:lnTo>
                    <a:pt x="7878" y="8843"/>
                  </a:lnTo>
                  <a:lnTo>
                    <a:pt x="7221" y="9306"/>
                  </a:lnTo>
                  <a:lnTo>
                    <a:pt x="6642" y="9808"/>
                  </a:lnTo>
                  <a:lnTo>
                    <a:pt x="6063" y="10349"/>
                  </a:lnTo>
                  <a:lnTo>
                    <a:pt x="5561" y="10890"/>
                  </a:lnTo>
                  <a:lnTo>
                    <a:pt x="5059" y="11508"/>
                  </a:lnTo>
                  <a:lnTo>
                    <a:pt x="4634" y="12125"/>
                  </a:lnTo>
                  <a:lnTo>
                    <a:pt x="4248" y="12820"/>
                  </a:lnTo>
                  <a:lnTo>
                    <a:pt x="4093" y="12743"/>
                  </a:lnTo>
                  <a:lnTo>
                    <a:pt x="3939" y="12666"/>
                  </a:lnTo>
                  <a:lnTo>
                    <a:pt x="4093" y="11816"/>
                  </a:lnTo>
                  <a:lnTo>
                    <a:pt x="4287" y="10928"/>
                  </a:lnTo>
                  <a:lnTo>
                    <a:pt x="4557" y="10117"/>
                  </a:lnTo>
                  <a:lnTo>
                    <a:pt x="4827" y="9306"/>
                  </a:lnTo>
                  <a:lnTo>
                    <a:pt x="5175" y="8496"/>
                  </a:lnTo>
                  <a:lnTo>
                    <a:pt x="5561" y="7723"/>
                  </a:lnTo>
                  <a:lnTo>
                    <a:pt x="6024" y="6990"/>
                  </a:lnTo>
                  <a:lnTo>
                    <a:pt x="6488" y="6295"/>
                  </a:lnTo>
                  <a:lnTo>
                    <a:pt x="7028" y="5599"/>
                  </a:lnTo>
                  <a:lnTo>
                    <a:pt x="7607" y="4982"/>
                  </a:lnTo>
                  <a:lnTo>
                    <a:pt x="8225" y="4402"/>
                  </a:lnTo>
                  <a:lnTo>
                    <a:pt x="8882" y="3823"/>
                  </a:lnTo>
                  <a:lnTo>
                    <a:pt x="9577" y="3321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32" y="2086"/>
                  </a:lnTo>
                  <a:close/>
                  <a:moveTo>
                    <a:pt x="14442" y="6990"/>
                  </a:moveTo>
                  <a:lnTo>
                    <a:pt x="14481" y="7839"/>
                  </a:lnTo>
                  <a:lnTo>
                    <a:pt x="14404" y="8689"/>
                  </a:lnTo>
                  <a:lnTo>
                    <a:pt x="14249" y="9538"/>
                  </a:lnTo>
                  <a:lnTo>
                    <a:pt x="14172" y="9963"/>
                  </a:lnTo>
                  <a:lnTo>
                    <a:pt x="14018" y="10388"/>
                  </a:lnTo>
                  <a:lnTo>
                    <a:pt x="13863" y="10774"/>
                  </a:lnTo>
                  <a:lnTo>
                    <a:pt x="13709" y="11160"/>
                  </a:lnTo>
                  <a:lnTo>
                    <a:pt x="13516" y="11546"/>
                  </a:lnTo>
                  <a:lnTo>
                    <a:pt x="13284" y="11894"/>
                  </a:lnTo>
                  <a:lnTo>
                    <a:pt x="13052" y="12241"/>
                  </a:lnTo>
                  <a:lnTo>
                    <a:pt x="12782" y="12589"/>
                  </a:lnTo>
                  <a:lnTo>
                    <a:pt x="12473" y="12898"/>
                  </a:lnTo>
                  <a:lnTo>
                    <a:pt x="12203" y="13207"/>
                  </a:lnTo>
                  <a:lnTo>
                    <a:pt x="11932" y="13052"/>
                  </a:lnTo>
                  <a:lnTo>
                    <a:pt x="11662" y="12936"/>
                  </a:lnTo>
                  <a:lnTo>
                    <a:pt x="11083" y="12782"/>
                  </a:lnTo>
                  <a:lnTo>
                    <a:pt x="10542" y="12627"/>
                  </a:lnTo>
                  <a:lnTo>
                    <a:pt x="9963" y="12550"/>
                  </a:lnTo>
                  <a:lnTo>
                    <a:pt x="9384" y="12512"/>
                  </a:lnTo>
                  <a:lnTo>
                    <a:pt x="8843" y="12473"/>
                  </a:lnTo>
                  <a:lnTo>
                    <a:pt x="8303" y="12473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681" y="12666"/>
                  </a:lnTo>
                  <a:lnTo>
                    <a:pt x="6179" y="12782"/>
                  </a:lnTo>
                  <a:lnTo>
                    <a:pt x="5638" y="12975"/>
                  </a:lnTo>
                  <a:lnTo>
                    <a:pt x="5136" y="13129"/>
                  </a:lnTo>
                  <a:lnTo>
                    <a:pt x="4673" y="13361"/>
                  </a:lnTo>
                  <a:lnTo>
                    <a:pt x="4557" y="13129"/>
                  </a:lnTo>
                  <a:lnTo>
                    <a:pt x="4402" y="12936"/>
                  </a:lnTo>
                  <a:lnTo>
                    <a:pt x="4866" y="12318"/>
                  </a:lnTo>
                  <a:lnTo>
                    <a:pt x="5368" y="11739"/>
                  </a:lnTo>
                  <a:lnTo>
                    <a:pt x="5870" y="11160"/>
                  </a:lnTo>
                  <a:lnTo>
                    <a:pt x="6410" y="10619"/>
                  </a:lnTo>
                  <a:lnTo>
                    <a:pt x="6951" y="10117"/>
                  </a:lnTo>
                  <a:lnTo>
                    <a:pt x="7530" y="9654"/>
                  </a:lnTo>
                  <a:lnTo>
                    <a:pt x="8148" y="9229"/>
                  </a:lnTo>
                  <a:lnTo>
                    <a:pt x="8766" y="8804"/>
                  </a:lnTo>
                  <a:lnTo>
                    <a:pt x="9384" y="8457"/>
                  </a:lnTo>
                  <a:lnTo>
                    <a:pt x="10040" y="8109"/>
                  </a:lnTo>
                  <a:lnTo>
                    <a:pt x="10735" y="7839"/>
                  </a:lnTo>
                  <a:lnTo>
                    <a:pt x="11430" y="7569"/>
                  </a:lnTo>
                  <a:lnTo>
                    <a:pt x="12164" y="7376"/>
                  </a:lnTo>
                  <a:lnTo>
                    <a:pt x="12898" y="7183"/>
                  </a:lnTo>
                  <a:lnTo>
                    <a:pt x="13670" y="7067"/>
                  </a:lnTo>
                  <a:lnTo>
                    <a:pt x="14442" y="6990"/>
                  </a:lnTo>
                  <a:close/>
                  <a:moveTo>
                    <a:pt x="4518" y="1275"/>
                  </a:moveTo>
                  <a:lnTo>
                    <a:pt x="4016" y="1854"/>
                  </a:lnTo>
                  <a:lnTo>
                    <a:pt x="3591" y="2472"/>
                  </a:lnTo>
                  <a:lnTo>
                    <a:pt x="3244" y="3128"/>
                  </a:lnTo>
                  <a:lnTo>
                    <a:pt x="2935" y="3823"/>
                  </a:lnTo>
                  <a:lnTo>
                    <a:pt x="2665" y="4518"/>
                  </a:lnTo>
                  <a:lnTo>
                    <a:pt x="2472" y="5291"/>
                  </a:lnTo>
                  <a:lnTo>
                    <a:pt x="2317" y="6024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1"/>
                  </a:lnTo>
                  <a:lnTo>
                    <a:pt x="2279" y="9113"/>
                  </a:lnTo>
                  <a:lnTo>
                    <a:pt x="2356" y="9886"/>
                  </a:lnTo>
                  <a:lnTo>
                    <a:pt x="2549" y="10619"/>
                  </a:lnTo>
                  <a:lnTo>
                    <a:pt x="2742" y="11353"/>
                  </a:lnTo>
                  <a:lnTo>
                    <a:pt x="3012" y="12087"/>
                  </a:lnTo>
                  <a:lnTo>
                    <a:pt x="3283" y="12782"/>
                  </a:lnTo>
                  <a:lnTo>
                    <a:pt x="3089" y="12898"/>
                  </a:lnTo>
                  <a:lnTo>
                    <a:pt x="2935" y="13052"/>
                  </a:lnTo>
                  <a:lnTo>
                    <a:pt x="2819" y="13245"/>
                  </a:lnTo>
                  <a:lnTo>
                    <a:pt x="2703" y="13438"/>
                  </a:lnTo>
                  <a:lnTo>
                    <a:pt x="2394" y="13014"/>
                  </a:lnTo>
                  <a:lnTo>
                    <a:pt x="2047" y="12550"/>
                  </a:lnTo>
                  <a:lnTo>
                    <a:pt x="1777" y="12087"/>
                  </a:lnTo>
                  <a:lnTo>
                    <a:pt x="1506" y="11623"/>
                  </a:lnTo>
                  <a:lnTo>
                    <a:pt x="1275" y="11121"/>
                  </a:lnTo>
                  <a:lnTo>
                    <a:pt x="1043" y="10619"/>
                  </a:lnTo>
                  <a:lnTo>
                    <a:pt x="850" y="10117"/>
                  </a:lnTo>
                  <a:lnTo>
                    <a:pt x="734" y="9615"/>
                  </a:lnTo>
                  <a:lnTo>
                    <a:pt x="618" y="9113"/>
                  </a:lnTo>
                  <a:lnTo>
                    <a:pt x="541" y="8573"/>
                  </a:lnTo>
                  <a:lnTo>
                    <a:pt x="502" y="8032"/>
                  </a:lnTo>
                  <a:lnTo>
                    <a:pt x="502" y="7492"/>
                  </a:lnTo>
                  <a:lnTo>
                    <a:pt x="541" y="6951"/>
                  </a:lnTo>
                  <a:lnTo>
                    <a:pt x="618" y="6410"/>
                  </a:lnTo>
                  <a:lnTo>
                    <a:pt x="734" y="5870"/>
                  </a:lnTo>
                  <a:lnTo>
                    <a:pt x="927" y="5329"/>
                  </a:lnTo>
                  <a:lnTo>
                    <a:pt x="1197" y="4673"/>
                  </a:lnTo>
                  <a:lnTo>
                    <a:pt x="1506" y="4055"/>
                  </a:lnTo>
                  <a:lnTo>
                    <a:pt x="1892" y="3476"/>
                  </a:lnTo>
                  <a:lnTo>
                    <a:pt x="2356" y="2935"/>
                  </a:lnTo>
                  <a:lnTo>
                    <a:pt x="2819" y="2433"/>
                  </a:lnTo>
                  <a:lnTo>
                    <a:pt x="3360" y="2008"/>
                  </a:lnTo>
                  <a:lnTo>
                    <a:pt x="3900" y="1584"/>
                  </a:lnTo>
                  <a:lnTo>
                    <a:pt x="4518" y="1275"/>
                  </a:lnTo>
                  <a:close/>
                  <a:moveTo>
                    <a:pt x="3823" y="12975"/>
                  </a:moveTo>
                  <a:lnTo>
                    <a:pt x="4016" y="13052"/>
                  </a:lnTo>
                  <a:lnTo>
                    <a:pt x="4132" y="13168"/>
                  </a:lnTo>
                  <a:lnTo>
                    <a:pt x="4248" y="13284"/>
                  </a:lnTo>
                  <a:lnTo>
                    <a:pt x="4325" y="13438"/>
                  </a:lnTo>
                  <a:lnTo>
                    <a:pt x="4364" y="13631"/>
                  </a:lnTo>
                  <a:lnTo>
                    <a:pt x="4325" y="13786"/>
                  </a:lnTo>
                  <a:lnTo>
                    <a:pt x="4287" y="13940"/>
                  </a:lnTo>
                  <a:lnTo>
                    <a:pt x="4209" y="14095"/>
                  </a:lnTo>
                  <a:lnTo>
                    <a:pt x="3746" y="13824"/>
                  </a:lnTo>
                  <a:lnTo>
                    <a:pt x="3321" y="13477"/>
                  </a:lnTo>
                  <a:lnTo>
                    <a:pt x="3244" y="13438"/>
                  </a:lnTo>
                  <a:lnTo>
                    <a:pt x="3128" y="13438"/>
                  </a:lnTo>
                  <a:lnTo>
                    <a:pt x="3051" y="13477"/>
                  </a:lnTo>
                  <a:lnTo>
                    <a:pt x="2974" y="13515"/>
                  </a:lnTo>
                  <a:lnTo>
                    <a:pt x="3051" y="13361"/>
                  </a:lnTo>
                  <a:lnTo>
                    <a:pt x="3167" y="13245"/>
                  </a:lnTo>
                  <a:lnTo>
                    <a:pt x="3321" y="13129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9113" y="12859"/>
                  </a:moveTo>
                  <a:lnTo>
                    <a:pt x="9615" y="12898"/>
                  </a:lnTo>
                  <a:lnTo>
                    <a:pt x="10079" y="12975"/>
                  </a:lnTo>
                  <a:lnTo>
                    <a:pt x="10504" y="13014"/>
                  </a:lnTo>
                  <a:lnTo>
                    <a:pt x="11006" y="13129"/>
                  </a:lnTo>
                  <a:lnTo>
                    <a:pt x="11469" y="13245"/>
                  </a:lnTo>
                  <a:lnTo>
                    <a:pt x="11701" y="13361"/>
                  </a:lnTo>
                  <a:lnTo>
                    <a:pt x="11894" y="13477"/>
                  </a:lnTo>
                  <a:lnTo>
                    <a:pt x="11508" y="13786"/>
                  </a:lnTo>
                  <a:lnTo>
                    <a:pt x="11083" y="14017"/>
                  </a:lnTo>
                  <a:lnTo>
                    <a:pt x="10658" y="14249"/>
                  </a:lnTo>
                  <a:lnTo>
                    <a:pt x="10195" y="14442"/>
                  </a:lnTo>
                  <a:lnTo>
                    <a:pt x="9770" y="14635"/>
                  </a:lnTo>
                  <a:lnTo>
                    <a:pt x="9306" y="14751"/>
                  </a:lnTo>
                  <a:lnTo>
                    <a:pt x="8804" y="14867"/>
                  </a:lnTo>
                  <a:lnTo>
                    <a:pt x="8341" y="14944"/>
                  </a:lnTo>
                  <a:lnTo>
                    <a:pt x="7839" y="14983"/>
                  </a:lnTo>
                  <a:lnTo>
                    <a:pt x="7376" y="14983"/>
                  </a:lnTo>
                  <a:lnTo>
                    <a:pt x="6874" y="14944"/>
                  </a:lnTo>
                  <a:lnTo>
                    <a:pt x="6410" y="14867"/>
                  </a:lnTo>
                  <a:lnTo>
                    <a:pt x="5947" y="14790"/>
                  </a:lnTo>
                  <a:lnTo>
                    <a:pt x="5484" y="14674"/>
                  </a:lnTo>
                  <a:lnTo>
                    <a:pt x="5020" y="14481"/>
                  </a:lnTo>
                  <a:lnTo>
                    <a:pt x="4557" y="14288"/>
                  </a:lnTo>
                  <a:lnTo>
                    <a:pt x="4673" y="14017"/>
                  </a:lnTo>
                  <a:lnTo>
                    <a:pt x="4711" y="13747"/>
                  </a:lnTo>
                  <a:lnTo>
                    <a:pt x="4711" y="13593"/>
                  </a:lnTo>
                  <a:lnTo>
                    <a:pt x="5561" y="13322"/>
                  </a:lnTo>
                  <a:lnTo>
                    <a:pt x="6410" y="13091"/>
                  </a:lnTo>
                  <a:lnTo>
                    <a:pt x="7260" y="12936"/>
                  </a:lnTo>
                  <a:lnTo>
                    <a:pt x="8148" y="12859"/>
                  </a:lnTo>
                  <a:close/>
                  <a:moveTo>
                    <a:pt x="7569" y="0"/>
                  </a:moveTo>
                  <a:lnTo>
                    <a:pt x="6990" y="39"/>
                  </a:lnTo>
                  <a:lnTo>
                    <a:pt x="6410" y="116"/>
                  </a:lnTo>
                  <a:lnTo>
                    <a:pt x="5870" y="232"/>
                  </a:lnTo>
                  <a:lnTo>
                    <a:pt x="5291" y="386"/>
                  </a:lnTo>
                  <a:lnTo>
                    <a:pt x="4750" y="580"/>
                  </a:lnTo>
                  <a:lnTo>
                    <a:pt x="4248" y="811"/>
                  </a:lnTo>
                  <a:lnTo>
                    <a:pt x="3746" y="1120"/>
                  </a:lnTo>
                  <a:lnTo>
                    <a:pt x="3283" y="1429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1970" y="2588"/>
                  </a:lnTo>
                  <a:lnTo>
                    <a:pt x="1622" y="3012"/>
                  </a:lnTo>
                  <a:lnTo>
                    <a:pt x="1275" y="3514"/>
                  </a:lnTo>
                  <a:lnTo>
                    <a:pt x="966" y="4016"/>
                  </a:lnTo>
                  <a:lnTo>
                    <a:pt x="657" y="4595"/>
                  </a:lnTo>
                  <a:lnTo>
                    <a:pt x="425" y="5252"/>
                  </a:lnTo>
                  <a:lnTo>
                    <a:pt x="232" y="5908"/>
                  </a:lnTo>
                  <a:lnTo>
                    <a:pt x="116" y="6565"/>
                  </a:lnTo>
                  <a:lnTo>
                    <a:pt x="0" y="7221"/>
                  </a:lnTo>
                  <a:lnTo>
                    <a:pt x="0" y="7916"/>
                  </a:lnTo>
                  <a:lnTo>
                    <a:pt x="39" y="8611"/>
                  </a:lnTo>
                  <a:lnTo>
                    <a:pt x="116" y="9268"/>
                  </a:lnTo>
                  <a:lnTo>
                    <a:pt x="232" y="9924"/>
                  </a:lnTo>
                  <a:lnTo>
                    <a:pt x="425" y="10581"/>
                  </a:lnTo>
                  <a:lnTo>
                    <a:pt x="695" y="11237"/>
                  </a:lnTo>
                  <a:lnTo>
                    <a:pt x="966" y="11855"/>
                  </a:lnTo>
                  <a:lnTo>
                    <a:pt x="1313" y="12396"/>
                  </a:lnTo>
                  <a:lnTo>
                    <a:pt x="1738" y="12975"/>
                  </a:lnTo>
                  <a:lnTo>
                    <a:pt x="2201" y="13477"/>
                  </a:lnTo>
                  <a:lnTo>
                    <a:pt x="2703" y="13902"/>
                  </a:lnTo>
                  <a:lnTo>
                    <a:pt x="2742" y="13940"/>
                  </a:lnTo>
                  <a:lnTo>
                    <a:pt x="2819" y="13940"/>
                  </a:lnTo>
                  <a:lnTo>
                    <a:pt x="2896" y="13902"/>
                  </a:lnTo>
                  <a:lnTo>
                    <a:pt x="3167" y="14133"/>
                  </a:lnTo>
                  <a:lnTo>
                    <a:pt x="3437" y="14326"/>
                  </a:lnTo>
                  <a:lnTo>
                    <a:pt x="3785" y="14519"/>
                  </a:lnTo>
                  <a:lnTo>
                    <a:pt x="4093" y="14597"/>
                  </a:lnTo>
                  <a:lnTo>
                    <a:pt x="4518" y="14828"/>
                  </a:lnTo>
                  <a:lnTo>
                    <a:pt x="4943" y="14983"/>
                  </a:lnTo>
                  <a:lnTo>
                    <a:pt x="5406" y="15137"/>
                  </a:lnTo>
                  <a:lnTo>
                    <a:pt x="5870" y="15292"/>
                  </a:lnTo>
                  <a:lnTo>
                    <a:pt x="6333" y="15369"/>
                  </a:lnTo>
                  <a:lnTo>
                    <a:pt x="6797" y="15446"/>
                  </a:lnTo>
                  <a:lnTo>
                    <a:pt x="7260" y="15485"/>
                  </a:lnTo>
                  <a:lnTo>
                    <a:pt x="7723" y="15485"/>
                  </a:lnTo>
                  <a:lnTo>
                    <a:pt x="8225" y="15446"/>
                  </a:lnTo>
                  <a:lnTo>
                    <a:pt x="8689" y="15408"/>
                  </a:lnTo>
                  <a:lnTo>
                    <a:pt x="9152" y="15330"/>
                  </a:lnTo>
                  <a:lnTo>
                    <a:pt x="9615" y="15215"/>
                  </a:lnTo>
                  <a:lnTo>
                    <a:pt x="10079" y="15060"/>
                  </a:lnTo>
                  <a:lnTo>
                    <a:pt x="10504" y="14906"/>
                  </a:lnTo>
                  <a:lnTo>
                    <a:pt x="10928" y="14674"/>
                  </a:lnTo>
                  <a:lnTo>
                    <a:pt x="11353" y="14442"/>
                  </a:lnTo>
                  <a:lnTo>
                    <a:pt x="11855" y="14133"/>
                  </a:lnTo>
                  <a:lnTo>
                    <a:pt x="12318" y="13786"/>
                  </a:lnTo>
                  <a:lnTo>
                    <a:pt x="12705" y="13400"/>
                  </a:lnTo>
                  <a:lnTo>
                    <a:pt x="13091" y="12975"/>
                  </a:lnTo>
                  <a:lnTo>
                    <a:pt x="13438" y="12550"/>
                  </a:lnTo>
                  <a:lnTo>
                    <a:pt x="13747" y="12048"/>
                  </a:lnTo>
                  <a:lnTo>
                    <a:pt x="14056" y="11585"/>
                  </a:lnTo>
                  <a:lnTo>
                    <a:pt x="14288" y="11044"/>
                  </a:lnTo>
                  <a:lnTo>
                    <a:pt x="14481" y="10542"/>
                  </a:lnTo>
                  <a:lnTo>
                    <a:pt x="14674" y="10002"/>
                  </a:lnTo>
                  <a:lnTo>
                    <a:pt x="14790" y="9422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4983" y="7723"/>
                  </a:lnTo>
                  <a:lnTo>
                    <a:pt x="14983" y="7144"/>
                  </a:lnTo>
                  <a:lnTo>
                    <a:pt x="14906" y="6603"/>
                  </a:lnTo>
                  <a:lnTo>
                    <a:pt x="14828" y="5986"/>
                  </a:lnTo>
                  <a:lnTo>
                    <a:pt x="14674" y="5406"/>
                  </a:lnTo>
                  <a:lnTo>
                    <a:pt x="14481" y="4827"/>
                  </a:lnTo>
                  <a:lnTo>
                    <a:pt x="14249" y="4287"/>
                  </a:lnTo>
                  <a:lnTo>
                    <a:pt x="13979" y="3746"/>
                  </a:lnTo>
                  <a:lnTo>
                    <a:pt x="13631" y="3244"/>
                  </a:lnTo>
                  <a:lnTo>
                    <a:pt x="13284" y="2742"/>
                  </a:lnTo>
                  <a:lnTo>
                    <a:pt x="12898" y="2317"/>
                  </a:lnTo>
                  <a:lnTo>
                    <a:pt x="12512" y="1892"/>
                  </a:lnTo>
                  <a:lnTo>
                    <a:pt x="12048" y="1506"/>
                  </a:lnTo>
                  <a:lnTo>
                    <a:pt x="11546" y="1197"/>
                  </a:lnTo>
                  <a:lnTo>
                    <a:pt x="11044" y="888"/>
                  </a:lnTo>
                  <a:lnTo>
                    <a:pt x="10504" y="618"/>
                  </a:lnTo>
                  <a:lnTo>
                    <a:pt x="9963" y="386"/>
                  </a:lnTo>
                  <a:lnTo>
                    <a:pt x="9345" y="232"/>
                  </a:lnTo>
                  <a:lnTo>
                    <a:pt x="8766" y="116"/>
                  </a:lnTo>
                  <a:lnTo>
                    <a:pt x="8148" y="39"/>
                  </a:lnTo>
                  <a:lnTo>
                    <a:pt x="756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4" name="Google Shape;3254;p15"/>
            <p:cNvSpPr/>
            <p:nvPr/>
          </p:nvSpPr>
          <p:spPr>
            <a:xfrm>
              <a:off x="6509175" y="1566300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8" y="5870"/>
                  </a:lnTo>
                  <a:lnTo>
                    <a:pt x="7491" y="6024"/>
                  </a:lnTo>
                  <a:lnTo>
                    <a:pt x="7530" y="6140"/>
                  </a:lnTo>
                  <a:lnTo>
                    <a:pt x="7569" y="6256"/>
                  </a:lnTo>
                  <a:lnTo>
                    <a:pt x="7607" y="6372"/>
                  </a:lnTo>
                  <a:lnTo>
                    <a:pt x="7569" y="6488"/>
                  </a:lnTo>
                  <a:lnTo>
                    <a:pt x="7530" y="6565"/>
                  </a:lnTo>
                  <a:lnTo>
                    <a:pt x="7491" y="6681"/>
                  </a:lnTo>
                  <a:lnTo>
                    <a:pt x="7337" y="6796"/>
                  </a:lnTo>
                  <a:lnTo>
                    <a:pt x="7105" y="6912"/>
                  </a:lnTo>
                  <a:lnTo>
                    <a:pt x="6912" y="6912"/>
                  </a:lnTo>
                  <a:lnTo>
                    <a:pt x="6719" y="6835"/>
                  </a:lnTo>
                  <a:lnTo>
                    <a:pt x="6565" y="6681"/>
                  </a:lnTo>
                  <a:lnTo>
                    <a:pt x="6487" y="6488"/>
                  </a:lnTo>
                  <a:lnTo>
                    <a:pt x="6487" y="6294"/>
                  </a:lnTo>
                  <a:lnTo>
                    <a:pt x="6526" y="6101"/>
                  </a:lnTo>
                  <a:lnTo>
                    <a:pt x="6642" y="5908"/>
                  </a:lnTo>
                  <a:lnTo>
                    <a:pt x="6796" y="5754"/>
                  </a:lnTo>
                  <a:close/>
                  <a:moveTo>
                    <a:pt x="232" y="0"/>
                  </a:moveTo>
                  <a:lnTo>
                    <a:pt x="155" y="39"/>
                  </a:lnTo>
                  <a:lnTo>
                    <a:pt x="77" y="39"/>
                  </a:lnTo>
                  <a:lnTo>
                    <a:pt x="39" y="116"/>
                  </a:lnTo>
                  <a:lnTo>
                    <a:pt x="0" y="232"/>
                  </a:lnTo>
                  <a:lnTo>
                    <a:pt x="0" y="309"/>
                  </a:lnTo>
                  <a:lnTo>
                    <a:pt x="39" y="386"/>
                  </a:lnTo>
                  <a:lnTo>
                    <a:pt x="425" y="773"/>
                  </a:lnTo>
                  <a:lnTo>
                    <a:pt x="811" y="1120"/>
                  </a:lnTo>
                  <a:lnTo>
                    <a:pt x="1622" y="1777"/>
                  </a:lnTo>
                  <a:lnTo>
                    <a:pt x="3398" y="3205"/>
                  </a:lnTo>
                  <a:lnTo>
                    <a:pt x="4866" y="4441"/>
                  </a:lnTo>
                  <a:lnTo>
                    <a:pt x="5638" y="5020"/>
                  </a:lnTo>
                  <a:lnTo>
                    <a:pt x="6410" y="5599"/>
                  </a:lnTo>
                  <a:lnTo>
                    <a:pt x="6294" y="5677"/>
                  </a:lnTo>
                  <a:lnTo>
                    <a:pt x="6217" y="5792"/>
                  </a:lnTo>
                  <a:lnTo>
                    <a:pt x="6101" y="6101"/>
                  </a:lnTo>
                  <a:lnTo>
                    <a:pt x="6063" y="6410"/>
                  </a:lnTo>
                  <a:lnTo>
                    <a:pt x="6101" y="6681"/>
                  </a:lnTo>
                  <a:lnTo>
                    <a:pt x="6179" y="6835"/>
                  </a:lnTo>
                  <a:lnTo>
                    <a:pt x="6294" y="6990"/>
                  </a:lnTo>
                  <a:lnTo>
                    <a:pt x="6410" y="7144"/>
                  </a:lnTo>
                  <a:lnTo>
                    <a:pt x="6565" y="7221"/>
                  </a:lnTo>
                  <a:lnTo>
                    <a:pt x="6719" y="7298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8"/>
                  </a:lnTo>
                  <a:lnTo>
                    <a:pt x="7453" y="7260"/>
                  </a:lnTo>
                  <a:lnTo>
                    <a:pt x="7607" y="7144"/>
                  </a:lnTo>
                  <a:lnTo>
                    <a:pt x="7723" y="7028"/>
                  </a:lnTo>
                  <a:lnTo>
                    <a:pt x="7839" y="6912"/>
                  </a:lnTo>
                  <a:lnTo>
                    <a:pt x="7955" y="6758"/>
                  </a:lnTo>
                  <a:lnTo>
                    <a:pt x="7993" y="6565"/>
                  </a:lnTo>
                  <a:lnTo>
                    <a:pt x="8032" y="6410"/>
                  </a:lnTo>
                  <a:lnTo>
                    <a:pt x="8032" y="6217"/>
                  </a:lnTo>
                  <a:lnTo>
                    <a:pt x="7955" y="6024"/>
                  </a:lnTo>
                  <a:lnTo>
                    <a:pt x="7839" y="5870"/>
                  </a:lnTo>
                  <a:lnTo>
                    <a:pt x="7723" y="5715"/>
                  </a:lnTo>
                  <a:lnTo>
                    <a:pt x="7569" y="5599"/>
                  </a:lnTo>
                  <a:lnTo>
                    <a:pt x="7414" y="5522"/>
                  </a:lnTo>
                  <a:lnTo>
                    <a:pt x="7221" y="5445"/>
                  </a:lnTo>
                  <a:lnTo>
                    <a:pt x="7028" y="5445"/>
                  </a:lnTo>
                  <a:lnTo>
                    <a:pt x="6835" y="5484"/>
                  </a:lnTo>
                  <a:lnTo>
                    <a:pt x="6024" y="4711"/>
                  </a:lnTo>
                  <a:lnTo>
                    <a:pt x="5213" y="4016"/>
                  </a:lnTo>
                  <a:lnTo>
                    <a:pt x="3514" y="2626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4" y="309"/>
                  </a:lnTo>
                  <a:lnTo>
                    <a:pt x="309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5" name="Google Shape;3255;p15"/>
            <p:cNvSpPr/>
            <p:nvPr/>
          </p:nvSpPr>
          <p:spPr>
            <a:xfrm>
              <a:off x="2672775" y="1574975"/>
              <a:ext cx="84975" cy="94650"/>
            </a:xfrm>
            <a:custGeom>
              <a:avLst/>
              <a:gdLst/>
              <a:ahLst/>
              <a:cxnLst/>
              <a:rect l="l" t="t" r="r" b="b"/>
              <a:pathLst>
                <a:path w="3399" h="3786" extrusionOk="0">
                  <a:moveTo>
                    <a:pt x="78" y="1"/>
                  </a:moveTo>
                  <a:lnTo>
                    <a:pt x="1" y="78"/>
                  </a:lnTo>
                  <a:lnTo>
                    <a:pt x="1" y="117"/>
                  </a:lnTo>
                  <a:lnTo>
                    <a:pt x="348" y="889"/>
                  </a:lnTo>
                  <a:lnTo>
                    <a:pt x="812" y="1661"/>
                  </a:lnTo>
                  <a:lnTo>
                    <a:pt x="1275" y="2395"/>
                  </a:lnTo>
                  <a:lnTo>
                    <a:pt x="1738" y="3090"/>
                  </a:lnTo>
                  <a:lnTo>
                    <a:pt x="2009" y="3437"/>
                  </a:lnTo>
                  <a:lnTo>
                    <a:pt x="2202" y="3553"/>
                  </a:lnTo>
                  <a:lnTo>
                    <a:pt x="2395" y="3669"/>
                  </a:lnTo>
                  <a:lnTo>
                    <a:pt x="2588" y="3746"/>
                  </a:lnTo>
                  <a:lnTo>
                    <a:pt x="2781" y="3785"/>
                  </a:lnTo>
                  <a:lnTo>
                    <a:pt x="3013" y="3708"/>
                  </a:lnTo>
                  <a:lnTo>
                    <a:pt x="3206" y="3592"/>
                  </a:lnTo>
                  <a:lnTo>
                    <a:pt x="3322" y="3437"/>
                  </a:lnTo>
                  <a:lnTo>
                    <a:pt x="3399" y="3244"/>
                  </a:lnTo>
                  <a:lnTo>
                    <a:pt x="3399" y="3090"/>
                  </a:lnTo>
                  <a:lnTo>
                    <a:pt x="3399" y="2897"/>
                  </a:lnTo>
                  <a:lnTo>
                    <a:pt x="3360" y="2704"/>
                  </a:lnTo>
                  <a:lnTo>
                    <a:pt x="3283" y="2511"/>
                  </a:lnTo>
                  <a:lnTo>
                    <a:pt x="3128" y="2163"/>
                  </a:lnTo>
                  <a:lnTo>
                    <a:pt x="2935" y="2240"/>
                  </a:lnTo>
                  <a:lnTo>
                    <a:pt x="3051" y="2588"/>
                  </a:lnTo>
                  <a:lnTo>
                    <a:pt x="3090" y="2742"/>
                  </a:lnTo>
                  <a:lnTo>
                    <a:pt x="3128" y="2858"/>
                  </a:lnTo>
                  <a:lnTo>
                    <a:pt x="2897" y="3013"/>
                  </a:lnTo>
                  <a:lnTo>
                    <a:pt x="2665" y="3129"/>
                  </a:lnTo>
                  <a:lnTo>
                    <a:pt x="2511" y="3206"/>
                  </a:lnTo>
                  <a:lnTo>
                    <a:pt x="2318" y="3206"/>
                  </a:lnTo>
                  <a:lnTo>
                    <a:pt x="2202" y="3167"/>
                  </a:lnTo>
                  <a:lnTo>
                    <a:pt x="2047" y="3090"/>
                  </a:lnTo>
                  <a:lnTo>
                    <a:pt x="1931" y="2936"/>
                  </a:lnTo>
                  <a:lnTo>
                    <a:pt x="1854" y="2742"/>
                  </a:lnTo>
                  <a:lnTo>
                    <a:pt x="1700" y="2511"/>
                  </a:lnTo>
                  <a:lnTo>
                    <a:pt x="1082" y="1507"/>
                  </a:lnTo>
                  <a:lnTo>
                    <a:pt x="619" y="773"/>
                  </a:lnTo>
                  <a:lnTo>
                    <a:pt x="387" y="387"/>
                  </a:lnTo>
                  <a:lnTo>
                    <a:pt x="117" y="39"/>
                  </a:lnTo>
                  <a:lnTo>
                    <a:pt x="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6" name="Google Shape;3256;p15"/>
            <p:cNvSpPr/>
            <p:nvPr/>
          </p:nvSpPr>
          <p:spPr>
            <a:xfrm>
              <a:off x="4909550" y="1580775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8" y="5909"/>
                  </a:moveTo>
                  <a:lnTo>
                    <a:pt x="1082" y="5986"/>
                  </a:lnTo>
                  <a:lnTo>
                    <a:pt x="1236" y="6024"/>
                  </a:lnTo>
                  <a:lnTo>
                    <a:pt x="1390" y="6179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0" y="6797"/>
                  </a:lnTo>
                  <a:lnTo>
                    <a:pt x="1236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90"/>
                  </a:lnTo>
                  <a:lnTo>
                    <a:pt x="464" y="6835"/>
                  </a:lnTo>
                  <a:lnTo>
                    <a:pt x="425" y="6719"/>
                  </a:lnTo>
                  <a:lnTo>
                    <a:pt x="386" y="6642"/>
                  </a:lnTo>
                  <a:lnTo>
                    <a:pt x="348" y="6488"/>
                  </a:lnTo>
                  <a:lnTo>
                    <a:pt x="386" y="6372"/>
                  </a:lnTo>
                  <a:lnTo>
                    <a:pt x="425" y="6256"/>
                  </a:lnTo>
                  <a:lnTo>
                    <a:pt x="502" y="6179"/>
                  </a:lnTo>
                  <a:lnTo>
                    <a:pt x="695" y="6024"/>
                  </a:lnTo>
                  <a:lnTo>
                    <a:pt x="888" y="5909"/>
                  </a:lnTo>
                  <a:close/>
                  <a:moveTo>
                    <a:pt x="5908" y="0"/>
                  </a:moveTo>
                  <a:lnTo>
                    <a:pt x="5831" y="39"/>
                  </a:lnTo>
                  <a:lnTo>
                    <a:pt x="5522" y="309"/>
                  </a:lnTo>
                  <a:lnTo>
                    <a:pt x="5175" y="618"/>
                  </a:lnTo>
                  <a:lnTo>
                    <a:pt x="4596" y="1313"/>
                  </a:lnTo>
                  <a:lnTo>
                    <a:pt x="4016" y="2047"/>
                  </a:lnTo>
                  <a:lnTo>
                    <a:pt x="3437" y="2781"/>
                  </a:lnTo>
                  <a:lnTo>
                    <a:pt x="2279" y="4132"/>
                  </a:lnTo>
                  <a:lnTo>
                    <a:pt x="1738" y="4866"/>
                  </a:lnTo>
                  <a:lnTo>
                    <a:pt x="1197" y="5561"/>
                  </a:lnTo>
                  <a:lnTo>
                    <a:pt x="1043" y="5522"/>
                  </a:lnTo>
                  <a:lnTo>
                    <a:pt x="888" y="5522"/>
                  </a:lnTo>
                  <a:lnTo>
                    <a:pt x="773" y="5561"/>
                  </a:lnTo>
                  <a:lnTo>
                    <a:pt x="618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0" y="6333"/>
                  </a:lnTo>
                  <a:lnTo>
                    <a:pt x="0" y="6488"/>
                  </a:lnTo>
                  <a:lnTo>
                    <a:pt x="0" y="6604"/>
                  </a:lnTo>
                  <a:lnTo>
                    <a:pt x="39" y="6797"/>
                  </a:lnTo>
                  <a:lnTo>
                    <a:pt x="116" y="6990"/>
                  </a:lnTo>
                  <a:lnTo>
                    <a:pt x="193" y="7144"/>
                  </a:lnTo>
                  <a:lnTo>
                    <a:pt x="348" y="7260"/>
                  </a:lnTo>
                  <a:lnTo>
                    <a:pt x="502" y="7376"/>
                  </a:lnTo>
                  <a:lnTo>
                    <a:pt x="695" y="7453"/>
                  </a:lnTo>
                  <a:lnTo>
                    <a:pt x="1082" y="7453"/>
                  </a:lnTo>
                  <a:lnTo>
                    <a:pt x="1275" y="7415"/>
                  </a:lnTo>
                  <a:lnTo>
                    <a:pt x="1429" y="7299"/>
                  </a:lnTo>
                  <a:lnTo>
                    <a:pt x="1584" y="7183"/>
                  </a:lnTo>
                  <a:lnTo>
                    <a:pt x="1699" y="7067"/>
                  </a:lnTo>
                  <a:lnTo>
                    <a:pt x="1815" y="6874"/>
                  </a:lnTo>
                  <a:lnTo>
                    <a:pt x="1854" y="6681"/>
                  </a:lnTo>
                  <a:lnTo>
                    <a:pt x="1892" y="6526"/>
                  </a:lnTo>
                  <a:lnTo>
                    <a:pt x="1854" y="6333"/>
                  </a:lnTo>
                  <a:lnTo>
                    <a:pt x="1815" y="6179"/>
                  </a:lnTo>
                  <a:lnTo>
                    <a:pt x="1738" y="6024"/>
                  </a:lnTo>
                  <a:lnTo>
                    <a:pt x="1661" y="5909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2" y="4403"/>
                  </a:lnTo>
                  <a:lnTo>
                    <a:pt x="3939" y="3012"/>
                  </a:lnTo>
                  <a:lnTo>
                    <a:pt x="4480" y="2395"/>
                  </a:lnTo>
                  <a:lnTo>
                    <a:pt x="5098" y="1700"/>
                  </a:lnTo>
                  <a:lnTo>
                    <a:pt x="5638" y="1043"/>
                  </a:lnTo>
                  <a:lnTo>
                    <a:pt x="5908" y="657"/>
                  </a:lnTo>
                  <a:lnTo>
                    <a:pt x="6101" y="309"/>
                  </a:lnTo>
                  <a:lnTo>
                    <a:pt x="6140" y="194"/>
                  </a:lnTo>
                  <a:lnTo>
                    <a:pt x="6063" y="78"/>
                  </a:lnTo>
                  <a:lnTo>
                    <a:pt x="598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7" name="Google Shape;3257;p15"/>
            <p:cNvSpPr/>
            <p:nvPr/>
          </p:nvSpPr>
          <p:spPr>
            <a:xfrm>
              <a:off x="4655650" y="160877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4"/>
                  </a:lnTo>
                  <a:lnTo>
                    <a:pt x="7531" y="6140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1" y="6565"/>
                  </a:lnTo>
                  <a:lnTo>
                    <a:pt x="7492" y="6681"/>
                  </a:lnTo>
                  <a:lnTo>
                    <a:pt x="7337" y="6796"/>
                  </a:lnTo>
                  <a:lnTo>
                    <a:pt x="7106" y="6912"/>
                  </a:lnTo>
                  <a:lnTo>
                    <a:pt x="6913" y="6912"/>
                  </a:lnTo>
                  <a:lnTo>
                    <a:pt x="6720" y="6835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7" y="6101"/>
                  </a:lnTo>
                  <a:lnTo>
                    <a:pt x="6642" y="5908"/>
                  </a:lnTo>
                  <a:lnTo>
                    <a:pt x="6797" y="5754"/>
                  </a:lnTo>
                  <a:close/>
                  <a:moveTo>
                    <a:pt x="232" y="0"/>
                  </a:moveTo>
                  <a:lnTo>
                    <a:pt x="155" y="39"/>
                  </a:lnTo>
                  <a:lnTo>
                    <a:pt x="78" y="39"/>
                  </a:lnTo>
                  <a:lnTo>
                    <a:pt x="39" y="116"/>
                  </a:lnTo>
                  <a:lnTo>
                    <a:pt x="1" y="232"/>
                  </a:lnTo>
                  <a:lnTo>
                    <a:pt x="1" y="309"/>
                  </a:lnTo>
                  <a:lnTo>
                    <a:pt x="39" y="386"/>
                  </a:lnTo>
                  <a:lnTo>
                    <a:pt x="425" y="773"/>
                  </a:lnTo>
                  <a:lnTo>
                    <a:pt x="812" y="1120"/>
                  </a:lnTo>
                  <a:lnTo>
                    <a:pt x="1622" y="1777"/>
                  </a:lnTo>
                  <a:lnTo>
                    <a:pt x="3399" y="3205"/>
                  </a:lnTo>
                  <a:lnTo>
                    <a:pt x="4866" y="4441"/>
                  </a:lnTo>
                  <a:lnTo>
                    <a:pt x="5638" y="5020"/>
                  </a:lnTo>
                  <a:lnTo>
                    <a:pt x="6411" y="5599"/>
                  </a:lnTo>
                  <a:lnTo>
                    <a:pt x="6295" y="5677"/>
                  </a:lnTo>
                  <a:lnTo>
                    <a:pt x="6218" y="5793"/>
                  </a:lnTo>
                  <a:lnTo>
                    <a:pt x="6102" y="6101"/>
                  </a:lnTo>
                  <a:lnTo>
                    <a:pt x="6063" y="6410"/>
                  </a:lnTo>
                  <a:lnTo>
                    <a:pt x="6102" y="6681"/>
                  </a:lnTo>
                  <a:lnTo>
                    <a:pt x="6179" y="6835"/>
                  </a:lnTo>
                  <a:lnTo>
                    <a:pt x="6295" y="6990"/>
                  </a:lnTo>
                  <a:lnTo>
                    <a:pt x="6411" y="7144"/>
                  </a:lnTo>
                  <a:lnTo>
                    <a:pt x="6565" y="7221"/>
                  </a:lnTo>
                  <a:lnTo>
                    <a:pt x="6720" y="7298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8"/>
                  </a:lnTo>
                  <a:lnTo>
                    <a:pt x="7453" y="7260"/>
                  </a:lnTo>
                  <a:lnTo>
                    <a:pt x="7608" y="7144"/>
                  </a:lnTo>
                  <a:lnTo>
                    <a:pt x="7724" y="7028"/>
                  </a:lnTo>
                  <a:lnTo>
                    <a:pt x="7839" y="6912"/>
                  </a:lnTo>
                  <a:lnTo>
                    <a:pt x="7955" y="6758"/>
                  </a:lnTo>
                  <a:lnTo>
                    <a:pt x="7994" y="6565"/>
                  </a:lnTo>
                  <a:lnTo>
                    <a:pt x="8033" y="6410"/>
                  </a:lnTo>
                  <a:lnTo>
                    <a:pt x="8033" y="6217"/>
                  </a:lnTo>
                  <a:lnTo>
                    <a:pt x="7955" y="6024"/>
                  </a:lnTo>
                  <a:lnTo>
                    <a:pt x="7839" y="5870"/>
                  </a:lnTo>
                  <a:lnTo>
                    <a:pt x="7724" y="5715"/>
                  </a:lnTo>
                  <a:lnTo>
                    <a:pt x="7569" y="5599"/>
                  </a:lnTo>
                  <a:lnTo>
                    <a:pt x="7415" y="5522"/>
                  </a:lnTo>
                  <a:lnTo>
                    <a:pt x="7222" y="5445"/>
                  </a:lnTo>
                  <a:lnTo>
                    <a:pt x="7029" y="5445"/>
                  </a:lnTo>
                  <a:lnTo>
                    <a:pt x="6835" y="5484"/>
                  </a:lnTo>
                  <a:lnTo>
                    <a:pt x="6025" y="4711"/>
                  </a:lnTo>
                  <a:lnTo>
                    <a:pt x="5214" y="4016"/>
                  </a:lnTo>
                  <a:lnTo>
                    <a:pt x="3515" y="2626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4" y="309"/>
                  </a:lnTo>
                  <a:lnTo>
                    <a:pt x="310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8" name="Google Shape;3258;p15"/>
            <p:cNvSpPr/>
            <p:nvPr/>
          </p:nvSpPr>
          <p:spPr>
            <a:xfrm>
              <a:off x="781625" y="1619400"/>
              <a:ext cx="153500" cy="186325"/>
            </a:xfrm>
            <a:custGeom>
              <a:avLst/>
              <a:gdLst/>
              <a:ahLst/>
              <a:cxnLst/>
              <a:rect l="l" t="t" r="r" b="b"/>
              <a:pathLst>
                <a:path w="6140" h="7453" extrusionOk="0">
                  <a:moveTo>
                    <a:pt x="888" y="5908"/>
                  </a:moveTo>
                  <a:lnTo>
                    <a:pt x="1081" y="5985"/>
                  </a:lnTo>
                  <a:lnTo>
                    <a:pt x="1236" y="6024"/>
                  </a:lnTo>
                  <a:lnTo>
                    <a:pt x="1390" y="6178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0" y="6796"/>
                  </a:lnTo>
                  <a:lnTo>
                    <a:pt x="1236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89"/>
                  </a:lnTo>
                  <a:lnTo>
                    <a:pt x="464" y="6835"/>
                  </a:lnTo>
                  <a:lnTo>
                    <a:pt x="425" y="6719"/>
                  </a:lnTo>
                  <a:lnTo>
                    <a:pt x="386" y="6642"/>
                  </a:lnTo>
                  <a:lnTo>
                    <a:pt x="348" y="6487"/>
                  </a:lnTo>
                  <a:lnTo>
                    <a:pt x="386" y="6371"/>
                  </a:lnTo>
                  <a:lnTo>
                    <a:pt x="425" y="6256"/>
                  </a:lnTo>
                  <a:lnTo>
                    <a:pt x="502" y="6178"/>
                  </a:lnTo>
                  <a:lnTo>
                    <a:pt x="695" y="6024"/>
                  </a:lnTo>
                  <a:lnTo>
                    <a:pt x="888" y="5908"/>
                  </a:lnTo>
                  <a:close/>
                  <a:moveTo>
                    <a:pt x="5908" y="0"/>
                  </a:moveTo>
                  <a:lnTo>
                    <a:pt x="5831" y="39"/>
                  </a:lnTo>
                  <a:lnTo>
                    <a:pt x="5522" y="309"/>
                  </a:lnTo>
                  <a:lnTo>
                    <a:pt x="5175" y="618"/>
                  </a:lnTo>
                  <a:lnTo>
                    <a:pt x="4595" y="1313"/>
                  </a:lnTo>
                  <a:lnTo>
                    <a:pt x="4016" y="2047"/>
                  </a:lnTo>
                  <a:lnTo>
                    <a:pt x="3437" y="2780"/>
                  </a:lnTo>
                  <a:lnTo>
                    <a:pt x="2278" y="4132"/>
                  </a:lnTo>
                  <a:lnTo>
                    <a:pt x="1738" y="4866"/>
                  </a:lnTo>
                  <a:lnTo>
                    <a:pt x="1197" y="5561"/>
                  </a:lnTo>
                  <a:lnTo>
                    <a:pt x="1043" y="5522"/>
                  </a:lnTo>
                  <a:lnTo>
                    <a:pt x="888" y="5522"/>
                  </a:lnTo>
                  <a:lnTo>
                    <a:pt x="772" y="5561"/>
                  </a:lnTo>
                  <a:lnTo>
                    <a:pt x="618" y="5599"/>
                  </a:lnTo>
                  <a:lnTo>
                    <a:pt x="541" y="5676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0" y="6333"/>
                  </a:lnTo>
                  <a:lnTo>
                    <a:pt x="0" y="6487"/>
                  </a:lnTo>
                  <a:lnTo>
                    <a:pt x="0" y="6603"/>
                  </a:lnTo>
                  <a:lnTo>
                    <a:pt x="39" y="6796"/>
                  </a:lnTo>
                  <a:lnTo>
                    <a:pt x="116" y="6989"/>
                  </a:lnTo>
                  <a:lnTo>
                    <a:pt x="193" y="7144"/>
                  </a:lnTo>
                  <a:lnTo>
                    <a:pt x="348" y="7260"/>
                  </a:lnTo>
                  <a:lnTo>
                    <a:pt x="502" y="7375"/>
                  </a:lnTo>
                  <a:lnTo>
                    <a:pt x="695" y="7453"/>
                  </a:lnTo>
                  <a:lnTo>
                    <a:pt x="1081" y="7453"/>
                  </a:lnTo>
                  <a:lnTo>
                    <a:pt x="1274" y="7414"/>
                  </a:lnTo>
                  <a:lnTo>
                    <a:pt x="1429" y="7298"/>
                  </a:lnTo>
                  <a:lnTo>
                    <a:pt x="1583" y="7182"/>
                  </a:lnTo>
                  <a:lnTo>
                    <a:pt x="1699" y="7067"/>
                  </a:lnTo>
                  <a:lnTo>
                    <a:pt x="1815" y="6873"/>
                  </a:lnTo>
                  <a:lnTo>
                    <a:pt x="1854" y="6680"/>
                  </a:lnTo>
                  <a:lnTo>
                    <a:pt x="1892" y="6526"/>
                  </a:lnTo>
                  <a:lnTo>
                    <a:pt x="1854" y="6333"/>
                  </a:lnTo>
                  <a:lnTo>
                    <a:pt x="1815" y="6178"/>
                  </a:lnTo>
                  <a:lnTo>
                    <a:pt x="1738" y="6024"/>
                  </a:lnTo>
                  <a:lnTo>
                    <a:pt x="1661" y="5908"/>
                  </a:lnTo>
                  <a:lnTo>
                    <a:pt x="1545" y="5792"/>
                  </a:lnTo>
                  <a:lnTo>
                    <a:pt x="2163" y="5097"/>
                  </a:lnTo>
                  <a:lnTo>
                    <a:pt x="2742" y="4402"/>
                  </a:lnTo>
                  <a:lnTo>
                    <a:pt x="3939" y="3012"/>
                  </a:lnTo>
                  <a:lnTo>
                    <a:pt x="4479" y="2394"/>
                  </a:lnTo>
                  <a:lnTo>
                    <a:pt x="5097" y="1699"/>
                  </a:lnTo>
                  <a:lnTo>
                    <a:pt x="5638" y="1043"/>
                  </a:lnTo>
                  <a:lnTo>
                    <a:pt x="5908" y="657"/>
                  </a:lnTo>
                  <a:lnTo>
                    <a:pt x="6101" y="309"/>
                  </a:lnTo>
                  <a:lnTo>
                    <a:pt x="6140" y="193"/>
                  </a:lnTo>
                  <a:lnTo>
                    <a:pt x="6063" y="77"/>
                  </a:lnTo>
                  <a:lnTo>
                    <a:pt x="598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9" name="Google Shape;3259;p15"/>
            <p:cNvSpPr/>
            <p:nvPr/>
          </p:nvSpPr>
          <p:spPr>
            <a:xfrm>
              <a:off x="1926550" y="1629050"/>
              <a:ext cx="67600" cy="76275"/>
            </a:xfrm>
            <a:custGeom>
              <a:avLst/>
              <a:gdLst/>
              <a:ahLst/>
              <a:cxnLst/>
              <a:rect l="l" t="t" r="r" b="b"/>
              <a:pathLst>
                <a:path w="2704" h="3051" extrusionOk="0">
                  <a:moveTo>
                    <a:pt x="1159" y="425"/>
                  </a:moveTo>
                  <a:lnTo>
                    <a:pt x="1429" y="502"/>
                  </a:lnTo>
                  <a:lnTo>
                    <a:pt x="1661" y="618"/>
                  </a:lnTo>
                  <a:lnTo>
                    <a:pt x="1854" y="773"/>
                  </a:lnTo>
                  <a:lnTo>
                    <a:pt x="2008" y="966"/>
                  </a:lnTo>
                  <a:lnTo>
                    <a:pt x="2124" y="1120"/>
                  </a:lnTo>
                  <a:lnTo>
                    <a:pt x="2201" y="1313"/>
                  </a:lnTo>
                  <a:lnTo>
                    <a:pt x="2317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1" y="2394"/>
                  </a:lnTo>
                  <a:lnTo>
                    <a:pt x="2047" y="2278"/>
                  </a:lnTo>
                  <a:lnTo>
                    <a:pt x="1622" y="2047"/>
                  </a:lnTo>
                  <a:lnTo>
                    <a:pt x="1236" y="1892"/>
                  </a:lnTo>
                  <a:lnTo>
                    <a:pt x="1004" y="1776"/>
                  </a:lnTo>
                  <a:lnTo>
                    <a:pt x="811" y="1661"/>
                  </a:lnTo>
                  <a:lnTo>
                    <a:pt x="618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1"/>
                  </a:lnTo>
                  <a:lnTo>
                    <a:pt x="541" y="657"/>
                  </a:lnTo>
                  <a:lnTo>
                    <a:pt x="618" y="579"/>
                  </a:lnTo>
                  <a:lnTo>
                    <a:pt x="695" y="502"/>
                  </a:lnTo>
                  <a:lnTo>
                    <a:pt x="811" y="464"/>
                  </a:lnTo>
                  <a:lnTo>
                    <a:pt x="927" y="425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1"/>
                  </a:lnTo>
                  <a:lnTo>
                    <a:pt x="193" y="425"/>
                  </a:lnTo>
                  <a:lnTo>
                    <a:pt x="78" y="618"/>
                  </a:lnTo>
                  <a:lnTo>
                    <a:pt x="0" y="811"/>
                  </a:lnTo>
                  <a:lnTo>
                    <a:pt x="0" y="1004"/>
                  </a:lnTo>
                  <a:lnTo>
                    <a:pt x="0" y="1236"/>
                  </a:lnTo>
                  <a:lnTo>
                    <a:pt x="39" y="1429"/>
                  </a:lnTo>
                  <a:lnTo>
                    <a:pt x="155" y="1622"/>
                  </a:lnTo>
                  <a:lnTo>
                    <a:pt x="387" y="1854"/>
                  </a:lnTo>
                  <a:lnTo>
                    <a:pt x="618" y="2047"/>
                  </a:lnTo>
                  <a:lnTo>
                    <a:pt x="889" y="2201"/>
                  </a:lnTo>
                  <a:lnTo>
                    <a:pt x="1197" y="2317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8" y="2742"/>
                  </a:lnTo>
                  <a:lnTo>
                    <a:pt x="2201" y="2974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0" y="3012"/>
                  </a:lnTo>
                  <a:lnTo>
                    <a:pt x="2588" y="2974"/>
                  </a:lnTo>
                  <a:lnTo>
                    <a:pt x="2626" y="2896"/>
                  </a:lnTo>
                  <a:lnTo>
                    <a:pt x="2703" y="2317"/>
                  </a:lnTo>
                  <a:lnTo>
                    <a:pt x="2703" y="2008"/>
                  </a:lnTo>
                  <a:lnTo>
                    <a:pt x="2703" y="1699"/>
                  </a:lnTo>
                  <a:lnTo>
                    <a:pt x="2626" y="1429"/>
                  </a:lnTo>
                  <a:lnTo>
                    <a:pt x="2549" y="1120"/>
                  </a:lnTo>
                  <a:lnTo>
                    <a:pt x="2433" y="850"/>
                  </a:lnTo>
                  <a:lnTo>
                    <a:pt x="2279" y="579"/>
                  </a:lnTo>
                  <a:lnTo>
                    <a:pt x="2124" y="425"/>
                  </a:lnTo>
                  <a:lnTo>
                    <a:pt x="1931" y="271"/>
                  </a:lnTo>
                  <a:lnTo>
                    <a:pt x="1699" y="116"/>
                  </a:lnTo>
                  <a:lnTo>
                    <a:pt x="1506" y="39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0" name="Google Shape;3260;p15"/>
            <p:cNvSpPr/>
            <p:nvPr/>
          </p:nvSpPr>
          <p:spPr>
            <a:xfrm>
              <a:off x="3904600" y="1635800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0" y="194"/>
                  </a:lnTo>
                  <a:lnTo>
                    <a:pt x="2240" y="309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1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9" y="4866"/>
                  </a:lnTo>
                  <a:lnTo>
                    <a:pt x="888" y="4827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80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1" name="Google Shape;3261;p15"/>
            <p:cNvSpPr/>
            <p:nvPr/>
          </p:nvSpPr>
          <p:spPr>
            <a:xfrm>
              <a:off x="527725" y="164737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5"/>
                  </a:lnTo>
                  <a:lnTo>
                    <a:pt x="7530" y="6141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0" y="6565"/>
                  </a:lnTo>
                  <a:lnTo>
                    <a:pt x="7492" y="6681"/>
                  </a:lnTo>
                  <a:lnTo>
                    <a:pt x="7337" y="6797"/>
                  </a:lnTo>
                  <a:lnTo>
                    <a:pt x="7106" y="6913"/>
                  </a:lnTo>
                  <a:lnTo>
                    <a:pt x="6913" y="6913"/>
                  </a:lnTo>
                  <a:lnTo>
                    <a:pt x="6719" y="6836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6" y="6102"/>
                  </a:lnTo>
                  <a:lnTo>
                    <a:pt x="6642" y="5909"/>
                  </a:lnTo>
                  <a:lnTo>
                    <a:pt x="6797" y="5754"/>
                  </a:lnTo>
                  <a:close/>
                  <a:moveTo>
                    <a:pt x="232" y="1"/>
                  </a:moveTo>
                  <a:lnTo>
                    <a:pt x="155" y="40"/>
                  </a:lnTo>
                  <a:lnTo>
                    <a:pt x="78" y="40"/>
                  </a:lnTo>
                  <a:lnTo>
                    <a:pt x="39" y="117"/>
                  </a:lnTo>
                  <a:lnTo>
                    <a:pt x="0" y="233"/>
                  </a:lnTo>
                  <a:lnTo>
                    <a:pt x="0" y="310"/>
                  </a:lnTo>
                  <a:lnTo>
                    <a:pt x="39" y="387"/>
                  </a:lnTo>
                  <a:lnTo>
                    <a:pt x="425" y="773"/>
                  </a:lnTo>
                  <a:lnTo>
                    <a:pt x="811" y="1121"/>
                  </a:lnTo>
                  <a:lnTo>
                    <a:pt x="1622" y="1777"/>
                  </a:lnTo>
                  <a:lnTo>
                    <a:pt x="3399" y="3206"/>
                  </a:lnTo>
                  <a:lnTo>
                    <a:pt x="4866" y="4442"/>
                  </a:lnTo>
                  <a:lnTo>
                    <a:pt x="5638" y="5021"/>
                  </a:lnTo>
                  <a:lnTo>
                    <a:pt x="6411" y="5600"/>
                  </a:lnTo>
                  <a:lnTo>
                    <a:pt x="6295" y="5677"/>
                  </a:lnTo>
                  <a:lnTo>
                    <a:pt x="6217" y="5793"/>
                  </a:lnTo>
                  <a:lnTo>
                    <a:pt x="6102" y="6102"/>
                  </a:lnTo>
                  <a:lnTo>
                    <a:pt x="6063" y="6411"/>
                  </a:lnTo>
                  <a:lnTo>
                    <a:pt x="6102" y="6681"/>
                  </a:lnTo>
                  <a:lnTo>
                    <a:pt x="6179" y="6836"/>
                  </a:lnTo>
                  <a:lnTo>
                    <a:pt x="6295" y="6990"/>
                  </a:lnTo>
                  <a:lnTo>
                    <a:pt x="6411" y="7145"/>
                  </a:lnTo>
                  <a:lnTo>
                    <a:pt x="6565" y="7222"/>
                  </a:lnTo>
                  <a:lnTo>
                    <a:pt x="6719" y="7299"/>
                  </a:lnTo>
                  <a:lnTo>
                    <a:pt x="6874" y="7338"/>
                  </a:lnTo>
                  <a:lnTo>
                    <a:pt x="7067" y="7338"/>
                  </a:lnTo>
                  <a:lnTo>
                    <a:pt x="7260" y="7299"/>
                  </a:lnTo>
                  <a:lnTo>
                    <a:pt x="7453" y="7260"/>
                  </a:lnTo>
                  <a:lnTo>
                    <a:pt x="7608" y="7145"/>
                  </a:lnTo>
                  <a:lnTo>
                    <a:pt x="7723" y="7029"/>
                  </a:lnTo>
                  <a:lnTo>
                    <a:pt x="7839" y="6913"/>
                  </a:lnTo>
                  <a:lnTo>
                    <a:pt x="7955" y="6758"/>
                  </a:lnTo>
                  <a:lnTo>
                    <a:pt x="7994" y="6565"/>
                  </a:lnTo>
                  <a:lnTo>
                    <a:pt x="8032" y="6411"/>
                  </a:lnTo>
                  <a:lnTo>
                    <a:pt x="8032" y="6218"/>
                  </a:lnTo>
                  <a:lnTo>
                    <a:pt x="7955" y="6025"/>
                  </a:lnTo>
                  <a:lnTo>
                    <a:pt x="7839" y="5870"/>
                  </a:lnTo>
                  <a:lnTo>
                    <a:pt x="7723" y="5716"/>
                  </a:lnTo>
                  <a:lnTo>
                    <a:pt x="7569" y="5600"/>
                  </a:lnTo>
                  <a:lnTo>
                    <a:pt x="7415" y="5523"/>
                  </a:lnTo>
                  <a:lnTo>
                    <a:pt x="7221" y="5446"/>
                  </a:lnTo>
                  <a:lnTo>
                    <a:pt x="7028" y="5446"/>
                  </a:lnTo>
                  <a:lnTo>
                    <a:pt x="6835" y="5484"/>
                  </a:lnTo>
                  <a:lnTo>
                    <a:pt x="6024" y="4712"/>
                  </a:lnTo>
                  <a:lnTo>
                    <a:pt x="5213" y="4017"/>
                  </a:lnTo>
                  <a:lnTo>
                    <a:pt x="3514" y="2627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9"/>
                  </a:lnTo>
                  <a:lnTo>
                    <a:pt x="734" y="310"/>
                  </a:lnTo>
                  <a:lnTo>
                    <a:pt x="309" y="40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2" name="Google Shape;3262;p15"/>
            <p:cNvSpPr/>
            <p:nvPr/>
          </p:nvSpPr>
          <p:spPr>
            <a:xfrm>
              <a:off x="5813125" y="1664750"/>
              <a:ext cx="61825" cy="89825"/>
            </a:xfrm>
            <a:custGeom>
              <a:avLst/>
              <a:gdLst/>
              <a:ahLst/>
              <a:cxnLst/>
              <a:rect l="l" t="t" r="r" b="b"/>
              <a:pathLst>
                <a:path w="2473" h="3593" extrusionOk="0">
                  <a:moveTo>
                    <a:pt x="1082" y="1"/>
                  </a:moveTo>
                  <a:lnTo>
                    <a:pt x="1005" y="40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3"/>
                  </a:lnTo>
                  <a:lnTo>
                    <a:pt x="850" y="233"/>
                  </a:lnTo>
                  <a:lnTo>
                    <a:pt x="773" y="271"/>
                  </a:lnTo>
                  <a:lnTo>
                    <a:pt x="735" y="348"/>
                  </a:lnTo>
                  <a:lnTo>
                    <a:pt x="696" y="426"/>
                  </a:lnTo>
                  <a:lnTo>
                    <a:pt x="696" y="503"/>
                  </a:lnTo>
                  <a:lnTo>
                    <a:pt x="735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2"/>
                  </a:lnTo>
                  <a:lnTo>
                    <a:pt x="1275" y="928"/>
                  </a:lnTo>
                  <a:lnTo>
                    <a:pt x="1468" y="1082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2"/>
                  </a:lnTo>
                  <a:lnTo>
                    <a:pt x="1932" y="2163"/>
                  </a:lnTo>
                  <a:lnTo>
                    <a:pt x="1932" y="2434"/>
                  </a:lnTo>
                  <a:lnTo>
                    <a:pt x="1816" y="2743"/>
                  </a:lnTo>
                  <a:lnTo>
                    <a:pt x="1739" y="2858"/>
                  </a:lnTo>
                  <a:lnTo>
                    <a:pt x="1661" y="2974"/>
                  </a:lnTo>
                  <a:lnTo>
                    <a:pt x="1545" y="3052"/>
                  </a:lnTo>
                  <a:lnTo>
                    <a:pt x="1391" y="3129"/>
                  </a:lnTo>
                  <a:lnTo>
                    <a:pt x="1198" y="3129"/>
                  </a:lnTo>
                  <a:lnTo>
                    <a:pt x="1043" y="3090"/>
                  </a:lnTo>
                  <a:lnTo>
                    <a:pt x="928" y="3013"/>
                  </a:lnTo>
                  <a:lnTo>
                    <a:pt x="850" y="2897"/>
                  </a:lnTo>
                  <a:lnTo>
                    <a:pt x="812" y="2743"/>
                  </a:lnTo>
                  <a:lnTo>
                    <a:pt x="850" y="2588"/>
                  </a:lnTo>
                  <a:lnTo>
                    <a:pt x="928" y="2434"/>
                  </a:lnTo>
                  <a:lnTo>
                    <a:pt x="1043" y="2318"/>
                  </a:lnTo>
                  <a:lnTo>
                    <a:pt x="1159" y="2241"/>
                  </a:lnTo>
                  <a:lnTo>
                    <a:pt x="1159" y="2125"/>
                  </a:lnTo>
                  <a:lnTo>
                    <a:pt x="1121" y="2009"/>
                  </a:lnTo>
                  <a:lnTo>
                    <a:pt x="1043" y="1932"/>
                  </a:lnTo>
                  <a:lnTo>
                    <a:pt x="657" y="1623"/>
                  </a:lnTo>
                  <a:lnTo>
                    <a:pt x="426" y="1468"/>
                  </a:lnTo>
                  <a:lnTo>
                    <a:pt x="194" y="1314"/>
                  </a:lnTo>
                  <a:lnTo>
                    <a:pt x="1" y="1623"/>
                  </a:lnTo>
                  <a:lnTo>
                    <a:pt x="271" y="1893"/>
                  </a:lnTo>
                  <a:lnTo>
                    <a:pt x="580" y="2125"/>
                  </a:lnTo>
                  <a:lnTo>
                    <a:pt x="426" y="2356"/>
                  </a:lnTo>
                  <a:lnTo>
                    <a:pt x="348" y="2627"/>
                  </a:lnTo>
                  <a:lnTo>
                    <a:pt x="310" y="2897"/>
                  </a:lnTo>
                  <a:lnTo>
                    <a:pt x="348" y="3052"/>
                  </a:lnTo>
                  <a:lnTo>
                    <a:pt x="426" y="3167"/>
                  </a:lnTo>
                  <a:lnTo>
                    <a:pt x="541" y="3322"/>
                  </a:lnTo>
                  <a:lnTo>
                    <a:pt x="696" y="3476"/>
                  </a:lnTo>
                  <a:lnTo>
                    <a:pt x="889" y="3554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4"/>
                  </a:lnTo>
                  <a:lnTo>
                    <a:pt x="1700" y="3515"/>
                  </a:lnTo>
                  <a:lnTo>
                    <a:pt x="1854" y="3399"/>
                  </a:lnTo>
                  <a:lnTo>
                    <a:pt x="2047" y="3245"/>
                  </a:lnTo>
                  <a:lnTo>
                    <a:pt x="2202" y="3052"/>
                  </a:lnTo>
                  <a:lnTo>
                    <a:pt x="2318" y="2858"/>
                  </a:lnTo>
                  <a:lnTo>
                    <a:pt x="2395" y="2665"/>
                  </a:lnTo>
                  <a:lnTo>
                    <a:pt x="2434" y="2472"/>
                  </a:lnTo>
                  <a:lnTo>
                    <a:pt x="2472" y="2241"/>
                  </a:lnTo>
                  <a:lnTo>
                    <a:pt x="2434" y="2009"/>
                  </a:lnTo>
                  <a:lnTo>
                    <a:pt x="2395" y="1816"/>
                  </a:lnTo>
                  <a:lnTo>
                    <a:pt x="2318" y="1584"/>
                  </a:lnTo>
                  <a:lnTo>
                    <a:pt x="2202" y="1391"/>
                  </a:lnTo>
                  <a:lnTo>
                    <a:pt x="1970" y="1005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3" name="Google Shape;3263;p15"/>
            <p:cNvSpPr/>
            <p:nvPr/>
          </p:nvSpPr>
          <p:spPr>
            <a:xfrm>
              <a:off x="4153650" y="167055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2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40" y="232"/>
                  </a:lnTo>
                  <a:lnTo>
                    <a:pt x="1" y="271"/>
                  </a:lnTo>
                  <a:lnTo>
                    <a:pt x="40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4" y="232"/>
                  </a:lnTo>
                  <a:lnTo>
                    <a:pt x="1005" y="155"/>
                  </a:lnTo>
                  <a:lnTo>
                    <a:pt x="966" y="116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4" name="Google Shape;3264;p15"/>
            <p:cNvSpPr/>
            <p:nvPr/>
          </p:nvSpPr>
          <p:spPr>
            <a:xfrm>
              <a:off x="4055200" y="1676350"/>
              <a:ext cx="21250" cy="8700"/>
            </a:xfrm>
            <a:custGeom>
              <a:avLst/>
              <a:gdLst/>
              <a:ahLst/>
              <a:cxnLst/>
              <a:rect l="l" t="t" r="r" b="b"/>
              <a:pathLst>
                <a:path w="850" h="348" extrusionOk="0">
                  <a:moveTo>
                    <a:pt x="425" y="0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0" y="193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3"/>
                  </a:lnTo>
                  <a:lnTo>
                    <a:pt x="811" y="78"/>
                  </a:lnTo>
                  <a:lnTo>
                    <a:pt x="73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5" name="Google Shape;3265;p15"/>
            <p:cNvSpPr/>
            <p:nvPr/>
          </p:nvSpPr>
          <p:spPr>
            <a:xfrm>
              <a:off x="5417325" y="168890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1" y="232"/>
                  </a:lnTo>
                  <a:lnTo>
                    <a:pt x="503" y="966"/>
                  </a:lnTo>
                  <a:lnTo>
                    <a:pt x="1043" y="1622"/>
                  </a:lnTo>
                  <a:lnTo>
                    <a:pt x="1700" y="2279"/>
                  </a:lnTo>
                  <a:lnTo>
                    <a:pt x="2356" y="2858"/>
                  </a:lnTo>
                  <a:lnTo>
                    <a:pt x="3090" y="3398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5" y="4982"/>
                  </a:lnTo>
                  <a:lnTo>
                    <a:pt x="8998" y="4943"/>
                  </a:lnTo>
                  <a:lnTo>
                    <a:pt x="9423" y="4866"/>
                  </a:lnTo>
                  <a:lnTo>
                    <a:pt x="9848" y="4789"/>
                  </a:lnTo>
                  <a:lnTo>
                    <a:pt x="10272" y="4673"/>
                  </a:lnTo>
                  <a:lnTo>
                    <a:pt x="10658" y="4518"/>
                  </a:lnTo>
                  <a:lnTo>
                    <a:pt x="11083" y="4325"/>
                  </a:lnTo>
                  <a:lnTo>
                    <a:pt x="11469" y="4132"/>
                  </a:lnTo>
                  <a:lnTo>
                    <a:pt x="11856" y="3862"/>
                  </a:lnTo>
                  <a:lnTo>
                    <a:pt x="12242" y="3591"/>
                  </a:lnTo>
                  <a:lnTo>
                    <a:pt x="12319" y="3553"/>
                  </a:lnTo>
                  <a:lnTo>
                    <a:pt x="12435" y="3205"/>
                  </a:lnTo>
                  <a:lnTo>
                    <a:pt x="12358" y="3167"/>
                  </a:lnTo>
                  <a:lnTo>
                    <a:pt x="12280" y="3205"/>
                  </a:lnTo>
                  <a:lnTo>
                    <a:pt x="12203" y="3128"/>
                  </a:lnTo>
                  <a:lnTo>
                    <a:pt x="12010" y="3128"/>
                  </a:lnTo>
                  <a:lnTo>
                    <a:pt x="11933" y="3205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6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2" y="4480"/>
                  </a:lnTo>
                  <a:lnTo>
                    <a:pt x="7917" y="4480"/>
                  </a:lnTo>
                  <a:lnTo>
                    <a:pt x="7492" y="4441"/>
                  </a:lnTo>
                  <a:lnTo>
                    <a:pt x="7067" y="4402"/>
                  </a:lnTo>
                  <a:lnTo>
                    <a:pt x="6643" y="4364"/>
                  </a:lnTo>
                  <a:lnTo>
                    <a:pt x="6218" y="4248"/>
                  </a:lnTo>
                  <a:lnTo>
                    <a:pt x="5793" y="4171"/>
                  </a:lnTo>
                  <a:lnTo>
                    <a:pt x="5368" y="4016"/>
                  </a:lnTo>
                  <a:lnTo>
                    <a:pt x="4596" y="3707"/>
                  </a:lnTo>
                  <a:lnTo>
                    <a:pt x="3901" y="3283"/>
                  </a:lnTo>
                  <a:lnTo>
                    <a:pt x="3206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6" name="Google Shape;3266;p15"/>
            <p:cNvSpPr/>
            <p:nvPr/>
          </p:nvSpPr>
          <p:spPr>
            <a:xfrm>
              <a:off x="5725275" y="1695650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1"/>
                  </a:moveTo>
                  <a:lnTo>
                    <a:pt x="3360" y="78"/>
                  </a:lnTo>
                  <a:lnTo>
                    <a:pt x="3245" y="78"/>
                  </a:lnTo>
                  <a:lnTo>
                    <a:pt x="3013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4" y="1931"/>
                  </a:lnTo>
                  <a:lnTo>
                    <a:pt x="1082" y="2009"/>
                  </a:lnTo>
                  <a:lnTo>
                    <a:pt x="1121" y="2086"/>
                  </a:lnTo>
                  <a:lnTo>
                    <a:pt x="1005" y="2086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2" y="2240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8" y="2588"/>
                  </a:lnTo>
                  <a:lnTo>
                    <a:pt x="1430" y="2704"/>
                  </a:lnTo>
                  <a:lnTo>
                    <a:pt x="1623" y="2820"/>
                  </a:lnTo>
                  <a:lnTo>
                    <a:pt x="1816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5" y="3630"/>
                  </a:lnTo>
                  <a:lnTo>
                    <a:pt x="2125" y="3901"/>
                  </a:lnTo>
                  <a:lnTo>
                    <a:pt x="2086" y="4094"/>
                  </a:lnTo>
                  <a:lnTo>
                    <a:pt x="2009" y="4325"/>
                  </a:lnTo>
                  <a:lnTo>
                    <a:pt x="1893" y="4519"/>
                  </a:lnTo>
                  <a:lnTo>
                    <a:pt x="1739" y="4712"/>
                  </a:lnTo>
                  <a:lnTo>
                    <a:pt x="1545" y="4827"/>
                  </a:lnTo>
                  <a:lnTo>
                    <a:pt x="1314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6"/>
                  </a:lnTo>
                  <a:lnTo>
                    <a:pt x="657" y="4441"/>
                  </a:lnTo>
                  <a:lnTo>
                    <a:pt x="735" y="4287"/>
                  </a:lnTo>
                  <a:lnTo>
                    <a:pt x="812" y="4210"/>
                  </a:lnTo>
                  <a:lnTo>
                    <a:pt x="889" y="4132"/>
                  </a:lnTo>
                  <a:lnTo>
                    <a:pt x="966" y="4094"/>
                  </a:lnTo>
                  <a:lnTo>
                    <a:pt x="1121" y="4094"/>
                  </a:lnTo>
                  <a:lnTo>
                    <a:pt x="1237" y="4017"/>
                  </a:lnTo>
                  <a:lnTo>
                    <a:pt x="1314" y="3901"/>
                  </a:lnTo>
                  <a:lnTo>
                    <a:pt x="1314" y="3785"/>
                  </a:lnTo>
                  <a:lnTo>
                    <a:pt x="1275" y="3708"/>
                  </a:lnTo>
                  <a:lnTo>
                    <a:pt x="1198" y="3669"/>
                  </a:lnTo>
                  <a:lnTo>
                    <a:pt x="117" y="2935"/>
                  </a:lnTo>
                  <a:lnTo>
                    <a:pt x="1" y="3283"/>
                  </a:lnTo>
                  <a:lnTo>
                    <a:pt x="657" y="3785"/>
                  </a:lnTo>
                  <a:lnTo>
                    <a:pt x="503" y="3862"/>
                  </a:lnTo>
                  <a:lnTo>
                    <a:pt x="387" y="3978"/>
                  </a:lnTo>
                  <a:lnTo>
                    <a:pt x="310" y="4094"/>
                  </a:lnTo>
                  <a:lnTo>
                    <a:pt x="233" y="4248"/>
                  </a:lnTo>
                  <a:lnTo>
                    <a:pt x="194" y="4403"/>
                  </a:lnTo>
                  <a:lnTo>
                    <a:pt x="194" y="4557"/>
                  </a:lnTo>
                  <a:lnTo>
                    <a:pt x="194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2" y="5252"/>
                  </a:lnTo>
                  <a:lnTo>
                    <a:pt x="735" y="5368"/>
                  </a:lnTo>
                  <a:lnTo>
                    <a:pt x="966" y="5407"/>
                  </a:lnTo>
                  <a:lnTo>
                    <a:pt x="1198" y="5407"/>
                  </a:lnTo>
                  <a:lnTo>
                    <a:pt x="1430" y="5368"/>
                  </a:lnTo>
                  <a:lnTo>
                    <a:pt x="1623" y="5329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1" y="4827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6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472"/>
                  </a:lnTo>
                  <a:lnTo>
                    <a:pt x="1739" y="2356"/>
                  </a:lnTo>
                  <a:lnTo>
                    <a:pt x="1507" y="2202"/>
                  </a:lnTo>
                  <a:lnTo>
                    <a:pt x="1275" y="2124"/>
                  </a:lnTo>
                  <a:lnTo>
                    <a:pt x="1623" y="1970"/>
                  </a:lnTo>
                  <a:lnTo>
                    <a:pt x="1932" y="1816"/>
                  </a:lnTo>
                  <a:lnTo>
                    <a:pt x="2241" y="1622"/>
                  </a:lnTo>
                  <a:lnTo>
                    <a:pt x="2549" y="1391"/>
                  </a:lnTo>
                  <a:lnTo>
                    <a:pt x="2820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8" y="541"/>
                  </a:lnTo>
                  <a:lnTo>
                    <a:pt x="3515" y="387"/>
                  </a:lnTo>
                  <a:lnTo>
                    <a:pt x="3708" y="78"/>
                  </a:lnTo>
                  <a:lnTo>
                    <a:pt x="351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7" name="Google Shape;3267;p15"/>
            <p:cNvSpPr/>
            <p:nvPr/>
          </p:nvSpPr>
          <p:spPr>
            <a:xfrm>
              <a:off x="1994125" y="1698550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313" y="387"/>
                  </a:moveTo>
                  <a:lnTo>
                    <a:pt x="1506" y="464"/>
                  </a:lnTo>
                  <a:lnTo>
                    <a:pt x="1661" y="580"/>
                  </a:lnTo>
                  <a:lnTo>
                    <a:pt x="1777" y="734"/>
                  </a:lnTo>
                  <a:lnTo>
                    <a:pt x="1777" y="889"/>
                  </a:lnTo>
                  <a:lnTo>
                    <a:pt x="1777" y="927"/>
                  </a:lnTo>
                  <a:lnTo>
                    <a:pt x="1738" y="1004"/>
                  </a:lnTo>
                  <a:lnTo>
                    <a:pt x="1661" y="1043"/>
                  </a:lnTo>
                  <a:lnTo>
                    <a:pt x="1584" y="1082"/>
                  </a:lnTo>
                  <a:lnTo>
                    <a:pt x="1275" y="1120"/>
                  </a:lnTo>
                  <a:lnTo>
                    <a:pt x="927" y="1120"/>
                  </a:lnTo>
                  <a:lnTo>
                    <a:pt x="618" y="1159"/>
                  </a:lnTo>
                  <a:lnTo>
                    <a:pt x="464" y="1198"/>
                  </a:lnTo>
                  <a:lnTo>
                    <a:pt x="348" y="1275"/>
                  </a:lnTo>
                  <a:lnTo>
                    <a:pt x="348" y="1120"/>
                  </a:lnTo>
                  <a:lnTo>
                    <a:pt x="348" y="1004"/>
                  </a:lnTo>
                  <a:lnTo>
                    <a:pt x="387" y="850"/>
                  </a:lnTo>
                  <a:lnTo>
                    <a:pt x="464" y="734"/>
                  </a:lnTo>
                  <a:lnTo>
                    <a:pt x="580" y="618"/>
                  </a:lnTo>
                  <a:lnTo>
                    <a:pt x="657" y="502"/>
                  </a:lnTo>
                  <a:lnTo>
                    <a:pt x="811" y="425"/>
                  </a:lnTo>
                  <a:lnTo>
                    <a:pt x="966" y="387"/>
                  </a:lnTo>
                  <a:close/>
                  <a:moveTo>
                    <a:pt x="1004" y="0"/>
                  </a:moveTo>
                  <a:lnTo>
                    <a:pt x="811" y="39"/>
                  </a:lnTo>
                  <a:lnTo>
                    <a:pt x="618" y="116"/>
                  </a:lnTo>
                  <a:lnTo>
                    <a:pt x="425" y="232"/>
                  </a:lnTo>
                  <a:lnTo>
                    <a:pt x="271" y="348"/>
                  </a:lnTo>
                  <a:lnTo>
                    <a:pt x="155" y="502"/>
                  </a:lnTo>
                  <a:lnTo>
                    <a:pt x="78" y="696"/>
                  </a:lnTo>
                  <a:lnTo>
                    <a:pt x="39" y="889"/>
                  </a:lnTo>
                  <a:lnTo>
                    <a:pt x="0" y="1082"/>
                  </a:lnTo>
                  <a:lnTo>
                    <a:pt x="0" y="1275"/>
                  </a:lnTo>
                  <a:lnTo>
                    <a:pt x="39" y="1429"/>
                  </a:lnTo>
                  <a:lnTo>
                    <a:pt x="116" y="1622"/>
                  </a:lnTo>
                  <a:lnTo>
                    <a:pt x="155" y="1738"/>
                  </a:lnTo>
                  <a:lnTo>
                    <a:pt x="232" y="1777"/>
                  </a:lnTo>
                  <a:lnTo>
                    <a:pt x="348" y="1815"/>
                  </a:lnTo>
                  <a:lnTo>
                    <a:pt x="425" y="1738"/>
                  </a:lnTo>
                  <a:lnTo>
                    <a:pt x="580" y="1622"/>
                  </a:lnTo>
                  <a:lnTo>
                    <a:pt x="696" y="1545"/>
                  </a:lnTo>
                  <a:lnTo>
                    <a:pt x="889" y="1506"/>
                  </a:lnTo>
                  <a:lnTo>
                    <a:pt x="1429" y="1506"/>
                  </a:lnTo>
                  <a:lnTo>
                    <a:pt x="1584" y="1468"/>
                  </a:lnTo>
                  <a:lnTo>
                    <a:pt x="1777" y="1429"/>
                  </a:lnTo>
                  <a:lnTo>
                    <a:pt x="1931" y="1352"/>
                  </a:lnTo>
                  <a:lnTo>
                    <a:pt x="2047" y="1236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8"/>
                  </a:lnTo>
                  <a:lnTo>
                    <a:pt x="2086" y="464"/>
                  </a:lnTo>
                  <a:lnTo>
                    <a:pt x="1970" y="309"/>
                  </a:lnTo>
                  <a:lnTo>
                    <a:pt x="1815" y="194"/>
                  </a:lnTo>
                  <a:lnTo>
                    <a:pt x="1622" y="78"/>
                  </a:lnTo>
                  <a:lnTo>
                    <a:pt x="142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8" name="Google Shape;3268;p15"/>
            <p:cNvSpPr/>
            <p:nvPr/>
          </p:nvSpPr>
          <p:spPr>
            <a:xfrm>
              <a:off x="3947075" y="171690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90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90" y="2471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86" y="3244"/>
                  </a:lnTo>
                  <a:lnTo>
                    <a:pt x="1777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3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79"/>
                  </a:lnTo>
                  <a:lnTo>
                    <a:pt x="1584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7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2" y="270"/>
                  </a:lnTo>
                  <a:lnTo>
                    <a:pt x="850" y="386"/>
                  </a:lnTo>
                  <a:lnTo>
                    <a:pt x="618" y="579"/>
                  </a:lnTo>
                  <a:lnTo>
                    <a:pt x="425" y="772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8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1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6" y="2780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3"/>
                  </a:lnTo>
                  <a:lnTo>
                    <a:pt x="3669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7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9" name="Google Shape;3269;p15"/>
            <p:cNvSpPr/>
            <p:nvPr/>
          </p:nvSpPr>
          <p:spPr>
            <a:xfrm>
              <a:off x="2585900" y="1732325"/>
              <a:ext cx="305075" cy="236550"/>
            </a:xfrm>
            <a:custGeom>
              <a:avLst/>
              <a:gdLst/>
              <a:ahLst/>
              <a:cxnLst/>
              <a:rect l="l" t="t" r="r" b="b"/>
              <a:pathLst>
                <a:path w="12203" h="9462" extrusionOk="0">
                  <a:moveTo>
                    <a:pt x="5329" y="349"/>
                  </a:moveTo>
                  <a:lnTo>
                    <a:pt x="5522" y="426"/>
                  </a:lnTo>
                  <a:lnTo>
                    <a:pt x="5600" y="426"/>
                  </a:lnTo>
                  <a:lnTo>
                    <a:pt x="5831" y="657"/>
                  </a:lnTo>
                  <a:lnTo>
                    <a:pt x="5986" y="889"/>
                  </a:lnTo>
                  <a:lnTo>
                    <a:pt x="6063" y="1198"/>
                  </a:lnTo>
                  <a:lnTo>
                    <a:pt x="6102" y="1468"/>
                  </a:lnTo>
                  <a:lnTo>
                    <a:pt x="6140" y="1777"/>
                  </a:lnTo>
                  <a:lnTo>
                    <a:pt x="6102" y="2086"/>
                  </a:lnTo>
                  <a:lnTo>
                    <a:pt x="6024" y="2704"/>
                  </a:lnTo>
                  <a:lnTo>
                    <a:pt x="5715" y="4866"/>
                  </a:lnTo>
                  <a:lnTo>
                    <a:pt x="5715" y="4905"/>
                  </a:lnTo>
                  <a:lnTo>
                    <a:pt x="5561" y="4982"/>
                  </a:lnTo>
                  <a:lnTo>
                    <a:pt x="5291" y="4017"/>
                  </a:lnTo>
                  <a:lnTo>
                    <a:pt x="5020" y="3090"/>
                  </a:lnTo>
                  <a:lnTo>
                    <a:pt x="4750" y="1970"/>
                  </a:lnTo>
                  <a:lnTo>
                    <a:pt x="4673" y="1468"/>
                  </a:lnTo>
                  <a:lnTo>
                    <a:pt x="4673" y="1159"/>
                  </a:lnTo>
                  <a:lnTo>
                    <a:pt x="4673" y="851"/>
                  </a:lnTo>
                  <a:lnTo>
                    <a:pt x="4750" y="619"/>
                  </a:lnTo>
                  <a:lnTo>
                    <a:pt x="4827" y="503"/>
                  </a:lnTo>
                  <a:lnTo>
                    <a:pt x="4904" y="426"/>
                  </a:lnTo>
                  <a:lnTo>
                    <a:pt x="5020" y="349"/>
                  </a:lnTo>
                  <a:close/>
                  <a:moveTo>
                    <a:pt x="11199" y="3515"/>
                  </a:moveTo>
                  <a:lnTo>
                    <a:pt x="11315" y="3554"/>
                  </a:lnTo>
                  <a:lnTo>
                    <a:pt x="11392" y="3592"/>
                  </a:lnTo>
                  <a:lnTo>
                    <a:pt x="11508" y="3708"/>
                  </a:lnTo>
                  <a:lnTo>
                    <a:pt x="11585" y="3824"/>
                  </a:lnTo>
                  <a:lnTo>
                    <a:pt x="11701" y="4133"/>
                  </a:lnTo>
                  <a:lnTo>
                    <a:pt x="11585" y="4287"/>
                  </a:lnTo>
                  <a:lnTo>
                    <a:pt x="11430" y="4403"/>
                  </a:lnTo>
                  <a:lnTo>
                    <a:pt x="11237" y="4519"/>
                  </a:lnTo>
                  <a:lnTo>
                    <a:pt x="11044" y="4596"/>
                  </a:lnTo>
                  <a:lnTo>
                    <a:pt x="10581" y="4751"/>
                  </a:lnTo>
                  <a:lnTo>
                    <a:pt x="10195" y="4866"/>
                  </a:lnTo>
                  <a:lnTo>
                    <a:pt x="9422" y="5021"/>
                  </a:lnTo>
                  <a:lnTo>
                    <a:pt x="8650" y="5137"/>
                  </a:lnTo>
                  <a:lnTo>
                    <a:pt x="7994" y="5175"/>
                  </a:lnTo>
                  <a:lnTo>
                    <a:pt x="7376" y="5175"/>
                  </a:lnTo>
                  <a:lnTo>
                    <a:pt x="6102" y="5137"/>
                  </a:lnTo>
                  <a:lnTo>
                    <a:pt x="7260" y="4673"/>
                  </a:lnTo>
                  <a:lnTo>
                    <a:pt x="8418" y="4249"/>
                  </a:lnTo>
                  <a:lnTo>
                    <a:pt x="9075" y="4017"/>
                  </a:lnTo>
                  <a:lnTo>
                    <a:pt x="9770" y="3824"/>
                  </a:lnTo>
                  <a:lnTo>
                    <a:pt x="10465" y="3631"/>
                  </a:lnTo>
                  <a:lnTo>
                    <a:pt x="10928" y="3554"/>
                  </a:lnTo>
                  <a:lnTo>
                    <a:pt x="11083" y="3515"/>
                  </a:lnTo>
                  <a:close/>
                  <a:moveTo>
                    <a:pt x="5136" y="5909"/>
                  </a:moveTo>
                  <a:lnTo>
                    <a:pt x="4209" y="6797"/>
                  </a:lnTo>
                  <a:lnTo>
                    <a:pt x="3244" y="7685"/>
                  </a:lnTo>
                  <a:lnTo>
                    <a:pt x="2742" y="8110"/>
                  </a:lnTo>
                  <a:lnTo>
                    <a:pt x="2163" y="8535"/>
                  </a:lnTo>
                  <a:lnTo>
                    <a:pt x="1854" y="8728"/>
                  </a:lnTo>
                  <a:lnTo>
                    <a:pt x="1468" y="8921"/>
                  </a:lnTo>
                  <a:lnTo>
                    <a:pt x="1197" y="8998"/>
                  </a:lnTo>
                  <a:lnTo>
                    <a:pt x="1004" y="9037"/>
                  </a:lnTo>
                  <a:lnTo>
                    <a:pt x="888" y="8998"/>
                  </a:lnTo>
                  <a:lnTo>
                    <a:pt x="811" y="8960"/>
                  </a:lnTo>
                  <a:lnTo>
                    <a:pt x="734" y="8844"/>
                  </a:lnTo>
                  <a:lnTo>
                    <a:pt x="695" y="8689"/>
                  </a:lnTo>
                  <a:lnTo>
                    <a:pt x="657" y="8535"/>
                  </a:lnTo>
                  <a:lnTo>
                    <a:pt x="618" y="8419"/>
                  </a:lnTo>
                  <a:lnTo>
                    <a:pt x="657" y="8342"/>
                  </a:lnTo>
                  <a:lnTo>
                    <a:pt x="695" y="8265"/>
                  </a:lnTo>
                  <a:lnTo>
                    <a:pt x="850" y="8110"/>
                  </a:lnTo>
                  <a:lnTo>
                    <a:pt x="1120" y="7956"/>
                  </a:lnTo>
                  <a:lnTo>
                    <a:pt x="1699" y="7608"/>
                  </a:lnTo>
                  <a:lnTo>
                    <a:pt x="2472" y="7222"/>
                  </a:lnTo>
                  <a:lnTo>
                    <a:pt x="3244" y="6874"/>
                  </a:lnTo>
                  <a:lnTo>
                    <a:pt x="4209" y="6411"/>
                  </a:lnTo>
                  <a:lnTo>
                    <a:pt x="4673" y="6179"/>
                  </a:lnTo>
                  <a:lnTo>
                    <a:pt x="5136" y="5909"/>
                  </a:lnTo>
                  <a:close/>
                  <a:moveTo>
                    <a:pt x="5136" y="1"/>
                  </a:moveTo>
                  <a:lnTo>
                    <a:pt x="4943" y="78"/>
                  </a:lnTo>
                  <a:lnTo>
                    <a:pt x="4750" y="194"/>
                  </a:lnTo>
                  <a:lnTo>
                    <a:pt x="4596" y="387"/>
                  </a:lnTo>
                  <a:lnTo>
                    <a:pt x="4441" y="580"/>
                  </a:lnTo>
                  <a:lnTo>
                    <a:pt x="4364" y="812"/>
                  </a:lnTo>
                  <a:lnTo>
                    <a:pt x="4325" y="1044"/>
                  </a:lnTo>
                  <a:lnTo>
                    <a:pt x="4325" y="1507"/>
                  </a:lnTo>
                  <a:lnTo>
                    <a:pt x="4402" y="1970"/>
                  </a:lnTo>
                  <a:lnTo>
                    <a:pt x="4634" y="2897"/>
                  </a:lnTo>
                  <a:lnTo>
                    <a:pt x="4982" y="4017"/>
                  </a:lnTo>
                  <a:lnTo>
                    <a:pt x="5175" y="4558"/>
                  </a:lnTo>
                  <a:lnTo>
                    <a:pt x="5368" y="5098"/>
                  </a:lnTo>
                  <a:lnTo>
                    <a:pt x="5368" y="5214"/>
                  </a:lnTo>
                  <a:lnTo>
                    <a:pt x="5406" y="5330"/>
                  </a:lnTo>
                  <a:lnTo>
                    <a:pt x="4943" y="5600"/>
                  </a:lnTo>
                  <a:lnTo>
                    <a:pt x="4480" y="5870"/>
                  </a:lnTo>
                  <a:lnTo>
                    <a:pt x="3476" y="6334"/>
                  </a:lnTo>
                  <a:lnTo>
                    <a:pt x="2472" y="6797"/>
                  </a:lnTo>
                  <a:lnTo>
                    <a:pt x="1970" y="7029"/>
                  </a:lnTo>
                  <a:lnTo>
                    <a:pt x="1468" y="7299"/>
                  </a:lnTo>
                  <a:lnTo>
                    <a:pt x="966" y="7608"/>
                  </a:lnTo>
                  <a:lnTo>
                    <a:pt x="657" y="7801"/>
                  </a:lnTo>
                  <a:lnTo>
                    <a:pt x="348" y="8071"/>
                  </a:lnTo>
                  <a:lnTo>
                    <a:pt x="116" y="8342"/>
                  </a:lnTo>
                  <a:lnTo>
                    <a:pt x="39" y="8458"/>
                  </a:lnTo>
                  <a:lnTo>
                    <a:pt x="0" y="8612"/>
                  </a:lnTo>
                  <a:lnTo>
                    <a:pt x="0" y="8767"/>
                  </a:lnTo>
                  <a:lnTo>
                    <a:pt x="0" y="8921"/>
                  </a:lnTo>
                  <a:lnTo>
                    <a:pt x="78" y="9037"/>
                  </a:lnTo>
                  <a:lnTo>
                    <a:pt x="232" y="9191"/>
                  </a:lnTo>
                  <a:lnTo>
                    <a:pt x="348" y="9307"/>
                  </a:lnTo>
                  <a:lnTo>
                    <a:pt x="502" y="9384"/>
                  </a:lnTo>
                  <a:lnTo>
                    <a:pt x="618" y="9423"/>
                  </a:lnTo>
                  <a:lnTo>
                    <a:pt x="773" y="9462"/>
                  </a:lnTo>
                  <a:lnTo>
                    <a:pt x="1120" y="9462"/>
                  </a:lnTo>
                  <a:lnTo>
                    <a:pt x="1429" y="9384"/>
                  </a:lnTo>
                  <a:lnTo>
                    <a:pt x="1738" y="9230"/>
                  </a:lnTo>
                  <a:lnTo>
                    <a:pt x="2047" y="9075"/>
                  </a:lnTo>
                  <a:lnTo>
                    <a:pt x="2588" y="8767"/>
                  </a:lnTo>
                  <a:lnTo>
                    <a:pt x="3476" y="8071"/>
                  </a:lnTo>
                  <a:lnTo>
                    <a:pt x="4287" y="7338"/>
                  </a:lnTo>
                  <a:lnTo>
                    <a:pt x="5098" y="6565"/>
                  </a:lnTo>
                  <a:lnTo>
                    <a:pt x="5445" y="6141"/>
                  </a:lnTo>
                  <a:lnTo>
                    <a:pt x="5793" y="5677"/>
                  </a:lnTo>
                  <a:lnTo>
                    <a:pt x="5793" y="5716"/>
                  </a:lnTo>
                  <a:lnTo>
                    <a:pt x="6063" y="6064"/>
                  </a:lnTo>
                  <a:lnTo>
                    <a:pt x="6217" y="6218"/>
                  </a:lnTo>
                  <a:lnTo>
                    <a:pt x="6372" y="6334"/>
                  </a:lnTo>
                  <a:lnTo>
                    <a:pt x="6603" y="6179"/>
                  </a:lnTo>
                  <a:lnTo>
                    <a:pt x="6603" y="6141"/>
                  </a:lnTo>
                  <a:lnTo>
                    <a:pt x="6333" y="5870"/>
                  </a:lnTo>
                  <a:lnTo>
                    <a:pt x="6217" y="5716"/>
                  </a:lnTo>
                  <a:lnTo>
                    <a:pt x="6179" y="5523"/>
                  </a:lnTo>
                  <a:lnTo>
                    <a:pt x="6140" y="5484"/>
                  </a:lnTo>
                  <a:lnTo>
                    <a:pt x="7028" y="5562"/>
                  </a:lnTo>
                  <a:lnTo>
                    <a:pt x="7955" y="5562"/>
                  </a:lnTo>
                  <a:lnTo>
                    <a:pt x="8882" y="5484"/>
                  </a:lnTo>
                  <a:lnTo>
                    <a:pt x="9770" y="5330"/>
                  </a:lnTo>
                  <a:lnTo>
                    <a:pt x="10465" y="5175"/>
                  </a:lnTo>
                  <a:lnTo>
                    <a:pt x="10890" y="5060"/>
                  </a:lnTo>
                  <a:lnTo>
                    <a:pt x="11315" y="4905"/>
                  </a:lnTo>
                  <a:lnTo>
                    <a:pt x="11701" y="4673"/>
                  </a:lnTo>
                  <a:lnTo>
                    <a:pt x="11894" y="4558"/>
                  </a:lnTo>
                  <a:lnTo>
                    <a:pt x="12010" y="4403"/>
                  </a:lnTo>
                  <a:lnTo>
                    <a:pt x="12125" y="4249"/>
                  </a:lnTo>
                  <a:lnTo>
                    <a:pt x="12164" y="4094"/>
                  </a:lnTo>
                  <a:lnTo>
                    <a:pt x="12203" y="3901"/>
                  </a:lnTo>
                  <a:lnTo>
                    <a:pt x="12164" y="3708"/>
                  </a:lnTo>
                  <a:lnTo>
                    <a:pt x="12125" y="3554"/>
                  </a:lnTo>
                  <a:lnTo>
                    <a:pt x="12010" y="3438"/>
                  </a:lnTo>
                  <a:lnTo>
                    <a:pt x="11932" y="3322"/>
                  </a:lnTo>
                  <a:lnTo>
                    <a:pt x="11817" y="3245"/>
                  </a:lnTo>
                  <a:lnTo>
                    <a:pt x="11662" y="3167"/>
                  </a:lnTo>
                  <a:lnTo>
                    <a:pt x="11508" y="3167"/>
                  </a:lnTo>
                  <a:lnTo>
                    <a:pt x="11199" y="3129"/>
                  </a:lnTo>
                  <a:lnTo>
                    <a:pt x="10851" y="3167"/>
                  </a:lnTo>
                  <a:lnTo>
                    <a:pt x="10504" y="3245"/>
                  </a:lnTo>
                  <a:lnTo>
                    <a:pt x="9924" y="3360"/>
                  </a:lnTo>
                  <a:lnTo>
                    <a:pt x="8959" y="3669"/>
                  </a:lnTo>
                  <a:lnTo>
                    <a:pt x="7994" y="3978"/>
                  </a:lnTo>
                  <a:lnTo>
                    <a:pt x="7028" y="4326"/>
                  </a:lnTo>
                  <a:lnTo>
                    <a:pt x="6102" y="4751"/>
                  </a:lnTo>
                  <a:lnTo>
                    <a:pt x="6333" y="3283"/>
                  </a:lnTo>
                  <a:lnTo>
                    <a:pt x="6449" y="2550"/>
                  </a:lnTo>
                  <a:lnTo>
                    <a:pt x="6488" y="1816"/>
                  </a:lnTo>
                  <a:lnTo>
                    <a:pt x="6488" y="1546"/>
                  </a:lnTo>
                  <a:lnTo>
                    <a:pt x="6449" y="1275"/>
                  </a:lnTo>
                  <a:lnTo>
                    <a:pt x="6372" y="1044"/>
                  </a:lnTo>
                  <a:lnTo>
                    <a:pt x="6295" y="851"/>
                  </a:lnTo>
                  <a:lnTo>
                    <a:pt x="6179" y="619"/>
                  </a:lnTo>
                  <a:lnTo>
                    <a:pt x="6024" y="464"/>
                  </a:lnTo>
                  <a:lnTo>
                    <a:pt x="5831" y="310"/>
                  </a:lnTo>
                  <a:lnTo>
                    <a:pt x="5600" y="155"/>
                  </a:lnTo>
                  <a:lnTo>
                    <a:pt x="5484" y="78"/>
                  </a:lnTo>
                  <a:lnTo>
                    <a:pt x="5368" y="40"/>
                  </a:lnTo>
                  <a:lnTo>
                    <a:pt x="51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0" name="Google Shape;3270;p15"/>
            <p:cNvSpPr/>
            <p:nvPr/>
          </p:nvSpPr>
          <p:spPr>
            <a:xfrm>
              <a:off x="1851250" y="1767100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0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0"/>
                  </a:lnTo>
                  <a:lnTo>
                    <a:pt x="3862" y="502"/>
                  </a:lnTo>
                  <a:lnTo>
                    <a:pt x="3321" y="772"/>
                  </a:lnTo>
                  <a:lnTo>
                    <a:pt x="2781" y="1081"/>
                  </a:lnTo>
                  <a:lnTo>
                    <a:pt x="2279" y="1429"/>
                  </a:lnTo>
                  <a:lnTo>
                    <a:pt x="1815" y="1854"/>
                  </a:lnTo>
                  <a:lnTo>
                    <a:pt x="1429" y="2278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2" y="3746"/>
                  </a:lnTo>
                  <a:lnTo>
                    <a:pt x="271" y="4248"/>
                  </a:lnTo>
                  <a:lnTo>
                    <a:pt x="116" y="4788"/>
                  </a:lnTo>
                  <a:lnTo>
                    <a:pt x="0" y="5368"/>
                  </a:lnTo>
                  <a:lnTo>
                    <a:pt x="348" y="5406"/>
                  </a:lnTo>
                  <a:lnTo>
                    <a:pt x="464" y="4981"/>
                  </a:lnTo>
                  <a:lnTo>
                    <a:pt x="580" y="4595"/>
                  </a:lnTo>
                  <a:lnTo>
                    <a:pt x="811" y="3977"/>
                  </a:lnTo>
                  <a:lnTo>
                    <a:pt x="1120" y="3398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6"/>
                  </a:lnTo>
                  <a:lnTo>
                    <a:pt x="3399" y="1159"/>
                  </a:lnTo>
                  <a:lnTo>
                    <a:pt x="3978" y="888"/>
                  </a:lnTo>
                  <a:lnTo>
                    <a:pt x="4634" y="657"/>
                  </a:lnTo>
                  <a:lnTo>
                    <a:pt x="5252" y="463"/>
                  </a:lnTo>
                  <a:lnTo>
                    <a:pt x="5909" y="386"/>
                  </a:lnTo>
                  <a:lnTo>
                    <a:pt x="6565" y="386"/>
                  </a:lnTo>
                  <a:lnTo>
                    <a:pt x="7221" y="463"/>
                  </a:lnTo>
                  <a:lnTo>
                    <a:pt x="7878" y="579"/>
                  </a:lnTo>
                  <a:lnTo>
                    <a:pt x="8496" y="811"/>
                  </a:lnTo>
                  <a:lnTo>
                    <a:pt x="9114" y="1081"/>
                  </a:lnTo>
                  <a:lnTo>
                    <a:pt x="9422" y="1274"/>
                  </a:lnTo>
                  <a:lnTo>
                    <a:pt x="9731" y="1506"/>
                  </a:lnTo>
                  <a:lnTo>
                    <a:pt x="10040" y="1699"/>
                  </a:lnTo>
                  <a:lnTo>
                    <a:pt x="10311" y="1931"/>
                  </a:lnTo>
                  <a:lnTo>
                    <a:pt x="10774" y="2471"/>
                  </a:lnTo>
                  <a:lnTo>
                    <a:pt x="11199" y="3012"/>
                  </a:lnTo>
                  <a:lnTo>
                    <a:pt x="11546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4" y="5638"/>
                  </a:lnTo>
                  <a:lnTo>
                    <a:pt x="12628" y="6217"/>
                  </a:lnTo>
                  <a:lnTo>
                    <a:pt x="12859" y="6796"/>
                  </a:lnTo>
                  <a:lnTo>
                    <a:pt x="13129" y="7376"/>
                  </a:lnTo>
                  <a:lnTo>
                    <a:pt x="13438" y="7955"/>
                  </a:lnTo>
                  <a:lnTo>
                    <a:pt x="13825" y="8495"/>
                  </a:lnTo>
                  <a:lnTo>
                    <a:pt x="14249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499"/>
                  </a:lnTo>
                  <a:lnTo>
                    <a:pt x="15292" y="9654"/>
                  </a:lnTo>
                  <a:lnTo>
                    <a:pt x="15755" y="9808"/>
                  </a:lnTo>
                  <a:lnTo>
                    <a:pt x="16219" y="9886"/>
                  </a:lnTo>
                  <a:lnTo>
                    <a:pt x="16721" y="9886"/>
                  </a:lnTo>
                  <a:lnTo>
                    <a:pt x="17184" y="9808"/>
                  </a:lnTo>
                  <a:lnTo>
                    <a:pt x="17609" y="9615"/>
                  </a:lnTo>
                  <a:lnTo>
                    <a:pt x="17841" y="9499"/>
                  </a:lnTo>
                  <a:lnTo>
                    <a:pt x="18034" y="9384"/>
                  </a:lnTo>
                  <a:lnTo>
                    <a:pt x="18188" y="9229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1" y="8611"/>
                  </a:lnTo>
                  <a:lnTo>
                    <a:pt x="18651" y="8534"/>
                  </a:lnTo>
                  <a:lnTo>
                    <a:pt x="18651" y="8457"/>
                  </a:lnTo>
                  <a:lnTo>
                    <a:pt x="18651" y="8380"/>
                  </a:lnTo>
                  <a:lnTo>
                    <a:pt x="18651" y="8341"/>
                  </a:lnTo>
                  <a:lnTo>
                    <a:pt x="18304" y="8341"/>
                  </a:lnTo>
                  <a:lnTo>
                    <a:pt x="18265" y="8418"/>
                  </a:lnTo>
                  <a:lnTo>
                    <a:pt x="18072" y="8727"/>
                  </a:lnTo>
                  <a:lnTo>
                    <a:pt x="17802" y="8997"/>
                  </a:lnTo>
                  <a:lnTo>
                    <a:pt x="17493" y="9190"/>
                  </a:lnTo>
                  <a:lnTo>
                    <a:pt x="17184" y="9345"/>
                  </a:lnTo>
                  <a:lnTo>
                    <a:pt x="16837" y="9422"/>
                  </a:lnTo>
                  <a:lnTo>
                    <a:pt x="16450" y="9461"/>
                  </a:lnTo>
                  <a:lnTo>
                    <a:pt x="16103" y="9422"/>
                  </a:lnTo>
                  <a:lnTo>
                    <a:pt x="15717" y="9345"/>
                  </a:lnTo>
                  <a:lnTo>
                    <a:pt x="15369" y="9190"/>
                  </a:lnTo>
                  <a:lnTo>
                    <a:pt x="15022" y="8997"/>
                  </a:lnTo>
                  <a:lnTo>
                    <a:pt x="14713" y="8766"/>
                  </a:lnTo>
                  <a:lnTo>
                    <a:pt x="14404" y="8495"/>
                  </a:lnTo>
                  <a:lnTo>
                    <a:pt x="14172" y="8186"/>
                  </a:lnTo>
                  <a:lnTo>
                    <a:pt x="13940" y="7839"/>
                  </a:lnTo>
                  <a:lnTo>
                    <a:pt x="13709" y="7530"/>
                  </a:lnTo>
                  <a:lnTo>
                    <a:pt x="13554" y="7182"/>
                  </a:lnTo>
                  <a:lnTo>
                    <a:pt x="13245" y="6526"/>
                  </a:lnTo>
                  <a:lnTo>
                    <a:pt x="12975" y="5831"/>
                  </a:lnTo>
                  <a:lnTo>
                    <a:pt x="12473" y="4479"/>
                  </a:lnTo>
                  <a:lnTo>
                    <a:pt x="12164" y="3823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278"/>
                  </a:lnTo>
                  <a:lnTo>
                    <a:pt x="11006" y="2008"/>
                  </a:lnTo>
                  <a:lnTo>
                    <a:pt x="10542" y="1583"/>
                  </a:lnTo>
                  <a:lnTo>
                    <a:pt x="10079" y="1197"/>
                  </a:lnTo>
                  <a:lnTo>
                    <a:pt x="9577" y="850"/>
                  </a:lnTo>
                  <a:lnTo>
                    <a:pt x="9036" y="579"/>
                  </a:lnTo>
                  <a:lnTo>
                    <a:pt x="8496" y="348"/>
                  </a:lnTo>
                  <a:lnTo>
                    <a:pt x="7916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1" name="Google Shape;3271;p15"/>
            <p:cNvSpPr/>
            <p:nvPr/>
          </p:nvSpPr>
          <p:spPr>
            <a:xfrm>
              <a:off x="6591225" y="1769975"/>
              <a:ext cx="353350" cy="159325"/>
            </a:xfrm>
            <a:custGeom>
              <a:avLst/>
              <a:gdLst/>
              <a:ahLst/>
              <a:cxnLst/>
              <a:rect l="l" t="t" r="r" b="b"/>
              <a:pathLst>
                <a:path w="14134" h="6373" extrusionOk="0">
                  <a:moveTo>
                    <a:pt x="11160" y="464"/>
                  </a:moveTo>
                  <a:lnTo>
                    <a:pt x="11624" y="503"/>
                  </a:lnTo>
                  <a:lnTo>
                    <a:pt x="12048" y="542"/>
                  </a:lnTo>
                  <a:lnTo>
                    <a:pt x="12434" y="657"/>
                  </a:lnTo>
                  <a:lnTo>
                    <a:pt x="12628" y="735"/>
                  </a:lnTo>
                  <a:lnTo>
                    <a:pt x="12743" y="812"/>
                  </a:lnTo>
                  <a:lnTo>
                    <a:pt x="12859" y="966"/>
                  </a:lnTo>
                  <a:lnTo>
                    <a:pt x="12936" y="1082"/>
                  </a:lnTo>
                  <a:lnTo>
                    <a:pt x="12975" y="1314"/>
                  </a:lnTo>
                  <a:lnTo>
                    <a:pt x="12975" y="1507"/>
                  </a:lnTo>
                  <a:lnTo>
                    <a:pt x="12936" y="1700"/>
                  </a:lnTo>
                  <a:lnTo>
                    <a:pt x="12821" y="1893"/>
                  </a:lnTo>
                  <a:lnTo>
                    <a:pt x="12705" y="2086"/>
                  </a:lnTo>
                  <a:lnTo>
                    <a:pt x="12589" y="2241"/>
                  </a:lnTo>
                  <a:lnTo>
                    <a:pt x="12241" y="2472"/>
                  </a:lnTo>
                  <a:lnTo>
                    <a:pt x="11817" y="2743"/>
                  </a:lnTo>
                  <a:lnTo>
                    <a:pt x="11392" y="2936"/>
                  </a:lnTo>
                  <a:lnTo>
                    <a:pt x="10658" y="3206"/>
                  </a:lnTo>
                  <a:lnTo>
                    <a:pt x="9924" y="3438"/>
                  </a:lnTo>
                  <a:lnTo>
                    <a:pt x="9152" y="3708"/>
                  </a:lnTo>
                  <a:lnTo>
                    <a:pt x="8380" y="3901"/>
                  </a:lnTo>
                  <a:lnTo>
                    <a:pt x="7608" y="4094"/>
                  </a:lnTo>
                  <a:lnTo>
                    <a:pt x="6797" y="4287"/>
                  </a:lnTo>
                  <a:lnTo>
                    <a:pt x="5909" y="4442"/>
                  </a:lnTo>
                  <a:lnTo>
                    <a:pt x="5020" y="4596"/>
                  </a:lnTo>
                  <a:lnTo>
                    <a:pt x="4132" y="4712"/>
                  </a:lnTo>
                  <a:lnTo>
                    <a:pt x="3244" y="4789"/>
                  </a:lnTo>
                  <a:lnTo>
                    <a:pt x="2201" y="4789"/>
                  </a:lnTo>
                  <a:lnTo>
                    <a:pt x="1854" y="4751"/>
                  </a:lnTo>
                  <a:lnTo>
                    <a:pt x="1506" y="4673"/>
                  </a:lnTo>
                  <a:lnTo>
                    <a:pt x="1198" y="4558"/>
                  </a:lnTo>
                  <a:lnTo>
                    <a:pt x="889" y="4442"/>
                  </a:lnTo>
                  <a:lnTo>
                    <a:pt x="580" y="4249"/>
                  </a:lnTo>
                  <a:lnTo>
                    <a:pt x="657" y="4171"/>
                  </a:lnTo>
                  <a:lnTo>
                    <a:pt x="696" y="4056"/>
                  </a:lnTo>
                  <a:lnTo>
                    <a:pt x="696" y="3940"/>
                  </a:lnTo>
                  <a:lnTo>
                    <a:pt x="734" y="3824"/>
                  </a:lnTo>
                  <a:lnTo>
                    <a:pt x="850" y="3631"/>
                  </a:lnTo>
                  <a:lnTo>
                    <a:pt x="1082" y="3438"/>
                  </a:lnTo>
                  <a:lnTo>
                    <a:pt x="1313" y="3245"/>
                  </a:lnTo>
                  <a:lnTo>
                    <a:pt x="1854" y="2936"/>
                  </a:lnTo>
                  <a:lnTo>
                    <a:pt x="2279" y="2704"/>
                  </a:lnTo>
                  <a:lnTo>
                    <a:pt x="3012" y="2356"/>
                  </a:lnTo>
                  <a:lnTo>
                    <a:pt x="3707" y="2009"/>
                  </a:lnTo>
                  <a:lnTo>
                    <a:pt x="4480" y="1700"/>
                  </a:lnTo>
                  <a:lnTo>
                    <a:pt x="5252" y="1430"/>
                  </a:lnTo>
                  <a:lnTo>
                    <a:pt x="6024" y="1198"/>
                  </a:lnTo>
                  <a:lnTo>
                    <a:pt x="6835" y="1005"/>
                  </a:lnTo>
                  <a:lnTo>
                    <a:pt x="7608" y="812"/>
                  </a:lnTo>
                  <a:lnTo>
                    <a:pt x="8418" y="696"/>
                  </a:lnTo>
                  <a:lnTo>
                    <a:pt x="9229" y="580"/>
                  </a:lnTo>
                  <a:lnTo>
                    <a:pt x="10040" y="542"/>
                  </a:lnTo>
                  <a:lnTo>
                    <a:pt x="10735" y="503"/>
                  </a:lnTo>
                  <a:lnTo>
                    <a:pt x="11160" y="464"/>
                  </a:lnTo>
                  <a:close/>
                  <a:moveTo>
                    <a:pt x="13477" y="1121"/>
                  </a:moveTo>
                  <a:lnTo>
                    <a:pt x="13631" y="1314"/>
                  </a:lnTo>
                  <a:lnTo>
                    <a:pt x="13709" y="1507"/>
                  </a:lnTo>
                  <a:lnTo>
                    <a:pt x="13747" y="1739"/>
                  </a:lnTo>
                  <a:lnTo>
                    <a:pt x="13709" y="2009"/>
                  </a:lnTo>
                  <a:lnTo>
                    <a:pt x="13631" y="2241"/>
                  </a:lnTo>
                  <a:lnTo>
                    <a:pt x="13516" y="2472"/>
                  </a:lnTo>
                  <a:lnTo>
                    <a:pt x="13400" y="2704"/>
                  </a:lnTo>
                  <a:lnTo>
                    <a:pt x="13207" y="2897"/>
                  </a:lnTo>
                  <a:lnTo>
                    <a:pt x="12859" y="3206"/>
                  </a:lnTo>
                  <a:lnTo>
                    <a:pt x="12473" y="3438"/>
                  </a:lnTo>
                  <a:lnTo>
                    <a:pt x="12048" y="3669"/>
                  </a:lnTo>
                  <a:lnTo>
                    <a:pt x="11624" y="3901"/>
                  </a:lnTo>
                  <a:lnTo>
                    <a:pt x="10658" y="4287"/>
                  </a:lnTo>
                  <a:lnTo>
                    <a:pt x="9731" y="4635"/>
                  </a:lnTo>
                  <a:lnTo>
                    <a:pt x="8766" y="4905"/>
                  </a:lnTo>
                  <a:lnTo>
                    <a:pt x="7762" y="5175"/>
                  </a:lnTo>
                  <a:lnTo>
                    <a:pt x="6758" y="5407"/>
                  </a:lnTo>
                  <a:lnTo>
                    <a:pt x="5754" y="5600"/>
                  </a:lnTo>
                  <a:lnTo>
                    <a:pt x="4711" y="5793"/>
                  </a:lnTo>
                  <a:lnTo>
                    <a:pt x="3707" y="5909"/>
                  </a:lnTo>
                  <a:lnTo>
                    <a:pt x="2781" y="5986"/>
                  </a:lnTo>
                  <a:lnTo>
                    <a:pt x="2279" y="5986"/>
                  </a:lnTo>
                  <a:lnTo>
                    <a:pt x="1815" y="5948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9"/>
                  </a:lnTo>
                  <a:lnTo>
                    <a:pt x="696" y="5484"/>
                  </a:lnTo>
                  <a:lnTo>
                    <a:pt x="502" y="5253"/>
                  </a:lnTo>
                  <a:lnTo>
                    <a:pt x="348" y="5021"/>
                  </a:lnTo>
                  <a:lnTo>
                    <a:pt x="309" y="4866"/>
                  </a:lnTo>
                  <a:lnTo>
                    <a:pt x="309" y="4751"/>
                  </a:lnTo>
                  <a:lnTo>
                    <a:pt x="309" y="4596"/>
                  </a:lnTo>
                  <a:lnTo>
                    <a:pt x="348" y="4442"/>
                  </a:lnTo>
                  <a:lnTo>
                    <a:pt x="541" y="4673"/>
                  </a:lnTo>
                  <a:lnTo>
                    <a:pt x="811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2" y="5214"/>
                  </a:lnTo>
                  <a:lnTo>
                    <a:pt x="1931" y="5253"/>
                  </a:lnTo>
                  <a:lnTo>
                    <a:pt x="2588" y="5330"/>
                  </a:lnTo>
                  <a:lnTo>
                    <a:pt x="3244" y="5291"/>
                  </a:lnTo>
                  <a:lnTo>
                    <a:pt x="3939" y="5253"/>
                  </a:lnTo>
                  <a:lnTo>
                    <a:pt x="5136" y="5059"/>
                  </a:lnTo>
                  <a:lnTo>
                    <a:pt x="6913" y="4789"/>
                  </a:lnTo>
                  <a:lnTo>
                    <a:pt x="7839" y="4596"/>
                  </a:lnTo>
                  <a:lnTo>
                    <a:pt x="8727" y="4403"/>
                  </a:lnTo>
                  <a:lnTo>
                    <a:pt x="9616" y="4133"/>
                  </a:lnTo>
                  <a:lnTo>
                    <a:pt x="10504" y="3862"/>
                  </a:lnTo>
                  <a:lnTo>
                    <a:pt x="11353" y="3515"/>
                  </a:lnTo>
                  <a:lnTo>
                    <a:pt x="12164" y="3129"/>
                  </a:lnTo>
                  <a:lnTo>
                    <a:pt x="12434" y="2974"/>
                  </a:lnTo>
                  <a:lnTo>
                    <a:pt x="12705" y="2820"/>
                  </a:lnTo>
                  <a:lnTo>
                    <a:pt x="12936" y="2588"/>
                  </a:lnTo>
                  <a:lnTo>
                    <a:pt x="13129" y="2395"/>
                  </a:lnTo>
                  <a:lnTo>
                    <a:pt x="13323" y="2125"/>
                  </a:lnTo>
                  <a:lnTo>
                    <a:pt x="13438" y="1854"/>
                  </a:lnTo>
                  <a:lnTo>
                    <a:pt x="13516" y="1584"/>
                  </a:lnTo>
                  <a:lnTo>
                    <a:pt x="13516" y="1237"/>
                  </a:lnTo>
                  <a:lnTo>
                    <a:pt x="13477" y="1121"/>
                  </a:lnTo>
                  <a:close/>
                  <a:moveTo>
                    <a:pt x="10658" y="1"/>
                  </a:moveTo>
                  <a:lnTo>
                    <a:pt x="9886" y="40"/>
                  </a:lnTo>
                  <a:lnTo>
                    <a:pt x="9114" y="117"/>
                  </a:lnTo>
                  <a:lnTo>
                    <a:pt x="8303" y="233"/>
                  </a:lnTo>
                  <a:lnTo>
                    <a:pt x="7530" y="348"/>
                  </a:lnTo>
                  <a:lnTo>
                    <a:pt x="6719" y="542"/>
                  </a:lnTo>
                  <a:lnTo>
                    <a:pt x="5909" y="735"/>
                  </a:lnTo>
                  <a:lnTo>
                    <a:pt x="5020" y="1005"/>
                  </a:lnTo>
                  <a:lnTo>
                    <a:pt x="4132" y="1352"/>
                  </a:lnTo>
                  <a:lnTo>
                    <a:pt x="3244" y="1700"/>
                  </a:lnTo>
                  <a:lnTo>
                    <a:pt x="2395" y="2125"/>
                  </a:lnTo>
                  <a:lnTo>
                    <a:pt x="1777" y="2434"/>
                  </a:lnTo>
                  <a:lnTo>
                    <a:pt x="1391" y="2627"/>
                  </a:lnTo>
                  <a:lnTo>
                    <a:pt x="1043" y="2858"/>
                  </a:lnTo>
                  <a:lnTo>
                    <a:pt x="696" y="3090"/>
                  </a:lnTo>
                  <a:lnTo>
                    <a:pt x="464" y="3399"/>
                  </a:lnTo>
                  <a:lnTo>
                    <a:pt x="348" y="3554"/>
                  </a:lnTo>
                  <a:lnTo>
                    <a:pt x="271" y="3708"/>
                  </a:lnTo>
                  <a:lnTo>
                    <a:pt x="232" y="3862"/>
                  </a:lnTo>
                  <a:lnTo>
                    <a:pt x="232" y="4056"/>
                  </a:lnTo>
                  <a:lnTo>
                    <a:pt x="194" y="4133"/>
                  </a:lnTo>
                  <a:lnTo>
                    <a:pt x="194" y="4171"/>
                  </a:lnTo>
                  <a:lnTo>
                    <a:pt x="116" y="4326"/>
                  </a:lnTo>
                  <a:lnTo>
                    <a:pt x="39" y="4480"/>
                  </a:lnTo>
                  <a:lnTo>
                    <a:pt x="0" y="4635"/>
                  </a:lnTo>
                  <a:lnTo>
                    <a:pt x="0" y="4789"/>
                  </a:lnTo>
                  <a:lnTo>
                    <a:pt x="39" y="5137"/>
                  </a:lnTo>
                  <a:lnTo>
                    <a:pt x="194" y="5446"/>
                  </a:lnTo>
                  <a:lnTo>
                    <a:pt x="348" y="5639"/>
                  </a:lnTo>
                  <a:lnTo>
                    <a:pt x="502" y="5832"/>
                  </a:lnTo>
                  <a:lnTo>
                    <a:pt x="696" y="5948"/>
                  </a:lnTo>
                  <a:lnTo>
                    <a:pt x="927" y="6063"/>
                  </a:lnTo>
                  <a:lnTo>
                    <a:pt x="966" y="6257"/>
                  </a:lnTo>
                  <a:lnTo>
                    <a:pt x="1275" y="6179"/>
                  </a:lnTo>
                  <a:lnTo>
                    <a:pt x="1313" y="6218"/>
                  </a:lnTo>
                  <a:lnTo>
                    <a:pt x="1313" y="6257"/>
                  </a:lnTo>
                  <a:lnTo>
                    <a:pt x="1352" y="6295"/>
                  </a:lnTo>
                  <a:lnTo>
                    <a:pt x="1468" y="6257"/>
                  </a:lnTo>
                  <a:lnTo>
                    <a:pt x="1815" y="6295"/>
                  </a:lnTo>
                  <a:lnTo>
                    <a:pt x="2395" y="6334"/>
                  </a:lnTo>
                  <a:lnTo>
                    <a:pt x="3012" y="6372"/>
                  </a:lnTo>
                  <a:lnTo>
                    <a:pt x="3592" y="6334"/>
                  </a:lnTo>
                  <a:lnTo>
                    <a:pt x="4171" y="6295"/>
                  </a:lnTo>
                  <a:lnTo>
                    <a:pt x="5368" y="6102"/>
                  </a:lnTo>
                  <a:lnTo>
                    <a:pt x="6565" y="5870"/>
                  </a:lnTo>
                  <a:lnTo>
                    <a:pt x="6758" y="5832"/>
                  </a:lnTo>
                  <a:lnTo>
                    <a:pt x="7994" y="5523"/>
                  </a:lnTo>
                  <a:lnTo>
                    <a:pt x="9036" y="5253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6" y="4133"/>
                  </a:lnTo>
                  <a:lnTo>
                    <a:pt x="12126" y="4249"/>
                  </a:lnTo>
                  <a:lnTo>
                    <a:pt x="12396" y="4287"/>
                  </a:lnTo>
                  <a:lnTo>
                    <a:pt x="12782" y="4712"/>
                  </a:lnTo>
                  <a:lnTo>
                    <a:pt x="13014" y="4519"/>
                  </a:lnTo>
                  <a:lnTo>
                    <a:pt x="12434" y="3940"/>
                  </a:lnTo>
                  <a:lnTo>
                    <a:pt x="12898" y="3669"/>
                  </a:lnTo>
                  <a:lnTo>
                    <a:pt x="13361" y="3322"/>
                  </a:lnTo>
                  <a:lnTo>
                    <a:pt x="13631" y="3052"/>
                  </a:lnTo>
                  <a:lnTo>
                    <a:pt x="13825" y="2704"/>
                  </a:lnTo>
                  <a:lnTo>
                    <a:pt x="14133" y="2627"/>
                  </a:lnTo>
                  <a:lnTo>
                    <a:pt x="14018" y="2318"/>
                  </a:lnTo>
                  <a:lnTo>
                    <a:pt x="14095" y="2009"/>
                  </a:lnTo>
                  <a:lnTo>
                    <a:pt x="14133" y="1739"/>
                  </a:lnTo>
                  <a:lnTo>
                    <a:pt x="14095" y="1468"/>
                  </a:lnTo>
                  <a:lnTo>
                    <a:pt x="14018" y="1237"/>
                  </a:lnTo>
                  <a:lnTo>
                    <a:pt x="13902" y="1005"/>
                  </a:lnTo>
                  <a:lnTo>
                    <a:pt x="13747" y="812"/>
                  </a:lnTo>
                  <a:lnTo>
                    <a:pt x="13477" y="619"/>
                  </a:lnTo>
                  <a:lnTo>
                    <a:pt x="13168" y="503"/>
                  </a:lnTo>
                  <a:lnTo>
                    <a:pt x="13091" y="503"/>
                  </a:lnTo>
                  <a:lnTo>
                    <a:pt x="12898" y="387"/>
                  </a:lnTo>
                  <a:lnTo>
                    <a:pt x="12666" y="271"/>
                  </a:lnTo>
                  <a:lnTo>
                    <a:pt x="12434" y="155"/>
                  </a:lnTo>
                  <a:lnTo>
                    <a:pt x="12203" y="117"/>
                  </a:lnTo>
                  <a:lnTo>
                    <a:pt x="11817" y="40"/>
                  </a:lnTo>
                  <a:lnTo>
                    <a:pt x="1143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2" name="Google Shape;3272;p15"/>
            <p:cNvSpPr/>
            <p:nvPr/>
          </p:nvSpPr>
          <p:spPr>
            <a:xfrm>
              <a:off x="2687250" y="1806675"/>
              <a:ext cx="449900" cy="337900"/>
            </a:xfrm>
            <a:custGeom>
              <a:avLst/>
              <a:gdLst/>
              <a:ahLst/>
              <a:cxnLst/>
              <a:rect l="l" t="t" r="r" b="b"/>
              <a:pathLst>
                <a:path w="17996" h="13516" extrusionOk="0">
                  <a:moveTo>
                    <a:pt x="15794" y="386"/>
                  </a:moveTo>
                  <a:lnTo>
                    <a:pt x="15872" y="425"/>
                  </a:lnTo>
                  <a:lnTo>
                    <a:pt x="15949" y="464"/>
                  </a:lnTo>
                  <a:lnTo>
                    <a:pt x="16103" y="657"/>
                  </a:lnTo>
                  <a:lnTo>
                    <a:pt x="16181" y="850"/>
                  </a:lnTo>
                  <a:lnTo>
                    <a:pt x="16258" y="1043"/>
                  </a:lnTo>
                  <a:lnTo>
                    <a:pt x="16219" y="1236"/>
                  </a:lnTo>
                  <a:lnTo>
                    <a:pt x="16181" y="1468"/>
                  </a:lnTo>
                  <a:lnTo>
                    <a:pt x="15987" y="1892"/>
                  </a:lnTo>
                  <a:lnTo>
                    <a:pt x="15833" y="2163"/>
                  </a:lnTo>
                  <a:lnTo>
                    <a:pt x="15601" y="2433"/>
                  </a:lnTo>
                  <a:lnTo>
                    <a:pt x="15370" y="2665"/>
                  </a:lnTo>
                  <a:lnTo>
                    <a:pt x="15099" y="2896"/>
                  </a:lnTo>
                  <a:lnTo>
                    <a:pt x="14983" y="2279"/>
                  </a:lnTo>
                  <a:lnTo>
                    <a:pt x="14945" y="1970"/>
                  </a:lnTo>
                  <a:lnTo>
                    <a:pt x="14906" y="1699"/>
                  </a:lnTo>
                  <a:lnTo>
                    <a:pt x="14945" y="1390"/>
                  </a:lnTo>
                  <a:lnTo>
                    <a:pt x="15022" y="1120"/>
                  </a:lnTo>
                  <a:lnTo>
                    <a:pt x="15138" y="850"/>
                  </a:lnTo>
                  <a:lnTo>
                    <a:pt x="15331" y="618"/>
                  </a:lnTo>
                  <a:lnTo>
                    <a:pt x="15563" y="464"/>
                  </a:lnTo>
                  <a:lnTo>
                    <a:pt x="15679" y="386"/>
                  </a:lnTo>
                  <a:close/>
                  <a:moveTo>
                    <a:pt x="14481" y="3437"/>
                  </a:moveTo>
                  <a:lnTo>
                    <a:pt x="14443" y="3591"/>
                  </a:lnTo>
                  <a:lnTo>
                    <a:pt x="14134" y="3939"/>
                  </a:lnTo>
                  <a:lnTo>
                    <a:pt x="13786" y="4287"/>
                  </a:lnTo>
                  <a:lnTo>
                    <a:pt x="13593" y="4441"/>
                  </a:lnTo>
                  <a:lnTo>
                    <a:pt x="13362" y="4595"/>
                  </a:lnTo>
                  <a:lnTo>
                    <a:pt x="13091" y="4711"/>
                  </a:lnTo>
                  <a:lnTo>
                    <a:pt x="12782" y="4750"/>
                  </a:lnTo>
                  <a:lnTo>
                    <a:pt x="12667" y="4789"/>
                  </a:lnTo>
                  <a:lnTo>
                    <a:pt x="12589" y="4750"/>
                  </a:lnTo>
                  <a:lnTo>
                    <a:pt x="12551" y="4673"/>
                  </a:lnTo>
                  <a:lnTo>
                    <a:pt x="12512" y="4518"/>
                  </a:lnTo>
                  <a:lnTo>
                    <a:pt x="12474" y="4287"/>
                  </a:lnTo>
                  <a:lnTo>
                    <a:pt x="12512" y="4171"/>
                  </a:lnTo>
                  <a:lnTo>
                    <a:pt x="12628" y="4055"/>
                  </a:lnTo>
                  <a:lnTo>
                    <a:pt x="12821" y="3900"/>
                  </a:lnTo>
                  <a:lnTo>
                    <a:pt x="13091" y="3746"/>
                  </a:lnTo>
                  <a:lnTo>
                    <a:pt x="13362" y="3591"/>
                  </a:lnTo>
                  <a:lnTo>
                    <a:pt x="13632" y="3514"/>
                  </a:lnTo>
                  <a:lnTo>
                    <a:pt x="13941" y="3437"/>
                  </a:lnTo>
                  <a:close/>
                  <a:moveTo>
                    <a:pt x="15061" y="3514"/>
                  </a:moveTo>
                  <a:lnTo>
                    <a:pt x="15717" y="3553"/>
                  </a:lnTo>
                  <a:lnTo>
                    <a:pt x="16065" y="3591"/>
                  </a:lnTo>
                  <a:lnTo>
                    <a:pt x="16412" y="3630"/>
                  </a:lnTo>
                  <a:lnTo>
                    <a:pt x="16721" y="3707"/>
                  </a:lnTo>
                  <a:lnTo>
                    <a:pt x="17030" y="3823"/>
                  </a:lnTo>
                  <a:lnTo>
                    <a:pt x="17262" y="4016"/>
                  </a:lnTo>
                  <a:lnTo>
                    <a:pt x="17378" y="4171"/>
                  </a:lnTo>
                  <a:lnTo>
                    <a:pt x="17493" y="4287"/>
                  </a:lnTo>
                  <a:lnTo>
                    <a:pt x="17571" y="4480"/>
                  </a:lnTo>
                  <a:lnTo>
                    <a:pt x="17571" y="4634"/>
                  </a:lnTo>
                  <a:lnTo>
                    <a:pt x="17493" y="4789"/>
                  </a:lnTo>
                  <a:lnTo>
                    <a:pt x="17378" y="4904"/>
                  </a:lnTo>
                  <a:lnTo>
                    <a:pt x="17262" y="4982"/>
                  </a:lnTo>
                  <a:lnTo>
                    <a:pt x="17069" y="5020"/>
                  </a:lnTo>
                  <a:lnTo>
                    <a:pt x="16914" y="4982"/>
                  </a:lnTo>
                  <a:lnTo>
                    <a:pt x="16721" y="4943"/>
                  </a:lnTo>
                  <a:lnTo>
                    <a:pt x="16335" y="4750"/>
                  </a:lnTo>
                  <a:lnTo>
                    <a:pt x="15987" y="4518"/>
                  </a:lnTo>
                  <a:lnTo>
                    <a:pt x="15717" y="4287"/>
                  </a:lnTo>
                  <a:lnTo>
                    <a:pt x="15485" y="4055"/>
                  </a:lnTo>
                  <a:lnTo>
                    <a:pt x="15254" y="3785"/>
                  </a:lnTo>
                  <a:lnTo>
                    <a:pt x="15061" y="3514"/>
                  </a:lnTo>
                  <a:close/>
                  <a:moveTo>
                    <a:pt x="4866" y="3128"/>
                  </a:moveTo>
                  <a:lnTo>
                    <a:pt x="5484" y="3167"/>
                  </a:lnTo>
                  <a:lnTo>
                    <a:pt x="6102" y="3283"/>
                  </a:lnTo>
                  <a:lnTo>
                    <a:pt x="6681" y="3514"/>
                  </a:lnTo>
                  <a:lnTo>
                    <a:pt x="7145" y="3707"/>
                  </a:lnTo>
                  <a:lnTo>
                    <a:pt x="7569" y="3978"/>
                  </a:lnTo>
                  <a:lnTo>
                    <a:pt x="7994" y="4248"/>
                  </a:lnTo>
                  <a:lnTo>
                    <a:pt x="8380" y="4557"/>
                  </a:lnTo>
                  <a:lnTo>
                    <a:pt x="9153" y="5213"/>
                  </a:lnTo>
                  <a:lnTo>
                    <a:pt x="9925" y="5908"/>
                  </a:lnTo>
                  <a:lnTo>
                    <a:pt x="10234" y="6179"/>
                  </a:lnTo>
                  <a:lnTo>
                    <a:pt x="10581" y="6410"/>
                  </a:lnTo>
                  <a:lnTo>
                    <a:pt x="10968" y="6642"/>
                  </a:lnTo>
                  <a:lnTo>
                    <a:pt x="11354" y="6797"/>
                  </a:lnTo>
                  <a:lnTo>
                    <a:pt x="11740" y="6874"/>
                  </a:lnTo>
                  <a:lnTo>
                    <a:pt x="12165" y="6912"/>
                  </a:lnTo>
                  <a:lnTo>
                    <a:pt x="12589" y="6874"/>
                  </a:lnTo>
                  <a:lnTo>
                    <a:pt x="13014" y="6719"/>
                  </a:lnTo>
                  <a:lnTo>
                    <a:pt x="13323" y="6565"/>
                  </a:lnTo>
                  <a:lnTo>
                    <a:pt x="13593" y="6372"/>
                  </a:lnTo>
                  <a:lnTo>
                    <a:pt x="13825" y="6179"/>
                  </a:lnTo>
                  <a:lnTo>
                    <a:pt x="14018" y="5947"/>
                  </a:lnTo>
                  <a:lnTo>
                    <a:pt x="14211" y="5677"/>
                  </a:lnTo>
                  <a:lnTo>
                    <a:pt x="14366" y="5406"/>
                  </a:lnTo>
                  <a:lnTo>
                    <a:pt x="14520" y="5097"/>
                  </a:lnTo>
                  <a:lnTo>
                    <a:pt x="14636" y="4789"/>
                  </a:lnTo>
                  <a:lnTo>
                    <a:pt x="14559" y="5638"/>
                  </a:lnTo>
                  <a:lnTo>
                    <a:pt x="14404" y="6449"/>
                  </a:lnTo>
                  <a:lnTo>
                    <a:pt x="14211" y="7221"/>
                  </a:lnTo>
                  <a:lnTo>
                    <a:pt x="13941" y="7994"/>
                  </a:lnTo>
                  <a:lnTo>
                    <a:pt x="13593" y="8727"/>
                  </a:lnTo>
                  <a:lnTo>
                    <a:pt x="13169" y="9422"/>
                  </a:lnTo>
                  <a:lnTo>
                    <a:pt x="12667" y="10117"/>
                  </a:lnTo>
                  <a:lnTo>
                    <a:pt x="12087" y="10735"/>
                  </a:lnTo>
                  <a:lnTo>
                    <a:pt x="11624" y="11160"/>
                  </a:lnTo>
                  <a:lnTo>
                    <a:pt x="11199" y="11546"/>
                  </a:lnTo>
                  <a:lnTo>
                    <a:pt x="10697" y="11855"/>
                  </a:lnTo>
                  <a:lnTo>
                    <a:pt x="10195" y="12164"/>
                  </a:lnTo>
                  <a:lnTo>
                    <a:pt x="9693" y="12396"/>
                  </a:lnTo>
                  <a:lnTo>
                    <a:pt x="9153" y="12627"/>
                  </a:lnTo>
                  <a:lnTo>
                    <a:pt x="8612" y="12782"/>
                  </a:lnTo>
                  <a:lnTo>
                    <a:pt x="8071" y="12898"/>
                  </a:lnTo>
                  <a:lnTo>
                    <a:pt x="7531" y="12975"/>
                  </a:lnTo>
                  <a:lnTo>
                    <a:pt x="6990" y="13014"/>
                  </a:lnTo>
                  <a:lnTo>
                    <a:pt x="6411" y="12975"/>
                  </a:lnTo>
                  <a:lnTo>
                    <a:pt x="5870" y="12898"/>
                  </a:lnTo>
                  <a:lnTo>
                    <a:pt x="5291" y="12782"/>
                  </a:lnTo>
                  <a:lnTo>
                    <a:pt x="4751" y="12627"/>
                  </a:lnTo>
                  <a:lnTo>
                    <a:pt x="4171" y="12396"/>
                  </a:lnTo>
                  <a:lnTo>
                    <a:pt x="3631" y="12125"/>
                  </a:lnTo>
                  <a:lnTo>
                    <a:pt x="3090" y="11816"/>
                  </a:lnTo>
                  <a:lnTo>
                    <a:pt x="2588" y="11469"/>
                  </a:lnTo>
                  <a:lnTo>
                    <a:pt x="2125" y="11044"/>
                  </a:lnTo>
                  <a:lnTo>
                    <a:pt x="1700" y="10581"/>
                  </a:lnTo>
                  <a:lnTo>
                    <a:pt x="1314" y="10117"/>
                  </a:lnTo>
                  <a:lnTo>
                    <a:pt x="966" y="9577"/>
                  </a:lnTo>
                  <a:lnTo>
                    <a:pt x="696" y="8998"/>
                  </a:lnTo>
                  <a:lnTo>
                    <a:pt x="542" y="8418"/>
                  </a:lnTo>
                  <a:lnTo>
                    <a:pt x="426" y="7801"/>
                  </a:lnTo>
                  <a:lnTo>
                    <a:pt x="426" y="7221"/>
                  </a:lnTo>
                  <a:lnTo>
                    <a:pt x="503" y="6603"/>
                  </a:lnTo>
                  <a:lnTo>
                    <a:pt x="696" y="6024"/>
                  </a:lnTo>
                  <a:lnTo>
                    <a:pt x="928" y="5484"/>
                  </a:lnTo>
                  <a:lnTo>
                    <a:pt x="1237" y="4943"/>
                  </a:lnTo>
                  <a:lnTo>
                    <a:pt x="1623" y="4480"/>
                  </a:lnTo>
                  <a:lnTo>
                    <a:pt x="2048" y="4055"/>
                  </a:lnTo>
                  <a:lnTo>
                    <a:pt x="2588" y="3707"/>
                  </a:lnTo>
                  <a:lnTo>
                    <a:pt x="3129" y="3437"/>
                  </a:lnTo>
                  <a:lnTo>
                    <a:pt x="3708" y="3244"/>
                  </a:lnTo>
                  <a:lnTo>
                    <a:pt x="4287" y="3167"/>
                  </a:lnTo>
                  <a:lnTo>
                    <a:pt x="4866" y="3128"/>
                  </a:lnTo>
                  <a:close/>
                  <a:moveTo>
                    <a:pt x="15717" y="0"/>
                  </a:moveTo>
                  <a:lnTo>
                    <a:pt x="15524" y="39"/>
                  </a:lnTo>
                  <a:lnTo>
                    <a:pt x="15331" y="155"/>
                  </a:lnTo>
                  <a:lnTo>
                    <a:pt x="15138" y="271"/>
                  </a:lnTo>
                  <a:lnTo>
                    <a:pt x="14983" y="464"/>
                  </a:lnTo>
                  <a:lnTo>
                    <a:pt x="14829" y="618"/>
                  </a:lnTo>
                  <a:lnTo>
                    <a:pt x="14713" y="850"/>
                  </a:lnTo>
                  <a:lnTo>
                    <a:pt x="14636" y="1043"/>
                  </a:lnTo>
                  <a:lnTo>
                    <a:pt x="14597" y="1275"/>
                  </a:lnTo>
                  <a:lnTo>
                    <a:pt x="14559" y="1545"/>
                  </a:lnTo>
                  <a:lnTo>
                    <a:pt x="14520" y="2047"/>
                  </a:lnTo>
                  <a:lnTo>
                    <a:pt x="14597" y="2588"/>
                  </a:lnTo>
                  <a:lnTo>
                    <a:pt x="14752" y="3090"/>
                  </a:lnTo>
                  <a:lnTo>
                    <a:pt x="14713" y="3128"/>
                  </a:lnTo>
                  <a:lnTo>
                    <a:pt x="14675" y="3167"/>
                  </a:lnTo>
                  <a:lnTo>
                    <a:pt x="14636" y="3205"/>
                  </a:lnTo>
                  <a:lnTo>
                    <a:pt x="14173" y="3128"/>
                  </a:lnTo>
                  <a:lnTo>
                    <a:pt x="13709" y="3167"/>
                  </a:lnTo>
                  <a:lnTo>
                    <a:pt x="13246" y="3283"/>
                  </a:lnTo>
                  <a:lnTo>
                    <a:pt x="12821" y="3476"/>
                  </a:lnTo>
                  <a:lnTo>
                    <a:pt x="12512" y="3669"/>
                  </a:lnTo>
                  <a:lnTo>
                    <a:pt x="12358" y="3785"/>
                  </a:lnTo>
                  <a:lnTo>
                    <a:pt x="12203" y="3939"/>
                  </a:lnTo>
                  <a:lnTo>
                    <a:pt x="12049" y="4132"/>
                  </a:lnTo>
                  <a:lnTo>
                    <a:pt x="11972" y="4287"/>
                  </a:lnTo>
                  <a:lnTo>
                    <a:pt x="11933" y="4480"/>
                  </a:lnTo>
                  <a:lnTo>
                    <a:pt x="11933" y="4673"/>
                  </a:lnTo>
                  <a:lnTo>
                    <a:pt x="12010" y="4866"/>
                  </a:lnTo>
                  <a:lnTo>
                    <a:pt x="12126" y="5020"/>
                  </a:lnTo>
                  <a:lnTo>
                    <a:pt x="12280" y="5097"/>
                  </a:lnTo>
                  <a:lnTo>
                    <a:pt x="12435" y="5136"/>
                  </a:lnTo>
                  <a:lnTo>
                    <a:pt x="12628" y="5175"/>
                  </a:lnTo>
                  <a:lnTo>
                    <a:pt x="12821" y="5136"/>
                  </a:lnTo>
                  <a:lnTo>
                    <a:pt x="13207" y="5059"/>
                  </a:lnTo>
                  <a:lnTo>
                    <a:pt x="13516" y="4904"/>
                  </a:lnTo>
                  <a:lnTo>
                    <a:pt x="13825" y="4711"/>
                  </a:lnTo>
                  <a:lnTo>
                    <a:pt x="14095" y="4480"/>
                  </a:lnTo>
                  <a:lnTo>
                    <a:pt x="14366" y="4248"/>
                  </a:lnTo>
                  <a:lnTo>
                    <a:pt x="14211" y="4711"/>
                  </a:lnTo>
                  <a:lnTo>
                    <a:pt x="14018" y="5175"/>
                  </a:lnTo>
                  <a:lnTo>
                    <a:pt x="13864" y="5406"/>
                  </a:lnTo>
                  <a:lnTo>
                    <a:pt x="13709" y="5599"/>
                  </a:lnTo>
                  <a:lnTo>
                    <a:pt x="13555" y="5793"/>
                  </a:lnTo>
                  <a:lnTo>
                    <a:pt x="13362" y="5947"/>
                  </a:lnTo>
                  <a:lnTo>
                    <a:pt x="13053" y="6179"/>
                  </a:lnTo>
                  <a:lnTo>
                    <a:pt x="12705" y="6333"/>
                  </a:lnTo>
                  <a:lnTo>
                    <a:pt x="12358" y="6410"/>
                  </a:lnTo>
                  <a:lnTo>
                    <a:pt x="12010" y="6410"/>
                  </a:lnTo>
                  <a:lnTo>
                    <a:pt x="11663" y="6372"/>
                  </a:lnTo>
                  <a:lnTo>
                    <a:pt x="11315" y="6256"/>
                  </a:lnTo>
                  <a:lnTo>
                    <a:pt x="10968" y="6101"/>
                  </a:lnTo>
                  <a:lnTo>
                    <a:pt x="10659" y="5870"/>
                  </a:lnTo>
                  <a:lnTo>
                    <a:pt x="10234" y="5561"/>
                  </a:lnTo>
                  <a:lnTo>
                    <a:pt x="9809" y="5213"/>
                  </a:lnTo>
                  <a:lnTo>
                    <a:pt x="9037" y="4480"/>
                  </a:lnTo>
                  <a:lnTo>
                    <a:pt x="8651" y="4132"/>
                  </a:lnTo>
                  <a:lnTo>
                    <a:pt x="8226" y="3823"/>
                  </a:lnTo>
                  <a:lnTo>
                    <a:pt x="7801" y="3514"/>
                  </a:lnTo>
                  <a:lnTo>
                    <a:pt x="7299" y="3244"/>
                  </a:lnTo>
                  <a:lnTo>
                    <a:pt x="6720" y="3012"/>
                  </a:lnTo>
                  <a:lnTo>
                    <a:pt x="6102" y="2819"/>
                  </a:lnTo>
                  <a:lnTo>
                    <a:pt x="5523" y="2742"/>
                  </a:lnTo>
                  <a:lnTo>
                    <a:pt x="4905" y="2703"/>
                  </a:lnTo>
                  <a:lnTo>
                    <a:pt x="4287" y="2703"/>
                  </a:lnTo>
                  <a:lnTo>
                    <a:pt x="3708" y="2819"/>
                  </a:lnTo>
                  <a:lnTo>
                    <a:pt x="3129" y="2974"/>
                  </a:lnTo>
                  <a:lnTo>
                    <a:pt x="2549" y="3205"/>
                  </a:lnTo>
                  <a:lnTo>
                    <a:pt x="2318" y="3360"/>
                  </a:lnTo>
                  <a:lnTo>
                    <a:pt x="2009" y="3553"/>
                  </a:lnTo>
                  <a:lnTo>
                    <a:pt x="1700" y="3785"/>
                  </a:lnTo>
                  <a:lnTo>
                    <a:pt x="1430" y="4016"/>
                  </a:lnTo>
                  <a:lnTo>
                    <a:pt x="1159" y="4325"/>
                  </a:lnTo>
                  <a:lnTo>
                    <a:pt x="928" y="4595"/>
                  </a:lnTo>
                  <a:lnTo>
                    <a:pt x="696" y="4943"/>
                  </a:lnTo>
                  <a:lnTo>
                    <a:pt x="503" y="5291"/>
                  </a:lnTo>
                  <a:lnTo>
                    <a:pt x="348" y="5677"/>
                  </a:lnTo>
                  <a:lnTo>
                    <a:pt x="155" y="6217"/>
                  </a:lnTo>
                  <a:lnTo>
                    <a:pt x="40" y="6758"/>
                  </a:lnTo>
                  <a:lnTo>
                    <a:pt x="1" y="7299"/>
                  </a:lnTo>
                  <a:lnTo>
                    <a:pt x="1" y="7801"/>
                  </a:lnTo>
                  <a:lnTo>
                    <a:pt x="78" y="8303"/>
                  </a:lnTo>
                  <a:lnTo>
                    <a:pt x="194" y="8804"/>
                  </a:lnTo>
                  <a:lnTo>
                    <a:pt x="387" y="9306"/>
                  </a:lnTo>
                  <a:lnTo>
                    <a:pt x="580" y="9770"/>
                  </a:lnTo>
                  <a:lnTo>
                    <a:pt x="850" y="10195"/>
                  </a:lnTo>
                  <a:lnTo>
                    <a:pt x="1159" y="10658"/>
                  </a:lnTo>
                  <a:lnTo>
                    <a:pt x="1507" y="11044"/>
                  </a:lnTo>
                  <a:lnTo>
                    <a:pt x="1893" y="11430"/>
                  </a:lnTo>
                  <a:lnTo>
                    <a:pt x="2279" y="11778"/>
                  </a:lnTo>
                  <a:lnTo>
                    <a:pt x="2704" y="12125"/>
                  </a:lnTo>
                  <a:lnTo>
                    <a:pt x="3167" y="12396"/>
                  </a:lnTo>
                  <a:lnTo>
                    <a:pt x="3631" y="12666"/>
                  </a:lnTo>
                  <a:lnTo>
                    <a:pt x="4249" y="12975"/>
                  </a:lnTo>
                  <a:lnTo>
                    <a:pt x="4866" y="13168"/>
                  </a:lnTo>
                  <a:lnTo>
                    <a:pt x="5484" y="13361"/>
                  </a:lnTo>
                  <a:lnTo>
                    <a:pt x="6141" y="13438"/>
                  </a:lnTo>
                  <a:lnTo>
                    <a:pt x="6759" y="13515"/>
                  </a:lnTo>
                  <a:lnTo>
                    <a:pt x="7376" y="13477"/>
                  </a:lnTo>
                  <a:lnTo>
                    <a:pt x="7994" y="13438"/>
                  </a:lnTo>
                  <a:lnTo>
                    <a:pt x="8612" y="13284"/>
                  </a:lnTo>
                  <a:lnTo>
                    <a:pt x="8728" y="13438"/>
                  </a:lnTo>
                  <a:lnTo>
                    <a:pt x="8998" y="13207"/>
                  </a:lnTo>
                  <a:lnTo>
                    <a:pt x="9770" y="12898"/>
                  </a:lnTo>
                  <a:lnTo>
                    <a:pt x="10504" y="12550"/>
                  </a:lnTo>
                  <a:lnTo>
                    <a:pt x="11238" y="12087"/>
                  </a:lnTo>
                  <a:lnTo>
                    <a:pt x="11933" y="11546"/>
                  </a:lnTo>
                  <a:lnTo>
                    <a:pt x="12474" y="11044"/>
                  </a:lnTo>
                  <a:lnTo>
                    <a:pt x="13014" y="10426"/>
                  </a:lnTo>
                  <a:lnTo>
                    <a:pt x="13246" y="10195"/>
                  </a:lnTo>
                  <a:lnTo>
                    <a:pt x="13207" y="10156"/>
                  </a:lnTo>
                  <a:lnTo>
                    <a:pt x="13709" y="9461"/>
                  </a:lnTo>
                  <a:lnTo>
                    <a:pt x="14134" y="8727"/>
                  </a:lnTo>
                  <a:lnTo>
                    <a:pt x="14481" y="7955"/>
                  </a:lnTo>
                  <a:lnTo>
                    <a:pt x="14752" y="7183"/>
                  </a:lnTo>
                  <a:lnTo>
                    <a:pt x="14945" y="6333"/>
                  </a:lnTo>
                  <a:lnTo>
                    <a:pt x="15022" y="5947"/>
                  </a:lnTo>
                  <a:lnTo>
                    <a:pt x="15061" y="5522"/>
                  </a:lnTo>
                  <a:lnTo>
                    <a:pt x="15061" y="5097"/>
                  </a:lnTo>
                  <a:lnTo>
                    <a:pt x="15061" y="4673"/>
                  </a:lnTo>
                  <a:lnTo>
                    <a:pt x="15022" y="4248"/>
                  </a:lnTo>
                  <a:lnTo>
                    <a:pt x="14945" y="3862"/>
                  </a:lnTo>
                  <a:lnTo>
                    <a:pt x="15215" y="4248"/>
                  </a:lnTo>
                  <a:lnTo>
                    <a:pt x="15563" y="4595"/>
                  </a:lnTo>
                  <a:lnTo>
                    <a:pt x="15949" y="4943"/>
                  </a:lnTo>
                  <a:lnTo>
                    <a:pt x="16374" y="5213"/>
                  </a:lnTo>
                  <a:lnTo>
                    <a:pt x="16567" y="5291"/>
                  </a:lnTo>
                  <a:lnTo>
                    <a:pt x="16798" y="5368"/>
                  </a:lnTo>
                  <a:lnTo>
                    <a:pt x="17030" y="5445"/>
                  </a:lnTo>
                  <a:lnTo>
                    <a:pt x="17262" y="5445"/>
                  </a:lnTo>
                  <a:lnTo>
                    <a:pt x="17493" y="5406"/>
                  </a:lnTo>
                  <a:lnTo>
                    <a:pt x="17687" y="5329"/>
                  </a:lnTo>
                  <a:lnTo>
                    <a:pt x="17841" y="5175"/>
                  </a:lnTo>
                  <a:lnTo>
                    <a:pt x="17957" y="4982"/>
                  </a:lnTo>
                  <a:lnTo>
                    <a:pt x="17995" y="4750"/>
                  </a:lnTo>
                  <a:lnTo>
                    <a:pt x="17995" y="4557"/>
                  </a:lnTo>
                  <a:lnTo>
                    <a:pt x="17957" y="4325"/>
                  </a:lnTo>
                  <a:lnTo>
                    <a:pt x="17841" y="4132"/>
                  </a:lnTo>
                  <a:lnTo>
                    <a:pt x="17725" y="3978"/>
                  </a:lnTo>
                  <a:lnTo>
                    <a:pt x="17571" y="3785"/>
                  </a:lnTo>
                  <a:lnTo>
                    <a:pt x="17416" y="3669"/>
                  </a:lnTo>
                  <a:lnTo>
                    <a:pt x="17262" y="3553"/>
                  </a:lnTo>
                  <a:lnTo>
                    <a:pt x="17030" y="3437"/>
                  </a:lnTo>
                  <a:lnTo>
                    <a:pt x="16798" y="3321"/>
                  </a:lnTo>
                  <a:lnTo>
                    <a:pt x="16296" y="3205"/>
                  </a:lnTo>
                  <a:lnTo>
                    <a:pt x="15794" y="3128"/>
                  </a:lnTo>
                  <a:lnTo>
                    <a:pt x="15254" y="3128"/>
                  </a:lnTo>
                  <a:lnTo>
                    <a:pt x="15679" y="2858"/>
                  </a:lnTo>
                  <a:lnTo>
                    <a:pt x="16026" y="2510"/>
                  </a:lnTo>
                  <a:lnTo>
                    <a:pt x="16296" y="2124"/>
                  </a:lnTo>
                  <a:lnTo>
                    <a:pt x="16528" y="1661"/>
                  </a:lnTo>
                  <a:lnTo>
                    <a:pt x="16567" y="1429"/>
                  </a:lnTo>
                  <a:lnTo>
                    <a:pt x="16605" y="1197"/>
                  </a:lnTo>
                  <a:lnTo>
                    <a:pt x="16644" y="927"/>
                  </a:lnTo>
                  <a:lnTo>
                    <a:pt x="16605" y="657"/>
                  </a:lnTo>
                  <a:lnTo>
                    <a:pt x="16528" y="425"/>
                  </a:lnTo>
                  <a:lnTo>
                    <a:pt x="16412" y="232"/>
                  </a:lnTo>
                  <a:lnTo>
                    <a:pt x="16219" y="78"/>
                  </a:lnTo>
                  <a:lnTo>
                    <a:pt x="16103" y="39"/>
                  </a:lnTo>
                  <a:lnTo>
                    <a:pt x="1594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3" name="Google Shape;3273;p15"/>
            <p:cNvSpPr/>
            <p:nvPr/>
          </p:nvSpPr>
          <p:spPr>
            <a:xfrm>
              <a:off x="4737700" y="1812475"/>
              <a:ext cx="353350" cy="159300"/>
            </a:xfrm>
            <a:custGeom>
              <a:avLst/>
              <a:gdLst/>
              <a:ahLst/>
              <a:cxnLst/>
              <a:rect l="l" t="t" r="r" b="b"/>
              <a:pathLst>
                <a:path w="14134" h="6372" extrusionOk="0">
                  <a:moveTo>
                    <a:pt x="11161" y="463"/>
                  </a:moveTo>
                  <a:lnTo>
                    <a:pt x="11624" y="502"/>
                  </a:lnTo>
                  <a:lnTo>
                    <a:pt x="12049" y="541"/>
                  </a:lnTo>
                  <a:lnTo>
                    <a:pt x="12435" y="656"/>
                  </a:lnTo>
                  <a:lnTo>
                    <a:pt x="12628" y="734"/>
                  </a:lnTo>
                  <a:lnTo>
                    <a:pt x="12744" y="811"/>
                  </a:lnTo>
                  <a:lnTo>
                    <a:pt x="12860" y="965"/>
                  </a:lnTo>
                  <a:lnTo>
                    <a:pt x="12937" y="1081"/>
                  </a:lnTo>
                  <a:lnTo>
                    <a:pt x="12975" y="1313"/>
                  </a:lnTo>
                  <a:lnTo>
                    <a:pt x="12975" y="1506"/>
                  </a:lnTo>
                  <a:lnTo>
                    <a:pt x="12937" y="1699"/>
                  </a:lnTo>
                  <a:lnTo>
                    <a:pt x="12821" y="1892"/>
                  </a:lnTo>
                  <a:lnTo>
                    <a:pt x="12705" y="2085"/>
                  </a:lnTo>
                  <a:lnTo>
                    <a:pt x="12589" y="2240"/>
                  </a:lnTo>
                  <a:lnTo>
                    <a:pt x="12242" y="2471"/>
                  </a:lnTo>
                  <a:lnTo>
                    <a:pt x="11817" y="2742"/>
                  </a:lnTo>
                  <a:lnTo>
                    <a:pt x="11392" y="2935"/>
                  </a:lnTo>
                  <a:lnTo>
                    <a:pt x="10659" y="3205"/>
                  </a:lnTo>
                  <a:lnTo>
                    <a:pt x="9925" y="3437"/>
                  </a:lnTo>
                  <a:lnTo>
                    <a:pt x="9153" y="3707"/>
                  </a:lnTo>
                  <a:lnTo>
                    <a:pt x="8380" y="3900"/>
                  </a:lnTo>
                  <a:lnTo>
                    <a:pt x="7608" y="4093"/>
                  </a:lnTo>
                  <a:lnTo>
                    <a:pt x="6797" y="4286"/>
                  </a:lnTo>
                  <a:lnTo>
                    <a:pt x="5909" y="4441"/>
                  </a:lnTo>
                  <a:lnTo>
                    <a:pt x="5021" y="4595"/>
                  </a:lnTo>
                  <a:lnTo>
                    <a:pt x="4133" y="4711"/>
                  </a:lnTo>
                  <a:lnTo>
                    <a:pt x="3245" y="4788"/>
                  </a:lnTo>
                  <a:lnTo>
                    <a:pt x="2202" y="4788"/>
                  </a:lnTo>
                  <a:lnTo>
                    <a:pt x="1854" y="4750"/>
                  </a:lnTo>
                  <a:lnTo>
                    <a:pt x="1507" y="4672"/>
                  </a:lnTo>
                  <a:lnTo>
                    <a:pt x="1198" y="4557"/>
                  </a:lnTo>
                  <a:lnTo>
                    <a:pt x="889" y="4441"/>
                  </a:lnTo>
                  <a:lnTo>
                    <a:pt x="580" y="4248"/>
                  </a:lnTo>
                  <a:lnTo>
                    <a:pt x="657" y="4170"/>
                  </a:lnTo>
                  <a:lnTo>
                    <a:pt x="696" y="4055"/>
                  </a:lnTo>
                  <a:lnTo>
                    <a:pt x="696" y="3939"/>
                  </a:lnTo>
                  <a:lnTo>
                    <a:pt x="735" y="3823"/>
                  </a:lnTo>
                  <a:lnTo>
                    <a:pt x="850" y="3630"/>
                  </a:lnTo>
                  <a:lnTo>
                    <a:pt x="1082" y="3437"/>
                  </a:lnTo>
                  <a:lnTo>
                    <a:pt x="1314" y="3244"/>
                  </a:lnTo>
                  <a:lnTo>
                    <a:pt x="1854" y="2935"/>
                  </a:lnTo>
                  <a:lnTo>
                    <a:pt x="2279" y="2703"/>
                  </a:lnTo>
                  <a:lnTo>
                    <a:pt x="3013" y="2356"/>
                  </a:lnTo>
                  <a:lnTo>
                    <a:pt x="3708" y="2008"/>
                  </a:lnTo>
                  <a:lnTo>
                    <a:pt x="4480" y="1699"/>
                  </a:lnTo>
                  <a:lnTo>
                    <a:pt x="5253" y="1429"/>
                  </a:lnTo>
                  <a:lnTo>
                    <a:pt x="6025" y="1197"/>
                  </a:lnTo>
                  <a:lnTo>
                    <a:pt x="6836" y="1004"/>
                  </a:lnTo>
                  <a:lnTo>
                    <a:pt x="7608" y="811"/>
                  </a:lnTo>
                  <a:lnTo>
                    <a:pt x="8419" y="695"/>
                  </a:lnTo>
                  <a:lnTo>
                    <a:pt x="9230" y="579"/>
                  </a:lnTo>
                  <a:lnTo>
                    <a:pt x="10041" y="541"/>
                  </a:lnTo>
                  <a:lnTo>
                    <a:pt x="10736" y="502"/>
                  </a:lnTo>
                  <a:lnTo>
                    <a:pt x="11161" y="463"/>
                  </a:lnTo>
                  <a:close/>
                  <a:moveTo>
                    <a:pt x="13477" y="1120"/>
                  </a:moveTo>
                  <a:lnTo>
                    <a:pt x="13632" y="1313"/>
                  </a:lnTo>
                  <a:lnTo>
                    <a:pt x="13709" y="1506"/>
                  </a:lnTo>
                  <a:lnTo>
                    <a:pt x="13748" y="1738"/>
                  </a:lnTo>
                  <a:lnTo>
                    <a:pt x="13709" y="2008"/>
                  </a:lnTo>
                  <a:lnTo>
                    <a:pt x="13632" y="2240"/>
                  </a:lnTo>
                  <a:lnTo>
                    <a:pt x="13516" y="2471"/>
                  </a:lnTo>
                  <a:lnTo>
                    <a:pt x="13400" y="2703"/>
                  </a:lnTo>
                  <a:lnTo>
                    <a:pt x="13207" y="2896"/>
                  </a:lnTo>
                  <a:lnTo>
                    <a:pt x="12860" y="3205"/>
                  </a:lnTo>
                  <a:lnTo>
                    <a:pt x="12473" y="3437"/>
                  </a:lnTo>
                  <a:lnTo>
                    <a:pt x="12049" y="3668"/>
                  </a:lnTo>
                  <a:lnTo>
                    <a:pt x="11624" y="3900"/>
                  </a:lnTo>
                  <a:lnTo>
                    <a:pt x="10659" y="4286"/>
                  </a:lnTo>
                  <a:lnTo>
                    <a:pt x="9732" y="4634"/>
                  </a:lnTo>
                  <a:lnTo>
                    <a:pt x="8766" y="4904"/>
                  </a:lnTo>
                  <a:lnTo>
                    <a:pt x="7762" y="5174"/>
                  </a:lnTo>
                  <a:lnTo>
                    <a:pt x="6758" y="5406"/>
                  </a:lnTo>
                  <a:lnTo>
                    <a:pt x="5755" y="5599"/>
                  </a:lnTo>
                  <a:lnTo>
                    <a:pt x="4712" y="5792"/>
                  </a:lnTo>
                  <a:lnTo>
                    <a:pt x="3708" y="5908"/>
                  </a:lnTo>
                  <a:lnTo>
                    <a:pt x="2781" y="5985"/>
                  </a:lnTo>
                  <a:lnTo>
                    <a:pt x="2279" y="5985"/>
                  </a:lnTo>
                  <a:lnTo>
                    <a:pt x="1816" y="5947"/>
                  </a:lnTo>
                  <a:lnTo>
                    <a:pt x="1545" y="5869"/>
                  </a:lnTo>
                  <a:lnTo>
                    <a:pt x="1237" y="5792"/>
                  </a:lnTo>
                  <a:lnTo>
                    <a:pt x="928" y="5638"/>
                  </a:lnTo>
                  <a:lnTo>
                    <a:pt x="696" y="5483"/>
                  </a:lnTo>
                  <a:lnTo>
                    <a:pt x="503" y="5252"/>
                  </a:lnTo>
                  <a:lnTo>
                    <a:pt x="348" y="5020"/>
                  </a:lnTo>
                  <a:lnTo>
                    <a:pt x="310" y="4865"/>
                  </a:lnTo>
                  <a:lnTo>
                    <a:pt x="310" y="4750"/>
                  </a:lnTo>
                  <a:lnTo>
                    <a:pt x="310" y="4595"/>
                  </a:lnTo>
                  <a:lnTo>
                    <a:pt x="348" y="4441"/>
                  </a:lnTo>
                  <a:lnTo>
                    <a:pt x="542" y="4672"/>
                  </a:lnTo>
                  <a:lnTo>
                    <a:pt x="812" y="4865"/>
                  </a:lnTo>
                  <a:lnTo>
                    <a:pt x="1043" y="4981"/>
                  </a:lnTo>
                  <a:lnTo>
                    <a:pt x="1352" y="5097"/>
                  </a:lnTo>
                  <a:lnTo>
                    <a:pt x="1623" y="5213"/>
                  </a:lnTo>
                  <a:lnTo>
                    <a:pt x="1932" y="5252"/>
                  </a:lnTo>
                  <a:lnTo>
                    <a:pt x="2588" y="5329"/>
                  </a:lnTo>
                  <a:lnTo>
                    <a:pt x="3245" y="5290"/>
                  </a:lnTo>
                  <a:lnTo>
                    <a:pt x="3940" y="5252"/>
                  </a:lnTo>
                  <a:lnTo>
                    <a:pt x="5137" y="5059"/>
                  </a:lnTo>
                  <a:lnTo>
                    <a:pt x="6913" y="4788"/>
                  </a:lnTo>
                  <a:lnTo>
                    <a:pt x="7840" y="4595"/>
                  </a:lnTo>
                  <a:lnTo>
                    <a:pt x="8728" y="4402"/>
                  </a:lnTo>
                  <a:lnTo>
                    <a:pt x="9616" y="4132"/>
                  </a:lnTo>
                  <a:lnTo>
                    <a:pt x="10504" y="3861"/>
                  </a:lnTo>
                  <a:lnTo>
                    <a:pt x="11354" y="3514"/>
                  </a:lnTo>
                  <a:lnTo>
                    <a:pt x="12165" y="3128"/>
                  </a:lnTo>
                  <a:lnTo>
                    <a:pt x="12435" y="2973"/>
                  </a:lnTo>
                  <a:lnTo>
                    <a:pt x="12705" y="2819"/>
                  </a:lnTo>
                  <a:lnTo>
                    <a:pt x="12937" y="2587"/>
                  </a:lnTo>
                  <a:lnTo>
                    <a:pt x="13130" y="2394"/>
                  </a:lnTo>
                  <a:lnTo>
                    <a:pt x="13323" y="2124"/>
                  </a:lnTo>
                  <a:lnTo>
                    <a:pt x="13439" y="1854"/>
                  </a:lnTo>
                  <a:lnTo>
                    <a:pt x="13516" y="1583"/>
                  </a:lnTo>
                  <a:lnTo>
                    <a:pt x="13516" y="1236"/>
                  </a:lnTo>
                  <a:lnTo>
                    <a:pt x="13477" y="1120"/>
                  </a:lnTo>
                  <a:close/>
                  <a:moveTo>
                    <a:pt x="10659" y="0"/>
                  </a:moveTo>
                  <a:lnTo>
                    <a:pt x="9886" y="39"/>
                  </a:lnTo>
                  <a:lnTo>
                    <a:pt x="9114" y="116"/>
                  </a:lnTo>
                  <a:lnTo>
                    <a:pt x="8303" y="232"/>
                  </a:lnTo>
                  <a:lnTo>
                    <a:pt x="7531" y="348"/>
                  </a:lnTo>
                  <a:lnTo>
                    <a:pt x="6720" y="541"/>
                  </a:lnTo>
                  <a:lnTo>
                    <a:pt x="5909" y="734"/>
                  </a:lnTo>
                  <a:lnTo>
                    <a:pt x="5021" y="1004"/>
                  </a:lnTo>
                  <a:lnTo>
                    <a:pt x="4133" y="1352"/>
                  </a:lnTo>
                  <a:lnTo>
                    <a:pt x="3245" y="1699"/>
                  </a:lnTo>
                  <a:lnTo>
                    <a:pt x="2395" y="2124"/>
                  </a:lnTo>
                  <a:lnTo>
                    <a:pt x="1777" y="2433"/>
                  </a:lnTo>
                  <a:lnTo>
                    <a:pt x="1391" y="2626"/>
                  </a:lnTo>
                  <a:lnTo>
                    <a:pt x="1043" y="2858"/>
                  </a:lnTo>
                  <a:lnTo>
                    <a:pt x="696" y="3089"/>
                  </a:lnTo>
                  <a:lnTo>
                    <a:pt x="464" y="3398"/>
                  </a:lnTo>
                  <a:lnTo>
                    <a:pt x="348" y="3553"/>
                  </a:lnTo>
                  <a:lnTo>
                    <a:pt x="271" y="3707"/>
                  </a:lnTo>
                  <a:lnTo>
                    <a:pt x="233" y="3861"/>
                  </a:lnTo>
                  <a:lnTo>
                    <a:pt x="233" y="4055"/>
                  </a:lnTo>
                  <a:lnTo>
                    <a:pt x="194" y="4132"/>
                  </a:lnTo>
                  <a:lnTo>
                    <a:pt x="194" y="4170"/>
                  </a:lnTo>
                  <a:lnTo>
                    <a:pt x="117" y="4325"/>
                  </a:lnTo>
                  <a:lnTo>
                    <a:pt x="40" y="4479"/>
                  </a:lnTo>
                  <a:lnTo>
                    <a:pt x="1" y="4634"/>
                  </a:lnTo>
                  <a:lnTo>
                    <a:pt x="1" y="4788"/>
                  </a:lnTo>
                  <a:lnTo>
                    <a:pt x="40" y="5136"/>
                  </a:lnTo>
                  <a:lnTo>
                    <a:pt x="194" y="5445"/>
                  </a:lnTo>
                  <a:lnTo>
                    <a:pt x="348" y="5638"/>
                  </a:lnTo>
                  <a:lnTo>
                    <a:pt x="503" y="5831"/>
                  </a:lnTo>
                  <a:lnTo>
                    <a:pt x="696" y="5947"/>
                  </a:lnTo>
                  <a:lnTo>
                    <a:pt x="928" y="6063"/>
                  </a:lnTo>
                  <a:lnTo>
                    <a:pt x="966" y="6256"/>
                  </a:lnTo>
                  <a:lnTo>
                    <a:pt x="1275" y="6178"/>
                  </a:lnTo>
                  <a:lnTo>
                    <a:pt x="1314" y="6217"/>
                  </a:lnTo>
                  <a:lnTo>
                    <a:pt x="1314" y="6256"/>
                  </a:lnTo>
                  <a:lnTo>
                    <a:pt x="1352" y="6294"/>
                  </a:lnTo>
                  <a:lnTo>
                    <a:pt x="1468" y="6256"/>
                  </a:lnTo>
                  <a:lnTo>
                    <a:pt x="1816" y="6294"/>
                  </a:lnTo>
                  <a:lnTo>
                    <a:pt x="2395" y="6333"/>
                  </a:lnTo>
                  <a:lnTo>
                    <a:pt x="3013" y="6371"/>
                  </a:lnTo>
                  <a:lnTo>
                    <a:pt x="3592" y="6333"/>
                  </a:lnTo>
                  <a:lnTo>
                    <a:pt x="4171" y="6294"/>
                  </a:lnTo>
                  <a:lnTo>
                    <a:pt x="5368" y="6101"/>
                  </a:lnTo>
                  <a:lnTo>
                    <a:pt x="6565" y="5869"/>
                  </a:lnTo>
                  <a:lnTo>
                    <a:pt x="6758" y="5831"/>
                  </a:lnTo>
                  <a:lnTo>
                    <a:pt x="7994" y="5522"/>
                  </a:lnTo>
                  <a:lnTo>
                    <a:pt x="9037" y="5252"/>
                  </a:lnTo>
                  <a:lnTo>
                    <a:pt x="10079" y="4981"/>
                  </a:lnTo>
                  <a:lnTo>
                    <a:pt x="11161" y="4595"/>
                  </a:lnTo>
                  <a:lnTo>
                    <a:pt x="11663" y="4363"/>
                  </a:lnTo>
                  <a:lnTo>
                    <a:pt x="12126" y="4132"/>
                  </a:lnTo>
                  <a:lnTo>
                    <a:pt x="12126" y="4248"/>
                  </a:lnTo>
                  <a:lnTo>
                    <a:pt x="12396" y="4286"/>
                  </a:lnTo>
                  <a:lnTo>
                    <a:pt x="12782" y="4711"/>
                  </a:lnTo>
                  <a:lnTo>
                    <a:pt x="13014" y="4518"/>
                  </a:lnTo>
                  <a:lnTo>
                    <a:pt x="12435" y="3939"/>
                  </a:lnTo>
                  <a:lnTo>
                    <a:pt x="12898" y="3668"/>
                  </a:lnTo>
                  <a:lnTo>
                    <a:pt x="13362" y="3321"/>
                  </a:lnTo>
                  <a:lnTo>
                    <a:pt x="13632" y="3051"/>
                  </a:lnTo>
                  <a:lnTo>
                    <a:pt x="13825" y="2703"/>
                  </a:lnTo>
                  <a:lnTo>
                    <a:pt x="14134" y="2626"/>
                  </a:lnTo>
                  <a:lnTo>
                    <a:pt x="14018" y="2317"/>
                  </a:lnTo>
                  <a:lnTo>
                    <a:pt x="14095" y="2008"/>
                  </a:lnTo>
                  <a:lnTo>
                    <a:pt x="14134" y="1738"/>
                  </a:lnTo>
                  <a:lnTo>
                    <a:pt x="14095" y="1467"/>
                  </a:lnTo>
                  <a:lnTo>
                    <a:pt x="14018" y="1236"/>
                  </a:lnTo>
                  <a:lnTo>
                    <a:pt x="13902" y="1004"/>
                  </a:lnTo>
                  <a:lnTo>
                    <a:pt x="13748" y="811"/>
                  </a:lnTo>
                  <a:lnTo>
                    <a:pt x="13477" y="618"/>
                  </a:lnTo>
                  <a:lnTo>
                    <a:pt x="13169" y="502"/>
                  </a:lnTo>
                  <a:lnTo>
                    <a:pt x="13091" y="502"/>
                  </a:lnTo>
                  <a:lnTo>
                    <a:pt x="12898" y="386"/>
                  </a:lnTo>
                  <a:lnTo>
                    <a:pt x="12667" y="270"/>
                  </a:lnTo>
                  <a:lnTo>
                    <a:pt x="12435" y="154"/>
                  </a:lnTo>
                  <a:lnTo>
                    <a:pt x="12203" y="116"/>
                  </a:lnTo>
                  <a:lnTo>
                    <a:pt x="11817" y="39"/>
                  </a:lnTo>
                  <a:lnTo>
                    <a:pt x="1143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4" name="Google Shape;3274;p15"/>
            <p:cNvSpPr/>
            <p:nvPr/>
          </p:nvSpPr>
          <p:spPr>
            <a:xfrm>
              <a:off x="2291450" y="1821150"/>
              <a:ext cx="200825" cy="230750"/>
            </a:xfrm>
            <a:custGeom>
              <a:avLst/>
              <a:gdLst/>
              <a:ahLst/>
              <a:cxnLst/>
              <a:rect l="l" t="t" r="r" b="b"/>
              <a:pathLst>
                <a:path w="8033" h="9230" extrusionOk="0">
                  <a:moveTo>
                    <a:pt x="2047" y="1"/>
                  </a:moveTo>
                  <a:lnTo>
                    <a:pt x="1893" y="78"/>
                  </a:lnTo>
                  <a:lnTo>
                    <a:pt x="1738" y="155"/>
                  </a:lnTo>
                  <a:lnTo>
                    <a:pt x="1430" y="425"/>
                  </a:lnTo>
                  <a:lnTo>
                    <a:pt x="1198" y="734"/>
                  </a:lnTo>
                  <a:lnTo>
                    <a:pt x="966" y="1005"/>
                  </a:lnTo>
                  <a:lnTo>
                    <a:pt x="735" y="1352"/>
                  </a:lnTo>
                  <a:lnTo>
                    <a:pt x="503" y="1738"/>
                  </a:lnTo>
                  <a:lnTo>
                    <a:pt x="348" y="2124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39" y="3476"/>
                  </a:lnTo>
                  <a:lnTo>
                    <a:pt x="1" y="3939"/>
                  </a:lnTo>
                  <a:lnTo>
                    <a:pt x="78" y="4441"/>
                  </a:lnTo>
                  <a:lnTo>
                    <a:pt x="155" y="4905"/>
                  </a:lnTo>
                  <a:lnTo>
                    <a:pt x="271" y="5329"/>
                  </a:lnTo>
                  <a:lnTo>
                    <a:pt x="464" y="5793"/>
                  </a:lnTo>
                  <a:lnTo>
                    <a:pt x="696" y="6179"/>
                  </a:lnTo>
                  <a:lnTo>
                    <a:pt x="1043" y="6179"/>
                  </a:lnTo>
                  <a:lnTo>
                    <a:pt x="889" y="5831"/>
                  </a:lnTo>
                  <a:lnTo>
                    <a:pt x="735" y="5484"/>
                  </a:lnTo>
                  <a:lnTo>
                    <a:pt x="657" y="5136"/>
                  </a:lnTo>
                  <a:lnTo>
                    <a:pt x="541" y="4789"/>
                  </a:lnTo>
                  <a:lnTo>
                    <a:pt x="503" y="4403"/>
                  </a:lnTo>
                  <a:lnTo>
                    <a:pt x="464" y="4055"/>
                  </a:lnTo>
                  <a:lnTo>
                    <a:pt x="464" y="3669"/>
                  </a:lnTo>
                  <a:lnTo>
                    <a:pt x="464" y="3321"/>
                  </a:lnTo>
                  <a:lnTo>
                    <a:pt x="541" y="2974"/>
                  </a:lnTo>
                  <a:lnTo>
                    <a:pt x="619" y="2626"/>
                  </a:lnTo>
                  <a:lnTo>
                    <a:pt x="735" y="2279"/>
                  </a:lnTo>
                  <a:lnTo>
                    <a:pt x="850" y="1931"/>
                  </a:lnTo>
                  <a:lnTo>
                    <a:pt x="1043" y="1622"/>
                  </a:lnTo>
                  <a:lnTo>
                    <a:pt x="1236" y="1313"/>
                  </a:lnTo>
                  <a:lnTo>
                    <a:pt x="1468" y="1005"/>
                  </a:lnTo>
                  <a:lnTo>
                    <a:pt x="1777" y="734"/>
                  </a:lnTo>
                  <a:lnTo>
                    <a:pt x="1970" y="580"/>
                  </a:lnTo>
                  <a:lnTo>
                    <a:pt x="2086" y="503"/>
                  </a:lnTo>
                  <a:lnTo>
                    <a:pt x="2202" y="464"/>
                  </a:lnTo>
                  <a:lnTo>
                    <a:pt x="2318" y="580"/>
                  </a:lnTo>
                  <a:lnTo>
                    <a:pt x="2434" y="811"/>
                  </a:lnTo>
                  <a:lnTo>
                    <a:pt x="2588" y="1198"/>
                  </a:lnTo>
                  <a:lnTo>
                    <a:pt x="2742" y="1584"/>
                  </a:lnTo>
                  <a:lnTo>
                    <a:pt x="2858" y="1931"/>
                  </a:lnTo>
                  <a:lnTo>
                    <a:pt x="2974" y="2317"/>
                  </a:lnTo>
                  <a:lnTo>
                    <a:pt x="3051" y="2704"/>
                  </a:lnTo>
                  <a:lnTo>
                    <a:pt x="3090" y="3090"/>
                  </a:lnTo>
                  <a:lnTo>
                    <a:pt x="3090" y="3437"/>
                  </a:lnTo>
                  <a:lnTo>
                    <a:pt x="3051" y="3785"/>
                  </a:lnTo>
                  <a:lnTo>
                    <a:pt x="3013" y="4132"/>
                  </a:lnTo>
                  <a:lnTo>
                    <a:pt x="2897" y="4480"/>
                  </a:lnTo>
                  <a:lnTo>
                    <a:pt x="2781" y="4789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22"/>
                  </a:lnTo>
                  <a:lnTo>
                    <a:pt x="2395" y="5638"/>
                  </a:lnTo>
                  <a:lnTo>
                    <a:pt x="2356" y="5716"/>
                  </a:lnTo>
                  <a:lnTo>
                    <a:pt x="2356" y="5754"/>
                  </a:lnTo>
                  <a:lnTo>
                    <a:pt x="2395" y="5793"/>
                  </a:lnTo>
                  <a:lnTo>
                    <a:pt x="2472" y="5793"/>
                  </a:lnTo>
                  <a:lnTo>
                    <a:pt x="2627" y="5716"/>
                  </a:lnTo>
                  <a:lnTo>
                    <a:pt x="2820" y="5677"/>
                  </a:lnTo>
                  <a:lnTo>
                    <a:pt x="3206" y="5677"/>
                  </a:lnTo>
                  <a:lnTo>
                    <a:pt x="3631" y="5716"/>
                  </a:lnTo>
                  <a:lnTo>
                    <a:pt x="4055" y="5793"/>
                  </a:lnTo>
                  <a:lnTo>
                    <a:pt x="4442" y="5947"/>
                  </a:lnTo>
                  <a:lnTo>
                    <a:pt x="4866" y="6102"/>
                  </a:lnTo>
                  <a:lnTo>
                    <a:pt x="5214" y="6256"/>
                  </a:lnTo>
                  <a:lnTo>
                    <a:pt x="5523" y="6449"/>
                  </a:lnTo>
                  <a:lnTo>
                    <a:pt x="5832" y="6642"/>
                  </a:lnTo>
                  <a:lnTo>
                    <a:pt x="6141" y="6835"/>
                  </a:lnTo>
                  <a:lnTo>
                    <a:pt x="6411" y="7067"/>
                  </a:lnTo>
                  <a:lnTo>
                    <a:pt x="6681" y="7337"/>
                  </a:lnTo>
                  <a:lnTo>
                    <a:pt x="6913" y="7608"/>
                  </a:lnTo>
                  <a:lnTo>
                    <a:pt x="7145" y="7878"/>
                  </a:lnTo>
                  <a:lnTo>
                    <a:pt x="7338" y="8187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95" y="8766"/>
                  </a:lnTo>
                  <a:lnTo>
                    <a:pt x="5870" y="8805"/>
                  </a:lnTo>
                  <a:lnTo>
                    <a:pt x="5484" y="8805"/>
                  </a:lnTo>
                  <a:lnTo>
                    <a:pt x="5059" y="8727"/>
                  </a:lnTo>
                  <a:lnTo>
                    <a:pt x="4673" y="8612"/>
                  </a:lnTo>
                  <a:lnTo>
                    <a:pt x="4248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72" y="7106"/>
                  </a:lnTo>
                  <a:lnTo>
                    <a:pt x="1932" y="6565"/>
                  </a:lnTo>
                  <a:lnTo>
                    <a:pt x="1854" y="6526"/>
                  </a:lnTo>
                  <a:lnTo>
                    <a:pt x="1816" y="6488"/>
                  </a:lnTo>
                  <a:lnTo>
                    <a:pt x="1661" y="6526"/>
                  </a:lnTo>
                  <a:lnTo>
                    <a:pt x="1623" y="6526"/>
                  </a:lnTo>
                  <a:lnTo>
                    <a:pt x="1584" y="6565"/>
                  </a:lnTo>
                  <a:lnTo>
                    <a:pt x="1430" y="6835"/>
                  </a:lnTo>
                  <a:lnTo>
                    <a:pt x="1661" y="6874"/>
                  </a:lnTo>
                  <a:lnTo>
                    <a:pt x="2279" y="7492"/>
                  </a:lnTo>
                  <a:lnTo>
                    <a:pt x="2897" y="8071"/>
                  </a:lnTo>
                  <a:lnTo>
                    <a:pt x="3244" y="8341"/>
                  </a:lnTo>
                  <a:lnTo>
                    <a:pt x="3631" y="8573"/>
                  </a:lnTo>
                  <a:lnTo>
                    <a:pt x="3978" y="8766"/>
                  </a:lnTo>
                  <a:lnTo>
                    <a:pt x="4364" y="8959"/>
                  </a:lnTo>
                  <a:lnTo>
                    <a:pt x="4828" y="9114"/>
                  </a:lnTo>
                  <a:lnTo>
                    <a:pt x="5252" y="9191"/>
                  </a:lnTo>
                  <a:lnTo>
                    <a:pt x="5677" y="9229"/>
                  </a:lnTo>
                  <a:lnTo>
                    <a:pt x="6141" y="9229"/>
                  </a:lnTo>
                  <a:lnTo>
                    <a:pt x="6565" y="9152"/>
                  </a:lnTo>
                  <a:lnTo>
                    <a:pt x="6990" y="9075"/>
                  </a:lnTo>
                  <a:lnTo>
                    <a:pt x="7878" y="8843"/>
                  </a:lnTo>
                  <a:lnTo>
                    <a:pt x="7955" y="8805"/>
                  </a:lnTo>
                  <a:lnTo>
                    <a:pt x="7994" y="8727"/>
                  </a:lnTo>
                  <a:lnTo>
                    <a:pt x="8033" y="8650"/>
                  </a:lnTo>
                  <a:lnTo>
                    <a:pt x="7994" y="8534"/>
                  </a:lnTo>
                  <a:lnTo>
                    <a:pt x="7762" y="8110"/>
                  </a:lnTo>
                  <a:lnTo>
                    <a:pt x="7492" y="7685"/>
                  </a:lnTo>
                  <a:lnTo>
                    <a:pt x="7222" y="7299"/>
                  </a:lnTo>
                  <a:lnTo>
                    <a:pt x="6874" y="6913"/>
                  </a:lnTo>
                  <a:lnTo>
                    <a:pt x="6527" y="6604"/>
                  </a:lnTo>
                  <a:lnTo>
                    <a:pt x="6141" y="6295"/>
                  </a:lnTo>
                  <a:lnTo>
                    <a:pt x="5716" y="6024"/>
                  </a:lnTo>
                  <a:lnTo>
                    <a:pt x="5252" y="5793"/>
                  </a:lnTo>
                  <a:lnTo>
                    <a:pt x="4828" y="5638"/>
                  </a:lnTo>
                  <a:lnTo>
                    <a:pt x="4248" y="5445"/>
                  </a:lnTo>
                  <a:lnTo>
                    <a:pt x="3940" y="5368"/>
                  </a:lnTo>
                  <a:lnTo>
                    <a:pt x="3592" y="5291"/>
                  </a:lnTo>
                  <a:lnTo>
                    <a:pt x="3013" y="5291"/>
                  </a:lnTo>
                  <a:lnTo>
                    <a:pt x="3167" y="4982"/>
                  </a:lnTo>
                  <a:lnTo>
                    <a:pt x="3322" y="4634"/>
                  </a:lnTo>
                  <a:lnTo>
                    <a:pt x="3399" y="4287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06"/>
                  </a:lnTo>
                  <a:lnTo>
                    <a:pt x="3515" y="2858"/>
                  </a:lnTo>
                  <a:lnTo>
                    <a:pt x="3438" y="2472"/>
                  </a:lnTo>
                  <a:lnTo>
                    <a:pt x="3322" y="1970"/>
                  </a:lnTo>
                  <a:lnTo>
                    <a:pt x="3167" y="1468"/>
                  </a:lnTo>
                  <a:lnTo>
                    <a:pt x="2936" y="966"/>
                  </a:lnTo>
                  <a:lnTo>
                    <a:pt x="2704" y="503"/>
                  </a:lnTo>
                  <a:lnTo>
                    <a:pt x="2588" y="271"/>
                  </a:lnTo>
                  <a:lnTo>
                    <a:pt x="2472" y="116"/>
                  </a:lnTo>
                  <a:lnTo>
                    <a:pt x="2356" y="39"/>
                  </a:lnTo>
                  <a:lnTo>
                    <a:pt x="227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5" name="Google Shape;3275;p15"/>
            <p:cNvSpPr/>
            <p:nvPr/>
          </p:nvSpPr>
          <p:spPr>
            <a:xfrm>
              <a:off x="6650100" y="1835625"/>
              <a:ext cx="350475" cy="288675"/>
            </a:xfrm>
            <a:custGeom>
              <a:avLst/>
              <a:gdLst/>
              <a:ahLst/>
              <a:cxnLst/>
              <a:rect l="l" t="t" r="r" b="b"/>
              <a:pathLst>
                <a:path w="14019" h="11547" extrusionOk="0">
                  <a:moveTo>
                    <a:pt x="11778" y="1"/>
                  </a:moveTo>
                  <a:lnTo>
                    <a:pt x="11470" y="78"/>
                  </a:lnTo>
                  <a:lnTo>
                    <a:pt x="11856" y="1932"/>
                  </a:lnTo>
                  <a:lnTo>
                    <a:pt x="12280" y="3746"/>
                  </a:lnTo>
                  <a:lnTo>
                    <a:pt x="11508" y="2781"/>
                  </a:lnTo>
                  <a:lnTo>
                    <a:pt x="10659" y="1893"/>
                  </a:lnTo>
                  <a:lnTo>
                    <a:pt x="10427" y="2086"/>
                  </a:lnTo>
                  <a:lnTo>
                    <a:pt x="11470" y="3437"/>
                  </a:lnTo>
                  <a:lnTo>
                    <a:pt x="12551" y="4750"/>
                  </a:lnTo>
                  <a:lnTo>
                    <a:pt x="12860" y="5754"/>
                  </a:lnTo>
                  <a:lnTo>
                    <a:pt x="13169" y="5754"/>
                  </a:lnTo>
                  <a:lnTo>
                    <a:pt x="13207" y="5639"/>
                  </a:lnTo>
                  <a:lnTo>
                    <a:pt x="13169" y="5523"/>
                  </a:lnTo>
                  <a:lnTo>
                    <a:pt x="13439" y="5716"/>
                  </a:lnTo>
                  <a:lnTo>
                    <a:pt x="13593" y="5947"/>
                  </a:lnTo>
                  <a:lnTo>
                    <a:pt x="13671" y="6179"/>
                  </a:lnTo>
                  <a:lnTo>
                    <a:pt x="13709" y="6411"/>
                  </a:lnTo>
                  <a:lnTo>
                    <a:pt x="13632" y="6681"/>
                  </a:lnTo>
                  <a:lnTo>
                    <a:pt x="13516" y="6913"/>
                  </a:lnTo>
                  <a:lnTo>
                    <a:pt x="13362" y="7183"/>
                  </a:lnTo>
                  <a:lnTo>
                    <a:pt x="13169" y="7453"/>
                  </a:lnTo>
                  <a:lnTo>
                    <a:pt x="12744" y="7955"/>
                  </a:lnTo>
                  <a:lnTo>
                    <a:pt x="12203" y="8419"/>
                  </a:lnTo>
                  <a:lnTo>
                    <a:pt x="11740" y="8766"/>
                  </a:lnTo>
                  <a:lnTo>
                    <a:pt x="11354" y="9075"/>
                  </a:lnTo>
                  <a:lnTo>
                    <a:pt x="10543" y="9577"/>
                  </a:lnTo>
                  <a:lnTo>
                    <a:pt x="9655" y="10002"/>
                  </a:lnTo>
                  <a:lnTo>
                    <a:pt x="8767" y="10388"/>
                  </a:lnTo>
                  <a:lnTo>
                    <a:pt x="7878" y="10658"/>
                  </a:lnTo>
                  <a:lnTo>
                    <a:pt x="6952" y="10890"/>
                  </a:lnTo>
                  <a:lnTo>
                    <a:pt x="5986" y="11083"/>
                  </a:lnTo>
                  <a:lnTo>
                    <a:pt x="5021" y="11160"/>
                  </a:lnTo>
                  <a:lnTo>
                    <a:pt x="3631" y="11160"/>
                  </a:lnTo>
                  <a:lnTo>
                    <a:pt x="3013" y="11122"/>
                  </a:lnTo>
                  <a:lnTo>
                    <a:pt x="2356" y="11045"/>
                  </a:lnTo>
                  <a:lnTo>
                    <a:pt x="1661" y="10929"/>
                  </a:lnTo>
                  <a:lnTo>
                    <a:pt x="1352" y="10813"/>
                  </a:lnTo>
                  <a:lnTo>
                    <a:pt x="1082" y="10697"/>
                  </a:lnTo>
                  <a:lnTo>
                    <a:pt x="812" y="10543"/>
                  </a:lnTo>
                  <a:lnTo>
                    <a:pt x="619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2"/>
                  </a:lnTo>
                  <a:lnTo>
                    <a:pt x="387" y="9461"/>
                  </a:lnTo>
                  <a:lnTo>
                    <a:pt x="155" y="9423"/>
                  </a:lnTo>
                  <a:lnTo>
                    <a:pt x="40" y="9654"/>
                  </a:lnTo>
                  <a:lnTo>
                    <a:pt x="1" y="9886"/>
                  </a:lnTo>
                  <a:lnTo>
                    <a:pt x="40" y="10118"/>
                  </a:lnTo>
                  <a:lnTo>
                    <a:pt x="78" y="10311"/>
                  </a:lnTo>
                  <a:lnTo>
                    <a:pt x="194" y="10465"/>
                  </a:lnTo>
                  <a:lnTo>
                    <a:pt x="348" y="10620"/>
                  </a:lnTo>
                  <a:lnTo>
                    <a:pt x="542" y="10774"/>
                  </a:lnTo>
                  <a:lnTo>
                    <a:pt x="773" y="10890"/>
                  </a:lnTo>
                  <a:lnTo>
                    <a:pt x="1237" y="11083"/>
                  </a:lnTo>
                  <a:lnTo>
                    <a:pt x="1739" y="11238"/>
                  </a:lnTo>
                  <a:lnTo>
                    <a:pt x="2202" y="11354"/>
                  </a:lnTo>
                  <a:lnTo>
                    <a:pt x="2627" y="11431"/>
                  </a:lnTo>
                  <a:lnTo>
                    <a:pt x="3322" y="11508"/>
                  </a:lnTo>
                  <a:lnTo>
                    <a:pt x="3978" y="11547"/>
                  </a:lnTo>
                  <a:lnTo>
                    <a:pt x="4673" y="11547"/>
                  </a:lnTo>
                  <a:lnTo>
                    <a:pt x="5368" y="11508"/>
                  </a:lnTo>
                  <a:lnTo>
                    <a:pt x="6063" y="11431"/>
                  </a:lnTo>
                  <a:lnTo>
                    <a:pt x="6759" y="11315"/>
                  </a:lnTo>
                  <a:lnTo>
                    <a:pt x="7415" y="11160"/>
                  </a:lnTo>
                  <a:lnTo>
                    <a:pt x="8071" y="11006"/>
                  </a:lnTo>
                  <a:lnTo>
                    <a:pt x="8728" y="10774"/>
                  </a:lnTo>
                  <a:lnTo>
                    <a:pt x="9346" y="10543"/>
                  </a:lnTo>
                  <a:lnTo>
                    <a:pt x="9964" y="10272"/>
                  </a:lnTo>
                  <a:lnTo>
                    <a:pt x="10543" y="9963"/>
                  </a:lnTo>
                  <a:lnTo>
                    <a:pt x="11122" y="9654"/>
                  </a:lnTo>
                  <a:lnTo>
                    <a:pt x="11701" y="9268"/>
                  </a:lnTo>
                  <a:lnTo>
                    <a:pt x="12242" y="8882"/>
                  </a:lnTo>
                  <a:lnTo>
                    <a:pt x="12744" y="8457"/>
                  </a:lnTo>
                  <a:lnTo>
                    <a:pt x="13169" y="8071"/>
                  </a:lnTo>
                  <a:lnTo>
                    <a:pt x="13555" y="7646"/>
                  </a:lnTo>
                  <a:lnTo>
                    <a:pt x="13748" y="7376"/>
                  </a:lnTo>
                  <a:lnTo>
                    <a:pt x="13864" y="7145"/>
                  </a:lnTo>
                  <a:lnTo>
                    <a:pt x="13980" y="6874"/>
                  </a:lnTo>
                  <a:lnTo>
                    <a:pt x="14018" y="6565"/>
                  </a:lnTo>
                  <a:lnTo>
                    <a:pt x="14018" y="6334"/>
                  </a:lnTo>
                  <a:lnTo>
                    <a:pt x="14018" y="6141"/>
                  </a:lnTo>
                  <a:lnTo>
                    <a:pt x="13941" y="5909"/>
                  </a:lnTo>
                  <a:lnTo>
                    <a:pt x="13864" y="5716"/>
                  </a:lnTo>
                  <a:lnTo>
                    <a:pt x="13748" y="5523"/>
                  </a:lnTo>
                  <a:lnTo>
                    <a:pt x="13593" y="5368"/>
                  </a:lnTo>
                  <a:lnTo>
                    <a:pt x="13439" y="5252"/>
                  </a:lnTo>
                  <a:lnTo>
                    <a:pt x="13246" y="5137"/>
                  </a:lnTo>
                  <a:lnTo>
                    <a:pt x="13091" y="5137"/>
                  </a:lnTo>
                  <a:lnTo>
                    <a:pt x="12821" y="3824"/>
                  </a:lnTo>
                  <a:lnTo>
                    <a:pt x="12512" y="2549"/>
                  </a:lnTo>
                  <a:lnTo>
                    <a:pt x="12165" y="1275"/>
                  </a:lnTo>
                  <a:lnTo>
                    <a:pt x="117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6" name="Google Shape;3276;p15"/>
            <p:cNvSpPr/>
            <p:nvPr/>
          </p:nvSpPr>
          <p:spPr>
            <a:xfrm>
              <a:off x="609775" y="1851075"/>
              <a:ext cx="353350" cy="159325"/>
            </a:xfrm>
            <a:custGeom>
              <a:avLst/>
              <a:gdLst/>
              <a:ahLst/>
              <a:cxnLst/>
              <a:rect l="l" t="t" r="r" b="b"/>
              <a:pathLst>
                <a:path w="14134" h="6373" extrusionOk="0">
                  <a:moveTo>
                    <a:pt x="11160" y="464"/>
                  </a:moveTo>
                  <a:lnTo>
                    <a:pt x="11624" y="503"/>
                  </a:lnTo>
                  <a:lnTo>
                    <a:pt x="12049" y="541"/>
                  </a:lnTo>
                  <a:lnTo>
                    <a:pt x="12435" y="657"/>
                  </a:lnTo>
                  <a:lnTo>
                    <a:pt x="12628" y="734"/>
                  </a:lnTo>
                  <a:lnTo>
                    <a:pt x="12744" y="812"/>
                  </a:lnTo>
                  <a:lnTo>
                    <a:pt x="12859" y="966"/>
                  </a:lnTo>
                  <a:lnTo>
                    <a:pt x="12937" y="1082"/>
                  </a:lnTo>
                  <a:lnTo>
                    <a:pt x="12975" y="1314"/>
                  </a:lnTo>
                  <a:lnTo>
                    <a:pt x="12975" y="1507"/>
                  </a:lnTo>
                  <a:lnTo>
                    <a:pt x="12937" y="1700"/>
                  </a:lnTo>
                  <a:lnTo>
                    <a:pt x="12821" y="1893"/>
                  </a:lnTo>
                  <a:lnTo>
                    <a:pt x="12705" y="2086"/>
                  </a:lnTo>
                  <a:lnTo>
                    <a:pt x="12589" y="2240"/>
                  </a:lnTo>
                  <a:lnTo>
                    <a:pt x="12242" y="2472"/>
                  </a:lnTo>
                  <a:lnTo>
                    <a:pt x="11817" y="2742"/>
                  </a:lnTo>
                  <a:lnTo>
                    <a:pt x="11392" y="2935"/>
                  </a:lnTo>
                  <a:lnTo>
                    <a:pt x="10658" y="3206"/>
                  </a:lnTo>
                  <a:lnTo>
                    <a:pt x="9925" y="3437"/>
                  </a:lnTo>
                  <a:lnTo>
                    <a:pt x="9152" y="3708"/>
                  </a:lnTo>
                  <a:lnTo>
                    <a:pt x="8380" y="3901"/>
                  </a:lnTo>
                  <a:lnTo>
                    <a:pt x="7608" y="4094"/>
                  </a:lnTo>
                  <a:lnTo>
                    <a:pt x="6797" y="4287"/>
                  </a:lnTo>
                  <a:lnTo>
                    <a:pt x="5909" y="4441"/>
                  </a:lnTo>
                  <a:lnTo>
                    <a:pt x="5021" y="4596"/>
                  </a:lnTo>
                  <a:lnTo>
                    <a:pt x="4133" y="4712"/>
                  </a:lnTo>
                  <a:lnTo>
                    <a:pt x="3244" y="4789"/>
                  </a:lnTo>
                  <a:lnTo>
                    <a:pt x="2202" y="4789"/>
                  </a:lnTo>
                  <a:lnTo>
                    <a:pt x="1854" y="4750"/>
                  </a:lnTo>
                  <a:lnTo>
                    <a:pt x="1507" y="4673"/>
                  </a:lnTo>
                  <a:lnTo>
                    <a:pt x="1198" y="4557"/>
                  </a:lnTo>
                  <a:lnTo>
                    <a:pt x="889" y="4441"/>
                  </a:lnTo>
                  <a:lnTo>
                    <a:pt x="580" y="4248"/>
                  </a:lnTo>
                  <a:lnTo>
                    <a:pt x="657" y="4171"/>
                  </a:lnTo>
                  <a:lnTo>
                    <a:pt x="696" y="4055"/>
                  </a:lnTo>
                  <a:lnTo>
                    <a:pt x="696" y="3939"/>
                  </a:lnTo>
                  <a:lnTo>
                    <a:pt x="734" y="3823"/>
                  </a:lnTo>
                  <a:lnTo>
                    <a:pt x="850" y="3630"/>
                  </a:lnTo>
                  <a:lnTo>
                    <a:pt x="1082" y="3437"/>
                  </a:lnTo>
                  <a:lnTo>
                    <a:pt x="1314" y="3244"/>
                  </a:lnTo>
                  <a:lnTo>
                    <a:pt x="1854" y="2935"/>
                  </a:lnTo>
                  <a:lnTo>
                    <a:pt x="2279" y="2704"/>
                  </a:lnTo>
                  <a:lnTo>
                    <a:pt x="3013" y="2356"/>
                  </a:lnTo>
                  <a:lnTo>
                    <a:pt x="3708" y="2009"/>
                  </a:lnTo>
                  <a:lnTo>
                    <a:pt x="4480" y="1700"/>
                  </a:lnTo>
                  <a:lnTo>
                    <a:pt x="5252" y="1429"/>
                  </a:lnTo>
                  <a:lnTo>
                    <a:pt x="6025" y="1198"/>
                  </a:lnTo>
                  <a:lnTo>
                    <a:pt x="6836" y="1005"/>
                  </a:lnTo>
                  <a:lnTo>
                    <a:pt x="7608" y="812"/>
                  </a:lnTo>
                  <a:lnTo>
                    <a:pt x="8419" y="696"/>
                  </a:lnTo>
                  <a:lnTo>
                    <a:pt x="9230" y="580"/>
                  </a:lnTo>
                  <a:lnTo>
                    <a:pt x="10041" y="541"/>
                  </a:lnTo>
                  <a:lnTo>
                    <a:pt x="10736" y="503"/>
                  </a:lnTo>
                  <a:lnTo>
                    <a:pt x="11160" y="464"/>
                  </a:lnTo>
                  <a:close/>
                  <a:moveTo>
                    <a:pt x="13477" y="1120"/>
                  </a:moveTo>
                  <a:lnTo>
                    <a:pt x="13632" y="1314"/>
                  </a:lnTo>
                  <a:lnTo>
                    <a:pt x="13709" y="1507"/>
                  </a:lnTo>
                  <a:lnTo>
                    <a:pt x="13748" y="1738"/>
                  </a:lnTo>
                  <a:lnTo>
                    <a:pt x="13709" y="2009"/>
                  </a:lnTo>
                  <a:lnTo>
                    <a:pt x="13632" y="2240"/>
                  </a:lnTo>
                  <a:lnTo>
                    <a:pt x="13516" y="2472"/>
                  </a:lnTo>
                  <a:lnTo>
                    <a:pt x="13400" y="2704"/>
                  </a:lnTo>
                  <a:lnTo>
                    <a:pt x="13207" y="2897"/>
                  </a:lnTo>
                  <a:lnTo>
                    <a:pt x="12859" y="3206"/>
                  </a:lnTo>
                  <a:lnTo>
                    <a:pt x="12473" y="3437"/>
                  </a:lnTo>
                  <a:lnTo>
                    <a:pt x="12049" y="3669"/>
                  </a:lnTo>
                  <a:lnTo>
                    <a:pt x="11624" y="3901"/>
                  </a:lnTo>
                  <a:lnTo>
                    <a:pt x="10658" y="4287"/>
                  </a:lnTo>
                  <a:lnTo>
                    <a:pt x="9732" y="4634"/>
                  </a:lnTo>
                  <a:lnTo>
                    <a:pt x="8766" y="4905"/>
                  </a:lnTo>
                  <a:lnTo>
                    <a:pt x="7762" y="5175"/>
                  </a:lnTo>
                  <a:lnTo>
                    <a:pt x="6758" y="5407"/>
                  </a:lnTo>
                  <a:lnTo>
                    <a:pt x="5754" y="5600"/>
                  </a:lnTo>
                  <a:lnTo>
                    <a:pt x="4712" y="5793"/>
                  </a:lnTo>
                  <a:lnTo>
                    <a:pt x="3708" y="5909"/>
                  </a:lnTo>
                  <a:lnTo>
                    <a:pt x="2781" y="5986"/>
                  </a:lnTo>
                  <a:lnTo>
                    <a:pt x="2279" y="5986"/>
                  </a:lnTo>
                  <a:lnTo>
                    <a:pt x="1816" y="5947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8"/>
                  </a:lnTo>
                  <a:lnTo>
                    <a:pt x="696" y="5484"/>
                  </a:lnTo>
                  <a:lnTo>
                    <a:pt x="503" y="5252"/>
                  </a:lnTo>
                  <a:lnTo>
                    <a:pt x="348" y="5021"/>
                  </a:lnTo>
                  <a:lnTo>
                    <a:pt x="310" y="4866"/>
                  </a:lnTo>
                  <a:lnTo>
                    <a:pt x="310" y="4750"/>
                  </a:lnTo>
                  <a:lnTo>
                    <a:pt x="310" y="4596"/>
                  </a:lnTo>
                  <a:lnTo>
                    <a:pt x="348" y="4441"/>
                  </a:lnTo>
                  <a:lnTo>
                    <a:pt x="541" y="4673"/>
                  </a:lnTo>
                  <a:lnTo>
                    <a:pt x="812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3" y="5214"/>
                  </a:lnTo>
                  <a:lnTo>
                    <a:pt x="1931" y="5252"/>
                  </a:lnTo>
                  <a:lnTo>
                    <a:pt x="2588" y="5329"/>
                  </a:lnTo>
                  <a:lnTo>
                    <a:pt x="3244" y="5291"/>
                  </a:lnTo>
                  <a:lnTo>
                    <a:pt x="3939" y="5252"/>
                  </a:lnTo>
                  <a:lnTo>
                    <a:pt x="5137" y="5059"/>
                  </a:lnTo>
                  <a:lnTo>
                    <a:pt x="6913" y="4789"/>
                  </a:lnTo>
                  <a:lnTo>
                    <a:pt x="7840" y="4596"/>
                  </a:lnTo>
                  <a:lnTo>
                    <a:pt x="8728" y="4403"/>
                  </a:lnTo>
                  <a:lnTo>
                    <a:pt x="9616" y="4132"/>
                  </a:lnTo>
                  <a:lnTo>
                    <a:pt x="10504" y="3862"/>
                  </a:lnTo>
                  <a:lnTo>
                    <a:pt x="11353" y="3515"/>
                  </a:lnTo>
                  <a:lnTo>
                    <a:pt x="12164" y="3128"/>
                  </a:lnTo>
                  <a:lnTo>
                    <a:pt x="12435" y="2974"/>
                  </a:lnTo>
                  <a:lnTo>
                    <a:pt x="12705" y="2819"/>
                  </a:lnTo>
                  <a:lnTo>
                    <a:pt x="12937" y="2588"/>
                  </a:lnTo>
                  <a:lnTo>
                    <a:pt x="13130" y="2395"/>
                  </a:lnTo>
                  <a:lnTo>
                    <a:pt x="13323" y="2124"/>
                  </a:lnTo>
                  <a:lnTo>
                    <a:pt x="13439" y="1854"/>
                  </a:lnTo>
                  <a:lnTo>
                    <a:pt x="13516" y="1584"/>
                  </a:lnTo>
                  <a:lnTo>
                    <a:pt x="13516" y="1236"/>
                  </a:lnTo>
                  <a:lnTo>
                    <a:pt x="13477" y="1120"/>
                  </a:lnTo>
                  <a:close/>
                  <a:moveTo>
                    <a:pt x="10658" y="1"/>
                  </a:moveTo>
                  <a:lnTo>
                    <a:pt x="9886" y="39"/>
                  </a:lnTo>
                  <a:lnTo>
                    <a:pt x="9114" y="116"/>
                  </a:lnTo>
                  <a:lnTo>
                    <a:pt x="8303" y="232"/>
                  </a:lnTo>
                  <a:lnTo>
                    <a:pt x="7531" y="348"/>
                  </a:lnTo>
                  <a:lnTo>
                    <a:pt x="6720" y="541"/>
                  </a:lnTo>
                  <a:lnTo>
                    <a:pt x="5909" y="734"/>
                  </a:lnTo>
                  <a:lnTo>
                    <a:pt x="5021" y="1005"/>
                  </a:lnTo>
                  <a:lnTo>
                    <a:pt x="4133" y="1352"/>
                  </a:lnTo>
                  <a:lnTo>
                    <a:pt x="3244" y="1700"/>
                  </a:lnTo>
                  <a:lnTo>
                    <a:pt x="2395" y="2124"/>
                  </a:lnTo>
                  <a:lnTo>
                    <a:pt x="1777" y="2433"/>
                  </a:lnTo>
                  <a:lnTo>
                    <a:pt x="1391" y="2626"/>
                  </a:lnTo>
                  <a:lnTo>
                    <a:pt x="1043" y="2858"/>
                  </a:lnTo>
                  <a:lnTo>
                    <a:pt x="696" y="3090"/>
                  </a:lnTo>
                  <a:lnTo>
                    <a:pt x="464" y="3399"/>
                  </a:lnTo>
                  <a:lnTo>
                    <a:pt x="348" y="3553"/>
                  </a:lnTo>
                  <a:lnTo>
                    <a:pt x="271" y="3708"/>
                  </a:lnTo>
                  <a:lnTo>
                    <a:pt x="232" y="3862"/>
                  </a:lnTo>
                  <a:lnTo>
                    <a:pt x="232" y="4055"/>
                  </a:lnTo>
                  <a:lnTo>
                    <a:pt x="194" y="4132"/>
                  </a:lnTo>
                  <a:lnTo>
                    <a:pt x="194" y="4171"/>
                  </a:lnTo>
                  <a:lnTo>
                    <a:pt x="117" y="4325"/>
                  </a:lnTo>
                  <a:lnTo>
                    <a:pt x="39" y="4480"/>
                  </a:lnTo>
                  <a:lnTo>
                    <a:pt x="1" y="4634"/>
                  </a:lnTo>
                  <a:lnTo>
                    <a:pt x="1" y="4789"/>
                  </a:lnTo>
                  <a:lnTo>
                    <a:pt x="39" y="5136"/>
                  </a:lnTo>
                  <a:lnTo>
                    <a:pt x="194" y="5445"/>
                  </a:lnTo>
                  <a:lnTo>
                    <a:pt x="348" y="5638"/>
                  </a:lnTo>
                  <a:lnTo>
                    <a:pt x="503" y="5831"/>
                  </a:lnTo>
                  <a:lnTo>
                    <a:pt x="696" y="5947"/>
                  </a:lnTo>
                  <a:lnTo>
                    <a:pt x="927" y="6063"/>
                  </a:lnTo>
                  <a:lnTo>
                    <a:pt x="966" y="6256"/>
                  </a:lnTo>
                  <a:lnTo>
                    <a:pt x="1275" y="6179"/>
                  </a:lnTo>
                  <a:lnTo>
                    <a:pt x="1314" y="6218"/>
                  </a:lnTo>
                  <a:lnTo>
                    <a:pt x="1314" y="6256"/>
                  </a:lnTo>
                  <a:lnTo>
                    <a:pt x="1352" y="6295"/>
                  </a:lnTo>
                  <a:lnTo>
                    <a:pt x="1468" y="6256"/>
                  </a:lnTo>
                  <a:lnTo>
                    <a:pt x="1816" y="6295"/>
                  </a:lnTo>
                  <a:lnTo>
                    <a:pt x="2395" y="6333"/>
                  </a:lnTo>
                  <a:lnTo>
                    <a:pt x="3013" y="6372"/>
                  </a:lnTo>
                  <a:lnTo>
                    <a:pt x="3592" y="6333"/>
                  </a:lnTo>
                  <a:lnTo>
                    <a:pt x="4171" y="6295"/>
                  </a:lnTo>
                  <a:lnTo>
                    <a:pt x="5368" y="6102"/>
                  </a:lnTo>
                  <a:lnTo>
                    <a:pt x="6565" y="5870"/>
                  </a:lnTo>
                  <a:lnTo>
                    <a:pt x="6758" y="5831"/>
                  </a:lnTo>
                  <a:lnTo>
                    <a:pt x="7994" y="5523"/>
                  </a:lnTo>
                  <a:lnTo>
                    <a:pt x="9037" y="5252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6" y="4132"/>
                  </a:lnTo>
                  <a:lnTo>
                    <a:pt x="12126" y="4248"/>
                  </a:lnTo>
                  <a:lnTo>
                    <a:pt x="12396" y="4287"/>
                  </a:lnTo>
                  <a:lnTo>
                    <a:pt x="12782" y="4712"/>
                  </a:lnTo>
                  <a:lnTo>
                    <a:pt x="13014" y="4519"/>
                  </a:lnTo>
                  <a:lnTo>
                    <a:pt x="12435" y="3939"/>
                  </a:lnTo>
                  <a:lnTo>
                    <a:pt x="12898" y="3669"/>
                  </a:lnTo>
                  <a:lnTo>
                    <a:pt x="13361" y="3321"/>
                  </a:lnTo>
                  <a:lnTo>
                    <a:pt x="13632" y="3051"/>
                  </a:lnTo>
                  <a:lnTo>
                    <a:pt x="13825" y="2704"/>
                  </a:lnTo>
                  <a:lnTo>
                    <a:pt x="14134" y="2626"/>
                  </a:lnTo>
                  <a:lnTo>
                    <a:pt x="14018" y="2317"/>
                  </a:lnTo>
                  <a:lnTo>
                    <a:pt x="14095" y="2009"/>
                  </a:lnTo>
                  <a:lnTo>
                    <a:pt x="14134" y="1738"/>
                  </a:lnTo>
                  <a:lnTo>
                    <a:pt x="14095" y="1468"/>
                  </a:lnTo>
                  <a:lnTo>
                    <a:pt x="14018" y="1236"/>
                  </a:lnTo>
                  <a:lnTo>
                    <a:pt x="13902" y="1005"/>
                  </a:lnTo>
                  <a:lnTo>
                    <a:pt x="13748" y="812"/>
                  </a:lnTo>
                  <a:lnTo>
                    <a:pt x="13477" y="618"/>
                  </a:lnTo>
                  <a:lnTo>
                    <a:pt x="13168" y="503"/>
                  </a:lnTo>
                  <a:lnTo>
                    <a:pt x="13091" y="503"/>
                  </a:lnTo>
                  <a:lnTo>
                    <a:pt x="12898" y="387"/>
                  </a:lnTo>
                  <a:lnTo>
                    <a:pt x="12666" y="271"/>
                  </a:lnTo>
                  <a:lnTo>
                    <a:pt x="12435" y="155"/>
                  </a:lnTo>
                  <a:lnTo>
                    <a:pt x="12203" y="116"/>
                  </a:lnTo>
                  <a:lnTo>
                    <a:pt x="11817" y="39"/>
                  </a:lnTo>
                  <a:lnTo>
                    <a:pt x="1143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7" name="Google Shape;3277;p15"/>
            <p:cNvSpPr/>
            <p:nvPr/>
          </p:nvSpPr>
          <p:spPr>
            <a:xfrm>
              <a:off x="6883725" y="1876175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6" y="1"/>
                  </a:moveTo>
                  <a:lnTo>
                    <a:pt x="348" y="889"/>
                  </a:lnTo>
                  <a:lnTo>
                    <a:pt x="232" y="1815"/>
                  </a:lnTo>
                  <a:lnTo>
                    <a:pt x="155" y="3630"/>
                  </a:lnTo>
                  <a:lnTo>
                    <a:pt x="1" y="7260"/>
                  </a:lnTo>
                  <a:lnTo>
                    <a:pt x="194" y="7260"/>
                  </a:lnTo>
                  <a:lnTo>
                    <a:pt x="426" y="5484"/>
                  </a:lnTo>
                  <a:lnTo>
                    <a:pt x="580" y="3669"/>
                  </a:lnTo>
                  <a:lnTo>
                    <a:pt x="696" y="1854"/>
                  </a:lnTo>
                  <a:lnTo>
                    <a:pt x="696" y="927"/>
                  </a:lnTo>
                  <a:lnTo>
                    <a:pt x="696" y="39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8" name="Google Shape;3278;p15"/>
            <p:cNvSpPr/>
            <p:nvPr/>
          </p:nvSpPr>
          <p:spPr>
            <a:xfrm>
              <a:off x="4796600" y="1878100"/>
              <a:ext cx="350450" cy="288675"/>
            </a:xfrm>
            <a:custGeom>
              <a:avLst/>
              <a:gdLst/>
              <a:ahLst/>
              <a:cxnLst/>
              <a:rect l="l" t="t" r="r" b="b"/>
              <a:pathLst>
                <a:path w="14018" h="11547" extrusionOk="0">
                  <a:moveTo>
                    <a:pt x="11778" y="1"/>
                  </a:moveTo>
                  <a:lnTo>
                    <a:pt x="11469" y="78"/>
                  </a:lnTo>
                  <a:lnTo>
                    <a:pt x="11855" y="1932"/>
                  </a:lnTo>
                  <a:lnTo>
                    <a:pt x="12280" y="3746"/>
                  </a:lnTo>
                  <a:lnTo>
                    <a:pt x="11508" y="2781"/>
                  </a:lnTo>
                  <a:lnTo>
                    <a:pt x="10658" y="1893"/>
                  </a:lnTo>
                  <a:lnTo>
                    <a:pt x="10426" y="2086"/>
                  </a:lnTo>
                  <a:lnTo>
                    <a:pt x="11469" y="3438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9"/>
                  </a:lnTo>
                  <a:lnTo>
                    <a:pt x="13168" y="5523"/>
                  </a:lnTo>
                  <a:lnTo>
                    <a:pt x="13438" y="5716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1"/>
                  </a:lnTo>
                  <a:lnTo>
                    <a:pt x="13631" y="6681"/>
                  </a:lnTo>
                  <a:lnTo>
                    <a:pt x="13516" y="6913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3" y="7955"/>
                  </a:lnTo>
                  <a:lnTo>
                    <a:pt x="12203" y="8419"/>
                  </a:lnTo>
                  <a:lnTo>
                    <a:pt x="11739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2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0" y="11160"/>
                  </a:lnTo>
                  <a:lnTo>
                    <a:pt x="3630" y="11160"/>
                  </a:lnTo>
                  <a:lnTo>
                    <a:pt x="3012" y="11122"/>
                  </a:lnTo>
                  <a:lnTo>
                    <a:pt x="2356" y="11045"/>
                  </a:lnTo>
                  <a:lnTo>
                    <a:pt x="1661" y="10929"/>
                  </a:lnTo>
                  <a:lnTo>
                    <a:pt x="1352" y="10813"/>
                  </a:lnTo>
                  <a:lnTo>
                    <a:pt x="1082" y="10697"/>
                  </a:lnTo>
                  <a:lnTo>
                    <a:pt x="811" y="10543"/>
                  </a:lnTo>
                  <a:lnTo>
                    <a:pt x="618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2"/>
                  </a:lnTo>
                  <a:lnTo>
                    <a:pt x="387" y="9461"/>
                  </a:lnTo>
                  <a:lnTo>
                    <a:pt x="155" y="9423"/>
                  </a:lnTo>
                  <a:lnTo>
                    <a:pt x="39" y="9655"/>
                  </a:lnTo>
                  <a:lnTo>
                    <a:pt x="0" y="9886"/>
                  </a:lnTo>
                  <a:lnTo>
                    <a:pt x="39" y="10118"/>
                  </a:lnTo>
                  <a:lnTo>
                    <a:pt x="78" y="10311"/>
                  </a:lnTo>
                  <a:lnTo>
                    <a:pt x="193" y="10465"/>
                  </a:lnTo>
                  <a:lnTo>
                    <a:pt x="348" y="10620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8"/>
                  </a:lnTo>
                  <a:lnTo>
                    <a:pt x="2201" y="11354"/>
                  </a:lnTo>
                  <a:lnTo>
                    <a:pt x="2626" y="11431"/>
                  </a:lnTo>
                  <a:lnTo>
                    <a:pt x="3321" y="11508"/>
                  </a:lnTo>
                  <a:lnTo>
                    <a:pt x="3978" y="11547"/>
                  </a:lnTo>
                  <a:lnTo>
                    <a:pt x="4673" y="11547"/>
                  </a:lnTo>
                  <a:lnTo>
                    <a:pt x="5368" y="11508"/>
                  </a:lnTo>
                  <a:lnTo>
                    <a:pt x="6063" y="11431"/>
                  </a:lnTo>
                  <a:lnTo>
                    <a:pt x="6758" y="11315"/>
                  </a:lnTo>
                  <a:lnTo>
                    <a:pt x="7414" y="11160"/>
                  </a:lnTo>
                  <a:lnTo>
                    <a:pt x="8071" y="11006"/>
                  </a:lnTo>
                  <a:lnTo>
                    <a:pt x="8727" y="10774"/>
                  </a:lnTo>
                  <a:lnTo>
                    <a:pt x="9345" y="10543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1" y="9655"/>
                  </a:lnTo>
                  <a:lnTo>
                    <a:pt x="11701" y="9268"/>
                  </a:lnTo>
                  <a:lnTo>
                    <a:pt x="12241" y="8882"/>
                  </a:lnTo>
                  <a:lnTo>
                    <a:pt x="12743" y="8457"/>
                  </a:lnTo>
                  <a:lnTo>
                    <a:pt x="13168" y="8071"/>
                  </a:lnTo>
                  <a:lnTo>
                    <a:pt x="13554" y="7647"/>
                  </a:lnTo>
                  <a:lnTo>
                    <a:pt x="13747" y="7376"/>
                  </a:lnTo>
                  <a:lnTo>
                    <a:pt x="13863" y="7145"/>
                  </a:lnTo>
                  <a:lnTo>
                    <a:pt x="13979" y="6874"/>
                  </a:lnTo>
                  <a:lnTo>
                    <a:pt x="14018" y="6565"/>
                  </a:lnTo>
                  <a:lnTo>
                    <a:pt x="14018" y="6334"/>
                  </a:lnTo>
                  <a:lnTo>
                    <a:pt x="14018" y="6141"/>
                  </a:lnTo>
                  <a:lnTo>
                    <a:pt x="13940" y="5909"/>
                  </a:lnTo>
                  <a:lnTo>
                    <a:pt x="13863" y="5716"/>
                  </a:lnTo>
                  <a:lnTo>
                    <a:pt x="13747" y="5523"/>
                  </a:lnTo>
                  <a:lnTo>
                    <a:pt x="13593" y="5368"/>
                  </a:lnTo>
                  <a:lnTo>
                    <a:pt x="13438" y="5252"/>
                  </a:lnTo>
                  <a:lnTo>
                    <a:pt x="13245" y="5137"/>
                  </a:lnTo>
                  <a:lnTo>
                    <a:pt x="13091" y="5137"/>
                  </a:lnTo>
                  <a:lnTo>
                    <a:pt x="12821" y="3824"/>
                  </a:lnTo>
                  <a:lnTo>
                    <a:pt x="12512" y="2549"/>
                  </a:lnTo>
                  <a:lnTo>
                    <a:pt x="12164" y="1275"/>
                  </a:lnTo>
                  <a:lnTo>
                    <a:pt x="117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9" name="Google Shape;3279;p15"/>
            <p:cNvSpPr/>
            <p:nvPr/>
          </p:nvSpPr>
          <p:spPr>
            <a:xfrm>
              <a:off x="6050625" y="1898375"/>
              <a:ext cx="329200" cy="241375"/>
            </a:xfrm>
            <a:custGeom>
              <a:avLst/>
              <a:gdLst/>
              <a:ahLst/>
              <a:cxnLst/>
              <a:rect l="l" t="t" r="r" b="b"/>
              <a:pathLst>
                <a:path w="13168" h="9655" extrusionOk="0">
                  <a:moveTo>
                    <a:pt x="5368" y="619"/>
                  </a:moveTo>
                  <a:lnTo>
                    <a:pt x="5947" y="773"/>
                  </a:lnTo>
                  <a:lnTo>
                    <a:pt x="6526" y="1005"/>
                  </a:lnTo>
                  <a:lnTo>
                    <a:pt x="7028" y="1314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5"/>
                  </a:lnTo>
                  <a:lnTo>
                    <a:pt x="8109" y="2356"/>
                  </a:lnTo>
                  <a:lnTo>
                    <a:pt x="8264" y="2627"/>
                  </a:lnTo>
                  <a:lnTo>
                    <a:pt x="8380" y="2858"/>
                  </a:lnTo>
                  <a:lnTo>
                    <a:pt x="8495" y="3129"/>
                  </a:lnTo>
                  <a:lnTo>
                    <a:pt x="8573" y="3437"/>
                  </a:lnTo>
                  <a:lnTo>
                    <a:pt x="8611" y="3708"/>
                  </a:lnTo>
                  <a:lnTo>
                    <a:pt x="8573" y="3708"/>
                  </a:lnTo>
                  <a:lnTo>
                    <a:pt x="7723" y="3824"/>
                  </a:lnTo>
                  <a:lnTo>
                    <a:pt x="6874" y="3901"/>
                  </a:lnTo>
                  <a:lnTo>
                    <a:pt x="6410" y="3939"/>
                  </a:lnTo>
                  <a:lnTo>
                    <a:pt x="6178" y="3939"/>
                  </a:lnTo>
                  <a:lnTo>
                    <a:pt x="5985" y="3901"/>
                  </a:lnTo>
                  <a:lnTo>
                    <a:pt x="5792" y="3862"/>
                  </a:lnTo>
                  <a:lnTo>
                    <a:pt x="5638" y="3746"/>
                  </a:lnTo>
                  <a:lnTo>
                    <a:pt x="5561" y="3553"/>
                  </a:lnTo>
                  <a:lnTo>
                    <a:pt x="5483" y="3283"/>
                  </a:lnTo>
                  <a:lnTo>
                    <a:pt x="5406" y="2627"/>
                  </a:lnTo>
                  <a:lnTo>
                    <a:pt x="5368" y="1970"/>
                  </a:lnTo>
                  <a:lnTo>
                    <a:pt x="5368" y="619"/>
                  </a:lnTo>
                  <a:close/>
                  <a:moveTo>
                    <a:pt x="2742" y="889"/>
                  </a:moveTo>
                  <a:lnTo>
                    <a:pt x="2626" y="3090"/>
                  </a:lnTo>
                  <a:lnTo>
                    <a:pt x="2626" y="3515"/>
                  </a:lnTo>
                  <a:lnTo>
                    <a:pt x="2587" y="3708"/>
                  </a:lnTo>
                  <a:lnTo>
                    <a:pt x="2510" y="3862"/>
                  </a:lnTo>
                  <a:lnTo>
                    <a:pt x="2433" y="3978"/>
                  </a:lnTo>
                  <a:lnTo>
                    <a:pt x="2278" y="4094"/>
                  </a:lnTo>
                  <a:lnTo>
                    <a:pt x="2124" y="4210"/>
                  </a:lnTo>
                  <a:lnTo>
                    <a:pt x="1892" y="4248"/>
                  </a:lnTo>
                  <a:lnTo>
                    <a:pt x="1699" y="4287"/>
                  </a:lnTo>
                  <a:lnTo>
                    <a:pt x="1506" y="4287"/>
                  </a:lnTo>
                  <a:lnTo>
                    <a:pt x="1120" y="4210"/>
                  </a:lnTo>
                  <a:lnTo>
                    <a:pt x="734" y="4133"/>
                  </a:lnTo>
                  <a:lnTo>
                    <a:pt x="386" y="4017"/>
                  </a:lnTo>
                  <a:lnTo>
                    <a:pt x="502" y="3515"/>
                  </a:lnTo>
                  <a:lnTo>
                    <a:pt x="657" y="3013"/>
                  </a:lnTo>
                  <a:lnTo>
                    <a:pt x="888" y="2549"/>
                  </a:lnTo>
                  <a:lnTo>
                    <a:pt x="1159" y="2125"/>
                  </a:lnTo>
                  <a:lnTo>
                    <a:pt x="1506" y="1738"/>
                  </a:lnTo>
                  <a:lnTo>
                    <a:pt x="1892" y="1391"/>
                  </a:lnTo>
                  <a:lnTo>
                    <a:pt x="2317" y="1121"/>
                  </a:lnTo>
                  <a:lnTo>
                    <a:pt x="2742" y="889"/>
                  </a:lnTo>
                  <a:close/>
                  <a:moveTo>
                    <a:pt x="10774" y="5368"/>
                  </a:moveTo>
                  <a:lnTo>
                    <a:pt x="11198" y="5638"/>
                  </a:lnTo>
                  <a:lnTo>
                    <a:pt x="11623" y="5986"/>
                  </a:lnTo>
                  <a:lnTo>
                    <a:pt x="11430" y="6140"/>
                  </a:lnTo>
                  <a:lnTo>
                    <a:pt x="11314" y="6179"/>
                  </a:lnTo>
                  <a:lnTo>
                    <a:pt x="11198" y="6256"/>
                  </a:lnTo>
                  <a:lnTo>
                    <a:pt x="10928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32"/>
                  </a:lnTo>
                  <a:lnTo>
                    <a:pt x="10542" y="5716"/>
                  </a:lnTo>
                  <a:lnTo>
                    <a:pt x="10619" y="5523"/>
                  </a:lnTo>
                  <a:lnTo>
                    <a:pt x="10658" y="5407"/>
                  </a:lnTo>
                  <a:lnTo>
                    <a:pt x="10774" y="5368"/>
                  </a:lnTo>
                  <a:close/>
                  <a:moveTo>
                    <a:pt x="4402" y="1"/>
                  </a:moveTo>
                  <a:lnTo>
                    <a:pt x="3939" y="39"/>
                  </a:lnTo>
                  <a:lnTo>
                    <a:pt x="3514" y="117"/>
                  </a:lnTo>
                  <a:lnTo>
                    <a:pt x="3051" y="194"/>
                  </a:lnTo>
                  <a:lnTo>
                    <a:pt x="2626" y="348"/>
                  </a:lnTo>
                  <a:lnTo>
                    <a:pt x="2240" y="541"/>
                  </a:lnTo>
                  <a:lnTo>
                    <a:pt x="1854" y="773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8" y="1661"/>
                  </a:lnTo>
                  <a:lnTo>
                    <a:pt x="618" y="2009"/>
                  </a:lnTo>
                  <a:lnTo>
                    <a:pt x="386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31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57"/>
                  </a:lnTo>
                  <a:lnTo>
                    <a:pt x="348" y="4287"/>
                  </a:lnTo>
                  <a:lnTo>
                    <a:pt x="965" y="4519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5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364"/>
                  </a:lnTo>
                  <a:lnTo>
                    <a:pt x="2858" y="4248"/>
                  </a:lnTo>
                  <a:lnTo>
                    <a:pt x="2896" y="4094"/>
                  </a:lnTo>
                  <a:lnTo>
                    <a:pt x="2973" y="3939"/>
                  </a:lnTo>
                  <a:lnTo>
                    <a:pt x="3012" y="3631"/>
                  </a:lnTo>
                  <a:lnTo>
                    <a:pt x="3012" y="2974"/>
                  </a:lnTo>
                  <a:lnTo>
                    <a:pt x="3089" y="734"/>
                  </a:lnTo>
                  <a:lnTo>
                    <a:pt x="3514" y="619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7" y="580"/>
                  </a:lnTo>
                  <a:lnTo>
                    <a:pt x="5020" y="1623"/>
                  </a:lnTo>
                  <a:lnTo>
                    <a:pt x="5059" y="2704"/>
                  </a:lnTo>
                  <a:lnTo>
                    <a:pt x="5097" y="3399"/>
                  </a:lnTo>
                  <a:lnTo>
                    <a:pt x="5175" y="3746"/>
                  </a:lnTo>
                  <a:lnTo>
                    <a:pt x="5213" y="3901"/>
                  </a:lnTo>
                  <a:lnTo>
                    <a:pt x="5290" y="4017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70" y="4326"/>
                  </a:lnTo>
                  <a:lnTo>
                    <a:pt x="6217" y="4326"/>
                  </a:lnTo>
                  <a:lnTo>
                    <a:pt x="6565" y="4287"/>
                  </a:lnTo>
                  <a:lnTo>
                    <a:pt x="7607" y="4210"/>
                  </a:lnTo>
                  <a:lnTo>
                    <a:pt x="8650" y="4055"/>
                  </a:lnTo>
                  <a:lnTo>
                    <a:pt x="8650" y="4441"/>
                  </a:lnTo>
                  <a:lnTo>
                    <a:pt x="8611" y="4866"/>
                  </a:lnTo>
                  <a:lnTo>
                    <a:pt x="8611" y="4905"/>
                  </a:lnTo>
                  <a:lnTo>
                    <a:pt x="8611" y="5021"/>
                  </a:lnTo>
                  <a:lnTo>
                    <a:pt x="8650" y="5059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0" y="4905"/>
                  </a:lnTo>
                  <a:lnTo>
                    <a:pt x="9384" y="4905"/>
                  </a:lnTo>
                  <a:lnTo>
                    <a:pt x="9808" y="4982"/>
                  </a:lnTo>
                  <a:lnTo>
                    <a:pt x="10194" y="5098"/>
                  </a:lnTo>
                  <a:lnTo>
                    <a:pt x="10503" y="5252"/>
                  </a:lnTo>
                  <a:lnTo>
                    <a:pt x="10426" y="5330"/>
                  </a:lnTo>
                  <a:lnTo>
                    <a:pt x="10310" y="5445"/>
                  </a:lnTo>
                  <a:lnTo>
                    <a:pt x="10272" y="5600"/>
                  </a:lnTo>
                  <a:lnTo>
                    <a:pt x="10233" y="5716"/>
                  </a:lnTo>
                  <a:lnTo>
                    <a:pt x="10233" y="5870"/>
                  </a:lnTo>
                  <a:lnTo>
                    <a:pt x="10233" y="6025"/>
                  </a:lnTo>
                  <a:lnTo>
                    <a:pt x="10272" y="6179"/>
                  </a:lnTo>
                  <a:lnTo>
                    <a:pt x="10349" y="6334"/>
                  </a:lnTo>
                  <a:lnTo>
                    <a:pt x="10503" y="6488"/>
                  </a:lnTo>
                  <a:lnTo>
                    <a:pt x="10696" y="6565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7"/>
                  </a:lnTo>
                  <a:lnTo>
                    <a:pt x="11739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41" y="6913"/>
                  </a:lnTo>
                  <a:lnTo>
                    <a:pt x="12395" y="7222"/>
                  </a:lnTo>
                  <a:lnTo>
                    <a:pt x="12473" y="7569"/>
                  </a:lnTo>
                  <a:lnTo>
                    <a:pt x="12511" y="7917"/>
                  </a:lnTo>
                  <a:lnTo>
                    <a:pt x="12550" y="8264"/>
                  </a:lnTo>
                  <a:lnTo>
                    <a:pt x="12550" y="8998"/>
                  </a:lnTo>
                  <a:lnTo>
                    <a:pt x="12473" y="8998"/>
                  </a:lnTo>
                  <a:lnTo>
                    <a:pt x="12434" y="9037"/>
                  </a:lnTo>
                  <a:lnTo>
                    <a:pt x="12357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54"/>
                  </a:lnTo>
                  <a:lnTo>
                    <a:pt x="12125" y="9654"/>
                  </a:lnTo>
                  <a:lnTo>
                    <a:pt x="12820" y="9616"/>
                  </a:lnTo>
                  <a:lnTo>
                    <a:pt x="12936" y="9577"/>
                  </a:lnTo>
                  <a:lnTo>
                    <a:pt x="13013" y="9461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091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685"/>
                  </a:lnTo>
                  <a:lnTo>
                    <a:pt x="12936" y="7183"/>
                  </a:lnTo>
                  <a:lnTo>
                    <a:pt x="12704" y="6681"/>
                  </a:lnTo>
                  <a:lnTo>
                    <a:pt x="12434" y="6218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276" y="5098"/>
                  </a:lnTo>
                  <a:lnTo>
                    <a:pt x="10967" y="4905"/>
                  </a:lnTo>
                  <a:lnTo>
                    <a:pt x="10619" y="4750"/>
                  </a:lnTo>
                  <a:lnTo>
                    <a:pt x="10233" y="4596"/>
                  </a:lnTo>
                  <a:lnTo>
                    <a:pt x="9886" y="4480"/>
                  </a:lnTo>
                  <a:lnTo>
                    <a:pt x="9499" y="4403"/>
                  </a:lnTo>
                  <a:lnTo>
                    <a:pt x="9190" y="4441"/>
                  </a:lnTo>
                  <a:lnTo>
                    <a:pt x="9268" y="3978"/>
                  </a:lnTo>
                  <a:lnTo>
                    <a:pt x="9229" y="3515"/>
                  </a:lnTo>
                  <a:lnTo>
                    <a:pt x="9152" y="3090"/>
                  </a:lnTo>
                  <a:lnTo>
                    <a:pt x="8997" y="2665"/>
                  </a:lnTo>
                  <a:lnTo>
                    <a:pt x="8804" y="2279"/>
                  </a:lnTo>
                  <a:lnTo>
                    <a:pt x="8534" y="1931"/>
                  </a:lnTo>
                  <a:lnTo>
                    <a:pt x="8186" y="1584"/>
                  </a:lnTo>
                  <a:lnTo>
                    <a:pt x="7839" y="1275"/>
                  </a:lnTo>
                  <a:lnTo>
                    <a:pt x="7453" y="966"/>
                  </a:lnTo>
                  <a:lnTo>
                    <a:pt x="7067" y="734"/>
                  </a:lnTo>
                  <a:lnTo>
                    <a:pt x="6603" y="503"/>
                  </a:lnTo>
                  <a:lnTo>
                    <a:pt x="6178" y="348"/>
                  </a:lnTo>
                  <a:lnTo>
                    <a:pt x="5715" y="194"/>
                  </a:lnTo>
                  <a:lnTo>
                    <a:pt x="5290" y="78"/>
                  </a:lnTo>
                  <a:lnTo>
                    <a:pt x="482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0" name="Google Shape;3280;p15"/>
            <p:cNvSpPr/>
            <p:nvPr/>
          </p:nvSpPr>
          <p:spPr>
            <a:xfrm>
              <a:off x="1849325" y="1901275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7" y="1"/>
                  </a:moveTo>
                  <a:lnTo>
                    <a:pt x="0" y="580"/>
                  </a:lnTo>
                  <a:lnTo>
                    <a:pt x="0" y="1198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9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70" y="5947"/>
                  </a:lnTo>
                  <a:lnTo>
                    <a:pt x="2433" y="6411"/>
                  </a:lnTo>
                  <a:lnTo>
                    <a:pt x="2974" y="6874"/>
                  </a:lnTo>
                  <a:lnTo>
                    <a:pt x="3514" y="7260"/>
                  </a:lnTo>
                  <a:lnTo>
                    <a:pt x="4093" y="7646"/>
                  </a:lnTo>
                  <a:lnTo>
                    <a:pt x="4711" y="7955"/>
                  </a:lnTo>
                  <a:lnTo>
                    <a:pt x="5329" y="8226"/>
                  </a:lnTo>
                  <a:lnTo>
                    <a:pt x="5986" y="8496"/>
                  </a:lnTo>
                  <a:lnTo>
                    <a:pt x="6642" y="8689"/>
                  </a:lnTo>
                  <a:lnTo>
                    <a:pt x="7298" y="8843"/>
                  </a:lnTo>
                  <a:lnTo>
                    <a:pt x="7993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4"/>
                  </a:lnTo>
                  <a:lnTo>
                    <a:pt x="10774" y="9075"/>
                  </a:lnTo>
                  <a:lnTo>
                    <a:pt x="11392" y="8998"/>
                  </a:lnTo>
                  <a:lnTo>
                    <a:pt x="12048" y="8921"/>
                  </a:lnTo>
                  <a:lnTo>
                    <a:pt x="12705" y="8766"/>
                  </a:lnTo>
                  <a:lnTo>
                    <a:pt x="13361" y="8612"/>
                  </a:lnTo>
                  <a:lnTo>
                    <a:pt x="14017" y="8380"/>
                  </a:lnTo>
                  <a:lnTo>
                    <a:pt x="14635" y="8148"/>
                  </a:lnTo>
                  <a:lnTo>
                    <a:pt x="15253" y="7878"/>
                  </a:lnTo>
                  <a:lnTo>
                    <a:pt x="15871" y="7569"/>
                  </a:lnTo>
                  <a:lnTo>
                    <a:pt x="16450" y="7222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5"/>
                  </a:lnTo>
                  <a:lnTo>
                    <a:pt x="19076" y="4287"/>
                  </a:lnTo>
                  <a:lnTo>
                    <a:pt x="19346" y="3669"/>
                  </a:lnTo>
                  <a:lnTo>
                    <a:pt x="19115" y="3630"/>
                  </a:lnTo>
                  <a:lnTo>
                    <a:pt x="18767" y="4171"/>
                  </a:lnTo>
                  <a:lnTo>
                    <a:pt x="18420" y="4634"/>
                  </a:lnTo>
                  <a:lnTo>
                    <a:pt x="18033" y="5098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0" y="6333"/>
                  </a:lnTo>
                  <a:lnTo>
                    <a:pt x="16257" y="6681"/>
                  </a:lnTo>
                  <a:lnTo>
                    <a:pt x="15755" y="7028"/>
                  </a:lnTo>
                  <a:lnTo>
                    <a:pt x="15214" y="7299"/>
                  </a:lnTo>
                  <a:lnTo>
                    <a:pt x="14712" y="7569"/>
                  </a:lnTo>
                  <a:lnTo>
                    <a:pt x="14133" y="7801"/>
                  </a:lnTo>
                  <a:lnTo>
                    <a:pt x="13593" y="8032"/>
                  </a:lnTo>
                  <a:lnTo>
                    <a:pt x="13013" y="8187"/>
                  </a:lnTo>
                  <a:lnTo>
                    <a:pt x="12434" y="8341"/>
                  </a:lnTo>
                  <a:lnTo>
                    <a:pt x="11816" y="8457"/>
                  </a:lnTo>
                  <a:lnTo>
                    <a:pt x="11199" y="8534"/>
                  </a:lnTo>
                  <a:lnTo>
                    <a:pt x="10503" y="8612"/>
                  </a:lnTo>
                  <a:lnTo>
                    <a:pt x="9113" y="8612"/>
                  </a:lnTo>
                  <a:lnTo>
                    <a:pt x="8380" y="8534"/>
                  </a:lnTo>
                  <a:lnTo>
                    <a:pt x="7685" y="8419"/>
                  </a:lnTo>
                  <a:lnTo>
                    <a:pt x="6990" y="8303"/>
                  </a:lnTo>
                  <a:lnTo>
                    <a:pt x="6333" y="8110"/>
                  </a:lnTo>
                  <a:lnTo>
                    <a:pt x="5638" y="7878"/>
                  </a:lnTo>
                  <a:lnTo>
                    <a:pt x="5020" y="7608"/>
                  </a:lnTo>
                  <a:lnTo>
                    <a:pt x="4364" y="7260"/>
                  </a:lnTo>
                  <a:lnTo>
                    <a:pt x="3784" y="6913"/>
                  </a:lnTo>
                  <a:lnTo>
                    <a:pt x="3205" y="6488"/>
                  </a:lnTo>
                  <a:lnTo>
                    <a:pt x="2703" y="6063"/>
                  </a:lnTo>
                  <a:lnTo>
                    <a:pt x="2201" y="5561"/>
                  </a:lnTo>
                  <a:lnTo>
                    <a:pt x="1776" y="4982"/>
                  </a:lnTo>
                  <a:lnTo>
                    <a:pt x="1390" y="4403"/>
                  </a:lnTo>
                  <a:lnTo>
                    <a:pt x="1120" y="3901"/>
                  </a:lnTo>
                  <a:lnTo>
                    <a:pt x="850" y="3360"/>
                  </a:lnTo>
                  <a:lnTo>
                    <a:pt x="695" y="2858"/>
                  </a:lnTo>
                  <a:lnTo>
                    <a:pt x="541" y="2279"/>
                  </a:lnTo>
                  <a:lnTo>
                    <a:pt x="425" y="1738"/>
                  </a:lnTo>
                  <a:lnTo>
                    <a:pt x="386" y="1159"/>
                  </a:lnTo>
                  <a:lnTo>
                    <a:pt x="386" y="618"/>
                  </a:lnTo>
                  <a:lnTo>
                    <a:pt x="425" y="39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1" name="Google Shape;3281;p15"/>
            <p:cNvSpPr/>
            <p:nvPr/>
          </p:nvSpPr>
          <p:spPr>
            <a:xfrm>
              <a:off x="1935225" y="1910925"/>
              <a:ext cx="35750" cy="29000"/>
            </a:xfrm>
            <a:custGeom>
              <a:avLst/>
              <a:gdLst/>
              <a:ahLst/>
              <a:cxnLst/>
              <a:rect l="l" t="t" r="r" b="b"/>
              <a:pathLst>
                <a:path w="1430" h="1160" extrusionOk="0">
                  <a:moveTo>
                    <a:pt x="503" y="1"/>
                  </a:moveTo>
                  <a:lnTo>
                    <a:pt x="310" y="117"/>
                  </a:lnTo>
                  <a:lnTo>
                    <a:pt x="194" y="232"/>
                  </a:lnTo>
                  <a:lnTo>
                    <a:pt x="78" y="387"/>
                  </a:lnTo>
                  <a:lnTo>
                    <a:pt x="40" y="541"/>
                  </a:lnTo>
                  <a:lnTo>
                    <a:pt x="1" y="734"/>
                  </a:lnTo>
                  <a:lnTo>
                    <a:pt x="40" y="927"/>
                  </a:lnTo>
                  <a:lnTo>
                    <a:pt x="117" y="1082"/>
                  </a:lnTo>
                  <a:lnTo>
                    <a:pt x="194" y="1159"/>
                  </a:lnTo>
                  <a:lnTo>
                    <a:pt x="348" y="1159"/>
                  </a:lnTo>
                  <a:lnTo>
                    <a:pt x="426" y="1043"/>
                  </a:lnTo>
                  <a:lnTo>
                    <a:pt x="426" y="1005"/>
                  </a:lnTo>
                  <a:lnTo>
                    <a:pt x="387" y="927"/>
                  </a:lnTo>
                  <a:lnTo>
                    <a:pt x="387" y="850"/>
                  </a:lnTo>
                  <a:lnTo>
                    <a:pt x="348" y="773"/>
                  </a:lnTo>
                  <a:lnTo>
                    <a:pt x="426" y="580"/>
                  </a:lnTo>
                  <a:lnTo>
                    <a:pt x="542" y="425"/>
                  </a:lnTo>
                  <a:lnTo>
                    <a:pt x="619" y="387"/>
                  </a:lnTo>
                  <a:lnTo>
                    <a:pt x="773" y="387"/>
                  </a:lnTo>
                  <a:lnTo>
                    <a:pt x="850" y="425"/>
                  </a:lnTo>
                  <a:lnTo>
                    <a:pt x="966" y="580"/>
                  </a:lnTo>
                  <a:lnTo>
                    <a:pt x="1005" y="657"/>
                  </a:lnTo>
                  <a:lnTo>
                    <a:pt x="1005" y="734"/>
                  </a:lnTo>
                  <a:lnTo>
                    <a:pt x="966" y="927"/>
                  </a:lnTo>
                  <a:lnTo>
                    <a:pt x="966" y="1005"/>
                  </a:lnTo>
                  <a:lnTo>
                    <a:pt x="966" y="1082"/>
                  </a:lnTo>
                  <a:lnTo>
                    <a:pt x="1005" y="1121"/>
                  </a:lnTo>
                  <a:lnTo>
                    <a:pt x="1082" y="1159"/>
                  </a:lnTo>
                  <a:lnTo>
                    <a:pt x="1198" y="1159"/>
                  </a:lnTo>
                  <a:lnTo>
                    <a:pt x="1275" y="1121"/>
                  </a:lnTo>
                  <a:lnTo>
                    <a:pt x="1314" y="1082"/>
                  </a:lnTo>
                  <a:lnTo>
                    <a:pt x="1391" y="889"/>
                  </a:lnTo>
                  <a:lnTo>
                    <a:pt x="1430" y="734"/>
                  </a:lnTo>
                  <a:lnTo>
                    <a:pt x="1391" y="541"/>
                  </a:lnTo>
                  <a:lnTo>
                    <a:pt x="1314" y="348"/>
                  </a:lnTo>
                  <a:lnTo>
                    <a:pt x="1198" y="194"/>
                  </a:lnTo>
                  <a:lnTo>
                    <a:pt x="1044" y="78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2" name="Google Shape;3282;p15"/>
            <p:cNvSpPr/>
            <p:nvPr/>
          </p:nvSpPr>
          <p:spPr>
            <a:xfrm>
              <a:off x="6081500" y="1911900"/>
              <a:ext cx="255850" cy="266475"/>
            </a:xfrm>
            <a:custGeom>
              <a:avLst/>
              <a:gdLst/>
              <a:ahLst/>
              <a:cxnLst/>
              <a:rect l="l" t="t" r="r" b="b"/>
              <a:pathLst>
                <a:path w="10234" h="10659" extrusionOk="0">
                  <a:moveTo>
                    <a:pt x="8303" y="7299"/>
                  </a:moveTo>
                  <a:lnTo>
                    <a:pt x="8535" y="7376"/>
                  </a:lnTo>
                  <a:lnTo>
                    <a:pt x="8766" y="7453"/>
                  </a:lnTo>
                  <a:lnTo>
                    <a:pt x="8998" y="7569"/>
                  </a:lnTo>
                  <a:lnTo>
                    <a:pt x="9191" y="7723"/>
                  </a:lnTo>
                  <a:lnTo>
                    <a:pt x="9384" y="7878"/>
                  </a:lnTo>
                  <a:lnTo>
                    <a:pt x="9539" y="8109"/>
                  </a:lnTo>
                  <a:lnTo>
                    <a:pt x="9655" y="8341"/>
                  </a:lnTo>
                  <a:lnTo>
                    <a:pt x="9693" y="8573"/>
                  </a:lnTo>
                  <a:lnTo>
                    <a:pt x="9732" y="8843"/>
                  </a:lnTo>
                  <a:lnTo>
                    <a:pt x="9693" y="9152"/>
                  </a:lnTo>
                  <a:lnTo>
                    <a:pt x="9577" y="9422"/>
                  </a:lnTo>
                  <a:lnTo>
                    <a:pt x="9423" y="9654"/>
                  </a:lnTo>
                  <a:lnTo>
                    <a:pt x="9230" y="9847"/>
                  </a:lnTo>
                  <a:lnTo>
                    <a:pt x="8959" y="10002"/>
                  </a:lnTo>
                  <a:lnTo>
                    <a:pt x="8728" y="10117"/>
                  </a:lnTo>
                  <a:lnTo>
                    <a:pt x="8419" y="10156"/>
                  </a:lnTo>
                  <a:lnTo>
                    <a:pt x="8149" y="10156"/>
                  </a:lnTo>
                  <a:lnTo>
                    <a:pt x="7878" y="10079"/>
                  </a:lnTo>
                  <a:lnTo>
                    <a:pt x="7647" y="9963"/>
                  </a:lnTo>
                  <a:lnTo>
                    <a:pt x="7415" y="9770"/>
                  </a:lnTo>
                  <a:lnTo>
                    <a:pt x="7222" y="9577"/>
                  </a:lnTo>
                  <a:lnTo>
                    <a:pt x="7067" y="9345"/>
                  </a:lnTo>
                  <a:lnTo>
                    <a:pt x="6990" y="9075"/>
                  </a:lnTo>
                  <a:lnTo>
                    <a:pt x="6951" y="8805"/>
                  </a:lnTo>
                  <a:lnTo>
                    <a:pt x="6990" y="8496"/>
                  </a:lnTo>
                  <a:lnTo>
                    <a:pt x="7067" y="8264"/>
                  </a:lnTo>
                  <a:lnTo>
                    <a:pt x="7183" y="8071"/>
                  </a:lnTo>
                  <a:lnTo>
                    <a:pt x="7338" y="7878"/>
                  </a:lnTo>
                  <a:lnTo>
                    <a:pt x="7531" y="7723"/>
                  </a:lnTo>
                  <a:lnTo>
                    <a:pt x="7762" y="7569"/>
                  </a:lnTo>
                  <a:lnTo>
                    <a:pt x="8187" y="7337"/>
                  </a:lnTo>
                  <a:lnTo>
                    <a:pt x="8264" y="7299"/>
                  </a:lnTo>
                  <a:close/>
                  <a:moveTo>
                    <a:pt x="2897" y="0"/>
                  </a:moveTo>
                  <a:lnTo>
                    <a:pt x="2704" y="39"/>
                  </a:lnTo>
                  <a:lnTo>
                    <a:pt x="2665" y="78"/>
                  </a:lnTo>
                  <a:lnTo>
                    <a:pt x="2665" y="1313"/>
                  </a:lnTo>
                  <a:lnTo>
                    <a:pt x="2665" y="2588"/>
                  </a:lnTo>
                  <a:lnTo>
                    <a:pt x="2704" y="3823"/>
                  </a:lnTo>
                  <a:lnTo>
                    <a:pt x="2742" y="5059"/>
                  </a:lnTo>
                  <a:lnTo>
                    <a:pt x="2936" y="7492"/>
                  </a:lnTo>
                  <a:lnTo>
                    <a:pt x="2936" y="8148"/>
                  </a:lnTo>
                  <a:lnTo>
                    <a:pt x="2974" y="8457"/>
                  </a:lnTo>
                  <a:lnTo>
                    <a:pt x="3013" y="8611"/>
                  </a:lnTo>
                  <a:lnTo>
                    <a:pt x="3090" y="8766"/>
                  </a:lnTo>
                  <a:lnTo>
                    <a:pt x="1584" y="8689"/>
                  </a:lnTo>
                  <a:lnTo>
                    <a:pt x="1" y="8689"/>
                  </a:lnTo>
                  <a:lnTo>
                    <a:pt x="39" y="8998"/>
                  </a:lnTo>
                  <a:lnTo>
                    <a:pt x="812" y="9113"/>
                  </a:lnTo>
                  <a:lnTo>
                    <a:pt x="1584" y="9152"/>
                  </a:lnTo>
                  <a:lnTo>
                    <a:pt x="3167" y="9229"/>
                  </a:lnTo>
                  <a:lnTo>
                    <a:pt x="4866" y="9306"/>
                  </a:lnTo>
                  <a:lnTo>
                    <a:pt x="5677" y="9306"/>
                  </a:lnTo>
                  <a:lnTo>
                    <a:pt x="6527" y="9229"/>
                  </a:lnTo>
                  <a:lnTo>
                    <a:pt x="6643" y="9538"/>
                  </a:lnTo>
                  <a:lnTo>
                    <a:pt x="6797" y="9847"/>
                  </a:lnTo>
                  <a:lnTo>
                    <a:pt x="6990" y="10079"/>
                  </a:lnTo>
                  <a:lnTo>
                    <a:pt x="7260" y="10310"/>
                  </a:lnTo>
                  <a:lnTo>
                    <a:pt x="7531" y="10465"/>
                  </a:lnTo>
                  <a:lnTo>
                    <a:pt x="7840" y="10581"/>
                  </a:lnTo>
                  <a:lnTo>
                    <a:pt x="8149" y="10658"/>
                  </a:lnTo>
                  <a:lnTo>
                    <a:pt x="8457" y="10658"/>
                  </a:lnTo>
                  <a:lnTo>
                    <a:pt x="8766" y="10619"/>
                  </a:lnTo>
                  <a:lnTo>
                    <a:pt x="9075" y="10504"/>
                  </a:lnTo>
                  <a:lnTo>
                    <a:pt x="9346" y="10388"/>
                  </a:lnTo>
                  <a:lnTo>
                    <a:pt x="9577" y="10195"/>
                  </a:lnTo>
                  <a:lnTo>
                    <a:pt x="9809" y="9963"/>
                  </a:lnTo>
                  <a:lnTo>
                    <a:pt x="9963" y="9693"/>
                  </a:lnTo>
                  <a:lnTo>
                    <a:pt x="10118" y="9422"/>
                  </a:lnTo>
                  <a:lnTo>
                    <a:pt x="10195" y="9113"/>
                  </a:lnTo>
                  <a:lnTo>
                    <a:pt x="10234" y="9113"/>
                  </a:lnTo>
                  <a:lnTo>
                    <a:pt x="10234" y="8766"/>
                  </a:lnTo>
                  <a:lnTo>
                    <a:pt x="10195" y="8380"/>
                  </a:lnTo>
                  <a:lnTo>
                    <a:pt x="10041" y="8071"/>
                  </a:lnTo>
                  <a:lnTo>
                    <a:pt x="9886" y="7762"/>
                  </a:lnTo>
                  <a:lnTo>
                    <a:pt x="9655" y="7492"/>
                  </a:lnTo>
                  <a:lnTo>
                    <a:pt x="9346" y="7260"/>
                  </a:lnTo>
                  <a:lnTo>
                    <a:pt x="9037" y="7105"/>
                  </a:lnTo>
                  <a:lnTo>
                    <a:pt x="8689" y="7028"/>
                  </a:lnTo>
                  <a:lnTo>
                    <a:pt x="8342" y="6990"/>
                  </a:lnTo>
                  <a:lnTo>
                    <a:pt x="8226" y="7067"/>
                  </a:lnTo>
                  <a:lnTo>
                    <a:pt x="8187" y="7028"/>
                  </a:lnTo>
                  <a:lnTo>
                    <a:pt x="8110" y="6990"/>
                  </a:lnTo>
                  <a:lnTo>
                    <a:pt x="7955" y="6990"/>
                  </a:lnTo>
                  <a:lnTo>
                    <a:pt x="7762" y="7028"/>
                  </a:lnTo>
                  <a:lnTo>
                    <a:pt x="7453" y="7144"/>
                  </a:lnTo>
                  <a:lnTo>
                    <a:pt x="7183" y="7337"/>
                  </a:lnTo>
                  <a:lnTo>
                    <a:pt x="6951" y="7569"/>
                  </a:lnTo>
                  <a:lnTo>
                    <a:pt x="6758" y="7878"/>
                  </a:lnTo>
                  <a:lnTo>
                    <a:pt x="6604" y="8187"/>
                  </a:lnTo>
                  <a:lnTo>
                    <a:pt x="6488" y="8496"/>
                  </a:lnTo>
                  <a:lnTo>
                    <a:pt x="6488" y="8843"/>
                  </a:lnTo>
                  <a:lnTo>
                    <a:pt x="5716" y="8766"/>
                  </a:lnTo>
                  <a:lnTo>
                    <a:pt x="3476" y="8766"/>
                  </a:lnTo>
                  <a:lnTo>
                    <a:pt x="3515" y="8689"/>
                  </a:lnTo>
                  <a:lnTo>
                    <a:pt x="3515" y="8650"/>
                  </a:lnTo>
                  <a:lnTo>
                    <a:pt x="3476" y="8573"/>
                  </a:lnTo>
                  <a:lnTo>
                    <a:pt x="3438" y="8496"/>
                  </a:lnTo>
                  <a:lnTo>
                    <a:pt x="3399" y="8457"/>
                  </a:lnTo>
                  <a:lnTo>
                    <a:pt x="3322" y="8457"/>
                  </a:lnTo>
                  <a:lnTo>
                    <a:pt x="3244" y="8496"/>
                  </a:lnTo>
                  <a:lnTo>
                    <a:pt x="3322" y="8380"/>
                  </a:lnTo>
                  <a:lnTo>
                    <a:pt x="3322" y="8225"/>
                  </a:lnTo>
                  <a:lnTo>
                    <a:pt x="3322" y="8071"/>
                  </a:lnTo>
                  <a:lnTo>
                    <a:pt x="3283" y="7955"/>
                  </a:lnTo>
                  <a:lnTo>
                    <a:pt x="3244" y="7337"/>
                  </a:lnTo>
                  <a:lnTo>
                    <a:pt x="3167" y="6410"/>
                  </a:lnTo>
                  <a:lnTo>
                    <a:pt x="3051" y="4325"/>
                  </a:lnTo>
                  <a:lnTo>
                    <a:pt x="2974" y="2201"/>
                  </a:lnTo>
                  <a:lnTo>
                    <a:pt x="2897" y="78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3" name="Google Shape;3283;p15"/>
            <p:cNvSpPr/>
            <p:nvPr/>
          </p:nvSpPr>
          <p:spPr>
            <a:xfrm>
              <a:off x="2715250" y="1912850"/>
              <a:ext cx="147725" cy="161250"/>
            </a:xfrm>
            <a:custGeom>
              <a:avLst/>
              <a:gdLst/>
              <a:ahLst/>
              <a:cxnLst/>
              <a:rect l="l" t="t" r="r" b="b"/>
              <a:pathLst>
                <a:path w="5909" h="6450" extrusionOk="0">
                  <a:moveTo>
                    <a:pt x="2781" y="503"/>
                  </a:moveTo>
                  <a:lnTo>
                    <a:pt x="3283" y="580"/>
                  </a:lnTo>
                  <a:lnTo>
                    <a:pt x="3746" y="735"/>
                  </a:lnTo>
                  <a:lnTo>
                    <a:pt x="4210" y="966"/>
                  </a:lnTo>
                  <a:lnTo>
                    <a:pt x="4403" y="1082"/>
                  </a:lnTo>
                  <a:lnTo>
                    <a:pt x="4596" y="1275"/>
                  </a:lnTo>
                  <a:lnTo>
                    <a:pt x="4750" y="1468"/>
                  </a:lnTo>
                  <a:lnTo>
                    <a:pt x="4943" y="1661"/>
                  </a:lnTo>
                  <a:lnTo>
                    <a:pt x="5059" y="1893"/>
                  </a:lnTo>
                  <a:lnTo>
                    <a:pt x="5175" y="2125"/>
                  </a:lnTo>
                  <a:lnTo>
                    <a:pt x="5330" y="2588"/>
                  </a:lnTo>
                  <a:lnTo>
                    <a:pt x="5407" y="3052"/>
                  </a:lnTo>
                  <a:lnTo>
                    <a:pt x="5407" y="3515"/>
                  </a:lnTo>
                  <a:lnTo>
                    <a:pt x="5368" y="4017"/>
                  </a:lnTo>
                  <a:lnTo>
                    <a:pt x="5214" y="4442"/>
                  </a:lnTo>
                  <a:lnTo>
                    <a:pt x="4982" y="4866"/>
                  </a:lnTo>
                  <a:lnTo>
                    <a:pt x="4828" y="5059"/>
                  </a:lnTo>
                  <a:lnTo>
                    <a:pt x="4673" y="5253"/>
                  </a:lnTo>
                  <a:lnTo>
                    <a:pt x="4480" y="5407"/>
                  </a:lnTo>
                  <a:lnTo>
                    <a:pt x="4287" y="5561"/>
                  </a:lnTo>
                  <a:lnTo>
                    <a:pt x="4017" y="5716"/>
                  </a:lnTo>
                  <a:lnTo>
                    <a:pt x="3746" y="5832"/>
                  </a:lnTo>
                  <a:lnTo>
                    <a:pt x="3515" y="5909"/>
                  </a:lnTo>
                  <a:lnTo>
                    <a:pt x="3244" y="5948"/>
                  </a:lnTo>
                  <a:lnTo>
                    <a:pt x="2742" y="5948"/>
                  </a:lnTo>
                  <a:lnTo>
                    <a:pt x="2511" y="5870"/>
                  </a:lnTo>
                  <a:lnTo>
                    <a:pt x="2279" y="5793"/>
                  </a:lnTo>
                  <a:lnTo>
                    <a:pt x="2047" y="5677"/>
                  </a:lnTo>
                  <a:lnTo>
                    <a:pt x="1816" y="5561"/>
                  </a:lnTo>
                  <a:lnTo>
                    <a:pt x="1623" y="5407"/>
                  </a:lnTo>
                  <a:lnTo>
                    <a:pt x="1429" y="5214"/>
                  </a:lnTo>
                  <a:lnTo>
                    <a:pt x="1082" y="4828"/>
                  </a:lnTo>
                  <a:lnTo>
                    <a:pt x="812" y="4364"/>
                  </a:lnTo>
                  <a:lnTo>
                    <a:pt x="619" y="3862"/>
                  </a:lnTo>
                  <a:lnTo>
                    <a:pt x="464" y="3322"/>
                  </a:lnTo>
                  <a:lnTo>
                    <a:pt x="426" y="2820"/>
                  </a:lnTo>
                  <a:lnTo>
                    <a:pt x="426" y="2550"/>
                  </a:lnTo>
                  <a:lnTo>
                    <a:pt x="464" y="2279"/>
                  </a:lnTo>
                  <a:lnTo>
                    <a:pt x="503" y="2048"/>
                  </a:lnTo>
                  <a:lnTo>
                    <a:pt x="619" y="1777"/>
                  </a:lnTo>
                  <a:lnTo>
                    <a:pt x="696" y="1584"/>
                  </a:lnTo>
                  <a:lnTo>
                    <a:pt x="850" y="1352"/>
                  </a:lnTo>
                  <a:lnTo>
                    <a:pt x="1005" y="1159"/>
                  </a:lnTo>
                  <a:lnTo>
                    <a:pt x="1198" y="966"/>
                  </a:lnTo>
                  <a:lnTo>
                    <a:pt x="1429" y="812"/>
                  </a:lnTo>
                  <a:lnTo>
                    <a:pt x="1700" y="657"/>
                  </a:lnTo>
                  <a:lnTo>
                    <a:pt x="1738" y="619"/>
                  </a:lnTo>
                  <a:lnTo>
                    <a:pt x="1738" y="580"/>
                  </a:lnTo>
                  <a:lnTo>
                    <a:pt x="2240" y="503"/>
                  </a:lnTo>
                  <a:close/>
                  <a:moveTo>
                    <a:pt x="2588" y="1"/>
                  </a:moveTo>
                  <a:lnTo>
                    <a:pt x="2279" y="40"/>
                  </a:lnTo>
                  <a:lnTo>
                    <a:pt x="1970" y="78"/>
                  </a:lnTo>
                  <a:lnTo>
                    <a:pt x="1661" y="155"/>
                  </a:lnTo>
                  <a:lnTo>
                    <a:pt x="1391" y="233"/>
                  </a:lnTo>
                  <a:lnTo>
                    <a:pt x="1314" y="310"/>
                  </a:lnTo>
                  <a:lnTo>
                    <a:pt x="1236" y="387"/>
                  </a:lnTo>
                  <a:lnTo>
                    <a:pt x="1236" y="464"/>
                  </a:lnTo>
                  <a:lnTo>
                    <a:pt x="1275" y="542"/>
                  </a:lnTo>
                  <a:lnTo>
                    <a:pt x="1005" y="657"/>
                  </a:lnTo>
                  <a:lnTo>
                    <a:pt x="773" y="850"/>
                  </a:lnTo>
                  <a:lnTo>
                    <a:pt x="580" y="1044"/>
                  </a:lnTo>
                  <a:lnTo>
                    <a:pt x="426" y="1237"/>
                  </a:lnTo>
                  <a:lnTo>
                    <a:pt x="271" y="1468"/>
                  </a:lnTo>
                  <a:lnTo>
                    <a:pt x="155" y="1700"/>
                  </a:lnTo>
                  <a:lnTo>
                    <a:pt x="78" y="1970"/>
                  </a:lnTo>
                  <a:lnTo>
                    <a:pt x="39" y="2241"/>
                  </a:lnTo>
                  <a:lnTo>
                    <a:pt x="1" y="2511"/>
                  </a:lnTo>
                  <a:lnTo>
                    <a:pt x="1" y="2781"/>
                  </a:lnTo>
                  <a:lnTo>
                    <a:pt x="39" y="3360"/>
                  </a:lnTo>
                  <a:lnTo>
                    <a:pt x="155" y="3901"/>
                  </a:lnTo>
                  <a:lnTo>
                    <a:pt x="387" y="4442"/>
                  </a:lnTo>
                  <a:lnTo>
                    <a:pt x="696" y="5021"/>
                  </a:lnTo>
                  <a:lnTo>
                    <a:pt x="889" y="5253"/>
                  </a:lnTo>
                  <a:lnTo>
                    <a:pt x="1082" y="5484"/>
                  </a:lnTo>
                  <a:lnTo>
                    <a:pt x="1275" y="5716"/>
                  </a:lnTo>
                  <a:lnTo>
                    <a:pt x="1507" y="5909"/>
                  </a:lnTo>
                  <a:lnTo>
                    <a:pt x="1738" y="6063"/>
                  </a:lnTo>
                  <a:lnTo>
                    <a:pt x="2009" y="6179"/>
                  </a:lnTo>
                  <a:lnTo>
                    <a:pt x="2240" y="6295"/>
                  </a:lnTo>
                  <a:lnTo>
                    <a:pt x="2511" y="6372"/>
                  </a:lnTo>
                  <a:lnTo>
                    <a:pt x="2820" y="6411"/>
                  </a:lnTo>
                  <a:lnTo>
                    <a:pt x="3090" y="6450"/>
                  </a:lnTo>
                  <a:lnTo>
                    <a:pt x="3399" y="6411"/>
                  </a:lnTo>
                  <a:lnTo>
                    <a:pt x="3669" y="6334"/>
                  </a:lnTo>
                  <a:lnTo>
                    <a:pt x="3978" y="6218"/>
                  </a:lnTo>
                  <a:lnTo>
                    <a:pt x="4326" y="6102"/>
                  </a:lnTo>
                  <a:lnTo>
                    <a:pt x="4557" y="5909"/>
                  </a:lnTo>
                  <a:lnTo>
                    <a:pt x="4828" y="5716"/>
                  </a:lnTo>
                  <a:lnTo>
                    <a:pt x="5021" y="5523"/>
                  </a:lnTo>
                  <a:lnTo>
                    <a:pt x="5214" y="5291"/>
                  </a:lnTo>
                  <a:lnTo>
                    <a:pt x="5407" y="5059"/>
                  </a:lnTo>
                  <a:lnTo>
                    <a:pt x="5561" y="4789"/>
                  </a:lnTo>
                  <a:lnTo>
                    <a:pt x="5677" y="4519"/>
                  </a:lnTo>
                  <a:lnTo>
                    <a:pt x="5754" y="4249"/>
                  </a:lnTo>
                  <a:lnTo>
                    <a:pt x="5832" y="3940"/>
                  </a:lnTo>
                  <a:lnTo>
                    <a:pt x="5870" y="3669"/>
                  </a:lnTo>
                  <a:lnTo>
                    <a:pt x="5909" y="3360"/>
                  </a:lnTo>
                  <a:lnTo>
                    <a:pt x="5870" y="3052"/>
                  </a:lnTo>
                  <a:lnTo>
                    <a:pt x="5832" y="2743"/>
                  </a:lnTo>
                  <a:lnTo>
                    <a:pt x="5793" y="2472"/>
                  </a:lnTo>
                  <a:lnTo>
                    <a:pt x="5716" y="2163"/>
                  </a:lnTo>
                  <a:lnTo>
                    <a:pt x="5600" y="1893"/>
                  </a:lnTo>
                  <a:lnTo>
                    <a:pt x="5445" y="1584"/>
                  </a:lnTo>
                  <a:lnTo>
                    <a:pt x="5252" y="1352"/>
                  </a:lnTo>
                  <a:lnTo>
                    <a:pt x="5059" y="1082"/>
                  </a:lnTo>
                  <a:lnTo>
                    <a:pt x="4828" y="889"/>
                  </a:lnTo>
                  <a:lnTo>
                    <a:pt x="4596" y="696"/>
                  </a:lnTo>
                  <a:lnTo>
                    <a:pt x="4364" y="503"/>
                  </a:lnTo>
                  <a:lnTo>
                    <a:pt x="4094" y="348"/>
                  </a:lnTo>
                  <a:lnTo>
                    <a:pt x="3785" y="233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40"/>
                  </a:lnTo>
                  <a:lnTo>
                    <a:pt x="258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4" name="Google Shape;3284;p15"/>
            <p:cNvSpPr/>
            <p:nvPr/>
          </p:nvSpPr>
          <p:spPr>
            <a:xfrm>
              <a:off x="1882150" y="1914800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0"/>
                  </a:moveTo>
                  <a:lnTo>
                    <a:pt x="425" y="39"/>
                  </a:lnTo>
                  <a:lnTo>
                    <a:pt x="232" y="116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1"/>
                  </a:lnTo>
                  <a:lnTo>
                    <a:pt x="77" y="966"/>
                  </a:lnTo>
                  <a:lnTo>
                    <a:pt x="232" y="1081"/>
                  </a:lnTo>
                  <a:lnTo>
                    <a:pt x="386" y="1197"/>
                  </a:lnTo>
                  <a:lnTo>
                    <a:pt x="463" y="1197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3" y="1004"/>
                  </a:lnTo>
                  <a:lnTo>
                    <a:pt x="386" y="927"/>
                  </a:lnTo>
                  <a:lnTo>
                    <a:pt x="348" y="811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6" y="502"/>
                  </a:lnTo>
                  <a:lnTo>
                    <a:pt x="463" y="464"/>
                  </a:lnTo>
                  <a:lnTo>
                    <a:pt x="541" y="386"/>
                  </a:lnTo>
                  <a:lnTo>
                    <a:pt x="772" y="386"/>
                  </a:lnTo>
                  <a:lnTo>
                    <a:pt x="850" y="464"/>
                  </a:lnTo>
                  <a:lnTo>
                    <a:pt x="927" y="541"/>
                  </a:lnTo>
                  <a:lnTo>
                    <a:pt x="965" y="657"/>
                  </a:lnTo>
                  <a:lnTo>
                    <a:pt x="1004" y="850"/>
                  </a:lnTo>
                  <a:lnTo>
                    <a:pt x="1043" y="966"/>
                  </a:lnTo>
                  <a:lnTo>
                    <a:pt x="1081" y="1043"/>
                  </a:lnTo>
                  <a:lnTo>
                    <a:pt x="1159" y="1081"/>
                  </a:lnTo>
                  <a:lnTo>
                    <a:pt x="1197" y="1081"/>
                  </a:lnTo>
                  <a:lnTo>
                    <a:pt x="1274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4" y="386"/>
                  </a:lnTo>
                  <a:lnTo>
                    <a:pt x="1159" y="232"/>
                  </a:lnTo>
                  <a:lnTo>
                    <a:pt x="1004" y="77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5" name="Google Shape;3285;p15"/>
            <p:cNvSpPr/>
            <p:nvPr/>
          </p:nvSpPr>
          <p:spPr>
            <a:xfrm>
              <a:off x="6734100" y="1914800"/>
              <a:ext cx="30925" cy="168950"/>
            </a:xfrm>
            <a:custGeom>
              <a:avLst/>
              <a:gdLst/>
              <a:ahLst/>
              <a:cxnLst/>
              <a:rect l="l" t="t" r="r" b="b"/>
              <a:pathLst>
                <a:path w="1237" h="6758" extrusionOk="0">
                  <a:moveTo>
                    <a:pt x="1120" y="0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7"/>
                  </a:lnTo>
                  <a:lnTo>
                    <a:pt x="850" y="116"/>
                  </a:lnTo>
                  <a:lnTo>
                    <a:pt x="541" y="1738"/>
                  </a:lnTo>
                  <a:lnTo>
                    <a:pt x="309" y="3398"/>
                  </a:lnTo>
                  <a:lnTo>
                    <a:pt x="116" y="5059"/>
                  </a:lnTo>
                  <a:lnTo>
                    <a:pt x="0" y="6719"/>
                  </a:lnTo>
                  <a:lnTo>
                    <a:pt x="232" y="6758"/>
                  </a:lnTo>
                  <a:lnTo>
                    <a:pt x="502" y="5136"/>
                  </a:lnTo>
                  <a:lnTo>
                    <a:pt x="773" y="3514"/>
                  </a:lnTo>
                  <a:lnTo>
                    <a:pt x="966" y="1854"/>
                  </a:lnTo>
                  <a:lnTo>
                    <a:pt x="1082" y="232"/>
                  </a:lnTo>
                  <a:lnTo>
                    <a:pt x="1236" y="77"/>
                  </a:lnTo>
                  <a:lnTo>
                    <a:pt x="1236" y="39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6" name="Google Shape;3286;p15"/>
            <p:cNvSpPr/>
            <p:nvPr/>
          </p:nvSpPr>
          <p:spPr>
            <a:xfrm>
              <a:off x="668675" y="1916725"/>
              <a:ext cx="350450" cy="288675"/>
            </a:xfrm>
            <a:custGeom>
              <a:avLst/>
              <a:gdLst/>
              <a:ahLst/>
              <a:cxnLst/>
              <a:rect l="l" t="t" r="r" b="b"/>
              <a:pathLst>
                <a:path w="14018" h="11547" extrusionOk="0">
                  <a:moveTo>
                    <a:pt x="11778" y="0"/>
                  </a:moveTo>
                  <a:lnTo>
                    <a:pt x="11469" y="78"/>
                  </a:lnTo>
                  <a:lnTo>
                    <a:pt x="11855" y="1931"/>
                  </a:lnTo>
                  <a:lnTo>
                    <a:pt x="12280" y="3746"/>
                  </a:lnTo>
                  <a:lnTo>
                    <a:pt x="11507" y="2781"/>
                  </a:lnTo>
                  <a:lnTo>
                    <a:pt x="10658" y="1893"/>
                  </a:lnTo>
                  <a:lnTo>
                    <a:pt x="10426" y="2086"/>
                  </a:lnTo>
                  <a:lnTo>
                    <a:pt x="11469" y="3437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8"/>
                  </a:lnTo>
                  <a:lnTo>
                    <a:pt x="13168" y="5522"/>
                  </a:lnTo>
                  <a:lnTo>
                    <a:pt x="13438" y="5715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0"/>
                  </a:lnTo>
                  <a:lnTo>
                    <a:pt x="13631" y="6681"/>
                  </a:lnTo>
                  <a:lnTo>
                    <a:pt x="13515" y="6912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3" y="7955"/>
                  </a:lnTo>
                  <a:lnTo>
                    <a:pt x="12203" y="8418"/>
                  </a:lnTo>
                  <a:lnTo>
                    <a:pt x="11739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2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0" y="11160"/>
                  </a:lnTo>
                  <a:lnTo>
                    <a:pt x="3630" y="11160"/>
                  </a:lnTo>
                  <a:lnTo>
                    <a:pt x="3012" y="11121"/>
                  </a:lnTo>
                  <a:lnTo>
                    <a:pt x="2356" y="11044"/>
                  </a:lnTo>
                  <a:lnTo>
                    <a:pt x="1661" y="10928"/>
                  </a:lnTo>
                  <a:lnTo>
                    <a:pt x="1352" y="10813"/>
                  </a:lnTo>
                  <a:lnTo>
                    <a:pt x="1081" y="10697"/>
                  </a:lnTo>
                  <a:lnTo>
                    <a:pt x="811" y="10542"/>
                  </a:lnTo>
                  <a:lnTo>
                    <a:pt x="618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1"/>
                  </a:lnTo>
                  <a:lnTo>
                    <a:pt x="386" y="9461"/>
                  </a:lnTo>
                  <a:lnTo>
                    <a:pt x="155" y="9422"/>
                  </a:lnTo>
                  <a:lnTo>
                    <a:pt x="39" y="9654"/>
                  </a:lnTo>
                  <a:lnTo>
                    <a:pt x="0" y="9886"/>
                  </a:lnTo>
                  <a:lnTo>
                    <a:pt x="39" y="10117"/>
                  </a:lnTo>
                  <a:lnTo>
                    <a:pt x="77" y="10311"/>
                  </a:lnTo>
                  <a:lnTo>
                    <a:pt x="193" y="10465"/>
                  </a:lnTo>
                  <a:lnTo>
                    <a:pt x="348" y="10619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7"/>
                  </a:lnTo>
                  <a:lnTo>
                    <a:pt x="2201" y="11353"/>
                  </a:lnTo>
                  <a:lnTo>
                    <a:pt x="2626" y="11430"/>
                  </a:lnTo>
                  <a:lnTo>
                    <a:pt x="3321" y="11508"/>
                  </a:lnTo>
                  <a:lnTo>
                    <a:pt x="3978" y="11546"/>
                  </a:lnTo>
                  <a:lnTo>
                    <a:pt x="4673" y="11546"/>
                  </a:lnTo>
                  <a:lnTo>
                    <a:pt x="5368" y="11508"/>
                  </a:lnTo>
                  <a:lnTo>
                    <a:pt x="6063" y="11430"/>
                  </a:lnTo>
                  <a:lnTo>
                    <a:pt x="6758" y="11315"/>
                  </a:lnTo>
                  <a:lnTo>
                    <a:pt x="7414" y="11160"/>
                  </a:lnTo>
                  <a:lnTo>
                    <a:pt x="8071" y="11006"/>
                  </a:lnTo>
                  <a:lnTo>
                    <a:pt x="8727" y="10774"/>
                  </a:lnTo>
                  <a:lnTo>
                    <a:pt x="9345" y="10542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1" y="9654"/>
                  </a:lnTo>
                  <a:lnTo>
                    <a:pt x="11701" y="9268"/>
                  </a:lnTo>
                  <a:lnTo>
                    <a:pt x="12241" y="8882"/>
                  </a:lnTo>
                  <a:lnTo>
                    <a:pt x="12743" y="8457"/>
                  </a:lnTo>
                  <a:lnTo>
                    <a:pt x="13168" y="8071"/>
                  </a:lnTo>
                  <a:lnTo>
                    <a:pt x="13554" y="7646"/>
                  </a:lnTo>
                  <a:lnTo>
                    <a:pt x="13747" y="7376"/>
                  </a:lnTo>
                  <a:lnTo>
                    <a:pt x="13863" y="7144"/>
                  </a:lnTo>
                  <a:lnTo>
                    <a:pt x="13979" y="6874"/>
                  </a:lnTo>
                  <a:lnTo>
                    <a:pt x="14017" y="6565"/>
                  </a:lnTo>
                  <a:lnTo>
                    <a:pt x="14017" y="6333"/>
                  </a:lnTo>
                  <a:lnTo>
                    <a:pt x="14017" y="6140"/>
                  </a:lnTo>
                  <a:lnTo>
                    <a:pt x="13940" y="5908"/>
                  </a:lnTo>
                  <a:lnTo>
                    <a:pt x="13863" y="5715"/>
                  </a:lnTo>
                  <a:lnTo>
                    <a:pt x="13747" y="5522"/>
                  </a:lnTo>
                  <a:lnTo>
                    <a:pt x="13593" y="5368"/>
                  </a:lnTo>
                  <a:lnTo>
                    <a:pt x="13438" y="5252"/>
                  </a:lnTo>
                  <a:lnTo>
                    <a:pt x="13245" y="5136"/>
                  </a:lnTo>
                  <a:lnTo>
                    <a:pt x="13091" y="5136"/>
                  </a:lnTo>
                  <a:lnTo>
                    <a:pt x="12820" y="3823"/>
                  </a:lnTo>
                  <a:lnTo>
                    <a:pt x="12511" y="2549"/>
                  </a:lnTo>
                  <a:lnTo>
                    <a:pt x="12164" y="1275"/>
                  </a:lnTo>
                  <a:lnTo>
                    <a:pt x="117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7" name="Google Shape;3287;p15"/>
            <p:cNvSpPr/>
            <p:nvPr/>
          </p:nvSpPr>
          <p:spPr>
            <a:xfrm>
              <a:off x="6761125" y="1916725"/>
              <a:ext cx="121675" cy="144825"/>
            </a:xfrm>
            <a:custGeom>
              <a:avLst/>
              <a:gdLst/>
              <a:ahLst/>
              <a:cxnLst/>
              <a:rect l="l" t="t" r="r" b="b"/>
              <a:pathLst>
                <a:path w="4867" h="5793" extrusionOk="0">
                  <a:moveTo>
                    <a:pt x="155" y="0"/>
                  </a:moveTo>
                  <a:lnTo>
                    <a:pt x="1" y="155"/>
                  </a:lnTo>
                  <a:lnTo>
                    <a:pt x="1198" y="1545"/>
                  </a:lnTo>
                  <a:lnTo>
                    <a:pt x="2356" y="2935"/>
                  </a:lnTo>
                  <a:lnTo>
                    <a:pt x="2897" y="3630"/>
                  </a:lnTo>
                  <a:lnTo>
                    <a:pt x="3476" y="4402"/>
                  </a:lnTo>
                  <a:lnTo>
                    <a:pt x="4055" y="5098"/>
                  </a:lnTo>
                  <a:lnTo>
                    <a:pt x="4326" y="5445"/>
                  </a:lnTo>
                  <a:lnTo>
                    <a:pt x="4634" y="5793"/>
                  </a:lnTo>
                  <a:lnTo>
                    <a:pt x="4828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4" y="5252"/>
                  </a:lnTo>
                  <a:lnTo>
                    <a:pt x="4403" y="4866"/>
                  </a:lnTo>
                  <a:lnTo>
                    <a:pt x="3862" y="4171"/>
                  </a:lnTo>
                  <a:lnTo>
                    <a:pt x="2704" y="2781"/>
                  </a:lnTo>
                  <a:lnTo>
                    <a:pt x="1468" y="1352"/>
                  </a:lnTo>
                  <a:lnTo>
                    <a:pt x="812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8" name="Google Shape;3288;p15"/>
            <p:cNvSpPr/>
            <p:nvPr/>
          </p:nvSpPr>
          <p:spPr>
            <a:xfrm>
              <a:off x="5030225" y="1918650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5" y="1"/>
                  </a:moveTo>
                  <a:lnTo>
                    <a:pt x="348" y="889"/>
                  </a:lnTo>
                  <a:lnTo>
                    <a:pt x="232" y="1816"/>
                  </a:lnTo>
                  <a:lnTo>
                    <a:pt x="155" y="3630"/>
                  </a:lnTo>
                  <a:lnTo>
                    <a:pt x="0" y="7260"/>
                  </a:lnTo>
                  <a:lnTo>
                    <a:pt x="193" y="7260"/>
                  </a:lnTo>
                  <a:lnTo>
                    <a:pt x="425" y="5484"/>
                  </a:lnTo>
                  <a:lnTo>
                    <a:pt x="579" y="3669"/>
                  </a:lnTo>
                  <a:lnTo>
                    <a:pt x="695" y="1854"/>
                  </a:lnTo>
                  <a:lnTo>
                    <a:pt x="695" y="927"/>
                  </a:lnTo>
                  <a:lnTo>
                    <a:pt x="695" y="39"/>
                  </a:lnTo>
                  <a:lnTo>
                    <a:pt x="42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9" name="Google Shape;3289;p15"/>
            <p:cNvSpPr/>
            <p:nvPr/>
          </p:nvSpPr>
          <p:spPr>
            <a:xfrm>
              <a:off x="6615350" y="1924450"/>
              <a:ext cx="61825" cy="160275"/>
            </a:xfrm>
            <a:custGeom>
              <a:avLst/>
              <a:gdLst/>
              <a:ahLst/>
              <a:cxnLst/>
              <a:rect l="l" t="t" r="r" b="b"/>
              <a:pathLst>
                <a:path w="2473" h="6411" extrusionOk="0">
                  <a:moveTo>
                    <a:pt x="310" y="0"/>
                  </a:moveTo>
                  <a:lnTo>
                    <a:pt x="1" y="78"/>
                  </a:lnTo>
                  <a:lnTo>
                    <a:pt x="194" y="927"/>
                  </a:lnTo>
                  <a:lnTo>
                    <a:pt x="426" y="1777"/>
                  </a:lnTo>
                  <a:lnTo>
                    <a:pt x="657" y="2626"/>
                  </a:lnTo>
                  <a:lnTo>
                    <a:pt x="928" y="3476"/>
                  </a:lnTo>
                  <a:lnTo>
                    <a:pt x="1507" y="5097"/>
                  </a:lnTo>
                  <a:lnTo>
                    <a:pt x="1738" y="5754"/>
                  </a:lnTo>
                  <a:lnTo>
                    <a:pt x="1661" y="5715"/>
                  </a:lnTo>
                  <a:lnTo>
                    <a:pt x="1584" y="5793"/>
                  </a:lnTo>
                  <a:lnTo>
                    <a:pt x="1545" y="5870"/>
                  </a:lnTo>
                  <a:lnTo>
                    <a:pt x="1777" y="5908"/>
                  </a:lnTo>
                  <a:lnTo>
                    <a:pt x="1932" y="6140"/>
                  </a:lnTo>
                  <a:lnTo>
                    <a:pt x="2086" y="6333"/>
                  </a:lnTo>
                  <a:lnTo>
                    <a:pt x="2125" y="6410"/>
                  </a:lnTo>
                  <a:lnTo>
                    <a:pt x="2318" y="6410"/>
                  </a:lnTo>
                  <a:lnTo>
                    <a:pt x="2356" y="6333"/>
                  </a:lnTo>
                  <a:lnTo>
                    <a:pt x="2434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5" y="5599"/>
                  </a:lnTo>
                  <a:lnTo>
                    <a:pt x="1970" y="5213"/>
                  </a:lnTo>
                  <a:lnTo>
                    <a:pt x="1738" y="4441"/>
                  </a:lnTo>
                  <a:lnTo>
                    <a:pt x="1198" y="2935"/>
                  </a:lnTo>
                  <a:lnTo>
                    <a:pt x="734" y="1468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0" name="Google Shape;3290;p15"/>
            <p:cNvSpPr/>
            <p:nvPr/>
          </p:nvSpPr>
          <p:spPr>
            <a:xfrm>
              <a:off x="3366875" y="1926375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1" y="2317"/>
                  </a:lnTo>
                  <a:lnTo>
                    <a:pt x="6449" y="3901"/>
                  </a:lnTo>
                  <a:lnTo>
                    <a:pt x="6527" y="6990"/>
                  </a:lnTo>
                  <a:lnTo>
                    <a:pt x="3515" y="6758"/>
                  </a:lnTo>
                  <a:lnTo>
                    <a:pt x="2009" y="6642"/>
                  </a:lnTo>
                  <a:lnTo>
                    <a:pt x="503" y="6604"/>
                  </a:lnTo>
                  <a:lnTo>
                    <a:pt x="1352" y="5986"/>
                  </a:lnTo>
                  <a:lnTo>
                    <a:pt x="2202" y="5291"/>
                  </a:lnTo>
                  <a:lnTo>
                    <a:pt x="2974" y="4557"/>
                  </a:lnTo>
                  <a:lnTo>
                    <a:pt x="3708" y="3823"/>
                  </a:lnTo>
                  <a:lnTo>
                    <a:pt x="4441" y="3090"/>
                  </a:lnTo>
                  <a:lnTo>
                    <a:pt x="5137" y="2356"/>
                  </a:lnTo>
                  <a:lnTo>
                    <a:pt x="5793" y="1584"/>
                  </a:lnTo>
                  <a:lnTo>
                    <a:pt x="6449" y="773"/>
                  </a:lnTo>
                  <a:close/>
                  <a:moveTo>
                    <a:pt x="6720" y="1"/>
                  </a:moveTo>
                  <a:lnTo>
                    <a:pt x="6643" y="39"/>
                  </a:lnTo>
                  <a:lnTo>
                    <a:pt x="6565" y="39"/>
                  </a:lnTo>
                  <a:lnTo>
                    <a:pt x="6488" y="116"/>
                  </a:lnTo>
                  <a:lnTo>
                    <a:pt x="4982" y="1854"/>
                  </a:lnTo>
                  <a:lnTo>
                    <a:pt x="4210" y="2704"/>
                  </a:lnTo>
                  <a:lnTo>
                    <a:pt x="3438" y="3515"/>
                  </a:lnTo>
                  <a:lnTo>
                    <a:pt x="2588" y="4287"/>
                  </a:lnTo>
                  <a:lnTo>
                    <a:pt x="1738" y="5059"/>
                  </a:lnTo>
                  <a:lnTo>
                    <a:pt x="889" y="5793"/>
                  </a:lnTo>
                  <a:lnTo>
                    <a:pt x="39" y="6604"/>
                  </a:lnTo>
                  <a:lnTo>
                    <a:pt x="1" y="6642"/>
                  </a:lnTo>
                  <a:lnTo>
                    <a:pt x="1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1" y="6913"/>
                  </a:lnTo>
                  <a:lnTo>
                    <a:pt x="39" y="6990"/>
                  </a:lnTo>
                  <a:lnTo>
                    <a:pt x="117" y="7144"/>
                  </a:lnTo>
                  <a:lnTo>
                    <a:pt x="387" y="6990"/>
                  </a:lnTo>
                  <a:lnTo>
                    <a:pt x="1893" y="7144"/>
                  </a:lnTo>
                  <a:lnTo>
                    <a:pt x="3438" y="7299"/>
                  </a:lnTo>
                  <a:lnTo>
                    <a:pt x="6527" y="7453"/>
                  </a:lnTo>
                  <a:lnTo>
                    <a:pt x="6565" y="9307"/>
                  </a:lnTo>
                  <a:lnTo>
                    <a:pt x="6527" y="12628"/>
                  </a:lnTo>
                  <a:lnTo>
                    <a:pt x="6951" y="12628"/>
                  </a:lnTo>
                  <a:lnTo>
                    <a:pt x="6990" y="9461"/>
                  </a:lnTo>
                  <a:lnTo>
                    <a:pt x="6990" y="7492"/>
                  </a:lnTo>
                  <a:lnTo>
                    <a:pt x="8651" y="7569"/>
                  </a:lnTo>
                  <a:lnTo>
                    <a:pt x="10311" y="7646"/>
                  </a:lnTo>
                  <a:lnTo>
                    <a:pt x="10311" y="7183"/>
                  </a:lnTo>
                  <a:lnTo>
                    <a:pt x="8651" y="7106"/>
                  </a:lnTo>
                  <a:lnTo>
                    <a:pt x="6990" y="7028"/>
                  </a:lnTo>
                  <a:lnTo>
                    <a:pt x="7029" y="5368"/>
                  </a:lnTo>
                  <a:lnTo>
                    <a:pt x="6990" y="3708"/>
                  </a:lnTo>
                  <a:lnTo>
                    <a:pt x="6951" y="2047"/>
                  </a:lnTo>
                  <a:lnTo>
                    <a:pt x="6797" y="387"/>
                  </a:lnTo>
                  <a:lnTo>
                    <a:pt x="6990" y="194"/>
                  </a:lnTo>
                  <a:lnTo>
                    <a:pt x="6836" y="39"/>
                  </a:lnTo>
                  <a:lnTo>
                    <a:pt x="67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1" name="Google Shape;3291;p15"/>
            <p:cNvSpPr/>
            <p:nvPr/>
          </p:nvSpPr>
          <p:spPr>
            <a:xfrm>
              <a:off x="6625000" y="1926375"/>
              <a:ext cx="355300" cy="170900"/>
            </a:xfrm>
            <a:custGeom>
              <a:avLst/>
              <a:gdLst/>
              <a:ahLst/>
              <a:cxnLst/>
              <a:rect l="l" t="t" r="r" b="b"/>
              <a:pathLst>
                <a:path w="14212" h="6836" extrusionOk="0">
                  <a:moveTo>
                    <a:pt x="117" y="1"/>
                  </a:moveTo>
                  <a:lnTo>
                    <a:pt x="1" y="39"/>
                  </a:lnTo>
                  <a:lnTo>
                    <a:pt x="1970" y="3206"/>
                  </a:lnTo>
                  <a:lnTo>
                    <a:pt x="4056" y="6333"/>
                  </a:lnTo>
                  <a:lnTo>
                    <a:pt x="3554" y="6295"/>
                  </a:lnTo>
                  <a:lnTo>
                    <a:pt x="3052" y="6179"/>
                  </a:lnTo>
                  <a:lnTo>
                    <a:pt x="2588" y="6024"/>
                  </a:lnTo>
                  <a:lnTo>
                    <a:pt x="2125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6"/>
                  </a:lnTo>
                  <a:lnTo>
                    <a:pt x="3283" y="6642"/>
                  </a:lnTo>
                  <a:lnTo>
                    <a:pt x="3708" y="6720"/>
                  </a:lnTo>
                  <a:lnTo>
                    <a:pt x="4133" y="6797"/>
                  </a:lnTo>
                  <a:lnTo>
                    <a:pt x="4596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9" y="6642"/>
                  </a:lnTo>
                  <a:lnTo>
                    <a:pt x="8149" y="6488"/>
                  </a:lnTo>
                  <a:lnTo>
                    <a:pt x="8960" y="6295"/>
                  </a:lnTo>
                  <a:lnTo>
                    <a:pt x="9771" y="6024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8" y="4673"/>
                  </a:lnTo>
                  <a:lnTo>
                    <a:pt x="12667" y="4403"/>
                  </a:lnTo>
                  <a:lnTo>
                    <a:pt x="12976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8"/>
                  </a:lnTo>
                  <a:lnTo>
                    <a:pt x="13980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3" y="2163"/>
                  </a:lnTo>
                  <a:lnTo>
                    <a:pt x="14173" y="2124"/>
                  </a:lnTo>
                  <a:lnTo>
                    <a:pt x="13864" y="2124"/>
                  </a:lnTo>
                  <a:lnTo>
                    <a:pt x="13825" y="2163"/>
                  </a:lnTo>
                  <a:lnTo>
                    <a:pt x="13555" y="2704"/>
                  </a:lnTo>
                  <a:lnTo>
                    <a:pt x="13207" y="3167"/>
                  </a:lnTo>
                  <a:lnTo>
                    <a:pt x="12860" y="3630"/>
                  </a:lnTo>
                  <a:lnTo>
                    <a:pt x="12474" y="4016"/>
                  </a:lnTo>
                  <a:lnTo>
                    <a:pt x="12010" y="4364"/>
                  </a:lnTo>
                  <a:lnTo>
                    <a:pt x="11547" y="4712"/>
                  </a:lnTo>
                  <a:lnTo>
                    <a:pt x="11083" y="4982"/>
                  </a:lnTo>
                  <a:lnTo>
                    <a:pt x="10543" y="5252"/>
                  </a:lnTo>
                  <a:lnTo>
                    <a:pt x="10350" y="5252"/>
                  </a:lnTo>
                  <a:lnTo>
                    <a:pt x="10350" y="5368"/>
                  </a:lnTo>
                  <a:lnTo>
                    <a:pt x="10273" y="5368"/>
                  </a:lnTo>
                  <a:lnTo>
                    <a:pt x="10079" y="5407"/>
                  </a:lnTo>
                  <a:lnTo>
                    <a:pt x="10157" y="5445"/>
                  </a:lnTo>
                  <a:lnTo>
                    <a:pt x="9500" y="5677"/>
                  </a:lnTo>
                  <a:lnTo>
                    <a:pt x="8844" y="5870"/>
                  </a:lnTo>
                  <a:lnTo>
                    <a:pt x="7840" y="6102"/>
                  </a:lnTo>
                  <a:lnTo>
                    <a:pt x="6759" y="6295"/>
                  </a:lnTo>
                  <a:lnTo>
                    <a:pt x="6218" y="6333"/>
                  </a:lnTo>
                  <a:lnTo>
                    <a:pt x="5677" y="6411"/>
                  </a:lnTo>
                  <a:lnTo>
                    <a:pt x="4558" y="6411"/>
                  </a:lnTo>
                  <a:lnTo>
                    <a:pt x="4596" y="6295"/>
                  </a:lnTo>
                  <a:lnTo>
                    <a:pt x="4364" y="6256"/>
                  </a:lnTo>
                  <a:lnTo>
                    <a:pt x="3399" y="4634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2" name="Google Shape;3292;p15"/>
            <p:cNvSpPr/>
            <p:nvPr/>
          </p:nvSpPr>
          <p:spPr>
            <a:xfrm>
              <a:off x="3536800" y="1931200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3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6" y="7492"/>
                  </a:lnTo>
                  <a:lnTo>
                    <a:pt x="6371" y="7453"/>
                  </a:lnTo>
                  <a:lnTo>
                    <a:pt x="6371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59" y="12087"/>
                  </a:lnTo>
                  <a:lnTo>
                    <a:pt x="1583" y="14983"/>
                  </a:lnTo>
                  <a:lnTo>
                    <a:pt x="772" y="16451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50"/>
                  </a:lnTo>
                  <a:lnTo>
                    <a:pt x="1158" y="16759"/>
                  </a:lnTo>
                  <a:lnTo>
                    <a:pt x="1969" y="15369"/>
                  </a:lnTo>
                  <a:lnTo>
                    <a:pt x="2780" y="13979"/>
                  </a:lnTo>
                  <a:lnTo>
                    <a:pt x="3591" y="12589"/>
                  </a:lnTo>
                  <a:lnTo>
                    <a:pt x="4441" y="11199"/>
                  </a:lnTo>
                  <a:lnTo>
                    <a:pt x="5290" y="9809"/>
                  </a:lnTo>
                  <a:lnTo>
                    <a:pt x="5715" y="9191"/>
                  </a:lnTo>
                  <a:lnTo>
                    <a:pt x="6178" y="8612"/>
                  </a:lnTo>
                  <a:lnTo>
                    <a:pt x="6603" y="8033"/>
                  </a:lnTo>
                  <a:lnTo>
                    <a:pt x="6989" y="7453"/>
                  </a:lnTo>
                  <a:lnTo>
                    <a:pt x="6989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89" y="7067"/>
                  </a:lnTo>
                  <a:lnTo>
                    <a:pt x="6873" y="7029"/>
                  </a:lnTo>
                  <a:lnTo>
                    <a:pt x="6835" y="7029"/>
                  </a:lnTo>
                  <a:lnTo>
                    <a:pt x="6101" y="6102"/>
                  </a:lnTo>
                  <a:lnTo>
                    <a:pt x="5290" y="5175"/>
                  </a:lnTo>
                  <a:lnTo>
                    <a:pt x="3668" y="3437"/>
                  </a:lnTo>
                  <a:lnTo>
                    <a:pt x="1969" y="1700"/>
                  </a:lnTo>
                  <a:lnTo>
                    <a:pt x="1081" y="812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3" name="Google Shape;3293;p15"/>
            <p:cNvSpPr/>
            <p:nvPr/>
          </p:nvSpPr>
          <p:spPr>
            <a:xfrm>
              <a:off x="902300" y="1957275"/>
              <a:ext cx="17400" cy="181500"/>
            </a:xfrm>
            <a:custGeom>
              <a:avLst/>
              <a:gdLst/>
              <a:ahLst/>
              <a:cxnLst/>
              <a:rect l="l" t="t" r="r" b="b"/>
              <a:pathLst>
                <a:path w="696" h="7260" extrusionOk="0">
                  <a:moveTo>
                    <a:pt x="425" y="0"/>
                  </a:moveTo>
                  <a:lnTo>
                    <a:pt x="348" y="888"/>
                  </a:lnTo>
                  <a:lnTo>
                    <a:pt x="232" y="1815"/>
                  </a:lnTo>
                  <a:lnTo>
                    <a:pt x="154" y="3630"/>
                  </a:lnTo>
                  <a:lnTo>
                    <a:pt x="0" y="7260"/>
                  </a:lnTo>
                  <a:lnTo>
                    <a:pt x="193" y="7260"/>
                  </a:lnTo>
                  <a:lnTo>
                    <a:pt x="425" y="5484"/>
                  </a:lnTo>
                  <a:lnTo>
                    <a:pt x="579" y="3669"/>
                  </a:lnTo>
                  <a:lnTo>
                    <a:pt x="695" y="1854"/>
                  </a:lnTo>
                  <a:lnTo>
                    <a:pt x="695" y="927"/>
                  </a:lnTo>
                  <a:lnTo>
                    <a:pt x="695" y="39"/>
                  </a:lnTo>
                  <a:lnTo>
                    <a:pt x="42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4" name="Google Shape;3294;p15"/>
            <p:cNvSpPr/>
            <p:nvPr/>
          </p:nvSpPr>
          <p:spPr>
            <a:xfrm>
              <a:off x="4880575" y="1957275"/>
              <a:ext cx="30925" cy="168950"/>
            </a:xfrm>
            <a:custGeom>
              <a:avLst/>
              <a:gdLst/>
              <a:ahLst/>
              <a:cxnLst/>
              <a:rect l="l" t="t" r="r" b="b"/>
              <a:pathLst>
                <a:path w="1237" h="6758" extrusionOk="0">
                  <a:moveTo>
                    <a:pt x="1121" y="0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7"/>
                  </a:lnTo>
                  <a:lnTo>
                    <a:pt x="850" y="116"/>
                  </a:lnTo>
                  <a:lnTo>
                    <a:pt x="542" y="1738"/>
                  </a:lnTo>
                  <a:lnTo>
                    <a:pt x="310" y="3398"/>
                  </a:lnTo>
                  <a:lnTo>
                    <a:pt x="117" y="5059"/>
                  </a:lnTo>
                  <a:lnTo>
                    <a:pt x="1" y="6719"/>
                  </a:lnTo>
                  <a:lnTo>
                    <a:pt x="233" y="6758"/>
                  </a:lnTo>
                  <a:lnTo>
                    <a:pt x="503" y="5136"/>
                  </a:lnTo>
                  <a:lnTo>
                    <a:pt x="773" y="3514"/>
                  </a:lnTo>
                  <a:lnTo>
                    <a:pt x="966" y="1854"/>
                  </a:lnTo>
                  <a:lnTo>
                    <a:pt x="1082" y="232"/>
                  </a:lnTo>
                  <a:lnTo>
                    <a:pt x="1237" y="77"/>
                  </a:lnTo>
                  <a:lnTo>
                    <a:pt x="1237" y="39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5" name="Google Shape;3295;p15"/>
            <p:cNvSpPr/>
            <p:nvPr/>
          </p:nvSpPr>
          <p:spPr>
            <a:xfrm>
              <a:off x="4907625" y="1959200"/>
              <a:ext cx="121650" cy="144825"/>
            </a:xfrm>
            <a:custGeom>
              <a:avLst/>
              <a:gdLst/>
              <a:ahLst/>
              <a:cxnLst/>
              <a:rect l="l" t="t" r="r" b="b"/>
              <a:pathLst>
                <a:path w="4866" h="5793" extrusionOk="0">
                  <a:moveTo>
                    <a:pt x="155" y="0"/>
                  </a:moveTo>
                  <a:lnTo>
                    <a:pt x="0" y="155"/>
                  </a:lnTo>
                  <a:lnTo>
                    <a:pt x="1197" y="1545"/>
                  </a:lnTo>
                  <a:lnTo>
                    <a:pt x="2356" y="2935"/>
                  </a:lnTo>
                  <a:lnTo>
                    <a:pt x="2896" y="3630"/>
                  </a:lnTo>
                  <a:lnTo>
                    <a:pt x="3475" y="4403"/>
                  </a:lnTo>
                  <a:lnTo>
                    <a:pt x="4055" y="5098"/>
                  </a:lnTo>
                  <a:lnTo>
                    <a:pt x="4325" y="5445"/>
                  </a:lnTo>
                  <a:lnTo>
                    <a:pt x="4634" y="5793"/>
                  </a:lnTo>
                  <a:lnTo>
                    <a:pt x="4827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4" y="5252"/>
                  </a:lnTo>
                  <a:lnTo>
                    <a:pt x="4402" y="4866"/>
                  </a:lnTo>
                  <a:lnTo>
                    <a:pt x="3862" y="4171"/>
                  </a:lnTo>
                  <a:lnTo>
                    <a:pt x="2703" y="2781"/>
                  </a:lnTo>
                  <a:lnTo>
                    <a:pt x="1467" y="1352"/>
                  </a:lnTo>
                  <a:lnTo>
                    <a:pt x="811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6" name="Google Shape;3296;p15"/>
            <p:cNvSpPr/>
            <p:nvPr/>
          </p:nvSpPr>
          <p:spPr>
            <a:xfrm>
              <a:off x="4761850" y="1966925"/>
              <a:ext cx="61800" cy="160275"/>
            </a:xfrm>
            <a:custGeom>
              <a:avLst/>
              <a:gdLst/>
              <a:ahLst/>
              <a:cxnLst/>
              <a:rect l="l" t="t" r="r" b="b"/>
              <a:pathLst>
                <a:path w="2472" h="6411" extrusionOk="0">
                  <a:moveTo>
                    <a:pt x="309" y="0"/>
                  </a:moveTo>
                  <a:lnTo>
                    <a:pt x="0" y="78"/>
                  </a:lnTo>
                  <a:lnTo>
                    <a:pt x="193" y="927"/>
                  </a:lnTo>
                  <a:lnTo>
                    <a:pt x="425" y="1777"/>
                  </a:lnTo>
                  <a:lnTo>
                    <a:pt x="657" y="2626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4"/>
                  </a:lnTo>
                  <a:lnTo>
                    <a:pt x="1661" y="5715"/>
                  </a:lnTo>
                  <a:lnTo>
                    <a:pt x="1583" y="5793"/>
                  </a:lnTo>
                  <a:lnTo>
                    <a:pt x="1545" y="5870"/>
                  </a:lnTo>
                  <a:lnTo>
                    <a:pt x="1777" y="5908"/>
                  </a:lnTo>
                  <a:lnTo>
                    <a:pt x="1931" y="6140"/>
                  </a:lnTo>
                  <a:lnTo>
                    <a:pt x="2085" y="6333"/>
                  </a:lnTo>
                  <a:lnTo>
                    <a:pt x="2124" y="6410"/>
                  </a:lnTo>
                  <a:lnTo>
                    <a:pt x="2317" y="6410"/>
                  </a:lnTo>
                  <a:lnTo>
                    <a:pt x="2356" y="6333"/>
                  </a:lnTo>
                  <a:lnTo>
                    <a:pt x="2433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4" y="5600"/>
                  </a:lnTo>
                  <a:lnTo>
                    <a:pt x="1970" y="5213"/>
                  </a:lnTo>
                  <a:lnTo>
                    <a:pt x="1738" y="4441"/>
                  </a:lnTo>
                  <a:lnTo>
                    <a:pt x="1197" y="2935"/>
                  </a:lnTo>
                  <a:lnTo>
                    <a:pt x="734" y="1468"/>
                  </a:lnTo>
                  <a:lnTo>
                    <a:pt x="30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7" name="Google Shape;3297;p15"/>
            <p:cNvSpPr/>
            <p:nvPr/>
          </p:nvSpPr>
          <p:spPr>
            <a:xfrm>
              <a:off x="4771500" y="1968850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1"/>
                  </a:moveTo>
                  <a:lnTo>
                    <a:pt x="0" y="39"/>
                  </a:lnTo>
                  <a:lnTo>
                    <a:pt x="1970" y="3206"/>
                  </a:lnTo>
                  <a:lnTo>
                    <a:pt x="4055" y="6333"/>
                  </a:lnTo>
                  <a:lnTo>
                    <a:pt x="3553" y="6295"/>
                  </a:lnTo>
                  <a:lnTo>
                    <a:pt x="3051" y="6179"/>
                  </a:lnTo>
                  <a:lnTo>
                    <a:pt x="2588" y="6025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7"/>
                  </a:lnTo>
                  <a:lnTo>
                    <a:pt x="3283" y="6642"/>
                  </a:lnTo>
                  <a:lnTo>
                    <a:pt x="3707" y="6720"/>
                  </a:lnTo>
                  <a:lnTo>
                    <a:pt x="4132" y="6797"/>
                  </a:lnTo>
                  <a:lnTo>
                    <a:pt x="4596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9" y="6642"/>
                  </a:lnTo>
                  <a:lnTo>
                    <a:pt x="8148" y="6488"/>
                  </a:lnTo>
                  <a:lnTo>
                    <a:pt x="8959" y="6295"/>
                  </a:lnTo>
                  <a:lnTo>
                    <a:pt x="9770" y="6025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7" y="4673"/>
                  </a:lnTo>
                  <a:lnTo>
                    <a:pt x="12666" y="4403"/>
                  </a:lnTo>
                  <a:lnTo>
                    <a:pt x="12975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8"/>
                  </a:lnTo>
                  <a:lnTo>
                    <a:pt x="13979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2" y="2163"/>
                  </a:lnTo>
                  <a:lnTo>
                    <a:pt x="14172" y="2124"/>
                  </a:lnTo>
                  <a:lnTo>
                    <a:pt x="13863" y="2124"/>
                  </a:lnTo>
                  <a:lnTo>
                    <a:pt x="13825" y="2163"/>
                  </a:lnTo>
                  <a:lnTo>
                    <a:pt x="13554" y="2704"/>
                  </a:lnTo>
                  <a:lnTo>
                    <a:pt x="13207" y="3167"/>
                  </a:lnTo>
                  <a:lnTo>
                    <a:pt x="12859" y="3630"/>
                  </a:lnTo>
                  <a:lnTo>
                    <a:pt x="12473" y="4017"/>
                  </a:lnTo>
                  <a:lnTo>
                    <a:pt x="12010" y="4364"/>
                  </a:lnTo>
                  <a:lnTo>
                    <a:pt x="11546" y="4712"/>
                  </a:lnTo>
                  <a:lnTo>
                    <a:pt x="11083" y="4982"/>
                  </a:lnTo>
                  <a:lnTo>
                    <a:pt x="10542" y="5252"/>
                  </a:lnTo>
                  <a:lnTo>
                    <a:pt x="10349" y="5252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7"/>
                  </a:lnTo>
                  <a:lnTo>
                    <a:pt x="10156" y="5445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2"/>
                  </a:lnTo>
                  <a:lnTo>
                    <a:pt x="6758" y="6295"/>
                  </a:lnTo>
                  <a:lnTo>
                    <a:pt x="6217" y="6333"/>
                  </a:lnTo>
                  <a:lnTo>
                    <a:pt x="5677" y="6411"/>
                  </a:lnTo>
                  <a:lnTo>
                    <a:pt x="4557" y="6411"/>
                  </a:lnTo>
                  <a:lnTo>
                    <a:pt x="4596" y="6295"/>
                  </a:lnTo>
                  <a:lnTo>
                    <a:pt x="4364" y="6256"/>
                  </a:lnTo>
                  <a:lnTo>
                    <a:pt x="3399" y="4634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8" name="Google Shape;3298;p15"/>
            <p:cNvSpPr/>
            <p:nvPr/>
          </p:nvSpPr>
          <p:spPr>
            <a:xfrm>
              <a:off x="5286050" y="1976575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0" y="2317"/>
                  </a:lnTo>
                  <a:lnTo>
                    <a:pt x="6449" y="3901"/>
                  </a:lnTo>
                  <a:lnTo>
                    <a:pt x="6526" y="6990"/>
                  </a:lnTo>
                  <a:lnTo>
                    <a:pt x="3514" y="6758"/>
                  </a:lnTo>
                  <a:lnTo>
                    <a:pt x="2008" y="6642"/>
                  </a:lnTo>
                  <a:lnTo>
                    <a:pt x="502" y="6604"/>
                  </a:lnTo>
                  <a:lnTo>
                    <a:pt x="1352" y="5986"/>
                  </a:lnTo>
                  <a:lnTo>
                    <a:pt x="2201" y="5291"/>
                  </a:lnTo>
                  <a:lnTo>
                    <a:pt x="2973" y="4557"/>
                  </a:lnTo>
                  <a:lnTo>
                    <a:pt x="3707" y="3823"/>
                  </a:lnTo>
                  <a:lnTo>
                    <a:pt x="4441" y="3090"/>
                  </a:lnTo>
                  <a:lnTo>
                    <a:pt x="5136" y="2356"/>
                  </a:lnTo>
                  <a:lnTo>
                    <a:pt x="5792" y="1584"/>
                  </a:lnTo>
                  <a:lnTo>
                    <a:pt x="6449" y="773"/>
                  </a:lnTo>
                  <a:close/>
                  <a:moveTo>
                    <a:pt x="6719" y="1"/>
                  </a:moveTo>
                  <a:lnTo>
                    <a:pt x="6642" y="39"/>
                  </a:lnTo>
                  <a:lnTo>
                    <a:pt x="6565" y="39"/>
                  </a:lnTo>
                  <a:lnTo>
                    <a:pt x="6487" y="116"/>
                  </a:lnTo>
                  <a:lnTo>
                    <a:pt x="4981" y="1854"/>
                  </a:lnTo>
                  <a:lnTo>
                    <a:pt x="4209" y="2704"/>
                  </a:lnTo>
                  <a:lnTo>
                    <a:pt x="3437" y="3514"/>
                  </a:lnTo>
                  <a:lnTo>
                    <a:pt x="2587" y="4287"/>
                  </a:lnTo>
                  <a:lnTo>
                    <a:pt x="1738" y="5059"/>
                  </a:lnTo>
                  <a:lnTo>
                    <a:pt x="888" y="5793"/>
                  </a:lnTo>
                  <a:lnTo>
                    <a:pt x="39" y="6604"/>
                  </a:lnTo>
                  <a:lnTo>
                    <a:pt x="0" y="6642"/>
                  </a:lnTo>
                  <a:lnTo>
                    <a:pt x="0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0" y="6913"/>
                  </a:lnTo>
                  <a:lnTo>
                    <a:pt x="39" y="6990"/>
                  </a:lnTo>
                  <a:lnTo>
                    <a:pt x="116" y="7144"/>
                  </a:lnTo>
                  <a:lnTo>
                    <a:pt x="386" y="6990"/>
                  </a:lnTo>
                  <a:lnTo>
                    <a:pt x="1892" y="7144"/>
                  </a:lnTo>
                  <a:lnTo>
                    <a:pt x="3437" y="7299"/>
                  </a:lnTo>
                  <a:lnTo>
                    <a:pt x="6526" y="7453"/>
                  </a:lnTo>
                  <a:lnTo>
                    <a:pt x="6565" y="9307"/>
                  </a:lnTo>
                  <a:lnTo>
                    <a:pt x="6526" y="12628"/>
                  </a:lnTo>
                  <a:lnTo>
                    <a:pt x="6951" y="12628"/>
                  </a:lnTo>
                  <a:lnTo>
                    <a:pt x="6989" y="9461"/>
                  </a:lnTo>
                  <a:lnTo>
                    <a:pt x="6989" y="7492"/>
                  </a:lnTo>
                  <a:lnTo>
                    <a:pt x="8650" y="7569"/>
                  </a:lnTo>
                  <a:lnTo>
                    <a:pt x="10310" y="7646"/>
                  </a:lnTo>
                  <a:lnTo>
                    <a:pt x="10310" y="7183"/>
                  </a:lnTo>
                  <a:lnTo>
                    <a:pt x="8650" y="7106"/>
                  </a:lnTo>
                  <a:lnTo>
                    <a:pt x="6989" y="7028"/>
                  </a:lnTo>
                  <a:lnTo>
                    <a:pt x="7028" y="5368"/>
                  </a:lnTo>
                  <a:lnTo>
                    <a:pt x="6989" y="3708"/>
                  </a:lnTo>
                  <a:lnTo>
                    <a:pt x="6951" y="2047"/>
                  </a:lnTo>
                  <a:lnTo>
                    <a:pt x="6796" y="387"/>
                  </a:lnTo>
                  <a:lnTo>
                    <a:pt x="6989" y="194"/>
                  </a:lnTo>
                  <a:lnTo>
                    <a:pt x="6835" y="39"/>
                  </a:lnTo>
                  <a:lnTo>
                    <a:pt x="679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9" name="Google Shape;3299;p15"/>
            <p:cNvSpPr/>
            <p:nvPr/>
          </p:nvSpPr>
          <p:spPr>
            <a:xfrm>
              <a:off x="5455950" y="1981400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4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7" y="7492"/>
                  </a:lnTo>
                  <a:lnTo>
                    <a:pt x="6372" y="7453"/>
                  </a:lnTo>
                  <a:lnTo>
                    <a:pt x="6372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60" y="12087"/>
                  </a:lnTo>
                  <a:lnTo>
                    <a:pt x="1584" y="14983"/>
                  </a:lnTo>
                  <a:lnTo>
                    <a:pt x="773" y="16450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50"/>
                  </a:lnTo>
                  <a:lnTo>
                    <a:pt x="1159" y="16759"/>
                  </a:lnTo>
                  <a:lnTo>
                    <a:pt x="1970" y="15369"/>
                  </a:lnTo>
                  <a:lnTo>
                    <a:pt x="2781" y="13979"/>
                  </a:lnTo>
                  <a:lnTo>
                    <a:pt x="3592" y="12589"/>
                  </a:lnTo>
                  <a:lnTo>
                    <a:pt x="4441" y="11199"/>
                  </a:lnTo>
                  <a:lnTo>
                    <a:pt x="5291" y="9809"/>
                  </a:lnTo>
                  <a:lnTo>
                    <a:pt x="5715" y="9191"/>
                  </a:lnTo>
                  <a:lnTo>
                    <a:pt x="6179" y="8612"/>
                  </a:lnTo>
                  <a:lnTo>
                    <a:pt x="6603" y="8032"/>
                  </a:lnTo>
                  <a:lnTo>
                    <a:pt x="6990" y="7453"/>
                  </a:lnTo>
                  <a:lnTo>
                    <a:pt x="6990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90" y="7067"/>
                  </a:lnTo>
                  <a:lnTo>
                    <a:pt x="6874" y="7028"/>
                  </a:lnTo>
                  <a:lnTo>
                    <a:pt x="6835" y="7028"/>
                  </a:lnTo>
                  <a:lnTo>
                    <a:pt x="6102" y="6102"/>
                  </a:lnTo>
                  <a:lnTo>
                    <a:pt x="5291" y="5175"/>
                  </a:lnTo>
                  <a:lnTo>
                    <a:pt x="3669" y="3437"/>
                  </a:lnTo>
                  <a:lnTo>
                    <a:pt x="1970" y="1700"/>
                  </a:lnTo>
                  <a:lnTo>
                    <a:pt x="1082" y="812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0" name="Google Shape;3300;p15"/>
            <p:cNvSpPr/>
            <p:nvPr/>
          </p:nvSpPr>
          <p:spPr>
            <a:xfrm>
              <a:off x="752650" y="1995875"/>
              <a:ext cx="30925" cy="168975"/>
            </a:xfrm>
            <a:custGeom>
              <a:avLst/>
              <a:gdLst/>
              <a:ahLst/>
              <a:cxnLst/>
              <a:rect l="l" t="t" r="r" b="b"/>
              <a:pathLst>
                <a:path w="1237" h="6759" extrusionOk="0">
                  <a:moveTo>
                    <a:pt x="1121" y="1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8"/>
                  </a:lnTo>
                  <a:lnTo>
                    <a:pt x="850" y="117"/>
                  </a:lnTo>
                  <a:lnTo>
                    <a:pt x="541" y="1738"/>
                  </a:lnTo>
                  <a:lnTo>
                    <a:pt x="310" y="3399"/>
                  </a:lnTo>
                  <a:lnTo>
                    <a:pt x="117" y="5059"/>
                  </a:lnTo>
                  <a:lnTo>
                    <a:pt x="1" y="6720"/>
                  </a:lnTo>
                  <a:lnTo>
                    <a:pt x="232" y="6758"/>
                  </a:lnTo>
                  <a:lnTo>
                    <a:pt x="503" y="5137"/>
                  </a:lnTo>
                  <a:lnTo>
                    <a:pt x="773" y="3515"/>
                  </a:lnTo>
                  <a:lnTo>
                    <a:pt x="966" y="1854"/>
                  </a:lnTo>
                  <a:lnTo>
                    <a:pt x="1082" y="233"/>
                  </a:lnTo>
                  <a:lnTo>
                    <a:pt x="1236" y="78"/>
                  </a:lnTo>
                  <a:lnTo>
                    <a:pt x="1236" y="39"/>
                  </a:lnTo>
                  <a:lnTo>
                    <a:pt x="11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1" name="Google Shape;3301;p15"/>
            <p:cNvSpPr/>
            <p:nvPr/>
          </p:nvSpPr>
          <p:spPr>
            <a:xfrm>
              <a:off x="779675" y="1997825"/>
              <a:ext cx="121675" cy="144825"/>
            </a:xfrm>
            <a:custGeom>
              <a:avLst/>
              <a:gdLst/>
              <a:ahLst/>
              <a:cxnLst/>
              <a:rect l="l" t="t" r="r" b="b"/>
              <a:pathLst>
                <a:path w="4867" h="5793" extrusionOk="0">
                  <a:moveTo>
                    <a:pt x="155" y="0"/>
                  </a:moveTo>
                  <a:lnTo>
                    <a:pt x="1" y="155"/>
                  </a:lnTo>
                  <a:lnTo>
                    <a:pt x="1198" y="1545"/>
                  </a:lnTo>
                  <a:lnTo>
                    <a:pt x="2356" y="2935"/>
                  </a:lnTo>
                  <a:lnTo>
                    <a:pt x="2897" y="3630"/>
                  </a:lnTo>
                  <a:lnTo>
                    <a:pt x="3476" y="4402"/>
                  </a:lnTo>
                  <a:lnTo>
                    <a:pt x="4056" y="5097"/>
                  </a:lnTo>
                  <a:lnTo>
                    <a:pt x="4326" y="5445"/>
                  </a:lnTo>
                  <a:lnTo>
                    <a:pt x="4635" y="5792"/>
                  </a:lnTo>
                  <a:lnTo>
                    <a:pt x="4828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5" y="5252"/>
                  </a:lnTo>
                  <a:lnTo>
                    <a:pt x="4403" y="4866"/>
                  </a:lnTo>
                  <a:lnTo>
                    <a:pt x="3862" y="4170"/>
                  </a:lnTo>
                  <a:lnTo>
                    <a:pt x="2704" y="2780"/>
                  </a:lnTo>
                  <a:lnTo>
                    <a:pt x="1468" y="1352"/>
                  </a:lnTo>
                  <a:lnTo>
                    <a:pt x="812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2" name="Google Shape;3302;p15"/>
            <p:cNvSpPr/>
            <p:nvPr/>
          </p:nvSpPr>
          <p:spPr>
            <a:xfrm>
              <a:off x="2839800" y="2000700"/>
              <a:ext cx="270325" cy="209525"/>
            </a:xfrm>
            <a:custGeom>
              <a:avLst/>
              <a:gdLst/>
              <a:ahLst/>
              <a:cxnLst/>
              <a:rect l="l" t="t" r="r" b="b"/>
              <a:pathLst>
                <a:path w="10813" h="8381" extrusionOk="0">
                  <a:moveTo>
                    <a:pt x="10233" y="1"/>
                  </a:moveTo>
                  <a:lnTo>
                    <a:pt x="10156" y="78"/>
                  </a:lnTo>
                  <a:lnTo>
                    <a:pt x="10117" y="155"/>
                  </a:lnTo>
                  <a:lnTo>
                    <a:pt x="10079" y="233"/>
                  </a:lnTo>
                  <a:lnTo>
                    <a:pt x="10079" y="348"/>
                  </a:lnTo>
                  <a:lnTo>
                    <a:pt x="10156" y="426"/>
                  </a:lnTo>
                  <a:lnTo>
                    <a:pt x="10272" y="580"/>
                  </a:lnTo>
                  <a:lnTo>
                    <a:pt x="10310" y="735"/>
                  </a:lnTo>
                  <a:lnTo>
                    <a:pt x="10349" y="928"/>
                  </a:lnTo>
                  <a:lnTo>
                    <a:pt x="10310" y="1121"/>
                  </a:lnTo>
                  <a:lnTo>
                    <a:pt x="10233" y="1275"/>
                  </a:lnTo>
                  <a:lnTo>
                    <a:pt x="10156" y="1468"/>
                  </a:lnTo>
                  <a:lnTo>
                    <a:pt x="9847" y="1854"/>
                  </a:lnTo>
                  <a:lnTo>
                    <a:pt x="9538" y="2202"/>
                  </a:lnTo>
                  <a:lnTo>
                    <a:pt x="9152" y="2511"/>
                  </a:lnTo>
                  <a:lnTo>
                    <a:pt x="8611" y="3013"/>
                  </a:lnTo>
                  <a:lnTo>
                    <a:pt x="8264" y="3283"/>
                  </a:lnTo>
                  <a:lnTo>
                    <a:pt x="8225" y="3206"/>
                  </a:lnTo>
                  <a:lnTo>
                    <a:pt x="8148" y="3129"/>
                  </a:lnTo>
                  <a:lnTo>
                    <a:pt x="7607" y="2820"/>
                  </a:lnTo>
                  <a:lnTo>
                    <a:pt x="7144" y="2434"/>
                  </a:lnTo>
                  <a:lnTo>
                    <a:pt x="6912" y="2665"/>
                  </a:lnTo>
                  <a:lnTo>
                    <a:pt x="7105" y="2936"/>
                  </a:lnTo>
                  <a:lnTo>
                    <a:pt x="7376" y="3167"/>
                  </a:lnTo>
                  <a:lnTo>
                    <a:pt x="7646" y="3399"/>
                  </a:lnTo>
                  <a:lnTo>
                    <a:pt x="7955" y="3553"/>
                  </a:lnTo>
                  <a:lnTo>
                    <a:pt x="7028" y="4287"/>
                  </a:lnTo>
                  <a:lnTo>
                    <a:pt x="6101" y="4982"/>
                  </a:lnTo>
                  <a:lnTo>
                    <a:pt x="4943" y="5793"/>
                  </a:lnTo>
                  <a:lnTo>
                    <a:pt x="3746" y="6527"/>
                  </a:lnTo>
                  <a:lnTo>
                    <a:pt x="3553" y="6681"/>
                  </a:lnTo>
                  <a:lnTo>
                    <a:pt x="3475" y="6334"/>
                  </a:lnTo>
                  <a:lnTo>
                    <a:pt x="3321" y="6025"/>
                  </a:lnTo>
                  <a:lnTo>
                    <a:pt x="3128" y="5716"/>
                  </a:lnTo>
                  <a:lnTo>
                    <a:pt x="2896" y="5446"/>
                  </a:lnTo>
                  <a:lnTo>
                    <a:pt x="2626" y="5677"/>
                  </a:lnTo>
                  <a:lnTo>
                    <a:pt x="2819" y="5909"/>
                  </a:lnTo>
                  <a:lnTo>
                    <a:pt x="2935" y="6179"/>
                  </a:lnTo>
                  <a:lnTo>
                    <a:pt x="3051" y="6565"/>
                  </a:lnTo>
                  <a:lnTo>
                    <a:pt x="3128" y="6952"/>
                  </a:lnTo>
                  <a:lnTo>
                    <a:pt x="2317" y="7376"/>
                  </a:lnTo>
                  <a:lnTo>
                    <a:pt x="1892" y="7608"/>
                  </a:lnTo>
                  <a:lnTo>
                    <a:pt x="1467" y="7762"/>
                  </a:lnTo>
                  <a:lnTo>
                    <a:pt x="1081" y="7878"/>
                  </a:lnTo>
                  <a:lnTo>
                    <a:pt x="927" y="7917"/>
                  </a:lnTo>
                  <a:lnTo>
                    <a:pt x="772" y="7917"/>
                  </a:lnTo>
                  <a:lnTo>
                    <a:pt x="618" y="7878"/>
                  </a:lnTo>
                  <a:lnTo>
                    <a:pt x="502" y="7840"/>
                  </a:lnTo>
                  <a:lnTo>
                    <a:pt x="386" y="7724"/>
                  </a:lnTo>
                  <a:lnTo>
                    <a:pt x="309" y="7608"/>
                  </a:lnTo>
                  <a:lnTo>
                    <a:pt x="270" y="7569"/>
                  </a:lnTo>
                  <a:lnTo>
                    <a:pt x="232" y="7531"/>
                  </a:lnTo>
                  <a:lnTo>
                    <a:pt x="116" y="7492"/>
                  </a:lnTo>
                  <a:lnTo>
                    <a:pt x="39" y="7569"/>
                  </a:lnTo>
                  <a:lnTo>
                    <a:pt x="0" y="7608"/>
                  </a:lnTo>
                  <a:lnTo>
                    <a:pt x="0" y="7685"/>
                  </a:lnTo>
                  <a:lnTo>
                    <a:pt x="39" y="7840"/>
                  </a:lnTo>
                  <a:lnTo>
                    <a:pt x="77" y="7994"/>
                  </a:lnTo>
                  <a:lnTo>
                    <a:pt x="155" y="8110"/>
                  </a:lnTo>
                  <a:lnTo>
                    <a:pt x="270" y="8226"/>
                  </a:lnTo>
                  <a:lnTo>
                    <a:pt x="348" y="8264"/>
                  </a:lnTo>
                  <a:lnTo>
                    <a:pt x="463" y="8342"/>
                  </a:lnTo>
                  <a:lnTo>
                    <a:pt x="734" y="8380"/>
                  </a:lnTo>
                  <a:lnTo>
                    <a:pt x="1004" y="8380"/>
                  </a:lnTo>
                  <a:lnTo>
                    <a:pt x="1274" y="8342"/>
                  </a:lnTo>
                  <a:lnTo>
                    <a:pt x="1545" y="8264"/>
                  </a:lnTo>
                  <a:lnTo>
                    <a:pt x="1815" y="8149"/>
                  </a:lnTo>
                  <a:lnTo>
                    <a:pt x="2935" y="7569"/>
                  </a:lnTo>
                  <a:lnTo>
                    <a:pt x="4055" y="6952"/>
                  </a:lnTo>
                  <a:lnTo>
                    <a:pt x="5097" y="6295"/>
                  </a:lnTo>
                  <a:lnTo>
                    <a:pt x="6140" y="5561"/>
                  </a:lnTo>
                  <a:lnTo>
                    <a:pt x="7067" y="4866"/>
                  </a:lnTo>
                  <a:lnTo>
                    <a:pt x="7993" y="4171"/>
                  </a:lnTo>
                  <a:lnTo>
                    <a:pt x="8881" y="3399"/>
                  </a:lnTo>
                  <a:lnTo>
                    <a:pt x="9731" y="2627"/>
                  </a:lnTo>
                  <a:lnTo>
                    <a:pt x="10001" y="2356"/>
                  </a:lnTo>
                  <a:lnTo>
                    <a:pt x="10272" y="2047"/>
                  </a:lnTo>
                  <a:lnTo>
                    <a:pt x="10503" y="1739"/>
                  </a:lnTo>
                  <a:lnTo>
                    <a:pt x="10696" y="1430"/>
                  </a:lnTo>
                  <a:lnTo>
                    <a:pt x="10812" y="1082"/>
                  </a:lnTo>
                  <a:lnTo>
                    <a:pt x="10812" y="928"/>
                  </a:lnTo>
                  <a:lnTo>
                    <a:pt x="10812" y="735"/>
                  </a:lnTo>
                  <a:lnTo>
                    <a:pt x="10774" y="580"/>
                  </a:lnTo>
                  <a:lnTo>
                    <a:pt x="10735" y="387"/>
                  </a:lnTo>
                  <a:lnTo>
                    <a:pt x="10619" y="233"/>
                  </a:lnTo>
                  <a:lnTo>
                    <a:pt x="10465" y="40"/>
                  </a:lnTo>
                  <a:lnTo>
                    <a:pt x="103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3" name="Google Shape;3303;p15"/>
            <p:cNvSpPr/>
            <p:nvPr/>
          </p:nvSpPr>
          <p:spPr>
            <a:xfrm>
              <a:off x="633925" y="2005525"/>
              <a:ext cx="61800" cy="160300"/>
            </a:xfrm>
            <a:custGeom>
              <a:avLst/>
              <a:gdLst/>
              <a:ahLst/>
              <a:cxnLst/>
              <a:rect l="l" t="t" r="r" b="b"/>
              <a:pathLst>
                <a:path w="2472" h="6412" extrusionOk="0">
                  <a:moveTo>
                    <a:pt x="309" y="1"/>
                  </a:moveTo>
                  <a:lnTo>
                    <a:pt x="0" y="78"/>
                  </a:lnTo>
                  <a:lnTo>
                    <a:pt x="193" y="928"/>
                  </a:lnTo>
                  <a:lnTo>
                    <a:pt x="425" y="1777"/>
                  </a:lnTo>
                  <a:lnTo>
                    <a:pt x="657" y="2627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5"/>
                  </a:lnTo>
                  <a:lnTo>
                    <a:pt x="1661" y="5716"/>
                  </a:lnTo>
                  <a:lnTo>
                    <a:pt x="1583" y="5793"/>
                  </a:lnTo>
                  <a:lnTo>
                    <a:pt x="1545" y="5870"/>
                  </a:lnTo>
                  <a:lnTo>
                    <a:pt x="1776" y="5909"/>
                  </a:lnTo>
                  <a:lnTo>
                    <a:pt x="1931" y="6141"/>
                  </a:lnTo>
                  <a:lnTo>
                    <a:pt x="2085" y="6334"/>
                  </a:lnTo>
                  <a:lnTo>
                    <a:pt x="2124" y="6411"/>
                  </a:lnTo>
                  <a:lnTo>
                    <a:pt x="2317" y="6411"/>
                  </a:lnTo>
                  <a:lnTo>
                    <a:pt x="2356" y="6334"/>
                  </a:lnTo>
                  <a:lnTo>
                    <a:pt x="2433" y="6295"/>
                  </a:lnTo>
                  <a:lnTo>
                    <a:pt x="2471" y="6257"/>
                  </a:lnTo>
                  <a:lnTo>
                    <a:pt x="2356" y="5948"/>
                  </a:lnTo>
                  <a:lnTo>
                    <a:pt x="2278" y="5948"/>
                  </a:lnTo>
                  <a:lnTo>
                    <a:pt x="2124" y="5600"/>
                  </a:lnTo>
                  <a:lnTo>
                    <a:pt x="1969" y="5214"/>
                  </a:lnTo>
                  <a:lnTo>
                    <a:pt x="1738" y="4442"/>
                  </a:lnTo>
                  <a:lnTo>
                    <a:pt x="1197" y="2936"/>
                  </a:lnTo>
                  <a:lnTo>
                    <a:pt x="734" y="1468"/>
                  </a:lnTo>
                  <a:lnTo>
                    <a:pt x="30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4" name="Google Shape;3304;p15"/>
            <p:cNvSpPr/>
            <p:nvPr/>
          </p:nvSpPr>
          <p:spPr>
            <a:xfrm>
              <a:off x="643575" y="2007475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0"/>
                  </a:moveTo>
                  <a:lnTo>
                    <a:pt x="0" y="39"/>
                  </a:lnTo>
                  <a:lnTo>
                    <a:pt x="1970" y="3205"/>
                  </a:lnTo>
                  <a:lnTo>
                    <a:pt x="4055" y="6333"/>
                  </a:lnTo>
                  <a:lnTo>
                    <a:pt x="3553" y="6294"/>
                  </a:lnTo>
                  <a:lnTo>
                    <a:pt x="3051" y="6179"/>
                  </a:lnTo>
                  <a:lnTo>
                    <a:pt x="2587" y="6024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5" y="6179"/>
                  </a:lnTo>
                  <a:lnTo>
                    <a:pt x="2472" y="6372"/>
                  </a:lnTo>
                  <a:lnTo>
                    <a:pt x="2858" y="6526"/>
                  </a:lnTo>
                  <a:lnTo>
                    <a:pt x="3283" y="6642"/>
                  </a:lnTo>
                  <a:lnTo>
                    <a:pt x="3707" y="6719"/>
                  </a:lnTo>
                  <a:lnTo>
                    <a:pt x="4132" y="6796"/>
                  </a:lnTo>
                  <a:lnTo>
                    <a:pt x="4595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8" y="6642"/>
                  </a:lnTo>
                  <a:lnTo>
                    <a:pt x="8148" y="6487"/>
                  </a:lnTo>
                  <a:lnTo>
                    <a:pt x="8959" y="6294"/>
                  </a:lnTo>
                  <a:lnTo>
                    <a:pt x="9770" y="6024"/>
                  </a:lnTo>
                  <a:lnTo>
                    <a:pt x="10581" y="5715"/>
                  </a:lnTo>
                  <a:lnTo>
                    <a:pt x="11314" y="5368"/>
                  </a:lnTo>
                  <a:lnTo>
                    <a:pt x="12009" y="4904"/>
                  </a:lnTo>
                  <a:lnTo>
                    <a:pt x="12357" y="4673"/>
                  </a:lnTo>
                  <a:lnTo>
                    <a:pt x="12666" y="4402"/>
                  </a:lnTo>
                  <a:lnTo>
                    <a:pt x="12975" y="4093"/>
                  </a:lnTo>
                  <a:lnTo>
                    <a:pt x="13284" y="3784"/>
                  </a:lnTo>
                  <a:lnTo>
                    <a:pt x="13515" y="3476"/>
                  </a:lnTo>
                  <a:lnTo>
                    <a:pt x="13786" y="3128"/>
                  </a:lnTo>
                  <a:lnTo>
                    <a:pt x="13979" y="2780"/>
                  </a:lnTo>
                  <a:lnTo>
                    <a:pt x="14211" y="2394"/>
                  </a:lnTo>
                  <a:lnTo>
                    <a:pt x="14211" y="2278"/>
                  </a:lnTo>
                  <a:lnTo>
                    <a:pt x="14172" y="2163"/>
                  </a:lnTo>
                  <a:lnTo>
                    <a:pt x="14172" y="2124"/>
                  </a:lnTo>
                  <a:lnTo>
                    <a:pt x="13863" y="2124"/>
                  </a:lnTo>
                  <a:lnTo>
                    <a:pt x="13824" y="2163"/>
                  </a:lnTo>
                  <a:lnTo>
                    <a:pt x="13554" y="2703"/>
                  </a:lnTo>
                  <a:lnTo>
                    <a:pt x="13207" y="3167"/>
                  </a:lnTo>
                  <a:lnTo>
                    <a:pt x="12859" y="3630"/>
                  </a:lnTo>
                  <a:lnTo>
                    <a:pt x="12473" y="4016"/>
                  </a:lnTo>
                  <a:lnTo>
                    <a:pt x="12009" y="4364"/>
                  </a:lnTo>
                  <a:lnTo>
                    <a:pt x="11546" y="4711"/>
                  </a:lnTo>
                  <a:lnTo>
                    <a:pt x="11083" y="4982"/>
                  </a:lnTo>
                  <a:lnTo>
                    <a:pt x="10542" y="5252"/>
                  </a:lnTo>
                  <a:lnTo>
                    <a:pt x="10349" y="5252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6"/>
                  </a:lnTo>
                  <a:lnTo>
                    <a:pt x="10156" y="5445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1"/>
                  </a:lnTo>
                  <a:lnTo>
                    <a:pt x="6758" y="6294"/>
                  </a:lnTo>
                  <a:lnTo>
                    <a:pt x="6217" y="6333"/>
                  </a:lnTo>
                  <a:lnTo>
                    <a:pt x="5677" y="6410"/>
                  </a:lnTo>
                  <a:lnTo>
                    <a:pt x="4557" y="6410"/>
                  </a:lnTo>
                  <a:lnTo>
                    <a:pt x="4595" y="6294"/>
                  </a:lnTo>
                  <a:lnTo>
                    <a:pt x="4364" y="6256"/>
                  </a:lnTo>
                  <a:lnTo>
                    <a:pt x="3398" y="4634"/>
                  </a:lnTo>
                  <a:lnTo>
                    <a:pt x="2356" y="3012"/>
                  </a:lnTo>
                  <a:lnTo>
                    <a:pt x="1275" y="1468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5" name="Google Shape;3305;p15"/>
            <p:cNvSpPr/>
            <p:nvPr/>
          </p:nvSpPr>
          <p:spPr>
            <a:xfrm>
              <a:off x="5946350" y="2008425"/>
              <a:ext cx="112975" cy="132300"/>
            </a:xfrm>
            <a:custGeom>
              <a:avLst/>
              <a:gdLst/>
              <a:ahLst/>
              <a:cxnLst/>
              <a:rect l="l" t="t" r="r" b="b"/>
              <a:pathLst>
                <a:path w="4519" h="5292" extrusionOk="0">
                  <a:moveTo>
                    <a:pt x="3360" y="1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1" y="155"/>
                  </a:lnTo>
                  <a:lnTo>
                    <a:pt x="2240" y="271"/>
                  </a:lnTo>
                  <a:lnTo>
                    <a:pt x="2009" y="426"/>
                  </a:lnTo>
                  <a:lnTo>
                    <a:pt x="1738" y="580"/>
                  </a:lnTo>
                  <a:lnTo>
                    <a:pt x="1507" y="773"/>
                  </a:lnTo>
                  <a:lnTo>
                    <a:pt x="1082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9"/>
                  </a:lnTo>
                  <a:lnTo>
                    <a:pt x="39" y="3708"/>
                  </a:lnTo>
                  <a:lnTo>
                    <a:pt x="1" y="4055"/>
                  </a:lnTo>
                  <a:lnTo>
                    <a:pt x="1" y="4364"/>
                  </a:lnTo>
                  <a:lnTo>
                    <a:pt x="39" y="4673"/>
                  </a:lnTo>
                  <a:lnTo>
                    <a:pt x="117" y="4905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700" y="5291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789"/>
                  </a:lnTo>
                  <a:lnTo>
                    <a:pt x="696" y="4712"/>
                  </a:lnTo>
                  <a:lnTo>
                    <a:pt x="580" y="4557"/>
                  </a:lnTo>
                  <a:lnTo>
                    <a:pt x="541" y="4442"/>
                  </a:lnTo>
                  <a:lnTo>
                    <a:pt x="503" y="4248"/>
                  </a:lnTo>
                  <a:lnTo>
                    <a:pt x="541" y="4055"/>
                  </a:lnTo>
                  <a:lnTo>
                    <a:pt x="580" y="3592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27" y="2318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16" y="1159"/>
                  </a:lnTo>
                  <a:lnTo>
                    <a:pt x="2202" y="889"/>
                  </a:lnTo>
                  <a:lnTo>
                    <a:pt x="2627" y="696"/>
                  </a:lnTo>
                  <a:lnTo>
                    <a:pt x="3090" y="580"/>
                  </a:lnTo>
                  <a:lnTo>
                    <a:pt x="3592" y="541"/>
                  </a:lnTo>
                  <a:lnTo>
                    <a:pt x="4094" y="580"/>
                  </a:lnTo>
                  <a:lnTo>
                    <a:pt x="4248" y="541"/>
                  </a:lnTo>
                  <a:lnTo>
                    <a:pt x="4326" y="464"/>
                  </a:lnTo>
                  <a:lnTo>
                    <a:pt x="4441" y="464"/>
                  </a:lnTo>
                  <a:lnTo>
                    <a:pt x="4519" y="426"/>
                  </a:lnTo>
                  <a:lnTo>
                    <a:pt x="4519" y="348"/>
                  </a:lnTo>
                  <a:lnTo>
                    <a:pt x="4519" y="155"/>
                  </a:lnTo>
                  <a:lnTo>
                    <a:pt x="4210" y="155"/>
                  </a:lnTo>
                  <a:lnTo>
                    <a:pt x="3901" y="78"/>
                  </a:lnTo>
                  <a:lnTo>
                    <a:pt x="363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6" name="Google Shape;3306;p15"/>
            <p:cNvSpPr/>
            <p:nvPr/>
          </p:nvSpPr>
          <p:spPr>
            <a:xfrm>
              <a:off x="6195425" y="2043175"/>
              <a:ext cx="25125" cy="11625"/>
            </a:xfrm>
            <a:custGeom>
              <a:avLst/>
              <a:gdLst/>
              <a:ahLst/>
              <a:cxnLst/>
              <a:rect l="l" t="t" r="r" b="b"/>
              <a:pathLst>
                <a:path w="1005" h="465" extrusionOk="0">
                  <a:moveTo>
                    <a:pt x="773" y="1"/>
                  </a:moveTo>
                  <a:lnTo>
                    <a:pt x="541" y="40"/>
                  </a:lnTo>
                  <a:lnTo>
                    <a:pt x="309" y="78"/>
                  </a:lnTo>
                  <a:lnTo>
                    <a:pt x="78" y="155"/>
                  </a:lnTo>
                  <a:lnTo>
                    <a:pt x="39" y="194"/>
                  </a:lnTo>
                  <a:lnTo>
                    <a:pt x="0" y="271"/>
                  </a:lnTo>
                  <a:lnTo>
                    <a:pt x="0" y="348"/>
                  </a:lnTo>
                  <a:lnTo>
                    <a:pt x="78" y="426"/>
                  </a:lnTo>
                  <a:lnTo>
                    <a:pt x="116" y="464"/>
                  </a:lnTo>
                  <a:lnTo>
                    <a:pt x="193" y="464"/>
                  </a:lnTo>
                  <a:lnTo>
                    <a:pt x="386" y="387"/>
                  </a:lnTo>
                  <a:lnTo>
                    <a:pt x="580" y="348"/>
                  </a:lnTo>
                  <a:lnTo>
                    <a:pt x="773" y="387"/>
                  </a:lnTo>
                  <a:lnTo>
                    <a:pt x="850" y="348"/>
                  </a:lnTo>
                  <a:lnTo>
                    <a:pt x="966" y="348"/>
                  </a:lnTo>
                  <a:lnTo>
                    <a:pt x="1004" y="271"/>
                  </a:lnTo>
                  <a:lnTo>
                    <a:pt x="1004" y="233"/>
                  </a:lnTo>
                  <a:lnTo>
                    <a:pt x="1004" y="155"/>
                  </a:lnTo>
                  <a:lnTo>
                    <a:pt x="966" y="78"/>
                  </a:lnTo>
                  <a:lnTo>
                    <a:pt x="888" y="40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7" name="Google Shape;3307;p15"/>
            <p:cNvSpPr/>
            <p:nvPr/>
          </p:nvSpPr>
          <p:spPr>
            <a:xfrm>
              <a:off x="6096950" y="2048975"/>
              <a:ext cx="21275" cy="8725"/>
            </a:xfrm>
            <a:custGeom>
              <a:avLst/>
              <a:gdLst/>
              <a:ahLst/>
              <a:cxnLst/>
              <a:rect l="l" t="t" r="r" b="b"/>
              <a:pathLst>
                <a:path w="851" h="349" extrusionOk="0">
                  <a:moveTo>
                    <a:pt x="155" y="1"/>
                  </a:moveTo>
                  <a:lnTo>
                    <a:pt x="116" y="39"/>
                  </a:lnTo>
                  <a:lnTo>
                    <a:pt x="39" y="78"/>
                  </a:lnTo>
                  <a:lnTo>
                    <a:pt x="1" y="155"/>
                  </a:lnTo>
                  <a:lnTo>
                    <a:pt x="39" y="271"/>
                  </a:lnTo>
                  <a:lnTo>
                    <a:pt x="116" y="310"/>
                  </a:lnTo>
                  <a:lnTo>
                    <a:pt x="155" y="310"/>
                  </a:lnTo>
                  <a:lnTo>
                    <a:pt x="425" y="348"/>
                  </a:lnTo>
                  <a:lnTo>
                    <a:pt x="734" y="348"/>
                  </a:lnTo>
                  <a:lnTo>
                    <a:pt x="812" y="271"/>
                  </a:lnTo>
                  <a:lnTo>
                    <a:pt x="850" y="155"/>
                  </a:lnTo>
                  <a:lnTo>
                    <a:pt x="812" y="78"/>
                  </a:lnTo>
                  <a:lnTo>
                    <a:pt x="73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8" name="Google Shape;3308;p15"/>
            <p:cNvSpPr/>
            <p:nvPr/>
          </p:nvSpPr>
          <p:spPr>
            <a:xfrm>
              <a:off x="5988825" y="2089525"/>
              <a:ext cx="93675" cy="93675"/>
            </a:xfrm>
            <a:custGeom>
              <a:avLst/>
              <a:gdLst/>
              <a:ahLst/>
              <a:cxnLst/>
              <a:rect l="l" t="t" r="r" b="b"/>
              <a:pathLst>
                <a:path w="3747" h="3747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8" y="580"/>
                  </a:lnTo>
                  <a:lnTo>
                    <a:pt x="2549" y="696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90" y="1159"/>
                  </a:lnTo>
                  <a:lnTo>
                    <a:pt x="3206" y="1429"/>
                  </a:lnTo>
                  <a:lnTo>
                    <a:pt x="3244" y="1661"/>
                  </a:lnTo>
                  <a:lnTo>
                    <a:pt x="3244" y="1931"/>
                  </a:lnTo>
                  <a:lnTo>
                    <a:pt x="3206" y="2201"/>
                  </a:lnTo>
                  <a:lnTo>
                    <a:pt x="3090" y="2433"/>
                  </a:lnTo>
                  <a:lnTo>
                    <a:pt x="2974" y="2665"/>
                  </a:lnTo>
                  <a:lnTo>
                    <a:pt x="2781" y="2858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47" y="3244"/>
                  </a:lnTo>
                  <a:lnTo>
                    <a:pt x="1777" y="3244"/>
                  </a:lnTo>
                  <a:lnTo>
                    <a:pt x="1468" y="3167"/>
                  </a:lnTo>
                  <a:lnTo>
                    <a:pt x="1198" y="3051"/>
                  </a:lnTo>
                  <a:lnTo>
                    <a:pt x="966" y="2897"/>
                  </a:lnTo>
                  <a:lnTo>
                    <a:pt x="773" y="2665"/>
                  </a:lnTo>
                  <a:lnTo>
                    <a:pt x="619" y="2433"/>
                  </a:lnTo>
                  <a:lnTo>
                    <a:pt x="503" y="2124"/>
                  </a:lnTo>
                  <a:lnTo>
                    <a:pt x="464" y="1854"/>
                  </a:lnTo>
                  <a:lnTo>
                    <a:pt x="503" y="1584"/>
                  </a:lnTo>
                  <a:lnTo>
                    <a:pt x="619" y="1352"/>
                  </a:lnTo>
                  <a:lnTo>
                    <a:pt x="734" y="1120"/>
                  </a:lnTo>
                  <a:lnTo>
                    <a:pt x="928" y="889"/>
                  </a:lnTo>
                  <a:lnTo>
                    <a:pt x="1121" y="734"/>
                  </a:lnTo>
                  <a:lnTo>
                    <a:pt x="1352" y="580"/>
                  </a:lnTo>
                  <a:lnTo>
                    <a:pt x="1584" y="464"/>
                  </a:lnTo>
                  <a:close/>
                  <a:moveTo>
                    <a:pt x="1700" y="0"/>
                  </a:moveTo>
                  <a:lnTo>
                    <a:pt x="1545" y="78"/>
                  </a:lnTo>
                  <a:lnTo>
                    <a:pt x="1352" y="116"/>
                  </a:lnTo>
                  <a:lnTo>
                    <a:pt x="1314" y="155"/>
                  </a:lnTo>
                  <a:lnTo>
                    <a:pt x="1082" y="271"/>
                  </a:lnTo>
                  <a:lnTo>
                    <a:pt x="812" y="387"/>
                  </a:lnTo>
                  <a:lnTo>
                    <a:pt x="619" y="541"/>
                  </a:lnTo>
                  <a:lnTo>
                    <a:pt x="426" y="734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8" y="1468"/>
                  </a:lnTo>
                  <a:lnTo>
                    <a:pt x="1" y="1738"/>
                  </a:lnTo>
                  <a:lnTo>
                    <a:pt x="1" y="2047"/>
                  </a:lnTo>
                  <a:lnTo>
                    <a:pt x="1" y="2086"/>
                  </a:lnTo>
                  <a:lnTo>
                    <a:pt x="39" y="2279"/>
                  </a:lnTo>
                  <a:lnTo>
                    <a:pt x="117" y="2472"/>
                  </a:lnTo>
                  <a:lnTo>
                    <a:pt x="310" y="2819"/>
                  </a:lnTo>
                  <a:lnTo>
                    <a:pt x="541" y="3128"/>
                  </a:lnTo>
                  <a:lnTo>
                    <a:pt x="850" y="3399"/>
                  </a:lnTo>
                  <a:lnTo>
                    <a:pt x="1198" y="3592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07"/>
                  </a:lnTo>
                  <a:lnTo>
                    <a:pt x="2356" y="3669"/>
                  </a:lnTo>
                  <a:lnTo>
                    <a:pt x="2627" y="3553"/>
                  </a:lnTo>
                  <a:lnTo>
                    <a:pt x="2897" y="3399"/>
                  </a:lnTo>
                  <a:lnTo>
                    <a:pt x="3129" y="3244"/>
                  </a:lnTo>
                  <a:lnTo>
                    <a:pt x="3322" y="3012"/>
                  </a:lnTo>
                  <a:lnTo>
                    <a:pt x="3476" y="2742"/>
                  </a:lnTo>
                  <a:lnTo>
                    <a:pt x="3631" y="2472"/>
                  </a:lnTo>
                  <a:lnTo>
                    <a:pt x="3708" y="2201"/>
                  </a:lnTo>
                  <a:lnTo>
                    <a:pt x="3746" y="1893"/>
                  </a:lnTo>
                  <a:lnTo>
                    <a:pt x="3708" y="1584"/>
                  </a:lnTo>
                  <a:lnTo>
                    <a:pt x="3669" y="1275"/>
                  </a:lnTo>
                  <a:lnTo>
                    <a:pt x="3515" y="966"/>
                  </a:lnTo>
                  <a:lnTo>
                    <a:pt x="3322" y="696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5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9" name="Google Shape;3309;p15"/>
            <p:cNvSpPr/>
            <p:nvPr/>
          </p:nvSpPr>
          <p:spPr>
            <a:xfrm>
              <a:off x="3369775" y="2101100"/>
              <a:ext cx="174750" cy="292550"/>
            </a:xfrm>
            <a:custGeom>
              <a:avLst/>
              <a:gdLst/>
              <a:ahLst/>
              <a:cxnLst/>
              <a:rect l="l" t="t" r="r" b="b"/>
              <a:pathLst>
                <a:path w="6990" h="11702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3" y="6256"/>
                  </a:lnTo>
                  <a:lnTo>
                    <a:pt x="5214" y="9346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3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1" y="11508"/>
                  </a:lnTo>
                  <a:lnTo>
                    <a:pt x="6951" y="11392"/>
                  </a:lnTo>
                  <a:lnTo>
                    <a:pt x="6990" y="11354"/>
                  </a:lnTo>
                  <a:lnTo>
                    <a:pt x="6681" y="11122"/>
                  </a:lnTo>
                  <a:lnTo>
                    <a:pt x="6758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5" y="5639"/>
                  </a:lnTo>
                  <a:lnTo>
                    <a:pt x="6411" y="5639"/>
                  </a:lnTo>
                  <a:lnTo>
                    <a:pt x="6411" y="6758"/>
                  </a:lnTo>
                  <a:lnTo>
                    <a:pt x="6333" y="8573"/>
                  </a:lnTo>
                  <a:lnTo>
                    <a:pt x="6295" y="9500"/>
                  </a:lnTo>
                  <a:lnTo>
                    <a:pt x="6256" y="10427"/>
                  </a:lnTo>
                  <a:lnTo>
                    <a:pt x="5986" y="9886"/>
                  </a:lnTo>
                  <a:lnTo>
                    <a:pt x="5252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3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0" name="Google Shape;3310;p15"/>
            <p:cNvSpPr/>
            <p:nvPr/>
          </p:nvSpPr>
          <p:spPr>
            <a:xfrm>
              <a:off x="4221225" y="2127175"/>
              <a:ext cx="103325" cy="132275"/>
            </a:xfrm>
            <a:custGeom>
              <a:avLst/>
              <a:gdLst/>
              <a:ahLst/>
              <a:cxnLst/>
              <a:rect l="l" t="t" r="r" b="b"/>
              <a:pathLst>
                <a:path w="4133" h="5291" extrusionOk="0">
                  <a:moveTo>
                    <a:pt x="2511" y="0"/>
                  </a:moveTo>
                  <a:lnTo>
                    <a:pt x="2279" y="39"/>
                  </a:lnTo>
                  <a:lnTo>
                    <a:pt x="2048" y="39"/>
                  </a:lnTo>
                  <a:lnTo>
                    <a:pt x="1816" y="116"/>
                  </a:lnTo>
                  <a:lnTo>
                    <a:pt x="1430" y="271"/>
                  </a:lnTo>
                  <a:lnTo>
                    <a:pt x="1121" y="464"/>
                  </a:lnTo>
                  <a:lnTo>
                    <a:pt x="850" y="695"/>
                  </a:lnTo>
                  <a:lnTo>
                    <a:pt x="619" y="966"/>
                  </a:lnTo>
                  <a:lnTo>
                    <a:pt x="464" y="1236"/>
                  </a:lnTo>
                  <a:lnTo>
                    <a:pt x="310" y="1584"/>
                  </a:lnTo>
                  <a:lnTo>
                    <a:pt x="194" y="1931"/>
                  </a:lnTo>
                  <a:lnTo>
                    <a:pt x="117" y="2279"/>
                  </a:lnTo>
                  <a:lnTo>
                    <a:pt x="40" y="2665"/>
                  </a:lnTo>
                  <a:lnTo>
                    <a:pt x="1" y="3051"/>
                  </a:lnTo>
                  <a:lnTo>
                    <a:pt x="1" y="3823"/>
                  </a:lnTo>
                  <a:lnTo>
                    <a:pt x="1" y="5291"/>
                  </a:lnTo>
                  <a:lnTo>
                    <a:pt x="426" y="5291"/>
                  </a:lnTo>
                  <a:lnTo>
                    <a:pt x="464" y="4750"/>
                  </a:lnTo>
                  <a:lnTo>
                    <a:pt x="464" y="4209"/>
                  </a:lnTo>
                  <a:lnTo>
                    <a:pt x="464" y="3669"/>
                  </a:lnTo>
                  <a:lnTo>
                    <a:pt x="503" y="3128"/>
                  </a:lnTo>
                  <a:lnTo>
                    <a:pt x="542" y="2588"/>
                  </a:lnTo>
                  <a:lnTo>
                    <a:pt x="696" y="2047"/>
                  </a:lnTo>
                  <a:lnTo>
                    <a:pt x="773" y="1815"/>
                  </a:lnTo>
                  <a:lnTo>
                    <a:pt x="889" y="1584"/>
                  </a:lnTo>
                  <a:lnTo>
                    <a:pt x="1044" y="1352"/>
                  </a:lnTo>
                  <a:lnTo>
                    <a:pt x="1198" y="1159"/>
                  </a:lnTo>
                  <a:lnTo>
                    <a:pt x="1391" y="966"/>
                  </a:lnTo>
                  <a:lnTo>
                    <a:pt x="1623" y="811"/>
                  </a:lnTo>
                  <a:lnTo>
                    <a:pt x="1893" y="657"/>
                  </a:lnTo>
                  <a:lnTo>
                    <a:pt x="2163" y="580"/>
                  </a:lnTo>
                  <a:lnTo>
                    <a:pt x="2434" y="541"/>
                  </a:lnTo>
                  <a:lnTo>
                    <a:pt x="2704" y="580"/>
                  </a:lnTo>
                  <a:lnTo>
                    <a:pt x="2974" y="657"/>
                  </a:lnTo>
                  <a:lnTo>
                    <a:pt x="3206" y="811"/>
                  </a:lnTo>
                  <a:lnTo>
                    <a:pt x="3360" y="966"/>
                  </a:lnTo>
                  <a:lnTo>
                    <a:pt x="3515" y="1197"/>
                  </a:lnTo>
                  <a:lnTo>
                    <a:pt x="3592" y="1429"/>
                  </a:lnTo>
                  <a:lnTo>
                    <a:pt x="3669" y="1661"/>
                  </a:lnTo>
                  <a:lnTo>
                    <a:pt x="4133" y="1584"/>
                  </a:lnTo>
                  <a:lnTo>
                    <a:pt x="4017" y="1197"/>
                  </a:lnTo>
                  <a:lnTo>
                    <a:pt x="3862" y="850"/>
                  </a:lnTo>
                  <a:lnTo>
                    <a:pt x="3631" y="541"/>
                  </a:lnTo>
                  <a:lnTo>
                    <a:pt x="3399" y="309"/>
                  </a:lnTo>
                  <a:lnTo>
                    <a:pt x="3245" y="194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4" y="39"/>
                  </a:lnTo>
                  <a:lnTo>
                    <a:pt x="25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1" name="Google Shape;3311;p15"/>
            <p:cNvSpPr/>
            <p:nvPr/>
          </p:nvSpPr>
          <p:spPr>
            <a:xfrm>
              <a:off x="4086075" y="2129100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41"/>
                  </a:lnTo>
                  <a:lnTo>
                    <a:pt x="12319" y="618"/>
                  </a:lnTo>
                  <a:lnTo>
                    <a:pt x="12628" y="850"/>
                  </a:lnTo>
                  <a:lnTo>
                    <a:pt x="12898" y="1120"/>
                  </a:lnTo>
                  <a:lnTo>
                    <a:pt x="13130" y="1468"/>
                  </a:lnTo>
                  <a:lnTo>
                    <a:pt x="13323" y="1854"/>
                  </a:lnTo>
                  <a:lnTo>
                    <a:pt x="13477" y="2240"/>
                  </a:lnTo>
                  <a:lnTo>
                    <a:pt x="13632" y="2665"/>
                  </a:lnTo>
                  <a:lnTo>
                    <a:pt x="13864" y="3437"/>
                  </a:lnTo>
                  <a:lnTo>
                    <a:pt x="13091" y="3013"/>
                  </a:lnTo>
                  <a:lnTo>
                    <a:pt x="12705" y="2742"/>
                  </a:lnTo>
                  <a:lnTo>
                    <a:pt x="12358" y="2472"/>
                  </a:lnTo>
                  <a:lnTo>
                    <a:pt x="12010" y="2124"/>
                  </a:lnTo>
                  <a:lnTo>
                    <a:pt x="11817" y="1893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696"/>
                  </a:lnTo>
                  <a:lnTo>
                    <a:pt x="11778" y="618"/>
                  </a:lnTo>
                  <a:lnTo>
                    <a:pt x="11856" y="541"/>
                  </a:lnTo>
                  <a:lnTo>
                    <a:pt x="11971" y="503"/>
                  </a:lnTo>
                  <a:close/>
                  <a:moveTo>
                    <a:pt x="16296" y="1584"/>
                  </a:moveTo>
                  <a:lnTo>
                    <a:pt x="16412" y="1661"/>
                  </a:lnTo>
                  <a:lnTo>
                    <a:pt x="16489" y="1700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18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35"/>
                  </a:lnTo>
                  <a:lnTo>
                    <a:pt x="15949" y="3167"/>
                  </a:lnTo>
                  <a:lnTo>
                    <a:pt x="15563" y="3360"/>
                  </a:lnTo>
                  <a:lnTo>
                    <a:pt x="15138" y="3515"/>
                  </a:lnTo>
                  <a:lnTo>
                    <a:pt x="14713" y="3630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1" y="3322"/>
                  </a:lnTo>
                  <a:lnTo>
                    <a:pt x="14636" y="2974"/>
                  </a:lnTo>
                  <a:lnTo>
                    <a:pt x="14829" y="2588"/>
                  </a:lnTo>
                  <a:lnTo>
                    <a:pt x="15099" y="2279"/>
                  </a:lnTo>
                  <a:lnTo>
                    <a:pt x="15408" y="1931"/>
                  </a:lnTo>
                  <a:lnTo>
                    <a:pt x="15640" y="1777"/>
                  </a:lnTo>
                  <a:lnTo>
                    <a:pt x="15872" y="1661"/>
                  </a:lnTo>
                  <a:lnTo>
                    <a:pt x="16103" y="1584"/>
                  </a:lnTo>
                  <a:close/>
                  <a:moveTo>
                    <a:pt x="13864" y="4287"/>
                  </a:moveTo>
                  <a:lnTo>
                    <a:pt x="13671" y="4519"/>
                  </a:lnTo>
                  <a:lnTo>
                    <a:pt x="13477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09"/>
                  </a:lnTo>
                  <a:lnTo>
                    <a:pt x="11083" y="5870"/>
                  </a:lnTo>
                  <a:lnTo>
                    <a:pt x="10967" y="5793"/>
                  </a:lnTo>
                  <a:lnTo>
                    <a:pt x="10929" y="5677"/>
                  </a:lnTo>
                  <a:lnTo>
                    <a:pt x="10890" y="5600"/>
                  </a:lnTo>
                  <a:lnTo>
                    <a:pt x="10890" y="5445"/>
                  </a:lnTo>
                  <a:lnTo>
                    <a:pt x="11006" y="5252"/>
                  </a:lnTo>
                  <a:lnTo>
                    <a:pt x="11122" y="5098"/>
                  </a:lnTo>
                  <a:lnTo>
                    <a:pt x="11276" y="4943"/>
                  </a:lnTo>
                  <a:lnTo>
                    <a:pt x="11547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8" y="4441"/>
                  </a:lnTo>
                  <a:lnTo>
                    <a:pt x="13246" y="4403"/>
                  </a:lnTo>
                  <a:lnTo>
                    <a:pt x="13555" y="4326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57"/>
                  </a:lnTo>
                  <a:lnTo>
                    <a:pt x="15408" y="4750"/>
                  </a:lnTo>
                  <a:lnTo>
                    <a:pt x="15717" y="4943"/>
                  </a:lnTo>
                  <a:lnTo>
                    <a:pt x="15910" y="5136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82" y="5986"/>
                  </a:lnTo>
                  <a:lnTo>
                    <a:pt x="16876" y="6333"/>
                  </a:lnTo>
                  <a:lnTo>
                    <a:pt x="16991" y="6642"/>
                  </a:lnTo>
                  <a:lnTo>
                    <a:pt x="16991" y="6797"/>
                  </a:lnTo>
                  <a:lnTo>
                    <a:pt x="16991" y="6951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528" y="7337"/>
                  </a:lnTo>
                  <a:lnTo>
                    <a:pt x="16374" y="7299"/>
                  </a:lnTo>
                  <a:lnTo>
                    <a:pt x="16142" y="7183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408" y="6565"/>
                  </a:lnTo>
                  <a:lnTo>
                    <a:pt x="15061" y="6140"/>
                  </a:lnTo>
                  <a:lnTo>
                    <a:pt x="14829" y="5677"/>
                  </a:lnTo>
                  <a:lnTo>
                    <a:pt x="14636" y="5214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69" y="117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45" y="580"/>
                  </a:lnTo>
                  <a:lnTo>
                    <a:pt x="10967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29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1" y="2704"/>
                  </a:lnTo>
                  <a:lnTo>
                    <a:pt x="12396" y="3090"/>
                  </a:lnTo>
                  <a:lnTo>
                    <a:pt x="12898" y="3399"/>
                  </a:lnTo>
                  <a:lnTo>
                    <a:pt x="12898" y="3399"/>
                  </a:lnTo>
                  <a:lnTo>
                    <a:pt x="12049" y="3283"/>
                  </a:lnTo>
                  <a:lnTo>
                    <a:pt x="11199" y="3244"/>
                  </a:lnTo>
                  <a:lnTo>
                    <a:pt x="10427" y="3322"/>
                  </a:lnTo>
                  <a:lnTo>
                    <a:pt x="9616" y="3476"/>
                  </a:lnTo>
                  <a:lnTo>
                    <a:pt x="9655" y="2974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584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51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48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14"/>
                  </a:lnTo>
                  <a:lnTo>
                    <a:pt x="5407" y="5523"/>
                  </a:lnTo>
                  <a:lnTo>
                    <a:pt x="4596" y="6179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18"/>
                  </a:lnTo>
                  <a:lnTo>
                    <a:pt x="541" y="10967"/>
                  </a:lnTo>
                  <a:lnTo>
                    <a:pt x="1" y="11778"/>
                  </a:lnTo>
                  <a:lnTo>
                    <a:pt x="348" y="12048"/>
                  </a:lnTo>
                  <a:lnTo>
                    <a:pt x="1545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40"/>
                  </a:lnTo>
                  <a:lnTo>
                    <a:pt x="6256" y="5561"/>
                  </a:lnTo>
                  <a:lnTo>
                    <a:pt x="7106" y="5059"/>
                  </a:lnTo>
                  <a:lnTo>
                    <a:pt x="8033" y="4596"/>
                  </a:lnTo>
                  <a:lnTo>
                    <a:pt x="8458" y="4403"/>
                  </a:lnTo>
                  <a:lnTo>
                    <a:pt x="8960" y="4248"/>
                  </a:lnTo>
                  <a:lnTo>
                    <a:pt x="9423" y="4094"/>
                  </a:lnTo>
                  <a:lnTo>
                    <a:pt x="9886" y="3978"/>
                  </a:lnTo>
                  <a:lnTo>
                    <a:pt x="10388" y="3901"/>
                  </a:lnTo>
                  <a:lnTo>
                    <a:pt x="10852" y="3824"/>
                  </a:lnTo>
                  <a:lnTo>
                    <a:pt x="12358" y="3824"/>
                  </a:lnTo>
                  <a:lnTo>
                    <a:pt x="12860" y="3901"/>
                  </a:lnTo>
                  <a:lnTo>
                    <a:pt x="12358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19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5" y="5252"/>
                  </a:lnTo>
                  <a:lnTo>
                    <a:pt x="10388" y="5484"/>
                  </a:lnTo>
                  <a:lnTo>
                    <a:pt x="10388" y="5716"/>
                  </a:lnTo>
                  <a:lnTo>
                    <a:pt x="10465" y="5947"/>
                  </a:lnTo>
                  <a:lnTo>
                    <a:pt x="10581" y="6140"/>
                  </a:lnTo>
                  <a:lnTo>
                    <a:pt x="10659" y="6256"/>
                  </a:lnTo>
                  <a:lnTo>
                    <a:pt x="10774" y="6333"/>
                  </a:lnTo>
                  <a:lnTo>
                    <a:pt x="11006" y="6411"/>
                  </a:lnTo>
                  <a:lnTo>
                    <a:pt x="11276" y="6449"/>
                  </a:lnTo>
                  <a:lnTo>
                    <a:pt x="11585" y="6411"/>
                  </a:lnTo>
                  <a:lnTo>
                    <a:pt x="11894" y="6333"/>
                  </a:lnTo>
                  <a:lnTo>
                    <a:pt x="12165" y="6256"/>
                  </a:lnTo>
                  <a:lnTo>
                    <a:pt x="12628" y="6025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677"/>
                  </a:lnTo>
                  <a:lnTo>
                    <a:pt x="14057" y="4866"/>
                  </a:lnTo>
                  <a:lnTo>
                    <a:pt x="14211" y="5368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3" y="6835"/>
                  </a:lnTo>
                  <a:lnTo>
                    <a:pt x="15177" y="7067"/>
                  </a:lnTo>
                  <a:lnTo>
                    <a:pt x="15408" y="7260"/>
                  </a:lnTo>
                  <a:lnTo>
                    <a:pt x="15678" y="7492"/>
                  </a:lnTo>
                  <a:lnTo>
                    <a:pt x="15987" y="7646"/>
                  </a:lnTo>
                  <a:lnTo>
                    <a:pt x="16296" y="7801"/>
                  </a:lnTo>
                  <a:lnTo>
                    <a:pt x="16605" y="7839"/>
                  </a:lnTo>
                  <a:lnTo>
                    <a:pt x="16876" y="7839"/>
                  </a:lnTo>
                  <a:lnTo>
                    <a:pt x="17030" y="7801"/>
                  </a:lnTo>
                  <a:lnTo>
                    <a:pt x="17184" y="7724"/>
                  </a:lnTo>
                  <a:lnTo>
                    <a:pt x="17300" y="7608"/>
                  </a:lnTo>
                  <a:lnTo>
                    <a:pt x="17378" y="7492"/>
                  </a:lnTo>
                  <a:lnTo>
                    <a:pt x="17455" y="7376"/>
                  </a:lnTo>
                  <a:lnTo>
                    <a:pt x="17455" y="7222"/>
                  </a:lnTo>
                  <a:lnTo>
                    <a:pt x="17493" y="6913"/>
                  </a:lnTo>
                  <a:lnTo>
                    <a:pt x="17416" y="6604"/>
                  </a:lnTo>
                  <a:lnTo>
                    <a:pt x="17339" y="6256"/>
                  </a:lnTo>
                  <a:lnTo>
                    <a:pt x="17184" y="5947"/>
                  </a:lnTo>
                  <a:lnTo>
                    <a:pt x="17030" y="5677"/>
                  </a:lnTo>
                  <a:lnTo>
                    <a:pt x="16914" y="5484"/>
                  </a:lnTo>
                  <a:lnTo>
                    <a:pt x="16721" y="5214"/>
                  </a:lnTo>
                  <a:lnTo>
                    <a:pt x="16489" y="4982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08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26"/>
                  </a:lnTo>
                  <a:lnTo>
                    <a:pt x="17107" y="2395"/>
                  </a:lnTo>
                  <a:lnTo>
                    <a:pt x="17146" y="2163"/>
                  </a:lnTo>
                  <a:lnTo>
                    <a:pt x="17146" y="1931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20"/>
                  </a:lnTo>
                  <a:lnTo>
                    <a:pt x="15910" y="1159"/>
                  </a:lnTo>
                  <a:lnTo>
                    <a:pt x="15678" y="1236"/>
                  </a:lnTo>
                  <a:lnTo>
                    <a:pt x="15485" y="1314"/>
                  </a:lnTo>
                  <a:lnTo>
                    <a:pt x="15292" y="1429"/>
                  </a:lnTo>
                  <a:lnTo>
                    <a:pt x="14906" y="1777"/>
                  </a:lnTo>
                  <a:lnTo>
                    <a:pt x="14597" y="2124"/>
                  </a:lnTo>
                  <a:lnTo>
                    <a:pt x="14327" y="2549"/>
                  </a:lnTo>
                  <a:lnTo>
                    <a:pt x="14095" y="3013"/>
                  </a:lnTo>
                  <a:lnTo>
                    <a:pt x="13979" y="2433"/>
                  </a:lnTo>
                  <a:lnTo>
                    <a:pt x="13748" y="1854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25"/>
                  </a:lnTo>
                  <a:lnTo>
                    <a:pt x="12589" y="271"/>
                  </a:lnTo>
                  <a:lnTo>
                    <a:pt x="12358" y="117"/>
                  </a:lnTo>
                  <a:lnTo>
                    <a:pt x="121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2" name="Google Shape;3312;p15"/>
            <p:cNvSpPr/>
            <p:nvPr/>
          </p:nvSpPr>
          <p:spPr>
            <a:xfrm>
              <a:off x="5288925" y="2151300"/>
              <a:ext cx="174775" cy="292550"/>
            </a:xfrm>
            <a:custGeom>
              <a:avLst/>
              <a:gdLst/>
              <a:ahLst/>
              <a:cxnLst/>
              <a:rect l="l" t="t" r="r" b="b"/>
              <a:pathLst>
                <a:path w="6991" h="11702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4" y="6256"/>
                  </a:lnTo>
                  <a:lnTo>
                    <a:pt x="4403" y="7801"/>
                  </a:lnTo>
                  <a:lnTo>
                    <a:pt x="5214" y="9346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4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2" y="11508"/>
                  </a:lnTo>
                  <a:lnTo>
                    <a:pt x="6952" y="11392"/>
                  </a:lnTo>
                  <a:lnTo>
                    <a:pt x="6990" y="11354"/>
                  </a:lnTo>
                  <a:lnTo>
                    <a:pt x="6681" y="11122"/>
                  </a:lnTo>
                  <a:lnTo>
                    <a:pt x="6759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6" y="5639"/>
                  </a:lnTo>
                  <a:lnTo>
                    <a:pt x="6411" y="5639"/>
                  </a:lnTo>
                  <a:lnTo>
                    <a:pt x="6411" y="6758"/>
                  </a:lnTo>
                  <a:lnTo>
                    <a:pt x="6334" y="8573"/>
                  </a:lnTo>
                  <a:lnTo>
                    <a:pt x="6295" y="9500"/>
                  </a:lnTo>
                  <a:lnTo>
                    <a:pt x="6257" y="10427"/>
                  </a:lnTo>
                  <a:lnTo>
                    <a:pt x="5986" y="9886"/>
                  </a:lnTo>
                  <a:lnTo>
                    <a:pt x="5253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3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3" name="Google Shape;3313;p15"/>
            <p:cNvSpPr/>
            <p:nvPr/>
          </p:nvSpPr>
          <p:spPr>
            <a:xfrm>
              <a:off x="1498900" y="2189925"/>
              <a:ext cx="329200" cy="242325"/>
            </a:xfrm>
            <a:custGeom>
              <a:avLst/>
              <a:gdLst/>
              <a:ahLst/>
              <a:cxnLst/>
              <a:rect l="l" t="t" r="r" b="b"/>
              <a:pathLst>
                <a:path w="13168" h="9693" extrusionOk="0">
                  <a:moveTo>
                    <a:pt x="5367" y="618"/>
                  </a:moveTo>
                  <a:lnTo>
                    <a:pt x="5947" y="773"/>
                  </a:lnTo>
                  <a:lnTo>
                    <a:pt x="6526" y="1004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6"/>
                  </a:lnTo>
                  <a:lnTo>
                    <a:pt x="8495" y="3167"/>
                  </a:lnTo>
                  <a:lnTo>
                    <a:pt x="8573" y="3437"/>
                  </a:lnTo>
                  <a:lnTo>
                    <a:pt x="8611" y="3707"/>
                  </a:lnTo>
                  <a:lnTo>
                    <a:pt x="8573" y="3707"/>
                  </a:lnTo>
                  <a:lnTo>
                    <a:pt x="7723" y="3823"/>
                  </a:lnTo>
                  <a:lnTo>
                    <a:pt x="6873" y="3900"/>
                  </a:lnTo>
                  <a:lnTo>
                    <a:pt x="6410" y="3939"/>
                  </a:lnTo>
                  <a:lnTo>
                    <a:pt x="6178" y="3939"/>
                  </a:lnTo>
                  <a:lnTo>
                    <a:pt x="5985" y="3900"/>
                  </a:lnTo>
                  <a:lnTo>
                    <a:pt x="5792" y="3862"/>
                  </a:lnTo>
                  <a:lnTo>
                    <a:pt x="5676" y="3746"/>
                  </a:lnTo>
                  <a:lnTo>
                    <a:pt x="5561" y="3553"/>
                  </a:lnTo>
                  <a:lnTo>
                    <a:pt x="5483" y="3321"/>
                  </a:lnTo>
                  <a:lnTo>
                    <a:pt x="5406" y="2626"/>
                  </a:lnTo>
                  <a:lnTo>
                    <a:pt x="5367" y="1970"/>
                  </a:lnTo>
                  <a:lnTo>
                    <a:pt x="5367" y="618"/>
                  </a:lnTo>
                  <a:close/>
                  <a:moveTo>
                    <a:pt x="2780" y="889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7" y="3707"/>
                  </a:lnTo>
                  <a:lnTo>
                    <a:pt x="2510" y="3862"/>
                  </a:lnTo>
                  <a:lnTo>
                    <a:pt x="2433" y="4016"/>
                  </a:lnTo>
                  <a:lnTo>
                    <a:pt x="2317" y="4132"/>
                  </a:lnTo>
                  <a:lnTo>
                    <a:pt x="2124" y="4209"/>
                  </a:lnTo>
                  <a:lnTo>
                    <a:pt x="1892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6" y="4016"/>
                  </a:lnTo>
                  <a:lnTo>
                    <a:pt x="502" y="3514"/>
                  </a:lnTo>
                  <a:lnTo>
                    <a:pt x="656" y="3012"/>
                  </a:lnTo>
                  <a:lnTo>
                    <a:pt x="888" y="2549"/>
                  </a:lnTo>
                  <a:lnTo>
                    <a:pt x="1158" y="2124"/>
                  </a:lnTo>
                  <a:lnTo>
                    <a:pt x="1506" y="1738"/>
                  </a:lnTo>
                  <a:lnTo>
                    <a:pt x="1892" y="1429"/>
                  </a:lnTo>
                  <a:lnTo>
                    <a:pt x="2317" y="1120"/>
                  </a:lnTo>
                  <a:lnTo>
                    <a:pt x="2780" y="889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3" y="5986"/>
                  </a:lnTo>
                  <a:lnTo>
                    <a:pt x="11430" y="6140"/>
                  </a:lnTo>
                  <a:lnTo>
                    <a:pt x="11353" y="6217"/>
                  </a:lnTo>
                  <a:lnTo>
                    <a:pt x="11237" y="6256"/>
                  </a:lnTo>
                  <a:lnTo>
                    <a:pt x="11082" y="6295"/>
                  </a:lnTo>
                  <a:lnTo>
                    <a:pt x="10928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0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19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2" y="0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4" y="387"/>
                  </a:lnTo>
                  <a:lnTo>
                    <a:pt x="2240" y="580"/>
                  </a:lnTo>
                  <a:lnTo>
                    <a:pt x="1854" y="811"/>
                  </a:lnTo>
                  <a:lnTo>
                    <a:pt x="1506" y="1043"/>
                  </a:lnTo>
                  <a:lnTo>
                    <a:pt x="1158" y="1352"/>
                  </a:lnTo>
                  <a:lnTo>
                    <a:pt x="888" y="1661"/>
                  </a:lnTo>
                  <a:lnTo>
                    <a:pt x="618" y="2008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5"/>
                  </a:lnTo>
                  <a:lnTo>
                    <a:pt x="39" y="3669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6" y="4287"/>
                  </a:lnTo>
                  <a:lnTo>
                    <a:pt x="965" y="4518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402"/>
                  </a:lnTo>
                  <a:lnTo>
                    <a:pt x="2858" y="4248"/>
                  </a:lnTo>
                  <a:lnTo>
                    <a:pt x="2896" y="4132"/>
                  </a:lnTo>
                  <a:lnTo>
                    <a:pt x="2973" y="3978"/>
                  </a:lnTo>
                  <a:lnTo>
                    <a:pt x="3012" y="3630"/>
                  </a:lnTo>
                  <a:lnTo>
                    <a:pt x="3012" y="2974"/>
                  </a:lnTo>
                  <a:lnTo>
                    <a:pt x="3128" y="773"/>
                  </a:lnTo>
                  <a:lnTo>
                    <a:pt x="3514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7" y="580"/>
                  </a:lnTo>
                  <a:lnTo>
                    <a:pt x="5020" y="1661"/>
                  </a:lnTo>
                  <a:lnTo>
                    <a:pt x="5059" y="2703"/>
                  </a:lnTo>
                  <a:lnTo>
                    <a:pt x="5097" y="3398"/>
                  </a:lnTo>
                  <a:lnTo>
                    <a:pt x="5174" y="3746"/>
                  </a:lnTo>
                  <a:lnTo>
                    <a:pt x="5213" y="3900"/>
                  </a:lnTo>
                  <a:lnTo>
                    <a:pt x="5290" y="4055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69" y="4325"/>
                  </a:lnTo>
                  <a:lnTo>
                    <a:pt x="6217" y="4325"/>
                  </a:lnTo>
                  <a:lnTo>
                    <a:pt x="6565" y="4287"/>
                  </a:lnTo>
                  <a:lnTo>
                    <a:pt x="7607" y="4209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1" y="4866"/>
                  </a:lnTo>
                  <a:lnTo>
                    <a:pt x="8611" y="4904"/>
                  </a:lnTo>
                  <a:lnTo>
                    <a:pt x="8611" y="5020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6" y="4943"/>
                  </a:lnTo>
                  <a:lnTo>
                    <a:pt x="9190" y="4904"/>
                  </a:lnTo>
                  <a:lnTo>
                    <a:pt x="9383" y="4904"/>
                  </a:lnTo>
                  <a:lnTo>
                    <a:pt x="9808" y="4982"/>
                  </a:lnTo>
                  <a:lnTo>
                    <a:pt x="10194" y="5098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0" y="5445"/>
                  </a:lnTo>
                  <a:lnTo>
                    <a:pt x="10272" y="5600"/>
                  </a:lnTo>
                  <a:lnTo>
                    <a:pt x="10233" y="5754"/>
                  </a:lnTo>
                  <a:lnTo>
                    <a:pt x="10233" y="5908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3" y="6488"/>
                  </a:lnTo>
                  <a:lnTo>
                    <a:pt x="10696" y="6604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6"/>
                  </a:lnTo>
                  <a:lnTo>
                    <a:pt x="11739" y="6410"/>
                  </a:lnTo>
                  <a:lnTo>
                    <a:pt x="11855" y="6256"/>
                  </a:lnTo>
                  <a:lnTo>
                    <a:pt x="12086" y="6565"/>
                  </a:lnTo>
                  <a:lnTo>
                    <a:pt x="12280" y="6912"/>
                  </a:lnTo>
                  <a:lnTo>
                    <a:pt x="12395" y="7221"/>
                  </a:lnTo>
                  <a:lnTo>
                    <a:pt x="12473" y="7569"/>
                  </a:lnTo>
                  <a:lnTo>
                    <a:pt x="12550" y="7916"/>
                  </a:lnTo>
                  <a:lnTo>
                    <a:pt x="12550" y="8264"/>
                  </a:lnTo>
                  <a:lnTo>
                    <a:pt x="12588" y="8998"/>
                  </a:lnTo>
                  <a:lnTo>
                    <a:pt x="12511" y="8998"/>
                  </a:lnTo>
                  <a:lnTo>
                    <a:pt x="12434" y="9075"/>
                  </a:lnTo>
                  <a:lnTo>
                    <a:pt x="12395" y="9113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5" y="9654"/>
                  </a:lnTo>
                  <a:lnTo>
                    <a:pt x="12820" y="9615"/>
                  </a:lnTo>
                  <a:lnTo>
                    <a:pt x="12936" y="9577"/>
                  </a:lnTo>
                  <a:lnTo>
                    <a:pt x="13013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5"/>
                  </a:lnTo>
                  <a:lnTo>
                    <a:pt x="13090" y="7723"/>
                  </a:lnTo>
                  <a:lnTo>
                    <a:pt x="12936" y="7183"/>
                  </a:lnTo>
                  <a:lnTo>
                    <a:pt x="12743" y="6681"/>
                  </a:lnTo>
                  <a:lnTo>
                    <a:pt x="12434" y="6217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314" y="5098"/>
                  </a:lnTo>
                  <a:lnTo>
                    <a:pt x="10967" y="4904"/>
                  </a:lnTo>
                  <a:lnTo>
                    <a:pt x="10619" y="4750"/>
                  </a:lnTo>
                  <a:lnTo>
                    <a:pt x="10272" y="4596"/>
                  </a:lnTo>
                  <a:lnTo>
                    <a:pt x="9885" y="4480"/>
                  </a:lnTo>
                  <a:lnTo>
                    <a:pt x="9538" y="4441"/>
                  </a:lnTo>
                  <a:lnTo>
                    <a:pt x="9190" y="4441"/>
                  </a:lnTo>
                  <a:lnTo>
                    <a:pt x="9268" y="3978"/>
                  </a:lnTo>
                  <a:lnTo>
                    <a:pt x="9229" y="3514"/>
                  </a:lnTo>
                  <a:lnTo>
                    <a:pt x="9152" y="3090"/>
                  </a:lnTo>
                  <a:lnTo>
                    <a:pt x="8997" y="2665"/>
                  </a:lnTo>
                  <a:lnTo>
                    <a:pt x="8804" y="2279"/>
                  </a:lnTo>
                  <a:lnTo>
                    <a:pt x="8534" y="1931"/>
                  </a:lnTo>
                  <a:lnTo>
                    <a:pt x="8225" y="1584"/>
                  </a:lnTo>
                  <a:lnTo>
                    <a:pt x="7839" y="1275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8" y="348"/>
                  </a:lnTo>
                  <a:lnTo>
                    <a:pt x="5715" y="193"/>
                  </a:lnTo>
                  <a:lnTo>
                    <a:pt x="5290" y="78"/>
                  </a:lnTo>
                  <a:lnTo>
                    <a:pt x="4827" y="39"/>
                  </a:lnTo>
                  <a:lnTo>
                    <a:pt x="440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4" name="Google Shape;3314;p15"/>
            <p:cNvSpPr/>
            <p:nvPr/>
          </p:nvSpPr>
          <p:spPr>
            <a:xfrm>
              <a:off x="1530750" y="2203425"/>
              <a:ext cx="254875" cy="267450"/>
            </a:xfrm>
            <a:custGeom>
              <a:avLst/>
              <a:gdLst/>
              <a:ahLst/>
              <a:cxnLst/>
              <a:rect l="l" t="t" r="r" b="b"/>
              <a:pathLst>
                <a:path w="10195" h="10698" extrusionOk="0">
                  <a:moveTo>
                    <a:pt x="8264" y="7299"/>
                  </a:moveTo>
                  <a:lnTo>
                    <a:pt x="8496" y="7376"/>
                  </a:lnTo>
                  <a:lnTo>
                    <a:pt x="8727" y="7454"/>
                  </a:lnTo>
                  <a:lnTo>
                    <a:pt x="8959" y="7569"/>
                  </a:lnTo>
                  <a:lnTo>
                    <a:pt x="9152" y="7724"/>
                  </a:lnTo>
                  <a:lnTo>
                    <a:pt x="9345" y="7917"/>
                  </a:lnTo>
                  <a:lnTo>
                    <a:pt x="9500" y="8110"/>
                  </a:lnTo>
                  <a:lnTo>
                    <a:pt x="9615" y="8342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3"/>
                  </a:lnTo>
                  <a:lnTo>
                    <a:pt x="9538" y="9423"/>
                  </a:lnTo>
                  <a:lnTo>
                    <a:pt x="9384" y="9655"/>
                  </a:lnTo>
                  <a:lnTo>
                    <a:pt x="9191" y="9848"/>
                  </a:lnTo>
                  <a:lnTo>
                    <a:pt x="8959" y="10041"/>
                  </a:lnTo>
                  <a:lnTo>
                    <a:pt x="8689" y="10118"/>
                  </a:lnTo>
                  <a:lnTo>
                    <a:pt x="8418" y="10195"/>
                  </a:lnTo>
                  <a:lnTo>
                    <a:pt x="8109" y="10157"/>
                  </a:lnTo>
                  <a:lnTo>
                    <a:pt x="7839" y="10079"/>
                  </a:lnTo>
                  <a:lnTo>
                    <a:pt x="7607" y="9964"/>
                  </a:lnTo>
                  <a:lnTo>
                    <a:pt x="7376" y="9809"/>
                  </a:lnTo>
                  <a:lnTo>
                    <a:pt x="7183" y="9577"/>
                  </a:lnTo>
                  <a:lnTo>
                    <a:pt x="7028" y="9346"/>
                  </a:lnTo>
                  <a:lnTo>
                    <a:pt x="6951" y="9075"/>
                  </a:lnTo>
                  <a:lnTo>
                    <a:pt x="6912" y="8805"/>
                  </a:lnTo>
                  <a:lnTo>
                    <a:pt x="6951" y="8535"/>
                  </a:lnTo>
                  <a:lnTo>
                    <a:pt x="7028" y="8265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4"/>
                  </a:lnTo>
                  <a:lnTo>
                    <a:pt x="7723" y="7569"/>
                  </a:lnTo>
                  <a:lnTo>
                    <a:pt x="8148" y="7338"/>
                  </a:lnTo>
                  <a:lnTo>
                    <a:pt x="8225" y="7299"/>
                  </a:lnTo>
                  <a:close/>
                  <a:moveTo>
                    <a:pt x="2858" y="1"/>
                  </a:moveTo>
                  <a:lnTo>
                    <a:pt x="2665" y="40"/>
                  </a:lnTo>
                  <a:lnTo>
                    <a:pt x="2665" y="78"/>
                  </a:lnTo>
                  <a:lnTo>
                    <a:pt x="2626" y="1353"/>
                  </a:lnTo>
                  <a:lnTo>
                    <a:pt x="2626" y="2588"/>
                  </a:lnTo>
                  <a:lnTo>
                    <a:pt x="2665" y="3824"/>
                  </a:lnTo>
                  <a:lnTo>
                    <a:pt x="2703" y="5098"/>
                  </a:lnTo>
                  <a:lnTo>
                    <a:pt x="2896" y="7492"/>
                  </a:lnTo>
                  <a:lnTo>
                    <a:pt x="2896" y="8149"/>
                  </a:lnTo>
                  <a:lnTo>
                    <a:pt x="2935" y="8458"/>
                  </a:lnTo>
                  <a:lnTo>
                    <a:pt x="2974" y="8612"/>
                  </a:lnTo>
                  <a:lnTo>
                    <a:pt x="3051" y="8767"/>
                  </a:lnTo>
                  <a:lnTo>
                    <a:pt x="1545" y="8728"/>
                  </a:lnTo>
                  <a:lnTo>
                    <a:pt x="39" y="8689"/>
                  </a:lnTo>
                  <a:lnTo>
                    <a:pt x="0" y="8689"/>
                  </a:lnTo>
                  <a:lnTo>
                    <a:pt x="0" y="9037"/>
                  </a:lnTo>
                  <a:lnTo>
                    <a:pt x="773" y="9114"/>
                  </a:lnTo>
                  <a:lnTo>
                    <a:pt x="1545" y="9153"/>
                  </a:lnTo>
                  <a:lnTo>
                    <a:pt x="3128" y="9230"/>
                  </a:lnTo>
                  <a:lnTo>
                    <a:pt x="4827" y="9307"/>
                  </a:lnTo>
                  <a:lnTo>
                    <a:pt x="5677" y="9307"/>
                  </a:lnTo>
                  <a:lnTo>
                    <a:pt x="6488" y="9269"/>
                  </a:lnTo>
                  <a:lnTo>
                    <a:pt x="6603" y="9577"/>
                  </a:lnTo>
                  <a:lnTo>
                    <a:pt x="6758" y="9848"/>
                  </a:lnTo>
                  <a:lnTo>
                    <a:pt x="6990" y="10079"/>
                  </a:lnTo>
                  <a:lnTo>
                    <a:pt x="7221" y="10311"/>
                  </a:lnTo>
                  <a:lnTo>
                    <a:pt x="7492" y="10466"/>
                  </a:lnTo>
                  <a:lnTo>
                    <a:pt x="7801" y="10581"/>
                  </a:lnTo>
                  <a:lnTo>
                    <a:pt x="8109" y="10659"/>
                  </a:lnTo>
                  <a:lnTo>
                    <a:pt x="8418" y="10697"/>
                  </a:lnTo>
                  <a:lnTo>
                    <a:pt x="8727" y="10620"/>
                  </a:lnTo>
                  <a:lnTo>
                    <a:pt x="9036" y="10543"/>
                  </a:lnTo>
                  <a:lnTo>
                    <a:pt x="9306" y="10388"/>
                  </a:lnTo>
                  <a:lnTo>
                    <a:pt x="9538" y="10195"/>
                  </a:lnTo>
                  <a:lnTo>
                    <a:pt x="9770" y="9964"/>
                  </a:lnTo>
                  <a:lnTo>
                    <a:pt x="9924" y="9693"/>
                  </a:lnTo>
                  <a:lnTo>
                    <a:pt x="10079" y="9423"/>
                  </a:lnTo>
                  <a:lnTo>
                    <a:pt x="10156" y="9153"/>
                  </a:lnTo>
                  <a:lnTo>
                    <a:pt x="10195" y="9153"/>
                  </a:lnTo>
                  <a:lnTo>
                    <a:pt x="10195" y="8767"/>
                  </a:lnTo>
                  <a:lnTo>
                    <a:pt x="10156" y="8419"/>
                  </a:lnTo>
                  <a:lnTo>
                    <a:pt x="10040" y="8071"/>
                  </a:lnTo>
                  <a:lnTo>
                    <a:pt x="9847" y="7763"/>
                  </a:lnTo>
                  <a:lnTo>
                    <a:pt x="9615" y="7492"/>
                  </a:lnTo>
                  <a:lnTo>
                    <a:pt x="9306" y="7261"/>
                  </a:lnTo>
                  <a:lnTo>
                    <a:pt x="8998" y="7106"/>
                  </a:lnTo>
                  <a:lnTo>
                    <a:pt x="8650" y="7029"/>
                  </a:lnTo>
                  <a:lnTo>
                    <a:pt x="8303" y="7029"/>
                  </a:lnTo>
                  <a:lnTo>
                    <a:pt x="8187" y="7067"/>
                  </a:lnTo>
                  <a:lnTo>
                    <a:pt x="8148" y="7029"/>
                  </a:lnTo>
                  <a:lnTo>
                    <a:pt x="8071" y="6990"/>
                  </a:lnTo>
                  <a:lnTo>
                    <a:pt x="7916" y="6990"/>
                  </a:lnTo>
                  <a:lnTo>
                    <a:pt x="7723" y="7029"/>
                  </a:lnTo>
                  <a:lnTo>
                    <a:pt x="7414" y="7145"/>
                  </a:lnTo>
                  <a:lnTo>
                    <a:pt x="7144" y="7338"/>
                  </a:lnTo>
                  <a:lnTo>
                    <a:pt x="6912" y="7569"/>
                  </a:lnTo>
                  <a:lnTo>
                    <a:pt x="6719" y="7878"/>
                  </a:lnTo>
                  <a:lnTo>
                    <a:pt x="6565" y="8187"/>
                  </a:lnTo>
                  <a:lnTo>
                    <a:pt x="6449" y="8535"/>
                  </a:lnTo>
                  <a:lnTo>
                    <a:pt x="6449" y="8844"/>
                  </a:lnTo>
                  <a:lnTo>
                    <a:pt x="5715" y="8805"/>
                  </a:lnTo>
                  <a:lnTo>
                    <a:pt x="4943" y="8767"/>
                  </a:lnTo>
                  <a:lnTo>
                    <a:pt x="3476" y="8767"/>
                  </a:lnTo>
                  <a:lnTo>
                    <a:pt x="3476" y="8728"/>
                  </a:lnTo>
                  <a:lnTo>
                    <a:pt x="3476" y="8651"/>
                  </a:lnTo>
                  <a:lnTo>
                    <a:pt x="3476" y="8573"/>
                  </a:lnTo>
                  <a:lnTo>
                    <a:pt x="3437" y="8535"/>
                  </a:lnTo>
                  <a:lnTo>
                    <a:pt x="3360" y="8496"/>
                  </a:lnTo>
                  <a:lnTo>
                    <a:pt x="3283" y="8496"/>
                  </a:lnTo>
                  <a:lnTo>
                    <a:pt x="3205" y="8535"/>
                  </a:lnTo>
                  <a:lnTo>
                    <a:pt x="3283" y="8380"/>
                  </a:lnTo>
                  <a:lnTo>
                    <a:pt x="3283" y="8226"/>
                  </a:lnTo>
                  <a:lnTo>
                    <a:pt x="3283" y="8110"/>
                  </a:lnTo>
                  <a:lnTo>
                    <a:pt x="3283" y="7956"/>
                  </a:lnTo>
                  <a:lnTo>
                    <a:pt x="3205" y="7338"/>
                  </a:lnTo>
                  <a:lnTo>
                    <a:pt x="3128" y="6450"/>
                  </a:lnTo>
                  <a:lnTo>
                    <a:pt x="3012" y="4326"/>
                  </a:lnTo>
                  <a:lnTo>
                    <a:pt x="2935" y="2202"/>
                  </a:lnTo>
                  <a:lnTo>
                    <a:pt x="2896" y="78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5" name="Google Shape;3315;p15"/>
            <p:cNvSpPr/>
            <p:nvPr/>
          </p:nvSpPr>
          <p:spPr>
            <a:xfrm>
              <a:off x="4324525" y="22671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20"/>
                  </a:lnTo>
                  <a:lnTo>
                    <a:pt x="2897" y="1661"/>
                  </a:lnTo>
                  <a:lnTo>
                    <a:pt x="2511" y="2202"/>
                  </a:lnTo>
                  <a:lnTo>
                    <a:pt x="1970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80" y="4750"/>
                  </a:lnTo>
                  <a:lnTo>
                    <a:pt x="966" y="4518"/>
                  </a:lnTo>
                  <a:lnTo>
                    <a:pt x="1314" y="4210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935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3"/>
                  </a:lnTo>
                  <a:lnTo>
                    <a:pt x="4248" y="155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6" name="Google Shape;3316;p15"/>
            <p:cNvSpPr/>
            <p:nvPr/>
          </p:nvSpPr>
          <p:spPr>
            <a:xfrm>
              <a:off x="4273375" y="22681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0"/>
                  </a:moveTo>
                  <a:lnTo>
                    <a:pt x="1004" y="309"/>
                  </a:lnTo>
                  <a:lnTo>
                    <a:pt x="1236" y="386"/>
                  </a:lnTo>
                  <a:lnTo>
                    <a:pt x="1429" y="579"/>
                  </a:lnTo>
                  <a:lnTo>
                    <a:pt x="1583" y="772"/>
                  </a:lnTo>
                  <a:lnTo>
                    <a:pt x="1622" y="1004"/>
                  </a:lnTo>
                  <a:lnTo>
                    <a:pt x="1622" y="1120"/>
                  </a:lnTo>
                  <a:lnTo>
                    <a:pt x="1583" y="1197"/>
                  </a:lnTo>
                  <a:lnTo>
                    <a:pt x="1545" y="1313"/>
                  </a:lnTo>
                  <a:lnTo>
                    <a:pt x="1468" y="1390"/>
                  </a:lnTo>
                  <a:lnTo>
                    <a:pt x="1352" y="1506"/>
                  </a:lnTo>
                  <a:lnTo>
                    <a:pt x="1197" y="1545"/>
                  </a:lnTo>
                  <a:lnTo>
                    <a:pt x="966" y="1583"/>
                  </a:lnTo>
                  <a:lnTo>
                    <a:pt x="772" y="1545"/>
                  </a:lnTo>
                  <a:lnTo>
                    <a:pt x="657" y="1506"/>
                  </a:lnTo>
                  <a:lnTo>
                    <a:pt x="579" y="1429"/>
                  </a:lnTo>
                  <a:lnTo>
                    <a:pt x="502" y="1352"/>
                  </a:lnTo>
                  <a:lnTo>
                    <a:pt x="464" y="1236"/>
                  </a:lnTo>
                  <a:lnTo>
                    <a:pt x="425" y="1004"/>
                  </a:lnTo>
                  <a:lnTo>
                    <a:pt x="464" y="811"/>
                  </a:lnTo>
                  <a:lnTo>
                    <a:pt x="541" y="618"/>
                  </a:lnTo>
                  <a:lnTo>
                    <a:pt x="695" y="425"/>
                  </a:lnTo>
                  <a:lnTo>
                    <a:pt x="734" y="348"/>
                  </a:lnTo>
                  <a:lnTo>
                    <a:pt x="734" y="309"/>
                  </a:lnTo>
                  <a:lnTo>
                    <a:pt x="888" y="270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116"/>
                  </a:lnTo>
                  <a:lnTo>
                    <a:pt x="541" y="77"/>
                  </a:lnTo>
                  <a:lnTo>
                    <a:pt x="464" y="116"/>
                  </a:lnTo>
                  <a:lnTo>
                    <a:pt x="270" y="232"/>
                  </a:lnTo>
                  <a:lnTo>
                    <a:pt x="155" y="386"/>
                  </a:lnTo>
                  <a:lnTo>
                    <a:pt x="77" y="541"/>
                  </a:lnTo>
                  <a:lnTo>
                    <a:pt x="39" y="734"/>
                  </a:lnTo>
                  <a:lnTo>
                    <a:pt x="0" y="888"/>
                  </a:lnTo>
                  <a:lnTo>
                    <a:pt x="0" y="1081"/>
                  </a:lnTo>
                  <a:lnTo>
                    <a:pt x="39" y="1274"/>
                  </a:lnTo>
                  <a:lnTo>
                    <a:pt x="77" y="1468"/>
                  </a:lnTo>
                  <a:lnTo>
                    <a:pt x="193" y="1661"/>
                  </a:lnTo>
                  <a:lnTo>
                    <a:pt x="309" y="1776"/>
                  </a:lnTo>
                  <a:lnTo>
                    <a:pt x="502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236" y="2008"/>
                  </a:lnTo>
                  <a:lnTo>
                    <a:pt x="1429" y="1931"/>
                  </a:lnTo>
                  <a:lnTo>
                    <a:pt x="1622" y="1815"/>
                  </a:lnTo>
                  <a:lnTo>
                    <a:pt x="1776" y="1699"/>
                  </a:lnTo>
                  <a:lnTo>
                    <a:pt x="1892" y="1545"/>
                  </a:lnTo>
                  <a:lnTo>
                    <a:pt x="1970" y="1390"/>
                  </a:lnTo>
                  <a:lnTo>
                    <a:pt x="2047" y="1197"/>
                  </a:lnTo>
                  <a:lnTo>
                    <a:pt x="2085" y="1004"/>
                  </a:lnTo>
                  <a:lnTo>
                    <a:pt x="2047" y="811"/>
                  </a:lnTo>
                  <a:lnTo>
                    <a:pt x="1970" y="618"/>
                  </a:lnTo>
                  <a:lnTo>
                    <a:pt x="1892" y="425"/>
                  </a:lnTo>
                  <a:lnTo>
                    <a:pt x="1738" y="270"/>
                  </a:lnTo>
                  <a:lnTo>
                    <a:pt x="1583" y="155"/>
                  </a:lnTo>
                  <a:lnTo>
                    <a:pt x="1429" y="77"/>
                  </a:lnTo>
                  <a:lnTo>
                    <a:pt x="1236" y="39"/>
                  </a:lnTo>
                  <a:lnTo>
                    <a:pt x="104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7" name="Google Shape;3317;p15"/>
            <p:cNvSpPr/>
            <p:nvPr/>
          </p:nvSpPr>
          <p:spPr>
            <a:xfrm>
              <a:off x="1394625" y="2299975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0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1" y="194"/>
                  </a:lnTo>
                  <a:lnTo>
                    <a:pt x="2240" y="309"/>
                  </a:lnTo>
                  <a:lnTo>
                    <a:pt x="2009" y="425"/>
                  </a:lnTo>
                  <a:lnTo>
                    <a:pt x="1738" y="580"/>
                  </a:lnTo>
                  <a:lnTo>
                    <a:pt x="1507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9"/>
                  </a:lnTo>
                  <a:lnTo>
                    <a:pt x="39" y="3746"/>
                  </a:lnTo>
                  <a:lnTo>
                    <a:pt x="1" y="4055"/>
                  </a:lnTo>
                  <a:lnTo>
                    <a:pt x="1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700" y="5291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827"/>
                  </a:lnTo>
                  <a:lnTo>
                    <a:pt x="734" y="4711"/>
                  </a:lnTo>
                  <a:lnTo>
                    <a:pt x="580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80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54" y="1159"/>
                  </a:lnTo>
                  <a:lnTo>
                    <a:pt x="2202" y="889"/>
                  </a:lnTo>
                  <a:lnTo>
                    <a:pt x="2626" y="696"/>
                  </a:lnTo>
                  <a:lnTo>
                    <a:pt x="3090" y="580"/>
                  </a:lnTo>
                  <a:lnTo>
                    <a:pt x="3592" y="541"/>
                  </a:lnTo>
                  <a:lnTo>
                    <a:pt x="4094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3" y="502"/>
                  </a:lnTo>
                  <a:lnTo>
                    <a:pt x="4480" y="464"/>
                  </a:lnTo>
                  <a:lnTo>
                    <a:pt x="4519" y="425"/>
                  </a:lnTo>
                  <a:lnTo>
                    <a:pt x="4519" y="348"/>
                  </a:lnTo>
                  <a:lnTo>
                    <a:pt x="4519" y="194"/>
                  </a:lnTo>
                  <a:lnTo>
                    <a:pt x="4210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8" name="Google Shape;3318;p15"/>
            <p:cNvSpPr/>
            <p:nvPr/>
          </p:nvSpPr>
          <p:spPr>
            <a:xfrm>
              <a:off x="4211575" y="2315425"/>
              <a:ext cx="44450" cy="44425"/>
            </a:xfrm>
            <a:custGeom>
              <a:avLst/>
              <a:gdLst/>
              <a:ahLst/>
              <a:cxnLst/>
              <a:rect l="l" t="t" r="r" b="b"/>
              <a:pathLst>
                <a:path w="1778" h="1777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8"/>
                  </a:lnTo>
                  <a:lnTo>
                    <a:pt x="1391" y="811"/>
                  </a:lnTo>
                  <a:lnTo>
                    <a:pt x="1391" y="966"/>
                  </a:lnTo>
                  <a:lnTo>
                    <a:pt x="1352" y="1082"/>
                  </a:lnTo>
                  <a:lnTo>
                    <a:pt x="1275" y="1159"/>
                  </a:lnTo>
                  <a:lnTo>
                    <a:pt x="1198" y="1236"/>
                  </a:lnTo>
                  <a:lnTo>
                    <a:pt x="1082" y="1313"/>
                  </a:lnTo>
                  <a:lnTo>
                    <a:pt x="889" y="1390"/>
                  </a:lnTo>
                  <a:lnTo>
                    <a:pt x="734" y="1352"/>
                  </a:lnTo>
                  <a:lnTo>
                    <a:pt x="541" y="1275"/>
                  </a:lnTo>
                  <a:lnTo>
                    <a:pt x="426" y="1082"/>
                  </a:lnTo>
                  <a:lnTo>
                    <a:pt x="387" y="927"/>
                  </a:lnTo>
                  <a:lnTo>
                    <a:pt x="387" y="734"/>
                  </a:lnTo>
                  <a:lnTo>
                    <a:pt x="464" y="580"/>
                  </a:lnTo>
                  <a:lnTo>
                    <a:pt x="541" y="386"/>
                  </a:lnTo>
                  <a:lnTo>
                    <a:pt x="541" y="348"/>
                  </a:lnTo>
                  <a:lnTo>
                    <a:pt x="580" y="348"/>
                  </a:lnTo>
                  <a:lnTo>
                    <a:pt x="773" y="309"/>
                  </a:lnTo>
                  <a:close/>
                  <a:moveTo>
                    <a:pt x="966" y="0"/>
                  </a:moveTo>
                  <a:lnTo>
                    <a:pt x="773" y="39"/>
                  </a:lnTo>
                  <a:lnTo>
                    <a:pt x="619" y="78"/>
                  </a:lnTo>
                  <a:lnTo>
                    <a:pt x="464" y="155"/>
                  </a:lnTo>
                  <a:lnTo>
                    <a:pt x="426" y="193"/>
                  </a:lnTo>
                  <a:lnTo>
                    <a:pt x="387" y="193"/>
                  </a:lnTo>
                  <a:lnTo>
                    <a:pt x="232" y="271"/>
                  </a:lnTo>
                  <a:lnTo>
                    <a:pt x="117" y="386"/>
                  </a:lnTo>
                  <a:lnTo>
                    <a:pt x="39" y="541"/>
                  </a:lnTo>
                  <a:lnTo>
                    <a:pt x="1" y="695"/>
                  </a:lnTo>
                  <a:lnTo>
                    <a:pt x="1" y="850"/>
                  </a:lnTo>
                  <a:lnTo>
                    <a:pt x="1" y="1004"/>
                  </a:lnTo>
                  <a:lnTo>
                    <a:pt x="39" y="1197"/>
                  </a:lnTo>
                  <a:lnTo>
                    <a:pt x="117" y="1313"/>
                  </a:lnTo>
                  <a:lnTo>
                    <a:pt x="194" y="1468"/>
                  </a:lnTo>
                  <a:lnTo>
                    <a:pt x="348" y="1584"/>
                  </a:lnTo>
                  <a:lnTo>
                    <a:pt x="464" y="1699"/>
                  </a:lnTo>
                  <a:lnTo>
                    <a:pt x="619" y="1738"/>
                  </a:lnTo>
                  <a:lnTo>
                    <a:pt x="812" y="1777"/>
                  </a:lnTo>
                  <a:lnTo>
                    <a:pt x="966" y="1777"/>
                  </a:lnTo>
                  <a:lnTo>
                    <a:pt x="1121" y="1738"/>
                  </a:lnTo>
                  <a:lnTo>
                    <a:pt x="1314" y="1661"/>
                  </a:lnTo>
                  <a:lnTo>
                    <a:pt x="1430" y="1545"/>
                  </a:lnTo>
                  <a:lnTo>
                    <a:pt x="1584" y="1429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66"/>
                  </a:lnTo>
                  <a:lnTo>
                    <a:pt x="1777" y="773"/>
                  </a:lnTo>
                  <a:lnTo>
                    <a:pt x="1738" y="618"/>
                  </a:lnTo>
                  <a:lnTo>
                    <a:pt x="1661" y="425"/>
                  </a:lnTo>
                  <a:lnTo>
                    <a:pt x="1545" y="309"/>
                  </a:lnTo>
                  <a:lnTo>
                    <a:pt x="1430" y="193"/>
                  </a:lnTo>
                  <a:lnTo>
                    <a:pt x="1275" y="116"/>
                  </a:lnTo>
                  <a:lnTo>
                    <a:pt x="1121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9" name="Google Shape;3319;p15"/>
            <p:cNvSpPr/>
            <p:nvPr/>
          </p:nvSpPr>
          <p:spPr>
            <a:xfrm>
              <a:off x="2413100" y="2319275"/>
              <a:ext cx="84975" cy="222075"/>
            </a:xfrm>
            <a:custGeom>
              <a:avLst/>
              <a:gdLst/>
              <a:ahLst/>
              <a:cxnLst/>
              <a:rect l="l" t="t" r="r" b="b"/>
              <a:pathLst>
                <a:path w="3399" h="8883" extrusionOk="0">
                  <a:moveTo>
                    <a:pt x="1043" y="7376"/>
                  </a:moveTo>
                  <a:lnTo>
                    <a:pt x="1197" y="7453"/>
                  </a:lnTo>
                  <a:lnTo>
                    <a:pt x="1352" y="7608"/>
                  </a:lnTo>
                  <a:lnTo>
                    <a:pt x="1429" y="7685"/>
                  </a:lnTo>
                  <a:lnTo>
                    <a:pt x="1468" y="7801"/>
                  </a:lnTo>
                  <a:lnTo>
                    <a:pt x="1468" y="8033"/>
                  </a:lnTo>
                  <a:lnTo>
                    <a:pt x="1390" y="8226"/>
                  </a:lnTo>
                  <a:lnTo>
                    <a:pt x="1313" y="8342"/>
                  </a:lnTo>
                  <a:lnTo>
                    <a:pt x="1236" y="8419"/>
                  </a:lnTo>
                  <a:lnTo>
                    <a:pt x="1159" y="8457"/>
                  </a:lnTo>
                  <a:lnTo>
                    <a:pt x="1043" y="8496"/>
                  </a:lnTo>
                  <a:lnTo>
                    <a:pt x="811" y="8496"/>
                  </a:lnTo>
                  <a:lnTo>
                    <a:pt x="618" y="8419"/>
                  </a:lnTo>
                  <a:lnTo>
                    <a:pt x="541" y="8342"/>
                  </a:lnTo>
                  <a:lnTo>
                    <a:pt x="464" y="8264"/>
                  </a:lnTo>
                  <a:lnTo>
                    <a:pt x="386" y="8148"/>
                  </a:lnTo>
                  <a:lnTo>
                    <a:pt x="386" y="8033"/>
                  </a:lnTo>
                  <a:lnTo>
                    <a:pt x="386" y="7917"/>
                  </a:lnTo>
                  <a:lnTo>
                    <a:pt x="386" y="7801"/>
                  </a:lnTo>
                  <a:lnTo>
                    <a:pt x="502" y="7569"/>
                  </a:lnTo>
                  <a:lnTo>
                    <a:pt x="695" y="7415"/>
                  </a:lnTo>
                  <a:lnTo>
                    <a:pt x="850" y="7376"/>
                  </a:lnTo>
                  <a:close/>
                  <a:moveTo>
                    <a:pt x="3128" y="1"/>
                  </a:moveTo>
                  <a:lnTo>
                    <a:pt x="3089" y="39"/>
                  </a:lnTo>
                  <a:lnTo>
                    <a:pt x="3051" y="78"/>
                  </a:lnTo>
                  <a:lnTo>
                    <a:pt x="2819" y="503"/>
                  </a:lnTo>
                  <a:lnTo>
                    <a:pt x="2665" y="889"/>
                  </a:lnTo>
                  <a:lnTo>
                    <a:pt x="2356" y="1777"/>
                  </a:lnTo>
                  <a:lnTo>
                    <a:pt x="2085" y="2665"/>
                  </a:lnTo>
                  <a:lnTo>
                    <a:pt x="1854" y="3515"/>
                  </a:lnTo>
                  <a:lnTo>
                    <a:pt x="1313" y="5252"/>
                  </a:lnTo>
                  <a:lnTo>
                    <a:pt x="1043" y="6102"/>
                  </a:lnTo>
                  <a:lnTo>
                    <a:pt x="811" y="6990"/>
                  </a:lnTo>
                  <a:lnTo>
                    <a:pt x="657" y="6990"/>
                  </a:lnTo>
                  <a:lnTo>
                    <a:pt x="541" y="7029"/>
                  </a:lnTo>
                  <a:lnTo>
                    <a:pt x="386" y="7106"/>
                  </a:lnTo>
                  <a:lnTo>
                    <a:pt x="309" y="7222"/>
                  </a:lnTo>
                  <a:lnTo>
                    <a:pt x="271" y="7299"/>
                  </a:lnTo>
                  <a:lnTo>
                    <a:pt x="271" y="7376"/>
                  </a:lnTo>
                  <a:lnTo>
                    <a:pt x="116" y="7608"/>
                  </a:lnTo>
                  <a:lnTo>
                    <a:pt x="0" y="7840"/>
                  </a:lnTo>
                  <a:lnTo>
                    <a:pt x="0" y="8110"/>
                  </a:lnTo>
                  <a:lnTo>
                    <a:pt x="39" y="8264"/>
                  </a:lnTo>
                  <a:lnTo>
                    <a:pt x="78" y="8419"/>
                  </a:lnTo>
                  <a:lnTo>
                    <a:pt x="193" y="8573"/>
                  </a:lnTo>
                  <a:lnTo>
                    <a:pt x="348" y="8689"/>
                  </a:lnTo>
                  <a:lnTo>
                    <a:pt x="502" y="8805"/>
                  </a:lnTo>
                  <a:lnTo>
                    <a:pt x="657" y="8882"/>
                  </a:lnTo>
                  <a:lnTo>
                    <a:pt x="1043" y="8882"/>
                  </a:lnTo>
                  <a:lnTo>
                    <a:pt x="1236" y="8844"/>
                  </a:lnTo>
                  <a:lnTo>
                    <a:pt x="1429" y="8766"/>
                  </a:lnTo>
                  <a:lnTo>
                    <a:pt x="1584" y="8650"/>
                  </a:lnTo>
                  <a:lnTo>
                    <a:pt x="1699" y="8496"/>
                  </a:lnTo>
                  <a:lnTo>
                    <a:pt x="1777" y="8342"/>
                  </a:lnTo>
                  <a:lnTo>
                    <a:pt x="1854" y="8148"/>
                  </a:lnTo>
                  <a:lnTo>
                    <a:pt x="1854" y="7955"/>
                  </a:lnTo>
                  <a:lnTo>
                    <a:pt x="1854" y="7762"/>
                  </a:lnTo>
                  <a:lnTo>
                    <a:pt x="1815" y="7608"/>
                  </a:lnTo>
                  <a:lnTo>
                    <a:pt x="1738" y="7415"/>
                  </a:lnTo>
                  <a:lnTo>
                    <a:pt x="1622" y="7299"/>
                  </a:lnTo>
                  <a:lnTo>
                    <a:pt x="1506" y="7183"/>
                  </a:lnTo>
                  <a:lnTo>
                    <a:pt x="1352" y="7106"/>
                  </a:lnTo>
                  <a:lnTo>
                    <a:pt x="1197" y="7029"/>
                  </a:lnTo>
                  <a:lnTo>
                    <a:pt x="1545" y="6179"/>
                  </a:lnTo>
                  <a:lnTo>
                    <a:pt x="1815" y="5330"/>
                  </a:lnTo>
                  <a:lnTo>
                    <a:pt x="2394" y="3592"/>
                  </a:lnTo>
                  <a:lnTo>
                    <a:pt x="2665" y="2781"/>
                  </a:lnTo>
                  <a:lnTo>
                    <a:pt x="2974" y="1932"/>
                  </a:lnTo>
                  <a:lnTo>
                    <a:pt x="3244" y="1082"/>
                  </a:lnTo>
                  <a:lnTo>
                    <a:pt x="3321" y="657"/>
                  </a:lnTo>
                  <a:lnTo>
                    <a:pt x="3398" y="232"/>
                  </a:lnTo>
                  <a:lnTo>
                    <a:pt x="3360" y="117"/>
                  </a:lnTo>
                  <a:lnTo>
                    <a:pt x="3244" y="39"/>
                  </a:lnTo>
                  <a:lnTo>
                    <a:pt x="312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0" name="Google Shape;3320;p15"/>
            <p:cNvSpPr/>
            <p:nvPr/>
          </p:nvSpPr>
          <p:spPr>
            <a:xfrm>
              <a:off x="4217375" y="2321200"/>
              <a:ext cx="114900" cy="286750"/>
            </a:xfrm>
            <a:custGeom>
              <a:avLst/>
              <a:gdLst/>
              <a:ahLst/>
              <a:cxnLst/>
              <a:rect l="l" t="t" r="r" b="b"/>
              <a:pathLst>
                <a:path w="4596" h="11470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67"/>
                  </a:lnTo>
                  <a:lnTo>
                    <a:pt x="3939" y="4287"/>
                  </a:lnTo>
                  <a:lnTo>
                    <a:pt x="4016" y="5407"/>
                  </a:lnTo>
                  <a:lnTo>
                    <a:pt x="4055" y="6643"/>
                  </a:lnTo>
                  <a:lnTo>
                    <a:pt x="4055" y="7261"/>
                  </a:lnTo>
                  <a:lnTo>
                    <a:pt x="3978" y="7917"/>
                  </a:lnTo>
                  <a:lnTo>
                    <a:pt x="3901" y="8535"/>
                  </a:lnTo>
                  <a:lnTo>
                    <a:pt x="3746" y="9153"/>
                  </a:lnTo>
                  <a:lnTo>
                    <a:pt x="3553" y="9732"/>
                  </a:lnTo>
                  <a:lnTo>
                    <a:pt x="3244" y="10273"/>
                  </a:lnTo>
                  <a:lnTo>
                    <a:pt x="3012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4"/>
                  </a:lnTo>
                  <a:lnTo>
                    <a:pt x="850" y="9693"/>
                  </a:lnTo>
                  <a:lnTo>
                    <a:pt x="773" y="9423"/>
                  </a:lnTo>
                  <a:lnTo>
                    <a:pt x="734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6"/>
                  </a:lnTo>
                  <a:lnTo>
                    <a:pt x="580" y="2781"/>
                  </a:lnTo>
                  <a:lnTo>
                    <a:pt x="618" y="2781"/>
                  </a:lnTo>
                  <a:lnTo>
                    <a:pt x="1391" y="2395"/>
                  </a:lnTo>
                  <a:lnTo>
                    <a:pt x="2163" y="1970"/>
                  </a:lnTo>
                  <a:lnTo>
                    <a:pt x="2935" y="1468"/>
                  </a:lnTo>
                  <a:lnTo>
                    <a:pt x="3283" y="1198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40"/>
                  </a:lnTo>
                  <a:lnTo>
                    <a:pt x="3476" y="349"/>
                  </a:lnTo>
                  <a:lnTo>
                    <a:pt x="3051" y="657"/>
                  </a:lnTo>
                  <a:lnTo>
                    <a:pt x="2626" y="1005"/>
                  </a:lnTo>
                  <a:lnTo>
                    <a:pt x="2202" y="1314"/>
                  </a:lnTo>
                  <a:lnTo>
                    <a:pt x="1313" y="1893"/>
                  </a:lnTo>
                  <a:lnTo>
                    <a:pt x="425" y="2472"/>
                  </a:lnTo>
                  <a:lnTo>
                    <a:pt x="348" y="2550"/>
                  </a:lnTo>
                  <a:lnTo>
                    <a:pt x="348" y="2665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4"/>
                  </a:lnTo>
                  <a:lnTo>
                    <a:pt x="155" y="4866"/>
                  </a:lnTo>
                  <a:lnTo>
                    <a:pt x="0" y="4944"/>
                  </a:lnTo>
                  <a:lnTo>
                    <a:pt x="155" y="5291"/>
                  </a:lnTo>
                  <a:lnTo>
                    <a:pt x="155" y="6257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3"/>
                  </a:lnTo>
                  <a:lnTo>
                    <a:pt x="309" y="9616"/>
                  </a:lnTo>
                  <a:lnTo>
                    <a:pt x="502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429" y="11199"/>
                  </a:lnTo>
                  <a:lnTo>
                    <a:pt x="1622" y="11315"/>
                  </a:lnTo>
                  <a:lnTo>
                    <a:pt x="1815" y="11392"/>
                  </a:lnTo>
                  <a:lnTo>
                    <a:pt x="2047" y="11431"/>
                  </a:lnTo>
                  <a:lnTo>
                    <a:pt x="2279" y="11470"/>
                  </a:lnTo>
                  <a:lnTo>
                    <a:pt x="2549" y="11431"/>
                  </a:lnTo>
                  <a:lnTo>
                    <a:pt x="2819" y="11354"/>
                  </a:lnTo>
                  <a:lnTo>
                    <a:pt x="3051" y="11238"/>
                  </a:lnTo>
                  <a:lnTo>
                    <a:pt x="3283" y="11083"/>
                  </a:lnTo>
                  <a:lnTo>
                    <a:pt x="3476" y="10890"/>
                  </a:lnTo>
                  <a:lnTo>
                    <a:pt x="3669" y="10659"/>
                  </a:lnTo>
                  <a:lnTo>
                    <a:pt x="3823" y="10427"/>
                  </a:lnTo>
                  <a:lnTo>
                    <a:pt x="3978" y="10157"/>
                  </a:lnTo>
                  <a:lnTo>
                    <a:pt x="4171" y="9577"/>
                  </a:lnTo>
                  <a:lnTo>
                    <a:pt x="4325" y="8960"/>
                  </a:lnTo>
                  <a:lnTo>
                    <a:pt x="4441" y="8342"/>
                  </a:lnTo>
                  <a:lnTo>
                    <a:pt x="4518" y="7763"/>
                  </a:lnTo>
                  <a:lnTo>
                    <a:pt x="4557" y="7222"/>
                  </a:lnTo>
                  <a:lnTo>
                    <a:pt x="4596" y="6681"/>
                  </a:lnTo>
                  <a:lnTo>
                    <a:pt x="4596" y="6102"/>
                  </a:lnTo>
                  <a:lnTo>
                    <a:pt x="4557" y="5021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2"/>
                  </a:lnTo>
                  <a:lnTo>
                    <a:pt x="4094" y="426"/>
                  </a:lnTo>
                  <a:lnTo>
                    <a:pt x="4171" y="349"/>
                  </a:lnTo>
                  <a:lnTo>
                    <a:pt x="4210" y="271"/>
                  </a:lnTo>
                  <a:lnTo>
                    <a:pt x="4210" y="233"/>
                  </a:lnTo>
                  <a:lnTo>
                    <a:pt x="4171" y="78"/>
                  </a:lnTo>
                  <a:lnTo>
                    <a:pt x="4132" y="40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1" name="Google Shape;3321;p15"/>
            <p:cNvSpPr/>
            <p:nvPr/>
          </p:nvSpPr>
          <p:spPr>
            <a:xfrm>
              <a:off x="1643700" y="2334725"/>
              <a:ext cx="26075" cy="11600"/>
            </a:xfrm>
            <a:custGeom>
              <a:avLst/>
              <a:gdLst/>
              <a:ahLst/>
              <a:cxnLst/>
              <a:rect l="l" t="t" r="r" b="b"/>
              <a:pathLst>
                <a:path w="1043" h="464" extrusionOk="0">
                  <a:moveTo>
                    <a:pt x="773" y="1"/>
                  </a:moveTo>
                  <a:lnTo>
                    <a:pt x="541" y="39"/>
                  </a:lnTo>
                  <a:lnTo>
                    <a:pt x="309" y="78"/>
                  </a:lnTo>
                  <a:lnTo>
                    <a:pt x="77" y="194"/>
                  </a:lnTo>
                  <a:lnTo>
                    <a:pt x="39" y="232"/>
                  </a:lnTo>
                  <a:lnTo>
                    <a:pt x="0" y="271"/>
                  </a:lnTo>
                  <a:lnTo>
                    <a:pt x="39" y="387"/>
                  </a:lnTo>
                  <a:lnTo>
                    <a:pt x="77" y="464"/>
                  </a:lnTo>
                  <a:lnTo>
                    <a:pt x="193" y="464"/>
                  </a:lnTo>
                  <a:lnTo>
                    <a:pt x="386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4" y="271"/>
                  </a:lnTo>
                  <a:lnTo>
                    <a:pt x="1043" y="232"/>
                  </a:lnTo>
                  <a:lnTo>
                    <a:pt x="1004" y="155"/>
                  </a:lnTo>
                  <a:lnTo>
                    <a:pt x="966" y="116"/>
                  </a:lnTo>
                  <a:lnTo>
                    <a:pt x="888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2" name="Google Shape;3322;p15"/>
            <p:cNvSpPr/>
            <p:nvPr/>
          </p:nvSpPr>
          <p:spPr>
            <a:xfrm>
              <a:off x="5914500" y="2336650"/>
              <a:ext cx="309900" cy="605325"/>
            </a:xfrm>
            <a:custGeom>
              <a:avLst/>
              <a:gdLst/>
              <a:ahLst/>
              <a:cxnLst/>
              <a:rect l="l" t="t" r="r" b="b"/>
              <a:pathLst>
                <a:path w="12396" h="24213" extrusionOk="0">
                  <a:moveTo>
                    <a:pt x="7955" y="464"/>
                  </a:moveTo>
                  <a:lnTo>
                    <a:pt x="8496" y="503"/>
                  </a:lnTo>
                  <a:lnTo>
                    <a:pt x="9036" y="619"/>
                  </a:lnTo>
                  <a:lnTo>
                    <a:pt x="9500" y="812"/>
                  </a:lnTo>
                  <a:lnTo>
                    <a:pt x="9924" y="1043"/>
                  </a:lnTo>
                  <a:lnTo>
                    <a:pt x="10311" y="1352"/>
                  </a:lnTo>
                  <a:lnTo>
                    <a:pt x="10658" y="1700"/>
                  </a:lnTo>
                  <a:lnTo>
                    <a:pt x="10967" y="2086"/>
                  </a:lnTo>
                  <a:lnTo>
                    <a:pt x="11237" y="2511"/>
                  </a:lnTo>
                  <a:lnTo>
                    <a:pt x="11469" y="2974"/>
                  </a:lnTo>
                  <a:lnTo>
                    <a:pt x="11662" y="3438"/>
                  </a:lnTo>
                  <a:lnTo>
                    <a:pt x="11778" y="3940"/>
                  </a:lnTo>
                  <a:lnTo>
                    <a:pt x="11855" y="4442"/>
                  </a:lnTo>
                  <a:lnTo>
                    <a:pt x="11894" y="4982"/>
                  </a:lnTo>
                  <a:lnTo>
                    <a:pt x="11894" y="5484"/>
                  </a:lnTo>
                  <a:lnTo>
                    <a:pt x="11817" y="5986"/>
                  </a:lnTo>
                  <a:lnTo>
                    <a:pt x="11701" y="6488"/>
                  </a:lnTo>
                  <a:lnTo>
                    <a:pt x="11546" y="6990"/>
                  </a:lnTo>
                  <a:lnTo>
                    <a:pt x="11315" y="7453"/>
                  </a:lnTo>
                  <a:lnTo>
                    <a:pt x="11083" y="7917"/>
                  </a:lnTo>
                  <a:lnTo>
                    <a:pt x="10813" y="8342"/>
                  </a:lnTo>
                  <a:lnTo>
                    <a:pt x="10504" y="8766"/>
                  </a:lnTo>
                  <a:lnTo>
                    <a:pt x="10195" y="9153"/>
                  </a:lnTo>
                  <a:lnTo>
                    <a:pt x="9847" y="9500"/>
                  </a:lnTo>
                  <a:lnTo>
                    <a:pt x="9461" y="9848"/>
                  </a:lnTo>
                  <a:lnTo>
                    <a:pt x="9036" y="10157"/>
                  </a:lnTo>
                  <a:lnTo>
                    <a:pt x="8650" y="10465"/>
                  </a:lnTo>
                  <a:lnTo>
                    <a:pt x="8187" y="10736"/>
                  </a:lnTo>
                  <a:lnTo>
                    <a:pt x="7762" y="11006"/>
                  </a:lnTo>
                  <a:lnTo>
                    <a:pt x="6835" y="11469"/>
                  </a:lnTo>
                  <a:lnTo>
                    <a:pt x="5870" y="11856"/>
                  </a:lnTo>
                  <a:lnTo>
                    <a:pt x="5677" y="11856"/>
                  </a:lnTo>
                  <a:lnTo>
                    <a:pt x="5638" y="11933"/>
                  </a:lnTo>
                  <a:lnTo>
                    <a:pt x="5600" y="11933"/>
                  </a:lnTo>
                  <a:lnTo>
                    <a:pt x="4982" y="11276"/>
                  </a:lnTo>
                  <a:lnTo>
                    <a:pt x="4441" y="10543"/>
                  </a:lnTo>
                  <a:lnTo>
                    <a:pt x="3978" y="9809"/>
                  </a:lnTo>
                  <a:lnTo>
                    <a:pt x="3746" y="9384"/>
                  </a:lnTo>
                  <a:lnTo>
                    <a:pt x="3592" y="8998"/>
                  </a:lnTo>
                  <a:lnTo>
                    <a:pt x="3437" y="8612"/>
                  </a:lnTo>
                  <a:lnTo>
                    <a:pt x="3283" y="8187"/>
                  </a:lnTo>
                  <a:lnTo>
                    <a:pt x="3167" y="7762"/>
                  </a:lnTo>
                  <a:lnTo>
                    <a:pt x="3090" y="7299"/>
                  </a:lnTo>
                  <a:lnTo>
                    <a:pt x="3051" y="6874"/>
                  </a:lnTo>
                  <a:lnTo>
                    <a:pt x="3012" y="6411"/>
                  </a:lnTo>
                  <a:lnTo>
                    <a:pt x="3051" y="5948"/>
                  </a:lnTo>
                  <a:lnTo>
                    <a:pt x="3090" y="5484"/>
                  </a:lnTo>
                  <a:lnTo>
                    <a:pt x="3167" y="5021"/>
                  </a:lnTo>
                  <a:lnTo>
                    <a:pt x="3244" y="4557"/>
                  </a:lnTo>
                  <a:lnTo>
                    <a:pt x="3399" y="4094"/>
                  </a:lnTo>
                  <a:lnTo>
                    <a:pt x="3592" y="3669"/>
                  </a:lnTo>
                  <a:lnTo>
                    <a:pt x="3785" y="3206"/>
                  </a:lnTo>
                  <a:lnTo>
                    <a:pt x="4055" y="2820"/>
                  </a:lnTo>
                  <a:lnTo>
                    <a:pt x="4325" y="2395"/>
                  </a:lnTo>
                  <a:lnTo>
                    <a:pt x="4634" y="2047"/>
                  </a:lnTo>
                  <a:lnTo>
                    <a:pt x="4943" y="1700"/>
                  </a:lnTo>
                  <a:lnTo>
                    <a:pt x="5329" y="1391"/>
                  </a:lnTo>
                  <a:lnTo>
                    <a:pt x="5715" y="1082"/>
                  </a:lnTo>
                  <a:lnTo>
                    <a:pt x="6102" y="850"/>
                  </a:lnTo>
                  <a:lnTo>
                    <a:pt x="6526" y="696"/>
                  </a:lnTo>
                  <a:lnTo>
                    <a:pt x="6990" y="541"/>
                  </a:lnTo>
                  <a:lnTo>
                    <a:pt x="7453" y="464"/>
                  </a:lnTo>
                  <a:close/>
                  <a:moveTo>
                    <a:pt x="5561" y="12280"/>
                  </a:moveTo>
                  <a:lnTo>
                    <a:pt x="5600" y="12319"/>
                  </a:lnTo>
                  <a:lnTo>
                    <a:pt x="5677" y="12358"/>
                  </a:lnTo>
                  <a:lnTo>
                    <a:pt x="5793" y="12898"/>
                  </a:lnTo>
                  <a:lnTo>
                    <a:pt x="5098" y="12589"/>
                  </a:lnTo>
                  <a:lnTo>
                    <a:pt x="5561" y="12280"/>
                  </a:lnTo>
                  <a:close/>
                  <a:moveTo>
                    <a:pt x="3321" y="12975"/>
                  </a:moveTo>
                  <a:lnTo>
                    <a:pt x="3476" y="13477"/>
                  </a:lnTo>
                  <a:lnTo>
                    <a:pt x="3553" y="13979"/>
                  </a:lnTo>
                  <a:lnTo>
                    <a:pt x="3012" y="13979"/>
                  </a:lnTo>
                  <a:lnTo>
                    <a:pt x="2781" y="13941"/>
                  </a:lnTo>
                  <a:lnTo>
                    <a:pt x="2510" y="13825"/>
                  </a:lnTo>
                  <a:lnTo>
                    <a:pt x="2935" y="13400"/>
                  </a:lnTo>
                  <a:lnTo>
                    <a:pt x="3321" y="12975"/>
                  </a:lnTo>
                  <a:close/>
                  <a:moveTo>
                    <a:pt x="3939" y="14327"/>
                  </a:moveTo>
                  <a:lnTo>
                    <a:pt x="5098" y="14520"/>
                  </a:lnTo>
                  <a:lnTo>
                    <a:pt x="4441" y="15485"/>
                  </a:lnTo>
                  <a:lnTo>
                    <a:pt x="4287" y="15215"/>
                  </a:lnTo>
                  <a:lnTo>
                    <a:pt x="4171" y="14945"/>
                  </a:lnTo>
                  <a:lnTo>
                    <a:pt x="4055" y="14636"/>
                  </a:lnTo>
                  <a:lnTo>
                    <a:pt x="3978" y="14366"/>
                  </a:lnTo>
                  <a:lnTo>
                    <a:pt x="3939" y="14327"/>
                  </a:lnTo>
                  <a:close/>
                  <a:moveTo>
                    <a:pt x="3746" y="14597"/>
                  </a:moveTo>
                  <a:lnTo>
                    <a:pt x="3823" y="14945"/>
                  </a:lnTo>
                  <a:lnTo>
                    <a:pt x="3978" y="15292"/>
                  </a:lnTo>
                  <a:lnTo>
                    <a:pt x="4132" y="15601"/>
                  </a:lnTo>
                  <a:lnTo>
                    <a:pt x="4287" y="15910"/>
                  </a:lnTo>
                  <a:lnTo>
                    <a:pt x="4364" y="15987"/>
                  </a:lnTo>
                  <a:lnTo>
                    <a:pt x="4055" y="16412"/>
                  </a:lnTo>
                  <a:lnTo>
                    <a:pt x="3746" y="16875"/>
                  </a:lnTo>
                  <a:lnTo>
                    <a:pt x="3592" y="16412"/>
                  </a:lnTo>
                  <a:lnTo>
                    <a:pt x="3476" y="15949"/>
                  </a:lnTo>
                  <a:lnTo>
                    <a:pt x="3476" y="15717"/>
                  </a:lnTo>
                  <a:lnTo>
                    <a:pt x="3476" y="15447"/>
                  </a:lnTo>
                  <a:lnTo>
                    <a:pt x="3514" y="15215"/>
                  </a:lnTo>
                  <a:lnTo>
                    <a:pt x="3553" y="14983"/>
                  </a:lnTo>
                  <a:lnTo>
                    <a:pt x="3746" y="14597"/>
                  </a:lnTo>
                  <a:close/>
                  <a:moveTo>
                    <a:pt x="4480" y="16335"/>
                  </a:moveTo>
                  <a:lnTo>
                    <a:pt x="4673" y="16760"/>
                  </a:lnTo>
                  <a:lnTo>
                    <a:pt x="4789" y="17223"/>
                  </a:lnTo>
                  <a:lnTo>
                    <a:pt x="4364" y="17107"/>
                  </a:lnTo>
                  <a:lnTo>
                    <a:pt x="3939" y="17030"/>
                  </a:lnTo>
                  <a:lnTo>
                    <a:pt x="4480" y="16335"/>
                  </a:lnTo>
                  <a:close/>
                  <a:moveTo>
                    <a:pt x="2472" y="16875"/>
                  </a:moveTo>
                  <a:lnTo>
                    <a:pt x="3399" y="17107"/>
                  </a:lnTo>
                  <a:lnTo>
                    <a:pt x="3476" y="17262"/>
                  </a:lnTo>
                  <a:lnTo>
                    <a:pt x="3321" y="17377"/>
                  </a:lnTo>
                  <a:lnTo>
                    <a:pt x="3167" y="17571"/>
                  </a:lnTo>
                  <a:lnTo>
                    <a:pt x="2897" y="17918"/>
                  </a:lnTo>
                  <a:lnTo>
                    <a:pt x="2665" y="17416"/>
                  </a:lnTo>
                  <a:lnTo>
                    <a:pt x="2472" y="16875"/>
                  </a:lnTo>
                  <a:close/>
                  <a:moveTo>
                    <a:pt x="3360" y="19733"/>
                  </a:moveTo>
                  <a:lnTo>
                    <a:pt x="4055" y="20428"/>
                  </a:lnTo>
                  <a:lnTo>
                    <a:pt x="3553" y="20660"/>
                  </a:lnTo>
                  <a:lnTo>
                    <a:pt x="3012" y="20969"/>
                  </a:lnTo>
                  <a:lnTo>
                    <a:pt x="3012" y="20969"/>
                  </a:lnTo>
                  <a:lnTo>
                    <a:pt x="3167" y="20351"/>
                  </a:lnTo>
                  <a:lnTo>
                    <a:pt x="3360" y="19733"/>
                  </a:lnTo>
                  <a:close/>
                  <a:moveTo>
                    <a:pt x="5677" y="20119"/>
                  </a:moveTo>
                  <a:lnTo>
                    <a:pt x="5986" y="20196"/>
                  </a:lnTo>
                  <a:lnTo>
                    <a:pt x="5715" y="20891"/>
                  </a:lnTo>
                  <a:lnTo>
                    <a:pt x="5368" y="21548"/>
                  </a:lnTo>
                  <a:lnTo>
                    <a:pt x="4673" y="20583"/>
                  </a:lnTo>
                  <a:lnTo>
                    <a:pt x="4634" y="20544"/>
                  </a:lnTo>
                  <a:lnTo>
                    <a:pt x="4673" y="20235"/>
                  </a:lnTo>
                  <a:lnTo>
                    <a:pt x="5020" y="20158"/>
                  </a:lnTo>
                  <a:lnTo>
                    <a:pt x="5329" y="20119"/>
                  </a:lnTo>
                  <a:close/>
                  <a:moveTo>
                    <a:pt x="7453" y="1"/>
                  </a:moveTo>
                  <a:lnTo>
                    <a:pt x="7067" y="39"/>
                  </a:lnTo>
                  <a:lnTo>
                    <a:pt x="6719" y="155"/>
                  </a:lnTo>
                  <a:lnTo>
                    <a:pt x="6333" y="271"/>
                  </a:lnTo>
                  <a:lnTo>
                    <a:pt x="5986" y="426"/>
                  </a:lnTo>
                  <a:lnTo>
                    <a:pt x="5638" y="580"/>
                  </a:lnTo>
                  <a:lnTo>
                    <a:pt x="5291" y="812"/>
                  </a:lnTo>
                  <a:lnTo>
                    <a:pt x="4943" y="1043"/>
                  </a:lnTo>
                  <a:lnTo>
                    <a:pt x="4634" y="1314"/>
                  </a:lnTo>
                  <a:lnTo>
                    <a:pt x="4364" y="1623"/>
                  </a:lnTo>
                  <a:lnTo>
                    <a:pt x="4094" y="1893"/>
                  </a:lnTo>
                  <a:lnTo>
                    <a:pt x="3823" y="2240"/>
                  </a:lnTo>
                  <a:lnTo>
                    <a:pt x="3592" y="2549"/>
                  </a:lnTo>
                  <a:lnTo>
                    <a:pt x="3399" y="2897"/>
                  </a:lnTo>
                  <a:lnTo>
                    <a:pt x="3205" y="3283"/>
                  </a:lnTo>
                  <a:lnTo>
                    <a:pt x="3051" y="3631"/>
                  </a:lnTo>
                  <a:lnTo>
                    <a:pt x="2897" y="4017"/>
                  </a:lnTo>
                  <a:lnTo>
                    <a:pt x="2781" y="4403"/>
                  </a:lnTo>
                  <a:lnTo>
                    <a:pt x="2703" y="4789"/>
                  </a:lnTo>
                  <a:lnTo>
                    <a:pt x="2626" y="5175"/>
                  </a:lnTo>
                  <a:lnTo>
                    <a:pt x="2588" y="5600"/>
                  </a:lnTo>
                  <a:lnTo>
                    <a:pt x="2549" y="5986"/>
                  </a:lnTo>
                  <a:lnTo>
                    <a:pt x="2549" y="6411"/>
                  </a:lnTo>
                  <a:lnTo>
                    <a:pt x="2549" y="6836"/>
                  </a:lnTo>
                  <a:lnTo>
                    <a:pt x="2665" y="7724"/>
                  </a:lnTo>
                  <a:lnTo>
                    <a:pt x="2742" y="8149"/>
                  </a:lnTo>
                  <a:lnTo>
                    <a:pt x="2858" y="8573"/>
                  </a:lnTo>
                  <a:lnTo>
                    <a:pt x="3012" y="8998"/>
                  </a:lnTo>
                  <a:lnTo>
                    <a:pt x="3167" y="9384"/>
                  </a:lnTo>
                  <a:lnTo>
                    <a:pt x="3321" y="9809"/>
                  </a:lnTo>
                  <a:lnTo>
                    <a:pt x="3553" y="10195"/>
                  </a:lnTo>
                  <a:lnTo>
                    <a:pt x="3746" y="10543"/>
                  </a:lnTo>
                  <a:lnTo>
                    <a:pt x="4016" y="10929"/>
                  </a:lnTo>
                  <a:lnTo>
                    <a:pt x="4287" y="11238"/>
                  </a:lnTo>
                  <a:lnTo>
                    <a:pt x="4596" y="11547"/>
                  </a:lnTo>
                  <a:lnTo>
                    <a:pt x="4905" y="11856"/>
                  </a:lnTo>
                  <a:lnTo>
                    <a:pt x="5252" y="12087"/>
                  </a:lnTo>
                  <a:lnTo>
                    <a:pt x="4557" y="12473"/>
                  </a:lnTo>
                  <a:lnTo>
                    <a:pt x="4480" y="12551"/>
                  </a:lnTo>
                  <a:lnTo>
                    <a:pt x="4441" y="12666"/>
                  </a:lnTo>
                  <a:lnTo>
                    <a:pt x="4480" y="12782"/>
                  </a:lnTo>
                  <a:lnTo>
                    <a:pt x="4596" y="12860"/>
                  </a:lnTo>
                  <a:lnTo>
                    <a:pt x="5020" y="13014"/>
                  </a:lnTo>
                  <a:lnTo>
                    <a:pt x="4673" y="13168"/>
                  </a:lnTo>
                  <a:lnTo>
                    <a:pt x="4403" y="13362"/>
                  </a:lnTo>
                  <a:lnTo>
                    <a:pt x="4094" y="13555"/>
                  </a:lnTo>
                  <a:lnTo>
                    <a:pt x="3862" y="13786"/>
                  </a:lnTo>
                  <a:lnTo>
                    <a:pt x="3823" y="13477"/>
                  </a:lnTo>
                  <a:lnTo>
                    <a:pt x="3746" y="13168"/>
                  </a:lnTo>
                  <a:lnTo>
                    <a:pt x="3630" y="12860"/>
                  </a:lnTo>
                  <a:lnTo>
                    <a:pt x="3514" y="12551"/>
                  </a:lnTo>
                  <a:lnTo>
                    <a:pt x="3476" y="12473"/>
                  </a:lnTo>
                  <a:lnTo>
                    <a:pt x="3360" y="12435"/>
                  </a:lnTo>
                  <a:lnTo>
                    <a:pt x="3283" y="12473"/>
                  </a:lnTo>
                  <a:lnTo>
                    <a:pt x="3205" y="12512"/>
                  </a:lnTo>
                  <a:lnTo>
                    <a:pt x="2665" y="13168"/>
                  </a:lnTo>
                  <a:lnTo>
                    <a:pt x="2086" y="13748"/>
                  </a:lnTo>
                  <a:lnTo>
                    <a:pt x="2047" y="13825"/>
                  </a:lnTo>
                  <a:lnTo>
                    <a:pt x="2008" y="13902"/>
                  </a:lnTo>
                  <a:lnTo>
                    <a:pt x="2047" y="13979"/>
                  </a:lnTo>
                  <a:lnTo>
                    <a:pt x="2086" y="14057"/>
                  </a:lnTo>
                  <a:lnTo>
                    <a:pt x="2395" y="14211"/>
                  </a:lnTo>
                  <a:lnTo>
                    <a:pt x="2742" y="14288"/>
                  </a:lnTo>
                  <a:lnTo>
                    <a:pt x="3051" y="14366"/>
                  </a:lnTo>
                  <a:lnTo>
                    <a:pt x="3399" y="14366"/>
                  </a:lnTo>
                  <a:lnTo>
                    <a:pt x="3244" y="14636"/>
                  </a:lnTo>
                  <a:lnTo>
                    <a:pt x="3128" y="14945"/>
                  </a:lnTo>
                  <a:lnTo>
                    <a:pt x="3090" y="15176"/>
                  </a:lnTo>
                  <a:lnTo>
                    <a:pt x="3051" y="15408"/>
                  </a:lnTo>
                  <a:lnTo>
                    <a:pt x="3051" y="15872"/>
                  </a:lnTo>
                  <a:lnTo>
                    <a:pt x="3128" y="16296"/>
                  </a:lnTo>
                  <a:lnTo>
                    <a:pt x="3244" y="16760"/>
                  </a:lnTo>
                  <a:lnTo>
                    <a:pt x="2781" y="16567"/>
                  </a:lnTo>
                  <a:lnTo>
                    <a:pt x="2279" y="16412"/>
                  </a:lnTo>
                  <a:lnTo>
                    <a:pt x="2201" y="16412"/>
                  </a:lnTo>
                  <a:lnTo>
                    <a:pt x="2124" y="16451"/>
                  </a:lnTo>
                  <a:lnTo>
                    <a:pt x="2047" y="16528"/>
                  </a:lnTo>
                  <a:lnTo>
                    <a:pt x="2047" y="16644"/>
                  </a:lnTo>
                  <a:lnTo>
                    <a:pt x="2163" y="17107"/>
                  </a:lnTo>
                  <a:lnTo>
                    <a:pt x="2279" y="17532"/>
                  </a:lnTo>
                  <a:lnTo>
                    <a:pt x="2472" y="17957"/>
                  </a:lnTo>
                  <a:lnTo>
                    <a:pt x="2703" y="18381"/>
                  </a:lnTo>
                  <a:lnTo>
                    <a:pt x="2781" y="18459"/>
                  </a:lnTo>
                  <a:lnTo>
                    <a:pt x="2858" y="18497"/>
                  </a:lnTo>
                  <a:lnTo>
                    <a:pt x="2935" y="18459"/>
                  </a:lnTo>
                  <a:lnTo>
                    <a:pt x="3012" y="18381"/>
                  </a:lnTo>
                  <a:lnTo>
                    <a:pt x="3321" y="18034"/>
                  </a:lnTo>
                  <a:lnTo>
                    <a:pt x="3514" y="17802"/>
                  </a:lnTo>
                  <a:lnTo>
                    <a:pt x="3630" y="17609"/>
                  </a:lnTo>
                  <a:lnTo>
                    <a:pt x="3707" y="17764"/>
                  </a:lnTo>
                  <a:lnTo>
                    <a:pt x="3978" y="18343"/>
                  </a:lnTo>
                  <a:lnTo>
                    <a:pt x="4132" y="18961"/>
                  </a:lnTo>
                  <a:lnTo>
                    <a:pt x="4248" y="19540"/>
                  </a:lnTo>
                  <a:lnTo>
                    <a:pt x="4248" y="20158"/>
                  </a:lnTo>
                  <a:lnTo>
                    <a:pt x="3437" y="19308"/>
                  </a:lnTo>
                  <a:lnTo>
                    <a:pt x="3399" y="19270"/>
                  </a:lnTo>
                  <a:lnTo>
                    <a:pt x="3205" y="19270"/>
                  </a:lnTo>
                  <a:lnTo>
                    <a:pt x="3167" y="19347"/>
                  </a:lnTo>
                  <a:lnTo>
                    <a:pt x="2974" y="19810"/>
                  </a:lnTo>
                  <a:lnTo>
                    <a:pt x="2781" y="20274"/>
                  </a:lnTo>
                  <a:lnTo>
                    <a:pt x="2665" y="20776"/>
                  </a:lnTo>
                  <a:lnTo>
                    <a:pt x="2626" y="21316"/>
                  </a:lnTo>
                  <a:lnTo>
                    <a:pt x="2626" y="21393"/>
                  </a:lnTo>
                  <a:lnTo>
                    <a:pt x="2703" y="21471"/>
                  </a:lnTo>
                  <a:lnTo>
                    <a:pt x="2781" y="21509"/>
                  </a:lnTo>
                  <a:lnTo>
                    <a:pt x="2897" y="21471"/>
                  </a:lnTo>
                  <a:lnTo>
                    <a:pt x="3514" y="21162"/>
                  </a:lnTo>
                  <a:lnTo>
                    <a:pt x="4171" y="20776"/>
                  </a:lnTo>
                  <a:lnTo>
                    <a:pt x="4171" y="20776"/>
                  </a:lnTo>
                  <a:lnTo>
                    <a:pt x="4055" y="21162"/>
                  </a:lnTo>
                  <a:lnTo>
                    <a:pt x="3901" y="21548"/>
                  </a:lnTo>
                  <a:lnTo>
                    <a:pt x="3669" y="22050"/>
                  </a:lnTo>
                  <a:lnTo>
                    <a:pt x="3321" y="22552"/>
                  </a:lnTo>
                  <a:lnTo>
                    <a:pt x="2897" y="23015"/>
                  </a:lnTo>
                  <a:lnTo>
                    <a:pt x="2626" y="23247"/>
                  </a:lnTo>
                  <a:lnTo>
                    <a:pt x="2395" y="23401"/>
                  </a:lnTo>
                  <a:lnTo>
                    <a:pt x="2124" y="23594"/>
                  </a:lnTo>
                  <a:lnTo>
                    <a:pt x="1854" y="23710"/>
                  </a:lnTo>
                  <a:lnTo>
                    <a:pt x="1584" y="23788"/>
                  </a:lnTo>
                  <a:lnTo>
                    <a:pt x="1313" y="23788"/>
                  </a:lnTo>
                  <a:lnTo>
                    <a:pt x="1082" y="23749"/>
                  </a:lnTo>
                  <a:lnTo>
                    <a:pt x="811" y="23672"/>
                  </a:lnTo>
                  <a:lnTo>
                    <a:pt x="541" y="23517"/>
                  </a:lnTo>
                  <a:lnTo>
                    <a:pt x="309" y="23286"/>
                  </a:lnTo>
                  <a:lnTo>
                    <a:pt x="232" y="23247"/>
                  </a:lnTo>
                  <a:lnTo>
                    <a:pt x="78" y="23247"/>
                  </a:lnTo>
                  <a:lnTo>
                    <a:pt x="39" y="23363"/>
                  </a:lnTo>
                  <a:lnTo>
                    <a:pt x="0" y="23401"/>
                  </a:lnTo>
                  <a:lnTo>
                    <a:pt x="39" y="23479"/>
                  </a:lnTo>
                  <a:lnTo>
                    <a:pt x="155" y="23633"/>
                  </a:lnTo>
                  <a:lnTo>
                    <a:pt x="271" y="23788"/>
                  </a:lnTo>
                  <a:lnTo>
                    <a:pt x="387" y="23903"/>
                  </a:lnTo>
                  <a:lnTo>
                    <a:pt x="541" y="24019"/>
                  </a:lnTo>
                  <a:lnTo>
                    <a:pt x="695" y="24096"/>
                  </a:lnTo>
                  <a:lnTo>
                    <a:pt x="889" y="24135"/>
                  </a:lnTo>
                  <a:lnTo>
                    <a:pt x="1236" y="24212"/>
                  </a:lnTo>
                  <a:lnTo>
                    <a:pt x="1584" y="24174"/>
                  </a:lnTo>
                  <a:lnTo>
                    <a:pt x="1970" y="24096"/>
                  </a:lnTo>
                  <a:lnTo>
                    <a:pt x="2317" y="23942"/>
                  </a:lnTo>
                  <a:lnTo>
                    <a:pt x="2665" y="23749"/>
                  </a:lnTo>
                  <a:lnTo>
                    <a:pt x="3012" y="23479"/>
                  </a:lnTo>
                  <a:lnTo>
                    <a:pt x="3321" y="23208"/>
                  </a:lnTo>
                  <a:lnTo>
                    <a:pt x="3630" y="22861"/>
                  </a:lnTo>
                  <a:lnTo>
                    <a:pt x="3901" y="22513"/>
                  </a:lnTo>
                  <a:lnTo>
                    <a:pt x="4132" y="22127"/>
                  </a:lnTo>
                  <a:lnTo>
                    <a:pt x="4325" y="21702"/>
                  </a:lnTo>
                  <a:lnTo>
                    <a:pt x="4480" y="21316"/>
                  </a:lnTo>
                  <a:lnTo>
                    <a:pt x="4596" y="20853"/>
                  </a:lnTo>
                  <a:lnTo>
                    <a:pt x="5213" y="21973"/>
                  </a:lnTo>
                  <a:lnTo>
                    <a:pt x="5291" y="22050"/>
                  </a:lnTo>
                  <a:lnTo>
                    <a:pt x="5368" y="22088"/>
                  </a:lnTo>
                  <a:lnTo>
                    <a:pt x="5445" y="22050"/>
                  </a:lnTo>
                  <a:lnTo>
                    <a:pt x="5522" y="22011"/>
                  </a:lnTo>
                  <a:lnTo>
                    <a:pt x="5793" y="21548"/>
                  </a:lnTo>
                  <a:lnTo>
                    <a:pt x="6024" y="21084"/>
                  </a:lnTo>
                  <a:lnTo>
                    <a:pt x="6410" y="20119"/>
                  </a:lnTo>
                  <a:lnTo>
                    <a:pt x="6410" y="20042"/>
                  </a:lnTo>
                  <a:lnTo>
                    <a:pt x="6410" y="19965"/>
                  </a:lnTo>
                  <a:lnTo>
                    <a:pt x="6372" y="19926"/>
                  </a:lnTo>
                  <a:lnTo>
                    <a:pt x="6295" y="19887"/>
                  </a:lnTo>
                  <a:lnTo>
                    <a:pt x="5908" y="19772"/>
                  </a:lnTo>
                  <a:lnTo>
                    <a:pt x="5484" y="19733"/>
                  </a:lnTo>
                  <a:lnTo>
                    <a:pt x="5098" y="19733"/>
                  </a:lnTo>
                  <a:lnTo>
                    <a:pt x="4673" y="19849"/>
                  </a:lnTo>
                  <a:lnTo>
                    <a:pt x="4634" y="19231"/>
                  </a:lnTo>
                  <a:lnTo>
                    <a:pt x="4518" y="18652"/>
                  </a:lnTo>
                  <a:lnTo>
                    <a:pt x="4287" y="18034"/>
                  </a:lnTo>
                  <a:lnTo>
                    <a:pt x="4055" y="17455"/>
                  </a:lnTo>
                  <a:lnTo>
                    <a:pt x="4518" y="17532"/>
                  </a:lnTo>
                  <a:lnTo>
                    <a:pt x="4982" y="17609"/>
                  </a:lnTo>
                  <a:lnTo>
                    <a:pt x="5059" y="17609"/>
                  </a:lnTo>
                  <a:lnTo>
                    <a:pt x="5098" y="17532"/>
                  </a:lnTo>
                  <a:lnTo>
                    <a:pt x="5136" y="17493"/>
                  </a:lnTo>
                  <a:lnTo>
                    <a:pt x="5136" y="17377"/>
                  </a:lnTo>
                  <a:lnTo>
                    <a:pt x="5098" y="17030"/>
                  </a:lnTo>
                  <a:lnTo>
                    <a:pt x="4982" y="16644"/>
                  </a:lnTo>
                  <a:lnTo>
                    <a:pt x="4827" y="16296"/>
                  </a:lnTo>
                  <a:lnTo>
                    <a:pt x="4673" y="15987"/>
                  </a:lnTo>
                  <a:lnTo>
                    <a:pt x="4596" y="15910"/>
                  </a:lnTo>
                  <a:lnTo>
                    <a:pt x="4634" y="15910"/>
                  </a:lnTo>
                  <a:lnTo>
                    <a:pt x="5600" y="14481"/>
                  </a:lnTo>
                  <a:lnTo>
                    <a:pt x="5638" y="14366"/>
                  </a:lnTo>
                  <a:lnTo>
                    <a:pt x="5600" y="14288"/>
                  </a:lnTo>
                  <a:lnTo>
                    <a:pt x="5561" y="14211"/>
                  </a:lnTo>
                  <a:lnTo>
                    <a:pt x="5445" y="14172"/>
                  </a:lnTo>
                  <a:lnTo>
                    <a:pt x="4209" y="13979"/>
                  </a:lnTo>
                  <a:lnTo>
                    <a:pt x="4480" y="13748"/>
                  </a:lnTo>
                  <a:lnTo>
                    <a:pt x="4789" y="13555"/>
                  </a:lnTo>
                  <a:lnTo>
                    <a:pt x="5098" y="13362"/>
                  </a:lnTo>
                  <a:lnTo>
                    <a:pt x="5406" y="13168"/>
                  </a:lnTo>
                  <a:lnTo>
                    <a:pt x="6024" y="13400"/>
                  </a:lnTo>
                  <a:lnTo>
                    <a:pt x="6140" y="13439"/>
                  </a:lnTo>
                  <a:lnTo>
                    <a:pt x="6217" y="13362"/>
                  </a:lnTo>
                  <a:lnTo>
                    <a:pt x="6256" y="13284"/>
                  </a:lnTo>
                  <a:lnTo>
                    <a:pt x="6295" y="13168"/>
                  </a:lnTo>
                  <a:lnTo>
                    <a:pt x="6179" y="12705"/>
                  </a:lnTo>
                  <a:lnTo>
                    <a:pt x="6063" y="12242"/>
                  </a:lnTo>
                  <a:lnTo>
                    <a:pt x="6912" y="11933"/>
                  </a:lnTo>
                  <a:lnTo>
                    <a:pt x="7723" y="11585"/>
                  </a:lnTo>
                  <a:lnTo>
                    <a:pt x="8534" y="11122"/>
                  </a:lnTo>
                  <a:lnTo>
                    <a:pt x="9268" y="10620"/>
                  </a:lnTo>
                  <a:lnTo>
                    <a:pt x="9963" y="10079"/>
                  </a:lnTo>
                  <a:lnTo>
                    <a:pt x="10311" y="9770"/>
                  </a:lnTo>
                  <a:lnTo>
                    <a:pt x="10620" y="9423"/>
                  </a:lnTo>
                  <a:lnTo>
                    <a:pt x="10890" y="9075"/>
                  </a:lnTo>
                  <a:lnTo>
                    <a:pt x="11160" y="8728"/>
                  </a:lnTo>
                  <a:lnTo>
                    <a:pt x="11392" y="8342"/>
                  </a:lnTo>
                  <a:lnTo>
                    <a:pt x="11623" y="7955"/>
                  </a:lnTo>
                  <a:lnTo>
                    <a:pt x="11817" y="7569"/>
                  </a:lnTo>
                  <a:lnTo>
                    <a:pt x="11971" y="7183"/>
                  </a:lnTo>
                  <a:lnTo>
                    <a:pt x="12125" y="6758"/>
                  </a:lnTo>
                  <a:lnTo>
                    <a:pt x="12241" y="6334"/>
                  </a:lnTo>
                  <a:lnTo>
                    <a:pt x="12319" y="5948"/>
                  </a:lnTo>
                  <a:lnTo>
                    <a:pt x="12357" y="5523"/>
                  </a:lnTo>
                  <a:lnTo>
                    <a:pt x="12396" y="5098"/>
                  </a:lnTo>
                  <a:lnTo>
                    <a:pt x="12396" y="4673"/>
                  </a:lnTo>
                  <a:lnTo>
                    <a:pt x="12357" y="4248"/>
                  </a:lnTo>
                  <a:lnTo>
                    <a:pt x="12280" y="3824"/>
                  </a:lnTo>
                  <a:lnTo>
                    <a:pt x="12203" y="3438"/>
                  </a:lnTo>
                  <a:lnTo>
                    <a:pt x="12048" y="3051"/>
                  </a:lnTo>
                  <a:lnTo>
                    <a:pt x="11894" y="2665"/>
                  </a:lnTo>
                  <a:lnTo>
                    <a:pt x="11701" y="2279"/>
                  </a:lnTo>
                  <a:lnTo>
                    <a:pt x="11469" y="1893"/>
                  </a:lnTo>
                  <a:lnTo>
                    <a:pt x="11160" y="1545"/>
                  </a:lnTo>
                  <a:lnTo>
                    <a:pt x="10890" y="1275"/>
                  </a:lnTo>
                  <a:lnTo>
                    <a:pt x="10620" y="1005"/>
                  </a:lnTo>
                  <a:lnTo>
                    <a:pt x="10311" y="773"/>
                  </a:lnTo>
                  <a:lnTo>
                    <a:pt x="9963" y="580"/>
                  </a:lnTo>
                  <a:lnTo>
                    <a:pt x="9654" y="387"/>
                  </a:lnTo>
                  <a:lnTo>
                    <a:pt x="9307" y="233"/>
                  </a:lnTo>
                  <a:lnTo>
                    <a:pt x="8920" y="117"/>
                  </a:lnTo>
                  <a:lnTo>
                    <a:pt x="8573" y="39"/>
                  </a:lnTo>
                  <a:lnTo>
                    <a:pt x="81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3" name="Google Shape;3323;p15"/>
            <p:cNvSpPr/>
            <p:nvPr/>
          </p:nvSpPr>
          <p:spPr>
            <a:xfrm>
              <a:off x="1545225" y="2340525"/>
              <a:ext cx="21275" cy="8700"/>
            </a:xfrm>
            <a:custGeom>
              <a:avLst/>
              <a:gdLst/>
              <a:ahLst/>
              <a:cxnLst/>
              <a:rect l="l" t="t" r="r" b="b"/>
              <a:pathLst>
                <a:path w="851" h="348" extrusionOk="0">
                  <a:moveTo>
                    <a:pt x="425" y="0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1" y="193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3"/>
                  </a:lnTo>
                  <a:lnTo>
                    <a:pt x="811" y="78"/>
                  </a:lnTo>
                  <a:lnTo>
                    <a:pt x="73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4" name="Google Shape;3324;p15"/>
            <p:cNvSpPr/>
            <p:nvPr/>
          </p:nvSpPr>
          <p:spPr>
            <a:xfrm>
              <a:off x="6777550" y="234825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26"/>
                  </a:lnTo>
                  <a:lnTo>
                    <a:pt x="0" y="3012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52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30"/>
                  </a:lnTo>
                  <a:lnTo>
                    <a:pt x="463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776"/>
                  </a:lnTo>
                  <a:lnTo>
                    <a:pt x="888" y="1545"/>
                  </a:lnTo>
                  <a:lnTo>
                    <a:pt x="1043" y="1313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3"/>
                  </a:lnTo>
                  <a:lnTo>
                    <a:pt x="1854" y="657"/>
                  </a:lnTo>
                  <a:lnTo>
                    <a:pt x="2124" y="541"/>
                  </a:lnTo>
                  <a:lnTo>
                    <a:pt x="2433" y="502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3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1" y="1390"/>
                  </a:lnTo>
                  <a:lnTo>
                    <a:pt x="3669" y="1661"/>
                  </a:lnTo>
                  <a:lnTo>
                    <a:pt x="4132" y="1545"/>
                  </a:lnTo>
                  <a:lnTo>
                    <a:pt x="4016" y="1159"/>
                  </a:lnTo>
                  <a:lnTo>
                    <a:pt x="3823" y="811"/>
                  </a:lnTo>
                  <a:lnTo>
                    <a:pt x="3630" y="502"/>
                  </a:lnTo>
                  <a:lnTo>
                    <a:pt x="3398" y="271"/>
                  </a:lnTo>
                  <a:lnTo>
                    <a:pt x="3244" y="155"/>
                  </a:lnTo>
                  <a:lnTo>
                    <a:pt x="3089" y="77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5" name="Google Shape;3325;p15"/>
            <p:cNvSpPr/>
            <p:nvPr/>
          </p:nvSpPr>
          <p:spPr>
            <a:xfrm>
              <a:off x="6642400" y="2349200"/>
              <a:ext cx="437325" cy="301225"/>
            </a:xfrm>
            <a:custGeom>
              <a:avLst/>
              <a:gdLst/>
              <a:ahLst/>
              <a:cxnLst/>
              <a:rect l="l" t="t" r="r" b="b"/>
              <a:pathLst>
                <a:path w="17493" h="12049" extrusionOk="0">
                  <a:moveTo>
                    <a:pt x="12086" y="503"/>
                  </a:moveTo>
                  <a:lnTo>
                    <a:pt x="12202" y="580"/>
                  </a:lnTo>
                  <a:lnTo>
                    <a:pt x="12280" y="657"/>
                  </a:lnTo>
                  <a:lnTo>
                    <a:pt x="12627" y="850"/>
                  </a:lnTo>
                  <a:lnTo>
                    <a:pt x="12897" y="1159"/>
                  </a:lnTo>
                  <a:lnTo>
                    <a:pt x="13129" y="1507"/>
                  </a:lnTo>
                  <a:lnTo>
                    <a:pt x="13322" y="1854"/>
                  </a:lnTo>
                  <a:lnTo>
                    <a:pt x="13477" y="2240"/>
                  </a:lnTo>
                  <a:lnTo>
                    <a:pt x="13631" y="2665"/>
                  </a:lnTo>
                  <a:lnTo>
                    <a:pt x="13824" y="3438"/>
                  </a:lnTo>
                  <a:lnTo>
                    <a:pt x="13090" y="3013"/>
                  </a:lnTo>
                  <a:lnTo>
                    <a:pt x="12704" y="2781"/>
                  </a:lnTo>
                  <a:lnTo>
                    <a:pt x="12357" y="2472"/>
                  </a:lnTo>
                  <a:lnTo>
                    <a:pt x="12009" y="2125"/>
                  </a:lnTo>
                  <a:lnTo>
                    <a:pt x="11816" y="1932"/>
                  </a:lnTo>
                  <a:lnTo>
                    <a:pt x="11662" y="1700"/>
                  </a:lnTo>
                  <a:lnTo>
                    <a:pt x="11507" y="1391"/>
                  </a:lnTo>
                  <a:lnTo>
                    <a:pt x="11430" y="1043"/>
                  </a:lnTo>
                  <a:lnTo>
                    <a:pt x="11662" y="735"/>
                  </a:lnTo>
                  <a:lnTo>
                    <a:pt x="11739" y="619"/>
                  </a:lnTo>
                  <a:lnTo>
                    <a:pt x="11855" y="541"/>
                  </a:lnTo>
                  <a:lnTo>
                    <a:pt x="11971" y="503"/>
                  </a:lnTo>
                  <a:close/>
                  <a:moveTo>
                    <a:pt x="16218" y="1584"/>
                  </a:moveTo>
                  <a:lnTo>
                    <a:pt x="16296" y="1623"/>
                  </a:lnTo>
                  <a:lnTo>
                    <a:pt x="16411" y="1661"/>
                  </a:lnTo>
                  <a:lnTo>
                    <a:pt x="16489" y="1738"/>
                  </a:lnTo>
                  <a:lnTo>
                    <a:pt x="16566" y="1816"/>
                  </a:lnTo>
                  <a:lnTo>
                    <a:pt x="16604" y="1970"/>
                  </a:lnTo>
                  <a:lnTo>
                    <a:pt x="16643" y="2163"/>
                  </a:lnTo>
                  <a:lnTo>
                    <a:pt x="16643" y="2356"/>
                  </a:lnTo>
                  <a:lnTo>
                    <a:pt x="16604" y="2511"/>
                  </a:lnTo>
                  <a:lnTo>
                    <a:pt x="16527" y="2665"/>
                  </a:lnTo>
                  <a:lnTo>
                    <a:pt x="16411" y="2820"/>
                  </a:lnTo>
                  <a:lnTo>
                    <a:pt x="16296" y="2974"/>
                  </a:lnTo>
                  <a:lnTo>
                    <a:pt x="15948" y="3206"/>
                  </a:lnTo>
                  <a:lnTo>
                    <a:pt x="15562" y="3399"/>
                  </a:lnTo>
                  <a:lnTo>
                    <a:pt x="15137" y="3553"/>
                  </a:lnTo>
                  <a:lnTo>
                    <a:pt x="14712" y="3669"/>
                  </a:lnTo>
                  <a:lnTo>
                    <a:pt x="14365" y="3746"/>
                  </a:lnTo>
                  <a:lnTo>
                    <a:pt x="14481" y="3360"/>
                  </a:lnTo>
                  <a:lnTo>
                    <a:pt x="14635" y="2974"/>
                  </a:lnTo>
                  <a:lnTo>
                    <a:pt x="14828" y="2627"/>
                  </a:lnTo>
                  <a:lnTo>
                    <a:pt x="15098" y="2279"/>
                  </a:lnTo>
                  <a:lnTo>
                    <a:pt x="15407" y="1970"/>
                  </a:lnTo>
                  <a:lnTo>
                    <a:pt x="15639" y="1816"/>
                  </a:lnTo>
                  <a:lnTo>
                    <a:pt x="15871" y="1661"/>
                  </a:lnTo>
                  <a:lnTo>
                    <a:pt x="16102" y="1623"/>
                  </a:lnTo>
                  <a:lnTo>
                    <a:pt x="16218" y="1584"/>
                  </a:lnTo>
                  <a:close/>
                  <a:moveTo>
                    <a:pt x="13824" y="4287"/>
                  </a:moveTo>
                  <a:lnTo>
                    <a:pt x="13670" y="4557"/>
                  </a:lnTo>
                  <a:lnTo>
                    <a:pt x="13477" y="4789"/>
                  </a:lnTo>
                  <a:lnTo>
                    <a:pt x="13245" y="5021"/>
                  </a:lnTo>
                  <a:lnTo>
                    <a:pt x="13013" y="5214"/>
                  </a:lnTo>
                  <a:lnTo>
                    <a:pt x="12666" y="5484"/>
                  </a:lnTo>
                  <a:lnTo>
                    <a:pt x="12164" y="5754"/>
                  </a:lnTo>
                  <a:lnTo>
                    <a:pt x="11893" y="5870"/>
                  </a:lnTo>
                  <a:lnTo>
                    <a:pt x="11623" y="5948"/>
                  </a:lnTo>
                  <a:lnTo>
                    <a:pt x="11391" y="5986"/>
                  </a:lnTo>
                  <a:lnTo>
                    <a:pt x="11198" y="5948"/>
                  </a:lnTo>
                  <a:lnTo>
                    <a:pt x="11044" y="5870"/>
                  </a:lnTo>
                  <a:lnTo>
                    <a:pt x="10967" y="5793"/>
                  </a:lnTo>
                  <a:lnTo>
                    <a:pt x="10928" y="5716"/>
                  </a:lnTo>
                  <a:lnTo>
                    <a:pt x="10889" y="5639"/>
                  </a:lnTo>
                  <a:lnTo>
                    <a:pt x="10889" y="5446"/>
                  </a:lnTo>
                  <a:lnTo>
                    <a:pt x="10967" y="5252"/>
                  </a:lnTo>
                  <a:lnTo>
                    <a:pt x="11121" y="5098"/>
                  </a:lnTo>
                  <a:lnTo>
                    <a:pt x="11276" y="4944"/>
                  </a:lnTo>
                  <a:lnTo>
                    <a:pt x="11546" y="4750"/>
                  </a:lnTo>
                  <a:lnTo>
                    <a:pt x="11816" y="4635"/>
                  </a:lnTo>
                  <a:lnTo>
                    <a:pt x="12086" y="4557"/>
                  </a:lnTo>
                  <a:lnTo>
                    <a:pt x="12627" y="4480"/>
                  </a:lnTo>
                  <a:lnTo>
                    <a:pt x="13245" y="4403"/>
                  </a:lnTo>
                  <a:lnTo>
                    <a:pt x="13554" y="4364"/>
                  </a:lnTo>
                  <a:lnTo>
                    <a:pt x="13824" y="4287"/>
                  </a:lnTo>
                  <a:close/>
                  <a:moveTo>
                    <a:pt x="14403" y="4248"/>
                  </a:moveTo>
                  <a:lnTo>
                    <a:pt x="15098" y="4596"/>
                  </a:lnTo>
                  <a:lnTo>
                    <a:pt x="15407" y="4789"/>
                  </a:lnTo>
                  <a:lnTo>
                    <a:pt x="15716" y="4982"/>
                  </a:lnTo>
                  <a:lnTo>
                    <a:pt x="15909" y="5137"/>
                  </a:lnTo>
                  <a:lnTo>
                    <a:pt x="16141" y="5368"/>
                  </a:lnTo>
                  <a:lnTo>
                    <a:pt x="16411" y="5677"/>
                  </a:lnTo>
                  <a:lnTo>
                    <a:pt x="16643" y="5986"/>
                  </a:lnTo>
                  <a:lnTo>
                    <a:pt x="16875" y="6334"/>
                  </a:lnTo>
                  <a:lnTo>
                    <a:pt x="16991" y="6681"/>
                  </a:lnTo>
                  <a:lnTo>
                    <a:pt x="16991" y="6836"/>
                  </a:lnTo>
                  <a:lnTo>
                    <a:pt x="16991" y="6990"/>
                  </a:lnTo>
                  <a:lnTo>
                    <a:pt x="16952" y="7106"/>
                  </a:lnTo>
                  <a:lnTo>
                    <a:pt x="16836" y="7222"/>
                  </a:lnTo>
                  <a:lnTo>
                    <a:pt x="16759" y="7299"/>
                  </a:lnTo>
                  <a:lnTo>
                    <a:pt x="16643" y="7338"/>
                  </a:lnTo>
                  <a:lnTo>
                    <a:pt x="16373" y="7338"/>
                  </a:lnTo>
                  <a:lnTo>
                    <a:pt x="16141" y="7222"/>
                  </a:lnTo>
                  <a:lnTo>
                    <a:pt x="15871" y="7029"/>
                  </a:lnTo>
                  <a:lnTo>
                    <a:pt x="15600" y="6797"/>
                  </a:lnTo>
                  <a:lnTo>
                    <a:pt x="15369" y="6565"/>
                  </a:lnTo>
                  <a:lnTo>
                    <a:pt x="15060" y="6141"/>
                  </a:lnTo>
                  <a:lnTo>
                    <a:pt x="14828" y="5716"/>
                  </a:lnTo>
                  <a:lnTo>
                    <a:pt x="14635" y="5252"/>
                  </a:lnTo>
                  <a:lnTo>
                    <a:pt x="14519" y="4750"/>
                  </a:lnTo>
                  <a:lnTo>
                    <a:pt x="14403" y="4248"/>
                  </a:lnTo>
                  <a:close/>
                  <a:moveTo>
                    <a:pt x="11855" y="1"/>
                  </a:moveTo>
                  <a:lnTo>
                    <a:pt x="11584" y="39"/>
                  </a:lnTo>
                  <a:lnTo>
                    <a:pt x="11469" y="117"/>
                  </a:lnTo>
                  <a:lnTo>
                    <a:pt x="11353" y="194"/>
                  </a:lnTo>
                  <a:lnTo>
                    <a:pt x="11160" y="387"/>
                  </a:lnTo>
                  <a:lnTo>
                    <a:pt x="11005" y="619"/>
                  </a:lnTo>
                  <a:lnTo>
                    <a:pt x="10928" y="812"/>
                  </a:lnTo>
                  <a:lnTo>
                    <a:pt x="10928" y="1005"/>
                  </a:lnTo>
                  <a:lnTo>
                    <a:pt x="10928" y="1236"/>
                  </a:lnTo>
                  <a:lnTo>
                    <a:pt x="11005" y="1468"/>
                  </a:lnTo>
                  <a:lnTo>
                    <a:pt x="11082" y="1661"/>
                  </a:lnTo>
                  <a:lnTo>
                    <a:pt x="11198" y="1893"/>
                  </a:lnTo>
                  <a:lnTo>
                    <a:pt x="11546" y="2318"/>
                  </a:lnTo>
                  <a:lnTo>
                    <a:pt x="11932" y="2742"/>
                  </a:lnTo>
                  <a:lnTo>
                    <a:pt x="12395" y="3090"/>
                  </a:lnTo>
                  <a:lnTo>
                    <a:pt x="12859" y="3399"/>
                  </a:lnTo>
                  <a:lnTo>
                    <a:pt x="12859" y="3399"/>
                  </a:lnTo>
                  <a:lnTo>
                    <a:pt x="12048" y="3283"/>
                  </a:lnTo>
                  <a:lnTo>
                    <a:pt x="11198" y="3283"/>
                  </a:lnTo>
                  <a:lnTo>
                    <a:pt x="10387" y="3322"/>
                  </a:lnTo>
                  <a:lnTo>
                    <a:pt x="9615" y="3476"/>
                  </a:lnTo>
                  <a:lnTo>
                    <a:pt x="9654" y="3013"/>
                  </a:lnTo>
                  <a:lnTo>
                    <a:pt x="9654" y="2511"/>
                  </a:lnTo>
                  <a:lnTo>
                    <a:pt x="9615" y="2009"/>
                  </a:lnTo>
                  <a:lnTo>
                    <a:pt x="9538" y="1507"/>
                  </a:lnTo>
                  <a:lnTo>
                    <a:pt x="9075" y="1623"/>
                  </a:lnTo>
                  <a:lnTo>
                    <a:pt x="9152" y="2086"/>
                  </a:lnTo>
                  <a:lnTo>
                    <a:pt x="9152" y="2588"/>
                  </a:lnTo>
                  <a:lnTo>
                    <a:pt x="9152" y="3090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5" y="3901"/>
                  </a:lnTo>
                  <a:lnTo>
                    <a:pt x="7414" y="4287"/>
                  </a:lnTo>
                  <a:lnTo>
                    <a:pt x="6603" y="4712"/>
                  </a:lnTo>
                  <a:lnTo>
                    <a:pt x="5831" y="5214"/>
                  </a:lnTo>
                  <a:lnTo>
                    <a:pt x="5406" y="5252"/>
                  </a:lnTo>
                  <a:lnTo>
                    <a:pt x="5406" y="5561"/>
                  </a:lnTo>
                  <a:lnTo>
                    <a:pt x="4595" y="6218"/>
                  </a:lnTo>
                  <a:lnTo>
                    <a:pt x="3823" y="6913"/>
                  </a:lnTo>
                  <a:lnTo>
                    <a:pt x="3089" y="7685"/>
                  </a:lnTo>
                  <a:lnTo>
                    <a:pt x="2394" y="8496"/>
                  </a:lnTo>
                  <a:lnTo>
                    <a:pt x="1738" y="9307"/>
                  </a:lnTo>
                  <a:lnTo>
                    <a:pt x="1081" y="10157"/>
                  </a:lnTo>
                  <a:lnTo>
                    <a:pt x="502" y="10967"/>
                  </a:lnTo>
                  <a:lnTo>
                    <a:pt x="0" y="11778"/>
                  </a:lnTo>
                  <a:lnTo>
                    <a:pt x="348" y="12049"/>
                  </a:lnTo>
                  <a:lnTo>
                    <a:pt x="1545" y="10504"/>
                  </a:lnTo>
                  <a:lnTo>
                    <a:pt x="2742" y="8959"/>
                  </a:lnTo>
                  <a:lnTo>
                    <a:pt x="3360" y="8226"/>
                  </a:lnTo>
                  <a:lnTo>
                    <a:pt x="4016" y="7492"/>
                  </a:lnTo>
                  <a:lnTo>
                    <a:pt x="4711" y="6797"/>
                  </a:lnTo>
                  <a:lnTo>
                    <a:pt x="5483" y="6179"/>
                  </a:lnTo>
                  <a:lnTo>
                    <a:pt x="6256" y="5561"/>
                  </a:lnTo>
                  <a:lnTo>
                    <a:pt x="7105" y="5059"/>
                  </a:lnTo>
                  <a:lnTo>
                    <a:pt x="7993" y="4596"/>
                  </a:lnTo>
                  <a:lnTo>
                    <a:pt x="8457" y="4442"/>
                  </a:lnTo>
                  <a:lnTo>
                    <a:pt x="8920" y="4248"/>
                  </a:lnTo>
                  <a:lnTo>
                    <a:pt x="9422" y="4133"/>
                  </a:lnTo>
                  <a:lnTo>
                    <a:pt x="9885" y="4017"/>
                  </a:lnTo>
                  <a:lnTo>
                    <a:pt x="10387" y="3901"/>
                  </a:lnTo>
                  <a:lnTo>
                    <a:pt x="10851" y="3862"/>
                  </a:lnTo>
                  <a:lnTo>
                    <a:pt x="11353" y="3824"/>
                  </a:lnTo>
                  <a:lnTo>
                    <a:pt x="11855" y="3824"/>
                  </a:lnTo>
                  <a:lnTo>
                    <a:pt x="12357" y="3862"/>
                  </a:lnTo>
                  <a:lnTo>
                    <a:pt x="12859" y="3901"/>
                  </a:lnTo>
                  <a:lnTo>
                    <a:pt x="12318" y="3978"/>
                  </a:lnTo>
                  <a:lnTo>
                    <a:pt x="11855" y="4094"/>
                  </a:lnTo>
                  <a:lnTo>
                    <a:pt x="11391" y="4287"/>
                  </a:lnTo>
                  <a:lnTo>
                    <a:pt x="11198" y="4403"/>
                  </a:lnTo>
                  <a:lnTo>
                    <a:pt x="11005" y="4557"/>
                  </a:lnTo>
                  <a:lnTo>
                    <a:pt x="10851" y="4673"/>
                  </a:lnTo>
                  <a:lnTo>
                    <a:pt x="10696" y="4866"/>
                  </a:lnTo>
                  <a:lnTo>
                    <a:pt x="10542" y="5059"/>
                  </a:lnTo>
                  <a:lnTo>
                    <a:pt x="10465" y="5291"/>
                  </a:lnTo>
                  <a:lnTo>
                    <a:pt x="10387" y="5523"/>
                  </a:lnTo>
                  <a:lnTo>
                    <a:pt x="10387" y="5754"/>
                  </a:lnTo>
                  <a:lnTo>
                    <a:pt x="10426" y="5948"/>
                  </a:lnTo>
                  <a:lnTo>
                    <a:pt x="10581" y="6179"/>
                  </a:lnTo>
                  <a:lnTo>
                    <a:pt x="10658" y="6256"/>
                  </a:lnTo>
                  <a:lnTo>
                    <a:pt x="10774" y="6334"/>
                  </a:lnTo>
                  <a:lnTo>
                    <a:pt x="11005" y="6411"/>
                  </a:lnTo>
                  <a:lnTo>
                    <a:pt x="11276" y="6449"/>
                  </a:lnTo>
                  <a:lnTo>
                    <a:pt x="11584" y="6411"/>
                  </a:lnTo>
                  <a:lnTo>
                    <a:pt x="11855" y="6372"/>
                  </a:lnTo>
                  <a:lnTo>
                    <a:pt x="12164" y="6256"/>
                  </a:lnTo>
                  <a:lnTo>
                    <a:pt x="12627" y="6063"/>
                  </a:lnTo>
                  <a:lnTo>
                    <a:pt x="13052" y="5793"/>
                  </a:lnTo>
                  <a:lnTo>
                    <a:pt x="13438" y="5484"/>
                  </a:lnTo>
                  <a:lnTo>
                    <a:pt x="13399" y="5523"/>
                  </a:lnTo>
                  <a:lnTo>
                    <a:pt x="13786" y="5716"/>
                  </a:lnTo>
                  <a:lnTo>
                    <a:pt x="14056" y="4866"/>
                  </a:lnTo>
                  <a:lnTo>
                    <a:pt x="14210" y="5407"/>
                  </a:lnTo>
                  <a:lnTo>
                    <a:pt x="14403" y="5909"/>
                  </a:lnTo>
                  <a:lnTo>
                    <a:pt x="14674" y="6411"/>
                  </a:lnTo>
                  <a:lnTo>
                    <a:pt x="14983" y="6874"/>
                  </a:lnTo>
                  <a:lnTo>
                    <a:pt x="15176" y="7067"/>
                  </a:lnTo>
                  <a:lnTo>
                    <a:pt x="15407" y="7299"/>
                  </a:lnTo>
                  <a:lnTo>
                    <a:pt x="15678" y="7492"/>
                  </a:lnTo>
                  <a:lnTo>
                    <a:pt x="15987" y="7685"/>
                  </a:lnTo>
                  <a:lnTo>
                    <a:pt x="16296" y="7801"/>
                  </a:lnTo>
                  <a:lnTo>
                    <a:pt x="16604" y="7878"/>
                  </a:lnTo>
                  <a:lnTo>
                    <a:pt x="16759" y="7878"/>
                  </a:lnTo>
                  <a:lnTo>
                    <a:pt x="16875" y="7840"/>
                  </a:lnTo>
                  <a:lnTo>
                    <a:pt x="17029" y="7801"/>
                  </a:lnTo>
                  <a:lnTo>
                    <a:pt x="17184" y="7724"/>
                  </a:lnTo>
                  <a:lnTo>
                    <a:pt x="17299" y="7647"/>
                  </a:lnTo>
                  <a:lnTo>
                    <a:pt x="17377" y="7531"/>
                  </a:lnTo>
                  <a:lnTo>
                    <a:pt x="17415" y="7376"/>
                  </a:lnTo>
                  <a:lnTo>
                    <a:pt x="17454" y="7260"/>
                  </a:lnTo>
                  <a:lnTo>
                    <a:pt x="17493" y="6951"/>
                  </a:lnTo>
                  <a:lnTo>
                    <a:pt x="17415" y="6604"/>
                  </a:lnTo>
                  <a:lnTo>
                    <a:pt x="17299" y="6295"/>
                  </a:lnTo>
                  <a:lnTo>
                    <a:pt x="17184" y="5986"/>
                  </a:lnTo>
                  <a:lnTo>
                    <a:pt x="17029" y="5716"/>
                  </a:lnTo>
                  <a:lnTo>
                    <a:pt x="16875" y="5484"/>
                  </a:lnTo>
                  <a:lnTo>
                    <a:pt x="16682" y="5252"/>
                  </a:lnTo>
                  <a:lnTo>
                    <a:pt x="16489" y="5021"/>
                  </a:lnTo>
                  <a:lnTo>
                    <a:pt x="16257" y="4789"/>
                  </a:lnTo>
                  <a:lnTo>
                    <a:pt x="16025" y="4596"/>
                  </a:lnTo>
                  <a:lnTo>
                    <a:pt x="15523" y="4287"/>
                  </a:lnTo>
                  <a:lnTo>
                    <a:pt x="14944" y="4017"/>
                  </a:lnTo>
                  <a:lnTo>
                    <a:pt x="15407" y="3901"/>
                  </a:lnTo>
                  <a:lnTo>
                    <a:pt x="15832" y="3746"/>
                  </a:lnTo>
                  <a:lnTo>
                    <a:pt x="16218" y="3515"/>
                  </a:lnTo>
                  <a:lnTo>
                    <a:pt x="16604" y="3244"/>
                  </a:lnTo>
                  <a:lnTo>
                    <a:pt x="16759" y="3051"/>
                  </a:lnTo>
                  <a:lnTo>
                    <a:pt x="16913" y="2858"/>
                  </a:lnTo>
                  <a:lnTo>
                    <a:pt x="17029" y="2665"/>
                  </a:lnTo>
                  <a:lnTo>
                    <a:pt x="17106" y="2434"/>
                  </a:lnTo>
                  <a:lnTo>
                    <a:pt x="17145" y="2163"/>
                  </a:lnTo>
                  <a:lnTo>
                    <a:pt x="17106" y="1932"/>
                  </a:lnTo>
                  <a:lnTo>
                    <a:pt x="17068" y="1700"/>
                  </a:lnTo>
                  <a:lnTo>
                    <a:pt x="16913" y="1468"/>
                  </a:lnTo>
                  <a:lnTo>
                    <a:pt x="16759" y="1314"/>
                  </a:lnTo>
                  <a:lnTo>
                    <a:pt x="16566" y="1198"/>
                  </a:lnTo>
                  <a:lnTo>
                    <a:pt x="16334" y="1159"/>
                  </a:lnTo>
                  <a:lnTo>
                    <a:pt x="16102" y="1159"/>
                  </a:lnTo>
                  <a:lnTo>
                    <a:pt x="15909" y="1198"/>
                  </a:lnTo>
                  <a:lnTo>
                    <a:pt x="15678" y="1236"/>
                  </a:lnTo>
                  <a:lnTo>
                    <a:pt x="15446" y="1352"/>
                  </a:lnTo>
                  <a:lnTo>
                    <a:pt x="15253" y="1468"/>
                  </a:lnTo>
                  <a:lnTo>
                    <a:pt x="14905" y="1777"/>
                  </a:lnTo>
                  <a:lnTo>
                    <a:pt x="14596" y="2163"/>
                  </a:lnTo>
                  <a:lnTo>
                    <a:pt x="14326" y="2588"/>
                  </a:lnTo>
                  <a:lnTo>
                    <a:pt x="14094" y="3013"/>
                  </a:lnTo>
                  <a:lnTo>
                    <a:pt x="13940" y="2434"/>
                  </a:lnTo>
                  <a:lnTo>
                    <a:pt x="13747" y="1893"/>
                  </a:lnTo>
                  <a:lnTo>
                    <a:pt x="13515" y="1352"/>
                  </a:lnTo>
                  <a:lnTo>
                    <a:pt x="13168" y="850"/>
                  </a:lnTo>
                  <a:lnTo>
                    <a:pt x="13013" y="657"/>
                  </a:lnTo>
                  <a:lnTo>
                    <a:pt x="12820" y="464"/>
                  </a:lnTo>
                  <a:lnTo>
                    <a:pt x="12588" y="271"/>
                  </a:lnTo>
                  <a:lnTo>
                    <a:pt x="12357" y="117"/>
                  </a:lnTo>
                  <a:lnTo>
                    <a:pt x="12086" y="39"/>
                  </a:lnTo>
                  <a:lnTo>
                    <a:pt x="118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6" name="Google Shape;3326;p15"/>
            <p:cNvSpPr/>
            <p:nvPr/>
          </p:nvSpPr>
          <p:spPr>
            <a:xfrm>
              <a:off x="4161375" y="2367550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3" y="387"/>
                  </a:moveTo>
                  <a:lnTo>
                    <a:pt x="1121" y="425"/>
                  </a:lnTo>
                  <a:lnTo>
                    <a:pt x="1198" y="464"/>
                  </a:lnTo>
                  <a:lnTo>
                    <a:pt x="1236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6" y="1120"/>
                  </a:lnTo>
                  <a:lnTo>
                    <a:pt x="1159" y="1198"/>
                  </a:lnTo>
                  <a:lnTo>
                    <a:pt x="1082" y="1236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1" y="1159"/>
                  </a:lnTo>
                  <a:lnTo>
                    <a:pt x="464" y="1082"/>
                  </a:lnTo>
                  <a:lnTo>
                    <a:pt x="426" y="1004"/>
                  </a:lnTo>
                  <a:lnTo>
                    <a:pt x="387" y="889"/>
                  </a:lnTo>
                  <a:lnTo>
                    <a:pt x="387" y="773"/>
                  </a:lnTo>
                  <a:lnTo>
                    <a:pt x="464" y="580"/>
                  </a:lnTo>
                  <a:lnTo>
                    <a:pt x="541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7"/>
                  </a:lnTo>
                  <a:close/>
                  <a:moveTo>
                    <a:pt x="889" y="1"/>
                  </a:moveTo>
                  <a:lnTo>
                    <a:pt x="735" y="39"/>
                  </a:lnTo>
                  <a:lnTo>
                    <a:pt x="619" y="78"/>
                  </a:lnTo>
                  <a:lnTo>
                    <a:pt x="503" y="155"/>
                  </a:lnTo>
                  <a:lnTo>
                    <a:pt x="348" y="232"/>
                  </a:lnTo>
                  <a:lnTo>
                    <a:pt x="233" y="309"/>
                  </a:lnTo>
                  <a:lnTo>
                    <a:pt x="155" y="464"/>
                  </a:lnTo>
                  <a:lnTo>
                    <a:pt x="78" y="580"/>
                  </a:lnTo>
                  <a:lnTo>
                    <a:pt x="39" y="734"/>
                  </a:lnTo>
                  <a:lnTo>
                    <a:pt x="1" y="889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4" y="1352"/>
                  </a:lnTo>
                  <a:lnTo>
                    <a:pt x="310" y="1468"/>
                  </a:lnTo>
                  <a:lnTo>
                    <a:pt x="464" y="1584"/>
                  </a:lnTo>
                  <a:lnTo>
                    <a:pt x="657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45"/>
                  </a:lnTo>
                  <a:lnTo>
                    <a:pt x="1507" y="1429"/>
                  </a:lnTo>
                  <a:lnTo>
                    <a:pt x="1584" y="1275"/>
                  </a:lnTo>
                  <a:lnTo>
                    <a:pt x="1661" y="1120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80"/>
                  </a:lnTo>
                  <a:lnTo>
                    <a:pt x="1584" y="387"/>
                  </a:lnTo>
                  <a:lnTo>
                    <a:pt x="1507" y="271"/>
                  </a:lnTo>
                  <a:lnTo>
                    <a:pt x="1391" y="194"/>
                  </a:lnTo>
                  <a:lnTo>
                    <a:pt x="1275" y="116"/>
                  </a:lnTo>
                  <a:lnTo>
                    <a:pt x="1005" y="39"/>
                  </a:lnTo>
                  <a:lnTo>
                    <a:pt x="88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7" name="Google Shape;3327;p15"/>
            <p:cNvSpPr/>
            <p:nvPr/>
          </p:nvSpPr>
          <p:spPr>
            <a:xfrm>
              <a:off x="4673025" y="2378175"/>
              <a:ext cx="330175" cy="176675"/>
            </a:xfrm>
            <a:custGeom>
              <a:avLst/>
              <a:gdLst/>
              <a:ahLst/>
              <a:cxnLst/>
              <a:rect l="l" t="t" r="r" b="b"/>
              <a:pathLst>
                <a:path w="13207" h="7067" extrusionOk="0">
                  <a:moveTo>
                    <a:pt x="8110" y="309"/>
                  </a:moveTo>
                  <a:lnTo>
                    <a:pt x="8226" y="348"/>
                  </a:lnTo>
                  <a:lnTo>
                    <a:pt x="8380" y="425"/>
                  </a:lnTo>
                  <a:lnTo>
                    <a:pt x="8535" y="541"/>
                  </a:lnTo>
                  <a:lnTo>
                    <a:pt x="8612" y="579"/>
                  </a:lnTo>
                  <a:lnTo>
                    <a:pt x="8728" y="888"/>
                  </a:lnTo>
                  <a:lnTo>
                    <a:pt x="8766" y="1197"/>
                  </a:lnTo>
                  <a:lnTo>
                    <a:pt x="8728" y="1468"/>
                  </a:lnTo>
                  <a:lnTo>
                    <a:pt x="8650" y="1777"/>
                  </a:lnTo>
                  <a:lnTo>
                    <a:pt x="8496" y="2047"/>
                  </a:lnTo>
                  <a:lnTo>
                    <a:pt x="8380" y="2317"/>
                  </a:lnTo>
                  <a:lnTo>
                    <a:pt x="8033" y="2858"/>
                  </a:lnTo>
                  <a:lnTo>
                    <a:pt x="6836" y="4711"/>
                  </a:lnTo>
                  <a:lnTo>
                    <a:pt x="6681" y="4711"/>
                  </a:lnTo>
                  <a:lnTo>
                    <a:pt x="6797" y="3746"/>
                  </a:lnTo>
                  <a:lnTo>
                    <a:pt x="6990" y="2781"/>
                  </a:lnTo>
                  <a:lnTo>
                    <a:pt x="7222" y="1661"/>
                  </a:lnTo>
                  <a:lnTo>
                    <a:pt x="7338" y="1197"/>
                  </a:lnTo>
                  <a:lnTo>
                    <a:pt x="7453" y="888"/>
                  </a:lnTo>
                  <a:lnTo>
                    <a:pt x="7608" y="618"/>
                  </a:lnTo>
                  <a:lnTo>
                    <a:pt x="7762" y="425"/>
                  </a:lnTo>
                  <a:lnTo>
                    <a:pt x="7878" y="348"/>
                  </a:lnTo>
                  <a:lnTo>
                    <a:pt x="7994" y="309"/>
                  </a:lnTo>
                  <a:close/>
                  <a:moveTo>
                    <a:pt x="5909" y="5406"/>
                  </a:moveTo>
                  <a:lnTo>
                    <a:pt x="4673" y="5831"/>
                  </a:lnTo>
                  <a:lnTo>
                    <a:pt x="3437" y="6217"/>
                  </a:lnTo>
                  <a:lnTo>
                    <a:pt x="2781" y="6372"/>
                  </a:lnTo>
                  <a:lnTo>
                    <a:pt x="2125" y="6526"/>
                  </a:lnTo>
                  <a:lnTo>
                    <a:pt x="1700" y="6565"/>
                  </a:lnTo>
                  <a:lnTo>
                    <a:pt x="1314" y="6603"/>
                  </a:lnTo>
                  <a:lnTo>
                    <a:pt x="1043" y="6565"/>
                  </a:lnTo>
                  <a:lnTo>
                    <a:pt x="812" y="6488"/>
                  </a:lnTo>
                  <a:lnTo>
                    <a:pt x="734" y="6449"/>
                  </a:lnTo>
                  <a:lnTo>
                    <a:pt x="696" y="6333"/>
                  </a:lnTo>
                  <a:lnTo>
                    <a:pt x="696" y="6217"/>
                  </a:lnTo>
                  <a:lnTo>
                    <a:pt x="696" y="6063"/>
                  </a:lnTo>
                  <a:lnTo>
                    <a:pt x="696" y="5908"/>
                  </a:lnTo>
                  <a:lnTo>
                    <a:pt x="734" y="5792"/>
                  </a:lnTo>
                  <a:lnTo>
                    <a:pt x="812" y="5715"/>
                  </a:lnTo>
                  <a:lnTo>
                    <a:pt x="889" y="5677"/>
                  </a:lnTo>
                  <a:lnTo>
                    <a:pt x="1082" y="5599"/>
                  </a:lnTo>
                  <a:lnTo>
                    <a:pt x="1391" y="5561"/>
                  </a:lnTo>
                  <a:lnTo>
                    <a:pt x="2047" y="5484"/>
                  </a:lnTo>
                  <a:lnTo>
                    <a:pt x="2897" y="5445"/>
                  </a:lnTo>
                  <a:lnTo>
                    <a:pt x="5368" y="5445"/>
                  </a:lnTo>
                  <a:lnTo>
                    <a:pt x="5909" y="5406"/>
                  </a:lnTo>
                  <a:close/>
                  <a:moveTo>
                    <a:pt x="7067" y="5097"/>
                  </a:moveTo>
                  <a:lnTo>
                    <a:pt x="8342" y="5136"/>
                  </a:lnTo>
                  <a:lnTo>
                    <a:pt x="9577" y="5252"/>
                  </a:lnTo>
                  <a:lnTo>
                    <a:pt x="10272" y="5329"/>
                  </a:lnTo>
                  <a:lnTo>
                    <a:pt x="11006" y="5445"/>
                  </a:lnTo>
                  <a:lnTo>
                    <a:pt x="11701" y="5561"/>
                  </a:lnTo>
                  <a:lnTo>
                    <a:pt x="12164" y="5677"/>
                  </a:lnTo>
                  <a:lnTo>
                    <a:pt x="12280" y="5715"/>
                  </a:lnTo>
                  <a:lnTo>
                    <a:pt x="12396" y="5754"/>
                  </a:lnTo>
                  <a:lnTo>
                    <a:pt x="12473" y="5831"/>
                  </a:lnTo>
                  <a:lnTo>
                    <a:pt x="12551" y="5908"/>
                  </a:lnTo>
                  <a:lnTo>
                    <a:pt x="12589" y="6024"/>
                  </a:lnTo>
                  <a:lnTo>
                    <a:pt x="12628" y="6179"/>
                  </a:lnTo>
                  <a:lnTo>
                    <a:pt x="12589" y="6526"/>
                  </a:lnTo>
                  <a:lnTo>
                    <a:pt x="12435" y="6603"/>
                  </a:lnTo>
                  <a:lnTo>
                    <a:pt x="12242" y="6642"/>
                  </a:lnTo>
                  <a:lnTo>
                    <a:pt x="12010" y="6681"/>
                  </a:lnTo>
                  <a:lnTo>
                    <a:pt x="11778" y="6681"/>
                  </a:lnTo>
                  <a:lnTo>
                    <a:pt x="11315" y="6603"/>
                  </a:lnTo>
                  <a:lnTo>
                    <a:pt x="10929" y="6526"/>
                  </a:lnTo>
                  <a:lnTo>
                    <a:pt x="10156" y="6372"/>
                  </a:lnTo>
                  <a:lnTo>
                    <a:pt x="9423" y="6140"/>
                  </a:lnTo>
                  <a:lnTo>
                    <a:pt x="8805" y="5908"/>
                  </a:lnTo>
                  <a:lnTo>
                    <a:pt x="8226" y="5677"/>
                  </a:lnTo>
                  <a:lnTo>
                    <a:pt x="7067" y="5097"/>
                  </a:lnTo>
                  <a:close/>
                  <a:moveTo>
                    <a:pt x="8148" y="0"/>
                  </a:moveTo>
                  <a:lnTo>
                    <a:pt x="7917" y="39"/>
                  </a:lnTo>
                  <a:lnTo>
                    <a:pt x="7724" y="116"/>
                  </a:lnTo>
                  <a:lnTo>
                    <a:pt x="7492" y="271"/>
                  </a:lnTo>
                  <a:lnTo>
                    <a:pt x="7338" y="425"/>
                  </a:lnTo>
                  <a:lnTo>
                    <a:pt x="7183" y="618"/>
                  </a:lnTo>
                  <a:lnTo>
                    <a:pt x="6990" y="1043"/>
                  </a:lnTo>
                  <a:lnTo>
                    <a:pt x="6874" y="1506"/>
                  </a:lnTo>
                  <a:lnTo>
                    <a:pt x="6681" y="2433"/>
                  </a:lnTo>
                  <a:lnTo>
                    <a:pt x="6527" y="3591"/>
                  </a:lnTo>
                  <a:lnTo>
                    <a:pt x="6488" y="4171"/>
                  </a:lnTo>
                  <a:lnTo>
                    <a:pt x="6449" y="4750"/>
                  </a:lnTo>
                  <a:lnTo>
                    <a:pt x="6411" y="4866"/>
                  </a:lnTo>
                  <a:lnTo>
                    <a:pt x="6411" y="4982"/>
                  </a:lnTo>
                  <a:lnTo>
                    <a:pt x="5870" y="5020"/>
                  </a:lnTo>
                  <a:lnTo>
                    <a:pt x="5291" y="5059"/>
                  </a:lnTo>
                  <a:lnTo>
                    <a:pt x="2549" y="5059"/>
                  </a:lnTo>
                  <a:lnTo>
                    <a:pt x="2009" y="5097"/>
                  </a:lnTo>
                  <a:lnTo>
                    <a:pt x="1391" y="5175"/>
                  </a:lnTo>
                  <a:lnTo>
                    <a:pt x="1005" y="5213"/>
                  </a:lnTo>
                  <a:lnTo>
                    <a:pt x="657" y="5329"/>
                  </a:lnTo>
                  <a:lnTo>
                    <a:pt x="310" y="5484"/>
                  </a:lnTo>
                  <a:lnTo>
                    <a:pt x="194" y="5599"/>
                  </a:lnTo>
                  <a:lnTo>
                    <a:pt x="78" y="5677"/>
                  </a:lnTo>
                  <a:lnTo>
                    <a:pt x="1" y="5831"/>
                  </a:lnTo>
                  <a:lnTo>
                    <a:pt x="1" y="5947"/>
                  </a:lnTo>
                  <a:lnTo>
                    <a:pt x="1" y="6140"/>
                  </a:lnTo>
                  <a:lnTo>
                    <a:pt x="39" y="6294"/>
                  </a:lnTo>
                  <a:lnTo>
                    <a:pt x="117" y="6449"/>
                  </a:lnTo>
                  <a:lnTo>
                    <a:pt x="232" y="6603"/>
                  </a:lnTo>
                  <a:lnTo>
                    <a:pt x="348" y="6681"/>
                  </a:lnTo>
                  <a:lnTo>
                    <a:pt x="464" y="6796"/>
                  </a:lnTo>
                  <a:lnTo>
                    <a:pt x="773" y="6912"/>
                  </a:lnTo>
                  <a:lnTo>
                    <a:pt x="1082" y="6990"/>
                  </a:lnTo>
                  <a:lnTo>
                    <a:pt x="1777" y="6990"/>
                  </a:lnTo>
                  <a:lnTo>
                    <a:pt x="2395" y="6912"/>
                  </a:lnTo>
                  <a:lnTo>
                    <a:pt x="3476" y="6642"/>
                  </a:lnTo>
                  <a:lnTo>
                    <a:pt x="4519" y="6333"/>
                  </a:lnTo>
                  <a:lnTo>
                    <a:pt x="5600" y="5947"/>
                  </a:lnTo>
                  <a:lnTo>
                    <a:pt x="6102" y="5715"/>
                  </a:lnTo>
                  <a:lnTo>
                    <a:pt x="6565" y="5484"/>
                  </a:lnTo>
                  <a:lnTo>
                    <a:pt x="6604" y="5484"/>
                  </a:lnTo>
                  <a:lnTo>
                    <a:pt x="6681" y="5908"/>
                  </a:lnTo>
                  <a:lnTo>
                    <a:pt x="6758" y="6101"/>
                  </a:lnTo>
                  <a:lnTo>
                    <a:pt x="6836" y="6294"/>
                  </a:lnTo>
                  <a:lnTo>
                    <a:pt x="7106" y="6256"/>
                  </a:lnTo>
                  <a:lnTo>
                    <a:pt x="7106" y="6217"/>
                  </a:lnTo>
                  <a:lnTo>
                    <a:pt x="6990" y="5870"/>
                  </a:lnTo>
                  <a:lnTo>
                    <a:pt x="6951" y="5677"/>
                  </a:lnTo>
                  <a:lnTo>
                    <a:pt x="6990" y="5484"/>
                  </a:lnTo>
                  <a:lnTo>
                    <a:pt x="6990" y="5406"/>
                  </a:lnTo>
                  <a:lnTo>
                    <a:pt x="7762" y="5870"/>
                  </a:lnTo>
                  <a:lnTo>
                    <a:pt x="8612" y="6256"/>
                  </a:lnTo>
                  <a:lnTo>
                    <a:pt x="9461" y="6565"/>
                  </a:lnTo>
                  <a:lnTo>
                    <a:pt x="10349" y="6796"/>
                  </a:lnTo>
                  <a:lnTo>
                    <a:pt x="11045" y="6951"/>
                  </a:lnTo>
                  <a:lnTo>
                    <a:pt x="11469" y="7028"/>
                  </a:lnTo>
                  <a:lnTo>
                    <a:pt x="11933" y="7067"/>
                  </a:lnTo>
                  <a:lnTo>
                    <a:pt x="12396" y="7028"/>
                  </a:lnTo>
                  <a:lnTo>
                    <a:pt x="12589" y="6990"/>
                  </a:lnTo>
                  <a:lnTo>
                    <a:pt x="12782" y="6912"/>
                  </a:lnTo>
                  <a:lnTo>
                    <a:pt x="12937" y="6796"/>
                  </a:lnTo>
                  <a:lnTo>
                    <a:pt x="13053" y="6681"/>
                  </a:lnTo>
                  <a:lnTo>
                    <a:pt x="13130" y="6526"/>
                  </a:lnTo>
                  <a:lnTo>
                    <a:pt x="13207" y="6333"/>
                  </a:lnTo>
                  <a:lnTo>
                    <a:pt x="13207" y="6179"/>
                  </a:lnTo>
                  <a:lnTo>
                    <a:pt x="13168" y="6024"/>
                  </a:lnTo>
                  <a:lnTo>
                    <a:pt x="13130" y="5870"/>
                  </a:lnTo>
                  <a:lnTo>
                    <a:pt x="13053" y="5754"/>
                  </a:lnTo>
                  <a:lnTo>
                    <a:pt x="12975" y="5638"/>
                  </a:lnTo>
                  <a:lnTo>
                    <a:pt x="12821" y="5561"/>
                  </a:lnTo>
                  <a:lnTo>
                    <a:pt x="12551" y="5406"/>
                  </a:lnTo>
                  <a:lnTo>
                    <a:pt x="12242" y="5290"/>
                  </a:lnTo>
                  <a:lnTo>
                    <a:pt x="11894" y="5213"/>
                  </a:lnTo>
                  <a:lnTo>
                    <a:pt x="11315" y="5097"/>
                  </a:lnTo>
                  <a:lnTo>
                    <a:pt x="10311" y="4943"/>
                  </a:lnTo>
                  <a:lnTo>
                    <a:pt x="9268" y="4827"/>
                  </a:lnTo>
                  <a:lnTo>
                    <a:pt x="8264" y="4750"/>
                  </a:lnTo>
                  <a:lnTo>
                    <a:pt x="7260" y="4711"/>
                  </a:lnTo>
                  <a:lnTo>
                    <a:pt x="8071" y="3514"/>
                  </a:lnTo>
                  <a:lnTo>
                    <a:pt x="8496" y="2858"/>
                  </a:lnTo>
                  <a:lnTo>
                    <a:pt x="8844" y="2201"/>
                  </a:lnTo>
                  <a:lnTo>
                    <a:pt x="8921" y="1970"/>
                  </a:lnTo>
                  <a:lnTo>
                    <a:pt x="8998" y="1738"/>
                  </a:lnTo>
                  <a:lnTo>
                    <a:pt x="9037" y="1506"/>
                  </a:lnTo>
                  <a:lnTo>
                    <a:pt x="9075" y="1275"/>
                  </a:lnTo>
                  <a:lnTo>
                    <a:pt x="9037" y="1004"/>
                  </a:lnTo>
                  <a:lnTo>
                    <a:pt x="8959" y="811"/>
                  </a:lnTo>
                  <a:lnTo>
                    <a:pt x="8882" y="579"/>
                  </a:lnTo>
                  <a:lnTo>
                    <a:pt x="8728" y="348"/>
                  </a:lnTo>
                  <a:lnTo>
                    <a:pt x="8650" y="232"/>
                  </a:lnTo>
                  <a:lnTo>
                    <a:pt x="8573" y="155"/>
                  </a:lnTo>
                  <a:lnTo>
                    <a:pt x="8380" y="39"/>
                  </a:lnTo>
                  <a:lnTo>
                    <a:pt x="814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8" name="Google Shape;3328;p15"/>
            <p:cNvSpPr/>
            <p:nvPr/>
          </p:nvSpPr>
          <p:spPr>
            <a:xfrm>
              <a:off x="1437100" y="2381075"/>
              <a:ext cx="93675" cy="93650"/>
            </a:xfrm>
            <a:custGeom>
              <a:avLst/>
              <a:gdLst/>
              <a:ahLst/>
              <a:cxnLst/>
              <a:rect l="l" t="t" r="r" b="b"/>
              <a:pathLst>
                <a:path w="3747" h="3746" extrusionOk="0">
                  <a:moveTo>
                    <a:pt x="1584" y="463"/>
                  </a:moveTo>
                  <a:lnTo>
                    <a:pt x="2086" y="541"/>
                  </a:lnTo>
                  <a:lnTo>
                    <a:pt x="2318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5"/>
                  </a:lnTo>
                  <a:lnTo>
                    <a:pt x="3090" y="1197"/>
                  </a:lnTo>
                  <a:lnTo>
                    <a:pt x="3206" y="1429"/>
                  </a:lnTo>
                  <a:lnTo>
                    <a:pt x="3244" y="1699"/>
                  </a:lnTo>
                  <a:lnTo>
                    <a:pt x="3244" y="1969"/>
                  </a:lnTo>
                  <a:lnTo>
                    <a:pt x="3206" y="2201"/>
                  </a:lnTo>
                  <a:lnTo>
                    <a:pt x="3090" y="2471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86" y="3244"/>
                  </a:lnTo>
                  <a:lnTo>
                    <a:pt x="1777" y="3244"/>
                  </a:lnTo>
                  <a:lnTo>
                    <a:pt x="1507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9" y="2433"/>
                  </a:lnTo>
                  <a:lnTo>
                    <a:pt x="503" y="2163"/>
                  </a:lnTo>
                  <a:lnTo>
                    <a:pt x="503" y="1854"/>
                  </a:lnTo>
                  <a:lnTo>
                    <a:pt x="503" y="1583"/>
                  </a:lnTo>
                  <a:lnTo>
                    <a:pt x="619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79"/>
                  </a:lnTo>
                  <a:lnTo>
                    <a:pt x="1584" y="463"/>
                  </a:lnTo>
                  <a:close/>
                  <a:moveTo>
                    <a:pt x="1893" y="0"/>
                  </a:moveTo>
                  <a:lnTo>
                    <a:pt x="1700" y="39"/>
                  </a:lnTo>
                  <a:lnTo>
                    <a:pt x="1545" y="77"/>
                  </a:lnTo>
                  <a:lnTo>
                    <a:pt x="1352" y="155"/>
                  </a:lnTo>
                  <a:lnTo>
                    <a:pt x="1314" y="193"/>
                  </a:lnTo>
                  <a:lnTo>
                    <a:pt x="1082" y="270"/>
                  </a:lnTo>
                  <a:lnTo>
                    <a:pt x="850" y="386"/>
                  </a:lnTo>
                  <a:lnTo>
                    <a:pt x="619" y="579"/>
                  </a:lnTo>
                  <a:lnTo>
                    <a:pt x="425" y="772"/>
                  </a:lnTo>
                  <a:lnTo>
                    <a:pt x="271" y="965"/>
                  </a:lnTo>
                  <a:lnTo>
                    <a:pt x="155" y="1236"/>
                  </a:lnTo>
                  <a:lnTo>
                    <a:pt x="78" y="1467"/>
                  </a:lnTo>
                  <a:lnTo>
                    <a:pt x="1" y="1738"/>
                  </a:lnTo>
                  <a:lnTo>
                    <a:pt x="1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7" y="2510"/>
                  </a:lnTo>
                  <a:lnTo>
                    <a:pt x="310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8" y="3591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7" y="3437"/>
                  </a:lnTo>
                  <a:lnTo>
                    <a:pt x="3128" y="3244"/>
                  </a:lnTo>
                  <a:lnTo>
                    <a:pt x="3322" y="3012"/>
                  </a:lnTo>
                  <a:lnTo>
                    <a:pt x="3476" y="2780"/>
                  </a:lnTo>
                  <a:lnTo>
                    <a:pt x="3630" y="2510"/>
                  </a:lnTo>
                  <a:lnTo>
                    <a:pt x="3708" y="2201"/>
                  </a:lnTo>
                  <a:lnTo>
                    <a:pt x="3746" y="1931"/>
                  </a:lnTo>
                  <a:lnTo>
                    <a:pt x="3746" y="1583"/>
                  </a:lnTo>
                  <a:lnTo>
                    <a:pt x="3669" y="1313"/>
                  </a:lnTo>
                  <a:lnTo>
                    <a:pt x="3515" y="1004"/>
                  </a:lnTo>
                  <a:lnTo>
                    <a:pt x="3322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5" y="77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9" name="Google Shape;3329;p15"/>
            <p:cNvSpPr/>
            <p:nvPr/>
          </p:nvSpPr>
          <p:spPr>
            <a:xfrm>
              <a:off x="3476925" y="2391675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7" y="1159"/>
                  </a:lnTo>
                  <a:lnTo>
                    <a:pt x="1391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6" y="1816"/>
                  </a:lnTo>
                  <a:lnTo>
                    <a:pt x="387" y="1700"/>
                  </a:lnTo>
                  <a:lnTo>
                    <a:pt x="348" y="1584"/>
                  </a:lnTo>
                  <a:lnTo>
                    <a:pt x="387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2" y="1623"/>
                  </a:lnTo>
                  <a:lnTo>
                    <a:pt x="3669" y="1700"/>
                  </a:lnTo>
                  <a:lnTo>
                    <a:pt x="3747" y="1816"/>
                  </a:lnTo>
                  <a:lnTo>
                    <a:pt x="3747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9" y="2356"/>
                  </a:lnTo>
                  <a:lnTo>
                    <a:pt x="3206" y="2434"/>
                  </a:lnTo>
                  <a:lnTo>
                    <a:pt x="3013" y="2395"/>
                  </a:lnTo>
                  <a:lnTo>
                    <a:pt x="2820" y="2356"/>
                  </a:lnTo>
                  <a:lnTo>
                    <a:pt x="2627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1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90" y="1468"/>
                  </a:lnTo>
                  <a:close/>
                  <a:moveTo>
                    <a:pt x="3747" y="4750"/>
                  </a:moveTo>
                  <a:lnTo>
                    <a:pt x="3901" y="4789"/>
                  </a:lnTo>
                  <a:lnTo>
                    <a:pt x="4017" y="4828"/>
                  </a:lnTo>
                  <a:lnTo>
                    <a:pt x="4094" y="4944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3" y="5368"/>
                  </a:lnTo>
                  <a:lnTo>
                    <a:pt x="4094" y="5484"/>
                  </a:lnTo>
                  <a:lnTo>
                    <a:pt x="3978" y="5600"/>
                  </a:lnTo>
                  <a:lnTo>
                    <a:pt x="3785" y="5754"/>
                  </a:lnTo>
                  <a:lnTo>
                    <a:pt x="3515" y="5870"/>
                  </a:lnTo>
                  <a:lnTo>
                    <a:pt x="3129" y="5870"/>
                  </a:lnTo>
                  <a:lnTo>
                    <a:pt x="2743" y="5793"/>
                  </a:lnTo>
                  <a:lnTo>
                    <a:pt x="2936" y="5368"/>
                  </a:lnTo>
                  <a:lnTo>
                    <a:pt x="3051" y="5214"/>
                  </a:lnTo>
                  <a:lnTo>
                    <a:pt x="3206" y="5021"/>
                  </a:lnTo>
                  <a:lnTo>
                    <a:pt x="3476" y="4866"/>
                  </a:lnTo>
                  <a:lnTo>
                    <a:pt x="3631" y="4789"/>
                  </a:lnTo>
                  <a:lnTo>
                    <a:pt x="3747" y="4750"/>
                  </a:lnTo>
                  <a:close/>
                  <a:moveTo>
                    <a:pt x="1121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3" y="6102"/>
                  </a:lnTo>
                  <a:lnTo>
                    <a:pt x="1430" y="6256"/>
                  </a:lnTo>
                  <a:lnTo>
                    <a:pt x="1237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6" y="6334"/>
                  </a:lnTo>
                  <a:lnTo>
                    <a:pt x="503" y="6179"/>
                  </a:lnTo>
                  <a:lnTo>
                    <a:pt x="426" y="6025"/>
                  </a:lnTo>
                  <a:lnTo>
                    <a:pt x="426" y="5909"/>
                  </a:lnTo>
                  <a:lnTo>
                    <a:pt x="464" y="5754"/>
                  </a:lnTo>
                  <a:lnTo>
                    <a:pt x="580" y="5677"/>
                  </a:lnTo>
                  <a:lnTo>
                    <a:pt x="696" y="5600"/>
                  </a:lnTo>
                  <a:lnTo>
                    <a:pt x="850" y="5523"/>
                  </a:lnTo>
                  <a:close/>
                  <a:moveTo>
                    <a:pt x="5716" y="6218"/>
                  </a:moveTo>
                  <a:lnTo>
                    <a:pt x="5870" y="6334"/>
                  </a:lnTo>
                  <a:lnTo>
                    <a:pt x="5948" y="6411"/>
                  </a:lnTo>
                  <a:lnTo>
                    <a:pt x="5986" y="6527"/>
                  </a:lnTo>
                  <a:lnTo>
                    <a:pt x="6025" y="6681"/>
                  </a:lnTo>
                  <a:lnTo>
                    <a:pt x="5986" y="6797"/>
                  </a:lnTo>
                  <a:lnTo>
                    <a:pt x="5909" y="7067"/>
                  </a:lnTo>
                  <a:lnTo>
                    <a:pt x="5793" y="7260"/>
                  </a:lnTo>
                  <a:lnTo>
                    <a:pt x="5677" y="7492"/>
                  </a:lnTo>
                  <a:lnTo>
                    <a:pt x="5484" y="7647"/>
                  </a:lnTo>
                  <a:lnTo>
                    <a:pt x="5291" y="7801"/>
                  </a:lnTo>
                  <a:lnTo>
                    <a:pt x="5059" y="7917"/>
                  </a:lnTo>
                  <a:lnTo>
                    <a:pt x="5098" y="7878"/>
                  </a:lnTo>
                  <a:lnTo>
                    <a:pt x="5021" y="7415"/>
                  </a:lnTo>
                  <a:lnTo>
                    <a:pt x="4982" y="7183"/>
                  </a:lnTo>
                  <a:lnTo>
                    <a:pt x="5021" y="6952"/>
                  </a:lnTo>
                  <a:lnTo>
                    <a:pt x="5137" y="6681"/>
                  </a:lnTo>
                  <a:lnTo>
                    <a:pt x="5214" y="6527"/>
                  </a:lnTo>
                  <a:lnTo>
                    <a:pt x="5330" y="6372"/>
                  </a:lnTo>
                  <a:lnTo>
                    <a:pt x="5446" y="6256"/>
                  </a:lnTo>
                  <a:lnTo>
                    <a:pt x="5600" y="6218"/>
                  </a:lnTo>
                  <a:close/>
                  <a:moveTo>
                    <a:pt x="8960" y="8071"/>
                  </a:moveTo>
                  <a:lnTo>
                    <a:pt x="9153" y="8110"/>
                  </a:lnTo>
                  <a:lnTo>
                    <a:pt x="9268" y="8187"/>
                  </a:lnTo>
                  <a:lnTo>
                    <a:pt x="9346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1"/>
                  </a:lnTo>
                  <a:lnTo>
                    <a:pt x="9268" y="8921"/>
                  </a:lnTo>
                  <a:lnTo>
                    <a:pt x="9037" y="9153"/>
                  </a:lnTo>
                  <a:lnTo>
                    <a:pt x="8805" y="9346"/>
                  </a:lnTo>
                  <a:lnTo>
                    <a:pt x="8689" y="9384"/>
                  </a:lnTo>
                  <a:lnTo>
                    <a:pt x="8612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2" y="9346"/>
                  </a:lnTo>
                  <a:lnTo>
                    <a:pt x="8264" y="9346"/>
                  </a:lnTo>
                  <a:lnTo>
                    <a:pt x="8226" y="8960"/>
                  </a:lnTo>
                  <a:lnTo>
                    <a:pt x="8226" y="8766"/>
                  </a:lnTo>
                  <a:lnTo>
                    <a:pt x="8264" y="8573"/>
                  </a:lnTo>
                  <a:lnTo>
                    <a:pt x="8342" y="8342"/>
                  </a:lnTo>
                  <a:lnTo>
                    <a:pt x="8496" y="8187"/>
                  </a:lnTo>
                  <a:lnTo>
                    <a:pt x="8728" y="8110"/>
                  </a:lnTo>
                  <a:lnTo>
                    <a:pt x="8844" y="8071"/>
                  </a:lnTo>
                  <a:close/>
                  <a:moveTo>
                    <a:pt x="4944" y="8380"/>
                  </a:moveTo>
                  <a:lnTo>
                    <a:pt x="4944" y="8419"/>
                  </a:lnTo>
                  <a:lnTo>
                    <a:pt x="4751" y="8805"/>
                  </a:lnTo>
                  <a:lnTo>
                    <a:pt x="4596" y="8960"/>
                  </a:lnTo>
                  <a:lnTo>
                    <a:pt x="4442" y="9153"/>
                  </a:lnTo>
                  <a:lnTo>
                    <a:pt x="4210" y="9307"/>
                  </a:lnTo>
                  <a:lnTo>
                    <a:pt x="3940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9" y="9346"/>
                  </a:lnTo>
                  <a:lnTo>
                    <a:pt x="3322" y="9191"/>
                  </a:lnTo>
                  <a:lnTo>
                    <a:pt x="3322" y="9075"/>
                  </a:lnTo>
                  <a:lnTo>
                    <a:pt x="3322" y="8960"/>
                  </a:lnTo>
                  <a:lnTo>
                    <a:pt x="3399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5" y="8458"/>
                  </a:lnTo>
                  <a:lnTo>
                    <a:pt x="4055" y="8380"/>
                  </a:lnTo>
                  <a:lnTo>
                    <a:pt x="4326" y="8380"/>
                  </a:lnTo>
                  <a:lnTo>
                    <a:pt x="4905" y="8419"/>
                  </a:lnTo>
                  <a:lnTo>
                    <a:pt x="4944" y="8380"/>
                  </a:lnTo>
                  <a:close/>
                  <a:moveTo>
                    <a:pt x="7994" y="10002"/>
                  </a:moveTo>
                  <a:lnTo>
                    <a:pt x="7956" y="10195"/>
                  </a:lnTo>
                  <a:lnTo>
                    <a:pt x="7917" y="10350"/>
                  </a:lnTo>
                  <a:lnTo>
                    <a:pt x="7840" y="10543"/>
                  </a:lnTo>
                  <a:lnTo>
                    <a:pt x="7724" y="10697"/>
                  </a:lnTo>
                  <a:lnTo>
                    <a:pt x="7608" y="10813"/>
                  </a:lnTo>
                  <a:lnTo>
                    <a:pt x="7492" y="10929"/>
                  </a:lnTo>
                  <a:lnTo>
                    <a:pt x="7338" y="11045"/>
                  </a:lnTo>
                  <a:lnTo>
                    <a:pt x="7145" y="11083"/>
                  </a:lnTo>
                  <a:lnTo>
                    <a:pt x="6952" y="11122"/>
                  </a:lnTo>
                  <a:lnTo>
                    <a:pt x="6797" y="11083"/>
                  </a:lnTo>
                  <a:lnTo>
                    <a:pt x="6720" y="11045"/>
                  </a:lnTo>
                  <a:lnTo>
                    <a:pt x="6681" y="10967"/>
                  </a:lnTo>
                  <a:lnTo>
                    <a:pt x="6643" y="10890"/>
                  </a:lnTo>
                  <a:lnTo>
                    <a:pt x="6604" y="10813"/>
                  </a:lnTo>
                  <a:lnTo>
                    <a:pt x="6643" y="10620"/>
                  </a:lnTo>
                  <a:lnTo>
                    <a:pt x="6720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2" y="10157"/>
                  </a:lnTo>
                  <a:lnTo>
                    <a:pt x="7492" y="10079"/>
                  </a:lnTo>
                  <a:lnTo>
                    <a:pt x="7724" y="10041"/>
                  </a:lnTo>
                  <a:lnTo>
                    <a:pt x="7994" y="10002"/>
                  </a:lnTo>
                  <a:close/>
                  <a:moveTo>
                    <a:pt x="2202" y="1"/>
                  </a:moveTo>
                  <a:lnTo>
                    <a:pt x="2009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1" y="812"/>
                  </a:lnTo>
                  <a:lnTo>
                    <a:pt x="1237" y="773"/>
                  </a:lnTo>
                  <a:lnTo>
                    <a:pt x="1043" y="735"/>
                  </a:lnTo>
                  <a:lnTo>
                    <a:pt x="696" y="735"/>
                  </a:lnTo>
                  <a:lnTo>
                    <a:pt x="541" y="812"/>
                  </a:lnTo>
                  <a:lnTo>
                    <a:pt x="387" y="889"/>
                  </a:lnTo>
                  <a:lnTo>
                    <a:pt x="233" y="1005"/>
                  </a:lnTo>
                  <a:lnTo>
                    <a:pt x="117" y="1159"/>
                  </a:lnTo>
                  <a:lnTo>
                    <a:pt x="39" y="1314"/>
                  </a:lnTo>
                  <a:lnTo>
                    <a:pt x="1" y="1468"/>
                  </a:lnTo>
                  <a:lnTo>
                    <a:pt x="1" y="1623"/>
                  </a:lnTo>
                  <a:lnTo>
                    <a:pt x="1" y="1777"/>
                  </a:lnTo>
                  <a:lnTo>
                    <a:pt x="78" y="1932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6" y="2279"/>
                  </a:lnTo>
                  <a:lnTo>
                    <a:pt x="580" y="2356"/>
                  </a:lnTo>
                  <a:lnTo>
                    <a:pt x="735" y="2395"/>
                  </a:lnTo>
                  <a:lnTo>
                    <a:pt x="1043" y="2434"/>
                  </a:lnTo>
                  <a:lnTo>
                    <a:pt x="1391" y="2395"/>
                  </a:lnTo>
                  <a:lnTo>
                    <a:pt x="1700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9" y="4635"/>
                  </a:lnTo>
                  <a:lnTo>
                    <a:pt x="1777" y="5021"/>
                  </a:lnTo>
                  <a:lnTo>
                    <a:pt x="1893" y="5368"/>
                  </a:lnTo>
                  <a:lnTo>
                    <a:pt x="1584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3" y="5252"/>
                  </a:lnTo>
                  <a:lnTo>
                    <a:pt x="387" y="5330"/>
                  </a:lnTo>
                  <a:lnTo>
                    <a:pt x="271" y="5446"/>
                  </a:lnTo>
                  <a:lnTo>
                    <a:pt x="155" y="5561"/>
                  </a:lnTo>
                  <a:lnTo>
                    <a:pt x="78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8" y="6218"/>
                  </a:lnTo>
                  <a:lnTo>
                    <a:pt x="155" y="6334"/>
                  </a:lnTo>
                  <a:lnTo>
                    <a:pt x="233" y="6450"/>
                  </a:lnTo>
                  <a:lnTo>
                    <a:pt x="348" y="6565"/>
                  </a:lnTo>
                  <a:lnTo>
                    <a:pt x="503" y="6643"/>
                  </a:lnTo>
                  <a:lnTo>
                    <a:pt x="657" y="6720"/>
                  </a:lnTo>
                  <a:lnTo>
                    <a:pt x="812" y="6758"/>
                  </a:lnTo>
                  <a:lnTo>
                    <a:pt x="1121" y="6758"/>
                  </a:lnTo>
                  <a:lnTo>
                    <a:pt x="1430" y="6681"/>
                  </a:lnTo>
                  <a:lnTo>
                    <a:pt x="1700" y="6527"/>
                  </a:lnTo>
                  <a:lnTo>
                    <a:pt x="1932" y="6295"/>
                  </a:lnTo>
                  <a:lnTo>
                    <a:pt x="2125" y="6063"/>
                  </a:lnTo>
                  <a:lnTo>
                    <a:pt x="2395" y="6527"/>
                  </a:lnTo>
                  <a:lnTo>
                    <a:pt x="2743" y="6990"/>
                  </a:lnTo>
                  <a:lnTo>
                    <a:pt x="3129" y="7376"/>
                  </a:lnTo>
                  <a:lnTo>
                    <a:pt x="3592" y="7762"/>
                  </a:lnTo>
                  <a:lnTo>
                    <a:pt x="4017" y="7994"/>
                  </a:lnTo>
                  <a:lnTo>
                    <a:pt x="3824" y="8033"/>
                  </a:lnTo>
                  <a:lnTo>
                    <a:pt x="3631" y="8110"/>
                  </a:lnTo>
                  <a:lnTo>
                    <a:pt x="3438" y="8187"/>
                  </a:lnTo>
                  <a:lnTo>
                    <a:pt x="3283" y="8342"/>
                  </a:lnTo>
                  <a:lnTo>
                    <a:pt x="3167" y="8458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6" y="8882"/>
                  </a:lnTo>
                  <a:lnTo>
                    <a:pt x="2897" y="9075"/>
                  </a:lnTo>
                  <a:lnTo>
                    <a:pt x="2936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2" y="9770"/>
                  </a:lnTo>
                  <a:lnTo>
                    <a:pt x="3515" y="9848"/>
                  </a:lnTo>
                  <a:lnTo>
                    <a:pt x="3708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9" y="9770"/>
                  </a:lnTo>
                  <a:lnTo>
                    <a:pt x="4403" y="9693"/>
                  </a:lnTo>
                  <a:lnTo>
                    <a:pt x="4673" y="9461"/>
                  </a:lnTo>
                  <a:lnTo>
                    <a:pt x="4905" y="9153"/>
                  </a:lnTo>
                  <a:lnTo>
                    <a:pt x="5098" y="8844"/>
                  </a:lnTo>
                  <a:lnTo>
                    <a:pt x="5214" y="8496"/>
                  </a:lnTo>
                  <a:lnTo>
                    <a:pt x="6527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6" y="9655"/>
                  </a:lnTo>
                  <a:lnTo>
                    <a:pt x="7762" y="9655"/>
                  </a:lnTo>
                  <a:lnTo>
                    <a:pt x="7569" y="9693"/>
                  </a:lnTo>
                  <a:lnTo>
                    <a:pt x="7145" y="9809"/>
                  </a:lnTo>
                  <a:lnTo>
                    <a:pt x="6797" y="9963"/>
                  </a:lnTo>
                  <a:lnTo>
                    <a:pt x="6643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5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5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6" y="11508"/>
                  </a:lnTo>
                  <a:lnTo>
                    <a:pt x="7029" y="11508"/>
                  </a:lnTo>
                  <a:lnTo>
                    <a:pt x="7222" y="11469"/>
                  </a:lnTo>
                  <a:lnTo>
                    <a:pt x="7415" y="11392"/>
                  </a:lnTo>
                  <a:lnTo>
                    <a:pt x="7569" y="11315"/>
                  </a:lnTo>
                  <a:lnTo>
                    <a:pt x="7724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10" y="10697"/>
                  </a:lnTo>
                  <a:lnTo>
                    <a:pt x="8226" y="10465"/>
                  </a:lnTo>
                  <a:lnTo>
                    <a:pt x="8264" y="10234"/>
                  </a:lnTo>
                  <a:lnTo>
                    <a:pt x="8303" y="9963"/>
                  </a:lnTo>
                  <a:lnTo>
                    <a:pt x="8342" y="9925"/>
                  </a:lnTo>
                  <a:lnTo>
                    <a:pt x="8728" y="10272"/>
                  </a:lnTo>
                  <a:lnTo>
                    <a:pt x="9075" y="10659"/>
                  </a:lnTo>
                  <a:lnTo>
                    <a:pt x="9346" y="11122"/>
                  </a:lnTo>
                  <a:lnTo>
                    <a:pt x="9462" y="11354"/>
                  </a:lnTo>
                  <a:lnTo>
                    <a:pt x="9539" y="11585"/>
                  </a:lnTo>
                  <a:lnTo>
                    <a:pt x="9655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5" y="12937"/>
                  </a:lnTo>
                  <a:lnTo>
                    <a:pt x="9577" y="13284"/>
                  </a:lnTo>
                  <a:lnTo>
                    <a:pt x="9462" y="13593"/>
                  </a:lnTo>
                  <a:lnTo>
                    <a:pt x="9191" y="14211"/>
                  </a:lnTo>
                  <a:lnTo>
                    <a:pt x="9153" y="14288"/>
                  </a:lnTo>
                  <a:lnTo>
                    <a:pt x="9153" y="14327"/>
                  </a:lnTo>
                  <a:lnTo>
                    <a:pt x="9230" y="14404"/>
                  </a:lnTo>
                  <a:lnTo>
                    <a:pt x="9307" y="14443"/>
                  </a:lnTo>
                  <a:lnTo>
                    <a:pt x="9423" y="14404"/>
                  </a:lnTo>
                  <a:lnTo>
                    <a:pt x="9577" y="14250"/>
                  </a:lnTo>
                  <a:lnTo>
                    <a:pt x="9732" y="14057"/>
                  </a:lnTo>
                  <a:lnTo>
                    <a:pt x="9848" y="13902"/>
                  </a:lnTo>
                  <a:lnTo>
                    <a:pt x="9925" y="13671"/>
                  </a:lnTo>
                  <a:lnTo>
                    <a:pt x="10079" y="13246"/>
                  </a:lnTo>
                  <a:lnTo>
                    <a:pt x="10118" y="12782"/>
                  </a:lnTo>
                  <a:lnTo>
                    <a:pt x="10118" y="12319"/>
                  </a:lnTo>
                  <a:lnTo>
                    <a:pt x="10041" y="11856"/>
                  </a:lnTo>
                  <a:lnTo>
                    <a:pt x="9925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7" y="10272"/>
                  </a:lnTo>
                  <a:lnTo>
                    <a:pt x="9037" y="9963"/>
                  </a:lnTo>
                  <a:lnTo>
                    <a:pt x="8728" y="9693"/>
                  </a:lnTo>
                  <a:lnTo>
                    <a:pt x="8960" y="9577"/>
                  </a:lnTo>
                  <a:lnTo>
                    <a:pt x="9230" y="9423"/>
                  </a:lnTo>
                  <a:lnTo>
                    <a:pt x="9462" y="9191"/>
                  </a:lnTo>
                  <a:lnTo>
                    <a:pt x="9616" y="8921"/>
                  </a:lnTo>
                  <a:lnTo>
                    <a:pt x="9732" y="8612"/>
                  </a:lnTo>
                  <a:lnTo>
                    <a:pt x="9732" y="8496"/>
                  </a:lnTo>
                  <a:lnTo>
                    <a:pt x="9732" y="8342"/>
                  </a:lnTo>
                  <a:lnTo>
                    <a:pt x="9693" y="8187"/>
                  </a:lnTo>
                  <a:lnTo>
                    <a:pt x="9616" y="8071"/>
                  </a:lnTo>
                  <a:lnTo>
                    <a:pt x="9500" y="7956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7" y="7724"/>
                  </a:lnTo>
                  <a:lnTo>
                    <a:pt x="8689" y="7724"/>
                  </a:lnTo>
                  <a:lnTo>
                    <a:pt x="8535" y="7762"/>
                  </a:lnTo>
                  <a:lnTo>
                    <a:pt x="8380" y="7840"/>
                  </a:lnTo>
                  <a:lnTo>
                    <a:pt x="8226" y="7956"/>
                  </a:lnTo>
                  <a:lnTo>
                    <a:pt x="8110" y="8071"/>
                  </a:lnTo>
                  <a:lnTo>
                    <a:pt x="7956" y="8264"/>
                  </a:lnTo>
                  <a:lnTo>
                    <a:pt x="7878" y="8535"/>
                  </a:lnTo>
                  <a:lnTo>
                    <a:pt x="7840" y="8766"/>
                  </a:lnTo>
                  <a:lnTo>
                    <a:pt x="7840" y="9037"/>
                  </a:lnTo>
                  <a:lnTo>
                    <a:pt x="7222" y="8766"/>
                  </a:lnTo>
                  <a:lnTo>
                    <a:pt x="6643" y="8496"/>
                  </a:lnTo>
                  <a:lnTo>
                    <a:pt x="5368" y="8033"/>
                  </a:lnTo>
                  <a:lnTo>
                    <a:pt x="5639" y="7878"/>
                  </a:lnTo>
                  <a:lnTo>
                    <a:pt x="5870" y="7685"/>
                  </a:lnTo>
                  <a:lnTo>
                    <a:pt x="6063" y="7454"/>
                  </a:lnTo>
                  <a:lnTo>
                    <a:pt x="6218" y="7183"/>
                  </a:lnTo>
                  <a:lnTo>
                    <a:pt x="6334" y="6874"/>
                  </a:lnTo>
                  <a:lnTo>
                    <a:pt x="6334" y="6720"/>
                  </a:lnTo>
                  <a:lnTo>
                    <a:pt x="6334" y="6527"/>
                  </a:lnTo>
                  <a:lnTo>
                    <a:pt x="6334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5" y="5948"/>
                  </a:lnTo>
                  <a:lnTo>
                    <a:pt x="5870" y="5870"/>
                  </a:lnTo>
                  <a:lnTo>
                    <a:pt x="5716" y="5832"/>
                  </a:lnTo>
                  <a:lnTo>
                    <a:pt x="5561" y="5870"/>
                  </a:lnTo>
                  <a:lnTo>
                    <a:pt x="5407" y="5909"/>
                  </a:lnTo>
                  <a:lnTo>
                    <a:pt x="5253" y="5986"/>
                  </a:lnTo>
                  <a:lnTo>
                    <a:pt x="5137" y="6063"/>
                  </a:lnTo>
                  <a:lnTo>
                    <a:pt x="4905" y="6334"/>
                  </a:lnTo>
                  <a:lnTo>
                    <a:pt x="4751" y="6643"/>
                  </a:lnTo>
                  <a:lnTo>
                    <a:pt x="4635" y="7029"/>
                  </a:lnTo>
                  <a:lnTo>
                    <a:pt x="4635" y="7222"/>
                  </a:lnTo>
                  <a:lnTo>
                    <a:pt x="4635" y="7415"/>
                  </a:lnTo>
                  <a:lnTo>
                    <a:pt x="4635" y="7608"/>
                  </a:lnTo>
                  <a:lnTo>
                    <a:pt x="4712" y="7762"/>
                  </a:lnTo>
                  <a:lnTo>
                    <a:pt x="4094" y="7454"/>
                  </a:lnTo>
                  <a:lnTo>
                    <a:pt x="3824" y="7299"/>
                  </a:lnTo>
                  <a:lnTo>
                    <a:pt x="3553" y="7106"/>
                  </a:lnTo>
                  <a:lnTo>
                    <a:pt x="3322" y="6874"/>
                  </a:lnTo>
                  <a:lnTo>
                    <a:pt x="3090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2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3" y="5986"/>
                  </a:lnTo>
                  <a:lnTo>
                    <a:pt x="4249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9" y="5407"/>
                  </a:lnTo>
                  <a:lnTo>
                    <a:pt x="4557" y="5214"/>
                  </a:lnTo>
                  <a:lnTo>
                    <a:pt x="4519" y="5059"/>
                  </a:lnTo>
                  <a:lnTo>
                    <a:pt x="4480" y="4866"/>
                  </a:lnTo>
                  <a:lnTo>
                    <a:pt x="4403" y="4712"/>
                  </a:lnTo>
                  <a:lnTo>
                    <a:pt x="4287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1" y="4364"/>
                  </a:lnTo>
                  <a:lnTo>
                    <a:pt x="3708" y="4364"/>
                  </a:lnTo>
                  <a:lnTo>
                    <a:pt x="3553" y="4403"/>
                  </a:lnTo>
                  <a:lnTo>
                    <a:pt x="3399" y="4442"/>
                  </a:lnTo>
                  <a:lnTo>
                    <a:pt x="3245" y="4519"/>
                  </a:lnTo>
                  <a:lnTo>
                    <a:pt x="3090" y="4635"/>
                  </a:lnTo>
                  <a:lnTo>
                    <a:pt x="2820" y="4905"/>
                  </a:lnTo>
                  <a:lnTo>
                    <a:pt x="2588" y="5214"/>
                  </a:lnTo>
                  <a:lnTo>
                    <a:pt x="2434" y="5561"/>
                  </a:lnTo>
                  <a:lnTo>
                    <a:pt x="2395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6" y="4326"/>
                  </a:lnTo>
                  <a:lnTo>
                    <a:pt x="2047" y="3940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5" y="2318"/>
                  </a:lnTo>
                  <a:lnTo>
                    <a:pt x="2356" y="2511"/>
                  </a:lnTo>
                  <a:lnTo>
                    <a:pt x="2588" y="2627"/>
                  </a:lnTo>
                  <a:lnTo>
                    <a:pt x="2820" y="2743"/>
                  </a:lnTo>
                  <a:lnTo>
                    <a:pt x="3129" y="2781"/>
                  </a:lnTo>
                  <a:lnTo>
                    <a:pt x="3283" y="2743"/>
                  </a:lnTo>
                  <a:lnTo>
                    <a:pt x="3476" y="2704"/>
                  </a:lnTo>
                  <a:lnTo>
                    <a:pt x="3631" y="2627"/>
                  </a:lnTo>
                  <a:lnTo>
                    <a:pt x="3785" y="2549"/>
                  </a:lnTo>
                  <a:lnTo>
                    <a:pt x="3901" y="2434"/>
                  </a:lnTo>
                  <a:lnTo>
                    <a:pt x="4017" y="2279"/>
                  </a:lnTo>
                  <a:lnTo>
                    <a:pt x="4094" y="2125"/>
                  </a:lnTo>
                  <a:lnTo>
                    <a:pt x="4133" y="1970"/>
                  </a:lnTo>
                  <a:lnTo>
                    <a:pt x="4094" y="1777"/>
                  </a:lnTo>
                  <a:lnTo>
                    <a:pt x="4055" y="1623"/>
                  </a:lnTo>
                  <a:lnTo>
                    <a:pt x="4017" y="1507"/>
                  </a:lnTo>
                  <a:lnTo>
                    <a:pt x="3901" y="1352"/>
                  </a:lnTo>
                  <a:lnTo>
                    <a:pt x="3785" y="1237"/>
                  </a:lnTo>
                  <a:lnTo>
                    <a:pt x="3631" y="1159"/>
                  </a:lnTo>
                  <a:lnTo>
                    <a:pt x="3515" y="1121"/>
                  </a:lnTo>
                  <a:lnTo>
                    <a:pt x="3322" y="1082"/>
                  </a:lnTo>
                  <a:lnTo>
                    <a:pt x="3167" y="1043"/>
                  </a:lnTo>
                  <a:lnTo>
                    <a:pt x="3013" y="1082"/>
                  </a:lnTo>
                  <a:lnTo>
                    <a:pt x="2743" y="1159"/>
                  </a:lnTo>
                  <a:lnTo>
                    <a:pt x="2472" y="1314"/>
                  </a:lnTo>
                  <a:lnTo>
                    <a:pt x="2241" y="1545"/>
                  </a:lnTo>
                  <a:lnTo>
                    <a:pt x="2511" y="78"/>
                  </a:lnTo>
                  <a:lnTo>
                    <a:pt x="220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0" name="Google Shape;3330;p15"/>
            <p:cNvSpPr/>
            <p:nvPr/>
          </p:nvSpPr>
          <p:spPr>
            <a:xfrm>
              <a:off x="3971200" y="2394575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32" y="1"/>
                  </a:moveTo>
                  <a:lnTo>
                    <a:pt x="117" y="39"/>
                  </a:lnTo>
                  <a:lnTo>
                    <a:pt x="1" y="155"/>
                  </a:lnTo>
                  <a:lnTo>
                    <a:pt x="1" y="271"/>
                  </a:lnTo>
                  <a:lnTo>
                    <a:pt x="1" y="387"/>
                  </a:lnTo>
                  <a:lnTo>
                    <a:pt x="310" y="889"/>
                  </a:lnTo>
                  <a:lnTo>
                    <a:pt x="657" y="1391"/>
                  </a:lnTo>
                  <a:lnTo>
                    <a:pt x="1005" y="1893"/>
                  </a:lnTo>
                  <a:lnTo>
                    <a:pt x="1352" y="2356"/>
                  </a:lnTo>
                  <a:lnTo>
                    <a:pt x="1777" y="2781"/>
                  </a:lnTo>
                  <a:lnTo>
                    <a:pt x="2202" y="3206"/>
                  </a:lnTo>
                  <a:lnTo>
                    <a:pt x="2665" y="3592"/>
                  </a:lnTo>
                  <a:lnTo>
                    <a:pt x="3167" y="3901"/>
                  </a:lnTo>
                  <a:lnTo>
                    <a:pt x="3515" y="3785"/>
                  </a:lnTo>
                  <a:lnTo>
                    <a:pt x="2742" y="3013"/>
                  </a:lnTo>
                  <a:lnTo>
                    <a:pt x="2009" y="2240"/>
                  </a:lnTo>
                  <a:lnTo>
                    <a:pt x="1314" y="1429"/>
                  </a:lnTo>
                  <a:lnTo>
                    <a:pt x="1005" y="1005"/>
                  </a:lnTo>
                  <a:lnTo>
                    <a:pt x="696" y="580"/>
                  </a:lnTo>
                  <a:lnTo>
                    <a:pt x="1584" y="696"/>
                  </a:lnTo>
                  <a:lnTo>
                    <a:pt x="2472" y="889"/>
                  </a:lnTo>
                  <a:lnTo>
                    <a:pt x="2974" y="1043"/>
                  </a:lnTo>
                  <a:lnTo>
                    <a:pt x="3476" y="1236"/>
                  </a:lnTo>
                  <a:lnTo>
                    <a:pt x="3978" y="1391"/>
                  </a:lnTo>
                  <a:lnTo>
                    <a:pt x="4480" y="1507"/>
                  </a:lnTo>
                  <a:lnTo>
                    <a:pt x="4557" y="1507"/>
                  </a:lnTo>
                  <a:lnTo>
                    <a:pt x="4634" y="1584"/>
                  </a:lnTo>
                  <a:lnTo>
                    <a:pt x="4789" y="1584"/>
                  </a:lnTo>
                  <a:lnTo>
                    <a:pt x="4866" y="1507"/>
                  </a:lnTo>
                  <a:lnTo>
                    <a:pt x="4943" y="1429"/>
                  </a:lnTo>
                  <a:lnTo>
                    <a:pt x="4596" y="1159"/>
                  </a:lnTo>
                  <a:lnTo>
                    <a:pt x="4132" y="889"/>
                  </a:lnTo>
                  <a:lnTo>
                    <a:pt x="3592" y="657"/>
                  </a:lnTo>
                  <a:lnTo>
                    <a:pt x="3051" y="464"/>
                  </a:lnTo>
                  <a:lnTo>
                    <a:pt x="2511" y="310"/>
                  </a:lnTo>
                  <a:lnTo>
                    <a:pt x="1893" y="194"/>
                  </a:lnTo>
                  <a:lnTo>
                    <a:pt x="1314" y="117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1" name="Google Shape;3331;p15"/>
            <p:cNvSpPr/>
            <p:nvPr/>
          </p:nvSpPr>
          <p:spPr>
            <a:xfrm>
              <a:off x="591450" y="239845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26"/>
                  </a:lnTo>
                  <a:lnTo>
                    <a:pt x="0" y="3012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52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30"/>
                  </a:lnTo>
                  <a:lnTo>
                    <a:pt x="463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776"/>
                  </a:lnTo>
                  <a:lnTo>
                    <a:pt x="888" y="1545"/>
                  </a:lnTo>
                  <a:lnTo>
                    <a:pt x="1043" y="1313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2"/>
                  </a:lnTo>
                  <a:lnTo>
                    <a:pt x="1854" y="657"/>
                  </a:lnTo>
                  <a:lnTo>
                    <a:pt x="2124" y="541"/>
                  </a:lnTo>
                  <a:lnTo>
                    <a:pt x="2433" y="502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2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1" y="1390"/>
                  </a:lnTo>
                  <a:lnTo>
                    <a:pt x="3668" y="1661"/>
                  </a:lnTo>
                  <a:lnTo>
                    <a:pt x="4132" y="1545"/>
                  </a:lnTo>
                  <a:lnTo>
                    <a:pt x="4016" y="1159"/>
                  </a:lnTo>
                  <a:lnTo>
                    <a:pt x="3823" y="811"/>
                  </a:lnTo>
                  <a:lnTo>
                    <a:pt x="3630" y="502"/>
                  </a:lnTo>
                  <a:lnTo>
                    <a:pt x="3398" y="270"/>
                  </a:lnTo>
                  <a:lnTo>
                    <a:pt x="3244" y="155"/>
                  </a:lnTo>
                  <a:lnTo>
                    <a:pt x="3089" y="77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2" name="Google Shape;3332;p15"/>
            <p:cNvSpPr/>
            <p:nvPr/>
          </p:nvSpPr>
          <p:spPr>
            <a:xfrm>
              <a:off x="456275" y="2399400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80"/>
                  </a:lnTo>
                  <a:lnTo>
                    <a:pt x="12280" y="657"/>
                  </a:lnTo>
                  <a:lnTo>
                    <a:pt x="12628" y="850"/>
                  </a:lnTo>
                  <a:lnTo>
                    <a:pt x="12898" y="1159"/>
                  </a:lnTo>
                  <a:lnTo>
                    <a:pt x="13130" y="1507"/>
                  </a:lnTo>
                  <a:lnTo>
                    <a:pt x="13323" y="1854"/>
                  </a:lnTo>
                  <a:lnTo>
                    <a:pt x="13478" y="2240"/>
                  </a:lnTo>
                  <a:lnTo>
                    <a:pt x="13632" y="2665"/>
                  </a:lnTo>
                  <a:lnTo>
                    <a:pt x="13825" y="3438"/>
                  </a:lnTo>
                  <a:lnTo>
                    <a:pt x="13825" y="3438"/>
                  </a:lnTo>
                  <a:lnTo>
                    <a:pt x="13091" y="3013"/>
                  </a:lnTo>
                  <a:lnTo>
                    <a:pt x="12705" y="2781"/>
                  </a:lnTo>
                  <a:lnTo>
                    <a:pt x="12358" y="2472"/>
                  </a:lnTo>
                  <a:lnTo>
                    <a:pt x="12010" y="2125"/>
                  </a:lnTo>
                  <a:lnTo>
                    <a:pt x="11817" y="1932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734"/>
                  </a:lnTo>
                  <a:lnTo>
                    <a:pt x="11740" y="619"/>
                  </a:lnTo>
                  <a:lnTo>
                    <a:pt x="11856" y="541"/>
                  </a:lnTo>
                  <a:lnTo>
                    <a:pt x="11972" y="503"/>
                  </a:lnTo>
                  <a:close/>
                  <a:moveTo>
                    <a:pt x="16219" y="1584"/>
                  </a:moveTo>
                  <a:lnTo>
                    <a:pt x="16296" y="1623"/>
                  </a:lnTo>
                  <a:lnTo>
                    <a:pt x="16412" y="1661"/>
                  </a:lnTo>
                  <a:lnTo>
                    <a:pt x="16490" y="1738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56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74"/>
                  </a:lnTo>
                  <a:lnTo>
                    <a:pt x="15949" y="3206"/>
                  </a:lnTo>
                  <a:lnTo>
                    <a:pt x="15563" y="3399"/>
                  </a:lnTo>
                  <a:lnTo>
                    <a:pt x="15138" y="3553"/>
                  </a:lnTo>
                  <a:lnTo>
                    <a:pt x="14713" y="3669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2" y="3360"/>
                  </a:lnTo>
                  <a:lnTo>
                    <a:pt x="14636" y="2974"/>
                  </a:lnTo>
                  <a:lnTo>
                    <a:pt x="14829" y="2627"/>
                  </a:lnTo>
                  <a:lnTo>
                    <a:pt x="15099" y="2279"/>
                  </a:lnTo>
                  <a:lnTo>
                    <a:pt x="15408" y="1970"/>
                  </a:lnTo>
                  <a:lnTo>
                    <a:pt x="15640" y="1816"/>
                  </a:lnTo>
                  <a:lnTo>
                    <a:pt x="15872" y="1661"/>
                  </a:lnTo>
                  <a:lnTo>
                    <a:pt x="16103" y="1623"/>
                  </a:lnTo>
                  <a:lnTo>
                    <a:pt x="16219" y="1584"/>
                  </a:lnTo>
                  <a:close/>
                  <a:moveTo>
                    <a:pt x="13825" y="4287"/>
                  </a:moveTo>
                  <a:lnTo>
                    <a:pt x="13671" y="4557"/>
                  </a:lnTo>
                  <a:lnTo>
                    <a:pt x="13478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5" y="5870"/>
                  </a:lnTo>
                  <a:lnTo>
                    <a:pt x="10968" y="5793"/>
                  </a:lnTo>
                  <a:lnTo>
                    <a:pt x="10929" y="5716"/>
                  </a:lnTo>
                  <a:lnTo>
                    <a:pt x="10890" y="5639"/>
                  </a:lnTo>
                  <a:lnTo>
                    <a:pt x="10890" y="5445"/>
                  </a:lnTo>
                  <a:lnTo>
                    <a:pt x="10968" y="5252"/>
                  </a:lnTo>
                  <a:lnTo>
                    <a:pt x="11122" y="5098"/>
                  </a:lnTo>
                  <a:lnTo>
                    <a:pt x="11277" y="4943"/>
                  </a:lnTo>
                  <a:lnTo>
                    <a:pt x="11547" y="4750"/>
                  </a:lnTo>
                  <a:lnTo>
                    <a:pt x="11817" y="4635"/>
                  </a:lnTo>
                  <a:lnTo>
                    <a:pt x="12087" y="4557"/>
                  </a:lnTo>
                  <a:lnTo>
                    <a:pt x="12628" y="4480"/>
                  </a:lnTo>
                  <a:lnTo>
                    <a:pt x="13246" y="4403"/>
                  </a:lnTo>
                  <a:lnTo>
                    <a:pt x="13555" y="4364"/>
                  </a:lnTo>
                  <a:lnTo>
                    <a:pt x="13825" y="4287"/>
                  </a:lnTo>
                  <a:close/>
                  <a:moveTo>
                    <a:pt x="14404" y="4248"/>
                  </a:moveTo>
                  <a:lnTo>
                    <a:pt x="15099" y="4596"/>
                  </a:lnTo>
                  <a:lnTo>
                    <a:pt x="15408" y="4789"/>
                  </a:lnTo>
                  <a:lnTo>
                    <a:pt x="15717" y="4982"/>
                  </a:lnTo>
                  <a:lnTo>
                    <a:pt x="15910" y="5137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44" y="5986"/>
                  </a:lnTo>
                  <a:lnTo>
                    <a:pt x="16876" y="6334"/>
                  </a:lnTo>
                  <a:lnTo>
                    <a:pt x="16992" y="6681"/>
                  </a:lnTo>
                  <a:lnTo>
                    <a:pt x="16992" y="6836"/>
                  </a:lnTo>
                  <a:lnTo>
                    <a:pt x="16992" y="6990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8"/>
                  </a:lnTo>
                  <a:lnTo>
                    <a:pt x="16374" y="7338"/>
                  </a:lnTo>
                  <a:lnTo>
                    <a:pt x="16142" y="7222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370" y="6565"/>
                  </a:lnTo>
                  <a:lnTo>
                    <a:pt x="15061" y="6141"/>
                  </a:lnTo>
                  <a:lnTo>
                    <a:pt x="14829" y="5716"/>
                  </a:lnTo>
                  <a:lnTo>
                    <a:pt x="14636" y="5252"/>
                  </a:lnTo>
                  <a:lnTo>
                    <a:pt x="14520" y="4750"/>
                  </a:lnTo>
                  <a:lnTo>
                    <a:pt x="14404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70" y="117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06" y="619"/>
                  </a:lnTo>
                  <a:lnTo>
                    <a:pt x="10929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68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33" y="2742"/>
                  </a:lnTo>
                  <a:lnTo>
                    <a:pt x="12396" y="3090"/>
                  </a:lnTo>
                  <a:lnTo>
                    <a:pt x="12860" y="3399"/>
                  </a:lnTo>
                  <a:lnTo>
                    <a:pt x="12860" y="3399"/>
                  </a:lnTo>
                  <a:lnTo>
                    <a:pt x="12049" y="3283"/>
                  </a:lnTo>
                  <a:lnTo>
                    <a:pt x="11199" y="3283"/>
                  </a:lnTo>
                  <a:lnTo>
                    <a:pt x="10388" y="3322"/>
                  </a:lnTo>
                  <a:lnTo>
                    <a:pt x="9616" y="3476"/>
                  </a:lnTo>
                  <a:lnTo>
                    <a:pt x="9655" y="3013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623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90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87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52"/>
                  </a:lnTo>
                  <a:lnTo>
                    <a:pt x="5407" y="5561"/>
                  </a:lnTo>
                  <a:lnTo>
                    <a:pt x="4596" y="6218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082" y="10156"/>
                  </a:lnTo>
                  <a:lnTo>
                    <a:pt x="503" y="10967"/>
                  </a:lnTo>
                  <a:lnTo>
                    <a:pt x="1" y="11778"/>
                  </a:lnTo>
                  <a:lnTo>
                    <a:pt x="348" y="12049"/>
                  </a:lnTo>
                  <a:lnTo>
                    <a:pt x="1546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79"/>
                  </a:lnTo>
                  <a:lnTo>
                    <a:pt x="6257" y="5561"/>
                  </a:lnTo>
                  <a:lnTo>
                    <a:pt x="7106" y="5059"/>
                  </a:lnTo>
                  <a:lnTo>
                    <a:pt x="7994" y="4596"/>
                  </a:lnTo>
                  <a:lnTo>
                    <a:pt x="8458" y="4441"/>
                  </a:lnTo>
                  <a:lnTo>
                    <a:pt x="8921" y="4248"/>
                  </a:lnTo>
                  <a:lnTo>
                    <a:pt x="9423" y="4133"/>
                  </a:lnTo>
                  <a:lnTo>
                    <a:pt x="9886" y="4017"/>
                  </a:lnTo>
                  <a:lnTo>
                    <a:pt x="10388" y="3901"/>
                  </a:lnTo>
                  <a:lnTo>
                    <a:pt x="10852" y="3862"/>
                  </a:lnTo>
                  <a:lnTo>
                    <a:pt x="11354" y="3824"/>
                  </a:lnTo>
                  <a:lnTo>
                    <a:pt x="11856" y="3824"/>
                  </a:lnTo>
                  <a:lnTo>
                    <a:pt x="12358" y="3862"/>
                  </a:lnTo>
                  <a:lnTo>
                    <a:pt x="12860" y="3901"/>
                  </a:lnTo>
                  <a:lnTo>
                    <a:pt x="12319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57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6" y="5291"/>
                  </a:lnTo>
                  <a:lnTo>
                    <a:pt x="10388" y="5523"/>
                  </a:lnTo>
                  <a:lnTo>
                    <a:pt x="10388" y="5754"/>
                  </a:lnTo>
                  <a:lnTo>
                    <a:pt x="10427" y="5947"/>
                  </a:lnTo>
                  <a:lnTo>
                    <a:pt x="10581" y="6179"/>
                  </a:lnTo>
                  <a:lnTo>
                    <a:pt x="10659" y="6256"/>
                  </a:lnTo>
                  <a:lnTo>
                    <a:pt x="10775" y="6334"/>
                  </a:lnTo>
                  <a:lnTo>
                    <a:pt x="11006" y="6411"/>
                  </a:lnTo>
                  <a:lnTo>
                    <a:pt x="11277" y="6449"/>
                  </a:lnTo>
                  <a:lnTo>
                    <a:pt x="11585" y="6411"/>
                  </a:lnTo>
                  <a:lnTo>
                    <a:pt x="11856" y="6372"/>
                  </a:lnTo>
                  <a:lnTo>
                    <a:pt x="12165" y="6256"/>
                  </a:lnTo>
                  <a:lnTo>
                    <a:pt x="12628" y="6063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716"/>
                  </a:lnTo>
                  <a:lnTo>
                    <a:pt x="14057" y="4866"/>
                  </a:lnTo>
                  <a:lnTo>
                    <a:pt x="14211" y="5407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4" y="6874"/>
                  </a:lnTo>
                  <a:lnTo>
                    <a:pt x="15177" y="7067"/>
                  </a:lnTo>
                  <a:lnTo>
                    <a:pt x="15408" y="7299"/>
                  </a:lnTo>
                  <a:lnTo>
                    <a:pt x="15679" y="7492"/>
                  </a:lnTo>
                  <a:lnTo>
                    <a:pt x="15988" y="7685"/>
                  </a:lnTo>
                  <a:lnTo>
                    <a:pt x="16296" y="7801"/>
                  </a:lnTo>
                  <a:lnTo>
                    <a:pt x="16605" y="7878"/>
                  </a:lnTo>
                  <a:lnTo>
                    <a:pt x="16760" y="7878"/>
                  </a:lnTo>
                  <a:lnTo>
                    <a:pt x="16876" y="7840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47"/>
                  </a:lnTo>
                  <a:lnTo>
                    <a:pt x="17378" y="7531"/>
                  </a:lnTo>
                  <a:lnTo>
                    <a:pt x="17416" y="7376"/>
                  </a:lnTo>
                  <a:lnTo>
                    <a:pt x="17455" y="7260"/>
                  </a:lnTo>
                  <a:lnTo>
                    <a:pt x="17493" y="6951"/>
                  </a:lnTo>
                  <a:lnTo>
                    <a:pt x="17416" y="6604"/>
                  </a:lnTo>
                  <a:lnTo>
                    <a:pt x="17300" y="6295"/>
                  </a:lnTo>
                  <a:lnTo>
                    <a:pt x="17185" y="5986"/>
                  </a:lnTo>
                  <a:lnTo>
                    <a:pt x="17030" y="5716"/>
                  </a:lnTo>
                  <a:lnTo>
                    <a:pt x="16876" y="5484"/>
                  </a:lnTo>
                  <a:lnTo>
                    <a:pt x="16683" y="5252"/>
                  </a:lnTo>
                  <a:lnTo>
                    <a:pt x="16490" y="5021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46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65"/>
                  </a:lnTo>
                  <a:lnTo>
                    <a:pt x="17107" y="2434"/>
                  </a:lnTo>
                  <a:lnTo>
                    <a:pt x="17146" y="2163"/>
                  </a:lnTo>
                  <a:lnTo>
                    <a:pt x="17107" y="1932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59"/>
                  </a:lnTo>
                  <a:lnTo>
                    <a:pt x="15910" y="1198"/>
                  </a:lnTo>
                  <a:lnTo>
                    <a:pt x="15679" y="1236"/>
                  </a:lnTo>
                  <a:lnTo>
                    <a:pt x="15447" y="1352"/>
                  </a:lnTo>
                  <a:lnTo>
                    <a:pt x="15254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7" y="2588"/>
                  </a:lnTo>
                  <a:lnTo>
                    <a:pt x="14095" y="3013"/>
                  </a:lnTo>
                  <a:lnTo>
                    <a:pt x="13941" y="2434"/>
                  </a:lnTo>
                  <a:lnTo>
                    <a:pt x="13748" y="1893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8" y="117"/>
                  </a:lnTo>
                  <a:lnTo>
                    <a:pt x="12087" y="39"/>
                  </a:lnTo>
                  <a:lnTo>
                    <a:pt x="118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3" name="Google Shape;3333;p15"/>
            <p:cNvSpPr/>
            <p:nvPr/>
          </p:nvSpPr>
          <p:spPr>
            <a:xfrm>
              <a:off x="5396100" y="2441875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6" y="1159"/>
                  </a:lnTo>
                  <a:lnTo>
                    <a:pt x="1390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5" y="1816"/>
                  </a:lnTo>
                  <a:lnTo>
                    <a:pt x="386" y="1700"/>
                  </a:lnTo>
                  <a:lnTo>
                    <a:pt x="348" y="1584"/>
                  </a:lnTo>
                  <a:lnTo>
                    <a:pt x="386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1" y="1623"/>
                  </a:lnTo>
                  <a:lnTo>
                    <a:pt x="3669" y="1700"/>
                  </a:lnTo>
                  <a:lnTo>
                    <a:pt x="3746" y="1816"/>
                  </a:lnTo>
                  <a:lnTo>
                    <a:pt x="3746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8" y="2356"/>
                  </a:lnTo>
                  <a:lnTo>
                    <a:pt x="3205" y="2434"/>
                  </a:lnTo>
                  <a:lnTo>
                    <a:pt x="3012" y="2395"/>
                  </a:lnTo>
                  <a:lnTo>
                    <a:pt x="2819" y="2356"/>
                  </a:lnTo>
                  <a:lnTo>
                    <a:pt x="2626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0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89" y="1468"/>
                  </a:lnTo>
                  <a:close/>
                  <a:moveTo>
                    <a:pt x="3746" y="4750"/>
                  </a:moveTo>
                  <a:lnTo>
                    <a:pt x="3900" y="4789"/>
                  </a:lnTo>
                  <a:lnTo>
                    <a:pt x="4016" y="4828"/>
                  </a:lnTo>
                  <a:lnTo>
                    <a:pt x="4093" y="4944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2" y="5368"/>
                  </a:lnTo>
                  <a:lnTo>
                    <a:pt x="4093" y="5484"/>
                  </a:lnTo>
                  <a:lnTo>
                    <a:pt x="3978" y="5600"/>
                  </a:lnTo>
                  <a:lnTo>
                    <a:pt x="3784" y="5754"/>
                  </a:lnTo>
                  <a:lnTo>
                    <a:pt x="3514" y="5870"/>
                  </a:lnTo>
                  <a:lnTo>
                    <a:pt x="3128" y="5870"/>
                  </a:lnTo>
                  <a:lnTo>
                    <a:pt x="2742" y="5793"/>
                  </a:lnTo>
                  <a:lnTo>
                    <a:pt x="2935" y="5368"/>
                  </a:lnTo>
                  <a:lnTo>
                    <a:pt x="3051" y="5214"/>
                  </a:lnTo>
                  <a:lnTo>
                    <a:pt x="3205" y="5021"/>
                  </a:lnTo>
                  <a:lnTo>
                    <a:pt x="3476" y="4866"/>
                  </a:lnTo>
                  <a:lnTo>
                    <a:pt x="3630" y="4789"/>
                  </a:lnTo>
                  <a:lnTo>
                    <a:pt x="3746" y="4750"/>
                  </a:lnTo>
                  <a:close/>
                  <a:moveTo>
                    <a:pt x="1120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2" y="6102"/>
                  </a:lnTo>
                  <a:lnTo>
                    <a:pt x="1429" y="6256"/>
                  </a:lnTo>
                  <a:lnTo>
                    <a:pt x="1236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5" y="6334"/>
                  </a:lnTo>
                  <a:lnTo>
                    <a:pt x="502" y="6179"/>
                  </a:lnTo>
                  <a:lnTo>
                    <a:pt x="425" y="6025"/>
                  </a:lnTo>
                  <a:lnTo>
                    <a:pt x="425" y="5909"/>
                  </a:lnTo>
                  <a:lnTo>
                    <a:pt x="464" y="5754"/>
                  </a:lnTo>
                  <a:lnTo>
                    <a:pt x="579" y="5677"/>
                  </a:lnTo>
                  <a:lnTo>
                    <a:pt x="695" y="5600"/>
                  </a:lnTo>
                  <a:lnTo>
                    <a:pt x="850" y="5523"/>
                  </a:lnTo>
                  <a:close/>
                  <a:moveTo>
                    <a:pt x="5715" y="6218"/>
                  </a:moveTo>
                  <a:lnTo>
                    <a:pt x="5870" y="6334"/>
                  </a:lnTo>
                  <a:lnTo>
                    <a:pt x="5947" y="6411"/>
                  </a:lnTo>
                  <a:lnTo>
                    <a:pt x="5986" y="6527"/>
                  </a:lnTo>
                  <a:lnTo>
                    <a:pt x="6024" y="6681"/>
                  </a:lnTo>
                  <a:lnTo>
                    <a:pt x="5986" y="6797"/>
                  </a:lnTo>
                  <a:lnTo>
                    <a:pt x="5908" y="7067"/>
                  </a:lnTo>
                  <a:lnTo>
                    <a:pt x="5792" y="7260"/>
                  </a:lnTo>
                  <a:lnTo>
                    <a:pt x="5677" y="7492"/>
                  </a:lnTo>
                  <a:lnTo>
                    <a:pt x="5484" y="7647"/>
                  </a:lnTo>
                  <a:lnTo>
                    <a:pt x="5290" y="7801"/>
                  </a:lnTo>
                  <a:lnTo>
                    <a:pt x="5059" y="7917"/>
                  </a:lnTo>
                  <a:lnTo>
                    <a:pt x="5097" y="7878"/>
                  </a:lnTo>
                  <a:lnTo>
                    <a:pt x="5020" y="7415"/>
                  </a:lnTo>
                  <a:lnTo>
                    <a:pt x="4982" y="7183"/>
                  </a:lnTo>
                  <a:lnTo>
                    <a:pt x="5020" y="6952"/>
                  </a:lnTo>
                  <a:lnTo>
                    <a:pt x="5136" y="6681"/>
                  </a:lnTo>
                  <a:lnTo>
                    <a:pt x="5213" y="6527"/>
                  </a:lnTo>
                  <a:lnTo>
                    <a:pt x="5329" y="6372"/>
                  </a:lnTo>
                  <a:lnTo>
                    <a:pt x="5445" y="6256"/>
                  </a:lnTo>
                  <a:lnTo>
                    <a:pt x="5599" y="6218"/>
                  </a:lnTo>
                  <a:close/>
                  <a:moveTo>
                    <a:pt x="8959" y="8071"/>
                  </a:moveTo>
                  <a:lnTo>
                    <a:pt x="9152" y="8110"/>
                  </a:lnTo>
                  <a:lnTo>
                    <a:pt x="9268" y="8187"/>
                  </a:lnTo>
                  <a:lnTo>
                    <a:pt x="9345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1"/>
                  </a:lnTo>
                  <a:lnTo>
                    <a:pt x="9268" y="8921"/>
                  </a:lnTo>
                  <a:lnTo>
                    <a:pt x="9036" y="9153"/>
                  </a:lnTo>
                  <a:lnTo>
                    <a:pt x="8804" y="9346"/>
                  </a:lnTo>
                  <a:lnTo>
                    <a:pt x="8689" y="9384"/>
                  </a:lnTo>
                  <a:lnTo>
                    <a:pt x="8611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1" y="9346"/>
                  </a:lnTo>
                  <a:lnTo>
                    <a:pt x="8264" y="9346"/>
                  </a:lnTo>
                  <a:lnTo>
                    <a:pt x="8225" y="8959"/>
                  </a:lnTo>
                  <a:lnTo>
                    <a:pt x="8225" y="8766"/>
                  </a:lnTo>
                  <a:lnTo>
                    <a:pt x="8264" y="8573"/>
                  </a:lnTo>
                  <a:lnTo>
                    <a:pt x="8341" y="8342"/>
                  </a:lnTo>
                  <a:lnTo>
                    <a:pt x="8496" y="8187"/>
                  </a:lnTo>
                  <a:lnTo>
                    <a:pt x="8727" y="8110"/>
                  </a:lnTo>
                  <a:lnTo>
                    <a:pt x="8843" y="8071"/>
                  </a:lnTo>
                  <a:close/>
                  <a:moveTo>
                    <a:pt x="4943" y="8380"/>
                  </a:moveTo>
                  <a:lnTo>
                    <a:pt x="4943" y="8419"/>
                  </a:lnTo>
                  <a:lnTo>
                    <a:pt x="4750" y="8805"/>
                  </a:lnTo>
                  <a:lnTo>
                    <a:pt x="4595" y="8959"/>
                  </a:lnTo>
                  <a:lnTo>
                    <a:pt x="4441" y="9153"/>
                  </a:lnTo>
                  <a:lnTo>
                    <a:pt x="4209" y="9307"/>
                  </a:lnTo>
                  <a:lnTo>
                    <a:pt x="3939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8" y="9346"/>
                  </a:lnTo>
                  <a:lnTo>
                    <a:pt x="3321" y="9191"/>
                  </a:lnTo>
                  <a:lnTo>
                    <a:pt x="3321" y="9075"/>
                  </a:lnTo>
                  <a:lnTo>
                    <a:pt x="3321" y="8959"/>
                  </a:lnTo>
                  <a:lnTo>
                    <a:pt x="3398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4" y="8457"/>
                  </a:lnTo>
                  <a:lnTo>
                    <a:pt x="4055" y="8380"/>
                  </a:lnTo>
                  <a:lnTo>
                    <a:pt x="4325" y="8380"/>
                  </a:lnTo>
                  <a:lnTo>
                    <a:pt x="4904" y="8419"/>
                  </a:lnTo>
                  <a:lnTo>
                    <a:pt x="4943" y="8380"/>
                  </a:lnTo>
                  <a:close/>
                  <a:moveTo>
                    <a:pt x="7994" y="10002"/>
                  </a:moveTo>
                  <a:lnTo>
                    <a:pt x="7955" y="10195"/>
                  </a:lnTo>
                  <a:lnTo>
                    <a:pt x="7916" y="10350"/>
                  </a:lnTo>
                  <a:lnTo>
                    <a:pt x="7839" y="10543"/>
                  </a:lnTo>
                  <a:lnTo>
                    <a:pt x="7723" y="10697"/>
                  </a:lnTo>
                  <a:lnTo>
                    <a:pt x="7607" y="10813"/>
                  </a:lnTo>
                  <a:lnTo>
                    <a:pt x="7492" y="10929"/>
                  </a:lnTo>
                  <a:lnTo>
                    <a:pt x="7337" y="11045"/>
                  </a:lnTo>
                  <a:lnTo>
                    <a:pt x="7144" y="11083"/>
                  </a:lnTo>
                  <a:lnTo>
                    <a:pt x="6951" y="11122"/>
                  </a:lnTo>
                  <a:lnTo>
                    <a:pt x="6796" y="11083"/>
                  </a:lnTo>
                  <a:lnTo>
                    <a:pt x="6719" y="11045"/>
                  </a:lnTo>
                  <a:lnTo>
                    <a:pt x="6681" y="10967"/>
                  </a:lnTo>
                  <a:lnTo>
                    <a:pt x="6642" y="10890"/>
                  </a:lnTo>
                  <a:lnTo>
                    <a:pt x="6603" y="10813"/>
                  </a:lnTo>
                  <a:lnTo>
                    <a:pt x="6642" y="10620"/>
                  </a:lnTo>
                  <a:lnTo>
                    <a:pt x="6719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1" y="10157"/>
                  </a:lnTo>
                  <a:lnTo>
                    <a:pt x="7492" y="10079"/>
                  </a:lnTo>
                  <a:lnTo>
                    <a:pt x="7723" y="10041"/>
                  </a:lnTo>
                  <a:lnTo>
                    <a:pt x="7994" y="10002"/>
                  </a:lnTo>
                  <a:close/>
                  <a:moveTo>
                    <a:pt x="2201" y="1"/>
                  </a:moveTo>
                  <a:lnTo>
                    <a:pt x="2008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0" y="812"/>
                  </a:lnTo>
                  <a:lnTo>
                    <a:pt x="1236" y="773"/>
                  </a:lnTo>
                  <a:lnTo>
                    <a:pt x="1043" y="735"/>
                  </a:lnTo>
                  <a:lnTo>
                    <a:pt x="695" y="735"/>
                  </a:lnTo>
                  <a:lnTo>
                    <a:pt x="541" y="812"/>
                  </a:lnTo>
                  <a:lnTo>
                    <a:pt x="386" y="889"/>
                  </a:lnTo>
                  <a:lnTo>
                    <a:pt x="232" y="1005"/>
                  </a:lnTo>
                  <a:lnTo>
                    <a:pt x="116" y="1159"/>
                  </a:lnTo>
                  <a:lnTo>
                    <a:pt x="39" y="1314"/>
                  </a:lnTo>
                  <a:lnTo>
                    <a:pt x="0" y="1468"/>
                  </a:lnTo>
                  <a:lnTo>
                    <a:pt x="0" y="1623"/>
                  </a:lnTo>
                  <a:lnTo>
                    <a:pt x="0" y="1777"/>
                  </a:lnTo>
                  <a:lnTo>
                    <a:pt x="77" y="1932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5" y="2279"/>
                  </a:lnTo>
                  <a:lnTo>
                    <a:pt x="579" y="2356"/>
                  </a:lnTo>
                  <a:lnTo>
                    <a:pt x="734" y="2395"/>
                  </a:lnTo>
                  <a:lnTo>
                    <a:pt x="1043" y="2434"/>
                  </a:lnTo>
                  <a:lnTo>
                    <a:pt x="1390" y="2395"/>
                  </a:lnTo>
                  <a:lnTo>
                    <a:pt x="1699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8" y="4635"/>
                  </a:lnTo>
                  <a:lnTo>
                    <a:pt x="1777" y="5021"/>
                  </a:lnTo>
                  <a:lnTo>
                    <a:pt x="1892" y="5368"/>
                  </a:lnTo>
                  <a:lnTo>
                    <a:pt x="1583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2" y="5252"/>
                  </a:lnTo>
                  <a:lnTo>
                    <a:pt x="386" y="5330"/>
                  </a:lnTo>
                  <a:lnTo>
                    <a:pt x="271" y="5446"/>
                  </a:lnTo>
                  <a:lnTo>
                    <a:pt x="155" y="5561"/>
                  </a:lnTo>
                  <a:lnTo>
                    <a:pt x="77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7" y="6218"/>
                  </a:lnTo>
                  <a:lnTo>
                    <a:pt x="155" y="6334"/>
                  </a:lnTo>
                  <a:lnTo>
                    <a:pt x="232" y="6450"/>
                  </a:lnTo>
                  <a:lnTo>
                    <a:pt x="348" y="6565"/>
                  </a:lnTo>
                  <a:lnTo>
                    <a:pt x="502" y="6643"/>
                  </a:lnTo>
                  <a:lnTo>
                    <a:pt x="657" y="6720"/>
                  </a:lnTo>
                  <a:lnTo>
                    <a:pt x="811" y="6758"/>
                  </a:lnTo>
                  <a:lnTo>
                    <a:pt x="1120" y="6758"/>
                  </a:lnTo>
                  <a:lnTo>
                    <a:pt x="1429" y="6681"/>
                  </a:lnTo>
                  <a:lnTo>
                    <a:pt x="1699" y="6527"/>
                  </a:lnTo>
                  <a:lnTo>
                    <a:pt x="1931" y="6295"/>
                  </a:lnTo>
                  <a:lnTo>
                    <a:pt x="2124" y="6063"/>
                  </a:lnTo>
                  <a:lnTo>
                    <a:pt x="2394" y="6527"/>
                  </a:lnTo>
                  <a:lnTo>
                    <a:pt x="2742" y="6990"/>
                  </a:lnTo>
                  <a:lnTo>
                    <a:pt x="3128" y="7376"/>
                  </a:lnTo>
                  <a:lnTo>
                    <a:pt x="3591" y="7762"/>
                  </a:lnTo>
                  <a:lnTo>
                    <a:pt x="4016" y="7994"/>
                  </a:lnTo>
                  <a:lnTo>
                    <a:pt x="3823" y="8033"/>
                  </a:lnTo>
                  <a:lnTo>
                    <a:pt x="3630" y="8110"/>
                  </a:lnTo>
                  <a:lnTo>
                    <a:pt x="3437" y="8187"/>
                  </a:lnTo>
                  <a:lnTo>
                    <a:pt x="3282" y="8342"/>
                  </a:lnTo>
                  <a:lnTo>
                    <a:pt x="3167" y="8457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5" y="8882"/>
                  </a:lnTo>
                  <a:lnTo>
                    <a:pt x="2896" y="9075"/>
                  </a:lnTo>
                  <a:lnTo>
                    <a:pt x="2935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1" y="9770"/>
                  </a:lnTo>
                  <a:lnTo>
                    <a:pt x="3514" y="9848"/>
                  </a:lnTo>
                  <a:lnTo>
                    <a:pt x="3707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8" y="9770"/>
                  </a:lnTo>
                  <a:lnTo>
                    <a:pt x="4402" y="9693"/>
                  </a:lnTo>
                  <a:lnTo>
                    <a:pt x="4673" y="9461"/>
                  </a:lnTo>
                  <a:lnTo>
                    <a:pt x="4904" y="9153"/>
                  </a:lnTo>
                  <a:lnTo>
                    <a:pt x="5097" y="8844"/>
                  </a:lnTo>
                  <a:lnTo>
                    <a:pt x="5213" y="8496"/>
                  </a:lnTo>
                  <a:lnTo>
                    <a:pt x="6526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5" y="9655"/>
                  </a:lnTo>
                  <a:lnTo>
                    <a:pt x="7762" y="9655"/>
                  </a:lnTo>
                  <a:lnTo>
                    <a:pt x="7569" y="9693"/>
                  </a:lnTo>
                  <a:lnTo>
                    <a:pt x="7144" y="9809"/>
                  </a:lnTo>
                  <a:lnTo>
                    <a:pt x="6796" y="9963"/>
                  </a:lnTo>
                  <a:lnTo>
                    <a:pt x="6642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4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4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5" y="11508"/>
                  </a:lnTo>
                  <a:lnTo>
                    <a:pt x="7028" y="11508"/>
                  </a:lnTo>
                  <a:lnTo>
                    <a:pt x="7221" y="11469"/>
                  </a:lnTo>
                  <a:lnTo>
                    <a:pt x="7414" y="11392"/>
                  </a:lnTo>
                  <a:lnTo>
                    <a:pt x="7569" y="11315"/>
                  </a:lnTo>
                  <a:lnTo>
                    <a:pt x="7723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09" y="10697"/>
                  </a:lnTo>
                  <a:lnTo>
                    <a:pt x="8225" y="10465"/>
                  </a:lnTo>
                  <a:lnTo>
                    <a:pt x="8264" y="10234"/>
                  </a:lnTo>
                  <a:lnTo>
                    <a:pt x="8302" y="9963"/>
                  </a:lnTo>
                  <a:lnTo>
                    <a:pt x="8341" y="9925"/>
                  </a:lnTo>
                  <a:lnTo>
                    <a:pt x="8727" y="10272"/>
                  </a:lnTo>
                  <a:lnTo>
                    <a:pt x="9075" y="10659"/>
                  </a:lnTo>
                  <a:lnTo>
                    <a:pt x="9345" y="11122"/>
                  </a:lnTo>
                  <a:lnTo>
                    <a:pt x="9461" y="11354"/>
                  </a:lnTo>
                  <a:lnTo>
                    <a:pt x="9538" y="11585"/>
                  </a:lnTo>
                  <a:lnTo>
                    <a:pt x="9654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4" y="12937"/>
                  </a:lnTo>
                  <a:lnTo>
                    <a:pt x="9577" y="13284"/>
                  </a:lnTo>
                  <a:lnTo>
                    <a:pt x="9461" y="13593"/>
                  </a:lnTo>
                  <a:lnTo>
                    <a:pt x="9191" y="14211"/>
                  </a:lnTo>
                  <a:lnTo>
                    <a:pt x="9152" y="14288"/>
                  </a:lnTo>
                  <a:lnTo>
                    <a:pt x="9152" y="14327"/>
                  </a:lnTo>
                  <a:lnTo>
                    <a:pt x="9229" y="14404"/>
                  </a:lnTo>
                  <a:lnTo>
                    <a:pt x="9306" y="14443"/>
                  </a:lnTo>
                  <a:lnTo>
                    <a:pt x="9422" y="14404"/>
                  </a:lnTo>
                  <a:lnTo>
                    <a:pt x="9577" y="14250"/>
                  </a:lnTo>
                  <a:lnTo>
                    <a:pt x="9731" y="14057"/>
                  </a:lnTo>
                  <a:lnTo>
                    <a:pt x="9847" y="13902"/>
                  </a:lnTo>
                  <a:lnTo>
                    <a:pt x="9924" y="13670"/>
                  </a:lnTo>
                  <a:lnTo>
                    <a:pt x="10079" y="13246"/>
                  </a:lnTo>
                  <a:lnTo>
                    <a:pt x="10117" y="12782"/>
                  </a:lnTo>
                  <a:lnTo>
                    <a:pt x="10117" y="12319"/>
                  </a:lnTo>
                  <a:lnTo>
                    <a:pt x="10040" y="11856"/>
                  </a:lnTo>
                  <a:lnTo>
                    <a:pt x="9924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6" y="10272"/>
                  </a:lnTo>
                  <a:lnTo>
                    <a:pt x="9036" y="9963"/>
                  </a:lnTo>
                  <a:lnTo>
                    <a:pt x="8727" y="9693"/>
                  </a:lnTo>
                  <a:lnTo>
                    <a:pt x="8959" y="9577"/>
                  </a:lnTo>
                  <a:lnTo>
                    <a:pt x="9229" y="9423"/>
                  </a:lnTo>
                  <a:lnTo>
                    <a:pt x="9461" y="9191"/>
                  </a:lnTo>
                  <a:lnTo>
                    <a:pt x="9615" y="8921"/>
                  </a:lnTo>
                  <a:lnTo>
                    <a:pt x="9731" y="8612"/>
                  </a:lnTo>
                  <a:lnTo>
                    <a:pt x="9731" y="8496"/>
                  </a:lnTo>
                  <a:lnTo>
                    <a:pt x="9731" y="8342"/>
                  </a:lnTo>
                  <a:lnTo>
                    <a:pt x="9693" y="8187"/>
                  </a:lnTo>
                  <a:lnTo>
                    <a:pt x="9615" y="8071"/>
                  </a:lnTo>
                  <a:lnTo>
                    <a:pt x="9499" y="7955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6" y="7724"/>
                  </a:lnTo>
                  <a:lnTo>
                    <a:pt x="8689" y="7724"/>
                  </a:lnTo>
                  <a:lnTo>
                    <a:pt x="8534" y="7762"/>
                  </a:lnTo>
                  <a:lnTo>
                    <a:pt x="8380" y="7840"/>
                  </a:lnTo>
                  <a:lnTo>
                    <a:pt x="8225" y="7955"/>
                  </a:lnTo>
                  <a:lnTo>
                    <a:pt x="8109" y="8071"/>
                  </a:lnTo>
                  <a:lnTo>
                    <a:pt x="7955" y="8264"/>
                  </a:lnTo>
                  <a:lnTo>
                    <a:pt x="7878" y="8535"/>
                  </a:lnTo>
                  <a:lnTo>
                    <a:pt x="7839" y="8766"/>
                  </a:lnTo>
                  <a:lnTo>
                    <a:pt x="7839" y="9037"/>
                  </a:lnTo>
                  <a:lnTo>
                    <a:pt x="7221" y="8766"/>
                  </a:lnTo>
                  <a:lnTo>
                    <a:pt x="6642" y="8496"/>
                  </a:lnTo>
                  <a:lnTo>
                    <a:pt x="5368" y="8033"/>
                  </a:lnTo>
                  <a:lnTo>
                    <a:pt x="5638" y="7878"/>
                  </a:lnTo>
                  <a:lnTo>
                    <a:pt x="5870" y="7685"/>
                  </a:lnTo>
                  <a:lnTo>
                    <a:pt x="6063" y="7453"/>
                  </a:lnTo>
                  <a:lnTo>
                    <a:pt x="6217" y="7183"/>
                  </a:lnTo>
                  <a:lnTo>
                    <a:pt x="6333" y="6874"/>
                  </a:lnTo>
                  <a:lnTo>
                    <a:pt x="6333" y="6720"/>
                  </a:lnTo>
                  <a:lnTo>
                    <a:pt x="6333" y="6527"/>
                  </a:lnTo>
                  <a:lnTo>
                    <a:pt x="6333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4" y="5948"/>
                  </a:lnTo>
                  <a:lnTo>
                    <a:pt x="5870" y="5870"/>
                  </a:lnTo>
                  <a:lnTo>
                    <a:pt x="5715" y="5832"/>
                  </a:lnTo>
                  <a:lnTo>
                    <a:pt x="5561" y="5870"/>
                  </a:lnTo>
                  <a:lnTo>
                    <a:pt x="5406" y="5909"/>
                  </a:lnTo>
                  <a:lnTo>
                    <a:pt x="5252" y="5986"/>
                  </a:lnTo>
                  <a:lnTo>
                    <a:pt x="5136" y="6063"/>
                  </a:lnTo>
                  <a:lnTo>
                    <a:pt x="4904" y="6334"/>
                  </a:lnTo>
                  <a:lnTo>
                    <a:pt x="4750" y="6643"/>
                  </a:lnTo>
                  <a:lnTo>
                    <a:pt x="4634" y="7029"/>
                  </a:lnTo>
                  <a:lnTo>
                    <a:pt x="4634" y="7222"/>
                  </a:lnTo>
                  <a:lnTo>
                    <a:pt x="4634" y="7415"/>
                  </a:lnTo>
                  <a:lnTo>
                    <a:pt x="4634" y="7608"/>
                  </a:lnTo>
                  <a:lnTo>
                    <a:pt x="4711" y="7762"/>
                  </a:lnTo>
                  <a:lnTo>
                    <a:pt x="4093" y="7453"/>
                  </a:lnTo>
                  <a:lnTo>
                    <a:pt x="3823" y="7299"/>
                  </a:lnTo>
                  <a:lnTo>
                    <a:pt x="3553" y="7106"/>
                  </a:lnTo>
                  <a:lnTo>
                    <a:pt x="3321" y="6874"/>
                  </a:lnTo>
                  <a:lnTo>
                    <a:pt x="3089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1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2" y="5986"/>
                  </a:lnTo>
                  <a:lnTo>
                    <a:pt x="4248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8" y="5407"/>
                  </a:lnTo>
                  <a:lnTo>
                    <a:pt x="4557" y="5214"/>
                  </a:lnTo>
                  <a:lnTo>
                    <a:pt x="4518" y="5059"/>
                  </a:lnTo>
                  <a:lnTo>
                    <a:pt x="4480" y="4866"/>
                  </a:lnTo>
                  <a:lnTo>
                    <a:pt x="4402" y="4712"/>
                  </a:lnTo>
                  <a:lnTo>
                    <a:pt x="4286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0" y="4364"/>
                  </a:lnTo>
                  <a:lnTo>
                    <a:pt x="3707" y="4364"/>
                  </a:lnTo>
                  <a:lnTo>
                    <a:pt x="3553" y="4403"/>
                  </a:lnTo>
                  <a:lnTo>
                    <a:pt x="3398" y="4442"/>
                  </a:lnTo>
                  <a:lnTo>
                    <a:pt x="3244" y="4519"/>
                  </a:lnTo>
                  <a:lnTo>
                    <a:pt x="3089" y="4635"/>
                  </a:lnTo>
                  <a:lnTo>
                    <a:pt x="2819" y="4905"/>
                  </a:lnTo>
                  <a:lnTo>
                    <a:pt x="2587" y="5214"/>
                  </a:lnTo>
                  <a:lnTo>
                    <a:pt x="2433" y="5561"/>
                  </a:lnTo>
                  <a:lnTo>
                    <a:pt x="2394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5" y="4326"/>
                  </a:lnTo>
                  <a:lnTo>
                    <a:pt x="2047" y="3940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4" y="2318"/>
                  </a:lnTo>
                  <a:lnTo>
                    <a:pt x="2356" y="2511"/>
                  </a:lnTo>
                  <a:lnTo>
                    <a:pt x="2587" y="2627"/>
                  </a:lnTo>
                  <a:lnTo>
                    <a:pt x="2819" y="2742"/>
                  </a:lnTo>
                  <a:lnTo>
                    <a:pt x="3128" y="2781"/>
                  </a:lnTo>
                  <a:lnTo>
                    <a:pt x="3282" y="2742"/>
                  </a:lnTo>
                  <a:lnTo>
                    <a:pt x="3476" y="2704"/>
                  </a:lnTo>
                  <a:lnTo>
                    <a:pt x="3630" y="2627"/>
                  </a:lnTo>
                  <a:lnTo>
                    <a:pt x="3784" y="2549"/>
                  </a:lnTo>
                  <a:lnTo>
                    <a:pt x="3900" y="2434"/>
                  </a:lnTo>
                  <a:lnTo>
                    <a:pt x="4016" y="2279"/>
                  </a:lnTo>
                  <a:lnTo>
                    <a:pt x="4093" y="2125"/>
                  </a:lnTo>
                  <a:lnTo>
                    <a:pt x="4132" y="1970"/>
                  </a:lnTo>
                  <a:lnTo>
                    <a:pt x="4093" y="1777"/>
                  </a:lnTo>
                  <a:lnTo>
                    <a:pt x="4055" y="1623"/>
                  </a:lnTo>
                  <a:lnTo>
                    <a:pt x="4016" y="1507"/>
                  </a:lnTo>
                  <a:lnTo>
                    <a:pt x="3900" y="1352"/>
                  </a:lnTo>
                  <a:lnTo>
                    <a:pt x="3784" y="1237"/>
                  </a:lnTo>
                  <a:lnTo>
                    <a:pt x="3630" y="1159"/>
                  </a:lnTo>
                  <a:lnTo>
                    <a:pt x="3514" y="1121"/>
                  </a:lnTo>
                  <a:lnTo>
                    <a:pt x="3321" y="1082"/>
                  </a:lnTo>
                  <a:lnTo>
                    <a:pt x="3167" y="1043"/>
                  </a:lnTo>
                  <a:lnTo>
                    <a:pt x="3012" y="1082"/>
                  </a:lnTo>
                  <a:lnTo>
                    <a:pt x="2742" y="1159"/>
                  </a:lnTo>
                  <a:lnTo>
                    <a:pt x="2472" y="1314"/>
                  </a:lnTo>
                  <a:lnTo>
                    <a:pt x="2240" y="1545"/>
                  </a:lnTo>
                  <a:lnTo>
                    <a:pt x="2510" y="78"/>
                  </a:lnTo>
                  <a:lnTo>
                    <a:pt x="220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4" name="Google Shape;3334;p15"/>
            <p:cNvSpPr/>
            <p:nvPr/>
          </p:nvSpPr>
          <p:spPr>
            <a:xfrm>
              <a:off x="4094775" y="2444775"/>
              <a:ext cx="126475" cy="70500"/>
            </a:xfrm>
            <a:custGeom>
              <a:avLst/>
              <a:gdLst/>
              <a:ahLst/>
              <a:cxnLst/>
              <a:rect l="l" t="t" r="r" b="b"/>
              <a:pathLst>
                <a:path w="5059" h="2820" extrusionOk="0">
                  <a:moveTo>
                    <a:pt x="4904" y="1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42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5"/>
                  </a:lnTo>
                  <a:lnTo>
                    <a:pt x="116" y="2433"/>
                  </a:lnTo>
                  <a:lnTo>
                    <a:pt x="39" y="2511"/>
                  </a:lnTo>
                  <a:lnTo>
                    <a:pt x="0" y="2588"/>
                  </a:lnTo>
                  <a:lnTo>
                    <a:pt x="39" y="2704"/>
                  </a:lnTo>
                  <a:lnTo>
                    <a:pt x="116" y="2781"/>
                  </a:lnTo>
                  <a:lnTo>
                    <a:pt x="387" y="2820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95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121"/>
                  </a:lnTo>
                  <a:lnTo>
                    <a:pt x="4596" y="734"/>
                  </a:lnTo>
                  <a:lnTo>
                    <a:pt x="5059" y="348"/>
                  </a:lnTo>
                  <a:lnTo>
                    <a:pt x="490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5" name="Google Shape;3335;p15"/>
            <p:cNvSpPr/>
            <p:nvPr/>
          </p:nvSpPr>
          <p:spPr>
            <a:xfrm>
              <a:off x="6880825" y="24872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5" y="1159"/>
                  </a:lnTo>
                  <a:lnTo>
                    <a:pt x="2897" y="1700"/>
                  </a:lnTo>
                  <a:lnTo>
                    <a:pt x="2511" y="2202"/>
                  </a:lnTo>
                  <a:lnTo>
                    <a:pt x="1932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96"/>
                  </a:lnTo>
                  <a:lnTo>
                    <a:pt x="40" y="4943"/>
                  </a:lnTo>
                  <a:lnTo>
                    <a:pt x="155" y="4943"/>
                  </a:lnTo>
                  <a:lnTo>
                    <a:pt x="542" y="4789"/>
                  </a:lnTo>
                  <a:lnTo>
                    <a:pt x="966" y="4519"/>
                  </a:lnTo>
                  <a:lnTo>
                    <a:pt x="1314" y="4248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897" y="2511"/>
                  </a:lnTo>
                  <a:lnTo>
                    <a:pt x="3322" y="1970"/>
                  </a:lnTo>
                  <a:lnTo>
                    <a:pt x="3669" y="1391"/>
                  </a:lnTo>
                  <a:lnTo>
                    <a:pt x="3978" y="812"/>
                  </a:lnTo>
                  <a:lnTo>
                    <a:pt x="4249" y="194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6" name="Google Shape;3336;p15"/>
            <p:cNvSpPr/>
            <p:nvPr/>
          </p:nvSpPr>
          <p:spPr>
            <a:xfrm>
              <a:off x="4037825" y="2489175"/>
              <a:ext cx="66625" cy="98500"/>
            </a:xfrm>
            <a:custGeom>
              <a:avLst/>
              <a:gdLst/>
              <a:ahLst/>
              <a:cxnLst/>
              <a:rect l="l" t="t" r="r" b="b"/>
              <a:pathLst>
                <a:path w="2665" h="3940" extrusionOk="0">
                  <a:moveTo>
                    <a:pt x="850" y="1"/>
                  </a:moveTo>
                  <a:lnTo>
                    <a:pt x="502" y="117"/>
                  </a:lnTo>
                  <a:lnTo>
                    <a:pt x="618" y="194"/>
                  </a:lnTo>
                  <a:lnTo>
                    <a:pt x="463" y="580"/>
                  </a:lnTo>
                  <a:lnTo>
                    <a:pt x="270" y="1082"/>
                  </a:lnTo>
                  <a:lnTo>
                    <a:pt x="155" y="1584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36"/>
                  </a:lnTo>
                  <a:lnTo>
                    <a:pt x="77" y="3167"/>
                  </a:lnTo>
                  <a:lnTo>
                    <a:pt x="193" y="3399"/>
                  </a:lnTo>
                  <a:lnTo>
                    <a:pt x="309" y="3554"/>
                  </a:lnTo>
                  <a:lnTo>
                    <a:pt x="463" y="3708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40"/>
                  </a:lnTo>
                  <a:lnTo>
                    <a:pt x="1313" y="3901"/>
                  </a:lnTo>
                  <a:lnTo>
                    <a:pt x="1506" y="3824"/>
                  </a:lnTo>
                  <a:lnTo>
                    <a:pt x="1661" y="3669"/>
                  </a:lnTo>
                  <a:lnTo>
                    <a:pt x="1815" y="3476"/>
                  </a:lnTo>
                  <a:lnTo>
                    <a:pt x="1969" y="3283"/>
                  </a:lnTo>
                  <a:lnTo>
                    <a:pt x="2124" y="3052"/>
                  </a:lnTo>
                  <a:lnTo>
                    <a:pt x="2317" y="2511"/>
                  </a:lnTo>
                  <a:lnTo>
                    <a:pt x="2510" y="1970"/>
                  </a:lnTo>
                  <a:lnTo>
                    <a:pt x="2626" y="1468"/>
                  </a:lnTo>
                  <a:lnTo>
                    <a:pt x="2665" y="1044"/>
                  </a:lnTo>
                  <a:lnTo>
                    <a:pt x="2394" y="1005"/>
                  </a:lnTo>
                  <a:lnTo>
                    <a:pt x="2008" y="2009"/>
                  </a:lnTo>
                  <a:lnTo>
                    <a:pt x="1738" y="2665"/>
                  </a:lnTo>
                  <a:lnTo>
                    <a:pt x="1545" y="3013"/>
                  </a:lnTo>
                  <a:lnTo>
                    <a:pt x="1467" y="3206"/>
                  </a:lnTo>
                  <a:lnTo>
                    <a:pt x="1352" y="3283"/>
                  </a:lnTo>
                  <a:lnTo>
                    <a:pt x="1159" y="3283"/>
                  </a:lnTo>
                  <a:lnTo>
                    <a:pt x="1004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897"/>
                  </a:lnTo>
                  <a:lnTo>
                    <a:pt x="541" y="2665"/>
                  </a:lnTo>
                  <a:lnTo>
                    <a:pt x="541" y="2356"/>
                  </a:lnTo>
                  <a:lnTo>
                    <a:pt x="579" y="2048"/>
                  </a:lnTo>
                  <a:lnTo>
                    <a:pt x="657" y="1623"/>
                  </a:lnTo>
                  <a:lnTo>
                    <a:pt x="734" y="1159"/>
                  </a:lnTo>
                  <a:lnTo>
                    <a:pt x="888" y="773"/>
                  </a:lnTo>
                  <a:lnTo>
                    <a:pt x="1043" y="349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5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7" name="Google Shape;3337;p15"/>
            <p:cNvSpPr/>
            <p:nvPr/>
          </p:nvSpPr>
          <p:spPr>
            <a:xfrm>
              <a:off x="6829675" y="248917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4" y="271"/>
                  </a:moveTo>
                  <a:lnTo>
                    <a:pt x="1236" y="387"/>
                  </a:lnTo>
                  <a:lnTo>
                    <a:pt x="1429" y="542"/>
                  </a:lnTo>
                  <a:lnTo>
                    <a:pt x="1545" y="735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4" y="1198"/>
                  </a:lnTo>
                  <a:lnTo>
                    <a:pt x="1545" y="1275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6"/>
                  </a:lnTo>
                  <a:lnTo>
                    <a:pt x="966" y="1584"/>
                  </a:lnTo>
                  <a:lnTo>
                    <a:pt x="773" y="1546"/>
                  </a:lnTo>
                  <a:lnTo>
                    <a:pt x="580" y="1391"/>
                  </a:lnTo>
                  <a:lnTo>
                    <a:pt x="502" y="1314"/>
                  </a:lnTo>
                  <a:lnTo>
                    <a:pt x="464" y="1198"/>
                  </a:lnTo>
                  <a:lnTo>
                    <a:pt x="425" y="966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387"/>
                  </a:lnTo>
                  <a:lnTo>
                    <a:pt x="734" y="349"/>
                  </a:lnTo>
                  <a:lnTo>
                    <a:pt x="734" y="271"/>
                  </a:lnTo>
                  <a:close/>
                  <a:moveTo>
                    <a:pt x="850" y="1"/>
                  </a:moveTo>
                  <a:lnTo>
                    <a:pt x="657" y="78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78"/>
                  </a:lnTo>
                  <a:lnTo>
                    <a:pt x="271" y="194"/>
                  </a:lnTo>
                  <a:lnTo>
                    <a:pt x="155" y="349"/>
                  </a:lnTo>
                  <a:lnTo>
                    <a:pt x="78" y="503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8" y="1430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893"/>
                  </a:lnTo>
                  <a:lnTo>
                    <a:pt x="1584" y="1816"/>
                  </a:lnTo>
                  <a:lnTo>
                    <a:pt x="1738" y="1661"/>
                  </a:lnTo>
                  <a:lnTo>
                    <a:pt x="1892" y="1546"/>
                  </a:lnTo>
                  <a:lnTo>
                    <a:pt x="1970" y="1352"/>
                  </a:lnTo>
                  <a:lnTo>
                    <a:pt x="2047" y="1159"/>
                  </a:lnTo>
                  <a:lnTo>
                    <a:pt x="2086" y="966"/>
                  </a:lnTo>
                  <a:lnTo>
                    <a:pt x="2047" y="773"/>
                  </a:lnTo>
                  <a:lnTo>
                    <a:pt x="1970" y="580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4" y="155"/>
                  </a:lnTo>
                  <a:lnTo>
                    <a:pt x="1429" y="40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8" name="Google Shape;3338;p15"/>
            <p:cNvSpPr/>
            <p:nvPr/>
          </p:nvSpPr>
          <p:spPr>
            <a:xfrm>
              <a:off x="2130250" y="2495950"/>
              <a:ext cx="246175" cy="107175"/>
            </a:xfrm>
            <a:custGeom>
              <a:avLst/>
              <a:gdLst/>
              <a:ahLst/>
              <a:cxnLst/>
              <a:rect l="l" t="t" r="r" b="b"/>
              <a:pathLst>
                <a:path w="9847" h="4287" extrusionOk="0">
                  <a:moveTo>
                    <a:pt x="8882" y="2742"/>
                  </a:moveTo>
                  <a:lnTo>
                    <a:pt x="9113" y="2819"/>
                  </a:lnTo>
                  <a:lnTo>
                    <a:pt x="9229" y="2896"/>
                  </a:lnTo>
                  <a:lnTo>
                    <a:pt x="9306" y="3012"/>
                  </a:lnTo>
                  <a:lnTo>
                    <a:pt x="9384" y="3089"/>
                  </a:lnTo>
                  <a:lnTo>
                    <a:pt x="9384" y="3205"/>
                  </a:lnTo>
                  <a:lnTo>
                    <a:pt x="9422" y="3321"/>
                  </a:lnTo>
                  <a:lnTo>
                    <a:pt x="9384" y="3437"/>
                  </a:lnTo>
                  <a:lnTo>
                    <a:pt x="9268" y="3630"/>
                  </a:lnTo>
                  <a:lnTo>
                    <a:pt x="9113" y="3785"/>
                  </a:lnTo>
                  <a:lnTo>
                    <a:pt x="8920" y="3862"/>
                  </a:lnTo>
                  <a:lnTo>
                    <a:pt x="8727" y="3862"/>
                  </a:lnTo>
                  <a:lnTo>
                    <a:pt x="8573" y="3785"/>
                  </a:lnTo>
                  <a:lnTo>
                    <a:pt x="8418" y="3630"/>
                  </a:lnTo>
                  <a:lnTo>
                    <a:pt x="8302" y="3437"/>
                  </a:lnTo>
                  <a:lnTo>
                    <a:pt x="8302" y="3244"/>
                  </a:lnTo>
                  <a:lnTo>
                    <a:pt x="8341" y="3051"/>
                  </a:lnTo>
                  <a:lnTo>
                    <a:pt x="8380" y="2858"/>
                  </a:lnTo>
                  <a:lnTo>
                    <a:pt x="8418" y="2819"/>
                  </a:lnTo>
                  <a:lnTo>
                    <a:pt x="8650" y="2742"/>
                  </a:lnTo>
                  <a:close/>
                  <a:moveTo>
                    <a:pt x="155" y="0"/>
                  </a:moveTo>
                  <a:lnTo>
                    <a:pt x="77" y="39"/>
                  </a:lnTo>
                  <a:lnTo>
                    <a:pt x="39" y="78"/>
                  </a:lnTo>
                  <a:lnTo>
                    <a:pt x="0" y="155"/>
                  </a:lnTo>
                  <a:lnTo>
                    <a:pt x="39" y="271"/>
                  </a:lnTo>
                  <a:lnTo>
                    <a:pt x="77" y="348"/>
                  </a:lnTo>
                  <a:lnTo>
                    <a:pt x="116" y="386"/>
                  </a:lnTo>
                  <a:lnTo>
                    <a:pt x="618" y="618"/>
                  </a:lnTo>
                  <a:lnTo>
                    <a:pt x="1120" y="773"/>
                  </a:lnTo>
                  <a:lnTo>
                    <a:pt x="2124" y="1081"/>
                  </a:lnTo>
                  <a:lnTo>
                    <a:pt x="4286" y="1738"/>
                  </a:lnTo>
                  <a:lnTo>
                    <a:pt x="6101" y="2317"/>
                  </a:lnTo>
                  <a:lnTo>
                    <a:pt x="7028" y="2587"/>
                  </a:lnTo>
                  <a:lnTo>
                    <a:pt x="7993" y="2819"/>
                  </a:lnTo>
                  <a:lnTo>
                    <a:pt x="7916" y="2974"/>
                  </a:lnTo>
                  <a:lnTo>
                    <a:pt x="7878" y="3089"/>
                  </a:lnTo>
                  <a:lnTo>
                    <a:pt x="7878" y="3398"/>
                  </a:lnTo>
                  <a:lnTo>
                    <a:pt x="7993" y="3707"/>
                  </a:lnTo>
                  <a:lnTo>
                    <a:pt x="8109" y="3939"/>
                  </a:lnTo>
                  <a:lnTo>
                    <a:pt x="8225" y="4093"/>
                  </a:lnTo>
                  <a:lnTo>
                    <a:pt x="8380" y="4171"/>
                  </a:lnTo>
                  <a:lnTo>
                    <a:pt x="8573" y="4248"/>
                  </a:lnTo>
                  <a:lnTo>
                    <a:pt x="8727" y="4287"/>
                  </a:lnTo>
                  <a:lnTo>
                    <a:pt x="8920" y="4287"/>
                  </a:lnTo>
                  <a:lnTo>
                    <a:pt x="9075" y="4248"/>
                  </a:lnTo>
                  <a:lnTo>
                    <a:pt x="9268" y="4209"/>
                  </a:lnTo>
                  <a:lnTo>
                    <a:pt x="9422" y="4093"/>
                  </a:lnTo>
                  <a:lnTo>
                    <a:pt x="9538" y="3978"/>
                  </a:lnTo>
                  <a:lnTo>
                    <a:pt x="9654" y="3823"/>
                  </a:lnTo>
                  <a:lnTo>
                    <a:pt x="9770" y="3669"/>
                  </a:lnTo>
                  <a:lnTo>
                    <a:pt x="9808" y="3514"/>
                  </a:lnTo>
                  <a:lnTo>
                    <a:pt x="9847" y="3321"/>
                  </a:lnTo>
                  <a:lnTo>
                    <a:pt x="9847" y="3128"/>
                  </a:lnTo>
                  <a:lnTo>
                    <a:pt x="9770" y="2974"/>
                  </a:lnTo>
                  <a:lnTo>
                    <a:pt x="9692" y="2781"/>
                  </a:lnTo>
                  <a:lnTo>
                    <a:pt x="9577" y="2665"/>
                  </a:lnTo>
                  <a:lnTo>
                    <a:pt x="9422" y="2549"/>
                  </a:lnTo>
                  <a:lnTo>
                    <a:pt x="9229" y="2433"/>
                  </a:lnTo>
                  <a:lnTo>
                    <a:pt x="9075" y="2394"/>
                  </a:lnTo>
                  <a:lnTo>
                    <a:pt x="8688" y="2394"/>
                  </a:lnTo>
                  <a:lnTo>
                    <a:pt x="8495" y="2472"/>
                  </a:lnTo>
                  <a:lnTo>
                    <a:pt x="8341" y="2549"/>
                  </a:lnTo>
                  <a:lnTo>
                    <a:pt x="7298" y="2163"/>
                  </a:lnTo>
                  <a:lnTo>
                    <a:pt x="6294" y="1815"/>
                  </a:lnTo>
                  <a:lnTo>
                    <a:pt x="4209" y="1159"/>
                  </a:lnTo>
                  <a:lnTo>
                    <a:pt x="3244" y="850"/>
                  </a:lnTo>
                  <a:lnTo>
                    <a:pt x="2240" y="502"/>
                  </a:lnTo>
                  <a:lnTo>
                    <a:pt x="1236" y="193"/>
                  </a:lnTo>
                  <a:lnTo>
                    <a:pt x="734" y="78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9" name="Google Shape;3339;p15"/>
            <p:cNvSpPr/>
            <p:nvPr/>
          </p:nvSpPr>
          <p:spPr>
            <a:xfrm>
              <a:off x="4737700" y="2534550"/>
              <a:ext cx="459550" cy="296400"/>
            </a:xfrm>
            <a:custGeom>
              <a:avLst/>
              <a:gdLst/>
              <a:ahLst/>
              <a:cxnLst/>
              <a:rect l="l" t="t" r="r" b="b"/>
              <a:pathLst>
                <a:path w="18382" h="11856" extrusionOk="0">
                  <a:moveTo>
                    <a:pt x="17648" y="2936"/>
                  </a:moveTo>
                  <a:lnTo>
                    <a:pt x="17725" y="2974"/>
                  </a:lnTo>
                  <a:lnTo>
                    <a:pt x="17802" y="3051"/>
                  </a:lnTo>
                  <a:lnTo>
                    <a:pt x="17841" y="3129"/>
                  </a:lnTo>
                  <a:lnTo>
                    <a:pt x="17880" y="3322"/>
                  </a:lnTo>
                  <a:lnTo>
                    <a:pt x="17918" y="3553"/>
                  </a:lnTo>
                  <a:lnTo>
                    <a:pt x="17880" y="3746"/>
                  </a:lnTo>
                  <a:lnTo>
                    <a:pt x="17764" y="3940"/>
                  </a:lnTo>
                  <a:lnTo>
                    <a:pt x="17648" y="4133"/>
                  </a:lnTo>
                  <a:lnTo>
                    <a:pt x="17300" y="4403"/>
                  </a:lnTo>
                  <a:lnTo>
                    <a:pt x="17030" y="4596"/>
                  </a:lnTo>
                  <a:lnTo>
                    <a:pt x="16721" y="4750"/>
                  </a:lnTo>
                  <a:lnTo>
                    <a:pt x="16412" y="4866"/>
                  </a:lnTo>
                  <a:lnTo>
                    <a:pt x="16065" y="4944"/>
                  </a:lnTo>
                  <a:lnTo>
                    <a:pt x="16181" y="4364"/>
                  </a:lnTo>
                  <a:lnTo>
                    <a:pt x="16296" y="4055"/>
                  </a:lnTo>
                  <a:lnTo>
                    <a:pt x="16412" y="3785"/>
                  </a:lnTo>
                  <a:lnTo>
                    <a:pt x="16528" y="3515"/>
                  </a:lnTo>
                  <a:lnTo>
                    <a:pt x="16721" y="3283"/>
                  </a:lnTo>
                  <a:lnTo>
                    <a:pt x="16953" y="3129"/>
                  </a:lnTo>
                  <a:lnTo>
                    <a:pt x="17223" y="2974"/>
                  </a:lnTo>
                  <a:lnTo>
                    <a:pt x="17493" y="2936"/>
                  </a:lnTo>
                  <a:close/>
                  <a:moveTo>
                    <a:pt x="14211" y="4866"/>
                  </a:moveTo>
                  <a:lnTo>
                    <a:pt x="14481" y="4905"/>
                  </a:lnTo>
                  <a:lnTo>
                    <a:pt x="14752" y="4982"/>
                  </a:lnTo>
                  <a:lnTo>
                    <a:pt x="15022" y="5059"/>
                  </a:lnTo>
                  <a:lnTo>
                    <a:pt x="15254" y="5175"/>
                  </a:lnTo>
                  <a:lnTo>
                    <a:pt x="15177" y="5330"/>
                  </a:lnTo>
                  <a:lnTo>
                    <a:pt x="14752" y="5523"/>
                  </a:lnTo>
                  <a:lnTo>
                    <a:pt x="14288" y="5677"/>
                  </a:lnTo>
                  <a:lnTo>
                    <a:pt x="14018" y="5716"/>
                  </a:lnTo>
                  <a:lnTo>
                    <a:pt x="13748" y="5754"/>
                  </a:lnTo>
                  <a:lnTo>
                    <a:pt x="13477" y="5754"/>
                  </a:lnTo>
                  <a:lnTo>
                    <a:pt x="13169" y="5677"/>
                  </a:lnTo>
                  <a:lnTo>
                    <a:pt x="13053" y="5677"/>
                  </a:lnTo>
                  <a:lnTo>
                    <a:pt x="12975" y="5600"/>
                  </a:lnTo>
                  <a:lnTo>
                    <a:pt x="12975" y="5484"/>
                  </a:lnTo>
                  <a:lnTo>
                    <a:pt x="13053" y="5368"/>
                  </a:lnTo>
                  <a:lnTo>
                    <a:pt x="13091" y="5137"/>
                  </a:lnTo>
                  <a:lnTo>
                    <a:pt x="13169" y="5021"/>
                  </a:lnTo>
                  <a:lnTo>
                    <a:pt x="13323" y="4944"/>
                  </a:lnTo>
                  <a:lnTo>
                    <a:pt x="13555" y="4905"/>
                  </a:lnTo>
                  <a:lnTo>
                    <a:pt x="13864" y="4866"/>
                  </a:lnTo>
                  <a:close/>
                  <a:moveTo>
                    <a:pt x="15756" y="5523"/>
                  </a:moveTo>
                  <a:lnTo>
                    <a:pt x="16374" y="5832"/>
                  </a:lnTo>
                  <a:lnTo>
                    <a:pt x="16644" y="5986"/>
                  </a:lnTo>
                  <a:lnTo>
                    <a:pt x="16953" y="6179"/>
                  </a:lnTo>
                  <a:lnTo>
                    <a:pt x="17185" y="6372"/>
                  </a:lnTo>
                  <a:lnTo>
                    <a:pt x="17416" y="6604"/>
                  </a:lnTo>
                  <a:lnTo>
                    <a:pt x="17571" y="6913"/>
                  </a:lnTo>
                  <a:lnTo>
                    <a:pt x="17609" y="7067"/>
                  </a:lnTo>
                  <a:lnTo>
                    <a:pt x="17609" y="7222"/>
                  </a:lnTo>
                  <a:lnTo>
                    <a:pt x="17609" y="7454"/>
                  </a:lnTo>
                  <a:lnTo>
                    <a:pt x="17532" y="7569"/>
                  </a:lnTo>
                  <a:lnTo>
                    <a:pt x="17455" y="7685"/>
                  </a:lnTo>
                  <a:lnTo>
                    <a:pt x="17300" y="7724"/>
                  </a:lnTo>
                  <a:lnTo>
                    <a:pt x="17146" y="7724"/>
                  </a:lnTo>
                  <a:lnTo>
                    <a:pt x="16953" y="7685"/>
                  </a:lnTo>
                  <a:lnTo>
                    <a:pt x="16798" y="7608"/>
                  </a:lnTo>
                  <a:lnTo>
                    <a:pt x="16644" y="7492"/>
                  </a:lnTo>
                  <a:lnTo>
                    <a:pt x="16412" y="7183"/>
                  </a:lnTo>
                  <a:lnTo>
                    <a:pt x="16181" y="6797"/>
                  </a:lnTo>
                  <a:lnTo>
                    <a:pt x="16026" y="6488"/>
                  </a:lnTo>
                  <a:lnTo>
                    <a:pt x="15910" y="6179"/>
                  </a:lnTo>
                  <a:lnTo>
                    <a:pt x="15833" y="5832"/>
                  </a:lnTo>
                  <a:lnTo>
                    <a:pt x="15756" y="5523"/>
                  </a:lnTo>
                  <a:close/>
                  <a:moveTo>
                    <a:pt x="4944" y="464"/>
                  </a:moveTo>
                  <a:lnTo>
                    <a:pt x="5561" y="503"/>
                  </a:lnTo>
                  <a:lnTo>
                    <a:pt x="6141" y="657"/>
                  </a:lnTo>
                  <a:lnTo>
                    <a:pt x="6681" y="889"/>
                  </a:lnTo>
                  <a:lnTo>
                    <a:pt x="7222" y="1198"/>
                  </a:lnTo>
                  <a:lnTo>
                    <a:pt x="7685" y="1545"/>
                  </a:lnTo>
                  <a:lnTo>
                    <a:pt x="8149" y="1970"/>
                  </a:lnTo>
                  <a:lnTo>
                    <a:pt x="8496" y="2395"/>
                  </a:lnTo>
                  <a:lnTo>
                    <a:pt x="8766" y="2781"/>
                  </a:lnTo>
                  <a:lnTo>
                    <a:pt x="9037" y="3206"/>
                  </a:lnTo>
                  <a:lnTo>
                    <a:pt x="9268" y="3669"/>
                  </a:lnTo>
                  <a:lnTo>
                    <a:pt x="9693" y="4596"/>
                  </a:lnTo>
                  <a:lnTo>
                    <a:pt x="10079" y="5523"/>
                  </a:lnTo>
                  <a:lnTo>
                    <a:pt x="10272" y="5909"/>
                  </a:lnTo>
                  <a:lnTo>
                    <a:pt x="10504" y="6295"/>
                  </a:lnTo>
                  <a:lnTo>
                    <a:pt x="10736" y="6643"/>
                  </a:lnTo>
                  <a:lnTo>
                    <a:pt x="11006" y="6913"/>
                  </a:lnTo>
                  <a:lnTo>
                    <a:pt x="11354" y="7183"/>
                  </a:lnTo>
                  <a:lnTo>
                    <a:pt x="11701" y="7376"/>
                  </a:lnTo>
                  <a:lnTo>
                    <a:pt x="12087" y="7492"/>
                  </a:lnTo>
                  <a:lnTo>
                    <a:pt x="12551" y="7569"/>
                  </a:lnTo>
                  <a:lnTo>
                    <a:pt x="12898" y="7531"/>
                  </a:lnTo>
                  <a:lnTo>
                    <a:pt x="13207" y="7492"/>
                  </a:lnTo>
                  <a:lnTo>
                    <a:pt x="13516" y="7415"/>
                  </a:lnTo>
                  <a:lnTo>
                    <a:pt x="13825" y="7260"/>
                  </a:lnTo>
                  <a:lnTo>
                    <a:pt x="14095" y="7106"/>
                  </a:lnTo>
                  <a:lnTo>
                    <a:pt x="14366" y="6952"/>
                  </a:lnTo>
                  <a:lnTo>
                    <a:pt x="14597" y="6720"/>
                  </a:lnTo>
                  <a:lnTo>
                    <a:pt x="14829" y="6488"/>
                  </a:lnTo>
                  <a:lnTo>
                    <a:pt x="14829" y="6488"/>
                  </a:lnTo>
                  <a:lnTo>
                    <a:pt x="14404" y="7222"/>
                  </a:lnTo>
                  <a:lnTo>
                    <a:pt x="13941" y="7878"/>
                  </a:lnTo>
                  <a:lnTo>
                    <a:pt x="13439" y="8535"/>
                  </a:lnTo>
                  <a:lnTo>
                    <a:pt x="12860" y="9114"/>
                  </a:lnTo>
                  <a:lnTo>
                    <a:pt x="12242" y="9616"/>
                  </a:lnTo>
                  <a:lnTo>
                    <a:pt x="11547" y="10079"/>
                  </a:lnTo>
                  <a:lnTo>
                    <a:pt x="10813" y="10504"/>
                  </a:lnTo>
                  <a:lnTo>
                    <a:pt x="10041" y="10813"/>
                  </a:lnTo>
                  <a:lnTo>
                    <a:pt x="9462" y="11006"/>
                  </a:lnTo>
                  <a:lnTo>
                    <a:pt x="8882" y="11161"/>
                  </a:lnTo>
                  <a:lnTo>
                    <a:pt x="8303" y="11276"/>
                  </a:lnTo>
                  <a:lnTo>
                    <a:pt x="7724" y="11315"/>
                  </a:lnTo>
                  <a:lnTo>
                    <a:pt x="7145" y="11354"/>
                  </a:lnTo>
                  <a:lnTo>
                    <a:pt x="6604" y="11315"/>
                  </a:lnTo>
                  <a:lnTo>
                    <a:pt x="6025" y="11238"/>
                  </a:lnTo>
                  <a:lnTo>
                    <a:pt x="5484" y="11122"/>
                  </a:lnTo>
                  <a:lnTo>
                    <a:pt x="4944" y="10967"/>
                  </a:lnTo>
                  <a:lnTo>
                    <a:pt x="4442" y="10736"/>
                  </a:lnTo>
                  <a:lnTo>
                    <a:pt x="3940" y="10504"/>
                  </a:lnTo>
                  <a:lnTo>
                    <a:pt x="3476" y="10195"/>
                  </a:lnTo>
                  <a:lnTo>
                    <a:pt x="3013" y="9848"/>
                  </a:lnTo>
                  <a:lnTo>
                    <a:pt x="2549" y="9461"/>
                  </a:lnTo>
                  <a:lnTo>
                    <a:pt x="2163" y="9037"/>
                  </a:lnTo>
                  <a:lnTo>
                    <a:pt x="1777" y="8573"/>
                  </a:lnTo>
                  <a:lnTo>
                    <a:pt x="1430" y="8033"/>
                  </a:lnTo>
                  <a:lnTo>
                    <a:pt x="1121" y="7492"/>
                  </a:lnTo>
                  <a:lnTo>
                    <a:pt x="850" y="6913"/>
                  </a:lnTo>
                  <a:lnTo>
                    <a:pt x="657" y="6334"/>
                  </a:lnTo>
                  <a:lnTo>
                    <a:pt x="503" y="5754"/>
                  </a:lnTo>
                  <a:lnTo>
                    <a:pt x="426" y="5137"/>
                  </a:lnTo>
                  <a:lnTo>
                    <a:pt x="426" y="4519"/>
                  </a:lnTo>
                  <a:lnTo>
                    <a:pt x="503" y="3862"/>
                  </a:lnTo>
                  <a:lnTo>
                    <a:pt x="696" y="3283"/>
                  </a:lnTo>
                  <a:lnTo>
                    <a:pt x="928" y="2743"/>
                  </a:lnTo>
                  <a:lnTo>
                    <a:pt x="1275" y="2241"/>
                  </a:lnTo>
                  <a:lnTo>
                    <a:pt x="1661" y="1777"/>
                  </a:lnTo>
                  <a:lnTo>
                    <a:pt x="2086" y="1352"/>
                  </a:lnTo>
                  <a:lnTo>
                    <a:pt x="2588" y="1043"/>
                  </a:lnTo>
                  <a:lnTo>
                    <a:pt x="3129" y="773"/>
                  </a:lnTo>
                  <a:lnTo>
                    <a:pt x="3708" y="580"/>
                  </a:lnTo>
                  <a:lnTo>
                    <a:pt x="4326" y="464"/>
                  </a:lnTo>
                  <a:close/>
                  <a:moveTo>
                    <a:pt x="4519" y="1"/>
                  </a:moveTo>
                  <a:lnTo>
                    <a:pt x="4249" y="39"/>
                  </a:lnTo>
                  <a:lnTo>
                    <a:pt x="3901" y="78"/>
                  </a:lnTo>
                  <a:lnTo>
                    <a:pt x="3515" y="155"/>
                  </a:lnTo>
                  <a:lnTo>
                    <a:pt x="3167" y="271"/>
                  </a:lnTo>
                  <a:lnTo>
                    <a:pt x="2820" y="426"/>
                  </a:lnTo>
                  <a:lnTo>
                    <a:pt x="2472" y="580"/>
                  </a:lnTo>
                  <a:lnTo>
                    <a:pt x="2125" y="773"/>
                  </a:lnTo>
                  <a:lnTo>
                    <a:pt x="1777" y="1043"/>
                  </a:lnTo>
                  <a:lnTo>
                    <a:pt x="1468" y="1314"/>
                  </a:lnTo>
                  <a:lnTo>
                    <a:pt x="1082" y="1700"/>
                  </a:lnTo>
                  <a:lnTo>
                    <a:pt x="773" y="2163"/>
                  </a:lnTo>
                  <a:lnTo>
                    <a:pt x="503" y="2627"/>
                  </a:lnTo>
                  <a:lnTo>
                    <a:pt x="310" y="3090"/>
                  </a:lnTo>
                  <a:lnTo>
                    <a:pt x="155" y="3592"/>
                  </a:lnTo>
                  <a:lnTo>
                    <a:pt x="40" y="4094"/>
                  </a:lnTo>
                  <a:lnTo>
                    <a:pt x="1" y="4596"/>
                  </a:lnTo>
                  <a:lnTo>
                    <a:pt x="1" y="5137"/>
                  </a:lnTo>
                  <a:lnTo>
                    <a:pt x="78" y="5639"/>
                  </a:lnTo>
                  <a:lnTo>
                    <a:pt x="155" y="6179"/>
                  </a:lnTo>
                  <a:lnTo>
                    <a:pt x="310" y="6681"/>
                  </a:lnTo>
                  <a:lnTo>
                    <a:pt x="464" y="7183"/>
                  </a:lnTo>
                  <a:lnTo>
                    <a:pt x="696" y="7685"/>
                  </a:lnTo>
                  <a:lnTo>
                    <a:pt x="966" y="8149"/>
                  </a:lnTo>
                  <a:lnTo>
                    <a:pt x="1237" y="8612"/>
                  </a:lnTo>
                  <a:lnTo>
                    <a:pt x="1545" y="9037"/>
                  </a:lnTo>
                  <a:lnTo>
                    <a:pt x="2009" y="9577"/>
                  </a:lnTo>
                  <a:lnTo>
                    <a:pt x="2472" y="10041"/>
                  </a:lnTo>
                  <a:lnTo>
                    <a:pt x="2974" y="10427"/>
                  </a:lnTo>
                  <a:lnTo>
                    <a:pt x="3476" y="10813"/>
                  </a:lnTo>
                  <a:lnTo>
                    <a:pt x="4055" y="11083"/>
                  </a:lnTo>
                  <a:lnTo>
                    <a:pt x="4596" y="11354"/>
                  </a:lnTo>
                  <a:lnTo>
                    <a:pt x="5214" y="11547"/>
                  </a:lnTo>
                  <a:lnTo>
                    <a:pt x="5832" y="11701"/>
                  </a:lnTo>
                  <a:lnTo>
                    <a:pt x="5870" y="11856"/>
                  </a:lnTo>
                  <a:lnTo>
                    <a:pt x="6218" y="11778"/>
                  </a:lnTo>
                  <a:lnTo>
                    <a:pt x="7029" y="11817"/>
                  </a:lnTo>
                  <a:lnTo>
                    <a:pt x="7840" y="11817"/>
                  </a:lnTo>
                  <a:lnTo>
                    <a:pt x="8689" y="11701"/>
                  </a:lnTo>
                  <a:lnTo>
                    <a:pt x="9539" y="11508"/>
                  </a:lnTo>
                  <a:lnTo>
                    <a:pt x="10272" y="11238"/>
                  </a:lnTo>
                  <a:lnTo>
                    <a:pt x="11006" y="10929"/>
                  </a:lnTo>
                  <a:lnTo>
                    <a:pt x="11315" y="10813"/>
                  </a:lnTo>
                  <a:lnTo>
                    <a:pt x="11315" y="10774"/>
                  </a:lnTo>
                  <a:lnTo>
                    <a:pt x="12049" y="10350"/>
                  </a:lnTo>
                  <a:lnTo>
                    <a:pt x="12705" y="9848"/>
                  </a:lnTo>
                  <a:lnTo>
                    <a:pt x="13362" y="9307"/>
                  </a:lnTo>
                  <a:lnTo>
                    <a:pt x="13941" y="8689"/>
                  </a:lnTo>
                  <a:lnTo>
                    <a:pt x="14481" y="8033"/>
                  </a:lnTo>
                  <a:lnTo>
                    <a:pt x="14713" y="7685"/>
                  </a:lnTo>
                  <a:lnTo>
                    <a:pt x="14906" y="7299"/>
                  </a:lnTo>
                  <a:lnTo>
                    <a:pt x="15099" y="6952"/>
                  </a:lnTo>
                  <a:lnTo>
                    <a:pt x="15254" y="6565"/>
                  </a:lnTo>
                  <a:lnTo>
                    <a:pt x="15408" y="6179"/>
                  </a:lnTo>
                  <a:lnTo>
                    <a:pt x="15524" y="5754"/>
                  </a:lnTo>
                  <a:lnTo>
                    <a:pt x="15601" y="6256"/>
                  </a:lnTo>
                  <a:lnTo>
                    <a:pt x="15756" y="6720"/>
                  </a:lnTo>
                  <a:lnTo>
                    <a:pt x="15987" y="7145"/>
                  </a:lnTo>
                  <a:lnTo>
                    <a:pt x="16258" y="7569"/>
                  </a:lnTo>
                  <a:lnTo>
                    <a:pt x="16374" y="7762"/>
                  </a:lnTo>
                  <a:lnTo>
                    <a:pt x="16567" y="7917"/>
                  </a:lnTo>
                  <a:lnTo>
                    <a:pt x="16760" y="8071"/>
                  </a:lnTo>
                  <a:lnTo>
                    <a:pt x="16953" y="8187"/>
                  </a:lnTo>
                  <a:lnTo>
                    <a:pt x="17146" y="8264"/>
                  </a:lnTo>
                  <a:lnTo>
                    <a:pt x="17378" y="8264"/>
                  </a:lnTo>
                  <a:lnTo>
                    <a:pt x="17571" y="8187"/>
                  </a:lnTo>
                  <a:lnTo>
                    <a:pt x="17802" y="8033"/>
                  </a:lnTo>
                  <a:lnTo>
                    <a:pt x="17918" y="7878"/>
                  </a:lnTo>
                  <a:lnTo>
                    <a:pt x="17995" y="7685"/>
                  </a:lnTo>
                  <a:lnTo>
                    <a:pt x="18034" y="7454"/>
                  </a:lnTo>
                  <a:lnTo>
                    <a:pt x="18034" y="7260"/>
                  </a:lnTo>
                  <a:lnTo>
                    <a:pt x="17995" y="7029"/>
                  </a:lnTo>
                  <a:lnTo>
                    <a:pt x="17918" y="6836"/>
                  </a:lnTo>
                  <a:lnTo>
                    <a:pt x="17841" y="6643"/>
                  </a:lnTo>
                  <a:lnTo>
                    <a:pt x="17725" y="6450"/>
                  </a:lnTo>
                  <a:lnTo>
                    <a:pt x="17571" y="6256"/>
                  </a:lnTo>
                  <a:lnTo>
                    <a:pt x="17416" y="6063"/>
                  </a:lnTo>
                  <a:lnTo>
                    <a:pt x="17030" y="5716"/>
                  </a:lnTo>
                  <a:lnTo>
                    <a:pt x="16567" y="5446"/>
                  </a:lnTo>
                  <a:lnTo>
                    <a:pt x="16103" y="5252"/>
                  </a:lnTo>
                  <a:lnTo>
                    <a:pt x="16605" y="5175"/>
                  </a:lnTo>
                  <a:lnTo>
                    <a:pt x="17030" y="4982"/>
                  </a:lnTo>
                  <a:lnTo>
                    <a:pt x="17455" y="4750"/>
                  </a:lnTo>
                  <a:lnTo>
                    <a:pt x="17841" y="4442"/>
                  </a:lnTo>
                  <a:lnTo>
                    <a:pt x="17995" y="4248"/>
                  </a:lnTo>
                  <a:lnTo>
                    <a:pt x="18150" y="4055"/>
                  </a:lnTo>
                  <a:lnTo>
                    <a:pt x="18266" y="3824"/>
                  </a:lnTo>
                  <a:lnTo>
                    <a:pt x="18343" y="3553"/>
                  </a:lnTo>
                  <a:lnTo>
                    <a:pt x="18382" y="3322"/>
                  </a:lnTo>
                  <a:lnTo>
                    <a:pt x="18343" y="3090"/>
                  </a:lnTo>
                  <a:lnTo>
                    <a:pt x="18227" y="2858"/>
                  </a:lnTo>
                  <a:lnTo>
                    <a:pt x="18150" y="2781"/>
                  </a:lnTo>
                  <a:lnTo>
                    <a:pt x="18034" y="2704"/>
                  </a:lnTo>
                  <a:lnTo>
                    <a:pt x="17841" y="2588"/>
                  </a:lnTo>
                  <a:lnTo>
                    <a:pt x="17609" y="2549"/>
                  </a:lnTo>
                  <a:lnTo>
                    <a:pt x="17416" y="2549"/>
                  </a:lnTo>
                  <a:lnTo>
                    <a:pt x="17185" y="2588"/>
                  </a:lnTo>
                  <a:lnTo>
                    <a:pt x="16953" y="2704"/>
                  </a:lnTo>
                  <a:lnTo>
                    <a:pt x="16760" y="2781"/>
                  </a:lnTo>
                  <a:lnTo>
                    <a:pt x="16567" y="2936"/>
                  </a:lnTo>
                  <a:lnTo>
                    <a:pt x="16412" y="3090"/>
                  </a:lnTo>
                  <a:lnTo>
                    <a:pt x="16258" y="3283"/>
                  </a:lnTo>
                  <a:lnTo>
                    <a:pt x="16103" y="3476"/>
                  </a:lnTo>
                  <a:lnTo>
                    <a:pt x="15872" y="3978"/>
                  </a:lnTo>
                  <a:lnTo>
                    <a:pt x="15717" y="4480"/>
                  </a:lnTo>
                  <a:lnTo>
                    <a:pt x="15640" y="4982"/>
                  </a:lnTo>
                  <a:lnTo>
                    <a:pt x="15601" y="4982"/>
                  </a:lnTo>
                  <a:lnTo>
                    <a:pt x="15563" y="5021"/>
                  </a:lnTo>
                  <a:lnTo>
                    <a:pt x="15524" y="5021"/>
                  </a:lnTo>
                  <a:lnTo>
                    <a:pt x="15099" y="4789"/>
                  </a:lnTo>
                  <a:lnTo>
                    <a:pt x="14675" y="4635"/>
                  </a:lnTo>
                  <a:lnTo>
                    <a:pt x="14211" y="4519"/>
                  </a:lnTo>
                  <a:lnTo>
                    <a:pt x="13748" y="4519"/>
                  </a:lnTo>
                  <a:lnTo>
                    <a:pt x="13362" y="4596"/>
                  </a:lnTo>
                  <a:lnTo>
                    <a:pt x="13169" y="4635"/>
                  </a:lnTo>
                  <a:lnTo>
                    <a:pt x="12975" y="4712"/>
                  </a:lnTo>
                  <a:lnTo>
                    <a:pt x="12782" y="4789"/>
                  </a:lnTo>
                  <a:lnTo>
                    <a:pt x="12628" y="4944"/>
                  </a:lnTo>
                  <a:lnTo>
                    <a:pt x="12512" y="5098"/>
                  </a:lnTo>
                  <a:lnTo>
                    <a:pt x="12435" y="5252"/>
                  </a:lnTo>
                  <a:lnTo>
                    <a:pt x="12396" y="5446"/>
                  </a:lnTo>
                  <a:lnTo>
                    <a:pt x="12473" y="5639"/>
                  </a:lnTo>
                  <a:lnTo>
                    <a:pt x="12551" y="5793"/>
                  </a:lnTo>
                  <a:lnTo>
                    <a:pt x="12705" y="5909"/>
                  </a:lnTo>
                  <a:lnTo>
                    <a:pt x="12860" y="5986"/>
                  </a:lnTo>
                  <a:lnTo>
                    <a:pt x="13053" y="6063"/>
                  </a:lnTo>
                  <a:lnTo>
                    <a:pt x="13439" y="6141"/>
                  </a:lnTo>
                  <a:lnTo>
                    <a:pt x="13786" y="6141"/>
                  </a:lnTo>
                  <a:lnTo>
                    <a:pt x="14134" y="6102"/>
                  </a:lnTo>
                  <a:lnTo>
                    <a:pt x="14481" y="5986"/>
                  </a:lnTo>
                  <a:lnTo>
                    <a:pt x="14790" y="5870"/>
                  </a:lnTo>
                  <a:lnTo>
                    <a:pt x="14481" y="6256"/>
                  </a:lnTo>
                  <a:lnTo>
                    <a:pt x="14095" y="6565"/>
                  </a:lnTo>
                  <a:lnTo>
                    <a:pt x="13902" y="6720"/>
                  </a:lnTo>
                  <a:lnTo>
                    <a:pt x="13671" y="6836"/>
                  </a:lnTo>
                  <a:lnTo>
                    <a:pt x="13439" y="6952"/>
                  </a:lnTo>
                  <a:lnTo>
                    <a:pt x="13207" y="7029"/>
                  </a:lnTo>
                  <a:lnTo>
                    <a:pt x="12821" y="7067"/>
                  </a:lnTo>
                  <a:lnTo>
                    <a:pt x="12435" y="7067"/>
                  </a:lnTo>
                  <a:lnTo>
                    <a:pt x="12087" y="6990"/>
                  </a:lnTo>
                  <a:lnTo>
                    <a:pt x="11778" y="6874"/>
                  </a:lnTo>
                  <a:lnTo>
                    <a:pt x="11470" y="6681"/>
                  </a:lnTo>
                  <a:lnTo>
                    <a:pt x="11199" y="6411"/>
                  </a:lnTo>
                  <a:lnTo>
                    <a:pt x="10968" y="6141"/>
                  </a:lnTo>
                  <a:lnTo>
                    <a:pt x="10774" y="5793"/>
                  </a:lnTo>
                  <a:lnTo>
                    <a:pt x="10504" y="5330"/>
                  </a:lnTo>
                  <a:lnTo>
                    <a:pt x="10311" y="4828"/>
                  </a:lnTo>
                  <a:lnTo>
                    <a:pt x="9886" y="3862"/>
                  </a:lnTo>
                  <a:lnTo>
                    <a:pt x="9655" y="3399"/>
                  </a:lnTo>
                  <a:lnTo>
                    <a:pt x="9423" y="2936"/>
                  </a:lnTo>
                  <a:lnTo>
                    <a:pt x="9153" y="2472"/>
                  </a:lnTo>
                  <a:lnTo>
                    <a:pt x="8844" y="2047"/>
                  </a:lnTo>
                  <a:lnTo>
                    <a:pt x="8380" y="1545"/>
                  </a:lnTo>
                  <a:lnTo>
                    <a:pt x="7917" y="1159"/>
                  </a:lnTo>
                  <a:lnTo>
                    <a:pt x="7415" y="812"/>
                  </a:lnTo>
                  <a:lnTo>
                    <a:pt x="6874" y="503"/>
                  </a:lnTo>
                  <a:lnTo>
                    <a:pt x="6295" y="271"/>
                  </a:lnTo>
                  <a:lnTo>
                    <a:pt x="5716" y="117"/>
                  </a:lnTo>
                  <a:lnTo>
                    <a:pt x="5137" y="39"/>
                  </a:lnTo>
                  <a:lnTo>
                    <a:pt x="451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0" name="Google Shape;3340;p15"/>
            <p:cNvSpPr/>
            <p:nvPr/>
          </p:nvSpPr>
          <p:spPr>
            <a:xfrm>
              <a:off x="6767875" y="2536500"/>
              <a:ext cx="44450" cy="43450"/>
            </a:xfrm>
            <a:custGeom>
              <a:avLst/>
              <a:gdLst/>
              <a:ahLst/>
              <a:cxnLst/>
              <a:rect l="l" t="t" r="r" b="b"/>
              <a:pathLst>
                <a:path w="1778" h="1738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25"/>
                  </a:lnTo>
                  <a:lnTo>
                    <a:pt x="1314" y="579"/>
                  </a:lnTo>
                  <a:lnTo>
                    <a:pt x="1391" y="772"/>
                  </a:lnTo>
                  <a:lnTo>
                    <a:pt x="1391" y="965"/>
                  </a:lnTo>
                  <a:lnTo>
                    <a:pt x="1352" y="1043"/>
                  </a:lnTo>
                  <a:lnTo>
                    <a:pt x="1275" y="1120"/>
                  </a:lnTo>
                  <a:lnTo>
                    <a:pt x="1198" y="1197"/>
                  </a:lnTo>
                  <a:lnTo>
                    <a:pt x="1082" y="1274"/>
                  </a:lnTo>
                  <a:lnTo>
                    <a:pt x="889" y="1352"/>
                  </a:lnTo>
                  <a:lnTo>
                    <a:pt x="696" y="1313"/>
                  </a:lnTo>
                  <a:lnTo>
                    <a:pt x="542" y="1236"/>
                  </a:lnTo>
                  <a:lnTo>
                    <a:pt x="426" y="1081"/>
                  </a:lnTo>
                  <a:lnTo>
                    <a:pt x="387" y="888"/>
                  </a:lnTo>
                  <a:lnTo>
                    <a:pt x="387" y="734"/>
                  </a:lnTo>
                  <a:lnTo>
                    <a:pt x="464" y="541"/>
                  </a:lnTo>
                  <a:lnTo>
                    <a:pt x="542" y="386"/>
                  </a:lnTo>
                  <a:lnTo>
                    <a:pt x="542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9" y="39"/>
                  </a:lnTo>
                  <a:lnTo>
                    <a:pt x="464" y="116"/>
                  </a:lnTo>
                  <a:lnTo>
                    <a:pt x="426" y="155"/>
                  </a:lnTo>
                  <a:lnTo>
                    <a:pt x="348" y="155"/>
                  </a:lnTo>
                  <a:lnTo>
                    <a:pt x="233" y="232"/>
                  </a:lnTo>
                  <a:lnTo>
                    <a:pt x="117" y="348"/>
                  </a:lnTo>
                  <a:lnTo>
                    <a:pt x="40" y="502"/>
                  </a:lnTo>
                  <a:lnTo>
                    <a:pt x="1" y="657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40" y="1159"/>
                  </a:lnTo>
                  <a:lnTo>
                    <a:pt x="117" y="1313"/>
                  </a:lnTo>
                  <a:lnTo>
                    <a:pt x="194" y="1467"/>
                  </a:lnTo>
                  <a:lnTo>
                    <a:pt x="348" y="1583"/>
                  </a:lnTo>
                  <a:lnTo>
                    <a:pt x="464" y="1661"/>
                  </a:lnTo>
                  <a:lnTo>
                    <a:pt x="619" y="1699"/>
                  </a:lnTo>
                  <a:lnTo>
                    <a:pt x="812" y="1738"/>
                  </a:lnTo>
                  <a:lnTo>
                    <a:pt x="966" y="1738"/>
                  </a:lnTo>
                  <a:lnTo>
                    <a:pt x="1121" y="1699"/>
                  </a:lnTo>
                  <a:lnTo>
                    <a:pt x="1275" y="1622"/>
                  </a:lnTo>
                  <a:lnTo>
                    <a:pt x="1430" y="1506"/>
                  </a:lnTo>
                  <a:lnTo>
                    <a:pt x="1584" y="1390"/>
                  </a:lnTo>
                  <a:lnTo>
                    <a:pt x="1661" y="1236"/>
                  </a:lnTo>
                  <a:lnTo>
                    <a:pt x="1739" y="1081"/>
                  </a:lnTo>
                  <a:lnTo>
                    <a:pt x="1777" y="927"/>
                  </a:lnTo>
                  <a:lnTo>
                    <a:pt x="1777" y="772"/>
                  </a:lnTo>
                  <a:lnTo>
                    <a:pt x="1739" y="579"/>
                  </a:lnTo>
                  <a:lnTo>
                    <a:pt x="1661" y="425"/>
                  </a:lnTo>
                  <a:lnTo>
                    <a:pt x="1546" y="270"/>
                  </a:lnTo>
                  <a:lnTo>
                    <a:pt x="1430" y="155"/>
                  </a:lnTo>
                  <a:lnTo>
                    <a:pt x="1275" y="77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1" name="Google Shape;3341;p15"/>
            <p:cNvSpPr/>
            <p:nvPr/>
          </p:nvSpPr>
          <p:spPr>
            <a:xfrm>
              <a:off x="694725" y="25374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59"/>
                  </a:lnTo>
                  <a:lnTo>
                    <a:pt x="2897" y="1700"/>
                  </a:lnTo>
                  <a:lnTo>
                    <a:pt x="2511" y="2202"/>
                  </a:lnTo>
                  <a:lnTo>
                    <a:pt x="1932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96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41" y="4789"/>
                  </a:lnTo>
                  <a:lnTo>
                    <a:pt x="966" y="4519"/>
                  </a:lnTo>
                  <a:lnTo>
                    <a:pt x="1314" y="4248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897" y="2511"/>
                  </a:lnTo>
                  <a:lnTo>
                    <a:pt x="3322" y="1970"/>
                  </a:lnTo>
                  <a:lnTo>
                    <a:pt x="3669" y="1391"/>
                  </a:lnTo>
                  <a:lnTo>
                    <a:pt x="3978" y="812"/>
                  </a:lnTo>
                  <a:lnTo>
                    <a:pt x="4248" y="194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2" name="Google Shape;3342;p15"/>
            <p:cNvSpPr/>
            <p:nvPr/>
          </p:nvSpPr>
          <p:spPr>
            <a:xfrm>
              <a:off x="643575" y="253937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4" y="271"/>
                  </a:moveTo>
                  <a:lnTo>
                    <a:pt x="1236" y="387"/>
                  </a:lnTo>
                  <a:lnTo>
                    <a:pt x="1429" y="542"/>
                  </a:lnTo>
                  <a:lnTo>
                    <a:pt x="1545" y="735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3" y="1198"/>
                  </a:lnTo>
                  <a:lnTo>
                    <a:pt x="1545" y="1275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6"/>
                  </a:lnTo>
                  <a:lnTo>
                    <a:pt x="966" y="1584"/>
                  </a:lnTo>
                  <a:lnTo>
                    <a:pt x="773" y="1546"/>
                  </a:lnTo>
                  <a:lnTo>
                    <a:pt x="657" y="1468"/>
                  </a:lnTo>
                  <a:lnTo>
                    <a:pt x="579" y="1391"/>
                  </a:lnTo>
                  <a:lnTo>
                    <a:pt x="502" y="1314"/>
                  </a:lnTo>
                  <a:lnTo>
                    <a:pt x="464" y="1198"/>
                  </a:lnTo>
                  <a:lnTo>
                    <a:pt x="425" y="966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387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850" y="1"/>
                  </a:moveTo>
                  <a:lnTo>
                    <a:pt x="657" y="78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78"/>
                  </a:lnTo>
                  <a:lnTo>
                    <a:pt x="271" y="194"/>
                  </a:lnTo>
                  <a:lnTo>
                    <a:pt x="155" y="348"/>
                  </a:lnTo>
                  <a:lnTo>
                    <a:pt x="77" y="503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7" y="1430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893"/>
                  </a:lnTo>
                  <a:lnTo>
                    <a:pt x="1583" y="1816"/>
                  </a:lnTo>
                  <a:lnTo>
                    <a:pt x="1738" y="1661"/>
                  </a:lnTo>
                  <a:lnTo>
                    <a:pt x="1892" y="1546"/>
                  </a:lnTo>
                  <a:lnTo>
                    <a:pt x="1970" y="1352"/>
                  </a:lnTo>
                  <a:lnTo>
                    <a:pt x="2047" y="1159"/>
                  </a:lnTo>
                  <a:lnTo>
                    <a:pt x="2085" y="966"/>
                  </a:lnTo>
                  <a:lnTo>
                    <a:pt x="2047" y="773"/>
                  </a:lnTo>
                  <a:lnTo>
                    <a:pt x="1970" y="580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3" y="155"/>
                  </a:lnTo>
                  <a:lnTo>
                    <a:pt x="1429" y="40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3" name="Google Shape;3343;p15"/>
            <p:cNvSpPr/>
            <p:nvPr/>
          </p:nvSpPr>
          <p:spPr>
            <a:xfrm>
              <a:off x="2323325" y="2542275"/>
              <a:ext cx="309900" cy="249100"/>
            </a:xfrm>
            <a:custGeom>
              <a:avLst/>
              <a:gdLst/>
              <a:ahLst/>
              <a:cxnLst/>
              <a:rect l="l" t="t" r="r" b="b"/>
              <a:pathLst>
                <a:path w="12396" h="9964" extrusionOk="0">
                  <a:moveTo>
                    <a:pt x="10079" y="426"/>
                  </a:moveTo>
                  <a:lnTo>
                    <a:pt x="10272" y="464"/>
                  </a:lnTo>
                  <a:lnTo>
                    <a:pt x="10465" y="503"/>
                  </a:lnTo>
                  <a:lnTo>
                    <a:pt x="10581" y="541"/>
                  </a:lnTo>
                  <a:lnTo>
                    <a:pt x="10735" y="657"/>
                  </a:lnTo>
                  <a:lnTo>
                    <a:pt x="10851" y="850"/>
                  </a:lnTo>
                  <a:lnTo>
                    <a:pt x="10928" y="1043"/>
                  </a:lnTo>
                  <a:lnTo>
                    <a:pt x="10928" y="1236"/>
                  </a:lnTo>
                  <a:lnTo>
                    <a:pt x="10928" y="1430"/>
                  </a:lnTo>
                  <a:lnTo>
                    <a:pt x="10890" y="1661"/>
                  </a:lnTo>
                  <a:lnTo>
                    <a:pt x="10812" y="1854"/>
                  </a:lnTo>
                  <a:lnTo>
                    <a:pt x="10619" y="2202"/>
                  </a:lnTo>
                  <a:lnTo>
                    <a:pt x="10310" y="2588"/>
                  </a:lnTo>
                  <a:lnTo>
                    <a:pt x="9963" y="2936"/>
                  </a:lnTo>
                  <a:lnTo>
                    <a:pt x="9422" y="3476"/>
                  </a:lnTo>
                  <a:lnTo>
                    <a:pt x="8843" y="3978"/>
                  </a:lnTo>
                  <a:lnTo>
                    <a:pt x="8186" y="4480"/>
                  </a:lnTo>
                  <a:lnTo>
                    <a:pt x="7569" y="4982"/>
                  </a:lnTo>
                  <a:lnTo>
                    <a:pt x="6912" y="5484"/>
                  </a:lnTo>
                  <a:lnTo>
                    <a:pt x="6256" y="5947"/>
                  </a:lnTo>
                  <a:lnTo>
                    <a:pt x="5483" y="6411"/>
                  </a:lnTo>
                  <a:lnTo>
                    <a:pt x="4711" y="6874"/>
                  </a:lnTo>
                  <a:lnTo>
                    <a:pt x="3939" y="7299"/>
                  </a:lnTo>
                  <a:lnTo>
                    <a:pt x="3128" y="7724"/>
                  </a:lnTo>
                  <a:lnTo>
                    <a:pt x="2471" y="7994"/>
                  </a:lnTo>
                  <a:lnTo>
                    <a:pt x="2163" y="8110"/>
                  </a:lnTo>
                  <a:lnTo>
                    <a:pt x="1815" y="8226"/>
                  </a:lnTo>
                  <a:lnTo>
                    <a:pt x="1506" y="8264"/>
                  </a:lnTo>
                  <a:lnTo>
                    <a:pt x="1159" y="8303"/>
                  </a:lnTo>
                  <a:lnTo>
                    <a:pt x="811" y="8303"/>
                  </a:lnTo>
                  <a:lnTo>
                    <a:pt x="463" y="8226"/>
                  </a:lnTo>
                  <a:lnTo>
                    <a:pt x="502" y="8148"/>
                  </a:lnTo>
                  <a:lnTo>
                    <a:pt x="463" y="8033"/>
                  </a:lnTo>
                  <a:lnTo>
                    <a:pt x="463" y="7917"/>
                  </a:lnTo>
                  <a:lnTo>
                    <a:pt x="463" y="7801"/>
                  </a:lnTo>
                  <a:lnTo>
                    <a:pt x="502" y="7569"/>
                  </a:lnTo>
                  <a:lnTo>
                    <a:pt x="618" y="7299"/>
                  </a:lnTo>
                  <a:lnTo>
                    <a:pt x="772" y="7029"/>
                  </a:lnTo>
                  <a:lnTo>
                    <a:pt x="1159" y="6565"/>
                  </a:lnTo>
                  <a:lnTo>
                    <a:pt x="1467" y="6179"/>
                  </a:lnTo>
                  <a:lnTo>
                    <a:pt x="2008" y="5561"/>
                  </a:lnTo>
                  <a:lnTo>
                    <a:pt x="2549" y="4982"/>
                  </a:lnTo>
                  <a:lnTo>
                    <a:pt x="3128" y="4441"/>
                  </a:lnTo>
                  <a:lnTo>
                    <a:pt x="3746" y="3862"/>
                  </a:lnTo>
                  <a:lnTo>
                    <a:pt x="4364" y="3360"/>
                  </a:lnTo>
                  <a:lnTo>
                    <a:pt x="5020" y="2858"/>
                  </a:lnTo>
                  <a:lnTo>
                    <a:pt x="5715" y="2434"/>
                  </a:lnTo>
                  <a:lnTo>
                    <a:pt x="6410" y="1970"/>
                  </a:lnTo>
                  <a:lnTo>
                    <a:pt x="7105" y="1584"/>
                  </a:lnTo>
                  <a:lnTo>
                    <a:pt x="7839" y="1236"/>
                  </a:lnTo>
                  <a:lnTo>
                    <a:pt x="8457" y="928"/>
                  </a:lnTo>
                  <a:lnTo>
                    <a:pt x="8843" y="734"/>
                  </a:lnTo>
                  <a:lnTo>
                    <a:pt x="9268" y="580"/>
                  </a:lnTo>
                  <a:lnTo>
                    <a:pt x="9692" y="464"/>
                  </a:lnTo>
                  <a:lnTo>
                    <a:pt x="10079" y="426"/>
                  </a:lnTo>
                  <a:close/>
                  <a:moveTo>
                    <a:pt x="11237" y="464"/>
                  </a:moveTo>
                  <a:lnTo>
                    <a:pt x="11430" y="580"/>
                  </a:lnTo>
                  <a:lnTo>
                    <a:pt x="11585" y="773"/>
                  </a:lnTo>
                  <a:lnTo>
                    <a:pt x="11700" y="966"/>
                  </a:lnTo>
                  <a:lnTo>
                    <a:pt x="11778" y="1236"/>
                  </a:lnTo>
                  <a:lnTo>
                    <a:pt x="11778" y="1468"/>
                  </a:lnTo>
                  <a:lnTo>
                    <a:pt x="11778" y="1738"/>
                  </a:lnTo>
                  <a:lnTo>
                    <a:pt x="11739" y="1970"/>
                  </a:lnTo>
                  <a:lnTo>
                    <a:pt x="11662" y="2240"/>
                  </a:lnTo>
                  <a:lnTo>
                    <a:pt x="11430" y="2627"/>
                  </a:lnTo>
                  <a:lnTo>
                    <a:pt x="11160" y="3013"/>
                  </a:lnTo>
                  <a:lnTo>
                    <a:pt x="10851" y="3399"/>
                  </a:lnTo>
                  <a:lnTo>
                    <a:pt x="10542" y="3746"/>
                  </a:lnTo>
                  <a:lnTo>
                    <a:pt x="9847" y="4480"/>
                  </a:lnTo>
                  <a:lnTo>
                    <a:pt x="9075" y="5137"/>
                  </a:lnTo>
                  <a:lnTo>
                    <a:pt x="8264" y="5793"/>
                  </a:lnTo>
                  <a:lnTo>
                    <a:pt x="7453" y="6372"/>
                  </a:lnTo>
                  <a:lnTo>
                    <a:pt x="6603" y="6990"/>
                  </a:lnTo>
                  <a:lnTo>
                    <a:pt x="5754" y="7569"/>
                  </a:lnTo>
                  <a:lnTo>
                    <a:pt x="4866" y="8110"/>
                  </a:lnTo>
                  <a:lnTo>
                    <a:pt x="3977" y="8612"/>
                  </a:lnTo>
                  <a:lnTo>
                    <a:pt x="3128" y="9037"/>
                  </a:lnTo>
                  <a:lnTo>
                    <a:pt x="2703" y="9191"/>
                  </a:lnTo>
                  <a:lnTo>
                    <a:pt x="2240" y="9346"/>
                  </a:lnTo>
                  <a:lnTo>
                    <a:pt x="1969" y="9384"/>
                  </a:lnTo>
                  <a:lnTo>
                    <a:pt x="1661" y="9423"/>
                  </a:lnTo>
                  <a:lnTo>
                    <a:pt x="1313" y="9384"/>
                  </a:lnTo>
                  <a:lnTo>
                    <a:pt x="1004" y="9346"/>
                  </a:lnTo>
                  <a:lnTo>
                    <a:pt x="734" y="9191"/>
                  </a:lnTo>
                  <a:lnTo>
                    <a:pt x="541" y="9037"/>
                  </a:lnTo>
                  <a:lnTo>
                    <a:pt x="463" y="8921"/>
                  </a:lnTo>
                  <a:lnTo>
                    <a:pt x="386" y="8805"/>
                  </a:lnTo>
                  <a:lnTo>
                    <a:pt x="348" y="8650"/>
                  </a:lnTo>
                  <a:lnTo>
                    <a:pt x="309" y="8496"/>
                  </a:lnTo>
                  <a:lnTo>
                    <a:pt x="579" y="8612"/>
                  </a:lnTo>
                  <a:lnTo>
                    <a:pt x="888" y="8728"/>
                  </a:lnTo>
                  <a:lnTo>
                    <a:pt x="1197" y="8766"/>
                  </a:lnTo>
                  <a:lnTo>
                    <a:pt x="1506" y="8766"/>
                  </a:lnTo>
                  <a:lnTo>
                    <a:pt x="1815" y="8728"/>
                  </a:lnTo>
                  <a:lnTo>
                    <a:pt x="2124" y="8650"/>
                  </a:lnTo>
                  <a:lnTo>
                    <a:pt x="2742" y="8457"/>
                  </a:lnTo>
                  <a:lnTo>
                    <a:pt x="3321" y="8187"/>
                  </a:lnTo>
                  <a:lnTo>
                    <a:pt x="3939" y="7917"/>
                  </a:lnTo>
                  <a:lnTo>
                    <a:pt x="4981" y="7299"/>
                  </a:lnTo>
                  <a:lnTo>
                    <a:pt x="6526" y="6372"/>
                  </a:lnTo>
                  <a:lnTo>
                    <a:pt x="7298" y="5832"/>
                  </a:lnTo>
                  <a:lnTo>
                    <a:pt x="8071" y="5291"/>
                  </a:lnTo>
                  <a:lnTo>
                    <a:pt x="8804" y="4750"/>
                  </a:lnTo>
                  <a:lnTo>
                    <a:pt x="9499" y="4133"/>
                  </a:lnTo>
                  <a:lnTo>
                    <a:pt x="10156" y="3515"/>
                  </a:lnTo>
                  <a:lnTo>
                    <a:pt x="10774" y="2820"/>
                  </a:lnTo>
                  <a:lnTo>
                    <a:pt x="10967" y="2588"/>
                  </a:lnTo>
                  <a:lnTo>
                    <a:pt x="11121" y="2356"/>
                  </a:lnTo>
                  <a:lnTo>
                    <a:pt x="11276" y="2047"/>
                  </a:lnTo>
                  <a:lnTo>
                    <a:pt x="11391" y="1777"/>
                  </a:lnTo>
                  <a:lnTo>
                    <a:pt x="11469" y="1468"/>
                  </a:lnTo>
                  <a:lnTo>
                    <a:pt x="11507" y="1159"/>
                  </a:lnTo>
                  <a:lnTo>
                    <a:pt x="11430" y="889"/>
                  </a:lnTo>
                  <a:lnTo>
                    <a:pt x="11314" y="580"/>
                  </a:lnTo>
                  <a:lnTo>
                    <a:pt x="11237" y="464"/>
                  </a:lnTo>
                  <a:close/>
                  <a:moveTo>
                    <a:pt x="9924" y="1"/>
                  </a:moveTo>
                  <a:lnTo>
                    <a:pt x="9654" y="39"/>
                  </a:lnTo>
                  <a:lnTo>
                    <a:pt x="9306" y="117"/>
                  </a:lnTo>
                  <a:lnTo>
                    <a:pt x="8920" y="194"/>
                  </a:lnTo>
                  <a:lnTo>
                    <a:pt x="8186" y="503"/>
                  </a:lnTo>
                  <a:lnTo>
                    <a:pt x="7491" y="850"/>
                  </a:lnTo>
                  <a:lnTo>
                    <a:pt x="6835" y="1198"/>
                  </a:lnTo>
                  <a:lnTo>
                    <a:pt x="6101" y="1584"/>
                  </a:lnTo>
                  <a:lnTo>
                    <a:pt x="5406" y="2009"/>
                  </a:lnTo>
                  <a:lnTo>
                    <a:pt x="4750" y="2472"/>
                  </a:lnTo>
                  <a:lnTo>
                    <a:pt x="4093" y="2974"/>
                  </a:lnTo>
                  <a:lnTo>
                    <a:pt x="3360" y="3553"/>
                  </a:lnTo>
                  <a:lnTo>
                    <a:pt x="2665" y="4210"/>
                  </a:lnTo>
                  <a:lnTo>
                    <a:pt x="1969" y="4866"/>
                  </a:lnTo>
                  <a:lnTo>
                    <a:pt x="1352" y="5600"/>
                  </a:lnTo>
                  <a:lnTo>
                    <a:pt x="888" y="6141"/>
                  </a:lnTo>
                  <a:lnTo>
                    <a:pt x="618" y="6449"/>
                  </a:lnTo>
                  <a:lnTo>
                    <a:pt x="348" y="6797"/>
                  </a:lnTo>
                  <a:lnTo>
                    <a:pt x="155" y="7145"/>
                  </a:lnTo>
                  <a:lnTo>
                    <a:pt x="0" y="7492"/>
                  </a:lnTo>
                  <a:lnTo>
                    <a:pt x="0" y="7685"/>
                  </a:lnTo>
                  <a:lnTo>
                    <a:pt x="0" y="7840"/>
                  </a:lnTo>
                  <a:lnTo>
                    <a:pt x="0" y="8033"/>
                  </a:lnTo>
                  <a:lnTo>
                    <a:pt x="77" y="8187"/>
                  </a:lnTo>
                  <a:lnTo>
                    <a:pt x="77" y="8264"/>
                  </a:lnTo>
                  <a:lnTo>
                    <a:pt x="77" y="8342"/>
                  </a:lnTo>
                  <a:lnTo>
                    <a:pt x="39" y="8496"/>
                  </a:lnTo>
                  <a:lnTo>
                    <a:pt x="39" y="8650"/>
                  </a:lnTo>
                  <a:lnTo>
                    <a:pt x="77" y="8805"/>
                  </a:lnTo>
                  <a:lnTo>
                    <a:pt x="116" y="8959"/>
                  </a:lnTo>
                  <a:lnTo>
                    <a:pt x="309" y="9230"/>
                  </a:lnTo>
                  <a:lnTo>
                    <a:pt x="541" y="9500"/>
                  </a:lnTo>
                  <a:lnTo>
                    <a:pt x="734" y="9616"/>
                  </a:lnTo>
                  <a:lnTo>
                    <a:pt x="965" y="9732"/>
                  </a:lnTo>
                  <a:lnTo>
                    <a:pt x="1236" y="9770"/>
                  </a:lnTo>
                  <a:lnTo>
                    <a:pt x="1467" y="9809"/>
                  </a:lnTo>
                  <a:lnTo>
                    <a:pt x="1583" y="9963"/>
                  </a:lnTo>
                  <a:lnTo>
                    <a:pt x="1815" y="9770"/>
                  </a:lnTo>
                  <a:lnTo>
                    <a:pt x="1892" y="9770"/>
                  </a:lnTo>
                  <a:lnTo>
                    <a:pt x="1892" y="9848"/>
                  </a:lnTo>
                  <a:lnTo>
                    <a:pt x="1931" y="9848"/>
                  </a:lnTo>
                  <a:lnTo>
                    <a:pt x="2008" y="9770"/>
                  </a:lnTo>
                  <a:lnTo>
                    <a:pt x="2394" y="9654"/>
                  </a:lnTo>
                  <a:lnTo>
                    <a:pt x="2935" y="9500"/>
                  </a:lnTo>
                  <a:lnTo>
                    <a:pt x="3514" y="9268"/>
                  </a:lnTo>
                  <a:lnTo>
                    <a:pt x="4055" y="9037"/>
                  </a:lnTo>
                  <a:lnTo>
                    <a:pt x="4557" y="8766"/>
                  </a:lnTo>
                  <a:lnTo>
                    <a:pt x="5599" y="8148"/>
                  </a:lnTo>
                  <a:lnTo>
                    <a:pt x="6603" y="7492"/>
                  </a:lnTo>
                  <a:lnTo>
                    <a:pt x="6758" y="7376"/>
                  </a:lnTo>
                  <a:lnTo>
                    <a:pt x="7839" y="6643"/>
                  </a:lnTo>
                  <a:lnTo>
                    <a:pt x="8688" y="5986"/>
                  </a:lnTo>
                  <a:lnTo>
                    <a:pt x="9538" y="5330"/>
                  </a:lnTo>
                  <a:lnTo>
                    <a:pt x="10388" y="4596"/>
                  </a:lnTo>
                  <a:lnTo>
                    <a:pt x="10774" y="4171"/>
                  </a:lnTo>
                  <a:lnTo>
                    <a:pt x="11121" y="3785"/>
                  </a:lnTo>
                  <a:lnTo>
                    <a:pt x="11160" y="3901"/>
                  </a:lnTo>
                  <a:lnTo>
                    <a:pt x="11430" y="3824"/>
                  </a:lnTo>
                  <a:lnTo>
                    <a:pt x="11932" y="4094"/>
                  </a:lnTo>
                  <a:lnTo>
                    <a:pt x="12087" y="3824"/>
                  </a:lnTo>
                  <a:lnTo>
                    <a:pt x="11353" y="3476"/>
                  </a:lnTo>
                  <a:lnTo>
                    <a:pt x="11662" y="3051"/>
                  </a:lnTo>
                  <a:lnTo>
                    <a:pt x="11932" y="2588"/>
                  </a:lnTo>
                  <a:lnTo>
                    <a:pt x="12087" y="2202"/>
                  </a:lnTo>
                  <a:lnTo>
                    <a:pt x="12164" y="1816"/>
                  </a:lnTo>
                  <a:lnTo>
                    <a:pt x="12395" y="1623"/>
                  </a:lnTo>
                  <a:lnTo>
                    <a:pt x="12164" y="1391"/>
                  </a:lnTo>
                  <a:lnTo>
                    <a:pt x="12125" y="1082"/>
                  </a:lnTo>
                  <a:lnTo>
                    <a:pt x="12048" y="812"/>
                  </a:lnTo>
                  <a:lnTo>
                    <a:pt x="11932" y="580"/>
                  </a:lnTo>
                  <a:lnTo>
                    <a:pt x="11778" y="387"/>
                  </a:lnTo>
                  <a:lnTo>
                    <a:pt x="11585" y="194"/>
                  </a:lnTo>
                  <a:lnTo>
                    <a:pt x="11353" y="78"/>
                  </a:lnTo>
                  <a:lnTo>
                    <a:pt x="11044" y="39"/>
                  </a:lnTo>
                  <a:lnTo>
                    <a:pt x="10735" y="39"/>
                  </a:lnTo>
                  <a:lnTo>
                    <a:pt x="10619" y="78"/>
                  </a:lnTo>
                  <a:lnTo>
                    <a:pt x="1038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4" name="Google Shape;3344;p15"/>
            <p:cNvSpPr/>
            <p:nvPr/>
          </p:nvSpPr>
          <p:spPr>
            <a:xfrm>
              <a:off x="6773675" y="254227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4" y="3129"/>
                  </a:lnTo>
                  <a:lnTo>
                    <a:pt x="3939" y="4248"/>
                  </a:lnTo>
                  <a:lnTo>
                    <a:pt x="4017" y="5368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878"/>
                  </a:lnTo>
                  <a:lnTo>
                    <a:pt x="3901" y="8535"/>
                  </a:lnTo>
                  <a:lnTo>
                    <a:pt x="3746" y="9114"/>
                  </a:lnTo>
                  <a:lnTo>
                    <a:pt x="3515" y="9693"/>
                  </a:lnTo>
                  <a:lnTo>
                    <a:pt x="3244" y="10234"/>
                  </a:lnTo>
                  <a:lnTo>
                    <a:pt x="3013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52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465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54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57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580" y="2742"/>
                  </a:lnTo>
                  <a:lnTo>
                    <a:pt x="1352" y="2356"/>
                  </a:lnTo>
                  <a:lnTo>
                    <a:pt x="2163" y="1932"/>
                  </a:lnTo>
                  <a:lnTo>
                    <a:pt x="2935" y="1430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01" y="1"/>
                  </a:moveTo>
                  <a:lnTo>
                    <a:pt x="3476" y="310"/>
                  </a:lnTo>
                  <a:lnTo>
                    <a:pt x="3051" y="619"/>
                  </a:lnTo>
                  <a:lnTo>
                    <a:pt x="2626" y="966"/>
                  </a:lnTo>
                  <a:lnTo>
                    <a:pt x="2202" y="1275"/>
                  </a:lnTo>
                  <a:lnTo>
                    <a:pt x="1314" y="1893"/>
                  </a:lnTo>
                  <a:lnTo>
                    <a:pt x="425" y="2434"/>
                  </a:lnTo>
                  <a:lnTo>
                    <a:pt x="348" y="2511"/>
                  </a:lnTo>
                  <a:lnTo>
                    <a:pt x="348" y="2627"/>
                  </a:lnTo>
                  <a:lnTo>
                    <a:pt x="271" y="2665"/>
                  </a:lnTo>
                  <a:lnTo>
                    <a:pt x="232" y="2781"/>
                  </a:lnTo>
                  <a:lnTo>
                    <a:pt x="194" y="3785"/>
                  </a:lnTo>
                  <a:lnTo>
                    <a:pt x="155" y="4828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577"/>
                  </a:lnTo>
                  <a:lnTo>
                    <a:pt x="503" y="10041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391" y="11160"/>
                  </a:lnTo>
                  <a:lnTo>
                    <a:pt x="1622" y="11276"/>
                  </a:lnTo>
                  <a:lnTo>
                    <a:pt x="1816" y="11354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20" y="11315"/>
                  </a:lnTo>
                  <a:lnTo>
                    <a:pt x="3051" y="11199"/>
                  </a:lnTo>
                  <a:lnTo>
                    <a:pt x="3283" y="11045"/>
                  </a:lnTo>
                  <a:lnTo>
                    <a:pt x="3476" y="10852"/>
                  </a:lnTo>
                  <a:lnTo>
                    <a:pt x="3669" y="10620"/>
                  </a:lnTo>
                  <a:lnTo>
                    <a:pt x="3824" y="10388"/>
                  </a:lnTo>
                  <a:lnTo>
                    <a:pt x="3978" y="10118"/>
                  </a:lnTo>
                  <a:lnTo>
                    <a:pt x="4171" y="9539"/>
                  </a:lnTo>
                  <a:lnTo>
                    <a:pt x="4326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183"/>
                  </a:lnTo>
                  <a:lnTo>
                    <a:pt x="4596" y="6643"/>
                  </a:lnTo>
                  <a:lnTo>
                    <a:pt x="4596" y="6102"/>
                  </a:lnTo>
                  <a:lnTo>
                    <a:pt x="4519" y="4982"/>
                  </a:lnTo>
                  <a:lnTo>
                    <a:pt x="4441" y="3862"/>
                  </a:lnTo>
                  <a:lnTo>
                    <a:pt x="4326" y="2742"/>
                  </a:lnTo>
                  <a:lnTo>
                    <a:pt x="4287" y="2395"/>
                  </a:lnTo>
                  <a:lnTo>
                    <a:pt x="4210" y="1430"/>
                  </a:lnTo>
                  <a:lnTo>
                    <a:pt x="4132" y="503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5" name="Google Shape;3345;p15"/>
            <p:cNvSpPr/>
            <p:nvPr/>
          </p:nvSpPr>
          <p:spPr>
            <a:xfrm>
              <a:off x="4769575" y="2562550"/>
              <a:ext cx="144825" cy="164150"/>
            </a:xfrm>
            <a:custGeom>
              <a:avLst/>
              <a:gdLst/>
              <a:ahLst/>
              <a:cxnLst/>
              <a:rect l="l" t="t" r="r" b="b"/>
              <a:pathLst>
                <a:path w="5793" h="6566" extrusionOk="0">
                  <a:moveTo>
                    <a:pt x="2858" y="464"/>
                  </a:moveTo>
                  <a:lnTo>
                    <a:pt x="3360" y="619"/>
                  </a:lnTo>
                  <a:lnTo>
                    <a:pt x="3823" y="812"/>
                  </a:lnTo>
                  <a:lnTo>
                    <a:pt x="4248" y="1082"/>
                  </a:lnTo>
                  <a:lnTo>
                    <a:pt x="4634" y="1429"/>
                  </a:lnTo>
                  <a:lnTo>
                    <a:pt x="4943" y="1854"/>
                  </a:lnTo>
                  <a:lnTo>
                    <a:pt x="5059" y="2047"/>
                  </a:lnTo>
                  <a:lnTo>
                    <a:pt x="5175" y="2279"/>
                  </a:lnTo>
                  <a:lnTo>
                    <a:pt x="5252" y="2511"/>
                  </a:lnTo>
                  <a:lnTo>
                    <a:pt x="5290" y="2781"/>
                  </a:lnTo>
                  <a:lnTo>
                    <a:pt x="5329" y="3051"/>
                  </a:lnTo>
                  <a:lnTo>
                    <a:pt x="5329" y="3322"/>
                  </a:lnTo>
                  <a:lnTo>
                    <a:pt x="5290" y="3785"/>
                  </a:lnTo>
                  <a:lnTo>
                    <a:pt x="5175" y="4248"/>
                  </a:lnTo>
                  <a:lnTo>
                    <a:pt x="4982" y="4712"/>
                  </a:lnTo>
                  <a:lnTo>
                    <a:pt x="4711" y="5098"/>
                  </a:lnTo>
                  <a:lnTo>
                    <a:pt x="4364" y="5445"/>
                  </a:lnTo>
                  <a:lnTo>
                    <a:pt x="4016" y="5716"/>
                  </a:lnTo>
                  <a:lnTo>
                    <a:pt x="3784" y="5832"/>
                  </a:lnTo>
                  <a:lnTo>
                    <a:pt x="3553" y="5947"/>
                  </a:lnTo>
                  <a:lnTo>
                    <a:pt x="3321" y="6025"/>
                  </a:lnTo>
                  <a:lnTo>
                    <a:pt x="3089" y="6063"/>
                  </a:lnTo>
                  <a:lnTo>
                    <a:pt x="2780" y="6102"/>
                  </a:lnTo>
                  <a:lnTo>
                    <a:pt x="2510" y="6102"/>
                  </a:lnTo>
                  <a:lnTo>
                    <a:pt x="2201" y="6063"/>
                  </a:lnTo>
                  <a:lnTo>
                    <a:pt x="1970" y="5986"/>
                  </a:lnTo>
                  <a:lnTo>
                    <a:pt x="1738" y="5870"/>
                  </a:lnTo>
                  <a:lnTo>
                    <a:pt x="1506" y="5754"/>
                  </a:lnTo>
                  <a:lnTo>
                    <a:pt x="1313" y="5600"/>
                  </a:lnTo>
                  <a:lnTo>
                    <a:pt x="1159" y="5445"/>
                  </a:lnTo>
                  <a:lnTo>
                    <a:pt x="1004" y="5252"/>
                  </a:lnTo>
                  <a:lnTo>
                    <a:pt x="850" y="5021"/>
                  </a:lnTo>
                  <a:lnTo>
                    <a:pt x="734" y="4789"/>
                  </a:lnTo>
                  <a:lnTo>
                    <a:pt x="618" y="4557"/>
                  </a:lnTo>
                  <a:lnTo>
                    <a:pt x="502" y="4055"/>
                  </a:lnTo>
                  <a:lnTo>
                    <a:pt x="425" y="3515"/>
                  </a:lnTo>
                  <a:lnTo>
                    <a:pt x="464" y="2974"/>
                  </a:lnTo>
                  <a:lnTo>
                    <a:pt x="541" y="2433"/>
                  </a:lnTo>
                  <a:lnTo>
                    <a:pt x="734" y="1931"/>
                  </a:lnTo>
                  <a:lnTo>
                    <a:pt x="850" y="1700"/>
                  </a:lnTo>
                  <a:lnTo>
                    <a:pt x="966" y="1507"/>
                  </a:lnTo>
                  <a:lnTo>
                    <a:pt x="1120" y="1275"/>
                  </a:lnTo>
                  <a:lnTo>
                    <a:pt x="1313" y="1121"/>
                  </a:lnTo>
                  <a:lnTo>
                    <a:pt x="1506" y="927"/>
                  </a:lnTo>
                  <a:lnTo>
                    <a:pt x="1738" y="812"/>
                  </a:lnTo>
                  <a:lnTo>
                    <a:pt x="1970" y="696"/>
                  </a:lnTo>
                  <a:lnTo>
                    <a:pt x="2201" y="580"/>
                  </a:lnTo>
                  <a:lnTo>
                    <a:pt x="2472" y="541"/>
                  </a:lnTo>
                  <a:lnTo>
                    <a:pt x="2780" y="503"/>
                  </a:lnTo>
                  <a:lnTo>
                    <a:pt x="2819" y="503"/>
                  </a:lnTo>
                  <a:lnTo>
                    <a:pt x="2858" y="464"/>
                  </a:lnTo>
                  <a:close/>
                  <a:moveTo>
                    <a:pt x="2665" y="1"/>
                  </a:moveTo>
                  <a:lnTo>
                    <a:pt x="2587" y="39"/>
                  </a:lnTo>
                  <a:lnTo>
                    <a:pt x="2510" y="78"/>
                  </a:lnTo>
                  <a:lnTo>
                    <a:pt x="2472" y="155"/>
                  </a:lnTo>
                  <a:lnTo>
                    <a:pt x="2433" y="232"/>
                  </a:lnTo>
                  <a:lnTo>
                    <a:pt x="2163" y="271"/>
                  </a:lnTo>
                  <a:lnTo>
                    <a:pt x="1854" y="310"/>
                  </a:lnTo>
                  <a:lnTo>
                    <a:pt x="1622" y="387"/>
                  </a:lnTo>
                  <a:lnTo>
                    <a:pt x="1390" y="503"/>
                  </a:lnTo>
                  <a:lnTo>
                    <a:pt x="1159" y="657"/>
                  </a:lnTo>
                  <a:lnTo>
                    <a:pt x="966" y="850"/>
                  </a:lnTo>
                  <a:lnTo>
                    <a:pt x="772" y="1043"/>
                  </a:lnTo>
                  <a:lnTo>
                    <a:pt x="618" y="1236"/>
                  </a:lnTo>
                  <a:lnTo>
                    <a:pt x="464" y="1507"/>
                  </a:lnTo>
                  <a:lnTo>
                    <a:pt x="348" y="1738"/>
                  </a:lnTo>
                  <a:lnTo>
                    <a:pt x="155" y="2279"/>
                  </a:lnTo>
                  <a:lnTo>
                    <a:pt x="39" y="2858"/>
                  </a:lnTo>
                  <a:lnTo>
                    <a:pt x="0" y="3399"/>
                  </a:lnTo>
                  <a:lnTo>
                    <a:pt x="39" y="4055"/>
                  </a:lnTo>
                  <a:lnTo>
                    <a:pt x="116" y="4364"/>
                  </a:lnTo>
                  <a:lnTo>
                    <a:pt x="193" y="4673"/>
                  </a:lnTo>
                  <a:lnTo>
                    <a:pt x="309" y="4943"/>
                  </a:lnTo>
                  <a:lnTo>
                    <a:pt x="425" y="5214"/>
                  </a:lnTo>
                  <a:lnTo>
                    <a:pt x="579" y="5445"/>
                  </a:lnTo>
                  <a:lnTo>
                    <a:pt x="734" y="5677"/>
                  </a:lnTo>
                  <a:lnTo>
                    <a:pt x="927" y="5870"/>
                  </a:lnTo>
                  <a:lnTo>
                    <a:pt x="1120" y="6063"/>
                  </a:lnTo>
                  <a:lnTo>
                    <a:pt x="1390" y="6218"/>
                  </a:lnTo>
                  <a:lnTo>
                    <a:pt x="1622" y="6372"/>
                  </a:lnTo>
                  <a:lnTo>
                    <a:pt x="1892" y="6449"/>
                  </a:lnTo>
                  <a:lnTo>
                    <a:pt x="2201" y="6527"/>
                  </a:lnTo>
                  <a:lnTo>
                    <a:pt x="2549" y="6565"/>
                  </a:lnTo>
                  <a:lnTo>
                    <a:pt x="2896" y="6565"/>
                  </a:lnTo>
                  <a:lnTo>
                    <a:pt x="3205" y="6527"/>
                  </a:lnTo>
                  <a:lnTo>
                    <a:pt x="3476" y="6449"/>
                  </a:lnTo>
                  <a:lnTo>
                    <a:pt x="3784" y="6334"/>
                  </a:lnTo>
                  <a:lnTo>
                    <a:pt x="4055" y="6218"/>
                  </a:lnTo>
                  <a:lnTo>
                    <a:pt x="4325" y="6063"/>
                  </a:lnTo>
                  <a:lnTo>
                    <a:pt x="4557" y="5909"/>
                  </a:lnTo>
                  <a:lnTo>
                    <a:pt x="4788" y="5716"/>
                  </a:lnTo>
                  <a:lnTo>
                    <a:pt x="4982" y="5484"/>
                  </a:lnTo>
                  <a:lnTo>
                    <a:pt x="5175" y="5252"/>
                  </a:lnTo>
                  <a:lnTo>
                    <a:pt x="5329" y="4982"/>
                  </a:lnTo>
                  <a:lnTo>
                    <a:pt x="5483" y="4750"/>
                  </a:lnTo>
                  <a:lnTo>
                    <a:pt x="5599" y="4441"/>
                  </a:lnTo>
                  <a:lnTo>
                    <a:pt x="5677" y="4171"/>
                  </a:lnTo>
                  <a:lnTo>
                    <a:pt x="5754" y="3862"/>
                  </a:lnTo>
                  <a:lnTo>
                    <a:pt x="5792" y="3553"/>
                  </a:lnTo>
                  <a:lnTo>
                    <a:pt x="5792" y="3244"/>
                  </a:lnTo>
                  <a:lnTo>
                    <a:pt x="5792" y="2935"/>
                  </a:lnTo>
                  <a:lnTo>
                    <a:pt x="5715" y="2626"/>
                  </a:lnTo>
                  <a:lnTo>
                    <a:pt x="5638" y="2318"/>
                  </a:lnTo>
                  <a:lnTo>
                    <a:pt x="5561" y="2047"/>
                  </a:lnTo>
                  <a:lnTo>
                    <a:pt x="5406" y="1777"/>
                  </a:lnTo>
                  <a:lnTo>
                    <a:pt x="5252" y="1507"/>
                  </a:lnTo>
                  <a:lnTo>
                    <a:pt x="5059" y="1275"/>
                  </a:lnTo>
                  <a:lnTo>
                    <a:pt x="4866" y="1043"/>
                  </a:lnTo>
                  <a:lnTo>
                    <a:pt x="4634" y="812"/>
                  </a:lnTo>
                  <a:lnTo>
                    <a:pt x="4402" y="619"/>
                  </a:lnTo>
                  <a:lnTo>
                    <a:pt x="4132" y="464"/>
                  </a:lnTo>
                  <a:lnTo>
                    <a:pt x="3862" y="310"/>
                  </a:lnTo>
                  <a:lnTo>
                    <a:pt x="3591" y="194"/>
                  </a:lnTo>
                  <a:lnTo>
                    <a:pt x="3282" y="117"/>
                  </a:lnTo>
                  <a:lnTo>
                    <a:pt x="2974" y="39"/>
                  </a:lnTo>
                  <a:lnTo>
                    <a:pt x="266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6" name="Google Shape;3346;p15"/>
            <p:cNvSpPr/>
            <p:nvPr/>
          </p:nvSpPr>
          <p:spPr>
            <a:xfrm>
              <a:off x="2452675" y="2582825"/>
              <a:ext cx="296400" cy="356250"/>
            </a:xfrm>
            <a:custGeom>
              <a:avLst/>
              <a:gdLst/>
              <a:ahLst/>
              <a:cxnLst/>
              <a:rect l="l" t="t" r="r" b="b"/>
              <a:pathLst>
                <a:path w="11856" h="14250" extrusionOk="0">
                  <a:moveTo>
                    <a:pt x="7221" y="1"/>
                  </a:moveTo>
                  <a:lnTo>
                    <a:pt x="6990" y="194"/>
                  </a:lnTo>
                  <a:lnTo>
                    <a:pt x="8032" y="1777"/>
                  </a:lnTo>
                  <a:lnTo>
                    <a:pt x="9114" y="3283"/>
                  </a:lnTo>
                  <a:lnTo>
                    <a:pt x="8032" y="2704"/>
                  </a:lnTo>
                  <a:lnTo>
                    <a:pt x="6913" y="2202"/>
                  </a:lnTo>
                  <a:lnTo>
                    <a:pt x="6758" y="2472"/>
                  </a:lnTo>
                  <a:lnTo>
                    <a:pt x="8225" y="3283"/>
                  </a:lnTo>
                  <a:lnTo>
                    <a:pt x="9731" y="4094"/>
                  </a:lnTo>
                  <a:lnTo>
                    <a:pt x="10388" y="4905"/>
                  </a:lnTo>
                  <a:lnTo>
                    <a:pt x="10388" y="4943"/>
                  </a:lnTo>
                  <a:lnTo>
                    <a:pt x="10697" y="4827"/>
                  </a:lnTo>
                  <a:lnTo>
                    <a:pt x="10658" y="4712"/>
                  </a:lnTo>
                  <a:lnTo>
                    <a:pt x="10620" y="4596"/>
                  </a:lnTo>
                  <a:lnTo>
                    <a:pt x="10620" y="4596"/>
                  </a:lnTo>
                  <a:lnTo>
                    <a:pt x="10929" y="4712"/>
                  </a:lnTo>
                  <a:lnTo>
                    <a:pt x="11160" y="4827"/>
                  </a:lnTo>
                  <a:lnTo>
                    <a:pt x="11315" y="5021"/>
                  </a:lnTo>
                  <a:lnTo>
                    <a:pt x="11431" y="5252"/>
                  </a:lnTo>
                  <a:lnTo>
                    <a:pt x="11469" y="5484"/>
                  </a:lnTo>
                  <a:lnTo>
                    <a:pt x="11469" y="5754"/>
                  </a:lnTo>
                  <a:lnTo>
                    <a:pt x="11431" y="6063"/>
                  </a:lnTo>
                  <a:lnTo>
                    <a:pt x="11353" y="6372"/>
                  </a:lnTo>
                  <a:lnTo>
                    <a:pt x="11083" y="7028"/>
                  </a:lnTo>
                  <a:lnTo>
                    <a:pt x="10813" y="7646"/>
                  </a:lnTo>
                  <a:lnTo>
                    <a:pt x="10504" y="8148"/>
                  </a:lnTo>
                  <a:lnTo>
                    <a:pt x="10233" y="8573"/>
                  </a:lnTo>
                  <a:lnTo>
                    <a:pt x="9654" y="9345"/>
                  </a:lnTo>
                  <a:lnTo>
                    <a:pt x="9036" y="10079"/>
                  </a:lnTo>
                  <a:lnTo>
                    <a:pt x="8380" y="10736"/>
                  </a:lnTo>
                  <a:lnTo>
                    <a:pt x="7646" y="11353"/>
                  </a:lnTo>
                  <a:lnTo>
                    <a:pt x="6874" y="11933"/>
                  </a:lnTo>
                  <a:lnTo>
                    <a:pt x="6024" y="12435"/>
                  </a:lnTo>
                  <a:lnTo>
                    <a:pt x="5175" y="12898"/>
                  </a:lnTo>
                  <a:lnTo>
                    <a:pt x="4287" y="13284"/>
                  </a:lnTo>
                  <a:lnTo>
                    <a:pt x="3862" y="13439"/>
                  </a:lnTo>
                  <a:lnTo>
                    <a:pt x="3283" y="13632"/>
                  </a:lnTo>
                  <a:lnTo>
                    <a:pt x="2665" y="13786"/>
                  </a:lnTo>
                  <a:lnTo>
                    <a:pt x="1970" y="13941"/>
                  </a:lnTo>
                  <a:lnTo>
                    <a:pt x="1043" y="13941"/>
                  </a:lnTo>
                  <a:lnTo>
                    <a:pt x="811" y="13863"/>
                  </a:lnTo>
                  <a:lnTo>
                    <a:pt x="580" y="13709"/>
                  </a:lnTo>
                  <a:lnTo>
                    <a:pt x="425" y="13554"/>
                  </a:lnTo>
                  <a:lnTo>
                    <a:pt x="309" y="13323"/>
                  </a:lnTo>
                  <a:lnTo>
                    <a:pt x="232" y="13052"/>
                  </a:lnTo>
                  <a:lnTo>
                    <a:pt x="1" y="13130"/>
                  </a:lnTo>
                  <a:lnTo>
                    <a:pt x="1" y="13400"/>
                  </a:lnTo>
                  <a:lnTo>
                    <a:pt x="39" y="13632"/>
                  </a:lnTo>
                  <a:lnTo>
                    <a:pt x="155" y="13825"/>
                  </a:lnTo>
                  <a:lnTo>
                    <a:pt x="271" y="13941"/>
                  </a:lnTo>
                  <a:lnTo>
                    <a:pt x="464" y="14056"/>
                  </a:lnTo>
                  <a:lnTo>
                    <a:pt x="657" y="14172"/>
                  </a:lnTo>
                  <a:lnTo>
                    <a:pt x="889" y="14211"/>
                  </a:lnTo>
                  <a:lnTo>
                    <a:pt x="1120" y="14249"/>
                  </a:lnTo>
                  <a:lnTo>
                    <a:pt x="1661" y="14249"/>
                  </a:lnTo>
                  <a:lnTo>
                    <a:pt x="2163" y="14211"/>
                  </a:lnTo>
                  <a:lnTo>
                    <a:pt x="2665" y="14134"/>
                  </a:lnTo>
                  <a:lnTo>
                    <a:pt x="3051" y="14056"/>
                  </a:lnTo>
                  <a:lnTo>
                    <a:pt x="3708" y="13863"/>
                  </a:lnTo>
                  <a:lnTo>
                    <a:pt x="4364" y="13632"/>
                  </a:lnTo>
                  <a:lnTo>
                    <a:pt x="5020" y="13361"/>
                  </a:lnTo>
                  <a:lnTo>
                    <a:pt x="5638" y="13091"/>
                  </a:lnTo>
                  <a:lnTo>
                    <a:pt x="6256" y="12743"/>
                  </a:lnTo>
                  <a:lnTo>
                    <a:pt x="6835" y="12396"/>
                  </a:lnTo>
                  <a:lnTo>
                    <a:pt x="7415" y="12010"/>
                  </a:lnTo>
                  <a:lnTo>
                    <a:pt x="7955" y="11585"/>
                  </a:lnTo>
                  <a:lnTo>
                    <a:pt x="8457" y="11160"/>
                  </a:lnTo>
                  <a:lnTo>
                    <a:pt x="8959" y="10697"/>
                  </a:lnTo>
                  <a:lnTo>
                    <a:pt x="9423" y="10234"/>
                  </a:lnTo>
                  <a:lnTo>
                    <a:pt x="9847" y="9732"/>
                  </a:lnTo>
                  <a:lnTo>
                    <a:pt x="10272" y="9191"/>
                  </a:lnTo>
                  <a:lnTo>
                    <a:pt x="10620" y="8650"/>
                  </a:lnTo>
                  <a:lnTo>
                    <a:pt x="11006" y="8071"/>
                  </a:lnTo>
                  <a:lnTo>
                    <a:pt x="11315" y="7492"/>
                  </a:lnTo>
                  <a:lnTo>
                    <a:pt x="11546" y="6951"/>
                  </a:lnTo>
                  <a:lnTo>
                    <a:pt x="11778" y="6411"/>
                  </a:lnTo>
                  <a:lnTo>
                    <a:pt x="11817" y="6102"/>
                  </a:lnTo>
                  <a:lnTo>
                    <a:pt x="11855" y="5831"/>
                  </a:lnTo>
                  <a:lnTo>
                    <a:pt x="11855" y="5523"/>
                  </a:lnTo>
                  <a:lnTo>
                    <a:pt x="11778" y="5252"/>
                  </a:lnTo>
                  <a:lnTo>
                    <a:pt x="11701" y="5021"/>
                  </a:lnTo>
                  <a:lnTo>
                    <a:pt x="11585" y="4866"/>
                  </a:lnTo>
                  <a:lnTo>
                    <a:pt x="11469" y="4673"/>
                  </a:lnTo>
                  <a:lnTo>
                    <a:pt x="11315" y="4519"/>
                  </a:lnTo>
                  <a:lnTo>
                    <a:pt x="11122" y="4403"/>
                  </a:lnTo>
                  <a:lnTo>
                    <a:pt x="10929" y="4325"/>
                  </a:lnTo>
                  <a:lnTo>
                    <a:pt x="10735" y="4248"/>
                  </a:lnTo>
                  <a:lnTo>
                    <a:pt x="10504" y="4210"/>
                  </a:lnTo>
                  <a:lnTo>
                    <a:pt x="10465" y="4248"/>
                  </a:lnTo>
                  <a:lnTo>
                    <a:pt x="10388" y="4248"/>
                  </a:lnTo>
                  <a:lnTo>
                    <a:pt x="9654" y="3167"/>
                  </a:lnTo>
                  <a:lnTo>
                    <a:pt x="8882" y="2086"/>
                  </a:lnTo>
                  <a:lnTo>
                    <a:pt x="8032" y="1043"/>
                  </a:lnTo>
                  <a:lnTo>
                    <a:pt x="72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7" name="Google Shape;3347;p15"/>
            <p:cNvSpPr/>
            <p:nvPr/>
          </p:nvSpPr>
          <p:spPr>
            <a:xfrm>
              <a:off x="581775" y="2586700"/>
              <a:ext cx="44450" cy="43450"/>
            </a:xfrm>
            <a:custGeom>
              <a:avLst/>
              <a:gdLst/>
              <a:ahLst/>
              <a:cxnLst/>
              <a:rect l="l" t="t" r="r" b="b"/>
              <a:pathLst>
                <a:path w="1778" h="1738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25"/>
                  </a:lnTo>
                  <a:lnTo>
                    <a:pt x="1314" y="579"/>
                  </a:lnTo>
                  <a:lnTo>
                    <a:pt x="1391" y="772"/>
                  </a:lnTo>
                  <a:lnTo>
                    <a:pt x="1391" y="965"/>
                  </a:lnTo>
                  <a:lnTo>
                    <a:pt x="1352" y="1043"/>
                  </a:lnTo>
                  <a:lnTo>
                    <a:pt x="1275" y="1120"/>
                  </a:lnTo>
                  <a:lnTo>
                    <a:pt x="1198" y="1197"/>
                  </a:lnTo>
                  <a:lnTo>
                    <a:pt x="1082" y="1274"/>
                  </a:lnTo>
                  <a:lnTo>
                    <a:pt x="889" y="1352"/>
                  </a:lnTo>
                  <a:lnTo>
                    <a:pt x="696" y="1313"/>
                  </a:lnTo>
                  <a:lnTo>
                    <a:pt x="542" y="1236"/>
                  </a:lnTo>
                  <a:lnTo>
                    <a:pt x="426" y="1081"/>
                  </a:lnTo>
                  <a:lnTo>
                    <a:pt x="387" y="888"/>
                  </a:lnTo>
                  <a:lnTo>
                    <a:pt x="387" y="734"/>
                  </a:lnTo>
                  <a:lnTo>
                    <a:pt x="464" y="541"/>
                  </a:lnTo>
                  <a:lnTo>
                    <a:pt x="542" y="386"/>
                  </a:lnTo>
                  <a:lnTo>
                    <a:pt x="542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9" y="39"/>
                  </a:lnTo>
                  <a:lnTo>
                    <a:pt x="464" y="116"/>
                  </a:lnTo>
                  <a:lnTo>
                    <a:pt x="426" y="155"/>
                  </a:lnTo>
                  <a:lnTo>
                    <a:pt x="348" y="155"/>
                  </a:lnTo>
                  <a:lnTo>
                    <a:pt x="233" y="232"/>
                  </a:lnTo>
                  <a:lnTo>
                    <a:pt x="117" y="348"/>
                  </a:lnTo>
                  <a:lnTo>
                    <a:pt x="40" y="502"/>
                  </a:lnTo>
                  <a:lnTo>
                    <a:pt x="1" y="657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40" y="1159"/>
                  </a:lnTo>
                  <a:lnTo>
                    <a:pt x="117" y="1313"/>
                  </a:lnTo>
                  <a:lnTo>
                    <a:pt x="194" y="1467"/>
                  </a:lnTo>
                  <a:lnTo>
                    <a:pt x="348" y="1583"/>
                  </a:lnTo>
                  <a:lnTo>
                    <a:pt x="464" y="1660"/>
                  </a:lnTo>
                  <a:lnTo>
                    <a:pt x="619" y="1699"/>
                  </a:lnTo>
                  <a:lnTo>
                    <a:pt x="812" y="1738"/>
                  </a:lnTo>
                  <a:lnTo>
                    <a:pt x="966" y="1738"/>
                  </a:lnTo>
                  <a:lnTo>
                    <a:pt x="1121" y="1699"/>
                  </a:lnTo>
                  <a:lnTo>
                    <a:pt x="1275" y="1622"/>
                  </a:lnTo>
                  <a:lnTo>
                    <a:pt x="1430" y="1506"/>
                  </a:lnTo>
                  <a:lnTo>
                    <a:pt x="1584" y="1390"/>
                  </a:lnTo>
                  <a:lnTo>
                    <a:pt x="1661" y="1236"/>
                  </a:lnTo>
                  <a:lnTo>
                    <a:pt x="1739" y="1081"/>
                  </a:lnTo>
                  <a:lnTo>
                    <a:pt x="1777" y="927"/>
                  </a:lnTo>
                  <a:lnTo>
                    <a:pt x="1777" y="772"/>
                  </a:lnTo>
                  <a:lnTo>
                    <a:pt x="1739" y="579"/>
                  </a:lnTo>
                  <a:lnTo>
                    <a:pt x="1661" y="425"/>
                  </a:lnTo>
                  <a:lnTo>
                    <a:pt x="1545" y="270"/>
                  </a:lnTo>
                  <a:lnTo>
                    <a:pt x="1430" y="155"/>
                  </a:lnTo>
                  <a:lnTo>
                    <a:pt x="1275" y="77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8" name="Google Shape;3348;p15"/>
            <p:cNvSpPr/>
            <p:nvPr/>
          </p:nvSpPr>
          <p:spPr>
            <a:xfrm>
              <a:off x="6717675" y="2588625"/>
              <a:ext cx="42525" cy="41525"/>
            </a:xfrm>
            <a:custGeom>
              <a:avLst/>
              <a:gdLst/>
              <a:ahLst/>
              <a:cxnLst/>
              <a:rect l="l" t="t" r="r" b="b"/>
              <a:pathLst>
                <a:path w="1701" h="1661" extrusionOk="0">
                  <a:moveTo>
                    <a:pt x="1121" y="386"/>
                  </a:moveTo>
                  <a:lnTo>
                    <a:pt x="1198" y="464"/>
                  </a:lnTo>
                  <a:lnTo>
                    <a:pt x="1237" y="541"/>
                  </a:lnTo>
                  <a:lnTo>
                    <a:pt x="1314" y="695"/>
                  </a:lnTo>
                  <a:lnTo>
                    <a:pt x="1314" y="927"/>
                  </a:lnTo>
                  <a:lnTo>
                    <a:pt x="1237" y="1082"/>
                  </a:lnTo>
                  <a:lnTo>
                    <a:pt x="1159" y="1159"/>
                  </a:lnTo>
                  <a:lnTo>
                    <a:pt x="1082" y="1197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2" y="1120"/>
                  </a:lnTo>
                  <a:lnTo>
                    <a:pt x="464" y="1043"/>
                  </a:lnTo>
                  <a:lnTo>
                    <a:pt x="426" y="966"/>
                  </a:lnTo>
                  <a:lnTo>
                    <a:pt x="387" y="850"/>
                  </a:lnTo>
                  <a:lnTo>
                    <a:pt x="387" y="773"/>
                  </a:lnTo>
                  <a:lnTo>
                    <a:pt x="426" y="541"/>
                  </a:lnTo>
                  <a:lnTo>
                    <a:pt x="542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735" y="0"/>
                  </a:moveTo>
                  <a:lnTo>
                    <a:pt x="619" y="39"/>
                  </a:lnTo>
                  <a:lnTo>
                    <a:pt x="503" y="116"/>
                  </a:lnTo>
                  <a:lnTo>
                    <a:pt x="349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41"/>
                  </a:lnTo>
                  <a:lnTo>
                    <a:pt x="40" y="695"/>
                  </a:lnTo>
                  <a:lnTo>
                    <a:pt x="1" y="850"/>
                  </a:lnTo>
                  <a:lnTo>
                    <a:pt x="40" y="1004"/>
                  </a:lnTo>
                  <a:lnTo>
                    <a:pt x="78" y="1159"/>
                  </a:lnTo>
                  <a:lnTo>
                    <a:pt x="194" y="1313"/>
                  </a:lnTo>
                  <a:lnTo>
                    <a:pt x="310" y="1468"/>
                  </a:lnTo>
                  <a:lnTo>
                    <a:pt x="464" y="1545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583"/>
                  </a:lnTo>
                  <a:lnTo>
                    <a:pt x="1353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2"/>
                  </a:lnTo>
                  <a:lnTo>
                    <a:pt x="1700" y="888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8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9" name="Google Shape;3349;p15"/>
            <p:cNvSpPr/>
            <p:nvPr/>
          </p:nvSpPr>
          <p:spPr>
            <a:xfrm>
              <a:off x="587575" y="259247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29"/>
                  </a:lnTo>
                  <a:lnTo>
                    <a:pt x="3939" y="4248"/>
                  </a:lnTo>
                  <a:lnTo>
                    <a:pt x="4017" y="5368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878"/>
                  </a:lnTo>
                  <a:lnTo>
                    <a:pt x="3901" y="8535"/>
                  </a:lnTo>
                  <a:lnTo>
                    <a:pt x="3746" y="9114"/>
                  </a:lnTo>
                  <a:lnTo>
                    <a:pt x="3515" y="9693"/>
                  </a:lnTo>
                  <a:lnTo>
                    <a:pt x="3244" y="10234"/>
                  </a:lnTo>
                  <a:lnTo>
                    <a:pt x="3013" y="10543"/>
                  </a:lnTo>
                  <a:lnTo>
                    <a:pt x="2781" y="10736"/>
                  </a:lnTo>
                  <a:lnTo>
                    <a:pt x="2472" y="10851"/>
                  </a:lnTo>
                  <a:lnTo>
                    <a:pt x="2202" y="10851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465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54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57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580" y="2742"/>
                  </a:lnTo>
                  <a:lnTo>
                    <a:pt x="1352" y="2356"/>
                  </a:lnTo>
                  <a:lnTo>
                    <a:pt x="2163" y="1931"/>
                  </a:lnTo>
                  <a:lnTo>
                    <a:pt x="2935" y="1429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01" y="1"/>
                  </a:moveTo>
                  <a:lnTo>
                    <a:pt x="3476" y="310"/>
                  </a:lnTo>
                  <a:lnTo>
                    <a:pt x="3051" y="619"/>
                  </a:lnTo>
                  <a:lnTo>
                    <a:pt x="2626" y="966"/>
                  </a:lnTo>
                  <a:lnTo>
                    <a:pt x="2202" y="1275"/>
                  </a:lnTo>
                  <a:lnTo>
                    <a:pt x="1313" y="1893"/>
                  </a:lnTo>
                  <a:lnTo>
                    <a:pt x="425" y="2433"/>
                  </a:lnTo>
                  <a:lnTo>
                    <a:pt x="348" y="2511"/>
                  </a:lnTo>
                  <a:lnTo>
                    <a:pt x="348" y="2627"/>
                  </a:lnTo>
                  <a:lnTo>
                    <a:pt x="271" y="2665"/>
                  </a:lnTo>
                  <a:lnTo>
                    <a:pt x="232" y="2781"/>
                  </a:lnTo>
                  <a:lnTo>
                    <a:pt x="194" y="3785"/>
                  </a:lnTo>
                  <a:lnTo>
                    <a:pt x="155" y="4828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577"/>
                  </a:lnTo>
                  <a:lnTo>
                    <a:pt x="503" y="10041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391" y="11160"/>
                  </a:lnTo>
                  <a:lnTo>
                    <a:pt x="1622" y="11276"/>
                  </a:lnTo>
                  <a:lnTo>
                    <a:pt x="1815" y="11353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19" y="11315"/>
                  </a:lnTo>
                  <a:lnTo>
                    <a:pt x="3051" y="11199"/>
                  </a:lnTo>
                  <a:lnTo>
                    <a:pt x="3283" y="11045"/>
                  </a:lnTo>
                  <a:lnTo>
                    <a:pt x="3476" y="10851"/>
                  </a:lnTo>
                  <a:lnTo>
                    <a:pt x="3669" y="10620"/>
                  </a:lnTo>
                  <a:lnTo>
                    <a:pt x="3823" y="10388"/>
                  </a:lnTo>
                  <a:lnTo>
                    <a:pt x="3978" y="10118"/>
                  </a:lnTo>
                  <a:lnTo>
                    <a:pt x="4171" y="9539"/>
                  </a:lnTo>
                  <a:lnTo>
                    <a:pt x="4325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183"/>
                  </a:lnTo>
                  <a:lnTo>
                    <a:pt x="4596" y="6642"/>
                  </a:lnTo>
                  <a:lnTo>
                    <a:pt x="4596" y="6102"/>
                  </a:lnTo>
                  <a:lnTo>
                    <a:pt x="4519" y="4982"/>
                  </a:lnTo>
                  <a:lnTo>
                    <a:pt x="4441" y="3862"/>
                  </a:lnTo>
                  <a:lnTo>
                    <a:pt x="4325" y="2742"/>
                  </a:lnTo>
                  <a:lnTo>
                    <a:pt x="4287" y="2395"/>
                  </a:lnTo>
                  <a:lnTo>
                    <a:pt x="4210" y="1429"/>
                  </a:lnTo>
                  <a:lnTo>
                    <a:pt x="4132" y="503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0" name="Google Shape;3350;p15"/>
            <p:cNvSpPr/>
            <p:nvPr/>
          </p:nvSpPr>
          <p:spPr>
            <a:xfrm>
              <a:off x="6526550" y="261565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116" y="1"/>
                  </a:moveTo>
                  <a:lnTo>
                    <a:pt x="39" y="116"/>
                  </a:lnTo>
                  <a:lnTo>
                    <a:pt x="0" y="232"/>
                  </a:lnTo>
                  <a:lnTo>
                    <a:pt x="39" y="348"/>
                  </a:lnTo>
                  <a:lnTo>
                    <a:pt x="348" y="850"/>
                  </a:lnTo>
                  <a:lnTo>
                    <a:pt x="657" y="1352"/>
                  </a:lnTo>
                  <a:lnTo>
                    <a:pt x="1004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3" y="3553"/>
                  </a:lnTo>
                  <a:lnTo>
                    <a:pt x="3205" y="3901"/>
                  </a:lnTo>
                  <a:lnTo>
                    <a:pt x="3553" y="3746"/>
                  </a:lnTo>
                  <a:lnTo>
                    <a:pt x="2781" y="2974"/>
                  </a:lnTo>
                  <a:lnTo>
                    <a:pt x="2047" y="2202"/>
                  </a:lnTo>
                  <a:lnTo>
                    <a:pt x="1352" y="1429"/>
                  </a:lnTo>
                  <a:lnTo>
                    <a:pt x="1043" y="966"/>
                  </a:lnTo>
                  <a:lnTo>
                    <a:pt x="734" y="541"/>
                  </a:lnTo>
                  <a:lnTo>
                    <a:pt x="1622" y="657"/>
                  </a:lnTo>
                  <a:lnTo>
                    <a:pt x="2510" y="850"/>
                  </a:lnTo>
                  <a:lnTo>
                    <a:pt x="3012" y="1004"/>
                  </a:lnTo>
                  <a:lnTo>
                    <a:pt x="3514" y="1198"/>
                  </a:lnTo>
                  <a:lnTo>
                    <a:pt x="4016" y="1352"/>
                  </a:lnTo>
                  <a:lnTo>
                    <a:pt x="4480" y="1506"/>
                  </a:lnTo>
                  <a:lnTo>
                    <a:pt x="4595" y="1468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4" y="1506"/>
                  </a:lnTo>
                  <a:lnTo>
                    <a:pt x="4982" y="1391"/>
                  </a:lnTo>
                  <a:lnTo>
                    <a:pt x="4634" y="1120"/>
                  </a:lnTo>
                  <a:lnTo>
                    <a:pt x="4171" y="850"/>
                  </a:lnTo>
                  <a:lnTo>
                    <a:pt x="3630" y="618"/>
                  </a:lnTo>
                  <a:lnTo>
                    <a:pt x="3089" y="425"/>
                  </a:lnTo>
                  <a:lnTo>
                    <a:pt x="2510" y="309"/>
                  </a:lnTo>
                  <a:lnTo>
                    <a:pt x="1931" y="194"/>
                  </a:lnTo>
                  <a:lnTo>
                    <a:pt x="1352" y="116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1" name="Google Shape;3351;p15"/>
            <p:cNvSpPr/>
            <p:nvPr/>
          </p:nvSpPr>
          <p:spPr>
            <a:xfrm>
              <a:off x="1725750" y="2629175"/>
              <a:ext cx="67600" cy="76275"/>
            </a:xfrm>
            <a:custGeom>
              <a:avLst/>
              <a:gdLst/>
              <a:ahLst/>
              <a:cxnLst/>
              <a:rect l="l" t="t" r="r" b="b"/>
              <a:pathLst>
                <a:path w="2704" h="3051" extrusionOk="0">
                  <a:moveTo>
                    <a:pt x="1159" y="425"/>
                  </a:moveTo>
                  <a:lnTo>
                    <a:pt x="1429" y="502"/>
                  </a:lnTo>
                  <a:lnTo>
                    <a:pt x="1661" y="618"/>
                  </a:lnTo>
                  <a:lnTo>
                    <a:pt x="1854" y="772"/>
                  </a:lnTo>
                  <a:lnTo>
                    <a:pt x="2008" y="965"/>
                  </a:lnTo>
                  <a:lnTo>
                    <a:pt x="2124" y="1120"/>
                  </a:lnTo>
                  <a:lnTo>
                    <a:pt x="2202" y="1313"/>
                  </a:lnTo>
                  <a:lnTo>
                    <a:pt x="2317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2" y="2394"/>
                  </a:lnTo>
                  <a:lnTo>
                    <a:pt x="2047" y="2278"/>
                  </a:lnTo>
                  <a:lnTo>
                    <a:pt x="1622" y="2047"/>
                  </a:lnTo>
                  <a:lnTo>
                    <a:pt x="1236" y="1892"/>
                  </a:lnTo>
                  <a:lnTo>
                    <a:pt x="1004" y="1776"/>
                  </a:lnTo>
                  <a:lnTo>
                    <a:pt x="811" y="1661"/>
                  </a:lnTo>
                  <a:lnTo>
                    <a:pt x="618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1"/>
                  </a:lnTo>
                  <a:lnTo>
                    <a:pt x="541" y="657"/>
                  </a:lnTo>
                  <a:lnTo>
                    <a:pt x="618" y="579"/>
                  </a:lnTo>
                  <a:lnTo>
                    <a:pt x="696" y="502"/>
                  </a:lnTo>
                  <a:lnTo>
                    <a:pt x="811" y="463"/>
                  </a:lnTo>
                  <a:lnTo>
                    <a:pt x="927" y="425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0"/>
                  </a:lnTo>
                  <a:lnTo>
                    <a:pt x="194" y="425"/>
                  </a:lnTo>
                  <a:lnTo>
                    <a:pt x="78" y="618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1" y="1236"/>
                  </a:lnTo>
                  <a:lnTo>
                    <a:pt x="39" y="1429"/>
                  </a:lnTo>
                  <a:lnTo>
                    <a:pt x="155" y="1622"/>
                  </a:lnTo>
                  <a:lnTo>
                    <a:pt x="387" y="1854"/>
                  </a:lnTo>
                  <a:lnTo>
                    <a:pt x="618" y="2047"/>
                  </a:lnTo>
                  <a:lnTo>
                    <a:pt x="889" y="2201"/>
                  </a:lnTo>
                  <a:lnTo>
                    <a:pt x="1198" y="2317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8" y="2742"/>
                  </a:lnTo>
                  <a:lnTo>
                    <a:pt x="2202" y="2973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0" y="3012"/>
                  </a:lnTo>
                  <a:lnTo>
                    <a:pt x="2588" y="2973"/>
                  </a:lnTo>
                  <a:lnTo>
                    <a:pt x="2626" y="2896"/>
                  </a:lnTo>
                  <a:lnTo>
                    <a:pt x="2704" y="2317"/>
                  </a:lnTo>
                  <a:lnTo>
                    <a:pt x="2704" y="2008"/>
                  </a:lnTo>
                  <a:lnTo>
                    <a:pt x="2704" y="1699"/>
                  </a:lnTo>
                  <a:lnTo>
                    <a:pt x="2626" y="1429"/>
                  </a:lnTo>
                  <a:lnTo>
                    <a:pt x="2549" y="1120"/>
                  </a:lnTo>
                  <a:lnTo>
                    <a:pt x="2433" y="850"/>
                  </a:lnTo>
                  <a:lnTo>
                    <a:pt x="2279" y="579"/>
                  </a:lnTo>
                  <a:lnTo>
                    <a:pt x="2124" y="425"/>
                  </a:lnTo>
                  <a:lnTo>
                    <a:pt x="1931" y="270"/>
                  </a:lnTo>
                  <a:lnTo>
                    <a:pt x="1700" y="116"/>
                  </a:lnTo>
                  <a:lnTo>
                    <a:pt x="1506" y="39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2" name="Google Shape;3352;p15"/>
            <p:cNvSpPr/>
            <p:nvPr/>
          </p:nvSpPr>
          <p:spPr>
            <a:xfrm>
              <a:off x="2602300" y="2637850"/>
              <a:ext cx="63750" cy="173800"/>
            </a:xfrm>
            <a:custGeom>
              <a:avLst/>
              <a:gdLst/>
              <a:ahLst/>
              <a:cxnLst/>
              <a:rect l="l" t="t" r="r" b="b"/>
              <a:pathLst>
                <a:path w="2550" h="6952" extrusionOk="0">
                  <a:moveTo>
                    <a:pt x="271" y="1"/>
                  </a:moveTo>
                  <a:lnTo>
                    <a:pt x="1" y="78"/>
                  </a:lnTo>
                  <a:lnTo>
                    <a:pt x="232" y="927"/>
                  </a:lnTo>
                  <a:lnTo>
                    <a:pt x="503" y="1816"/>
                  </a:lnTo>
                  <a:lnTo>
                    <a:pt x="1082" y="3515"/>
                  </a:lnTo>
                  <a:lnTo>
                    <a:pt x="2318" y="6951"/>
                  </a:lnTo>
                  <a:lnTo>
                    <a:pt x="2549" y="6874"/>
                  </a:lnTo>
                  <a:lnTo>
                    <a:pt x="2047" y="5136"/>
                  </a:lnTo>
                  <a:lnTo>
                    <a:pt x="1507" y="3399"/>
                  </a:lnTo>
                  <a:lnTo>
                    <a:pt x="928" y="1661"/>
                  </a:lnTo>
                  <a:lnTo>
                    <a:pt x="619" y="81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3" name="Google Shape;3353;p15"/>
            <p:cNvSpPr/>
            <p:nvPr/>
          </p:nvSpPr>
          <p:spPr>
            <a:xfrm>
              <a:off x="531575" y="263882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121" y="386"/>
                  </a:moveTo>
                  <a:lnTo>
                    <a:pt x="1198" y="464"/>
                  </a:lnTo>
                  <a:lnTo>
                    <a:pt x="1237" y="541"/>
                  </a:lnTo>
                  <a:lnTo>
                    <a:pt x="1314" y="695"/>
                  </a:lnTo>
                  <a:lnTo>
                    <a:pt x="1314" y="927"/>
                  </a:lnTo>
                  <a:lnTo>
                    <a:pt x="1237" y="1081"/>
                  </a:lnTo>
                  <a:lnTo>
                    <a:pt x="1159" y="1159"/>
                  </a:lnTo>
                  <a:lnTo>
                    <a:pt x="1082" y="1197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2" y="1120"/>
                  </a:lnTo>
                  <a:lnTo>
                    <a:pt x="464" y="1043"/>
                  </a:lnTo>
                  <a:lnTo>
                    <a:pt x="426" y="966"/>
                  </a:lnTo>
                  <a:lnTo>
                    <a:pt x="387" y="850"/>
                  </a:lnTo>
                  <a:lnTo>
                    <a:pt x="387" y="773"/>
                  </a:lnTo>
                  <a:lnTo>
                    <a:pt x="426" y="541"/>
                  </a:lnTo>
                  <a:lnTo>
                    <a:pt x="542" y="579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735" y="0"/>
                  </a:moveTo>
                  <a:lnTo>
                    <a:pt x="619" y="39"/>
                  </a:lnTo>
                  <a:lnTo>
                    <a:pt x="503" y="116"/>
                  </a:lnTo>
                  <a:lnTo>
                    <a:pt x="348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41"/>
                  </a:lnTo>
                  <a:lnTo>
                    <a:pt x="40" y="695"/>
                  </a:lnTo>
                  <a:lnTo>
                    <a:pt x="1" y="850"/>
                  </a:lnTo>
                  <a:lnTo>
                    <a:pt x="40" y="1004"/>
                  </a:lnTo>
                  <a:lnTo>
                    <a:pt x="78" y="1159"/>
                  </a:lnTo>
                  <a:lnTo>
                    <a:pt x="194" y="1313"/>
                  </a:lnTo>
                  <a:lnTo>
                    <a:pt x="310" y="1468"/>
                  </a:lnTo>
                  <a:lnTo>
                    <a:pt x="464" y="1545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583"/>
                  </a:lnTo>
                  <a:lnTo>
                    <a:pt x="1352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1"/>
                  </a:lnTo>
                  <a:lnTo>
                    <a:pt x="1700" y="888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7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4" name="Google Shape;3354;p15"/>
            <p:cNvSpPr/>
            <p:nvPr/>
          </p:nvSpPr>
          <p:spPr>
            <a:xfrm>
              <a:off x="340450" y="266585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116" y="0"/>
                  </a:moveTo>
                  <a:lnTo>
                    <a:pt x="39" y="116"/>
                  </a:lnTo>
                  <a:lnTo>
                    <a:pt x="0" y="232"/>
                  </a:lnTo>
                  <a:lnTo>
                    <a:pt x="39" y="348"/>
                  </a:lnTo>
                  <a:lnTo>
                    <a:pt x="348" y="850"/>
                  </a:lnTo>
                  <a:lnTo>
                    <a:pt x="657" y="1352"/>
                  </a:lnTo>
                  <a:lnTo>
                    <a:pt x="1004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3" y="3553"/>
                  </a:lnTo>
                  <a:lnTo>
                    <a:pt x="3205" y="3901"/>
                  </a:lnTo>
                  <a:lnTo>
                    <a:pt x="3553" y="3746"/>
                  </a:lnTo>
                  <a:lnTo>
                    <a:pt x="2780" y="2974"/>
                  </a:lnTo>
                  <a:lnTo>
                    <a:pt x="2047" y="2202"/>
                  </a:lnTo>
                  <a:lnTo>
                    <a:pt x="1352" y="1429"/>
                  </a:lnTo>
                  <a:lnTo>
                    <a:pt x="1043" y="966"/>
                  </a:lnTo>
                  <a:lnTo>
                    <a:pt x="734" y="541"/>
                  </a:lnTo>
                  <a:lnTo>
                    <a:pt x="1622" y="657"/>
                  </a:lnTo>
                  <a:lnTo>
                    <a:pt x="2510" y="850"/>
                  </a:lnTo>
                  <a:lnTo>
                    <a:pt x="3012" y="1004"/>
                  </a:lnTo>
                  <a:lnTo>
                    <a:pt x="3514" y="1198"/>
                  </a:lnTo>
                  <a:lnTo>
                    <a:pt x="4016" y="1352"/>
                  </a:lnTo>
                  <a:lnTo>
                    <a:pt x="4480" y="1506"/>
                  </a:lnTo>
                  <a:lnTo>
                    <a:pt x="4595" y="1468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4" y="1506"/>
                  </a:lnTo>
                  <a:lnTo>
                    <a:pt x="4981" y="1391"/>
                  </a:lnTo>
                  <a:lnTo>
                    <a:pt x="4634" y="1120"/>
                  </a:lnTo>
                  <a:lnTo>
                    <a:pt x="4171" y="850"/>
                  </a:lnTo>
                  <a:lnTo>
                    <a:pt x="3630" y="618"/>
                  </a:lnTo>
                  <a:lnTo>
                    <a:pt x="3089" y="425"/>
                  </a:lnTo>
                  <a:lnTo>
                    <a:pt x="2510" y="309"/>
                  </a:lnTo>
                  <a:lnTo>
                    <a:pt x="1931" y="194"/>
                  </a:lnTo>
                  <a:lnTo>
                    <a:pt x="1352" y="116"/>
                  </a:lnTo>
                  <a:lnTo>
                    <a:pt x="27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5" name="Google Shape;3355;p15"/>
            <p:cNvSpPr/>
            <p:nvPr/>
          </p:nvSpPr>
          <p:spPr>
            <a:xfrm>
              <a:off x="6651075" y="2665850"/>
              <a:ext cx="126500" cy="69525"/>
            </a:xfrm>
            <a:custGeom>
              <a:avLst/>
              <a:gdLst/>
              <a:ahLst/>
              <a:cxnLst/>
              <a:rect l="l" t="t" r="r" b="b"/>
              <a:pathLst>
                <a:path w="5060" h="2781" extrusionOk="0">
                  <a:moveTo>
                    <a:pt x="4905" y="0"/>
                  </a:moveTo>
                  <a:lnTo>
                    <a:pt x="3823" y="618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395"/>
                  </a:lnTo>
                  <a:lnTo>
                    <a:pt x="39" y="2472"/>
                  </a:lnTo>
                  <a:lnTo>
                    <a:pt x="1" y="2588"/>
                  </a:lnTo>
                  <a:lnTo>
                    <a:pt x="39" y="2665"/>
                  </a:lnTo>
                  <a:lnTo>
                    <a:pt x="116" y="2742"/>
                  </a:lnTo>
                  <a:lnTo>
                    <a:pt x="387" y="2781"/>
                  </a:lnTo>
                  <a:lnTo>
                    <a:pt x="1082" y="2588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2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6" name="Google Shape;3356;p15"/>
            <p:cNvSpPr/>
            <p:nvPr/>
          </p:nvSpPr>
          <p:spPr>
            <a:xfrm>
              <a:off x="1793325" y="2698675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313" y="387"/>
                  </a:moveTo>
                  <a:lnTo>
                    <a:pt x="1507" y="464"/>
                  </a:lnTo>
                  <a:lnTo>
                    <a:pt x="1661" y="580"/>
                  </a:lnTo>
                  <a:lnTo>
                    <a:pt x="1777" y="734"/>
                  </a:lnTo>
                  <a:lnTo>
                    <a:pt x="1777" y="889"/>
                  </a:lnTo>
                  <a:lnTo>
                    <a:pt x="1777" y="927"/>
                  </a:lnTo>
                  <a:lnTo>
                    <a:pt x="1738" y="1004"/>
                  </a:lnTo>
                  <a:lnTo>
                    <a:pt x="1661" y="1043"/>
                  </a:lnTo>
                  <a:lnTo>
                    <a:pt x="1584" y="1082"/>
                  </a:lnTo>
                  <a:lnTo>
                    <a:pt x="1275" y="1120"/>
                  </a:lnTo>
                  <a:lnTo>
                    <a:pt x="927" y="1120"/>
                  </a:lnTo>
                  <a:lnTo>
                    <a:pt x="618" y="1159"/>
                  </a:lnTo>
                  <a:lnTo>
                    <a:pt x="464" y="1197"/>
                  </a:lnTo>
                  <a:lnTo>
                    <a:pt x="348" y="1275"/>
                  </a:lnTo>
                  <a:lnTo>
                    <a:pt x="348" y="1120"/>
                  </a:lnTo>
                  <a:lnTo>
                    <a:pt x="348" y="1004"/>
                  </a:lnTo>
                  <a:lnTo>
                    <a:pt x="387" y="850"/>
                  </a:lnTo>
                  <a:lnTo>
                    <a:pt x="464" y="734"/>
                  </a:lnTo>
                  <a:lnTo>
                    <a:pt x="580" y="618"/>
                  </a:lnTo>
                  <a:lnTo>
                    <a:pt x="657" y="502"/>
                  </a:lnTo>
                  <a:lnTo>
                    <a:pt x="811" y="425"/>
                  </a:lnTo>
                  <a:lnTo>
                    <a:pt x="966" y="387"/>
                  </a:lnTo>
                  <a:close/>
                  <a:moveTo>
                    <a:pt x="1005" y="0"/>
                  </a:moveTo>
                  <a:lnTo>
                    <a:pt x="811" y="39"/>
                  </a:lnTo>
                  <a:lnTo>
                    <a:pt x="618" y="116"/>
                  </a:lnTo>
                  <a:lnTo>
                    <a:pt x="425" y="232"/>
                  </a:lnTo>
                  <a:lnTo>
                    <a:pt x="271" y="348"/>
                  </a:lnTo>
                  <a:lnTo>
                    <a:pt x="155" y="502"/>
                  </a:lnTo>
                  <a:lnTo>
                    <a:pt x="78" y="695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29"/>
                  </a:lnTo>
                  <a:lnTo>
                    <a:pt x="116" y="1622"/>
                  </a:lnTo>
                  <a:lnTo>
                    <a:pt x="155" y="1738"/>
                  </a:lnTo>
                  <a:lnTo>
                    <a:pt x="232" y="1777"/>
                  </a:lnTo>
                  <a:lnTo>
                    <a:pt x="348" y="1815"/>
                  </a:lnTo>
                  <a:lnTo>
                    <a:pt x="425" y="1738"/>
                  </a:lnTo>
                  <a:lnTo>
                    <a:pt x="580" y="1622"/>
                  </a:lnTo>
                  <a:lnTo>
                    <a:pt x="696" y="1545"/>
                  </a:lnTo>
                  <a:lnTo>
                    <a:pt x="889" y="1506"/>
                  </a:lnTo>
                  <a:lnTo>
                    <a:pt x="1429" y="1506"/>
                  </a:lnTo>
                  <a:lnTo>
                    <a:pt x="1584" y="1468"/>
                  </a:lnTo>
                  <a:lnTo>
                    <a:pt x="1777" y="1429"/>
                  </a:lnTo>
                  <a:lnTo>
                    <a:pt x="1931" y="1352"/>
                  </a:lnTo>
                  <a:lnTo>
                    <a:pt x="2047" y="1236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8"/>
                  </a:lnTo>
                  <a:lnTo>
                    <a:pt x="2086" y="464"/>
                  </a:lnTo>
                  <a:lnTo>
                    <a:pt x="1970" y="309"/>
                  </a:lnTo>
                  <a:lnTo>
                    <a:pt x="1815" y="193"/>
                  </a:lnTo>
                  <a:lnTo>
                    <a:pt x="1622" y="78"/>
                  </a:lnTo>
                  <a:lnTo>
                    <a:pt x="142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7" name="Google Shape;3357;p15"/>
            <p:cNvSpPr/>
            <p:nvPr/>
          </p:nvSpPr>
          <p:spPr>
            <a:xfrm>
              <a:off x="2371575" y="2703500"/>
              <a:ext cx="351425" cy="207575"/>
            </a:xfrm>
            <a:custGeom>
              <a:avLst/>
              <a:gdLst/>
              <a:ahLst/>
              <a:cxnLst/>
              <a:rect l="l" t="t" r="r" b="b"/>
              <a:pathLst>
                <a:path w="14057" h="8303" extrusionOk="0">
                  <a:moveTo>
                    <a:pt x="13941" y="0"/>
                  </a:moveTo>
                  <a:lnTo>
                    <a:pt x="13632" y="116"/>
                  </a:lnTo>
                  <a:lnTo>
                    <a:pt x="13632" y="155"/>
                  </a:lnTo>
                  <a:lnTo>
                    <a:pt x="13555" y="773"/>
                  </a:lnTo>
                  <a:lnTo>
                    <a:pt x="13439" y="1313"/>
                  </a:lnTo>
                  <a:lnTo>
                    <a:pt x="13284" y="1854"/>
                  </a:lnTo>
                  <a:lnTo>
                    <a:pt x="13053" y="2395"/>
                  </a:lnTo>
                  <a:lnTo>
                    <a:pt x="12782" y="2897"/>
                  </a:lnTo>
                  <a:lnTo>
                    <a:pt x="12473" y="3360"/>
                  </a:lnTo>
                  <a:lnTo>
                    <a:pt x="12126" y="3823"/>
                  </a:lnTo>
                  <a:lnTo>
                    <a:pt x="11778" y="4248"/>
                  </a:lnTo>
                  <a:lnTo>
                    <a:pt x="11547" y="4325"/>
                  </a:lnTo>
                  <a:lnTo>
                    <a:pt x="11585" y="4441"/>
                  </a:lnTo>
                  <a:lnTo>
                    <a:pt x="11547" y="4480"/>
                  </a:lnTo>
                  <a:lnTo>
                    <a:pt x="11392" y="4557"/>
                  </a:lnTo>
                  <a:lnTo>
                    <a:pt x="11469" y="4557"/>
                  </a:lnTo>
                  <a:lnTo>
                    <a:pt x="10967" y="5020"/>
                  </a:lnTo>
                  <a:lnTo>
                    <a:pt x="10427" y="5445"/>
                  </a:lnTo>
                  <a:lnTo>
                    <a:pt x="9539" y="6063"/>
                  </a:lnTo>
                  <a:lnTo>
                    <a:pt x="8612" y="6642"/>
                  </a:lnTo>
                  <a:lnTo>
                    <a:pt x="8149" y="6912"/>
                  </a:lnTo>
                  <a:lnTo>
                    <a:pt x="7647" y="7144"/>
                  </a:lnTo>
                  <a:lnTo>
                    <a:pt x="7145" y="7376"/>
                  </a:lnTo>
                  <a:lnTo>
                    <a:pt x="6643" y="7569"/>
                  </a:lnTo>
                  <a:lnTo>
                    <a:pt x="6604" y="7453"/>
                  </a:lnTo>
                  <a:lnTo>
                    <a:pt x="6411" y="7492"/>
                  </a:lnTo>
                  <a:lnTo>
                    <a:pt x="4905" y="6372"/>
                  </a:lnTo>
                  <a:lnTo>
                    <a:pt x="3322" y="5291"/>
                  </a:lnTo>
                  <a:lnTo>
                    <a:pt x="1739" y="4248"/>
                  </a:lnTo>
                  <a:lnTo>
                    <a:pt x="78" y="3321"/>
                  </a:lnTo>
                  <a:lnTo>
                    <a:pt x="1" y="3399"/>
                  </a:lnTo>
                  <a:lnTo>
                    <a:pt x="3051" y="5600"/>
                  </a:lnTo>
                  <a:lnTo>
                    <a:pt x="6141" y="7723"/>
                  </a:lnTo>
                  <a:lnTo>
                    <a:pt x="5639" y="7839"/>
                  </a:lnTo>
                  <a:lnTo>
                    <a:pt x="5175" y="7916"/>
                  </a:lnTo>
                  <a:lnTo>
                    <a:pt x="4673" y="7955"/>
                  </a:lnTo>
                  <a:lnTo>
                    <a:pt x="4210" y="7994"/>
                  </a:lnTo>
                  <a:lnTo>
                    <a:pt x="4094" y="7994"/>
                  </a:lnTo>
                  <a:lnTo>
                    <a:pt x="4055" y="8071"/>
                  </a:lnTo>
                  <a:lnTo>
                    <a:pt x="4248" y="8303"/>
                  </a:lnTo>
                  <a:lnTo>
                    <a:pt x="5098" y="8303"/>
                  </a:lnTo>
                  <a:lnTo>
                    <a:pt x="5523" y="8264"/>
                  </a:lnTo>
                  <a:lnTo>
                    <a:pt x="5948" y="8187"/>
                  </a:lnTo>
                  <a:lnTo>
                    <a:pt x="6372" y="8110"/>
                  </a:lnTo>
                  <a:lnTo>
                    <a:pt x="6797" y="7955"/>
                  </a:lnTo>
                  <a:lnTo>
                    <a:pt x="7647" y="7646"/>
                  </a:lnTo>
                  <a:lnTo>
                    <a:pt x="8458" y="7221"/>
                  </a:lnTo>
                  <a:lnTo>
                    <a:pt x="9230" y="6758"/>
                  </a:lnTo>
                  <a:lnTo>
                    <a:pt x="10002" y="6295"/>
                  </a:lnTo>
                  <a:lnTo>
                    <a:pt x="10659" y="5793"/>
                  </a:lnTo>
                  <a:lnTo>
                    <a:pt x="11315" y="5252"/>
                  </a:lnTo>
                  <a:lnTo>
                    <a:pt x="11933" y="4673"/>
                  </a:lnTo>
                  <a:lnTo>
                    <a:pt x="12512" y="4055"/>
                  </a:lnTo>
                  <a:lnTo>
                    <a:pt x="12975" y="3360"/>
                  </a:lnTo>
                  <a:lnTo>
                    <a:pt x="13207" y="3012"/>
                  </a:lnTo>
                  <a:lnTo>
                    <a:pt x="13400" y="2665"/>
                  </a:lnTo>
                  <a:lnTo>
                    <a:pt x="13555" y="2279"/>
                  </a:lnTo>
                  <a:lnTo>
                    <a:pt x="13709" y="1893"/>
                  </a:lnTo>
                  <a:lnTo>
                    <a:pt x="13864" y="1506"/>
                  </a:lnTo>
                  <a:lnTo>
                    <a:pt x="13941" y="1082"/>
                  </a:lnTo>
                  <a:lnTo>
                    <a:pt x="14018" y="657"/>
                  </a:lnTo>
                  <a:lnTo>
                    <a:pt x="14057" y="232"/>
                  </a:lnTo>
                  <a:lnTo>
                    <a:pt x="14018" y="116"/>
                  </a:lnTo>
                  <a:lnTo>
                    <a:pt x="13941" y="39"/>
                  </a:lnTo>
                  <a:lnTo>
                    <a:pt x="1394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8" name="Google Shape;3358;p15"/>
            <p:cNvSpPr/>
            <p:nvPr/>
          </p:nvSpPr>
          <p:spPr>
            <a:xfrm>
              <a:off x="6594125" y="2709300"/>
              <a:ext cx="66625" cy="99450"/>
            </a:xfrm>
            <a:custGeom>
              <a:avLst/>
              <a:gdLst/>
              <a:ahLst/>
              <a:cxnLst/>
              <a:rect l="l" t="t" r="r" b="b"/>
              <a:pathLst>
                <a:path w="2665" h="3978" extrusionOk="0">
                  <a:moveTo>
                    <a:pt x="850" y="0"/>
                  </a:moveTo>
                  <a:lnTo>
                    <a:pt x="502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1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0" y="2703"/>
                  </a:lnTo>
                  <a:lnTo>
                    <a:pt x="39" y="2935"/>
                  </a:lnTo>
                  <a:lnTo>
                    <a:pt x="78" y="3167"/>
                  </a:lnTo>
                  <a:lnTo>
                    <a:pt x="155" y="3398"/>
                  </a:lnTo>
                  <a:lnTo>
                    <a:pt x="309" y="3591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8" y="3939"/>
                  </a:lnTo>
                  <a:lnTo>
                    <a:pt x="1120" y="3977"/>
                  </a:lnTo>
                  <a:lnTo>
                    <a:pt x="1313" y="3900"/>
                  </a:lnTo>
                  <a:lnTo>
                    <a:pt x="1506" y="3823"/>
                  </a:lnTo>
                  <a:lnTo>
                    <a:pt x="1661" y="3669"/>
                  </a:lnTo>
                  <a:lnTo>
                    <a:pt x="1815" y="3514"/>
                  </a:lnTo>
                  <a:lnTo>
                    <a:pt x="1970" y="3282"/>
                  </a:lnTo>
                  <a:lnTo>
                    <a:pt x="2085" y="3051"/>
                  </a:lnTo>
                  <a:lnTo>
                    <a:pt x="2317" y="2549"/>
                  </a:lnTo>
                  <a:lnTo>
                    <a:pt x="2472" y="2008"/>
                  </a:lnTo>
                  <a:lnTo>
                    <a:pt x="2626" y="1467"/>
                  </a:lnTo>
                  <a:lnTo>
                    <a:pt x="2665" y="1043"/>
                  </a:lnTo>
                  <a:lnTo>
                    <a:pt x="2394" y="1004"/>
                  </a:lnTo>
                  <a:lnTo>
                    <a:pt x="2008" y="2008"/>
                  </a:lnTo>
                  <a:lnTo>
                    <a:pt x="1738" y="2665"/>
                  </a:lnTo>
                  <a:lnTo>
                    <a:pt x="1545" y="3012"/>
                  </a:lnTo>
                  <a:lnTo>
                    <a:pt x="1468" y="3205"/>
                  </a:lnTo>
                  <a:lnTo>
                    <a:pt x="1313" y="3282"/>
                  </a:lnTo>
                  <a:lnTo>
                    <a:pt x="1159" y="3282"/>
                  </a:lnTo>
                  <a:lnTo>
                    <a:pt x="966" y="3205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3"/>
                  </a:lnTo>
                  <a:lnTo>
                    <a:pt x="541" y="2356"/>
                  </a:lnTo>
                  <a:lnTo>
                    <a:pt x="580" y="2047"/>
                  </a:lnTo>
                  <a:lnTo>
                    <a:pt x="618" y="1622"/>
                  </a:lnTo>
                  <a:lnTo>
                    <a:pt x="734" y="1197"/>
                  </a:lnTo>
                  <a:lnTo>
                    <a:pt x="888" y="772"/>
                  </a:lnTo>
                  <a:lnTo>
                    <a:pt x="1043" y="348"/>
                  </a:lnTo>
                  <a:lnTo>
                    <a:pt x="1082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9" name="Google Shape;3359;p15"/>
            <p:cNvSpPr/>
            <p:nvPr/>
          </p:nvSpPr>
          <p:spPr>
            <a:xfrm>
              <a:off x="464975" y="2716050"/>
              <a:ext cx="126500" cy="69525"/>
            </a:xfrm>
            <a:custGeom>
              <a:avLst/>
              <a:gdLst/>
              <a:ahLst/>
              <a:cxnLst/>
              <a:rect l="l" t="t" r="r" b="b"/>
              <a:pathLst>
                <a:path w="5060" h="2781" extrusionOk="0">
                  <a:moveTo>
                    <a:pt x="4905" y="0"/>
                  </a:moveTo>
                  <a:lnTo>
                    <a:pt x="3823" y="618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395"/>
                  </a:lnTo>
                  <a:lnTo>
                    <a:pt x="39" y="2472"/>
                  </a:lnTo>
                  <a:lnTo>
                    <a:pt x="0" y="2588"/>
                  </a:lnTo>
                  <a:lnTo>
                    <a:pt x="39" y="2665"/>
                  </a:lnTo>
                  <a:lnTo>
                    <a:pt x="116" y="2742"/>
                  </a:lnTo>
                  <a:lnTo>
                    <a:pt x="387" y="2781"/>
                  </a:lnTo>
                  <a:lnTo>
                    <a:pt x="1082" y="2588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2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0" name="Google Shape;3360;p15"/>
            <p:cNvSpPr/>
            <p:nvPr/>
          </p:nvSpPr>
          <p:spPr>
            <a:xfrm>
              <a:off x="2488400" y="2725700"/>
              <a:ext cx="48275" cy="165100"/>
            </a:xfrm>
            <a:custGeom>
              <a:avLst/>
              <a:gdLst/>
              <a:ahLst/>
              <a:cxnLst/>
              <a:rect l="l" t="t" r="r" b="b"/>
              <a:pathLst>
                <a:path w="1931" h="6604" extrusionOk="0">
                  <a:moveTo>
                    <a:pt x="271" y="1"/>
                  </a:moveTo>
                  <a:lnTo>
                    <a:pt x="193" y="39"/>
                  </a:lnTo>
                  <a:lnTo>
                    <a:pt x="155" y="39"/>
                  </a:lnTo>
                  <a:lnTo>
                    <a:pt x="0" y="155"/>
                  </a:lnTo>
                  <a:lnTo>
                    <a:pt x="0" y="194"/>
                  </a:lnTo>
                  <a:lnTo>
                    <a:pt x="348" y="1815"/>
                  </a:lnTo>
                  <a:lnTo>
                    <a:pt x="773" y="3437"/>
                  </a:lnTo>
                  <a:lnTo>
                    <a:pt x="1236" y="5021"/>
                  </a:lnTo>
                  <a:lnTo>
                    <a:pt x="1738" y="6604"/>
                  </a:lnTo>
                  <a:lnTo>
                    <a:pt x="1931" y="6565"/>
                  </a:lnTo>
                  <a:lnTo>
                    <a:pt x="1622" y="4982"/>
                  </a:lnTo>
                  <a:lnTo>
                    <a:pt x="1236" y="3360"/>
                  </a:lnTo>
                  <a:lnTo>
                    <a:pt x="773" y="1777"/>
                  </a:lnTo>
                  <a:lnTo>
                    <a:pt x="271" y="194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1" name="Google Shape;3361;p15"/>
            <p:cNvSpPr/>
            <p:nvPr/>
          </p:nvSpPr>
          <p:spPr>
            <a:xfrm>
              <a:off x="2495150" y="2725700"/>
              <a:ext cx="165100" cy="91725"/>
            </a:xfrm>
            <a:custGeom>
              <a:avLst/>
              <a:gdLst/>
              <a:ahLst/>
              <a:cxnLst/>
              <a:rect l="l" t="t" r="r" b="b"/>
              <a:pathLst>
                <a:path w="6604" h="3669" extrusionOk="0">
                  <a:moveTo>
                    <a:pt x="116" y="1"/>
                  </a:moveTo>
                  <a:lnTo>
                    <a:pt x="1" y="194"/>
                  </a:lnTo>
                  <a:lnTo>
                    <a:pt x="1622" y="1043"/>
                  </a:lnTo>
                  <a:lnTo>
                    <a:pt x="3244" y="1893"/>
                  </a:lnTo>
                  <a:lnTo>
                    <a:pt x="4017" y="2356"/>
                  </a:lnTo>
                  <a:lnTo>
                    <a:pt x="4827" y="2819"/>
                  </a:lnTo>
                  <a:lnTo>
                    <a:pt x="5638" y="3283"/>
                  </a:lnTo>
                  <a:lnTo>
                    <a:pt x="6024" y="3476"/>
                  </a:lnTo>
                  <a:lnTo>
                    <a:pt x="6449" y="3669"/>
                  </a:lnTo>
                  <a:lnTo>
                    <a:pt x="6604" y="3592"/>
                  </a:lnTo>
                  <a:lnTo>
                    <a:pt x="6604" y="3515"/>
                  </a:lnTo>
                  <a:lnTo>
                    <a:pt x="6565" y="3437"/>
                  </a:lnTo>
                  <a:lnTo>
                    <a:pt x="6218" y="3167"/>
                  </a:lnTo>
                  <a:lnTo>
                    <a:pt x="5870" y="2935"/>
                  </a:lnTo>
                  <a:lnTo>
                    <a:pt x="5098" y="2472"/>
                  </a:lnTo>
                  <a:lnTo>
                    <a:pt x="3515" y="1622"/>
                  </a:lnTo>
                  <a:lnTo>
                    <a:pt x="1815" y="773"/>
                  </a:lnTo>
                  <a:lnTo>
                    <a:pt x="966" y="387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2" name="Google Shape;3362;p15"/>
            <p:cNvSpPr/>
            <p:nvPr/>
          </p:nvSpPr>
          <p:spPr>
            <a:xfrm>
              <a:off x="4212550" y="2732450"/>
              <a:ext cx="315700" cy="477900"/>
            </a:xfrm>
            <a:custGeom>
              <a:avLst/>
              <a:gdLst/>
              <a:ahLst/>
              <a:cxnLst/>
              <a:rect l="l" t="t" r="r" b="b"/>
              <a:pathLst>
                <a:path w="12628" h="19116" extrusionOk="0">
                  <a:moveTo>
                    <a:pt x="1004" y="619"/>
                  </a:moveTo>
                  <a:lnTo>
                    <a:pt x="1661" y="850"/>
                  </a:lnTo>
                  <a:lnTo>
                    <a:pt x="2317" y="1121"/>
                  </a:lnTo>
                  <a:lnTo>
                    <a:pt x="2742" y="1352"/>
                  </a:lnTo>
                  <a:lnTo>
                    <a:pt x="3167" y="1584"/>
                  </a:lnTo>
                  <a:lnTo>
                    <a:pt x="3321" y="1700"/>
                  </a:lnTo>
                  <a:lnTo>
                    <a:pt x="3476" y="1854"/>
                  </a:lnTo>
                  <a:lnTo>
                    <a:pt x="3669" y="2125"/>
                  </a:lnTo>
                  <a:lnTo>
                    <a:pt x="3862" y="2472"/>
                  </a:lnTo>
                  <a:lnTo>
                    <a:pt x="4016" y="2820"/>
                  </a:lnTo>
                  <a:lnTo>
                    <a:pt x="5677" y="6797"/>
                  </a:lnTo>
                  <a:lnTo>
                    <a:pt x="9075" y="15022"/>
                  </a:lnTo>
                  <a:lnTo>
                    <a:pt x="9152" y="15099"/>
                  </a:lnTo>
                  <a:lnTo>
                    <a:pt x="9191" y="15138"/>
                  </a:lnTo>
                  <a:lnTo>
                    <a:pt x="9345" y="15138"/>
                  </a:lnTo>
                  <a:lnTo>
                    <a:pt x="8920" y="15370"/>
                  </a:lnTo>
                  <a:lnTo>
                    <a:pt x="7955" y="13516"/>
                  </a:lnTo>
                  <a:lnTo>
                    <a:pt x="6990" y="11663"/>
                  </a:lnTo>
                  <a:lnTo>
                    <a:pt x="5020" y="7956"/>
                  </a:lnTo>
                  <a:lnTo>
                    <a:pt x="3012" y="4287"/>
                  </a:lnTo>
                  <a:lnTo>
                    <a:pt x="1004" y="619"/>
                  </a:lnTo>
                  <a:close/>
                  <a:moveTo>
                    <a:pt x="657" y="503"/>
                  </a:moveTo>
                  <a:lnTo>
                    <a:pt x="657" y="541"/>
                  </a:lnTo>
                  <a:lnTo>
                    <a:pt x="4673" y="8033"/>
                  </a:lnTo>
                  <a:lnTo>
                    <a:pt x="6719" y="11740"/>
                  </a:lnTo>
                  <a:lnTo>
                    <a:pt x="7762" y="13593"/>
                  </a:lnTo>
                  <a:lnTo>
                    <a:pt x="8805" y="15447"/>
                  </a:lnTo>
                  <a:lnTo>
                    <a:pt x="8650" y="15524"/>
                  </a:lnTo>
                  <a:lnTo>
                    <a:pt x="7414" y="13748"/>
                  </a:lnTo>
                  <a:lnTo>
                    <a:pt x="6179" y="12010"/>
                  </a:lnTo>
                  <a:lnTo>
                    <a:pt x="3592" y="8535"/>
                  </a:lnTo>
                  <a:lnTo>
                    <a:pt x="2317" y="6758"/>
                  </a:lnTo>
                  <a:lnTo>
                    <a:pt x="1004" y="4944"/>
                  </a:lnTo>
                  <a:lnTo>
                    <a:pt x="850" y="4712"/>
                  </a:lnTo>
                  <a:lnTo>
                    <a:pt x="734" y="4480"/>
                  </a:lnTo>
                  <a:lnTo>
                    <a:pt x="618" y="4210"/>
                  </a:lnTo>
                  <a:lnTo>
                    <a:pt x="541" y="3940"/>
                  </a:lnTo>
                  <a:lnTo>
                    <a:pt x="464" y="3399"/>
                  </a:lnTo>
                  <a:lnTo>
                    <a:pt x="425" y="2820"/>
                  </a:lnTo>
                  <a:lnTo>
                    <a:pt x="464" y="2241"/>
                  </a:lnTo>
                  <a:lnTo>
                    <a:pt x="502" y="1661"/>
                  </a:lnTo>
                  <a:lnTo>
                    <a:pt x="657" y="503"/>
                  </a:lnTo>
                  <a:close/>
                  <a:moveTo>
                    <a:pt x="11508" y="12280"/>
                  </a:moveTo>
                  <a:lnTo>
                    <a:pt x="11662" y="12358"/>
                  </a:lnTo>
                  <a:lnTo>
                    <a:pt x="11817" y="12435"/>
                  </a:lnTo>
                  <a:lnTo>
                    <a:pt x="12164" y="12860"/>
                  </a:lnTo>
                  <a:lnTo>
                    <a:pt x="12241" y="13053"/>
                  </a:lnTo>
                  <a:lnTo>
                    <a:pt x="12280" y="13246"/>
                  </a:lnTo>
                  <a:lnTo>
                    <a:pt x="12241" y="13439"/>
                  </a:lnTo>
                  <a:lnTo>
                    <a:pt x="12203" y="13632"/>
                  </a:lnTo>
                  <a:lnTo>
                    <a:pt x="12048" y="14018"/>
                  </a:lnTo>
                  <a:lnTo>
                    <a:pt x="11855" y="14366"/>
                  </a:lnTo>
                  <a:lnTo>
                    <a:pt x="11508" y="14790"/>
                  </a:lnTo>
                  <a:lnTo>
                    <a:pt x="11121" y="15176"/>
                  </a:lnTo>
                  <a:lnTo>
                    <a:pt x="10697" y="15524"/>
                  </a:lnTo>
                  <a:lnTo>
                    <a:pt x="10272" y="15872"/>
                  </a:lnTo>
                  <a:lnTo>
                    <a:pt x="10156" y="15872"/>
                  </a:lnTo>
                  <a:lnTo>
                    <a:pt x="10118" y="15987"/>
                  </a:lnTo>
                  <a:lnTo>
                    <a:pt x="9770" y="16180"/>
                  </a:lnTo>
                  <a:lnTo>
                    <a:pt x="9114" y="16605"/>
                  </a:lnTo>
                  <a:lnTo>
                    <a:pt x="8457" y="16953"/>
                  </a:lnTo>
                  <a:lnTo>
                    <a:pt x="7723" y="17262"/>
                  </a:lnTo>
                  <a:lnTo>
                    <a:pt x="6990" y="17493"/>
                  </a:lnTo>
                  <a:lnTo>
                    <a:pt x="6642" y="17609"/>
                  </a:lnTo>
                  <a:lnTo>
                    <a:pt x="6295" y="17648"/>
                  </a:lnTo>
                  <a:lnTo>
                    <a:pt x="5754" y="17648"/>
                  </a:lnTo>
                  <a:lnTo>
                    <a:pt x="5561" y="17571"/>
                  </a:lnTo>
                  <a:lnTo>
                    <a:pt x="5445" y="17493"/>
                  </a:lnTo>
                  <a:lnTo>
                    <a:pt x="5329" y="17416"/>
                  </a:lnTo>
                  <a:lnTo>
                    <a:pt x="5098" y="17184"/>
                  </a:lnTo>
                  <a:lnTo>
                    <a:pt x="4982" y="16876"/>
                  </a:lnTo>
                  <a:lnTo>
                    <a:pt x="4904" y="16605"/>
                  </a:lnTo>
                  <a:lnTo>
                    <a:pt x="4943" y="16412"/>
                  </a:lnTo>
                  <a:lnTo>
                    <a:pt x="4982" y="16219"/>
                  </a:lnTo>
                  <a:lnTo>
                    <a:pt x="5059" y="16065"/>
                  </a:lnTo>
                  <a:lnTo>
                    <a:pt x="5175" y="15949"/>
                  </a:lnTo>
                  <a:lnTo>
                    <a:pt x="5291" y="15833"/>
                  </a:lnTo>
                  <a:lnTo>
                    <a:pt x="5406" y="15756"/>
                  </a:lnTo>
                  <a:lnTo>
                    <a:pt x="5522" y="15717"/>
                  </a:lnTo>
                  <a:lnTo>
                    <a:pt x="5638" y="15756"/>
                  </a:lnTo>
                  <a:lnTo>
                    <a:pt x="5793" y="15833"/>
                  </a:lnTo>
                  <a:lnTo>
                    <a:pt x="5947" y="15949"/>
                  </a:lnTo>
                  <a:lnTo>
                    <a:pt x="6063" y="16142"/>
                  </a:lnTo>
                  <a:lnTo>
                    <a:pt x="6256" y="16374"/>
                  </a:lnTo>
                  <a:lnTo>
                    <a:pt x="6102" y="16412"/>
                  </a:lnTo>
                  <a:lnTo>
                    <a:pt x="6024" y="16451"/>
                  </a:lnTo>
                  <a:lnTo>
                    <a:pt x="6024" y="16567"/>
                  </a:lnTo>
                  <a:lnTo>
                    <a:pt x="6063" y="16644"/>
                  </a:lnTo>
                  <a:lnTo>
                    <a:pt x="6140" y="16644"/>
                  </a:lnTo>
                  <a:lnTo>
                    <a:pt x="6912" y="16567"/>
                  </a:lnTo>
                  <a:lnTo>
                    <a:pt x="7685" y="16374"/>
                  </a:lnTo>
                  <a:lnTo>
                    <a:pt x="8496" y="16065"/>
                  </a:lnTo>
                  <a:lnTo>
                    <a:pt x="9229" y="15717"/>
                  </a:lnTo>
                  <a:lnTo>
                    <a:pt x="9616" y="15485"/>
                  </a:lnTo>
                  <a:lnTo>
                    <a:pt x="9963" y="15254"/>
                  </a:lnTo>
                  <a:lnTo>
                    <a:pt x="10272" y="15022"/>
                  </a:lnTo>
                  <a:lnTo>
                    <a:pt x="10581" y="14752"/>
                  </a:lnTo>
                  <a:lnTo>
                    <a:pt x="10890" y="14481"/>
                  </a:lnTo>
                  <a:lnTo>
                    <a:pt x="11121" y="14173"/>
                  </a:lnTo>
                  <a:lnTo>
                    <a:pt x="11353" y="13825"/>
                  </a:lnTo>
                  <a:lnTo>
                    <a:pt x="11546" y="13516"/>
                  </a:lnTo>
                  <a:lnTo>
                    <a:pt x="11546" y="13439"/>
                  </a:lnTo>
                  <a:lnTo>
                    <a:pt x="11546" y="13362"/>
                  </a:lnTo>
                  <a:lnTo>
                    <a:pt x="11508" y="13284"/>
                  </a:lnTo>
                  <a:lnTo>
                    <a:pt x="11430" y="13246"/>
                  </a:lnTo>
                  <a:lnTo>
                    <a:pt x="11237" y="13246"/>
                  </a:lnTo>
                  <a:lnTo>
                    <a:pt x="11160" y="13323"/>
                  </a:lnTo>
                  <a:lnTo>
                    <a:pt x="10967" y="13671"/>
                  </a:lnTo>
                  <a:lnTo>
                    <a:pt x="10774" y="13555"/>
                  </a:lnTo>
                  <a:lnTo>
                    <a:pt x="10658" y="13439"/>
                  </a:lnTo>
                  <a:lnTo>
                    <a:pt x="10619" y="13284"/>
                  </a:lnTo>
                  <a:lnTo>
                    <a:pt x="10581" y="13169"/>
                  </a:lnTo>
                  <a:lnTo>
                    <a:pt x="10619" y="13014"/>
                  </a:lnTo>
                  <a:lnTo>
                    <a:pt x="10658" y="12860"/>
                  </a:lnTo>
                  <a:lnTo>
                    <a:pt x="10851" y="12628"/>
                  </a:lnTo>
                  <a:lnTo>
                    <a:pt x="10928" y="12473"/>
                  </a:lnTo>
                  <a:lnTo>
                    <a:pt x="11044" y="12358"/>
                  </a:lnTo>
                  <a:lnTo>
                    <a:pt x="11121" y="12319"/>
                  </a:lnTo>
                  <a:lnTo>
                    <a:pt x="11237" y="12280"/>
                  </a:lnTo>
                  <a:close/>
                  <a:moveTo>
                    <a:pt x="425" y="1"/>
                  </a:moveTo>
                  <a:lnTo>
                    <a:pt x="348" y="40"/>
                  </a:lnTo>
                  <a:lnTo>
                    <a:pt x="271" y="117"/>
                  </a:lnTo>
                  <a:lnTo>
                    <a:pt x="232" y="194"/>
                  </a:lnTo>
                  <a:lnTo>
                    <a:pt x="78" y="2588"/>
                  </a:lnTo>
                  <a:lnTo>
                    <a:pt x="39" y="3013"/>
                  </a:lnTo>
                  <a:lnTo>
                    <a:pt x="0" y="3476"/>
                  </a:lnTo>
                  <a:lnTo>
                    <a:pt x="39" y="3901"/>
                  </a:lnTo>
                  <a:lnTo>
                    <a:pt x="116" y="4326"/>
                  </a:lnTo>
                  <a:lnTo>
                    <a:pt x="232" y="4519"/>
                  </a:lnTo>
                  <a:lnTo>
                    <a:pt x="348" y="4751"/>
                  </a:lnTo>
                  <a:lnTo>
                    <a:pt x="618" y="5175"/>
                  </a:lnTo>
                  <a:lnTo>
                    <a:pt x="1236" y="5986"/>
                  </a:lnTo>
                  <a:lnTo>
                    <a:pt x="2665" y="7956"/>
                  </a:lnTo>
                  <a:lnTo>
                    <a:pt x="5445" y="11817"/>
                  </a:lnTo>
                  <a:lnTo>
                    <a:pt x="6874" y="13748"/>
                  </a:lnTo>
                  <a:lnTo>
                    <a:pt x="8341" y="15640"/>
                  </a:lnTo>
                  <a:lnTo>
                    <a:pt x="7492" y="15987"/>
                  </a:lnTo>
                  <a:lnTo>
                    <a:pt x="6642" y="16258"/>
                  </a:lnTo>
                  <a:lnTo>
                    <a:pt x="6681" y="16103"/>
                  </a:lnTo>
                  <a:lnTo>
                    <a:pt x="6681" y="15949"/>
                  </a:lnTo>
                  <a:lnTo>
                    <a:pt x="6642" y="15756"/>
                  </a:lnTo>
                  <a:lnTo>
                    <a:pt x="6565" y="15640"/>
                  </a:lnTo>
                  <a:lnTo>
                    <a:pt x="6488" y="15485"/>
                  </a:lnTo>
                  <a:lnTo>
                    <a:pt x="6333" y="15370"/>
                  </a:lnTo>
                  <a:lnTo>
                    <a:pt x="6179" y="15292"/>
                  </a:lnTo>
                  <a:lnTo>
                    <a:pt x="6024" y="15254"/>
                  </a:lnTo>
                  <a:lnTo>
                    <a:pt x="5715" y="15254"/>
                  </a:lnTo>
                  <a:lnTo>
                    <a:pt x="5484" y="15292"/>
                  </a:lnTo>
                  <a:lnTo>
                    <a:pt x="5213" y="15408"/>
                  </a:lnTo>
                  <a:lnTo>
                    <a:pt x="5020" y="15601"/>
                  </a:lnTo>
                  <a:lnTo>
                    <a:pt x="4827" y="15794"/>
                  </a:lnTo>
                  <a:lnTo>
                    <a:pt x="4711" y="16026"/>
                  </a:lnTo>
                  <a:lnTo>
                    <a:pt x="4596" y="16296"/>
                  </a:lnTo>
                  <a:lnTo>
                    <a:pt x="4596" y="16567"/>
                  </a:lnTo>
                  <a:lnTo>
                    <a:pt x="4634" y="16991"/>
                  </a:lnTo>
                  <a:lnTo>
                    <a:pt x="4750" y="17300"/>
                  </a:lnTo>
                  <a:lnTo>
                    <a:pt x="4904" y="17532"/>
                  </a:lnTo>
                  <a:lnTo>
                    <a:pt x="5098" y="17725"/>
                  </a:lnTo>
                  <a:lnTo>
                    <a:pt x="5368" y="17841"/>
                  </a:lnTo>
                  <a:lnTo>
                    <a:pt x="5677" y="17918"/>
                  </a:lnTo>
                  <a:lnTo>
                    <a:pt x="6024" y="17957"/>
                  </a:lnTo>
                  <a:lnTo>
                    <a:pt x="6372" y="17918"/>
                  </a:lnTo>
                  <a:lnTo>
                    <a:pt x="6719" y="17841"/>
                  </a:lnTo>
                  <a:lnTo>
                    <a:pt x="7106" y="17764"/>
                  </a:lnTo>
                  <a:lnTo>
                    <a:pt x="7878" y="17532"/>
                  </a:lnTo>
                  <a:lnTo>
                    <a:pt x="8573" y="17223"/>
                  </a:lnTo>
                  <a:lnTo>
                    <a:pt x="9152" y="16953"/>
                  </a:lnTo>
                  <a:lnTo>
                    <a:pt x="9229" y="16876"/>
                  </a:lnTo>
                  <a:lnTo>
                    <a:pt x="9461" y="16760"/>
                  </a:lnTo>
                  <a:lnTo>
                    <a:pt x="10233" y="16258"/>
                  </a:lnTo>
                  <a:lnTo>
                    <a:pt x="10813" y="17107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5"/>
                  </a:lnTo>
                  <a:lnTo>
                    <a:pt x="12280" y="19038"/>
                  </a:lnTo>
                  <a:lnTo>
                    <a:pt x="12203" y="18884"/>
                  </a:lnTo>
                  <a:lnTo>
                    <a:pt x="11817" y="18150"/>
                  </a:lnTo>
                  <a:lnTo>
                    <a:pt x="11392" y="17455"/>
                  </a:lnTo>
                  <a:lnTo>
                    <a:pt x="10928" y="16760"/>
                  </a:lnTo>
                  <a:lnTo>
                    <a:pt x="10465" y="16103"/>
                  </a:lnTo>
                  <a:lnTo>
                    <a:pt x="10967" y="15717"/>
                  </a:lnTo>
                  <a:lnTo>
                    <a:pt x="11469" y="15254"/>
                  </a:lnTo>
                  <a:lnTo>
                    <a:pt x="11894" y="14790"/>
                  </a:lnTo>
                  <a:lnTo>
                    <a:pt x="12125" y="14559"/>
                  </a:lnTo>
                  <a:lnTo>
                    <a:pt x="12280" y="14288"/>
                  </a:lnTo>
                  <a:lnTo>
                    <a:pt x="12434" y="14057"/>
                  </a:lnTo>
                  <a:lnTo>
                    <a:pt x="12512" y="13786"/>
                  </a:lnTo>
                  <a:lnTo>
                    <a:pt x="12589" y="13555"/>
                  </a:lnTo>
                  <a:lnTo>
                    <a:pt x="12627" y="13284"/>
                  </a:lnTo>
                  <a:lnTo>
                    <a:pt x="12589" y="13053"/>
                  </a:lnTo>
                  <a:lnTo>
                    <a:pt x="12512" y="12821"/>
                  </a:lnTo>
                  <a:lnTo>
                    <a:pt x="12357" y="12589"/>
                  </a:lnTo>
                  <a:lnTo>
                    <a:pt x="12164" y="12358"/>
                  </a:lnTo>
                  <a:lnTo>
                    <a:pt x="11971" y="12203"/>
                  </a:lnTo>
                  <a:lnTo>
                    <a:pt x="11739" y="12087"/>
                  </a:lnTo>
                  <a:lnTo>
                    <a:pt x="11469" y="12010"/>
                  </a:lnTo>
                  <a:lnTo>
                    <a:pt x="11237" y="12010"/>
                  </a:lnTo>
                  <a:lnTo>
                    <a:pt x="10967" y="12049"/>
                  </a:lnTo>
                  <a:lnTo>
                    <a:pt x="10735" y="12126"/>
                  </a:lnTo>
                  <a:lnTo>
                    <a:pt x="10542" y="12280"/>
                  </a:lnTo>
                  <a:lnTo>
                    <a:pt x="10388" y="12512"/>
                  </a:lnTo>
                  <a:lnTo>
                    <a:pt x="10311" y="12705"/>
                  </a:lnTo>
                  <a:lnTo>
                    <a:pt x="10272" y="12898"/>
                  </a:lnTo>
                  <a:lnTo>
                    <a:pt x="10272" y="13091"/>
                  </a:lnTo>
                  <a:lnTo>
                    <a:pt x="10311" y="13284"/>
                  </a:lnTo>
                  <a:lnTo>
                    <a:pt x="10388" y="13477"/>
                  </a:lnTo>
                  <a:lnTo>
                    <a:pt x="10504" y="13632"/>
                  </a:lnTo>
                  <a:lnTo>
                    <a:pt x="10619" y="13786"/>
                  </a:lnTo>
                  <a:lnTo>
                    <a:pt x="10813" y="13902"/>
                  </a:lnTo>
                  <a:lnTo>
                    <a:pt x="10504" y="14250"/>
                  </a:lnTo>
                  <a:lnTo>
                    <a:pt x="10156" y="14597"/>
                  </a:lnTo>
                  <a:lnTo>
                    <a:pt x="9770" y="14868"/>
                  </a:lnTo>
                  <a:lnTo>
                    <a:pt x="9430" y="15084"/>
                  </a:lnTo>
                  <a:lnTo>
                    <a:pt x="9461" y="15022"/>
                  </a:lnTo>
                  <a:lnTo>
                    <a:pt x="9500" y="14945"/>
                  </a:lnTo>
                  <a:lnTo>
                    <a:pt x="9461" y="14829"/>
                  </a:lnTo>
                  <a:lnTo>
                    <a:pt x="5715" y="5754"/>
                  </a:lnTo>
                  <a:lnTo>
                    <a:pt x="4789" y="3476"/>
                  </a:lnTo>
                  <a:lnTo>
                    <a:pt x="4364" y="2472"/>
                  </a:lnTo>
                  <a:lnTo>
                    <a:pt x="4132" y="1970"/>
                  </a:lnTo>
                  <a:lnTo>
                    <a:pt x="3978" y="1739"/>
                  </a:lnTo>
                  <a:lnTo>
                    <a:pt x="3823" y="1545"/>
                  </a:lnTo>
                  <a:lnTo>
                    <a:pt x="3514" y="1237"/>
                  </a:lnTo>
                  <a:lnTo>
                    <a:pt x="3128" y="966"/>
                  </a:lnTo>
                  <a:lnTo>
                    <a:pt x="2742" y="773"/>
                  </a:lnTo>
                  <a:lnTo>
                    <a:pt x="2279" y="541"/>
                  </a:lnTo>
                  <a:lnTo>
                    <a:pt x="1815" y="387"/>
                  </a:lnTo>
                  <a:lnTo>
                    <a:pt x="1391" y="233"/>
                  </a:lnTo>
                  <a:lnTo>
                    <a:pt x="54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3" name="Google Shape;3363;p15"/>
            <p:cNvSpPr/>
            <p:nvPr/>
          </p:nvSpPr>
          <p:spPr>
            <a:xfrm>
              <a:off x="3419975" y="2751775"/>
              <a:ext cx="68575" cy="77250"/>
            </a:xfrm>
            <a:custGeom>
              <a:avLst/>
              <a:gdLst/>
              <a:ahLst/>
              <a:cxnLst/>
              <a:rect l="l" t="t" r="r" b="b"/>
              <a:pathLst>
                <a:path w="2743" h="3090" extrusionOk="0">
                  <a:moveTo>
                    <a:pt x="1198" y="464"/>
                  </a:moveTo>
                  <a:lnTo>
                    <a:pt x="1429" y="502"/>
                  </a:lnTo>
                  <a:lnTo>
                    <a:pt x="1700" y="618"/>
                  </a:lnTo>
                  <a:lnTo>
                    <a:pt x="1893" y="772"/>
                  </a:lnTo>
                  <a:lnTo>
                    <a:pt x="2047" y="966"/>
                  </a:lnTo>
                  <a:lnTo>
                    <a:pt x="2163" y="1159"/>
                  </a:lnTo>
                  <a:lnTo>
                    <a:pt x="2240" y="1352"/>
                  </a:lnTo>
                  <a:lnTo>
                    <a:pt x="2356" y="1738"/>
                  </a:lnTo>
                  <a:lnTo>
                    <a:pt x="2395" y="2163"/>
                  </a:lnTo>
                  <a:lnTo>
                    <a:pt x="2395" y="2587"/>
                  </a:lnTo>
                  <a:lnTo>
                    <a:pt x="2240" y="2433"/>
                  </a:lnTo>
                  <a:lnTo>
                    <a:pt x="2047" y="2278"/>
                  </a:lnTo>
                  <a:lnTo>
                    <a:pt x="1661" y="2085"/>
                  </a:lnTo>
                  <a:lnTo>
                    <a:pt x="1275" y="1931"/>
                  </a:lnTo>
                  <a:lnTo>
                    <a:pt x="1043" y="1815"/>
                  </a:lnTo>
                  <a:lnTo>
                    <a:pt x="850" y="1699"/>
                  </a:lnTo>
                  <a:lnTo>
                    <a:pt x="657" y="1545"/>
                  </a:lnTo>
                  <a:lnTo>
                    <a:pt x="503" y="1390"/>
                  </a:lnTo>
                  <a:lnTo>
                    <a:pt x="425" y="1197"/>
                  </a:lnTo>
                  <a:lnTo>
                    <a:pt x="425" y="1081"/>
                  </a:lnTo>
                  <a:lnTo>
                    <a:pt x="425" y="966"/>
                  </a:lnTo>
                  <a:lnTo>
                    <a:pt x="503" y="811"/>
                  </a:lnTo>
                  <a:lnTo>
                    <a:pt x="541" y="695"/>
                  </a:lnTo>
                  <a:lnTo>
                    <a:pt x="618" y="618"/>
                  </a:lnTo>
                  <a:lnTo>
                    <a:pt x="734" y="541"/>
                  </a:lnTo>
                  <a:lnTo>
                    <a:pt x="850" y="464"/>
                  </a:lnTo>
                  <a:close/>
                  <a:moveTo>
                    <a:pt x="1043" y="0"/>
                  </a:moveTo>
                  <a:lnTo>
                    <a:pt x="812" y="77"/>
                  </a:lnTo>
                  <a:lnTo>
                    <a:pt x="580" y="155"/>
                  </a:lnTo>
                  <a:lnTo>
                    <a:pt x="387" y="309"/>
                  </a:lnTo>
                  <a:lnTo>
                    <a:pt x="232" y="464"/>
                  </a:lnTo>
                  <a:lnTo>
                    <a:pt x="116" y="618"/>
                  </a:lnTo>
                  <a:lnTo>
                    <a:pt x="39" y="811"/>
                  </a:lnTo>
                  <a:lnTo>
                    <a:pt x="1" y="1043"/>
                  </a:lnTo>
                  <a:lnTo>
                    <a:pt x="39" y="1236"/>
                  </a:lnTo>
                  <a:lnTo>
                    <a:pt x="78" y="1468"/>
                  </a:lnTo>
                  <a:lnTo>
                    <a:pt x="194" y="1661"/>
                  </a:lnTo>
                  <a:lnTo>
                    <a:pt x="387" y="1892"/>
                  </a:lnTo>
                  <a:lnTo>
                    <a:pt x="657" y="2085"/>
                  </a:lnTo>
                  <a:lnTo>
                    <a:pt x="927" y="2201"/>
                  </a:lnTo>
                  <a:lnTo>
                    <a:pt x="1236" y="2317"/>
                  </a:lnTo>
                  <a:lnTo>
                    <a:pt x="1507" y="2433"/>
                  </a:lnTo>
                  <a:lnTo>
                    <a:pt x="1777" y="2587"/>
                  </a:lnTo>
                  <a:lnTo>
                    <a:pt x="2009" y="2780"/>
                  </a:lnTo>
                  <a:lnTo>
                    <a:pt x="2240" y="3012"/>
                  </a:lnTo>
                  <a:lnTo>
                    <a:pt x="2317" y="3051"/>
                  </a:lnTo>
                  <a:lnTo>
                    <a:pt x="2395" y="3089"/>
                  </a:lnTo>
                  <a:lnTo>
                    <a:pt x="2472" y="3051"/>
                  </a:lnTo>
                  <a:lnTo>
                    <a:pt x="2549" y="3012"/>
                  </a:lnTo>
                  <a:lnTo>
                    <a:pt x="2588" y="3012"/>
                  </a:lnTo>
                  <a:lnTo>
                    <a:pt x="2626" y="2935"/>
                  </a:lnTo>
                  <a:lnTo>
                    <a:pt x="2704" y="2356"/>
                  </a:lnTo>
                  <a:lnTo>
                    <a:pt x="2742" y="2047"/>
                  </a:lnTo>
                  <a:lnTo>
                    <a:pt x="2704" y="1738"/>
                  </a:lnTo>
                  <a:lnTo>
                    <a:pt x="2665" y="1429"/>
                  </a:lnTo>
                  <a:lnTo>
                    <a:pt x="2588" y="1159"/>
                  </a:lnTo>
                  <a:lnTo>
                    <a:pt x="2472" y="888"/>
                  </a:lnTo>
                  <a:lnTo>
                    <a:pt x="2317" y="618"/>
                  </a:lnTo>
                  <a:lnTo>
                    <a:pt x="2124" y="425"/>
                  </a:lnTo>
                  <a:lnTo>
                    <a:pt x="1931" y="270"/>
                  </a:lnTo>
                  <a:lnTo>
                    <a:pt x="1738" y="155"/>
                  </a:lnTo>
                  <a:lnTo>
                    <a:pt x="1507" y="77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4" name="Google Shape;3364;p15"/>
            <p:cNvSpPr/>
            <p:nvPr/>
          </p:nvSpPr>
          <p:spPr>
            <a:xfrm>
              <a:off x="408025" y="2759500"/>
              <a:ext cx="66625" cy="99450"/>
            </a:xfrm>
            <a:custGeom>
              <a:avLst/>
              <a:gdLst/>
              <a:ahLst/>
              <a:cxnLst/>
              <a:rect l="l" t="t" r="r" b="b"/>
              <a:pathLst>
                <a:path w="2665" h="3978" extrusionOk="0">
                  <a:moveTo>
                    <a:pt x="850" y="0"/>
                  </a:moveTo>
                  <a:lnTo>
                    <a:pt x="502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1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0" y="2703"/>
                  </a:lnTo>
                  <a:lnTo>
                    <a:pt x="39" y="2935"/>
                  </a:lnTo>
                  <a:lnTo>
                    <a:pt x="77" y="3167"/>
                  </a:lnTo>
                  <a:lnTo>
                    <a:pt x="155" y="3398"/>
                  </a:lnTo>
                  <a:lnTo>
                    <a:pt x="309" y="3591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8" y="3939"/>
                  </a:lnTo>
                  <a:lnTo>
                    <a:pt x="1120" y="3977"/>
                  </a:lnTo>
                  <a:lnTo>
                    <a:pt x="1313" y="3900"/>
                  </a:lnTo>
                  <a:lnTo>
                    <a:pt x="1506" y="3823"/>
                  </a:lnTo>
                  <a:lnTo>
                    <a:pt x="1661" y="3669"/>
                  </a:lnTo>
                  <a:lnTo>
                    <a:pt x="1815" y="3514"/>
                  </a:lnTo>
                  <a:lnTo>
                    <a:pt x="1970" y="3282"/>
                  </a:lnTo>
                  <a:lnTo>
                    <a:pt x="2085" y="3051"/>
                  </a:lnTo>
                  <a:lnTo>
                    <a:pt x="2317" y="2549"/>
                  </a:lnTo>
                  <a:lnTo>
                    <a:pt x="2472" y="2008"/>
                  </a:lnTo>
                  <a:lnTo>
                    <a:pt x="2626" y="1467"/>
                  </a:lnTo>
                  <a:lnTo>
                    <a:pt x="2665" y="1043"/>
                  </a:lnTo>
                  <a:lnTo>
                    <a:pt x="2394" y="1004"/>
                  </a:lnTo>
                  <a:lnTo>
                    <a:pt x="2008" y="2008"/>
                  </a:lnTo>
                  <a:lnTo>
                    <a:pt x="1738" y="2665"/>
                  </a:lnTo>
                  <a:lnTo>
                    <a:pt x="1545" y="3012"/>
                  </a:lnTo>
                  <a:lnTo>
                    <a:pt x="1468" y="3205"/>
                  </a:lnTo>
                  <a:lnTo>
                    <a:pt x="1313" y="3282"/>
                  </a:lnTo>
                  <a:lnTo>
                    <a:pt x="1159" y="3282"/>
                  </a:lnTo>
                  <a:lnTo>
                    <a:pt x="966" y="3205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3"/>
                  </a:lnTo>
                  <a:lnTo>
                    <a:pt x="541" y="2356"/>
                  </a:lnTo>
                  <a:lnTo>
                    <a:pt x="579" y="2047"/>
                  </a:lnTo>
                  <a:lnTo>
                    <a:pt x="618" y="1622"/>
                  </a:lnTo>
                  <a:lnTo>
                    <a:pt x="734" y="1197"/>
                  </a:lnTo>
                  <a:lnTo>
                    <a:pt x="888" y="772"/>
                  </a:lnTo>
                  <a:lnTo>
                    <a:pt x="1043" y="348"/>
                  </a:lnTo>
                  <a:lnTo>
                    <a:pt x="1081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5" name="Google Shape;3365;p15"/>
            <p:cNvSpPr/>
            <p:nvPr/>
          </p:nvSpPr>
          <p:spPr>
            <a:xfrm>
              <a:off x="1650450" y="2767225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0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0"/>
                  </a:lnTo>
                  <a:lnTo>
                    <a:pt x="3862" y="502"/>
                  </a:lnTo>
                  <a:lnTo>
                    <a:pt x="3321" y="772"/>
                  </a:lnTo>
                  <a:lnTo>
                    <a:pt x="2781" y="1081"/>
                  </a:lnTo>
                  <a:lnTo>
                    <a:pt x="2279" y="1429"/>
                  </a:lnTo>
                  <a:lnTo>
                    <a:pt x="1815" y="1854"/>
                  </a:lnTo>
                  <a:lnTo>
                    <a:pt x="1429" y="2278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3" y="3746"/>
                  </a:lnTo>
                  <a:lnTo>
                    <a:pt x="271" y="4248"/>
                  </a:lnTo>
                  <a:lnTo>
                    <a:pt x="116" y="4788"/>
                  </a:lnTo>
                  <a:lnTo>
                    <a:pt x="1" y="5367"/>
                  </a:lnTo>
                  <a:lnTo>
                    <a:pt x="348" y="5406"/>
                  </a:lnTo>
                  <a:lnTo>
                    <a:pt x="464" y="4981"/>
                  </a:lnTo>
                  <a:lnTo>
                    <a:pt x="580" y="4595"/>
                  </a:lnTo>
                  <a:lnTo>
                    <a:pt x="811" y="3977"/>
                  </a:lnTo>
                  <a:lnTo>
                    <a:pt x="1120" y="3398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6"/>
                  </a:lnTo>
                  <a:lnTo>
                    <a:pt x="3399" y="1158"/>
                  </a:lnTo>
                  <a:lnTo>
                    <a:pt x="3978" y="888"/>
                  </a:lnTo>
                  <a:lnTo>
                    <a:pt x="4634" y="656"/>
                  </a:lnTo>
                  <a:lnTo>
                    <a:pt x="5252" y="463"/>
                  </a:lnTo>
                  <a:lnTo>
                    <a:pt x="5909" y="386"/>
                  </a:lnTo>
                  <a:lnTo>
                    <a:pt x="6565" y="386"/>
                  </a:lnTo>
                  <a:lnTo>
                    <a:pt x="7222" y="463"/>
                  </a:lnTo>
                  <a:lnTo>
                    <a:pt x="7878" y="579"/>
                  </a:lnTo>
                  <a:lnTo>
                    <a:pt x="8496" y="811"/>
                  </a:lnTo>
                  <a:lnTo>
                    <a:pt x="9114" y="1081"/>
                  </a:lnTo>
                  <a:lnTo>
                    <a:pt x="9423" y="1274"/>
                  </a:lnTo>
                  <a:lnTo>
                    <a:pt x="9731" y="1506"/>
                  </a:lnTo>
                  <a:lnTo>
                    <a:pt x="10040" y="1699"/>
                  </a:lnTo>
                  <a:lnTo>
                    <a:pt x="10311" y="1931"/>
                  </a:lnTo>
                  <a:lnTo>
                    <a:pt x="10774" y="2471"/>
                  </a:lnTo>
                  <a:lnTo>
                    <a:pt x="11199" y="3012"/>
                  </a:lnTo>
                  <a:lnTo>
                    <a:pt x="11546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5" y="5638"/>
                  </a:lnTo>
                  <a:lnTo>
                    <a:pt x="12628" y="6217"/>
                  </a:lnTo>
                  <a:lnTo>
                    <a:pt x="12859" y="6796"/>
                  </a:lnTo>
                  <a:lnTo>
                    <a:pt x="13130" y="7375"/>
                  </a:lnTo>
                  <a:lnTo>
                    <a:pt x="13439" y="7955"/>
                  </a:lnTo>
                  <a:lnTo>
                    <a:pt x="13825" y="8495"/>
                  </a:lnTo>
                  <a:lnTo>
                    <a:pt x="14249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499"/>
                  </a:lnTo>
                  <a:lnTo>
                    <a:pt x="15292" y="9654"/>
                  </a:lnTo>
                  <a:lnTo>
                    <a:pt x="15755" y="9808"/>
                  </a:lnTo>
                  <a:lnTo>
                    <a:pt x="16219" y="9885"/>
                  </a:lnTo>
                  <a:lnTo>
                    <a:pt x="16721" y="9885"/>
                  </a:lnTo>
                  <a:lnTo>
                    <a:pt x="17184" y="9808"/>
                  </a:lnTo>
                  <a:lnTo>
                    <a:pt x="17609" y="9615"/>
                  </a:lnTo>
                  <a:lnTo>
                    <a:pt x="17841" y="9499"/>
                  </a:lnTo>
                  <a:lnTo>
                    <a:pt x="18034" y="9383"/>
                  </a:lnTo>
                  <a:lnTo>
                    <a:pt x="18188" y="9229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2" y="8611"/>
                  </a:lnTo>
                  <a:lnTo>
                    <a:pt x="18652" y="8534"/>
                  </a:lnTo>
                  <a:lnTo>
                    <a:pt x="18652" y="8457"/>
                  </a:lnTo>
                  <a:lnTo>
                    <a:pt x="18652" y="8379"/>
                  </a:lnTo>
                  <a:lnTo>
                    <a:pt x="18652" y="8341"/>
                  </a:lnTo>
                  <a:lnTo>
                    <a:pt x="18304" y="8341"/>
                  </a:lnTo>
                  <a:lnTo>
                    <a:pt x="18265" y="8418"/>
                  </a:lnTo>
                  <a:lnTo>
                    <a:pt x="18072" y="8727"/>
                  </a:lnTo>
                  <a:lnTo>
                    <a:pt x="17802" y="8997"/>
                  </a:lnTo>
                  <a:lnTo>
                    <a:pt x="17493" y="9190"/>
                  </a:lnTo>
                  <a:lnTo>
                    <a:pt x="17184" y="9345"/>
                  </a:lnTo>
                  <a:lnTo>
                    <a:pt x="16837" y="9422"/>
                  </a:lnTo>
                  <a:lnTo>
                    <a:pt x="16450" y="9461"/>
                  </a:lnTo>
                  <a:lnTo>
                    <a:pt x="16103" y="9422"/>
                  </a:lnTo>
                  <a:lnTo>
                    <a:pt x="15717" y="9345"/>
                  </a:lnTo>
                  <a:lnTo>
                    <a:pt x="15369" y="9190"/>
                  </a:lnTo>
                  <a:lnTo>
                    <a:pt x="15022" y="8997"/>
                  </a:lnTo>
                  <a:lnTo>
                    <a:pt x="14713" y="8766"/>
                  </a:lnTo>
                  <a:lnTo>
                    <a:pt x="14404" y="8495"/>
                  </a:lnTo>
                  <a:lnTo>
                    <a:pt x="14172" y="8186"/>
                  </a:lnTo>
                  <a:lnTo>
                    <a:pt x="13941" y="7839"/>
                  </a:lnTo>
                  <a:lnTo>
                    <a:pt x="13709" y="7530"/>
                  </a:lnTo>
                  <a:lnTo>
                    <a:pt x="13554" y="7182"/>
                  </a:lnTo>
                  <a:lnTo>
                    <a:pt x="13245" y="6526"/>
                  </a:lnTo>
                  <a:lnTo>
                    <a:pt x="12975" y="5831"/>
                  </a:lnTo>
                  <a:lnTo>
                    <a:pt x="12473" y="4479"/>
                  </a:lnTo>
                  <a:lnTo>
                    <a:pt x="12164" y="3823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278"/>
                  </a:lnTo>
                  <a:lnTo>
                    <a:pt x="11006" y="2008"/>
                  </a:lnTo>
                  <a:lnTo>
                    <a:pt x="10542" y="1583"/>
                  </a:lnTo>
                  <a:lnTo>
                    <a:pt x="10079" y="1197"/>
                  </a:lnTo>
                  <a:lnTo>
                    <a:pt x="9577" y="850"/>
                  </a:lnTo>
                  <a:lnTo>
                    <a:pt x="9036" y="579"/>
                  </a:lnTo>
                  <a:lnTo>
                    <a:pt x="8496" y="348"/>
                  </a:lnTo>
                  <a:lnTo>
                    <a:pt x="7917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6" name="Google Shape;3366;p15"/>
            <p:cNvSpPr/>
            <p:nvPr/>
          </p:nvSpPr>
          <p:spPr>
            <a:xfrm>
              <a:off x="4802400" y="2781700"/>
              <a:ext cx="320525" cy="97525"/>
            </a:xfrm>
            <a:custGeom>
              <a:avLst/>
              <a:gdLst/>
              <a:ahLst/>
              <a:cxnLst/>
              <a:rect l="l" t="t" r="r" b="b"/>
              <a:pathLst>
                <a:path w="12821" h="3901" extrusionOk="0">
                  <a:moveTo>
                    <a:pt x="12550" y="0"/>
                  </a:moveTo>
                  <a:lnTo>
                    <a:pt x="12434" y="39"/>
                  </a:lnTo>
                  <a:lnTo>
                    <a:pt x="12357" y="77"/>
                  </a:lnTo>
                  <a:lnTo>
                    <a:pt x="12318" y="155"/>
                  </a:lnTo>
                  <a:lnTo>
                    <a:pt x="12280" y="271"/>
                  </a:lnTo>
                  <a:lnTo>
                    <a:pt x="12318" y="348"/>
                  </a:lnTo>
                  <a:lnTo>
                    <a:pt x="12357" y="541"/>
                  </a:lnTo>
                  <a:lnTo>
                    <a:pt x="12318" y="734"/>
                  </a:lnTo>
                  <a:lnTo>
                    <a:pt x="12280" y="888"/>
                  </a:lnTo>
                  <a:lnTo>
                    <a:pt x="12164" y="1043"/>
                  </a:lnTo>
                  <a:lnTo>
                    <a:pt x="12009" y="1197"/>
                  </a:lnTo>
                  <a:lnTo>
                    <a:pt x="11855" y="1313"/>
                  </a:lnTo>
                  <a:lnTo>
                    <a:pt x="11430" y="1545"/>
                  </a:lnTo>
                  <a:lnTo>
                    <a:pt x="11005" y="1699"/>
                  </a:lnTo>
                  <a:lnTo>
                    <a:pt x="10542" y="1854"/>
                  </a:lnTo>
                  <a:lnTo>
                    <a:pt x="9808" y="2047"/>
                  </a:lnTo>
                  <a:lnTo>
                    <a:pt x="9422" y="2163"/>
                  </a:lnTo>
                  <a:lnTo>
                    <a:pt x="9384" y="2085"/>
                  </a:lnTo>
                  <a:lnTo>
                    <a:pt x="9345" y="2008"/>
                  </a:lnTo>
                  <a:lnTo>
                    <a:pt x="8997" y="1468"/>
                  </a:lnTo>
                  <a:lnTo>
                    <a:pt x="8727" y="927"/>
                  </a:lnTo>
                  <a:lnTo>
                    <a:pt x="8418" y="1043"/>
                  </a:lnTo>
                  <a:lnTo>
                    <a:pt x="8495" y="1390"/>
                  </a:lnTo>
                  <a:lnTo>
                    <a:pt x="8611" y="1699"/>
                  </a:lnTo>
                  <a:lnTo>
                    <a:pt x="8804" y="2008"/>
                  </a:lnTo>
                  <a:lnTo>
                    <a:pt x="8997" y="2279"/>
                  </a:lnTo>
                  <a:lnTo>
                    <a:pt x="7839" y="2587"/>
                  </a:lnTo>
                  <a:lnTo>
                    <a:pt x="6719" y="2819"/>
                  </a:lnTo>
                  <a:lnTo>
                    <a:pt x="5329" y="3051"/>
                  </a:lnTo>
                  <a:lnTo>
                    <a:pt x="3939" y="3244"/>
                  </a:lnTo>
                  <a:lnTo>
                    <a:pt x="3669" y="3282"/>
                  </a:lnTo>
                  <a:lnTo>
                    <a:pt x="3746" y="2935"/>
                  </a:lnTo>
                  <a:lnTo>
                    <a:pt x="3784" y="2587"/>
                  </a:lnTo>
                  <a:lnTo>
                    <a:pt x="3707" y="2240"/>
                  </a:lnTo>
                  <a:lnTo>
                    <a:pt x="3630" y="1892"/>
                  </a:lnTo>
                  <a:lnTo>
                    <a:pt x="3282" y="1970"/>
                  </a:lnTo>
                  <a:lnTo>
                    <a:pt x="3321" y="2279"/>
                  </a:lnTo>
                  <a:lnTo>
                    <a:pt x="3360" y="2587"/>
                  </a:lnTo>
                  <a:lnTo>
                    <a:pt x="3282" y="2974"/>
                  </a:lnTo>
                  <a:lnTo>
                    <a:pt x="3205" y="3321"/>
                  </a:lnTo>
                  <a:lnTo>
                    <a:pt x="2278" y="3398"/>
                  </a:lnTo>
                  <a:lnTo>
                    <a:pt x="1815" y="3437"/>
                  </a:lnTo>
                  <a:lnTo>
                    <a:pt x="1352" y="3398"/>
                  </a:lnTo>
                  <a:lnTo>
                    <a:pt x="965" y="3360"/>
                  </a:lnTo>
                  <a:lnTo>
                    <a:pt x="772" y="3282"/>
                  </a:lnTo>
                  <a:lnTo>
                    <a:pt x="618" y="3244"/>
                  </a:lnTo>
                  <a:lnTo>
                    <a:pt x="502" y="3128"/>
                  </a:lnTo>
                  <a:lnTo>
                    <a:pt x="425" y="3051"/>
                  </a:lnTo>
                  <a:lnTo>
                    <a:pt x="386" y="2935"/>
                  </a:lnTo>
                  <a:lnTo>
                    <a:pt x="348" y="2781"/>
                  </a:lnTo>
                  <a:lnTo>
                    <a:pt x="348" y="2703"/>
                  </a:lnTo>
                  <a:lnTo>
                    <a:pt x="309" y="2665"/>
                  </a:lnTo>
                  <a:lnTo>
                    <a:pt x="232" y="2587"/>
                  </a:lnTo>
                  <a:lnTo>
                    <a:pt x="116" y="2626"/>
                  </a:lnTo>
                  <a:lnTo>
                    <a:pt x="77" y="2626"/>
                  </a:lnTo>
                  <a:lnTo>
                    <a:pt x="39" y="2703"/>
                  </a:lnTo>
                  <a:lnTo>
                    <a:pt x="0" y="2858"/>
                  </a:lnTo>
                  <a:lnTo>
                    <a:pt x="0" y="3012"/>
                  </a:lnTo>
                  <a:lnTo>
                    <a:pt x="0" y="3167"/>
                  </a:lnTo>
                  <a:lnTo>
                    <a:pt x="39" y="3282"/>
                  </a:lnTo>
                  <a:lnTo>
                    <a:pt x="116" y="3398"/>
                  </a:lnTo>
                  <a:lnTo>
                    <a:pt x="193" y="3514"/>
                  </a:lnTo>
                  <a:lnTo>
                    <a:pt x="386" y="3669"/>
                  </a:lnTo>
                  <a:lnTo>
                    <a:pt x="657" y="3746"/>
                  </a:lnTo>
                  <a:lnTo>
                    <a:pt x="927" y="3823"/>
                  </a:lnTo>
                  <a:lnTo>
                    <a:pt x="1236" y="3862"/>
                  </a:lnTo>
                  <a:lnTo>
                    <a:pt x="1506" y="3900"/>
                  </a:lnTo>
                  <a:lnTo>
                    <a:pt x="2780" y="3823"/>
                  </a:lnTo>
                  <a:lnTo>
                    <a:pt x="4016" y="3746"/>
                  </a:lnTo>
                  <a:lnTo>
                    <a:pt x="5252" y="3553"/>
                  </a:lnTo>
                  <a:lnTo>
                    <a:pt x="6487" y="3360"/>
                  </a:lnTo>
                  <a:lnTo>
                    <a:pt x="7646" y="3128"/>
                  </a:lnTo>
                  <a:lnTo>
                    <a:pt x="8766" y="2858"/>
                  </a:lnTo>
                  <a:lnTo>
                    <a:pt x="9885" y="2510"/>
                  </a:lnTo>
                  <a:lnTo>
                    <a:pt x="11005" y="2163"/>
                  </a:lnTo>
                  <a:lnTo>
                    <a:pt x="11353" y="2047"/>
                  </a:lnTo>
                  <a:lnTo>
                    <a:pt x="11700" y="1892"/>
                  </a:lnTo>
                  <a:lnTo>
                    <a:pt x="12048" y="1699"/>
                  </a:lnTo>
                  <a:lnTo>
                    <a:pt x="12357" y="1506"/>
                  </a:lnTo>
                  <a:lnTo>
                    <a:pt x="12627" y="1236"/>
                  </a:lnTo>
                  <a:lnTo>
                    <a:pt x="12704" y="1081"/>
                  </a:lnTo>
                  <a:lnTo>
                    <a:pt x="12782" y="927"/>
                  </a:lnTo>
                  <a:lnTo>
                    <a:pt x="12820" y="773"/>
                  </a:lnTo>
                  <a:lnTo>
                    <a:pt x="12820" y="579"/>
                  </a:lnTo>
                  <a:lnTo>
                    <a:pt x="12820" y="386"/>
                  </a:lnTo>
                  <a:lnTo>
                    <a:pt x="12743" y="155"/>
                  </a:lnTo>
                  <a:lnTo>
                    <a:pt x="12704" y="77"/>
                  </a:lnTo>
                  <a:lnTo>
                    <a:pt x="12627" y="39"/>
                  </a:lnTo>
                  <a:lnTo>
                    <a:pt x="125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7" name="Google Shape;3367;p15"/>
            <p:cNvSpPr/>
            <p:nvPr/>
          </p:nvSpPr>
          <p:spPr>
            <a:xfrm>
              <a:off x="2362900" y="2786525"/>
              <a:ext cx="114900" cy="130350"/>
            </a:xfrm>
            <a:custGeom>
              <a:avLst/>
              <a:gdLst/>
              <a:ahLst/>
              <a:cxnLst/>
              <a:rect l="l" t="t" r="r" b="b"/>
              <a:pathLst>
                <a:path w="4596" h="5214" extrusionOk="0">
                  <a:moveTo>
                    <a:pt x="232" y="0"/>
                  </a:moveTo>
                  <a:lnTo>
                    <a:pt x="0" y="193"/>
                  </a:lnTo>
                  <a:lnTo>
                    <a:pt x="502" y="888"/>
                  </a:lnTo>
                  <a:lnTo>
                    <a:pt x="1004" y="1622"/>
                  </a:lnTo>
                  <a:lnTo>
                    <a:pt x="1545" y="2279"/>
                  </a:lnTo>
                  <a:lnTo>
                    <a:pt x="2124" y="2974"/>
                  </a:lnTo>
                  <a:lnTo>
                    <a:pt x="3283" y="4248"/>
                  </a:lnTo>
                  <a:lnTo>
                    <a:pt x="3746" y="4789"/>
                  </a:lnTo>
                  <a:lnTo>
                    <a:pt x="3630" y="4789"/>
                  </a:lnTo>
                  <a:lnTo>
                    <a:pt x="3592" y="4866"/>
                  </a:lnTo>
                  <a:lnTo>
                    <a:pt x="3592" y="4982"/>
                  </a:lnTo>
                  <a:lnTo>
                    <a:pt x="3823" y="4904"/>
                  </a:lnTo>
                  <a:lnTo>
                    <a:pt x="4055" y="5059"/>
                  </a:lnTo>
                  <a:lnTo>
                    <a:pt x="4287" y="5213"/>
                  </a:lnTo>
                  <a:lnTo>
                    <a:pt x="4441" y="5213"/>
                  </a:lnTo>
                  <a:lnTo>
                    <a:pt x="4518" y="5175"/>
                  </a:lnTo>
                  <a:lnTo>
                    <a:pt x="4557" y="5097"/>
                  </a:lnTo>
                  <a:lnTo>
                    <a:pt x="4557" y="5059"/>
                  </a:lnTo>
                  <a:lnTo>
                    <a:pt x="4595" y="4982"/>
                  </a:lnTo>
                  <a:lnTo>
                    <a:pt x="4402" y="4750"/>
                  </a:lnTo>
                  <a:lnTo>
                    <a:pt x="4325" y="4750"/>
                  </a:lnTo>
                  <a:lnTo>
                    <a:pt x="4016" y="4480"/>
                  </a:lnTo>
                  <a:lnTo>
                    <a:pt x="3746" y="4171"/>
                  </a:lnTo>
                  <a:lnTo>
                    <a:pt x="3244" y="3553"/>
                  </a:lnTo>
                  <a:lnTo>
                    <a:pt x="2201" y="2394"/>
                  </a:lnTo>
                  <a:lnTo>
                    <a:pt x="1197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8" name="Google Shape;3368;p15"/>
            <p:cNvSpPr/>
            <p:nvPr/>
          </p:nvSpPr>
          <p:spPr>
            <a:xfrm>
              <a:off x="2090650" y="2821275"/>
              <a:ext cx="200825" cy="230750"/>
            </a:xfrm>
            <a:custGeom>
              <a:avLst/>
              <a:gdLst/>
              <a:ahLst/>
              <a:cxnLst/>
              <a:rect l="l" t="t" r="r" b="b"/>
              <a:pathLst>
                <a:path w="8033" h="9230" extrusionOk="0">
                  <a:moveTo>
                    <a:pt x="2048" y="0"/>
                  </a:moveTo>
                  <a:lnTo>
                    <a:pt x="1893" y="78"/>
                  </a:lnTo>
                  <a:lnTo>
                    <a:pt x="1739" y="155"/>
                  </a:lnTo>
                  <a:lnTo>
                    <a:pt x="1430" y="425"/>
                  </a:lnTo>
                  <a:lnTo>
                    <a:pt x="1198" y="734"/>
                  </a:lnTo>
                  <a:lnTo>
                    <a:pt x="966" y="1004"/>
                  </a:lnTo>
                  <a:lnTo>
                    <a:pt x="735" y="1352"/>
                  </a:lnTo>
                  <a:lnTo>
                    <a:pt x="503" y="1738"/>
                  </a:lnTo>
                  <a:lnTo>
                    <a:pt x="348" y="2124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40" y="3476"/>
                  </a:lnTo>
                  <a:lnTo>
                    <a:pt x="1" y="3939"/>
                  </a:lnTo>
                  <a:lnTo>
                    <a:pt x="78" y="4441"/>
                  </a:lnTo>
                  <a:lnTo>
                    <a:pt x="155" y="4905"/>
                  </a:lnTo>
                  <a:lnTo>
                    <a:pt x="271" y="5329"/>
                  </a:lnTo>
                  <a:lnTo>
                    <a:pt x="464" y="5793"/>
                  </a:lnTo>
                  <a:lnTo>
                    <a:pt x="696" y="6179"/>
                  </a:lnTo>
                  <a:lnTo>
                    <a:pt x="1044" y="6179"/>
                  </a:lnTo>
                  <a:lnTo>
                    <a:pt x="889" y="5831"/>
                  </a:lnTo>
                  <a:lnTo>
                    <a:pt x="735" y="5484"/>
                  </a:lnTo>
                  <a:lnTo>
                    <a:pt x="657" y="5136"/>
                  </a:lnTo>
                  <a:lnTo>
                    <a:pt x="542" y="4789"/>
                  </a:lnTo>
                  <a:lnTo>
                    <a:pt x="503" y="4403"/>
                  </a:lnTo>
                  <a:lnTo>
                    <a:pt x="464" y="4055"/>
                  </a:lnTo>
                  <a:lnTo>
                    <a:pt x="464" y="3669"/>
                  </a:lnTo>
                  <a:lnTo>
                    <a:pt x="464" y="3321"/>
                  </a:lnTo>
                  <a:lnTo>
                    <a:pt x="542" y="2974"/>
                  </a:lnTo>
                  <a:lnTo>
                    <a:pt x="619" y="2626"/>
                  </a:lnTo>
                  <a:lnTo>
                    <a:pt x="735" y="2279"/>
                  </a:lnTo>
                  <a:lnTo>
                    <a:pt x="850" y="1931"/>
                  </a:lnTo>
                  <a:lnTo>
                    <a:pt x="1044" y="1622"/>
                  </a:lnTo>
                  <a:lnTo>
                    <a:pt x="1237" y="1313"/>
                  </a:lnTo>
                  <a:lnTo>
                    <a:pt x="1468" y="1004"/>
                  </a:lnTo>
                  <a:lnTo>
                    <a:pt x="1777" y="734"/>
                  </a:lnTo>
                  <a:lnTo>
                    <a:pt x="1970" y="580"/>
                  </a:lnTo>
                  <a:lnTo>
                    <a:pt x="2086" y="502"/>
                  </a:lnTo>
                  <a:lnTo>
                    <a:pt x="2202" y="464"/>
                  </a:lnTo>
                  <a:lnTo>
                    <a:pt x="2318" y="580"/>
                  </a:lnTo>
                  <a:lnTo>
                    <a:pt x="2434" y="811"/>
                  </a:lnTo>
                  <a:lnTo>
                    <a:pt x="2588" y="1198"/>
                  </a:lnTo>
                  <a:lnTo>
                    <a:pt x="2743" y="1584"/>
                  </a:lnTo>
                  <a:lnTo>
                    <a:pt x="2858" y="1931"/>
                  </a:lnTo>
                  <a:lnTo>
                    <a:pt x="2974" y="2317"/>
                  </a:lnTo>
                  <a:lnTo>
                    <a:pt x="3052" y="2703"/>
                  </a:lnTo>
                  <a:lnTo>
                    <a:pt x="3090" y="3090"/>
                  </a:lnTo>
                  <a:lnTo>
                    <a:pt x="3090" y="3437"/>
                  </a:lnTo>
                  <a:lnTo>
                    <a:pt x="3052" y="3785"/>
                  </a:lnTo>
                  <a:lnTo>
                    <a:pt x="3013" y="4132"/>
                  </a:lnTo>
                  <a:lnTo>
                    <a:pt x="2897" y="4480"/>
                  </a:lnTo>
                  <a:lnTo>
                    <a:pt x="2781" y="4789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22"/>
                  </a:lnTo>
                  <a:lnTo>
                    <a:pt x="2395" y="5638"/>
                  </a:lnTo>
                  <a:lnTo>
                    <a:pt x="2356" y="5715"/>
                  </a:lnTo>
                  <a:lnTo>
                    <a:pt x="2356" y="5754"/>
                  </a:lnTo>
                  <a:lnTo>
                    <a:pt x="2395" y="5793"/>
                  </a:lnTo>
                  <a:lnTo>
                    <a:pt x="2472" y="5793"/>
                  </a:lnTo>
                  <a:lnTo>
                    <a:pt x="2627" y="5715"/>
                  </a:lnTo>
                  <a:lnTo>
                    <a:pt x="2820" y="5677"/>
                  </a:lnTo>
                  <a:lnTo>
                    <a:pt x="3206" y="5677"/>
                  </a:lnTo>
                  <a:lnTo>
                    <a:pt x="3631" y="5715"/>
                  </a:lnTo>
                  <a:lnTo>
                    <a:pt x="4055" y="5793"/>
                  </a:lnTo>
                  <a:lnTo>
                    <a:pt x="4442" y="5947"/>
                  </a:lnTo>
                  <a:lnTo>
                    <a:pt x="4866" y="6102"/>
                  </a:lnTo>
                  <a:lnTo>
                    <a:pt x="5214" y="6256"/>
                  </a:lnTo>
                  <a:lnTo>
                    <a:pt x="5523" y="6449"/>
                  </a:lnTo>
                  <a:lnTo>
                    <a:pt x="5832" y="6642"/>
                  </a:lnTo>
                  <a:lnTo>
                    <a:pt x="6141" y="6835"/>
                  </a:lnTo>
                  <a:lnTo>
                    <a:pt x="6411" y="7067"/>
                  </a:lnTo>
                  <a:lnTo>
                    <a:pt x="6681" y="7337"/>
                  </a:lnTo>
                  <a:lnTo>
                    <a:pt x="6913" y="7608"/>
                  </a:lnTo>
                  <a:lnTo>
                    <a:pt x="7145" y="7878"/>
                  </a:lnTo>
                  <a:lnTo>
                    <a:pt x="7338" y="8187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95" y="8766"/>
                  </a:lnTo>
                  <a:lnTo>
                    <a:pt x="5870" y="8805"/>
                  </a:lnTo>
                  <a:lnTo>
                    <a:pt x="5484" y="8805"/>
                  </a:lnTo>
                  <a:lnTo>
                    <a:pt x="5059" y="8727"/>
                  </a:lnTo>
                  <a:lnTo>
                    <a:pt x="4673" y="8612"/>
                  </a:lnTo>
                  <a:lnTo>
                    <a:pt x="4249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72" y="7106"/>
                  </a:lnTo>
                  <a:lnTo>
                    <a:pt x="1932" y="6565"/>
                  </a:lnTo>
                  <a:lnTo>
                    <a:pt x="1854" y="6526"/>
                  </a:lnTo>
                  <a:lnTo>
                    <a:pt x="1816" y="6488"/>
                  </a:lnTo>
                  <a:lnTo>
                    <a:pt x="1661" y="6526"/>
                  </a:lnTo>
                  <a:lnTo>
                    <a:pt x="1623" y="6526"/>
                  </a:lnTo>
                  <a:lnTo>
                    <a:pt x="1584" y="6565"/>
                  </a:lnTo>
                  <a:lnTo>
                    <a:pt x="1430" y="6835"/>
                  </a:lnTo>
                  <a:lnTo>
                    <a:pt x="1661" y="6874"/>
                  </a:lnTo>
                  <a:lnTo>
                    <a:pt x="2279" y="7492"/>
                  </a:lnTo>
                  <a:lnTo>
                    <a:pt x="2897" y="8071"/>
                  </a:lnTo>
                  <a:lnTo>
                    <a:pt x="3245" y="8341"/>
                  </a:lnTo>
                  <a:lnTo>
                    <a:pt x="3631" y="8573"/>
                  </a:lnTo>
                  <a:lnTo>
                    <a:pt x="3978" y="8766"/>
                  </a:lnTo>
                  <a:lnTo>
                    <a:pt x="4364" y="8959"/>
                  </a:lnTo>
                  <a:lnTo>
                    <a:pt x="4828" y="9114"/>
                  </a:lnTo>
                  <a:lnTo>
                    <a:pt x="5253" y="9191"/>
                  </a:lnTo>
                  <a:lnTo>
                    <a:pt x="5677" y="9229"/>
                  </a:lnTo>
                  <a:lnTo>
                    <a:pt x="6141" y="9229"/>
                  </a:lnTo>
                  <a:lnTo>
                    <a:pt x="6565" y="9152"/>
                  </a:lnTo>
                  <a:lnTo>
                    <a:pt x="6990" y="9075"/>
                  </a:lnTo>
                  <a:lnTo>
                    <a:pt x="7878" y="8843"/>
                  </a:lnTo>
                  <a:lnTo>
                    <a:pt x="7956" y="8805"/>
                  </a:lnTo>
                  <a:lnTo>
                    <a:pt x="7994" y="8727"/>
                  </a:lnTo>
                  <a:lnTo>
                    <a:pt x="8033" y="8650"/>
                  </a:lnTo>
                  <a:lnTo>
                    <a:pt x="7994" y="8534"/>
                  </a:lnTo>
                  <a:lnTo>
                    <a:pt x="7763" y="8110"/>
                  </a:lnTo>
                  <a:lnTo>
                    <a:pt x="7492" y="7685"/>
                  </a:lnTo>
                  <a:lnTo>
                    <a:pt x="7222" y="7299"/>
                  </a:lnTo>
                  <a:lnTo>
                    <a:pt x="6874" y="6912"/>
                  </a:lnTo>
                  <a:lnTo>
                    <a:pt x="6527" y="6604"/>
                  </a:lnTo>
                  <a:lnTo>
                    <a:pt x="6141" y="6295"/>
                  </a:lnTo>
                  <a:lnTo>
                    <a:pt x="5716" y="6024"/>
                  </a:lnTo>
                  <a:lnTo>
                    <a:pt x="5253" y="5793"/>
                  </a:lnTo>
                  <a:lnTo>
                    <a:pt x="4828" y="5638"/>
                  </a:lnTo>
                  <a:lnTo>
                    <a:pt x="4249" y="5445"/>
                  </a:lnTo>
                  <a:lnTo>
                    <a:pt x="3940" y="5368"/>
                  </a:lnTo>
                  <a:lnTo>
                    <a:pt x="3592" y="5291"/>
                  </a:lnTo>
                  <a:lnTo>
                    <a:pt x="3013" y="5291"/>
                  </a:lnTo>
                  <a:lnTo>
                    <a:pt x="3167" y="4982"/>
                  </a:lnTo>
                  <a:lnTo>
                    <a:pt x="3322" y="4634"/>
                  </a:lnTo>
                  <a:lnTo>
                    <a:pt x="3399" y="4287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05"/>
                  </a:lnTo>
                  <a:lnTo>
                    <a:pt x="3515" y="2858"/>
                  </a:lnTo>
                  <a:lnTo>
                    <a:pt x="3438" y="2472"/>
                  </a:lnTo>
                  <a:lnTo>
                    <a:pt x="3322" y="1970"/>
                  </a:lnTo>
                  <a:lnTo>
                    <a:pt x="3167" y="1468"/>
                  </a:lnTo>
                  <a:lnTo>
                    <a:pt x="2936" y="966"/>
                  </a:lnTo>
                  <a:lnTo>
                    <a:pt x="2704" y="502"/>
                  </a:lnTo>
                  <a:lnTo>
                    <a:pt x="2588" y="271"/>
                  </a:lnTo>
                  <a:lnTo>
                    <a:pt x="2472" y="116"/>
                  </a:lnTo>
                  <a:lnTo>
                    <a:pt x="2356" y="39"/>
                  </a:lnTo>
                  <a:lnTo>
                    <a:pt x="227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9" name="Google Shape;3369;p15"/>
            <p:cNvSpPr/>
            <p:nvPr/>
          </p:nvSpPr>
          <p:spPr>
            <a:xfrm>
              <a:off x="3488525" y="2821275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120" y="387"/>
                  </a:moveTo>
                  <a:lnTo>
                    <a:pt x="1313" y="425"/>
                  </a:lnTo>
                  <a:lnTo>
                    <a:pt x="1506" y="464"/>
                  </a:lnTo>
                  <a:lnTo>
                    <a:pt x="1661" y="580"/>
                  </a:lnTo>
                  <a:lnTo>
                    <a:pt x="1738" y="734"/>
                  </a:lnTo>
                  <a:lnTo>
                    <a:pt x="1777" y="889"/>
                  </a:lnTo>
                  <a:lnTo>
                    <a:pt x="1738" y="966"/>
                  </a:lnTo>
                  <a:lnTo>
                    <a:pt x="1699" y="1004"/>
                  </a:lnTo>
                  <a:lnTo>
                    <a:pt x="1661" y="1082"/>
                  </a:lnTo>
                  <a:lnTo>
                    <a:pt x="1545" y="1120"/>
                  </a:lnTo>
                  <a:lnTo>
                    <a:pt x="1236" y="1159"/>
                  </a:lnTo>
                  <a:lnTo>
                    <a:pt x="927" y="1159"/>
                  </a:lnTo>
                  <a:lnTo>
                    <a:pt x="579" y="1198"/>
                  </a:lnTo>
                  <a:lnTo>
                    <a:pt x="464" y="1236"/>
                  </a:lnTo>
                  <a:lnTo>
                    <a:pt x="309" y="1313"/>
                  </a:lnTo>
                  <a:lnTo>
                    <a:pt x="309" y="1159"/>
                  </a:lnTo>
                  <a:lnTo>
                    <a:pt x="348" y="1004"/>
                  </a:lnTo>
                  <a:lnTo>
                    <a:pt x="386" y="850"/>
                  </a:lnTo>
                  <a:lnTo>
                    <a:pt x="464" y="734"/>
                  </a:lnTo>
                  <a:lnTo>
                    <a:pt x="541" y="618"/>
                  </a:lnTo>
                  <a:lnTo>
                    <a:pt x="657" y="541"/>
                  </a:lnTo>
                  <a:lnTo>
                    <a:pt x="811" y="464"/>
                  </a:lnTo>
                  <a:lnTo>
                    <a:pt x="927" y="425"/>
                  </a:lnTo>
                  <a:lnTo>
                    <a:pt x="1120" y="387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79" y="116"/>
                  </a:lnTo>
                  <a:lnTo>
                    <a:pt x="425" y="232"/>
                  </a:lnTo>
                  <a:lnTo>
                    <a:pt x="271" y="387"/>
                  </a:lnTo>
                  <a:lnTo>
                    <a:pt x="155" y="541"/>
                  </a:lnTo>
                  <a:lnTo>
                    <a:pt x="77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0" y="1275"/>
                  </a:lnTo>
                  <a:lnTo>
                    <a:pt x="39" y="1468"/>
                  </a:lnTo>
                  <a:lnTo>
                    <a:pt x="116" y="1661"/>
                  </a:lnTo>
                  <a:lnTo>
                    <a:pt x="155" y="1738"/>
                  </a:lnTo>
                  <a:lnTo>
                    <a:pt x="232" y="1815"/>
                  </a:lnTo>
                  <a:lnTo>
                    <a:pt x="309" y="1815"/>
                  </a:lnTo>
                  <a:lnTo>
                    <a:pt x="425" y="1777"/>
                  </a:lnTo>
                  <a:lnTo>
                    <a:pt x="541" y="1661"/>
                  </a:lnTo>
                  <a:lnTo>
                    <a:pt x="695" y="1584"/>
                  </a:lnTo>
                  <a:lnTo>
                    <a:pt x="850" y="1545"/>
                  </a:lnTo>
                  <a:lnTo>
                    <a:pt x="1043" y="1545"/>
                  </a:lnTo>
                  <a:lnTo>
                    <a:pt x="1390" y="1506"/>
                  </a:lnTo>
                  <a:lnTo>
                    <a:pt x="1583" y="1506"/>
                  </a:lnTo>
                  <a:lnTo>
                    <a:pt x="1738" y="1468"/>
                  </a:lnTo>
                  <a:lnTo>
                    <a:pt x="1931" y="1391"/>
                  </a:lnTo>
                  <a:lnTo>
                    <a:pt x="2047" y="1275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811"/>
                  </a:lnTo>
                  <a:lnTo>
                    <a:pt x="2124" y="657"/>
                  </a:lnTo>
                  <a:lnTo>
                    <a:pt x="2047" y="502"/>
                  </a:lnTo>
                  <a:lnTo>
                    <a:pt x="1970" y="348"/>
                  </a:lnTo>
                  <a:lnTo>
                    <a:pt x="1777" y="194"/>
                  </a:lnTo>
                  <a:lnTo>
                    <a:pt x="1622" y="116"/>
                  </a:lnTo>
                  <a:lnTo>
                    <a:pt x="1429" y="39"/>
                  </a:lnTo>
                  <a:lnTo>
                    <a:pt x="11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0" name="Google Shape;3370;p15"/>
            <p:cNvSpPr/>
            <p:nvPr/>
          </p:nvSpPr>
          <p:spPr>
            <a:xfrm>
              <a:off x="3345650" y="2889825"/>
              <a:ext cx="466300" cy="248125"/>
            </a:xfrm>
            <a:custGeom>
              <a:avLst/>
              <a:gdLst/>
              <a:ahLst/>
              <a:cxnLst/>
              <a:rect l="l" t="t" r="r" b="b"/>
              <a:pathLst>
                <a:path w="18652" h="9925" extrusionOk="0">
                  <a:moveTo>
                    <a:pt x="6140" y="0"/>
                  </a:moveTo>
                  <a:lnTo>
                    <a:pt x="5561" y="39"/>
                  </a:lnTo>
                  <a:lnTo>
                    <a:pt x="4982" y="155"/>
                  </a:lnTo>
                  <a:lnTo>
                    <a:pt x="4402" y="309"/>
                  </a:lnTo>
                  <a:lnTo>
                    <a:pt x="3862" y="502"/>
                  </a:lnTo>
                  <a:lnTo>
                    <a:pt x="3283" y="772"/>
                  </a:lnTo>
                  <a:lnTo>
                    <a:pt x="2781" y="1081"/>
                  </a:lnTo>
                  <a:lnTo>
                    <a:pt x="2279" y="1467"/>
                  </a:lnTo>
                  <a:lnTo>
                    <a:pt x="1815" y="1892"/>
                  </a:lnTo>
                  <a:lnTo>
                    <a:pt x="1390" y="2317"/>
                  </a:lnTo>
                  <a:lnTo>
                    <a:pt x="1043" y="2780"/>
                  </a:lnTo>
                  <a:lnTo>
                    <a:pt x="734" y="3244"/>
                  </a:lnTo>
                  <a:lnTo>
                    <a:pt x="464" y="3746"/>
                  </a:lnTo>
                  <a:lnTo>
                    <a:pt x="271" y="4286"/>
                  </a:lnTo>
                  <a:lnTo>
                    <a:pt x="116" y="4827"/>
                  </a:lnTo>
                  <a:lnTo>
                    <a:pt x="0" y="5368"/>
                  </a:lnTo>
                  <a:lnTo>
                    <a:pt x="348" y="5445"/>
                  </a:lnTo>
                  <a:lnTo>
                    <a:pt x="425" y="5020"/>
                  </a:lnTo>
                  <a:lnTo>
                    <a:pt x="541" y="4595"/>
                  </a:lnTo>
                  <a:lnTo>
                    <a:pt x="773" y="4016"/>
                  </a:lnTo>
                  <a:lnTo>
                    <a:pt x="1081" y="3437"/>
                  </a:lnTo>
                  <a:lnTo>
                    <a:pt x="1468" y="2896"/>
                  </a:lnTo>
                  <a:lnTo>
                    <a:pt x="1892" y="2394"/>
                  </a:lnTo>
                  <a:lnTo>
                    <a:pt x="2356" y="1931"/>
                  </a:lnTo>
                  <a:lnTo>
                    <a:pt x="2858" y="1545"/>
                  </a:lnTo>
                  <a:lnTo>
                    <a:pt x="3398" y="1197"/>
                  </a:lnTo>
                  <a:lnTo>
                    <a:pt x="3978" y="888"/>
                  </a:lnTo>
                  <a:lnTo>
                    <a:pt x="4595" y="657"/>
                  </a:lnTo>
                  <a:lnTo>
                    <a:pt x="5252" y="502"/>
                  </a:lnTo>
                  <a:lnTo>
                    <a:pt x="5908" y="425"/>
                  </a:lnTo>
                  <a:lnTo>
                    <a:pt x="6565" y="386"/>
                  </a:lnTo>
                  <a:lnTo>
                    <a:pt x="7221" y="463"/>
                  </a:lnTo>
                  <a:lnTo>
                    <a:pt x="7839" y="618"/>
                  </a:lnTo>
                  <a:lnTo>
                    <a:pt x="8457" y="811"/>
                  </a:lnTo>
                  <a:lnTo>
                    <a:pt x="9075" y="1120"/>
                  </a:lnTo>
                  <a:lnTo>
                    <a:pt x="9422" y="1313"/>
                  </a:lnTo>
                  <a:lnTo>
                    <a:pt x="9731" y="1506"/>
                  </a:lnTo>
                  <a:lnTo>
                    <a:pt x="10002" y="1738"/>
                  </a:lnTo>
                  <a:lnTo>
                    <a:pt x="10272" y="1969"/>
                  </a:lnTo>
                  <a:lnTo>
                    <a:pt x="10774" y="2471"/>
                  </a:lnTo>
                  <a:lnTo>
                    <a:pt x="11199" y="3051"/>
                  </a:lnTo>
                  <a:lnTo>
                    <a:pt x="11546" y="3630"/>
                  </a:lnTo>
                  <a:lnTo>
                    <a:pt x="11855" y="4286"/>
                  </a:lnTo>
                  <a:lnTo>
                    <a:pt x="12164" y="4943"/>
                  </a:lnTo>
                  <a:lnTo>
                    <a:pt x="12396" y="5638"/>
                  </a:lnTo>
                  <a:lnTo>
                    <a:pt x="12627" y="6217"/>
                  </a:lnTo>
                  <a:lnTo>
                    <a:pt x="12859" y="6835"/>
                  </a:lnTo>
                  <a:lnTo>
                    <a:pt x="13129" y="7414"/>
                  </a:lnTo>
                  <a:lnTo>
                    <a:pt x="13438" y="7993"/>
                  </a:lnTo>
                  <a:lnTo>
                    <a:pt x="13786" y="8495"/>
                  </a:lnTo>
                  <a:lnTo>
                    <a:pt x="14211" y="8959"/>
                  </a:lnTo>
                  <a:lnTo>
                    <a:pt x="14442" y="9190"/>
                  </a:lnTo>
                  <a:lnTo>
                    <a:pt x="14713" y="9383"/>
                  </a:lnTo>
                  <a:lnTo>
                    <a:pt x="14983" y="9538"/>
                  </a:lnTo>
                  <a:lnTo>
                    <a:pt x="15253" y="9692"/>
                  </a:lnTo>
                  <a:lnTo>
                    <a:pt x="15717" y="9847"/>
                  </a:lnTo>
                  <a:lnTo>
                    <a:pt x="16219" y="9924"/>
                  </a:lnTo>
                  <a:lnTo>
                    <a:pt x="16682" y="9885"/>
                  </a:lnTo>
                  <a:lnTo>
                    <a:pt x="17145" y="9808"/>
                  </a:lnTo>
                  <a:lnTo>
                    <a:pt x="17609" y="9654"/>
                  </a:lnTo>
                  <a:lnTo>
                    <a:pt x="17802" y="9538"/>
                  </a:lnTo>
                  <a:lnTo>
                    <a:pt x="17995" y="9383"/>
                  </a:lnTo>
                  <a:lnTo>
                    <a:pt x="18188" y="9229"/>
                  </a:lnTo>
                  <a:lnTo>
                    <a:pt x="18342" y="9075"/>
                  </a:lnTo>
                  <a:lnTo>
                    <a:pt x="18497" y="8881"/>
                  </a:lnTo>
                  <a:lnTo>
                    <a:pt x="18613" y="8650"/>
                  </a:lnTo>
                  <a:lnTo>
                    <a:pt x="18651" y="8573"/>
                  </a:lnTo>
                  <a:lnTo>
                    <a:pt x="18613" y="8457"/>
                  </a:lnTo>
                  <a:lnTo>
                    <a:pt x="18651" y="8418"/>
                  </a:lnTo>
                  <a:lnTo>
                    <a:pt x="18613" y="8341"/>
                  </a:lnTo>
                  <a:lnTo>
                    <a:pt x="18304" y="8380"/>
                  </a:lnTo>
                  <a:lnTo>
                    <a:pt x="18265" y="8418"/>
                  </a:lnTo>
                  <a:lnTo>
                    <a:pt x="18033" y="8766"/>
                  </a:lnTo>
                  <a:lnTo>
                    <a:pt x="17802" y="8997"/>
                  </a:lnTo>
                  <a:lnTo>
                    <a:pt x="17493" y="9229"/>
                  </a:lnTo>
                  <a:lnTo>
                    <a:pt x="17184" y="9345"/>
                  </a:lnTo>
                  <a:lnTo>
                    <a:pt x="16798" y="9461"/>
                  </a:lnTo>
                  <a:lnTo>
                    <a:pt x="16064" y="9461"/>
                  </a:lnTo>
                  <a:lnTo>
                    <a:pt x="15717" y="9383"/>
                  </a:lnTo>
                  <a:lnTo>
                    <a:pt x="15330" y="9229"/>
                  </a:lnTo>
                  <a:lnTo>
                    <a:pt x="15021" y="9036"/>
                  </a:lnTo>
                  <a:lnTo>
                    <a:pt x="14674" y="8766"/>
                  </a:lnTo>
                  <a:lnTo>
                    <a:pt x="14404" y="8495"/>
                  </a:lnTo>
                  <a:lnTo>
                    <a:pt x="14133" y="8186"/>
                  </a:lnTo>
                  <a:lnTo>
                    <a:pt x="13902" y="7878"/>
                  </a:lnTo>
                  <a:lnTo>
                    <a:pt x="13709" y="7530"/>
                  </a:lnTo>
                  <a:lnTo>
                    <a:pt x="13515" y="7182"/>
                  </a:lnTo>
                  <a:lnTo>
                    <a:pt x="13207" y="6526"/>
                  </a:lnTo>
                  <a:lnTo>
                    <a:pt x="12936" y="5870"/>
                  </a:lnTo>
                  <a:lnTo>
                    <a:pt x="12434" y="4518"/>
                  </a:lnTo>
                  <a:lnTo>
                    <a:pt x="12164" y="3862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317"/>
                  </a:lnTo>
                  <a:lnTo>
                    <a:pt x="11005" y="2047"/>
                  </a:lnTo>
                  <a:lnTo>
                    <a:pt x="10542" y="1583"/>
                  </a:lnTo>
                  <a:lnTo>
                    <a:pt x="10040" y="1197"/>
                  </a:lnTo>
                  <a:lnTo>
                    <a:pt x="9538" y="888"/>
                  </a:lnTo>
                  <a:lnTo>
                    <a:pt x="9036" y="579"/>
                  </a:lnTo>
                  <a:lnTo>
                    <a:pt x="8457" y="386"/>
                  </a:lnTo>
                  <a:lnTo>
                    <a:pt x="7916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1" name="Google Shape;3371;p15"/>
            <p:cNvSpPr/>
            <p:nvPr/>
          </p:nvSpPr>
          <p:spPr>
            <a:xfrm>
              <a:off x="6719625" y="2898500"/>
              <a:ext cx="625575" cy="344675"/>
            </a:xfrm>
            <a:custGeom>
              <a:avLst/>
              <a:gdLst/>
              <a:ahLst/>
              <a:cxnLst/>
              <a:rect l="l" t="t" r="r" b="b"/>
              <a:pathLst>
                <a:path w="25023" h="13787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41" y="2009"/>
                  </a:lnTo>
                  <a:lnTo>
                    <a:pt x="23787" y="2163"/>
                  </a:lnTo>
                  <a:lnTo>
                    <a:pt x="23633" y="2202"/>
                  </a:lnTo>
                  <a:lnTo>
                    <a:pt x="23478" y="2202"/>
                  </a:lnTo>
                  <a:lnTo>
                    <a:pt x="23324" y="2163"/>
                  </a:lnTo>
                  <a:lnTo>
                    <a:pt x="23208" y="2086"/>
                  </a:lnTo>
                  <a:lnTo>
                    <a:pt x="23092" y="1970"/>
                  </a:lnTo>
                  <a:lnTo>
                    <a:pt x="23015" y="1816"/>
                  </a:lnTo>
                  <a:lnTo>
                    <a:pt x="22976" y="1661"/>
                  </a:lnTo>
                  <a:lnTo>
                    <a:pt x="22976" y="1429"/>
                  </a:lnTo>
                  <a:lnTo>
                    <a:pt x="23053" y="1275"/>
                  </a:lnTo>
                  <a:lnTo>
                    <a:pt x="23169" y="1120"/>
                  </a:lnTo>
                  <a:lnTo>
                    <a:pt x="23285" y="966"/>
                  </a:lnTo>
                  <a:close/>
                  <a:moveTo>
                    <a:pt x="24096" y="2433"/>
                  </a:moveTo>
                  <a:lnTo>
                    <a:pt x="24212" y="2781"/>
                  </a:lnTo>
                  <a:lnTo>
                    <a:pt x="24328" y="3090"/>
                  </a:lnTo>
                  <a:lnTo>
                    <a:pt x="24366" y="3437"/>
                  </a:lnTo>
                  <a:lnTo>
                    <a:pt x="24443" y="3823"/>
                  </a:lnTo>
                  <a:lnTo>
                    <a:pt x="24173" y="3746"/>
                  </a:lnTo>
                  <a:lnTo>
                    <a:pt x="23941" y="3592"/>
                  </a:lnTo>
                  <a:lnTo>
                    <a:pt x="23864" y="3515"/>
                  </a:lnTo>
                  <a:lnTo>
                    <a:pt x="23787" y="3399"/>
                  </a:lnTo>
                  <a:lnTo>
                    <a:pt x="23748" y="3283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7" y="2742"/>
                  </a:lnTo>
                  <a:lnTo>
                    <a:pt x="23941" y="2588"/>
                  </a:lnTo>
                  <a:lnTo>
                    <a:pt x="24096" y="2433"/>
                  </a:lnTo>
                  <a:close/>
                  <a:moveTo>
                    <a:pt x="16296" y="4982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6" y="5291"/>
                  </a:lnTo>
                  <a:lnTo>
                    <a:pt x="16566" y="5407"/>
                  </a:lnTo>
                  <a:lnTo>
                    <a:pt x="16296" y="5445"/>
                  </a:lnTo>
                  <a:lnTo>
                    <a:pt x="15639" y="5523"/>
                  </a:lnTo>
                  <a:lnTo>
                    <a:pt x="15639" y="5484"/>
                  </a:lnTo>
                  <a:lnTo>
                    <a:pt x="15678" y="5368"/>
                  </a:lnTo>
                  <a:lnTo>
                    <a:pt x="15716" y="5252"/>
                  </a:lnTo>
                  <a:lnTo>
                    <a:pt x="15755" y="5175"/>
                  </a:lnTo>
                  <a:lnTo>
                    <a:pt x="15832" y="5098"/>
                  </a:lnTo>
                  <a:lnTo>
                    <a:pt x="15948" y="5021"/>
                  </a:lnTo>
                  <a:lnTo>
                    <a:pt x="16064" y="4982"/>
                  </a:lnTo>
                  <a:close/>
                  <a:moveTo>
                    <a:pt x="24443" y="4248"/>
                  </a:moveTo>
                  <a:lnTo>
                    <a:pt x="24443" y="4673"/>
                  </a:lnTo>
                  <a:lnTo>
                    <a:pt x="24366" y="5098"/>
                  </a:lnTo>
                  <a:lnTo>
                    <a:pt x="24250" y="5523"/>
                  </a:lnTo>
                  <a:lnTo>
                    <a:pt x="24057" y="5445"/>
                  </a:lnTo>
                  <a:lnTo>
                    <a:pt x="23903" y="5291"/>
                  </a:lnTo>
                  <a:lnTo>
                    <a:pt x="23826" y="5098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50"/>
                  </a:lnTo>
                  <a:lnTo>
                    <a:pt x="23864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48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1"/>
                  </a:lnTo>
                  <a:lnTo>
                    <a:pt x="18111" y="5214"/>
                  </a:lnTo>
                  <a:lnTo>
                    <a:pt x="18111" y="5407"/>
                  </a:lnTo>
                  <a:lnTo>
                    <a:pt x="18072" y="5638"/>
                  </a:lnTo>
                  <a:lnTo>
                    <a:pt x="17570" y="5523"/>
                  </a:lnTo>
                  <a:lnTo>
                    <a:pt x="17029" y="5445"/>
                  </a:lnTo>
                  <a:lnTo>
                    <a:pt x="17068" y="5291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5"/>
                  </a:lnTo>
                  <a:lnTo>
                    <a:pt x="17531" y="4866"/>
                  </a:lnTo>
                  <a:lnTo>
                    <a:pt x="17647" y="4827"/>
                  </a:lnTo>
                  <a:close/>
                  <a:moveTo>
                    <a:pt x="14712" y="5329"/>
                  </a:moveTo>
                  <a:lnTo>
                    <a:pt x="14828" y="5368"/>
                  </a:lnTo>
                  <a:lnTo>
                    <a:pt x="14906" y="5445"/>
                  </a:lnTo>
                  <a:lnTo>
                    <a:pt x="15021" y="5561"/>
                  </a:lnTo>
                  <a:lnTo>
                    <a:pt x="15060" y="5677"/>
                  </a:lnTo>
                  <a:lnTo>
                    <a:pt x="14558" y="5870"/>
                  </a:lnTo>
                  <a:lnTo>
                    <a:pt x="14056" y="6102"/>
                  </a:lnTo>
                  <a:lnTo>
                    <a:pt x="14017" y="6063"/>
                  </a:lnTo>
                  <a:lnTo>
                    <a:pt x="14056" y="5831"/>
                  </a:lnTo>
                  <a:lnTo>
                    <a:pt x="14133" y="5600"/>
                  </a:lnTo>
                  <a:lnTo>
                    <a:pt x="14249" y="5445"/>
                  </a:lnTo>
                  <a:lnTo>
                    <a:pt x="14365" y="5368"/>
                  </a:lnTo>
                  <a:lnTo>
                    <a:pt x="14442" y="5329"/>
                  </a:lnTo>
                  <a:close/>
                  <a:moveTo>
                    <a:pt x="18999" y="5484"/>
                  </a:moveTo>
                  <a:lnTo>
                    <a:pt x="19115" y="5523"/>
                  </a:lnTo>
                  <a:lnTo>
                    <a:pt x="19192" y="5561"/>
                  </a:lnTo>
                  <a:lnTo>
                    <a:pt x="19308" y="5677"/>
                  </a:lnTo>
                  <a:lnTo>
                    <a:pt x="19385" y="5831"/>
                  </a:lnTo>
                  <a:lnTo>
                    <a:pt x="19385" y="5986"/>
                  </a:lnTo>
                  <a:lnTo>
                    <a:pt x="19346" y="6179"/>
                  </a:lnTo>
                  <a:lnTo>
                    <a:pt x="18613" y="5831"/>
                  </a:lnTo>
                  <a:lnTo>
                    <a:pt x="18651" y="5754"/>
                  </a:lnTo>
                  <a:lnTo>
                    <a:pt x="18690" y="5677"/>
                  </a:lnTo>
                  <a:lnTo>
                    <a:pt x="18844" y="5523"/>
                  </a:lnTo>
                  <a:lnTo>
                    <a:pt x="18999" y="5484"/>
                  </a:lnTo>
                  <a:close/>
                  <a:moveTo>
                    <a:pt x="20196" y="6063"/>
                  </a:moveTo>
                  <a:lnTo>
                    <a:pt x="20350" y="6102"/>
                  </a:lnTo>
                  <a:lnTo>
                    <a:pt x="20466" y="6140"/>
                  </a:lnTo>
                  <a:lnTo>
                    <a:pt x="20543" y="6179"/>
                  </a:lnTo>
                  <a:lnTo>
                    <a:pt x="20698" y="6333"/>
                  </a:lnTo>
                  <a:lnTo>
                    <a:pt x="20775" y="6527"/>
                  </a:lnTo>
                  <a:lnTo>
                    <a:pt x="20814" y="6720"/>
                  </a:lnTo>
                  <a:lnTo>
                    <a:pt x="20891" y="6951"/>
                  </a:lnTo>
                  <a:lnTo>
                    <a:pt x="20466" y="6758"/>
                  </a:lnTo>
                  <a:lnTo>
                    <a:pt x="20080" y="6565"/>
                  </a:lnTo>
                  <a:lnTo>
                    <a:pt x="19810" y="6411"/>
                  </a:lnTo>
                  <a:lnTo>
                    <a:pt x="19848" y="6295"/>
                  </a:lnTo>
                  <a:lnTo>
                    <a:pt x="19887" y="6179"/>
                  </a:lnTo>
                  <a:lnTo>
                    <a:pt x="20003" y="6140"/>
                  </a:lnTo>
                  <a:lnTo>
                    <a:pt x="20080" y="6102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9"/>
                  </a:lnTo>
                  <a:lnTo>
                    <a:pt x="23941" y="5986"/>
                  </a:lnTo>
                  <a:lnTo>
                    <a:pt x="24019" y="6025"/>
                  </a:lnTo>
                  <a:lnTo>
                    <a:pt x="24096" y="6025"/>
                  </a:lnTo>
                  <a:lnTo>
                    <a:pt x="23941" y="6295"/>
                  </a:lnTo>
                  <a:lnTo>
                    <a:pt x="23748" y="6565"/>
                  </a:lnTo>
                  <a:lnTo>
                    <a:pt x="23517" y="6797"/>
                  </a:lnTo>
                  <a:lnTo>
                    <a:pt x="23246" y="6990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7"/>
                  </a:lnTo>
                  <a:lnTo>
                    <a:pt x="23015" y="6295"/>
                  </a:lnTo>
                  <a:lnTo>
                    <a:pt x="23053" y="6179"/>
                  </a:lnTo>
                  <a:lnTo>
                    <a:pt x="23131" y="6102"/>
                  </a:lnTo>
                  <a:lnTo>
                    <a:pt x="23208" y="6025"/>
                  </a:lnTo>
                  <a:lnTo>
                    <a:pt x="23285" y="5947"/>
                  </a:lnTo>
                  <a:lnTo>
                    <a:pt x="23517" y="5870"/>
                  </a:lnTo>
                  <a:close/>
                  <a:moveTo>
                    <a:pt x="13245" y="6102"/>
                  </a:moveTo>
                  <a:lnTo>
                    <a:pt x="13477" y="6179"/>
                  </a:lnTo>
                  <a:lnTo>
                    <a:pt x="13593" y="6256"/>
                  </a:lnTo>
                  <a:lnTo>
                    <a:pt x="13708" y="6333"/>
                  </a:lnTo>
                  <a:lnTo>
                    <a:pt x="13168" y="6720"/>
                  </a:lnTo>
                  <a:lnTo>
                    <a:pt x="12782" y="7106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7" y="6797"/>
                  </a:lnTo>
                  <a:lnTo>
                    <a:pt x="12627" y="6681"/>
                  </a:lnTo>
                  <a:lnTo>
                    <a:pt x="12666" y="6527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59" y="6218"/>
                  </a:lnTo>
                  <a:lnTo>
                    <a:pt x="13013" y="6140"/>
                  </a:lnTo>
                  <a:lnTo>
                    <a:pt x="13129" y="6102"/>
                  </a:lnTo>
                  <a:close/>
                  <a:moveTo>
                    <a:pt x="22165" y="6565"/>
                  </a:moveTo>
                  <a:lnTo>
                    <a:pt x="22281" y="6604"/>
                  </a:lnTo>
                  <a:lnTo>
                    <a:pt x="22474" y="6720"/>
                  </a:lnTo>
                  <a:lnTo>
                    <a:pt x="22629" y="6874"/>
                  </a:lnTo>
                  <a:lnTo>
                    <a:pt x="22783" y="7029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6"/>
                  </a:lnTo>
                  <a:lnTo>
                    <a:pt x="22937" y="7144"/>
                  </a:lnTo>
                  <a:lnTo>
                    <a:pt x="22551" y="7222"/>
                  </a:lnTo>
                  <a:lnTo>
                    <a:pt x="22165" y="7260"/>
                  </a:lnTo>
                  <a:lnTo>
                    <a:pt x="21779" y="7222"/>
                  </a:lnTo>
                  <a:lnTo>
                    <a:pt x="21393" y="7106"/>
                  </a:lnTo>
                  <a:lnTo>
                    <a:pt x="21470" y="6913"/>
                  </a:lnTo>
                  <a:lnTo>
                    <a:pt x="21625" y="6758"/>
                  </a:lnTo>
                  <a:lnTo>
                    <a:pt x="21818" y="6604"/>
                  </a:lnTo>
                  <a:lnTo>
                    <a:pt x="22049" y="6565"/>
                  </a:lnTo>
                  <a:close/>
                  <a:moveTo>
                    <a:pt x="12280" y="7415"/>
                  </a:moveTo>
                  <a:lnTo>
                    <a:pt x="12473" y="7453"/>
                  </a:lnTo>
                  <a:lnTo>
                    <a:pt x="12125" y="7994"/>
                  </a:lnTo>
                  <a:lnTo>
                    <a:pt x="11816" y="8573"/>
                  </a:lnTo>
                  <a:lnTo>
                    <a:pt x="11701" y="8341"/>
                  </a:lnTo>
                  <a:lnTo>
                    <a:pt x="11662" y="8110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39" y="7724"/>
                  </a:lnTo>
                  <a:lnTo>
                    <a:pt x="11816" y="7608"/>
                  </a:lnTo>
                  <a:lnTo>
                    <a:pt x="11894" y="7531"/>
                  </a:lnTo>
                  <a:lnTo>
                    <a:pt x="12009" y="7453"/>
                  </a:lnTo>
                  <a:lnTo>
                    <a:pt x="12164" y="7415"/>
                  </a:lnTo>
                  <a:close/>
                  <a:moveTo>
                    <a:pt x="2240" y="9384"/>
                  </a:moveTo>
                  <a:lnTo>
                    <a:pt x="2356" y="9423"/>
                  </a:lnTo>
                  <a:lnTo>
                    <a:pt x="2472" y="9500"/>
                  </a:lnTo>
                  <a:lnTo>
                    <a:pt x="2549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10002"/>
                  </a:lnTo>
                  <a:lnTo>
                    <a:pt x="2124" y="9886"/>
                  </a:lnTo>
                  <a:lnTo>
                    <a:pt x="1661" y="9886"/>
                  </a:lnTo>
                  <a:lnTo>
                    <a:pt x="1699" y="9770"/>
                  </a:lnTo>
                  <a:lnTo>
                    <a:pt x="1738" y="9654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close/>
                  <a:moveTo>
                    <a:pt x="11662" y="8998"/>
                  </a:moveTo>
                  <a:lnTo>
                    <a:pt x="11469" y="9500"/>
                  </a:lnTo>
                  <a:lnTo>
                    <a:pt x="11353" y="10040"/>
                  </a:lnTo>
                  <a:lnTo>
                    <a:pt x="11276" y="10272"/>
                  </a:lnTo>
                  <a:lnTo>
                    <a:pt x="11237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8" y="9693"/>
                  </a:lnTo>
                  <a:lnTo>
                    <a:pt x="10928" y="9577"/>
                  </a:lnTo>
                  <a:lnTo>
                    <a:pt x="10967" y="9461"/>
                  </a:lnTo>
                  <a:lnTo>
                    <a:pt x="11005" y="9345"/>
                  </a:lnTo>
                  <a:lnTo>
                    <a:pt x="11121" y="9152"/>
                  </a:lnTo>
                  <a:lnTo>
                    <a:pt x="11276" y="9075"/>
                  </a:lnTo>
                  <a:lnTo>
                    <a:pt x="11469" y="8998"/>
                  </a:lnTo>
                  <a:close/>
                  <a:moveTo>
                    <a:pt x="3784" y="9770"/>
                  </a:moveTo>
                  <a:lnTo>
                    <a:pt x="3900" y="9809"/>
                  </a:lnTo>
                  <a:lnTo>
                    <a:pt x="4016" y="9886"/>
                  </a:lnTo>
                  <a:lnTo>
                    <a:pt x="4093" y="10002"/>
                  </a:lnTo>
                  <a:lnTo>
                    <a:pt x="4132" y="10118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3" y="10542"/>
                  </a:lnTo>
                  <a:lnTo>
                    <a:pt x="4016" y="10658"/>
                  </a:lnTo>
                  <a:lnTo>
                    <a:pt x="3862" y="10542"/>
                  </a:lnTo>
                  <a:lnTo>
                    <a:pt x="3514" y="10349"/>
                  </a:lnTo>
                  <a:lnTo>
                    <a:pt x="3089" y="10156"/>
                  </a:lnTo>
                  <a:lnTo>
                    <a:pt x="3128" y="10040"/>
                  </a:lnTo>
                  <a:lnTo>
                    <a:pt x="3244" y="9925"/>
                  </a:lnTo>
                  <a:lnTo>
                    <a:pt x="3360" y="9847"/>
                  </a:lnTo>
                  <a:lnTo>
                    <a:pt x="3514" y="9770"/>
                  </a:lnTo>
                  <a:close/>
                  <a:moveTo>
                    <a:pt x="4943" y="10658"/>
                  </a:moveTo>
                  <a:lnTo>
                    <a:pt x="5020" y="10736"/>
                  </a:lnTo>
                  <a:lnTo>
                    <a:pt x="5097" y="10774"/>
                  </a:lnTo>
                  <a:lnTo>
                    <a:pt x="5136" y="10890"/>
                  </a:lnTo>
                  <a:lnTo>
                    <a:pt x="5175" y="11044"/>
                  </a:lnTo>
                  <a:lnTo>
                    <a:pt x="5136" y="11238"/>
                  </a:lnTo>
                  <a:lnTo>
                    <a:pt x="5097" y="11431"/>
                  </a:lnTo>
                  <a:lnTo>
                    <a:pt x="4402" y="10929"/>
                  </a:lnTo>
                  <a:lnTo>
                    <a:pt x="4441" y="10813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20"/>
                  </a:moveTo>
                  <a:lnTo>
                    <a:pt x="10967" y="11199"/>
                  </a:lnTo>
                  <a:lnTo>
                    <a:pt x="10735" y="11740"/>
                  </a:lnTo>
                  <a:lnTo>
                    <a:pt x="10658" y="11701"/>
                  </a:lnTo>
                  <a:lnTo>
                    <a:pt x="10503" y="11546"/>
                  </a:lnTo>
                  <a:lnTo>
                    <a:pt x="10426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3"/>
                  </a:lnTo>
                  <a:lnTo>
                    <a:pt x="10735" y="10697"/>
                  </a:lnTo>
                  <a:lnTo>
                    <a:pt x="10928" y="10620"/>
                  </a:lnTo>
                  <a:close/>
                  <a:moveTo>
                    <a:pt x="5986" y="11469"/>
                  </a:moveTo>
                  <a:lnTo>
                    <a:pt x="6063" y="11508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3" y="11778"/>
                  </a:lnTo>
                  <a:lnTo>
                    <a:pt x="6372" y="12010"/>
                  </a:lnTo>
                  <a:lnTo>
                    <a:pt x="6410" y="12242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1"/>
                  </a:lnTo>
                  <a:lnTo>
                    <a:pt x="5445" y="11624"/>
                  </a:lnTo>
                  <a:lnTo>
                    <a:pt x="5561" y="11546"/>
                  </a:lnTo>
                  <a:lnTo>
                    <a:pt x="5638" y="11508"/>
                  </a:lnTo>
                  <a:lnTo>
                    <a:pt x="5754" y="11469"/>
                  </a:lnTo>
                  <a:close/>
                  <a:moveTo>
                    <a:pt x="10542" y="12048"/>
                  </a:moveTo>
                  <a:lnTo>
                    <a:pt x="10388" y="12319"/>
                  </a:lnTo>
                  <a:lnTo>
                    <a:pt x="10195" y="12550"/>
                  </a:lnTo>
                  <a:lnTo>
                    <a:pt x="10001" y="12744"/>
                  </a:lnTo>
                  <a:lnTo>
                    <a:pt x="9770" y="12937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8" y="12242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76" y="12512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1"/>
                  </a:lnTo>
                  <a:lnTo>
                    <a:pt x="7878" y="13014"/>
                  </a:lnTo>
                  <a:lnTo>
                    <a:pt x="7878" y="13207"/>
                  </a:lnTo>
                  <a:lnTo>
                    <a:pt x="7839" y="13207"/>
                  </a:lnTo>
                  <a:lnTo>
                    <a:pt x="7337" y="13014"/>
                  </a:lnTo>
                  <a:lnTo>
                    <a:pt x="6835" y="12744"/>
                  </a:lnTo>
                  <a:lnTo>
                    <a:pt x="6990" y="12628"/>
                  </a:lnTo>
                  <a:lnTo>
                    <a:pt x="7183" y="12550"/>
                  </a:lnTo>
                  <a:lnTo>
                    <a:pt x="7376" y="12512"/>
                  </a:lnTo>
                  <a:close/>
                  <a:moveTo>
                    <a:pt x="8843" y="12628"/>
                  </a:moveTo>
                  <a:lnTo>
                    <a:pt x="8959" y="12666"/>
                  </a:lnTo>
                  <a:lnTo>
                    <a:pt x="9113" y="12782"/>
                  </a:lnTo>
                  <a:lnTo>
                    <a:pt x="9191" y="12937"/>
                  </a:lnTo>
                  <a:lnTo>
                    <a:pt x="9229" y="13130"/>
                  </a:lnTo>
                  <a:lnTo>
                    <a:pt x="9268" y="13207"/>
                  </a:lnTo>
                  <a:lnTo>
                    <a:pt x="9036" y="13284"/>
                  </a:lnTo>
                  <a:lnTo>
                    <a:pt x="8804" y="13323"/>
                  </a:lnTo>
                  <a:lnTo>
                    <a:pt x="8573" y="13323"/>
                  </a:lnTo>
                  <a:lnTo>
                    <a:pt x="8302" y="13284"/>
                  </a:lnTo>
                  <a:lnTo>
                    <a:pt x="8302" y="13207"/>
                  </a:lnTo>
                  <a:lnTo>
                    <a:pt x="8341" y="13014"/>
                  </a:lnTo>
                  <a:lnTo>
                    <a:pt x="8418" y="12821"/>
                  </a:lnTo>
                  <a:lnTo>
                    <a:pt x="8573" y="12705"/>
                  </a:lnTo>
                  <a:lnTo>
                    <a:pt x="8650" y="12666"/>
                  </a:lnTo>
                  <a:lnTo>
                    <a:pt x="8766" y="12628"/>
                  </a:lnTo>
                  <a:close/>
                  <a:moveTo>
                    <a:pt x="22976" y="1"/>
                  </a:moveTo>
                  <a:lnTo>
                    <a:pt x="22899" y="39"/>
                  </a:lnTo>
                  <a:lnTo>
                    <a:pt x="22822" y="78"/>
                  </a:lnTo>
                  <a:lnTo>
                    <a:pt x="22783" y="155"/>
                  </a:lnTo>
                  <a:lnTo>
                    <a:pt x="22744" y="232"/>
                  </a:lnTo>
                  <a:lnTo>
                    <a:pt x="22744" y="310"/>
                  </a:lnTo>
                  <a:lnTo>
                    <a:pt x="22822" y="425"/>
                  </a:lnTo>
                  <a:lnTo>
                    <a:pt x="22860" y="464"/>
                  </a:lnTo>
                  <a:lnTo>
                    <a:pt x="23015" y="657"/>
                  </a:lnTo>
                  <a:lnTo>
                    <a:pt x="22899" y="773"/>
                  </a:lnTo>
                  <a:lnTo>
                    <a:pt x="22783" y="966"/>
                  </a:lnTo>
                  <a:lnTo>
                    <a:pt x="22706" y="1120"/>
                  </a:lnTo>
                  <a:lnTo>
                    <a:pt x="22629" y="1314"/>
                  </a:lnTo>
                  <a:lnTo>
                    <a:pt x="22590" y="1507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60" y="2279"/>
                  </a:lnTo>
                  <a:lnTo>
                    <a:pt x="23053" y="2395"/>
                  </a:lnTo>
                  <a:lnTo>
                    <a:pt x="23246" y="2511"/>
                  </a:lnTo>
                  <a:lnTo>
                    <a:pt x="23478" y="2511"/>
                  </a:lnTo>
                  <a:lnTo>
                    <a:pt x="23401" y="2704"/>
                  </a:lnTo>
                  <a:lnTo>
                    <a:pt x="23362" y="2897"/>
                  </a:lnTo>
                  <a:lnTo>
                    <a:pt x="23324" y="3090"/>
                  </a:lnTo>
                  <a:lnTo>
                    <a:pt x="23362" y="3283"/>
                  </a:lnTo>
                  <a:lnTo>
                    <a:pt x="23439" y="3515"/>
                  </a:lnTo>
                  <a:lnTo>
                    <a:pt x="23555" y="3708"/>
                  </a:lnTo>
                  <a:lnTo>
                    <a:pt x="23748" y="3901"/>
                  </a:lnTo>
                  <a:lnTo>
                    <a:pt x="23980" y="4017"/>
                  </a:lnTo>
                  <a:lnTo>
                    <a:pt x="23748" y="4210"/>
                  </a:lnTo>
                  <a:lnTo>
                    <a:pt x="23555" y="4480"/>
                  </a:lnTo>
                  <a:lnTo>
                    <a:pt x="23478" y="4750"/>
                  </a:lnTo>
                  <a:lnTo>
                    <a:pt x="23439" y="4905"/>
                  </a:lnTo>
                  <a:lnTo>
                    <a:pt x="23439" y="5021"/>
                  </a:lnTo>
                  <a:lnTo>
                    <a:pt x="23517" y="5291"/>
                  </a:lnTo>
                  <a:lnTo>
                    <a:pt x="23633" y="5484"/>
                  </a:lnTo>
                  <a:lnTo>
                    <a:pt x="23401" y="5523"/>
                  </a:lnTo>
                  <a:lnTo>
                    <a:pt x="23169" y="5561"/>
                  </a:lnTo>
                  <a:lnTo>
                    <a:pt x="22976" y="5716"/>
                  </a:lnTo>
                  <a:lnTo>
                    <a:pt x="22783" y="5870"/>
                  </a:lnTo>
                  <a:lnTo>
                    <a:pt x="22706" y="6102"/>
                  </a:lnTo>
                  <a:lnTo>
                    <a:pt x="22629" y="6372"/>
                  </a:lnTo>
                  <a:lnTo>
                    <a:pt x="22474" y="6295"/>
                  </a:lnTo>
                  <a:lnTo>
                    <a:pt x="22320" y="6256"/>
                  </a:lnTo>
                  <a:lnTo>
                    <a:pt x="22165" y="6218"/>
                  </a:lnTo>
                  <a:lnTo>
                    <a:pt x="21972" y="6218"/>
                  </a:lnTo>
                  <a:lnTo>
                    <a:pt x="21740" y="6295"/>
                  </a:lnTo>
                  <a:lnTo>
                    <a:pt x="21509" y="6411"/>
                  </a:lnTo>
                  <a:lnTo>
                    <a:pt x="21354" y="6565"/>
                  </a:lnTo>
                  <a:lnTo>
                    <a:pt x="21200" y="6797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6025"/>
                  </a:lnTo>
                  <a:lnTo>
                    <a:pt x="20736" y="5909"/>
                  </a:lnTo>
                  <a:lnTo>
                    <a:pt x="20582" y="5831"/>
                  </a:lnTo>
                  <a:lnTo>
                    <a:pt x="20427" y="5754"/>
                  </a:lnTo>
                  <a:lnTo>
                    <a:pt x="20234" y="5754"/>
                  </a:lnTo>
                  <a:lnTo>
                    <a:pt x="20080" y="5793"/>
                  </a:lnTo>
                  <a:lnTo>
                    <a:pt x="19887" y="5870"/>
                  </a:lnTo>
                  <a:lnTo>
                    <a:pt x="19771" y="5947"/>
                  </a:lnTo>
                  <a:lnTo>
                    <a:pt x="19732" y="5716"/>
                  </a:lnTo>
                  <a:lnTo>
                    <a:pt x="19617" y="5484"/>
                  </a:lnTo>
                  <a:lnTo>
                    <a:pt x="19462" y="5329"/>
                  </a:lnTo>
                  <a:lnTo>
                    <a:pt x="19385" y="5252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91"/>
                  </a:lnTo>
                  <a:lnTo>
                    <a:pt x="18497" y="5407"/>
                  </a:lnTo>
                  <a:lnTo>
                    <a:pt x="18458" y="5252"/>
                  </a:lnTo>
                  <a:lnTo>
                    <a:pt x="18420" y="5136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73"/>
                  </a:lnTo>
                  <a:lnTo>
                    <a:pt x="17956" y="4596"/>
                  </a:lnTo>
                  <a:lnTo>
                    <a:pt x="17802" y="4557"/>
                  </a:lnTo>
                  <a:lnTo>
                    <a:pt x="17647" y="4519"/>
                  </a:lnTo>
                  <a:lnTo>
                    <a:pt x="17493" y="4557"/>
                  </a:lnTo>
                  <a:lnTo>
                    <a:pt x="17377" y="4596"/>
                  </a:lnTo>
                  <a:lnTo>
                    <a:pt x="17261" y="4634"/>
                  </a:lnTo>
                  <a:lnTo>
                    <a:pt x="17145" y="4750"/>
                  </a:lnTo>
                  <a:lnTo>
                    <a:pt x="17029" y="4827"/>
                  </a:lnTo>
                  <a:lnTo>
                    <a:pt x="16875" y="5098"/>
                  </a:lnTo>
                  <a:lnTo>
                    <a:pt x="16759" y="4943"/>
                  </a:lnTo>
                  <a:lnTo>
                    <a:pt x="16605" y="4789"/>
                  </a:lnTo>
                  <a:lnTo>
                    <a:pt x="16450" y="4712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66"/>
                  </a:lnTo>
                  <a:lnTo>
                    <a:pt x="15523" y="4982"/>
                  </a:lnTo>
                  <a:lnTo>
                    <a:pt x="15446" y="5136"/>
                  </a:lnTo>
                  <a:lnTo>
                    <a:pt x="15408" y="5329"/>
                  </a:lnTo>
                  <a:lnTo>
                    <a:pt x="15408" y="5484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68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2"/>
                  </a:lnTo>
                  <a:lnTo>
                    <a:pt x="14635" y="4943"/>
                  </a:lnTo>
                  <a:lnTo>
                    <a:pt x="14442" y="4982"/>
                  </a:lnTo>
                  <a:lnTo>
                    <a:pt x="14288" y="5021"/>
                  </a:lnTo>
                  <a:lnTo>
                    <a:pt x="14133" y="5098"/>
                  </a:lnTo>
                  <a:lnTo>
                    <a:pt x="14056" y="5175"/>
                  </a:lnTo>
                  <a:lnTo>
                    <a:pt x="13940" y="5291"/>
                  </a:lnTo>
                  <a:lnTo>
                    <a:pt x="13824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6"/>
                  </a:lnTo>
                  <a:lnTo>
                    <a:pt x="13168" y="5716"/>
                  </a:lnTo>
                  <a:lnTo>
                    <a:pt x="12936" y="5754"/>
                  </a:lnTo>
                  <a:lnTo>
                    <a:pt x="12743" y="5831"/>
                  </a:lnTo>
                  <a:lnTo>
                    <a:pt x="12589" y="5947"/>
                  </a:lnTo>
                  <a:lnTo>
                    <a:pt x="12511" y="6063"/>
                  </a:lnTo>
                  <a:lnTo>
                    <a:pt x="12434" y="6218"/>
                  </a:lnTo>
                  <a:lnTo>
                    <a:pt x="12357" y="6372"/>
                  </a:lnTo>
                  <a:lnTo>
                    <a:pt x="12357" y="6527"/>
                  </a:lnTo>
                  <a:lnTo>
                    <a:pt x="12357" y="6681"/>
                  </a:lnTo>
                  <a:lnTo>
                    <a:pt x="12357" y="6835"/>
                  </a:lnTo>
                  <a:lnTo>
                    <a:pt x="12434" y="6990"/>
                  </a:lnTo>
                  <a:lnTo>
                    <a:pt x="12164" y="7029"/>
                  </a:lnTo>
                  <a:lnTo>
                    <a:pt x="11894" y="7106"/>
                  </a:lnTo>
                  <a:lnTo>
                    <a:pt x="11662" y="7222"/>
                  </a:lnTo>
                  <a:lnTo>
                    <a:pt x="11507" y="7415"/>
                  </a:lnTo>
                  <a:lnTo>
                    <a:pt x="11392" y="7531"/>
                  </a:lnTo>
                  <a:lnTo>
                    <a:pt x="11353" y="7685"/>
                  </a:lnTo>
                  <a:lnTo>
                    <a:pt x="11314" y="7839"/>
                  </a:lnTo>
                  <a:lnTo>
                    <a:pt x="11276" y="7994"/>
                  </a:lnTo>
                  <a:lnTo>
                    <a:pt x="11314" y="8148"/>
                  </a:lnTo>
                  <a:lnTo>
                    <a:pt x="11353" y="8303"/>
                  </a:lnTo>
                  <a:lnTo>
                    <a:pt x="11392" y="8457"/>
                  </a:lnTo>
                  <a:lnTo>
                    <a:pt x="11469" y="8612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58" y="9230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1" y="10234"/>
                  </a:lnTo>
                  <a:lnTo>
                    <a:pt x="10619" y="10311"/>
                  </a:lnTo>
                  <a:lnTo>
                    <a:pt x="10426" y="10427"/>
                  </a:lnTo>
                  <a:lnTo>
                    <a:pt x="10233" y="10581"/>
                  </a:lnTo>
                  <a:lnTo>
                    <a:pt x="10117" y="10774"/>
                  </a:lnTo>
                  <a:lnTo>
                    <a:pt x="10079" y="11006"/>
                  </a:lnTo>
                  <a:lnTo>
                    <a:pt x="10040" y="11238"/>
                  </a:lnTo>
                  <a:lnTo>
                    <a:pt x="10079" y="11469"/>
                  </a:lnTo>
                  <a:lnTo>
                    <a:pt x="10195" y="11701"/>
                  </a:lnTo>
                  <a:lnTo>
                    <a:pt x="9924" y="11740"/>
                  </a:lnTo>
                  <a:lnTo>
                    <a:pt x="9693" y="11855"/>
                  </a:lnTo>
                  <a:lnTo>
                    <a:pt x="9499" y="12010"/>
                  </a:lnTo>
                  <a:lnTo>
                    <a:pt x="9422" y="12087"/>
                  </a:lnTo>
                  <a:lnTo>
                    <a:pt x="9384" y="12203"/>
                  </a:lnTo>
                  <a:lnTo>
                    <a:pt x="9345" y="12319"/>
                  </a:lnTo>
                  <a:lnTo>
                    <a:pt x="9306" y="12473"/>
                  </a:lnTo>
                  <a:lnTo>
                    <a:pt x="9191" y="12396"/>
                  </a:lnTo>
                  <a:lnTo>
                    <a:pt x="9036" y="12319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57"/>
                  </a:lnTo>
                  <a:lnTo>
                    <a:pt x="8380" y="12435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09" y="12550"/>
                  </a:lnTo>
                  <a:lnTo>
                    <a:pt x="7993" y="12435"/>
                  </a:lnTo>
                  <a:lnTo>
                    <a:pt x="7878" y="12319"/>
                  </a:lnTo>
                  <a:lnTo>
                    <a:pt x="7723" y="12242"/>
                  </a:lnTo>
                  <a:lnTo>
                    <a:pt x="7492" y="12164"/>
                  </a:lnTo>
                  <a:lnTo>
                    <a:pt x="7221" y="12203"/>
                  </a:lnTo>
                  <a:lnTo>
                    <a:pt x="6990" y="12280"/>
                  </a:lnTo>
                  <a:lnTo>
                    <a:pt x="6796" y="12435"/>
                  </a:lnTo>
                  <a:lnTo>
                    <a:pt x="6796" y="12048"/>
                  </a:lnTo>
                  <a:lnTo>
                    <a:pt x="6758" y="11894"/>
                  </a:lnTo>
                  <a:lnTo>
                    <a:pt x="6681" y="11701"/>
                  </a:lnTo>
                  <a:lnTo>
                    <a:pt x="6603" y="11546"/>
                  </a:lnTo>
                  <a:lnTo>
                    <a:pt x="6526" y="11431"/>
                  </a:lnTo>
                  <a:lnTo>
                    <a:pt x="6372" y="11315"/>
                  </a:lnTo>
                  <a:lnTo>
                    <a:pt x="6217" y="11199"/>
                  </a:lnTo>
                  <a:lnTo>
                    <a:pt x="6063" y="11160"/>
                  </a:lnTo>
                  <a:lnTo>
                    <a:pt x="5715" y="11160"/>
                  </a:lnTo>
                  <a:lnTo>
                    <a:pt x="5522" y="11238"/>
                  </a:lnTo>
                  <a:lnTo>
                    <a:pt x="5522" y="10967"/>
                  </a:lnTo>
                  <a:lnTo>
                    <a:pt x="5445" y="10736"/>
                  </a:lnTo>
                  <a:lnTo>
                    <a:pt x="5329" y="10504"/>
                  </a:lnTo>
                  <a:lnTo>
                    <a:pt x="5213" y="10427"/>
                  </a:lnTo>
                  <a:lnTo>
                    <a:pt x="5097" y="10388"/>
                  </a:lnTo>
                  <a:lnTo>
                    <a:pt x="4943" y="10311"/>
                  </a:lnTo>
                  <a:lnTo>
                    <a:pt x="4827" y="10311"/>
                  </a:lnTo>
                  <a:lnTo>
                    <a:pt x="4673" y="10349"/>
                  </a:lnTo>
                  <a:lnTo>
                    <a:pt x="4518" y="10388"/>
                  </a:lnTo>
                  <a:lnTo>
                    <a:pt x="4518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09" y="9577"/>
                  </a:lnTo>
                  <a:lnTo>
                    <a:pt x="4055" y="9500"/>
                  </a:lnTo>
                  <a:lnTo>
                    <a:pt x="3900" y="9461"/>
                  </a:lnTo>
                  <a:lnTo>
                    <a:pt x="3746" y="9423"/>
                  </a:lnTo>
                  <a:lnTo>
                    <a:pt x="3591" y="9423"/>
                  </a:lnTo>
                  <a:lnTo>
                    <a:pt x="3398" y="9461"/>
                  </a:lnTo>
                  <a:lnTo>
                    <a:pt x="3282" y="9538"/>
                  </a:lnTo>
                  <a:lnTo>
                    <a:pt x="3128" y="9616"/>
                  </a:lnTo>
                  <a:lnTo>
                    <a:pt x="3012" y="9770"/>
                  </a:lnTo>
                  <a:lnTo>
                    <a:pt x="2974" y="9616"/>
                  </a:lnTo>
                  <a:lnTo>
                    <a:pt x="2896" y="9461"/>
                  </a:lnTo>
                  <a:lnTo>
                    <a:pt x="2780" y="9268"/>
                  </a:lnTo>
                  <a:lnTo>
                    <a:pt x="2626" y="9152"/>
                  </a:lnTo>
                  <a:lnTo>
                    <a:pt x="2433" y="9036"/>
                  </a:lnTo>
                  <a:lnTo>
                    <a:pt x="2240" y="8998"/>
                  </a:lnTo>
                  <a:lnTo>
                    <a:pt x="2047" y="9036"/>
                  </a:lnTo>
                  <a:lnTo>
                    <a:pt x="1854" y="9114"/>
                  </a:lnTo>
                  <a:lnTo>
                    <a:pt x="1699" y="9191"/>
                  </a:lnTo>
                  <a:lnTo>
                    <a:pt x="1545" y="9345"/>
                  </a:lnTo>
                  <a:lnTo>
                    <a:pt x="1429" y="9538"/>
                  </a:lnTo>
                  <a:lnTo>
                    <a:pt x="1390" y="9732"/>
                  </a:lnTo>
                  <a:lnTo>
                    <a:pt x="1352" y="9925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311"/>
                  </a:lnTo>
                  <a:lnTo>
                    <a:pt x="386" y="10427"/>
                  </a:lnTo>
                  <a:lnTo>
                    <a:pt x="271" y="10581"/>
                  </a:lnTo>
                  <a:lnTo>
                    <a:pt x="116" y="10890"/>
                  </a:lnTo>
                  <a:lnTo>
                    <a:pt x="0" y="11238"/>
                  </a:lnTo>
                  <a:lnTo>
                    <a:pt x="0" y="11585"/>
                  </a:lnTo>
                  <a:lnTo>
                    <a:pt x="77" y="11933"/>
                  </a:lnTo>
                  <a:lnTo>
                    <a:pt x="193" y="12242"/>
                  </a:lnTo>
                  <a:lnTo>
                    <a:pt x="386" y="12550"/>
                  </a:lnTo>
                  <a:lnTo>
                    <a:pt x="618" y="12821"/>
                  </a:lnTo>
                  <a:lnTo>
                    <a:pt x="811" y="12937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52" y="13130"/>
                  </a:lnTo>
                  <a:lnTo>
                    <a:pt x="1738" y="13168"/>
                  </a:lnTo>
                  <a:lnTo>
                    <a:pt x="2085" y="13130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50"/>
                  </a:lnTo>
                  <a:lnTo>
                    <a:pt x="3360" y="12242"/>
                  </a:lnTo>
                  <a:lnTo>
                    <a:pt x="3591" y="12010"/>
                  </a:lnTo>
                  <a:lnTo>
                    <a:pt x="3553" y="11933"/>
                  </a:lnTo>
                  <a:lnTo>
                    <a:pt x="3514" y="11817"/>
                  </a:lnTo>
                  <a:lnTo>
                    <a:pt x="3437" y="11778"/>
                  </a:lnTo>
                  <a:lnTo>
                    <a:pt x="3321" y="11740"/>
                  </a:lnTo>
                  <a:lnTo>
                    <a:pt x="3282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19" y="12242"/>
                  </a:lnTo>
                  <a:lnTo>
                    <a:pt x="2587" y="12435"/>
                  </a:lnTo>
                  <a:lnTo>
                    <a:pt x="2317" y="12589"/>
                  </a:lnTo>
                  <a:lnTo>
                    <a:pt x="2047" y="12666"/>
                  </a:lnTo>
                  <a:lnTo>
                    <a:pt x="1738" y="12705"/>
                  </a:lnTo>
                  <a:lnTo>
                    <a:pt x="1429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1" y="12357"/>
                  </a:lnTo>
                  <a:lnTo>
                    <a:pt x="695" y="12203"/>
                  </a:lnTo>
                  <a:lnTo>
                    <a:pt x="618" y="12048"/>
                  </a:lnTo>
                  <a:lnTo>
                    <a:pt x="541" y="11894"/>
                  </a:lnTo>
                  <a:lnTo>
                    <a:pt x="502" y="11740"/>
                  </a:lnTo>
                  <a:lnTo>
                    <a:pt x="502" y="11546"/>
                  </a:lnTo>
                  <a:lnTo>
                    <a:pt x="502" y="11392"/>
                  </a:lnTo>
                  <a:lnTo>
                    <a:pt x="541" y="11199"/>
                  </a:lnTo>
                  <a:lnTo>
                    <a:pt x="579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8" y="10620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008" y="10349"/>
                  </a:lnTo>
                  <a:lnTo>
                    <a:pt x="2317" y="10388"/>
                  </a:lnTo>
                  <a:lnTo>
                    <a:pt x="2587" y="10427"/>
                  </a:lnTo>
                  <a:lnTo>
                    <a:pt x="2858" y="10542"/>
                  </a:lnTo>
                  <a:lnTo>
                    <a:pt x="3128" y="10658"/>
                  </a:lnTo>
                  <a:lnTo>
                    <a:pt x="3669" y="10929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6"/>
                  </a:lnTo>
                  <a:lnTo>
                    <a:pt x="5870" y="12705"/>
                  </a:lnTo>
                  <a:lnTo>
                    <a:pt x="6256" y="12975"/>
                  </a:lnTo>
                  <a:lnTo>
                    <a:pt x="6681" y="13207"/>
                  </a:lnTo>
                  <a:lnTo>
                    <a:pt x="7105" y="13439"/>
                  </a:lnTo>
                  <a:lnTo>
                    <a:pt x="7530" y="13593"/>
                  </a:lnTo>
                  <a:lnTo>
                    <a:pt x="7993" y="13747"/>
                  </a:lnTo>
                  <a:lnTo>
                    <a:pt x="8457" y="13786"/>
                  </a:lnTo>
                  <a:lnTo>
                    <a:pt x="8920" y="13786"/>
                  </a:lnTo>
                  <a:lnTo>
                    <a:pt x="9345" y="13709"/>
                  </a:lnTo>
                  <a:lnTo>
                    <a:pt x="9731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73"/>
                  </a:lnTo>
                  <a:lnTo>
                    <a:pt x="11121" y="12126"/>
                  </a:lnTo>
                  <a:lnTo>
                    <a:pt x="11314" y="11740"/>
                  </a:lnTo>
                  <a:lnTo>
                    <a:pt x="11507" y="11238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5" y="9114"/>
                  </a:lnTo>
                  <a:lnTo>
                    <a:pt x="12357" y="8612"/>
                  </a:lnTo>
                  <a:lnTo>
                    <a:pt x="12589" y="8110"/>
                  </a:lnTo>
                  <a:lnTo>
                    <a:pt x="12936" y="7646"/>
                  </a:lnTo>
                  <a:lnTo>
                    <a:pt x="13284" y="7299"/>
                  </a:lnTo>
                  <a:lnTo>
                    <a:pt x="13631" y="6990"/>
                  </a:lnTo>
                  <a:lnTo>
                    <a:pt x="14017" y="6720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2"/>
                  </a:lnTo>
                  <a:lnTo>
                    <a:pt x="15832" y="5986"/>
                  </a:lnTo>
                  <a:lnTo>
                    <a:pt x="16296" y="5947"/>
                  </a:lnTo>
                  <a:lnTo>
                    <a:pt x="16605" y="5909"/>
                  </a:lnTo>
                  <a:lnTo>
                    <a:pt x="16914" y="5909"/>
                  </a:lnTo>
                  <a:lnTo>
                    <a:pt x="17454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4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29" y="7492"/>
                  </a:lnTo>
                  <a:lnTo>
                    <a:pt x="21316" y="7646"/>
                  </a:lnTo>
                  <a:lnTo>
                    <a:pt x="21740" y="7724"/>
                  </a:lnTo>
                  <a:lnTo>
                    <a:pt x="22165" y="7762"/>
                  </a:lnTo>
                  <a:lnTo>
                    <a:pt x="22590" y="7724"/>
                  </a:lnTo>
                  <a:lnTo>
                    <a:pt x="22976" y="7646"/>
                  </a:lnTo>
                  <a:lnTo>
                    <a:pt x="23362" y="7531"/>
                  </a:lnTo>
                  <a:lnTo>
                    <a:pt x="23710" y="7299"/>
                  </a:lnTo>
                  <a:lnTo>
                    <a:pt x="24057" y="6990"/>
                  </a:lnTo>
                  <a:lnTo>
                    <a:pt x="24366" y="6642"/>
                  </a:lnTo>
                  <a:lnTo>
                    <a:pt x="24598" y="6295"/>
                  </a:lnTo>
                  <a:lnTo>
                    <a:pt x="24752" y="5909"/>
                  </a:lnTo>
                  <a:lnTo>
                    <a:pt x="24868" y="5484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210"/>
                  </a:lnTo>
                  <a:lnTo>
                    <a:pt x="24945" y="3746"/>
                  </a:lnTo>
                  <a:lnTo>
                    <a:pt x="24868" y="3283"/>
                  </a:lnTo>
                  <a:lnTo>
                    <a:pt x="24791" y="2858"/>
                  </a:lnTo>
                  <a:lnTo>
                    <a:pt x="24637" y="2395"/>
                  </a:lnTo>
                  <a:lnTo>
                    <a:pt x="24443" y="1970"/>
                  </a:lnTo>
                  <a:lnTo>
                    <a:pt x="24250" y="1584"/>
                  </a:lnTo>
                  <a:lnTo>
                    <a:pt x="24057" y="1198"/>
                  </a:lnTo>
                  <a:lnTo>
                    <a:pt x="23787" y="812"/>
                  </a:lnTo>
                  <a:lnTo>
                    <a:pt x="23941" y="387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69" y="78"/>
                  </a:lnTo>
                  <a:lnTo>
                    <a:pt x="230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2" name="Google Shape;3372;p15"/>
            <p:cNvSpPr/>
            <p:nvPr/>
          </p:nvSpPr>
          <p:spPr>
            <a:xfrm>
              <a:off x="1648525" y="2901400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8" y="0"/>
                  </a:moveTo>
                  <a:lnTo>
                    <a:pt x="0" y="580"/>
                  </a:lnTo>
                  <a:lnTo>
                    <a:pt x="0" y="1198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9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70" y="5947"/>
                  </a:lnTo>
                  <a:lnTo>
                    <a:pt x="2433" y="6411"/>
                  </a:lnTo>
                  <a:lnTo>
                    <a:pt x="2974" y="6874"/>
                  </a:lnTo>
                  <a:lnTo>
                    <a:pt x="3514" y="7260"/>
                  </a:lnTo>
                  <a:lnTo>
                    <a:pt x="4093" y="7646"/>
                  </a:lnTo>
                  <a:lnTo>
                    <a:pt x="4711" y="7955"/>
                  </a:lnTo>
                  <a:lnTo>
                    <a:pt x="5329" y="8225"/>
                  </a:lnTo>
                  <a:lnTo>
                    <a:pt x="5986" y="8496"/>
                  </a:lnTo>
                  <a:lnTo>
                    <a:pt x="6642" y="8689"/>
                  </a:lnTo>
                  <a:lnTo>
                    <a:pt x="7299" y="8843"/>
                  </a:lnTo>
                  <a:lnTo>
                    <a:pt x="7994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4"/>
                  </a:lnTo>
                  <a:lnTo>
                    <a:pt x="10774" y="9075"/>
                  </a:lnTo>
                  <a:lnTo>
                    <a:pt x="11392" y="8998"/>
                  </a:lnTo>
                  <a:lnTo>
                    <a:pt x="12048" y="8920"/>
                  </a:lnTo>
                  <a:lnTo>
                    <a:pt x="12705" y="8766"/>
                  </a:lnTo>
                  <a:lnTo>
                    <a:pt x="13361" y="8612"/>
                  </a:lnTo>
                  <a:lnTo>
                    <a:pt x="14018" y="8380"/>
                  </a:lnTo>
                  <a:lnTo>
                    <a:pt x="14635" y="8148"/>
                  </a:lnTo>
                  <a:lnTo>
                    <a:pt x="15253" y="7878"/>
                  </a:lnTo>
                  <a:lnTo>
                    <a:pt x="15871" y="7569"/>
                  </a:lnTo>
                  <a:lnTo>
                    <a:pt x="16450" y="7221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5"/>
                  </a:lnTo>
                  <a:lnTo>
                    <a:pt x="19076" y="4287"/>
                  </a:lnTo>
                  <a:lnTo>
                    <a:pt x="19346" y="3669"/>
                  </a:lnTo>
                  <a:lnTo>
                    <a:pt x="19115" y="3630"/>
                  </a:lnTo>
                  <a:lnTo>
                    <a:pt x="18767" y="4171"/>
                  </a:lnTo>
                  <a:lnTo>
                    <a:pt x="18420" y="4634"/>
                  </a:lnTo>
                  <a:lnTo>
                    <a:pt x="18033" y="5098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1" y="6333"/>
                  </a:lnTo>
                  <a:lnTo>
                    <a:pt x="16257" y="6681"/>
                  </a:lnTo>
                  <a:lnTo>
                    <a:pt x="15755" y="7028"/>
                  </a:lnTo>
                  <a:lnTo>
                    <a:pt x="15215" y="7299"/>
                  </a:lnTo>
                  <a:lnTo>
                    <a:pt x="14713" y="7569"/>
                  </a:lnTo>
                  <a:lnTo>
                    <a:pt x="14133" y="7801"/>
                  </a:lnTo>
                  <a:lnTo>
                    <a:pt x="13593" y="8032"/>
                  </a:lnTo>
                  <a:lnTo>
                    <a:pt x="13014" y="8187"/>
                  </a:lnTo>
                  <a:lnTo>
                    <a:pt x="12434" y="8341"/>
                  </a:lnTo>
                  <a:lnTo>
                    <a:pt x="11816" y="8457"/>
                  </a:lnTo>
                  <a:lnTo>
                    <a:pt x="11199" y="8534"/>
                  </a:lnTo>
                  <a:lnTo>
                    <a:pt x="10504" y="8612"/>
                  </a:lnTo>
                  <a:lnTo>
                    <a:pt x="9113" y="8612"/>
                  </a:lnTo>
                  <a:lnTo>
                    <a:pt x="8380" y="8534"/>
                  </a:lnTo>
                  <a:lnTo>
                    <a:pt x="7685" y="8418"/>
                  </a:lnTo>
                  <a:lnTo>
                    <a:pt x="6990" y="8303"/>
                  </a:lnTo>
                  <a:lnTo>
                    <a:pt x="6333" y="8110"/>
                  </a:lnTo>
                  <a:lnTo>
                    <a:pt x="5638" y="7878"/>
                  </a:lnTo>
                  <a:lnTo>
                    <a:pt x="5020" y="7608"/>
                  </a:lnTo>
                  <a:lnTo>
                    <a:pt x="4364" y="7260"/>
                  </a:lnTo>
                  <a:lnTo>
                    <a:pt x="3785" y="6913"/>
                  </a:lnTo>
                  <a:lnTo>
                    <a:pt x="3205" y="6488"/>
                  </a:lnTo>
                  <a:lnTo>
                    <a:pt x="2703" y="6063"/>
                  </a:lnTo>
                  <a:lnTo>
                    <a:pt x="2201" y="5561"/>
                  </a:lnTo>
                  <a:lnTo>
                    <a:pt x="1777" y="4982"/>
                  </a:lnTo>
                  <a:lnTo>
                    <a:pt x="1390" y="4403"/>
                  </a:lnTo>
                  <a:lnTo>
                    <a:pt x="1120" y="3901"/>
                  </a:lnTo>
                  <a:lnTo>
                    <a:pt x="850" y="3360"/>
                  </a:lnTo>
                  <a:lnTo>
                    <a:pt x="695" y="2858"/>
                  </a:lnTo>
                  <a:lnTo>
                    <a:pt x="541" y="2279"/>
                  </a:lnTo>
                  <a:lnTo>
                    <a:pt x="425" y="1738"/>
                  </a:lnTo>
                  <a:lnTo>
                    <a:pt x="386" y="1159"/>
                  </a:lnTo>
                  <a:lnTo>
                    <a:pt x="386" y="618"/>
                  </a:lnTo>
                  <a:lnTo>
                    <a:pt x="425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3" name="Google Shape;3373;p15"/>
            <p:cNvSpPr/>
            <p:nvPr/>
          </p:nvSpPr>
          <p:spPr>
            <a:xfrm>
              <a:off x="7229325" y="290815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1"/>
                  </a:moveTo>
                  <a:lnTo>
                    <a:pt x="3399" y="426"/>
                  </a:lnTo>
                  <a:lnTo>
                    <a:pt x="3785" y="619"/>
                  </a:lnTo>
                  <a:lnTo>
                    <a:pt x="4094" y="889"/>
                  </a:lnTo>
                  <a:lnTo>
                    <a:pt x="4364" y="1121"/>
                  </a:lnTo>
                  <a:lnTo>
                    <a:pt x="4635" y="1430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4" y="2434"/>
                  </a:lnTo>
                  <a:lnTo>
                    <a:pt x="5368" y="2820"/>
                  </a:lnTo>
                  <a:lnTo>
                    <a:pt x="5484" y="3206"/>
                  </a:lnTo>
                  <a:lnTo>
                    <a:pt x="5523" y="3592"/>
                  </a:lnTo>
                  <a:lnTo>
                    <a:pt x="5600" y="3978"/>
                  </a:lnTo>
                  <a:lnTo>
                    <a:pt x="5600" y="4403"/>
                  </a:lnTo>
                  <a:lnTo>
                    <a:pt x="5561" y="4789"/>
                  </a:lnTo>
                  <a:lnTo>
                    <a:pt x="5523" y="5214"/>
                  </a:lnTo>
                  <a:lnTo>
                    <a:pt x="5446" y="5600"/>
                  </a:lnTo>
                  <a:lnTo>
                    <a:pt x="5330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7"/>
                  </a:lnTo>
                  <a:lnTo>
                    <a:pt x="4210" y="8033"/>
                  </a:lnTo>
                  <a:lnTo>
                    <a:pt x="3940" y="8380"/>
                  </a:lnTo>
                  <a:lnTo>
                    <a:pt x="3631" y="8728"/>
                  </a:lnTo>
                  <a:lnTo>
                    <a:pt x="3283" y="9037"/>
                  </a:lnTo>
                  <a:lnTo>
                    <a:pt x="2936" y="9307"/>
                  </a:lnTo>
                  <a:lnTo>
                    <a:pt x="2549" y="9577"/>
                  </a:lnTo>
                  <a:lnTo>
                    <a:pt x="2163" y="9809"/>
                  </a:lnTo>
                  <a:lnTo>
                    <a:pt x="1739" y="10041"/>
                  </a:lnTo>
                  <a:lnTo>
                    <a:pt x="1314" y="10234"/>
                  </a:lnTo>
                  <a:lnTo>
                    <a:pt x="889" y="10388"/>
                  </a:lnTo>
                  <a:lnTo>
                    <a:pt x="464" y="10543"/>
                  </a:lnTo>
                  <a:lnTo>
                    <a:pt x="1" y="10658"/>
                  </a:lnTo>
                  <a:lnTo>
                    <a:pt x="78" y="11045"/>
                  </a:lnTo>
                  <a:lnTo>
                    <a:pt x="619" y="10967"/>
                  </a:lnTo>
                  <a:lnTo>
                    <a:pt x="1121" y="10813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5"/>
                  </a:lnTo>
                  <a:lnTo>
                    <a:pt x="3399" y="9616"/>
                  </a:lnTo>
                  <a:lnTo>
                    <a:pt x="3785" y="9268"/>
                  </a:lnTo>
                  <a:lnTo>
                    <a:pt x="4171" y="8921"/>
                  </a:lnTo>
                  <a:lnTo>
                    <a:pt x="4480" y="8535"/>
                  </a:lnTo>
                  <a:lnTo>
                    <a:pt x="4828" y="8110"/>
                  </a:lnTo>
                  <a:lnTo>
                    <a:pt x="5098" y="7685"/>
                  </a:lnTo>
                  <a:lnTo>
                    <a:pt x="5368" y="7222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55"/>
                  </a:lnTo>
                  <a:lnTo>
                    <a:pt x="6063" y="3631"/>
                  </a:lnTo>
                  <a:lnTo>
                    <a:pt x="5986" y="3244"/>
                  </a:lnTo>
                  <a:lnTo>
                    <a:pt x="5870" y="2820"/>
                  </a:lnTo>
                  <a:lnTo>
                    <a:pt x="5754" y="2434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7" y="1314"/>
                  </a:lnTo>
                  <a:lnTo>
                    <a:pt x="4905" y="1005"/>
                  </a:lnTo>
                  <a:lnTo>
                    <a:pt x="4596" y="696"/>
                  </a:lnTo>
                  <a:lnTo>
                    <a:pt x="4287" y="426"/>
                  </a:lnTo>
                  <a:lnTo>
                    <a:pt x="3940" y="194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4" name="Google Shape;3374;p15"/>
            <p:cNvSpPr/>
            <p:nvPr/>
          </p:nvSpPr>
          <p:spPr>
            <a:xfrm>
              <a:off x="1734450" y="2911050"/>
              <a:ext cx="35725" cy="29000"/>
            </a:xfrm>
            <a:custGeom>
              <a:avLst/>
              <a:gdLst/>
              <a:ahLst/>
              <a:cxnLst/>
              <a:rect l="l" t="t" r="r" b="b"/>
              <a:pathLst>
                <a:path w="1429" h="1160" extrusionOk="0">
                  <a:moveTo>
                    <a:pt x="502" y="1"/>
                  </a:moveTo>
                  <a:lnTo>
                    <a:pt x="309" y="116"/>
                  </a:lnTo>
                  <a:lnTo>
                    <a:pt x="193" y="232"/>
                  </a:lnTo>
                  <a:lnTo>
                    <a:pt x="77" y="387"/>
                  </a:lnTo>
                  <a:lnTo>
                    <a:pt x="39" y="541"/>
                  </a:lnTo>
                  <a:lnTo>
                    <a:pt x="0" y="734"/>
                  </a:lnTo>
                  <a:lnTo>
                    <a:pt x="39" y="927"/>
                  </a:lnTo>
                  <a:lnTo>
                    <a:pt x="116" y="1082"/>
                  </a:lnTo>
                  <a:lnTo>
                    <a:pt x="193" y="1159"/>
                  </a:lnTo>
                  <a:lnTo>
                    <a:pt x="348" y="1159"/>
                  </a:lnTo>
                  <a:lnTo>
                    <a:pt x="425" y="1043"/>
                  </a:lnTo>
                  <a:lnTo>
                    <a:pt x="425" y="1005"/>
                  </a:lnTo>
                  <a:lnTo>
                    <a:pt x="386" y="927"/>
                  </a:lnTo>
                  <a:lnTo>
                    <a:pt x="386" y="850"/>
                  </a:lnTo>
                  <a:lnTo>
                    <a:pt x="348" y="773"/>
                  </a:lnTo>
                  <a:lnTo>
                    <a:pt x="425" y="580"/>
                  </a:lnTo>
                  <a:lnTo>
                    <a:pt x="541" y="425"/>
                  </a:lnTo>
                  <a:lnTo>
                    <a:pt x="618" y="387"/>
                  </a:lnTo>
                  <a:lnTo>
                    <a:pt x="772" y="387"/>
                  </a:lnTo>
                  <a:lnTo>
                    <a:pt x="850" y="425"/>
                  </a:lnTo>
                  <a:lnTo>
                    <a:pt x="965" y="580"/>
                  </a:lnTo>
                  <a:lnTo>
                    <a:pt x="1004" y="657"/>
                  </a:lnTo>
                  <a:lnTo>
                    <a:pt x="1004" y="734"/>
                  </a:lnTo>
                  <a:lnTo>
                    <a:pt x="965" y="927"/>
                  </a:lnTo>
                  <a:lnTo>
                    <a:pt x="965" y="1005"/>
                  </a:lnTo>
                  <a:lnTo>
                    <a:pt x="965" y="1082"/>
                  </a:lnTo>
                  <a:lnTo>
                    <a:pt x="1004" y="1120"/>
                  </a:lnTo>
                  <a:lnTo>
                    <a:pt x="1081" y="1159"/>
                  </a:lnTo>
                  <a:lnTo>
                    <a:pt x="1197" y="1159"/>
                  </a:lnTo>
                  <a:lnTo>
                    <a:pt x="1274" y="1120"/>
                  </a:lnTo>
                  <a:lnTo>
                    <a:pt x="1313" y="1082"/>
                  </a:lnTo>
                  <a:lnTo>
                    <a:pt x="1390" y="889"/>
                  </a:lnTo>
                  <a:lnTo>
                    <a:pt x="1429" y="734"/>
                  </a:lnTo>
                  <a:lnTo>
                    <a:pt x="1390" y="541"/>
                  </a:lnTo>
                  <a:lnTo>
                    <a:pt x="1313" y="348"/>
                  </a:lnTo>
                  <a:lnTo>
                    <a:pt x="1197" y="194"/>
                  </a:lnTo>
                  <a:lnTo>
                    <a:pt x="1043" y="78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5" name="Google Shape;3375;p15"/>
            <p:cNvSpPr/>
            <p:nvPr/>
          </p:nvSpPr>
          <p:spPr>
            <a:xfrm>
              <a:off x="6320925" y="2913950"/>
              <a:ext cx="315700" cy="477875"/>
            </a:xfrm>
            <a:custGeom>
              <a:avLst/>
              <a:gdLst/>
              <a:ahLst/>
              <a:cxnLst/>
              <a:rect l="l" t="t" r="r" b="b"/>
              <a:pathLst>
                <a:path w="12628" h="19115" extrusionOk="0">
                  <a:moveTo>
                    <a:pt x="1004" y="618"/>
                  </a:moveTo>
                  <a:lnTo>
                    <a:pt x="1661" y="850"/>
                  </a:lnTo>
                  <a:lnTo>
                    <a:pt x="2317" y="1120"/>
                  </a:lnTo>
                  <a:lnTo>
                    <a:pt x="2742" y="1352"/>
                  </a:lnTo>
                  <a:lnTo>
                    <a:pt x="3167" y="1584"/>
                  </a:lnTo>
                  <a:lnTo>
                    <a:pt x="3321" y="1700"/>
                  </a:lnTo>
                  <a:lnTo>
                    <a:pt x="3476" y="1854"/>
                  </a:lnTo>
                  <a:lnTo>
                    <a:pt x="3669" y="2124"/>
                  </a:lnTo>
                  <a:lnTo>
                    <a:pt x="3862" y="2472"/>
                  </a:lnTo>
                  <a:lnTo>
                    <a:pt x="4016" y="2819"/>
                  </a:lnTo>
                  <a:lnTo>
                    <a:pt x="5677" y="6797"/>
                  </a:lnTo>
                  <a:lnTo>
                    <a:pt x="9075" y="15022"/>
                  </a:lnTo>
                  <a:lnTo>
                    <a:pt x="9152" y="15099"/>
                  </a:lnTo>
                  <a:lnTo>
                    <a:pt x="9191" y="15137"/>
                  </a:lnTo>
                  <a:lnTo>
                    <a:pt x="9345" y="15137"/>
                  </a:lnTo>
                  <a:lnTo>
                    <a:pt x="8920" y="15369"/>
                  </a:lnTo>
                  <a:lnTo>
                    <a:pt x="7955" y="13516"/>
                  </a:lnTo>
                  <a:lnTo>
                    <a:pt x="6990" y="11662"/>
                  </a:lnTo>
                  <a:lnTo>
                    <a:pt x="5020" y="7955"/>
                  </a:lnTo>
                  <a:lnTo>
                    <a:pt x="3012" y="4287"/>
                  </a:lnTo>
                  <a:lnTo>
                    <a:pt x="1004" y="618"/>
                  </a:lnTo>
                  <a:close/>
                  <a:moveTo>
                    <a:pt x="657" y="502"/>
                  </a:moveTo>
                  <a:lnTo>
                    <a:pt x="657" y="541"/>
                  </a:lnTo>
                  <a:lnTo>
                    <a:pt x="4673" y="8032"/>
                  </a:lnTo>
                  <a:lnTo>
                    <a:pt x="6719" y="11739"/>
                  </a:lnTo>
                  <a:lnTo>
                    <a:pt x="7762" y="13593"/>
                  </a:lnTo>
                  <a:lnTo>
                    <a:pt x="8804" y="15446"/>
                  </a:lnTo>
                  <a:lnTo>
                    <a:pt x="8650" y="15524"/>
                  </a:lnTo>
                  <a:lnTo>
                    <a:pt x="7414" y="13747"/>
                  </a:lnTo>
                  <a:lnTo>
                    <a:pt x="6179" y="12010"/>
                  </a:lnTo>
                  <a:lnTo>
                    <a:pt x="3591" y="8534"/>
                  </a:lnTo>
                  <a:lnTo>
                    <a:pt x="2317" y="6758"/>
                  </a:lnTo>
                  <a:lnTo>
                    <a:pt x="1004" y="4943"/>
                  </a:lnTo>
                  <a:lnTo>
                    <a:pt x="850" y="4711"/>
                  </a:lnTo>
                  <a:lnTo>
                    <a:pt x="734" y="4480"/>
                  </a:lnTo>
                  <a:lnTo>
                    <a:pt x="618" y="4209"/>
                  </a:lnTo>
                  <a:lnTo>
                    <a:pt x="541" y="3939"/>
                  </a:lnTo>
                  <a:lnTo>
                    <a:pt x="464" y="3399"/>
                  </a:lnTo>
                  <a:lnTo>
                    <a:pt x="425" y="2819"/>
                  </a:lnTo>
                  <a:lnTo>
                    <a:pt x="464" y="2240"/>
                  </a:lnTo>
                  <a:lnTo>
                    <a:pt x="502" y="1661"/>
                  </a:lnTo>
                  <a:lnTo>
                    <a:pt x="657" y="502"/>
                  </a:lnTo>
                  <a:close/>
                  <a:moveTo>
                    <a:pt x="11508" y="12280"/>
                  </a:moveTo>
                  <a:lnTo>
                    <a:pt x="11662" y="12357"/>
                  </a:lnTo>
                  <a:lnTo>
                    <a:pt x="11816" y="12434"/>
                  </a:lnTo>
                  <a:lnTo>
                    <a:pt x="12164" y="12859"/>
                  </a:lnTo>
                  <a:lnTo>
                    <a:pt x="12241" y="13052"/>
                  </a:lnTo>
                  <a:lnTo>
                    <a:pt x="12280" y="13245"/>
                  </a:lnTo>
                  <a:lnTo>
                    <a:pt x="12241" y="13438"/>
                  </a:lnTo>
                  <a:lnTo>
                    <a:pt x="12203" y="13631"/>
                  </a:lnTo>
                  <a:lnTo>
                    <a:pt x="12048" y="14018"/>
                  </a:lnTo>
                  <a:lnTo>
                    <a:pt x="11855" y="14365"/>
                  </a:lnTo>
                  <a:lnTo>
                    <a:pt x="11508" y="14790"/>
                  </a:lnTo>
                  <a:lnTo>
                    <a:pt x="11121" y="15176"/>
                  </a:lnTo>
                  <a:lnTo>
                    <a:pt x="10697" y="15524"/>
                  </a:lnTo>
                  <a:lnTo>
                    <a:pt x="10272" y="15871"/>
                  </a:lnTo>
                  <a:lnTo>
                    <a:pt x="10156" y="15871"/>
                  </a:lnTo>
                  <a:lnTo>
                    <a:pt x="10117" y="15987"/>
                  </a:lnTo>
                  <a:lnTo>
                    <a:pt x="9770" y="16180"/>
                  </a:lnTo>
                  <a:lnTo>
                    <a:pt x="9113" y="16605"/>
                  </a:lnTo>
                  <a:lnTo>
                    <a:pt x="8457" y="16952"/>
                  </a:lnTo>
                  <a:lnTo>
                    <a:pt x="7723" y="17261"/>
                  </a:lnTo>
                  <a:lnTo>
                    <a:pt x="6990" y="17493"/>
                  </a:lnTo>
                  <a:lnTo>
                    <a:pt x="6642" y="17609"/>
                  </a:lnTo>
                  <a:lnTo>
                    <a:pt x="6294" y="17647"/>
                  </a:lnTo>
                  <a:lnTo>
                    <a:pt x="5754" y="17647"/>
                  </a:lnTo>
                  <a:lnTo>
                    <a:pt x="5561" y="17570"/>
                  </a:lnTo>
                  <a:lnTo>
                    <a:pt x="5445" y="17493"/>
                  </a:lnTo>
                  <a:lnTo>
                    <a:pt x="5329" y="17416"/>
                  </a:lnTo>
                  <a:lnTo>
                    <a:pt x="5097" y="17184"/>
                  </a:lnTo>
                  <a:lnTo>
                    <a:pt x="4982" y="16875"/>
                  </a:lnTo>
                  <a:lnTo>
                    <a:pt x="4904" y="16605"/>
                  </a:lnTo>
                  <a:lnTo>
                    <a:pt x="4943" y="16412"/>
                  </a:lnTo>
                  <a:lnTo>
                    <a:pt x="4982" y="16219"/>
                  </a:lnTo>
                  <a:lnTo>
                    <a:pt x="5059" y="16064"/>
                  </a:lnTo>
                  <a:lnTo>
                    <a:pt x="5175" y="15948"/>
                  </a:lnTo>
                  <a:lnTo>
                    <a:pt x="5291" y="15833"/>
                  </a:lnTo>
                  <a:lnTo>
                    <a:pt x="5406" y="15755"/>
                  </a:lnTo>
                  <a:lnTo>
                    <a:pt x="5522" y="15717"/>
                  </a:lnTo>
                  <a:lnTo>
                    <a:pt x="5638" y="15755"/>
                  </a:lnTo>
                  <a:lnTo>
                    <a:pt x="5793" y="15833"/>
                  </a:lnTo>
                  <a:lnTo>
                    <a:pt x="5947" y="15948"/>
                  </a:lnTo>
                  <a:lnTo>
                    <a:pt x="6063" y="16141"/>
                  </a:lnTo>
                  <a:lnTo>
                    <a:pt x="6256" y="16373"/>
                  </a:lnTo>
                  <a:lnTo>
                    <a:pt x="6101" y="16412"/>
                  </a:lnTo>
                  <a:lnTo>
                    <a:pt x="6024" y="16450"/>
                  </a:lnTo>
                  <a:lnTo>
                    <a:pt x="6024" y="16566"/>
                  </a:lnTo>
                  <a:lnTo>
                    <a:pt x="6063" y="16643"/>
                  </a:lnTo>
                  <a:lnTo>
                    <a:pt x="6140" y="16643"/>
                  </a:lnTo>
                  <a:lnTo>
                    <a:pt x="6912" y="16566"/>
                  </a:lnTo>
                  <a:lnTo>
                    <a:pt x="7685" y="16373"/>
                  </a:lnTo>
                  <a:lnTo>
                    <a:pt x="8496" y="16064"/>
                  </a:lnTo>
                  <a:lnTo>
                    <a:pt x="9229" y="15717"/>
                  </a:lnTo>
                  <a:lnTo>
                    <a:pt x="9615" y="15485"/>
                  </a:lnTo>
                  <a:lnTo>
                    <a:pt x="9963" y="15253"/>
                  </a:lnTo>
                  <a:lnTo>
                    <a:pt x="10272" y="15022"/>
                  </a:lnTo>
                  <a:lnTo>
                    <a:pt x="10581" y="14751"/>
                  </a:lnTo>
                  <a:lnTo>
                    <a:pt x="10890" y="14481"/>
                  </a:lnTo>
                  <a:lnTo>
                    <a:pt x="11121" y="14172"/>
                  </a:lnTo>
                  <a:lnTo>
                    <a:pt x="11353" y="13825"/>
                  </a:lnTo>
                  <a:lnTo>
                    <a:pt x="11546" y="13516"/>
                  </a:lnTo>
                  <a:lnTo>
                    <a:pt x="11546" y="13438"/>
                  </a:lnTo>
                  <a:lnTo>
                    <a:pt x="11546" y="13361"/>
                  </a:lnTo>
                  <a:lnTo>
                    <a:pt x="11508" y="13284"/>
                  </a:lnTo>
                  <a:lnTo>
                    <a:pt x="11430" y="13245"/>
                  </a:lnTo>
                  <a:lnTo>
                    <a:pt x="11237" y="13245"/>
                  </a:lnTo>
                  <a:lnTo>
                    <a:pt x="11160" y="13323"/>
                  </a:lnTo>
                  <a:lnTo>
                    <a:pt x="10967" y="13670"/>
                  </a:lnTo>
                  <a:lnTo>
                    <a:pt x="10774" y="13554"/>
                  </a:lnTo>
                  <a:lnTo>
                    <a:pt x="10658" y="13438"/>
                  </a:lnTo>
                  <a:lnTo>
                    <a:pt x="10619" y="13284"/>
                  </a:lnTo>
                  <a:lnTo>
                    <a:pt x="10581" y="13168"/>
                  </a:lnTo>
                  <a:lnTo>
                    <a:pt x="10619" y="13014"/>
                  </a:lnTo>
                  <a:lnTo>
                    <a:pt x="10658" y="12859"/>
                  </a:lnTo>
                  <a:lnTo>
                    <a:pt x="10851" y="12627"/>
                  </a:lnTo>
                  <a:lnTo>
                    <a:pt x="10928" y="12473"/>
                  </a:lnTo>
                  <a:lnTo>
                    <a:pt x="11044" y="12357"/>
                  </a:lnTo>
                  <a:lnTo>
                    <a:pt x="11121" y="12319"/>
                  </a:lnTo>
                  <a:lnTo>
                    <a:pt x="11237" y="12280"/>
                  </a:lnTo>
                  <a:close/>
                  <a:moveTo>
                    <a:pt x="425" y="0"/>
                  </a:moveTo>
                  <a:lnTo>
                    <a:pt x="348" y="39"/>
                  </a:lnTo>
                  <a:lnTo>
                    <a:pt x="271" y="116"/>
                  </a:lnTo>
                  <a:lnTo>
                    <a:pt x="232" y="194"/>
                  </a:lnTo>
                  <a:lnTo>
                    <a:pt x="78" y="2588"/>
                  </a:lnTo>
                  <a:lnTo>
                    <a:pt x="39" y="3012"/>
                  </a:lnTo>
                  <a:lnTo>
                    <a:pt x="0" y="3476"/>
                  </a:lnTo>
                  <a:lnTo>
                    <a:pt x="39" y="3901"/>
                  </a:lnTo>
                  <a:lnTo>
                    <a:pt x="116" y="4325"/>
                  </a:lnTo>
                  <a:lnTo>
                    <a:pt x="232" y="4518"/>
                  </a:lnTo>
                  <a:lnTo>
                    <a:pt x="348" y="4750"/>
                  </a:lnTo>
                  <a:lnTo>
                    <a:pt x="618" y="5175"/>
                  </a:lnTo>
                  <a:lnTo>
                    <a:pt x="1236" y="5986"/>
                  </a:lnTo>
                  <a:lnTo>
                    <a:pt x="2665" y="7955"/>
                  </a:lnTo>
                  <a:lnTo>
                    <a:pt x="5445" y="11817"/>
                  </a:lnTo>
                  <a:lnTo>
                    <a:pt x="6874" y="13747"/>
                  </a:lnTo>
                  <a:lnTo>
                    <a:pt x="8341" y="15639"/>
                  </a:lnTo>
                  <a:lnTo>
                    <a:pt x="7492" y="15987"/>
                  </a:lnTo>
                  <a:lnTo>
                    <a:pt x="6642" y="16257"/>
                  </a:lnTo>
                  <a:lnTo>
                    <a:pt x="6642" y="16257"/>
                  </a:lnTo>
                  <a:lnTo>
                    <a:pt x="6681" y="16103"/>
                  </a:lnTo>
                  <a:lnTo>
                    <a:pt x="6681" y="15948"/>
                  </a:lnTo>
                  <a:lnTo>
                    <a:pt x="6642" y="15755"/>
                  </a:lnTo>
                  <a:lnTo>
                    <a:pt x="6565" y="15639"/>
                  </a:lnTo>
                  <a:lnTo>
                    <a:pt x="6488" y="15485"/>
                  </a:lnTo>
                  <a:lnTo>
                    <a:pt x="6333" y="15369"/>
                  </a:lnTo>
                  <a:lnTo>
                    <a:pt x="6179" y="15292"/>
                  </a:lnTo>
                  <a:lnTo>
                    <a:pt x="6024" y="15253"/>
                  </a:lnTo>
                  <a:lnTo>
                    <a:pt x="5715" y="15253"/>
                  </a:lnTo>
                  <a:lnTo>
                    <a:pt x="5484" y="15292"/>
                  </a:lnTo>
                  <a:lnTo>
                    <a:pt x="5213" y="15408"/>
                  </a:lnTo>
                  <a:lnTo>
                    <a:pt x="5020" y="15601"/>
                  </a:lnTo>
                  <a:lnTo>
                    <a:pt x="4827" y="15794"/>
                  </a:lnTo>
                  <a:lnTo>
                    <a:pt x="4711" y="16026"/>
                  </a:lnTo>
                  <a:lnTo>
                    <a:pt x="4595" y="16296"/>
                  </a:lnTo>
                  <a:lnTo>
                    <a:pt x="4595" y="16566"/>
                  </a:lnTo>
                  <a:lnTo>
                    <a:pt x="4634" y="16991"/>
                  </a:lnTo>
                  <a:lnTo>
                    <a:pt x="4750" y="17300"/>
                  </a:lnTo>
                  <a:lnTo>
                    <a:pt x="4904" y="17532"/>
                  </a:lnTo>
                  <a:lnTo>
                    <a:pt x="5097" y="17725"/>
                  </a:lnTo>
                  <a:lnTo>
                    <a:pt x="5368" y="17840"/>
                  </a:lnTo>
                  <a:lnTo>
                    <a:pt x="5677" y="17918"/>
                  </a:lnTo>
                  <a:lnTo>
                    <a:pt x="6024" y="17956"/>
                  </a:lnTo>
                  <a:lnTo>
                    <a:pt x="6372" y="17918"/>
                  </a:lnTo>
                  <a:lnTo>
                    <a:pt x="6719" y="17840"/>
                  </a:lnTo>
                  <a:lnTo>
                    <a:pt x="7105" y="17763"/>
                  </a:lnTo>
                  <a:lnTo>
                    <a:pt x="7878" y="17532"/>
                  </a:lnTo>
                  <a:lnTo>
                    <a:pt x="8573" y="17223"/>
                  </a:lnTo>
                  <a:lnTo>
                    <a:pt x="9152" y="16952"/>
                  </a:lnTo>
                  <a:lnTo>
                    <a:pt x="9229" y="16875"/>
                  </a:lnTo>
                  <a:lnTo>
                    <a:pt x="9461" y="16759"/>
                  </a:lnTo>
                  <a:lnTo>
                    <a:pt x="10233" y="16257"/>
                  </a:lnTo>
                  <a:lnTo>
                    <a:pt x="10812" y="17107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5"/>
                  </a:lnTo>
                  <a:lnTo>
                    <a:pt x="12280" y="19038"/>
                  </a:lnTo>
                  <a:lnTo>
                    <a:pt x="12203" y="18883"/>
                  </a:lnTo>
                  <a:lnTo>
                    <a:pt x="11816" y="18149"/>
                  </a:lnTo>
                  <a:lnTo>
                    <a:pt x="11392" y="17454"/>
                  </a:lnTo>
                  <a:lnTo>
                    <a:pt x="10928" y="16759"/>
                  </a:lnTo>
                  <a:lnTo>
                    <a:pt x="10465" y="16103"/>
                  </a:lnTo>
                  <a:lnTo>
                    <a:pt x="10967" y="15717"/>
                  </a:lnTo>
                  <a:lnTo>
                    <a:pt x="11469" y="15253"/>
                  </a:lnTo>
                  <a:lnTo>
                    <a:pt x="11894" y="14790"/>
                  </a:lnTo>
                  <a:lnTo>
                    <a:pt x="12125" y="14558"/>
                  </a:lnTo>
                  <a:lnTo>
                    <a:pt x="12280" y="14288"/>
                  </a:lnTo>
                  <a:lnTo>
                    <a:pt x="12434" y="14056"/>
                  </a:lnTo>
                  <a:lnTo>
                    <a:pt x="12511" y="13786"/>
                  </a:lnTo>
                  <a:lnTo>
                    <a:pt x="12589" y="13554"/>
                  </a:lnTo>
                  <a:lnTo>
                    <a:pt x="12627" y="13284"/>
                  </a:lnTo>
                  <a:lnTo>
                    <a:pt x="12589" y="13052"/>
                  </a:lnTo>
                  <a:lnTo>
                    <a:pt x="12511" y="12821"/>
                  </a:lnTo>
                  <a:lnTo>
                    <a:pt x="12357" y="12589"/>
                  </a:lnTo>
                  <a:lnTo>
                    <a:pt x="12164" y="12357"/>
                  </a:lnTo>
                  <a:lnTo>
                    <a:pt x="11971" y="12203"/>
                  </a:lnTo>
                  <a:lnTo>
                    <a:pt x="11739" y="12087"/>
                  </a:lnTo>
                  <a:lnTo>
                    <a:pt x="11469" y="12010"/>
                  </a:lnTo>
                  <a:lnTo>
                    <a:pt x="11237" y="12010"/>
                  </a:lnTo>
                  <a:lnTo>
                    <a:pt x="10967" y="12048"/>
                  </a:lnTo>
                  <a:lnTo>
                    <a:pt x="10735" y="12126"/>
                  </a:lnTo>
                  <a:lnTo>
                    <a:pt x="10542" y="12280"/>
                  </a:lnTo>
                  <a:lnTo>
                    <a:pt x="10388" y="12512"/>
                  </a:lnTo>
                  <a:lnTo>
                    <a:pt x="10310" y="12705"/>
                  </a:lnTo>
                  <a:lnTo>
                    <a:pt x="10272" y="12898"/>
                  </a:lnTo>
                  <a:lnTo>
                    <a:pt x="10272" y="13091"/>
                  </a:lnTo>
                  <a:lnTo>
                    <a:pt x="10310" y="13284"/>
                  </a:lnTo>
                  <a:lnTo>
                    <a:pt x="10388" y="13477"/>
                  </a:lnTo>
                  <a:lnTo>
                    <a:pt x="10504" y="13631"/>
                  </a:lnTo>
                  <a:lnTo>
                    <a:pt x="10619" y="13786"/>
                  </a:lnTo>
                  <a:lnTo>
                    <a:pt x="10812" y="13902"/>
                  </a:lnTo>
                  <a:lnTo>
                    <a:pt x="10504" y="14249"/>
                  </a:lnTo>
                  <a:lnTo>
                    <a:pt x="10156" y="14597"/>
                  </a:lnTo>
                  <a:lnTo>
                    <a:pt x="9770" y="14867"/>
                  </a:lnTo>
                  <a:lnTo>
                    <a:pt x="9430" y="15083"/>
                  </a:lnTo>
                  <a:lnTo>
                    <a:pt x="9461" y="15022"/>
                  </a:lnTo>
                  <a:lnTo>
                    <a:pt x="9500" y="14944"/>
                  </a:lnTo>
                  <a:lnTo>
                    <a:pt x="9461" y="14829"/>
                  </a:lnTo>
                  <a:lnTo>
                    <a:pt x="5715" y="5754"/>
                  </a:lnTo>
                  <a:lnTo>
                    <a:pt x="4789" y="3476"/>
                  </a:lnTo>
                  <a:lnTo>
                    <a:pt x="4364" y="2472"/>
                  </a:lnTo>
                  <a:lnTo>
                    <a:pt x="4132" y="1970"/>
                  </a:lnTo>
                  <a:lnTo>
                    <a:pt x="3978" y="1738"/>
                  </a:lnTo>
                  <a:lnTo>
                    <a:pt x="3823" y="1545"/>
                  </a:lnTo>
                  <a:lnTo>
                    <a:pt x="3514" y="1236"/>
                  </a:lnTo>
                  <a:lnTo>
                    <a:pt x="3128" y="966"/>
                  </a:lnTo>
                  <a:lnTo>
                    <a:pt x="2742" y="773"/>
                  </a:lnTo>
                  <a:lnTo>
                    <a:pt x="2279" y="541"/>
                  </a:lnTo>
                  <a:lnTo>
                    <a:pt x="1815" y="387"/>
                  </a:lnTo>
                  <a:lnTo>
                    <a:pt x="1390" y="232"/>
                  </a:lnTo>
                  <a:lnTo>
                    <a:pt x="54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6" name="Google Shape;3376;p15"/>
            <p:cNvSpPr/>
            <p:nvPr/>
          </p:nvSpPr>
          <p:spPr>
            <a:xfrm>
              <a:off x="1681350" y="2914925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0"/>
                  </a:moveTo>
                  <a:lnTo>
                    <a:pt x="425" y="39"/>
                  </a:lnTo>
                  <a:lnTo>
                    <a:pt x="232" y="116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1"/>
                  </a:lnTo>
                  <a:lnTo>
                    <a:pt x="77" y="965"/>
                  </a:lnTo>
                  <a:lnTo>
                    <a:pt x="232" y="1081"/>
                  </a:lnTo>
                  <a:lnTo>
                    <a:pt x="386" y="1197"/>
                  </a:lnTo>
                  <a:lnTo>
                    <a:pt x="464" y="1197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4" y="1004"/>
                  </a:lnTo>
                  <a:lnTo>
                    <a:pt x="386" y="927"/>
                  </a:lnTo>
                  <a:lnTo>
                    <a:pt x="348" y="811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6" y="502"/>
                  </a:lnTo>
                  <a:lnTo>
                    <a:pt x="464" y="463"/>
                  </a:lnTo>
                  <a:lnTo>
                    <a:pt x="541" y="386"/>
                  </a:lnTo>
                  <a:lnTo>
                    <a:pt x="773" y="386"/>
                  </a:lnTo>
                  <a:lnTo>
                    <a:pt x="850" y="463"/>
                  </a:lnTo>
                  <a:lnTo>
                    <a:pt x="927" y="541"/>
                  </a:lnTo>
                  <a:lnTo>
                    <a:pt x="966" y="657"/>
                  </a:lnTo>
                  <a:lnTo>
                    <a:pt x="1004" y="850"/>
                  </a:lnTo>
                  <a:lnTo>
                    <a:pt x="1043" y="965"/>
                  </a:lnTo>
                  <a:lnTo>
                    <a:pt x="1081" y="1043"/>
                  </a:lnTo>
                  <a:lnTo>
                    <a:pt x="1159" y="1081"/>
                  </a:lnTo>
                  <a:lnTo>
                    <a:pt x="1197" y="1081"/>
                  </a:lnTo>
                  <a:lnTo>
                    <a:pt x="1275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5" y="386"/>
                  </a:lnTo>
                  <a:lnTo>
                    <a:pt x="1159" y="232"/>
                  </a:lnTo>
                  <a:lnTo>
                    <a:pt x="1004" y="77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7" name="Google Shape;3377;p15"/>
            <p:cNvSpPr/>
            <p:nvPr/>
          </p:nvSpPr>
          <p:spPr>
            <a:xfrm>
              <a:off x="3785850" y="2943875"/>
              <a:ext cx="199850" cy="231725"/>
            </a:xfrm>
            <a:custGeom>
              <a:avLst/>
              <a:gdLst/>
              <a:ahLst/>
              <a:cxnLst/>
              <a:rect l="l" t="t" r="r" b="b"/>
              <a:pathLst>
                <a:path w="7994" h="9269" extrusionOk="0">
                  <a:moveTo>
                    <a:pt x="2163" y="1"/>
                  </a:moveTo>
                  <a:lnTo>
                    <a:pt x="2009" y="39"/>
                  </a:lnTo>
                  <a:lnTo>
                    <a:pt x="1854" y="78"/>
                  </a:lnTo>
                  <a:lnTo>
                    <a:pt x="1700" y="194"/>
                  </a:lnTo>
                  <a:lnTo>
                    <a:pt x="1429" y="425"/>
                  </a:lnTo>
                  <a:lnTo>
                    <a:pt x="1159" y="734"/>
                  </a:lnTo>
                  <a:lnTo>
                    <a:pt x="966" y="1005"/>
                  </a:lnTo>
                  <a:lnTo>
                    <a:pt x="696" y="1391"/>
                  </a:lnTo>
                  <a:lnTo>
                    <a:pt x="503" y="1777"/>
                  </a:lnTo>
                  <a:lnTo>
                    <a:pt x="310" y="2163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1" y="3514"/>
                  </a:lnTo>
                  <a:lnTo>
                    <a:pt x="1" y="3978"/>
                  </a:lnTo>
                  <a:lnTo>
                    <a:pt x="39" y="4441"/>
                  </a:lnTo>
                  <a:lnTo>
                    <a:pt x="155" y="4905"/>
                  </a:lnTo>
                  <a:lnTo>
                    <a:pt x="271" y="5368"/>
                  </a:lnTo>
                  <a:lnTo>
                    <a:pt x="464" y="5793"/>
                  </a:lnTo>
                  <a:lnTo>
                    <a:pt x="696" y="6218"/>
                  </a:lnTo>
                  <a:lnTo>
                    <a:pt x="1005" y="6179"/>
                  </a:lnTo>
                  <a:lnTo>
                    <a:pt x="850" y="5870"/>
                  </a:lnTo>
                  <a:lnTo>
                    <a:pt x="734" y="5522"/>
                  </a:lnTo>
                  <a:lnTo>
                    <a:pt x="618" y="5175"/>
                  </a:lnTo>
                  <a:lnTo>
                    <a:pt x="541" y="4789"/>
                  </a:lnTo>
                  <a:lnTo>
                    <a:pt x="503" y="4441"/>
                  </a:lnTo>
                  <a:lnTo>
                    <a:pt x="464" y="4055"/>
                  </a:lnTo>
                  <a:lnTo>
                    <a:pt x="464" y="3708"/>
                  </a:lnTo>
                  <a:lnTo>
                    <a:pt x="464" y="3360"/>
                  </a:lnTo>
                  <a:lnTo>
                    <a:pt x="503" y="2974"/>
                  </a:lnTo>
                  <a:lnTo>
                    <a:pt x="580" y="2626"/>
                  </a:lnTo>
                  <a:lnTo>
                    <a:pt x="696" y="2279"/>
                  </a:lnTo>
                  <a:lnTo>
                    <a:pt x="850" y="1931"/>
                  </a:lnTo>
                  <a:lnTo>
                    <a:pt x="1005" y="1622"/>
                  </a:lnTo>
                  <a:lnTo>
                    <a:pt x="1236" y="1313"/>
                  </a:lnTo>
                  <a:lnTo>
                    <a:pt x="1468" y="1043"/>
                  </a:lnTo>
                  <a:lnTo>
                    <a:pt x="1738" y="773"/>
                  </a:lnTo>
                  <a:lnTo>
                    <a:pt x="1970" y="580"/>
                  </a:lnTo>
                  <a:lnTo>
                    <a:pt x="2086" y="503"/>
                  </a:lnTo>
                  <a:lnTo>
                    <a:pt x="2202" y="503"/>
                  </a:lnTo>
                  <a:lnTo>
                    <a:pt x="2279" y="618"/>
                  </a:lnTo>
                  <a:lnTo>
                    <a:pt x="2395" y="850"/>
                  </a:lnTo>
                  <a:lnTo>
                    <a:pt x="2588" y="1236"/>
                  </a:lnTo>
                  <a:lnTo>
                    <a:pt x="2742" y="1584"/>
                  </a:lnTo>
                  <a:lnTo>
                    <a:pt x="2858" y="1970"/>
                  </a:lnTo>
                  <a:lnTo>
                    <a:pt x="2974" y="2356"/>
                  </a:lnTo>
                  <a:lnTo>
                    <a:pt x="3051" y="2742"/>
                  </a:lnTo>
                  <a:lnTo>
                    <a:pt x="3090" y="3090"/>
                  </a:lnTo>
                  <a:lnTo>
                    <a:pt x="3090" y="3476"/>
                  </a:lnTo>
                  <a:lnTo>
                    <a:pt x="3051" y="3823"/>
                  </a:lnTo>
                  <a:lnTo>
                    <a:pt x="2974" y="4171"/>
                  </a:lnTo>
                  <a:lnTo>
                    <a:pt x="2897" y="4480"/>
                  </a:lnTo>
                  <a:lnTo>
                    <a:pt x="2742" y="4827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61"/>
                  </a:lnTo>
                  <a:lnTo>
                    <a:pt x="2395" y="5638"/>
                  </a:lnTo>
                  <a:lnTo>
                    <a:pt x="2356" y="5716"/>
                  </a:lnTo>
                  <a:lnTo>
                    <a:pt x="2356" y="5754"/>
                  </a:lnTo>
                  <a:lnTo>
                    <a:pt x="2356" y="5793"/>
                  </a:lnTo>
                  <a:lnTo>
                    <a:pt x="2395" y="5831"/>
                  </a:lnTo>
                  <a:lnTo>
                    <a:pt x="2433" y="5793"/>
                  </a:lnTo>
                  <a:lnTo>
                    <a:pt x="2626" y="5754"/>
                  </a:lnTo>
                  <a:lnTo>
                    <a:pt x="2781" y="5716"/>
                  </a:lnTo>
                  <a:lnTo>
                    <a:pt x="3167" y="5677"/>
                  </a:lnTo>
                  <a:lnTo>
                    <a:pt x="3592" y="5716"/>
                  </a:lnTo>
                  <a:lnTo>
                    <a:pt x="4017" y="5831"/>
                  </a:lnTo>
                  <a:lnTo>
                    <a:pt x="4441" y="5947"/>
                  </a:lnTo>
                  <a:lnTo>
                    <a:pt x="4827" y="6102"/>
                  </a:lnTo>
                  <a:lnTo>
                    <a:pt x="5214" y="6295"/>
                  </a:lnTo>
                  <a:lnTo>
                    <a:pt x="5523" y="6449"/>
                  </a:lnTo>
                  <a:lnTo>
                    <a:pt x="5831" y="6642"/>
                  </a:lnTo>
                  <a:lnTo>
                    <a:pt x="6140" y="6874"/>
                  </a:lnTo>
                  <a:lnTo>
                    <a:pt x="6411" y="7106"/>
                  </a:lnTo>
                  <a:lnTo>
                    <a:pt x="6681" y="7337"/>
                  </a:lnTo>
                  <a:lnTo>
                    <a:pt x="6913" y="7646"/>
                  </a:lnTo>
                  <a:lnTo>
                    <a:pt x="7144" y="7917"/>
                  </a:lnTo>
                  <a:lnTo>
                    <a:pt x="7337" y="8225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56" y="8805"/>
                  </a:lnTo>
                  <a:lnTo>
                    <a:pt x="5870" y="8843"/>
                  </a:lnTo>
                  <a:lnTo>
                    <a:pt x="5445" y="8805"/>
                  </a:lnTo>
                  <a:lnTo>
                    <a:pt x="5059" y="8766"/>
                  </a:lnTo>
                  <a:lnTo>
                    <a:pt x="4634" y="8650"/>
                  </a:lnTo>
                  <a:lnTo>
                    <a:pt x="4248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33" y="7106"/>
                  </a:lnTo>
                  <a:lnTo>
                    <a:pt x="1931" y="6604"/>
                  </a:lnTo>
                  <a:lnTo>
                    <a:pt x="1854" y="6526"/>
                  </a:lnTo>
                  <a:lnTo>
                    <a:pt x="1777" y="6526"/>
                  </a:lnTo>
                  <a:lnTo>
                    <a:pt x="1661" y="6565"/>
                  </a:lnTo>
                  <a:lnTo>
                    <a:pt x="1622" y="6565"/>
                  </a:lnTo>
                  <a:lnTo>
                    <a:pt x="1584" y="6604"/>
                  </a:lnTo>
                  <a:lnTo>
                    <a:pt x="1429" y="6874"/>
                  </a:lnTo>
                  <a:lnTo>
                    <a:pt x="1622" y="6913"/>
                  </a:lnTo>
                  <a:lnTo>
                    <a:pt x="2240" y="7492"/>
                  </a:lnTo>
                  <a:lnTo>
                    <a:pt x="2897" y="8071"/>
                  </a:lnTo>
                  <a:lnTo>
                    <a:pt x="3244" y="8341"/>
                  </a:lnTo>
                  <a:lnTo>
                    <a:pt x="3592" y="8573"/>
                  </a:lnTo>
                  <a:lnTo>
                    <a:pt x="3978" y="8805"/>
                  </a:lnTo>
                  <a:lnTo>
                    <a:pt x="4364" y="8998"/>
                  </a:lnTo>
                  <a:lnTo>
                    <a:pt x="4789" y="9152"/>
                  </a:lnTo>
                  <a:lnTo>
                    <a:pt x="5252" y="9229"/>
                  </a:lnTo>
                  <a:lnTo>
                    <a:pt x="5677" y="9268"/>
                  </a:lnTo>
                  <a:lnTo>
                    <a:pt x="6102" y="9229"/>
                  </a:lnTo>
                  <a:lnTo>
                    <a:pt x="6565" y="9191"/>
                  </a:lnTo>
                  <a:lnTo>
                    <a:pt x="6990" y="9114"/>
                  </a:lnTo>
                  <a:lnTo>
                    <a:pt x="7878" y="8882"/>
                  </a:lnTo>
                  <a:lnTo>
                    <a:pt x="7955" y="8805"/>
                  </a:lnTo>
                  <a:lnTo>
                    <a:pt x="7994" y="8727"/>
                  </a:lnTo>
                  <a:lnTo>
                    <a:pt x="7994" y="8650"/>
                  </a:lnTo>
                  <a:lnTo>
                    <a:pt x="7994" y="8573"/>
                  </a:lnTo>
                  <a:lnTo>
                    <a:pt x="7762" y="8110"/>
                  </a:lnTo>
                  <a:lnTo>
                    <a:pt x="7492" y="7685"/>
                  </a:lnTo>
                  <a:lnTo>
                    <a:pt x="7183" y="7299"/>
                  </a:lnTo>
                  <a:lnTo>
                    <a:pt x="6874" y="6951"/>
                  </a:lnTo>
                  <a:lnTo>
                    <a:pt x="6488" y="6604"/>
                  </a:lnTo>
                  <a:lnTo>
                    <a:pt x="6102" y="6295"/>
                  </a:lnTo>
                  <a:lnTo>
                    <a:pt x="5677" y="6063"/>
                  </a:lnTo>
                  <a:lnTo>
                    <a:pt x="5252" y="5831"/>
                  </a:lnTo>
                  <a:lnTo>
                    <a:pt x="4827" y="5638"/>
                  </a:lnTo>
                  <a:lnTo>
                    <a:pt x="4248" y="5445"/>
                  </a:lnTo>
                  <a:lnTo>
                    <a:pt x="3901" y="5368"/>
                  </a:lnTo>
                  <a:lnTo>
                    <a:pt x="3592" y="5329"/>
                  </a:lnTo>
                  <a:lnTo>
                    <a:pt x="3283" y="5291"/>
                  </a:lnTo>
                  <a:lnTo>
                    <a:pt x="2974" y="5291"/>
                  </a:lnTo>
                  <a:lnTo>
                    <a:pt x="3167" y="4982"/>
                  </a:lnTo>
                  <a:lnTo>
                    <a:pt x="3283" y="4673"/>
                  </a:lnTo>
                  <a:lnTo>
                    <a:pt x="3399" y="4325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44"/>
                  </a:lnTo>
                  <a:lnTo>
                    <a:pt x="3476" y="2858"/>
                  </a:lnTo>
                  <a:lnTo>
                    <a:pt x="3437" y="2510"/>
                  </a:lnTo>
                  <a:lnTo>
                    <a:pt x="3322" y="1970"/>
                  </a:lnTo>
                  <a:lnTo>
                    <a:pt x="3128" y="1468"/>
                  </a:lnTo>
                  <a:lnTo>
                    <a:pt x="2935" y="1005"/>
                  </a:lnTo>
                  <a:lnTo>
                    <a:pt x="2704" y="503"/>
                  </a:lnTo>
                  <a:lnTo>
                    <a:pt x="2588" y="309"/>
                  </a:lnTo>
                  <a:lnTo>
                    <a:pt x="2433" y="116"/>
                  </a:lnTo>
                  <a:lnTo>
                    <a:pt x="2356" y="78"/>
                  </a:lnTo>
                  <a:lnTo>
                    <a:pt x="227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8" name="Google Shape;3378;p15"/>
            <p:cNvSpPr/>
            <p:nvPr/>
          </p:nvSpPr>
          <p:spPr>
            <a:xfrm>
              <a:off x="1264300" y="2944850"/>
              <a:ext cx="455675" cy="657425"/>
            </a:xfrm>
            <a:custGeom>
              <a:avLst/>
              <a:gdLst/>
              <a:ahLst/>
              <a:cxnLst/>
              <a:rect l="l" t="t" r="r" b="b"/>
              <a:pathLst>
                <a:path w="18227" h="26297" extrusionOk="0">
                  <a:moveTo>
                    <a:pt x="310" y="348"/>
                  </a:moveTo>
                  <a:lnTo>
                    <a:pt x="425" y="386"/>
                  </a:lnTo>
                  <a:lnTo>
                    <a:pt x="1700" y="1429"/>
                  </a:lnTo>
                  <a:lnTo>
                    <a:pt x="2974" y="2510"/>
                  </a:lnTo>
                  <a:lnTo>
                    <a:pt x="4210" y="3591"/>
                  </a:lnTo>
                  <a:lnTo>
                    <a:pt x="5445" y="4673"/>
                  </a:lnTo>
                  <a:lnTo>
                    <a:pt x="5098" y="5290"/>
                  </a:lnTo>
                  <a:lnTo>
                    <a:pt x="4943" y="5599"/>
                  </a:lnTo>
                  <a:lnTo>
                    <a:pt x="4712" y="5831"/>
                  </a:lnTo>
                  <a:lnTo>
                    <a:pt x="4519" y="6101"/>
                  </a:lnTo>
                  <a:lnTo>
                    <a:pt x="4248" y="6294"/>
                  </a:lnTo>
                  <a:lnTo>
                    <a:pt x="3978" y="6526"/>
                  </a:lnTo>
                  <a:lnTo>
                    <a:pt x="3669" y="6680"/>
                  </a:lnTo>
                  <a:lnTo>
                    <a:pt x="3360" y="6835"/>
                  </a:lnTo>
                  <a:lnTo>
                    <a:pt x="3051" y="6989"/>
                  </a:lnTo>
                  <a:lnTo>
                    <a:pt x="2395" y="7182"/>
                  </a:lnTo>
                  <a:lnTo>
                    <a:pt x="1738" y="7298"/>
                  </a:lnTo>
                  <a:lnTo>
                    <a:pt x="1082" y="7414"/>
                  </a:lnTo>
                  <a:lnTo>
                    <a:pt x="889" y="6526"/>
                  </a:lnTo>
                  <a:lnTo>
                    <a:pt x="734" y="5677"/>
                  </a:lnTo>
                  <a:lnTo>
                    <a:pt x="580" y="4788"/>
                  </a:lnTo>
                  <a:lnTo>
                    <a:pt x="464" y="3900"/>
                  </a:lnTo>
                  <a:lnTo>
                    <a:pt x="387" y="3012"/>
                  </a:lnTo>
                  <a:lnTo>
                    <a:pt x="348" y="2124"/>
                  </a:lnTo>
                  <a:lnTo>
                    <a:pt x="310" y="1236"/>
                  </a:lnTo>
                  <a:lnTo>
                    <a:pt x="310" y="348"/>
                  </a:lnTo>
                  <a:close/>
                  <a:moveTo>
                    <a:pt x="12357" y="12318"/>
                  </a:moveTo>
                  <a:lnTo>
                    <a:pt x="13014" y="12473"/>
                  </a:lnTo>
                  <a:lnTo>
                    <a:pt x="13709" y="12550"/>
                  </a:lnTo>
                  <a:lnTo>
                    <a:pt x="14404" y="12589"/>
                  </a:lnTo>
                  <a:lnTo>
                    <a:pt x="15060" y="12550"/>
                  </a:lnTo>
                  <a:lnTo>
                    <a:pt x="15640" y="13901"/>
                  </a:lnTo>
                  <a:lnTo>
                    <a:pt x="16296" y="15214"/>
                  </a:lnTo>
                  <a:lnTo>
                    <a:pt x="17648" y="17840"/>
                  </a:lnTo>
                  <a:lnTo>
                    <a:pt x="16644" y="17686"/>
                  </a:lnTo>
                  <a:lnTo>
                    <a:pt x="15640" y="17647"/>
                  </a:lnTo>
                  <a:lnTo>
                    <a:pt x="15331" y="17608"/>
                  </a:lnTo>
                  <a:lnTo>
                    <a:pt x="15099" y="17531"/>
                  </a:lnTo>
                  <a:lnTo>
                    <a:pt x="14983" y="17493"/>
                  </a:lnTo>
                  <a:lnTo>
                    <a:pt x="14906" y="17415"/>
                  </a:lnTo>
                  <a:lnTo>
                    <a:pt x="14751" y="17106"/>
                  </a:lnTo>
                  <a:lnTo>
                    <a:pt x="14365" y="16489"/>
                  </a:lnTo>
                  <a:lnTo>
                    <a:pt x="13979" y="15832"/>
                  </a:lnTo>
                  <a:lnTo>
                    <a:pt x="13941" y="15794"/>
                  </a:lnTo>
                  <a:lnTo>
                    <a:pt x="13902" y="15755"/>
                  </a:lnTo>
                  <a:lnTo>
                    <a:pt x="13747" y="15755"/>
                  </a:lnTo>
                  <a:lnTo>
                    <a:pt x="13670" y="15214"/>
                  </a:lnTo>
                  <a:lnTo>
                    <a:pt x="13516" y="14712"/>
                  </a:lnTo>
                  <a:lnTo>
                    <a:pt x="13323" y="14172"/>
                  </a:lnTo>
                  <a:lnTo>
                    <a:pt x="13091" y="13670"/>
                  </a:lnTo>
                  <a:lnTo>
                    <a:pt x="12744" y="13013"/>
                  </a:lnTo>
                  <a:lnTo>
                    <a:pt x="12357" y="12318"/>
                  </a:lnTo>
                  <a:close/>
                  <a:moveTo>
                    <a:pt x="5677" y="4904"/>
                  </a:moveTo>
                  <a:lnTo>
                    <a:pt x="6720" y="5947"/>
                  </a:lnTo>
                  <a:lnTo>
                    <a:pt x="7762" y="6989"/>
                  </a:lnTo>
                  <a:lnTo>
                    <a:pt x="8612" y="7916"/>
                  </a:lnTo>
                  <a:lnTo>
                    <a:pt x="9423" y="8920"/>
                  </a:lnTo>
                  <a:lnTo>
                    <a:pt x="10234" y="9886"/>
                  </a:lnTo>
                  <a:lnTo>
                    <a:pt x="10967" y="10928"/>
                  </a:lnTo>
                  <a:lnTo>
                    <a:pt x="11701" y="12009"/>
                  </a:lnTo>
                  <a:lnTo>
                    <a:pt x="12087" y="12550"/>
                  </a:lnTo>
                  <a:lnTo>
                    <a:pt x="12396" y="13129"/>
                  </a:lnTo>
                  <a:lnTo>
                    <a:pt x="12705" y="13708"/>
                  </a:lnTo>
                  <a:lnTo>
                    <a:pt x="12975" y="14326"/>
                  </a:lnTo>
                  <a:lnTo>
                    <a:pt x="13207" y="14944"/>
                  </a:lnTo>
                  <a:lnTo>
                    <a:pt x="13361" y="15562"/>
                  </a:lnTo>
                  <a:lnTo>
                    <a:pt x="13439" y="16180"/>
                  </a:lnTo>
                  <a:lnTo>
                    <a:pt x="13400" y="16759"/>
                  </a:lnTo>
                  <a:lnTo>
                    <a:pt x="13361" y="17068"/>
                  </a:lnTo>
                  <a:lnTo>
                    <a:pt x="13284" y="17338"/>
                  </a:lnTo>
                  <a:lnTo>
                    <a:pt x="13207" y="17608"/>
                  </a:lnTo>
                  <a:lnTo>
                    <a:pt x="13091" y="17879"/>
                  </a:lnTo>
                  <a:lnTo>
                    <a:pt x="12975" y="18149"/>
                  </a:lnTo>
                  <a:lnTo>
                    <a:pt x="12821" y="18381"/>
                  </a:lnTo>
                  <a:lnTo>
                    <a:pt x="12628" y="18612"/>
                  </a:lnTo>
                  <a:lnTo>
                    <a:pt x="12435" y="18806"/>
                  </a:lnTo>
                  <a:lnTo>
                    <a:pt x="12203" y="18999"/>
                  </a:lnTo>
                  <a:lnTo>
                    <a:pt x="11971" y="19153"/>
                  </a:lnTo>
                  <a:lnTo>
                    <a:pt x="11662" y="19308"/>
                  </a:lnTo>
                  <a:lnTo>
                    <a:pt x="11392" y="19423"/>
                  </a:lnTo>
                  <a:lnTo>
                    <a:pt x="10813" y="19539"/>
                  </a:lnTo>
                  <a:lnTo>
                    <a:pt x="10234" y="19616"/>
                  </a:lnTo>
                  <a:lnTo>
                    <a:pt x="9693" y="19578"/>
                  </a:lnTo>
                  <a:lnTo>
                    <a:pt x="9114" y="19462"/>
                  </a:lnTo>
                  <a:lnTo>
                    <a:pt x="8573" y="19308"/>
                  </a:lnTo>
                  <a:lnTo>
                    <a:pt x="8032" y="19076"/>
                  </a:lnTo>
                  <a:lnTo>
                    <a:pt x="7531" y="18767"/>
                  </a:lnTo>
                  <a:lnTo>
                    <a:pt x="7067" y="18458"/>
                  </a:lnTo>
                  <a:lnTo>
                    <a:pt x="6642" y="18072"/>
                  </a:lnTo>
                  <a:lnTo>
                    <a:pt x="6256" y="17686"/>
                  </a:lnTo>
                  <a:lnTo>
                    <a:pt x="5870" y="17261"/>
                  </a:lnTo>
                  <a:lnTo>
                    <a:pt x="5484" y="16798"/>
                  </a:lnTo>
                  <a:lnTo>
                    <a:pt x="4827" y="15871"/>
                  </a:lnTo>
                  <a:lnTo>
                    <a:pt x="4210" y="14944"/>
                  </a:lnTo>
                  <a:lnTo>
                    <a:pt x="3592" y="13901"/>
                  </a:lnTo>
                  <a:lnTo>
                    <a:pt x="3051" y="12859"/>
                  </a:lnTo>
                  <a:lnTo>
                    <a:pt x="2549" y="11778"/>
                  </a:lnTo>
                  <a:lnTo>
                    <a:pt x="2086" y="10696"/>
                  </a:lnTo>
                  <a:lnTo>
                    <a:pt x="1816" y="9963"/>
                  </a:lnTo>
                  <a:lnTo>
                    <a:pt x="1584" y="9190"/>
                  </a:lnTo>
                  <a:lnTo>
                    <a:pt x="1352" y="8457"/>
                  </a:lnTo>
                  <a:lnTo>
                    <a:pt x="1159" y="7723"/>
                  </a:lnTo>
                  <a:lnTo>
                    <a:pt x="1816" y="7646"/>
                  </a:lnTo>
                  <a:lnTo>
                    <a:pt x="2549" y="7491"/>
                  </a:lnTo>
                  <a:lnTo>
                    <a:pt x="3244" y="7298"/>
                  </a:lnTo>
                  <a:lnTo>
                    <a:pt x="3592" y="7144"/>
                  </a:lnTo>
                  <a:lnTo>
                    <a:pt x="3901" y="6989"/>
                  </a:lnTo>
                  <a:lnTo>
                    <a:pt x="4248" y="6796"/>
                  </a:lnTo>
                  <a:lnTo>
                    <a:pt x="4519" y="6603"/>
                  </a:lnTo>
                  <a:lnTo>
                    <a:pt x="4789" y="6410"/>
                  </a:lnTo>
                  <a:lnTo>
                    <a:pt x="5059" y="6140"/>
                  </a:lnTo>
                  <a:lnTo>
                    <a:pt x="5252" y="5870"/>
                  </a:lnTo>
                  <a:lnTo>
                    <a:pt x="5445" y="5599"/>
                  </a:lnTo>
                  <a:lnTo>
                    <a:pt x="5561" y="5252"/>
                  </a:lnTo>
                  <a:lnTo>
                    <a:pt x="5677" y="4904"/>
                  </a:lnTo>
                  <a:close/>
                  <a:moveTo>
                    <a:pt x="13284" y="18381"/>
                  </a:moveTo>
                  <a:lnTo>
                    <a:pt x="13593" y="18612"/>
                  </a:lnTo>
                  <a:lnTo>
                    <a:pt x="13902" y="18844"/>
                  </a:lnTo>
                  <a:lnTo>
                    <a:pt x="13632" y="19230"/>
                  </a:lnTo>
                  <a:lnTo>
                    <a:pt x="13323" y="19578"/>
                  </a:lnTo>
                  <a:lnTo>
                    <a:pt x="12975" y="19887"/>
                  </a:lnTo>
                  <a:lnTo>
                    <a:pt x="12589" y="20157"/>
                  </a:lnTo>
                  <a:lnTo>
                    <a:pt x="12164" y="20350"/>
                  </a:lnTo>
                  <a:lnTo>
                    <a:pt x="11701" y="20505"/>
                  </a:lnTo>
                  <a:lnTo>
                    <a:pt x="11238" y="20582"/>
                  </a:lnTo>
                  <a:lnTo>
                    <a:pt x="10736" y="20620"/>
                  </a:lnTo>
                  <a:lnTo>
                    <a:pt x="10697" y="20620"/>
                  </a:lnTo>
                  <a:lnTo>
                    <a:pt x="10581" y="19964"/>
                  </a:lnTo>
                  <a:lnTo>
                    <a:pt x="10967" y="19887"/>
                  </a:lnTo>
                  <a:lnTo>
                    <a:pt x="11392" y="19810"/>
                  </a:lnTo>
                  <a:lnTo>
                    <a:pt x="11740" y="19694"/>
                  </a:lnTo>
                  <a:lnTo>
                    <a:pt x="12126" y="19501"/>
                  </a:lnTo>
                  <a:lnTo>
                    <a:pt x="12473" y="19308"/>
                  </a:lnTo>
                  <a:lnTo>
                    <a:pt x="12782" y="19037"/>
                  </a:lnTo>
                  <a:lnTo>
                    <a:pt x="13052" y="18728"/>
                  </a:lnTo>
                  <a:lnTo>
                    <a:pt x="13284" y="18381"/>
                  </a:lnTo>
                  <a:close/>
                  <a:moveTo>
                    <a:pt x="14172" y="18999"/>
                  </a:moveTo>
                  <a:lnTo>
                    <a:pt x="14636" y="19230"/>
                  </a:lnTo>
                  <a:lnTo>
                    <a:pt x="14327" y="19732"/>
                  </a:lnTo>
                  <a:lnTo>
                    <a:pt x="13941" y="20157"/>
                  </a:lnTo>
                  <a:lnTo>
                    <a:pt x="13516" y="20543"/>
                  </a:lnTo>
                  <a:lnTo>
                    <a:pt x="13091" y="20852"/>
                  </a:lnTo>
                  <a:lnTo>
                    <a:pt x="12589" y="21122"/>
                  </a:lnTo>
                  <a:lnTo>
                    <a:pt x="12087" y="21315"/>
                  </a:lnTo>
                  <a:lnTo>
                    <a:pt x="11508" y="21470"/>
                  </a:lnTo>
                  <a:lnTo>
                    <a:pt x="10929" y="21624"/>
                  </a:lnTo>
                  <a:lnTo>
                    <a:pt x="10929" y="21393"/>
                  </a:lnTo>
                  <a:lnTo>
                    <a:pt x="10851" y="21200"/>
                  </a:lnTo>
                  <a:lnTo>
                    <a:pt x="10736" y="20814"/>
                  </a:lnTo>
                  <a:lnTo>
                    <a:pt x="11276" y="20852"/>
                  </a:lnTo>
                  <a:lnTo>
                    <a:pt x="11778" y="20775"/>
                  </a:lnTo>
                  <a:lnTo>
                    <a:pt x="12280" y="20659"/>
                  </a:lnTo>
                  <a:lnTo>
                    <a:pt x="12744" y="20427"/>
                  </a:lnTo>
                  <a:lnTo>
                    <a:pt x="13168" y="20157"/>
                  </a:lnTo>
                  <a:lnTo>
                    <a:pt x="13554" y="19810"/>
                  </a:lnTo>
                  <a:lnTo>
                    <a:pt x="13863" y="19423"/>
                  </a:lnTo>
                  <a:lnTo>
                    <a:pt x="14172" y="18999"/>
                  </a:lnTo>
                  <a:close/>
                  <a:moveTo>
                    <a:pt x="14018" y="20659"/>
                  </a:moveTo>
                  <a:lnTo>
                    <a:pt x="14172" y="20852"/>
                  </a:lnTo>
                  <a:lnTo>
                    <a:pt x="14288" y="20968"/>
                  </a:lnTo>
                  <a:lnTo>
                    <a:pt x="14134" y="21007"/>
                  </a:lnTo>
                  <a:lnTo>
                    <a:pt x="14056" y="21045"/>
                  </a:lnTo>
                  <a:lnTo>
                    <a:pt x="14018" y="21122"/>
                  </a:lnTo>
                  <a:lnTo>
                    <a:pt x="13979" y="21200"/>
                  </a:lnTo>
                  <a:lnTo>
                    <a:pt x="14018" y="21277"/>
                  </a:lnTo>
                  <a:lnTo>
                    <a:pt x="14404" y="21663"/>
                  </a:lnTo>
                  <a:lnTo>
                    <a:pt x="14751" y="22049"/>
                  </a:lnTo>
                  <a:lnTo>
                    <a:pt x="15099" y="22435"/>
                  </a:lnTo>
                  <a:lnTo>
                    <a:pt x="15408" y="22860"/>
                  </a:lnTo>
                  <a:lnTo>
                    <a:pt x="15678" y="23285"/>
                  </a:lnTo>
                  <a:lnTo>
                    <a:pt x="15910" y="23748"/>
                  </a:lnTo>
                  <a:lnTo>
                    <a:pt x="16142" y="24250"/>
                  </a:lnTo>
                  <a:lnTo>
                    <a:pt x="16335" y="24714"/>
                  </a:lnTo>
                  <a:lnTo>
                    <a:pt x="15871" y="24636"/>
                  </a:lnTo>
                  <a:lnTo>
                    <a:pt x="15485" y="24521"/>
                  </a:lnTo>
                  <a:lnTo>
                    <a:pt x="15099" y="24327"/>
                  </a:lnTo>
                  <a:lnTo>
                    <a:pt x="14790" y="24096"/>
                  </a:lnTo>
                  <a:lnTo>
                    <a:pt x="14481" y="23825"/>
                  </a:lnTo>
                  <a:lnTo>
                    <a:pt x="14211" y="23517"/>
                  </a:lnTo>
                  <a:lnTo>
                    <a:pt x="13979" y="23169"/>
                  </a:lnTo>
                  <a:lnTo>
                    <a:pt x="13747" y="22744"/>
                  </a:lnTo>
                  <a:lnTo>
                    <a:pt x="13593" y="22397"/>
                  </a:lnTo>
                  <a:lnTo>
                    <a:pt x="13400" y="22126"/>
                  </a:lnTo>
                  <a:lnTo>
                    <a:pt x="13284" y="22011"/>
                  </a:lnTo>
                  <a:lnTo>
                    <a:pt x="13130" y="21895"/>
                  </a:lnTo>
                  <a:lnTo>
                    <a:pt x="12975" y="21856"/>
                  </a:lnTo>
                  <a:lnTo>
                    <a:pt x="12821" y="21895"/>
                  </a:lnTo>
                  <a:lnTo>
                    <a:pt x="12821" y="21702"/>
                  </a:lnTo>
                  <a:lnTo>
                    <a:pt x="12898" y="21470"/>
                  </a:lnTo>
                  <a:lnTo>
                    <a:pt x="13207" y="21315"/>
                  </a:lnTo>
                  <a:lnTo>
                    <a:pt x="13477" y="21122"/>
                  </a:lnTo>
                  <a:lnTo>
                    <a:pt x="13786" y="20891"/>
                  </a:lnTo>
                  <a:lnTo>
                    <a:pt x="14018" y="20659"/>
                  </a:lnTo>
                  <a:close/>
                  <a:moveTo>
                    <a:pt x="5291" y="17145"/>
                  </a:moveTo>
                  <a:lnTo>
                    <a:pt x="5677" y="17608"/>
                  </a:lnTo>
                  <a:lnTo>
                    <a:pt x="6102" y="18072"/>
                  </a:lnTo>
                  <a:lnTo>
                    <a:pt x="6565" y="18497"/>
                  </a:lnTo>
                  <a:lnTo>
                    <a:pt x="7029" y="18883"/>
                  </a:lnTo>
                  <a:lnTo>
                    <a:pt x="7531" y="19192"/>
                  </a:lnTo>
                  <a:lnTo>
                    <a:pt x="7531" y="19230"/>
                  </a:lnTo>
                  <a:lnTo>
                    <a:pt x="7917" y="19964"/>
                  </a:lnTo>
                  <a:lnTo>
                    <a:pt x="8380" y="20698"/>
                  </a:lnTo>
                  <a:lnTo>
                    <a:pt x="8573" y="20968"/>
                  </a:lnTo>
                  <a:lnTo>
                    <a:pt x="8805" y="21238"/>
                  </a:lnTo>
                  <a:lnTo>
                    <a:pt x="8998" y="21509"/>
                  </a:lnTo>
                  <a:lnTo>
                    <a:pt x="9036" y="21663"/>
                  </a:lnTo>
                  <a:lnTo>
                    <a:pt x="9075" y="21817"/>
                  </a:lnTo>
                  <a:lnTo>
                    <a:pt x="9075" y="22011"/>
                  </a:lnTo>
                  <a:lnTo>
                    <a:pt x="9036" y="22204"/>
                  </a:lnTo>
                  <a:lnTo>
                    <a:pt x="8882" y="22590"/>
                  </a:lnTo>
                  <a:lnTo>
                    <a:pt x="8496" y="23362"/>
                  </a:lnTo>
                  <a:lnTo>
                    <a:pt x="7955" y="24868"/>
                  </a:lnTo>
                  <a:lnTo>
                    <a:pt x="7608" y="24173"/>
                  </a:lnTo>
                  <a:lnTo>
                    <a:pt x="7260" y="23555"/>
                  </a:lnTo>
                  <a:lnTo>
                    <a:pt x="6874" y="22899"/>
                  </a:lnTo>
                  <a:lnTo>
                    <a:pt x="6488" y="22281"/>
                  </a:lnTo>
                  <a:lnTo>
                    <a:pt x="5716" y="21315"/>
                  </a:lnTo>
                  <a:lnTo>
                    <a:pt x="5214" y="20736"/>
                  </a:lnTo>
                  <a:lnTo>
                    <a:pt x="4982" y="20389"/>
                  </a:lnTo>
                  <a:lnTo>
                    <a:pt x="4789" y="20080"/>
                  </a:lnTo>
                  <a:lnTo>
                    <a:pt x="4827" y="20003"/>
                  </a:lnTo>
                  <a:lnTo>
                    <a:pt x="4827" y="19925"/>
                  </a:lnTo>
                  <a:lnTo>
                    <a:pt x="4827" y="19887"/>
                  </a:lnTo>
                  <a:lnTo>
                    <a:pt x="4750" y="19810"/>
                  </a:lnTo>
                  <a:lnTo>
                    <a:pt x="5021" y="18458"/>
                  </a:lnTo>
                  <a:lnTo>
                    <a:pt x="5291" y="17145"/>
                  </a:lnTo>
                  <a:close/>
                  <a:moveTo>
                    <a:pt x="14481" y="20157"/>
                  </a:moveTo>
                  <a:lnTo>
                    <a:pt x="15022" y="20273"/>
                  </a:lnTo>
                  <a:lnTo>
                    <a:pt x="15485" y="20466"/>
                  </a:lnTo>
                  <a:lnTo>
                    <a:pt x="15987" y="20659"/>
                  </a:lnTo>
                  <a:lnTo>
                    <a:pt x="16451" y="20891"/>
                  </a:lnTo>
                  <a:lnTo>
                    <a:pt x="16180" y="21007"/>
                  </a:lnTo>
                  <a:lnTo>
                    <a:pt x="15949" y="21007"/>
                  </a:lnTo>
                  <a:lnTo>
                    <a:pt x="15678" y="20968"/>
                  </a:lnTo>
                  <a:lnTo>
                    <a:pt x="15447" y="20891"/>
                  </a:lnTo>
                  <a:lnTo>
                    <a:pt x="15292" y="20891"/>
                  </a:lnTo>
                  <a:lnTo>
                    <a:pt x="15176" y="20968"/>
                  </a:lnTo>
                  <a:lnTo>
                    <a:pt x="15176" y="21045"/>
                  </a:lnTo>
                  <a:lnTo>
                    <a:pt x="15176" y="21084"/>
                  </a:lnTo>
                  <a:lnTo>
                    <a:pt x="15215" y="21161"/>
                  </a:lnTo>
                  <a:lnTo>
                    <a:pt x="15253" y="21200"/>
                  </a:lnTo>
                  <a:lnTo>
                    <a:pt x="15794" y="21547"/>
                  </a:lnTo>
                  <a:lnTo>
                    <a:pt x="16257" y="21972"/>
                  </a:lnTo>
                  <a:lnTo>
                    <a:pt x="16489" y="22204"/>
                  </a:lnTo>
                  <a:lnTo>
                    <a:pt x="16682" y="22435"/>
                  </a:lnTo>
                  <a:lnTo>
                    <a:pt x="16837" y="22706"/>
                  </a:lnTo>
                  <a:lnTo>
                    <a:pt x="16991" y="22976"/>
                  </a:lnTo>
                  <a:lnTo>
                    <a:pt x="17223" y="23517"/>
                  </a:lnTo>
                  <a:lnTo>
                    <a:pt x="17339" y="23825"/>
                  </a:lnTo>
                  <a:lnTo>
                    <a:pt x="17416" y="24173"/>
                  </a:lnTo>
                  <a:lnTo>
                    <a:pt x="17493" y="24482"/>
                  </a:lnTo>
                  <a:lnTo>
                    <a:pt x="17532" y="24791"/>
                  </a:lnTo>
                  <a:lnTo>
                    <a:pt x="17493" y="25100"/>
                  </a:lnTo>
                  <a:lnTo>
                    <a:pt x="17455" y="25409"/>
                  </a:lnTo>
                  <a:lnTo>
                    <a:pt x="17339" y="25602"/>
                  </a:lnTo>
                  <a:lnTo>
                    <a:pt x="17223" y="25756"/>
                  </a:lnTo>
                  <a:lnTo>
                    <a:pt x="17068" y="25833"/>
                  </a:lnTo>
                  <a:lnTo>
                    <a:pt x="16914" y="25872"/>
                  </a:lnTo>
                  <a:lnTo>
                    <a:pt x="16528" y="25872"/>
                  </a:lnTo>
                  <a:lnTo>
                    <a:pt x="16103" y="25756"/>
                  </a:lnTo>
                  <a:lnTo>
                    <a:pt x="15447" y="25563"/>
                  </a:lnTo>
                  <a:lnTo>
                    <a:pt x="15099" y="25409"/>
                  </a:lnTo>
                  <a:lnTo>
                    <a:pt x="14790" y="25254"/>
                  </a:lnTo>
                  <a:lnTo>
                    <a:pt x="14443" y="25061"/>
                  </a:lnTo>
                  <a:lnTo>
                    <a:pt x="14095" y="24829"/>
                  </a:lnTo>
                  <a:lnTo>
                    <a:pt x="13786" y="24559"/>
                  </a:lnTo>
                  <a:lnTo>
                    <a:pt x="13516" y="24250"/>
                  </a:lnTo>
                  <a:lnTo>
                    <a:pt x="13284" y="23903"/>
                  </a:lnTo>
                  <a:lnTo>
                    <a:pt x="13091" y="23555"/>
                  </a:lnTo>
                  <a:lnTo>
                    <a:pt x="12937" y="23208"/>
                  </a:lnTo>
                  <a:lnTo>
                    <a:pt x="12821" y="22783"/>
                  </a:lnTo>
                  <a:lnTo>
                    <a:pt x="12744" y="22706"/>
                  </a:lnTo>
                  <a:lnTo>
                    <a:pt x="12666" y="22667"/>
                  </a:lnTo>
                  <a:lnTo>
                    <a:pt x="12589" y="22706"/>
                  </a:lnTo>
                  <a:lnTo>
                    <a:pt x="12512" y="22744"/>
                  </a:lnTo>
                  <a:lnTo>
                    <a:pt x="12048" y="23439"/>
                  </a:lnTo>
                  <a:lnTo>
                    <a:pt x="11933" y="23053"/>
                  </a:lnTo>
                  <a:lnTo>
                    <a:pt x="11855" y="22628"/>
                  </a:lnTo>
                  <a:lnTo>
                    <a:pt x="11855" y="22242"/>
                  </a:lnTo>
                  <a:lnTo>
                    <a:pt x="11894" y="21817"/>
                  </a:lnTo>
                  <a:lnTo>
                    <a:pt x="12280" y="21740"/>
                  </a:lnTo>
                  <a:lnTo>
                    <a:pt x="12666" y="21586"/>
                  </a:lnTo>
                  <a:lnTo>
                    <a:pt x="12589" y="21817"/>
                  </a:lnTo>
                  <a:lnTo>
                    <a:pt x="12589" y="22049"/>
                  </a:lnTo>
                  <a:lnTo>
                    <a:pt x="12589" y="22126"/>
                  </a:lnTo>
                  <a:lnTo>
                    <a:pt x="12628" y="22165"/>
                  </a:lnTo>
                  <a:lnTo>
                    <a:pt x="12937" y="22165"/>
                  </a:lnTo>
                  <a:lnTo>
                    <a:pt x="13130" y="22319"/>
                  </a:lnTo>
                  <a:lnTo>
                    <a:pt x="13323" y="22551"/>
                  </a:lnTo>
                  <a:lnTo>
                    <a:pt x="13516" y="22821"/>
                  </a:lnTo>
                  <a:lnTo>
                    <a:pt x="13863" y="23439"/>
                  </a:lnTo>
                  <a:lnTo>
                    <a:pt x="14095" y="23825"/>
                  </a:lnTo>
                  <a:lnTo>
                    <a:pt x="14404" y="24173"/>
                  </a:lnTo>
                  <a:lnTo>
                    <a:pt x="14751" y="24482"/>
                  </a:lnTo>
                  <a:lnTo>
                    <a:pt x="15176" y="24752"/>
                  </a:lnTo>
                  <a:lnTo>
                    <a:pt x="15640" y="24907"/>
                  </a:lnTo>
                  <a:lnTo>
                    <a:pt x="15871" y="24945"/>
                  </a:lnTo>
                  <a:lnTo>
                    <a:pt x="16103" y="24984"/>
                  </a:lnTo>
                  <a:lnTo>
                    <a:pt x="16566" y="24984"/>
                  </a:lnTo>
                  <a:lnTo>
                    <a:pt x="16644" y="24945"/>
                  </a:lnTo>
                  <a:lnTo>
                    <a:pt x="16644" y="24907"/>
                  </a:lnTo>
                  <a:lnTo>
                    <a:pt x="16644" y="24829"/>
                  </a:lnTo>
                  <a:lnTo>
                    <a:pt x="16605" y="24791"/>
                  </a:lnTo>
                  <a:lnTo>
                    <a:pt x="16605" y="24752"/>
                  </a:lnTo>
                  <a:lnTo>
                    <a:pt x="16451" y="24250"/>
                  </a:lnTo>
                  <a:lnTo>
                    <a:pt x="16257" y="23748"/>
                  </a:lnTo>
                  <a:lnTo>
                    <a:pt x="16026" y="23285"/>
                  </a:lnTo>
                  <a:lnTo>
                    <a:pt x="15755" y="22821"/>
                  </a:lnTo>
                  <a:lnTo>
                    <a:pt x="15485" y="22397"/>
                  </a:lnTo>
                  <a:lnTo>
                    <a:pt x="15176" y="22011"/>
                  </a:lnTo>
                  <a:lnTo>
                    <a:pt x="14829" y="21586"/>
                  </a:lnTo>
                  <a:lnTo>
                    <a:pt x="14443" y="21238"/>
                  </a:lnTo>
                  <a:lnTo>
                    <a:pt x="14597" y="21161"/>
                  </a:lnTo>
                  <a:lnTo>
                    <a:pt x="14713" y="21045"/>
                  </a:lnTo>
                  <a:lnTo>
                    <a:pt x="14751" y="20968"/>
                  </a:lnTo>
                  <a:lnTo>
                    <a:pt x="14751" y="20929"/>
                  </a:lnTo>
                  <a:lnTo>
                    <a:pt x="14713" y="20852"/>
                  </a:lnTo>
                  <a:lnTo>
                    <a:pt x="14674" y="20814"/>
                  </a:lnTo>
                  <a:lnTo>
                    <a:pt x="14211" y="20505"/>
                  </a:lnTo>
                  <a:lnTo>
                    <a:pt x="14481" y="20157"/>
                  </a:lnTo>
                  <a:close/>
                  <a:moveTo>
                    <a:pt x="155" y="0"/>
                  </a:moveTo>
                  <a:lnTo>
                    <a:pt x="116" y="39"/>
                  </a:lnTo>
                  <a:lnTo>
                    <a:pt x="78" y="77"/>
                  </a:lnTo>
                  <a:lnTo>
                    <a:pt x="116" y="155"/>
                  </a:lnTo>
                  <a:lnTo>
                    <a:pt x="78" y="193"/>
                  </a:lnTo>
                  <a:lnTo>
                    <a:pt x="39" y="270"/>
                  </a:lnTo>
                  <a:lnTo>
                    <a:pt x="1" y="1583"/>
                  </a:lnTo>
                  <a:lnTo>
                    <a:pt x="39" y="2896"/>
                  </a:lnTo>
                  <a:lnTo>
                    <a:pt x="116" y="4171"/>
                  </a:lnTo>
                  <a:lnTo>
                    <a:pt x="310" y="5483"/>
                  </a:lnTo>
                  <a:lnTo>
                    <a:pt x="541" y="6758"/>
                  </a:lnTo>
                  <a:lnTo>
                    <a:pt x="850" y="8032"/>
                  </a:lnTo>
                  <a:lnTo>
                    <a:pt x="1198" y="9306"/>
                  </a:lnTo>
                  <a:lnTo>
                    <a:pt x="1622" y="10542"/>
                  </a:lnTo>
                  <a:lnTo>
                    <a:pt x="2124" y="11739"/>
                  </a:lnTo>
                  <a:lnTo>
                    <a:pt x="2665" y="12936"/>
                  </a:lnTo>
                  <a:lnTo>
                    <a:pt x="3283" y="14095"/>
                  </a:lnTo>
                  <a:lnTo>
                    <a:pt x="3978" y="15214"/>
                  </a:lnTo>
                  <a:lnTo>
                    <a:pt x="4519" y="16064"/>
                  </a:lnTo>
                  <a:lnTo>
                    <a:pt x="5098" y="16913"/>
                  </a:lnTo>
                  <a:lnTo>
                    <a:pt x="4827" y="17686"/>
                  </a:lnTo>
                  <a:lnTo>
                    <a:pt x="4596" y="18458"/>
                  </a:lnTo>
                  <a:lnTo>
                    <a:pt x="4441" y="19269"/>
                  </a:lnTo>
                  <a:lnTo>
                    <a:pt x="4325" y="20080"/>
                  </a:lnTo>
                  <a:lnTo>
                    <a:pt x="4325" y="20157"/>
                  </a:lnTo>
                  <a:lnTo>
                    <a:pt x="4364" y="20196"/>
                  </a:lnTo>
                  <a:lnTo>
                    <a:pt x="4480" y="20273"/>
                  </a:lnTo>
                  <a:lnTo>
                    <a:pt x="4596" y="20543"/>
                  </a:lnTo>
                  <a:lnTo>
                    <a:pt x="4712" y="20775"/>
                  </a:lnTo>
                  <a:lnTo>
                    <a:pt x="4905" y="21045"/>
                  </a:lnTo>
                  <a:lnTo>
                    <a:pt x="5059" y="21277"/>
                  </a:lnTo>
                  <a:lnTo>
                    <a:pt x="5484" y="21702"/>
                  </a:lnTo>
                  <a:lnTo>
                    <a:pt x="5831" y="22165"/>
                  </a:lnTo>
                  <a:lnTo>
                    <a:pt x="6333" y="22860"/>
                  </a:lnTo>
                  <a:lnTo>
                    <a:pt x="6835" y="23594"/>
                  </a:lnTo>
                  <a:lnTo>
                    <a:pt x="7260" y="24366"/>
                  </a:lnTo>
                  <a:lnTo>
                    <a:pt x="7646" y="25138"/>
                  </a:lnTo>
                  <a:lnTo>
                    <a:pt x="7724" y="25216"/>
                  </a:lnTo>
                  <a:lnTo>
                    <a:pt x="7878" y="25216"/>
                  </a:lnTo>
                  <a:lnTo>
                    <a:pt x="7917" y="25177"/>
                  </a:lnTo>
                  <a:lnTo>
                    <a:pt x="7994" y="25216"/>
                  </a:lnTo>
                  <a:lnTo>
                    <a:pt x="8110" y="25216"/>
                  </a:lnTo>
                  <a:lnTo>
                    <a:pt x="8187" y="25138"/>
                  </a:lnTo>
                  <a:lnTo>
                    <a:pt x="8534" y="24327"/>
                  </a:lnTo>
                  <a:lnTo>
                    <a:pt x="8921" y="23478"/>
                  </a:lnTo>
                  <a:lnTo>
                    <a:pt x="9577" y="21779"/>
                  </a:lnTo>
                  <a:lnTo>
                    <a:pt x="9577" y="21663"/>
                  </a:lnTo>
                  <a:lnTo>
                    <a:pt x="9538" y="21586"/>
                  </a:lnTo>
                  <a:lnTo>
                    <a:pt x="8766" y="20543"/>
                  </a:lnTo>
                  <a:lnTo>
                    <a:pt x="8071" y="19462"/>
                  </a:lnTo>
                  <a:lnTo>
                    <a:pt x="8612" y="19694"/>
                  </a:lnTo>
                  <a:lnTo>
                    <a:pt x="9152" y="19848"/>
                  </a:lnTo>
                  <a:lnTo>
                    <a:pt x="9732" y="19925"/>
                  </a:lnTo>
                  <a:lnTo>
                    <a:pt x="10311" y="19964"/>
                  </a:lnTo>
                  <a:lnTo>
                    <a:pt x="10311" y="20389"/>
                  </a:lnTo>
                  <a:lnTo>
                    <a:pt x="10349" y="20852"/>
                  </a:lnTo>
                  <a:lnTo>
                    <a:pt x="10465" y="21315"/>
                  </a:lnTo>
                  <a:lnTo>
                    <a:pt x="10542" y="21547"/>
                  </a:lnTo>
                  <a:lnTo>
                    <a:pt x="10697" y="21740"/>
                  </a:lnTo>
                  <a:lnTo>
                    <a:pt x="10736" y="21779"/>
                  </a:lnTo>
                  <a:lnTo>
                    <a:pt x="10813" y="21779"/>
                  </a:lnTo>
                  <a:lnTo>
                    <a:pt x="10851" y="21856"/>
                  </a:lnTo>
                  <a:lnTo>
                    <a:pt x="10929" y="21856"/>
                  </a:lnTo>
                  <a:lnTo>
                    <a:pt x="11315" y="21895"/>
                  </a:lnTo>
                  <a:lnTo>
                    <a:pt x="11662" y="21856"/>
                  </a:lnTo>
                  <a:lnTo>
                    <a:pt x="11624" y="22126"/>
                  </a:lnTo>
                  <a:lnTo>
                    <a:pt x="11585" y="22358"/>
                  </a:lnTo>
                  <a:lnTo>
                    <a:pt x="11546" y="22590"/>
                  </a:lnTo>
                  <a:lnTo>
                    <a:pt x="11585" y="22860"/>
                  </a:lnTo>
                  <a:lnTo>
                    <a:pt x="11624" y="23092"/>
                  </a:lnTo>
                  <a:lnTo>
                    <a:pt x="11662" y="23323"/>
                  </a:lnTo>
                  <a:lnTo>
                    <a:pt x="11778" y="23594"/>
                  </a:lnTo>
                  <a:lnTo>
                    <a:pt x="11894" y="23825"/>
                  </a:lnTo>
                  <a:lnTo>
                    <a:pt x="11933" y="23903"/>
                  </a:lnTo>
                  <a:lnTo>
                    <a:pt x="12010" y="23903"/>
                  </a:lnTo>
                  <a:lnTo>
                    <a:pt x="12087" y="23864"/>
                  </a:lnTo>
                  <a:lnTo>
                    <a:pt x="12164" y="23825"/>
                  </a:lnTo>
                  <a:lnTo>
                    <a:pt x="12589" y="23208"/>
                  </a:lnTo>
                  <a:lnTo>
                    <a:pt x="12744" y="23594"/>
                  </a:lnTo>
                  <a:lnTo>
                    <a:pt x="12937" y="23941"/>
                  </a:lnTo>
                  <a:lnTo>
                    <a:pt x="13168" y="24289"/>
                  </a:lnTo>
                  <a:lnTo>
                    <a:pt x="13439" y="24598"/>
                  </a:lnTo>
                  <a:lnTo>
                    <a:pt x="13709" y="24907"/>
                  </a:lnTo>
                  <a:lnTo>
                    <a:pt x="14018" y="25177"/>
                  </a:lnTo>
                  <a:lnTo>
                    <a:pt x="14365" y="25409"/>
                  </a:lnTo>
                  <a:lnTo>
                    <a:pt x="14713" y="25602"/>
                  </a:lnTo>
                  <a:lnTo>
                    <a:pt x="15331" y="25911"/>
                  </a:lnTo>
                  <a:lnTo>
                    <a:pt x="15717" y="26027"/>
                  </a:lnTo>
                  <a:lnTo>
                    <a:pt x="16142" y="26181"/>
                  </a:lnTo>
                  <a:lnTo>
                    <a:pt x="16566" y="26258"/>
                  </a:lnTo>
                  <a:lnTo>
                    <a:pt x="16953" y="26297"/>
                  </a:lnTo>
                  <a:lnTo>
                    <a:pt x="17146" y="26297"/>
                  </a:lnTo>
                  <a:lnTo>
                    <a:pt x="17300" y="26258"/>
                  </a:lnTo>
                  <a:lnTo>
                    <a:pt x="17416" y="26181"/>
                  </a:lnTo>
                  <a:lnTo>
                    <a:pt x="17570" y="26104"/>
                  </a:lnTo>
                  <a:lnTo>
                    <a:pt x="17648" y="25949"/>
                  </a:lnTo>
                  <a:lnTo>
                    <a:pt x="17725" y="25833"/>
                  </a:lnTo>
                  <a:lnTo>
                    <a:pt x="17841" y="25486"/>
                  </a:lnTo>
                  <a:lnTo>
                    <a:pt x="17879" y="25100"/>
                  </a:lnTo>
                  <a:lnTo>
                    <a:pt x="17841" y="24675"/>
                  </a:lnTo>
                  <a:lnTo>
                    <a:pt x="17802" y="24289"/>
                  </a:lnTo>
                  <a:lnTo>
                    <a:pt x="17686" y="23903"/>
                  </a:lnTo>
                  <a:lnTo>
                    <a:pt x="17493" y="23246"/>
                  </a:lnTo>
                  <a:lnTo>
                    <a:pt x="17223" y="22706"/>
                  </a:lnTo>
                  <a:lnTo>
                    <a:pt x="16914" y="22204"/>
                  </a:lnTo>
                  <a:lnTo>
                    <a:pt x="16528" y="21740"/>
                  </a:lnTo>
                  <a:lnTo>
                    <a:pt x="16103" y="21354"/>
                  </a:lnTo>
                  <a:lnTo>
                    <a:pt x="16296" y="21315"/>
                  </a:lnTo>
                  <a:lnTo>
                    <a:pt x="16489" y="21277"/>
                  </a:lnTo>
                  <a:lnTo>
                    <a:pt x="16682" y="21161"/>
                  </a:lnTo>
                  <a:lnTo>
                    <a:pt x="16875" y="21045"/>
                  </a:lnTo>
                  <a:lnTo>
                    <a:pt x="16914" y="21007"/>
                  </a:lnTo>
                  <a:lnTo>
                    <a:pt x="16953" y="20929"/>
                  </a:lnTo>
                  <a:lnTo>
                    <a:pt x="16914" y="20814"/>
                  </a:lnTo>
                  <a:lnTo>
                    <a:pt x="16875" y="20775"/>
                  </a:lnTo>
                  <a:lnTo>
                    <a:pt x="16335" y="20466"/>
                  </a:lnTo>
                  <a:lnTo>
                    <a:pt x="15833" y="20196"/>
                  </a:lnTo>
                  <a:lnTo>
                    <a:pt x="15292" y="20003"/>
                  </a:lnTo>
                  <a:lnTo>
                    <a:pt x="14713" y="19848"/>
                  </a:lnTo>
                  <a:lnTo>
                    <a:pt x="14983" y="19346"/>
                  </a:lnTo>
                  <a:lnTo>
                    <a:pt x="14983" y="19230"/>
                  </a:lnTo>
                  <a:lnTo>
                    <a:pt x="14983" y="19114"/>
                  </a:lnTo>
                  <a:lnTo>
                    <a:pt x="14983" y="19076"/>
                  </a:lnTo>
                  <a:lnTo>
                    <a:pt x="14945" y="19037"/>
                  </a:lnTo>
                  <a:lnTo>
                    <a:pt x="14172" y="18574"/>
                  </a:lnTo>
                  <a:lnTo>
                    <a:pt x="13825" y="18342"/>
                  </a:lnTo>
                  <a:lnTo>
                    <a:pt x="13477" y="18033"/>
                  </a:lnTo>
                  <a:lnTo>
                    <a:pt x="13554" y="17879"/>
                  </a:lnTo>
                  <a:lnTo>
                    <a:pt x="13670" y="17493"/>
                  </a:lnTo>
                  <a:lnTo>
                    <a:pt x="13747" y="17106"/>
                  </a:lnTo>
                  <a:lnTo>
                    <a:pt x="13786" y="16720"/>
                  </a:lnTo>
                  <a:lnTo>
                    <a:pt x="13825" y="16334"/>
                  </a:lnTo>
                  <a:lnTo>
                    <a:pt x="14249" y="17106"/>
                  </a:lnTo>
                  <a:lnTo>
                    <a:pt x="14674" y="17956"/>
                  </a:lnTo>
                  <a:lnTo>
                    <a:pt x="14751" y="18033"/>
                  </a:lnTo>
                  <a:lnTo>
                    <a:pt x="14867" y="18033"/>
                  </a:lnTo>
                  <a:lnTo>
                    <a:pt x="15640" y="18072"/>
                  </a:lnTo>
                  <a:lnTo>
                    <a:pt x="16412" y="18110"/>
                  </a:lnTo>
                  <a:lnTo>
                    <a:pt x="17184" y="18188"/>
                  </a:lnTo>
                  <a:lnTo>
                    <a:pt x="17957" y="18304"/>
                  </a:lnTo>
                  <a:lnTo>
                    <a:pt x="18111" y="18304"/>
                  </a:lnTo>
                  <a:lnTo>
                    <a:pt x="18188" y="18226"/>
                  </a:lnTo>
                  <a:lnTo>
                    <a:pt x="18227" y="18110"/>
                  </a:lnTo>
                  <a:lnTo>
                    <a:pt x="18188" y="17995"/>
                  </a:lnTo>
                  <a:lnTo>
                    <a:pt x="16798" y="15099"/>
                  </a:lnTo>
                  <a:lnTo>
                    <a:pt x="16064" y="13631"/>
                  </a:lnTo>
                  <a:lnTo>
                    <a:pt x="15678" y="12936"/>
                  </a:lnTo>
                  <a:lnTo>
                    <a:pt x="15253" y="12241"/>
                  </a:lnTo>
                  <a:lnTo>
                    <a:pt x="15176" y="12202"/>
                  </a:lnTo>
                  <a:lnTo>
                    <a:pt x="15099" y="12202"/>
                  </a:lnTo>
                  <a:lnTo>
                    <a:pt x="14713" y="12164"/>
                  </a:lnTo>
                  <a:lnTo>
                    <a:pt x="14288" y="12164"/>
                  </a:lnTo>
                  <a:lnTo>
                    <a:pt x="13516" y="12125"/>
                  </a:lnTo>
                  <a:lnTo>
                    <a:pt x="12164" y="12009"/>
                  </a:lnTo>
                  <a:lnTo>
                    <a:pt x="11662" y="11198"/>
                  </a:lnTo>
                  <a:lnTo>
                    <a:pt x="11122" y="10465"/>
                  </a:lnTo>
                  <a:lnTo>
                    <a:pt x="10542" y="9731"/>
                  </a:lnTo>
                  <a:lnTo>
                    <a:pt x="10002" y="8997"/>
                  </a:lnTo>
                  <a:lnTo>
                    <a:pt x="8959" y="7762"/>
                  </a:lnTo>
                  <a:lnTo>
                    <a:pt x="7839" y="6565"/>
                  </a:lnTo>
                  <a:lnTo>
                    <a:pt x="6720" y="5406"/>
                  </a:lnTo>
                  <a:lnTo>
                    <a:pt x="5561" y="4286"/>
                  </a:lnTo>
                  <a:lnTo>
                    <a:pt x="4325" y="3205"/>
                  </a:lnTo>
                  <a:lnTo>
                    <a:pt x="3128" y="2163"/>
                  </a:lnTo>
                  <a:lnTo>
                    <a:pt x="1854" y="1120"/>
                  </a:lnTo>
                  <a:lnTo>
                    <a:pt x="580" y="116"/>
                  </a:lnTo>
                  <a:lnTo>
                    <a:pt x="541" y="77"/>
                  </a:lnTo>
                  <a:lnTo>
                    <a:pt x="464" y="77"/>
                  </a:lnTo>
                  <a:lnTo>
                    <a:pt x="348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9" name="Google Shape;3379;p15"/>
            <p:cNvSpPr/>
            <p:nvPr/>
          </p:nvSpPr>
          <p:spPr>
            <a:xfrm>
              <a:off x="668675" y="2948700"/>
              <a:ext cx="256800" cy="152550"/>
            </a:xfrm>
            <a:custGeom>
              <a:avLst/>
              <a:gdLst/>
              <a:ahLst/>
              <a:cxnLst/>
              <a:rect l="l" t="t" r="r" b="b"/>
              <a:pathLst>
                <a:path w="10272" h="6102" extrusionOk="0">
                  <a:moveTo>
                    <a:pt x="541" y="1"/>
                  </a:moveTo>
                  <a:lnTo>
                    <a:pt x="425" y="39"/>
                  </a:lnTo>
                  <a:lnTo>
                    <a:pt x="348" y="116"/>
                  </a:lnTo>
                  <a:lnTo>
                    <a:pt x="232" y="194"/>
                  </a:lnTo>
                  <a:lnTo>
                    <a:pt x="155" y="348"/>
                  </a:lnTo>
                  <a:lnTo>
                    <a:pt x="77" y="503"/>
                  </a:lnTo>
                  <a:lnTo>
                    <a:pt x="0" y="889"/>
                  </a:lnTo>
                  <a:lnTo>
                    <a:pt x="0" y="1275"/>
                  </a:lnTo>
                  <a:lnTo>
                    <a:pt x="0" y="1622"/>
                  </a:lnTo>
                  <a:lnTo>
                    <a:pt x="0" y="2047"/>
                  </a:lnTo>
                  <a:lnTo>
                    <a:pt x="77" y="2511"/>
                  </a:lnTo>
                  <a:lnTo>
                    <a:pt x="155" y="2935"/>
                  </a:lnTo>
                  <a:lnTo>
                    <a:pt x="309" y="3321"/>
                  </a:lnTo>
                  <a:lnTo>
                    <a:pt x="502" y="3785"/>
                  </a:lnTo>
                  <a:lnTo>
                    <a:pt x="734" y="4171"/>
                  </a:lnTo>
                  <a:lnTo>
                    <a:pt x="1004" y="4557"/>
                  </a:lnTo>
                  <a:lnTo>
                    <a:pt x="1313" y="4905"/>
                  </a:lnTo>
                  <a:lnTo>
                    <a:pt x="1699" y="5214"/>
                  </a:lnTo>
                  <a:lnTo>
                    <a:pt x="2047" y="5523"/>
                  </a:lnTo>
                  <a:lnTo>
                    <a:pt x="2472" y="5754"/>
                  </a:lnTo>
                  <a:lnTo>
                    <a:pt x="2896" y="5947"/>
                  </a:lnTo>
                  <a:lnTo>
                    <a:pt x="3167" y="5716"/>
                  </a:lnTo>
                  <a:lnTo>
                    <a:pt x="2819" y="5561"/>
                  </a:lnTo>
                  <a:lnTo>
                    <a:pt x="2510" y="5368"/>
                  </a:lnTo>
                  <a:lnTo>
                    <a:pt x="2240" y="5136"/>
                  </a:lnTo>
                  <a:lnTo>
                    <a:pt x="1931" y="4905"/>
                  </a:lnTo>
                  <a:lnTo>
                    <a:pt x="1661" y="4634"/>
                  </a:lnTo>
                  <a:lnTo>
                    <a:pt x="1429" y="4364"/>
                  </a:lnTo>
                  <a:lnTo>
                    <a:pt x="1197" y="4094"/>
                  </a:lnTo>
                  <a:lnTo>
                    <a:pt x="1004" y="3785"/>
                  </a:lnTo>
                  <a:lnTo>
                    <a:pt x="811" y="3476"/>
                  </a:lnTo>
                  <a:lnTo>
                    <a:pt x="657" y="3128"/>
                  </a:lnTo>
                  <a:lnTo>
                    <a:pt x="541" y="2781"/>
                  </a:lnTo>
                  <a:lnTo>
                    <a:pt x="464" y="2433"/>
                  </a:lnTo>
                  <a:lnTo>
                    <a:pt x="425" y="2086"/>
                  </a:lnTo>
                  <a:lnTo>
                    <a:pt x="386" y="1700"/>
                  </a:lnTo>
                  <a:lnTo>
                    <a:pt x="425" y="1352"/>
                  </a:lnTo>
                  <a:lnTo>
                    <a:pt x="464" y="966"/>
                  </a:lnTo>
                  <a:lnTo>
                    <a:pt x="541" y="696"/>
                  </a:lnTo>
                  <a:lnTo>
                    <a:pt x="579" y="541"/>
                  </a:lnTo>
                  <a:lnTo>
                    <a:pt x="657" y="464"/>
                  </a:lnTo>
                  <a:lnTo>
                    <a:pt x="811" y="503"/>
                  </a:lnTo>
                  <a:lnTo>
                    <a:pt x="1043" y="618"/>
                  </a:lnTo>
                  <a:lnTo>
                    <a:pt x="1429" y="812"/>
                  </a:lnTo>
                  <a:lnTo>
                    <a:pt x="1738" y="1005"/>
                  </a:lnTo>
                  <a:lnTo>
                    <a:pt x="2085" y="1236"/>
                  </a:lnTo>
                  <a:lnTo>
                    <a:pt x="2394" y="1468"/>
                  </a:lnTo>
                  <a:lnTo>
                    <a:pt x="2665" y="1738"/>
                  </a:lnTo>
                  <a:lnTo>
                    <a:pt x="2935" y="2009"/>
                  </a:lnTo>
                  <a:lnTo>
                    <a:pt x="3167" y="2279"/>
                  </a:lnTo>
                  <a:lnTo>
                    <a:pt x="3360" y="2588"/>
                  </a:lnTo>
                  <a:lnTo>
                    <a:pt x="3514" y="2897"/>
                  </a:lnTo>
                  <a:lnTo>
                    <a:pt x="3630" y="3244"/>
                  </a:lnTo>
                  <a:lnTo>
                    <a:pt x="3707" y="3592"/>
                  </a:lnTo>
                  <a:lnTo>
                    <a:pt x="3784" y="3939"/>
                  </a:lnTo>
                  <a:lnTo>
                    <a:pt x="3784" y="4325"/>
                  </a:lnTo>
                  <a:lnTo>
                    <a:pt x="3823" y="4403"/>
                  </a:lnTo>
                  <a:lnTo>
                    <a:pt x="3939" y="4480"/>
                  </a:lnTo>
                  <a:lnTo>
                    <a:pt x="3939" y="4557"/>
                  </a:lnTo>
                  <a:lnTo>
                    <a:pt x="3978" y="4596"/>
                  </a:lnTo>
                  <a:lnTo>
                    <a:pt x="4016" y="4596"/>
                  </a:lnTo>
                  <a:lnTo>
                    <a:pt x="4055" y="4557"/>
                  </a:lnTo>
                  <a:lnTo>
                    <a:pt x="4171" y="4403"/>
                  </a:lnTo>
                  <a:lnTo>
                    <a:pt x="4286" y="4287"/>
                  </a:lnTo>
                  <a:lnTo>
                    <a:pt x="4595" y="4017"/>
                  </a:lnTo>
                  <a:lnTo>
                    <a:pt x="4943" y="3785"/>
                  </a:lnTo>
                  <a:lnTo>
                    <a:pt x="5329" y="3630"/>
                  </a:lnTo>
                  <a:lnTo>
                    <a:pt x="5754" y="3476"/>
                  </a:lnTo>
                  <a:lnTo>
                    <a:pt x="6179" y="3360"/>
                  </a:lnTo>
                  <a:lnTo>
                    <a:pt x="6565" y="3283"/>
                  </a:lnTo>
                  <a:lnTo>
                    <a:pt x="6912" y="3206"/>
                  </a:lnTo>
                  <a:lnTo>
                    <a:pt x="7260" y="3167"/>
                  </a:lnTo>
                  <a:lnTo>
                    <a:pt x="7646" y="3167"/>
                  </a:lnTo>
                  <a:lnTo>
                    <a:pt x="7994" y="3206"/>
                  </a:lnTo>
                  <a:lnTo>
                    <a:pt x="8380" y="3244"/>
                  </a:lnTo>
                  <a:lnTo>
                    <a:pt x="8727" y="3321"/>
                  </a:lnTo>
                  <a:lnTo>
                    <a:pt x="9075" y="3399"/>
                  </a:lnTo>
                  <a:lnTo>
                    <a:pt x="9422" y="3553"/>
                  </a:lnTo>
                  <a:lnTo>
                    <a:pt x="9770" y="3669"/>
                  </a:lnTo>
                  <a:lnTo>
                    <a:pt x="9499" y="4017"/>
                  </a:lnTo>
                  <a:lnTo>
                    <a:pt x="9229" y="4364"/>
                  </a:lnTo>
                  <a:lnTo>
                    <a:pt x="8920" y="4634"/>
                  </a:lnTo>
                  <a:lnTo>
                    <a:pt x="8611" y="4905"/>
                  </a:lnTo>
                  <a:lnTo>
                    <a:pt x="8264" y="5136"/>
                  </a:lnTo>
                  <a:lnTo>
                    <a:pt x="7916" y="5329"/>
                  </a:lnTo>
                  <a:lnTo>
                    <a:pt x="7530" y="5484"/>
                  </a:lnTo>
                  <a:lnTo>
                    <a:pt x="7105" y="5600"/>
                  </a:lnTo>
                  <a:lnTo>
                    <a:pt x="6719" y="5638"/>
                  </a:lnTo>
                  <a:lnTo>
                    <a:pt x="6333" y="5677"/>
                  </a:lnTo>
                  <a:lnTo>
                    <a:pt x="5599" y="5677"/>
                  </a:lnTo>
                  <a:lnTo>
                    <a:pt x="4866" y="5600"/>
                  </a:lnTo>
                  <a:lnTo>
                    <a:pt x="4093" y="5484"/>
                  </a:lnTo>
                  <a:lnTo>
                    <a:pt x="4016" y="5484"/>
                  </a:lnTo>
                  <a:lnTo>
                    <a:pt x="3978" y="5523"/>
                  </a:lnTo>
                  <a:lnTo>
                    <a:pt x="3900" y="5638"/>
                  </a:lnTo>
                  <a:lnTo>
                    <a:pt x="3862" y="5638"/>
                  </a:lnTo>
                  <a:lnTo>
                    <a:pt x="3862" y="5716"/>
                  </a:lnTo>
                  <a:lnTo>
                    <a:pt x="3900" y="6025"/>
                  </a:lnTo>
                  <a:lnTo>
                    <a:pt x="4093" y="5909"/>
                  </a:lnTo>
                  <a:lnTo>
                    <a:pt x="4943" y="6025"/>
                  </a:lnTo>
                  <a:lnTo>
                    <a:pt x="5792" y="6102"/>
                  </a:lnTo>
                  <a:lnTo>
                    <a:pt x="6217" y="6102"/>
                  </a:lnTo>
                  <a:lnTo>
                    <a:pt x="6642" y="6063"/>
                  </a:lnTo>
                  <a:lnTo>
                    <a:pt x="7105" y="6025"/>
                  </a:lnTo>
                  <a:lnTo>
                    <a:pt x="7530" y="5947"/>
                  </a:lnTo>
                  <a:lnTo>
                    <a:pt x="7955" y="5793"/>
                  </a:lnTo>
                  <a:lnTo>
                    <a:pt x="8341" y="5600"/>
                  </a:lnTo>
                  <a:lnTo>
                    <a:pt x="8727" y="5368"/>
                  </a:lnTo>
                  <a:lnTo>
                    <a:pt x="9075" y="5098"/>
                  </a:lnTo>
                  <a:lnTo>
                    <a:pt x="9384" y="4789"/>
                  </a:lnTo>
                  <a:lnTo>
                    <a:pt x="9654" y="4441"/>
                  </a:lnTo>
                  <a:lnTo>
                    <a:pt x="10233" y="3746"/>
                  </a:lnTo>
                  <a:lnTo>
                    <a:pt x="10272" y="3630"/>
                  </a:lnTo>
                  <a:lnTo>
                    <a:pt x="10272" y="3553"/>
                  </a:lnTo>
                  <a:lnTo>
                    <a:pt x="10233" y="3476"/>
                  </a:lnTo>
                  <a:lnTo>
                    <a:pt x="10156" y="3399"/>
                  </a:lnTo>
                  <a:lnTo>
                    <a:pt x="9693" y="3206"/>
                  </a:lnTo>
                  <a:lnTo>
                    <a:pt x="9229" y="3013"/>
                  </a:lnTo>
                  <a:lnTo>
                    <a:pt x="8766" y="2897"/>
                  </a:lnTo>
                  <a:lnTo>
                    <a:pt x="8264" y="2781"/>
                  </a:lnTo>
                  <a:lnTo>
                    <a:pt x="7800" y="2742"/>
                  </a:lnTo>
                  <a:lnTo>
                    <a:pt x="7298" y="2742"/>
                  </a:lnTo>
                  <a:lnTo>
                    <a:pt x="6796" y="2781"/>
                  </a:lnTo>
                  <a:lnTo>
                    <a:pt x="6294" y="2858"/>
                  </a:lnTo>
                  <a:lnTo>
                    <a:pt x="5870" y="3013"/>
                  </a:lnTo>
                  <a:lnTo>
                    <a:pt x="5290" y="3206"/>
                  </a:lnTo>
                  <a:lnTo>
                    <a:pt x="4982" y="3321"/>
                  </a:lnTo>
                  <a:lnTo>
                    <a:pt x="4673" y="3476"/>
                  </a:lnTo>
                  <a:lnTo>
                    <a:pt x="4402" y="3630"/>
                  </a:lnTo>
                  <a:lnTo>
                    <a:pt x="4209" y="3823"/>
                  </a:lnTo>
                  <a:lnTo>
                    <a:pt x="4132" y="3476"/>
                  </a:lnTo>
                  <a:lnTo>
                    <a:pt x="4055" y="3128"/>
                  </a:lnTo>
                  <a:lnTo>
                    <a:pt x="3939" y="2781"/>
                  </a:lnTo>
                  <a:lnTo>
                    <a:pt x="3784" y="2472"/>
                  </a:lnTo>
                  <a:lnTo>
                    <a:pt x="3591" y="2163"/>
                  </a:lnTo>
                  <a:lnTo>
                    <a:pt x="3360" y="1854"/>
                  </a:lnTo>
                  <a:lnTo>
                    <a:pt x="3128" y="1584"/>
                  </a:lnTo>
                  <a:lnTo>
                    <a:pt x="2858" y="1314"/>
                  </a:lnTo>
                  <a:lnTo>
                    <a:pt x="2472" y="966"/>
                  </a:lnTo>
                  <a:lnTo>
                    <a:pt x="2008" y="696"/>
                  </a:lnTo>
                  <a:lnTo>
                    <a:pt x="1545" y="425"/>
                  </a:lnTo>
                  <a:lnTo>
                    <a:pt x="1081" y="194"/>
                  </a:lnTo>
                  <a:lnTo>
                    <a:pt x="850" y="78"/>
                  </a:lnTo>
                  <a:lnTo>
                    <a:pt x="657" y="39"/>
                  </a:lnTo>
                  <a:lnTo>
                    <a:pt x="54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0" name="Google Shape;3380;p15"/>
            <p:cNvSpPr/>
            <p:nvPr/>
          </p:nvSpPr>
          <p:spPr>
            <a:xfrm>
              <a:off x="3343725" y="3024000"/>
              <a:ext cx="482700" cy="227850"/>
            </a:xfrm>
            <a:custGeom>
              <a:avLst/>
              <a:gdLst/>
              <a:ahLst/>
              <a:cxnLst/>
              <a:rect l="l" t="t" r="r" b="b"/>
              <a:pathLst>
                <a:path w="19308" h="9114" extrusionOk="0">
                  <a:moveTo>
                    <a:pt x="77" y="1"/>
                  </a:moveTo>
                  <a:lnTo>
                    <a:pt x="0" y="618"/>
                  </a:lnTo>
                  <a:lnTo>
                    <a:pt x="0" y="1236"/>
                  </a:lnTo>
                  <a:lnTo>
                    <a:pt x="39" y="1854"/>
                  </a:lnTo>
                  <a:lnTo>
                    <a:pt x="154" y="2472"/>
                  </a:lnTo>
                  <a:lnTo>
                    <a:pt x="309" y="3090"/>
                  </a:lnTo>
                  <a:lnTo>
                    <a:pt x="502" y="3669"/>
                  </a:lnTo>
                  <a:lnTo>
                    <a:pt x="772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69" y="5947"/>
                  </a:lnTo>
                  <a:lnTo>
                    <a:pt x="2433" y="6449"/>
                  </a:lnTo>
                  <a:lnTo>
                    <a:pt x="2935" y="6913"/>
                  </a:lnTo>
                  <a:lnTo>
                    <a:pt x="3514" y="7299"/>
                  </a:lnTo>
                  <a:lnTo>
                    <a:pt x="4093" y="7646"/>
                  </a:lnTo>
                  <a:lnTo>
                    <a:pt x="4672" y="7994"/>
                  </a:lnTo>
                  <a:lnTo>
                    <a:pt x="5329" y="8264"/>
                  </a:lnTo>
                  <a:lnTo>
                    <a:pt x="5947" y="8496"/>
                  </a:lnTo>
                  <a:lnTo>
                    <a:pt x="6642" y="8689"/>
                  </a:lnTo>
                  <a:lnTo>
                    <a:pt x="7298" y="8843"/>
                  </a:lnTo>
                  <a:lnTo>
                    <a:pt x="7993" y="8998"/>
                  </a:lnTo>
                  <a:lnTo>
                    <a:pt x="8688" y="9075"/>
                  </a:lnTo>
                  <a:lnTo>
                    <a:pt x="9383" y="9114"/>
                  </a:lnTo>
                  <a:lnTo>
                    <a:pt x="10079" y="9114"/>
                  </a:lnTo>
                  <a:lnTo>
                    <a:pt x="10735" y="9075"/>
                  </a:lnTo>
                  <a:lnTo>
                    <a:pt x="11391" y="9036"/>
                  </a:lnTo>
                  <a:lnTo>
                    <a:pt x="12048" y="8921"/>
                  </a:lnTo>
                  <a:lnTo>
                    <a:pt x="12704" y="8805"/>
                  </a:lnTo>
                  <a:lnTo>
                    <a:pt x="13361" y="8612"/>
                  </a:lnTo>
                  <a:lnTo>
                    <a:pt x="14017" y="8419"/>
                  </a:lnTo>
                  <a:lnTo>
                    <a:pt x="14635" y="8187"/>
                  </a:lnTo>
                  <a:lnTo>
                    <a:pt x="15253" y="7917"/>
                  </a:lnTo>
                  <a:lnTo>
                    <a:pt x="15871" y="7569"/>
                  </a:lnTo>
                  <a:lnTo>
                    <a:pt x="16411" y="7222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28" y="4905"/>
                  </a:lnTo>
                  <a:lnTo>
                    <a:pt x="19076" y="4325"/>
                  </a:lnTo>
                  <a:lnTo>
                    <a:pt x="19307" y="3708"/>
                  </a:lnTo>
                  <a:lnTo>
                    <a:pt x="19114" y="3669"/>
                  </a:lnTo>
                  <a:lnTo>
                    <a:pt x="18767" y="4171"/>
                  </a:lnTo>
                  <a:lnTo>
                    <a:pt x="18381" y="4673"/>
                  </a:lnTo>
                  <a:lnTo>
                    <a:pt x="17995" y="5136"/>
                  </a:lnTo>
                  <a:lnTo>
                    <a:pt x="17608" y="5561"/>
                  </a:lnTo>
                  <a:lnTo>
                    <a:pt x="17145" y="5986"/>
                  </a:lnTo>
                  <a:lnTo>
                    <a:pt x="16720" y="6372"/>
                  </a:lnTo>
                  <a:lnTo>
                    <a:pt x="16218" y="6720"/>
                  </a:lnTo>
                  <a:lnTo>
                    <a:pt x="15716" y="7028"/>
                  </a:lnTo>
                  <a:lnTo>
                    <a:pt x="15214" y="7337"/>
                  </a:lnTo>
                  <a:lnTo>
                    <a:pt x="14674" y="7608"/>
                  </a:lnTo>
                  <a:lnTo>
                    <a:pt x="14133" y="7839"/>
                  </a:lnTo>
                  <a:lnTo>
                    <a:pt x="13554" y="8032"/>
                  </a:lnTo>
                  <a:lnTo>
                    <a:pt x="12975" y="8225"/>
                  </a:lnTo>
                  <a:lnTo>
                    <a:pt x="12395" y="8380"/>
                  </a:lnTo>
                  <a:lnTo>
                    <a:pt x="11816" y="8496"/>
                  </a:lnTo>
                  <a:lnTo>
                    <a:pt x="11198" y="8573"/>
                  </a:lnTo>
                  <a:lnTo>
                    <a:pt x="10503" y="8612"/>
                  </a:lnTo>
                  <a:lnTo>
                    <a:pt x="9808" y="8650"/>
                  </a:lnTo>
                  <a:lnTo>
                    <a:pt x="9075" y="8612"/>
                  </a:lnTo>
                  <a:lnTo>
                    <a:pt x="8379" y="8573"/>
                  </a:lnTo>
                  <a:lnTo>
                    <a:pt x="7684" y="8457"/>
                  </a:lnTo>
                  <a:lnTo>
                    <a:pt x="6989" y="8303"/>
                  </a:lnTo>
                  <a:lnTo>
                    <a:pt x="6294" y="8110"/>
                  </a:lnTo>
                  <a:lnTo>
                    <a:pt x="5638" y="7878"/>
                  </a:lnTo>
                  <a:lnTo>
                    <a:pt x="4981" y="7608"/>
                  </a:lnTo>
                  <a:lnTo>
                    <a:pt x="4364" y="7299"/>
                  </a:lnTo>
                  <a:lnTo>
                    <a:pt x="3784" y="6951"/>
                  </a:lnTo>
                  <a:lnTo>
                    <a:pt x="3205" y="6526"/>
                  </a:lnTo>
                  <a:lnTo>
                    <a:pt x="2664" y="6063"/>
                  </a:lnTo>
                  <a:lnTo>
                    <a:pt x="2201" y="5561"/>
                  </a:lnTo>
                  <a:lnTo>
                    <a:pt x="1738" y="5020"/>
                  </a:lnTo>
                  <a:lnTo>
                    <a:pt x="1352" y="4403"/>
                  </a:lnTo>
                  <a:lnTo>
                    <a:pt x="1081" y="3901"/>
                  </a:lnTo>
                  <a:lnTo>
                    <a:pt x="850" y="3399"/>
                  </a:lnTo>
                  <a:lnTo>
                    <a:pt x="656" y="2858"/>
                  </a:lnTo>
                  <a:lnTo>
                    <a:pt x="502" y="2317"/>
                  </a:lnTo>
                  <a:lnTo>
                    <a:pt x="425" y="1777"/>
                  </a:lnTo>
                  <a:lnTo>
                    <a:pt x="348" y="1198"/>
                  </a:lnTo>
                  <a:lnTo>
                    <a:pt x="386" y="618"/>
                  </a:lnTo>
                  <a:lnTo>
                    <a:pt x="425" y="78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1" name="Google Shape;3381;p15"/>
            <p:cNvSpPr/>
            <p:nvPr/>
          </p:nvSpPr>
          <p:spPr>
            <a:xfrm>
              <a:off x="238125" y="3026900"/>
              <a:ext cx="84975" cy="55050"/>
            </a:xfrm>
            <a:custGeom>
              <a:avLst/>
              <a:gdLst/>
              <a:ahLst/>
              <a:cxnLst/>
              <a:rect l="l" t="t" r="r" b="b"/>
              <a:pathLst>
                <a:path w="3399" h="2202" extrusionOk="0">
                  <a:moveTo>
                    <a:pt x="1506" y="425"/>
                  </a:moveTo>
                  <a:lnTo>
                    <a:pt x="1738" y="502"/>
                  </a:lnTo>
                  <a:lnTo>
                    <a:pt x="1931" y="580"/>
                  </a:lnTo>
                  <a:lnTo>
                    <a:pt x="2124" y="657"/>
                  </a:lnTo>
                  <a:lnTo>
                    <a:pt x="2433" y="927"/>
                  </a:lnTo>
                  <a:lnTo>
                    <a:pt x="2742" y="1236"/>
                  </a:lnTo>
                  <a:lnTo>
                    <a:pt x="2973" y="1545"/>
                  </a:lnTo>
                  <a:lnTo>
                    <a:pt x="2549" y="1545"/>
                  </a:lnTo>
                  <a:lnTo>
                    <a:pt x="2085" y="1584"/>
                  </a:lnTo>
                  <a:lnTo>
                    <a:pt x="1699" y="1699"/>
                  </a:lnTo>
                  <a:lnTo>
                    <a:pt x="1467" y="1777"/>
                  </a:lnTo>
                  <a:lnTo>
                    <a:pt x="965" y="1777"/>
                  </a:lnTo>
                  <a:lnTo>
                    <a:pt x="772" y="1738"/>
                  </a:lnTo>
                  <a:lnTo>
                    <a:pt x="579" y="1622"/>
                  </a:lnTo>
                  <a:lnTo>
                    <a:pt x="502" y="1545"/>
                  </a:lnTo>
                  <a:lnTo>
                    <a:pt x="463" y="1429"/>
                  </a:lnTo>
                  <a:lnTo>
                    <a:pt x="386" y="1313"/>
                  </a:lnTo>
                  <a:lnTo>
                    <a:pt x="386" y="1159"/>
                  </a:lnTo>
                  <a:lnTo>
                    <a:pt x="386" y="1043"/>
                  </a:lnTo>
                  <a:lnTo>
                    <a:pt x="425" y="927"/>
                  </a:lnTo>
                  <a:lnTo>
                    <a:pt x="463" y="811"/>
                  </a:lnTo>
                  <a:lnTo>
                    <a:pt x="541" y="734"/>
                  </a:lnTo>
                  <a:lnTo>
                    <a:pt x="734" y="580"/>
                  </a:lnTo>
                  <a:lnTo>
                    <a:pt x="1004" y="502"/>
                  </a:lnTo>
                  <a:lnTo>
                    <a:pt x="1236" y="425"/>
                  </a:lnTo>
                  <a:close/>
                  <a:moveTo>
                    <a:pt x="1004" y="0"/>
                  </a:moveTo>
                  <a:lnTo>
                    <a:pt x="772" y="78"/>
                  </a:lnTo>
                  <a:lnTo>
                    <a:pt x="541" y="193"/>
                  </a:lnTo>
                  <a:lnTo>
                    <a:pt x="386" y="309"/>
                  </a:lnTo>
                  <a:lnTo>
                    <a:pt x="193" y="502"/>
                  </a:lnTo>
                  <a:lnTo>
                    <a:pt x="77" y="734"/>
                  </a:lnTo>
                  <a:lnTo>
                    <a:pt x="0" y="927"/>
                  </a:lnTo>
                  <a:lnTo>
                    <a:pt x="0" y="1159"/>
                  </a:lnTo>
                  <a:lnTo>
                    <a:pt x="0" y="1391"/>
                  </a:lnTo>
                  <a:lnTo>
                    <a:pt x="77" y="1584"/>
                  </a:lnTo>
                  <a:lnTo>
                    <a:pt x="154" y="1777"/>
                  </a:lnTo>
                  <a:lnTo>
                    <a:pt x="309" y="1931"/>
                  </a:lnTo>
                  <a:lnTo>
                    <a:pt x="463" y="2047"/>
                  </a:lnTo>
                  <a:lnTo>
                    <a:pt x="695" y="2163"/>
                  </a:lnTo>
                  <a:lnTo>
                    <a:pt x="1004" y="2201"/>
                  </a:lnTo>
                  <a:lnTo>
                    <a:pt x="1274" y="2201"/>
                  </a:lnTo>
                  <a:lnTo>
                    <a:pt x="1583" y="2163"/>
                  </a:lnTo>
                  <a:lnTo>
                    <a:pt x="1892" y="2086"/>
                  </a:lnTo>
                  <a:lnTo>
                    <a:pt x="2201" y="2008"/>
                  </a:lnTo>
                  <a:lnTo>
                    <a:pt x="2510" y="1931"/>
                  </a:lnTo>
                  <a:lnTo>
                    <a:pt x="2819" y="1931"/>
                  </a:lnTo>
                  <a:lnTo>
                    <a:pt x="3089" y="2008"/>
                  </a:lnTo>
                  <a:lnTo>
                    <a:pt x="3205" y="2008"/>
                  </a:lnTo>
                  <a:lnTo>
                    <a:pt x="3282" y="1970"/>
                  </a:lnTo>
                  <a:lnTo>
                    <a:pt x="3359" y="1893"/>
                  </a:lnTo>
                  <a:lnTo>
                    <a:pt x="3359" y="1815"/>
                  </a:lnTo>
                  <a:lnTo>
                    <a:pt x="3398" y="1777"/>
                  </a:lnTo>
                  <a:lnTo>
                    <a:pt x="3398" y="1699"/>
                  </a:lnTo>
                  <a:lnTo>
                    <a:pt x="3089" y="1159"/>
                  </a:lnTo>
                  <a:lnTo>
                    <a:pt x="2935" y="927"/>
                  </a:lnTo>
                  <a:lnTo>
                    <a:pt x="2742" y="695"/>
                  </a:lnTo>
                  <a:lnTo>
                    <a:pt x="2510" y="464"/>
                  </a:lnTo>
                  <a:lnTo>
                    <a:pt x="2278" y="309"/>
                  </a:lnTo>
                  <a:lnTo>
                    <a:pt x="2008" y="155"/>
                  </a:lnTo>
                  <a:lnTo>
                    <a:pt x="1738" y="39"/>
                  </a:lnTo>
                  <a:lnTo>
                    <a:pt x="150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2" name="Google Shape;3382;p15"/>
            <p:cNvSpPr/>
            <p:nvPr/>
          </p:nvSpPr>
          <p:spPr>
            <a:xfrm>
              <a:off x="3429625" y="3033650"/>
              <a:ext cx="35750" cy="29950"/>
            </a:xfrm>
            <a:custGeom>
              <a:avLst/>
              <a:gdLst/>
              <a:ahLst/>
              <a:cxnLst/>
              <a:rect l="l" t="t" r="r" b="b"/>
              <a:pathLst>
                <a:path w="1430" h="1198" extrusionOk="0">
                  <a:moveTo>
                    <a:pt x="657" y="1"/>
                  </a:moveTo>
                  <a:lnTo>
                    <a:pt x="464" y="39"/>
                  </a:lnTo>
                  <a:lnTo>
                    <a:pt x="310" y="117"/>
                  </a:lnTo>
                  <a:lnTo>
                    <a:pt x="194" y="232"/>
                  </a:lnTo>
                  <a:lnTo>
                    <a:pt x="78" y="387"/>
                  </a:lnTo>
                  <a:lnTo>
                    <a:pt x="1" y="580"/>
                  </a:lnTo>
                  <a:lnTo>
                    <a:pt x="1" y="773"/>
                  </a:lnTo>
                  <a:lnTo>
                    <a:pt x="39" y="927"/>
                  </a:lnTo>
                  <a:lnTo>
                    <a:pt x="117" y="1121"/>
                  </a:lnTo>
                  <a:lnTo>
                    <a:pt x="155" y="1159"/>
                  </a:lnTo>
                  <a:lnTo>
                    <a:pt x="232" y="1198"/>
                  </a:lnTo>
                  <a:lnTo>
                    <a:pt x="348" y="1159"/>
                  </a:lnTo>
                  <a:lnTo>
                    <a:pt x="387" y="1082"/>
                  </a:lnTo>
                  <a:lnTo>
                    <a:pt x="426" y="1005"/>
                  </a:lnTo>
                  <a:lnTo>
                    <a:pt x="387" y="966"/>
                  </a:lnTo>
                  <a:lnTo>
                    <a:pt x="348" y="850"/>
                  </a:lnTo>
                  <a:lnTo>
                    <a:pt x="348" y="773"/>
                  </a:lnTo>
                  <a:lnTo>
                    <a:pt x="387" y="580"/>
                  </a:lnTo>
                  <a:lnTo>
                    <a:pt x="503" y="464"/>
                  </a:lnTo>
                  <a:lnTo>
                    <a:pt x="580" y="425"/>
                  </a:lnTo>
                  <a:lnTo>
                    <a:pt x="696" y="387"/>
                  </a:lnTo>
                  <a:lnTo>
                    <a:pt x="773" y="425"/>
                  </a:lnTo>
                  <a:lnTo>
                    <a:pt x="850" y="464"/>
                  </a:lnTo>
                  <a:lnTo>
                    <a:pt x="966" y="580"/>
                  </a:lnTo>
                  <a:lnTo>
                    <a:pt x="1005" y="696"/>
                  </a:lnTo>
                  <a:lnTo>
                    <a:pt x="1005" y="773"/>
                  </a:lnTo>
                  <a:lnTo>
                    <a:pt x="966" y="966"/>
                  </a:lnTo>
                  <a:lnTo>
                    <a:pt x="928" y="1043"/>
                  </a:lnTo>
                  <a:lnTo>
                    <a:pt x="966" y="1082"/>
                  </a:lnTo>
                  <a:lnTo>
                    <a:pt x="1005" y="1121"/>
                  </a:lnTo>
                  <a:lnTo>
                    <a:pt x="1043" y="1159"/>
                  </a:lnTo>
                  <a:lnTo>
                    <a:pt x="1236" y="1159"/>
                  </a:lnTo>
                  <a:lnTo>
                    <a:pt x="1314" y="1082"/>
                  </a:lnTo>
                  <a:lnTo>
                    <a:pt x="1391" y="927"/>
                  </a:lnTo>
                  <a:lnTo>
                    <a:pt x="1430" y="734"/>
                  </a:lnTo>
                  <a:lnTo>
                    <a:pt x="1391" y="541"/>
                  </a:lnTo>
                  <a:lnTo>
                    <a:pt x="1314" y="387"/>
                  </a:lnTo>
                  <a:lnTo>
                    <a:pt x="1159" y="232"/>
                  </a:lnTo>
                  <a:lnTo>
                    <a:pt x="1005" y="117"/>
                  </a:lnTo>
                  <a:lnTo>
                    <a:pt x="850" y="39"/>
                  </a:lnTo>
                  <a:lnTo>
                    <a:pt x="65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3" name="Google Shape;3383;p15"/>
            <p:cNvSpPr/>
            <p:nvPr/>
          </p:nvSpPr>
          <p:spPr>
            <a:xfrm>
              <a:off x="3375575" y="3037525"/>
              <a:ext cx="34775" cy="29950"/>
            </a:xfrm>
            <a:custGeom>
              <a:avLst/>
              <a:gdLst/>
              <a:ahLst/>
              <a:cxnLst/>
              <a:rect l="l" t="t" r="r" b="b"/>
              <a:pathLst>
                <a:path w="1391" h="1198" extrusionOk="0">
                  <a:moveTo>
                    <a:pt x="657" y="0"/>
                  </a:moveTo>
                  <a:lnTo>
                    <a:pt x="425" y="39"/>
                  </a:lnTo>
                  <a:lnTo>
                    <a:pt x="271" y="116"/>
                  </a:lnTo>
                  <a:lnTo>
                    <a:pt x="116" y="270"/>
                  </a:lnTo>
                  <a:lnTo>
                    <a:pt x="39" y="425"/>
                  </a:lnTo>
                  <a:lnTo>
                    <a:pt x="0" y="618"/>
                  </a:lnTo>
                  <a:lnTo>
                    <a:pt x="39" y="811"/>
                  </a:lnTo>
                  <a:lnTo>
                    <a:pt x="116" y="1004"/>
                  </a:lnTo>
                  <a:lnTo>
                    <a:pt x="232" y="1120"/>
                  </a:lnTo>
                  <a:lnTo>
                    <a:pt x="425" y="1197"/>
                  </a:lnTo>
                  <a:lnTo>
                    <a:pt x="502" y="1197"/>
                  </a:lnTo>
                  <a:lnTo>
                    <a:pt x="541" y="1159"/>
                  </a:lnTo>
                  <a:lnTo>
                    <a:pt x="541" y="1081"/>
                  </a:lnTo>
                  <a:lnTo>
                    <a:pt x="502" y="1004"/>
                  </a:lnTo>
                  <a:lnTo>
                    <a:pt x="425" y="927"/>
                  </a:lnTo>
                  <a:lnTo>
                    <a:pt x="386" y="850"/>
                  </a:lnTo>
                  <a:lnTo>
                    <a:pt x="386" y="734"/>
                  </a:lnTo>
                  <a:lnTo>
                    <a:pt x="386" y="618"/>
                  </a:lnTo>
                  <a:lnTo>
                    <a:pt x="425" y="541"/>
                  </a:lnTo>
                  <a:lnTo>
                    <a:pt x="464" y="464"/>
                  </a:lnTo>
                  <a:lnTo>
                    <a:pt x="580" y="425"/>
                  </a:lnTo>
                  <a:lnTo>
                    <a:pt x="695" y="386"/>
                  </a:lnTo>
                  <a:lnTo>
                    <a:pt x="811" y="425"/>
                  </a:lnTo>
                  <a:lnTo>
                    <a:pt x="888" y="464"/>
                  </a:lnTo>
                  <a:lnTo>
                    <a:pt x="927" y="579"/>
                  </a:lnTo>
                  <a:lnTo>
                    <a:pt x="966" y="657"/>
                  </a:lnTo>
                  <a:lnTo>
                    <a:pt x="1043" y="888"/>
                  </a:lnTo>
                  <a:lnTo>
                    <a:pt x="1082" y="966"/>
                  </a:lnTo>
                  <a:lnTo>
                    <a:pt x="1120" y="1081"/>
                  </a:lnTo>
                  <a:lnTo>
                    <a:pt x="1159" y="1120"/>
                  </a:lnTo>
                  <a:lnTo>
                    <a:pt x="1236" y="1120"/>
                  </a:lnTo>
                  <a:lnTo>
                    <a:pt x="1313" y="1043"/>
                  </a:lnTo>
                  <a:lnTo>
                    <a:pt x="1352" y="966"/>
                  </a:lnTo>
                  <a:lnTo>
                    <a:pt x="1390" y="850"/>
                  </a:lnTo>
                  <a:lnTo>
                    <a:pt x="1352" y="618"/>
                  </a:lnTo>
                  <a:lnTo>
                    <a:pt x="1313" y="425"/>
                  </a:lnTo>
                  <a:lnTo>
                    <a:pt x="1197" y="232"/>
                  </a:lnTo>
                  <a:lnTo>
                    <a:pt x="1043" y="116"/>
                  </a:lnTo>
                  <a:lnTo>
                    <a:pt x="850" y="39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4" name="Google Shape;3384;p15"/>
            <p:cNvSpPr/>
            <p:nvPr/>
          </p:nvSpPr>
          <p:spPr>
            <a:xfrm>
              <a:off x="333675" y="3041375"/>
              <a:ext cx="49275" cy="56025"/>
            </a:xfrm>
            <a:custGeom>
              <a:avLst/>
              <a:gdLst/>
              <a:ahLst/>
              <a:cxnLst/>
              <a:rect l="l" t="t" r="r" b="b"/>
              <a:pathLst>
                <a:path w="1971" h="2241" extrusionOk="0">
                  <a:moveTo>
                    <a:pt x="1237" y="425"/>
                  </a:moveTo>
                  <a:lnTo>
                    <a:pt x="1391" y="464"/>
                  </a:lnTo>
                  <a:lnTo>
                    <a:pt x="1507" y="580"/>
                  </a:lnTo>
                  <a:lnTo>
                    <a:pt x="1545" y="657"/>
                  </a:lnTo>
                  <a:lnTo>
                    <a:pt x="1545" y="734"/>
                  </a:lnTo>
                  <a:lnTo>
                    <a:pt x="1507" y="812"/>
                  </a:lnTo>
                  <a:lnTo>
                    <a:pt x="1468" y="889"/>
                  </a:lnTo>
                  <a:lnTo>
                    <a:pt x="1275" y="1082"/>
                  </a:lnTo>
                  <a:lnTo>
                    <a:pt x="1005" y="1314"/>
                  </a:lnTo>
                  <a:lnTo>
                    <a:pt x="773" y="1507"/>
                  </a:lnTo>
                  <a:lnTo>
                    <a:pt x="657" y="1661"/>
                  </a:lnTo>
                  <a:lnTo>
                    <a:pt x="619" y="1777"/>
                  </a:lnTo>
                  <a:lnTo>
                    <a:pt x="503" y="1661"/>
                  </a:lnTo>
                  <a:lnTo>
                    <a:pt x="464" y="1545"/>
                  </a:lnTo>
                  <a:lnTo>
                    <a:pt x="387" y="1391"/>
                  </a:lnTo>
                  <a:lnTo>
                    <a:pt x="387" y="1236"/>
                  </a:lnTo>
                  <a:lnTo>
                    <a:pt x="387" y="1082"/>
                  </a:lnTo>
                  <a:lnTo>
                    <a:pt x="426" y="966"/>
                  </a:lnTo>
                  <a:lnTo>
                    <a:pt x="464" y="812"/>
                  </a:lnTo>
                  <a:lnTo>
                    <a:pt x="580" y="696"/>
                  </a:lnTo>
                  <a:lnTo>
                    <a:pt x="696" y="580"/>
                  </a:lnTo>
                  <a:lnTo>
                    <a:pt x="850" y="464"/>
                  </a:lnTo>
                  <a:lnTo>
                    <a:pt x="1043" y="425"/>
                  </a:lnTo>
                  <a:close/>
                  <a:moveTo>
                    <a:pt x="1121" y="1"/>
                  </a:moveTo>
                  <a:lnTo>
                    <a:pt x="928" y="39"/>
                  </a:lnTo>
                  <a:lnTo>
                    <a:pt x="735" y="116"/>
                  </a:lnTo>
                  <a:lnTo>
                    <a:pt x="541" y="232"/>
                  </a:lnTo>
                  <a:lnTo>
                    <a:pt x="348" y="348"/>
                  </a:lnTo>
                  <a:lnTo>
                    <a:pt x="233" y="503"/>
                  </a:lnTo>
                  <a:lnTo>
                    <a:pt x="117" y="696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68"/>
                  </a:lnTo>
                  <a:lnTo>
                    <a:pt x="117" y="1622"/>
                  </a:lnTo>
                  <a:lnTo>
                    <a:pt x="233" y="1816"/>
                  </a:lnTo>
                  <a:lnTo>
                    <a:pt x="348" y="1931"/>
                  </a:lnTo>
                  <a:lnTo>
                    <a:pt x="503" y="2086"/>
                  </a:lnTo>
                  <a:lnTo>
                    <a:pt x="657" y="2163"/>
                  </a:lnTo>
                  <a:lnTo>
                    <a:pt x="735" y="2240"/>
                  </a:lnTo>
                  <a:lnTo>
                    <a:pt x="850" y="2240"/>
                  </a:lnTo>
                  <a:lnTo>
                    <a:pt x="928" y="2202"/>
                  </a:lnTo>
                  <a:lnTo>
                    <a:pt x="966" y="2086"/>
                  </a:lnTo>
                  <a:lnTo>
                    <a:pt x="1005" y="1931"/>
                  </a:lnTo>
                  <a:lnTo>
                    <a:pt x="1082" y="1777"/>
                  </a:lnTo>
                  <a:lnTo>
                    <a:pt x="1198" y="1661"/>
                  </a:lnTo>
                  <a:lnTo>
                    <a:pt x="1314" y="1507"/>
                  </a:lnTo>
                  <a:lnTo>
                    <a:pt x="1623" y="1314"/>
                  </a:lnTo>
                  <a:lnTo>
                    <a:pt x="1739" y="1198"/>
                  </a:lnTo>
                  <a:lnTo>
                    <a:pt x="1854" y="1043"/>
                  </a:lnTo>
                  <a:lnTo>
                    <a:pt x="1932" y="889"/>
                  </a:lnTo>
                  <a:lnTo>
                    <a:pt x="1970" y="696"/>
                  </a:lnTo>
                  <a:lnTo>
                    <a:pt x="1932" y="541"/>
                  </a:lnTo>
                  <a:lnTo>
                    <a:pt x="1893" y="387"/>
                  </a:lnTo>
                  <a:lnTo>
                    <a:pt x="1777" y="271"/>
                  </a:lnTo>
                  <a:lnTo>
                    <a:pt x="1661" y="155"/>
                  </a:lnTo>
                  <a:lnTo>
                    <a:pt x="1507" y="78"/>
                  </a:lnTo>
                  <a:lnTo>
                    <a:pt x="1352" y="39"/>
                  </a:lnTo>
                  <a:lnTo>
                    <a:pt x="11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5" name="Google Shape;3385;p15"/>
            <p:cNvSpPr/>
            <p:nvPr/>
          </p:nvSpPr>
          <p:spPr>
            <a:xfrm>
              <a:off x="312450" y="3078050"/>
              <a:ext cx="440225" cy="234625"/>
            </a:xfrm>
            <a:custGeom>
              <a:avLst/>
              <a:gdLst/>
              <a:ahLst/>
              <a:cxnLst/>
              <a:rect l="l" t="t" r="r" b="b"/>
              <a:pathLst>
                <a:path w="17609" h="9385" extrusionOk="0">
                  <a:moveTo>
                    <a:pt x="6256" y="1"/>
                  </a:moveTo>
                  <a:lnTo>
                    <a:pt x="5638" y="40"/>
                  </a:lnTo>
                  <a:lnTo>
                    <a:pt x="5059" y="155"/>
                  </a:lnTo>
                  <a:lnTo>
                    <a:pt x="4480" y="271"/>
                  </a:lnTo>
                  <a:lnTo>
                    <a:pt x="3939" y="503"/>
                  </a:lnTo>
                  <a:lnTo>
                    <a:pt x="3398" y="735"/>
                  </a:lnTo>
                  <a:lnTo>
                    <a:pt x="2896" y="1044"/>
                  </a:lnTo>
                  <a:lnTo>
                    <a:pt x="2433" y="1391"/>
                  </a:lnTo>
                  <a:lnTo>
                    <a:pt x="1970" y="1777"/>
                  </a:lnTo>
                  <a:lnTo>
                    <a:pt x="1584" y="2202"/>
                  </a:lnTo>
                  <a:lnTo>
                    <a:pt x="1197" y="2665"/>
                  </a:lnTo>
                  <a:lnTo>
                    <a:pt x="888" y="3206"/>
                  </a:lnTo>
                  <a:lnTo>
                    <a:pt x="618" y="3747"/>
                  </a:lnTo>
                  <a:lnTo>
                    <a:pt x="386" y="4287"/>
                  </a:lnTo>
                  <a:lnTo>
                    <a:pt x="193" y="4905"/>
                  </a:lnTo>
                  <a:lnTo>
                    <a:pt x="78" y="5484"/>
                  </a:lnTo>
                  <a:lnTo>
                    <a:pt x="0" y="6102"/>
                  </a:lnTo>
                  <a:lnTo>
                    <a:pt x="0" y="6681"/>
                  </a:lnTo>
                  <a:lnTo>
                    <a:pt x="39" y="7261"/>
                  </a:lnTo>
                  <a:lnTo>
                    <a:pt x="155" y="7801"/>
                  </a:lnTo>
                  <a:lnTo>
                    <a:pt x="309" y="8342"/>
                  </a:lnTo>
                  <a:lnTo>
                    <a:pt x="502" y="8882"/>
                  </a:lnTo>
                  <a:lnTo>
                    <a:pt x="734" y="9384"/>
                  </a:lnTo>
                  <a:lnTo>
                    <a:pt x="1043" y="9230"/>
                  </a:lnTo>
                  <a:lnTo>
                    <a:pt x="888" y="8844"/>
                  </a:lnTo>
                  <a:lnTo>
                    <a:pt x="734" y="8458"/>
                  </a:lnTo>
                  <a:lnTo>
                    <a:pt x="541" y="7801"/>
                  </a:lnTo>
                  <a:lnTo>
                    <a:pt x="425" y="7183"/>
                  </a:lnTo>
                  <a:lnTo>
                    <a:pt x="425" y="6527"/>
                  </a:lnTo>
                  <a:lnTo>
                    <a:pt x="425" y="5870"/>
                  </a:lnTo>
                  <a:lnTo>
                    <a:pt x="541" y="5253"/>
                  </a:lnTo>
                  <a:lnTo>
                    <a:pt x="695" y="4596"/>
                  </a:lnTo>
                  <a:lnTo>
                    <a:pt x="927" y="3978"/>
                  </a:lnTo>
                  <a:lnTo>
                    <a:pt x="1236" y="3399"/>
                  </a:lnTo>
                  <a:lnTo>
                    <a:pt x="1584" y="2858"/>
                  </a:lnTo>
                  <a:lnTo>
                    <a:pt x="2008" y="2318"/>
                  </a:lnTo>
                  <a:lnTo>
                    <a:pt x="2472" y="1854"/>
                  </a:lnTo>
                  <a:lnTo>
                    <a:pt x="2974" y="1468"/>
                  </a:lnTo>
                  <a:lnTo>
                    <a:pt x="3553" y="1121"/>
                  </a:lnTo>
                  <a:lnTo>
                    <a:pt x="4132" y="851"/>
                  </a:lnTo>
                  <a:lnTo>
                    <a:pt x="4750" y="657"/>
                  </a:lnTo>
                  <a:lnTo>
                    <a:pt x="5406" y="503"/>
                  </a:lnTo>
                  <a:lnTo>
                    <a:pt x="5793" y="464"/>
                  </a:lnTo>
                  <a:lnTo>
                    <a:pt x="6912" y="464"/>
                  </a:lnTo>
                  <a:lnTo>
                    <a:pt x="7607" y="580"/>
                  </a:lnTo>
                  <a:lnTo>
                    <a:pt x="8264" y="773"/>
                  </a:lnTo>
                  <a:lnTo>
                    <a:pt x="8920" y="1044"/>
                  </a:lnTo>
                  <a:lnTo>
                    <a:pt x="9538" y="1352"/>
                  </a:lnTo>
                  <a:lnTo>
                    <a:pt x="10195" y="1739"/>
                  </a:lnTo>
                  <a:lnTo>
                    <a:pt x="10813" y="2125"/>
                  </a:lnTo>
                  <a:lnTo>
                    <a:pt x="11315" y="2472"/>
                  </a:lnTo>
                  <a:lnTo>
                    <a:pt x="11894" y="2781"/>
                  </a:lnTo>
                  <a:lnTo>
                    <a:pt x="12434" y="3090"/>
                  </a:lnTo>
                  <a:lnTo>
                    <a:pt x="13052" y="3360"/>
                  </a:lnTo>
                  <a:lnTo>
                    <a:pt x="13631" y="3554"/>
                  </a:lnTo>
                  <a:lnTo>
                    <a:pt x="14249" y="3708"/>
                  </a:lnTo>
                  <a:lnTo>
                    <a:pt x="14867" y="3708"/>
                  </a:lnTo>
                  <a:lnTo>
                    <a:pt x="15215" y="3669"/>
                  </a:lnTo>
                  <a:lnTo>
                    <a:pt x="15524" y="3631"/>
                  </a:lnTo>
                  <a:lnTo>
                    <a:pt x="15987" y="3476"/>
                  </a:lnTo>
                  <a:lnTo>
                    <a:pt x="16412" y="3245"/>
                  </a:lnTo>
                  <a:lnTo>
                    <a:pt x="16798" y="2936"/>
                  </a:lnTo>
                  <a:lnTo>
                    <a:pt x="17107" y="2588"/>
                  </a:lnTo>
                  <a:lnTo>
                    <a:pt x="17377" y="2202"/>
                  </a:lnTo>
                  <a:lnTo>
                    <a:pt x="17454" y="1970"/>
                  </a:lnTo>
                  <a:lnTo>
                    <a:pt x="17531" y="1739"/>
                  </a:lnTo>
                  <a:lnTo>
                    <a:pt x="17609" y="1507"/>
                  </a:lnTo>
                  <a:lnTo>
                    <a:pt x="17609" y="1275"/>
                  </a:lnTo>
                  <a:lnTo>
                    <a:pt x="17609" y="1044"/>
                  </a:lnTo>
                  <a:lnTo>
                    <a:pt x="17570" y="773"/>
                  </a:lnTo>
                  <a:lnTo>
                    <a:pt x="17531" y="696"/>
                  </a:lnTo>
                  <a:lnTo>
                    <a:pt x="17493" y="657"/>
                  </a:lnTo>
                  <a:lnTo>
                    <a:pt x="17454" y="580"/>
                  </a:lnTo>
                  <a:lnTo>
                    <a:pt x="17416" y="542"/>
                  </a:lnTo>
                  <a:lnTo>
                    <a:pt x="17145" y="773"/>
                  </a:lnTo>
                  <a:lnTo>
                    <a:pt x="17145" y="851"/>
                  </a:lnTo>
                  <a:lnTo>
                    <a:pt x="17184" y="1198"/>
                  </a:lnTo>
                  <a:lnTo>
                    <a:pt x="17145" y="1584"/>
                  </a:lnTo>
                  <a:lnTo>
                    <a:pt x="17030" y="1893"/>
                  </a:lnTo>
                  <a:lnTo>
                    <a:pt x="16836" y="2241"/>
                  </a:lnTo>
                  <a:lnTo>
                    <a:pt x="16605" y="2511"/>
                  </a:lnTo>
                  <a:lnTo>
                    <a:pt x="16334" y="2743"/>
                  </a:lnTo>
                  <a:lnTo>
                    <a:pt x="16026" y="2936"/>
                  </a:lnTo>
                  <a:lnTo>
                    <a:pt x="15678" y="3090"/>
                  </a:lnTo>
                  <a:lnTo>
                    <a:pt x="15292" y="3206"/>
                  </a:lnTo>
                  <a:lnTo>
                    <a:pt x="14906" y="3245"/>
                  </a:lnTo>
                  <a:lnTo>
                    <a:pt x="14520" y="3245"/>
                  </a:lnTo>
                  <a:lnTo>
                    <a:pt x="14133" y="3206"/>
                  </a:lnTo>
                  <a:lnTo>
                    <a:pt x="13747" y="3129"/>
                  </a:lnTo>
                  <a:lnTo>
                    <a:pt x="13361" y="3013"/>
                  </a:lnTo>
                  <a:lnTo>
                    <a:pt x="12975" y="2858"/>
                  </a:lnTo>
                  <a:lnTo>
                    <a:pt x="12627" y="2704"/>
                  </a:lnTo>
                  <a:lnTo>
                    <a:pt x="12010" y="2356"/>
                  </a:lnTo>
                  <a:lnTo>
                    <a:pt x="11353" y="1970"/>
                  </a:lnTo>
                  <a:lnTo>
                    <a:pt x="10156" y="1198"/>
                  </a:lnTo>
                  <a:lnTo>
                    <a:pt x="9538" y="851"/>
                  </a:lnTo>
                  <a:lnTo>
                    <a:pt x="8882" y="542"/>
                  </a:lnTo>
                  <a:lnTo>
                    <a:pt x="8225" y="271"/>
                  </a:lnTo>
                  <a:lnTo>
                    <a:pt x="7878" y="155"/>
                  </a:lnTo>
                  <a:lnTo>
                    <a:pt x="7492" y="78"/>
                  </a:lnTo>
                  <a:lnTo>
                    <a:pt x="687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6" name="Google Shape;3386;p15"/>
            <p:cNvSpPr/>
            <p:nvPr/>
          </p:nvSpPr>
          <p:spPr>
            <a:xfrm>
              <a:off x="330800" y="3096400"/>
              <a:ext cx="446975" cy="310875"/>
            </a:xfrm>
            <a:custGeom>
              <a:avLst/>
              <a:gdLst/>
              <a:ahLst/>
              <a:cxnLst/>
              <a:rect l="l" t="t" r="r" b="b"/>
              <a:pathLst>
                <a:path w="17879" h="12435" extrusionOk="0">
                  <a:moveTo>
                    <a:pt x="17608" y="1"/>
                  </a:moveTo>
                  <a:lnTo>
                    <a:pt x="17415" y="117"/>
                  </a:lnTo>
                  <a:lnTo>
                    <a:pt x="17454" y="734"/>
                  </a:lnTo>
                  <a:lnTo>
                    <a:pt x="17454" y="1352"/>
                  </a:lnTo>
                  <a:lnTo>
                    <a:pt x="17415" y="1931"/>
                  </a:lnTo>
                  <a:lnTo>
                    <a:pt x="17338" y="2549"/>
                  </a:lnTo>
                  <a:lnTo>
                    <a:pt x="17261" y="3128"/>
                  </a:lnTo>
                  <a:lnTo>
                    <a:pt x="17106" y="3708"/>
                  </a:lnTo>
                  <a:lnTo>
                    <a:pt x="16952" y="4287"/>
                  </a:lnTo>
                  <a:lnTo>
                    <a:pt x="16720" y="4828"/>
                  </a:lnTo>
                  <a:lnTo>
                    <a:pt x="16489" y="5368"/>
                  </a:lnTo>
                  <a:lnTo>
                    <a:pt x="16257" y="5909"/>
                  </a:lnTo>
                  <a:lnTo>
                    <a:pt x="15948" y="6449"/>
                  </a:lnTo>
                  <a:lnTo>
                    <a:pt x="15600" y="6951"/>
                  </a:lnTo>
                  <a:lnTo>
                    <a:pt x="15253" y="7415"/>
                  </a:lnTo>
                  <a:lnTo>
                    <a:pt x="14867" y="7917"/>
                  </a:lnTo>
                  <a:lnTo>
                    <a:pt x="14481" y="8341"/>
                  </a:lnTo>
                  <a:lnTo>
                    <a:pt x="14017" y="8805"/>
                  </a:lnTo>
                  <a:lnTo>
                    <a:pt x="13515" y="9268"/>
                  </a:lnTo>
                  <a:lnTo>
                    <a:pt x="12975" y="9693"/>
                  </a:lnTo>
                  <a:lnTo>
                    <a:pt x="12395" y="10118"/>
                  </a:lnTo>
                  <a:lnTo>
                    <a:pt x="11778" y="10465"/>
                  </a:lnTo>
                  <a:lnTo>
                    <a:pt x="11160" y="10813"/>
                  </a:lnTo>
                  <a:lnTo>
                    <a:pt x="10503" y="11122"/>
                  </a:lnTo>
                  <a:lnTo>
                    <a:pt x="9847" y="11392"/>
                  </a:lnTo>
                  <a:lnTo>
                    <a:pt x="9190" y="11585"/>
                  </a:lnTo>
                  <a:lnTo>
                    <a:pt x="8495" y="11778"/>
                  </a:lnTo>
                  <a:lnTo>
                    <a:pt x="7839" y="11894"/>
                  </a:lnTo>
                  <a:lnTo>
                    <a:pt x="7144" y="11971"/>
                  </a:lnTo>
                  <a:lnTo>
                    <a:pt x="6449" y="11971"/>
                  </a:lnTo>
                  <a:lnTo>
                    <a:pt x="5754" y="11933"/>
                  </a:lnTo>
                  <a:lnTo>
                    <a:pt x="5059" y="11817"/>
                  </a:lnTo>
                  <a:lnTo>
                    <a:pt x="4364" y="11624"/>
                  </a:lnTo>
                  <a:lnTo>
                    <a:pt x="3668" y="11392"/>
                  </a:lnTo>
                  <a:lnTo>
                    <a:pt x="3166" y="11160"/>
                  </a:lnTo>
                  <a:lnTo>
                    <a:pt x="2664" y="10890"/>
                  </a:lnTo>
                  <a:lnTo>
                    <a:pt x="2201" y="10581"/>
                  </a:lnTo>
                  <a:lnTo>
                    <a:pt x="1738" y="10234"/>
                  </a:lnTo>
                  <a:lnTo>
                    <a:pt x="1352" y="9847"/>
                  </a:lnTo>
                  <a:lnTo>
                    <a:pt x="965" y="9423"/>
                  </a:lnTo>
                  <a:lnTo>
                    <a:pt x="618" y="8959"/>
                  </a:lnTo>
                  <a:lnTo>
                    <a:pt x="309" y="8496"/>
                  </a:lnTo>
                  <a:lnTo>
                    <a:pt x="0" y="8650"/>
                  </a:lnTo>
                  <a:lnTo>
                    <a:pt x="309" y="9191"/>
                  </a:lnTo>
                  <a:lnTo>
                    <a:pt x="695" y="9693"/>
                  </a:lnTo>
                  <a:lnTo>
                    <a:pt x="1081" y="10156"/>
                  </a:lnTo>
                  <a:lnTo>
                    <a:pt x="1545" y="10581"/>
                  </a:lnTo>
                  <a:lnTo>
                    <a:pt x="2047" y="10967"/>
                  </a:lnTo>
                  <a:lnTo>
                    <a:pt x="2549" y="11315"/>
                  </a:lnTo>
                  <a:lnTo>
                    <a:pt x="3128" y="11624"/>
                  </a:lnTo>
                  <a:lnTo>
                    <a:pt x="3746" y="11894"/>
                  </a:lnTo>
                  <a:lnTo>
                    <a:pt x="4402" y="12126"/>
                  </a:lnTo>
                  <a:lnTo>
                    <a:pt x="5097" y="12280"/>
                  </a:lnTo>
                  <a:lnTo>
                    <a:pt x="5754" y="12357"/>
                  </a:lnTo>
                  <a:lnTo>
                    <a:pt x="6449" y="12435"/>
                  </a:lnTo>
                  <a:lnTo>
                    <a:pt x="7144" y="12396"/>
                  </a:lnTo>
                  <a:lnTo>
                    <a:pt x="7800" y="12357"/>
                  </a:lnTo>
                  <a:lnTo>
                    <a:pt x="8495" y="12242"/>
                  </a:lnTo>
                  <a:lnTo>
                    <a:pt x="9152" y="12087"/>
                  </a:lnTo>
                  <a:lnTo>
                    <a:pt x="9808" y="11894"/>
                  </a:lnTo>
                  <a:lnTo>
                    <a:pt x="10465" y="11662"/>
                  </a:lnTo>
                  <a:lnTo>
                    <a:pt x="11121" y="11353"/>
                  </a:lnTo>
                  <a:lnTo>
                    <a:pt x="11739" y="11044"/>
                  </a:lnTo>
                  <a:lnTo>
                    <a:pt x="12318" y="10697"/>
                  </a:lnTo>
                  <a:lnTo>
                    <a:pt x="12897" y="10311"/>
                  </a:lnTo>
                  <a:lnTo>
                    <a:pt x="13477" y="9925"/>
                  </a:lnTo>
                  <a:lnTo>
                    <a:pt x="13979" y="9461"/>
                  </a:lnTo>
                  <a:lnTo>
                    <a:pt x="14481" y="9037"/>
                  </a:lnTo>
                  <a:lnTo>
                    <a:pt x="14944" y="8573"/>
                  </a:lnTo>
                  <a:lnTo>
                    <a:pt x="15369" y="8071"/>
                  </a:lnTo>
                  <a:lnTo>
                    <a:pt x="15794" y="7531"/>
                  </a:lnTo>
                  <a:lnTo>
                    <a:pt x="16180" y="6990"/>
                  </a:lnTo>
                  <a:lnTo>
                    <a:pt x="16566" y="6411"/>
                  </a:lnTo>
                  <a:lnTo>
                    <a:pt x="16875" y="5793"/>
                  </a:lnTo>
                  <a:lnTo>
                    <a:pt x="17184" y="5214"/>
                  </a:lnTo>
                  <a:lnTo>
                    <a:pt x="17415" y="4557"/>
                  </a:lnTo>
                  <a:lnTo>
                    <a:pt x="17608" y="3939"/>
                  </a:lnTo>
                  <a:lnTo>
                    <a:pt x="17763" y="3283"/>
                  </a:lnTo>
                  <a:lnTo>
                    <a:pt x="17840" y="2626"/>
                  </a:lnTo>
                  <a:lnTo>
                    <a:pt x="17879" y="1970"/>
                  </a:lnTo>
                  <a:lnTo>
                    <a:pt x="17840" y="1314"/>
                  </a:lnTo>
                  <a:lnTo>
                    <a:pt x="17763" y="657"/>
                  </a:lnTo>
                  <a:lnTo>
                    <a:pt x="1760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7" name="Google Shape;3387;p15"/>
            <p:cNvSpPr/>
            <p:nvPr/>
          </p:nvSpPr>
          <p:spPr>
            <a:xfrm>
              <a:off x="4441350" y="3154325"/>
              <a:ext cx="84975" cy="94625"/>
            </a:xfrm>
            <a:custGeom>
              <a:avLst/>
              <a:gdLst/>
              <a:ahLst/>
              <a:cxnLst/>
              <a:rect l="l" t="t" r="r" b="b"/>
              <a:pathLst>
                <a:path w="3399" h="3785" extrusionOk="0">
                  <a:moveTo>
                    <a:pt x="77" y="1"/>
                  </a:moveTo>
                  <a:lnTo>
                    <a:pt x="0" y="78"/>
                  </a:lnTo>
                  <a:lnTo>
                    <a:pt x="0" y="116"/>
                  </a:lnTo>
                  <a:lnTo>
                    <a:pt x="348" y="889"/>
                  </a:lnTo>
                  <a:lnTo>
                    <a:pt x="811" y="1661"/>
                  </a:lnTo>
                  <a:lnTo>
                    <a:pt x="1274" y="2395"/>
                  </a:lnTo>
                  <a:lnTo>
                    <a:pt x="1738" y="3090"/>
                  </a:lnTo>
                  <a:lnTo>
                    <a:pt x="2008" y="3437"/>
                  </a:lnTo>
                  <a:lnTo>
                    <a:pt x="2201" y="3553"/>
                  </a:lnTo>
                  <a:lnTo>
                    <a:pt x="2394" y="3669"/>
                  </a:lnTo>
                  <a:lnTo>
                    <a:pt x="2587" y="3746"/>
                  </a:lnTo>
                  <a:lnTo>
                    <a:pt x="2780" y="3785"/>
                  </a:lnTo>
                  <a:lnTo>
                    <a:pt x="3012" y="3708"/>
                  </a:lnTo>
                  <a:lnTo>
                    <a:pt x="3205" y="3592"/>
                  </a:lnTo>
                  <a:lnTo>
                    <a:pt x="3321" y="3437"/>
                  </a:lnTo>
                  <a:lnTo>
                    <a:pt x="3398" y="3244"/>
                  </a:lnTo>
                  <a:lnTo>
                    <a:pt x="3398" y="3090"/>
                  </a:lnTo>
                  <a:lnTo>
                    <a:pt x="3398" y="2897"/>
                  </a:lnTo>
                  <a:lnTo>
                    <a:pt x="3360" y="2704"/>
                  </a:lnTo>
                  <a:lnTo>
                    <a:pt x="3282" y="2511"/>
                  </a:lnTo>
                  <a:lnTo>
                    <a:pt x="3128" y="2163"/>
                  </a:lnTo>
                  <a:lnTo>
                    <a:pt x="2935" y="2240"/>
                  </a:lnTo>
                  <a:lnTo>
                    <a:pt x="3051" y="2588"/>
                  </a:lnTo>
                  <a:lnTo>
                    <a:pt x="3089" y="2742"/>
                  </a:lnTo>
                  <a:lnTo>
                    <a:pt x="3128" y="2858"/>
                  </a:lnTo>
                  <a:lnTo>
                    <a:pt x="2896" y="3012"/>
                  </a:lnTo>
                  <a:lnTo>
                    <a:pt x="2665" y="3128"/>
                  </a:lnTo>
                  <a:lnTo>
                    <a:pt x="2510" y="3206"/>
                  </a:lnTo>
                  <a:lnTo>
                    <a:pt x="2317" y="3206"/>
                  </a:lnTo>
                  <a:lnTo>
                    <a:pt x="2201" y="3167"/>
                  </a:lnTo>
                  <a:lnTo>
                    <a:pt x="2047" y="3090"/>
                  </a:lnTo>
                  <a:lnTo>
                    <a:pt x="1931" y="2935"/>
                  </a:lnTo>
                  <a:lnTo>
                    <a:pt x="1854" y="2742"/>
                  </a:lnTo>
                  <a:lnTo>
                    <a:pt x="1699" y="2511"/>
                  </a:lnTo>
                  <a:lnTo>
                    <a:pt x="1081" y="1507"/>
                  </a:lnTo>
                  <a:lnTo>
                    <a:pt x="618" y="773"/>
                  </a:lnTo>
                  <a:lnTo>
                    <a:pt x="386" y="387"/>
                  </a:lnTo>
                  <a:lnTo>
                    <a:pt x="116" y="39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8" name="Google Shape;3388;p15"/>
            <p:cNvSpPr/>
            <p:nvPr/>
          </p:nvSpPr>
          <p:spPr>
            <a:xfrm>
              <a:off x="7199400" y="3174600"/>
              <a:ext cx="61825" cy="89800"/>
            </a:xfrm>
            <a:custGeom>
              <a:avLst/>
              <a:gdLst/>
              <a:ahLst/>
              <a:cxnLst/>
              <a:rect l="l" t="t" r="r" b="b"/>
              <a:pathLst>
                <a:path w="2473" h="3592" extrusionOk="0">
                  <a:moveTo>
                    <a:pt x="1082" y="0"/>
                  </a:moveTo>
                  <a:lnTo>
                    <a:pt x="1005" y="39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2"/>
                  </a:lnTo>
                  <a:lnTo>
                    <a:pt x="850" y="232"/>
                  </a:lnTo>
                  <a:lnTo>
                    <a:pt x="773" y="271"/>
                  </a:lnTo>
                  <a:lnTo>
                    <a:pt x="734" y="348"/>
                  </a:lnTo>
                  <a:lnTo>
                    <a:pt x="696" y="425"/>
                  </a:lnTo>
                  <a:lnTo>
                    <a:pt x="696" y="502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1"/>
                  </a:lnTo>
                  <a:lnTo>
                    <a:pt x="1275" y="927"/>
                  </a:lnTo>
                  <a:lnTo>
                    <a:pt x="1468" y="1082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1"/>
                  </a:lnTo>
                  <a:lnTo>
                    <a:pt x="1932" y="2163"/>
                  </a:lnTo>
                  <a:lnTo>
                    <a:pt x="1932" y="2433"/>
                  </a:lnTo>
                  <a:lnTo>
                    <a:pt x="1816" y="2742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1"/>
                  </a:lnTo>
                  <a:lnTo>
                    <a:pt x="1391" y="3128"/>
                  </a:lnTo>
                  <a:lnTo>
                    <a:pt x="1198" y="3128"/>
                  </a:lnTo>
                  <a:lnTo>
                    <a:pt x="1043" y="3090"/>
                  </a:lnTo>
                  <a:lnTo>
                    <a:pt x="928" y="3012"/>
                  </a:lnTo>
                  <a:lnTo>
                    <a:pt x="850" y="2897"/>
                  </a:lnTo>
                  <a:lnTo>
                    <a:pt x="812" y="2742"/>
                  </a:lnTo>
                  <a:lnTo>
                    <a:pt x="850" y="2588"/>
                  </a:lnTo>
                  <a:lnTo>
                    <a:pt x="928" y="2433"/>
                  </a:lnTo>
                  <a:lnTo>
                    <a:pt x="1043" y="2317"/>
                  </a:lnTo>
                  <a:lnTo>
                    <a:pt x="1159" y="2240"/>
                  </a:lnTo>
                  <a:lnTo>
                    <a:pt x="1159" y="2124"/>
                  </a:lnTo>
                  <a:lnTo>
                    <a:pt x="1121" y="2008"/>
                  </a:lnTo>
                  <a:lnTo>
                    <a:pt x="1043" y="1931"/>
                  </a:lnTo>
                  <a:lnTo>
                    <a:pt x="657" y="1622"/>
                  </a:lnTo>
                  <a:lnTo>
                    <a:pt x="426" y="1468"/>
                  </a:lnTo>
                  <a:lnTo>
                    <a:pt x="194" y="1313"/>
                  </a:lnTo>
                  <a:lnTo>
                    <a:pt x="1" y="1622"/>
                  </a:lnTo>
                  <a:lnTo>
                    <a:pt x="271" y="1893"/>
                  </a:lnTo>
                  <a:lnTo>
                    <a:pt x="580" y="2124"/>
                  </a:lnTo>
                  <a:lnTo>
                    <a:pt x="426" y="2356"/>
                  </a:lnTo>
                  <a:lnTo>
                    <a:pt x="348" y="2626"/>
                  </a:lnTo>
                  <a:lnTo>
                    <a:pt x="310" y="2897"/>
                  </a:lnTo>
                  <a:lnTo>
                    <a:pt x="348" y="3051"/>
                  </a:lnTo>
                  <a:lnTo>
                    <a:pt x="426" y="3167"/>
                  </a:lnTo>
                  <a:lnTo>
                    <a:pt x="541" y="3321"/>
                  </a:lnTo>
                  <a:lnTo>
                    <a:pt x="696" y="3476"/>
                  </a:lnTo>
                  <a:lnTo>
                    <a:pt x="889" y="3553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3"/>
                  </a:lnTo>
                  <a:lnTo>
                    <a:pt x="1700" y="3514"/>
                  </a:lnTo>
                  <a:lnTo>
                    <a:pt x="1854" y="3399"/>
                  </a:lnTo>
                  <a:lnTo>
                    <a:pt x="2047" y="3244"/>
                  </a:lnTo>
                  <a:lnTo>
                    <a:pt x="2202" y="3051"/>
                  </a:lnTo>
                  <a:lnTo>
                    <a:pt x="2318" y="2858"/>
                  </a:lnTo>
                  <a:lnTo>
                    <a:pt x="2395" y="2665"/>
                  </a:lnTo>
                  <a:lnTo>
                    <a:pt x="2434" y="2472"/>
                  </a:lnTo>
                  <a:lnTo>
                    <a:pt x="2472" y="2240"/>
                  </a:lnTo>
                  <a:lnTo>
                    <a:pt x="2434" y="2008"/>
                  </a:lnTo>
                  <a:lnTo>
                    <a:pt x="2395" y="1815"/>
                  </a:lnTo>
                  <a:lnTo>
                    <a:pt x="2318" y="1584"/>
                  </a:lnTo>
                  <a:lnTo>
                    <a:pt x="2202" y="1391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9" name="Google Shape;3389;p15"/>
            <p:cNvSpPr/>
            <p:nvPr/>
          </p:nvSpPr>
          <p:spPr>
            <a:xfrm>
              <a:off x="6803600" y="3198725"/>
              <a:ext cx="310875" cy="124575"/>
            </a:xfrm>
            <a:custGeom>
              <a:avLst/>
              <a:gdLst/>
              <a:ahLst/>
              <a:cxnLst/>
              <a:rect l="l" t="t" r="r" b="b"/>
              <a:pathLst>
                <a:path w="12435" h="4983" extrusionOk="0">
                  <a:moveTo>
                    <a:pt x="232" y="1"/>
                  </a:moveTo>
                  <a:lnTo>
                    <a:pt x="1" y="233"/>
                  </a:lnTo>
                  <a:lnTo>
                    <a:pt x="503" y="966"/>
                  </a:lnTo>
                  <a:lnTo>
                    <a:pt x="1043" y="1623"/>
                  </a:lnTo>
                  <a:lnTo>
                    <a:pt x="1700" y="2279"/>
                  </a:lnTo>
                  <a:lnTo>
                    <a:pt x="2356" y="2858"/>
                  </a:lnTo>
                  <a:lnTo>
                    <a:pt x="3090" y="3399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44"/>
                  </a:lnTo>
                  <a:lnTo>
                    <a:pt x="7685" y="4982"/>
                  </a:lnTo>
                  <a:lnTo>
                    <a:pt x="8535" y="4982"/>
                  </a:lnTo>
                  <a:lnTo>
                    <a:pt x="8998" y="4944"/>
                  </a:lnTo>
                  <a:lnTo>
                    <a:pt x="9423" y="4866"/>
                  </a:lnTo>
                  <a:lnTo>
                    <a:pt x="9848" y="4789"/>
                  </a:lnTo>
                  <a:lnTo>
                    <a:pt x="10272" y="4673"/>
                  </a:lnTo>
                  <a:lnTo>
                    <a:pt x="10658" y="4519"/>
                  </a:lnTo>
                  <a:lnTo>
                    <a:pt x="11083" y="4326"/>
                  </a:lnTo>
                  <a:lnTo>
                    <a:pt x="11469" y="4133"/>
                  </a:lnTo>
                  <a:lnTo>
                    <a:pt x="11855" y="3862"/>
                  </a:lnTo>
                  <a:lnTo>
                    <a:pt x="12242" y="3592"/>
                  </a:lnTo>
                  <a:lnTo>
                    <a:pt x="12319" y="3553"/>
                  </a:lnTo>
                  <a:lnTo>
                    <a:pt x="12435" y="3206"/>
                  </a:lnTo>
                  <a:lnTo>
                    <a:pt x="12357" y="3167"/>
                  </a:lnTo>
                  <a:lnTo>
                    <a:pt x="12280" y="3206"/>
                  </a:lnTo>
                  <a:lnTo>
                    <a:pt x="12203" y="3129"/>
                  </a:lnTo>
                  <a:lnTo>
                    <a:pt x="12010" y="3129"/>
                  </a:lnTo>
                  <a:lnTo>
                    <a:pt x="11933" y="3206"/>
                  </a:lnTo>
                  <a:lnTo>
                    <a:pt x="11585" y="3438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7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2"/>
                  </a:lnTo>
                  <a:lnTo>
                    <a:pt x="8342" y="4480"/>
                  </a:lnTo>
                  <a:lnTo>
                    <a:pt x="7917" y="4480"/>
                  </a:lnTo>
                  <a:lnTo>
                    <a:pt x="7492" y="4442"/>
                  </a:lnTo>
                  <a:lnTo>
                    <a:pt x="7067" y="4403"/>
                  </a:lnTo>
                  <a:lnTo>
                    <a:pt x="6642" y="4364"/>
                  </a:lnTo>
                  <a:lnTo>
                    <a:pt x="6218" y="4248"/>
                  </a:lnTo>
                  <a:lnTo>
                    <a:pt x="5793" y="4171"/>
                  </a:lnTo>
                  <a:lnTo>
                    <a:pt x="5368" y="4017"/>
                  </a:lnTo>
                  <a:lnTo>
                    <a:pt x="4596" y="3708"/>
                  </a:lnTo>
                  <a:lnTo>
                    <a:pt x="3901" y="3283"/>
                  </a:lnTo>
                  <a:lnTo>
                    <a:pt x="3206" y="2820"/>
                  </a:lnTo>
                  <a:lnTo>
                    <a:pt x="2588" y="2318"/>
                  </a:lnTo>
                  <a:lnTo>
                    <a:pt x="1970" y="1777"/>
                  </a:lnTo>
                  <a:lnTo>
                    <a:pt x="1391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0" name="Google Shape;3390;p15"/>
            <p:cNvSpPr/>
            <p:nvPr/>
          </p:nvSpPr>
          <p:spPr>
            <a:xfrm>
              <a:off x="7111550" y="3205500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0"/>
                  </a:moveTo>
                  <a:lnTo>
                    <a:pt x="3360" y="77"/>
                  </a:lnTo>
                  <a:lnTo>
                    <a:pt x="3245" y="77"/>
                  </a:lnTo>
                  <a:lnTo>
                    <a:pt x="3013" y="270"/>
                  </a:lnTo>
                  <a:lnTo>
                    <a:pt x="2781" y="502"/>
                  </a:lnTo>
                  <a:lnTo>
                    <a:pt x="2549" y="772"/>
                  </a:lnTo>
                  <a:lnTo>
                    <a:pt x="2356" y="1004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5"/>
                  </a:lnTo>
                  <a:lnTo>
                    <a:pt x="1082" y="1854"/>
                  </a:lnTo>
                  <a:lnTo>
                    <a:pt x="1043" y="1931"/>
                  </a:lnTo>
                  <a:lnTo>
                    <a:pt x="1082" y="2008"/>
                  </a:lnTo>
                  <a:lnTo>
                    <a:pt x="1121" y="2085"/>
                  </a:lnTo>
                  <a:lnTo>
                    <a:pt x="1005" y="2085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2" y="2240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471"/>
                  </a:lnTo>
                  <a:lnTo>
                    <a:pt x="966" y="2510"/>
                  </a:lnTo>
                  <a:lnTo>
                    <a:pt x="1198" y="2587"/>
                  </a:lnTo>
                  <a:lnTo>
                    <a:pt x="1430" y="2703"/>
                  </a:lnTo>
                  <a:lnTo>
                    <a:pt x="1623" y="2819"/>
                  </a:lnTo>
                  <a:lnTo>
                    <a:pt x="1816" y="2973"/>
                  </a:lnTo>
                  <a:lnTo>
                    <a:pt x="1970" y="3167"/>
                  </a:lnTo>
                  <a:lnTo>
                    <a:pt x="2047" y="3398"/>
                  </a:lnTo>
                  <a:lnTo>
                    <a:pt x="2125" y="3630"/>
                  </a:lnTo>
                  <a:lnTo>
                    <a:pt x="2125" y="3900"/>
                  </a:lnTo>
                  <a:lnTo>
                    <a:pt x="2086" y="4093"/>
                  </a:lnTo>
                  <a:lnTo>
                    <a:pt x="2009" y="4325"/>
                  </a:lnTo>
                  <a:lnTo>
                    <a:pt x="1893" y="4518"/>
                  </a:lnTo>
                  <a:lnTo>
                    <a:pt x="1739" y="4711"/>
                  </a:lnTo>
                  <a:lnTo>
                    <a:pt x="1545" y="4827"/>
                  </a:lnTo>
                  <a:lnTo>
                    <a:pt x="1314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5"/>
                  </a:lnTo>
                  <a:lnTo>
                    <a:pt x="657" y="4441"/>
                  </a:lnTo>
                  <a:lnTo>
                    <a:pt x="735" y="4286"/>
                  </a:lnTo>
                  <a:lnTo>
                    <a:pt x="812" y="4209"/>
                  </a:lnTo>
                  <a:lnTo>
                    <a:pt x="889" y="4132"/>
                  </a:lnTo>
                  <a:lnTo>
                    <a:pt x="966" y="4093"/>
                  </a:lnTo>
                  <a:lnTo>
                    <a:pt x="1121" y="4093"/>
                  </a:lnTo>
                  <a:lnTo>
                    <a:pt x="1237" y="4016"/>
                  </a:lnTo>
                  <a:lnTo>
                    <a:pt x="1314" y="3900"/>
                  </a:lnTo>
                  <a:lnTo>
                    <a:pt x="1314" y="3784"/>
                  </a:lnTo>
                  <a:lnTo>
                    <a:pt x="1275" y="3707"/>
                  </a:lnTo>
                  <a:lnTo>
                    <a:pt x="1198" y="3669"/>
                  </a:lnTo>
                  <a:lnTo>
                    <a:pt x="117" y="2935"/>
                  </a:lnTo>
                  <a:lnTo>
                    <a:pt x="1" y="3282"/>
                  </a:lnTo>
                  <a:lnTo>
                    <a:pt x="657" y="3784"/>
                  </a:lnTo>
                  <a:lnTo>
                    <a:pt x="503" y="3862"/>
                  </a:lnTo>
                  <a:lnTo>
                    <a:pt x="387" y="3977"/>
                  </a:lnTo>
                  <a:lnTo>
                    <a:pt x="310" y="4093"/>
                  </a:lnTo>
                  <a:lnTo>
                    <a:pt x="233" y="4248"/>
                  </a:lnTo>
                  <a:lnTo>
                    <a:pt x="194" y="4402"/>
                  </a:lnTo>
                  <a:lnTo>
                    <a:pt x="194" y="4557"/>
                  </a:lnTo>
                  <a:lnTo>
                    <a:pt x="194" y="4711"/>
                  </a:lnTo>
                  <a:lnTo>
                    <a:pt x="271" y="4866"/>
                  </a:lnTo>
                  <a:lnTo>
                    <a:pt x="387" y="5097"/>
                  </a:lnTo>
                  <a:lnTo>
                    <a:pt x="541" y="5252"/>
                  </a:lnTo>
                  <a:lnTo>
                    <a:pt x="735" y="5368"/>
                  </a:lnTo>
                  <a:lnTo>
                    <a:pt x="966" y="5406"/>
                  </a:lnTo>
                  <a:lnTo>
                    <a:pt x="1198" y="5406"/>
                  </a:lnTo>
                  <a:lnTo>
                    <a:pt x="1430" y="5368"/>
                  </a:lnTo>
                  <a:lnTo>
                    <a:pt x="1623" y="5329"/>
                  </a:lnTo>
                  <a:lnTo>
                    <a:pt x="1854" y="5213"/>
                  </a:lnTo>
                  <a:lnTo>
                    <a:pt x="2086" y="5020"/>
                  </a:lnTo>
                  <a:lnTo>
                    <a:pt x="2241" y="4827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09"/>
                  </a:lnTo>
                  <a:lnTo>
                    <a:pt x="2588" y="3977"/>
                  </a:lnTo>
                  <a:lnTo>
                    <a:pt x="2588" y="3746"/>
                  </a:lnTo>
                  <a:lnTo>
                    <a:pt x="2549" y="3514"/>
                  </a:lnTo>
                  <a:lnTo>
                    <a:pt x="2472" y="3282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471"/>
                  </a:lnTo>
                  <a:lnTo>
                    <a:pt x="1739" y="2356"/>
                  </a:lnTo>
                  <a:lnTo>
                    <a:pt x="1507" y="2201"/>
                  </a:lnTo>
                  <a:lnTo>
                    <a:pt x="1275" y="2124"/>
                  </a:lnTo>
                  <a:lnTo>
                    <a:pt x="1623" y="1969"/>
                  </a:lnTo>
                  <a:lnTo>
                    <a:pt x="1932" y="1815"/>
                  </a:lnTo>
                  <a:lnTo>
                    <a:pt x="2241" y="1622"/>
                  </a:lnTo>
                  <a:lnTo>
                    <a:pt x="2549" y="1390"/>
                  </a:lnTo>
                  <a:lnTo>
                    <a:pt x="2820" y="1197"/>
                  </a:lnTo>
                  <a:lnTo>
                    <a:pt x="3090" y="965"/>
                  </a:lnTo>
                  <a:lnTo>
                    <a:pt x="3360" y="657"/>
                  </a:lnTo>
                  <a:lnTo>
                    <a:pt x="3438" y="541"/>
                  </a:lnTo>
                  <a:lnTo>
                    <a:pt x="3515" y="386"/>
                  </a:lnTo>
                  <a:lnTo>
                    <a:pt x="3708" y="77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1" name="Google Shape;3391;p15"/>
            <p:cNvSpPr/>
            <p:nvPr/>
          </p:nvSpPr>
          <p:spPr>
            <a:xfrm>
              <a:off x="1402350" y="3219000"/>
              <a:ext cx="106225" cy="103325"/>
            </a:xfrm>
            <a:custGeom>
              <a:avLst/>
              <a:gdLst/>
              <a:ahLst/>
              <a:cxnLst/>
              <a:rect l="l" t="t" r="r" b="b"/>
              <a:pathLst>
                <a:path w="4249" h="4133" extrusionOk="0">
                  <a:moveTo>
                    <a:pt x="2317" y="387"/>
                  </a:moveTo>
                  <a:lnTo>
                    <a:pt x="2588" y="425"/>
                  </a:lnTo>
                  <a:lnTo>
                    <a:pt x="2858" y="503"/>
                  </a:lnTo>
                  <a:lnTo>
                    <a:pt x="3128" y="619"/>
                  </a:lnTo>
                  <a:lnTo>
                    <a:pt x="3321" y="812"/>
                  </a:lnTo>
                  <a:lnTo>
                    <a:pt x="3553" y="1043"/>
                  </a:lnTo>
                  <a:lnTo>
                    <a:pt x="3708" y="1352"/>
                  </a:lnTo>
                  <a:lnTo>
                    <a:pt x="3823" y="1700"/>
                  </a:lnTo>
                  <a:lnTo>
                    <a:pt x="3862" y="2047"/>
                  </a:lnTo>
                  <a:lnTo>
                    <a:pt x="3785" y="2395"/>
                  </a:lnTo>
                  <a:lnTo>
                    <a:pt x="3708" y="2742"/>
                  </a:lnTo>
                  <a:lnTo>
                    <a:pt x="3514" y="3051"/>
                  </a:lnTo>
                  <a:lnTo>
                    <a:pt x="3283" y="3322"/>
                  </a:lnTo>
                  <a:lnTo>
                    <a:pt x="3012" y="3515"/>
                  </a:lnTo>
                  <a:lnTo>
                    <a:pt x="2704" y="3669"/>
                  </a:lnTo>
                  <a:lnTo>
                    <a:pt x="2395" y="3746"/>
                  </a:lnTo>
                  <a:lnTo>
                    <a:pt x="2047" y="3785"/>
                  </a:lnTo>
                  <a:lnTo>
                    <a:pt x="1738" y="3746"/>
                  </a:lnTo>
                  <a:lnTo>
                    <a:pt x="1391" y="3631"/>
                  </a:lnTo>
                  <a:lnTo>
                    <a:pt x="1120" y="3476"/>
                  </a:lnTo>
                  <a:lnTo>
                    <a:pt x="850" y="3283"/>
                  </a:lnTo>
                  <a:lnTo>
                    <a:pt x="618" y="3013"/>
                  </a:lnTo>
                  <a:lnTo>
                    <a:pt x="464" y="2665"/>
                  </a:lnTo>
                  <a:lnTo>
                    <a:pt x="348" y="2318"/>
                  </a:lnTo>
                  <a:lnTo>
                    <a:pt x="348" y="1931"/>
                  </a:lnTo>
                  <a:lnTo>
                    <a:pt x="387" y="1545"/>
                  </a:lnTo>
                  <a:lnTo>
                    <a:pt x="541" y="1236"/>
                  </a:lnTo>
                  <a:lnTo>
                    <a:pt x="618" y="1082"/>
                  </a:lnTo>
                  <a:lnTo>
                    <a:pt x="734" y="927"/>
                  </a:lnTo>
                  <a:lnTo>
                    <a:pt x="889" y="812"/>
                  </a:lnTo>
                  <a:lnTo>
                    <a:pt x="1043" y="696"/>
                  </a:lnTo>
                  <a:lnTo>
                    <a:pt x="1236" y="619"/>
                  </a:lnTo>
                  <a:lnTo>
                    <a:pt x="1429" y="541"/>
                  </a:lnTo>
                  <a:lnTo>
                    <a:pt x="1468" y="503"/>
                  </a:lnTo>
                  <a:lnTo>
                    <a:pt x="1777" y="425"/>
                  </a:lnTo>
                  <a:lnTo>
                    <a:pt x="2047" y="387"/>
                  </a:lnTo>
                  <a:close/>
                  <a:moveTo>
                    <a:pt x="1931" y="1"/>
                  </a:moveTo>
                  <a:lnTo>
                    <a:pt x="1738" y="39"/>
                  </a:lnTo>
                  <a:lnTo>
                    <a:pt x="1507" y="117"/>
                  </a:lnTo>
                  <a:lnTo>
                    <a:pt x="1313" y="232"/>
                  </a:lnTo>
                  <a:lnTo>
                    <a:pt x="1159" y="348"/>
                  </a:lnTo>
                  <a:lnTo>
                    <a:pt x="1120" y="387"/>
                  </a:lnTo>
                  <a:lnTo>
                    <a:pt x="966" y="387"/>
                  </a:lnTo>
                  <a:lnTo>
                    <a:pt x="773" y="464"/>
                  </a:lnTo>
                  <a:lnTo>
                    <a:pt x="657" y="541"/>
                  </a:lnTo>
                  <a:lnTo>
                    <a:pt x="503" y="657"/>
                  </a:lnTo>
                  <a:lnTo>
                    <a:pt x="387" y="773"/>
                  </a:lnTo>
                  <a:lnTo>
                    <a:pt x="309" y="927"/>
                  </a:lnTo>
                  <a:lnTo>
                    <a:pt x="155" y="1236"/>
                  </a:lnTo>
                  <a:lnTo>
                    <a:pt x="39" y="1623"/>
                  </a:lnTo>
                  <a:lnTo>
                    <a:pt x="1" y="2009"/>
                  </a:lnTo>
                  <a:lnTo>
                    <a:pt x="39" y="2356"/>
                  </a:lnTo>
                  <a:lnTo>
                    <a:pt x="78" y="2704"/>
                  </a:lnTo>
                  <a:lnTo>
                    <a:pt x="155" y="2897"/>
                  </a:lnTo>
                  <a:lnTo>
                    <a:pt x="271" y="3090"/>
                  </a:lnTo>
                  <a:lnTo>
                    <a:pt x="387" y="3283"/>
                  </a:lnTo>
                  <a:lnTo>
                    <a:pt x="541" y="3437"/>
                  </a:lnTo>
                  <a:lnTo>
                    <a:pt x="850" y="3746"/>
                  </a:lnTo>
                  <a:lnTo>
                    <a:pt x="1236" y="3939"/>
                  </a:lnTo>
                  <a:lnTo>
                    <a:pt x="1661" y="4094"/>
                  </a:lnTo>
                  <a:lnTo>
                    <a:pt x="2086" y="4133"/>
                  </a:lnTo>
                  <a:lnTo>
                    <a:pt x="2510" y="4094"/>
                  </a:lnTo>
                  <a:lnTo>
                    <a:pt x="2742" y="4055"/>
                  </a:lnTo>
                  <a:lnTo>
                    <a:pt x="2974" y="3978"/>
                  </a:lnTo>
                  <a:lnTo>
                    <a:pt x="3321" y="3746"/>
                  </a:lnTo>
                  <a:lnTo>
                    <a:pt x="3630" y="3476"/>
                  </a:lnTo>
                  <a:lnTo>
                    <a:pt x="3862" y="3167"/>
                  </a:lnTo>
                  <a:lnTo>
                    <a:pt x="4055" y="2781"/>
                  </a:lnTo>
                  <a:lnTo>
                    <a:pt x="4171" y="2395"/>
                  </a:lnTo>
                  <a:lnTo>
                    <a:pt x="4248" y="2009"/>
                  </a:lnTo>
                  <a:lnTo>
                    <a:pt x="4210" y="1584"/>
                  </a:lnTo>
                  <a:lnTo>
                    <a:pt x="4094" y="1198"/>
                  </a:lnTo>
                  <a:lnTo>
                    <a:pt x="3978" y="1005"/>
                  </a:lnTo>
                  <a:lnTo>
                    <a:pt x="3862" y="812"/>
                  </a:lnTo>
                  <a:lnTo>
                    <a:pt x="3708" y="657"/>
                  </a:lnTo>
                  <a:lnTo>
                    <a:pt x="3553" y="503"/>
                  </a:lnTo>
                  <a:lnTo>
                    <a:pt x="3206" y="232"/>
                  </a:lnTo>
                  <a:lnTo>
                    <a:pt x="2781" y="78"/>
                  </a:lnTo>
                  <a:lnTo>
                    <a:pt x="23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2" name="Google Shape;3392;p15"/>
            <p:cNvSpPr/>
            <p:nvPr/>
          </p:nvSpPr>
          <p:spPr>
            <a:xfrm>
              <a:off x="4924025" y="3220925"/>
              <a:ext cx="335975" cy="782950"/>
            </a:xfrm>
            <a:custGeom>
              <a:avLst/>
              <a:gdLst/>
              <a:ahLst/>
              <a:cxnLst/>
              <a:rect l="l" t="t" r="r" b="b"/>
              <a:pathLst>
                <a:path w="13439" h="31318" extrusionOk="0">
                  <a:moveTo>
                    <a:pt x="6488" y="387"/>
                  </a:moveTo>
                  <a:lnTo>
                    <a:pt x="6526" y="464"/>
                  </a:lnTo>
                  <a:lnTo>
                    <a:pt x="7144" y="2009"/>
                  </a:lnTo>
                  <a:lnTo>
                    <a:pt x="7685" y="3554"/>
                  </a:lnTo>
                  <a:lnTo>
                    <a:pt x="8226" y="5137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2"/>
                  </a:lnTo>
                  <a:lnTo>
                    <a:pt x="7530" y="7338"/>
                  </a:lnTo>
                  <a:lnTo>
                    <a:pt x="7222" y="7454"/>
                  </a:lnTo>
                  <a:lnTo>
                    <a:pt x="6913" y="7531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1"/>
                  </a:lnTo>
                  <a:lnTo>
                    <a:pt x="5522" y="7492"/>
                  </a:lnTo>
                  <a:lnTo>
                    <a:pt x="4866" y="7338"/>
                  </a:lnTo>
                  <a:lnTo>
                    <a:pt x="4210" y="7106"/>
                  </a:lnTo>
                  <a:lnTo>
                    <a:pt x="3592" y="6874"/>
                  </a:lnTo>
                  <a:lnTo>
                    <a:pt x="3862" y="6025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4"/>
                  </a:lnTo>
                  <a:lnTo>
                    <a:pt x="5214" y="2743"/>
                  </a:lnTo>
                  <a:lnTo>
                    <a:pt x="5600" y="1932"/>
                  </a:lnTo>
                  <a:lnTo>
                    <a:pt x="6024" y="1159"/>
                  </a:lnTo>
                  <a:lnTo>
                    <a:pt x="6488" y="387"/>
                  </a:lnTo>
                  <a:close/>
                  <a:moveTo>
                    <a:pt x="8805" y="7029"/>
                  </a:moveTo>
                  <a:lnTo>
                    <a:pt x="9230" y="8419"/>
                  </a:lnTo>
                  <a:lnTo>
                    <a:pt x="9577" y="9848"/>
                  </a:lnTo>
                  <a:lnTo>
                    <a:pt x="9847" y="11083"/>
                  </a:lnTo>
                  <a:lnTo>
                    <a:pt x="10079" y="12358"/>
                  </a:lnTo>
                  <a:lnTo>
                    <a:pt x="10234" y="13632"/>
                  </a:lnTo>
                  <a:lnTo>
                    <a:pt x="10388" y="14906"/>
                  </a:lnTo>
                  <a:lnTo>
                    <a:pt x="10465" y="16181"/>
                  </a:lnTo>
                  <a:lnTo>
                    <a:pt x="10504" y="16837"/>
                  </a:lnTo>
                  <a:lnTo>
                    <a:pt x="10504" y="17493"/>
                  </a:lnTo>
                  <a:lnTo>
                    <a:pt x="10504" y="18189"/>
                  </a:lnTo>
                  <a:lnTo>
                    <a:pt x="10427" y="18845"/>
                  </a:lnTo>
                  <a:lnTo>
                    <a:pt x="10311" y="19463"/>
                  </a:lnTo>
                  <a:lnTo>
                    <a:pt x="10118" y="20081"/>
                  </a:lnTo>
                  <a:lnTo>
                    <a:pt x="9886" y="20660"/>
                  </a:lnTo>
                  <a:lnTo>
                    <a:pt x="9538" y="21162"/>
                  </a:lnTo>
                  <a:lnTo>
                    <a:pt x="9384" y="21394"/>
                  </a:lnTo>
                  <a:lnTo>
                    <a:pt x="9152" y="21587"/>
                  </a:lnTo>
                  <a:lnTo>
                    <a:pt x="8959" y="21780"/>
                  </a:lnTo>
                  <a:lnTo>
                    <a:pt x="8728" y="21973"/>
                  </a:lnTo>
                  <a:lnTo>
                    <a:pt x="8496" y="22127"/>
                  </a:lnTo>
                  <a:lnTo>
                    <a:pt x="8226" y="22243"/>
                  </a:lnTo>
                  <a:lnTo>
                    <a:pt x="7955" y="22359"/>
                  </a:lnTo>
                  <a:lnTo>
                    <a:pt x="7685" y="22436"/>
                  </a:lnTo>
                  <a:lnTo>
                    <a:pt x="7415" y="22475"/>
                  </a:lnTo>
                  <a:lnTo>
                    <a:pt x="6797" y="22475"/>
                  </a:lnTo>
                  <a:lnTo>
                    <a:pt x="6488" y="22436"/>
                  </a:lnTo>
                  <a:lnTo>
                    <a:pt x="5909" y="22282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5"/>
                  </a:lnTo>
                  <a:lnTo>
                    <a:pt x="4094" y="20930"/>
                  </a:lnTo>
                  <a:lnTo>
                    <a:pt x="3785" y="20467"/>
                  </a:lnTo>
                  <a:lnTo>
                    <a:pt x="3476" y="19965"/>
                  </a:lnTo>
                  <a:lnTo>
                    <a:pt x="3244" y="19424"/>
                  </a:lnTo>
                  <a:lnTo>
                    <a:pt x="3051" y="18884"/>
                  </a:lnTo>
                  <a:lnTo>
                    <a:pt x="2897" y="18343"/>
                  </a:lnTo>
                  <a:lnTo>
                    <a:pt x="2781" y="17802"/>
                  </a:lnTo>
                  <a:lnTo>
                    <a:pt x="2704" y="17223"/>
                  </a:lnTo>
                  <a:lnTo>
                    <a:pt x="2588" y="16103"/>
                  </a:lnTo>
                  <a:lnTo>
                    <a:pt x="2511" y="14945"/>
                  </a:lnTo>
                  <a:lnTo>
                    <a:pt x="2511" y="13748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3"/>
                  </a:lnTo>
                  <a:lnTo>
                    <a:pt x="3128" y="8689"/>
                  </a:lnTo>
                  <a:lnTo>
                    <a:pt x="3283" y="7917"/>
                  </a:lnTo>
                  <a:lnTo>
                    <a:pt x="3515" y="7183"/>
                  </a:lnTo>
                  <a:lnTo>
                    <a:pt x="4132" y="7454"/>
                  </a:lnTo>
                  <a:lnTo>
                    <a:pt x="4827" y="7685"/>
                  </a:lnTo>
                  <a:lnTo>
                    <a:pt x="5522" y="7840"/>
                  </a:lnTo>
                  <a:lnTo>
                    <a:pt x="5909" y="7917"/>
                  </a:lnTo>
                  <a:lnTo>
                    <a:pt x="6256" y="7917"/>
                  </a:lnTo>
                  <a:lnTo>
                    <a:pt x="6604" y="7956"/>
                  </a:lnTo>
                  <a:lnTo>
                    <a:pt x="6990" y="7917"/>
                  </a:lnTo>
                  <a:lnTo>
                    <a:pt x="7299" y="7878"/>
                  </a:lnTo>
                  <a:lnTo>
                    <a:pt x="7646" y="7763"/>
                  </a:lnTo>
                  <a:lnTo>
                    <a:pt x="7955" y="7647"/>
                  </a:lnTo>
                  <a:lnTo>
                    <a:pt x="8264" y="7492"/>
                  </a:lnTo>
                  <a:lnTo>
                    <a:pt x="8573" y="7261"/>
                  </a:lnTo>
                  <a:lnTo>
                    <a:pt x="8805" y="7029"/>
                  </a:lnTo>
                  <a:close/>
                  <a:moveTo>
                    <a:pt x="8650" y="22475"/>
                  </a:moveTo>
                  <a:lnTo>
                    <a:pt x="8766" y="22822"/>
                  </a:lnTo>
                  <a:lnTo>
                    <a:pt x="8921" y="23170"/>
                  </a:lnTo>
                  <a:lnTo>
                    <a:pt x="8496" y="23402"/>
                  </a:lnTo>
                  <a:lnTo>
                    <a:pt x="8071" y="23556"/>
                  </a:lnTo>
                  <a:lnTo>
                    <a:pt x="7608" y="23633"/>
                  </a:lnTo>
                  <a:lnTo>
                    <a:pt x="7144" y="23672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3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5"/>
                  </a:lnTo>
                  <a:lnTo>
                    <a:pt x="5870" y="22629"/>
                  </a:lnTo>
                  <a:lnTo>
                    <a:pt x="6256" y="22784"/>
                  </a:lnTo>
                  <a:lnTo>
                    <a:pt x="6681" y="22861"/>
                  </a:lnTo>
                  <a:lnTo>
                    <a:pt x="7067" y="22900"/>
                  </a:lnTo>
                  <a:lnTo>
                    <a:pt x="7453" y="22861"/>
                  </a:lnTo>
                  <a:lnTo>
                    <a:pt x="7878" y="22822"/>
                  </a:lnTo>
                  <a:lnTo>
                    <a:pt x="8264" y="22668"/>
                  </a:lnTo>
                  <a:lnTo>
                    <a:pt x="8650" y="22475"/>
                  </a:lnTo>
                  <a:close/>
                  <a:moveTo>
                    <a:pt x="10890" y="16798"/>
                  </a:moveTo>
                  <a:lnTo>
                    <a:pt x="11392" y="17262"/>
                  </a:lnTo>
                  <a:lnTo>
                    <a:pt x="11933" y="17648"/>
                  </a:lnTo>
                  <a:lnTo>
                    <a:pt x="12512" y="18034"/>
                  </a:lnTo>
                  <a:lnTo>
                    <a:pt x="13091" y="18343"/>
                  </a:lnTo>
                  <a:lnTo>
                    <a:pt x="12937" y="19772"/>
                  </a:lnTo>
                  <a:lnTo>
                    <a:pt x="12821" y="21239"/>
                  </a:lnTo>
                  <a:lnTo>
                    <a:pt x="12705" y="24212"/>
                  </a:lnTo>
                  <a:lnTo>
                    <a:pt x="11894" y="23595"/>
                  </a:lnTo>
                  <a:lnTo>
                    <a:pt x="11044" y="23015"/>
                  </a:lnTo>
                  <a:lnTo>
                    <a:pt x="10813" y="22861"/>
                  </a:lnTo>
                  <a:lnTo>
                    <a:pt x="10620" y="22668"/>
                  </a:lnTo>
                  <a:lnTo>
                    <a:pt x="10581" y="22591"/>
                  </a:lnTo>
                  <a:lnTo>
                    <a:pt x="10542" y="22436"/>
                  </a:lnTo>
                  <a:lnTo>
                    <a:pt x="10542" y="22127"/>
                  </a:lnTo>
                  <a:lnTo>
                    <a:pt x="10542" y="21394"/>
                  </a:lnTo>
                  <a:lnTo>
                    <a:pt x="10504" y="20660"/>
                  </a:lnTo>
                  <a:lnTo>
                    <a:pt x="10504" y="20583"/>
                  </a:lnTo>
                  <a:lnTo>
                    <a:pt x="10465" y="20544"/>
                  </a:lnTo>
                  <a:lnTo>
                    <a:pt x="10388" y="20467"/>
                  </a:lnTo>
                  <a:lnTo>
                    <a:pt x="10542" y="19965"/>
                  </a:lnTo>
                  <a:lnTo>
                    <a:pt x="10697" y="19424"/>
                  </a:lnTo>
                  <a:lnTo>
                    <a:pt x="10774" y="18884"/>
                  </a:lnTo>
                  <a:lnTo>
                    <a:pt x="10851" y="18304"/>
                  </a:lnTo>
                  <a:lnTo>
                    <a:pt x="10890" y="17571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5"/>
                  </a:lnTo>
                  <a:lnTo>
                    <a:pt x="6140" y="23826"/>
                  </a:lnTo>
                  <a:lnTo>
                    <a:pt x="6642" y="23942"/>
                  </a:lnTo>
                  <a:lnTo>
                    <a:pt x="7144" y="23981"/>
                  </a:lnTo>
                  <a:lnTo>
                    <a:pt x="7646" y="23981"/>
                  </a:lnTo>
                  <a:lnTo>
                    <a:pt x="8148" y="23865"/>
                  </a:lnTo>
                  <a:lnTo>
                    <a:pt x="8612" y="23710"/>
                  </a:lnTo>
                  <a:lnTo>
                    <a:pt x="9075" y="23440"/>
                  </a:lnTo>
                  <a:lnTo>
                    <a:pt x="9384" y="23904"/>
                  </a:lnTo>
                  <a:lnTo>
                    <a:pt x="8843" y="24174"/>
                  </a:lnTo>
                  <a:lnTo>
                    <a:pt x="8303" y="24367"/>
                  </a:lnTo>
                  <a:lnTo>
                    <a:pt x="7762" y="24483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4"/>
                  </a:lnTo>
                  <a:lnTo>
                    <a:pt x="5561" y="24290"/>
                  </a:lnTo>
                  <a:lnTo>
                    <a:pt x="4982" y="24097"/>
                  </a:lnTo>
                  <a:lnTo>
                    <a:pt x="5059" y="23904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8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3"/>
                  </a:lnTo>
                  <a:lnTo>
                    <a:pt x="2974" y="19772"/>
                  </a:lnTo>
                  <a:lnTo>
                    <a:pt x="3244" y="20312"/>
                  </a:lnTo>
                  <a:lnTo>
                    <a:pt x="3244" y="20351"/>
                  </a:lnTo>
                  <a:lnTo>
                    <a:pt x="3206" y="21200"/>
                  </a:lnTo>
                  <a:lnTo>
                    <a:pt x="3244" y="22050"/>
                  </a:lnTo>
                  <a:lnTo>
                    <a:pt x="3283" y="22359"/>
                  </a:lnTo>
                  <a:lnTo>
                    <a:pt x="3321" y="22706"/>
                  </a:lnTo>
                  <a:lnTo>
                    <a:pt x="3321" y="23054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9"/>
                  </a:lnTo>
                  <a:lnTo>
                    <a:pt x="3051" y="23633"/>
                  </a:lnTo>
                  <a:lnTo>
                    <a:pt x="2704" y="23904"/>
                  </a:lnTo>
                  <a:lnTo>
                    <a:pt x="2009" y="24406"/>
                  </a:lnTo>
                  <a:lnTo>
                    <a:pt x="773" y="25409"/>
                  </a:lnTo>
                  <a:lnTo>
                    <a:pt x="811" y="24676"/>
                  </a:lnTo>
                  <a:lnTo>
                    <a:pt x="850" y="23942"/>
                  </a:lnTo>
                  <a:lnTo>
                    <a:pt x="811" y="23170"/>
                  </a:lnTo>
                  <a:lnTo>
                    <a:pt x="773" y="22436"/>
                  </a:lnTo>
                  <a:lnTo>
                    <a:pt x="657" y="21239"/>
                  </a:lnTo>
                  <a:lnTo>
                    <a:pt x="503" y="20467"/>
                  </a:lnTo>
                  <a:lnTo>
                    <a:pt x="425" y="20081"/>
                  </a:lnTo>
                  <a:lnTo>
                    <a:pt x="464" y="19695"/>
                  </a:lnTo>
                  <a:lnTo>
                    <a:pt x="503" y="19656"/>
                  </a:lnTo>
                  <a:lnTo>
                    <a:pt x="541" y="19579"/>
                  </a:lnTo>
                  <a:lnTo>
                    <a:pt x="541" y="19540"/>
                  </a:lnTo>
                  <a:lnTo>
                    <a:pt x="541" y="19463"/>
                  </a:lnTo>
                  <a:lnTo>
                    <a:pt x="1429" y="18420"/>
                  </a:lnTo>
                  <a:lnTo>
                    <a:pt x="2356" y="17378"/>
                  </a:lnTo>
                  <a:close/>
                  <a:moveTo>
                    <a:pt x="8148" y="24830"/>
                  </a:moveTo>
                  <a:lnTo>
                    <a:pt x="8148" y="25062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8"/>
                  </a:lnTo>
                  <a:lnTo>
                    <a:pt x="7878" y="25216"/>
                  </a:lnTo>
                  <a:lnTo>
                    <a:pt x="7839" y="25294"/>
                  </a:lnTo>
                  <a:lnTo>
                    <a:pt x="7839" y="25371"/>
                  </a:lnTo>
                  <a:lnTo>
                    <a:pt x="7994" y="25873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60"/>
                  </a:lnTo>
                  <a:lnTo>
                    <a:pt x="8148" y="28962"/>
                  </a:lnTo>
                  <a:lnTo>
                    <a:pt x="8071" y="29503"/>
                  </a:lnTo>
                  <a:lnTo>
                    <a:pt x="7762" y="29194"/>
                  </a:lnTo>
                  <a:lnTo>
                    <a:pt x="7453" y="28885"/>
                  </a:lnTo>
                  <a:lnTo>
                    <a:pt x="7260" y="28537"/>
                  </a:lnTo>
                  <a:lnTo>
                    <a:pt x="7067" y="28190"/>
                  </a:lnTo>
                  <a:lnTo>
                    <a:pt x="6951" y="27804"/>
                  </a:lnTo>
                  <a:lnTo>
                    <a:pt x="6874" y="27417"/>
                  </a:lnTo>
                  <a:lnTo>
                    <a:pt x="6835" y="26954"/>
                  </a:lnTo>
                  <a:lnTo>
                    <a:pt x="6835" y="26491"/>
                  </a:lnTo>
                  <a:lnTo>
                    <a:pt x="6874" y="26105"/>
                  </a:lnTo>
                  <a:lnTo>
                    <a:pt x="6874" y="25757"/>
                  </a:lnTo>
                  <a:lnTo>
                    <a:pt x="6835" y="25603"/>
                  </a:lnTo>
                  <a:lnTo>
                    <a:pt x="6758" y="25487"/>
                  </a:lnTo>
                  <a:lnTo>
                    <a:pt x="6642" y="25371"/>
                  </a:lnTo>
                  <a:lnTo>
                    <a:pt x="6488" y="25294"/>
                  </a:lnTo>
                  <a:lnTo>
                    <a:pt x="6604" y="25101"/>
                  </a:lnTo>
                  <a:lnTo>
                    <a:pt x="6720" y="24985"/>
                  </a:lnTo>
                  <a:lnTo>
                    <a:pt x="7106" y="24985"/>
                  </a:lnTo>
                  <a:lnTo>
                    <a:pt x="7453" y="24946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5"/>
                  </a:lnTo>
                  <a:lnTo>
                    <a:pt x="9500" y="25409"/>
                  </a:lnTo>
                  <a:lnTo>
                    <a:pt x="9809" y="25796"/>
                  </a:lnTo>
                  <a:lnTo>
                    <a:pt x="10118" y="26259"/>
                  </a:lnTo>
                  <a:lnTo>
                    <a:pt x="9847" y="26220"/>
                  </a:lnTo>
                  <a:lnTo>
                    <a:pt x="9616" y="26105"/>
                  </a:lnTo>
                  <a:lnTo>
                    <a:pt x="9423" y="25950"/>
                  </a:lnTo>
                  <a:lnTo>
                    <a:pt x="9230" y="25757"/>
                  </a:lnTo>
                  <a:lnTo>
                    <a:pt x="9191" y="25680"/>
                  </a:lnTo>
                  <a:lnTo>
                    <a:pt x="8998" y="25680"/>
                  </a:lnTo>
                  <a:lnTo>
                    <a:pt x="8959" y="25718"/>
                  </a:lnTo>
                  <a:lnTo>
                    <a:pt x="8921" y="25796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1"/>
                  </a:lnTo>
                  <a:lnTo>
                    <a:pt x="9423" y="27070"/>
                  </a:lnTo>
                  <a:lnTo>
                    <a:pt x="9500" y="27379"/>
                  </a:lnTo>
                  <a:lnTo>
                    <a:pt x="9538" y="27688"/>
                  </a:lnTo>
                  <a:lnTo>
                    <a:pt x="9538" y="27997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80"/>
                  </a:lnTo>
                  <a:lnTo>
                    <a:pt x="9230" y="29889"/>
                  </a:lnTo>
                  <a:lnTo>
                    <a:pt x="9075" y="30159"/>
                  </a:lnTo>
                  <a:lnTo>
                    <a:pt x="8921" y="30429"/>
                  </a:lnTo>
                  <a:lnTo>
                    <a:pt x="8728" y="30661"/>
                  </a:lnTo>
                  <a:lnTo>
                    <a:pt x="8534" y="30777"/>
                  </a:lnTo>
                  <a:lnTo>
                    <a:pt x="8341" y="30854"/>
                  </a:lnTo>
                  <a:lnTo>
                    <a:pt x="8187" y="30854"/>
                  </a:lnTo>
                  <a:lnTo>
                    <a:pt x="7994" y="30777"/>
                  </a:lnTo>
                  <a:lnTo>
                    <a:pt x="7839" y="30700"/>
                  </a:lnTo>
                  <a:lnTo>
                    <a:pt x="7685" y="30584"/>
                  </a:lnTo>
                  <a:lnTo>
                    <a:pt x="7376" y="30275"/>
                  </a:lnTo>
                  <a:lnTo>
                    <a:pt x="6874" y="29773"/>
                  </a:lnTo>
                  <a:lnTo>
                    <a:pt x="6681" y="29503"/>
                  </a:lnTo>
                  <a:lnTo>
                    <a:pt x="6488" y="29194"/>
                  </a:lnTo>
                  <a:lnTo>
                    <a:pt x="6295" y="28846"/>
                  </a:lnTo>
                  <a:lnTo>
                    <a:pt x="6102" y="28460"/>
                  </a:lnTo>
                  <a:lnTo>
                    <a:pt x="5986" y="28074"/>
                  </a:lnTo>
                  <a:lnTo>
                    <a:pt x="5909" y="27688"/>
                  </a:lnTo>
                  <a:lnTo>
                    <a:pt x="5870" y="27263"/>
                  </a:lnTo>
                  <a:lnTo>
                    <a:pt x="5870" y="26877"/>
                  </a:lnTo>
                  <a:lnTo>
                    <a:pt x="5909" y="26491"/>
                  </a:lnTo>
                  <a:lnTo>
                    <a:pt x="6024" y="26066"/>
                  </a:lnTo>
                  <a:lnTo>
                    <a:pt x="6024" y="25950"/>
                  </a:lnTo>
                  <a:lnTo>
                    <a:pt x="5947" y="25911"/>
                  </a:lnTo>
                  <a:lnTo>
                    <a:pt x="5870" y="25873"/>
                  </a:lnTo>
                  <a:lnTo>
                    <a:pt x="5793" y="25873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8"/>
                  </a:lnTo>
                  <a:lnTo>
                    <a:pt x="5445" y="25101"/>
                  </a:lnTo>
                  <a:lnTo>
                    <a:pt x="5716" y="24753"/>
                  </a:lnTo>
                  <a:lnTo>
                    <a:pt x="6102" y="24869"/>
                  </a:lnTo>
                  <a:lnTo>
                    <a:pt x="6488" y="24946"/>
                  </a:lnTo>
                  <a:lnTo>
                    <a:pt x="6333" y="25101"/>
                  </a:lnTo>
                  <a:lnTo>
                    <a:pt x="6179" y="25294"/>
                  </a:lnTo>
                  <a:lnTo>
                    <a:pt x="6179" y="25371"/>
                  </a:lnTo>
                  <a:lnTo>
                    <a:pt x="6179" y="25448"/>
                  </a:lnTo>
                  <a:lnTo>
                    <a:pt x="6256" y="25487"/>
                  </a:lnTo>
                  <a:lnTo>
                    <a:pt x="6295" y="25487"/>
                  </a:lnTo>
                  <a:lnTo>
                    <a:pt x="6372" y="25525"/>
                  </a:lnTo>
                  <a:lnTo>
                    <a:pt x="6449" y="25603"/>
                  </a:lnTo>
                  <a:lnTo>
                    <a:pt x="6526" y="25796"/>
                  </a:lnTo>
                  <a:lnTo>
                    <a:pt x="6565" y="26105"/>
                  </a:lnTo>
                  <a:lnTo>
                    <a:pt x="6604" y="26452"/>
                  </a:lnTo>
                  <a:lnTo>
                    <a:pt x="6604" y="27147"/>
                  </a:lnTo>
                  <a:lnTo>
                    <a:pt x="6604" y="27611"/>
                  </a:lnTo>
                  <a:lnTo>
                    <a:pt x="6681" y="28074"/>
                  </a:lnTo>
                  <a:lnTo>
                    <a:pt x="6835" y="28499"/>
                  </a:lnTo>
                  <a:lnTo>
                    <a:pt x="7067" y="28923"/>
                  </a:lnTo>
                  <a:lnTo>
                    <a:pt x="7376" y="29310"/>
                  </a:lnTo>
                  <a:lnTo>
                    <a:pt x="7569" y="29464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50"/>
                  </a:lnTo>
                  <a:lnTo>
                    <a:pt x="8264" y="29850"/>
                  </a:lnTo>
                  <a:lnTo>
                    <a:pt x="8303" y="29812"/>
                  </a:lnTo>
                  <a:lnTo>
                    <a:pt x="8303" y="29734"/>
                  </a:lnTo>
                  <a:lnTo>
                    <a:pt x="8303" y="29696"/>
                  </a:lnTo>
                  <a:lnTo>
                    <a:pt x="8303" y="29657"/>
                  </a:lnTo>
                  <a:lnTo>
                    <a:pt x="8419" y="29155"/>
                  </a:lnTo>
                  <a:lnTo>
                    <a:pt x="8496" y="28615"/>
                  </a:lnTo>
                  <a:lnTo>
                    <a:pt x="8534" y="28113"/>
                  </a:lnTo>
                  <a:lnTo>
                    <a:pt x="8534" y="27572"/>
                  </a:lnTo>
                  <a:lnTo>
                    <a:pt x="8534" y="27070"/>
                  </a:lnTo>
                  <a:lnTo>
                    <a:pt x="8457" y="26568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7"/>
                  </a:lnTo>
                  <a:lnTo>
                    <a:pt x="8650" y="25409"/>
                  </a:lnTo>
                  <a:lnTo>
                    <a:pt x="8650" y="25371"/>
                  </a:lnTo>
                  <a:lnTo>
                    <a:pt x="8612" y="25294"/>
                  </a:lnTo>
                  <a:lnTo>
                    <a:pt x="8380" y="24792"/>
                  </a:lnTo>
                  <a:lnTo>
                    <a:pt x="8805" y="24637"/>
                  </a:lnTo>
                  <a:close/>
                  <a:moveTo>
                    <a:pt x="6449" y="1"/>
                  </a:moveTo>
                  <a:lnTo>
                    <a:pt x="6411" y="40"/>
                  </a:lnTo>
                  <a:lnTo>
                    <a:pt x="6411" y="117"/>
                  </a:lnTo>
                  <a:lnTo>
                    <a:pt x="6333" y="117"/>
                  </a:lnTo>
                  <a:lnTo>
                    <a:pt x="6295" y="194"/>
                  </a:lnTo>
                  <a:lnTo>
                    <a:pt x="5600" y="1275"/>
                  </a:lnTo>
                  <a:lnTo>
                    <a:pt x="4943" y="2434"/>
                  </a:lnTo>
                  <a:lnTo>
                    <a:pt x="4403" y="3592"/>
                  </a:lnTo>
                  <a:lnTo>
                    <a:pt x="3901" y="4828"/>
                  </a:lnTo>
                  <a:lnTo>
                    <a:pt x="3437" y="6063"/>
                  </a:lnTo>
                  <a:lnTo>
                    <a:pt x="3090" y="7299"/>
                  </a:lnTo>
                  <a:lnTo>
                    <a:pt x="2742" y="8573"/>
                  </a:lnTo>
                  <a:lnTo>
                    <a:pt x="2511" y="9848"/>
                  </a:lnTo>
                  <a:lnTo>
                    <a:pt x="2317" y="11161"/>
                  </a:lnTo>
                  <a:lnTo>
                    <a:pt x="2202" y="12474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9"/>
                  </a:lnTo>
                  <a:lnTo>
                    <a:pt x="541" y="18806"/>
                  </a:lnTo>
                  <a:lnTo>
                    <a:pt x="39" y="19463"/>
                  </a:lnTo>
                  <a:lnTo>
                    <a:pt x="1" y="19501"/>
                  </a:lnTo>
                  <a:lnTo>
                    <a:pt x="1" y="19579"/>
                  </a:lnTo>
                  <a:lnTo>
                    <a:pt x="78" y="19695"/>
                  </a:lnTo>
                  <a:lnTo>
                    <a:pt x="39" y="19965"/>
                  </a:lnTo>
                  <a:lnTo>
                    <a:pt x="39" y="20274"/>
                  </a:lnTo>
                  <a:lnTo>
                    <a:pt x="39" y="20544"/>
                  </a:lnTo>
                  <a:lnTo>
                    <a:pt x="78" y="20853"/>
                  </a:lnTo>
                  <a:lnTo>
                    <a:pt x="194" y="21432"/>
                  </a:lnTo>
                  <a:lnTo>
                    <a:pt x="309" y="22011"/>
                  </a:lnTo>
                  <a:lnTo>
                    <a:pt x="387" y="22900"/>
                  </a:lnTo>
                  <a:lnTo>
                    <a:pt x="425" y="23749"/>
                  </a:lnTo>
                  <a:lnTo>
                    <a:pt x="425" y="24637"/>
                  </a:lnTo>
                  <a:lnTo>
                    <a:pt x="387" y="25487"/>
                  </a:lnTo>
                  <a:lnTo>
                    <a:pt x="387" y="25603"/>
                  </a:lnTo>
                  <a:lnTo>
                    <a:pt x="464" y="25641"/>
                  </a:lnTo>
                  <a:lnTo>
                    <a:pt x="503" y="25680"/>
                  </a:lnTo>
                  <a:lnTo>
                    <a:pt x="580" y="25680"/>
                  </a:lnTo>
                  <a:lnTo>
                    <a:pt x="618" y="25757"/>
                  </a:lnTo>
                  <a:lnTo>
                    <a:pt x="696" y="25796"/>
                  </a:lnTo>
                  <a:lnTo>
                    <a:pt x="811" y="25796"/>
                  </a:lnTo>
                  <a:lnTo>
                    <a:pt x="1584" y="25255"/>
                  </a:lnTo>
                  <a:lnTo>
                    <a:pt x="2279" y="24714"/>
                  </a:lnTo>
                  <a:lnTo>
                    <a:pt x="3746" y="23595"/>
                  </a:lnTo>
                  <a:lnTo>
                    <a:pt x="3785" y="23479"/>
                  </a:lnTo>
                  <a:lnTo>
                    <a:pt x="3785" y="23363"/>
                  </a:lnTo>
                  <a:lnTo>
                    <a:pt x="3630" y="22089"/>
                  </a:lnTo>
                  <a:lnTo>
                    <a:pt x="3592" y="20814"/>
                  </a:lnTo>
                  <a:lnTo>
                    <a:pt x="3939" y="21278"/>
                  </a:lnTo>
                  <a:lnTo>
                    <a:pt x="4364" y="21664"/>
                  </a:lnTo>
                  <a:lnTo>
                    <a:pt x="4789" y="22050"/>
                  </a:lnTo>
                  <a:lnTo>
                    <a:pt x="5252" y="22359"/>
                  </a:lnTo>
                  <a:lnTo>
                    <a:pt x="5059" y="22745"/>
                  </a:lnTo>
                  <a:lnTo>
                    <a:pt x="4866" y="23170"/>
                  </a:lnTo>
                  <a:lnTo>
                    <a:pt x="4712" y="23633"/>
                  </a:lnTo>
                  <a:lnTo>
                    <a:pt x="4673" y="23865"/>
                  </a:lnTo>
                  <a:lnTo>
                    <a:pt x="4712" y="24097"/>
                  </a:lnTo>
                  <a:lnTo>
                    <a:pt x="4750" y="24174"/>
                  </a:lnTo>
                  <a:lnTo>
                    <a:pt x="4789" y="24212"/>
                  </a:lnTo>
                  <a:lnTo>
                    <a:pt x="4827" y="24251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6"/>
                  </a:lnTo>
                  <a:lnTo>
                    <a:pt x="5329" y="24869"/>
                  </a:lnTo>
                  <a:lnTo>
                    <a:pt x="5175" y="25062"/>
                  </a:lnTo>
                  <a:lnTo>
                    <a:pt x="5020" y="25255"/>
                  </a:lnTo>
                  <a:lnTo>
                    <a:pt x="4905" y="25487"/>
                  </a:lnTo>
                  <a:lnTo>
                    <a:pt x="4827" y="25718"/>
                  </a:lnTo>
                  <a:lnTo>
                    <a:pt x="4750" y="25950"/>
                  </a:lnTo>
                  <a:lnTo>
                    <a:pt x="4712" y="26220"/>
                  </a:lnTo>
                  <a:lnTo>
                    <a:pt x="4712" y="26491"/>
                  </a:lnTo>
                  <a:lnTo>
                    <a:pt x="4712" y="26568"/>
                  </a:lnTo>
                  <a:lnTo>
                    <a:pt x="4789" y="26645"/>
                  </a:lnTo>
                  <a:lnTo>
                    <a:pt x="4943" y="26645"/>
                  </a:lnTo>
                  <a:lnTo>
                    <a:pt x="5638" y="26298"/>
                  </a:lnTo>
                  <a:lnTo>
                    <a:pt x="5561" y="26722"/>
                  </a:lnTo>
                  <a:lnTo>
                    <a:pt x="5561" y="27147"/>
                  </a:lnTo>
                  <a:lnTo>
                    <a:pt x="5561" y="27533"/>
                  </a:lnTo>
                  <a:lnTo>
                    <a:pt x="5638" y="27958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7"/>
                  </a:lnTo>
                  <a:lnTo>
                    <a:pt x="6256" y="29464"/>
                  </a:lnTo>
                  <a:lnTo>
                    <a:pt x="6642" y="30005"/>
                  </a:lnTo>
                  <a:lnTo>
                    <a:pt x="6913" y="30352"/>
                  </a:lnTo>
                  <a:lnTo>
                    <a:pt x="7183" y="30661"/>
                  </a:lnTo>
                  <a:lnTo>
                    <a:pt x="7530" y="30970"/>
                  </a:lnTo>
                  <a:lnTo>
                    <a:pt x="7839" y="31163"/>
                  </a:lnTo>
                  <a:lnTo>
                    <a:pt x="7994" y="31240"/>
                  </a:lnTo>
                  <a:lnTo>
                    <a:pt x="8148" y="31318"/>
                  </a:lnTo>
                  <a:lnTo>
                    <a:pt x="8303" y="31318"/>
                  </a:lnTo>
                  <a:lnTo>
                    <a:pt x="8457" y="31279"/>
                  </a:lnTo>
                  <a:lnTo>
                    <a:pt x="8612" y="31240"/>
                  </a:lnTo>
                  <a:lnTo>
                    <a:pt x="8766" y="31163"/>
                  </a:lnTo>
                  <a:lnTo>
                    <a:pt x="8998" y="30893"/>
                  </a:lnTo>
                  <a:lnTo>
                    <a:pt x="9230" y="30584"/>
                  </a:lnTo>
                  <a:lnTo>
                    <a:pt x="9423" y="30236"/>
                  </a:lnTo>
                  <a:lnTo>
                    <a:pt x="9577" y="29850"/>
                  </a:lnTo>
                  <a:lnTo>
                    <a:pt x="9693" y="29464"/>
                  </a:lnTo>
                  <a:lnTo>
                    <a:pt x="9847" y="28808"/>
                  </a:lnTo>
                  <a:lnTo>
                    <a:pt x="9886" y="28228"/>
                  </a:lnTo>
                  <a:lnTo>
                    <a:pt x="9847" y="27611"/>
                  </a:lnTo>
                  <a:lnTo>
                    <a:pt x="9770" y="27031"/>
                  </a:lnTo>
                  <a:lnTo>
                    <a:pt x="9577" y="26491"/>
                  </a:lnTo>
                  <a:lnTo>
                    <a:pt x="9770" y="26529"/>
                  </a:lnTo>
                  <a:lnTo>
                    <a:pt x="9963" y="26568"/>
                  </a:lnTo>
                  <a:lnTo>
                    <a:pt x="10156" y="26607"/>
                  </a:lnTo>
                  <a:lnTo>
                    <a:pt x="10388" y="26607"/>
                  </a:lnTo>
                  <a:lnTo>
                    <a:pt x="10465" y="26568"/>
                  </a:lnTo>
                  <a:lnTo>
                    <a:pt x="10542" y="26529"/>
                  </a:lnTo>
                  <a:lnTo>
                    <a:pt x="10542" y="26452"/>
                  </a:lnTo>
                  <a:lnTo>
                    <a:pt x="10542" y="26336"/>
                  </a:lnTo>
                  <a:lnTo>
                    <a:pt x="10234" y="25834"/>
                  </a:lnTo>
                  <a:lnTo>
                    <a:pt x="9925" y="25332"/>
                  </a:lnTo>
                  <a:lnTo>
                    <a:pt x="9538" y="24869"/>
                  </a:lnTo>
                  <a:lnTo>
                    <a:pt x="9114" y="24483"/>
                  </a:lnTo>
                  <a:lnTo>
                    <a:pt x="9616" y="24135"/>
                  </a:lnTo>
                  <a:lnTo>
                    <a:pt x="9693" y="24058"/>
                  </a:lnTo>
                  <a:lnTo>
                    <a:pt x="9732" y="23981"/>
                  </a:lnTo>
                  <a:lnTo>
                    <a:pt x="9770" y="23942"/>
                  </a:lnTo>
                  <a:lnTo>
                    <a:pt x="9732" y="23865"/>
                  </a:lnTo>
                  <a:lnTo>
                    <a:pt x="9307" y="23093"/>
                  </a:lnTo>
                  <a:lnTo>
                    <a:pt x="9114" y="22706"/>
                  </a:lnTo>
                  <a:lnTo>
                    <a:pt x="8959" y="22282"/>
                  </a:lnTo>
                  <a:lnTo>
                    <a:pt x="9114" y="22204"/>
                  </a:lnTo>
                  <a:lnTo>
                    <a:pt x="9423" y="21934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9"/>
                  </a:lnTo>
                  <a:lnTo>
                    <a:pt x="10118" y="21896"/>
                  </a:lnTo>
                  <a:lnTo>
                    <a:pt x="10040" y="22822"/>
                  </a:lnTo>
                  <a:lnTo>
                    <a:pt x="10079" y="22900"/>
                  </a:lnTo>
                  <a:lnTo>
                    <a:pt x="10156" y="22977"/>
                  </a:lnTo>
                  <a:lnTo>
                    <a:pt x="10813" y="23402"/>
                  </a:lnTo>
                  <a:lnTo>
                    <a:pt x="11469" y="23826"/>
                  </a:lnTo>
                  <a:lnTo>
                    <a:pt x="12126" y="24290"/>
                  </a:lnTo>
                  <a:lnTo>
                    <a:pt x="12743" y="24753"/>
                  </a:lnTo>
                  <a:lnTo>
                    <a:pt x="12859" y="24830"/>
                  </a:lnTo>
                  <a:lnTo>
                    <a:pt x="12975" y="24792"/>
                  </a:lnTo>
                  <a:lnTo>
                    <a:pt x="13052" y="24753"/>
                  </a:lnTo>
                  <a:lnTo>
                    <a:pt x="13091" y="24637"/>
                  </a:lnTo>
                  <a:lnTo>
                    <a:pt x="13323" y="21394"/>
                  </a:lnTo>
                  <a:lnTo>
                    <a:pt x="13400" y="19772"/>
                  </a:lnTo>
                  <a:lnTo>
                    <a:pt x="13439" y="18961"/>
                  </a:lnTo>
                  <a:lnTo>
                    <a:pt x="13400" y="18189"/>
                  </a:lnTo>
                  <a:lnTo>
                    <a:pt x="13361" y="18073"/>
                  </a:lnTo>
                  <a:lnTo>
                    <a:pt x="13323" y="18034"/>
                  </a:lnTo>
                  <a:lnTo>
                    <a:pt x="13284" y="18034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5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5" y="14559"/>
                  </a:lnTo>
                  <a:lnTo>
                    <a:pt x="10620" y="13632"/>
                  </a:lnTo>
                  <a:lnTo>
                    <a:pt x="10504" y="12705"/>
                  </a:lnTo>
                  <a:lnTo>
                    <a:pt x="10234" y="11122"/>
                  </a:lnTo>
                  <a:lnTo>
                    <a:pt x="9886" y="9539"/>
                  </a:lnTo>
                  <a:lnTo>
                    <a:pt x="9500" y="7956"/>
                  </a:lnTo>
                  <a:lnTo>
                    <a:pt x="9036" y="6411"/>
                  </a:lnTo>
                  <a:lnTo>
                    <a:pt x="8534" y="4866"/>
                  </a:lnTo>
                  <a:lnTo>
                    <a:pt x="7994" y="3322"/>
                  </a:lnTo>
                  <a:lnTo>
                    <a:pt x="7415" y="1816"/>
                  </a:lnTo>
                  <a:lnTo>
                    <a:pt x="6835" y="310"/>
                  </a:lnTo>
                  <a:lnTo>
                    <a:pt x="6797" y="233"/>
                  </a:lnTo>
                  <a:lnTo>
                    <a:pt x="6720" y="194"/>
                  </a:lnTo>
                  <a:lnTo>
                    <a:pt x="6642" y="155"/>
                  </a:lnTo>
                  <a:lnTo>
                    <a:pt x="6604" y="40"/>
                  </a:lnTo>
                  <a:lnTo>
                    <a:pt x="65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3" name="Google Shape;3393;p15"/>
            <p:cNvSpPr/>
            <p:nvPr/>
          </p:nvSpPr>
          <p:spPr>
            <a:xfrm>
              <a:off x="2672775" y="3239275"/>
              <a:ext cx="330175" cy="176700"/>
            </a:xfrm>
            <a:custGeom>
              <a:avLst/>
              <a:gdLst/>
              <a:ahLst/>
              <a:cxnLst/>
              <a:rect l="l" t="t" r="r" b="b"/>
              <a:pathLst>
                <a:path w="13207" h="7068" extrusionOk="0">
                  <a:moveTo>
                    <a:pt x="8110" y="310"/>
                  </a:moveTo>
                  <a:lnTo>
                    <a:pt x="8226" y="348"/>
                  </a:lnTo>
                  <a:lnTo>
                    <a:pt x="8380" y="425"/>
                  </a:lnTo>
                  <a:lnTo>
                    <a:pt x="8535" y="541"/>
                  </a:lnTo>
                  <a:lnTo>
                    <a:pt x="8612" y="580"/>
                  </a:lnTo>
                  <a:lnTo>
                    <a:pt x="8728" y="889"/>
                  </a:lnTo>
                  <a:lnTo>
                    <a:pt x="8766" y="1198"/>
                  </a:lnTo>
                  <a:lnTo>
                    <a:pt x="8728" y="1468"/>
                  </a:lnTo>
                  <a:lnTo>
                    <a:pt x="8650" y="1777"/>
                  </a:lnTo>
                  <a:lnTo>
                    <a:pt x="8496" y="2047"/>
                  </a:lnTo>
                  <a:lnTo>
                    <a:pt x="8380" y="2318"/>
                  </a:lnTo>
                  <a:lnTo>
                    <a:pt x="8033" y="2858"/>
                  </a:lnTo>
                  <a:lnTo>
                    <a:pt x="6836" y="4712"/>
                  </a:lnTo>
                  <a:lnTo>
                    <a:pt x="6681" y="4712"/>
                  </a:lnTo>
                  <a:lnTo>
                    <a:pt x="6797" y="3746"/>
                  </a:lnTo>
                  <a:lnTo>
                    <a:pt x="6990" y="2781"/>
                  </a:lnTo>
                  <a:lnTo>
                    <a:pt x="7222" y="1661"/>
                  </a:lnTo>
                  <a:lnTo>
                    <a:pt x="7338" y="1198"/>
                  </a:lnTo>
                  <a:lnTo>
                    <a:pt x="7453" y="889"/>
                  </a:lnTo>
                  <a:lnTo>
                    <a:pt x="7608" y="618"/>
                  </a:lnTo>
                  <a:lnTo>
                    <a:pt x="7762" y="425"/>
                  </a:lnTo>
                  <a:lnTo>
                    <a:pt x="7878" y="348"/>
                  </a:lnTo>
                  <a:lnTo>
                    <a:pt x="7994" y="310"/>
                  </a:lnTo>
                  <a:close/>
                  <a:moveTo>
                    <a:pt x="5909" y="5407"/>
                  </a:moveTo>
                  <a:lnTo>
                    <a:pt x="4673" y="5831"/>
                  </a:lnTo>
                  <a:lnTo>
                    <a:pt x="3437" y="6218"/>
                  </a:lnTo>
                  <a:lnTo>
                    <a:pt x="2781" y="6372"/>
                  </a:lnTo>
                  <a:lnTo>
                    <a:pt x="2125" y="6527"/>
                  </a:lnTo>
                  <a:lnTo>
                    <a:pt x="1700" y="6565"/>
                  </a:lnTo>
                  <a:lnTo>
                    <a:pt x="1314" y="6604"/>
                  </a:lnTo>
                  <a:lnTo>
                    <a:pt x="1043" y="6565"/>
                  </a:lnTo>
                  <a:lnTo>
                    <a:pt x="812" y="6488"/>
                  </a:lnTo>
                  <a:lnTo>
                    <a:pt x="734" y="6449"/>
                  </a:lnTo>
                  <a:lnTo>
                    <a:pt x="696" y="6333"/>
                  </a:lnTo>
                  <a:lnTo>
                    <a:pt x="696" y="6218"/>
                  </a:lnTo>
                  <a:lnTo>
                    <a:pt x="696" y="6063"/>
                  </a:lnTo>
                  <a:lnTo>
                    <a:pt x="696" y="5909"/>
                  </a:lnTo>
                  <a:lnTo>
                    <a:pt x="734" y="5793"/>
                  </a:lnTo>
                  <a:lnTo>
                    <a:pt x="812" y="5716"/>
                  </a:lnTo>
                  <a:lnTo>
                    <a:pt x="889" y="5677"/>
                  </a:lnTo>
                  <a:lnTo>
                    <a:pt x="1082" y="5600"/>
                  </a:lnTo>
                  <a:lnTo>
                    <a:pt x="1391" y="5561"/>
                  </a:lnTo>
                  <a:lnTo>
                    <a:pt x="2047" y="5484"/>
                  </a:lnTo>
                  <a:lnTo>
                    <a:pt x="2897" y="5445"/>
                  </a:lnTo>
                  <a:lnTo>
                    <a:pt x="5368" y="5445"/>
                  </a:lnTo>
                  <a:lnTo>
                    <a:pt x="5909" y="5407"/>
                  </a:lnTo>
                  <a:close/>
                  <a:moveTo>
                    <a:pt x="7067" y="5098"/>
                  </a:moveTo>
                  <a:lnTo>
                    <a:pt x="8342" y="5136"/>
                  </a:lnTo>
                  <a:lnTo>
                    <a:pt x="9577" y="5252"/>
                  </a:lnTo>
                  <a:lnTo>
                    <a:pt x="10272" y="5329"/>
                  </a:lnTo>
                  <a:lnTo>
                    <a:pt x="11006" y="5445"/>
                  </a:lnTo>
                  <a:lnTo>
                    <a:pt x="11701" y="5561"/>
                  </a:lnTo>
                  <a:lnTo>
                    <a:pt x="12164" y="5677"/>
                  </a:lnTo>
                  <a:lnTo>
                    <a:pt x="12280" y="5716"/>
                  </a:lnTo>
                  <a:lnTo>
                    <a:pt x="12396" y="5754"/>
                  </a:lnTo>
                  <a:lnTo>
                    <a:pt x="12473" y="5831"/>
                  </a:lnTo>
                  <a:lnTo>
                    <a:pt x="12551" y="5909"/>
                  </a:lnTo>
                  <a:lnTo>
                    <a:pt x="12589" y="6025"/>
                  </a:lnTo>
                  <a:lnTo>
                    <a:pt x="12628" y="6179"/>
                  </a:lnTo>
                  <a:lnTo>
                    <a:pt x="12589" y="6527"/>
                  </a:lnTo>
                  <a:lnTo>
                    <a:pt x="12435" y="6604"/>
                  </a:lnTo>
                  <a:lnTo>
                    <a:pt x="12242" y="6642"/>
                  </a:lnTo>
                  <a:lnTo>
                    <a:pt x="12010" y="6681"/>
                  </a:lnTo>
                  <a:lnTo>
                    <a:pt x="11778" y="6681"/>
                  </a:lnTo>
                  <a:lnTo>
                    <a:pt x="11315" y="6604"/>
                  </a:lnTo>
                  <a:lnTo>
                    <a:pt x="10929" y="6527"/>
                  </a:lnTo>
                  <a:lnTo>
                    <a:pt x="10156" y="6372"/>
                  </a:lnTo>
                  <a:lnTo>
                    <a:pt x="9423" y="6140"/>
                  </a:lnTo>
                  <a:lnTo>
                    <a:pt x="8805" y="5909"/>
                  </a:lnTo>
                  <a:lnTo>
                    <a:pt x="8226" y="5677"/>
                  </a:lnTo>
                  <a:lnTo>
                    <a:pt x="7067" y="5098"/>
                  </a:lnTo>
                  <a:close/>
                  <a:moveTo>
                    <a:pt x="8148" y="1"/>
                  </a:moveTo>
                  <a:lnTo>
                    <a:pt x="7917" y="39"/>
                  </a:lnTo>
                  <a:lnTo>
                    <a:pt x="7724" y="116"/>
                  </a:lnTo>
                  <a:lnTo>
                    <a:pt x="7492" y="271"/>
                  </a:lnTo>
                  <a:lnTo>
                    <a:pt x="7338" y="425"/>
                  </a:lnTo>
                  <a:lnTo>
                    <a:pt x="7183" y="618"/>
                  </a:lnTo>
                  <a:lnTo>
                    <a:pt x="6990" y="1043"/>
                  </a:lnTo>
                  <a:lnTo>
                    <a:pt x="6874" y="1507"/>
                  </a:lnTo>
                  <a:lnTo>
                    <a:pt x="6681" y="2433"/>
                  </a:lnTo>
                  <a:lnTo>
                    <a:pt x="6527" y="3592"/>
                  </a:lnTo>
                  <a:lnTo>
                    <a:pt x="6488" y="4171"/>
                  </a:lnTo>
                  <a:lnTo>
                    <a:pt x="6449" y="4750"/>
                  </a:lnTo>
                  <a:lnTo>
                    <a:pt x="6411" y="4866"/>
                  </a:lnTo>
                  <a:lnTo>
                    <a:pt x="6411" y="4982"/>
                  </a:lnTo>
                  <a:lnTo>
                    <a:pt x="5870" y="5021"/>
                  </a:lnTo>
                  <a:lnTo>
                    <a:pt x="5291" y="5059"/>
                  </a:lnTo>
                  <a:lnTo>
                    <a:pt x="2549" y="5059"/>
                  </a:lnTo>
                  <a:lnTo>
                    <a:pt x="2009" y="5098"/>
                  </a:lnTo>
                  <a:lnTo>
                    <a:pt x="1391" y="5175"/>
                  </a:lnTo>
                  <a:lnTo>
                    <a:pt x="1005" y="5214"/>
                  </a:lnTo>
                  <a:lnTo>
                    <a:pt x="657" y="5329"/>
                  </a:lnTo>
                  <a:lnTo>
                    <a:pt x="310" y="5484"/>
                  </a:lnTo>
                  <a:lnTo>
                    <a:pt x="194" y="5600"/>
                  </a:lnTo>
                  <a:lnTo>
                    <a:pt x="78" y="5677"/>
                  </a:lnTo>
                  <a:lnTo>
                    <a:pt x="1" y="5831"/>
                  </a:lnTo>
                  <a:lnTo>
                    <a:pt x="1" y="5947"/>
                  </a:lnTo>
                  <a:lnTo>
                    <a:pt x="1" y="6140"/>
                  </a:lnTo>
                  <a:lnTo>
                    <a:pt x="39" y="6295"/>
                  </a:lnTo>
                  <a:lnTo>
                    <a:pt x="117" y="6449"/>
                  </a:lnTo>
                  <a:lnTo>
                    <a:pt x="232" y="6604"/>
                  </a:lnTo>
                  <a:lnTo>
                    <a:pt x="348" y="6681"/>
                  </a:lnTo>
                  <a:lnTo>
                    <a:pt x="464" y="6797"/>
                  </a:lnTo>
                  <a:lnTo>
                    <a:pt x="773" y="6913"/>
                  </a:lnTo>
                  <a:lnTo>
                    <a:pt x="1082" y="6990"/>
                  </a:lnTo>
                  <a:lnTo>
                    <a:pt x="1777" y="6990"/>
                  </a:lnTo>
                  <a:lnTo>
                    <a:pt x="2395" y="6913"/>
                  </a:lnTo>
                  <a:lnTo>
                    <a:pt x="3476" y="6642"/>
                  </a:lnTo>
                  <a:lnTo>
                    <a:pt x="4519" y="6333"/>
                  </a:lnTo>
                  <a:lnTo>
                    <a:pt x="5600" y="5947"/>
                  </a:lnTo>
                  <a:lnTo>
                    <a:pt x="6102" y="5716"/>
                  </a:lnTo>
                  <a:lnTo>
                    <a:pt x="6565" y="5484"/>
                  </a:lnTo>
                  <a:lnTo>
                    <a:pt x="6604" y="5484"/>
                  </a:lnTo>
                  <a:lnTo>
                    <a:pt x="6681" y="5909"/>
                  </a:lnTo>
                  <a:lnTo>
                    <a:pt x="6758" y="6102"/>
                  </a:lnTo>
                  <a:lnTo>
                    <a:pt x="6836" y="6295"/>
                  </a:lnTo>
                  <a:lnTo>
                    <a:pt x="7106" y="6256"/>
                  </a:lnTo>
                  <a:lnTo>
                    <a:pt x="7106" y="6218"/>
                  </a:lnTo>
                  <a:lnTo>
                    <a:pt x="6990" y="5870"/>
                  </a:lnTo>
                  <a:lnTo>
                    <a:pt x="6951" y="5677"/>
                  </a:lnTo>
                  <a:lnTo>
                    <a:pt x="6990" y="5484"/>
                  </a:lnTo>
                  <a:lnTo>
                    <a:pt x="6990" y="5407"/>
                  </a:lnTo>
                  <a:lnTo>
                    <a:pt x="7762" y="5870"/>
                  </a:lnTo>
                  <a:lnTo>
                    <a:pt x="8612" y="6256"/>
                  </a:lnTo>
                  <a:lnTo>
                    <a:pt x="9461" y="6565"/>
                  </a:lnTo>
                  <a:lnTo>
                    <a:pt x="10349" y="6797"/>
                  </a:lnTo>
                  <a:lnTo>
                    <a:pt x="11045" y="6951"/>
                  </a:lnTo>
                  <a:lnTo>
                    <a:pt x="11469" y="7029"/>
                  </a:lnTo>
                  <a:lnTo>
                    <a:pt x="11933" y="7067"/>
                  </a:lnTo>
                  <a:lnTo>
                    <a:pt x="12396" y="7029"/>
                  </a:lnTo>
                  <a:lnTo>
                    <a:pt x="12589" y="6990"/>
                  </a:lnTo>
                  <a:lnTo>
                    <a:pt x="12782" y="6913"/>
                  </a:lnTo>
                  <a:lnTo>
                    <a:pt x="12937" y="6797"/>
                  </a:lnTo>
                  <a:lnTo>
                    <a:pt x="13053" y="6681"/>
                  </a:lnTo>
                  <a:lnTo>
                    <a:pt x="13130" y="6527"/>
                  </a:lnTo>
                  <a:lnTo>
                    <a:pt x="13207" y="6333"/>
                  </a:lnTo>
                  <a:lnTo>
                    <a:pt x="13207" y="6179"/>
                  </a:lnTo>
                  <a:lnTo>
                    <a:pt x="13168" y="6025"/>
                  </a:lnTo>
                  <a:lnTo>
                    <a:pt x="13130" y="5870"/>
                  </a:lnTo>
                  <a:lnTo>
                    <a:pt x="13053" y="5754"/>
                  </a:lnTo>
                  <a:lnTo>
                    <a:pt x="12975" y="5638"/>
                  </a:lnTo>
                  <a:lnTo>
                    <a:pt x="12821" y="5561"/>
                  </a:lnTo>
                  <a:lnTo>
                    <a:pt x="12551" y="5407"/>
                  </a:lnTo>
                  <a:lnTo>
                    <a:pt x="12242" y="5291"/>
                  </a:lnTo>
                  <a:lnTo>
                    <a:pt x="11894" y="5214"/>
                  </a:lnTo>
                  <a:lnTo>
                    <a:pt x="11315" y="5098"/>
                  </a:lnTo>
                  <a:lnTo>
                    <a:pt x="10311" y="4943"/>
                  </a:lnTo>
                  <a:lnTo>
                    <a:pt x="9268" y="4827"/>
                  </a:lnTo>
                  <a:lnTo>
                    <a:pt x="8264" y="4750"/>
                  </a:lnTo>
                  <a:lnTo>
                    <a:pt x="7260" y="4712"/>
                  </a:lnTo>
                  <a:lnTo>
                    <a:pt x="8071" y="3515"/>
                  </a:lnTo>
                  <a:lnTo>
                    <a:pt x="8496" y="2858"/>
                  </a:lnTo>
                  <a:lnTo>
                    <a:pt x="8843" y="2202"/>
                  </a:lnTo>
                  <a:lnTo>
                    <a:pt x="8921" y="1970"/>
                  </a:lnTo>
                  <a:lnTo>
                    <a:pt x="8998" y="1738"/>
                  </a:lnTo>
                  <a:lnTo>
                    <a:pt x="9037" y="1507"/>
                  </a:lnTo>
                  <a:lnTo>
                    <a:pt x="9075" y="1275"/>
                  </a:lnTo>
                  <a:lnTo>
                    <a:pt x="9037" y="1005"/>
                  </a:lnTo>
                  <a:lnTo>
                    <a:pt x="8959" y="812"/>
                  </a:lnTo>
                  <a:lnTo>
                    <a:pt x="8882" y="580"/>
                  </a:lnTo>
                  <a:lnTo>
                    <a:pt x="8728" y="348"/>
                  </a:lnTo>
                  <a:lnTo>
                    <a:pt x="8650" y="232"/>
                  </a:lnTo>
                  <a:lnTo>
                    <a:pt x="8573" y="155"/>
                  </a:lnTo>
                  <a:lnTo>
                    <a:pt x="8380" y="39"/>
                  </a:lnTo>
                  <a:lnTo>
                    <a:pt x="814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4" name="Google Shape;3394;p15"/>
            <p:cNvSpPr/>
            <p:nvPr/>
          </p:nvSpPr>
          <p:spPr>
            <a:xfrm>
              <a:off x="410925" y="3256650"/>
              <a:ext cx="35725" cy="33825"/>
            </a:xfrm>
            <a:custGeom>
              <a:avLst/>
              <a:gdLst/>
              <a:ahLst/>
              <a:cxnLst/>
              <a:rect l="l" t="t" r="r" b="b"/>
              <a:pathLst>
                <a:path w="1429" h="1353" extrusionOk="0">
                  <a:moveTo>
                    <a:pt x="579" y="1"/>
                  </a:moveTo>
                  <a:lnTo>
                    <a:pt x="425" y="39"/>
                  </a:lnTo>
                  <a:lnTo>
                    <a:pt x="232" y="117"/>
                  </a:lnTo>
                  <a:lnTo>
                    <a:pt x="116" y="271"/>
                  </a:lnTo>
                  <a:lnTo>
                    <a:pt x="39" y="425"/>
                  </a:lnTo>
                  <a:lnTo>
                    <a:pt x="0" y="619"/>
                  </a:lnTo>
                  <a:lnTo>
                    <a:pt x="0" y="812"/>
                  </a:lnTo>
                  <a:lnTo>
                    <a:pt x="77" y="966"/>
                  </a:lnTo>
                  <a:lnTo>
                    <a:pt x="155" y="1121"/>
                  </a:lnTo>
                  <a:lnTo>
                    <a:pt x="309" y="1275"/>
                  </a:lnTo>
                  <a:lnTo>
                    <a:pt x="463" y="1352"/>
                  </a:lnTo>
                  <a:lnTo>
                    <a:pt x="618" y="1352"/>
                  </a:lnTo>
                  <a:lnTo>
                    <a:pt x="695" y="1236"/>
                  </a:lnTo>
                  <a:lnTo>
                    <a:pt x="695" y="1121"/>
                  </a:lnTo>
                  <a:lnTo>
                    <a:pt x="657" y="1082"/>
                  </a:lnTo>
                  <a:lnTo>
                    <a:pt x="579" y="1043"/>
                  </a:lnTo>
                  <a:lnTo>
                    <a:pt x="502" y="1005"/>
                  </a:lnTo>
                  <a:lnTo>
                    <a:pt x="463" y="927"/>
                  </a:lnTo>
                  <a:lnTo>
                    <a:pt x="386" y="773"/>
                  </a:lnTo>
                  <a:lnTo>
                    <a:pt x="386" y="580"/>
                  </a:lnTo>
                  <a:lnTo>
                    <a:pt x="425" y="503"/>
                  </a:lnTo>
                  <a:lnTo>
                    <a:pt x="502" y="425"/>
                  </a:lnTo>
                  <a:lnTo>
                    <a:pt x="579" y="387"/>
                  </a:lnTo>
                  <a:lnTo>
                    <a:pt x="657" y="387"/>
                  </a:lnTo>
                  <a:lnTo>
                    <a:pt x="850" y="425"/>
                  </a:lnTo>
                  <a:lnTo>
                    <a:pt x="927" y="464"/>
                  </a:lnTo>
                  <a:lnTo>
                    <a:pt x="965" y="541"/>
                  </a:lnTo>
                  <a:lnTo>
                    <a:pt x="1043" y="696"/>
                  </a:lnTo>
                  <a:lnTo>
                    <a:pt x="1081" y="773"/>
                  </a:lnTo>
                  <a:lnTo>
                    <a:pt x="1120" y="812"/>
                  </a:lnTo>
                  <a:lnTo>
                    <a:pt x="1274" y="812"/>
                  </a:lnTo>
                  <a:lnTo>
                    <a:pt x="1352" y="734"/>
                  </a:lnTo>
                  <a:lnTo>
                    <a:pt x="1390" y="696"/>
                  </a:lnTo>
                  <a:lnTo>
                    <a:pt x="1429" y="619"/>
                  </a:lnTo>
                  <a:lnTo>
                    <a:pt x="1390" y="425"/>
                  </a:lnTo>
                  <a:lnTo>
                    <a:pt x="1274" y="271"/>
                  </a:lnTo>
                  <a:lnTo>
                    <a:pt x="1159" y="117"/>
                  </a:lnTo>
                  <a:lnTo>
                    <a:pt x="965" y="39"/>
                  </a:lnTo>
                  <a:lnTo>
                    <a:pt x="77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5" name="Google Shape;3395;p15"/>
            <p:cNvSpPr/>
            <p:nvPr/>
          </p:nvSpPr>
          <p:spPr>
            <a:xfrm>
              <a:off x="5445325" y="3267275"/>
              <a:ext cx="624625" cy="344650"/>
            </a:xfrm>
            <a:custGeom>
              <a:avLst/>
              <a:gdLst/>
              <a:ahLst/>
              <a:cxnLst/>
              <a:rect l="l" t="t" r="r" b="b"/>
              <a:pathLst>
                <a:path w="24985" h="13786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03" y="2008"/>
                  </a:lnTo>
                  <a:lnTo>
                    <a:pt x="23787" y="2124"/>
                  </a:lnTo>
                  <a:lnTo>
                    <a:pt x="23633" y="2202"/>
                  </a:lnTo>
                  <a:lnTo>
                    <a:pt x="23478" y="2202"/>
                  </a:lnTo>
                  <a:lnTo>
                    <a:pt x="23324" y="2163"/>
                  </a:lnTo>
                  <a:lnTo>
                    <a:pt x="23170" y="2086"/>
                  </a:lnTo>
                  <a:lnTo>
                    <a:pt x="23054" y="1970"/>
                  </a:lnTo>
                  <a:lnTo>
                    <a:pt x="22976" y="1815"/>
                  </a:lnTo>
                  <a:lnTo>
                    <a:pt x="22938" y="1622"/>
                  </a:lnTo>
                  <a:lnTo>
                    <a:pt x="22976" y="1429"/>
                  </a:lnTo>
                  <a:lnTo>
                    <a:pt x="23015" y="1236"/>
                  </a:lnTo>
                  <a:lnTo>
                    <a:pt x="23131" y="1082"/>
                  </a:lnTo>
                  <a:lnTo>
                    <a:pt x="23285" y="966"/>
                  </a:lnTo>
                  <a:close/>
                  <a:moveTo>
                    <a:pt x="24096" y="2433"/>
                  </a:moveTo>
                  <a:lnTo>
                    <a:pt x="24212" y="2742"/>
                  </a:lnTo>
                  <a:lnTo>
                    <a:pt x="24289" y="3090"/>
                  </a:lnTo>
                  <a:lnTo>
                    <a:pt x="24367" y="3437"/>
                  </a:lnTo>
                  <a:lnTo>
                    <a:pt x="24405" y="3785"/>
                  </a:lnTo>
                  <a:lnTo>
                    <a:pt x="24173" y="3707"/>
                  </a:lnTo>
                  <a:lnTo>
                    <a:pt x="23942" y="3592"/>
                  </a:lnTo>
                  <a:lnTo>
                    <a:pt x="23826" y="3514"/>
                  </a:lnTo>
                  <a:lnTo>
                    <a:pt x="23787" y="3399"/>
                  </a:lnTo>
                  <a:lnTo>
                    <a:pt x="23710" y="3283"/>
                  </a:lnTo>
                  <a:lnTo>
                    <a:pt x="23672" y="3128"/>
                  </a:lnTo>
                  <a:lnTo>
                    <a:pt x="23710" y="2897"/>
                  </a:lnTo>
                  <a:lnTo>
                    <a:pt x="23787" y="2704"/>
                  </a:lnTo>
                  <a:lnTo>
                    <a:pt x="23903" y="2549"/>
                  </a:lnTo>
                  <a:lnTo>
                    <a:pt x="24096" y="2433"/>
                  </a:lnTo>
                  <a:close/>
                  <a:moveTo>
                    <a:pt x="16142" y="4943"/>
                  </a:moveTo>
                  <a:lnTo>
                    <a:pt x="16257" y="4982"/>
                  </a:lnTo>
                  <a:lnTo>
                    <a:pt x="16412" y="5059"/>
                  </a:lnTo>
                  <a:lnTo>
                    <a:pt x="16489" y="5136"/>
                  </a:lnTo>
                  <a:lnTo>
                    <a:pt x="16528" y="5252"/>
                  </a:lnTo>
                  <a:lnTo>
                    <a:pt x="16566" y="5407"/>
                  </a:lnTo>
                  <a:lnTo>
                    <a:pt x="16296" y="5407"/>
                  </a:lnTo>
                  <a:lnTo>
                    <a:pt x="15640" y="5522"/>
                  </a:lnTo>
                  <a:lnTo>
                    <a:pt x="15640" y="5484"/>
                  </a:lnTo>
                  <a:lnTo>
                    <a:pt x="15640" y="5368"/>
                  </a:lnTo>
                  <a:lnTo>
                    <a:pt x="15678" y="5252"/>
                  </a:lnTo>
                  <a:lnTo>
                    <a:pt x="15755" y="5136"/>
                  </a:lnTo>
                  <a:lnTo>
                    <a:pt x="15833" y="5059"/>
                  </a:lnTo>
                  <a:lnTo>
                    <a:pt x="15949" y="5020"/>
                  </a:lnTo>
                  <a:lnTo>
                    <a:pt x="16026" y="4982"/>
                  </a:lnTo>
                  <a:lnTo>
                    <a:pt x="16142" y="4943"/>
                  </a:lnTo>
                  <a:close/>
                  <a:moveTo>
                    <a:pt x="24444" y="4248"/>
                  </a:moveTo>
                  <a:lnTo>
                    <a:pt x="24405" y="4673"/>
                  </a:lnTo>
                  <a:lnTo>
                    <a:pt x="24367" y="5098"/>
                  </a:lnTo>
                  <a:lnTo>
                    <a:pt x="24251" y="5522"/>
                  </a:lnTo>
                  <a:lnTo>
                    <a:pt x="24058" y="5407"/>
                  </a:lnTo>
                  <a:lnTo>
                    <a:pt x="23903" y="5252"/>
                  </a:lnTo>
                  <a:lnTo>
                    <a:pt x="23787" y="5059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11"/>
                  </a:lnTo>
                  <a:lnTo>
                    <a:pt x="23865" y="4596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763" y="4866"/>
                  </a:lnTo>
                  <a:lnTo>
                    <a:pt x="17879" y="4905"/>
                  </a:lnTo>
                  <a:lnTo>
                    <a:pt x="17957" y="4982"/>
                  </a:lnTo>
                  <a:lnTo>
                    <a:pt x="18072" y="5175"/>
                  </a:lnTo>
                  <a:lnTo>
                    <a:pt x="18111" y="5407"/>
                  </a:lnTo>
                  <a:lnTo>
                    <a:pt x="18072" y="5638"/>
                  </a:lnTo>
                  <a:lnTo>
                    <a:pt x="17570" y="5484"/>
                  </a:lnTo>
                  <a:lnTo>
                    <a:pt x="17030" y="5407"/>
                  </a:lnTo>
                  <a:lnTo>
                    <a:pt x="17030" y="5291"/>
                  </a:lnTo>
                  <a:lnTo>
                    <a:pt x="17107" y="5136"/>
                  </a:lnTo>
                  <a:lnTo>
                    <a:pt x="17184" y="5059"/>
                  </a:lnTo>
                  <a:lnTo>
                    <a:pt x="17261" y="4943"/>
                  </a:lnTo>
                  <a:lnTo>
                    <a:pt x="17377" y="4866"/>
                  </a:lnTo>
                  <a:lnTo>
                    <a:pt x="17493" y="4827"/>
                  </a:lnTo>
                  <a:close/>
                  <a:moveTo>
                    <a:pt x="14558" y="5291"/>
                  </a:moveTo>
                  <a:lnTo>
                    <a:pt x="14674" y="5329"/>
                  </a:lnTo>
                  <a:lnTo>
                    <a:pt x="14790" y="5368"/>
                  </a:lnTo>
                  <a:lnTo>
                    <a:pt x="14906" y="5445"/>
                  </a:lnTo>
                  <a:lnTo>
                    <a:pt x="14983" y="5522"/>
                  </a:lnTo>
                  <a:lnTo>
                    <a:pt x="15060" y="5677"/>
                  </a:lnTo>
                  <a:lnTo>
                    <a:pt x="14520" y="5870"/>
                  </a:lnTo>
                  <a:lnTo>
                    <a:pt x="14056" y="6102"/>
                  </a:lnTo>
                  <a:lnTo>
                    <a:pt x="14018" y="6024"/>
                  </a:lnTo>
                  <a:lnTo>
                    <a:pt x="14018" y="5793"/>
                  </a:lnTo>
                  <a:lnTo>
                    <a:pt x="14095" y="5600"/>
                  </a:lnTo>
                  <a:lnTo>
                    <a:pt x="14249" y="5445"/>
                  </a:lnTo>
                  <a:lnTo>
                    <a:pt x="14327" y="5368"/>
                  </a:lnTo>
                  <a:lnTo>
                    <a:pt x="14443" y="5329"/>
                  </a:lnTo>
                  <a:lnTo>
                    <a:pt x="14558" y="5291"/>
                  </a:lnTo>
                  <a:close/>
                  <a:moveTo>
                    <a:pt x="19076" y="5484"/>
                  </a:moveTo>
                  <a:lnTo>
                    <a:pt x="19192" y="5522"/>
                  </a:lnTo>
                  <a:lnTo>
                    <a:pt x="19308" y="5638"/>
                  </a:lnTo>
                  <a:lnTo>
                    <a:pt x="19347" y="5793"/>
                  </a:lnTo>
                  <a:lnTo>
                    <a:pt x="19385" y="5986"/>
                  </a:lnTo>
                  <a:lnTo>
                    <a:pt x="19347" y="6140"/>
                  </a:lnTo>
                  <a:lnTo>
                    <a:pt x="18574" y="5831"/>
                  </a:lnTo>
                  <a:lnTo>
                    <a:pt x="18613" y="5715"/>
                  </a:lnTo>
                  <a:lnTo>
                    <a:pt x="18652" y="5638"/>
                  </a:lnTo>
                  <a:lnTo>
                    <a:pt x="18806" y="5522"/>
                  </a:lnTo>
                  <a:lnTo>
                    <a:pt x="18999" y="5484"/>
                  </a:lnTo>
                  <a:close/>
                  <a:moveTo>
                    <a:pt x="20312" y="6063"/>
                  </a:moveTo>
                  <a:lnTo>
                    <a:pt x="20428" y="6102"/>
                  </a:lnTo>
                  <a:lnTo>
                    <a:pt x="20544" y="6179"/>
                  </a:lnTo>
                  <a:lnTo>
                    <a:pt x="20660" y="6333"/>
                  </a:lnTo>
                  <a:lnTo>
                    <a:pt x="20775" y="6526"/>
                  </a:lnTo>
                  <a:lnTo>
                    <a:pt x="20814" y="6719"/>
                  </a:lnTo>
                  <a:lnTo>
                    <a:pt x="20853" y="6913"/>
                  </a:lnTo>
                  <a:lnTo>
                    <a:pt x="20466" y="6719"/>
                  </a:lnTo>
                  <a:lnTo>
                    <a:pt x="20080" y="6526"/>
                  </a:lnTo>
                  <a:lnTo>
                    <a:pt x="19810" y="6372"/>
                  </a:lnTo>
                  <a:lnTo>
                    <a:pt x="19810" y="6256"/>
                  </a:lnTo>
                  <a:lnTo>
                    <a:pt x="19887" y="6179"/>
                  </a:lnTo>
                  <a:lnTo>
                    <a:pt x="19964" y="6102"/>
                  </a:lnTo>
                  <a:lnTo>
                    <a:pt x="20080" y="6063"/>
                  </a:lnTo>
                  <a:close/>
                  <a:moveTo>
                    <a:pt x="23710" y="5870"/>
                  </a:moveTo>
                  <a:lnTo>
                    <a:pt x="23942" y="5986"/>
                  </a:lnTo>
                  <a:lnTo>
                    <a:pt x="24058" y="5986"/>
                  </a:lnTo>
                  <a:lnTo>
                    <a:pt x="23903" y="6295"/>
                  </a:lnTo>
                  <a:lnTo>
                    <a:pt x="23710" y="6565"/>
                  </a:lnTo>
                  <a:lnTo>
                    <a:pt x="23478" y="6797"/>
                  </a:lnTo>
                  <a:lnTo>
                    <a:pt x="23247" y="6990"/>
                  </a:lnTo>
                  <a:lnTo>
                    <a:pt x="23208" y="6913"/>
                  </a:lnTo>
                  <a:lnTo>
                    <a:pt x="23054" y="6758"/>
                  </a:lnTo>
                  <a:lnTo>
                    <a:pt x="23015" y="6526"/>
                  </a:lnTo>
                  <a:lnTo>
                    <a:pt x="23015" y="6295"/>
                  </a:lnTo>
                  <a:lnTo>
                    <a:pt x="23054" y="6179"/>
                  </a:lnTo>
                  <a:lnTo>
                    <a:pt x="23092" y="6063"/>
                  </a:lnTo>
                  <a:lnTo>
                    <a:pt x="23170" y="5986"/>
                  </a:lnTo>
                  <a:lnTo>
                    <a:pt x="23285" y="5947"/>
                  </a:lnTo>
                  <a:lnTo>
                    <a:pt x="23478" y="5870"/>
                  </a:lnTo>
                  <a:close/>
                  <a:moveTo>
                    <a:pt x="13207" y="6102"/>
                  </a:moveTo>
                  <a:lnTo>
                    <a:pt x="13477" y="6140"/>
                  </a:lnTo>
                  <a:lnTo>
                    <a:pt x="13593" y="6217"/>
                  </a:lnTo>
                  <a:lnTo>
                    <a:pt x="13670" y="6333"/>
                  </a:lnTo>
                  <a:lnTo>
                    <a:pt x="13130" y="6719"/>
                  </a:lnTo>
                  <a:lnTo>
                    <a:pt x="12782" y="7067"/>
                  </a:lnTo>
                  <a:lnTo>
                    <a:pt x="12705" y="7028"/>
                  </a:lnTo>
                  <a:lnTo>
                    <a:pt x="12666" y="6913"/>
                  </a:lnTo>
                  <a:lnTo>
                    <a:pt x="12628" y="6797"/>
                  </a:lnTo>
                  <a:lnTo>
                    <a:pt x="12628" y="6642"/>
                  </a:lnTo>
                  <a:lnTo>
                    <a:pt x="12666" y="6526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59" y="6179"/>
                  </a:lnTo>
                  <a:lnTo>
                    <a:pt x="12975" y="6140"/>
                  </a:lnTo>
                  <a:lnTo>
                    <a:pt x="13091" y="6102"/>
                  </a:lnTo>
                  <a:close/>
                  <a:moveTo>
                    <a:pt x="22166" y="6565"/>
                  </a:moveTo>
                  <a:lnTo>
                    <a:pt x="22281" y="6604"/>
                  </a:lnTo>
                  <a:lnTo>
                    <a:pt x="22436" y="6681"/>
                  </a:lnTo>
                  <a:lnTo>
                    <a:pt x="22629" y="6874"/>
                  </a:lnTo>
                  <a:lnTo>
                    <a:pt x="22783" y="7028"/>
                  </a:lnTo>
                  <a:lnTo>
                    <a:pt x="22861" y="7067"/>
                  </a:lnTo>
                  <a:lnTo>
                    <a:pt x="22899" y="7067"/>
                  </a:lnTo>
                  <a:lnTo>
                    <a:pt x="22976" y="7106"/>
                  </a:lnTo>
                  <a:lnTo>
                    <a:pt x="22938" y="7106"/>
                  </a:lnTo>
                  <a:lnTo>
                    <a:pt x="22552" y="7221"/>
                  </a:lnTo>
                  <a:lnTo>
                    <a:pt x="22166" y="7221"/>
                  </a:lnTo>
                  <a:lnTo>
                    <a:pt x="21779" y="7183"/>
                  </a:lnTo>
                  <a:lnTo>
                    <a:pt x="21393" y="7106"/>
                  </a:lnTo>
                  <a:lnTo>
                    <a:pt x="21470" y="6913"/>
                  </a:lnTo>
                  <a:lnTo>
                    <a:pt x="21625" y="6719"/>
                  </a:lnTo>
                  <a:lnTo>
                    <a:pt x="21779" y="6604"/>
                  </a:lnTo>
                  <a:lnTo>
                    <a:pt x="22011" y="6565"/>
                  </a:lnTo>
                  <a:close/>
                  <a:moveTo>
                    <a:pt x="12280" y="7376"/>
                  </a:moveTo>
                  <a:lnTo>
                    <a:pt x="12473" y="7415"/>
                  </a:lnTo>
                  <a:lnTo>
                    <a:pt x="12087" y="7955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24" y="8071"/>
                  </a:lnTo>
                  <a:lnTo>
                    <a:pt x="11624" y="7955"/>
                  </a:lnTo>
                  <a:lnTo>
                    <a:pt x="11662" y="7839"/>
                  </a:lnTo>
                  <a:lnTo>
                    <a:pt x="11701" y="7723"/>
                  </a:lnTo>
                  <a:lnTo>
                    <a:pt x="11778" y="7608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26" y="7415"/>
                  </a:lnTo>
                  <a:lnTo>
                    <a:pt x="12280" y="7376"/>
                  </a:lnTo>
                  <a:close/>
                  <a:moveTo>
                    <a:pt x="2240" y="9345"/>
                  </a:moveTo>
                  <a:lnTo>
                    <a:pt x="2356" y="9422"/>
                  </a:lnTo>
                  <a:lnTo>
                    <a:pt x="2433" y="9461"/>
                  </a:lnTo>
                  <a:lnTo>
                    <a:pt x="2511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588" y="10002"/>
                  </a:lnTo>
                  <a:lnTo>
                    <a:pt x="2124" y="9886"/>
                  </a:lnTo>
                  <a:lnTo>
                    <a:pt x="1622" y="9886"/>
                  </a:lnTo>
                  <a:lnTo>
                    <a:pt x="1661" y="9731"/>
                  </a:lnTo>
                  <a:lnTo>
                    <a:pt x="1738" y="9616"/>
                  </a:lnTo>
                  <a:lnTo>
                    <a:pt x="1815" y="9538"/>
                  </a:lnTo>
                  <a:lnTo>
                    <a:pt x="1893" y="9461"/>
                  </a:lnTo>
                  <a:lnTo>
                    <a:pt x="2009" y="9384"/>
                  </a:lnTo>
                  <a:lnTo>
                    <a:pt x="2124" y="9345"/>
                  </a:lnTo>
                  <a:close/>
                  <a:moveTo>
                    <a:pt x="11624" y="8998"/>
                  </a:moveTo>
                  <a:lnTo>
                    <a:pt x="11469" y="9500"/>
                  </a:lnTo>
                  <a:lnTo>
                    <a:pt x="11315" y="10002"/>
                  </a:lnTo>
                  <a:lnTo>
                    <a:pt x="11238" y="10272"/>
                  </a:lnTo>
                  <a:lnTo>
                    <a:pt x="11044" y="10079"/>
                  </a:lnTo>
                  <a:lnTo>
                    <a:pt x="10967" y="9809"/>
                  </a:lnTo>
                  <a:lnTo>
                    <a:pt x="10929" y="9693"/>
                  </a:lnTo>
                  <a:lnTo>
                    <a:pt x="10929" y="9577"/>
                  </a:lnTo>
                  <a:lnTo>
                    <a:pt x="10929" y="9422"/>
                  </a:lnTo>
                  <a:lnTo>
                    <a:pt x="11006" y="9307"/>
                  </a:lnTo>
                  <a:lnTo>
                    <a:pt x="11122" y="9152"/>
                  </a:lnTo>
                  <a:lnTo>
                    <a:pt x="11276" y="9036"/>
                  </a:lnTo>
                  <a:lnTo>
                    <a:pt x="11469" y="8998"/>
                  </a:lnTo>
                  <a:close/>
                  <a:moveTo>
                    <a:pt x="3746" y="9731"/>
                  </a:moveTo>
                  <a:lnTo>
                    <a:pt x="3901" y="9809"/>
                  </a:lnTo>
                  <a:lnTo>
                    <a:pt x="4017" y="9886"/>
                  </a:lnTo>
                  <a:lnTo>
                    <a:pt x="4094" y="10002"/>
                  </a:lnTo>
                  <a:lnTo>
                    <a:pt x="4132" y="10118"/>
                  </a:lnTo>
                  <a:lnTo>
                    <a:pt x="4171" y="10233"/>
                  </a:lnTo>
                  <a:lnTo>
                    <a:pt x="4132" y="10388"/>
                  </a:lnTo>
                  <a:lnTo>
                    <a:pt x="4094" y="10504"/>
                  </a:lnTo>
                  <a:lnTo>
                    <a:pt x="4017" y="10620"/>
                  </a:lnTo>
                  <a:lnTo>
                    <a:pt x="3862" y="10542"/>
                  </a:lnTo>
                  <a:lnTo>
                    <a:pt x="3476" y="10311"/>
                  </a:lnTo>
                  <a:lnTo>
                    <a:pt x="3051" y="10156"/>
                  </a:lnTo>
                  <a:lnTo>
                    <a:pt x="3128" y="10002"/>
                  </a:lnTo>
                  <a:lnTo>
                    <a:pt x="3244" y="9924"/>
                  </a:lnTo>
                  <a:lnTo>
                    <a:pt x="3360" y="9809"/>
                  </a:lnTo>
                  <a:lnTo>
                    <a:pt x="3476" y="9770"/>
                  </a:lnTo>
                  <a:lnTo>
                    <a:pt x="3630" y="9731"/>
                  </a:lnTo>
                  <a:close/>
                  <a:moveTo>
                    <a:pt x="4827" y="10620"/>
                  </a:moveTo>
                  <a:lnTo>
                    <a:pt x="4905" y="10658"/>
                  </a:lnTo>
                  <a:lnTo>
                    <a:pt x="4982" y="10697"/>
                  </a:lnTo>
                  <a:lnTo>
                    <a:pt x="5059" y="10774"/>
                  </a:lnTo>
                  <a:lnTo>
                    <a:pt x="5136" y="10851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59" y="11430"/>
                  </a:lnTo>
                  <a:lnTo>
                    <a:pt x="4403" y="10890"/>
                  </a:lnTo>
                  <a:lnTo>
                    <a:pt x="4441" y="10813"/>
                  </a:lnTo>
                  <a:lnTo>
                    <a:pt x="4480" y="10735"/>
                  </a:lnTo>
                  <a:lnTo>
                    <a:pt x="4634" y="10658"/>
                  </a:lnTo>
                  <a:lnTo>
                    <a:pt x="4827" y="10620"/>
                  </a:lnTo>
                  <a:close/>
                  <a:moveTo>
                    <a:pt x="11160" y="10620"/>
                  </a:moveTo>
                  <a:lnTo>
                    <a:pt x="10929" y="11199"/>
                  </a:lnTo>
                  <a:lnTo>
                    <a:pt x="10697" y="11739"/>
                  </a:lnTo>
                  <a:lnTo>
                    <a:pt x="10658" y="11701"/>
                  </a:lnTo>
                  <a:lnTo>
                    <a:pt x="10465" y="11508"/>
                  </a:lnTo>
                  <a:lnTo>
                    <a:pt x="10388" y="11315"/>
                  </a:lnTo>
                  <a:lnTo>
                    <a:pt x="10388" y="11122"/>
                  </a:lnTo>
                  <a:lnTo>
                    <a:pt x="10427" y="10967"/>
                  </a:lnTo>
                  <a:lnTo>
                    <a:pt x="10542" y="10774"/>
                  </a:lnTo>
                  <a:lnTo>
                    <a:pt x="10697" y="10658"/>
                  </a:lnTo>
                  <a:lnTo>
                    <a:pt x="10929" y="10620"/>
                  </a:lnTo>
                  <a:close/>
                  <a:moveTo>
                    <a:pt x="5947" y="11469"/>
                  </a:moveTo>
                  <a:lnTo>
                    <a:pt x="6063" y="11508"/>
                  </a:lnTo>
                  <a:lnTo>
                    <a:pt x="6140" y="11546"/>
                  </a:lnTo>
                  <a:lnTo>
                    <a:pt x="6218" y="11662"/>
                  </a:lnTo>
                  <a:lnTo>
                    <a:pt x="6295" y="11739"/>
                  </a:lnTo>
                  <a:lnTo>
                    <a:pt x="6372" y="11971"/>
                  </a:lnTo>
                  <a:lnTo>
                    <a:pt x="6411" y="12203"/>
                  </a:lnTo>
                  <a:lnTo>
                    <a:pt x="6372" y="12473"/>
                  </a:lnTo>
                  <a:lnTo>
                    <a:pt x="5870" y="12087"/>
                  </a:lnTo>
                  <a:lnTo>
                    <a:pt x="5407" y="11701"/>
                  </a:lnTo>
                  <a:lnTo>
                    <a:pt x="5445" y="11585"/>
                  </a:lnTo>
                  <a:lnTo>
                    <a:pt x="5523" y="11508"/>
                  </a:lnTo>
                  <a:lnTo>
                    <a:pt x="5638" y="11469"/>
                  </a:lnTo>
                  <a:close/>
                  <a:moveTo>
                    <a:pt x="10542" y="12048"/>
                  </a:moveTo>
                  <a:lnTo>
                    <a:pt x="10388" y="12280"/>
                  </a:lnTo>
                  <a:lnTo>
                    <a:pt x="10195" y="12550"/>
                  </a:lnTo>
                  <a:lnTo>
                    <a:pt x="9963" y="12743"/>
                  </a:lnTo>
                  <a:lnTo>
                    <a:pt x="9770" y="12936"/>
                  </a:lnTo>
                  <a:lnTo>
                    <a:pt x="9732" y="12859"/>
                  </a:lnTo>
                  <a:lnTo>
                    <a:pt x="9654" y="12666"/>
                  </a:lnTo>
                  <a:lnTo>
                    <a:pt x="9616" y="12473"/>
                  </a:lnTo>
                  <a:lnTo>
                    <a:pt x="9693" y="12319"/>
                  </a:lnTo>
                  <a:lnTo>
                    <a:pt x="9809" y="12203"/>
                  </a:lnTo>
                  <a:lnTo>
                    <a:pt x="9963" y="12126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37" y="12473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01" y="12821"/>
                  </a:lnTo>
                  <a:lnTo>
                    <a:pt x="7878" y="13014"/>
                  </a:lnTo>
                  <a:lnTo>
                    <a:pt x="7839" y="13207"/>
                  </a:lnTo>
                  <a:lnTo>
                    <a:pt x="7299" y="13014"/>
                  </a:lnTo>
                  <a:lnTo>
                    <a:pt x="6835" y="12743"/>
                  </a:lnTo>
                  <a:lnTo>
                    <a:pt x="6990" y="12589"/>
                  </a:lnTo>
                  <a:lnTo>
                    <a:pt x="7144" y="12512"/>
                  </a:lnTo>
                  <a:lnTo>
                    <a:pt x="7337" y="12473"/>
                  </a:lnTo>
                  <a:close/>
                  <a:moveTo>
                    <a:pt x="8843" y="12628"/>
                  </a:moveTo>
                  <a:lnTo>
                    <a:pt x="8921" y="12666"/>
                  </a:lnTo>
                  <a:lnTo>
                    <a:pt x="9075" y="12743"/>
                  </a:lnTo>
                  <a:lnTo>
                    <a:pt x="9191" y="12936"/>
                  </a:lnTo>
                  <a:lnTo>
                    <a:pt x="9230" y="13130"/>
                  </a:lnTo>
                  <a:lnTo>
                    <a:pt x="9230" y="13207"/>
                  </a:lnTo>
                  <a:lnTo>
                    <a:pt x="9036" y="13245"/>
                  </a:lnTo>
                  <a:lnTo>
                    <a:pt x="8805" y="13284"/>
                  </a:lnTo>
                  <a:lnTo>
                    <a:pt x="8303" y="13284"/>
                  </a:lnTo>
                  <a:lnTo>
                    <a:pt x="8303" y="13207"/>
                  </a:lnTo>
                  <a:lnTo>
                    <a:pt x="8303" y="13014"/>
                  </a:lnTo>
                  <a:lnTo>
                    <a:pt x="8419" y="12821"/>
                  </a:lnTo>
                  <a:lnTo>
                    <a:pt x="8534" y="12666"/>
                  </a:lnTo>
                  <a:lnTo>
                    <a:pt x="8650" y="12628"/>
                  </a:lnTo>
                  <a:close/>
                  <a:moveTo>
                    <a:pt x="22861" y="0"/>
                  </a:moveTo>
                  <a:lnTo>
                    <a:pt x="22822" y="78"/>
                  </a:lnTo>
                  <a:lnTo>
                    <a:pt x="22745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783" y="387"/>
                  </a:lnTo>
                  <a:lnTo>
                    <a:pt x="22822" y="387"/>
                  </a:lnTo>
                  <a:lnTo>
                    <a:pt x="22861" y="464"/>
                  </a:lnTo>
                  <a:lnTo>
                    <a:pt x="23015" y="618"/>
                  </a:lnTo>
                  <a:lnTo>
                    <a:pt x="22899" y="773"/>
                  </a:lnTo>
                  <a:lnTo>
                    <a:pt x="22783" y="927"/>
                  </a:lnTo>
                  <a:lnTo>
                    <a:pt x="22668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22" y="2240"/>
                  </a:lnTo>
                  <a:lnTo>
                    <a:pt x="23015" y="2395"/>
                  </a:lnTo>
                  <a:lnTo>
                    <a:pt x="23247" y="2472"/>
                  </a:lnTo>
                  <a:lnTo>
                    <a:pt x="23478" y="2510"/>
                  </a:lnTo>
                  <a:lnTo>
                    <a:pt x="23401" y="2704"/>
                  </a:lnTo>
                  <a:lnTo>
                    <a:pt x="23363" y="2897"/>
                  </a:lnTo>
                  <a:lnTo>
                    <a:pt x="23324" y="3090"/>
                  </a:lnTo>
                  <a:lnTo>
                    <a:pt x="23324" y="3244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862"/>
                  </a:lnTo>
                  <a:lnTo>
                    <a:pt x="23942" y="4016"/>
                  </a:lnTo>
                  <a:lnTo>
                    <a:pt x="23710" y="4209"/>
                  </a:lnTo>
                  <a:lnTo>
                    <a:pt x="23556" y="4480"/>
                  </a:lnTo>
                  <a:lnTo>
                    <a:pt x="23440" y="4750"/>
                  </a:lnTo>
                  <a:lnTo>
                    <a:pt x="23440" y="4866"/>
                  </a:lnTo>
                  <a:lnTo>
                    <a:pt x="23440" y="5020"/>
                  </a:lnTo>
                  <a:lnTo>
                    <a:pt x="23478" y="5252"/>
                  </a:lnTo>
                  <a:lnTo>
                    <a:pt x="23633" y="5484"/>
                  </a:lnTo>
                  <a:lnTo>
                    <a:pt x="23401" y="5484"/>
                  </a:lnTo>
                  <a:lnTo>
                    <a:pt x="23170" y="5561"/>
                  </a:lnTo>
                  <a:lnTo>
                    <a:pt x="22938" y="5677"/>
                  </a:lnTo>
                  <a:lnTo>
                    <a:pt x="22783" y="5870"/>
                  </a:lnTo>
                  <a:lnTo>
                    <a:pt x="22668" y="6102"/>
                  </a:lnTo>
                  <a:lnTo>
                    <a:pt x="22629" y="6333"/>
                  </a:lnTo>
                  <a:lnTo>
                    <a:pt x="22474" y="6256"/>
                  </a:lnTo>
                  <a:lnTo>
                    <a:pt x="22320" y="6217"/>
                  </a:lnTo>
                  <a:lnTo>
                    <a:pt x="21972" y="6217"/>
                  </a:lnTo>
                  <a:lnTo>
                    <a:pt x="21741" y="6256"/>
                  </a:lnTo>
                  <a:lnTo>
                    <a:pt x="21509" y="6411"/>
                  </a:lnTo>
                  <a:lnTo>
                    <a:pt x="21316" y="6565"/>
                  </a:lnTo>
                  <a:lnTo>
                    <a:pt x="21200" y="6758"/>
                  </a:lnTo>
                  <a:lnTo>
                    <a:pt x="21084" y="6449"/>
                  </a:lnTo>
                  <a:lnTo>
                    <a:pt x="20930" y="6140"/>
                  </a:lnTo>
                  <a:lnTo>
                    <a:pt x="20853" y="5986"/>
                  </a:lnTo>
                  <a:lnTo>
                    <a:pt x="20698" y="5870"/>
                  </a:lnTo>
                  <a:lnTo>
                    <a:pt x="20582" y="5793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42" y="5793"/>
                  </a:lnTo>
                  <a:lnTo>
                    <a:pt x="19887" y="5831"/>
                  </a:lnTo>
                  <a:lnTo>
                    <a:pt x="19733" y="5947"/>
                  </a:lnTo>
                  <a:lnTo>
                    <a:pt x="19694" y="5715"/>
                  </a:lnTo>
                  <a:lnTo>
                    <a:pt x="19617" y="5484"/>
                  </a:lnTo>
                  <a:lnTo>
                    <a:pt x="19462" y="5291"/>
                  </a:lnTo>
                  <a:lnTo>
                    <a:pt x="19347" y="5213"/>
                  </a:lnTo>
                  <a:lnTo>
                    <a:pt x="19231" y="5175"/>
                  </a:lnTo>
                  <a:lnTo>
                    <a:pt x="19038" y="5136"/>
                  </a:lnTo>
                  <a:lnTo>
                    <a:pt x="18806" y="5175"/>
                  </a:lnTo>
                  <a:lnTo>
                    <a:pt x="18613" y="5252"/>
                  </a:lnTo>
                  <a:lnTo>
                    <a:pt x="18458" y="5407"/>
                  </a:lnTo>
                  <a:lnTo>
                    <a:pt x="18458" y="5252"/>
                  </a:lnTo>
                  <a:lnTo>
                    <a:pt x="18420" y="5098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34"/>
                  </a:lnTo>
                  <a:lnTo>
                    <a:pt x="17957" y="4557"/>
                  </a:lnTo>
                  <a:lnTo>
                    <a:pt x="17802" y="4518"/>
                  </a:lnTo>
                  <a:lnTo>
                    <a:pt x="17493" y="4518"/>
                  </a:lnTo>
                  <a:lnTo>
                    <a:pt x="17377" y="4557"/>
                  </a:lnTo>
                  <a:lnTo>
                    <a:pt x="17223" y="4634"/>
                  </a:lnTo>
                  <a:lnTo>
                    <a:pt x="17107" y="4711"/>
                  </a:lnTo>
                  <a:lnTo>
                    <a:pt x="17030" y="4827"/>
                  </a:lnTo>
                  <a:lnTo>
                    <a:pt x="16875" y="5059"/>
                  </a:lnTo>
                  <a:lnTo>
                    <a:pt x="16759" y="4905"/>
                  </a:lnTo>
                  <a:lnTo>
                    <a:pt x="16605" y="4789"/>
                  </a:lnTo>
                  <a:lnTo>
                    <a:pt x="16451" y="4673"/>
                  </a:lnTo>
                  <a:lnTo>
                    <a:pt x="16257" y="4634"/>
                  </a:lnTo>
                  <a:lnTo>
                    <a:pt x="16103" y="4634"/>
                  </a:lnTo>
                  <a:lnTo>
                    <a:pt x="15910" y="4673"/>
                  </a:lnTo>
                  <a:lnTo>
                    <a:pt x="15755" y="4750"/>
                  </a:lnTo>
                  <a:lnTo>
                    <a:pt x="15640" y="4827"/>
                  </a:lnTo>
                  <a:lnTo>
                    <a:pt x="15524" y="4982"/>
                  </a:lnTo>
                  <a:lnTo>
                    <a:pt x="15447" y="5136"/>
                  </a:lnTo>
                  <a:lnTo>
                    <a:pt x="15408" y="5291"/>
                  </a:lnTo>
                  <a:lnTo>
                    <a:pt x="15374" y="5460"/>
                  </a:lnTo>
                  <a:lnTo>
                    <a:pt x="15331" y="5329"/>
                  </a:lnTo>
                  <a:lnTo>
                    <a:pt x="15176" y="5175"/>
                  </a:lnTo>
                  <a:lnTo>
                    <a:pt x="15022" y="5059"/>
                  </a:lnTo>
                  <a:lnTo>
                    <a:pt x="14829" y="4982"/>
                  </a:lnTo>
                  <a:lnTo>
                    <a:pt x="14597" y="4943"/>
                  </a:lnTo>
                  <a:lnTo>
                    <a:pt x="14404" y="4943"/>
                  </a:lnTo>
                  <a:lnTo>
                    <a:pt x="14249" y="5020"/>
                  </a:lnTo>
                  <a:lnTo>
                    <a:pt x="14134" y="5098"/>
                  </a:lnTo>
                  <a:lnTo>
                    <a:pt x="14018" y="5175"/>
                  </a:lnTo>
                  <a:lnTo>
                    <a:pt x="13941" y="5291"/>
                  </a:lnTo>
                  <a:lnTo>
                    <a:pt x="13825" y="5522"/>
                  </a:lnTo>
                  <a:lnTo>
                    <a:pt x="13747" y="5831"/>
                  </a:lnTo>
                  <a:lnTo>
                    <a:pt x="13593" y="5754"/>
                  </a:lnTo>
                  <a:lnTo>
                    <a:pt x="13361" y="5677"/>
                  </a:lnTo>
                  <a:lnTo>
                    <a:pt x="13130" y="5677"/>
                  </a:lnTo>
                  <a:lnTo>
                    <a:pt x="12937" y="5715"/>
                  </a:lnTo>
                  <a:lnTo>
                    <a:pt x="12705" y="5831"/>
                  </a:lnTo>
                  <a:lnTo>
                    <a:pt x="12589" y="5947"/>
                  </a:lnTo>
                  <a:lnTo>
                    <a:pt x="12473" y="6063"/>
                  </a:lnTo>
                  <a:lnTo>
                    <a:pt x="12396" y="6217"/>
                  </a:lnTo>
                  <a:lnTo>
                    <a:pt x="12357" y="6333"/>
                  </a:lnTo>
                  <a:lnTo>
                    <a:pt x="12319" y="6526"/>
                  </a:lnTo>
                  <a:lnTo>
                    <a:pt x="12319" y="6681"/>
                  </a:lnTo>
                  <a:lnTo>
                    <a:pt x="12357" y="6835"/>
                  </a:lnTo>
                  <a:lnTo>
                    <a:pt x="12396" y="6990"/>
                  </a:lnTo>
                  <a:lnTo>
                    <a:pt x="12126" y="7028"/>
                  </a:lnTo>
                  <a:lnTo>
                    <a:pt x="11894" y="7106"/>
                  </a:lnTo>
                  <a:lnTo>
                    <a:pt x="11662" y="7221"/>
                  </a:lnTo>
                  <a:lnTo>
                    <a:pt x="11469" y="7376"/>
                  </a:lnTo>
                  <a:lnTo>
                    <a:pt x="11392" y="7530"/>
                  </a:lnTo>
                  <a:lnTo>
                    <a:pt x="11315" y="7685"/>
                  </a:lnTo>
                  <a:lnTo>
                    <a:pt x="11276" y="7839"/>
                  </a:lnTo>
                  <a:lnTo>
                    <a:pt x="11276" y="7994"/>
                  </a:lnTo>
                  <a:lnTo>
                    <a:pt x="11276" y="8148"/>
                  </a:lnTo>
                  <a:lnTo>
                    <a:pt x="11315" y="8303"/>
                  </a:lnTo>
                  <a:lnTo>
                    <a:pt x="11392" y="8457"/>
                  </a:lnTo>
                  <a:lnTo>
                    <a:pt x="11469" y="8573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20" y="9229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02"/>
                  </a:lnTo>
                  <a:lnTo>
                    <a:pt x="10851" y="10233"/>
                  </a:lnTo>
                  <a:lnTo>
                    <a:pt x="10620" y="10272"/>
                  </a:lnTo>
                  <a:lnTo>
                    <a:pt x="10388" y="10388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40" y="11006"/>
                  </a:lnTo>
                  <a:lnTo>
                    <a:pt x="10040" y="11237"/>
                  </a:lnTo>
                  <a:lnTo>
                    <a:pt x="10079" y="11469"/>
                  </a:lnTo>
                  <a:lnTo>
                    <a:pt x="10156" y="11701"/>
                  </a:lnTo>
                  <a:lnTo>
                    <a:pt x="9925" y="11739"/>
                  </a:lnTo>
                  <a:lnTo>
                    <a:pt x="9693" y="11817"/>
                  </a:lnTo>
                  <a:lnTo>
                    <a:pt x="9500" y="11971"/>
                  </a:lnTo>
                  <a:lnTo>
                    <a:pt x="9423" y="12087"/>
                  </a:lnTo>
                  <a:lnTo>
                    <a:pt x="9345" y="12203"/>
                  </a:lnTo>
                  <a:lnTo>
                    <a:pt x="9307" y="12319"/>
                  </a:lnTo>
                  <a:lnTo>
                    <a:pt x="9307" y="12473"/>
                  </a:lnTo>
                  <a:lnTo>
                    <a:pt x="9152" y="12357"/>
                  </a:lnTo>
                  <a:lnTo>
                    <a:pt x="9036" y="12319"/>
                  </a:lnTo>
                  <a:lnTo>
                    <a:pt x="8882" y="12280"/>
                  </a:lnTo>
                  <a:lnTo>
                    <a:pt x="8689" y="12280"/>
                  </a:lnTo>
                  <a:lnTo>
                    <a:pt x="8534" y="12319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48" y="12705"/>
                  </a:lnTo>
                  <a:lnTo>
                    <a:pt x="8071" y="12550"/>
                  </a:lnTo>
                  <a:lnTo>
                    <a:pt x="7994" y="12434"/>
                  </a:lnTo>
                  <a:lnTo>
                    <a:pt x="7839" y="12319"/>
                  </a:lnTo>
                  <a:lnTo>
                    <a:pt x="7724" y="12241"/>
                  </a:lnTo>
                  <a:lnTo>
                    <a:pt x="7453" y="12164"/>
                  </a:lnTo>
                  <a:lnTo>
                    <a:pt x="7222" y="12164"/>
                  </a:lnTo>
                  <a:lnTo>
                    <a:pt x="6990" y="12241"/>
                  </a:lnTo>
                  <a:lnTo>
                    <a:pt x="6758" y="12396"/>
                  </a:lnTo>
                  <a:lnTo>
                    <a:pt x="6758" y="12048"/>
                  </a:lnTo>
                  <a:lnTo>
                    <a:pt x="6720" y="11855"/>
                  </a:lnTo>
                  <a:lnTo>
                    <a:pt x="6681" y="11701"/>
                  </a:lnTo>
                  <a:lnTo>
                    <a:pt x="6604" y="11546"/>
                  </a:lnTo>
                  <a:lnTo>
                    <a:pt x="6488" y="11392"/>
                  </a:lnTo>
                  <a:lnTo>
                    <a:pt x="6372" y="11276"/>
                  </a:lnTo>
                  <a:lnTo>
                    <a:pt x="6218" y="11199"/>
                  </a:lnTo>
                  <a:lnTo>
                    <a:pt x="6063" y="11160"/>
                  </a:lnTo>
                  <a:lnTo>
                    <a:pt x="5870" y="11122"/>
                  </a:lnTo>
                  <a:lnTo>
                    <a:pt x="5677" y="11160"/>
                  </a:lnTo>
                  <a:lnTo>
                    <a:pt x="5523" y="11199"/>
                  </a:lnTo>
                  <a:lnTo>
                    <a:pt x="5523" y="10967"/>
                  </a:lnTo>
                  <a:lnTo>
                    <a:pt x="5445" y="10697"/>
                  </a:lnTo>
                  <a:lnTo>
                    <a:pt x="5291" y="10504"/>
                  </a:lnTo>
                  <a:lnTo>
                    <a:pt x="5214" y="10426"/>
                  </a:lnTo>
                  <a:lnTo>
                    <a:pt x="5098" y="10349"/>
                  </a:lnTo>
                  <a:lnTo>
                    <a:pt x="4943" y="10311"/>
                  </a:lnTo>
                  <a:lnTo>
                    <a:pt x="4673" y="10311"/>
                  </a:lnTo>
                  <a:lnTo>
                    <a:pt x="4519" y="10349"/>
                  </a:lnTo>
                  <a:lnTo>
                    <a:pt x="4519" y="10156"/>
                  </a:lnTo>
                  <a:lnTo>
                    <a:pt x="4480" y="9924"/>
                  </a:lnTo>
                  <a:lnTo>
                    <a:pt x="4364" y="9731"/>
                  </a:lnTo>
                  <a:lnTo>
                    <a:pt x="4210" y="9577"/>
                  </a:lnTo>
                  <a:lnTo>
                    <a:pt x="4055" y="9500"/>
                  </a:lnTo>
                  <a:lnTo>
                    <a:pt x="3901" y="9422"/>
                  </a:lnTo>
                  <a:lnTo>
                    <a:pt x="3553" y="9422"/>
                  </a:lnTo>
                  <a:lnTo>
                    <a:pt x="3399" y="9461"/>
                  </a:lnTo>
                  <a:lnTo>
                    <a:pt x="3244" y="9538"/>
                  </a:lnTo>
                  <a:lnTo>
                    <a:pt x="3128" y="9616"/>
                  </a:lnTo>
                  <a:lnTo>
                    <a:pt x="2974" y="9731"/>
                  </a:lnTo>
                  <a:lnTo>
                    <a:pt x="2974" y="9616"/>
                  </a:lnTo>
                  <a:lnTo>
                    <a:pt x="2897" y="9422"/>
                  </a:lnTo>
                  <a:lnTo>
                    <a:pt x="2742" y="9268"/>
                  </a:lnTo>
                  <a:lnTo>
                    <a:pt x="2588" y="9114"/>
                  </a:lnTo>
                  <a:lnTo>
                    <a:pt x="2433" y="9036"/>
                  </a:lnTo>
                  <a:lnTo>
                    <a:pt x="2202" y="8998"/>
                  </a:lnTo>
                  <a:lnTo>
                    <a:pt x="2009" y="8998"/>
                  </a:lnTo>
                  <a:lnTo>
                    <a:pt x="1815" y="9075"/>
                  </a:lnTo>
                  <a:lnTo>
                    <a:pt x="1661" y="9191"/>
                  </a:lnTo>
                  <a:lnTo>
                    <a:pt x="1545" y="9345"/>
                  </a:lnTo>
                  <a:lnTo>
                    <a:pt x="1429" y="9500"/>
                  </a:lnTo>
                  <a:lnTo>
                    <a:pt x="1352" y="9693"/>
                  </a:lnTo>
                  <a:lnTo>
                    <a:pt x="1352" y="9886"/>
                  </a:lnTo>
                  <a:lnTo>
                    <a:pt x="1120" y="9963"/>
                  </a:lnTo>
                  <a:lnTo>
                    <a:pt x="889" y="10040"/>
                  </a:lnTo>
                  <a:lnTo>
                    <a:pt x="696" y="10156"/>
                  </a:lnTo>
                  <a:lnTo>
                    <a:pt x="503" y="10311"/>
                  </a:lnTo>
                  <a:lnTo>
                    <a:pt x="348" y="10426"/>
                  </a:lnTo>
                  <a:lnTo>
                    <a:pt x="232" y="10581"/>
                  </a:lnTo>
                  <a:lnTo>
                    <a:pt x="78" y="10890"/>
                  </a:lnTo>
                  <a:lnTo>
                    <a:pt x="1" y="11199"/>
                  </a:lnTo>
                  <a:lnTo>
                    <a:pt x="1" y="11546"/>
                  </a:lnTo>
                  <a:lnTo>
                    <a:pt x="39" y="11894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8" y="12782"/>
                  </a:lnTo>
                  <a:lnTo>
                    <a:pt x="773" y="12898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13" y="13130"/>
                  </a:lnTo>
                  <a:lnTo>
                    <a:pt x="1700" y="13168"/>
                  </a:lnTo>
                  <a:lnTo>
                    <a:pt x="2086" y="13091"/>
                  </a:lnTo>
                  <a:lnTo>
                    <a:pt x="2472" y="12975"/>
                  </a:lnTo>
                  <a:lnTo>
                    <a:pt x="2781" y="12782"/>
                  </a:lnTo>
                  <a:lnTo>
                    <a:pt x="3090" y="12512"/>
                  </a:lnTo>
                  <a:lnTo>
                    <a:pt x="3360" y="12241"/>
                  </a:lnTo>
                  <a:lnTo>
                    <a:pt x="3592" y="12010"/>
                  </a:lnTo>
                  <a:lnTo>
                    <a:pt x="3515" y="11932"/>
                  </a:lnTo>
                  <a:lnTo>
                    <a:pt x="3515" y="11817"/>
                  </a:lnTo>
                  <a:lnTo>
                    <a:pt x="3437" y="11739"/>
                  </a:lnTo>
                  <a:lnTo>
                    <a:pt x="3321" y="11739"/>
                  </a:lnTo>
                  <a:lnTo>
                    <a:pt x="3283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8" y="12434"/>
                  </a:lnTo>
                  <a:lnTo>
                    <a:pt x="2317" y="12550"/>
                  </a:lnTo>
                  <a:lnTo>
                    <a:pt x="2009" y="12666"/>
                  </a:lnTo>
                  <a:lnTo>
                    <a:pt x="1738" y="12705"/>
                  </a:lnTo>
                  <a:lnTo>
                    <a:pt x="1429" y="12666"/>
                  </a:lnTo>
                  <a:lnTo>
                    <a:pt x="1120" y="12550"/>
                  </a:lnTo>
                  <a:lnTo>
                    <a:pt x="966" y="12434"/>
                  </a:lnTo>
                  <a:lnTo>
                    <a:pt x="812" y="12319"/>
                  </a:lnTo>
                  <a:lnTo>
                    <a:pt x="696" y="12203"/>
                  </a:lnTo>
                  <a:lnTo>
                    <a:pt x="580" y="12048"/>
                  </a:lnTo>
                  <a:lnTo>
                    <a:pt x="541" y="11855"/>
                  </a:lnTo>
                  <a:lnTo>
                    <a:pt x="503" y="11701"/>
                  </a:lnTo>
                  <a:lnTo>
                    <a:pt x="464" y="11546"/>
                  </a:lnTo>
                  <a:lnTo>
                    <a:pt x="464" y="11353"/>
                  </a:lnTo>
                  <a:lnTo>
                    <a:pt x="503" y="11199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35"/>
                  </a:lnTo>
                  <a:lnTo>
                    <a:pt x="889" y="10620"/>
                  </a:lnTo>
                  <a:lnTo>
                    <a:pt x="1043" y="10504"/>
                  </a:lnTo>
                  <a:lnTo>
                    <a:pt x="1236" y="10426"/>
                  </a:lnTo>
                  <a:lnTo>
                    <a:pt x="1429" y="10388"/>
                  </a:lnTo>
                  <a:lnTo>
                    <a:pt x="1700" y="10349"/>
                  </a:lnTo>
                  <a:lnTo>
                    <a:pt x="2279" y="10349"/>
                  </a:lnTo>
                  <a:lnTo>
                    <a:pt x="2588" y="10426"/>
                  </a:lnTo>
                  <a:lnTo>
                    <a:pt x="2858" y="10504"/>
                  </a:lnTo>
                  <a:lnTo>
                    <a:pt x="3128" y="10620"/>
                  </a:lnTo>
                  <a:lnTo>
                    <a:pt x="3630" y="10928"/>
                  </a:lnTo>
                  <a:lnTo>
                    <a:pt x="4132" y="11276"/>
                  </a:lnTo>
                  <a:lnTo>
                    <a:pt x="4634" y="11662"/>
                  </a:lnTo>
                  <a:lnTo>
                    <a:pt x="5523" y="12396"/>
                  </a:lnTo>
                  <a:lnTo>
                    <a:pt x="5870" y="12666"/>
                  </a:lnTo>
                  <a:lnTo>
                    <a:pt x="6256" y="12936"/>
                  </a:lnTo>
                  <a:lnTo>
                    <a:pt x="6681" y="13207"/>
                  </a:lnTo>
                  <a:lnTo>
                    <a:pt x="7106" y="13400"/>
                  </a:lnTo>
                  <a:lnTo>
                    <a:pt x="7530" y="13593"/>
                  </a:lnTo>
                  <a:lnTo>
                    <a:pt x="7994" y="13709"/>
                  </a:lnTo>
                  <a:lnTo>
                    <a:pt x="8419" y="13786"/>
                  </a:lnTo>
                  <a:lnTo>
                    <a:pt x="8921" y="13786"/>
                  </a:lnTo>
                  <a:lnTo>
                    <a:pt x="9345" y="13670"/>
                  </a:lnTo>
                  <a:lnTo>
                    <a:pt x="9693" y="13554"/>
                  </a:lnTo>
                  <a:lnTo>
                    <a:pt x="10040" y="13323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890" y="12473"/>
                  </a:lnTo>
                  <a:lnTo>
                    <a:pt x="11122" y="12087"/>
                  </a:lnTo>
                  <a:lnTo>
                    <a:pt x="11315" y="11739"/>
                  </a:lnTo>
                  <a:lnTo>
                    <a:pt x="11508" y="11199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6" y="9075"/>
                  </a:lnTo>
                  <a:lnTo>
                    <a:pt x="12319" y="8573"/>
                  </a:lnTo>
                  <a:lnTo>
                    <a:pt x="12589" y="8110"/>
                  </a:lnTo>
                  <a:lnTo>
                    <a:pt x="12937" y="7646"/>
                  </a:lnTo>
                  <a:lnTo>
                    <a:pt x="13245" y="7299"/>
                  </a:lnTo>
                  <a:lnTo>
                    <a:pt x="13632" y="6951"/>
                  </a:lnTo>
                  <a:lnTo>
                    <a:pt x="14018" y="6681"/>
                  </a:lnTo>
                  <a:lnTo>
                    <a:pt x="14443" y="6449"/>
                  </a:lnTo>
                  <a:lnTo>
                    <a:pt x="14867" y="6256"/>
                  </a:lnTo>
                  <a:lnTo>
                    <a:pt x="15331" y="6102"/>
                  </a:lnTo>
                  <a:lnTo>
                    <a:pt x="15794" y="5986"/>
                  </a:lnTo>
                  <a:lnTo>
                    <a:pt x="16296" y="5909"/>
                  </a:lnTo>
                  <a:lnTo>
                    <a:pt x="16875" y="5909"/>
                  </a:lnTo>
                  <a:lnTo>
                    <a:pt x="17455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565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2"/>
                  </a:lnTo>
                  <a:lnTo>
                    <a:pt x="21316" y="7608"/>
                  </a:lnTo>
                  <a:lnTo>
                    <a:pt x="21741" y="7723"/>
                  </a:lnTo>
                  <a:lnTo>
                    <a:pt x="22127" y="7762"/>
                  </a:lnTo>
                  <a:lnTo>
                    <a:pt x="22552" y="7723"/>
                  </a:lnTo>
                  <a:lnTo>
                    <a:pt x="22976" y="7646"/>
                  </a:lnTo>
                  <a:lnTo>
                    <a:pt x="23363" y="7492"/>
                  </a:lnTo>
                  <a:lnTo>
                    <a:pt x="23710" y="7260"/>
                  </a:lnTo>
                  <a:lnTo>
                    <a:pt x="24058" y="6990"/>
                  </a:lnTo>
                  <a:lnTo>
                    <a:pt x="24328" y="6642"/>
                  </a:lnTo>
                  <a:lnTo>
                    <a:pt x="24560" y="6295"/>
                  </a:lnTo>
                  <a:lnTo>
                    <a:pt x="24753" y="5909"/>
                  </a:lnTo>
                  <a:lnTo>
                    <a:pt x="24869" y="5484"/>
                  </a:lnTo>
                  <a:lnTo>
                    <a:pt x="24946" y="5059"/>
                  </a:lnTo>
                  <a:lnTo>
                    <a:pt x="24984" y="4634"/>
                  </a:lnTo>
                  <a:lnTo>
                    <a:pt x="24984" y="4171"/>
                  </a:lnTo>
                  <a:lnTo>
                    <a:pt x="24946" y="3707"/>
                  </a:lnTo>
                  <a:lnTo>
                    <a:pt x="24869" y="3283"/>
                  </a:lnTo>
                  <a:lnTo>
                    <a:pt x="24753" y="2819"/>
                  </a:lnTo>
                  <a:lnTo>
                    <a:pt x="24637" y="2395"/>
                  </a:lnTo>
                  <a:lnTo>
                    <a:pt x="24444" y="1970"/>
                  </a:lnTo>
                  <a:lnTo>
                    <a:pt x="24251" y="1545"/>
                  </a:lnTo>
                  <a:lnTo>
                    <a:pt x="24019" y="1159"/>
                  </a:lnTo>
                  <a:lnTo>
                    <a:pt x="23787" y="811"/>
                  </a:lnTo>
                  <a:lnTo>
                    <a:pt x="23942" y="348"/>
                  </a:lnTo>
                  <a:lnTo>
                    <a:pt x="23556" y="232"/>
                  </a:lnTo>
                  <a:lnTo>
                    <a:pt x="23170" y="78"/>
                  </a:lnTo>
                  <a:lnTo>
                    <a:pt x="23131" y="39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6" name="Google Shape;3396;p15"/>
            <p:cNvSpPr/>
            <p:nvPr/>
          </p:nvSpPr>
          <p:spPr>
            <a:xfrm>
              <a:off x="5955050" y="3275975"/>
              <a:ext cx="152550" cy="277075"/>
            </a:xfrm>
            <a:custGeom>
              <a:avLst/>
              <a:gdLst/>
              <a:ahLst/>
              <a:cxnLst/>
              <a:rect l="l" t="t" r="r" b="b"/>
              <a:pathLst>
                <a:path w="6102" h="11083" extrusionOk="0">
                  <a:moveTo>
                    <a:pt x="3553" y="0"/>
                  </a:moveTo>
                  <a:lnTo>
                    <a:pt x="3398" y="463"/>
                  </a:lnTo>
                  <a:lnTo>
                    <a:pt x="3746" y="656"/>
                  </a:lnTo>
                  <a:lnTo>
                    <a:pt x="4093" y="888"/>
                  </a:lnTo>
                  <a:lnTo>
                    <a:pt x="4364" y="1158"/>
                  </a:lnTo>
                  <a:lnTo>
                    <a:pt x="4634" y="1467"/>
                  </a:lnTo>
                  <a:lnTo>
                    <a:pt x="4866" y="1776"/>
                  </a:lnTo>
                  <a:lnTo>
                    <a:pt x="5059" y="2124"/>
                  </a:lnTo>
                  <a:lnTo>
                    <a:pt x="5213" y="2471"/>
                  </a:lnTo>
                  <a:lnTo>
                    <a:pt x="5368" y="2819"/>
                  </a:lnTo>
                  <a:lnTo>
                    <a:pt x="5445" y="3205"/>
                  </a:lnTo>
                  <a:lnTo>
                    <a:pt x="5522" y="3630"/>
                  </a:lnTo>
                  <a:lnTo>
                    <a:pt x="5561" y="4016"/>
                  </a:lnTo>
                  <a:lnTo>
                    <a:pt x="5561" y="4441"/>
                  </a:lnTo>
                  <a:lnTo>
                    <a:pt x="5561" y="4827"/>
                  </a:lnTo>
                  <a:lnTo>
                    <a:pt x="5522" y="5252"/>
                  </a:lnTo>
                  <a:lnTo>
                    <a:pt x="5406" y="5638"/>
                  </a:lnTo>
                  <a:lnTo>
                    <a:pt x="5290" y="6024"/>
                  </a:lnTo>
                  <a:lnTo>
                    <a:pt x="5136" y="6449"/>
                  </a:lnTo>
                  <a:lnTo>
                    <a:pt x="4943" y="6873"/>
                  </a:lnTo>
                  <a:lnTo>
                    <a:pt x="4711" y="7298"/>
                  </a:lnTo>
                  <a:lnTo>
                    <a:pt x="4480" y="7684"/>
                  </a:lnTo>
                  <a:lnTo>
                    <a:pt x="4209" y="8070"/>
                  </a:lnTo>
                  <a:lnTo>
                    <a:pt x="3900" y="8418"/>
                  </a:lnTo>
                  <a:lnTo>
                    <a:pt x="3591" y="8727"/>
                  </a:lnTo>
                  <a:lnTo>
                    <a:pt x="3244" y="9036"/>
                  </a:lnTo>
                  <a:lnTo>
                    <a:pt x="2896" y="9345"/>
                  </a:lnTo>
                  <a:lnTo>
                    <a:pt x="2549" y="9615"/>
                  </a:lnTo>
                  <a:lnTo>
                    <a:pt x="2124" y="9847"/>
                  </a:lnTo>
                  <a:lnTo>
                    <a:pt x="1738" y="10078"/>
                  </a:lnTo>
                  <a:lnTo>
                    <a:pt x="1313" y="10272"/>
                  </a:lnTo>
                  <a:lnTo>
                    <a:pt x="888" y="10426"/>
                  </a:lnTo>
                  <a:lnTo>
                    <a:pt x="464" y="10542"/>
                  </a:lnTo>
                  <a:lnTo>
                    <a:pt x="0" y="10658"/>
                  </a:lnTo>
                  <a:lnTo>
                    <a:pt x="77" y="11082"/>
                  </a:lnTo>
                  <a:lnTo>
                    <a:pt x="579" y="10967"/>
                  </a:lnTo>
                  <a:lnTo>
                    <a:pt x="1081" y="10851"/>
                  </a:lnTo>
                  <a:lnTo>
                    <a:pt x="1583" y="10696"/>
                  </a:lnTo>
                  <a:lnTo>
                    <a:pt x="2047" y="10465"/>
                  </a:lnTo>
                  <a:lnTo>
                    <a:pt x="2510" y="10233"/>
                  </a:lnTo>
                  <a:lnTo>
                    <a:pt x="2935" y="9963"/>
                  </a:lnTo>
                  <a:lnTo>
                    <a:pt x="3360" y="9654"/>
                  </a:lnTo>
                  <a:lnTo>
                    <a:pt x="3784" y="9306"/>
                  </a:lnTo>
                  <a:lnTo>
                    <a:pt x="4132" y="8959"/>
                  </a:lnTo>
                  <a:lnTo>
                    <a:pt x="4480" y="8572"/>
                  </a:lnTo>
                  <a:lnTo>
                    <a:pt x="4788" y="8148"/>
                  </a:lnTo>
                  <a:lnTo>
                    <a:pt x="5097" y="7723"/>
                  </a:lnTo>
                  <a:lnTo>
                    <a:pt x="5329" y="7260"/>
                  </a:lnTo>
                  <a:lnTo>
                    <a:pt x="5561" y="6796"/>
                  </a:lnTo>
                  <a:lnTo>
                    <a:pt x="5754" y="6294"/>
                  </a:lnTo>
                  <a:lnTo>
                    <a:pt x="5908" y="5792"/>
                  </a:lnTo>
                  <a:lnTo>
                    <a:pt x="5986" y="5367"/>
                  </a:lnTo>
                  <a:lnTo>
                    <a:pt x="6063" y="4943"/>
                  </a:lnTo>
                  <a:lnTo>
                    <a:pt x="6101" y="4518"/>
                  </a:lnTo>
                  <a:lnTo>
                    <a:pt x="6063" y="4093"/>
                  </a:lnTo>
                  <a:lnTo>
                    <a:pt x="6024" y="3668"/>
                  </a:lnTo>
                  <a:lnTo>
                    <a:pt x="5986" y="3244"/>
                  </a:lnTo>
                  <a:lnTo>
                    <a:pt x="5870" y="2858"/>
                  </a:lnTo>
                  <a:lnTo>
                    <a:pt x="5715" y="2433"/>
                  </a:lnTo>
                  <a:lnTo>
                    <a:pt x="5561" y="2047"/>
                  </a:lnTo>
                  <a:lnTo>
                    <a:pt x="5368" y="1699"/>
                  </a:lnTo>
                  <a:lnTo>
                    <a:pt x="5136" y="1352"/>
                  </a:lnTo>
                  <a:lnTo>
                    <a:pt x="4866" y="1043"/>
                  </a:lnTo>
                  <a:lnTo>
                    <a:pt x="4595" y="734"/>
                  </a:lnTo>
                  <a:lnTo>
                    <a:pt x="4286" y="463"/>
                  </a:lnTo>
                  <a:lnTo>
                    <a:pt x="3939" y="232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7" name="Google Shape;3397;p15"/>
            <p:cNvSpPr/>
            <p:nvPr/>
          </p:nvSpPr>
          <p:spPr>
            <a:xfrm>
              <a:off x="369400" y="3292375"/>
              <a:ext cx="35750" cy="31875"/>
            </a:xfrm>
            <a:custGeom>
              <a:avLst/>
              <a:gdLst/>
              <a:ahLst/>
              <a:cxnLst/>
              <a:rect l="l" t="t" r="r" b="b"/>
              <a:pathLst>
                <a:path w="1430" h="1275" extrusionOk="0">
                  <a:moveTo>
                    <a:pt x="618" y="0"/>
                  </a:moveTo>
                  <a:lnTo>
                    <a:pt x="425" y="39"/>
                  </a:lnTo>
                  <a:lnTo>
                    <a:pt x="271" y="116"/>
                  </a:lnTo>
                  <a:lnTo>
                    <a:pt x="116" y="271"/>
                  </a:lnTo>
                  <a:lnTo>
                    <a:pt x="39" y="464"/>
                  </a:lnTo>
                  <a:lnTo>
                    <a:pt x="1" y="657"/>
                  </a:lnTo>
                  <a:lnTo>
                    <a:pt x="39" y="850"/>
                  </a:lnTo>
                  <a:lnTo>
                    <a:pt x="116" y="1004"/>
                  </a:lnTo>
                  <a:lnTo>
                    <a:pt x="271" y="1159"/>
                  </a:lnTo>
                  <a:lnTo>
                    <a:pt x="425" y="1236"/>
                  </a:lnTo>
                  <a:lnTo>
                    <a:pt x="618" y="1275"/>
                  </a:lnTo>
                  <a:lnTo>
                    <a:pt x="812" y="1236"/>
                  </a:lnTo>
                  <a:lnTo>
                    <a:pt x="850" y="1198"/>
                  </a:lnTo>
                  <a:lnTo>
                    <a:pt x="889" y="1120"/>
                  </a:lnTo>
                  <a:lnTo>
                    <a:pt x="812" y="1043"/>
                  </a:lnTo>
                  <a:lnTo>
                    <a:pt x="734" y="1004"/>
                  </a:lnTo>
                  <a:lnTo>
                    <a:pt x="657" y="1004"/>
                  </a:lnTo>
                  <a:lnTo>
                    <a:pt x="541" y="966"/>
                  </a:lnTo>
                  <a:lnTo>
                    <a:pt x="464" y="889"/>
                  </a:lnTo>
                  <a:lnTo>
                    <a:pt x="425" y="811"/>
                  </a:lnTo>
                  <a:lnTo>
                    <a:pt x="387" y="696"/>
                  </a:lnTo>
                  <a:lnTo>
                    <a:pt x="425" y="618"/>
                  </a:lnTo>
                  <a:lnTo>
                    <a:pt x="464" y="502"/>
                  </a:lnTo>
                  <a:lnTo>
                    <a:pt x="541" y="425"/>
                  </a:lnTo>
                  <a:lnTo>
                    <a:pt x="618" y="387"/>
                  </a:lnTo>
                  <a:lnTo>
                    <a:pt x="812" y="387"/>
                  </a:lnTo>
                  <a:lnTo>
                    <a:pt x="927" y="464"/>
                  </a:lnTo>
                  <a:lnTo>
                    <a:pt x="1082" y="618"/>
                  </a:lnTo>
                  <a:lnTo>
                    <a:pt x="1198" y="657"/>
                  </a:lnTo>
                  <a:lnTo>
                    <a:pt x="1275" y="696"/>
                  </a:lnTo>
                  <a:lnTo>
                    <a:pt x="1352" y="696"/>
                  </a:lnTo>
                  <a:lnTo>
                    <a:pt x="1391" y="657"/>
                  </a:lnTo>
                  <a:lnTo>
                    <a:pt x="1429" y="541"/>
                  </a:lnTo>
                  <a:lnTo>
                    <a:pt x="1391" y="464"/>
                  </a:lnTo>
                  <a:lnTo>
                    <a:pt x="1352" y="348"/>
                  </a:lnTo>
                  <a:lnTo>
                    <a:pt x="1198" y="194"/>
                  </a:lnTo>
                  <a:lnTo>
                    <a:pt x="1005" y="78"/>
                  </a:lnTo>
                  <a:lnTo>
                    <a:pt x="81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8" name="Google Shape;3398;p15"/>
            <p:cNvSpPr/>
            <p:nvPr/>
          </p:nvSpPr>
          <p:spPr>
            <a:xfrm>
              <a:off x="6549700" y="3335825"/>
              <a:ext cx="85000" cy="94625"/>
            </a:xfrm>
            <a:custGeom>
              <a:avLst/>
              <a:gdLst/>
              <a:ahLst/>
              <a:cxnLst/>
              <a:rect l="l" t="t" r="r" b="b"/>
              <a:pathLst>
                <a:path w="3400" h="3785" extrusionOk="0">
                  <a:moveTo>
                    <a:pt x="78" y="0"/>
                  </a:moveTo>
                  <a:lnTo>
                    <a:pt x="1" y="77"/>
                  </a:lnTo>
                  <a:lnTo>
                    <a:pt x="1" y="116"/>
                  </a:lnTo>
                  <a:lnTo>
                    <a:pt x="349" y="888"/>
                  </a:lnTo>
                  <a:lnTo>
                    <a:pt x="812" y="1661"/>
                  </a:lnTo>
                  <a:lnTo>
                    <a:pt x="1275" y="2394"/>
                  </a:lnTo>
                  <a:lnTo>
                    <a:pt x="1739" y="3089"/>
                  </a:lnTo>
                  <a:lnTo>
                    <a:pt x="2009" y="3437"/>
                  </a:lnTo>
                  <a:lnTo>
                    <a:pt x="2202" y="3553"/>
                  </a:lnTo>
                  <a:lnTo>
                    <a:pt x="2395" y="3669"/>
                  </a:lnTo>
                  <a:lnTo>
                    <a:pt x="2588" y="3746"/>
                  </a:lnTo>
                  <a:lnTo>
                    <a:pt x="2781" y="3784"/>
                  </a:lnTo>
                  <a:lnTo>
                    <a:pt x="3013" y="3707"/>
                  </a:lnTo>
                  <a:lnTo>
                    <a:pt x="3206" y="3591"/>
                  </a:lnTo>
                  <a:lnTo>
                    <a:pt x="3322" y="3437"/>
                  </a:lnTo>
                  <a:lnTo>
                    <a:pt x="3399" y="3244"/>
                  </a:lnTo>
                  <a:lnTo>
                    <a:pt x="3399" y="3089"/>
                  </a:lnTo>
                  <a:lnTo>
                    <a:pt x="3399" y="2896"/>
                  </a:lnTo>
                  <a:lnTo>
                    <a:pt x="3360" y="2703"/>
                  </a:lnTo>
                  <a:lnTo>
                    <a:pt x="3283" y="2510"/>
                  </a:lnTo>
                  <a:lnTo>
                    <a:pt x="3129" y="2163"/>
                  </a:lnTo>
                  <a:lnTo>
                    <a:pt x="2936" y="2240"/>
                  </a:lnTo>
                  <a:lnTo>
                    <a:pt x="3052" y="2587"/>
                  </a:lnTo>
                  <a:lnTo>
                    <a:pt x="3090" y="2742"/>
                  </a:lnTo>
                  <a:lnTo>
                    <a:pt x="3129" y="2858"/>
                  </a:lnTo>
                  <a:lnTo>
                    <a:pt x="2897" y="3012"/>
                  </a:lnTo>
                  <a:lnTo>
                    <a:pt x="2665" y="3128"/>
                  </a:lnTo>
                  <a:lnTo>
                    <a:pt x="2511" y="3205"/>
                  </a:lnTo>
                  <a:lnTo>
                    <a:pt x="2318" y="3205"/>
                  </a:lnTo>
                  <a:lnTo>
                    <a:pt x="2202" y="3167"/>
                  </a:lnTo>
                  <a:lnTo>
                    <a:pt x="2048" y="3089"/>
                  </a:lnTo>
                  <a:lnTo>
                    <a:pt x="1932" y="2935"/>
                  </a:lnTo>
                  <a:lnTo>
                    <a:pt x="1855" y="2742"/>
                  </a:lnTo>
                  <a:lnTo>
                    <a:pt x="1700" y="2510"/>
                  </a:lnTo>
                  <a:lnTo>
                    <a:pt x="1082" y="1506"/>
                  </a:lnTo>
                  <a:lnTo>
                    <a:pt x="619" y="772"/>
                  </a:lnTo>
                  <a:lnTo>
                    <a:pt x="387" y="386"/>
                  </a:lnTo>
                  <a:lnTo>
                    <a:pt x="117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9" name="Google Shape;3399;p15"/>
            <p:cNvSpPr/>
            <p:nvPr/>
          </p:nvSpPr>
          <p:spPr>
            <a:xfrm>
              <a:off x="2268300" y="338120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70"/>
                  </a:lnTo>
                  <a:lnTo>
                    <a:pt x="1120" y="463"/>
                  </a:lnTo>
                  <a:lnTo>
                    <a:pt x="850" y="656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64"/>
                  </a:lnTo>
                  <a:lnTo>
                    <a:pt x="0" y="3051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90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68"/>
                  </a:lnTo>
                  <a:lnTo>
                    <a:pt x="502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815"/>
                  </a:lnTo>
                  <a:lnTo>
                    <a:pt x="888" y="1583"/>
                  </a:lnTo>
                  <a:lnTo>
                    <a:pt x="1043" y="1352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2"/>
                  </a:lnTo>
                  <a:lnTo>
                    <a:pt x="1892" y="656"/>
                  </a:lnTo>
                  <a:lnTo>
                    <a:pt x="2124" y="579"/>
                  </a:lnTo>
                  <a:lnTo>
                    <a:pt x="2433" y="541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2"/>
                  </a:lnTo>
                  <a:lnTo>
                    <a:pt x="3360" y="965"/>
                  </a:lnTo>
                  <a:lnTo>
                    <a:pt x="3514" y="1158"/>
                  </a:lnTo>
                  <a:lnTo>
                    <a:pt x="3591" y="1390"/>
                  </a:lnTo>
                  <a:lnTo>
                    <a:pt x="3668" y="1660"/>
                  </a:lnTo>
                  <a:lnTo>
                    <a:pt x="4132" y="1583"/>
                  </a:lnTo>
                  <a:lnTo>
                    <a:pt x="4016" y="1197"/>
                  </a:lnTo>
                  <a:lnTo>
                    <a:pt x="3823" y="811"/>
                  </a:lnTo>
                  <a:lnTo>
                    <a:pt x="3630" y="541"/>
                  </a:lnTo>
                  <a:lnTo>
                    <a:pt x="3398" y="270"/>
                  </a:lnTo>
                  <a:lnTo>
                    <a:pt x="3244" y="193"/>
                  </a:lnTo>
                  <a:lnTo>
                    <a:pt x="3089" y="116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0" name="Google Shape;3400;p15"/>
            <p:cNvSpPr/>
            <p:nvPr/>
          </p:nvSpPr>
          <p:spPr>
            <a:xfrm>
              <a:off x="2133125" y="3382150"/>
              <a:ext cx="437350" cy="302200"/>
            </a:xfrm>
            <a:custGeom>
              <a:avLst/>
              <a:gdLst/>
              <a:ahLst/>
              <a:cxnLst/>
              <a:rect l="l" t="t" r="r" b="b"/>
              <a:pathLst>
                <a:path w="17494" h="12088" extrusionOk="0">
                  <a:moveTo>
                    <a:pt x="12087" y="541"/>
                  </a:moveTo>
                  <a:lnTo>
                    <a:pt x="12203" y="580"/>
                  </a:lnTo>
                  <a:lnTo>
                    <a:pt x="12319" y="657"/>
                  </a:lnTo>
                  <a:lnTo>
                    <a:pt x="12628" y="889"/>
                  </a:lnTo>
                  <a:lnTo>
                    <a:pt x="12898" y="1159"/>
                  </a:lnTo>
                  <a:lnTo>
                    <a:pt x="13130" y="1507"/>
                  </a:lnTo>
                  <a:lnTo>
                    <a:pt x="13323" y="1893"/>
                  </a:lnTo>
                  <a:lnTo>
                    <a:pt x="13478" y="2279"/>
                  </a:lnTo>
                  <a:lnTo>
                    <a:pt x="13632" y="2665"/>
                  </a:lnTo>
                  <a:lnTo>
                    <a:pt x="13825" y="3476"/>
                  </a:lnTo>
                  <a:lnTo>
                    <a:pt x="13091" y="3013"/>
                  </a:lnTo>
                  <a:lnTo>
                    <a:pt x="12705" y="2781"/>
                  </a:lnTo>
                  <a:lnTo>
                    <a:pt x="12358" y="2511"/>
                  </a:lnTo>
                  <a:lnTo>
                    <a:pt x="12010" y="2124"/>
                  </a:lnTo>
                  <a:lnTo>
                    <a:pt x="11817" y="1931"/>
                  </a:lnTo>
                  <a:lnTo>
                    <a:pt x="11663" y="1738"/>
                  </a:lnTo>
                  <a:lnTo>
                    <a:pt x="11508" y="1429"/>
                  </a:lnTo>
                  <a:lnTo>
                    <a:pt x="11431" y="1082"/>
                  </a:lnTo>
                  <a:lnTo>
                    <a:pt x="11663" y="734"/>
                  </a:lnTo>
                  <a:lnTo>
                    <a:pt x="11779" y="618"/>
                  </a:lnTo>
                  <a:lnTo>
                    <a:pt x="11856" y="541"/>
                  </a:lnTo>
                  <a:close/>
                  <a:moveTo>
                    <a:pt x="16296" y="1622"/>
                  </a:moveTo>
                  <a:lnTo>
                    <a:pt x="16412" y="1661"/>
                  </a:lnTo>
                  <a:lnTo>
                    <a:pt x="16490" y="1738"/>
                  </a:lnTo>
                  <a:lnTo>
                    <a:pt x="16567" y="1854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56"/>
                  </a:lnTo>
                  <a:lnTo>
                    <a:pt x="16605" y="2511"/>
                  </a:lnTo>
                  <a:lnTo>
                    <a:pt x="16528" y="2704"/>
                  </a:lnTo>
                  <a:lnTo>
                    <a:pt x="16412" y="2820"/>
                  </a:lnTo>
                  <a:lnTo>
                    <a:pt x="16296" y="2974"/>
                  </a:lnTo>
                  <a:lnTo>
                    <a:pt x="15949" y="3206"/>
                  </a:lnTo>
                  <a:lnTo>
                    <a:pt x="15563" y="3399"/>
                  </a:lnTo>
                  <a:lnTo>
                    <a:pt x="15138" y="3553"/>
                  </a:lnTo>
                  <a:lnTo>
                    <a:pt x="14713" y="3669"/>
                  </a:lnTo>
                  <a:lnTo>
                    <a:pt x="14366" y="3746"/>
                  </a:lnTo>
                  <a:lnTo>
                    <a:pt x="14482" y="3360"/>
                  </a:lnTo>
                  <a:lnTo>
                    <a:pt x="14636" y="2974"/>
                  </a:lnTo>
                  <a:lnTo>
                    <a:pt x="14829" y="2626"/>
                  </a:lnTo>
                  <a:lnTo>
                    <a:pt x="15099" y="2279"/>
                  </a:lnTo>
                  <a:lnTo>
                    <a:pt x="15408" y="1970"/>
                  </a:lnTo>
                  <a:lnTo>
                    <a:pt x="15640" y="1816"/>
                  </a:lnTo>
                  <a:lnTo>
                    <a:pt x="15872" y="1700"/>
                  </a:lnTo>
                  <a:lnTo>
                    <a:pt x="16103" y="1622"/>
                  </a:lnTo>
                  <a:close/>
                  <a:moveTo>
                    <a:pt x="13864" y="4287"/>
                  </a:moveTo>
                  <a:lnTo>
                    <a:pt x="13671" y="4557"/>
                  </a:lnTo>
                  <a:lnTo>
                    <a:pt x="13478" y="4789"/>
                  </a:lnTo>
                  <a:lnTo>
                    <a:pt x="13246" y="5021"/>
                  </a:lnTo>
                  <a:lnTo>
                    <a:pt x="13014" y="5252"/>
                  </a:lnTo>
                  <a:lnTo>
                    <a:pt x="12667" y="5484"/>
                  </a:lnTo>
                  <a:lnTo>
                    <a:pt x="12165" y="5793"/>
                  </a:lnTo>
                  <a:lnTo>
                    <a:pt x="11894" y="5909"/>
                  </a:lnTo>
                  <a:lnTo>
                    <a:pt x="11624" y="5986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5" y="5870"/>
                  </a:lnTo>
                  <a:lnTo>
                    <a:pt x="10968" y="5793"/>
                  </a:lnTo>
                  <a:lnTo>
                    <a:pt x="10929" y="5716"/>
                  </a:lnTo>
                  <a:lnTo>
                    <a:pt x="10890" y="5638"/>
                  </a:lnTo>
                  <a:lnTo>
                    <a:pt x="10890" y="5445"/>
                  </a:lnTo>
                  <a:lnTo>
                    <a:pt x="10968" y="5291"/>
                  </a:lnTo>
                  <a:lnTo>
                    <a:pt x="11122" y="5098"/>
                  </a:lnTo>
                  <a:lnTo>
                    <a:pt x="11277" y="4982"/>
                  </a:lnTo>
                  <a:lnTo>
                    <a:pt x="11547" y="4750"/>
                  </a:lnTo>
                  <a:lnTo>
                    <a:pt x="11817" y="4673"/>
                  </a:lnTo>
                  <a:lnTo>
                    <a:pt x="12087" y="4557"/>
                  </a:lnTo>
                  <a:lnTo>
                    <a:pt x="12628" y="4480"/>
                  </a:lnTo>
                  <a:lnTo>
                    <a:pt x="13246" y="4403"/>
                  </a:lnTo>
                  <a:lnTo>
                    <a:pt x="13555" y="4364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96"/>
                  </a:lnTo>
                  <a:lnTo>
                    <a:pt x="15408" y="4789"/>
                  </a:lnTo>
                  <a:lnTo>
                    <a:pt x="15717" y="4982"/>
                  </a:lnTo>
                  <a:lnTo>
                    <a:pt x="15910" y="5136"/>
                  </a:lnTo>
                  <a:lnTo>
                    <a:pt x="16142" y="5407"/>
                  </a:lnTo>
                  <a:lnTo>
                    <a:pt x="16412" y="5677"/>
                  </a:lnTo>
                  <a:lnTo>
                    <a:pt x="16644" y="6025"/>
                  </a:lnTo>
                  <a:lnTo>
                    <a:pt x="16876" y="6333"/>
                  </a:lnTo>
                  <a:lnTo>
                    <a:pt x="16992" y="6681"/>
                  </a:lnTo>
                  <a:lnTo>
                    <a:pt x="16992" y="6835"/>
                  </a:lnTo>
                  <a:lnTo>
                    <a:pt x="16992" y="6990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374" y="7337"/>
                  </a:lnTo>
                  <a:lnTo>
                    <a:pt x="16142" y="7222"/>
                  </a:lnTo>
                  <a:lnTo>
                    <a:pt x="15872" y="7029"/>
                  </a:lnTo>
                  <a:lnTo>
                    <a:pt x="15601" y="6835"/>
                  </a:lnTo>
                  <a:lnTo>
                    <a:pt x="15370" y="6565"/>
                  </a:lnTo>
                  <a:lnTo>
                    <a:pt x="15061" y="6179"/>
                  </a:lnTo>
                  <a:lnTo>
                    <a:pt x="14829" y="5716"/>
                  </a:lnTo>
                  <a:lnTo>
                    <a:pt x="14636" y="5252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78"/>
                  </a:lnTo>
                  <a:lnTo>
                    <a:pt x="11470" y="116"/>
                  </a:lnTo>
                  <a:lnTo>
                    <a:pt x="11354" y="232"/>
                  </a:lnTo>
                  <a:lnTo>
                    <a:pt x="11161" y="425"/>
                  </a:lnTo>
                  <a:lnTo>
                    <a:pt x="11006" y="618"/>
                  </a:lnTo>
                  <a:lnTo>
                    <a:pt x="10929" y="812"/>
                  </a:lnTo>
                  <a:lnTo>
                    <a:pt x="10929" y="1043"/>
                  </a:lnTo>
                  <a:lnTo>
                    <a:pt x="10929" y="1236"/>
                  </a:lnTo>
                  <a:lnTo>
                    <a:pt x="11006" y="1468"/>
                  </a:lnTo>
                  <a:lnTo>
                    <a:pt x="11083" y="1700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2" y="2742"/>
                  </a:lnTo>
                  <a:lnTo>
                    <a:pt x="12396" y="3090"/>
                  </a:lnTo>
                  <a:lnTo>
                    <a:pt x="12860" y="3437"/>
                  </a:lnTo>
                  <a:lnTo>
                    <a:pt x="12860" y="3437"/>
                  </a:lnTo>
                  <a:lnTo>
                    <a:pt x="12049" y="3322"/>
                  </a:lnTo>
                  <a:lnTo>
                    <a:pt x="11199" y="3283"/>
                  </a:lnTo>
                  <a:lnTo>
                    <a:pt x="10388" y="3360"/>
                  </a:lnTo>
                  <a:lnTo>
                    <a:pt x="9616" y="3476"/>
                  </a:lnTo>
                  <a:lnTo>
                    <a:pt x="9655" y="3013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45"/>
                  </a:lnTo>
                  <a:lnTo>
                    <a:pt x="9075" y="1622"/>
                  </a:lnTo>
                  <a:lnTo>
                    <a:pt x="9153" y="2124"/>
                  </a:lnTo>
                  <a:lnTo>
                    <a:pt x="9153" y="2626"/>
                  </a:lnTo>
                  <a:lnTo>
                    <a:pt x="9153" y="3090"/>
                  </a:lnTo>
                  <a:lnTo>
                    <a:pt x="9075" y="3515"/>
                  </a:lnTo>
                  <a:lnTo>
                    <a:pt x="9075" y="3630"/>
                  </a:lnTo>
                  <a:lnTo>
                    <a:pt x="8226" y="3901"/>
                  </a:lnTo>
                  <a:lnTo>
                    <a:pt x="7415" y="4287"/>
                  </a:lnTo>
                  <a:lnTo>
                    <a:pt x="6604" y="4750"/>
                  </a:lnTo>
                  <a:lnTo>
                    <a:pt x="5832" y="5252"/>
                  </a:lnTo>
                  <a:lnTo>
                    <a:pt x="5407" y="5252"/>
                  </a:lnTo>
                  <a:lnTo>
                    <a:pt x="5407" y="5561"/>
                  </a:lnTo>
                  <a:lnTo>
                    <a:pt x="4596" y="6218"/>
                  </a:lnTo>
                  <a:lnTo>
                    <a:pt x="3824" y="6951"/>
                  </a:lnTo>
                  <a:lnTo>
                    <a:pt x="3090" y="7724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56"/>
                  </a:lnTo>
                  <a:lnTo>
                    <a:pt x="542" y="10967"/>
                  </a:lnTo>
                  <a:lnTo>
                    <a:pt x="1" y="11817"/>
                  </a:lnTo>
                  <a:lnTo>
                    <a:pt x="349" y="12087"/>
                  </a:lnTo>
                  <a:lnTo>
                    <a:pt x="1546" y="10542"/>
                  </a:lnTo>
                  <a:lnTo>
                    <a:pt x="2743" y="8998"/>
                  </a:lnTo>
                  <a:lnTo>
                    <a:pt x="3360" y="8226"/>
                  </a:lnTo>
                  <a:lnTo>
                    <a:pt x="4017" y="7531"/>
                  </a:lnTo>
                  <a:lnTo>
                    <a:pt x="4712" y="6835"/>
                  </a:lnTo>
                  <a:lnTo>
                    <a:pt x="5484" y="6179"/>
                  </a:lnTo>
                  <a:lnTo>
                    <a:pt x="6257" y="5600"/>
                  </a:lnTo>
                  <a:lnTo>
                    <a:pt x="7106" y="5059"/>
                  </a:lnTo>
                  <a:lnTo>
                    <a:pt x="7994" y="4634"/>
                  </a:lnTo>
                  <a:lnTo>
                    <a:pt x="8458" y="4441"/>
                  </a:lnTo>
                  <a:lnTo>
                    <a:pt x="8921" y="4287"/>
                  </a:lnTo>
                  <a:lnTo>
                    <a:pt x="9423" y="4132"/>
                  </a:lnTo>
                  <a:lnTo>
                    <a:pt x="9886" y="4017"/>
                  </a:lnTo>
                  <a:lnTo>
                    <a:pt x="10388" y="3939"/>
                  </a:lnTo>
                  <a:lnTo>
                    <a:pt x="10852" y="3862"/>
                  </a:lnTo>
                  <a:lnTo>
                    <a:pt x="11354" y="3823"/>
                  </a:lnTo>
                  <a:lnTo>
                    <a:pt x="11856" y="3823"/>
                  </a:lnTo>
                  <a:lnTo>
                    <a:pt x="12358" y="3862"/>
                  </a:lnTo>
                  <a:lnTo>
                    <a:pt x="12860" y="3939"/>
                  </a:lnTo>
                  <a:lnTo>
                    <a:pt x="12358" y="4017"/>
                  </a:lnTo>
                  <a:lnTo>
                    <a:pt x="11856" y="4132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57"/>
                  </a:lnTo>
                  <a:lnTo>
                    <a:pt x="10852" y="4712"/>
                  </a:lnTo>
                  <a:lnTo>
                    <a:pt x="10697" y="4866"/>
                  </a:lnTo>
                  <a:lnTo>
                    <a:pt x="10543" y="5098"/>
                  </a:lnTo>
                  <a:lnTo>
                    <a:pt x="10466" y="5291"/>
                  </a:lnTo>
                  <a:lnTo>
                    <a:pt x="10388" y="5523"/>
                  </a:lnTo>
                  <a:lnTo>
                    <a:pt x="10388" y="5754"/>
                  </a:lnTo>
                  <a:lnTo>
                    <a:pt x="10427" y="5986"/>
                  </a:lnTo>
                  <a:lnTo>
                    <a:pt x="10581" y="6179"/>
                  </a:lnTo>
                  <a:lnTo>
                    <a:pt x="10659" y="6256"/>
                  </a:lnTo>
                  <a:lnTo>
                    <a:pt x="10775" y="6333"/>
                  </a:lnTo>
                  <a:lnTo>
                    <a:pt x="11006" y="6449"/>
                  </a:lnTo>
                  <a:lnTo>
                    <a:pt x="11585" y="6449"/>
                  </a:lnTo>
                  <a:lnTo>
                    <a:pt x="11894" y="6372"/>
                  </a:lnTo>
                  <a:lnTo>
                    <a:pt x="12165" y="6295"/>
                  </a:lnTo>
                  <a:lnTo>
                    <a:pt x="12628" y="6063"/>
                  </a:lnTo>
                  <a:lnTo>
                    <a:pt x="13053" y="5831"/>
                  </a:lnTo>
                  <a:lnTo>
                    <a:pt x="13439" y="5523"/>
                  </a:lnTo>
                  <a:lnTo>
                    <a:pt x="13400" y="5561"/>
                  </a:lnTo>
                  <a:lnTo>
                    <a:pt x="13786" y="5716"/>
                  </a:lnTo>
                  <a:lnTo>
                    <a:pt x="14057" y="4866"/>
                  </a:lnTo>
                  <a:lnTo>
                    <a:pt x="14211" y="5407"/>
                  </a:lnTo>
                  <a:lnTo>
                    <a:pt x="14404" y="5947"/>
                  </a:lnTo>
                  <a:lnTo>
                    <a:pt x="14675" y="6411"/>
                  </a:lnTo>
                  <a:lnTo>
                    <a:pt x="14984" y="6874"/>
                  </a:lnTo>
                  <a:lnTo>
                    <a:pt x="15177" y="7067"/>
                  </a:lnTo>
                  <a:lnTo>
                    <a:pt x="15408" y="7299"/>
                  </a:lnTo>
                  <a:lnTo>
                    <a:pt x="15679" y="7492"/>
                  </a:lnTo>
                  <a:lnTo>
                    <a:pt x="15988" y="7685"/>
                  </a:lnTo>
                  <a:lnTo>
                    <a:pt x="16296" y="7801"/>
                  </a:lnTo>
                  <a:lnTo>
                    <a:pt x="16605" y="7878"/>
                  </a:lnTo>
                  <a:lnTo>
                    <a:pt x="16876" y="7878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46"/>
                  </a:lnTo>
                  <a:lnTo>
                    <a:pt x="17378" y="7531"/>
                  </a:lnTo>
                  <a:lnTo>
                    <a:pt x="17416" y="7415"/>
                  </a:lnTo>
                  <a:lnTo>
                    <a:pt x="17455" y="7260"/>
                  </a:lnTo>
                  <a:lnTo>
                    <a:pt x="17494" y="6951"/>
                  </a:lnTo>
                  <a:lnTo>
                    <a:pt x="17416" y="6642"/>
                  </a:lnTo>
                  <a:lnTo>
                    <a:pt x="17300" y="6295"/>
                  </a:lnTo>
                  <a:lnTo>
                    <a:pt x="17185" y="5986"/>
                  </a:lnTo>
                  <a:lnTo>
                    <a:pt x="17030" y="5716"/>
                  </a:lnTo>
                  <a:lnTo>
                    <a:pt x="16876" y="5484"/>
                  </a:lnTo>
                  <a:lnTo>
                    <a:pt x="16683" y="5252"/>
                  </a:lnTo>
                  <a:lnTo>
                    <a:pt x="16490" y="5021"/>
                  </a:lnTo>
                  <a:lnTo>
                    <a:pt x="16258" y="4827"/>
                  </a:lnTo>
                  <a:lnTo>
                    <a:pt x="16026" y="4634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39"/>
                  </a:lnTo>
                  <a:lnTo>
                    <a:pt x="15833" y="3746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90"/>
                  </a:lnTo>
                  <a:lnTo>
                    <a:pt x="16914" y="2897"/>
                  </a:lnTo>
                  <a:lnTo>
                    <a:pt x="17030" y="2665"/>
                  </a:lnTo>
                  <a:lnTo>
                    <a:pt x="17107" y="2433"/>
                  </a:lnTo>
                  <a:lnTo>
                    <a:pt x="17146" y="2202"/>
                  </a:lnTo>
                  <a:lnTo>
                    <a:pt x="17107" y="1931"/>
                  </a:lnTo>
                  <a:lnTo>
                    <a:pt x="17069" y="1700"/>
                  </a:lnTo>
                  <a:lnTo>
                    <a:pt x="16914" y="1507"/>
                  </a:lnTo>
                  <a:lnTo>
                    <a:pt x="16760" y="1352"/>
                  </a:lnTo>
                  <a:lnTo>
                    <a:pt x="16567" y="1236"/>
                  </a:lnTo>
                  <a:lnTo>
                    <a:pt x="16335" y="1159"/>
                  </a:lnTo>
                  <a:lnTo>
                    <a:pt x="16103" y="1159"/>
                  </a:lnTo>
                  <a:lnTo>
                    <a:pt x="15910" y="1198"/>
                  </a:lnTo>
                  <a:lnTo>
                    <a:pt x="15679" y="1275"/>
                  </a:lnTo>
                  <a:lnTo>
                    <a:pt x="15447" y="1352"/>
                  </a:lnTo>
                  <a:lnTo>
                    <a:pt x="15254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7" y="2588"/>
                  </a:lnTo>
                  <a:lnTo>
                    <a:pt x="14095" y="3013"/>
                  </a:lnTo>
                  <a:lnTo>
                    <a:pt x="13980" y="2472"/>
                  </a:lnTo>
                  <a:lnTo>
                    <a:pt x="13748" y="1893"/>
                  </a:lnTo>
                  <a:lnTo>
                    <a:pt x="13516" y="1352"/>
                  </a:lnTo>
                  <a:lnTo>
                    <a:pt x="13169" y="889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8" y="155"/>
                  </a:lnTo>
                  <a:lnTo>
                    <a:pt x="12087" y="39"/>
                  </a:lnTo>
                  <a:lnTo>
                    <a:pt x="118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1" name="Google Shape;3401;p15"/>
            <p:cNvSpPr/>
            <p:nvPr/>
          </p:nvSpPr>
          <p:spPr>
            <a:xfrm>
              <a:off x="2737450" y="3395675"/>
              <a:ext cx="459550" cy="296375"/>
            </a:xfrm>
            <a:custGeom>
              <a:avLst/>
              <a:gdLst/>
              <a:ahLst/>
              <a:cxnLst/>
              <a:rect l="l" t="t" r="r" b="b"/>
              <a:pathLst>
                <a:path w="18382" h="11855" extrusionOk="0">
                  <a:moveTo>
                    <a:pt x="17648" y="2935"/>
                  </a:moveTo>
                  <a:lnTo>
                    <a:pt x="17725" y="2974"/>
                  </a:lnTo>
                  <a:lnTo>
                    <a:pt x="17802" y="3051"/>
                  </a:lnTo>
                  <a:lnTo>
                    <a:pt x="17841" y="3128"/>
                  </a:lnTo>
                  <a:lnTo>
                    <a:pt x="17880" y="3321"/>
                  </a:lnTo>
                  <a:lnTo>
                    <a:pt x="17918" y="3553"/>
                  </a:lnTo>
                  <a:lnTo>
                    <a:pt x="17880" y="3746"/>
                  </a:lnTo>
                  <a:lnTo>
                    <a:pt x="17764" y="3939"/>
                  </a:lnTo>
                  <a:lnTo>
                    <a:pt x="17648" y="4132"/>
                  </a:lnTo>
                  <a:lnTo>
                    <a:pt x="17300" y="4402"/>
                  </a:lnTo>
                  <a:lnTo>
                    <a:pt x="17030" y="4595"/>
                  </a:lnTo>
                  <a:lnTo>
                    <a:pt x="16721" y="4750"/>
                  </a:lnTo>
                  <a:lnTo>
                    <a:pt x="16412" y="4866"/>
                  </a:lnTo>
                  <a:lnTo>
                    <a:pt x="16065" y="4943"/>
                  </a:lnTo>
                  <a:lnTo>
                    <a:pt x="16181" y="4364"/>
                  </a:lnTo>
                  <a:lnTo>
                    <a:pt x="16296" y="4055"/>
                  </a:lnTo>
                  <a:lnTo>
                    <a:pt x="16412" y="3784"/>
                  </a:lnTo>
                  <a:lnTo>
                    <a:pt x="16528" y="3514"/>
                  </a:lnTo>
                  <a:lnTo>
                    <a:pt x="16721" y="3282"/>
                  </a:lnTo>
                  <a:lnTo>
                    <a:pt x="16953" y="3128"/>
                  </a:lnTo>
                  <a:lnTo>
                    <a:pt x="17223" y="2974"/>
                  </a:lnTo>
                  <a:lnTo>
                    <a:pt x="17493" y="2935"/>
                  </a:lnTo>
                  <a:close/>
                  <a:moveTo>
                    <a:pt x="14211" y="4866"/>
                  </a:moveTo>
                  <a:lnTo>
                    <a:pt x="14481" y="4904"/>
                  </a:lnTo>
                  <a:lnTo>
                    <a:pt x="14752" y="4982"/>
                  </a:lnTo>
                  <a:lnTo>
                    <a:pt x="15022" y="5059"/>
                  </a:lnTo>
                  <a:lnTo>
                    <a:pt x="15254" y="5175"/>
                  </a:lnTo>
                  <a:lnTo>
                    <a:pt x="15177" y="5329"/>
                  </a:lnTo>
                  <a:lnTo>
                    <a:pt x="14752" y="5522"/>
                  </a:lnTo>
                  <a:lnTo>
                    <a:pt x="14288" y="5677"/>
                  </a:lnTo>
                  <a:lnTo>
                    <a:pt x="14018" y="5715"/>
                  </a:lnTo>
                  <a:lnTo>
                    <a:pt x="13748" y="5754"/>
                  </a:lnTo>
                  <a:lnTo>
                    <a:pt x="13477" y="5754"/>
                  </a:lnTo>
                  <a:lnTo>
                    <a:pt x="13169" y="5677"/>
                  </a:lnTo>
                  <a:lnTo>
                    <a:pt x="13053" y="5677"/>
                  </a:lnTo>
                  <a:lnTo>
                    <a:pt x="12975" y="5599"/>
                  </a:lnTo>
                  <a:lnTo>
                    <a:pt x="12975" y="5484"/>
                  </a:lnTo>
                  <a:lnTo>
                    <a:pt x="13053" y="5368"/>
                  </a:lnTo>
                  <a:lnTo>
                    <a:pt x="13091" y="5136"/>
                  </a:lnTo>
                  <a:lnTo>
                    <a:pt x="13169" y="5020"/>
                  </a:lnTo>
                  <a:lnTo>
                    <a:pt x="13323" y="4943"/>
                  </a:lnTo>
                  <a:lnTo>
                    <a:pt x="13555" y="4904"/>
                  </a:lnTo>
                  <a:lnTo>
                    <a:pt x="13864" y="4866"/>
                  </a:lnTo>
                  <a:close/>
                  <a:moveTo>
                    <a:pt x="15756" y="5522"/>
                  </a:moveTo>
                  <a:lnTo>
                    <a:pt x="16374" y="5831"/>
                  </a:lnTo>
                  <a:lnTo>
                    <a:pt x="16644" y="5986"/>
                  </a:lnTo>
                  <a:lnTo>
                    <a:pt x="16953" y="6179"/>
                  </a:lnTo>
                  <a:lnTo>
                    <a:pt x="17185" y="6372"/>
                  </a:lnTo>
                  <a:lnTo>
                    <a:pt x="17416" y="6603"/>
                  </a:lnTo>
                  <a:lnTo>
                    <a:pt x="17571" y="6912"/>
                  </a:lnTo>
                  <a:lnTo>
                    <a:pt x="17609" y="7067"/>
                  </a:lnTo>
                  <a:lnTo>
                    <a:pt x="17609" y="7221"/>
                  </a:lnTo>
                  <a:lnTo>
                    <a:pt x="17609" y="7453"/>
                  </a:lnTo>
                  <a:lnTo>
                    <a:pt x="17532" y="7569"/>
                  </a:lnTo>
                  <a:lnTo>
                    <a:pt x="17455" y="7685"/>
                  </a:lnTo>
                  <a:lnTo>
                    <a:pt x="17300" y="7723"/>
                  </a:lnTo>
                  <a:lnTo>
                    <a:pt x="17146" y="7723"/>
                  </a:lnTo>
                  <a:lnTo>
                    <a:pt x="16953" y="7685"/>
                  </a:lnTo>
                  <a:lnTo>
                    <a:pt x="16798" y="7607"/>
                  </a:lnTo>
                  <a:lnTo>
                    <a:pt x="16644" y="7492"/>
                  </a:lnTo>
                  <a:lnTo>
                    <a:pt x="16412" y="7183"/>
                  </a:lnTo>
                  <a:lnTo>
                    <a:pt x="16181" y="6796"/>
                  </a:lnTo>
                  <a:lnTo>
                    <a:pt x="16026" y="6488"/>
                  </a:lnTo>
                  <a:lnTo>
                    <a:pt x="15910" y="6179"/>
                  </a:lnTo>
                  <a:lnTo>
                    <a:pt x="15833" y="5831"/>
                  </a:lnTo>
                  <a:lnTo>
                    <a:pt x="15756" y="5522"/>
                  </a:lnTo>
                  <a:close/>
                  <a:moveTo>
                    <a:pt x="4944" y="464"/>
                  </a:moveTo>
                  <a:lnTo>
                    <a:pt x="5561" y="502"/>
                  </a:lnTo>
                  <a:lnTo>
                    <a:pt x="6141" y="657"/>
                  </a:lnTo>
                  <a:lnTo>
                    <a:pt x="6681" y="888"/>
                  </a:lnTo>
                  <a:lnTo>
                    <a:pt x="7222" y="1197"/>
                  </a:lnTo>
                  <a:lnTo>
                    <a:pt x="7685" y="1545"/>
                  </a:lnTo>
                  <a:lnTo>
                    <a:pt x="8149" y="1970"/>
                  </a:lnTo>
                  <a:lnTo>
                    <a:pt x="8496" y="2394"/>
                  </a:lnTo>
                  <a:lnTo>
                    <a:pt x="8766" y="2781"/>
                  </a:lnTo>
                  <a:lnTo>
                    <a:pt x="9037" y="3205"/>
                  </a:lnTo>
                  <a:lnTo>
                    <a:pt x="9268" y="3669"/>
                  </a:lnTo>
                  <a:lnTo>
                    <a:pt x="9693" y="4595"/>
                  </a:lnTo>
                  <a:lnTo>
                    <a:pt x="10079" y="5522"/>
                  </a:lnTo>
                  <a:lnTo>
                    <a:pt x="10272" y="5908"/>
                  </a:lnTo>
                  <a:lnTo>
                    <a:pt x="10504" y="6294"/>
                  </a:lnTo>
                  <a:lnTo>
                    <a:pt x="10736" y="6642"/>
                  </a:lnTo>
                  <a:lnTo>
                    <a:pt x="11006" y="6912"/>
                  </a:lnTo>
                  <a:lnTo>
                    <a:pt x="11354" y="7183"/>
                  </a:lnTo>
                  <a:lnTo>
                    <a:pt x="11701" y="7376"/>
                  </a:lnTo>
                  <a:lnTo>
                    <a:pt x="12087" y="7492"/>
                  </a:lnTo>
                  <a:lnTo>
                    <a:pt x="12551" y="7569"/>
                  </a:lnTo>
                  <a:lnTo>
                    <a:pt x="12898" y="7530"/>
                  </a:lnTo>
                  <a:lnTo>
                    <a:pt x="13207" y="7492"/>
                  </a:lnTo>
                  <a:lnTo>
                    <a:pt x="13516" y="7414"/>
                  </a:lnTo>
                  <a:lnTo>
                    <a:pt x="13825" y="7260"/>
                  </a:lnTo>
                  <a:lnTo>
                    <a:pt x="14095" y="7105"/>
                  </a:lnTo>
                  <a:lnTo>
                    <a:pt x="14366" y="6951"/>
                  </a:lnTo>
                  <a:lnTo>
                    <a:pt x="14597" y="6719"/>
                  </a:lnTo>
                  <a:lnTo>
                    <a:pt x="14829" y="6488"/>
                  </a:lnTo>
                  <a:lnTo>
                    <a:pt x="14404" y="7221"/>
                  </a:lnTo>
                  <a:lnTo>
                    <a:pt x="13941" y="7878"/>
                  </a:lnTo>
                  <a:lnTo>
                    <a:pt x="13439" y="8534"/>
                  </a:lnTo>
                  <a:lnTo>
                    <a:pt x="12860" y="9113"/>
                  </a:lnTo>
                  <a:lnTo>
                    <a:pt x="12242" y="9615"/>
                  </a:lnTo>
                  <a:lnTo>
                    <a:pt x="11547" y="10079"/>
                  </a:lnTo>
                  <a:lnTo>
                    <a:pt x="10813" y="10503"/>
                  </a:lnTo>
                  <a:lnTo>
                    <a:pt x="10041" y="10812"/>
                  </a:lnTo>
                  <a:lnTo>
                    <a:pt x="9462" y="11005"/>
                  </a:lnTo>
                  <a:lnTo>
                    <a:pt x="8882" y="11160"/>
                  </a:lnTo>
                  <a:lnTo>
                    <a:pt x="8303" y="11276"/>
                  </a:lnTo>
                  <a:lnTo>
                    <a:pt x="7724" y="11314"/>
                  </a:lnTo>
                  <a:lnTo>
                    <a:pt x="7145" y="11353"/>
                  </a:lnTo>
                  <a:lnTo>
                    <a:pt x="6604" y="11314"/>
                  </a:lnTo>
                  <a:lnTo>
                    <a:pt x="6025" y="11237"/>
                  </a:lnTo>
                  <a:lnTo>
                    <a:pt x="5484" y="11121"/>
                  </a:lnTo>
                  <a:lnTo>
                    <a:pt x="4944" y="10967"/>
                  </a:lnTo>
                  <a:lnTo>
                    <a:pt x="4442" y="10735"/>
                  </a:lnTo>
                  <a:lnTo>
                    <a:pt x="3940" y="10503"/>
                  </a:lnTo>
                  <a:lnTo>
                    <a:pt x="3476" y="10195"/>
                  </a:lnTo>
                  <a:lnTo>
                    <a:pt x="3013" y="9847"/>
                  </a:lnTo>
                  <a:lnTo>
                    <a:pt x="2549" y="9461"/>
                  </a:lnTo>
                  <a:lnTo>
                    <a:pt x="2163" y="9036"/>
                  </a:lnTo>
                  <a:lnTo>
                    <a:pt x="1777" y="8573"/>
                  </a:lnTo>
                  <a:lnTo>
                    <a:pt x="1430" y="8032"/>
                  </a:lnTo>
                  <a:lnTo>
                    <a:pt x="1121" y="7492"/>
                  </a:lnTo>
                  <a:lnTo>
                    <a:pt x="850" y="6912"/>
                  </a:lnTo>
                  <a:lnTo>
                    <a:pt x="657" y="6333"/>
                  </a:lnTo>
                  <a:lnTo>
                    <a:pt x="503" y="5754"/>
                  </a:lnTo>
                  <a:lnTo>
                    <a:pt x="426" y="5136"/>
                  </a:lnTo>
                  <a:lnTo>
                    <a:pt x="426" y="4518"/>
                  </a:lnTo>
                  <a:lnTo>
                    <a:pt x="503" y="3862"/>
                  </a:lnTo>
                  <a:lnTo>
                    <a:pt x="696" y="3282"/>
                  </a:lnTo>
                  <a:lnTo>
                    <a:pt x="928" y="2742"/>
                  </a:lnTo>
                  <a:lnTo>
                    <a:pt x="1275" y="2240"/>
                  </a:lnTo>
                  <a:lnTo>
                    <a:pt x="1661" y="1777"/>
                  </a:lnTo>
                  <a:lnTo>
                    <a:pt x="2086" y="1352"/>
                  </a:lnTo>
                  <a:lnTo>
                    <a:pt x="2588" y="1043"/>
                  </a:lnTo>
                  <a:lnTo>
                    <a:pt x="3129" y="773"/>
                  </a:lnTo>
                  <a:lnTo>
                    <a:pt x="3708" y="579"/>
                  </a:lnTo>
                  <a:lnTo>
                    <a:pt x="4326" y="464"/>
                  </a:lnTo>
                  <a:close/>
                  <a:moveTo>
                    <a:pt x="4519" y="0"/>
                  </a:moveTo>
                  <a:lnTo>
                    <a:pt x="4249" y="39"/>
                  </a:lnTo>
                  <a:lnTo>
                    <a:pt x="3901" y="77"/>
                  </a:lnTo>
                  <a:lnTo>
                    <a:pt x="3515" y="155"/>
                  </a:lnTo>
                  <a:lnTo>
                    <a:pt x="3167" y="271"/>
                  </a:lnTo>
                  <a:lnTo>
                    <a:pt x="2820" y="425"/>
                  </a:lnTo>
                  <a:lnTo>
                    <a:pt x="2472" y="579"/>
                  </a:lnTo>
                  <a:lnTo>
                    <a:pt x="2125" y="773"/>
                  </a:lnTo>
                  <a:lnTo>
                    <a:pt x="1777" y="1043"/>
                  </a:lnTo>
                  <a:lnTo>
                    <a:pt x="1468" y="1313"/>
                  </a:lnTo>
                  <a:lnTo>
                    <a:pt x="1082" y="1699"/>
                  </a:lnTo>
                  <a:lnTo>
                    <a:pt x="773" y="2163"/>
                  </a:lnTo>
                  <a:lnTo>
                    <a:pt x="503" y="2626"/>
                  </a:lnTo>
                  <a:lnTo>
                    <a:pt x="310" y="3089"/>
                  </a:lnTo>
                  <a:lnTo>
                    <a:pt x="155" y="3591"/>
                  </a:lnTo>
                  <a:lnTo>
                    <a:pt x="40" y="4093"/>
                  </a:lnTo>
                  <a:lnTo>
                    <a:pt x="1" y="4595"/>
                  </a:lnTo>
                  <a:lnTo>
                    <a:pt x="1" y="5136"/>
                  </a:lnTo>
                  <a:lnTo>
                    <a:pt x="78" y="5638"/>
                  </a:lnTo>
                  <a:lnTo>
                    <a:pt x="155" y="6179"/>
                  </a:lnTo>
                  <a:lnTo>
                    <a:pt x="310" y="6681"/>
                  </a:lnTo>
                  <a:lnTo>
                    <a:pt x="464" y="7183"/>
                  </a:lnTo>
                  <a:lnTo>
                    <a:pt x="696" y="7685"/>
                  </a:lnTo>
                  <a:lnTo>
                    <a:pt x="966" y="8148"/>
                  </a:lnTo>
                  <a:lnTo>
                    <a:pt x="1237" y="8611"/>
                  </a:lnTo>
                  <a:lnTo>
                    <a:pt x="1545" y="9036"/>
                  </a:lnTo>
                  <a:lnTo>
                    <a:pt x="2009" y="9577"/>
                  </a:lnTo>
                  <a:lnTo>
                    <a:pt x="2472" y="10040"/>
                  </a:lnTo>
                  <a:lnTo>
                    <a:pt x="2974" y="10426"/>
                  </a:lnTo>
                  <a:lnTo>
                    <a:pt x="3476" y="10812"/>
                  </a:lnTo>
                  <a:lnTo>
                    <a:pt x="4055" y="11083"/>
                  </a:lnTo>
                  <a:lnTo>
                    <a:pt x="4596" y="11353"/>
                  </a:lnTo>
                  <a:lnTo>
                    <a:pt x="5214" y="11546"/>
                  </a:lnTo>
                  <a:lnTo>
                    <a:pt x="5832" y="11701"/>
                  </a:lnTo>
                  <a:lnTo>
                    <a:pt x="5870" y="11855"/>
                  </a:lnTo>
                  <a:lnTo>
                    <a:pt x="6218" y="11778"/>
                  </a:lnTo>
                  <a:lnTo>
                    <a:pt x="7029" y="11816"/>
                  </a:lnTo>
                  <a:lnTo>
                    <a:pt x="7840" y="11816"/>
                  </a:lnTo>
                  <a:lnTo>
                    <a:pt x="8689" y="11701"/>
                  </a:lnTo>
                  <a:lnTo>
                    <a:pt x="9539" y="11507"/>
                  </a:lnTo>
                  <a:lnTo>
                    <a:pt x="10272" y="11237"/>
                  </a:lnTo>
                  <a:lnTo>
                    <a:pt x="11006" y="10928"/>
                  </a:lnTo>
                  <a:lnTo>
                    <a:pt x="11315" y="10812"/>
                  </a:lnTo>
                  <a:lnTo>
                    <a:pt x="11315" y="10774"/>
                  </a:lnTo>
                  <a:lnTo>
                    <a:pt x="12049" y="10349"/>
                  </a:lnTo>
                  <a:lnTo>
                    <a:pt x="12705" y="9847"/>
                  </a:lnTo>
                  <a:lnTo>
                    <a:pt x="13362" y="9306"/>
                  </a:lnTo>
                  <a:lnTo>
                    <a:pt x="13941" y="8689"/>
                  </a:lnTo>
                  <a:lnTo>
                    <a:pt x="14481" y="8032"/>
                  </a:lnTo>
                  <a:lnTo>
                    <a:pt x="14713" y="7685"/>
                  </a:lnTo>
                  <a:lnTo>
                    <a:pt x="14906" y="7298"/>
                  </a:lnTo>
                  <a:lnTo>
                    <a:pt x="15099" y="6951"/>
                  </a:lnTo>
                  <a:lnTo>
                    <a:pt x="15254" y="6565"/>
                  </a:lnTo>
                  <a:lnTo>
                    <a:pt x="15408" y="6179"/>
                  </a:lnTo>
                  <a:lnTo>
                    <a:pt x="15524" y="5754"/>
                  </a:lnTo>
                  <a:lnTo>
                    <a:pt x="15601" y="6256"/>
                  </a:lnTo>
                  <a:lnTo>
                    <a:pt x="15756" y="6719"/>
                  </a:lnTo>
                  <a:lnTo>
                    <a:pt x="15987" y="7144"/>
                  </a:lnTo>
                  <a:lnTo>
                    <a:pt x="16258" y="7569"/>
                  </a:lnTo>
                  <a:lnTo>
                    <a:pt x="16374" y="7762"/>
                  </a:lnTo>
                  <a:lnTo>
                    <a:pt x="16567" y="7916"/>
                  </a:lnTo>
                  <a:lnTo>
                    <a:pt x="16760" y="8071"/>
                  </a:lnTo>
                  <a:lnTo>
                    <a:pt x="16953" y="8187"/>
                  </a:lnTo>
                  <a:lnTo>
                    <a:pt x="17146" y="8264"/>
                  </a:lnTo>
                  <a:lnTo>
                    <a:pt x="17378" y="8264"/>
                  </a:lnTo>
                  <a:lnTo>
                    <a:pt x="17571" y="8187"/>
                  </a:lnTo>
                  <a:lnTo>
                    <a:pt x="17802" y="8032"/>
                  </a:lnTo>
                  <a:lnTo>
                    <a:pt x="17918" y="7878"/>
                  </a:lnTo>
                  <a:lnTo>
                    <a:pt x="17995" y="7685"/>
                  </a:lnTo>
                  <a:lnTo>
                    <a:pt x="18034" y="7453"/>
                  </a:lnTo>
                  <a:lnTo>
                    <a:pt x="18034" y="7260"/>
                  </a:lnTo>
                  <a:lnTo>
                    <a:pt x="17995" y="7028"/>
                  </a:lnTo>
                  <a:lnTo>
                    <a:pt x="17918" y="6835"/>
                  </a:lnTo>
                  <a:lnTo>
                    <a:pt x="17841" y="6642"/>
                  </a:lnTo>
                  <a:lnTo>
                    <a:pt x="17725" y="6449"/>
                  </a:lnTo>
                  <a:lnTo>
                    <a:pt x="17571" y="6256"/>
                  </a:lnTo>
                  <a:lnTo>
                    <a:pt x="17416" y="6063"/>
                  </a:lnTo>
                  <a:lnTo>
                    <a:pt x="17030" y="5715"/>
                  </a:lnTo>
                  <a:lnTo>
                    <a:pt x="16567" y="5445"/>
                  </a:lnTo>
                  <a:lnTo>
                    <a:pt x="16103" y="5252"/>
                  </a:lnTo>
                  <a:lnTo>
                    <a:pt x="16605" y="5175"/>
                  </a:lnTo>
                  <a:lnTo>
                    <a:pt x="17030" y="4982"/>
                  </a:lnTo>
                  <a:lnTo>
                    <a:pt x="17455" y="4750"/>
                  </a:lnTo>
                  <a:lnTo>
                    <a:pt x="17841" y="4441"/>
                  </a:lnTo>
                  <a:lnTo>
                    <a:pt x="17995" y="4248"/>
                  </a:lnTo>
                  <a:lnTo>
                    <a:pt x="18150" y="4055"/>
                  </a:lnTo>
                  <a:lnTo>
                    <a:pt x="18266" y="3823"/>
                  </a:lnTo>
                  <a:lnTo>
                    <a:pt x="18343" y="3553"/>
                  </a:lnTo>
                  <a:lnTo>
                    <a:pt x="18382" y="3321"/>
                  </a:lnTo>
                  <a:lnTo>
                    <a:pt x="18343" y="3089"/>
                  </a:lnTo>
                  <a:lnTo>
                    <a:pt x="18227" y="2858"/>
                  </a:lnTo>
                  <a:lnTo>
                    <a:pt x="18150" y="2781"/>
                  </a:lnTo>
                  <a:lnTo>
                    <a:pt x="18034" y="2703"/>
                  </a:lnTo>
                  <a:lnTo>
                    <a:pt x="17841" y="2587"/>
                  </a:lnTo>
                  <a:lnTo>
                    <a:pt x="17609" y="2549"/>
                  </a:lnTo>
                  <a:lnTo>
                    <a:pt x="17416" y="2549"/>
                  </a:lnTo>
                  <a:lnTo>
                    <a:pt x="17185" y="2587"/>
                  </a:lnTo>
                  <a:lnTo>
                    <a:pt x="16953" y="2703"/>
                  </a:lnTo>
                  <a:lnTo>
                    <a:pt x="16760" y="2781"/>
                  </a:lnTo>
                  <a:lnTo>
                    <a:pt x="16567" y="2935"/>
                  </a:lnTo>
                  <a:lnTo>
                    <a:pt x="16412" y="3089"/>
                  </a:lnTo>
                  <a:lnTo>
                    <a:pt x="16258" y="3282"/>
                  </a:lnTo>
                  <a:lnTo>
                    <a:pt x="16103" y="3476"/>
                  </a:lnTo>
                  <a:lnTo>
                    <a:pt x="15872" y="3978"/>
                  </a:lnTo>
                  <a:lnTo>
                    <a:pt x="15717" y="4480"/>
                  </a:lnTo>
                  <a:lnTo>
                    <a:pt x="15640" y="4982"/>
                  </a:lnTo>
                  <a:lnTo>
                    <a:pt x="15601" y="4982"/>
                  </a:lnTo>
                  <a:lnTo>
                    <a:pt x="15563" y="5020"/>
                  </a:lnTo>
                  <a:lnTo>
                    <a:pt x="15524" y="5020"/>
                  </a:lnTo>
                  <a:lnTo>
                    <a:pt x="15099" y="4788"/>
                  </a:lnTo>
                  <a:lnTo>
                    <a:pt x="14675" y="4634"/>
                  </a:lnTo>
                  <a:lnTo>
                    <a:pt x="14211" y="4518"/>
                  </a:lnTo>
                  <a:lnTo>
                    <a:pt x="13748" y="4518"/>
                  </a:lnTo>
                  <a:lnTo>
                    <a:pt x="13362" y="4595"/>
                  </a:lnTo>
                  <a:lnTo>
                    <a:pt x="13169" y="4634"/>
                  </a:lnTo>
                  <a:lnTo>
                    <a:pt x="12975" y="4711"/>
                  </a:lnTo>
                  <a:lnTo>
                    <a:pt x="12782" y="4788"/>
                  </a:lnTo>
                  <a:lnTo>
                    <a:pt x="12628" y="4943"/>
                  </a:lnTo>
                  <a:lnTo>
                    <a:pt x="12512" y="5097"/>
                  </a:lnTo>
                  <a:lnTo>
                    <a:pt x="12435" y="5252"/>
                  </a:lnTo>
                  <a:lnTo>
                    <a:pt x="12396" y="5445"/>
                  </a:lnTo>
                  <a:lnTo>
                    <a:pt x="12473" y="5638"/>
                  </a:lnTo>
                  <a:lnTo>
                    <a:pt x="12551" y="5792"/>
                  </a:lnTo>
                  <a:lnTo>
                    <a:pt x="12705" y="5908"/>
                  </a:lnTo>
                  <a:lnTo>
                    <a:pt x="12860" y="5986"/>
                  </a:lnTo>
                  <a:lnTo>
                    <a:pt x="13053" y="6063"/>
                  </a:lnTo>
                  <a:lnTo>
                    <a:pt x="13439" y="6140"/>
                  </a:lnTo>
                  <a:lnTo>
                    <a:pt x="13786" y="6140"/>
                  </a:lnTo>
                  <a:lnTo>
                    <a:pt x="14134" y="6101"/>
                  </a:lnTo>
                  <a:lnTo>
                    <a:pt x="14481" y="5986"/>
                  </a:lnTo>
                  <a:lnTo>
                    <a:pt x="14790" y="5870"/>
                  </a:lnTo>
                  <a:lnTo>
                    <a:pt x="14481" y="6256"/>
                  </a:lnTo>
                  <a:lnTo>
                    <a:pt x="14095" y="6565"/>
                  </a:lnTo>
                  <a:lnTo>
                    <a:pt x="13902" y="6719"/>
                  </a:lnTo>
                  <a:lnTo>
                    <a:pt x="13671" y="6835"/>
                  </a:lnTo>
                  <a:lnTo>
                    <a:pt x="13439" y="6951"/>
                  </a:lnTo>
                  <a:lnTo>
                    <a:pt x="13207" y="7028"/>
                  </a:lnTo>
                  <a:lnTo>
                    <a:pt x="12821" y="7067"/>
                  </a:lnTo>
                  <a:lnTo>
                    <a:pt x="12435" y="7067"/>
                  </a:lnTo>
                  <a:lnTo>
                    <a:pt x="12087" y="6990"/>
                  </a:lnTo>
                  <a:lnTo>
                    <a:pt x="11778" y="6874"/>
                  </a:lnTo>
                  <a:lnTo>
                    <a:pt x="11470" y="6681"/>
                  </a:lnTo>
                  <a:lnTo>
                    <a:pt x="11199" y="6410"/>
                  </a:lnTo>
                  <a:lnTo>
                    <a:pt x="10968" y="6140"/>
                  </a:lnTo>
                  <a:lnTo>
                    <a:pt x="10774" y="5792"/>
                  </a:lnTo>
                  <a:lnTo>
                    <a:pt x="10504" y="5329"/>
                  </a:lnTo>
                  <a:lnTo>
                    <a:pt x="10311" y="4827"/>
                  </a:lnTo>
                  <a:lnTo>
                    <a:pt x="9886" y="3862"/>
                  </a:lnTo>
                  <a:lnTo>
                    <a:pt x="9655" y="3398"/>
                  </a:lnTo>
                  <a:lnTo>
                    <a:pt x="9423" y="2935"/>
                  </a:lnTo>
                  <a:lnTo>
                    <a:pt x="9153" y="2472"/>
                  </a:lnTo>
                  <a:lnTo>
                    <a:pt x="8844" y="2047"/>
                  </a:lnTo>
                  <a:lnTo>
                    <a:pt x="8380" y="1545"/>
                  </a:lnTo>
                  <a:lnTo>
                    <a:pt x="7917" y="1159"/>
                  </a:lnTo>
                  <a:lnTo>
                    <a:pt x="7415" y="811"/>
                  </a:lnTo>
                  <a:lnTo>
                    <a:pt x="6874" y="502"/>
                  </a:lnTo>
                  <a:lnTo>
                    <a:pt x="6295" y="271"/>
                  </a:lnTo>
                  <a:lnTo>
                    <a:pt x="5716" y="116"/>
                  </a:lnTo>
                  <a:lnTo>
                    <a:pt x="5137" y="39"/>
                  </a:lnTo>
                  <a:lnTo>
                    <a:pt x="451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2" name="Google Shape;3402;p15"/>
            <p:cNvSpPr/>
            <p:nvPr/>
          </p:nvSpPr>
          <p:spPr>
            <a:xfrm>
              <a:off x="2769325" y="3423675"/>
              <a:ext cx="144825" cy="164125"/>
            </a:xfrm>
            <a:custGeom>
              <a:avLst/>
              <a:gdLst/>
              <a:ahLst/>
              <a:cxnLst/>
              <a:rect l="l" t="t" r="r" b="b"/>
              <a:pathLst>
                <a:path w="5793" h="6565" extrusionOk="0">
                  <a:moveTo>
                    <a:pt x="2858" y="463"/>
                  </a:moveTo>
                  <a:lnTo>
                    <a:pt x="3360" y="618"/>
                  </a:lnTo>
                  <a:lnTo>
                    <a:pt x="3823" y="811"/>
                  </a:lnTo>
                  <a:lnTo>
                    <a:pt x="4248" y="1081"/>
                  </a:lnTo>
                  <a:lnTo>
                    <a:pt x="4634" y="1429"/>
                  </a:lnTo>
                  <a:lnTo>
                    <a:pt x="4943" y="1854"/>
                  </a:lnTo>
                  <a:lnTo>
                    <a:pt x="5059" y="2047"/>
                  </a:lnTo>
                  <a:lnTo>
                    <a:pt x="5175" y="2278"/>
                  </a:lnTo>
                  <a:lnTo>
                    <a:pt x="5252" y="2510"/>
                  </a:lnTo>
                  <a:lnTo>
                    <a:pt x="5290" y="2780"/>
                  </a:lnTo>
                  <a:lnTo>
                    <a:pt x="5329" y="3051"/>
                  </a:lnTo>
                  <a:lnTo>
                    <a:pt x="5329" y="3321"/>
                  </a:lnTo>
                  <a:lnTo>
                    <a:pt x="5290" y="3784"/>
                  </a:lnTo>
                  <a:lnTo>
                    <a:pt x="5175" y="4248"/>
                  </a:lnTo>
                  <a:lnTo>
                    <a:pt x="4981" y="4711"/>
                  </a:lnTo>
                  <a:lnTo>
                    <a:pt x="4711" y="5097"/>
                  </a:lnTo>
                  <a:lnTo>
                    <a:pt x="4364" y="5445"/>
                  </a:lnTo>
                  <a:lnTo>
                    <a:pt x="4016" y="5715"/>
                  </a:lnTo>
                  <a:lnTo>
                    <a:pt x="3784" y="5831"/>
                  </a:lnTo>
                  <a:lnTo>
                    <a:pt x="3553" y="5947"/>
                  </a:lnTo>
                  <a:lnTo>
                    <a:pt x="3321" y="6024"/>
                  </a:lnTo>
                  <a:lnTo>
                    <a:pt x="3089" y="6063"/>
                  </a:lnTo>
                  <a:lnTo>
                    <a:pt x="2780" y="6101"/>
                  </a:lnTo>
                  <a:lnTo>
                    <a:pt x="2510" y="6101"/>
                  </a:lnTo>
                  <a:lnTo>
                    <a:pt x="2201" y="6063"/>
                  </a:lnTo>
                  <a:lnTo>
                    <a:pt x="1970" y="5985"/>
                  </a:lnTo>
                  <a:lnTo>
                    <a:pt x="1738" y="5870"/>
                  </a:lnTo>
                  <a:lnTo>
                    <a:pt x="1506" y="5754"/>
                  </a:lnTo>
                  <a:lnTo>
                    <a:pt x="1313" y="5599"/>
                  </a:lnTo>
                  <a:lnTo>
                    <a:pt x="1159" y="5445"/>
                  </a:lnTo>
                  <a:lnTo>
                    <a:pt x="1004" y="5252"/>
                  </a:lnTo>
                  <a:lnTo>
                    <a:pt x="850" y="5020"/>
                  </a:lnTo>
                  <a:lnTo>
                    <a:pt x="734" y="4788"/>
                  </a:lnTo>
                  <a:lnTo>
                    <a:pt x="618" y="4557"/>
                  </a:lnTo>
                  <a:lnTo>
                    <a:pt x="502" y="4055"/>
                  </a:lnTo>
                  <a:lnTo>
                    <a:pt x="425" y="3514"/>
                  </a:lnTo>
                  <a:lnTo>
                    <a:pt x="464" y="2973"/>
                  </a:lnTo>
                  <a:lnTo>
                    <a:pt x="541" y="2433"/>
                  </a:lnTo>
                  <a:lnTo>
                    <a:pt x="734" y="1931"/>
                  </a:lnTo>
                  <a:lnTo>
                    <a:pt x="850" y="1699"/>
                  </a:lnTo>
                  <a:lnTo>
                    <a:pt x="966" y="1506"/>
                  </a:lnTo>
                  <a:lnTo>
                    <a:pt x="1120" y="1274"/>
                  </a:lnTo>
                  <a:lnTo>
                    <a:pt x="1313" y="1120"/>
                  </a:lnTo>
                  <a:lnTo>
                    <a:pt x="1506" y="927"/>
                  </a:lnTo>
                  <a:lnTo>
                    <a:pt x="1738" y="811"/>
                  </a:lnTo>
                  <a:lnTo>
                    <a:pt x="1970" y="695"/>
                  </a:lnTo>
                  <a:lnTo>
                    <a:pt x="2201" y="579"/>
                  </a:lnTo>
                  <a:lnTo>
                    <a:pt x="2472" y="541"/>
                  </a:lnTo>
                  <a:lnTo>
                    <a:pt x="2780" y="502"/>
                  </a:lnTo>
                  <a:lnTo>
                    <a:pt x="2819" y="502"/>
                  </a:lnTo>
                  <a:lnTo>
                    <a:pt x="2858" y="463"/>
                  </a:lnTo>
                  <a:close/>
                  <a:moveTo>
                    <a:pt x="2665" y="0"/>
                  </a:moveTo>
                  <a:lnTo>
                    <a:pt x="2587" y="39"/>
                  </a:lnTo>
                  <a:lnTo>
                    <a:pt x="2510" y="77"/>
                  </a:lnTo>
                  <a:lnTo>
                    <a:pt x="2472" y="155"/>
                  </a:lnTo>
                  <a:lnTo>
                    <a:pt x="2433" y="232"/>
                  </a:lnTo>
                  <a:lnTo>
                    <a:pt x="2163" y="270"/>
                  </a:lnTo>
                  <a:lnTo>
                    <a:pt x="1854" y="309"/>
                  </a:lnTo>
                  <a:lnTo>
                    <a:pt x="1622" y="386"/>
                  </a:lnTo>
                  <a:lnTo>
                    <a:pt x="1390" y="502"/>
                  </a:lnTo>
                  <a:lnTo>
                    <a:pt x="1159" y="657"/>
                  </a:lnTo>
                  <a:lnTo>
                    <a:pt x="966" y="850"/>
                  </a:lnTo>
                  <a:lnTo>
                    <a:pt x="772" y="1043"/>
                  </a:lnTo>
                  <a:lnTo>
                    <a:pt x="618" y="1236"/>
                  </a:lnTo>
                  <a:lnTo>
                    <a:pt x="464" y="1506"/>
                  </a:lnTo>
                  <a:lnTo>
                    <a:pt x="348" y="1738"/>
                  </a:lnTo>
                  <a:lnTo>
                    <a:pt x="155" y="2278"/>
                  </a:lnTo>
                  <a:lnTo>
                    <a:pt x="39" y="2858"/>
                  </a:lnTo>
                  <a:lnTo>
                    <a:pt x="0" y="3398"/>
                  </a:lnTo>
                  <a:lnTo>
                    <a:pt x="39" y="4055"/>
                  </a:lnTo>
                  <a:lnTo>
                    <a:pt x="116" y="4364"/>
                  </a:lnTo>
                  <a:lnTo>
                    <a:pt x="193" y="4672"/>
                  </a:lnTo>
                  <a:lnTo>
                    <a:pt x="309" y="4943"/>
                  </a:lnTo>
                  <a:lnTo>
                    <a:pt x="425" y="5213"/>
                  </a:lnTo>
                  <a:lnTo>
                    <a:pt x="579" y="5445"/>
                  </a:lnTo>
                  <a:lnTo>
                    <a:pt x="734" y="5676"/>
                  </a:lnTo>
                  <a:lnTo>
                    <a:pt x="927" y="5870"/>
                  </a:lnTo>
                  <a:lnTo>
                    <a:pt x="1120" y="6063"/>
                  </a:lnTo>
                  <a:lnTo>
                    <a:pt x="1390" y="6217"/>
                  </a:lnTo>
                  <a:lnTo>
                    <a:pt x="1622" y="6372"/>
                  </a:lnTo>
                  <a:lnTo>
                    <a:pt x="1892" y="6449"/>
                  </a:lnTo>
                  <a:lnTo>
                    <a:pt x="2201" y="6526"/>
                  </a:lnTo>
                  <a:lnTo>
                    <a:pt x="2549" y="6565"/>
                  </a:lnTo>
                  <a:lnTo>
                    <a:pt x="2896" y="6565"/>
                  </a:lnTo>
                  <a:lnTo>
                    <a:pt x="3205" y="6526"/>
                  </a:lnTo>
                  <a:lnTo>
                    <a:pt x="3476" y="6449"/>
                  </a:lnTo>
                  <a:lnTo>
                    <a:pt x="3784" y="6333"/>
                  </a:lnTo>
                  <a:lnTo>
                    <a:pt x="4055" y="6217"/>
                  </a:lnTo>
                  <a:lnTo>
                    <a:pt x="4325" y="6063"/>
                  </a:lnTo>
                  <a:lnTo>
                    <a:pt x="4557" y="5908"/>
                  </a:lnTo>
                  <a:lnTo>
                    <a:pt x="4788" y="5715"/>
                  </a:lnTo>
                  <a:lnTo>
                    <a:pt x="4981" y="5483"/>
                  </a:lnTo>
                  <a:lnTo>
                    <a:pt x="5175" y="5252"/>
                  </a:lnTo>
                  <a:lnTo>
                    <a:pt x="5329" y="4981"/>
                  </a:lnTo>
                  <a:lnTo>
                    <a:pt x="5483" y="4750"/>
                  </a:lnTo>
                  <a:lnTo>
                    <a:pt x="5599" y="4441"/>
                  </a:lnTo>
                  <a:lnTo>
                    <a:pt x="5677" y="4170"/>
                  </a:lnTo>
                  <a:lnTo>
                    <a:pt x="5754" y="3862"/>
                  </a:lnTo>
                  <a:lnTo>
                    <a:pt x="5792" y="3553"/>
                  </a:lnTo>
                  <a:lnTo>
                    <a:pt x="5792" y="3244"/>
                  </a:lnTo>
                  <a:lnTo>
                    <a:pt x="5792" y="2935"/>
                  </a:lnTo>
                  <a:lnTo>
                    <a:pt x="5715" y="2626"/>
                  </a:lnTo>
                  <a:lnTo>
                    <a:pt x="5638" y="2317"/>
                  </a:lnTo>
                  <a:lnTo>
                    <a:pt x="5561" y="2047"/>
                  </a:lnTo>
                  <a:lnTo>
                    <a:pt x="5406" y="1776"/>
                  </a:lnTo>
                  <a:lnTo>
                    <a:pt x="5252" y="1506"/>
                  </a:lnTo>
                  <a:lnTo>
                    <a:pt x="5059" y="1274"/>
                  </a:lnTo>
                  <a:lnTo>
                    <a:pt x="4866" y="1043"/>
                  </a:lnTo>
                  <a:lnTo>
                    <a:pt x="4634" y="811"/>
                  </a:lnTo>
                  <a:lnTo>
                    <a:pt x="4402" y="618"/>
                  </a:lnTo>
                  <a:lnTo>
                    <a:pt x="4132" y="463"/>
                  </a:lnTo>
                  <a:lnTo>
                    <a:pt x="3862" y="309"/>
                  </a:lnTo>
                  <a:lnTo>
                    <a:pt x="3591" y="193"/>
                  </a:lnTo>
                  <a:lnTo>
                    <a:pt x="3282" y="116"/>
                  </a:lnTo>
                  <a:lnTo>
                    <a:pt x="2974" y="39"/>
                  </a:lnTo>
                  <a:lnTo>
                    <a:pt x="266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3" name="Google Shape;3403;p15"/>
            <p:cNvSpPr/>
            <p:nvPr/>
          </p:nvSpPr>
          <p:spPr>
            <a:xfrm>
              <a:off x="3889150" y="344490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6" y="1005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8"/>
                  </a:lnTo>
                  <a:lnTo>
                    <a:pt x="8573" y="3708"/>
                  </a:lnTo>
                  <a:lnTo>
                    <a:pt x="7723" y="3823"/>
                  </a:lnTo>
                  <a:lnTo>
                    <a:pt x="6874" y="3901"/>
                  </a:lnTo>
                  <a:lnTo>
                    <a:pt x="6410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5"/>
                  </a:lnTo>
                  <a:lnTo>
                    <a:pt x="2588" y="3708"/>
                  </a:lnTo>
                  <a:lnTo>
                    <a:pt x="2510" y="3862"/>
                  </a:lnTo>
                  <a:lnTo>
                    <a:pt x="2433" y="4017"/>
                  </a:lnTo>
                  <a:lnTo>
                    <a:pt x="2317" y="4132"/>
                  </a:lnTo>
                  <a:lnTo>
                    <a:pt x="2124" y="4210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7" y="4017"/>
                  </a:lnTo>
                  <a:lnTo>
                    <a:pt x="502" y="3515"/>
                  </a:lnTo>
                  <a:lnTo>
                    <a:pt x="657" y="3013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6" y="1738"/>
                  </a:lnTo>
                  <a:lnTo>
                    <a:pt x="1893" y="1429"/>
                  </a:lnTo>
                  <a:lnTo>
                    <a:pt x="2317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4" y="5986"/>
                  </a:lnTo>
                  <a:lnTo>
                    <a:pt x="11430" y="6140"/>
                  </a:lnTo>
                  <a:lnTo>
                    <a:pt x="11353" y="6218"/>
                  </a:lnTo>
                  <a:lnTo>
                    <a:pt x="11237" y="6256"/>
                  </a:lnTo>
                  <a:lnTo>
                    <a:pt x="11083" y="6295"/>
                  </a:lnTo>
                  <a:lnTo>
                    <a:pt x="10928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20" y="5523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1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2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8" y="2009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69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9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2" y="3630"/>
                  </a:lnTo>
                  <a:lnTo>
                    <a:pt x="3012" y="2974"/>
                  </a:lnTo>
                  <a:lnTo>
                    <a:pt x="3128" y="773"/>
                  </a:lnTo>
                  <a:lnTo>
                    <a:pt x="3514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0" y="1661"/>
                  </a:lnTo>
                  <a:lnTo>
                    <a:pt x="5059" y="2704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3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70" y="4325"/>
                  </a:lnTo>
                  <a:lnTo>
                    <a:pt x="6217" y="4325"/>
                  </a:lnTo>
                  <a:lnTo>
                    <a:pt x="6565" y="4287"/>
                  </a:lnTo>
                  <a:lnTo>
                    <a:pt x="7608" y="4210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1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3" y="5754"/>
                  </a:lnTo>
                  <a:lnTo>
                    <a:pt x="10233" y="5909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6"/>
                  </a:lnTo>
                  <a:lnTo>
                    <a:pt x="11739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3"/>
                  </a:lnTo>
                  <a:lnTo>
                    <a:pt x="12396" y="7222"/>
                  </a:lnTo>
                  <a:lnTo>
                    <a:pt x="12473" y="7569"/>
                  </a:lnTo>
                  <a:lnTo>
                    <a:pt x="12550" y="7917"/>
                  </a:lnTo>
                  <a:lnTo>
                    <a:pt x="12550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4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5" y="9654"/>
                  </a:lnTo>
                  <a:lnTo>
                    <a:pt x="12821" y="9616"/>
                  </a:lnTo>
                  <a:lnTo>
                    <a:pt x="12936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724"/>
                  </a:lnTo>
                  <a:lnTo>
                    <a:pt x="12936" y="7183"/>
                  </a:lnTo>
                  <a:lnTo>
                    <a:pt x="12743" y="6681"/>
                  </a:lnTo>
                  <a:lnTo>
                    <a:pt x="12434" y="6218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29" y="3515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4" y="1931"/>
                  </a:lnTo>
                  <a:lnTo>
                    <a:pt x="8225" y="1584"/>
                  </a:lnTo>
                  <a:lnTo>
                    <a:pt x="7839" y="1275"/>
                  </a:lnTo>
                  <a:lnTo>
                    <a:pt x="7453" y="1005"/>
                  </a:lnTo>
                  <a:lnTo>
                    <a:pt x="7067" y="734"/>
                  </a:lnTo>
                  <a:lnTo>
                    <a:pt x="6642" y="503"/>
                  </a:lnTo>
                  <a:lnTo>
                    <a:pt x="6179" y="348"/>
                  </a:lnTo>
                  <a:lnTo>
                    <a:pt x="5715" y="194"/>
                  </a:lnTo>
                  <a:lnTo>
                    <a:pt x="5291" y="78"/>
                  </a:lnTo>
                  <a:lnTo>
                    <a:pt x="4827" y="39"/>
                  </a:lnTo>
                  <a:lnTo>
                    <a:pt x="44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4" name="Google Shape;3404;p15"/>
            <p:cNvSpPr/>
            <p:nvPr/>
          </p:nvSpPr>
          <p:spPr>
            <a:xfrm>
              <a:off x="4428800" y="3447800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0" y="2317"/>
                  </a:lnTo>
                  <a:lnTo>
                    <a:pt x="6449" y="3901"/>
                  </a:lnTo>
                  <a:lnTo>
                    <a:pt x="6526" y="6990"/>
                  </a:lnTo>
                  <a:lnTo>
                    <a:pt x="3514" y="6758"/>
                  </a:lnTo>
                  <a:lnTo>
                    <a:pt x="2008" y="6642"/>
                  </a:lnTo>
                  <a:lnTo>
                    <a:pt x="502" y="6604"/>
                  </a:lnTo>
                  <a:lnTo>
                    <a:pt x="1352" y="5986"/>
                  </a:lnTo>
                  <a:lnTo>
                    <a:pt x="2201" y="5291"/>
                  </a:lnTo>
                  <a:lnTo>
                    <a:pt x="2973" y="4557"/>
                  </a:lnTo>
                  <a:lnTo>
                    <a:pt x="3707" y="3823"/>
                  </a:lnTo>
                  <a:lnTo>
                    <a:pt x="4441" y="3090"/>
                  </a:lnTo>
                  <a:lnTo>
                    <a:pt x="5136" y="2356"/>
                  </a:lnTo>
                  <a:lnTo>
                    <a:pt x="5792" y="1584"/>
                  </a:lnTo>
                  <a:lnTo>
                    <a:pt x="6449" y="773"/>
                  </a:lnTo>
                  <a:close/>
                  <a:moveTo>
                    <a:pt x="6719" y="0"/>
                  </a:moveTo>
                  <a:lnTo>
                    <a:pt x="6642" y="39"/>
                  </a:lnTo>
                  <a:lnTo>
                    <a:pt x="6565" y="39"/>
                  </a:lnTo>
                  <a:lnTo>
                    <a:pt x="6487" y="116"/>
                  </a:lnTo>
                  <a:lnTo>
                    <a:pt x="4981" y="1854"/>
                  </a:lnTo>
                  <a:lnTo>
                    <a:pt x="4209" y="2703"/>
                  </a:lnTo>
                  <a:lnTo>
                    <a:pt x="3437" y="3514"/>
                  </a:lnTo>
                  <a:lnTo>
                    <a:pt x="2587" y="4287"/>
                  </a:lnTo>
                  <a:lnTo>
                    <a:pt x="1738" y="5059"/>
                  </a:lnTo>
                  <a:lnTo>
                    <a:pt x="888" y="5793"/>
                  </a:lnTo>
                  <a:lnTo>
                    <a:pt x="39" y="6604"/>
                  </a:lnTo>
                  <a:lnTo>
                    <a:pt x="0" y="6642"/>
                  </a:lnTo>
                  <a:lnTo>
                    <a:pt x="0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0" y="6912"/>
                  </a:lnTo>
                  <a:lnTo>
                    <a:pt x="39" y="6990"/>
                  </a:lnTo>
                  <a:lnTo>
                    <a:pt x="116" y="7144"/>
                  </a:lnTo>
                  <a:lnTo>
                    <a:pt x="386" y="6990"/>
                  </a:lnTo>
                  <a:lnTo>
                    <a:pt x="1892" y="7144"/>
                  </a:lnTo>
                  <a:lnTo>
                    <a:pt x="3437" y="7299"/>
                  </a:lnTo>
                  <a:lnTo>
                    <a:pt x="6526" y="7453"/>
                  </a:lnTo>
                  <a:lnTo>
                    <a:pt x="6565" y="9307"/>
                  </a:lnTo>
                  <a:lnTo>
                    <a:pt x="6526" y="12627"/>
                  </a:lnTo>
                  <a:lnTo>
                    <a:pt x="6951" y="12627"/>
                  </a:lnTo>
                  <a:lnTo>
                    <a:pt x="6989" y="9461"/>
                  </a:lnTo>
                  <a:lnTo>
                    <a:pt x="6989" y="7492"/>
                  </a:lnTo>
                  <a:lnTo>
                    <a:pt x="8650" y="7569"/>
                  </a:lnTo>
                  <a:lnTo>
                    <a:pt x="10310" y="7646"/>
                  </a:lnTo>
                  <a:lnTo>
                    <a:pt x="10310" y="7183"/>
                  </a:lnTo>
                  <a:lnTo>
                    <a:pt x="8650" y="7106"/>
                  </a:lnTo>
                  <a:lnTo>
                    <a:pt x="6989" y="7028"/>
                  </a:lnTo>
                  <a:lnTo>
                    <a:pt x="7028" y="5368"/>
                  </a:lnTo>
                  <a:lnTo>
                    <a:pt x="6989" y="3707"/>
                  </a:lnTo>
                  <a:lnTo>
                    <a:pt x="6951" y="2047"/>
                  </a:lnTo>
                  <a:lnTo>
                    <a:pt x="6796" y="387"/>
                  </a:lnTo>
                  <a:lnTo>
                    <a:pt x="6989" y="194"/>
                  </a:lnTo>
                  <a:lnTo>
                    <a:pt x="6835" y="39"/>
                  </a:lnTo>
                  <a:lnTo>
                    <a:pt x="679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5" name="Google Shape;3405;p15"/>
            <p:cNvSpPr/>
            <p:nvPr/>
          </p:nvSpPr>
          <p:spPr>
            <a:xfrm>
              <a:off x="4598700" y="3452625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4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7" y="7492"/>
                  </a:lnTo>
                  <a:lnTo>
                    <a:pt x="6372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60" y="12087"/>
                  </a:lnTo>
                  <a:lnTo>
                    <a:pt x="1584" y="14983"/>
                  </a:lnTo>
                  <a:lnTo>
                    <a:pt x="773" y="16450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49"/>
                  </a:lnTo>
                  <a:lnTo>
                    <a:pt x="1159" y="16759"/>
                  </a:lnTo>
                  <a:lnTo>
                    <a:pt x="1970" y="15369"/>
                  </a:lnTo>
                  <a:lnTo>
                    <a:pt x="2781" y="13979"/>
                  </a:lnTo>
                  <a:lnTo>
                    <a:pt x="3592" y="12589"/>
                  </a:lnTo>
                  <a:lnTo>
                    <a:pt x="4441" y="11199"/>
                  </a:lnTo>
                  <a:lnTo>
                    <a:pt x="5291" y="9809"/>
                  </a:lnTo>
                  <a:lnTo>
                    <a:pt x="5715" y="9191"/>
                  </a:lnTo>
                  <a:lnTo>
                    <a:pt x="6179" y="8612"/>
                  </a:lnTo>
                  <a:lnTo>
                    <a:pt x="6603" y="8032"/>
                  </a:lnTo>
                  <a:lnTo>
                    <a:pt x="6990" y="7453"/>
                  </a:lnTo>
                  <a:lnTo>
                    <a:pt x="6990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90" y="7067"/>
                  </a:lnTo>
                  <a:lnTo>
                    <a:pt x="6874" y="7028"/>
                  </a:lnTo>
                  <a:lnTo>
                    <a:pt x="6835" y="7028"/>
                  </a:lnTo>
                  <a:lnTo>
                    <a:pt x="6102" y="6102"/>
                  </a:lnTo>
                  <a:lnTo>
                    <a:pt x="5291" y="5175"/>
                  </a:lnTo>
                  <a:lnTo>
                    <a:pt x="3669" y="3437"/>
                  </a:lnTo>
                  <a:lnTo>
                    <a:pt x="1970" y="1700"/>
                  </a:lnTo>
                  <a:lnTo>
                    <a:pt x="1082" y="811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6" name="Google Shape;3406;p15"/>
            <p:cNvSpPr/>
            <p:nvPr/>
          </p:nvSpPr>
          <p:spPr>
            <a:xfrm>
              <a:off x="3921000" y="345842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4" y="7298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59" y="7569"/>
                  </a:lnTo>
                  <a:lnTo>
                    <a:pt x="9152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59" y="10040"/>
                  </a:lnTo>
                  <a:lnTo>
                    <a:pt x="8689" y="10117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40" y="10079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7"/>
                  </a:lnTo>
                  <a:lnTo>
                    <a:pt x="7029" y="9345"/>
                  </a:lnTo>
                  <a:lnTo>
                    <a:pt x="6951" y="9075"/>
                  </a:lnTo>
                  <a:lnTo>
                    <a:pt x="6913" y="8804"/>
                  </a:lnTo>
                  <a:lnTo>
                    <a:pt x="6951" y="8534"/>
                  </a:lnTo>
                  <a:lnTo>
                    <a:pt x="7029" y="8264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8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5" y="8457"/>
                  </a:lnTo>
                  <a:lnTo>
                    <a:pt x="2974" y="8611"/>
                  </a:lnTo>
                  <a:lnTo>
                    <a:pt x="3051" y="8766"/>
                  </a:lnTo>
                  <a:lnTo>
                    <a:pt x="1545" y="8727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5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7"/>
                  </a:lnTo>
                  <a:lnTo>
                    <a:pt x="6990" y="10079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6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2"/>
                  </a:lnTo>
                  <a:lnTo>
                    <a:pt x="10156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6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0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8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4" y="7337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49" y="8534"/>
                  </a:lnTo>
                  <a:lnTo>
                    <a:pt x="6449" y="8843"/>
                  </a:lnTo>
                  <a:lnTo>
                    <a:pt x="5716" y="8804"/>
                  </a:lnTo>
                  <a:lnTo>
                    <a:pt x="4943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7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80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5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7" name="Google Shape;3407;p15"/>
            <p:cNvSpPr/>
            <p:nvPr/>
          </p:nvSpPr>
          <p:spPr>
            <a:xfrm>
              <a:off x="1220850" y="3492200"/>
              <a:ext cx="274200" cy="516500"/>
            </a:xfrm>
            <a:custGeom>
              <a:avLst/>
              <a:gdLst/>
              <a:ahLst/>
              <a:cxnLst/>
              <a:rect l="l" t="t" r="r" b="b"/>
              <a:pathLst>
                <a:path w="10968" h="20660" extrusionOk="0">
                  <a:moveTo>
                    <a:pt x="1468" y="657"/>
                  </a:moveTo>
                  <a:lnTo>
                    <a:pt x="2086" y="1005"/>
                  </a:lnTo>
                  <a:lnTo>
                    <a:pt x="2665" y="1391"/>
                  </a:lnTo>
                  <a:lnTo>
                    <a:pt x="3052" y="1661"/>
                  </a:lnTo>
                  <a:lnTo>
                    <a:pt x="3438" y="1970"/>
                  </a:lnTo>
                  <a:lnTo>
                    <a:pt x="3592" y="2125"/>
                  </a:lnTo>
                  <a:lnTo>
                    <a:pt x="3708" y="2279"/>
                  </a:lnTo>
                  <a:lnTo>
                    <a:pt x="3862" y="2588"/>
                  </a:lnTo>
                  <a:lnTo>
                    <a:pt x="3978" y="2935"/>
                  </a:lnTo>
                  <a:lnTo>
                    <a:pt x="4055" y="3322"/>
                  </a:lnTo>
                  <a:lnTo>
                    <a:pt x="5098" y="7492"/>
                  </a:lnTo>
                  <a:lnTo>
                    <a:pt x="7222" y="16180"/>
                  </a:lnTo>
                  <a:lnTo>
                    <a:pt x="7261" y="16258"/>
                  </a:lnTo>
                  <a:lnTo>
                    <a:pt x="7299" y="16296"/>
                  </a:lnTo>
                  <a:lnTo>
                    <a:pt x="7369" y="16331"/>
                  </a:lnTo>
                  <a:lnTo>
                    <a:pt x="7369" y="16331"/>
                  </a:lnTo>
                  <a:lnTo>
                    <a:pt x="6990" y="16489"/>
                  </a:lnTo>
                  <a:lnTo>
                    <a:pt x="6334" y="14481"/>
                  </a:lnTo>
                  <a:lnTo>
                    <a:pt x="5677" y="12512"/>
                  </a:lnTo>
                  <a:lnTo>
                    <a:pt x="4287" y="8573"/>
                  </a:lnTo>
                  <a:lnTo>
                    <a:pt x="2858" y="4634"/>
                  </a:lnTo>
                  <a:lnTo>
                    <a:pt x="1468" y="657"/>
                  </a:lnTo>
                  <a:close/>
                  <a:moveTo>
                    <a:pt x="1121" y="503"/>
                  </a:moveTo>
                  <a:lnTo>
                    <a:pt x="1121" y="580"/>
                  </a:lnTo>
                  <a:lnTo>
                    <a:pt x="3940" y="8573"/>
                  </a:lnTo>
                  <a:lnTo>
                    <a:pt x="5368" y="12551"/>
                  </a:lnTo>
                  <a:lnTo>
                    <a:pt x="6102" y="14558"/>
                  </a:lnTo>
                  <a:lnTo>
                    <a:pt x="6874" y="16528"/>
                  </a:lnTo>
                  <a:lnTo>
                    <a:pt x="6681" y="16566"/>
                  </a:lnTo>
                  <a:lnTo>
                    <a:pt x="5755" y="14636"/>
                  </a:lnTo>
                  <a:lnTo>
                    <a:pt x="4789" y="12705"/>
                  </a:lnTo>
                  <a:lnTo>
                    <a:pt x="2820" y="8882"/>
                  </a:lnTo>
                  <a:lnTo>
                    <a:pt x="1777" y="6951"/>
                  </a:lnTo>
                  <a:lnTo>
                    <a:pt x="773" y="4982"/>
                  </a:lnTo>
                  <a:lnTo>
                    <a:pt x="657" y="4712"/>
                  </a:lnTo>
                  <a:lnTo>
                    <a:pt x="580" y="4441"/>
                  </a:lnTo>
                  <a:lnTo>
                    <a:pt x="542" y="4171"/>
                  </a:lnTo>
                  <a:lnTo>
                    <a:pt x="503" y="3901"/>
                  </a:lnTo>
                  <a:lnTo>
                    <a:pt x="503" y="3322"/>
                  </a:lnTo>
                  <a:lnTo>
                    <a:pt x="542" y="2781"/>
                  </a:lnTo>
                  <a:lnTo>
                    <a:pt x="657" y="2202"/>
                  </a:lnTo>
                  <a:lnTo>
                    <a:pt x="812" y="1623"/>
                  </a:lnTo>
                  <a:lnTo>
                    <a:pt x="1121" y="503"/>
                  </a:lnTo>
                  <a:close/>
                  <a:moveTo>
                    <a:pt x="9886" y="13786"/>
                  </a:moveTo>
                  <a:lnTo>
                    <a:pt x="10041" y="13825"/>
                  </a:lnTo>
                  <a:lnTo>
                    <a:pt x="10157" y="13902"/>
                  </a:lnTo>
                  <a:lnTo>
                    <a:pt x="10311" y="14018"/>
                  </a:lnTo>
                  <a:lnTo>
                    <a:pt x="10581" y="14481"/>
                  </a:lnTo>
                  <a:lnTo>
                    <a:pt x="10620" y="14674"/>
                  </a:lnTo>
                  <a:lnTo>
                    <a:pt x="10620" y="14906"/>
                  </a:lnTo>
                  <a:lnTo>
                    <a:pt x="10581" y="15099"/>
                  </a:lnTo>
                  <a:lnTo>
                    <a:pt x="10504" y="15254"/>
                  </a:lnTo>
                  <a:lnTo>
                    <a:pt x="10311" y="15640"/>
                  </a:lnTo>
                  <a:lnTo>
                    <a:pt x="10041" y="15910"/>
                  </a:lnTo>
                  <a:lnTo>
                    <a:pt x="9655" y="16296"/>
                  </a:lnTo>
                  <a:lnTo>
                    <a:pt x="9191" y="16605"/>
                  </a:lnTo>
                  <a:lnTo>
                    <a:pt x="8728" y="16914"/>
                  </a:lnTo>
                  <a:lnTo>
                    <a:pt x="8265" y="17184"/>
                  </a:lnTo>
                  <a:lnTo>
                    <a:pt x="8149" y="17184"/>
                  </a:lnTo>
                  <a:lnTo>
                    <a:pt x="8071" y="17262"/>
                  </a:lnTo>
                  <a:lnTo>
                    <a:pt x="7724" y="17416"/>
                  </a:lnTo>
                  <a:lnTo>
                    <a:pt x="7029" y="17725"/>
                  </a:lnTo>
                  <a:lnTo>
                    <a:pt x="6295" y="17995"/>
                  </a:lnTo>
                  <a:lnTo>
                    <a:pt x="5523" y="18150"/>
                  </a:lnTo>
                  <a:lnTo>
                    <a:pt x="4789" y="18304"/>
                  </a:lnTo>
                  <a:lnTo>
                    <a:pt x="4403" y="18343"/>
                  </a:lnTo>
                  <a:lnTo>
                    <a:pt x="4055" y="18343"/>
                  </a:lnTo>
                  <a:lnTo>
                    <a:pt x="3669" y="18266"/>
                  </a:lnTo>
                  <a:lnTo>
                    <a:pt x="3515" y="18227"/>
                  </a:lnTo>
                  <a:lnTo>
                    <a:pt x="3360" y="18150"/>
                  </a:lnTo>
                  <a:lnTo>
                    <a:pt x="3245" y="18034"/>
                  </a:lnTo>
                  <a:lnTo>
                    <a:pt x="3129" y="17957"/>
                  </a:lnTo>
                  <a:lnTo>
                    <a:pt x="2974" y="17686"/>
                  </a:lnTo>
                  <a:lnTo>
                    <a:pt x="2858" y="17377"/>
                  </a:lnTo>
                  <a:lnTo>
                    <a:pt x="2858" y="17068"/>
                  </a:lnTo>
                  <a:lnTo>
                    <a:pt x="2897" y="16875"/>
                  </a:lnTo>
                  <a:lnTo>
                    <a:pt x="2974" y="16721"/>
                  </a:lnTo>
                  <a:lnTo>
                    <a:pt x="3090" y="16566"/>
                  </a:lnTo>
                  <a:lnTo>
                    <a:pt x="3206" y="16451"/>
                  </a:lnTo>
                  <a:lnTo>
                    <a:pt x="3322" y="16373"/>
                  </a:lnTo>
                  <a:lnTo>
                    <a:pt x="3476" y="16296"/>
                  </a:lnTo>
                  <a:lnTo>
                    <a:pt x="3592" y="16296"/>
                  </a:lnTo>
                  <a:lnTo>
                    <a:pt x="3708" y="16335"/>
                  </a:lnTo>
                  <a:lnTo>
                    <a:pt x="3824" y="16451"/>
                  </a:lnTo>
                  <a:lnTo>
                    <a:pt x="3940" y="16605"/>
                  </a:lnTo>
                  <a:lnTo>
                    <a:pt x="4094" y="16798"/>
                  </a:lnTo>
                  <a:lnTo>
                    <a:pt x="4210" y="17068"/>
                  </a:lnTo>
                  <a:lnTo>
                    <a:pt x="4055" y="17068"/>
                  </a:lnTo>
                  <a:lnTo>
                    <a:pt x="3978" y="17107"/>
                  </a:lnTo>
                  <a:lnTo>
                    <a:pt x="3940" y="17184"/>
                  </a:lnTo>
                  <a:lnTo>
                    <a:pt x="3978" y="17300"/>
                  </a:lnTo>
                  <a:lnTo>
                    <a:pt x="4055" y="17339"/>
                  </a:lnTo>
                  <a:lnTo>
                    <a:pt x="4828" y="17339"/>
                  </a:lnTo>
                  <a:lnTo>
                    <a:pt x="5639" y="17262"/>
                  </a:lnTo>
                  <a:lnTo>
                    <a:pt x="6450" y="17107"/>
                  </a:lnTo>
                  <a:lnTo>
                    <a:pt x="7261" y="16875"/>
                  </a:lnTo>
                  <a:lnTo>
                    <a:pt x="7647" y="16721"/>
                  </a:lnTo>
                  <a:lnTo>
                    <a:pt x="8033" y="16528"/>
                  </a:lnTo>
                  <a:lnTo>
                    <a:pt x="8419" y="16335"/>
                  </a:lnTo>
                  <a:lnTo>
                    <a:pt x="8728" y="16103"/>
                  </a:lnTo>
                  <a:lnTo>
                    <a:pt x="9075" y="15871"/>
                  </a:lnTo>
                  <a:lnTo>
                    <a:pt x="9384" y="15601"/>
                  </a:lnTo>
                  <a:lnTo>
                    <a:pt x="9616" y="15331"/>
                  </a:lnTo>
                  <a:lnTo>
                    <a:pt x="9886" y="15022"/>
                  </a:lnTo>
                  <a:lnTo>
                    <a:pt x="9886" y="14945"/>
                  </a:lnTo>
                  <a:lnTo>
                    <a:pt x="9886" y="14906"/>
                  </a:lnTo>
                  <a:lnTo>
                    <a:pt x="9848" y="14829"/>
                  </a:lnTo>
                  <a:lnTo>
                    <a:pt x="9809" y="14790"/>
                  </a:lnTo>
                  <a:lnTo>
                    <a:pt x="9732" y="14752"/>
                  </a:lnTo>
                  <a:lnTo>
                    <a:pt x="9616" y="14752"/>
                  </a:lnTo>
                  <a:lnTo>
                    <a:pt x="9539" y="14790"/>
                  </a:lnTo>
                  <a:lnTo>
                    <a:pt x="9307" y="15099"/>
                  </a:lnTo>
                  <a:lnTo>
                    <a:pt x="9114" y="14945"/>
                  </a:lnTo>
                  <a:lnTo>
                    <a:pt x="9037" y="14829"/>
                  </a:lnTo>
                  <a:lnTo>
                    <a:pt x="8998" y="14674"/>
                  </a:lnTo>
                  <a:lnTo>
                    <a:pt x="8998" y="14558"/>
                  </a:lnTo>
                  <a:lnTo>
                    <a:pt x="9037" y="14404"/>
                  </a:lnTo>
                  <a:lnTo>
                    <a:pt x="9114" y="14288"/>
                  </a:lnTo>
                  <a:lnTo>
                    <a:pt x="9346" y="14056"/>
                  </a:lnTo>
                  <a:lnTo>
                    <a:pt x="9462" y="13941"/>
                  </a:lnTo>
                  <a:lnTo>
                    <a:pt x="9539" y="13825"/>
                  </a:lnTo>
                  <a:lnTo>
                    <a:pt x="9655" y="13786"/>
                  </a:lnTo>
                  <a:close/>
                  <a:moveTo>
                    <a:pt x="889" y="1"/>
                  </a:moveTo>
                  <a:lnTo>
                    <a:pt x="812" y="78"/>
                  </a:lnTo>
                  <a:lnTo>
                    <a:pt x="773" y="155"/>
                  </a:lnTo>
                  <a:lnTo>
                    <a:pt x="194" y="2511"/>
                  </a:lnTo>
                  <a:lnTo>
                    <a:pt x="117" y="2897"/>
                  </a:lnTo>
                  <a:lnTo>
                    <a:pt x="40" y="3322"/>
                  </a:lnTo>
                  <a:lnTo>
                    <a:pt x="1" y="3746"/>
                  </a:lnTo>
                  <a:lnTo>
                    <a:pt x="1" y="4210"/>
                  </a:lnTo>
                  <a:lnTo>
                    <a:pt x="78" y="4441"/>
                  </a:lnTo>
                  <a:lnTo>
                    <a:pt x="155" y="4673"/>
                  </a:lnTo>
                  <a:lnTo>
                    <a:pt x="348" y="5136"/>
                  </a:lnTo>
                  <a:lnTo>
                    <a:pt x="850" y="6025"/>
                  </a:lnTo>
                  <a:lnTo>
                    <a:pt x="1970" y="8187"/>
                  </a:lnTo>
                  <a:lnTo>
                    <a:pt x="4133" y="12435"/>
                  </a:lnTo>
                  <a:lnTo>
                    <a:pt x="5253" y="14558"/>
                  </a:lnTo>
                  <a:lnTo>
                    <a:pt x="6411" y="16682"/>
                  </a:lnTo>
                  <a:lnTo>
                    <a:pt x="5484" y="16875"/>
                  </a:lnTo>
                  <a:lnTo>
                    <a:pt x="4596" y="16991"/>
                  </a:lnTo>
                  <a:lnTo>
                    <a:pt x="4596" y="16991"/>
                  </a:lnTo>
                  <a:lnTo>
                    <a:pt x="4673" y="16837"/>
                  </a:lnTo>
                  <a:lnTo>
                    <a:pt x="4712" y="16682"/>
                  </a:lnTo>
                  <a:lnTo>
                    <a:pt x="4712" y="16528"/>
                  </a:lnTo>
                  <a:lnTo>
                    <a:pt x="4635" y="16373"/>
                  </a:lnTo>
                  <a:lnTo>
                    <a:pt x="4557" y="16219"/>
                  </a:lnTo>
                  <a:lnTo>
                    <a:pt x="4442" y="16103"/>
                  </a:lnTo>
                  <a:lnTo>
                    <a:pt x="4326" y="15987"/>
                  </a:lnTo>
                  <a:lnTo>
                    <a:pt x="4133" y="15910"/>
                  </a:lnTo>
                  <a:lnTo>
                    <a:pt x="3862" y="15871"/>
                  </a:lnTo>
                  <a:lnTo>
                    <a:pt x="3592" y="15871"/>
                  </a:lnTo>
                  <a:lnTo>
                    <a:pt x="3322" y="15949"/>
                  </a:lnTo>
                  <a:lnTo>
                    <a:pt x="3090" y="16103"/>
                  </a:lnTo>
                  <a:lnTo>
                    <a:pt x="2897" y="16258"/>
                  </a:lnTo>
                  <a:lnTo>
                    <a:pt x="2743" y="16489"/>
                  </a:lnTo>
                  <a:lnTo>
                    <a:pt x="2588" y="16721"/>
                  </a:lnTo>
                  <a:lnTo>
                    <a:pt x="2550" y="16991"/>
                  </a:lnTo>
                  <a:lnTo>
                    <a:pt x="2511" y="17416"/>
                  </a:lnTo>
                  <a:lnTo>
                    <a:pt x="2550" y="17725"/>
                  </a:lnTo>
                  <a:lnTo>
                    <a:pt x="2704" y="17995"/>
                  </a:lnTo>
                  <a:lnTo>
                    <a:pt x="2858" y="18227"/>
                  </a:lnTo>
                  <a:lnTo>
                    <a:pt x="3129" y="18381"/>
                  </a:lnTo>
                  <a:lnTo>
                    <a:pt x="3399" y="18497"/>
                  </a:lnTo>
                  <a:lnTo>
                    <a:pt x="3747" y="18574"/>
                  </a:lnTo>
                  <a:lnTo>
                    <a:pt x="4094" y="18613"/>
                  </a:lnTo>
                  <a:lnTo>
                    <a:pt x="4442" y="18613"/>
                  </a:lnTo>
                  <a:lnTo>
                    <a:pt x="4828" y="18574"/>
                  </a:lnTo>
                  <a:lnTo>
                    <a:pt x="5639" y="18420"/>
                  </a:lnTo>
                  <a:lnTo>
                    <a:pt x="6334" y="18266"/>
                  </a:lnTo>
                  <a:lnTo>
                    <a:pt x="6952" y="18072"/>
                  </a:lnTo>
                  <a:lnTo>
                    <a:pt x="7067" y="18034"/>
                  </a:lnTo>
                  <a:lnTo>
                    <a:pt x="7299" y="17957"/>
                  </a:lnTo>
                  <a:lnTo>
                    <a:pt x="8149" y="17570"/>
                  </a:lnTo>
                  <a:lnTo>
                    <a:pt x="8612" y="18497"/>
                  </a:lnTo>
                  <a:lnTo>
                    <a:pt x="9037" y="19463"/>
                  </a:lnTo>
                  <a:lnTo>
                    <a:pt x="9269" y="20003"/>
                  </a:lnTo>
                  <a:lnTo>
                    <a:pt x="9423" y="20351"/>
                  </a:lnTo>
                  <a:lnTo>
                    <a:pt x="9539" y="20660"/>
                  </a:lnTo>
                  <a:lnTo>
                    <a:pt x="9770" y="20621"/>
                  </a:lnTo>
                  <a:lnTo>
                    <a:pt x="9693" y="20428"/>
                  </a:lnTo>
                  <a:lnTo>
                    <a:pt x="9423" y="19656"/>
                  </a:lnTo>
                  <a:lnTo>
                    <a:pt x="9114" y="18922"/>
                  </a:lnTo>
                  <a:lnTo>
                    <a:pt x="8767" y="18150"/>
                  </a:lnTo>
                  <a:lnTo>
                    <a:pt x="8419" y="17416"/>
                  </a:lnTo>
                  <a:lnTo>
                    <a:pt x="8960" y="17107"/>
                  </a:lnTo>
                  <a:lnTo>
                    <a:pt x="9539" y="16760"/>
                  </a:lnTo>
                  <a:lnTo>
                    <a:pt x="10041" y="16373"/>
                  </a:lnTo>
                  <a:lnTo>
                    <a:pt x="10272" y="16180"/>
                  </a:lnTo>
                  <a:lnTo>
                    <a:pt x="10466" y="15949"/>
                  </a:lnTo>
                  <a:lnTo>
                    <a:pt x="10659" y="15717"/>
                  </a:lnTo>
                  <a:lnTo>
                    <a:pt x="10813" y="15485"/>
                  </a:lnTo>
                  <a:lnTo>
                    <a:pt x="10929" y="15254"/>
                  </a:lnTo>
                  <a:lnTo>
                    <a:pt x="10968" y="14983"/>
                  </a:lnTo>
                  <a:lnTo>
                    <a:pt x="10968" y="14752"/>
                  </a:lnTo>
                  <a:lnTo>
                    <a:pt x="10929" y="14520"/>
                  </a:lnTo>
                  <a:lnTo>
                    <a:pt x="10852" y="14250"/>
                  </a:lnTo>
                  <a:lnTo>
                    <a:pt x="10659" y="13979"/>
                  </a:lnTo>
                  <a:lnTo>
                    <a:pt x="10504" y="13825"/>
                  </a:lnTo>
                  <a:lnTo>
                    <a:pt x="10272" y="13670"/>
                  </a:lnTo>
                  <a:lnTo>
                    <a:pt x="10041" y="13555"/>
                  </a:lnTo>
                  <a:lnTo>
                    <a:pt x="9809" y="13516"/>
                  </a:lnTo>
                  <a:lnTo>
                    <a:pt x="9539" y="13516"/>
                  </a:lnTo>
                  <a:lnTo>
                    <a:pt x="9307" y="13555"/>
                  </a:lnTo>
                  <a:lnTo>
                    <a:pt x="9075" y="13670"/>
                  </a:lnTo>
                  <a:lnTo>
                    <a:pt x="8882" y="13863"/>
                  </a:lnTo>
                  <a:lnTo>
                    <a:pt x="8767" y="14056"/>
                  </a:lnTo>
                  <a:lnTo>
                    <a:pt x="8728" y="14250"/>
                  </a:lnTo>
                  <a:lnTo>
                    <a:pt x="8689" y="14443"/>
                  </a:lnTo>
                  <a:lnTo>
                    <a:pt x="8689" y="14636"/>
                  </a:lnTo>
                  <a:lnTo>
                    <a:pt x="8728" y="14829"/>
                  </a:lnTo>
                  <a:lnTo>
                    <a:pt x="8805" y="15022"/>
                  </a:lnTo>
                  <a:lnTo>
                    <a:pt x="8921" y="15176"/>
                  </a:lnTo>
                  <a:lnTo>
                    <a:pt x="9075" y="15331"/>
                  </a:lnTo>
                  <a:lnTo>
                    <a:pt x="8728" y="15640"/>
                  </a:lnTo>
                  <a:lnTo>
                    <a:pt x="8342" y="15871"/>
                  </a:lnTo>
                  <a:lnTo>
                    <a:pt x="7917" y="16103"/>
                  </a:lnTo>
                  <a:lnTo>
                    <a:pt x="7454" y="16296"/>
                  </a:lnTo>
                  <a:lnTo>
                    <a:pt x="7531" y="16258"/>
                  </a:lnTo>
                  <a:lnTo>
                    <a:pt x="7608" y="16219"/>
                  </a:lnTo>
                  <a:lnTo>
                    <a:pt x="7608" y="16142"/>
                  </a:lnTo>
                  <a:lnTo>
                    <a:pt x="7608" y="16026"/>
                  </a:lnTo>
                  <a:lnTo>
                    <a:pt x="5330" y="6488"/>
                  </a:lnTo>
                  <a:lnTo>
                    <a:pt x="4712" y="4094"/>
                  </a:lnTo>
                  <a:lnTo>
                    <a:pt x="4480" y="3013"/>
                  </a:lnTo>
                  <a:lnTo>
                    <a:pt x="4326" y="2511"/>
                  </a:lnTo>
                  <a:lnTo>
                    <a:pt x="4249" y="2240"/>
                  </a:lnTo>
                  <a:lnTo>
                    <a:pt x="4094" y="2009"/>
                  </a:lnTo>
                  <a:lnTo>
                    <a:pt x="3824" y="1700"/>
                  </a:lnTo>
                  <a:lnTo>
                    <a:pt x="3515" y="1352"/>
                  </a:lnTo>
                  <a:lnTo>
                    <a:pt x="3129" y="1082"/>
                  </a:lnTo>
                  <a:lnTo>
                    <a:pt x="2704" y="812"/>
                  </a:lnTo>
                  <a:lnTo>
                    <a:pt x="2318" y="580"/>
                  </a:lnTo>
                  <a:lnTo>
                    <a:pt x="1854" y="387"/>
                  </a:lnTo>
                  <a:lnTo>
                    <a:pt x="108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8" name="Google Shape;3408;p15"/>
            <p:cNvSpPr/>
            <p:nvPr/>
          </p:nvSpPr>
          <p:spPr>
            <a:xfrm>
              <a:off x="319200" y="3515375"/>
              <a:ext cx="324400" cy="208550"/>
            </a:xfrm>
            <a:custGeom>
              <a:avLst/>
              <a:gdLst/>
              <a:ahLst/>
              <a:cxnLst/>
              <a:rect l="l" t="t" r="r" b="b"/>
              <a:pathLst>
                <a:path w="12976" h="8342" extrusionOk="0">
                  <a:moveTo>
                    <a:pt x="6758" y="309"/>
                  </a:moveTo>
                  <a:lnTo>
                    <a:pt x="6874" y="348"/>
                  </a:lnTo>
                  <a:lnTo>
                    <a:pt x="7029" y="387"/>
                  </a:lnTo>
                  <a:lnTo>
                    <a:pt x="7222" y="502"/>
                  </a:lnTo>
                  <a:lnTo>
                    <a:pt x="7299" y="502"/>
                  </a:lnTo>
                  <a:lnTo>
                    <a:pt x="7453" y="773"/>
                  </a:lnTo>
                  <a:lnTo>
                    <a:pt x="7569" y="1043"/>
                  </a:lnTo>
                  <a:lnTo>
                    <a:pt x="7608" y="1352"/>
                  </a:lnTo>
                  <a:lnTo>
                    <a:pt x="7569" y="1661"/>
                  </a:lnTo>
                  <a:lnTo>
                    <a:pt x="7492" y="1970"/>
                  </a:lnTo>
                  <a:lnTo>
                    <a:pt x="7415" y="2240"/>
                  </a:lnTo>
                  <a:lnTo>
                    <a:pt x="7222" y="2858"/>
                  </a:lnTo>
                  <a:lnTo>
                    <a:pt x="6411" y="4905"/>
                  </a:lnTo>
                  <a:lnTo>
                    <a:pt x="6411" y="4943"/>
                  </a:lnTo>
                  <a:lnTo>
                    <a:pt x="6295" y="4943"/>
                  </a:lnTo>
                  <a:lnTo>
                    <a:pt x="6218" y="3978"/>
                  </a:lnTo>
                  <a:lnTo>
                    <a:pt x="6140" y="2974"/>
                  </a:lnTo>
                  <a:lnTo>
                    <a:pt x="6140" y="1854"/>
                  </a:lnTo>
                  <a:lnTo>
                    <a:pt x="6179" y="1352"/>
                  </a:lnTo>
                  <a:lnTo>
                    <a:pt x="6218" y="1043"/>
                  </a:lnTo>
                  <a:lnTo>
                    <a:pt x="6295" y="734"/>
                  </a:lnTo>
                  <a:lnTo>
                    <a:pt x="6449" y="502"/>
                  </a:lnTo>
                  <a:lnTo>
                    <a:pt x="6527" y="425"/>
                  </a:lnTo>
                  <a:lnTo>
                    <a:pt x="6642" y="348"/>
                  </a:lnTo>
                  <a:lnTo>
                    <a:pt x="6758" y="309"/>
                  </a:lnTo>
                  <a:close/>
                  <a:moveTo>
                    <a:pt x="11971" y="4711"/>
                  </a:moveTo>
                  <a:lnTo>
                    <a:pt x="12087" y="4750"/>
                  </a:lnTo>
                  <a:lnTo>
                    <a:pt x="12164" y="4827"/>
                  </a:lnTo>
                  <a:lnTo>
                    <a:pt x="12280" y="4905"/>
                  </a:lnTo>
                  <a:lnTo>
                    <a:pt x="12319" y="4982"/>
                  </a:lnTo>
                  <a:lnTo>
                    <a:pt x="12396" y="5136"/>
                  </a:lnTo>
                  <a:lnTo>
                    <a:pt x="12435" y="5484"/>
                  </a:lnTo>
                  <a:lnTo>
                    <a:pt x="12319" y="5600"/>
                  </a:lnTo>
                  <a:lnTo>
                    <a:pt x="12126" y="5677"/>
                  </a:lnTo>
                  <a:lnTo>
                    <a:pt x="11933" y="5754"/>
                  </a:lnTo>
                  <a:lnTo>
                    <a:pt x="11701" y="5793"/>
                  </a:lnTo>
                  <a:lnTo>
                    <a:pt x="11199" y="5831"/>
                  </a:lnTo>
                  <a:lnTo>
                    <a:pt x="10041" y="5831"/>
                  </a:lnTo>
                  <a:lnTo>
                    <a:pt x="9230" y="5754"/>
                  </a:lnTo>
                  <a:lnTo>
                    <a:pt x="8612" y="5677"/>
                  </a:lnTo>
                  <a:lnTo>
                    <a:pt x="7994" y="5561"/>
                  </a:lnTo>
                  <a:lnTo>
                    <a:pt x="6758" y="5252"/>
                  </a:lnTo>
                  <a:lnTo>
                    <a:pt x="7955" y="5020"/>
                  </a:lnTo>
                  <a:lnTo>
                    <a:pt x="9191" y="4866"/>
                  </a:lnTo>
                  <a:lnTo>
                    <a:pt x="9925" y="4789"/>
                  </a:lnTo>
                  <a:lnTo>
                    <a:pt x="10658" y="4750"/>
                  </a:lnTo>
                  <a:lnTo>
                    <a:pt x="11353" y="4711"/>
                  </a:lnTo>
                  <a:close/>
                  <a:moveTo>
                    <a:pt x="5638" y="5754"/>
                  </a:moveTo>
                  <a:lnTo>
                    <a:pt x="4557" y="6449"/>
                  </a:lnTo>
                  <a:lnTo>
                    <a:pt x="3437" y="7106"/>
                  </a:lnTo>
                  <a:lnTo>
                    <a:pt x="2820" y="7376"/>
                  </a:lnTo>
                  <a:lnTo>
                    <a:pt x="2202" y="7685"/>
                  </a:lnTo>
                  <a:lnTo>
                    <a:pt x="1816" y="7801"/>
                  </a:lnTo>
                  <a:lnTo>
                    <a:pt x="1429" y="7917"/>
                  </a:lnTo>
                  <a:lnTo>
                    <a:pt x="1120" y="7955"/>
                  </a:lnTo>
                  <a:lnTo>
                    <a:pt x="927" y="7917"/>
                  </a:lnTo>
                  <a:lnTo>
                    <a:pt x="850" y="7878"/>
                  </a:lnTo>
                  <a:lnTo>
                    <a:pt x="773" y="7801"/>
                  </a:lnTo>
                  <a:lnTo>
                    <a:pt x="734" y="7685"/>
                  </a:lnTo>
                  <a:lnTo>
                    <a:pt x="696" y="7530"/>
                  </a:lnTo>
                  <a:lnTo>
                    <a:pt x="696" y="7376"/>
                  </a:lnTo>
                  <a:lnTo>
                    <a:pt x="696" y="7221"/>
                  </a:lnTo>
                  <a:lnTo>
                    <a:pt x="734" y="7144"/>
                  </a:lnTo>
                  <a:lnTo>
                    <a:pt x="812" y="7067"/>
                  </a:lnTo>
                  <a:lnTo>
                    <a:pt x="1005" y="6990"/>
                  </a:lnTo>
                  <a:lnTo>
                    <a:pt x="1275" y="6874"/>
                  </a:lnTo>
                  <a:lnTo>
                    <a:pt x="1893" y="6642"/>
                  </a:lnTo>
                  <a:lnTo>
                    <a:pt x="2742" y="6449"/>
                  </a:lnTo>
                  <a:lnTo>
                    <a:pt x="3592" y="6295"/>
                  </a:lnTo>
                  <a:lnTo>
                    <a:pt x="4634" y="6063"/>
                  </a:lnTo>
                  <a:lnTo>
                    <a:pt x="5136" y="5909"/>
                  </a:lnTo>
                  <a:lnTo>
                    <a:pt x="5638" y="5754"/>
                  </a:lnTo>
                  <a:close/>
                  <a:moveTo>
                    <a:pt x="6951" y="0"/>
                  </a:moveTo>
                  <a:lnTo>
                    <a:pt x="6720" y="39"/>
                  </a:lnTo>
                  <a:lnTo>
                    <a:pt x="6527" y="116"/>
                  </a:lnTo>
                  <a:lnTo>
                    <a:pt x="6333" y="232"/>
                  </a:lnTo>
                  <a:lnTo>
                    <a:pt x="6140" y="425"/>
                  </a:lnTo>
                  <a:lnTo>
                    <a:pt x="5986" y="618"/>
                  </a:lnTo>
                  <a:lnTo>
                    <a:pt x="5909" y="811"/>
                  </a:lnTo>
                  <a:lnTo>
                    <a:pt x="5793" y="1275"/>
                  </a:lnTo>
                  <a:lnTo>
                    <a:pt x="5793" y="1777"/>
                  </a:lnTo>
                  <a:lnTo>
                    <a:pt x="5831" y="2742"/>
                  </a:lnTo>
                  <a:lnTo>
                    <a:pt x="5909" y="3901"/>
                  </a:lnTo>
                  <a:lnTo>
                    <a:pt x="5986" y="4480"/>
                  </a:lnTo>
                  <a:lnTo>
                    <a:pt x="6063" y="5020"/>
                  </a:lnTo>
                  <a:lnTo>
                    <a:pt x="6025" y="5136"/>
                  </a:lnTo>
                  <a:lnTo>
                    <a:pt x="6063" y="5252"/>
                  </a:lnTo>
                  <a:lnTo>
                    <a:pt x="5523" y="5445"/>
                  </a:lnTo>
                  <a:lnTo>
                    <a:pt x="4982" y="5561"/>
                  </a:lnTo>
                  <a:lnTo>
                    <a:pt x="3939" y="5831"/>
                  </a:lnTo>
                  <a:lnTo>
                    <a:pt x="2858" y="6024"/>
                  </a:lnTo>
                  <a:lnTo>
                    <a:pt x="2318" y="6179"/>
                  </a:lnTo>
                  <a:lnTo>
                    <a:pt x="1777" y="6295"/>
                  </a:lnTo>
                  <a:lnTo>
                    <a:pt x="1198" y="6488"/>
                  </a:lnTo>
                  <a:lnTo>
                    <a:pt x="850" y="6642"/>
                  </a:lnTo>
                  <a:lnTo>
                    <a:pt x="503" y="6835"/>
                  </a:lnTo>
                  <a:lnTo>
                    <a:pt x="232" y="7028"/>
                  </a:lnTo>
                  <a:lnTo>
                    <a:pt x="116" y="7144"/>
                  </a:lnTo>
                  <a:lnTo>
                    <a:pt x="39" y="7299"/>
                  </a:lnTo>
                  <a:lnTo>
                    <a:pt x="1" y="7415"/>
                  </a:lnTo>
                  <a:lnTo>
                    <a:pt x="1" y="7569"/>
                  </a:lnTo>
                  <a:lnTo>
                    <a:pt x="39" y="7723"/>
                  </a:lnTo>
                  <a:lnTo>
                    <a:pt x="116" y="7917"/>
                  </a:lnTo>
                  <a:lnTo>
                    <a:pt x="232" y="8032"/>
                  </a:lnTo>
                  <a:lnTo>
                    <a:pt x="348" y="8148"/>
                  </a:lnTo>
                  <a:lnTo>
                    <a:pt x="503" y="8225"/>
                  </a:lnTo>
                  <a:lnTo>
                    <a:pt x="618" y="8264"/>
                  </a:lnTo>
                  <a:lnTo>
                    <a:pt x="927" y="8341"/>
                  </a:lnTo>
                  <a:lnTo>
                    <a:pt x="1275" y="8341"/>
                  </a:lnTo>
                  <a:lnTo>
                    <a:pt x="1622" y="8303"/>
                  </a:lnTo>
                  <a:lnTo>
                    <a:pt x="1931" y="8187"/>
                  </a:lnTo>
                  <a:lnTo>
                    <a:pt x="2549" y="7994"/>
                  </a:lnTo>
                  <a:lnTo>
                    <a:pt x="3553" y="7530"/>
                  </a:lnTo>
                  <a:lnTo>
                    <a:pt x="4519" y="6990"/>
                  </a:lnTo>
                  <a:lnTo>
                    <a:pt x="5445" y="6372"/>
                  </a:lnTo>
                  <a:lnTo>
                    <a:pt x="5909" y="6063"/>
                  </a:lnTo>
                  <a:lnTo>
                    <a:pt x="6333" y="5715"/>
                  </a:lnTo>
                  <a:lnTo>
                    <a:pt x="6527" y="6102"/>
                  </a:lnTo>
                  <a:lnTo>
                    <a:pt x="6642" y="6295"/>
                  </a:lnTo>
                  <a:lnTo>
                    <a:pt x="6758" y="6449"/>
                  </a:lnTo>
                  <a:lnTo>
                    <a:pt x="7029" y="6372"/>
                  </a:lnTo>
                  <a:lnTo>
                    <a:pt x="7029" y="6333"/>
                  </a:lnTo>
                  <a:lnTo>
                    <a:pt x="6835" y="5986"/>
                  </a:lnTo>
                  <a:lnTo>
                    <a:pt x="6758" y="5831"/>
                  </a:lnTo>
                  <a:lnTo>
                    <a:pt x="6720" y="5638"/>
                  </a:lnTo>
                  <a:lnTo>
                    <a:pt x="6720" y="5561"/>
                  </a:lnTo>
                  <a:lnTo>
                    <a:pt x="7569" y="5831"/>
                  </a:lnTo>
                  <a:lnTo>
                    <a:pt x="8496" y="6063"/>
                  </a:lnTo>
                  <a:lnTo>
                    <a:pt x="9384" y="6179"/>
                  </a:lnTo>
                  <a:lnTo>
                    <a:pt x="10311" y="6217"/>
                  </a:lnTo>
                  <a:lnTo>
                    <a:pt x="11006" y="6217"/>
                  </a:lnTo>
                  <a:lnTo>
                    <a:pt x="11469" y="6179"/>
                  </a:lnTo>
                  <a:lnTo>
                    <a:pt x="11933" y="6140"/>
                  </a:lnTo>
                  <a:lnTo>
                    <a:pt x="12357" y="5986"/>
                  </a:lnTo>
                  <a:lnTo>
                    <a:pt x="12512" y="5909"/>
                  </a:lnTo>
                  <a:lnTo>
                    <a:pt x="12666" y="5793"/>
                  </a:lnTo>
                  <a:lnTo>
                    <a:pt x="12821" y="5677"/>
                  </a:lnTo>
                  <a:lnTo>
                    <a:pt x="12898" y="5522"/>
                  </a:lnTo>
                  <a:lnTo>
                    <a:pt x="12975" y="5368"/>
                  </a:lnTo>
                  <a:lnTo>
                    <a:pt x="12975" y="5175"/>
                  </a:lnTo>
                  <a:lnTo>
                    <a:pt x="12975" y="4982"/>
                  </a:lnTo>
                  <a:lnTo>
                    <a:pt x="12898" y="4827"/>
                  </a:lnTo>
                  <a:lnTo>
                    <a:pt x="12821" y="4711"/>
                  </a:lnTo>
                  <a:lnTo>
                    <a:pt x="12744" y="4634"/>
                  </a:lnTo>
                  <a:lnTo>
                    <a:pt x="12628" y="4518"/>
                  </a:lnTo>
                  <a:lnTo>
                    <a:pt x="12473" y="4480"/>
                  </a:lnTo>
                  <a:lnTo>
                    <a:pt x="12164" y="4364"/>
                  </a:lnTo>
                  <a:lnTo>
                    <a:pt x="11817" y="4325"/>
                  </a:lnTo>
                  <a:lnTo>
                    <a:pt x="11469" y="4325"/>
                  </a:lnTo>
                  <a:lnTo>
                    <a:pt x="10890" y="4364"/>
                  </a:lnTo>
                  <a:lnTo>
                    <a:pt x="9847" y="4403"/>
                  </a:lnTo>
                  <a:lnTo>
                    <a:pt x="8843" y="4480"/>
                  </a:lnTo>
                  <a:lnTo>
                    <a:pt x="7839" y="4634"/>
                  </a:lnTo>
                  <a:lnTo>
                    <a:pt x="6835" y="4827"/>
                  </a:lnTo>
                  <a:lnTo>
                    <a:pt x="7376" y="3476"/>
                  </a:lnTo>
                  <a:lnTo>
                    <a:pt x="7646" y="2742"/>
                  </a:lnTo>
                  <a:lnTo>
                    <a:pt x="7839" y="2047"/>
                  </a:lnTo>
                  <a:lnTo>
                    <a:pt x="7917" y="1815"/>
                  </a:lnTo>
                  <a:lnTo>
                    <a:pt x="7917" y="1545"/>
                  </a:lnTo>
                  <a:lnTo>
                    <a:pt x="7917" y="1313"/>
                  </a:lnTo>
                  <a:lnTo>
                    <a:pt x="7878" y="1082"/>
                  </a:lnTo>
                  <a:lnTo>
                    <a:pt x="7801" y="850"/>
                  </a:lnTo>
                  <a:lnTo>
                    <a:pt x="7685" y="618"/>
                  </a:lnTo>
                  <a:lnTo>
                    <a:pt x="7531" y="425"/>
                  </a:lnTo>
                  <a:lnTo>
                    <a:pt x="7337" y="271"/>
                  </a:lnTo>
                  <a:lnTo>
                    <a:pt x="7260" y="155"/>
                  </a:lnTo>
                  <a:lnTo>
                    <a:pt x="7144" y="78"/>
                  </a:lnTo>
                  <a:lnTo>
                    <a:pt x="695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9" name="Google Shape;3409;p15"/>
            <p:cNvSpPr/>
            <p:nvPr/>
          </p:nvSpPr>
          <p:spPr>
            <a:xfrm>
              <a:off x="2371575" y="3521175"/>
              <a:ext cx="106225" cy="123575"/>
            </a:xfrm>
            <a:custGeom>
              <a:avLst/>
              <a:gdLst/>
              <a:ahLst/>
              <a:cxnLst/>
              <a:rect l="l" t="t" r="r" b="b"/>
              <a:pathLst>
                <a:path w="4249" h="4943" extrusionOk="0">
                  <a:moveTo>
                    <a:pt x="3862" y="0"/>
                  </a:moveTo>
                  <a:lnTo>
                    <a:pt x="3592" y="541"/>
                  </a:lnTo>
                  <a:lnTo>
                    <a:pt x="3245" y="1120"/>
                  </a:lnTo>
                  <a:lnTo>
                    <a:pt x="2897" y="1661"/>
                  </a:lnTo>
                  <a:lnTo>
                    <a:pt x="2511" y="2163"/>
                  </a:lnTo>
                  <a:lnTo>
                    <a:pt x="1932" y="2858"/>
                  </a:lnTo>
                  <a:lnTo>
                    <a:pt x="1314" y="3475"/>
                  </a:lnTo>
                  <a:lnTo>
                    <a:pt x="1005" y="3746"/>
                  </a:lnTo>
                  <a:lnTo>
                    <a:pt x="657" y="4016"/>
                  </a:lnTo>
                  <a:lnTo>
                    <a:pt x="310" y="4248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41" y="4750"/>
                  </a:lnTo>
                  <a:lnTo>
                    <a:pt x="966" y="4518"/>
                  </a:lnTo>
                  <a:lnTo>
                    <a:pt x="1314" y="4209"/>
                  </a:lnTo>
                  <a:lnTo>
                    <a:pt x="1700" y="3900"/>
                  </a:lnTo>
                  <a:lnTo>
                    <a:pt x="2009" y="3553"/>
                  </a:lnTo>
                  <a:lnTo>
                    <a:pt x="2356" y="3167"/>
                  </a:lnTo>
                  <a:lnTo>
                    <a:pt x="2897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2"/>
                  </a:lnTo>
                  <a:lnTo>
                    <a:pt x="4248" y="155"/>
                  </a:lnTo>
                  <a:lnTo>
                    <a:pt x="386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0" name="Google Shape;3410;p15"/>
            <p:cNvSpPr/>
            <p:nvPr/>
          </p:nvSpPr>
          <p:spPr>
            <a:xfrm>
              <a:off x="2320425" y="35221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1"/>
                  </a:moveTo>
                  <a:lnTo>
                    <a:pt x="1004" y="310"/>
                  </a:lnTo>
                  <a:lnTo>
                    <a:pt x="1236" y="387"/>
                  </a:lnTo>
                  <a:lnTo>
                    <a:pt x="1429" y="541"/>
                  </a:lnTo>
                  <a:lnTo>
                    <a:pt x="1545" y="773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3" y="1198"/>
                  </a:lnTo>
                  <a:lnTo>
                    <a:pt x="1545" y="1314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5"/>
                  </a:lnTo>
                  <a:lnTo>
                    <a:pt x="966" y="1584"/>
                  </a:lnTo>
                  <a:lnTo>
                    <a:pt x="773" y="1545"/>
                  </a:lnTo>
                  <a:lnTo>
                    <a:pt x="657" y="1507"/>
                  </a:lnTo>
                  <a:lnTo>
                    <a:pt x="579" y="1430"/>
                  </a:lnTo>
                  <a:lnTo>
                    <a:pt x="502" y="1314"/>
                  </a:lnTo>
                  <a:lnTo>
                    <a:pt x="464" y="1236"/>
                  </a:lnTo>
                  <a:lnTo>
                    <a:pt x="425" y="1005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426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1043" y="1"/>
                  </a:moveTo>
                  <a:lnTo>
                    <a:pt x="850" y="39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117"/>
                  </a:lnTo>
                  <a:lnTo>
                    <a:pt x="271" y="232"/>
                  </a:lnTo>
                  <a:lnTo>
                    <a:pt x="155" y="348"/>
                  </a:lnTo>
                  <a:lnTo>
                    <a:pt x="77" y="541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7" y="1468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932"/>
                  </a:lnTo>
                  <a:lnTo>
                    <a:pt x="1622" y="1816"/>
                  </a:lnTo>
                  <a:lnTo>
                    <a:pt x="1777" y="1700"/>
                  </a:lnTo>
                  <a:lnTo>
                    <a:pt x="1892" y="1545"/>
                  </a:lnTo>
                  <a:lnTo>
                    <a:pt x="1970" y="1352"/>
                  </a:lnTo>
                  <a:lnTo>
                    <a:pt x="2047" y="1198"/>
                  </a:lnTo>
                  <a:lnTo>
                    <a:pt x="2085" y="1005"/>
                  </a:lnTo>
                  <a:lnTo>
                    <a:pt x="2047" y="812"/>
                  </a:lnTo>
                  <a:lnTo>
                    <a:pt x="1970" y="619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3" y="155"/>
                  </a:lnTo>
                  <a:lnTo>
                    <a:pt x="1429" y="78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1" name="Google Shape;3411;p15"/>
            <p:cNvSpPr/>
            <p:nvPr/>
          </p:nvSpPr>
          <p:spPr>
            <a:xfrm>
              <a:off x="5925125" y="3542400"/>
              <a:ext cx="60825" cy="90775"/>
            </a:xfrm>
            <a:custGeom>
              <a:avLst/>
              <a:gdLst/>
              <a:ahLst/>
              <a:cxnLst/>
              <a:rect l="l" t="t" r="r" b="b"/>
              <a:pathLst>
                <a:path w="2433" h="3631" extrusionOk="0">
                  <a:moveTo>
                    <a:pt x="1197" y="1"/>
                  </a:moveTo>
                  <a:lnTo>
                    <a:pt x="1081" y="39"/>
                  </a:lnTo>
                  <a:lnTo>
                    <a:pt x="1004" y="78"/>
                  </a:lnTo>
                  <a:lnTo>
                    <a:pt x="966" y="117"/>
                  </a:lnTo>
                  <a:lnTo>
                    <a:pt x="927" y="194"/>
                  </a:lnTo>
                  <a:lnTo>
                    <a:pt x="927" y="271"/>
                  </a:lnTo>
                  <a:lnTo>
                    <a:pt x="850" y="271"/>
                  </a:lnTo>
                  <a:lnTo>
                    <a:pt x="772" y="310"/>
                  </a:lnTo>
                  <a:lnTo>
                    <a:pt x="734" y="348"/>
                  </a:lnTo>
                  <a:lnTo>
                    <a:pt x="695" y="425"/>
                  </a:lnTo>
                  <a:lnTo>
                    <a:pt x="695" y="541"/>
                  </a:lnTo>
                  <a:lnTo>
                    <a:pt x="695" y="619"/>
                  </a:lnTo>
                  <a:lnTo>
                    <a:pt x="772" y="696"/>
                  </a:lnTo>
                  <a:lnTo>
                    <a:pt x="850" y="734"/>
                  </a:lnTo>
                  <a:lnTo>
                    <a:pt x="1081" y="812"/>
                  </a:lnTo>
                  <a:lnTo>
                    <a:pt x="1274" y="966"/>
                  </a:lnTo>
                  <a:lnTo>
                    <a:pt x="1468" y="1121"/>
                  </a:lnTo>
                  <a:lnTo>
                    <a:pt x="1622" y="1275"/>
                  </a:lnTo>
                  <a:lnTo>
                    <a:pt x="1738" y="1507"/>
                  </a:lnTo>
                  <a:lnTo>
                    <a:pt x="1854" y="1700"/>
                  </a:lnTo>
                  <a:lnTo>
                    <a:pt x="1892" y="1931"/>
                  </a:lnTo>
                  <a:lnTo>
                    <a:pt x="1931" y="2163"/>
                  </a:lnTo>
                  <a:lnTo>
                    <a:pt x="1892" y="2472"/>
                  </a:lnTo>
                  <a:lnTo>
                    <a:pt x="1815" y="2742"/>
                  </a:lnTo>
                  <a:lnTo>
                    <a:pt x="1738" y="2897"/>
                  </a:lnTo>
                  <a:lnTo>
                    <a:pt x="1622" y="2974"/>
                  </a:lnTo>
                  <a:lnTo>
                    <a:pt x="1506" y="3090"/>
                  </a:lnTo>
                  <a:lnTo>
                    <a:pt x="1390" y="3128"/>
                  </a:lnTo>
                  <a:lnTo>
                    <a:pt x="1197" y="3167"/>
                  </a:lnTo>
                  <a:lnTo>
                    <a:pt x="1043" y="3128"/>
                  </a:lnTo>
                  <a:lnTo>
                    <a:pt x="927" y="3013"/>
                  </a:lnTo>
                  <a:lnTo>
                    <a:pt x="850" y="2897"/>
                  </a:lnTo>
                  <a:lnTo>
                    <a:pt x="811" y="2781"/>
                  </a:lnTo>
                  <a:lnTo>
                    <a:pt x="811" y="2626"/>
                  </a:lnTo>
                  <a:lnTo>
                    <a:pt x="888" y="2472"/>
                  </a:lnTo>
                  <a:lnTo>
                    <a:pt x="1043" y="2356"/>
                  </a:lnTo>
                  <a:lnTo>
                    <a:pt x="1120" y="2279"/>
                  </a:lnTo>
                  <a:lnTo>
                    <a:pt x="1159" y="2163"/>
                  </a:lnTo>
                  <a:lnTo>
                    <a:pt x="1120" y="2047"/>
                  </a:lnTo>
                  <a:lnTo>
                    <a:pt x="1043" y="1970"/>
                  </a:lnTo>
                  <a:lnTo>
                    <a:pt x="618" y="1623"/>
                  </a:lnTo>
                  <a:lnTo>
                    <a:pt x="425" y="1468"/>
                  </a:lnTo>
                  <a:lnTo>
                    <a:pt x="193" y="1352"/>
                  </a:lnTo>
                  <a:lnTo>
                    <a:pt x="0" y="1623"/>
                  </a:lnTo>
                  <a:lnTo>
                    <a:pt x="270" y="1893"/>
                  </a:lnTo>
                  <a:lnTo>
                    <a:pt x="541" y="2163"/>
                  </a:lnTo>
                  <a:lnTo>
                    <a:pt x="386" y="2395"/>
                  </a:lnTo>
                  <a:lnTo>
                    <a:pt x="309" y="2626"/>
                  </a:lnTo>
                  <a:lnTo>
                    <a:pt x="309" y="2935"/>
                  </a:lnTo>
                  <a:lnTo>
                    <a:pt x="348" y="3051"/>
                  </a:lnTo>
                  <a:lnTo>
                    <a:pt x="425" y="3206"/>
                  </a:lnTo>
                  <a:lnTo>
                    <a:pt x="541" y="3360"/>
                  </a:lnTo>
                  <a:lnTo>
                    <a:pt x="695" y="3476"/>
                  </a:lnTo>
                  <a:lnTo>
                    <a:pt x="850" y="3592"/>
                  </a:lnTo>
                  <a:lnTo>
                    <a:pt x="1081" y="3630"/>
                  </a:lnTo>
                  <a:lnTo>
                    <a:pt x="1274" y="3630"/>
                  </a:lnTo>
                  <a:lnTo>
                    <a:pt x="1468" y="3592"/>
                  </a:lnTo>
                  <a:lnTo>
                    <a:pt x="1661" y="3515"/>
                  </a:lnTo>
                  <a:lnTo>
                    <a:pt x="1854" y="3437"/>
                  </a:lnTo>
                  <a:lnTo>
                    <a:pt x="2047" y="3283"/>
                  </a:lnTo>
                  <a:lnTo>
                    <a:pt x="2201" y="3090"/>
                  </a:lnTo>
                  <a:lnTo>
                    <a:pt x="2317" y="2897"/>
                  </a:lnTo>
                  <a:lnTo>
                    <a:pt x="2394" y="2704"/>
                  </a:lnTo>
                  <a:lnTo>
                    <a:pt x="2433" y="2472"/>
                  </a:lnTo>
                  <a:lnTo>
                    <a:pt x="2433" y="2279"/>
                  </a:lnTo>
                  <a:lnTo>
                    <a:pt x="2433" y="2047"/>
                  </a:lnTo>
                  <a:lnTo>
                    <a:pt x="2356" y="1816"/>
                  </a:lnTo>
                  <a:lnTo>
                    <a:pt x="2317" y="1623"/>
                  </a:lnTo>
                  <a:lnTo>
                    <a:pt x="2201" y="1391"/>
                  </a:lnTo>
                  <a:lnTo>
                    <a:pt x="1931" y="1005"/>
                  </a:lnTo>
                  <a:lnTo>
                    <a:pt x="1622" y="657"/>
                  </a:lnTo>
                  <a:lnTo>
                    <a:pt x="1274" y="425"/>
                  </a:lnTo>
                  <a:lnTo>
                    <a:pt x="11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2" name="Google Shape;3412;p15"/>
            <p:cNvSpPr/>
            <p:nvPr/>
          </p:nvSpPr>
          <p:spPr>
            <a:xfrm>
              <a:off x="5032150" y="3545300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3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7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0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5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8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4"/>
                  </a:lnTo>
                  <a:lnTo>
                    <a:pt x="1159" y="541"/>
                  </a:lnTo>
                  <a:lnTo>
                    <a:pt x="1352" y="425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8"/>
                  </a:lnTo>
                  <a:lnTo>
                    <a:pt x="309" y="927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5"/>
                  </a:lnTo>
                  <a:lnTo>
                    <a:pt x="0" y="2009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4" y="2858"/>
                  </a:lnTo>
                  <a:lnTo>
                    <a:pt x="425" y="3244"/>
                  </a:lnTo>
                  <a:lnTo>
                    <a:pt x="695" y="3553"/>
                  </a:lnTo>
                  <a:lnTo>
                    <a:pt x="1043" y="3823"/>
                  </a:lnTo>
                  <a:lnTo>
                    <a:pt x="1468" y="4016"/>
                  </a:lnTo>
                  <a:lnTo>
                    <a:pt x="1661" y="4094"/>
                  </a:lnTo>
                  <a:lnTo>
                    <a:pt x="1893" y="4132"/>
                  </a:lnTo>
                  <a:lnTo>
                    <a:pt x="2317" y="4132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2"/>
                  </a:lnTo>
                  <a:lnTo>
                    <a:pt x="4171" y="1429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6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3" name="Google Shape;3413;p15"/>
            <p:cNvSpPr/>
            <p:nvPr/>
          </p:nvSpPr>
          <p:spPr>
            <a:xfrm>
              <a:off x="3784900" y="3554950"/>
              <a:ext cx="112950" cy="132275"/>
            </a:xfrm>
            <a:custGeom>
              <a:avLst/>
              <a:gdLst/>
              <a:ahLst/>
              <a:cxnLst/>
              <a:rect l="l" t="t" r="r" b="b"/>
              <a:pathLst>
                <a:path w="4518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0" y="78"/>
                  </a:lnTo>
                  <a:lnTo>
                    <a:pt x="2510" y="194"/>
                  </a:lnTo>
                  <a:lnTo>
                    <a:pt x="2240" y="310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3" y="2163"/>
                  </a:lnTo>
                  <a:lnTo>
                    <a:pt x="270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0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5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8" y="4866"/>
                  </a:lnTo>
                  <a:lnTo>
                    <a:pt x="888" y="4828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6" y="3167"/>
                  </a:lnTo>
                  <a:lnTo>
                    <a:pt x="772" y="2742"/>
                  </a:lnTo>
                  <a:lnTo>
                    <a:pt x="965" y="2318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79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4" name="Google Shape;3414;p15"/>
            <p:cNvSpPr/>
            <p:nvPr/>
          </p:nvSpPr>
          <p:spPr>
            <a:xfrm>
              <a:off x="5529325" y="356750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1"/>
                  </a:moveTo>
                  <a:lnTo>
                    <a:pt x="0" y="232"/>
                  </a:lnTo>
                  <a:lnTo>
                    <a:pt x="463" y="927"/>
                  </a:lnTo>
                  <a:lnTo>
                    <a:pt x="1043" y="1622"/>
                  </a:lnTo>
                  <a:lnTo>
                    <a:pt x="1661" y="2279"/>
                  </a:lnTo>
                  <a:lnTo>
                    <a:pt x="2356" y="2858"/>
                  </a:lnTo>
                  <a:lnTo>
                    <a:pt x="3089" y="3360"/>
                  </a:lnTo>
                  <a:lnTo>
                    <a:pt x="3862" y="3824"/>
                  </a:lnTo>
                  <a:lnTo>
                    <a:pt x="4672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21" y="4905"/>
                  </a:lnTo>
                  <a:lnTo>
                    <a:pt x="7684" y="4943"/>
                  </a:lnTo>
                  <a:lnTo>
                    <a:pt x="8109" y="4982"/>
                  </a:lnTo>
                  <a:lnTo>
                    <a:pt x="8534" y="4943"/>
                  </a:lnTo>
                  <a:lnTo>
                    <a:pt x="8959" y="4905"/>
                  </a:lnTo>
                  <a:lnTo>
                    <a:pt x="9383" y="4866"/>
                  </a:lnTo>
                  <a:lnTo>
                    <a:pt x="9808" y="4750"/>
                  </a:lnTo>
                  <a:lnTo>
                    <a:pt x="10233" y="4634"/>
                  </a:lnTo>
                  <a:lnTo>
                    <a:pt x="10658" y="4480"/>
                  </a:lnTo>
                  <a:lnTo>
                    <a:pt x="11044" y="4326"/>
                  </a:lnTo>
                  <a:lnTo>
                    <a:pt x="11469" y="4094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280" y="3553"/>
                  </a:lnTo>
                  <a:lnTo>
                    <a:pt x="12434" y="3167"/>
                  </a:lnTo>
                  <a:lnTo>
                    <a:pt x="12241" y="3167"/>
                  </a:lnTo>
                  <a:lnTo>
                    <a:pt x="12202" y="3128"/>
                  </a:lnTo>
                  <a:lnTo>
                    <a:pt x="12009" y="3128"/>
                  </a:lnTo>
                  <a:lnTo>
                    <a:pt x="11893" y="3167"/>
                  </a:lnTo>
                  <a:lnTo>
                    <a:pt x="11546" y="3437"/>
                  </a:lnTo>
                  <a:lnTo>
                    <a:pt x="11198" y="3669"/>
                  </a:lnTo>
                  <a:lnTo>
                    <a:pt x="10812" y="3862"/>
                  </a:lnTo>
                  <a:lnTo>
                    <a:pt x="10426" y="4017"/>
                  </a:lnTo>
                  <a:lnTo>
                    <a:pt x="10001" y="4171"/>
                  </a:lnTo>
                  <a:lnTo>
                    <a:pt x="9615" y="4287"/>
                  </a:lnTo>
                  <a:lnTo>
                    <a:pt x="9190" y="4364"/>
                  </a:lnTo>
                  <a:lnTo>
                    <a:pt x="8766" y="4403"/>
                  </a:lnTo>
                  <a:lnTo>
                    <a:pt x="8341" y="4441"/>
                  </a:lnTo>
                  <a:lnTo>
                    <a:pt x="7916" y="4480"/>
                  </a:lnTo>
                  <a:lnTo>
                    <a:pt x="7453" y="4441"/>
                  </a:lnTo>
                  <a:lnTo>
                    <a:pt x="7028" y="4403"/>
                  </a:lnTo>
                  <a:lnTo>
                    <a:pt x="6603" y="4326"/>
                  </a:lnTo>
                  <a:lnTo>
                    <a:pt x="6178" y="4248"/>
                  </a:lnTo>
                  <a:lnTo>
                    <a:pt x="5792" y="4132"/>
                  </a:lnTo>
                  <a:lnTo>
                    <a:pt x="5368" y="4017"/>
                  </a:lnTo>
                  <a:lnTo>
                    <a:pt x="4595" y="3669"/>
                  </a:lnTo>
                  <a:lnTo>
                    <a:pt x="3862" y="3283"/>
                  </a:lnTo>
                  <a:lnTo>
                    <a:pt x="3205" y="2820"/>
                  </a:lnTo>
                  <a:lnTo>
                    <a:pt x="2549" y="2318"/>
                  </a:lnTo>
                  <a:lnTo>
                    <a:pt x="1969" y="1777"/>
                  </a:lnTo>
                  <a:lnTo>
                    <a:pt x="1352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5" name="Google Shape;3415;p15"/>
            <p:cNvSpPr/>
            <p:nvPr/>
          </p:nvSpPr>
          <p:spPr>
            <a:xfrm>
              <a:off x="2258625" y="3569425"/>
              <a:ext cx="44450" cy="43475"/>
            </a:xfrm>
            <a:custGeom>
              <a:avLst/>
              <a:gdLst/>
              <a:ahLst/>
              <a:cxnLst/>
              <a:rect l="l" t="t" r="r" b="b"/>
              <a:pathLst>
                <a:path w="1778" h="1739" extrusionOk="0">
                  <a:moveTo>
                    <a:pt x="773" y="310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9"/>
                  </a:lnTo>
                  <a:lnTo>
                    <a:pt x="1391" y="773"/>
                  </a:lnTo>
                  <a:lnTo>
                    <a:pt x="1391" y="966"/>
                  </a:lnTo>
                  <a:lnTo>
                    <a:pt x="1352" y="1044"/>
                  </a:lnTo>
                  <a:lnTo>
                    <a:pt x="1275" y="1159"/>
                  </a:lnTo>
                  <a:lnTo>
                    <a:pt x="1198" y="1237"/>
                  </a:lnTo>
                  <a:lnTo>
                    <a:pt x="1082" y="1314"/>
                  </a:lnTo>
                  <a:lnTo>
                    <a:pt x="889" y="1352"/>
                  </a:lnTo>
                  <a:lnTo>
                    <a:pt x="696" y="1352"/>
                  </a:lnTo>
                  <a:lnTo>
                    <a:pt x="542" y="1237"/>
                  </a:lnTo>
                  <a:lnTo>
                    <a:pt x="426" y="1082"/>
                  </a:lnTo>
                  <a:lnTo>
                    <a:pt x="387" y="889"/>
                  </a:lnTo>
                  <a:lnTo>
                    <a:pt x="387" y="735"/>
                  </a:lnTo>
                  <a:lnTo>
                    <a:pt x="464" y="580"/>
                  </a:lnTo>
                  <a:lnTo>
                    <a:pt x="542" y="387"/>
                  </a:lnTo>
                  <a:lnTo>
                    <a:pt x="542" y="348"/>
                  </a:lnTo>
                  <a:lnTo>
                    <a:pt x="773" y="310"/>
                  </a:lnTo>
                  <a:close/>
                  <a:moveTo>
                    <a:pt x="773" y="1"/>
                  </a:moveTo>
                  <a:lnTo>
                    <a:pt x="619" y="40"/>
                  </a:lnTo>
                  <a:lnTo>
                    <a:pt x="464" y="117"/>
                  </a:lnTo>
                  <a:lnTo>
                    <a:pt x="426" y="155"/>
                  </a:lnTo>
                  <a:lnTo>
                    <a:pt x="348" y="194"/>
                  </a:lnTo>
                  <a:lnTo>
                    <a:pt x="233" y="271"/>
                  </a:lnTo>
                  <a:lnTo>
                    <a:pt x="117" y="387"/>
                  </a:lnTo>
                  <a:lnTo>
                    <a:pt x="40" y="503"/>
                  </a:lnTo>
                  <a:lnTo>
                    <a:pt x="1" y="657"/>
                  </a:lnTo>
                  <a:lnTo>
                    <a:pt x="1" y="850"/>
                  </a:lnTo>
                  <a:lnTo>
                    <a:pt x="1" y="1005"/>
                  </a:lnTo>
                  <a:lnTo>
                    <a:pt x="40" y="1159"/>
                  </a:lnTo>
                  <a:lnTo>
                    <a:pt x="117" y="1314"/>
                  </a:lnTo>
                  <a:lnTo>
                    <a:pt x="194" y="1468"/>
                  </a:lnTo>
                  <a:lnTo>
                    <a:pt x="348" y="1584"/>
                  </a:lnTo>
                  <a:lnTo>
                    <a:pt x="464" y="1661"/>
                  </a:lnTo>
                  <a:lnTo>
                    <a:pt x="619" y="1739"/>
                  </a:lnTo>
                  <a:lnTo>
                    <a:pt x="966" y="1739"/>
                  </a:lnTo>
                  <a:lnTo>
                    <a:pt x="1121" y="1700"/>
                  </a:lnTo>
                  <a:lnTo>
                    <a:pt x="1275" y="1623"/>
                  </a:lnTo>
                  <a:lnTo>
                    <a:pt x="1430" y="1545"/>
                  </a:lnTo>
                  <a:lnTo>
                    <a:pt x="1584" y="1430"/>
                  </a:lnTo>
                  <a:lnTo>
                    <a:pt x="1661" y="1275"/>
                  </a:lnTo>
                  <a:lnTo>
                    <a:pt x="1739" y="1121"/>
                  </a:lnTo>
                  <a:lnTo>
                    <a:pt x="1777" y="928"/>
                  </a:lnTo>
                  <a:lnTo>
                    <a:pt x="1777" y="773"/>
                  </a:lnTo>
                  <a:lnTo>
                    <a:pt x="1739" y="580"/>
                  </a:lnTo>
                  <a:lnTo>
                    <a:pt x="1661" y="426"/>
                  </a:lnTo>
                  <a:lnTo>
                    <a:pt x="1546" y="271"/>
                  </a:lnTo>
                  <a:lnTo>
                    <a:pt x="1430" y="155"/>
                  </a:lnTo>
                  <a:lnTo>
                    <a:pt x="1275" y="78"/>
                  </a:lnTo>
                  <a:lnTo>
                    <a:pt x="1121" y="40"/>
                  </a:lnTo>
                  <a:lnTo>
                    <a:pt x="96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6" name="Google Shape;3416;p15"/>
            <p:cNvSpPr/>
            <p:nvPr/>
          </p:nvSpPr>
          <p:spPr>
            <a:xfrm>
              <a:off x="5836300" y="3573300"/>
              <a:ext cx="93675" cy="136150"/>
            </a:xfrm>
            <a:custGeom>
              <a:avLst/>
              <a:gdLst/>
              <a:ahLst/>
              <a:cxnLst/>
              <a:rect l="l" t="t" r="r" b="b"/>
              <a:pathLst>
                <a:path w="3747" h="5446" extrusionOk="0">
                  <a:moveTo>
                    <a:pt x="3515" y="0"/>
                  </a:moveTo>
                  <a:lnTo>
                    <a:pt x="3437" y="39"/>
                  </a:lnTo>
                  <a:lnTo>
                    <a:pt x="3360" y="78"/>
                  </a:lnTo>
                  <a:lnTo>
                    <a:pt x="3283" y="116"/>
                  </a:lnTo>
                  <a:lnTo>
                    <a:pt x="3013" y="309"/>
                  </a:lnTo>
                  <a:lnTo>
                    <a:pt x="2781" y="541"/>
                  </a:lnTo>
                  <a:lnTo>
                    <a:pt x="2588" y="773"/>
                  </a:lnTo>
                  <a:lnTo>
                    <a:pt x="2356" y="1004"/>
                  </a:lnTo>
                  <a:lnTo>
                    <a:pt x="2086" y="1236"/>
                  </a:lnTo>
                  <a:lnTo>
                    <a:pt x="1777" y="1468"/>
                  </a:lnTo>
                  <a:lnTo>
                    <a:pt x="1159" y="1815"/>
                  </a:lnTo>
                  <a:lnTo>
                    <a:pt x="1120" y="1892"/>
                  </a:lnTo>
                  <a:lnTo>
                    <a:pt x="1082" y="1970"/>
                  </a:lnTo>
                  <a:lnTo>
                    <a:pt x="1082" y="2047"/>
                  </a:lnTo>
                  <a:lnTo>
                    <a:pt x="1120" y="2086"/>
                  </a:lnTo>
                  <a:lnTo>
                    <a:pt x="1005" y="2086"/>
                  </a:lnTo>
                  <a:lnTo>
                    <a:pt x="927" y="2124"/>
                  </a:lnTo>
                  <a:lnTo>
                    <a:pt x="850" y="2201"/>
                  </a:lnTo>
                  <a:lnTo>
                    <a:pt x="812" y="2279"/>
                  </a:lnTo>
                  <a:lnTo>
                    <a:pt x="812" y="2356"/>
                  </a:lnTo>
                  <a:lnTo>
                    <a:pt x="850" y="2433"/>
                  </a:lnTo>
                  <a:lnTo>
                    <a:pt x="889" y="2510"/>
                  </a:lnTo>
                  <a:lnTo>
                    <a:pt x="1005" y="2549"/>
                  </a:lnTo>
                  <a:lnTo>
                    <a:pt x="1236" y="2626"/>
                  </a:lnTo>
                  <a:lnTo>
                    <a:pt x="1468" y="2703"/>
                  </a:lnTo>
                  <a:lnTo>
                    <a:pt x="1661" y="2858"/>
                  </a:lnTo>
                  <a:lnTo>
                    <a:pt x="1854" y="3012"/>
                  </a:lnTo>
                  <a:lnTo>
                    <a:pt x="1970" y="3205"/>
                  </a:lnTo>
                  <a:lnTo>
                    <a:pt x="2086" y="3398"/>
                  </a:lnTo>
                  <a:lnTo>
                    <a:pt x="2163" y="3669"/>
                  </a:lnTo>
                  <a:lnTo>
                    <a:pt x="2163" y="3900"/>
                  </a:lnTo>
                  <a:lnTo>
                    <a:pt x="2124" y="4132"/>
                  </a:lnTo>
                  <a:lnTo>
                    <a:pt x="2047" y="4364"/>
                  </a:lnTo>
                  <a:lnTo>
                    <a:pt x="1931" y="4557"/>
                  </a:lnTo>
                  <a:lnTo>
                    <a:pt x="1777" y="4711"/>
                  </a:lnTo>
                  <a:lnTo>
                    <a:pt x="1584" y="4866"/>
                  </a:lnTo>
                  <a:lnTo>
                    <a:pt x="1352" y="4943"/>
                  </a:lnTo>
                  <a:lnTo>
                    <a:pt x="1236" y="4982"/>
                  </a:lnTo>
                  <a:lnTo>
                    <a:pt x="1120" y="4982"/>
                  </a:lnTo>
                  <a:lnTo>
                    <a:pt x="927" y="4904"/>
                  </a:lnTo>
                  <a:lnTo>
                    <a:pt x="773" y="4789"/>
                  </a:lnTo>
                  <a:lnTo>
                    <a:pt x="696" y="4634"/>
                  </a:lnTo>
                  <a:lnTo>
                    <a:pt x="696" y="4441"/>
                  </a:lnTo>
                  <a:lnTo>
                    <a:pt x="773" y="4287"/>
                  </a:lnTo>
                  <a:lnTo>
                    <a:pt x="812" y="4209"/>
                  </a:lnTo>
                  <a:lnTo>
                    <a:pt x="889" y="4171"/>
                  </a:lnTo>
                  <a:lnTo>
                    <a:pt x="1005" y="4132"/>
                  </a:lnTo>
                  <a:lnTo>
                    <a:pt x="1120" y="4094"/>
                  </a:lnTo>
                  <a:lnTo>
                    <a:pt x="1275" y="4055"/>
                  </a:lnTo>
                  <a:lnTo>
                    <a:pt x="1352" y="3939"/>
                  </a:lnTo>
                  <a:lnTo>
                    <a:pt x="1314" y="3823"/>
                  </a:lnTo>
                  <a:lnTo>
                    <a:pt x="1314" y="3746"/>
                  </a:lnTo>
                  <a:lnTo>
                    <a:pt x="1236" y="3669"/>
                  </a:lnTo>
                  <a:lnTo>
                    <a:pt x="155" y="2935"/>
                  </a:lnTo>
                  <a:lnTo>
                    <a:pt x="1" y="3321"/>
                  </a:lnTo>
                  <a:lnTo>
                    <a:pt x="657" y="3785"/>
                  </a:lnTo>
                  <a:lnTo>
                    <a:pt x="541" y="3900"/>
                  </a:lnTo>
                  <a:lnTo>
                    <a:pt x="425" y="4016"/>
                  </a:lnTo>
                  <a:lnTo>
                    <a:pt x="310" y="4132"/>
                  </a:lnTo>
                  <a:lnTo>
                    <a:pt x="271" y="4248"/>
                  </a:lnTo>
                  <a:lnTo>
                    <a:pt x="232" y="4402"/>
                  </a:lnTo>
                  <a:lnTo>
                    <a:pt x="194" y="4557"/>
                  </a:lnTo>
                  <a:lnTo>
                    <a:pt x="232" y="4750"/>
                  </a:lnTo>
                  <a:lnTo>
                    <a:pt x="271" y="4904"/>
                  </a:lnTo>
                  <a:lnTo>
                    <a:pt x="425" y="5136"/>
                  </a:lnTo>
                  <a:lnTo>
                    <a:pt x="580" y="5291"/>
                  </a:lnTo>
                  <a:lnTo>
                    <a:pt x="773" y="5368"/>
                  </a:lnTo>
                  <a:lnTo>
                    <a:pt x="966" y="5445"/>
                  </a:lnTo>
                  <a:lnTo>
                    <a:pt x="1198" y="5445"/>
                  </a:lnTo>
                  <a:lnTo>
                    <a:pt x="1429" y="5406"/>
                  </a:lnTo>
                  <a:lnTo>
                    <a:pt x="1661" y="5329"/>
                  </a:lnTo>
                  <a:lnTo>
                    <a:pt x="1854" y="5213"/>
                  </a:lnTo>
                  <a:lnTo>
                    <a:pt x="2086" y="5059"/>
                  </a:lnTo>
                  <a:lnTo>
                    <a:pt x="2279" y="4866"/>
                  </a:lnTo>
                  <a:lnTo>
                    <a:pt x="2433" y="4673"/>
                  </a:lnTo>
                  <a:lnTo>
                    <a:pt x="2511" y="4441"/>
                  </a:lnTo>
                  <a:lnTo>
                    <a:pt x="2588" y="4209"/>
                  </a:lnTo>
                  <a:lnTo>
                    <a:pt x="2626" y="3978"/>
                  </a:lnTo>
                  <a:lnTo>
                    <a:pt x="2626" y="3746"/>
                  </a:lnTo>
                  <a:lnTo>
                    <a:pt x="2588" y="3514"/>
                  </a:lnTo>
                  <a:lnTo>
                    <a:pt x="2511" y="3283"/>
                  </a:lnTo>
                  <a:lnTo>
                    <a:pt x="2395" y="3090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70" y="2510"/>
                  </a:lnTo>
                  <a:lnTo>
                    <a:pt x="1777" y="2356"/>
                  </a:lnTo>
                  <a:lnTo>
                    <a:pt x="1545" y="2240"/>
                  </a:lnTo>
                  <a:lnTo>
                    <a:pt x="1314" y="2124"/>
                  </a:lnTo>
                  <a:lnTo>
                    <a:pt x="1661" y="2008"/>
                  </a:lnTo>
                  <a:lnTo>
                    <a:pt x="1970" y="1854"/>
                  </a:lnTo>
                  <a:lnTo>
                    <a:pt x="2279" y="1661"/>
                  </a:lnTo>
                  <a:lnTo>
                    <a:pt x="2588" y="1429"/>
                  </a:lnTo>
                  <a:lnTo>
                    <a:pt x="2858" y="1236"/>
                  </a:lnTo>
                  <a:lnTo>
                    <a:pt x="3128" y="966"/>
                  </a:lnTo>
                  <a:lnTo>
                    <a:pt x="3360" y="695"/>
                  </a:lnTo>
                  <a:lnTo>
                    <a:pt x="3476" y="541"/>
                  </a:lnTo>
                  <a:lnTo>
                    <a:pt x="3553" y="387"/>
                  </a:lnTo>
                  <a:lnTo>
                    <a:pt x="3746" y="116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7" name="Google Shape;3417;p15"/>
            <p:cNvSpPr/>
            <p:nvPr/>
          </p:nvSpPr>
          <p:spPr>
            <a:xfrm>
              <a:off x="2264425" y="357522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28"/>
                  </a:lnTo>
                  <a:lnTo>
                    <a:pt x="3939" y="4248"/>
                  </a:lnTo>
                  <a:lnTo>
                    <a:pt x="4017" y="5407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917"/>
                  </a:lnTo>
                  <a:lnTo>
                    <a:pt x="3901" y="8534"/>
                  </a:lnTo>
                  <a:lnTo>
                    <a:pt x="3746" y="9152"/>
                  </a:lnTo>
                  <a:lnTo>
                    <a:pt x="3515" y="9732"/>
                  </a:lnTo>
                  <a:lnTo>
                    <a:pt x="3244" y="10272"/>
                  </a:lnTo>
                  <a:lnTo>
                    <a:pt x="3013" y="10542"/>
                  </a:lnTo>
                  <a:lnTo>
                    <a:pt x="2781" y="10735"/>
                  </a:lnTo>
                  <a:lnTo>
                    <a:pt x="2472" y="10851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93"/>
                  </a:lnTo>
                  <a:lnTo>
                    <a:pt x="773" y="9384"/>
                  </a:lnTo>
                  <a:lnTo>
                    <a:pt x="696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29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618" y="2742"/>
                  </a:lnTo>
                  <a:lnTo>
                    <a:pt x="1391" y="2395"/>
                  </a:lnTo>
                  <a:lnTo>
                    <a:pt x="2163" y="1931"/>
                  </a:lnTo>
                  <a:lnTo>
                    <a:pt x="2935" y="1429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39"/>
                  </a:lnTo>
                  <a:lnTo>
                    <a:pt x="3476" y="310"/>
                  </a:lnTo>
                  <a:lnTo>
                    <a:pt x="3051" y="657"/>
                  </a:lnTo>
                  <a:lnTo>
                    <a:pt x="2626" y="966"/>
                  </a:lnTo>
                  <a:lnTo>
                    <a:pt x="2202" y="1313"/>
                  </a:lnTo>
                  <a:lnTo>
                    <a:pt x="1314" y="1893"/>
                  </a:lnTo>
                  <a:lnTo>
                    <a:pt x="425" y="2472"/>
                  </a:lnTo>
                  <a:lnTo>
                    <a:pt x="348" y="2549"/>
                  </a:lnTo>
                  <a:lnTo>
                    <a:pt x="348" y="2626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3"/>
                  </a:lnTo>
                  <a:lnTo>
                    <a:pt x="155" y="4866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616"/>
                  </a:lnTo>
                  <a:lnTo>
                    <a:pt x="503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4"/>
                  </a:lnTo>
                  <a:lnTo>
                    <a:pt x="1391" y="11199"/>
                  </a:lnTo>
                  <a:lnTo>
                    <a:pt x="1622" y="11315"/>
                  </a:lnTo>
                  <a:lnTo>
                    <a:pt x="1816" y="11392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19" y="11353"/>
                  </a:lnTo>
                  <a:lnTo>
                    <a:pt x="3051" y="11237"/>
                  </a:lnTo>
                  <a:lnTo>
                    <a:pt x="3283" y="11044"/>
                  </a:lnTo>
                  <a:lnTo>
                    <a:pt x="3476" y="10890"/>
                  </a:lnTo>
                  <a:lnTo>
                    <a:pt x="3669" y="10658"/>
                  </a:lnTo>
                  <a:lnTo>
                    <a:pt x="3823" y="10388"/>
                  </a:lnTo>
                  <a:lnTo>
                    <a:pt x="3978" y="10156"/>
                  </a:lnTo>
                  <a:lnTo>
                    <a:pt x="4171" y="9538"/>
                  </a:lnTo>
                  <a:lnTo>
                    <a:pt x="4325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222"/>
                  </a:lnTo>
                  <a:lnTo>
                    <a:pt x="4596" y="6642"/>
                  </a:lnTo>
                  <a:lnTo>
                    <a:pt x="4596" y="6102"/>
                  </a:lnTo>
                  <a:lnTo>
                    <a:pt x="4557" y="4982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1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39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8" name="Google Shape;3418;p15"/>
            <p:cNvSpPr/>
            <p:nvPr/>
          </p:nvSpPr>
          <p:spPr>
            <a:xfrm>
              <a:off x="4033950" y="358970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39" y="233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3"/>
                  </a:lnTo>
                  <a:lnTo>
                    <a:pt x="1005" y="155"/>
                  </a:lnTo>
                  <a:lnTo>
                    <a:pt x="966" y="117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9" name="Google Shape;3419;p15"/>
            <p:cNvSpPr/>
            <p:nvPr/>
          </p:nvSpPr>
          <p:spPr>
            <a:xfrm>
              <a:off x="3935475" y="3595500"/>
              <a:ext cx="21275" cy="8725"/>
            </a:xfrm>
            <a:custGeom>
              <a:avLst/>
              <a:gdLst/>
              <a:ahLst/>
              <a:cxnLst/>
              <a:rect l="l" t="t" r="r" b="b"/>
              <a:pathLst>
                <a:path w="851" h="349" extrusionOk="0">
                  <a:moveTo>
                    <a:pt x="426" y="1"/>
                  </a:moveTo>
                  <a:lnTo>
                    <a:pt x="155" y="39"/>
                  </a:lnTo>
                  <a:lnTo>
                    <a:pt x="117" y="39"/>
                  </a:lnTo>
                  <a:lnTo>
                    <a:pt x="40" y="78"/>
                  </a:lnTo>
                  <a:lnTo>
                    <a:pt x="1" y="194"/>
                  </a:lnTo>
                  <a:lnTo>
                    <a:pt x="40" y="271"/>
                  </a:lnTo>
                  <a:lnTo>
                    <a:pt x="117" y="309"/>
                  </a:lnTo>
                  <a:lnTo>
                    <a:pt x="155" y="348"/>
                  </a:lnTo>
                  <a:lnTo>
                    <a:pt x="735" y="348"/>
                  </a:lnTo>
                  <a:lnTo>
                    <a:pt x="812" y="271"/>
                  </a:lnTo>
                  <a:lnTo>
                    <a:pt x="850" y="194"/>
                  </a:lnTo>
                  <a:lnTo>
                    <a:pt x="812" y="78"/>
                  </a:lnTo>
                  <a:lnTo>
                    <a:pt x="73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0" name="Google Shape;3420;p15"/>
            <p:cNvSpPr/>
            <p:nvPr/>
          </p:nvSpPr>
          <p:spPr>
            <a:xfrm>
              <a:off x="6924275" y="3599350"/>
              <a:ext cx="335975" cy="782950"/>
            </a:xfrm>
            <a:custGeom>
              <a:avLst/>
              <a:gdLst/>
              <a:ahLst/>
              <a:cxnLst/>
              <a:rect l="l" t="t" r="r" b="b"/>
              <a:pathLst>
                <a:path w="13439" h="31318" extrusionOk="0">
                  <a:moveTo>
                    <a:pt x="6488" y="387"/>
                  </a:moveTo>
                  <a:lnTo>
                    <a:pt x="6526" y="464"/>
                  </a:lnTo>
                  <a:lnTo>
                    <a:pt x="7144" y="2009"/>
                  </a:lnTo>
                  <a:lnTo>
                    <a:pt x="7685" y="3554"/>
                  </a:lnTo>
                  <a:lnTo>
                    <a:pt x="8226" y="5137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2"/>
                  </a:lnTo>
                  <a:lnTo>
                    <a:pt x="7530" y="7338"/>
                  </a:lnTo>
                  <a:lnTo>
                    <a:pt x="7222" y="7454"/>
                  </a:lnTo>
                  <a:lnTo>
                    <a:pt x="6913" y="7531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1"/>
                  </a:lnTo>
                  <a:lnTo>
                    <a:pt x="5522" y="7492"/>
                  </a:lnTo>
                  <a:lnTo>
                    <a:pt x="4866" y="7338"/>
                  </a:lnTo>
                  <a:lnTo>
                    <a:pt x="4210" y="7106"/>
                  </a:lnTo>
                  <a:lnTo>
                    <a:pt x="3592" y="6874"/>
                  </a:lnTo>
                  <a:lnTo>
                    <a:pt x="3862" y="6025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4"/>
                  </a:lnTo>
                  <a:lnTo>
                    <a:pt x="5214" y="2743"/>
                  </a:lnTo>
                  <a:lnTo>
                    <a:pt x="5600" y="1932"/>
                  </a:lnTo>
                  <a:lnTo>
                    <a:pt x="6024" y="1159"/>
                  </a:lnTo>
                  <a:lnTo>
                    <a:pt x="6488" y="387"/>
                  </a:lnTo>
                  <a:close/>
                  <a:moveTo>
                    <a:pt x="8805" y="7029"/>
                  </a:moveTo>
                  <a:lnTo>
                    <a:pt x="9230" y="8419"/>
                  </a:lnTo>
                  <a:lnTo>
                    <a:pt x="9577" y="9848"/>
                  </a:lnTo>
                  <a:lnTo>
                    <a:pt x="9847" y="11083"/>
                  </a:lnTo>
                  <a:lnTo>
                    <a:pt x="10079" y="12358"/>
                  </a:lnTo>
                  <a:lnTo>
                    <a:pt x="10234" y="13632"/>
                  </a:lnTo>
                  <a:lnTo>
                    <a:pt x="10388" y="14906"/>
                  </a:lnTo>
                  <a:lnTo>
                    <a:pt x="10465" y="16181"/>
                  </a:lnTo>
                  <a:lnTo>
                    <a:pt x="10504" y="16837"/>
                  </a:lnTo>
                  <a:lnTo>
                    <a:pt x="10504" y="17493"/>
                  </a:lnTo>
                  <a:lnTo>
                    <a:pt x="10504" y="18189"/>
                  </a:lnTo>
                  <a:lnTo>
                    <a:pt x="10427" y="18845"/>
                  </a:lnTo>
                  <a:lnTo>
                    <a:pt x="10311" y="19463"/>
                  </a:lnTo>
                  <a:lnTo>
                    <a:pt x="10118" y="20081"/>
                  </a:lnTo>
                  <a:lnTo>
                    <a:pt x="9886" y="20660"/>
                  </a:lnTo>
                  <a:lnTo>
                    <a:pt x="9538" y="21162"/>
                  </a:lnTo>
                  <a:lnTo>
                    <a:pt x="9384" y="21394"/>
                  </a:lnTo>
                  <a:lnTo>
                    <a:pt x="9152" y="21587"/>
                  </a:lnTo>
                  <a:lnTo>
                    <a:pt x="8959" y="21780"/>
                  </a:lnTo>
                  <a:lnTo>
                    <a:pt x="8728" y="21973"/>
                  </a:lnTo>
                  <a:lnTo>
                    <a:pt x="8496" y="22127"/>
                  </a:lnTo>
                  <a:lnTo>
                    <a:pt x="8226" y="22243"/>
                  </a:lnTo>
                  <a:lnTo>
                    <a:pt x="7955" y="22359"/>
                  </a:lnTo>
                  <a:lnTo>
                    <a:pt x="7685" y="22436"/>
                  </a:lnTo>
                  <a:lnTo>
                    <a:pt x="7415" y="22475"/>
                  </a:lnTo>
                  <a:lnTo>
                    <a:pt x="6797" y="22475"/>
                  </a:lnTo>
                  <a:lnTo>
                    <a:pt x="6488" y="22436"/>
                  </a:lnTo>
                  <a:lnTo>
                    <a:pt x="5909" y="22282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5"/>
                  </a:lnTo>
                  <a:lnTo>
                    <a:pt x="4094" y="20930"/>
                  </a:lnTo>
                  <a:lnTo>
                    <a:pt x="3785" y="20467"/>
                  </a:lnTo>
                  <a:lnTo>
                    <a:pt x="3476" y="19965"/>
                  </a:lnTo>
                  <a:lnTo>
                    <a:pt x="3244" y="19424"/>
                  </a:lnTo>
                  <a:lnTo>
                    <a:pt x="3051" y="18884"/>
                  </a:lnTo>
                  <a:lnTo>
                    <a:pt x="2897" y="18343"/>
                  </a:lnTo>
                  <a:lnTo>
                    <a:pt x="2781" y="17802"/>
                  </a:lnTo>
                  <a:lnTo>
                    <a:pt x="2704" y="17223"/>
                  </a:lnTo>
                  <a:lnTo>
                    <a:pt x="2588" y="16103"/>
                  </a:lnTo>
                  <a:lnTo>
                    <a:pt x="2511" y="14945"/>
                  </a:lnTo>
                  <a:lnTo>
                    <a:pt x="2511" y="13748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3"/>
                  </a:lnTo>
                  <a:lnTo>
                    <a:pt x="3128" y="8689"/>
                  </a:lnTo>
                  <a:lnTo>
                    <a:pt x="3283" y="7917"/>
                  </a:lnTo>
                  <a:lnTo>
                    <a:pt x="3515" y="7183"/>
                  </a:lnTo>
                  <a:lnTo>
                    <a:pt x="4132" y="7454"/>
                  </a:lnTo>
                  <a:lnTo>
                    <a:pt x="4827" y="7685"/>
                  </a:lnTo>
                  <a:lnTo>
                    <a:pt x="5522" y="7840"/>
                  </a:lnTo>
                  <a:lnTo>
                    <a:pt x="5909" y="7917"/>
                  </a:lnTo>
                  <a:lnTo>
                    <a:pt x="6256" y="7917"/>
                  </a:lnTo>
                  <a:lnTo>
                    <a:pt x="6604" y="7956"/>
                  </a:lnTo>
                  <a:lnTo>
                    <a:pt x="6990" y="7917"/>
                  </a:lnTo>
                  <a:lnTo>
                    <a:pt x="7299" y="7878"/>
                  </a:lnTo>
                  <a:lnTo>
                    <a:pt x="7646" y="7763"/>
                  </a:lnTo>
                  <a:lnTo>
                    <a:pt x="7955" y="7647"/>
                  </a:lnTo>
                  <a:lnTo>
                    <a:pt x="8264" y="7492"/>
                  </a:lnTo>
                  <a:lnTo>
                    <a:pt x="8573" y="7261"/>
                  </a:lnTo>
                  <a:lnTo>
                    <a:pt x="8805" y="7029"/>
                  </a:lnTo>
                  <a:close/>
                  <a:moveTo>
                    <a:pt x="8650" y="22475"/>
                  </a:moveTo>
                  <a:lnTo>
                    <a:pt x="8766" y="22822"/>
                  </a:lnTo>
                  <a:lnTo>
                    <a:pt x="8921" y="23170"/>
                  </a:lnTo>
                  <a:lnTo>
                    <a:pt x="8496" y="23402"/>
                  </a:lnTo>
                  <a:lnTo>
                    <a:pt x="8071" y="23556"/>
                  </a:lnTo>
                  <a:lnTo>
                    <a:pt x="7608" y="23633"/>
                  </a:lnTo>
                  <a:lnTo>
                    <a:pt x="7144" y="23672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3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5"/>
                  </a:lnTo>
                  <a:lnTo>
                    <a:pt x="5870" y="22629"/>
                  </a:lnTo>
                  <a:lnTo>
                    <a:pt x="6256" y="22784"/>
                  </a:lnTo>
                  <a:lnTo>
                    <a:pt x="6681" y="22861"/>
                  </a:lnTo>
                  <a:lnTo>
                    <a:pt x="7067" y="22900"/>
                  </a:lnTo>
                  <a:lnTo>
                    <a:pt x="7453" y="22861"/>
                  </a:lnTo>
                  <a:lnTo>
                    <a:pt x="7878" y="22822"/>
                  </a:lnTo>
                  <a:lnTo>
                    <a:pt x="8264" y="22668"/>
                  </a:lnTo>
                  <a:lnTo>
                    <a:pt x="8650" y="22475"/>
                  </a:lnTo>
                  <a:close/>
                  <a:moveTo>
                    <a:pt x="10890" y="16798"/>
                  </a:moveTo>
                  <a:lnTo>
                    <a:pt x="11392" y="17262"/>
                  </a:lnTo>
                  <a:lnTo>
                    <a:pt x="11933" y="17648"/>
                  </a:lnTo>
                  <a:lnTo>
                    <a:pt x="12512" y="18034"/>
                  </a:lnTo>
                  <a:lnTo>
                    <a:pt x="13091" y="18343"/>
                  </a:lnTo>
                  <a:lnTo>
                    <a:pt x="12937" y="19772"/>
                  </a:lnTo>
                  <a:lnTo>
                    <a:pt x="12821" y="21239"/>
                  </a:lnTo>
                  <a:lnTo>
                    <a:pt x="12705" y="24212"/>
                  </a:lnTo>
                  <a:lnTo>
                    <a:pt x="11894" y="23595"/>
                  </a:lnTo>
                  <a:lnTo>
                    <a:pt x="11044" y="23015"/>
                  </a:lnTo>
                  <a:lnTo>
                    <a:pt x="10813" y="22861"/>
                  </a:lnTo>
                  <a:lnTo>
                    <a:pt x="10620" y="22668"/>
                  </a:lnTo>
                  <a:lnTo>
                    <a:pt x="10581" y="22591"/>
                  </a:lnTo>
                  <a:lnTo>
                    <a:pt x="10542" y="22436"/>
                  </a:lnTo>
                  <a:lnTo>
                    <a:pt x="10542" y="22127"/>
                  </a:lnTo>
                  <a:lnTo>
                    <a:pt x="10542" y="21394"/>
                  </a:lnTo>
                  <a:lnTo>
                    <a:pt x="10504" y="20660"/>
                  </a:lnTo>
                  <a:lnTo>
                    <a:pt x="10504" y="20583"/>
                  </a:lnTo>
                  <a:lnTo>
                    <a:pt x="10465" y="20544"/>
                  </a:lnTo>
                  <a:lnTo>
                    <a:pt x="10388" y="20467"/>
                  </a:lnTo>
                  <a:lnTo>
                    <a:pt x="10542" y="19965"/>
                  </a:lnTo>
                  <a:lnTo>
                    <a:pt x="10697" y="19424"/>
                  </a:lnTo>
                  <a:lnTo>
                    <a:pt x="10774" y="18884"/>
                  </a:lnTo>
                  <a:lnTo>
                    <a:pt x="10851" y="18304"/>
                  </a:lnTo>
                  <a:lnTo>
                    <a:pt x="10890" y="17571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5"/>
                  </a:lnTo>
                  <a:lnTo>
                    <a:pt x="6140" y="23826"/>
                  </a:lnTo>
                  <a:lnTo>
                    <a:pt x="6642" y="23942"/>
                  </a:lnTo>
                  <a:lnTo>
                    <a:pt x="7144" y="23981"/>
                  </a:lnTo>
                  <a:lnTo>
                    <a:pt x="7646" y="23981"/>
                  </a:lnTo>
                  <a:lnTo>
                    <a:pt x="8148" y="23865"/>
                  </a:lnTo>
                  <a:lnTo>
                    <a:pt x="8612" y="23710"/>
                  </a:lnTo>
                  <a:lnTo>
                    <a:pt x="9075" y="23440"/>
                  </a:lnTo>
                  <a:lnTo>
                    <a:pt x="9384" y="23904"/>
                  </a:lnTo>
                  <a:lnTo>
                    <a:pt x="8843" y="24174"/>
                  </a:lnTo>
                  <a:lnTo>
                    <a:pt x="8303" y="24367"/>
                  </a:lnTo>
                  <a:lnTo>
                    <a:pt x="7762" y="24483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4"/>
                  </a:lnTo>
                  <a:lnTo>
                    <a:pt x="5561" y="24290"/>
                  </a:lnTo>
                  <a:lnTo>
                    <a:pt x="4982" y="24097"/>
                  </a:lnTo>
                  <a:lnTo>
                    <a:pt x="5059" y="23904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8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3"/>
                  </a:lnTo>
                  <a:lnTo>
                    <a:pt x="2974" y="19772"/>
                  </a:lnTo>
                  <a:lnTo>
                    <a:pt x="3244" y="20312"/>
                  </a:lnTo>
                  <a:lnTo>
                    <a:pt x="3244" y="20351"/>
                  </a:lnTo>
                  <a:lnTo>
                    <a:pt x="3206" y="21200"/>
                  </a:lnTo>
                  <a:lnTo>
                    <a:pt x="3244" y="22050"/>
                  </a:lnTo>
                  <a:lnTo>
                    <a:pt x="3283" y="22359"/>
                  </a:lnTo>
                  <a:lnTo>
                    <a:pt x="3321" y="22706"/>
                  </a:lnTo>
                  <a:lnTo>
                    <a:pt x="3321" y="23054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9"/>
                  </a:lnTo>
                  <a:lnTo>
                    <a:pt x="3051" y="23633"/>
                  </a:lnTo>
                  <a:lnTo>
                    <a:pt x="2704" y="23904"/>
                  </a:lnTo>
                  <a:lnTo>
                    <a:pt x="2009" y="24405"/>
                  </a:lnTo>
                  <a:lnTo>
                    <a:pt x="773" y="25409"/>
                  </a:lnTo>
                  <a:lnTo>
                    <a:pt x="811" y="24676"/>
                  </a:lnTo>
                  <a:lnTo>
                    <a:pt x="850" y="23942"/>
                  </a:lnTo>
                  <a:lnTo>
                    <a:pt x="811" y="23170"/>
                  </a:lnTo>
                  <a:lnTo>
                    <a:pt x="773" y="22436"/>
                  </a:lnTo>
                  <a:lnTo>
                    <a:pt x="657" y="21239"/>
                  </a:lnTo>
                  <a:lnTo>
                    <a:pt x="503" y="20467"/>
                  </a:lnTo>
                  <a:lnTo>
                    <a:pt x="425" y="20081"/>
                  </a:lnTo>
                  <a:lnTo>
                    <a:pt x="464" y="19694"/>
                  </a:lnTo>
                  <a:lnTo>
                    <a:pt x="503" y="19656"/>
                  </a:lnTo>
                  <a:lnTo>
                    <a:pt x="541" y="19579"/>
                  </a:lnTo>
                  <a:lnTo>
                    <a:pt x="541" y="19540"/>
                  </a:lnTo>
                  <a:lnTo>
                    <a:pt x="541" y="19463"/>
                  </a:lnTo>
                  <a:lnTo>
                    <a:pt x="1429" y="18420"/>
                  </a:lnTo>
                  <a:lnTo>
                    <a:pt x="2356" y="17378"/>
                  </a:lnTo>
                  <a:close/>
                  <a:moveTo>
                    <a:pt x="8148" y="24830"/>
                  </a:moveTo>
                  <a:lnTo>
                    <a:pt x="8148" y="25062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8"/>
                  </a:lnTo>
                  <a:lnTo>
                    <a:pt x="7878" y="25216"/>
                  </a:lnTo>
                  <a:lnTo>
                    <a:pt x="7839" y="25294"/>
                  </a:lnTo>
                  <a:lnTo>
                    <a:pt x="7839" y="25371"/>
                  </a:lnTo>
                  <a:lnTo>
                    <a:pt x="7994" y="25873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60"/>
                  </a:lnTo>
                  <a:lnTo>
                    <a:pt x="8148" y="28962"/>
                  </a:lnTo>
                  <a:lnTo>
                    <a:pt x="8071" y="29503"/>
                  </a:lnTo>
                  <a:lnTo>
                    <a:pt x="7762" y="29194"/>
                  </a:lnTo>
                  <a:lnTo>
                    <a:pt x="7453" y="28885"/>
                  </a:lnTo>
                  <a:lnTo>
                    <a:pt x="7260" y="28537"/>
                  </a:lnTo>
                  <a:lnTo>
                    <a:pt x="7067" y="28190"/>
                  </a:lnTo>
                  <a:lnTo>
                    <a:pt x="6951" y="27804"/>
                  </a:lnTo>
                  <a:lnTo>
                    <a:pt x="6874" y="27417"/>
                  </a:lnTo>
                  <a:lnTo>
                    <a:pt x="6835" y="26954"/>
                  </a:lnTo>
                  <a:lnTo>
                    <a:pt x="6835" y="26491"/>
                  </a:lnTo>
                  <a:lnTo>
                    <a:pt x="6874" y="26105"/>
                  </a:lnTo>
                  <a:lnTo>
                    <a:pt x="6874" y="25757"/>
                  </a:lnTo>
                  <a:lnTo>
                    <a:pt x="6835" y="25603"/>
                  </a:lnTo>
                  <a:lnTo>
                    <a:pt x="6758" y="25487"/>
                  </a:lnTo>
                  <a:lnTo>
                    <a:pt x="6642" y="25371"/>
                  </a:lnTo>
                  <a:lnTo>
                    <a:pt x="6488" y="25294"/>
                  </a:lnTo>
                  <a:lnTo>
                    <a:pt x="6604" y="25101"/>
                  </a:lnTo>
                  <a:lnTo>
                    <a:pt x="6720" y="24985"/>
                  </a:lnTo>
                  <a:lnTo>
                    <a:pt x="7106" y="24985"/>
                  </a:lnTo>
                  <a:lnTo>
                    <a:pt x="7453" y="24946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5"/>
                  </a:lnTo>
                  <a:lnTo>
                    <a:pt x="9500" y="25409"/>
                  </a:lnTo>
                  <a:lnTo>
                    <a:pt x="9809" y="25796"/>
                  </a:lnTo>
                  <a:lnTo>
                    <a:pt x="10118" y="26259"/>
                  </a:lnTo>
                  <a:lnTo>
                    <a:pt x="9847" y="26220"/>
                  </a:lnTo>
                  <a:lnTo>
                    <a:pt x="9616" y="26105"/>
                  </a:lnTo>
                  <a:lnTo>
                    <a:pt x="9423" y="25950"/>
                  </a:lnTo>
                  <a:lnTo>
                    <a:pt x="9230" y="25757"/>
                  </a:lnTo>
                  <a:lnTo>
                    <a:pt x="9191" y="25680"/>
                  </a:lnTo>
                  <a:lnTo>
                    <a:pt x="8998" y="25680"/>
                  </a:lnTo>
                  <a:lnTo>
                    <a:pt x="8959" y="25718"/>
                  </a:lnTo>
                  <a:lnTo>
                    <a:pt x="8921" y="25796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1"/>
                  </a:lnTo>
                  <a:lnTo>
                    <a:pt x="9423" y="27070"/>
                  </a:lnTo>
                  <a:lnTo>
                    <a:pt x="9500" y="27379"/>
                  </a:lnTo>
                  <a:lnTo>
                    <a:pt x="9538" y="27688"/>
                  </a:lnTo>
                  <a:lnTo>
                    <a:pt x="9538" y="27997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80"/>
                  </a:lnTo>
                  <a:lnTo>
                    <a:pt x="9230" y="29889"/>
                  </a:lnTo>
                  <a:lnTo>
                    <a:pt x="9075" y="30159"/>
                  </a:lnTo>
                  <a:lnTo>
                    <a:pt x="8921" y="30429"/>
                  </a:lnTo>
                  <a:lnTo>
                    <a:pt x="8728" y="30661"/>
                  </a:lnTo>
                  <a:lnTo>
                    <a:pt x="8534" y="30777"/>
                  </a:lnTo>
                  <a:lnTo>
                    <a:pt x="8341" y="30854"/>
                  </a:lnTo>
                  <a:lnTo>
                    <a:pt x="8187" y="30854"/>
                  </a:lnTo>
                  <a:lnTo>
                    <a:pt x="7994" y="30777"/>
                  </a:lnTo>
                  <a:lnTo>
                    <a:pt x="7839" y="30700"/>
                  </a:lnTo>
                  <a:lnTo>
                    <a:pt x="7685" y="30584"/>
                  </a:lnTo>
                  <a:lnTo>
                    <a:pt x="7376" y="30275"/>
                  </a:lnTo>
                  <a:lnTo>
                    <a:pt x="6874" y="29773"/>
                  </a:lnTo>
                  <a:lnTo>
                    <a:pt x="6681" y="29503"/>
                  </a:lnTo>
                  <a:lnTo>
                    <a:pt x="6488" y="29194"/>
                  </a:lnTo>
                  <a:lnTo>
                    <a:pt x="6295" y="28846"/>
                  </a:lnTo>
                  <a:lnTo>
                    <a:pt x="6102" y="28460"/>
                  </a:lnTo>
                  <a:lnTo>
                    <a:pt x="5986" y="28074"/>
                  </a:lnTo>
                  <a:lnTo>
                    <a:pt x="5909" y="27688"/>
                  </a:lnTo>
                  <a:lnTo>
                    <a:pt x="5870" y="27263"/>
                  </a:lnTo>
                  <a:lnTo>
                    <a:pt x="5870" y="26877"/>
                  </a:lnTo>
                  <a:lnTo>
                    <a:pt x="5909" y="26491"/>
                  </a:lnTo>
                  <a:lnTo>
                    <a:pt x="6024" y="26066"/>
                  </a:lnTo>
                  <a:lnTo>
                    <a:pt x="6024" y="25950"/>
                  </a:lnTo>
                  <a:lnTo>
                    <a:pt x="5947" y="25911"/>
                  </a:lnTo>
                  <a:lnTo>
                    <a:pt x="5870" y="25873"/>
                  </a:lnTo>
                  <a:lnTo>
                    <a:pt x="5793" y="25873"/>
                  </a:lnTo>
                  <a:lnTo>
                    <a:pt x="5059" y="26220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8"/>
                  </a:lnTo>
                  <a:lnTo>
                    <a:pt x="5445" y="25101"/>
                  </a:lnTo>
                  <a:lnTo>
                    <a:pt x="5716" y="24753"/>
                  </a:lnTo>
                  <a:lnTo>
                    <a:pt x="6102" y="24869"/>
                  </a:lnTo>
                  <a:lnTo>
                    <a:pt x="6488" y="24946"/>
                  </a:lnTo>
                  <a:lnTo>
                    <a:pt x="6333" y="25101"/>
                  </a:lnTo>
                  <a:lnTo>
                    <a:pt x="6179" y="25294"/>
                  </a:lnTo>
                  <a:lnTo>
                    <a:pt x="6179" y="25371"/>
                  </a:lnTo>
                  <a:lnTo>
                    <a:pt x="6179" y="25448"/>
                  </a:lnTo>
                  <a:lnTo>
                    <a:pt x="6256" y="25487"/>
                  </a:lnTo>
                  <a:lnTo>
                    <a:pt x="6295" y="25487"/>
                  </a:lnTo>
                  <a:lnTo>
                    <a:pt x="6372" y="25525"/>
                  </a:lnTo>
                  <a:lnTo>
                    <a:pt x="6449" y="25603"/>
                  </a:lnTo>
                  <a:lnTo>
                    <a:pt x="6526" y="25796"/>
                  </a:lnTo>
                  <a:lnTo>
                    <a:pt x="6565" y="26105"/>
                  </a:lnTo>
                  <a:lnTo>
                    <a:pt x="6604" y="26452"/>
                  </a:lnTo>
                  <a:lnTo>
                    <a:pt x="6604" y="27147"/>
                  </a:lnTo>
                  <a:lnTo>
                    <a:pt x="6604" y="27611"/>
                  </a:lnTo>
                  <a:lnTo>
                    <a:pt x="6681" y="28074"/>
                  </a:lnTo>
                  <a:lnTo>
                    <a:pt x="6835" y="28499"/>
                  </a:lnTo>
                  <a:lnTo>
                    <a:pt x="7067" y="28923"/>
                  </a:lnTo>
                  <a:lnTo>
                    <a:pt x="7376" y="29310"/>
                  </a:lnTo>
                  <a:lnTo>
                    <a:pt x="7569" y="29464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50"/>
                  </a:lnTo>
                  <a:lnTo>
                    <a:pt x="8264" y="29850"/>
                  </a:lnTo>
                  <a:lnTo>
                    <a:pt x="8303" y="29812"/>
                  </a:lnTo>
                  <a:lnTo>
                    <a:pt x="8303" y="29734"/>
                  </a:lnTo>
                  <a:lnTo>
                    <a:pt x="8303" y="29696"/>
                  </a:lnTo>
                  <a:lnTo>
                    <a:pt x="8303" y="29657"/>
                  </a:lnTo>
                  <a:lnTo>
                    <a:pt x="8419" y="29155"/>
                  </a:lnTo>
                  <a:lnTo>
                    <a:pt x="8496" y="28615"/>
                  </a:lnTo>
                  <a:lnTo>
                    <a:pt x="8534" y="28113"/>
                  </a:lnTo>
                  <a:lnTo>
                    <a:pt x="8534" y="27572"/>
                  </a:lnTo>
                  <a:lnTo>
                    <a:pt x="8534" y="27070"/>
                  </a:lnTo>
                  <a:lnTo>
                    <a:pt x="8457" y="26568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7"/>
                  </a:lnTo>
                  <a:lnTo>
                    <a:pt x="8650" y="25409"/>
                  </a:lnTo>
                  <a:lnTo>
                    <a:pt x="8650" y="25371"/>
                  </a:lnTo>
                  <a:lnTo>
                    <a:pt x="8612" y="25294"/>
                  </a:lnTo>
                  <a:lnTo>
                    <a:pt x="8380" y="24792"/>
                  </a:lnTo>
                  <a:lnTo>
                    <a:pt x="8805" y="24637"/>
                  </a:lnTo>
                  <a:close/>
                  <a:moveTo>
                    <a:pt x="6449" y="1"/>
                  </a:moveTo>
                  <a:lnTo>
                    <a:pt x="6411" y="40"/>
                  </a:lnTo>
                  <a:lnTo>
                    <a:pt x="6411" y="117"/>
                  </a:lnTo>
                  <a:lnTo>
                    <a:pt x="6333" y="117"/>
                  </a:lnTo>
                  <a:lnTo>
                    <a:pt x="6295" y="194"/>
                  </a:lnTo>
                  <a:lnTo>
                    <a:pt x="5600" y="1275"/>
                  </a:lnTo>
                  <a:lnTo>
                    <a:pt x="4943" y="2434"/>
                  </a:lnTo>
                  <a:lnTo>
                    <a:pt x="4403" y="3592"/>
                  </a:lnTo>
                  <a:lnTo>
                    <a:pt x="3901" y="4828"/>
                  </a:lnTo>
                  <a:lnTo>
                    <a:pt x="3437" y="6063"/>
                  </a:lnTo>
                  <a:lnTo>
                    <a:pt x="3090" y="7299"/>
                  </a:lnTo>
                  <a:lnTo>
                    <a:pt x="2742" y="8573"/>
                  </a:lnTo>
                  <a:lnTo>
                    <a:pt x="2511" y="9848"/>
                  </a:lnTo>
                  <a:lnTo>
                    <a:pt x="2317" y="11161"/>
                  </a:lnTo>
                  <a:lnTo>
                    <a:pt x="2202" y="12474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9"/>
                  </a:lnTo>
                  <a:lnTo>
                    <a:pt x="541" y="18806"/>
                  </a:lnTo>
                  <a:lnTo>
                    <a:pt x="39" y="19463"/>
                  </a:lnTo>
                  <a:lnTo>
                    <a:pt x="1" y="19501"/>
                  </a:lnTo>
                  <a:lnTo>
                    <a:pt x="1" y="19579"/>
                  </a:lnTo>
                  <a:lnTo>
                    <a:pt x="78" y="19694"/>
                  </a:lnTo>
                  <a:lnTo>
                    <a:pt x="39" y="19965"/>
                  </a:lnTo>
                  <a:lnTo>
                    <a:pt x="39" y="20274"/>
                  </a:lnTo>
                  <a:lnTo>
                    <a:pt x="39" y="20544"/>
                  </a:lnTo>
                  <a:lnTo>
                    <a:pt x="78" y="20853"/>
                  </a:lnTo>
                  <a:lnTo>
                    <a:pt x="194" y="21432"/>
                  </a:lnTo>
                  <a:lnTo>
                    <a:pt x="309" y="22011"/>
                  </a:lnTo>
                  <a:lnTo>
                    <a:pt x="387" y="22900"/>
                  </a:lnTo>
                  <a:lnTo>
                    <a:pt x="425" y="23749"/>
                  </a:lnTo>
                  <a:lnTo>
                    <a:pt x="425" y="24637"/>
                  </a:lnTo>
                  <a:lnTo>
                    <a:pt x="387" y="25487"/>
                  </a:lnTo>
                  <a:lnTo>
                    <a:pt x="387" y="25603"/>
                  </a:lnTo>
                  <a:lnTo>
                    <a:pt x="464" y="25641"/>
                  </a:lnTo>
                  <a:lnTo>
                    <a:pt x="503" y="25680"/>
                  </a:lnTo>
                  <a:lnTo>
                    <a:pt x="580" y="25680"/>
                  </a:lnTo>
                  <a:lnTo>
                    <a:pt x="618" y="25757"/>
                  </a:lnTo>
                  <a:lnTo>
                    <a:pt x="696" y="25796"/>
                  </a:lnTo>
                  <a:lnTo>
                    <a:pt x="811" y="25796"/>
                  </a:lnTo>
                  <a:lnTo>
                    <a:pt x="1584" y="25255"/>
                  </a:lnTo>
                  <a:lnTo>
                    <a:pt x="2279" y="24714"/>
                  </a:lnTo>
                  <a:lnTo>
                    <a:pt x="3746" y="23595"/>
                  </a:lnTo>
                  <a:lnTo>
                    <a:pt x="3785" y="23479"/>
                  </a:lnTo>
                  <a:lnTo>
                    <a:pt x="3785" y="23363"/>
                  </a:lnTo>
                  <a:lnTo>
                    <a:pt x="3630" y="22089"/>
                  </a:lnTo>
                  <a:lnTo>
                    <a:pt x="3592" y="20814"/>
                  </a:lnTo>
                  <a:lnTo>
                    <a:pt x="3939" y="21278"/>
                  </a:lnTo>
                  <a:lnTo>
                    <a:pt x="4364" y="21664"/>
                  </a:lnTo>
                  <a:lnTo>
                    <a:pt x="4789" y="22050"/>
                  </a:lnTo>
                  <a:lnTo>
                    <a:pt x="5252" y="22359"/>
                  </a:lnTo>
                  <a:lnTo>
                    <a:pt x="5059" y="22745"/>
                  </a:lnTo>
                  <a:lnTo>
                    <a:pt x="4866" y="23170"/>
                  </a:lnTo>
                  <a:lnTo>
                    <a:pt x="4712" y="23633"/>
                  </a:lnTo>
                  <a:lnTo>
                    <a:pt x="4673" y="23865"/>
                  </a:lnTo>
                  <a:lnTo>
                    <a:pt x="4712" y="24097"/>
                  </a:lnTo>
                  <a:lnTo>
                    <a:pt x="4750" y="24174"/>
                  </a:lnTo>
                  <a:lnTo>
                    <a:pt x="4789" y="24212"/>
                  </a:lnTo>
                  <a:lnTo>
                    <a:pt x="4827" y="24251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6"/>
                  </a:lnTo>
                  <a:lnTo>
                    <a:pt x="5329" y="24869"/>
                  </a:lnTo>
                  <a:lnTo>
                    <a:pt x="5175" y="25062"/>
                  </a:lnTo>
                  <a:lnTo>
                    <a:pt x="5021" y="25255"/>
                  </a:lnTo>
                  <a:lnTo>
                    <a:pt x="4905" y="25487"/>
                  </a:lnTo>
                  <a:lnTo>
                    <a:pt x="4827" y="25718"/>
                  </a:lnTo>
                  <a:lnTo>
                    <a:pt x="4750" y="25950"/>
                  </a:lnTo>
                  <a:lnTo>
                    <a:pt x="4712" y="26220"/>
                  </a:lnTo>
                  <a:lnTo>
                    <a:pt x="4712" y="26491"/>
                  </a:lnTo>
                  <a:lnTo>
                    <a:pt x="4712" y="26568"/>
                  </a:lnTo>
                  <a:lnTo>
                    <a:pt x="4789" y="26645"/>
                  </a:lnTo>
                  <a:lnTo>
                    <a:pt x="4943" y="26645"/>
                  </a:lnTo>
                  <a:lnTo>
                    <a:pt x="5638" y="26298"/>
                  </a:lnTo>
                  <a:lnTo>
                    <a:pt x="5561" y="26722"/>
                  </a:lnTo>
                  <a:lnTo>
                    <a:pt x="5561" y="27147"/>
                  </a:lnTo>
                  <a:lnTo>
                    <a:pt x="5561" y="27533"/>
                  </a:lnTo>
                  <a:lnTo>
                    <a:pt x="5638" y="27958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6"/>
                  </a:lnTo>
                  <a:lnTo>
                    <a:pt x="6256" y="29464"/>
                  </a:lnTo>
                  <a:lnTo>
                    <a:pt x="6642" y="30005"/>
                  </a:lnTo>
                  <a:lnTo>
                    <a:pt x="6913" y="30352"/>
                  </a:lnTo>
                  <a:lnTo>
                    <a:pt x="7183" y="30661"/>
                  </a:lnTo>
                  <a:lnTo>
                    <a:pt x="7530" y="30970"/>
                  </a:lnTo>
                  <a:lnTo>
                    <a:pt x="7839" y="31163"/>
                  </a:lnTo>
                  <a:lnTo>
                    <a:pt x="7994" y="31240"/>
                  </a:lnTo>
                  <a:lnTo>
                    <a:pt x="8148" y="31318"/>
                  </a:lnTo>
                  <a:lnTo>
                    <a:pt x="8303" y="31318"/>
                  </a:lnTo>
                  <a:lnTo>
                    <a:pt x="8457" y="31279"/>
                  </a:lnTo>
                  <a:lnTo>
                    <a:pt x="8612" y="31240"/>
                  </a:lnTo>
                  <a:lnTo>
                    <a:pt x="8766" y="31163"/>
                  </a:lnTo>
                  <a:lnTo>
                    <a:pt x="8998" y="30893"/>
                  </a:lnTo>
                  <a:lnTo>
                    <a:pt x="9230" y="30584"/>
                  </a:lnTo>
                  <a:lnTo>
                    <a:pt x="9423" y="30236"/>
                  </a:lnTo>
                  <a:lnTo>
                    <a:pt x="9577" y="29850"/>
                  </a:lnTo>
                  <a:lnTo>
                    <a:pt x="9693" y="29464"/>
                  </a:lnTo>
                  <a:lnTo>
                    <a:pt x="9847" y="28808"/>
                  </a:lnTo>
                  <a:lnTo>
                    <a:pt x="9886" y="28228"/>
                  </a:lnTo>
                  <a:lnTo>
                    <a:pt x="9847" y="27611"/>
                  </a:lnTo>
                  <a:lnTo>
                    <a:pt x="9770" y="27031"/>
                  </a:lnTo>
                  <a:lnTo>
                    <a:pt x="9577" y="26491"/>
                  </a:lnTo>
                  <a:lnTo>
                    <a:pt x="9770" y="26529"/>
                  </a:lnTo>
                  <a:lnTo>
                    <a:pt x="9963" y="26568"/>
                  </a:lnTo>
                  <a:lnTo>
                    <a:pt x="10156" y="26607"/>
                  </a:lnTo>
                  <a:lnTo>
                    <a:pt x="10388" y="26607"/>
                  </a:lnTo>
                  <a:lnTo>
                    <a:pt x="10465" y="26568"/>
                  </a:lnTo>
                  <a:lnTo>
                    <a:pt x="10542" y="26529"/>
                  </a:lnTo>
                  <a:lnTo>
                    <a:pt x="10542" y="26452"/>
                  </a:lnTo>
                  <a:lnTo>
                    <a:pt x="10542" y="26336"/>
                  </a:lnTo>
                  <a:lnTo>
                    <a:pt x="10234" y="25834"/>
                  </a:lnTo>
                  <a:lnTo>
                    <a:pt x="9925" y="25332"/>
                  </a:lnTo>
                  <a:lnTo>
                    <a:pt x="9538" y="24869"/>
                  </a:lnTo>
                  <a:lnTo>
                    <a:pt x="9114" y="24483"/>
                  </a:lnTo>
                  <a:lnTo>
                    <a:pt x="9616" y="24135"/>
                  </a:lnTo>
                  <a:lnTo>
                    <a:pt x="9693" y="24058"/>
                  </a:lnTo>
                  <a:lnTo>
                    <a:pt x="9732" y="23981"/>
                  </a:lnTo>
                  <a:lnTo>
                    <a:pt x="9770" y="23942"/>
                  </a:lnTo>
                  <a:lnTo>
                    <a:pt x="9732" y="23865"/>
                  </a:lnTo>
                  <a:lnTo>
                    <a:pt x="9307" y="23093"/>
                  </a:lnTo>
                  <a:lnTo>
                    <a:pt x="9114" y="22706"/>
                  </a:lnTo>
                  <a:lnTo>
                    <a:pt x="8959" y="22282"/>
                  </a:lnTo>
                  <a:lnTo>
                    <a:pt x="9114" y="22204"/>
                  </a:lnTo>
                  <a:lnTo>
                    <a:pt x="9423" y="21934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9"/>
                  </a:lnTo>
                  <a:lnTo>
                    <a:pt x="10118" y="21896"/>
                  </a:lnTo>
                  <a:lnTo>
                    <a:pt x="10040" y="22822"/>
                  </a:lnTo>
                  <a:lnTo>
                    <a:pt x="10079" y="22900"/>
                  </a:lnTo>
                  <a:lnTo>
                    <a:pt x="10156" y="22977"/>
                  </a:lnTo>
                  <a:lnTo>
                    <a:pt x="10813" y="23402"/>
                  </a:lnTo>
                  <a:lnTo>
                    <a:pt x="11469" y="23826"/>
                  </a:lnTo>
                  <a:lnTo>
                    <a:pt x="12126" y="24290"/>
                  </a:lnTo>
                  <a:lnTo>
                    <a:pt x="12743" y="24753"/>
                  </a:lnTo>
                  <a:lnTo>
                    <a:pt x="12859" y="24830"/>
                  </a:lnTo>
                  <a:lnTo>
                    <a:pt x="12975" y="24792"/>
                  </a:lnTo>
                  <a:lnTo>
                    <a:pt x="13052" y="24753"/>
                  </a:lnTo>
                  <a:lnTo>
                    <a:pt x="13091" y="24637"/>
                  </a:lnTo>
                  <a:lnTo>
                    <a:pt x="13323" y="21394"/>
                  </a:lnTo>
                  <a:lnTo>
                    <a:pt x="13400" y="19772"/>
                  </a:lnTo>
                  <a:lnTo>
                    <a:pt x="13439" y="18961"/>
                  </a:lnTo>
                  <a:lnTo>
                    <a:pt x="13400" y="18189"/>
                  </a:lnTo>
                  <a:lnTo>
                    <a:pt x="13361" y="18073"/>
                  </a:lnTo>
                  <a:lnTo>
                    <a:pt x="13323" y="18034"/>
                  </a:lnTo>
                  <a:lnTo>
                    <a:pt x="13284" y="18034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5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6" y="14559"/>
                  </a:lnTo>
                  <a:lnTo>
                    <a:pt x="10620" y="13632"/>
                  </a:lnTo>
                  <a:lnTo>
                    <a:pt x="10504" y="12705"/>
                  </a:lnTo>
                  <a:lnTo>
                    <a:pt x="10234" y="11122"/>
                  </a:lnTo>
                  <a:lnTo>
                    <a:pt x="9886" y="9539"/>
                  </a:lnTo>
                  <a:lnTo>
                    <a:pt x="9500" y="7956"/>
                  </a:lnTo>
                  <a:lnTo>
                    <a:pt x="9036" y="6411"/>
                  </a:lnTo>
                  <a:lnTo>
                    <a:pt x="8534" y="4866"/>
                  </a:lnTo>
                  <a:lnTo>
                    <a:pt x="7994" y="3322"/>
                  </a:lnTo>
                  <a:lnTo>
                    <a:pt x="7415" y="1816"/>
                  </a:lnTo>
                  <a:lnTo>
                    <a:pt x="6835" y="310"/>
                  </a:lnTo>
                  <a:lnTo>
                    <a:pt x="6797" y="233"/>
                  </a:lnTo>
                  <a:lnTo>
                    <a:pt x="6720" y="194"/>
                  </a:lnTo>
                  <a:lnTo>
                    <a:pt x="6642" y="155"/>
                  </a:lnTo>
                  <a:lnTo>
                    <a:pt x="6604" y="40"/>
                  </a:lnTo>
                  <a:lnTo>
                    <a:pt x="65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1" name="Google Shape;3421;p15"/>
            <p:cNvSpPr/>
            <p:nvPr/>
          </p:nvSpPr>
          <p:spPr>
            <a:xfrm>
              <a:off x="2208425" y="362157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4" y="386"/>
                  </a:moveTo>
                  <a:lnTo>
                    <a:pt x="1121" y="425"/>
                  </a:lnTo>
                  <a:lnTo>
                    <a:pt x="1198" y="463"/>
                  </a:lnTo>
                  <a:lnTo>
                    <a:pt x="1237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7" y="1120"/>
                  </a:lnTo>
                  <a:lnTo>
                    <a:pt x="1159" y="1159"/>
                  </a:lnTo>
                  <a:lnTo>
                    <a:pt x="1082" y="1236"/>
                  </a:lnTo>
                  <a:lnTo>
                    <a:pt x="889" y="1274"/>
                  </a:lnTo>
                  <a:lnTo>
                    <a:pt x="696" y="1236"/>
                  </a:lnTo>
                  <a:lnTo>
                    <a:pt x="542" y="1159"/>
                  </a:lnTo>
                  <a:lnTo>
                    <a:pt x="464" y="1081"/>
                  </a:lnTo>
                  <a:lnTo>
                    <a:pt x="426" y="965"/>
                  </a:lnTo>
                  <a:lnTo>
                    <a:pt x="387" y="888"/>
                  </a:lnTo>
                  <a:lnTo>
                    <a:pt x="387" y="772"/>
                  </a:lnTo>
                  <a:lnTo>
                    <a:pt x="426" y="579"/>
                  </a:lnTo>
                  <a:lnTo>
                    <a:pt x="542" y="579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850" y="0"/>
                  </a:moveTo>
                  <a:lnTo>
                    <a:pt x="735" y="39"/>
                  </a:lnTo>
                  <a:lnTo>
                    <a:pt x="619" y="77"/>
                  </a:lnTo>
                  <a:lnTo>
                    <a:pt x="503" y="116"/>
                  </a:lnTo>
                  <a:lnTo>
                    <a:pt x="348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79"/>
                  </a:lnTo>
                  <a:lnTo>
                    <a:pt x="40" y="734"/>
                  </a:lnTo>
                  <a:lnTo>
                    <a:pt x="1" y="888"/>
                  </a:lnTo>
                  <a:lnTo>
                    <a:pt x="40" y="1043"/>
                  </a:lnTo>
                  <a:lnTo>
                    <a:pt x="78" y="1197"/>
                  </a:lnTo>
                  <a:lnTo>
                    <a:pt x="194" y="1352"/>
                  </a:lnTo>
                  <a:lnTo>
                    <a:pt x="310" y="1467"/>
                  </a:lnTo>
                  <a:lnTo>
                    <a:pt x="464" y="1583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1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7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2" name="Google Shape;3422;p15"/>
            <p:cNvSpPr/>
            <p:nvPr/>
          </p:nvSpPr>
          <p:spPr>
            <a:xfrm>
              <a:off x="4431675" y="3622525"/>
              <a:ext cx="174775" cy="292525"/>
            </a:xfrm>
            <a:custGeom>
              <a:avLst/>
              <a:gdLst/>
              <a:ahLst/>
              <a:cxnLst/>
              <a:rect l="l" t="t" r="r" b="b"/>
              <a:pathLst>
                <a:path w="6991" h="11701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4" y="6256"/>
                  </a:lnTo>
                  <a:lnTo>
                    <a:pt x="4403" y="7801"/>
                  </a:lnTo>
                  <a:lnTo>
                    <a:pt x="5214" y="9345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4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2" y="11508"/>
                  </a:lnTo>
                  <a:lnTo>
                    <a:pt x="6952" y="11392"/>
                  </a:lnTo>
                  <a:lnTo>
                    <a:pt x="6990" y="11353"/>
                  </a:lnTo>
                  <a:lnTo>
                    <a:pt x="6681" y="11122"/>
                  </a:lnTo>
                  <a:lnTo>
                    <a:pt x="6759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6" y="5638"/>
                  </a:lnTo>
                  <a:lnTo>
                    <a:pt x="6411" y="5638"/>
                  </a:lnTo>
                  <a:lnTo>
                    <a:pt x="6411" y="6758"/>
                  </a:lnTo>
                  <a:lnTo>
                    <a:pt x="6334" y="8573"/>
                  </a:lnTo>
                  <a:lnTo>
                    <a:pt x="6295" y="9500"/>
                  </a:lnTo>
                  <a:lnTo>
                    <a:pt x="6257" y="10427"/>
                  </a:lnTo>
                  <a:lnTo>
                    <a:pt x="5986" y="9886"/>
                  </a:lnTo>
                  <a:lnTo>
                    <a:pt x="5253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2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3" name="Google Shape;3423;p15"/>
            <p:cNvSpPr/>
            <p:nvPr/>
          </p:nvSpPr>
          <p:spPr>
            <a:xfrm>
              <a:off x="3827375" y="363605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3" y="464"/>
                  </a:moveTo>
                  <a:lnTo>
                    <a:pt x="2085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89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89" y="2472"/>
                  </a:lnTo>
                  <a:lnTo>
                    <a:pt x="2973" y="2665"/>
                  </a:lnTo>
                  <a:lnTo>
                    <a:pt x="2780" y="2896"/>
                  </a:lnTo>
                  <a:lnTo>
                    <a:pt x="2587" y="3051"/>
                  </a:lnTo>
                  <a:lnTo>
                    <a:pt x="2356" y="3167"/>
                  </a:lnTo>
                  <a:lnTo>
                    <a:pt x="2085" y="3244"/>
                  </a:lnTo>
                  <a:lnTo>
                    <a:pt x="1776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5" y="2896"/>
                  </a:lnTo>
                  <a:lnTo>
                    <a:pt x="772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4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80"/>
                  </a:lnTo>
                  <a:lnTo>
                    <a:pt x="1583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8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1" y="271"/>
                  </a:lnTo>
                  <a:lnTo>
                    <a:pt x="850" y="386"/>
                  </a:lnTo>
                  <a:lnTo>
                    <a:pt x="618" y="580"/>
                  </a:lnTo>
                  <a:lnTo>
                    <a:pt x="425" y="773"/>
                  </a:lnTo>
                  <a:lnTo>
                    <a:pt x="270" y="966"/>
                  </a:lnTo>
                  <a:lnTo>
                    <a:pt x="155" y="1236"/>
                  </a:lnTo>
                  <a:lnTo>
                    <a:pt x="77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1"/>
                  </a:lnTo>
                  <a:lnTo>
                    <a:pt x="1583" y="3707"/>
                  </a:lnTo>
                  <a:lnTo>
                    <a:pt x="1969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5" y="2781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4"/>
                  </a:lnTo>
                  <a:lnTo>
                    <a:pt x="3668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4" name="Google Shape;3424;p15"/>
            <p:cNvSpPr/>
            <p:nvPr/>
          </p:nvSpPr>
          <p:spPr>
            <a:xfrm>
              <a:off x="2802150" y="3642800"/>
              <a:ext cx="320525" cy="97525"/>
            </a:xfrm>
            <a:custGeom>
              <a:avLst/>
              <a:gdLst/>
              <a:ahLst/>
              <a:cxnLst/>
              <a:rect l="l" t="t" r="r" b="b"/>
              <a:pathLst>
                <a:path w="12821" h="3901" extrusionOk="0">
                  <a:moveTo>
                    <a:pt x="12550" y="1"/>
                  </a:moveTo>
                  <a:lnTo>
                    <a:pt x="12434" y="39"/>
                  </a:lnTo>
                  <a:lnTo>
                    <a:pt x="12357" y="78"/>
                  </a:lnTo>
                  <a:lnTo>
                    <a:pt x="12318" y="155"/>
                  </a:lnTo>
                  <a:lnTo>
                    <a:pt x="12280" y="271"/>
                  </a:lnTo>
                  <a:lnTo>
                    <a:pt x="12318" y="348"/>
                  </a:lnTo>
                  <a:lnTo>
                    <a:pt x="12357" y="541"/>
                  </a:lnTo>
                  <a:lnTo>
                    <a:pt x="12318" y="734"/>
                  </a:lnTo>
                  <a:lnTo>
                    <a:pt x="12280" y="889"/>
                  </a:lnTo>
                  <a:lnTo>
                    <a:pt x="12164" y="1043"/>
                  </a:lnTo>
                  <a:lnTo>
                    <a:pt x="12009" y="1198"/>
                  </a:lnTo>
                  <a:lnTo>
                    <a:pt x="11855" y="1314"/>
                  </a:lnTo>
                  <a:lnTo>
                    <a:pt x="11430" y="1545"/>
                  </a:lnTo>
                  <a:lnTo>
                    <a:pt x="11005" y="1700"/>
                  </a:lnTo>
                  <a:lnTo>
                    <a:pt x="10542" y="1854"/>
                  </a:lnTo>
                  <a:lnTo>
                    <a:pt x="9808" y="2047"/>
                  </a:lnTo>
                  <a:lnTo>
                    <a:pt x="9422" y="2163"/>
                  </a:lnTo>
                  <a:lnTo>
                    <a:pt x="9383" y="2086"/>
                  </a:lnTo>
                  <a:lnTo>
                    <a:pt x="9345" y="2009"/>
                  </a:lnTo>
                  <a:lnTo>
                    <a:pt x="8997" y="1468"/>
                  </a:lnTo>
                  <a:lnTo>
                    <a:pt x="8727" y="927"/>
                  </a:lnTo>
                  <a:lnTo>
                    <a:pt x="8418" y="1043"/>
                  </a:lnTo>
                  <a:lnTo>
                    <a:pt x="8495" y="1391"/>
                  </a:lnTo>
                  <a:lnTo>
                    <a:pt x="8611" y="1700"/>
                  </a:lnTo>
                  <a:lnTo>
                    <a:pt x="8804" y="2009"/>
                  </a:lnTo>
                  <a:lnTo>
                    <a:pt x="8997" y="2279"/>
                  </a:lnTo>
                  <a:lnTo>
                    <a:pt x="7839" y="2588"/>
                  </a:lnTo>
                  <a:lnTo>
                    <a:pt x="6719" y="2820"/>
                  </a:lnTo>
                  <a:lnTo>
                    <a:pt x="5329" y="3051"/>
                  </a:lnTo>
                  <a:lnTo>
                    <a:pt x="3939" y="3244"/>
                  </a:lnTo>
                  <a:lnTo>
                    <a:pt x="3668" y="3283"/>
                  </a:lnTo>
                  <a:lnTo>
                    <a:pt x="3746" y="2935"/>
                  </a:lnTo>
                  <a:lnTo>
                    <a:pt x="3784" y="2588"/>
                  </a:lnTo>
                  <a:lnTo>
                    <a:pt x="3707" y="2240"/>
                  </a:lnTo>
                  <a:lnTo>
                    <a:pt x="3630" y="1893"/>
                  </a:lnTo>
                  <a:lnTo>
                    <a:pt x="3282" y="1970"/>
                  </a:lnTo>
                  <a:lnTo>
                    <a:pt x="3321" y="2279"/>
                  </a:lnTo>
                  <a:lnTo>
                    <a:pt x="3360" y="2588"/>
                  </a:lnTo>
                  <a:lnTo>
                    <a:pt x="3282" y="2974"/>
                  </a:lnTo>
                  <a:lnTo>
                    <a:pt x="3205" y="3321"/>
                  </a:lnTo>
                  <a:lnTo>
                    <a:pt x="2278" y="3399"/>
                  </a:lnTo>
                  <a:lnTo>
                    <a:pt x="1815" y="3437"/>
                  </a:lnTo>
                  <a:lnTo>
                    <a:pt x="1352" y="3399"/>
                  </a:lnTo>
                  <a:lnTo>
                    <a:pt x="965" y="3360"/>
                  </a:lnTo>
                  <a:lnTo>
                    <a:pt x="772" y="3283"/>
                  </a:lnTo>
                  <a:lnTo>
                    <a:pt x="618" y="3244"/>
                  </a:lnTo>
                  <a:lnTo>
                    <a:pt x="502" y="3128"/>
                  </a:lnTo>
                  <a:lnTo>
                    <a:pt x="425" y="3051"/>
                  </a:lnTo>
                  <a:lnTo>
                    <a:pt x="386" y="2935"/>
                  </a:lnTo>
                  <a:lnTo>
                    <a:pt x="348" y="2781"/>
                  </a:lnTo>
                  <a:lnTo>
                    <a:pt x="348" y="2704"/>
                  </a:lnTo>
                  <a:lnTo>
                    <a:pt x="309" y="2665"/>
                  </a:lnTo>
                  <a:lnTo>
                    <a:pt x="232" y="2588"/>
                  </a:lnTo>
                  <a:lnTo>
                    <a:pt x="116" y="2626"/>
                  </a:lnTo>
                  <a:lnTo>
                    <a:pt x="77" y="2626"/>
                  </a:lnTo>
                  <a:lnTo>
                    <a:pt x="39" y="2704"/>
                  </a:lnTo>
                  <a:lnTo>
                    <a:pt x="0" y="2858"/>
                  </a:lnTo>
                  <a:lnTo>
                    <a:pt x="0" y="3013"/>
                  </a:lnTo>
                  <a:lnTo>
                    <a:pt x="0" y="3167"/>
                  </a:lnTo>
                  <a:lnTo>
                    <a:pt x="39" y="3283"/>
                  </a:lnTo>
                  <a:lnTo>
                    <a:pt x="116" y="3399"/>
                  </a:lnTo>
                  <a:lnTo>
                    <a:pt x="193" y="3515"/>
                  </a:lnTo>
                  <a:lnTo>
                    <a:pt x="386" y="3669"/>
                  </a:lnTo>
                  <a:lnTo>
                    <a:pt x="657" y="3746"/>
                  </a:lnTo>
                  <a:lnTo>
                    <a:pt x="927" y="3823"/>
                  </a:lnTo>
                  <a:lnTo>
                    <a:pt x="1236" y="3862"/>
                  </a:lnTo>
                  <a:lnTo>
                    <a:pt x="1506" y="3901"/>
                  </a:lnTo>
                  <a:lnTo>
                    <a:pt x="2780" y="3823"/>
                  </a:lnTo>
                  <a:lnTo>
                    <a:pt x="4016" y="3746"/>
                  </a:lnTo>
                  <a:lnTo>
                    <a:pt x="5252" y="3553"/>
                  </a:lnTo>
                  <a:lnTo>
                    <a:pt x="6487" y="3360"/>
                  </a:lnTo>
                  <a:lnTo>
                    <a:pt x="7646" y="3128"/>
                  </a:lnTo>
                  <a:lnTo>
                    <a:pt x="8766" y="2858"/>
                  </a:lnTo>
                  <a:lnTo>
                    <a:pt x="9885" y="2511"/>
                  </a:lnTo>
                  <a:lnTo>
                    <a:pt x="11005" y="2163"/>
                  </a:lnTo>
                  <a:lnTo>
                    <a:pt x="11353" y="2047"/>
                  </a:lnTo>
                  <a:lnTo>
                    <a:pt x="11700" y="1893"/>
                  </a:lnTo>
                  <a:lnTo>
                    <a:pt x="12048" y="1700"/>
                  </a:lnTo>
                  <a:lnTo>
                    <a:pt x="12357" y="1507"/>
                  </a:lnTo>
                  <a:lnTo>
                    <a:pt x="12627" y="1236"/>
                  </a:lnTo>
                  <a:lnTo>
                    <a:pt x="12704" y="1082"/>
                  </a:lnTo>
                  <a:lnTo>
                    <a:pt x="12782" y="927"/>
                  </a:lnTo>
                  <a:lnTo>
                    <a:pt x="12820" y="773"/>
                  </a:lnTo>
                  <a:lnTo>
                    <a:pt x="12820" y="580"/>
                  </a:lnTo>
                  <a:lnTo>
                    <a:pt x="12820" y="387"/>
                  </a:lnTo>
                  <a:lnTo>
                    <a:pt x="12743" y="155"/>
                  </a:lnTo>
                  <a:lnTo>
                    <a:pt x="12704" y="78"/>
                  </a:lnTo>
                  <a:lnTo>
                    <a:pt x="12627" y="39"/>
                  </a:lnTo>
                  <a:lnTo>
                    <a:pt x="125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5" name="Google Shape;3425;p15"/>
            <p:cNvSpPr/>
            <p:nvPr/>
          </p:nvSpPr>
          <p:spPr>
            <a:xfrm>
              <a:off x="2017300" y="364860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271" y="0"/>
                  </a:moveTo>
                  <a:lnTo>
                    <a:pt x="155" y="39"/>
                  </a:lnTo>
                  <a:lnTo>
                    <a:pt x="39" y="116"/>
                  </a:lnTo>
                  <a:lnTo>
                    <a:pt x="0" y="232"/>
                  </a:lnTo>
                  <a:lnTo>
                    <a:pt x="39" y="386"/>
                  </a:lnTo>
                  <a:lnTo>
                    <a:pt x="348" y="888"/>
                  </a:lnTo>
                  <a:lnTo>
                    <a:pt x="657" y="1390"/>
                  </a:lnTo>
                  <a:lnTo>
                    <a:pt x="1043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205"/>
                  </a:lnTo>
                  <a:lnTo>
                    <a:pt x="2703" y="3553"/>
                  </a:lnTo>
                  <a:lnTo>
                    <a:pt x="3205" y="3900"/>
                  </a:lnTo>
                  <a:lnTo>
                    <a:pt x="3553" y="3746"/>
                  </a:lnTo>
                  <a:lnTo>
                    <a:pt x="2780" y="3012"/>
                  </a:lnTo>
                  <a:lnTo>
                    <a:pt x="2047" y="2240"/>
                  </a:lnTo>
                  <a:lnTo>
                    <a:pt x="1352" y="1429"/>
                  </a:lnTo>
                  <a:lnTo>
                    <a:pt x="1043" y="1004"/>
                  </a:lnTo>
                  <a:lnTo>
                    <a:pt x="734" y="541"/>
                  </a:lnTo>
                  <a:lnTo>
                    <a:pt x="1622" y="695"/>
                  </a:lnTo>
                  <a:lnTo>
                    <a:pt x="2510" y="888"/>
                  </a:lnTo>
                  <a:lnTo>
                    <a:pt x="3012" y="1043"/>
                  </a:lnTo>
                  <a:lnTo>
                    <a:pt x="3514" y="1197"/>
                  </a:lnTo>
                  <a:lnTo>
                    <a:pt x="4016" y="1390"/>
                  </a:lnTo>
                  <a:lnTo>
                    <a:pt x="4518" y="1506"/>
                  </a:lnTo>
                  <a:lnTo>
                    <a:pt x="4595" y="1506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84"/>
                  </a:lnTo>
                  <a:lnTo>
                    <a:pt x="4904" y="1506"/>
                  </a:lnTo>
                  <a:lnTo>
                    <a:pt x="4982" y="1429"/>
                  </a:lnTo>
                  <a:lnTo>
                    <a:pt x="4634" y="1159"/>
                  </a:lnTo>
                  <a:lnTo>
                    <a:pt x="4171" y="888"/>
                  </a:lnTo>
                  <a:lnTo>
                    <a:pt x="3630" y="657"/>
                  </a:lnTo>
                  <a:lnTo>
                    <a:pt x="3089" y="464"/>
                  </a:lnTo>
                  <a:lnTo>
                    <a:pt x="2510" y="309"/>
                  </a:lnTo>
                  <a:lnTo>
                    <a:pt x="1931" y="193"/>
                  </a:lnTo>
                  <a:lnTo>
                    <a:pt x="1352" y="116"/>
                  </a:lnTo>
                  <a:lnTo>
                    <a:pt x="27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6" name="Google Shape;3426;p15"/>
            <p:cNvSpPr/>
            <p:nvPr/>
          </p:nvSpPr>
          <p:spPr>
            <a:xfrm>
              <a:off x="1564525" y="3658250"/>
              <a:ext cx="248125" cy="295425"/>
            </a:xfrm>
            <a:custGeom>
              <a:avLst/>
              <a:gdLst/>
              <a:ahLst/>
              <a:cxnLst/>
              <a:rect l="l" t="t" r="r" b="b"/>
              <a:pathLst>
                <a:path w="9925" h="11817" extrusionOk="0">
                  <a:moveTo>
                    <a:pt x="3785" y="850"/>
                  </a:moveTo>
                  <a:lnTo>
                    <a:pt x="4326" y="2279"/>
                  </a:lnTo>
                  <a:lnTo>
                    <a:pt x="4944" y="3746"/>
                  </a:lnTo>
                  <a:lnTo>
                    <a:pt x="6179" y="6565"/>
                  </a:lnTo>
                  <a:lnTo>
                    <a:pt x="3322" y="7492"/>
                  </a:lnTo>
                  <a:lnTo>
                    <a:pt x="1893" y="7955"/>
                  </a:lnTo>
                  <a:lnTo>
                    <a:pt x="464" y="8457"/>
                  </a:lnTo>
                  <a:lnTo>
                    <a:pt x="464" y="8457"/>
                  </a:lnTo>
                  <a:lnTo>
                    <a:pt x="1043" y="7569"/>
                  </a:lnTo>
                  <a:lnTo>
                    <a:pt x="1507" y="6604"/>
                  </a:lnTo>
                  <a:lnTo>
                    <a:pt x="1970" y="5638"/>
                  </a:lnTo>
                  <a:lnTo>
                    <a:pt x="2395" y="4673"/>
                  </a:lnTo>
                  <a:lnTo>
                    <a:pt x="2781" y="3746"/>
                  </a:lnTo>
                  <a:lnTo>
                    <a:pt x="3167" y="2781"/>
                  </a:lnTo>
                  <a:lnTo>
                    <a:pt x="3476" y="1815"/>
                  </a:lnTo>
                  <a:lnTo>
                    <a:pt x="3785" y="850"/>
                  </a:lnTo>
                  <a:close/>
                  <a:moveTo>
                    <a:pt x="3824" y="0"/>
                  </a:moveTo>
                  <a:lnTo>
                    <a:pt x="3746" y="39"/>
                  </a:lnTo>
                  <a:lnTo>
                    <a:pt x="3708" y="78"/>
                  </a:lnTo>
                  <a:lnTo>
                    <a:pt x="3592" y="116"/>
                  </a:lnTo>
                  <a:lnTo>
                    <a:pt x="3553" y="194"/>
                  </a:lnTo>
                  <a:lnTo>
                    <a:pt x="2820" y="2395"/>
                  </a:lnTo>
                  <a:lnTo>
                    <a:pt x="2434" y="3476"/>
                  </a:lnTo>
                  <a:lnTo>
                    <a:pt x="2009" y="4518"/>
                  </a:lnTo>
                  <a:lnTo>
                    <a:pt x="1545" y="5561"/>
                  </a:lnTo>
                  <a:lnTo>
                    <a:pt x="1043" y="6604"/>
                  </a:lnTo>
                  <a:lnTo>
                    <a:pt x="503" y="7608"/>
                  </a:lnTo>
                  <a:lnTo>
                    <a:pt x="39" y="8650"/>
                  </a:lnTo>
                  <a:lnTo>
                    <a:pt x="1" y="8689"/>
                  </a:lnTo>
                  <a:lnTo>
                    <a:pt x="39" y="8766"/>
                  </a:lnTo>
                  <a:lnTo>
                    <a:pt x="117" y="8805"/>
                  </a:lnTo>
                  <a:lnTo>
                    <a:pt x="117" y="8843"/>
                  </a:lnTo>
                  <a:lnTo>
                    <a:pt x="117" y="8920"/>
                  </a:lnTo>
                  <a:lnTo>
                    <a:pt x="155" y="8998"/>
                  </a:lnTo>
                  <a:lnTo>
                    <a:pt x="310" y="9114"/>
                  </a:lnTo>
                  <a:lnTo>
                    <a:pt x="464" y="8882"/>
                  </a:lnTo>
                  <a:lnTo>
                    <a:pt x="1970" y="8457"/>
                  </a:lnTo>
                  <a:lnTo>
                    <a:pt x="3438" y="7994"/>
                  </a:lnTo>
                  <a:lnTo>
                    <a:pt x="6372" y="7028"/>
                  </a:lnTo>
                  <a:lnTo>
                    <a:pt x="7106" y="8689"/>
                  </a:lnTo>
                  <a:lnTo>
                    <a:pt x="8303" y="11817"/>
                  </a:lnTo>
                  <a:lnTo>
                    <a:pt x="8689" y="11662"/>
                  </a:lnTo>
                  <a:lnTo>
                    <a:pt x="7531" y="8689"/>
                  </a:lnTo>
                  <a:lnTo>
                    <a:pt x="6797" y="6874"/>
                  </a:lnTo>
                  <a:lnTo>
                    <a:pt x="8380" y="6333"/>
                  </a:lnTo>
                  <a:lnTo>
                    <a:pt x="9925" y="5754"/>
                  </a:lnTo>
                  <a:lnTo>
                    <a:pt x="9770" y="5329"/>
                  </a:lnTo>
                  <a:lnTo>
                    <a:pt x="8187" y="5909"/>
                  </a:lnTo>
                  <a:lnTo>
                    <a:pt x="6643" y="6449"/>
                  </a:lnTo>
                  <a:lnTo>
                    <a:pt x="6025" y="4905"/>
                  </a:lnTo>
                  <a:lnTo>
                    <a:pt x="5407" y="3360"/>
                  </a:lnTo>
                  <a:lnTo>
                    <a:pt x="4712" y="1854"/>
                  </a:lnTo>
                  <a:lnTo>
                    <a:pt x="3978" y="348"/>
                  </a:lnTo>
                  <a:lnTo>
                    <a:pt x="4055" y="78"/>
                  </a:lnTo>
                  <a:lnTo>
                    <a:pt x="3862" y="39"/>
                  </a:lnTo>
                  <a:lnTo>
                    <a:pt x="382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7" name="Google Shape;3427;p15"/>
            <p:cNvSpPr/>
            <p:nvPr/>
          </p:nvSpPr>
          <p:spPr>
            <a:xfrm>
              <a:off x="1663975" y="3660175"/>
              <a:ext cx="229775" cy="419975"/>
            </a:xfrm>
            <a:custGeom>
              <a:avLst/>
              <a:gdLst/>
              <a:ahLst/>
              <a:cxnLst/>
              <a:rect l="l" t="t" r="r" b="b"/>
              <a:pathLst>
                <a:path w="9191" h="16799" extrusionOk="0">
                  <a:moveTo>
                    <a:pt x="77" y="1"/>
                  </a:moveTo>
                  <a:lnTo>
                    <a:pt x="0" y="271"/>
                  </a:lnTo>
                  <a:lnTo>
                    <a:pt x="2124" y="1275"/>
                  </a:lnTo>
                  <a:lnTo>
                    <a:pt x="4286" y="2240"/>
                  </a:lnTo>
                  <a:lnTo>
                    <a:pt x="5290" y="2742"/>
                  </a:lnTo>
                  <a:lnTo>
                    <a:pt x="6294" y="3244"/>
                  </a:lnTo>
                  <a:lnTo>
                    <a:pt x="7298" y="3746"/>
                  </a:lnTo>
                  <a:lnTo>
                    <a:pt x="8302" y="4248"/>
                  </a:lnTo>
                  <a:lnTo>
                    <a:pt x="7028" y="4750"/>
                  </a:lnTo>
                  <a:lnTo>
                    <a:pt x="5792" y="5252"/>
                  </a:lnTo>
                  <a:lnTo>
                    <a:pt x="5947" y="5677"/>
                  </a:lnTo>
                  <a:lnTo>
                    <a:pt x="7298" y="5175"/>
                  </a:lnTo>
                  <a:lnTo>
                    <a:pt x="7955" y="4905"/>
                  </a:lnTo>
                  <a:lnTo>
                    <a:pt x="8611" y="4596"/>
                  </a:lnTo>
                  <a:lnTo>
                    <a:pt x="8457" y="5136"/>
                  </a:lnTo>
                  <a:lnTo>
                    <a:pt x="8341" y="5638"/>
                  </a:lnTo>
                  <a:lnTo>
                    <a:pt x="8148" y="6681"/>
                  </a:lnTo>
                  <a:lnTo>
                    <a:pt x="7839" y="8380"/>
                  </a:lnTo>
                  <a:lnTo>
                    <a:pt x="7569" y="10041"/>
                  </a:lnTo>
                  <a:lnTo>
                    <a:pt x="7028" y="13361"/>
                  </a:lnTo>
                  <a:lnTo>
                    <a:pt x="6796" y="15060"/>
                  </a:lnTo>
                  <a:lnTo>
                    <a:pt x="6681" y="15871"/>
                  </a:lnTo>
                  <a:lnTo>
                    <a:pt x="6642" y="16721"/>
                  </a:lnTo>
                  <a:lnTo>
                    <a:pt x="6989" y="16798"/>
                  </a:lnTo>
                  <a:lnTo>
                    <a:pt x="7298" y="15215"/>
                  </a:lnTo>
                  <a:lnTo>
                    <a:pt x="7530" y="13593"/>
                  </a:lnTo>
                  <a:lnTo>
                    <a:pt x="7723" y="12010"/>
                  </a:lnTo>
                  <a:lnTo>
                    <a:pt x="7955" y="10427"/>
                  </a:lnTo>
                  <a:lnTo>
                    <a:pt x="8225" y="8805"/>
                  </a:lnTo>
                  <a:lnTo>
                    <a:pt x="8495" y="7183"/>
                  </a:lnTo>
                  <a:lnTo>
                    <a:pt x="8689" y="6488"/>
                  </a:lnTo>
                  <a:lnTo>
                    <a:pt x="8882" y="5793"/>
                  </a:lnTo>
                  <a:lnTo>
                    <a:pt x="9036" y="5059"/>
                  </a:lnTo>
                  <a:lnTo>
                    <a:pt x="9152" y="4364"/>
                  </a:lnTo>
                  <a:lnTo>
                    <a:pt x="9152" y="4287"/>
                  </a:lnTo>
                  <a:lnTo>
                    <a:pt x="9190" y="4210"/>
                  </a:lnTo>
                  <a:lnTo>
                    <a:pt x="9113" y="4094"/>
                  </a:lnTo>
                  <a:lnTo>
                    <a:pt x="9036" y="4017"/>
                  </a:lnTo>
                  <a:lnTo>
                    <a:pt x="8920" y="4017"/>
                  </a:lnTo>
                  <a:lnTo>
                    <a:pt x="8882" y="4055"/>
                  </a:lnTo>
                  <a:lnTo>
                    <a:pt x="7839" y="3437"/>
                  </a:lnTo>
                  <a:lnTo>
                    <a:pt x="6758" y="2897"/>
                  </a:lnTo>
                  <a:lnTo>
                    <a:pt x="4595" y="1893"/>
                  </a:lnTo>
                  <a:lnTo>
                    <a:pt x="2356" y="927"/>
                  </a:lnTo>
                  <a:lnTo>
                    <a:pt x="1236" y="464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8" name="Google Shape;3428;p15"/>
            <p:cNvSpPr/>
            <p:nvPr/>
          </p:nvSpPr>
          <p:spPr>
            <a:xfrm>
              <a:off x="406075" y="3667900"/>
              <a:ext cx="458600" cy="289650"/>
            </a:xfrm>
            <a:custGeom>
              <a:avLst/>
              <a:gdLst/>
              <a:ahLst/>
              <a:cxnLst/>
              <a:rect l="l" t="t" r="r" b="b"/>
              <a:pathLst>
                <a:path w="18344" h="11586" extrusionOk="0">
                  <a:moveTo>
                    <a:pt x="17069" y="387"/>
                  </a:moveTo>
                  <a:lnTo>
                    <a:pt x="17146" y="425"/>
                  </a:lnTo>
                  <a:lnTo>
                    <a:pt x="17223" y="503"/>
                  </a:lnTo>
                  <a:lnTo>
                    <a:pt x="17300" y="734"/>
                  </a:lnTo>
                  <a:lnTo>
                    <a:pt x="17378" y="927"/>
                  </a:lnTo>
                  <a:lnTo>
                    <a:pt x="17378" y="1120"/>
                  </a:lnTo>
                  <a:lnTo>
                    <a:pt x="17339" y="1314"/>
                  </a:lnTo>
                  <a:lnTo>
                    <a:pt x="17223" y="1545"/>
                  </a:lnTo>
                  <a:lnTo>
                    <a:pt x="16953" y="1893"/>
                  </a:lnTo>
                  <a:lnTo>
                    <a:pt x="16721" y="2124"/>
                  </a:lnTo>
                  <a:lnTo>
                    <a:pt x="16451" y="2356"/>
                  </a:lnTo>
                  <a:lnTo>
                    <a:pt x="16181" y="2549"/>
                  </a:lnTo>
                  <a:lnTo>
                    <a:pt x="15872" y="2665"/>
                  </a:lnTo>
                  <a:lnTo>
                    <a:pt x="15872" y="2086"/>
                  </a:lnTo>
                  <a:lnTo>
                    <a:pt x="15910" y="1777"/>
                  </a:lnTo>
                  <a:lnTo>
                    <a:pt x="15949" y="1468"/>
                  </a:lnTo>
                  <a:lnTo>
                    <a:pt x="16026" y="1198"/>
                  </a:lnTo>
                  <a:lnTo>
                    <a:pt x="16181" y="927"/>
                  </a:lnTo>
                  <a:lnTo>
                    <a:pt x="16335" y="696"/>
                  </a:lnTo>
                  <a:lnTo>
                    <a:pt x="16605" y="503"/>
                  </a:lnTo>
                  <a:lnTo>
                    <a:pt x="16837" y="425"/>
                  </a:lnTo>
                  <a:lnTo>
                    <a:pt x="16992" y="387"/>
                  </a:lnTo>
                  <a:close/>
                  <a:moveTo>
                    <a:pt x="14597" y="2974"/>
                  </a:moveTo>
                  <a:lnTo>
                    <a:pt x="14868" y="3013"/>
                  </a:lnTo>
                  <a:lnTo>
                    <a:pt x="15138" y="3090"/>
                  </a:lnTo>
                  <a:lnTo>
                    <a:pt x="15099" y="3206"/>
                  </a:lnTo>
                  <a:lnTo>
                    <a:pt x="14713" y="3515"/>
                  </a:lnTo>
                  <a:lnTo>
                    <a:pt x="14288" y="3746"/>
                  </a:lnTo>
                  <a:lnTo>
                    <a:pt x="14057" y="3862"/>
                  </a:lnTo>
                  <a:lnTo>
                    <a:pt x="13786" y="3939"/>
                  </a:lnTo>
                  <a:lnTo>
                    <a:pt x="13478" y="4017"/>
                  </a:lnTo>
                  <a:lnTo>
                    <a:pt x="13053" y="4017"/>
                  </a:lnTo>
                  <a:lnTo>
                    <a:pt x="12976" y="3939"/>
                  </a:lnTo>
                  <a:lnTo>
                    <a:pt x="12976" y="3862"/>
                  </a:lnTo>
                  <a:lnTo>
                    <a:pt x="12976" y="3708"/>
                  </a:lnTo>
                  <a:lnTo>
                    <a:pt x="13014" y="3476"/>
                  </a:lnTo>
                  <a:lnTo>
                    <a:pt x="13053" y="3360"/>
                  </a:lnTo>
                  <a:lnTo>
                    <a:pt x="13207" y="3244"/>
                  </a:lnTo>
                  <a:lnTo>
                    <a:pt x="13400" y="3167"/>
                  </a:lnTo>
                  <a:lnTo>
                    <a:pt x="13709" y="3051"/>
                  </a:lnTo>
                  <a:lnTo>
                    <a:pt x="14018" y="3013"/>
                  </a:lnTo>
                  <a:lnTo>
                    <a:pt x="14327" y="2974"/>
                  </a:lnTo>
                  <a:close/>
                  <a:moveTo>
                    <a:pt x="15679" y="3283"/>
                  </a:moveTo>
                  <a:lnTo>
                    <a:pt x="16335" y="3476"/>
                  </a:lnTo>
                  <a:lnTo>
                    <a:pt x="16644" y="3553"/>
                  </a:lnTo>
                  <a:lnTo>
                    <a:pt x="16992" y="3669"/>
                  </a:lnTo>
                  <a:lnTo>
                    <a:pt x="17262" y="3823"/>
                  </a:lnTo>
                  <a:lnTo>
                    <a:pt x="17532" y="4017"/>
                  </a:lnTo>
                  <a:lnTo>
                    <a:pt x="17725" y="4287"/>
                  </a:lnTo>
                  <a:lnTo>
                    <a:pt x="17802" y="4403"/>
                  </a:lnTo>
                  <a:lnTo>
                    <a:pt x="17880" y="4596"/>
                  </a:lnTo>
                  <a:lnTo>
                    <a:pt x="17918" y="4789"/>
                  </a:lnTo>
                  <a:lnTo>
                    <a:pt x="17880" y="4943"/>
                  </a:lnTo>
                  <a:lnTo>
                    <a:pt x="17802" y="5059"/>
                  </a:lnTo>
                  <a:lnTo>
                    <a:pt x="17648" y="5136"/>
                  </a:lnTo>
                  <a:lnTo>
                    <a:pt x="17494" y="5175"/>
                  </a:lnTo>
                  <a:lnTo>
                    <a:pt x="17339" y="5175"/>
                  </a:lnTo>
                  <a:lnTo>
                    <a:pt x="17146" y="5136"/>
                  </a:lnTo>
                  <a:lnTo>
                    <a:pt x="16992" y="5059"/>
                  </a:lnTo>
                  <a:lnTo>
                    <a:pt x="16644" y="4789"/>
                  </a:lnTo>
                  <a:lnTo>
                    <a:pt x="16374" y="4480"/>
                  </a:lnTo>
                  <a:lnTo>
                    <a:pt x="16181" y="4210"/>
                  </a:lnTo>
                  <a:lnTo>
                    <a:pt x="15988" y="3901"/>
                  </a:lnTo>
                  <a:lnTo>
                    <a:pt x="15833" y="3592"/>
                  </a:lnTo>
                  <a:lnTo>
                    <a:pt x="15679" y="3283"/>
                  </a:lnTo>
                  <a:close/>
                  <a:moveTo>
                    <a:pt x="4635" y="541"/>
                  </a:moveTo>
                  <a:lnTo>
                    <a:pt x="5253" y="580"/>
                  </a:lnTo>
                  <a:lnTo>
                    <a:pt x="5832" y="696"/>
                  </a:lnTo>
                  <a:lnTo>
                    <a:pt x="6411" y="850"/>
                  </a:lnTo>
                  <a:lnTo>
                    <a:pt x="6990" y="1120"/>
                  </a:lnTo>
                  <a:lnTo>
                    <a:pt x="7492" y="1429"/>
                  </a:lnTo>
                  <a:lnTo>
                    <a:pt x="7917" y="1738"/>
                  </a:lnTo>
                  <a:lnTo>
                    <a:pt x="8303" y="2086"/>
                  </a:lnTo>
                  <a:lnTo>
                    <a:pt x="8651" y="2472"/>
                  </a:lnTo>
                  <a:lnTo>
                    <a:pt x="8960" y="2858"/>
                  </a:lnTo>
                  <a:lnTo>
                    <a:pt x="9539" y="3669"/>
                  </a:lnTo>
                  <a:lnTo>
                    <a:pt x="10157" y="4480"/>
                  </a:lnTo>
                  <a:lnTo>
                    <a:pt x="10388" y="4827"/>
                  </a:lnTo>
                  <a:lnTo>
                    <a:pt x="10697" y="5136"/>
                  </a:lnTo>
                  <a:lnTo>
                    <a:pt x="11006" y="5445"/>
                  </a:lnTo>
                  <a:lnTo>
                    <a:pt x="11354" y="5677"/>
                  </a:lnTo>
                  <a:lnTo>
                    <a:pt x="11701" y="5870"/>
                  </a:lnTo>
                  <a:lnTo>
                    <a:pt x="12126" y="5986"/>
                  </a:lnTo>
                  <a:lnTo>
                    <a:pt x="12512" y="6025"/>
                  </a:lnTo>
                  <a:lnTo>
                    <a:pt x="12976" y="5986"/>
                  </a:lnTo>
                  <a:lnTo>
                    <a:pt x="13323" y="5870"/>
                  </a:lnTo>
                  <a:lnTo>
                    <a:pt x="13632" y="5754"/>
                  </a:lnTo>
                  <a:lnTo>
                    <a:pt x="13902" y="5600"/>
                  </a:lnTo>
                  <a:lnTo>
                    <a:pt x="14173" y="5407"/>
                  </a:lnTo>
                  <a:lnTo>
                    <a:pt x="14404" y="5214"/>
                  </a:lnTo>
                  <a:lnTo>
                    <a:pt x="14597" y="4982"/>
                  </a:lnTo>
                  <a:lnTo>
                    <a:pt x="14829" y="4712"/>
                  </a:lnTo>
                  <a:lnTo>
                    <a:pt x="14984" y="4441"/>
                  </a:lnTo>
                  <a:lnTo>
                    <a:pt x="14752" y="5252"/>
                  </a:lnTo>
                  <a:lnTo>
                    <a:pt x="14443" y="5986"/>
                  </a:lnTo>
                  <a:lnTo>
                    <a:pt x="14057" y="6720"/>
                  </a:lnTo>
                  <a:lnTo>
                    <a:pt x="13593" y="7415"/>
                  </a:lnTo>
                  <a:lnTo>
                    <a:pt x="13091" y="8071"/>
                  </a:lnTo>
                  <a:lnTo>
                    <a:pt x="12512" y="8650"/>
                  </a:lnTo>
                  <a:lnTo>
                    <a:pt x="11894" y="9191"/>
                  </a:lnTo>
                  <a:lnTo>
                    <a:pt x="11199" y="9693"/>
                  </a:lnTo>
                  <a:lnTo>
                    <a:pt x="10697" y="10002"/>
                  </a:lnTo>
                  <a:lnTo>
                    <a:pt x="10157" y="10272"/>
                  </a:lnTo>
                  <a:lnTo>
                    <a:pt x="9616" y="10465"/>
                  </a:lnTo>
                  <a:lnTo>
                    <a:pt x="9075" y="10658"/>
                  </a:lnTo>
                  <a:lnTo>
                    <a:pt x="8496" y="10774"/>
                  </a:lnTo>
                  <a:lnTo>
                    <a:pt x="7956" y="10890"/>
                  </a:lnTo>
                  <a:lnTo>
                    <a:pt x="7376" y="10929"/>
                  </a:lnTo>
                  <a:lnTo>
                    <a:pt x="6836" y="10929"/>
                  </a:lnTo>
                  <a:lnTo>
                    <a:pt x="6257" y="10890"/>
                  </a:lnTo>
                  <a:lnTo>
                    <a:pt x="5716" y="10774"/>
                  </a:lnTo>
                  <a:lnTo>
                    <a:pt x="5175" y="10620"/>
                  </a:lnTo>
                  <a:lnTo>
                    <a:pt x="4635" y="10465"/>
                  </a:lnTo>
                  <a:lnTo>
                    <a:pt x="4133" y="10195"/>
                  </a:lnTo>
                  <a:lnTo>
                    <a:pt x="3631" y="9925"/>
                  </a:lnTo>
                  <a:lnTo>
                    <a:pt x="3129" y="9577"/>
                  </a:lnTo>
                  <a:lnTo>
                    <a:pt x="2665" y="9191"/>
                  </a:lnTo>
                  <a:lnTo>
                    <a:pt x="2202" y="8766"/>
                  </a:lnTo>
                  <a:lnTo>
                    <a:pt x="1777" y="8303"/>
                  </a:lnTo>
                  <a:lnTo>
                    <a:pt x="1430" y="7801"/>
                  </a:lnTo>
                  <a:lnTo>
                    <a:pt x="1082" y="7260"/>
                  </a:lnTo>
                  <a:lnTo>
                    <a:pt x="812" y="6720"/>
                  </a:lnTo>
                  <a:lnTo>
                    <a:pt x="619" y="6140"/>
                  </a:lnTo>
                  <a:lnTo>
                    <a:pt x="464" y="5523"/>
                  </a:lnTo>
                  <a:lnTo>
                    <a:pt x="426" y="4905"/>
                  </a:lnTo>
                  <a:lnTo>
                    <a:pt x="464" y="4287"/>
                  </a:lnTo>
                  <a:lnTo>
                    <a:pt x="619" y="3708"/>
                  </a:lnTo>
                  <a:lnTo>
                    <a:pt x="812" y="3128"/>
                  </a:lnTo>
                  <a:lnTo>
                    <a:pt x="1121" y="2588"/>
                  </a:lnTo>
                  <a:lnTo>
                    <a:pt x="1468" y="2086"/>
                  </a:lnTo>
                  <a:lnTo>
                    <a:pt x="1893" y="1661"/>
                  </a:lnTo>
                  <a:lnTo>
                    <a:pt x="2356" y="1275"/>
                  </a:lnTo>
                  <a:lnTo>
                    <a:pt x="2897" y="1005"/>
                  </a:lnTo>
                  <a:lnTo>
                    <a:pt x="3476" y="773"/>
                  </a:lnTo>
                  <a:lnTo>
                    <a:pt x="4056" y="618"/>
                  </a:lnTo>
                  <a:lnTo>
                    <a:pt x="4635" y="541"/>
                  </a:lnTo>
                  <a:close/>
                  <a:moveTo>
                    <a:pt x="16876" y="1"/>
                  </a:moveTo>
                  <a:lnTo>
                    <a:pt x="16683" y="39"/>
                  </a:lnTo>
                  <a:lnTo>
                    <a:pt x="16451" y="155"/>
                  </a:lnTo>
                  <a:lnTo>
                    <a:pt x="16258" y="271"/>
                  </a:lnTo>
                  <a:lnTo>
                    <a:pt x="16103" y="425"/>
                  </a:lnTo>
                  <a:lnTo>
                    <a:pt x="15949" y="580"/>
                  </a:lnTo>
                  <a:lnTo>
                    <a:pt x="15833" y="773"/>
                  </a:lnTo>
                  <a:lnTo>
                    <a:pt x="15717" y="1005"/>
                  </a:lnTo>
                  <a:lnTo>
                    <a:pt x="15601" y="1236"/>
                  </a:lnTo>
                  <a:lnTo>
                    <a:pt x="15486" y="1738"/>
                  </a:lnTo>
                  <a:lnTo>
                    <a:pt x="15447" y="2279"/>
                  </a:lnTo>
                  <a:lnTo>
                    <a:pt x="15486" y="2819"/>
                  </a:lnTo>
                  <a:lnTo>
                    <a:pt x="15370" y="2819"/>
                  </a:lnTo>
                  <a:lnTo>
                    <a:pt x="15331" y="2858"/>
                  </a:lnTo>
                  <a:lnTo>
                    <a:pt x="14906" y="2742"/>
                  </a:lnTo>
                  <a:lnTo>
                    <a:pt x="14443" y="2665"/>
                  </a:lnTo>
                  <a:lnTo>
                    <a:pt x="13980" y="2665"/>
                  </a:lnTo>
                  <a:lnTo>
                    <a:pt x="13516" y="2742"/>
                  </a:lnTo>
                  <a:lnTo>
                    <a:pt x="13169" y="2858"/>
                  </a:lnTo>
                  <a:lnTo>
                    <a:pt x="12976" y="2974"/>
                  </a:lnTo>
                  <a:lnTo>
                    <a:pt x="12783" y="3090"/>
                  </a:lnTo>
                  <a:lnTo>
                    <a:pt x="12628" y="3206"/>
                  </a:lnTo>
                  <a:lnTo>
                    <a:pt x="12512" y="3360"/>
                  </a:lnTo>
                  <a:lnTo>
                    <a:pt x="12396" y="3553"/>
                  </a:lnTo>
                  <a:lnTo>
                    <a:pt x="12396" y="3746"/>
                  </a:lnTo>
                  <a:lnTo>
                    <a:pt x="12396" y="3939"/>
                  </a:lnTo>
                  <a:lnTo>
                    <a:pt x="12474" y="4094"/>
                  </a:lnTo>
                  <a:lnTo>
                    <a:pt x="12628" y="4210"/>
                  </a:lnTo>
                  <a:lnTo>
                    <a:pt x="12783" y="4287"/>
                  </a:lnTo>
                  <a:lnTo>
                    <a:pt x="12976" y="4364"/>
                  </a:lnTo>
                  <a:lnTo>
                    <a:pt x="13169" y="4403"/>
                  </a:lnTo>
                  <a:lnTo>
                    <a:pt x="13516" y="4364"/>
                  </a:lnTo>
                  <a:lnTo>
                    <a:pt x="13864" y="4325"/>
                  </a:lnTo>
                  <a:lnTo>
                    <a:pt x="14211" y="4210"/>
                  </a:lnTo>
                  <a:lnTo>
                    <a:pt x="14520" y="4017"/>
                  </a:lnTo>
                  <a:lnTo>
                    <a:pt x="14829" y="3823"/>
                  </a:lnTo>
                  <a:lnTo>
                    <a:pt x="14597" y="4287"/>
                  </a:lnTo>
                  <a:lnTo>
                    <a:pt x="14288" y="4673"/>
                  </a:lnTo>
                  <a:lnTo>
                    <a:pt x="14134" y="4866"/>
                  </a:lnTo>
                  <a:lnTo>
                    <a:pt x="13941" y="5021"/>
                  </a:lnTo>
                  <a:lnTo>
                    <a:pt x="13709" y="5175"/>
                  </a:lnTo>
                  <a:lnTo>
                    <a:pt x="13516" y="5291"/>
                  </a:lnTo>
                  <a:lnTo>
                    <a:pt x="13130" y="5445"/>
                  </a:lnTo>
                  <a:lnTo>
                    <a:pt x="12744" y="5523"/>
                  </a:lnTo>
                  <a:lnTo>
                    <a:pt x="12396" y="5523"/>
                  </a:lnTo>
                  <a:lnTo>
                    <a:pt x="12049" y="5445"/>
                  </a:lnTo>
                  <a:lnTo>
                    <a:pt x="11740" y="5329"/>
                  </a:lnTo>
                  <a:lnTo>
                    <a:pt x="11431" y="5136"/>
                  </a:lnTo>
                  <a:lnTo>
                    <a:pt x="11122" y="4905"/>
                  </a:lnTo>
                  <a:lnTo>
                    <a:pt x="10852" y="4634"/>
                  </a:lnTo>
                  <a:lnTo>
                    <a:pt x="10543" y="4210"/>
                  </a:lnTo>
                  <a:lnTo>
                    <a:pt x="10195" y="3785"/>
                  </a:lnTo>
                  <a:lnTo>
                    <a:pt x="9616" y="2935"/>
                  </a:lnTo>
                  <a:lnTo>
                    <a:pt x="9307" y="2511"/>
                  </a:lnTo>
                  <a:lnTo>
                    <a:pt x="8960" y="2086"/>
                  </a:lnTo>
                  <a:lnTo>
                    <a:pt x="8573" y="1700"/>
                  </a:lnTo>
                  <a:lnTo>
                    <a:pt x="8187" y="1352"/>
                  </a:lnTo>
                  <a:lnTo>
                    <a:pt x="7647" y="966"/>
                  </a:lnTo>
                  <a:lnTo>
                    <a:pt x="7106" y="657"/>
                  </a:lnTo>
                  <a:lnTo>
                    <a:pt x="6527" y="425"/>
                  </a:lnTo>
                  <a:lnTo>
                    <a:pt x="5948" y="271"/>
                  </a:lnTo>
                  <a:lnTo>
                    <a:pt x="5330" y="155"/>
                  </a:lnTo>
                  <a:lnTo>
                    <a:pt x="4751" y="116"/>
                  </a:lnTo>
                  <a:lnTo>
                    <a:pt x="4133" y="155"/>
                  </a:lnTo>
                  <a:lnTo>
                    <a:pt x="3554" y="271"/>
                  </a:lnTo>
                  <a:lnTo>
                    <a:pt x="3283" y="348"/>
                  </a:lnTo>
                  <a:lnTo>
                    <a:pt x="2936" y="464"/>
                  </a:lnTo>
                  <a:lnTo>
                    <a:pt x="2588" y="618"/>
                  </a:lnTo>
                  <a:lnTo>
                    <a:pt x="2279" y="812"/>
                  </a:lnTo>
                  <a:lnTo>
                    <a:pt x="1932" y="1005"/>
                  </a:lnTo>
                  <a:lnTo>
                    <a:pt x="1661" y="1275"/>
                  </a:lnTo>
                  <a:lnTo>
                    <a:pt x="1353" y="1545"/>
                  </a:lnTo>
                  <a:lnTo>
                    <a:pt x="1082" y="1854"/>
                  </a:lnTo>
                  <a:lnTo>
                    <a:pt x="851" y="2163"/>
                  </a:lnTo>
                  <a:lnTo>
                    <a:pt x="542" y="2665"/>
                  </a:lnTo>
                  <a:lnTo>
                    <a:pt x="310" y="3167"/>
                  </a:lnTo>
                  <a:lnTo>
                    <a:pt x="155" y="3669"/>
                  </a:lnTo>
                  <a:lnTo>
                    <a:pt x="78" y="4171"/>
                  </a:lnTo>
                  <a:lnTo>
                    <a:pt x="1" y="4712"/>
                  </a:lnTo>
                  <a:lnTo>
                    <a:pt x="40" y="5214"/>
                  </a:lnTo>
                  <a:lnTo>
                    <a:pt x="78" y="5716"/>
                  </a:lnTo>
                  <a:lnTo>
                    <a:pt x="194" y="6218"/>
                  </a:lnTo>
                  <a:lnTo>
                    <a:pt x="387" y="6720"/>
                  </a:lnTo>
                  <a:lnTo>
                    <a:pt x="580" y="7222"/>
                  </a:lnTo>
                  <a:lnTo>
                    <a:pt x="812" y="7685"/>
                  </a:lnTo>
                  <a:lnTo>
                    <a:pt x="1082" y="8110"/>
                  </a:lnTo>
                  <a:lnTo>
                    <a:pt x="1430" y="8573"/>
                  </a:lnTo>
                  <a:lnTo>
                    <a:pt x="1777" y="8959"/>
                  </a:lnTo>
                  <a:lnTo>
                    <a:pt x="2125" y="9384"/>
                  </a:lnTo>
                  <a:lnTo>
                    <a:pt x="2550" y="9732"/>
                  </a:lnTo>
                  <a:lnTo>
                    <a:pt x="3090" y="10156"/>
                  </a:lnTo>
                  <a:lnTo>
                    <a:pt x="3631" y="10504"/>
                  </a:lnTo>
                  <a:lnTo>
                    <a:pt x="4210" y="10774"/>
                  </a:lnTo>
                  <a:lnTo>
                    <a:pt x="4789" y="11044"/>
                  </a:lnTo>
                  <a:lnTo>
                    <a:pt x="5407" y="11199"/>
                  </a:lnTo>
                  <a:lnTo>
                    <a:pt x="6025" y="11353"/>
                  </a:lnTo>
                  <a:lnTo>
                    <a:pt x="6643" y="11392"/>
                  </a:lnTo>
                  <a:lnTo>
                    <a:pt x="7261" y="11431"/>
                  </a:lnTo>
                  <a:lnTo>
                    <a:pt x="7338" y="11585"/>
                  </a:lnTo>
                  <a:lnTo>
                    <a:pt x="7647" y="11392"/>
                  </a:lnTo>
                  <a:lnTo>
                    <a:pt x="8458" y="11315"/>
                  </a:lnTo>
                  <a:lnTo>
                    <a:pt x="9269" y="11122"/>
                  </a:lnTo>
                  <a:lnTo>
                    <a:pt x="10079" y="10813"/>
                  </a:lnTo>
                  <a:lnTo>
                    <a:pt x="10852" y="10465"/>
                  </a:lnTo>
                  <a:lnTo>
                    <a:pt x="11547" y="10040"/>
                  </a:lnTo>
                  <a:lnTo>
                    <a:pt x="12165" y="9577"/>
                  </a:lnTo>
                  <a:lnTo>
                    <a:pt x="12435" y="9384"/>
                  </a:lnTo>
                  <a:lnTo>
                    <a:pt x="13053" y="8805"/>
                  </a:lnTo>
                  <a:lnTo>
                    <a:pt x="13632" y="8187"/>
                  </a:lnTo>
                  <a:lnTo>
                    <a:pt x="14134" y="7492"/>
                  </a:lnTo>
                  <a:lnTo>
                    <a:pt x="14597" y="6797"/>
                  </a:lnTo>
                  <a:lnTo>
                    <a:pt x="14945" y="6025"/>
                  </a:lnTo>
                  <a:lnTo>
                    <a:pt x="15099" y="5638"/>
                  </a:lnTo>
                  <a:lnTo>
                    <a:pt x="15254" y="5214"/>
                  </a:lnTo>
                  <a:lnTo>
                    <a:pt x="15331" y="4827"/>
                  </a:lnTo>
                  <a:lnTo>
                    <a:pt x="15408" y="4403"/>
                  </a:lnTo>
                  <a:lnTo>
                    <a:pt x="15486" y="4017"/>
                  </a:lnTo>
                  <a:lnTo>
                    <a:pt x="15486" y="3592"/>
                  </a:lnTo>
                  <a:lnTo>
                    <a:pt x="15679" y="4055"/>
                  </a:lnTo>
                  <a:lnTo>
                    <a:pt x="15949" y="4480"/>
                  </a:lnTo>
                  <a:lnTo>
                    <a:pt x="16258" y="4866"/>
                  </a:lnTo>
                  <a:lnTo>
                    <a:pt x="16605" y="5214"/>
                  </a:lnTo>
                  <a:lnTo>
                    <a:pt x="16760" y="5368"/>
                  </a:lnTo>
                  <a:lnTo>
                    <a:pt x="16992" y="5484"/>
                  </a:lnTo>
                  <a:lnTo>
                    <a:pt x="17185" y="5561"/>
                  </a:lnTo>
                  <a:lnTo>
                    <a:pt x="17416" y="5638"/>
                  </a:lnTo>
                  <a:lnTo>
                    <a:pt x="17609" y="5677"/>
                  </a:lnTo>
                  <a:lnTo>
                    <a:pt x="17841" y="5638"/>
                  </a:lnTo>
                  <a:lnTo>
                    <a:pt x="18034" y="5523"/>
                  </a:lnTo>
                  <a:lnTo>
                    <a:pt x="18189" y="5329"/>
                  </a:lnTo>
                  <a:lnTo>
                    <a:pt x="18304" y="5136"/>
                  </a:lnTo>
                  <a:lnTo>
                    <a:pt x="18343" y="4943"/>
                  </a:lnTo>
                  <a:lnTo>
                    <a:pt x="18304" y="4712"/>
                  </a:lnTo>
                  <a:lnTo>
                    <a:pt x="18266" y="4519"/>
                  </a:lnTo>
                  <a:lnTo>
                    <a:pt x="18189" y="4287"/>
                  </a:lnTo>
                  <a:lnTo>
                    <a:pt x="18073" y="4132"/>
                  </a:lnTo>
                  <a:lnTo>
                    <a:pt x="17957" y="3939"/>
                  </a:lnTo>
                  <a:lnTo>
                    <a:pt x="17802" y="3785"/>
                  </a:lnTo>
                  <a:lnTo>
                    <a:pt x="17648" y="3630"/>
                  </a:lnTo>
                  <a:lnTo>
                    <a:pt x="17416" y="3476"/>
                  </a:lnTo>
                  <a:lnTo>
                    <a:pt x="16953" y="3244"/>
                  </a:lnTo>
                  <a:lnTo>
                    <a:pt x="16490" y="3051"/>
                  </a:lnTo>
                  <a:lnTo>
                    <a:pt x="15988" y="2935"/>
                  </a:lnTo>
                  <a:lnTo>
                    <a:pt x="16412" y="2781"/>
                  </a:lnTo>
                  <a:lnTo>
                    <a:pt x="16837" y="2511"/>
                  </a:lnTo>
                  <a:lnTo>
                    <a:pt x="17185" y="2202"/>
                  </a:lnTo>
                  <a:lnTo>
                    <a:pt x="17494" y="1816"/>
                  </a:lnTo>
                  <a:lnTo>
                    <a:pt x="17609" y="1584"/>
                  </a:lnTo>
                  <a:lnTo>
                    <a:pt x="17725" y="1352"/>
                  </a:lnTo>
                  <a:lnTo>
                    <a:pt x="17764" y="1082"/>
                  </a:lnTo>
                  <a:lnTo>
                    <a:pt x="17802" y="850"/>
                  </a:lnTo>
                  <a:lnTo>
                    <a:pt x="17802" y="580"/>
                  </a:lnTo>
                  <a:lnTo>
                    <a:pt x="17725" y="387"/>
                  </a:lnTo>
                  <a:lnTo>
                    <a:pt x="17571" y="194"/>
                  </a:lnTo>
                  <a:lnTo>
                    <a:pt x="17455" y="116"/>
                  </a:lnTo>
                  <a:lnTo>
                    <a:pt x="17339" y="39"/>
                  </a:lnTo>
                  <a:lnTo>
                    <a:pt x="171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9" name="Google Shape;3429;p15"/>
            <p:cNvSpPr/>
            <p:nvPr/>
          </p:nvSpPr>
          <p:spPr>
            <a:xfrm>
              <a:off x="2141825" y="3698800"/>
              <a:ext cx="126500" cy="70500"/>
            </a:xfrm>
            <a:custGeom>
              <a:avLst/>
              <a:gdLst/>
              <a:ahLst/>
              <a:cxnLst/>
              <a:rect l="l" t="t" r="r" b="b"/>
              <a:pathLst>
                <a:path w="5060" h="2820" extrusionOk="0">
                  <a:moveTo>
                    <a:pt x="4905" y="0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3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433"/>
                  </a:lnTo>
                  <a:lnTo>
                    <a:pt x="39" y="2510"/>
                  </a:lnTo>
                  <a:lnTo>
                    <a:pt x="1" y="2587"/>
                  </a:lnTo>
                  <a:lnTo>
                    <a:pt x="39" y="2703"/>
                  </a:lnTo>
                  <a:lnTo>
                    <a:pt x="116" y="2781"/>
                  </a:lnTo>
                  <a:lnTo>
                    <a:pt x="387" y="2819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1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0" name="Google Shape;3430;p15"/>
            <p:cNvSpPr/>
            <p:nvPr/>
          </p:nvSpPr>
          <p:spPr>
            <a:xfrm>
              <a:off x="436975" y="3704575"/>
              <a:ext cx="144825" cy="162225"/>
            </a:xfrm>
            <a:custGeom>
              <a:avLst/>
              <a:gdLst/>
              <a:ahLst/>
              <a:cxnLst/>
              <a:rect l="l" t="t" r="r" b="b"/>
              <a:pathLst>
                <a:path w="5793" h="6489" extrusionOk="0">
                  <a:moveTo>
                    <a:pt x="2240" y="426"/>
                  </a:moveTo>
                  <a:lnTo>
                    <a:pt x="2781" y="464"/>
                  </a:lnTo>
                  <a:lnTo>
                    <a:pt x="3283" y="580"/>
                  </a:lnTo>
                  <a:lnTo>
                    <a:pt x="3746" y="735"/>
                  </a:lnTo>
                  <a:lnTo>
                    <a:pt x="4171" y="1005"/>
                  </a:lnTo>
                  <a:lnTo>
                    <a:pt x="4557" y="1314"/>
                  </a:lnTo>
                  <a:lnTo>
                    <a:pt x="4750" y="1507"/>
                  </a:lnTo>
                  <a:lnTo>
                    <a:pt x="4905" y="1739"/>
                  </a:lnTo>
                  <a:lnTo>
                    <a:pt x="5021" y="1932"/>
                  </a:lnTo>
                  <a:lnTo>
                    <a:pt x="5136" y="2163"/>
                  </a:lnTo>
                  <a:lnTo>
                    <a:pt x="5214" y="2434"/>
                  </a:lnTo>
                  <a:lnTo>
                    <a:pt x="5291" y="2704"/>
                  </a:lnTo>
                  <a:lnTo>
                    <a:pt x="5330" y="3167"/>
                  </a:lnTo>
                  <a:lnTo>
                    <a:pt x="5330" y="3631"/>
                  </a:lnTo>
                  <a:lnTo>
                    <a:pt x="5214" y="4133"/>
                  </a:lnTo>
                  <a:lnTo>
                    <a:pt x="5021" y="4558"/>
                  </a:lnTo>
                  <a:lnTo>
                    <a:pt x="4789" y="4982"/>
                  </a:lnTo>
                  <a:lnTo>
                    <a:pt x="4480" y="5330"/>
                  </a:lnTo>
                  <a:lnTo>
                    <a:pt x="4287" y="5484"/>
                  </a:lnTo>
                  <a:lnTo>
                    <a:pt x="4094" y="5639"/>
                  </a:lnTo>
                  <a:lnTo>
                    <a:pt x="3901" y="5755"/>
                  </a:lnTo>
                  <a:lnTo>
                    <a:pt x="3669" y="5832"/>
                  </a:lnTo>
                  <a:lnTo>
                    <a:pt x="3360" y="5948"/>
                  </a:lnTo>
                  <a:lnTo>
                    <a:pt x="3090" y="5986"/>
                  </a:lnTo>
                  <a:lnTo>
                    <a:pt x="2820" y="6025"/>
                  </a:lnTo>
                  <a:lnTo>
                    <a:pt x="2549" y="5986"/>
                  </a:lnTo>
                  <a:lnTo>
                    <a:pt x="2279" y="5948"/>
                  </a:lnTo>
                  <a:lnTo>
                    <a:pt x="2047" y="5870"/>
                  </a:lnTo>
                  <a:lnTo>
                    <a:pt x="1854" y="5755"/>
                  </a:lnTo>
                  <a:lnTo>
                    <a:pt x="1622" y="5639"/>
                  </a:lnTo>
                  <a:lnTo>
                    <a:pt x="1429" y="5484"/>
                  </a:lnTo>
                  <a:lnTo>
                    <a:pt x="1275" y="5291"/>
                  </a:lnTo>
                  <a:lnTo>
                    <a:pt x="1082" y="5098"/>
                  </a:lnTo>
                  <a:lnTo>
                    <a:pt x="966" y="4905"/>
                  </a:lnTo>
                  <a:lnTo>
                    <a:pt x="696" y="4442"/>
                  </a:lnTo>
                  <a:lnTo>
                    <a:pt x="541" y="3901"/>
                  </a:lnTo>
                  <a:lnTo>
                    <a:pt x="425" y="3399"/>
                  </a:lnTo>
                  <a:lnTo>
                    <a:pt x="425" y="2858"/>
                  </a:lnTo>
                  <a:lnTo>
                    <a:pt x="503" y="2318"/>
                  </a:lnTo>
                  <a:lnTo>
                    <a:pt x="541" y="2048"/>
                  </a:lnTo>
                  <a:lnTo>
                    <a:pt x="657" y="1816"/>
                  </a:lnTo>
                  <a:lnTo>
                    <a:pt x="734" y="1584"/>
                  </a:lnTo>
                  <a:lnTo>
                    <a:pt x="889" y="1352"/>
                  </a:lnTo>
                  <a:lnTo>
                    <a:pt x="1043" y="1159"/>
                  </a:lnTo>
                  <a:lnTo>
                    <a:pt x="1236" y="1005"/>
                  </a:lnTo>
                  <a:lnTo>
                    <a:pt x="1429" y="812"/>
                  </a:lnTo>
                  <a:lnTo>
                    <a:pt x="1661" y="696"/>
                  </a:lnTo>
                  <a:lnTo>
                    <a:pt x="1893" y="580"/>
                  </a:lnTo>
                  <a:lnTo>
                    <a:pt x="2202" y="503"/>
                  </a:lnTo>
                  <a:lnTo>
                    <a:pt x="2240" y="464"/>
                  </a:lnTo>
                  <a:lnTo>
                    <a:pt x="2240" y="426"/>
                  </a:lnTo>
                  <a:close/>
                  <a:moveTo>
                    <a:pt x="2279" y="1"/>
                  </a:moveTo>
                  <a:lnTo>
                    <a:pt x="1970" y="40"/>
                  </a:lnTo>
                  <a:lnTo>
                    <a:pt x="1893" y="78"/>
                  </a:lnTo>
                  <a:lnTo>
                    <a:pt x="1816" y="117"/>
                  </a:lnTo>
                  <a:lnTo>
                    <a:pt x="1816" y="194"/>
                  </a:lnTo>
                  <a:lnTo>
                    <a:pt x="1816" y="271"/>
                  </a:lnTo>
                  <a:lnTo>
                    <a:pt x="1507" y="349"/>
                  </a:lnTo>
                  <a:lnTo>
                    <a:pt x="1275" y="464"/>
                  </a:lnTo>
                  <a:lnTo>
                    <a:pt x="1043" y="619"/>
                  </a:lnTo>
                  <a:lnTo>
                    <a:pt x="812" y="773"/>
                  </a:lnTo>
                  <a:lnTo>
                    <a:pt x="619" y="966"/>
                  </a:lnTo>
                  <a:lnTo>
                    <a:pt x="464" y="1198"/>
                  </a:lnTo>
                  <a:lnTo>
                    <a:pt x="348" y="1430"/>
                  </a:lnTo>
                  <a:lnTo>
                    <a:pt x="232" y="1661"/>
                  </a:lnTo>
                  <a:lnTo>
                    <a:pt x="117" y="1932"/>
                  </a:lnTo>
                  <a:lnTo>
                    <a:pt x="78" y="2202"/>
                  </a:lnTo>
                  <a:lnTo>
                    <a:pt x="1" y="2781"/>
                  </a:lnTo>
                  <a:lnTo>
                    <a:pt x="1" y="3360"/>
                  </a:lnTo>
                  <a:lnTo>
                    <a:pt x="78" y="3901"/>
                  </a:lnTo>
                  <a:lnTo>
                    <a:pt x="271" y="4519"/>
                  </a:lnTo>
                  <a:lnTo>
                    <a:pt x="387" y="4828"/>
                  </a:lnTo>
                  <a:lnTo>
                    <a:pt x="541" y="5098"/>
                  </a:lnTo>
                  <a:lnTo>
                    <a:pt x="696" y="5330"/>
                  </a:lnTo>
                  <a:lnTo>
                    <a:pt x="850" y="5561"/>
                  </a:lnTo>
                  <a:lnTo>
                    <a:pt x="1082" y="5793"/>
                  </a:lnTo>
                  <a:lnTo>
                    <a:pt x="1275" y="5986"/>
                  </a:lnTo>
                  <a:lnTo>
                    <a:pt x="1507" y="6141"/>
                  </a:lnTo>
                  <a:lnTo>
                    <a:pt x="1738" y="6257"/>
                  </a:lnTo>
                  <a:lnTo>
                    <a:pt x="2009" y="6372"/>
                  </a:lnTo>
                  <a:lnTo>
                    <a:pt x="2279" y="6450"/>
                  </a:lnTo>
                  <a:lnTo>
                    <a:pt x="2588" y="6488"/>
                  </a:lnTo>
                  <a:lnTo>
                    <a:pt x="2897" y="6488"/>
                  </a:lnTo>
                  <a:lnTo>
                    <a:pt x="3206" y="6450"/>
                  </a:lnTo>
                  <a:lnTo>
                    <a:pt x="3553" y="6372"/>
                  </a:lnTo>
                  <a:lnTo>
                    <a:pt x="3862" y="6257"/>
                  </a:lnTo>
                  <a:lnTo>
                    <a:pt x="4132" y="6141"/>
                  </a:lnTo>
                  <a:lnTo>
                    <a:pt x="4403" y="5986"/>
                  </a:lnTo>
                  <a:lnTo>
                    <a:pt x="4634" y="5793"/>
                  </a:lnTo>
                  <a:lnTo>
                    <a:pt x="4866" y="5600"/>
                  </a:lnTo>
                  <a:lnTo>
                    <a:pt x="5059" y="5368"/>
                  </a:lnTo>
                  <a:lnTo>
                    <a:pt x="5214" y="5137"/>
                  </a:lnTo>
                  <a:lnTo>
                    <a:pt x="5368" y="4866"/>
                  </a:lnTo>
                  <a:lnTo>
                    <a:pt x="5523" y="4635"/>
                  </a:lnTo>
                  <a:lnTo>
                    <a:pt x="5638" y="4326"/>
                  </a:lnTo>
                  <a:lnTo>
                    <a:pt x="5716" y="4056"/>
                  </a:lnTo>
                  <a:lnTo>
                    <a:pt x="5754" y="3747"/>
                  </a:lnTo>
                  <a:lnTo>
                    <a:pt x="5793" y="3438"/>
                  </a:lnTo>
                  <a:lnTo>
                    <a:pt x="5793" y="3129"/>
                  </a:lnTo>
                  <a:lnTo>
                    <a:pt x="5793" y="2858"/>
                  </a:lnTo>
                  <a:lnTo>
                    <a:pt x="5716" y="2550"/>
                  </a:lnTo>
                  <a:lnTo>
                    <a:pt x="5638" y="2241"/>
                  </a:lnTo>
                  <a:lnTo>
                    <a:pt x="5523" y="1932"/>
                  </a:lnTo>
                  <a:lnTo>
                    <a:pt x="5368" y="1661"/>
                  </a:lnTo>
                  <a:lnTo>
                    <a:pt x="5214" y="1391"/>
                  </a:lnTo>
                  <a:lnTo>
                    <a:pt x="5021" y="1159"/>
                  </a:lnTo>
                  <a:lnTo>
                    <a:pt x="4828" y="928"/>
                  </a:lnTo>
                  <a:lnTo>
                    <a:pt x="4596" y="735"/>
                  </a:lnTo>
                  <a:lnTo>
                    <a:pt x="4326" y="542"/>
                  </a:lnTo>
                  <a:lnTo>
                    <a:pt x="4094" y="387"/>
                  </a:lnTo>
                  <a:lnTo>
                    <a:pt x="3824" y="271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1" name="Google Shape;3431;p15"/>
            <p:cNvSpPr/>
            <p:nvPr/>
          </p:nvSpPr>
          <p:spPr>
            <a:xfrm>
              <a:off x="6171275" y="3733550"/>
              <a:ext cx="103325" cy="132275"/>
            </a:xfrm>
            <a:custGeom>
              <a:avLst/>
              <a:gdLst/>
              <a:ahLst/>
              <a:cxnLst/>
              <a:rect l="l" t="t" r="r" b="b"/>
              <a:pathLst>
                <a:path w="4133" h="5291" extrusionOk="0">
                  <a:moveTo>
                    <a:pt x="2511" y="0"/>
                  </a:moveTo>
                  <a:lnTo>
                    <a:pt x="2279" y="39"/>
                  </a:lnTo>
                  <a:lnTo>
                    <a:pt x="2048" y="39"/>
                  </a:lnTo>
                  <a:lnTo>
                    <a:pt x="1816" y="116"/>
                  </a:lnTo>
                  <a:lnTo>
                    <a:pt x="1430" y="271"/>
                  </a:lnTo>
                  <a:lnTo>
                    <a:pt x="1121" y="464"/>
                  </a:lnTo>
                  <a:lnTo>
                    <a:pt x="850" y="695"/>
                  </a:lnTo>
                  <a:lnTo>
                    <a:pt x="619" y="966"/>
                  </a:lnTo>
                  <a:lnTo>
                    <a:pt x="464" y="1236"/>
                  </a:lnTo>
                  <a:lnTo>
                    <a:pt x="310" y="1584"/>
                  </a:lnTo>
                  <a:lnTo>
                    <a:pt x="194" y="1931"/>
                  </a:lnTo>
                  <a:lnTo>
                    <a:pt x="117" y="2279"/>
                  </a:lnTo>
                  <a:lnTo>
                    <a:pt x="40" y="2665"/>
                  </a:lnTo>
                  <a:lnTo>
                    <a:pt x="1" y="3051"/>
                  </a:lnTo>
                  <a:lnTo>
                    <a:pt x="1" y="3823"/>
                  </a:lnTo>
                  <a:lnTo>
                    <a:pt x="1" y="5291"/>
                  </a:lnTo>
                  <a:lnTo>
                    <a:pt x="426" y="5291"/>
                  </a:lnTo>
                  <a:lnTo>
                    <a:pt x="464" y="4750"/>
                  </a:lnTo>
                  <a:lnTo>
                    <a:pt x="464" y="4209"/>
                  </a:lnTo>
                  <a:lnTo>
                    <a:pt x="464" y="3669"/>
                  </a:lnTo>
                  <a:lnTo>
                    <a:pt x="503" y="3128"/>
                  </a:lnTo>
                  <a:lnTo>
                    <a:pt x="542" y="2588"/>
                  </a:lnTo>
                  <a:lnTo>
                    <a:pt x="696" y="2047"/>
                  </a:lnTo>
                  <a:lnTo>
                    <a:pt x="773" y="1815"/>
                  </a:lnTo>
                  <a:lnTo>
                    <a:pt x="889" y="1584"/>
                  </a:lnTo>
                  <a:lnTo>
                    <a:pt x="1044" y="1352"/>
                  </a:lnTo>
                  <a:lnTo>
                    <a:pt x="1198" y="1159"/>
                  </a:lnTo>
                  <a:lnTo>
                    <a:pt x="1391" y="966"/>
                  </a:lnTo>
                  <a:lnTo>
                    <a:pt x="1623" y="811"/>
                  </a:lnTo>
                  <a:lnTo>
                    <a:pt x="1893" y="657"/>
                  </a:lnTo>
                  <a:lnTo>
                    <a:pt x="2163" y="580"/>
                  </a:lnTo>
                  <a:lnTo>
                    <a:pt x="2434" y="541"/>
                  </a:lnTo>
                  <a:lnTo>
                    <a:pt x="2704" y="580"/>
                  </a:lnTo>
                  <a:lnTo>
                    <a:pt x="2974" y="657"/>
                  </a:lnTo>
                  <a:lnTo>
                    <a:pt x="3206" y="811"/>
                  </a:lnTo>
                  <a:lnTo>
                    <a:pt x="3360" y="966"/>
                  </a:lnTo>
                  <a:lnTo>
                    <a:pt x="3515" y="1197"/>
                  </a:lnTo>
                  <a:lnTo>
                    <a:pt x="3592" y="1429"/>
                  </a:lnTo>
                  <a:lnTo>
                    <a:pt x="3669" y="1661"/>
                  </a:lnTo>
                  <a:lnTo>
                    <a:pt x="4133" y="1584"/>
                  </a:lnTo>
                  <a:lnTo>
                    <a:pt x="4017" y="1197"/>
                  </a:lnTo>
                  <a:lnTo>
                    <a:pt x="3862" y="850"/>
                  </a:lnTo>
                  <a:lnTo>
                    <a:pt x="3631" y="541"/>
                  </a:lnTo>
                  <a:lnTo>
                    <a:pt x="3399" y="309"/>
                  </a:lnTo>
                  <a:lnTo>
                    <a:pt x="3245" y="193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4" y="39"/>
                  </a:lnTo>
                  <a:lnTo>
                    <a:pt x="25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2" name="Google Shape;3432;p15"/>
            <p:cNvSpPr/>
            <p:nvPr/>
          </p:nvSpPr>
          <p:spPr>
            <a:xfrm>
              <a:off x="6036125" y="3735475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41"/>
                  </a:lnTo>
                  <a:lnTo>
                    <a:pt x="12319" y="618"/>
                  </a:lnTo>
                  <a:lnTo>
                    <a:pt x="12628" y="850"/>
                  </a:lnTo>
                  <a:lnTo>
                    <a:pt x="12898" y="1120"/>
                  </a:lnTo>
                  <a:lnTo>
                    <a:pt x="13130" y="1468"/>
                  </a:lnTo>
                  <a:lnTo>
                    <a:pt x="13323" y="1854"/>
                  </a:lnTo>
                  <a:lnTo>
                    <a:pt x="13477" y="2240"/>
                  </a:lnTo>
                  <a:lnTo>
                    <a:pt x="13632" y="2665"/>
                  </a:lnTo>
                  <a:lnTo>
                    <a:pt x="13864" y="3437"/>
                  </a:lnTo>
                  <a:lnTo>
                    <a:pt x="13091" y="3013"/>
                  </a:lnTo>
                  <a:lnTo>
                    <a:pt x="12705" y="2742"/>
                  </a:lnTo>
                  <a:lnTo>
                    <a:pt x="12358" y="2472"/>
                  </a:lnTo>
                  <a:lnTo>
                    <a:pt x="12010" y="2124"/>
                  </a:lnTo>
                  <a:lnTo>
                    <a:pt x="11817" y="1893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696"/>
                  </a:lnTo>
                  <a:lnTo>
                    <a:pt x="11778" y="618"/>
                  </a:lnTo>
                  <a:lnTo>
                    <a:pt x="11856" y="541"/>
                  </a:lnTo>
                  <a:lnTo>
                    <a:pt x="11971" y="503"/>
                  </a:lnTo>
                  <a:close/>
                  <a:moveTo>
                    <a:pt x="16296" y="1584"/>
                  </a:moveTo>
                  <a:lnTo>
                    <a:pt x="16412" y="1661"/>
                  </a:lnTo>
                  <a:lnTo>
                    <a:pt x="16489" y="1700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18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35"/>
                  </a:lnTo>
                  <a:lnTo>
                    <a:pt x="15949" y="3167"/>
                  </a:lnTo>
                  <a:lnTo>
                    <a:pt x="15563" y="3360"/>
                  </a:lnTo>
                  <a:lnTo>
                    <a:pt x="15138" y="3515"/>
                  </a:lnTo>
                  <a:lnTo>
                    <a:pt x="14713" y="3630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1" y="3322"/>
                  </a:lnTo>
                  <a:lnTo>
                    <a:pt x="14636" y="2974"/>
                  </a:lnTo>
                  <a:lnTo>
                    <a:pt x="14829" y="2588"/>
                  </a:lnTo>
                  <a:lnTo>
                    <a:pt x="15099" y="2279"/>
                  </a:lnTo>
                  <a:lnTo>
                    <a:pt x="15408" y="1931"/>
                  </a:lnTo>
                  <a:lnTo>
                    <a:pt x="15640" y="1777"/>
                  </a:lnTo>
                  <a:lnTo>
                    <a:pt x="15872" y="1661"/>
                  </a:lnTo>
                  <a:lnTo>
                    <a:pt x="16103" y="1584"/>
                  </a:lnTo>
                  <a:close/>
                  <a:moveTo>
                    <a:pt x="13864" y="4287"/>
                  </a:moveTo>
                  <a:lnTo>
                    <a:pt x="13671" y="4519"/>
                  </a:lnTo>
                  <a:lnTo>
                    <a:pt x="13477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09"/>
                  </a:lnTo>
                  <a:lnTo>
                    <a:pt x="11083" y="5870"/>
                  </a:lnTo>
                  <a:lnTo>
                    <a:pt x="10968" y="5793"/>
                  </a:lnTo>
                  <a:lnTo>
                    <a:pt x="10929" y="5677"/>
                  </a:lnTo>
                  <a:lnTo>
                    <a:pt x="10890" y="5600"/>
                  </a:lnTo>
                  <a:lnTo>
                    <a:pt x="10890" y="5445"/>
                  </a:lnTo>
                  <a:lnTo>
                    <a:pt x="11006" y="5252"/>
                  </a:lnTo>
                  <a:lnTo>
                    <a:pt x="11122" y="5098"/>
                  </a:lnTo>
                  <a:lnTo>
                    <a:pt x="11276" y="4943"/>
                  </a:lnTo>
                  <a:lnTo>
                    <a:pt x="11547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8" y="4441"/>
                  </a:lnTo>
                  <a:lnTo>
                    <a:pt x="13246" y="4403"/>
                  </a:lnTo>
                  <a:lnTo>
                    <a:pt x="13555" y="4325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57"/>
                  </a:lnTo>
                  <a:lnTo>
                    <a:pt x="15408" y="4750"/>
                  </a:lnTo>
                  <a:lnTo>
                    <a:pt x="15717" y="4943"/>
                  </a:lnTo>
                  <a:lnTo>
                    <a:pt x="15910" y="5136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83" y="5986"/>
                  </a:lnTo>
                  <a:lnTo>
                    <a:pt x="16876" y="6333"/>
                  </a:lnTo>
                  <a:lnTo>
                    <a:pt x="16991" y="6642"/>
                  </a:lnTo>
                  <a:lnTo>
                    <a:pt x="16991" y="6797"/>
                  </a:lnTo>
                  <a:lnTo>
                    <a:pt x="16991" y="6951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528" y="7337"/>
                  </a:lnTo>
                  <a:lnTo>
                    <a:pt x="16374" y="7299"/>
                  </a:lnTo>
                  <a:lnTo>
                    <a:pt x="16142" y="7183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408" y="6565"/>
                  </a:lnTo>
                  <a:lnTo>
                    <a:pt x="15061" y="6140"/>
                  </a:lnTo>
                  <a:lnTo>
                    <a:pt x="14829" y="5677"/>
                  </a:lnTo>
                  <a:lnTo>
                    <a:pt x="14636" y="5214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70" y="116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45" y="580"/>
                  </a:lnTo>
                  <a:lnTo>
                    <a:pt x="10968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29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1" y="2704"/>
                  </a:lnTo>
                  <a:lnTo>
                    <a:pt x="12396" y="3090"/>
                  </a:lnTo>
                  <a:lnTo>
                    <a:pt x="12898" y="3399"/>
                  </a:lnTo>
                  <a:lnTo>
                    <a:pt x="12049" y="3283"/>
                  </a:lnTo>
                  <a:lnTo>
                    <a:pt x="11199" y="3244"/>
                  </a:lnTo>
                  <a:lnTo>
                    <a:pt x="10427" y="3322"/>
                  </a:lnTo>
                  <a:lnTo>
                    <a:pt x="9616" y="3476"/>
                  </a:lnTo>
                  <a:lnTo>
                    <a:pt x="9616" y="3476"/>
                  </a:lnTo>
                  <a:lnTo>
                    <a:pt x="9655" y="2974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584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51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48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14"/>
                  </a:lnTo>
                  <a:lnTo>
                    <a:pt x="5407" y="5523"/>
                  </a:lnTo>
                  <a:lnTo>
                    <a:pt x="4596" y="6179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18"/>
                  </a:lnTo>
                  <a:lnTo>
                    <a:pt x="541" y="10967"/>
                  </a:lnTo>
                  <a:lnTo>
                    <a:pt x="1" y="11778"/>
                  </a:lnTo>
                  <a:lnTo>
                    <a:pt x="348" y="12048"/>
                  </a:lnTo>
                  <a:lnTo>
                    <a:pt x="1545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40"/>
                  </a:lnTo>
                  <a:lnTo>
                    <a:pt x="6256" y="5561"/>
                  </a:lnTo>
                  <a:lnTo>
                    <a:pt x="7106" y="5059"/>
                  </a:lnTo>
                  <a:lnTo>
                    <a:pt x="8033" y="4596"/>
                  </a:lnTo>
                  <a:lnTo>
                    <a:pt x="8458" y="4403"/>
                  </a:lnTo>
                  <a:lnTo>
                    <a:pt x="8960" y="4248"/>
                  </a:lnTo>
                  <a:lnTo>
                    <a:pt x="9423" y="4094"/>
                  </a:lnTo>
                  <a:lnTo>
                    <a:pt x="9886" y="3978"/>
                  </a:lnTo>
                  <a:lnTo>
                    <a:pt x="10388" y="3901"/>
                  </a:lnTo>
                  <a:lnTo>
                    <a:pt x="10852" y="3824"/>
                  </a:lnTo>
                  <a:lnTo>
                    <a:pt x="12358" y="3824"/>
                  </a:lnTo>
                  <a:lnTo>
                    <a:pt x="12860" y="3901"/>
                  </a:lnTo>
                  <a:lnTo>
                    <a:pt x="12358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19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6" y="5252"/>
                  </a:lnTo>
                  <a:lnTo>
                    <a:pt x="10388" y="5484"/>
                  </a:lnTo>
                  <a:lnTo>
                    <a:pt x="10388" y="5716"/>
                  </a:lnTo>
                  <a:lnTo>
                    <a:pt x="10466" y="5947"/>
                  </a:lnTo>
                  <a:lnTo>
                    <a:pt x="10581" y="6140"/>
                  </a:lnTo>
                  <a:lnTo>
                    <a:pt x="10659" y="6256"/>
                  </a:lnTo>
                  <a:lnTo>
                    <a:pt x="10774" y="6333"/>
                  </a:lnTo>
                  <a:lnTo>
                    <a:pt x="11006" y="6411"/>
                  </a:lnTo>
                  <a:lnTo>
                    <a:pt x="11276" y="6449"/>
                  </a:lnTo>
                  <a:lnTo>
                    <a:pt x="11585" y="6411"/>
                  </a:lnTo>
                  <a:lnTo>
                    <a:pt x="11894" y="6333"/>
                  </a:lnTo>
                  <a:lnTo>
                    <a:pt x="12165" y="6256"/>
                  </a:lnTo>
                  <a:lnTo>
                    <a:pt x="12628" y="6025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677"/>
                  </a:lnTo>
                  <a:lnTo>
                    <a:pt x="14057" y="4866"/>
                  </a:lnTo>
                  <a:lnTo>
                    <a:pt x="14211" y="5368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3" y="6835"/>
                  </a:lnTo>
                  <a:lnTo>
                    <a:pt x="15177" y="7067"/>
                  </a:lnTo>
                  <a:lnTo>
                    <a:pt x="15408" y="7260"/>
                  </a:lnTo>
                  <a:lnTo>
                    <a:pt x="15679" y="7492"/>
                  </a:lnTo>
                  <a:lnTo>
                    <a:pt x="15987" y="7646"/>
                  </a:lnTo>
                  <a:lnTo>
                    <a:pt x="16296" y="7801"/>
                  </a:lnTo>
                  <a:lnTo>
                    <a:pt x="16605" y="7839"/>
                  </a:lnTo>
                  <a:lnTo>
                    <a:pt x="16876" y="7839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08"/>
                  </a:lnTo>
                  <a:lnTo>
                    <a:pt x="17378" y="7492"/>
                  </a:lnTo>
                  <a:lnTo>
                    <a:pt x="17455" y="7376"/>
                  </a:lnTo>
                  <a:lnTo>
                    <a:pt x="17455" y="7222"/>
                  </a:lnTo>
                  <a:lnTo>
                    <a:pt x="17493" y="6913"/>
                  </a:lnTo>
                  <a:lnTo>
                    <a:pt x="17416" y="6604"/>
                  </a:lnTo>
                  <a:lnTo>
                    <a:pt x="17339" y="6256"/>
                  </a:lnTo>
                  <a:lnTo>
                    <a:pt x="17185" y="5947"/>
                  </a:lnTo>
                  <a:lnTo>
                    <a:pt x="17030" y="5677"/>
                  </a:lnTo>
                  <a:lnTo>
                    <a:pt x="16914" y="5484"/>
                  </a:lnTo>
                  <a:lnTo>
                    <a:pt x="16721" y="5214"/>
                  </a:lnTo>
                  <a:lnTo>
                    <a:pt x="16489" y="4982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08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26"/>
                  </a:lnTo>
                  <a:lnTo>
                    <a:pt x="17107" y="2395"/>
                  </a:lnTo>
                  <a:lnTo>
                    <a:pt x="17146" y="2163"/>
                  </a:lnTo>
                  <a:lnTo>
                    <a:pt x="17146" y="1931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20"/>
                  </a:lnTo>
                  <a:lnTo>
                    <a:pt x="15910" y="1159"/>
                  </a:lnTo>
                  <a:lnTo>
                    <a:pt x="15679" y="1236"/>
                  </a:lnTo>
                  <a:lnTo>
                    <a:pt x="15485" y="1314"/>
                  </a:lnTo>
                  <a:lnTo>
                    <a:pt x="15292" y="1429"/>
                  </a:lnTo>
                  <a:lnTo>
                    <a:pt x="14906" y="1777"/>
                  </a:lnTo>
                  <a:lnTo>
                    <a:pt x="14597" y="2124"/>
                  </a:lnTo>
                  <a:lnTo>
                    <a:pt x="14327" y="2549"/>
                  </a:lnTo>
                  <a:lnTo>
                    <a:pt x="14095" y="3013"/>
                  </a:lnTo>
                  <a:lnTo>
                    <a:pt x="13979" y="2433"/>
                  </a:lnTo>
                  <a:lnTo>
                    <a:pt x="13748" y="1854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25"/>
                  </a:lnTo>
                  <a:lnTo>
                    <a:pt x="12589" y="271"/>
                  </a:lnTo>
                  <a:lnTo>
                    <a:pt x="12358" y="116"/>
                  </a:lnTo>
                  <a:lnTo>
                    <a:pt x="121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3" name="Google Shape;3433;p15"/>
            <p:cNvSpPr/>
            <p:nvPr/>
          </p:nvSpPr>
          <p:spPr>
            <a:xfrm>
              <a:off x="2084875" y="3742225"/>
              <a:ext cx="66625" cy="99475"/>
            </a:xfrm>
            <a:custGeom>
              <a:avLst/>
              <a:gdLst/>
              <a:ahLst/>
              <a:cxnLst/>
              <a:rect l="l" t="t" r="r" b="b"/>
              <a:pathLst>
                <a:path w="2665" h="3979" extrusionOk="0">
                  <a:moveTo>
                    <a:pt x="850" y="1"/>
                  </a:moveTo>
                  <a:lnTo>
                    <a:pt x="502" y="155"/>
                  </a:lnTo>
                  <a:lnTo>
                    <a:pt x="618" y="233"/>
                  </a:lnTo>
                  <a:lnTo>
                    <a:pt x="464" y="619"/>
                  </a:lnTo>
                  <a:lnTo>
                    <a:pt x="271" y="1082"/>
                  </a:lnTo>
                  <a:lnTo>
                    <a:pt x="116" y="1623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74"/>
                  </a:lnTo>
                  <a:lnTo>
                    <a:pt x="77" y="3206"/>
                  </a:lnTo>
                  <a:lnTo>
                    <a:pt x="155" y="3399"/>
                  </a:lnTo>
                  <a:lnTo>
                    <a:pt x="309" y="3592"/>
                  </a:lnTo>
                  <a:lnTo>
                    <a:pt x="464" y="3747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78"/>
                  </a:lnTo>
                  <a:lnTo>
                    <a:pt x="1313" y="3940"/>
                  </a:lnTo>
                  <a:lnTo>
                    <a:pt x="1506" y="3824"/>
                  </a:lnTo>
                  <a:lnTo>
                    <a:pt x="1661" y="3708"/>
                  </a:lnTo>
                  <a:lnTo>
                    <a:pt x="1815" y="3515"/>
                  </a:lnTo>
                  <a:lnTo>
                    <a:pt x="1970" y="3322"/>
                  </a:lnTo>
                  <a:lnTo>
                    <a:pt x="2085" y="3090"/>
                  </a:lnTo>
                  <a:lnTo>
                    <a:pt x="2317" y="2550"/>
                  </a:lnTo>
                  <a:lnTo>
                    <a:pt x="2510" y="2009"/>
                  </a:lnTo>
                  <a:lnTo>
                    <a:pt x="2626" y="1507"/>
                  </a:lnTo>
                  <a:lnTo>
                    <a:pt x="2665" y="1082"/>
                  </a:lnTo>
                  <a:lnTo>
                    <a:pt x="2394" y="1044"/>
                  </a:lnTo>
                  <a:lnTo>
                    <a:pt x="2008" y="2048"/>
                  </a:lnTo>
                  <a:lnTo>
                    <a:pt x="1738" y="2704"/>
                  </a:lnTo>
                  <a:lnTo>
                    <a:pt x="1545" y="3052"/>
                  </a:lnTo>
                  <a:lnTo>
                    <a:pt x="1468" y="3206"/>
                  </a:lnTo>
                  <a:lnTo>
                    <a:pt x="1313" y="3322"/>
                  </a:lnTo>
                  <a:lnTo>
                    <a:pt x="1159" y="3322"/>
                  </a:lnTo>
                  <a:lnTo>
                    <a:pt x="966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936"/>
                  </a:lnTo>
                  <a:lnTo>
                    <a:pt x="541" y="2704"/>
                  </a:lnTo>
                  <a:lnTo>
                    <a:pt x="541" y="2395"/>
                  </a:lnTo>
                  <a:lnTo>
                    <a:pt x="579" y="2086"/>
                  </a:lnTo>
                  <a:lnTo>
                    <a:pt x="618" y="1623"/>
                  </a:lnTo>
                  <a:lnTo>
                    <a:pt x="734" y="1198"/>
                  </a:lnTo>
                  <a:lnTo>
                    <a:pt x="888" y="773"/>
                  </a:lnTo>
                  <a:lnTo>
                    <a:pt x="1043" y="348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6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4" name="Google Shape;3434;p15"/>
            <p:cNvSpPr/>
            <p:nvPr/>
          </p:nvSpPr>
          <p:spPr>
            <a:xfrm>
              <a:off x="3315725" y="3754775"/>
              <a:ext cx="374575" cy="387150"/>
            </a:xfrm>
            <a:custGeom>
              <a:avLst/>
              <a:gdLst/>
              <a:ahLst/>
              <a:cxnLst/>
              <a:rect l="l" t="t" r="r" b="b"/>
              <a:pathLst>
                <a:path w="14983" h="15486" extrusionOk="0">
                  <a:moveTo>
                    <a:pt x="7453" y="503"/>
                  </a:moveTo>
                  <a:lnTo>
                    <a:pt x="8032" y="542"/>
                  </a:lnTo>
                  <a:lnTo>
                    <a:pt x="8611" y="580"/>
                  </a:lnTo>
                  <a:lnTo>
                    <a:pt x="9152" y="696"/>
                  </a:lnTo>
                  <a:lnTo>
                    <a:pt x="9693" y="850"/>
                  </a:lnTo>
                  <a:lnTo>
                    <a:pt x="10195" y="1044"/>
                  </a:lnTo>
                  <a:lnTo>
                    <a:pt x="10697" y="1275"/>
                  </a:lnTo>
                  <a:lnTo>
                    <a:pt x="11160" y="1546"/>
                  </a:lnTo>
                  <a:lnTo>
                    <a:pt x="11623" y="1816"/>
                  </a:lnTo>
                  <a:lnTo>
                    <a:pt x="10812" y="2202"/>
                  </a:lnTo>
                  <a:lnTo>
                    <a:pt x="10040" y="2627"/>
                  </a:lnTo>
                  <a:lnTo>
                    <a:pt x="9306" y="3090"/>
                  </a:lnTo>
                  <a:lnTo>
                    <a:pt x="8611" y="3631"/>
                  </a:lnTo>
                  <a:lnTo>
                    <a:pt x="7955" y="4171"/>
                  </a:lnTo>
                  <a:lnTo>
                    <a:pt x="7298" y="4789"/>
                  </a:lnTo>
                  <a:lnTo>
                    <a:pt x="6719" y="5446"/>
                  </a:lnTo>
                  <a:lnTo>
                    <a:pt x="6140" y="6141"/>
                  </a:lnTo>
                  <a:lnTo>
                    <a:pt x="5638" y="6874"/>
                  </a:lnTo>
                  <a:lnTo>
                    <a:pt x="5213" y="7647"/>
                  </a:lnTo>
                  <a:lnTo>
                    <a:pt x="4788" y="8419"/>
                  </a:lnTo>
                  <a:lnTo>
                    <a:pt x="4480" y="9230"/>
                  </a:lnTo>
                  <a:lnTo>
                    <a:pt x="4171" y="10041"/>
                  </a:lnTo>
                  <a:lnTo>
                    <a:pt x="3978" y="10890"/>
                  </a:lnTo>
                  <a:lnTo>
                    <a:pt x="3823" y="11778"/>
                  </a:lnTo>
                  <a:lnTo>
                    <a:pt x="3746" y="12667"/>
                  </a:lnTo>
                  <a:lnTo>
                    <a:pt x="3553" y="12667"/>
                  </a:lnTo>
                  <a:lnTo>
                    <a:pt x="3282" y="11856"/>
                  </a:lnTo>
                  <a:lnTo>
                    <a:pt x="3051" y="11045"/>
                  </a:lnTo>
                  <a:lnTo>
                    <a:pt x="2858" y="10195"/>
                  </a:lnTo>
                  <a:lnTo>
                    <a:pt x="2703" y="9346"/>
                  </a:lnTo>
                  <a:lnTo>
                    <a:pt x="2587" y="8535"/>
                  </a:lnTo>
                  <a:lnTo>
                    <a:pt x="2549" y="7685"/>
                  </a:lnTo>
                  <a:lnTo>
                    <a:pt x="2587" y="6797"/>
                  </a:lnTo>
                  <a:lnTo>
                    <a:pt x="2703" y="5948"/>
                  </a:lnTo>
                  <a:lnTo>
                    <a:pt x="2858" y="5214"/>
                  </a:lnTo>
                  <a:lnTo>
                    <a:pt x="3051" y="4519"/>
                  </a:lnTo>
                  <a:lnTo>
                    <a:pt x="3321" y="3824"/>
                  </a:lnTo>
                  <a:lnTo>
                    <a:pt x="3669" y="3206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30"/>
                  </a:lnTo>
                  <a:lnTo>
                    <a:pt x="5406" y="889"/>
                  </a:lnTo>
                  <a:lnTo>
                    <a:pt x="5908" y="735"/>
                  </a:lnTo>
                  <a:lnTo>
                    <a:pt x="6410" y="619"/>
                  </a:lnTo>
                  <a:lnTo>
                    <a:pt x="6951" y="542"/>
                  </a:lnTo>
                  <a:lnTo>
                    <a:pt x="7453" y="503"/>
                  </a:lnTo>
                  <a:close/>
                  <a:moveTo>
                    <a:pt x="11932" y="2086"/>
                  </a:moveTo>
                  <a:lnTo>
                    <a:pt x="12357" y="2434"/>
                  </a:lnTo>
                  <a:lnTo>
                    <a:pt x="12704" y="2820"/>
                  </a:lnTo>
                  <a:lnTo>
                    <a:pt x="13013" y="3206"/>
                  </a:lnTo>
                  <a:lnTo>
                    <a:pt x="13322" y="3669"/>
                  </a:lnTo>
                  <a:lnTo>
                    <a:pt x="13593" y="4094"/>
                  </a:lnTo>
                  <a:lnTo>
                    <a:pt x="13863" y="4596"/>
                  </a:lnTo>
                  <a:lnTo>
                    <a:pt x="14056" y="5098"/>
                  </a:lnTo>
                  <a:lnTo>
                    <a:pt x="14210" y="5600"/>
                  </a:lnTo>
                  <a:lnTo>
                    <a:pt x="14326" y="6102"/>
                  </a:lnTo>
                  <a:lnTo>
                    <a:pt x="14442" y="6643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64" y="6952"/>
                  </a:lnTo>
                  <a:lnTo>
                    <a:pt x="11392" y="7145"/>
                  </a:lnTo>
                  <a:lnTo>
                    <a:pt x="10658" y="7415"/>
                  </a:lnTo>
                  <a:lnTo>
                    <a:pt x="9924" y="7724"/>
                  </a:lnTo>
                  <a:lnTo>
                    <a:pt x="9229" y="8033"/>
                  </a:lnTo>
                  <a:lnTo>
                    <a:pt x="8534" y="8419"/>
                  </a:lnTo>
                  <a:lnTo>
                    <a:pt x="7878" y="8844"/>
                  </a:lnTo>
                  <a:lnTo>
                    <a:pt x="7260" y="9307"/>
                  </a:lnTo>
                  <a:lnTo>
                    <a:pt x="6642" y="9809"/>
                  </a:lnTo>
                  <a:lnTo>
                    <a:pt x="6101" y="10350"/>
                  </a:lnTo>
                  <a:lnTo>
                    <a:pt x="5561" y="10890"/>
                  </a:lnTo>
                  <a:lnTo>
                    <a:pt x="5097" y="11508"/>
                  </a:lnTo>
                  <a:lnTo>
                    <a:pt x="4634" y="12126"/>
                  </a:lnTo>
                  <a:lnTo>
                    <a:pt x="4248" y="12821"/>
                  </a:lnTo>
                  <a:lnTo>
                    <a:pt x="4132" y="12744"/>
                  </a:lnTo>
                  <a:lnTo>
                    <a:pt x="3978" y="12667"/>
                  </a:lnTo>
                  <a:lnTo>
                    <a:pt x="4093" y="11817"/>
                  </a:lnTo>
                  <a:lnTo>
                    <a:pt x="4325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3" y="8496"/>
                  </a:lnTo>
                  <a:lnTo>
                    <a:pt x="5599" y="7724"/>
                  </a:lnTo>
                  <a:lnTo>
                    <a:pt x="6024" y="6990"/>
                  </a:lnTo>
                  <a:lnTo>
                    <a:pt x="6526" y="6295"/>
                  </a:lnTo>
                  <a:lnTo>
                    <a:pt x="7067" y="5600"/>
                  </a:lnTo>
                  <a:lnTo>
                    <a:pt x="7607" y="4982"/>
                  </a:lnTo>
                  <a:lnTo>
                    <a:pt x="8225" y="4403"/>
                  </a:lnTo>
                  <a:lnTo>
                    <a:pt x="8920" y="3824"/>
                  </a:lnTo>
                  <a:lnTo>
                    <a:pt x="9615" y="3322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32" y="2086"/>
                  </a:lnTo>
                  <a:close/>
                  <a:moveTo>
                    <a:pt x="14481" y="6990"/>
                  </a:moveTo>
                  <a:lnTo>
                    <a:pt x="14481" y="7840"/>
                  </a:lnTo>
                  <a:lnTo>
                    <a:pt x="14442" y="8689"/>
                  </a:lnTo>
                  <a:lnTo>
                    <a:pt x="14288" y="9539"/>
                  </a:lnTo>
                  <a:lnTo>
                    <a:pt x="14172" y="9964"/>
                  </a:lnTo>
                  <a:lnTo>
                    <a:pt x="14056" y="10350"/>
                  </a:lnTo>
                  <a:lnTo>
                    <a:pt x="13902" y="10774"/>
                  </a:lnTo>
                  <a:lnTo>
                    <a:pt x="13708" y="11161"/>
                  </a:lnTo>
                  <a:lnTo>
                    <a:pt x="13515" y="11547"/>
                  </a:lnTo>
                  <a:lnTo>
                    <a:pt x="13284" y="11894"/>
                  </a:lnTo>
                  <a:lnTo>
                    <a:pt x="13052" y="12242"/>
                  </a:lnTo>
                  <a:lnTo>
                    <a:pt x="12782" y="12589"/>
                  </a:lnTo>
                  <a:lnTo>
                    <a:pt x="12511" y="12898"/>
                  </a:lnTo>
                  <a:lnTo>
                    <a:pt x="12202" y="13207"/>
                  </a:lnTo>
                  <a:lnTo>
                    <a:pt x="11971" y="13053"/>
                  </a:lnTo>
                  <a:lnTo>
                    <a:pt x="11701" y="12937"/>
                  </a:lnTo>
                  <a:lnTo>
                    <a:pt x="11121" y="12782"/>
                  </a:lnTo>
                  <a:lnTo>
                    <a:pt x="10542" y="12628"/>
                  </a:lnTo>
                  <a:lnTo>
                    <a:pt x="10001" y="12551"/>
                  </a:lnTo>
                  <a:lnTo>
                    <a:pt x="9422" y="12512"/>
                  </a:lnTo>
                  <a:lnTo>
                    <a:pt x="8843" y="12474"/>
                  </a:lnTo>
                  <a:lnTo>
                    <a:pt x="8302" y="12474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681" y="12667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62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40"/>
                  </a:lnTo>
                  <a:lnTo>
                    <a:pt x="5870" y="11161"/>
                  </a:lnTo>
                  <a:lnTo>
                    <a:pt x="6410" y="10620"/>
                  </a:lnTo>
                  <a:lnTo>
                    <a:pt x="6989" y="10118"/>
                  </a:lnTo>
                  <a:lnTo>
                    <a:pt x="7530" y="9655"/>
                  </a:lnTo>
                  <a:lnTo>
                    <a:pt x="8148" y="9230"/>
                  </a:lnTo>
                  <a:lnTo>
                    <a:pt x="8766" y="8805"/>
                  </a:lnTo>
                  <a:lnTo>
                    <a:pt x="9422" y="8458"/>
                  </a:lnTo>
                  <a:lnTo>
                    <a:pt x="10079" y="8110"/>
                  </a:lnTo>
                  <a:lnTo>
                    <a:pt x="10735" y="7840"/>
                  </a:lnTo>
                  <a:lnTo>
                    <a:pt x="11469" y="7569"/>
                  </a:lnTo>
                  <a:lnTo>
                    <a:pt x="12164" y="7376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7"/>
                  </a:moveTo>
                  <a:lnTo>
                    <a:pt x="4055" y="1854"/>
                  </a:lnTo>
                  <a:lnTo>
                    <a:pt x="3630" y="2472"/>
                  </a:lnTo>
                  <a:lnTo>
                    <a:pt x="3244" y="3129"/>
                  </a:lnTo>
                  <a:lnTo>
                    <a:pt x="2935" y="3824"/>
                  </a:lnTo>
                  <a:lnTo>
                    <a:pt x="2665" y="4519"/>
                  </a:lnTo>
                  <a:lnTo>
                    <a:pt x="2472" y="5291"/>
                  </a:lnTo>
                  <a:lnTo>
                    <a:pt x="2317" y="6025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2"/>
                  </a:lnTo>
                  <a:lnTo>
                    <a:pt x="2278" y="9114"/>
                  </a:lnTo>
                  <a:lnTo>
                    <a:pt x="2394" y="9886"/>
                  </a:lnTo>
                  <a:lnTo>
                    <a:pt x="2549" y="10620"/>
                  </a:lnTo>
                  <a:lnTo>
                    <a:pt x="2742" y="11354"/>
                  </a:lnTo>
                  <a:lnTo>
                    <a:pt x="3012" y="12087"/>
                  </a:lnTo>
                  <a:lnTo>
                    <a:pt x="3321" y="12744"/>
                  </a:lnTo>
                  <a:lnTo>
                    <a:pt x="3128" y="12898"/>
                  </a:lnTo>
                  <a:lnTo>
                    <a:pt x="2935" y="13053"/>
                  </a:lnTo>
                  <a:lnTo>
                    <a:pt x="2819" y="13246"/>
                  </a:lnTo>
                  <a:lnTo>
                    <a:pt x="2742" y="13439"/>
                  </a:lnTo>
                  <a:lnTo>
                    <a:pt x="2394" y="13014"/>
                  </a:lnTo>
                  <a:lnTo>
                    <a:pt x="2085" y="12551"/>
                  </a:lnTo>
                  <a:lnTo>
                    <a:pt x="1776" y="12087"/>
                  </a:lnTo>
                  <a:lnTo>
                    <a:pt x="1506" y="11624"/>
                  </a:lnTo>
                  <a:lnTo>
                    <a:pt x="1274" y="11122"/>
                  </a:lnTo>
                  <a:lnTo>
                    <a:pt x="1081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114"/>
                  </a:lnTo>
                  <a:lnTo>
                    <a:pt x="541" y="8573"/>
                  </a:lnTo>
                  <a:lnTo>
                    <a:pt x="502" y="8033"/>
                  </a:lnTo>
                  <a:lnTo>
                    <a:pt x="502" y="7492"/>
                  </a:lnTo>
                  <a:lnTo>
                    <a:pt x="541" y="6952"/>
                  </a:lnTo>
                  <a:lnTo>
                    <a:pt x="618" y="6411"/>
                  </a:lnTo>
                  <a:lnTo>
                    <a:pt x="772" y="5870"/>
                  </a:lnTo>
                  <a:lnTo>
                    <a:pt x="927" y="5330"/>
                  </a:lnTo>
                  <a:lnTo>
                    <a:pt x="1197" y="4673"/>
                  </a:lnTo>
                  <a:lnTo>
                    <a:pt x="1545" y="4055"/>
                  </a:lnTo>
                  <a:lnTo>
                    <a:pt x="1931" y="3476"/>
                  </a:lnTo>
                  <a:lnTo>
                    <a:pt x="2356" y="2936"/>
                  </a:lnTo>
                  <a:lnTo>
                    <a:pt x="2819" y="2434"/>
                  </a:lnTo>
                  <a:lnTo>
                    <a:pt x="3360" y="2009"/>
                  </a:lnTo>
                  <a:lnTo>
                    <a:pt x="3939" y="1584"/>
                  </a:lnTo>
                  <a:lnTo>
                    <a:pt x="4518" y="1237"/>
                  </a:lnTo>
                  <a:close/>
                  <a:moveTo>
                    <a:pt x="3862" y="12976"/>
                  </a:moveTo>
                  <a:lnTo>
                    <a:pt x="4016" y="13053"/>
                  </a:lnTo>
                  <a:lnTo>
                    <a:pt x="4171" y="13169"/>
                  </a:lnTo>
                  <a:lnTo>
                    <a:pt x="4286" y="13284"/>
                  </a:lnTo>
                  <a:lnTo>
                    <a:pt x="4325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286" y="13941"/>
                  </a:lnTo>
                  <a:lnTo>
                    <a:pt x="4209" y="14095"/>
                  </a:lnTo>
                  <a:lnTo>
                    <a:pt x="3784" y="13825"/>
                  </a:lnTo>
                  <a:lnTo>
                    <a:pt x="3360" y="13477"/>
                  </a:lnTo>
                  <a:lnTo>
                    <a:pt x="3244" y="13439"/>
                  </a:lnTo>
                  <a:lnTo>
                    <a:pt x="3167" y="13439"/>
                  </a:lnTo>
                  <a:lnTo>
                    <a:pt x="3051" y="13477"/>
                  </a:lnTo>
                  <a:lnTo>
                    <a:pt x="2974" y="13516"/>
                  </a:lnTo>
                  <a:lnTo>
                    <a:pt x="3051" y="13362"/>
                  </a:lnTo>
                  <a:lnTo>
                    <a:pt x="3167" y="13207"/>
                  </a:lnTo>
                  <a:lnTo>
                    <a:pt x="3321" y="13130"/>
                  </a:lnTo>
                  <a:lnTo>
                    <a:pt x="3476" y="13014"/>
                  </a:lnTo>
                  <a:lnTo>
                    <a:pt x="3669" y="12976"/>
                  </a:lnTo>
                  <a:close/>
                  <a:moveTo>
                    <a:pt x="9152" y="12860"/>
                  </a:moveTo>
                  <a:lnTo>
                    <a:pt x="9615" y="12898"/>
                  </a:lnTo>
                  <a:lnTo>
                    <a:pt x="10117" y="12976"/>
                  </a:lnTo>
                  <a:lnTo>
                    <a:pt x="10503" y="13014"/>
                  </a:lnTo>
                  <a:lnTo>
                    <a:pt x="11005" y="13130"/>
                  </a:lnTo>
                  <a:lnTo>
                    <a:pt x="11507" y="13246"/>
                  </a:lnTo>
                  <a:lnTo>
                    <a:pt x="11701" y="13362"/>
                  </a:lnTo>
                  <a:lnTo>
                    <a:pt x="11894" y="13477"/>
                  </a:lnTo>
                  <a:lnTo>
                    <a:pt x="11507" y="13786"/>
                  </a:lnTo>
                  <a:lnTo>
                    <a:pt x="11083" y="14018"/>
                  </a:lnTo>
                  <a:lnTo>
                    <a:pt x="10658" y="14250"/>
                  </a:lnTo>
                  <a:lnTo>
                    <a:pt x="10233" y="14443"/>
                  </a:lnTo>
                  <a:lnTo>
                    <a:pt x="9770" y="14636"/>
                  </a:lnTo>
                  <a:lnTo>
                    <a:pt x="9306" y="14752"/>
                  </a:lnTo>
                  <a:lnTo>
                    <a:pt x="8843" y="14868"/>
                  </a:lnTo>
                  <a:lnTo>
                    <a:pt x="8341" y="14945"/>
                  </a:lnTo>
                  <a:lnTo>
                    <a:pt x="7878" y="14983"/>
                  </a:lnTo>
                  <a:lnTo>
                    <a:pt x="7376" y="14983"/>
                  </a:lnTo>
                  <a:lnTo>
                    <a:pt x="6912" y="14945"/>
                  </a:lnTo>
                  <a:lnTo>
                    <a:pt x="6410" y="14868"/>
                  </a:lnTo>
                  <a:lnTo>
                    <a:pt x="5947" y="14790"/>
                  </a:lnTo>
                  <a:lnTo>
                    <a:pt x="5484" y="14636"/>
                  </a:lnTo>
                  <a:lnTo>
                    <a:pt x="5020" y="14481"/>
                  </a:lnTo>
                  <a:lnTo>
                    <a:pt x="4595" y="14288"/>
                  </a:lnTo>
                  <a:lnTo>
                    <a:pt x="4711" y="14018"/>
                  </a:lnTo>
                  <a:lnTo>
                    <a:pt x="4711" y="13748"/>
                  </a:lnTo>
                  <a:lnTo>
                    <a:pt x="4711" y="13593"/>
                  </a:lnTo>
                  <a:lnTo>
                    <a:pt x="5561" y="13323"/>
                  </a:lnTo>
                  <a:lnTo>
                    <a:pt x="6410" y="13091"/>
                  </a:lnTo>
                  <a:lnTo>
                    <a:pt x="7298" y="12937"/>
                  </a:lnTo>
                  <a:lnTo>
                    <a:pt x="8187" y="12860"/>
                  </a:lnTo>
                  <a:close/>
                  <a:moveTo>
                    <a:pt x="7569" y="1"/>
                  </a:moveTo>
                  <a:lnTo>
                    <a:pt x="6989" y="40"/>
                  </a:lnTo>
                  <a:lnTo>
                    <a:pt x="6449" y="117"/>
                  </a:lnTo>
                  <a:lnTo>
                    <a:pt x="5870" y="233"/>
                  </a:lnTo>
                  <a:lnTo>
                    <a:pt x="5329" y="387"/>
                  </a:lnTo>
                  <a:lnTo>
                    <a:pt x="4788" y="580"/>
                  </a:lnTo>
                  <a:lnTo>
                    <a:pt x="4248" y="812"/>
                  </a:lnTo>
                  <a:lnTo>
                    <a:pt x="3746" y="1121"/>
                  </a:lnTo>
                  <a:lnTo>
                    <a:pt x="3282" y="1430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2008" y="2588"/>
                  </a:lnTo>
                  <a:lnTo>
                    <a:pt x="1622" y="3013"/>
                  </a:lnTo>
                  <a:lnTo>
                    <a:pt x="1274" y="3515"/>
                  </a:lnTo>
                  <a:lnTo>
                    <a:pt x="966" y="4017"/>
                  </a:lnTo>
                  <a:lnTo>
                    <a:pt x="695" y="4596"/>
                  </a:lnTo>
                  <a:lnTo>
                    <a:pt x="425" y="5253"/>
                  </a:lnTo>
                  <a:lnTo>
                    <a:pt x="232" y="5909"/>
                  </a:lnTo>
                  <a:lnTo>
                    <a:pt x="116" y="6565"/>
                  </a:lnTo>
                  <a:lnTo>
                    <a:pt x="39" y="7222"/>
                  </a:lnTo>
                  <a:lnTo>
                    <a:pt x="0" y="7917"/>
                  </a:lnTo>
                  <a:lnTo>
                    <a:pt x="39" y="8612"/>
                  </a:lnTo>
                  <a:lnTo>
                    <a:pt x="116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5" y="11238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0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4" y="14520"/>
                  </a:lnTo>
                  <a:lnTo>
                    <a:pt x="4093" y="14597"/>
                  </a:lnTo>
                  <a:lnTo>
                    <a:pt x="4518" y="14829"/>
                  </a:lnTo>
                  <a:lnTo>
                    <a:pt x="4982" y="14983"/>
                  </a:lnTo>
                  <a:lnTo>
                    <a:pt x="5406" y="15138"/>
                  </a:lnTo>
                  <a:lnTo>
                    <a:pt x="5870" y="15292"/>
                  </a:lnTo>
                  <a:lnTo>
                    <a:pt x="6333" y="15370"/>
                  </a:lnTo>
                  <a:lnTo>
                    <a:pt x="6796" y="15447"/>
                  </a:lnTo>
                  <a:lnTo>
                    <a:pt x="7260" y="15485"/>
                  </a:lnTo>
                  <a:lnTo>
                    <a:pt x="7762" y="15485"/>
                  </a:lnTo>
                  <a:lnTo>
                    <a:pt x="8225" y="15447"/>
                  </a:lnTo>
                  <a:lnTo>
                    <a:pt x="8689" y="15408"/>
                  </a:lnTo>
                  <a:lnTo>
                    <a:pt x="9152" y="15331"/>
                  </a:lnTo>
                  <a:lnTo>
                    <a:pt x="9615" y="15215"/>
                  </a:lnTo>
                  <a:lnTo>
                    <a:pt x="10079" y="15061"/>
                  </a:lnTo>
                  <a:lnTo>
                    <a:pt x="10542" y="14868"/>
                  </a:lnTo>
                  <a:lnTo>
                    <a:pt x="10967" y="14675"/>
                  </a:lnTo>
                  <a:lnTo>
                    <a:pt x="11392" y="14443"/>
                  </a:lnTo>
                  <a:lnTo>
                    <a:pt x="11855" y="14134"/>
                  </a:lnTo>
                  <a:lnTo>
                    <a:pt x="12318" y="13786"/>
                  </a:lnTo>
                  <a:lnTo>
                    <a:pt x="12743" y="13400"/>
                  </a:lnTo>
                  <a:lnTo>
                    <a:pt x="13129" y="12976"/>
                  </a:lnTo>
                  <a:lnTo>
                    <a:pt x="13477" y="12551"/>
                  </a:lnTo>
                  <a:lnTo>
                    <a:pt x="13786" y="12049"/>
                  </a:lnTo>
                  <a:lnTo>
                    <a:pt x="14056" y="11585"/>
                  </a:lnTo>
                  <a:lnTo>
                    <a:pt x="14288" y="11045"/>
                  </a:lnTo>
                  <a:lnTo>
                    <a:pt x="14519" y="10543"/>
                  </a:lnTo>
                  <a:lnTo>
                    <a:pt x="14674" y="10002"/>
                  </a:lnTo>
                  <a:lnTo>
                    <a:pt x="14828" y="9423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4983" y="7724"/>
                  </a:lnTo>
                  <a:lnTo>
                    <a:pt x="14983" y="7145"/>
                  </a:lnTo>
                  <a:lnTo>
                    <a:pt x="14944" y="6604"/>
                  </a:lnTo>
                  <a:lnTo>
                    <a:pt x="14828" y="5986"/>
                  </a:lnTo>
                  <a:lnTo>
                    <a:pt x="14674" y="5407"/>
                  </a:lnTo>
                  <a:lnTo>
                    <a:pt x="14481" y="4828"/>
                  </a:lnTo>
                  <a:lnTo>
                    <a:pt x="14249" y="4287"/>
                  </a:lnTo>
                  <a:lnTo>
                    <a:pt x="13979" y="3747"/>
                  </a:lnTo>
                  <a:lnTo>
                    <a:pt x="13670" y="3245"/>
                  </a:lnTo>
                  <a:lnTo>
                    <a:pt x="13322" y="2743"/>
                  </a:lnTo>
                  <a:lnTo>
                    <a:pt x="12936" y="2318"/>
                  </a:lnTo>
                  <a:lnTo>
                    <a:pt x="12511" y="1893"/>
                  </a:lnTo>
                  <a:lnTo>
                    <a:pt x="12048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2" y="619"/>
                  </a:lnTo>
                  <a:lnTo>
                    <a:pt x="9963" y="387"/>
                  </a:lnTo>
                  <a:lnTo>
                    <a:pt x="9384" y="233"/>
                  </a:lnTo>
                  <a:lnTo>
                    <a:pt x="8766" y="117"/>
                  </a:lnTo>
                  <a:lnTo>
                    <a:pt x="8187" y="40"/>
                  </a:lnTo>
                  <a:lnTo>
                    <a:pt x="756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5" name="Google Shape;3435;p15"/>
            <p:cNvSpPr/>
            <p:nvPr/>
          </p:nvSpPr>
          <p:spPr>
            <a:xfrm>
              <a:off x="514200" y="3860000"/>
              <a:ext cx="302200" cy="155450"/>
            </a:xfrm>
            <a:custGeom>
              <a:avLst/>
              <a:gdLst/>
              <a:ahLst/>
              <a:cxnLst/>
              <a:rect l="l" t="t" r="r" b="b"/>
              <a:pathLst>
                <a:path w="12088" h="6218" extrusionOk="0">
                  <a:moveTo>
                    <a:pt x="11740" y="1"/>
                  </a:moveTo>
                  <a:lnTo>
                    <a:pt x="11663" y="40"/>
                  </a:lnTo>
                  <a:lnTo>
                    <a:pt x="11585" y="78"/>
                  </a:lnTo>
                  <a:lnTo>
                    <a:pt x="11508" y="117"/>
                  </a:lnTo>
                  <a:lnTo>
                    <a:pt x="11469" y="233"/>
                  </a:lnTo>
                  <a:lnTo>
                    <a:pt x="11469" y="310"/>
                  </a:lnTo>
                  <a:lnTo>
                    <a:pt x="11508" y="426"/>
                  </a:lnTo>
                  <a:lnTo>
                    <a:pt x="11585" y="580"/>
                  </a:lnTo>
                  <a:lnTo>
                    <a:pt x="11624" y="773"/>
                  </a:lnTo>
                  <a:lnTo>
                    <a:pt x="11585" y="966"/>
                  </a:lnTo>
                  <a:lnTo>
                    <a:pt x="11508" y="1121"/>
                  </a:lnTo>
                  <a:lnTo>
                    <a:pt x="11392" y="1275"/>
                  </a:lnTo>
                  <a:lnTo>
                    <a:pt x="11276" y="1430"/>
                  </a:lnTo>
                  <a:lnTo>
                    <a:pt x="10929" y="1739"/>
                  </a:lnTo>
                  <a:lnTo>
                    <a:pt x="10504" y="2009"/>
                  </a:lnTo>
                  <a:lnTo>
                    <a:pt x="10079" y="2241"/>
                  </a:lnTo>
                  <a:lnTo>
                    <a:pt x="9423" y="2588"/>
                  </a:lnTo>
                  <a:lnTo>
                    <a:pt x="9037" y="2781"/>
                  </a:lnTo>
                  <a:lnTo>
                    <a:pt x="9037" y="2704"/>
                  </a:lnTo>
                  <a:lnTo>
                    <a:pt x="8960" y="2627"/>
                  </a:lnTo>
                  <a:lnTo>
                    <a:pt x="8496" y="2202"/>
                  </a:lnTo>
                  <a:lnTo>
                    <a:pt x="8110" y="1700"/>
                  </a:lnTo>
                  <a:lnTo>
                    <a:pt x="7840" y="1893"/>
                  </a:lnTo>
                  <a:lnTo>
                    <a:pt x="7994" y="2202"/>
                  </a:lnTo>
                  <a:lnTo>
                    <a:pt x="8187" y="2511"/>
                  </a:lnTo>
                  <a:lnTo>
                    <a:pt x="8419" y="2781"/>
                  </a:lnTo>
                  <a:lnTo>
                    <a:pt x="8651" y="2974"/>
                  </a:lnTo>
                  <a:lnTo>
                    <a:pt x="7608" y="3515"/>
                  </a:lnTo>
                  <a:lnTo>
                    <a:pt x="6565" y="3978"/>
                  </a:lnTo>
                  <a:lnTo>
                    <a:pt x="5252" y="4519"/>
                  </a:lnTo>
                  <a:lnTo>
                    <a:pt x="3940" y="4982"/>
                  </a:lnTo>
                  <a:lnTo>
                    <a:pt x="3669" y="5059"/>
                  </a:lnTo>
                  <a:lnTo>
                    <a:pt x="3708" y="4712"/>
                  </a:lnTo>
                  <a:lnTo>
                    <a:pt x="3631" y="4364"/>
                  </a:lnTo>
                  <a:lnTo>
                    <a:pt x="3515" y="4055"/>
                  </a:lnTo>
                  <a:lnTo>
                    <a:pt x="3322" y="3708"/>
                  </a:lnTo>
                  <a:lnTo>
                    <a:pt x="3013" y="3901"/>
                  </a:lnTo>
                  <a:lnTo>
                    <a:pt x="3129" y="4171"/>
                  </a:lnTo>
                  <a:lnTo>
                    <a:pt x="3206" y="4442"/>
                  </a:lnTo>
                  <a:lnTo>
                    <a:pt x="3245" y="4866"/>
                  </a:lnTo>
                  <a:lnTo>
                    <a:pt x="3245" y="5253"/>
                  </a:lnTo>
                  <a:lnTo>
                    <a:pt x="2356" y="5523"/>
                  </a:lnTo>
                  <a:lnTo>
                    <a:pt x="1893" y="5639"/>
                  </a:lnTo>
                  <a:lnTo>
                    <a:pt x="1430" y="5677"/>
                  </a:lnTo>
                  <a:lnTo>
                    <a:pt x="1043" y="5716"/>
                  </a:lnTo>
                  <a:lnTo>
                    <a:pt x="850" y="5716"/>
                  </a:lnTo>
                  <a:lnTo>
                    <a:pt x="696" y="5677"/>
                  </a:lnTo>
                  <a:lnTo>
                    <a:pt x="580" y="5600"/>
                  </a:lnTo>
                  <a:lnTo>
                    <a:pt x="464" y="5523"/>
                  </a:lnTo>
                  <a:lnTo>
                    <a:pt x="387" y="5407"/>
                  </a:lnTo>
                  <a:lnTo>
                    <a:pt x="348" y="5291"/>
                  </a:lnTo>
                  <a:lnTo>
                    <a:pt x="310" y="5214"/>
                  </a:lnTo>
                  <a:lnTo>
                    <a:pt x="271" y="5175"/>
                  </a:lnTo>
                  <a:lnTo>
                    <a:pt x="155" y="5137"/>
                  </a:lnTo>
                  <a:lnTo>
                    <a:pt x="78" y="5175"/>
                  </a:lnTo>
                  <a:lnTo>
                    <a:pt x="39" y="5214"/>
                  </a:lnTo>
                  <a:lnTo>
                    <a:pt x="1" y="5291"/>
                  </a:lnTo>
                  <a:lnTo>
                    <a:pt x="1" y="5446"/>
                  </a:lnTo>
                  <a:lnTo>
                    <a:pt x="39" y="5600"/>
                  </a:lnTo>
                  <a:lnTo>
                    <a:pt x="78" y="5755"/>
                  </a:lnTo>
                  <a:lnTo>
                    <a:pt x="155" y="5870"/>
                  </a:lnTo>
                  <a:lnTo>
                    <a:pt x="233" y="5948"/>
                  </a:lnTo>
                  <a:lnTo>
                    <a:pt x="310" y="6025"/>
                  </a:lnTo>
                  <a:lnTo>
                    <a:pt x="541" y="6141"/>
                  </a:lnTo>
                  <a:lnTo>
                    <a:pt x="812" y="6179"/>
                  </a:lnTo>
                  <a:lnTo>
                    <a:pt x="1121" y="6218"/>
                  </a:lnTo>
                  <a:lnTo>
                    <a:pt x="1430" y="6179"/>
                  </a:lnTo>
                  <a:lnTo>
                    <a:pt x="1700" y="6141"/>
                  </a:lnTo>
                  <a:lnTo>
                    <a:pt x="2897" y="5832"/>
                  </a:lnTo>
                  <a:lnTo>
                    <a:pt x="4094" y="5446"/>
                  </a:lnTo>
                  <a:lnTo>
                    <a:pt x="5291" y="5021"/>
                  </a:lnTo>
                  <a:lnTo>
                    <a:pt x="6450" y="4557"/>
                  </a:lnTo>
                  <a:lnTo>
                    <a:pt x="7531" y="4094"/>
                  </a:lnTo>
                  <a:lnTo>
                    <a:pt x="8573" y="3592"/>
                  </a:lnTo>
                  <a:lnTo>
                    <a:pt x="9616" y="3052"/>
                  </a:lnTo>
                  <a:lnTo>
                    <a:pt x="10620" y="2472"/>
                  </a:lnTo>
                  <a:lnTo>
                    <a:pt x="10929" y="2279"/>
                  </a:lnTo>
                  <a:lnTo>
                    <a:pt x="11276" y="2048"/>
                  </a:lnTo>
                  <a:lnTo>
                    <a:pt x="11547" y="1777"/>
                  </a:lnTo>
                  <a:lnTo>
                    <a:pt x="11817" y="1507"/>
                  </a:lnTo>
                  <a:lnTo>
                    <a:pt x="12010" y="1198"/>
                  </a:lnTo>
                  <a:lnTo>
                    <a:pt x="12049" y="1044"/>
                  </a:lnTo>
                  <a:lnTo>
                    <a:pt x="12087" y="889"/>
                  </a:lnTo>
                  <a:lnTo>
                    <a:pt x="12087" y="696"/>
                  </a:lnTo>
                  <a:lnTo>
                    <a:pt x="12049" y="503"/>
                  </a:lnTo>
                  <a:lnTo>
                    <a:pt x="12010" y="310"/>
                  </a:lnTo>
                  <a:lnTo>
                    <a:pt x="11894" y="117"/>
                  </a:lnTo>
                  <a:lnTo>
                    <a:pt x="11817" y="40"/>
                  </a:lnTo>
                  <a:lnTo>
                    <a:pt x="1174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6" name="Google Shape;3436;p15"/>
            <p:cNvSpPr/>
            <p:nvPr/>
          </p:nvSpPr>
          <p:spPr>
            <a:xfrm>
              <a:off x="6274575" y="3873525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20"/>
                  </a:lnTo>
                  <a:lnTo>
                    <a:pt x="2897" y="1661"/>
                  </a:lnTo>
                  <a:lnTo>
                    <a:pt x="2511" y="2202"/>
                  </a:lnTo>
                  <a:lnTo>
                    <a:pt x="1970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6"/>
                  </a:lnTo>
                  <a:lnTo>
                    <a:pt x="310" y="4287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80" y="4750"/>
                  </a:lnTo>
                  <a:lnTo>
                    <a:pt x="966" y="4518"/>
                  </a:lnTo>
                  <a:lnTo>
                    <a:pt x="1314" y="4210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935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3"/>
                  </a:lnTo>
                  <a:lnTo>
                    <a:pt x="4248" y="155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7" name="Google Shape;3437;p15"/>
            <p:cNvSpPr/>
            <p:nvPr/>
          </p:nvSpPr>
          <p:spPr>
            <a:xfrm>
              <a:off x="6223425" y="3874500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0"/>
                  </a:moveTo>
                  <a:lnTo>
                    <a:pt x="1004" y="309"/>
                  </a:lnTo>
                  <a:lnTo>
                    <a:pt x="1236" y="386"/>
                  </a:lnTo>
                  <a:lnTo>
                    <a:pt x="1429" y="579"/>
                  </a:lnTo>
                  <a:lnTo>
                    <a:pt x="1583" y="772"/>
                  </a:lnTo>
                  <a:lnTo>
                    <a:pt x="1622" y="1004"/>
                  </a:lnTo>
                  <a:lnTo>
                    <a:pt x="1622" y="1120"/>
                  </a:lnTo>
                  <a:lnTo>
                    <a:pt x="1583" y="1197"/>
                  </a:lnTo>
                  <a:lnTo>
                    <a:pt x="1545" y="1313"/>
                  </a:lnTo>
                  <a:lnTo>
                    <a:pt x="1468" y="1390"/>
                  </a:lnTo>
                  <a:lnTo>
                    <a:pt x="1352" y="1506"/>
                  </a:lnTo>
                  <a:lnTo>
                    <a:pt x="1197" y="1545"/>
                  </a:lnTo>
                  <a:lnTo>
                    <a:pt x="966" y="1583"/>
                  </a:lnTo>
                  <a:lnTo>
                    <a:pt x="772" y="1545"/>
                  </a:lnTo>
                  <a:lnTo>
                    <a:pt x="657" y="1506"/>
                  </a:lnTo>
                  <a:lnTo>
                    <a:pt x="579" y="1429"/>
                  </a:lnTo>
                  <a:lnTo>
                    <a:pt x="502" y="1352"/>
                  </a:lnTo>
                  <a:lnTo>
                    <a:pt x="464" y="1236"/>
                  </a:lnTo>
                  <a:lnTo>
                    <a:pt x="425" y="1004"/>
                  </a:lnTo>
                  <a:lnTo>
                    <a:pt x="464" y="811"/>
                  </a:lnTo>
                  <a:lnTo>
                    <a:pt x="541" y="618"/>
                  </a:lnTo>
                  <a:lnTo>
                    <a:pt x="695" y="425"/>
                  </a:lnTo>
                  <a:lnTo>
                    <a:pt x="734" y="348"/>
                  </a:lnTo>
                  <a:lnTo>
                    <a:pt x="734" y="309"/>
                  </a:lnTo>
                  <a:lnTo>
                    <a:pt x="888" y="270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116"/>
                  </a:lnTo>
                  <a:lnTo>
                    <a:pt x="541" y="77"/>
                  </a:lnTo>
                  <a:lnTo>
                    <a:pt x="464" y="116"/>
                  </a:lnTo>
                  <a:lnTo>
                    <a:pt x="270" y="232"/>
                  </a:lnTo>
                  <a:lnTo>
                    <a:pt x="155" y="386"/>
                  </a:lnTo>
                  <a:lnTo>
                    <a:pt x="77" y="541"/>
                  </a:lnTo>
                  <a:lnTo>
                    <a:pt x="39" y="734"/>
                  </a:lnTo>
                  <a:lnTo>
                    <a:pt x="0" y="888"/>
                  </a:lnTo>
                  <a:lnTo>
                    <a:pt x="0" y="1081"/>
                  </a:lnTo>
                  <a:lnTo>
                    <a:pt x="39" y="1274"/>
                  </a:lnTo>
                  <a:lnTo>
                    <a:pt x="77" y="1468"/>
                  </a:lnTo>
                  <a:lnTo>
                    <a:pt x="193" y="1661"/>
                  </a:lnTo>
                  <a:lnTo>
                    <a:pt x="309" y="1776"/>
                  </a:lnTo>
                  <a:lnTo>
                    <a:pt x="502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236" y="2008"/>
                  </a:lnTo>
                  <a:lnTo>
                    <a:pt x="1429" y="1931"/>
                  </a:lnTo>
                  <a:lnTo>
                    <a:pt x="1622" y="1815"/>
                  </a:lnTo>
                  <a:lnTo>
                    <a:pt x="1776" y="1699"/>
                  </a:lnTo>
                  <a:lnTo>
                    <a:pt x="1892" y="1545"/>
                  </a:lnTo>
                  <a:lnTo>
                    <a:pt x="1970" y="1390"/>
                  </a:lnTo>
                  <a:lnTo>
                    <a:pt x="2047" y="1197"/>
                  </a:lnTo>
                  <a:lnTo>
                    <a:pt x="2085" y="1004"/>
                  </a:lnTo>
                  <a:lnTo>
                    <a:pt x="2047" y="811"/>
                  </a:lnTo>
                  <a:lnTo>
                    <a:pt x="1970" y="618"/>
                  </a:lnTo>
                  <a:lnTo>
                    <a:pt x="1892" y="425"/>
                  </a:lnTo>
                  <a:lnTo>
                    <a:pt x="1738" y="270"/>
                  </a:lnTo>
                  <a:lnTo>
                    <a:pt x="1583" y="155"/>
                  </a:lnTo>
                  <a:lnTo>
                    <a:pt x="1429" y="77"/>
                  </a:lnTo>
                  <a:lnTo>
                    <a:pt x="1236" y="39"/>
                  </a:lnTo>
                  <a:lnTo>
                    <a:pt x="104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8" name="Google Shape;3438;p15"/>
            <p:cNvSpPr/>
            <p:nvPr/>
          </p:nvSpPr>
          <p:spPr>
            <a:xfrm>
              <a:off x="1572250" y="3880275"/>
              <a:ext cx="267450" cy="210475"/>
            </a:xfrm>
            <a:custGeom>
              <a:avLst/>
              <a:gdLst/>
              <a:ahLst/>
              <a:cxnLst/>
              <a:rect l="l" t="t" r="r" b="b"/>
              <a:pathLst>
                <a:path w="10698" h="8419" extrusionOk="0">
                  <a:moveTo>
                    <a:pt x="155" y="1"/>
                  </a:moveTo>
                  <a:lnTo>
                    <a:pt x="1" y="233"/>
                  </a:lnTo>
                  <a:lnTo>
                    <a:pt x="1391" y="1314"/>
                  </a:lnTo>
                  <a:lnTo>
                    <a:pt x="2781" y="2395"/>
                  </a:lnTo>
                  <a:lnTo>
                    <a:pt x="4210" y="3476"/>
                  </a:lnTo>
                  <a:lnTo>
                    <a:pt x="5600" y="4596"/>
                  </a:lnTo>
                  <a:lnTo>
                    <a:pt x="6951" y="5677"/>
                  </a:lnTo>
                  <a:lnTo>
                    <a:pt x="8303" y="6797"/>
                  </a:lnTo>
                  <a:lnTo>
                    <a:pt x="9616" y="7917"/>
                  </a:lnTo>
                  <a:lnTo>
                    <a:pt x="9963" y="8226"/>
                  </a:lnTo>
                  <a:lnTo>
                    <a:pt x="10118" y="8342"/>
                  </a:lnTo>
                  <a:lnTo>
                    <a:pt x="10311" y="8419"/>
                  </a:lnTo>
                  <a:lnTo>
                    <a:pt x="10658" y="8380"/>
                  </a:lnTo>
                  <a:lnTo>
                    <a:pt x="10697" y="8264"/>
                  </a:lnTo>
                  <a:lnTo>
                    <a:pt x="10697" y="8149"/>
                  </a:lnTo>
                  <a:lnTo>
                    <a:pt x="10658" y="8033"/>
                  </a:lnTo>
                  <a:lnTo>
                    <a:pt x="10658" y="7994"/>
                  </a:lnTo>
                  <a:lnTo>
                    <a:pt x="10311" y="7917"/>
                  </a:lnTo>
                  <a:lnTo>
                    <a:pt x="10002" y="6952"/>
                  </a:lnTo>
                  <a:lnTo>
                    <a:pt x="9654" y="5986"/>
                  </a:lnTo>
                  <a:lnTo>
                    <a:pt x="8882" y="4094"/>
                  </a:lnTo>
                  <a:lnTo>
                    <a:pt x="8380" y="2781"/>
                  </a:lnTo>
                  <a:lnTo>
                    <a:pt x="7994" y="2936"/>
                  </a:lnTo>
                  <a:lnTo>
                    <a:pt x="8419" y="3940"/>
                  </a:lnTo>
                  <a:lnTo>
                    <a:pt x="9037" y="5677"/>
                  </a:lnTo>
                  <a:lnTo>
                    <a:pt x="9346" y="6565"/>
                  </a:lnTo>
                  <a:lnTo>
                    <a:pt x="9654" y="7415"/>
                  </a:lnTo>
                  <a:lnTo>
                    <a:pt x="9230" y="7029"/>
                  </a:lnTo>
                  <a:lnTo>
                    <a:pt x="7994" y="5986"/>
                  </a:lnTo>
                  <a:lnTo>
                    <a:pt x="6720" y="4905"/>
                  </a:lnTo>
                  <a:lnTo>
                    <a:pt x="5407" y="3862"/>
                  </a:lnTo>
                  <a:lnTo>
                    <a:pt x="4133" y="2858"/>
                  </a:lnTo>
                  <a:lnTo>
                    <a:pt x="2820" y="1854"/>
                  </a:lnTo>
                  <a:lnTo>
                    <a:pt x="1507" y="928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9" name="Google Shape;3439;p15"/>
            <p:cNvSpPr/>
            <p:nvPr/>
          </p:nvSpPr>
          <p:spPr>
            <a:xfrm>
              <a:off x="4538850" y="3913100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6" y="1159"/>
                  </a:lnTo>
                  <a:lnTo>
                    <a:pt x="1390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5" y="1816"/>
                  </a:lnTo>
                  <a:lnTo>
                    <a:pt x="386" y="1700"/>
                  </a:lnTo>
                  <a:lnTo>
                    <a:pt x="348" y="1584"/>
                  </a:lnTo>
                  <a:lnTo>
                    <a:pt x="386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1" y="1623"/>
                  </a:lnTo>
                  <a:lnTo>
                    <a:pt x="3669" y="1700"/>
                  </a:lnTo>
                  <a:lnTo>
                    <a:pt x="3746" y="1816"/>
                  </a:lnTo>
                  <a:lnTo>
                    <a:pt x="3746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8" y="2356"/>
                  </a:lnTo>
                  <a:lnTo>
                    <a:pt x="3205" y="2433"/>
                  </a:lnTo>
                  <a:lnTo>
                    <a:pt x="3012" y="2395"/>
                  </a:lnTo>
                  <a:lnTo>
                    <a:pt x="2819" y="2356"/>
                  </a:lnTo>
                  <a:lnTo>
                    <a:pt x="2626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0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89" y="1468"/>
                  </a:lnTo>
                  <a:close/>
                  <a:moveTo>
                    <a:pt x="3746" y="4750"/>
                  </a:moveTo>
                  <a:lnTo>
                    <a:pt x="3900" y="4789"/>
                  </a:lnTo>
                  <a:lnTo>
                    <a:pt x="4016" y="4828"/>
                  </a:lnTo>
                  <a:lnTo>
                    <a:pt x="4093" y="4943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2" y="5368"/>
                  </a:lnTo>
                  <a:lnTo>
                    <a:pt x="4093" y="5484"/>
                  </a:lnTo>
                  <a:lnTo>
                    <a:pt x="3978" y="5600"/>
                  </a:lnTo>
                  <a:lnTo>
                    <a:pt x="3784" y="5754"/>
                  </a:lnTo>
                  <a:lnTo>
                    <a:pt x="3514" y="5870"/>
                  </a:lnTo>
                  <a:lnTo>
                    <a:pt x="3128" y="5870"/>
                  </a:lnTo>
                  <a:lnTo>
                    <a:pt x="2742" y="5793"/>
                  </a:lnTo>
                  <a:lnTo>
                    <a:pt x="2935" y="5368"/>
                  </a:lnTo>
                  <a:lnTo>
                    <a:pt x="3051" y="5214"/>
                  </a:lnTo>
                  <a:lnTo>
                    <a:pt x="3205" y="5021"/>
                  </a:lnTo>
                  <a:lnTo>
                    <a:pt x="3476" y="4866"/>
                  </a:lnTo>
                  <a:lnTo>
                    <a:pt x="3630" y="4789"/>
                  </a:lnTo>
                  <a:lnTo>
                    <a:pt x="3746" y="4750"/>
                  </a:lnTo>
                  <a:close/>
                  <a:moveTo>
                    <a:pt x="1120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2" y="6102"/>
                  </a:lnTo>
                  <a:lnTo>
                    <a:pt x="1429" y="6256"/>
                  </a:lnTo>
                  <a:lnTo>
                    <a:pt x="1236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5" y="6334"/>
                  </a:lnTo>
                  <a:lnTo>
                    <a:pt x="502" y="6179"/>
                  </a:lnTo>
                  <a:lnTo>
                    <a:pt x="425" y="6025"/>
                  </a:lnTo>
                  <a:lnTo>
                    <a:pt x="425" y="5909"/>
                  </a:lnTo>
                  <a:lnTo>
                    <a:pt x="464" y="5754"/>
                  </a:lnTo>
                  <a:lnTo>
                    <a:pt x="579" y="5677"/>
                  </a:lnTo>
                  <a:lnTo>
                    <a:pt x="695" y="5600"/>
                  </a:lnTo>
                  <a:lnTo>
                    <a:pt x="850" y="5523"/>
                  </a:lnTo>
                  <a:close/>
                  <a:moveTo>
                    <a:pt x="5715" y="6218"/>
                  </a:moveTo>
                  <a:lnTo>
                    <a:pt x="5870" y="6334"/>
                  </a:lnTo>
                  <a:lnTo>
                    <a:pt x="5947" y="6411"/>
                  </a:lnTo>
                  <a:lnTo>
                    <a:pt x="5986" y="6527"/>
                  </a:lnTo>
                  <a:lnTo>
                    <a:pt x="6024" y="6681"/>
                  </a:lnTo>
                  <a:lnTo>
                    <a:pt x="5986" y="6797"/>
                  </a:lnTo>
                  <a:lnTo>
                    <a:pt x="5908" y="7067"/>
                  </a:lnTo>
                  <a:lnTo>
                    <a:pt x="5792" y="7260"/>
                  </a:lnTo>
                  <a:lnTo>
                    <a:pt x="5677" y="7492"/>
                  </a:lnTo>
                  <a:lnTo>
                    <a:pt x="5484" y="7646"/>
                  </a:lnTo>
                  <a:lnTo>
                    <a:pt x="5290" y="7801"/>
                  </a:lnTo>
                  <a:lnTo>
                    <a:pt x="5059" y="7917"/>
                  </a:lnTo>
                  <a:lnTo>
                    <a:pt x="5097" y="7878"/>
                  </a:lnTo>
                  <a:lnTo>
                    <a:pt x="5020" y="7415"/>
                  </a:lnTo>
                  <a:lnTo>
                    <a:pt x="4982" y="7183"/>
                  </a:lnTo>
                  <a:lnTo>
                    <a:pt x="5020" y="6951"/>
                  </a:lnTo>
                  <a:lnTo>
                    <a:pt x="5136" y="6681"/>
                  </a:lnTo>
                  <a:lnTo>
                    <a:pt x="5213" y="6527"/>
                  </a:lnTo>
                  <a:lnTo>
                    <a:pt x="5329" y="6372"/>
                  </a:lnTo>
                  <a:lnTo>
                    <a:pt x="5445" y="6256"/>
                  </a:lnTo>
                  <a:lnTo>
                    <a:pt x="5599" y="6218"/>
                  </a:lnTo>
                  <a:close/>
                  <a:moveTo>
                    <a:pt x="8959" y="8071"/>
                  </a:moveTo>
                  <a:lnTo>
                    <a:pt x="9152" y="8110"/>
                  </a:lnTo>
                  <a:lnTo>
                    <a:pt x="9268" y="8187"/>
                  </a:lnTo>
                  <a:lnTo>
                    <a:pt x="9345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0"/>
                  </a:lnTo>
                  <a:lnTo>
                    <a:pt x="9268" y="8921"/>
                  </a:lnTo>
                  <a:lnTo>
                    <a:pt x="9036" y="9152"/>
                  </a:lnTo>
                  <a:lnTo>
                    <a:pt x="8804" y="9346"/>
                  </a:lnTo>
                  <a:lnTo>
                    <a:pt x="8689" y="9384"/>
                  </a:lnTo>
                  <a:lnTo>
                    <a:pt x="8611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1" y="9346"/>
                  </a:lnTo>
                  <a:lnTo>
                    <a:pt x="8264" y="9346"/>
                  </a:lnTo>
                  <a:lnTo>
                    <a:pt x="8225" y="8959"/>
                  </a:lnTo>
                  <a:lnTo>
                    <a:pt x="8225" y="8766"/>
                  </a:lnTo>
                  <a:lnTo>
                    <a:pt x="8264" y="8573"/>
                  </a:lnTo>
                  <a:lnTo>
                    <a:pt x="8341" y="8342"/>
                  </a:lnTo>
                  <a:lnTo>
                    <a:pt x="8496" y="8187"/>
                  </a:lnTo>
                  <a:lnTo>
                    <a:pt x="8727" y="8110"/>
                  </a:lnTo>
                  <a:lnTo>
                    <a:pt x="8843" y="8071"/>
                  </a:lnTo>
                  <a:close/>
                  <a:moveTo>
                    <a:pt x="4943" y="8380"/>
                  </a:moveTo>
                  <a:lnTo>
                    <a:pt x="4943" y="8419"/>
                  </a:lnTo>
                  <a:lnTo>
                    <a:pt x="4750" y="8805"/>
                  </a:lnTo>
                  <a:lnTo>
                    <a:pt x="4595" y="8959"/>
                  </a:lnTo>
                  <a:lnTo>
                    <a:pt x="4441" y="9152"/>
                  </a:lnTo>
                  <a:lnTo>
                    <a:pt x="4209" y="9307"/>
                  </a:lnTo>
                  <a:lnTo>
                    <a:pt x="3939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8" y="9346"/>
                  </a:lnTo>
                  <a:lnTo>
                    <a:pt x="3321" y="9191"/>
                  </a:lnTo>
                  <a:lnTo>
                    <a:pt x="3321" y="9075"/>
                  </a:lnTo>
                  <a:lnTo>
                    <a:pt x="3321" y="8959"/>
                  </a:lnTo>
                  <a:lnTo>
                    <a:pt x="3398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4" y="8457"/>
                  </a:lnTo>
                  <a:lnTo>
                    <a:pt x="4055" y="8380"/>
                  </a:lnTo>
                  <a:lnTo>
                    <a:pt x="4325" y="8380"/>
                  </a:lnTo>
                  <a:lnTo>
                    <a:pt x="4904" y="8419"/>
                  </a:lnTo>
                  <a:lnTo>
                    <a:pt x="4943" y="8380"/>
                  </a:lnTo>
                  <a:close/>
                  <a:moveTo>
                    <a:pt x="7994" y="10002"/>
                  </a:moveTo>
                  <a:lnTo>
                    <a:pt x="7955" y="10195"/>
                  </a:lnTo>
                  <a:lnTo>
                    <a:pt x="7916" y="10350"/>
                  </a:lnTo>
                  <a:lnTo>
                    <a:pt x="7839" y="10543"/>
                  </a:lnTo>
                  <a:lnTo>
                    <a:pt x="7723" y="10697"/>
                  </a:lnTo>
                  <a:lnTo>
                    <a:pt x="7607" y="10813"/>
                  </a:lnTo>
                  <a:lnTo>
                    <a:pt x="7492" y="10929"/>
                  </a:lnTo>
                  <a:lnTo>
                    <a:pt x="7337" y="11045"/>
                  </a:lnTo>
                  <a:lnTo>
                    <a:pt x="7144" y="11083"/>
                  </a:lnTo>
                  <a:lnTo>
                    <a:pt x="6951" y="11122"/>
                  </a:lnTo>
                  <a:lnTo>
                    <a:pt x="6796" y="11083"/>
                  </a:lnTo>
                  <a:lnTo>
                    <a:pt x="6719" y="11045"/>
                  </a:lnTo>
                  <a:lnTo>
                    <a:pt x="6681" y="10967"/>
                  </a:lnTo>
                  <a:lnTo>
                    <a:pt x="6642" y="10890"/>
                  </a:lnTo>
                  <a:lnTo>
                    <a:pt x="6603" y="10813"/>
                  </a:lnTo>
                  <a:lnTo>
                    <a:pt x="6642" y="10620"/>
                  </a:lnTo>
                  <a:lnTo>
                    <a:pt x="6719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1" y="10156"/>
                  </a:lnTo>
                  <a:lnTo>
                    <a:pt x="7492" y="10079"/>
                  </a:lnTo>
                  <a:lnTo>
                    <a:pt x="7723" y="10041"/>
                  </a:lnTo>
                  <a:lnTo>
                    <a:pt x="7994" y="10002"/>
                  </a:lnTo>
                  <a:close/>
                  <a:moveTo>
                    <a:pt x="2201" y="1"/>
                  </a:moveTo>
                  <a:lnTo>
                    <a:pt x="2008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0" y="812"/>
                  </a:lnTo>
                  <a:lnTo>
                    <a:pt x="1236" y="773"/>
                  </a:lnTo>
                  <a:lnTo>
                    <a:pt x="1043" y="734"/>
                  </a:lnTo>
                  <a:lnTo>
                    <a:pt x="695" y="734"/>
                  </a:lnTo>
                  <a:lnTo>
                    <a:pt x="541" y="812"/>
                  </a:lnTo>
                  <a:lnTo>
                    <a:pt x="386" y="889"/>
                  </a:lnTo>
                  <a:lnTo>
                    <a:pt x="232" y="1005"/>
                  </a:lnTo>
                  <a:lnTo>
                    <a:pt x="116" y="1159"/>
                  </a:lnTo>
                  <a:lnTo>
                    <a:pt x="39" y="1314"/>
                  </a:lnTo>
                  <a:lnTo>
                    <a:pt x="0" y="1468"/>
                  </a:lnTo>
                  <a:lnTo>
                    <a:pt x="0" y="1623"/>
                  </a:lnTo>
                  <a:lnTo>
                    <a:pt x="0" y="1777"/>
                  </a:lnTo>
                  <a:lnTo>
                    <a:pt x="77" y="1931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5" y="2279"/>
                  </a:lnTo>
                  <a:lnTo>
                    <a:pt x="579" y="2356"/>
                  </a:lnTo>
                  <a:lnTo>
                    <a:pt x="734" y="2395"/>
                  </a:lnTo>
                  <a:lnTo>
                    <a:pt x="1043" y="2433"/>
                  </a:lnTo>
                  <a:lnTo>
                    <a:pt x="1390" y="2395"/>
                  </a:lnTo>
                  <a:lnTo>
                    <a:pt x="1699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8" y="4635"/>
                  </a:lnTo>
                  <a:lnTo>
                    <a:pt x="1777" y="5021"/>
                  </a:lnTo>
                  <a:lnTo>
                    <a:pt x="1892" y="5368"/>
                  </a:lnTo>
                  <a:lnTo>
                    <a:pt x="1583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2" y="5252"/>
                  </a:lnTo>
                  <a:lnTo>
                    <a:pt x="386" y="5330"/>
                  </a:lnTo>
                  <a:lnTo>
                    <a:pt x="271" y="5445"/>
                  </a:lnTo>
                  <a:lnTo>
                    <a:pt x="155" y="5561"/>
                  </a:lnTo>
                  <a:lnTo>
                    <a:pt x="77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7" y="6218"/>
                  </a:lnTo>
                  <a:lnTo>
                    <a:pt x="155" y="6334"/>
                  </a:lnTo>
                  <a:lnTo>
                    <a:pt x="232" y="6449"/>
                  </a:lnTo>
                  <a:lnTo>
                    <a:pt x="348" y="6565"/>
                  </a:lnTo>
                  <a:lnTo>
                    <a:pt x="502" y="6643"/>
                  </a:lnTo>
                  <a:lnTo>
                    <a:pt x="657" y="6720"/>
                  </a:lnTo>
                  <a:lnTo>
                    <a:pt x="811" y="6758"/>
                  </a:lnTo>
                  <a:lnTo>
                    <a:pt x="1120" y="6758"/>
                  </a:lnTo>
                  <a:lnTo>
                    <a:pt x="1429" y="6681"/>
                  </a:lnTo>
                  <a:lnTo>
                    <a:pt x="1699" y="6527"/>
                  </a:lnTo>
                  <a:lnTo>
                    <a:pt x="1931" y="6295"/>
                  </a:lnTo>
                  <a:lnTo>
                    <a:pt x="2124" y="6063"/>
                  </a:lnTo>
                  <a:lnTo>
                    <a:pt x="2394" y="6527"/>
                  </a:lnTo>
                  <a:lnTo>
                    <a:pt x="2742" y="6990"/>
                  </a:lnTo>
                  <a:lnTo>
                    <a:pt x="3128" y="7376"/>
                  </a:lnTo>
                  <a:lnTo>
                    <a:pt x="3591" y="7762"/>
                  </a:lnTo>
                  <a:lnTo>
                    <a:pt x="4016" y="7994"/>
                  </a:lnTo>
                  <a:lnTo>
                    <a:pt x="3823" y="8033"/>
                  </a:lnTo>
                  <a:lnTo>
                    <a:pt x="3630" y="8110"/>
                  </a:lnTo>
                  <a:lnTo>
                    <a:pt x="3437" y="8187"/>
                  </a:lnTo>
                  <a:lnTo>
                    <a:pt x="3282" y="8342"/>
                  </a:lnTo>
                  <a:lnTo>
                    <a:pt x="3167" y="8457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5" y="8882"/>
                  </a:lnTo>
                  <a:lnTo>
                    <a:pt x="2896" y="9075"/>
                  </a:lnTo>
                  <a:lnTo>
                    <a:pt x="2935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1" y="9770"/>
                  </a:lnTo>
                  <a:lnTo>
                    <a:pt x="3514" y="9848"/>
                  </a:lnTo>
                  <a:lnTo>
                    <a:pt x="3707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8" y="9770"/>
                  </a:lnTo>
                  <a:lnTo>
                    <a:pt x="4402" y="9693"/>
                  </a:lnTo>
                  <a:lnTo>
                    <a:pt x="4673" y="9461"/>
                  </a:lnTo>
                  <a:lnTo>
                    <a:pt x="4904" y="9152"/>
                  </a:lnTo>
                  <a:lnTo>
                    <a:pt x="5097" y="8844"/>
                  </a:lnTo>
                  <a:lnTo>
                    <a:pt x="5213" y="8496"/>
                  </a:lnTo>
                  <a:lnTo>
                    <a:pt x="6526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5" y="9654"/>
                  </a:lnTo>
                  <a:lnTo>
                    <a:pt x="7762" y="9654"/>
                  </a:lnTo>
                  <a:lnTo>
                    <a:pt x="7569" y="9693"/>
                  </a:lnTo>
                  <a:lnTo>
                    <a:pt x="7144" y="9809"/>
                  </a:lnTo>
                  <a:lnTo>
                    <a:pt x="6796" y="9963"/>
                  </a:lnTo>
                  <a:lnTo>
                    <a:pt x="6642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4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4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5" y="11508"/>
                  </a:lnTo>
                  <a:lnTo>
                    <a:pt x="7028" y="11508"/>
                  </a:lnTo>
                  <a:lnTo>
                    <a:pt x="7221" y="11469"/>
                  </a:lnTo>
                  <a:lnTo>
                    <a:pt x="7414" y="11392"/>
                  </a:lnTo>
                  <a:lnTo>
                    <a:pt x="7569" y="11315"/>
                  </a:lnTo>
                  <a:lnTo>
                    <a:pt x="7723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09" y="10697"/>
                  </a:lnTo>
                  <a:lnTo>
                    <a:pt x="8225" y="10465"/>
                  </a:lnTo>
                  <a:lnTo>
                    <a:pt x="8264" y="10234"/>
                  </a:lnTo>
                  <a:lnTo>
                    <a:pt x="8302" y="9963"/>
                  </a:lnTo>
                  <a:lnTo>
                    <a:pt x="8341" y="9925"/>
                  </a:lnTo>
                  <a:lnTo>
                    <a:pt x="8727" y="10272"/>
                  </a:lnTo>
                  <a:lnTo>
                    <a:pt x="9075" y="10658"/>
                  </a:lnTo>
                  <a:lnTo>
                    <a:pt x="9345" y="11122"/>
                  </a:lnTo>
                  <a:lnTo>
                    <a:pt x="9461" y="11354"/>
                  </a:lnTo>
                  <a:lnTo>
                    <a:pt x="9538" y="11585"/>
                  </a:lnTo>
                  <a:lnTo>
                    <a:pt x="9654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4" y="12937"/>
                  </a:lnTo>
                  <a:lnTo>
                    <a:pt x="9577" y="13284"/>
                  </a:lnTo>
                  <a:lnTo>
                    <a:pt x="9461" y="13593"/>
                  </a:lnTo>
                  <a:lnTo>
                    <a:pt x="9191" y="14211"/>
                  </a:lnTo>
                  <a:lnTo>
                    <a:pt x="9152" y="14288"/>
                  </a:lnTo>
                  <a:lnTo>
                    <a:pt x="9152" y="14327"/>
                  </a:lnTo>
                  <a:lnTo>
                    <a:pt x="9229" y="14404"/>
                  </a:lnTo>
                  <a:lnTo>
                    <a:pt x="9306" y="14443"/>
                  </a:lnTo>
                  <a:lnTo>
                    <a:pt x="9422" y="14404"/>
                  </a:lnTo>
                  <a:lnTo>
                    <a:pt x="9577" y="14250"/>
                  </a:lnTo>
                  <a:lnTo>
                    <a:pt x="9731" y="14057"/>
                  </a:lnTo>
                  <a:lnTo>
                    <a:pt x="9847" y="13902"/>
                  </a:lnTo>
                  <a:lnTo>
                    <a:pt x="9924" y="13670"/>
                  </a:lnTo>
                  <a:lnTo>
                    <a:pt x="10079" y="13246"/>
                  </a:lnTo>
                  <a:lnTo>
                    <a:pt x="10117" y="12782"/>
                  </a:lnTo>
                  <a:lnTo>
                    <a:pt x="10117" y="12319"/>
                  </a:lnTo>
                  <a:lnTo>
                    <a:pt x="10040" y="11855"/>
                  </a:lnTo>
                  <a:lnTo>
                    <a:pt x="9924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6" y="10272"/>
                  </a:lnTo>
                  <a:lnTo>
                    <a:pt x="9036" y="9963"/>
                  </a:lnTo>
                  <a:lnTo>
                    <a:pt x="8727" y="9693"/>
                  </a:lnTo>
                  <a:lnTo>
                    <a:pt x="8959" y="9577"/>
                  </a:lnTo>
                  <a:lnTo>
                    <a:pt x="9229" y="9423"/>
                  </a:lnTo>
                  <a:lnTo>
                    <a:pt x="9461" y="9191"/>
                  </a:lnTo>
                  <a:lnTo>
                    <a:pt x="9615" y="8921"/>
                  </a:lnTo>
                  <a:lnTo>
                    <a:pt x="9731" y="8612"/>
                  </a:lnTo>
                  <a:lnTo>
                    <a:pt x="9731" y="8496"/>
                  </a:lnTo>
                  <a:lnTo>
                    <a:pt x="9731" y="8342"/>
                  </a:lnTo>
                  <a:lnTo>
                    <a:pt x="9693" y="8187"/>
                  </a:lnTo>
                  <a:lnTo>
                    <a:pt x="9615" y="8071"/>
                  </a:lnTo>
                  <a:lnTo>
                    <a:pt x="9499" y="7955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6" y="7724"/>
                  </a:lnTo>
                  <a:lnTo>
                    <a:pt x="8689" y="7724"/>
                  </a:lnTo>
                  <a:lnTo>
                    <a:pt x="8534" y="7762"/>
                  </a:lnTo>
                  <a:lnTo>
                    <a:pt x="8380" y="7840"/>
                  </a:lnTo>
                  <a:lnTo>
                    <a:pt x="8225" y="7955"/>
                  </a:lnTo>
                  <a:lnTo>
                    <a:pt x="8109" y="8071"/>
                  </a:lnTo>
                  <a:lnTo>
                    <a:pt x="7955" y="8264"/>
                  </a:lnTo>
                  <a:lnTo>
                    <a:pt x="7878" y="8535"/>
                  </a:lnTo>
                  <a:lnTo>
                    <a:pt x="7839" y="8766"/>
                  </a:lnTo>
                  <a:lnTo>
                    <a:pt x="7839" y="9037"/>
                  </a:lnTo>
                  <a:lnTo>
                    <a:pt x="7221" y="8766"/>
                  </a:lnTo>
                  <a:lnTo>
                    <a:pt x="6642" y="8496"/>
                  </a:lnTo>
                  <a:lnTo>
                    <a:pt x="5368" y="8033"/>
                  </a:lnTo>
                  <a:lnTo>
                    <a:pt x="5638" y="7878"/>
                  </a:lnTo>
                  <a:lnTo>
                    <a:pt x="5870" y="7685"/>
                  </a:lnTo>
                  <a:lnTo>
                    <a:pt x="6063" y="7453"/>
                  </a:lnTo>
                  <a:lnTo>
                    <a:pt x="6217" y="7183"/>
                  </a:lnTo>
                  <a:lnTo>
                    <a:pt x="6333" y="6874"/>
                  </a:lnTo>
                  <a:lnTo>
                    <a:pt x="6333" y="6720"/>
                  </a:lnTo>
                  <a:lnTo>
                    <a:pt x="6333" y="6527"/>
                  </a:lnTo>
                  <a:lnTo>
                    <a:pt x="6333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4" y="5947"/>
                  </a:lnTo>
                  <a:lnTo>
                    <a:pt x="5870" y="5870"/>
                  </a:lnTo>
                  <a:lnTo>
                    <a:pt x="5715" y="5832"/>
                  </a:lnTo>
                  <a:lnTo>
                    <a:pt x="5561" y="5870"/>
                  </a:lnTo>
                  <a:lnTo>
                    <a:pt x="5406" y="5909"/>
                  </a:lnTo>
                  <a:lnTo>
                    <a:pt x="5252" y="5986"/>
                  </a:lnTo>
                  <a:lnTo>
                    <a:pt x="5136" y="6063"/>
                  </a:lnTo>
                  <a:lnTo>
                    <a:pt x="4904" y="6334"/>
                  </a:lnTo>
                  <a:lnTo>
                    <a:pt x="4750" y="6643"/>
                  </a:lnTo>
                  <a:lnTo>
                    <a:pt x="4634" y="7029"/>
                  </a:lnTo>
                  <a:lnTo>
                    <a:pt x="4634" y="7222"/>
                  </a:lnTo>
                  <a:lnTo>
                    <a:pt x="4634" y="7415"/>
                  </a:lnTo>
                  <a:lnTo>
                    <a:pt x="4634" y="7608"/>
                  </a:lnTo>
                  <a:lnTo>
                    <a:pt x="4711" y="7762"/>
                  </a:lnTo>
                  <a:lnTo>
                    <a:pt x="4093" y="7453"/>
                  </a:lnTo>
                  <a:lnTo>
                    <a:pt x="3823" y="7299"/>
                  </a:lnTo>
                  <a:lnTo>
                    <a:pt x="3553" y="7106"/>
                  </a:lnTo>
                  <a:lnTo>
                    <a:pt x="3321" y="6874"/>
                  </a:lnTo>
                  <a:lnTo>
                    <a:pt x="3089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1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2" y="5986"/>
                  </a:lnTo>
                  <a:lnTo>
                    <a:pt x="4248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8" y="5407"/>
                  </a:lnTo>
                  <a:lnTo>
                    <a:pt x="4557" y="5214"/>
                  </a:lnTo>
                  <a:lnTo>
                    <a:pt x="4518" y="5059"/>
                  </a:lnTo>
                  <a:lnTo>
                    <a:pt x="4480" y="4866"/>
                  </a:lnTo>
                  <a:lnTo>
                    <a:pt x="4402" y="4712"/>
                  </a:lnTo>
                  <a:lnTo>
                    <a:pt x="4286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0" y="4364"/>
                  </a:lnTo>
                  <a:lnTo>
                    <a:pt x="3707" y="4364"/>
                  </a:lnTo>
                  <a:lnTo>
                    <a:pt x="3553" y="4403"/>
                  </a:lnTo>
                  <a:lnTo>
                    <a:pt x="3398" y="4441"/>
                  </a:lnTo>
                  <a:lnTo>
                    <a:pt x="3244" y="4519"/>
                  </a:lnTo>
                  <a:lnTo>
                    <a:pt x="3089" y="4635"/>
                  </a:lnTo>
                  <a:lnTo>
                    <a:pt x="2819" y="4905"/>
                  </a:lnTo>
                  <a:lnTo>
                    <a:pt x="2587" y="5214"/>
                  </a:lnTo>
                  <a:lnTo>
                    <a:pt x="2433" y="5561"/>
                  </a:lnTo>
                  <a:lnTo>
                    <a:pt x="2394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5" y="4326"/>
                  </a:lnTo>
                  <a:lnTo>
                    <a:pt x="2047" y="3939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4" y="2318"/>
                  </a:lnTo>
                  <a:lnTo>
                    <a:pt x="2356" y="2511"/>
                  </a:lnTo>
                  <a:lnTo>
                    <a:pt x="2587" y="2627"/>
                  </a:lnTo>
                  <a:lnTo>
                    <a:pt x="2819" y="2742"/>
                  </a:lnTo>
                  <a:lnTo>
                    <a:pt x="3128" y="2781"/>
                  </a:lnTo>
                  <a:lnTo>
                    <a:pt x="3282" y="2742"/>
                  </a:lnTo>
                  <a:lnTo>
                    <a:pt x="3476" y="2704"/>
                  </a:lnTo>
                  <a:lnTo>
                    <a:pt x="3630" y="2627"/>
                  </a:lnTo>
                  <a:lnTo>
                    <a:pt x="3784" y="2549"/>
                  </a:lnTo>
                  <a:lnTo>
                    <a:pt x="3900" y="2433"/>
                  </a:lnTo>
                  <a:lnTo>
                    <a:pt x="4016" y="2279"/>
                  </a:lnTo>
                  <a:lnTo>
                    <a:pt x="4093" y="2125"/>
                  </a:lnTo>
                  <a:lnTo>
                    <a:pt x="4132" y="1970"/>
                  </a:lnTo>
                  <a:lnTo>
                    <a:pt x="4093" y="1777"/>
                  </a:lnTo>
                  <a:lnTo>
                    <a:pt x="4055" y="1623"/>
                  </a:lnTo>
                  <a:lnTo>
                    <a:pt x="4016" y="1507"/>
                  </a:lnTo>
                  <a:lnTo>
                    <a:pt x="3900" y="1352"/>
                  </a:lnTo>
                  <a:lnTo>
                    <a:pt x="3784" y="1236"/>
                  </a:lnTo>
                  <a:lnTo>
                    <a:pt x="3630" y="1159"/>
                  </a:lnTo>
                  <a:lnTo>
                    <a:pt x="3514" y="1121"/>
                  </a:lnTo>
                  <a:lnTo>
                    <a:pt x="3321" y="1082"/>
                  </a:lnTo>
                  <a:lnTo>
                    <a:pt x="3167" y="1043"/>
                  </a:lnTo>
                  <a:lnTo>
                    <a:pt x="3012" y="1082"/>
                  </a:lnTo>
                  <a:lnTo>
                    <a:pt x="2742" y="1159"/>
                  </a:lnTo>
                  <a:lnTo>
                    <a:pt x="2472" y="1314"/>
                  </a:lnTo>
                  <a:lnTo>
                    <a:pt x="2240" y="1545"/>
                  </a:lnTo>
                  <a:lnTo>
                    <a:pt x="2510" y="78"/>
                  </a:lnTo>
                  <a:lnTo>
                    <a:pt x="220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0" name="Google Shape;3440;p15"/>
            <p:cNvSpPr/>
            <p:nvPr/>
          </p:nvSpPr>
          <p:spPr>
            <a:xfrm>
              <a:off x="6161625" y="3921800"/>
              <a:ext cx="44450" cy="44425"/>
            </a:xfrm>
            <a:custGeom>
              <a:avLst/>
              <a:gdLst/>
              <a:ahLst/>
              <a:cxnLst/>
              <a:rect l="l" t="t" r="r" b="b"/>
              <a:pathLst>
                <a:path w="1778" h="1777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8"/>
                  </a:lnTo>
                  <a:lnTo>
                    <a:pt x="1391" y="811"/>
                  </a:lnTo>
                  <a:lnTo>
                    <a:pt x="1391" y="966"/>
                  </a:lnTo>
                  <a:lnTo>
                    <a:pt x="1352" y="1082"/>
                  </a:lnTo>
                  <a:lnTo>
                    <a:pt x="1275" y="1159"/>
                  </a:lnTo>
                  <a:lnTo>
                    <a:pt x="1198" y="1236"/>
                  </a:lnTo>
                  <a:lnTo>
                    <a:pt x="1082" y="1313"/>
                  </a:lnTo>
                  <a:lnTo>
                    <a:pt x="889" y="1390"/>
                  </a:lnTo>
                  <a:lnTo>
                    <a:pt x="735" y="1352"/>
                  </a:lnTo>
                  <a:lnTo>
                    <a:pt x="541" y="1275"/>
                  </a:lnTo>
                  <a:lnTo>
                    <a:pt x="426" y="1082"/>
                  </a:lnTo>
                  <a:lnTo>
                    <a:pt x="387" y="927"/>
                  </a:lnTo>
                  <a:lnTo>
                    <a:pt x="387" y="734"/>
                  </a:lnTo>
                  <a:lnTo>
                    <a:pt x="464" y="580"/>
                  </a:lnTo>
                  <a:lnTo>
                    <a:pt x="541" y="386"/>
                  </a:lnTo>
                  <a:lnTo>
                    <a:pt x="541" y="348"/>
                  </a:lnTo>
                  <a:lnTo>
                    <a:pt x="580" y="348"/>
                  </a:lnTo>
                  <a:lnTo>
                    <a:pt x="773" y="309"/>
                  </a:lnTo>
                  <a:close/>
                  <a:moveTo>
                    <a:pt x="966" y="0"/>
                  </a:moveTo>
                  <a:lnTo>
                    <a:pt x="773" y="39"/>
                  </a:lnTo>
                  <a:lnTo>
                    <a:pt x="619" y="78"/>
                  </a:lnTo>
                  <a:lnTo>
                    <a:pt x="464" y="155"/>
                  </a:lnTo>
                  <a:lnTo>
                    <a:pt x="426" y="193"/>
                  </a:lnTo>
                  <a:lnTo>
                    <a:pt x="387" y="193"/>
                  </a:lnTo>
                  <a:lnTo>
                    <a:pt x="233" y="271"/>
                  </a:lnTo>
                  <a:lnTo>
                    <a:pt x="117" y="386"/>
                  </a:lnTo>
                  <a:lnTo>
                    <a:pt x="39" y="541"/>
                  </a:lnTo>
                  <a:lnTo>
                    <a:pt x="1" y="695"/>
                  </a:lnTo>
                  <a:lnTo>
                    <a:pt x="1" y="850"/>
                  </a:lnTo>
                  <a:lnTo>
                    <a:pt x="1" y="1004"/>
                  </a:lnTo>
                  <a:lnTo>
                    <a:pt x="39" y="1197"/>
                  </a:lnTo>
                  <a:lnTo>
                    <a:pt x="117" y="1313"/>
                  </a:lnTo>
                  <a:lnTo>
                    <a:pt x="194" y="1468"/>
                  </a:lnTo>
                  <a:lnTo>
                    <a:pt x="348" y="1583"/>
                  </a:lnTo>
                  <a:lnTo>
                    <a:pt x="464" y="1699"/>
                  </a:lnTo>
                  <a:lnTo>
                    <a:pt x="619" y="1738"/>
                  </a:lnTo>
                  <a:lnTo>
                    <a:pt x="812" y="1777"/>
                  </a:lnTo>
                  <a:lnTo>
                    <a:pt x="966" y="1777"/>
                  </a:lnTo>
                  <a:lnTo>
                    <a:pt x="1121" y="1738"/>
                  </a:lnTo>
                  <a:lnTo>
                    <a:pt x="1314" y="1661"/>
                  </a:lnTo>
                  <a:lnTo>
                    <a:pt x="1430" y="1545"/>
                  </a:lnTo>
                  <a:lnTo>
                    <a:pt x="1584" y="1429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66"/>
                  </a:lnTo>
                  <a:lnTo>
                    <a:pt x="1777" y="773"/>
                  </a:lnTo>
                  <a:lnTo>
                    <a:pt x="1738" y="618"/>
                  </a:lnTo>
                  <a:lnTo>
                    <a:pt x="1661" y="425"/>
                  </a:lnTo>
                  <a:lnTo>
                    <a:pt x="1545" y="309"/>
                  </a:lnTo>
                  <a:lnTo>
                    <a:pt x="1430" y="193"/>
                  </a:lnTo>
                  <a:lnTo>
                    <a:pt x="1275" y="116"/>
                  </a:lnTo>
                  <a:lnTo>
                    <a:pt x="1121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1" name="Google Shape;3441;p15"/>
            <p:cNvSpPr/>
            <p:nvPr/>
          </p:nvSpPr>
          <p:spPr>
            <a:xfrm>
              <a:off x="7032400" y="3923725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3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7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0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6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8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4"/>
                  </a:lnTo>
                  <a:lnTo>
                    <a:pt x="1159" y="541"/>
                  </a:lnTo>
                  <a:lnTo>
                    <a:pt x="1352" y="425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8"/>
                  </a:lnTo>
                  <a:lnTo>
                    <a:pt x="309" y="927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5"/>
                  </a:lnTo>
                  <a:lnTo>
                    <a:pt x="0" y="2008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4" y="2858"/>
                  </a:lnTo>
                  <a:lnTo>
                    <a:pt x="425" y="3244"/>
                  </a:lnTo>
                  <a:lnTo>
                    <a:pt x="696" y="3553"/>
                  </a:lnTo>
                  <a:lnTo>
                    <a:pt x="1043" y="3823"/>
                  </a:lnTo>
                  <a:lnTo>
                    <a:pt x="1468" y="4016"/>
                  </a:lnTo>
                  <a:lnTo>
                    <a:pt x="1661" y="4094"/>
                  </a:lnTo>
                  <a:lnTo>
                    <a:pt x="1893" y="4132"/>
                  </a:lnTo>
                  <a:lnTo>
                    <a:pt x="2317" y="4132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2"/>
                  </a:lnTo>
                  <a:lnTo>
                    <a:pt x="4171" y="1429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6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2" name="Google Shape;3442;p15"/>
            <p:cNvSpPr/>
            <p:nvPr/>
          </p:nvSpPr>
          <p:spPr>
            <a:xfrm>
              <a:off x="6167425" y="3927575"/>
              <a:ext cx="114900" cy="286750"/>
            </a:xfrm>
            <a:custGeom>
              <a:avLst/>
              <a:gdLst/>
              <a:ahLst/>
              <a:cxnLst/>
              <a:rect l="l" t="t" r="r" b="b"/>
              <a:pathLst>
                <a:path w="4596" h="11470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67"/>
                  </a:lnTo>
                  <a:lnTo>
                    <a:pt x="3939" y="4287"/>
                  </a:lnTo>
                  <a:lnTo>
                    <a:pt x="4016" y="5407"/>
                  </a:lnTo>
                  <a:lnTo>
                    <a:pt x="4055" y="6643"/>
                  </a:lnTo>
                  <a:lnTo>
                    <a:pt x="4055" y="7261"/>
                  </a:lnTo>
                  <a:lnTo>
                    <a:pt x="3978" y="7917"/>
                  </a:lnTo>
                  <a:lnTo>
                    <a:pt x="3901" y="8535"/>
                  </a:lnTo>
                  <a:lnTo>
                    <a:pt x="3746" y="9153"/>
                  </a:lnTo>
                  <a:lnTo>
                    <a:pt x="3553" y="9732"/>
                  </a:lnTo>
                  <a:lnTo>
                    <a:pt x="3244" y="10273"/>
                  </a:lnTo>
                  <a:lnTo>
                    <a:pt x="3012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4"/>
                  </a:lnTo>
                  <a:lnTo>
                    <a:pt x="850" y="9693"/>
                  </a:lnTo>
                  <a:lnTo>
                    <a:pt x="773" y="9423"/>
                  </a:lnTo>
                  <a:lnTo>
                    <a:pt x="734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6"/>
                  </a:lnTo>
                  <a:lnTo>
                    <a:pt x="580" y="2781"/>
                  </a:lnTo>
                  <a:lnTo>
                    <a:pt x="618" y="2781"/>
                  </a:lnTo>
                  <a:lnTo>
                    <a:pt x="1391" y="2395"/>
                  </a:lnTo>
                  <a:lnTo>
                    <a:pt x="2163" y="1970"/>
                  </a:lnTo>
                  <a:lnTo>
                    <a:pt x="2935" y="1468"/>
                  </a:lnTo>
                  <a:lnTo>
                    <a:pt x="3283" y="1198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40"/>
                  </a:lnTo>
                  <a:lnTo>
                    <a:pt x="3476" y="349"/>
                  </a:lnTo>
                  <a:lnTo>
                    <a:pt x="3051" y="657"/>
                  </a:lnTo>
                  <a:lnTo>
                    <a:pt x="2626" y="1005"/>
                  </a:lnTo>
                  <a:lnTo>
                    <a:pt x="2202" y="1314"/>
                  </a:lnTo>
                  <a:lnTo>
                    <a:pt x="1313" y="1893"/>
                  </a:lnTo>
                  <a:lnTo>
                    <a:pt x="425" y="2472"/>
                  </a:lnTo>
                  <a:lnTo>
                    <a:pt x="348" y="2550"/>
                  </a:lnTo>
                  <a:lnTo>
                    <a:pt x="348" y="2665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4"/>
                  </a:lnTo>
                  <a:lnTo>
                    <a:pt x="155" y="4866"/>
                  </a:lnTo>
                  <a:lnTo>
                    <a:pt x="1" y="4944"/>
                  </a:lnTo>
                  <a:lnTo>
                    <a:pt x="155" y="5291"/>
                  </a:lnTo>
                  <a:lnTo>
                    <a:pt x="155" y="6257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3"/>
                  </a:lnTo>
                  <a:lnTo>
                    <a:pt x="309" y="9616"/>
                  </a:lnTo>
                  <a:lnTo>
                    <a:pt x="503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429" y="11199"/>
                  </a:lnTo>
                  <a:lnTo>
                    <a:pt x="1622" y="11315"/>
                  </a:lnTo>
                  <a:lnTo>
                    <a:pt x="1815" y="11392"/>
                  </a:lnTo>
                  <a:lnTo>
                    <a:pt x="2047" y="11431"/>
                  </a:lnTo>
                  <a:lnTo>
                    <a:pt x="2279" y="11470"/>
                  </a:lnTo>
                  <a:lnTo>
                    <a:pt x="2549" y="11431"/>
                  </a:lnTo>
                  <a:lnTo>
                    <a:pt x="2819" y="11354"/>
                  </a:lnTo>
                  <a:lnTo>
                    <a:pt x="3051" y="11238"/>
                  </a:lnTo>
                  <a:lnTo>
                    <a:pt x="3283" y="11083"/>
                  </a:lnTo>
                  <a:lnTo>
                    <a:pt x="3476" y="10890"/>
                  </a:lnTo>
                  <a:lnTo>
                    <a:pt x="3669" y="10659"/>
                  </a:lnTo>
                  <a:lnTo>
                    <a:pt x="3823" y="10427"/>
                  </a:lnTo>
                  <a:lnTo>
                    <a:pt x="3978" y="10157"/>
                  </a:lnTo>
                  <a:lnTo>
                    <a:pt x="4171" y="9577"/>
                  </a:lnTo>
                  <a:lnTo>
                    <a:pt x="4325" y="8960"/>
                  </a:lnTo>
                  <a:lnTo>
                    <a:pt x="4441" y="8342"/>
                  </a:lnTo>
                  <a:lnTo>
                    <a:pt x="4518" y="7763"/>
                  </a:lnTo>
                  <a:lnTo>
                    <a:pt x="4557" y="7222"/>
                  </a:lnTo>
                  <a:lnTo>
                    <a:pt x="4596" y="6681"/>
                  </a:lnTo>
                  <a:lnTo>
                    <a:pt x="4596" y="6102"/>
                  </a:lnTo>
                  <a:lnTo>
                    <a:pt x="4557" y="5021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2"/>
                  </a:lnTo>
                  <a:lnTo>
                    <a:pt x="4094" y="426"/>
                  </a:lnTo>
                  <a:lnTo>
                    <a:pt x="4171" y="349"/>
                  </a:lnTo>
                  <a:lnTo>
                    <a:pt x="4210" y="271"/>
                  </a:lnTo>
                  <a:lnTo>
                    <a:pt x="4210" y="233"/>
                  </a:lnTo>
                  <a:lnTo>
                    <a:pt x="4171" y="78"/>
                  </a:lnTo>
                  <a:lnTo>
                    <a:pt x="4132" y="40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3" name="Google Shape;3443;p15"/>
            <p:cNvSpPr/>
            <p:nvPr/>
          </p:nvSpPr>
          <p:spPr>
            <a:xfrm>
              <a:off x="1394625" y="3943025"/>
              <a:ext cx="74350" cy="103325"/>
            </a:xfrm>
            <a:custGeom>
              <a:avLst/>
              <a:gdLst/>
              <a:ahLst/>
              <a:cxnLst/>
              <a:rect l="l" t="t" r="r" b="b"/>
              <a:pathLst>
                <a:path w="2974" h="4133" extrusionOk="0">
                  <a:moveTo>
                    <a:pt x="116" y="1"/>
                  </a:moveTo>
                  <a:lnTo>
                    <a:pt x="1" y="39"/>
                  </a:lnTo>
                  <a:lnTo>
                    <a:pt x="1" y="78"/>
                  </a:lnTo>
                  <a:lnTo>
                    <a:pt x="271" y="928"/>
                  </a:lnTo>
                  <a:lnTo>
                    <a:pt x="580" y="1738"/>
                  </a:lnTo>
                  <a:lnTo>
                    <a:pt x="927" y="2549"/>
                  </a:lnTo>
                  <a:lnTo>
                    <a:pt x="1275" y="3283"/>
                  </a:lnTo>
                  <a:lnTo>
                    <a:pt x="1507" y="3669"/>
                  </a:lnTo>
                  <a:lnTo>
                    <a:pt x="1661" y="3824"/>
                  </a:lnTo>
                  <a:lnTo>
                    <a:pt x="1854" y="3978"/>
                  </a:lnTo>
                  <a:lnTo>
                    <a:pt x="2009" y="4055"/>
                  </a:lnTo>
                  <a:lnTo>
                    <a:pt x="2240" y="4133"/>
                  </a:lnTo>
                  <a:lnTo>
                    <a:pt x="2433" y="4094"/>
                  </a:lnTo>
                  <a:lnTo>
                    <a:pt x="2665" y="4017"/>
                  </a:lnTo>
                  <a:lnTo>
                    <a:pt x="2781" y="3862"/>
                  </a:lnTo>
                  <a:lnTo>
                    <a:pt x="2897" y="3708"/>
                  </a:lnTo>
                  <a:lnTo>
                    <a:pt x="2935" y="3515"/>
                  </a:lnTo>
                  <a:lnTo>
                    <a:pt x="2974" y="3360"/>
                  </a:lnTo>
                  <a:lnTo>
                    <a:pt x="2935" y="3129"/>
                  </a:lnTo>
                  <a:lnTo>
                    <a:pt x="2897" y="2936"/>
                  </a:lnTo>
                  <a:lnTo>
                    <a:pt x="2819" y="2588"/>
                  </a:lnTo>
                  <a:lnTo>
                    <a:pt x="2588" y="2627"/>
                  </a:lnTo>
                  <a:lnTo>
                    <a:pt x="2665" y="2974"/>
                  </a:lnTo>
                  <a:lnTo>
                    <a:pt x="2704" y="3129"/>
                  </a:lnTo>
                  <a:lnTo>
                    <a:pt x="2665" y="3283"/>
                  </a:lnTo>
                  <a:lnTo>
                    <a:pt x="2433" y="3399"/>
                  </a:lnTo>
                  <a:lnTo>
                    <a:pt x="2202" y="3476"/>
                  </a:lnTo>
                  <a:lnTo>
                    <a:pt x="2009" y="3515"/>
                  </a:lnTo>
                  <a:lnTo>
                    <a:pt x="1854" y="3476"/>
                  </a:lnTo>
                  <a:lnTo>
                    <a:pt x="1700" y="3438"/>
                  </a:lnTo>
                  <a:lnTo>
                    <a:pt x="1584" y="3322"/>
                  </a:lnTo>
                  <a:lnTo>
                    <a:pt x="1507" y="3167"/>
                  </a:lnTo>
                  <a:lnTo>
                    <a:pt x="1468" y="2974"/>
                  </a:lnTo>
                  <a:lnTo>
                    <a:pt x="1352" y="2704"/>
                  </a:lnTo>
                  <a:lnTo>
                    <a:pt x="889" y="1623"/>
                  </a:lnTo>
                  <a:lnTo>
                    <a:pt x="541" y="812"/>
                  </a:lnTo>
                  <a:lnTo>
                    <a:pt x="348" y="426"/>
                  </a:lnTo>
                  <a:lnTo>
                    <a:pt x="155" y="39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4" name="Google Shape;3444;p15"/>
            <p:cNvSpPr/>
            <p:nvPr/>
          </p:nvSpPr>
          <p:spPr>
            <a:xfrm>
              <a:off x="2923775" y="3946900"/>
              <a:ext cx="335975" cy="782925"/>
            </a:xfrm>
            <a:custGeom>
              <a:avLst/>
              <a:gdLst/>
              <a:ahLst/>
              <a:cxnLst/>
              <a:rect l="l" t="t" r="r" b="b"/>
              <a:pathLst>
                <a:path w="13439" h="31317" extrusionOk="0">
                  <a:moveTo>
                    <a:pt x="6488" y="386"/>
                  </a:moveTo>
                  <a:lnTo>
                    <a:pt x="6526" y="464"/>
                  </a:lnTo>
                  <a:lnTo>
                    <a:pt x="7144" y="2008"/>
                  </a:lnTo>
                  <a:lnTo>
                    <a:pt x="7685" y="3553"/>
                  </a:lnTo>
                  <a:lnTo>
                    <a:pt x="8226" y="5136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1"/>
                  </a:lnTo>
                  <a:lnTo>
                    <a:pt x="7530" y="7337"/>
                  </a:lnTo>
                  <a:lnTo>
                    <a:pt x="7222" y="7453"/>
                  </a:lnTo>
                  <a:lnTo>
                    <a:pt x="6913" y="7530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0"/>
                  </a:lnTo>
                  <a:lnTo>
                    <a:pt x="5522" y="7492"/>
                  </a:lnTo>
                  <a:lnTo>
                    <a:pt x="4866" y="7337"/>
                  </a:lnTo>
                  <a:lnTo>
                    <a:pt x="4210" y="7105"/>
                  </a:lnTo>
                  <a:lnTo>
                    <a:pt x="3592" y="6874"/>
                  </a:lnTo>
                  <a:lnTo>
                    <a:pt x="3862" y="6024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3"/>
                  </a:lnTo>
                  <a:lnTo>
                    <a:pt x="5214" y="2742"/>
                  </a:lnTo>
                  <a:lnTo>
                    <a:pt x="5600" y="1931"/>
                  </a:lnTo>
                  <a:lnTo>
                    <a:pt x="6024" y="1159"/>
                  </a:lnTo>
                  <a:lnTo>
                    <a:pt x="6488" y="386"/>
                  </a:lnTo>
                  <a:close/>
                  <a:moveTo>
                    <a:pt x="8805" y="7028"/>
                  </a:moveTo>
                  <a:lnTo>
                    <a:pt x="9230" y="8418"/>
                  </a:lnTo>
                  <a:lnTo>
                    <a:pt x="9577" y="9847"/>
                  </a:lnTo>
                  <a:lnTo>
                    <a:pt x="9847" y="11083"/>
                  </a:lnTo>
                  <a:lnTo>
                    <a:pt x="10079" y="12357"/>
                  </a:lnTo>
                  <a:lnTo>
                    <a:pt x="10233" y="13631"/>
                  </a:lnTo>
                  <a:lnTo>
                    <a:pt x="10388" y="14906"/>
                  </a:lnTo>
                  <a:lnTo>
                    <a:pt x="10465" y="16180"/>
                  </a:lnTo>
                  <a:lnTo>
                    <a:pt x="10504" y="16836"/>
                  </a:lnTo>
                  <a:lnTo>
                    <a:pt x="10504" y="17493"/>
                  </a:lnTo>
                  <a:lnTo>
                    <a:pt x="10504" y="18188"/>
                  </a:lnTo>
                  <a:lnTo>
                    <a:pt x="10427" y="18844"/>
                  </a:lnTo>
                  <a:lnTo>
                    <a:pt x="10311" y="19462"/>
                  </a:lnTo>
                  <a:lnTo>
                    <a:pt x="10118" y="20080"/>
                  </a:lnTo>
                  <a:lnTo>
                    <a:pt x="9886" y="20659"/>
                  </a:lnTo>
                  <a:lnTo>
                    <a:pt x="9538" y="21161"/>
                  </a:lnTo>
                  <a:lnTo>
                    <a:pt x="9384" y="21393"/>
                  </a:lnTo>
                  <a:lnTo>
                    <a:pt x="9152" y="21586"/>
                  </a:lnTo>
                  <a:lnTo>
                    <a:pt x="8959" y="21779"/>
                  </a:lnTo>
                  <a:lnTo>
                    <a:pt x="8728" y="21972"/>
                  </a:lnTo>
                  <a:lnTo>
                    <a:pt x="8496" y="22127"/>
                  </a:lnTo>
                  <a:lnTo>
                    <a:pt x="8226" y="22242"/>
                  </a:lnTo>
                  <a:lnTo>
                    <a:pt x="7955" y="22358"/>
                  </a:lnTo>
                  <a:lnTo>
                    <a:pt x="7685" y="22435"/>
                  </a:lnTo>
                  <a:lnTo>
                    <a:pt x="7415" y="22474"/>
                  </a:lnTo>
                  <a:lnTo>
                    <a:pt x="6797" y="22474"/>
                  </a:lnTo>
                  <a:lnTo>
                    <a:pt x="6488" y="22435"/>
                  </a:lnTo>
                  <a:lnTo>
                    <a:pt x="5909" y="22281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4"/>
                  </a:lnTo>
                  <a:lnTo>
                    <a:pt x="4094" y="20929"/>
                  </a:lnTo>
                  <a:lnTo>
                    <a:pt x="3785" y="20466"/>
                  </a:lnTo>
                  <a:lnTo>
                    <a:pt x="3476" y="19964"/>
                  </a:lnTo>
                  <a:lnTo>
                    <a:pt x="3244" y="19424"/>
                  </a:lnTo>
                  <a:lnTo>
                    <a:pt x="3051" y="18883"/>
                  </a:lnTo>
                  <a:lnTo>
                    <a:pt x="2897" y="18342"/>
                  </a:lnTo>
                  <a:lnTo>
                    <a:pt x="2781" y="17802"/>
                  </a:lnTo>
                  <a:lnTo>
                    <a:pt x="2704" y="17222"/>
                  </a:lnTo>
                  <a:lnTo>
                    <a:pt x="2588" y="16103"/>
                  </a:lnTo>
                  <a:lnTo>
                    <a:pt x="2511" y="14944"/>
                  </a:lnTo>
                  <a:lnTo>
                    <a:pt x="2511" y="13747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2"/>
                  </a:lnTo>
                  <a:lnTo>
                    <a:pt x="3128" y="8689"/>
                  </a:lnTo>
                  <a:lnTo>
                    <a:pt x="3283" y="7916"/>
                  </a:lnTo>
                  <a:lnTo>
                    <a:pt x="3515" y="7183"/>
                  </a:lnTo>
                  <a:lnTo>
                    <a:pt x="4132" y="7453"/>
                  </a:lnTo>
                  <a:lnTo>
                    <a:pt x="4827" y="7685"/>
                  </a:lnTo>
                  <a:lnTo>
                    <a:pt x="5522" y="7839"/>
                  </a:lnTo>
                  <a:lnTo>
                    <a:pt x="5909" y="7916"/>
                  </a:lnTo>
                  <a:lnTo>
                    <a:pt x="6256" y="7916"/>
                  </a:lnTo>
                  <a:lnTo>
                    <a:pt x="6604" y="7955"/>
                  </a:lnTo>
                  <a:lnTo>
                    <a:pt x="6990" y="7916"/>
                  </a:lnTo>
                  <a:lnTo>
                    <a:pt x="7299" y="7878"/>
                  </a:lnTo>
                  <a:lnTo>
                    <a:pt x="7646" y="7762"/>
                  </a:lnTo>
                  <a:lnTo>
                    <a:pt x="7955" y="7646"/>
                  </a:lnTo>
                  <a:lnTo>
                    <a:pt x="8264" y="7492"/>
                  </a:lnTo>
                  <a:lnTo>
                    <a:pt x="8573" y="7260"/>
                  </a:lnTo>
                  <a:lnTo>
                    <a:pt x="8805" y="7028"/>
                  </a:lnTo>
                  <a:close/>
                  <a:moveTo>
                    <a:pt x="8650" y="22474"/>
                  </a:moveTo>
                  <a:lnTo>
                    <a:pt x="8766" y="22822"/>
                  </a:lnTo>
                  <a:lnTo>
                    <a:pt x="8921" y="23169"/>
                  </a:lnTo>
                  <a:lnTo>
                    <a:pt x="8496" y="23401"/>
                  </a:lnTo>
                  <a:lnTo>
                    <a:pt x="8071" y="23555"/>
                  </a:lnTo>
                  <a:lnTo>
                    <a:pt x="7608" y="23633"/>
                  </a:lnTo>
                  <a:lnTo>
                    <a:pt x="7144" y="23671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2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4"/>
                  </a:lnTo>
                  <a:lnTo>
                    <a:pt x="5870" y="22629"/>
                  </a:lnTo>
                  <a:lnTo>
                    <a:pt x="6256" y="22783"/>
                  </a:lnTo>
                  <a:lnTo>
                    <a:pt x="6681" y="22860"/>
                  </a:lnTo>
                  <a:lnTo>
                    <a:pt x="7067" y="22899"/>
                  </a:lnTo>
                  <a:lnTo>
                    <a:pt x="7453" y="22860"/>
                  </a:lnTo>
                  <a:lnTo>
                    <a:pt x="7878" y="22822"/>
                  </a:lnTo>
                  <a:lnTo>
                    <a:pt x="8264" y="22667"/>
                  </a:lnTo>
                  <a:lnTo>
                    <a:pt x="8650" y="22474"/>
                  </a:lnTo>
                  <a:close/>
                  <a:moveTo>
                    <a:pt x="10890" y="16798"/>
                  </a:moveTo>
                  <a:lnTo>
                    <a:pt x="11392" y="17261"/>
                  </a:lnTo>
                  <a:lnTo>
                    <a:pt x="11933" y="17647"/>
                  </a:lnTo>
                  <a:lnTo>
                    <a:pt x="12512" y="18033"/>
                  </a:lnTo>
                  <a:lnTo>
                    <a:pt x="13091" y="18342"/>
                  </a:lnTo>
                  <a:lnTo>
                    <a:pt x="12937" y="19771"/>
                  </a:lnTo>
                  <a:lnTo>
                    <a:pt x="12821" y="21238"/>
                  </a:lnTo>
                  <a:lnTo>
                    <a:pt x="12705" y="24212"/>
                  </a:lnTo>
                  <a:lnTo>
                    <a:pt x="11894" y="23594"/>
                  </a:lnTo>
                  <a:lnTo>
                    <a:pt x="11044" y="23015"/>
                  </a:lnTo>
                  <a:lnTo>
                    <a:pt x="10813" y="22860"/>
                  </a:lnTo>
                  <a:lnTo>
                    <a:pt x="10620" y="22667"/>
                  </a:lnTo>
                  <a:lnTo>
                    <a:pt x="10581" y="22590"/>
                  </a:lnTo>
                  <a:lnTo>
                    <a:pt x="10542" y="22435"/>
                  </a:lnTo>
                  <a:lnTo>
                    <a:pt x="10542" y="22127"/>
                  </a:lnTo>
                  <a:lnTo>
                    <a:pt x="10542" y="21393"/>
                  </a:lnTo>
                  <a:lnTo>
                    <a:pt x="10504" y="20659"/>
                  </a:lnTo>
                  <a:lnTo>
                    <a:pt x="10504" y="20582"/>
                  </a:lnTo>
                  <a:lnTo>
                    <a:pt x="10465" y="20543"/>
                  </a:lnTo>
                  <a:lnTo>
                    <a:pt x="10388" y="20466"/>
                  </a:lnTo>
                  <a:lnTo>
                    <a:pt x="10542" y="19964"/>
                  </a:lnTo>
                  <a:lnTo>
                    <a:pt x="10697" y="19424"/>
                  </a:lnTo>
                  <a:lnTo>
                    <a:pt x="10774" y="18883"/>
                  </a:lnTo>
                  <a:lnTo>
                    <a:pt x="10851" y="18304"/>
                  </a:lnTo>
                  <a:lnTo>
                    <a:pt x="10890" y="17570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4"/>
                  </a:lnTo>
                  <a:lnTo>
                    <a:pt x="6140" y="23826"/>
                  </a:lnTo>
                  <a:lnTo>
                    <a:pt x="6642" y="23941"/>
                  </a:lnTo>
                  <a:lnTo>
                    <a:pt x="7144" y="23980"/>
                  </a:lnTo>
                  <a:lnTo>
                    <a:pt x="7646" y="23980"/>
                  </a:lnTo>
                  <a:lnTo>
                    <a:pt x="8148" y="23864"/>
                  </a:lnTo>
                  <a:lnTo>
                    <a:pt x="8612" y="23710"/>
                  </a:lnTo>
                  <a:lnTo>
                    <a:pt x="9075" y="23439"/>
                  </a:lnTo>
                  <a:lnTo>
                    <a:pt x="9384" y="23903"/>
                  </a:lnTo>
                  <a:lnTo>
                    <a:pt x="8843" y="24173"/>
                  </a:lnTo>
                  <a:lnTo>
                    <a:pt x="8303" y="24366"/>
                  </a:lnTo>
                  <a:lnTo>
                    <a:pt x="7762" y="24482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3"/>
                  </a:lnTo>
                  <a:lnTo>
                    <a:pt x="5561" y="24289"/>
                  </a:lnTo>
                  <a:lnTo>
                    <a:pt x="4982" y="24096"/>
                  </a:lnTo>
                  <a:lnTo>
                    <a:pt x="5059" y="23903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7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2"/>
                  </a:lnTo>
                  <a:lnTo>
                    <a:pt x="2974" y="19771"/>
                  </a:lnTo>
                  <a:lnTo>
                    <a:pt x="3244" y="20312"/>
                  </a:lnTo>
                  <a:lnTo>
                    <a:pt x="3244" y="20350"/>
                  </a:lnTo>
                  <a:lnTo>
                    <a:pt x="3206" y="21200"/>
                  </a:lnTo>
                  <a:lnTo>
                    <a:pt x="3244" y="22049"/>
                  </a:lnTo>
                  <a:lnTo>
                    <a:pt x="3283" y="22358"/>
                  </a:lnTo>
                  <a:lnTo>
                    <a:pt x="3321" y="22706"/>
                  </a:lnTo>
                  <a:lnTo>
                    <a:pt x="3321" y="23053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8"/>
                  </a:lnTo>
                  <a:lnTo>
                    <a:pt x="3051" y="23633"/>
                  </a:lnTo>
                  <a:lnTo>
                    <a:pt x="2704" y="23903"/>
                  </a:lnTo>
                  <a:lnTo>
                    <a:pt x="2009" y="24405"/>
                  </a:lnTo>
                  <a:lnTo>
                    <a:pt x="773" y="25409"/>
                  </a:lnTo>
                  <a:lnTo>
                    <a:pt x="811" y="24675"/>
                  </a:lnTo>
                  <a:lnTo>
                    <a:pt x="850" y="23941"/>
                  </a:lnTo>
                  <a:lnTo>
                    <a:pt x="811" y="23169"/>
                  </a:lnTo>
                  <a:lnTo>
                    <a:pt x="773" y="22435"/>
                  </a:lnTo>
                  <a:lnTo>
                    <a:pt x="657" y="21238"/>
                  </a:lnTo>
                  <a:lnTo>
                    <a:pt x="503" y="20466"/>
                  </a:lnTo>
                  <a:lnTo>
                    <a:pt x="425" y="20080"/>
                  </a:lnTo>
                  <a:lnTo>
                    <a:pt x="464" y="19694"/>
                  </a:lnTo>
                  <a:lnTo>
                    <a:pt x="503" y="19655"/>
                  </a:lnTo>
                  <a:lnTo>
                    <a:pt x="541" y="19578"/>
                  </a:lnTo>
                  <a:lnTo>
                    <a:pt x="541" y="19539"/>
                  </a:lnTo>
                  <a:lnTo>
                    <a:pt x="541" y="19462"/>
                  </a:lnTo>
                  <a:lnTo>
                    <a:pt x="1429" y="18420"/>
                  </a:lnTo>
                  <a:lnTo>
                    <a:pt x="2356" y="17377"/>
                  </a:lnTo>
                  <a:close/>
                  <a:moveTo>
                    <a:pt x="8148" y="24830"/>
                  </a:moveTo>
                  <a:lnTo>
                    <a:pt x="8148" y="25061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7"/>
                  </a:lnTo>
                  <a:lnTo>
                    <a:pt x="7878" y="25216"/>
                  </a:lnTo>
                  <a:lnTo>
                    <a:pt x="7839" y="25293"/>
                  </a:lnTo>
                  <a:lnTo>
                    <a:pt x="7839" y="25370"/>
                  </a:lnTo>
                  <a:lnTo>
                    <a:pt x="7994" y="25872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59"/>
                  </a:lnTo>
                  <a:lnTo>
                    <a:pt x="8148" y="28961"/>
                  </a:lnTo>
                  <a:lnTo>
                    <a:pt x="8071" y="29502"/>
                  </a:lnTo>
                  <a:lnTo>
                    <a:pt x="7762" y="29193"/>
                  </a:lnTo>
                  <a:lnTo>
                    <a:pt x="7453" y="28884"/>
                  </a:lnTo>
                  <a:lnTo>
                    <a:pt x="7260" y="28537"/>
                  </a:lnTo>
                  <a:lnTo>
                    <a:pt x="7067" y="28189"/>
                  </a:lnTo>
                  <a:lnTo>
                    <a:pt x="6951" y="27803"/>
                  </a:lnTo>
                  <a:lnTo>
                    <a:pt x="6874" y="27417"/>
                  </a:lnTo>
                  <a:lnTo>
                    <a:pt x="6835" y="26953"/>
                  </a:lnTo>
                  <a:lnTo>
                    <a:pt x="6835" y="26490"/>
                  </a:lnTo>
                  <a:lnTo>
                    <a:pt x="6874" y="26104"/>
                  </a:lnTo>
                  <a:lnTo>
                    <a:pt x="6874" y="25756"/>
                  </a:lnTo>
                  <a:lnTo>
                    <a:pt x="6835" y="25602"/>
                  </a:lnTo>
                  <a:lnTo>
                    <a:pt x="6758" y="25486"/>
                  </a:lnTo>
                  <a:lnTo>
                    <a:pt x="6642" y="25370"/>
                  </a:lnTo>
                  <a:lnTo>
                    <a:pt x="6488" y="25293"/>
                  </a:lnTo>
                  <a:lnTo>
                    <a:pt x="6604" y="25100"/>
                  </a:lnTo>
                  <a:lnTo>
                    <a:pt x="6720" y="24984"/>
                  </a:lnTo>
                  <a:lnTo>
                    <a:pt x="7106" y="24984"/>
                  </a:lnTo>
                  <a:lnTo>
                    <a:pt x="7453" y="24945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4"/>
                  </a:lnTo>
                  <a:lnTo>
                    <a:pt x="9500" y="25409"/>
                  </a:lnTo>
                  <a:lnTo>
                    <a:pt x="9809" y="25795"/>
                  </a:lnTo>
                  <a:lnTo>
                    <a:pt x="10118" y="26258"/>
                  </a:lnTo>
                  <a:lnTo>
                    <a:pt x="9847" y="26220"/>
                  </a:lnTo>
                  <a:lnTo>
                    <a:pt x="9616" y="26104"/>
                  </a:lnTo>
                  <a:lnTo>
                    <a:pt x="9423" y="25949"/>
                  </a:lnTo>
                  <a:lnTo>
                    <a:pt x="9230" y="25756"/>
                  </a:lnTo>
                  <a:lnTo>
                    <a:pt x="9191" y="25679"/>
                  </a:lnTo>
                  <a:lnTo>
                    <a:pt x="8998" y="25679"/>
                  </a:lnTo>
                  <a:lnTo>
                    <a:pt x="8959" y="25718"/>
                  </a:lnTo>
                  <a:lnTo>
                    <a:pt x="8921" y="25795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0"/>
                  </a:lnTo>
                  <a:lnTo>
                    <a:pt x="9423" y="27069"/>
                  </a:lnTo>
                  <a:lnTo>
                    <a:pt x="9500" y="27378"/>
                  </a:lnTo>
                  <a:lnTo>
                    <a:pt x="9538" y="27687"/>
                  </a:lnTo>
                  <a:lnTo>
                    <a:pt x="9538" y="27996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79"/>
                  </a:lnTo>
                  <a:lnTo>
                    <a:pt x="9230" y="29888"/>
                  </a:lnTo>
                  <a:lnTo>
                    <a:pt x="9075" y="30158"/>
                  </a:lnTo>
                  <a:lnTo>
                    <a:pt x="8921" y="30429"/>
                  </a:lnTo>
                  <a:lnTo>
                    <a:pt x="8728" y="30660"/>
                  </a:lnTo>
                  <a:lnTo>
                    <a:pt x="8534" y="30776"/>
                  </a:lnTo>
                  <a:lnTo>
                    <a:pt x="8341" y="30853"/>
                  </a:lnTo>
                  <a:lnTo>
                    <a:pt x="8187" y="30853"/>
                  </a:lnTo>
                  <a:lnTo>
                    <a:pt x="7994" y="30776"/>
                  </a:lnTo>
                  <a:lnTo>
                    <a:pt x="7839" y="30699"/>
                  </a:lnTo>
                  <a:lnTo>
                    <a:pt x="7685" y="30583"/>
                  </a:lnTo>
                  <a:lnTo>
                    <a:pt x="7376" y="30274"/>
                  </a:lnTo>
                  <a:lnTo>
                    <a:pt x="6874" y="29772"/>
                  </a:lnTo>
                  <a:lnTo>
                    <a:pt x="6681" y="29502"/>
                  </a:lnTo>
                  <a:lnTo>
                    <a:pt x="6488" y="29193"/>
                  </a:lnTo>
                  <a:lnTo>
                    <a:pt x="6295" y="28846"/>
                  </a:lnTo>
                  <a:lnTo>
                    <a:pt x="6102" y="28459"/>
                  </a:lnTo>
                  <a:lnTo>
                    <a:pt x="5986" y="28073"/>
                  </a:lnTo>
                  <a:lnTo>
                    <a:pt x="5909" y="27687"/>
                  </a:lnTo>
                  <a:lnTo>
                    <a:pt x="5870" y="27262"/>
                  </a:lnTo>
                  <a:lnTo>
                    <a:pt x="5870" y="26876"/>
                  </a:lnTo>
                  <a:lnTo>
                    <a:pt x="5909" y="26490"/>
                  </a:lnTo>
                  <a:lnTo>
                    <a:pt x="6024" y="26065"/>
                  </a:lnTo>
                  <a:lnTo>
                    <a:pt x="6024" y="25949"/>
                  </a:lnTo>
                  <a:lnTo>
                    <a:pt x="5947" y="25911"/>
                  </a:lnTo>
                  <a:lnTo>
                    <a:pt x="5870" y="25872"/>
                  </a:lnTo>
                  <a:lnTo>
                    <a:pt x="5793" y="25872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7"/>
                  </a:lnTo>
                  <a:lnTo>
                    <a:pt x="5445" y="25100"/>
                  </a:lnTo>
                  <a:lnTo>
                    <a:pt x="5716" y="24752"/>
                  </a:lnTo>
                  <a:lnTo>
                    <a:pt x="6102" y="24868"/>
                  </a:lnTo>
                  <a:lnTo>
                    <a:pt x="6488" y="24945"/>
                  </a:lnTo>
                  <a:lnTo>
                    <a:pt x="6333" y="25100"/>
                  </a:lnTo>
                  <a:lnTo>
                    <a:pt x="6179" y="25293"/>
                  </a:lnTo>
                  <a:lnTo>
                    <a:pt x="6179" y="25370"/>
                  </a:lnTo>
                  <a:lnTo>
                    <a:pt x="6179" y="25447"/>
                  </a:lnTo>
                  <a:lnTo>
                    <a:pt x="6256" y="25486"/>
                  </a:lnTo>
                  <a:lnTo>
                    <a:pt x="6295" y="25486"/>
                  </a:lnTo>
                  <a:lnTo>
                    <a:pt x="6372" y="25525"/>
                  </a:lnTo>
                  <a:lnTo>
                    <a:pt x="6449" y="25602"/>
                  </a:lnTo>
                  <a:lnTo>
                    <a:pt x="6526" y="25795"/>
                  </a:lnTo>
                  <a:lnTo>
                    <a:pt x="6565" y="26104"/>
                  </a:lnTo>
                  <a:lnTo>
                    <a:pt x="6604" y="26451"/>
                  </a:lnTo>
                  <a:lnTo>
                    <a:pt x="6604" y="27146"/>
                  </a:lnTo>
                  <a:lnTo>
                    <a:pt x="6604" y="27610"/>
                  </a:lnTo>
                  <a:lnTo>
                    <a:pt x="6681" y="28073"/>
                  </a:lnTo>
                  <a:lnTo>
                    <a:pt x="6835" y="28498"/>
                  </a:lnTo>
                  <a:lnTo>
                    <a:pt x="7067" y="28923"/>
                  </a:lnTo>
                  <a:lnTo>
                    <a:pt x="7376" y="29309"/>
                  </a:lnTo>
                  <a:lnTo>
                    <a:pt x="7569" y="29463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49"/>
                  </a:lnTo>
                  <a:lnTo>
                    <a:pt x="8264" y="29849"/>
                  </a:lnTo>
                  <a:lnTo>
                    <a:pt x="8303" y="29811"/>
                  </a:lnTo>
                  <a:lnTo>
                    <a:pt x="8303" y="29734"/>
                  </a:lnTo>
                  <a:lnTo>
                    <a:pt x="8303" y="29695"/>
                  </a:lnTo>
                  <a:lnTo>
                    <a:pt x="8303" y="29656"/>
                  </a:lnTo>
                  <a:lnTo>
                    <a:pt x="8419" y="29154"/>
                  </a:lnTo>
                  <a:lnTo>
                    <a:pt x="8496" y="28614"/>
                  </a:lnTo>
                  <a:lnTo>
                    <a:pt x="8534" y="28112"/>
                  </a:lnTo>
                  <a:lnTo>
                    <a:pt x="8534" y="27571"/>
                  </a:lnTo>
                  <a:lnTo>
                    <a:pt x="8534" y="27069"/>
                  </a:lnTo>
                  <a:lnTo>
                    <a:pt x="8457" y="26567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6"/>
                  </a:lnTo>
                  <a:lnTo>
                    <a:pt x="8650" y="25409"/>
                  </a:lnTo>
                  <a:lnTo>
                    <a:pt x="8650" y="25370"/>
                  </a:lnTo>
                  <a:lnTo>
                    <a:pt x="8612" y="25293"/>
                  </a:lnTo>
                  <a:lnTo>
                    <a:pt x="8380" y="24791"/>
                  </a:lnTo>
                  <a:lnTo>
                    <a:pt x="8805" y="24637"/>
                  </a:lnTo>
                  <a:close/>
                  <a:moveTo>
                    <a:pt x="6449" y="0"/>
                  </a:moveTo>
                  <a:lnTo>
                    <a:pt x="6411" y="39"/>
                  </a:lnTo>
                  <a:lnTo>
                    <a:pt x="6411" y="116"/>
                  </a:lnTo>
                  <a:lnTo>
                    <a:pt x="6333" y="116"/>
                  </a:lnTo>
                  <a:lnTo>
                    <a:pt x="6295" y="193"/>
                  </a:lnTo>
                  <a:lnTo>
                    <a:pt x="5600" y="1275"/>
                  </a:lnTo>
                  <a:lnTo>
                    <a:pt x="4943" y="2433"/>
                  </a:lnTo>
                  <a:lnTo>
                    <a:pt x="4403" y="3591"/>
                  </a:lnTo>
                  <a:lnTo>
                    <a:pt x="3901" y="4827"/>
                  </a:lnTo>
                  <a:lnTo>
                    <a:pt x="3437" y="6063"/>
                  </a:lnTo>
                  <a:lnTo>
                    <a:pt x="3090" y="7298"/>
                  </a:lnTo>
                  <a:lnTo>
                    <a:pt x="2742" y="8573"/>
                  </a:lnTo>
                  <a:lnTo>
                    <a:pt x="2511" y="9847"/>
                  </a:lnTo>
                  <a:lnTo>
                    <a:pt x="2317" y="11160"/>
                  </a:lnTo>
                  <a:lnTo>
                    <a:pt x="2202" y="12473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8"/>
                  </a:lnTo>
                  <a:lnTo>
                    <a:pt x="541" y="18806"/>
                  </a:lnTo>
                  <a:lnTo>
                    <a:pt x="39" y="19462"/>
                  </a:lnTo>
                  <a:lnTo>
                    <a:pt x="1" y="19501"/>
                  </a:lnTo>
                  <a:lnTo>
                    <a:pt x="1" y="19578"/>
                  </a:lnTo>
                  <a:lnTo>
                    <a:pt x="78" y="19694"/>
                  </a:lnTo>
                  <a:lnTo>
                    <a:pt x="39" y="19964"/>
                  </a:lnTo>
                  <a:lnTo>
                    <a:pt x="39" y="20273"/>
                  </a:lnTo>
                  <a:lnTo>
                    <a:pt x="39" y="20543"/>
                  </a:lnTo>
                  <a:lnTo>
                    <a:pt x="78" y="20852"/>
                  </a:lnTo>
                  <a:lnTo>
                    <a:pt x="194" y="21431"/>
                  </a:lnTo>
                  <a:lnTo>
                    <a:pt x="309" y="22011"/>
                  </a:lnTo>
                  <a:lnTo>
                    <a:pt x="387" y="22899"/>
                  </a:lnTo>
                  <a:lnTo>
                    <a:pt x="425" y="23748"/>
                  </a:lnTo>
                  <a:lnTo>
                    <a:pt x="425" y="24637"/>
                  </a:lnTo>
                  <a:lnTo>
                    <a:pt x="387" y="25486"/>
                  </a:lnTo>
                  <a:lnTo>
                    <a:pt x="387" y="25602"/>
                  </a:lnTo>
                  <a:lnTo>
                    <a:pt x="464" y="25640"/>
                  </a:lnTo>
                  <a:lnTo>
                    <a:pt x="503" y="25679"/>
                  </a:lnTo>
                  <a:lnTo>
                    <a:pt x="580" y="25679"/>
                  </a:lnTo>
                  <a:lnTo>
                    <a:pt x="618" y="25756"/>
                  </a:lnTo>
                  <a:lnTo>
                    <a:pt x="696" y="25795"/>
                  </a:lnTo>
                  <a:lnTo>
                    <a:pt x="811" y="25795"/>
                  </a:lnTo>
                  <a:lnTo>
                    <a:pt x="1584" y="25254"/>
                  </a:lnTo>
                  <a:lnTo>
                    <a:pt x="2279" y="24714"/>
                  </a:lnTo>
                  <a:lnTo>
                    <a:pt x="3746" y="23594"/>
                  </a:lnTo>
                  <a:lnTo>
                    <a:pt x="3785" y="23478"/>
                  </a:lnTo>
                  <a:lnTo>
                    <a:pt x="3785" y="23362"/>
                  </a:lnTo>
                  <a:lnTo>
                    <a:pt x="3630" y="22088"/>
                  </a:lnTo>
                  <a:lnTo>
                    <a:pt x="3592" y="20814"/>
                  </a:lnTo>
                  <a:lnTo>
                    <a:pt x="3939" y="21277"/>
                  </a:lnTo>
                  <a:lnTo>
                    <a:pt x="4364" y="21663"/>
                  </a:lnTo>
                  <a:lnTo>
                    <a:pt x="4789" y="22049"/>
                  </a:lnTo>
                  <a:lnTo>
                    <a:pt x="5252" y="22358"/>
                  </a:lnTo>
                  <a:lnTo>
                    <a:pt x="5059" y="22744"/>
                  </a:lnTo>
                  <a:lnTo>
                    <a:pt x="4866" y="23169"/>
                  </a:lnTo>
                  <a:lnTo>
                    <a:pt x="4712" y="23633"/>
                  </a:lnTo>
                  <a:lnTo>
                    <a:pt x="4673" y="23864"/>
                  </a:lnTo>
                  <a:lnTo>
                    <a:pt x="4712" y="24096"/>
                  </a:lnTo>
                  <a:lnTo>
                    <a:pt x="4750" y="24173"/>
                  </a:lnTo>
                  <a:lnTo>
                    <a:pt x="4789" y="24212"/>
                  </a:lnTo>
                  <a:lnTo>
                    <a:pt x="4827" y="24250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5"/>
                  </a:lnTo>
                  <a:lnTo>
                    <a:pt x="5329" y="24868"/>
                  </a:lnTo>
                  <a:lnTo>
                    <a:pt x="5175" y="25061"/>
                  </a:lnTo>
                  <a:lnTo>
                    <a:pt x="5020" y="25254"/>
                  </a:lnTo>
                  <a:lnTo>
                    <a:pt x="4905" y="25486"/>
                  </a:lnTo>
                  <a:lnTo>
                    <a:pt x="4827" y="25718"/>
                  </a:lnTo>
                  <a:lnTo>
                    <a:pt x="4750" y="25949"/>
                  </a:lnTo>
                  <a:lnTo>
                    <a:pt x="4712" y="26220"/>
                  </a:lnTo>
                  <a:lnTo>
                    <a:pt x="4712" y="26490"/>
                  </a:lnTo>
                  <a:lnTo>
                    <a:pt x="4712" y="26567"/>
                  </a:lnTo>
                  <a:lnTo>
                    <a:pt x="4789" y="26644"/>
                  </a:lnTo>
                  <a:lnTo>
                    <a:pt x="4943" y="26644"/>
                  </a:lnTo>
                  <a:lnTo>
                    <a:pt x="5638" y="26297"/>
                  </a:lnTo>
                  <a:lnTo>
                    <a:pt x="5638" y="26297"/>
                  </a:lnTo>
                  <a:lnTo>
                    <a:pt x="5561" y="26722"/>
                  </a:lnTo>
                  <a:lnTo>
                    <a:pt x="5561" y="27146"/>
                  </a:lnTo>
                  <a:lnTo>
                    <a:pt x="5561" y="27533"/>
                  </a:lnTo>
                  <a:lnTo>
                    <a:pt x="5638" y="27957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6"/>
                  </a:lnTo>
                  <a:lnTo>
                    <a:pt x="6256" y="29463"/>
                  </a:lnTo>
                  <a:lnTo>
                    <a:pt x="6642" y="30004"/>
                  </a:lnTo>
                  <a:lnTo>
                    <a:pt x="6913" y="30351"/>
                  </a:lnTo>
                  <a:lnTo>
                    <a:pt x="7183" y="30660"/>
                  </a:lnTo>
                  <a:lnTo>
                    <a:pt x="7530" y="30969"/>
                  </a:lnTo>
                  <a:lnTo>
                    <a:pt x="7839" y="31162"/>
                  </a:lnTo>
                  <a:lnTo>
                    <a:pt x="7994" y="31240"/>
                  </a:lnTo>
                  <a:lnTo>
                    <a:pt x="8148" y="31317"/>
                  </a:lnTo>
                  <a:lnTo>
                    <a:pt x="8303" y="31317"/>
                  </a:lnTo>
                  <a:lnTo>
                    <a:pt x="8457" y="31278"/>
                  </a:lnTo>
                  <a:lnTo>
                    <a:pt x="8612" y="31240"/>
                  </a:lnTo>
                  <a:lnTo>
                    <a:pt x="8766" y="31162"/>
                  </a:lnTo>
                  <a:lnTo>
                    <a:pt x="8998" y="30892"/>
                  </a:lnTo>
                  <a:lnTo>
                    <a:pt x="9230" y="30583"/>
                  </a:lnTo>
                  <a:lnTo>
                    <a:pt x="9423" y="30236"/>
                  </a:lnTo>
                  <a:lnTo>
                    <a:pt x="9577" y="29849"/>
                  </a:lnTo>
                  <a:lnTo>
                    <a:pt x="9693" y="29463"/>
                  </a:lnTo>
                  <a:lnTo>
                    <a:pt x="9847" y="28807"/>
                  </a:lnTo>
                  <a:lnTo>
                    <a:pt x="9886" y="28228"/>
                  </a:lnTo>
                  <a:lnTo>
                    <a:pt x="9847" y="27610"/>
                  </a:lnTo>
                  <a:lnTo>
                    <a:pt x="9770" y="27031"/>
                  </a:lnTo>
                  <a:lnTo>
                    <a:pt x="9577" y="26490"/>
                  </a:lnTo>
                  <a:lnTo>
                    <a:pt x="9770" y="26529"/>
                  </a:lnTo>
                  <a:lnTo>
                    <a:pt x="9963" y="26567"/>
                  </a:lnTo>
                  <a:lnTo>
                    <a:pt x="10156" y="26606"/>
                  </a:lnTo>
                  <a:lnTo>
                    <a:pt x="10388" y="26606"/>
                  </a:lnTo>
                  <a:lnTo>
                    <a:pt x="10465" y="26567"/>
                  </a:lnTo>
                  <a:lnTo>
                    <a:pt x="10542" y="26529"/>
                  </a:lnTo>
                  <a:lnTo>
                    <a:pt x="10542" y="26451"/>
                  </a:lnTo>
                  <a:lnTo>
                    <a:pt x="10542" y="26336"/>
                  </a:lnTo>
                  <a:lnTo>
                    <a:pt x="10233" y="25834"/>
                  </a:lnTo>
                  <a:lnTo>
                    <a:pt x="9925" y="25332"/>
                  </a:lnTo>
                  <a:lnTo>
                    <a:pt x="9538" y="24868"/>
                  </a:lnTo>
                  <a:lnTo>
                    <a:pt x="9114" y="24482"/>
                  </a:lnTo>
                  <a:lnTo>
                    <a:pt x="9616" y="24135"/>
                  </a:lnTo>
                  <a:lnTo>
                    <a:pt x="9693" y="24057"/>
                  </a:lnTo>
                  <a:lnTo>
                    <a:pt x="9732" y="23980"/>
                  </a:lnTo>
                  <a:lnTo>
                    <a:pt x="9770" y="23941"/>
                  </a:lnTo>
                  <a:lnTo>
                    <a:pt x="9732" y="23864"/>
                  </a:lnTo>
                  <a:lnTo>
                    <a:pt x="9307" y="23092"/>
                  </a:lnTo>
                  <a:lnTo>
                    <a:pt x="9114" y="22706"/>
                  </a:lnTo>
                  <a:lnTo>
                    <a:pt x="8959" y="22281"/>
                  </a:lnTo>
                  <a:lnTo>
                    <a:pt x="9114" y="22204"/>
                  </a:lnTo>
                  <a:lnTo>
                    <a:pt x="9423" y="21933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8"/>
                  </a:lnTo>
                  <a:lnTo>
                    <a:pt x="10118" y="21895"/>
                  </a:lnTo>
                  <a:lnTo>
                    <a:pt x="10040" y="22822"/>
                  </a:lnTo>
                  <a:lnTo>
                    <a:pt x="10079" y="22899"/>
                  </a:lnTo>
                  <a:lnTo>
                    <a:pt x="10156" y="22976"/>
                  </a:lnTo>
                  <a:lnTo>
                    <a:pt x="10813" y="23401"/>
                  </a:lnTo>
                  <a:lnTo>
                    <a:pt x="11469" y="23826"/>
                  </a:lnTo>
                  <a:lnTo>
                    <a:pt x="12126" y="24289"/>
                  </a:lnTo>
                  <a:lnTo>
                    <a:pt x="12743" y="24752"/>
                  </a:lnTo>
                  <a:lnTo>
                    <a:pt x="12859" y="24830"/>
                  </a:lnTo>
                  <a:lnTo>
                    <a:pt x="12975" y="24791"/>
                  </a:lnTo>
                  <a:lnTo>
                    <a:pt x="13052" y="24752"/>
                  </a:lnTo>
                  <a:lnTo>
                    <a:pt x="13091" y="24637"/>
                  </a:lnTo>
                  <a:lnTo>
                    <a:pt x="13323" y="21393"/>
                  </a:lnTo>
                  <a:lnTo>
                    <a:pt x="13400" y="19771"/>
                  </a:lnTo>
                  <a:lnTo>
                    <a:pt x="13439" y="18960"/>
                  </a:lnTo>
                  <a:lnTo>
                    <a:pt x="13400" y="18188"/>
                  </a:lnTo>
                  <a:lnTo>
                    <a:pt x="13361" y="18072"/>
                  </a:lnTo>
                  <a:lnTo>
                    <a:pt x="13323" y="18033"/>
                  </a:lnTo>
                  <a:lnTo>
                    <a:pt x="13284" y="18033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4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5" y="14558"/>
                  </a:lnTo>
                  <a:lnTo>
                    <a:pt x="10620" y="13631"/>
                  </a:lnTo>
                  <a:lnTo>
                    <a:pt x="10504" y="12705"/>
                  </a:lnTo>
                  <a:lnTo>
                    <a:pt x="10233" y="11121"/>
                  </a:lnTo>
                  <a:lnTo>
                    <a:pt x="9886" y="9538"/>
                  </a:lnTo>
                  <a:lnTo>
                    <a:pt x="9500" y="7955"/>
                  </a:lnTo>
                  <a:lnTo>
                    <a:pt x="9036" y="6410"/>
                  </a:lnTo>
                  <a:lnTo>
                    <a:pt x="8534" y="4866"/>
                  </a:lnTo>
                  <a:lnTo>
                    <a:pt x="7994" y="3321"/>
                  </a:lnTo>
                  <a:lnTo>
                    <a:pt x="7415" y="1815"/>
                  </a:lnTo>
                  <a:lnTo>
                    <a:pt x="6835" y="309"/>
                  </a:lnTo>
                  <a:lnTo>
                    <a:pt x="6797" y="232"/>
                  </a:lnTo>
                  <a:lnTo>
                    <a:pt x="6720" y="193"/>
                  </a:lnTo>
                  <a:lnTo>
                    <a:pt x="6642" y="155"/>
                  </a:lnTo>
                  <a:lnTo>
                    <a:pt x="6604" y="39"/>
                  </a:lnTo>
                  <a:lnTo>
                    <a:pt x="652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5" name="Google Shape;3445;p15"/>
            <p:cNvSpPr/>
            <p:nvPr/>
          </p:nvSpPr>
          <p:spPr>
            <a:xfrm>
              <a:off x="6111425" y="397392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3" y="387"/>
                  </a:moveTo>
                  <a:lnTo>
                    <a:pt x="1121" y="425"/>
                  </a:lnTo>
                  <a:lnTo>
                    <a:pt x="1198" y="464"/>
                  </a:lnTo>
                  <a:lnTo>
                    <a:pt x="1237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7" y="1120"/>
                  </a:lnTo>
                  <a:lnTo>
                    <a:pt x="1159" y="1198"/>
                  </a:lnTo>
                  <a:lnTo>
                    <a:pt x="1082" y="1236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1" y="1159"/>
                  </a:lnTo>
                  <a:lnTo>
                    <a:pt x="464" y="1082"/>
                  </a:lnTo>
                  <a:lnTo>
                    <a:pt x="426" y="1004"/>
                  </a:lnTo>
                  <a:lnTo>
                    <a:pt x="387" y="889"/>
                  </a:lnTo>
                  <a:lnTo>
                    <a:pt x="387" y="773"/>
                  </a:lnTo>
                  <a:lnTo>
                    <a:pt x="464" y="580"/>
                  </a:lnTo>
                  <a:lnTo>
                    <a:pt x="541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7"/>
                  </a:lnTo>
                  <a:close/>
                  <a:moveTo>
                    <a:pt x="889" y="0"/>
                  </a:moveTo>
                  <a:lnTo>
                    <a:pt x="735" y="39"/>
                  </a:lnTo>
                  <a:lnTo>
                    <a:pt x="619" y="78"/>
                  </a:lnTo>
                  <a:lnTo>
                    <a:pt x="503" y="155"/>
                  </a:lnTo>
                  <a:lnTo>
                    <a:pt x="348" y="232"/>
                  </a:lnTo>
                  <a:lnTo>
                    <a:pt x="233" y="309"/>
                  </a:lnTo>
                  <a:lnTo>
                    <a:pt x="155" y="464"/>
                  </a:lnTo>
                  <a:lnTo>
                    <a:pt x="78" y="580"/>
                  </a:lnTo>
                  <a:lnTo>
                    <a:pt x="39" y="734"/>
                  </a:lnTo>
                  <a:lnTo>
                    <a:pt x="1" y="889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4" y="1352"/>
                  </a:lnTo>
                  <a:lnTo>
                    <a:pt x="310" y="1468"/>
                  </a:lnTo>
                  <a:lnTo>
                    <a:pt x="464" y="1584"/>
                  </a:lnTo>
                  <a:lnTo>
                    <a:pt x="657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45"/>
                  </a:lnTo>
                  <a:lnTo>
                    <a:pt x="1507" y="1429"/>
                  </a:lnTo>
                  <a:lnTo>
                    <a:pt x="1584" y="1275"/>
                  </a:lnTo>
                  <a:lnTo>
                    <a:pt x="1661" y="1120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80"/>
                  </a:lnTo>
                  <a:lnTo>
                    <a:pt x="1584" y="387"/>
                  </a:lnTo>
                  <a:lnTo>
                    <a:pt x="1507" y="271"/>
                  </a:lnTo>
                  <a:lnTo>
                    <a:pt x="1391" y="194"/>
                  </a:lnTo>
                  <a:lnTo>
                    <a:pt x="1275" y="116"/>
                  </a:lnTo>
                  <a:lnTo>
                    <a:pt x="1005" y="39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6" name="Google Shape;3446;p15"/>
            <p:cNvSpPr/>
            <p:nvPr/>
          </p:nvSpPr>
          <p:spPr>
            <a:xfrm>
              <a:off x="5921250" y="4000950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32" y="1"/>
                  </a:moveTo>
                  <a:lnTo>
                    <a:pt x="117" y="39"/>
                  </a:lnTo>
                  <a:lnTo>
                    <a:pt x="1" y="155"/>
                  </a:lnTo>
                  <a:lnTo>
                    <a:pt x="1" y="271"/>
                  </a:lnTo>
                  <a:lnTo>
                    <a:pt x="1" y="387"/>
                  </a:lnTo>
                  <a:lnTo>
                    <a:pt x="310" y="889"/>
                  </a:lnTo>
                  <a:lnTo>
                    <a:pt x="657" y="1391"/>
                  </a:lnTo>
                  <a:lnTo>
                    <a:pt x="1005" y="1893"/>
                  </a:lnTo>
                  <a:lnTo>
                    <a:pt x="1352" y="2356"/>
                  </a:lnTo>
                  <a:lnTo>
                    <a:pt x="1777" y="2781"/>
                  </a:lnTo>
                  <a:lnTo>
                    <a:pt x="2202" y="3206"/>
                  </a:lnTo>
                  <a:lnTo>
                    <a:pt x="2665" y="3592"/>
                  </a:lnTo>
                  <a:lnTo>
                    <a:pt x="3167" y="3901"/>
                  </a:lnTo>
                  <a:lnTo>
                    <a:pt x="3515" y="3785"/>
                  </a:lnTo>
                  <a:lnTo>
                    <a:pt x="2742" y="3013"/>
                  </a:lnTo>
                  <a:lnTo>
                    <a:pt x="2009" y="2240"/>
                  </a:lnTo>
                  <a:lnTo>
                    <a:pt x="1314" y="1429"/>
                  </a:lnTo>
                  <a:lnTo>
                    <a:pt x="1005" y="1005"/>
                  </a:lnTo>
                  <a:lnTo>
                    <a:pt x="696" y="580"/>
                  </a:lnTo>
                  <a:lnTo>
                    <a:pt x="1584" y="696"/>
                  </a:lnTo>
                  <a:lnTo>
                    <a:pt x="2472" y="889"/>
                  </a:lnTo>
                  <a:lnTo>
                    <a:pt x="2974" y="1043"/>
                  </a:lnTo>
                  <a:lnTo>
                    <a:pt x="3476" y="1236"/>
                  </a:lnTo>
                  <a:lnTo>
                    <a:pt x="3978" y="1391"/>
                  </a:lnTo>
                  <a:lnTo>
                    <a:pt x="4480" y="1507"/>
                  </a:lnTo>
                  <a:lnTo>
                    <a:pt x="4557" y="1507"/>
                  </a:lnTo>
                  <a:lnTo>
                    <a:pt x="4635" y="1584"/>
                  </a:lnTo>
                  <a:lnTo>
                    <a:pt x="4789" y="1584"/>
                  </a:lnTo>
                  <a:lnTo>
                    <a:pt x="4866" y="1507"/>
                  </a:lnTo>
                  <a:lnTo>
                    <a:pt x="4943" y="1429"/>
                  </a:lnTo>
                  <a:lnTo>
                    <a:pt x="4596" y="1159"/>
                  </a:lnTo>
                  <a:lnTo>
                    <a:pt x="4133" y="889"/>
                  </a:lnTo>
                  <a:lnTo>
                    <a:pt x="3592" y="657"/>
                  </a:lnTo>
                  <a:lnTo>
                    <a:pt x="3051" y="464"/>
                  </a:lnTo>
                  <a:lnTo>
                    <a:pt x="2511" y="310"/>
                  </a:lnTo>
                  <a:lnTo>
                    <a:pt x="1893" y="194"/>
                  </a:lnTo>
                  <a:lnTo>
                    <a:pt x="1314" y="117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7" name="Google Shape;3447;p15"/>
            <p:cNvSpPr/>
            <p:nvPr/>
          </p:nvSpPr>
          <p:spPr>
            <a:xfrm>
              <a:off x="6044825" y="4051150"/>
              <a:ext cx="126475" cy="70500"/>
            </a:xfrm>
            <a:custGeom>
              <a:avLst/>
              <a:gdLst/>
              <a:ahLst/>
              <a:cxnLst/>
              <a:rect l="l" t="t" r="r" b="b"/>
              <a:pathLst>
                <a:path w="5059" h="2820" extrusionOk="0">
                  <a:moveTo>
                    <a:pt x="4905" y="1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42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433"/>
                  </a:lnTo>
                  <a:lnTo>
                    <a:pt x="39" y="2511"/>
                  </a:lnTo>
                  <a:lnTo>
                    <a:pt x="0" y="2588"/>
                  </a:lnTo>
                  <a:lnTo>
                    <a:pt x="39" y="2704"/>
                  </a:lnTo>
                  <a:lnTo>
                    <a:pt x="116" y="2781"/>
                  </a:lnTo>
                  <a:lnTo>
                    <a:pt x="387" y="2820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95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121"/>
                  </a:lnTo>
                  <a:lnTo>
                    <a:pt x="4596" y="734"/>
                  </a:lnTo>
                  <a:lnTo>
                    <a:pt x="5059" y="348"/>
                  </a:lnTo>
                  <a:lnTo>
                    <a:pt x="490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8" name="Google Shape;3448;p15"/>
            <p:cNvSpPr/>
            <p:nvPr/>
          </p:nvSpPr>
          <p:spPr>
            <a:xfrm>
              <a:off x="1792350" y="4089775"/>
              <a:ext cx="345650" cy="269350"/>
            </a:xfrm>
            <a:custGeom>
              <a:avLst/>
              <a:gdLst/>
              <a:ahLst/>
              <a:cxnLst/>
              <a:rect l="l" t="t" r="r" b="b"/>
              <a:pathLst>
                <a:path w="13826" h="10774" extrusionOk="0">
                  <a:moveTo>
                    <a:pt x="3438" y="1004"/>
                  </a:moveTo>
                  <a:lnTo>
                    <a:pt x="3515" y="1081"/>
                  </a:lnTo>
                  <a:lnTo>
                    <a:pt x="3631" y="1159"/>
                  </a:lnTo>
                  <a:lnTo>
                    <a:pt x="3669" y="1275"/>
                  </a:lnTo>
                  <a:lnTo>
                    <a:pt x="3669" y="1429"/>
                  </a:lnTo>
                  <a:lnTo>
                    <a:pt x="3592" y="1661"/>
                  </a:lnTo>
                  <a:lnTo>
                    <a:pt x="3515" y="1815"/>
                  </a:lnTo>
                  <a:lnTo>
                    <a:pt x="3360" y="1931"/>
                  </a:lnTo>
                  <a:lnTo>
                    <a:pt x="3167" y="1970"/>
                  </a:lnTo>
                  <a:lnTo>
                    <a:pt x="2974" y="2008"/>
                  </a:lnTo>
                  <a:lnTo>
                    <a:pt x="2781" y="2008"/>
                  </a:lnTo>
                  <a:lnTo>
                    <a:pt x="2356" y="1931"/>
                  </a:lnTo>
                  <a:lnTo>
                    <a:pt x="2395" y="1892"/>
                  </a:lnTo>
                  <a:lnTo>
                    <a:pt x="2472" y="1661"/>
                  </a:lnTo>
                  <a:lnTo>
                    <a:pt x="2588" y="1429"/>
                  </a:lnTo>
                  <a:lnTo>
                    <a:pt x="2704" y="1236"/>
                  </a:lnTo>
                  <a:lnTo>
                    <a:pt x="2897" y="1081"/>
                  </a:lnTo>
                  <a:lnTo>
                    <a:pt x="3013" y="1004"/>
                  </a:lnTo>
                  <a:close/>
                  <a:moveTo>
                    <a:pt x="1044" y="1468"/>
                  </a:moveTo>
                  <a:lnTo>
                    <a:pt x="1237" y="1545"/>
                  </a:lnTo>
                  <a:lnTo>
                    <a:pt x="1430" y="1622"/>
                  </a:lnTo>
                  <a:lnTo>
                    <a:pt x="1623" y="1777"/>
                  </a:lnTo>
                  <a:lnTo>
                    <a:pt x="1816" y="1892"/>
                  </a:lnTo>
                  <a:lnTo>
                    <a:pt x="1507" y="2201"/>
                  </a:lnTo>
                  <a:lnTo>
                    <a:pt x="1314" y="2356"/>
                  </a:lnTo>
                  <a:lnTo>
                    <a:pt x="1121" y="2433"/>
                  </a:lnTo>
                  <a:lnTo>
                    <a:pt x="966" y="2472"/>
                  </a:lnTo>
                  <a:lnTo>
                    <a:pt x="812" y="2472"/>
                  </a:lnTo>
                  <a:lnTo>
                    <a:pt x="696" y="2433"/>
                  </a:lnTo>
                  <a:lnTo>
                    <a:pt x="580" y="2394"/>
                  </a:lnTo>
                  <a:lnTo>
                    <a:pt x="464" y="2317"/>
                  </a:lnTo>
                  <a:lnTo>
                    <a:pt x="387" y="2201"/>
                  </a:lnTo>
                  <a:lnTo>
                    <a:pt x="387" y="2085"/>
                  </a:lnTo>
                  <a:lnTo>
                    <a:pt x="426" y="1892"/>
                  </a:lnTo>
                  <a:lnTo>
                    <a:pt x="503" y="1699"/>
                  </a:lnTo>
                  <a:lnTo>
                    <a:pt x="657" y="1545"/>
                  </a:lnTo>
                  <a:lnTo>
                    <a:pt x="850" y="1468"/>
                  </a:lnTo>
                  <a:close/>
                  <a:moveTo>
                    <a:pt x="4866" y="3823"/>
                  </a:moveTo>
                  <a:lnTo>
                    <a:pt x="5021" y="3862"/>
                  </a:lnTo>
                  <a:lnTo>
                    <a:pt x="5137" y="3939"/>
                  </a:lnTo>
                  <a:lnTo>
                    <a:pt x="5253" y="4055"/>
                  </a:lnTo>
                  <a:lnTo>
                    <a:pt x="5330" y="4171"/>
                  </a:lnTo>
                  <a:lnTo>
                    <a:pt x="5330" y="4325"/>
                  </a:lnTo>
                  <a:lnTo>
                    <a:pt x="5330" y="4441"/>
                  </a:lnTo>
                  <a:lnTo>
                    <a:pt x="5291" y="4557"/>
                  </a:lnTo>
                  <a:lnTo>
                    <a:pt x="5137" y="4788"/>
                  </a:lnTo>
                  <a:lnTo>
                    <a:pt x="4944" y="4982"/>
                  </a:lnTo>
                  <a:lnTo>
                    <a:pt x="4751" y="5097"/>
                  </a:lnTo>
                  <a:lnTo>
                    <a:pt x="4557" y="5136"/>
                  </a:lnTo>
                  <a:lnTo>
                    <a:pt x="4171" y="5213"/>
                  </a:lnTo>
                  <a:lnTo>
                    <a:pt x="4171" y="5213"/>
                  </a:lnTo>
                  <a:lnTo>
                    <a:pt x="4210" y="4750"/>
                  </a:lnTo>
                  <a:lnTo>
                    <a:pt x="4287" y="4557"/>
                  </a:lnTo>
                  <a:lnTo>
                    <a:pt x="4364" y="4325"/>
                  </a:lnTo>
                  <a:lnTo>
                    <a:pt x="4519" y="4055"/>
                  </a:lnTo>
                  <a:lnTo>
                    <a:pt x="4635" y="3978"/>
                  </a:lnTo>
                  <a:lnTo>
                    <a:pt x="4751" y="3900"/>
                  </a:lnTo>
                  <a:lnTo>
                    <a:pt x="4866" y="3823"/>
                  </a:lnTo>
                  <a:close/>
                  <a:moveTo>
                    <a:pt x="7299" y="4518"/>
                  </a:moveTo>
                  <a:lnTo>
                    <a:pt x="7415" y="4595"/>
                  </a:lnTo>
                  <a:lnTo>
                    <a:pt x="7492" y="4673"/>
                  </a:lnTo>
                  <a:lnTo>
                    <a:pt x="7531" y="4788"/>
                  </a:lnTo>
                  <a:lnTo>
                    <a:pt x="7569" y="4943"/>
                  </a:lnTo>
                  <a:lnTo>
                    <a:pt x="7608" y="5175"/>
                  </a:lnTo>
                  <a:lnTo>
                    <a:pt x="7569" y="5445"/>
                  </a:lnTo>
                  <a:lnTo>
                    <a:pt x="7531" y="5677"/>
                  </a:lnTo>
                  <a:lnTo>
                    <a:pt x="7454" y="5908"/>
                  </a:lnTo>
                  <a:lnTo>
                    <a:pt x="7299" y="6101"/>
                  </a:lnTo>
                  <a:lnTo>
                    <a:pt x="7145" y="6294"/>
                  </a:lnTo>
                  <a:lnTo>
                    <a:pt x="6913" y="5870"/>
                  </a:lnTo>
                  <a:lnTo>
                    <a:pt x="6797" y="5677"/>
                  </a:lnTo>
                  <a:lnTo>
                    <a:pt x="6759" y="5445"/>
                  </a:lnTo>
                  <a:lnTo>
                    <a:pt x="6720" y="5136"/>
                  </a:lnTo>
                  <a:lnTo>
                    <a:pt x="6759" y="4943"/>
                  </a:lnTo>
                  <a:lnTo>
                    <a:pt x="6797" y="4788"/>
                  </a:lnTo>
                  <a:lnTo>
                    <a:pt x="6874" y="4634"/>
                  </a:lnTo>
                  <a:lnTo>
                    <a:pt x="6990" y="4557"/>
                  </a:lnTo>
                  <a:lnTo>
                    <a:pt x="7106" y="4518"/>
                  </a:lnTo>
                  <a:close/>
                  <a:moveTo>
                    <a:pt x="11161" y="4982"/>
                  </a:moveTo>
                  <a:lnTo>
                    <a:pt x="11276" y="5059"/>
                  </a:lnTo>
                  <a:lnTo>
                    <a:pt x="11354" y="5136"/>
                  </a:lnTo>
                  <a:lnTo>
                    <a:pt x="11392" y="5252"/>
                  </a:lnTo>
                  <a:lnTo>
                    <a:pt x="11431" y="5368"/>
                  </a:lnTo>
                  <a:lnTo>
                    <a:pt x="11392" y="5677"/>
                  </a:lnTo>
                  <a:lnTo>
                    <a:pt x="11315" y="5986"/>
                  </a:lnTo>
                  <a:lnTo>
                    <a:pt x="11161" y="6217"/>
                  </a:lnTo>
                  <a:lnTo>
                    <a:pt x="11083" y="6333"/>
                  </a:lnTo>
                  <a:lnTo>
                    <a:pt x="10968" y="6372"/>
                  </a:lnTo>
                  <a:lnTo>
                    <a:pt x="10890" y="6410"/>
                  </a:lnTo>
                  <a:lnTo>
                    <a:pt x="10736" y="6410"/>
                  </a:lnTo>
                  <a:lnTo>
                    <a:pt x="10697" y="6449"/>
                  </a:lnTo>
                  <a:lnTo>
                    <a:pt x="10659" y="6449"/>
                  </a:lnTo>
                  <a:lnTo>
                    <a:pt x="10466" y="6101"/>
                  </a:lnTo>
                  <a:lnTo>
                    <a:pt x="10388" y="5947"/>
                  </a:lnTo>
                  <a:lnTo>
                    <a:pt x="10350" y="5715"/>
                  </a:lnTo>
                  <a:lnTo>
                    <a:pt x="10350" y="5484"/>
                  </a:lnTo>
                  <a:lnTo>
                    <a:pt x="10427" y="5252"/>
                  </a:lnTo>
                  <a:lnTo>
                    <a:pt x="10581" y="5097"/>
                  </a:lnTo>
                  <a:lnTo>
                    <a:pt x="10697" y="5059"/>
                  </a:lnTo>
                  <a:lnTo>
                    <a:pt x="10813" y="4982"/>
                  </a:lnTo>
                  <a:close/>
                  <a:moveTo>
                    <a:pt x="3052" y="5522"/>
                  </a:moveTo>
                  <a:lnTo>
                    <a:pt x="3476" y="5561"/>
                  </a:lnTo>
                  <a:lnTo>
                    <a:pt x="3283" y="5947"/>
                  </a:lnTo>
                  <a:lnTo>
                    <a:pt x="3167" y="6140"/>
                  </a:lnTo>
                  <a:lnTo>
                    <a:pt x="3013" y="6294"/>
                  </a:lnTo>
                  <a:lnTo>
                    <a:pt x="2858" y="6410"/>
                  </a:lnTo>
                  <a:lnTo>
                    <a:pt x="2704" y="6488"/>
                  </a:lnTo>
                  <a:lnTo>
                    <a:pt x="2472" y="6488"/>
                  </a:lnTo>
                  <a:lnTo>
                    <a:pt x="2279" y="6410"/>
                  </a:lnTo>
                  <a:lnTo>
                    <a:pt x="2125" y="6294"/>
                  </a:lnTo>
                  <a:lnTo>
                    <a:pt x="2086" y="6179"/>
                  </a:lnTo>
                  <a:lnTo>
                    <a:pt x="2086" y="6063"/>
                  </a:lnTo>
                  <a:lnTo>
                    <a:pt x="2125" y="5908"/>
                  </a:lnTo>
                  <a:lnTo>
                    <a:pt x="2241" y="5792"/>
                  </a:lnTo>
                  <a:lnTo>
                    <a:pt x="2356" y="5677"/>
                  </a:lnTo>
                  <a:lnTo>
                    <a:pt x="2472" y="5599"/>
                  </a:lnTo>
                  <a:lnTo>
                    <a:pt x="2588" y="5561"/>
                  </a:lnTo>
                  <a:lnTo>
                    <a:pt x="2820" y="5522"/>
                  </a:lnTo>
                  <a:close/>
                  <a:moveTo>
                    <a:pt x="7222" y="6796"/>
                  </a:moveTo>
                  <a:lnTo>
                    <a:pt x="7183" y="7260"/>
                  </a:lnTo>
                  <a:lnTo>
                    <a:pt x="7106" y="7453"/>
                  </a:lnTo>
                  <a:lnTo>
                    <a:pt x="7029" y="7685"/>
                  </a:lnTo>
                  <a:lnTo>
                    <a:pt x="6874" y="7916"/>
                  </a:lnTo>
                  <a:lnTo>
                    <a:pt x="6681" y="8148"/>
                  </a:lnTo>
                  <a:lnTo>
                    <a:pt x="6565" y="8225"/>
                  </a:lnTo>
                  <a:lnTo>
                    <a:pt x="6450" y="8264"/>
                  </a:lnTo>
                  <a:lnTo>
                    <a:pt x="6295" y="8302"/>
                  </a:lnTo>
                  <a:lnTo>
                    <a:pt x="6141" y="8225"/>
                  </a:lnTo>
                  <a:lnTo>
                    <a:pt x="6025" y="8148"/>
                  </a:lnTo>
                  <a:lnTo>
                    <a:pt x="5948" y="8032"/>
                  </a:lnTo>
                  <a:lnTo>
                    <a:pt x="5909" y="7916"/>
                  </a:lnTo>
                  <a:lnTo>
                    <a:pt x="5909" y="7800"/>
                  </a:lnTo>
                  <a:lnTo>
                    <a:pt x="5948" y="7646"/>
                  </a:lnTo>
                  <a:lnTo>
                    <a:pt x="6025" y="7530"/>
                  </a:lnTo>
                  <a:lnTo>
                    <a:pt x="6179" y="7298"/>
                  </a:lnTo>
                  <a:lnTo>
                    <a:pt x="6411" y="7144"/>
                  </a:lnTo>
                  <a:lnTo>
                    <a:pt x="6643" y="7028"/>
                  </a:lnTo>
                  <a:lnTo>
                    <a:pt x="7183" y="6835"/>
                  </a:lnTo>
                  <a:lnTo>
                    <a:pt x="7183" y="6796"/>
                  </a:lnTo>
                  <a:close/>
                  <a:moveTo>
                    <a:pt x="10620" y="7144"/>
                  </a:moveTo>
                  <a:lnTo>
                    <a:pt x="10659" y="7337"/>
                  </a:lnTo>
                  <a:lnTo>
                    <a:pt x="10697" y="7530"/>
                  </a:lnTo>
                  <a:lnTo>
                    <a:pt x="10697" y="7685"/>
                  </a:lnTo>
                  <a:lnTo>
                    <a:pt x="10659" y="7878"/>
                  </a:lnTo>
                  <a:lnTo>
                    <a:pt x="10620" y="8032"/>
                  </a:lnTo>
                  <a:lnTo>
                    <a:pt x="10504" y="8187"/>
                  </a:lnTo>
                  <a:lnTo>
                    <a:pt x="10427" y="8341"/>
                  </a:lnTo>
                  <a:lnTo>
                    <a:pt x="10272" y="8457"/>
                  </a:lnTo>
                  <a:lnTo>
                    <a:pt x="10118" y="8573"/>
                  </a:lnTo>
                  <a:lnTo>
                    <a:pt x="9925" y="8611"/>
                  </a:lnTo>
                  <a:lnTo>
                    <a:pt x="9848" y="8573"/>
                  </a:lnTo>
                  <a:lnTo>
                    <a:pt x="9770" y="8573"/>
                  </a:lnTo>
                  <a:lnTo>
                    <a:pt x="9732" y="8496"/>
                  </a:lnTo>
                  <a:lnTo>
                    <a:pt x="9655" y="8418"/>
                  </a:lnTo>
                  <a:lnTo>
                    <a:pt x="9616" y="8225"/>
                  </a:lnTo>
                  <a:lnTo>
                    <a:pt x="9655" y="8071"/>
                  </a:lnTo>
                  <a:lnTo>
                    <a:pt x="9732" y="7916"/>
                  </a:lnTo>
                  <a:lnTo>
                    <a:pt x="9809" y="7762"/>
                  </a:lnTo>
                  <a:lnTo>
                    <a:pt x="10002" y="7569"/>
                  </a:lnTo>
                  <a:lnTo>
                    <a:pt x="10195" y="7414"/>
                  </a:lnTo>
                  <a:lnTo>
                    <a:pt x="10388" y="7260"/>
                  </a:lnTo>
                  <a:lnTo>
                    <a:pt x="10620" y="7144"/>
                  </a:lnTo>
                  <a:close/>
                  <a:moveTo>
                    <a:pt x="1854" y="0"/>
                  </a:moveTo>
                  <a:lnTo>
                    <a:pt x="1507" y="39"/>
                  </a:lnTo>
                  <a:lnTo>
                    <a:pt x="1584" y="734"/>
                  </a:lnTo>
                  <a:lnTo>
                    <a:pt x="1700" y="1429"/>
                  </a:lnTo>
                  <a:lnTo>
                    <a:pt x="1584" y="1313"/>
                  </a:lnTo>
                  <a:lnTo>
                    <a:pt x="1430" y="1236"/>
                  </a:lnTo>
                  <a:lnTo>
                    <a:pt x="1275" y="1159"/>
                  </a:lnTo>
                  <a:lnTo>
                    <a:pt x="1082" y="1120"/>
                  </a:lnTo>
                  <a:lnTo>
                    <a:pt x="889" y="1120"/>
                  </a:lnTo>
                  <a:lnTo>
                    <a:pt x="735" y="1159"/>
                  </a:lnTo>
                  <a:lnTo>
                    <a:pt x="542" y="1236"/>
                  </a:lnTo>
                  <a:lnTo>
                    <a:pt x="387" y="1313"/>
                  </a:lnTo>
                  <a:lnTo>
                    <a:pt x="271" y="1429"/>
                  </a:lnTo>
                  <a:lnTo>
                    <a:pt x="155" y="1545"/>
                  </a:lnTo>
                  <a:lnTo>
                    <a:pt x="78" y="1738"/>
                  </a:lnTo>
                  <a:lnTo>
                    <a:pt x="40" y="1892"/>
                  </a:lnTo>
                  <a:lnTo>
                    <a:pt x="1" y="2085"/>
                  </a:lnTo>
                  <a:lnTo>
                    <a:pt x="40" y="2240"/>
                  </a:lnTo>
                  <a:lnTo>
                    <a:pt x="78" y="2394"/>
                  </a:lnTo>
                  <a:lnTo>
                    <a:pt x="155" y="2549"/>
                  </a:lnTo>
                  <a:lnTo>
                    <a:pt x="271" y="2665"/>
                  </a:lnTo>
                  <a:lnTo>
                    <a:pt x="387" y="2742"/>
                  </a:lnTo>
                  <a:lnTo>
                    <a:pt x="542" y="2819"/>
                  </a:lnTo>
                  <a:lnTo>
                    <a:pt x="735" y="2858"/>
                  </a:lnTo>
                  <a:lnTo>
                    <a:pt x="1044" y="2858"/>
                  </a:lnTo>
                  <a:lnTo>
                    <a:pt x="1352" y="2742"/>
                  </a:lnTo>
                  <a:lnTo>
                    <a:pt x="1661" y="2587"/>
                  </a:lnTo>
                  <a:lnTo>
                    <a:pt x="1932" y="2356"/>
                  </a:lnTo>
                  <a:lnTo>
                    <a:pt x="2163" y="3089"/>
                  </a:lnTo>
                  <a:lnTo>
                    <a:pt x="2434" y="3823"/>
                  </a:lnTo>
                  <a:lnTo>
                    <a:pt x="2820" y="4518"/>
                  </a:lnTo>
                  <a:lnTo>
                    <a:pt x="3013" y="4827"/>
                  </a:lnTo>
                  <a:lnTo>
                    <a:pt x="3245" y="5136"/>
                  </a:lnTo>
                  <a:lnTo>
                    <a:pt x="2936" y="5136"/>
                  </a:lnTo>
                  <a:lnTo>
                    <a:pt x="2588" y="5175"/>
                  </a:lnTo>
                  <a:lnTo>
                    <a:pt x="2318" y="5252"/>
                  </a:lnTo>
                  <a:lnTo>
                    <a:pt x="2048" y="5445"/>
                  </a:lnTo>
                  <a:lnTo>
                    <a:pt x="1932" y="5561"/>
                  </a:lnTo>
                  <a:lnTo>
                    <a:pt x="1854" y="5677"/>
                  </a:lnTo>
                  <a:lnTo>
                    <a:pt x="1777" y="5831"/>
                  </a:lnTo>
                  <a:lnTo>
                    <a:pt x="1739" y="5986"/>
                  </a:lnTo>
                  <a:lnTo>
                    <a:pt x="1700" y="6140"/>
                  </a:lnTo>
                  <a:lnTo>
                    <a:pt x="1739" y="6294"/>
                  </a:lnTo>
                  <a:lnTo>
                    <a:pt x="1777" y="6449"/>
                  </a:lnTo>
                  <a:lnTo>
                    <a:pt x="1893" y="6603"/>
                  </a:lnTo>
                  <a:lnTo>
                    <a:pt x="2009" y="6681"/>
                  </a:lnTo>
                  <a:lnTo>
                    <a:pt x="2125" y="6758"/>
                  </a:lnTo>
                  <a:lnTo>
                    <a:pt x="2279" y="6835"/>
                  </a:lnTo>
                  <a:lnTo>
                    <a:pt x="2434" y="6874"/>
                  </a:lnTo>
                  <a:lnTo>
                    <a:pt x="2588" y="6874"/>
                  </a:lnTo>
                  <a:lnTo>
                    <a:pt x="2743" y="6835"/>
                  </a:lnTo>
                  <a:lnTo>
                    <a:pt x="2897" y="6796"/>
                  </a:lnTo>
                  <a:lnTo>
                    <a:pt x="3052" y="6719"/>
                  </a:lnTo>
                  <a:lnTo>
                    <a:pt x="3283" y="6526"/>
                  </a:lnTo>
                  <a:lnTo>
                    <a:pt x="3476" y="6294"/>
                  </a:lnTo>
                  <a:lnTo>
                    <a:pt x="3631" y="5986"/>
                  </a:lnTo>
                  <a:lnTo>
                    <a:pt x="3747" y="5677"/>
                  </a:lnTo>
                  <a:lnTo>
                    <a:pt x="4171" y="6024"/>
                  </a:lnTo>
                  <a:lnTo>
                    <a:pt x="4635" y="6333"/>
                  </a:lnTo>
                  <a:lnTo>
                    <a:pt x="5137" y="6565"/>
                  </a:lnTo>
                  <a:lnTo>
                    <a:pt x="5716" y="6719"/>
                  </a:lnTo>
                  <a:lnTo>
                    <a:pt x="6218" y="6796"/>
                  </a:lnTo>
                  <a:lnTo>
                    <a:pt x="6025" y="6912"/>
                  </a:lnTo>
                  <a:lnTo>
                    <a:pt x="5870" y="7028"/>
                  </a:lnTo>
                  <a:lnTo>
                    <a:pt x="5755" y="7183"/>
                  </a:lnTo>
                  <a:lnTo>
                    <a:pt x="5639" y="7376"/>
                  </a:lnTo>
                  <a:lnTo>
                    <a:pt x="5561" y="7530"/>
                  </a:lnTo>
                  <a:lnTo>
                    <a:pt x="5523" y="7685"/>
                  </a:lnTo>
                  <a:lnTo>
                    <a:pt x="5523" y="7878"/>
                  </a:lnTo>
                  <a:lnTo>
                    <a:pt x="5523" y="8032"/>
                  </a:lnTo>
                  <a:lnTo>
                    <a:pt x="5561" y="8187"/>
                  </a:lnTo>
                  <a:lnTo>
                    <a:pt x="5639" y="8341"/>
                  </a:lnTo>
                  <a:lnTo>
                    <a:pt x="5755" y="8457"/>
                  </a:lnTo>
                  <a:lnTo>
                    <a:pt x="5909" y="8573"/>
                  </a:lnTo>
                  <a:lnTo>
                    <a:pt x="6063" y="8650"/>
                  </a:lnTo>
                  <a:lnTo>
                    <a:pt x="6257" y="8689"/>
                  </a:lnTo>
                  <a:lnTo>
                    <a:pt x="6411" y="8689"/>
                  </a:lnTo>
                  <a:lnTo>
                    <a:pt x="6604" y="8650"/>
                  </a:lnTo>
                  <a:lnTo>
                    <a:pt x="6759" y="8573"/>
                  </a:lnTo>
                  <a:lnTo>
                    <a:pt x="6952" y="8457"/>
                  </a:lnTo>
                  <a:lnTo>
                    <a:pt x="7067" y="8341"/>
                  </a:lnTo>
                  <a:lnTo>
                    <a:pt x="7183" y="8187"/>
                  </a:lnTo>
                  <a:lnTo>
                    <a:pt x="7376" y="7878"/>
                  </a:lnTo>
                  <a:lnTo>
                    <a:pt x="7492" y="7530"/>
                  </a:lnTo>
                  <a:lnTo>
                    <a:pt x="7531" y="7183"/>
                  </a:lnTo>
                  <a:lnTo>
                    <a:pt x="7531" y="6796"/>
                  </a:lnTo>
                  <a:lnTo>
                    <a:pt x="8882" y="6719"/>
                  </a:lnTo>
                  <a:lnTo>
                    <a:pt x="9577" y="6719"/>
                  </a:lnTo>
                  <a:lnTo>
                    <a:pt x="10272" y="6796"/>
                  </a:lnTo>
                  <a:lnTo>
                    <a:pt x="10466" y="6835"/>
                  </a:lnTo>
                  <a:lnTo>
                    <a:pt x="10311" y="6912"/>
                  </a:lnTo>
                  <a:lnTo>
                    <a:pt x="10118" y="7028"/>
                  </a:lnTo>
                  <a:lnTo>
                    <a:pt x="9809" y="7260"/>
                  </a:lnTo>
                  <a:lnTo>
                    <a:pt x="9539" y="7569"/>
                  </a:lnTo>
                  <a:lnTo>
                    <a:pt x="9423" y="7723"/>
                  </a:lnTo>
                  <a:lnTo>
                    <a:pt x="9346" y="7916"/>
                  </a:lnTo>
                  <a:lnTo>
                    <a:pt x="9307" y="8109"/>
                  </a:lnTo>
                  <a:lnTo>
                    <a:pt x="9269" y="8264"/>
                  </a:lnTo>
                  <a:lnTo>
                    <a:pt x="9307" y="8457"/>
                  </a:lnTo>
                  <a:lnTo>
                    <a:pt x="9384" y="8611"/>
                  </a:lnTo>
                  <a:lnTo>
                    <a:pt x="9462" y="8766"/>
                  </a:lnTo>
                  <a:lnTo>
                    <a:pt x="9616" y="8882"/>
                  </a:lnTo>
                  <a:lnTo>
                    <a:pt x="9770" y="8959"/>
                  </a:lnTo>
                  <a:lnTo>
                    <a:pt x="9964" y="8998"/>
                  </a:lnTo>
                  <a:lnTo>
                    <a:pt x="10157" y="8959"/>
                  </a:lnTo>
                  <a:lnTo>
                    <a:pt x="10311" y="8882"/>
                  </a:lnTo>
                  <a:lnTo>
                    <a:pt x="10466" y="8804"/>
                  </a:lnTo>
                  <a:lnTo>
                    <a:pt x="10620" y="8650"/>
                  </a:lnTo>
                  <a:lnTo>
                    <a:pt x="10736" y="8534"/>
                  </a:lnTo>
                  <a:lnTo>
                    <a:pt x="10852" y="8341"/>
                  </a:lnTo>
                  <a:lnTo>
                    <a:pt x="10929" y="8187"/>
                  </a:lnTo>
                  <a:lnTo>
                    <a:pt x="11006" y="7994"/>
                  </a:lnTo>
                  <a:lnTo>
                    <a:pt x="11045" y="7762"/>
                  </a:lnTo>
                  <a:lnTo>
                    <a:pt x="11045" y="7492"/>
                  </a:lnTo>
                  <a:lnTo>
                    <a:pt x="10968" y="7221"/>
                  </a:lnTo>
                  <a:lnTo>
                    <a:pt x="10890" y="6990"/>
                  </a:lnTo>
                  <a:lnTo>
                    <a:pt x="10929" y="6951"/>
                  </a:lnTo>
                  <a:lnTo>
                    <a:pt x="11431" y="7105"/>
                  </a:lnTo>
                  <a:lnTo>
                    <a:pt x="11894" y="7376"/>
                  </a:lnTo>
                  <a:lnTo>
                    <a:pt x="12319" y="7685"/>
                  </a:lnTo>
                  <a:lnTo>
                    <a:pt x="12512" y="7839"/>
                  </a:lnTo>
                  <a:lnTo>
                    <a:pt x="12705" y="8032"/>
                  </a:lnTo>
                  <a:lnTo>
                    <a:pt x="12898" y="8341"/>
                  </a:lnTo>
                  <a:lnTo>
                    <a:pt x="13091" y="8650"/>
                  </a:lnTo>
                  <a:lnTo>
                    <a:pt x="13207" y="8920"/>
                  </a:lnTo>
                  <a:lnTo>
                    <a:pt x="13284" y="9268"/>
                  </a:lnTo>
                  <a:lnTo>
                    <a:pt x="13323" y="9577"/>
                  </a:lnTo>
                  <a:lnTo>
                    <a:pt x="13362" y="9924"/>
                  </a:lnTo>
                  <a:lnTo>
                    <a:pt x="13323" y="10619"/>
                  </a:lnTo>
                  <a:lnTo>
                    <a:pt x="13323" y="10658"/>
                  </a:lnTo>
                  <a:lnTo>
                    <a:pt x="13362" y="10735"/>
                  </a:lnTo>
                  <a:lnTo>
                    <a:pt x="13439" y="10774"/>
                  </a:lnTo>
                  <a:lnTo>
                    <a:pt x="13555" y="10774"/>
                  </a:lnTo>
                  <a:lnTo>
                    <a:pt x="13632" y="10697"/>
                  </a:lnTo>
                  <a:lnTo>
                    <a:pt x="13709" y="10465"/>
                  </a:lnTo>
                  <a:lnTo>
                    <a:pt x="13786" y="10272"/>
                  </a:lnTo>
                  <a:lnTo>
                    <a:pt x="13825" y="10040"/>
                  </a:lnTo>
                  <a:lnTo>
                    <a:pt x="13825" y="9808"/>
                  </a:lnTo>
                  <a:lnTo>
                    <a:pt x="13786" y="9384"/>
                  </a:lnTo>
                  <a:lnTo>
                    <a:pt x="13671" y="8920"/>
                  </a:lnTo>
                  <a:lnTo>
                    <a:pt x="13478" y="8496"/>
                  </a:lnTo>
                  <a:lnTo>
                    <a:pt x="13246" y="8109"/>
                  </a:lnTo>
                  <a:lnTo>
                    <a:pt x="12976" y="7723"/>
                  </a:lnTo>
                  <a:lnTo>
                    <a:pt x="12667" y="7414"/>
                  </a:lnTo>
                  <a:lnTo>
                    <a:pt x="12319" y="7144"/>
                  </a:lnTo>
                  <a:lnTo>
                    <a:pt x="11972" y="6912"/>
                  </a:lnTo>
                  <a:lnTo>
                    <a:pt x="11585" y="6719"/>
                  </a:lnTo>
                  <a:lnTo>
                    <a:pt x="11199" y="6565"/>
                  </a:lnTo>
                  <a:lnTo>
                    <a:pt x="11392" y="6410"/>
                  </a:lnTo>
                  <a:lnTo>
                    <a:pt x="11585" y="6140"/>
                  </a:lnTo>
                  <a:lnTo>
                    <a:pt x="11701" y="5831"/>
                  </a:lnTo>
                  <a:lnTo>
                    <a:pt x="11740" y="5522"/>
                  </a:lnTo>
                  <a:lnTo>
                    <a:pt x="11740" y="5213"/>
                  </a:lnTo>
                  <a:lnTo>
                    <a:pt x="11701" y="5059"/>
                  </a:lnTo>
                  <a:lnTo>
                    <a:pt x="11624" y="4943"/>
                  </a:lnTo>
                  <a:lnTo>
                    <a:pt x="11547" y="4827"/>
                  </a:lnTo>
                  <a:lnTo>
                    <a:pt x="11431" y="4750"/>
                  </a:lnTo>
                  <a:lnTo>
                    <a:pt x="11276" y="4673"/>
                  </a:lnTo>
                  <a:lnTo>
                    <a:pt x="11122" y="4634"/>
                  </a:lnTo>
                  <a:lnTo>
                    <a:pt x="10774" y="4634"/>
                  </a:lnTo>
                  <a:lnTo>
                    <a:pt x="10581" y="4711"/>
                  </a:lnTo>
                  <a:lnTo>
                    <a:pt x="10427" y="4788"/>
                  </a:lnTo>
                  <a:lnTo>
                    <a:pt x="10311" y="4866"/>
                  </a:lnTo>
                  <a:lnTo>
                    <a:pt x="10195" y="5020"/>
                  </a:lnTo>
                  <a:lnTo>
                    <a:pt x="10079" y="5136"/>
                  </a:lnTo>
                  <a:lnTo>
                    <a:pt x="10002" y="5329"/>
                  </a:lnTo>
                  <a:lnTo>
                    <a:pt x="9964" y="5561"/>
                  </a:lnTo>
                  <a:lnTo>
                    <a:pt x="9964" y="5831"/>
                  </a:lnTo>
                  <a:lnTo>
                    <a:pt x="10041" y="6063"/>
                  </a:lnTo>
                  <a:lnTo>
                    <a:pt x="10118" y="6333"/>
                  </a:lnTo>
                  <a:lnTo>
                    <a:pt x="9462" y="6256"/>
                  </a:lnTo>
                  <a:lnTo>
                    <a:pt x="8805" y="6256"/>
                  </a:lnTo>
                  <a:lnTo>
                    <a:pt x="7492" y="6333"/>
                  </a:lnTo>
                  <a:lnTo>
                    <a:pt x="7685" y="6063"/>
                  </a:lnTo>
                  <a:lnTo>
                    <a:pt x="7801" y="5792"/>
                  </a:lnTo>
                  <a:lnTo>
                    <a:pt x="7878" y="5522"/>
                  </a:lnTo>
                  <a:lnTo>
                    <a:pt x="7956" y="5213"/>
                  </a:lnTo>
                  <a:lnTo>
                    <a:pt x="7917" y="4866"/>
                  </a:lnTo>
                  <a:lnTo>
                    <a:pt x="7878" y="4711"/>
                  </a:lnTo>
                  <a:lnTo>
                    <a:pt x="7801" y="4557"/>
                  </a:lnTo>
                  <a:lnTo>
                    <a:pt x="7724" y="4402"/>
                  </a:lnTo>
                  <a:lnTo>
                    <a:pt x="7608" y="4287"/>
                  </a:lnTo>
                  <a:lnTo>
                    <a:pt x="7492" y="4209"/>
                  </a:lnTo>
                  <a:lnTo>
                    <a:pt x="7299" y="4132"/>
                  </a:lnTo>
                  <a:lnTo>
                    <a:pt x="6990" y="4132"/>
                  </a:lnTo>
                  <a:lnTo>
                    <a:pt x="6836" y="4209"/>
                  </a:lnTo>
                  <a:lnTo>
                    <a:pt x="6720" y="4325"/>
                  </a:lnTo>
                  <a:lnTo>
                    <a:pt x="6604" y="4441"/>
                  </a:lnTo>
                  <a:lnTo>
                    <a:pt x="6527" y="4595"/>
                  </a:lnTo>
                  <a:lnTo>
                    <a:pt x="6411" y="4904"/>
                  </a:lnTo>
                  <a:lnTo>
                    <a:pt x="6372" y="5252"/>
                  </a:lnTo>
                  <a:lnTo>
                    <a:pt x="6411" y="5638"/>
                  </a:lnTo>
                  <a:lnTo>
                    <a:pt x="6450" y="5831"/>
                  </a:lnTo>
                  <a:lnTo>
                    <a:pt x="6527" y="6024"/>
                  </a:lnTo>
                  <a:lnTo>
                    <a:pt x="6643" y="6179"/>
                  </a:lnTo>
                  <a:lnTo>
                    <a:pt x="6759" y="6333"/>
                  </a:lnTo>
                  <a:lnTo>
                    <a:pt x="6102" y="6256"/>
                  </a:lnTo>
                  <a:lnTo>
                    <a:pt x="5755" y="6217"/>
                  </a:lnTo>
                  <a:lnTo>
                    <a:pt x="5446" y="6140"/>
                  </a:lnTo>
                  <a:lnTo>
                    <a:pt x="5137" y="6024"/>
                  </a:lnTo>
                  <a:lnTo>
                    <a:pt x="4828" y="5870"/>
                  </a:lnTo>
                  <a:lnTo>
                    <a:pt x="4519" y="5715"/>
                  </a:lnTo>
                  <a:lnTo>
                    <a:pt x="4210" y="5522"/>
                  </a:lnTo>
                  <a:lnTo>
                    <a:pt x="4557" y="5484"/>
                  </a:lnTo>
                  <a:lnTo>
                    <a:pt x="4905" y="5406"/>
                  </a:lnTo>
                  <a:lnTo>
                    <a:pt x="5175" y="5252"/>
                  </a:lnTo>
                  <a:lnTo>
                    <a:pt x="5446" y="5020"/>
                  </a:lnTo>
                  <a:lnTo>
                    <a:pt x="5561" y="4866"/>
                  </a:lnTo>
                  <a:lnTo>
                    <a:pt x="5639" y="4711"/>
                  </a:lnTo>
                  <a:lnTo>
                    <a:pt x="5677" y="4518"/>
                  </a:lnTo>
                  <a:lnTo>
                    <a:pt x="5716" y="4364"/>
                  </a:lnTo>
                  <a:lnTo>
                    <a:pt x="5716" y="4171"/>
                  </a:lnTo>
                  <a:lnTo>
                    <a:pt x="5639" y="4016"/>
                  </a:lnTo>
                  <a:lnTo>
                    <a:pt x="5561" y="3862"/>
                  </a:lnTo>
                  <a:lnTo>
                    <a:pt x="5446" y="3707"/>
                  </a:lnTo>
                  <a:lnTo>
                    <a:pt x="5330" y="3591"/>
                  </a:lnTo>
                  <a:lnTo>
                    <a:pt x="5175" y="3514"/>
                  </a:lnTo>
                  <a:lnTo>
                    <a:pt x="5021" y="3476"/>
                  </a:lnTo>
                  <a:lnTo>
                    <a:pt x="4866" y="3437"/>
                  </a:lnTo>
                  <a:lnTo>
                    <a:pt x="4712" y="3476"/>
                  </a:lnTo>
                  <a:lnTo>
                    <a:pt x="4557" y="3514"/>
                  </a:lnTo>
                  <a:lnTo>
                    <a:pt x="4442" y="3630"/>
                  </a:lnTo>
                  <a:lnTo>
                    <a:pt x="4287" y="3707"/>
                  </a:lnTo>
                  <a:lnTo>
                    <a:pt x="4171" y="3862"/>
                  </a:lnTo>
                  <a:lnTo>
                    <a:pt x="4055" y="4016"/>
                  </a:lnTo>
                  <a:lnTo>
                    <a:pt x="3940" y="4364"/>
                  </a:lnTo>
                  <a:lnTo>
                    <a:pt x="3824" y="4750"/>
                  </a:lnTo>
                  <a:lnTo>
                    <a:pt x="3785" y="5097"/>
                  </a:lnTo>
                  <a:lnTo>
                    <a:pt x="3515" y="4788"/>
                  </a:lnTo>
                  <a:lnTo>
                    <a:pt x="3283" y="4441"/>
                  </a:lnTo>
                  <a:lnTo>
                    <a:pt x="3052" y="4093"/>
                  </a:lnTo>
                  <a:lnTo>
                    <a:pt x="2858" y="3746"/>
                  </a:lnTo>
                  <a:lnTo>
                    <a:pt x="2704" y="3398"/>
                  </a:lnTo>
                  <a:lnTo>
                    <a:pt x="2550" y="3012"/>
                  </a:lnTo>
                  <a:lnTo>
                    <a:pt x="2318" y="2240"/>
                  </a:lnTo>
                  <a:lnTo>
                    <a:pt x="2318" y="2240"/>
                  </a:lnTo>
                  <a:lnTo>
                    <a:pt x="2588" y="2317"/>
                  </a:lnTo>
                  <a:lnTo>
                    <a:pt x="2858" y="2356"/>
                  </a:lnTo>
                  <a:lnTo>
                    <a:pt x="3129" y="2356"/>
                  </a:lnTo>
                  <a:lnTo>
                    <a:pt x="3399" y="2279"/>
                  </a:lnTo>
                  <a:lnTo>
                    <a:pt x="3554" y="2201"/>
                  </a:lnTo>
                  <a:lnTo>
                    <a:pt x="3708" y="2085"/>
                  </a:lnTo>
                  <a:lnTo>
                    <a:pt x="3824" y="1970"/>
                  </a:lnTo>
                  <a:lnTo>
                    <a:pt x="3940" y="1815"/>
                  </a:lnTo>
                  <a:lnTo>
                    <a:pt x="4017" y="1661"/>
                  </a:lnTo>
                  <a:lnTo>
                    <a:pt x="4055" y="1506"/>
                  </a:lnTo>
                  <a:lnTo>
                    <a:pt x="4055" y="1313"/>
                  </a:lnTo>
                  <a:lnTo>
                    <a:pt x="4017" y="1159"/>
                  </a:lnTo>
                  <a:lnTo>
                    <a:pt x="3978" y="1004"/>
                  </a:lnTo>
                  <a:lnTo>
                    <a:pt x="3862" y="850"/>
                  </a:lnTo>
                  <a:lnTo>
                    <a:pt x="3747" y="773"/>
                  </a:lnTo>
                  <a:lnTo>
                    <a:pt x="3592" y="695"/>
                  </a:lnTo>
                  <a:lnTo>
                    <a:pt x="3438" y="618"/>
                  </a:lnTo>
                  <a:lnTo>
                    <a:pt x="3283" y="579"/>
                  </a:lnTo>
                  <a:lnTo>
                    <a:pt x="3129" y="579"/>
                  </a:lnTo>
                  <a:lnTo>
                    <a:pt x="2974" y="618"/>
                  </a:lnTo>
                  <a:lnTo>
                    <a:pt x="2820" y="657"/>
                  </a:lnTo>
                  <a:lnTo>
                    <a:pt x="2665" y="734"/>
                  </a:lnTo>
                  <a:lnTo>
                    <a:pt x="2434" y="927"/>
                  </a:lnTo>
                  <a:lnTo>
                    <a:pt x="2241" y="1159"/>
                  </a:lnTo>
                  <a:lnTo>
                    <a:pt x="2125" y="1468"/>
                  </a:lnTo>
                  <a:lnTo>
                    <a:pt x="18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9" name="Google Shape;3449;p15"/>
            <p:cNvSpPr/>
            <p:nvPr/>
          </p:nvSpPr>
          <p:spPr>
            <a:xfrm>
              <a:off x="5987875" y="4095550"/>
              <a:ext cx="66625" cy="98500"/>
            </a:xfrm>
            <a:custGeom>
              <a:avLst/>
              <a:gdLst/>
              <a:ahLst/>
              <a:cxnLst/>
              <a:rect l="l" t="t" r="r" b="b"/>
              <a:pathLst>
                <a:path w="2665" h="3940" extrusionOk="0">
                  <a:moveTo>
                    <a:pt x="850" y="1"/>
                  </a:moveTo>
                  <a:lnTo>
                    <a:pt x="502" y="117"/>
                  </a:lnTo>
                  <a:lnTo>
                    <a:pt x="618" y="194"/>
                  </a:lnTo>
                  <a:lnTo>
                    <a:pt x="464" y="580"/>
                  </a:lnTo>
                  <a:lnTo>
                    <a:pt x="270" y="1082"/>
                  </a:lnTo>
                  <a:lnTo>
                    <a:pt x="155" y="1584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36"/>
                  </a:lnTo>
                  <a:lnTo>
                    <a:pt x="77" y="3167"/>
                  </a:lnTo>
                  <a:lnTo>
                    <a:pt x="193" y="3399"/>
                  </a:lnTo>
                  <a:lnTo>
                    <a:pt x="309" y="3554"/>
                  </a:lnTo>
                  <a:lnTo>
                    <a:pt x="464" y="3708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40"/>
                  </a:lnTo>
                  <a:lnTo>
                    <a:pt x="1313" y="3901"/>
                  </a:lnTo>
                  <a:lnTo>
                    <a:pt x="1506" y="3824"/>
                  </a:lnTo>
                  <a:lnTo>
                    <a:pt x="1661" y="3669"/>
                  </a:lnTo>
                  <a:lnTo>
                    <a:pt x="1815" y="3476"/>
                  </a:lnTo>
                  <a:lnTo>
                    <a:pt x="1970" y="3283"/>
                  </a:lnTo>
                  <a:lnTo>
                    <a:pt x="2124" y="3052"/>
                  </a:lnTo>
                  <a:lnTo>
                    <a:pt x="2317" y="2511"/>
                  </a:lnTo>
                  <a:lnTo>
                    <a:pt x="2510" y="1970"/>
                  </a:lnTo>
                  <a:lnTo>
                    <a:pt x="2626" y="1468"/>
                  </a:lnTo>
                  <a:lnTo>
                    <a:pt x="2665" y="1044"/>
                  </a:lnTo>
                  <a:lnTo>
                    <a:pt x="2394" y="1005"/>
                  </a:lnTo>
                  <a:lnTo>
                    <a:pt x="2008" y="2009"/>
                  </a:lnTo>
                  <a:lnTo>
                    <a:pt x="1738" y="2665"/>
                  </a:lnTo>
                  <a:lnTo>
                    <a:pt x="1545" y="3013"/>
                  </a:lnTo>
                  <a:lnTo>
                    <a:pt x="1468" y="3206"/>
                  </a:lnTo>
                  <a:lnTo>
                    <a:pt x="1352" y="3283"/>
                  </a:lnTo>
                  <a:lnTo>
                    <a:pt x="1159" y="3283"/>
                  </a:lnTo>
                  <a:lnTo>
                    <a:pt x="1004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897"/>
                  </a:lnTo>
                  <a:lnTo>
                    <a:pt x="541" y="2665"/>
                  </a:lnTo>
                  <a:lnTo>
                    <a:pt x="541" y="2356"/>
                  </a:lnTo>
                  <a:lnTo>
                    <a:pt x="579" y="2048"/>
                  </a:lnTo>
                  <a:lnTo>
                    <a:pt x="657" y="1623"/>
                  </a:lnTo>
                  <a:lnTo>
                    <a:pt x="734" y="1159"/>
                  </a:lnTo>
                  <a:lnTo>
                    <a:pt x="888" y="773"/>
                  </a:lnTo>
                  <a:lnTo>
                    <a:pt x="1043" y="348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6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0" name="Google Shape;3450;p15"/>
            <p:cNvSpPr/>
            <p:nvPr/>
          </p:nvSpPr>
          <p:spPr>
            <a:xfrm>
              <a:off x="4079325" y="4191125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9" y="5909"/>
                  </a:moveTo>
                  <a:lnTo>
                    <a:pt x="1082" y="5986"/>
                  </a:lnTo>
                  <a:lnTo>
                    <a:pt x="1236" y="6025"/>
                  </a:lnTo>
                  <a:lnTo>
                    <a:pt x="1391" y="6179"/>
                  </a:lnTo>
                  <a:lnTo>
                    <a:pt x="1468" y="6334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1" y="6797"/>
                  </a:lnTo>
                  <a:lnTo>
                    <a:pt x="1236" y="6951"/>
                  </a:lnTo>
                  <a:lnTo>
                    <a:pt x="1159" y="7029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90"/>
                  </a:lnTo>
                  <a:lnTo>
                    <a:pt x="464" y="6836"/>
                  </a:lnTo>
                  <a:lnTo>
                    <a:pt x="425" y="6720"/>
                  </a:lnTo>
                  <a:lnTo>
                    <a:pt x="387" y="6643"/>
                  </a:lnTo>
                  <a:lnTo>
                    <a:pt x="348" y="6488"/>
                  </a:lnTo>
                  <a:lnTo>
                    <a:pt x="387" y="6372"/>
                  </a:lnTo>
                  <a:lnTo>
                    <a:pt x="425" y="6256"/>
                  </a:lnTo>
                  <a:lnTo>
                    <a:pt x="503" y="6179"/>
                  </a:lnTo>
                  <a:lnTo>
                    <a:pt x="696" y="6025"/>
                  </a:lnTo>
                  <a:lnTo>
                    <a:pt x="889" y="5909"/>
                  </a:lnTo>
                  <a:close/>
                  <a:moveTo>
                    <a:pt x="5909" y="1"/>
                  </a:moveTo>
                  <a:lnTo>
                    <a:pt x="5831" y="39"/>
                  </a:lnTo>
                  <a:lnTo>
                    <a:pt x="5522" y="310"/>
                  </a:lnTo>
                  <a:lnTo>
                    <a:pt x="5175" y="619"/>
                  </a:lnTo>
                  <a:lnTo>
                    <a:pt x="4596" y="1314"/>
                  </a:lnTo>
                  <a:lnTo>
                    <a:pt x="4017" y="2047"/>
                  </a:lnTo>
                  <a:lnTo>
                    <a:pt x="3437" y="2781"/>
                  </a:lnTo>
                  <a:lnTo>
                    <a:pt x="2279" y="4133"/>
                  </a:lnTo>
                  <a:lnTo>
                    <a:pt x="1738" y="4866"/>
                  </a:lnTo>
                  <a:lnTo>
                    <a:pt x="1198" y="5561"/>
                  </a:lnTo>
                  <a:lnTo>
                    <a:pt x="1043" y="5523"/>
                  </a:lnTo>
                  <a:lnTo>
                    <a:pt x="889" y="5523"/>
                  </a:lnTo>
                  <a:lnTo>
                    <a:pt x="773" y="5561"/>
                  </a:lnTo>
                  <a:lnTo>
                    <a:pt x="618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1" y="6334"/>
                  </a:lnTo>
                  <a:lnTo>
                    <a:pt x="1" y="6488"/>
                  </a:lnTo>
                  <a:lnTo>
                    <a:pt x="1" y="6604"/>
                  </a:lnTo>
                  <a:lnTo>
                    <a:pt x="39" y="6797"/>
                  </a:lnTo>
                  <a:lnTo>
                    <a:pt x="116" y="6990"/>
                  </a:lnTo>
                  <a:lnTo>
                    <a:pt x="194" y="7145"/>
                  </a:lnTo>
                  <a:lnTo>
                    <a:pt x="348" y="7260"/>
                  </a:lnTo>
                  <a:lnTo>
                    <a:pt x="503" y="7376"/>
                  </a:lnTo>
                  <a:lnTo>
                    <a:pt x="696" y="7453"/>
                  </a:lnTo>
                  <a:lnTo>
                    <a:pt x="1082" y="7453"/>
                  </a:lnTo>
                  <a:lnTo>
                    <a:pt x="1275" y="7415"/>
                  </a:lnTo>
                  <a:lnTo>
                    <a:pt x="1429" y="7299"/>
                  </a:lnTo>
                  <a:lnTo>
                    <a:pt x="1584" y="7183"/>
                  </a:lnTo>
                  <a:lnTo>
                    <a:pt x="1700" y="7067"/>
                  </a:lnTo>
                  <a:lnTo>
                    <a:pt x="1815" y="6874"/>
                  </a:lnTo>
                  <a:lnTo>
                    <a:pt x="1854" y="6681"/>
                  </a:lnTo>
                  <a:lnTo>
                    <a:pt x="1893" y="6527"/>
                  </a:lnTo>
                  <a:lnTo>
                    <a:pt x="1854" y="6334"/>
                  </a:lnTo>
                  <a:lnTo>
                    <a:pt x="1815" y="6179"/>
                  </a:lnTo>
                  <a:lnTo>
                    <a:pt x="1738" y="6025"/>
                  </a:lnTo>
                  <a:lnTo>
                    <a:pt x="1661" y="5909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2" y="4403"/>
                  </a:lnTo>
                  <a:lnTo>
                    <a:pt x="3939" y="3013"/>
                  </a:lnTo>
                  <a:lnTo>
                    <a:pt x="4480" y="2395"/>
                  </a:lnTo>
                  <a:lnTo>
                    <a:pt x="5098" y="1700"/>
                  </a:lnTo>
                  <a:lnTo>
                    <a:pt x="5638" y="1043"/>
                  </a:lnTo>
                  <a:lnTo>
                    <a:pt x="5909" y="657"/>
                  </a:lnTo>
                  <a:lnTo>
                    <a:pt x="6102" y="310"/>
                  </a:lnTo>
                  <a:lnTo>
                    <a:pt x="6140" y="194"/>
                  </a:lnTo>
                  <a:lnTo>
                    <a:pt x="6063" y="78"/>
                  </a:lnTo>
                  <a:lnTo>
                    <a:pt x="598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1" name="Google Shape;3451;p15"/>
            <p:cNvSpPr/>
            <p:nvPr/>
          </p:nvSpPr>
          <p:spPr>
            <a:xfrm>
              <a:off x="3825425" y="421912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5"/>
                  </a:lnTo>
                  <a:lnTo>
                    <a:pt x="7531" y="6140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1" y="6565"/>
                  </a:lnTo>
                  <a:lnTo>
                    <a:pt x="7492" y="6681"/>
                  </a:lnTo>
                  <a:lnTo>
                    <a:pt x="7338" y="6797"/>
                  </a:lnTo>
                  <a:lnTo>
                    <a:pt x="7106" y="6913"/>
                  </a:lnTo>
                  <a:lnTo>
                    <a:pt x="6913" y="6913"/>
                  </a:lnTo>
                  <a:lnTo>
                    <a:pt x="6720" y="6835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7" y="6102"/>
                  </a:lnTo>
                  <a:lnTo>
                    <a:pt x="6643" y="5909"/>
                  </a:lnTo>
                  <a:lnTo>
                    <a:pt x="6797" y="5754"/>
                  </a:lnTo>
                  <a:close/>
                  <a:moveTo>
                    <a:pt x="233" y="1"/>
                  </a:moveTo>
                  <a:lnTo>
                    <a:pt x="155" y="39"/>
                  </a:lnTo>
                  <a:lnTo>
                    <a:pt x="78" y="39"/>
                  </a:lnTo>
                  <a:lnTo>
                    <a:pt x="39" y="116"/>
                  </a:lnTo>
                  <a:lnTo>
                    <a:pt x="1" y="232"/>
                  </a:lnTo>
                  <a:lnTo>
                    <a:pt x="1" y="310"/>
                  </a:lnTo>
                  <a:lnTo>
                    <a:pt x="39" y="387"/>
                  </a:lnTo>
                  <a:lnTo>
                    <a:pt x="426" y="773"/>
                  </a:lnTo>
                  <a:lnTo>
                    <a:pt x="812" y="1120"/>
                  </a:lnTo>
                  <a:lnTo>
                    <a:pt x="1623" y="1777"/>
                  </a:lnTo>
                  <a:lnTo>
                    <a:pt x="3399" y="3206"/>
                  </a:lnTo>
                  <a:lnTo>
                    <a:pt x="4866" y="4441"/>
                  </a:lnTo>
                  <a:lnTo>
                    <a:pt x="5639" y="5021"/>
                  </a:lnTo>
                  <a:lnTo>
                    <a:pt x="6411" y="5600"/>
                  </a:lnTo>
                  <a:lnTo>
                    <a:pt x="6295" y="5677"/>
                  </a:lnTo>
                  <a:lnTo>
                    <a:pt x="6218" y="5793"/>
                  </a:lnTo>
                  <a:lnTo>
                    <a:pt x="6102" y="6102"/>
                  </a:lnTo>
                  <a:lnTo>
                    <a:pt x="6063" y="6411"/>
                  </a:lnTo>
                  <a:lnTo>
                    <a:pt x="6102" y="6681"/>
                  </a:lnTo>
                  <a:lnTo>
                    <a:pt x="6179" y="6835"/>
                  </a:lnTo>
                  <a:lnTo>
                    <a:pt x="6295" y="6990"/>
                  </a:lnTo>
                  <a:lnTo>
                    <a:pt x="6411" y="7144"/>
                  </a:lnTo>
                  <a:lnTo>
                    <a:pt x="6565" y="7222"/>
                  </a:lnTo>
                  <a:lnTo>
                    <a:pt x="6720" y="7299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9"/>
                  </a:lnTo>
                  <a:lnTo>
                    <a:pt x="7454" y="7260"/>
                  </a:lnTo>
                  <a:lnTo>
                    <a:pt x="7608" y="7144"/>
                  </a:lnTo>
                  <a:lnTo>
                    <a:pt x="7724" y="7029"/>
                  </a:lnTo>
                  <a:lnTo>
                    <a:pt x="7840" y="6913"/>
                  </a:lnTo>
                  <a:lnTo>
                    <a:pt x="7956" y="6758"/>
                  </a:lnTo>
                  <a:lnTo>
                    <a:pt x="7994" y="6565"/>
                  </a:lnTo>
                  <a:lnTo>
                    <a:pt x="8033" y="6411"/>
                  </a:lnTo>
                  <a:lnTo>
                    <a:pt x="8033" y="6218"/>
                  </a:lnTo>
                  <a:lnTo>
                    <a:pt x="7956" y="6025"/>
                  </a:lnTo>
                  <a:lnTo>
                    <a:pt x="7840" y="5870"/>
                  </a:lnTo>
                  <a:lnTo>
                    <a:pt x="7724" y="5716"/>
                  </a:lnTo>
                  <a:lnTo>
                    <a:pt x="7569" y="5600"/>
                  </a:lnTo>
                  <a:lnTo>
                    <a:pt x="7415" y="5523"/>
                  </a:lnTo>
                  <a:lnTo>
                    <a:pt x="7222" y="5445"/>
                  </a:lnTo>
                  <a:lnTo>
                    <a:pt x="7029" y="5445"/>
                  </a:lnTo>
                  <a:lnTo>
                    <a:pt x="6836" y="5484"/>
                  </a:lnTo>
                  <a:lnTo>
                    <a:pt x="6025" y="4712"/>
                  </a:lnTo>
                  <a:lnTo>
                    <a:pt x="5214" y="4017"/>
                  </a:lnTo>
                  <a:lnTo>
                    <a:pt x="3515" y="2626"/>
                  </a:lnTo>
                  <a:lnTo>
                    <a:pt x="2743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5" y="310"/>
                  </a:lnTo>
                  <a:lnTo>
                    <a:pt x="310" y="39"/>
                  </a:lnTo>
                  <a:lnTo>
                    <a:pt x="23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2" name="Google Shape;3452;p15"/>
            <p:cNvSpPr/>
            <p:nvPr/>
          </p:nvSpPr>
          <p:spPr>
            <a:xfrm>
              <a:off x="3401625" y="4223000"/>
              <a:ext cx="240425" cy="634250"/>
            </a:xfrm>
            <a:custGeom>
              <a:avLst/>
              <a:gdLst/>
              <a:ahLst/>
              <a:cxnLst/>
              <a:rect l="l" t="t" r="r" b="b"/>
              <a:pathLst>
                <a:path w="9617" h="25370" extrusionOk="0">
                  <a:moveTo>
                    <a:pt x="4751" y="463"/>
                  </a:moveTo>
                  <a:lnTo>
                    <a:pt x="5291" y="502"/>
                  </a:lnTo>
                  <a:lnTo>
                    <a:pt x="5755" y="579"/>
                  </a:lnTo>
                  <a:lnTo>
                    <a:pt x="6218" y="772"/>
                  </a:lnTo>
                  <a:lnTo>
                    <a:pt x="6681" y="965"/>
                  </a:lnTo>
                  <a:lnTo>
                    <a:pt x="7067" y="1236"/>
                  </a:lnTo>
                  <a:lnTo>
                    <a:pt x="7454" y="1583"/>
                  </a:lnTo>
                  <a:lnTo>
                    <a:pt x="7801" y="1931"/>
                  </a:lnTo>
                  <a:lnTo>
                    <a:pt x="8149" y="2356"/>
                  </a:lnTo>
                  <a:lnTo>
                    <a:pt x="8419" y="2780"/>
                  </a:lnTo>
                  <a:lnTo>
                    <a:pt x="8651" y="3244"/>
                  </a:lnTo>
                  <a:lnTo>
                    <a:pt x="8844" y="3707"/>
                  </a:lnTo>
                  <a:lnTo>
                    <a:pt x="8998" y="4209"/>
                  </a:lnTo>
                  <a:lnTo>
                    <a:pt x="9075" y="4711"/>
                  </a:lnTo>
                  <a:lnTo>
                    <a:pt x="9114" y="5213"/>
                  </a:lnTo>
                  <a:lnTo>
                    <a:pt x="9114" y="5754"/>
                  </a:lnTo>
                  <a:lnTo>
                    <a:pt x="9075" y="6256"/>
                  </a:lnTo>
                  <a:lnTo>
                    <a:pt x="8998" y="6758"/>
                  </a:lnTo>
                  <a:lnTo>
                    <a:pt x="8882" y="7260"/>
                  </a:lnTo>
                  <a:lnTo>
                    <a:pt x="8689" y="7723"/>
                  </a:lnTo>
                  <a:lnTo>
                    <a:pt x="8496" y="8225"/>
                  </a:lnTo>
                  <a:lnTo>
                    <a:pt x="8303" y="8650"/>
                  </a:lnTo>
                  <a:lnTo>
                    <a:pt x="8033" y="9113"/>
                  </a:lnTo>
                  <a:lnTo>
                    <a:pt x="7763" y="9538"/>
                  </a:lnTo>
                  <a:lnTo>
                    <a:pt x="7454" y="9924"/>
                  </a:lnTo>
                  <a:lnTo>
                    <a:pt x="7106" y="10349"/>
                  </a:lnTo>
                  <a:lnTo>
                    <a:pt x="6759" y="10735"/>
                  </a:lnTo>
                  <a:lnTo>
                    <a:pt x="6025" y="11469"/>
                  </a:lnTo>
                  <a:lnTo>
                    <a:pt x="5253" y="12125"/>
                  </a:lnTo>
                  <a:lnTo>
                    <a:pt x="5098" y="12125"/>
                  </a:lnTo>
                  <a:lnTo>
                    <a:pt x="5059" y="12202"/>
                  </a:lnTo>
                  <a:lnTo>
                    <a:pt x="5021" y="12241"/>
                  </a:lnTo>
                  <a:lnTo>
                    <a:pt x="5021" y="12280"/>
                  </a:lnTo>
                  <a:lnTo>
                    <a:pt x="4210" y="11816"/>
                  </a:lnTo>
                  <a:lnTo>
                    <a:pt x="3476" y="11314"/>
                  </a:lnTo>
                  <a:lnTo>
                    <a:pt x="2781" y="10735"/>
                  </a:lnTo>
                  <a:lnTo>
                    <a:pt x="2472" y="10426"/>
                  </a:lnTo>
                  <a:lnTo>
                    <a:pt x="2163" y="10117"/>
                  </a:lnTo>
                  <a:lnTo>
                    <a:pt x="1893" y="9770"/>
                  </a:lnTo>
                  <a:lnTo>
                    <a:pt x="1661" y="9422"/>
                  </a:lnTo>
                  <a:lnTo>
                    <a:pt x="1430" y="9036"/>
                  </a:lnTo>
                  <a:lnTo>
                    <a:pt x="1198" y="8650"/>
                  </a:lnTo>
                  <a:lnTo>
                    <a:pt x="1005" y="8264"/>
                  </a:lnTo>
                  <a:lnTo>
                    <a:pt x="850" y="7839"/>
                  </a:lnTo>
                  <a:lnTo>
                    <a:pt x="735" y="7376"/>
                  </a:lnTo>
                  <a:lnTo>
                    <a:pt x="619" y="6912"/>
                  </a:lnTo>
                  <a:lnTo>
                    <a:pt x="542" y="6449"/>
                  </a:lnTo>
                  <a:lnTo>
                    <a:pt x="503" y="5985"/>
                  </a:lnTo>
                  <a:lnTo>
                    <a:pt x="503" y="5522"/>
                  </a:lnTo>
                  <a:lnTo>
                    <a:pt x="542" y="5020"/>
                  </a:lnTo>
                  <a:lnTo>
                    <a:pt x="619" y="4557"/>
                  </a:lnTo>
                  <a:lnTo>
                    <a:pt x="696" y="4055"/>
                  </a:lnTo>
                  <a:lnTo>
                    <a:pt x="850" y="3591"/>
                  </a:lnTo>
                  <a:lnTo>
                    <a:pt x="1005" y="3167"/>
                  </a:lnTo>
                  <a:lnTo>
                    <a:pt x="1237" y="2742"/>
                  </a:lnTo>
                  <a:lnTo>
                    <a:pt x="1468" y="2317"/>
                  </a:lnTo>
                  <a:lnTo>
                    <a:pt x="1739" y="1931"/>
                  </a:lnTo>
                  <a:lnTo>
                    <a:pt x="2086" y="1583"/>
                  </a:lnTo>
                  <a:lnTo>
                    <a:pt x="2434" y="1274"/>
                  </a:lnTo>
                  <a:lnTo>
                    <a:pt x="2820" y="1004"/>
                  </a:lnTo>
                  <a:lnTo>
                    <a:pt x="3245" y="811"/>
                  </a:lnTo>
                  <a:lnTo>
                    <a:pt x="3708" y="618"/>
                  </a:lnTo>
                  <a:lnTo>
                    <a:pt x="4249" y="502"/>
                  </a:lnTo>
                  <a:lnTo>
                    <a:pt x="4751" y="463"/>
                  </a:lnTo>
                  <a:close/>
                  <a:moveTo>
                    <a:pt x="5137" y="12627"/>
                  </a:moveTo>
                  <a:lnTo>
                    <a:pt x="5214" y="12666"/>
                  </a:lnTo>
                  <a:lnTo>
                    <a:pt x="5484" y="13129"/>
                  </a:lnTo>
                  <a:lnTo>
                    <a:pt x="4751" y="13052"/>
                  </a:lnTo>
                  <a:lnTo>
                    <a:pt x="5059" y="12627"/>
                  </a:lnTo>
                  <a:close/>
                  <a:moveTo>
                    <a:pt x="3167" y="13979"/>
                  </a:moveTo>
                  <a:lnTo>
                    <a:pt x="3476" y="14403"/>
                  </a:lnTo>
                  <a:lnTo>
                    <a:pt x="3708" y="14828"/>
                  </a:lnTo>
                  <a:lnTo>
                    <a:pt x="3669" y="14867"/>
                  </a:lnTo>
                  <a:lnTo>
                    <a:pt x="3438" y="14944"/>
                  </a:lnTo>
                  <a:lnTo>
                    <a:pt x="3167" y="15021"/>
                  </a:lnTo>
                  <a:lnTo>
                    <a:pt x="2936" y="15060"/>
                  </a:lnTo>
                  <a:lnTo>
                    <a:pt x="2665" y="15021"/>
                  </a:lnTo>
                  <a:lnTo>
                    <a:pt x="2936" y="14519"/>
                  </a:lnTo>
                  <a:lnTo>
                    <a:pt x="3167" y="13979"/>
                  </a:lnTo>
                  <a:close/>
                  <a:moveTo>
                    <a:pt x="5330" y="14867"/>
                  </a:moveTo>
                  <a:lnTo>
                    <a:pt x="5021" y="15987"/>
                  </a:lnTo>
                  <a:lnTo>
                    <a:pt x="4789" y="15794"/>
                  </a:lnTo>
                  <a:lnTo>
                    <a:pt x="4557" y="15562"/>
                  </a:lnTo>
                  <a:lnTo>
                    <a:pt x="4364" y="15330"/>
                  </a:lnTo>
                  <a:lnTo>
                    <a:pt x="4210" y="15098"/>
                  </a:lnTo>
                  <a:lnTo>
                    <a:pt x="4171" y="15060"/>
                  </a:lnTo>
                  <a:lnTo>
                    <a:pt x="5330" y="14867"/>
                  </a:lnTo>
                  <a:close/>
                  <a:moveTo>
                    <a:pt x="4055" y="15407"/>
                  </a:moveTo>
                  <a:lnTo>
                    <a:pt x="4249" y="15678"/>
                  </a:lnTo>
                  <a:lnTo>
                    <a:pt x="4480" y="15948"/>
                  </a:lnTo>
                  <a:lnTo>
                    <a:pt x="4712" y="16218"/>
                  </a:lnTo>
                  <a:lnTo>
                    <a:pt x="4982" y="16450"/>
                  </a:lnTo>
                  <a:lnTo>
                    <a:pt x="5098" y="16489"/>
                  </a:lnTo>
                  <a:lnTo>
                    <a:pt x="4905" y="16991"/>
                  </a:lnTo>
                  <a:lnTo>
                    <a:pt x="4789" y="17531"/>
                  </a:lnTo>
                  <a:lnTo>
                    <a:pt x="4480" y="17145"/>
                  </a:lnTo>
                  <a:lnTo>
                    <a:pt x="4249" y="16759"/>
                  </a:lnTo>
                  <a:lnTo>
                    <a:pt x="4133" y="16527"/>
                  </a:lnTo>
                  <a:lnTo>
                    <a:pt x="4055" y="16296"/>
                  </a:lnTo>
                  <a:lnTo>
                    <a:pt x="4017" y="16064"/>
                  </a:lnTo>
                  <a:lnTo>
                    <a:pt x="4017" y="15794"/>
                  </a:lnTo>
                  <a:lnTo>
                    <a:pt x="4055" y="15407"/>
                  </a:lnTo>
                  <a:close/>
                  <a:moveTo>
                    <a:pt x="5291" y="16798"/>
                  </a:moveTo>
                  <a:lnTo>
                    <a:pt x="5600" y="17145"/>
                  </a:lnTo>
                  <a:lnTo>
                    <a:pt x="5870" y="17531"/>
                  </a:lnTo>
                  <a:lnTo>
                    <a:pt x="5446" y="17570"/>
                  </a:lnTo>
                  <a:lnTo>
                    <a:pt x="5021" y="17647"/>
                  </a:lnTo>
                  <a:lnTo>
                    <a:pt x="5291" y="16798"/>
                  </a:lnTo>
                  <a:close/>
                  <a:moveTo>
                    <a:pt x="4557" y="17879"/>
                  </a:moveTo>
                  <a:lnTo>
                    <a:pt x="4635" y="17995"/>
                  </a:lnTo>
                  <a:lnTo>
                    <a:pt x="4519" y="18149"/>
                  </a:lnTo>
                  <a:lnTo>
                    <a:pt x="4403" y="18381"/>
                  </a:lnTo>
                  <a:lnTo>
                    <a:pt x="4287" y="18805"/>
                  </a:lnTo>
                  <a:lnTo>
                    <a:pt x="3901" y="18381"/>
                  </a:lnTo>
                  <a:lnTo>
                    <a:pt x="3553" y="17917"/>
                  </a:lnTo>
                  <a:lnTo>
                    <a:pt x="4557" y="17879"/>
                  </a:lnTo>
                  <a:close/>
                  <a:moveTo>
                    <a:pt x="7917" y="20003"/>
                  </a:moveTo>
                  <a:lnTo>
                    <a:pt x="7878" y="20736"/>
                  </a:lnTo>
                  <a:lnTo>
                    <a:pt x="7763" y="21509"/>
                  </a:lnTo>
                  <a:lnTo>
                    <a:pt x="6797" y="20775"/>
                  </a:lnTo>
                  <a:lnTo>
                    <a:pt x="6759" y="20736"/>
                  </a:lnTo>
                  <a:lnTo>
                    <a:pt x="6681" y="20466"/>
                  </a:lnTo>
                  <a:lnTo>
                    <a:pt x="6990" y="20273"/>
                  </a:lnTo>
                  <a:lnTo>
                    <a:pt x="7299" y="20118"/>
                  </a:lnTo>
                  <a:lnTo>
                    <a:pt x="7608" y="20041"/>
                  </a:lnTo>
                  <a:lnTo>
                    <a:pt x="7917" y="20003"/>
                  </a:lnTo>
                  <a:close/>
                  <a:moveTo>
                    <a:pt x="5330" y="20389"/>
                  </a:moveTo>
                  <a:lnTo>
                    <a:pt x="6179" y="20813"/>
                  </a:lnTo>
                  <a:lnTo>
                    <a:pt x="5755" y="21200"/>
                  </a:lnTo>
                  <a:lnTo>
                    <a:pt x="5368" y="21663"/>
                  </a:lnTo>
                  <a:lnTo>
                    <a:pt x="5291" y="21007"/>
                  </a:lnTo>
                  <a:lnTo>
                    <a:pt x="5330" y="20389"/>
                  </a:lnTo>
                  <a:close/>
                  <a:moveTo>
                    <a:pt x="4905" y="0"/>
                  </a:moveTo>
                  <a:lnTo>
                    <a:pt x="4519" y="39"/>
                  </a:lnTo>
                  <a:lnTo>
                    <a:pt x="4171" y="39"/>
                  </a:lnTo>
                  <a:lnTo>
                    <a:pt x="3785" y="116"/>
                  </a:lnTo>
                  <a:lnTo>
                    <a:pt x="3438" y="232"/>
                  </a:lnTo>
                  <a:lnTo>
                    <a:pt x="3090" y="348"/>
                  </a:lnTo>
                  <a:lnTo>
                    <a:pt x="2743" y="502"/>
                  </a:lnTo>
                  <a:lnTo>
                    <a:pt x="2434" y="695"/>
                  </a:lnTo>
                  <a:lnTo>
                    <a:pt x="2086" y="927"/>
                  </a:lnTo>
                  <a:lnTo>
                    <a:pt x="1816" y="1197"/>
                  </a:lnTo>
                  <a:lnTo>
                    <a:pt x="1507" y="1506"/>
                  </a:lnTo>
                  <a:lnTo>
                    <a:pt x="1275" y="1815"/>
                  </a:lnTo>
                  <a:lnTo>
                    <a:pt x="1044" y="2124"/>
                  </a:lnTo>
                  <a:lnTo>
                    <a:pt x="812" y="2471"/>
                  </a:lnTo>
                  <a:lnTo>
                    <a:pt x="619" y="2858"/>
                  </a:lnTo>
                  <a:lnTo>
                    <a:pt x="464" y="3205"/>
                  </a:lnTo>
                  <a:lnTo>
                    <a:pt x="310" y="3591"/>
                  </a:lnTo>
                  <a:lnTo>
                    <a:pt x="233" y="3977"/>
                  </a:lnTo>
                  <a:lnTo>
                    <a:pt x="117" y="4364"/>
                  </a:lnTo>
                  <a:lnTo>
                    <a:pt x="78" y="4750"/>
                  </a:lnTo>
                  <a:lnTo>
                    <a:pt x="1" y="5174"/>
                  </a:lnTo>
                  <a:lnTo>
                    <a:pt x="1" y="5561"/>
                  </a:lnTo>
                  <a:lnTo>
                    <a:pt x="1" y="5985"/>
                  </a:lnTo>
                  <a:lnTo>
                    <a:pt x="40" y="6372"/>
                  </a:lnTo>
                  <a:lnTo>
                    <a:pt x="78" y="6796"/>
                  </a:lnTo>
                  <a:lnTo>
                    <a:pt x="155" y="7182"/>
                  </a:lnTo>
                  <a:lnTo>
                    <a:pt x="271" y="7569"/>
                  </a:lnTo>
                  <a:lnTo>
                    <a:pt x="387" y="7993"/>
                  </a:lnTo>
                  <a:lnTo>
                    <a:pt x="542" y="8380"/>
                  </a:lnTo>
                  <a:lnTo>
                    <a:pt x="928" y="9152"/>
                  </a:lnTo>
                  <a:lnTo>
                    <a:pt x="1121" y="9538"/>
                  </a:lnTo>
                  <a:lnTo>
                    <a:pt x="1352" y="9924"/>
                  </a:lnTo>
                  <a:lnTo>
                    <a:pt x="1623" y="10272"/>
                  </a:lnTo>
                  <a:lnTo>
                    <a:pt x="1893" y="10619"/>
                  </a:lnTo>
                  <a:lnTo>
                    <a:pt x="2202" y="10928"/>
                  </a:lnTo>
                  <a:lnTo>
                    <a:pt x="2511" y="11237"/>
                  </a:lnTo>
                  <a:lnTo>
                    <a:pt x="2820" y="11546"/>
                  </a:lnTo>
                  <a:lnTo>
                    <a:pt x="3167" y="11778"/>
                  </a:lnTo>
                  <a:lnTo>
                    <a:pt x="3553" y="12009"/>
                  </a:lnTo>
                  <a:lnTo>
                    <a:pt x="3940" y="12241"/>
                  </a:lnTo>
                  <a:lnTo>
                    <a:pt x="4326" y="12395"/>
                  </a:lnTo>
                  <a:lnTo>
                    <a:pt x="4712" y="12550"/>
                  </a:lnTo>
                  <a:lnTo>
                    <a:pt x="4171" y="13091"/>
                  </a:lnTo>
                  <a:lnTo>
                    <a:pt x="4133" y="13206"/>
                  </a:lnTo>
                  <a:lnTo>
                    <a:pt x="4133" y="13322"/>
                  </a:lnTo>
                  <a:lnTo>
                    <a:pt x="4210" y="13399"/>
                  </a:lnTo>
                  <a:lnTo>
                    <a:pt x="4326" y="13438"/>
                  </a:lnTo>
                  <a:lnTo>
                    <a:pt x="4789" y="13477"/>
                  </a:lnTo>
                  <a:lnTo>
                    <a:pt x="4519" y="13747"/>
                  </a:lnTo>
                  <a:lnTo>
                    <a:pt x="4287" y="13979"/>
                  </a:lnTo>
                  <a:lnTo>
                    <a:pt x="4094" y="14288"/>
                  </a:lnTo>
                  <a:lnTo>
                    <a:pt x="3940" y="14596"/>
                  </a:lnTo>
                  <a:lnTo>
                    <a:pt x="3785" y="14288"/>
                  </a:lnTo>
                  <a:lnTo>
                    <a:pt x="3631" y="14017"/>
                  </a:lnTo>
                  <a:lnTo>
                    <a:pt x="3438" y="13747"/>
                  </a:lnTo>
                  <a:lnTo>
                    <a:pt x="3206" y="13477"/>
                  </a:lnTo>
                  <a:lnTo>
                    <a:pt x="3129" y="13438"/>
                  </a:lnTo>
                  <a:lnTo>
                    <a:pt x="3051" y="13438"/>
                  </a:lnTo>
                  <a:lnTo>
                    <a:pt x="2974" y="13477"/>
                  </a:lnTo>
                  <a:lnTo>
                    <a:pt x="2897" y="13593"/>
                  </a:lnTo>
                  <a:lnTo>
                    <a:pt x="2588" y="14326"/>
                  </a:lnTo>
                  <a:lnTo>
                    <a:pt x="2241" y="15098"/>
                  </a:lnTo>
                  <a:lnTo>
                    <a:pt x="2202" y="15176"/>
                  </a:lnTo>
                  <a:lnTo>
                    <a:pt x="2202" y="15253"/>
                  </a:lnTo>
                  <a:lnTo>
                    <a:pt x="2241" y="15330"/>
                  </a:lnTo>
                  <a:lnTo>
                    <a:pt x="2318" y="15369"/>
                  </a:lnTo>
                  <a:lnTo>
                    <a:pt x="2665" y="15407"/>
                  </a:lnTo>
                  <a:lnTo>
                    <a:pt x="3013" y="15407"/>
                  </a:lnTo>
                  <a:lnTo>
                    <a:pt x="3360" y="15369"/>
                  </a:lnTo>
                  <a:lnTo>
                    <a:pt x="3669" y="15253"/>
                  </a:lnTo>
                  <a:lnTo>
                    <a:pt x="3669" y="15253"/>
                  </a:lnTo>
                  <a:lnTo>
                    <a:pt x="3631" y="15562"/>
                  </a:lnTo>
                  <a:lnTo>
                    <a:pt x="3592" y="15909"/>
                  </a:lnTo>
                  <a:lnTo>
                    <a:pt x="3631" y="16141"/>
                  </a:lnTo>
                  <a:lnTo>
                    <a:pt x="3669" y="16373"/>
                  </a:lnTo>
                  <a:lnTo>
                    <a:pt x="3785" y="16798"/>
                  </a:lnTo>
                  <a:lnTo>
                    <a:pt x="4017" y="17184"/>
                  </a:lnTo>
                  <a:lnTo>
                    <a:pt x="4287" y="17570"/>
                  </a:lnTo>
                  <a:lnTo>
                    <a:pt x="3245" y="17570"/>
                  </a:lnTo>
                  <a:lnTo>
                    <a:pt x="3167" y="17608"/>
                  </a:lnTo>
                  <a:lnTo>
                    <a:pt x="3090" y="17647"/>
                  </a:lnTo>
                  <a:lnTo>
                    <a:pt x="3051" y="17763"/>
                  </a:lnTo>
                  <a:lnTo>
                    <a:pt x="3090" y="17840"/>
                  </a:lnTo>
                  <a:lnTo>
                    <a:pt x="3322" y="18265"/>
                  </a:lnTo>
                  <a:lnTo>
                    <a:pt x="3592" y="18612"/>
                  </a:lnTo>
                  <a:lnTo>
                    <a:pt x="3901" y="18960"/>
                  </a:lnTo>
                  <a:lnTo>
                    <a:pt x="4249" y="19307"/>
                  </a:lnTo>
                  <a:lnTo>
                    <a:pt x="4326" y="19346"/>
                  </a:lnTo>
                  <a:lnTo>
                    <a:pt x="4442" y="19346"/>
                  </a:lnTo>
                  <a:lnTo>
                    <a:pt x="4519" y="19307"/>
                  </a:lnTo>
                  <a:lnTo>
                    <a:pt x="4557" y="19230"/>
                  </a:lnTo>
                  <a:lnTo>
                    <a:pt x="4751" y="18767"/>
                  </a:lnTo>
                  <a:lnTo>
                    <a:pt x="4828" y="18497"/>
                  </a:lnTo>
                  <a:lnTo>
                    <a:pt x="4905" y="18265"/>
                  </a:lnTo>
                  <a:lnTo>
                    <a:pt x="5021" y="18381"/>
                  </a:lnTo>
                  <a:lnTo>
                    <a:pt x="5446" y="18883"/>
                  </a:lnTo>
                  <a:lnTo>
                    <a:pt x="5793" y="19385"/>
                  </a:lnTo>
                  <a:lnTo>
                    <a:pt x="6063" y="19964"/>
                  </a:lnTo>
                  <a:lnTo>
                    <a:pt x="6257" y="20543"/>
                  </a:lnTo>
                  <a:lnTo>
                    <a:pt x="5253" y="19964"/>
                  </a:lnTo>
                  <a:lnTo>
                    <a:pt x="5175" y="19925"/>
                  </a:lnTo>
                  <a:lnTo>
                    <a:pt x="5098" y="19925"/>
                  </a:lnTo>
                  <a:lnTo>
                    <a:pt x="5021" y="20003"/>
                  </a:lnTo>
                  <a:lnTo>
                    <a:pt x="4982" y="20041"/>
                  </a:lnTo>
                  <a:lnTo>
                    <a:pt x="4944" y="20582"/>
                  </a:lnTo>
                  <a:lnTo>
                    <a:pt x="4944" y="21084"/>
                  </a:lnTo>
                  <a:lnTo>
                    <a:pt x="4982" y="21586"/>
                  </a:lnTo>
                  <a:lnTo>
                    <a:pt x="5059" y="22088"/>
                  </a:lnTo>
                  <a:lnTo>
                    <a:pt x="5098" y="22204"/>
                  </a:lnTo>
                  <a:lnTo>
                    <a:pt x="5214" y="22242"/>
                  </a:lnTo>
                  <a:lnTo>
                    <a:pt x="5291" y="22242"/>
                  </a:lnTo>
                  <a:lnTo>
                    <a:pt x="5368" y="22165"/>
                  </a:lnTo>
                  <a:lnTo>
                    <a:pt x="5870" y="21663"/>
                  </a:lnTo>
                  <a:lnTo>
                    <a:pt x="6372" y="21161"/>
                  </a:lnTo>
                  <a:lnTo>
                    <a:pt x="6411" y="21547"/>
                  </a:lnTo>
                  <a:lnTo>
                    <a:pt x="6372" y="21933"/>
                  </a:lnTo>
                  <a:lnTo>
                    <a:pt x="6295" y="22474"/>
                  </a:lnTo>
                  <a:lnTo>
                    <a:pt x="6102" y="23053"/>
                  </a:lnTo>
                  <a:lnTo>
                    <a:pt x="5870" y="23671"/>
                  </a:lnTo>
                  <a:lnTo>
                    <a:pt x="5677" y="23941"/>
                  </a:lnTo>
                  <a:lnTo>
                    <a:pt x="5523" y="24173"/>
                  </a:lnTo>
                  <a:lnTo>
                    <a:pt x="5330" y="24405"/>
                  </a:lnTo>
                  <a:lnTo>
                    <a:pt x="5098" y="24598"/>
                  </a:lnTo>
                  <a:lnTo>
                    <a:pt x="4866" y="24752"/>
                  </a:lnTo>
                  <a:lnTo>
                    <a:pt x="4635" y="24868"/>
                  </a:lnTo>
                  <a:lnTo>
                    <a:pt x="4364" y="24945"/>
                  </a:lnTo>
                  <a:lnTo>
                    <a:pt x="4094" y="24907"/>
                  </a:lnTo>
                  <a:lnTo>
                    <a:pt x="3785" y="24868"/>
                  </a:lnTo>
                  <a:lnTo>
                    <a:pt x="3476" y="24714"/>
                  </a:lnTo>
                  <a:lnTo>
                    <a:pt x="3399" y="24675"/>
                  </a:lnTo>
                  <a:lnTo>
                    <a:pt x="3360" y="24675"/>
                  </a:lnTo>
                  <a:lnTo>
                    <a:pt x="3283" y="24752"/>
                  </a:lnTo>
                  <a:lnTo>
                    <a:pt x="3245" y="24868"/>
                  </a:lnTo>
                  <a:lnTo>
                    <a:pt x="3245" y="24907"/>
                  </a:lnTo>
                  <a:lnTo>
                    <a:pt x="3283" y="24945"/>
                  </a:lnTo>
                  <a:lnTo>
                    <a:pt x="3438" y="25100"/>
                  </a:lnTo>
                  <a:lnTo>
                    <a:pt x="3592" y="25216"/>
                  </a:lnTo>
                  <a:lnTo>
                    <a:pt x="3785" y="25293"/>
                  </a:lnTo>
                  <a:lnTo>
                    <a:pt x="3940" y="25331"/>
                  </a:lnTo>
                  <a:lnTo>
                    <a:pt x="4133" y="25370"/>
                  </a:lnTo>
                  <a:lnTo>
                    <a:pt x="4287" y="25370"/>
                  </a:lnTo>
                  <a:lnTo>
                    <a:pt x="4635" y="25293"/>
                  </a:lnTo>
                  <a:lnTo>
                    <a:pt x="4982" y="25138"/>
                  </a:lnTo>
                  <a:lnTo>
                    <a:pt x="5330" y="24945"/>
                  </a:lnTo>
                  <a:lnTo>
                    <a:pt x="5600" y="24714"/>
                  </a:lnTo>
                  <a:lnTo>
                    <a:pt x="5870" y="24443"/>
                  </a:lnTo>
                  <a:lnTo>
                    <a:pt x="6141" y="24057"/>
                  </a:lnTo>
                  <a:lnTo>
                    <a:pt x="6334" y="23671"/>
                  </a:lnTo>
                  <a:lnTo>
                    <a:pt x="6527" y="23285"/>
                  </a:lnTo>
                  <a:lnTo>
                    <a:pt x="6643" y="22860"/>
                  </a:lnTo>
                  <a:lnTo>
                    <a:pt x="6759" y="22435"/>
                  </a:lnTo>
                  <a:lnTo>
                    <a:pt x="6797" y="21972"/>
                  </a:lnTo>
                  <a:lnTo>
                    <a:pt x="6836" y="21547"/>
                  </a:lnTo>
                  <a:lnTo>
                    <a:pt x="6797" y="21084"/>
                  </a:lnTo>
                  <a:lnTo>
                    <a:pt x="7763" y="21933"/>
                  </a:lnTo>
                  <a:lnTo>
                    <a:pt x="7840" y="21972"/>
                  </a:lnTo>
                  <a:lnTo>
                    <a:pt x="7917" y="21972"/>
                  </a:lnTo>
                  <a:lnTo>
                    <a:pt x="7994" y="21933"/>
                  </a:lnTo>
                  <a:lnTo>
                    <a:pt x="8071" y="21856"/>
                  </a:lnTo>
                  <a:lnTo>
                    <a:pt x="8149" y="21354"/>
                  </a:lnTo>
                  <a:lnTo>
                    <a:pt x="8226" y="20852"/>
                  </a:lnTo>
                  <a:lnTo>
                    <a:pt x="8303" y="19809"/>
                  </a:lnTo>
                  <a:lnTo>
                    <a:pt x="8303" y="19732"/>
                  </a:lnTo>
                  <a:lnTo>
                    <a:pt x="8265" y="19694"/>
                  </a:lnTo>
                  <a:lnTo>
                    <a:pt x="8187" y="19655"/>
                  </a:lnTo>
                  <a:lnTo>
                    <a:pt x="8149" y="19616"/>
                  </a:lnTo>
                  <a:lnTo>
                    <a:pt x="7724" y="19655"/>
                  </a:lnTo>
                  <a:lnTo>
                    <a:pt x="7299" y="19732"/>
                  </a:lnTo>
                  <a:lnTo>
                    <a:pt x="6952" y="19848"/>
                  </a:lnTo>
                  <a:lnTo>
                    <a:pt x="6604" y="20080"/>
                  </a:lnTo>
                  <a:lnTo>
                    <a:pt x="6334" y="19539"/>
                  </a:lnTo>
                  <a:lnTo>
                    <a:pt x="6025" y="18999"/>
                  </a:lnTo>
                  <a:lnTo>
                    <a:pt x="5677" y="18497"/>
                  </a:lnTo>
                  <a:lnTo>
                    <a:pt x="5253" y="18033"/>
                  </a:lnTo>
                  <a:lnTo>
                    <a:pt x="5214" y="17995"/>
                  </a:lnTo>
                  <a:lnTo>
                    <a:pt x="5716" y="17956"/>
                  </a:lnTo>
                  <a:lnTo>
                    <a:pt x="6179" y="17879"/>
                  </a:lnTo>
                  <a:lnTo>
                    <a:pt x="6257" y="17840"/>
                  </a:lnTo>
                  <a:lnTo>
                    <a:pt x="6295" y="17763"/>
                  </a:lnTo>
                  <a:lnTo>
                    <a:pt x="6295" y="17686"/>
                  </a:lnTo>
                  <a:lnTo>
                    <a:pt x="6257" y="17608"/>
                  </a:lnTo>
                  <a:lnTo>
                    <a:pt x="6102" y="17261"/>
                  </a:lnTo>
                  <a:lnTo>
                    <a:pt x="5870" y="16952"/>
                  </a:lnTo>
                  <a:lnTo>
                    <a:pt x="5639" y="16682"/>
                  </a:lnTo>
                  <a:lnTo>
                    <a:pt x="5368" y="16411"/>
                  </a:lnTo>
                  <a:lnTo>
                    <a:pt x="5291" y="16373"/>
                  </a:lnTo>
                  <a:lnTo>
                    <a:pt x="5793" y="14674"/>
                  </a:lnTo>
                  <a:lnTo>
                    <a:pt x="5793" y="14558"/>
                  </a:lnTo>
                  <a:lnTo>
                    <a:pt x="5755" y="14481"/>
                  </a:lnTo>
                  <a:lnTo>
                    <a:pt x="5677" y="14442"/>
                  </a:lnTo>
                  <a:lnTo>
                    <a:pt x="5561" y="14442"/>
                  </a:lnTo>
                  <a:lnTo>
                    <a:pt x="4326" y="14674"/>
                  </a:lnTo>
                  <a:lnTo>
                    <a:pt x="4326" y="14674"/>
                  </a:lnTo>
                  <a:lnTo>
                    <a:pt x="4519" y="14326"/>
                  </a:lnTo>
                  <a:lnTo>
                    <a:pt x="4751" y="14056"/>
                  </a:lnTo>
                  <a:lnTo>
                    <a:pt x="4982" y="13786"/>
                  </a:lnTo>
                  <a:lnTo>
                    <a:pt x="5214" y="13515"/>
                  </a:lnTo>
                  <a:lnTo>
                    <a:pt x="5870" y="13554"/>
                  </a:lnTo>
                  <a:lnTo>
                    <a:pt x="5986" y="13515"/>
                  </a:lnTo>
                  <a:lnTo>
                    <a:pt x="6025" y="13438"/>
                  </a:lnTo>
                  <a:lnTo>
                    <a:pt x="6063" y="13361"/>
                  </a:lnTo>
                  <a:lnTo>
                    <a:pt x="6025" y="13245"/>
                  </a:lnTo>
                  <a:lnTo>
                    <a:pt x="5832" y="12820"/>
                  </a:lnTo>
                  <a:lnTo>
                    <a:pt x="5561" y="12434"/>
                  </a:lnTo>
                  <a:lnTo>
                    <a:pt x="6257" y="11893"/>
                  </a:lnTo>
                  <a:lnTo>
                    <a:pt x="6913" y="11276"/>
                  </a:lnTo>
                  <a:lnTo>
                    <a:pt x="7531" y="10619"/>
                  </a:lnTo>
                  <a:lnTo>
                    <a:pt x="8110" y="9885"/>
                  </a:lnTo>
                  <a:lnTo>
                    <a:pt x="8573" y="9152"/>
                  </a:lnTo>
                  <a:lnTo>
                    <a:pt x="8805" y="8766"/>
                  </a:lnTo>
                  <a:lnTo>
                    <a:pt x="8998" y="8341"/>
                  </a:lnTo>
                  <a:lnTo>
                    <a:pt x="9153" y="7916"/>
                  </a:lnTo>
                  <a:lnTo>
                    <a:pt x="9307" y="7491"/>
                  </a:lnTo>
                  <a:lnTo>
                    <a:pt x="9423" y="7067"/>
                  </a:lnTo>
                  <a:lnTo>
                    <a:pt x="9500" y="6642"/>
                  </a:lnTo>
                  <a:lnTo>
                    <a:pt x="9577" y="6217"/>
                  </a:lnTo>
                  <a:lnTo>
                    <a:pt x="9616" y="5754"/>
                  </a:lnTo>
                  <a:lnTo>
                    <a:pt x="9616" y="5329"/>
                  </a:lnTo>
                  <a:lnTo>
                    <a:pt x="9577" y="4904"/>
                  </a:lnTo>
                  <a:lnTo>
                    <a:pt x="9539" y="4479"/>
                  </a:lnTo>
                  <a:lnTo>
                    <a:pt x="9462" y="4093"/>
                  </a:lnTo>
                  <a:lnTo>
                    <a:pt x="9346" y="3669"/>
                  </a:lnTo>
                  <a:lnTo>
                    <a:pt x="9230" y="3282"/>
                  </a:lnTo>
                  <a:lnTo>
                    <a:pt x="9037" y="2896"/>
                  </a:lnTo>
                  <a:lnTo>
                    <a:pt x="8882" y="2510"/>
                  </a:lnTo>
                  <a:lnTo>
                    <a:pt x="8651" y="2163"/>
                  </a:lnTo>
                  <a:lnTo>
                    <a:pt x="8380" y="1815"/>
                  </a:lnTo>
                  <a:lnTo>
                    <a:pt x="8110" y="1506"/>
                  </a:lnTo>
                  <a:lnTo>
                    <a:pt x="7801" y="1197"/>
                  </a:lnTo>
                  <a:lnTo>
                    <a:pt x="7492" y="927"/>
                  </a:lnTo>
                  <a:lnTo>
                    <a:pt x="7106" y="695"/>
                  </a:lnTo>
                  <a:lnTo>
                    <a:pt x="6759" y="502"/>
                  </a:lnTo>
                  <a:lnTo>
                    <a:pt x="6411" y="348"/>
                  </a:lnTo>
                  <a:lnTo>
                    <a:pt x="6025" y="193"/>
                  </a:lnTo>
                  <a:lnTo>
                    <a:pt x="5639" y="116"/>
                  </a:lnTo>
                  <a:lnTo>
                    <a:pt x="5291" y="3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3" name="Google Shape;3453;p15"/>
            <p:cNvSpPr/>
            <p:nvPr/>
          </p:nvSpPr>
          <p:spPr>
            <a:xfrm>
              <a:off x="3031900" y="4271250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4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8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1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5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9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5"/>
                  </a:lnTo>
                  <a:lnTo>
                    <a:pt x="1159" y="541"/>
                  </a:lnTo>
                  <a:lnTo>
                    <a:pt x="1352" y="426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9"/>
                  </a:lnTo>
                  <a:lnTo>
                    <a:pt x="309" y="928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6"/>
                  </a:lnTo>
                  <a:lnTo>
                    <a:pt x="0" y="2009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3" y="2858"/>
                  </a:lnTo>
                  <a:lnTo>
                    <a:pt x="425" y="3244"/>
                  </a:lnTo>
                  <a:lnTo>
                    <a:pt x="695" y="3553"/>
                  </a:lnTo>
                  <a:lnTo>
                    <a:pt x="1043" y="3824"/>
                  </a:lnTo>
                  <a:lnTo>
                    <a:pt x="1468" y="4017"/>
                  </a:lnTo>
                  <a:lnTo>
                    <a:pt x="1661" y="4094"/>
                  </a:lnTo>
                  <a:lnTo>
                    <a:pt x="1893" y="4133"/>
                  </a:lnTo>
                  <a:lnTo>
                    <a:pt x="2317" y="4133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3"/>
                  </a:lnTo>
                  <a:lnTo>
                    <a:pt x="4171" y="1430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7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4" name="Google Shape;3454;p15"/>
            <p:cNvSpPr/>
            <p:nvPr/>
          </p:nvSpPr>
          <p:spPr>
            <a:xfrm>
              <a:off x="5567925" y="4274150"/>
              <a:ext cx="67600" cy="76300"/>
            </a:xfrm>
            <a:custGeom>
              <a:avLst/>
              <a:gdLst/>
              <a:ahLst/>
              <a:cxnLst/>
              <a:rect l="l" t="t" r="r" b="b"/>
              <a:pathLst>
                <a:path w="2704" h="3052" extrusionOk="0">
                  <a:moveTo>
                    <a:pt x="1159" y="425"/>
                  </a:moveTo>
                  <a:lnTo>
                    <a:pt x="1429" y="503"/>
                  </a:lnTo>
                  <a:lnTo>
                    <a:pt x="1661" y="619"/>
                  </a:lnTo>
                  <a:lnTo>
                    <a:pt x="1854" y="773"/>
                  </a:lnTo>
                  <a:lnTo>
                    <a:pt x="2009" y="966"/>
                  </a:lnTo>
                  <a:lnTo>
                    <a:pt x="2124" y="1121"/>
                  </a:lnTo>
                  <a:lnTo>
                    <a:pt x="2202" y="1314"/>
                  </a:lnTo>
                  <a:lnTo>
                    <a:pt x="2318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2" y="2395"/>
                  </a:lnTo>
                  <a:lnTo>
                    <a:pt x="2047" y="2279"/>
                  </a:lnTo>
                  <a:lnTo>
                    <a:pt x="1623" y="2047"/>
                  </a:lnTo>
                  <a:lnTo>
                    <a:pt x="1236" y="1893"/>
                  </a:lnTo>
                  <a:lnTo>
                    <a:pt x="1005" y="1777"/>
                  </a:lnTo>
                  <a:lnTo>
                    <a:pt x="812" y="1661"/>
                  </a:lnTo>
                  <a:lnTo>
                    <a:pt x="619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2"/>
                  </a:lnTo>
                  <a:lnTo>
                    <a:pt x="541" y="657"/>
                  </a:lnTo>
                  <a:lnTo>
                    <a:pt x="619" y="580"/>
                  </a:lnTo>
                  <a:lnTo>
                    <a:pt x="696" y="503"/>
                  </a:lnTo>
                  <a:lnTo>
                    <a:pt x="812" y="464"/>
                  </a:lnTo>
                  <a:lnTo>
                    <a:pt x="927" y="425"/>
                  </a:lnTo>
                  <a:close/>
                  <a:moveTo>
                    <a:pt x="1005" y="1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1"/>
                  </a:lnTo>
                  <a:lnTo>
                    <a:pt x="194" y="425"/>
                  </a:lnTo>
                  <a:lnTo>
                    <a:pt x="78" y="619"/>
                  </a:lnTo>
                  <a:lnTo>
                    <a:pt x="1" y="812"/>
                  </a:lnTo>
                  <a:lnTo>
                    <a:pt x="1" y="1005"/>
                  </a:lnTo>
                  <a:lnTo>
                    <a:pt x="1" y="1236"/>
                  </a:lnTo>
                  <a:lnTo>
                    <a:pt x="39" y="1429"/>
                  </a:lnTo>
                  <a:lnTo>
                    <a:pt x="155" y="1623"/>
                  </a:lnTo>
                  <a:lnTo>
                    <a:pt x="387" y="1854"/>
                  </a:lnTo>
                  <a:lnTo>
                    <a:pt x="619" y="2047"/>
                  </a:lnTo>
                  <a:lnTo>
                    <a:pt x="889" y="2202"/>
                  </a:lnTo>
                  <a:lnTo>
                    <a:pt x="1198" y="2318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9" y="2742"/>
                  </a:lnTo>
                  <a:lnTo>
                    <a:pt x="2202" y="2974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1" y="3013"/>
                  </a:lnTo>
                  <a:lnTo>
                    <a:pt x="2588" y="2974"/>
                  </a:lnTo>
                  <a:lnTo>
                    <a:pt x="2626" y="2897"/>
                  </a:lnTo>
                  <a:lnTo>
                    <a:pt x="2704" y="2318"/>
                  </a:lnTo>
                  <a:lnTo>
                    <a:pt x="2704" y="2009"/>
                  </a:lnTo>
                  <a:lnTo>
                    <a:pt x="2704" y="1700"/>
                  </a:lnTo>
                  <a:lnTo>
                    <a:pt x="2626" y="1429"/>
                  </a:lnTo>
                  <a:lnTo>
                    <a:pt x="2549" y="1121"/>
                  </a:lnTo>
                  <a:lnTo>
                    <a:pt x="2433" y="850"/>
                  </a:lnTo>
                  <a:lnTo>
                    <a:pt x="2279" y="580"/>
                  </a:lnTo>
                  <a:lnTo>
                    <a:pt x="2124" y="425"/>
                  </a:lnTo>
                  <a:lnTo>
                    <a:pt x="1931" y="271"/>
                  </a:lnTo>
                  <a:lnTo>
                    <a:pt x="1700" y="117"/>
                  </a:lnTo>
                  <a:lnTo>
                    <a:pt x="1507" y="39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5" name="Google Shape;3455;p15"/>
            <p:cNvSpPr/>
            <p:nvPr/>
          </p:nvSpPr>
          <p:spPr>
            <a:xfrm>
              <a:off x="2254775" y="4312775"/>
              <a:ext cx="326325" cy="190200"/>
            </a:xfrm>
            <a:custGeom>
              <a:avLst/>
              <a:gdLst/>
              <a:ahLst/>
              <a:cxnLst/>
              <a:rect l="l" t="t" r="r" b="b"/>
              <a:pathLst>
                <a:path w="13053" h="7608" extrusionOk="0">
                  <a:moveTo>
                    <a:pt x="8920" y="271"/>
                  </a:moveTo>
                  <a:lnTo>
                    <a:pt x="9036" y="348"/>
                  </a:lnTo>
                  <a:lnTo>
                    <a:pt x="9191" y="464"/>
                  </a:lnTo>
                  <a:lnTo>
                    <a:pt x="9307" y="618"/>
                  </a:lnTo>
                  <a:lnTo>
                    <a:pt x="9384" y="657"/>
                  </a:lnTo>
                  <a:lnTo>
                    <a:pt x="9422" y="966"/>
                  </a:lnTo>
                  <a:lnTo>
                    <a:pt x="9422" y="1275"/>
                  </a:lnTo>
                  <a:lnTo>
                    <a:pt x="9345" y="1545"/>
                  </a:lnTo>
                  <a:lnTo>
                    <a:pt x="9229" y="1815"/>
                  </a:lnTo>
                  <a:lnTo>
                    <a:pt x="9036" y="2085"/>
                  </a:lnTo>
                  <a:lnTo>
                    <a:pt x="8882" y="2317"/>
                  </a:lnTo>
                  <a:lnTo>
                    <a:pt x="8457" y="2781"/>
                  </a:lnTo>
                  <a:lnTo>
                    <a:pt x="6990" y="4441"/>
                  </a:lnTo>
                  <a:lnTo>
                    <a:pt x="6835" y="4441"/>
                  </a:lnTo>
                  <a:lnTo>
                    <a:pt x="7106" y="3476"/>
                  </a:lnTo>
                  <a:lnTo>
                    <a:pt x="7415" y="2549"/>
                  </a:lnTo>
                  <a:lnTo>
                    <a:pt x="7801" y="1506"/>
                  </a:lnTo>
                  <a:lnTo>
                    <a:pt x="8032" y="1043"/>
                  </a:lnTo>
                  <a:lnTo>
                    <a:pt x="8187" y="773"/>
                  </a:lnTo>
                  <a:lnTo>
                    <a:pt x="8380" y="502"/>
                  </a:lnTo>
                  <a:lnTo>
                    <a:pt x="8573" y="348"/>
                  </a:lnTo>
                  <a:lnTo>
                    <a:pt x="8689" y="271"/>
                  </a:lnTo>
                  <a:close/>
                  <a:moveTo>
                    <a:pt x="2124" y="4441"/>
                  </a:moveTo>
                  <a:lnTo>
                    <a:pt x="2974" y="4557"/>
                  </a:lnTo>
                  <a:lnTo>
                    <a:pt x="3823" y="4711"/>
                  </a:lnTo>
                  <a:lnTo>
                    <a:pt x="4905" y="4866"/>
                  </a:lnTo>
                  <a:lnTo>
                    <a:pt x="5407" y="4943"/>
                  </a:lnTo>
                  <a:lnTo>
                    <a:pt x="5947" y="4982"/>
                  </a:lnTo>
                  <a:lnTo>
                    <a:pt x="4673" y="5213"/>
                  </a:lnTo>
                  <a:lnTo>
                    <a:pt x="3399" y="5406"/>
                  </a:lnTo>
                  <a:lnTo>
                    <a:pt x="2703" y="5484"/>
                  </a:lnTo>
                  <a:lnTo>
                    <a:pt x="1622" y="5484"/>
                  </a:lnTo>
                  <a:lnTo>
                    <a:pt x="1236" y="5445"/>
                  </a:lnTo>
                  <a:lnTo>
                    <a:pt x="966" y="5368"/>
                  </a:lnTo>
                  <a:lnTo>
                    <a:pt x="773" y="5291"/>
                  </a:lnTo>
                  <a:lnTo>
                    <a:pt x="696" y="5213"/>
                  </a:lnTo>
                  <a:lnTo>
                    <a:pt x="657" y="5097"/>
                  </a:lnTo>
                  <a:lnTo>
                    <a:pt x="657" y="4982"/>
                  </a:lnTo>
                  <a:lnTo>
                    <a:pt x="696" y="4827"/>
                  </a:lnTo>
                  <a:lnTo>
                    <a:pt x="734" y="4673"/>
                  </a:lnTo>
                  <a:lnTo>
                    <a:pt x="811" y="4557"/>
                  </a:lnTo>
                  <a:lnTo>
                    <a:pt x="889" y="4480"/>
                  </a:lnTo>
                  <a:lnTo>
                    <a:pt x="966" y="4441"/>
                  </a:lnTo>
                  <a:close/>
                  <a:moveTo>
                    <a:pt x="7183" y="4866"/>
                  </a:moveTo>
                  <a:lnTo>
                    <a:pt x="8380" y="5097"/>
                  </a:lnTo>
                  <a:lnTo>
                    <a:pt x="9616" y="5406"/>
                  </a:lnTo>
                  <a:lnTo>
                    <a:pt x="10272" y="5599"/>
                  </a:lnTo>
                  <a:lnTo>
                    <a:pt x="10967" y="5792"/>
                  </a:lnTo>
                  <a:lnTo>
                    <a:pt x="11662" y="6024"/>
                  </a:lnTo>
                  <a:lnTo>
                    <a:pt x="12087" y="6217"/>
                  </a:lnTo>
                  <a:lnTo>
                    <a:pt x="12203" y="6256"/>
                  </a:lnTo>
                  <a:lnTo>
                    <a:pt x="12319" y="6333"/>
                  </a:lnTo>
                  <a:lnTo>
                    <a:pt x="12396" y="6410"/>
                  </a:lnTo>
                  <a:lnTo>
                    <a:pt x="12434" y="6526"/>
                  </a:lnTo>
                  <a:lnTo>
                    <a:pt x="12473" y="6642"/>
                  </a:lnTo>
                  <a:lnTo>
                    <a:pt x="12473" y="6796"/>
                  </a:lnTo>
                  <a:lnTo>
                    <a:pt x="12396" y="7144"/>
                  </a:lnTo>
                  <a:lnTo>
                    <a:pt x="12241" y="7183"/>
                  </a:lnTo>
                  <a:lnTo>
                    <a:pt x="12010" y="7221"/>
                  </a:lnTo>
                  <a:lnTo>
                    <a:pt x="11817" y="7183"/>
                  </a:lnTo>
                  <a:lnTo>
                    <a:pt x="11585" y="7144"/>
                  </a:lnTo>
                  <a:lnTo>
                    <a:pt x="11122" y="7028"/>
                  </a:lnTo>
                  <a:lnTo>
                    <a:pt x="10735" y="6874"/>
                  </a:lnTo>
                  <a:lnTo>
                    <a:pt x="10002" y="6603"/>
                  </a:lnTo>
                  <a:lnTo>
                    <a:pt x="9307" y="6256"/>
                  </a:lnTo>
                  <a:lnTo>
                    <a:pt x="8766" y="5947"/>
                  </a:lnTo>
                  <a:lnTo>
                    <a:pt x="8225" y="5599"/>
                  </a:lnTo>
                  <a:lnTo>
                    <a:pt x="7183" y="4866"/>
                  </a:lnTo>
                  <a:close/>
                  <a:moveTo>
                    <a:pt x="8805" y="0"/>
                  </a:moveTo>
                  <a:lnTo>
                    <a:pt x="8573" y="39"/>
                  </a:lnTo>
                  <a:lnTo>
                    <a:pt x="8341" y="155"/>
                  </a:lnTo>
                  <a:lnTo>
                    <a:pt x="8110" y="271"/>
                  </a:lnTo>
                  <a:lnTo>
                    <a:pt x="7955" y="464"/>
                  </a:lnTo>
                  <a:lnTo>
                    <a:pt x="7723" y="850"/>
                  </a:lnTo>
                  <a:lnTo>
                    <a:pt x="7492" y="1275"/>
                  </a:lnTo>
                  <a:lnTo>
                    <a:pt x="7183" y="2201"/>
                  </a:lnTo>
                  <a:lnTo>
                    <a:pt x="6835" y="3321"/>
                  </a:lnTo>
                  <a:lnTo>
                    <a:pt x="6719" y="3862"/>
                  </a:lnTo>
                  <a:lnTo>
                    <a:pt x="6604" y="4441"/>
                  </a:lnTo>
                  <a:lnTo>
                    <a:pt x="6526" y="4518"/>
                  </a:lnTo>
                  <a:lnTo>
                    <a:pt x="6526" y="4634"/>
                  </a:lnTo>
                  <a:lnTo>
                    <a:pt x="5947" y="4595"/>
                  </a:lnTo>
                  <a:lnTo>
                    <a:pt x="5407" y="4557"/>
                  </a:lnTo>
                  <a:lnTo>
                    <a:pt x="4325" y="4402"/>
                  </a:lnTo>
                  <a:lnTo>
                    <a:pt x="3244" y="4209"/>
                  </a:lnTo>
                  <a:lnTo>
                    <a:pt x="2703" y="4132"/>
                  </a:lnTo>
                  <a:lnTo>
                    <a:pt x="2124" y="4093"/>
                  </a:lnTo>
                  <a:lnTo>
                    <a:pt x="1545" y="4055"/>
                  </a:lnTo>
                  <a:lnTo>
                    <a:pt x="1159" y="4055"/>
                  </a:lnTo>
                  <a:lnTo>
                    <a:pt x="773" y="4093"/>
                  </a:lnTo>
                  <a:lnTo>
                    <a:pt x="425" y="4209"/>
                  </a:lnTo>
                  <a:lnTo>
                    <a:pt x="271" y="4287"/>
                  </a:lnTo>
                  <a:lnTo>
                    <a:pt x="155" y="4364"/>
                  </a:lnTo>
                  <a:lnTo>
                    <a:pt x="78" y="4480"/>
                  </a:lnTo>
                  <a:lnTo>
                    <a:pt x="0" y="4634"/>
                  </a:lnTo>
                  <a:lnTo>
                    <a:pt x="0" y="4789"/>
                  </a:lnTo>
                  <a:lnTo>
                    <a:pt x="39" y="4982"/>
                  </a:lnTo>
                  <a:lnTo>
                    <a:pt x="78" y="5136"/>
                  </a:lnTo>
                  <a:lnTo>
                    <a:pt x="155" y="5252"/>
                  </a:lnTo>
                  <a:lnTo>
                    <a:pt x="232" y="5406"/>
                  </a:lnTo>
                  <a:lnTo>
                    <a:pt x="348" y="5522"/>
                  </a:lnTo>
                  <a:lnTo>
                    <a:pt x="618" y="5677"/>
                  </a:lnTo>
                  <a:lnTo>
                    <a:pt x="927" y="5792"/>
                  </a:lnTo>
                  <a:lnTo>
                    <a:pt x="1275" y="5870"/>
                  </a:lnTo>
                  <a:lnTo>
                    <a:pt x="1622" y="5908"/>
                  </a:lnTo>
                  <a:lnTo>
                    <a:pt x="2240" y="5908"/>
                  </a:lnTo>
                  <a:lnTo>
                    <a:pt x="3360" y="5831"/>
                  </a:lnTo>
                  <a:lnTo>
                    <a:pt x="4441" y="5715"/>
                  </a:lnTo>
                  <a:lnTo>
                    <a:pt x="5561" y="5484"/>
                  </a:lnTo>
                  <a:lnTo>
                    <a:pt x="6102" y="5329"/>
                  </a:lnTo>
                  <a:lnTo>
                    <a:pt x="6604" y="5136"/>
                  </a:lnTo>
                  <a:lnTo>
                    <a:pt x="6604" y="5175"/>
                  </a:lnTo>
                  <a:lnTo>
                    <a:pt x="6642" y="5599"/>
                  </a:lnTo>
                  <a:lnTo>
                    <a:pt x="6681" y="5792"/>
                  </a:lnTo>
                  <a:lnTo>
                    <a:pt x="6758" y="5986"/>
                  </a:lnTo>
                  <a:lnTo>
                    <a:pt x="7028" y="6024"/>
                  </a:lnTo>
                  <a:lnTo>
                    <a:pt x="7028" y="5986"/>
                  </a:lnTo>
                  <a:lnTo>
                    <a:pt x="6951" y="5599"/>
                  </a:lnTo>
                  <a:lnTo>
                    <a:pt x="6951" y="5406"/>
                  </a:lnTo>
                  <a:lnTo>
                    <a:pt x="6990" y="5213"/>
                  </a:lnTo>
                  <a:lnTo>
                    <a:pt x="7028" y="5175"/>
                  </a:lnTo>
                  <a:lnTo>
                    <a:pt x="7723" y="5754"/>
                  </a:lnTo>
                  <a:lnTo>
                    <a:pt x="8496" y="6256"/>
                  </a:lnTo>
                  <a:lnTo>
                    <a:pt x="9307" y="6681"/>
                  </a:lnTo>
                  <a:lnTo>
                    <a:pt x="10118" y="7067"/>
                  </a:lnTo>
                  <a:lnTo>
                    <a:pt x="10774" y="7337"/>
                  </a:lnTo>
                  <a:lnTo>
                    <a:pt x="11237" y="7453"/>
                  </a:lnTo>
                  <a:lnTo>
                    <a:pt x="11662" y="7569"/>
                  </a:lnTo>
                  <a:lnTo>
                    <a:pt x="12126" y="7607"/>
                  </a:lnTo>
                  <a:lnTo>
                    <a:pt x="12319" y="7569"/>
                  </a:lnTo>
                  <a:lnTo>
                    <a:pt x="12512" y="7530"/>
                  </a:lnTo>
                  <a:lnTo>
                    <a:pt x="12666" y="7453"/>
                  </a:lnTo>
                  <a:lnTo>
                    <a:pt x="12821" y="7376"/>
                  </a:lnTo>
                  <a:lnTo>
                    <a:pt x="12936" y="7221"/>
                  </a:lnTo>
                  <a:lnTo>
                    <a:pt x="13014" y="7028"/>
                  </a:lnTo>
                  <a:lnTo>
                    <a:pt x="13052" y="6874"/>
                  </a:lnTo>
                  <a:lnTo>
                    <a:pt x="13052" y="6719"/>
                  </a:lnTo>
                  <a:lnTo>
                    <a:pt x="13014" y="6565"/>
                  </a:lnTo>
                  <a:lnTo>
                    <a:pt x="12975" y="6449"/>
                  </a:lnTo>
                  <a:lnTo>
                    <a:pt x="12898" y="6333"/>
                  </a:lnTo>
                  <a:lnTo>
                    <a:pt x="12782" y="6217"/>
                  </a:lnTo>
                  <a:lnTo>
                    <a:pt x="12512" y="6024"/>
                  </a:lnTo>
                  <a:lnTo>
                    <a:pt x="12241" y="5870"/>
                  </a:lnTo>
                  <a:lnTo>
                    <a:pt x="11894" y="5715"/>
                  </a:lnTo>
                  <a:lnTo>
                    <a:pt x="11353" y="5522"/>
                  </a:lnTo>
                  <a:lnTo>
                    <a:pt x="10388" y="5213"/>
                  </a:lnTo>
                  <a:lnTo>
                    <a:pt x="9384" y="4943"/>
                  </a:lnTo>
                  <a:lnTo>
                    <a:pt x="8380" y="4711"/>
                  </a:lnTo>
                  <a:lnTo>
                    <a:pt x="7376" y="4518"/>
                  </a:lnTo>
                  <a:lnTo>
                    <a:pt x="8418" y="3437"/>
                  </a:lnTo>
                  <a:lnTo>
                    <a:pt x="8882" y="2896"/>
                  </a:lnTo>
                  <a:lnTo>
                    <a:pt x="9345" y="2279"/>
                  </a:lnTo>
                  <a:lnTo>
                    <a:pt x="9461" y="2085"/>
                  </a:lnTo>
                  <a:lnTo>
                    <a:pt x="9577" y="1854"/>
                  </a:lnTo>
                  <a:lnTo>
                    <a:pt x="9654" y="1622"/>
                  </a:lnTo>
                  <a:lnTo>
                    <a:pt x="9731" y="1390"/>
                  </a:lnTo>
                  <a:lnTo>
                    <a:pt x="9731" y="1159"/>
                  </a:lnTo>
                  <a:lnTo>
                    <a:pt x="9693" y="927"/>
                  </a:lnTo>
                  <a:lnTo>
                    <a:pt x="9654" y="657"/>
                  </a:lnTo>
                  <a:lnTo>
                    <a:pt x="9500" y="464"/>
                  </a:lnTo>
                  <a:lnTo>
                    <a:pt x="9461" y="309"/>
                  </a:lnTo>
                  <a:lnTo>
                    <a:pt x="9384" y="232"/>
                  </a:lnTo>
                  <a:lnTo>
                    <a:pt x="9229" y="78"/>
                  </a:lnTo>
                  <a:lnTo>
                    <a:pt x="903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6" name="Google Shape;3456;p15"/>
            <p:cNvSpPr/>
            <p:nvPr/>
          </p:nvSpPr>
          <p:spPr>
            <a:xfrm>
              <a:off x="1058675" y="4315675"/>
              <a:ext cx="594700" cy="534825"/>
            </a:xfrm>
            <a:custGeom>
              <a:avLst/>
              <a:gdLst/>
              <a:ahLst/>
              <a:cxnLst/>
              <a:rect l="l" t="t" r="r" b="b"/>
              <a:pathLst>
                <a:path w="23788" h="21393" extrusionOk="0">
                  <a:moveTo>
                    <a:pt x="23478" y="270"/>
                  </a:moveTo>
                  <a:lnTo>
                    <a:pt x="23401" y="386"/>
                  </a:lnTo>
                  <a:lnTo>
                    <a:pt x="22590" y="1815"/>
                  </a:lnTo>
                  <a:lnTo>
                    <a:pt x="21741" y="3205"/>
                  </a:lnTo>
                  <a:lnTo>
                    <a:pt x="20853" y="4595"/>
                  </a:lnTo>
                  <a:lnTo>
                    <a:pt x="19926" y="5985"/>
                  </a:lnTo>
                  <a:lnTo>
                    <a:pt x="19269" y="5754"/>
                  </a:lnTo>
                  <a:lnTo>
                    <a:pt x="18999" y="5638"/>
                  </a:lnTo>
                  <a:lnTo>
                    <a:pt x="18690" y="5483"/>
                  </a:lnTo>
                  <a:lnTo>
                    <a:pt x="18420" y="5290"/>
                  </a:lnTo>
                  <a:lnTo>
                    <a:pt x="18150" y="5059"/>
                  </a:lnTo>
                  <a:lnTo>
                    <a:pt x="17918" y="4827"/>
                  </a:lnTo>
                  <a:lnTo>
                    <a:pt x="17686" y="4557"/>
                  </a:lnTo>
                  <a:lnTo>
                    <a:pt x="17493" y="4286"/>
                  </a:lnTo>
                  <a:lnTo>
                    <a:pt x="17339" y="3977"/>
                  </a:lnTo>
                  <a:lnTo>
                    <a:pt x="17030" y="3360"/>
                  </a:lnTo>
                  <a:lnTo>
                    <a:pt x="16798" y="2742"/>
                  </a:lnTo>
                  <a:lnTo>
                    <a:pt x="16605" y="2085"/>
                  </a:lnTo>
                  <a:lnTo>
                    <a:pt x="17416" y="1776"/>
                  </a:lnTo>
                  <a:lnTo>
                    <a:pt x="18265" y="1467"/>
                  </a:lnTo>
                  <a:lnTo>
                    <a:pt x="19115" y="1197"/>
                  </a:lnTo>
                  <a:lnTo>
                    <a:pt x="19965" y="965"/>
                  </a:lnTo>
                  <a:lnTo>
                    <a:pt x="20853" y="772"/>
                  </a:lnTo>
                  <a:lnTo>
                    <a:pt x="21702" y="579"/>
                  </a:lnTo>
                  <a:lnTo>
                    <a:pt x="22590" y="425"/>
                  </a:lnTo>
                  <a:lnTo>
                    <a:pt x="23478" y="270"/>
                  </a:lnTo>
                  <a:close/>
                  <a:moveTo>
                    <a:pt x="4866" y="7607"/>
                  </a:moveTo>
                  <a:lnTo>
                    <a:pt x="6256" y="7646"/>
                  </a:lnTo>
                  <a:lnTo>
                    <a:pt x="7608" y="7723"/>
                  </a:lnTo>
                  <a:lnTo>
                    <a:pt x="7222" y="8186"/>
                  </a:lnTo>
                  <a:lnTo>
                    <a:pt x="6835" y="8650"/>
                  </a:lnTo>
                  <a:lnTo>
                    <a:pt x="6488" y="9190"/>
                  </a:lnTo>
                  <a:lnTo>
                    <a:pt x="6140" y="9692"/>
                  </a:lnTo>
                  <a:lnTo>
                    <a:pt x="5909" y="10233"/>
                  </a:lnTo>
                  <a:lnTo>
                    <a:pt x="5870" y="10272"/>
                  </a:lnTo>
                  <a:lnTo>
                    <a:pt x="5214" y="10774"/>
                  </a:lnTo>
                  <a:lnTo>
                    <a:pt x="4557" y="11314"/>
                  </a:lnTo>
                  <a:lnTo>
                    <a:pt x="4326" y="11546"/>
                  </a:lnTo>
                  <a:lnTo>
                    <a:pt x="4094" y="11816"/>
                  </a:lnTo>
                  <a:lnTo>
                    <a:pt x="3824" y="12048"/>
                  </a:lnTo>
                  <a:lnTo>
                    <a:pt x="3708" y="12125"/>
                  </a:lnTo>
                  <a:lnTo>
                    <a:pt x="3553" y="12164"/>
                  </a:lnTo>
                  <a:lnTo>
                    <a:pt x="3399" y="12202"/>
                  </a:lnTo>
                  <a:lnTo>
                    <a:pt x="3206" y="12164"/>
                  </a:lnTo>
                  <a:lnTo>
                    <a:pt x="2742" y="12087"/>
                  </a:lnTo>
                  <a:lnTo>
                    <a:pt x="1970" y="11855"/>
                  </a:lnTo>
                  <a:lnTo>
                    <a:pt x="387" y="11507"/>
                  </a:lnTo>
                  <a:lnTo>
                    <a:pt x="1005" y="11083"/>
                  </a:lnTo>
                  <a:lnTo>
                    <a:pt x="1584" y="10658"/>
                  </a:lnTo>
                  <a:lnTo>
                    <a:pt x="2163" y="10156"/>
                  </a:lnTo>
                  <a:lnTo>
                    <a:pt x="2704" y="9654"/>
                  </a:lnTo>
                  <a:lnTo>
                    <a:pt x="3553" y="8804"/>
                  </a:lnTo>
                  <a:lnTo>
                    <a:pt x="4055" y="8186"/>
                  </a:lnTo>
                  <a:lnTo>
                    <a:pt x="4326" y="7916"/>
                  </a:lnTo>
                  <a:lnTo>
                    <a:pt x="4634" y="7684"/>
                  </a:lnTo>
                  <a:lnTo>
                    <a:pt x="4789" y="7684"/>
                  </a:lnTo>
                  <a:lnTo>
                    <a:pt x="4827" y="7646"/>
                  </a:lnTo>
                  <a:lnTo>
                    <a:pt x="4866" y="7607"/>
                  </a:lnTo>
                  <a:close/>
                  <a:moveTo>
                    <a:pt x="16296" y="2201"/>
                  </a:moveTo>
                  <a:lnTo>
                    <a:pt x="16489" y="2858"/>
                  </a:lnTo>
                  <a:lnTo>
                    <a:pt x="16721" y="3553"/>
                  </a:lnTo>
                  <a:lnTo>
                    <a:pt x="17030" y="4209"/>
                  </a:lnTo>
                  <a:lnTo>
                    <a:pt x="17223" y="4518"/>
                  </a:lnTo>
                  <a:lnTo>
                    <a:pt x="17455" y="4827"/>
                  </a:lnTo>
                  <a:lnTo>
                    <a:pt x="17648" y="5136"/>
                  </a:lnTo>
                  <a:lnTo>
                    <a:pt x="17879" y="5368"/>
                  </a:lnTo>
                  <a:lnTo>
                    <a:pt x="18150" y="5599"/>
                  </a:lnTo>
                  <a:lnTo>
                    <a:pt x="18420" y="5831"/>
                  </a:lnTo>
                  <a:lnTo>
                    <a:pt x="18729" y="5985"/>
                  </a:lnTo>
                  <a:lnTo>
                    <a:pt x="19038" y="6140"/>
                  </a:lnTo>
                  <a:lnTo>
                    <a:pt x="19385" y="6217"/>
                  </a:lnTo>
                  <a:lnTo>
                    <a:pt x="19771" y="6256"/>
                  </a:lnTo>
                  <a:lnTo>
                    <a:pt x="18922" y="7453"/>
                  </a:lnTo>
                  <a:lnTo>
                    <a:pt x="18034" y="8611"/>
                  </a:lnTo>
                  <a:lnTo>
                    <a:pt x="17223" y="9615"/>
                  </a:lnTo>
                  <a:lnTo>
                    <a:pt x="16373" y="10581"/>
                  </a:lnTo>
                  <a:lnTo>
                    <a:pt x="15524" y="11507"/>
                  </a:lnTo>
                  <a:lnTo>
                    <a:pt x="14597" y="12395"/>
                  </a:lnTo>
                  <a:lnTo>
                    <a:pt x="13670" y="13284"/>
                  </a:lnTo>
                  <a:lnTo>
                    <a:pt x="13168" y="13747"/>
                  </a:lnTo>
                  <a:lnTo>
                    <a:pt x="12628" y="14172"/>
                  </a:lnTo>
                  <a:lnTo>
                    <a:pt x="12126" y="14558"/>
                  </a:lnTo>
                  <a:lnTo>
                    <a:pt x="11546" y="14905"/>
                  </a:lnTo>
                  <a:lnTo>
                    <a:pt x="10967" y="15214"/>
                  </a:lnTo>
                  <a:lnTo>
                    <a:pt x="10388" y="15446"/>
                  </a:lnTo>
                  <a:lnTo>
                    <a:pt x="9809" y="15600"/>
                  </a:lnTo>
                  <a:lnTo>
                    <a:pt x="9191" y="15678"/>
                  </a:lnTo>
                  <a:lnTo>
                    <a:pt x="8612" y="15678"/>
                  </a:lnTo>
                  <a:lnTo>
                    <a:pt x="8341" y="15639"/>
                  </a:lnTo>
                  <a:lnTo>
                    <a:pt x="8033" y="15562"/>
                  </a:lnTo>
                  <a:lnTo>
                    <a:pt x="7762" y="15446"/>
                  </a:lnTo>
                  <a:lnTo>
                    <a:pt x="7531" y="15330"/>
                  </a:lnTo>
                  <a:lnTo>
                    <a:pt x="7260" y="15214"/>
                  </a:lnTo>
                  <a:lnTo>
                    <a:pt x="7029" y="15021"/>
                  </a:lnTo>
                  <a:lnTo>
                    <a:pt x="6835" y="14828"/>
                  </a:lnTo>
                  <a:lnTo>
                    <a:pt x="6642" y="14597"/>
                  </a:lnTo>
                  <a:lnTo>
                    <a:pt x="6449" y="14365"/>
                  </a:lnTo>
                  <a:lnTo>
                    <a:pt x="6295" y="14095"/>
                  </a:lnTo>
                  <a:lnTo>
                    <a:pt x="6063" y="13554"/>
                  </a:lnTo>
                  <a:lnTo>
                    <a:pt x="5909" y="13013"/>
                  </a:lnTo>
                  <a:lnTo>
                    <a:pt x="5870" y="12434"/>
                  </a:lnTo>
                  <a:lnTo>
                    <a:pt x="5870" y="11855"/>
                  </a:lnTo>
                  <a:lnTo>
                    <a:pt x="5986" y="11314"/>
                  </a:lnTo>
                  <a:lnTo>
                    <a:pt x="6140" y="10735"/>
                  </a:lnTo>
                  <a:lnTo>
                    <a:pt x="6333" y="10194"/>
                  </a:lnTo>
                  <a:lnTo>
                    <a:pt x="6604" y="9692"/>
                  </a:lnTo>
                  <a:lnTo>
                    <a:pt x="6913" y="9229"/>
                  </a:lnTo>
                  <a:lnTo>
                    <a:pt x="7222" y="8766"/>
                  </a:lnTo>
                  <a:lnTo>
                    <a:pt x="7569" y="8302"/>
                  </a:lnTo>
                  <a:lnTo>
                    <a:pt x="7955" y="7878"/>
                  </a:lnTo>
                  <a:lnTo>
                    <a:pt x="8766" y="7067"/>
                  </a:lnTo>
                  <a:lnTo>
                    <a:pt x="9616" y="6333"/>
                  </a:lnTo>
                  <a:lnTo>
                    <a:pt x="10542" y="5561"/>
                  </a:lnTo>
                  <a:lnTo>
                    <a:pt x="11508" y="4866"/>
                  </a:lnTo>
                  <a:lnTo>
                    <a:pt x="12473" y="4209"/>
                  </a:lnTo>
                  <a:lnTo>
                    <a:pt x="13516" y="3591"/>
                  </a:lnTo>
                  <a:lnTo>
                    <a:pt x="14211" y="3205"/>
                  </a:lnTo>
                  <a:lnTo>
                    <a:pt x="14906" y="2858"/>
                  </a:lnTo>
                  <a:lnTo>
                    <a:pt x="15601" y="2510"/>
                  </a:lnTo>
                  <a:lnTo>
                    <a:pt x="16296" y="2201"/>
                  </a:lnTo>
                  <a:close/>
                  <a:moveTo>
                    <a:pt x="5638" y="13361"/>
                  </a:moveTo>
                  <a:lnTo>
                    <a:pt x="5754" y="13747"/>
                  </a:lnTo>
                  <a:lnTo>
                    <a:pt x="5870" y="14133"/>
                  </a:lnTo>
                  <a:lnTo>
                    <a:pt x="6063" y="14519"/>
                  </a:lnTo>
                  <a:lnTo>
                    <a:pt x="6295" y="14828"/>
                  </a:lnTo>
                  <a:lnTo>
                    <a:pt x="6565" y="15137"/>
                  </a:lnTo>
                  <a:lnTo>
                    <a:pt x="6874" y="15407"/>
                  </a:lnTo>
                  <a:lnTo>
                    <a:pt x="7222" y="15639"/>
                  </a:lnTo>
                  <a:lnTo>
                    <a:pt x="7608" y="15832"/>
                  </a:lnTo>
                  <a:lnTo>
                    <a:pt x="7415" y="16141"/>
                  </a:lnTo>
                  <a:lnTo>
                    <a:pt x="7260" y="16489"/>
                  </a:lnTo>
                  <a:lnTo>
                    <a:pt x="6797" y="16296"/>
                  </a:lnTo>
                  <a:lnTo>
                    <a:pt x="6411" y="16025"/>
                  </a:lnTo>
                  <a:lnTo>
                    <a:pt x="6025" y="15716"/>
                  </a:lnTo>
                  <a:lnTo>
                    <a:pt x="5716" y="15369"/>
                  </a:lnTo>
                  <a:lnTo>
                    <a:pt x="5484" y="14983"/>
                  </a:lnTo>
                  <a:lnTo>
                    <a:pt x="5252" y="14558"/>
                  </a:lnTo>
                  <a:lnTo>
                    <a:pt x="5098" y="14133"/>
                  </a:lnTo>
                  <a:lnTo>
                    <a:pt x="5021" y="13631"/>
                  </a:lnTo>
                  <a:lnTo>
                    <a:pt x="4982" y="13593"/>
                  </a:lnTo>
                  <a:lnTo>
                    <a:pt x="5638" y="13361"/>
                  </a:lnTo>
                  <a:close/>
                  <a:moveTo>
                    <a:pt x="4827" y="13670"/>
                  </a:moveTo>
                  <a:lnTo>
                    <a:pt x="4866" y="14210"/>
                  </a:lnTo>
                  <a:lnTo>
                    <a:pt x="4982" y="14712"/>
                  </a:lnTo>
                  <a:lnTo>
                    <a:pt x="5214" y="15176"/>
                  </a:lnTo>
                  <a:lnTo>
                    <a:pt x="5484" y="15600"/>
                  </a:lnTo>
                  <a:lnTo>
                    <a:pt x="5831" y="15948"/>
                  </a:lnTo>
                  <a:lnTo>
                    <a:pt x="6218" y="16296"/>
                  </a:lnTo>
                  <a:lnTo>
                    <a:pt x="6642" y="16566"/>
                  </a:lnTo>
                  <a:lnTo>
                    <a:pt x="7106" y="16759"/>
                  </a:lnTo>
                  <a:lnTo>
                    <a:pt x="6951" y="17300"/>
                  </a:lnTo>
                  <a:lnTo>
                    <a:pt x="6411" y="17029"/>
                  </a:lnTo>
                  <a:lnTo>
                    <a:pt x="5909" y="16720"/>
                  </a:lnTo>
                  <a:lnTo>
                    <a:pt x="5484" y="16373"/>
                  </a:lnTo>
                  <a:lnTo>
                    <a:pt x="5098" y="15987"/>
                  </a:lnTo>
                  <a:lnTo>
                    <a:pt x="4789" y="15562"/>
                  </a:lnTo>
                  <a:lnTo>
                    <a:pt x="4480" y="15060"/>
                  </a:lnTo>
                  <a:lnTo>
                    <a:pt x="4248" y="14558"/>
                  </a:lnTo>
                  <a:lnTo>
                    <a:pt x="4055" y="13979"/>
                  </a:lnTo>
                  <a:lnTo>
                    <a:pt x="4248" y="13940"/>
                  </a:lnTo>
                  <a:lnTo>
                    <a:pt x="4441" y="13863"/>
                  </a:lnTo>
                  <a:lnTo>
                    <a:pt x="4827" y="13670"/>
                  </a:lnTo>
                  <a:close/>
                  <a:moveTo>
                    <a:pt x="4441" y="15871"/>
                  </a:moveTo>
                  <a:lnTo>
                    <a:pt x="4673" y="16180"/>
                  </a:lnTo>
                  <a:lnTo>
                    <a:pt x="4905" y="16450"/>
                  </a:lnTo>
                  <a:lnTo>
                    <a:pt x="5175" y="16682"/>
                  </a:lnTo>
                  <a:lnTo>
                    <a:pt x="5445" y="16913"/>
                  </a:lnTo>
                  <a:lnTo>
                    <a:pt x="5291" y="17029"/>
                  </a:lnTo>
                  <a:lnTo>
                    <a:pt x="5214" y="17222"/>
                  </a:lnTo>
                  <a:lnTo>
                    <a:pt x="5098" y="17068"/>
                  </a:lnTo>
                  <a:lnTo>
                    <a:pt x="5059" y="16991"/>
                  </a:lnTo>
                  <a:lnTo>
                    <a:pt x="4982" y="16952"/>
                  </a:lnTo>
                  <a:lnTo>
                    <a:pt x="4905" y="16952"/>
                  </a:lnTo>
                  <a:lnTo>
                    <a:pt x="4827" y="16991"/>
                  </a:lnTo>
                  <a:lnTo>
                    <a:pt x="4519" y="17415"/>
                  </a:lnTo>
                  <a:lnTo>
                    <a:pt x="4210" y="17840"/>
                  </a:lnTo>
                  <a:lnTo>
                    <a:pt x="3862" y="18226"/>
                  </a:lnTo>
                  <a:lnTo>
                    <a:pt x="3476" y="18574"/>
                  </a:lnTo>
                  <a:lnTo>
                    <a:pt x="3090" y="18921"/>
                  </a:lnTo>
                  <a:lnTo>
                    <a:pt x="2665" y="19230"/>
                  </a:lnTo>
                  <a:lnTo>
                    <a:pt x="2240" y="19501"/>
                  </a:lnTo>
                  <a:lnTo>
                    <a:pt x="1777" y="19771"/>
                  </a:lnTo>
                  <a:lnTo>
                    <a:pt x="1777" y="19771"/>
                  </a:lnTo>
                  <a:lnTo>
                    <a:pt x="1816" y="19346"/>
                  </a:lnTo>
                  <a:lnTo>
                    <a:pt x="1854" y="18921"/>
                  </a:lnTo>
                  <a:lnTo>
                    <a:pt x="2009" y="18535"/>
                  </a:lnTo>
                  <a:lnTo>
                    <a:pt x="2163" y="18188"/>
                  </a:lnTo>
                  <a:lnTo>
                    <a:pt x="2395" y="17840"/>
                  </a:lnTo>
                  <a:lnTo>
                    <a:pt x="2665" y="17531"/>
                  </a:lnTo>
                  <a:lnTo>
                    <a:pt x="2974" y="17222"/>
                  </a:lnTo>
                  <a:lnTo>
                    <a:pt x="3360" y="16913"/>
                  </a:lnTo>
                  <a:lnTo>
                    <a:pt x="3669" y="16720"/>
                  </a:lnTo>
                  <a:lnTo>
                    <a:pt x="3939" y="16489"/>
                  </a:lnTo>
                  <a:lnTo>
                    <a:pt x="4017" y="16334"/>
                  </a:lnTo>
                  <a:lnTo>
                    <a:pt x="4094" y="16218"/>
                  </a:lnTo>
                  <a:lnTo>
                    <a:pt x="4094" y="16064"/>
                  </a:lnTo>
                  <a:lnTo>
                    <a:pt x="4055" y="15871"/>
                  </a:lnTo>
                  <a:close/>
                  <a:moveTo>
                    <a:pt x="13439" y="13979"/>
                  </a:moveTo>
                  <a:lnTo>
                    <a:pt x="13400" y="14674"/>
                  </a:lnTo>
                  <a:lnTo>
                    <a:pt x="13400" y="15369"/>
                  </a:lnTo>
                  <a:lnTo>
                    <a:pt x="13477" y="16025"/>
                  </a:lnTo>
                  <a:lnTo>
                    <a:pt x="13632" y="16682"/>
                  </a:lnTo>
                  <a:lnTo>
                    <a:pt x="12396" y="17454"/>
                  </a:lnTo>
                  <a:lnTo>
                    <a:pt x="11160" y="18304"/>
                  </a:lnTo>
                  <a:lnTo>
                    <a:pt x="8805" y="20041"/>
                  </a:lnTo>
                  <a:lnTo>
                    <a:pt x="8766" y="19037"/>
                  </a:lnTo>
                  <a:lnTo>
                    <a:pt x="8689" y="18033"/>
                  </a:lnTo>
                  <a:lnTo>
                    <a:pt x="8650" y="17724"/>
                  </a:lnTo>
                  <a:lnTo>
                    <a:pt x="8689" y="17493"/>
                  </a:lnTo>
                  <a:lnTo>
                    <a:pt x="8728" y="17377"/>
                  </a:lnTo>
                  <a:lnTo>
                    <a:pt x="8805" y="17261"/>
                  </a:lnTo>
                  <a:lnTo>
                    <a:pt x="9037" y="17068"/>
                  </a:lnTo>
                  <a:lnTo>
                    <a:pt x="9654" y="16604"/>
                  </a:lnTo>
                  <a:lnTo>
                    <a:pt x="10195" y="16141"/>
                  </a:lnTo>
                  <a:lnTo>
                    <a:pt x="10234" y="16064"/>
                  </a:lnTo>
                  <a:lnTo>
                    <a:pt x="10272" y="16025"/>
                  </a:lnTo>
                  <a:lnTo>
                    <a:pt x="10234" y="15909"/>
                  </a:lnTo>
                  <a:lnTo>
                    <a:pt x="10774" y="15716"/>
                  </a:lnTo>
                  <a:lnTo>
                    <a:pt x="11276" y="15485"/>
                  </a:lnTo>
                  <a:lnTo>
                    <a:pt x="11740" y="15214"/>
                  </a:lnTo>
                  <a:lnTo>
                    <a:pt x="12203" y="14905"/>
                  </a:lnTo>
                  <a:lnTo>
                    <a:pt x="12821" y="14481"/>
                  </a:lnTo>
                  <a:lnTo>
                    <a:pt x="13439" y="13979"/>
                  </a:lnTo>
                  <a:close/>
                  <a:moveTo>
                    <a:pt x="3978" y="14944"/>
                  </a:moveTo>
                  <a:lnTo>
                    <a:pt x="4132" y="15330"/>
                  </a:lnTo>
                  <a:lnTo>
                    <a:pt x="4326" y="15678"/>
                  </a:lnTo>
                  <a:lnTo>
                    <a:pt x="3862" y="15678"/>
                  </a:lnTo>
                  <a:lnTo>
                    <a:pt x="3785" y="15716"/>
                  </a:lnTo>
                  <a:lnTo>
                    <a:pt x="3746" y="15755"/>
                  </a:lnTo>
                  <a:lnTo>
                    <a:pt x="3746" y="15832"/>
                  </a:lnTo>
                  <a:lnTo>
                    <a:pt x="3785" y="15871"/>
                  </a:lnTo>
                  <a:lnTo>
                    <a:pt x="3785" y="15948"/>
                  </a:lnTo>
                  <a:lnTo>
                    <a:pt x="3785" y="16064"/>
                  </a:lnTo>
                  <a:lnTo>
                    <a:pt x="3669" y="16257"/>
                  </a:lnTo>
                  <a:lnTo>
                    <a:pt x="3476" y="16489"/>
                  </a:lnTo>
                  <a:lnTo>
                    <a:pt x="3206" y="16720"/>
                  </a:lnTo>
                  <a:lnTo>
                    <a:pt x="2665" y="17145"/>
                  </a:lnTo>
                  <a:lnTo>
                    <a:pt x="2318" y="17415"/>
                  </a:lnTo>
                  <a:lnTo>
                    <a:pt x="2009" y="17802"/>
                  </a:lnTo>
                  <a:lnTo>
                    <a:pt x="1777" y="18188"/>
                  </a:lnTo>
                  <a:lnTo>
                    <a:pt x="1584" y="18651"/>
                  </a:lnTo>
                  <a:lnTo>
                    <a:pt x="1507" y="19114"/>
                  </a:lnTo>
                  <a:lnTo>
                    <a:pt x="1468" y="19346"/>
                  </a:lnTo>
                  <a:lnTo>
                    <a:pt x="1468" y="19578"/>
                  </a:lnTo>
                  <a:lnTo>
                    <a:pt x="1507" y="19848"/>
                  </a:lnTo>
                  <a:lnTo>
                    <a:pt x="1545" y="20080"/>
                  </a:lnTo>
                  <a:lnTo>
                    <a:pt x="1622" y="20118"/>
                  </a:lnTo>
                  <a:lnTo>
                    <a:pt x="1738" y="20118"/>
                  </a:lnTo>
                  <a:lnTo>
                    <a:pt x="1777" y="20041"/>
                  </a:lnTo>
                  <a:lnTo>
                    <a:pt x="2279" y="19809"/>
                  </a:lnTo>
                  <a:lnTo>
                    <a:pt x="2742" y="19578"/>
                  </a:lnTo>
                  <a:lnTo>
                    <a:pt x="3167" y="19269"/>
                  </a:lnTo>
                  <a:lnTo>
                    <a:pt x="3553" y="18960"/>
                  </a:lnTo>
                  <a:lnTo>
                    <a:pt x="3939" y="18612"/>
                  </a:lnTo>
                  <a:lnTo>
                    <a:pt x="4287" y="18226"/>
                  </a:lnTo>
                  <a:lnTo>
                    <a:pt x="4634" y="17802"/>
                  </a:lnTo>
                  <a:lnTo>
                    <a:pt x="4943" y="17377"/>
                  </a:lnTo>
                  <a:lnTo>
                    <a:pt x="5059" y="17531"/>
                  </a:lnTo>
                  <a:lnTo>
                    <a:pt x="5175" y="17647"/>
                  </a:lnTo>
                  <a:lnTo>
                    <a:pt x="5291" y="17647"/>
                  </a:lnTo>
                  <a:lnTo>
                    <a:pt x="5368" y="17608"/>
                  </a:lnTo>
                  <a:lnTo>
                    <a:pt x="5368" y="17531"/>
                  </a:lnTo>
                  <a:lnTo>
                    <a:pt x="5638" y="17068"/>
                  </a:lnTo>
                  <a:lnTo>
                    <a:pt x="6025" y="17300"/>
                  </a:lnTo>
                  <a:lnTo>
                    <a:pt x="5986" y="17802"/>
                  </a:lnTo>
                  <a:lnTo>
                    <a:pt x="5870" y="18304"/>
                  </a:lnTo>
                  <a:lnTo>
                    <a:pt x="5754" y="18806"/>
                  </a:lnTo>
                  <a:lnTo>
                    <a:pt x="5561" y="19308"/>
                  </a:lnTo>
                  <a:lnTo>
                    <a:pt x="5445" y="19076"/>
                  </a:lnTo>
                  <a:lnTo>
                    <a:pt x="5407" y="18844"/>
                  </a:lnTo>
                  <a:lnTo>
                    <a:pt x="5368" y="18574"/>
                  </a:lnTo>
                  <a:lnTo>
                    <a:pt x="5407" y="18304"/>
                  </a:lnTo>
                  <a:lnTo>
                    <a:pt x="5445" y="18226"/>
                  </a:lnTo>
                  <a:lnTo>
                    <a:pt x="5407" y="18188"/>
                  </a:lnTo>
                  <a:lnTo>
                    <a:pt x="5329" y="18110"/>
                  </a:lnTo>
                  <a:lnTo>
                    <a:pt x="5252" y="18072"/>
                  </a:lnTo>
                  <a:lnTo>
                    <a:pt x="5214" y="18110"/>
                  </a:lnTo>
                  <a:lnTo>
                    <a:pt x="5136" y="18110"/>
                  </a:lnTo>
                  <a:lnTo>
                    <a:pt x="5098" y="18188"/>
                  </a:lnTo>
                  <a:lnTo>
                    <a:pt x="4827" y="18767"/>
                  </a:lnTo>
                  <a:lnTo>
                    <a:pt x="4519" y="19308"/>
                  </a:lnTo>
                  <a:lnTo>
                    <a:pt x="4326" y="19539"/>
                  </a:lnTo>
                  <a:lnTo>
                    <a:pt x="4094" y="19771"/>
                  </a:lnTo>
                  <a:lnTo>
                    <a:pt x="3862" y="19964"/>
                  </a:lnTo>
                  <a:lnTo>
                    <a:pt x="3592" y="20196"/>
                  </a:lnTo>
                  <a:lnTo>
                    <a:pt x="3090" y="20505"/>
                  </a:lnTo>
                  <a:lnTo>
                    <a:pt x="2820" y="20659"/>
                  </a:lnTo>
                  <a:lnTo>
                    <a:pt x="2511" y="20775"/>
                  </a:lnTo>
                  <a:lnTo>
                    <a:pt x="2202" y="20891"/>
                  </a:lnTo>
                  <a:lnTo>
                    <a:pt x="1893" y="20968"/>
                  </a:lnTo>
                  <a:lnTo>
                    <a:pt x="1584" y="21007"/>
                  </a:lnTo>
                  <a:lnTo>
                    <a:pt x="1275" y="20968"/>
                  </a:lnTo>
                  <a:lnTo>
                    <a:pt x="1043" y="20929"/>
                  </a:lnTo>
                  <a:lnTo>
                    <a:pt x="889" y="20813"/>
                  </a:lnTo>
                  <a:lnTo>
                    <a:pt x="773" y="20698"/>
                  </a:lnTo>
                  <a:lnTo>
                    <a:pt x="734" y="20543"/>
                  </a:lnTo>
                  <a:lnTo>
                    <a:pt x="696" y="20350"/>
                  </a:lnTo>
                  <a:lnTo>
                    <a:pt x="696" y="20157"/>
                  </a:lnTo>
                  <a:lnTo>
                    <a:pt x="734" y="19732"/>
                  </a:lnTo>
                  <a:lnTo>
                    <a:pt x="812" y="19037"/>
                  </a:lnTo>
                  <a:lnTo>
                    <a:pt x="889" y="18690"/>
                  </a:lnTo>
                  <a:lnTo>
                    <a:pt x="1005" y="18342"/>
                  </a:lnTo>
                  <a:lnTo>
                    <a:pt x="1159" y="17956"/>
                  </a:lnTo>
                  <a:lnTo>
                    <a:pt x="1352" y="17608"/>
                  </a:lnTo>
                  <a:lnTo>
                    <a:pt x="1584" y="17261"/>
                  </a:lnTo>
                  <a:lnTo>
                    <a:pt x="1854" y="16952"/>
                  </a:lnTo>
                  <a:lnTo>
                    <a:pt x="2124" y="16682"/>
                  </a:lnTo>
                  <a:lnTo>
                    <a:pt x="2433" y="16411"/>
                  </a:lnTo>
                  <a:lnTo>
                    <a:pt x="2781" y="16180"/>
                  </a:lnTo>
                  <a:lnTo>
                    <a:pt x="3167" y="16025"/>
                  </a:lnTo>
                  <a:lnTo>
                    <a:pt x="3244" y="15948"/>
                  </a:lnTo>
                  <a:lnTo>
                    <a:pt x="3244" y="15871"/>
                  </a:lnTo>
                  <a:lnTo>
                    <a:pt x="3206" y="15794"/>
                  </a:lnTo>
                  <a:lnTo>
                    <a:pt x="3167" y="15716"/>
                  </a:lnTo>
                  <a:lnTo>
                    <a:pt x="2433" y="15369"/>
                  </a:lnTo>
                  <a:lnTo>
                    <a:pt x="2781" y="15176"/>
                  </a:lnTo>
                  <a:lnTo>
                    <a:pt x="3167" y="15021"/>
                  </a:lnTo>
                  <a:lnTo>
                    <a:pt x="3553" y="14983"/>
                  </a:lnTo>
                  <a:lnTo>
                    <a:pt x="3978" y="14944"/>
                  </a:lnTo>
                  <a:close/>
                  <a:moveTo>
                    <a:pt x="23478" y="0"/>
                  </a:moveTo>
                  <a:lnTo>
                    <a:pt x="22204" y="155"/>
                  </a:lnTo>
                  <a:lnTo>
                    <a:pt x="20891" y="386"/>
                  </a:lnTo>
                  <a:lnTo>
                    <a:pt x="19617" y="657"/>
                  </a:lnTo>
                  <a:lnTo>
                    <a:pt x="18381" y="1043"/>
                  </a:lnTo>
                  <a:lnTo>
                    <a:pt x="17146" y="1467"/>
                  </a:lnTo>
                  <a:lnTo>
                    <a:pt x="15949" y="1969"/>
                  </a:lnTo>
                  <a:lnTo>
                    <a:pt x="14752" y="2510"/>
                  </a:lnTo>
                  <a:lnTo>
                    <a:pt x="13593" y="3128"/>
                  </a:lnTo>
                  <a:lnTo>
                    <a:pt x="12473" y="3784"/>
                  </a:lnTo>
                  <a:lnTo>
                    <a:pt x="11353" y="4518"/>
                  </a:lnTo>
                  <a:lnTo>
                    <a:pt x="10311" y="5290"/>
                  </a:lnTo>
                  <a:lnTo>
                    <a:pt x="9307" y="6140"/>
                  </a:lnTo>
                  <a:lnTo>
                    <a:pt x="8535" y="6796"/>
                  </a:lnTo>
                  <a:lnTo>
                    <a:pt x="7801" y="7491"/>
                  </a:lnTo>
                  <a:lnTo>
                    <a:pt x="7029" y="7337"/>
                  </a:lnTo>
                  <a:lnTo>
                    <a:pt x="6218" y="7221"/>
                  </a:lnTo>
                  <a:lnTo>
                    <a:pt x="5407" y="7182"/>
                  </a:lnTo>
                  <a:lnTo>
                    <a:pt x="4557" y="7221"/>
                  </a:lnTo>
                  <a:lnTo>
                    <a:pt x="4519" y="7221"/>
                  </a:lnTo>
                  <a:lnTo>
                    <a:pt x="4441" y="7260"/>
                  </a:lnTo>
                  <a:lnTo>
                    <a:pt x="4403" y="7414"/>
                  </a:lnTo>
                  <a:lnTo>
                    <a:pt x="4171" y="7530"/>
                  </a:lnTo>
                  <a:lnTo>
                    <a:pt x="3939" y="7723"/>
                  </a:lnTo>
                  <a:lnTo>
                    <a:pt x="3708" y="7916"/>
                  </a:lnTo>
                  <a:lnTo>
                    <a:pt x="3515" y="8148"/>
                  </a:lnTo>
                  <a:lnTo>
                    <a:pt x="3128" y="8611"/>
                  </a:lnTo>
                  <a:lnTo>
                    <a:pt x="2742" y="9036"/>
                  </a:lnTo>
                  <a:lnTo>
                    <a:pt x="2124" y="9654"/>
                  </a:lnTo>
                  <a:lnTo>
                    <a:pt x="1468" y="10194"/>
                  </a:lnTo>
                  <a:lnTo>
                    <a:pt x="773" y="10774"/>
                  </a:lnTo>
                  <a:lnTo>
                    <a:pt x="78" y="11276"/>
                  </a:lnTo>
                  <a:lnTo>
                    <a:pt x="1" y="11353"/>
                  </a:lnTo>
                  <a:lnTo>
                    <a:pt x="1" y="11430"/>
                  </a:lnTo>
                  <a:lnTo>
                    <a:pt x="1" y="11507"/>
                  </a:lnTo>
                  <a:lnTo>
                    <a:pt x="39" y="11546"/>
                  </a:lnTo>
                  <a:lnTo>
                    <a:pt x="39" y="11623"/>
                  </a:lnTo>
                  <a:lnTo>
                    <a:pt x="39" y="11700"/>
                  </a:lnTo>
                  <a:lnTo>
                    <a:pt x="78" y="11739"/>
                  </a:lnTo>
                  <a:lnTo>
                    <a:pt x="116" y="11778"/>
                  </a:lnTo>
                  <a:lnTo>
                    <a:pt x="1005" y="12048"/>
                  </a:lnTo>
                  <a:lnTo>
                    <a:pt x="1893" y="12280"/>
                  </a:lnTo>
                  <a:lnTo>
                    <a:pt x="3669" y="12666"/>
                  </a:lnTo>
                  <a:lnTo>
                    <a:pt x="3785" y="12666"/>
                  </a:lnTo>
                  <a:lnTo>
                    <a:pt x="3862" y="12589"/>
                  </a:lnTo>
                  <a:lnTo>
                    <a:pt x="4750" y="11700"/>
                  </a:lnTo>
                  <a:lnTo>
                    <a:pt x="5716" y="10851"/>
                  </a:lnTo>
                  <a:lnTo>
                    <a:pt x="5600" y="11391"/>
                  </a:lnTo>
                  <a:lnTo>
                    <a:pt x="5523" y="11971"/>
                  </a:lnTo>
                  <a:lnTo>
                    <a:pt x="5523" y="12550"/>
                  </a:lnTo>
                  <a:lnTo>
                    <a:pt x="5600" y="13091"/>
                  </a:lnTo>
                  <a:lnTo>
                    <a:pt x="5136" y="13168"/>
                  </a:lnTo>
                  <a:lnTo>
                    <a:pt x="4712" y="13284"/>
                  </a:lnTo>
                  <a:lnTo>
                    <a:pt x="4248" y="13477"/>
                  </a:lnTo>
                  <a:lnTo>
                    <a:pt x="4017" y="13593"/>
                  </a:lnTo>
                  <a:lnTo>
                    <a:pt x="3862" y="13747"/>
                  </a:lnTo>
                  <a:lnTo>
                    <a:pt x="3824" y="13824"/>
                  </a:lnTo>
                  <a:lnTo>
                    <a:pt x="3862" y="13901"/>
                  </a:lnTo>
                  <a:lnTo>
                    <a:pt x="3824" y="13940"/>
                  </a:lnTo>
                  <a:lnTo>
                    <a:pt x="3785" y="14017"/>
                  </a:lnTo>
                  <a:lnTo>
                    <a:pt x="3824" y="14403"/>
                  </a:lnTo>
                  <a:lnTo>
                    <a:pt x="3901" y="14751"/>
                  </a:lnTo>
                  <a:lnTo>
                    <a:pt x="3669" y="14712"/>
                  </a:lnTo>
                  <a:lnTo>
                    <a:pt x="3399" y="14712"/>
                  </a:lnTo>
                  <a:lnTo>
                    <a:pt x="3167" y="14751"/>
                  </a:lnTo>
                  <a:lnTo>
                    <a:pt x="2935" y="14790"/>
                  </a:lnTo>
                  <a:lnTo>
                    <a:pt x="2665" y="14867"/>
                  </a:lnTo>
                  <a:lnTo>
                    <a:pt x="2433" y="14983"/>
                  </a:lnTo>
                  <a:lnTo>
                    <a:pt x="2240" y="15098"/>
                  </a:lnTo>
                  <a:lnTo>
                    <a:pt x="2009" y="15253"/>
                  </a:lnTo>
                  <a:lnTo>
                    <a:pt x="1931" y="15330"/>
                  </a:lnTo>
                  <a:lnTo>
                    <a:pt x="1931" y="15407"/>
                  </a:lnTo>
                  <a:lnTo>
                    <a:pt x="1970" y="15485"/>
                  </a:lnTo>
                  <a:lnTo>
                    <a:pt x="2047" y="15523"/>
                  </a:lnTo>
                  <a:lnTo>
                    <a:pt x="2704" y="15871"/>
                  </a:lnTo>
                  <a:lnTo>
                    <a:pt x="2356" y="16064"/>
                  </a:lnTo>
                  <a:lnTo>
                    <a:pt x="2047" y="16334"/>
                  </a:lnTo>
                  <a:lnTo>
                    <a:pt x="1738" y="16604"/>
                  </a:lnTo>
                  <a:lnTo>
                    <a:pt x="1468" y="16875"/>
                  </a:lnTo>
                  <a:lnTo>
                    <a:pt x="1198" y="17222"/>
                  </a:lnTo>
                  <a:lnTo>
                    <a:pt x="1005" y="17570"/>
                  </a:lnTo>
                  <a:lnTo>
                    <a:pt x="812" y="17956"/>
                  </a:lnTo>
                  <a:lnTo>
                    <a:pt x="657" y="18342"/>
                  </a:lnTo>
                  <a:lnTo>
                    <a:pt x="464" y="18960"/>
                  </a:lnTo>
                  <a:lnTo>
                    <a:pt x="387" y="19385"/>
                  </a:lnTo>
                  <a:lnTo>
                    <a:pt x="310" y="19809"/>
                  </a:lnTo>
                  <a:lnTo>
                    <a:pt x="271" y="20234"/>
                  </a:lnTo>
                  <a:lnTo>
                    <a:pt x="310" y="20659"/>
                  </a:lnTo>
                  <a:lnTo>
                    <a:pt x="348" y="20813"/>
                  </a:lnTo>
                  <a:lnTo>
                    <a:pt x="425" y="20968"/>
                  </a:lnTo>
                  <a:lnTo>
                    <a:pt x="503" y="21084"/>
                  </a:lnTo>
                  <a:lnTo>
                    <a:pt x="618" y="21200"/>
                  </a:lnTo>
                  <a:lnTo>
                    <a:pt x="773" y="21277"/>
                  </a:lnTo>
                  <a:lnTo>
                    <a:pt x="927" y="21315"/>
                  </a:lnTo>
                  <a:lnTo>
                    <a:pt x="1275" y="21393"/>
                  </a:lnTo>
                  <a:lnTo>
                    <a:pt x="1661" y="21354"/>
                  </a:lnTo>
                  <a:lnTo>
                    <a:pt x="2047" y="21277"/>
                  </a:lnTo>
                  <a:lnTo>
                    <a:pt x="2433" y="21161"/>
                  </a:lnTo>
                  <a:lnTo>
                    <a:pt x="2820" y="21007"/>
                  </a:lnTo>
                  <a:lnTo>
                    <a:pt x="3437" y="20698"/>
                  </a:lnTo>
                  <a:lnTo>
                    <a:pt x="3901" y="20389"/>
                  </a:lnTo>
                  <a:lnTo>
                    <a:pt x="4364" y="20003"/>
                  </a:lnTo>
                  <a:lnTo>
                    <a:pt x="4750" y="19539"/>
                  </a:lnTo>
                  <a:lnTo>
                    <a:pt x="5098" y="19037"/>
                  </a:lnTo>
                  <a:lnTo>
                    <a:pt x="5136" y="19230"/>
                  </a:lnTo>
                  <a:lnTo>
                    <a:pt x="5214" y="19423"/>
                  </a:lnTo>
                  <a:lnTo>
                    <a:pt x="5329" y="19578"/>
                  </a:lnTo>
                  <a:lnTo>
                    <a:pt x="5484" y="19771"/>
                  </a:lnTo>
                  <a:lnTo>
                    <a:pt x="5561" y="19809"/>
                  </a:lnTo>
                  <a:lnTo>
                    <a:pt x="5638" y="19809"/>
                  </a:lnTo>
                  <a:lnTo>
                    <a:pt x="5716" y="19771"/>
                  </a:lnTo>
                  <a:lnTo>
                    <a:pt x="5793" y="19694"/>
                  </a:lnTo>
                  <a:lnTo>
                    <a:pt x="5986" y="19153"/>
                  </a:lnTo>
                  <a:lnTo>
                    <a:pt x="6179" y="18612"/>
                  </a:lnTo>
                  <a:lnTo>
                    <a:pt x="6295" y="18033"/>
                  </a:lnTo>
                  <a:lnTo>
                    <a:pt x="6372" y="17454"/>
                  </a:lnTo>
                  <a:lnTo>
                    <a:pt x="6913" y="17608"/>
                  </a:lnTo>
                  <a:lnTo>
                    <a:pt x="7183" y="17608"/>
                  </a:lnTo>
                  <a:lnTo>
                    <a:pt x="7183" y="17531"/>
                  </a:lnTo>
                  <a:lnTo>
                    <a:pt x="7531" y="16720"/>
                  </a:lnTo>
                  <a:lnTo>
                    <a:pt x="7724" y="16334"/>
                  </a:lnTo>
                  <a:lnTo>
                    <a:pt x="7955" y="15948"/>
                  </a:lnTo>
                  <a:lnTo>
                    <a:pt x="8110" y="15987"/>
                  </a:lnTo>
                  <a:lnTo>
                    <a:pt x="8535" y="16064"/>
                  </a:lnTo>
                  <a:lnTo>
                    <a:pt x="8921" y="16102"/>
                  </a:lnTo>
                  <a:lnTo>
                    <a:pt x="9307" y="16064"/>
                  </a:lnTo>
                  <a:lnTo>
                    <a:pt x="9693" y="16025"/>
                  </a:lnTo>
                  <a:lnTo>
                    <a:pt x="9693" y="16025"/>
                  </a:lnTo>
                  <a:lnTo>
                    <a:pt x="8998" y="16604"/>
                  </a:lnTo>
                  <a:lnTo>
                    <a:pt x="8226" y="17106"/>
                  </a:lnTo>
                  <a:lnTo>
                    <a:pt x="8148" y="17222"/>
                  </a:lnTo>
                  <a:lnTo>
                    <a:pt x="8148" y="17300"/>
                  </a:lnTo>
                  <a:lnTo>
                    <a:pt x="8264" y="18110"/>
                  </a:lnTo>
                  <a:lnTo>
                    <a:pt x="8341" y="18883"/>
                  </a:lnTo>
                  <a:lnTo>
                    <a:pt x="8380" y="19655"/>
                  </a:lnTo>
                  <a:lnTo>
                    <a:pt x="8380" y="20427"/>
                  </a:lnTo>
                  <a:lnTo>
                    <a:pt x="8419" y="20543"/>
                  </a:lnTo>
                  <a:lnTo>
                    <a:pt x="8496" y="20620"/>
                  </a:lnTo>
                  <a:lnTo>
                    <a:pt x="8612" y="20659"/>
                  </a:lnTo>
                  <a:lnTo>
                    <a:pt x="8728" y="20620"/>
                  </a:lnTo>
                  <a:lnTo>
                    <a:pt x="11392" y="18806"/>
                  </a:lnTo>
                  <a:lnTo>
                    <a:pt x="12705" y="17840"/>
                  </a:lnTo>
                  <a:lnTo>
                    <a:pt x="13323" y="17338"/>
                  </a:lnTo>
                  <a:lnTo>
                    <a:pt x="13941" y="16836"/>
                  </a:lnTo>
                  <a:lnTo>
                    <a:pt x="13979" y="16759"/>
                  </a:lnTo>
                  <a:lnTo>
                    <a:pt x="13979" y="16682"/>
                  </a:lnTo>
                  <a:lnTo>
                    <a:pt x="13979" y="16643"/>
                  </a:lnTo>
                  <a:lnTo>
                    <a:pt x="13941" y="16257"/>
                  </a:lnTo>
                  <a:lnTo>
                    <a:pt x="13902" y="15871"/>
                  </a:lnTo>
                  <a:lnTo>
                    <a:pt x="13825" y="15098"/>
                  </a:lnTo>
                  <a:lnTo>
                    <a:pt x="13748" y="13747"/>
                  </a:lnTo>
                  <a:lnTo>
                    <a:pt x="14443" y="13129"/>
                  </a:lnTo>
                  <a:lnTo>
                    <a:pt x="15099" y="12473"/>
                  </a:lnTo>
                  <a:lnTo>
                    <a:pt x="15756" y="11816"/>
                  </a:lnTo>
                  <a:lnTo>
                    <a:pt x="16373" y="11121"/>
                  </a:lnTo>
                  <a:lnTo>
                    <a:pt x="17455" y="9924"/>
                  </a:lnTo>
                  <a:lnTo>
                    <a:pt x="18459" y="8650"/>
                  </a:lnTo>
                  <a:lnTo>
                    <a:pt x="19424" y="7376"/>
                  </a:lnTo>
                  <a:lnTo>
                    <a:pt x="20351" y="6024"/>
                  </a:lnTo>
                  <a:lnTo>
                    <a:pt x="21239" y="4673"/>
                  </a:lnTo>
                  <a:lnTo>
                    <a:pt x="22088" y="3321"/>
                  </a:lnTo>
                  <a:lnTo>
                    <a:pt x="22938" y="1931"/>
                  </a:lnTo>
                  <a:lnTo>
                    <a:pt x="23749" y="502"/>
                  </a:lnTo>
                  <a:lnTo>
                    <a:pt x="23749" y="425"/>
                  </a:lnTo>
                  <a:lnTo>
                    <a:pt x="23749" y="348"/>
                  </a:lnTo>
                  <a:lnTo>
                    <a:pt x="23749" y="270"/>
                  </a:lnTo>
                  <a:lnTo>
                    <a:pt x="23787" y="155"/>
                  </a:lnTo>
                  <a:lnTo>
                    <a:pt x="23787" y="77"/>
                  </a:lnTo>
                  <a:lnTo>
                    <a:pt x="23749" y="39"/>
                  </a:lnTo>
                  <a:lnTo>
                    <a:pt x="23672" y="0"/>
                  </a:lnTo>
                  <a:lnTo>
                    <a:pt x="23633" y="39"/>
                  </a:lnTo>
                  <a:lnTo>
                    <a:pt x="23633" y="77"/>
                  </a:lnTo>
                  <a:lnTo>
                    <a:pt x="2355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7" name="Google Shape;3457;p15"/>
            <p:cNvSpPr/>
            <p:nvPr/>
          </p:nvSpPr>
          <p:spPr>
            <a:xfrm>
              <a:off x="5635500" y="4343650"/>
              <a:ext cx="54100" cy="45400"/>
            </a:xfrm>
            <a:custGeom>
              <a:avLst/>
              <a:gdLst/>
              <a:ahLst/>
              <a:cxnLst/>
              <a:rect l="l" t="t" r="r" b="b"/>
              <a:pathLst>
                <a:path w="2164" h="1816" extrusionOk="0">
                  <a:moveTo>
                    <a:pt x="1314" y="387"/>
                  </a:moveTo>
                  <a:lnTo>
                    <a:pt x="1507" y="464"/>
                  </a:lnTo>
                  <a:lnTo>
                    <a:pt x="1661" y="580"/>
                  </a:lnTo>
                  <a:lnTo>
                    <a:pt x="1777" y="735"/>
                  </a:lnTo>
                  <a:lnTo>
                    <a:pt x="1777" y="889"/>
                  </a:lnTo>
                  <a:lnTo>
                    <a:pt x="1777" y="928"/>
                  </a:lnTo>
                  <a:lnTo>
                    <a:pt x="1738" y="1005"/>
                  </a:lnTo>
                  <a:lnTo>
                    <a:pt x="1661" y="1044"/>
                  </a:lnTo>
                  <a:lnTo>
                    <a:pt x="1584" y="1082"/>
                  </a:lnTo>
                  <a:lnTo>
                    <a:pt x="1275" y="1121"/>
                  </a:lnTo>
                  <a:lnTo>
                    <a:pt x="927" y="1121"/>
                  </a:lnTo>
                  <a:lnTo>
                    <a:pt x="619" y="1159"/>
                  </a:lnTo>
                  <a:lnTo>
                    <a:pt x="464" y="1198"/>
                  </a:lnTo>
                  <a:lnTo>
                    <a:pt x="348" y="1275"/>
                  </a:lnTo>
                  <a:lnTo>
                    <a:pt x="348" y="1121"/>
                  </a:lnTo>
                  <a:lnTo>
                    <a:pt x="348" y="1005"/>
                  </a:lnTo>
                  <a:lnTo>
                    <a:pt x="387" y="850"/>
                  </a:lnTo>
                  <a:lnTo>
                    <a:pt x="464" y="735"/>
                  </a:lnTo>
                  <a:lnTo>
                    <a:pt x="580" y="619"/>
                  </a:lnTo>
                  <a:lnTo>
                    <a:pt x="657" y="503"/>
                  </a:lnTo>
                  <a:lnTo>
                    <a:pt x="812" y="426"/>
                  </a:lnTo>
                  <a:lnTo>
                    <a:pt x="966" y="387"/>
                  </a:lnTo>
                  <a:close/>
                  <a:moveTo>
                    <a:pt x="1005" y="1"/>
                  </a:moveTo>
                  <a:lnTo>
                    <a:pt x="812" y="40"/>
                  </a:lnTo>
                  <a:lnTo>
                    <a:pt x="619" y="117"/>
                  </a:lnTo>
                  <a:lnTo>
                    <a:pt x="425" y="233"/>
                  </a:lnTo>
                  <a:lnTo>
                    <a:pt x="271" y="348"/>
                  </a:lnTo>
                  <a:lnTo>
                    <a:pt x="155" y="503"/>
                  </a:lnTo>
                  <a:lnTo>
                    <a:pt x="78" y="696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30"/>
                  </a:lnTo>
                  <a:lnTo>
                    <a:pt x="117" y="1623"/>
                  </a:lnTo>
                  <a:lnTo>
                    <a:pt x="155" y="1739"/>
                  </a:lnTo>
                  <a:lnTo>
                    <a:pt x="232" y="1777"/>
                  </a:lnTo>
                  <a:lnTo>
                    <a:pt x="348" y="1816"/>
                  </a:lnTo>
                  <a:lnTo>
                    <a:pt x="425" y="1739"/>
                  </a:lnTo>
                  <a:lnTo>
                    <a:pt x="580" y="1623"/>
                  </a:lnTo>
                  <a:lnTo>
                    <a:pt x="696" y="1546"/>
                  </a:lnTo>
                  <a:lnTo>
                    <a:pt x="889" y="1507"/>
                  </a:lnTo>
                  <a:lnTo>
                    <a:pt x="1429" y="1507"/>
                  </a:lnTo>
                  <a:lnTo>
                    <a:pt x="1584" y="1468"/>
                  </a:lnTo>
                  <a:lnTo>
                    <a:pt x="1777" y="1430"/>
                  </a:lnTo>
                  <a:lnTo>
                    <a:pt x="1931" y="1352"/>
                  </a:lnTo>
                  <a:lnTo>
                    <a:pt x="2047" y="1237"/>
                  </a:lnTo>
                  <a:lnTo>
                    <a:pt x="2125" y="1121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9"/>
                  </a:lnTo>
                  <a:lnTo>
                    <a:pt x="2086" y="464"/>
                  </a:lnTo>
                  <a:lnTo>
                    <a:pt x="1970" y="310"/>
                  </a:lnTo>
                  <a:lnTo>
                    <a:pt x="1816" y="194"/>
                  </a:lnTo>
                  <a:lnTo>
                    <a:pt x="1623" y="78"/>
                  </a:lnTo>
                  <a:lnTo>
                    <a:pt x="142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8" name="Google Shape;3458;p15"/>
            <p:cNvSpPr/>
            <p:nvPr/>
          </p:nvSpPr>
          <p:spPr>
            <a:xfrm>
              <a:off x="4572625" y="4377450"/>
              <a:ext cx="625600" cy="344650"/>
            </a:xfrm>
            <a:custGeom>
              <a:avLst/>
              <a:gdLst/>
              <a:ahLst/>
              <a:cxnLst/>
              <a:rect l="l" t="t" r="r" b="b"/>
              <a:pathLst>
                <a:path w="25024" h="13786" extrusionOk="0">
                  <a:moveTo>
                    <a:pt x="23286" y="966"/>
                  </a:moveTo>
                  <a:lnTo>
                    <a:pt x="23633" y="1468"/>
                  </a:lnTo>
                  <a:lnTo>
                    <a:pt x="23942" y="2008"/>
                  </a:lnTo>
                  <a:lnTo>
                    <a:pt x="23788" y="2163"/>
                  </a:lnTo>
                  <a:lnTo>
                    <a:pt x="23633" y="2202"/>
                  </a:lnTo>
                  <a:lnTo>
                    <a:pt x="23479" y="2202"/>
                  </a:lnTo>
                  <a:lnTo>
                    <a:pt x="23324" y="2163"/>
                  </a:lnTo>
                  <a:lnTo>
                    <a:pt x="23208" y="2086"/>
                  </a:lnTo>
                  <a:lnTo>
                    <a:pt x="23092" y="1970"/>
                  </a:lnTo>
                  <a:lnTo>
                    <a:pt x="23015" y="1815"/>
                  </a:lnTo>
                  <a:lnTo>
                    <a:pt x="22977" y="1661"/>
                  </a:lnTo>
                  <a:lnTo>
                    <a:pt x="22977" y="1429"/>
                  </a:lnTo>
                  <a:lnTo>
                    <a:pt x="23054" y="1275"/>
                  </a:lnTo>
                  <a:lnTo>
                    <a:pt x="23170" y="1120"/>
                  </a:lnTo>
                  <a:lnTo>
                    <a:pt x="23286" y="966"/>
                  </a:lnTo>
                  <a:close/>
                  <a:moveTo>
                    <a:pt x="24096" y="2433"/>
                  </a:moveTo>
                  <a:lnTo>
                    <a:pt x="24212" y="2781"/>
                  </a:lnTo>
                  <a:lnTo>
                    <a:pt x="24328" y="3090"/>
                  </a:lnTo>
                  <a:lnTo>
                    <a:pt x="24367" y="3437"/>
                  </a:lnTo>
                  <a:lnTo>
                    <a:pt x="24444" y="3823"/>
                  </a:lnTo>
                  <a:lnTo>
                    <a:pt x="24174" y="3746"/>
                  </a:lnTo>
                  <a:lnTo>
                    <a:pt x="23942" y="3592"/>
                  </a:lnTo>
                  <a:lnTo>
                    <a:pt x="23865" y="3514"/>
                  </a:lnTo>
                  <a:lnTo>
                    <a:pt x="23788" y="3399"/>
                  </a:lnTo>
                  <a:lnTo>
                    <a:pt x="23749" y="3283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8" y="2742"/>
                  </a:lnTo>
                  <a:lnTo>
                    <a:pt x="23942" y="2588"/>
                  </a:lnTo>
                  <a:lnTo>
                    <a:pt x="24096" y="2433"/>
                  </a:lnTo>
                  <a:close/>
                  <a:moveTo>
                    <a:pt x="16296" y="4982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7" y="5291"/>
                  </a:lnTo>
                  <a:lnTo>
                    <a:pt x="16567" y="5407"/>
                  </a:lnTo>
                  <a:lnTo>
                    <a:pt x="16296" y="5445"/>
                  </a:lnTo>
                  <a:lnTo>
                    <a:pt x="15640" y="5522"/>
                  </a:lnTo>
                  <a:lnTo>
                    <a:pt x="15640" y="5484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56" y="5175"/>
                  </a:lnTo>
                  <a:lnTo>
                    <a:pt x="15833" y="5098"/>
                  </a:lnTo>
                  <a:lnTo>
                    <a:pt x="15949" y="5020"/>
                  </a:lnTo>
                  <a:lnTo>
                    <a:pt x="16065" y="4982"/>
                  </a:lnTo>
                  <a:close/>
                  <a:moveTo>
                    <a:pt x="24444" y="4248"/>
                  </a:moveTo>
                  <a:lnTo>
                    <a:pt x="24444" y="4673"/>
                  </a:lnTo>
                  <a:lnTo>
                    <a:pt x="24367" y="5098"/>
                  </a:lnTo>
                  <a:lnTo>
                    <a:pt x="24251" y="5522"/>
                  </a:lnTo>
                  <a:lnTo>
                    <a:pt x="24058" y="5445"/>
                  </a:lnTo>
                  <a:lnTo>
                    <a:pt x="23903" y="5291"/>
                  </a:lnTo>
                  <a:lnTo>
                    <a:pt x="23826" y="5098"/>
                  </a:lnTo>
                  <a:lnTo>
                    <a:pt x="23788" y="4982"/>
                  </a:lnTo>
                  <a:lnTo>
                    <a:pt x="23788" y="4866"/>
                  </a:lnTo>
                  <a:lnTo>
                    <a:pt x="23826" y="4750"/>
                  </a:lnTo>
                  <a:lnTo>
                    <a:pt x="23865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7"/>
                  </a:lnTo>
                  <a:lnTo>
                    <a:pt x="18073" y="5638"/>
                  </a:lnTo>
                  <a:lnTo>
                    <a:pt x="17571" y="5522"/>
                  </a:lnTo>
                  <a:lnTo>
                    <a:pt x="17030" y="5445"/>
                  </a:lnTo>
                  <a:lnTo>
                    <a:pt x="17069" y="5291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5"/>
                  </a:lnTo>
                  <a:lnTo>
                    <a:pt x="17532" y="4866"/>
                  </a:lnTo>
                  <a:lnTo>
                    <a:pt x="17648" y="4827"/>
                  </a:lnTo>
                  <a:close/>
                  <a:moveTo>
                    <a:pt x="14713" y="5329"/>
                  </a:moveTo>
                  <a:lnTo>
                    <a:pt x="14829" y="5368"/>
                  </a:lnTo>
                  <a:lnTo>
                    <a:pt x="14906" y="5445"/>
                  </a:lnTo>
                  <a:lnTo>
                    <a:pt x="15022" y="5561"/>
                  </a:lnTo>
                  <a:lnTo>
                    <a:pt x="15061" y="5677"/>
                  </a:lnTo>
                  <a:lnTo>
                    <a:pt x="14559" y="5870"/>
                  </a:lnTo>
                  <a:lnTo>
                    <a:pt x="14057" y="6102"/>
                  </a:lnTo>
                  <a:lnTo>
                    <a:pt x="14018" y="6063"/>
                  </a:lnTo>
                  <a:lnTo>
                    <a:pt x="14057" y="5831"/>
                  </a:lnTo>
                  <a:lnTo>
                    <a:pt x="14134" y="5600"/>
                  </a:lnTo>
                  <a:lnTo>
                    <a:pt x="14250" y="5445"/>
                  </a:lnTo>
                  <a:lnTo>
                    <a:pt x="14365" y="5368"/>
                  </a:lnTo>
                  <a:lnTo>
                    <a:pt x="14443" y="5329"/>
                  </a:lnTo>
                  <a:close/>
                  <a:moveTo>
                    <a:pt x="18999" y="5484"/>
                  </a:moveTo>
                  <a:lnTo>
                    <a:pt x="19115" y="5522"/>
                  </a:lnTo>
                  <a:lnTo>
                    <a:pt x="19192" y="5561"/>
                  </a:lnTo>
                  <a:lnTo>
                    <a:pt x="19308" y="5677"/>
                  </a:lnTo>
                  <a:lnTo>
                    <a:pt x="19385" y="5831"/>
                  </a:lnTo>
                  <a:lnTo>
                    <a:pt x="19385" y="5986"/>
                  </a:lnTo>
                  <a:lnTo>
                    <a:pt x="19347" y="6179"/>
                  </a:lnTo>
                  <a:lnTo>
                    <a:pt x="18613" y="5831"/>
                  </a:lnTo>
                  <a:lnTo>
                    <a:pt x="18652" y="5754"/>
                  </a:lnTo>
                  <a:lnTo>
                    <a:pt x="18690" y="5677"/>
                  </a:lnTo>
                  <a:lnTo>
                    <a:pt x="18845" y="5522"/>
                  </a:lnTo>
                  <a:lnTo>
                    <a:pt x="18999" y="5484"/>
                  </a:lnTo>
                  <a:close/>
                  <a:moveTo>
                    <a:pt x="20196" y="6063"/>
                  </a:moveTo>
                  <a:lnTo>
                    <a:pt x="20351" y="6102"/>
                  </a:lnTo>
                  <a:lnTo>
                    <a:pt x="20467" y="6140"/>
                  </a:lnTo>
                  <a:lnTo>
                    <a:pt x="20544" y="6179"/>
                  </a:lnTo>
                  <a:lnTo>
                    <a:pt x="20698" y="6333"/>
                  </a:lnTo>
                  <a:lnTo>
                    <a:pt x="20776" y="6526"/>
                  </a:lnTo>
                  <a:lnTo>
                    <a:pt x="20814" y="6719"/>
                  </a:lnTo>
                  <a:lnTo>
                    <a:pt x="20891" y="6951"/>
                  </a:lnTo>
                  <a:lnTo>
                    <a:pt x="20891" y="6951"/>
                  </a:lnTo>
                  <a:lnTo>
                    <a:pt x="20467" y="6758"/>
                  </a:lnTo>
                  <a:lnTo>
                    <a:pt x="20080" y="6565"/>
                  </a:lnTo>
                  <a:lnTo>
                    <a:pt x="19810" y="6411"/>
                  </a:lnTo>
                  <a:lnTo>
                    <a:pt x="19849" y="6295"/>
                  </a:lnTo>
                  <a:lnTo>
                    <a:pt x="19887" y="6179"/>
                  </a:lnTo>
                  <a:lnTo>
                    <a:pt x="20003" y="6140"/>
                  </a:lnTo>
                  <a:lnTo>
                    <a:pt x="20080" y="6102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9"/>
                  </a:lnTo>
                  <a:lnTo>
                    <a:pt x="23942" y="5986"/>
                  </a:lnTo>
                  <a:lnTo>
                    <a:pt x="24019" y="6024"/>
                  </a:lnTo>
                  <a:lnTo>
                    <a:pt x="24096" y="6024"/>
                  </a:lnTo>
                  <a:lnTo>
                    <a:pt x="23942" y="6295"/>
                  </a:lnTo>
                  <a:lnTo>
                    <a:pt x="23749" y="6565"/>
                  </a:lnTo>
                  <a:lnTo>
                    <a:pt x="23517" y="6797"/>
                  </a:lnTo>
                  <a:lnTo>
                    <a:pt x="23247" y="6990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6"/>
                  </a:lnTo>
                  <a:lnTo>
                    <a:pt x="23015" y="6295"/>
                  </a:lnTo>
                  <a:lnTo>
                    <a:pt x="23054" y="6179"/>
                  </a:lnTo>
                  <a:lnTo>
                    <a:pt x="23131" y="6102"/>
                  </a:lnTo>
                  <a:lnTo>
                    <a:pt x="23208" y="6024"/>
                  </a:lnTo>
                  <a:lnTo>
                    <a:pt x="23286" y="5947"/>
                  </a:lnTo>
                  <a:lnTo>
                    <a:pt x="23517" y="5870"/>
                  </a:lnTo>
                  <a:close/>
                  <a:moveTo>
                    <a:pt x="13246" y="6102"/>
                  </a:moveTo>
                  <a:lnTo>
                    <a:pt x="13477" y="6179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106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8" y="6797"/>
                  </a:lnTo>
                  <a:lnTo>
                    <a:pt x="12628" y="6681"/>
                  </a:lnTo>
                  <a:lnTo>
                    <a:pt x="12666" y="6526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60" y="6217"/>
                  </a:lnTo>
                  <a:lnTo>
                    <a:pt x="13014" y="6140"/>
                  </a:lnTo>
                  <a:lnTo>
                    <a:pt x="13130" y="6102"/>
                  </a:lnTo>
                  <a:close/>
                  <a:moveTo>
                    <a:pt x="22166" y="6565"/>
                  </a:moveTo>
                  <a:lnTo>
                    <a:pt x="22282" y="6604"/>
                  </a:lnTo>
                  <a:lnTo>
                    <a:pt x="22475" y="6719"/>
                  </a:lnTo>
                  <a:lnTo>
                    <a:pt x="22629" y="6874"/>
                  </a:lnTo>
                  <a:lnTo>
                    <a:pt x="22784" y="7028"/>
                  </a:lnTo>
                  <a:lnTo>
                    <a:pt x="22861" y="7067"/>
                  </a:lnTo>
                  <a:lnTo>
                    <a:pt x="22938" y="7067"/>
                  </a:lnTo>
                  <a:lnTo>
                    <a:pt x="22977" y="7106"/>
                  </a:lnTo>
                  <a:lnTo>
                    <a:pt x="22938" y="7144"/>
                  </a:lnTo>
                  <a:lnTo>
                    <a:pt x="22552" y="7221"/>
                  </a:lnTo>
                  <a:lnTo>
                    <a:pt x="22166" y="7260"/>
                  </a:lnTo>
                  <a:lnTo>
                    <a:pt x="21780" y="7221"/>
                  </a:lnTo>
                  <a:lnTo>
                    <a:pt x="21393" y="7106"/>
                  </a:lnTo>
                  <a:lnTo>
                    <a:pt x="21471" y="6913"/>
                  </a:lnTo>
                  <a:lnTo>
                    <a:pt x="21625" y="6758"/>
                  </a:lnTo>
                  <a:lnTo>
                    <a:pt x="21818" y="6604"/>
                  </a:lnTo>
                  <a:lnTo>
                    <a:pt x="22050" y="6565"/>
                  </a:lnTo>
                  <a:close/>
                  <a:moveTo>
                    <a:pt x="12280" y="7415"/>
                  </a:moveTo>
                  <a:lnTo>
                    <a:pt x="12473" y="7453"/>
                  </a:lnTo>
                  <a:lnTo>
                    <a:pt x="12126" y="7994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62" y="8110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40" y="7723"/>
                  </a:lnTo>
                  <a:lnTo>
                    <a:pt x="11817" y="7608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64" y="7415"/>
                  </a:lnTo>
                  <a:close/>
                  <a:moveTo>
                    <a:pt x="2240" y="9384"/>
                  </a:moveTo>
                  <a:lnTo>
                    <a:pt x="2356" y="9422"/>
                  </a:lnTo>
                  <a:lnTo>
                    <a:pt x="2472" y="9500"/>
                  </a:lnTo>
                  <a:lnTo>
                    <a:pt x="2549" y="9577"/>
                  </a:lnTo>
                  <a:lnTo>
                    <a:pt x="2627" y="9770"/>
                  </a:lnTo>
                  <a:lnTo>
                    <a:pt x="2627" y="9886"/>
                  </a:lnTo>
                  <a:lnTo>
                    <a:pt x="2627" y="10002"/>
                  </a:lnTo>
                  <a:lnTo>
                    <a:pt x="2125" y="9886"/>
                  </a:lnTo>
                  <a:lnTo>
                    <a:pt x="1661" y="9886"/>
                  </a:lnTo>
                  <a:lnTo>
                    <a:pt x="1700" y="9770"/>
                  </a:lnTo>
                  <a:lnTo>
                    <a:pt x="1738" y="9654"/>
                  </a:lnTo>
                  <a:lnTo>
                    <a:pt x="1816" y="9538"/>
                  </a:lnTo>
                  <a:lnTo>
                    <a:pt x="1893" y="9461"/>
                  </a:lnTo>
                  <a:lnTo>
                    <a:pt x="2009" y="9384"/>
                  </a:lnTo>
                  <a:close/>
                  <a:moveTo>
                    <a:pt x="11662" y="8998"/>
                  </a:moveTo>
                  <a:lnTo>
                    <a:pt x="11469" y="9500"/>
                  </a:lnTo>
                  <a:lnTo>
                    <a:pt x="11354" y="10040"/>
                  </a:lnTo>
                  <a:lnTo>
                    <a:pt x="11276" y="10272"/>
                  </a:lnTo>
                  <a:lnTo>
                    <a:pt x="11238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9" y="9693"/>
                  </a:lnTo>
                  <a:lnTo>
                    <a:pt x="10929" y="9577"/>
                  </a:lnTo>
                  <a:lnTo>
                    <a:pt x="10967" y="9461"/>
                  </a:lnTo>
                  <a:lnTo>
                    <a:pt x="11006" y="9345"/>
                  </a:lnTo>
                  <a:lnTo>
                    <a:pt x="11122" y="9152"/>
                  </a:lnTo>
                  <a:lnTo>
                    <a:pt x="11276" y="9075"/>
                  </a:lnTo>
                  <a:lnTo>
                    <a:pt x="11469" y="8998"/>
                  </a:lnTo>
                  <a:close/>
                  <a:moveTo>
                    <a:pt x="3785" y="9770"/>
                  </a:moveTo>
                  <a:lnTo>
                    <a:pt x="3901" y="9809"/>
                  </a:lnTo>
                  <a:lnTo>
                    <a:pt x="4017" y="9886"/>
                  </a:lnTo>
                  <a:lnTo>
                    <a:pt x="4094" y="10002"/>
                  </a:lnTo>
                  <a:lnTo>
                    <a:pt x="4133" y="10118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4" y="10542"/>
                  </a:lnTo>
                  <a:lnTo>
                    <a:pt x="4017" y="10658"/>
                  </a:lnTo>
                  <a:lnTo>
                    <a:pt x="3862" y="10542"/>
                  </a:lnTo>
                  <a:lnTo>
                    <a:pt x="3515" y="10349"/>
                  </a:lnTo>
                  <a:lnTo>
                    <a:pt x="3090" y="10156"/>
                  </a:lnTo>
                  <a:lnTo>
                    <a:pt x="3129" y="10040"/>
                  </a:lnTo>
                  <a:lnTo>
                    <a:pt x="3244" y="9924"/>
                  </a:lnTo>
                  <a:lnTo>
                    <a:pt x="3360" y="9847"/>
                  </a:lnTo>
                  <a:lnTo>
                    <a:pt x="3515" y="9770"/>
                  </a:lnTo>
                  <a:close/>
                  <a:moveTo>
                    <a:pt x="4943" y="10658"/>
                  </a:moveTo>
                  <a:lnTo>
                    <a:pt x="5021" y="10735"/>
                  </a:lnTo>
                  <a:lnTo>
                    <a:pt x="5098" y="10774"/>
                  </a:lnTo>
                  <a:lnTo>
                    <a:pt x="5137" y="10890"/>
                  </a:lnTo>
                  <a:lnTo>
                    <a:pt x="5175" y="11044"/>
                  </a:lnTo>
                  <a:lnTo>
                    <a:pt x="5137" y="11237"/>
                  </a:lnTo>
                  <a:lnTo>
                    <a:pt x="5098" y="11430"/>
                  </a:lnTo>
                  <a:lnTo>
                    <a:pt x="4403" y="10928"/>
                  </a:lnTo>
                  <a:lnTo>
                    <a:pt x="4441" y="10813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20"/>
                  </a:moveTo>
                  <a:lnTo>
                    <a:pt x="10967" y="11199"/>
                  </a:lnTo>
                  <a:lnTo>
                    <a:pt x="10736" y="11739"/>
                  </a:lnTo>
                  <a:lnTo>
                    <a:pt x="10658" y="11701"/>
                  </a:lnTo>
                  <a:lnTo>
                    <a:pt x="10504" y="11546"/>
                  </a:lnTo>
                  <a:lnTo>
                    <a:pt x="10427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3"/>
                  </a:lnTo>
                  <a:lnTo>
                    <a:pt x="10736" y="10697"/>
                  </a:lnTo>
                  <a:lnTo>
                    <a:pt x="10929" y="10620"/>
                  </a:lnTo>
                  <a:close/>
                  <a:moveTo>
                    <a:pt x="5986" y="11469"/>
                  </a:moveTo>
                  <a:lnTo>
                    <a:pt x="6063" y="11508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4" y="11778"/>
                  </a:lnTo>
                  <a:lnTo>
                    <a:pt x="6372" y="12010"/>
                  </a:lnTo>
                  <a:lnTo>
                    <a:pt x="6411" y="12241"/>
                  </a:lnTo>
                  <a:lnTo>
                    <a:pt x="6372" y="12473"/>
                  </a:lnTo>
                  <a:lnTo>
                    <a:pt x="5909" y="12087"/>
                  </a:lnTo>
                  <a:lnTo>
                    <a:pt x="5407" y="11701"/>
                  </a:lnTo>
                  <a:lnTo>
                    <a:pt x="5445" y="11624"/>
                  </a:lnTo>
                  <a:lnTo>
                    <a:pt x="5561" y="11546"/>
                  </a:lnTo>
                  <a:lnTo>
                    <a:pt x="5639" y="11508"/>
                  </a:lnTo>
                  <a:lnTo>
                    <a:pt x="5754" y="11469"/>
                  </a:lnTo>
                  <a:close/>
                  <a:moveTo>
                    <a:pt x="10543" y="12048"/>
                  </a:moveTo>
                  <a:lnTo>
                    <a:pt x="10388" y="12319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9" y="12241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3" y="12048"/>
                  </a:lnTo>
                  <a:close/>
                  <a:moveTo>
                    <a:pt x="7376" y="12512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40" y="12821"/>
                  </a:lnTo>
                  <a:lnTo>
                    <a:pt x="7878" y="13014"/>
                  </a:lnTo>
                  <a:lnTo>
                    <a:pt x="7878" y="13207"/>
                  </a:lnTo>
                  <a:lnTo>
                    <a:pt x="7840" y="13207"/>
                  </a:lnTo>
                  <a:lnTo>
                    <a:pt x="7338" y="13014"/>
                  </a:lnTo>
                  <a:lnTo>
                    <a:pt x="6836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2"/>
                  </a:lnTo>
                  <a:close/>
                  <a:moveTo>
                    <a:pt x="8844" y="12627"/>
                  </a:moveTo>
                  <a:lnTo>
                    <a:pt x="8959" y="12666"/>
                  </a:lnTo>
                  <a:lnTo>
                    <a:pt x="9114" y="12782"/>
                  </a:lnTo>
                  <a:lnTo>
                    <a:pt x="9191" y="12936"/>
                  </a:lnTo>
                  <a:lnTo>
                    <a:pt x="9230" y="13129"/>
                  </a:lnTo>
                  <a:lnTo>
                    <a:pt x="9268" y="13207"/>
                  </a:lnTo>
                  <a:lnTo>
                    <a:pt x="9037" y="13284"/>
                  </a:lnTo>
                  <a:lnTo>
                    <a:pt x="8805" y="13323"/>
                  </a:lnTo>
                  <a:lnTo>
                    <a:pt x="8573" y="13323"/>
                  </a:lnTo>
                  <a:lnTo>
                    <a:pt x="8303" y="13284"/>
                  </a:lnTo>
                  <a:lnTo>
                    <a:pt x="8303" y="13207"/>
                  </a:lnTo>
                  <a:lnTo>
                    <a:pt x="8342" y="13014"/>
                  </a:lnTo>
                  <a:lnTo>
                    <a:pt x="8419" y="12821"/>
                  </a:lnTo>
                  <a:lnTo>
                    <a:pt x="8573" y="12705"/>
                  </a:lnTo>
                  <a:lnTo>
                    <a:pt x="8650" y="12666"/>
                  </a:lnTo>
                  <a:lnTo>
                    <a:pt x="8766" y="12627"/>
                  </a:lnTo>
                  <a:close/>
                  <a:moveTo>
                    <a:pt x="22977" y="0"/>
                  </a:moveTo>
                  <a:lnTo>
                    <a:pt x="22899" y="39"/>
                  </a:lnTo>
                  <a:lnTo>
                    <a:pt x="22822" y="78"/>
                  </a:lnTo>
                  <a:lnTo>
                    <a:pt x="22784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822" y="425"/>
                  </a:lnTo>
                  <a:lnTo>
                    <a:pt x="22861" y="464"/>
                  </a:lnTo>
                  <a:lnTo>
                    <a:pt x="23015" y="657"/>
                  </a:lnTo>
                  <a:lnTo>
                    <a:pt x="22899" y="773"/>
                  </a:lnTo>
                  <a:lnTo>
                    <a:pt x="22784" y="966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61" y="2279"/>
                  </a:lnTo>
                  <a:lnTo>
                    <a:pt x="23054" y="2395"/>
                  </a:lnTo>
                  <a:lnTo>
                    <a:pt x="23247" y="2510"/>
                  </a:lnTo>
                  <a:lnTo>
                    <a:pt x="23479" y="2510"/>
                  </a:lnTo>
                  <a:lnTo>
                    <a:pt x="23401" y="2704"/>
                  </a:lnTo>
                  <a:lnTo>
                    <a:pt x="23363" y="2897"/>
                  </a:lnTo>
                  <a:lnTo>
                    <a:pt x="23324" y="3090"/>
                  </a:lnTo>
                  <a:lnTo>
                    <a:pt x="23363" y="3283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901"/>
                  </a:lnTo>
                  <a:lnTo>
                    <a:pt x="23981" y="4016"/>
                  </a:lnTo>
                  <a:lnTo>
                    <a:pt x="23749" y="4209"/>
                  </a:lnTo>
                  <a:lnTo>
                    <a:pt x="23556" y="4480"/>
                  </a:lnTo>
                  <a:lnTo>
                    <a:pt x="23479" y="4750"/>
                  </a:lnTo>
                  <a:lnTo>
                    <a:pt x="23440" y="4905"/>
                  </a:lnTo>
                  <a:lnTo>
                    <a:pt x="23440" y="5020"/>
                  </a:lnTo>
                  <a:lnTo>
                    <a:pt x="23517" y="5291"/>
                  </a:lnTo>
                  <a:lnTo>
                    <a:pt x="23633" y="5484"/>
                  </a:lnTo>
                  <a:lnTo>
                    <a:pt x="23401" y="5522"/>
                  </a:lnTo>
                  <a:lnTo>
                    <a:pt x="23170" y="5561"/>
                  </a:lnTo>
                  <a:lnTo>
                    <a:pt x="22977" y="5715"/>
                  </a:lnTo>
                  <a:lnTo>
                    <a:pt x="22784" y="5870"/>
                  </a:lnTo>
                  <a:lnTo>
                    <a:pt x="22706" y="6102"/>
                  </a:lnTo>
                  <a:lnTo>
                    <a:pt x="22629" y="6372"/>
                  </a:lnTo>
                  <a:lnTo>
                    <a:pt x="22475" y="6295"/>
                  </a:lnTo>
                  <a:lnTo>
                    <a:pt x="22320" y="6256"/>
                  </a:lnTo>
                  <a:lnTo>
                    <a:pt x="22166" y="6217"/>
                  </a:lnTo>
                  <a:lnTo>
                    <a:pt x="21973" y="6217"/>
                  </a:lnTo>
                  <a:lnTo>
                    <a:pt x="21741" y="6295"/>
                  </a:lnTo>
                  <a:lnTo>
                    <a:pt x="21509" y="6411"/>
                  </a:lnTo>
                  <a:lnTo>
                    <a:pt x="21355" y="6565"/>
                  </a:lnTo>
                  <a:lnTo>
                    <a:pt x="21200" y="6797"/>
                  </a:lnTo>
                  <a:lnTo>
                    <a:pt x="21123" y="6449"/>
                  </a:lnTo>
                  <a:lnTo>
                    <a:pt x="20969" y="6140"/>
                  </a:lnTo>
                  <a:lnTo>
                    <a:pt x="20853" y="6024"/>
                  </a:lnTo>
                  <a:lnTo>
                    <a:pt x="20737" y="5909"/>
                  </a:lnTo>
                  <a:lnTo>
                    <a:pt x="20582" y="5831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80" y="5793"/>
                  </a:lnTo>
                  <a:lnTo>
                    <a:pt x="19887" y="5870"/>
                  </a:lnTo>
                  <a:lnTo>
                    <a:pt x="19772" y="5947"/>
                  </a:lnTo>
                  <a:lnTo>
                    <a:pt x="19733" y="5715"/>
                  </a:lnTo>
                  <a:lnTo>
                    <a:pt x="19617" y="5484"/>
                  </a:lnTo>
                  <a:lnTo>
                    <a:pt x="19463" y="5329"/>
                  </a:lnTo>
                  <a:lnTo>
                    <a:pt x="19385" y="5252"/>
                  </a:lnTo>
                  <a:lnTo>
                    <a:pt x="19270" y="5175"/>
                  </a:lnTo>
                  <a:lnTo>
                    <a:pt x="19038" y="5136"/>
                  </a:lnTo>
                  <a:lnTo>
                    <a:pt x="18845" y="5175"/>
                  </a:lnTo>
                  <a:lnTo>
                    <a:pt x="18652" y="5291"/>
                  </a:lnTo>
                  <a:lnTo>
                    <a:pt x="18497" y="5407"/>
                  </a:lnTo>
                  <a:lnTo>
                    <a:pt x="18459" y="5252"/>
                  </a:lnTo>
                  <a:lnTo>
                    <a:pt x="18420" y="5136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3" y="4673"/>
                  </a:lnTo>
                  <a:lnTo>
                    <a:pt x="17957" y="4596"/>
                  </a:lnTo>
                  <a:lnTo>
                    <a:pt x="17802" y="4557"/>
                  </a:lnTo>
                  <a:lnTo>
                    <a:pt x="17648" y="4518"/>
                  </a:lnTo>
                  <a:lnTo>
                    <a:pt x="17493" y="4557"/>
                  </a:lnTo>
                  <a:lnTo>
                    <a:pt x="17377" y="4596"/>
                  </a:lnTo>
                  <a:lnTo>
                    <a:pt x="17262" y="4634"/>
                  </a:lnTo>
                  <a:lnTo>
                    <a:pt x="17146" y="4750"/>
                  </a:lnTo>
                  <a:lnTo>
                    <a:pt x="17030" y="4827"/>
                  </a:lnTo>
                  <a:lnTo>
                    <a:pt x="16875" y="5098"/>
                  </a:lnTo>
                  <a:lnTo>
                    <a:pt x="16760" y="4943"/>
                  </a:lnTo>
                  <a:lnTo>
                    <a:pt x="16605" y="4789"/>
                  </a:lnTo>
                  <a:lnTo>
                    <a:pt x="16451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9" y="4673"/>
                  </a:lnTo>
                  <a:lnTo>
                    <a:pt x="15794" y="4750"/>
                  </a:lnTo>
                  <a:lnTo>
                    <a:pt x="15640" y="4866"/>
                  </a:lnTo>
                  <a:lnTo>
                    <a:pt x="15524" y="4982"/>
                  </a:lnTo>
                  <a:lnTo>
                    <a:pt x="15447" y="5136"/>
                  </a:lnTo>
                  <a:lnTo>
                    <a:pt x="15408" y="5329"/>
                  </a:lnTo>
                  <a:lnTo>
                    <a:pt x="15408" y="5484"/>
                  </a:lnTo>
                  <a:lnTo>
                    <a:pt x="15447" y="5561"/>
                  </a:lnTo>
                  <a:lnTo>
                    <a:pt x="15408" y="5561"/>
                  </a:lnTo>
                  <a:lnTo>
                    <a:pt x="15331" y="5368"/>
                  </a:lnTo>
                  <a:lnTo>
                    <a:pt x="15176" y="5175"/>
                  </a:lnTo>
                  <a:lnTo>
                    <a:pt x="15022" y="5059"/>
                  </a:lnTo>
                  <a:lnTo>
                    <a:pt x="14829" y="4982"/>
                  </a:lnTo>
                  <a:lnTo>
                    <a:pt x="14636" y="4943"/>
                  </a:lnTo>
                  <a:lnTo>
                    <a:pt x="14443" y="4982"/>
                  </a:lnTo>
                  <a:lnTo>
                    <a:pt x="14288" y="5020"/>
                  </a:lnTo>
                  <a:lnTo>
                    <a:pt x="14134" y="5098"/>
                  </a:lnTo>
                  <a:lnTo>
                    <a:pt x="14057" y="5175"/>
                  </a:lnTo>
                  <a:lnTo>
                    <a:pt x="13941" y="5291"/>
                  </a:lnTo>
                  <a:lnTo>
                    <a:pt x="13825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5"/>
                  </a:lnTo>
                  <a:lnTo>
                    <a:pt x="13168" y="5715"/>
                  </a:lnTo>
                  <a:lnTo>
                    <a:pt x="12937" y="5754"/>
                  </a:lnTo>
                  <a:lnTo>
                    <a:pt x="12744" y="5831"/>
                  </a:lnTo>
                  <a:lnTo>
                    <a:pt x="12589" y="5947"/>
                  </a:lnTo>
                  <a:lnTo>
                    <a:pt x="12512" y="6063"/>
                  </a:lnTo>
                  <a:lnTo>
                    <a:pt x="12435" y="6217"/>
                  </a:lnTo>
                  <a:lnTo>
                    <a:pt x="12358" y="6372"/>
                  </a:lnTo>
                  <a:lnTo>
                    <a:pt x="12358" y="6526"/>
                  </a:lnTo>
                  <a:lnTo>
                    <a:pt x="12358" y="6681"/>
                  </a:lnTo>
                  <a:lnTo>
                    <a:pt x="12358" y="6835"/>
                  </a:lnTo>
                  <a:lnTo>
                    <a:pt x="12435" y="6990"/>
                  </a:lnTo>
                  <a:lnTo>
                    <a:pt x="12164" y="7028"/>
                  </a:lnTo>
                  <a:lnTo>
                    <a:pt x="11894" y="7106"/>
                  </a:lnTo>
                  <a:lnTo>
                    <a:pt x="11662" y="7221"/>
                  </a:lnTo>
                  <a:lnTo>
                    <a:pt x="11508" y="7415"/>
                  </a:lnTo>
                  <a:lnTo>
                    <a:pt x="11392" y="7530"/>
                  </a:lnTo>
                  <a:lnTo>
                    <a:pt x="11354" y="7685"/>
                  </a:lnTo>
                  <a:lnTo>
                    <a:pt x="11315" y="7839"/>
                  </a:lnTo>
                  <a:lnTo>
                    <a:pt x="11276" y="7994"/>
                  </a:lnTo>
                  <a:lnTo>
                    <a:pt x="11315" y="8148"/>
                  </a:lnTo>
                  <a:lnTo>
                    <a:pt x="11354" y="8303"/>
                  </a:lnTo>
                  <a:lnTo>
                    <a:pt x="11392" y="8457"/>
                  </a:lnTo>
                  <a:lnTo>
                    <a:pt x="11469" y="8612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58" y="9229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2" y="10233"/>
                  </a:lnTo>
                  <a:lnTo>
                    <a:pt x="10620" y="10311"/>
                  </a:lnTo>
                  <a:lnTo>
                    <a:pt x="10427" y="10426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79" y="11006"/>
                  </a:lnTo>
                  <a:lnTo>
                    <a:pt x="10041" y="11237"/>
                  </a:lnTo>
                  <a:lnTo>
                    <a:pt x="10079" y="11469"/>
                  </a:lnTo>
                  <a:lnTo>
                    <a:pt x="10195" y="11701"/>
                  </a:lnTo>
                  <a:lnTo>
                    <a:pt x="9925" y="11739"/>
                  </a:lnTo>
                  <a:lnTo>
                    <a:pt x="9693" y="11855"/>
                  </a:lnTo>
                  <a:lnTo>
                    <a:pt x="9500" y="12010"/>
                  </a:lnTo>
                  <a:lnTo>
                    <a:pt x="9423" y="12087"/>
                  </a:lnTo>
                  <a:lnTo>
                    <a:pt x="9384" y="12203"/>
                  </a:lnTo>
                  <a:lnTo>
                    <a:pt x="9346" y="12319"/>
                  </a:lnTo>
                  <a:lnTo>
                    <a:pt x="9307" y="12473"/>
                  </a:lnTo>
                  <a:lnTo>
                    <a:pt x="9191" y="12396"/>
                  </a:lnTo>
                  <a:lnTo>
                    <a:pt x="9037" y="12319"/>
                  </a:lnTo>
                  <a:lnTo>
                    <a:pt x="8882" y="12280"/>
                  </a:lnTo>
                  <a:lnTo>
                    <a:pt x="8728" y="12280"/>
                  </a:lnTo>
                  <a:lnTo>
                    <a:pt x="8535" y="12357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10" y="12550"/>
                  </a:lnTo>
                  <a:lnTo>
                    <a:pt x="7994" y="12434"/>
                  </a:lnTo>
                  <a:lnTo>
                    <a:pt x="7878" y="12319"/>
                  </a:lnTo>
                  <a:lnTo>
                    <a:pt x="7724" y="12241"/>
                  </a:lnTo>
                  <a:lnTo>
                    <a:pt x="7492" y="12164"/>
                  </a:lnTo>
                  <a:lnTo>
                    <a:pt x="7222" y="12203"/>
                  </a:lnTo>
                  <a:lnTo>
                    <a:pt x="6990" y="12280"/>
                  </a:lnTo>
                  <a:lnTo>
                    <a:pt x="6797" y="12434"/>
                  </a:lnTo>
                  <a:lnTo>
                    <a:pt x="6797" y="12048"/>
                  </a:lnTo>
                  <a:lnTo>
                    <a:pt x="6758" y="11894"/>
                  </a:lnTo>
                  <a:lnTo>
                    <a:pt x="6681" y="11701"/>
                  </a:lnTo>
                  <a:lnTo>
                    <a:pt x="6604" y="11546"/>
                  </a:lnTo>
                  <a:lnTo>
                    <a:pt x="6527" y="11430"/>
                  </a:lnTo>
                  <a:lnTo>
                    <a:pt x="6372" y="11315"/>
                  </a:lnTo>
                  <a:lnTo>
                    <a:pt x="6218" y="11199"/>
                  </a:lnTo>
                  <a:lnTo>
                    <a:pt x="6063" y="11160"/>
                  </a:lnTo>
                  <a:lnTo>
                    <a:pt x="5716" y="11160"/>
                  </a:lnTo>
                  <a:lnTo>
                    <a:pt x="5523" y="11237"/>
                  </a:lnTo>
                  <a:lnTo>
                    <a:pt x="5523" y="10967"/>
                  </a:lnTo>
                  <a:lnTo>
                    <a:pt x="5445" y="10735"/>
                  </a:lnTo>
                  <a:lnTo>
                    <a:pt x="5330" y="10504"/>
                  </a:lnTo>
                  <a:lnTo>
                    <a:pt x="5214" y="10426"/>
                  </a:lnTo>
                  <a:lnTo>
                    <a:pt x="5098" y="10388"/>
                  </a:lnTo>
                  <a:lnTo>
                    <a:pt x="4943" y="10311"/>
                  </a:lnTo>
                  <a:lnTo>
                    <a:pt x="4828" y="10311"/>
                  </a:lnTo>
                  <a:lnTo>
                    <a:pt x="4673" y="10349"/>
                  </a:lnTo>
                  <a:lnTo>
                    <a:pt x="4519" y="10388"/>
                  </a:lnTo>
                  <a:lnTo>
                    <a:pt x="4519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10" y="9577"/>
                  </a:lnTo>
                  <a:lnTo>
                    <a:pt x="4055" y="9500"/>
                  </a:lnTo>
                  <a:lnTo>
                    <a:pt x="3901" y="9461"/>
                  </a:lnTo>
                  <a:lnTo>
                    <a:pt x="3746" y="9422"/>
                  </a:lnTo>
                  <a:lnTo>
                    <a:pt x="3592" y="9422"/>
                  </a:lnTo>
                  <a:lnTo>
                    <a:pt x="3399" y="9461"/>
                  </a:lnTo>
                  <a:lnTo>
                    <a:pt x="3283" y="9538"/>
                  </a:lnTo>
                  <a:lnTo>
                    <a:pt x="3129" y="9616"/>
                  </a:lnTo>
                  <a:lnTo>
                    <a:pt x="3013" y="9770"/>
                  </a:lnTo>
                  <a:lnTo>
                    <a:pt x="2974" y="9616"/>
                  </a:lnTo>
                  <a:lnTo>
                    <a:pt x="2897" y="9461"/>
                  </a:lnTo>
                  <a:lnTo>
                    <a:pt x="2781" y="9268"/>
                  </a:lnTo>
                  <a:lnTo>
                    <a:pt x="2627" y="9152"/>
                  </a:lnTo>
                  <a:lnTo>
                    <a:pt x="2433" y="9036"/>
                  </a:lnTo>
                  <a:lnTo>
                    <a:pt x="2240" y="8998"/>
                  </a:lnTo>
                  <a:lnTo>
                    <a:pt x="2047" y="9036"/>
                  </a:lnTo>
                  <a:lnTo>
                    <a:pt x="1854" y="9114"/>
                  </a:lnTo>
                  <a:lnTo>
                    <a:pt x="1700" y="9191"/>
                  </a:lnTo>
                  <a:lnTo>
                    <a:pt x="1545" y="9345"/>
                  </a:lnTo>
                  <a:lnTo>
                    <a:pt x="1430" y="9538"/>
                  </a:lnTo>
                  <a:lnTo>
                    <a:pt x="1391" y="9731"/>
                  </a:lnTo>
                  <a:lnTo>
                    <a:pt x="1352" y="9924"/>
                  </a:lnTo>
                  <a:lnTo>
                    <a:pt x="1121" y="9963"/>
                  </a:lnTo>
                  <a:lnTo>
                    <a:pt x="928" y="10040"/>
                  </a:lnTo>
                  <a:lnTo>
                    <a:pt x="696" y="10156"/>
                  </a:lnTo>
                  <a:lnTo>
                    <a:pt x="503" y="10311"/>
                  </a:lnTo>
                  <a:lnTo>
                    <a:pt x="387" y="10426"/>
                  </a:lnTo>
                  <a:lnTo>
                    <a:pt x="271" y="10581"/>
                  </a:lnTo>
                  <a:lnTo>
                    <a:pt x="117" y="10890"/>
                  </a:lnTo>
                  <a:lnTo>
                    <a:pt x="1" y="11237"/>
                  </a:lnTo>
                  <a:lnTo>
                    <a:pt x="1" y="11585"/>
                  </a:lnTo>
                  <a:lnTo>
                    <a:pt x="78" y="11932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9" y="12821"/>
                  </a:lnTo>
                  <a:lnTo>
                    <a:pt x="812" y="12936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086" y="13129"/>
                  </a:lnTo>
                  <a:lnTo>
                    <a:pt x="2472" y="12975"/>
                  </a:lnTo>
                  <a:lnTo>
                    <a:pt x="2820" y="12782"/>
                  </a:lnTo>
                  <a:lnTo>
                    <a:pt x="3129" y="12550"/>
                  </a:lnTo>
                  <a:lnTo>
                    <a:pt x="3360" y="12241"/>
                  </a:lnTo>
                  <a:lnTo>
                    <a:pt x="3592" y="12010"/>
                  </a:lnTo>
                  <a:lnTo>
                    <a:pt x="3553" y="11932"/>
                  </a:lnTo>
                  <a:lnTo>
                    <a:pt x="3515" y="11817"/>
                  </a:lnTo>
                  <a:lnTo>
                    <a:pt x="3437" y="11778"/>
                  </a:lnTo>
                  <a:lnTo>
                    <a:pt x="3322" y="11739"/>
                  </a:lnTo>
                  <a:lnTo>
                    <a:pt x="3283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20" y="12241"/>
                  </a:lnTo>
                  <a:lnTo>
                    <a:pt x="2588" y="12434"/>
                  </a:lnTo>
                  <a:lnTo>
                    <a:pt x="2318" y="12589"/>
                  </a:lnTo>
                  <a:lnTo>
                    <a:pt x="2047" y="12666"/>
                  </a:lnTo>
                  <a:lnTo>
                    <a:pt x="1738" y="12705"/>
                  </a:lnTo>
                  <a:lnTo>
                    <a:pt x="1430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2" y="12357"/>
                  </a:lnTo>
                  <a:lnTo>
                    <a:pt x="696" y="12203"/>
                  </a:lnTo>
                  <a:lnTo>
                    <a:pt x="619" y="12048"/>
                  </a:lnTo>
                  <a:lnTo>
                    <a:pt x="541" y="11894"/>
                  </a:lnTo>
                  <a:lnTo>
                    <a:pt x="503" y="11739"/>
                  </a:lnTo>
                  <a:lnTo>
                    <a:pt x="503" y="11546"/>
                  </a:lnTo>
                  <a:lnTo>
                    <a:pt x="503" y="11392"/>
                  </a:lnTo>
                  <a:lnTo>
                    <a:pt x="541" y="11199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9" y="10620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30" y="10388"/>
                  </a:lnTo>
                  <a:lnTo>
                    <a:pt x="1738" y="10349"/>
                  </a:lnTo>
                  <a:lnTo>
                    <a:pt x="2009" y="10349"/>
                  </a:lnTo>
                  <a:lnTo>
                    <a:pt x="2318" y="10388"/>
                  </a:lnTo>
                  <a:lnTo>
                    <a:pt x="2588" y="10426"/>
                  </a:lnTo>
                  <a:lnTo>
                    <a:pt x="2858" y="10542"/>
                  </a:lnTo>
                  <a:lnTo>
                    <a:pt x="3129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5" y="11662"/>
                  </a:lnTo>
                  <a:lnTo>
                    <a:pt x="5523" y="12396"/>
                  </a:lnTo>
                  <a:lnTo>
                    <a:pt x="5870" y="12705"/>
                  </a:lnTo>
                  <a:lnTo>
                    <a:pt x="6256" y="12975"/>
                  </a:lnTo>
                  <a:lnTo>
                    <a:pt x="6681" y="13207"/>
                  </a:lnTo>
                  <a:lnTo>
                    <a:pt x="7106" y="13438"/>
                  </a:lnTo>
                  <a:lnTo>
                    <a:pt x="7531" y="13593"/>
                  </a:lnTo>
                  <a:lnTo>
                    <a:pt x="7994" y="13747"/>
                  </a:lnTo>
                  <a:lnTo>
                    <a:pt x="8457" y="13786"/>
                  </a:lnTo>
                  <a:lnTo>
                    <a:pt x="8921" y="13786"/>
                  </a:lnTo>
                  <a:lnTo>
                    <a:pt x="9346" y="13709"/>
                  </a:lnTo>
                  <a:lnTo>
                    <a:pt x="9732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9" y="12473"/>
                  </a:lnTo>
                  <a:lnTo>
                    <a:pt x="11122" y="12126"/>
                  </a:lnTo>
                  <a:lnTo>
                    <a:pt x="11315" y="11739"/>
                  </a:lnTo>
                  <a:lnTo>
                    <a:pt x="11508" y="11237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6" y="9114"/>
                  </a:lnTo>
                  <a:lnTo>
                    <a:pt x="12358" y="8612"/>
                  </a:lnTo>
                  <a:lnTo>
                    <a:pt x="12589" y="8110"/>
                  </a:lnTo>
                  <a:lnTo>
                    <a:pt x="12937" y="7646"/>
                  </a:lnTo>
                  <a:lnTo>
                    <a:pt x="13284" y="7299"/>
                  </a:lnTo>
                  <a:lnTo>
                    <a:pt x="13632" y="6990"/>
                  </a:lnTo>
                  <a:lnTo>
                    <a:pt x="14018" y="6719"/>
                  </a:lnTo>
                  <a:lnTo>
                    <a:pt x="14443" y="6449"/>
                  </a:lnTo>
                  <a:lnTo>
                    <a:pt x="14906" y="6256"/>
                  </a:lnTo>
                  <a:lnTo>
                    <a:pt x="15369" y="6102"/>
                  </a:lnTo>
                  <a:lnTo>
                    <a:pt x="15833" y="5986"/>
                  </a:lnTo>
                  <a:lnTo>
                    <a:pt x="16296" y="5947"/>
                  </a:lnTo>
                  <a:lnTo>
                    <a:pt x="16605" y="5909"/>
                  </a:lnTo>
                  <a:lnTo>
                    <a:pt x="16914" y="5909"/>
                  </a:lnTo>
                  <a:lnTo>
                    <a:pt x="17455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4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2"/>
                  </a:lnTo>
                  <a:lnTo>
                    <a:pt x="21316" y="7646"/>
                  </a:lnTo>
                  <a:lnTo>
                    <a:pt x="21741" y="7723"/>
                  </a:lnTo>
                  <a:lnTo>
                    <a:pt x="22166" y="7762"/>
                  </a:lnTo>
                  <a:lnTo>
                    <a:pt x="22590" y="7723"/>
                  </a:lnTo>
                  <a:lnTo>
                    <a:pt x="22977" y="7646"/>
                  </a:lnTo>
                  <a:lnTo>
                    <a:pt x="23363" y="7530"/>
                  </a:lnTo>
                  <a:lnTo>
                    <a:pt x="23710" y="7299"/>
                  </a:lnTo>
                  <a:lnTo>
                    <a:pt x="24058" y="6990"/>
                  </a:lnTo>
                  <a:lnTo>
                    <a:pt x="24367" y="6642"/>
                  </a:lnTo>
                  <a:lnTo>
                    <a:pt x="24598" y="6295"/>
                  </a:lnTo>
                  <a:lnTo>
                    <a:pt x="24753" y="5909"/>
                  </a:lnTo>
                  <a:lnTo>
                    <a:pt x="24869" y="5484"/>
                  </a:lnTo>
                  <a:lnTo>
                    <a:pt x="24985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6" y="3746"/>
                  </a:lnTo>
                  <a:lnTo>
                    <a:pt x="24869" y="3283"/>
                  </a:lnTo>
                  <a:lnTo>
                    <a:pt x="24791" y="2858"/>
                  </a:lnTo>
                  <a:lnTo>
                    <a:pt x="24637" y="2395"/>
                  </a:lnTo>
                  <a:lnTo>
                    <a:pt x="24444" y="1970"/>
                  </a:lnTo>
                  <a:lnTo>
                    <a:pt x="24251" y="1584"/>
                  </a:lnTo>
                  <a:lnTo>
                    <a:pt x="24058" y="1198"/>
                  </a:lnTo>
                  <a:lnTo>
                    <a:pt x="23788" y="811"/>
                  </a:lnTo>
                  <a:lnTo>
                    <a:pt x="23942" y="387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70" y="78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9" name="Google Shape;3459;p15"/>
            <p:cNvSpPr/>
            <p:nvPr/>
          </p:nvSpPr>
          <p:spPr>
            <a:xfrm>
              <a:off x="5082350" y="438710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1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9"/>
                  </a:lnTo>
                  <a:lnTo>
                    <a:pt x="4364" y="1120"/>
                  </a:lnTo>
                  <a:lnTo>
                    <a:pt x="4634" y="1429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3" y="2433"/>
                  </a:lnTo>
                  <a:lnTo>
                    <a:pt x="5368" y="2819"/>
                  </a:lnTo>
                  <a:lnTo>
                    <a:pt x="5484" y="3206"/>
                  </a:lnTo>
                  <a:lnTo>
                    <a:pt x="5522" y="3592"/>
                  </a:lnTo>
                  <a:lnTo>
                    <a:pt x="5600" y="3978"/>
                  </a:lnTo>
                  <a:lnTo>
                    <a:pt x="5600" y="4403"/>
                  </a:lnTo>
                  <a:lnTo>
                    <a:pt x="5561" y="4789"/>
                  </a:lnTo>
                  <a:lnTo>
                    <a:pt x="5522" y="5214"/>
                  </a:lnTo>
                  <a:lnTo>
                    <a:pt x="5445" y="5600"/>
                  </a:lnTo>
                  <a:lnTo>
                    <a:pt x="5329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6"/>
                  </a:lnTo>
                  <a:lnTo>
                    <a:pt x="4209" y="8032"/>
                  </a:lnTo>
                  <a:lnTo>
                    <a:pt x="3939" y="8380"/>
                  </a:lnTo>
                  <a:lnTo>
                    <a:pt x="3630" y="8728"/>
                  </a:lnTo>
                  <a:lnTo>
                    <a:pt x="3283" y="9036"/>
                  </a:lnTo>
                  <a:lnTo>
                    <a:pt x="2935" y="9307"/>
                  </a:lnTo>
                  <a:lnTo>
                    <a:pt x="2549" y="9577"/>
                  </a:lnTo>
                  <a:lnTo>
                    <a:pt x="2163" y="9809"/>
                  </a:lnTo>
                  <a:lnTo>
                    <a:pt x="1738" y="10040"/>
                  </a:lnTo>
                  <a:lnTo>
                    <a:pt x="1313" y="10234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0" y="10658"/>
                  </a:lnTo>
                  <a:lnTo>
                    <a:pt x="78" y="11044"/>
                  </a:lnTo>
                  <a:lnTo>
                    <a:pt x="618" y="10967"/>
                  </a:lnTo>
                  <a:lnTo>
                    <a:pt x="1120" y="10813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0" y="10195"/>
                  </a:lnTo>
                  <a:lnTo>
                    <a:pt x="2974" y="9925"/>
                  </a:lnTo>
                  <a:lnTo>
                    <a:pt x="3399" y="9616"/>
                  </a:lnTo>
                  <a:lnTo>
                    <a:pt x="3785" y="9268"/>
                  </a:lnTo>
                  <a:lnTo>
                    <a:pt x="4171" y="8921"/>
                  </a:lnTo>
                  <a:lnTo>
                    <a:pt x="4480" y="8534"/>
                  </a:lnTo>
                  <a:lnTo>
                    <a:pt x="4827" y="8110"/>
                  </a:lnTo>
                  <a:lnTo>
                    <a:pt x="5098" y="7685"/>
                  </a:lnTo>
                  <a:lnTo>
                    <a:pt x="5368" y="7222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8" y="5793"/>
                  </a:lnTo>
                  <a:lnTo>
                    <a:pt x="6024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4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6" y="1314"/>
                  </a:lnTo>
                  <a:lnTo>
                    <a:pt x="4904" y="1005"/>
                  </a:lnTo>
                  <a:lnTo>
                    <a:pt x="4596" y="696"/>
                  </a:lnTo>
                  <a:lnTo>
                    <a:pt x="4287" y="425"/>
                  </a:lnTo>
                  <a:lnTo>
                    <a:pt x="3939" y="194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0" name="Google Shape;3460;p15"/>
            <p:cNvSpPr/>
            <p:nvPr/>
          </p:nvSpPr>
          <p:spPr>
            <a:xfrm>
              <a:off x="5492625" y="4412200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1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1"/>
                  </a:lnTo>
                  <a:lnTo>
                    <a:pt x="3862" y="503"/>
                  </a:lnTo>
                  <a:lnTo>
                    <a:pt x="3322" y="773"/>
                  </a:lnTo>
                  <a:lnTo>
                    <a:pt x="2781" y="1082"/>
                  </a:lnTo>
                  <a:lnTo>
                    <a:pt x="2279" y="1429"/>
                  </a:lnTo>
                  <a:lnTo>
                    <a:pt x="1816" y="1854"/>
                  </a:lnTo>
                  <a:lnTo>
                    <a:pt x="1429" y="2279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3" y="3746"/>
                  </a:lnTo>
                  <a:lnTo>
                    <a:pt x="271" y="4248"/>
                  </a:lnTo>
                  <a:lnTo>
                    <a:pt x="117" y="4789"/>
                  </a:lnTo>
                  <a:lnTo>
                    <a:pt x="1" y="5368"/>
                  </a:lnTo>
                  <a:lnTo>
                    <a:pt x="348" y="5407"/>
                  </a:lnTo>
                  <a:lnTo>
                    <a:pt x="464" y="4982"/>
                  </a:lnTo>
                  <a:lnTo>
                    <a:pt x="580" y="4596"/>
                  </a:lnTo>
                  <a:lnTo>
                    <a:pt x="812" y="3978"/>
                  </a:lnTo>
                  <a:lnTo>
                    <a:pt x="1121" y="3399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7"/>
                  </a:lnTo>
                  <a:lnTo>
                    <a:pt x="3399" y="1159"/>
                  </a:lnTo>
                  <a:lnTo>
                    <a:pt x="3978" y="889"/>
                  </a:lnTo>
                  <a:lnTo>
                    <a:pt x="4635" y="657"/>
                  </a:lnTo>
                  <a:lnTo>
                    <a:pt x="5252" y="464"/>
                  </a:lnTo>
                  <a:lnTo>
                    <a:pt x="5909" y="387"/>
                  </a:lnTo>
                  <a:lnTo>
                    <a:pt x="6565" y="387"/>
                  </a:lnTo>
                  <a:lnTo>
                    <a:pt x="7222" y="464"/>
                  </a:lnTo>
                  <a:lnTo>
                    <a:pt x="7878" y="580"/>
                  </a:lnTo>
                  <a:lnTo>
                    <a:pt x="8496" y="812"/>
                  </a:lnTo>
                  <a:lnTo>
                    <a:pt x="9114" y="1082"/>
                  </a:lnTo>
                  <a:lnTo>
                    <a:pt x="9423" y="1275"/>
                  </a:lnTo>
                  <a:lnTo>
                    <a:pt x="9732" y="1507"/>
                  </a:lnTo>
                  <a:lnTo>
                    <a:pt x="10041" y="1700"/>
                  </a:lnTo>
                  <a:lnTo>
                    <a:pt x="10311" y="1931"/>
                  </a:lnTo>
                  <a:lnTo>
                    <a:pt x="10774" y="2472"/>
                  </a:lnTo>
                  <a:lnTo>
                    <a:pt x="11199" y="3013"/>
                  </a:lnTo>
                  <a:lnTo>
                    <a:pt x="11547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5" y="5638"/>
                  </a:lnTo>
                  <a:lnTo>
                    <a:pt x="12628" y="6218"/>
                  </a:lnTo>
                  <a:lnTo>
                    <a:pt x="12859" y="6797"/>
                  </a:lnTo>
                  <a:lnTo>
                    <a:pt x="13130" y="7376"/>
                  </a:lnTo>
                  <a:lnTo>
                    <a:pt x="13439" y="7955"/>
                  </a:lnTo>
                  <a:lnTo>
                    <a:pt x="13825" y="8496"/>
                  </a:lnTo>
                  <a:lnTo>
                    <a:pt x="14250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500"/>
                  </a:lnTo>
                  <a:lnTo>
                    <a:pt x="15292" y="9654"/>
                  </a:lnTo>
                  <a:lnTo>
                    <a:pt x="15756" y="9809"/>
                  </a:lnTo>
                  <a:lnTo>
                    <a:pt x="16219" y="9886"/>
                  </a:lnTo>
                  <a:lnTo>
                    <a:pt x="16721" y="9886"/>
                  </a:lnTo>
                  <a:lnTo>
                    <a:pt x="17184" y="9809"/>
                  </a:lnTo>
                  <a:lnTo>
                    <a:pt x="17609" y="9616"/>
                  </a:lnTo>
                  <a:lnTo>
                    <a:pt x="17841" y="9500"/>
                  </a:lnTo>
                  <a:lnTo>
                    <a:pt x="18034" y="9384"/>
                  </a:lnTo>
                  <a:lnTo>
                    <a:pt x="18188" y="9230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2" y="8612"/>
                  </a:lnTo>
                  <a:lnTo>
                    <a:pt x="18652" y="8534"/>
                  </a:lnTo>
                  <a:lnTo>
                    <a:pt x="18652" y="8457"/>
                  </a:lnTo>
                  <a:lnTo>
                    <a:pt x="18652" y="8380"/>
                  </a:lnTo>
                  <a:lnTo>
                    <a:pt x="18652" y="8341"/>
                  </a:lnTo>
                  <a:lnTo>
                    <a:pt x="18304" y="8341"/>
                  </a:lnTo>
                  <a:lnTo>
                    <a:pt x="18266" y="8419"/>
                  </a:lnTo>
                  <a:lnTo>
                    <a:pt x="18072" y="8728"/>
                  </a:lnTo>
                  <a:lnTo>
                    <a:pt x="17802" y="8998"/>
                  </a:lnTo>
                  <a:lnTo>
                    <a:pt x="17493" y="9191"/>
                  </a:lnTo>
                  <a:lnTo>
                    <a:pt x="17184" y="9345"/>
                  </a:lnTo>
                  <a:lnTo>
                    <a:pt x="16837" y="9423"/>
                  </a:lnTo>
                  <a:lnTo>
                    <a:pt x="16451" y="9461"/>
                  </a:lnTo>
                  <a:lnTo>
                    <a:pt x="16103" y="9423"/>
                  </a:lnTo>
                  <a:lnTo>
                    <a:pt x="15717" y="9345"/>
                  </a:lnTo>
                  <a:lnTo>
                    <a:pt x="15369" y="9191"/>
                  </a:lnTo>
                  <a:lnTo>
                    <a:pt x="15022" y="8998"/>
                  </a:lnTo>
                  <a:lnTo>
                    <a:pt x="14713" y="8766"/>
                  </a:lnTo>
                  <a:lnTo>
                    <a:pt x="14404" y="8496"/>
                  </a:lnTo>
                  <a:lnTo>
                    <a:pt x="14172" y="8187"/>
                  </a:lnTo>
                  <a:lnTo>
                    <a:pt x="13941" y="7839"/>
                  </a:lnTo>
                  <a:lnTo>
                    <a:pt x="13709" y="7530"/>
                  </a:lnTo>
                  <a:lnTo>
                    <a:pt x="13555" y="7183"/>
                  </a:lnTo>
                  <a:lnTo>
                    <a:pt x="13246" y="6526"/>
                  </a:lnTo>
                  <a:lnTo>
                    <a:pt x="12975" y="5831"/>
                  </a:lnTo>
                  <a:lnTo>
                    <a:pt x="12473" y="4480"/>
                  </a:lnTo>
                  <a:lnTo>
                    <a:pt x="12164" y="3823"/>
                  </a:lnTo>
                  <a:lnTo>
                    <a:pt x="11855" y="3206"/>
                  </a:lnTo>
                  <a:lnTo>
                    <a:pt x="11469" y="2588"/>
                  </a:lnTo>
                  <a:lnTo>
                    <a:pt x="11238" y="2279"/>
                  </a:lnTo>
                  <a:lnTo>
                    <a:pt x="11006" y="2009"/>
                  </a:lnTo>
                  <a:lnTo>
                    <a:pt x="10543" y="1584"/>
                  </a:lnTo>
                  <a:lnTo>
                    <a:pt x="10079" y="1198"/>
                  </a:lnTo>
                  <a:lnTo>
                    <a:pt x="9577" y="850"/>
                  </a:lnTo>
                  <a:lnTo>
                    <a:pt x="9037" y="580"/>
                  </a:lnTo>
                  <a:lnTo>
                    <a:pt x="8496" y="348"/>
                  </a:lnTo>
                  <a:lnTo>
                    <a:pt x="7917" y="194"/>
                  </a:lnTo>
                  <a:lnTo>
                    <a:pt x="7338" y="78"/>
                  </a:lnTo>
                  <a:lnTo>
                    <a:pt x="67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1" name="Google Shape;3461;p15"/>
            <p:cNvSpPr/>
            <p:nvPr/>
          </p:nvSpPr>
          <p:spPr>
            <a:xfrm>
              <a:off x="3907500" y="4422825"/>
              <a:ext cx="353350" cy="159300"/>
            </a:xfrm>
            <a:custGeom>
              <a:avLst/>
              <a:gdLst/>
              <a:ahLst/>
              <a:cxnLst/>
              <a:rect l="l" t="t" r="r" b="b"/>
              <a:pathLst>
                <a:path w="14134" h="6372" extrusionOk="0">
                  <a:moveTo>
                    <a:pt x="11160" y="464"/>
                  </a:moveTo>
                  <a:lnTo>
                    <a:pt x="11623" y="502"/>
                  </a:lnTo>
                  <a:lnTo>
                    <a:pt x="12048" y="541"/>
                  </a:lnTo>
                  <a:lnTo>
                    <a:pt x="12434" y="657"/>
                  </a:lnTo>
                  <a:lnTo>
                    <a:pt x="12627" y="734"/>
                  </a:lnTo>
                  <a:lnTo>
                    <a:pt x="12743" y="811"/>
                  </a:lnTo>
                  <a:lnTo>
                    <a:pt x="12859" y="966"/>
                  </a:lnTo>
                  <a:lnTo>
                    <a:pt x="12936" y="1082"/>
                  </a:lnTo>
                  <a:lnTo>
                    <a:pt x="12975" y="1313"/>
                  </a:lnTo>
                  <a:lnTo>
                    <a:pt x="12975" y="1506"/>
                  </a:lnTo>
                  <a:lnTo>
                    <a:pt x="12936" y="1699"/>
                  </a:lnTo>
                  <a:lnTo>
                    <a:pt x="12820" y="1892"/>
                  </a:lnTo>
                  <a:lnTo>
                    <a:pt x="12704" y="2086"/>
                  </a:lnTo>
                  <a:lnTo>
                    <a:pt x="12589" y="2240"/>
                  </a:lnTo>
                  <a:lnTo>
                    <a:pt x="12241" y="2472"/>
                  </a:lnTo>
                  <a:lnTo>
                    <a:pt x="11816" y="2742"/>
                  </a:lnTo>
                  <a:lnTo>
                    <a:pt x="11391" y="2935"/>
                  </a:lnTo>
                  <a:lnTo>
                    <a:pt x="10658" y="3205"/>
                  </a:lnTo>
                  <a:lnTo>
                    <a:pt x="9924" y="3437"/>
                  </a:lnTo>
                  <a:lnTo>
                    <a:pt x="9152" y="3707"/>
                  </a:lnTo>
                  <a:lnTo>
                    <a:pt x="8380" y="3900"/>
                  </a:lnTo>
                  <a:lnTo>
                    <a:pt x="7607" y="4094"/>
                  </a:lnTo>
                  <a:lnTo>
                    <a:pt x="6796" y="4287"/>
                  </a:lnTo>
                  <a:lnTo>
                    <a:pt x="5908" y="4441"/>
                  </a:lnTo>
                  <a:lnTo>
                    <a:pt x="5020" y="4596"/>
                  </a:lnTo>
                  <a:lnTo>
                    <a:pt x="4132" y="4711"/>
                  </a:lnTo>
                  <a:lnTo>
                    <a:pt x="3244" y="4789"/>
                  </a:lnTo>
                  <a:lnTo>
                    <a:pt x="2201" y="4789"/>
                  </a:lnTo>
                  <a:lnTo>
                    <a:pt x="1854" y="4750"/>
                  </a:lnTo>
                  <a:lnTo>
                    <a:pt x="1506" y="4673"/>
                  </a:lnTo>
                  <a:lnTo>
                    <a:pt x="1197" y="4557"/>
                  </a:lnTo>
                  <a:lnTo>
                    <a:pt x="888" y="4441"/>
                  </a:lnTo>
                  <a:lnTo>
                    <a:pt x="579" y="4248"/>
                  </a:lnTo>
                  <a:lnTo>
                    <a:pt x="657" y="4171"/>
                  </a:lnTo>
                  <a:lnTo>
                    <a:pt x="695" y="4055"/>
                  </a:lnTo>
                  <a:lnTo>
                    <a:pt x="695" y="3939"/>
                  </a:lnTo>
                  <a:lnTo>
                    <a:pt x="734" y="3823"/>
                  </a:lnTo>
                  <a:lnTo>
                    <a:pt x="850" y="3630"/>
                  </a:lnTo>
                  <a:lnTo>
                    <a:pt x="1081" y="3437"/>
                  </a:lnTo>
                  <a:lnTo>
                    <a:pt x="1313" y="3244"/>
                  </a:lnTo>
                  <a:lnTo>
                    <a:pt x="1854" y="2935"/>
                  </a:lnTo>
                  <a:lnTo>
                    <a:pt x="2278" y="2703"/>
                  </a:lnTo>
                  <a:lnTo>
                    <a:pt x="3012" y="2356"/>
                  </a:lnTo>
                  <a:lnTo>
                    <a:pt x="3707" y="2008"/>
                  </a:lnTo>
                  <a:lnTo>
                    <a:pt x="4479" y="1699"/>
                  </a:lnTo>
                  <a:lnTo>
                    <a:pt x="5252" y="1429"/>
                  </a:lnTo>
                  <a:lnTo>
                    <a:pt x="6024" y="1197"/>
                  </a:lnTo>
                  <a:lnTo>
                    <a:pt x="6835" y="1004"/>
                  </a:lnTo>
                  <a:lnTo>
                    <a:pt x="7607" y="811"/>
                  </a:lnTo>
                  <a:lnTo>
                    <a:pt x="8418" y="695"/>
                  </a:lnTo>
                  <a:lnTo>
                    <a:pt x="9229" y="580"/>
                  </a:lnTo>
                  <a:lnTo>
                    <a:pt x="10040" y="541"/>
                  </a:lnTo>
                  <a:lnTo>
                    <a:pt x="10735" y="502"/>
                  </a:lnTo>
                  <a:lnTo>
                    <a:pt x="11160" y="464"/>
                  </a:lnTo>
                  <a:close/>
                  <a:moveTo>
                    <a:pt x="13477" y="1120"/>
                  </a:moveTo>
                  <a:lnTo>
                    <a:pt x="13631" y="1313"/>
                  </a:lnTo>
                  <a:lnTo>
                    <a:pt x="13708" y="1506"/>
                  </a:lnTo>
                  <a:lnTo>
                    <a:pt x="13747" y="1738"/>
                  </a:lnTo>
                  <a:lnTo>
                    <a:pt x="13708" y="2008"/>
                  </a:lnTo>
                  <a:lnTo>
                    <a:pt x="13631" y="2240"/>
                  </a:lnTo>
                  <a:lnTo>
                    <a:pt x="13515" y="2472"/>
                  </a:lnTo>
                  <a:lnTo>
                    <a:pt x="13399" y="2703"/>
                  </a:lnTo>
                  <a:lnTo>
                    <a:pt x="13206" y="2896"/>
                  </a:lnTo>
                  <a:lnTo>
                    <a:pt x="12859" y="3205"/>
                  </a:lnTo>
                  <a:lnTo>
                    <a:pt x="12473" y="3437"/>
                  </a:lnTo>
                  <a:lnTo>
                    <a:pt x="12048" y="3669"/>
                  </a:lnTo>
                  <a:lnTo>
                    <a:pt x="11623" y="3900"/>
                  </a:lnTo>
                  <a:lnTo>
                    <a:pt x="10658" y="4287"/>
                  </a:lnTo>
                  <a:lnTo>
                    <a:pt x="9731" y="4634"/>
                  </a:lnTo>
                  <a:lnTo>
                    <a:pt x="8766" y="4904"/>
                  </a:lnTo>
                  <a:lnTo>
                    <a:pt x="7762" y="5175"/>
                  </a:lnTo>
                  <a:lnTo>
                    <a:pt x="6758" y="5406"/>
                  </a:lnTo>
                  <a:lnTo>
                    <a:pt x="5754" y="5600"/>
                  </a:lnTo>
                  <a:lnTo>
                    <a:pt x="4711" y="5793"/>
                  </a:lnTo>
                  <a:lnTo>
                    <a:pt x="3707" y="5908"/>
                  </a:lnTo>
                  <a:lnTo>
                    <a:pt x="2780" y="5986"/>
                  </a:lnTo>
                  <a:lnTo>
                    <a:pt x="2278" y="5986"/>
                  </a:lnTo>
                  <a:lnTo>
                    <a:pt x="1815" y="5947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8"/>
                  </a:lnTo>
                  <a:lnTo>
                    <a:pt x="695" y="5484"/>
                  </a:lnTo>
                  <a:lnTo>
                    <a:pt x="502" y="5252"/>
                  </a:lnTo>
                  <a:lnTo>
                    <a:pt x="348" y="5020"/>
                  </a:lnTo>
                  <a:lnTo>
                    <a:pt x="309" y="4866"/>
                  </a:lnTo>
                  <a:lnTo>
                    <a:pt x="309" y="4750"/>
                  </a:lnTo>
                  <a:lnTo>
                    <a:pt x="309" y="4596"/>
                  </a:lnTo>
                  <a:lnTo>
                    <a:pt x="348" y="4441"/>
                  </a:lnTo>
                  <a:lnTo>
                    <a:pt x="541" y="4673"/>
                  </a:lnTo>
                  <a:lnTo>
                    <a:pt x="811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2" y="5213"/>
                  </a:lnTo>
                  <a:lnTo>
                    <a:pt x="1931" y="5252"/>
                  </a:lnTo>
                  <a:lnTo>
                    <a:pt x="2587" y="5329"/>
                  </a:lnTo>
                  <a:lnTo>
                    <a:pt x="3244" y="5291"/>
                  </a:lnTo>
                  <a:lnTo>
                    <a:pt x="3939" y="5252"/>
                  </a:lnTo>
                  <a:lnTo>
                    <a:pt x="5136" y="5059"/>
                  </a:lnTo>
                  <a:lnTo>
                    <a:pt x="6912" y="4789"/>
                  </a:lnTo>
                  <a:lnTo>
                    <a:pt x="7839" y="4596"/>
                  </a:lnTo>
                  <a:lnTo>
                    <a:pt x="8727" y="4402"/>
                  </a:lnTo>
                  <a:lnTo>
                    <a:pt x="9615" y="4132"/>
                  </a:lnTo>
                  <a:lnTo>
                    <a:pt x="10503" y="3862"/>
                  </a:lnTo>
                  <a:lnTo>
                    <a:pt x="11353" y="3514"/>
                  </a:lnTo>
                  <a:lnTo>
                    <a:pt x="12164" y="3128"/>
                  </a:lnTo>
                  <a:lnTo>
                    <a:pt x="12434" y="2974"/>
                  </a:lnTo>
                  <a:lnTo>
                    <a:pt x="12704" y="2819"/>
                  </a:lnTo>
                  <a:lnTo>
                    <a:pt x="12936" y="2588"/>
                  </a:lnTo>
                  <a:lnTo>
                    <a:pt x="13129" y="2394"/>
                  </a:lnTo>
                  <a:lnTo>
                    <a:pt x="13322" y="2124"/>
                  </a:lnTo>
                  <a:lnTo>
                    <a:pt x="13438" y="1854"/>
                  </a:lnTo>
                  <a:lnTo>
                    <a:pt x="13515" y="1584"/>
                  </a:lnTo>
                  <a:lnTo>
                    <a:pt x="13515" y="1236"/>
                  </a:lnTo>
                  <a:lnTo>
                    <a:pt x="13477" y="1120"/>
                  </a:lnTo>
                  <a:close/>
                  <a:moveTo>
                    <a:pt x="10658" y="0"/>
                  </a:moveTo>
                  <a:lnTo>
                    <a:pt x="9886" y="39"/>
                  </a:lnTo>
                  <a:lnTo>
                    <a:pt x="9113" y="116"/>
                  </a:lnTo>
                  <a:lnTo>
                    <a:pt x="8302" y="232"/>
                  </a:lnTo>
                  <a:lnTo>
                    <a:pt x="7530" y="348"/>
                  </a:lnTo>
                  <a:lnTo>
                    <a:pt x="6719" y="541"/>
                  </a:lnTo>
                  <a:lnTo>
                    <a:pt x="5908" y="734"/>
                  </a:lnTo>
                  <a:lnTo>
                    <a:pt x="5020" y="1004"/>
                  </a:lnTo>
                  <a:lnTo>
                    <a:pt x="4132" y="1352"/>
                  </a:lnTo>
                  <a:lnTo>
                    <a:pt x="3244" y="1699"/>
                  </a:lnTo>
                  <a:lnTo>
                    <a:pt x="2394" y="2124"/>
                  </a:lnTo>
                  <a:lnTo>
                    <a:pt x="1776" y="2433"/>
                  </a:lnTo>
                  <a:lnTo>
                    <a:pt x="1390" y="2626"/>
                  </a:lnTo>
                  <a:lnTo>
                    <a:pt x="1043" y="2858"/>
                  </a:lnTo>
                  <a:lnTo>
                    <a:pt x="695" y="3090"/>
                  </a:lnTo>
                  <a:lnTo>
                    <a:pt x="463" y="3398"/>
                  </a:lnTo>
                  <a:lnTo>
                    <a:pt x="348" y="3553"/>
                  </a:lnTo>
                  <a:lnTo>
                    <a:pt x="270" y="3707"/>
                  </a:lnTo>
                  <a:lnTo>
                    <a:pt x="232" y="3862"/>
                  </a:lnTo>
                  <a:lnTo>
                    <a:pt x="232" y="4055"/>
                  </a:lnTo>
                  <a:lnTo>
                    <a:pt x="193" y="4132"/>
                  </a:lnTo>
                  <a:lnTo>
                    <a:pt x="193" y="4171"/>
                  </a:lnTo>
                  <a:lnTo>
                    <a:pt x="116" y="4325"/>
                  </a:lnTo>
                  <a:lnTo>
                    <a:pt x="39" y="4480"/>
                  </a:lnTo>
                  <a:lnTo>
                    <a:pt x="0" y="4634"/>
                  </a:lnTo>
                  <a:lnTo>
                    <a:pt x="0" y="4789"/>
                  </a:lnTo>
                  <a:lnTo>
                    <a:pt x="39" y="5136"/>
                  </a:lnTo>
                  <a:lnTo>
                    <a:pt x="193" y="5445"/>
                  </a:lnTo>
                  <a:lnTo>
                    <a:pt x="348" y="5638"/>
                  </a:lnTo>
                  <a:lnTo>
                    <a:pt x="502" y="5831"/>
                  </a:lnTo>
                  <a:lnTo>
                    <a:pt x="695" y="5947"/>
                  </a:lnTo>
                  <a:lnTo>
                    <a:pt x="927" y="6063"/>
                  </a:lnTo>
                  <a:lnTo>
                    <a:pt x="965" y="6256"/>
                  </a:lnTo>
                  <a:lnTo>
                    <a:pt x="1274" y="6179"/>
                  </a:lnTo>
                  <a:lnTo>
                    <a:pt x="1313" y="6217"/>
                  </a:lnTo>
                  <a:lnTo>
                    <a:pt x="1313" y="6256"/>
                  </a:lnTo>
                  <a:lnTo>
                    <a:pt x="1352" y="6295"/>
                  </a:lnTo>
                  <a:lnTo>
                    <a:pt x="1467" y="6256"/>
                  </a:lnTo>
                  <a:lnTo>
                    <a:pt x="1815" y="6295"/>
                  </a:lnTo>
                  <a:lnTo>
                    <a:pt x="2394" y="6333"/>
                  </a:lnTo>
                  <a:lnTo>
                    <a:pt x="3012" y="6372"/>
                  </a:lnTo>
                  <a:lnTo>
                    <a:pt x="3591" y="6333"/>
                  </a:lnTo>
                  <a:lnTo>
                    <a:pt x="4171" y="6295"/>
                  </a:lnTo>
                  <a:lnTo>
                    <a:pt x="5368" y="6101"/>
                  </a:lnTo>
                  <a:lnTo>
                    <a:pt x="6565" y="5870"/>
                  </a:lnTo>
                  <a:lnTo>
                    <a:pt x="6758" y="5831"/>
                  </a:lnTo>
                  <a:lnTo>
                    <a:pt x="7993" y="5522"/>
                  </a:lnTo>
                  <a:lnTo>
                    <a:pt x="9036" y="5252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5" y="4132"/>
                  </a:lnTo>
                  <a:lnTo>
                    <a:pt x="12125" y="4248"/>
                  </a:lnTo>
                  <a:lnTo>
                    <a:pt x="12395" y="4287"/>
                  </a:lnTo>
                  <a:lnTo>
                    <a:pt x="12782" y="4711"/>
                  </a:lnTo>
                  <a:lnTo>
                    <a:pt x="13013" y="4518"/>
                  </a:lnTo>
                  <a:lnTo>
                    <a:pt x="12434" y="3939"/>
                  </a:lnTo>
                  <a:lnTo>
                    <a:pt x="12897" y="3669"/>
                  </a:lnTo>
                  <a:lnTo>
                    <a:pt x="13361" y="3321"/>
                  </a:lnTo>
                  <a:lnTo>
                    <a:pt x="13631" y="3051"/>
                  </a:lnTo>
                  <a:lnTo>
                    <a:pt x="13824" y="2703"/>
                  </a:lnTo>
                  <a:lnTo>
                    <a:pt x="14133" y="2626"/>
                  </a:lnTo>
                  <a:lnTo>
                    <a:pt x="14017" y="2317"/>
                  </a:lnTo>
                  <a:lnTo>
                    <a:pt x="14095" y="2008"/>
                  </a:lnTo>
                  <a:lnTo>
                    <a:pt x="14133" y="1738"/>
                  </a:lnTo>
                  <a:lnTo>
                    <a:pt x="14095" y="1468"/>
                  </a:lnTo>
                  <a:lnTo>
                    <a:pt x="14017" y="1236"/>
                  </a:lnTo>
                  <a:lnTo>
                    <a:pt x="13901" y="1004"/>
                  </a:lnTo>
                  <a:lnTo>
                    <a:pt x="13747" y="811"/>
                  </a:lnTo>
                  <a:lnTo>
                    <a:pt x="13477" y="618"/>
                  </a:lnTo>
                  <a:lnTo>
                    <a:pt x="13168" y="502"/>
                  </a:lnTo>
                  <a:lnTo>
                    <a:pt x="13091" y="502"/>
                  </a:lnTo>
                  <a:lnTo>
                    <a:pt x="12897" y="387"/>
                  </a:lnTo>
                  <a:lnTo>
                    <a:pt x="12666" y="271"/>
                  </a:lnTo>
                  <a:lnTo>
                    <a:pt x="12434" y="155"/>
                  </a:lnTo>
                  <a:lnTo>
                    <a:pt x="12202" y="116"/>
                  </a:lnTo>
                  <a:lnTo>
                    <a:pt x="11816" y="39"/>
                  </a:lnTo>
                  <a:lnTo>
                    <a:pt x="1143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2" name="Google Shape;3462;p15"/>
            <p:cNvSpPr/>
            <p:nvPr/>
          </p:nvSpPr>
          <p:spPr>
            <a:xfrm>
              <a:off x="299900" y="4449850"/>
              <a:ext cx="375550" cy="386175"/>
            </a:xfrm>
            <a:custGeom>
              <a:avLst/>
              <a:gdLst/>
              <a:ahLst/>
              <a:cxnLst/>
              <a:rect l="l" t="t" r="r" b="b"/>
              <a:pathLst>
                <a:path w="15022" h="15447" extrusionOk="0">
                  <a:moveTo>
                    <a:pt x="8032" y="503"/>
                  </a:moveTo>
                  <a:lnTo>
                    <a:pt x="8611" y="580"/>
                  </a:lnTo>
                  <a:lnTo>
                    <a:pt x="9152" y="696"/>
                  </a:lnTo>
                  <a:lnTo>
                    <a:pt x="9693" y="850"/>
                  </a:lnTo>
                  <a:lnTo>
                    <a:pt x="10195" y="1005"/>
                  </a:lnTo>
                  <a:lnTo>
                    <a:pt x="10697" y="1236"/>
                  </a:lnTo>
                  <a:lnTo>
                    <a:pt x="11160" y="1507"/>
                  </a:lnTo>
                  <a:lnTo>
                    <a:pt x="11623" y="1815"/>
                  </a:lnTo>
                  <a:lnTo>
                    <a:pt x="10813" y="2163"/>
                  </a:lnTo>
                  <a:lnTo>
                    <a:pt x="10079" y="2588"/>
                  </a:lnTo>
                  <a:lnTo>
                    <a:pt x="9307" y="3090"/>
                  </a:lnTo>
                  <a:lnTo>
                    <a:pt x="8611" y="3592"/>
                  </a:lnTo>
                  <a:lnTo>
                    <a:pt x="7955" y="4171"/>
                  </a:lnTo>
                  <a:lnTo>
                    <a:pt x="7299" y="4789"/>
                  </a:lnTo>
                  <a:lnTo>
                    <a:pt x="6719" y="5445"/>
                  </a:lnTo>
                  <a:lnTo>
                    <a:pt x="6140" y="6140"/>
                  </a:lnTo>
                  <a:lnTo>
                    <a:pt x="5638" y="6835"/>
                  </a:lnTo>
                  <a:lnTo>
                    <a:pt x="5213" y="7608"/>
                  </a:lnTo>
                  <a:lnTo>
                    <a:pt x="4789" y="8380"/>
                  </a:lnTo>
                  <a:lnTo>
                    <a:pt x="4480" y="9191"/>
                  </a:lnTo>
                  <a:lnTo>
                    <a:pt x="4171" y="10040"/>
                  </a:lnTo>
                  <a:lnTo>
                    <a:pt x="3978" y="10890"/>
                  </a:lnTo>
                  <a:lnTo>
                    <a:pt x="3823" y="11739"/>
                  </a:lnTo>
                  <a:lnTo>
                    <a:pt x="3746" y="12628"/>
                  </a:lnTo>
                  <a:lnTo>
                    <a:pt x="3592" y="12666"/>
                  </a:lnTo>
                  <a:lnTo>
                    <a:pt x="3283" y="11817"/>
                  </a:lnTo>
                  <a:lnTo>
                    <a:pt x="3051" y="11006"/>
                  </a:lnTo>
                  <a:lnTo>
                    <a:pt x="2858" y="10195"/>
                  </a:lnTo>
                  <a:lnTo>
                    <a:pt x="2703" y="9345"/>
                  </a:lnTo>
                  <a:lnTo>
                    <a:pt x="2588" y="8496"/>
                  </a:lnTo>
                  <a:lnTo>
                    <a:pt x="2549" y="7646"/>
                  </a:lnTo>
                  <a:lnTo>
                    <a:pt x="2588" y="6797"/>
                  </a:lnTo>
                  <a:lnTo>
                    <a:pt x="2703" y="5909"/>
                  </a:lnTo>
                  <a:lnTo>
                    <a:pt x="2858" y="5214"/>
                  </a:lnTo>
                  <a:lnTo>
                    <a:pt x="3051" y="4480"/>
                  </a:lnTo>
                  <a:lnTo>
                    <a:pt x="3321" y="3823"/>
                  </a:lnTo>
                  <a:lnTo>
                    <a:pt x="3669" y="3167"/>
                  </a:lnTo>
                  <a:lnTo>
                    <a:pt x="4016" y="2549"/>
                  </a:lnTo>
                  <a:lnTo>
                    <a:pt x="4441" y="1970"/>
                  </a:lnTo>
                  <a:lnTo>
                    <a:pt x="4904" y="1391"/>
                  </a:lnTo>
                  <a:lnTo>
                    <a:pt x="5406" y="850"/>
                  </a:lnTo>
                  <a:lnTo>
                    <a:pt x="5908" y="696"/>
                  </a:lnTo>
                  <a:lnTo>
                    <a:pt x="6410" y="618"/>
                  </a:lnTo>
                  <a:lnTo>
                    <a:pt x="6951" y="541"/>
                  </a:lnTo>
                  <a:lnTo>
                    <a:pt x="7492" y="503"/>
                  </a:lnTo>
                  <a:close/>
                  <a:moveTo>
                    <a:pt x="11971" y="2086"/>
                  </a:moveTo>
                  <a:lnTo>
                    <a:pt x="12357" y="2433"/>
                  </a:lnTo>
                  <a:lnTo>
                    <a:pt x="12705" y="2781"/>
                  </a:lnTo>
                  <a:lnTo>
                    <a:pt x="13052" y="3206"/>
                  </a:lnTo>
                  <a:lnTo>
                    <a:pt x="13322" y="3630"/>
                  </a:lnTo>
                  <a:lnTo>
                    <a:pt x="13593" y="4094"/>
                  </a:lnTo>
                  <a:lnTo>
                    <a:pt x="13863" y="4557"/>
                  </a:lnTo>
                  <a:lnTo>
                    <a:pt x="14056" y="5059"/>
                  </a:lnTo>
                  <a:lnTo>
                    <a:pt x="14211" y="5600"/>
                  </a:lnTo>
                  <a:lnTo>
                    <a:pt x="14326" y="6102"/>
                  </a:lnTo>
                  <a:lnTo>
                    <a:pt x="14442" y="6604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64" y="6951"/>
                  </a:lnTo>
                  <a:lnTo>
                    <a:pt x="11392" y="7144"/>
                  </a:lnTo>
                  <a:lnTo>
                    <a:pt x="10658" y="7376"/>
                  </a:lnTo>
                  <a:lnTo>
                    <a:pt x="9963" y="7685"/>
                  </a:lnTo>
                  <a:lnTo>
                    <a:pt x="9229" y="8032"/>
                  </a:lnTo>
                  <a:lnTo>
                    <a:pt x="8534" y="8419"/>
                  </a:lnTo>
                  <a:lnTo>
                    <a:pt x="7878" y="8843"/>
                  </a:lnTo>
                  <a:lnTo>
                    <a:pt x="7260" y="9268"/>
                  </a:lnTo>
                  <a:lnTo>
                    <a:pt x="6642" y="9770"/>
                  </a:lnTo>
                  <a:lnTo>
                    <a:pt x="6102" y="10311"/>
                  </a:lnTo>
                  <a:lnTo>
                    <a:pt x="5561" y="10890"/>
                  </a:lnTo>
                  <a:lnTo>
                    <a:pt x="5098" y="11469"/>
                  </a:lnTo>
                  <a:lnTo>
                    <a:pt x="4634" y="12126"/>
                  </a:lnTo>
                  <a:lnTo>
                    <a:pt x="4248" y="12782"/>
                  </a:lnTo>
                  <a:lnTo>
                    <a:pt x="4132" y="12705"/>
                  </a:lnTo>
                  <a:lnTo>
                    <a:pt x="3978" y="12666"/>
                  </a:lnTo>
                  <a:lnTo>
                    <a:pt x="4094" y="11778"/>
                  </a:lnTo>
                  <a:lnTo>
                    <a:pt x="4325" y="10929"/>
                  </a:lnTo>
                  <a:lnTo>
                    <a:pt x="4557" y="10079"/>
                  </a:lnTo>
                  <a:lnTo>
                    <a:pt x="4866" y="9268"/>
                  </a:lnTo>
                  <a:lnTo>
                    <a:pt x="5213" y="8496"/>
                  </a:lnTo>
                  <a:lnTo>
                    <a:pt x="5600" y="7724"/>
                  </a:lnTo>
                  <a:lnTo>
                    <a:pt x="6024" y="6990"/>
                  </a:lnTo>
                  <a:lnTo>
                    <a:pt x="6526" y="6256"/>
                  </a:lnTo>
                  <a:lnTo>
                    <a:pt x="7067" y="5600"/>
                  </a:lnTo>
                  <a:lnTo>
                    <a:pt x="7607" y="4943"/>
                  </a:lnTo>
                  <a:lnTo>
                    <a:pt x="8225" y="4364"/>
                  </a:lnTo>
                  <a:lnTo>
                    <a:pt x="8920" y="3823"/>
                  </a:lnTo>
                  <a:lnTo>
                    <a:pt x="9615" y="3321"/>
                  </a:lnTo>
                  <a:lnTo>
                    <a:pt x="10349" y="2858"/>
                  </a:lnTo>
                  <a:lnTo>
                    <a:pt x="11121" y="2433"/>
                  </a:lnTo>
                  <a:lnTo>
                    <a:pt x="11971" y="2086"/>
                  </a:lnTo>
                  <a:close/>
                  <a:moveTo>
                    <a:pt x="14481" y="6990"/>
                  </a:moveTo>
                  <a:lnTo>
                    <a:pt x="14481" y="7839"/>
                  </a:lnTo>
                  <a:lnTo>
                    <a:pt x="14442" y="8689"/>
                  </a:lnTo>
                  <a:lnTo>
                    <a:pt x="14288" y="9538"/>
                  </a:lnTo>
                  <a:lnTo>
                    <a:pt x="14172" y="9925"/>
                  </a:lnTo>
                  <a:lnTo>
                    <a:pt x="14056" y="10349"/>
                  </a:lnTo>
                  <a:lnTo>
                    <a:pt x="13902" y="10735"/>
                  </a:lnTo>
                  <a:lnTo>
                    <a:pt x="13709" y="11122"/>
                  </a:lnTo>
                  <a:lnTo>
                    <a:pt x="13516" y="11508"/>
                  </a:lnTo>
                  <a:lnTo>
                    <a:pt x="13284" y="11894"/>
                  </a:lnTo>
                  <a:lnTo>
                    <a:pt x="13052" y="12241"/>
                  </a:lnTo>
                  <a:lnTo>
                    <a:pt x="12782" y="12550"/>
                  </a:lnTo>
                  <a:lnTo>
                    <a:pt x="12512" y="12898"/>
                  </a:lnTo>
                  <a:lnTo>
                    <a:pt x="12203" y="13207"/>
                  </a:lnTo>
                  <a:lnTo>
                    <a:pt x="11971" y="13014"/>
                  </a:lnTo>
                  <a:lnTo>
                    <a:pt x="11701" y="12898"/>
                  </a:lnTo>
                  <a:lnTo>
                    <a:pt x="11121" y="12743"/>
                  </a:lnTo>
                  <a:lnTo>
                    <a:pt x="10542" y="12628"/>
                  </a:lnTo>
                  <a:lnTo>
                    <a:pt x="10002" y="12550"/>
                  </a:lnTo>
                  <a:lnTo>
                    <a:pt x="9422" y="12473"/>
                  </a:lnTo>
                  <a:lnTo>
                    <a:pt x="8843" y="12435"/>
                  </a:lnTo>
                  <a:lnTo>
                    <a:pt x="8303" y="12435"/>
                  </a:lnTo>
                  <a:lnTo>
                    <a:pt x="7762" y="12473"/>
                  </a:lnTo>
                  <a:lnTo>
                    <a:pt x="7221" y="12550"/>
                  </a:lnTo>
                  <a:lnTo>
                    <a:pt x="6719" y="12666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23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01"/>
                  </a:lnTo>
                  <a:lnTo>
                    <a:pt x="5870" y="11160"/>
                  </a:lnTo>
                  <a:lnTo>
                    <a:pt x="6410" y="10620"/>
                  </a:lnTo>
                  <a:lnTo>
                    <a:pt x="6990" y="10118"/>
                  </a:lnTo>
                  <a:lnTo>
                    <a:pt x="7569" y="9616"/>
                  </a:lnTo>
                  <a:lnTo>
                    <a:pt x="8148" y="9191"/>
                  </a:lnTo>
                  <a:lnTo>
                    <a:pt x="8766" y="8805"/>
                  </a:lnTo>
                  <a:lnTo>
                    <a:pt x="9422" y="8419"/>
                  </a:lnTo>
                  <a:lnTo>
                    <a:pt x="10079" y="8110"/>
                  </a:lnTo>
                  <a:lnTo>
                    <a:pt x="10735" y="7801"/>
                  </a:lnTo>
                  <a:lnTo>
                    <a:pt x="11469" y="7569"/>
                  </a:lnTo>
                  <a:lnTo>
                    <a:pt x="12164" y="7337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6"/>
                  </a:moveTo>
                  <a:lnTo>
                    <a:pt x="4055" y="1815"/>
                  </a:lnTo>
                  <a:lnTo>
                    <a:pt x="3630" y="2433"/>
                  </a:lnTo>
                  <a:lnTo>
                    <a:pt x="3244" y="3090"/>
                  </a:lnTo>
                  <a:lnTo>
                    <a:pt x="2935" y="3785"/>
                  </a:lnTo>
                  <a:lnTo>
                    <a:pt x="2665" y="4519"/>
                  </a:lnTo>
                  <a:lnTo>
                    <a:pt x="2472" y="5252"/>
                  </a:lnTo>
                  <a:lnTo>
                    <a:pt x="2317" y="6024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1"/>
                  </a:lnTo>
                  <a:lnTo>
                    <a:pt x="2279" y="9114"/>
                  </a:lnTo>
                  <a:lnTo>
                    <a:pt x="2394" y="9847"/>
                  </a:lnTo>
                  <a:lnTo>
                    <a:pt x="2549" y="10620"/>
                  </a:lnTo>
                  <a:lnTo>
                    <a:pt x="2781" y="11353"/>
                  </a:lnTo>
                  <a:lnTo>
                    <a:pt x="3012" y="12048"/>
                  </a:lnTo>
                  <a:lnTo>
                    <a:pt x="3321" y="12743"/>
                  </a:lnTo>
                  <a:lnTo>
                    <a:pt x="3128" y="12859"/>
                  </a:lnTo>
                  <a:lnTo>
                    <a:pt x="2935" y="13014"/>
                  </a:lnTo>
                  <a:lnTo>
                    <a:pt x="2819" y="13207"/>
                  </a:lnTo>
                  <a:lnTo>
                    <a:pt x="2742" y="13439"/>
                  </a:lnTo>
                  <a:lnTo>
                    <a:pt x="2394" y="12975"/>
                  </a:lnTo>
                  <a:lnTo>
                    <a:pt x="2086" y="12550"/>
                  </a:lnTo>
                  <a:lnTo>
                    <a:pt x="1777" y="12087"/>
                  </a:lnTo>
                  <a:lnTo>
                    <a:pt x="1506" y="11585"/>
                  </a:lnTo>
                  <a:lnTo>
                    <a:pt x="1275" y="11122"/>
                  </a:lnTo>
                  <a:lnTo>
                    <a:pt x="1082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075"/>
                  </a:lnTo>
                  <a:lnTo>
                    <a:pt x="541" y="8534"/>
                  </a:lnTo>
                  <a:lnTo>
                    <a:pt x="502" y="8032"/>
                  </a:lnTo>
                  <a:lnTo>
                    <a:pt x="502" y="7492"/>
                  </a:lnTo>
                  <a:lnTo>
                    <a:pt x="541" y="6951"/>
                  </a:lnTo>
                  <a:lnTo>
                    <a:pt x="618" y="6411"/>
                  </a:lnTo>
                  <a:lnTo>
                    <a:pt x="773" y="5870"/>
                  </a:lnTo>
                  <a:lnTo>
                    <a:pt x="927" y="5291"/>
                  </a:lnTo>
                  <a:lnTo>
                    <a:pt x="1197" y="4673"/>
                  </a:lnTo>
                  <a:lnTo>
                    <a:pt x="1545" y="4055"/>
                  </a:lnTo>
                  <a:lnTo>
                    <a:pt x="1931" y="3476"/>
                  </a:lnTo>
                  <a:lnTo>
                    <a:pt x="2356" y="2935"/>
                  </a:lnTo>
                  <a:lnTo>
                    <a:pt x="2858" y="2433"/>
                  </a:lnTo>
                  <a:lnTo>
                    <a:pt x="3360" y="1970"/>
                  </a:lnTo>
                  <a:lnTo>
                    <a:pt x="3939" y="1584"/>
                  </a:lnTo>
                  <a:lnTo>
                    <a:pt x="4518" y="1236"/>
                  </a:lnTo>
                  <a:close/>
                  <a:moveTo>
                    <a:pt x="3862" y="12975"/>
                  </a:moveTo>
                  <a:lnTo>
                    <a:pt x="4016" y="13014"/>
                  </a:lnTo>
                  <a:lnTo>
                    <a:pt x="4171" y="13130"/>
                  </a:lnTo>
                  <a:lnTo>
                    <a:pt x="4287" y="13284"/>
                  </a:lnTo>
                  <a:lnTo>
                    <a:pt x="4325" y="13439"/>
                  </a:lnTo>
                  <a:lnTo>
                    <a:pt x="4364" y="13593"/>
                  </a:lnTo>
                  <a:lnTo>
                    <a:pt x="4364" y="13786"/>
                  </a:lnTo>
                  <a:lnTo>
                    <a:pt x="4325" y="13941"/>
                  </a:lnTo>
                  <a:lnTo>
                    <a:pt x="4209" y="14095"/>
                  </a:lnTo>
                  <a:lnTo>
                    <a:pt x="3785" y="13786"/>
                  </a:lnTo>
                  <a:lnTo>
                    <a:pt x="3360" y="13477"/>
                  </a:lnTo>
                  <a:lnTo>
                    <a:pt x="3244" y="13439"/>
                  </a:lnTo>
                  <a:lnTo>
                    <a:pt x="3167" y="13400"/>
                  </a:lnTo>
                  <a:lnTo>
                    <a:pt x="3051" y="13439"/>
                  </a:lnTo>
                  <a:lnTo>
                    <a:pt x="2974" y="13516"/>
                  </a:lnTo>
                  <a:lnTo>
                    <a:pt x="3051" y="13361"/>
                  </a:lnTo>
                  <a:lnTo>
                    <a:pt x="3167" y="13207"/>
                  </a:lnTo>
                  <a:lnTo>
                    <a:pt x="3321" y="13091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8187" y="12821"/>
                  </a:moveTo>
                  <a:lnTo>
                    <a:pt x="9152" y="12859"/>
                  </a:lnTo>
                  <a:lnTo>
                    <a:pt x="9615" y="12898"/>
                  </a:lnTo>
                  <a:lnTo>
                    <a:pt x="10117" y="12937"/>
                  </a:lnTo>
                  <a:lnTo>
                    <a:pt x="10504" y="13014"/>
                  </a:lnTo>
                  <a:lnTo>
                    <a:pt x="11006" y="13091"/>
                  </a:lnTo>
                  <a:lnTo>
                    <a:pt x="11508" y="13245"/>
                  </a:lnTo>
                  <a:lnTo>
                    <a:pt x="11701" y="13323"/>
                  </a:lnTo>
                  <a:lnTo>
                    <a:pt x="11894" y="13439"/>
                  </a:lnTo>
                  <a:lnTo>
                    <a:pt x="11508" y="13747"/>
                  </a:lnTo>
                  <a:lnTo>
                    <a:pt x="11083" y="14018"/>
                  </a:lnTo>
                  <a:lnTo>
                    <a:pt x="10658" y="14249"/>
                  </a:lnTo>
                  <a:lnTo>
                    <a:pt x="10233" y="14442"/>
                  </a:lnTo>
                  <a:lnTo>
                    <a:pt x="9770" y="14597"/>
                  </a:lnTo>
                  <a:lnTo>
                    <a:pt x="9307" y="14751"/>
                  </a:lnTo>
                  <a:lnTo>
                    <a:pt x="8843" y="14829"/>
                  </a:lnTo>
                  <a:lnTo>
                    <a:pt x="8341" y="14906"/>
                  </a:lnTo>
                  <a:lnTo>
                    <a:pt x="7878" y="14944"/>
                  </a:lnTo>
                  <a:lnTo>
                    <a:pt x="7376" y="14944"/>
                  </a:lnTo>
                  <a:lnTo>
                    <a:pt x="6912" y="14906"/>
                  </a:lnTo>
                  <a:lnTo>
                    <a:pt x="6410" y="14867"/>
                  </a:lnTo>
                  <a:lnTo>
                    <a:pt x="5947" y="14751"/>
                  </a:lnTo>
                  <a:lnTo>
                    <a:pt x="5484" y="14636"/>
                  </a:lnTo>
                  <a:lnTo>
                    <a:pt x="5020" y="14481"/>
                  </a:lnTo>
                  <a:lnTo>
                    <a:pt x="4596" y="14288"/>
                  </a:lnTo>
                  <a:lnTo>
                    <a:pt x="4711" y="14018"/>
                  </a:lnTo>
                  <a:lnTo>
                    <a:pt x="4750" y="13709"/>
                  </a:lnTo>
                  <a:lnTo>
                    <a:pt x="4711" y="13593"/>
                  </a:lnTo>
                  <a:lnTo>
                    <a:pt x="5561" y="13284"/>
                  </a:lnTo>
                  <a:lnTo>
                    <a:pt x="6410" y="13091"/>
                  </a:lnTo>
                  <a:lnTo>
                    <a:pt x="7299" y="12937"/>
                  </a:lnTo>
                  <a:lnTo>
                    <a:pt x="8187" y="12821"/>
                  </a:lnTo>
                  <a:close/>
                  <a:moveTo>
                    <a:pt x="6990" y="1"/>
                  </a:moveTo>
                  <a:lnTo>
                    <a:pt x="6449" y="78"/>
                  </a:lnTo>
                  <a:lnTo>
                    <a:pt x="5870" y="194"/>
                  </a:lnTo>
                  <a:lnTo>
                    <a:pt x="5329" y="348"/>
                  </a:lnTo>
                  <a:lnTo>
                    <a:pt x="4789" y="580"/>
                  </a:lnTo>
                  <a:lnTo>
                    <a:pt x="4248" y="811"/>
                  </a:lnTo>
                  <a:lnTo>
                    <a:pt x="3785" y="1082"/>
                  </a:lnTo>
                  <a:lnTo>
                    <a:pt x="3283" y="1391"/>
                  </a:lnTo>
                  <a:lnTo>
                    <a:pt x="2819" y="1738"/>
                  </a:lnTo>
                  <a:lnTo>
                    <a:pt x="2394" y="2124"/>
                  </a:lnTo>
                  <a:lnTo>
                    <a:pt x="2008" y="2549"/>
                  </a:lnTo>
                  <a:lnTo>
                    <a:pt x="1622" y="3013"/>
                  </a:lnTo>
                  <a:lnTo>
                    <a:pt x="1275" y="3476"/>
                  </a:lnTo>
                  <a:lnTo>
                    <a:pt x="966" y="3978"/>
                  </a:lnTo>
                  <a:lnTo>
                    <a:pt x="695" y="4596"/>
                  </a:lnTo>
                  <a:lnTo>
                    <a:pt x="425" y="5214"/>
                  </a:lnTo>
                  <a:lnTo>
                    <a:pt x="232" y="5870"/>
                  </a:lnTo>
                  <a:lnTo>
                    <a:pt x="116" y="6526"/>
                  </a:lnTo>
                  <a:lnTo>
                    <a:pt x="39" y="7222"/>
                  </a:lnTo>
                  <a:lnTo>
                    <a:pt x="0" y="7878"/>
                  </a:lnTo>
                  <a:lnTo>
                    <a:pt x="39" y="8573"/>
                  </a:lnTo>
                  <a:lnTo>
                    <a:pt x="116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5" y="11199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1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5" y="14481"/>
                  </a:lnTo>
                  <a:lnTo>
                    <a:pt x="4132" y="14597"/>
                  </a:lnTo>
                  <a:lnTo>
                    <a:pt x="4557" y="14790"/>
                  </a:lnTo>
                  <a:lnTo>
                    <a:pt x="4982" y="14983"/>
                  </a:lnTo>
                  <a:lnTo>
                    <a:pt x="5406" y="15138"/>
                  </a:lnTo>
                  <a:lnTo>
                    <a:pt x="5870" y="15253"/>
                  </a:lnTo>
                  <a:lnTo>
                    <a:pt x="6333" y="15369"/>
                  </a:lnTo>
                  <a:lnTo>
                    <a:pt x="6797" y="15408"/>
                  </a:lnTo>
                  <a:lnTo>
                    <a:pt x="7299" y="15446"/>
                  </a:lnTo>
                  <a:lnTo>
                    <a:pt x="8225" y="15446"/>
                  </a:lnTo>
                  <a:lnTo>
                    <a:pt x="8689" y="15369"/>
                  </a:lnTo>
                  <a:lnTo>
                    <a:pt x="9152" y="15292"/>
                  </a:lnTo>
                  <a:lnTo>
                    <a:pt x="9615" y="15176"/>
                  </a:lnTo>
                  <a:lnTo>
                    <a:pt x="10079" y="15022"/>
                  </a:lnTo>
                  <a:lnTo>
                    <a:pt x="10542" y="14867"/>
                  </a:lnTo>
                  <a:lnTo>
                    <a:pt x="10967" y="14674"/>
                  </a:lnTo>
                  <a:lnTo>
                    <a:pt x="11392" y="14442"/>
                  </a:lnTo>
                  <a:lnTo>
                    <a:pt x="11855" y="14134"/>
                  </a:lnTo>
                  <a:lnTo>
                    <a:pt x="12318" y="13747"/>
                  </a:lnTo>
                  <a:lnTo>
                    <a:pt x="12743" y="13361"/>
                  </a:lnTo>
                  <a:lnTo>
                    <a:pt x="13129" y="12975"/>
                  </a:lnTo>
                  <a:lnTo>
                    <a:pt x="13477" y="12512"/>
                  </a:lnTo>
                  <a:lnTo>
                    <a:pt x="13786" y="12048"/>
                  </a:lnTo>
                  <a:lnTo>
                    <a:pt x="14056" y="11546"/>
                  </a:lnTo>
                  <a:lnTo>
                    <a:pt x="14288" y="11044"/>
                  </a:lnTo>
                  <a:lnTo>
                    <a:pt x="14520" y="10504"/>
                  </a:lnTo>
                  <a:lnTo>
                    <a:pt x="14674" y="9963"/>
                  </a:lnTo>
                  <a:lnTo>
                    <a:pt x="14828" y="9423"/>
                  </a:lnTo>
                  <a:lnTo>
                    <a:pt x="14906" y="8843"/>
                  </a:lnTo>
                  <a:lnTo>
                    <a:pt x="14983" y="8264"/>
                  </a:lnTo>
                  <a:lnTo>
                    <a:pt x="15022" y="7724"/>
                  </a:lnTo>
                  <a:lnTo>
                    <a:pt x="14983" y="7144"/>
                  </a:lnTo>
                  <a:lnTo>
                    <a:pt x="14944" y="6565"/>
                  </a:lnTo>
                  <a:lnTo>
                    <a:pt x="14828" y="5986"/>
                  </a:lnTo>
                  <a:lnTo>
                    <a:pt x="14674" y="5368"/>
                  </a:lnTo>
                  <a:lnTo>
                    <a:pt x="14481" y="4789"/>
                  </a:lnTo>
                  <a:lnTo>
                    <a:pt x="14249" y="4248"/>
                  </a:lnTo>
                  <a:lnTo>
                    <a:pt x="13979" y="3708"/>
                  </a:lnTo>
                  <a:lnTo>
                    <a:pt x="13670" y="3206"/>
                  </a:lnTo>
                  <a:lnTo>
                    <a:pt x="13322" y="2742"/>
                  </a:lnTo>
                  <a:lnTo>
                    <a:pt x="12936" y="2279"/>
                  </a:lnTo>
                  <a:lnTo>
                    <a:pt x="12512" y="1893"/>
                  </a:lnTo>
                  <a:lnTo>
                    <a:pt x="12048" y="1507"/>
                  </a:lnTo>
                  <a:lnTo>
                    <a:pt x="11585" y="1159"/>
                  </a:lnTo>
                  <a:lnTo>
                    <a:pt x="11083" y="850"/>
                  </a:lnTo>
                  <a:lnTo>
                    <a:pt x="10542" y="580"/>
                  </a:lnTo>
                  <a:lnTo>
                    <a:pt x="9963" y="387"/>
                  </a:lnTo>
                  <a:lnTo>
                    <a:pt x="9384" y="194"/>
                  </a:lnTo>
                  <a:lnTo>
                    <a:pt x="8766" y="78"/>
                  </a:lnTo>
                  <a:lnTo>
                    <a:pt x="81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3" name="Google Shape;3463;p15"/>
            <p:cNvSpPr/>
            <p:nvPr/>
          </p:nvSpPr>
          <p:spPr>
            <a:xfrm>
              <a:off x="2298225" y="4462400"/>
              <a:ext cx="461475" cy="306050"/>
            </a:xfrm>
            <a:custGeom>
              <a:avLst/>
              <a:gdLst/>
              <a:ahLst/>
              <a:cxnLst/>
              <a:rect l="l" t="t" r="r" b="b"/>
              <a:pathLst>
                <a:path w="18459" h="12242" extrusionOk="0">
                  <a:moveTo>
                    <a:pt x="17609" y="4943"/>
                  </a:moveTo>
                  <a:lnTo>
                    <a:pt x="17763" y="4982"/>
                  </a:lnTo>
                  <a:lnTo>
                    <a:pt x="17879" y="5020"/>
                  </a:lnTo>
                  <a:lnTo>
                    <a:pt x="17917" y="5098"/>
                  </a:lnTo>
                  <a:lnTo>
                    <a:pt x="17956" y="5175"/>
                  </a:lnTo>
                  <a:lnTo>
                    <a:pt x="17956" y="5407"/>
                  </a:lnTo>
                  <a:lnTo>
                    <a:pt x="17956" y="5638"/>
                  </a:lnTo>
                  <a:lnTo>
                    <a:pt x="17879" y="5793"/>
                  </a:lnTo>
                  <a:lnTo>
                    <a:pt x="17763" y="5986"/>
                  </a:lnTo>
                  <a:lnTo>
                    <a:pt x="17570" y="6140"/>
                  </a:lnTo>
                  <a:lnTo>
                    <a:pt x="17222" y="6372"/>
                  </a:lnTo>
                  <a:lnTo>
                    <a:pt x="16913" y="6526"/>
                  </a:lnTo>
                  <a:lnTo>
                    <a:pt x="16566" y="6642"/>
                  </a:lnTo>
                  <a:lnTo>
                    <a:pt x="16257" y="6681"/>
                  </a:lnTo>
                  <a:lnTo>
                    <a:pt x="15909" y="6720"/>
                  </a:lnTo>
                  <a:lnTo>
                    <a:pt x="16141" y="6140"/>
                  </a:lnTo>
                  <a:lnTo>
                    <a:pt x="16257" y="5870"/>
                  </a:lnTo>
                  <a:lnTo>
                    <a:pt x="16411" y="5600"/>
                  </a:lnTo>
                  <a:lnTo>
                    <a:pt x="16605" y="5368"/>
                  </a:lnTo>
                  <a:lnTo>
                    <a:pt x="16798" y="5175"/>
                  </a:lnTo>
                  <a:lnTo>
                    <a:pt x="17068" y="5059"/>
                  </a:lnTo>
                  <a:lnTo>
                    <a:pt x="17377" y="4943"/>
                  </a:lnTo>
                  <a:close/>
                  <a:moveTo>
                    <a:pt x="13747" y="6295"/>
                  </a:moveTo>
                  <a:lnTo>
                    <a:pt x="14056" y="6333"/>
                  </a:lnTo>
                  <a:lnTo>
                    <a:pt x="14365" y="6411"/>
                  </a:lnTo>
                  <a:lnTo>
                    <a:pt x="14597" y="6526"/>
                  </a:lnTo>
                  <a:lnTo>
                    <a:pt x="14828" y="6681"/>
                  </a:lnTo>
                  <a:lnTo>
                    <a:pt x="15060" y="6835"/>
                  </a:lnTo>
                  <a:lnTo>
                    <a:pt x="14983" y="6951"/>
                  </a:lnTo>
                  <a:lnTo>
                    <a:pt x="14519" y="7067"/>
                  </a:lnTo>
                  <a:lnTo>
                    <a:pt x="14056" y="7144"/>
                  </a:lnTo>
                  <a:lnTo>
                    <a:pt x="13515" y="7144"/>
                  </a:lnTo>
                  <a:lnTo>
                    <a:pt x="13206" y="7106"/>
                  </a:lnTo>
                  <a:lnTo>
                    <a:pt x="12936" y="6990"/>
                  </a:lnTo>
                  <a:lnTo>
                    <a:pt x="12820" y="6951"/>
                  </a:lnTo>
                  <a:lnTo>
                    <a:pt x="12782" y="6874"/>
                  </a:lnTo>
                  <a:lnTo>
                    <a:pt x="12782" y="6758"/>
                  </a:lnTo>
                  <a:lnTo>
                    <a:pt x="12859" y="6642"/>
                  </a:lnTo>
                  <a:lnTo>
                    <a:pt x="12936" y="6449"/>
                  </a:lnTo>
                  <a:lnTo>
                    <a:pt x="13052" y="6333"/>
                  </a:lnTo>
                  <a:lnTo>
                    <a:pt x="13206" y="6295"/>
                  </a:lnTo>
                  <a:close/>
                  <a:moveTo>
                    <a:pt x="15523" y="7222"/>
                  </a:moveTo>
                  <a:lnTo>
                    <a:pt x="16064" y="7608"/>
                  </a:lnTo>
                  <a:lnTo>
                    <a:pt x="16334" y="7839"/>
                  </a:lnTo>
                  <a:lnTo>
                    <a:pt x="16566" y="8071"/>
                  </a:lnTo>
                  <a:lnTo>
                    <a:pt x="16798" y="8303"/>
                  </a:lnTo>
                  <a:lnTo>
                    <a:pt x="16991" y="8573"/>
                  </a:lnTo>
                  <a:lnTo>
                    <a:pt x="17068" y="8882"/>
                  </a:lnTo>
                  <a:lnTo>
                    <a:pt x="17107" y="9036"/>
                  </a:lnTo>
                  <a:lnTo>
                    <a:pt x="17107" y="9229"/>
                  </a:lnTo>
                  <a:lnTo>
                    <a:pt x="17068" y="9423"/>
                  </a:lnTo>
                  <a:lnTo>
                    <a:pt x="16952" y="9538"/>
                  </a:lnTo>
                  <a:lnTo>
                    <a:pt x="16836" y="9616"/>
                  </a:lnTo>
                  <a:lnTo>
                    <a:pt x="16682" y="9654"/>
                  </a:lnTo>
                  <a:lnTo>
                    <a:pt x="16527" y="9654"/>
                  </a:lnTo>
                  <a:lnTo>
                    <a:pt x="16373" y="9577"/>
                  </a:lnTo>
                  <a:lnTo>
                    <a:pt x="16218" y="9461"/>
                  </a:lnTo>
                  <a:lnTo>
                    <a:pt x="16103" y="9307"/>
                  </a:lnTo>
                  <a:lnTo>
                    <a:pt x="15909" y="8959"/>
                  </a:lnTo>
                  <a:lnTo>
                    <a:pt x="15716" y="8573"/>
                  </a:lnTo>
                  <a:lnTo>
                    <a:pt x="15639" y="8226"/>
                  </a:lnTo>
                  <a:lnTo>
                    <a:pt x="15562" y="7917"/>
                  </a:lnTo>
                  <a:lnTo>
                    <a:pt x="15523" y="7569"/>
                  </a:lnTo>
                  <a:lnTo>
                    <a:pt x="15523" y="7222"/>
                  </a:lnTo>
                  <a:close/>
                  <a:moveTo>
                    <a:pt x="5020" y="464"/>
                  </a:moveTo>
                  <a:lnTo>
                    <a:pt x="5638" y="541"/>
                  </a:lnTo>
                  <a:lnTo>
                    <a:pt x="6217" y="696"/>
                  </a:lnTo>
                  <a:lnTo>
                    <a:pt x="6758" y="927"/>
                  </a:lnTo>
                  <a:lnTo>
                    <a:pt x="7260" y="1236"/>
                  </a:lnTo>
                  <a:lnTo>
                    <a:pt x="7723" y="1622"/>
                  </a:lnTo>
                  <a:lnTo>
                    <a:pt x="8186" y="2047"/>
                  </a:lnTo>
                  <a:lnTo>
                    <a:pt x="8534" y="2549"/>
                  </a:lnTo>
                  <a:lnTo>
                    <a:pt x="8804" y="3013"/>
                  </a:lnTo>
                  <a:lnTo>
                    <a:pt x="9036" y="3437"/>
                  </a:lnTo>
                  <a:lnTo>
                    <a:pt x="9229" y="3901"/>
                  </a:lnTo>
                  <a:lnTo>
                    <a:pt x="9384" y="4403"/>
                  </a:lnTo>
                  <a:lnTo>
                    <a:pt x="9654" y="5368"/>
                  </a:lnTo>
                  <a:lnTo>
                    <a:pt x="9924" y="6333"/>
                  </a:lnTo>
                  <a:lnTo>
                    <a:pt x="10040" y="6758"/>
                  </a:lnTo>
                  <a:lnTo>
                    <a:pt x="10194" y="7144"/>
                  </a:lnTo>
                  <a:lnTo>
                    <a:pt x="10388" y="7530"/>
                  </a:lnTo>
                  <a:lnTo>
                    <a:pt x="10619" y="7878"/>
                  </a:lnTo>
                  <a:lnTo>
                    <a:pt x="10890" y="8187"/>
                  </a:lnTo>
                  <a:lnTo>
                    <a:pt x="11198" y="8419"/>
                  </a:lnTo>
                  <a:lnTo>
                    <a:pt x="11585" y="8612"/>
                  </a:lnTo>
                  <a:lnTo>
                    <a:pt x="12009" y="8766"/>
                  </a:lnTo>
                  <a:lnTo>
                    <a:pt x="12357" y="8805"/>
                  </a:lnTo>
                  <a:lnTo>
                    <a:pt x="12704" y="8766"/>
                  </a:lnTo>
                  <a:lnTo>
                    <a:pt x="13013" y="8728"/>
                  </a:lnTo>
                  <a:lnTo>
                    <a:pt x="13322" y="8650"/>
                  </a:lnTo>
                  <a:lnTo>
                    <a:pt x="13631" y="8534"/>
                  </a:lnTo>
                  <a:lnTo>
                    <a:pt x="13901" y="8419"/>
                  </a:lnTo>
                  <a:lnTo>
                    <a:pt x="14172" y="8226"/>
                  </a:lnTo>
                  <a:lnTo>
                    <a:pt x="14442" y="8071"/>
                  </a:lnTo>
                  <a:lnTo>
                    <a:pt x="13940" y="8689"/>
                  </a:lnTo>
                  <a:lnTo>
                    <a:pt x="13361" y="9307"/>
                  </a:lnTo>
                  <a:lnTo>
                    <a:pt x="12743" y="9847"/>
                  </a:lnTo>
                  <a:lnTo>
                    <a:pt x="12087" y="10311"/>
                  </a:lnTo>
                  <a:lnTo>
                    <a:pt x="11392" y="10735"/>
                  </a:lnTo>
                  <a:lnTo>
                    <a:pt x="10658" y="11083"/>
                  </a:lnTo>
                  <a:lnTo>
                    <a:pt x="9847" y="11353"/>
                  </a:lnTo>
                  <a:lnTo>
                    <a:pt x="9036" y="11585"/>
                  </a:lnTo>
                  <a:lnTo>
                    <a:pt x="8418" y="11662"/>
                  </a:lnTo>
                  <a:lnTo>
                    <a:pt x="7839" y="11739"/>
                  </a:lnTo>
                  <a:lnTo>
                    <a:pt x="7260" y="11739"/>
                  </a:lnTo>
                  <a:lnTo>
                    <a:pt x="6680" y="11701"/>
                  </a:lnTo>
                  <a:lnTo>
                    <a:pt x="6101" y="11624"/>
                  </a:lnTo>
                  <a:lnTo>
                    <a:pt x="5561" y="11508"/>
                  </a:lnTo>
                  <a:lnTo>
                    <a:pt x="5020" y="11353"/>
                  </a:lnTo>
                  <a:lnTo>
                    <a:pt x="4518" y="11160"/>
                  </a:lnTo>
                  <a:lnTo>
                    <a:pt x="4016" y="10929"/>
                  </a:lnTo>
                  <a:lnTo>
                    <a:pt x="3514" y="10620"/>
                  </a:lnTo>
                  <a:lnTo>
                    <a:pt x="3089" y="10311"/>
                  </a:lnTo>
                  <a:lnTo>
                    <a:pt x="2626" y="9925"/>
                  </a:lnTo>
                  <a:lnTo>
                    <a:pt x="2240" y="9538"/>
                  </a:lnTo>
                  <a:lnTo>
                    <a:pt x="1854" y="9075"/>
                  </a:lnTo>
                  <a:lnTo>
                    <a:pt x="1545" y="8573"/>
                  </a:lnTo>
                  <a:lnTo>
                    <a:pt x="1236" y="8071"/>
                  </a:lnTo>
                  <a:lnTo>
                    <a:pt x="965" y="7492"/>
                  </a:lnTo>
                  <a:lnTo>
                    <a:pt x="734" y="6913"/>
                  </a:lnTo>
                  <a:lnTo>
                    <a:pt x="579" y="6295"/>
                  </a:lnTo>
                  <a:lnTo>
                    <a:pt x="464" y="5677"/>
                  </a:lnTo>
                  <a:lnTo>
                    <a:pt x="425" y="5059"/>
                  </a:lnTo>
                  <a:lnTo>
                    <a:pt x="425" y="4441"/>
                  </a:lnTo>
                  <a:lnTo>
                    <a:pt x="541" y="3823"/>
                  </a:lnTo>
                  <a:lnTo>
                    <a:pt x="695" y="3244"/>
                  </a:lnTo>
                  <a:lnTo>
                    <a:pt x="965" y="2704"/>
                  </a:lnTo>
                  <a:lnTo>
                    <a:pt x="1313" y="2163"/>
                  </a:lnTo>
                  <a:lnTo>
                    <a:pt x="1699" y="1738"/>
                  </a:lnTo>
                  <a:lnTo>
                    <a:pt x="2163" y="1313"/>
                  </a:lnTo>
                  <a:lnTo>
                    <a:pt x="2665" y="1005"/>
                  </a:lnTo>
                  <a:lnTo>
                    <a:pt x="3205" y="734"/>
                  </a:lnTo>
                  <a:lnTo>
                    <a:pt x="3784" y="580"/>
                  </a:lnTo>
                  <a:lnTo>
                    <a:pt x="4402" y="464"/>
                  </a:lnTo>
                  <a:close/>
                  <a:moveTo>
                    <a:pt x="4634" y="1"/>
                  </a:moveTo>
                  <a:lnTo>
                    <a:pt x="4248" y="39"/>
                  </a:lnTo>
                  <a:lnTo>
                    <a:pt x="3900" y="78"/>
                  </a:lnTo>
                  <a:lnTo>
                    <a:pt x="3514" y="155"/>
                  </a:lnTo>
                  <a:lnTo>
                    <a:pt x="3128" y="271"/>
                  </a:lnTo>
                  <a:lnTo>
                    <a:pt x="2780" y="425"/>
                  </a:lnTo>
                  <a:lnTo>
                    <a:pt x="2433" y="618"/>
                  </a:lnTo>
                  <a:lnTo>
                    <a:pt x="2085" y="850"/>
                  </a:lnTo>
                  <a:lnTo>
                    <a:pt x="1622" y="1198"/>
                  </a:lnTo>
                  <a:lnTo>
                    <a:pt x="1236" y="1584"/>
                  </a:lnTo>
                  <a:lnTo>
                    <a:pt x="888" y="2009"/>
                  </a:lnTo>
                  <a:lnTo>
                    <a:pt x="618" y="2433"/>
                  </a:lnTo>
                  <a:lnTo>
                    <a:pt x="386" y="2897"/>
                  </a:lnTo>
                  <a:lnTo>
                    <a:pt x="232" y="3399"/>
                  </a:lnTo>
                  <a:lnTo>
                    <a:pt x="77" y="3901"/>
                  </a:lnTo>
                  <a:lnTo>
                    <a:pt x="0" y="4403"/>
                  </a:lnTo>
                  <a:lnTo>
                    <a:pt x="0" y="4905"/>
                  </a:lnTo>
                  <a:lnTo>
                    <a:pt x="0" y="5445"/>
                  </a:lnTo>
                  <a:lnTo>
                    <a:pt x="77" y="5986"/>
                  </a:lnTo>
                  <a:lnTo>
                    <a:pt x="155" y="6488"/>
                  </a:lnTo>
                  <a:lnTo>
                    <a:pt x="309" y="7028"/>
                  </a:lnTo>
                  <a:lnTo>
                    <a:pt x="464" y="7530"/>
                  </a:lnTo>
                  <a:lnTo>
                    <a:pt x="695" y="8032"/>
                  </a:lnTo>
                  <a:lnTo>
                    <a:pt x="927" y="8496"/>
                  </a:lnTo>
                  <a:lnTo>
                    <a:pt x="1274" y="9075"/>
                  </a:lnTo>
                  <a:lnTo>
                    <a:pt x="1661" y="9616"/>
                  </a:lnTo>
                  <a:lnTo>
                    <a:pt x="2124" y="10079"/>
                  </a:lnTo>
                  <a:lnTo>
                    <a:pt x="2587" y="10542"/>
                  </a:lnTo>
                  <a:lnTo>
                    <a:pt x="3089" y="10929"/>
                  </a:lnTo>
                  <a:lnTo>
                    <a:pt x="3591" y="11276"/>
                  </a:lnTo>
                  <a:lnTo>
                    <a:pt x="4171" y="11546"/>
                  </a:lnTo>
                  <a:lnTo>
                    <a:pt x="4750" y="11778"/>
                  </a:lnTo>
                  <a:lnTo>
                    <a:pt x="4750" y="11933"/>
                  </a:lnTo>
                  <a:lnTo>
                    <a:pt x="5097" y="11894"/>
                  </a:lnTo>
                  <a:lnTo>
                    <a:pt x="5908" y="12087"/>
                  </a:lnTo>
                  <a:lnTo>
                    <a:pt x="6719" y="12203"/>
                  </a:lnTo>
                  <a:lnTo>
                    <a:pt x="7569" y="12241"/>
                  </a:lnTo>
                  <a:lnTo>
                    <a:pt x="8418" y="12164"/>
                  </a:lnTo>
                  <a:lnTo>
                    <a:pt x="9190" y="12048"/>
                  </a:lnTo>
                  <a:lnTo>
                    <a:pt x="9963" y="11855"/>
                  </a:lnTo>
                  <a:lnTo>
                    <a:pt x="10310" y="11739"/>
                  </a:lnTo>
                  <a:lnTo>
                    <a:pt x="10272" y="11739"/>
                  </a:lnTo>
                  <a:lnTo>
                    <a:pt x="11083" y="11431"/>
                  </a:lnTo>
                  <a:lnTo>
                    <a:pt x="11855" y="11044"/>
                  </a:lnTo>
                  <a:lnTo>
                    <a:pt x="12550" y="10581"/>
                  </a:lnTo>
                  <a:lnTo>
                    <a:pt x="13245" y="10079"/>
                  </a:lnTo>
                  <a:lnTo>
                    <a:pt x="13863" y="9500"/>
                  </a:lnTo>
                  <a:lnTo>
                    <a:pt x="14133" y="9191"/>
                  </a:lnTo>
                  <a:lnTo>
                    <a:pt x="14403" y="8882"/>
                  </a:lnTo>
                  <a:lnTo>
                    <a:pt x="14635" y="8534"/>
                  </a:lnTo>
                  <a:lnTo>
                    <a:pt x="14867" y="8187"/>
                  </a:lnTo>
                  <a:lnTo>
                    <a:pt x="15060" y="7801"/>
                  </a:lnTo>
                  <a:lnTo>
                    <a:pt x="15253" y="7415"/>
                  </a:lnTo>
                  <a:lnTo>
                    <a:pt x="15253" y="7917"/>
                  </a:lnTo>
                  <a:lnTo>
                    <a:pt x="15330" y="8419"/>
                  </a:lnTo>
                  <a:lnTo>
                    <a:pt x="15485" y="8882"/>
                  </a:lnTo>
                  <a:lnTo>
                    <a:pt x="15678" y="9345"/>
                  </a:lnTo>
                  <a:lnTo>
                    <a:pt x="15794" y="9538"/>
                  </a:lnTo>
                  <a:lnTo>
                    <a:pt x="15948" y="9731"/>
                  </a:lnTo>
                  <a:lnTo>
                    <a:pt x="16103" y="9886"/>
                  </a:lnTo>
                  <a:lnTo>
                    <a:pt x="16257" y="10040"/>
                  </a:lnTo>
                  <a:lnTo>
                    <a:pt x="16489" y="10156"/>
                  </a:lnTo>
                  <a:lnTo>
                    <a:pt x="16682" y="10195"/>
                  </a:lnTo>
                  <a:lnTo>
                    <a:pt x="16913" y="10156"/>
                  </a:lnTo>
                  <a:lnTo>
                    <a:pt x="17107" y="10040"/>
                  </a:lnTo>
                  <a:lnTo>
                    <a:pt x="17300" y="9886"/>
                  </a:lnTo>
                  <a:lnTo>
                    <a:pt x="17377" y="9693"/>
                  </a:lnTo>
                  <a:lnTo>
                    <a:pt x="17454" y="9500"/>
                  </a:lnTo>
                  <a:lnTo>
                    <a:pt x="17493" y="9268"/>
                  </a:lnTo>
                  <a:lnTo>
                    <a:pt x="17493" y="9075"/>
                  </a:lnTo>
                  <a:lnTo>
                    <a:pt x="17454" y="8843"/>
                  </a:lnTo>
                  <a:lnTo>
                    <a:pt x="17415" y="8650"/>
                  </a:lnTo>
                  <a:lnTo>
                    <a:pt x="17338" y="8457"/>
                  </a:lnTo>
                  <a:lnTo>
                    <a:pt x="17222" y="8226"/>
                  </a:lnTo>
                  <a:lnTo>
                    <a:pt x="17068" y="8032"/>
                  </a:lnTo>
                  <a:lnTo>
                    <a:pt x="16720" y="7646"/>
                  </a:lnTo>
                  <a:lnTo>
                    <a:pt x="16334" y="7299"/>
                  </a:lnTo>
                  <a:lnTo>
                    <a:pt x="15909" y="6990"/>
                  </a:lnTo>
                  <a:lnTo>
                    <a:pt x="16373" y="6990"/>
                  </a:lnTo>
                  <a:lnTo>
                    <a:pt x="16875" y="6913"/>
                  </a:lnTo>
                  <a:lnTo>
                    <a:pt x="17338" y="6720"/>
                  </a:lnTo>
                  <a:lnTo>
                    <a:pt x="17763" y="6488"/>
                  </a:lnTo>
                  <a:lnTo>
                    <a:pt x="17917" y="6333"/>
                  </a:lnTo>
                  <a:lnTo>
                    <a:pt x="18110" y="6140"/>
                  </a:lnTo>
                  <a:lnTo>
                    <a:pt x="18265" y="5947"/>
                  </a:lnTo>
                  <a:lnTo>
                    <a:pt x="18381" y="5716"/>
                  </a:lnTo>
                  <a:lnTo>
                    <a:pt x="18458" y="5484"/>
                  </a:lnTo>
                  <a:lnTo>
                    <a:pt x="18458" y="5214"/>
                  </a:lnTo>
                  <a:lnTo>
                    <a:pt x="18381" y="4982"/>
                  </a:lnTo>
                  <a:lnTo>
                    <a:pt x="18304" y="4905"/>
                  </a:lnTo>
                  <a:lnTo>
                    <a:pt x="18226" y="4789"/>
                  </a:lnTo>
                  <a:lnTo>
                    <a:pt x="18033" y="4673"/>
                  </a:lnTo>
                  <a:lnTo>
                    <a:pt x="17802" y="4596"/>
                  </a:lnTo>
                  <a:lnTo>
                    <a:pt x="17609" y="4557"/>
                  </a:lnTo>
                  <a:lnTo>
                    <a:pt x="17377" y="4557"/>
                  </a:lnTo>
                  <a:lnTo>
                    <a:pt x="17145" y="4634"/>
                  </a:lnTo>
                  <a:lnTo>
                    <a:pt x="16913" y="4712"/>
                  </a:lnTo>
                  <a:lnTo>
                    <a:pt x="16720" y="4789"/>
                  </a:lnTo>
                  <a:lnTo>
                    <a:pt x="16566" y="4905"/>
                  </a:lnTo>
                  <a:lnTo>
                    <a:pt x="16373" y="5098"/>
                  </a:lnTo>
                  <a:lnTo>
                    <a:pt x="16180" y="5291"/>
                  </a:lnTo>
                  <a:lnTo>
                    <a:pt x="15871" y="5716"/>
                  </a:lnTo>
                  <a:lnTo>
                    <a:pt x="15639" y="6179"/>
                  </a:lnTo>
                  <a:lnTo>
                    <a:pt x="15485" y="6681"/>
                  </a:lnTo>
                  <a:lnTo>
                    <a:pt x="15407" y="6681"/>
                  </a:lnTo>
                  <a:lnTo>
                    <a:pt x="15330" y="6720"/>
                  </a:lnTo>
                  <a:lnTo>
                    <a:pt x="14983" y="6411"/>
                  </a:lnTo>
                  <a:lnTo>
                    <a:pt x="14597" y="6179"/>
                  </a:lnTo>
                  <a:lnTo>
                    <a:pt x="14172" y="6024"/>
                  </a:lnTo>
                  <a:lnTo>
                    <a:pt x="13708" y="5947"/>
                  </a:lnTo>
                  <a:lnTo>
                    <a:pt x="13322" y="5909"/>
                  </a:lnTo>
                  <a:lnTo>
                    <a:pt x="13091" y="5947"/>
                  </a:lnTo>
                  <a:lnTo>
                    <a:pt x="12897" y="5986"/>
                  </a:lnTo>
                  <a:lnTo>
                    <a:pt x="12704" y="6063"/>
                  </a:lnTo>
                  <a:lnTo>
                    <a:pt x="12511" y="6140"/>
                  </a:lnTo>
                  <a:lnTo>
                    <a:pt x="12357" y="6295"/>
                  </a:lnTo>
                  <a:lnTo>
                    <a:pt x="12280" y="6449"/>
                  </a:lnTo>
                  <a:lnTo>
                    <a:pt x="12202" y="6642"/>
                  </a:lnTo>
                  <a:lnTo>
                    <a:pt x="12241" y="6835"/>
                  </a:lnTo>
                  <a:lnTo>
                    <a:pt x="12318" y="6990"/>
                  </a:lnTo>
                  <a:lnTo>
                    <a:pt x="12434" y="7106"/>
                  </a:lnTo>
                  <a:lnTo>
                    <a:pt x="12589" y="7260"/>
                  </a:lnTo>
                  <a:lnTo>
                    <a:pt x="12782" y="7337"/>
                  </a:lnTo>
                  <a:lnTo>
                    <a:pt x="13129" y="7453"/>
                  </a:lnTo>
                  <a:lnTo>
                    <a:pt x="13477" y="7530"/>
                  </a:lnTo>
                  <a:lnTo>
                    <a:pt x="13824" y="7530"/>
                  </a:lnTo>
                  <a:lnTo>
                    <a:pt x="14172" y="7492"/>
                  </a:lnTo>
                  <a:lnTo>
                    <a:pt x="14519" y="7415"/>
                  </a:lnTo>
                  <a:lnTo>
                    <a:pt x="14133" y="7762"/>
                  </a:lnTo>
                  <a:lnTo>
                    <a:pt x="13708" y="8032"/>
                  </a:lnTo>
                  <a:lnTo>
                    <a:pt x="13477" y="8110"/>
                  </a:lnTo>
                  <a:lnTo>
                    <a:pt x="13245" y="8226"/>
                  </a:lnTo>
                  <a:lnTo>
                    <a:pt x="13013" y="8264"/>
                  </a:lnTo>
                  <a:lnTo>
                    <a:pt x="12743" y="8303"/>
                  </a:lnTo>
                  <a:lnTo>
                    <a:pt x="12357" y="8303"/>
                  </a:lnTo>
                  <a:lnTo>
                    <a:pt x="11971" y="8264"/>
                  </a:lnTo>
                  <a:lnTo>
                    <a:pt x="11662" y="8110"/>
                  </a:lnTo>
                  <a:lnTo>
                    <a:pt x="11353" y="7955"/>
                  </a:lnTo>
                  <a:lnTo>
                    <a:pt x="11083" y="7685"/>
                  </a:lnTo>
                  <a:lnTo>
                    <a:pt x="10890" y="7415"/>
                  </a:lnTo>
                  <a:lnTo>
                    <a:pt x="10696" y="7106"/>
                  </a:lnTo>
                  <a:lnTo>
                    <a:pt x="10542" y="6720"/>
                  </a:lnTo>
                  <a:lnTo>
                    <a:pt x="10388" y="6218"/>
                  </a:lnTo>
                  <a:lnTo>
                    <a:pt x="10233" y="5716"/>
                  </a:lnTo>
                  <a:lnTo>
                    <a:pt x="9963" y="4673"/>
                  </a:lnTo>
                  <a:lnTo>
                    <a:pt x="9847" y="4171"/>
                  </a:lnTo>
                  <a:lnTo>
                    <a:pt x="9654" y="3669"/>
                  </a:lnTo>
                  <a:lnTo>
                    <a:pt x="9461" y="3167"/>
                  </a:lnTo>
                  <a:lnTo>
                    <a:pt x="9229" y="2704"/>
                  </a:lnTo>
                  <a:lnTo>
                    <a:pt x="8843" y="2163"/>
                  </a:lnTo>
                  <a:lnTo>
                    <a:pt x="8457" y="1700"/>
                  </a:lnTo>
                  <a:lnTo>
                    <a:pt x="7993" y="1275"/>
                  </a:lnTo>
                  <a:lnTo>
                    <a:pt x="7530" y="889"/>
                  </a:lnTo>
                  <a:lnTo>
                    <a:pt x="6989" y="580"/>
                  </a:lnTo>
                  <a:lnTo>
                    <a:pt x="6449" y="348"/>
                  </a:lnTo>
                  <a:lnTo>
                    <a:pt x="5870" y="155"/>
                  </a:lnTo>
                  <a:lnTo>
                    <a:pt x="5290" y="39"/>
                  </a:lnTo>
                  <a:lnTo>
                    <a:pt x="502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4" name="Google Shape;3464;p15"/>
            <p:cNvSpPr/>
            <p:nvPr/>
          </p:nvSpPr>
          <p:spPr>
            <a:xfrm>
              <a:off x="5932850" y="4466275"/>
              <a:ext cx="200800" cy="230725"/>
            </a:xfrm>
            <a:custGeom>
              <a:avLst/>
              <a:gdLst/>
              <a:ahLst/>
              <a:cxnLst/>
              <a:rect l="l" t="t" r="r" b="b"/>
              <a:pathLst>
                <a:path w="8032" h="9229" extrusionOk="0">
                  <a:moveTo>
                    <a:pt x="2047" y="0"/>
                  </a:moveTo>
                  <a:lnTo>
                    <a:pt x="1892" y="77"/>
                  </a:lnTo>
                  <a:lnTo>
                    <a:pt x="1738" y="154"/>
                  </a:lnTo>
                  <a:lnTo>
                    <a:pt x="1429" y="425"/>
                  </a:lnTo>
                  <a:lnTo>
                    <a:pt x="1197" y="734"/>
                  </a:lnTo>
                  <a:lnTo>
                    <a:pt x="965" y="1004"/>
                  </a:lnTo>
                  <a:lnTo>
                    <a:pt x="734" y="1352"/>
                  </a:lnTo>
                  <a:lnTo>
                    <a:pt x="502" y="1738"/>
                  </a:lnTo>
                  <a:lnTo>
                    <a:pt x="348" y="2124"/>
                  </a:lnTo>
                  <a:lnTo>
                    <a:pt x="193" y="2549"/>
                  </a:lnTo>
                  <a:lnTo>
                    <a:pt x="77" y="3012"/>
                  </a:lnTo>
                  <a:lnTo>
                    <a:pt x="39" y="3475"/>
                  </a:lnTo>
                  <a:lnTo>
                    <a:pt x="0" y="3939"/>
                  </a:lnTo>
                  <a:lnTo>
                    <a:pt x="77" y="4441"/>
                  </a:lnTo>
                  <a:lnTo>
                    <a:pt x="155" y="4904"/>
                  </a:lnTo>
                  <a:lnTo>
                    <a:pt x="270" y="5329"/>
                  </a:lnTo>
                  <a:lnTo>
                    <a:pt x="463" y="5792"/>
                  </a:lnTo>
                  <a:lnTo>
                    <a:pt x="695" y="6178"/>
                  </a:lnTo>
                  <a:lnTo>
                    <a:pt x="1043" y="6178"/>
                  </a:lnTo>
                  <a:lnTo>
                    <a:pt x="888" y="5831"/>
                  </a:lnTo>
                  <a:lnTo>
                    <a:pt x="734" y="5483"/>
                  </a:lnTo>
                  <a:lnTo>
                    <a:pt x="657" y="5136"/>
                  </a:lnTo>
                  <a:lnTo>
                    <a:pt x="541" y="4788"/>
                  </a:lnTo>
                  <a:lnTo>
                    <a:pt x="502" y="4402"/>
                  </a:lnTo>
                  <a:lnTo>
                    <a:pt x="463" y="4055"/>
                  </a:lnTo>
                  <a:lnTo>
                    <a:pt x="463" y="3668"/>
                  </a:lnTo>
                  <a:lnTo>
                    <a:pt x="463" y="3321"/>
                  </a:lnTo>
                  <a:lnTo>
                    <a:pt x="541" y="2973"/>
                  </a:lnTo>
                  <a:lnTo>
                    <a:pt x="618" y="2626"/>
                  </a:lnTo>
                  <a:lnTo>
                    <a:pt x="734" y="2278"/>
                  </a:lnTo>
                  <a:lnTo>
                    <a:pt x="850" y="1931"/>
                  </a:lnTo>
                  <a:lnTo>
                    <a:pt x="1043" y="1622"/>
                  </a:lnTo>
                  <a:lnTo>
                    <a:pt x="1236" y="1313"/>
                  </a:lnTo>
                  <a:lnTo>
                    <a:pt x="1467" y="1004"/>
                  </a:lnTo>
                  <a:lnTo>
                    <a:pt x="1776" y="734"/>
                  </a:lnTo>
                  <a:lnTo>
                    <a:pt x="1969" y="579"/>
                  </a:lnTo>
                  <a:lnTo>
                    <a:pt x="2085" y="502"/>
                  </a:lnTo>
                  <a:lnTo>
                    <a:pt x="2201" y="463"/>
                  </a:lnTo>
                  <a:lnTo>
                    <a:pt x="2317" y="579"/>
                  </a:lnTo>
                  <a:lnTo>
                    <a:pt x="2433" y="811"/>
                  </a:lnTo>
                  <a:lnTo>
                    <a:pt x="2587" y="1197"/>
                  </a:lnTo>
                  <a:lnTo>
                    <a:pt x="2742" y="1583"/>
                  </a:lnTo>
                  <a:lnTo>
                    <a:pt x="2858" y="1931"/>
                  </a:lnTo>
                  <a:lnTo>
                    <a:pt x="2973" y="2317"/>
                  </a:lnTo>
                  <a:lnTo>
                    <a:pt x="3051" y="2703"/>
                  </a:lnTo>
                  <a:lnTo>
                    <a:pt x="3089" y="3089"/>
                  </a:lnTo>
                  <a:lnTo>
                    <a:pt x="3089" y="3437"/>
                  </a:lnTo>
                  <a:lnTo>
                    <a:pt x="3051" y="3784"/>
                  </a:lnTo>
                  <a:lnTo>
                    <a:pt x="3012" y="4132"/>
                  </a:lnTo>
                  <a:lnTo>
                    <a:pt x="2896" y="4479"/>
                  </a:lnTo>
                  <a:lnTo>
                    <a:pt x="2780" y="4788"/>
                  </a:lnTo>
                  <a:lnTo>
                    <a:pt x="2587" y="5136"/>
                  </a:lnTo>
                  <a:lnTo>
                    <a:pt x="2394" y="5445"/>
                  </a:lnTo>
                  <a:lnTo>
                    <a:pt x="2356" y="5522"/>
                  </a:lnTo>
                  <a:lnTo>
                    <a:pt x="2394" y="5638"/>
                  </a:lnTo>
                  <a:lnTo>
                    <a:pt x="2356" y="5715"/>
                  </a:lnTo>
                  <a:lnTo>
                    <a:pt x="2356" y="5754"/>
                  </a:lnTo>
                  <a:lnTo>
                    <a:pt x="2394" y="5792"/>
                  </a:lnTo>
                  <a:lnTo>
                    <a:pt x="2471" y="5792"/>
                  </a:lnTo>
                  <a:lnTo>
                    <a:pt x="2626" y="5715"/>
                  </a:lnTo>
                  <a:lnTo>
                    <a:pt x="2819" y="5676"/>
                  </a:lnTo>
                  <a:lnTo>
                    <a:pt x="3205" y="5676"/>
                  </a:lnTo>
                  <a:lnTo>
                    <a:pt x="3630" y="5715"/>
                  </a:lnTo>
                  <a:lnTo>
                    <a:pt x="4055" y="5792"/>
                  </a:lnTo>
                  <a:lnTo>
                    <a:pt x="4441" y="5947"/>
                  </a:lnTo>
                  <a:lnTo>
                    <a:pt x="4866" y="6101"/>
                  </a:lnTo>
                  <a:lnTo>
                    <a:pt x="5213" y="6256"/>
                  </a:lnTo>
                  <a:lnTo>
                    <a:pt x="5522" y="6449"/>
                  </a:lnTo>
                  <a:lnTo>
                    <a:pt x="5831" y="6642"/>
                  </a:lnTo>
                  <a:lnTo>
                    <a:pt x="6140" y="6835"/>
                  </a:lnTo>
                  <a:lnTo>
                    <a:pt x="6410" y="7067"/>
                  </a:lnTo>
                  <a:lnTo>
                    <a:pt x="6680" y="7337"/>
                  </a:lnTo>
                  <a:lnTo>
                    <a:pt x="6912" y="7607"/>
                  </a:lnTo>
                  <a:lnTo>
                    <a:pt x="7144" y="7877"/>
                  </a:lnTo>
                  <a:lnTo>
                    <a:pt x="7337" y="8186"/>
                  </a:lnTo>
                  <a:lnTo>
                    <a:pt x="7530" y="8534"/>
                  </a:lnTo>
                  <a:lnTo>
                    <a:pt x="7105" y="8650"/>
                  </a:lnTo>
                  <a:lnTo>
                    <a:pt x="6680" y="8727"/>
                  </a:lnTo>
                  <a:lnTo>
                    <a:pt x="6294" y="8766"/>
                  </a:lnTo>
                  <a:lnTo>
                    <a:pt x="5870" y="8804"/>
                  </a:lnTo>
                  <a:lnTo>
                    <a:pt x="5483" y="8804"/>
                  </a:lnTo>
                  <a:lnTo>
                    <a:pt x="5059" y="8727"/>
                  </a:lnTo>
                  <a:lnTo>
                    <a:pt x="4672" y="8611"/>
                  </a:lnTo>
                  <a:lnTo>
                    <a:pt x="4248" y="8457"/>
                  </a:lnTo>
                  <a:lnTo>
                    <a:pt x="3900" y="8264"/>
                  </a:lnTo>
                  <a:lnTo>
                    <a:pt x="3591" y="8071"/>
                  </a:lnTo>
                  <a:lnTo>
                    <a:pt x="3012" y="7607"/>
                  </a:lnTo>
                  <a:lnTo>
                    <a:pt x="2471" y="7105"/>
                  </a:lnTo>
                  <a:lnTo>
                    <a:pt x="1931" y="6565"/>
                  </a:lnTo>
                  <a:lnTo>
                    <a:pt x="1854" y="6526"/>
                  </a:lnTo>
                  <a:lnTo>
                    <a:pt x="1815" y="6487"/>
                  </a:lnTo>
                  <a:lnTo>
                    <a:pt x="1661" y="6526"/>
                  </a:lnTo>
                  <a:lnTo>
                    <a:pt x="1622" y="6526"/>
                  </a:lnTo>
                  <a:lnTo>
                    <a:pt x="1583" y="6565"/>
                  </a:lnTo>
                  <a:lnTo>
                    <a:pt x="1429" y="6835"/>
                  </a:lnTo>
                  <a:lnTo>
                    <a:pt x="1661" y="6873"/>
                  </a:lnTo>
                  <a:lnTo>
                    <a:pt x="2278" y="7491"/>
                  </a:lnTo>
                  <a:lnTo>
                    <a:pt x="2896" y="8071"/>
                  </a:lnTo>
                  <a:lnTo>
                    <a:pt x="3244" y="8341"/>
                  </a:lnTo>
                  <a:lnTo>
                    <a:pt x="3630" y="8573"/>
                  </a:lnTo>
                  <a:lnTo>
                    <a:pt x="3977" y="8766"/>
                  </a:lnTo>
                  <a:lnTo>
                    <a:pt x="4364" y="8959"/>
                  </a:lnTo>
                  <a:lnTo>
                    <a:pt x="4827" y="9113"/>
                  </a:lnTo>
                  <a:lnTo>
                    <a:pt x="5252" y="9190"/>
                  </a:lnTo>
                  <a:lnTo>
                    <a:pt x="5676" y="9229"/>
                  </a:lnTo>
                  <a:lnTo>
                    <a:pt x="6140" y="9229"/>
                  </a:lnTo>
                  <a:lnTo>
                    <a:pt x="6565" y="9152"/>
                  </a:lnTo>
                  <a:lnTo>
                    <a:pt x="6989" y="9074"/>
                  </a:lnTo>
                  <a:lnTo>
                    <a:pt x="7878" y="8843"/>
                  </a:lnTo>
                  <a:lnTo>
                    <a:pt x="7955" y="8804"/>
                  </a:lnTo>
                  <a:lnTo>
                    <a:pt x="7993" y="8727"/>
                  </a:lnTo>
                  <a:lnTo>
                    <a:pt x="8032" y="8650"/>
                  </a:lnTo>
                  <a:lnTo>
                    <a:pt x="7993" y="8534"/>
                  </a:lnTo>
                  <a:lnTo>
                    <a:pt x="7762" y="8109"/>
                  </a:lnTo>
                  <a:lnTo>
                    <a:pt x="7491" y="7684"/>
                  </a:lnTo>
                  <a:lnTo>
                    <a:pt x="7221" y="7298"/>
                  </a:lnTo>
                  <a:lnTo>
                    <a:pt x="6874" y="6912"/>
                  </a:lnTo>
                  <a:lnTo>
                    <a:pt x="6526" y="6603"/>
                  </a:lnTo>
                  <a:lnTo>
                    <a:pt x="6140" y="6294"/>
                  </a:lnTo>
                  <a:lnTo>
                    <a:pt x="5715" y="6024"/>
                  </a:lnTo>
                  <a:lnTo>
                    <a:pt x="5252" y="5792"/>
                  </a:lnTo>
                  <a:lnTo>
                    <a:pt x="4827" y="5638"/>
                  </a:lnTo>
                  <a:lnTo>
                    <a:pt x="4248" y="5445"/>
                  </a:lnTo>
                  <a:lnTo>
                    <a:pt x="3939" y="5367"/>
                  </a:lnTo>
                  <a:lnTo>
                    <a:pt x="3591" y="5290"/>
                  </a:lnTo>
                  <a:lnTo>
                    <a:pt x="3012" y="5290"/>
                  </a:lnTo>
                  <a:lnTo>
                    <a:pt x="3167" y="4981"/>
                  </a:lnTo>
                  <a:lnTo>
                    <a:pt x="3321" y="4634"/>
                  </a:lnTo>
                  <a:lnTo>
                    <a:pt x="3398" y="4286"/>
                  </a:lnTo>
                  <a:lnTo>
                    <a:pt x="3475" y="3939"/>
                  </a:lnTo>
                  <a:lnTo>
                    <a:pt x="3514" y="3591"/>
                  </a:lnTo>
                  <a:lnTo>
                    <a:pt x="3514" y="3205"/>
                  </a:lnTo>
                  <a:lnTo>
                    <a:pt x="3514" y="2858"/>
                  </a:lnTo>
                  <a:lnTo>
                    <a:pt x="3437" y="2471"/>
                  </a:lnTo>
                  <a:lnTo>
                    <a:pt x="3321" y="1969"/>
                  </a:lnTo>
                  <a:lnTo>
                    <a:pt x="3167" y="1467"/>
                  </a:lnTo>
                  <a:lnTo>
                    <a:pt x="2935" y="965"/>
                  </a:lnTo>
                  <a:lnTo>
                    <a:pt x="2703" y="502"/>
                  </a:lnTo>
                  <a:lnTo>
                    <a:pt x="2587" y="270"/>
                  </a:lnTo>
                  <a:lnTo>
                    <a:pt x="2471" y="116"/>
                  </a:lnTo>
                  <a:lnTo>
                    <a:pt x="2356" y="39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5" name="Google Shape;3465;p15"/>
            <p:cNvSpPr/>
            <p:nvPr/>
          </p:nvSpPr>
          <p:spPr>
            <a:xfrm>
              <a:off x="2331050" y="4488475"/>
              <a:ext cx="145775" cy="163175"/>
            </a:xfrm>
            <a:custGeom>
              <a:avLst/>
              <a:gdLst/>
              <a:ahLst/>
              <a:cxnLst/>
              <a:rect l="l" t="t" r="r" b="b"/>
              <a:pathLst>
                <a:path w="5831" h="6527" extrusionOk="0">
                  <a:moveTo>
                    <a:pt x="3321" y="502"/>
                  </a:moveTo>
                  <a:lnTo>
                    <a:pt x="3784" y="695"/>
                  </a:lnTo>
                  <a:lnTo>
                    <a:pt x="4248" y="1004"/>
                  </a:lnTo>
                  <a:lnTo>
                    <a:pt x="4595" y="1313"/>
                  </a:lnTo>
                  <a:lnTo>
                    <a:pt x="4904" y="1738"/>
                  </a:lnTo>
                  <a:lnTo>
                    <a:pt x="5174" y="2163"/>
                  </a:lnTo>
                  <a:lnTo>
                    <a:pt x="5252" y="2394"/>
                  </a:lnTo>
                  <a:lnTo>
                    <a:pt x="5329" y="2665"/>
                  </a:lnTo>
                  <a:lnTo>
                    <a:pt x="5367" y="2896"/>
                  </a:lnTo>
                  <a:lnTo>
                    <a:pt x="5367" y="3167"/>
                  </a:lnTo>
                  <a:lnTo>
                    <a:pt x="5367" y="3437"/>
                  </a:lnTo>
                  <a:lnTo>
                    <a:pt x="5329" y="3707"/>
                  </a:lnTo>
                  <a:lnTo>
                    <a:pt x="5213" y="4171"/>
                  </a:lnTo>
                  <a:lnTo>
                    <a:pt x="5020" y="4595"/>
                  </a:lnTo>
                  <a:lnTo>
                    <a:pt x="4750" y="4981"/>
                  </a:lnTo>
                  <a:lnTo>
                    <a:pt x="4441" y="5368"/>
                  </a:lnTo>
                  <a:lnTo>
                    <a:pt x="4055" y="5638"/>
                  </a:lnTo>
                  <a:lnTo>
                    <a:pt x="3630" y="5870"/>
                  </a:lnTo>
                  <a:lnTo>
                    <a:pt x="3398" y="5947"/>
                  </a:lnTo>
                  <a:lnTo>
                    <a:pt x="3166" y="6024"/>
                  </a:lnTo>
                  <a:lnTo>
                    <a:pt x="2935" y="6024"/>
                  </a:lnTo>
                  <a:lnTo>
                    <a:pt x="2703" y="6063"/>
                  </a:lnTo>
                  <a:lnTo>
                    <a:pt x="2394" y="6024"/>
                  </a:lnTo>
                  <a:lnTo>
                    <a:pt x="2085" y="5985"/>
                  </a:lnTo>
                  <a:lnTo>
                    <a:pt x="1815" y="5908"/>
                  </a:lnTo>
                  <a:lnTo>
                    <a:pt x="1583" y="5792"/>
                  </a:lnTo>
                  <a:lnTo>
                    <a:pt x="1390" y="5677"/>
                  </a:lnTo>
                  <a:lnTo>
                    <a:pt x="1197" y="5522"/>
                  </a:lnTo>
                  <a:lnTo>
                    <a:pt x="1004" y="5329"/>
                  </a:lnTo>
                  <a:lnTo>
                    <a:pt x="850" y="5136"/>
                  </a:lnTo>
                  <a:lnTo>
                    <a:pt x="734" y="4904"/>
                  </a:lnTo>
                  <a:lnTo>
                    <a:pt x="656" y="4673"/>
                  </a:lnTo>
                  <a:lnTo>
                    <a:pt x="541" y="4441"/>
                  </a:lnTo>
                  <a:lnTo>
                    <a:pt x="502" y="4209"/>
                  </a:lnTo>
                  <a:lnTo>
                    <a:pt x="425" y="3669"/>
                  </a:lnTo>
                  <a:lnTo>
                    <a:pt x="463" y="3128"/>
                  </a:lnTo>
                  <a:lnTo>
                    <a:pt x="579" y="2587"/>
                  </a:lnTo>
                  <a:lnTo>
                    <a:pt x="734" y="2085"/>
                  </a:lnTo>
                  <a:lnTo>
                    <a:pt x="1004" y="1622"/>
                  </a:lnTo>
                  <a:lnTo>
                    <a:pt x="1158" y="1390"/>
                  </a:lnTo>
                  <a:lnTo>
                    <a:pt x="1313" y="1197"/>
                  </a:lnTo>
                  <a:lnTo>
                    <a:pt x="1506" y="1043"/>
                  </a:lnTo>
                  <a:lnTo>
                    <a:pt x="1699" y="888"/>
                  </a:lnTo>
                  <a:lnTo>
                    <a:pt x="1931" y="734"/>
                  </a:lnTo>
                  <a:lnTo>
                    <a:pt x="2162" y="657"/>
                  </a:lnTo>
                  <a:lnTo>
                    <a:pt x="2394" y="579"/>
                  </a:lnTo>
                  <a:lnTo>
                    <a:pt x="2664" y="502"/>
                  </a:lnTo>
                  <a:lnTo>
                    <a:pt x="2935" y="502"/>
                  </a:lnTo>
                  <a:lnTo>
                    <a:pt x="3244" y="541"/>
                  </a:lnTo>
                  <a:lnTo>
                    <a:pt x="3282" y="502"/>
                  </a:lnTo>
                  <a:close/>
                  <a:moveTo>
                    <a:pt x="3128" y="0"/>
                  </a:moveTo>
                  <a:lnTo>
                    <a:pt x="3051" y="39"/>
                  </a:lnTo>
                  <a:lnTo>
                    <a:pt x="2973" y="116"/>
                  </a:lnTo>
                  <a:lnTo>
                    <a:pt x="2973" y="193"/>
                  </a:lnTo>
                  <a:lnTo>
                    <a:pt x="2664" y="155"/>
                  </a:lnTo>
                  <a:lnTo>
                    <a:pt x="2394" y="193"/>
                  </a:lnTo>
                  <a:lnTo>
                    <a:pt x="2124" y="232"/>
                  </a:lnTo>
                  <a:lnTo>
                    <a:pt x="1854" y="309"/>
                  </a:lnTo>
                  <a:lnTo>
                    <a:pt x="1622" y="425"/>
                  </a:lnTo>
                  <a:lnTo>
                    <a:pt x="1390" y="579"/>
                  </a:lnTo>
                  <a:lnTo>
                    <a:pt x="1197" y="734"/>
                  </a:lnTo>
                  <a:lnTo>
                    <a:pt x="965" y="927"/>
                  </a:lnTo>
                  <a:lnTo>
                    <a:pt x="811" y="1120"/>
                  </a:lnTo>
                  <a:lnTo>
                    <a:pt x="656" y="1352"/>
                  </a:lnTo>
                  <a:lnTo>
                    <a:pt x="386" y="1854"/>
                  </a:lnTo>
                  <a:lnTo>
                    <a:pt x="154" y="2394"/>
                  </a:lnTo>
                  <a:lnTo>
                    <a:pt x="39" y="2974"/>
                  </a:lnTo>
                  <a:lnTo>
                    <a:pt x="0" y="3591"/>
                  </a:lnTo>
                  <a:lnTo>
                    <a:pt x="0" y="3900"/>
                  </a:lnTo>
                  <a:lnTo>
                    <a:pt x="39" y="4209"/>
                  </a:lnTo>
                  <a:lnTo>
                    <a:pt x="116" y="4518"/>
                  </a:lnTo>
                  <a:lnTo>
                    <a:pt x="193" y="4788"/>
                  </a:lnTo>
                  <a:lnTo>
                    <a:pt x="270" y="5059"/>
                  </a:lnTo>
                  <a:lnTo>
                    <a:pt x="425" y="5329"/>
                  </a:lnTo>
                  <a:lnTo>
                    <a:pt x="579" y="5561"/>
                  </a:lnTo>
                  <a:lnTo>
                    <a:pt x="772" y="5754"/>
                  </a:lnTo>
                  <a:lnTo>
                    <a:pt x="965" y="5947"/>
                  </a:lnTo>
                  <a:lnTo>
                    <a:pt x="1197" y="6101"/>
                  </a:lnTo>
                  <a:lnTo>
                    <a:pt x="1467" y="6256"/>
                  </a:lnTo>
                  <a:lnTo>
                    <a:pt x="1738" y="6372"/>
                  </a:lnTo>
                  <a:lnTo>
                    <a:pt x="2085" y="6449"/>
                  </a:lnTo>
                  <a:lnTo>
                    <a:pt x="2394" y="6487"/>
                  </a:lnTo>
                  <a:lnTo>
                    <a:pt x="2742" y="6526"/>
                  </a:lnTo>
                  <a:lnTo>
                    <a:pt x="3012" y="6487"/>
                  </a:lnTo>
                  <a:lnTo>
                    <a:pt x="3321" y="6449"/>
                  </a:lnTo>
                  <a:lnTo>
                    <a:pt x="3630" y="6372"/>
                  </a:lnTo>
                  <a:lnTo>
                    <a:pt x="3900" y="6256"/>
                  </a:lnTo>
                  <a:lnTo>
                    <a:pt x="4170" y="6101"/>
                  </a:lnTo>
                  <a:lnTo>
                    <a:pt x="4402" y="5947"/>
                  </a:lnTo>
                  <a:lnTo>
                    <a:pt x="4634" y="5792"/>
                  </a:lnTo>
                  <a:lnTo>
                    <a:pt x="4866" y="5561"/>
                  </a:lnTo>
                  <a:lnTo>
                    <a:pt x="5059" y="5368"/>
                  </a:lnTo>
                  <a:lnTo>
                    <a:pt x="5252" y="5097"/>
                  </a:lnTo>
                  <a:lnTo>
                    <a:pt x="5406" y="4866"/>
                  </a:lnTo>
                  <a:lnTo>
                    <a:pt x="5522" y="4595"/>
                  </a:lnTo>
                  <a:lnTo>
                    <a:pt x="5638" y="4286"/>
                  </a:lnTo>
                  <a:lnTo>
                    <a:pt x="5754" y="4016"/>
                  </a:lnTo>
                  <a:lnTo>
                    <a:pt x="5792" y="3707"/>
                  </a:lnTo>
                  <a:lnTo>
                    <a:pt x="5831" y="3398"/>
                  </a:lnTo>
                  <a:lnTo>
                    <a:pt x="5831" y="3089"/>
                  </a:lnTo>
                  <a:lnTo>
                    <a:pt x="5792" y="2780"/>
                  </a:lnTo>
                  <a:lnTo>
                    <a:pt x="5754" y="2472"/>
                  </a:lnTo>
                  <a:lnTo>
                    <a:pt x="5638" y="2163"/>
                  </a:lnTo>
                  <a:lnTo>
                    <a:pt x="5522" y="1892"/>
                  </a:lnTo>
                  <a:lnTo>
                    <a:pt x="5406" y="1622"/>
                  </a:lnTo>
                  <a:lnTo>
                    <a:pt x="5213" y="1352"/>
                  </a:lnTo>
                  <a:lnTo>
                    <a:pt x="5020" y="1120"/>
                  </a:lnTo>
                  <a:lnTo>
                    <a:pt x="4827" y="888"/>
                  </a:lnTo>
                  <a:lnTo>
                    <a:pt x="4595" y="695"/>
                  </a:lnTo>
                  <a:lnTo>
                    <a:pt x="4364" y="502"/>
                  </a:lnTo>
                  <a:lnTo>
                    <a:pt x="4093" y="348"/>
                  </a:lnTo>
                  <a:lnTo>
                    <a:pt x="3823" y="193"/>
                  </a:lnTo>
                  <a:lnTo>
                    <a:pt x="3514" y="116"/>
                  </a:lnTo>
                  <a:lnTo>
                    <a:pt x="32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6" name="Google Shape;3466;p15"/>
            <p:cNvSpPr/>
            <p:nvPr/>
          </p:nvSpPr>
          <p:spPr>
            <a:xfrm>
              <a:off x="3966375" y="4488475"/>
              <a:ext cx="350450" cy="288650"/>
            </a:xfrm>
            <a:custGeom>
              <a:avLst/>
              <a:gdLst/>
              <a:ahLst/>
              <a:cxnLst/>
              <a:rect l="l" t="t" r="r" b="b"/>
              <a:pathLst>
                <a:path w="14018" h="11546" extrusionOk="0">
                  <a:moveTo>
                    <a:pt x="11778" y="0"/>
                  </a:moveTo>
                  <a:lnTo>
                    <a:pt x="11469" y="77"/>
                  </a:lnTo>
                  <a:lnTo>
                    <a:pt x="11855" y="1931"/>
                  </a:lnTo>
                  <a:lnTo>
                    <a:pt x="12280" y="3746"/>
                  </a:lnTo>
                  <a:lnTo>
                    <a:pt x="11508" y="2780"/>
                  </a:lnTo>
                  <a:lnTo>
                    <a:pt x="10658" y="1892"/>
                  </a:lnTo>
                  <a:lnTo>
                    <a:pt x="10427" y="2085"/>
                  </a:lnTo>
                  <a:lnTo>
                    <a:pt x="11469" y="3437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8"/>
                  </a:lnTo>
                  <a:lnTo>
                    <a:pt x="13168" y="5522"/>
                  </a:lnTo>
                  <a:lnTo>
                    <a:pt x="13168" y="5522"/>
                  </a:lnTo>
                  <a:lnTo>
                    <a:pt x="13439" y="5715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0"/>
                  </a:lnTo>
                  <a:lnTo>
                    <a:pt x="13632" y="6681"/>
                  </a:lnTo>
                  <a:lnTo>
                    <a:pt x="13516" y="6912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4" y="7955"/>
                  </a:lnTo>
                  <a:lnTo>
                    <a:pt x="12203" y="8418"/>
                  </a:lnTo>
                  <a:lnTo>
                    <a:pt x="11740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1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1" y="11160"/>
                  </a:lnTo>
                  <a:lnTo>
                    <a:pt x="3630" y="11160"/>
                  </a:lnTo>
                  <a:lnTo>
                    <a:pt x="3013" y="11121"/>
                  </a:lnTo>
                  <a:lnTo>
                    <a:pt x="2356" y="11044"/>
                  </a:lnTo>
                  <a:lnTo>
                    <a:pt x="1661" y="10928"/>
                  </a:lnTo>
                  <a:lnTo>
                    <a:pt x="1352" y="10812"/>
                  </a:lnTo>
                  <a:lnTo>
                    <a:pt x="1082" y="10696"/>
                  </a:lnTo>
                  <a:lnTo>
                    <a:pt x="812" y="10542"/>
                  </a:lnTo>
                  <a:lnTo>
                    <a:pt x="618" y="10388"/>
                  </a:lnTo>
                  <a:lnTo>
                    <a:pt x="464" y="10194"/>
                  </a:lnTo>
                  <a:lnTo>
                    <a:pt x="348" y="9963"/>
                  </a:lnTo>
                  <a:lnTo>
                    <a:pt x="348" y="9731"/>
                  </a:lnTo>
                  <a:lnTo>
                    <a:pt x="387" y="9461"/>
                  </a:lnTo>
                  <a:lnTo>
                    <a:pt x="155" y="9422"/>
                  </a:lnTo>
                  <a:lnTo>
                    <a:pt x="39" y="9654"/>
                  </a:lnTo>
                  <a:lnTo>
                    <a:pt x="1" y="9886"/>
                  </a:lnTo>
                  <a:lnTo>
                    <a:pt x="39" y="10117"/>
                  </a:lnTo>
                  <a:lnTo>
                    <a:pt x="78" y="10310"/>
                  </a:lnTo>
                  <a:lnTo>
                    <a:pt x="194" y="10465"/>
                  </a:lnTo>
                  <a:lnTo>
                    <a:pt x="348" y="10619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7"/>
                  </a:lnTo>
                  <a:lnTo>
                    <a:pt x="2202" y="11353"/>
                  </a:lnTo>
                  <a:lnTo>
                    <a:pt x="2626" y="11430"/>
                  </a:lnTo>
                  <a:lnTo>
                    <a:pt x="3321" y="11507"/>
                  </a:lnTo>
                  <a:lnTo>
                    <a:pt x="3978" y="11546"/>
                  </a:lnTo>
                  <a:lnTo>
                    <a:pt x="4673" y="11546"/>
                  </a:lnTo>
                  <a:lnTo>
                    <a:pt x="5368" y="11507"/>
                  </a:lnTo>
                  <a:lnTo>
                    <a:pt x="6063" y="11430"/>
                  </a:lnTo>
                  <a:lnTo>
                    <a:pt x="6758" y="11314"/>
                  </a:lnTo>
                  <a:lnTo>
                    <a:pt x="7415" y="11160"/>
                  </a:lnTo>
                  <a:lnTo>
                    <a:pt x="8071" y="11005"/>
                  </a:lnTo>
                  <a:lnTo>
                    <a:pt x="8728" y="10774"/>
                  </a:lnTo>
                  <a:lnTo>
                    <a:pt x="9345" y="10542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2" y="9654"/>
                  </a:lnTo>
                  <a:lnTo>
                    <a:pt x="11701" y="9268"/>
                  </a:lnTo>
                  <a:lnTo>
                    <a:pt x="12242" y="8882"/>
                  </a:lnTo>
                  <a:lnTo>
                    <a:pt x="12744" y="8457"/>
                  </a:lnTo>
                  <a:lnTo>
                    <a:pt x="13168" y="8071"/>
                  </a:lnTo>
                  <a:lnTo>
                    <a:pt x="13554" y="7646"/>
                  </a:lnTo>
                  <a:lnTo>
                    <a:pt x="13748" y="7376"/>
                  </a:lnTo>
                  <a:lnTo>
                    <a:pt x="13863" y="7144"/>
                  </a:lnTo>
                  <a:lnTo>
                    <a:pt x="13979" y="6874"/>
                  </a:lnTo>
                  <a:lnTo>
                    <a:pt x="14018" y="6565"/>
                  </a:lnTo>
                  <a:lnTo>
                    <a:pt x="14018" y="6333"/>
                  </a:lnTo>
                  <a:lnTo>
                    <a:pt x="14018" y="6140"/>
                  </a:lnTo>
                  <a:lnTo>
                    <a:pt x="13941" y="5908"/>
                  </a:lnTo>
                  <a:lnTo>
                    <a:pt x="13863" y="5715"/>
                  </a:lnTo>
                  <a:lnTo>
                    <a:pt x="13748" y="5522"/>
                  </a:lnTo>
                  <a:lnTo>
                    <a:pt x="13593" y="5368"/>
                  </a:lnTo>
                  <a:lnTo>
                    <a:pt x="13439" y="5252"/>
                  </a:lnTo>
                  <a:lnTo>
                    <a:pt x="13246" y="5136"/>
                  </a:lnTo>
                  <a:lnTo>
                    <a:pt x="13091" y="5136"/>
                  </a:lnTo>
                  <a:lnTo>
                    <a:pt x="12821" y="3823"/>
                  </a:lnTo>
                  <a:lnTo>
                    <a:pt x="12512" y="2549"/>
                  </a:lnTo>
                  <a:lnTo>
                    <a:pt x="12164" y="1274"/>
                  </a:lnTo>
                  <a:lnTo>
                    <a:pt x="117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7" name="Google Shape;3467;p15"/>
            <p:cNvSpPr/>
            <p:nvPr/>
          </p:nvSpPr>
          <p:spPr>
            <a:xfrm>
              <a:off x="1307750" y="4498125"/>
              <a:ext cx="103325" cy="105250"/>
            </a:xfrm>
            <a:custGeom>
              <a:avLst/>
              <a:gdLst/>
              <a:ahLst/>
              <a:cxnLst/>
              <a:rect l="l" t="t" r="r" b="b"/>
              <a:pathLst>
                <a:path w="4133" h="4210" extrusionOk="0">
                  <a:moveTo>
                    <a:pt x="2317" y="348"/>
                  </a:moveTo>
                  <a:lnTo>
                    <a:pt x="2665" y="425"/>
                  </a:lnTo>
                  <a:lnTo>
                    <a:pt x="2819" y="502"/>
                  </a:lnTo>
                  <a:lnTo>
                    <a:pt x="2974" y="618"/>
                  </a:lnTo>
                  <a:lnTo>
                    <a:pt x="3128" y="734"/>
                  </a:lnTo>
                  <a:lnTo>
                    <a:pt x="3244" y="850"/>
                  </a:lnTo>
                  <a:lnTo>
                    <a:pt x="3360" y="1043"/>
                  </a:lnTo>
                  <a:lnTo>
                    <a:pt x="3476" y="1197"/>
                  </a:lnTo>
                  <a:lnTo>
                    <a:pt x="3514" y="1236"/>
                  </a:lnTo>
                  <a:lnTo>
                    <a:pt x="3630" y="1545"/>
                  </a:lnTo>
                  <a:lnTo>
                    <a:pt x="3707" y="1815"/>
                  </a:lnTo>
                  <a:lnTo>
                    <a:pt x="3746" y="2086"/>
                  </a:lnTo>
                  <a:lnTo>
                    <a:pt x="3746" y="2356"/>
                  </a:lnTo>
                  <a:lnTo>
                    <a:pt x="3707" y="2626"/>
                  </a:lnTo>
                  <a:lnTo>
                    <a:pt x="3630" y="2896"/>
                  </a:lnTo>
                  <a:lnTo>
                    <a:pt x="3514" y="3128"/>
                  </a:lnTo>
                  <a:lnTo>
                    <a:pt x="3283" y="3398"/>
                  </a:lnTo>
                  <a:lnTo>
                    <a:pt x="3012" y="3591"/>
                  </a:lnTo>
                  <a:lnTo>
                    <a:pt x="2703" y="3746"/>
                  </a:lnTo>
                  <a:lnTo>
                    <a:pt x="2356" y="3823"/>
                  </a:lnTo>
                  <a:lnTo>
                    <a:pt x="2008" y="3862"/>
                  </a:lnTo>
                  <a:lnTo>
                    <a:pt x="1661" y="3785"/>
                  </a:lnTo>
                  <a:lnTo>
                    <a:pt x="1313" y="3669"/>
                  </a:lnTo>
                  <a:lnTo>
                    <a:pt x="1004" y="3476"/>
                  </a:lnTo>
                  <a:lnTo>
                    <a:pt x="734" y="3244"/>
                  </a:lnTo>
                  <a:lnTo>
                    <a:pt x="579" y="2935"/>
                  </a:lnTo>
                  <a:lnTo>
                    <a:pt x="425" y="2665"/>
                  </a:lnTo>
                  <a:lnTo>
                    <a:pt x="386" y="2317"/>
                  </a:lnTo>
                  <a:lnTo>
                    <a:pt x="348" y="2008"/>
                  </a:lnTo>
                  <a:lnTo>
                    <a:pt x="386" y="1661"/>
                  </a:lnTo>
                  <a:lnTo>
                    <a:pt x="502" y="1352"/>
                  </a:lnTo>
                  <a:lnTo>
                    <a:pt x="657" y="1043"/>
                  </a:lnTo>
                  <a:lnTo>
                    <a:pt x="888" y="811"/>
                  </a:lnTo>
                  <a:lnTo>
                    <a:pt x="1197" y="580"/>
                  </a:lnTo>
                  <a:lnTo>
                    <a:pt x="1545" y="425"/>
                  </a:lnTo>
                  <a:lnTo>
                    <a:pt x="1931" y="348"/>
                  </a:lnTo>
                  <a:close/>
                  <a:moveTo>
                    <a:pt x="2201" y="0"/>
                  </a:moveTo>
                  <a:lnTo>
                    <a:pt x="1815" y="39"/>
                  </a:lnTo>
                  <a:lnTo>
                    <a:pt x="1468" y="116"/>
                  </a:lnTo>
                  <a:lnTo>
                    <a:pt x="1120" y="232"/>
                  </a:lnTo>
                  <a:lnTo>
                    <a:pt x="927" y="348"/>
                  </a:lnTo>
                  <a:lnTo>
                    <a:pt x="773" y="464"/>
                  </a:lnTo>
                  <a:lnTo>
                    <a:pt x="579" y="618"/>
                  </a:lnTo>
                  <a:lnTo>
                    <a:pt x="464" y="773"/>
                  </a:lnTo>
                  <a:lnTo>
                    <a:pt x="232" y="1159"/>
                  </a:lnTo>
                  <a:lnTo>
                    <a:pt x="78" y="1545"/>
                  </a:lnTo>
                  <a:lnTo>
                    <a:pt x="0" y="1970"/>
                  </a:lnTo>
                  <a:lnTo>
                    <a:pt x="0" y="2394"/>
                  </a:lnTo>
                  <a:lnTo>
                    <a:pt x="116" y="2858"/>
                  </a:lnTo>
                  <a:lnTo>
                    <a:pt x="193" y="3051"/>
                  </a:lnTo>
                  <a:lnTo>
                    <a:pt x="309" y="3244"/>
                  </a:lnTo>
                  <a:lnTo>
                    <a:pt x="579" y="3553"/>
                  </a:lnTo>
                  <a:lnTo>
                    <a:pt x="888" y="3823"/>
                  </a:lnTo>
                  <a:lnTo>
                    <a:pt x="1236" y="4016"/>
                  </a:lnTo>
                  <a:lnTo>
                    <a:pt x="1622" y="4171"/>
                  </a:lnTo>
                  <a:lnTo>
                    <a:pt x="2047" y="4209"/>
                  </a:lnTo>
                  <a:lnTo>
                    <a:pt x="2472" y="4209"/>
                  </a:lnTo>
                  <a:lnTo>
                    <a:pt x="2858" y="4093"/>
                  </a:lnTo>
                  <a:lnTo>
                    <a:pt x="3244" y="3939"/>
                  </a:lnTo>
                  <a:lnTo>
                    <a:pt x="3398" y="3823"/>
                  </a:lnTo>
                  <a:lnTo>
                    <a:pt x="3553" y="3669"/>
                  </a:lnTo>
                  <a:lnTo>
                    <a:pt x="3707" y="3514"/>
                  </a:lnTo>
                  <a:lnTo>
                    <a:pt x="3823" y="3321"/>
                  </a:lnTo>
                  <a:lnTo>
                    <a:pt x="4016" y="2935"/>
                  </a:lnTo>
                  <a:lnTo>
                    <a:pt x="4132" y="2510"/>
                  </a:lnTo>
                  <a:lnTo>
                    <a:pt x="4132" y="2047"/>
                  </a:lnTo>
                  <a:lnTo>
                    <a:pt x="4132" y="1854"/>
                  </a:lnTo>
                  <a:lnTo>
                    <a:pt x="4055" y="1622"/>
                  </a:lnTo>
                  <a:lnTo>
                    <a:pt x="4016" y="1429"/>
                  </a:lnTo>
                  <a:lnTo>
                    <a:pt x="3900" y="1236"/>
                  </a:lnTo>
                  <a:lnTo>
                    <a:pt x="3785" y="1082"/>
                  </a:lnTo>
                  <a:lnTo>
                    <a:pt x="3630" y="927"/>
                  </a:lnTo>
                  <a:lnTo>
                    <a:pt x="3591" y="888"/>
                  </a:lnTo>
                  <a:lnTo>
                    <a:pt x="3553" y="734"/>
                  </a:lnTo>
                  <a:lnTo>
                    <a:pt x="3437" y="580"/>
                  </a:lnTo>
                  <a:lnTo>
                    <a:pt x="3360" y="425"/>
                  </a:lnTo>
                  <a:lnTo>
                    <a:pt x="3244" y="348"/>
                  </a:lnTo>
                  <a:lnTo>
                    <a:pt x="3089" y="232"/>
                  </a:lnTo>
                  <a:lnTo>
                    <a:pt x="2935" y="155"/>
                  </a:lnTo>
                  <a:lnTo>
                    <a:pt x="2587" y="39"/>
                  </a:lnTo>
                  <a:lnTo>
                    <a:pt x="220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8" name="Google Shape;3468;p15"/>
            <p:cNvSpPr/>
            <p:nvPr/>
          </p:nvSpPr>
          <p:spPr>
            <a:xfrm>
              <a:off x="6468625" y="4526125"/>
              <a:ext cx="329200" cy="242325"/>
            </a:xfrm>
            <a:custGeom>
              <a:avLst/>
              <a:gdLst/>
              <a:ahLst/>
              <a:cxnLst/>
              <a:rect l="l" t="t" r="r" b="b"/>
              <a:pathLst>
                <a:path w="13168" h="9693" extrusionOk="0">
                  <a:moveTo>
                    <a:pt x="5368" y="618"/>
                  </a:moveTo>
                  <a:lnTo>
                    <a:pt x="5947" y="772"/>
                  </a:lnTo>
                  <a:lnTo>
                    <a:pt x="6526" y="1004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2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6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1" y="3707"/>
                  </a:lnTo>
                  <a:lnTo>
                    <a:pt x="8573" y="3707"/>
                  </a:lnTo>
                  <a:lnTo>
                    <a:pt x="7723" y="3823"/>
                  </a:lnTo>
                  <a:lnTo>
                    <a:pt x="6874" y="3900"/>
                  </a:lnTo>
                  <a:lnTo>
                    <a:pt x="6410" y="3939"/>
                  </a:lnTo>
                  <a:lnTo>
                    <a:pt x="6179" y="3939"/>
                  </a:lnTo>
                  <a:lnTo>
                    <a:pt x="5986" y="3900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6" y="2626"/>
                  </a:lnTo>
                  <a:lnTo>
                    <a:pt x="5368" y="1969"/>
                  </a:lnTo>
                  <a:lnTo>
                    <a:pt x="5368" y="618"/>
                  </a:lnTo>
                  <a:close/>
                  <a:moveTo>
                    <a:pt x="2781" y="888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8" y="3707"/>
                  </a:lnTo>
                  <a:lnTo>
                    <a:pt x="2510" y="3862"/>
                  </a:lnTo>
                  <a:lnTo>
                    <a:pt x="2433" y="4016"/>
                  </a:lnTo>
                  <a:lnTo>
                    <a:pt x="2317" y="4132"/>
                  </a:lnTo>
                  <a:lnTo>
                    <a:pt x="2124" y="4209"/>
                  </a:lnTo>
                  <a:lnTo>
                    <a:pt x="1892" y="4286"/>
                  </a:lnTo>
                  <a:lnTo>
                    <a:pt x="1545" y="4286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6" y="4016"/>
                  </a:lnTo>
                  <a:lnTo>
                    <a:pt x="502" y="3514"/>
                  </a:lnTo>
                  <a:lnTo>
                    <a:pt x="657" y="3012"/>
                  </a:lnTo>
                  <a:lnTo>
                    <a:pt x="888" y="2549"/>
                  </a:lnTo>
                  <a:lnTo>
                    <a:pt x="1159" y="2124"/>
                  </a:lnTo>
                  <a:lnTo>
                    <a:pt x="1506" y="1738"/>
                  </a:lnTo>
                  <a:lnTo>
                    <a:pt x="1892" y="1429"/>
                  </a:lnTo>
                  <a:lnTo>
                    <a:pt x="2317" y="1120"/>
                  </a:lnTo>
                  <a:lnTo>
                    <a:pt x="2781" y="888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3" y="5985"/>
                  </a:lnTo>
                  <a:lnTo>
                    <a:pt x="11430" y="6140"/>
                  </a:lnTo>
                  <a:lnTo>
                    <a:pt x="11353" y="6217"/>
                  </a:lnTo>
                  <a:lnTo>
                    <a:pt x="11237" y="6256"/>
                  </a:lnTo>
                  <a:lnTo>
                    <a:pt x="11083" y="6294"/>
                  </a:lnTo>
                  <a:lnTo>
                    <a:pt x="10928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19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2" y="0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5" y="386"/>
                  </a:lnTo>
                  <a:lnTo>
                    <a:pt x="2240" y="579"/>
                  </a:lnTo>
                  <a:lnTo>
                    <a:pt x="1854" y="811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8" y="1661"/>
                  </a:lnTo>
                  <a:lnTo>
                    <a:pt x="618" y="2008"/>
                  </a:lnTo>
                  <a:lnTo>
                    <a:pt x="425" y="2394"/>
                  </a:lnTo>
                  <a:lnTo>
                    <a:pt x="232" y="2780"/>
                  </a:lnTo>
                  <a:lnTo>
                    <a:pt x="116" y="3205"/>
                  </a:lnTo>
                  <a:lnTo>
                    <a:pt x="39" y="3669"/>
                  </a:lnTo>
                  <a:lnTo>
                    <a:pt x="0" y="4093"/>
                  </a:lnTo>
                  <a:lnTo>
                    <a:pt x="39" y="4557"/>
                  </a:lnTo>
                  <a:lnTo>
                    <a:pt x="348" y="4595"/>
                  </a:lnTo>
                  <a:lnTo>
                    <a:pt x="386" y="4286"/>
                  </a:lnTo>
                  <a:lnTo>
                    <a:pt x="966" y="4518"/>
                  </a:lnTo>
                  <a:lnTo>
                    <a:pt x="1313" y="4595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79"/>
                  </a:lnTo>
                  <a:lnTo>
                    <a:pt x="2742" y="4402"/>
                  </a:lnTo>
                  <a:lnTo>
                    <a:pt x="2858" y="4248"/>
                  </a:lnTo>
                  <a:lnTo>
                    <a:pt x="2896" y="4132"/>
                  </a:lnTo>
                  <a:lnTo>
                    <a:pt x="2974" y="3977"/>
                  </a:lnTo>
                  <a:lnTo>
                    <a:pt x="3012" y="3630"/>
                  </a:lnTo>
                  <a:lnTo>
                    <a:pt x="3012" y="2973"/>
                  </a:lnTo>
                  <a:lnTo>
                    <a:pt x="3128" y="772"/>
                  </a:lnTo>
                  <a:lnTo>
                    <a:pt x="3514" y="657"/>
                  </a:lnTo>
                  <a:lnTo>
                    <a:pt x="3939" y="579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8" y="579"/>
                  </a:lnTo>
                  <a:lnTo>
                    <a:pt x="5020" y="1661"/>
                  </a:lnTo>
                  <a:lnTo>
                    <a:pt x="5059" y="2703"/>
                  </a:lnTo>
                  <a:lnTo>
                    <a:pt x="5098" y="3398"/>
                  </a:lnTo>
                  <a:lnTo>
                    <a:pt x="5175" y="3746"/>
                  </a:lnTo>
                  <a:lnTo>
                    <a:pt x="5213" y="3900"/>
                  </a:lnTo>
                  <a:lnTo>
                    <a:pt x="5291" y="4055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6"/>
                  </a:lnTo>
                  <a:lnTo>
                    <a:pt x="5870" y="4325"/>
                  </a:lnTo>
                  <a:lnTo>
                    <a:pt x="6217" y="4325"/>
                  </a:lnTo>
                  <a:lnTo>
                    <a:pt x="6565" y="4286"/>
                  </a:lnTo>
                  <a:lnTo>
                    <a:pt x="7607" y="4209"/>
                  </a:lnTo>
                  <a:lnTo>
                    <a:pt x="8650" y="4093"/>
                  </a:lnTo>
                  <a:lnTo>
                    <a:pt x="8650" y="4479"/>
                  </a:lnTo>
                  <a:lnTo>
                    <a:pt x="8611" y="4866"/>
                  </a:lnTo>
                  <a:lnTo>
                    <a:pt x="8611" y="4904"/>
                  </a:lnTo>
                  <a:lnTo>
                    <a:pt x="8611" y="5020"/>
                  </a:lnTo>
                  <a:lnTo>
                    <a:pt x="8650" y="5097"/>
                  </a:lnTo>
                  <a:lnTo>
                    <a:pt x="8766" y="5097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6" y="4943"/>
                  </a:lnTo>
                  <a:lnTo>
                    <a:pt x="9191" y="4904"/>
                  </a:lnTo>
                  <a:lnTo>
                    <a:pt x="9384" y="4904"/>
                  </a:lnTo>
                  <a:lnTo>
                    <a:pt x="9809" y="4981"/>
                  </a:lnTo>
                  <a:lnTo>
                    <a:pt x="10195" y="5097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1" y="5445"/>
                  </a:lnTo>
                  <a:lnTo>
                    <a:pt x="10272" y="5599"/>
                  </a:lnTo>
                  <a:lnTo>
                    <a:pt x="10233" y="5754"/>
                  </a:lnTo>
                  <a:lnTo>
                    <a:pt x="10233" y="5908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7"/>
                  </a:lnTo>
                  <a:lnTo>
                    <a:pt x="10697" y="6603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3"/>
                  </a:lnTo>
                  <a:lnTo>
                    <a:pt x="11546" y="6526"/>
                  </a:lnTo>
                  <a:lnTo>
                    <a:pt x="11739" y="6410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2"/>
                  </a:lnTo>
                  <a:lnTo>
                    <a:pt x="12396" y="7221"/>
                  </a:lnTo>
                  <a:lnTo>
                    <a:pt x="12473" y="7569"/>
                  </a:lnTo>
                  <a:lnTo>
                    <a:pt x="12550" y="7916"/>
                  </a:lnTo>
                  <a:lnTo>
                    <a:pt x="12550" y="8264"/>
                  </a:lnTo>
                  <a:lnTo>
                    <a:pt x="12589" y="8997"/>
                  </a:lnTo>
                  <a:lnTo>
                    <a:pt x="12512" y="8997"/>
                  </a:lnTo>
                  <a:lnTo>
                    <a:pt x="12434" y="9075"/>
                  </a:lnTo>
                  <a:lnTo>
                    <a:pt x="12396" y="9113"/>
                  </a:lnTo>
                  <a:lnTo>
                    <a:pt x="12357" y="9190"/>
                  </a:lnTo>
                  <a:lnTo>
                    <a:pt x="11469" y="9306"/>
                  </a:lnTo>
                  <a:lnTo>
                    <a:pt x="11469" y="9692"/>
                  </a:lnTo>
                  <a:lnTo>
                    <a:pt x="12125" y="9654"/>
                  </a:lnTo>
                  <a:lnTo>
                    <a:pt x="12820" y="9615"/>
                  </a:lnTo>
                  <a:lnTo>
                    <a:pt x="12936" y="9577"/>
                  </a:lnTo>
                  <a:lnTo>
                    <a:pt x="13014" y="9499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7"/>
                  </a:lnTo>
                  <a:lnTo>
                    <a:pt x="13168" y="8766"/>
                  </a:lnTo>
                  <a:lnTo>
                    <a:pt x="13168" y="8495"/>
                  </a:lnTo>
                  <a:lnTo>
                    <a:pt x="13168" y="8225"/>
                  </a:lnTo>
                  <a:lnTo>
                    <a:pt x="13091" y="7723"/>
                  </a:lnTo>
                  <a:lnTo>
                    <a:pt x="12936" y="7182"/>
                  </a:lnTo>
                  <a:lnTo>
                    <a:pt x="12743" y="6680"/>
                  </a:lnTo>
                  <a:lnTo>
                    <a:pt x="12434" y="6217"/>
                  </a:lnTo>
                  <a:lnTo>
                    <a:pt x="12125" y="5792"/>
                  </a:lnTo>
                  <a:lnTo>
                    <a:pt x="11778" y="5445"/>
                  </a:lnTo>
                  <a:lnTo>
                    <a:pt x="11315" y="5097"/>
                  </a:lnTo>
                  <a:lnTo>
                    <a:pt x="10967" y="4904"/>
                  </a:lnTo>
                  <a:lnTo>
                    <a:pt x="10619" y="4750"/>
                  </a:lnTo>
                  <a:lnTo>
                    <a:pt x="10272" y="4595"/>
                  </a:lnTo>
                  <a:lnTo>
                    <a:pt x="9886" y="4479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7"/>
                  </a:lnTo>
                  <a:lnTo>
                    <a:pt x="9229" y="3514"/>
                  </a:lnTo>
                  <a:lnTo>
                    <a:pt x="9152" y="3089"/>
                  </a:lnTo>
                  <a:lnTo>
                    <a:pt x="8998" y="2665"/>
                  </a:lnTo>
                  <a:lnTo>
                    <a:pt x="8805" y="2278"/>
                  </a:lnTo>
                  <a:lnTo>
                    <a:pt x="8534" y="1931"/>
                  </a:lnTo>
                  <a:lnTo>
                    <a:pt x="8225" y="1583"/>
                  </a:lnTo>
                  <a:lnTo>
                    <a:pt x="7839" y="1274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9" y="348"/>
                  </a:lnTo>
                  <a:lnTo>
                    <a:pt x="5715" y="193"/>
                  </a:lnTo>
                  <a:lnTo>
                    <a:pt x="5291" y="77"/>
                  </a:lnTo>
                  <a:lnTo>
                    <a:pt x="4827" y="39"/>
                  </a:lnTo>
                  <a:lnTo>
                    <a:pt x="440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9" name="Google Shape;3469;p15"/>
            <p:cNvSpPr/>
            <p:nvPr/>
          </p:nvSpPr>
          <p:spPr>
            <a:xfrm>
              <a:off x="4200000" y="4529000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5" y="1"/>
                  </a:moveTo>
                  <a:lnTo>
                    <a:pt x="348" y="889"/>
                  </a:lnTo>
                  <a:lnTo>
                    <a:pt x="232" y="1816"/>
                  </a:lnTo>
                  <a:lnTo>
                    <a:pt x="155" y="3631"/>
                  </a:lnTo>
                  <a:lnTo>
                    <a:pt x="0" y="7261"/>
                  </a:lnTo>
                  <a:lnTo>
                    <a:pt x="193" y="7261"/>
                  </a:lnTo>
                  <a:lnTo>
                    <a:pt x="425" y="5484"/>
                  </a:lnTo>
                  <a:lnTo>
                    <a:pt x="580" y="3669"/>
                  </a:lnTo>
                  <a:lnTo>
                    <a:pt x="695" y="1854"/>
                  </a:lnTo>
                  <a:lnTo>
                    <a:pt x="695" y="928"/>
                  </a:lnTo>
                  <a:lnTo>
                    <a:pt x="695" y="40"/>
                  </a:lnTo>
                  <a:lnTo>
                    <a:pt x="42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0" name="Google Shape;3470;p15"/>
            <p:cNvSpPr/>
            <p:nvPr/>
          </p:nvSpPr>
          <p:spPr>
            <a:xfrm>
              <a:off x="6500475" y="4539625"/>
              <a:ext cx="254875" cy="267450"/>
            </a:xfrm>
            <a:custGeom>
              <a:avLst/>
              <a:gdLst/>
              <a:ahLst/>
              <a:cxnLst/>
              <a:rect l="l" t="t" r="r" b="b"/>
              <a:pathLst>
                <a:path w="10195" h="10698" extrusionOk="0">
                  <a:moveTo>
                    <a:pt x="8264" y="7299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59" y="7569"/>
                  </a:lnTo>
                  <a:lnTo>
                    <a:pt x="9152" y="7724"/>
                  </a:lnTo>
                  <a:lnTo>
                    <a:pt x="9345" y="7917"/>
                  </a:lnTo>
                  <a:lnTo>
                    <a:pt x="9500" y="8110"/>
                  </a:lnTo>
                  <a:lnTo>
                    <a:pt x="9616" y="8342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2"/>
                  </a:lnTo>
                  <a:lnTo>
                    <a:pt x="9539" y="9423"/>
                  </a:lnTo>
                  <a:lnTo>
                    <a:pt x="9384" y="9654"/>
                  </a:lnTo>
                  <a:lnTo>
                    <a:pt x="9191" y="9848"/>
                  </a:lnTo>
                  <a:lnTo>
                    <a:pt x="8959" y="10041"/>
                  </a:lnTo>
                  <a:lnTo>
                    <a:pt x="8689" y="10118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39" y="10079"/>
                  </a:lnTo>
                  <a:lnTo>
                    <a:pt x="7608" y="9963"/>
                  </a:lnTo>
                  <a:lnTo>
                    <a:pt x="7376" y="9809"/>
                  </a:lnTo>
                  <a:lnTo>
                    <a:pt x="7183" y="9577"/>
                  </a:lnTo>
                  <a:lnTo>
                    <a:pt x="7029" y="9346"/>
                  </a:lnTo>
                  <a:lnTo>
                    <a:pt x="6951" y="9075"/>
                  </a:lnTo>
                  <a:lnTo>
                    <a:pt x="6913" y="8805"/>
                  </a:lnTo>
                  <a:lnTo>
                    <a:pt x="6951" y="8535"/>
                  </a:lnTo>
                  <a:lnTo>
                    <a:pt x="7029" y="8264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4"/>
                  </a:lnTo>
                  <a:lnTo>
                    <a:pt x="7724" y="7569"/>
                  </a:lnTo>
                  <a:lnTo>
                    <a:pt x="8148" y="7338"/>
                  </a:lnTo>
                  <a:lnTo>
                    <a:pt x="8226" y="7299"/>
                  </a:lnTo>
                  <a:close/>
                  <a:moveTo>
                    <a:pt x="2858" y="1"/>
                  </a:moveTo>
                  <a:lnTo>
                    <a:pt x="2665" y="39"/>
                  </a:lnTo>
                  <a:lnTo>
                    <a:pt x="2665" y="78"/>
                  </a:lnTo>
                  <a:lnTo>
                    <a:pt x="2626" y="1352"/>
                  </a:lnTo>
                  <a:lnTo>
                    <a:pt x="2626" y="2588"/>
                  </a:lnTo>
                  <a:lnTo>
                    <a:pt x="2665" y="3824"/>
                  </a:lnTo>
                  <a:lnTo>
                    <a:pt x="2704" y="5098"/>
                  </a:lnTo>
                  <a:lnTo>
                    <a:pt x="2897" y="7492"/>
                  </a:lnTo>
                  <a:lnTo>
                    <a:pt x="2897" y="8148"/>
                  </a:lnTo>
                  <a:lnTo>
                    <a:pt x="2935" y="8457"/>
                  </a:lnTo>
                  <a:lnTo>
                    <a:pt x="2974" y="8612"/>
                  </a:lnTo>
                  <a:lnTo>
                    <a:pt x="3051" y="8766"/>
                  </a:lnTo>
                  <a:lnTo>
                    <a:pt x="1545" y="8728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7"/>
                  </a:lnTo>
                  <a:lnTo>
                    <a:pt x="773" y="9114"/>
                  </a:lnTo>
                  <a:lnTo>
                    <a:pt x="1545" y="9152"/>
                  </a:lnTo>
                  <a:lnTo>
                    <a:pt x="3128" y="9230"/>
                  </a:lnTo>
                  <a:lnTo>
                    <a:pt x="4828" y="9307"/>
                  </a:lnTo>
                  <a:lnTo>
                    <a:pt x="5677" y="9307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8"/>
                  </a:lnTo>
                  <a:lnTo>
                    <a:pt x="6990" y="10079"/>
                  </a:lnTo>
                  <a:lnTo>
                    <a:pt x="7222" y="10311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7"/>
                  </a:lnTo>
                  <a:lnTo>
                    <a:pt x="8728" y="10620"/>
                  </a:lnTo>
                  <a:lnTo>
                    <a:pt x="9037" y="10543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3"/>
                  </a:lnTo>
                  <a:lnTo>
                    <a:pt x="10156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6" y="8419"/>
                  </a:lnTo>
                  <a:lnTo>
                    <a:pt x="10041" y="8071"/>
                  </a:lnTo>
                  <a:lnTo>
                    <a:pt x="9847" y="7762"/>
                  </a:lnTo>
                  <a:lnTo>
                    <a:pt x="9616" y="7492"/>
                  </a:lnTo>
                  <a:lnTo>
                    <a:pt x="9307" y="7260"/>
                  </a:lnTo>
                  <a:lnTo>
                    <a:pt x="8998" y="7106"/>
                  </a:lnTo>
                  <a:lnTo>
                    <a:pt x="8650" y="7029"/>
                  </a:lnTo>
                  <a:lnTo>
                    <a:pt x="8303" y="7029"/>
                  </a:lnTo>
                  <a:lnTo>
                    <a:pt x="8187" y="7067"/>
                  </a:lnTo>
                  <a:lnTo>
                    <a:pt x="8148" y="7029"/>
                  </a:lnTo>
                  <a:lnTo>
                    <a:pt x="8071" y="6990"/>
                  </a:lnTo>
                  <a:lnTo>
                    <a:pt x="7917" y="6990"/>
                  </a:lnTo>
                  <a:lnTo>
                    <a:pt x="7724" y="7029"/>
                  </a:lnTo>
                  <a:lnTo>
                    <a:pt x="7415" y="7144"/>
                  </a:lnTo>
                  <a:lnTo>
                    <a:pt x="7144" y="7338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49" y="8535"/>
                  </a:lnTo>
                  <a:lnTo>
                    <a:pt x="6449" y="8844"/>
                  </a:lnTo>
                  <a:lnTo>
                    <a:pt x="5716" y="8805"/>
                  </a:lnTo>
                  <a:lnTo>
                    <a:pt x="4943" y="8766"/>
                  </a:lnTo>
                  <a:lnTo>
                    <a:pt x="3476" y="8766"/>
                  </a:lnTo>
                  <a:lnTo>
                    <a:pt x="3476" y="8728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7" y="8535"/>
                  </a:lnTo>
                  <a:lnTo>
                    <a:pt x="3360" y="8496"/>
                  </a:lnTo>
                  <a:lnTo>
                    <a:pt x="3283" y="8496"/>
                  </a:lnTo>
                  <a:lnTo>
                    <a:pt x="3206" y="8535"/>
                  </a:lnTo>
                  <a:lnTo>
                    <a:pt x="3206" y="8535"/>
                  </a:lnTo>
                  <a:lnTo>
                    <a:pt x="3283" y="8380"/>
                  </a:lnTo>
                  <a:lnTo>
                    <a:pt x="3283" y="8226"/>
                  </a:lnTo>
                  <a:lnTo>
                    <a:pt x="3283" y="8110"/>
                  </a:lnTo>
                  <a:lnTo>
                    <a:pt x="3283" y="7955"/>
                  </a:lnTo>
                  <a:lnTo>
                    <a:pt x="3206" y="7338"/>
                  </a:lnTo>
                  <a:lnTo>
                    <a:pt x="3128" y="6449"/>
                  </a:lnTo>
                  <a:lnTo>
                    <a:pt x="3013" y="4326"/>
                  </a:lnTo>
                  <a:lnTo>
                    <a:pt x="2935" y="2202"/>
                  </a:lnTo>
                  <a:lnTo>
                    <a:pt x="2897" y="78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1" name="Google Shape;3471;p15"/>
            <p:cNvSpPr/>
            <p:nvPr/>
          </p:nvSpPr>
          <p:spPr>
            <a:xfrm>
              <a:off x="5490700" y="4546400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8" y="0"/>
                  </a:moveTo>
                  <a:lnTo>
                    <a:pt x="0" y="579"/>
                  </a:lnTo>
                  <a:lnTo>
                    <a:pt x="0" y="1197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8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6"/>
                  </a:lnTo>
                  <a:lnTo>
                    <a:pt x="1970" y="5947"/>
                  </a:lnTo>
                  <a:lnTo>
                    <a:pt x="2433" y="6410"/>
                  </a:lnTo>
                  <a:lnTo>
                    <a:pt x="2974" y="6873"/>
                  </a:lnTo>
                  <a:lnTo>
                    <a:pt x="3514" y="7260"/>
                  </a:lnTo>
                  <a:lnTo>
                    <a:pt x="4094" y="7646"/>
                  </a:lnTo>
                  <a:lnTo>
                    <a:pt x="4712" y="7955"/>
                  </a:lnTo>
                  <a:lnTo>
                    <a:pt x="5329" y="8225"/>
                  </a:lnTo>
                  <a:lnTo>
                    <a:pt x="5986" y="8495"/>
                  </a:lnTo>
                  <a:lnTo>
                    <a:pt x="6642" y="8688"/>
                  </a:lnTo>
                  <a:lnTo>
                    <a:pt x="7299" y="8843"/>
                  </a:lnTo>
                  <a:lnTo>
                    <a:pt x="7994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3"/>
                  </a:lnTo>
                  <a:lnTo>
                    <a:pt x="10774" y="9075"/>
                  </a:lnTo>
                  <a:lnTo>
                    <a:pt x="11392" y="8997"/>
                  </a:lnTo>
                  <a:lnTo>
                    <a:pt x="12048" y="8920"/>
                  </a:lnTo>
                  <a:lnTo>
                    <a:pt x="12705" y="8766"/>
                  </a:lnTo>
                  <a:lnTo>
                    <a:pt x="13361" y="8611"/>
                  </a:lnTo>
                  <a:lnTo>
                    <a:pt x="14018" y="8379"/>
                  </a:lnTo>
                  <a:lnTo>
                    <a:pt x="14636" y="8148"/>
                  </a:lnTo>
                  <a:lnTo>
                    <a:pt x="15253" y="7877"/>
                  </a:lnTo>
                  <a:lnTo>
                    <a:pt x="15871" y="7569"/>
                  </a:lnTo>
                  <a:lnTo>
                    <a:pt x="16450" y="7221"/>
                  </a:lnTo>
                  <a:lnTo>
                    <a:pt x="16991" y="6835"/>
                  </a:lnTo>
                  <a:lnTo>
                    <a:pt x="17493" y="6410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4"/>
                  </a:lnTo>
                  <a:lnTo>
                    <a:pt x="19076" y="4286"/>
                  </a:lnTo>
                  <a:lnTo>
                    <a:pt x="19347" y="3668"/>
                  </a:lnTo>
                  <a:lnTo>
                    <a:pt x="19115" y="3630"/>
                  </a:lnTo>
                  <a:lnTo>
                    <a:pt x="18767" y="4170"/>
                  </a:lnTo>
                  <a:lnTo>
                    <a:pt x="18420" y="4634"/>
                  </a:lnTo>
                  <a:lnTo>
                    <a:pt x="18034" y="5097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1" y="6333"/>
                  </a:lnTo>
                  <a:lnTo>
                    <a:pt x="16257" y="6680"/>
                  </a:lnTo>
                  <a:lnTo>
                    <a:pt x="15755" y="7028"/>
                  </a:lnTo>
                  <a:lnTo>
                    <a:pt x="15215" y="7298"/>
                  </a:lnTo>
                  <a:lnTo>
                    <a:pt x="14713" y="7569"/>
                  </a:lnTo>
                  <a:lnTo>
                    <a:pt x="14134" y="7800"/>
                  </a:lnTo>
                  <a:lnTo>
                    <a:pt x="13593" y="8032"/>
                  </a:lnTo>
                  <a:lnTo>
                    <a:pt x="13014" y="8186"/>
                  </a:lnTo>
                  <a:lnTo>
                    <a:pt x="12434" y="8341"/>
                  </a:lnTo>
                  <a:lnTo>
                    <a:pt x="11817" y="8457"/>
                  </a:lnTo>
                  <a:lnTo>
                    <a:pt x="11199" y="8534"/>
                  </a:lnTo>
                  <a:lnTo>
                    <a:pt x="10504" y="8611"/>
                  </a:lnTo>
                  <a:lnTo>
                    <a:pt x="9114" y="8611"/>
                  </a:lnTo>
                  <a:lnTo>
                    <a:pt x="8380" y="8534"/>
                  </a:lnTo>
                  <a:lnTo>
                    <a:pt x="7685" y="8418"/>
                  </a:lnTo>
                  <a:lnTo>
                    <a:pt x="6990" y="8302"/>
                  </a:lnTo>
                  <a:lnTo>
                    <a:pt x="6333" y="8109"/>
                  </a:lnTo>
                  <a:lnTo>
                    <a:pt x="5638" y="7877"/>
                  </a:lnTo>
                  <a:lnTo>
                    <a:pt x="5020" y="7607"/>
                  </a:lnTo>
                  <a:lnTo>
                    <a:pt x="4364" y="7260"/>
                  </a:lnTo>
                  <a:lnTo>
                    <a:pt x="3785" y="6912"/>
                  </a:lnTo>
                  <a:lnTo>
                    <a:pt x="3206" y="6487"/>
                  </a:lnTo>
                  <a:lnTo>
                    <a:pt x="2704" y="6063"/>
                  </a:lnTo>
                  <a:lnTo>
                    <a:pt x="2202" y="5561"/>
                  </a:lnTo>
                  <a:lnTo>
                    <a:pt x="1777" y="4981"/>
                  </a:lnTo>
                  <a:lnTo>
                    <a:pt x="1391" y="4402"/>
                  </a:lnTo>
                  <a:lnTo>
                    <a:pt x="1120" y="3900"/>
                  </a:lnTo>
                  <a:lnTo>
                    <a:pt x="850" y="3360"/>
                  </a:lnTo>
                  <a:lnTo>
                    <a:pt x="696" y="2858"/>
                  </a:lnTo>
                  <a:lnTo>
                    <a:pt x="541" y="2278"/>
                  </a:lnTo>
                  <a:lnTo>
                    <a:pt x="425" y="1738"/>
                  </a:lnTo>
                  <a:lnTo>
                    <a:pt x="387" y="1158"/>
                  </a:lnTo>
                  <a:lnTo>
                    <a:pt x="387" y="618"/>
                  </a:lnTo>
                  <a:lnTo>
                    <a:pt x="425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2" name="Google Shape;3472;p15"/>
            <p:cNvSpPr/>
            <p:nvPr/>
          </p:nvSpPr>
          <p:spPr>
            <a:xfrm>
              <a:off x="5576625" y="4556050"/>
              <a:ext cx="35725" cy="28975"/>
            </a:xfrm>
            <a:custGeom>
              <a:avLst/>
              <a:gdLst/>
              <a:ahLst/>
              <a:cxnLst/>
              <a:rect l="l" t="t" r="r" b="b"/>
              <a:pathLst>
                <a:path w="1429" h="1159" extrusionOk="0">
                  <a:moveTo>
                    <a:pt x="502" y="0"/>
                  </a:moveTo>
                  <a:lnTo>
                    <a:pt x="309" y="116"/>
                  </a:lnTo>
                  <a:lnTo>
                    <a:pt x="193" y="232"/>
                  </a:lnTo>
                  <a:lnTo>
                    <a:pt x="77" y="386"/>
                  </a:lnTo>
                  <a:lnTo>
                    <a:pt x="39" y="541"/>
                  </a:lnTo>
                  <a:lnTo>
                    <a:pt x="0" y="734"/>
                  </a:lnTo>
                  <a:lnTo>
                    <a:pt x="39" y="927"/>
                  </a:lnTo>
                  <a:lnTo>
                    <a:pt x="116" y="1081"/>
                  </a:lnTo>
                  <a:lnTo>
                    <a:pt x="193" y="1159"/>
                  </a:lnTo>
                  <a:lnTo>
                    <a:pt x="348" y="1159"/>
                  </a:lnTo>
                  <a:lnTo>
                    <a:pt x="425" y="1043"/>
                  </a:lnTo>
                  <a:lnTo>
                    <a:pt x="425" y="1004"/>
                  </a:lnTo>
                  <a:lnTo>
                    <a:pt x="386" y="927"/>
                  </a:lnTo>
                  <a:lnTo>
                    <a:pt x="386" y="850"/>
                  </a:lnTo>
                  <a:lnTo>
                    <a:pt x="348" y="772"/>
                  </a:lnTo>
                  <a:lnTo>
                    <a:pt x="425" y="579"/>
                  </a:lnTo>
                  <a:lnTo>
                    <a:pt x="541" y="425"/>
                  </a:lnTo>
                  <a:lnTo>
                    <a:pt x="618" y="386"/>
                  </a:lnTo>
                  <a:lnTo>
                    <a:pt x="773" y="386"/>
                  </a:lnTo>
                  <a:lnTo>
                    <a:pt x="850" y="425"/>
                  </a:lnTo>
                  <a:lnTo>
                    <a:pt x="966" y="579"/>
                  </a:lnTo>
                  <a:lnTo>
                    <a:pt x="1004" y="657"/>
                  </a:lnTo>
                  <a:lnTo>
                    <a:pt x="1004" y="734"/>
                  </a:lnTo>
                  <a:lnTo>
                    <a:pt x="966" y="927"/>
                  </a:lnTo>
                  <a:lnTo>
                    <a:pt x="966" y="1004"/>
                  </a:lnTo>
                  <a:lnTo>
                    <a:pt x="966" y="1081"/>
                  </a:lnTo>
                  <a:lnTo>
                    <a:pt x="1004" y="1120"/>
                  </a:lnTo>
                  <a:lnTo>
                    <a:pt x="1081" y="1159"/>
                  </a:lnTo>
                  <a:lnTo>
                    <a:pt x="1197" y="1159"/>
                  </a:lnTo>
                  <a:lnTo>
                    <a:pt x="1275" y="1120"/>
                  </a:lnTo>
                  <a:lnTo>
                    <a:pt x="1313" y="1081"/>
                  </a:lnTo>
                  <a:lnTo>
                    <a:pt x="1390" y="888"/>
                  </a:lnTo>
                  <a:lnTo>
                    <a:pt x="1429" y="734"/>
                  </a:lnTo>
                  <a:lnTo>
                    <a:pt x="1390" y="541"/>
                  </a:lnTo>
                  <a:lnTo>
                    <a:pt x="1313" y="348"/>
                  </a:lnTo>
                  <a:lnTo>
                    <a:pt x="1197" y="193"/>
                  </a:lnTo>
                  <a:lnTo>
                    <a:pt x="1043" y="77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3" name="Google Shape;3473;p15"/>
            <p:cNvSpPr/>
            <p:nvPr/>
          </p:nvSpPr>
          <p:spPr>
            <a:xfrm>
              <a:off x="5523525" y="4559900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1"/>
                  </a:moveTo>
                  <a:lnTo>
                    <a:pt x="425" y="39"/>
                  </a:lnTo>
                  <a:lnTo>
                    <a:pt x="232" y="117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2"/>
                  </a:lnTo>
                  <a:lnTo>
                    <a:pt x="78" y="966"/>
                  </a:lnTo>
                  <a:lnTo>
                    <a:pt x="232" y="1082"/>
                  </a:lnTo>
                  <a:lnTo>
                    <a:pt x="387" y="1198"/>
                  </a:lnTo>
                  <a:lnTo>
                    <a:pt x="464" y="1198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4" y="1005"/>
                  </a:lnTo>
                  <a:lnTo>
                    <a:pt x="387" y="927"/>
                  </a:lnTo>
                  <a:lnTo>
                    <a:pt x="348" y="812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7" y="503"/>
                  </a:lnTo>
                  <a:lnTo>
                    <a:pt x="464" y="464"/>
                  </a:lnTo>
                  <a:lnTo>
                    <a:pt x="541" y="387"/>
                  </a:lnTo>
                  <a:lnTo>
                    <a:pt x="773" y="387"/>
                  </a:lnTo>
                  <a:lnTo>
                    <a:pt x="850" y="464"/>
                  </a:lnTo>
                  <a:lnTo>
                    <a:pt x="927" y="541"/>
                  </a:lnTo>
                  <a:lnTo>
                    <a:pt x="966" y="657"/>
                  </a:lnTo>
                  <a:lnTo>
                    <a:pt x="1004" y="850"/>
                  </a:lnTo>
                  <a:lnTo>
                    <a:pt x="1043" y="966"/>
                  </a:lnTo>
                  <a:lnTo>
                    <a:pt x="1082" y="1043"/>
                  </a:lnTo>
                  <a:lnTo>
                    <a:pt x="1159" y="1082"/>
                  </a:lnTo>
                  <a:lnTo>
                    <a:pt x="1197" y="1082"/>
                  </a:lnTo>
                  <a:lnTo>
                    <a:pt x="1275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5" y="387"/>
                  </a:lnTo>
                  <a:lnTo>
                    <a:pt x="1159" y="232"/>
                  </a:lnTo>
                  <a:lnTo>
                    <a:pt x="1004" y="78"/>
                  </a:lnTo>
                  <a:lnTo>
                    <a:pt x="81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4" name="Google Shape;3474;p15"/>
            <p:cNvSpPr/>
            <p:nvPr/>
          </p:nvSpPr>
          <p:spPr>
            <a:xfrm>
              <a:off x="4050375" y="4567625"/>
              <a:ext cx="30900" cy="168975"/>
            </a:xfrm>
            <a:custGeom>
              <a:avLst/>
              <a:gdLst/>
              <a:ahLst/>
              <a:cxnLst/>
              <a:rect l="l" t="t" r="r" b="b"/>
              <a:pathLst>
                <a:path w="1236" h="6759" extrusionOk="0">
                  <a:moveTo>
                    <a:pt x="1120" y="1"/>
                  </a:moveTo>
                  <a:lnTo>
                    <a:pt x="1081" y="39"/>
                  </a:lnTo>
                  <a:lnTo>
                    <a:pt x="1043" y="39"/>
                  </a:lnTo>
                  <a:lnTo>
                    <a:pt x="850" y="78"/>
                  </a:lnTo>
                  <a:lnTo>
                    <a:pt x="850" y="116"/>
                  </a:lnTo>
                  <a:lnTo>
                    <a:pt x="541" y="1738"/>
                  </a:lnTo>
                  <a:lnTo>
                    <a:pt x="309" y="3399"/>
                  </a:lnTo>
                  <a:lnTo>
                    <a:pt x="116" y="5059"/>
                  </a:lnTo>
                  <a:lnTo>
                    <a:pt x="0" y="6720"/>
                  </a:lnTo>
                  <a:lnTo>
                    <a:pt x="232" y="6758"/>
                  </a:lnTo>
                  <a:lnTo>
                    <a:pt x="502" y="5136"/>
                  </a:lnTo>
                  <a:lnTo>
                    <a:pt x="772" y="3515"/>
                  </a:lnTo>
                  <a:lnTo>
                    <a:pt x="965" y="1854"/>
                  </a:lnTo>
                  <a:lnTo>
                    <a:pt x="1081" y="232"/>
                  </a:lnTo>
                  <a:lnTo>
                    <a:pt x="1236" y="78"/>
                  </a:lnTo>
                  <a:lnTo>
                    <a:pt x="1236" y="39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5" name="Google Shape;3475;p15"/>
            <p:cNvSpPr/>
            <p:nvPr/>
          </p:nvSpPr>
          <p:spPr>
            <a:xfrm>
              <a:off x="4077400" y="4569550"/>
              <a:ext cx="121650" cy="144850"/>
            </a:xfrm>
            <a:custGeom>
              <a:avLst/>
              <a:gdLst/>
              <a:ahLst/>
              <a:cxnLst/>
              <a:rect l="l" t="t" r="r" b="b"/>
              <a:pathLst>
                <a:path w="4866" h="5794" extrusionOk="0">
                  <a:moveTo>
                    <a:pt x="155" y="1"/>
                  </a:moveTo>
                  <a:lnTo>
                    <a:pt x="0" y="155"/>
                  </a:lnTo>
                  <a:lnTo>
                    <a:pt x="1197" y="1545"/>
                  </a:lnTo>
                  <a:lnTo>
                    <a:pt x="2356" y="2936"/>
                  </a:lnTo>
                  <a:lnTo>
                    <a:pt x="2896" y="3631"/>
                  </a:lnTo>
                  <a:lnTo>
                    <a:pt x="3476" y="4403"/>
                  </a:lnTo>
                  <a:lnTo>
                    <a:pt x="4055" y="5098"/>
                  </a:lnTo>
                  <a:lnTo>
                    <a:pt x="4325" y="5445"/>
                  </a:lnTo>
                  <a:lnTo>
                    <a:pt x="4634" y="5793"/>
                  </a:lnTo>
                  <a:lnTo>
                    <a:pt x="4827" y="5754"/>
                  </a:lnTo>
                  <a:lnTo>
                    <a:pt x="4866" y="5716"/>
                  </a:lnTo>
                  <a:lnTo>
                    <a:pt x="4866" y="5639"/>
                  </a:lnTo>
                  <a:lnTo>
                    <a:pt x="4634" y="5252"/>
                  </a:lnTo>
                  <a:lnTo>
                    <a:pt x="4402" y="4866"/>
                  </a:lnTo>
                  <a:lnTo>
                    <a:pt x="3862" y="4171"/>
                  </a:lnTo>
                  <a:lnTo>
                    <a:pt x="2703" y="2781"/>
                  </a:lnTo>
                  <a:lnTo>
                    <a:pt x="1468" y="1352"/>
                  </a:lnTo>
                  <a:lnTo>
                    <a:pt x="811" y="657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6" name="Google Shape;3476;p15"/>
            <p:cNvSpPr/>
            <p:nvPr/>
          </p:nvSpPr>
          <p:spPr>
            <a:xfrm>
              <a:off x="3931625" y="4577275"/>
              <a:ext cx="61800" cy="160275"/>
            </a:xfrm>
            <a:custGeom>
              <a:avLst/>
              <a:gdLst/>
              <a:ahLst/>
              <a:cxnLst/>
              <a:rect l="l" t="t" r="r" b="b"/>
              <a:pathLst>
                <a:path w="2472" h="6411" extrusionOk="0">
                  <a:moveTo>
                    <a:pt x="309" y="1"/>
                  </a:moveTo>
                  <a:lnTo>
                    <a:pt x="0" y="78"/>
                  </a:lnTo>
                  <a:lnTo>
                    <a:pt x="194" y="927"/>
                  </a:lnTo>
                  <a:lnTo>
                    <a:pt x="425" y="1777"/>
                  </a:lnTo>
                  <a:lnTo>
                    <a:pt x="657" y="2627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4"/>
                  </a:lnTo>
                  <a:lnTo>
                    <a:pt x="1661" y="5716"/>
                  </a:lnTo>
                  <a:lnTo>
                    <a:pt x="1584" y="5793"/>
                  </a:lnTo>
                  <a:lnTo>
                    <a:pt x="1545" y="5870"/>
                  </a:lnTo>
                  <a:lnTo>
                    <a:pt x="1777" y="5909"/>
                  </a:lnTo>
                  <a:lnTo>
                    <a:pt x="1931" y="6140"/>
                  </a:lnTo>
                  <a:lnTo>
                    <a:pt x="2086" y="6334"/>
                  </a:lnTo>
                  <a:lnTo>
                    <a:pt x="2124" y="6411"/>
                  </a:lnTo>
                  <a:lnTo>
                    <a:pt x="2317" y="6411"/>
                  </a:lnTo>
                  <a:lnTo>
                    <a:pt x="2356" y="6334"/>
                  </a:lnTo>
                  <a:lnTo>
                    <a:pt x="2433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4" y="5600"/>
                  </a:lnTo>
                  <a:lnTo>
                    <a:pt x="1970" y="5214"/>
                  </a:lnTo>
                  <a:lnTo>
                    <a:pt x="1738" y="4441"/>
                  </a:lnTo>
                  <a:lnTo>
                    <a:pt x="1198" y="2935"/>
                  </a:lnTo>
                  <a:lnTo>
                    <a:pt x="734" y="1468"/>
                  </a:lnTo>
                  <a:lnTo>
                    <a:pt x="30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7" name="Google Shape;3477;p15"/>
            <p:cNvSpPr/>
            <p:nvPr/>
          </p:nvSpPr>
          <p:spPr>
            <a:xfrm>
              <a:off x="3941275" y="4579200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1"/>
                  </a:moveTo>
                  <a:lnTo>
                    <a:pt x="1" y="40"/>
                  </a:lnTo>
                  <a:lnTo>
                    <a:pt x="1970" y="3206"/>
                  </a:lnTo>
                  <a:lnTo>
                    <a:pt x="4055" y="6334"/>
                  </a:lnTo>
                  <a:lnTo>
                    <a:pt x="4055" y="6334"/>
                  </a:lnTo>
                  <a:lnTo>
                    <a:pt x="3553" y="6295"/>
                  </a:lnTo>
                  <a:lnTo>
                    <a:pt x="3051" y="6179"/>
                  </a:lnTo>
                  <a:lnTo>
                    <a:pt x="2588" y="6025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7"/>
                  </a:lnTo>
                  <a:lnTo>
                    <a:pt x="3283" y="6643"/>
                  </a:lnTo>
                  <a:lnTo>
                    <a:pt x="3708" y="6720"/>
                  </a:lnTo>
                  <a:lnTo>
                    <a:pt x="4132" y="6797"/>
                  </a:lnTo>
                  <a:lnTo>
                    <a:pt x="4596" y="6836"/>
                  </a:lnTo>
                  <a:lnTo>
                    <a:pt x="5484" y="6836"/>
                  </a:lnTo>
                  <a:lnTo>
                    <a:pt x="6372" y="6759"/>
                  </a:lnTo>
                  <a:lnTo>
                    <a:pt x="7299" y="6643"/>
                  </a:lnTo>
                  <a:lnTo>
                    <a:pt x="8148" y="6488"/>
                  </a:lnTo>
                  <a:lnTo>
                    <a:pt x="8959" y="6295"/>
                  </a:lnTo>
                  <a:lnTo>
                    <a:pt x="9770" y="6025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7" y="4673"/>
                  </a:lnTo>
                  <a:lnTo>
                    <a:pt x="12666" y="4403"/>
                  </a:lnTo>
                  <a:lnTo>
                    <a:pt x="12975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9"/>
                  </a:lnTo>
                  <a:lnTo>
                    <a:pt x="13979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2" y="2163"/>
                  </a:lnTo>
                  <a:lnTo>
                    <a:pt x="14172" y="2125"/>
                  </a:lnTo>
                  <a:lnTo>
                    <a:pt x="13863" y="2125"/>
                  </a:lnTo>
                  <a:lnTo>
                    <a:pt x="13825" y="2163"/>
                  </a:lnTo>
                  <a:lnTo>
                    <a:pt x="13554" y="2704"/>
                  </a:lnTo>
                  <a:lnTo>
                    <a:pt x="13207" y="3167"/>
                  </a:lnTo>
                  <a:lnTo>
                    <a:pt x="12859" y="3631"/>
                  </a:lnTo>
                  <a:lnTo>
                    <a:pt x="12473" y="4017"/>
                  </a:lnTo>
                  <a:lnTo>
                    <a:pt x="12010" y="4364"/>
                  </a:lnTo>
                  <a:lnTo>
                    <a:pt x="11546" y="4712"/>
                  </a:lnTo>
                  <a:lnTo>
                    <a:pt x="11083" y="4982"/>
                  </a:lnTo>
                  <a:lnTo>
                    <a:pt x="10542" y="5253"/>
                  </a:lnTo>
                  <a:lnTo>
                    <a:pt x="10349" y="5253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7"/>
                  </a:lnTo>
                  <a:lnTo>
                    <a:pt x="10156" y="5446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2"/>
                  </a:lnTo>
                  <a:lnTo>
                    <a:pt x="6758" y="6295"/>
                  </a:lnTo>
                  <a:lnTo>
                    <a:pt x="6218" y="6334"/>
                  </a:lnTo>
                  <a:lnTo>
                    <a:pt x="5677" y="6411"/>
                  </a:lnTo>
                  <a:lnTo>
                    <a:pt x="4557" y="6411"/>
                  </a:lnTo>
                  <a:lnTo>
                    <a:pt x="4596" y="6295"/>
                  </a:lnTo>
                  <a:lnTo>
                    <a:pt x="4364" y="6257"/>
                  </a:lnTo>
                  <a:lnTo>
                    <a:pt x="3399" y="4635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8" name="Google Shape;3478;p15"/>
            <p:cNvSpPr/>
            <p:nvPr/>
          </p:nvSpPr>
          <p:spPr>
            <a:xfrm>
              <a:off x="6364350" y="4636175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0"/>
                  </a:moveTo>
                  <a:lnTo>
                    <a:pt x="3052" y="39"/>
                  </a:lnTo>
                  <a:lnTo>
                    <a:pt x="2781" y="77"/>
                  </a:lnTo>
                  <a:lnTo>
                    <a:pt x="2511" y="193"/>
                  </a:lnTo>
                  <a:lnTo>
                    <a:pt x="2241" y="309"/>
                  </a:lnTo>
                  <a:lnTo>
                    <a:pt x="2009" y="425"/>
                  </a:lnTo>
                  <a:lnTo>
                    <a:pt x="1739" y="579"/>
                  </a:lnTo>
                  <a:lnTo>
                    <a:pt x="1507" y="773"/>
                  </a:lnTo>
                  <a:lnTo>
                    <a:pt x="1121" y="1197"/>
                  </a:lnTo>
                  <a:lnTo>
                    <a:pt x="735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8"/>
                  </a:lnTo>
                  <a:lnTo>
                    <a:pt x="40" y="3746"/>
                  </a:lnTo>
                  <a:lnTo>
                    <a:pt x="1" y="4055"/>
                  </a:lnTo>
                  <a:lnTo>
                    <a:pt x="1" y="4402"/>
                  </a:lnTo>
                  <a:lnTo>
                    <a:pt x="40" y="4673"/>
                  </a:lnTo>
                  <a:lnTo>
                    <a:pt x="117" y="4904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5" y="5252"/>
                  </a:lnTo>
                  <a:lnTo>
                    <a:pt x="966" y="5290"/>
                  </a:lnTo>
                  <a:lnTo>
                    <a:pt x="1700" y="5290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827"/>
                  </a:lnTo>
                  <a:lnTo>
                    <a:pt x="735" y="4711"/>
                  </a:lnTo>
                  <a:lnTo>
                    <a:pt x="580" y="4595"/>
                  </a:lnTo>
                  <a:lnTo>
                    <a:pt x="542" y="4441"/>
                  </a:lnTo>
                  <a:lnTo>
                    <a:pt x="542" y="4248"/>
                  </a:lnTo>
                  <a:lnTo>
                    <a:pt x="542" y="4055"/>
                  </a:lnTo>
                  <a:lnTo>
                    <a:pt x="580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54" y="1159"/>
                  </a:lnTo>
                  <a:lnTo>
                    <a:pt x="2202" y="888"/>
                  </a:lnTo>
                  <a:lnTo>
                    <a:pt x="2627" y="695"/>
                  </a:lnTo>
                  <a:lnTo>
                    <a:pt x="3090" y="579"/>
                  </a:lnTo>
                  <a:lnTo>
                    <a:pt x="3592" y="541"/>
                  </a:lnTo>
                  <a:lnTo>
                    <a:pt x="4094" y="579"/>
                  </a:lnTo>
                  <a:lnTo>
                    <a:pt x="4249" y="541"/>
                  </a:lnTo>
                  <a:lnTo>
                    <a:pt x="4326" y="464"/>
                  </a:lnTo>
                  <a:lnTo>
                    <a:pt x="4403" y="502"/>
                  </a:lnTo>
                  <a:lnTo>
                    <a:pt x="4480" y="464"/>
                  </a:lnTo>
                  <a:lnTo>
                    <a:pt x="4519" y="425"/>
                  </a:lnTo>
                  <a:lnTo>
                    <a:pt x="4519" y="348"/>
                  </a:lnTo>
                  <a:lnTo>
                    <a:pt x="4519" y="193"/>
                  </a:lnTo>
                  <a:lnTo>
                    <a:pt x="4210" y="155"/>
                  </a:lnTo>
                  <a:lnTo>
                    <a:pt x="3940" y="77"/>
                  </a:lnTo>
                  <a:lnTo>
                    <a:pt x="3631" y="39"/>
                  </a:lnTo>
                  <a:lnTo>
                    <a:pt x="336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9" name="Google Shape;3479;p15"/>
            <p:cNvSpPr/>
            <p:nvPr/>
          </p:nvSpPr>
          <p:spPr>
            <a:xfrm>
              <a:off x="5052425" y="4653550"/>
              <a:ext cx="61800" cy="89800"/>
            </a:xfrm>
            <a:custGeom>
              <a:avLst/>
              <a:gdLst/>
              <a:ahLst/>
              <a:cxnLst/>
              <a:rect l="l" t="t" r="r" b="b"/>
              <a:pathLst>
                <a:path w="2472" h="3592" extrusionOk="0">
                  <a:moveTo>
                    <a:pt x="1082" y="0"/>
                  </a:moveTo>
                  <a:lnTo>
                    <a:pt x="1004" y="39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2"/>
                  </a:lnTo>
                  <a:lnTo>
                    <a:pt x="850" y="232"/>
                  </a:lnTo>
                  <a:lnTo>
                    <a:pt x="773" y="271"/>
                  </a:lnTo>
                  <a:lnTo>
                    <a:pt x="734" y="348"/>
                  </a:lnTo>
                  <a:lnTo>
                    <a:pt x="695" y="425"/>
                  </a:lnTo>
                  <a:lnTo>
                    <a:pt x="695" y="502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5"/>
                  </a:lnTo>
                  <a:lnTo>
                    <a:pt x="1082" y="811"/>
                  </a:lnTo>
                  <a:lnTo>
                    <a:pt x="1275" y="927"/>
                  </a:lnTo>
                  <a:lnTo>
                    <a:pt x="1468" y="1082"/>
                  </a:lnTo>
                  <a:lnTo>
                    <a:pt x="1622" y="1275"/>
                  </a:lnTo>
                  <a:lnTo>
                    <a:pt x="1777" y="1468"/>
                  </a:lnTo>
                  <a:lnTo>
                    <a:pt x="1854" y="1699"/>
                  </a:lnTo>
                  <a:lnTo>
                    <a:pt x="1931" y="1931"/>
                  </a:lnTo>
                  <a:lnTo>
                    <a:pt x="1931" y="2163"/>
                  </a:lnTo>
                  <a:lnTo>
                    <a:pt x="1931" y="2433"/>
                  </a:lnTo>
                  <a:lnTo>
                    <a:pt x="1815" y="2742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1"/>
                  </a:lnTo>
                  <a:lnTo>
                    <a:pt x="1390" y="3128"/>
                  </a:lnTo>
                  <a:lnTo>
                    <a:pt x="1197" y="3128"/>
                  </a:lnTo>
                  <a:lnTo>
                    <a:pt x="1043" y="3089"/>
                  </a:lnTo>
                  <a:lnTo>
                    <a:pt x="927" y="3012"/>
                  </a:lnTo>
                  <a:lnTo>
                    <a:pt x="850" y="2896"/>
                  </a:lnTo>
                  <a:lnTo>
                    <a:pt x="811" y="2742"/>
                  </a:lnTo>
                  <a:lnTo>
                    <a:pt x="850" y="2587"/>
                  </a:lnTo>
                  <a:lnTo>
                    <a:pt x="927" y="2433"/>
                  </a:lnTo>
                  <a:lnTo>
                    <a:pt x="1043" y="2317"/>
                  </a:lnTo>
                  <a:lnTo>
                    <a:pt x="1159" y="2240"/>
                  </a:lnTo>
                  <a:lnTo>
                    <a:pt x="1159" y="2124"/>
                  </a:lnTo>
                  <a:lnTo>
                    <a:pt x="1120" y="2008"/>
                  </a:lnTo>
                  <a:lnTo>
                    <a:pt x="1043" y="1931"/>
                  </a:lnTo>
                  <a:lnTo>
                    <a:pt x="657" y="1622"/>
                  </a:lnTo>
                  <a:lnTo>
                    <a:pt x="425" y="1468"/>
                  </a:lnTo>
                  <a:lnTo>
                    <a:pt x="193" y="1313"/>
                  </a:lnTo>
                  <a:lnTo>
                    <a:pt x="0" y="1622"/>
                  </a:lnTo>
                  <a:lnTo>
                    <a:pt x="271" y="1892"/>
                  </a:lnTo>
                  <a:lnTo>
                    <a:pt x="580" y="2124"/>
                  </a:lnTo>
                  <a:lnTo>
                    <a:pt x="425" y="2356"/>
                  </a:lnTo>
                  <a:lnTo>
                    <a:pt x="348" y="2626"/>
                  </a:lnTo>
                  <a:lnTo>
                    <a:pt x="309" y="2896"/>
                  </a:lnTo>
                  <a:lnTo>
                    <a:pt x="348" y="3051"/>
                  </a:lnTo>
                  <a:lnTo>
                    <a:pt x="425" y="3167"/>
                  </a:lnTo>
                  <a:lnTo>
                    <a:pt x="541" y="3321"/>
                  </a:lnTo>
                  <a:lnTo>
                    <a:pt x="695" y="3476"/>
                  </a:lnTo>
                  <a:lnTo>
                    <a:pt x="888" y="3553"/>
                  </a:lnTo>
                  <a:lnTo>
                    <a:pt x="1082" y="3591"/>
                  </a:lnTo>
                  <a:lnTo>
                    <a:pt x="1275" y="3591"/>
                  </a:lnTo>
                  <a:lnTo>
                    <a:pt x="1506" y="3553"/>
                  </a:lnTo>
                  <a:lnTo>
                    <a:pt x="1699" y="3514"/>
                  </a:lnTo>
                  <a:lnTo>
                    <a:pt x="1854" y="3398"/>
                  </a:lnTo>
                  <a:lnTo>
                    <a:pt x="2047" y="3244"/>
                  </a:lnTo>
                  <a:lnTo>
                    <a:pt x="2201" y="3051"/>
                  </a:lnTo>
                  <a:lnTo>
                    <a:pt x="2317" y="2858"/>
                  </a:lnTo>
                  <a:lnTo>
                    <a:pt x="2394" y="2665"/>
                  </a:lnTo>
                  <a:lnTo>
                    <a:pt x="2433" y="2472"/>
                  </a:lnTo>
                  <a:lnTo>
                    <a:pt x="2472" y="2240"/>
                  </a:lnTo>
                  <a:lnTo>
                    <a:pt x="2433" y="2008"/>
                  </a:lnTo>
                  <a:lnTo>
                    <a:pt x="2394" y="1815"/>
                  </a:lnTo>
                  <a:lnTo>
                    <a:pt x="2317" y="1583"/>
                  </a:lnTo>
                  <a:lnTo>
                    <a:pt x="2201" y="1390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6"/>
                  </a:lnTo>
                  <a:lnTo>
                    <a:pt x="11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0" name="Google Shape;3480;p15"/>
            <p:cNvSpPr/>
            <p:nvPr/>
          </p:nvSpPr>
          <p:spPr>
            <a:xfrm>
              <a:off x="6613425" y="4670925"/>
              <a:ext cx="26100" cy="11600"/>
            </a:xfrm>
            <a:custGeom>
              <a:avLst/>
              <a:gdLst/>
              <a:ahLst/>
              <a:cxnLst/>
              <a:rect l="l" t="t" r="r" b="b"/>
              <a:pathLst>
                <a:path w="1044" h="464" extrusionOk="0">
                  <a:moveTo>
                    <a:pt x="773" y="0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3"/>
                  </a:lnTo>
                  <a:lnTo>
                    <a:pt x="39" y="232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2"/>
                  </a:lnTo>
                  <a:lnTo>
                    <a:pt x="1005" y="155"/>
                  </a:lnTo>
                  <a:lnTo>
                    <a:pt x="966" y="116"/>
                  </a:lnTo>
                  <a:lnTo>
                    <a:pt x="889" y="39"/>
                  </a:lnTo>
                  <a:lnTo>
                    <a:pt x="77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1" name="Google Shape;3481;p15"/>
            <p:cNvSpPr/>
            <p:nvPr/>
          </p:nvSpPr>
          <p:spPr>
            <a:xfrm>
              <a:off x="6514950" y="4676725"/>
              <a:ext cx="21275" cy="8700"/>
            </a:xfrm>
            <a:custGeom>
              <a:avLst/>
              <a:gdLst/>
              <a:ahLst/>
              <a:cxnLst/>
              <a:rect l="l" t="t" r="r" b="b"/>
              <a:pathLst>
                <a:path w="851" h="348" extrusionOk="0">
                  <a:moveTo>
                    <a:pt x="426" y="0"/>
                  </a:moveTo>
                  <a:lnTo>
                    <a:pt x="155" y="39"/>
                  </a:lnTo>
                  <a:lnTo>
                    <a:pt x="117" y="39"/>
                  </a:lnTo>
                  <a:lnTo>
                    <a:pt x="39" y="77"/>
                  </a:lnTo>
                  <a:lnTo>
                    <a:pt x="1" y="193"/>
                  </a:lnTo>
                  <a:lnTo>
                    <a:pt x="39" y="270"/>
                  </a:lnTo>
                  <a:lnTo>
                    <a:pt x="117" y="309"/>
                  </a:lnTo>
                  <a:lnTo>
                    <a:pt x="155" y="348"/>
                  </a:lnTo>
                  <a:lnTo>
                    <a:pt x="735" y="348"/>
                  </a:lnTo>
                  <a:lnTo>
                    <a:pt x="812" y="270"/>
                  </a:lnTo>
                  <a:lnTo>
                    <a:pt x="850" y="193"/>
                  </a:lnTo>
                  <a:lnTo>
                    <a:pt x="812" y="77"/>
                  </a:lnTo>
                  <a:lnTo>
                    <a:pt x="73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2" name="Google Shape;3482;p15"/>
            <p:cNvSpPr/>
            <p:nvPr/>
          </p:nvSpPr>
          <p:spPr>
            <a:xfrm>
              <a:off x="4656625" y="4677675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1"/>
                  </a:moveTo>
                  <a:lnTo>
                    <a:pt x="0" y="232"/>
                  </a:lnTo>
                  <a:lnTo>
                    <a:pt x="502" y="966"/>
                  </a:lnTo>
                  <a:lnTo>
                    <a:pt x="1043" y="1622"/>
                  </a:lnTo>
                  <a:lnTo>
                    <a:pt x="1699" y="2279"/>
                  </a:lnTo>
                  <a:lnTo>
                    <a:pt x="2356" y="2858"/>
                  </a:lnTo>
                  <a:lnTo>
                    <a:pt x="3089" y="3399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4" y="4982"/>
                  </a:lnTo>
                  <a:lnTo>
                    <a:pt x="8998" y="4943"/>
                  </a:lnTo>
                  <a:lnTo>
                    <a:pt x="9422" y="4866"/>
                  </a:lnTo>
                  <a:lnTo>
                    <a:pt x="9847" y="4789"/>
                  </a:lnTo>
                  <a:lnTo>
                    <a:pt x="10272" y="4673"/>
                  </a:lnTo>
                  <a:lnTo>
                    <a:pt x="10658" y="4519"/>
                  </a:lnTo>
                  <a:lnTo>
                    <a:pt x="11083" y="4326"/>
                  </a:lnTo>
                  <a:lnTo>
                    <a:pt x="11469" y="4132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318" y="3553"/>
                  </a:lnTo>
                  <a:lnTo>
                    <a:pt x="12434" y="3206"/>
                  </a:lnTo>
                  <a:lnTo>
                    <a:pt x="12357" y="3167"/>
                  </a:lnTo>
                  <a:lnTo>
                    <a:pt x="12280" y="3206"/>
                  </a:lnTo>
                  <a:lnTo>
                    <a:pt x="12203" y="3128"/>
                  </a:lnTo>
                  <a:lnTo>
                    <a:pt x="12009" y="3128"/>
                  </a:lnTo>
                  <a:lnTo>
                    <a:pt x="11932" y="3206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2" y="3862"/>
                  </a:lnTo>
                  <a:lnTo>
                    <a:pt x="10426" y="4017"/>
                  </a:lnTo>
                  <a:lnTo>
                    <a:pt x="10040" y="4171"/>
                  </a:lnTo>
                  <a:lnTo>
                    <a:pt x="9615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1" y="4480"/>
                  </a:lnTo>
                  <a:lnTo>
                    <a:pt x="7916" y="4480"/>
                  </a:lnTo>
                  <a:lnTo>
                    <a:pt x="7492" y="4441"/>
                  </a:lnTo>
                  <a:lnTo>
                    <a:pt x="7067" y="4403"/>
                  </a:lnTo>
                  <a:lnTo>
                    <a:pt x="6642" y="4364"/>
                  </a:lnTo>
                  <a:lnTo>
                    <a:pt x="6217" y="4248"/>
                  </a:lnTo>
                  <a:lnTo>
                    <a:pt x="5792" y="4171"/>
                  </a:lnTo>
                  <a:lnTo>
                    <a:pt x="5368" y="4017"/>
                  </a:lnTo>
                  <a:lnTo>
                    <a:pt x="4595" y="3708"/>
                  </a:lnTo>
                  <a:lnTo>
                    <a:pt x="3900" y="3283"/>
                  </a:lnTo>
                  <a:lnTo>
                    <a:pt x="3205" y="2820"/>
                  </a:lnTo>
                  <a:lnTo>
                    <a:pt x="2587" y="2318"/>
                  </a:lnTo>
                  <a:lnTo>
                    <a:pt x="1970" y="1777"/>
                  </a:lnTo>
                  <a:lnTo>
                    <a:pt x="1390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3" name="Google Shape;3483;p15"/>
            <p:cNvSpPr/>
            <p:nvPr/>
          </p:nvSpPr>
          <p:spPr>
            <a:xfrm>
              <a:off x="4964575" y="4684425"/>
              <a:ext cx="92700" cy="135200"/>
            </a:xfrm>
            <a:custGeom>
              <a:avLst/>
              <a:gdLst/>
              <a:ahLst/>
              <a:cxnLst/>
              <a:rect l="l" t="t" r="r" b="b"/>
              <a:pathLst>
                <a:path w="3708" h="5408" extrusionOk="0">
                  <a:moveTo>
                    <a:pt x="3398" y="1"/>
                  </a:moveTo>
                  <a:lnTo>
                    <a:pt x="3360" y="78"/>
                  </a:lnTo>
                  <a:lnTo>
                    <a:pt x="3244" y="78"/>
                  </a:lnTo>
                  <a:lnTo>
                    <a:pt x="3012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7"/>
                  </a:lnTo>
                  <a:lnTo>
                    <a:pt x="1777" y="1430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3" y="1932"/>
                  </a:lnTo>
                  <a:lnTo>
                    <a:pt x="1082" y="2009"/>
                  </a:lnTo>
                  <a:lnTo>
                    <a:pt x="1120" y="2086"/>
                  </a:lnTo>
                  <a:lnTo>
                    <a:pt x="1004" y="2086"/>
                  </a:lnTo>
                  <a:lnTo>
                    <a:pt x="889" y="2125"/>
                  </a:lnTo>
                  <a:lnTo>
                    <a:pt x="850" y="2163"/>
                  </a:lnTo>
                  <a:lnTo>
                    <a:pt x="811" y="2241"/>
                  </a:lnTo>
                  <a:lnTo>
                    <a:pt x="811" y="2356"/>
                  </a:lnTo>
                  <a:lnTo>
                    <a:pt x="811" y="2434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7" y="2588"/>
                  </a:lnTo>
                  <a:lnTo>
                    <a:pt x="1429" y="2704"/>
                  </a:lnTo>
                  <a:lnTo>
                    <a:pt x="1622" y="2820"/>
                  </a:lnTo>
                  <a:lnTo>
                    <a:pt x="1815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4" y="3631"/>
                  </a:lnTo>
                  <a:lnTo>
                    <a:pt x="2124" y="3901"/>
                  </a:lnTo>
                  <a:lnTo>
                    <a:pt x="2086" y="4094"/>
                  </a:lnTo>
                  <a:lnTo>
                    <a:pt x="2008" y="4326"/>
                  </a:lnTo>
                  <a:lnTo>
                    <a:pt x="1893" y="4519"/>
                  </a:lnTo>
                  <a:lnTo>
                    <a:pt x="1738" y="4712"/>
                  </a:lnTo>
                  <a:lnTo>
                    <a:pt x="1545" y="4828"/>
                  </a:lnTo>
                  <a:lnTo>
                    <a:pt x="1313" y="4944"/>
                  </a:lnTo>
                  <a:lnTo>
                    <a:pt x="1082" y="4944"/>
                  </a:lnTo>
                  <a:lnTo>
                    <a:pt x="889" y="4866"/>
                  </a:lnTo>
                  <a:lnTo>
                    <a:pt x="773" y="4751"/>
                  </a:lnTo>
                  <a:lnTo>
                    <a:pt x="695" y="4596"/>
                  </a:lnTo>
                  <a:lnTo>
                    <a:pt x="657" y="4442"/>
                  </a:lnTo>
                  <a:lnTo>
                    <a:pt x="734" y="4287"/>
                  </a:lnTo>
                  <a:lnTo>
                    <a:pt x="811" y="4210"/>
                  </a:lnTo>
                  <a:lnTo>
                    <a:pt x="889" y="4133"/>
                  </a:lnTo>
                  <a:lnTo>
                    <a:pt x="966" y="4094"/>
                  </a:lnTo>
                  <a:lnTo>
                    <a:pt x="1120" y="4094"/>
                  </a:lnTo>
                  <a:lnTo>
                    <a:pt x="1236" y="4017"/>
                  </a:lnTo>
                  <a:lnTo>
                    <a:pt x="1313" y="3901"/>
                  </a:lnTo>
                  <a:lnTo>
                    <a:pt x="1313" y="3785"/>
                  </a:lnTo>
                  <a:lnTo>
                    <a:pt x="1275" y="3708"/>
                  </a:lnTo>
                  <a:lnTo>
                    <a:pt x="1197" y="3669"/>
                  </a:lnTo>
                  <a:lnTo>
                    <a:pt x="116" y="2936"/>
                  </a:lnTo>
                  <a:lnTo>
                    <a:pt x="0" y="3283"/>
                  </a:lnTo>
                  <a:lnTo>
                    <a:pt x="657" y="3785"/>
                  </a:lnTo>
                  <a:lnTo>
                    <a:pt x="502" y="3862"/>
                  </a:lnTo>
                  <a:lnTo>
                    <a:pt x="387" y="3978"/>
                  </a:lnTo>
                  <a:lnTo>
                    <a:pt x="309" y="4094"/>
                  </a:lnTo>
                  <a:lnTo>
                    <a:pt x="232" y="4249"/>
                  </a:lnTo>
                  <a:lnTo>
                    <a:pt x="193" y="4403"/>
                  </a:lnTo>
                  <a:lnTo>
                    <a:pt x="193" y="4558"/>
                  </a:lnTo>
                  <a:lnTo>
                    <a:pt x="193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1" y="5253"/>
                  </a:lnTo>
                  <a:lnTo>
                    <a:pt x="734" y="5368"/>
                  </a:lnTo>
                  <a:lnTo>
                    <a:pt x="966" y="5407"/>
                  </a:lnTo>
                  <a:lnTo>
                    <a:pt x="1197" y="5407"/>
                  </a:lnTo>
                  <a:lnTo>
                    <a:pt x="1429" y="5368"/>
                  </a:lnTo>
                  <a:lnTo>
                    <a:pt x="1622" y="5330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0" y="4828"/>
                  </a:lnTo>
                  <a:lnTo>
                    <a:pt x="2395" y="4635"/>
                  </a:lnTo>
                  <a:lnTo>
                    <a:pt x="2510" y="4442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7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2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31" y="2472"/>
                  </a:lnTo>
                  <a:lnTo>
                    <a:pt x="1738" y="2356"/>
                  </a:lnTo>
                  <a:lnTo>
                    <a:pt x="1506" y="2202"/>
                  </a:lnTo>
                  <a:lnTo>
                    <a:pt x="1275" y="2125"/>
                  </a:lnTo>
                  <a:lnTo>
                    <a:pt x="1622" y="1970"/>
                  </a:lnTo>
                  <a:lnTo>
                    <a:pt x="1931" y="1816"/>
                  </a:lnTo>
                  <a:lnTo>
                    <a:pt x="2240" y="1623"/>
                  </a:lnTo>
                  <a:lnTo>
                    <a:pt x="2549" y="1391"/>
                  </a:lnTo>
                  <a:lnTo>
                    <a:pt x="2819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7" y="542"/>
                  </a:lnTo>
                  <a:lnTo>
                    <a:pt x="3514" y="387"/>
                  </a:lnTo>
                  <a:lnTo>
                    <a:pt x="3707" y="78"/>
                  </a:lnTo>
                  <a:lnTo>
                    <a:pt x="351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4" name="Google Shape;3484;p15"/>
            <p:cNvSpPr/>
            <p:nvPr/>
          </p:nvSpPr>
          <p:spPr>
            <a:xfrm>
              <a:off x="6406825" y="4717250"/>
              <a:ext cx="93675" cy="93675"/>
            </a:xfrm>
            <a:custGeom>
              <a:avLst/>
              <a:gdLst/>
              <a:ahLst/>
              <a:cxnLst/>
              <a:rect l="l" t="t" r="r" b="b"/>
              <a:pathLst>
                <a:path w="3747" h="3747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8" y="619"/>
                  </a:lnTo>
                  <a:lnTo>
                    <a:pt x="2550" y="696"/>
                  </a:lnTo>
                  <a:lnTo>
                    <a:pt x="2743" y="812"/>
                  </a:lnTo>
                  <a:lnTo>
                    <a:pt x="2936" y="966"/>
                  </a:lnTo>
                  <a:lnTo>
                    <a:pt x="3090" y="1198"/>
                  </a:lnTo>
                  <a:lnTo>
                    <a:pt x="3206" y="1430"/>
                  </a:lnTo>
                  <a:lnTo>
                    <a:pt x="3245" y="1700"/>
                  </a:lnTo>
                  <a:lnTo>
                    <a:pt x="3245" y="1970"/>
                  </a:lnTo>
                  <a:lnTo>
                    <a:pt x="3206" y="2202"/>
                  </a:lnTo>
                  <a:lnTo>
                    <a:pt x="3090" y="2472"/>
                  </a:lnTo>
                  <a:lnTo>
                    <a:pt x="2974" y="2665"/>
                  </a:lnTo>
                  <a:lnTo>
                    <a:pt x="2781" y="2897"/>
                  </a:lnTo>
                  <a:lnTo>
                    <a:pt x="2588" y="3051"/>
                  </a:lnTo>
                  <a:lnTo>
                    <a:pt x="2357" y="3167"/>
                  </a:lnTo>
                  <a:lnTo>
                    <a:pt x="2086" y="3245"/>
                  </a:lnTo>
                  <a:lnTo>
                    <a:pt x="1777" y="3245"/>
                  </a:lnTo>
                  <a:lnTo>
                    <a:pt x="1507" y="3167"/>
                  </a:lnTo>
                  <a:lnTo>
                    <a:pt x="1237" y="3051"/>
                  </a:lnTo>
                  <a:lnTo>
                    <a:pt x="966" y="2897"/>
                  </a:lnTo>
                  <a:lnTo>
                    <a:pt x="773" y="2665"/>
                  </a:lnTo>
                  <a:lnTo>
                    <a:pt x="619" y="2434"/>
                  </a:lnTo>
                  <a:lnTo>
                    <a:pt x="503" y="2163"/>
                  </a:lnTo>
                  <a:lnTo>
                    <a:pt x="503" y="1854"/>
                  </a:lnTo>
                  <a:lnTo>
                    <a:pt x="503" y="1584"/>
                  </a:lnTo>
                  <a:lnTo>
                    <a:pt x="619" y="1352"/>
                  </a:lnTo>
                  <a:lnTo>
                    <a:pt x="735" y="1121"/>
                  </a:lnTo>
                  <a:lnTo>
                    <a:pt x="928" y="928"/>
                  </a:lnTo>
                  <a:lnTo>
                    <a:pt x="1121" y="735"/>
                  </a:lnTo>
                  <a:lnTo>
                    <a:pt x="1353" y="580"/>
                  </a:lnTo>
                  <a:lnTo>
                    <a:pt x="1584" y="464"/>
                  </a:lnTo>
                  <a:close/>
                  <a:moveTo>
                    <a:pt x="1893" y="1"/>
                  </a:moveTo>
                  <a:lnTo>
                    <a:pt x="1700" y="39"/>
                  </a:lnTo>
                  <a:lnTo>
                    <a:pt x="1546" y="78"/>
                  </a:lnTo>
                  <a:lnTo>
                    <a:pt x="1353" y="155"/>
                  </a:lnTo>
                  <a:lnTo>
                    <a:pt x="1314" y="194"/>
                  </a:lnTo>
                  <a:lnTo>
                    <a:pt x="1082" y="271"/>
                  </a:lnTo>
                  <a:lnTo>
                    <a:pt x="851" y="387"/>
                  </a:lnTo>
                  <a:lnTo>
                    <a:pt x="619" y="580"/>
                  </a:lnTo>
                  <a:lnTo>
                    <a:pt x="426" y="773"/>
                  </a:lnTo>
                  <a:lnTo>
                    <a:pt x="271" y="966"/>
                  </a:lnTo>
                  <a:lnTo>
                    <a:pt x="155" y="1237"/>
                  </a:lnTo>
                  <a:lnTo>
                    <a:pt x="78" y="1468"/>
                  </a:lnTo>
                  <a:lnTo>
                    <a:pt x="1" y="1739"/>
                  </a:lnTo>
                  <a:lnTo>
                    <a:pt x="1" y="2047"/>
                  </a:lnTo>
                  <a:lnTo>
                    <a:pt x="40" y="2125"/>
                  </a:lnTo>
                  <a:lnTo>
                    <a:pt x="40" y="2318"/>
                  </a:lnTo>
                  <a:lnTo>
                    <a:pt x="117" y="2511"/>
                  </a:lnTo>
                  <a:lnTo>
                    <a:pt x="310" y="2858"/>
                  </a:lnTo>
                  <a:lnTo>
                    <a:pt x="542" y="3167"/>
                  </a:lnTo>
                  <a:lnTo>
                    <a:pt x="851" y="3399"/>
                  </a:lnTo>
                  <a:lnTo>
                    <a:pt x="1198" y="3592"/>
                  </a:lnTo>
                  <a:lnTo>
                    <a:pt x="1584" y="3708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7" y="3669"/>
                  </a:lnTo>
                  <a:lnTo>
                    <a:pt x="2627" y="3592"/>
                  </a:lnTo>
                  <a:lnTo>
                    <a:pt x="2897" y="3438"/>
                  </a:lnTo>
                  <a:lnTo>
                    <a:pt x="3129" y="3245"/>
                  </a:lnTo>
                  <a:lnTo>
                    <a:pt x="3322" y="3013"/>
                  </a:lnTo>
                  <a:lnTo>
                    <a:pt x="3476" y="2781"/>
                  </a:lnTo>
                  <a:lnTo>
                    <a:pt x="3631" y="2511"/>
                  </a:lnTo>
                  <a:lnTo>
                    <a:pt x="3708" y="2202"/>
                  </a:lnTo>
                  <a:lnTo>
                    <a:pt x="3747" y="1932"/>
                  </a:lnTo>
                  <a:lnTo>
                    <a:pt x="3747" y="1584"/>
                  </a:lnTo>
                  <a:lnTo>
                    <a:pt x="3669" y="1314"/>
                  </a:lnTo>
                  <a:lnTo>
                    <a:pt x="3515" y="1005"/>
                  </a:lnTo>
                  <a:lnTo>
                    <a:pt x="3322" y="696"/>
                  </a:lnTo>
                  <a:lnTo>
                    <a:pt x="3052" y="426"/>
                  </a:lnTo>
                  <a:lnTo>
                    <a:pt x="2743" y="233"/>
                  </a:lnTo>
                  <a:lnTo>
                    <a:pt x="2395" y="78"/>
                  </a:lnTo>
                  <a:lnTo>
                    <a:pt x="204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5" name="Google Shape;3485;p15"/>
            <p:cNvSpPr/>
            <p:nvPr/>
          </p:nvSpPr>
          <p:spPr>
            <a:xfrm>
              <a:off x="2332000" y="4749125"/>
              <a:ext cx="326325" cy="58900"/>
            </a:xfrm>
            <a:custGeom>
              <a:avLst/>
              <a:gdLst/>
              <a:ahLst/>
              <a:cxnLst/>
              <a:rect l="l" t="t" r="r" b="b"/>
              <a:pathLst>
                <a:path w="13053" h="2356" extrusionOk="0">
                  <a:moveTo>
                    <a:pt x="12782" y="0"/>
                  </a:moveTo>
                  <a:lnTo>
                    <a:pt x="12705" y="39"/>
                  </a:lnTo>
                  <a:lnTo>
                    <a:pt x="12628" y="116"/>
                  </a:lnTo>
                  <a:lnTo>
                    <a:pt x="12589" y="193"/>
                  </a:lnTo>
                  <a:lnTo>
                    <a:pt x="12589" y="309"/>
                  </a:lnTo>
                  <a:lnTo>
                    <a:pt x="12589" y="502"/>
                  </a:lnTo>
                  <a:lnTo>
                    <a:pt x="12550" y="657"/>
                  </a:lnTo>
                  <a:lnTo>
                    <a:pt x="12435" y="811"/>
                  </a:lnTo>
                  <a:lnTo>
                    <a:pt x="12319" y="966"/>
                  </a:lnTo>
                  <a:lnTo>
                    <a:pt x="12164" y="1081"/>
                  </a:lnTo>
                  <a:lnTo>
                    <a:pt x="11971" y="1159"/>
                  </a:lnTo>
                  <a:lnTo>
                    <a:pt x="11546" y="1313"/>
                  </a:lnTo>
                  <a:lnTo>
                    <a:pt x="11083" y="1429"/>
                  </a:lnTo>
                  <a:lnTo>
                    <a:pt x="10581" y="1506"/>
                  </a:lnTo>
                  <a:lnTo>
                    <a:pt x="9847" y="1583"/>
                  </a:lnTo>
                  <a:lnTo>
                    <a:pt x="9423" y="1622"/>
                  </a:lnTo>
                  <a:lnTo>
                    <a:pt x="9423" y="1545"/>
                  </a:lnTo>
                  <a:lnTo>
                    <a:pt x="9423" y="1468"/>
                  </a:lnTo>
                  <a:lnTo>
                    <a:pt x="9152" y="888"/>
                  </a:lnTo>
                  <a:lnTo>
                    <a:pt x="8959" y="270"/>
                  </a:lnTo>
                  <a:lnTo>
                    <a:pt x="8612" y="386"/>
                  </a:lnTo>
                  <a:lnTo>
                    <a:pt x="8650" y="695"/>
                  </a:lnTo>
                  <a:lnTo>
                    <a:pt x="8728" y="1043"/>
                  </a:lnTo>
                  <a:lnTo>
                    <a:pt x="8843" y="1390"/>
                  </a:lnTo>
                  <a:lnTo>
                    <a:pt x="8998" y="1661"/>
                  </a:lnTo>
                  <a:lnTo>
                    <a:pt x="7839" y="1776"/>
                  </a:lnTo>
                  <a:lnTo>
                    <a:pt x="6681" y="1854"/>
                  </a:lnTo>
                  <a:lnTo>
                    <a:pt x="5252" y="1892"/>
                  </a:lnTo>
                  <a:lnTo>
                    <a:pt x="3862" y="1854"/>
                  </a:lnTo>
                  <a:lnTo>
                    <a:pt x="3592" y="1815"/>
                  </a:lnTo>
                  <a:lnTo>
                    <a:pt x="3746" y="1506"/>
                  </a:lnTo>
                  <a:lnTo>
                    <a:pt x="3785" y="1159"/>
                  </a:lnTo>
                  <a:lnTo>
                    <a:pt x="3785" y="811"/>
                  </a:lnTo>
                  <a:lnTo>
                    <a:pt x="3746" y="425"/>
                  </a:lnTo>
                  <a:lnTo>
                    <a:pt x="3399" y="464"/>
                  </a:lnTo>
                  <a:lnTo>
                    <a:pt x="3399" y="772"/>
                  </a:lnTo>
                  <a:lnTo>
                    <a:pt x="3360" y="1081"/>
                  </a:lnTo>
                  <a:lnTo>
                    <a:pt x="3244" y="1468"/>
                  </a:lnTo>
                  <a:lnTo>
                    <a:pt x="3128" y="1815"/>
                  </a:lnTo>
                  <a:lnTo>
                    <a:pt x="2202" y="1738"/>
                  </a:lnTo>
                  <a:lnTo>
                    <a:pt x="1738" y="1699"/>
                  </a:lnTo>
                  <a:lnTo>
                    <a:pt x="1275" y="1622"/>
                  </a:lnTo>
                  <a:lnTo>
                    <a:pt x="889" y="1468"/>
                  </a:lnTo>
                  <a:lnTo>
                    <a:pt x="734" y="1390"/>
                  </a:lnTo>
                  <a:lnTo>
                    <a:pt x="618" y="1313"/>
                  </a:lnTo>
                  <a:lnTo>
                    <a:pt x="503" y="1197"/>
                  </a:lnTo>
                  <a:lnTo>
                    <a:pt x="425" y="1081"/>
                  </a:lnTo>
                  <a:lnTo>
                    <a:pt x="387" y="966"/>
                  </a:lnTo>
                  <a:lnTo>
                    <a:pt x="387" y="811"/>
                  </a:lnTo>
                  <a:lnTo>
                    <a:pt x="387" y="772"/>
                  </a:lnTo>
                  <a:lnTo>
                    <a:pt x="387" y="695"/>
                  </a:lnTo>
                  <a:lnTo>
                    <a:pt x="310" y="618"/>
                  </a:lnTo>
                  <a:lnTo>
                    <a:pt x="194" y="618"/>
                  </a:lnTo>
                  <a:lnTo>
                    <a:pt x="155" y="657"/>
                  </a:lnTo>
                  <a:lnTo>
                    <a:pt x="116" y="695"/>
                  </a:lnTo>
                  <a:lnTo>
                    <a:pt x="39" y="850"/>
                  </a:lnTo>
                  <a:lnTo>
                    <a:pt x="1" y="1004"/>
                  </a:lnTo>
                  <a:lnTo>
                    <a:pt x="1" y="1159"/>
                  </a:lnTo>
                  <a:lnTo>
                    <a:pt x="1" y="1274"/>
                  </a:lnTo>
                  <a:lnTo>
                    <a:pt x="39" y="1390"/>
                  </a:lnTo>
                  <a:lnTo>
                    <a:pt x="116" y="1506"/>
                  </a:lnTo>
                  <a:lnTo>
                    <a:pt x="310" y="1699"/>
                  </a:lnTo>
                  <a:lnTo>
                    <a:pt x="541" y="1854"/>
                  </a:lnTo>
                  <a:lnTo>
                    <a:pt x="812" y="1970"/>
                  </a:lnTo>
                  <a:lnTo>
                    <a:pt x="1082" y="2047"/>
                  </a:lnTo>
                  <a:lnTo>
                    <a:pt x="1352" y="2085"/>
                  </a:lnTo>
                  <a:lnTo>
                    <a:pt x="2626" y="2240"/>
                  </a:lnTo>
                  <a:lnTo>
                    <a:pt x="3862" y="2317"/>
                  </a:lnTo>
                  <a:lnTo>
                    <a:pt x="5136" y="2356"/>
                  </a:lnTo>
                  <a:lnTo>
                    <a:pt x="6372" y="2356"/>
                  </a:lnTo>
                  <a:lnTo>
                    <a:pt x="7531" y="2278"/>
                  </a:lnTo>
                  <a:lnTo>
                    <a:pt x="8689" y="2201"/>
                  </a:lnTo>
                  <a:lnTo>
                    <a:pt x="9847" y="2047"/>
                  </a:lnTo>
                  <a:lnTo>
                    <a:pt x="11006" y="1892"/>
                  </a:lnTo>
                  <a:lnTo>
                    <a:pt x="11392" y="1815"/>
                  </a:lnTo>
                  <a:lnTo>
                    <a:pt x="11740" y="1738"/>
                  </a:lnTo>
                  <a:lnTo>
                    <a:pt x="12126" y="1583"/>
                  </a:lnTo>
                  <a:lnTo>
                    <a:pt x="12473" y="1429"/>
                  </a:lnTo>
                  <a:lnTo>
                    <a:pt x="12744" y="1236"/>
                  </a:lnTo>
                  <a:lnTo>
                    <a:pt x="12859" y="1081"/>
                  </a:lnTo>
                  <a:lnTo>
                    <a:pt x="12937" y="927"/>
                  </a:lnTo>
                  <a:lnTo>
                    <a:pt x="13014" y="772"/>
                  </a:lnTo>
                  <a:lnTo>
                    <a:pt x="13052" y="579"/>
                  </a:lnTo>
                  <a:lnTo>
                    <a:pt x="13052" y="386"/>
                  </a:lnTo>
                  <a:lnTo>
                    <a:pt x="13052" y="155"/>
                  </a:lnTo>
                  <a:lnTo>
                    <a:pt x="13014" y="77"/>
                  </a:lnTo>
                  <a:lnTo>
                    <a:pt x="1293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86" name="Google Shape;3486;p15"/>
          <p:cNvSpPr txBox="1">
            <a:spLocks noGrp="1"/>
          </p:cNvSpPr>
          <p:nvPr>
            <p:ph type="title"/>
          </p:nvPr>
        </p:nvSpPr>
        <p:spPr>
          <a:xfrm>
            <a:off x="2366400" y="3204066"/>
            <a:ext cx="44112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487" name="Google Shape;3487;p15"/>
          <p:cNvSpPr txBox="1">
            <a:spLocks noGrp="1"/>
          </p:cNvSpPr>
          <p:nvPr>
            <p:ph type="subTitle" idx="1"/>
          </p:nvPr>
        </p:nvSpPr>
        <p:spPr>
          <a:xfrm>
            <a:off x="2367311" y="3766616"/>
            <a:ext cx="4409400" cy="73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4_1">
    <p:spTree>
      <p:nvGrpSpPr>
        <p:cNvPr id="1" name="Shape 3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81" name="Google Shape;3781;p17"/>
          <p:cNvGrpSpPr/>
          <p:nvPr/>
        </p:nvGrpSpPr>
        <p:grpSpPr>
          <a:xfrm flipH="1">
            <a:off x="162878" y="103243"/>
            <a:ext cx="8818245" cy="4937014"/>
            <a:chOff x="238125" y="857725"/>
            <a:chExt cx="7143750" cy="3999525"/>
          </a:xfrm>
        </p:grpSpPr>
        <p:sp>
          <p:nvSpPr>
            <p:cNvPr id="3782" name="Google Shape;3782;p17"/>
            <p:cNvSpPr/>
            <p:nvPr/>
          </p:nvSpPr>
          <p:spPr>
            <a:xfrm>
              <a:off x="3447000" y="857725"/>
              <a:ext cx="309925" cy="605300"/>
            </a:xfrm>
            <a:custGeom>
              <a:avLst/>
              <a:gdLst/>
              <a:ahLst/>
              <a:cxnLst/>
              <a:rect l="l" t="t" r="r" b="b"/>
              <a:pathLst>
                <a:path w="12397" h="24212" extrusionOk="0">
                  <a:moveTo>
                    <a:pt x="7955" y="463"/>
                  </a:moveTo>
                  <a:lnTo>
                    <a:pt x="8496" y="502"/>
                  </a:lnTo>
                  <a:lnTo>
                    <a:pt x="9037" y="618"/>
                  </a:lnTo>
                  <a:lnTo>
                    <a:pt x="9500" y="811"/>
                  </a:lnTo>
                  <a:lnTo>
                    <a:pt x="9925" y="1043"/>
                  </a:lnTo>
                  <a:lnTo>
                    <a:pt x="10311" y="1352"/>
                  </a:lnTo>
                  <a:lnTo>
                    <a:pt x="10659" y="1699"/>
                  </a:lnTo>
                  <a:lnTo>
                    <a:pt x="10967" y="2085"/>
                  </a:lnTo>
                  <a:lnTo>
                    <a:pt x="11238" y="2510"/>
                  </a:lnTo>
                  <a:lnTo>
                    <a:pt x="11469" y="2973"/>
                  </a:lnTo>
                  <a:lnTo>
                    <a:pt x="11663" y="3437"/>
                  </a:lnTo>
                  <a:lnTo>
                    <a:pt x="11778" y="3939"/>
                  </a:lnTo>
                  <a:lnTo>
                    <a:pt x="11856" y="4441"/>
                  </a:lnTo>
                  <a:lnTo>
                    <a:pt x="11894" y="4981"/>
                  </a:lnTo>
                  <a:lnTo>
                    <a:pt x="11894" y="5483"/>
                  </a:lnTo>
                  <a:lnTo>
                    <a:pt x="11817" y="5985"/>
                  </a:lnTo>
                  <a:lnTo>
                    <a:pt x="11701" y="6487"/>
                  </a:lnTo>
                  <a:lnTo>
                    <a:pt x="11547" y="6989"/>
                  </a:lnTo>
                  <a:lnTo>
                    <a:pt x="11315" y="7453"/>
                  </a:lnTo>
                  <a:lnTo>
                    <a:pt x="11083" y="7916"/>
                  </a:lnTo>
                  <a:lnTo>
                    <a:pt x="10813" y="8341"/>
                  </a:lnTo>
                  <a:lnTo>
                    <a:pt x="10504" y="8766"/>
                  </a:lnTo>
                  <a:lnTo>
                    <a:pt x="10195" y="9152"/>
                  </a:lnTo>
                  <a:lnTo>
                    <a:pt x="9848" y="9499"/>
                  </a:lnTo>
                  <a:lnTo>
                    <a:pt x="9461" y="9847"/>
                  </a:lnTo>
                  <a:lnTo>
                    <a:pt x="9037" y="10156"/>
                  </a:lnTo>
                  <a:lnTo>
                    <a:pt x="8651" y="10465"/>
                  </a:lnTo>
                  <a:lnTo>
                    <a:pt x="8187" y="10735"/>
                  </a:lnTo>
                  <a:lnTo>
                    <a:pt x="7762" y="11005"/>
                  </a:lnTo>
                  <a:lnTo>
                    <a:pt x="6836" y="11469"/>
                  </a:lnTo>
                  <a:lnTo>
                    <a:pt x="5870" y="11855"/>
                  </a:lnTo>
                  <a:lnTo>
                    <a:pt x="5677" y="11855"/>
                  </a:lnTo>
                  <a:lnTo>
                    <a:pt x="5639" y="11932"/>
                  </a:lnTo>
                  <a:lnTo>
                    <a:pt x="5600" y="11932"/>
                  </a:lnTo>
                  <a:lnTo>
                    <a:pt x="4982" y="11276"/>
                  </a:lnTo>
                  <a:lnTo>
                    <a:pt x="4442" y="10542"/>
                  </a:lnTo>
                  <a:lnTo>
                    <a:pt x="3978" y="9808"/>
                  </a:lnTo>
                  <a:lnTo>
                    <a:pt x="3746" y="9383"/>
                  </a:lnTo>
                  <a:lnTo>
                    <a:pt x="3592" y="8997"/>
                  </a:lnTo>
                  <a:lnTo>
                    <a:pt x="3438" y="8611"/>
                  </a:lnTo>
                  <a:lnTo>
                    <a:pt x="3283" y="8186"/>
                  </a:lnTo>
                  <a:lnTo>
                    <a:pt x="3167" y="7762"/>
                  </a:lnTo>
                  <a:lnTo>
                    <a:pt x="3090" y="7298"/>
                  </a:lnTo>
                  <a:lnTo>
                    <a:pt x="3051" y="6873"/>
                  </a:lnTo>
                  <a:lnTo>
                    <a:pt x="3013" y="6410"/>
                  </a:lnTo>
                  <a:lnTo>
                    <a:pt x="3051" y="5947"/>
                  </a:lnTo>
                  <a:lnTo>
                    <a:pt x="3090" y="5483"/>
                  </a:lnTo>
                  <a:lnTo>
                    <a:pt x="3167" y="5020"/>
                  </a:lnTo>
                  <a:lnTo>
                    <a:pt x="3244" y="4557"/>
                  </a:lnTo>
                  <a:lnTo>
                    <a:pt x="3399" y="4093"/>
                  </a:lnTo>
                  <a:lnTo>
                    <a:pt x="3592" y="3668"/>
                  </a:lnTo>
                  <a:lnTo>
                    <a:pt x="3785" y="3205"/>
                  </a:lnTo>
                  <a:lnTo>
                    <a:pt x="4055" y="2819"/>
                  </a:lnTo>
                  <a:lnTo>
                    <a:pt x="4326" y="2394"/>
                  </a:lnTo>
                  <a:lnTo>
                    <a:pt x="4635" y="2047"/>
                  </a:lnTo>
                  <a:lnTo>
                    <a:pt x="4944" y="1699"/>
                  </a:lnTo>
                  <a:lnTo>
                    <a:pt x="5330" y="1390"/>
                  </a:lnTo>
                  <a:lnTo>
                    <a:pt x="5716" y="1081"/>
                  </a:lnTo>
                  <a:lnTo>
                    <a:pt x="6102" y="850"/>
                  </a:lnTo>
                  <a:lnTo>
                    <a:pt x="6527" y="695"/>
                  </a:lnTo>
                  <a:lnTo>
                    <a:pt x="6990" y="541"/>
                  </a:lnTo>
                  <a:lnTo>
                    <a:pt x="7453" y="463"/>
                  </a:lnTo>
                  <a:close/>
                  <a:moveTo>
                    <a:pt x="5561" y="12279"/>
                  </a:moveTo>
                  <a:lnTo>
                    <a:pt x="5600" y="12318"/>
                  </a:lnTo>
                  <a:lnTo>
                    <a:pt x="5677" y="12357"/>
                  </a:lnTo>
                  <a:lnTo>
                    <a:pt x="5793" y="12897"/>
                  </a:lnTo>
                  <a:lnTo>
                    <a:pt x="5793" y="12897"/>
                  </a:lnTo>
                  <a:lnTo>
                    <a:pt x="5098" y="12588"/>
                  </a:lnTo>
                  <a:lnTo>
                    <a:pt x="5561" y="12279"/>
                  </a:lnTo>
                  <a:close/>
                  <a:moveTo>
                    <a:pt x="3322" y="12975"/>
                  </a:moveTo>
                  <a:lnTo>
                    <a:pt x="3476" y="13477"/>
                  </a:lnTo>
                  <a:lnTo>
                    <a:pt x="3553" y="13979"/>
                  </a:lnTo>
                  <a:lnTo>
                    <a:pt x="3013" y="13979"/>
                  </a:lnTo>
                  <a:lnTo>
                    <a:pt x="2781" y="13940"/>
                  </a:lnTo>
                  <a:lnTo>
                    <a:pt x="2511" y="13824"/>
                  </a:lnTo>
                  <a:lnTo>
                    <a:pt x="2936" y="13399"/>
                  </a:lnTo>
                  <a:lnTo>
                    <a:pt x="3322" y="12975"/>
                  </a:lnTo>
                  <a:close/>
                  <a:moveTo>
                    <a:pt x="3940" y="14326"/>
                  </a:moveTo>
                  <a:lnTo>
                    <a:pt x="5098" y="14519"/>
                  </a:lnTo>
                  <a:lnTo>
                    <a:pt x="4442" y="15485"/>
                  </a:lnTo>
                  <a:lnTo>
                    <a:pt x="4287" y="15214"/>
                  </a:lnTo>
                  <a:lnTo>
                    <a:pt x="4171" y="14944"/>
                  </a:lnTo>
                  <a:lnTo>
                    <a:pt x="4055" y="14635"/>
                  </a:lnTo>
                  <a:lnTo>
                    <a:pt x="3978" y="14365"/>
                  </a:lnTo>
                  <a:lnTo>
                    <a:pt x="3940" y="14326"/>
                  </a:lnTo>
                  <a:close/>
                  <a:moveTo>
                    <a:pt x="3746" y="14596"/>
                  </a:moveTo>
                  <a:lnTo>
                    <a:pt x="3824" y="14944"/>
                  </a:lnTo>
                  <a:lnTo>
                    <a:pt x="3978" y="15291"/>
                  </a:lnTo>
                  <a:lnTo>
                    <a:pt x="4133" y="15600"/>
                  </a:lnTo>
                  <a:lnTo>
                    <a:pt x="4287" y="15909"/>
                  </a:lnTo>
                  <a:lnTo>
                    <a:pt x="4364" y="15987"/>
                  </a:lnTo>
                  <a:lnTo>
                    <a:pt x="4055" y="16411"/>
                  </a:lnTo>
                  <a:lnTo>
                    <a:pt x="3746" y="16875"/>
                  </a:lnTo>
                  <a:lnTo>
                    <a:pt x="3592" y="16411"/>
                  </a:lnTo>
                  <a:lnTo>
                    <a:pt x="3476" y="15948"/>
                  </a:lnTo>
                  <a:lnTo>
                    <a:pt x="3476" y="15716"/>
                  </a:lnTo>
                  <a:lnTo>
                    <a:pt x="3476" y="15446"/>
                  </a:lnTo>
                  <a:lnTo>
                    <a:pt x="3515" y="15214"/>
                  </a:lnTo>
                  <a:lnTo>
                    <a:pt x="3553" y="14983"/>
                  </a:lnTo>
                  <a:lnTo>
                    <a:pt x="3746" y="14596"/>
                  </a:lnTo>
                  <a:close/>
                  <a:moveTo>
                    <a:pt x="4480" y="16334"/>
                  </a:moveTo>
                  <a:lnTo>
                    <a:pt x="4673" y="16759"/>
                  </a:lnTo>
                  <a:lnTo>
                    <a:pt x="4789" y="17222"/>
                  </a:lnTo>
                  <a:lnTo>
                    <a:pt x="4789" y="17222"/>
                  </a:lnTo>
                  <a:lnTo>
                    <a:pt x="4364" y="17106"/>
                  </a:lnTo>
                  <a:lnTo>
                    <a:pt x="3940" y="17029"/>
                  </a:lnTo>
                  <a:lnTo>
                    <a:pt x="4480" y="16334"/>
                  </a:lnTo>
                  <a:close/>
                  <a:moveTo>
                    <a:pt x="2472" y="16875"/>
                  </a:moveTo>
                  <a:lnTo>
                    <a:pt x="3399" y="17106"/>
                  </a:lnTo>
                  <a:lnTo>
                    <a:pt x="3476" y="17261"/>
                  </a:lnTo>
                  <a:lnTo>
                    <a:pt x="3322" y="17377"/>
                  </a:lnTo>
                  <a:lnTo>
                    <a:pt x="3167" y="17570"/>
                  </a:lnTo>
                  <a:lnTo>
                    <a:pt x="2897" y="17917"/>
                  </a:lnTo>
                  <a:lnTo>
                    <a:pt x="2665" y="17415"/>
                  </a:lnTo>
                  <a:lnTo>
                    <a:pt x="2472" y="16875"/>
                  </a:lnTo>
                  <a:close/>
                  <a:moveTo>
                    <a:pt x="3360" y="19732"/>
                  </a:moveTo>
                  <a:lnTo>
                    <a:pt x="4055" y="20427"/>
                  </a:lnTo>
                  <a:lnTo>
                    <a:pt x="3553" y="20659"/>
                  </a:lnTo>
                  <a:lnTo>
                    <a:pt x="3013" y="20968"/>
                  </a:lnTo>
                  <a:lnTo>
                    <a:pt x="3167" y="20350"/>
                  </a:lnTo>
                  <a:lnTo>
                    <a:pt x="3360" y="19732"/>
                  </a:lnTo>
                  <a:close/>
                  <a:moveTo>
                    <a:pt x="5677" y="20118"/>
                  </a:moveTo>
                  <a:lnTo>
                    <a:pt x="5986" y="20196"/>
                  </a:lnTo>
                  <a:lnTo>
                    <a:pt x="5716" y="20891"/>
                  </a:lnTo>
                  <a:lnTo>
                    <a:pt x="5368" y="21547"/>
                  </a:lnTo>
                  <a:lnTo>
                    <a:pt x="4673" y="20582"/>
                  </a:lnTo>
                  <a:lnTo>
                    <a:pt x="4635" y="20543"/>
                  </a:lnTo>
                  <a:lnTo>
                    <a:pt x="4673" y="20234"/>
                  </a:lnTo>
                  <a:lnTo>
                    <a:pt x="5021" y="20157"/>
                  </a:lnTo>
                  <a:lnTo>
                    <a:pt x="5330" y="20118"/>
                  </a:lnTo>
                  <a:close/>
                  <a:moveTo>
                    <a:pt x="7453" y="0"/>
                  </a:moveTo>
                  <a:lnTo>
                    <a:pt x="7067" y="39"/>
                  </a:lnTo>
                  <a:lnTo>
                    <a:pt x="6720" y="154"/>
                  </a:lnTo>
                  <a:lnTo>
                    <a:pt x="6334" y="270"/>
                  </a:lnTo>
                  <a:lnTo>
                    <a:pt x="5986" y="425"/>
                  </a:lnTo>
                  <a:lnTo>
                    <a:pt x="5639" y="579"/>
                  </a:lnTo>
                  <a:lnTo>
                    <a:pt x="5291" y="811"/>
                  </a:lnTo>
                  <a:lnTo>
                    <a:pt x="4944" y="1043"/>
                  </a:lnTo>
                  <a:lnTo>
                    <a:pt x="4635" y="1313"/>
                  </a:lnTo>
                  <a:lnTo>
                    <a:pt x="4364" y="1622"/>
                  </a:lnTo>
                  <a:lnTo>
                    <a:pt x="4094" y="1892"/>
                  </a:lnTo>
                  <a:lnTo>
                    <a:pt x="3824" y="2240"/>
                  </a:lnTo>
                  <a:lnTo>
                    <a:pt x="3592" y="2549"/>
                  </a:lnTo>
                  <a:lnTo>
                    <a:pt x="3399" y="2896"/>
                  </a:lnTo>
                  <a:lnTo>
                    <a:pt x="3206" y="3282"/>
                  </a:lnTo>
                  <a:lnTo>
                    <a:pt x="3051" y="3630"/>
                  </a:lnTo>
                  <a:lnTo>
                    <a:pt x="2897" y="4016"/>
                  </a:lnTo>
                  <a:lnTo>
                    <a:pt x="2781" y="4402"/>
                  </a:lnTo>
                  <a:lnTo>
                    <a:pt x="2704" y="4788"/>
                  </a:lnTo>
                  <a:lnTo>
                    <a:pt x="2627" y="5174"/>
                  </a:lnTo>
                  <a:lnTo>
                    <a:pt x="2588" y="5599"/>
                  </a:lnTo>
                  <a:lnTo>
                    <a:pt x="2549" y="5985"/>
                  </a:lnTo>
                  <a:lnTo>
                    <a:pt x="2549" y="6410"/>
                  </a:lnTo>
                  <a:lnTo>
                    <a:pt x="2549" y="6835"/>
                  </a:lnTo>
                  <a:lnTo>
                    <a:pt x="2665" y="7723"/>
                  </a:lnTo>
                  <a:lnTo>
                    <a:pt x="2742" y="8148"/>
                  </a:lnTo>
                  <a:lnTo>
                    <a:pt x="2858" y="8572"/>
                  </a:lnTo>
                  <a:lnTo>
                    <a:pt x="3013" y="8997"/>
                  </a:lnTo>
                  <a:lnTo>
                    <a:pt x="3167" y="9383"/>
                  </a:lnTo>
                  <a:lnTo>
                    <a:pt x="3322" y="9808"/>
                  </a:lnTo>
                  <a:lnTo>
                    <a:pt x="3553" y="10194"/>
                  </a:lnTo>
                  <a:lnTo>
                    <a:pt x="3746" y="10542"/>
                  </a:lnTo>
                  <a:lnTo>
                    <a:pt x="4017" y="10928"/>
                  </a:lnTo>
                  <a:lnTo>
                    <a:pt x="4287" y="11237"/>
                  </a:lnTo>
                  <a:lnTo>
                    <a:pt x="4596" y="11546"/>
                  </a:lnTo>
                  <a:lnTo>
                    <a:pt x="4905" y="11855"/>
                  </a:lnTo>
                  <a:lnTo>
                    <a:pt x="5252" y="12086"/>
                  </a:lnTo>
                  <a:lnTo>
                    <a:pt x="4557" y="12473"/>
                  </a:lnTo>
                  <a:lnTo>
                    <a:pt x="4480" y="12550"/>
                  </a:lnTo>
                  <a:lnTo>
                    <a:pt x="4442" y="12666"/>
                  </a:lnTo>
                  <a:lnTo>
                    <a:pt x="4480" y="12781"/>
                  </a:lnTo>
                  <a:lnTo>
                    <a:pt x="4596" y="12859"/>
                  </a:lnTo>
                  <a:lnTo>
                    <a:pt x="5021" y="13013"/>
                  </a:lnTo>
                  <a:lnTo>
                    <a:pt x="4673" y="13168"/>
                  </a:lnTo>
                  <a:lnTo>
                    <a:pt x="4403" y="13361"/>
                  </a:lnTo>
                  <a:lnTo>
                    <a:pt x="4094" y="13554"/>
                  </a:lnTo>
                  <a:lnTo>
                    <a:pt x="3862" y="13785"/>
                  </a:lnTo>
                  <a:lnTo>
                    <a:pt x="3824" y="13477"/>
                  </a:lnTo>
                  <a:lnTo>
                    <a:pt x="3746" y="13168"/>
                  </a:lnTo>
                  <a:lnTo>
                    <a:pt x="3631" y="12859"/>
                  </a:lnTo>
                  <a:lnTo>
                    <a:pt x="3515" y="12550"/>
                  </a:lnTo>
                  <a:lnTo>
                    <a:pt x="3476" y="12473"/>
                  </a:lnTo>
                  <a:lnTo>
                    <a:pt x="3360" y="12434"/>
                  </a:lnTo>
                  <a:lnTo>
                    <a:pt x="3283" y="12473"/>
                  </a:lnTo>
                  <a:lnTo>
                    <a:pt x="3206" y="12511"/>
                  </a:lnTo>
                  <a:lnTo>
                    <a:pt x="2665" y="13168"/>
                  </a:lnTo>
                  <a:lnTo>
                    <a:pt x="2086" y="13747"/>
                  </a:lnTo>
                  <a:lnTo>
                    <a:pt x="2047" y="13824"/>
                  </a:lnTo>
                  <a:lnTo>
                    <a:pt x="2009" y="13901"/>
                  </a:lnTo>
                  <a:lnTo>
                    <a:pt x="2047" y="13979"/>
                  </a:lnTo>
                  <a:lnTo>
                    <a:pt x="2086" y="14056"/>
                  </a:lnTo>
                  <a:lnTo>
                    <a:pt x="2395" y="14210"/>
                  </a:lnTo>
                  <a:lnTo>
                    <a:pt x="2742" y="14287"/>
                  </a:lnTo>
                  <a:lnTo>
                    <a:pt x="3051" y="14365"/>
                  </a:lnTo>
                  <a:lnTo>
                    <a:pt x="3399" y="14365"/>
                  </a:lnTo>
                  <a:lnTo>
                    <a:pt x="3244" y="14635"/>
                  </a:lnTo>
                  <a:lnTo>
                    <a:pt x="3129" y="14944"/>
                  </a:lnTo>
                  <a:lnTo>
                    <a:pt x="3090" y="15176"/>
                  </a:lnTo>
                  <a:lnTo>
                    <a:pt x="3051" y="15407"/>
                  </a:lnTo>
                  <a:lnTo>
                    <a:pt x="3051" y="15871"/>
                  </a:lnTo>
                  <a:lnTo>
                    <a:pt x="3129" y="16295"/>
                  </a:lnTo>
                  <a:lnTo>
                    <a:pt x="3244" y="16759"/>
                  </a:lnTo>
                  <a:lnTo>
                    <a:pt x="2781" y="16566"/>
                  </a:lnTo>
                  <a:lnTo>
                    <a:pt x="2279" y="16411"/>
                  </a:lnTo>
                  <a:lnTo>
                    <a:pt x="2202" y="16411"/>
                  </a:lnTo>
                  <a:lnTo>
                    <a:pt x="2125" y="16450"/>
                  </a:lnTo>
                  <a:lnTo>
                    <a:pt x="2047" y="16527"/>
                  </a:lnTo>
                  <a:lnTo>
                    <a:pt x="2047" y="16643"/>
                  </a:lnTo>
                  <a:lnTo>
                    <a:pt x="2163" y="17106"/>
                  </a:lnTo>
                  <a:lnTo>
                    <a:pt x="2279" y="17531"/>
                  </a:lnTo>
                  <a:lnTo>
                    <a:pt x="2472" y="17956"/>
                  </a:lnTo>
                  <a:lnTo>
                    <a:pt x="2704" y="18381"/>
                  </a:lnTo>
                  <a:lnTo>
                    <a:pt x="2781" y="18458"/>
                  </a:lnTo>
                  <a:lnTo>
                    <a:pt x="2858" y="18496"/>
                  </a:lnTo>
                  <a:lnTo>
                    <a:pt x="2936" y="18458"/>
                  </a:lnTo>
                  <a:lnTo>
                    <a:pt x="3013" y="18381"/>
                  </a:lnTo>
                  <a:lnTo>
                    <a:pt x="3322" y="18033"/>
                  </a:lnTo>
                  <a:lnTo>
                    <a:pt x="3515" y="17801"/>
                  </a:lnTo>
                  <a:lnTo>
                    <a:pt x="3631" y="17608"/>
                  </a:lnTo>
                  <a:lnTo>
                    <a:pt x="3708" y="17763"/>
                  </a:lnTo>
                  <a:lnTo>
                    <a:pt x="3978" y="18342"/>
                  </a:lnTo>
                  <a:lnTo>
                    <a:pt x="4133" y="18960"/>
                  </a:lnTo>
                  <a:lnTo>
                    <a:pt x="4248" y="19539"/>
                  </a:lnTo>
                  <a:lnTo>
                    <a:pt x="4248" y="20157"/>
                  </a:lnTo>
                  <a:lnTo>
                    <a:pt x="3438" y="19307"/>
                  </a:lnTo>
                  <a:lnTo>
                    <a:pt x="3399" y="19269"/>
                  </a:lnTo>
                  <a:lnTo>
                    <a:pt x="3206" y="19269"/>
                  </a:lnTo>
                  <a:lnTo>
                    <a:pt x="3167" y="19346"/>
                  </a:lnTo>
                  <a:lnTo>
                    <a:pt x="2974" y="19809"/>
                  </a:lnTo>
                  <a:lnTo>
                    <a:pt x="2781" y="20273"/>
                  </a:lnTo>
                  <a:lnTo>
                    <a:pt x="2665" y="20775"/>
                  </a:lnTo>
                  <a:lnTo>
                    <a:pt x="2627" y="21315"/>
                  </a:lnTo>
                  <a:lnTo>
                    <a:pt x="2627" y="21393"/>
                  </a:lnTo>
                  <a:lnTo>
                    <a:pt x="2704" y="21470"/>
                  </a:lnTo>
                  <a:lnTo>
                    <a:pt x="2781" y="21508"/>
                  </a:lnTo>
                  <a:lnTo>
                    <a:pt x="2897" y="21470"/>
                  </a:lnTo>
                  <a:lnTo>
                    <a:pt x="3515" y="21161"/>
                  </a:lnTo>
                  <a:lnTo>
                    <a:pt x="4171" y="20775"/>
                  </a:lnTo>
                  <a:lnTo>
                    <a:pt x="4055" y="21161"/>
                  </a:lnTo>
                  <a:lnTo>
                    <a:pt x="3901" y="21547"/>
                  </a:lnTo>
                  <a:lnTo>
                    <a:pt x="3669" y="22049"/>
                  </a:lnTo>
                  <a:lnTo>
                    <a:pt x="3322" y="22551"/>
                  </a:lnTo>
                  <a:lnTo>
                    <a:pt x="2897" y="23014"/>
                  </a:lnTo>
                  <a:lnTo>
                    <a:pt x="2627" y="23246"/>
                  </a:lnTo>
                  <a:lnTo>
                    <a:pt x="2395" y="23401"/>
                  </a:lnTo>
                  <a:lnTo>
                    <a:pt x="2125" y="23594"/>
                  </a:lnTo>
                  <a:lnTo>
                    <a:pt x="1854" y="23709"/>
                  </a:lnTo>
                  <a:lnTo>
                    <a:pt x="1584" y="23787"/>
                  </a:lnTo>
                  <a:lnTo>
                    <a:pt x="1314" y="23787"/>
                  </a:lnTo>
                  <a:lnTo>
                    <a:pt x="1082" y="23748"/>
                  </a:lnTo>
                  <a:lnTo>
                    <a:pt x="812" y="23671"/>
                  </a:lnTo>
                  <a:lnTo>
                    <a:pt x="541" y="23516"/>
                  </a:lnTo>
                  <a:lnTo>
                    <a:pt x="310" y="23285"/>
                  </a:lnTo>
                  <a:lnTo>
                    <a:pt x="233" y="23246"/>
                  </a:lnTo>
                  <a:lnTo>
                    <a:pt x="78" y="23246"/>
                  </a:lnTo>
                  <a:lnTo>
                    <a:pt x="39" y="23362"/>
                  </a:lnTo>
                  <a:lnTo>
                    <a:pt x="1" y="23401"/>
                  </a:lnTo>
                  <a:lnTo>
                    <a:pt x="39" y="23478"/>
                  </a:lnTo>
                  <a:lnTo>
                    <a:pt x="155" y="23632"/>
                  </a:lnTo>
                  <a:lnTo>
                    <a:pt x="271" y="23787"/>
                  </a:lnTo>
                  <a:lnTo>
                    <a:pt x="387" y="23903"/>
                  </a:lnTo>
                  <a:lnTo>
                    <a:pt x="541" y="24018"/>
                  </a:lnTo>
                  <a:lnTo>
                    <a:pt x="696" y="24096"/>
                  </a:lnTo>
                  <a:lnTo>
                    <a:pt x="889" y="24134"/>
                  </a:lnTo>
                  <a:lnTo>
                    <a:pt x="1236" y="24211"/>
                  </a:lnTo>
                  <a:lnTo>
                    <a:pt x="1584" y="24173"/>
                  </a:lnTo>
                  <a:lnTo>
                    <a:pt x="1970" y="24096"/>
                  </a:lnTo>
                  <a:lnTo>
                    <a:pt x="2318" y="23941"/>
                  </a:lnTo>
                  <a:lnTo>
                    <a:pt x="2665" y="23748"/>
                  </a:lnTo>
                  <a:lnTo>
                    <a:pt x="3013" y="23478"/>
                  </a:lnTo>
                  <a:lnTo>
                    <a:pt x="3322" y="23207"/>
                  </a:lnTo>
                  <a:lnTo>
                    <a:pt x="3631" y="22860"/>
                  </a:lnTo>
                  <a:lnTo>
                    <a:pt x="3901" y="22512"/>
                  </a:lnTo>
                  <a:lnTo>
                    <a:pt x="4133" y="22126"/>
                  </a:lnTo>
                  <a:lnTo>
                    <a:pt x="4326" y="21702"/>
                  </a:lnTo>
                  <a:lnTo>
                    <a:pt x="4480" y="21315"/>
                  </a:lnTo>
                  <a:lnTo>
                    <a:pt x="4596" y="20852"/>
                  </a:lnTo>
                  <a:lnTo>
                    <a:pt x="5214" y="21972"/>
                  </a:lnTo>
                  <a:lnTo>
                    <a:pt x="5291" y="22049"/>
                  </a:lnTo>
                  <a:lnTo>
                    <a:pt x="5368" y="22088"/>
                  </a:lnTo>
                  <a:lnTo>
                    <a:pt x="5446" y="22049"/>
                  </a:lnTo>
                  <a:lnTo>
                    <a:pt x="5523" y="22010"/>
                  </a:lnTo>
                  <a:lnTo>
                    <a:pt x="5793" y="21547"/>
                  </a:lnTo>
                  <a:lnTo>
                    <a:pt x="6025" y="21084"/>
                  </a:lnTo>
                  <a:lnTo>
                    <a:pt x="6411" y="20118"/>
                  </a:lnTo>
                  <a:lnTo>
                    <a:pt x="6411" y="20041"/>
                  </a:lnTo>
                  <a:lnTo>
                    <a:pt x="6411" y="19964"/>
                  </a:lnTo>
                  <a:lnTo>
                    <a:pt x="6372" y="19925"/>
                  </a:lnTo>
                  <a:lnTo>
                    <a:pt x="6295" y="19887"/>
                  </a:lnTo>
                  <a:lnTo>
                    <a:pt x="5909" y="19771"/>
                  </a:lnTo>
                  <a:lnTo>
                    <a:pt x="5484" y="19732"/>
                  </a:lnTo>
                  <a:lnTo>
                    <a:pt x="5098" y="19732"/>
                  </a:lnTo>
                  <a:lnTo>
                    <a:pt x="4673" y="19848"/>
                  </a:lnTo>
                  <a:lnTo>
                    <a:pt x="4635" y="19230"/>
                  </a:lnTo>
                  <a:lnTo>
                    <a:pt x="4519" y="18651"/>
                  </a:lnTo>
                  <a:lnTo>
                    <a:pt x="4287" y="18033"/>
                  </a:lnTo>
                  <a:lnTo>
                    <a:pt x="4055" y="17454"/>
                  </a:lnTo>
                  <a:lnTo>
                    <a:pt x="4055" y="17454"/>
                  </a:lnTo>
                  <a:lnTo>
                    <a:pt x="4519" y="17531"/>
                  </a:lnTo>
                  <a:lnTo>
                    <a:pt x="4982" y="17608"/>
                  </a:lnTo>
                  <a:lnTo>
                    <a:pt x="5059" y="17608"/>
                  </a:lnTo>
                  <a:lnTo>
                    <a:pt x="5098" y="17531"/>
                  </a:lnTo>
                  <a:lnTo>
                    <a:pt x="5137" y="17492"/>
                  </a:lnTo>
                  <a:lnTo>
                    <a:pt x="5137" y="17377"/>
                  </a:lnTo>
                  <a:lnTo>
                    <a:pt x="5098" y="17029"/>
                  </a:lnTo>
                  <a:lnTo>
                    <a:pt x="4982" y="16643"/>
                  </a:lnTo>
                  <a:lnTo>
                    <a:pt x="4828" y="16295"/>
                  </a:lnTo>
                  <a:lnTo>
                    <a:pt x="4673" y="15987"/>
                  </a:lnTo>
                  <a:lnTo>
                    <a:pt x="4596" y="15909"/>
                  </a:lnTo>
                  <a:lnTo>
                    <a:pt x="4635" y="15909"/>
                  </a:lnTo>
                  <a:lnTo>
                    <a:pt x="5600" y="14481"/>
                  </a:lnTo>
                  <a:lnTo>
                    <a:pt x="5639" y="14365"/>
                  </a:lnTo>
                  <a:lnTo>
                    <a:pt x="5600" y="14287"/>
                  </a:lnTo>
                  <a:lnTo>
                    <a:pt x="5561" y="14210"/>
                  </a:lnTo>
                  <a:lnTo>
                    <a:pt x="5446" y="14172"/>
                  </a:lnTo>
                  <a:lnTo>
                    <a:pt x="4210" y="13979"/>
                  </a:lnTo>
                  <a:lnTo>
                    <a:pt x="4480" y="13747"/>
                  </a:lnTo>
                  <a:lnTo>
                    <a:pt x="4789" y="13554"/>
                  </a:lnTo>
                  <a:lnTo>
                    <a:pt x="5098" y="13361"/>
                  </a:lnTo>
                  <a:lnTo>
                    <a:pt x="5407" y="13168"/>
                  </a:lnTo>
                  <a:lnTo>
                    <a:pt x="6025" y="13399"/>
                  </a:lnTo>
                  <a:lnTo>
                    <a:pt x="6141" y="13438"/>
                  </a:lnTo>
                  <a:lnTo>
                    <a:pt x="6218" y="13361"/>
                  </a:lnTo>
                  <a:lnTo>
                    <a:pt x="6256" y="13283"/>
                  </a:lnTo>
                  <a:lnTo>
                    <a:pt x="6295" y="13168"/>
                  </a:lnTo>
                  <a:lnTo>
                    <a:pt x="6179" y="12704"/>
                  </a:lnTo>
                  <a:lnTo>
                    <a:pt x="6063" y="12241"/>
                  </a:lnTo>
                  <a:lnTo>
                    <a:pt x="6913" y="11932"/>
                  </a:lnTo>
                  <a:lnTo>
                    <a:pt x="7724" y="11584"/>
                  </a:lnTo>
                  <a:lnTo>
                    <a:pt x="8535" y="11121"/>
                  </a:lnTo>
                  <a:lnTo>
                    <a:pt x="9268" y="10619"/>
                  </a:lnTo>
                  <a:lnTo>
                    <a:pt x="9963" y="10078"/>
                  </a:lnTo>
                  <a:lnTo>
                    <a:pt x="10311" y="9770"/>
                  </a:lnTo>
                  <a:lnTo>
                    <a:pt x="10620" y="9422"/>
                  </a:lnTo>
                  <a:lnTo>
                    <a:pt x="10890" y="9074"/>
                  </a:lnTo>
                  <a:lnTo>
                    <a:pt x="11161" y="8727"/>
                  </a:lnTo>
                  <a:lnTo>
                    <a:pt x="11392" y="8341"/>
                  </a:lnTo>
                  <a:lnTo>
                    <a:pt x="11624" y="7955"/>
                  </a:lnTo>
                  <a:lnTo>
                    <a:pt x="11817" y="7568"/>
                  </a:lnTo>
                  <a:lnTo>
                    <a:pt x="11971" y="7182"/>
                  </a:lnTo>
                  <a:lnTo>
                    <a:pt x="12126" y="6758"/>
                  </a:lnTo>
                  <a:lnTo>
                    <a:pt x="12242" y="6333"/>
                  </a:lnTo>
                  <a:lnTo>
                    <a:pt x="12319" y="5947"/>
                  </a:lnTo>
                  <a:lnTo>
                    <a:pt x="12358" y="5522"/>
                  </a:lnTo>
                  <a:lnTo>
                    <a:pt x="12396" y="5097"/>
                  </a:lnTo>
                  <a:lnTo>
                    <a:pt x="12396" y="4672"/>
                  </a:lnTo>
                  <a:lnTo>
                    <a:pt x="12358" y="4248"/>
                  </a:lnTo>
                  <a:lnTo>
                    <a:pt x="12280" y="3823"/>
                  </a:lnTo>
                  <a:lnTo>
                    <a:pt x="12203" y="3437"/>
                  </a:lnTo>
                  <a:lnTo>
                    <a:pt x="12049" y="3051"/>
                  </a:lnTo>
                  <a:lnTo>
                    <a:pt x="11894" y="2664"/>
                  </a:lnTo>
                  <a:lnTo>
                    <a:pt x="11701" y="2278"/>
                  </a:lnTo>
                  <a:lnTo>
                    <a:pt x="11469" y="1892"/>
                  </a:lnTo>
                  <a:lnTo>
                    <a:pt x="11161" y="1545"/>
                  </a:lnTo>
                  <a:lnTo>
                    <a:pt x="10890" y="1274"/>
                  </a:lnTo>
                  <a:lnTo>
                    <a:pt x="10620" y="1004"/>
                  </a:lnTo>
                  <a:lnTo>
                    <a:pt x="10311" y="772"/>
                  </a:lnTo>
                  <a:lnTo>
                    <a:pt x="9963" y="579"/>
                  </a:lnTo>
                  <a:lnTo>
                    <a:pt x="9655" y="386"/>
                  </a:lnTo>
                  <a:lnTo>
                    <a:pt x="9307" y="232"/>
                  </a:lnTo>
                  <a:lnTo>
                    <a:pt x="8921" y="116"/>
                  </a:lnTo>
                  <a:lnTo>
                    <a:pt x="8573" y="39"/>
                  </a:lnTo>
                  <a:lnTo>
                    <a:pt x="818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3" name="Google Shape;3783;p17"/>
            <p:cNvSpPr/>
            <p:nvPr/>
          </p:nvSpPr>
          <p:spPr>
            <a:xfrm>
              <a:off x="5860425" y="885700"/>
              <a:ext cx="324400" cy="208550"/>
            </a:xfrm>
            <a:custGeom>
              <a:avLst/>
              <a:gdLst/>
              <a:ahLst/>
              <a:cxnLst/>
              <a:rect l="l" t="t" r="r" b="b"/>
              <a:pathLst>
                <a:path w="12976" h="8342" extrusionOk="0">
                  <a:moveTo>
                    <a:pt x="6759" y="310"/>
                  </a:moveTo>
                  <a:lnTo>
                    <a:pt x="6874" y="348"/>
                  </a:lnTo>
                  <a:lnTo>
                    <a:pt x="7029" y="387"/>
                  </a:lnTo>
                  <a:lnTo>
                    <a:pt x="7222" y="503"/>
                  </a:lnTo>
                  <a:lnTo>
                    <a:pt x="7299" y="503"/>
                  </a:lnTo>
                  <a:lnTo>
                    <a:pt x="7454" y="773"/>
                  </a:lnTo>
                  <a:lnTo>
                    <a:pt x="7569" y="1043"/>
                  </a:lnTo>
                  <a:lnTo>
                    <a:pt x="7608" y="1352"/>
                  </a:lnTo>
                  <a:lnTo>
                    <a:pt x="7569" y="1661"/>
                  </a:lnTo>
                  <a:lnTo>
                    <a:pt x="7492" y="1970"/>
                  </a:lnTo>
                  <a:lnTo>
                    <a:pt x="7415" y="2240"/>
                  </a:lnTo>
                  <a:lnTo>
                    <a:pt x="7222" y="2858"/>
                  </a:lnTo>
                  <a:lnTo>
                    <a:pt x="6411" y="4905"/>
                  </a:lnTo>
                  <a:lnTo>
                    <a:pt x="6411" y="4944"/>
                  </a:lnTo>
                  <a:lnTo>
                    <a:pt x="6295" y="4944"/>
                  </a:lnTo>
                  <a:lnTo>
                    <a:pt x="6218" y="3978"/>
                  </a:lnTo>
                  <a:lnTo>
                    <a:pt x="6141" y="2974"/>
                  </a:lnTo>
                  <a:lnTo>
                    <a:pt x="6141" y="1854"/>
                  </a:lnTo>
                  <a:lnTo>
                    <a:pt x="6179" y="1352"/>
                  </a:lnTo>
                  <a:lnTo>
                    <a:pt x="6218" y="1043"/>
                  </a:lnTo>
                  <a:lnTo>
                    <a:pt x="6295" y="735"/>
                  </a:lnTo>
                  <a:lnTo>
                    <a:pt x="6450" y="503"/>
                  </a:lnTo>
                  <a:lnTo>
                    <a:pt x="6527" y="426"/>
                  </a:lnTo>
                  <a:lnTo>
                    <a:pt x="6643" y="348"/>
                  </a:lnTo>
                  <a:lnTo>
                    <a:pt x="6759" y="310"/>
                  </a:lnTo>
                  <a:close/>
                  <a:moveTo>
                    <a:pt x="11972" y="4712"/>
                  </a:moveTo>
                  <a:lnTo>
                    <a:pt x="12087" y="4750"/>
                  </a:lnTo>
                  <a:lnTo>
                    <a:pt x="12165" y="4828"/>
                  </a:lnTo>
                  <a:lnTo>
                    <a:pt x="12281" y="4905"/>
                  </a:lnTo>
                  <a:lnTo>
                    <a:pt x="12319" y="4982"/>
                  </a:lnTo>
                  <a:lnTo>
                    <a:pt x="12396" y="5137"/>
                  </a:lnTo>
                  <a:lnTo>
                    <a:pt x="12435" y="5484"/>
                  </a:lnTo>
                  <a:lnTo>
                    <a:pt x="12319" y="5600"/>
                  </a:lnTo>
                  <a:lnTo>
                    <a:pt x="12126" y="5677"/>
                  </a:lnTo>
                  <a:lnTo>
                    <a:pt x="11933" y="5754"/>
                  </a:lnTo>
                  <a:lnTo>
                    <a:pt x="11701" y="5793"/>
                  </a:lnTo>
                  <a:lnTo>
                    <a:pt x="11199" y="5832"/>
                  </a:lnTo>
                  <a:lnTo>
                    <a:pt x="10041" y="5832"/>
                  </a:lnTo>
                  <a:lnTo>
                    <a:pt x="9230" y="5754"/>
                  </a:lnTo>
                  <a:lnTo>
                    <a:pt x="8612" y="5677"/>
                  </a:lnTo>
                  <a:lnTo>
                    <a:pt x="7994" y="5561"/>
                  </a:lnTo>
                  <a:lnTo>
                    <a:pt x="6759" y="5252"/>
                  </a:lnTo>
                  <a:lnTo>
                    <a:pt x="7956" y="5021"/>
                  </a:lnTo>
                  <a:lnTo>
                    <a:pt x="9191" y="4866"/>
                  </a:lnTo>
                  <a:lnTo>
                    <a:pt x="9925" y="4789"/>
                  </a:lnTo>
                  <a:lnTo>
                    <a:pt x="10659" y="4750"/>
                  </a:lnTo>
                  <a:lnTo>
                    <a:pt x="11354" y="4712"/>
                  </a:lnTo>
                  <a:close/>
                  <a:moveTo>
                    <a:pt x="5639" y="5754"/>
                  </a:moveTo>
                  <a:lnTo>
                    <a:pt x="4558" y="6449"/>
                  </a:lnTo>
                  <a:lnTo>
                    <a:pt x="3438" y="7106"/>
                  </a:lnTo>
                  <a:lnTo>
                    <a:pt x="2820" y="7376"/>
                  </a:lnTo>
                  <a:lnTo>
                    <a:pt x="2202" y="7685"/>
                  </a:lnTo>
                  <a:lnTo>
                    <a:pt x="1816" y="7801"/>
                  </a:lnTo>
                  <a:lnTo>
                    <a:pt x="1430" y="7917"/>
                  </a:lnTo>
                  <a:lnTo>
                    <a:pt x="1121" y="7955"/>
                  </a:lnTo>
                  <a:lnTo>
                    <a:pt x="928" y="7917"/>
                  </a:lnTo>
                  <a:lnTo>
                    <a:pt x="851" y="7878"/>
                  </a:lnTo>
                  <a:lnTo>
                    <a:pt x="773" y="7801"/>
                  </a:lnTo>
                  <a:lnTo>
                    <a:pt x="735" y="7685"/>
                  </a:lnTo>
                  <a:lnTo>
                    <a:pt x="696" y="7531"/>
                  </a:lnTo>
                  <a:lnTo>
                    <a:pt x="696" y="7376"/>
                  </a:lnTo>
                  <a:lnTo>
                    <a:pt x="696" y="7222"/>
                  </a:lnTo>
                  <a:lnTo>
                    <a:pt x="735" y="7145"/>
                  </a:lnTo>
                  <a:lnTo>
                    <a:pt x="812" y="7067"/>
                  </a:lnTo>
                  <a:lnTo>
                    <a:pt x="1005" y="6990"/>
                  </a:lnTo>
                  <a:lnTo>
                    <a:pt x="1275" y="6874"/>
                  </a:lnTo>
                  <a:lnTo>
                    <a:pt x="1893" y="6643"/>
                  </a:lnTo>
                  <a:lnTo>
                    <a:pt x="2743" y="6449"/>
                  </a:lnTo>
                  <a:lnTo>
                    <a:pt x="3592" y="6295"/>
                  </a:lnTo>
                  <a:lnTo>
                    <a:pt x="4635" y="6063"/>
                  </a:lnTo>
                  <a:lnTo>
                    <a:pt x="5137" y="5909"/>
                  </a:lnTo>
                  <a:lnTo>
                    <a:pt x="5639" y="5754"/>
                  </a:lnTo>
                  <a:close/>
                  <a:moveTo>
                    <a:pt x="6952" y="1"/>
                  </a:moveTo>
                  <a:lnTo>
                    <a:pt x="6720" y="39"/>
                  </a:lnTo>
                  <a:lnTo>
                    <a:pt x="6527" y="117"/>
                  </a:lnTo>
                  <a:lnTo>
                    <a:pt x="6334" y="233"/>
                  </a:lnTo>
                  <a:lnTo>
                    <a:pt x="6141" y="426"/>
                  </a:lnTo>
                  <a:lnTo>
                    <a:pt x="5986" y="619"/>
                  </a:lnTo>
                  <a:lnTo>
                    <a:pt x="5909" y="812"/>
                  </a:lnTo>
                  <a:lnTo>
                    <a:pt x="5793" y="1275"/>
                  </a:lnTo>
                  <a:lnTo>
                    <a:pt x="5793" y="1777"/>
                  </a:lnTo>
                  <a:lnTo>
                    <a:pt x="5832" y="2742"/>
                  </a:lnTo>
                  <a:lnTo>
                    <a:pt x="5909" y="3901"/>
                  </a:lnTo>
                  <a:lnTo>
                    <a:pt x="5986" y="4480"/>
                  </a:lnTo>
                  <a:lnTo>
                    <a:pt x="6064" y="5021"/>
                  </a:lnTo>
                  <a:lnTo>
                    <a:pt x="6025" y="5137"/>
                  </a:lnTo>
                  <a:lnTo>
                    <a:pt x="6064" y="5252"/>
                  </a:lnTo>
                  <a:lnTo>
                    <a:pt x="5523" y="5446"/>
                  </a:lnTo>
                  <a:lnTo>
                    <a:pt x="4982" y="5561"/>
                  </a:lnTo>
                  <a:lnTo>
                    <a:pt x="3940" y="5832"/>
                  </a:lnTo>
                  <a:lnTo>
                    <a:pt x="2858" y="6025"/>
                  </a:lnTo>
                  <a:lnTo>
                    <a:pt x="2318" y="6179"/>
                  </a:lnTo>
                  <a:lnTo>
                    <a:pt x="1777" y="6295"/>
                  </a:lnTo>
                  <a:lnTo>
                    <a:pt x="1198" y="6488"/>
                  </a:lnTo>
                  <a:lnTo>
                    <a:pt x="851" y="6643"/>
                  </a:lnTo>
                  <a:lnTo>
                    <a:pt x="503" y="6836"/>
                  </a:lnTo>
                  <a:lnTo>
                    <a:pt x="233" y="7029"/>
                  </a:lnTo>
                  <a:lnTo>
                    <a:pt x="117" y="7145"/>
                  </a:lnTo>
                  <a:lnTo>
                    <a:pt x="40" y="7299"/>
                  </a:lnTo>
                  <a:lnTo>
                    <a:pt x="1" y="7415"/>
                  </a:lnTo>
                  <a:lnTo>
                    <a:pt x="1" y="7569"/>
                  </a:lnTo>
                  <a:lnTo>
                    <a:pt x="40" y="7724"/>
                  </a:lnTo>
                  <a:lnTo>
                    <a:pt x="117" y="7917"/>
                  </a:lnTo>
                  <a:lnTo>
                    <a:pt x="233" y="8033"/>
                  </a:lnTo>
                  <a:lnTo>
                    <a:pt x="349" y="8149"/>
                  </a:lnTo>
                  <a:lnTo>
                    <a:pt x="503" y="8226"/>
                  </a:lnTo>
                  <a:lnTo>
                    <a:pt x="619" y="8264"/>
                  </a:lnTo>
                  <a:lnTo>
                    <a:pt x="928" y="8342"/>
                  </a:lnTo>
                  <a:lnTo>
                    <a:pt x="1275" y="8342"/>
                  </a:lnTo>
                  <a:lnTo>
                    <a:pt x="1623" y="8303"/>
                  </a:lnTo>
                  <a:lnTo>
                    <a:pt x="1932" y="8187"/>
                  </a:lnTo>
                  <a:lnTo>
                    <a:pt x="2550" y="7994"/>
                  </a:lnTo>
                  <a:lnTo>
                    <a:pt x="3554" y="7531"/>
                  </a:lnTo>
                  <a:lnTo>
                    <a:pt x="4519" y="6990"/>
                  </a:lnTo>
                  <a:lnTo>
                    <a:pt x="5446" y="6372"/>
                  </a:lnTo>
                  <a:lnTo>
                    <a:pt x="5909" y="6063"/>
                  </a:lnTo>
                  <a:lnTo>
                    <a:pt x="6334" y="5716"/>
                  </a:lnTo>
                  <a:lnTo>
                    <a:pt x="6527" y="6102"/>
                  </a:lnTo>
                  <a:lnTo>
                    <a:pt x="6643" y="6295"/>
                  </a:lnTo>
                  <a:lnTo>
                    <a:pt x="6759" y="6449"/>
                  </a:lnTo>
                  <a:lnTo>
                    <a:pt x="7029" y="6372"/>
                  </a:lnTo>
                  <a:lnTo>
                    <a:pt x="7029" y="6334"/>
                  </a:lnTo>
                  <a:lnTo>
                    <a:pt x="6836" y="5986"/>
                  </a:lnTo>
                  <a:lnTo>
                    <a:pt x="6759" y="5832"/>
                  </a:lnTo>
                  <a:lnTo>
                    <a:pt x="6720" y="5639"/>
                  </a:lnTo>
                  <a:lnTo>
                    <a:pt x="6720" y="5561"/>
                  </a:lnTo>
                  <a:lnTo>
                    <a:pt x="7569" y="5832"/>
                  </a:lnTo>
                  <a:lnTo>
                    <a:pt x="8496" y="6063"/>
                  </a:lnTo>
                  <a:lnTo>
                    <a:pt x="9384" y="6179"/>
                  </a:lnTo>
                  <a:lnTo>
                    <a:pt x="10311" y="6218"/>
                  </a:lnTo>
                  <a:lnTo>
                    <a:pt x="11006" y="6218"/>
                  </a:lnTo>
                  <a:lnTo>
                    <a:pt x="11470" y="6179"/>
                  </a:lnTo>
                  <a:lnTo>
                    <a:pt x="11933" y="6141"/>
                  </a:lnTo>
                  <a:lnTo>
                    <a:pt x="12358" y="5986"/>
                  </a:lnTo>
                  <a:lnTo>
                    <a:pt x="12512" y="5909"/>
                  </a:lnTo>
                  <a:lnTo>
                    <a:pt x="12667" y="5793"/>
                  </a:lnTo>
                  <a:lnTo>
                    <a:pt x="12821" y="5677"/>
                  </a:lnTo>
                  <a:lnTo>
                    <a:pt x="12898" y="5523"/>
                  </a:lnTo>
                  <a:lnTo>
                    <a:pt x="12976" y="5368"/>
                  </a:lnTo>
                  <a:lnTo>
                    <a:pt x="12976" y="5175"/>
                  </a:lnTo>
                  <a:lnTo>
                    <a:pt x="12976" y="4982"/>
                  </a:lnTo>
                  <a:lnTo>
                    <a:pt x="12898" y="4828"/>
                  </a:lnTo>
                  <a:lnTo>
                    <a:pt x="12821" y="4712"/>
                  </a:lnTo>
                  <a:lnTo>
                    <a:pt x="12744" y="4635"/>
                  </a:lnTo>
                  <a:lnTo>
                    <a:pt x="12628" y="4519"/>
                  </a:lnTo>
                  <a:lnTo>
                    <a:pt x="12474" y="4480"/>
                  </a:lnTo>
                  <a:lnTo>
                    <a:pt x="12165" y="4364"/>
                  </a:lnTo>
                  <a:lnTo>
                    <a:pt x="11817" y="4326"/>
                  </a:lnTo>
                  <a:lnTo>
                    <a:pt x="11470" y="4326"/>
                  </a:lnTo>
                  <a:lnTo>
                    <a:pt x="10890" y="4364"/>
                  </a:lnTo>
                  <a:lnTo>
                    <a:pt x="9848" y="4403"/>
                  </a:lnTo>
                  <a:lnTo>
                    <a:pt x="8844" y="4480"/>
                  </a:lnTo>
                  <a:lnTo>
                    <a:pt x="7840" y="4635"/>
                  </a:lnTo>
                  <a:lnTo>
                    <a:pt x="6836" y="4828"/>
                  </a:lnTo>
                  <a:lnTo>
                    <a:pt x="7376" y="3476"/>
                  </a:lnTo>
                  <a:lnTo>
                    <a:pt x="7647" y="2742"/>
                  </a:lnTo>
                  <a:lnTo>
                    <a:pt x="7840" y="2047"/>
                  </a:lnTo>
                  <a:lnTo>
                    <a:pt x="7917" y="1816"/>
                  </a:lnTo>
                  <a:lnTo>
                    <a:pt x="7917" y="1545"/>
                  </a:lnTo>
                  <a:lnTo>
                    <a:pt x="7917" y="1314"/>
                  </a:lnTo>
                  <a:lnTo>
                    <a:pt x="7878" y="1082"/>
                  </a:lnTo>
                  <a:lnTo>
                    <a:pt x="7801" y="850"/>
                  </a:lnTo>
                  <a:lnTo>
                    <a:pt x="7685" y="619"/>
                  </a:lnTo>
                  <a:lnTo>
                    <a:pt x="7531" y="426"/>
                  </a:lnTo>
                  <a:lnTo>
                    <a:pt x="7338" y="271"/>
                  </a:lnTo>
                  <a:lnTo>
                    <a:pt x="7261" y="155"/>
                  </a:lnTo>
                  <a:lnTo>
                    <a:pt x="7145" y="78"/>
                  </a:lnTo>
                  <a:lnTo>
                    <a:pt x="695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4" name="Google Shape;3784;p17"/>
            <p:cNvSpPr/>
            <p:nvPr/>
          </p:nvSpPr>
          <p:spPr>
            <a:xfrm>
              <a:off x="6760175" y="920450"/>
              <a:ext cx="375550" cy="387150"/>
            </a:xfrm>
            <a:custGeom>
              <a:avLst/>
              <a:gdLst/>
              <a:ahLst/>
              <a:cxnLst/>
              <a:rect l="l" t="t" r="r" b="b"/>
              <a:pathLst>
                <a:path w="15022" h="15486" extrusionOk="0">
                  <a:moveTo>
                    <a:pt x="7491" y="503"/>
                  </a:moveTo>
                  <a:lnTo>
                    <a:pt x="8032" y="542"/>
                  </a:lnTo>
                  <a:lnTo>
                    <a:pt x="8611" y="580"/>
                  </a:lnTo>
                  <a:lnTo>
                    <a:pt x="9152" y="696"/>
                  </a:lnTo>
                  <a:lnTo>
                    <a:pt x="9692" y="850"/>
                  </a:lnTo>
                  <a:lnTo>
                    <a:pt x="10194" y="1044"/>
                  </a:lnTo>
                  <a:lnTo>
                    <a:pt x="10696" y="1275"/>
                  </a:lnTo>
                  <a:lnTo>
                    <a:pt x="11160" y="1546"/>
                  </a:lnTo>
                  <a:lnTo>
                    <a:pt x="11623" y="1816"/>
                  </a:lnTo>
                  <a:lnTo>
                    <a:pt x="10812" y="2202"/>
                  </a:lnTo>
                  <a:lnTo>
                    <a:pt x="10079" y="2627"/>
                  </a:lnTo>
                  <a:lnTo>
                    <a:pt x="9306" y="3090"/>
                  </a:lnTo>
                  <a:lnTo>
                    <a:pt x="8611" y="3631"/>
                  </a:lnTo>
                  <a:lnTo>
                    <a:pt x="7955" y="4171"/>
                  </a:lnTo>
                  <a:lnTo>
                    <a:pt x="7298" y="4789"/>
                  </a:lnTo>
                  <a:lnTo>
                    <a:pt x="6719" y="5446"/>
                  </a:lnTo>
                  <a:lnTo>
                    <a:pt x="6140" y="6141"/>
                  </a:lnTo>
                  <a:lnTo>
                    <a:pt x="5638" y="6874"/>
                  </a:lnTo>
                  <a:lnTo>
                    <a:pt x="5213" y="7647"/>
                  </a:lnTo>
                  <a:lnTo>
                    <a:pt x="4788" y="8419"/>
                  </a:lnTo>
                  <a:lnTo>
                    <a:pt x="4479" y="9230"/>
                  </a:lnTo>
                  <a:lnTo>
                    <a:pt x="4170" y="10041"/>
                  </a:lnTo>
                  <a:lnTo>
                    <a:pt x="3977" y="10890"/>
                  </a:lnTo>
                  <a:lnTo>
                    <a:pt x="3823" y="11778"/>
                  </a:lnTo>
                  <a:lnTo>
                    <a:pt x="3746" y="12667"/>
                  </a:lnTo>
                  <a:lnTo>
                    <a:pt x="3591" y="12667"/>
                  </a:lnTo>
                  <a:lnTo>
                    <a:pt x="3282" y="11856"/>
                  </a:lnTo>
                  <a:lnTo>
                    <a:pt x="3051" y="11045"/>
                  </a:lnTo>
                  <a:lnTo>
                    <a:pt x="2858" y="10195"/>
                  </a:lnTo>
                  <a:lnTo>
                    <a:pt x="2703" y="9346"/>
                  </a:lnTo>
                  <a:lnTo>
                    <a:pt x="2587" y="8535"/>
                  </a:lnTo>
                  <a:lnTo>
                    <a:pt x="2549" y="7685"/>
                  </a:lnTo>
                  <a:lnTo>
                    <a:pt x="2587" y="6797"/>
                  </a:lnTo>
                  <a:lnTo>
                    <a:pt x="2703" y="5948"/>
                  </a:lnTo>
                  <a:lnTo>
                    <a:pt x="2858" y="5214"/>
                  </a:lnTo>
                  <a:lnTo>
                    <a:pt x="3051" y="4519"/>
                  </a:lnTo>
                  <a:lnTo>
                    <a:pt x="3321" y="3824"/>
                  </a:lnTo>
                  <a:lnTo>
                    <a:pt x="3668" y="3206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30"/>
                  </a:lnTo>
                  <a:lnTo>
                    <a:pt x="5406" y="889"/>
                  </a:lnTo>
                  <a:lnTo>
                    <a:pt x="5908" y="735"/>
                  </a:lnTo>
                  <a:lnTo>
                    <a:pt x="6410" y="619"/>
                  </a:lnTo>
                  <a:lnTo>
                    <a:pt x="6951" y="542"/>
                  </a:lnTo>
                  <a:lnTo>
                    <a:pt x="7491" y="503"/>
                  </a:lnTo>
                  <a:close/>
                  <a:moveTo>
                    <a:pt x="11971" y="2086"/>
                  </a:moveTo>
                  <a:lnTo>
                    <a:pt x="12357" y="2434"/>
                  </a:lnTo>
                  <a:lnTo>
                    <a:pt x="12704" y="2820"/>
                  </a:lnTo>
                  <a:lnTo>
                    <a:pt x="13052" y="3206"/>
                  </a:lnTo>
                  <a:lnTo>
                    <a:pt x="13322" y="3669"/>
                  </a:lnTo>
                  <a:lnTo>
                    <a:pt x="13592" y="4094"/>
                  </a:lnTo>
                  <a:lnTo>
                    <a:pt x="13863" y="4596"/>
                  </a:lnTo>
                  <a:lnTo>
                    <a:pt x="14056" y="5098"/>
                  </a:lnTo>
                  <a:lnTo>
                    <a:pt x="14210" y="5600"/>
                  </a:lnTo>
                  <a:lnTo>
                    <a:pt x="14326" y="6102"/>
                  </a:lnTo>
                  <a:lnTo>
                    <a:pt x="14442" y="6643"/>
                  </a:lnTo>
                  <a:lnTo>
                    <a:pt x="13670" y="6681"/>
                  </a:lnTo>
                  <a:lnTo>
                    <a:pt x="12897" y="6797"/>
                  </a:lnTo>
                  <a:lnTo>
                    <a:pt x="12164" y="6952"/>
                  </a:lnTo>
                  <a:lnTo>
                    <a:pt x="11391" y="7145"/>
                  </a:lnTo>
                  <a:lnTo>
                    <a:pt x="10658" y="7415"/>
                  </a:lnTo>
                  <a:lnTo>
                    <a:pt x="9963" y="7724"/>
                  </a:lnTo>
                  <a:lnTo>
                    <a:pt x="9229" y="8033"/>
                  </a:lnTo>
                  <a:lnTo>
                    <a:pt x="8534" y="8419"/>
                  </a:lnTo>
                  <a:lnTo>
                    <a:pt x="7877" y="8844"/>
                  </a:lnTo>
                  <a:lnTo>
                    <a:pt x="7260" y="9307"/>
                  </a:lnTo>
                  <a:lnTo>
                    <a:pt x="6642" y="9809"/>
                  </a:lnTo>
                  <a:lnTo>
                    <a:pt x="6101" y="10350"/>
                  </a:lnTo>
                  <a:lnTo>
                    <a:pt x="5561" y="10890"/>
                  </a:lnTo>
                  <a:lnTo>
                    <a:pt x="5097" y="11508"/>
                  </a:lnTo>
                  <a:lnTo>
                    <a:pt x="4634" y="12126"/>
                  </a:lnTo>
                  <a:lnTo>
                    <a:pt x="4248" y="12821"/>
                  </a:lnTo>
                  <a:lnTo>
                    <a:pt x="4132" y="12744"/>
                  </a:lnTo>
                  <a:lnTo>
                    <a:pt x="3977" y="12667"/>
                  </a:lnTo>
                  <a:lnTo>
                    <a:pt x="4093" y="11817"/>
                  </a:lnTo>
                  <a:lnTo>
                    <a:pt x="4325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3" y="8496"/>
                  </a:lnTo>
                  <a:lnTo>
                    <a:pt x="5599" y="7724"/>
                  </a:lnTo>
                  <a:lnTo>
                    <a:pt x="6024" y="6990"/>
                  </a:lnTo>
                  <a:lnTo>
                    <a:pt x="6526" y="6295"/>
                  </a:lnTo>
                  <a:lnTo>
                    <a:pt x="7067" y="5600"/>
                  </a:lnTo>
                  <a:lnTo>
                    <a:pt x="7607" y="4982"/>
                  </a:lnTo>
                  <a:lnTo>
                    <a:pt x="8225" y="4403"/>
                  </a:lnTo>
                  <a:lnTo>
                    <a:pt x="8920" y="3824"/>
                  </a:lnTo>
                  <a:lnTo>
                    <a:pt x="9615" y="3322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71" y="2086"/>
                  </a:lnTo>
                  <a:close/>
                  <a:moveTo>
                    <a:pt x="14481" y="6990"/>
                  </a:moveTo>
                  <a:lnTo>
                    <a:pt x="14481" y="7840"/>
                  </a:lnTo>
                  <a:lnTo>
                    <a:pt x="14442" y="8689"/>
                  </a:lnTo>
                  <a:lnTo>
                    <a:pt x="14288" y="9539"/>
                  </a:lnTo>
                  <a:lnTo>
                    <a:pt x="14172" y="9964"/>
                  </a:lnTo>
                  <a:lnTo>
                    <a:pt x="14056" y="10350"/>
                  </a:lnTo>
                  <a:lnTo>
                    <a:pt x="13901" y="10774"/>
                  </a:lnTo>
                  <a:lnTo>
                    <a:pt x="13708" y="11161"/>
                  </a:lnTo>
                  <a:lnTo>
                    <a:pt x="13515" y="11547"/>
                  </a:lnTo>
                  <a:lnTo>
                    <a:pt x="13284" y="11894"/>
                  </a:lnTo>
                  <a:lnTo>
                    <a:pt x="13052" y="12242"/>
                  </a:lnTo>
                  <a:lnTo>
                    <a:pt x="12782" y="12589"/>
                  </a:lnTo>
                  <a:lnTo>
                    <a:pt x="12511" y="12898"/>
                  </a:lnTo>
                  <a:lnTo>
                    <a:pt x="12202" y="13207"/>
                  </a:lnTo>
                  <a:lnTo>
                    <a:pt x="11971" y="13053"/>
                  </a:lnTo>
                  <a:lnTo>
                    <a:pt x="11700" y="12937"/>
                  </a:lnTo>
                  <a:lnTo>
                    <a:pt x="11121" y="12782"/>
                  </a:lnTo>
                  <a:lnTo>
                    <a:pt x="10542" y="12628"/>
                  </a:lnTo>
                  <a:lnTo>
                    <a:pt x="10001" y="12551"/>
                  </a:lnTo>
                  <a:lnTo>
                    <a:pt x="9422" y="12512"/>
                  </a:lnTo>
                  <a:lnTo>
                    <a:pt x="8843" y="12474"/>
                  </a:lnTo>
                  <a:lnTo>
                    <a:pt x="8302" y="12474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719" y="12667"/>
                  </a:lnTo>
                  <a:lnTo>
                    <a:pt x="6178" y="12782"/>
                  </a:lnTo>
                  <a:lnTo>
                    <a:pt x="5676" y="12937"/>
                  </a:lnTo>
                  <a:lnTo>
                    <a:pt x="5174" y="13130"/>
                  </a:lnTo>
                  <a:lnTo>
                    <a:pt x="4672" y="13362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40"/>
                  </a:lnTo>
                  <a:lnTo>
                    <a:pt x="5870" y="11161"/>
                  </a:lnTo>
                  <a:lnTo>
                    <a:pt x="6410" y="10620"/>
                  </a:lnTo>
                  <a:lnTo>
                    <a:pt x="6989" y="10118"/>
                  </a:lnTo>
                  <a:lnTo>
                    <a:pt x="7569" y="9655"/>
                  </a:lnTo>
                  <a:lnTo>
                    <a:pt x="8148" y="9230"/>
                  </a:lnTo>
                  <a:lnTo>
                    <a:pt x="8766" y="8805"/>
                  </a:lnTo>
                  <a:lnTo>
                    <a:pt x="9422" y="8458"/>
                  </a:lnTo>
                  <a:lnTo>
                    <a:pt x="10079" y="8110"/>
                  </a:lnTo>
                  <a:lnTo>
                    <a:pt x="10735" y="7840"/>
                  </a:lnTo>
                  <a:lnTo>
                    <a:pt x="11469" y="7569"/>
                  </a:lnTo>
                  <a:lnTo>
                    <a:pt x="12164" y="7376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7"/>
                  </a:moveTo>
                  <a:lnTo>
                    <a:pt x="4055" y="1854"/>
                  </a:lnTo>
                  <a:lnTo>
                    <a:pt x="3630" y="2472"/>
                  </a:lnTo>
                  <a:lnTo>
                    <a:pt x="3244" y="3129"/>
                  </a:lnTo>
                  <a:lnTo>
                    <a:pt x="2935" y="3824"/>
                  </a:lnTo>
                  <a:lnTo>
                    <a:pt x="2664" y="4519"/>
                  </a:lnTo>
                  <a:lnTo>
                    <a:pt x="2471" y="5291"/>
                  </a:lnTo>
                  <a:lnTo>
                    <a:pt x="2317" y="6025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2"/>
                  </a:lnTo>
                  <a:lnTo>
                    <a:pt x="2278" y="9114"/>
                  </a:lnTo>
                  <a:lnTo>
                    <a:pt x="2394" y="9886"/>
                  </a:lnTo>
                  <a:lnTo>
                    <a:pt x="2549" y="10620"/>
                  </a:lnTo>
                  <a:lnTo>
                    <a:pt x="2780" y="11354"/>
                  </a:lnTo>
                  <a:lnTo>
                    <a:pt x="3012" y="12087"/>
                  </a:lnTo>
                  <a:lnTo>
                    <a:pt x="3321" y="12744"/>
                  </a:lnTo>
                  <a:lnTo>
                    <a:pt x="3128" y="12898"/>
                  </a:lnTo>
                  <a:lnTo>
                    <a:pt x="2935" y="13053"/>
                  </a:lnTo>
                  <a:lnTo>
                    <a:pt x="2819" y="13246"/>
                  </a:lnTo>
                  <a:lnTo>
                    <a:pt x="2742" y="13439"/>
                  </a:lnTo>
                  <a:lnTo>
                    <a:pt x="2394" y="13014"/>
                  </a:lnTo>
                  <a:lnTo>
                    <a:pt x="2085" y="12551"/>
                  </a:lnTo>
                  <a:lnTo>
                    <a:pt x="1776" y="12087"/>
                  </a:lnTo>
                  <a:lnTo>
                    <a:pt x="1506" y="11624"/>
                  </a:lnTo>
                  <a:lnTo>
                    <a:pt x="1274" y="11122"/>
                  </a:lnTo>
                  <a:lnTo>
                    <a:pt x="1081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114"/>
                  </a:lnTo>
                  <a:lnTo>
                    <a:pt x="541" y="8573"/>
                  </a:lnTo>
                  <a:lnTo>
                    <a:pt x="502" y="8033"/>
                  </a:lnTo>
                  <a:lnTo>
                    <a:pt x="502" y="7492"/>
                  </a:lnTo>
                  <a:lnTo>
                    <a:pt x="541" y="6952"/>
                  </a:lnTo>
                  <a:lnTo>
                    <a:pt x="618" y="6411"/>
                  </a:lnTo>
                  <a:lnTo>
                    <a:pt x="772" y="5870"/>
                  </a:lnTo>
                  <a:lnTo>
                    <a:pt x="927" y="5330"/>
                  </a:lnTo>
                  <a:lnTo>
                    <a:pt x="1197" y="4673"/>
                  </a:lnTo>
                  <a:lnTo>
                    <a:pt x="1545" y="4056"/>
                  </a:lnTo>
                  <a:lnTo>
                    <a:pt x="1931" y="3476"/>
                  </a:lnTo>
                  <a:lnTo>
                    <a:pt x="2356" y="2936"/>
                  </a:lnTo>
                  <a:lnTo>
                    <a:pt x="2858" y="2434"/>
                  </a:lnTo>
                  <a:lnTo>
                    <a:pt x="3360" y="2009"/>
                  </a:lnTo>
                  <a:lnTo>
                    <a:pt x="3939" y="1584"/>
                  </a:lnTo>
                  <a:lnTo>
                    <a:pt x="4518" y="1237"/>
                  </a:lnTo>
                  <a:close/>
                  <a:moveTo>
                    <a:pt x="3862" y="12976"/>
                  </a:moveTo>
                  <a:lnTo>
                    <a:pt x="4016" y="13053"/>
                  </a:lnTo>
                  <a:lnTo>
                    <a:pt x="4170" y="13169"/>
                  </a:lnTo>
                  <a:lnTo>
                    <a:pt x="4286" y="13284"/>
                  </a:lnTo>
                  <a:lnTo>
                    <a:pt x="4325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325" y="13941"/>
                  </a:lnTo>
                  <a:lnTo>
                    <a:pt x="4209" y="14095"/>
                  </a:lnTo>
                  <a:lnTo>
                    <a:pt x="3784" y="13825"/>
                  </a:lnTo>
                  <a:lnTo>
                    <a:pt x="3360" y="13478"/>
                  </a:lnTo>
                  <a:lnTo>
                    <a:pt x="3244" y="13439"/>
                  </a:lnTo>
                  <a:lnTo>
                    <a:pt x="3166" y="13439"/>
                  </a:lnTo>
                  <a:lnTo>
                    <a:pt x="3051" y="13478"/>
                  </a:lnTo>
                  <a:lnTo>
                    <a:pt x="2973" y="13516"/>
                  </a:lnTo>
                  <a:lnTo>
                    <a:pt x="3051" y="13362"/>
                  </a:lnTo>
                  <a:lnTo>
                    <a:pt x="3166" y="13207"/>
                  </a:lnTo>
                  <a:lnTo>
                    <a:pt x="3321" y="13130"/>
                  </a:lnTo>
                  <a:lnTo>
                    <a:pt x="3475" y="13014"/>
                  </a:lnTo>
                  <a:lnTo>
                    <a:pt x="3668" y="12976"/>
                  </a:lnTo>
                  <a:close/>
                  <a:moveTo>
                    <a:pt x="9152" y="12860"/>
                  </a:moveTo>
                  <a:lnTo>
                    <a:pt x="9615" y="12898"/>
                  </a:lnTo>
                  <a:lnTo>
                    <a:pt x="10117" y="12976"/>
                  </a:lnTo>
                  <a:lnTo>
                    <a:pt x="10503" y="13014"/>
                  </a:lnTo>
                  <a:lnTo>
                    <a:pt x="11005" y="13130"/>
                  </a:lnTo>
                  <a:lnTo>
                    <a:pt x="11507" y="13246"/>
                  </a:lnTo>
                  <a:lnTo>
                    <a:pt x="11700" y="13362"/>
                  </a:lnTo>
                  <a:lnTo>
                    <a:pt x="11893" y="13478"/>
                  </a:lnTo>
                  <a:lnTo>
                    <a:pt x="11507" y="13786"/>
                  </a:lnTo>
                  <a:lnTo>
                    <a:pt x="11083" y="14018"/>
                  </a:lnTo>
                  <a:lnTo>
                    <a:pt x="10658" y="14250"/>
                  </a:lnTo>
                  <a:lnTo>
                    <a:pt x="10233" y="14443"/>
                  </a:lnTo>
                  <a:lnTo>
                    <a:pt x="9770" y="14636"/>
                  </a:lnTo>
                  <a:lnTo>
                    <a:pt x="9306" y="14752"/>
                  </a:lnTo>
                  <a:lnTo>
                    <a:pt x="8843" y="14868"/>
                  </a:lnTo>
                  <a:lnTo>
                    <a:pt x="8341" y="14945"/>
                  </a:lnTo>
                  <a:lnTo>
                    <a:pt x="7877" y="14983"/>
                  </a:lnTo>
                  <a:lnTo>
                    <a:pt x="7375" y="14983"/>
                  </a:lnTo>
                  <a:lnTo>
                    <a:pt x="6912" y="14945"/>
                  </a:lnTo>
                  <a:lnTo>
                    <a:pt x="6410" y="14868"/>
                  </a:lnTo>
                  <a:lnTo>
                    <a:pt x="5947" y="14790"/>
                  </a:lnTo>
                  <a:lnTo>
                    <a:pt x="5483" y="14636"/>
                  </a:lnTo>
                  <a:lnTo>
                    <a:pt x="5020" y="14482"/>
                  </a:lnTo>
                  <a:lnTo>
                    <a:pt x="4595" y="14288"/>
                  </a:lnTo>
                  <a:lnTo>
                    <a:pt x="4711" y="14018"/>
                  </a:lnTo>
                  <a:lnTo>
                    <a:pt x="4750" y="13748"/>
                  </a:lnTo>
                  <a:lnTo>
                    <a:pt x="4711" y="13593"/>
                  </a:lnTo>
                  <a:lnTo>
                    <a:pt x="5561" y="13323"/>
                  </a:lnTo>
                  <a:lnTo>
                    <a:pt x="6410" y="13091"/>
                  </a:lnTo>
                  <a:lnTo>
                    <a:pt x="7298" y="12937"/>
                  </a:lnTo>
                  <a:lnTo>
                    <a:pt x="8186" y="12860"/>
                  </a:lnTo>
                  <a:close/>
                  <a:moveTo>
                    <a:pt x="7607" y="1"/>
                  </a:moveTo>
                  <a:lnTo>
                    <a:pt x="6989" y="40"/>
                  </a:lnTo>
                  <a:lnTo>
                    <a:pt x="6449" y="117"/>
                  </a:lnTo>
                  <a:lnTo>
                    <a:pt x="5870" y="233"/>
                  </a:lnTo>
                  <a:lnTo>
                    <a:pt x="5329" y="387"/>
                  </a:lnTo>
                  <a:lnTo>
                    <a:pt x="4788" y="580"/>
                  </a:lnTo>
                  <a:lnTo>
                    <a:pt x="4248" y="812"/>
                  </a:lnTo>
                  <a:lnTo>
                    <a:pt x="3784" y="1121"/>
                  </a:lnTo>
                  <a:lnTo>
                    <a:pt x="3282" y="1430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2008" y="2588"/>
                  </a:lnTo>
                  <a:lnTo>
                    <a:pt x="1622" y="3013"/>
                  </a:lnTo>
                  <a:lnTo>
                    <a:pt x="1274" y="3515"/>
                  </a:lnTo>
                  <a:lnTo>
                    <a:pt x="965" y="4017"/>
                  </a:lnTo>
                  <a:lnTo>
                    <a:pt x="695" y="4596"/>
                  </a:lnTo>
                  <a:lnTo>
                    <a:pt x="425" y="5253"/>
                  </a:lnTo>
                  <a:lnTo>
                    <a:pt x="232" y="5909"/>
                  </a:lnTo>
                  <a:lnTo>
                    <a:pt x="116" y="6565"/>
                  </a:lnTo>
                  <a:lnTo>
                    <a:pt x="39" y="7222"/>
                  </a:lnTo>
                  <a:lnTo>
                    <a:pt x="0" y="7917"/>
                  </a:lnTo>
                  <a:lnTo>
                    <a:pt x="39" y="8612"/>
                  </a:lnTo>
                  <a:lnTo>
                    <a:pt x="116" y="9269"/>
                  </a:lnTo>
                  <a:lnTo>
                    <a:pt x="270" y="9925"/>
                  </a:lnTo>
                  <a:lnTo>
                    <a:pt x="463" y="10581"/>
                  </a:lnTo>
                  <a:lnTo>
                    <a:pt x="695" y="11238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0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6" y="14134"/>
                  </a:lnTo>
                  <a:lnTo>
                    <a:pt x="3475" y="14327"/>
                  </a:lnTo>
                  <a:lnTo>
                    <a:pt x="3784" y="14520"/>
                  </a:lnTo>
                  <a:lnTo>
                    <a:pt x="4132" y="14597"/>
                  </a:lnTo>
                  <a:lnTo>
                    <a:pt x="4557" y="14829"/>
                  </a:lnTo>
                  <a:lnTo>
                    <a:pt x="4981" y="14983"/>
                  </a:lnTo>
                  <a:lnTo>
                    <a:pt x="5406" y="15138"/>
                  </a:lnTo>
                  <a:lnTo>
                    <a:pt x="5870" y="15292"/>
                  </a:lnTo>
                  <a:lnTo>
                    <a:pt x="6333" y="15370"/>
                  </a:lnTo>
                  <a:lnTo>
                    <a:pt x="6796" y="15447"/>
                  </a:lnTo>
                  <a:lnTo>
                    <a:pt x="7298" y="15485"/>
                  </a:lnTo>
                  <a:lnTo>
                    <a:pt x="7762" y="15485"/>
                  </a:lnTo>
                  <a:lnTo>
                    <a:pt x="8225" y="15447"/>
                  </a:lnTo>
                  <a:lnTo>
                    <a:pt x="8688" y="15408"/>
                  </a:lnTo>
                  <a:lnTo>
                    <a:pt x="9152" y="15331"/>
                  </a:lnTo>
                  <a:lnTo>
                    <a:pt x="9615" y="15215"/>
                  </a:lnTo>
                  <a:lnTo>
                    <a:pt x="10079" y="15061"/>
                  </a:lnTo>
                  <a:lnTo>
                    <a:pt x="10542" y="14868"/>
                  </a:lnTo>
                  <a:lnTo>
                    <a:pt x="10967" y="14675"/>
                  </a:lnTo>
                  <a:lnTo>
                    <a:pt x="11391" y="14443"/>
                  </a:lnTo>
                  <a:lnTo>
                    <a:pt x="11855" y="14134"/>
                  </a:lnTo>
                  <a:lnTo>
                    <a:pt x="12318" y="13786"/>
                  </a:lnTo>
                  <a:lnTo>
                    <a:pt x="12743" y="13400"/>
                  </a:lnTo>
                  <a:lnTo>
                    <a:pt x="13129" y="12976"/>
                  </a:lnTo>
                  <a:lnTo>
                    <a:pt x="13477" y="12551"/>
                  </a:lnTo>
                  <a:lnTo>
                    <a:pt x="13786" y="12049"/>
                  </a:lnTo>
                  <a:lnTo>
                    <a:pt x="14056" y="11585"/>
                  </a:lnTo>
                  <a:lnTo>
                    <a:pt x="14288" y="11045"/>
                  </a:lnTo>
                  <a:lnTo>
                    <a:pt x="14519" y="10543"/>
                  </a:lnTo>
                  <a:lnTo>
                    <a:pt x="14674" y="10002"/>
                  </a:lnTo>
                  <a:lnTo>
                    <a:pt x="14828" y="9423"/>
                  </a:lnTo>
                  <a:lnTo>
                    <a:pt x="14905" y="8882"/>
                  </a:lnTo>
                  <a:lnTo>
                    <a:pt x="14983" y="8303"/>
                  </a:lnTo>
                  <a:lnTo>
                    <a:pt x="15021" y="7724"/>
                  </a:lnTo>
                  <a:lnTo>
                    <a:pt x="14983" y="7145"/>
                  </a:lnTo>
                  <a:lnTo>
                    <a:pt x="14944" y="6604"/>
                  </a:lnTo>
                  <a:lnTo>
                    <a:pt x="14828" y="5986"/>
                  </a:lnTo>
                  <a:lnTo>
                    <a:pt x="14674" y="5407"/>
                  </a:lnTo>
                  <a:lnTo>
                    <a:pt x="14481" y="4828"/>
                  </a:lnTo>
                  <a:lnTo>
                    <a:pt x="14249" y="4287"/>
                  </a:lnTo>
                  <a:lnTo>
                    <a:pt x="13979" y="3747"/>
                  </a:lnTo>
                  <a:lnTo>
                    <a:pt x="13670" y="3245"/>
                  </a:lnTo>
                  <a:lnTo>
                    <a:pt x="13322" y="2743"/>
                  </a:lnTo>
                  <a:lnTo>
                    <a:pt x="12936" y="2318"/>
                  </a:lnTo>
                  <a:lnTo>
                    <a:pt x="12511" y="1893"/>
                  </a:lnTo>
                  <a:lnTo>
                    <a:pt x="12048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2" y="619"/>
                  </a:lnTo>
                  <a:lnTo>
                    <a:pt x="9963" y="387"/>
                  </a:lnTo>
                  <a:lnTo>
                    <a:pt x="9383" y="233"/>
                  </a:lnTo>
                  <a:lnTo>
                    <a:pt x="8766" y="117"/>
                  </a:lnTo>
                  <a:lnTo>
                    <a:pt x="8186" y="40"/>
                  </a:lnTo>
                  <a:lnTo>
                    <a:pt x="76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5" name="Google Shape;3785;p17"/>
            <p:cNvSpPr/>
            <p:nvPr/>
          </p:nvSpPr>
          <p:spPr>
            <a:xfrm>
              <a:off x="1177425" y="952325"/>
              <a:ext cx="625575" cy="344650"/>
            </a:xfrm>
            <a:custGeom>
              <a:avLst/>
              <a:gdLst/>
              <a:ahLst/>
              <a:cxnLst/>
              <a:rect l="l" t="t" r="r" b="b"/>
              <a:pathLst>
                <a:path w="25023" h="13786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41" y="2008"/>
                  </a:lnTo>
                  <a:lnTo>
                    <a:pt x="23787" y="2124"/>
                  </a:lnTo>
                  <a:lnTo>
                    <a:pt x="23633" y="2201"/>
                  </a:lnTo>
                  <a:lnTo>
                    <a:pt x="23478" y="2201"/>
                  </a:lnTo>
                  <a:lnTo>
                    <a:pt x="23324" y="2163"/>
                  </a:lnTo>
                  <a:lnTo>
                    <a:pt x="23208" y="2047"/>
                  </a:lnTo>
                  <a:lnTo>
                    <a:pt x="23092" y="1931"/>
                  </a:lnTo>
                  <a:lnTo>
                    <a:pt x="23015" y="1815"/>
                  </a:lnTo>
                  <a:lnTo>
                    <a:pt x="22976" y="1622"/>
                  </a:lnTo>
                  <a:lnTo>
                    <a:pt x="22976" y="1429"/>
                  </a:lnTo>
                  <a:lnTo>
                    <a:pt x="23053" y="1236"/>
                  </a:lnTo>
                  <a:lnTo>
                    <a:pt x="23169" y="1081"/>
                  </a:lnTo>
                  <a:lnTo>
                    <a:pt x="23285" y="966"/>
                  </a:lnTo>
                  <a:close/>
                  <a:moveTo>
                    <a:pt x="24096" y="2394"/>
                  </a:moveTo>
                  <a:lnTo>
                    <a:pt x="24212" y="2742"/>
                  </a:lnTo>
                  <a:lnTo>
                    <a:pt x="24328" y="3089"/>
                  </a:lnTo>
                  <a:lnTo>
                    <a:pt x="24366" y="3437"/>
                  </a:lnTo>
                  <a:lnTo>
                    <a:pt x="24443" y="3784"/>
                  </a:lnTo>
                  <a:lnTo>
                    <a:pt x="24173" y="3707"/>
                  </a:lnTo>
                  <a:lnTo>
                    <a:pt x="23941" y="3591"/>
                  </a:lnTo>
                  <a:lnTo>
                    <a:pt x="23864" y="3514"/>
                  </a:lnTo>
                  <a:lnTo>
                    <a:pt x="23787" y="3398"/>
                  </a:lnTo>
                  <a:lnTo>
                    <a:pt x="23748" y="3283"/>
                  </a:lnTo>
                  <a:lnTo>
                    <a:pt x="23710" y="3128"/>
                  </a:lnTo>
                  <a:lnTo>
                    <a:pt x="23710" y="2896"/>
                  </a:lnTo>
                  <a:lnTo>
                    <a:pt x="23787" y="2703"/>
                  </a:lnTo>
                  <a:lnTo>
                    <a:pt x="23941" y="2549"/>
                  </a:lnTo>
                  <a:lnTo>
                    <a:pt x="24096" y="2394"/>
                  </a:lnTo>
                  <a:close/>
                  <a:moveTo>
                    <a:pt x="16180" y="4943"/>
                  </a:moveTo>
                  <a:lnTo>
                    <a:pt x="16296" y="4982"/>
                  </a:lnTo>
                  <a:lnTo>
                    <a:pt x="16412" y="5059"/>
                  </a:lnTo>
                  <a:lnTo>
                    <a:pt x="16489" y="5136"/>
                  </a:lnTo>
                  <a:lnTo>
                    <a:pt x="16566" y="5252"/>
                  </a:lnTo>
                  <a:lnTo>
                    <a:pt x="16566" y="5406"/>
                  </a:lnTo>
                  <a:lnTo>
                    <a:pt x="16296" y="5406"/>
                  </a:lnTo>
                  <a:lnTo>
                    <a:pt x="15678" y="5479"/>
                  </a:lnTo>
                  <a:lnTo>
                    <a:pt x="15678" y="5479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94" y="5136"/>
                  </a:lnTo>
                  <a:lnTo>
                    <a:pt x="15871" y="5059"/>
                  </a:lnTo>
                  <a:lnTo>
                    <a:pt x="15948" y="5020"/>
                  </a:lnTo>
                  <a:lnTo>
                    <a:pt x="16064" y="4943"/>
                  </a:lnTo>
                  <a:close/>
                  <a:moveTo>
                    <a:pt x="24443" y="4209"/>
                  </a:moveTo>
                  <a:lnTo>
                    <a:pt x="24443" y="4673"/>
                  </a:lnTo>
                  <a:lnTo>
                    <a:pt x="24366" y="5097"/>
                  </a:lnTo>
                  <a:lnTo>
                    <a:pt x="24250" y="5484"/>
                  </a:lnTo>
                  <a:lnTo>
                    <a:pt x="24057" y="5406"/>
                  </a:lnTo>
                  <a:lnTo>
                    <a:pt x="23903" y="5252"/>
                  </a:lnTo>
                  <a:lnTo>
                    <a:pt x="23826" y="5059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11"/>
                  </a:lnTo>
                  <a:lnTo>
                    <a:pt x="23903" y="4595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09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04"/>
                  </a:lnTo>
                  <a:lnTo>
                    <a:pt x="17995" y="4982"/>
                  </a:lnTo>
                  <a:lnTo>
                    <a:pt x="18111" y="5175"/>
                  </a:lnTo>
                  <a:lnTo>
                    <a:pt x="18149" y="5406"/>
                  </a:lnTo>
                  <a:lnTo>
                    <a:pt x="18072" y="5599"/>
                  </a:lnTo>
                  <a:lnTo>
                    <a:pt x="17570" y="5484"/>
                  </a:lnTo>
                  <a:lnTo>
                    <a:pt x="17029" y="5406"/>
                  </a:lnTo>
                  <a:lnTo>
                    <a:pt x="17068" y="5290"/>
                  </a:lnTo>
                  <a:lnTo>
                    <a:pt x="17107" y="5136"/>
                  </a:lnTo>
                  <a:lnTo>
                    <a:pt x="17184" y="5020"/>
                  </a:lnTo>
                  <a:lnTo>
                    <a:pt x="17300" y="4943"/>
                  </a:lnTo>
                  <a:lnTo>
                    <a:pt x="17416" y="4866"/>
                  </a:lnTo>
                  <a:lnTo>
                    <a:pt x="17531" y="4827"/>
                  </a:lnTo>
                  <a:close/>
                  <a:moveTo>
                    <a:pt x="14597" y="5290"/>
                  </a:moveTo>
                  <a:lnTo>
                    <a:pt x="14713" y="5329"/>
                  </a:lnTo>
                  <a:lnTo>
                    <a:pt x="14828" y="5368"/>
                  </a:lnTo>
                  <a:lnTo>
                    <a:pt x="14944" y="5445"/>
                  </a:lnTo>
                  <a:lnTo>
                    <a:pt x="15021" y="5522"/>
                  </a:lnTo>
                  <a:lnTo>
                    <a:pt x="15060" y="5638"/>
                  </a:lnTo>
                  <a:lnTo>
                    <a:pt x="14558" y="5870"/>
                  </a:lnTo>
                  <a:lnTo>
                    <a:pt x="14056" y="6101"/>
                  </a:lnTo>
                  <a:lnTo>
                    <a:pt x="14017" y="6024"/>
                  </a:lnTo>
                  <a:lnTo>
                    <a:pt x="14056" y="5792"/>
                  </a:lnTo>
                  <a:lnTo>
                    <a:pt x="14133" y="5599"/>
                  </a:lnTo>
                  <a:lnTo>
                    <a:pt x="14249" y="5406"/>
                  </a:lnTo>
                  <a:lnTo>
                    <a:pt x="14365" y="5368"/>
                  </a:lnTo>
                  <a:lnTo>
                    <a:pt x="14481" y="5329"/>
                  </a:lnTo>
                  <a:lnTo>
                    <a:pt x="14597" y="5290"/>
                  </a:lnTo>
                  <a:close/>
                  <a:moveTo>
                    <a:pt x="19115" y="5484"/>
                  </a:moveTo>
                  <a:lnTo>
                    <a:pt x="19192" y="5522"/>
                  </a:lnTo>
                  <a:lnTo>
                    <a:pt x="19308" y="5638"/>
                  </a:lnTo>
                  <a:lnTo>
                    <a:pt x="19385" y="5792"/>
                  </a:lnTo>
                  <a:lnTo>
                    <a:pt x="19385" y="5986"/>
                  </a:lnTo>
                  <a:lnTo>
                    <a:pt x="19346" y="6140"/>
                  </a:lnTo>
                  <a:lnTo>
                    <a:pt x="18613" y="5792"/>
                  </a:lnTo>
                  <a:lnTo>
                    <a:pt x="18651" y="5715"/>
                  </a:lnTo>
                  <a:lnTo>
                    <a:pt x="18690" y="5638"/>
                  </a:lnTo>
                  <a:lnTo>
                    <a:pt x="18844" y="5522"/>
                  </a:lnTo>
                  <a:lnTo>
                    <a:pt x="18999" y="5484"/>
                  </a:lnTo>
                  <a:close/>
                  <a:moveTo>
                    <a:pt x="20350" y="6063"/>
                  </a:moveTo>
                  <a:lnTo>
                    <a:pt x="20466" y="6101"/>
                  </a:lnTo>
                  <a:lnTo>
                    <a:pt x="20543" y="6179"/>
                  </a:lnTo>
                  <a:lnTo>
                    <a:pt x="20698" y="6333"/>
                  </a:lnTo>
                  <a:lnTo>
                    <a:pt x="20775" y="6526"/>
                  </a:lnTo>
                  <a:lnTo>
                    <a:pt x="20852" y="6719"/>
                  </a:lnTo>
                  <a:lnTo>
                    <a:pt x="20891" y="6912"/>
                  </a:lnTo>
                  <a:lnTo>
                    <a:pt x="20891" y="6912"/>
                  </a:lnTo>
                  <a:lnTo>
                    <a:pt x="20466" y="6719"/>
                  </a:lnTo>
                  <a:lnTo>
                    <a:pt x="20080" y="6526"/>
                  </a:lnTo>
                  <a:lnTo>
                    <a:pt x="19810" y="6372"/>
                  </a:lnTo>
                  <a:lnTo>
                    <a:pt x="19848" y="6256"/>
                  </a:lnTo>
                  <a:lnTo>
                    <a:pt x="19887" y="6179"/>
                  </a:lnTo>
                  <a:lnTo>
                    <a:pt x="20003" y="6101"/>
                  </a:lnTo>
                  <a:lnTo>
                    <a:pt x="20080" y="6063"/>
                  </a:lnTo>
                  <a:close/>
                  <a:moveTo>
                    <a:pt x="23748" y="5870"/>
                  </a:moveTo>
                  <a:lnTo>
                    <a:pt x="23941" y="5947"/>
                  </a:lnTo>
                  <a:lnTo>
                    <a:pt x="24019" y="5986"/>
                  </a:lnTo>
                  <a:lnTo>
                    <a:pt x="24096" y="5986"/>
                  </a:lnTo>
                  <a:lnTo>
                    <a:pt x="23941" y="6294"/>
                  </a:lnTo>
                  <a:lnTo>
                    <a:pt x="23748" y="6526"/>
                  </a:lnTo>
                  <a:lnTo>
                    <a:pt x="23517" y="6758"/>
                  </a:lnTo>
                  <a:lnTo>
                    <a:pt x="23246" y="6951"/>
                  </a:lnTo>
                  <a:lnTo>
                    <a:pt x="23208" y="6912"/>
                  </a:lnTo>
                  <a:lnTo>
                    <a:pt x="23092" y="6719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3" y="6179"/>
                  </a:lnTo>
                  <a:lnTo>
                    <a:pt x="23131" y="6063"/>
                  </a:lnTo>
                  <a:lnTo>
                    <a:pt x="23208" y="5986"/>
                  </a:lnTo>
                  <a:lnTo>
                    <a:pt x="23285" y="5908"/>
                  </a:lnTo>
                  <a:lnTo>
                    <a:pt x="23517" y="5870"/>
                  </a:lnTo>
                  <a:close/>
                  <a:moveTo>
                    <a:pt x="13245" y="6101"/>
                  </a:moveTo>
                  <a:lnTo>
                    <a:pt x="13477" y="6140"/>
                  </a:lnTo>
                  <a:lnTo>
                    <a:pt x="13593" y="6217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067"/>
                  </a:lnTo>
                  <a:lnTo>
                    <a:pt x="12705" y="7028"/>
                  </a:lnTo>
                  <a:lnTo>
                    <a:pt x="12666" y="6912"/>
                  </a:lnTo>
                  <a:lnTo>
                    <a:pt x="12627" y="6796"/>
                  </a:lnTo>
                  <a:lnTo>
                    <a:pt x="12627" y="6642"/>
                  </a:lnTo>
                  <a:lnTo>
                    <a:pt x="12666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98" y="6179"/>
                  </a:lnTo>
                  <a:lnTo>
                    <a:pt x="13013" y="6140"/>
                  </a:lnTo>
                  <a:lnTo>
                    <a:pt x="13129" y="6101"/>
                  </a:lnTo>
                  <a:close/>
                  <a:moveTo>
                    <a:pt x="22165" y="6565"/>
                  </a:moveTo>
                  <a:lnTo>
                    <a:pt x="22281" y="6603"/>
                  </a:lnTo>
                  <a:lnTo>
                    <a:pt x="22474" y="6681"/>
                  </a:lnTo>
                  <a:lnTo>
                    <a:pt x="22629" y="6835"/>
                  </a:lnTo>
                  <a:lnTo>
                    <a:pt x="22783" y="7028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5"/>
                  </a:lnTo>
                  <a:lnTo>
                    <a:pt x="22937" y="7105"/>
                  </a:lnTo>
                  <a:lnTo>
                    <a:pt x="22551" y="7221"/>
                  </a:lnTo>
                  <a:lnTo>
                    <a:pt x="22165" y="7221"/>
                  </a:lnTo>
                  <a:lnTo>
                    <a:pt x="21779" y="7183"/>
                  </a:lnTo>
                  <a:lnTo>
                    <a:pt x="21393" y="7105"/>
                  </a:lnTo>
                  <a:lnTo>
                    <a:pt x="21509" y="6912"/>
                  </a:lnTo>
                  <a:lnTo>
                    <a:pt x="21625" y="6719"/>
                  </a:lnTo>
                  <a:lnTo>
                    <a:pt x="21818" y="6603"/>
                  </a:lnTo>
                  <a:lnTo>
                    <a:pt x="22049" y="6565"/>
                  </a:lnTo>
                  <a:close/>
                  <a:moveTo>
                    <a:pt x="12280" y="7376"/>
                  </a:moveTo>
                  <a:lnTo>
                    <a:pt x="12473" y="7414"/>
                  </a:lnTo>
                  <a:lnTo>
                    <a:pt x="12125" y="7955"/>
                  </a:lnTo>
                  <a:lnTo>
                    <a:pt x="11816" y="8534"/>
                  </a:lnTo>
                  <a:lnTo>
                    <a:pt x="11701" y="8341"/>
                  </a:lnTo>
                  <a:lnTo>
                    <a:pt x="11662" y="8071"/>
                  </a:lnTo>
                  <a:lnTo>
                    <a:pt x="11662" y="7955"/>
                  </a:lnTo>
                  <a:lnTo>
                    <a:pt x="11701" y="7800"/>
                  </a:lnTo>
                  <a:lnTo>
                    <a:pt x="11739" y="7685"/>
                  </a:lnTo>
                  <a:lnTo>
                    <a:pt x="11816" y="7607"/>
                  </a:lnTo>
                  <a:lnTo>
                    <a:pt x="11932" y="7492"/>
                  </a:lnTo>
                  <a:lnTo>
                    <a:pt x="12048" y="7453"/>
                  </a:lnTo>
                  <a:lnTo>
                    <a:pt x="12164" y="7414"/>
                  </a:lnTo>
                  <a:lnTo>
                    <a:pt x="12280" y="7376"/>
                  </a:lnTo>
                  <a:close/>
                  <a:moveTo>
                    <a:pt x="2240" y="9345"/>
                  </a:moveTo>
                  <a:lnTo>
                    <a:pt x="2394" y="9384"/>
                  </a:lnTo>
                  <a:lnTo>
                    <a:pt x="2472" y="9461"/>
                  </a:lnTo>
                  <a:lnTo>
                    <a:pt x="2549" y="9538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9963"/>
                  </a:lnTo>
                  <a:lnTo>
                    <a:pt x="2124" y="9886"/>
                  </a:lnTo>
                  <a:lnTo>
                    <a:pt x="1661" y="9847"/>
                  </a:lnTo>
                  <a:lnTo>
                    <a:pt x="1699" y="9731"/>
                  </a:lnTo>
                  <a:lnTo>
                    <a:pt x="1738" y="9615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lnTo>
                    <a:pt x="2124" y="9345"/>
                  </a:lnTo>
                  <a:close/>
                  <a:moveTo>
                    <a:pt x="11662" y="8997"/>
                  </a:moveTo>
                  <a:lnTo>
                    <a:pt x="11469" y="9499"/>
                  </a:lnTo>
                  <a:lnTo>
                    <a:pt x="11353" y="10001"/>
                  </a:lnTo>
                  <a:lnTo>
                    <a:pt x="11276" y="10272"/>
                  </a:lnTo>
                  <a:lnTo>
                    <a:pt x="11237" y="10233"/>
                  </a:lnTo>
                  <a:lnTo>
                    <a:pt x="11083" y="10040"/>
                  </a:lnTo>
                  <a:lnTo>
                    <a:pt x="10967" y="9808"/>
                  </a:lnTo>
                  <a:lnTo>
                    <a:pt x="10928" y="9693"/>
                  </a:lnTo>
                  <a:lnTo>
                    <a:pt x="10928" y="9538"/>
                  </a:lnTo>
                  <a:lnTo>
                    <a:pt x="10967" y="9422"/>
                  </a:lnTo>
                  <a:lnTo>
                    <a:pt x="11006" y="9306"/>
                  </a:lnTo>
                  <a:lnTo>
                    <a:pt x="11121" y="9152"/>
                  </a:lnTo>
                  <a:lnTo>
                    <a:pt x="11276" y="9036"/>
                  </a:lnTo>
                  <a:lnTo>
                    <a:pt x="11469" y="8997"/>
                  </a:lnTo>
                  <a:close/>
                  <a:moveTo>
                    <a:pt x="3785" y="9731"/>
                  </a:moveTo>
                  <a:lnTo>
                    <a:pt x="3900" y="9770"/>
                  </a:lnTo>
                  <a:lnTo>
                    <a:pt x="4016" y="9886"/>
                  </a:lnTo>
                  <a:lnTo>
                    <a:pt x="4093" y="10001"/>
                  </a:lnTo>
                  <a:lnTo>
                    <a:pt x="4171" y="10117"/>
                  </a:lnTo>
                  <a:lnTo>
                    <a:pt x="4171" y="10233"/>
                  </a:lnTo>
                  <a:lnTo>
                    <a:pt x="4171" y="10388"/>
                  </a:lnTo>
                  <a:lnTo>
                    <a:pt x="4132" y="10503"/>
                  </a:lnTo>
                  <a:lnTo>
                    <a:pt x="4055" y="10619"/>
                  </a:lnTo>
                  <a:lnTo>
                    <a:pt x="3900" y="10542"/>
                  </a:lnTo>
                  <a:lnTo>
                    <a:pt x="3514" y="10310"/>
                  </a:lnTo>
                  <a:lnTo>
                    <a:pt x="3089" y="10117"/>
                  </a:lnTo>
                  <a:lnTo>
                    <a:pt x="3167" y="10001"/>
                  </a:lnTo>
                  <a:lnTo>
                    <a:pt x="3244" y="9886"/>
                  </a:lnTo>
                  <a:lnTo>
                    <a:pt x="3360" y="9808"/>
                  </a:lnTo>
                  <a:lnTo>
                    <a:pt x="3514" y="9770"/>
                  </a:lnTo>
                  <a:lnTo>
                    <a:pt x="3630" y="9731"/>
                  </a:lnTo>
                  <a:close/>
                  <a:moveTo>
                    <a:pt x="4827" y="10619"/>
                  </a:moveTo>
                  <a:lnTo>
                    <a:pt x="4943" y="10658"/>
                  </a:lnTo>
                  <a:lnTo>
                    <a:pt x="5020" y="10697"/>
                  </a:lnTo>
                  <a:lnTo>
                    <a:pt x="5097" y="10774"/>
                  </a:lnTo>
                  <a:lnTo>
                    <a:pt x="5136" y="10851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97" y="11430"/>
                  </a:lnTo>
                  <a:lnTo>
                    <a:pt x="4402" y="10890"/>
                  </a:lnTo>
                  <a:lnTo>
                    <a:pt x="4441" y="10812"/>
                  </a:lnTo>
                  <a:lnTo>
                    <a:pt x="4518" y="10735"/>
                  </a:lnTo>
                  <a:lnTo>
                    <a:pt x="4673" y="10658"/>
                  </a:lnTo>
                  <a:lnTo>
                    <a:pt x="4827" y="10619"/>
                  </a:lnTo>
                  <a:close/>
                  <a:moveTo>
                    <a:pt x="11160" y="10619"/>
                  </a:moveTo>
                  <a:lnTo>
                    <a:pt x="10967" y="11199"/>
                  </a:lnTo>
                  <a:lnTo>
                    <a:pt x="10735" y="11739"/>
                  </a:lnTo>
                  <a:lnTo>
                    <a:pt x="10697" y="11662"/>
                  </a:lnTo>
                  <a:lnTo>
                    <a:pt x="10504" y="11507"/>
                  </a:lnTo>
                  <a:lnTo>
                    <a:pt x="10426" y="11314"/>
                  </a:lnTo>
                  <a:lnTo>
                    <a:pt x="10388" y="11121"/>
                  </a:lnTo>
                  <a:lnTo>
                    <a:pt x="10465" y="10928"/>
                  </a:lnTo>
                  <a:lnTo>
                    <a:pt x="10581" y="10774"/>
                  </a:lnTo>
                  <a:lnTo>
                    <a:pt x="10735" y="10658"/>
                  </a:lnTo>
                  <a:lnTo>
                    <a:pt x="10928" y="10619"/>
                  </a:lnTo>
                  <a:close/>
                  <a:moveTo>
                    <a:pt x="5754" y="11430"/>
                  </a:moveTo>
                  <a:lnTo>
                    <a:pt x="5986" y="11469"/>
                  </a:lnTo>
                  <a:lnTo>
                    <a:pt x="6063" y="11507"/>
                  </a:lnTo>
                  <a:lnTo>
                    <a:pt x="6179" y="11546"/>
                  </a:lnTo>
                  <a:lnTo>
                    <a:pt x="6256" y="11662"/>
                  </a:lnTo>
                  <a:lnTo>
                    <a:pt x="6333" y="11739"/>
                  </a:lnTo>
                  <a:lnTo>
                    <a:pt x="6410" y="11971"/>
                  </a:lnTo>
                  <a:lnTo>
                    <a:pt x="6410" y="12203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1"/>
                  </a:lnTo>
                  <a:lnTo>
                    <a:pt x="5484" y="11585"/>
                  </a:lnTo>
                  <a:lnTo>
                    <a:pt x="5561" y="11507"/>
                  </a:lnTo>
                  <a:lnTo>
                    <a:pt x="5638" y="11469"/>
                  </a:lnTo>
                  <a:lnTo>
                    <a:pt x="5754" y="11430"/>
                  </a:lnTo>
                  <a:close/>
                  <a:moveTo>
                    <a:pt x="10542" y="12009"/>
                  </a:moveTo>
                  <a:lnTo>
                    <a:pt x="10388" y="12280"/>
                  </a:lnTo>
                  <a:lnTo>
                    <a:pt x="10195" y="12511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27"/>
                  </a:lnTo>
                  <a:lnTo>
                    <a:pt x="9654" y="12473"/>
                  </a:lnTo>
                  <a:lnTo>
                    <a:pt x="9693" y="12318"/>
                  </a:lnTo>
                  <a:lnTo>
                    <a:pt x="9808" y="12203"/>
                  </a:lnTo>
                  <a:lnTo>
                    <a:pt x="9963" y="12125"/>
                  </a:lnTo>
                  <a:lnTo>
                    <a:pt x="10156" y="12087"/>
                  </a:lnTo>
                  <a:lnTo>
                    <a:pt x="10542" y="12009"/>
                  </a:lnTo>
                  <a:close/>
                  <a:moveTo>
                    <a:pt x="7376" y="12473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0"/>
                  </a:lnTo>
                  <a:lnTo>
                    <a:pt x="7878" y="13013"/>
                  </a:lnTo>
                  <a:lnTo>
                    <a:pt x="7878" y="13168"/>
                  </a:lnTo>
                  <a:lnTo>
                    <a:pt x="7337" y="12975"/>
                  </a:lnTo>
                  <a:lnTo>
                    <a:pt x="6835" y="12743"/>
                  </a:lnTo>
                  <a:lnTo>
                    <a:pt x="6990" y="12589"/>
                  </a:lnTo>
                  <a:lnTo>
                    <a:pt x="7183" y="12511"/>
                  </a:lnTo>
                  <a:lnTo>
                    <a:pt x="7376" y="12473"/>
                  </a:lnTo>
                  <a:close/>
                  <a:moveTo>
                    <a:pt x="8959" y="12627"/>
                  </a:moveTo>
                  <a:lnTo>
                    <a:pt x="9113" y="12743"/>
                  </a:lnTo>
                  <a:lnTo>
                    <a:pt x="9229" y="12936"/>
                  </a:lnTo>
                  <a:lnTo>
                    <a:pt x="9268" y="13091"/>
                  </a:lnTo>
                  <a:lnTo>
                    <a:pt x="9268" y="13207"/>
                  </a:lnTo>
                  <a:lnTo>
                    <a:pt x="9036" y="13245"/>
                  </a:lnTo>
                  <a:lnTo>
                    <a:pt x="8804" y="13284"/>
                  </a:lnTo>
                  <a:lnTo>
                    <a:pt x="8302" y="13284"/>
                  </a:lnTo>
                  <a:lnTo>
                    <a:pt x="8341" y="13207"/>
                  </a:lnTo>
                  <a:lnTo>
                    <a:pt x="8341" y="13013"/>
                  </a:lnTo>
                  <a:lnTo>
                    <a:pt x="8418" y="12820"/>
                  </a:lnTo>
                  <a:lnTo>
                    <a:pt x="8573" y="12666"/>
                  </a:lnTo>
                  <a:lnTo>
                    <a:pt x="8650" y="12627"/>
                  </a:lnTo>
                  <a:close/>
                  <a:moveTo>
                    <a:pt x="22899" y="0"/>
                  </a:moveTo>
                  <a:lnTo>
                    <a:pt x="22822" y="77"/>
                  </a:lnTo>
                  <a:lnTo>
                    <a:pt x="22783" y="116"/>
                  </a:lnTo>
                  <a:lnTo>
                    <a:pt x="22744" y="232"/>
                  </a:lnTo>
                  <a:lnTo>
                    <a:pt x="22744" y="309"/>
                  </a:lnTo>
                  <a:lnTo>
                    <a:pt x="22822" y="386"/>
                  </a:lnTo>
                  <a:lnTo>
                    <a:pt x="22860" y="425"/>
                  </a:lnTo>
                  <a:lnTo>
                    <a:pt x="23015" y="618"/>
                  </a:lnTo>
                  <a:lnTo>
                    <a:pt x="22899" y="773"/>
                  </a:lnTo>
                  <a:lnTo>
                    <a:pt x="22783" y="927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629" y="1506"/>
                  </a:lnTo>
                  <a:lnTo>
                    <a:pt x="22629" y="1699"/>
                  </a:lnTo>
                  <a:lnTo>
                    <a:pt x="22629" y="1854"/>
                  </a:lnTo>
                  <a:lnTo>
                    <a:pt x="22706" y="2047"/>
                  </a:lnTo>
                  <a:lnTo>
                    <a:pt x="22860" y="2240"/>
                  </a:lnTo>
                  <a:lnTo>
                    <a:pt x="23053" y="2394"/>
                  </a:lnTo>
                  <a:lnTo>
                    <a:pt x="23285" y="2472"/>
                  </a:lnTo>
                  <a:lnTo>
                    <a:pt x="23517" y="2510"/>
                  </a:lnTo>
                  <a:lnTo>
                    <a:pt x="23401" y="2703"/>
                  </a:lnTo>
                  <a:lnTo>
                    <a:pt x="23362" y="2896"/>
                  </a:lnTo>
                  <a:lnTo>
                    <a:pt x="23324" y="3089"/>
                  </a:lnTo>
                  <a:lnTo>
                    <a:pt x="23362" y="3244"/>
                  </a:lnTo>
                  <a:lnTo>
                    <a:pt x="23439" y="3476"/>
                  </a:lnTo>
                  <a:lnTo>
                    <a:pt x="23594" y="3707"/>
                  </a:lnTo>
                  <a:lnTo>
                    <a:pt x="23748" y="3862"/>
                  </a:lnTo>
                  <a:lnTo>
                    <a:pt x="23980" y="3978"/>
                  </a:lnTo>
                  <a:lnTo>
                    <a:pt x="23748" y="4209"/>
                  </a:lnTo>
                  <a:lnTo>
                    <a:pt x="23555" y="4441"/>
                  </a:lnTo>
                  <a:lnTo>
                    <a:pt x="23478" y="4750"/>
                  </a:lnTo>
                  <a:lnTo>
                    <a:pt x="23439" y="4866"/>
                  </a:lnTo>
                  <a:lnTo>
                    <a:pt x="23439" y="5020"/>
                  </a:lnTo>
                  <a:lnTo>
                    <a:pt x="23517" y="5252"/>
                  </a:lnTo>
                  <a:lnTo>
                    <a:pt x="23633" y="5484"/>
                  </a:lnTo>
                  <a:lnTo>
                    <a:pt x="23401" y="5484"/>
                  </a:lnTo>
                  <a:lnTo>
                    <a:pt x="23169" y="5561"/>
                  </a:lnTo>
                  <a:lnTo>
                    <a:pt x="22976" y="5677"/>
                  </a:lnTo>
                  <a:lnTo>
                    <a:pt x="22822" y="5870"/>
                  </a:lnTo>
                  <a:lnTo>
                    <a:pt x="22706" y="6101"/>
                  </a:lnTo>
                  <a:lnTo>
                    <a:pt x="22629" y="6333"/>
                  </a:lnTo>
                  <a:lnTo>
                    <a:pt x="22474" y="6256"/>
                  </a:lnTo>
                  <a:lnTo>
                    <a:pt x="22320" y="6217"/>
                  </a:lnTo>
                  <a:lnTo>
                    <a:pt x="22165" y="6179"/>
                  </a:lnTo>
                  <a:lnTo>
                    <a:pt x="21972" y="6217"/>
                  </a:lnTo>
                  <a:lnTo>
                    <a:pt x="21740" y="6256"/>
                  </a:lnTo>
                  <a:lnTo>
                    <a:pt x="21547" y="6372"/>
                  </a:lnTo>
                  <a:lnTo>
                    <a:pt x="21354" y="6565"/>
                  </a:lnTo>
                  <a:lnTo>
                    <a:pt x="21200" y="6758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5986"/>
                  </a:lnTo>
                  <a:lnTo>
                    <a:pt x="20736" y="5870"/>
                  </a:lnTo>
                  <a:lnTo>
                    <a:pt x="20582" y="5792"/>
                  </a:lnTo>
                  <a:lnTo>
                    <a:pt x="20428" y="5754"/>
                  </a:lnTo>
                  <a:lnTo>
                    <a:pt x="20080" y="5754"/>
                  </a:lnTo>
                  <a:lnTo>
                    <a:pt x="19887" y="5831"/>
                  </a:lnTo>
                  <a:lnTo>
                    <a:pt x="19771" y="5947"/>
                  </a:lnTo>
                  <a:lnTo>
                    <a:pt x="19732" y="5715"/>
                  </a:lnTo>
                  <a:lnTo>
                    <a:pt x="19617" y="5484"/>
                  </a:lnTo>
                  <a:lnTo>
                    <a:pt x="19462" y="5290"/>
                  </a:lnTo>
                  <a:lnTo>
                    <a:pt x="19385" y="5213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52"/>
                  </a:lnTo>
                  <a:lnTo>
                    <a:pt x="18497" y="5406"/>
                  </a:lnTo>
                  <a:lnTo>
                    <a:pt x="18458" y="5252"/>
                  </a:lnTo>
                  <a:lnTo>
                    <a:pt x="18458" y="5097"/>
                  </a:lnTo>
                  <a:lnTo>
                    <a:pt x="18381" y="4982"/>
                  </a:lnTo>
                  <a:lnTo>
                    <a:pt x="18304" y="4827"/>
                  </a:lnTo>
                  <a:lnTo>
                    <a:pt x="18188" y="4750"/>
                  </a:lnTo>
                  <a:lnTo>
                    <a:pt x="18072" y="4634"/>
                  </a:lnTo>
                  <a:lnTo>
                    <a:pt x="17956" y="4557"/>
                  </a:lnTo>
                  <a:lnTo>
                    <a:pt x="17802" y="4518"/>
                  </a:lnTo>
                  <a:lnTo>
                    <a:pt x="17531" y="4518"/>
                  </a:lnTo>
                  <a:lnTo>
                    <a:pt x="17377" y="4557"/>
                  </a:lnTo>
                  <a:lnTo>
                    <a:pt x="17261" y="4634"/>
                  </a:lnTo>
                  <a:lnTo>
                    <a:pt x="17145" y="4711"/>
                  </a:lnTo>
                  <a:lnTo>
                    <a:pt x="17029" y="4827"/>
                  </a:lnTo>
                  <a:lnTo>
                    <a:pt x="16875" y="5059"/>
                  </a:lnTo>
                  <a:lnTo>
                    <a:pt x="16759" y="4904"/>
                  </a:lnTo>
                  <a:lnTo>
                    <a:pt x="16605" y="4788"/>
                  </a:lnTo>
                  <a:lnTo>
                    <a:pt x="16450" y="4673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27"/>
                  </a:lnTo>
                  <a:lnTo>
                    <a:pt x="15523" y="4982"/>
                  </a:lnTo>
                  <a:lnTo>
                    <a:pt x="15446" y="5136"/>
                  </a:lnTo>
                  <a:lnTo>
                    <a:pt x="15408" y="5290"/>
                  </a:lnTo>
                  <a:lnTo>
                    <a:pt x="15408" y="5484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29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2"/>
                  </a:lnTo>
                  <a:lnTo>
                    <a:pt x="14635" y="4943"/>
                  </a:lnTo>
                  <a:lnTo>
                    <a:pt x="14442" y="4943"/>
                  </a:lnTo>
                  <a:lnTo>
                    <a:pt x="14288" y="5020"/>
                  </a:lnTo>
                  <a:lnTo>
                    <a:pt x="14172" y="5059"/>
                  </a:lnTo>
                  <a:lnTo>
                    <a:pt x="14056" y="5175"/>
                  </a:lnTo>
                  <a:lnTo>
                    <a:pt x="13940" y="5290"/>
                  </a:lnTo>
                  <a:lnTo>
                    <a:pt x="13824" y="5522"/>
                  </a:lnTo>
                  <a:lnTo>
                    <a:pt x="13786" y="5831"/>
                  </a:lnTo>
                  <a:lnTo>
                    <a:pt x="13593" y="5715"/>
                  </a:lnTo>
                  <a:lnTo>
                    <a:pt x="13361" y="5677"/>
                  </a:lnTo>
                  <a:lnTo>
                    <a:pt x="13168" y="5677"/>
                  </a:lnTo>
                  <a:lnTo>
                    <a:pt x="12936" y="5715"/>
                  </a:lnTo>
                  <a:lnTo>
                    <a:pt x="12743" y="5831"/>
                  </a:lnTo>
                  <a:lnTo>
                    <a:pt x="12627" y="5908"/>
                  </a:lnTo>
                  <a:lnTo>
                    <a:pt x="12511" y="6063"/>
                  </a:lnTo>
                  <a:lnTo>
                    <a:pt x="12434" y="6179"/>
                  </a:lnTo>
                  <a:lnTo>
                    <a:pt x="12357" y="6333"/>
                  </a:lnTo>
                  <a:lnTo>
                    <a:pt x="12357" y="6488"/>
                  </a:lnTo>
                  <a:lnTo>
                    <a:pt x="12357" y="6681"/>
                  </a:lnTo>
                  <a:lnTo>
                    <a:pt x="12357" y="6835"/>
                  </a:lnTo>
                  <a:lnTo>
                    <a:pt x="12434" y="6990"/>
                  </a:lnTo>
                  <a:lnTo>
                    <a:pt x="12164" y="6990"/>
                  </a:lnTo>
                  <a:lnTo>
                    <a:pt x="11894" y="7105"/>
                  </a:lnTo>
                  <a:lnTo>
                    <a:pt x="11662" y="7221"/>
                  </a:lnTo>
                  <a:lnTo>
                    <a:pt x="11507" y="7376"/>
                  </a:lnTo>
                  <a:lnTo>
                    <a:pt x="11430" y="7530"/>
                  </a:lnTo>
                  <a:lnTo>
                    <a:pt x="11353" y="7685"/>
                  </a:lnTo>
                  <a:lnTo>
                    <a:pt x="11314" y="7839"/>
                  </a:lnTo>
                  <a:lnTo>
                    <a:pt x="11314" y="7994"/>
                  </a:lnTo>
                  <a:lnTo>
                    <a:pt x="11314" y="8148"/>
                  </a:lnTo>
                  <a:lnTo>
                    <a:pt x="11353" y="8302"/>
                  </a:lnTo>
                  <a:lnTo>
                    <a:pt x="11392" y="8418"/>
                  </a:lnTo>
                  <a:lnTo>
                    <a:pt x="11507" y="8573"/>
                  </a:lnTo>
                  <a:lnTo>
                    <a:pt x="11237" y="8650"/>
                  </a:lnTo>
                  <a:lnTo>
                    <a:pt x="10967" y="8766"/>
                  </a:lnTo>
                  <a:lnTo>
                    <a:pt x="10774" y="8997"/>
                  </a:lnTo>
                  <a:lnTo>
                    <a:pt x="10658" y="9229"/>
                  </a:lnTo>
                  <a:lnTo>
                    <a:pt x="10581" y="9499"/>
                  </a:lnTo>
                  <a:lnTo>
                    <a:pt x="10619" y="9770"/>
                  </a:lnTo>
                  <a:lnTo>
                    <a:pt x="10697" y="10001"/>
                  </a:lnTo>
                  <a:lnTo>
                    <a:pt x="10851" y="10233"/>
                  </a:lnTo>
                  <a:lnTo>
                    <a:pt x="10619" y="10272"/>
                  </a:lnTo>
                  <a:lnTo>
                    <a:pt x="10426" y="10388"/>
                  </a:lnTo>
                  <a:lnTo>
                    <a:pt x="10272" y="10581"/>
                  </a:lnTo>
                  <a:lnTo>
                    <a:pt x="10117" y="10774"/>
                  </a:lnTo>
                  <a:lnTo>
                    <a:pt x="10079" y="10967"/>
                  </a:lnTo>
                  <a:lnTo>
                    <a:pt x="10040" y="11199"/>
                  </a:lnTo>
                  <a:lnTo>
                    <a:pt x="10079" y="11469"/>
                  </a:lnTo>
                  <a:lnTo>
                    <a:pt x="10195" y="11662"/>
                  </a:lnTo>
                  <a:lnTo>
                    <a:pt x="9924" y="11739"/>
                  </a:lnTo>
                  <a:lnTo>
                    <a:pt x="9693" y="11816"/>
                  </a:lnTo>
                  <a:lnTo>
                    <a:pt x="9500" y="11971"/>
                  </a:lnTo>
                  <a:lnTo>
                    <a:pt x="9422" y="12087"/>
                  </a:lnTo>
                  <a:lnTo>
                    <a:pt x="9384" y="12203"/>
                  </a:lnTo>
                  <a:lnTo>
                    <a:pt x="9345" y="12318"/>
                  </a:lnTo>
                  <a:lnTo>
                    <a:pt x="9306" y="12473"/>
                  </a:lnTo>
                  <a:lnTo>
                    <a:pt x="9191" y="12357"/>
                  </a:lnTo>
                  <a:lnTo>
                    <a:pt x="9036" y="12318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18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09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3" y="12241"/>
                  </a:lnTo>
                  <a:lnTo>
                    <a:pt x="7492" y="12164"/>
                  </a:lnTo>
                  <a:lnTo>
                    <a:pt x="7221" y="12164"/>
                  </a:lnTo>
                  <a:lnTo>
                    <a:pt x="6990" y="12241"/>
                  </a:lnTo>
                  <a:lnTo>
                    <a:pt x="6796" y="12396"/>
                  </a:lnTo>
                  <a:lnTo>
                    <a:pt x="6796" y="12048"/>
                  </a:lnTo>
                  <a:lnTo>
                    <a:pt x="6758" y="11855"/>
                  </a:lnTo>
                  <a:lnTo>
                    <a:pt x="6681" y="11701"/>
                  </a:lnTo>
                  <a:lnTo>
                    <a:pt x="6603" y="11546"/>
                  </a:lnTo>
                  <a:lnTo>
                    <a:pt x="6526" y="11392"/>
                  </a:lnTo>
                  <a:lnTo>
                    <a:pt x="6410" y="11276"/>
                  </a:lnTo>
                  <a:lnTo>
                    <a:pt x="6256" y="11199"/>
                  </a:lnTo>
                  <a:lnTo>
                    <a:pt x="6063" y="11160"/>
                  </a:lnTo>
                  <a:lnTo>
                    <a:pt x="5870" y="11121"/>
                  </a:lnTo>
                  <a:lnTo>
                    <a:pt x="5715" y="11160"/>
                  </a:lnTo>
                  <a:lnTo>
                    <a:pt x="5522" y="11199"/>
                  </a:lnTo>
                  <a:lnTo>
                    <a:pt x="5522" y="10928"/>
                  </a:lnTo>
                  <a:lnTo>
                    <a:pt x="5445" y="10697"/>
                  </a:lnTo>
                  <a:lnTo>
                    <a:pt x="5329" y="10503"/>
                  </a:lnTo>
                  <a:lnTo>
                    <a:pt x="5213" y="10426"/>
                  </a:lnTo>
                  <a:lnTo>
                    <a:pt x="5097" y="10349"/>
                  </a:lnTo>
                  <a:lnTo>
                    <a:pt x="4943" y="10310"/>
                  </a:lnTo>
                  <a:lnTo>
                    <a:pt x="4673" y="10310"/>
                  </a:lnTo>
                  <a:lnTo>
                    <a:pt x="4557" y="10349"/>
                  </a:lnTo>
                  <a:lnTo>
                    <a:pt x="4518" y="10156"/>
                  </a:lnTo>
                  <a:lnTo>
                    <a:pt x="4480" y="9924"/>
                  </a:lnTo>
                  <a:lnTo>
                    <a:pt x="4364" y="9731"/>
                  </a:lnTo>
                  <a:lnTo>
                    <a:pt x="4209" y="9577"/>
                  </a:lnTo>
                  <a:lnTo>
                    <a:pt x="4093" y="9461"/>
                  </a:lnTo>
                  <a:lnTo>
                    <a:pt x="3900" y="9422"/>
                  </a:lnTo>
                  <a:lnTo>
                    <a:pt x="3746" y="9384"/>
                  </a:lnTo>
                  <a:lnTo>
                    <a:pt x="3591" y="9422"/>
                  </a:lnTo>
                  <a:lnTo>
                    <a:pt x="3437" y="9461"/>
                  </a:lnTo>
                  <a:lnTo>
                    <a:pt x="3283" y="9538"/>
                  </a:lnTo>
                  <a:lnTo>
                    <a:pt x="3128" y="9615"/>
                  </a:lnTo>
                  <a:lnTo>
                    <a:pt x="3012" y="9731"/>
                  </a:lnTo>
                  <a:lnTo>
                    <a:pt x="2974" y="9615"/>
                  </a:lnTo>
                  <a:lnTo>
                    <a:pt x="2896" y="9422"/>
                  </a:lnTo>
                  <a:lnTo>
                    <a:pt x="2781" y="9268"/>
                  </a:lnTo>
                  <a:lnTo>
                    <a:pt x="2626" y="9113"/>
                  </a:lnTo>
                  <a:lnTo>
                    <a:pt x="2433" y="9036"/>
                  </a:lnTo>
                  <a:lnTo>
                    <a:pt x="2240" y="8997"/>
                  </a:lnTo>
                  <a:lnTo>
                    <a:pt x="2047" y="8997"/>
                  </a:lnTo>
                  <a:lnTo>
                    <a:pt x="1854" y="9075"/>
                  </a:lnTo>
                  <a:lnTo>
                    <a:pt x="1699" y="9191"/>
                  </a:lnTo>
                  <a:lnTo>
                    <a:pt x="1545" y="9345"/>
                  </a:lnTo>
                  <a:lnTo>
                    <a:pt x="1429" y="9499"/>
                  </a:lnTo>
                  <a:lnTo>
                    <a:pt x="1390" y="9693"/>
                  </a:lnTo>
                  <a:lnTo>
                    <a:pt x="1352" y="9886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272"/>
                  </a:lnTo>
                  <a:lnTo>
                    <a:pt x="386" y="10426"/>
                  </a:lnTo>
                  <a:lnTo>
                    <a:pt x="271" y="10542"/>
                  </a:lnTo>
                  <a:lnTo>
                    <a:pt x="116" y="10851"/>
                  </a:lnTo>
                  <a:lnTo>
                    <a:pt x="39" y="11199"/>
                  </a:lnTo>
                  <a:lnTo>
                    <a:pt x="0" y="11546"/>
                  </a:lnTo>
                  <a:lnTo>
                    <a:pt x="77" y="11894"/>
                  </a:lnTo>
                  <a:lnTo>
                    <a:pt x="193" y="12241"/>
                  </a:lnTo>
                  <a:lnTo>
                    <a:pt x="386" y="12511"/>
                  </a:lnTo>
                  <a:lnTo>
                    <a:pt x="618" y="12782"/>
                  </a:lnTo>
                  <a:lnTo>
                    <a:pt x="811" y="12898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124" y="13091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11"/>
                  </a:lnTo>
                  <a:lnTo>
                    <a:pt x="3360" y="12203"/>
                  </a:lnTo>
                  <a:lnTo>
                    <a:pt x="3591" y="12009"/>
                  </a:lnTo>
                  <a:lnTo>
                    <a:pt x="3553" y="11932"/>
                  </a:lnTo>
                  <a:lnTo>
                    <a:pt x="3514" y="11816"/>
                  </a:lnTo>
                  <a:lnTo>
                    <a:pt x="3437" y="11739"/>
                  </a:lnTo>
                  <a:lnTo>
                    <a:pt x="3283" y="11739"/>
                  </a:lnTo>
                  <a:lnTo>
                    <a:pt x="3244" y="11816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7" y="12434"/>
                  </a:lnTo>
                  <a:lnTo>
                    <a:pt x="2317" y="12550"/>
                  </a:lnTo>
                  <a:lnTo>
                    <a:pt x="2047" y="12666"/>
                  </a:lnTo>
                  <a:lnTo>
                    <a:pt x="1429" y="12666"/>
                  </a:lnTo>
                  <a:lnTo>
                    <a:pt x="1159" y="12550"/>
                  </a:lnTo>
                  <a:lnTo>
                    <a:pt x="966" y="12434"/>
                  </a:lnTo>
                  <a:lnTo>
                    <a:pt x="811" y="12318"/>
                  </a:lnTo>
                  <a:lnTo>
                    <a:pt x="695" y="12203"/>
                  </a:lnTo>
                  <a:lnTo>
                    <a:pt x="618" y="12048"/>
                  </a:lnTo>
                  <a:lnTo>
                    <a:pt x="541" y="11855"/>
                  </a:lnTo>
                  <a:lnTo>
                    <a:pt x="502" y="11701"/>
                  </a:lnTo>
                  <a:lnTo>
                    <a:pt x="502" y="11546"/>
                  </a:lnTo>
                  <a:lnTo>
                    <a:pt x="502" y="11353"/>
                  </a:lnTo>
                  <a:lnTo>
                    <a:pt x="541" y="11199"/>
                  </a:lnTo>
                  <a:lnTo>
                    <a:pt x="579" y="11044"/>
                  </a:lnTo>
                  <a:lnTo>
                    <a:pt x="657" y="10890"/>
                  </a:lnTo>
                  <a:lnTo>
                    <a:pt x="773" y="10735"/>
                  </a:lnTo>
                  <a:lnTo>
                    <a:pt x="927" y="10619"/>
                  </a:lnTo>
                  <a:lnTo>
                    <a:pt x="1043" y="10503"/>
                  </a:lnTo>
                  <a:lnTo>
                    <a:pt x="1236" y="10426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317" y="10349"/>
                  </a:lnTo>
                  <a:lnTo>
                    <a:pt x="2587" y="10426"/>
                  </a:lnTo>
                  <a:lnTo>
                    <a:pt x="2858" y="10503"/>
                  </a:lnTo>
                  <a:lnTo>
                    <a:pt x="3128" y="10619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6"/>
                  </a:lnTo>
                  <a:lnTo>
                    <a:pt x="5908" y="12666"/>
                  </a:lnTo>
                  <a:lnTo>
                    <a:pt x="6294" y="12936"/>
                  </a:lnTo>
                  <a:lnTo>
                    <a:pt x="6681" y="13207"/>
                  </a:lnTo>
                  <a:lnTo>
                    <a:pt x="7105" y="13400"/>
                  </a:lnTo>
                  <a:lnTo>
                    <a:pt x="7530" y="13593"/>
                  </a:lnTo>
                  <a:lnTo>
                    <a:pt x="7994" y="13708"/>
                  </a:lnTo>
                  <a:lnTo>
                    <a:pt x="8457" y="13786"/>
                  </a:lnTo>
                  <a:lnTo>
                    <a:pt x="8920" y="13747"/>
                  </a:lnTo>
                  <a:lnTo>
                    <a:pt x="9345" y="13670"/>
                  </a:lnTo>
                  <a:lnTo>
                    <a:pt x="9731" y="13515"/>
                  </a:lnTo>
                  <a:lnTo>
                    <a:pt x="10079" y="13322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34"/>
                  </a:lnTo>
                  <a:lnTo>
                    <a:pt x="11121" y="12087"/>
                  </a:lnTo>
                  <a:lnTo>
                    <a:pt x="11314" y="11739"/>
                  </a:lnTo>
                  <a:lnTo>
                    <a:pt x="11507" y="11199"/>
                  </a:lnTo>
                  <a:lnTo>
                    <a:pt x="11662" y="10658"/>
                  </a:lnTo>
                  <a:lnTo>
                    <a:pt x="11971" y="9615"/>
                  </a:lnTo>
                  <a:lnTo>
                    <a:pt x="12164" y="9075"/>
                  </a:lnTo>
                  <a:lnTo>
                    <a:pt x="12357" y="8573"/>
                  </a:lnTo>
                  <a:lnTo>
                    <a:pt x="12627" y="8109"/>
                  </a:lnTo>
                  <a:lnTo>
                    <a:pt x="12936" y="7646"/>
                  </a:lnTo>
                  <a:lnTo>
                    <a:pt x="13284" y="7298"/>
                  </a:lnTo>
                  <a:lnTo>
                    <a:pt x="13631" y="6951"/>
                  </a:lnTo>
                  <a:lnTo>
                    <a:pt x="14017" y="6681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1"/>
                  </a:lnTo>
                  <a:lnTo>
                    <a:pt x="15832" y="5986"/>
                  </a:lnTo>
                  <a:lnTo>
                    <a:pt x="16296" y="5908"/>
                  </a:lnTo>
                  <a:lnTo>
                    <a:pt x="16914" y="5908"/>
                  </a:lnTo>
                  <a:lnTo>
                    <a:pt x="17454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565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30" y="7492"/>
                  </a:lnTo>
                  <a:lnTo>
                    <a:pt x="21316" y="7607"/>
                  </a:lnTo>
                  <a:lnTo>
                    <a:pt x="21740" y="7685"/>
                  </a:lnTo>
                  <a:lnTo>
                    <a:pt x="22165" y="7723"/>
                  </a:lnTo>
                  <a:lnTo>
                    <a:pt x="22590" y="7723"/>
                  </a:lnTo>
                  <a:lnTo>
                    <a:pt x="22976" y="7646"/>
                  </a:lnTo>
                  <a:lnTo>
                    <a:pt x="23362" y="7492"/>
                  </a:lnTo>
                  <a:lnTo>
                    <a:pt x="23748" y="7260"/>
                  </a:lnTo>
                  <a:lnTo>
                    <a:pt x="24057" y="6990"/>
                  </a:lnTo>
                  <a:lnTo>
                    <a:pt x="24366" y="6642"/>
                  </a:lnTo>
                  <a:lnTo>
                    <a:pt x="24598" y="6294"/>
                  </a:lnTo>
                  <a:lnTo>
                    <a:pt x="24752" y="5870"/>
                  </a:lnTo>
                  <a:lnTo>
                    <a:pt x="24907" y="5484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171"/>
                  </a:lnTo>
                  <a:lnTo>
                    <a:pt x="24984" y="3707"/>
                  </a:lnTo>
                  <a:lnTo>
                    <a:pt x="24907" y="3283"/>
                  </a:lnTo>
                  <a:lnTo>
                    <a:pt x="24791" y="2819"/>
                  </a:lnTo>
                  <a:lnTo>
                    <a:pt x="24637" y="2394"/>
                  </a:lnTo>
                  <a:lnTo>
                    <a:pt x="24482" y="1970"/>
                  </a:lnTo>
                  <a:lnTo>
                    <a:pt x="24250" y="1545"/>
                  </a:lnTo>
                  <a:lnTo>
                    <a:pt x="24057" y="1159"/>
                  </a:lnTo>
                  <a:lnTo>
                    <a:pt x="23826" y="811"/>
                  </a:lnTo>
                  <a:lnTo>
                    <a:pt x="23941" y="348"/>
                  </a:lnTo>
                  <a:lnTo>
                    <a:pt x="23594" y="193"/>
                  </a:lnTo>
                  <a:lnTo>
                    <a:pt x="23208" y="77"/>
                  </a:lnTo>
                  <a:lnTo>
                    <a:pt x="23169" y="39"/>
                  </a:lnTo>
                  <a:lnTo>
                    <a:pt x="2309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6" name="Google Shape;3786;p17"/>
            <p:cNvSpPr/>
            <p:nvPr/>
          </p:nvSpPr>
          <p:spPr>
            <a:xfrm>
              <a:off x="3792600" y="960050"/>
              <a:ext cx="625600" cy="344650"/>
            </a:xfrm>
            <a:custGeom>
              <a:avLst/>
              <a:gdLst/>
              <a:ahLst/>
              <a:cxnLst/>
              <a:rect l="l" t="t" r="r" b="b"/>
              <a:pathLst>
                <a:path w="25024" h="13786" extrusionOk="0">
                  <a:moveTo>
                    <a:pt x="23286" y="966"/>
                  </a:moveTo>
                  <a:lnTo>
                    <a:pt x="23633" y="1468"/>
                  </a:lnTo>
                  <a:lnTo>
                    <a:pt x="23942" y="2008"/>
                  </a:lnTo>
                  <a:lnTo>
                    <a:pt x="23788" y="2163"/>
                  </a:lnTo>
                  <a:lnTo>
                    <a:pt x="23633" y="2201"/>
                  </a:lnTo>
                  <a:lnTo>
                    <a:pt x="23479" y="2201"/>
                  </a:lnTo>
                  <a:lnTo>
                    <a:pt x="23324" y="2163"/>
                  </a:lnTo>
                  <a:lnTo>
                    <a:pt x="23208" y="2085"/>
                  </a:lnTo>
                  <a:lnTo>
                    <a:pt x="23093" y="1970"/>
                  </a:lnTo>
                  <a:lnTo>
                    <a:pt x="23015" y="1815"/>
                  </a:lnTo>
                  <a:lnTo>
                    <a:pt x="22977" y="1661"/>
                  </a:lnTo>
                  <a:lnTo>
                    <a:pt x="22977" y="1429"/>
                  </a:lnTo>
                  <a:lnTo>
                    <a:pt x="23054" y="1274"/>
                  </a:lnTo>
                  <a:lnTo>
                    <a:pt x="23170" y="1120"/>
                  </a:lnTo>
                  <a:lnTo>
                    <a:pt x="23286" y="966"/>
                  </a:lnTo>
                  <a:close/>
                  <a:moveTo>
                    <a:pt x="24097" y="2433"/>
                  </a:moveTo>
                  <a:lnTo>
                    <a:pt x="24212" y="2780"/>
                  </a:lnTo>
                  <a:lnTo>
                    <a:pt x="24328" y="3089"/>
                  </a:lnTo>
                  <a:lnTo>
                    <a:pt x="24367" y="3437"/>
                  </a:lnTo>
                  <a:lnTo>
                    <a:pt x="24444" y="3823"/>
                  </a:lnTo>
                  <a:lnTo>
                    <a:pt x="24174" y="3746"/>
                  </a:lnTo>
                  <a:lnTo>
                    <a:pt x="23942" y="3591"/>
                  </a:lnTo>
                  <a:lnTo>
                    <a:pt x="23865" y="3514"/>
                  </a:lnTo>
                  <a:lnTo>
                    <a:pt x="23788" y="3398"/>
                  </a:lnTo>
                  <a:lnTo>
                    <a:pt x="23749" y="3282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8" y="2742"/>
                  </a:lnTo>
                  <a:lnTo>
                    <a:pt x="23942" y="2587"/>
                  </a:lnTo>
                  <a:lnTo>
                    <a:pt x="24097" y="2433"/>
                  </a:lnTo>
                  <a:close/>
                  <a:moveTo>
                    <a:pt x="16296" y="4981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7" y="5290"/>
                  </a:lnTo>
                  <a:lnTo>
                    <a:pt x="16567" y="5406"/>
                  </a:lnTo>
                  <a:lnTo>
                    <a:pt x="16296" y="5445"/>
                  </a:lnTo>
                  <a:lnTo>
                    <a:pt x="15640" y="5522"/>
                  </a:lnTo>
                  <a:lnTo>
                    <a:pt x="15640" y="5483"/>
                  </a:lnTo>
                  <a:lnTo>
                    <a:pt x="15679" y="5368"/>
                  </a:lnTo>
                  <a:lnTo>
                    <a:pt x="15717" y="5252"/>
                  </a:lnTo>
                  <a:lnTo>
                    <a:pt x="15756" y="5175"/>
                  </a:lnTo>
                  <a:lnTo>
                    <a:pt x="15833" y="5097"/>
                  </a:lnTo>
                  <a:lnTo>
                    <a:pt x="15949" y="5020"/>
                  </a:lnTo>
                  <a:lnTo>
                    <a:pt x="16065" y="4981"/>
                  </a:lnTo>
                  <a:close/>
                  <a:moveTo>
                    <a:pt x="24444" y="4248"/>
                  </a:moveTo>
                  <a:lnTo>
                    <a:pt x="24444" y="4673"/>
                  </a:lnTo>
                  <a:lnTo>
                    <a:pt x="24367" y="5097"/>
                  </a:lnTo>
                  <a:lnTo>
                    <a:pt x="24251" y="5522"/>
                  </a:lnTo>
                  <a:lnTo>
                    <a:pt x="24058" y="5445"/>
                  </a:lnTo>
                  <a:lnTo>
                    <a:pt x="23904" y="5290"/>
                  </a:lnTo>
                  <a:lnTo>
                    <a:pt x="23826" y="5097"/>
                  </a:lnTo>
                  <a:lnTo>
                    <a:pt x="23788" y="4981"/>
                  </a:lnTo>
                  <a:lnTo>
                    <a:pt x="23788" y="4866"/>
                  </a:lnTo>
                  <a:lnTo>
                    <a:pt x="23826" y="4750"/>
                  </a:lnTo>
                  <a:lnTo>
                    <a:pt x="23865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6"/>
                  </a:lnTo>
                  <a:lnTo>
                    <a:pt x="18073" y="5638"/>
                  </a:lnTo>
                  <a:lnTo>
                    <a:pt x="17571" y="5522"/>
                  </a:lnTo>
                  <a:lnTo>
                    <a:pt x="17030" y="5445"/>
                  </a:lnTo>
                  <a:lnTo>
                    <a:pt x="17069" y="5290"/>
                  </a:lnTo>
                  <a:lnTo>
                    <a:pt x="17107" y="5175"/>
                  </a:lnTo>
                  <a:lnTo>
                    <a:pt x="17185" y="5059"/>
                  </a:lnTo>
                  <a:lnTo>
                    <a:pt x="17300" y="4943"/>
                  </a:lnTo>
                  <a:lnTo>
                    <a:pt x="17416" y="4904"/>
                  </a:lnTo>
                  <a:lnTo>
                    <a:pt x="17532" y="4866"/>
                  </a:lnTo>
                  <a:lnTo>
                    <a:pt x="17648" y="4827"/>
                  </a:lnTo>
                  <a:close/>
                  <a:moveTo>
                    <a:pt x="14713" y="5329"/>
                  </a:moveTo>
                  <a:lnTo>
                    <a:pt x="14829" y="5368"/>
                  </a:lnTo>
                  <a:lnTo>
                    <a:pt x="14906" y="5445"/>
                  </a:lnTo>
                  <a:lnTo>
                    <a:pt x="15022" y="5561"/>
                  </a:lnTo>
                  <a:lnTo>
                    <a:pt x="15061" y="5677"/>
                  </a:lnTo>
                  <a:lnTo>
                    <a:pt x="14559" y="5870"/>
                  </a:lnTo>
                  <a:lnTo>
                    <a:pt x="14057" y="6101"/>
                  </a:lnTo>
                  <a:lnTo>
                    <a:pt x="14018" y="6063"/>
                  </a:lnTo>
                  <a:lnTo>
                    <a:pt x="14057" y="5831"/>
                  </a:lnTo>
                  <a:lnTo>
                    <a:pt x="14134" y="5599"/>
                  </a:lnTo>
                  <a:lnTo>
                    <a:pt x="14250" y="5445"/>
                  </a:lnTo>
                  <a:lnTo>
                    <a:pt x="14366" y="5368"/>
                  </a:lnTo>
                  <a:lnTo>
                    <a:pt x="14443" y="5329"/>
                  </a:lnTo>
                  <a:close/>
                  <a:moveTo>
                    <a:pt x="18999" y="5483"/>
                  </a:moveTo>
                  <a:lnTo>
                    <a:pt x="19115" y="5522"/>
                  </a:lnTo>
                  <a:lnTo>
                    <a:pt x="19193" y="5561"/>
                  </a:lnTo>
                  <a:lnTo>
                    <a:pt x="19308" y="5677"/>
                  </a:lnTo>
                  <a:lnTo>
                    <a:pt x="19386" y="5831"/>
                  </a:lnTo>
                  <a:lnTo>
                    <a:pt x="19386" y="5985"/>
                  </a:lnTo>
                  <a:lnTo>
                    <a:pt x="19347" y="6179"/>
                  </a:lnTo>
                  <a:lnTo>
                    <a:pt x="18613" y="5831"/>
                  </a:lnTo>
                  <a:lnTo>
                    <a:pt x="18652" y="5754"/>
                  </a:lnTo>
                  <a:lnTo>
                    <a:pt x="18691" y="5677"/>
                  </a:lnTo>
                  <a:lnTo>
                    <a:pt x="18845" y="5522"/>
                  </a:lnTo>
                  <a:lnTo>
                    <a:pt x="18999" y="5483"/>
                  </a:lnTo>
                  <a:close/>
                  <a:moveTo>
                    <a:pt x="20197" y="6063"/>
                  </a:moveTo>
                  <a:lnTo>
                    <a:pt x="20351" y="6101"/>
                  </a:lnTo>
                  <a:lnTo>
                    <a:pt x="20467" y="6140"/>
                  </a:lnTo>
                  <a:lnTo>
                    <a:pt x="20544" y="6179"/>
                  </a:lnTo>
                  <a:lnTo>
                    <a:pt x="20699" y="6333"/>
                  </a:lnTo>
                  <a:lnTo>
                    <a:pt x="20776" y="6526"/>
                  </a:lnTo>
                  <a:lnTo>
                    <a:pt x="20814" y="6719"/>
                  </a:lnTo>
                  <a:lnTo>
                    <a:pt x="20892" y="6951"/>
                  </a:lnTo>
                  <a:lnTo>
                    <a:pt x="20467" y="6758"/>
                  </a:lnTo>
                  <a:lnTo>
                    <a:pt x="20081" y="6565"/>
                  </a:lnTo>
                  <a:lnTo>
                    <a:pt x="19810" y="6410"/>
                  </a:lnTo>
                  <a:lnTo>
                    <a:pt x="19849" y="6294"/>
                  </a:lnTo>
                  <a:lnTo>
                    <a:pt x="19888" y="6179"/>
                  </a:lnTo>
                  <a:lnTo>
                    <a:pt x="20003" y="6140"/>
                  </a:lnTo>
                  <a:lnTo>
                    <a:pt x="20081" y="6101"/>
                  </a:lnTo>
                  <a:lnTo>
                    <a:pt x="20197" y="6063"/>
                  </a:lnTo>
                  <a:close/>
                  <a:moveTo>
                    <a:pt x="23517" y="5870"/>
                  </a:moveTo>
                  <a:lnTo>
                    <a:pt x="23710" y="5908"/>
                  </a:lnTo>
                  <a:lnTo>
                    <a:pt x="23942" y="5985"/>
                  </a:lnTo>
                  <a:lnTo>
                    <a:pt x="24019" y="6024"/>
                  </a:lnTo>
                  <a:lnTo>
                    <a:pt x="24097" y="6024"/>
                  </a:lnTo>
                  <a:lnTo>
                    <a:pt x="23942" y="6294"/>
                  </a:lnTo>
                  <a:lnTo>
                    <a:pt x="23749" y="6565"/>
                  </a:lnTo>
                  <a:lnTo>
                    <a:pt x="23517" y="6796"/>
                  </a:lnTo>
                  <a:lnTo>
                    <a:pt x="23247" y="6989"/>
                  </a:lnTo>
                  <a:lnTo>
                    <a:pt x="23208" y="6951"/>
                  </a:lnTo>
                  <a:lnTo>
                    <a:pt x="23093" y="6758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4" y="6179"/>
                  </a:lnTo>
                  <a:lnTo>
                    <a:pt x="23131" y="6101"/>
                  </a:lnTo>
                  <a:lnTo>
                    <a:pt x="23208" y="6024"/>
                  </a:lnTo>
                  <a:lnTo>
                    <a:pt x="23286" y="5947"/>
                  </a:lnTo>
                  <a:lnTo>
                    <a:pt x="23517" y="5870"/>
                  </a:lnTo>
                  <a:close/>
                  <a:moveTo>
                    <a:pt x="13246" y="6101"/>
                  </a:moveTo>
                  <a:lnTo>
                    <a:pt x="13478" y="6179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9" y="6719"/>
                  </a:lnTo>
                  <a:lnTo>
                    <a:pt x="12782" y="7105"/>
                  </a:lnTo>
                  <a:lnTo>
                    <a:pt x="12705" y="7067"/>
                  </a:lnTo>
                  <a:lnTo>
                    <a:pt x="12667" y="6951"/>
                  </a:lnTo>
                  <a:lnTo>
                    <a:pt x="12628" y="6796"/>
                  </a:lnTo>
                  <a:lnTo>
                    <a:pt x="12628" y="6681"/>
                  </a:lnTo>
                  <a:lnTo>
                    <a:pt x="12667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60" y="6217"/>
                  </a:lnTo>
                  <a:lnTo>
                    <a:pt x="13014" y="6140"/>
                  </a:lnTo>
                  <a:lnTo>
                    <a:pt x="13130" y="6101"/>
                  </a:lnTo>
                  <a:close/>
                  <a:moveTo>
                    <a:pt x="22166" y="6565"/>
                  </a:moveTo>
                  <a:lnTo>
                    <a:pt x="22282" y="6603"/>
                  </a:lnTo>
                  <a:lnTo>
                    <a:pt x="22475" y="6719"/>
                  </a:lnTo>
                  <a:lnTo>
                    <a:pt x="22629" y="6874"/>
                  </a:lnTo>
                  <a:lnTo>
                    <a:pt x="22784" y="7028"/>
                  </a:lnTo>
                  <a:lnTo>
                    <a:pt x="22861" y="7067"/>
                  </a:lnTo>
                  <a:lnTo>
                    <a:pt x="22938" y="7067"/>
                  </a:lnTo>
                  <a:lnTo>
                    <a:pt x="22977" y="7105"/>
                  </a:lnTo>
                  <a:lnTo>
                    <a:pt x="22938" y="7144"/>
                  </a:lnTo>
                  <a:lnTo>
                    <a:pt x="22552" y="7221"/>
                  </a:lnTo>
                  <a:lnTo>
                    <a:pt x="22166" y="7260"/>
                  </a:lnTo>
                  <a:lnTo>
                    <a:pt x="21780" y="7221"/>
                  </a:lnTo>
                  <a:lnTo>
                    <a:pt x="21394" y="7105"/>
                  </a:lnTo>
                  <a:lnTo>
                    <a:pt x="21471" y="6912"/>
                  </a:lnTo>
                  <a:lnTo>
                    <a:pt x="21625" y="6758"/>
                  </a:lnTo>
                  <a:lnTo>
                    <a:pt x="21818" y="6603"/>
                  </a:lnTo>
                  <a:lnTo>
                    <a:pt x="22050" y="6565"/>
                  </a:lnTo>
                  <a:close/>
                  <a:moveTo>
                    <a:pt x="12280" y="7414"/>
                  </a:moveTo>
                  <a:lnTo>
                    <a:pt x="12474" y="7453"/>
                  </a:lnTo>
                  <a:lnTo>
                    <a:pt x="12126" y="7993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63" y="8109"/>
                  </a:lnTo>
                  <a:lnTo>
                    <a:pt x="11663" y="7955"/>
                  </a:lnTo>
                  <a:lnTo>
                    <a:pt x="11663" y="7839"/>
                  </a:lnTo>
                  <a:lnTo>
                    <a:pt x="11740" y="7723"/>
                  </a:lnTo>
                  <a:lnTo>
                    <a:pt x="11817" y="7607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65" y="7414"/>
                  </a:lnTo>
                  <a:close/>
                  <a:moveTo>
                    <a:pt x="2241" y="9384"/>
                  </a:moveTo>
                  <a:lnTo>
                    <a:pt x="2356" y="9422"/>
                  </a:lnTo>
                  <a:lnTo>
                    <a:pt x="2472" y="9499"/>
                  </a:lnTo>
                  <a:lnTo>
                    <a:pt x="2550" y="9577"/>
                  </a:lnTo>
                  <a:lnTo>
                    <a:pt x="2627" y="9770"/>
                  </a:lnTo>
                  <a:lnTo>
                    <a:pt x="2627" y="9886"/>
                  </a:lnTo>
                  <a:lnTo>
                    <a:pt x="2627" y="10001"/>
                  </a:lnTo>
                  <a:lnTo>
                    <a:pt x="2125" y="9886"/>
                  </a:lnTo>
                  <a:lnTo>
                    <a:pt x="1661" y="9886"/>
                  </a:lnTo>
                  <a:lnTo>
                    <a:pt x="1700" y="9770"/>
                  </a:lnTo>
                  <a:lnTo>
                    <a:pt x="1739" y="9654"/>
                  </a:lnTo>
                  <a:lnTo>
                    <a:pt x="1816" y="9538"/>
                  </a:lnTo>
                  <a:lnTo>
                    <a:pt x="1893" y="9461"/>
                  </a:lnTo>
                  <a:lnTo>
                    <a:pt x="2009" y="9384"/>
                  </a:lnTo>
                  <a:close/>
                  <a:moveTo>
                    <a:pt x="11663" y="8997"/>
                  </a:moveTo>
                  <a:lnTo>
                    <a:pt x="11470" y="9499"/>
                  </a:lnTo>
                  <a:lnTo>
                    <a:pt x="11354" y="10040"/>
                  </a:lnTo>
                  <a:lnTo>
                    <a:pt x="11276" y="10272"/>
                  </a:lnTo>
                  <a:lnTo>
                    <a:pt x="11238" y="10272"/>
                  </a:lnTo>
                  <a:lnTo>
                    <a:pt x="11083" y="10079"/>
                  </a:lnTo>
                  <a:lnTo>
                    <a:pt x="10968" y="9847"/>
                  </a:lnTo>
                  <a:lnTo>
                    <a:pt x="10929" y="9692"/>
                  </a:lnTo>
                  <a:lnTo>
                    <a:pt x="10929" y="9577"/>
                  </a:lnTo>
                  <a:lnTo>
                    <a:pt x="10968" y="9461"/>
                  </a:lnTo>
                  <a:lnTo>
                    <a:pt x="11006" y="9345"/>
                  </a:lnTo>
                  <a:lnTo>
                    <a:pt x="11122" y="9152"/>
                  </a:lnTo>
                  <a:lnTo>
                    <a:pt x="11276" y="9075"/>
                  </a:lnTo>
                  <a:lnTo>
                    <a:pt x="11470" y="8997"/>
                  </a:lnTo>
                  <a:close/>
                  <a:moveTo>
                    <a:pt x="3785" y="9770"/>
                  </a:moveTo>
                  <a:lnTo>
                    <a:pt x="3901" y="9808"/>
                  </a:lnTo>
                  <a:lnTo>
                    <a:pt x="4017" y="9886"/>
                  </a:lnTo>
                  <a:lnTo>
                    <a:pt x="4094" y="10001"/>
                  </a:lnTo>
                  <a:lnTo>
                    <a:pt x="4133" y="10117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4" y="10542"/>
                  </a:lnTo>
                  <a:lnTo>
                    <a:pt x="4017" y="10658"/>
                  </a:lnTo>
                  <a:lnTo>
                    <a:pt x="3862" y="10542"/>
                  </a:lnTo>
                  <a:lnTo>
                    <a:pt x="3515" y="10349"/>
                  </a:lnTo>
                  <a:lnTo>
                    <a:pt x="3090" y="10156"/>
                  </a:lnTo>
                  <a:lnTo>
                    <a:pt x="3129" y="10040"/>
                  </a:lnTo>
                  <a:lnTo>
                    <a:pt x="3245" y="9924"/>
                  </a:lnTo>
                  <a:lnTo>
                    <a:pt x="3360" y="9847"/>
                  </a:lnTo>
                  <a:lnTo>
                    <a:pt x="3515" y="9770"/>
                  </a:lnTo>
                  <a:close/>
                  <a:moveTo>
                    <a:pt x="4944" y="10658"/>
                  </a:moveTo>
                  <a:lnTo>
                    <a:pt x="5021" y="10735"/>
                  </a:lnTo>
                  <a:lnTo>
                    <a:pt x="5098" y="10774"/>
                  </a:lnTo>
                  <a:lnTo>
                    <a:pt x="5137" y="10890"/>
                  </a:lnTo>
                  <a:lnTo>
                    <a:pt x="5175" y="11044"/>
                  </a:lnTo>
                  <a:lnTo>
                    <a:pt x="5137" y="11237"/>
                  </a:lnTo>
                  <a:lnTo>
                    <a:pt x="5098" y="11430"/>
                  </a:lnTo>
                  <a:lnTo>
                    <a:pt x="4403" y="10928"/>
                  </a:lnTo>
                  <a:lnTo>
                    <a:pt x="4442" y="10812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1" y="10619"/>
                  </a:moveTo>
                  <a:lnTo>
                    <a:pt x="10968" y="11198"/>
                  </a:lnTo>
                  <a:lnTo>
                    <a:pt x="10736" y="11739"/>
                  </a:lnTo>
                  <a:lnTo>
                    <a:pt x="10659" y="11700"/>
                  </a:lnTo>
                  <a:lnTo>
                    <a:pt x="10504" y="11546"/>
                  </a:lnTo>
                  <a:lnTo>
                    <a:pt x="10427" y="11353"/>
                  </a:lnTo>
                  <a:lnTo>
                    <a:pt x="10388" y="11160"/>
                  </a:lnTo>
                  <a:lnTo>
                    <a:pt x="10466" y="10967"/>
                  </a:lnTo>
                  <a:lnTo>
                    <a:pt x="10581" y="10812"/>
                  </a:lnTo>
                  <a:lnTo>
                    <a:pt x="10736" y="10696"/>
                  </a:lnTo>
                  <a:lnTo>
                    <a:pt x="10929" y="10619"/>
                  </a:lnTo>
                  <a:close/>
                  <a:moveTo>
                    <a:pt x="5986" y="11469"/>
                  </a:moveTo>
                  <a:lnTo>
                    <a:pt x="6063" y="11507"/>
                  </a:lnTo>
                  <a:lnTo>
                    <a:pt x="6179" y="11585"/>
                  </a:lnTo>
                  <a:lnTo>
                    <a:pt x="6257" y="11662"/>
                  </a:lnTo>
                  <a:lnTo>
                    <a:pt x="6334" y="11778"/>
                  </a:lnTo>
                  <a:lnTo>
                    <a:pt x="6372" y="12009"/>
                  </a:lnTo>
                  <a:lnTo>
                    <a:pt x="6411" y="12241"/>
                  </a:lnTo>
                  <a:lnTo>
                    <a:pt x="6372" y="12473"/>
                  </a:lnTo>
                  <a:lnTo>
                    <a:pt x="5909" y="12087"/>
                  </a:lnTo>
                  <a:lnTo>
                    <a:pt x="5407" y="11700"/>
                  </a:lnTo>
                  <a:lnTo>
                    <a:pt x="5446" y="11623"/>
                  </a:lnTo>
                  <a:lnTo>
                    <a:pt x="5561" y="11546"/>
                  </a:lnTo>
                  <a:lnTo>
                    <a:pt x="5639" y="11507"/>
                  </a:lnTo>
                  <a:lnTo>
                    <a:pt x="5755" y="11469"/>
                  </a:lnTo>
                  <a:close/>
                  <a:moveTo>
                    <a:pt x="10543" y="12048"/>
                  </a:moveTo>
                  <a:lnTo>
                    <a:pt x="10388" y="12318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1" y="12936"/>
                  </a:lnTo>
                  <a:lnTo>
                    <a:pt x="9771" y="12859"/>
                  </a:lnTo>
                  <a:lnTo>
                    <a:pt x="9655" y="12666"/>
                  </a:lnTo>
                  <a:lnTo>
                    <a:pt x="9655" y="12473"/>
                  </a:lnTo>
                  <a:lnTo>
                    <a:pt x="9693" y="12357"/>
                  </a:lnTo>
                  <a:lnTo>
                    <a:pt x="9809" y="12241"/>
                  </a:lnTo>
                  <a:lnTo>
                    <a:pt x="9964" y="12164"/>
                  </a:lnTo>
                  <a:lnTo>
                    <a:pt x="10157" y="12087"/>
                  </a:lnTo>
                  <a:lnTo>
                    <a:pt x="10543" y="12048"/>
                  </a:lnTo>
                  <a:close/>
                  <a:moveTo>
                    <a:pt x="7376" y="12511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40" y="12820"/>
                  </a:lnTo>
                  <a:lnTo>
                    <a:pt x="7878" y="13013"/>
                  </a:lnTo>
                  <a:lnTo>
                    <a:pt x="7878" y="13206"/>
                  </a:lnTo>
                  <a:lnTo>
                    <a:pt x="7840" y="13206"/>
                  </a:lnTo>
                  <a:lnTo>
                    <a:pt x="7338" y="13013"/>
                  </a:lnTo>
                  <a:lnTo>
                    <a:pt x="6836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1"/>
                  </a:lnTo>
                  <a:close/>
                  <a:moveTo>
                    <a:pt x="8844" y="12627"/>
                  </a:moveTo>
                  <a:lnTo>
                    <a:pt x="8960" y="12666"/>
                  </a:lnTo>
                  <a:lnTo>
                    <a:pt x="9114" y="12782"/>
                  </a:lnTo>
                  <a:lnTo>
                    <a:pt x="9191" y="12936"/>
                  </a:lnTo>
                  <a:lnTo>
                    <a:pt x="9230" y="13129"/>
                  </a:lnTo>
                  <a:lnTo>
                    <a:pt x="9269" y="13206"/>
                  </a:lnTo>
                  <a:lnTo>
                    <a:pt x="9037" y="13284"/>
                  </a:lnTo>
                  <a:lnTo>
                    <a:pt x="8805" y="13322"/>
                  </a:lnTo>
                  <a:lnTo>
                    <a:pt x="8573" y="13322"/>
                  </a:lnTo>
                  <a:lnTo>
                    <a:pt x="8303" y="13284"/>
                  </a:lnTo>
                  <a:lnTo>
                    <a:pt x="8303" y="13206"/>
                  </a:lnTo>
                  <a:lnTo>
                    <a:pt x="8342" y="13013"/>
                  </a:lnTo>
                  <a:lnTo>
                    <a:pt x="8419" y="12820"/>
                  </a:lnTo>
                  <a:lnTo>
                    <a:pt x="8573" y="12704"/>
                  </a:lnTo>
                  <a:lnTo>
                    <a:pt x="8651" y="12666"/>
                  </a:lnTo>
                  <a:lnTo>
                    <a:pt x="8767" y="12627"/>
                  </a:lnTo>
                  <a:close/>
                  <a:moveTo>
                    <a:pt x="22977" y="0"/>
                  </a:moveTo>
                  <a:lnTo>
                    <a:pt x="22900" y="39"/>
                  </a:lnTo>
                  <a:lnTo>
                    <a:pt x="22822" y="77"/>
                  </a:lnTo>
                  <a:lnTo>
                    <a:pt x="22784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822" y="425"/>
                  </a:lnTo>
                  <a:lnTo>
                    <a:pt x="22861" y="464"/>
                  </a:lnTo>
                  <a:lnTo>
                    <a:pt x="23015" y="657"/>
                  </a:lnTo>
                  <a:lnTo>
                    <a:pt x="22900" y="772"/>
                  </a:lnTo>
                  <a:lnTo>
                    <a:pt x="22784" y="966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1" y="1506"/>
                  </a:lnTo>
                  <a:lnTo>
                    <a:pt x="22591" y="1699"/>
                  </a:lnTo>
                  <a:lnTo>
                    <a:pt x="22629" y="1892"/>
                  </a:lnTo>
                  <a:lnTo>
                    <a:pt x="22706" y="2047"/>
                  </a:lnTo>
                  <a:lnTo>
                    <a:pt x="22861" y="2278"/>
                  </a:lnTo>
                  <a:lnTo>
                    <a:pt x="23054" y="2394"/>
                  </a:lnTo>
                  <a:lnTo>
                    <a:pt x="23247" y="2510"/>
                  </a:lnTo>
                  <a:lnTo>
                    <a:pt x="23479" y="2510"/>
                  </a:lnTo>
                  <a:lnTo>
                    <a:pt x="23402" y="2703"/>
                  </a:lnTo>
                  <a:lnTo>
                    <a:pt x="23363" y="2896"/>
                  </a:lnTo>
                  <a:lnTo>
                    <a:pt x="23324" y="3089"/>
                  </a:lnTo>
                  <a:lnTo>
                    <a:pt x="23363" y="3282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900"/>
                  </a:lnTo>
                  <a:lnTo>
                    <a:pt x="23981" y="4016"/>
                  </a:lnTo>
                  <a:lnTo>
                    <a:pt x="23749" y="4209"/>
                  </a:lnTo>
                  <a:lnTo>
                    <a:pt x="23556" y="4479"/>
                  </a:lnTo>
                  <a:lnTo>
                    <a:pt x="23479" y="4750"/>
                  </a:lnTo>
                  <a:lnTo>
                    <a:pt x="23440" y="4904"/>
                  </a:lnTo>
                  <a:lnTo>
                    <a:pt x="23440" y="5020"/>
                  </a:lnTo>
                  <a:lnTo>
                    <a:pt x="23517" y="5290"/>
                  </a:lnTo>
                  <a:lnTo>
                    <a:pt x="23633" y="5483"/>
                  </a:lnTo>
                  <a:lnTo>
                    <a:pt x="23402" y="5522"/>
                  </a:lnTo>
                  <a:lnTo>
                    <a:pt x="23170" y="5561"/>
                  </a:lnTo>
                  <a:lnTo>
                    <a:pt x="22977" y="5715"/>
                  </a:lnTo>
                  <a:lnTo>
                    <a:pt x="22784" y="5870"/>
                  </a:lnTo>
                  <a:lnTo>
                    <a:pt x="22706" y="6101"/>
                  </a:lnTo>
                  <a:lnTo>
                    <a:pt x="22629" y="6372"/>
                  </a:lnTo>
                  <a:lnTo>
                    <a:pt x="22475" y="6294"/>
                  </a:lnTo>
                  <a:lnTo>
                    <a:pt x="22320" y="6256"/>
                  </a:lnTo>
                  <a:lnTo>
                    <a:pt x="22166" y="6217"/>
                  </a:lnTo>
                  <a:lnTo>
                    <a:pt x="21973" y="6217"/>
                  </a:lnTo>
                  <a:lnTo>
                    <a:pt x="21741" y="6294"/>
                  </a:lnTo>
                  <a:lnTo>
                    <a:pt x="21509" y="6410"/>
                  </a:lnTo>
                  <a:lnTo>
                    <a:pt x="21355" y="6565"/>
                  </a:lnTo>
                  <a:lnTo>
                    <a:pt x="21201" y="6796"/>
                  </a:lnTo>
                  <a:lnTo>
                    <a:pt x="21123" y="6449"/>
                  </a:lnTo>
                  <a:lnTo>
                    <a:pt x="20969" y="6140"/>
                  </a:lnTo>
                  <a:lnTo>
                    <a:pt x="20853" y="6024"/>
                  </a:lnTo>
                  <a:lnTo>
                    <a:pt x="20737" y="5908"/>
                  </a:lnTo>
                  <a:lnTo>
                    <a:pt x="20583" y="5831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81" y="5792"/>
                  </a:lnTo>
                  <a:lnTo>
                    <a:pt x="19888" y="5870"/>
                  </a:lnTo>
                  <a:lnTo>
                    <a:pt x="19772" y="5947"/>
                  </a:lnTo>
                  <a:lnTo>
                    <a:pt x="19733" y="5715"/>
                  </a:lnTo>
                  <a:lnTo>
                    <a:pt x="19617" y="5483"/>
                  </a:lnTo>
                  <a:lnTo>
                    <a:pt x="19463" y="5329"/>
                  </a:lnTo>
                  <a:lnTo>
                    <a:pt x="19386" y="5252"/>
                  </a:lnTo>
                  <a:lnTo>
                    <a:pt x="19270" y="5175"/>
                  </a:lnTo>
                  <a:lnTo>
                    <a:pt x="19038" y="5136"/>
                  </a:lnTo>
                  <a:lnTo>
                    <a:pt x="18845" y="5175"/>
                  </a:lnTo>
                  <a:lnTo>
                    <a:pt x="18652" y="5290"/>
                  </a:lnTo>
                  <a:lnTo>
                    <a:pt x="18497" y="5406"/>
                  </a:lnTo>
                  <a:lnTo>
                    <a:pt x="18459" y="5252"/>
                  </a:lnTo>
                  <a:lnTo>
                    <a:pt x="18420" y="5136"/>
                  </a:lnTo>
                  <a:lnTo>
                    <a:pt x="18382" y="4981"/>
                  </a:lnTo>
                  <a:lnTo>
                    <a:pt x="18304" y="4866"/>
                  </a:lnTo>
                  <a:lnTo>
                    <a:pt x="18189" y="4750"/>
                  </a:lnTo>
                  <a:lnTo>
                    <a:pt x="18073" y="4673"/>
                  </a:lnTo>
                  <a:lnTo>
                    <a:pt x="17957" y="4595"/>
                  </a:lnTo>
                  <a:lnTo>
                    <a:pt x="17802" y="4557"/>
                  </a:lnTo>
                  <a:lnTo>
                    <a:pt x="17648" y="4518"/>
                  </a:lnTo>
                  <a:lnTo>
                    <a:pt x="17493" y="4557"/>
                  </a:lnTo>
                  <a:lnTo>
                    <a:pt x="17378" y="4595"/>
                  </a:lnTo>
                  <a:lnTo>
                    <a:pt x="17262" y="4634"/>
                  </a:lnTo>
                  <a:lnTo>
                    <a:pt x="17146" y="4750"/>
                  </a:lnTo>
                  <a:lnTo>
                    <a:pt x="17030" y="4827"/>
                  </a:lnTo>
                  <a:lnTo>
                    <a:pt x="16876" y="5097"/>
                  </a:lnTo>
                  <a:lnTo>
                    <a:pt x="16760" y="4943"/>
                  </a:lnTo>
                  <a:lnTo>
                    <a:pt x="16605" y="4788"/>
                  </a:lnTo>
                  <a:lnTo>
                    <a:pt x="16451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9" y="4673"/>
                  </a:lnTo>
                  <a:lnTo>
                    <a:pt x="15794" y="4750"/>
                  </a:lnTo>
                  <a:lnTo>
                    <a:pt x="15640" y="4866"/>
                  </a:lnTo>
                  <a:lnTo>
                    <a:pt x="15524" y="4981"/>
                  </a:lnTo>
                  <a:lnTo>
                    <a:pt x="15447" y="5136"/>
                  </a:lnTo>
                  <a:lnTo>
                    <a:pt x="15408" y="5329"/>
                  </a:lnTo>
                  <a:lnTo>
                    <a:pt x="15408" y="5483"/>
                  </a:lnTo>
                  <a:lnTo>
                    <a:pt x="15447" y="5561"/>
                  </a:lnTo>
                  <a:lnTo>
                    <a:pt x="15408" y="5561"/>
                  </a:lnTo>
                  <a:lnTo>
                    <a:pt x="15331" y="5368"/>
                  </a:lnTo>
                  <a:lnTo>
                    <a:pt x="15177" y="5175"/>
                  </a:lnTo>
                  <a:lnTo>
                    <a:pt x="15022" y="5059"/>
                  </a:lnTo>
                  <a:lnTo>
                    <a:pt x="14829" y="4981"/>
                  </a:lnTo>
                  <a:lnTo>
                    <a:pt x="14636" y="4943"/>
                  </a:lnTo>
                  <a:lnTo>
                    <a:pt x="14443" y="4981"/>
                  </a:lnTo>
                  <a:lnTo>
                    <a:pt x="14288" y="5020"/>
                  </a:lnTo>
                  <a:lnTo>
                    <a:pt x="14134" y="5097"/>
                  </a:lnTo>
                  <a:lnTo>
                    <a:pt x="14057" y="5175"/>
                  </a:lnTo>
                  <a:lnTo>
                    <a:pt x="13941" y="5290"/>
                  </a:lnTo>
                  <a:lnTo>
                    <a:pt x="13825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2" y="5715"/>
                  </a:lnTo>
                  <a:lnTo>
                    <a:pt x="13169" y="5715"/>
                  </a:lnTo>
                  <a:lnTo>
                    <a:pt x="12937" y="5754"/>
                  </a:lnTo>
                  <a:lnTo>
                    <a:pt x="12744" y="5831"/>
                  </a:lnTo>
                  <a:lnTo>
                    <a:pt x="12589" y="5947"/>
                  </a:lnTo>
                  <a:lnTo>
                    <a:pt x="12512" y="6063"/>
                  </a:lnTo>
                  <a:lnTo>
                    <a:pt x="12435" y="6217"/>
                  </a:lnTo>
                  <a:lnTo>
                    <a:pt x="12358" y="6372"/>
                  </a:lnTo>
                  <a:lnTo>
                    <a:pt x="12358" y="6526"/>
                  </a:lnTo>
                  <a:lnTo>
                    <a:pt x="12358" y="6681"/>
                  </a:lnTo>
                  <a:lnTo>
                    <a:pt x="12358" y="6835"/>
                  </a:lnTo>
                  <a:lnTo>
                    <a:pt x="12435" y="6989"/>
                  </a:lnTo>
                  <a:lnTo>
                    <a:pt x="12165" y="7028"/>
                  </a:lnTo>
                  <a:lnTo>
                    <a:pt x="11894" y="7105"/>
                  </a:lnTo>
                  <a:lnTo>
                    <a:pt x="11663" y="7221"/>
                  </a:lnTo>
                  <a:lnTo>
                    <a:pt x="11508" y="7414"/>
                  </a:lnTo>
                  <a:lnTo>
                    <a:pt x="11392" y="7530"/>
                  </a:lnTo>
                  <a:lnTo>
                    <a:pt x="11354" y="7685"/>
                  </a:lnTo>
                  <a:lnTo>
                    <a:pt x="11315" y="7839"/>
                  </a:lnTo>
                  <a:lnTo>
                    <a:pt x="11276" y="7993"/>
                  </a:lnTo>
                  <a:lnTo>
                    <a:pt x="11315" y="8148"/>
                  </a:lnTo>
                  <a:lnTo>
                    <a:pt x="11354" y="8302"/>
                  </a:lnTo>
                  <a:lnTo>
                    <a:pt x="11392" y="8457"/>
                  </a:lnTo>
                  <a:lnTo>
                    <a:pt x="11470" y="8611"/>
                  </a:lnTo>
                  <a:lnTo>
                    <a:pt x="11199" y="8650"/>
                  </a:lnTo>
                  <a:lnTo>
                    <a:pt x="10968" y="8804"/>
                  </a:lnTo>
                  <a:lnTo>
                    <a:pt x="10774" y="8997"/>
                  </a:lnTo>
                  <a:lnTo>
                    <a:pt x="10659" y="9229"/>
                  </a:lnTo>
                  <a:lnTo>
                    <a:pt x="10581" y="9499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2" y="10233"/>
                  </a:lnTo>
                  <a:lnTo>
                    <a:pt x="10620" y="10310"/>
                  </a:lnTo>
                  <a:lnTo>
                    <a:pt x="10427" y="10426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79" y="11005"/>
                  </a:lnTo>
                  <a:lnTo>
                    <a:pt x="10041" y="11237"/>
                  </a:lnTo>
                  <a:lnTo>
                    <a:pt x="10079" y="11469"/>
                  </a:lnTo>
                  <a:lnTo>
                    <a:pt x="10195" y="11700"/>
                  </a:lnTo>
                  <a:lnTo>
                    <a:pt x="9925" y="11739"/>
                  </a:lnTo>
                  <a:lnTo>
                    <a:pt x="9693" y="11855"/>
                  </a:lnTo>
                  <a:lnTo>
                    <a:pt x="9500" y="12009"/>
                  </a:lnTo>
                  <a:lnTo>
                    <a:pt x="9423" y="12087"/>
                  </a:lnTo>
                  <a:lnTo>
                    <a:pt x="9384" y="12202"/>
                  </a:lnTo>
                  <a:lnTo>
                    <a:pt x="9346" y="12318"/>
                  </a:lnTo>
                  <a:lnTo>
                    <a:pt x="9307" y="12473"/>
                  </a:lnTo>
                  <a:lnTo>
                    <a:pt x="9191" y="12396"/>
                  </a:lnTo>
                  <a:lnTo>
                    <a:pt x="9037" y="12318"/>
                  </a:lnTo>
                  <a:lnTo>
                    <a:pt x="8882" y="12280"/>
                  </a:lnTo>
                  <a:lnTo>
                    <a:pt x="8728" y="12280"/>
                  </a:lnTo>
                  <a:lnTo>
                    <a:pt x="8535" y="12357"/>
                  </a:lnTo>
                  <a:lnTo>
                    <a:pt x="8380" y="12434"/>
                  </a:lnTo>
                  <a:lnTo>
                    <a:pt x="8265" y="12550"/>
                  </a:lnTo>
                  <a:lnTo>
                    <a:pt x="8187" y="12704"/>
                  </a:lnTo>
                  <a:lnTo>
                    <a:pt x="8110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4" y="12241"/>
                  </a:lnTo>
                  <a:lnTo>
                    <a:pt x="7492" y="12164"/>
                  </a:lnTo>
                  <a:lnTo>
                    <a:pt x="7222" y="12202"/>
                  </a:lnTo>
                  <a:lnTo>
                    <a:pt x="6990" y="12280"/>
                  </a:lnTo>
                  <a:lnTo>
                    <a:pt x="6797" y="12434"/>
                  </a:lnTo>
                  <a:lnTo>
                    <a:pt x="6797" y="12048"/>
                  </a:lnTo>
                  <a:lnTo>
                    <a:pt x="6759" y="11894"/>
                  </a:lnTo>
                  <a:lnTo>
                    <a:pt x="6681" y="11700"/>
                  </a:lnTo>
                  <a:lnTo>
                    <a:pt x="6604" y="11546"/>
                  </a:lnTo>
                  <a:lnTo>
                    <a:pt x="6527" y="11430"/>
                  </a:lnTo>
                  <a:lnTo>
                    <a:pt x="6372" y="11314"/>
                  </a:lnTo>
                  <a:lnTo>
                    <a:pt x="6218" y="11198"/>
                  </a:lnTo>
                  <a:lnTo>
                    <a:pt x="6063" y="11160"/>
                  </a:lnTo>
                  <a:lnTo>
                    <a:pt x="5716" y="11160"/>
                  </a:lnTo>
                  <a:lnTo>
                    <a:pt x="5523" y="11237"/>
                  </a:lnTo>
                  <a:lnTo>
                    <a:pt x="5523" y="10967"/>
                  </a:lnTo>
                  <a:lnTo>
                    <a:pt x="5446" y="10735"/>
                  </a:lnTo>
                  <a:lnTo>
                    <a:pt x="5330" y="10503"/>
                  </a:lnTo>
                  <a:lnTo>
                    <a:pt x="5214" y="10426"/>
                  </a:lnTo>
                  <a:lnTo>
                    <a:pt x="5098" y="10388"/>
                  </a:lnTo>
                  <a:lnTo>
                    <a:pt x="4944" y="10310"/>
                  </a:lnTo>
                  <a:lnTo>
                    <a:pt x="4828" y="10310"/>
                  </a:lnTo>
                  <a:lnTo>
                    <a:pt x="4673" y="10349"/>
                  </a:lnTo>
                  <a:lnTo>
                    <a:pt x="4519" y="10388"/>
                  </a:lnTo>
                  <a:lnTo>
                    <a:pt x="4519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10" y="9577"/>
                  </a:lnTo>
                  <a:lnTo>
                    <a:pt x="4056" y="9499"/>
                  </a:lnTo>
                  <a:lnTo>
                    <a:pt x="3901" y="9461"/>
                  </a:lnTo>
                  <a:lnTo>
                    <a:pt x="3747" y="9422"/>
                  </a:lnTo>
                  <a:lnTo>
                    <a:pt x="3592" y="9422"/>
                  </a:lnTo>
                  <a:lnTo>
                    <a:pt x="3399" y="9461"/>
                  </a:lnTo>
                  <a:lnTo>
                    <a:pt x="3283" y="9538"/>
                  </a:lnTo>
                  <a:lnTo>
                    <a:pt x="3129" y="9615"/>
                  </a:lnTo>
                  <a:lnTo>
                    <a:pt x="3013" y="9770"/>
                  </a:lnTo>
                  <a:lnTo>
                    <a:pt x="2974" y="9615"/>
                  </a:lnTo>
                  <a:lnTo>
                    <a:pt x="2897" y="9461"/>
                  </a:lnTo>
                  <a:lnTo>
                    <a:pt x="2781" y="9268"/>
                  </a:lnTo>
                  <a:lnTo>
                    <a:pt x="2627" y="9152"/>
                  </a:lnTo>
                  <a:lnTo>
                    <a:pt x="2434" y="9036"/>
                  </a:lnTo>
                  <a:lnTo>
                    <a:pt x="2241" y="8997"/>
                  </a:lnTo>
                  <a:lnTo>
                    <a:pt x="2048" y="9036"/>
                  </a:lnTo>
                  <a:lnTo>
                    <a:pt x="1854" y="9113"/>
                  </a:lnTo>
                  <a:lnTo>
                    <a:pt x="1700" y="9190"/>
                  </a:lnTo>
                  <a:lnTo>
                    <a:pt x="1546" y="9345"/>
                  </a:lnTo>
                  <a:lnTo>
                    <a:pt x="1430" y="9538"/>
                  </a:lnTo>
                  <a:lnTo>
                    <a:pt x="1391" y="9731"/>
                  </a:lnTo>
                  <a:lnTo>
                    <a:pt x="1352" y="9924"/>
                  </a:lnTo>
                  <a:lnTo>
                    <a:pt x="1121" y="9963"/>
                  </a:lnTo>
                  <a:lnTo>
                    <a:pt x="928" y="10040"/>
                  </a:lnTo>
                  <a:lnTo>
                    <a:pt x="696" y="10156"/>
                  </a:lnTo>
                  <a:lnTo>
                    <a:pt x="503" y="10310"/>
                  </a:lnTo>
                  <a:lnTo>
                    <a:pt x="387" y="10426"/>
                  </a:lnTo>
                  <a:lnTo>
                    <a:pt x="271" y="10581"/>
                  </a:lnTo>
                  <a:lnTo>
                    <a:pt x="117" y="10890"/>
                  </a:lnTo>
                  <a:lnTo>
                    <a:pt x="1" y="11237"/>
                  </a:lnTo>
                  <a:lnTo>
                    <a:pt x="1" y="11585"/>
                  </a:lnTo>
                  <a:lnTo>
                    <a:pt x="78" y="11932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9" y="12820"/>
                  </a:lnTo>
                  <a:lnTo>
                    <a:pt x="812" y="12936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9" y="13168"/>
                  </a:lnTo>
                  <a:lnTo>
                    <a:pt x="2086" y="13129"/>
                  </a:lnTo>
                  <a:lnTo>
                    <a:pt x="2472" y="12975"/>
                  </a:lnTo>
                  <a:lnTo>
                    <a:pt x="2820" y="12782"/>
                  </a:lnTo>
                  <a:lnTo>
                    <a:pt x="3129" y="12550"/>
                  </a:lnTo>
                  <a:lnTo>
                    <a:pt x="3360" y="12241"/>
                  </a:lnTo>
                  <a:lnTo>
                    <a:pt x="3592" y="12009"/>
                  </a:lnTo>
                  <a:lnTo>
                    <a:pt x="3554" y="11932"/>
                  </a:lnTo>
                  <a:lnTo>
                    <a:pt x="3515" y="11816"/>
                  </a:lnTo>
                  <a:lnTo>
                    <a:pt x="3438" y="11778"/>
                  </a:lnTo>
                  <a:lnTo>
                    <a:pt x="3322" y="11739"/>
                  </a:lnTo>
                  <a:lnTo>
                    <a:pt x="3283" y="11778"/>
                  </a:lnTo>
                  <a:lnTo>
                    <a:pt x="3245" y="11816"/>
                  </a:lnTo>
                  <a:lnTo>
                    <a:pt x="3052" y="12048"/>
                  </a:lnTo>
                  <a:lnTo>
                    <a:pt x="2820" y="12241"/>
                  </a:lnTo>
                  <a:lnTo>
                    <a:pt x="2588" y="12434"/>
                  </a:lnTo>
                  <a:lnTo>
                    <a:pt x="2318" y="12589"/>
                  </a:lnTo>
                  <a:lnTo>
                    <a:pt x="2048" y="12666"/>
                  </a:lnTo>
                  <a:lnTo>
                    <a:pt x="1739" y="12704"/>
                  </a:lnTo>
                  <a:lnTo>
                    <a:pt x="1430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2" y="12357"/>
                  </a:lnTo>
                  <a:lnTo>
                    <a:pt x="696" y="12202"/>
                  </a:lnTo>
                  <a:lnTo>
                    <a:pt x="619" y="12048"/>
                  </a:lnTo>
                  <a:lnTo>
                    <a:pt x="542" y="11894"/>
                  </a:lnTo>
                  <a:lnTo>
                    <a:pt x="503" y="11739"/>
                  </a:lnTo>
                  <a:lnTo>
                    <a:pt x="503" y="11546"/>
                  </a:lnTo>
                  <a:lnTo>
                    <a:pt x="503" y="11392"/>
                  </a:lnTo>
                  <a:lnTo>
                    <a:pt x="542" y="11198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9" y="10619"/>
                  </a:lnTo>
                  <a:lnTo>
                    <a:pt x="1044" y="10542"/>
                  </a:lnTo>
                  <a:lnTo>
                    <a:pt x="1237" y="10465"/>
                  </a:lnTo>
                  <a:lnTo>
                    <a:pt x="1430" y="10388"/>
                  </a:lnTo>
                  <a:lnTo>
                    <a:pt x="1739" y="10349"/>
                  </a:lnTo>
                  <a:lnTo>
                    <a:pt x="2009" y="10349"/>
                  </a:lnTo>
                  <a:lnTo>
                    <a:pt x="2318" y="10388"/>
                  </a:lnTo>
                  <a:lnTo>
                    <a:pt x="2588" y="10426"/>
                  </a:lnTo>
                  <a:lnTo>
                    <a:pt x="2858" y="10542"/>
                  </a:lnTo>
                  <a:lnTo>
                    <a:pt x="3129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5" y="11662"/>
                  </a:lnTo>
                  <a:lnTo>
                    <a:pt x="5523" y="12396"/>
                  </a:lnTo>
                  <a:lnTo>
                    <a:pt x="5870" y="12704"/>
                  </a:lnTo>
                  <a:lnTo>
                    <a:pt x="6257" y="12975"/>
                  </a:lnTo>
                  <a:lnTo>
                    <a:pt x="6681" y="13206"/>
                  </a:lnTo>
                  <a:lnTo>
                    <a:pt x="7106" y="13438"/>
                  </a:lnTo>
                  <a:lnTo>
                    <a:pt x="7531" y="13593"/>
                  </a:lnTo>
                  <a:lnTo>
                    <a:pt x="7994" y="13747"/>
                  </a:lnTo>
                  <a:lnTo>
                    <a:pt x="8458" y="13786"/>
                  </a:lnTo>
                  <a:lnTo>
                    <a:pt x="8921" y="13786"/>
                  </a:lnTo>
                  <a:lnTo>
                    <a:pt x="9346" y="13708"/>
                  </a:lnTo>
                  <a:lnTo>
                    <a:pt x="9732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9" y="12782"/>
                  </a:lnTo>
                  <a:lnTo>
                    <a:pt x="10929" y="12473"/>
                  </a:lnTo>
                  <a:lnTo>
                    <a:pt x="11122" y="12125"/>
                  </a:lnTo>
                  <a:lnTo>
                    <a:pt x="11315" y="11739"/>
                  </a:lnTo>
                  <a:lnTo>
                    <a:pt x="11508" y="11237"/>
                  </a:lnTo>
                  <a:lnTo>
                    <a:pt x="11663" y="10696"/>
                  </a:lnTo>
                  <a:lnTo>
                    <a:pt x="11972" y="9615"/>
                  </a:lnTo>
                  <a:lnTo>
                    <a:pt x="12126" y="9113"/>
                  </a:lnTo>
                  <a:lnTo>
                    <a:pt x="12358" y="8611"/>
                  </a:lnTo>
                  <a:lnTo>
                    <a:pt x="12589" y="8109"/>
                  </a:lnTo>
                  <a:lnTo>
                    <a:pt x="12937" y="7646"/>
                  </a:lnTo>
                  <a:lnTo>
                    <a:pt x="13284" y="7298"/>
                  </a:lnTo>
                  <a:lnTo>
                    <a:pt x="13632" y="6989"/>
                  </a:lnTo>
                  <a:lnTo>
                    <a:pt x="14018" y="6719"/>
                  </a:lnTo>
                  <a:lnTo>
                    <a:pt x="14443" y="6449"/>
                  </a:lnTo>
                  <a:lnTo>
                    <a:pt x="14906" y="6256"/>
                  </a:lnTo>
                  <a:lnTo>
                    <a:pt x="15370" y="6101"/>
                  </a:lnTo>
                  <a:lnTo>
                    <a:pt x="15833" y="5985"/>
                  </a:lnTo>
                  <a:lnTo>
                    <a:pt x="16296" y="5947"/>
                  </a:lnTo>
                  <a:lnTo>
                    <a:pt x="16605" y="5908"/>
                  </a:lnTo>
                  <a:lnTo>
                    <a:pt x="16914" y="5908"/>
                  </a:lnTo>
                  <a:lnTo>
                    <a:pt x="17455" y="5985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3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1"/>
                  </a:lnTo>
                  <a:lnTo>
                    <a:pt x="21316" y="7646"/>
                  </a:lnTo>
                  <a:lnTo>
                    <a:pt x="21741" y="7723"/>
                  </a:lnTo>
                  <a:lnTo>
                    <a:pt x="22166" y="7762"/>
                  </a:lnTo>
                  <a:lnTo>
                    <a:pt x="22591" y="7723"/>
                  </a:lnTo>
                  <a:lnTo>
                    <a:pt x="22977" y="7646"/>
                  </a:lnTo>
                  <a:lnTo>
                    <a:pt x="23363" y="7530"/>
                  </a:lnTo>
                  <a:lnTo>
                    <a:pt x="23710" y="7298"/>
                  </a:lnTo>
                  <a:lnTo>
                    <a:pt x="24058" y="6989"/>
                  </a:lnTo>
                  <a:lnTo>
                    <a:pt x="24367" y="6642"/>
                  </a:lnTo>
                  <a:lnTo>
                    <a:pt x="24599" y="6294"/>
                  </a:lnTo>
                  <a:lnTo>
                    <a:pt x="24753" y="5908"/>
                  </a:lnTo>
                  <a:lnTo>
                    <a:pt x="24869" y="5483"/>
                  </a:lnTo>
                  <a:lnTo>
                    <a:pt x="24985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6" y="3746"/>
                  </a:lnTo>
                  <a:lnTo>
                    <a:pt x="24869" y="3282"/>
                  </a:lnTo>
                  <a:lnTo>
                    <a:pt x="24792" y="2858"/>
                  </a:lnTo>
                  <a:lnTo>
                    <a:pt x="24637" y="2394"/>
                  </a:lnTo>
                  <a:lnTo>
                    <a:pt x="24444" y="1970"/>
                  </a:lnTo>
                  <a:lnTo>
                    <a:pt x="24251" y="1583"/>
                  </a:lnTo>
                  <a:lnTo>
                    <a:pt x="24058" y="1197"/>
                  </a:lnTo>
                  <a:lnTo>
                    <a:pt x="23788" y="811"/>
                  </a:lnTo>
                  <a:lnTo>
                    <a:pt x="23942" y="386"/>
                  </a:lnTo>
                  <a:lnTo>
                    <a:pt x="23595" y="232"/>
                  </a:lnTo>
                  <a:lnTo>
                    <a:pt x="23208" y="116"/>
                  </a:lnTo>
                  <a:lnTo>
                    <a:pt x="23170" y="77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7" name="Google Shape;3787;p17"/>
            <p:cNvSpPr/>
            <p:nvPr/>
          </p:nvSpPr>
          <p:spPr>
            <a:xfrm>
              <a:off x="1687125" y="961000"/>
              <a:ext cx="152575" cy="276125"/>
            </a:xfrm>
            <a:custGeom>
              <a:avLst/>
              <a:gdLst/>
              <a:ahLst/>
              <a:cxnLst/>
              <a:rect l="l" t="t" r="r" b="b"/>
              <a:pathLst>
                <a:path w="6103" h="11045" extrusionOk="0">
                  <a:moveTo>
                    <a:pt x="3553" y="1"/>
                  </a:moveTo>
                  <a:lnTo>
                    <a:pt x="3438" y="464"/>
                  </a:lnTo>
                  <a:lnTo>
                    <a:pt x="3785" y="657"/>
                  </a:lnTo>
                  <a:lnTo>
                    <a:pt x="4094" y="889"/>
                  </a:lnTo>
                  <a:lnTo>
                    <a:pt x="4364" y="1159"/>
                  </a:lnTo>
                  <a:lnTo>
                    <a:pt x="4635" y="1468"/>
                  </a:lnTo>
                  <a:lnTo>
                    <a:pt x="4866" y="1777"/>
                  </a:lnTo>
                  <a:lnTo>
                    <a:pt x="5059" y="2086"/>
                  </a:lnTo>
                  <a:lnTo>
                    <a:pt x="5253" y="2472"/>
                  </a:lnTo>
                  <a:lnTo>
                    <a:pt x="5368" y="2820"/>
                  </a:lnTo>
                  <a:lnTo>
                    <a:pt x="5484" y="3206"/>
                  </a:lnTo>
                  <a:lnTo>
                    <a:pt x="5561" y="3592"/>
                  </a:lnTo>
                  <a:lnTo>
                    <a:pt x="5600" y="4017"/>
                  </a:lnTo>
                  <a:lnTo>
                    <a:pt x="5600" y="4403"/>
                  </a:lnTo>
                  <a:lnTo>
                    <a:pt x="5561" y="4828"/>
                  </a:lnTo>
                  <a:lnTo>
                    <a:pt x="5523" y="5214"/>
                  </a:lnTo>
                  <a:lnTo>
                    <a:pt x="5446" y="5639"/>
                  </a:lnTo>
                  <a:lnTo>
                    <a:pt x="5330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1" y="7299"/>
                  </a:lnTo>
                  <a:lnTo>
                    <a:pt x="4519" y="7685"/>
                  </a:lnTo>
                  <a:lnTo>
                    <a:pt x="4249" y="8033"/>
                  </a:lnTo>
                  <a:lnTo>
                    <a:pt x="3940" y="8419"/>
                  </a:lnTo>
                  <a:lnTo>
                    <a:pt x="3631" y="8728"/>
                  </a:lnTo>
                  <a:lnTo>
                    <a:pt x="3283" y="9037"/>
                  </a:lnTo>
                  <a:lnTo>
                    <a:pt x="2936" y="9346"/>
                  </a:lnTo>
                  <a:lnTo>
                    <a:pt x="2549" y="9616"/>
                  </a:lnTo>
                  <a:lnTo>
                    <a:pt x="2163" y="9848"/>
                  </a:lnTo>
                  <a:lnTo>
                    <a:pt x="1739" y="10041"/>
                  </a:lnTo>
                  <a:lnTo>
                    <a:pt x="1352" y="10234"/>
                  </a:lnTo>
                  <a:lnTo>
                    <a:pt x="889" y="10427"/>
                  </a:lnTo>
                  <a:lnTo>
                    <a:pt x="464" y="10543"/>
                  </a:lnTo>
                  <a:lnTo>
                    <a:pt x="1" y="10658"/>
                  </a:lnTo>
                  <a:lnTo>
                    <a:pt x="78" y="11045"/>
                  </a:lnTo>
                  <a:lnTo>
                    <a:pt x="619" y="10967"/>
                  </a:lnTo>
                  <a:lnTo>
                    <a:pt x="1121" y="1085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49" y="10234"/>
                  </a:lnTo>
                  <a:lnTo>
                    <a:pt x="2974" y="9963"/>
                  </a:lnTo>
                  <a:lnTo>
                    <a:pt x="3399" y="9654"/>
                  </a:lnTo>
                  <a:lnTo>
                    <a:pt x="3785" y="9307"/>
                  </a:lnTo>
                  <a:lnTo>
                    <a:pt x="4171" y="8921"/>
                  </a:lnTo>
                  <a:lnTo>
                    <a:pt x="4519" y="8535"/>
                  </a:lnTo>
                  <a:lnTo>
                    <a:pt x="4828" y="8148"/>
                  </a:lnTo>
                  <a:lnTo>
                    <a:pt x="5098" y="7685"/>
                  </a:lnTo>
                  <a:lnTo>
                    <a:pt x="5368" y="7260"/>
                  </a:lnTo>
                  <a:lnTo>
                    <a:pt x="5600" y="6797"/>
                  </a:lnTo>
                  <a:lnTo>
                    <a:pt x="5793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94"/>
                  </a:lnTo>
                  <a:lnTo>
                    <a:pt x="6063" y="3669"/>
                  </a:lnTo>
                  <a:lnTo>
                    <a:pt x="5986" y="3244"/>
                  </a:lnTo>
                  <a:lnTo>
                    <a:pt x="5870" y="2820"/>
                  </a:lnTo>
                  <a:lnTo>
                    <a:pt x="5755" y="2434"/>
                  </a:lnTo>
                  <a:lnTo>
                    <a:pt x="5561" y="2047"/>
                  </a:lnTo>
                  <a:lnTo>
                    <a:pt x="5368" y="1700"/>
                  </a:lnTo>
                  <a:lnTo>
                    <a:pt x="5137" y="1352"/>
                  </a:lnTo>
                  <a:lnTo>
                    <a:pt x="4905" y="1005"/>
                  </a:lnTo>
                  <a:lnTo>
                    <a:pt x="4596" y="734"/>
                  </a:lnTo>
                  <a:lnTo>
                    <a:pt x="4287" y="464"/>
                  </a:lnTo>
                  <a:lnTo>
                    <a:pt x="3940" y="232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8" name="Google Shape;3788;p17"/>
            <p:cNvSpPr/>
            <p:nvPr/>
          </p:nvSpPr>
          <p:spPr>
            <a:xfrm>
              <a:off x="4302325" y="96970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0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8"/>
                  </a:lnTo>
                  <a:lnTo>
                    <a:pt x="4364" y="1120"/>
                  </a:lnTo>
                  <a:lnTo>
                    <a:pt x="4634" y="1429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4" y="2433"/>
                  </a:lnTo>
                  <a:lnTo>
                    <a:pt x="5368" y="2819"/>
                  </a:lnTo>
                  <a:lnTo>
                    <a:pt x="5484" y="3205"/>
                  </a:lnTo>
                  <a:lnTo>
                    <a:pt x="5523" y="3591"/>
                  </a:lnTo>
                  <a:lnTo>
                    <a:pt x="5600" y="3978"/>
                  </a:lnTo>
                  <a:lnTo>
                    <a:pt x="5600" y="4402"/>
                  </a:lnTo>
                  <a:lnTo>
                    <a:pt x="5561" y="4789"/>
                  </a:lnTo>
                  <a:lnTo>
                    <a:pt x="5523" y="5213"/>
                  </a:lnTo>
                  <a:lnTo>
                    <a:pt x="5445" y="5599"/>
                  </a:lnTo>
                  <a:lnTo>
                    <a:pt x="5329" y="6024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6"/>
                  </a:lnTo>
                  <a:lnTo>
                    <a:pt x="4210" y="8032"/>
                  </a:lnTo>
                  <a:lnTo>
                    <a:pt x="3939" y="8380"/>
                  </a:lnTo>
                  <a:lnTo>
                    <a:pt x="3630" y="8727"/>
                  </a:lnTo>
                  <a:lnTo>
                    <a:pt x="3283" y="9036"/>
                  </a:lnTo>
                  <a:lnTo>
                    <a:pt x="2935" y="9306"/>
                  </a:lnTo>
                  <a:lnTo>
                    <a:pt x="2549" y="9577"/>
                  </a:lnTo>
                  <a:lnTo>
                    <a:pt x="2163" y="9808"/>
                  </a:lnTo>
                  <a:lnTo>
                    <a:pt x="1738" y="10040"/>
                  </a:lnTo>
                  <a:lnTo>
                    <a:pt x="1313" y="10233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1" y="10658"/>
                  </a:lnTo>
                  <a:lnTo>
                    <a:pt x="78" y="11044"/>
                  </a:lnTo>
                  <a:lnTo>
                    <a:pt x="618" y="10967"/>
                  </a:lnTo>
                  <a:lnTo>
                    <a:pt x="1120" y="1081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4"/>
                  </a:lnTo>
                  <a:lnTo>
                    <a:pt x="3399" y="9615"/>
                  </a:lnTo>
                  <a:lnTo>
                    <a:pt x="3785" y="9268"/>
                  </a:lnTo>
                  <a:lnTo>
                    <a:pt x="4171" y="8920"/>
                  </a:lnTo>
                  <a:lnTo>
                    <a:pt x="4480" y="8534"/>
                  </a:lnTo>
                  <a:lnTo>
                    <a:pt x="4827" y="8109"/>
                  </a:lnTo>
                  <a:lnTo>
                    <a:pt x="5098" y="7685"/>
                  </a:lnTo>
                  <a:lnTo>
                    <a:pt x="5368" y="7221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8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4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6" y="1313"/>
                  </a:lnTo>
                  <a:lnTo>
                    <a:pt x="4905" y="1004"/>
                  </a:lnTo>
                  <a:lnTo>
                    <a:pt x="4596" y="695"/>
                  </a:lnTo>
                  <a:lnTo>
                    <a:pt x="4287" y="425"/>
                  </a:lnTo>
                  <a:lnTo>
                    <a:pt x="3939" y="193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9" name="Google Shape;3789;p17"/>
            <p:cNvSpPr/>
            <p:nvPr/>
          </p:nvSpPr>
          <p:spPr>
            <a:xfrm>
              <a:off x="5445325" y="98900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7" y="1005"/>
                  </a:lnTo>
                  <a:lnTo>
                    <a:pt x="7028" y="1314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9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8"/>
                  </a:lnTo>
                  <a:lnTo>
                    <a:pt x="8573" y="3708"/>
                  </a:lnTo>
                  <a:lnTo>
                    <a:pt x="7724" y="3823"/>
                  </a:lnTo>
                  <a:lnTo>
                    <a:pt x="6874" y="3901"/>
                  </a:lnTo>
                  <a:lnTo>
                    <a:pt x="6411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5"/>
                  </a:lnTo>
                  <a:lnTo>
                    <a:pt x="2588" y="3708"/>
                  </a:lnTo>
                  <a:lnTo>
                    <a:pt x="2511" y="3862"/>
                  </a:lnTo>
                  <a:lnTo>
                    <a:pt x="2433" y="4017"/>
                  </a:lnTo>
                  <a:lnTo>
                    <a:pt x="2317" y="4132"/>
                  </a:lnTo>
                  <a:lnTo>
                    <a:pt x="2124" y="4210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7" y="4017"/>
                  </a:lnTo>
                  <a:lnTo>
                    <a:pt x="503" y="3515"/>
                  </a:lnTo>
                  <a:lnTo>
                    <a:pt x="657" y="3013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7" y="1738"/>
                  </a:lnTo>
                  <a:lnTo>
                    <a:pt x="1893" y="1429"/>
                  </a:lnTo>
                  <a:lnTo>
                    <a:pt x="2317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8" y="5638"/>
                  </a:lnTo>
                  <a:lnTo>
                    <a:pt x="11624" y="5986"/>
                  </a:lnTo>
                  <a:lnTo>
                    <a:pt x="11431" y="6140"/>
                  </a:lnTo>
                  <a:lnTo>
                    <a:pt x="11353" y="6218"/>
                  </a:lnTo>
                  <a:lnTo>
                    <a:pt x="11238" y="6256"/>
                  </a:lnTo>
                  <a:lnTo>
                    <a:pt x="11083" y="6295"/>
                  </a:lnTo>
                  <a:lnTo>
                    <a:pt x="10929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20" y="5523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1"/>
                  </a:moveTo>
                  <a:lnTo>
                    <a:pt x="3939" y="39"/>
                  </a:lnTo>
                  <a:lnTo>
                    <a:pt x="3515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2"/>
                  </a:lnTo>
                  <a:lnTo>
                    <a:pt x="1507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8" y="2009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69"/>
                  </a:lnTo>
                  <a:lnTo>
                    <a:pt x="1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9"/>
                  </a:lnTo>
                  <a:lnTo>
                    <a:pt x="1313" y="4596"/>
                  </a:lnTo>
                  <a:lnTo>
                    <a:pt x="1700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1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3" y="3630"/>
                  </a:lnTo>
                  <a:lnTo>
                    <a:pt x="3013" y="2974"/>
                  </a:lnTo>
                  <a:lnTo>
                    <a:pt x="3128" y="773"/>
                  </a:lnTo>
                  <a:lnTo>
                    <a:pt x="3515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1" y="1661"/>
                  </a:lnTo>
                  <a:lnTo>
                    <a:pt x="5059" y="2704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4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6" y="4287"/>
                  </a:lnTo>
                  <a:lnTo>
                    <a:pt x="5870" y="4325"/>
                  </a:lnTo>
                  <a:lnTo>
                    <a:pt x="6218" y="4325"/>
                  </a:lnTo>
                  <a:lnTo>
                    <a:pt x="6565" y="4287"/>
                  </a:lnTo>
                  <a:lnTo>
                    <a:pt x="7608" y="4210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1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2" y="5252"/>
                  </a:lnTo>
                  <a:lnTo>
                    <a:pt x="10427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4" y="5754"/>
                  </a:lnTo>
                  <a:lnTo>
                    <a:pt x="10234" y="5909"/>
                  </a:lnTo>
                  <a:lnTo>
                    <a:pt x="10234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9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7"/>
                  </a:lnTo>
                  <a:lnTo>
                    <a:pt x="11740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3"/>
                  </a:lnTo>
                  <a:lnTo>
                    <a:pt x="12396" y="7222"/>
                  </a:lnTo>
                  <a:lnTo>
                    <a:pt x="12473" y="7569"/>
                  </a:lnTo>
                  <a:lnTo>
                    <a:pt x="12550" y="7917"/>
                  </a:lnTo>
                  <a:lnTo>
                    <a:pt x="12550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5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6" y="9654"/>
                  </a:lnTo>
                  <a:lnTo>
                    <a:pt x="12821" y="9616"/>
                  </a:lnTo>
                  <a:lnTo>
                    <a:pt x="12937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30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724"/>
                  </a:lnTo>
                  <a:lnTo>
                    <a:pt x="12937" y="7183"/>
                  </a:lnTo>
                  <a:lnTo>
                    <a:pt x="12743" y="6681"/>
                  </a:lnTo>
                  <a:lnTo>
                    <a:pt x="12435" y="6218"/>
                  </a:lnTo>
                  <a:lnTo>
                    <a:pt x="12126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30" y="3515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4" y="1931"/>
                  </a:lnTo>
                  <a:lnTo>
                    <a:pt x="8226" y="1584"/>
                  </a:lnTo>
                  <a:lnTo>
                    <a:pt x="7839" y="1275"/>
                  </a:lnTo>
                  <a:lnTo>
                    <a:pt x="7453" y="1005"/>
                  </a:lnTo>
                  <a:lnTo>
                    <a:pt x="7067" y="734"/>
                  </a:lnTo>
                  <a:lnTo>
                    <a:pt x="6642" y="503"/>
                  </a:lnTo>
                  <a:lnTo>
                    <a:pt x="6179" y="348"/>
                  </a:lnTo>
                  <a:lnTo>
                    <a:pt x="5716" y="194"/>
                  </a:lnTo>
                  <a:lnTo>
                    <a:pt x="5291" y="78"/>
                  </a:lnTo>
                  <a:lnTo>
                    <a:pt x="4827" y="39"/>
                  </a:lnTo>
                  <a:lnTo>
                    <a:pt x="44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0" name="Google Shape;3790;p17"/>
            <p:cNvSpPr/>
            <p:nvPr/>
          </p:nvSpPr>
          <p:spPr>
            <a:xfrm>
              <a:off x="4674950" y="1001550"/>
              <a:ext cx="375575" cy="387150"/>
            </a:xfrm>
            <a:custGeom>
              <a:avLst/>
              <a:gdLst/>
              <a:ahLst/>
              <a:cxnLst/>
              <a:rect l="l" t="t" r="r" b="b"/>
              <a:pathLst>
                <a:path w="15023" h="15486" extrusionOk="0">
                  <a:moveTo>
                    <a:pt x="7492" y="503"/>
                  </a:moveTo>
                  <a:lnTo>
                    <a:pt x="8033" y="541"/>
                  </a:lnTo>
                  <a:lnTo>
                    <a:pt x="8612" y="580"/>
                  </a:lnTo>
                  <a:lnTo>
                    <a:pt x="9153" y="696"/>
                  </a:lnTo>
                  <a:lnTo>
                    <a:pt x="9693" y="850"/>
                  </a:lnTo>
                  <a:lnTo>
                    <a:pt x="10195" y="1043"/>
                  </a:lnTo>
                  <a:lnTo>
                    <a:pt x="10697" y="1275"/>
                  </a:lnTo>
                  <a:lnTo>
                    <a:pt x="11161" y="1545"/>
                  </a:lnTo>
                  <a:lnTo>
                    <a:pt x="11624" y="1815"/>
                  </a:lnTo>
                  <a:lnTo>
                    <a:pt x="10813" y="2202"/>
                  </a:lnTo>
                  <a:lnTo>
                    <a:pt x="10079" y="2626"/>
                  </a:lnTo>
                  <a:lnTo>
                    <a:pt x="9307" y="3090"/>
                  </a:lnTo>
                  <a:lnTo>
                    <a:pt x="8612" y="3630"/>
                  </a:lnTo>
                  <a:lnTo>
                    <a:pt x="7956" y="4171"/>
                  </a:lnTo>
                  <a:lnTo>
                    <a:pt x="7299" y="4789"/>
                  </a:lnTo>
                  <a:lnTo>
                    <a:pt x="6720" y="5445"/>
                  </a:lnTo>
                  <a:lnTo>
                    <a:pt x="6141" y="6140"/>
                  </a:lnTo>
                  <a:lnTo>
                    <a:pt x="5639" y="6874"/>
                  </a:lnTo>
                  <a:lnTo>
                    <a:pt x="5214" y="7646"/>
                  </a:lnTo>
                  <a:lnTo>
                    <a:pt x="4789" y="8419"/>
                  </a:lnTo>
                  <a:lnTo>
                    <a:pt x="4480" y="9230"/>
                  </a:lnTo>
                  <a:lnTo>
                    <a:pt x="4171" y="10040"/>
                  </a:lnTo>
                  <a:lnTo>
                    <a:pt x="3978" y="10890"/>
                  </a:lnTo>
                  <a:lnTo>
                    <a:pt x="3824" y="11778"/>
                  </a:lnTo>
                  <a:lnTo>
                    <a:pt x="3747" y="12666"/>
                  </a:lnTo>
                  <a:lnTo>
                    <a:pt x="3592" y="12666"/>
                  </a:lnTo>
                  <a:lnTo>
                    <a:pt x="3283" y="11855"/>
                  </a:lnTo>
                  <a:lnTo>
                    <a:pt x="3052" y="11044"/>
                  </a:lnTo>
                  <a:lnTo>
                    <a:pt x="2858" y="10195"/>
                  </a:lnTo>
                  <a:lnTo>
                    <a:pt x="2704" y="9345"/>
                  </a:lnTo>
                  <a:lnTo>
                    <a:pt x="2588" y="8534"/>
                  </a:lnTo>
                  <a:lnTo>
                    <a:pt x="2550" y="7685"/>
                  </a:lnTo>
                  <a:lnTo>
                    <a:pt x="2588" y="6797"/>
                  </a:lnTo>
                  <a:lnTo>
                    <a:pt x="2704" y="5947"/>
                  </a:lnTo>
                  <a:lnTo>
                    <a:pt x="2858" y="5214"/>
                  </a:lnTo>
                  <a:lnTo>
                    <a:pt x="3052" y="4519"/>
                  </a:lnTo>
                  <a:lnTo>
                    <a:pt x="3322" y="3823"/>
                  </a:lnTo>
                  <a:lnTo>
                    <a:pt x="3669" y="3206"/>
                  </a:lnTo>
                  <a:lnTo>
                    <a:pt x="4017" y="2588"/>
                  </a:lnTo>
                  <a:lnTo>
                    <a:pt x="4442" y="1970"/>
                  </a:lnTo>
                  <a:lnTo>
                    <a:pt x="4905" y="1429"/>
                  </a:lnTo>
                  <a:lnTo>
                    <a:pt x="5407" y="889"/>
                  </a:lnTo>
                  <a:lnTo>
                    <a:pt x="5909" y="734"/>
                  </a:lnTo>
                  <a:lnTo>
                    <a:pt x="6411" y="618"/>
                  </a:lnTo>
                  <a:lnTo>
                    <a:pt x="6952" y="541"/>
                  </a:lnTo>
                  <a:lnTo>
                    <a:pt x="7492" y="503"/>
                  </a:lnTo>
                  <a:close/>
                  <a:moveTo>
                    <a:pt x="11972" y="2086"/>
                  </a:moveTo>
                  <a:lnTo>
                    <a:pt x="12358" y="2433"/>
                  </a:lnTo>
                  <a:lnTo>
                    <a:pt x="12705" y="2819"/>
                  </a:lnTo>
                  <a:lnTo>
                    <a:pt x="13053" y="3206"/>
                  </a:lnTo>
                  <a:lnTo>
                    <a:pt x="13323" y="3669"/>
                  </a:lnTo>
                  <a:lnTo>
                    <a:pt x="13593" y="4094"/>
                  </a:lnTo>
                  <a:lnTo>
                    <a:pt x="13864" y="4596"/>
                  </a:lnTo>
                  <a:lnTo>
                    <a:pt x="14057" y="5098"/>
                  </a:lnTo>
                  <a:lnTo>
                    <a:pt x="14211" y="5600"/>
                  </a:lnTo>
                  <a:lnTo>
                    <a:pt x="14327" y="6102"/>
                  </a:lnTo>
                  <a:lnTo>
                    <a:pt x="14443" y="6642"/>
                  </a:lnTo>
                  <a:lnTo>
                    <a:pt x="13671" y="6681"/>
                  </a:lnTo>
                  <a:lnTo>
                    <a:pt x="12898" y="6797"/>
                  </a:lnTo>
                  <a:lnTo>
                    <a:pt x="12165" y="6951"/>
                  </a:lnTo>
                  <a:lnTo>
                    <a:pt x="11392" y="7144"/>
                  </a:lnTo>
                  <a:lnTo>
                    <a:pt x="10659" y="7415"/>
                  </a:lnTo>
                  <a:lnTo>
                    <a:pt x="9964" y="7724"/>
                  </a:lnTo>
                  <a:lnTo>
                    <a:pt x="9230" y="8032"/>
                  </a:lnTo>
                  <a:lnTo>
                    <a:pt x="8535" y="8419"/>
                  </a:lnTo>
                  <a:lnTo>
                    <a:pt x="7878" y="8843"/>
                  </a:lnTo>
                  <a:lnTo>
                    <a:pt x="7261" y="9307"/>
                  </a:lnTo>
                  <a:lnTo>
                    <a:pt x="6643" y="9809"/>
                  </a:lnTo>
                  <a:lnTo>
                    <a:pt x="6102" y="10349"/>
                  </a:lnTo>
                  <a:lnTo>
                    <a:pt x="5561" y="10890"/>
                  </a:lnTo>
                  <a:lnTo>
                    <a:pt x="5098" y="11508"/>
                  </a:lnTo>
                  <a:lnTo>
                    <a:pt x="4635" y="12126"/>
                  </a:lnTo>
                  <a:lnTo>
                    <a:pt x="4249" y="12821"/>
                  </a:lnTo>
                  <a:lnTo>
                    <a:pt x="4133" y="12743"/>
                  </a:lnTo>
                  <a:lnTo>
                    <a:pt x="3978" y="12666"/>
                  </a:lnTo>
                  <a:lnTo>
                    <a:pt x="4094" y="11817"/>
                  </a:lnTo>
                  <a:lnTo>
                    <a:pt x="4326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4" y="8496"/>
                  </a:lnTo>
                  <a:lnTo>
                    <a:pt x="5600" y="7724"/>
                  </a:lnTo>
                  <a:lnTo>
                    <a:pt x="6025" y="6990"/>
                  </a:lnTo>
                  <a:lnTo>
                    <a:pt x="6527" y="6295"/>
                  </a:lnTo>
                  <a:lnTo>
                    <a:pt x="7067" y="5600"/>
                  </a:lnTo>
                  <a:lnTo>
                    <a:pt x="7608" y="4982"/>
                  </a:lnTo>
                  <a:lnTo>
                    <a:pt x="8226" y="4403"/>
                  </a:lnTo>
                  <a:lnTo>
                    <a:pt x="8921" y="3823"/>
                  </a:lnTo>
                  <a:lnTo>
                    <a:pt x="9616" y="3321"/>
                  </a:lnTo>
                  <a:lnTo>
                    <a:pt x="10350" y="2858"/>
                  </a:lnTo>
                  <a:lnTo>
                    <a:pt x="11122" y="2472"/>
                  </a:lnTo>
                  <a:lnTo>
                    <a:pt x="11972" y="2086"/>
                  </a:lnTo>
                  <a:close/>
                  <a:moveTo>
                    <a:pt x="14482" y="6990"/>
                  </a:moveTo>
                  <a:lnTo>
                    <a:pt x="14482" y="7839"/>
                  </a:lnTo>
                  <a:lnTo>
                    <a:pt x="14443" y="8689"/>
                  </a:lnTo>
                  <a:lnTo>
                    <a:pt x="14288" y="9538"/>
                  </a:lnTo>
                  <a:lnTo>
                    <a:pt x="14173" y="9963"/>
                  </a:lnTo>
                  <a:lnTo>
                    <a:pt x="14057" y="10349"/>
                  </a:lnTo>
                  <a:lnTo>
                    <a:pt x="13902" y="10774"/>
                  </a:lnTo>
                  <a:lnTo>
                    <a:pt x="13709" y="11160"/>
                  </a:lnTo>
                  <a:lnTo>
                    <a:pt x="13516" y="11546"/>
                  </a:lnTo>
                  <a:lnTo>
                    <a:pt x="13284" y="11894"/>
                  </a:lnTo>
                  <a:lnTo>
                    <a:pt x="13053" y="12241"/>
                  </a:lnTo>
                  <a:lnTo>
                    <a:pt x="12782" y="12589"/>
                  </a:lnTo>
                  <a:lnTo>
                    <a:pt x="12512" y="12898"/>
                  </a:lnTo>
                  <a:lnTo>
                    <a:pt x="12203" y="13207"/>
                  </a:lnTo>
                  <a:lnTo>
                    <a:pt x="11972" y="13052"/>
                  </a:lnTo>
                  <a:lnTo>
                    <a:pt x="11701" y="12937"/>
                  </a:lnTo>
                  <a:lnTo>
                    <a:pt x="11122" y="12782"/>
                  </a:lnTo>
                  <a:lnTo>
                    <a:pt x="10543" y="12628"/>
                  </a:lnTo>
                  <a:lnTo>
                    <a:pt x="10002" y="12550"/>
                  </a:lnTo>
                  <a:lnTo>
                    <a:pt x="9423" y="12512"/>
                  </a:lnTo>
                  <a:lnTo>
                    <a:pt x="8844" y="12473"/>
                  </a:lnTo>
                  <a:lnTo>
                    <a:pt x="8303" y="12473"/>
                  </a:lnTo>
                  <a:lnTo>
                    <a:pt x="7763" y="12512"/>
                  </a:lnTo>
                  <a:lnTo>
                    <a:pt x="7222" y="12589"/>
                  </a:lnTo>
                  <a:lnTo>
                    <a:pt x="6720" y="12666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61"/>
                  </a:lnTo>
                  <a:lnTo>
                    <a:pt x="4557" y="13130"/>
                  </a:lnTo>
                  <a:lnTo>
                    <a:pt x="4442" y="12937"/>
                  </a:lnTo>
                  <a:lnTo>
                    <a:pt x="4905" y="12319"/>
                  </a:lnTo>
                  <a:lnTo>
                    <a:pt x="5368" y="11739"/>
                  </a:lnTo>
                  <a:lnTo>
                    <a:pt x="5870" y="11160"/>
                  </a:lnTo>
                  <a:lnTo>
                    <a:pt x="6411" y="10620"/>
                  </a:lnTo>
                  <a:lnTo>
                    <a:pt x="6990" y="10118"/>
                  </a:lnTo>
                  <a:lnTo>
                    <a:pt x="7569" y="9654"/>
                  </a:lnTo>
                  <a:lnTo>
                    <a:pt x="8149" y="9230"/>
                  </a:lnTo>
                  <a:lnTo>
                    <a:pt x="8767" y="8805"/>
                  </a:lnTo>
                  <a:lnTo>
                    <a:pt x="9423" y="8457"/>
                  </a:lnTo>
                  <a:lnTo>
                    <a:pt x="10079" y="8110"/>
                  </a:lnTo>
                  <a:lnTo>
                    <a:pt x="10736" y="7839"/>
                  </a:lnTo>
                  <a:lnTo>
                    <a:pt x="11470" y="7569"/>
                  </a:lnTo>
                  <a:lnTo>
                    <a:pt x="12165" y="7376"/>
                  </a:lnTo>
                  <a:lnTo>
                    <a:pt x="12937" y="7183"/>
                  </a:lnTo>
                  <a:lnTo>
                    <a:pt x="13671" y="7067"/>
                  </a:lnTo>
                  <a:lnTo>
                    <a:pt x="14482" y="6990"/>
                  </a:lnTo>
                  <a:close/>
                  <a:moveTo>
                    <a:pt x="4519" y="1236"/>
                  </a:moveTo>
                  <a:lnTo>
                    <a:pt x="4055" y="1854"/>
                  </a:lnTo>
                  <a:lnTo>
                    <a:pt x="3631" y="2472"/>
                  </a:lnTo>
                  <a:lnTo>
                    <a:pt x="3245" y="3128"/>
                  </a:lnTo>
                  <a:lnTo>
                    <a:pt x="2936" y="3823"/>
                  </a:lnTo>
                  <a:lnTo>
                    <a:pt x="2665" y="4519"/>
                  </a:lnTo>
                  <a:lnTo>
                    <a:pt x="2472" y="5291"/>
                  </a:lnTo>
                  <a:lnTo>
                    <a:pt x="2318" y="6025"/>
                  </a:lnTo>
                  <a:lnTo>
                    <a:pt x="2241" y="6797"/>
                  </a:lnTo>
                  <a:lnTo>
                    <a:pt x="2202" y="7569"/>
                  </a:lnTo>
                  <a:lnTo>
                    <a:pt x="2202" y="8341"/>
                  </a:lnTo>
                  <a:lnTo>
                    <a:pt x="2279" y="9114"/>
                  </a:lnTo>
                  <a:lnTo>
                    <a:pt x="2395" y="9886"/>
                  </a:lnTo>
                  <a:lnTo>
                    <a:pt x="2550" y="10620"/>
                  </a:lnTo>
                  <a:lnTo>
                    <a:pt x="2781" y="11353"/>
                  </a:lnTo>
                  <a:lnTo>
                    <a:pt x="3013" y="12087"/>
                  </a:lnTo>
                  <a:lnTo>
                    <a:pt x="3322" y="12743"/>
                  </a:lnTo>
                  <a:lnTo>
                    <a:pt x="3129" y="12898"/>
                  </a:lnTo>
                  <a:lnTo>
                    <a:pt x="2936" y="13052"/>
                  </a:lnTo>
                  <a:lnTo>
                    <a:pt x="2820" y="13245"/>
                  </a:lnTo>
                  <a:lnTo>
                    <a:pt x="2743" y="13439"/>
                  </a:lnTo>
                  <a:lnTo>
                    <a:pt x="2395" y="13014"/>
                  </a:lnTo>
                  <a:lnTo>
                    <a:pt x="2086" y="12550"/>
                  </a:lnTo>
                  <a:lnTo>
                    <a:pt x="1777" y="12087"/>
                  </a:lnTo>
                  <a:lnTo>
                    <a:pt x="1507" y="11624"/>
                  </a:lnTo>
                  <a:lnTo>
                    <a:pt x="1275" y="11122"/>
                  </a:lnTo>
                  <a:lnTo>
                    <a:pt x="1082" y="10620"/>
                  </a:lnTo>
                  <a:lnTo>
                    <a:pt x="889" y="10118"/>
                  </a:lnTo>
                  <a:lnTo>
                    <a:pt x="735" y="9616"/>
                  </a:lnTo>
                  <a:lnTo>
                    <a:pt x="619" y="9114"/>
                  </a:lnTo>
                  <a:lnTo>
                    <a:pt x="542" y="8573"/>
                  </a:lnTo>
                  <a:lnTo>
                    <a:pt x="503" y="8032"/>
                  </a:lnTo>
                  <a:lnTo>
                    <a:pt x="503" y="7492"/>
                  </a:lnTo>
                  <a:lnTo>
                    <a:pt x="542" y="6951"/>
                  </a:lnTo>
                  <a:lnTo>
                    <a:pt x="619" y="6411"/>
                  </a:lnTo>
                  <a:lnTo>
                    <a:pt x="773" y="5870"/>
                  </a:lnTo>
                  <a:lnTo>
                    <a:pt x="928" y="5329"/>
                  </a:lnTo>
                  <a:lnTo>
                    <a:pt x="1198" y="4673"/>
                  </a:lnTo>
                  <a:lnTo>
                    <a:pt x="1546" y="4055"/>
                  </a:lnTo>
                  <a:lnTo>
                    <a:pt x="1932" y="3476"/>
                  </a:lnTo>
                  <a:lnTo>
                    <a:pt x="2356" y="2935"/>
                  </a:lnTo>
                  <a:lnTo>
                    <a:pt x="2858" y="2433"/>
                  </a:lnTo>
                  <a:lnTo>
                    <a:pt x="3360" y="2009"/>
                  </a:lnTo>
                  <a:lnTo>
                    <a:pt x="3940" y="1584"/>
                  </a:lnTo>
                  <a:lnTo>
                    <a:pt x="4519" y="1236"/>
                  </a:lnTo>
                  <a:close/>
                  <a:moveTo>
                    <a:pt x="3862" y="12975"/>
                  </a:moveTo>
                  <a:lnTo>
                    <a:pt x="4017" y="13052"/>
                  </a:lnTo>
                  <a:lnTo>
                    <a:pt x="4171" y="13168"/>
                  </a:lnTo>
                  <a:lnTo>
                    <a:pt x="4287" y="13284"/>
                  </a:lnTo>
                  <a:lnTo>
                    <a:pt x="4326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326" y="13941"/>
                  </a:lnTo>
                  <a:lnTo>
                    <a:pt x="4210" y="14095"/>
                  </a:lnTo>
                  <a:lnTo>
                    <a:pt x="3785" y="13825"/>
                  </a:lnTo>
                  <a:lnTo>
                    <a:pt x="3360" y="13477"/>
                  </a:lnTo>
                  <a:lnTo>
                    <a:pt x="3245" y="13439"/>
                  </a:lnTo>
                  <a:lnTo>
                    <a:pt x="3167" y="13439"/>
                  </a:lnTo>
                  <a:lnTo>
                    <a:pt x="3052" y="13477"/>
                  </a:lnTo>
                  <a:lnTo>
                    <a:pt x="2974" y="13516"/>
                  </a:lnTo>
                  <a:lnTo>
                    <a:pt x="3052" y="13361"/>
                  </a:lnTo>
                  <a:lnTo>
                    <a:pt x="3167" y="13207"/>
                  </a:lnTo>
                  <a:lnTo>
                    <a:pt x="3322" y="13130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9153" y="12859"/>
                  </a:moveTo>
                  <a:lnTo>
                    <a:pt x="9616" y="12898"/>
                  </a:lnTo>
                  <a:lnTo>
                    <a:pt x="10118" y="12975"/>
                  </a:lnTo>
                  <a:lnTo>
                    <a:pt x="10504" y="13014"/>
                  </a:lnTo>
                  <a:lnTo>
                    <a:pt x="11006" y="13130"/>
                  </a:lnTo>
                  <a:lnTo>
                    <a:pt x="11508" y="13245"/>
                  </a:lnTo>
                  <a:lnTo>
                    <a:pt x="11701" y="13361"/>
                  </a:lnTo>
                  <a:lnTo>
                    <a:pt x="11894" y="13477"/>
                  </a:lnTo>
                  <a:lnTo>
                    <a:pt x="11508" y="13786"/>
                  </a:lnTo>
                  <a:lnTo>
                    <a:pt x="11083" y="14018"/>
                  </a:lnTo>
                  <a:lnTo>
                    <a:pt x="10659" y="14249"/>
                  </a:lnTo>
                  <a:lnTo>
                    <a:pt x="10234" y="14443"/>
                  </a:lnTo>
                  <a:lnTo>
                    <a:pt x="9770" y="14636"/>
                  </a:lnTo>
                  <a:lnTo>
                    <a:pt x="9307" y="14751"/>
                  </a:lnTo>
                  <a:lnTo>
                    <a:pt x="8844" y="14867"/>
                  </a:lnTo>
                  <a:lnTo>
                    <a:pt x="8342" y="14945"/>
                  </a:lnTo>
                  <a:lnTo>
                    <a:pt x="7878" y="14983"/>
                  </a:lnTo>
                  <a:lnTo>
                    <a:pt x="7376" y="14983"/>
                  </a:lnTo>
                  <a:lnTo>
                    <a:pt x="6913" y="14945"/>
                  </a:lnTo>
                  <a:lnTo>
                    <a:pt x="6411" y="14867"/>
                  </a:lnTo>
                  <a:lnTo>
                    <a:pt x="5948" y="14790"/>
                  </a:lnTo>
                  <a:lnTo>
                    <a:pt x="5484" y="14636"/>
                  </a:lnTo>
                  <a:lnTo>
                    <a:pt x="5021" y="14481"/>
                  </a:lnTo>
                  <a:lnTo>
                    <a:pt x="4596" y="14288"/>
                  </a:lnTo>
                  <a:lnTo>
                    <a:pt x="4712" y="14018"/>
                  </a:lnTo>
                  <a:lnTo>
                    <a:pt x="4751" y="13747"/>
                  </a:lnTo>
                  <a:lnTo>
                    <a:pt x="4712" y="13593"/>
                  </a:lnTo>
                  <a:lnTo>
                    <a:pt x="5561" y="13323"/>
                  </a:lnTo>
                  <a:lnTo>
                    <a:pt x="6411" y="13091"/>
                  </a:lnTo>
                  <a:lnTo>
                    <a:pt x="7299" y="12937"/>
                  </a:lnTo>
                  <a:lnTo>
                    <a:pt x="8187" y="12859"/>
                  </a:lnTo>
                  <a:close/>
                  <a:moveTo>
                    <a:pt x="7608" y="1"/>
                  </a:moveTo>
                  <a:lnTo>
                    <a:pt x="6990" y="39"/>
                  </a:lnTo>
                  <a:lnTo>
                    <a:pt x="6450" y="116"/>
                  </a:lnTo>
                  <a:lnTo>
                    <a:pt x="5870" y="232"/>
                  </a:lnTo>
                  <a:lnTo>
                    <a:pt x="5330" y="387"/>
                  </a:lnTo>
                  <a:lnTo>
                    <a:pt x="4789" y="580"/>
                  </a:lnTo>
                  <a:lnTo>
                    <a:pt x="4249" y="812"/>
                  </a:lnTo>
                  <a:lnTo>
                    <a:pt x="3785" y="1120"/>
                  </a:lnTo>
                  <a:lnTo>
                    <a:pt x="3283" y="1429"/>
                  </a:lnTo>
                  <a:lnTo>
                    <a:pt x="2820" y="1777"/>
                  </a:lnTo>
                  <a:lnTo>
                    <a:pt x="2395" y="2163"/>
                  </a:lnTo>
                  <a:lnTo>
                    <a:pt x="2009" y="2588"/>
                  </a:lnTo>
                  <a:lnTo>
                    <a:pt x="1623" y="3013"/>
                  </a:lnTo>
                  <a:lnTo>
                    <a:pt x="1275" y="3515"/>
                  </a:lnTo>
                  <a:lnTo>
                    <a:pt x="966" y="4017"/>
                  </a:lnTo>
                  <a:lnTo>
                    <a:pt x="696" y="4596"/>
                  </a:lnTo>
                  <a:lnTo>
                    <a:pt x="426" y="5252"/>
                  </a:lnTo>
                  <a:lnTo>
                    <a:pt x="233" y="5909"/>
                  </a:lnTo>
                  <a:lnTo>
                    <a:pt x="117" y="6565"/>
                  </a:lnTo>
                  <a:lnTo>
                    <a:pt x="40" y="7222"/>
                  </a:lnTo>
                  <a:lnTo>
                    <a:pt x="1" y="7917"/>
                  </a:lnTo>
                  <a:lnTo>
                    <a:pt x="40" y="8612"/>
                  </a:lnTo>
                  <a:lnTo>
                    <a:pt x="117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6" y="11238"/>
                  </a:lnTo>
                  <a:lnTo>
                    <a:pt x="1005" y="11817"/>
                  </a:lnTo>
                  <a:lnTo>
                    <a:pt x="1352" y="12396"/>
                  </a:lnTo>
                  <a:lnTo>
                    <a:pt x="1739" y="12937"/>
                  </a:lnTo>
                  <a:lnTo>
                    <a:pt x="2202" y="13439"/>
                  </a:lnTo>
                  <a:lnTo>
                    <a:pt x="2704" y="13902"/>
                  </a:lnTo>
                  <a:lnTo>
                    <a:pt x="2781" y="13941"/>
                  </a:lnTo>
                  <a:lnTo>
                    <a:pt x="2820" y="13941"/>
                  </a:lnTo>
                  <a:lnTo>
                    <a:pt x="2936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5" y="14520"/>
                  </a:lnTo>
                  <a:lnTo>
                    <a:pt x="4133" y="14597"/>
                  </a:lnTo>
                  <a:lnTo>
                    <a:pt x="4557" y="14829"/>
                  </a:lnTo>
                  <a:lnTo>
                    <a:pt x="4982" y="14983"/>
                  </a:lnTo>
                  <a:lnTo>
                    <a:pt x="5407" y="15138"/>
                  </a:lnTo>
                  <a:lnTo>
                    <a:pt x="5870" y="15292"/>
                  </a:lnTo>
                  <a:lnTo>
                    <a:pt x="6334" y="15369"/>
                  </a:lnTo>
                  <a:lnTo>
                    <a:pt x="6797" y="15447"/>
                  </a:lnTo>
                  <a:lnTo>
                    <a:pt x="7299" y="15485"/>
                  </a:lnTo>
                  <a:lnTo>
                    <a:pt x="7763" y="15485"/>
                  </a:lnTo>
                  <a:lnTo>
                    <a:pt x="8226" y="15447"/>
                  </a:lnTo>
                  <a:lnTo>
                    <a:pt x="8689" y="15408"/>
                  </a:lnTo>
                  <a:lnTo>
                    <a:pt x="9153" y="15331"/>
                  </a:lnTo>
                  <a:lnTo>
                    <a:pt x="9616" y="15215"/>
                  </a:lnTo>
                  <a:lnTo>
                    <a:pt x="10079" y="15060"/>
                  </a:lnTo>
                  <a:lnTo>
                    <a:pt x="10543" y="14867"/>
                  </a:lnTo>
                  <a:lnTo>
                    <a:pt x="10968" y="14674"/>
                  </a:lnTo>
                  <a:lnTo>
                    <a:pt x="11392" y="14443"/>
                  </a:lnTo>
                  <a:lnTo>
                    <a:pt x="11856" y="14134"/>
                  </a:lnTo>
                  <a:lnTo>
                    <a:pt x="12319" y="13786"/>
                  </a:lnTo>
                  <a:lnTo>
                    <a:pt x="12744" y="13400"/>
                  </a:lnTo>
                  <a:lnTo>
                    <a:pt x="13130" y="12975"/>
                  </a:lnTo>
                  <a:lnTo>
                    <a:pt x="13478" y="12550"/>
                  </a:lnTo>
                  <a:lnTo>
                    <a:pt x="13786" y="12048"/>
                  </a:lnTo>
                  <a:lnTo>
                    <a:pt x="14057" y="11585"/>
                  </a:lnTo>
                  <a:lnTo>
                    <a:pt x="14288" y="11044"/>
                  </a:lnTo>
                  <a:lnTo>
                    <a:pt x="14520" y="10542"/>
                  </a:lnTo>
                  <a:lnTo>
                    <a:pt x="14675" y="10002"/>
                  </a:lnTo>
                  <a:lnTo>
                    <a:pt x="14829" y="9423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5022" y="7724"/>
                  </a:lnTo>
                  <a:lnTo>
                    <a:pt x="14983" y="7144"/>
                  </a:lnTo>
                  <a:lnTo>
                    <a:pt x="14945" y="6604"/>
                  </a:lnTo>
                  <a:lnTo>
                    <a:pt x="14829" y="5986"/>
                  </a:lnTo>
                  <a:lnTo>
                    <a:pt x="14675" y="5407"/>
                  </a:lnTo>
                  <a:lnTo>
                    <a:pt x="14482" y="4827"/>
                  </a:lnTo>
                  <a:lnTo>
                    <a:pt x="14250" y="4287"/>
                  </a:lnTo>
                  <a:lnTo>
                    <a:pt x="13980" y="3746"/>
                  </a:lnTo>
                  <a:lnTo>
                    <a:pt x="13671" y="3244"/>
                  </a:lnTo>
                  <a:lnTo>
                    <a:pt x="13323" y="2742"/>
                  </a:lnTo>
                  <a:lnTo>
                    <a:pt x="12937" y="2317"/>
                  </a:lnTo>
                  <a:lnTo>
                    <a:pt x="12512" y="1893"/>
                  </a:lnTo>
                  <a:lnTo>
                    <a:pt x="12049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3" y="618"/>
                  </a:lnTo>
                  <a:lnTo>
                    <a:pt x="9964" y="387"/>
                  </a:lnTo>
                  <a:lnTo>
                    <a:pt x="9384" y="232"/>
                  </a:lnTo>
                  <a:lnTo>
                    <a:pt x="8767" y="116"/>
                  </a:lnTo>
                  <a:lnTo>
                    <a:pt x="8187" y="39"/>
                  </a:lnTo>
                  <a:lnTo>
                    <a:pt x="760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1" name="Google Shape;3791;p17"/>
            <p:cNvSpPr/>
            <p:nvPr/>
          </p:nvSpPr>
          <p:spPr>
            <a:xfrm>
              <a:off x="5477175" y="100252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4" y="7298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60" y="7569"/>
                  </a:lnTo>
                  <a:lnTo>
                    <a:pt x="9153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5" y="8573"/>
                  </a:lnTo>
                  <a:lnTo>
                    <a:pt x="9693" y="8882"/>
                  </a:lnTo>
                  <a:lnTo>
                    <a:pt x="9655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60" y="10040"/>
                  </a:lnTo>
                  <a:lnTo>
                    <a:pt x="8689" y="10117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40" y="10079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7"/>
                  </a:lnTo>
                  <a:lnTo>
                    <a:pt x="7029" y="9345"/>
                  </a:lnTo>
                  <a:lnTo>
                    <a:pt x="6952" y="9075"/>
                  </a:lnTo>
                  <a:lnTo>
                    <a:pt x="6913" y="8804"/>
                  </a:lnTo>
                  <a:lnTo>
                    <a:pt x="6952" y="8534"/>
                  </a:lnTo>
                  <a:lnTo>
                    <a:pt x="7029" y="8264"/>
                  </a:lnTo>
                  <a:lnTo>
                    <a:pt x="7145" y="8071"/>
                  </a:lnTo>
                  <a:lnTo>
                    <a:pt x="7299" y="7878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9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6" y="8457"/>
                  </a:lnTo>
                  <a:lnTo>
                    <a:pt x="2974" y="8611"/>
                  </a:lnTo>
                  <a:lnTo>
                    <a:pt x="3051" y="8766"/>
                  </a:lnTo>
                  <a:lnTo>
                    <a:pt x="1545" y="8727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5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7"/>
                  </a:lnTo>
                  <a:lnTo>
                    <a:pt x="6990" y="10079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7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2"/>
                  </a:lnTo>
                  <a:lnTo>
                    <a:pt x="10157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7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1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9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5" y="7337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50" y="8534"/>
                  </a:lnTo>
                  <a:lnTo>
                    <a:pt x="6450" y="8843"/>
                  </a:lnTo>
                  <a:lnTo>
                    <a:pt x="5716" y="8804"/>
                  </a:lnTo>
                  <a:lnTo>
                    <a:pt x="4944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8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80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6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2" name="Google Shape;3792;p17"/>
            <p:cNvSpPr/>
            <p:nvPr/>
          </p:nvSpPr>
          <p:spPr>
            <a:xfrm>
              <a:off x="2850400" y="1030525"/>
              <a:ext cx="475950" cy="686400"/>
            </a:xfrm>
            <a:custGeom>
              <a:avLst/>
              <a:gdLst/>
              <a:ahLst/>
              <a:cxnLst/>
              <a:rect l="l" t="t" r="r" b="b"/>
              <a:pathLst>
                <a:path w="19038" h="27456" extrusionOk="0">
                  <a:moveTo>
                    <a:pt x="18690" y="309"/>
                  </a:moveTo>
                  <a:lnTo>
                    <a:pt x="18690" y="463"/>
                  </a:lnTo>
                  <a:lnTo>
                    <a:pt x="18382" y="2047"/>
                  </a:lnTo>
                  <a:lnTo>
                    <a:pt x="17995" y="3668"/>
                  </a:lnTo>
                  <a:lnTo>
                    <a:pt x="17609" y="5252"/>
                  </a:lnTo>
                  <a:lnTo>
                    <a:pt x="17184" y="6873"/>
                  </a:lnTo>
                  <a:lnTo>
                    <a:pt x="16489" y="6873"/>
                  </a:lnTo>
                  <a:lnTo>
                    <a:pt x="16180" y="6835"/>
                  </a:lnTo>
                  <a:lnTo>
                    <a:pt x="15833" y="6758"/>
                  </a:lnTo>
                  <a:lnTo>
                    <a:pt x="15524" y="6680"/>
                  </a:lnTo>
                  <a:lnTo>
                    <a:pt x="15215" y="6565"/>
                  </a:lnTo>
                  <a:lnTo>
                    <a:pt x="14906" y="6410"/>
                  </a:lnTo>
                  <a:lnTo>
                    <a:pt x="14597" y="6217"/>
                  </a:lnTo>
                  <a:lnTo>
                    <a:pt x="14327" y="6024"/>
                  </a:lnTo>
                  <a:lnTo>
                    <a:pt x="14057" y="5792"/>
                  </a:lnTo>
                  <a:lnTo>
                    <a:pt x="13593" y="5329"/>
                  </a:lnTo>
                  <a:lnTo>
                    <a:pt x="13168" y="4788"/>
                  </a:lnTo>
                  <a:lnTo>
                    <a:pt x="12782" y="4248"/>
                  </a:lnTo>
                  <a:lnTo>
                    <a:pt x="13477" y="3668"/>
                  </a:lnTo>
                  <a:lnTo>
                    <a:pt x="14172" y="3128"/>
                  </a:lnTo>
                  <a:lnTo>
                    <a:pt x="14868" y="2587"/>
                  </a:lnTo>
                  <a:lnTo>
                    <a:pt x="15601" y="2085"/>
                  </a:lnTo>
                  <a:lnTo>
                    <a:pt x="16374" y="1622"/>
                  </a:lnTo>
                  <a:lnTo>
                    <a:pt x="17146" y="1158"/>
                  </a:lnTo>
                  <a:lnTo>
                    <a:pt x="17918" y="734"/>
                  </a:lnTo>
                  <a:lnTo>
                    <a:pt x="18690" y="309"/>
                  </a:lnTo>
                  <a:close/>
                  <a:moveTo>
                    <a:pt x="6063" y="12434"/>
                  </a:moveTo>
                  <a:lnTo>
                    <a:pt x="5793" y="13013"/>
                  </a:lnTo>
                  <a:lnTo>
                    <a:pt x="5600" y="13592"/>
                  </a:lnTo>
                  <a:lnTo>
                    <a:pt x="5446" y="14172"/>
                  </a:lnTo>
                  <a:lnTo>
                    <a:pt x="5291" y="14790"/>
                  </a:lnTo>
                  <a:lnTo>
                    <a:pt x="5252" y="15369"/>
                  </a:lnTo>
                  <a:lnTo>
                    <a:pt x="5214" y="15407"/>
                  </a:lnTo>
                  <a:lnTo>
                    <a:pt x="4750" y="16102"/>
                  </a:lnTo>
                  <a:lnTo>
                    <a:pt x="4287" y="16797"/>
                  </a:lnTo>
                  <a:lnTo>
                    <a:pt x="4171" y="17106"/>
                  </a:lnTo>
                  <a:lnTo>
                    <a:pt x="4017" y="17415"/>
                  </a:lnTo>
                  <a:lnTo>
                    <a:pt x="3824" y="17724"/>
                  </a:lnTo>
                  <a:lnTo>
                    <a:pt x="3746" y="17840"/>
                  </a:lnTo>
                  <a:lnTo>
                    <a:pt x="3631" y="17956"/>
                  </a:lnTo>
                  <a:lnTo>
                    <a:pt x="3476" y="18033"/>
                  </a:lnTo>
                  <a:lnTo>
                    <a:pt x="3283" y="18072"/>
                  </a:lnTo>
                  <a:lnTo>
                    <a:pt x="2858" y="18110"/>
                  </a:lnTo>
                  <a:lnTo>
                    <a:pt x="2009" y="18149"/>
                  </a:lnTo>
                  <a:lnTo>
                    <a:pt x="426" y="18342"/>
                  </a:lnTo>
                  <a:lnTo>
                    <a:pt x="426" y="18342"/>
                  </a:lnTo>
                  <a:lnTo>
                    <a:pt x="850" y="17724"/>
                  </a:lnTo>
                  <a:lnTo>
                    <a:pt x="1275" y="17106"/>
                  </a:lnTo>
                  <a:lnTo>
                    <a:pt x="1661" y="16489"/>
                  </a:lnTo>
                  <a:lnTo>
                    <a:pt x="2009" y="15832"/>
                  </a:lnTo>
                  <a:lnTo>
                    <a:pt x="2549" y="14751"/>
                  </a:lnTo>
                  <a:lnTo>
                    <a:pt x="2820" y="14017"/>
                  </a:lnTo>
                  <a:lnTo>
                    <a:pt x="3013" y="13670"/>
                  </a:lnTo>
                  <a:lnTo>
                    <a:pt x="3206" y="13322"/>
                  </a:lnTo>
                  <a:lnTo>
                    <a:pt x="3360" y="13322"/>
                  </a:lnTo>
                  <a:lnTo>
                    <a:pt x="3399" y="13245"/>
                  </a:lnTo>
                  <a:lnTo>
                    <a:pt x="3438" y="13206"/>
                  </a:lnTo>
                  <a:lnTo>
                    <a:pt x="4750" y="12782"/>
                  </a:lnTo>
                  <a:lnTo>
                    <a:pt x="6063" y="12434"/>
                  </a:lnTo>
                  <a:close/>
                  <a:moveTo>
                    <a:pt x="12551" y="4441"/>
                  </a:moveTo>
                  <a:lnTo>
                    <a:pt x="12898" y="5020"/>
                  </a:lnTo>
                  <a:lnTo>
                    <a:pt x="13362" y="5561"/>
                  </a:lnTo>
                  <a:lnTo>
                    <a:pt x="13864" y="6101"/>
                  </a:lnTo>
                  <a:lnTo>
                    <a:pt x="14172" y="6333"/>
                  </a:lnTo>
                  <a:lnTo>
                    <a:pt x="14443" y="6565"/>
                  </a:lnTo>
                  <a:lnTo>
                    <a:pt x="14752" y="6758"/>
                  </a:lnTo>
                  <a:lnTo>
                    <a:pt x="15061" y="6951"/>
                  </a:lnTo>
                  <a:lnTo>
                    <a:pt x="15370" y="7067"/>
                  </a:lnTo>
                  <a:lnTo>
                    <a:pt x="15717" y="7182"/>
                  </a:lnTo>
                  <a:lnTo>
                    <a:pt x="16026" y="7260"/>
                  </a:lnTo>
                  <a:lnTo>
                    <a:pt x="16721" y="7260"/>
                  </a:lnTo>
                  <a:lnTo>
                    <a:pt x="17107" y="7182"/>
                  </a:lnTo>
                  <a:lnTo>
                    <a:pt x="16682" y="8573"/>
                  </a:lnTo>
                  <a:lnTo>
                    <a:pt x="16180" y="9963"/>
                  </a:lnTo>
                  <a:lnTo>
                    <a:pt x="15756" y="11160"/>
                  </a:lnTo>
                  <a:lnTo>
                    <a:pt x="15254" y="12357"/>
                  </a:lnTo>
                  <a:lnTo>
                    <a:pt x="14752" y="13515"/>
                  </a:lnTo>
                  <a:lnTo>
                    <a:pt x="14172" y="14635"/>
                  </a:lnTo>
                  <a:lnTo>
                    <a:pt x="13555" y="15793"/>
                  </a:lnTo>
                  <a:lnTo>
                    <a:pt x="13207" y="16373"/>
                  </a:lnTo>
                  <a:lnTo>
                    <a:pt x="12860" y="16952"/>
                  </a:lnTo>
                  <a:lnTo>
                    <a:pt x="12473" y="17493"/>
                  </a:lnTo>
                  <a:lnTo>
                    <a:pt x="12087" y="17995"/>
                  </a:lnTo>
                  <a:lnTo>
                    <a:pt x="11624" y="18458"/>
                  </a:lnTo>
                  <a:lnTo>
                    <a:pt x="11161" y="18883"/>
                  </a:lnTo>
                  <a:lnTo>
                    <a:pt x="10620" y="19230"/>
                  </a:lnTo>
                  <a:lnTo>
                    <a:pt x="10079" y="19462"/>
                  </a:lnTo>
                  <a:lnTo>
                    <a:pt x="9809" y="19578"/>
                  </a:lnTo>
                  <a:lnTo>
                    <a:pt x="9539" y="19655"/>
                  </a:lnTo>
                  <a:lnTo>
                    <a:pt x="9230" y="19694"/>
                  </a:lnTo>
                  <a:lnTo>
                    <a:pt x="8959" y="19732"/>
                  </a:lnTo>
                  <a:lnTo>
                    <a:pt x="8689" y="19732"/>
                  </a:lnTo>
                  <a:lnTo>
                    <a:pt x="8380" y="19694"/>
                  </a:lnTo>
                  <a:lnTo>
                    <a:pt x="8110" y="19616"/>
                  </a:lnTo>
                  <a:lnTo>
                    <a:pt x="7840" y="19539"/>
                  </a:lnTo>
                  <a:lnTo>
                    <a:pt x="7569" y="19423"/>
                  </a:lnTo>
                  <a:lnTo>
                    <a:pt x="7299" y="19269"/>
                  </a:lnTo>
                  <a:lnTo>
                    <a:pt x="7067" y="19114"/>
                  </a:lnTo>
                  <a:lnTo>
                    <a:pt x="6836" y="18883"/>
                  </a:lnTo>
                  <a:lnTo>
                    <a:pt x="6450" y="18458"/>
                  </a:lnTo>
                  <a:lnTo>
                    <a:pt x="6141" y="17956"/>
                  </a:lnTo>
                  <a:lnTo>
                    <a:pt x="5870" y="17454"/>
                  </a:lnTo>
                  <a:lnTo>
                    <a:pt x="5716" y="16913"/>
                  </a:lnTo>
                  <a:lnTo>
                    <a:pt x="5639" y="16334"/>
                  </a:lnTo>
                  <a:lnTo>
                    <a:pt x="5600" y="15755"/>
                  </a:lnTo>
                  <a:lnTo>
                    <a:pt x="5639" y="15214"/>
                  </a:lnTo>
                  <a:lnTo>
                    <a:pt x="5716" y="14635"/>
                  </a:lnTo>
                  <a:lnTo>
                    <a:pt x="5832" y="14056"/>
                  </a:lnTo>
                  <a:lnTo>
                    <a:pt x="6025" y="13515"/>
                  </a:lnTo>
                  <a:lnTo>
                    <a:pt x="6218" y="13013"/>
                  </a:lnTo>
                  <a:lnTo>
                    <a:pt x="6450" y="12473"/>
                  </a:lnTo>
                  <a:lnTo>
                    <a:pt x="6952" y="11469"/>
                  </a:lnTo>
                  <a:lnTo>
                    <a:pt x="7531" y="10465"/>
                  </a:lnTo>
                  <a:lnTo>
                    <a:pt x="8149" y="9461"/>
                  </a:lnTo>
                  <a:lnTo>
                    <a:pt x="8844" y="8495"/>
                  </a:lnTo>
                  <a:lnTo>
                    <a:pt x="9539" y="7530"/>
                  </a:lnTo>
                  <a:lnTo>
                    <a:pt x="10311" y="6642"/>
                  </a:lnTo>
                  <a:lnTo>
                    <a:pt x="10852" y="6063"/>
                  </a:lnTo>
                  <a:lnTo>
                    <a:pt x="11392" y="5522"/>
                  </a:lnTo>
                  <a:lnTo>
                    <a:pt x="11971" y="4981"/>
                  </a:lnTo>
                  <a:lnTo>
                    <a:pt x="12551" y="4441"/>
                  </a:lnTo>
                  <a:close/>
                  <a:moveTo>
                    <a:pt x="5986" y="18419"/>
                  </a:moveTo>
                  <a:lnTo>
                    <a:pt x="6218" y="18767"/>
                  </a:lnTo>
                  <a:lnTo>
                    <a:pt x="6450" y="19076"/>
                  </a:lnTo>
                  <a:lnTo>
                    <a:pt x="6758" y="19346"/>
                  </a:lnTo>
                  <a:lnTo>
                    <a:pt x="7067" y="19616"/>
                  </a:lnTo>
                  <a:lnTo>
                    <a:pt x="7415" y="19809"/>
                  </a:lnTo>
                  <a:lnTo>
                    <a:pt x="7801" y="19964"/>
                  </a:lnTo>
                  <a:lnTo>
                    <a:pt x="8187" y="20080"/>
                  </a:lnTo>
                  <a:lnTo>
                    <a:pt x="8612" y="20118"/>
                  </a:lnTo>
                  <a:lnTo>
                    <a:pt x="8535" y="20466"/>
                  </a:lnTo>
                  <a:lnTo>
                    <a:pt x="8496" y="20852"/>
                  </a:lnTo>
                  <a:lnTo>
                    <a:pt x="7994" y="20813"/>
                  </a:lnTo>
                  <a:lnTo>
                    <a:pt x="7531" y="20698"/>
                  </a:lnTo>
                  <a:lnTo>
                    <a:pt x="7106" y="20504"/>
                  </a:lnTo>
                  <a:lnTo>
                    <a:pt x="6720" y="20273"/>
                  </a:lnTo>
                  <a:lnTo>
                    <a:pt x="6334" y="20002"/>
                  </a:lnTo>
                  <a:lnTo>
                    <a:pt x="6025" y="19655"/>
                  </a:lnTo>
                  <a:lnTo>
                    <a:pt x="5716" y="19307"/>
                  </a:lnTo>
                  <a:lnTo>
                    <a:pt x="5446" y="18883"/>
                  </a:lnTo>
                  <a:lnTo>
                    <a:pt x="5446" y="18844"/>
                  </a:lnTo>
                  <a:lnTo>
                    <a:pt x="5986" y="18419"/>
                  </a:lnTo>
                  <a:close/>
                  <a:moveTo>
                    <a:pt x="5291" y="18960"/>
                  </a:moveTo>
                  <a:lnTo>
                    <a:pt x="5523" y="19462"/>
                  </a:lnTo>
                  <a:lnTo>
                    <a:pt x="5793" y="19887"/>
                  </a:lnTo>
                  <a:lnTo>
                    <a:pt x="6141" y="20234"/>
                  </a:lnTo>
                  <a:lnTo>
                    <a:pt x="6527" y="20582"/>
                  </a:lnTo>
                  <a:lnTo>
                    <a:pt x="6952" y="20813"/>
                  </a:lnTo>
                  <a:lnTo>
                    <a:pt x="7453" y="21006"/>
                  </a:lnTo>
                  <a:lnTo>
                    <a:pt x="7955" y="21122"/>
                  </a:lnTo>
                  <a:lnTo>
                    <a:pt x="8457" y="21161"/>
                  </a:lnTo>
                  <a:lnTo>
                    <a:pt x="8496" y="21702"/>
                  </a:lnTo>
                  <a:lnTo>
                    <a:pt x="7878" y="21624"/>
                  </a:lnTo>
                  <a:lnTo>
                    <a:pt x="7299" y="21508"/>
                  </a:lnTo>
                  <a:lnTo>
                    <a:pt x="6797" y="21315"/>
                  </a:lnTo>
                  <a:lnTo>
                    <a:pt x="6295" y="21084"/>
                  </a:lnTo>
                  <a:lnTo>
                    <a:pt x="5870" y="20775"/>
                  </a:lnTo>
                  <a:lnTo>
                    <a:pt x="5446" y="20389"/>
                  </a:lnTo>
                  <a:lnTo>
                    <a:pt x="5021" y="19964"/>
                  </a:lnTo>
                  <a:lnTo>
                    <a:pt x="4673" y="19501"/>
                  </a:lnTo>
                  <a:lnTo>
                    <a:pt x="4828" y="19385"/>
                  </a:lnTo>
                  <a:lnTo>
                    <a:pt x="4982" y="19269"/>
                  </a:lnTo>
                  <a:lnTo>
                    <a:pt x="5291" y="18960"/>
                  </a:lnTo>
                  <a:close/>
                  <a:moveTo>
                    <a:pt x="13555" y="16527"/>
                  </a:moveTo>
                  <a:lnTo>
                    <a:pt x="13748" y="17184"/>
                  </a:lnTo>
                  <a:lnTo>
                    <a:pt x="13979" y="17840"/>
                  </a:lnTo>
                  <a:lnTo>
                    <a:pt x="14250" y="18458"/>
                  </a:lnTo>
                  <a:lnTo>
                    <a:pt x="14597" y="19037"/>
                  </a:lnTo>
                  <a:lnTo>
                    <a:pt x="13670" y="20157"/>
                  </a:lnTo>
                  <a:lnTo>
                    <a:pt x="12782" y="21315"/>
                  </a:lnTo>
                  <a:lnTo>
                    <a:pt x="11083" y="23748"/>
                  </a:lnTo>
                  <a:lnTo>
                    <a:pt x="10736" y="22783"/>
                  </a:lnTo>
                  <a:lnTo>
                    <a:pt x="10350" y="21856"/>
                  </a:lnTo>
                  <a:lnTo>
                    <a:pt x="10234" y="21586"/>
                  </a:lnTo>
                  <a:lnTo>
                    <a:pt x="10195" y="21354"/>
                  </a:lnTo>
                  <a:lnTo>
                    <a:pt x="10195" y="21238"/>
                  </a:lnTo>
                  <a:lnTo>
                    <a:pt x="10234" y="21122"/>
                  </a:lnTo>
                  <a:lnTo>
                    <a:pt x="10388" y="20813"/>
                  </a:lnTo>
                  <a:lnTo>
                    <a:pt x="10813" y="20234"/>
                  </a:lnTo>
                  <a:lnTo>
                    <a:pt x="11199" y="19578"/>
                  </a:lnTo>
                  <a:lnTo>
                    <a:pt x="11199" y="19501"/>
                  </a:lnTo>
                  <a:lnTo>
                    <a:pt x="11199" y="19462"/>
                  </a:lnTo>
                  <a:lnTo>
                    <a:pt x="11161" y="19346"/>
                  </a:lnTo>
                  <a:lnTo>
                    <a:pt x="11585" y="18999"/>
                  </a:lnTo>
                  <a:lnTo>
                    <a:pt x="11971" y="18612"/>
                  </a:lnTo>
                  <a:lnTo>
                    <a:pt x="12358" y="18226"/>
                  </a:lnTo>
                  <a:lnTo>
                    <a:pt x="12705" y="17801"/>
                  </a:lnTo>
                  <a:lnTo>
                    <a:pt x="13130" y="17184"/>
                  </a:lnTo>
                  <a:lnTo>
                    <a:pt x="13555" y="16527"/>
                  </a:lnTo>
                  <a:close/>
                  <a:moveTo>
                    <a:pt x="5677" y="21161"/>
                  </a:moveTo>
                  <a:lnTo>
                    <a:pt x="5948" y="21393"/>
                  </a:lnTo>
                  <a:lnTo>
                    <a:pt x="6256" y="21547"/>
                  </a:lnTo>
                  <a:lnTo>
                    <a:pt x="6565" y="21702"/>
                  </a:lnTo>
                  <a:lnTo>
                    <a:pt x="6913" y="21817"/>
                  </a:lnTo>
                  <a:lnTo>
                    <a:pt x="6836" y="22010"/>
                  </a:lnTo>
                  <a:lnTo>
                    <a:pt x="6797" y="22204"/>
                  </a:lnTo>
                  <a:lnTo>
                    <a:pt x="6643" y="22088"/>
                  </a:lnTo>
                  <a:lnTo>
                    <a:pt x="6604" y="22010"/>
                  </a:lnTo>
                  <a:lnTo>
                    <a:pt x="6411" y="22010"/>
                  </a:lnTo>
                  <a:lnTo>
                    <a:pt x="6372" y="22088"/>
                  </a:lnTo>
                  <a:lnTo>
                    <a:pt x="6218" y="22628"/>
                  </a:lnTo>
                  <a:lnTo>
                    <a:pt x="6025" y="23092"/>
                  </a:lnTo>
                  <a:lnTo>
                    <a:pt x="5832" y="23594"/>
                  </a:lnTo>
                  <a:lnTo>
                    <a:pt x="5600" y="24057"/>
                  </a:lnTo>
                  <a:lnTo>
                    <a:pt x="5330" y="24482"/>
                  </a:lnTo>
                  <a:lnTo>
                    <a:pt x="5021" y="24907"/>
                  </a:lnTo>
                  <a:lnTo>
                    <a:pt x="4712" y="25331"/>
                  </a:lnTo>
                  <a:lnTo>
                    <a:pt x="4364" y="25717"/>
                  </a:lnTo>
                  <a:lnTo>
                    <a:pt x="4248" y="25293"/>
                  </a:lnTo>
                  <a:lnTo>
                    <a:pt x="4171" y="24868"/>
                  </a:lnTo>
                  <a:lnTo>
                    <a:pt x="4171" y="24482"/>
                  </a:lnTo>
                  <a:lnTo>
                    <a:pt x="4210" y="24057"/>
                  </a:lnTo>
                  <a:lnTo>
                    <a:pt x="4326" y="23671"/>
                  </a:lnTo>
                  <a:lnTo>
                    <a:pt x="4480" y="23285"/>
                  </a:lnTo>
                  <a:lnTo>
                    <a:pt x="4673" y="22899"/>
                  </a:lnTo>
                  <a:lnTo>
                    <a:pt x="4944" y="22512"/>
                  </a:lnTo>
                  <a:lnTo>
                    <a:pt x="5175" y="22204"/>
                  </a:lnTo>
                  <a:lnTo>
                    <a:pt x="5330" y="21895"/>
                  </a:lnTo>
                  <a:lnTo>
                    <a:pt x="5407" y="21740"/>
                  </a:lnTo>
                  <a:lnTo>
                    <a:pt x="5407" y="21586"/>
                  </a:lnTo>
                  <a:lnTo>
                    <a:pt x="5368" y="21470"/>
                  </a:lnTo>
                  <a:lnTo>
                    <a:pt x="5291" y="21315"/>
                  </a:lnTo>
                  <a:lnTo>
                    <a:pt x="5446" y="21238"/>
                  </a:lnTo>
                  <a:lnTo>
                    <a:pt x="5677" y="21161"/>
                  </a:lnTo>
                  <a:close/>
                  <a:moveTo>
                    <a:pt x="4905" y="20466"/>
                  </a:moveTo>
                  <a:lnTo>
                    <a:pt x="5175" y="20736"/>
                  </a:lnTo>
                  <a:lnTo>
                    <a:pt x="5484" y="21006"/>
                  </a:lnTo>
                  <a:lnTo>
                    <a:pt x="5252" y="21084"/>
                  </a:lnTo>
                  <a:lnTo>
                    <a:pt x="5021" y="21161"/>
                  </a:lnTo>
                  <a:lnTo>
                    <a:pt x="4982" y="21200"/>
                  </a:lnTo>
                  <a:lnTo>
                    <a:pt x="4944" y="21277"/>
                  </a:lnTo>
                  <a:lnTo>
                    <a:pt x="4982" y="21354"/>
                  </a:lnTo>
                  <a:lnTo>
                    <a:pt x="5021" y="21393"/>
                  </a:lnTo>
                  <a:lnTo>
                    <a:pt x="5059" y="21470"/>
                  </a:lnTo>
                  <a:lnTo>
                    <a:pt x="5098" y="21547"/>
                  </a:lnTo>
                  <a:lnTo>
                    <a:pt x="5059" y="21779"/>
                  </a:lnTo>
                  <a:lnTo>
                    <a:pt x="4905" y="22049"/>
                  </a:lnTo>
                  <a:lnTo>
                    <a:pt x="4750" y="22358"/>
                  </a:lnTo>
                  <a:lnTo>
                    <a:pt x="4364" y="22937"/>
                  </a:lnTo>
                  <a:lnTo>
                    <a:pt x="4133" y="23323"/>
                  </a:lnTo>
                  <a:lnTo>
                    <a:pt x="3940" y="23748"/>
                  </a:lnTo>
                  <a:lnTo>
                    <a:pt x="3862" y="24212"/>
                  </a:lnTo>
                  <a:lnTo>
                    <a:pt x="3824" y="24714"/>
                  </a:lnTo>
                  <a:lnTo>
                    <a:pt x="3862" y="25177"/>
                  </a:lnTo>
                  <a:lnTo>
                    <a:pt x="3940" y="25409"/>
                  </a:lnTo>
                  <a:lnTo>
                    <a:pt x="4017" y="25640"/>
                  </a:lnTo>
                  <a:lnTo>
                    <a:pt x="4133" y="25872"/>
                  </a:lnTo>
                  <a:lnTo>
                    <a:pt x="4248" y="26065"/>
                  </a:lnTo>
                  <a:lnTo>
                    <a:pt x="4287" y="26104"/>
                  </a:lnTo>
                  <a:lnTo>
                    <a:pt x="4364" y="26104"/>
                  </a:lnTo>
                  <a:lnTo>
                    <a:pt x="4403" y="26065"/>
                  </a:lnTo>
                  <a:lnTo>
                    <a:pt x="4442" y="25988"/>
                  </a:lnTo>
                  <a:lnTo>
                    <a:pt x="4480" y="25988"/>
                  </a:lnTo>
                  <a:lnTo>
                    <a:pt x="4828" y="25602"/>
                  </a:lnTo>
                  <a:lnTo>
                    <a:pt x="5175" y="25215"/>
                  </a:lnTo>
                  <a:lnTo>
                    <a:pt x="5484" y="24791"/>
                  </a:lnTo>
                  <a:lnTo>
                    <a:pt x="5793" y="24366"/>
                  </a:lnTo>
                  <a:lnTo>
                    <a:pt x="6025" y="23903"/>
                  </a:lnTo>
                  <a:lnTo>
                    <a:pt x="6256" y="23439"/>
                  </a:lnTo>
                  <a:lnTo>
                    <a:pt x="6450" y="22937"/>
                  </a:lnTo>
                  <a:lnTo>
                    <a:pt x="6604" y="22435"/>
                  </a:lnTo>
                  <a:lnTo>
                    <a:pt x="6720" y="22551"/>
                  </a:lnTo>
                  <a:lnTo>
                    <a:pt x="6913" y="22590"/>
                  </a:lnTo>
                  <a:lnTo>
                    <a:pt x="6952" y="22628"/>
                  </a:lnTo>
                  <a:lnTo>
                    <a:pt x="7029" y="22590"/>
                  </a:lnTo>
                  <a:lnTo>
                    <a:pt x="7067" y="22512"/>
                  </a:lnTo>
                  <a:lnTo>
                    <a:pt x="7067" y="22474"/>
                  </a:lnTo>
                  <a:lnTo>
                    <a:pt x="7145" y="21895"/>
                  </a:lnTo>
                  <a:lnTo>
                    <a:pt x="7608" y="22010"/>
                  </a:lnTo>
                  <a:lnTo>
                    <a:pt x="7724" y="22512"/>
                  </a:lnTo>
                  <a:lnTo>
                    <a:pt x="7762" y="23014"/>
                  </a:lnTo>
                  <a:lnTo>
                    <a:pt x="7801" y="23555"/>
                  </a:lnTo>
                  <a:lnTo>
                    <a:pt x="7801" y="24057"/>
                  </a:lnTo>
                  <a:lnTo>
                    <a:pt x="7608" y="23903"/>
                  </a:lnTo>
                  <a:lnTo>
                    <a:pt x="7492" y="23671"/>
                  </a:lnTo>
                  <a:lnTo>
                    <a:pt x="7376" y="23439"/>
                  </a:lnTo>
                  <a:lnTo>
                    <a:pt x="7338" y="23169"/>
                  </a:lnTo>
                  <a:lnTo>
                    <a:pt x="7338" y="23092"/>
                  </a:lnTo>
                  <a:lnTo>
                    <a:pt x="7299" y="23053"/>
                  </a:lnTo>
                  <a:lnTo>
                    <a:pt x="7183" y="23014"/>
                  </a:lnTo>
                  <a:lnTo>
                    <a:pt x="7106" y="23014"/>
                  </a:lnTo>
                  <a:lnTo>
                    <a:pt x="7067" y="23053"/>
                  </a:lnTo>
                  <a:lnTo>
                    <a:pt x="7029" y="23092"/>
                  </a:lnTo>
                  <a:lnTo>
                    <a:pt x="6990" y="23169"/>
                  </a:lnTo>
                  <a:lnTo>
                    <a:pt x="6952" y="23787"/>
                  </a:lnTo>
                  <a:lnTo>
                    <a:pt x="6797" y="24405"/>
                  </a:lnTo>
                  <a:lnTo>
                    <a:pt x="6681" y="24675"/>
                  </a:lnTo>
                  <a:lnTo>
                    <a:pt x="6565" y="24984"/>
                  </a:lnTo>
                  <a:lnTo>
                    <a:pt x="6411" y="25254"/>
                  </a:lnTo>
                  <a:lnTo>
                    <a:pt x="6218" y="25524"/>
                  </a:lnTo>
                  <a:lnTo>
                    <a:pt x="5832" y="25988"/>
                  </a:lnTo>
                  <a:lnTo>
                    <a:pt x="5600" y="26219"/>
                  </a:lnTo>
                  <a:lnTo>
                    <a:pt x="5368" y="26451"/>
                  </a:lnTo>
                  <a:lnTo>
                    <a:pt x="5098" y="26644"/>
                  </a:lnTo>
                  <a:lnTo>
                    <a:pt x="4828" y="26799"/>
                  </a:lnTo>
                  <a:lnTo>
                    <a:pt x="4557" y="26953"/>
                  </a:lnTo>
                  <a:lnTo>
                    <a:pt x="4248" y="27030"/>
                  </a:lnTo>
                  <a:lnTo>
                    <a:pt x="4017" y="27030"/>
                  </a:lnTo>
                  <a:lnTo>
                    <a:pt x="3862" y="26992"/>
                  </a:lnTo>
                  <a:lnTo>
                    <a:pt x="3708" y="26915"/>
                  </a:lnTo>
                  <a:lnTo>
                    <a:pt x="3592" y="26760"/>
                  </a:lnTo>
                  <a:lnTo>
                    <a:pt x="3515" y="26606"/>
                  </a:lnTo>
                  <a:lnTo>
                    <a:pt x="3438" y="26413"/>
                  </a:lnTo>
                  <a:lnTo>
                    <a:pt x="3322" y="25988"/>
                  </a:lnTo>
                  <a:lnTo>
                    <a:pt x="3206" y="25293"/>
                  </a:lnTo>
                  <a:lnTo>
                    <a:pt x="3167" y="24945"/>
                  </a:lnTo>
                  <a:lnTo>
                    <a:pt x="3167" y="24598"/>
                  </a:lnTo>
                  <a:lnTo>
                    <a:pt x="3206" y="24173"/>
                  </a:lnTo>
                  <a:lnTo>
                    <a:pt x="3283" y="23787"/>
                  </a:lnTo>
                  <a:lnTo>
                    <a:pt x="3360" y="23401"/>
                  </a:lnTo>
                  <a:lnTo>
                    <a:pt x="3515" y="23014"/>
                  </a:lnTo>
                  <a:lnTo>
                    <a:pt x="3708" y="22667"/>
                  </a:lnTo>
                  <a:lnTo>
                    <a:pt x="3901" y="22319"/>
                  </a:lnTo>
                  <a:lnTo>
                    <a:pt x="4171" y="22010"/>
                  </a:lnTo>
                  <a:lnTo>
                    <a:pt x="4480" y="21702"/>
                  </a:lnTo>
                  <a:lnTo>
                    <a:pt x="4519" y="21624"/>
                  </a:lnTo>
                  <a:lnTo>
                    <a:pt x="4519" y="21547"/>
                  </a:lnTo>
                  <a:lnTo>
                    <a:pt x="4442" y="21470"/>
                  </a:lnTo>
                  <a:lnTo>
                    <a:pt x="4364" y="21431"/>
                  </a:lnTo>
                  <a:lnTo>
                    <a:pt x="3553" y="21315"/>
                  </a:lnTo>
                  <a:lnTo>
                    <a:pt x="3862" y="21045"/>
                  </a:lnTo>
                  <a:lnTo>
                    <a:pt x="4171" y="20775"/>
                  </a:lnTo>
                  <a:lnTo>
                    <a:pt x="4519" y="20582"/>
                  </a:lnTo>
                  <a:lnTo>
                    <a:pt x="4905" y="20466"/>
                  </a:lnTo>
                  <a:close/>
                  <a:moveTo>
                    <a:pt x="18845" y="0"/>
                  </a:moveTo>
                  <a:lnTo>
                    <a:pt x="18806" y="77"/>
                  </a:lnTo>
                  <a:lnTo>
                    <a:pt x="18729" y="39"/>
                  </a:lnTo>
                  <a:lnTo>
                    <a:pt x="18652" y="39"/>
                  </a:lnTo>
                  <a:lnTo>
                    <a:pt x="17455" y="618"/>
                  </a:lnTo>
                  <a:lnTo>
                    <a:pt x="16296" y="1236"/>
                  </a:lnTo>
                  <a:lnTo>
                    <a:pt x="15215" y="1931"/>
                  </a:lnTo>
                  <a:lnTo>
                    <a:pt x="14134" y="2664"/>
                  </a:lnTo>
                  <a:lnTo>
                    <a:pt x="13091" y="3475"/>
                  </a:lnTo>
                  <a:lnTo>
                    <a:pt x="12087" y="4325"/>
                  </a:lnTo>
                  <a:lnTo>
                    <a:pt x="11161" y="5213"/>
                  </a:lnTo>
                  <a:lnTo>
                    <a:pt x="10272" y="6178"/>
                  </a:lnTo>
                  <a:lnTo>
                    <a:pt x="9384" y="7144"/>
                  </a:lnTo>
                  <a:lnTo>
                    <a:pt x="8573" y="8186"/>
                  </a:lnTo>
                  <a:lnTo>
                    <a:pt x="7840" y="9268"/>
                  </a:lnTo>
                  <a:lnTo>
                    <a:pt x="7145" y="10387"/>
                  </a:lnTo>
                  <a:lnTo>
                    <a:pt x="6643" y="11276"/>
                  </a:lnTo>
                  <a:lnTo>
                    <a:pt x="6179" y="12164"/>
                  </a:lnTo>
                  <a:lnTo>
                    <a:pt x="5368" y="12241"/>
                  </a:lnTo>
                  <a:lnTo>
                    <a:pt x="4557" y="12395"/>
                  </a:lnTo>
                  <a:lnTo>
                    <a:pt x="3785" y="12627"/>
                  </a:lnTo>
                  <a:lnTo>
                    <a:pt x="3013" y="12936"/>
                  </a:lnTo>
                  <a:lnTo>
                    <a:pt x="2936" y="12975"/>
                  </a:lnTo>
                  <a:lnTo>
                    <a:pt x="2897" y="13013"/>
                  </a:lnTo>
                  <a:lnTo>
                    <a:pt x="2897" y="13168"/>
                  </a:lnTo>
                  <a:lnTo>
                    <a:pt x="2704" y="13361"/>
                  </a:lnTo>
                  <a:lnTo>
                    <a:pt x="2549" y="13592"/>
                  </a:lnTo>
                  <a:lnTo>
                    <a:pt x="2395" y="13863"/>
                  </a:lnTo>
                  <a:lnTo>
                    <a:pt x="2279" y="14133"/>
                  </a:lnTo>
                  <a:lnTo>
                    <a:pt x="2086" y="14712"/>
                  </a:lnTo>
                  <a:lnTo>
                    <a:pt x="1854" y="15214"/>
                  </a:lnTo>
                  <a:lnTo>
                    <a:pt x="1430" y="15987"/>
                  </a:lnTo>
                  <a:lnTo>
                    <a:pt x="1005" y="16759"/>
                  </a:lnTo>
                  <a:lnTo>
                    <a:pt x="541" y="17493"/>
                  </a:lnTo>
                  <a:lnTo>
                    <a:pt x="39" y="18226"/>
                  </a:lnTo>
                  <a:lnTo>
                    <a:pt x="1" y="18303"/>
                  </a:lnTo>
                  <a:lnTo>
                    <a:pt x="1" y="18381"/>
                  </a:lnTo>
                  <a:lnTo>
                    <a:pt x="39" y="18419"/>
                  </a:lnTo>
                  <a:lnTo>
                    <a:pt x="117" y="18458"/>
                  </a:lnTo>
                  <a:lnTo>
                    <a:pt x="117" y="18535"/>
                  </a:lnTo>
                  <a:lnTo>
                    <a:pt x="117" y="18612"/>
                  </a:lnTo>
                  <a:lnTo>
                    <a:pt x="155" y="18651"/>
                  </a:lnTo>
                  <a:lnTo>
                    <a:pt x="233" y="18690"/>
                  </a:lnTo>
                  <a:lnTo>
                    <a:pt x="1159" y="18612"/>
                  </a:lnTo>
                  <a:lnTo>
                    <a:pt x="2086" y="18574"/>
                  </a:lnTo>
                  <a:lnTo>
                    <a:pt x="3901" y="18381"/>
                  </a:lnTo>
                  <a:lnTo>
                    <a:pt x="3978" y="18342"/>
                  </a:lnTo>
                  <a:lnTo>
                    <a:pt x="4055" y="18265"/>
                  </a:lnTo>
                  <a:lnTo>
                    <a:pt x="4596" y="17106"/>
                  </a:lnTo>
                  <a:lnTo>
                    <a:pt x="5252" y="15987"/>
                  </a:lnTo>
                  <a:lnTo>
                    <a:pt x="5291" y="16566"/>
                  </a:lnTo>
                  <a:lnTo>
                    <a:pt x="5446" y="17106"/>
                  </a:lnTo>
                  <a:lnTo>
                    <a:pt x="5600" y="17647"/>
                  </a:lnTo>
                  <a:lnTo>
                    <a:pt x="5832" y="18188"/>
                  </a:lnTo>
                  <a:lnTo>
                    <a:pt x="5446" y="18381"/>
                  </a:lnTo>
                  <a:lnTo>
                    <a:pt x="5059" y="18651"/>
                  </a:lnTo>
                  <a:lnTo>
                    <a:pt x="4673" y="18960"/>
                  </a:lnTo>
                  <a:lnTo>
                    <a:pt x="4519" y="19153"/>
                  </a:lnTo>
                  <a:lnTo>
                    <a:pt x="4403" y="19346"/>
                  </a:lnTo>
                  <a:lnTo>
                    <a:pt x="4403" y="19423"/>
                  </a:lnTo>
                  <a:lnTo>
                    <a:pt x="4442" y="19501"/>
                  </a:lnTo>
                  <a:lnTo>
                    <a:pt x="4442" y="19539"/>
                  </a:lnTo>
                  <a:lnTo>
                    <a:pt x="4442" y="19616"/>
                  </a:lnTo>
                  <a:lnTo>
                    <a:pt x="4596" y="19964"/>
                  </a:lnTo>
                  <a:lnTo>
                    <a:pt x="4789" y="20273"/>
                  </a:lnTo>
                  <a:lnTo>
                    <a:pt x="4519" y="20311"/>
                  </a:lnTo>
                  <a:lnTo>
                    <a:pt x="4287" y="20389"/>
                  </a:lnTo>
                  <a:lnTo>
                    <a:pt x="4055" y="20504"/>
                  </a:lnTo>
                  <a:lnTo>
                    <a:pt x="3862" y="20620"/>
                  </a:lnTo>
                  <a:lnTo>
                    <a:pt x="3669" y="20775"/>
                  </a:lnTo>
                  <a:lnTo>
                    <a:pt x="3476" y="20968"/>
                  </a:lnTo>
                  <a:lnTo>
                    <a:pt x="3283" y="21161"/>
                  </a:lnTo>
                  <a:lnTo>
                    <a:pt x="3129" y="21354"/>
                  </a:lnTo>
                  <a:lnTo>
                    <a:pt x="3090" y="21431"/>
                  </a:lnTo>
                  <a:lnTo>
                    <a:pt x="3129" y="21508"/>
                  </a:lnTo>
                  <a:lnTo>
                    <a:pt x="3167" y="21586"/>
                  </a:lnTo>
                  <a:lnTo>
                    <a:pt x="3244" y="21624"/>
                  </a:lnTo>
                  <a:lnTo>
                    <a:pt x="4017" y="21702"/>
                  </a:lnTo>
                  <a:lnTo>
                    <a:pt x="3746" y="22010"/>
                  </a:lnTo>
                  <a:lnTo>
                    <a:pt x="3476" y="22358"/>
                  </a:lnTo>
                  <a:lnTo>
                    <a:pt x="3283" y="22706"/>
                  </a:lnTo>
                  <a:lnTo>
                    <a:pt x="3129" y="23092"/>
                  </a:lnTo>
                  <a:lnTo>
                    <a:pt x="3013" y="23478"/>
                  </a:lnTo>
                  <a:lnTo>
                    <a:pt x="2897" y="23864"/>
                  </a:lnTo>
                  <a:lnTo>
                    <a:pt x="2858" y="24289"/>
                  </a:lnTo>
                  <a:lnTo>
                    <a:pt x="2858" y="24714"/>
                  </a:lnTo>
                  <a:lnTo>
                    <a:pt x="2858" y="25370"/>
                  </a:lnTo>
                  <a:lnTo>
                    <a:pt x="2897" y="25795"/>
                  </a:lnTo>
                  <a:lnTo>
                    <a:pt x="2974" y="26219"/>
                  </a:lnTo>
                  <a:lnTo>
                    <a:pt x="3090" y="26644"/>
                  </a:lnTo>
                  <a:lnTo>
                    <a:pt x="3244" y="26992"/>
                  </a:lnTo>
                  <a:lnTo>
                    <a:pt x="3360" y="27146"/>
                  </a:lnTo>
                  <a:lnTo>
                    <a:pt x="3438" y="27262"/>
                  </a:lnTo>
                  <a:lnTo>
                    <a:pt x="3553" y="27378"/>
                  </a:lnTo>
                  <a:lnTo>
                    <a:pt x="3708" y="27417"/>
                  </a:lnTo>
                  <a:lnTo>
                    <a:pt x="3862" y="27455"/>
                  </a:lnTo>
                  <a:lnTo>
                    <a:pt x="4017" y="27455"/>
                  </a:lnTo>
                  <a:lnTo>
                    <a:pt x="4364" y="27417"/>
                  </a:lnTo>
                  <a:lnTo>
                    <a:pt x="4750" y="27262"/>
                  </a:lnTo>
                  <a:lnTo>
                    <a:pt x="5098" y="27069"/>
                  </a:lnTo>
                  <a:lnTo>
                    <a:pt x="5407" y="26837"/>
                  </a:lnTo>
                  <a:lnTo>
                    <a:pt x="5716" y="26567"/>
                  </a:lnTo>
                  <a:lnTo>
                    <a:pt x="6218" y="26065"/>
                  </a:lnTo>
                  <a:lnTo>
                    <a:pt x="6565" y="25602"/>
                  </a:lnTo>
                  <a:lnTo>
                    <a:pt x="6874" y="25100"/>
                  </a:lnTo>
                  <a:lnTo>
                    <a:pt x="7106" y="24559"/>
                  </a:lnTo>
                  <a:lnTo>
                    <a:pt x="7260" y="23980"/>
                  </a:lnTo>
                  <a:lnTo>
                    <a:pt x="7376" y="24134"/>
                  </a:lnTo>
                  <a:lnTo>
                    <a:pt x="7531" y="24289"/>
                  </a:lnTo>
                  <a:lnTo>
                    <a:pt x="7685" y="24405"/>
                  </a:lnTo>
                  <a:lnTo>
                    <a:pt x="7878" y="24520"/>
                  </a:lnTo>
                  <a:lnTo>
                    <a:pt x="7955" y="24559"/>
                  </a:lnTo>
                  <a:lnTo>
                    <a:pt x="8033" y="24520"/>
                  </a:lnTo>
                  <a:lnTo>
                    <a:pt x="8110" y="24482"/>
                  </a:lnTo>
                  <a:lnTo>
                    <a:pt x="8110" y="24366"/>
                  </a:lnTo>
                  <a:lnTo>
                    <a:pt x="8149" y="23787"/>
                  </a:lnTo>
                  <a:lnTo>
                    <a:pt x="8149" y="23208"/>
                  </a:lnTo>
                  <a:lnTo>
                    <a:pt x="8071" y="22628"/>
                  </a:lnTo>
                  <a:lnTo>
                    <a:pt x="7955" y="22049"/>
                  </a:lnTo>
                  <a:lnTo>
                    <a:pt x="8535" y="22049"/>
                  </a:lnTo>
                  <a:lnTo>
                    <a:pt x="8651" y="22010"/>
                  </a:lnTo>
                  <a:lnTo>
                    <a:pt x="8728" y="21972"/>
                  </a:lnTo>
                  <a:lnTo>
                    <a:pt x="8766" y="21933"/>
                  </a:lnTo>
                  <a:lnTo>
                    <a:pt x="8766" y="21895"/>
                  </a:lnTo>
                  <a:lnTo>
                    <a:pt x="8844" y="21006"/>
                  </a:lnTo>
                  <a:lnTo>
                    <a:pt x="8921" y="20543"/>
                  </a:lnTo>
                  <a:lnTo>
                    <a:pt x="8998" y="20118"/>
                  </a:lnTo>
                  <a:lnTo>
                    <a:pt x="9153" y="20118"/>
                  </a:lnTo>
                  <a:lnTo>
                    <a:pt x="9577" y="20041"/>
                  </a:lnTo>
                  <a:lnTo>
                    <a:pt x="9963" y="19964"/>
                  </a:lnTo>
                  <a:lnTo>
                    <a:pt x="10311" y="19809"/>
                  </a:lnTo>
                  <a:lnTo>
                    <a:pt x="10659" y="19655"/>
                  </a:lnTo>
                  <a:lnTo>
                    <a:pt x="10157" y="20389"/>
                  </a:lnTo>
                  <a:lnTo>
                    <a:pt x="9616" y="21161"/>
                  </a:lnTo>
                  <a:lnTo>
                    <a:pt x="9577" y="21238"/>
                  </a:lnTo>
                  <a:lnTo>
                    <a:pt x="9616" y="21354"/>
                  </a:lnTo>
                  <a:lnTo>
                    <a:pt x="9963" y="22049"/>
                  </a:lnTo>
                  <a:lnTo>
                    <a:pt x="10272" y="22783"/>
                  </a:lnTo>
                  <a:lnTo>
                    <a:pt x="10581" y="23516"/>
                  </a:lnTo>
                  <a:lnTo>
                    <a:pt x="10813" y="24250"/>
                  </a:lnTo>
                  <a:lnTo>
                    <a:pt x="10890" y="24327"/>
                  </a:lnTo>
                  <a:lnTo>
                    <a:pt x="11006" y="24405"/>
                  </a:lnTo>
                  <a:lnTo>
                    <a:pt x="11122" y="24405"/>
                  </a:lnTo>
                  <a:lnTo>
                    <a:pt x="11199" y="24289"/>
                  </a:lnTo>
                  <a:lnTo>
                    <a:pt x="13130" y="21740"/>
                  </a:lnTo>
                  <a:lnTo>
                    <a:pt x="14095" y="20389"/>
                  </a:lnTo>
                  <a:lnTo>
                    <a:pt x="14520" y="19732"/>
                  </a:lnTo>
                  <a:lnTo>
                    <a:pt x="14945" y="19037"/>
                  </a:lnTo>
                  <a:lnTo>
                    <a:pt x="14983" y="18960"/>
                  </a:lnTo>
                  <a:lnTo>
                    <a:pt x="14945" y="18883"/>
                  </a:lnTo>
                  <a:lnTo>
                    <a:pt x="14790" y="18535"/>
                  </a:lnTo>
                  <a:lnTo>
                    <a:pt x="14597" y="18149"/>
                  </a:lnTo>
                  <a:lnTo>
                    <a:pt x="14288" y="17454"/>
                  </a:lnTo>
                  <a:lnTo>
                    <a:pt x="13786" y="16180"/>
                  </a:lnTo>
                  <a:lnTo>
                    <a:pt x="14211" y="15369"/>
                  </a:lnTo>
                  <a:lnTo>
                    <a:pt x="14674" y="14558"/>
                  </a:lnTo>
                  <a:lnTo>
                    <a:pt x="15061" y="13708"/>
                  </a:lnTo>
                  <a:lnTo>
                    <a:pt x="15447" y="12897"/>
                  </a:lnTo>
                  <a:lnTo>
                    <a:pt x="16065" y="11391"/>
                  </a:lnTo>
                  <a:lnTo>
                    <a:pt x="16644" y="9885"/>
                  </a:lnTo>
                  <a:lnTo>
                    <a:pt x="17146" y="8341"/>
                  </a:lnTo>
                  <a:lnTo>
                    <a:pt x="17609" y="6796"/>
                  </a:lnTo>
                  <a:lnTo>
                    <a:pt x="17995" y="5213"/>
                  </a:lnTo>
                  <a:lnTo>
                    <a:pt x="18382" y="3630"/>
                  </a:lnTo>
                  <a:lnTo>
                    <a:pt x="18729" y="2047"/>
                  </a:lnTo>
                  <a:lnTo>
                    <a:pt x="19038" y="463"/>
                  </a:lnTo>
                  <a:lnTo>
                    <a:pt x="19038" y="386"/>
                  </a:lnTo>
                  <a:lnTo>
                    <a:pt x="18999" y="309"/>
                  </a:lnTo>
                  <a:lnTo>
                    <a:pt x="18999" y="232"/>
                  </a:lnTo>
                  <a:lnTo>
                    <a:pt x="18999" y="77"/>
                  </a:lnTo>
                  <a:lnTo>
                    <a:pt x="18961" y="39"/>
                  </a:lnTo>
                  <a:lnTo>
                    <a:pt x="1888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3" name="Google Shape;3793;p17"/>
            <p:cNvSpPr/>
            <p:nvPr/>
          </p:nvSpPr>
          <p:spPr>
            <a:xfrm>
              <a:off x="5947325" y="1038225"/>
              <a:ext cx="458575" cy="289650"/>
            </a:xfrm>
            <a:custGeom>
              <a:avLst/>
              <a:gdLst/>
              <a:ahLst/>
              <a:cxnLst/>
              <a:rect l="l" t="t" r="r" b="b"/>
              <a:pathLst>
                <a:path w="18343" h="11586" extrusionOk="0">
                  <a:moveTo>
                    <a:pt x="17068" y="387"/>
                  </a:moveTo>
                  <a:lnTo>
                    <a:pt x="17145" y="426"/>
                  </a:lnTo>
                  <a:lnTo>
                    <a:pt x="17223" y="503"/>
                  </a:lnTo>
                  <a:lnTo>
                    <a:pt x="17300" y="735"/>
                  </a:lnTo>
                  <a:lnTo>
                    <a:pt x="17377" y="928"/>
                  </a:lnTo>
                  <a:lnTo>
                    <a:pt x="17377" y="1121"/>
                  </a:lnTo>
                  <a:lnTo>
                    <a:pt x="17338" y="1314"/>
                  </a:lnTo>
                  <a:lnTo>
                    <a:pt x="17223" y="1546"/>
                  </a:lnTo>
                  <a:lnTo>
                    <a:pt x="16952" y="1893"/>
                  </a:lnTo>
                  <a:lnTo>
                    <a:pt x="16721" y="2125"/>
                  </a:lnTo>
                  <a:lnTo>
                    <a:pt x="16450" y="2356"/>
                  </a:lnTo>
                  <a:lnTo>
                    <a:pt x="16180" y="2550"/>
                  </a:lnTo>
                  <a:lnTo>
                    <a:pt x="15871" y="2665"/>
                  </a:lnTo>
                  <a:lnTo>
                    <a:pt x="15871" y="2086"/>
                  </a:lnTo>
                  <a:lnTo>
                    <a:pt x="15910" y="1777"/>
                  </a:lnTo>
                  <a:lnTo>
                    <a:pt x="15948" y="1468"/>
                  </a:lnTo>
                  <a:lnTo>
                    <a:pt x="16025" y="1198"/>
                  </a:lnTo>
                  <a:lnTo>
                    <a:pt x="16180" y="928"/>
                  </a:lnTo>
                  <a:lnTo>
                    <a:pt x="16334" y="696"/>
                  </a:lnTo>
                  <a:lnTo>
                    <a:pt x="16605" y="503"/>
                  </a:lnTo>
                  <a:lnTo>
                    <a:pt x="16836" y="426"/>
                  </a:lnTo>
                  <a:lnTo>
                    <a:pt x="16991" y="387"/>
                  </a:lnTo>
                  <a:close/>
                  <a:moveTo>
                    <a:pt x="14597" y="2974"/>
                  </a:moveTo>
                  <a:lnTo>
                    <a:pt x="14867" y="3013"/>
                  </a:lnTo>
                  <a:lnTo>
                    <a:pt x="15137" y="3090"/>
                  </a:lnTo>
                  <a:lnTo>
                    <a:pt x="15099" y="3206"/>
                  </a:lnTo>
                  <a:lnTo>
                    <a:pt x="14713" y="3515"/>
                  </a:lnTo>
                  <a:lnTo>
                    <a:pt x="14288" y="3747"/>
                  </a:lnTo>
                  <a:lnTo>
                    <a:pt x="14056" y="3862"/>
                  </a:lnTo>
                  <a:lnTo>
                    <a:pt x="13786" y="3940"/>
                  </a:lnTo>
                  <a:lnTo>
                    <a:pt x="13477" y="4017"/>
                  </a:lnTo>
                  <a:lnTo>
                    <a:pt x="13052" y="4017"/>
                  </a:lnTo>
                  <a:lnTo>
                    <a:pt x="12975" y="3940"/>
                  </a:lnTo>
                  <a:lnTo>
                    <a:pt x="12975" y="3862"/>
                  </a:lnTo>
                  <a:lnTo>
                    <a:pt x="12975" y="3708"/>
                  </a:lnTo>
                  <a:lnTo>
                    <a:pt x="13014" y="3476"/>
                  </a:lnTo>
                  <a:lnTo>
                    <a:pt x="13052" y="3360"/>
                  </a:lnTo>
                  <a:lnTo>
                    <a:pt x="13207" y="3245"/>
                  </a:lnTo>
                  <a:lnTo>
                    <a:pt x="13400" y="3167"/>
                  </a:lnTo>
                  <a:lnTo>
                    <a:pt x="13709" y="3052"/>
                  </a:lnTo>
                  <a:lnTo>
                    <a:pt x="14018" y="3013"/>
                  </a:lnTo>
                  <a:lnTo>
                    <a:pt x="14326" y="2974"/>
                  </a:lnTo>
                  <a:close/>
                  <a:moveTo>
                    <a:pt x="15678" y="3283"/>
                  </a:moveTo>
                  <a:lnTo>
                    <a:pt x="16334" y="3476"/>
                  </a:lnTo>
                  <a:lnTo>
                    <a:pt x="16643" y="3554"/>
                  </a:lnTo>
                  <a:lnTo>
                    <a:pt x="16991" y="3669"/>
                  </a:lnTo>
                  <a:lnTo>
                    <a:pt x="17261" y="3824"/>
                  </a:lnTo>
                  <a:lnTo>
                    <a:pt x="17531" y="4017"/>
                  </a:lnTo>
                  <a:lnTo>
                    <a:pt x="17725" y="4287"/>
                  </a:lnTo>
                  <a:lnTo>
                    <a:pt x="17802" y="4403"/>
                  </a:lnTo>
                  <a:lnTo>
                    <a:pt x="17879" y="4596"/>
                  </a:lnTo>
                  <a:lnTo>
                    <a:pt x="17918" y="4789"/>
                  </a:lnTo>
                  <a:lnTo>
                    <a:pt x="17879" y="4944"/>
                  </a:lnTo>
                  <a:lnTo>
                    <a:pt x="17802" y="5059"/>
                  </a:lnTo>
                  <a:lnTo>
                    <a:pt x="17647" y="5137"/>
                  </a:lnTo>
                  <a:lnTo>
                    <a:pt x="17493" y="5175"/>
                  </a:lnTo>
                  <a:lnTo>
                    <a:pt x="17338" y="5175"/>
                  </a:lnTo>
                  <a:lnTo>
                    <a:pt x="17145" y="5137"/>
                  </a:lnTo>
                  <a:lnTo>
                    <a:pt x="16991" y="5059"/>
                  </a:lnTo>
                  <a:lnTo>
                    <a:pt x="16643" y="4789"/>
                  </a:lnTo>
                  <a:lnTo>
                    <a:pt x="16373" y="4480"/>
                  </a:lnTo>
                  <a:lnTo>
                    <a:pt x="16180" y="4210"/>
                  </a:lnTo>
                  <a:lnTo>
                    <a:pt x="15987" y="3901"/>
                  </a:lnTo>
                  <a:lnTo>
                    <a:pt x="15832" y="3592"/>
                  </a:lnTo>
                  <a:lnTo>
                    <a:pt x="15678" y="3283"/>
                  </a:lnTo>
                  <a:close/>
                  <a:moveTo>
                    <a:pt x="4634" y="542"/>
                  </a:moveTo>
                  <a:lnTo>
                    <a:pt x="5252" y="580"/>
                  </a:lnTo>
                  <a:lnTo>
                    <a:pt x="5831" y="696"/>
                  </a:lnTo>
                  <a:lnTo>
                    <a:pt x="6410" y="850"/>
                  </a:lnTo>
                  <a:lnTo>
                    <a:pt x="6990" y="1121"/>
                  </a:lnTo>
                  <a:lnTo>
                    <a:pt x="7492" y="1430"/>
                  </a:lnTo>
                  <a:lnTo>
                    <a:pt x="7916" y="1739"/>
                  </a:lnTo>
                  <a:lnTo>
                    <a:pt x="8303" y="2086"/>
                  </a:lnTo>
                  <a:lnTo>
                    <a:pt x="8650" y="2472"/>
                  </a:lnTo>
                  <a:lnTo>
                    <a:pt x="8959" y="2858"/>
                  </a:lnTo>
                  <a:lnTo>
                    <a:pt x="9538" y="3669"/>
                  </a:lnTo>
                  <a:lnTo>
                    <a:pt x="10156" y="4480"/>
                  </a:lnTo>
                  <a:lnTo>
                    <a:pt x="10388" y="4828"/>
                  </a:lnTo>
                  <a:lnTo>
                    <a:pt x="10697" y="5137"/>
                  </a:lnTo>
                  <a:lnTo>
                    <a:pt x="11006" y="5446"/>
                  </a:lnTo>
                  <a:lnTo>
                    <a:pt x="11353" y="5677"/>
                  </a:lnTo>
                  <a:lnTo>
                    <a:pt x="11701" y="5870"/>
                  </a:lnTo>
                  <a:lnTo>
                    <a:pt x="12125" y="5986"/>
                  </a:lnTo>
                  <a:lnTo>
                    <a:pt x="12512" y="6025"/>
                  </a:lnTo>
                  <a:lnTo>
                    <a:pt x="12975" y="5986"/>
                  </a:lnTo>
                  <a:lnTo>
                    <a:pt x="13322" y="5870"/>
                  </a:lnTo>
                  <a:lnTo>
                    <a:pt x="13631" y="5755"/>
                  </a:lnTo>
                  <a:lnTo>
                    <a:pt x="13902" y="5600"/>
                  </a:lnTo>
                  <a:lnTo>
                    <a:pt x="14172" y="5407"/>
                  </a:lnTo>
                  <a:lnTo>
                    <a:pt x="14404" y="5214"/>
                  </a:lnTo>
                  <a:lnTo>
                    <a:pt x="14597" y="4982"/>
                  </a:lnTo>
                  <a:lnTo>
                    <a:pt x="14828" y="4712"/>
                  </a:lnTo>
                  <a:lnTo>
                    <a:pt x="14983" y="4442"/>
                  </a:lnTo>
                  <a:lnTo>
                    <a:pt x="14751" y="5253"/>
                  </a:lnTo>
                  <a:lnTo>
                    <a:pt x="14442" y="5986"/>
                  </a:lnTo>
                  <a:lnTo>
                    <a:pt x="14056" y="6720"/>
                  </a:lnTo>
                  <a:lnTo>
                    <a:pt x="13593" y="7415"/>
                  </a:lnTo>
                  <a:lnTo>
                    <a:pt x="13091" y="8071"/>
                  </a:lnTo>
                  <a:lnTo>
                    <a:pt x="12512" y="8651"/>
                  </a:lnTo>
                  <a:lnTo>
                    <a:pt x="11894" y="9191"/>
                  </a:lnTo>
                  <a:lnTo>
                    <a:pt x="11199" y="9693"/>
                  </a:lnTo>
                  <a:lnTo>
                    <a:pt x="10697" y="10002"/>
                  </a:lnTo>
                  <a:lnTo>
                    <a:pt x="10156" y="10272"/>
                  </a:lnTo>
                  <a:lnTo>
                    <a:pt x="9615" y="10466"/>
                  </a:lnTo>
                  <a:lnTo>
                    <a:pt x="9075" y="10659"/>
                  </a:lnTo>
                  <a:lnTo>
                    <a:pt x="8496" y="10774"/>
                  </a:lnTo>
                  <a:lnTo>
                    <a:pt x="7955" y="10890"/>
                  </a:lnTo>
                  <a:lnTo>
                    <a:pt x="7376" y="10929"/>
                  </a:lnTo>
                  <a:lnTo>
                    <a:pt x="6835" y="10929"/>
                  </a:lnTo>
                  <a:lnTo>
                    <a:pt x="6256" y="10890"/>
                  </a:lnTo>
                  <a:lnTo>
                    <a:pt x="5715" y="10774"/>
                  </a:lnTo>
                  <a:lnTo>
                    <a:pt x="5175" y="10620"/>
                  </a:lnTo>
                  <a:lnTo>
                    <a:pt x="4634" y="10466"/>
                  </a:lnTo>
                  <a:lnTo>
                    <a:pt x="4132" y="10195"/>
                  </a:lnTo>
                  <a:lnTo>
                    <a:pt x="3630" y="9925"/>
                  </a:lnTo>
                  <a:lnTo>
                    <a:pt x="3128" y="9577"/>
                  </a:lnTo>
                  <a:lnTo>
                    <a:pt x="2665" y="9191"/>
                  </a:lnTo>
                  <a:lnTo>
                    <a:pt x="2201" y="8767"/>
                  </a:lnTo>
                  <a:lnTo>
                    <a:pt x="1777" y="8303"/>
                  </a:lnTo>
                  <a:lnTo>
                    <a:pt x="1429" y="7801"/>
                  </a:lnTo>
                  <a:lnTo>
                    <a:pt x="1082" y="7261"/>
                  </a:lnTo>
                  <a:lnTo>
                    <a:pt x="811" y="6720"/>
                  </a:lnTo>
                  <a:lnTo>
                    <a:pt x="618" y="6141"/>
                  </a:lnTo>
                  <a:lnTo>
                    <a:pt x="464" y="5523"/>
                  </a:lnTo>
                  <a:lnTo>
                    <a:pt x="425" y="4905"/>
                  </a:lnTo>
                  <a:lnTo>
                    <a:pt x="464" y="4287"/>
                  </a:lnTo>
                  <a:lnTo>
                    <a:pt x="618" y="3708"/>
                  </a:lnTo>
                  <a:lnTo>
                    <a:pt x="811" y="3129"/>
                  </a:lnTo>
                  <a:lnTo>
                    <a:pt x="1120" y="2588"/>
                  </a:lnTo>
                  <a:lnTo>
                    <a:pt x="1468" y="2086"/>
                  </a:lnTo>
                  <a:lnTo>
                    <a:pt x="1892" y="1661"/>
                  </a:lnTo>
                  <a:lnTo>
                    <a:pt x="2356" y="1275"/>
                  </a:lnTo>
                  <a:lnTo>
                    <a:pt x="2896" y="1005"/>
                  </a:lnTo>
                  <a:lnTo>
                    <a:pt x="3476" y="773"/>
                  </a:lnTo>
                  <a:lnTo>
                    <a:pt x="4055" y="619"/>
                  </a:lnTo>
                  <a:lnTo>
                    <a:pt x="4634" y="542"/>
                  </a:lnTo>
                  <a:close/>
                  <a:moveTo>
                    <a:pt x="16875" y="1"/>
                  </a:moveTo>
                  <a:lnTo>
                    <a:pt x="16682" y="40"/>
                  </a:lnTo>
                  <a:lnTo>
                    <a:pt x="16450" y="155"/>
                  </a:lnTo>
                  <a:lnTo>
                    <a:pt x="16257" y="271"/>
                  </a:lnTo>
                  <a:lnTo>
                    <a:pt x="16103" y="426"/>
                  </a:lnTo>
                  <a:lnTo>
                    <a:pt x="15948" y="580"/>
                  </a:lnTo>
                  <a:lnTo>
                    <a:pt x="15832" y="773"/>
                  </a:lnTo>
                  <a:lnTo>
                    <a:pt x="15717" y="1005"/>
                  </a:lnTo>
                  <a:lnTo>
                    <a:pt x="15601" y="1237"/>
                  </a:lnTo>
                  <a:lnTo>
                    <a:pt x="15485" y="1739"/>
                  </a:lnTo>
                  <a:lnTo>
                    <a:pt x="15446" y="2279"/>
                  </a:lnTo>
                  <a:lnTo>
                    <a:pt x="15485" y="2820"/>
                  </a:lnTo>
                  <a:lnTo>
                    <a:pt x="15369" y="2820"/>
                  </a:lnTo>
                  <a:lnTo>
                    <a:pt x="15330" y="2858"/>
                  </a:lnTo>
                  <a:lnTo>
                    <a:pt x="14906" y="2743"/>
                  </a:lnTo>
                  <a:lnTo>
                    <a:pt x="14442" y="2665"/>
                  </a:lnTo>
                  <a:lnTo>
                    <a:pt x="13979" y="2665"/>
                  </a:lnTo>
                  <a:lnTo>
                    <a:pt x="13516" y="2743"/>
                  </a:lnTo>
                  <a:lnTo>
                    <a:pt x="13168" y="2858"/>
                  </a:lnTo>
                  <a:lnTo>
                    <a:pt x="12975" y="2974"/>
                  </a:lnTo>
                  <a:lnTo>
                    <a:pt x="12782" y="3090"/>
                  </a:lnTo>
                  <a:lnTo>
                    <a:pt x="12627" y="3206"/>
                  </a:lnTo>
                  <a:lnTo>
                    <a:pt x="12512" y="3360"/>
                  </a:lnTo>
                  <a:lnTo>
                    <a:pt x="12396" y="3554"/>
                  </a:lnTo>
                  <a:lnTo>
                    <a:pt x="12396" y="3747"/>
                  </a:lnTo>
                  <a:lnTo>
                    <a:pt x="12396" y="3940"/>
                  </a:lnTo>
                  <a:lnTo>
                    <a:pt x="12473" y="4094"/>
                  </a:lnTo>
                  <a:lnTo>
                    <a:pt x="12627" y="4210"/>
                  </a:lnTo>
                  <a:lnTo>
                    <a:pt x="12782" y="4287"/>
                  </a:lnTo>
                  <a:lnTo>
                    <a:pt x="12975" y="4364"/>
                  </a:lnTo>
                  <a:lnTo>
                    <a:pt x="13168" y="4403"/>
                  </a:lnTo>
                  <a:lnTo>
                    <a:pt x="13516" y="4364"/>
                  </a:lnTo>
                  <a:lnTo>
                    <a:pt x="13863" y="4326"/>
                  </a:lnTo>
                  <a:lnTo>
                    <a:pt x="14211" y="4210"/>
                  </a:lnTo>
                  <a:lnTo>
                    <a:pt x="14520" y="4017"/>
                  </a:lnTo>
                  <a:lnTo>
                    <a:pt x="14828" y="3824"/>
                  </a:lnTo>
                  <a:lnTo>
                    <a:pt x="14597" y="4287"/>
                  </a:lnTo>
                  <a:lnTo>
                    <a:pt x="14288" y="4673"/>
                  </a:lnTo>
                  <a:lnTo>
                    <a:pt x="14133" y="4866"/>
                  </a:lnTo>
                  <a:lnTo>
                    <a:pt x="13940" y="5021"/>
                  </a:lnTo>
                  <a:lnTo>
                    <a:pt x="13709" y="5175"/>
                  </a:lnTo>
                  <a:lnTo>
                    <a:pt x="13516" y="5291"/>
                  </a:lnTo>
                  <a:lnTo>
                    <a:pt x="13129" y="5446"/>
                  </a:lnTo>
                  <a:lnTo>
                    <a:pt x="12743" y="5523"/>
                  </a:lnTo>
                  <a:lnTo>
                    <a:pt x="12396" y="5523"/>
                  </a:lnTo>
                  <a:lnTo>
                    <a:pt x="12048" y="5446"/>
                  </a:lnTo>
                  <a:lnTo>
                    <a:pt x="11739" y="5330"/>
                  </a:lnTo>
                  <a:lnTo>
                    <a:pt x="11430" y="5137"/>
                  </a:lnTo>
                  <a:lnTo>
                    <a:pt x="11121" y="4905"/>
                  </a:lnTo>
                  <a:lnTo>
                    <a:pt x="10851" y="4635"/>
                  </a:lnTo>
                  <a:lnTo>
                    <a:pt x="10542" y="4210"/>
                  </a:lnTo>
                  <a:lnTo>
                    <a:pt x="10195" y="3785"/>
                  </a:lnTo>
                  <a:lnTo>
                    <a:pt x="9615" y="2936"/>
                  </a:lnTo>
                  <a:lnTo>
                    <a:pt x="9307" y="2511"/>
                  </a:lnTo>
                  <a:lnTo>
                    <a:pt x="8959" y="2086"/>
                  </a:lnTo>
                  <a:lnTo>
                    <a:pt x="8573" y="1700"/>
                  </a:lnTo>
                  <a:lnTo>
                    <a:pt x="8187" y="1352"/>
                  </a:lnTo>
                  <a:lnTo>
                    <a:pt x="7646" y="966"/>
                  </a:lnTo>
                  <a:lnTo>
                    <a:pt x="7105" y="657"/>
                  </a:lnTo>
                  <a:lnTo>
                    <a:pt x="6526" y="426"/>
                  </a:lnTo>
                  <a:lnTo>
                    <a:pt x="5947" y="271"/>
                  </a:lnTo>
                  <a:lnTo>
                    <a:pt x="5329" y="155"/>
                  </a:lnTo>
                  <a:lnTo>
                    <a:pt x="4750" y="117"/>
                  </a:lnTo>
                  <a:lnTo>
                    <a:pt x="4132" y="155"/>
                  </a:lnTo>
                  <a:lnTo>
                    <a:pt x="3553" y="271"/>
                  </a:lnTo>
                  <a:lnTo>
                    <a:pt x="3283" y="348"/>
                  </a:lnTo>
                  <a:lnTo>
                    <a:pt x="2935" y="464"/>
                  </a:lnTo>
                  <a:lnTo>
                    <a:pt x="2588" y="619"/>
                  </a:lnTo>
                  <a:lnTo>
                    <a:pt x="2279" y="812"/>
                  </a:lnTo>
                  <a:lnTo>
                    <a:pt x="1931" y="1005"/>
                  </a:lnTo>
                  <a:lnTo>
                    <a:pt x="1661" y="1275"/>
                  </a:lnTo>
                  <a:lnTo>
                    <a:pt x="1352" y="1546"/>
                  </a:lnTo>
                  <a:lnTo>
                    <a:pt x="1082" y="1854"/>
                  </a:lnTo>
                  <a:lnTo>
                    <a:pt x="850" y="2163"/>
                  </a:lnTo>
                  <a:lnTo>
                    <a:pt x="541" y="2665"/>
                  </a:lnTo>
                  <a:lnTo>
                    <a:pt x="309" y="3167"/>
                  </a:lnTo>
                  <a:lnTo>
                    <a:pt x="155" y="3669"/>
                  </a:lnTo>
                  <a:lnTo>
                    <a:pt x="78" y="4171"/>
                  </a:lnTo>
                  <a:lnTo>
                    <a:pt x="0" y="4712"/>
                  </a:lnTo>
                  <a:lnTo>
                    <a:pt x="39" y="5214"/>
                  </a:lnTo>
                  <a:lnTo>
                    <a:pt x="78" y="5716"/>
                  </a:lnTo>
                  <a:lnTo>
                    <a:pt x="193" y="6218"/>
                  </a:lnTo>
                  <a:lnTo>
                    <a:pt x="386" y="6720"/>
                  </a:lnTo>
                  <a:lnTo>
                    <a:pt x="580" y="7222"/>
                  </a:lnTo>
                  <a:lnTo>
                    <a:pt x="811" y="7685"/>
                  </a:lnTo>
                  <a:lnTo>
                    <a:pt x="1082" y="8110"/>
                  </a:lnTo>
                  <a:lnTo>
                    <a:pt x="1429" y="8573"/>
                  </a:lnTo>
                  <a:lnTo>
                    <a:pt x="1777" y="8960"/>
                  </a:lnTo>
                  <a:lnTo>
                    <a:pt x="2124" y="9384"/>
                  </a:lnTo>
                  <a:lnTo>
                    <a:pt x="2549" y="9732"/>
                  </a:lnTo>
                  <a:lnTo>
                    <a:pt x="3090" y="10157"/>
                  </a:lnTo>
                  <a:lnTo>
                    <a:pt x="3630" y="10504"/>
                  </a:lnTo>
                  <a:lnTo>
                    <a:pt x="4209" y="10774"/>
                  </a:lnTo>
                  <a:lnTo>
                    <a:pt x="4789" y="11045"/>
                  </a:lnTo>
                  <a:lnTo>
                    <a:pt x="5406" y="11199"/>
                  </a:lnTo>
                  <a:lnTo>
                    <a:pt x="6024" y="11354"/>
                  </a:lnTo>
                  <a:lnTo>
                    <a:pt x="6642" y="11392"/>
                  </a:lnTo>
                  <a:lnTo>
                    <a:pt x="7260" y="11431"/>
                  </a:lnTo>
                  <a:lnTo>
                    <a:pt x="7337" y="11585"/>
                  </a:lnTo>
                  <a:lnTo>
                    <a:pt x="7646" y="11392"/>
                  </a:lnTo>
                  <a:lnTo>
                    <a:pt x="8457" y="11315"/>
                  </a:lnTo>
                  <a:lnTo>
                    <a:pt x="9268" y="11122"/>
                  </a:lnTo>
                  <a:lnTo>
                    <a:pt x="10079" y="10813"/>
                  </a:lnTo>
                  <a:lnTo>
                    <a:pt x="10851" y="10466"/>
                  </a:lnTo>
                  <a:lnTo>
                    <a:pt x="11546" y="10041"/>
                  </a:lnTo>
                  <a:lnTo>
                    <a:pt x="12164" y="9577"/>
                  </a:lnTo>
                  <a:lnTo>
                    <a:pt x="12434" y="9384"/>
                  </a:lnTo>
                  <a:lnTo>
                    <a:pt x="13052" y="8805"/>
                  </a:lnTo>
                  <a:lnTo>
                    <a:pt x="13631" y="8187"/>
                  </a:lnTo>
                  <a:lnTo>
                    <a:pt x="14133" y="7492"/>
                  </a:lnTo>
                  <a:lnTo>
                    <a:pt x="14597" y="6797"/>
                  </a:lnTo>
                  <a:lnTo>
                    <a:pt x="14944" y="6025"/>
                  </a:lnTo>
                  <a:lnTo>
                    <a:pt x="15099" y="5639"/>
                  </a:lnTo>
                  <a:lnTo>
                    <a:pt x="15253" y="5214"/>
                  </a:lnTo>
                  <a:lnTo>
                    <a:pt x="15330" y="4828"/>
                  </a:lnTo>
                  <a:lnTo>
                    <a:pt x="15408" y="4403"/>
                  </a:lnTo>
                  <a:lnTo>
                    <a:pt x="15485" y="4017"/>
                  </a:lnTo>
                  <a:lnTo>
                    <a:pt x="15485" y="3592"/>
                  </a:lnTo>
                  <a:lnTo>
                    <a:pt x="15678" y="4056"/>
                  </a:lnTo>
                  <a:lnTo>
                    <a:pt x="15948" y="4480"/>
                  </a:lnTo>
                  <a:lnTo>
                    <a:pt x="16257" y="4866"/>
                  </a:lnTo>
                  <a:lnTo>
                    <a:pt x="16605" y="5214"/>
                  </a:lnTo>
                  <a:lnTo>
                    <a:pt x="16759" y="5368"/>
                  </a:lnTo>
                  <a:lnTo>
                    <a:pt x="16991" y="5484"/>
                  </a:lnTo>
                  <a:lnTo>
                    <a:pt x="17184" y="5561"/>
                  </a:lnTo>
                  <a:lnTo>
                    <a:pt x="17416" y="5639"/>
                  </a:lnTo>
                  <a:lnTo>
                    <a:pt x="17609" y="5677"/>
                  </a:lnTo>
                  <a:lnTo>
                    <a:pt x="17840" y="5639"/>
                  </a:lnTo>
                  <a:lnTo>
                    <a:pt x="18033" y="5523"/>
                  </a:lnTo>
                  <a:lnTo>
                    <a:pt x="18188" y="5330"/>
                  </a:lnTo>
                  <a:lnTo>
                    <a:pt x="18304" y="5137"/>
                  </a:lnTo>
                  <a:lnTo>
                    <a:pt x="18342" y="4944"/>
                  </a:lnTo>
                  <a:lnTo>
                    <a:pt x="18304" y="4712"/>
                  </a:lnTo>
                  <a:lnTo>
                    <a:pt x="18265" y="4519"/>
                  </a:lnTo>
                  <a:lnTo>
                    <a:pt x="18188" y="4287"/>
                  </a:lnTo>
                  <a:lnTo>
                    <a:pt x="18072" y="4133"/>
                  </a:lnTo>
                  <a:lnTo>
                    <a:pt x="17956" y="3940"/>
                  </a:lnTo>
                  <a:lnTo>
                    <a:pt x="17802" y="3785"/>
                  </a:lnTo>
                  <a:lnTo>
                    <a:pt x="17647" y="3631"/>
                  </a:lnTo>
                  <a:lnTo>
                    <a:pt x="17416" y="3476"/>
                  </a:lnTo>
                  <a:lnTo>
                    <a:pt x="16952" y="3245"/>
                  </a:lnTo>
                  <a:lnTo>
                    <a:pt x="16489" y="3052"/>
                  </a:lnTo>
                  <a:lnTo>
                    <a:pt x="15987" y="2936"/>
                  </a:lnTo>
                  <a:lnTo>
                    <a:pt x="16412" y="2781"/>
                  </a:lnTo>
                  <a:lnTo>
                    <a:pt x="16836" y="2511"/>
                  </a:lnTo>
                  <a:lnTo>
                    <a:pt x="17184" y="2202"/>
                  </a:lnTo>
                  <a:lnTo>
                    <a:pt x="17493" y="1816"/>
                  </a:lnTo>
                  <a:lnTo>
                    <a:pt x="17609" y="1584"/>
                  </a:lnTo>
                  <a:lnTo>
                    <a:pt x="17725" y="1352"/>
                  </a:lnTo>
                  <a:lnTo>
                    <a:pt x="17763" y="1082"/>
                  </a:lnTo>
                  <a:lnTo>
                    <a:pt x="17802" y="850"/>
                  </a:lnTo>
                  <a:lnTo>
                    <a:pt x="17802" y="580"/>
                  </a:lnTo>
                  <a:lnTo>
                    <a:pt x="17725" y="387"/>
                  </a:lnTo>
                  <a:lnTo>
                    <a:pt x="17570" y="194"/>
                  </a:lnTo>
                  <a:lnTo>
                    <a:pt x="17454" y="117"/>
                  </a:lnTo>
                  <a:lnTo>
                    <a:pt x="17338" y="40"/>
                  </a:lnTo>
                  <a:lnTo>
                    <a:pt x="171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4" name="Google Shape;3794;p17"/>
            <p:cNvSpPr/>
            <p:nvPr/>
          </p:nvSpPr>
          <p:spPr>
            <a:xfrm>
              <a:off x="5978200" y="1074925"/>
              <a:ext cx="144850" cy="162200"/>
            </a:xfrm>
            <a:custGeom>
              <a:avLst/>
              <a:gdLst/>
              <a:ahLst/>
              <a:cxnLst/>
              <a:rect l="l" t="t" r="r" b="b"/>
              <a:pathLst>
                <a:path w="5794" h="6488" extrusionOk="0">
                  <a:moveTo>
                    <a:pt x="2241" y="425"/>
                  </a:moveTo>
                  <a:lnTo>
                    <a:pt x="2781" y="464"/>
                  </a:lnTo>
                  <a:lnTo>
                    <a:pt x="3283" y="580"/>
                  </a:lnTo>
                  <a:lnTo>
                    <a:pt x="3747" y="734"/>
                  </a:lnTo>
                  <a:lnTo>
                    <a:pt x="4171" y="1004"/>
                  </a:lnTo>
                  <a:lnTo>
                    <a:pt x="4558" y="1313"/>
                  </a:lnTo>
                  <a:lnTo>
                    <a:pt x="4751" y="1506"/>
                  </a:lnTo>
                  <a:lnTo>
                    <a:pt x="4905" y="1738"/>
                  </a:lnTo>
                  <a:lnTo>
                    <a:pt x="5021" y="1931"/>
                  </a:lnTo>
                  <a:lnTo>
                    <a:pt x="5137" y="2163"/>
                  </a:lnTo>
                  <a:lnTo>
                    <a:pt x="5214" y="2433"/>
                  </a:lnTo>
                  <a:lnTo>
                    <a:pt x="5291" y="2703"/>
                  </a:lnTo>
                  <a:lnTo>
                    <a:pt x="5330" y="3167"/>
                  </a:lnTo>
                  <a:lnTo>
                    <a:pt x="5330" y="3630"/>
                  </a:lnTo>
                  <a:lnTo>
                    <a:pt x="5214" y="4132"/>
                  </a:lnTo>
                  <a:lnTo>
                    <a:pt x="5021" y="4557"/>
                  </a:lnTo>
                  <a:lnTo>
                    <a:pt x="4789" y="4982"/>
                  </a:lnTo>
                  <a:lnTo>
                    <a:pt x="4480" y="5329"/>
                  </a:lnTo>
                  <a:lnTo>
                    <a:pt x="4287" y="5484"/>
                  </a:lnTo>
                  <a:lnTo>
                    <a:pt x="4094" y="5638"/>
                  </a:lnTo>
                  <a:lnTo>
                    <a:pt x="3901" y="5754"/>
                  </a:lnTo>
                  <a:lnTo>
                    <a:pt x="3669" y="5831"/>
                  </a:lnTo>
                  <a:lnTo>
                    <a:pt x="3360" y="5947"/>
                  </a:lnTo>
                  <a:lnTo>
                    <a:pt x="3090" y="5986"/>
                  </a:lnTo>
                  <a:lnTo>
                    <a:pt x="2820" y="6024"/>
                  </a:lnTo>
                  <a:lnTo>
                    <a:pt x="2550" y="5986"/>
                  </a:lnTo>
                  <a:lnTo>
                    <a:pt x="2279" y="5947"/>
                  </a:lnTo>
                  <a:lnTo>
                    <a:pt x="2048" y="5870"/>
                  </a:lnTo>
                  <a:lnTo>
                    <a:pt x="1855" y="5754"/>
                  </a:lnTo>
                  <a:lnTo>
                    <a:pt x="1623" y="5638"/>
                  </a:lnTo>
                  <a:lnTo>
                    <a:pt x="1430" y="5484"/>
                  </a:lnTo>
                  <a:lnTo>
                    <a:pt x="1275" y="5291"/>
                  </a:lnTo>
                  <a:lnTo>
                    <a:pt x="1082" y="5097"/>
                  </a:lnTo>
                  <a:lnTo>
                    <a:pt x="966" y="4904"/>
                  </a:lnTo>
                  <a:lnTo>
                    <a:pt x="696" y="4441"/>
                  </a:lnTo>
                  <a:lnTo>
                    <a:pt x="542" y="3900"/>
                  </a:lnTo>
                  <a:lnTo>
                    <a:pt x="426" y="3398"/>
                  </a:lnTo>
                  <a:lnTo>
                    <a:pt x="426" y="2858"/>
                  </a:lnTo>
                  <a:lnTo>
                    <a:pt x="503" y="2317"/>
                  </a:lnTo>
                  <a:lnTo>
                    <a:pt x="542" y="2047"/>
                  </a:lnTo>
                  <a:lnTo>
                    <a:pt x="657" y="1815"/>
                  </a:lnTo>
                  <a:lnTo>
                    <a:pt x="735" y="1584"/>
                  </a:lnTo>
                  <a:lnTo>
                    <a:pt x="889" y="1352"/>
                  </a:lnTo>
                  <a:lnTo>
                    <a:pt x="1044" y="1159"/>
                  </a:lnTo>
                  <a:lnTo>
                    <a:pt x="1237" y="1004"/>
                  </a:lnTo>
                  <a:lnTo>
                    <a:pt x="1430" y="811"/>
                  </a:lnTo>
                  <a:lnTo>
                    <a:pt x="1661" y="695"/>
                  </a:lnTo>
                  <a:lnTo>
                    <a:pt x="1893" y="580"/>
                  </a:lnTo>
                  <a:lnTo>
                    <a:pt x="2202" y="502"/>
                  </a:lnTo>
                  <a:lnTo>
                    <a:pt x="2241" y="464"/>
                  </a:lnTo>
                  <a:lnTo>
                    <a:pt x="2241" y="425"/>
                  </a:lnTo>
                  <a:close/>
                  <a:moveTo>
                    <a:pt x="2279" y="0"/>
                  </a:moveTo>
                  <a:lnTo>
                    <a:pt x="1970" y="39"/>
                  </a:lnTo>
                  <a:lnTo>
                    <a:pt x="1893" y="78"/>
                  </a:lnTo>
                  <a:lnTo>
                    <a:pt x="1816" y="116"/>
                  </a:lnTo>
                  <a:lnTo>
                    <a:pt x="1816" y="193"/>
                  </a:lnTo>
                  <a:lnTo>
                    <a:pt x="1816" y="271"/>
                  </a:lnTo>
                  <a:lnTo>
                    <a:pt x="1507" y="348"/>
                  </a:lnTo>
                  <a:lnTo>
                    <a:pt x="1275" y="464"/>
                  </a:lnTo>
                  <a:lnTo>
                    <a:pt x="1044" y="618"/>
                  </a:lnTo>
                  <a:lnTo>
                    <a:pt x="812" y="773"/>
                  </a:lnTo>
                  <a:lnTo>
                    <a:pt x="619" y="966"/>
                  </a:lnTo>
                  <a:lnTo>
                    <a:pt x="464" y="1197"/>
                  </a:lnTo>
                  <a:lnTo>
                    <a:pt x="349" y="1429"/>
                  </a:lnTo>
                  <a:lnTo>
                    <a:pt x="233" y="1661"/>
                  </a:lnTo>
                  <a:lnTo>
                    <a:pt x="117" y="1931"/>
                  </a:lnTo>
                  <a:lnTo>
                    <a:pt x="78" y="2201"/>
                  </a:lnTo>
                  <a:lnTo>
                    <a:pt x="1" y="2781"/>
                  </a:lnTo>
                  <a:lnTo>
                    <a:pt x="1" y="3360"/>
                  </a:lnTo>
                  <a:lnTo>
                    <a:pt x="78" y="3900"/>
                  </a:lnTo>
                  <a:lnTo>
                    <a:pt x="271" y="4518"/>
                  </a:lnTo>
                  <a:lnTo>
                    <a:pt x="387" y="4827"/>
                  </a:lnTo>
                  <a:lnTo>
                    <a:pt x="542" y="5097"/>
                  </a:lnTo>
                  <a:lnTo>
                    <a:pt x="696" y="5329"/>
                  </a:lnTo>
                  <a:lnTo>
                    <a:pt x="851" y="5561"/>
                  </a:lnTo>
                  <a:lnTo>
                    <a:pt x="1082" y="5793"/>
                  </a:lnTo>
                  <a:lnTo>
                    <a:pt x="1275" y="5986"/>
                  </a:lnTo>
                  <a:lnTo>
                    <a:pt x="1507" y="6140"/>
                  </a:lnTo>
                  <a:lnTo>
                    <a:pt x="1739" y="6256"/>
                  </a:lnTo>
                  <a:lnTo>
                    <a:pt x="2009" y="6372"/>
                  </a:lnTo>
                  <a:lnTo>
                    <a:pt x="2279" y="6449"/>
                  </a:lnTo>
                  <a:lnTo>
                    <a:pt x="2588" y="6488"/>
                  </a:lnTo>
                  <a:lnTo>
                    <a:pt x="2897" y="6488"/>
                  </a:lnTo>
                  <a:lnTo>
                    <a:pt x="3206" y="6449"/>
                  </a:lnTo>
                  <a:lnTo>
                    <a:pt x="3554" y="6372"/>
                  </a:lnTo>
                  <a:lnTo>
                    <a:pt x="3862" y="6256"/>
                  </a:lnTo>
                  <a:lnTo>
                    <a:pt x="4133" y="6140"/>
                  </a:lnTo>
                  <a:lnTo>
                    <a:pt x="4403" y="5986"/>
                  </a:lnTo>
                  <a:lnTo>
                    <a:pt x="4635" y="5793"/>
                  </a:lnTo>
                  <a:lnTo>
                    <a:pt x="4866" y="5599"/>
                  </a:lnTo>
                  <a:lnTo>
                    <a:pt x="5060" y="5368"/>
                  </a:lnTo>
                  <a:lnTo>
                    <a:pt x="5214" y="5136"/>
                  </a:lnTo>
                  <a:lnTo>
                    <a:pt x="5368" y="4866"/>
                  </a:lnTo>
                  <a:lnTo>
                    <a:pt x="5523" y="4634"/>
                  </a:lnTo>
                  <a:lnTo>
                    <a:pt x="5639" y="4325"/>
                  </a:lnTo>
                  <a:lnTo>
                    <a:pt x="5716" y="4055"/>
                  </a:lnTo>
                  <a:lnTo>
                    <a:pt x="5755" y="3746"/>
                  </a:lnTo>
                  <a:lnTo>
                    <a:pt x="5793" y="3437"/>
                  </a:lnTo>
                  <a:lnTo>
                    <a:pt x="5793" y="3128"/>
                  </a:lnTo>
                  <a:lnTo>
                    <a:pt x="5793" y="2858"/>
                  </a:lnTo>
                  <a:lnTo>
                    <a:pt x="5716" y="2549"/>
                  </a:lnTo>
                  <a:lnTo>
                    <a:pt x="5639" y="2240"/>
                  </a:lnTo>
                  <a:lnTo>
                    <a:pt x="5523" y="1931"/>
                  </a:lnTo>
                  <a:lnTo>
                    <a:pt x="5368" y="1661"/>
                  </a:lnTo>
                  <a:lnTo>
                    <a:pt x="5214" y="1390"/>
                  </a:lnTo>
                  <a:lnTo>
                    <a:pt x="5021" y="1159"/>
                  </a:lnTo>
                  <a:lnTo>
                    <a:pt x="4828" y="927"/>
                  </a:lnTo>
                  <a:lnTo>
                    <a:pt x="4596" y="734"/>
                  </a:lnTo>
                  <a:lnTo>
                    <a:pt x="4326" y="541"/>
                  </a:lnTo>
                  <a:lnTo>
                    <a:pt x="4094" y="386"/>
                  </a:lnTo>
                  <a:lnTo>
                    <a:pt x="3824" y="271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5" name="Google Shape;3795;p17"/>
            <p:cNvSpPr/>
            <p:nvPr/>
          </p:nvSpPr>
          <p:spPr>
            <a:xfrm>
              <a:off x="5341075" y="1099050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0" y="78"/>
                  </a:lnTo>
                  <a:lnTo>
                    <a:pt x="2510" y="194"/>
                  </a:lnTo>
                  <a:lnTo>
                    <a:pt x="2240" y="310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0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0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9" y="4866"/>
                  </a:lnTo>
                  <a:lnTo>
                    <a:pt x="888" y="4828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7" y="3167"/>
                  </a:lnTo>
                  <a:lnTo>
                    <a:pt x="772" y="2742"/>
                  </a:lnTo>
                  <a:lnTo>
                    <a:pt x="966" y="2318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80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6" name="Google Shape;3796;p17"/>
            <p:cNvSpPr/>
            <p:nvPr/>
          </p:nvSpPr>
          <p:spPr>
            <a:xfrm>
              <a:off x="695700" y="1106775"/>
              <a:ext cx="102350" cy="132275"/>
            </a:xfrm>
            <a:custGeom>
              <a:avLst/>
              <a:gdLst/>
              <a:ahLst/>
              <a:cxnLst/>
              <a:rect l="l" t="t" r="r" b="b"/>
              <a:pathLst>
                <a:path w="4094" h="5291" extrusionOk="0">
                  <a:moveTo>
                    <a:pt x="2279" y="1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4" y="1893"/>
                  </a:lnTo>
                  <a:lnTo>
                    <a:pt x="116" y="2279"/>
                  </a:lnTo>
                  <a:lnTo>
                    <a:pt x="39" y="2665"/>
                  </a:lnTo>
                  <a:lnTo>
                    <a:pt x="0" y="3051"/>
                  </a:lnTo>
                  <a:lnTo>
                    <a:pt x="0" y="3823"/>
                  </a:lnTo>
                  <a:lnTo>
                    <a:pt x="0" y="5291"/>
                  </a:lnTo>
                  <a:lnTo>
                    <a:pt x="425" y="5291"/>
                  </a:lnTo>
                  <a:lnTo>
                    <a:pt x="464" y="4750"/>
                  </a:lnTo>
                  <a:lnTo>
                    <a:pt x="464" y="4210"/>
                  </a:lnTo>
                  <a:lnTo>
                    <a:pt x="464" y="3630"/>
                  </a:lnTo>
                  <a:lnTo>
                    <a:pt x="464" y="3090"/>
                  </a:lnTo>
                  <a:lnTo>
                    <a:pt x="541" y="2549"/>
                  </a:lnTo>
                  <a:lnTo>
                    <a:pt x="657" y="2047"/>
                  </a:lnTo>
                  <a:lnTo>
                    <a:pt x="773" y="1816"/>
                  </a:lnTo>
                  <a:lnTo>
                    <a:pt x="889" y="1545"/>
                  </a:lnTo>
                  <a:lnTo>
                    <a:pt x="1043" y="1352"/>
                  </a:lnTo>
                  <a:lnTo>
                    <a:pt x="1198" y="1120"/>
                  </a:lnTo>
                  <a:lnTo>
                    <a:pt x="1391" y="927"/>
                  </a:lnTo>
                  <a:lnTo>
                    <a:pt x="1622" y="773"/>
                  </a:lnTo>
                  <a:lnTo>
                    <a:pt x="1854" y="657"/>
                  </a:lnTo>
                  <a:lnTo>
                    <a:pt x="2124" y="580"/>
                  </a:lnTo>
                  <a:lnTo>
                    <a:pt x="2433" y="541"/>
                  </a:lnTo>
                  <a:lnTo>
                    <a:pt x="2703" y="541"/>
                  </a:lnTo>
                  <a:lnTo>
                    <a:pt x="2974" y="618"/>
                  </a:lnTo>
                  <a:lnTo>
                    <a:pt x="3205" y="773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2" y="1391"/>
                  </a:lnTo>
                  <a:lnTo>
                    <a:pt x="3669" y="1661"/>
                  </a:lnTo>
                  <a:lnTo>
                    <a:pt x="4094" y="1545"/>
                  </a:lnTo>
                  <a:lnTo>
                    <a:pt x="3978" y="1159"/>
                  </a:lnTo>
                  <a:lnTo>
                    <a:pt x="3823" y="812"/>
                  </a:lnTo>
                  <a:lnTo>
                    <a:pt x="3630" y="503"/>
                  </a:lnTo>
                  <a:lnTo>
                    <a:pt x="3399" y="271"/>
                  </a:lnTo>
                  <a:lnTo>
                    <a:pt x="3244" y="194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7" name="Google Shape;3797;p17"/>
            <p:cNvSpPr/>
            <p:nvPr/>
          </p:nvSpPr>
          <p:spPr>
            <a:xfrm>
              <a:off x="560550" y="1107750"/>
              <a:ext cx="437325" cy="302175"/>
            </a:xfrm>
            <a:custGeom>
              <a:avLst/>
              <a:gdLst/>
              <a:ahLst/>
              <a:cxnLst/>
              <a:rect l="l" t="t" r="r" b="b"/>
              <a:pathLst>
                <a:path w="17493" h="12087" extrusionOk="0">
                  <a:moveTo>
                    <a:pt x="11971" y="502"/>
                  </a:moveTo>
                  <a:lnTo>
                    <a:pt x="12087" y="541"/>
                  </a:lnTo>
                  <a:lnTo>
                    <a:pt x="12203" y="579"/>
                  </a:lnTo>
                  <a:lnTo>
                    <a:pt x="12280" y="657"/>
                  </a:lnTo>
                  <a:lnTo>
                    <a:pt x="12627" y="888"/>
                  </a:lnTo>
                  <a:lnTo>
                    <a:pt x="12898" y="1159"/>
                  </a:lnTo>
                  <a:lnTo>
                    <a:pt x="13129" y="1506"/>
                  </a:lnTo>
                  <a:lnTo>
                    <a:pt x="13322" y="1854"/>
                  </a:lnTo>
                  <a:lnTo>
                    <a:pt x="13477" y="2278"/>
                  </a:lnTo>
                  <a:lnTo>
                    <a:pt x="13593" y="2665"/>
                  </a:lnTo>
                  <a:lnTo>
                    <a:pt x="13824" y="3437"/>
                  </a:lnTo>
                  <a:lnTo>
                    <a:pt x="13824" y="3437"/>
                  </a:lnTo>
                  <a:lnTo>
                    <a:pt x="13091" y="3012"/>
                  </a:lnTo>
                  <a:lnTo>
                    <a:pt x="12705" y="2780"/>
                  </a:lnTo>
                  <a:lnTo>
                    <a:pt x="12357" y="2510"/>
                  </a:lnTo>
                  <a:lnTo>
                    <a:pt x="12010" y="2124"/>
                  </a:lnTo>
                  <a:lnTo>
                    <a:pt x="11817" y="1931"/>
                  </a:lnTo>
                  <a:lnTo>
                    <a:pt x="11662" y="1738"/>
                  </a:lnTo>
                  <a:lnTo>
                    <a:pt x="11508" y="1429"/>
                  </a:lnTo>
                  <a:lnTo>
                    <a:pt x="11430" y="1081"/>
                  </a:lnTo>
                  <a:lnTo>
                    <a:pt x="11662" y="734"/>
                  </a:lnTo>
                  <a:lnTo>
                    <a:pt x="11739" y="618"/>
                  </a:lnTo>
                  <a:lnTo>
                    <a:pt x="11855" y="541"/>
                  </a:lnTo>
                  <a:lnTo>
                    <a:pt x="11971" y="502"/>
                  </a:lnTo>
                  <a:close/>
                  <a:moveTo>
                    <a:pt x="16296" y="1622"/>
                  </a:moveTo>
                  <a:lnTo>
                    <a:pt x="16412" y="1661"/>
                  </a:lnTo>
                  <a:lnTo>
                    <a:pt x="16489" y="1738"/>
                  </a:lnTo>
                  <a:lnTo>
                    <a:pt x="16566" y="1854"/>
                  </a:lnTo>
                  <a:lnTo>
                    <a:pt x="16605" y="1970"/>
                  </a:lnTo>
                  <a:lnTo>
                    <a:pt x="16643" y="2163"/>
                  </a:lnTo>
                  <a:lnTo>
                    <a:pt x="16643" y="2356"/>
                  </a:lnTo>
                  <a:lnTo>
                    <a:pt x="16605" y="2510"/>
                  </a:lnTo>
                  <a:lnTo>
                    <a:pt x="16528" y="2665"/>
                  </a:lnTo>
                  <a:lnTo>
                    <a:pt x="16412" y="2819"/>
                  </a:lnTo>
                  <a:lnTo>
                    <a:pt x="16296" y="2974"/>
                  </a:lnTo>
                  <a:lnTo>
                    <a:pt x="15948" y="3205"/>
                  </a:lnTo>
                  <a:lnTo>
                    <a:pt x="15524" y="3398"/>
                  </a:lnTo>
                  <a:lnTo>
                    <a:pt x="15137" y="3553"/>
                  </a:lnTo>
                  <a:lnTo>
                    <a:pt x="14713" y="3669"/>
                  </a:lnTo>
                  <a:lnTo>
                    <a:pt x="14365" y="3746"/>
                  </a:lnTo>
                  <a:lnTo>
                    <a:pt x="14481" y="3360"/>
                  </a:lnTo>
                  <a:lnTo>
                    <a:pt x="14635" y="2974"/>
                  </a:lnTo>
                  <a:lnTo>
                    <a:pt x="14828" y="2626"/>
                  </a:lnTo>
                  <a:lnTo>
                    <a:pt x="15060" y="2278"/>
                  </a:lnTo>
                  <a:lnTo>
                    <a:pt x="15408" y="1970"/>
                  </a:lnTo>
                  <a:lnTo>
                    <a:pt x="15639" y="1815"/>
                  </a:lnTo>
                  <a:lnTo>
                    <a:pt x="15871" y="1699"/>
                  </a:lnTo>
                  <a:lnTo>
                    <a:pt x="16103" y="1622"/>
                  </a:lnTo>
                  <a:close/>
                  <a:moveTo>
                    <a:pt x="13824" y="4286"/>
                  </a:moveTo>
                  <a:lnTo>
                    <a:pt x="13670" y="4557"/>
                  </a:lnTo>
                  <a:lnTo>
                    <a:pt x="13477" y="4788"/>
                  </a:lnTo>
                  <a:lnTo>
                    <a:pt x="13245" y="5020"/>
                  </a:lnTo>
                  <a:lnTo>
                    <a:pt x="13014" y="5252"/>
                  </a:lnTo>
                  <a:lnTo>
                    <a:pt x="12666" y="5484"/>
                  </a:lnTo>
                  <a:lnTo>
                    <a:pt x="12125" y="5792"/>
                  </a:lnTo>
                  <a:lnTo>
                    <a:pt x="11855" y="5908"/>
                  </a:lnTo>
                  <a:lnTo>
                    <a:pt x="11623" y="5986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4" y="5870"/>
                  </a:lnTo>
                  <a:lnTo>
                    <a:pt x="10967" y="5792"/>
                  </a:lnTo>
                  <a:lnTo>
                    <a:pt x="10928" y="5715"/>
                  </a:lnTo>
                  <a:lnTo>
                    <a:pt x="10890" y="5638"/>
                  </a:lnTo>
                  <a:lnTo>
                    <a:pt x="10890" y="5445"/>
                  </a:lnTo>
                  <a:lnTo>
                    <a:pt x="10967" y="5290"/>
                  </a:lnTo>
                  <a:lnTo>
                    <a:pt x="11121" y="5097"/>
                  </a:lnTo>
                  <a:lnTo>
                    <a:pt x="11276" y="4943"/>
                  </a:lnTo>
                  <a:lnTo>
                    <a:pt x="11546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7" y="4480"/>
                  </a:lnTo>
                  <a:lnTo>
                    <a:pt x="13245" y="4402"/>
                  </a:lnTo>
                  <a:lnTo>
                    <a:pt x="13554" y="4364"/>
                  </a:lnTo>
                  <a:lnTo>
                    <a:pt x="13824" y="4286"/>
                  </a:lnTo>
                  <a:close/>
                  <a:moveTo>
                    <a:pt x="14404" y="4248"/>
                  </a:moveTo>
                  <a:lnTo>
                    <a:pt x="15060" y="4595"/>
                  </a:lnTo>
                  <a:lnTo>
                    <a:pt x="15408" y="4788"/>
                  </a:lnTo>
                  <a:lnTo>
                    <a:pt x="15717" y="4982"/>
                  </a:lnTo>
                  <a:lnTo>
                    <a:pt x="15910" y="5136"/>
                  </a:lnTo>
                  <a:lnTo>
                    <a:pt x="16141" y="5368"/>
                  </a:lnTo>
                  <a:lnTo>
                    <a:pt x="16412" y="5677"/>
                  </a:lnTo>
                  <a:lnTo>
                    <a:pt x="16643" y="6024"/>
                  </a:lnTo>
                  <a:lnTo>
                    <a:pt x="16875" y="6333"/>
                  </a:lnTo>
                  <a:lnTo>
                    <a:pt x="16991" y="6681"/>
                  </a:lnTo>
                  <a:lnTo>
                    <a:pt x="16991" y="6835"/>
                  </a:lnTo>
                  <a:lnTo>
                    <a:pt x="16991" y="6990"/>
                  </a:lnTo>
                  <a:lnTo>
                    <a:pt x="16952" y="7105"/>
                  </a:lnTo>
                  <a:lnTo>
                    <a:pt x="16836" y="7221"/>
                  </a:lnTo>
                  <a:lnTo>
                    <a:pt x="16759" y="7298"/>
                  </a:lnTo>
                  <a:lnTo>
                    <a:pt x="16643" y="7337"/>
                  </a:lnTo>
                  <a:lnTo>
                    <a:pt x="16373" y="7337"/>
                  </a:lnTo>
                  <a:lnTo>
                    <a:pt x="16141" y="7221"/>
                  </a:lnTo>
                  <a:lnTo>
                    <a:pt x="15871" y="7028"/>
                  </a:lnTo>
                  <a:lnTo>
                    <a:pt x="15601" y="6835"/>
                  </a:lnTo>
                  <a:lnTo>
                    <a:pt x="15369" y="6565"/>
                  </a:lnTo>
                  <a:lnTo>
                    <a:pt x="15060" y="6179"/>
                  </a:lnTo>
                  <a:lnTo>
                    <a:pt x="14828" y="5715"/>
                  </a:lnTo>
                  <a:lnTo>
                    <a:pt x="14635" y="5252"/>
                  </a:lnTo>
                  <a:lnTo>
                    <a:pt x="14520" y="4750"/>
                  </a:lnTo>
                  <a:lnTo>
                    <a:pt x="14404" y="4248"/>
                  </a:lnTo>
                  <a:close/>
                  <a:moveTo>
                    <a:pt x="11855" y="0"/>
                  </a:moveTo>
                  <a:lnTo>
                    <a:pt x="11585" y="77"/>
                  </a:lnTo>
                  <a:lnTo>
                    <a:pt x="11469" y="116"/>
                  </a:lnTo>
                  <a:lnTo>
                    <a:pt x="11353" y="232"/>
                  </a:lnTo>
                  <a:lnTo>
                    <a:pt x="11160" y="425"/>
                  </a:lnTo>
                  <a:lnTo>
                    <a:pt x="11006" y="618"/>
                  </a:lnTo>
                  <a:lnTo>
                    <a:pt x="10928" y="811"/>
                  </a:lnTo>
                  <a:lnTo>
                    <a:pt x="10928" y="1043"/>
                  </a:lnTo>
                  <a:lnTo>
                    <a:pt x="10928" y="1236"/>
                  </a:lnTo>
                  <a:lnTo>
                    <a:pt x="10967" y="1468"/>
                  </a:lnTo>
                  <a:lnTo>
                    <a:pt x="11083" y="1699"/>
                  </a:lnTo>
                  <a:lnTo>
                    <a:pt x="11199" y="1892"/>
                  </a:lnTo>
                  <a:lnTo>
                    <a:pt x="11546" y="2317"/>
                  </a:lnTo>
                  <a:lnTo>
                    <a:pt x="11932" y="2742"/>
                  </a:lnTo>
                  <a:lnTo>
                    <a:pt x="12396" y="3089"/>
                  </a:lnTo>
                  <a:lnTo>
                    <a:pt x="12859" y="3437"/>
                  </a:lnTo>
                  <a:lnTo>
                    <a:pt x="12048" y="3321"/>
                  </a:lnTo>
                  <a:lnTo>
                    <a:pt x="11199" y="3282"/>
                  </a:lnTo>
                  <a:lnTo>
                    <a:pt x="10388" y="3360"/>
                  </a:lnTo>
                  <a:lnTo>
                    <a:pt x="9615" y="3476"/>
                  </a:lnTo>
                  <a:lnTo>
                    <a:pt x="9654" y="3012"/>
                  </a:lnTo>
                  <a:lnTo>
                    <a:pt x="9654" y="2510"/>
                  </a:lnTo>
                  <a:lnTo>
                    <a:pt x="9615" y="2008"/>
                  </a:lnTo>
                  <a:lnTo>
                    <a:pt x="9500" y="1506"/>
                  </a:lnTo>
                  <a:lnTo>
                    <a:pt x="9075" y="1622"/>
                  </a:lnTo>
                  <a:lnTo>
                    <a:pt x="9152" y="2085"/>
                  </a:lnTo>
                  <a:lnTo>
                    <a:pt x="9152" y="2587"/>
                  </a:lnTo>
                  <a:lnTo>
                    <a:pt x="9113" y="3089"/>
                  </a:lnTo>
                  <a:lnTo>
                    <a:pt x="9075" y="3514"/>
                  </a:lnTo>
                  <a:lnTo>
                    <a:pt x="9075" y="3630"/>
                  </a:lnTo>
                  <a:lnTo>
                    <a:pt x="8225" y="3900"/>
                  </a:lnTo>
                  <a:lnTo>
                    <a:pt x="7414" y="4286"/>
                  </a:lnTo>
                  <a:lnTo>
                    <a:pt x="6604" y="4711"/>
                  </a:lnTo>
                  <a:lnTo>
                    <a:pt x="5831" y="5252"/>
                  </a:lnTo>
                  <a:lnTo>
                    <a:pt x="5406" y="5252"/>
                  </a:lnTo>
                  <a:lnTo>
                    <a:pt x="5406" y="5561"/>
                  </a:lnTo>
                  <a:lnTo>
                    <a:pt x="4596" y="6217"/>
                  </a:lnTo>
                  <a:lnTo>
                    <a:pt x="3823" y="6951"/>
                  </a:lnTo>
                  <a:lnTo>
                    <a:pt x="3090" y="7685"/>
                  </a:lnTo>
                  <a:lnTo>
                    <a:pt x="2394" y="8495"/>
                  </a:lnTo>
                  <a:lnTo>
                    <a:pt x="1738" y="9306"/>
                  </a:lnTo>
                  <a:lnTo>
                    <a:pt x="1082" y="10156"/>
                  </a:lnTo>
                  <a:lnTo>
                    <a:pt x="502" y="10967"/>
                  </a:lnTo>
                  <a:lnTo>
                    <a:pt x="0" y="11816"/>
                  </a:lnTo>
                  <a:lnTo>
                    <a:pt x="309" y="12087"/>
                  </a:lnTo>
                  <a:lnTo>
                    <a:pt x="1545" y="10503"/>
                  </a:lnTo>
                  <a:lnTo>
                    <a:pt x="2742" y="8959"/>
                  </a:lnTo>
                  <a:lnTo>
                    <a:pt x="3360" y="8225"/>
                  </a:lnTo>
                  <a:lnTo>
                    <a:pt x="4016" y="7491"/>
                  </a:lnTo>
                  <a:lnTo>
                    <a:pt x="4711" y="6835"/>
                  </a:lnTo>
                  <a:lnTo>
                    <a:pt x="5484" y="6179"/>
                  </a:lnTo>
                  <a:lnTo>
                    <a:pt x="6256" y="5599"/>
                  </a:lnTo>
                  <a:lnTo>
                    <a:pt x="7106" y="5059"/>
                  </a:lnTo>
                  <a:lnTo>
                    <a:pt x="7994" y="4634"/>
                  </a:lnTo>
                  <a:lnTo>
                    <a:pt x="8457" y="4441"/>
                  </a:lnTo>
                  <a:lnTo>
                    <a:pt x="8920" y="4248"/>
                  </a:lnTo>
                  <a:lnTo>
                    <a:pt x="9422" y="4132"/>
                  </a:lnTo>
                  <a:lnTo>
                    <a:pt x="9886" y="4016"/>
                  </a:lnTo>
                  <a:lnTo>
                    <a:pt x="10388" y="3939"/>
                  </a:lnTo>
                  <a:lnTo>
                    <a:pt x="10851" y="3862"/>
                  </a:lnTo>
                  <a:lnTo>
                    <a:pt x="11353" y="3823"/>
                  </a:lnTo>
                  <a:lnTo>
                    <a:pt x="11855" y="3823"/>
                  </a:lnTo>
                  <a:lnTo>
                    <a:pt x="12357" y="3862"/>
                  </a:lnTo>
                  <a:lnTo>
                    <a:pt x="12821" y="3939"/>
                  </a:lnTo>
                  <a:lnTo>
                    <a:pt x="12319" y="4016"/>
                  </a:lnTo>
                  <a:lnTo>
                    <a:pt x="11855" y="4132"/>
                  </a:lnTo>
                  <a:lnTo>
                    <a:pt x="11392" y="4286"/>
                  </a:lnTo>
                  <a:lnTo>
                    <a:pt x="11199" y="4402"/>
                  </a:lnTo>
                  <a:lnTo>
                    <a:pt x="11006" y="4557"/>
                  </a:lnTo>
                  <a:lnTo>
                    <a:pt x="10813" y="4711"/>
                  </a:lnTo>
                  <a:lnTo>
                    <a:pt x="10697" y="4866"/>
                  </a:lnTo>
                  <a:lnTo>
                    <a:pt x="10542" y="5059"/>
                  </a:lnTo>
                  <a:lnTo>
                    <a:pt x="10465" y="5290"/>
                  </a:lnTo>
                  <a:lnTo>
                    <a:pt x="10388" y="5522"/>
                  </a:lnTo>
                  <a:lnTo>
                    <a:pt x="10388" y="5754"/>
                  </a:lnTo>
                  <a:lnTo>
                    <a:pt x="10426" y="5947"/>
                  </a:lnTo>
                  <a:lnTo>
                    <a:pt x="10581" y="6179"/>
                  </a:lnTo>
                  <a:lnTo>
                    <a:pt x="10658" y="6256"/>
                  </a:lnTo>
                  <a:lnTo>
                    <a:pt x="10774" y="6333"/>
                  </a:lnTo>
                  <a:lnTo>
                    <a:pt x="11006" y="6410"/>
                  </a:lnTo>
                  <a:lnTo>
                    <a:pt x="11276" y="6449"/>
                  </a:lnTo>
                  <a:lnTo>
                    <a:pt x="11585" y="6410"/>
                  </a:lnTo>
                  <a:lnTo>
                    <a:pt x="11855" y="6372"/>
                  </a:lnTo>
                  <a:lnTo>
                    <a:pt x="12164" y="6256"/>
                  </a:lnTo>
                  <a:lnTo>
                    <a:pt x="12627" y="6063"/>
                  </a:lnTo>
                  <a:lnTo>
                    <a:pt x="13052" y="5792"/>
                  </a:lnTo>
                  <a:lnTo>
                    <a:pt x="13422" y="5533"/>
                  </a:lnTo>
                  <a:lnTo>
                    <a:pt x="13422" y="5533"/>
                  </a:lnTo>
                  <a:lnTo>
                    <a:pt x="13786" y="5715"/>
                  </a:lnTo>
                  <a:lnTo>
                    <a:pt x="14056" y="4866"/>
                  </a:lnTo>
                  <a:lnTo>
                    <a:pt x="14211" y="5406"/>
                  </a:lnTo>
                  <a:lnTo>
                    <a:pt x="14404" y="5908"/>
                  </a:lnTo>
                  <a:lnTo>
                    <a:pt x="14674" y="6410"/>
                  </a:lnTo>
                  <a:lnTo>
                    <a:pt x="14983" y="6874"/>
                  </a:lnTo>
                  <a:lnTo>
                    <a:pt x="15176" y="7067"/>
                  </a:lnTo>
                  <a:lnTo>
                    <a:pt x="15408" y="7298"/>
                  </a:lnTo>
                  <a:lnTo>
                    <a:pt x="15678" y="7491"/>
                  </a:lnTo>
                  <a:lnTo>
                    <a:pt x="15987" y="7685"/>
                  </a:lnTo>
                  <a:lnTo>
                    <a:pt x="16296" y="7800"/>
                  </a:lnTo>
                  <a:lnTo>
                    <a:pt x="16605" y="7878"/>
                  </a:lnTo>
                  <a:lnTo>
                    <a:pt x="16875" y="7878"/>
                  </a:lnTo>
                  <a:lnTo>
                    <a:pt x="17030" y="7800"/>
                  </a:lnTo>
                  <a:lnTo>
                    <a:pt x="17184" y="7723"/>
                  </a:lnTo>
                  <a:lnTo>
                    <a:pt x="17300" y="7646"/>
                  </a:lnTo>
                  <a:lnTo>
                    <a:pt x="17377" y="7530"/>
                  </a:lnTo>
                  <a:lnTo>
                    <a:pt x="17416" y="7414"/>
                  </a:lnTo>
                  <a:lnTo>
                    <a:pt x="17454" y="7260"/>
                  </a:lnTo>
                  <a:lnTo>
                    <a:pt x="17493" y="6951"/>
                  </a:lnTo>
                  <a:lnTo>
                    <a:pt x="17416" y="6603"/>
                  </a:lnTo>
                  <a:lnTo>
                    <a:pt x="17300" y="6294"/>
                  </a:lnTo>
                  <a:lnTo>
                    <a:pt x="17184" y="5986"/>
                  </a:lnTo>
                  <a:lnTo>
                    <a:pt x="17030" y="5715"/>
                  </a:lnTo>
                  <a:lnTo>
                    <a:pt x="16875" y="5484"/>
                  </a:lnTo>
                  <a:lnTo>
                    <a:pt x="16682" y="5252"/>
                  </a:lnTo>
                  <a:lnTo>
                    <a:pt x="16489" y="5020"/>
                  </a:lnTo>
                  <a:lnTo>
                    <a:pt x="16257" y="4788"/>
                  </a:lnTo>
                  <a:lnTo>
                    <a:pt x="16026" y="4634"/>
                  </a:lnTo>
                  <a:lnTo>
                    <a:pt x="15524" y="4286"/>
                  </a:lnTo>
                  <a:lnTo>
                    <a:pt x="14944" y="4016"/>
                  </a:lnTo>
                  <a:lnTo>
                    <a:pt x="15408" y="3900"/>
                  </a:lnTo>
                  <a:lnTo>
                    <a:pt x="15832" y="3746"/>
                  </a:lnTo>
                  <a:lnTo>
                    <a:pt x="16219" y="3514"/>
                  </a:lnTo>
                  <a:lnTo>
                    <a:pt x="16605" y="3244"/>
                  </a:lnTo>
                  <a:lnTo>
                    <a:pt x="16759" y="3089"/>
                  </a:lnTo>
                  <a:lnTo>
                    <a:pt x="16914" y="2858"/>
                  </a:lnTo>
                  <a:lnTo>
                    <a:pt x="17030" y="2665"/>
                  </a:lnTo>
                  <a:lnTo>
                    <a:pt x="17107" y="2433"/>
                  </a:lnTo>
                  <a:lnTo>
                    <a:pt x="17145" y="2201"/>
                  </a:lnTo>
                  <a:lnTo>
                    <a:pt x="17107" y="1931"/>
                  </a:lnTo>
                  <a:lnTo>
                    <a:pt x="17068" y="1699"/>
                  </a:lnTo>
                  <a:lnTo>
                    <a:pt x="16914" y="1506"/>
                  </a:lnTo>
                  <a:lnTo>
                    <a:pt x="16759" y="1313"/>
                  </a:lnTo>
                  <a:lnTo>
                    <a:pt x="16528" y="1236"/>
                  </a:lnTo>
                  <a:lnTo>
                    <a:pt x="16334" y="1159"/>
                  </a:lnTo>
                  <a:lnTo>
                    <a:pt x="16103" y="1159"/>
                  </a:lnTo>
                  <a:lnTo>
                    <a:pt x="15910" y="1197"/>
                  </a:lnTo>
                  <a:lnTo>
                    <a:pt x="15678" y="1275"/>
                  </a:lnTo>
                  <a:lnTo>
                    <a:pt x="15446" y="1352"/>
                  </a:lnTo>
                  <a:lnTo>
                    <a:pt x="15253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6" y="2587"/>
                  </a:lnTo>
                  <a:lnTo>
                    <a:pt x="14095" y="3012"/>
                  </a:lnTo>
                  <a:lnTo>
                    <a:pt x="13940" y="2433"/>
                  </a:lnTo>
                  <a:lnTo>
                    <a:pt x="13747" y="1892"/>
                  </a:lnTo>
                  <a:lnTo>
                    <a:pt x="13516" y="1352"/>
                  </a:lnTo>
                  <a:lnTo>
                    <a:pt x="13168" y="850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7" y="155"/>
                  </a:lnTo>
                  <a:lnTo>
                    <a:pt x="12087" y="39"/>
                  </a:lnTo>
                  <a:lnTo>
                    <a:pt x="118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8" name="Google Shape;3798;p17"/>
            <p:cNvSpPr/>
            <p:nvPr/>
          </p:nvSpPr>
          <p:spPr>
            <a:xfrm>
              <a:off x="5590125" y="113380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39" y="233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3"/>
                  </a:lnTo>
                  <a:lnTo>
                    <a:pt x="1005" y="155"/>
                  </a:lnTo>
                  <a:lnTo>
                    <a:pt x="966" y="117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9" name="Google Shape;3799;p17"/>
            <p:cNvSpPr/>
            <p:nvPr/>
          </p:nvSpPr>
          <p:spPr>
            <a:xfrm>
              <a:off x="5491675" y="1139600"/>
              <a:ext cx="21250" cy="8725"/>
            </a:xfrm>
            <a:custGeom>
              <a:avLst/>
              <a:gdLst/>
              <a:ahLst/>
              <a:cxnLst/>
              <a:rect l="l" t="t" r="r" b="b"/>
              <a:pathLst>
                <a:path w="850" h="349" extrusionOk="0">
                  <a:moveTo>
                    <a:pt x="425" y="1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0" y="194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4"/>
                  </a:lnTo>
                  <a:lnTo>
                    <a:pt x="811" y="78"/>
                  </a:lnTo>
                  <a:lnTo>
                    <a:pt x="73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0" name="Google Shape;3800;p17"/>
            <p:cNvSpPr/>
            <p:nvPr/>
          </p:nvSpPr>
          <p:spPr>
            <a:xfrm>
              <a:off x="2443975" y="1153125"/>
              <a:ext cx="315725" cy="477875"/>
            </a:xfrm>
            <a:custGeom>
              <a:avLst/>
              <a:gdLst/>
              <a:ahLst/>
              <a:cxnLst/>
              <a:rect l="l" t="t" r="r" b="b"/>
              <a:pathLst>
                <a:path w="12629" h="19115" extrusionOk="0">
                  <a:moveTo>
                    <a:pt x="1005" y="618"/>
                  </a:moveTo>
                  <a:lnTo>
                    <a:pt x="1661" y="850"/>
                  </a:lnTo>
                  <a:lnTo>
                    <a:pt x="2318" y="1120"/>
                  </a:lnTo>
                  <a:lnTo>
                    <a:pt x="2743" y="1352"/>
                  </a:lnTo>
                  <a:lnTo>
                    <a:pt x="3167" y="1583"/>
                  </a:lnTo>
                  <a:lnTo>
                    <a:pt x="3322" y="1699"/>
                  </a:lnTo>
                  <a:lnTo>
                    <a:pt x="3476" y="1854"/>
                  </a:lnTo>
                  <a:lnTo>
                    <a:pt x="3669" y="2124"/>
                  </a:lnTo>
                  <a:lnTo>
                    <a:pt x="3862" y="2471"/>
                  </a:lnTo>
                  <a:lnTo>
                    <a:pt x="4017" y="2819"/>
                  </a:lnTo>
                  <a:lnTo>
                    <a:pt x="5677" y="6796"/>
                  </a:lnTo>
                  <a:lnTo>
                    <a:pt x="9075" y="15021"/>
                  </a:lnTo>
                  <a:lnTo>
                    <a:pt x="9153" y="15098"/>
                  </a:lnTo>
                  <a:lnTo>
                    <a:pt x="9191" y="15137"/>
                  </a:lnTo>
                  <a:lnTo>
                    <a:pt x="9346" y="15137"/>
                  </a:lnTo>
                  <a:lnTo>
                    <a:pt x="8921" y="15369"/>
                  </a:lnTo>
                  <a:lnTo>
                    <a:pt x="7956" y="13515"/>
                  </a:lnTo>
                  <a:lnTo>
                    <a:pt x="6990" y="11662"/>
                  </a:lnTo>
                  <a:lnTo>
                    <a:pt x="5021" y="7955"/>
                  </a:lnTo>
                  <a:lnTo>
                    <a:pt x="3013" y="4286"/>
                  </a:lnTo>
                  <a:lnTo>
                    <a:pt x="1005" y="618"/>
                  </a:lnTo>
                  <a:close/>
                  <a:moveTo>
                    <a:pt x="657" y="502"/>
                  </a:moveTo>
                  <a:lnTo>
                    <a:pt x="657" y="541"/>
                  </a:lnTo>
                  <a:lnTo>
                    <a:pt x="4673" y="8032"/>
                  </a:lnTo>
                  <a:lnTo>
                    <a:pt x="6720" y="11739"/>
                  </a:lnTo>
                  <a:lnTo>
                    <a:pt x="7763" y="13593"/>
                  </a:lnTo>
                  <a:lnTo>
                    <a:pt x="8805" y="15446"/>
                  </a:lnTo>
                  <a:lnTo>
                    <a:pt x="8651" y="15523"/>
                  </a:lnTo>
                  <a:lnTo>
                    <a:pt x="7415" y="13747"/>
                  </a:lnTo>
                  <a:lnTo>
                    <a:pt x="6179" y="12009"/>
                  </a:lnTo>
                  <a:lnTo>
                    <a:pt x="3592" y="8534"/>
                  </a:lnTo>
                  <a:lnTo>
                    <a:pt x="2318" y="6758"/>
                  </a:lnTo>
                  <a:lnTo>
                    <a:pt x="1005" y="4943"/>
                  </a:lnTo>
                  <a:lnTo>
                    <a:pt x="850" y="4711"/>
                  </a:lnTo>
                  <a:lnTo>
                    <a:pt x="735" y="4479"/>
                  </a:lnTo>
                  <a:lnTo>
                    <a:pt x="619" y="4209"/>
                  </a:lnTo>
                  <a:lnTo>
                    <a:pt x="542" y="3939"/>
                  </a:lnTo>
                  <a:lnTo>
                    <a:pt x="464" y="3398"/>
                  </a:lnTo>
                  <a:lnTo>
                    <a:pt x="426" y="2819"/>
                  </a:lnTo>
                  <a:lnTo>
                    <a:pt x="464" y="2240"/>
                  </a:lnTo>
                  <a:lnTo>
                    <a:pt x="503" y="1661"/>
                  </a:lnTo>
                  <a:lnTo>
                    <a:pt x="657" y="502"/>
                  </a:lnTo>
                  <a:close/>
                  <a:moveTo>
                    <a:pt x="11508" y="12280"/>
                  </a:moveTo>
                  <a:lnTo>
                    <a:pt x="11663" y="12357"/>
                  </a:lnTo>
                  <a:lnTo>
                    <a:pt x="11817" y="12434"/>
                  </a:lnTo>
                  <a:lnTo>
                    <a:pt x="12165" y="12859"/>
                  </a:lnTo>
                  <a:lnTo>
                    <a:pt x="12242" y="13052"/>
                  </a:lnTo>
                  <a:lnTo>
                    <a:pt x="12280" y="13245"/>
                  </a:lnTo>
                  <a:lnTo>
                    <a:pt x="12242" y="13438"/>
                  </a:lnTo>
                  <a:lnTo>
                    <a:pt x="12203" y="13631"/>
                  </a:lnTo>
                  <a:lnTo>
                    <a:pt x="12049" y="14017"/>
                  </a:lnTo>
                  <a:lnTo>
                    <a:pt x="11856" y="14365"/>
                  </a:lnTo>
                  <a:lnTo>
                    <a:pt x="11508" y="14790"/>
                  </a:lnTo>
                  <a:lnTo>
                    <a:pt x="11122" y="15176"/>
                  </a:lnTo>
                  <a:lnTo>
                    <a:pt x="10697" y="15523"/>
                  </a:lnTo>
                  <a:lnTo>
                    <a:pt x="10273" y="15871"/>
                  </a:lnTo>
                  <a:lnTo>
                    <a:pt x="10157" y="15871"/>
                  </a:lnTo>
                  <a:lnTo>
                    <a:pt x="10118" y="15987"/>
                  </a:lnTo>
                  <a:lnTo>
                    <a:pt x="9771" y="16180"/>
                  </a:lnTo>
                  <a:lnTo>
                    <a:pt x="9114" y="16604"/>
                  </a:lnTo>
                  <a:lnTo>
                    <a:pt x="8458" y="16952"/>
                  </a:lnTo>
                  <a:lnTo>
                    <a:pt x="7724" y="17261"/>
                  </a:lnTo>
                  <a:lnTo>
                    <a:pt x="6990" y="17493"/>
                  </a:lnTo>
                  <a:lnTo>
                    <a:pt x="6643" y="17608"/>
                  </a:lnTo>
                  <a:lnTo>
                    <a:pt x="6295" y="17647"/>
                  </a:lnTo>
                  <a:lnTo>
                    <a:pt x="5755" y="17647"/>
                  </a:lnTo>
                  <a:lnTo>
                    <a:pt x="5562" y="17570"/>
                  </a:lnTo>
                  <a:lnTo>
                    <a:pt x="5446" y="17493"/>
                  </a:lnTo>
                  <a:lnTo>
                    <a:pt x="5330" y="17415"/>
                  </a:lnTo>
                  <a:lnTo>
                    <a:pt x="5098" y="17184"/>
                  </a:lnTo>
                  <a:lnTo>
                    <a:pt x="4982" y="16875"/>
                  </a:lnTo>
                  <a:lnTo>
                    <a:pt x="4905" y="16604"/>
                  </a:lnTo>
                  <a:lnTo>
                    <a:pt x="4944" y="16411"/>
                  </a:lnTo>
                  <a:lnTo>
                    <a:pt x="4982" y="16218"/>
                  </a:lnTo>
                  <a:lnTo>
                    <a:pt x="5060" y="16064"/>
                  </a:lnTo>
                  <a:lnTo>
                    <a:pt x="5175" y="15948"/>
                  </a:lnTo>
                  <a:lnTo>
                    <a:pt x="5291" y="15832"/>
                  </a:lnTo>
                  <a:lnTo>
                    <a:pt x="5407" y="15755"/>
                  </a:lnTo>
                  <a:lnTo>
                    <a:pt x="5523" y="15716"/>
                  </a:lnTo>
                  <a:lnTo>
                    <a:pt x="5639" y="15755"/>
                  </a:lnTo>
                  <a:lnTo>
                    <a:pt x="5793" y="15832"/>
                  </a:lnTo>
                  <a:lnTo>
                    <a:pt x="5948" y="15948"/>
                  </a:lnTo>
                  <a:lnTo>
                    <a:pt x="6064" y="16141"/>
                  </a:lnTo>
                  <a:lnTo>
                    <a:pt x="6257" y="16373"/>
                  </a:lnTo>
                  <a:lnTo>
                    <a:pt x="6102" y="16411"/>
                  </a:lnTo>
                  <a:lnTo>
                    <a:pt x="6025" y="16450"/>
                  </a:lnTo>
                  <a:lnTo>
                    <a:pt x="6025" y="16566"/>
                  </a:lnTo>
                  <a:lnTo>
                    <a:pt x="6064" y="16643"/>
                  </a:lnTo>
                  <a:lnTo>
                    <a:pt x="6141" y="16643"/>
                  </a:lnTo>
                  <a:lnTo>
                    <a:pt x="6913" y="16566"/>
                  </a:lnTo>
                  <a:lnTo>
                    <a:pt x="7685" y="16373"/>
                  </a:lnTo>
                  <a:lnTo>
                    <a:pt x="8496" y="16064"/>
                  </a:lnTo>
                  <a:lnTo>
                    <a:pt x="9230" y="15716"/>
                  </a:lnTo>
                  <a:lnTo>
                    <a:pt x="9616" y="15485"/>
                  </a:lnTo>
                  <a:lnTo>
                    <a:pt x="9964" y="15253"/>
                  </a:lnTo>
                  <a:lnTo>
                    <a:pt x="10273" y="15021"/>
                  </a:lnTo>
                  <a:lnTo>
                    <a:pt x="10581" y="14751"/>
                  </a:lnTo>
                  <a:lnTo>
                    <a:pt x="10890" y="14481"/>
                  </a:lnTo>
                  <a:lnTo>
                    <a:pt x="11122" y="14172"/>
                  </a:lnTo>
                  <a:lnTo>
                    <a:pt x="11354" y="13824"/>
                  </a:lnTo>
                  <a:lnTo>
                    <a:pt x="11547" y="13515"/>
                  </a:lnTo>
                  <a:lnTo>
                    <a:pt x="11547" y="13438"/>
                  </a:lnTo>
                  <a:lnTo>
                    <a:pt x="11547" y="13361"/>
                  </a:lnTo>
                  <a:lnTo>
                    <a:pt x="11508" y="13284"/>
                  </a:lnTo>
                  <a:lnTo>
                    <a:pt x="11431" y="13245"/>
                  </a:lnTo>
                  <a:lnTo>
                    <a:pt x="11238" y="13245"/>
                  </a:lnTo>
                  <a:lnTo>
                    <a:pt x="11161" y="13322"/>
                  </a:lnTo>
                  <a:lnTo>
                    <a:pt x="10968" y="13670"/>
                  </a:lnTo>
                  <a:lnTo>
                    <a:pt x="10775" y="13554"/>
                  </a:lnTo>
                  <a:lnTo>
                    <a:pt x="10659" y="13438"/>
                  </a:lnTo>
                  <a:lnTo>
                    <a:pt x="10620" y="13284"/>
                  </a:lnTo>
                  <a:lnTo>
                    <a:pt x="10581" y="13168"/>
                  </a:lnTo>
                  <a:lnTo>
                    <a:pt x="10620" y="13013"/>
                  </a:lnTo>
                  <a:lnTo>
                    <a:pt x="10659" y="12859"/>
                  </a:lnTo>
                  <a:lnTo>
                    <a:pt x="10852" y="12627"/>
                  </a:lnTo>
                  <a:lnTo>
                    <a:pt x="10929" y="12473"/>
                  </a:lnTo>
                  <a:lnTo>
                    <a:pt x="11045" y="12357"/>
                  </a:lnTo>
                  <a:lnTo>
                    <a:pt x="11122" y="12318"/>
                  </a:lnTo>
                  <a:lnTo>
                    <a:pt x="11238" y="12280"/>
                  </a:lnTo>
                  <a:close/>
                  <a:moveTo>
                    <a:pt x="426" y="0"/>
                  </a:moveTo>
                  <a:lnTo>
                    <a:pt x="349" y="39"/>
                  </a:lnTo>
                  <a:lnTo>
                    <a:pt x="271" y="116"/>
                  </a:lnTo>
                  <a:lnTo>
                    <a:pt x="233" y="193"/>
                  </a:lnTo>
                  <a:lnTo>
                    <a:pt x="78" y="2587"/>
                  </a:lnTo>
                  <a:lnTo>
                    <a:pt x="40" y="3012"/>
                  </a:lnTo>
                  <a:lnTo>
                    <a:pt x="1" y="3475"/>
                  </a:lnTo>
                  <a:lnTo>
                    <a:pt x="40" y="3900"/>
                  </a:lnTo>
                  <a:lnTo>
                    <a:pt x="117" y="4325"/>
                  </a:lnTo>
                  <a:lnTo>
                    <a:pt x="233" y="4518"/>
                  </a:lnTo>
                  <a:lnTo>
                    <a:pt x="349" y="4750"/>
                  </a:lnTo>
                  <a:lnTo>
                    <a:pt x="619" y="5175"/>
                  </a:lnTo>
                  <a:lnTo>
                    <a:pt x="1237" y="5985"/>
                  </a:lnTo>
                  <a:lnTo>
                    <a:pt x="2665" y="7955"/>
                  </a:lnTo>
                  <a:lnTo>
                    <a:pt x="5446" y="11816"/>
                  </a:lnTo>
                  <a:lnTo>
                    <a:pt x="6874" y="13747"/>
                  </a:lnTo>
                  <a:lnTo>
                    <a:pt x="8342" y="15639"/>
                  </a:lnTo>
                  <a:lnTo>
                    <a:pt x="7492" y="15987"/>
                  </a:lnTo>
                  <a:lnTo>
                    <a:pt x="6643" y="16257"/>
                  </a:lnTo>
                  <a:lnTo>
                    <a:pt x="6643" y="16257"/>
                  </a:lnTo>
                  <a:lnTo>
                    <a:pt x="6681" y="16102"/>
                  </a:lnTo>
                  <a:lnTo>
                    <a:pt x="6681" y="15948"/>
                  </a:lnTo>
                  <a:lnTo>
                    <a:pt x="6643" y="15755"/>
                  </a:lnTo>
                  <a:lnTo>
                    <a:pt x="6565" y="15639"/>
                  </a:lnTo>
                  <a:lnTo>
                    <a:pt x="6488" y="15485"/>
                  </a:lnTo>
                  <a:lnTo>
                    <a:pt x="6334" y="15369"/>
                  </a:lnTo>
                  <a:lnTo>
                    <a:pt x="6179" y="15292"/>
                  </a:lnTo>
                  <a:lnTo>
                    <a:pt x="6025" y="15253"/>
                  </a:lnTo>
                  <a:lnTo>
                    <a:pt x="5716" y="15253"/>
                  </a:lnTo>
                  <a:lnTo>
                    <a:pt x="5484" y="15292"/>
                  </a:lnTo>
                  <a:lnTo>
                    <a:pt x="5214" y="15407"/>
                  </a:lnTo>
                  <a:lnTo>
                    <a:pt x="5021" y="15600"/>
                  </a:lnTo>
                  <a:lnTo>
                    <a:pt x="4828" y="15794"/>
                  </a:lnTo>
                  <a:lnTo>
                    <a:pt x="4712" y="16025"/>
                  </a:lnTo>
                  <a:lnTo>
                    <a:pt x="4596" y="16296"/>
                  </a:lnTo>
                  <a:lnTo>
                    <a:pt x="4596" y="16566"/>
                  </a:lnTo>
                  <a:lnTo>
                    <a:pt x="4635" y="16991"/>
                  </a:lnTo>
                  <a:lnTo>
                    <a:pt x="4751" y="17300"/>
                  </a:lnTo>
                  <a:lnTo>
                    <a:pt x="4905" y="17531"/>
                  </a:lnTo>
                  <a:lnTo>
                    <a:pt x="5098" y="17724"/>
                  </a:lnTo>
                  <a:lnTo>
                    <a:pt x="5368" y="17840"/>
                  </a:lnTo>
                  <a:lnTo>
                    <a:pt x="5677" y="17917"/>
                  </a:lnTo>
                  <a:lnTo>
                    <a:pt x="6025" y="17956"/>
                  </a:lnTo>
                  <a:lnTo>
                    <a:pt x="6372" y="17917"/>
                  </a:lnTo>
                  <a:lnTo>
                    <a:pt x="6720" y="17840"/>
                  </a:lnTo>
                  <a:lnTo>
                    <a:pt x="7106" y="17763"/>
                  </a:lnTo>
                  <a:lnTo>
                    <a:pt x="7878" y="17531"/>
                  </a:lnTo>
                  <a:lnTo>
                    <a:pt x="8573" y="17222"/>
                  </a:lnTo>
                  <a:lnTo>
                    <a:pt x="9153" y="16952"/>
                  </a:lnTo>
                  <a:lnTo>
                    <a:pt x="9230" y="16875"/>
                  </a:lnTo>
                  <a:lnTo>
                    <a:pt x="9462" y="16759"/>
                  </a:lnTo>
                  <a:lnTo>
                    <a:pt x="10234" y="16257"/>
                  </a:lnTo>
                  <a:lnTo>
                    <a:pt x="10813" y="17106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4"/>
                  </a:lnTo>
                  <a:lnTo>
                    <a:pt x="12280" y="19037"/>
                  </a:lnTo>
                  <a:lnTo>
                    <a:pt x="12203" y="18883"/>
                  </a:lnTo>
                  <a:lnTo>
                    <a:pt x="11817" y="18149"/>
                  </a:lnTo>
                  <a:lnTo>
                    <a:pt x="11392" y="17454"/>
                  </a:lnTo>
                  <a:lnTo>
                    <a:pt x="10929" y="16759"/>
                  </a:lnTo>
                  <a:lnTo>
                    <a:pt x="10466" y="16102"/>
                  </a:lnTo>
                  <a:lnTo>
                    <a:pt x="10968" y="15716"/>
                  </a:lnTo>
                  <a:lnTo>
                    <a:pt x="11470" y="15253"/>
                  </a:lnTo>
                  <a:lnTo>
                    <a:pt x="11894" y="14790"/>
                  </a:lnTo>
                  <a:lnTo>
                    <a:pt x="12126" y="14558"/>
                  </a:lnTo>
                  <a:lnTo>
                    <a:pt x="12280" y="14288"/>
                  </a:lnTo>
                  <a:lnTo>
                    <a:pt x="12435" y="14056"/>
                  </a:lnTo>
                  <a:lnTo>
                    <a:pt x="12512" y="13786"/>
                  </a:lnTo>
                  <a:lnTo>
                    <a:pt x="12589" y="13554"/>
                  </a:lnTo>
                  <a:lnTo>
                    <a:pt x="12628" y="13284"/>
                  </a:lnTo>
                  <a:lnTo>
                    <a:pt x="12589" y="13052"/>
                  </a:lnTo>
                  <a:lnTo>
                    <a:pt x="12512" y="12820"/>
                  </a:lnTo>
                  <a:lnTo>
                    <a:pt x="12358" y="12589"/>
                  </a:lnTo>
                  <a:lnTo>
                    <a:pt x="12165" y="12357"/>
                  </a:lnTo>
                  <a:lnTo>
                    <a:pt x="11972" y="12202"/>
                  </a:lnTo>
                  <a:lnTo>
                    <a:pt x="11740" y="12087"/>
                  </a:lnTo>
                  <a:lnTo>
                    <a:pt x="11470" y="12009"/>
                  </a:lnTo>
                  <a:lnTo>
                    <a:pt x="11238" y="12009"/>
                  </a:lnTo>
                  <a:lnTo>
                    <a:pt x="10968" y="12048"/>
                  </a:lnTo>
                  <a:lnTo>
                    <a:pt x="10736" y="12125"/>
                  </a:lnTo>
                  <a:lnTo>
                    <a:pt x="10543" y="12280"/>
                  </a:lnTo>
                  <a:lnTo>
                    <a:pt x="10388" y="12511"/>
                  </a:lnTo>
                  <a:lnTo>
                    <a:pt x="10311" y="12704"/>
                  </a:lnTo>
                  <a:lnTo>
                    <a:pt x="10273" y="12897"/>
                  </a:lnTo>
                  <a:lnTo>
                    <a:pt x="10273" y="13091"/>
                  </a:lnTo>
                  <a:lnTo>
                    <a:pt x="10311" y="13284"/>
                  </a:lnTo>
                  <a:lnTo>
                    <a:pt x="10388" y="13477"/>
                  </a:lnTo>
                  <a:lnTo>
                    <a:pt x="10504" y="13631"/>
                  </a:lnTo>
                  <a:lnTo>
                    <a:pt x="10620" y="13786"/>
                  </a:lnTo>
                  <a:lnTo>
                    <a:pt x="10813" y="13901"/>
                  </a:lnTo>
                  <a:lnTo>
                    <a:pt x="10504" y="14249"/>
                  </a:lnTo>
                  <a:lnTo>
                    <a:pt x="10157" y="14597"/>
                  </a:lnTo>
                  <a:lnTo>
                    <a:pt x="9771" y="14867"/>
                  </a:lnTo>
                  <a:lnTo>
                    <a:pt x="9431" y="15083"/>
                  </a:lnTo>
                  <a:lnTo>
                    <a:pt x="9431" y="15083"/>
                  </a:lnTo>
                  <a:lnTo>
                    <a:pt x="9462" y="15021"/>
                  </a:lnTo>
                  <a:lnTo>
                    <a:pt x="9500" y="14944"/>
                  </a:lnTo>
                  <a:lnTo>
                    <a:pt x="9462" y="14828"/>
                  </a:lnTo>
                  <a:lnTo>
                    <a:pt x="5716" y="5754"/>
                  </a:lnTo>
                  <a:lnTo>
                    <a:pt x="4789" y="3475"/>
                  </a:lnTo>
                  <a:lnTo>
                    <a:pt x="4364" y="2471"/>
                  </a:lnTo>
                  <a:lnTo>
                    <a:pt x="4133" y="1969"/>
                  </a:lnTo>
                  <a:lnTo>
                    <a:pt x="3978" y="1738"/>
                  </a:lnTo>
                  <a:lnTo>
                    <a:pt x="3824" y="1545"/>
                  </a:lnTo>
                  <a:lnTo>
                    <a:pt x="3515" y="1236"/>
                  </a:lnTo>
                  <a:lnTo>
                    <a:pt x="3129" y="965"/>
                  </a:lnTo>
                  <a:lnTo>
                    <a:pt x="2743" y="772"/>
                  </a:lnTo>
                  <a:lnTo>
                    <a:pt x="2279" y="541"/>
                  </a:lnTo>
                  <a:lnTo>
                    <a:pt x="1816" y="386"/>
                  </a:lnTo>
                  <a:lnTo>
                    <a:pt x="1391" y="232"/>
                  </a:lnTo>
                  <a:lnTo>
                    <a:pt x="54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1" name="Google Shape;3801;p17"/>
            <p:cNvSpPr/>
            <p:nvPr/>
          </p:nvSpPr>
          <p:spPr>
            <a:xfrm>
              <a:off x="5383550" y="118015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3" y="464"/>
                  </a:moveTo>
                  <a:lnTo>
                    <a:pt x="2085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89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89" y="2472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7" y="3051"/>
                  </a:lnTo>
                  <a:lnTo>
                    <a:pt x="2356" y="3167"/>
                  </a:lnTo>
                  <a:lnTo>
                    <a:pt x="2085" y="3244"/>
                  </a:lnTo>
                  <a:lnTo>
                    <a:pt x="1777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4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80"/>
                  </a:lnTo>
                  <a:lnTo>
                    <a:pt x="1583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8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1" y="271"/>
                  </a:lnTo>
                  <a:lnTo>
                    <a:pt x="850" y="386"/>
                  </a:lnTo>
                  <a:lnTo>
                    <a:pt x="618" y="580"/>
                  </a:lnTo>
                  <a:lnTo>
                    <a:pt x="425" y="773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7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2"/>
                  </a:lnTo>
                  <a:lnTo>
                    <a:pt x="1583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2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6" y="2781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4"/>
                  </a:lnTo>
                  <a:lnTo>
                    <a:pt x="3669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2" name="Google Shape;3802;p17"/>
            <p:cNvSpPr/>
            <p:nvPr/>
          </p:nvSpPr>
          <p:spPr>
            <a:xfrm>
              <a:off x="1657200" y="1227450"/>
              <a:ext cx="61825" cy="90775"/>
            </a:xfrm>
            <a:custGeom>
              <a:avLst/>
              <a:gdLst/>
              <a:ahLst/>
              <a:cxnLst/>
              <a:rect l="l" t="t" r="r" b="b"/>
              <a:pathLst>
                <a:path w="2473" h="3631" extrusionOk="0">
                  <a:moveTo>
                    <a:pt x="1198" y="0"/>
                  </a:moveTo>
                  <a:lnTo>
                    <a:pt x="1082" y="39"/>
                  </a:lnTo>
                  <a:lnTo>
                    <a:pt x="1005" y="39"/>
                  </a:lnTo>
                  <a:lnTo>
                    <a:pt x="966" y="116"/>
                  </a:lnTo>
                  <a:lnTo>
                    <a:pt x="966" y="194"/>
                  </a:lnTo>
                  <a:lnTo>
                    <a:pt x="966" y="232"/>
                  </a:lnTo>
                  <a:lnTo>
                    <a:pt x="850" y="271"/>
                  </a:lnTo>
                  <a:lnTo>
                    <a:pt x="773" y="271"/>
                  </a:lnTo>
                  <a:lnTo>
                    <a:pt x="735" y="348"/>
                  </a:lnTo>
                  <a:lnTo>
                    <a:pt x="696" y="425"/>
                  </a:lnTo>
                  <a:lnTo>
                    <a:pt x="696" y="502"/>
                  </a:lnTo>
                  <a:lnTo>
                    <a:pt x="735" y="618"/>
                  </a:lnTo>
                  <a:lnTo>
                    <a:pt x="773" y="657"/>
                  </a:lnTo>
                  <a:lnTo>
                    <a:pt x="850" y="734"/>
                  </a:lnTo>
                  <a:lnTo>
                    <a:pt x="1082" y="811"/>
                  </a:lnTo>
                  <a:lnTo>
                    <a:pt x="1275" y="966"/>
                  </a:lnTo>
                  <a:lnTo>
                    <a:pt x="1468" y="1120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1"/>
                  </a:lnTo>
                  <a:lnTo>
                    <a:pt x="1970" y="2163"/>
                  </a:lnTo>
                  <a:lnTo>
                    <a:pt x="1932" y="2472"/>
                  </a:lnTo>
                  <a:lnTo>
                    <a:pt x="1816" y="2742"/>
                  </a:lnTo>
                  <a:lnTo>
                    <a:pt x="1739" y="2897"/>
                  </a:lnTo>
                  <a:lnTo>
                    <a:pt x="1661" y="2974"/>
                  </a:lnTo>
                  <a:lnTo>
                    <a:pt x="1545" y="3090"/>
                  </a:lnTo>
                  <a:lnTo>
                    <a:pt x="1391" y="3128"/>
                  </a:lnTo>
                  <a:lnTo>
                    <a:pt x="1237" y="3167"/>
                  </a:lnTo>
                  <a:lnTo>
                    <a:pt x="1043" y="3128"/>
                  </a:lnTo>
                  <a:lnTo>
                    <a:pt x="928" y="3012"/>
                  </a:lnTo>
                  <a:lnTo>
                    <a:pt x="850" y="2897"/>
                  </a:lnTo>
                  <a:lnTo>
                    <a:pt x="812" y="2742"/>
                  </a:lnTo>
                  <a:lnTo>
                    <a:pt x="850" y="2626"/>
                  </a:lnTo>
                  <a:lnTo>
                    <a:pt x="928" y="2472"/>
                  </a:lnTo>
                  <a:lnTo>
                    <a:pt x="1082" y="2356"/>
                  </a:lnTo>
                  <a:lnTo>
                    <a:pt x="1159" y="2279"/>
                  </a:lnTo>
                  <a:lnTo>
                    <a:pt x="1159" y="2163"/>
                  </a:lnTo>
                  <a:lnTo>
                    <a:pt x="1159" y="2047"/>
                  </a:lnTo>
                  <a:lnTo>
                    <a:pt x="1082" y="1970"/>
                  </a:lnTo>
                  <a:lnTo>
                    <a:pt x="657" y="1622"/>
                  </a:lnTo>
                  <a:lnTo>
                    <a:pt x="426" y="1468"/>
                  </a:lnTo>
                  <a:lnTo>
                    <a:pt x="194" y="1352"/>
                  </a:lnTo>
                  <a:lnTo>
                    <a:pt x="1" y="1622"/>
                  </a:lnTo>
                  <a:lnTo>
                    <a:pt x="271" y="1893"/>
                  </a:lnTo>
                  <a:lnTo>
                    <a:pt x="580" y="2163"/>
                  </a:lnTo>
                  <a:lnTo>
                    <a:pt x="426" y="2356"/>
                  </a:lnTo>
                  <a:lnTo>
                    <a:pt x="348" y="2626"/>
                  </a:lnTo>
                  <a:lnTo>
                    <a:pt x="348" y="2897"/>
                  </a:lnTo>
                  <a:lnTo>
                    <a:pt x="348" y="3051"/>
                  </a:lnTo>
                  <a:lnTo>
                    <a:pt x="426" y="3167"/>
                  </a:lnTo>
                  <a:lnTo>
                    <a:pt x="541" y="3360"/>
                  </a:lnTo>
                  <a:lnTo>
                    <a:pt x="696" y="3476"/>
                  </a:lnTo>
                  <a:lnTo>
                    <a:pt x="889" y="3553"/>
                  </a:lnTo>
                  <a:lnTo>
                    <a:pt x="1082" y="3630"/>
                  </a:lnTo>
                  <a:lnTo>
                    <a:pt x="1275" y="3630"/>
                  </a:lnTo>
                  <a:lnTo>
                    <a:pt x="1507" y="3592"/>
                  </a:lnTo>
                  <a:lnTo>
                    <a:pt x="1700" y="3514"/>
                  </a:lnTo>
                  <a:lnTo>
                    <a:pt x="1854" y="3437"/>
                  </a:lnTo>
                  <a:lnTo>
                    <a:pt x="2047" y="3244"/>
                  </a:lnTo>
                  <a:lnTo>
                    <a:pt x="2202" y="3090"/>
                  </a:lnTo>
                  <a:lnTo>
                    <a:pt x="2318" y="2897"/>
                  </a:lnTo>
                  <a:lnTo>
                    <a:pt x="2395" y="2703"/>
                  </a:lnTo>
                  <a:lnTo>
                    <a:pt x="2434" y="2472"/>
                  </a:lnTo>
                  <a:lnTo>
                    <a:pt x="2472" y="2279"/>
                  </a:lnTo>
                  <a:lnTo>
                    <a:pt x="2434" y="2047"/>
                  </a:lnTo>
                  <a:lnTo>
                    <a:pt x="2395" y="1815"/>
                  </a:lnTo>
                  <a:lnTo>
                    <a:pt x="2318" y="1622"/>
                  </a:lnTo>
                  <a:lnTo>
                    <a:pt x="2202" y="1391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3" name="Google Shape;3803;p17"/>
            <p:cNvSpPr/>
            <p:nvPr/>
          </p:nvSpPr>
          <p:spPr>
            <a:xfrm>
              <a:off x="6055450" y="1230350"/>
              <a:ext cx="302175" cy="155450"/>
            </a:xfrm>
            <a:custGeom>
              <a:avLst/>
              <a:gdLst/>
              <a:ahLst/>
              <a:cxnLst/>
              <a:rect l="l" t="t" r="r" b="b"/>
              <a:pathLst>
                <a:path w="12087" h="6218" extrusionOk="0">
                  <a:moveTo>
                    <a:pt x="11739" y="0"/>
                  </a:moveTo>
                  <a:lnTo>
                    <a:pt x="11662" y="39"/>
                  </a:lnTo>
                  <a:lnTo>
                    <a:pt x="11585" y="78"/>
                  </a:lnTo>
                  <a:lnTo>
                    <a:pt x="11507" y="116"/>
                  </a:lnTo>
                  <a:lnTo>
                    <a:pt x="11469" y="232"/>
                  </a:lnTo>
                  <a:lnTo>
                    <a:pt x="11469" y="309"/>
                  </a:lnTo>
                  <a:lnTo>
                    <a:pt x="11507" y="425"/>
                  </a:lnTo>
                  <a:lnTo>
                    <a:pt x="11585" y="580"/>
                  </a:lnTo>
                  <a:lnTo>
                    <a:pt x="11623" y="773"/>
                  </a:lnTo>
                  <a:lnTo>
                    <a:pt x="11585" y="966"/>
                  </a:lnTo>
                  <a:lnTo>
                    <a:pt x="11507" y="1120"/>
                  </a:lnTo>
                  <a:lnTo>
                    <a:pt x="11392" y="1275"/>
                  </a:lnTo>
                  <a:lnTo>
                    <a:pt x="11276" y="1429"/>
                  </a:lnTo>
                  <a:lnTo>
                    <a:pt x="10928" y="1738"/>
                  </a:lnTo>
                  <a:lnTo>
                    <a:pt x="10503" y="2008"/>
                  </a:lnTo>
                  <a:lnTo>
                    <a:pt x="10079" y="2240"/>
                  </a:lnTo>
                  <a:lnTo>
                    <a:pt x="9422" y="2587"/>
                  </a:lnTo>
                  <a:lnTo>
                    <a:pt x="9036" y="2781"/>
                  </a:lnTo>
                  <a:lnTo>
                    <a:pt x="9036" y="2703"/>
                  </a:lnTo>
                  <a:lnTo>
                    <a:pt x="8959" y="2626"/>
                  </a:lnTo>
                  <a:lnTo>
                    <a:pt x="8495" y="2201"/>
                  </a:lnTo>
                  <a:lnTo>
                    <a:pt x="8109" y="1699"/>
                  </a:lnTo>
                  <a:lnTo>
                    <a:pt x="7839" y="1892"/>
                  </a:lnTo>
                  <a:lnTo>
                    <a:pt x="7993" y="2201"/>
                  </a:lnTo>
                  <a:lnTo>
                    <a:pt x="8187" y="2510"/>
                  </a:lnTo>
                  <a:lnTo>
                    <a:pt x="8418" y="2781"/>
                  </a:lnTo>
                  <a:lnTo>
                    <a:pt x="8650" y="2974"/>
                  </a:lnTo>
                  <a:lnTo>
                    <a:pt x="7607" y="3514"/>
                  </a:lnTo>
                  <a:lnTo>
                    <a:pt x="6565" y="3978"/>
                  </a:lnTo>
                  <a:lnTo>
                    <a:pt x="5252" y="4518"/>
                  </a:lnTo>
                  <a:lnTo>
                    <a:pt x="3939" y="4982"/>
                  </a:lnTo>
                  <a:lnTo>
                    <a:pt x="3669" y="5059"/>
                  </a:lnTo>
                  <a:lnTo>
                    <a:pt x="3707" y="4711"/>
                  </a:lnTo>
                  <a:lnTo>
                    <a:pt x="3630" y="4364"/>
                  </a:lnTo>
                  <a:lnTo>
                    <a:pt x="3514" y="4055"/>
                  </a:lnTo>
                  <a:lnTo>
                    <a:pt x="3321" y="3707"/>
                  </a:lnTo>
                  <a:lnTo>
                    <a:pt x="3012" y="3900"/>
                  </a:lnTo>
                  <a:lnTo>
                    <a:pt x="3128" y="4171"/>
                  </a:lnTo>
                  <a:lnTo>
                    <a:pt x="3205" y="4441"/>
                  </a:lnTo>
                  <a:lnTo>
                    <a:pt x="3244" y="4866"/>
                  </a:lnTo>
                  <a:lnTo>
                    <a:pt x="3244" y="5252"/>
                  </a:lnTo>
                  <a:lnTo>
                    <a:pt x="2356" y="5522"/>
                  </a:lnTo>
                  <a:lnTo>
                    <a:pt x="1892" y="5638"/>
                  </a:lnTo>
                  <a:lnTo>
                    <a:pt x="1429" y="5677"/>
                  </a:lnTo>
                  <a:lnTo>
                    <a:pt x="1043" y="5715"/>
                  </a:lnTo>
                  <a:lnTo>
                    <a:pt x="850" y="5715"/>
                  </a:lnTo>
                  <a:lnTo>
                    <a:pt x="695" y="5677"/>
                  </a:lnTo>
                  <a:lnTo>
                    <a:pt x="579" y="5599"/>
                  </a:lnTo>
                  <a:lnTo>
                    <a:pt x="464" y="5522"/>
                  </a:lnTo>
                  <a:lnTo>
                    <a:pt x="386" y="5406"/>
                  </a:lnTo>
                  <a:lnTo>
                    <a:pt x="348" y="5291"/>
                  </a:lnTo>
                  <a:lnTo>
                    <a:pt x="309" y="5213"/>
                  </a:lnTo>
                  <a:lnTo>
                    <a:pt x="270" y="5175"/>
                  </a:lnTo>
                  <a:lnTo>
                    <a:pt x="155" y="5136"/>
                  </a:lnTo>
                  <a:lnTo>
                    <a:pt x="77" y="5175"/>
                  </a:lnTo>
                  <a:lnTo>
                    <a:pt x="39" y="5213"/>
                  </a:lnTo>
                  <a:lnTo>
                    <a:pt x="0" y="5291"/>
                  </a:lnTo>
                  <a:lnTo>
                    <a:pt x="0" y="5445"/>
                  </a:lnTo>
                  <a:lnTo>
                    <a:pt x="39" y="5599"/>
                  </a:lnTo>
                  <a:lnTo>
                    <a:pt x="77" y="5754"/>
                  </a:lnTo>
                  <a:lnTo>
                    <a:pt x="155" y="5870"/>
                  </a:lnTo>
                  <a:lnTo>
                    <a:pt x="232" y="5947"/>
                  </a:lnTo>
                  <a:lnTo>
                    <a:pt x="309" y="6024"/>
                  </a:lnTo>
                  <a:lnTo>
                    <a:pt x="541" y="6140"/>
                  </a:lnTo>
                  <a:lnTo>
                    <a:pt x="811" y="6179"/>
                  </a:lnTo>
                  <a:lnTo>
                    <a:pt x="1120" y="6217"/>
                  </a:lnTo>
                  <a:lnTo>
                    <a:pt x="1429" y="6179"/>
                  </a:lnTo>
                  <a:lnTo>
                    <a:pt x="1699" y="6140"/>
                  </a:lnTo>
                  <a:lnTo>
                    <a:pt x="2896" y="5831"/>
                  </a:lnTo>
                  <a:lnTo>
                    <a:pt x="4093" y="5445"/>
                  </a:lnTo>
                  <a:lnTo>
                    <a:pt x="5290" y="5020"/>
                  </a:lnTo>
                  <a:lnTo>
                    <a:pt x="6449" y="4557"/>
                  </a:lnTo>
                  <a:lnTo>
                    <a:pt x="7530" y="4093"/>
                  </a:lnTo>
                  <a:lnTo>
                    <a:pt x="8573" y="3591"/>
                  </a:lnTo>
                  <a:lnTo>
                    <a:pt x="9615" y="3051"/>
                  </a:lnTo>
                  <a:lnTo>
                    <a:pt x="10619" y="2472"/>
                  </a:lnTo>
                  <a:lnTo>
                    <a:pt x="10928" y="2279"/>
                  </a:lnTo>
                  <a:lnTo>
                    <a:pt x="11276" y="2047"/>
                  </a:lnTo>
                  <a:lnTo>
                    <a:pt x="11546" y="1777"/>
                  </a:lnTo>
                  <a:lnTo>
                    <a:pt x="11816" y="1506"/>
                  </a:lnTo>
                  <a:lnTo>
                    <a:pt x="12009" y="1197"/>
                  </a:lnTo>
                  <a:lnTo>
                    <a:pt x="12048" y="1043"/>
                  </a:lnTo>
                  <a:lnTo>
                    <a:pt x="12087" y="888"/>
                  </a:lnTo>
                  <a:lnTo>
                    <a:pt x="12087" y="695"/>
                  </a:lnTo>
                  <a:lnTo>
                    <a:pt x="12048" y="502"/>
                  </a:lnTo>
                  <a:lnTo>
                    <a:pt x="12009" y="309"/>
                  </a:lnTo>
                  <a:lnTo>
                    <a:pt x="11894" y="116"/>
                  </a:lnTo>
                  <a:lnTo>
                    <a:pt x="11816" y="39"/>
                  </a:lnTo>
                  <a:lnTo>
                    <a:pt x="1173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4" name="Google Shape;3804;p17"/>
            <p:cNvSpPr/>
            <p:nvPr/>
          </p:nvSpPr>
          <p:spPr>
            <a:xfrm>
              <a:off x="4272400" y="1236125"/>
              <a:ext cx="61800" cy="89825"/>
            </a:xfrm>
            <a:custGeom>
              <a:avLst/>
              <a:gdLst/>
              <a:ahLst/>
              <a:cxnLst/>
              <a:rect l="l" t="t" r="r" b="b"/>
              <a:pathLst>
                <a:path w="2472" h="3593" extrusionOk="0">
                  <a:moveTo>
                    <a:pt x="1082" y="1"/>
                  </a:moveTo>
                  <a:lnTo>
                    <a:pt x="1005" y="40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3"/>
                  </a:lnTo>
                  <a:lnTo>
                    <a:pt x="850" y="233"/>
                  </a:lnTo>
                  <a:lnTo>
                    <a:pt x="773" y="271"/>
                  </a:lnTo>
                  <a:lnTo>
                    <a:pt x="734" y="349"/>
                  </a:lnTo>
                  <a:lnTo>
                    <a:pt x="696" y="426"/>
                  </a:lnTo>
                  <a:lnTo>
                    <a:pt x="696" y="503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2"/>
                  </a:lnTo>
                  <a:lnTo>
                    <a:pt x="1275" y="928"/>
                  </a:lnTo>
                  <a:lnTo>
                    <a:pt x="1468" y="1082"/>
                  </a:lnTo>
                  <a:lnTo>
                    <a:pt x="1622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1" y="1932"/>
                  </a:lnTo>
                  <a:lnTo>
                    <a:pt x="1931" y="2163"/>
                  </a:lnTo>
                  <a:lnTo>
                    <a:pt x="1931" y="2434"/>
                  </a:lnTo>
                  <a:lnTo>
                    <a:pt x="1815" y="2743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2"/>
                  </a:lnTo>
                  <a:lnTo>
                    <a:pt x="1391" y="3129"/>
                  </a:lnTo>
                  <a:lnTo>
                    <a:pt x="1198" y="3129"/>
                  </a:lnTo>
                  <a:lnTo>
                    <a:pt x="1043" y="3090"/>
                  </a:lnTo>
                  <a:lnTo>
                    <a:pt x="927" y="3013"/>
                  </a:lnTo>
                  <a:lnTo>
                    <a:pt x="850" y="2897"/>
                  </a:lnTo>
                  <a:lnTo>
                    <a:pt x="811" y="2743"/>
                  </a:lnTo>
                  <a:lnTo>
                    <a:pt x="850" y="2588"/>
                  </a:lnTo>
                  <a:lnTo>
                    <a:pt x="927" y="2434"/>
                  </a:lnTo>
                  <a:lnTo>
                    <a:pt x="1043" y="2318"/>
                  </a:lnTo>
                  <a:lnTo>
                    <a:pt x="1159" y="2241"/>
                  </a:lnTo>
                  <a:lnTo>
                    <a:pt x="1159" y="2125"/>
                  </a:lnTo>
                  <a:lnTo>
                    <a:pt x="1120" y="2009"/>
                  </a:lnTo>
                  <a:lnTo>
                    <a:pt x="1043" y="1932"/>
                  </a:lnTo>
                  <a:lnTo>
                    <a:pt x="657" y="1623"/>
                  </a:lnTo>
                  <a:lnTo>
                    <a:pt x="425" y="1468"/>
                  </a:lnTo>
                  <a:lnTo>
                    <a:pt x="194" y="1314"/>
                  </a:lnTo>
                  <a:lnTo>
                    <a:pt x="1" y="1623"/>
                  </a:lnTo>
                  <a:lnTo>
                    <a:pt x="271" y="1893"/>
                  </a:lnTo>
                  <a:lnTo>
                    <a:pt x="580" y="2125"/>
                  </a:lnTo>
                  <a:lnTo>
                    <a:pt x="425" y="2356"/>
                  </a:lnTo>
                  <a:lnTo>
                    <a:pt x="348" y="2627"/>
                  </a:lnTo>
                  <a:lnTo>
                    <a:pt x="309" y="2897"/>
                  </a:lnTo>
                  <a:lnTo>
                    <a:pt x="348" y="3052"/>
                  </a:lnTo>
                  <a:lnTo>
                    <a:pt x="425" y="3167"/>
                  </a:lnTo>
                  <a:lnTo>
                    <a:pt x="541" y="3322"/>
                  </a:lnTo>
                  <a:lnTo>
                    <a:pt x="696" y="3476"/>
                  </a:lnTo>
                  <a:lnTo>
                    <a:pt x="889" y="3554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4"/>
                  </a:lnTo>
                  <a:lnTo>
                    <a:pt x="1700" y="3515"/>
                  </a:lnTo>
                  <a:lnTo>
                    <a:pt x="1854" y="3399"/>
                  </a:lnTo>
                  <a:lnTo>
                    <a:pt x="2047" y="3245"/>
                  </a:lnTo>
                  <a:lnTo>
                    <a:pt x="2202" y="3052"/>
                  </a:lnTo>
                  <a:lnTo>
                    <a:pt x="2317" y="2858"/>
                  </a:lnTo>
                  <a:lnTo>
                    <a:pt x="2395" y="2665"/>
                  </a:lnTo>
                  <a:lnTo>
                    <a:pt x="2433" y="2472"/>
                  </a:lnTo>
                  <a:lnTo>
                    <a:pt x="2472" y="2241"/>
                  </a:lnTo>
                  <a:lnTo>
                    <a:pt x="2433" y="2009"/>
                  </a:lnTo>
                  <a:lnTo>
                    <a:pt x="2395" y="1816"/>
                  </a:lnTo>
                  <a:lnTo>
                    <a:pt x="2317" y="1584"/>
                  </a:lnTo>
                  <a:lnTo>
                    <a:pt x="2202" y="1391"/>
                  </a:lnTo>
                  <a:lnTo>
                    <a:pt x="1970" y="1005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5" name="Google Shape;3805;p17"/>
            <p:cNvSpPr/>
            <p:nvPr/>
          </p:nvSpPr>
          <p:spPr>
            <a:xfrm>
              <a:off x="799000" y="1245800"/>
              <a:ext cx="106200" cy="124550"/>
            </a:xfrm>
            <a:custGeom>
              <a:avLst/>
              <a:gdLst/>
              <a:ahLst/>
              <a:cxnLst/>
              <a:rect l="l" t="t" r="r" b="b"/>
              <a:pathLst>
                <a:path w="4248" h="4982" extrusionOk="0">
                  <a:moveTo>
                    <a:pt x="3862" y="0"/>
                  </a:moveTo>
                  <a:lnTo>
                    <a:pt x="3591" y="579"/>
                  </a:lnTo>
                  <a:lnTo>
                    <a:pt x="3244" y="1159"/>
                  </a:lnTo>
                  <a:lnTo>
                    <a:pt x="2896" y="1699"/>
                  </a:lnTo>
                  <a:lnTo>
                    <a:pt x="2510" y="2201"/>
                  </a:lnTo>
                  <a:lnTo>
                    <a:pt x="1931" y="2858"/>
                  </a:lnTo>
                  <a:lnTo>
                    <a:pt x="1313" y="3475"/>
                  </a:lnTo>
                  <a:lnTo>
                    <a:pt x="1004" y="3784"/>
                  </a:lnTo>
                  <a:lnTo>
                    <a:pt x="657" y="4016"/>
                  </a:lnTo>
                  <a:lnTo>
                    <a:pt x="309" y="4286"/>
                  </a:lnTo>
                  <a:lnTo>
                    <a:pt x="0" y="4595"/>
                  </a:lnTo>
                  <a:lnTo>
                    <a:pt x="39" y="4981"/>
                  </a:lnTo>
                  <a:lnTo>
                    <a:pt x="155" y="4981"/>
                  </a:lnTo>
                  <a:lnTo>
                    <a:pt x="541" y="4788"/>
                  </a:lnTo>
                  <a:lnTo>
                    <a:pt x="927" y="4557"/>
                  </a:lnTo>
                  <a:lnTo>
                    <a:pt x="1313" y="4248"/>
                  </a:lnTo>
                  <a:lnTo>
                    <a:pt x="1699" y="3939"/>
                  </a:lnTo>
                  <a:lnTo>
                    <a:pt x="2008" y="3591"/>
                  </a:lnTo>
                  <a:lnTo>
                    <a:pt x="2356" y="3205"/>
                  </a:lnTo>
                  <a:lnTo>
                    <a:pt x="2896" y="2510"/>
                  </a:lnTo>
                  <a:lnTo>
                    <a:pt x="3321" y="1969"/>
                  </a:lnTo>
                  <a:lnTo>
                    <a:pt x="3669" y="1390"/>
                  </a:lnTo>
                  <a:lnTo>
                    <a:pt x="3978" y="811"/>
                  </a:lnTo>
                  <a:lnTo>
                    <a:pt x="4248" y="193"/>
                  </a:lnTo>
                  <a:lnTo>
                    <a:pt x="386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6" name="Google Shape;3806;p17"/>
            <p:cNvSpPr/>
            <p:nvPr/>
          </p:nvSpPr>
          <p:spPr>
            <a:xfrm>
              <a:off x="747825" y="12477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5" y="271"/>
                  </a:moveTo>
                  <a:lnTo>
                    <a:pt x="1236" y="387"/>
                  </a:lnTo>
                  <a:lnTo>
                    <a:pt x="1429" y="541"/>
                  </a:lnTo>
                  <a:lnTo>
                    <a:pt x="1545" y="773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4" y="1197"/>
                  </a:lnTo>
                  <a:lnTo>
                    <a:pt x="1545" y="1313"/>
                  </a:lnTo>
                  <a:lnTo>
                    <a:pt x="1429" y="1391"/>
                  </a:lnTo>
                  <a:lnTo>
                    <a:pt x="1352" y="1468"/>
                  </a:lnTo>
                  <a:lnTo>
                    <a:pt x="1198" y="1545"/>
                  </a:lnTo>
                  <a:lnTo>
                    <a:pt x="966" y="1584"/>
                  </a:lnTo>
                  <a:lnTo>
                    <a:pt x="773" y="1545"/>
                  </a:lnTo>
                  <a:lnTo>
                    <a:pt x="657" y="1468"/>
                  </a:lnTo>
                  <a:lnTo>
                    <a:pt x="580" y="1429"/>
                  </a:lnTo>
                  <a:lnTo>
                    <a:pt x="503" y="1313"/>
                  </a:lnTo>
                  <a:lnTo>
                    <a:pt x="464" y="1197"/>
                  </a:lnTo>
                  <a:lnTo>
                    <a:pt x="425" y="1004"/>
                  </a:lnTo>
                  <a:lnTo>
                    <a:pt x="425" y="773"/>
                  </a:lnTo>
                  <a:lnTo>
                    <a:pt x="541" y="580"/>
                  </a:lnTo>
                  <a:lnTo>
                    <a:pt x="696" y="425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78"/>
                  </a:lnTo>
                  <a:lnTo>
                    <a:pt x="657" y="116"/>
                  </a:lnTo>
                  <a:lnTo>
                    <a:pt x="541" y="78"/>
                  </a:lnTo>
                  <a:lnTo>
                    <a:pt x="425" y="116"/>
                  </a:lnTo>
                  <a:lnTo>
                    <a:pt x="271" y="193"/>
                  </a:lnTo>
                  <a:lnTo>
                    <a:pt x="155" y="348"/>
                  </a:lnTo>
                  <a:lnTo>
                    <a:pt x="78" y="502"/>
                  </a:lnTo>
                  <a:lnTo>
                    <a:pt x="1" y="695"/>
                  </a:lnTo>
                  <a:lnTo>
                    <a:pt x="1" y="889"/>
                  </a:lnTo>
                  <a:lnTo>
                    <a:pt x="1" y="1082"/>
                  </a:lnTo>
                  <a:lnTo>
                    <a:pt x="39" y="1275"/>
                  </a:lnTo>
                  <a:lnTo>
                    <a:pt x="78" y="1429"/>
                  </a:lnTo>
                  <a:lnTo>
                    <a:pt x="194" y="1622"/>
                  </a:lnTo>
                  <a:lnTo>
                    <a:pt x="310" y="1777"/>
                  </a:lnTo>
                  <a:lnTo>
                    <a:pt x="464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043" y="2008"/>
                  </a:lnTo>
                  <a:lnTo>
                    <a:pt x="1236" y="1970"/>
                  </a:lnTo>
                  <a:lnTo>
                    <a:pt x="1429" y="1892"/>
                  </a:lnTo>
                  <a:lnTo>
                    <a:pt x="1584" y="1815"/>
                  </a:lnTo>
                  <a:lnTo>
                    <a:pt x="1738" y="1699"/>
                  </a:lnTo>
                  <a:lnTo>
                    <a:pt x="1893" y="1545"/>
                  </a:lnTo>
                  <a:lnTo>
                    <a:pt x="1970" y="1352"/>
                  </a:lnTo>
                  <a:lnTo>
                    <a:pt x="2047" y="1197"/>
                  </a:lnTo>
                  <a:lnTo>
                    <a:pt x="2086" y="1004"/>
                  </a:lnTo>
                  <a:lnTo>
                    <a:pt x="2047" y="811"/>
                  </a:lnTo>
                  <a:lnTo>
                    <a:pt x="1970" y="580"/>
                  </a:lnTo>
                  <a:lnTo>
                    <a:pt x="1893" y="425"/>
                  </a:lnTo>
                  <a:lnTo>
                    <a:pt x="1738" y="271"/>
                  </a:lnTo>
                  <a:lnTo>
                    <a:pt x="1584" y="155"/>
                  </a:lnTo>
                  <a:lnTo>
                    <a:pt x="1429" y="78"/>
                  </a:lnTo>
                  <a:lnTo>
                    <a:pt x="123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7" name="Google Shape;3807;p17"/>
            <p:cNvSpPr/>
            <p:nvPr/>
          </p:nvSpPr>
          <p:spPr>
            <a:xfrm>
              <a:off x="1261400" y="125255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1" y="194"/>
                  </a:lnTo>
                  <a:lnTo>
                    <a:pt x="503" y="927"/>
                  </a:lnTo>
                  <a:lnTo>
                    <a:pt x="1043" y="1622"/>
                  </a:lnTo>
                  <a:lnTo>
                    <a:pt x="1700" y="2240"/>
                  </a:lnTo>
                  <a:lnTo>
                    <a:pt x="2356" y="2858"/>
                  </a:lnTo>
                  <a:lnTo>
                    <a:pt x="3090" y="3360"/>
                  </a:lnTo>
                  <a:lnTo>
                    <a:pt x="3901" y="3823"/>
                  </a:lnTo>
                  <a:lnTo>
                    <a:pt x="4673" y="4209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05"/>
                  </a:lnTo>
                  <a:lnTo>
                    <a:pt x="7685" y="4943"/>
                  </a:lnTo>
                  <a:lnTo>
                    <a:pt x="8110" y="4982"/>
                  </a:lnTo>
                  <a:lnTo>
                    <a:pt x="8535" y="4943"/>
                  </a:lnTo>
                  <a:lnTo>
                    <a:pt x="8998" y="4905"/>
                  </a:lnTo>
                  <a:lnTo>
                    <a:pt x="9423" y="4866"/>
                  </a:lnTo>
                  <a:lnTo>
                    <a:pt x="9848" y="4750"/>
                  </a:lnTo>
                  <a:lnTo>
                    <a:pt x="10272" y="4634"/>
                  </a:lnTo>
                  <a:lnTo>
                    <a:pt x="10658" y="4480"/>
                  </a:lnTo>
                  <a:lnTo>
                    <a:pt x="11083" y="4325"/>
                  </a:lnTo>
                  <a:lnTo>
                    <a:pt x="11469" y="4094"/>
                  </a:lnTo>
                  <a:lnTo>
                    <a:pt x="11856" y="3862"/>
                  </a:lnTo>
                  <a:lnTo>
                    <a:pt x="12242" y="3592"/>
                  </a:lnTo>
                  <a:lnTo>
                    <a:pt x="12319" y="3514"/>
                  </a:lnTo>
                  <a:lnTo>
                    <a:pt x="12435" y="3167"/>
                  </a:lnTo>
                  <a:lnTo>
                    <a:pt x="12280" y="3167"/>
                  </a:lnTo>
                  <a:lnTo>
                    <a:pt x="12203" y="3128"/>
                  </a:lnTo>
                  <a:lnTo>
                    <a:pt x="12126" y="3090"/>
                  </a:lnTo>
                  <a:lnTo>
                    <a:pt x="12010" y="3128"/>
                  </a:lnTo>
                  <a:lnTo>
                    <a:pt x="11933" y="3167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6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03"/>
                  </a:lnTo>
                  <a:lnTo>
                    <a:pt x="8342" y="4441"/>
                  </a:lnTo>
                  <a:lnTo>
                    <a:pt x="7492" y="4441"/>
                  </a:lnTo>
                  <a:lnTo>
                    <a:pt x="7067" y="4403"/>
                  </a:lnTo>
                  <a:lnTo>
                    <a:pt x="6643" y="4325"/>
                  </a:lnTo>
                  <a:lnTo>
                    <a:pt x="6218" y="4248"/>
                  </a:lnTo>
                  <a:lnTo>
                    <a:pt x="5793" y="4132"/>
                  </a:lnTo>
                  <a:lnTo>
                    <a:pt x="5407" y="4016"/>
                  </a:lnTo>
                  <a:lnTo>
                    <a:pt x="4596" y="3669"/>
                  </a:lnTo>
                  <a:lnTo>
                    <a:pt x="3901" y="3283"/>
                  </a:lnTo>
                  <a:lnTo>
                    <a:pt x="3206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8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8" name="Google Shape;3808;p17"/>
            <p:cNvSpPr/>
            <p:nvPr/>
          </p:nvSpPr>
          <p:spPr>
            <a:xfrm>
              <a:off x="1569350" y="1258350"/>
              <a:ext cx="92700" cy="136125"/>
            </a:xfrm>
            <a:custGeom>
              <a:avLst/>
              <a:gdLst/>
              <a:ahLst/>
              <a:cxnLst/>
              <a:rect l="l" t="t" r="r" b="b"/>
              <a:pathLst>
                <a:path w="3708" h="5445" extrusionOk="0">
                  <a:moveTo>
                    <a:pt x="3399" y="0"/>
                  </a:moveTo>
                  <a:lnTo>
                    <a:pt x="3360" y="77"/>
                  </a:lnTo>
                  <a:lnTo>
                    <a:pt x="3245" y="116"/>
                  </a:lnTo>
                  <a:lnTo>
                    <a:pt x="3013" y="309"/>
                  </a:lnTo>
                  <a:lnTo>
                    <a:pt x="2781" y="541"/>
                  </a:lnTo>
                  <a:lnTo>
                    <a:pt x="2549" y="772"/>
                  </a:lnTo>
                  <a:lnTo>
                    <a:pt x="2356" y="1004"/>
                  </a:lnTo>
                  <a:lnTo>
                    <a:pt x="2047" y="1236"/>
                  </a:lnTo>
                  <a:lnTo>
                    <a:pt x="1777" y="1467"/>
                  </a:lnTo>
                  <a:lnTo>
                    <a:pt x="1159" y="1815"/>
                  </a:lnTo>
                  <a:lnTo>
                    <a:pt x="1082" y="1892"/>
                  </a:lnTo>
                  <a:lnTo>
                    <a:pt x="1082" y="1969"/>
                  </a:lnTo>
                  <a:lnTo>
                    <a:pt x="1082" y="2008"/>
                  </a:lnTo>
                  <a:lnTo>
                    <a:pt x="1121" y="2085"/>
                  </a:lnTo>
                  <a:lnTo>
                    <a:pt x="1005" y="2085"/>
                  </a:lnTo>
                  <a:lnTo>
                    <a:pt x="889" y="2124"/>
                  </a:lnTo>
                  <a:lnTo>
                    <a:pt x="850" y="2201"/>
                  </a:lnTo>
                  <a:lnTo>
                    <a:pt x="812" y="2278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510"/>
                  </a:lnTo>
                  <a:lnTo>
                    <a:pt x="966" y="2549"/>
                  </a:lnTo>
                  <a:lnTo>
                    <a:pt x="1198" y="2626"/>
                  </a:lnTo>
                  <a:lnTo>
                    <a:pt x="1430" y="2703"/>
                  </a:lnTo>
                  <a:lnTo>
                    <a:pt x="1623" y="2858"/>
                  </a:lnTo>
                  <a:lnTo>
                    <a:pt x="1816" y="3012"/>
                  </a:lnTo>
                  <a:lnTo>
                    <a:pt x="1970" y="3205"/>
                  </a:lnTo>
                  <a:lnTo>
                    <a:pt x="2086" y="3398"/>
                  </a:lnTo>
                  <a:lnTo>
                    <a:pt x="2125" y="3630"/>
                  </a:lnTo>
                  <a:lnTo>
                    <a:pt x="2125" y="3900"/>
                  </a:lnTo>
                  <a:lnTo>
                    <a:pt x="2086" y="4132"/>
                  </a:lnTo>
                  <a:lnTo>
                    <a:pt x="2009" y="4364"/>
                  </a:lnTo>
                  <a:lnTo>
                    <a:pt x="1893" y="4557"/>
                  </a:lnTo>
                  <a:lnTo>
                    <a:pt x="1739" y="4711"/>
                  </a:lnTo>
                  <a:lnTo>
                    <a:pt x="1545" y="4866"/>
                  </a:lnTo>
                  <a:lnTo>
                    <a:pt x="1314" y="4943"/>
                  </a:lnTo>
                  <a:lnTo>
                    <a:pt x="1198" y="4981"/>
                  </a:lnTo>
                  <a:lnTo>
                    <a:pt x="1082" y="4981"/>
                  </a:lnTo>
                  <a:lnTo>
                    <a:pt x="889" y="4904"/>
                  </a:lnTo>
                  <a:lnTo>
                    <a:pt x="773" y="4788"/>
                  </a:lnTo>
                  <a:lnTo>
                    <a:pt x="696" y="4634"/>
                  </a:lnTo>
                  <a:lnTo>
                    <a:pt x="696" y="4441"/>
                  </a:lnTo>
                  <a:lnTo>
                    <a:pt x="735" y="4286"/>
                  </a:lnTo>
                  <a:lnTo>
                    <a:pt x="812" y="4209"/>
                  </a:lnTo>
                  <a:lnTo>
                    <a:pt x="889" y="4171"/>
                  </a:lnTo>
                  <a:lnTo>
                    <a:pt x="966" y="4132"/>
                  </a:lnTo>
                  <a:lnTo>
                    <a:pt x="1121" y="4093"/>
                  </a:lnTo>
                  <a:lnTo>
                    <a:pt x="1237" y="4055"/>
                  </a:lnTo>
                  <a:lnTo>
                    <a:pt x="1314" y="3939"/>
                  </a:lnTo>
                  <a:lnTo>
                    <a:pt x="1314" y="3784"/>
                  </a:lnTo>
                  <a:lnTo>
                    <a:pt x="1275" y="3746"/>
                  </a:lnTo>
                  <a:lnTo>
                    <a:pt x="1237" y="3669"/>
                  </a:lnTo>
                  <a:lnTo>
                    <a:pt x="117" y="2935"/>
                  </a:lnTo>
                  <a:lnTo>
                    <a:pt x="1" y="3282"/>
                  </a:lnTo>
                  <a:lnTo>
                    <a:pt x="657" y="3784"/>
                  </a:lnTo>
                  <a:lnTo>
                    <a:pt x="503" y="3900"/>
                  </a:lnTo>
                  <a:lnTo>
                    <a:pt x="387" y="3977"/>
                  </a:lnTo>
                  <a:lnTo>
                    <a:pt x="310" y="4132"/>
                  </a:lnTo>
                  <a:lnTo>
                    <a:pt x="233" y="4248"/>
                  </a:lnTo>
                  <a:lnTo>
                    <a:pt x="194" y="4402"/>
                  </a:lnTo>
                  <a:lnTo>
                    <a:pt x="194" y="4557"/>
                  </a:lnTo>
                  <a:lnTo>
                    <a:pt x="194" y="4711"/>
                  </a:lnTo>
                  <a:lnTo>
                    <a:pt x="271" y="4904"/>
                  </a:lnTo>
                  <a:lnTo>
                    <a:pt x="387" y="5097"/>
                  </a:lnTo>
                  <a:lnTo>
                    <a:pt x="542" y="5252"/>
                  </a:lnTo>
                  <a:lnTo>
                    <a:pt x="735" y="5368"/>
                  </a:lnTo>
                  <a:lnTo>
                    <a:pt x="966" y="5445"/>
                  </a:lnTo>
                  <a:lnTo>
                    <a:pt x="1198" y="5445"/>
                  </a:lnTo>
                  <a:lnTo>
                    <a:pt x="1430" y="5406"/>
                  </a:lnTo>
                  <a:lnTo>
                    <a:pt x="1623" y="5329"/>
                  </a:lnTo>
                  <a:lnTo>
                    <a:pt x="1854" y="5213"/>
                  </a:lnTo>
                  <a:lnTo>
                    <a:pt x="2086" y="5059"/>
                  </a:lnTo>
                  <a:lnTo>
                    <a:pt x="2241" y="4866"/>
                  </a:lnTo>
                  <a:lnTo>
                    <a:pt x="2395" y="4673"/>
                  </a:lnTo>
                  <a:lnTo>
                    <a:pt x="2511" y="4441"/>
                  </a:lnTo>
                  <a:lnTo>
                    <a:pt x="2588" y="4209"/>
                  </a:lnTo>
                  <a:lnTo>
                    <a:pt x="2588" y="3977"/>
                  </a:lnTo>
                  <a:lnTo>
                    <a:pt x="2588" y="3746"/>
                  </a:lnTo>
                  <a:lnTo>
                    <a:pt x="2549" y="3514"/>
                  </a:lnTo>
                  <a:lnTo>
                    <a:pt x="2472" y="3282"/>
                  </a:lnTo>
                  <a:lnTo>
                    <a:pt x="2395" y="3089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510"/>
                  </a:lnTo>
                  <a:lnTo>
                    <a:pt x="1739" y="2356"/>
                  </a:lnTo>
                  <a:lnTo>
                    <a:pt x="1507" y="2240"/>
                  </a:lnTo>
                  <a:lnTo>
                    <a:pt x="1275" y="2124"/>
                  </a:lnTo>
                  <a:lnTo>
                    <a:pt x="1623" y="2008"/>
                  </a:lnTo>
                  <a:lnTo>
                    <a:pt x="1932" y="1815"/>
                  </a:lnTo>
                  <a:lnTo>
                    <a:pt x="2279" y="1661"/>
                  </a:lnTo>
                  <a:lnTo>
                    <a:pt x="2549" y="1429"/>
                  </a:lnTo>
                  <a:lnTo>
                    <a:pt x="2820" y="1197"/>
                  </a:lnTo>
                  <a:lnTo>
                    <a:pt x="3129" y="966"/>
                  </a:lnTo>
                  <a:lnTo>
                    <a:pt x="3360" y="695"/>
                  </a:lnTo>
                  <a:lnTo>
                    <a:pt x="3438" y="541"/>
                  </a:lnTo>
                  <a:lnTo>
                    <a:pt x="3515" y="386"/>
                  </a:lnTo>
                  <a:lnTo>
                    <a:pt x="3708" y="116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9" name="Google Shape;3809;p17"/>
            <p:cNvSpPr/>
            <p:nvPr/>
          </p:nvSpPr>
          <p:spPr>
            <a:xfrm>
              <a:off x="3876600" y="1260275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0" y="232"/>
                  </a:lnTo>
                  <a:lnTo>
                    <a:pt x="502" y="966"/>
                  </a:lnTo>
                  <a:lnTo>
                    <a:pt x="1043" y="1622"/>
                  </a:lnTo>
                  <a:lnTo>
                    <a:pt x="1699" y="2279"/>
                  </a:lnTo>
                  <a:lnTo>
                    <a:pt x="2356" y="2858"/>
                  </a:lnTo>
                  <a:lnTo>
                    <a:pt x="3090" y="3398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4" y="4982"/>
                  </a:lnTo>
                  <a:lnTo>
                    <a:pt x="8998" y="4943"/>
                  </a:lnTo>
                  <a:lnTo>
                    <a:pt x="9422" y="4866"/>
                  </a:lnTo>
                  <a:lnTo>
                    <a:pt x="9847" y="4789"/>
                  </a:lnTo>
                  <a:lnTo>
                    <a:pt x="10272" y="4673"/>
                  </a:lnTo>
                  <a:lnTo>
                    <a:pt x="10658" y="4518"/>
                  </a:lnTo>
                  <a:lnTo>
                    <a:pt x="11083" y="4325"/>
                  </a:lnTo>
                  <a:lnTo>
                    <a:pt x="11469" y="4132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319" y="3553"/>
                  </a:lnTo>
                  <a:lnTo>
                    <a:pt x="12434" y="3205"/>
                  </a:lnTo>
                  <a:lnTo>
                    <a:pt x="12357" y="3167"/>
                  </a:lnTo>
                  <a:lnTo>
                    <a:pt x="12280" y="3205"/>
                  </a:lnTo>
                  <a:lnTo>
                    <a:pt x="12203" y="3128"/>
                  </a:lnTo>
                  <a:lnTo>
                    <a:pt x="12010" y="3128"/>
                  </a:lnTo>
                  <a:lnTo>
                    <a:pt x="11932" y="3205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6" y="4016"/>
                  </a:lnTo>
                  <a:lnTo>
                    <a:pt x="10040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1" y="4480"/>
                  </a:lnTo>
                  <a:lnTo>
                    <a:pt x="7916" y="4480"/>
                  </a:lnTo>
                  <a:lnTo>
                    <a:pt x="7492" y="4441"/>
                  </a:lnTo>
                  <a:lnTo>
                    <a:pt x="7067" y="4402"/>
                  </a:lnTo>
                  <a:lnTo>
                    <a:pt x="6642" y="4364"/>
                  </a:lnTo>
                  <a:lnTo>
                    <a:pt x="6217" y="4248"/>
                  </a:lnTo>
                  <a:lnTo>
                    <a:pt x="5793" y="4171"/>
                  </a:lnTo>
                  <a:lnTo>
                    <a:pt x="5368" y="4016"/>
                  </a:lnTo>
                  <a:lnTo>
                    <a:pt x="4596" y="3707"/>
                  </a:lnTo>
                  <a:lnTo>
                    <a:pt x="3901" y="3283"/>
                  </a:lnTo>
                  <a:lnTo>
                    <a:pt x="3205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0" name="Google Shape;3810;p17"/>
            <p:cNvSpPr/>
            <p:nvPr/>
          </p:nvSpPr>
          <p:spPr>
            <a:xfrm>
              <a:off x="4184550" y="1267025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1"/>
                  </a:moveTo>
                  <a:lnTo>
                    <a:pt x="3360" y="78"/>
                  </a:lnTo>
                  <a:lnTo>
                    <a:pt x="3244" y="78"/>
                  </a:lnTo>
                  <a:lnTo>
                    <a:pt x="3013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3" y="1931"/>
                  </a:lnTo>
                  <a:lnTo>
                    <a:pt x="1082" y="2009"/>
                  </a:lnTo>
                  <a:lnTo>
                    <a:pt x="1120" y="2086"/>
                  </a:lnTo>
                  <a:lnTo>
                    <a:pt x="1005" y="2086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1" y="2240"/>
                  </a:lnTo>
                  <a:lnTo>
                    <a:pt x="811" y="2356"/>
                  </a:lnTo>
                  <a:lnTo>
                    <a:pt x="811" y="2433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8" y="2588"/>
                  </a:lnTo>
                  <a:lnTo>
                    <a:pt x="1429" y="2704"/>
                  </a:lnTo>
                  <a:lnTo>
                    <a:pt x="1622" y="2820"/>
                  </a:lnTo>
                  <a:lnTo>
                    <a:pt x="1815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4" y="3630"/>
                  </a:lnTo>
                  <a:lnTo>
                    <a:pt x="2124" y="3901"/>
                  </a:lnTo>
                  <a:lnTo>
                    <a:pt x="2086" y="4094"/>
                  </a:lnTo>
                  <a:lnTo>
                    <a:pt x="2009" y="4326"/>
                  </a:lnTo>
                  <a:lnTo>
                    <a:pt x="1893" y="4519"/>
                  </a:lnTo>
                  <a:lnTo>
                    <a:pt x="1738" y="4712"/>
                  </a:lnTo>
                  <a:lnTo>
                    <a:pt x="1545" y="4828"/>
                  </a:lnTo>
                  <a:lnTo>
                    <a:pt x="1313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6"/>
                  </a:lnTo>
                  <a:lnTo>
                    <a:pt x="657" y="4441"/>
                  </a:lnTo>
                  <a:lnTo>
                    <a:pt x="734" y="4287"/>
                  </a:lnTo>
                  <a:lnTo>
                    <a:pt x="811" y="4210"/>
                  </a:lnTo>
                  <a:lnTo>
                    <a:pt x="889" y="4132"/>
                  </a:lnTo>
                  <a:lnTo>
                    <a:pt x="966" y="4094"/>
                  </a:lnTo>
                  <a:lnTo>
                    <a:pt x="1120" y="4094"/>
                  </a:lnTo>
                  <a:lnTo>
                    <a:pt x="1236" y="4017"/>
                  </a:lnTo>
                  <a:lnTo>
                    <a:pt x="1313" y="3901"/>
                  </a:lnTo>
                  <a:lnTo>
                    <a:pt x="1313" y="3785"/>
                  </a:lnTo>
                  <a:lnTo>
                    <a:pt x="1275" y="3708"/>
                  </a:lnTo>
                  <a:lnTo>
                    <a:pt x="1198" y="3669"/>
                  </a:lnTo>
                  <a:lnTo>
                    <a:pt x="116" y="2935"/>
                  </a:lnTo>
                  <a:lnTo>
                    <a:pt x="1" y="3283"/>
                  </a:lnTo>
                  <a:lnTo>
                    <a:pt x="657" y="3785"/>
                  </a:lnTo>
                  <a:lnTo>
                    <a:pt x="503" y="3862"/>
                  </a:lnTo>
                  <a:lnTo>
                    <a:pt x="387" y="3978"/>
                  </a:lnTo>
                  <a:lnTo>
                    <a:pt x="309" y="4094"/>
                  </a:lnTo>
                  <a:lnTo>
                    <a:pt x="232" y="4248"/>
                  </a:lnTo>
                  <a:lnTo>
                    <a:pt x="194" y="4403"/>
                  </a:lnTo>
                  <a:lnTo>
                    <a:pt x="194" y="4557"/>
                  </a:lnTo>
                  <a:lnTo>
                    <a:pt x="194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1" y="5252"/>
                  </a:lnTo>
                  <a:lnTo>
                    <a:pt x="734" y="5368"/>
                  </a:lnTo>
                  <a:lnTo>
                    <a:pt x="966" y="5407"/>
                  </a:lnTo>
                  <a:lnTo>
                    <a:pt x="1198" y="5407"/>
                  </a:lnTo>
                  <a:lnTo>
                    <a:pt x="1429" y="5368"/>
                  </a:lnTo>
                  <a:lnTo>
                    <a:pt x="1622" y="5330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0" y="4828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6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31" y="2472"/>
                  </a:lnTo>
                  <a:lnTo>
                    <a:pt x="1738" y="2356"/>
                  </a:lnTo>
                  <a:lnTo>
                    <a:pt x="1507" y="2202"/>
                  </a:lnTo>
                  <a:lnTo>
                    <a:pt x="1275" y="2124"/>
                  </a:lnTo>
                  <a:lnTo>
                    <a:pt x="1622" y="1970"/>
                  </a:lnTo>
                  <a:lnTo>
                    <a:pt x="1931" y="1816"/>
                  </a:lnTo>
                  <a:lnTo>
                    <a:pt x="2240" y="1622"/>
                  </a:lnTo>
                  <a:lnTo>
                    <a:pt x="2549" y="1391"/>
                  </a:lnTo>
                  <a:lnTo>
                    <a:pt x="2819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7" y="541"/>
                  </a:lnTo>
                  <a:lnTo>
                    <a:pt x="3515" y="387"/>
                  </a:lnTo>
                  <a:lnTo>
                    <a:pt x="3708" y="78"/>
                  </a:lnTo>
                  <a:lnTo>
                    <a:pt x="351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1" name="Google Shape;3811;p17"/>
            <p:cNvSpPr/>
            <p:nvPr/>
          </p:nvSpPr>
          <p:spPr>
            <a:xfrm>
              <a:off x="3067625" y="1293100"/>
              <a:ext cx="105250" cy="105250"/>
            </a:xfrm>
            <a:custGeom>
              <a:avLst/>
              <a:gdLst/>
              <a:ahLst/>
              <a:cxnLst/>
              <a:rect l="l" t="t" r="r" b="b"/>
              <a:pathLst>
                <a:path w="4210" h="4210" extrusionOk="0">
                  <a:moveTo>
                    <a:pt x="2317" y="348"/>
                  </a:moveTo>
                  <a:lnTo>
                    <a:pt x="2472" y="425"/>
                  </a:lnTo>
                  <a:lnTo>
                    <a:pt x="2665" y="464"/>
                  </a:lnTo>
                  <a:lnTo>
                    <a:pt x="2819" y="579"/>
                  </a:lnTo>
                  <a:lnTo>
                    <a:pt x="2974" y="695"/>
                  </a:lnTo>
                  <a:lnTo>
                    <a:pt x="3128" y="811"/>
                  </a:lnTo>
                  <a:lnTo>
                    <a:pt x="3205" y="850"/>
                  </a:lnTo>
                  <a:lnTo>
                    <a:pt x="3360" y="1081"/>
                  </a:lnTo>
                  <a:lnTo>
                    <a:pt x="3553" y="1313"/>
                  </a:lnTo>
                  <a:lnTo>
                    <a:pt x="3669" y="1545"/>
                  </a:lnTo>
                  <a:lnTo>
                    <a:pt x="3784" y="1815"/>
                  </a:lnTo>
                  <a:lnTo>
                    <a:pt x="3823" y="2085"/>
                  </a:lnTo>
                  <a:lnTo>
                    <a:pt x="3823" y="2356"/>
                  </a:lnTo>
                  <a:lnTo>
                    <a:pt x="3784" y="2665"/>
                  </a:lnTo>
                  <a:lnTo>
                    <a:pt x="3669" y="2935"/>
                  </a:lnTo>
                  <a:lnTo>
                    <a:pt x="3476" y="3244"/>
                  </a:lnTo>
                  <a:lnTo>
                    <a:pt x="3205" y="3476"/>
                  </a:lnTo>
                  <a:lnTo>
                    <a:pt x="2896" y="3669"/>
                  </a:lnTo>
                  <a:lnTo>
                    <a:pt x="2587" y="3785"/>
                  </a:lnTo>
                  <a:lnTo>
                    <a:pt x="2201" y="3862"/>
                  </a:lnTo>
                  <a:lnTo>
                    <a:pt x="1854" y="3823"/>
                  </a:lnTo>
                  <a:lnTo>
                    <a:pt x="1506" y="3746"/>
                  </a:lnTo>
                  <a:lnTo>
                    <a:pt x="1197" y="3591"/>
                  </a:lnTo>
                  <a:lnTo>
                    <a:pt x="927" y="3398"/>
                  </a:lnTo>
                  <a:lnTo>
                    <a:pt x="695" y="3167"/>
                  </a:lnTo>
                  <a:lnTo>
                    <a:pt x="541" y="2858"/>
                  </a:lnTo>
                  <a:lnTo>
                    <a:pt x="425" y="2549"/>
                  </a:lnTo>
                  <a:lnTo>
                    <a:pt x="348" y="2240"/>
                  </a:lnTo>
                  <a:lnTo>
                    <a:pt x="348" y="1892"/>
                  </a:lnTo>
                  <a:lnTo>
                    <a:pt x="425" y="1583"/>
                  </a:lnTo>
                  <a:lnTo>
                    <a:pt x="541" y="1275"/>
                  </a:lnTo>
                  <a:lnTo>
                    <a:pt x="772" y="966"/>
                  </a:lnTo>
                  <a:lnTo>
                    <a:pt x="1081" y="695"/>
                  </a:lnTo>
                  <a:lnTo>
                    <a:pt x="1390" y="502"/>
                  </a:lnTo>
                  <a:lnTo>
                    <a:pt x="1738" y="386"/>
                  </a:lnTo>
                  <a:lnTo>
                    <a:pt x="2124" y="348"/>
                  </a:lnTo>
                  <a:close/>
                  <a:moveTo>
                    <a:pt x="1892" y="0"/>
                  </a:moveTo>
                  <a:lnTo>
                    <a:pt x="1545" y="77"/>
                  </a:lnTo>
                  <a:lnTo>
                    <a:pt x="1197" y="232"/>
                  </a:lnTo>
                  <a:lnTo>
                    <a:pt x="850" y="425"/>
                  </a:lnTo>
                  <a:lnTo>
                    <a:pt x="618" y="618"/>
                  </a:lnTo>
                  <a:lnTo>
                    <a:pt x="464" y="811"/>
                  </a:lnTo>
                  <a:lnTo>
                    <a:pt x="309" y="966"/>
                  </a:lnTo>
                  <a:lnTo>
                    <a:pt x="232" y="1159"/>
                  </a:lnTo>
                  <a:lnTo>
                    <a:pt x="116" y="1390"/>
                  </a:lnTo>
                  <a:lnTo>
                    <a:pt x="39" y="1815"/>
                  </a:lnTo>
                  <a:lnTo>
                    <a:pt x="0" y="2240"/>
                  </a:lnTo>
                  <a:lnTo>
                    <a:pt x="77" y="2665"/>
                  </a:lnTo>
                  <a:lnTo>
                    <a:pt x="232" y="3051"/>
                  </a:lnTo>
                  <a:lnTo>
                    <a:pt x="464" y="3437"/>
                  </a:lnTo>
                  <a:lnTo>
                    <a:pt x="618" y="3591"/>
                  </a:lnTo>
                  <a:lnTo>
                    <a:pt x="772" y="3746"/>
                  </a:lnTo>
                  <a:lnTo>
                    <a:pt x="1120" y="3978"/>
                  </a:lnTo>
                  <a:lnTo>
                    <a:pt x="1506" y="4132"/>
                  </a:lnTo>
                  <a:lnTo>
                    <a:pt x="1931" y="4209"/>
                  </a:lnTo>
                  <a:lnTo>
                    <a:pt x="2317" y="4209"/>
                  </a:lnTo>
                  <a:lnTo>
                    <a:pt x="2742" y="4132"/>
                  </a:lnTo>
                  <a:lnTo>
                    <a:pt x="3128" y="3978"/>
                  </a:lnTo>
                  <a:lnTo>
                    <a:pt x="3476" y="3785"/>
                  </a:lnTo>
                  <a:lnTo>
                    <a:pt x="3784" y="3476"/>
                  </a:lnTo>
                  <a:lnTo>
                    <a:pt x="3900" y="3321"/>
                  </a:lnTo>
                  <a:lnTo>
                    <a:pt x="4016" y="3128"/>
                  </a:lnTo>
                  <a:lnTo>
                    <a:pt x="4093" y="2935"/>
                  </a:lnTo>
                  <a:lnTo>
                    <a:pt x="4132" y="2703"/>
                  </a:lnTo>
                  <a:lnTo>
                    <a:pt x="4209" y="2279"/>
                  </a:lnTo>
                  <a:lnTo>
                    <a:pt x="4171" y="1854"/>
                  </a:lnTo>
                  <a:lnTo>
                    <a:pt x="4055" y="1429"/>
                  </a:lnTo>
                  <a:lnTo>
                    <a:pt x="3939" y="1236"/>
                  </a:lnTo>
                  <a:lnTo>
                    <a:pt x="3823" y="1043"/>
                  </a:lnTo>
                  <a:lnTo>
                    <a:pt x="3707" y="888"/>
                  </a:lnTo>
                  <a:lnTo>
                    <a:pt x="3553" y="734"/>
                  </a:lnTo>
                  <a:lnTo>
                    <a:pt x="3360" y="579"/>
                  </a:lnTo>
                  <a:lnTo>
                    <a:pt x="3167" y="502"/>
                  </a:lnTo>
                  <a:lnTo>
                    <a:pt x="3128" y="502"/>
                  </a:lnTo>
                  <a:lnTo>
                    <a:pt x="3051" y="348"/>
                  </a:lnTo>
                  <a:lnTo>
                    <a:pt x="2896" y="232"/>
                  </a:lnTo>
                  <a:lnTo>
                    <a:pt x="2780" y="116"/>
                  </a:lnTo>
                  <a:lnTo>
                    <a:pt x="2626" y="77"/>
                  </a:lnTo>
                  <a:lnTo>
                    <a:pt x="2433" y="39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2" name="Google Shape;3812;p17"/>
            <p:cNvSpPr/>
            <p:nvPr/>
          </p:nvSpPr>
          <p:spPr>
            <a:xfrm>
              <a:off x="686050" y="1295025"/>
              <a:ext cx="44425" cy="43475"/>
            </a:xfrm>
            <a:custGeom>
              <a:avLst/>
              <a:gdLst/>
              <a:ahLst/>
              <a:cxnLst/>
              <a:rect l="l" t="t" r="r" b="b"/>
              <a:pathLst>
                <a:path w="1777" h="1739" extrusionOk="0">
                  <a:moveTo>
                    <a:pt x="773" y="309"/>
                  </a:moveTo>
                  <a:lnTo>
                    <a:pt x="966" y="348"/>
                  </a:lnTo>
                  <a:lnTo>
                    <a:pt x="1159" y="464"/>
                  </a:lnTo>
                  <a:lnTo>
                    <a:pt x="1313" y="580"/>
                  </a:lnTo>
                  <a:lnTo>
                    <a:pt x="1390" y="773"/>
                  </a:lnTo>
                  <a:lnTo>
                    <a:pt x="1390" y="966"/>
                  </a:lnTo>
                  <a:lnTo>
                    <a:pt x="1352" y="1043"/>
                  </a:lnTo>
                  <a:lnTo>
                    <a:pt x="1275" y="1159"/>
                  </a:lnTo>
                  <a:lnTo>
                    <a:pt x="1197" y="1236"/>
                  </a:lnTo>
                  <a:lnTo>
                    <a:pt x="1082" y="1275"/>
                  </a:lnTo>
                  <a:lnTo>
                    <a:pt x="888" y="1352"/>
                  </a:lnTo>
                  <a:lnTo>
                    <a:pt x="695" y="1352"/>
                  </a:lnTo>
                  <a:lnTo>
                    <a:pt x="541" y="1236"/>
                  </a:lnTo>
                  <a:lnTo>
                    <a:pt x="425" y="1082"/>
                  </a:lnTo>
                  <a:lnTo>
                    <a:pt x="386" y="889"/>
                  </a:lnTo>
                  <a:lnTo>
                    <a:pt x="386" y="734"/>
                  </a:lnTo>
                  <a:lnTo>
                    <a:pt x="464" y="541"/>
                  </a:lnTo>
                  <a:lnTo>
                    <a:pt x="541" y="387"/>
                  </a:lnTo>
                  <a:lnTo>
                    <a:pt x="541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8" y="39"/>
                  </a:lnTo>
                  <a:lnTo>
                    <a:pt x="464" y="116"/>
                  </a:lnTo>
                  <a:lnTo>
                    <a:pt x="425" y="155"/>
                  </a:lnTo>
                  <a:lnTo>
                    <a:pt x="348" y="155"/>
                  </a:lnTo>
                  <a:lnTo>
                    <a:pt x="232" y="271"/>
                  </a:lnTo>
                  <a:lnTo>
                    <a:pt x="116" y="387"/>
                  </a:lnTo>
                  <a:lnTo>
                    <a:pt x="39" y="502"/>
                  </a:lnTo>
                  <a:lnTo>
                    <a:pt x="0" y="657"/>
                  </a:lnTo>
                  <a:lnTo>
                    <a:pt x="0" y="850"/>
                  </a:lnTo>
                  <a:lnTo>
                    <a:pt x="0" y="1004"/>
                  </a:lnTo>
                  <a:lnTo>
                    <a:pt x="39" y="1159"/>
                  </a:lnTo>
                  <a:lnTo>
                    <a:pt x="116" y="1313"/>
                  </a:lnTo>
                  <a:lnTo>
                    <a:pt x="193" y="1468"/>
                  </a:lnTo>
                  <a:lnTo>
                    <a:pt x="348" y="1584"/>
                  </a:lnTo>
                  <a:lnTo>
                    <a:pt x="464" y="1661"/>
                  </a:lnTo>
                  <a:lnTo>
                    <a:pt x="618" y="1738"/>
                  </a:lnTo>
                  <a:lnTo>
                    <a:pt x="966" y="1738"/>
                  </a:lnTo>
                  <a:lnTo>
                    <a:pt x="1120" y="1700"/>
                  </a:lnTo>
                  <a:lnTo>
                    <a:pt x="1275" y="1622"/>
                  </a:lnTo>
                  <a:lnTo>
                    <a:pt x="1429" y="1545"/>
                  </a:lnTo>
                  <a:lnTo>
                    <a:pt x="1584" y="1391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27"/>
                  </a:lnTo>
                  <a:lnTo>
                    <a:pt x="1777" y="773"/>
                  </a:lnTo>
                  <a:lnTo>
                    <a:pt x="1738" y="580"/>
                  </a:lnTo>
                  <a:lnTo>
                    <a:pt x="1661" y="425"/>
                  </a:lnTo>
                  <a:lnTo>
                    <a:pt x="1545" y="271"/>
                  </a:lnTo>
                  <a:lnTo>
                    <a:pt x="1429" y="155"/>
                  </a:lnTo>
                  <a:lnTo>
                    <a:pt x="1275" y="78"/>
                  </a:lnTo>
                  <a:lnTo>
                    <a:pt x="1120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3" name="Google Shape;3813;p17"/>
            <p:cNvSpPr/>
            <p:nvPr/>
          </p:nvSpPr>
          <p:spPr>
            <a:xfrm>
              <a:off x="691825" y="1300825"/>
              <a:ext cx="114925" cy="285775"/>
            </a:xfrm>
            <a:custGeom>
              <a:avLst/>
              <a:gdLst/>
              <a:ahLst/>
              <a:cxnLst/>
              <a:rect l="l" t="t" r="r" b="b"/>
              <a:pathLst>
                <a:path w="4597" h="11431" extrusionOk="0">
                  <a:moveTo>
                    <a:pt x="3631" y="888"/>
                  </a:moveTo>
                  <a:lnTo>
                    <a:pt x="3708" y="2008"/>
                  </a:lnTo>
                  <a:lnTo>
                    <a:pt x="3824" y="3128"/>
                  </a:lnTo>
                  <a:lnTo>
                    <a:pt x="3940" y="4248"/>
                  </a:lnTo>
                  <a:lnTo>
                    <a:pt x="4017" y="5406"/>
                  </a:lnTo>
                  <a:lnTo>
                    <a:pt x="4056" y="6603"/>
                  </a:lnTo>
                  <a:lnTo>
                    <a:pt x="4056" y="7260"/>
                  </a:lnTo>
                  <a:lnTo>
                    <a:pt x="3978" y="7878"/>
                  </a:lnTo>
                  <a:lnTo>
                    <a:pt x="3901" y="8534"/>
                  </a:lnTo>
                  <a:lnTo>
                    <a:pt x="3747" y="9152"/>
                  </a:lnTo>
                  <a:lnTo>
                    <a:pt x="3515" y="9731"/>
                  </a:lnTo>
                  <a:lnTo>
                    <a:pt x="3245" y="10272"/>
                  </a:lnTo>
                  <a:lnTo>
                    <a:pt x="3013" y="10542"/>
                  </a:lnTo>
                  <a:lnTo>
                    <a:pt x="2781" y="10735"/>
                  </a:lnTo>
                  <a:lnTo>
                    <a:pt x="2472" y="10851"/>
                  </a:lnTo>
                  <a:lnTo>
                    <a:pt x="2202" y="10851"/>
                  </a:lnTo>
                  <a:lnTo>
                    <a:pt x="1893" y="10812"/>
                  </a:lnTo>
                  <a:lnTo>
                    <a:pt x="1623" y="10696"/>
                  </a:lnTo>
                  <a:lnTo>
                    <a:pt x="1353" y="10503"/>
                  </a:lnTo>
                  <a:lnTo>
                    <a:pt x="1121" y="10233"/>
                  </a:lnTo>
                  <a:lnTo>
                    <a:pt x="966" y="9963"/>
                  </a:lnTo>
                  <a:lnTo>
                    <a:pt x="851" y="9692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95"/>
                  </a:lnTo>
                  <a:lnTo>
                    <a:pt x="657" y="7878"/>
                  </a:lnTo>
                  <a:lnTo>
                    <a:pt x="657" y="5329"/>
                  </a:lnTo>
                  <a:lnTo>
                    <a:pt x="619" y="4055"/>
                  </a:lnTo>
                  <a:lnTo>
                    <a:pt x="580" y="2780"/>
                  </a:lnTo>
                  <a:lnTo>
                    <a:pt x="542" y="2742"/>
                  </a:lnTo>
                  <a:lnTo>
                    <a:pt x="580" y="2742"/>
                  </a:lnTo>
                  <a:lnTo>
                    <a:pt x="1353" y="2356"/>
                  </a:lnTo>
                  <a:lnTo>
                    <a:pt x="2163" y="1931"/>
                  </a:lnTo>
                  <a:lnTo>
                    <a:pt x="2936" y="1429"/>
                  </a:lnTo>
                  <a:lnTo>
                    <a:pt x="3283" y="1159"/>
                  </a:lnTo>
                  <a:lnTo>
                    <a:pt x="3631" y="888"/>
                  </a:lnTo>
                  <a:close/>
                  <a:moveTo>
                    <a:pt x="3978" y="0"/>
                  </a:moveTo>
                  <a:lnTo>
                    <a:pt x="3901" y="39"/>
                  </a:lnTo>
                  <a:lnTo>
                    <a:pt x="3476" y="309"/>
                  </a:lnTo>
                  <a:lnTo>
                    <a:pt x="3052" y="657"/>
                  </a:lnTo>
                  <a:lnTo>
                    <a:pt x="2627" y="966"/>
                  </a:lnTo>
                  <a:lnTo>
                    <a:pt x="2202" y="1313"/>
                  </a:lnTo>
                  <a:lnTo>
                    <a:pt x="1314" y="1892"/>
                  </a:lnTo>
                  <a:lnTo>
                    <a:pt x="426" y="2472"/>
                  </a:lnTo>
                  <a:lnTo>
                    <a:pt x="349" y="2549"/>
                  </a:lnTo>
                  <a:lnTo>
                    <a:pt x="349" y="2626"/>
                  </a:lnTo>
                  <a:lnTo>
                    <a:pt x="271" y="2665"/>
                  </a:lnTo>
                  <a:lnTo>
                    <a:pt x="233" y="2780"/>
                  </a:lnTo>
                  <a:lnTo>
                    <a:pt x="194" y="3823"/>
                  </a:lnTo>
                  <a:lnTo>
                    <a:pt x="155" y="4827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7"/>
                  </a:lnTo>
                  <a:lnTo>
                    <a:pt x="155" y="7685"/>
                  </a:lnTo>
                  <a:lnTo>
                    <a:pt x="155" y="8418"/>
                  </a:lnTo>
                  <a:lnTo>
                    <a:pt x="233" y="9152"/>
                  </a:lnTo>
                  <a:lnTo>
                    <a:pt x="310" y="9615"/>
                  </a:lnTo>
                  <a:lnTo>
                    <a:pt x="503" y="10079"/>
                  </a:lnTo>
                  <a:lnTo>
                    <a:pt x="735" y="10503"/>
                  </a:lnTo>
                  <a:lnTo>
                    <a:pt x="1044" y="10890"/>
                  </a:lnTo>
                  <a:lnTo>
                    <a:pt x="1198" y="11044"/>
                  </a:lnTo>
                  <a:lnTo>
                    <a:pt x="1391" y="11198"/>
                  </a:lnTo>
                  <a:lnTo>
                    <a:pt x="1623" y="11314"/>
                  </a:lnTo>
                  <a:lnTo>
                    <a:pt x="1816" y="11392"/>
                  </a:lnTo>
                  <a:lnTo>
                    <a:pt x="2048" y="11430"/>
                  </a:lnTo>
                  <a:lnTo>
                    <a:pt x="2279" y="11430"/>
                  </a:lnTo>
                  <a:lnTo>
                    <a:pt x="2550" y="11392"/>
                  </a:lnTo>
                  <a:lnTo>
                    <a:pt x="2820" y="11314"/>
                  </a:lnTo>
                  <a:lnTo>
                    <a:pt x="3052" y="11198"/>
                  </a:lnTo>
                  <a:lnTo>
                    <a:pt x="3283" y="11044"/>
                  </a:lnTo>
                  <a:lnTo>
                    <a:pt x="3476" y="10851"/>
                  </a:lnTo>
                  <a:lnTo>
                    <a:pt x="3669" y="10658"/>
                  </a:lnTo>
                  <a:lnTo>
                    <a:pt x="3824" y="10388"/>
                  </a:lnTo>
                  <a:lnTo>
                    <a:pt x="3978" y="10117"/>
                  </a:lnTo>
                  <a:lnTo>
                    <a:pt x="4171" y="9538"/>
                  </a:lnTo>
                  <a:lnTo>
                    <a:pt x="4326" y="8920"/>
                  </a:lnTo>
                  <a:lnTo>
                    <a:pt x="4442" y="8302"/>
                  </a:lnTo>
                  <a:lnTo>
                    <a:pt x="4519" y="7723"/>
                  </a:lnTo>
                  <a:lnTo>
                    <a:pt x="4558" y="7221"/>
                  </a:lnTo>
                  <a:lnTo>
                    <a:pt x="4596" y="6642"/>
                  </a:lnTo>
                  <a:lnTo>
                    <a:pt x="4596" y="6101"/>
                  </a:lnTo>
                  <a:lnTo>
                    <a:pt x="4519" y="4981"/>
                  </a:lnTo>
                  <a:lnTo>
                    <a:pt x="4442" y="3862"/>
                  </a:lnTo>
                  <a:lnTo>
                    <a:pt x="4326" y="2780"/>
                  </a:lnTo>
                  <a:lnTo>
                    <a:pt x="4287" y="2394"/>
                  </a:lnTo>
                  <a:lnTo>
                    <a:pt x="4210" y="1468"/>
                  </a:lnTo>
                  <a:lnTo>
                    <a:pt x="4133" y="541"/>
                  </a:lnTo>
                  <a:lnTo>
                    <a:pt x="4094" y="386"/>
                  </a:lnTo>
                  <a:lnTo>
                    <a:pt x="4133" y="348"/>
                  </a:lnTo>
                  <a:lnTo>
                    <a:pt x="4171" y="270"/>
                  </a:lnTo>
                  <a:lnTo>
                    <a:pt x="4210" y="193"/>
                  </a:lnTo>
                  <a:lnTo>
                    <a:pt x="4171" y="77"/>
                  </a:lnTo>
                  <a:lnTo>
                    <a:pt x="4094" y="39"/>
                  </a:lnTo>
                  <a:lnTo>
                    <a:pt x="405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4" name="Google Shape;3814;p17"/>
            <p:cNvSpPr/>
            <p:nvPr/>
          </p:nvSpPr>
          <p:spPr>
            <a:xfrm>
              <a:off x="635850" y="1347150"/>
              <a:ext cx="42500" cy="41550"/>
            </a:xfrm>
            <a:custGeom>
              <a:avLst/>
              <a:gdLst/>
              <a:ahLst/>
              <a:cxnLst/>
              <a:rect l="l" t="t" r="r" b="b"/>
              <a:pathLst>
                <a:path w="1700" h="1662" extrusionOk="0">
                  <a:moveTo>
                    <a:pt x="1004" y="387"/>
                  </a:moveTo>
                  <a:lnTo>
                    <a:pt x="1120" y="425"/>
                  </a:lnTo>
                  <a:lnTo>
                    <a:pt x="1159" y="464"/>
                  </a:lnTo>
                  <a:lnTo>
                    <a:pt x="1236" y="541"/>
                  </a:lnTo>
                  <a:lnTo>
                    <a:pt x="1313" y="734"/>
                  </a:lnTo>
                  <a:lnTo>
                    <a:pt x="1313" y="927"/>
                  </a:lnTo>
                  <a:lnTo>
                    <a:pt x="1236" y="1082"/>
                  </a:lnTo>
                  <a:lnTo>
                    <a:pt x="1159" y="1159"/>
                  </a:lnTo>
                  <a:lnTo>
                    <a:pt x="1082" y="1236"/>
                  </a:lnTo>
                  <a:lnTo>
                    <a:pt x="888" y="1275"/>
                  </a:lnTo>
                  <a:lnTo>
                    <a:pt x="695" y="1236"/>
                  </a:lnTo>
                  <a:lnTo>
                    <a:pt x="541" y="1121"/>
                  </a:lnTo>
                  <a:lnTo>
                    <a:pt x="464" y="1082"/>
                  </a:lnTo>
                  <a:lnTo>
                    <a:pt x="425" y="966"/>
                  </a:lnTo>
                  <a:lnTo>
                    <a:pt x="386" y="889"/>
                  </a:lnTo>
                  <a:lnTo>
                    <a:pt x="386" y="773"/>
                  </a:lnTo>
                  <a:lnTo>
                    <a:pt x="425" y="541"/>
                  </a:lnTo>
                  <a:lnTo>
                    <a:pt x="541" y="580"/>
                  </a:lnTo>
                  <a:lnTo>
                    <a:pt x="618" y="541"/>
                  </a:lnTo>
                  <a:lnTo>
                    <a:pt x="773" y="425"/>
                  </a:lnTo>
                  <a:lnTo>
                    <a:pt x="927" y="387"/>
                  </a:lnTo>
                  <a:close/>
                  <a:moveTo>
                    <a:pt x="734" y="1"/>
                  </a:moveTo>
                  <a:lnTo>
                    <a:pt x="618" y="39"/>
                  </a:lnTo>
                  <a:lnTo>
                    <a:pt x="502" y="117"/>
                  </a:lnTo>
                  <a:lnTo>
                    <a:pt x="348" y="194"/>
                  </a:lnTo>
                  <a:lnTo>
                    <a:pt x="232" y="310"/>
                  </a:lnTo>
                  <a:lnTo>
                    <a:pt x="155" y="425"/>
                  </a:lnTo>
                  <a:lnTo>
                    <a:pt x="78" y="580"/>
                  </a:lnTo>
                  <a:lnTo>
                    <a:pt x="39" y="696"/>
                  </a:lnTo>
                  <a:lnTo>
                    <a:pt x="0" y="850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3" y="1352"/>
                  </a:lnTo>
                  <a:lnTo>
                    <a:pt x="309" y="1468"/>
                  </a:lnTo>
                  <a:lnTo>
                    <a:pt x="464" y="1584"/>
                  </a:lnTo>
                  <a:lnTo>
                    <a:pt x="657" y="1623"/>
                  </a:lnTo>
                  <a:lnTo>
                    <a:pt x="811" y="1661"/>
                  </a:lnTo>
                  <a:lnTo>
                    <a:pt x="1004" y="1661"/>
                  </a:lnTo>
                  <a:lnTo>
                    <a:pt x="1197" y="1584"/>
                  </a:lnTo>
                  <a:lnTo>
                    <a:pt x="1352" y="1507"/>
                  </a:lnTo>
                  <a:lnTo>
                    <a:pt x="1468" y="1391"/>
                  </a:lnTo>
                  <a:lnTo>
                    <a:pt x="1584" y="1236"/>
                  </a:lnTo>
                  <a:lnTo>
                    <a:pt x="1661" y="1082"/>
                  </a:lnTo>
                  <a:lnTo>
                    <a:pt x="1699" y="927"/>
                  </a:lnTo>
                  <a:lnTo>
                    <a:pt x="1699" y="734"/>
                  </a:lnTo>
                  <a:lnTo>
                    <a:pt x="1661" y="541"/>
                  </a:lnTo>
                  <a:lnTo>
                    <a:pt x="1584" y="387"/>
                  </a:lnTo>
                  <a:lnTo>
                    <a:pt x="1506" y="232"/>
                  </a:lnTo>
                  <a:lnTo>
                    <a:pt x="1390" y="155"/>
                  </a:lnTo>
                  <a:lnTo>
                    <a:pt x="1275" y="78"/>
                  </a:lnTo>
                  <a:lnTo>
                    <a:pt x="100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5" name="Google Shape;3815;p17"/>
            <p:cNvSpPr/>
            <p:nvPr/>
          </p:nvSpPr>
          <p:spPr>
            <a:xfrm>
              <a:off x="444700" y="1374175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71" y="1"/>
                  </a:moveTo>
                  <a:lnTo>
                    <a:pt x="116" y="40"/>
                  </a:lnTo>
                  <a:lnTo>
                    <a:pt x="39" y="117"/>
                  </a:lnTo>
                  <a:lnTo>
                    <a:pt x="1" y="233"/>
                  </a:lnTo>
                  <a:lnTo>
                    <a:pt x="39" y="387"/>
                  </a:lnTo>
                  <a:lnTo>
                    <a:pt x="348" y="889"/>
                  </a:lnTo>
                  <a:lnTo>
                    <a:pt x="657" y="1391"/>
                  </a:lnTo>
                  <a:lnTo>
                    <a:pt x="1005" y="1854"/>
                  </a:lnTo>
                  <a:lnTo>
                    <a:pt x="1391" y="2318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4" y="3553"/>
                  </a:lnTo>
                  <a:lnTo>
                    <a:pt x="3167" y="3901"/>
                  </a:lnTo>
                  <a:lnTo>
                    <a:pt x="3553" y="3747"/>
                  </a:lnTo>
                  <a:lnTo>
                    <a:pt x="2781" y="3013"/>
                  </a:lnTo>
                  <a:lnTo>
                    <a:pt x="2047" y="2241"/>
                  </a:lnTo>
                  <a:lnTo>
                    <a:pt x="1352" y="1430"/>
                  </a:lnTo>
                  <a:lnTo>
                    <a:pt x="1043" y="1005"/>
                  </a:lnTo>
                  <a:lnTo>
                    <a:pt x="734" y="542"/>
                  </a:lnTo>
                  <a:lnTo>
                    <a:pt x="1622" y="696"/>
                  </a:lnTo>
                  <a:lnTo>
                    <a:pt x="2511" y="889"/>
                  </a:lnTo>
                  <a:lnTo>
                    <a:pt x="3013" y="1044"/>
                  </a:lnTo>
                  <a:lnTo>
                    <a:pt x="3515" y="1198"/>
                  </a:lnTo>
                  <a:lnTo>
                    <a:pt x="4017" y="1352"/>
                  </a:lnTo>
                  <a:lnTo>
                    <a:pt x="4480" y="1507"/>
                  </a:lnTo>
                  <a:lnTo>
                    <a:pt x="4596" y="1507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5" y="1507"/>
                  </a:lnTo>
                  <a:lnTo>
                    <a:pt x="4943" y="1430"/>
                  </a:lnTo>
                  <a:lnTo>
                    <a:pt x="4634" y="1159"/>
                  </a:lnTo>
                  <a:lnTo>
                    <a:pt x="4171" y="850"/>
                  </a:lnTo>
                  <a:lnTo>
                    <a:pt x="3630" y="619"/>
                  </a:lnTo>
                  <a:lnTo>
                    <a:pt x="3090" y="464"/>
                  </a:lnTo>
                  <a:lnTo>
                    <a:pt x="2511" y="310"/>
                  </a:lnTo>
                  <a:lnTo>
                    <a:pt x="1931" y="194"/>
                  </a:lnTo>
                  <a:lnTo>
                    <a:pt x="1352" y="117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6" name="Google Shape;3816;p17"/>
            <p:cNvSpPr/>
            <p:nvPr/>
          </p:nvSpPr>
          <p:spPr>
            <a:xfrm>
              <a:off x="5333350" y="1388675"/>
              <a:ext cx="625575" cy="344650"/>
            </a:xfrm>
            <a:custGeom>
              <a:avLst/>
              <a:gdLst/>
              <a:ahLst/>
              <a:cxnLst/>
              <a:rect l="l" t="t" r="r" b="b"/>
              <a:pathLst>
                <a:path w="25023" h="13786" extrusionOk="0">
                  <a:moveTo>
                    <a:pt x="23285" y="965"/>
                  </a:moveTo>
                  <a:lnTo>
                    <a:pt x="23633" y="1467"/>
                  </a:lnTo>
                  <a:lnTo>
                    <a:pt x="23941" y="2008"/>
                  </a:lnTo>
                  <a:lnTo>
                    <a:pt x="23787" y="2163"/>
                  </a:lnTo>
                  <a:lnTo>
                    <a:pt x="23633" y="2201"/>
                  </a:lnTo>
                  <a:lnTo>
                    <a:pt x="23478" y="2201"/>
                  </a:lnTo>
                  <a:lnTo>
                    <a:pt x="23324" y="2163"/>
                  </a:lnTo>
                  <a:lnTo>
                    <a:pt x="23208" y="2085"/>
                  </a:lnTo>
                  <a:lnTo>
                    <a:pt x="23092" y="1969"/>
                  </a:lnTo>
                  <a:lnTo>
                    <a:pt x="23015" y="1815"/>
                  </a:lnTo>
                  <a:lnTo>
                    <a:pt x="22976" y="1661"/>
                  </a:lnTo>
                  <a:lnTo>
                    <a:pt x="22976" y="1429"/>
                  </a:lnTo>
                  <a:lnTo>
                    <a:pt x="23053" y="1274"/>
                  </a:lnTo>
                  <a:lnTo>
                    <a:pt x="23169" y="1120"/>
                  </a:lnTo>
                  <a:lnTo>
                    <a:pt x="23285" y="965"/>
                  </a:lnTo>
                  <a:close/>
                  <a:moveTo>
                    <a:pt x="24096" y="2433"/>
                  </a:moveTo>
                  <a:lnTo>
                    <a:pt x="24212" y="2780"/>
                  </a:lnTo>
                  <a:lnTo>
                    <a:pt x="24328" y="3089"/>
                  </a:lnTo>
                  <a:lnTo>
                    <a:pt x="24366" y="3437"/>
                  </a:lnTo>
                  <a:lnTo>
                    <a:pt x="24443" y="3823"/>
                  </a:lnTo>
                  <a:lnTo>
                    <a:pt x="24443" y="3823"/>
                  </a:lnTo>
                  <a:lnTo>
                    <a:pt x="24173" y="3746"/>
                  </a:lnTo>
                  <a:lnTo>
                    <a:pt x="23941" y="3591"/>
                  </a:lnTo>
                  <a:lnTo>
                    <a:pt x="23864" y="3514"/>
                  </a:lnTo>
                  <a:lnTo>
                    <a:pt x="23787" y="3398"/>
                  </a:lnTo>
                  <a:lnTo>
                    <a:pt x="23748" y="3282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7" y="2742"/>
                  </a:lnTo>
                  <a:lnTo>
                    <a:pt x="23941" y="2587"/>
                  </a:lnTo>
                  <a:lnTo>
                    <a:pt x="24096" y="2433"/>
                  </a:lnTo>
                  <a:close/>
                  <a:moveTo>
                    <a:pt x="16296" y="4981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6" y="5290"/>
                  </a:lnTo>
                  <a:lnTo>
                    <a:pt x="16566" y="5406"/>
                  </a:lnTo>
                  <a:lnTo>
                    <a:pt x="16296" y="5445"/>
                  </a:lnTo>
                  <a:lnTo>
                    <a:pt x="15639" y="5522"/>
                  </a:lnTo>
                  <a:lnTo>
                    <a:pt x="15639" y="5483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55" y="5175"/>
                  </a:lnTo>
                  <a:lnTo>
                    <a:pt x="15832" y="5097"/>
                  </a:lnTo>
                  <a:lnTo>
                    <a:pt x="15948" y="5020"/>
                  </a:lnTo>
                  <a:lnTo>
                    <a:pt x="16064" y="4981"/>
                  </a:lnTo>
                  <a:close/>
                  <a:moveTo>
                    <a:pt x="24443" y="4248"/>
                  </a:moveTo>
                  <a:lnTo>
                    <a:pt x="24443" y="4673"/>
                  </a:lnTo>
                  <a:lnTo>
                    <a:pt x="24366" y="5097"/>
                  </a:lnTo>
                  <a:lnTo>
                    <a:pt x="24250" y="5522"/>
                  </a:lnTo>
                  <a:lnTo>
                    <a:pt x="24057" y="5445"/>
                  </a:lnTo>
                  <a:lnTo>
                    <a:pt x="23903" y="5290"/>
                  </a:lnTo>
                  <a:lnTo>
                    <a:pt x="23826" y="5097"/>
                  </a:lnTo>
                  <a:lnTo>
                    <a:pt x="23787" y="4981"/>
                  </a:lnTo>
                  <a:lnTo>
                    <a:pt x="23787" y="4866"/>
                  </a:lnTo>
                  <a:lnTo>
                    <a:pt x="23826" y="4750"/>
                  </a:lnTo>
                  <a:lnTo>
                    <a:pt x="23864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48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6"/>
                  </a:lnTo>
                  <a:lnTo>
                    <a:pt x="18072" y="5638"/>
                  </a:lnTo>
                  <a:lnTo>
                    <a:pt x="17570" y="5522"/>
                  </a:lnTo>
                  <a:lnTo>
                    <a:pt x="17029" y="5445"/>
                  </a:lnTo>
                  <a:lnTo>
                    <a:pt x="17068" y="5290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4"/>
                  </a:lnTo>
                  <a:lnTo>
                    <a:pt x="17531" y="4866"/>
                  </a:lnTo>
                  <a:lnTo>
                    <a:pt x="17647" y="4827"/>
                  </a:lnTo>
                  <a:close/>
                  <a:moveTo>
                    <a:pt x="14713" y="5329"/>
                  </a:moveTo>
                  <a:lnTo>
                    <a:pt x="14828" y="5368"/>
                  </a:lnTo>
                  <a:lnTo>
                    <a:pt x="14906" y="5445"/>
                  </a:lnTo>
                  <a:lnTo>
                    <a:pt x="15021" y="5561"/>
                  </a:lnTo>
                  <a:lnTo>
                    <a:pt x="15060" y="5676"/>
                  </a:lnTo>
                  <a:lnTo>
                    <a:pt x="14558" y="5870"/>
                  </a:lnTo>
                  <a:lnTo>
                    <a:pt x="14056" y="6101"/>
                  </a:lnTo>
                  <a:lnTo>
                    <a:pt x="14017" y="6063"/>
                  </a:lnTo>
                  <a:lnTo>
                    <a:pt x="14056" y="5831"/>
                  </a:lnTo>
                  <a:lnTo>
                    <a:pt x="14133" y="5599"/>
                  </a:lnTo>
                  <a:lnTo>
                    <a:pt x="14249" y="5445"/>
                  </a:lnTo>
                  <a:lnTo>
                    <a:pt x="14365" y="5368"/>
                  </a:lnTo>
                  <a:lnTo>
                    <a:pt x="14442" y="5329"/>
                  </a:lnTo>
                  <a:close/>
                  <a:moveTo>
                    <a:pt x="18999" y="5483"/>
                  </a:moveTo>
                  <a:lnTo>
                    <a:pt x="19115" y="5522"/>
                  </a:lnTo>
                  <a:lnTo>
                    <a:pt x="19192" y="5561"/>
                  </a:lnTo>
                  <a:lnTo>
                    <a:pt x="19308" y="5676"/>
                  </a:lnTo>
                  <a:lnTo>
                    <a:pt x="19385" y="5831"/>
                  </a:lnTo>
                  <a:lnTo>
                    <a:pt x="19385" y="5985"/>
                  </a:lnTo>
                  <a:lnTo>
                    <a:pt x="19346" y="6178"/>
                  </a:lnTo>
                  <a:lnTo>
                    <a:pt x="18613" y="5831"/>
                  </a:lnTo>
                  <a:lnTo>
                    <a:pt x="18651" y="5754"/>
                  </a:lnTo>
                  <a:lnTo>
                    <a:pt x="18690" y="5676"/>
                  </a:lnTo>
                  <a:lnTo>
                    <a:pt x="18844" y="5522"/>
                  </a:lnTo>
                  <a:lnTo>
                    <a:pt x="18999" y="5483"/>
                  </a:lnTo>
                  <a:close/>
                  <a:moveTo>
                    <a:pt x="20196" y="6063"/>
                  </a:moveTo>
                  <a:lnTo>
                    <a:pt x="20350" y="6101"/>
                  </a:lnTo>
                  <a:lnTo>
                    <a:pt x="20466" y="6140"/>
                  </a:lnTo>
                  <a:lnTo>
                    <a:pt x="20543" y="6178"/>
                  </a:lnTo>
                  <a:lnTo>
                    <a:pt x="20698" y="6333"/>
                  </a:lnTo>
                  <a:lnTo>
                    <a:pt x="20775" y="6526"/>
                  </a:lnTo>
                  <a:lnTo>
                    <a:pt x="20814" y="6719"/>
                  </a:lnTo>
                  <a:lnTo>
                    <a:pt x="20891" y="6951"/>
                  </a:lnTo>
                  <a:lnTo>
                    <a:pt x="20466" y="6758"/>
                  </a:lnTo>
                  <a:lnTo>
                    <a:pt x="20080" y="6565"/>
                  </a:lnTo>
                  <a:lnTo>
                    <a:pt x="19810" y="6410"/>
                  </a:lnTo>
                  <a:lnTo>
                    <a:pt x="19848" y="6294"/>
                  </a:lnTo>
                  <a:lnTo>
                    <a:pt x="19887" y="6178"/>
                  </a:lnTo>
                  <a:lnTo>
                    <a:pt x="20003" y="6140"/>
                  </a:lnTo>
                  <a:lnTo>
                    <a:pt x="20080" y="6101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8"/>
                  </a:lnTo>
                  <a:lnTo>
                    <a:pt x="23941" y="5985"/>
                  </a:lnTo>
                  <a:lnTo>
                    <a:pt x="24019" y="6024"/>
                  </a:lnTo>
                  <a:lnTo>
                    <a:pt x="24096" y="6024"/>
                  </a:lnTo>
                  <a:lnTo>
                    <a:pt x="23941" y="6294"/>
                  </a:lnTo>
                  <a:lnTo>
                    <a:pt x="23748" y="6565"/>
                  </a:lnTo>
                  <a:lnTo>
                    <a:pt x="23517" y="6796"/>
                  </a:lnTo>
                  <a:lnTo>
                    <a:pt x="23246" y="6989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3" y="6178"/>
                  </a:lnTo>
                  <a:lnTo>
                    <a:pt x="23131" y="6101"/>
                  </a:lnTo>
                  <a:lnTo>
                    <a:pt x="23208" y="6024"/>
                  </a:lnTo>
                  <a:lnTo>
                    <a:pt x="23285" y="5947"/>
                  </a:lnTo>
                  <a:lnTo>
                    <a:pt x="23517" y="5870"/>
                  </a:lnTo>
                  <a:close/>
                  <a:moveTo>
                    <a:pt x="13245" y="6101"/>
                  </a:moveTo>
                  <a:lnTo>
                    <a:pt x="13477" y="6178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105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7" y="6796"/>
                  </a:lnTo>
                  <a:lnTo>
                    <a:pt x="12627" y="6680"/>
                  </a:lnTo>
                  <a:lnTo>
                    <a:pt x="12666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59" y="6217"/>
                  </a:lnTo>
                  <a:lnTo>
                    <a:pt x="13013" y="6140"/>
                  </a:lnTo>
                  <a:lnTo>
                    <a:pt x="13129" y="6101"/>
                  </a:lnTo>
                  <a:close/>
                  <a:moveTo>
                    <a:pt x="22165" y="6565"/>
                  </a:moveTo>
                  <a:lnTo>
                    <a:pt x="22281" y="6603"/>
                  </a:lnTo>
                  <a:lnTo>
                    <a:pt x="22474" y="6719"/>
                  </a:lnTo>
                  <a:lnTo>
                    <a:pt x="22629" y="6874"/>
                  </a:lnTo>
                  <a:lnTo>
                    <a:pt x="22783" y="7028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5"/>
                  </a:lnTo>
                  <a:lnTo>
                    <a:pt x="22937" y="7144"/>
                  </a:lnTo>
                  <a:lnTo>
                    <a:pt x="22551" y="7221"/>
                  </a:lnTo>
                  <a:lnTo>
                    <a:pt x="22165" y="7260"/>
                  </a:lnTo>
                  <a:lnTo>
                    <a:pt x="21779" y="7221"/>
                  </a:lnTo>
                  <a:lnTo>
                    <a:pt x="21393" y="7105"/>
                  </a:lnTo>
                  <a:lnTo>
                    <a:pt x="21470" y="6912"/>
                  </a:lnTo>
                  <a:lnTo>
                    <a:pt x="21625" y="6758"/>
                  </a:lnTo>
                  <a:lnTo>
                    <a:pt x="21818" y="6603"/>
                  </a:lnTo>
                  <a:lnTo>
                    <a:pt x="22049" y="6565"/>
                  </a:lnTo>
                  <a:close/>
                  <a:moveTo>
                    <a:pt x="12280" y="7414"/>
                  </a:moveTo>
                  <a:lnTo>
                    <a:pt x="12473" y="7453"/>
                  </a:lnTo>
                  <a:lnTo>
                    <a:pt x="12125" y="7993"/>
                  </a:lnTo>
                  <a:lnTo>
                    <a:pt x="11816" y="8573"/>
                  </a:lnTo>
                  <a:lnTo>
                    <a:pt x="11701" y="8341"/>
                  </a:lnTo>
                  <a:lnTo>
                    <a:pt x="11662" y="8109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39" y="7723"/>
                  </a:lnTo>
                  <a:lnTo>
                    <a:pt x="11816" y="7607"/>
                  </a:lnTo>
                  <a:lnTo>
                    <a:pt x="11894" y="7530"/>
                  </a:lnTo>
                  <a:lnTo>
                    <a:pt x="12009" y="7453"/>
                  </a:lnTo>
                  <a:lnTo>
                    <a:pt x="12164" y="7414"/>
                  </a:lnTo>
                  <a:close/>
                  <a:moveTo>
                    <a:pt x="2240" y="9384"/>
                  </a:moveTo>
                  <a:lnTo>
                    <a:pt x="2356" y="9422"/>
                  </a:lnTo>
                  <a:lnTo>
                    <a:pt x="2472" y="9499"/>
                  </a:lnTo>
                  <a:lnTo>
                    <a:pt x="2549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10001"/>
                  </a:lnTo>
                  <a:lnTo>
                    <a:pt x="2124" y="9886"/>
                  </a:lnTo>
                  <a:lnTo>
                    <a:pt x="1661" y="9886"/>
                  </a:lnTo>
                  <a:lnTo>
                    <a:pt x="1699" y="9770"/>
                  </a:lnTo>
                  <a:lnTo>
                    <a:pt x="1738" y="9654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close/>
                  <a:moveTo>
                    <a:pt x="11662" y="8997"/>
                  </a:moveTo>
                  <a:lnTo>
                    <a:pt x="11469" y="9499"/>
                  </a:lnTo>
                  <a:lnTo>
                    <a:pt x="11353" y="10040"/>
                  </a:lnTo>
                  <a:lnTo>
                    <a:pt x="11276" y="10272"/>
                  </a:lnTo>
                  <a:lnTo>
                    <a:pt x="11237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8" y="9692"/>
                  </a:lnTo>
                  <a:lnTo>
                    <a:pt x="10928" y="9577"/>
                  </a:lnTo>
                  <a:lnTo>
                    <a:pt x="10967" y="9461"/>
                  </a:lnTo>
                  <a:lnTo>
                    <a:pt x="11006" y="9345"/>
                  </a:lnTo>
                  <a:lnTo>
                    <a:pt x="11121" y="9152"/>
                  </a:lnTo>
                  <a:lnTo>
                    <a:pt x="11276" y="9075"/>
                  </a:lnTo>
                  <a:lnTo>
                    <a:pt x="11469" y="8997"/>
                  </a:lnTo>
                  <a:close/>
                  <a:moveTo>
                    <a:pt x="3785" y="9770"/>
                  </a:moveTo>
                  <a:lnTo>
                    <a:pt x="3900" y="9808"/>
                  </a:lnTo>
                  <a:lnTo>
                    <a:pt x="4016" y="9886"/>
                  </a:lnTo>
                  <a:lnTo>
                    <a:pt x="4093" y="10001"/>
                  </a:lnTo>
                  <a:lnTo>
                    <a:pt x="4132" y="10117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3" y="10542"/>
                  </a:lnTo>
                  <a:lnTo>
                    <a:pt x="4016" y="10658"/>
                  </a:lnTo>
                  <a:lnTo>
                    <a:pt x="3862" y="10542"/>
                  </a:lnTo>
                  <a:lnTo>
                    <a:pt x="3514" y="10349"/>
                  </a:lnTo>
                  <a:lnTo>
                    <a:pt x="3089" y="10156"/>
                  </a:lnTo>
                  <a:lnTo>
                    <a:pt x="3128" y="10040"/>
                  </a:lnTo>
                  <a:lnTo>
                    <a:pt x="3244" y="9924"/>
                  </a:lnTo>
                  <a:lnTo>
                    <a:pt x="3360" y="9847"/>
                  </a:lnTo>
                  <a:lnTo>
                    <a:pt x="3514" y="9770"/>
                  </a:lnTo>
                  <a:close/>
                  <a:moveTo>
                    <a:pt x="4943" y="10658"/>
                  </a:moveTo>
                  <a:lnTo>
                    <a:pt x="5020" y="10735"/>
                  </a:lnTo>
                  <a:lnTo>
                    <a:pt x="5097" y="10774"/>
                  </a:lnTo>
                  <a:lnTo>
                    <a:pt x="5136" y="10889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97" y="11430"/>
                  </a:lnTo>
                  <a:lnTo>
                    <a:pt x="4402" y="10928"/>
                  </a:lnTo>
                  <a:lnTo>
                    <a:pt x="4441" y="10812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19"/>
                  </a:moveTo>
                  <a:lnTo>
                    <a:pt x="10967" y="11198"/>
                  </a:lnTo>
                  <a:lnTo>
                    <a:pt x="10735" y="11739"/>
                  </a:lnTo>
                  <a:lnTo>
                    <a:pt x="10658" y="11700"/>
                  </a:lnTo>
                  <a:lnTo>
                    <a:pt x="10504" y="11546"/>
                  </a:lnTo>
                  <a:lnTo>
                    <a:pt x="10426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2"/>
                  </a:lnTo>
                  <a:lnTo>
                    <a:pt x="10735" y="10696"/>
                  </a:lnTo>
                  <a:lnTo>
                    <a:pt x="10928" y="10619"/>
                  </a:lnTo>
                  <a:close/>
                  <a:moveTo>
                    <a:pt x="5986" y="11469"/>
                  </a:moveTo>
                  <a:lnTo>
                    <a:pt x="6063" y="11507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3" y="11778"/>
                  </a:lnTo>
                  <a:lnTo>
                    <a:pt x="6372" y="12009"/>
                  </a:lnTo>
                  <a:lnTo>
                    <a:pt x="6410" y="12241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0"/>
                  </a:lnTo>
                  <a:lnTo>
                    <a:pt x="5445" y="11623"/>
                  </a:lnTo>
                  <a:lnTo>
                    <a:pt x="5561" y="11546"/>
                  </a:lnTo>
                  <a:lnTo>
                    <a:pt x="5638" y="11507"/>
                  </a:lnTo>
                  <a:lnTo>
                    <a:pt x="5754" y="11469"/>
                  </a:lnTo>
                  <a:close/>
                  <a:moveTo>
                    <a:pt x="10542" y="12048"/>
                  </a:moveTo>
                  <a:lnTo>
                    <a:pt x="10388" y="12318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8" y="12241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76" y="12511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0"/>
                  </a:lnTo>
                  <a:lnTo>
                    <a:pt x="7878" y="13013"/>
                  </a:lnTo>
                  <a:lnTo>
                    <a:pt x="7878" y="13206"/>
                  </a:lnTo>
                  <a:lnTo>
                    <a:pt x="7839" y="13206"/>
                  </a:lnTo>
                  <a:lnTo>
                    <a:pt x="7337" y="13013"/>
                  </a:lnTo>
                  <a:lnTo>
                    <a:pt x="6835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1"/>
                  </a:lnTo>
                  <a:close/>
                  <a:moveTo>
                    <a:pt x="8843" y="12627"/>
                  </a:moveTo>
                  <a:lnTo>
                    <a:pt x="8959" y="12666"/>
                  </a:lnTo>
                  <a:lnTo>
                    <a:pt x="9113" y="12782"/>
                  </a:lnTo>
                  <a:lnTo>
                    <a:pt x="9191" y="12936"/>
                  </a:lnTo>
                  <a:lnTo>
                    <a:pt x="9229" y="13129"/>
                  </a:lnTo>
                  <a:lnTo>
                    <a:pt x="9268" y="13206"/>
                  </a:lnTo>
                  <a:lnTo>
                    <a:pt x="9036" y="13284"/>
                  </a:lnTo>
                  <a:lnTo>
                    <a:pt x="8804" y="13322"/>
                  </a:lnTo>
                  <a:lnTo>
                    <a:pt x="8573" y="13322"/>
                  </a:lnTo>
                  <a:lnTo>
                    <a:pt x="8302" y="13284"/>
                  </a:lnTo>
                  <a:lnTo>
                    <a:pt x="8302" y="13206"/>
                  </a:lnTo>
                  <a:lnTo>
                    <a:pt x="8341" y="13013"/>
                  </a:lnTo>
                  <a:lnTo>
                    <a:pt x="8418" y="12820"/>
                  </a:lnTo>
                  <a:lnTo>
                    <a:pt x="8573" y="12704"/>
                  </a:lnTo>
                  <a:lnTo>
                    <a:pt x="8650" y="12666"/>
                  </a:lnTo>
                  <a:lnTo>
                    <a:pt x="8766" y="12627"/>
                  </a:lnTo>
                  <a:close/>
                  <a:moveTo>
                    <a:pt x="22976" y="0"/>
                  </a:moveTo>
                  <a:lnTo>
                    <a:pt x="22899" y="39"/>
                  </a:lnTo>
                  <a:lnTo>
                    <a:pt x="22822" y="77"/>
                  </a:lnTo>
                  <a:lnTo>
                    <a:pt x="22783" y="155"/>
                  </a:lnTo>
                  <a:lnTo>
                    <a:pt x="22744" y="232"/>
                  </a:lnTo>
                  <a:lnTo>
                    <a:pt x="22744" y="309"/>
                  </a:lnTo>
                  <a:lnTo>
                    <a:pt x="22822" y="425"/>
                  </a:lnTo>
                  <a:lnTo>
                    <a:pt x="22860" y="464"/>
                  </a:lnTo>
                  <a:lnTo>
                    <a:pt x="23015" y="657"/>
                  </a:lnTo>
                  <a:lnTo>
                    <a:pt x="22899" y="772"/>
                  </a:lnTo>
                  <a:lnTo>
                    <a:pt x="22783" y="965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699"/>
                  </a:lnTo>
                  <a:lnTo>
                    <a:pt x="22629" y="1892"/>
                  </a:lnTo>
                  <a:lnTo>
                    <a:pt x="22706" y="2047"/>
                  </a:lnTo>
                  <a:lnTo>
                    <a:pt x="22860" y="2278"/>
                  </a:lnTo>
                  <a:lnTo>
                    <a:pt x="23053" y="2394"/>
                  </a:lnTo>
                  <a:lnTo>
                    <a:pt x="23246" y="2510"/>
                  </a:lnTo>
                  <a:lnTo>
                    <a:pt x="23478" y="2510"/>
                  </a:lnTo>
                  <a:lnTo>
                    <a:pt x="23401" y="2703"/>
                  </a:lnTo>
                  <a:lnTo>
                    <a:pt x="23362" y="2896"/>
                  </a:lnTo>
                  <a:lnTo>
                    <a:pt x="23324" y="3089"/>
                  </a:lnTo>
                  <a:lnTo>
                    <a:pt x="23362" y="3282"/>
                  </a:lnTo>
                  <a:lnTo>
                    <a:pt x="23439" y="3514"/>
                  </a:lnTo>
                  <a:lnTo>
                    <a:pt x="23555" y="3707"/>
                  </a:lnTo>
                  <a:lnTo>
                    <a:pt x="23748" y="3900"/>
                  </a:lnTo>
                  <a:lnTo>
                    <a:pt x="23980" y="4016"/>
                  </a:lnTo>
                  <a:lnTo>
                    <a:pt x="23748" y="4209"/>
                  </a:lnTo>
                  <a:lnTo>
                    <a:pt x="23555" y="4479"/>
                  </a:lnTo>
                  <a:lnTo>
                    <a:pt x="23478" y="4750"/>
                  </a:lnTo>
                  <a:lnTo>
                    <a:pt x="23439" y="4904"/>
                  </a:lnTo>
                  <a:lnTo>
                    <a:pt x="23439" y="5020"/>
                  </a:lnTo>
                  <a:lnTo>
                    <a:pt x="23517" y="5290"/>
                  </a:lnTo>
                  <a:lnTo>
                    <a:pt x="23633" y="5483"/>
                  </a:lnTo>
                  <a:lnTo>
                    <a:pt x="23401" y="5522"/>
                  </a:lnTo>
                  <a:lnTo>
                    <a:pt x="23169" y="5561"/>
                  </a:lnTo>
                  <a:lnTo>
                    <a:pt x="22976" y="5715"/>
                  </a:lnTo>
                  <a:lnTo>
                    <a:pt x="22783" y="5870"/>
                  </a:lnTo>
                  <a:lnTo>
                    <a:pt x="22706" y="6101"/>
                  </a:lnTo>
                  <a:lnTo>
                    <a:pt x="22629" y="6372"/>
                  </a:lnTo>
                  <a:lnTo>
                    <a:pt x="22474" y="6294"/>
                  </a:lnTo>
                  <a:lnTo>
                    <a:pt x="22320" y="6256"/>
                  </a:lnTo>
                  <a:lnTo>
                    <a:pt x="22165" y="6217"/>
                  </a:lnTo>
                  <a:lnTo>
                    <a:pt x="21972" y="6217"/>
                  </a:lnTo>
                  <a:lnTo>
                    <a:pt x="21740" y="6294"/>
                  </a:lnTo>
                  <a:lnTo>
                    <a:pt x="21509" y="6410"/>
                  </a:lnTo>
                  <a:lnTo>
                    <a:pt x="21354" y="6565"/>
                  </a:lnTo>
                  <a:lnTo>
                    <a:pt x="21200" y="6796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6024"/>
                  </a:lnTo>
                  <a:lnTo>
                    <a:pt x="20736" y="5908"/>
                  </a:lnTo>
                  <a:lnTo>
                    <a:pt x="20582" y="5831"/>
                  </a:lnTo>
                  <a:lnTo>
                    <a:pt x="20428" y="5754"/>
                  </a:lnTo>
                  <a:lnTo>
                    <a:pt x="20234" y="5754"/>
                  </a:lnTo>
                  <a:lnTo>
                    <a:pt x="20080" y="5792"/>
                  </a:lnTo>
                  <a:lnTo>
                    <a:pt x="19887" y="5870"/>
                  </a:lnTo>
                  <a:lnTo>
                    <a:pt x="19771" y="5947"/>
                  </a:lnTo>
                  <a:lnTo>
                    <a:pt x="19732" y="5715"/>
                  </a:lnTo>
                  <a:lnTo>
                    <a:pt x="19617" y="5483"/>
                  </a:lnTo>
                  <a:lnTo>
                    <a:pt x="19462" y="5329"/>
                  </a:lnTo>
                  <a:lnTo>
                    <a:pt x="19385" y="5252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90"/>
                  </a:lnTo>
                  <a:lnTo>
                    <a:pt x="18497" y="5406"/>
                  </a:lnTo>
                  <a:lnTo>
                    <a:pt x="18458" y="5252"/>
                  </a:lnTo>
                  <a:lnTo>
                    <a:pt x="18420" y="5136"/>
                  </a:lnTo>
                  <a:lnTo>
                    <a:pt x="18381" y="4981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73"/>
                  </a:lnTo>
                  <a:lnTo>
                    <a:pt x="17956" y="4595"/>
                  </a:lnTo>
                  <a:lnTo>
                    <a:pt x="17802" y="4557"/>
                  </a:lnTo>
                  <a:lnTo>
                    <a:pt x="17647" y="4518"/>
                  </a:lnTo>
                  <a:lnTo>
                    <a:pt x="17493" y="4557"/>
                  </a:lnTo>
                  <a:lnTo>
                    <a:pt x="17377" y="4595"/>
                  </a:lnTo>
                  <a:lnTo>
                    <a:pt x="17261" y="4634"/>
                  </a:lnTo>
                  <a:lnTo>
                    <a:pt x="17145" y="4750"/>
                  </a:lnTo>
                  <a:lnTo>
                    <a:pt x="17029" y="4827"/>
                  </a:lnTo>
                  <a:lnTo>
                    <a:pt x="16875" y="5097"/>
                  </a:lnTo>
                  <a:lnTo>
                    <a:pt x="16759" y="4943"/>
                  </a:lnTo>
                  <a:lnTo>
                    <a:pt x="16605" y="4788"/>
                  </a:lnTo>
                  <a:lnTo>
                    <a:pt x="16450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66"/>
                  </a:lnTo>
                  <a:lnTo>
                    <a:pt x="15523" y="4981"/>
                  </a:lnTo>
                  <a:lnTo>
                    <a:pt x="15446" y="5136"/>
                  </a:lnTo>
                  <a:lnTo>
                    <a:pt x="15408" y="5329"/>
                  </a:lnTo>
                  <a:lnTo>
                    <a:pt x="15408" y="5483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68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1"/>
                  </a:lnTo>
                  <a:lnTo>
                    <a:pt x="14635" y="4943"/>
                  </a:lnTo>
                  <a:lnTo>
                    <a:pt x="14442" y="4981"/>
                  </a:lnTo>
                  <a:lnTo>
                    <a:pt x="14288" y="5020"/>
                  </a:lnTo>
                  <a:lnTo>
                    <a:pt x="14133" y="5097"/>
                  </a:lnTo>
                  <a:lnTo>
                    <a:pt x="14056" y="5175"/>
                  </a:lnTo>
                  <a:lnTo>
                    <a:pt x="13940" y="5290"/>
                  </a:lnTo>
                  <a:lnTo>
                    <a:pt x="13824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5"/>
                  </a:lnTo>
                  <a:lnTo>
                    <a:pt x="13168" y="5715"/>
                  </a:lnTo>
                  <a:lnTo>
                    <a:pt x="12936" y="5754"/>
                  </a:lnTo>
                  <a:lnTo>
                    <a:pt x="12743" y="5831"/>
                  </a:lnTo>
                  <a:lnTo>
                    <a:pt x="12589" y="5947"/>
                  </a:lnTo>
                  <a:lnTo>
                    <a:pt x="12511" y="6063"/>
                  </a:lnTo>
                  <a:lnTo>
                    <a:pt x="12434" y="6217"/>
                  </a:lnTo>
                  <a:lnTo>
                    <a:pt x="12357" y="6372"/>
                  </a:lnTo>
                  <a:lnTo>
                    <a:pt x="12357" y="6526"/>
                  </a:lnTo>
                  <a:lnTo>
                    <a:pt x="12357" y="6680"/>
                  </a:lnTo>
                  <a:lnTo>
                    <a:pt x="12357" y="6835"/>
                  </a:lnTo>
                  <a:lnTo>
                    <a:pt x="12434" y="6989"/>
                  </a:lnTo>
                  <a:lnTo>
                    <a:pt x="12164" y="7028"/>
                  </a:lnTo>
                  <a:lnTo>
                    <a:pt x="11894" y="7105"/>
                  </a:lnTo>
                  <a:lnTo>
                    <a:pt x="11662" y="7221"/>
                  </a:lnTo>
                  <a:lnTo>
                    <a:pt x="11507" y="7414"/>
                  </a:lnTo>
                  <a:lnTo>
                    <a:pt x="11392" y="7530"/>
                  </a:lnTo>
                  <a:lnTo>
                    <a:pt x="11353" y="7684"/>
                  </a:lnTo>
                  <a:lnTo>
                    <a:pt x="11314" y="7839"/>
                  </a:lnTo>
                  <a:lnTo>
                    <a:pt x="11276" y="7993"/>
                  </a:lnTo>
                  <a:lnTo>
                    <a:pt x="11314" y="8148"/>
                  </a:lnTo>
                  <a:lnTo>
                    <a:pt x="11353" y="8302"/>
                  </a:lnTo>
                  <a:lnTo>
                    <a:pt x="11392" y="8457"/>
                  </a:lnTo>
                  <a:lnTo>
                    <a:pt x="11469" y="8611"/>
                  </a:lnTo>
                  <a:lnTo>
                    <a:pt x="11199" y="8650"/>
                  </a:lnTo>
                  <a:lnTo>
                    <a:pt x="10967" y="8804"/>
                  </a:lnTo>
                  <a:lnTo>
                    <a:pt x="10774" y="8997"/>
                  </a:lnTo>
                  <a:lnTo>
                    <a:pt x="10658" y="9229"/>
                  </a:lnTo>
                  <a:lnTo>
                    <a:pt x="10581" y="9499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1" y="10233"/>
                  </a:lnTo>
                  <a:lnTo>
                    <a:pt x="10619" y="10310"/>
                  </a:lnTo>
                  <a:lnTo>
                    <a:pt x="10426" y="10426"/>
                  </a:lnTo>
                  <a:lnTo>
                    <a:pt x="10233" y="10581"/>
                  </a:lnTo>
                  <a:lnTo>
                    <a:pt x="10117" y="10774"/>
                  </a:lnTo>
                  <a:lnTo>
                    <a:pt x="10079" y="11005"/>
                  </a:lnTo>
                  <a:lnTo>
                    <a:pt x="10040" y="11237"/>
                  </a:lnTo>
                  <a:lnTo>
                    <a:pt x="10079" y="11469"/>
                  </a:lnTo>
                  <a:lnTo>
                    <a:pt x="10195" y="11700"/>
                  </a:lnTo>
                  <a:lnTo>
                    <a:pt x="9924" y="11739"/>
                  </a:lnTo>
                  <a:lnTo>
                    <a:pt x="9693" y="11855"/>
                  </a:lnTo>
                  <a:lnTo>
                    <a:pt x="9500" y="12009"/>
                  </a:lnTo>
                  <a:lnTo>
                    <a:pt x="9422" y="12087"/>
                  </a:lnTo>
                  <a:lnTo>
                    <a:pt x="9384" y="12202"/>
                  </a:lnTo>
                  <a:lnTo>
                    <a:pt x="9345" y="12318"/>
                  </a:lnTo>
                  <a:lnTo>
                    <a:pt x="9306" y="12473"/>
                  </a:lnTo>
                  <a:lnTo>
                    <a:pt x="9191" y="12395"/>
                  </a:lnTo>
                  <a:lnTo>
                    <a:pt x="9036" y="12318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57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4"/>
                  </a:lnTo>
                  <a:lnTo>
                    <a:pt x="8109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3" y="12241"/>
                  </a:lnTo>
                  <a:lnTo>
                    <a:pt x="7492" y="12164"/>
                  </a:lnTo>
                  <a:lnTo>
                    <a:pt x="7221" y="12202"/>
                  </a:lnTo>
                  <a:lnTo>
                    <a:pt x="6990" y="12280"/>
                  </a:lnTo>
                  <a:lnTo>
                    <a:pt x="6796" y="12434"/>
                  </a:lnTo>
                  <a:lnTo>
                    <a:pt x="6796" y="12048"/>
                  </a:lnTo>
                  <a:lnTo>
                    <a:pt x="6758" y="11893"/>
                  </a:lnTo>
                  <a:lnTo>
                    <a:pt x="6681" y="11700"/>
                  </a:lnTo>
                  <a:lnTo>
                    <a:pt x="6603" y="11546"/>
                  </a:lnTo>
                  <a:lnTo>
                    <a:pt x="6526" y="11430"/>
                  </a:lnTo>
                  <a:lnTo>
                    <a:pt x="6372" y="11314"/>
                  </a:lnTo>
                  <a:lnTo>
                    <a:pt x="6217" y="11198"/>
                  </a:lnTo>
                  <a:lnTo>
                    <a:pt x="6063" y="11160"/>
                  </a:lnTo>
                  <a:lnTo>
                    <a:pt x="5715" y="11160"/>
                  </a:lnTo>
                  <a:lnTo>
                    <a:pt x="5522" y="11237"/>
                  </a:lnTo>
                  <a:lnTo>
                    <a:pt x="5522" y="10967"/>
                  </a:lnTo>
                  <a:lnTo>
                    <a:pt x="5445" y="10735"/>
                  </a:lnTo>
                  <a:lnTo>
                    <a:pt x="5329" y="10503"/>
                  </a:lnTo>
                  <a:lnTo>
                    <a:pt x="5213" y="10426"/>
                  </a:lnTo>
                  <a:lnTo>
                    <a:pt x="5097" y="10388"/>
                  </a:lnTo>
                  <a:lnTo>
                    <a:pt x="4943" y="10310"/>
                  </a:lnTo>
                  <a:lnTo>
                    <a:pt x="4827" y="10310"/>
                  </a:lnTo>
                  <a:lnTo>
                    <a:pt x="4673" y="10349"/>
                  </a:lnTo>
                  <a:lnTo>
                    <a:pt x="4518" y="10388"/>
                  </a:lnTo>
                  <a:lnTo>
                    <a:pt x="4518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09" y="9577"/>
                  </a:lnTo>
                  <a:lnTo>
                    <a:pt x="4055" y="9499"/>
                  </a:lnTo>
                  <a:lnTo>
                    <a:pt x="3900" y="9461"/>
                  </a:lnTo>
                  <a:lnTo>
                    <a:pt x="3746" y="9422"/>
                  </a:lnTo>
                  <a:lnTo>
                    <a:pt x="3591" y="9422"/>
                  </a:lnTo>
                  <a:lnTo>
                    <a:pt x="3398" y="9461"/>
                  </a:lnTo>
                  <a:lnTo>
                    <a:pt x="3283" y="9538"/>
                  </a:lnTo>
                  <a:lnTo>
                    <a:pt x="3128" y="9615"/>
                  </a:lnTo>
                  <a:lnTo>
                    <a:pt x="3012" y="9770"/>
                  </a:lnTo>
                  <a:lnTo>
                    <a:pt x="2974" y="9615"/>
                  </a:lnTo>
                  <a:lnTo>
                    <a:pt x="2896" y="9461"/>
                  </a:lnTo>
                  <a:lnTo>
                    <a:pt x="2781" y="9268"/>
                  </a:lnTo>
                  <a:lnTo>
                    <a:pt x="2626" y="9152"/>
                  </a:lnTo>
                  <a:lnTo>
                    <a:pt x="2433" y="9036"/>
                  </a:lnTo>
                  <a:lnTo>
                    <a:pt x="2240" y="8997"/>
                  </a:lnTo>
                  <a:lnTo>
                    <a:pt x="2047" y="9036"/>
                  </a:lnTo>
                  <a:lnTo>
                    <a:pt x="1854" y="9113"/>
                  </a:lnTo>
                  <a:lnTo>
                    <a:pt x="1699" y="9190"/>
                  </a:lnTo>
                  <a:lnTo>
                    <a:pt x="1545" y="9345"/>
                  </a:lnTo>
                  <a:lnTo>
                    <a:pt x="1429" y="9538"/>
                  </a:lnTo>
                  <a:lnTo>
                    <a:pt x="1390" y="9731"/>
                  </a:lnTo>
                  <a:lnTo>
                    <a:pt x="1352" y="9924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310"/>
                  </a:lnTo>
                  <a:lnTo>
                    <a:pt x="386" y="10426"/>
                  </a:lnTo>
                  <a:lnTo>
                    <a:pt x="271" y="10581"/>
                  </a:lnTo>
                  <a:lnTo>
                    <a:pt x="116" y="10889"/>
                  </a:lnTo>
                  <a:lnTo>
                    <a:pt x="0" y="11237"/>
                  </a:lnTo>
                  <a:lnTo>
                    <a:pt x="0" y="11585"/>
                  </a:lnTo>
                  <a:lnTo>
                    <a:pt x="77" y="11932"/>
                  </a:lnTo>
                  <a:lnTo>
                    <a:pt x="193" y="12241"/>
                  </a:lnTo>
                  <a:lnTo>
                    <a:pt x="386" y="12550"/>
                  </a:lnTo>
                  <a:lnTo>
                    <a:pt x="618" y="12820"/>
                  </a:lnTo>
                  <a:lnTo>
                    <a:pt x="811" y="12936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085" y="13129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50"/>
                  </a:lnTo>
                  <a:lnTo>
                    <a:pt x="3360" y="12241"/>
                  </a:lnTo>
                  <a:lnTo>
                    <a:pt x="3591" y="12009"/>
                  </a:lnTo>
                  <a:lnTo>
                    <a:pt x="3553" y="11932"/>
                  </a:lnTo>
                  <a:lnTo>
                    <a:pt x="3514" y="11816"/>
                  </a:lnTo>
                  <a:lnTo>
                    <a:pt x="3437" y="11778"/>
                  </a:lnTo>
                  <a:lnTo>
                    <a:pt x="3321" y="11739"/>
                  </a:lnTo>
                  <a:lnTo>
                    <a:pt x="3283" y="11778"/>
                  </a:lnTo>
                  <a:lnTo>
                    <a:pt x="3244" y="11816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7" y="12434"/>
                  </a:lnTo>
                  <a:lnTo>
                    <a:pt x="2317" y="12589"/>
                  </a:lnTo>
                  <a:lnTo>
                    <a:pt x="2047" y="12666"/>
                  </a:lnTo>
                  <a:lnTo>
                    <a:pt x="1738" y="12704"/>
                  </a:lnTo>
                  <a:lnTo>
                    <a:pt x="1429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1" y="12357"/>
                  </a:lnTo>
                  <a:lnTo>
                    <a:pt x="695" y="12202"/>
                  </a:lnTo>
                  <a:lnTo>
                    <a:pt x="618" y="12048"/>
                  </a:lnTo>
                  <a:lnTo>
                    <a:pt x="541" y="11893"/>
                  </a:lnTo>
                  <a:lnTo>
                    <a:pt x="502" y="11739"/>
                  </a:lnTo>
                  <a:lnTo>
                    <a:pt x="502" y="11546"/>
                  </a:lnTo>
                  <a:lnTo>
                    <a:pt x="502" y="11391"/>
                  </a:lnTo>
                  <a:lnTo>
                    <a:pt x="541" y="11198"/>
                  </a:lnTo>
                  <a:lnTo>
                    <a:pt x="579" y="11044"/>
                  </a:lnTo>
                  <a:lnTo>
                    <a:pt x="657" y="10889"/>
                  </a:lnTo>
                  <a:lnTo>
                    <a:pt x="773" y="10774"/>
                  </a:lnTo>
                  <a:lnTo>
                    <a:pt x="888" y="10619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008" y="10349"/>
                  </a:lnTo>
                  <a:lnTo>
                    <a:pt x="2317" y="10388"/>
                  </a:lnTo>
                  <a:lnTo>
                    <a:pt x="2587" y="10426"/>
                  </a:lnTo>
                  <a:lnTo>
                    <a:pt x="2858" y="10542"/>
                  </a:lnTo>
                  <a:lnTo>
                    <a:pt x="3128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5"/>
                  </a:lnTo>
                  <a:lnTo>
                    <a:pt x="5870" y="12704"/>
                  </a:lnTo>
                  <a:lnTo>
                    <a:pt x="6256" y="12975"/>
                  </a:lnTo>
                  <a:lnTo>
                    <a:pt x="6681" y="13206"/>
                  </a:lnTo>
                  <a:lnTo>
                    <a:pt x="7105" y="13438"/>
                  </a:lnTo>
                  <a:lnTo>
                    <a:pt x="7530" y="13593"/>
                  </a:lnTo>
                  <a:lnTo>
                    <a:pt x="7994" y="13747"/>
                  </a:lnTo>
                  <a:lnTo>
                    <a:pt x="8457" y="13786"/>
                  </a:lnTo>
                  <a:lnTo>
                    <a:pt x="8920" y="13786"/>
                  </a:lnTo>
                  <a:lnTo>
                    <a:pt x="9345" y="13708"/>
                  </a:lnTo>
                  <a:lnTo>
                    <a:pt x="9731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73"/>
                  </a:lnTo>
                  <a:lnTo>
                    <a:pt x="11121" y="12125"/>
                  </a:lnTo>
                  <a:lnTo>
                    <a:pt x="11314" y="11739"/>
                  </a:lnTo>
                  <a:lnTo>
                    <a:pt x="11507" y="11237"/>
                  </a:lnTo>
                  <a:lnTo>
                    <a:pt x="11662" y="10696"/>
                  </a:lnTo>
                  <a:lnTo>
                    <a:pt x="11971" y="9615"/>
                  </a:lnTo>
                  <a:lnTo>
                    <a:pt x="12125" y="9113"/>
                  </a:lnTo>
                  <a:lnTo>
                    <a:pt x="12357" y="8611"/>
                  </a:lnTo>
                  <a:lnTo>
                    <a:pt x="12589" y="8109"/>
                  </a:lnTo>
                  <a:lnTo>
                    <a:pt x="12936" y="7646"/>
                  </a:lnTo>
                  <a:lnTo>
                    <a:pt x="13284" y="7298"/>
                  </a:lnTo>
                  <a:lnTo>
                    <a:pt x="13631" y="6989"/>
                  </a:lnTo>
                  <a:lnTo>
                    <a:pt x="14017" y="6719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1"/>
                  </a:lnTo>
                  <a:lnTo>
                    <a:pt x="15832" y="5985"/>
                  </a:lnTo>
                  <a:lnTo>
                    <a:pt x="16296" y="5947"/>
                  </a:lnTo>
                  <a:lnTo>
                    <a:pt x="16605" y="5908"/>
                  </a:lnTo>
                  <a:lnTo>
                    <a:pt x="16914" y="5908"/>
                  </a:lnTo>
                  <a:lnTo>
                    <a:pt x="17454" y="5985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3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30" y="7491"/>
                  </a:lnTo>
                  <a:lnTo>
                    <a:pt x="21316" y="7646"/>
                  </a:lnTo>
                  <a:lnTo>
                    <a:pt x="21740" y="7723"/>
                  </a:lnTo>
                  <a:lnTo>
                    <a:pt x="22165" y="7762"/>
                  </a:lnTo>
                  <a:lnTo>
                    <a:pt x="22590" y="7723"/>
                  </a:lnTo>
                  <a:lnTo>
                    <a:pt x="22976" y="7646"/>
                  </a:lnTo>
                  <a:lnTo>
                    <a:pt x="23362" y="7530"/>
                  </a:lnTo>
                  <a:lnTo>
                    <a:pt x="23710" y="7298"/>
                  </a:lnTo>
                  <a:lnTo>
                    <a:pt x="24057" y="6989"/>
                  </a:lnTo>
                  <a:lnTo>
                    <a:pt x="24366" y="6642"/>
                  </a:lnTo>
                  <a:lnTo>
                    <a:pt x="24598" y="6294"/>
                  </a:lnTo>
                  <a:lnTo>
                    <a:pt x="24752" y="5908"/>
                  </a:lnTo>
                  <a:lnTo>
                    <a:pt x="24868" y="5483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5" y="3746"/>
                  </a:lnTo>
                  <a:lnTo>
                    <a:pt x="24868" y="3282"/>
                  </a:lnTo>
                  <a:lnTo>
                    <a:pt x="24791" y="2858"/>
                  </a:lnTo>
                  <a:lnTo>
                    <a:pt x="24637" y="2394"/>
                  </a:lnTo>
                  <a:lnTo>
                    <a:pt x="24443" y="1969"/>
                  </a:lnTo>
                  <a:lnTo>
                    <a:pt x="24250" y="1583"/>
                  </a:lnTo>
                  <a:lnTo>
                    <a:pt x="24057" y="1197"/>
                  </a:lnTo>
                  <a:lnTo>
                    <a:pt x="23787" y="811"/>
                  </a:lnTo>
                  <a:lnTo>
                    <a:pt x="23941" y="386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69" y="77"/>
                  </a:lnTo>
                  <a:lnTo>
                    <a:pt x="230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7" name="Google Shape;3817;p17"/>
            <p:cNvSpPr/>
            <p:nvPr/>
          </p:nvSpPr>
          <p:spPr>
            <a:xfrm>
              <a:off x="5843050" y="1398325"/>
              <a:ext cx="152575" cy="276125"/>
            </a:xfrm>
            <a:custGeom>
              <a:avLst/>
              <a:gdLst/>
              <a:ahLst/>
              <a:cxnLst/>
              <a:rect l="l" t="t" r="r" b="b"/>
              <a:pathLst>
                <a:path w="6103" h="11045" extrusionOk="0">
                  <a:moveTo>
                    <a:pt x="3553" y="0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8"/>
                  </a:lnTo>
                  <a:lnTo>
                    <a:pt x="4364" y="1120"/>
                  </a:lnTo>
                  <a:lnTo>
                    <a:pt x="4635" y="1429"/>
                  </a:lnTo>
                  <a:lnTo>
                    <a:pt x="4866" y="1738"/>
                  </a:lnTo>
                  <a:lnTo>
                    <a:pt x="5059" y="2085"/>
                  </a:lnTo>
                  <a:lnTo>
                    <a:pt x="5214" y="2433"/>
                  </a:lnTo>
                  <a:lnTo>
                    <a:pt x="5368" y="2819"/>
                  </a:lnTo>
                  <a:lnTo>
                    <a:pt x="5484" y="3205"/>
                  </a:lnTo>
                  <a:lnTo>
                    <a:pt x="5523" y="3591"/>
                  </a:lnTo>
                  <a:lnTo>
                    <a:pt x="5600" y="3978"/>
                  </a:lnTo>
                  <a:lnTo>
                    <a:pt x="5600" y="4402"/>
                  </a:lnTo>
                  <a:lnTo>
                    <a:pt x="5561" y="4789"/>
                  </a:lnTo>
                  <a:lnTo>
                    <a:pt x="5523" y="5213"/>
                  </a:lnTo>
                  <a:lnTo>
                    <a:pt x="5446" y="5599"/>
                  </a:lnTo>
                  <a:lnTo>
                    <a:pt x="5330" y="6024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1" y="7260"/>
                  </a:lnTo>
                  <a:lnTo>
                    <a:pt x="4480" y="7646"/>
                  </a:lnTo>
                  <a:lnTo>
                    <a:pt x="4210" y="8032"/>
                  </a:lnTo>
                  <a:lnTo>
                    <a:pt x="3940" y="8380"/>
                  </a:lnTo>
                  <a:lnTo>
                    <a:pt x="3631" y="8727"/>
                  </a:lnTo>
                  <a:lnTo>
                    <a:pt x="3283" y="9036"/>
                  </a:lnTo>
                  <a:lnTo>
                    <a:pt x="2936" y="9306"/>
                  </a:lnTo>
                  <a:lnTo>
                    <a:pt x="2549" y="9577"/>
                  </a:lnTo>
                  <a:lnTo>
                    <a:pt x="2163" y="9808"/>
                  </a:lnTo>
                  <a:lnTo>
                    <a:pt x="1739" y="10040"/>
                  </a:lnTo>
                  <a:lnTo>
                    <a:pt x="1314" y="10233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1" y="10658"/>
                  </a:lnTo>
                  <a:lnTo>
                    <a:pt x="78" y="11044"/>
                  </a:lnTo>
                  <a:lnTo>
                    <a:pt x="619" y="10967"/>
                  </a:lnTo>
                  <a:lnTo>
                    <a:pt x="1121" y="1081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4"/>
                  </a:lnTo>
                  <a:lnTo>
                    <a:pt x="3399" y="9615"/>
                  </a:lnTo>
                  <a:lnTo>
                    <a:pt x="3785" y="9268"/>
                  </a:lnTo>
                  <a:lnTo>
                    <a:pt x="4171" y="8920"/>
                  </a:lnTo>
                  <a:lnTo>
                    <a:pt x="4480" y="8534"/>
                  </a:lnTo>
                  <a:lnTo>
                    <a:pt x="4828" y="8109"/>
                  </a:lnTo>
                  <a:lnTo>
                    <a:pt x="5098" y="7685"/>
                  </a:lnTo>
                  <a:lnTo>
                    <a:pt x="5368" y="7221"/>
                  </a:lnTo>
                  <a:lnTo>
                    <a:pt x="5600" y="6758"/>
                  </a:lnTo>
                  <a:lnTo>
                    <a:pt x="5755" y="6294"/>
                  </a:lnTo>
                  <a:lnTo>
                    <a:pt x="5909" y="5792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8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5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7" y="1313"/>
                  </a:lnTo>
                  <a:lnTo>
                    <a:pt x="4905" y="1004"/>
                  </a:lnTo>
                  <a:lnTo>
                    <a:pt x="4596" y="695"/>
                  </a:lnTo>
                  <a:lnTo>
                    <a:pt x="4287" y="425"/>
                  </a:lnTo>
                  <a:lnTo>
                    <a:pt x="3940" y="193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8" name="Google Shape;3818;p17"/>
            <p:cNvSpPr/>
            <p:nvPr/>
          </p:nvSpPr>
          <p:spPr>
            <a:xfrm>
              <a:off x="569225" y="1424375"/>
              <a:ext cx="126500" cy="69550"/>
            </a:xfrm>
            <a:custGeom>
              <a:avLst/>
              <a:gdLst/>
              <a:ahLst/>
              <a:cxnLst/>
              <a:rect l="l" t="t" r="r" b="b"/>
              <a:pathLst>
                <a:path w="5060" h="2782" extrusionOk="0">
                  <a:moveTo>
                    <a:pt x="4905" y="1"/>
                  </a:moveTo>
                  <a:lnTo>
                    <a:pt x="3824" y="657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30" y="1854"/>
                  </a:lnTo>
                  <a:lnTo>
                    <a:pt x="773" y="2125"/>
                  </a:lnTo>
                  <a:lnTo>
                    <a:pt x="117" y="2395"/>
                  </a:lnTo>
                  <a:lnTo>
                    <a:pt x="40" y="2472"/>
                  </a:lnTo>
                  <a:lnTo>
                    <a:pt x="1" y="2588"/>
                  </a:lnTo>
                  <a:lnTo>
                    <a:pt x="40" y="2665"/>
                  </a:lnTo>
                  <a:lnTo>
                    <a:pt x="117" y="2781"/>
                  </a:lnTo>
                  <a:lnTo>
                    <a:pt x="387" y="2781"/>
                  </a:lnTo>
                  <a:lnTo>
                    <a:pt x="1082" y="2627"/>
                  </a:lnTo>
                  <a:lnTo>
                    <a:pt x="1739" y="2356"/>
                  </a:lnTo>
                  <a:lnTo>
                    <a:pt x="2356" y="2047"/>
                  </a:lnTo>
                  <a:lnTo>
                    <a:pt x="2974" y="1739"/>
                  </a:lnTo>
                  <a:lnTo>
                    <a:pt x="3553" y="1430"/>
                  </a:lnTo>
                  <a:lnTo>
                    <a:pt x="4094" y="1082"/>
                  </a:lnTo>
                  <a:lnTo>
                    <a:pt x="4596" y="735"/>
                  </a:lnTo>
                  <a:lnTo>
                    <a:pt x="5059" y="310"/>
                  </a:lnTo>
                  <a:lnTo>
                    <a:pt x="490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9" name="Google Shape;3819;p17"/>
            <p:cNvSpPr/>
            <p:nvPr/>
          </p:nvSpPr>
          <p:spPr>
            <a:xfrm>
              <a:off x="512275" y="1467825"/>
              <a:ext cx="66650" cy="99450"/>
            </a:xfrm>
            <a:custGeom>
              <a:avLst/>
              <a:gdLst/>
              <a:ahLst/>
              <a:cxnLst/>
              <a:rect l="l" t="t" r="r" b="b"/>
              <a:pathLst>
                <a:path w="2666" h="3978" extrusionOk="0">
                  <a:moveTo>
                    <a:pt x="850" y="1"/>
                  </a:moveTo>
                  <a:lnTo>
                    <a:pt x="464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2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1" y="2704"/>
                  </a:lnTo>
                  <a:lnTo>
                    <a:pt x="39" y="2974"/>
                  </a:lnTo>
                  <a:lnTo>
                    <a:pt x="78" y="3206"/>
                  </a:lnTo>
                  <a:lnTo>
                    <a:pt x="155" y="3399"/>
                  </a:lnTo>
                  <a:lnTo>
                    <a:pt x="271" y="3592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9" y="3939"/>
                  </a:lnTo>
                  <a:lnTo>
                    <a:pt x="1082" y="3978"/>
                  </a:lnTo>
                  <a:lnTo>
                    <a:pt x="1314" y="3939"/>
                  </a:lnTo>
                  <a:lnTo>
                    <a:pt x="1507" y="3823"/>
                  </a:lnTo>
                  <a:lnTo>
                    <a:pt x="1661" y="3708"/>
                  </a:lnTo>
                  <a:lnTo>
                    <a:pt x="1816" y="3514"/>
                  </a:lnTo>
                  <a:lnTo>
                    <a:pt x="1970" y="3321"/>
                  </a:lnTo>
                  <a:lnTo>
                    <a:pt x="2086" y="3090"/>
                  </a:lnTo>
                  <a:lnTo>
                    <a:pt x="2318" y="2549"/>
                  </a:lnTo>
                  <a:lnTo>
                    <a:pt x="2472" y="2009"/>
                  </a:lnTo>
                  <a:lnTo>
                    <a:pt x="2626" y="1507"/>
                  </a:lnTo>
                  <a:lnTo>
                    <a:pt x="2665" y="1043"/>
                  </a:lnTo>
                  <a:lnTo>
                    <a:pt x="2395" y="1043"/>
                  </a:lnTo>
                  <a:lnTo>
                    <a:pt x="2009" y="2009"/>
                  </a:lnTo>
                  <a:lnTo>
                    <a:pt x="1738" y="2665"/>
                  </a:lnTo>
                  <a:lnTo>
                    <a:pt x="1545" y="3051"/>
                  </a:lnTo>
                  <a:lnTo>
                    <a:pt x="1468" y="3206"/>
                  </a:lnTo>
                  <a:lnTo>
                    <a:pt x="1314" y="3283"/>
                  </a:lnTo>
                  <a:lnTo>
                    <a:pt x="1159" y="3283"/>
                  </a:lnTo>
                  <a:lnTo>
                    <a:pt x="966" y="3206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4"/>
                  </a:lnTo>
                  <a:lnTo>
                    <a:pt x="541" y="2395"/>
                  </a:lnTo>
                  <a:lnTo>
                    <a:pt x="580" y="2047"/>
                  </a:lnTo>
                  <a:lnTo>
                    <a:pt x="618" y="1622"/>
                  </a:lnTo>
                  <a:lnTo>
                    <a:pt x="734" y="1198"/>
                  </a:lnTo>
                  <a:lnTo>
                    <a:pt x="889" y="773"/>
                  </a:lnTo>
                  <a:lnTo>
                    <a:pt x="1043" y="348"/>
                  </a:lnTo>
                  <a:lnTo>
                    <a:pt x="1082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0" name="Google Shape;3820;p17"/>
            <p:cNvSpPr/>
            <p:nvPr/>
          </p:nvSpPr>
          <p:spPr>
            <a:xfrm>
              <a:off x="4008850" y="152575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7" y="1004"/>
                  </a:lnTo>
                  <a:lnTo>
                    <a:pt x="7029" y="1313"/>
                  </a:lnTo>
                  <a:lnTo>
                    <a:pt x="7531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9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7"/>
                  </a:lnTo>
                  <a:lnTo>
                    <a:pt x="8573" y="3707"/>
                  </a:lnTo>
                  <a:lnTo>
                    <a:pt x="7724" y="3823"/>
                  </a:lnTo>
                  <a:lnTo>
                    <a:pt x="6874" y="3901"/>
                  </a:lnTo>
                  <a:lnTo>
                    <a:pt x="6411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8" y="3707"/>
                  </a:lnTo>
                  <a:lnTo>
                    <a:pt x="2511" y="3862"/>
                  </a:lnTo>
                  <a:lnTo>
                    <a:pt x="2433" y="4016"/>
                  </a:lnTo>
                  <a:lnTo>
                    <a:pt x="2318" y="4132"/>
                  </a:lnTo>
                  <a:lnTo>
                    <a:pt x="2124" y="4209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1" y="4248"/>
                  </a:lnTo>
                  <a:lnTo>
                    <a:pt x="734" y="4132"/>
                  </a:lnTo>
                  <a:lnTo>
                    <a:pt x="387" y="4016"/>
                  </a:lnTo>
                  <a:lnTo>
                    <a:pt x="503" y="3514"/>
                  </a:lnTo>
                  <a:lnTo>
                    <a:pt x="657" y="3012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7" y="1738"/>
                  </a:lnTo>
                  <a:lnTo>
                    <a:pt x="1893" y="1429"/>
                  </a:lnTo>
                  <a:lnTo>
                    <a:pt x="2318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8" y="5638"/>
                  </a:lnTo>
                  <a:lnTo>
                    <a:pt x="11624" y="5986"/>
                  </a:lnTo>
                  <a:lnTo>
                    <a:pt x="11431" y="6140"/>
                  </a:lnTo>
                  <a:lnTo>
                    <a:pt x="11353" y="6217"/>
                  </a:lnTo>
                  <a:lnTo>
                    <a:pt x="11238" y="6256"/>
                  </a:lnTo>
                  <a:lnTo>
                    <a:pt x="11083" y="6295"/>
                  </a:lnTo>
                  <a:lnTo>
                    <a:pt x="10929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3" y="5947"/>
                  </a:lnTo>
                  <a:lnTo>
                    <a:pt x="10543" y="5870"/>
                  </a:lnTo>
                  <a:lnTo>
                    <a:pt x="10543" y="5754"/>
                  </a:lnTo>
                  <a:lnTo>
                    <a:pt x="10620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0"/>
                  </a:moveTo>
                  <a:lnTo>
                    <a:pt x="3939" y="39"/>
                  </a:lnTo>
                  <a:lnTo>
                    <a:pt x="3515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1"/>
                  </a:lnTo>
                  <a:lnTo>
                    <a:pt x="1507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9" y="2008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7" y="3205"/>
                  </a:lnTo>
                  <a:lnTo>
                    <a:pt x="39" y="3669"/>
                  </a:lnTo>
                  <a:lnTo>
                    <a:pt x="1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8"/>
                  </a:lnTo>
                  <a:lnTo>
                    <a:pt x="1314" y="4596"/>
                  </a:lnTo>
                  <a:lnTo>
                    <a:pt x="1700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1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3" y="3630"/>
                  </a:lnTo>
                  <a:lnTo>
                    <a:pt x="3013" y="2974"/>
                  </a:lnTo>
                  <a:lnTo>
                    <a:pt x="3128" y="773"/>
                  </a:lnTo>
                  <a:lnTo>
                    <a:pt x="3515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1" y="1661"/>
                  </a:lnTo>
                  <a:lnTo>
                    <a:pt x="5059" y="2703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4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6" y="4287"/>
                  </a:lnTo>
                  <a:lnTo>
                    <a:pt x="5870" y="4325"/>
                  </a:lnTo>
                  <a:lnTo>
                    <a:pt x="6218" y="4325"/>
                  </a:lnTo>
                  <a:lnTo>
                    <a:pt x="6565" y="4287"/>
                  </a:lnTo>
                  <a:lnTo>
                    <a:pt x="7608" y="4209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0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7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3" y="5252"/>
                  </a:lnTo>
                  <a:lnTo>
                    <a:pt x="10427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4" y="5754"/>
                  </a:lnTo>
                  <a:lnTo>
                    <a:pt x="10234" y="5908"/>
                  </a:lnTo>
                  <a:lnTo>
                    <a:pt x="10234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9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7" y="6526"/>
                  </a:lnTo>
                  <a:lnTo>
                    <a:pt x="11740" y="6410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2"/>
                  </a:lnTo>
                  <a:lnTo>
                    <a:pt x="12396" y="7221"/>
                  </a:lnTo>
                  <a:lnTo>
                    <a:pt x="12473" y="7569"/>
                  </a:lnTo>
                  <a:lnTo>
                    <a:pt x="12551" y="7916"/>
                  </a:lnTo>
                  <a:lnTo>
                    <a:pt x="12551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5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6" y="9654"/>
                  </a:lnTo>
                  <a:lnTo>
                    <a:pt x="12821" y="9616"/>
                  </a:lnTo>
                  <a:lnTo>
                    <a:pt x="12937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30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5"/>
                  </a:lnTo>
                  <a:lnTo>
                    <a:pt x="13091" y="7723"/>
                  </a:lnTo>
                  <a:lnTo>
                    <a:pt x="12937" y="7183"/>
                  </a:lnTo>
                  <a:lnTo>
                    <a:pt x="12744" y="6681"/>
                  </a:lnTo>
                  <a:lnTo>
                    <a:pt x="12435" y="6217"/>
                  </a:lnTo>
                  <a:lnTo>
                    <a:pt x="12126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9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30" y="3514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5" y="1931"/>
                  </a:lnTo>
                  <a:lnTo>
                    <a:pt x="8226" y="1584"/>
                  </a:lnTo>
                  <a:lnTo>
                    <a:pt x="7839" y="1275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9" y="348"/>
                  </a:lnTo>
                  <a:lnTo>
                    <a:pt x="5716" y="193"/>
                  </a:lnTo>
                  <a:lnTo>
                    <a:pt x="5291" y="78"/>
                  </a:lnTo>
                  <a:lnTo>
                    <a:pt x="4828" y="39"/>
                  </a:lnTo>
                  <a:lnTo>
                    <a:pt x="44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1" name="Google Shape;3821;p17"/>
            <p:cNvSpPr/>
            <p:nvPr/>
          </p:nvSpPr>
          <p:spPr>
            <a:xfrm>
              <a:off x="6763050" y="1538300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9" y="5908"/>
                  </a:moveTo>
                  <a:lnTo>
                    <a:pt x="1082" y="5986"/>
                  </a:lnTo>
                  <a:lnTo>
                    <a:pt x="1237" y="6024"/>
                  </a:lnTo>
                  <a:lnTo>
                    <a:pt x="1391" y="6179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1" y="6797"/>
                  </a:lnTo>
                  <a:lnTo>
                    <a:pt x="1237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9" y="6990"/>
                  </a:lnTo>
                  <a:lnTo>
                    <a:pt x="464" y="6835"/>
                  </a:lnTo>
                  <a:lnTo>
                    <a:pt x="426" y="6719"/>
                  </a:lnTo>
                  <a:lnTo>
                    <a:pt x="387" y="6642"/>
                  </a:lnTo>
                  <a:lnTo>
                    <a:pt x="348" y="6488"/>
                  </a:lnTo>
                  <a:lnTo>
                    <a:pt x="387" y="6372"/>
                  </a:lnTo>
                  <a:lnTo>
                    <a:pt x="426" y="6256"/>
                  </a:lnTo>
                  <a:lnTo>
                    <a:pt x="503" y="6179"/>
                  </a:lnTo>
                  <a:lnTo>
                    <a:pt x="696" y="6024"/>
                  </a:lnTo>
                  <a:lnTo>
                    <a:pt x="889" y="5908"/>
                  </a:lnTo>
                  <a:close/>
                  <a:moveTo>
                    <a:pt x="5909" y="0"/>
                  </a:moveTo>
                  <a:lnTo>
                    <a:pt x="5832" y="39"/>
                  </a:lnTo>
                  <a:lnTo>
                    <a:pt x="5523" y="309"/>
                  </a:lnTo>
                  <a:lnTo>
                    <a:pt x="5175" y="618"/>
                  </a:lnTo>
                  <a:lnTo>
                    <a:pt x="4596" y="1313"/>
                  </a:lnTo>
                  <a:lnTo>
                    <a:pt x="4017" y="2047"/>
                  </a:lnTo>
                  <a:lnTo>
                    <a:pt x="3438" y="2781"/>
                  </a:lnTo>
                  <a:lnTo>
                    <a:pt x="2279" y="4132"/>
                  </a:lnTo>
                  <a:lnTo>
                    <a:pt x="1739" y="4866"/>
                  </a:lnTo>
                  <a:lnTo>
                    <a:pt x="1198" y="5561"/>
                  </a:lnTo>
                  <a:lnTo>
                    <a:pt x="1043" y="5522"/>
                  </a:lnTo>
                  <a:lnTo>
                    <a:pt x="889" y="5522"/>
                  </a:lnTo>
                  <a:lnTo>
                    <a:pt x="773" y="5561"/>
                  </a:lnTo>
                  <a:lnTo>
                    <a:pt x="619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10" y="5870"/>
                  </a:lnTo>
                  <a:lnTo>
                    <a:pt x="117" y="6063"/>
                  </a:lnTo>
                  <a:lnTo>
                    <a:pt x="1" y="6333"/>
                  </a:lnTo>
                  <a:lnTo>
                    <a:pt x="1" y="6488"/>
                  </a:lnTo>
                  <a:lnTo>
                    <a:pt x="1" y="6604"/>
                  </a:lnTo>
                  <a:lnTo>
                    <a:pt x="40" y="6797"/>
                  </a:lnTo>
                  <a:lnTo>
                    <a:pt x="117" y="6990"/>
                  </a:lnTo>
                  <a:lnTo>
                    <a:pt x="194" y="7144"/>
                  </a:lnTo>
                  <a:lnTo>
                    <a:pt x="348" y="7260"/>
                  </a:lnTo>
                  <a:lnTo>
                    <a:pt x="503" y="7376"/>
                  </a:lnTo>
                  <a:lnTo>
                    <a:pt x="696" y="7453"/>
                  </a:lnTo>
                  <a:lnTo>
                    <a:pt x="1082" y="7453"/>
                  </a:lnTo>
                  <a:lnTo>
                    <a:pt x="1275" y="7414"/>
                  </a:lnTo>
                  <a:lnTo>
                    <a:pt x="1430" y="7299"/>
                  </a:lnTo>
                  <a:lnTo>
                    <a:pt x="1584" y="7183"/>
                  </a:lnTo>
                  <a:lnTo>
                    <a:pt x="1700" y="7067"/>
                  </a:lnTo>
                  <a:lnTo>
                    <a:pt x="1816" y="6874"/>
                  </a:lnTo>
                  <a:lnTo>
                    <a:pt x="1854" y="6681"/>
                  </a:lnTo>
                  <a:lnTo>
                    <a:pt x="1893" y="6526"/>
                  </a:lnTo>
                  <a:lnTo>
                    <a:pt x="1854" y="6333"/>
                  </a:lnTo>
                  <a:lnTo>
                    <a:pt x="1816" y="6179"/>
                  </a:lnTo>
                  <a:lnTo>
                    <a:pt x="1739" y="6024"/>
                  </a:lnTo>
                  <a:lnTo>
                    <a:pt x="1661" y="5908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3" y="4403"/>
                  </a:lnTo>
                  <a:lnTo>
                    <a:pt x="3940" y="3012"/>
                  </a:lnTo>
                  <a:lnTo>
                    <a:pt x="4480" y="2395"/>
                  </a:lnTo>
                  <a:lnTo>
                    <a:pt x="5098" y="1699"/>
                  </a:lnTo>
                  <a:lnTo>
                    <a:pt x="5639" y="1043"/>
                  </a:lnTo>
                  <a:lnTo>
                    <a:pt x="5909" y="657"/>
                  </a:lnTo>
                  <a:lnTo>
                    <a:pt x="6102" y="309"/>
                  </a:lnTo>
                  <a:lnTo>
                    <a:pt x="6141" y="193"/>
                  </a:lnTo>
                  <a:lnTo>
                    <a:pt x="6063" y="78"/>
                  </a:lnTo>
                  <a:lnTo>
                    <a:pt x="598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2" name="Google Shape;3822;p17"/>
            <p:cNvSpPr/>
            <p:nvPr/>
          </p:nvSpPr>
          <p:spPr>
            <a:xfrm>
              <a:off x="4040700" y="153927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5" y="7298"/>
                  </a:moveTo>
                  <a:lnTo>
                    <a:pt x="8496" y="7375"/>
                  </a:lnTo>
                  <a:lnTo>
                    <a:pt x="8728" y="7453"/>
                  </a:lnTo>
                  <a:lnTo>
                    <a:pt x="8960" y="7569"/>
                  </a:lnTo>
                  <a:lnTo>
                    <a:pt x="9153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5" y="8573"/>
                  </a:lnTo>
                  <a:lnTo>
                    <a:pt x="9693" y="8881"/>
                  </a:lnTo>
                  <a:lnTo>
                    <a:pt x="9655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60" y="10040"/>
                  </a:lnTo>
                  <a:lnTo>
                    <a:pt x="8689" y="10117"/>
                  </a:lnTo>
                  <a:lnTo>
                    <a:pt x="8419" y="10194"/>
                  </a:lnTo>
                  <a:lnTo>
                    <a:pt x="8110" y="10156"/>
                  </a:lnTo>
                  <a:lnTo>
                    <a:pt x="7840" y="10078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6"/>
                  </a:lnTo>
                  <a:lnTo>
                    <a:pt x="7029" y="9345"/>
                  </a:lnTo>
                  <a:lnTo>
                    <a:pt x="6952" y="9075"/>
                  </a:lnTo>
                  <a:lnTo>
                    <a:pt x="6913" y="8804"/>
                  </a:lnTo>
                  <a:lnTo>
                    <a:pt x="6952" y="8534"/>
                  </a:lnTo>
                  <a:lnTo>
                    <a:pt x="7029" y="8264"/>
                  </a:lnTo>
                  <a:lnTo>
                    <a:pt x="7145" y="8071"/>
                  </a:lnTo>
                  <a:lnTo>
                    <a:pt x="7299" y="7877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9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6" y="8457"/>
                  </a:lnTo>
                  <a:lnTo>
                    <a:pt x="2974" y="8611"/>
                  </a:lnTo>
                  <a:lnTo>
                    <a:pt x="3052" y="8766"/>
                  </a:lnTo>
                  <a:lnTo>
                    <a:pt x="1546" y="8727"/>
                  </a:lnTo>
                  <a:lnTo>
                    <a:pt x="40" y="8688"/>
                  </a:lnTo>
                  <a:lnTo>
                    <a:pt x="1" y="8688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6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6"/>
                  </a:lnTo>
                  <a:lnTo>
                    <a:pt x="6759" y="9847"/>
                  </a:lnTo>
                  <a:lnTo>
                    <a:pt x="6990" y="10078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0"/>
                  </a:lnTo>
                  <a:lnTo>
                    <a:pt x="8110" y="10658"/>
                  </a:lnTo>
                  <a:lnTo>
                    <a:pt x="8419" y="10696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7"/>
                  </a:lnTo>
                  <a:lnTo>
                    <a:pt x="9539" y="10194"/>
                  </a:lnTo>
                  <a:lnTo>
                    <a:pt x="9771" y="9963"/>
                  </a:lnTo>
                  <a:lnTo>
                    <a:pt x="9925" y="9692"/>
                  </a:lnTo>
                  <a:lnTo>
                    <a:pt x="10079" y="9422"/>
                  </a:lnTo>
                  <a:lnTo>
                    <a:pt x="10157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7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1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9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5" y="7337"/>
                  </a:lnTo>
                  <a:lnTo>
                    <a:pt x="6913" y="7569"/>
                  </a:lnTo>
                  <a:lnTo>
                    <a:pt x="6720" y="7877"/>
                  </a:lnTo>
                  <a:lnTo>
                    <a:pt x="6565" y="8186"/>
                  </a:lnTo>
                  <a:lnTo>
                    <a:pt x="6450" y="8534"/>
                  </a:lnTo>
                  <a:lnTo>
                    <a:pt x="6450" y="8843"/>
                  </a:lnTo>
                  <a:lnTo>
                    <a:pt x="5716" y="8804"/>
                  </a:lnTo>
                  <a:lnTo>
                    <a:pt x="4944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8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79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6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3" name="Google Shape;3823;p17"/>
            <p:cNvSpPr/>
            <p:nvPr/>
          </p:nvSpPr>
          <p:spPr>
            <a:xfrm>
              <a:off x="1387875" y="1558575"/>
              <a:ext cx="374575" cy="387125"/>
            </a:xfrm>
            <a:custGeom>
              <a:avLst/>
              <a:gdLst/>
              <a:ahLst/>
              <a:cxnLst/>
              <a:rect l="l" t="t" r="r" b="b"/>
              <a:pathLst>
                <a:path w="14983" h="15485" extrusionOk="0">
                  <a:moveTo>
                    <a:pt x="7453" y="502"/>
                  </a:moveTo>
                  <a:lnTo>
                    <a:pt x="8032" y="541"/>
                  </a:lnTo>
                  <a:lnTo>
                    <a:pt x="8573" y="580"/>
                  </a:lnTo>
                  <a:lnTo>
                    <a:pt x="9152" y="695"/>
                  </a:lnTo>
                  <a:lnTo>
                    <a:pt x="9654" y="850"/>
                  </a:lnTo>
                  <a:lnTo>
                    <a:pt x="10195" y="1043"/>
                  </a:lnTo>
                  <a:lnTo>
                    <a:pt x="10697" y="1275"/>
                  </a:lnTo>
                  <a:lnTo>
                    <a:pt x="11160" y="1545"/>
                  </a:lnTo>
                  <a:lnTo>
                    <a:pt x="11585" y="1854"/>
                  </a:lnTo>
                  <a:lnTo>
                    <a:pt x="10812" y="2201"/>
                  </a:lnTo>
                  <a:lnTo>
                    <a:pt x="10040" y="2626"/>
                  </a:lnTo>
                  <a:lnTo>
                    <a:pt x="9306" y="3090"/>
                  </a:lnTo>
                  <a:lnTo>
                    <a:pt x="8611" y="3630"/>
                  </a:lnTo>
                  <a:lnTo>
                    <a:pt x="7916" y="4171"/>
                  </a:lnTo>
                  <a:lnTo>
                    <a:pt x="7299" y="4789"/>
                  </a:lnTo>
                  <a:lnTo>
                    <a:pt x="6681" y="5445"/>
                  </a:lnTo>
                  <a:lnTo>
                    <a:pt x="6140" y="6140"/>
                  </a:lnTo>
                  <a:lnTo>
                    <a:pt x="5638" y="6874"/>
                  </a:lnTo>
                  <a:lnTo>
                    <a:pt x="5175" y="7646"/>
                  </a:lnTo>
                  <a:lnTo>
                    <a:pt x="4789" y="8418"/>
                  </a:lnTo>
                  <a:lnTo>
                    <a:pt x="4441" y="9229"/>
                  </a:lnTo>
                  <a:lnTo>
                    <a:pt x="4171" y="10040"/>
                  </a:lnTo>
                  <a:lnTo>
                    <a:pt x="3939" y="10890"/>
                  </a:lnTo>
                  <a:lnTo>
                    <a:pt x="3823" y="11778"/>
                  </a:lnTo>
                  <a:lnTo>
                    <a:pt x="3746" y="12666"/>
                  </a:lnTo>
                  <a:lnTo>
                    <a:pt x="3553" y="12666"/>
                  </a:lnTo>
                  <a:lnTo>
                    <a:pt x="3283" y="11855"/>
                  </a:lnTo>
                  <a:lnTo>
                    <a:pt x="3051" y="11044"/>
                  </a:lnTo>
                  <a:lnTo>
                    <a:pt x="2819" y="10195"/>
                  </a:lnTo>
                  <a:lnTo>
                    <a:pt x="2665" y="9384"/>
                  </a:lnTo>
                  <a:lnTo>
                    <a:pt x="2588" y="8534"/>
                  </a:lnTo>
                  <a:lnTo>
                    <a:pt x="2549" y="7685"/>
                  </a:lnTo>
                  <a:lnTo>
                    <a:pt x="2588" y="6797"/>
                  </a:lnTo>
                  <a:lnTo>
                    <a:pt x="2665" y="5947"/>
                  </a:lnTo>
                  <a:lnTo>
                    <a:pt x="2858" y="5213"/>
                  </a:lnTo>
                  <a:lnTo>
                    <a:pt x="3051" y="4518"/>
                  </a:lnTo>
                  <a:lnTo>
                    <a:pt x="3321" y="3823"/>
                  </a:lnTo>
                  <a:lnTo>
                    <a:pt x="3630" y="3205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29"/>
                  </a:lnTo>
                  <a:lnTo>
                    <a:pt x="5406" y="888"/>
                  </a:lnTo>
                  <a:lnTo>
                    <a:pt x="5908" y="734"/>
                  </a:lnTo>
                  <a:lnTo>
                    <a:pt x="6410" y="618"/>
                  </a:lnTo>
                  <a:lnTo>
                    <a:pt x="6912" y="541"/>
                  </a:lnTo>
                  <a:lnTo>
                    <a:pt x="7453" y="502"/>
                  </a:lnTo>
                  <a:close/>
                  <a:moveTo>
                    <a:pt x="11932" y="2086"/>
                  </a:moveTo>
                  <a:lnTo>
                    <a:pt x="12318" y="2433"/>
                  </a:lnTo>
                  <a:lnTo>
                    <a:pt x="12666" y="2819"/>
                  </a:lnTo>
                  <a:lnTo>
                    <a:pt x="13014" y="3205"/>
                  </a:lnTo>
                  <a:lnTo>
                    <a:pt x="13322" y="3669"/>
                  </a:lnTo>
                  <a:lnTo>
                    <a:pt x="13593" y="4093"/>
                  </a:lnTo>
                  <a:lnTo>
                    <a:pt x="13824" y="4595"/>
                  </a:lnTo>
                  <a:lnTo>
                    <a:pt x="14018" y="5097"/>
                  </a:lnTo>
                  <a:lnTo>
                    <a:pt x="14211" y="5599"/>
                  </a:lnTo>
                  <a:lnTo>
                    <a:pt x="14326" y="6101"/>
                  </a:lnTo>
                  <a:lnTo>
                    <a:pt x="14404" y="6642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25" y="6951"/>
                  </a:lnTo>
                  <a:lnTo>
                    <a:pt x="11392" y="7144"/>
                  </a:lnTo>
                  <a:lnTo>
                    <a:pt x="10658" y="7414"/>
                  </a:lnTo>
                  <a:lnTo>
                    <a:pt x="9924" y="7723"/>
                  </a:lnTo>
                  <a:lnTo>
                    <a:pt x="9229" y="8032"/>
                  </a:lnTo>
                  <a:lnTo>
                    <a:pt x="8534" y="8418"/>
                  </a:lnTo>
                  <a:lnTo>
                    <a:pt x="7878" y="8843"/>
                  </a:lnTo>
                  <a:lnTo>
                    <a:pt x="7221" y="9306"/>
                  </a:lnTo>
                  <a:lnTo>
                    <a:pt x="6642" y="9808"/>
                  </a:lnTo>
                  <a:lnTo>
                    <a:pt x="6063" y="10349"/>
                  </a:lnTo>
                  <a:lnTo>
                    <a:pt x="5561" y="10890"/>
                  </a:lnTo>
                  <a:lnTo>
                    <a:pt x="5059" y="11508"/>
                  </a:lnTo>
                  <a:lnTo>
                    <a:pt x="4634" y="12125"/>
                  </a:lnTo>
                  <a:lnTo>
                    <a:pt x="4248" y="12820"/>
                  </a:lnTo>
                  <a:lnTo>
                    <a:pt x="4093" y="12743"/>
                  </a:lnTo>
                  <a:lnTo>
                    <a:pt x="3939" y="12666"/>
                  </a:lnTo>
                  <a:lnTo>
                    <a:pt x="4093" y="11816"/>
                  </a:lnTo>
                  <a:lnTo>
                    <a:pt x="4287" y="10928"/>
                  </a:lnTo>
                  <a:lnTo>
                    <a:pt x="4557" y="10117"/>
                  </a:lnTo>
                  <a:lnTo>
                    <a:pt x="4827" y="9306"/>
                  </a:lnTo>
                  <a:lnTo>
                    <a:pt x="5175" y="8496"/>
                  </a:lnTo>
                  <a:lnTo>
                    <a:pt x="5561" y="7723"/>
                  </a:lnTo>
                  <a:lnTo>
                    <a:pt x="6024" y="6990"/>
                  </a:lnTo>
                  <a:lnTo>
                    <a:pt x="6488" y="6295"/>
                  </a:lnTo>
                  <a:lnTo>
                    <a:pt x="7028" y="5599"/>
                  </a:lnTo>
                  <a:lnTo>
                    <a:pt x="7607" y="4982"/>
                  </a:lnTo>
                  <a:lnTo>
                    <a:pt x="8225" y="4402"/>
                  </a:lnTo>
                  <a:lnTo>
                    <a:pt x="8882" y="3823"/>
                  </a:lnTo>
                  <a:lnTo>
                    <a:pt x="9577" y="3321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32" y="2086"/>
                  </a:lnTo>
                  <a:close/>
                  <a:moveTo>
                    <a:pt x="14442" y="6990"/>
                  </a:moveTo>
                  <a:lnTo>
                    <a:pt x="14481" y="7839"/>
                  </a:lnTo>
                  <a:lnTo>
                    <a:pt x="14404" y="8689"/>
                  </a:lnTo>
                  <a:lnTo>
                    <a:pt x="14249" y="9538"/>
                  </a:lnTo>
                  <a:lnTo>
                    <a:pt x="14172" y="9963"/>
                  </a:lnTo>
                  <a:lnTo>
                    <a:pt x="14018" y="10388"/>
                  </a:lnTo>
                  <a:lnTo>
                    <a:pt x="13863" y="10774"/>
                  </a:lnTo>
                  <a:lnTo>
                    <a:pt x="13709" y="11160"/>
                  </a:lnTo>
                  <a:lnTo>
                    <a:pt x="13516" y="11546"/>
                  </a:lnTo>
                  <a:lnTo>
                    <a:pt x="13284" y="11894"/>
                  </a:lnTo>
                  <a:lnTo>
                    <a:pt x="13052" y="12241"/>
                  </a:lnTo>
                  <a:lnTo>
                    <a:pt x="12782" y="12589"/>
                  </a:lnTo>
                  <a:lnTo>
                    <a:pt x="12473" y="12898"/>
                  </a:lnTo>
                  <a:lnTo>
                    <a:pt x="12203" y="13207"/>
                  </a:lnTo>
                  <a:lnTo>
                    <a:pt x="11932" y="13052"/>
                  </a:lnTo>
                  <a:lnTo>
                    <a:pt x="11662" y="12936"/>
                  </a:lnTo>
                  <a:lnTo>
                    <a:pt x="11083" y="12782"/>
                  </a:lnTo>
                  <a:lnTo>
                    <a:pt x="10542" y="12627"/>
                  </a:lnTo>
                  <a:lnTo>
                    <a:pt x="9963" y="12550"/>
                  </a:lnTo>
                  <a:lnTo>
                    <a:pt x="9384" y="12512"/>
                  </a:lnTo>
                  <a:lnTo>
                    <a:pt x="8843" y="12473"/>
                  </a:lnTo>
                  <a:lnTo>
                    <a:pt x="8303" y="12473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681" y="12666"/>
                  </a:lnTo>
                  <a:lnTo>
                    <a:pt x="6179" y="12782"/>
                  </a:lnTo>
                  <a:lnTo>
                    <a:pt x="5638" y="12975"/>
                  </a:lnTo>
                  <a:lnTo>
                    <a:pt x="5136" y="13129"/>
                  </a:lnTo>
                  <a:lnTo>
                    <a:pt x="4673" y="13361"/>
                  </a:lnTo>
                  <a:lnTo>
                    <a:pt x="4557" y="13129"/>
                  </a:lnTo>
                  <a:lnTo>
                    <a:pt x="4402" y="12936"/>
                  </a:lnTo>
                  <a:lnTo>
                    <a:pt x="4866" y="12318"/>
                  </a:lnTo>
                  <a:lnTo>
                    <a:pt x="5368" y="11739"/>
                  </a:lnTo>
                  <a:lnTo>
                    <a:pt x="5870" y="11160"/>
                  </a:lnTo>
                  <a:lnTo>
                    <a:pt x="6410" y="10619"/>
                  </a:lnTo>
                  <a:lnTo>
                    <a:pt x="6951" y="10117"/>
                  </a:lnTo>
                  <a:lnTo>
                    <a:pt x="7530" y="9654"/>
                  </a:lnTo>
                  <a:lnTo>
                    <a:pt x="8148" y="9229"/>
                  </a:lnTo>
                  <a:lnTo>
                    <a:pt x="8766" y="8804"/>
                  </a:lnTo>
                  <a:lnTo>
                    <a:pt x="9384" y="8457"/>
                  </a:lnTo>
                  <a:lnTo>
                    <a:pt x="10040" y="8109"/>
                  </a:lnTo>
                  <a:lnTo>
                    <a:pt x="10735" y="7839"/>
                  </a:lnTo>
                  <a:lnTo>
                    <a:pt x="11430" y="7569"/>
                  </a:lnTo>
                  <a:lnTo>
                    <a:pt x="12164" y="7376"/>
                  </a:lnTo>
                  <a:lnTo>
                    <a:pt x="12898" y="7183"/>
                  </a:lnTo>
                  <a:lnTo>
                    <a:pt x="13670" y="7067"/>
                  </a:lnTo>
                  <a:lnTo>
                    <a:pt x="14442" y="6990"/>
                  </a:lnTo>
                  <a:close/>
                  <a:moveTo>
                    <a:pt x="4518" y="1275"/>
                  </a:moveTo>
                  <a:lnTo>
                    <a:pt x="4016" y="1854"/>
                  </a:lnTo>
                  <a:lnTo>
                    <a:pt x="3591" y="2472"/>
                  </a:lnTo>
                  <a:lnTo>
                    <a:pt x="3244" y="3128"/>
                  </a:lnTo>
                  <a:lnTo>
                    <a:pt x="2935" y="3823"/>
                  </a:lnTo>
                  <a:lnTo>
                    <a:pt x="2665" y="4518"/>
                  </a:lnTo>
                  <a:lnTo>
                    <a:pt x="2472" y="5291"/>
                  </a:lnTo>
                  <a:lnTo>
                    <a:pt x="2317" y="6024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1"/>
                  </a:lnTo>
                  <a:lnTo>
                    <a:pt x="2279" y="9113"/>
                  </a:lnTo>
                  <a:lnTo>
                    <a:pt x="2356" y="9886"/>
                  </a:lnTo>
                  <a:lnTo>
                    <a:pt x="2549" y="10619"/>
                  </a:lnTo>
                  <a:lnTo>
                    <a:pt x="2742" y="11353"/>
                  </a:lnTo>
                  <a:lnTo>
                    <a:pt x="3012" y="12087"/>
                  </a:lnTo>
                  <a:lnTo>
                    <a:pt x="3283" y="12782"/>
                  </a:lnTo>
                  <a:lnTo>
                    <a:pt x="3089" y="12898"/>
                  </a:lnTo>
                  <a:lnTo>
                    <a:pt x="2935" y="13052"/>
                  </a:lnTo>
                  <a:lnTo>
                    <a:pt x="2819" y="13245"/>
                  </a:lnTo>
                  <a:lnTo>
                    <a:pt x="2703" y="13438"/>
                  </a:lnTo>
                  <a:lnTo>
                    <a:pt x="2394" y="13014"/>
                  </a:lnTo>
                  <a:lnTo>
                    <a:pt x="2047" y="12550"/>
                  </a:lnTo>
                  <a:lnTo>
                    <a:pt x="1777" y="12087"/>
                  </a:lnTo>
                  <a:lnTo>
                    <a:pt x="1506" y="11623"/>
                  </a:lnTo>
                  <a:lnTo>
                    <a:pt x="1275" y="11121"/>
                  </a:lnTo>
                  <a:lnTo>
                    <a:pt x="1043" y="10619"/>
                  </a:lnTo>
                  <a:lnTo>
                    <a:pt x="850" y="10117"/>
                  </a:lnTo>
                  <a:lnTo>
                    <a:pt x="734" y="9615"/>
                  </a:lnTo>
                  <a:lnTo>
                    <a:pt x="618" y="9113"/>
                  </a:lnTo>
                  <a:lnTo>
                    <a:pt x="541" y="8573"/>
                  </a:lnTo>
                  <a:lnTo>
                    <a:pt x="502" y="8032"/>
                  </a:lnTo>
                  <a:lnTo>
                    <a:pt x="502" y="7492"/>
                  </a:lnTo>
                  <a:lnTo>
                    <a:pt x="541" y="6951"/>
                  </a:lnTo>
                  <a:lnTo>
                    <a:pt x="618" y="6410"/>
                  </a:lnTo>
                  <a:lnTo>
                    <a:pt x="734" y="5870"/>
                  </a:lnTo>
                  <a:lnTo>
                    <a:pt x="927" y="5329"/>
                  </a:lnTo>
                  <a:lnTo>
                    <a:pt x="1197" y="4673"/>
                  </a:lnTo>
                  <a:lnTo>
                    <a:pt x="1506" y="4055"/>
                  </a:lnTo>
                  <a:lnTo>
                    <a:pt x="1892" y="3476"/>
                  </a:lnTo>
                  <a:lnTo>
                    <a:pt x="2356" y="2935"/>
                  </a:lnTo>
                  <a:lnTo>
                    <a:pt x="2819" y="2433"/>
                  </a:lnTo>
                  <a:lnTo>
                    <a:pt x="3360" y="2008"/>
                  </a:lnTo>
                  <a:lnTo>
                    <a:pt x="3900" y="1584"/>
                  </a:lnTo>
                  <a:lnTo>
                    <a:pt x="4518" y="1275"/>
                  </a:lnTo>
                  <a:close/>
                  <a:moveTo>
                    <a:pt x="3823" y="12975"/>
                  </a:moveTo>
                  <a:lnTo>
                    <a:pt x="4016" y="13052"/>
                  </a:lnTo>
                  <a:lnTo>
                    <a:pt x="4132" y="13168"/>
                  </a:lnTo>
                  <a:lnTo>
                    <a:pt x="4248" y="13284"/>
                  </a:lnTo>
                  <a:lnTo>
                    <a:pt x="4325" y="13438"/>
                  </a:lnTo>
                  <a:lnTo>
                    <a:pt x="4364" y="13631"/>
                  </a:lnTo>
                  <a:lnTo>
                    <a:pt x="4325" y="13786"/>
                  </a:lnTo>
                  <a:lnTo>
                    <a:pt x="4287" y="13940"/>
                  </a:lnTo>
                  <a:lnTo>
                    <a:pt x="4209" y="14095"/>
                  </a:lnTo>
                  <a:lnTo>
                    <a:pt x="3746" y="13824"/>
                  </a:lnTo>
                  <a:lnTo>
                    <a:pt x="3321" y="13477"/>
                  </a:lnTo>
                  <a:lnTo>
                    <a:pt x="3244" y="13438"/>
                  </a:lnTo>
                  <a:lnTo>
                    <a:pt x="3128" y="13438"/>
                  </a:lnTo>
                  <a:lnTo>
                    <a:pt x="3051" y="13477"/>
                  </a:lnTo>
                  <a:lnTo>
                    <a:pt x="2974" y="13515"/>
                  </a:lnTo>
                  <a:lnTo>
                    <a:pt x="3051" y="13361"/>
                  </a:lnTo>
                  <a:lnTo>
                    <a:pt x="3167" y="13245"/>
                  </a:lnTo>
                  <a:lnTo>
                    <a:pt x="3321" y="13129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9113" y="12859"/>
                  </a:moveTo>
                  <a:lnTo>
                    <a:pt x="9615" y="12898"/>
                  </a:lnTo>
                  <a:lnTo>
                    <a:pt x="10079" y="12975"/>
                  </a:lnTo>
                  <a:lnTo>
                    <a:pt x="10504" y="13014"/>
                  </a:lnTo>
                  <a:lnTo>
                    <a:pt x="11006" y="13129"/>
                  </a:lnTo>
                  <a:lnTo>
                    <a:pt x="11469" y="13245"/>
                  </a:lnTo>
                  <a:lnTo>
                    <a:pt x="11701" y="13361"/>
                  </a:lnTo>
                  <a:lnTo>
                    <a:pt x="11894" y="13477"/>
                  </a:lnTo>
                  <a:lnTo>
                    <a:pt x="11508" y="13786"/>
                  </a:lnTo>
                  <a:lnTo>
                    <a:pt x="11083" y="14017"/>
                  </a:lnTo>
                  <a:lnTo>
                    <a:pt x="10658" y="14249"/>
                  </a:lnTo>
                  <a:lnTo>
                    <a:pt x="10195" y="14442"/>
                  </a:lnTo>
                  <a:lnTo>
                    <a:pt x="9770" y="14635"/>
                  </a:lnTo>
                  <a:lnTo>
                    <a:pt x="9306" y="14751"/>
                  </a:lnTo>
                  <a:lnTo>
                    <a:pt x="8804" y="14867"/>
                  </a:lnTo>
                  <a:lnTo>
                    <a:pt x="8341" y="14944"/>
                  </a:lnTo>
                  <a:lnTo>
                    <a:pt x="7839" y="14983"/>
                  </a:lnTo>
                  <a:lnTo>
                    <a:pt x="7376" y="14983"/>
                  </a:lnTo>
                  <a:lnTo>
                    <a:pt x="6874" y="14944"/>
                  </a:lnTo>
                  <a:lnTo>
                    <a:pt x="6410" y="14867"/>
                  </a:lnTo>
                  <a:lnTo>
                    <a:pt x="5947" y="14790"/>
                  </a:lnTo>
                  <a:lnTo>
                    <a:pt x="5484" y="14674"/>
                  </a:lnTo>
                  <a:lnTo>
                    <a:pt x="5020" y="14481"/>
                  </a:lnTo>
                  <a:lnTo>
                    <a:pt x="4557" y="14288"/>
                  </a:lnTo>
                  <a:lnTo>
                    <a:pt x="4673" y="14017"/>
                  </a:lnTo>
                  <a:lnTo>
                    <a:pt x="4711" y="13747"/>
                  </a:lnTo>
                  <a:lnTo>
                    <a:pt x="4711" y="13593"/>
                  </a:lnTo>
                  <a:lnTo>
                    <a:pt x="5561" y="13322"/>
                  </a:lnTo>
                  <a:lnTo>
                    <a:pt x="6410" y="13091"/>
                  </a:lnTo>
                  <a:lnTo>
                    <a:pt x="7260" y="12936"/>
                  </a:lnTo>
                  <a:lnTo>
                    <a:pt x="8148" y="12859"/>
                  </a:lnTo>
                  <a:close/>
                  <a:moveTo>
                    <a:pt x="7569" y="0"/>
                  </a:moveTo>
                  <a:lnTo>
                    <a:pt x="6990" y="39"/>
                  </a:lnTo>
                  <a:lnTo>
                    <a:pt x="6410" y="116"/>
                  </a:lnTo>
                  <a:lnTo>
                    <a:pt x="5870" y="232"/>
                  </a:lnTo>
                  <a:lnTo>
                    <a:pt x="5291" y="386"/>
                  </a:lnTo>
                  <a:lnTo>
                    <a:pt x="4750" y="580"/>
                  </a:lnTo>
                  <a:lnTo>
                    <a:pt x="4248" y="811"/>
                  </a:lnTo>
                  <a:lnTo>
                    <a:pt x="3746" y="1120"/>
                  </a:lnTo>
                  <a:lnTo>
                    <a:pt x="3283" y="1429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1970" y="2588"/>
                  </a:lnTo>
                  <a:lnTo>
                    <a:pt x="1622" y="3012"/>
                  </a:lnTo>
                  <a:lnTo>
                    <a:pt x="1275" y="3514"/>
                  </a:lnTo>
                  <a:lnTo>
                    <a:pt x="966" y="4016"/>
                  </a:lnTo>
                  <a:lnTo>
                    <a:pt x="657" y="4595"/>
                  </a:lnTo>
                  <a:lnTo>
                    <a:pt x="425" y="5252"/>
                  </a:lnTo>
                  <a:lnTo>
                    <a:pt x="232" y="5908"/>
                  </a:lnTo>
                  <a:lnTo>
                    <a:pt x="116" y="6565"/>
                  </a:lnTo>
                  <a:lnTo>
                    <a:pt x="0" y="7221"/>
                  </a:lnTo>
                  <a:lnTo>
                    <a:pt x="0" y="7916"/>
                  </a:lnTo>
                  <a:lnTo>
                    <a:pt x="39" y="8611"/>
                  </a:lnTo>
                  <a:lnTo>
                    <a:pt x="116" y="9268"/>
                  </a:lnTo>
                  <a:lnTo>
                    <a:pt x="232" y="9924"/>
                  </a:lnTo>
                  <a:lnTo>
                    <a:pt x="425" y="10581"/>
                  </a:lnTo>
                  <a:lnTo>
                    <a:pt x="695" y="11237"/>
                  </a:lnTo>
                  <a:lnTo>
                    <a:pt x="966" y="11855"/>
                  </a:lnTo>
                  <a:lnTo>
                    <a:pt x="1313" y="12396"/>
                  </a:lnTo>
                  <a:lnTo>
                    <a:pt x="1738" y="12975"/>
                  </a:lnTo>
                  <a:lnTo>
                    <a:pt x="2201" y="13477"/>
                  </a:lnTo>
                  <a:lnTo>
                    <a:pt x="2703" y="13902"/>
                  </a:lnTo>
                  <a:lnTo>
                    <a:pt x="2742" y="13940"/>
                  </a:lnTo>
                  <a:lnTo>
                    <a:pt x="2819" y="13940"/>
                  </a:lnTo>
                  <a:lnTo>
                    <a:pt x="2896" y="13902"/>
                  </a:lnTo>
                  <a:lnTo>
                    <a:pt x="3167" y="14133"/>
                  </a:lnTo>
                  <a:lnTo>
                    <a:pt x="3437" y="14326"/>
                  </a:lnTo>
                  <a:lnTo>
                    <a:pt x="3785" y="14519"/>
                  </a:lnTo>
                  <a:lnTo>
                    <a:pt x="4093" y="14597"/>
                  </a:lnTo>
                  <a:lnTo>
                    <a:pt x="4518" y="14828"/>
                  </a:lnTo>
                  <a:lnTo>
                    <a:pt x="4943" y="14983"/>
                  </a:lnTo>
                  <a:lnTo>
                    <a:pt x="5406" y="15137"/>
                  </a:lnTo>
                  <a:lnTo>
                    <a:pt x="5870" y="15292"/>
                  </a:lnTo>
                  <a:lnTo>
                    <a:pt x="6333" y="15369"/>
                  </a:lnTo>
                  <a:lnTo>
                    <a:pt x="6797" y="15446"/>
                  </a:lnTo>
                  <a:lnTo>
                    <a:pt x="7260" y="15485"/>
                  </a:lnTo>
                  <a:lnTo>
                    <a:pt x="7723" y="15485"/>
                  </a:lnTo>
                  <a:lnTo>
                    <a:pt x="8225" y="15446"/>
                  </a:lnTo>
                  <a:lnTo>
                    <a:pt x="8689" y="15408"/>
                  </a:lnTo>
                  <a:lnTo>
                    <a:pt x="9152" y="15330"/>
                  </a:lnTo>
                  <a:lnTo>
                    <a:pt x="9615" y="15215"/>
                  </a:lnTo>
                  <a:lnTo>
                    <a:pt x="10079" y="15060"/>
                  </a:lnTo>
                  <a:lnTo>
                    <a:pt x="10504" y="14906"/>
                  </a:lnTo>
                  <a:lnTo>
                    <a:pt x="10928" y="14674"/>
                  </a:lnTo>
                  <a:lnTo>
                    <a:pt x="11353" y="14442"/>
                  </a:lnTo>
                  <a:lnTo>
                    <a:pt x="11855" y="14133"/>
                  </a:lnTo>
                  <a:lnTo>
                    <a:pt x="12318" y="13786"/>
                  </a:lnTo>
                  <a:lnTo>
                    <a:pt x="12705" y="13400"/>
                  </a:lnTo>
                  <a:lnTo>
                    <a:pt x="13091" y="12975"/>
                  </a:lnTo>
                  <a:lnTo>
                    <a:pt x="13438" y="12550"/>
                  </a:lnTo>
                  <a:lnTo>
                    <a:pt x="13747" y="12048"/>
                  </a:lnTo>
                  <a:lnTo>
                    <a:pt x="14056" y="11585"/>
                  </a:lnTo>
                  <a:lnTo>
                    <a:pt x="14288" y="11044"/>
                  </a:lnTo>
                  <a:lnTo>
                    <a:pt x="14481" y="10542"/>
                  </a:lnTo>
                  <a:lnTo>
                    <a:pt x="14674" y="10002"/>
                  </a:lnTo>
                  <a:lnTo>
                    <a:pt x="14790" y="9422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4983" y="7723"/>
                  </a:lnTo>
                  <a:lnTo>
                    <a:pt x="14983" y="7144"/>
                  </a:lnTo>
                  <a:lnTo>
                    <a:pt x="14906" y="6603"/>
                  </a:lnTo>
                  <a:lnTo>
                    <a:pt x="14828" y="5986"/>
                  </a:lnTo>
                  <a:lnTo>
                    <a:pt x="14674" y="5406"/>
                  </a:lnTo>
                  <a:lnTo>
                    <a:pt x="14481" y="4827"/>
                  </a:lnTo>
                  <a:lnTo>
                    <a:pt x="14249" y="4287"/>
                  </a:lnTo>
                  <a:lnTo>
                    <a:pt x="13979" y="3746"/>
                  </a:lnTo>
                  <a:lnTo>
                    <a:pt x="13631" y="3244"/>
                  </a:lnTo>
                  <a:lnTo>
                    <a:pt x="13284" y="2742"/>
                  </a:lnTo>
                  <a:lnTo>
                    <a:pt x="12898" y="2317"/>
                  </a:lnTo>
                  <a:lnTo>
                    <a:pt x="12512" y="1892"/>
                  </a:lnTo>
                  <a:lnTo>
                    <a:pt x="12048" y="1506"/>
                  </a:lnTo>
                  <a:lnTo>
                    <a:pt x="11546" y="1197"/>
                  </a:lnTo>
                  <a:lnTo>
                    <a:pt x="11044" y="888"/>
                  </a:lnTo>
                  <a:lnTo>
                    <a:pt x="10504" y="618"/>
                  </a:lnTo>
                  <a:lnTo>
                    <a:pt x="9963" y="386"/>
                  </a:lnTo>
                  <a:lnTo>
                    <a:pt x="9345" y="232"/>
                  </a:lnTo>
                  <a:lnTo>
                    <a:pt x="8766" y="116"/>
                  </a:lnTo>
                  <a:lnTo>
                    <a:pt x="8148" y="39"/>
                  </a:lnTo>
                  <a:lnTo>
                    <a:pt x="756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4" name="Google Shape;3824;p17"/>
            <p:cNvSpPr/>
            <p:nvPr/>
          </p:nvSpPr>
          <p:spPr>
            <a:xfrm>
              <a:off x="6509175" y="1566300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8" y="5870"/>
                  </a:lnTo>
                  <a:lnTo>
                    <a:pt x="7491" y="6024"/>
                  </a:lnTo>
                  <a:lnTo>
                    <a:pt x="7530" y="6140"/>
                  </a:lnTo>
                  <a:lnTo>
                    <a:pt x="7569" y="6256"/>
                  </a:lnTo>
                  <a:lnTo>
                    <a:pt x="7607" y="6372"/>
                  </a:lnTo>
                  <a:lnTo>
                    <a:pt x="7569" y="6488"/>
                  </a:lnTo>
                  <a:lnTo>
                    <a:pt x="7530" y="6565"/>
                  </a:lnTo>
                  <a:lnTo>
                    <a:pt x="7491" y="6681"/>
                  </a:lnTo>
                  <a:lnTo>
                    <a:pt x="7337" y="6796"/>
                  </a:lnTo>
                  <a:lnTo>
                    <a:pt x="7105" y="6912"/>
                  </a:lnTo>
                  <a:lnTo>
                    <a:pt x="6912" y="6912"/>
                  </a:lnTo>
                  <a:lnTo>
                    <a:pt x="6719" y="6835"/>
                  </a:lnTo>
                  <a:lnTo>
                    <a:pt x="6565" y="6681"/>
                  </a:lnTo>
                  <a:lnTo>
                    <a:pt x="6487" y="6488"/>
                  </a:lnTo>
                  <a:lnTo>
                    <a:pt x="6487" y="6294"/>
                  </a:lnTo>
                  <a:lnTo>
                    <a:pt x="6526" y="6101"/>
                  </a:lnTo>
                  <a:lnTo>
                    <a:pt x="6642" y="5908"/>
                  </a:lnTo>
                  <a:lnTo>
                    <a:pt x="6796" y="5754"/>
                  </a:lnTo>
                  <a:close/>
                  <a:moveTo>
                    <a:pt x="232" y="0"/>
                  </a:moveTo>
                  <a:lnTo>
                    <a:pt x="155" y="39"/>
                  </a:lnTo>
                  <a:lnTo>
                    <a:pt x="77" y="39"/>
                  </a:lnTo>
                  <a:lnTo>
                    <a:pt x="39" y="116"/>
                  </a:lnTo>
                  <a:lnTo>
                    <a:pt x="0" y="232"/>
                  </a:lnTo>
                  <a:lnTo>
                    <a:pt x="0" y="309"/>
                  </a:lnTo>
                  <a:lnTo>
                    <a:pt x="39" y="386"/>
                  </a:lnTo>
                  <a:lnTo>
                    <a:pt x="425" y="773"/>
                  </a:lnTo>
                  <a:lnTo>
                    <a:pt x="811" y="1120"/>
                  </a:lnTo>
                  <a:lnTo>
                    <a:pt x="1622" y="1777"/>
                  </a:lnTo>
                  <a:lnTo>
                    <a:pt x="3398" y="3205"/>
                  </a:lnTo>
                  <a:lnTo>
                    <a:pt x="4866" y="4441"/>
                  </a:lnTo>
                  <a:lnTo>
                    <a:pt x="5638" y="5020"/>
                  </a:lnTo>
                  <a:lnTo>
                    <a:pt x="6410" y="5599"/>
                  </a:lnTo>
                  <a:lnTo>
                    <a:pt x="6294" y="5677"/>
                  </a:lnTo>
                  <a:lnTo>
                    <a:pt x="6217" y="5792"/>
                  </a:lnTo>
                  <a:lnTo>
                    <a:pt x="6101" y="6101"/>
                  </a:lnTo>
                  <a:lnTo>
                    <a:pt x="6063" y="6410"/>
                  </a:lnTo>
                  <a:lnTo>
                    <a:pt x="6101" y="6681"/>
                  </a:lnTo>
                  <a:lnTo>
                    <a:pt x="6179" y="6835"/>
                  </a:lnTo>
                  <a:lnTo>
                    <a:pt x="6294" y="6990"/>
                  </a:lnTo>
                  <a:lnTo>
                    <a:pt x="6410" y="7144"/>
                  </a:lnTo>
                  <a:lnTo>
                    <a:pt x="6565" y="7221"/>
                  </a:lnTo>
                  <a:lnTo>
                    <a:pt x="6719" y="7298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8"/>
                  </a:lnTo>
                  <a:lnTo>
                    <a:pt x="7453" y="7260"/>
                  </a:lnTo>
                  <a:lnTo>
                    <a:pt x="7607" y="7144"/>
                  </a:lnTo>
                  <a:lnTo>
                    <a:pt x="7723" y="7028"/>
                  </a:lnTo>
                  <a:lnTo>
                    <a:pt x="7839" y="6912"/>
                  </a:lnTo>
                  <a:lnTo>
                    <a:pt x="7955" y="6758"/>
                  </a:lnTo>
                  <a:lnTo>
                    <a:pt x="7993" y="6565"/>
                  </a:lnTo>
                  <a:lnTo>
                    <a:pt x="8032" y="6410"/>
                  </a:lnTo>
                  <a:lnTo>
                    <a:pt x="8032" y="6217"/>
                  </a:lnTo>
                  <a:lnTo>
                    <a:pt x="7955" y="6024"/>
                  </a:lnTo>
                  <a:lnTo>
                    <a:pt x="7839" y="5870"/>
                  </a:lnTo>
                  <a:lnTo>
                    <a:pt x="7723" y="5715"/>
                  </a:lnTo>
                  <a:lnTo>
                    <a:pt x="7569" y="5599"/>
                  </a:lnTo>
                  <a:lnTo>
                    <a:pt x="7414" y="5522"/>
                  </a:lnTo>
                  <a:lnTo>
                    <a:pt x="7221" y="5445"/>
                  </a:lnTo>
                  <a:lnTo>
                    <a:pt x="7028" y="5445"/>
                  </a:lnTo>
                  <a:lnTo>
                    <a:pt x="6835" y="5484"/>
                  </a:lnTo>
                  <a:lnTo>
                    <a:pt x="6024" y="4711"/>
                  </a:lnTo>
                  <a:lnTo>
                    <a:pt x="5213" y="4016"/>
                  </a:lnTo>
                  <a:lnTo>
                    <a:pt x="3514" y="2626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4" y="309"/>
                  </a:lnTo>
                  <a:lnTo>
                    <a:pt x="309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5" name="Google Shape;3825;p17"/>
            <p:cNvSpPr/>
            <p:nvPr/>
          </p:nvSpPr>
          <p:spPr>
            <a:xfrm>
              <a:off x="2672775" y="1574975"/>
              <a:ext cx="84975" cy="94650"/>
            </a:xfrm>
            <a:custGeom>
              <a:avLst/>
              <a:gdLst/>
              <a:ahLst/>
              <a:cxnLst/>
              <a:rect l="l" t="t" r="r" b="b"/>
              <a:pathLst>
                <a:path w="3399" h="3786" extrusionOk="0">
                  <a:moveTo>
                    <a:pt x="78" y="1"/>
                  </a:moveTo>
                  <a:lnTo>
                    <a:pt x="1" y="78"/>
                  </a:lnTo>
                  <a:lnTo>
                    <a:pt x="1" y="117"/>
                  </a:lnTo>
                  <a:lnTo>
                    <a:pt x="348" y="889"/>
                  </a:lnTo>
                  <a:lnTo>
                    <a:pt x="812" y="1661"/>
                  </a:lnTo>
                  <a:lnTo>
                    <a:pt x="1275" y="2395"/>
                  </a:lnTo>
                  <a:lnTo>
                    <a:pt x="1738" y="3090"/>
                  </a:lnTo>
                  <a:lnTo>
                    <a:pt x="2009" y="3437"/>
                  </a:lnTo>
                  <a:lnTo>
                    <a:pt x="2202" y="3553"/>
                  </a:lnTo>
                  <a:lnTo>
                    <a:pt x="2395" y="3669"/>
                  </a:lnTo>
                  <a:lnTo>
                    <a:pt x="2588" y="3746"/>
                  </a:lnTo>
                  <a:lnTo>
                    <a:pt x="2781" y="3785"/>
                  </a:lnTo>
                  <a:lnTo>
                    <a:pt x="3013" y="3708"/>
                  </a:lnTo>
                  <a:lnTo>
                    <a:pt x="3206" y="3592"/>
                  </a:lnTo>
                  <a:lnTo>
                    <a:pt x="3322" y="3437"/>
                  </a:lnTo>
                  <a:lnTo>
                    <a:pt x="3399" y="3244"/>
                  </a:lnTo>
                  <a:lnTo>
                    <a:pt x="3399" y="3090"/>
                  </a:lnTo>
                  <a:lnTo>
                    <a:pt x="3399" y="2897"/>
                  </a:lnTo>
                  <a:lnTo>
                    <a:pt x="3360" y="2704"/>
                  </a:lnTo>
                  <a:lnTo>
                    <a:pt x="3283" y="2511"/>
                  </a:lnTo>
                  <a:lnTo>
                    <a:pt x="3128" y="2163"/>
                  </a:lnTo>
                  <a:lnTo>
                    <a:pt x="2935" y="2240"/>
                  </a:lnTo>
                  <a:lnTo>
                    <a:pt x="3051" y="2588"/>
                  </a:lnTo>
                  <a:lnTo>
                    <a:pt x="3090" y="2742"/>
                  </a:lnTo>
                  <a:lnTo>
                    <a:pt x="3128" y="2858"/>
                  </a:lnTo>
                  <a:lnTo>
                    <a:pt x="2897" y="3013"/>
                  </a:lnTo>
                  <a:lnTo>
                    <a:pt x="2665" y="3129"/>
                  </a:lnTo>
                  <a:lnTo>
                    <a:pt x="2511" y="3206"/>
                  </a:lnTo>
                  <a:lnTo>
                    <a:pt x="2318" y="3206"/>
                  </a:lnTo>
                  <a:lnTo>
                    <a:pt x="2202" y="3167"/>
                  </a:lnTo>
                  <a:lnTo>
                    <a:pt x="2047" y="3090"/>
                  </a:lnTo>
                  <a:lnTo>
                    <a:pt x="1931" y="2936"/>
                  </a:lnTo>
                  <a:lnTo>
                    <a:pt x="1854" y="2742"/>
                  </a:lnTo>
                  <a:lnTo>
                    <a:pt x="1700" y="2511"/>
                  </a:lnTo>
                  <a:lnTo>
                    <a:pt x="1082" y="1507"/>
                  </a:lnTo>
                  <a:lnTo>
                    <a:pt x="619" y="773"/>
                  </a:lnTo>
                  <a:lnTo>
                    <a:pt x="387" y="387"/>
                  </a:lnTo>
                  <a:lnTo>
                    <a:pt x="117" y="39"/>
                  </a:lnTo>
                  <a:lnTo>
                    <a:pt x="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6" name="Google Shape;3826;p17"/>
            <p:cNvSpPr/>
            <p:nvPr/>
          </p:nvSpPr>
          <p:spPr>
            <a:xfrm>
              <a:off x="4909550" y="1580775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8" y="5909"/>
                  </a:moveTo>
                  <a:lnTo>
                    <a:pt x="1082" y="5986"/>
                  </a:lnTo>
                  <a:lnTo>
                    <a:pt x="1236" y="6024"/>
                  </a:lnTo>
                  <a:lnTo>
                    <a:pt x="1390" y="6179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0" y="6797"/>
                  </a:lnTo>
                  <a:lnTo>
                    <a:pt x="1236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90"/>
                  </a:lnTo>
                  <a:lnTo>
                    <a:pt x="464" y="6835"/>
                  </a:lnTo>
                  <a:lnTo>
                    <a:pt x="425" y="6719"/>
                  </a:lnTo>
                  <a:lnTo>
                    <a:pt x="386" y="6642"/>
                  </a:lnTo>
                  <a:lnTo>
                    <a:pt x="348" y="6488"/>
                  </a:lnTo>
                  <a:lnTo>
                    <a:pt x="386" y="6372"/>
                  </a:lnTo>
                  <a:lnTo>
                    <a:pt x="425" y="6256"/>
                  </a:lnTo>
                  <a:lnTo>
                    <a:pt x="502" y="6179"/>
                  </a:lnTo>
                  <a:lnTo>
                    <a:pt x="695" y="6024"/>
                  </a:lnTo>
                  <a:lnTo>
                    <a:pt x="888" y="5909"/>
                  </a:lnTo>
                  <a:close/>
                  <a:moveTo>
                    <a:pt x="5908" y="0"/>
                  </a:moveTo>
                  <a:lnTo>
                    <a:pt x="5831" y="39"/>
                  </a:lnTo>
                  <a:lnTo>
                    <a:pt x="5522" y="309"/>
                  </a:lnTo>
                  <a:lnTo>
                    <a:pt x="5175" y="618"/>
                  </a:lnTo>
                  <a:lnTo>
                    <a:pt x="4596" y="1313"/>
                  </a:lnTo>
                  <a:lnTo>
                    <a:pt x="4016" y="2047"/>
                  </a:lnTo>
                  <a:lnTo>
                    <a:pt x="3437" y="2781"/>
                  </a:lnTo>
                  <a:lnTo>
                    <a:pt x="2279" y="4132"/>
                  </a:lnTo>
                  <a:lnTo>
                    <a:pt x="1738" y="4866"/>
                  </a:lnTo>
                  <a:lnTo>
                    <a:pt x="1197" y="5561"/>
                  </a:lnTo>
                  <a:lnTo>
                    <a:pt x="1043" y="5522"/>
                  </a:lnTo>
                  <a:lnTo>
                    <a:pt x="888" y="5522"/>
                  </a:lnTo>
                  <a:lnTo>
                    <a:pt x="773" y="5561"/>
                  </a:lnTo>
                  <a:lnTo>
                    <a:pt x="618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0" y="6333"/>
                  </a:lnTo>
                  <a:lnTo>
                    <a:pt x="0" y="6488"/>
                  </a:lnTo>
                  <a:lnTo>
                    <a:pt x="0" y="6604"/>
                  </a:lnTo>
                  <a:lnTo>
                    <a:pt x="39" y="6797"/>
                  </a:lnTo>
                  <a:lnTo>
                    <a:pt x="116" y="6990"/>
                  </a:lnTo>
                  <a:lnTo>
                    <a:pt x="193" y="7144"/>
                  </a:lnTo>
                  <a:lnTo>
                    <a:pt x="348" y="7260"/>
                  </a:lnTo>
                  <a:lnTo>
                    <a:pt x="502" y="7376"/>
                  </a:lnTo>
                  <a:lnTo>
                    <a:pt x="695" y="7453"/>
                  </a:lnTo>
                  <a:lnTo>
                    <a:pt x="1082" y="7453"/>
                  </a:lnTo>
                  <a:lnTo>
                    <a:pt x="1275" y="7415"/>
                  </a:lnTo>
                  <a:lnTo>
                    <a:pt x="1429" y="7299"/>
                  </a:lnTo>
                  <a:lnTo>
                    <a:pt x="1584" y="7183"/>
                  </a:lnTo>
                  <a:lnTo>
                    <a:pt x="1699" y="7067"/>
                  </a:lnTo>
                  <a:lnTo>
                    <a:pt x="1815" y="6874"/>
                  </a:lnTo>
                  <a:lnTo>
                    <a:pt x="1854" y="6681"/>
                  </a:lnTo>
                  <a:lnTo>
                    <a:pt x="1892" y="6526"/>
                  </a:lnTo>
                  <a:lnTo>
                    <a:pt x="1854" y="6333"/>
                  </a:lnTo>
                  <a:lnTo>
                    <a:pt x="1815" y="6179"/>
                  </a:lnTo>
                  <a:lnTo>
                    <a:pt x="1738" y="6024"/>
                  </a:lnTo>
                  <a:lnTo>
                    <a:pt x="1661" y="5909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2" y="4403"/>
                  </a:lnTo>
                  <a:lnTo>
                    <a:pt x="3939" y="3012"/>
                  </a:lnTo>
                  <a:lnTo>
                    <a:pt x="4480" y="2395"/>
                  </a:lnTo>
                  <a:lnTo>
                    <a:pt x="5098" y="1700"/>
                  </a:lnTo>
                  <a:lnTo>
                    <a:pt x="5638" y="1043"/>
                  </a:lnTo>
                  <a:lnTo>
                    <a:pt x="5908" y="657"/>
                  </a:lnTo>
                  <a:lnTo>
                    <a:pt x="6101" y="309"/>
                  </a:lnTo>
                  <a:lnTo>
                    <a:pt x="6140" y="194"/>
                  </a:lnTo>
                  <a:lnTo>
                    <a:pt x="6063" y="78"/>
                  </a:lnTo>
                  <a:lnTo>
                    <a:pt x="598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7" name="Google Shape;3827;p17"/>
            <p:cNvSpPr/>
            <p:nvPr/>
          </p:nvSpPr>
          <p:spPr>
            <a:xfrm>
              <a:off x="4655650" y="160877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4"/>
                  </a:lnTo>
                  <a:lnTo>
                    <a:pt x="7531" y="6140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1" y="6565"/>
                  </a:lnTo>
                  <a:lnTo>
                    <a:pt x="7492" y="6681"/>
                  </a:lnTo>
                  <a:lnTo>
                    <a:pt x="7337" y="6796"/>
                  </a:lnTo>
                  <a:lnTo>
                    <a:pt x="7106" y="6912"/>
                  </a:lnTo>
                  <a:lnTo>
                    <a:pt x="6913" y="6912"/>
                  </a:lnTo>
                  <a:lnTo>
                    <a:pt x="6720" y="6835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7" y="6101"/>
                  </a:lnTo>
                  <a:lnTo>
                    <a:pt x="6642" y="5908"/>
                  </a:lnTo>
                  <a:lnTo>
                    <a:pt x="6797" y="5754"/>
                  </a:lnTo>
                  <a:close/>
                  <a:moveTo>
                    <a:pt x="232" y="0"/>
                  </a:moveTo>
                  <a:lnTo>
                    <a:pt x="155" y="39"/>
                  </a:lnTo>
                  <a:lnTo>
                    <a:pt x="78" y="39"/>
                  </a:lnTo>
                  <a:lnTo>
                    <a:pt x="39" y="116"/>
                  </a:lnTo>
                  <a:lnTo>
                    <a:pt x="1" y="232"/>
                  </a:lnTo>
                  <a:lnTo>
                    <a:pt x="1" y="309"/>
                  </a:lnTo>
                  <a:lnTo>
                    <a:pt x="39" y="386"/>
                  </a:lnTo>
                  <a:lnTo>
                    <a:pt x="425" y="773"/>
                  </a:lnTo>
                  <a:lnTo>
                    <a:pt x="812" y="1120"/>
                  </a:lnTo>
                  <a:lnTo>
                    <a:pt x="1622" y="1777"/>
                  </a:lnTo>
                  <a:lnTo>
                    <a:pt x="3399" y="3205"/>
                  </a:lnTo>
                  <a:lnTo>
                    <a:pt x="4866" y="4441"/>
                  </a:lnTo>
                  <a:lnTo>
                    <a:pt x="5638" y="5020"/>
                  </a:lnTo>
                  <a:lnTo>
                    <a:pt x="6411" y="5599"/>
                  </a:lnTo>
                  <a:lnTo>
                    <a:pt x="6295" y="5677"/>
                  </a:lnTo>
                  <a:lnTo>
                    <a:pt x="6218" y="5793"/>
                  </a:lnTo>
                  <a:lnTo>
                    <a:pt x="6102" y="6101"/>
                  </a:lnTo>
                  <a:lnTo>
                    <a:pt x="6063" y="6410"/>
                  </a:lnTo>
                  <a:lnTo>
                    <a:pt x="6102" y="6681"/>
                  </a:lnTo>
                  <a:lnTo>
                    <a:pt x="6179" y="6835"/>
                  </a:lnTo>
                  <a:lnTo>
                    <a:pt x="6295" y="6990"/>
                  </a:lnTo>
                  <a:lnTo>
                    <a:pt x="6411" y="7144"/>
                  </a:lnTo>
                  <a:lnTo>
                    <a:pt x="6565" y="7221"/>
                  </a:lnTo>
                  <a:lnTo>
                    <a:pt x="6720" y="7298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8"/>
                  </a:lnTo>
                  <a:lnTo>
                    <a:pt x="7453" y="7260"/>
                  </a:lnTo>
                  <a:lnTo>
                    <a:pt x="7608" y="7144"/>
                  </a:lnTo>
                  <a:lnTo>
                    <a:pt x="7724" y="7028"/>
                  </a:lnTo>
                  <a:lnTo>
                    <a:pt x="7839" y="6912"/>
                  </a:lnTo>
                  <a:lnTo>
                    <a:pt x="7955" y="6758"/>
                  </a:lnTo>
                  <a:lnTo>
                    <a:pt x="7994" y="6565"/>
                  </a:lnTo>
                  <a:lnTo>
                    <a:pt x="8033" y="6410"/>
                  </a:lnTo>
                  <a:lnTo>
                    <a:pt x="8033" y="6217"/>
                  </a:lnTo>
                  <a:lnTo>
                    <a:pt x="7955" y="6024"/>
                  </a:lnTo>
                  <a:lnTo>
                    <a:pt x="7839" y="5870"/>
                  </a:lnTo>
                  <a:lnTo>
                    <a:pt x="7724" y="5715"/>
                  </a:lnTo>
                  <a:lnTo>
                    <a:pt x="7569" y="5599"/>
                  </a:lnTo>
                  <a:lnTo>
                    <a:pt x="7415" y="5522"/>
                  </a:lnTo>
                  <a:lnTo>
                    <a:pt x="7222" y="5445"/>
                  </a:lnTo>
                  <a:lnTo>
                    <a:pt x="7029" y="5445"/>
                  </a:lnTo>
                  <a:lnTo>
                    <a:pt x="6835" y="5484"/>
                  </a:lnTo>
                  <a:lnTo>
                    <a:pt x="6025" y="4711"/>
                  </a:lnTo>
                  <a:lnTo>
                    <a:pt x="5214" y="4016"/>
                  </a:lnTo>
                  <a:lnTo>
                    <a:pt x="3515" y="2626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4" y="309"/>
                  </a:lnTo>
                  <a:lnTo>
                    <a:pt x="310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8" name="Google Shape;3828;p17"/>
            <p:cNvSpPr/>
            <p:nvPr/>
          </p:nvSpPr>
          <p:spPr>
            <a:xfrm>
              <a:off x="781625" y="1619400"/>
              <a:ext cx="153500" cy="186325"/>
            </a:xfrm>
            <a:custGeom>
              <a:avLst/>
              <a:gdLst/>
              <a:ahLst/>
              <a:cxnLst/>
              <a:rect l="l" t="t" r="r" b="b"/>
              <a:pathLst>
                <a:path w="6140" h="7453" extrusionOk="0">
                  <a:moveTo>
                    <a:pt x="888" y="5908"/>
                  </a:moveTo>
                  <a:lnTo>
                    <a:pt x="1081" y="5985"/>
                  </a:lnTo>
                  <a:lnTo>
                    <a:pt x="1236" y="6024"/>
                  </a:lnTo>
                  <a:lnTo>
                    <a:pt x="1390" y="6178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0" y="6796"/>
                  </a:lnTo>
                  <a:lnTo>
                    <a:pt x="1236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89"/>
                  </a:lnTo>
                  <a:lnTo>
                    <a:pt x="464" y="6835"/>
                  </a:lnTo>
                  <a:lnTo>
                    <a:pt x="425" y="6719"/>
                  </a:lnTo>
                  <a:lnTo>
                    <a:pt x="386" y="6642"/>
                  </a:lnTo>
                  <a:lnTo>
                    <a:pt x="348" y="6487"/>
                  </a:lnTo>
                  <a:lnTo>
                    <a:pt x="386" y="6371"/>
                  </a:lnTo>
                  <a:lnTo>
                    <a:pt x="425" y="6256"/>
                  </a:lnTo>
                  <a:lnTo>
                    <a:pt x="502" y="6178"/>
                  </a:lnTo>
                  <a:lnTo>
                    <a:pt x="695" y="6024"/>
                  </a:lnTo>
                  <a:lnTo>
                    <a:pt x="888" y="5908"/>
                  </a:lnTo>
                  <a:close/>
                  <a:moveTo>
                    <a:pt x="5908" y="0"/>
                  </a:moveTo>
                  <a:lnTo>
                    <a:pt x="5831" y="39"/>
                  </a:lnTo>
                  <a:lnTo>
                    <a:pt x="5522" y="309"/>
                  </a:lnTo>
                  <a:lnTo>
                    <a:pt x="5175" y="618"/>
                  </a:lnTo>
                  <a:lnTo>
                    <a:pt x="4595" y="1313"/>
                  </a:lnTo>
                  <a:lnTo>
                    <a:pt x="4016" y="2047"/>
                  </a:lnTo>
                  <a:lnTo>
                    <a:pt x="3437" y="2780"/>
                  </a:lnTo>
                  <a:lnTo>
                    <a:pt x="2278" y="4132"/>
                  </a:lnTo>
                  <a:lnTo>
                    <a:pt x="1738" y="4866"/>
                  </a:lnTo>
                  <a:lnTo>
                    <a:pt x="1197" y="5561"/>
                  </a:lnTo>
                  <a:lnTo>
                    <a:pt x="1043" y="5522"/>
                  </a:lnTo>
                  <a:lnTo>
                    <a:pt x="888" y="5522"/>
                  </a:lnTo>
                  <a:lnTo>
                    <a:pt x="772" y="5561"/>
                  </a:lnTo>
                  <a:lnTo>
                    <a:pt x="618" y="5599"/>
                  </a:lnTo>
                  <a:lnTo>
                    <a:pt x="541" y="5676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0" y="6333"/>
                  </a:lnTo>
                  <a:lnTo>
                    <a:pt x="0" y="6487"/>
                  </a:lnTo>
                  <a:lnTo>
                    <a:pt x="0" y="6603"/>
                  </a:lnTo>
                  <a:lnTo>
                    <a:pt x="39" y="6796"/>
                  </a:lnTo>
                  <a:lnTo>
                    <a:pt x="116" y="6989"/>
                  </a:lnTo>
                  <a:lnTo>
                    <a:pt x="193" y="7144"/>
                  </a:lnTo>
                  <a:lnTo>
                    <a:pt x="348" y="7260"/>
                  </a:lnTo>
                  <a:lnTo>
                    <a:pt x="502" y="7375"/>
                  </a:lnTo>
                  <a:lnTo>
                    <a:pt x="695" y="7453"/>
                  </a:lnTo>
                  <a:lnTo>
                    <a:pt x="1081" y="7453"/>
                  </a:lnTo>
                  <a:lnTo>
                    <a:pt x="1274" y="7414"/>
                  </a:lnTo>
                  <a:lnTo>
                    <a:pt x="1429" y="7298"/>
                  </a:lnTo>
                  <a:lnTo>
                    <a:pt x="1583" y="7182"/>
                  </a:lnTo>
                  <a:lnTo>
                    <a:pt x="1699" y="7067"/>
                  </a:lnTo>
                  <a:lnTo>
                    <a:pt x="1815" y="6873"/>
                  </a:lnTo>
                  <a:lnTo>
                    <a:pt x="1854" y="6680"/>
                  </a:lnTo>
                  <a:lnTo>
                    <a:pt x="1892" y="6526"/>
                  </a:lnTo>
                  <a:lnTo>
                    <a:pt x="1854" y="6333"/>
                  </a:lnTo>
                  <a:lnTo>
                    <a:pt x="1815" y="6178"/>
                  </a:lnTo>
                  <a:lnTo>
                    <a:pt x="1738" y="6024"/>
                  </a:lnTo>
                  <a:lnTo>
                    <a:pt x="1661" y="5908"/>
                  </a:lnTo>
                  <a:lnTo>
                    <a:pt x="1545" y="5792"/>
                  </a:lnTo>
                  <a:lnTo>
                    <a:pt x="2163" y="5097"/>
                  </a:lnTo>
                  <a:lnTo>
                    <a:pt x="2742" y="4402"/>
                  </a:lnTo>
                  <a:lnTo>
                    <a:pt x="3939" y="3012"/>
                  </a:lnTo>
                  <a:lnTo>
                    <a:pt x="4479" y="2394"/>
                  </a:lnTo>
                  <a:lnTo>
                    <a:pt x="5097" y="1699"/>
                  </a:lnTo>
                  <a:lnTo>
                    <a:pt x="5638" y="1043"/>
                  </a:lnTo>
                  <a:lnTo>
                    <a:pt x="5908" y="657"/>
                  </a:lnTo>
                  <a:lnTo>
                    <a:pt x="6101" y="309"/>
                  </a:lnTo>
                  <a:lnTo>
                    <a:pt x="6140" y="193"/>
                  </a:lnTo>
                  <a:lnTo>
                    <a:pt x="6063" y="77"/>
                  </a:lnTo>
                  <a:lnTo>
                    <a:pt x="598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9" name="Google Shape;3829;p17"/>
            <p:cNvSpPr/>
            <p:nvPr/>
          </p:nvSpPr>
          <p:spPr>
            <a:xfrm>
              <a:off x="1926550" y="1629050"/>
              <a:ext cx="67600" cy="76275"/>
            </a:xfrm>
            <a:custGeom>
              <a:avLst/>
              <a:gdLst/>
              <a:ahLst/>
              <a:cxnLst/>
              <a:rect l="l" t="t" r="r" b="b"/>
              <a:pathLst>
                <a:path w="2704" h="3051" extrusionOk="0">
                  <a:moveTo>
                    <a:pt x="1159" y="425"/>
                  </a:moveTo>
                  <a:lnTo>
                    <a:pt x="1429" y="502"/>
                  </a:lnTo>
                  <a:lnTo>
                    <a:pt x="1661" y="618"/>
                  </a:lnTo>
                  <a:lnTo>
                    <a:pt x="1854" y="773"/>
                  </a:lnTo>
                  <a:lnTo>
                    <a:pt x="2008" y="966"/>
                  </a:lnTo>
                  <a:lnTo>
                    <a:pt x="2124" y="1120"/>
                  </a:lnTo>
                  <a:lnTo>
                    <a:pt x="2201" y="1313"/>
                  </a:lnTo>
                  <a:lnTo>
                    <a:pt x="2317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1" y="2394"/>
                  </a:lnTo>
                  <a:lnTo>
                    <a:pt x="2047" y="2278"/>
                  </a:lnTo>
                  <a:lnTo>
                    <a:pt x="1622" y="2047"/>
                  </a:lnTo>
                  <a:lnTo>
                    <a:pt x="1236" y="1892"/>
                  </a:lnTo>
                  <a:lnTo>
                    <a:pt x="1004" y="1776"/>
                  </a:lnTo>
                  <a:lnTo>
                    <a:pt x="811" y="1661"/>
                  </a:lnTo>
                  <a:lnTo>
                    <a:pt x="618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1"/>
                  </a:lnTo>
                  <a:lnTo>
                    <a:pt x="541" y="657"/>
                  </a:lnTo>
                  <a:lnTo>
                    <a:pt x="618" y="579"/>
                  </a:lnTo>
                  <a:lnTo>
                    <a:pt x="695" y="502"/>
                  </a:lnTo>
                  <a:lnTo>
                    <a:pt x="811" y="464"/>
                  </a:lnTo>
                  <a:lnTo>
                    <a:pt x="927" y="425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1"/>
                  </a:lnTo>
                  <a:lnTo>
                    <a:pt x="193" y="425"/>
                  </a:lnTo>
                  <a:lnTo>
                    <a:pt x="78" y="618"/>
                  </a:lnTo>
                  <a:lnTo>
                    <a:pt x="0" y="811"/>
                  </a:lnTo>
                  <a:lnTo>
                    <a:pt x="0" y="1004"/>
                  </a:lnTo>
                  <a:lnTo>
                    <a:pt x="0" y="1236"/>
                  </a:lnTo>
                  <a:lnTo>
                    <a:pt x="39" y="1429"/>
                  </a:lnTo>
                  <a:lnTo>
                    <a:pt x="155" y="1622"/>
                  </a:lnTo>
                  <a:lnTo>
                    <a:pt x="387" y="1854"/>
                  </a:lnTo>
                  <a:lnTo>
                    <a:pt x="618" y="2047"/>
                  </a:lnTo>
                  <a:lnTo>
                    <a:pt x="889" y="2201"/>
                  </a:lnTo>
                  <a:lnTo>
                    <a:pt x="1197" y="2317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8" y="2742"/>
                  </a:lnTo>
                  <a:lnTo>
                    <a:pt x="2201" y="2974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0" y="3012"/>
                  </a:lnTo>
                  <a:lnTo>
                    <a:pt x="2588" y="2974"/>
                  </a:lnTo>
                  <a:lnTo>
                    <a:pt x="2626" y="2896"/>
                  </a:lnTo>
                  <a:lnTo>
                    <a:pt x="2703" y="2317"/>
                  </a:lnTo>
                  <a:lnTo>
                    <a:pt x="2703" y="2008"/>
                  </a:lnTo>
                  <a:lnTo>
                    <a:pt x="2703" y="1699"/>
                  </a:lnTo>
                  <a:lnTo>
                    <a:pt x="2626" y="1429"/>
                  </a:lnTo>
                  <a:lnTo>
                    <a:pt x="2549" y="1120"/>
                  </a:lnTo>
                  <a:lnTo>
                    <a:pt x="2433" y="850"/>
                  </a:lnTo>
                  <a:lnTo>
                    <a:pt x="2279" y="579"/>
                  </a:lnTo>
                  <a:lnTo>
                    <a:pt x="2124" y="425"/>
                  </a:lnTo>
                  <a:lnTo>
                    <a:pt x="1931" y="271"/>
                  </a:lnTo>
                  <a:lnTo>
                    <a:pt x="1699" y="116"/>
                  </a:lnTo>
                  <a:lnTo>
                    <a:pt x="1506" y="39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0" name="Google Shape;3830;p17"/>
            <p:cNvSpPr/>
            <p:nvPr/>
          </p:nvSpPr>
          <p:spPr>
            <a:xfrm>
              <a:off x="3904600" y="1635800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0" y="194"/>
                  </a:lnTo>
                  <a:lnTo>
                    <a:pt x="2240" y="309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1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9" y="4866"/>
                  </a:lnTo>
                  <a:lnTo>
                    <a:pt x="888" y="4827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80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1" name="Google Shape;3831;p17"/>
            <p:cNvSpPr/>
            <p:nvPr/>
          </p:nvSpPr>
          <p:spPr>
            <a:xfrm>
              <a:off x="527725" y="164737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5"/>
                  </a:lnTo>
                  <a:lnTo>
                    <a:pt x="7530" y="6141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0" y="6565"/>
                  </a:lnTo>
                  <a:lnTo>
                    <a:pt x="7492" y="6681"/>
                  </a:lnTo>
                  <a:lnTo>
                    <a:pt x="7337" y="6797"/>
                  </a:lnTo>
                  <a:lnTo>
                    <a:pt x="7106" y="6913"/>
                  </a:lnTo>
                  <a:lnTo>
                    <a:pt x="6913" y="6913"/>
                  </a:lnTo>
                  <a:lnTo>
                    <a:pt x="6719" y="6836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6" y="6102"/>
                  </a:lnTo>
                  <a:lnTo>
                    <a:pt x="6642" y="5909"/>
                  </a:lnTo>
                  <a:lnTo>
                    <a:pt x="6797" y="5754"/>
                  </a:lnTo>
                  <a:close/>
                  <a:moveTo>
                    <a:pt x="232" y="1"/>
                  </a:moveTo>
                  <a:lnTo>
                    <a:pt x="155" y="40"/>
                  </a:lnTo>
                  <a:lnTo>
                    <a:pt x="78" y="40"/>
                  </a:lnTo>
                  <a:lnTo>
                    <a:pt x="39" y="117"/>
                  </a:lnTo>
                  <a:lnTo>
                    <a:pt x="0" y="233"/>
                  </a:lnTo>
                  <a:lnTo>
                    <a:pt x="0" y="310"/>
                  </a:lnTo>
                  <a:lnTo>
                    <a:pt x="39" y="387"/>
                  </a:lnTo>
                  <a:lnTo>
                    <a:pt x="425" y="773"/>
                  </a:lnTo>
                  <a:lnTo>
                    <a:pt x="811" y="1121"/>
                  </a:lnTo>
                  <a:lnTo>
                    <a:pt x="1622" y="1777"/>
                  </a:lnTo>
                  <a:lnTo>
                    <a:pt x="3399" y="3206"/>
                  </a:lnTo>
                  <a:lnTo>
                    <a:pt x="4866" y="4442"/>
                  </a:lnTo>
                  <a:lnTo>
                    <a:pt x="5638" y="5021"/>
                  </a:lnTo>
                  <a:lnTo>
                    <a:pt x="6411" y="5600"/>
                  </a:lnTo>
                  <a:lnTo>
                    <a:pt x="6295" y="5677"/>
                  </a:lnTo>
                  <a:lnTo>
                    <a:pt x="6217" y="5793"/>
                  </a:lnTo>
                  <a:lnTo>
                    <a:pt x="6102" y="6102"/>
                  </a:lnTo>
                  <a:lnTo>
                    <a:pt x="6063" y="6411"/>
                  </a:lnTo>
                  <a:lnTo>
                    <a:pt x="6102" y="6681"/>
                  </a:lnTo>
                  <a:lnTo>
                    <a:pt x="6179" y="6836"/>
                  </a:lnTo>
                  <a:lnTo>
                    <a:pt x="6295" y="6990"/>
                  </a:lnTo>
                  <a:lnTo>
                    <a:pt x="6411" y="7145"/>
                  </a:lnTo>
                  <a:lnTo>
                    <a:pt x="6565" y="7222"/>
                  </a:lnTo>
                  <a:lnTo>
                    <a:pt x="6719" y="7299"/>
                  </a:lnTo>
                  <a:lnTo>
                    <a:pt x="6874" y="7338"/>
                  </a:lnTo>
                  <a:lnTo>
                    <a:pt x="7067" y="7338"/>
                  </a:lnTo>
                  <a:lnTo>
                    <a:pt x="7260" y="7299"/>
                  </a:lnTo>
                  <a:lnTo>
                    <a:pt x="7453" y="7260"/>
                  </a:lnTo>
                  <a:lnTo>
                    <a:pt x="7608" y="7145"/>
                  </a:lnTo>
                  <a:lnTo>
                    <a:pt x="7723" y="7029"/>
                  </a:lnTo>
                  <a:lnTo>
                    <a:pt x="7839" y="6913"/>
                  </a:lnTo>
                  <a:lnTo>
                    <a:pt x="7955" y="6758"/>
                  </a:lnTo>
                  <a:lnTo>
                    <a:pt x="7994" y="6565"/>
                  </a:lnTo>
                  <a:lnTo>
                    <a:pt x="8032" y="6411"/>
                  </a:lnTo>
                  <a:lnTo>
                    <a:pt x="8032" y="6218"/>
                  </a:lnTo>
                  <a:lnTo>
                    <a:pt x="7955" y="6025"/>
                  </a:lnTo>
                  <a:lnTo>
                    <a:pt x="7839" y="5870"/>
                  </a:lnTo>
                  <a:lnTo>
                    <a:pt x="7723" y="5716"/>
                  </a:lnTo>
                  <a:lnTo>
                    <a:pt x="7569" y="5600"/>
                  </a:lnTo>
                  <a:lnTo>
                    <a:pt x="7415" y="5523"/>
                  </a:lnTo>
                  <a:lnTo>
                    <a:pt x="7221" y="5446"/>
                  </a:lnTo>
                  <a:lnTo>
                    <a:pt x="7028" y="5446"/>
                  </a:lnTo>
                  <a:lnTo>
                    <a:pt x="6835" y="5484"/>
                  </a:lnTo>
                  <a:lnTo>
                    <a:pt x="6024" y="4712"/>
                  </a:lnTo>
                  <a:lnTo>
                    <a:pt x="5213" y="4017"/>
                  </a:lnTo>
                  <a:lnTo>
                    <a:pt x="3514" y="2627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9"/>
                  </a:lnTo>
                  <a:lnTo>
                    <a:pt x="734" y="310"/>
                  </a:lnTo>
                  <a:lnTo>
                    <a:pt x="309" y="40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2" name="Google Shape;3832;p17"/>
            <p:cNvSpPr/>
            <p:nvPr/>
          </p:nvSpPr>
          <p:spPr>
            <a:xfrm>
              <a:off x="5813125" y="1664750"/>
              <a:ext cx="61825" cy="89825"/>
            </a:xfrm>
            <a:custGeom>
              <a:avLst/>
              <a:gdLst/>
              <a:ahLst/>
              <a:cxnLst/>
              <a:rect l="l" t="t" r="r" b="b"/>
              <a:pathLst>
                <a:path w="2473" h="3593" extrusionOk="0">
                  <a:moveTo>
                    <a:pt x="1082" y="1"/>
                  </a:moveTo>
                  <a:lnTo>
                    <a:pt x="1005" y="40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3"/>
                  </a:lnTo>
                  <a:lnTo>
                    <a:pt x="850" y="233"/>
                  </a:lnTo>
                  <a:lnTo>
                    <a:pt x="773" y="271"/>
                  </a:lnTo>
                  <a:lnTo>
                    <a:pt x="735" y="348"/>
                  </a:lnTo>
                  <a:lnTo>
                    <a:pt x="696" y="426"/>
                  </a:lnTo>
                  <a:lnTo>
                    <a:pt x="696" y="503"/>
                  </a:lnTo>
                  <a:lnTo>
                    <a:pt x="735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2"/>
                  </a:lnTo>
                  <a:lnTo>
                    <a:pt x="1275" y="928"/>
                  </a:lnTo>
                  <a:lnTo>
                    <a:pt x="1468" y="1082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2"/>
                  </a:lnTo>
                  <a:lnTo>
                    <a:pt x="1932" y="2163"/>
                  </a:lnTo>
                  <a:lnTo>
                    <a:pt x="1932" y="2434"/>
                  </a:lnTo>
                  <a:lnTo>
                    <a:pt x="1816" y="2743"/>
                  </a:lnTo>
                  <a:lnTo>
                    <a:pt x="1739" y="2858"/>
                  </a:lnTo>
                  <a:lnTo>
                    <a:pt x="1661" y="2974"/>
                  </a:lnTo>
                  <a:lnTo>
                    <a:pt x="1545" y="3052"/>
                  </a:lnTo>
                  <a:lnTo>
                    <a:pt x="1391" y="3129"/>
                  </a:lnTo>
                  <a:lnTo>
                    <a:pt x="1198" y="3129"/>
                  </a:lnTo>
                  <a:lnTo>
                    <a:pt x="1043" y="3090"/>
                  </a:lnTo>
                  <a:lnTo>
                    <a:pt x="928" y="3013"/>
                  </a:lnTo>
                  <a:lnTo>
                    <a:pt x="850" y="2897"/>
                  </a:lnTo>
                  <a:lnTo>
                    <a:pt x="812" y="2743"/>
                  </a:lnTo>
                  <a:lnTo>
                    <a:pt x="850" y="2588"/>
                  </a:lnTo>
                  <a:lnTo>
                    <a:pt x="928" y="2434"/>
                  </a:lnTo>
                  <a:lnTo>
                    <a:pt x="1043" y="2318"/>
                  </a:lnTo>
                  <a:lnTo>
                    <a:pt x="1159" y="2241"/>
                  </a:lnTo>
                  <a:lnTo>
                    <a:pt x="1159" y="2125"/>
                  </a:lnTo>
                  <a:lnTo>
                    <a:pt x="1121" y="2009"/>
                  </a:lnTo>
                  <a:lnTo>
                    <a:pt x="1043" y="1932"/>
                  </a:lnTo>
                  <a:lnTo>
                    <a:pt x="657" y="1623"/>
                  </a:lnTo>
                  <a:lnTo>
                    <a:pt x="426" y="1468"/>
                  </a:lnTo>
                  <a:lnTo>
                    <a:pt x="194" y="1314"/>
                  </a:lnTo>
                  <a:lnTo>
                    <a:pt x="1" y="1623"/>
                  </a:lnTo>
                  <a:lnTo>
                    <a:pt x="271" y="1893"/>
                  </a:lnTo>
                  <a:lnTo>
                    <a:pt x="580" y="2125"/>
                  </a:lnTo>
                  <a:lnTo>
                    <a:pt x="426" y="2356"/>
                  </a:lnTo>
                  <a:lnTo>
                    <a:pt x="348" y="2627"/>
                  </a:lnTo>
                  <a:lnTo>
                    <a:pt x="310" y="2897"/>
                  </a:lnTo>
                  <a:lnTo>
                    <a:pt x="348" y="3052"/>
                  </a:lnTo>
                  <a:lnTo>
                    <a:pt x="426" y="3167"/>
                  </a:lnTo>
                  <a:lnTo>
                    <a:pt x="541" y="3322"/>
                  </a:lnTo>
                  <a:lnTo>
                    <a:pt x="696" y="3476"/>
                  </a:lnTo>
                  <a:lnTo>
                    <a:pt x="889" y="3554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4"/>
                  </a:lnTo>
                  <a:lnTo>
                    <a:pt x="1700" y="3515"/>
                  </a:lnTo>
                  <a:lnTo>
                    <a:pt x="1854" y="3399"/>
                  </a:lnTo>
                  <a:lnTo>
                    <a:pt x="2047" y="3245"/>
                  </a:lnTo>
                  <a:lnTo>
                    <a:pt x="2202" y="3052"/>
                  </a:lnTo>
                  <a:lnTo>
                    <a:pt x="2318" y="2858"/>
                  </a:lnTo>
                  <a:lnTo>
                    <a:pt x="2395" y="2665"/>
                  </a:lnTo>
                  <a:lnTo>
                    <a:pt x="2434" y="2472"/>
                  </a:lnTo>
                  <a:lnTo>
                    <a:pt x="2472" y="2241"/>
                  </a:lnTo>
                  <a:lnTo>
                    <a:pt x="2434" y="2009"/>
                  </a:lnTo>
                  <a:lnTo>
                    <a:pt x="2395" y="1816"/>
                  </a:lnTo>
                  <a:lnTo>
                    <a:pt x="2318" y="1584"/>
                  </a:lnTo>
                  <a:lnTo>
                    <a:pt x="2202" y="1391"/>
                  </a:lnTo>
                  <a:lnTo>
                    <a:pt x="1970" y="1005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3" name="Google Shape;3833;p17"/>
            <p:cNvSpPr/>
            <p:nvPr/>
          </p:nvSpPr>
          <p:spPr>
            <a:xfrm>
              <a:off x="4153650" y="167055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2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40" y="232"/>
                  </a:lnTo>
                  <a:lnTo>
                    <a:pt x="1" y="271"/>
                  </a:lnTo>
                  <a:lnTo>
                    <a:pt x="40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4" y="232"/>
                  </a:lnTo>
                  <a:lnTo>
                    <a:pt x="1005" y="155"/>
                  </a:lnTo>
                  <a:lnTo>
                    <a:pt x="966" y="116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4" name="Google Shape;3834;p17"/>
            <p:cNvSpPr/>
            <p:nvPr/>
          </p:nvSpPr>
          <p:spPr>
            <a:xfrm>
              <a:off x="4055200" y="1676350"/>
              <a:ext cx="21250" cy="8700"/>
            </a:xfrm>
            <a:custGeom>
              <a:avLst/>
              <a:gdLst/>
              <a:ahLst/>
              <a:cxnLst/>
              <a:rect l="l" t="t" r="r" b="b"/>
              <a:pathLst>
                <a:path w="850" h="348" extrusionOk="0">
                  <a:moveTo>
                    <a:pt x="425" y="0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0" y="193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3"/>
                  </a:lnTo>
                  <a:lnTo>
                    <a:pt x="811" y="78"/>
                  </a:lnTo>
                  <a:lnTo>
                    <a:pt x="73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5" name="Google Shape;3835;p17"/>
            <p:cNvSpPr/>
            <p:nvPr/>
          </p:nvSpPr>
          <p:spPr>
            <a:xfrm>
              <a:off x="5417325" y="168890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1" y="232"/>
                  </a:lnTo>
                  <a:lnTo>
                    <a:pt x="503" y="966"/>
                  </a:lnTo>
                  <a:lnTo>
                    <a:pt x="1043" y="1622"/>
                  </a:lnTo>
                  <a:lnTo>
                    <a:pt x="1700" y="2279"/>
                  </a:lnTo>
                  <a:lnTo>
                    <a:pt x="2356" y="2858"/>
                  </a:lnTo>
                  <a:lnTo>
                    <a:pt x="3090" y="3398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5" y="4982"/>
                  </a:lnTo>
                  <a:lnTo>
                    <a:pt x="8998" y="4943"/>
                  </a:lnTo>
                  <a:lnTo>
                    <a:pt x="9423" y="4866"/>
                  </a:lnTo>
                  <a:lnTo>
                    <a:pt x="9848" y="4789"/>
                  </a:lnTo>
                  <a:lnTo>
                    <a:pt x="10272" y="4673"/>
                  </a:lnTo>
                  <a:lnTo>
                    <a:pt x="10658" y="4518"/>
                  </a:lnTo>
                  <a:lnTo>
                    <a:pt x="11083" y="4325"/>
                  </a:lnTo>
                  <a:lnTo>
                    <a:pt x="11469" y="4132"/>
                  </a:lnTo>
                  <a:lnTo>
                    <a:pt x="11856" y="3862"/>
                  </a:lnTo>
                  <a:lnTo>
                    <a:pt x="12242" y="3591"/>
                  </a:lnTo>
                  <a:lnTo>
                    <a:pt x="12319" y="3553"/>
                  </a:lnTo>
                  <a:lnTo>
                    <a:pt x="12435" y="3205"/>
                  </a:lnTo>
                  <a:lnTo>
                    <a:pt x="12358" y="3167"/>
                  </a:lnTo>
                  <a:lnTo>
                    <a:pt x="12280" y="3205"/>
                  </a:lnTo>
                  <a:lnTo>
                    <a:pt x="12203" y="3128"/>
                  </a:lnTo>
                  <a:lnTo>
                    <a:pt x="12010" y="3128"/>
                  </a:lnTo>
                  <a:lnTo>
                    <a:pt x="11933" y="3205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6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2" y="4480"/>
                  </a:lnTo>
                  <a:lnTo>
                    <a:pt x="7917" y="4480"/>
                  </a:lnTo>
                  <a:lnTo>
                    <a:pt x="7492" y="4441"/>
                  </a:lnTo>
                  <a:lnTo>
                    <a:pt x="7067" y="4402"/>
                  </a:lnTo>
                  <a:lnTo>
                    <a:pt x="6643" y="4364"/>
                  </a:lnTo>
                  <a:lnTo>
                    <a:pt x="6218" y="4248"/>
                  </a:lnTo>
                  <a:lnTo>
                    <a:pt x="5793" y="4171"/>
                  </a:lnTo>
                  <a:lnTo>
                    <a:pt x="5368" y="4016"/>
                  </a:lnTo>
                  <a:lnTo>
                    <a:pt x="4596" y="3707"/>
                  </a:lnTo>
                  <a:lnTo>
                    <a:pt x="3901" y="3283"/>
                  </a:lnTo>
                  <a:lnTo>
                    <a:pt x="3206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6" name="Google Shape;3836;p17"/>
            <p:cNvSpPr/>
            <p:nvPr/>
          </p:nvSpPr>
          <p:spPr>
            <a:xfrm>
              <a:off x="5725275" y="1695650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1"/>
                  </a:moveTo>
                  <a:lnTo>
                    <a:pt x="3360" y="78"/>
                  </a:lnTo>
                  <a:lnTo>
                    <a:pt x="3245" y="78"/>
                  </a:lnTo>
                  <a:lnTo>
                    <a:pt x="3013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4" y="1931"/>
                  </a:lnTo>
                  <a:lnTo>
                    <a:pt x="1082" y="2009"/>
                  </a:lnTo>
                  <a:lnTo>
                    <a:pt x="1121" y="2086"/>
                  </a:lnTo>
                  <a:lnTo>
                    <a:pt x="1005" y="2086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2" y="2240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8" y="2588"/>
                  </a:lnTo>
                  <a:lnTo>
                    <a:pt x="1430" y="2704"/>
                  </a:lnTo>
                  <a:lnTo>
                    <a:pt x="1623" y="2820"/>
                  </a:lnTo>
                  <a:lnTo>
                    <a:pt x="1816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5" y="3630"/>
                  </a:lnTo>
                  <a:lnTo>
                    <a:pt x="2125" y="3901"/>
                  </a:lnTo>
                  <a:lnTo>
                    <a:pt x="2086" y="4094"/>
                  </a:lnTo>
                  <a:lnTo>
                    <a:pt x="2009" y="4325"/>
                  </a:lnTo>
                  <a:lnTo>
                    <a:pt x="1893" y="4519"/>
                  </a:lnTo>
                  <a:lnTo>
                    <a:pt x="1739" y="4712"/>
                  </a:lnTo>
                  <a:lnTo>
                    <a:pt x="1545" y="4827"/>
                  </a:lnTo>
                  <a:lnTo>
                    <a:pt x="1314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6"/>
                  </a:lnTo>
                  <a:lnTo>
                    <a:pt x="657" y="4441"/>
                  </a:lnTo>
                  <a:lnTo>
                    <a:pt x="735" y="4287"/>
                  </a:lnTo>
                  <a:lnTo>
                    <a:pt x="812" y="4210"/>
                  </a:lnTo>
                  <a:lnTo>
                    <a:pt x="889" y="4132"/>
                  </a:lnTo>
                  <a:lnTo>
                    <a:pt x="966" y="4094"/>
                  </a:lnTo>
                  <a:lnTo>
                    <a:pt x="1121" y="4094"/>
                  </a:lnTo>
                  <a:lnTo>
                    <a:pt x="1237" y="4017"/>
                  </a:lnTo>
                  <a:lnTo>
                    <a:pt x="1314" y="3901"/>
                  </a:lnTo>
                  <a:lnTo>
                    <a:pt x="1314" y="3785"/>
                  </a:lnTo>
                  <a:lnTo>
                    <a:pt x="1275" y="3708"/>
                  </a:lnTo>
                  <a:lnTo>
                    <a:pt x="1198" y="3669"/>
                  </a:lnTo>
                  <a:lnTo>
                    <a:pt x="117" y="2935"/>
                  </a:lnTo>
                  <a:lnTo>
                    <a:pt x="1" y="3283"/>
                  </a:lnTo>
                  <a:lnTo>
                    <a:pt x="657" y="3785"/>
                  </a:lnTo>
                  <a:lnTo>
                    <a:pt x="503" y="3862"/>
                  </a:lnTo>
                  <a:lnTo>
                    <a:pt x="387" y="3978"/>
                  </a:lnTo>
                  <a:lnTo>
                    <a:pt x="310" y="4094"/>
                  </a:lnTo>
                  <a:lnTo>
                    <a:pt x="233" y="4248"/>
                  </a:lnTo>
                  <a:lnTo>
                    <a:pt x="194" y="4403"/>
                  </a:lnTo>
                  <a:lnTo>
                    <a:pt x="194" y="4557"/>
                  </a:lnTo>
                  <a:lnTo>
                    <a:pt x="194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2" y="5252"/>
                  </a:lnTo>
                  <a:lnTo>
                    <a:pt x="735" y="5368"/>
                  </a:lnTo>
                  <a:lnTo>
                    <a:pt x="966" y="5407"/>
                  </a:lnTo>
                  <a:lnTo>
                    <a:pt x="1198" y="5407"/>
                  </a:lnTo>
                  <a:lnTo>
                    <a:pt x="1430" y="5368"/>
                  </a:lnTo>
                  <a:lnTo>
                    <a:pt x="1623" y="5329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1" y="4827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6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472"/>
                  </a:lnTo>
                  <a:lnTo>
                    <a:pt x="1739" y="2356"/>
                  </a:lnTo>
                  <a:lnTo>
                    <a:pt x="1507" y="2202"/>
                  </a:lnTo>
                  <a:lnTo>
                    <a:pt x="1275" y="2124"/>
                  </a:lnTo>
                  <a:lnTo>
                    <a:pt x="1623" y="1970"/>
                  </a:lnTo>
                  <a:lnTo>
                    <a:pt x="1932" y="1816"/>
                  </a:lnTo>
                  <a:lnTo>
                    <a:pt x="2241" y="1622"/>
                  </a:lnTo>
                  <a:lnTo>
                    <a:pt x="2549" y="1391"/>
                  </a:lnTo>
                  <a:lnTo>
                    <a:pt x="2820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8" y="541"/>
                  </a:lnTo>
                  <a:lnTo>
                    <a:pt x="3515" y="387"/>
                  </a:lnTo>
                  <a:lnTo>
                    <a:pt x="3708" y="78"/>
                  </a:lnTo>
                  <a:lnTo>
                    <a:pt x="351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7" name="Google Shape;3837;p17"/>
            <p:cNvSpPr/>
            <p:nvPr/>
          </p:nvSpPr>
          <p:spPr>
            <a:xfrm>
              <a:off x="1994125" y="1698550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313" y="387"/>
                  </a:moveTo>
                  <a:lnTo>
                    <a:pt x="1506" y="464"/>
                  </a:lnTo>
                  <a:lnTo>
                    <a:pt x="1661" y="580"/>
                  </a:lnTo>
                  <a:lnTo>
                    <a:pt x="1777" y="734"/>
                  </a:lnTo>
                  <a:lnTo>
                    <a:pt x="1777" y="889"/>
                  </a:lnTo>
                  <a:lnTo>
                    <a:pt x="1777" y="927"/>
                  </a:lnTo>
                  <a:lnTo>
                    <a:pt x="1738" y="1004"/>
                  </a:lnTo>
                  <a:lnTo>
                    <a:pt x="1661" y="1043"/>
                  </a:lnTo>
                  <a:lnTo>
                    <a:pt x="1584" y="1082"/>
                  </a:lnTo>
                  <a:lnTo>
                    <a:pt x="1275" y="1120"/>
                  </a:lnTo>
                  <a:lnTo>
                    <a:pt x="927" y="1120"/>
                  </a:lnTo>
                  <a:lnTo>
                    <a:pt x="618" y="1159"/>
                  </a:lnTo>
                  <a:lnTo>
                    <a:pt x="464" y="1198"/>
                  </a:lnTo>
                  <a:lnTo>
                    <a:pt x="348" y="1275"/>
                  </a:lnTo>
                  <a:lnTo>
                    <a:pt x="348" y="1120"/>
                  </a:lnTo>
                  <a:lnTo>
                    <a:pt x="348" y="1004"/>
                  </a:lnTo>
                  <a:lnTo>
                    <a:pt x="387" y="850"/>
                  </a:lnTo>
                  <a:lnTo>
                    <a:pt x="464" y="734"/>
                  </a:lnTo>
                  <a:lnTo>
                    <a:pt x="580" y="618"/>
                  </a:lnTo>
                  <a:lnTo>
                    <a:pt x="657" y="502"/>
                  </a:lnTo>
                  <a:lnTo>
                    <a:pt x="811" y="425"/>
                  </a:lnTo>
                  <a:lnTo>
                    <a:pt x="966" y="387"/>
                  </a:lnTo>
                  <a:close/>
                  <a:moveTo>
                    <a:pt x="1004" y="0"/>
                  </a:moveTo>
                  <a:lnTo>
                    <a:pt x="811" y="39"/>
                  </a:lnTo>
                  <a:lnTo>
                    <a:pt x="618" y="116"/>
                  </a:lnTo>
                  <a:lnTo>
                    <a:pt x="425" y="232"/>
                  </a:lnTo>
                  <a:lnTo>
                    <a:pt x="271" y="348"/>
                  </a:lnTo>
                  <a:lnTo>
                    <a:pt x="155" y="502"/>
                  </a:lnTo>
                  <a:lnTo>
                    <a:pt x="78" y="696"/>
                  </a:lnTo>
                  <a:lnTo>
                    <a:pt x="39" y="889"/>
                  </a:lnTo>
                  <a:lnTo>
                    <a:pt x="0" y="1082"/>
                  </a:lnTo>
                  <a:lnTo>
                    <a:pt x="0" y="1275"/>
                  </a:lnTo>
                  <a:lnTo>
                    <a:pt x="39" y="1429"/>
                  </a:lnTo>
                  <a:lnTo>
                    <a:pt x="116" y="1622"/>
                  </a:lnTo>
                  <a:lnTo>
                    <a:pt x="155" y="1738"/>
                  </a:lnTo>
                  <a:lnTo>
                    <a:pt x="232" y="1777"/>
                  </a:lnTo>
                  <a:lnTo>
                    <a:pt x="348" y="1815"/>
                  </a:lnTo>
                  <a:lnTo>
                    <a:pt x="425" y="1738"/>
                  </a:lnTo>
                  <a:lnTo>
                    <a:pt x="580" y="1622"/>
                  </a:lnTo>
                  <a:lnTo>
                    <a:pt x="696" y="1545"/>
                  </a:lnTo>
                  <a:lnTo>
                    <a:pt x="889" y="1506"/>
                  </a:lnTo>
                  <a:lnTo>
                    <a:pt x="1429" y="1506"/>
                  </a:lnTo>
                  <a:lnTo>
                    <a:pt x="1584" y="1468"/>
                  </a:lnTo>
                  <a:lnTo>
                    <a:pt x="1777" y="1429"/>
                  </a:lnTo>
                  <a:lnTo>
                    <a:pt x="1931" y="1352"/>
                  </a:lnTo>
                  <a:lnTo>
                    <a:pt x="2047" y="1236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8"/>
                  </a:lnTo>
                  <a:lnTo>
                    <a:pt x="2086" y="464"/>
                  </a:lnTo>
                  <a:lnTo>
                    <a:pt x="1970" y="309"/>
                  </a:lnTo>
                  <a:lnTo>
                    <a:pt x="1815" y="194"/>
                  </a:lnTo>
                  <a:lnTo>
                    <a:pt x="1622" y="78"/>
                  </a:lnTo>
                  <a:lnTo>
                    <a:pt x="142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8" name="Google Shape;3838;p17"/>
            <p:cNvSpPr/>
            <p:nvPr/>
          </p:nvSpPr>
          <p:spPr>
            <a:xfrm>
              <a:off x="3947075" y="171690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90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90" y="2471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86" y="3244"/>
                  </a:lnTo>
                  <a:lnTo>
                    <a:pt x="1777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3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79"/>
                  </a:lnTo>
                  <a:lnTo>
                    <a:pt x="1584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7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2" y="270"/>
                  </a:lnTo>
                  <a:lnTo>
                    <a:pt x="850" y="386"/>
                  </a:lnTo>
                  <a:lnTo>
                    <a:pt x="618" y="579"/>
                  </a:lnTo>
                  <a:lnTo>
                    <a:pt x="425" y="772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8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1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6" y="2780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3"/>
                  </a:lnTo>
                  <a:lnTo>
                    <a:pt x="3669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7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9" name="Google Shape;3839;p17"/>
            <p:cNvSpPr/>
            <p:nvPr/>
          </p:nvSpPr>
          <p:spPr>
            <a:xfrm>
              <a:off x="2585900" y="1732325"/>
              <a:ext cx="305075" cy="236550"/>
            </a:xfrm>
            <a:custGeom>
              <a:avLst/>
              <a:gdLst/>
              <a:ahLst/>
              <a:cxnLst/>
              <a:rect l="l" t="t" r="r" b="b"/>
              <a:pathLst>
                <a:path w="12203" h="9462" extrusionOk="0">
                  <a:moveTo>
                    <a:pt x="5329" y="349"/>
                  </a:moveTo>
                  <a:lnTo>
                    <a:pt x="5522" y="426"/>
                  </a:lnTo>
                  <a:lnTo>
                    <a:pt x="5600" y="426"/>
                  </a:lnTo>
                  <a:lnTo>
                    <a:pt x="5831" y="657"/>
                  </a:lnTo>
                  <a:lnTo>
                    <a:pt x="5986" y="889"/>
                  </a:lnTo>
                  <a:lnTo>
                    <a:pt x="6063" y="1198"/>
                  </a:lnTo>
                  <a:lnTo>
                    <a:pt x="6102" y="1468"/>
                  </a:lnTo>
                  <a:lnTo>
                    <a:pt x="6140" y="1777"/>
                  </a:lnTo>
                  <a:lnTo>
                    <a:pt x="6102" y="2086"/>
                  </a:lnTo>
                  <a:lnTo>
                    <a:pt x="6024" y="2704"/>
                  </a:lnTo>
                  <a:lnTo>
                    <a:pt x="5715" y="4866"/>
                  </a:lnTo>
                  <a:lnTo>
                    <a:pt x="5715" y="4905"/>
                  </a:lnTo>
                  <a:lnTo>
                    <a:pt x="5561" y="4982"/>
                  </a:lnTo>
                  <a:lnTo>
                    <a:pt x="5291" y="4017"/>
                  </a:lnTo>
                  <a:lnTo>
                    <a:pt x="5020" y="3090"/>
                  </a:lnTo>
                  <a:lnTo>
                    <a:pt x="4750" y="1970"/>
                  </a:lnTo>
                  <a:lnTo>
                    <a:pt x="4673" y="1468"/>
                  </a:lnTo>
                  <a:lnTo>
                    <a:pt x="4673" y="1159"/>
                  </a:lnTo>
                  <a:lnTo>
                    <a:pt x="4673" y="851"/>
                  </a:lnTo>
                  <a:lnTo>
                    <a:pt x="4750" y="619"/>
                  </a:lnTo>
                  <a:lnTo>
                    <a:pt x="4827" y="503"/>
                  </a:lnTo>
                  <a:lnTo>
                    <a:pt x="4904" y="426"/>
                  </a:lnTo>
                  <a:lnTo>
                    <a:pt x="5020" y="349"/>
                  </a:lnTo>
                  <a:close/>
                  <a:moveTo>
                    <a:pt x="11199" y="3515"/>
                  </a:moveTo>
                  <a:lnTo>
                    <a:pt x="11315" y="3554"/>
                  </a:lnTo>
                  <a:lnTo>
                    <a:pt x="11392" y="3592"/>
                  </a:lnTo>
                  <a:lnTo>
                    <a:pt x="11508" y="3708"/>
                  </a:lnTo>
                  <a:lnTo>
                    <a:pt x="11585" y="3824"/>
                  </a:lnTo>
                  <a:lnTo>
                    <a:pt x="11701" y="4133"/>
                  </a:lnTo>
                  <a:lnTo>
                    <a:pt x="11585" y="4287"/>
                  </a:lnTo>
                  <a:lnTo>
                    <a:pt x="11430" y="4403"/>
                  </a:lnTo>
                  <a:lnTo>
                    <a:pt x="11237" y="4519"/>
                  </a:lnTo>
                  <a:lnTo>
                    <a:pt x="11044" y="4596"/>
                  </a:lnTo>
                  <a:lnTo>
                    <a:pt x="10581" y="4751"/>
                  </a:lnTo>
                  <a:lnTo>
                    <a:pt x="10195" y="4866"/>
                  </a:lnTo>
                  <a:lnTo>
                    <a:pt x="9422" y="5021"/>
                  </a:lnTo>
                  <a:lnTo>
                    <a:pt x="8650" y="5137"/>
                  </a:lnTo>
                  <a:lnTo>
                    <a:pt x="7994" y="5175"/>
                  </a:lnTo>
                  <a:lnTo>
                    <a:pt x="7376" y="5175"/>
                  </a:lnTo>
                  <a:lnTo>
                    <a:pt x="6102" y="5137"/>
                  </a:lnTo>
                  <a:lnTo>
                    <a:pt x="7260" y="4673"/>
                  </a:lnTo>
                  <a:lnTo>
                    <a:pt x="8418" y="4249"/>
                  </a:lnTo>
                  <a:lnTo>
                    <a:pt x="9075" y="4017"/>
                  </a:lnTo>
                  <a:lnTo>
                    <a:pt x="9770" y="3824"/>
                  </a:lnTo>
                  <a:lnTo>
                    <a:pt x="10465" y="3631"/>
                  </a:lnTo>
                  <a:lnTo>
                    <a:pt x="10928" y="3554"/>
                  </a:lnTo>
                  <a:lnTo>
                    <a:pt x="11083" y="3515"/>
                  </a:lnTo>
                  <a:close/>
                  <a:moveTo>
                    <a:pt x="5136" y="5909"/>
                  </a:moveTo>
                  <a:lnTo>
                    <a:pt x="4209" y="6797"/>
                  </a:lnTo>
                  <a:lnTo>
                    <a:pt x="3244" y="7685"/>
                  </a:lnTo>
                  <a:lnTo>
                    <a:pt x="2742" y="8110"/>
                  </a:lnTo>
                  <a:lnTo>
                    <a:pt x="2163" y="8535"/>
                  </a:lnTo>
                  <a:lnTo>
                    <a:pt x="1854" y="8728"/>
                  </a:lnTo>
                  <a:lnTo>
                    <a:pt x="1468" y="8921"/>
                  </a:lnTo>
                  <a:lnTo>
                    <a:pt x="1197" y="8998"/>
                  </a:lnTo>
                  <a:lnTo>
                    <a:pt x="1004" y="9037"/>
                  </a:lnTo>
                  <a:lnTo>
                    <a:pt x="888" y="8998"/>
                  </a:lnTo>
                  <a:lnTo>
                    <a:pt x="811" y="8960"/>
                  </a:lnTo>
                  <a:lnTo>
                    <a:pt x="734" y="8844"/>
                  </a:lnTo>
                  <a:lnTo>
                    <a:pt x="695" y="8689"/>
                  </a:lnTo>
                  <a:lnTo>
                    <a:pt x="657" y="8535"/>
                  </a:lnTo>
                  <a:lnTo>
                    <a:pt x="618" y="8419"/>
                  </a:lnTo>
                  <a:lnTo>
                    <a:pt x="657" y="8342"/>
                  </a:lnTo>
                  <a:lnTo>
                    <a:pt x="695" y="8265"/>
                  </a:lnTo>
                  <a:lnTo>
                    <a:pt x="850" y="8110"/>
                  </a:lnTo>
                  <a:lnTo>
                    <a:pt x="1120" y="7956"/>
                  </a:lnTo>
                  <a:lnTo>
                    <a:pt x="1699" y="7608"/>
                  </a:lnTo>
                  <a:lnTo>
                    <a:pt x="2472" y="7222"/>
                  </a:lnTo>
                  <a:lnTo>
                    <a:pt x="3244" y="6874"/>
                  </a:lnTo>
                  <a:lnTo>
                    <a:pt x="4209" y="6411"/>
                  </a:lnTo>
                  <a:lnTo>
                    <a:pt x="4673" y="6179"/>
                  </a:lnTo>
                  <a:lnTo>
                    <a:pt x="5136" y="5909"/>
                  </a:lnTo>
                  <a:close/>
                  <a:moveTo>
                    <a:pt x="5136" y="1"/>
                  </a:moveTo>
                  <a:lnTo>
                    <a:pt x="4943" y="78"/>
                  </a:lnTo>
                  <a:lnTo>
                    <a:pt x="4750" y="194"/>
                  </a:lnTo>
                  <a:lnTo>
                    <a:pt x="4596" y="387"/>
                  </a:lnTo>
                  <a:lnTo>
                    <a:pt x="4441" y="580"/>
                  </a:lnTo>
                  <a:lnTo>
                    <a:pt x="4364" y="812"/>
                  </a:lnTo>
                  <a:lnTo>
                    <a:pt x="4325" y="1044"/>
                  </a:lnTo>
                  <a:lnTo>
                    <a:pt x="4325" y="1507"/>
                  </a:lnTo>
                  <a:lnTo>
                    <a:pt x="4402" y="1970"/>
                  </a:lnTo>
                  <a:lnTo>
                    <a:pt x="4634" y="2897"/>
                  </a:lnTo>
                  <a:lnTo>
                    <a:pt x="4982" y="4017"/>
                  </a:lnTo>
                  <a:lnTo>
                    <a:pt x="5175" y="4558"/>
                  </a:lnTo>
                  <a:lnTo>
                    <a:pt x="5368" y="5098"/>
                  </a:lnTo>
                  <a:lnTo>
                    <a:pt x="5368" y="5214"/>
                  </a:lnTo>
                  <a:lnTo>
                    <a:pt x="5406" y="5330"/>
                  </a:lnTo>
                  <a:lnTo>
                    <a:pt x="4943" y="5600"/>
                  </a:lnTo>
                  <a:lnTo>
                    <a:pt x="4480" y="5870"/>
                  </a:lnTo>
                  <a:lnTo>
                    <a:pt x="3476" y="6334"/>
                  </a:lnTo>
                  <a:lnTo>
                    <a:pt x="2472" y="6797"/>
                  </a:lnTo>
                  <a:lnTo>
                    <a:pt x="1970" y="7029"/>
                  </a:lnTo>
                  <a:lnTo>
                    <a:pt x="1468" y="7299"/>
                  </a:lnTo>
                  <a:lnTo>
                    <a:pt x="966" y="7608"/>
                  </a:lnTo>
                  <a:lnTo>
                    <a:pt x="657" y="7801"/>
                  </a:lnTo>
                  <a:lnTo>
                    <a:pt x="348" y="8071"/>
                  </a:lnTo>
                  <a:lnTo>
                    <a:pt x="116" y="8342"/>
                  </a:lnTo>
                  <a:lnTo>
                    <a:pt x="39" y="8458"/>
                  </a:lnTo>
                  <a:lnTo>
                    <a:pt x="0" y="8612"/>
                  </a:lnTo>
                  <a:lnTo>
                    <a:pt x="0" y="8767"/>
                  </a:lnTo>
                  <a:lnTo>
                    <a:pt x="0" y="8921"/>
                  </a:lnTo>
                  <a:lnTo>
                    <a:pt x="78" y="9037"/>
                  </a:lnTo>
                  <a:lnTo>
                    <a:pt x="232" y="9191"/>
                  </a:lnTo>
                  <a:lnTo>
                    <a:pt x="348" y="9307"/>
                  </a:lnTo>
                  <a:lnTo>
                    <a:pt x="502" y="9384"/>
                  </a:lnTo>
                  <a:lnTo>
                    <a:pt x="618" y="9423"/>
                  </a:lnTo>
                  <a:lnTo>
                    <a:pt x="773" y="9462"/>
                  </a:lnTo>
                  <a:lnTo>
                    <a:pt x="1120" y="9462"/>
                  </a:lnTo>
                  <a:lnTo>
                    <a:pt x="1429" y="9384"/>
                  </a:lnTo>
                  <a:lnTo>
                    <a:pt x="1738" y="9230"/>
                  </a:lnTo>
                  <a:lnTo>
                    <a:pt x="2047" y="9075"/>
                  </a:lnTo>
                  <a:lnTo>
                    <a:pt x="2588" y="8767"/>
                  </a:lnTo>
                  <a:lnTo>
                    <a:pt x="3476" y="8071"/>
                  </a:lnTo>
                  <a:lnTo>
                    <a:pt x="4287" y="7338"/>
                  </a:lnTo>
                  <a:lnTo>
                    <a:pt x="5098" y="6565"/>
                  </a:lnTo>
                  <a:lnTo>
                    <a:pt x="5445" y="6141"/>
                  </a:lnTo>
                  <a:lnTo>
                    <a:pt x="5793" y="5677"/>
                  </a:lnTo>
                  <a:lnTo>
                    <a:pt x="5793" y="5716"/>
                  </a:lnTo>
                  <a:lnTo>
                    <a:pt x="6063" y="6064"/>
                  </a:lnTo>
                  <a:lnTo>
                    <a:pt x="6217" y="6218"/>
                  </a:lnTo>
                  <a:lnTo>
                    <a:pt x="6372" y="6334"/>
                  </a:lnTo>
                  <a:lnTo>
                    <a:pt x="6603" y="6179"/>
                  </a:lnTo>
                  <a:lnTo>
                    <a:pt x="6603" y="6141"/>
                  </a:lnTo>
                  <a:lnTo>
                    <a:pt x="6333" y="5870"/>
                  </a:lnTo>
                  <a:lnTo>
                    <a:pt x="6217" y="5716"/>
                  </a:lnTo>
                  <a:lnTo>
                    <a:pt x="6179" y="5523"/>
                  </a:lnTo>
                  <a:lnTo>
                    <a:pt x="6140" y="5484"/>
                  </a:lnTo>
                  <a:lnTo>
                    <a:pt x="7028" y="5562"/>
                  </a:lnTo>
                  <a:lnTo>
                    <a:pt x="7955" y="5562"/>
                  </a:lnTo>
                  <a:lnTo>
                    <a:pt x="8882" y="5484"/>
                  </a:lnTo>
                  <a:lnTo>
                    <a:pt x="9770" y="5330"/>
                  </a:lnTo>
                  <a:lnTo>
                    <a:pt x="10465" y="5175"/>
                  </a:lnTo>
                  <a:lnTo>
                    <a:pt x="10890" y="5060"/>
                  </a:lnTo>
                  <a:lnTo>
                    <a:pt x="11315" y="4905"/>
                  </a:lnTo>
                  <a:lnTo>
                    <a:pt x="11701" y="4673"/>
                  </a:lnTo>
                  <a:lnTo>
                    <a:pt x="11894" y="4558"/>
                  </a:lnTo>
                  <a:lnTo>
                    <a:pt x="12010" y="4403"/>
                  </a:lnTo>
                  <a:lnTo>
                    <a:pt x="12125" y="4249"/>
                  </a:lnTo>
                  <a:lnTo>
                    <a:pt x="12164" y="4094"/>
                  </a:lnTo>
                  <a:lnTo>
                    <a:pt x="12203" y="3901"/>
                  </a:lnTo>
                  <a:lnTo>
                    <a:pt x="12164" y="3708"/>
                  </a:lnTo>
                  <a:lnTo>
                    <a:pt x="12125" y="3554"/>
                  </a:lnTo>
                  <a:lnTo>
                    <a:pt x="12010" y="3438"/>
                  </a:lnTo>
                  <a:lnTo>
                    <a:pt x="11932" y="3322"/>
                  </a:lnTo>
                  <a:lnTo>
                    <a:pt x="11817" y="3245"/>
                  </a:lnTo>
                  <a:lnTo>
                    <a:pt x="11662" y="3167"/>
                  </a:lnTo>
                  <a:lnTo>
                    <a:pt x="11508" y="3167"/>
                  </a:lnTo>
                  <a:lnTo>
                    <a:pt x="11199" y="3129"/>
                  </a:lnTo>
                  <a:lnTo>
                    <a:pt x="10851" y="3167"/>
                  </a:lnTo>
                  <a:lnTo>
                    <a:pt x="10504" y="3245"/>
                  </a:lnTo>
                  <a:lnTo>
                    <a:pt x="9924" y="3360"/>
                  </a:lnTo>
                  <a:lnTo>
                    <a:pt x="8959" y="3669"/>
                  </a:lnTo>
                  <a:lnTo>
                    <a:pt x="7994" y="3978"/>
                  </a:lnTo>
                  <a:lnTo>
                    <a:pt x="7028" y="4326"/>
                  </a:lnTo>
                  <a:lnTo>
                    <a:pt x="6102" y="4751"/>
                  </a:lnTo>
                  <a:lnTo>
                    <a:pt x="6333" y="3283"/>
                  </a:lnTo>
                  <a:lnTo>
                    <a:pt x="6449" y="2550"/>
                  </a:lnTo>
                  <a:lnTo>
                    <a:pt x="6488" y="1816"/>
                  </a:lnTo>
                  <a:lnTo>
                    <a:pt x="6488" y="1546"/>
                  </a:lnTo>
                  <a:lnTo>
                    <a:pt x="6449" y="1275"/>
                  </a:lnTo>
                  <a:lnTo>
                    <a:pt x="6372" y="1044"/>
                  </a:lnTo>
                  <a:lnTo>
                    <a:pt x="6295" y="851"/>
                  </a:lnTo>
                  <a:lnTo>
                    <a:pt x="6179" y="619"/>
                  </a:lnTo>
                  <a:lnTo>
                    <a:pt x="6024" y="464"/>
                  </a:lnTo>
                  <a:lnTo>
                    <a:pt x="5831" y="310"/>
                  </a:lnTo>
                  <a:lnTo>
                    <a:pt x="5600" y="155"/>
                  </a:lnTo>
                  <a:lnTo>
                    <a:pt x="5484" y="78"/>
                  </a:lnTo>
                  <a:lnTo>
                    <a:pt x="5368" y="40"/>
                  </a:lnTo>
                  <a:lnTo>
                    <a:pt x="51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0" name="Google Shape;3840;p17"/>
            <p:cNvSpPr/>
            <p:nvPr/>
          </p:nvSpPr>
          <p:spPr>
            <a:xfrm>
              <a:off x="1851250" y="1767100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0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0"/>
                  </a:lnTo>
                  <a:lnTo>
                    <a:pt x="3862" y="502"/>
                  </a:lnTo>
                  <a:lnTo>
                    <a:pt x="3321" y="772"/>
                  </a:lnTo>
                  <a:lnTo>
                    <a:pt x="2781" y="1081"/>
                  </a:lnTo>
                  <a:lnTo>
                    <a:pt x="2279" y="1429"/>
                  </a:lnTo>
                  <a:lnTo>
                    <a:pt x="1815" y="1854"/>
                  </a:lnTo>
                  <a:lnTo>
                    <a:pt x="1429" y="2278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2" y="3746"/>
                  </a:lnTo>
                  <a:lnTo>
                    <a:pt x="271" y="4248"/>
                  </a:lnTo>
                  <a:lnTo>
                    <a:pt x="116" y="4788"/>
                  </a:lnTo>
                  <a:lnTo>
                    <a:pt x="0" y="5368"/>
                  </a:lnTo>
                  <a:lnTo>
                    <a:pt x="348" y="5406"/>
                  </a:lnTo>
                  <a:lnTo>
                    <a:pt x="464" y="4981"/>
                  </a:lnTo>
                  <a:lnTo>
                    <a:pt x="580" y="4595"/>
                  </a:lnTo>
                  <a:lnTo>
                    <a:pt x="811" y="3977"/>
                  </a:lnTo>
                  <a:lnTo>
                    <a:pt x="1120" y="3398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6"/>
                  </a:lnTo>
                  <a:lnTo>
                    <a:pt x="3399" y="1159"/>
                  </a:lnTo>
                  <a:lnTo>
                    <a:pt x="3978" y="888"/>
                  </a:lnTo>
                  <a:lnTo>
                    <a:pt x="4634" y="657"/>
                  </a:lnTo>
                  <a:lnTo>
                    <a:pt x="5252" y="463"/>
                  </a:lnTo>
                  <a:lnTo>
                    <a:pt x="5909" y="386"/>
                  </a:lnTo>
                  <a:lnTo>
                    <a:pt x="6565" y="386"/>
                  </a:lnTo>
                  <a:lnTo>
                    <a:pt x="7221" y="463"/>
                  </a:lnTo>
                  <a:lnTo>
                    <a:pt x="7878" y="579"/>
                  </a:lnTo>
                  <a:lnTo>
                    <a:pt x="8496" y="811"/>
                  </a:lnTo>
                  <a:lnTo>
                    <a:pt x="9114" y="1081"/>
                  </a:lnTo>
                  <a:lnTo>
                    <a:pt x="9422" y="1274"/>
                  </a:lnTo>
                  <a:lnTo>
                    <a:pt x="9731" y="1506"/>
                  </a:lnTo>
                  <a:lnTo>
                    <a:pt x="10040" y="1699"/>
                  </a:lnTo>
                  <a:lnTo>
                    <a:pt x="10311" y="1931"/>
                  </a:lnTo>
                  <a:lnTo>
                    <a:pt x="10774" y="2471"/>
                  </a:lnTo>
                  <a:lnTo>
                    <a:pt x="11199" y="3012"/>
                  </a:lnTo>
                  <a:lnTo>
                    <a:pt x="11546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4" y="5638"/>
                  </a:lnTo>
                  <a:lnTo>
                    <a:pt x="12628" y="6217"/>
                  </a:lnTo>
                  <a:lnTo>
                    <a:pt x="12859" y="6796"/>
                  </a:lnTo>
                  <a:lnTo>
                    <a:pt x="13129" y="7376"/>
                  </a:lnTo>
                  <a:lnTo>
                    <a:pt x="13438" y="7955"/>
                  </a:lnTo>
                  <a:lnTo>
                    <a:pt x="13825" y="8495"/>
                  </a:lnTo>
                  <a:lnTo>
                    <a:pt x="14249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499"/>
                  </a:lnTo>
                  <a:lnTo>
                    <a:pt x="15292" y="9654"/>
                  </a:lnTo>
                  <a:lnTo>
                    <a:pt x="15755" y="9808"/>
                  </a:lnTo>
                  <a:lnTo>
                    <a:pt x="16219" y="9886"/>
                  </a:lnTo>
                  <a:lnTo>
                    <a:pt x="16721" y="9886"/>
                  </a:lnTo>
                  <a:lnTo>
                    <a:pt x="17184" y="9808"/>
                  </a:lnTo>
                  <a:lnTo>
                    <a:pt x="17609" y="9615"/>
                  </a:lnTo>
                  <a:lnTo>
                    <a:pt x="17841" y="9499"/>
                  </a:lnTo>
                  <a:lnTo>
                    <a:pt x="18034" y="9384"/>
                  </a:lnTo>
                  <a:lnTo>
                    <a:pt x="18188" y="9229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1" y="8611"/>
                  </a:lnTo>
                  <a:lnTo>
                    <a:pt x="18651" y="8534"/>
                  </a:lnTo>
                  <a:lnTo>
                    <a:pt x="18651" y="8457"/>
                  </a:lnTo>
                  <a:lnTo>
                    <a:pt x="18651" y="8380"/>
                  </a:lnTo>
                  <a:lnTo>
                    <a:pt x="18651" y="8341"/>
                  </a:lnTo>
                  <a:lnTo>
                    <a:pt x="18304" y="8341"/>
                  </a:lnTo>
                  <a:lnTo>
                    <a:pt x="18265" y="8418"/>
                  </a:lnTo>
                  <a:lnTo>
                    <a:pt x="18072" y="8727"/>
                  </a:lnTo>
                  <a:lnTo>
                    <a:pt x="17802" y="8997"/>
                  </a:lnTo>
                  <a:lnTo>
                    <a:pt x="17493" y="9190"/>
                  </a:lnTo>
                  <a:lnTo>
                    <a:pt x="17184" y="9345"/>
                  </a:lnTo>
                  <a:lnTo>
                    <a:pt x="16837" y="9422"/>
                  </a:lnTo>
                  <a:lnTo>
                    <a:pt x="16450" y="9461"/>
                  </a:lnTo>
                  <a:lnTo>
                    <a:pt x="16103" y="9422"/>
                  </a:lnTo>
                  <a:lnTo>
                    <a:pt x="15717" y="9345"/>
                  </a:lnTo>
                  <a:lnTo>
                    <a:pt x="15369" y="9190"/>
                  </a:lnTo>
                  <a:lnTo>
                    <a:pt x="15022" y="8997"/>
                  </a:lnTo>
                  <a:lnTo>
                    <a:pt x="14713" y="8766"/>
                  </a:lnTo>
                  <a:lnTo>
                    <a:pt x="14404" y="8495"/>
                  </a:lnTo>
                  <a:lnTo>
                    <a:pt x="14172" y="8186"/>
                  </a:lnTo>
                  <a:lnTo>
                    <a:pt x="13940" y="7839"/>
                  </a:lnTo>
                  <a:lnTo>
                    <a:pt x="13709" y="7530"/>
                  </a:lnTo>
                  <a:lnTo>
                    <a:pt x="13554" y="7182"/>
                  </a:lnTo>
                  <a:lnTo>
                    <a:pt x="13245" y="6526"/>
                  </a:lnTo>
                  <a:lnTo>
                    <a:pt x="12975" y="5831"/>
                  </a:lnTo>
                  <a:lnTo>
                    <a:pt x="12473" y="4479"/>
                  </a:lnTo>
                  <a:lnTo>
                    <a:pt x="12164" y="3823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278"/>
                  </a:lnTo>
                  <a:lnTo>
                    <a:pt x="11006" y="2008"/>
                  </a:lnTo>
                  <a:lnTo>
                    <a:pt x="10542" y="1583"/>
                  </a:lnTo>
                  <a:lnTo>
                    <a:pt x="10079" y="1197"/>
                  </a:lnTo>
                  <a:lnTo>
                    <a:pt x="9577" y="850"/>
                  </a:lnTo>
                  <a:lnTo>
                    <a:pt x="9036" y="579"/>
                  </a:lnTo>
                  <a:lnTo>
                    <a:pt x="8496" y="348"/>
                  </a:lnTo>
                  <a:lnTo>
                    <a:pt x="7916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1" name="Google Shape;3841;p17"/>
            <p:cNvSpPr/>
            <p:nvPr/>
          </p:nvSpPr>
          <p:spPr>
            <a:xfrm>
              <a:off x="6591225" y="1769975"/>
              <a:ext cx="353350" cy="159325"/>
            </a:xfrm>
            <a:custGeom>
              <a:avLst/>
              <a:gdLst/>
              <a:ahLst/>
              <a:cxnLst/>
              <a:rect l="l" t="t" r="r" b="b"/>
              <a:pathLst>
                <a:path w="14134" h="6373" extrusionOk="0">
                  <a:moveTo>
                    <a:pt x="11160" y="464"/>
                  </a:moveTo>
                  <a:lnTo>
                    <a:pt x="11624" y="503"/>
                  </a:lnTo>
                  <a:lnTo>
                    <a:pt x="12048" y="542"/>
                  </a:lnTo>
                  <a:lnTo>
                    <a:pt x="12434" y="657"/>
                  </a:lnTo>
                  <a:lnTo>
                    <a:pt x="12628" y="735"/>
                  </a:lnTo>
                  <a:lnTo>
                    <a:pt x="12743" y="812"/>
                  </a:lnTo>
                  <a:lnTo>
                    <a:pt x="12859" y="966"/>
                  </a:lnTo>
                  <a:lnTo>
                    <a:pt x="12936" y="1082"/>
                  </a:lnTo>
                  <a:lnTo>
                    <a:pt x="12975" y="1314"/>
                  </a:lnTo>
                  <a:lnTo>
                    <a:pt x="12975" y="1507"/>
                  </a:lnTo>
                  <a:lnTo>
                    <a:pt x="12936" y="1700"/>
                  </a:lnTo>
                  <a:lnTo>
                    <a:pt x="12821" y="1893"/>
                  </a:lnTo>
                  <a:lnTo>
                    <a:pt x="12705" y="2086"/>
                  </a:lnTo>
                  <a:lnTo>
                    <a:pt x="12589" y="2241"/>
                  </a:lnTo>
                  <a:lnTo>
                    <a:pt x="12241" y="2472"/>
                  </a:lnTo>
                  <a:lnTo>
                    <a:pt x="11817" y="2743"/>
                  </a:lnTo>
                  <a:lnTo>
                    <a:pt x="11392" y="2936"/>
                  </a:lnTo>
                  <a:lnTo>
                    <a:pt x="10658" y="3206"/>
                  </a:lnTo>
                  <a:lnTo>
                    <a:pt x="9924" y="3438"/>
                  </a:lnTo>
                  <a:lnTo>
                    <a:pt x="9152" y="3708"/>
                  </a:lnTo>
                  <a:lnTo>
                    <a:pt x="8380" y="3901"/>
                  </a:lnTo>
                  <a:lnTo>
                    <a:pt x="7608" y="4094"/>
                  </a:lnTo>
                  <a:lnTo>
                    <a:pt x="6797" y="4287"/>
                  </a:lnTo>
                  <a:lnTo>
                    <a:pt x="5909" y="4442"/>
                  </a:lnTo>
                  <a:lnTo>
                    <a:pt x="5020" y="4596"/>
                  </a:lnTo>
                  <a:lnTo>
                    <a:pt x="4132" y="4712"/>
                  </a:lnTo>
                  <a:lnTo>
                    <a:pt x="3244" y="4789"/>
                  </a:lnTo>
                  <a:lnTo>
                    <a:pt x="2201" y="4789"/>
                  </a:lnTo>
                  <a:lnTo>
                    <a:pt x="1854" y="4751"/>
                  </a:lnTo>
                  <a:lnTo>
                    <a:pt x="1506" y="4673"/>
                  </a:lnTo>
                  <a:lnTo>
                    <a:pt x="1198" y="4558"/>
                  </a:lnTo>
                  <a:lnTo>
                    <a:pt x="889" y="4442"/>
                  </a:lnTo>
                  <a:lnTo>
                    <a:pt x="580" y="4249"/>
                  </a:lnTo>
                  <a:lnTo>
                    <a:pt x="657" y="4171"/>
                  </a:lnTo>
                  <a:lnTo>
                    <a:pt x="696" y="4056"/>
                  </a:lnTo>
                  <a:lnTo>
                    <a:pt x="696" y="3940"/>
                  </a:lnTo>
                  <a:lnTo>
                    <a:pt x="734" y="3824"/>
                  </a:lnTo>
                  <a:lnTo>
                    <a:pt x="850" y="3631"/>
                  </a:lnTo>
                  <a:lnTo>
                    <a:pt x="1082" y="3438"/>
                  </a:lnTo>
                  <a:lnTo>
                    <a:pt x="1313" y="3245"/>
                  </a:lnTo>
                  <a:lnTo>
                    <a:pt x="1854" y="2936"/>
                  </a:lnTo>
                  <a:lnTo>
                    <a:pt x="2279" y="2704"/>
                  </a:lnTo>
                  <a:lnTo>
                    <a:pt x="3012" y="2356"/>
                  </a:lnTo>
                  <a:lnTo>
                    <a:pt x="3707" y="2009"/>
                  </a:lnTo>
                  <a:lnTo>
                    <a:pt x="4480" y="1700"/>
                  </a:lnTo>
                  <a:lnTo>
                    <a:pt x="5252" y="1430"/>
                  </a:lnTo>
                  <a:lnTo>
                    <a:pt x="6024" y="1198"/>
                  </a:lnTo>
                  <a:lnTo>
                    <a:pt x="6835" y="1005"/>
                  </a:lnTo>
                  <a:lnTo>
                    <a:pt x="7608" y="812"/>
                  </a:lnTo>
                  <a:lnTo>
                    <a:pt x="8418" y="696"/>
                  </a:lnTo>
                  <a:lnTo>
                    <a:pt x="9229" y="580"/>
                  </a:lnTo>
                  <a:lnTo>
                    <a:pt x="10040" y="542"/>
                  </a:lnTo>
                  <a:lnTo>
                    <a:pt x="10735" y="503"/>
                  </a:lnTo>
                  <a:lnTo>
                    <a:pt x="11160" y="464"/>
                  </a:lnTo>
                  <a:close/>
                  <a:moveTo>
                    <a:pt x="13477" y="1121"/>
                  </a:moveTo>
                  <a:lnTo>
                    <a:pt x="13631" y="1314"/>
                  </a:lnTo>
                  <a:lnTo>
                    <a:pt x="13709" y="1507"/>
                  </a:lnTo>
                  <a:lnTo>
                    <a:pt x="13747" y="1739"/>
                  </a:lnTo>
                  <a:lnTo>
                    <a:pt x="13709" y="2009"/>
                  </a:lnTo>
                  <a:lnTo>
                    <a:pt x="13631" y="2241"/>
                  </a:lnTo>
                  <a:lnTo>
                    <a:pt x="13516" y="2472"/>
                  </a:lnTo>
                  <a:lnTo>
                    <a:pt x="13400" y="2704"/>
                  </a:lnTo>
                  <a:lnTo>
                    <a:pt x="13207" y="2897"/>
                  </a:lnTo>
                  <a:lnTo>
                    <a:pt x="12859" y="3206"/>
                  </a:lnTo>
                  <a:lnTo>
                    <a:pt x="12473" y="3438"/>
                  </a:lnTo>
                  <a:lnTo>
                    <a:pt x="12048" y="3669"/>
                  </a:lnTo>
                  <a:lnTo>
                    <a:pt x="11624" y="3901"/>
                  </a:lnTo>
                  <a:lnTo>
                    <a:pt x="10658" y="4287"/>
                  </a:lnTo>
                  <a:lnTo>
                    <a:pt x="9731" y="4635"/>
                  </a:lnTo>
                  <a:lnTo>
                    <a:pt x="8766" y="4905"/>
                  </a:lnTo>
                  <a:lnTo>
                    <a:pt x="7762" y="5175"/>
                  </a:lnTo>
                  <a:lnTo>
                    <a:pt x="6758" y="5407"/>
                  </a:lnTo>
                  <a:lnTo>
                    <a:pt x="5754" y="5600"/>
                  </a:lnTo>
                  <a:lnTo>
                    <a:pt x="4711" y="5793"/>
                  </a:lnTo>
                  <a:lnTo>
                    <a:pt x="3707" y="5909"/>
                  </a:lnTo>
                  <a:lnTo>
                    <a:pt x="2781" y="5986"/>
                  </a:lnTo>
                  <a:lnTo>
                    <a:pt x="2279" y="5986"/>
                  </a:lnTo>
                  <a:lnTo>
                    <a:pt x="1815" y="5948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9"/>
                  </a:lnTo>
                  <a:lnTo>
                    <a:pt x="696" y="5484"/>
                  </a:lnTo>
                  <a:lnTo>
                    <a:pt x="502" y="5253"/>
                  </a:lnTo>
                  <a:lnTo>
                    <a:pt x="348" y="5021"/>
                  </a:lnTo>
                  <a:lnTo>
                    <a:pt x="309" y="4866"/>
                  </a:lnTo>
                  <a:lnTo>
                    <a:pt x="309" y="4751"/>
                  </a:lnTo>
                  <a:lnTo>
                    <a:pt x="309" y="4596"/>
                  </a:lnTo>
                  <a:lnTo>
                    <a:pt x="348" y="4442"/>
                  </a:lnTo>
                  <a:lnTo>
                    <a:pt x="541" y="4673"/>
                  </a:lnTo>
                  <a:lnTo>
                    <a:pt x="811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2" y="5214"/>
                  </a:lnTo>
                  <a:lnTo>
                    <a:pt x="1931" y="5253"/>
                  </a:lnTo>
                  <a:lnTo>
                    <a:pt x="2588" y="5330"/>
                  </a:lnTo>
                  <a:lnTo>
                    <a:pt x="3244" y="5291"/>
                  </a:lnTo>
                  <a:lnTo>
                    <a:pt x="3939" y="5253"/>
                  </a:lnTo>
                  <a:lnTo>
                    <a:pt x="5136" y="5059"/>
                  </a:lnTo>
                  <a:lnTo>
                    <a:pt x="6913" y="4789"/>
                  </a:lnTo>
                  <a:lnTo>
                    <a:pt x="7839" y="4596"/>
                  </a:lnTo>
                  <a:lnTo>
                    <a:pt x="8727" y="4403"/>
                  </a:lnTo>
                  <a:lnTo>
                    <a:pt x="9616" y="4133"/>
                  </a:lnTo>
                  <a:lnTo>
                    <a:pt x="10504" y="3862"/>
                  </a:lnTo>
                  <a:lnTo>
                    <a:pt x="11353" y="3515"/>
                  </a:lnTo>
                  <a:lnTo>
                    <a:pt x="12164" y="3129"/>
                  </a:lnTo>
                  <a:lnTo>
                    <a:pt x="12434" y="2974"/>
                  </a:lnTo>
                  <a:lnTo>
                    <a:pt x="12705" y="2820"/>
                  </a:lnTo>
                  <a:lnTo>
                    <a:pt x="12936" y="2588"/>
                  </a:lnTo>
                  <a:lnTo>
                    <a:pt x="13129" y="2395"/>
                  </a:lnTo>
                  <a:lnTo>
                    <a:pt x="13323" y="2125"/>
                  </a:lnTo>
                  <a:lnTo>
                    <a:pt x="13438" y="1854"/>
                  </a:lnTo>
                  <a:lnTo>
                    <a:pt x="13516" y="1584"/>
                  </a:lnTo>
                  <a:lnTo>
                    <a:pt x="13516" y="1237"/>
                  </a:lnTo>
                  <a:lnTo>
                    <a:pt x="13477" y="1121"/>
                  </a:lnTo>
                  <a:close/>
                  <a:moveTo>
                    <a:pt x="10658" y="1"/>
                  </a:moveTo>
                  <a:lnTo>
                    <a:pt x="9886" y="40"/>
                  </a:lnTo>
                  <a:lnTo>
                    <a:pt x="9114" y="117"/>
                  </a:lnTo>
                  <a:lnTo>
                    <a:pt x="8303" y="233"/>
                  </a:lnTo>
                  <a:lnTo>
                    <a:pt x="7530" y="348"/>
                  </a:lnTo>
                  <a:lnTo>
                    <a:pt x="6719" y="542"/>
                  </a:lnTo>
                  <a:lnTo>
                    <a:pt x="5909" y="735"/>
                  </a:lnTo>
                  <a:lnTo>
                    <a:pt x="5020" y="1005"/>
                  </a:lnTo>
                  <a:lnTo>
                    <a:pt x="4132" y="1352"/>
                  </a:lnTo>
                  <a:lnTo>
                    <a:pt x="3244" y="1700"/>
                  </a:lnTo>
                  <a:lnTo>
                    <a:pt x="2395" y="2125"/>
                  </a:lnTo>
                  <a:lnTo>
                    <a:pt x="1777" y="2434"/>
                  </a:lnTo>
                  <a:lnTo>
                    <a:pt x="1391" y="2627"/>
                  </a:lnTo>
                  <a:lnTo>
                    <a:pt x="1043" y="2858"/>
                  </a:lnTo>
                  <a:lnTo>
                    <a:pt x="696" y="3090"/>
                  </a:lnTo>
                  <a:lnTo>
                    <a:pt x="464" y="3399"/>
                  </a:lnTo>
                  <a:lnTo>
                    <a:pt x="348" y="3554"/>
                  </a:lnTo>
                  <a:lnTo>
                    <a:pt x="271" y="3708"/>
                  </a:lnTo>
                  <a:lnTo>
                    <a:pt x="232" y="3862"/>
                  </a:lnTo>
                  <a:lnTo>
                    <a:pt x="232" y="4056"/>
                  </a:lnTo>
                  <a:lnTo>
                    <a:pt x="194" y="4133"/>
                  </a:lnTo>
                  <a:lnTo>
                    <a:pt x="194" y="4171"/>
                  </a:lnTo>
                  <a:lnTo>
                    <a:pt x="116" y="4326"/>
                  </a:lnTo>
                  <a:lnTo>
                    <a:pt x="39" y="4480"/>
                  </a:lnTo>
                  <a:lnTo>
                    <a:pt x="0" y="4635"/>
                  </a:lnTo>
                  <a:lnTo>
                    <a:pt x="0" y="4789"/>
                  </a:lnTo>
                  <a:lnTo>
                    <a:pt x="39" y="5137"/>
                  </a:lnTo>
                  <a:lnTo>
                    <a:pt x="194" y="5446"/>
                  </a:lnTo>
                  <a:lnTo>
                    <a:pt x="348" y="5639"/>
                  </a:lnTo>
                  <a:lnTo>
                    <a:pt x="502" y="5832"/>
                  </a:lnTo>
                  <a:lnTo>
                    <a:pt x="696" y="5948"/>
                  </a:lnTo>
                  <a:lnTo>
                    <a:pt x="927" y="6063"/>
                  </a:lnTo>
                  <a:lnTo>
                    <a:pt x="966" y="6257"/>
                  </a:lnTo>
                  <a:lnTo>
                    <a:pt x="1275" y="6179"/>
                  </a:lnTo>
                  <a:lnTo>
                    <a:pt x="1313" y="6218"/>
                  </a:lnTo>
                  <a:lnTo>
                    <a:pt x="1313" y="6257"/>
                  </a:lnTo>
                  <a:lnTo>
                    <a:pt x="1352" y="6295"/>
                  </a:lnTo>
                  <a:lnTo>
                    <a:pt x="1468" y="6257"/>
                  </a:lnTo>
                  <a:lnTo>
                    <a:pt x="1815" y="6295"/>
                  </a:lnTo>
                  <a:lnTo>
                    <a:pt x="2395" y="6334"/>
                  </a:lnTo>
                  <a:lnTo>
                    <a:pt x="3012" y="6372"/>
                  </a:lnTo>
                  <a:lnTo>
                    <a:pt x="3592" y="6334"/>
                  </a:lnTo>
                  <a:lnTo>
                    <a:pt x="4171" y="6295"/>
                  </a:lnTo>
                  <a:lnTo>
                    <a:pt x="5368" y="6102"/>
                  </a:lnTo>
                  <a:lnTo>
                    <a:pt x="6565" y="5870"/>
                  </a:lnTo>
                  <a:lnTo>
                    <a:pt x="6758" y="5832"/>
                  </a:lnTo>
                  <a:lnTo>
                    <a:pt x="7994" y="5523"/>
                  </a:lnTo>
                  <a:lnTo>
                    <a:pt x="9036" y="5253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6" y="4133"/>
                  </a:lnTo>
                  <a:lnTo>
                    <a:pt x="12126" y="4249"/>
                  </a:lnTo>
                  <a:lnTo>
                    <a:pt x="12396" y="4287"/>
                  </a:lnTo>
                  <a:lnTo>
                    <a:pt x="12782" y="4712"/>
                  </a:lnTo>
                  <a:lnTo>
                    <a:pt x="13014" y="4519"/>
                  </a:lnTo>
                  <a:lnTo>
                    <a:pt x="12434" y="3940"/>
                  </a:lnTo>
                  <a:lnTo>
                    <a:pt x="12898" y="3669"/>
                  </a:lnTo>
                  <a:lnTo>
                    <a:pt x="13361" y="3322"/>
                  </a:lnTo>
                  <a:lnTo>
                    <a:pt x="13631" y="3052"/>
                  </a:lnTo>
                  <a:lnTo>
                    <a:pt x="13825" y="2704"/>
                  </a:lnTo>
                  <a:lnTo>
                    <a:pt x="14133" y="2627"/>
                  </a:lnTo>
                  <a:lnTo>
                    <a:pt x="14018" y="2318"/>
                  </a:lnTo>
                  <a:lnTo>
                    <a:pt x="14095" y="2009"/>
                  </a:lnTo>
                  <a:lnTo>
                    <a:pt x="14133" y="1739"/>
                  </a:lnTo>
                  <a:lnTo>
                    <a:pt x="14095" y="1468"/>
                  </a:lnTo>
                  <a:lnTo>
                    <a:pt x="14018" y="1237"/>
                  </a:lnTo>
                  <a:lnTo>
                    <a:pt x="13902" y="1005"/>
                  </a:lnTo>
                  <a:lnTo>
                    <a:pt x="13747" y="812"/>
                  </a:lnTo>
                  <a:lnTo>
                    <a:pt x="13477" y="619"/>
                  </a:lnTo>
                  <a:lnTo>
                    <a:pt x="13168" y="503"/>
                  </a:lnTo>
                  <a:lnTo>
                    <a:pt x="13091" y="503"/>
                  </a:lnTo>
                  <a:lnTo>
                    <a:pt x="12898" y="387"/>
                  </a:lnTo>
                  <a:lnTo>
                    <a:pt x="12666" y="271"/>
                  </a:lnTo>
                  <a:lnTo>
                    <a:pt x="12434" y="155"/>
                  </a:lnTo>
                  <a:lnTo>
                    <a:pt x="12203" y="117"/>
                  </a:lnTo>
                  <a:lnTo>
                    <a:pt x="11817" y="40"/>
                  </a:lnTo>
                  <a:lnTo>
                    <a:pt x="1143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2" name="Google Shape;3842;p17"/>
            <p:cNvSpPr/>
            <p:nvPr/>
          </p:nvSpPr>
          <p:spPr>
            <a:xfrm>
              <a:off x="2687250" y="1806675"/>
              <a:ext cx="449900" cy="337900"/>
            </a:xfrm>
            <a:custGeom>
              <a:avLst/>
              <a:gdLst/>
              <a:ahLst/>
              <a:cxnLst/>
              <a:rect l="l" t="t" r="r" b="b"/>
              <a:pathLst>
                <a:path w="17996" h="13516" extrusionOk="0">
                  <a:moveTo>
                    <a:pt x="15794" y="386"/>
                  </a:moveTo>
                  <a:lnTo>
                    <a:pt x="15872" y="425"/>
                  </a:lnTo>
                  <a:lnTo>
                    <a:pt x="15949" y="464"/>
                  </a:lnTo>
                  <a:lnTo>
                    <a:pt x="16103" y="657"/>
                  </a:lnTo>
                  <a:lnTo>
                    <a:pt x="16181" y="850"/>
                  </a:lnTo>
                  <a:lnTo>
                    <a:pt x="16258" y="1043"/>
                  </a:lnTo>
                  <a:lnTo>
                    <a:pt x="16219" y="1236"/>
                  </a:lnTo>
                  <a:lnTo>
                    <a:pt x="16181" y="1468"/>
                  </a:lnTo>
                  <a:lnTo>
                    <a:pt x="15987" y="1892"/>
                  </a:lnTo>
                  <a:lnTo>
                    <a:pt x="15833" y="2163"/>
                  </a:lnTo>
                  <a:lnTo>
                    <a:pt x="15601" y="2433"/>
                  </a:lnTo>
                  <a:lnTo>
                    <a:pt x="15370" y="2665"/>
                  </a:lnTo>
                  <a:lnTo>
                    <a:pt x="15099" y="2896"/>
                  </a:lnTo>
                  <a:lnTo>
                    <a:pt x="14983" y="2279"/>
                  </a:lnTo>
                  <a:lnTo>
                    <a:pt x="14945" y="1970"/>
                  </a:lnTo>
                  <a:lnTo>
                    <a:pt x="14906" y="1699"/>
                  </a:lnTo>
                  <a:lnTo>
                    <a:pt x="14945" y="1390"/>
                  </a:lnTo>
                  <a:lnTo>
                    <a:pt x="15022" y="1120"/>
                  </a:lnTo>
                  <a:lnTo>
                    <a:pt x="15138" y="850"/>
                  </a:lnTo>
                  <a:lnTo>
                    <a:pt x="15331" y="618"/>
                  </a:lnTo>
                  <a:lnTo>
                    <a:pt x="15563" y="464"/>
                  </a:lnTo>
                  <a:lnTo>
                    <a:pt x="15679" y="386"/>
                  </a:lnTo>
                  <a:close/>
                  <a:moveTo>
                    <a:pt x="14481" y="3437"/>
                  </a:moveTo>
                  <a:lnTo>
                    <a:pt x="14443" y="3591"/>
                  </a:lnTo>
                  <a:lnTo>
                    <a:pt x="14134" y="3939"/>
                  </a:lnTo>
                  <a:lnTo>
                    <a:pt x="13786" y="4287"/>
                  </a:lnTo>
                  <a:lnTo>
                    <a:pt x="13593" y="4441"/>
                  </a:lnTo>
                  <a:lnTo>
                    <a:pt x="13362" y="4595"/>
                  </a:lnTo>
                  <a:lnTo>
                    <a:pt x="13091" y="4711"/>
                  </a:lnTo>
                  <a:lnTo>
                    <a:pt x="12782" y="4750"/>
                  </a:lnTo>
                  <a:lnTo>
                    <a:pt x="12667" y="4789"/>
                  </a:lnTo>
                  <a:lnTo>
                    <a:pt x="12589" y="4750"/>
                  </a:lnTo>
                  <a:lnTo>
                    <a:pt x="12551" y="4673"/>
                  </a:lnTo>
                  <a:lnTo>
                    <a:pt x="12512" y="4518"/>
                  </a:lnTo>
                  <a:lnTo>
                    <a:pt x="12474" y="4287"/>
                  </a:lnTo>
                  <a:lnTo>
                    <a:pt x="12512" y="4171"/>
                  </a:lnTo>
                  <a:lnTo>
                    <a:pt x="12628" y="4055"/>
                  </a:lnTo>
                  <a:lnTo>
                    <a:pt x="12821" y="3900"/>
                  </a:lnTo>
                  <a:lnTo>
                    <a:pt x="13091" y="3746"/>
                  </a:lnTo>
                  <a:lnTo>
                    <a:pt x="13362" y="3591"/>
                  </a:lnTo>
                  <a:lnTo>
                    <a:pt x="13632" y="3514"/>
                  </a:lnTo>
                  <a:lnTo>
                    <a:pt x="13941" y="3437"/>
                  </a:lnTo>
                  <a:close/>
                  <a:moveTo>
                    <a:pt x="15061" y="3514"/>
                  </a:moveTo>
                  <a:lnTo>
                    <a:pt x="15717" y="3553"/>
                  </a:lnTo>
                  <a:lnTo>
                    <a:pt x="16065" y="3591"/>
                  </a:lnTo>
                  <a:lnTo>
                    <a:pt x="16412" y="3630"/>
                  </a:lnTo>
                  <a:lnTo>
                    <a:pt x="16721" y="3707"/>
                  </a:lnTo>
                  <a:lnTo>
                    <a:pt x="17030" y="3823"/>
                  </a:lnTo>
                  <a:lnTo>
                    <a:pt x="17262" y="4016"/>
                  </a:lnTo>
                  <a:lnTo>
                    <a:pt x="17378" y="4171"/>
                  </a:lnTo>
                  <a:lnTo>
                    <a:pt x="17493" y="4287"/>
                  </a:lnTo>
                  <a:lnTo>
                    <a:pt x="17571" y="4480"/>
                  </a:lnTo>
                  <a:lnTo>
                    <a:pt x="17571" y="4634"/>
                  </a:lnTo>
                  <a:lnTo>
                    <a:pt x="17493" y="4789"/>
                  </a:lnTo>
                  <a:lnTo>
                    <a:pt x="17378" y="4904"/>
                  </a:lnTo>
                  <a:lnTo>
                    <a:pt x="17262" y="4982"/>
                  </a:lnTo>
                  <a:lnTo>
                    <a:pt x="17069" y="5020"/>
                  </a:lnTo>
                  <a:lnTo>
                    <a:pt x="16914" y="4982"/>
                  </a:lnTo>
                  <a:lnTo>
                    <a:pt x="16721" y="4943"/>
                  </a:lnTo>
                  <a:lnTo>
                    <a:pt x="16335" y="4750"/>
                  </a:lnTo>
                  <a:lnTo>
                    <a:pt x="15987" y="4518"/>
                  </a:lnTo>
                  <a:lnTo>
                    <a:pt x="15717" y="4287"/>
                  </a:lnTo>
                  <a:lnTo>
                    <a:pt x="15485" y="4055"/>
                  </a:lnTo>
                  <a:lnTo>
                    <a:pt x="15254" y="3785"/>
                  </a:lnTo>
                  <a:lnTo>
                    <a:pt x="15061" y="3514"/>
                  </a:lnTo>
                  <a:close/>
                  <a:moveTo>
                    <a:pt x="4866" y="3128"/>
                  </a:moveTo>
                  <a:lnTo>
                    <a:pt x="5484" y="3167"/>
                  </a:lnTo>
                  <a:lnTo>
                    <a:pt x="6102" y="3283"/>
                  </a:lnTo>
                  <a:lnTo>
                    <a:pt x="6681" y="3514"/>
                  </a:lnTo>
                  <a:lnTo>
                    <a:pt x="7145" y="3707"/>
                  </a:lnTo>
                  <a:lnTo>
                    <a:pt x="7569" y="3978"/>
                  </a:lnTo>
                  <a:lnTo>
                    <a:pt x="7994" y="4248"/>
                  </a:lnTo>
                  <a:lnTo>
                    <a:pt x="8380" y="4557"/>
                  </a:lnTo>
                  <a:lnTo>
                    <a:pt x="9153" y="5213"/>
                  </a:lnTo>
                  <a:lnTo>
                    <a:pt x="9925" y="5908"/>
                  </a:lnTo>
                  <a:lnTo>
                    <a:pt x="10234" y="6179"/>
                  </a:lnTo>
                  <a:lnTo>
                    <a:pt x="10581" y="6410"/>
                  </a:lnTo>
                  <a:lnTo>
                    <a:pt x="10968" y="6642"/>
                  </a:lnTo>
                  <a:lnTo>
                    <a:pt x="11354" y="6797"/>
                  </a:lnTo>
                  <a:lnTo>
                    <a:pt x="11740" y="6874"/>
                  </a:lnTo>
                  <a:lnTo>
                    <a:pt x="12165" y="6912"/>
                  </a:lnTo>
                  <a:lnTo>
                    <a:pt x="12589" y="6874"/>
                  </a:lnTo>
                  <a:lnTo>
                    <a:pt x="13014" y="6719"/>
                  </a:lnTo>
                  <a:lnTo>
                    <a:pt x="13323" y="6565"/>
                  </a:lnTo>
                  <a:lnTo>
                    <a:pt x="13593" y="6372"/>
                  </a:lnTo>
                  <a:lnTo>
                    <a:pt x="13825" y="6179"/>
                  </a:lnTo>
                  <a:lnTo>
                    <a:pt x="14018" y="5947"/>
                  </a:lnTo>
                  <a:lnTo>
                    <a:pt x="14211" y="5677"/>
                  </a:lnTo>
                  <a:lnTo>
                    <a:pt x="14366" y="5406"/>
                  </a:lnTo>
                  <a:lnTo>
                    <a:pt x="14520" y="5097"/>
                  </a:lnTo>
                  <a:lnTo>
                    <a:pt x="14636" y="4789"/>
                  </a:lnTo>
                  <a:lnTo>
                    <a:pt x="14559" y="5638"/>
                  </a:lnTo>
                  <a:lnTo>
                    <a:pt x="14404" y="6449"/>
                  </a:lnTo>
                  <a:lnTo>
                    <a:pt x="14211" y="7221"/>
                  </a:lnTo>
                  <a:lnTo>
                    <a:pt x="13941" y="7994"/>
                  </a:lnTo>
                  <a:lnTo>
                    <a:pt x="13593" y="8727"/>
                  </a:lnTo>
                  <a:lnTo>
                    <a:pt x="13169" y="9422"/>
                  </a:lnTo>
                  <a:lnTo>
                    <a:pt x="12667" y="10117"/>
                  </a:lnTo>
                  <a:lnTo>
                    <a:pt x="12087" y="10735"/>
                  </a:lnTo>
                  <a:lnTo>
                    <a:pt x="11624" y="11160"/>
                  </a:lnTo>
                  <a:lnTo>
                    <a:pt x="11199" y="11546"/>
                  </a:lnTo>
                  <a:lnTo>
                    <a:pt x="10697" y="11855"/>
                  </a:lnTo>
                  <a:lnTo>
                    <a:pt x="10195" y="12164"/>
                  </a:lnTo>
                  <a:lnTo>
                    <a:pt x="9693" y="12396"/>
                  </a:lnTo>
                  <a:lnTo>
                    <a:pt x="9153" y="12627"/>
                  </a:lnTo>
                  <a:lnTo>
                    <a:pt x="8612" y="12782"/>
                  </a:lnTo>
                  <a:lnTo>
                    <a:pt x="8071" y="12898"/>
                  </a:lnTo>
                  <a:lnTo>
                    <a:pt x="7531" y="12975"/>
                  </a:lnTo>
                  <a:lnTo>
                    <a:pt x="6990" y="13014"/>
                  </a:lnTo>
                  <a:lnTo>
                    <a:pt x="6411" y="12975"/>
                  </a:lnTo>
                  <a:lnTo>
                    <a:pt x="5870" y="12898"/>
                  </a:lnTo>
                  <a:lnTo>
                    <a:pt x="5291" y="12782"/>
                  </a:lnTo>
                  <a:lnTo>
                    <a:pt x="4751" y="12627"/>
                  </a:lnTo>
                  <a:lnTo>
                    <a:pt x="4171" y="12396"/>
                  </a:lnTo>
                  <a:lnTo>
                    <a:pt x="3631" y="12125"/>
                  </a:lnTo>
                  <a:lnTo>
                    <a:pt x="3090" y="11816"/>
                  </a:lnTo>
                  <a:lnTo>
                    <a:pt x="2588" y="11469"/>
                  </a:lnTo>
                  <a:lnTo>
                    <a:pt x="2125" y="11044"/>
                  </a:lnTo>
                  <a:lnTo>
                    <a:pt x="1700" y="10581"/>
                  </a:lnTo>
                  <a:lnTo>
                    <a:pt x="1314" y="10117"/>
                  </a:lnTo>
                  <a:lnTo>
                    <a:pt x="966" y="9577"/>
                  </a:lnTo>
                  <a:lnTo>
                    <a:pt x="696" y="8998"/>
                  </a:lnTo>
                  <a:lnTo>
                    <a:pt x="542" y="8418"/>
                  </a:lnTo>
                  <a:lnTo>
                    <a:pt x="426" y="7801"/>
                  </a:lnTo>
                  <a:lnTo>
                    <a:pt x="426" y="7221"/>
                  </a:lnTo>
                  <a:lnTo>
                    <a:pt x="503" y="6603"/>
                  </a:lnTo>
                  <a:lnTo>
                    <a:pt x="696" y="6024"/>
                  </a:lnTo>
                  <a:lnTo>
                    <a:pt x="928" y="5484"/>
                  </a:lnTo>
                  <a:lnTo>
                    <a:pt x="1237" y="4943"/>
                  </a:lnTo>
                  <a:lnTo>
                    <a:pt x="1623" y="4480"/>
                  </a:lnTo>
                  <a:lnTo>
                    <a:pt x="2048" y="4055"/>
                  </a:lnTo>
                  <a:lnTo>
                    <a:pt x="2588" y="3707"/>
                  </a:lnTo>
                  <a:lnTo>
                    <a:pt x="3129" y="3437"/>
                  </a:lnTo>
                  <a:lnTo>
                    <a:pt x="3708" y="3244"/>
                  </a:lnTo>
                  <a:lnTo>
                    <a:pt x="4287" y="3167"/>
                  </a:lnTo>
                  <a:lnTo>
                    <a:pt x="4866" y="3128"/>
                  </a:lnTo>
                  <a:close/>
                  <a:moveTo>
                    <a:pt x="15717" y="0"/>
                  </a:moveTo>
                  <a:lnTo>
                    <a:pt x="15524" y="39"/>
                  </a:lnTo>
                  <a:lnTo>
                    <a:pt x="15331" y="155"/>
                  </a:lnTo>
                  <a:lnTo>
                    <a:pt x="15138" y="271"/>
                  </a:lnTo>
                  <a:lnTo>
                    <a:pt x="14983" y="464"/>
                  </a:lnTo>
                  <a:lnTo>
                    <a:pt x="14829" y="618"/>
                  </a:lnTo>
                  <a:lnTo>
                    <a:pt x="14713" y="850"/>
                  </a:lnTo>
                  <a:lnTo>
                    <a:pt x="14636" y="1043"/>
                  </a:lnTo>
                  <a:lnTo>
                    <a:pt x="14597" y="1275"/>
                  </a:lnTo>
                  <a:lnTo>
                    <a:pt x="14559" y="1545"/>
                  </a:lnTo>
                  <a:lnTo>
                    <a:pt x="14520" y="2047"/>
                  </a:lnTo>
                  <a:lnTo>
                    <a:pt x="14597" y="2588"/>
                  </a:lnTo>
                  <a:lnTo>
                    <a:pt x="14752" y="3090"/>
                  </a:lnTo>
                  <a:lnTo>
                    <a:pt x="14713" y="3128"/>
                  </a:lnTo>
                  <a:lnTo>
                    <a:pt x="14675" y="3167"/>
                  </a:lnTo>
                  <a:lnTo>
                    <a:pt x="14636" y="3205"/>
                  </a:lnTo>
                  <a:lnTo>
                    <a:pt x="14173" y="3128"/>
                  </a:lnTo>
                  <a:lnTo>
                    <a:pt x="13709" y="3167"/>
                  </a:lnTo>
                  <a:lnTo>
                    <a:pt x="13246" y="3283"/>
                  </a:lnTo>
                  <a:lnTo>
                    <a:pt x="12821" y="3476"/>
                  </a:lnTo>
                  <a:lnTo>
                    <a:pt x="12512" y="3669"/>
                  </a:lnTo>
                  <a:lnTo>
                    <a:pt x="12358" y="3785"/>
                  </a:lnTo>
                  <a:lnTo>
                    <a:pt x="12203" y="3939"/>
                  </a:lnTo>
                  <a:lnTo>
                    <a:pt x="12049" y="4132"/>
                  </a:lnTo>
                  <a:lnTo>
                    <a:pt x="11972" y="4287"/>
                  </a:lnTo>
                  <a:lnTo>
                    <a:pt x="11933" y="4480"/>
                  </a:lnTo>
                  <a:lnTo>
                    <a:pt x="11933" y="4673"/>
                  </a:lnTo>
                  <a:lnTo>
                    <a:pt x="12010" y="4866"/>
                  </a:lnTo>
                  <a:lnTo>
                    <a:pt x="12126" y="5020"/>
                  </a:lnTo>
                  <a:lnTo>
                    <a:pt x="12280" y="5097"/>
                  </a:lnTo>
                  <a:lnTo>
                    <a:pt x="12435" y="5136"/>
                  </a:lnTo>
                  <a:lnTo>
                    <a:pt x="12628" y="5175"/>
                  </a:lnTo>
                  <a:lnTo>
                    <a:pt x="12821" y="5136"/>
                  </a:lnTo>
                  <a:lnTo>
                    <a:pt x="13207" y="5059"/>
                  </a:lnTo>
                  <a:lnTo>
                    <a:pt x="13516" y="4904"/>
                  </a:lnTo>
                  <a:lnTo>
                    <a:pt x="13825" y="4711"/>
                  </a:lnTo>
                  <a:lnTo>
                    <a:pt x="14095" y="4480"/>
                  </a:lnTo>
                  <a:lnTo>
                    <a:pt x="14366" y="4248"/>
                  </a:lnTo>
                  <a:lnTo>
                    <a:pt x="14211" y="4711"/>
                  </a:lnTo>
                  <a:lnTo>
                    <a:pt x="14018" y="5175"/>
                  </a:lnTo>
                  <a:lnTo>
                    <a:pt x="13864" y="5406"/>
                  </a:lnTo>
                  <a:lnTo>
                    <a:pt x="13709" y="5599"/>
                  </a:lnTo>
                  <a:lnTo>
                    <a:pt x="13555" y="5793"/>
                  </a:lnTo>
                  <a:lnTo>
                    <a:pt x="13362" y="5947"/>
                  </a:lnTo>
                  <a:lnTo>
                    <a:pt x="13053" y="6179"/>
                  </a:lnTo>
                  <a:lnTo>
                    <a:pt x="12705" y="6333"/>
                  </a:lnTo>
                  <a:lnTo>
                    <a:pt x="12358" y="6410"/>
                  </a:lnTo>
                  <a:lnTo>
                    <a:pt x="12010" y="6410"/>
                  </a:lnTo>
                  <a:lnTo>
                    <a:pt x="11663" y="6372"/>
                  </a:lnTo>
                  <a:lnTo>
                    <a:pt x="11315" y="6256"/>
                  </a:lnTo>
                  <a:lnTo>
                    <a:pt x="10968" y="6101"/>
                  </a:lnTo>
                  <a:lnTo>
                    <a:pt x="10659" y="5870"/>
                  </a:lnTo>
                  <a:lnTo>
                    <a:pt x="10234" y="5561"/>
                  </a:lnTo>
                  <a:lnTo>
                    <a:pt x="9809" y="5213"/>
                  </a:lnTo>
                  <a:lnTo>
                    <a:pt x="9037" y="4480"/>
                  </a:lnTo>
                  <a:lnTo>
                    <a:pt x="8651" y="4132"/>
                  </a:lnTo>
                  <a:lnTo>
                    <a:pt x="8226" y="3823"/>
                  </a:lnTo>
                  <a:lnTo>
                    <a:pt x="7801" y="3514"/>
                  </a:lnTo>
                  <a:lnTo>
                    <a:pt x="7299" y="3244"/>
                  </a:lnTo>
                  <a:lnTo>
                    <a:pt x="6720" y="3012"/>
                  </a:lnTo>
                  <a:lnTo>
                    <a:pt x="6102" y="2819"/>
                  </a:lnTo>
                  <a:lnTo>
                    <a:pt x="5523" y="2742"/>
                  </a:lnTo>
                  <a:lnTo>
                    <a:pt x="4905" y="2703"/>
                  </a:lnTo>
                  <a:lnTo>
                    <a:pt x="4287" y="2703"/>
                  </a:lnTo>
                  <a:lnTo>
                    <a:pt x="3708" y="2819"/>
                  </a:lnTo>
                  <a:lnTo>
                    <a:pt x="3129" y="2974"/>
                  </a:lnTo>
                  <a:lnTo>
                    <a:pt x="2549" y="3205"/>
                  </a:lnTo>
                  <a:lnTo>
                    <a:pt x="2318" y="3360"/>
                  </a:lnTo>
                  <a:lnTo>
                    <a:pt x="2009" y="3553"/>
                  </a:lnTo>
                  <a:lnTo>
                    <a:pt x="1700" y="3785"/>
                  </a:lnTo>
                  <a:lnTo>
                    <a:pt x="1430" y="4016"/>
                  </a:lnTo>
                  <a:lnTo>
                    <a:pt x="1159" y="4325"/>
                  </a:lnTo>
                  <a:lnTo>
                    <a:pt x="928" y="4595"/>
                  </a:lnTo>
                  <a:lnTo>
                    <a:pt x="696" y="4943"/>
                  </a:lnTo>
                  <a:lnTo>
                    <a:pt x="503" y="5291"/>
                  </a:lnTo>
                  <a:lnTo>
                    <a:pt x="348" y="5677"/>
                  </a:lnTo>
                  <a:lnTo>
                    <a:pt x="155" y="6217"/>
                  </a:lnTo>
                  <a:lnTo>
                    <a:pt x="40" y="6758"/>
                  </a:lnTo>
                  <a:lnTo>
                    <a:pt x="1" y="7299"/>
                  </a:lnTo>
                  <a:lnTo>
                    <a:pt x="1" y="7801"/>
                  </a:lnTo>
                  <a:lnTo>
                    <a:pt x="78" y="8303"/>
                  </a:lnTo>
                  <a:lnTo>
                    <a:pt x="194" y="8804"/>
                  </a:lnTo>
                  <a:lnTo>
                    <a:pt x="387" y="9306"/>
                  </a:lnTo>
                  <a:lnTo>
                    <a:pt x="580" y="9770"/>
                  </a:lnTo>
                  <a:lnTo>
                    <a:pt x="850" y="10195"/>
                  </a:lnTo>
                  <a:lnTo>
                    <a:pt x="1159" y="10658"/>
                  </a:lnTo>
                  <a:lnTo>
                    <a:pt x="1507" y="11044"/>
                  </a:lnTo>
                  <a:lnTo>
                    <a:pt x="1893" y="11430"/>
                  </a:lnTo>
                  <a:lnTo>
                    <a:pt x="2279" y="11778"/>
                  </a:lnTo>
                  <a:lnTo>
                    <a:pt x="2704" y="12125"/>
                  </a:lnTo>
                  <a:lnTo>
                    <a:pt x="3167" y="12396"/>
                  </a:lnTo>
                  <a:lnTo>
                    <a:pt x="3631" y="12666"/>
                  </a:lnTo>
                  <a:lnTo>
                    <a:pt x="4249" y="12975"/>
                  </a:lnTo>
                  <a:lnTo>
                    <a:pt x="4866" y="13168"/>
                  </a:lnTo>
                  <a:lnTo>
                    <a:pt x="5484" y="13361"/>
                  </a:lnTo>
                  <a:lnTo>
                    <a:pt x="6141" y="13438"/>
                  </a:lnTo>
                  <a:lnTo>
                    <a:pt x="6759" y="13515"/>
                  </a:lnTo>
                  <a:lnTo>
                    <a:pt x="7376" y="13477"/>
                  </a:lnTo>
                  <a:lnTo>
                    <a:pt x="7994" y="13438"/>
                  </a:lnTo>
                  <a:lnTo>
                    <a:pt x="8612" y="13284"/>
                  </a:lnTo>
                  <a:lnTo>
                    <a:pt x="8728" y="13438"/>
                  </a:lnTo>
                  <a:lnTo>
                    <a:pt x="8998" y="13207"/>
                  </a:lnTo>
                  <a:lnTo>
                    <a:pt x="9770" y="12898"/>
                  </a:lnTo>
                  <a:lnTo>
                    <a:pt x="10504" y="12550"/>
                  </a:lnTo>
                  <a:lnTo>
                    <a:pt x="11238" y="12087"/>
                  </a:lnTo>
                  <a:lnTo>
                    <a:pt x="11933" y="11546"/>
                  </a:lnTo>
                  <a:lnTo>
                    <a:pt x="12474" y="11044"/>
                  </a:lnTo>
                  <a:lnTo>
                    <a:pt x="13014" y="10426"/>
                  </a:lnTo>
                  <a:lnTo>
                    <a:pt x="13246" y="10195"/>
                  </a:lnTo>
                  <a:lnTo>
                    <a:pt x="13207" y="10156"/>
                  </a:lnTo>
                  <a:lnTo>
                    <a:pt x="13709" y="9461"/>
                  </a:lnTo>
                  <a:lnTo>
                    <a:pt x="14134" y="8727"/>
                  </a:lnTo>
                  <a:lnTo>
                    <a:pt x="14481" y="7955"/>
                  </a:lnTo>
                  <a:lnTo>
                    <a:pt x="14752" y="7183"/>
                  </a:lnTo>
                  <a:lnTo>
                    <a:pt x="14945" y="6333"/>
                  </a:lnTo>
                  <a:lnTo>
                    <a:pt x="15022" y="5947"/>
                  </a:lnTo>
                  <a:lnTo>
                    <a:pt x="15061" y="5522"/>
                  </a:lnTo>
                  <a:lnTo>
                    <a:pt x="15061" y="5097"/>
                  </a:lnTo>
                  <a:lnTo>
                    <a:pt x="15061" y="4673"/>
                  </a:lnTo>
                  <a:lnTo>
                    <a:pt x="15022" y="4248"/>
                  </a:lnTo>
                  <a:lnTo>
                    <a:pt x="14945" y="3862"/>
                  </a:lnTo>
                  <a:lnTo>
                    <a:pt x="15215" y="4248"/>
                  </a:lnTo>
                  <a:lnTo>
                    <a:pt x="15563" y="4595"/>
                  </a:lnTo>
                  <a:lnTo>
                    <a:pt x="15949" y="4943"/>
                  </a:lnTo>
                  <a:lnTo>
                    <a:pt x="16374" y="5213"/>
                  </a:lnTo>
                  <a:lnTo>
                    <a:pt x="16567" y="5291"/>
                  </a:lnTo>
                  <a:lnTo>
                    <a:pt x="16798" y="5368"/>
                  </a:lnTo>
                  <a:lnTo>
                    <a:pt x="17030" y="5445"/>
                  </a:lnTo>
                  <a:lnTo>
                    <a:pt x="17262" y="5445"/>
                  </a:lnTo>
                  <a:lnTo>
                    <a:pt x="17493" y="5406"/>
                  </a:lnTo>
                  <a:lnTo>
                    <a:pt x="17687" y="5329"/>
                  </a:lnTo>
                  <a:lnTo>
                    <a:pt x="17841" y="5175"/>
                  </a:lnTo>
                  <a:lnTo>
                    <a:pt x="17957" y="4982"/>
                  </a:lnTo>
                  <a:lnTo>
                    <a:pt x="17995" y="4750"/>
                  </a:lnTo>
                  <a:lnTo>
                    <a:pt x="17995" y="4557"/>
                  </a:lnTo>
                  <a:lnTo>
                    <a:pt x="17957" y="4325"/>
                  </a:lnTo>
                  <a:lnTo>
                    <a:pt x="17841" y="4132"/>
                  </a:lnTo>
                  <a:lnTo>
                    <a:pt x="17725" y="3978"/>
                  </a:lnTo>
                  <a:lnTo>
                    <a:pt x="17571" y="3785"/>
                  </a:lnTo>
                  <a:lnTo>
                    <a:pt x="17416" y="3669"/>
                  </a:lnTo>
                  <a:lnTo>
                    <a:pt x="17262" y="3553"/>
                  </a:lnTo>
                  <a:lnTo>
                    <a:pt x="17030" y="3437"/>
                  </a:lnTo>
                  <a:lnTo>
                    <a:pt x="16798" y="3321"/>
                  </a:lnTo>
                  <a:lnTo>
                    <a:pt x="16296" y="3205"/>
                  </a:lnTo>
                  <a:lnTo>
                    <a:pt x="15794" y="3128"/>
                  </a:lnTo>
                  <a:lnTo>
                    <a:pt x="15254" y="3128"/>
                  </a:lnTo>
                  <a:lnTo>
                    <a:pt x="15679" y="2858"/>
                  </a:lnTo>
                  <a:lnTo>
                    <a:pt x="16026" y="2510"/>
                  </a:lnTo>
                  <a:lnTo>
                    <a:pt x="16296" y="2124"/>
                  </a:lnTo>
                  <a:lnTo>
                    <a:pt x="16528" y="1661"/>
                  </a:lnTo>
                  <a:lnTo>
                    <a:pt x="16567" y="1429"/>
                  </a:lnTo>
                  <a:lnTo>
                    <a:pt x="16605" y="1197"/>
                  </a:lnTo>
                  <a:lnTo>
                    <a:pt x="16644" y="927"/>
                  </a:lnTo>
                  <a:lnTo>
                    <a:pt x="16605" y="657"/>
                  </a:lnTo>
                  <a:lnTo>
                    <a:pt x="16528" y="425"/>
                  </a:lnTo>
                  <a:lnTo>
                    <a:pt x="16412" y="232"/>
                  </a:lnTo>
                  <a:lnTo>
                    <a:pt x="16219" y="78"/>
                  </a:lnTo>
                  <a:lnTo>
                    <a:pt x="16103" y="39"/>
                  </a:lnTo>
                  <a:lnTo>
                    <a:pt x="1594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3" name="Google Shape;3843;p17"/>
            <p:cNvSpPr/>
            <p:nvPr/>
          </p:nvSpPr>
          <p:spPr>
            <a:xfrm>
              <a:off x="4737700" y="1812475"/>
              <a:ext cx="353350" cy="159300"/>
            </a:xfrm>
            <a:custGeom>
              <a:avLst/>
              <a:gdLst/>
              <a:ahLst/>
              <a:cxnLst/>
              <a:rect l="l" t="t" r="r" b="b"/>
              <a:pathLst>
                <a:path w="14134" h="6372" extrusionOk="0">
                  <a:moveTo>
                    <a:pt x="11161" y="463"/>
                  </a:moveTo>
                  <a:lnTo>
                    <a:pt x="11624" y="502"/>
                  </a:lnTo>
                  <a:lnTo>
                    <a:pt x="12049" y="541"/>
                  </a:lnTo>
                  <a:lnTo>
                    <a:pt x="12435" y="656"/>
                  </a:lnTo>
                  <a:lnTo>
                    <a:pt x="12628" y="734"/>
                  </a:lnTo>
                  <a:lnTo>
                    <a:pt x="12744" y="811"/>
                  </a:lnTo>
                  <a:lnTo>
                    <a:pt x="12860" y="965"/>
                  </a:lnTo>
                  <a:lnTo>
                    <a:pt x="12937" y="1081"/>
                  </a:lnTo>
                  <a:lnTo>
                    <a:pt x="12975" y="1313"/>
                  </a:lnTo>
                  <a:lnTo>
                    <a:pt x="12975" y="1506"/>
                  </a:lnTo>
                  <a:lnTo>
                    <a:pt x="12937" y="1699"/>
                  </a:lnTo>
                  <a:lnTo>
                    <a:pt x="12821" y="1892"/>
                  </a:lnTo>
                  <a:lnTo>
                    <a:pt x="12705" y="2085"/>
                  </a:lnTo>
                  <a:lnTo>
                    <a:pt x="12589" y="2240"/>
                  </a:lnTo>
                  <a:lnTo>
                    <a:pt x="12242" y="2471"/>
                  </a:lnTo>
                  <a:lnTo>
                    <a:pt x="11817" y="2742"/>
                  </a:lnTo>
                  <a:lnTo>
                    <a:pt x="11392" y="2935"/>
                  </a:lnTo>
                  <a:lnTo>
                    <a:pt x="10659" y="3205"/>
                  </a:lnTo>
                  <a:lnTo>
                    <a:pt x="9925" y="3437"/>
                  </a:lnTo>
                  <a:lnTo>
                    <a:pt x="9153" y="3707"/>
                  </a:lnTo>
                  <a:lnTo>
                    <a:pt x="8380" y="3900"/>
                  </a:lnTo>
                  <a:lnTo>
                    <a:pt x="7608" y="4093"/>
                  </a:lnTo>
                  <a:lnTo>
                    <a:pt x="6797" y="4286"/>
                  </a:lnTo>
                  <a:lnTo>
                    <a:pt x="5909" y="4441"/>
                  </a:lnTo>
                  <a:lnTo>
                    <a:pt x="5021" y="4595"/>
                  </a:lnTo>
                  <a:lnTo>
                    <a:pt x="4133" y="4711"/>
                  </a:lnTo>
                  <a:lnTo>
                    <a:pt x="3245" y="4788"/>
                  </a:lnTo>
                  <a:lnTo>
                    <a:pt x="2202" y="4788"/>
                  </a:lnTo>
                  <a:lnTo>
                    <a:pt x="1854" y="4750"/>
                  </a:lnTo>
                  <a:lnTo>
                    <a:pt x="1507" y="4672"/>
                  </a:lnTo>
                  <a:lnTo>
                    <a:pt x="1198" y="4557"/>
                  </a:lnTo>
                  <a:lnTo>
                    <a:pt x="889" y="4441"/>
                  </a:lnTo>
                  <a:lnTo>
                    <a:pt x="580" y="4248"/>
                  </a:lnTo>
                  <a:lnTo>
                    <a:pt x="657" y="4170"/>
                  </a:lnTo>
                  <a:lnTo>
                    <a:pt x="696" y="4055"/>
                  </a:lnTo>
                  <a:lnTo>
                    <a:pt x="696" y="3939"/>
                  </a:lnTo>
                  <a:lnTo>
                    <a:pt x="735" y="3823"/>
                  </a:lnTo>
                  <a:lnTo>
                    <a:pt x="850" y="3630"/>
                  </a:lnTo>
                  <a:lnTo>
                    <a:pt x="1082" y="3437"/>
                  </a:lnTo>
                  <a:lnTo>
                    <a:pt x="1314" y="3244"/>
                  </a:lnTo>
                  <a:lnTo>
                    <a:pt x="1854" y="2935"/>
                  </a:lnTo>
                  <a:lnTo>
                    <a:pt x="2279" y="2703"/>
                  </a:lnTo>
                  <a:lnTo>
                    <a:pt x="3013" y="2356"/>
                  </a:lnTo>
                  <a:lnTo>
                    <a:pt x="3708" y="2008"/>
                  </a:lnTo>
                  <a:lnTo>
                    <a:pt x="4480" y="1699"/>
                  </a:lnTo>
                  <a:lnTo>
                    <a:pt x="5253" y="1429"/>
                  </a:lnTo>
                  <a:lnTo>
                    <a:pt x="6025" y="1197"/>
                  </a:lnTo>
                  <a:lnTo>
                    <a:pt x="6836" y="1004"/>
                  </a:lnTo>
                  <a:lnTo>
                    <a:pt x="7608" y="811"/>
                  </a:lnTo>
                  <a:lnTo>
                    <a:pt x="8419" y="695"/>
                  </a:lnTo>
                  <a:lnTo>
                    <a:pt x="9230" y="579"/>
                  </a:lnTo>
                  <a:lnTo>
                    <a:pt x="10041" y="541"/>
                  </a:lnTo>
                  <a:lnTo>
                    <a:pt x="10736" y="502"/>
                  </a:lnTo>
                  <a:lnTo>
                    <a:pt x="11161" y="463"/>
                  </a:lnTo>
                  <a:close/>
                  <a:moveTo>
                    <a:pt x="13477" y="1120"/>
                  </a:moveTo>
                  <a:lnTo>
                    <a:pt x="13632" y="1313"/>
                  </a:lnTo>
                  <a:lnTo>
                    <a:pt x="13709" y="1506"/>
                  </a:lnTo>
                  <a:lnTo>
                    <a:pt x="13748" y="1738"/>
                  </a:lnTo>
                  <a:lnTo>
                    <a:pt x="13709" y="2008"/>
                  </a:lnTo>
                  <a:lnTo>
                    <a:pt x="13632" y="2240"/>
                  </a:lnTo>
                  <a:lnTo>
                    <a:pt x="13516" y="2471"/>
                  </a:lnTo>
                  <a:lnTo>
                    <a:pt x="13400" y="2703"/>
                  </a:lnTo>
                  <a:lnTo>
                    <a:pt x="13207" y="2896"/>
                  </a:lnTo>
                  <a:lnTo>
                    <a:pt x="12860" y="3205"/>
                  </a:lnTo>
                  <a:lnTo>
                    <a:pt x="12473" y="3437"/>
                  </a:lnTo>
                  <a:lnTo>
                    <a:pt x="12049" y="3668"/>
                  </a:lnTo>
                  <a:lnTo>
                    <a:pt x="11624" y="3900"/>
                  </a:lnTo>
                  <a:lnTo>
                    <a:pt x="10659" y="4286"/>
                  </a:lnTo>
                  <a:lnTo>
                    <a:pt x="9732" y="4634"/>
                  </a:lnTo>
                  <a:lnTo>
                    <a:pt x="8766" y="4904"/>
                  </a:lnTo>
                  <a:lnTo>
                    <a:pt x="7762" y="5174"/>
                  </a:lnTo>
                  <a:lnTo>
                    <a:pt x="6758" y="5406"/>
                  </a:lnTo>
                  <a:lnTo>
                    <a:pt x="5755" y="5599"/>
                  </a:lnTo>
                  <a:lnTo>
                    <a:pt x="4712" y="5792"/>
                  </a:lnTo>
                  <a:lnTo>
                    <a:pt x="3708" y="5908"/>
                  </a:lnTo>
                  <a:lnTo>
                    <a:pt x="2781" y="5985"/>
                  </a:lnTo>
                  <a:lnTo>
                    <a:pt x="2279" y="5985"/>
                  </a:lnTo>
                  <a:lnTo>
                    <a:pt x="1816" y="5947"/>
                  </a:lnTo>
                  <a:lnTo>
                    <a:pt x="1545" y="5869"/>
                  </a:lnTo>
                  <a:lnTo>
                    <a:pt x="1237" y="5792"/>
                  </a:lnTo>
                  <a:lnTo>
                    <a:pt x="928" y="5638"/>
                  </a:lnTo>
                  <a:lnTo>
                    <a:pt x="696" y="5483"/>
                  </a:lnTo>
                  <a:lnTo>
                    <a:pt x="503" y="5252"/>
                  </a:lnTo>
                  <a:lnTo>
                    <a:pt x="348" y="5020"/>
                  </a:lnTo>
                  <a:lnTo>
                    <a:pt x="310" y="4865"/>
                  </a:lnTo>
                  <a:lnTo>
                    <a:pt x="310" y="4750"/>
                  </a:lnTo>
                  <a:lnTo>
                    <a:pt x="310" y="4595"/>
                  </a:lnTo>
                  <a:lnTo>
                    <a:pt x="348" y="4441"/>
                  </a:lnTo>
                  <a:lnTo>
                    <a:pt x="542" y="4672"/>
                  </a:lnTo>
                  <a:lnTo>
                    <a:pt x="812" y="4865"/>
                  </a:lnTo>
                  <a:lnTo>
                    <a:pt x="1043" y="4981"/>
                  </a:lnTo>
                  <a:lnTo>
                    <a:pt x="1352" y="5097"/>
                  </a:lnTo>
                  <a:lnTo>
                    <a:pt x="1623" y="5213"/>
                  </a:lnTo>
                  <a:lnTo>
                    <a:pt x="1932" y="5252"/>
                  </a:lnTo>
                  <a:lnTo>
                    <a:pt x="2588" y="5329"/>
                  </a:lnTo>
                  <a:lnTo>
                    <a:pt x="3245" y="5290"/>
                  </a:lnTo>
                  <a:lnTo>
                    <a:pt x="3940" y="5252"/>
                  </a:lnTo>
                  <a:lnTo>
                    <a:pt x="5137" y="5059"/>
                  </a:lnTo>
                  <a:lnTo>
                    <a:pt x="6913" y="4788"/>
                  </a:lnTo>
                  <a:lnTo>
                    <a:pt x="7840" y="4595"/>
                  </a:lnTo>
                  <a:lnTo>
                    <a:pt x="8728" y="4402"/>
                  </a:lnTo>
                  <a:lnTo>
                    <a:pt x="9616" y="4132"/>
                  </a:lnTo>
                  <a:lnTo>
                    <a:pt x="10504" y="3861"/>
                  </a:lnTo>
                  <a:lnTo>
                    <a:pt x="11354" y="3514"/>
                  </a:lnTo>
                  <a:lnTo>
                    <a:pt x="12165" y="3128"/>
                  </a:lnTo>
                  <a:lnTo>
                    <a:pt x="12435" y="2973"/>
                  </a:lnTo>
                  <a:lnTo>
                    <a:pt x="12705" y="2819"/>
                  </a:lnTo>
                  <a:lnTo>
                    <a:pt x="12937" y="2587"/>
                  </a:lnTo>
                  <a:lnTo>
                    <a:pt x="13130" y="2394"/>
                  </a:lnTo>
                  <a:lnTo>
                    <a:pt x="13323" y="2124"/>
                  </a:lnTo>
                  <a:lnTo>
                    <a:pt x="13439" y="1854"/>
                  </a:lnTo>
                  <a:lnTo>
                    <a:pt x="13516" y="1583"/>
                  </a:lnTo>
                  <a:lnTo>
                    <a:pt x="13516" y="1236"/>
                  </a:lnTo>
                  <a:lnTo>
                    <a:pt x="13477" y="1120"/>
                  </a:lnTo>
                  <a:close/>
                  <a:moveTo>
                    <a:pt x="10659" y="0"/>
                  </a:moveTo>
                  <a:lnTo>
                    <a:pt x="9886" y="39"/>
                  </a:lnTo>
                  <a:lnTo>
                    <a:pt x="9114" y="116"/>
                  </a:lnTo>
                  <a:lnTo>
                    <a:pt x="8303" y="232"/>
                  </a:lnTo>
                  <a:lnTo>
                    <a:pt x="7531" y="348"/>
                  </a:lnTo>
                  <a:lnTo>
                    <a:pt x="6720" y="541"/>
                  </a:lnTo>
                  <a:lnTo>
                    <a:pt x="5909" y="734"/>
                  </a:lnTo>
                  <a:lnTo>
                    <a:pt x="5021" y="1004"/>
                  </a:lnTo>
                  <a:lnTo>
                    <a:pt x="4133" y="1352"/>
                  </a:lnTo>
                  <a:lnTo>
                    <a:pt x="3245" y="1699"/>
                  </a:lnTo>
                  <a:lnTo>
                    <a:pt x="2395" y="2124"/>
                  </a:lnTo>
                  <a:lnTo>
                    <a:pt x="1777" y="2433"/>
                  </a:lnTo>
                  <a:lnTo>
                    <a:pt x="1391" y="2626"/>
                  </a:lnTo>
                  <a:lnTo>
                    <a:pt x="1043" y="2858"/>
                  </a:lnTo>
                  <a:lnTo>
                    <a:pt x="696" y="3089"/>
                  </a:lnTo>
                  <a:lnTo>
                    <a:pt x="464" y="3398"/>
                  </a:lnTo>
                  <a:lnTo>
                    <a:pt x="348" y="3553"/>
                  </a:lnTo>
                  <a:lnTo>
                    <a:pt x="271" y="3707"/>
                  </a:lnTo>
                  <a:lnTo>
                    <a:pt x="233" y="3861"/>
                  </a:lnTo>
                  <a:lnTo>
                    <a:pt x="233" y="4055"/>
                  </a:lnTo>
                  <a:lnTo>
                    <a:pt x="194" y="4132"/>
                  </a:lnTo>
                  <a:lnTo>
                    <a:pt x="194" y="4170"/>
                  </a:lnTo>
                  <a:lnTo>
                    <a:pt x="117" y="4325"/>
                  </a:lnTo>
                  <a:lnTo>
                    <a:pt x="40" y="4479"/>
                  </a:lnTo>
                  <a:lnTo>
                    <a:pt x="1" y="4634"/>
                  </a:lnTo>
                  <a:lnTo>
                    <a:pt x="1" y="4788"/>
                  </a:lnTo>
                  <a:lnTo>
                    <a:pt x="40" y="5136"/>
                  </a:lnTo>
                  <a:lnTo>
                    <a:pt x="194" y="5445"/>
                  </a:lnTo>
                  <a:lnTo>
                    <a:pt x="348" y="5638"/>
                  </a:lnTo>
                  <a:lnTo>
                    <a:pt x="503" y="5831"/>
                  </a:lnTo>
                  <a:lnTo>
                    <a:pt x="696" y="5947"/>
                  </a:lnTo>
                  <a:lnTo>
                    <a:pt x="928" y="6063"/>
                  </a:lnTo>
                  <a:lnTo>
                    <a:pt x="966" y="6256"/>
                  </a:lnTo>
                  <a:lnTo>
                    <a:pt x="1275" y="6178"/>
                  </a:lnTo>
                  <a:lnTo>
                    <a:pt x="1314" y="6217"/>
                  </a:lnTo>
                  <a:lnTo>
                    <a:pt x="1314" y="6256"/>
                  </a:lnTo>
                  <a:lnTo>
                    <a:pt x="1352" y="6294"/>
                  </a:lnTo>
                  <a:lnTo>
                    <a:pt x="1468" y="6256"/>
                  </a:lnTo>
                  <a:lnTo>
                    <a:pt x="1816" y="6294"/>
                  </a:lnTo>
                  <a:lnTo>
                    <a:pt x="2395" y="6333"/>
                  </a:lnTo>
                  <a:lnTo>
                    <a:pt x="3013" y="6371"/>
                  </a:lnTo>
                  <a:lnTo>
                    <a:pt x="3592" y="6333"/>
                  </a:lnTo>
                  <a:lnTo>
                    <a:pt x="4171" y="6294"/>
                  </a:lnTo>
                  <a:lnTo>
                    <a:pt x="5368" y="6101"/>
                  </a:lnTo>
                  <a:lnTo>
                    <a:pt x="6565" y="5869"/>
                  </a:lnTo>
                  <a:lnTo>
                    <a:pt x="6758" y="5831"/>
                  </a:lnTo>
                  <a:lnTo>
                    <a:pt x="7994" y="5522"/>
                  </a:lnTo>
                  <a:lnTo>
                    <a:pt x="9037" y="5252"/>
                  </a:lnTo>
                  <a:lnTo>
                    <a:pt x="10079" y="4981"/>
                  </a:lnTo>
                  <a:lnTo>
                    <a:pt x="11161" y="4595"/>
                  </a:lnTo>
                  <a:lnTo>
                    <a:pt x="11663" y="4363"/>
                  </a:lnTo>
                  <a:lnTo>
                    <a:pt x="12126" y="4132"/>
                  </a:lnTo>
                  <a:lnTo>
                    <a:pt x="12126" y="4248"/>
                  </a:lnTo>
                  <a:lnTo>
                    <a:pt x="12396" y="4286"/>
                  </a:lnTo>
                  <a:lnTo>
                    <a:pt x="12782" y="4711"/>
                  </a:lnTo>
                  <a:lnTo>
                    <a:pt x="13014" y="4518"/>
                  </a:lnTo>
                  <a:lnTo>
                    <a:pt x="12435" y="3939"/>
                  </a:lnTo>
                  <a:lnTo>
                    <a:pt x="12898" y="3668"/>
                  </a:lnTo>
                  <a:lnTo>
                    <a:pt x="13362" y="3321"/>
                  </a:lnTo>
                  <a:lnTo>
                    <a:pt x="13632" y="3051"/>
                  </a:lnTo>
                  <a:lnTo>
                    <a:pt x="13825" y="2703"/>
                  </a:lnTo>
                  <a:lnTo>
                    <a:pt x="14134" y="2626"/>
                  </a:lnTo>
                  <a:lnTo>
                    <a:pt x="14018" y="2317"/>
                  </a:lnTo>
                  <a:lnTo>
                    <a:pt x="14095" y="2008"/>
                  </a:lnTo>
                  <a:lnTo>
                    <a:pt x="14134" y="1738"/>
                  </a:lnTo>
                  <a:lnTo>
                    <a:pt x="14095" y="1467"/>
                  </a:lnTo>
                  <a:lnTo>
                    <a:pt x="14018" y="1236"/>
                  </a:lnTo>
                  <a:lnTo>
                    <a:pt x="13902" y="1004"/>
                  </a:lnTo>
                  <a:lnTo>
                    <a:pt x="13748" y="811"/>
                  </a:lnTo>
                  <a:lnTo>
                    <a:pt x="13477" y="618"/>
                  </a:lnTo>
                  <a:lnTo>
                    <a:pt x="13169" y="502"/>
                  </a:lnTo>
                  <a:lnTo>
                    <a:pt x="13091" y="502"/>
                  </a:lnTo>
                  <a:lnTo>
                    <a:pt x="12898" y="386"/>
                  </a:lnTo>
                  <a:lnTo>
                    <a:pt x="12667" y="270"/>
                  </a:lnTo>
                  <a:lnTo>
                    <a:pt x="12435" y="154"/>
                  </a:lnTo>
                  <a:lnTo>
                    <a:pt x="12203" y="116"/>
                  </a:lnTo>
                  <a:lnTo>
                    <a:pt x="11817" y="39"/>
                  </a:lnTo>
                  <a:lnTo>
                    <a:pt x="1143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4" name="Google Shape;3844;p17"/>
            <p:cNvSpPr/>
            <p:nvPr/>
          </p:nvSpPr>
          <p:spPr>
            <a:xfrm>
              <a:off x="2291450" y="1821150"/>
              <a:ext cx="200825" cy="230750"/>
            </a:xfrm>
            <a:custGeom>
              <a:avLst/>
              <a:gdLst/>
              <a:ahLst/>
              <a:cxnLst/>
              <a:rect l="l" t="t" r="r" b="b"/>
              <a:pathLst>
                <a:path w="8033" h="9230" extrusionOk="0">
                  <a:moveTo>
                    <a:pt x="2047" y="1"/>
                  </a:moveTo>
                  <a:lnTo>
                    <a:pt x="1893" y="78"/>
                  </a:lnTo>
                  <a:lnTo>
                    <a:pt x="1738" y="155"/>
                  </a:lnTo>
                  <a:lnTo>
                    <a:pt x="1430" y="425"/>
                  </a:lnTo>
                  <a:lnTo>
                    <a:pt x="1198" y="734"/>
                  </a:lnTo>
                  <a:lnTo>
                    <a:pt x="966" y="1005"/>
                  </a:lnTo>
                  <a:lnTo>
                    <a:pt x="735" y="1352"/>
                  </a:lnTo>
                  <a:lnTo>
                    <a:pt x="503" y="1738"/>
                  </a:lnTo>
                  <a:lnTo>
                    <a:pt x="348" y="2124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39" y="3476"/>
                  </a:lnTo>
                  <a:lnTo>
                    <a:pt x="1" y="3939"/>
                  </a:lnTo>
                  <a:lnTo>
                    <a:pt x="78" y="4441"/>
                  </a:lnTo>
                  <a:lnTo>
                    <a:pt x="155" y="4905"/>
                  </a:lnTo>
                  <a:lnTo>
                    <a:pt x="271" y="5329"/>
                  </a:lnTo>
                  <a:lnTo>
                    <a:pt x="464" y="5793"/>
                  </a:lnTo>
                  <a:lnTo>
                    <a:pt x="696" y="6179"/>
                  </a:lnTo>
                  <a:lnTo>
                    <a:pt x="1043" y="6179"/>
                  </a:lnTo>
                  <a:lnTo>
                    <a:pt x="889" y="5831"/>
                  </a:lnTo>
                  <a:lnTo>
                    <a:pt x="735" y="5484"/>
                  </a:lnTo>
                  <a:lnTo>
                    <a:pt x="657" y="5136"/>
                  </a:lnTo>
                  <a:lnTo>
                    <a:pt x="541" y="4789"/>
                  </a:lnTo>
                  <a:lnTo>
                    <a:pt x="503" y="4403"/>
                  </a:lnTo>
                  <a:lnTo>
                    <a:pt x="464" y="4055"/>
                  </a:lnTo>
                  <a:lnTo>
                    <a:pt x="464" y="3669"/>
                  </a:lnTo>
                  <a:lnTo>
                    <a:pt x="464" y="3321"/>
                  </a:lnTo>
                  <a:lnTo>
                    <a:pt x="541" y="2974"/>
                  </a:lnTo>
                  <a:lnTo>
                    <a:pt x="619" y="2626"/>
                  </a:lnTo>
                  <a:lnTo>
                    <a:pt x="735" y="2279"/>
                  </a:lnTo>
                  <a:lnTo>
                    <a:pt x="850" y="1931"/>
                  </a:lnTo>
                  <a:lnTo>
                    <a:pt x="1043" y="1622"/>
                  </a:lnTo>
                  <a:lnTo>
                    <a:pt x="1236" y="1313"/>
                  </a:lnTo>
                  <a:lnTo>
                    <a:pt x="1468" y="1005"/>
                  </a:lnTo>
                  <a:lnTo>
                    <a:pt x="1777" y="734"/>
                  </a:lnTo>
                  <a:lnTo>
                    <a:pt x="1970" y="580"/>
                  </a:lnTo>
                  <a:lnTo>
                    <a:pt x="2086" y="503"/>
                  </a:lnTo>
                  <a:lnTo>
                    <a:pt x="2202" y="464"/>
                  </a:lnTo>
                  <a:lnTo>
                    <a:pt x="2318" y="580"/>
                  </a:lnTo>
                  <a:lnTo>
                    <a:pt x="2434" y="811"/>
                  </a:lnTo>
                  <a:lnTo>
                    <a:pt x="2588" y="1198"/>
                  </a:lnTo>
                  <a:lnTo>
                    <a:pt x="2742" y="1584"/>
                  </a:lnTo>
                  <a:lnTo>
                    <a:pt x="2858" y="1931"/>
                  </a:lnTo>
                  <a:lnTo>
                    <a:pt x="2974" y="2317"/>
                  </a:lnTo>
                  <a:lnTo>
                    <a:pt x="3051" y="2704"/>
                  </a:lnTo>
                  <a:lnTo>
                    <a:pt x="3090" y="3090"/>
                  </a:lnTo>
                  <a:lnTo>
                    <a:pt x="3090" y="3437"/>
                  </a:lnTo>
                  <a:lnTo>
                    <a:pt x="3051" y="3785"/>
                  </a:lnTo>
                  <a:lnTo>
                    <a:pt x="3013" y="4132"/>
                  </a:lnTo>
                  <a:lnTo>
                    <a:pt x="2897" y="4480"/>
                  </a:lnTo>
                  <a:lnTo>
                    <a:pt x="2781" y="4789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22"/>
                  </a:lnTo>
                  <a:lnTo>
                    <a:pt x="2395" y="5638"/>
                  </a:lnTo>
                  <a:lnTo>
                    <a:pt x="2356" y="5716"/>
                  </a:lnTo>
                  <a:lnTo>
                    <a:pt x="2356" y="5754"/>
                  </a:lnTo>
                  <a:lnTo>
                    <a:pt x="2395" y="5793"/>
                  </a:lnTo>
                  <a:lnTo>
                    <a:pt x="2472" y="5793"/>
                  </a:lnTo>
                  <a:lnTo>
                    <a:pt x="2627" y="5716"/>
                  </a:lnTo>
                  <a:lnTo>
                    <a:pt x="2820" y="5677"/>
                  </a:lnTo>
                  <a:lnTo>
                    <a:pt x="3206" y="5677"/>
                  </a:lnTo>
                  <a:lnTo>
                    <a:pt x="3631" y="5716"/>
                  </a:lnTo>
                  <a:lnTo>
                    <a:pt x="4055" y="5793"/>
                  </a:lnTo>
                  <a:lnTo>
                    <a:pt x="4442" y="5947"/>
                  </a:lnTo>
                  <a:lnTo>
                    <a:pt x="4866" y="6102"/>
                  </a:lnTo>
                  <a:lnTo>
                    <a:pt x="5214" y="6256"/>
                  </a:lnTo>
                  <a:lnTo>
                    <a:pt x="5523" y="6449"/>
                  </a:lnTo>
                  <a:lnTo>
                    <a:pt x="5832" y="6642"/>
                  </a:lnTo>
                  <a:lnTo>
                    <a:pt x="6141" y="6835"/>
                  </a:lnTo>
                  <a:lnTo>
                    <a:pt x="6411" y="7067"/>
                  </a:lnTo>
                  <a:lnTo>
                    <a:pt x="6681" y="7337"/>
                  </a:lnTo>
                  <a:lnTo>
                    <a:pt x="6913" y="7608"/>
                  </a:lnTo>
                  <a:lnTo>
                    <a:pt x="7145" y="7878"/>
                  </a:lnTo>
                  <a:lnTo>
                    <a:pt x="7338" y="8187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95" y="8766"/>
                  </a:lnTo>
                  <a:lnTo>
                    <a:pt x="5870" y="8805"/>
                  </a:lnTo>
                  <a:lnTo>
                    <a:pt x="5484" y="8805"/>
                  </a:lnTo>
                  <a:lnTo>
                    <a:pt x="5059" y="8727"/>
                  </a:lnTo>
                  <a:lnTo>
                    <a:pt x="4673" y="8612"/>
                  </a:lnTo>
                  <a:lnTo>
                    <a:pt x="4248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72" y="7106"/>
                  </a:lnTo>
                  <a:lnTo>
                    <a:pt x="1932" y="6565"/>
                  </a:lnTo>
                  <a:lnTo>
                    <a:pt x="1854" y="6526"/>
                  </a:lnTo>
                  <a:lnTo>
                    <a:pt x="1816" y="6488"/>
                  </a:lnTo>
                  <a:lnTo>
                    <a:pt x="1661" y="6526"/>
                  </a:lnTo>
                  <a:lnTo>
                    <a:pt x="1623" y="6526"/>
                  </a:lnTo>
                  <a:lnTo>
                    <a:pt x="1584" y="6565"/>
                  </a:lnTo>
                  <a:lnTo>
                    <a:pt x="1430" y="6835"/>
                  </a:lnTo>
                  <a:lnTo>
                    <a:pt x="1661" y="6874"/>
                  </a:lnTo>
                  <a:lnTo>
                    <a:pt x="2279" y="7492"/>
                  </a:lnTo>
                  <a:lnTo>
                    <a:pt x="2897" y="8071"/>
                  </a:lnTo>
                  <a:lnTo>
                    <a:pt x="3244" y="8341"/>
                  </a:lnTo>
                  <a:lnTo>
                    <a:pt x="3631" y="8573"/>
                  </a:lnTo>
                  <a:lnTo>
                    <a:pt x="3978" y="8766"/>
                  </a:lnTo>
                  <a:lnTo>
                    <a:pt x="4364" y="8959"/>
                  </a:lnTo>
                  <a:lnTo>
                    <a:pt x="4828" y="9114"/>
                  </a:lnTo>
                  <a:lnTo>
                    <a:pt x="5252" y="9191"/>
                  </a:lnTo>
                  <a:lnTo>
                    <a:pt x="5677" y="9229"/>
                  </a:lnTo>
                  <a:lnTo>
                    <a:pt x="6141" y="9229"/>
                  </a:lnTo>
                  <a:lnTo>
                    <a:pt x="6565" y="9152"/>
                  </a:lnTo>
                  <a:lnTo>
                    <a:pt x="6990" y="9075"/>
                  </a:lnTo>
                  <a:lnTo>
                    <a:pt x="7878" y="8843"/>
                  </a:lnTo>
                  <a:lnTo>
                    <a:pt x="7955" y="8805"/>
                  </a:lnTo>
                  <a:lnTo>
                    <a:pt x="7994" y="8727"/>
                  </a:lnTo>
                  <a:lnTo>
                    <a:pt x="8033" y="8650"/>
                  </a:lnTo>
                  <a:lnTo>
                    <a:pt x="7994" y="8534"/>
                  </a:lnTo>
                  <a:lnTo>
                    <a:pt x="7762" y="8110"/>
                  </a:lnTo>
                  <a:lnTo>
                    <a:pt x="7492" y="7685"/>
                  </a:lnTo>
                  <a:lnTo>
                    <a:pt x="7222" y="7299"/>
                  </a:lnTo>
                  <a:lnTo>
                    <a:pt x="6874" y="6913"/>
                  </a:lnTo>
                  <a:lnTo>
                    <a:pt x="6527" y="6604"/>
                  </a:lnTo>
                  <a:lnTo>
                    <a:pt x="6141" y="6295"/>
                  </a:lnTo>
                  <a:lnTo>
                    <a:pt x="5716" y="6024"/>
                  </a:lnTo>
                  <a:lnTo>
                    <a:pt x="5252" y="5793"/>
                  </a:lnTo>
                  <a:lnTo>
                    <a:pt x="4828" y="5638"/>
                  </a:lnTo>
                  <a:lnTo>
                    <a:pt x="4248" y="5445"/>
                  </a:lnTo>
                  <a:lnTo>
                    <a:pt x="3940" y="5368"/>
                  </a:lnTo>
                  <a:lnTo>
                    <a:pt x="3592" y="5291"/>
                  </a:lnTo>
                  <a:lnTo>
                    <a:pt x="3013" y="5291"/>
                  </a:lnTo>
                  <a:lnTo>
                    <a:pt x="3167" y="4982"/>
                  </a:lnTo>
                  <a:lnTo>
                    <a:pt x="3322" y="4634"/>
                  </a:lnTo>
                  <a:lnTo>
                    <a:pt x="3399" y="4287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06"/>
                  </a:lnTo>
                  <a:lnTo>
                    <a:pt x="3515" y="2858"/>
                  </a:lnTo>
                  <a:lnTo>
                    <a:pt x="3438" y="2472"/>
                  </a:lnTo>
                  <a:lnTo>
                    <a:pt x="3322" y="1970"/>
                  </a:lnTo>
                  <a:lnTo>
                    <a:pt x="3167" y="1468"/>
                  </a:lnTo>
                  <a:lnTo>
                    <a:pt x="2936" y="966"/>
                  </a:lnTo>
                  <a:lnTo>
                    <a:pt x="2704" y="503"/>
                  </a:lnTo>
                  <a:lnTo>
                    <a:pt x="2588" y="271"/>
                  </a:lnTo>
                  <a:lnTo>
                    <a:pt x="2472" y="116"/>
                  </a:lnTo>
                  <a:lnTo>
                    <a:pt x="2356" y="39"/>
                  </a:lnTo>
                  <a:lnTo>
                    <a:pt x="227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5" name="Google Shape;3845;p17"/>
            <p:cNvSpPr/>
            <p:nvPr/>
          </p:nvSpPr>
          <p:spPr>
            <a:xfrm>
              <a:off x="6650100" y="1835625"/>
              <a:ext cx="350475" cy="288675"/>
            </a:xfrm>
            <a:custGeom>
              <a:avLst/>
              <a:gdLst/>
              <a:ahLst/>
              <a:cxnLst/>
              <a:rect l="l" t="t" r="r" b="b"/>
              <a:pathLst>
                <a:path w="14019" h="11547" extrusionOk="0">
                  <a:moveTo>
                    <a:pt x="11778" y="1"/>
                  </a:moveTo>
                  <a:lnTo>
                    <a:pt x="11470" y="78"/>
                  </a:lnTo>
                  <a:lnTo>
                    <a:pt x="11856" y="1932"/>
                  </a:lnTo>
                  <a:lnTo>
                    <a:pt x="12280" y="3746"/>
                  </a:lnTo>
                  <a:lnTo>
                    <a:pt x="11508" y="2781"/>
                  </a:lnTo>
                  <a:lnTo>
                    <a:pt x="10659" y="1893"/>
                  </a:lnTo>
                  <a:lnTo>
                    <a:pt x="10427" y="2086"/>
                  </a:lnTo>
                  <a:lnTo>
                    <a:pt x="11470" y="3437"/>
                  </a:lnTo>
                  <a:lnTo>
                    <a:pt x="12551" y="4750"/>
                  </a:lnTo>
                  <a:lnTo>
                    <a:pt x="12860" y="5754"/>
                  </a:lnTo>
                  <a:lnTo>
                    <a:pt x="13169" y="5754"/>
                  </a:lnTo>
                  <a:lnTo>
                    <a:pt x="13207" y="5639"/>
                  </a:lnTo>
                  <a:lnTo>
                    <a:pt x="13169" y="5523"/>
                  </a:lnTo>
                  <a:lnTo>
                    <a:pt x="13439" y="5716"/>
                  </a:lnTo>
                  <a:lnTo>
                    <a:pt x="13593" y="5947"/>
                  </a:lnTo>
                  <a:lnTo>
                    <a:pt x="13671" y="6179"/>
                  </a:lnTo>
                  <a:lnTo>
                    <a:pt x="13709" y="6411"/>
                  </a:lnTo>
                  <a:lnTo>
                    <a:pt x="13632" y="6681"/>
                  </a:lnTo>
                  <a:lnTo>
                    <a:pt x="13516" y="6913"/>
                  </a:lnTo>
                  <a:lnTo>
                    <a:pt x="13362" y="7183"/>
                  </a:lnTo>
                  <a:lnTo>
                    <a:pt x="13169" y="7453"/>
                  </a:lnTo>
                  <a:lnTo>
                    <a:pt x="12744" y="7955"/>
                  </a:lnTo>
                  <a:lnTo>
                    <a:pt x="12203" y="8419"/>
                  </a:lnTo>
                  <a:lnTo>
                    <a:pt x="11740" y="8766"/>
                  </a:lnTo>
                  <a:lnTo>
                    <a:pt x="11354" y="9075"/>
                  </a:lnTo>
                  <a:lnTo>
                    <a:pt x="10543" y="9577"/>
                  </a:lnTo>
                  <a:lnTo>
                    <a:pt x="9655" y="10002"/>
                  </a:lnTo>
                  <a:lnTo>
                    <a:pt x="8767" y="10388"/>
                  </a:lnTo>
                  <a:lnTo>
                    <a:pt x="7878" y="10658"/>
                  </a:lnTo>
                  <a:lnTo>
                    <a:pt x="6952" y="10890"/>
                  </a:lnTo>
                  <a:lnTo>
                    <a:pt x="5986" y="11083"/>
                  </a:lnTo>
                  <a:lnTo>
                    <a:pt x="5021" y="11160"/>
                  </a:lnTo>
                  <a:lnTo>
                    <a:pt x="3631" y="11160"/>
                  </a:lnTo>
                  <a:lnTo>
                    <a:pt x="3013" y="11122"/>
                  </a:lnTo>
                  <a:lnTo>
                    <a:pt x="2356" y="11045"/>
                  </a:lnTo>
                  <a:lnTo>
                    <a:pt x="1661" y="10929"/>
                  </a:lnTo>
                  <a:lnTo>
                    <a:pt x="1352" y="10813"/>
                  </a:lnTo>
                  <a:lnTo>
                    <a:pt x="1082" y="10697"/>
                  </a:lnTo>
                  <a:lnTo>
                    <a:pt x="812" y="10543"/>
                  </a:lnTo>
                  <a:lnTo>
                    <a:pt x="619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2"/>
                  </a:lnTo>
                  <a:lnTo>
                    <a:pt x="387" y="9461"/>
                  </a:lnTo>
                  <a:lnTo>
                    <a:pt x="155" y="9423"/>
                  </a:lnTo>
                  <a:lnTo>
                    <a:pt x="40" y="9654"/>
                  </a:lnTo>
                  <a:lnTo>
                    <a:pt x="1" y="9886"/>
                  </a:lnTo>
                  <a:lnTo>
                    <a:pt x="40" y="10118"/>
                  </a:lnTo>
                  <a:lnTo>
                    <a:pt x="78" y="10311"/>
                  </a:lnTo>
                  <a:lnTo>
                    <a:pt x="194" y="10465"/>
                  </a:lnTo>
                  <a:lnTo>
                    <a:pt x="348" y="10620"/>
                  </a:lnTo>
                  <a:lnTo>
                    <a:pt x="542" y="10774"/>
                  </a:lnTo>
                  <a:lnTo>
                    <a:pt x="773" y="10890"/>
                  </a:lnTo>
                  <a:lnTo>
                    <a:pt x="1237" y="11083"/>
                  </a:lnTo>
                  <a:lnTo>
                    <a:pt x="1739" y="11238"/>
                  </a:lnTo>
                  <a:lnTo>
                    <a:pt x="2202" y="11354"/>
                  </a:lnTo>
                  <a:lnTo>
                    <a:pt x="2627" y="11431"/>
                  </a:lnTo>
                  <a:lnTo>
                    <a:pt x="3322" y="11508"/>
                  </a:lnTo>
                  <a:lnTo>
                    <a:pt x="3978" y="11547"/>
                  </a:lnTo>
                  <a:lnTo>
                    <a:pt x="4673" y="11547"/>
                  </a:lnTo>
                  <a:lnTo>
                    <a:pt x="5368" y="11508"/>
                  </a:lnTo>
                  <a:lnTo>
                    <a:pt x="6063" y="11431"/>
                  </a:lnTo>
                  <a:lnTo>
                    <a:pt x="6759" y="11315"/>
                  </a:lnTo>
                  <a:lnTo>
                    <a:pt x="7415" y="11160"/>
                  </a:lnTo>
                  <a:lnTo>
                    <a:pt x="8071" y="11006"/>
                  </a:lnTo>
                  <a:lnTo>
                    <a:pt x="8728" y="10774"/>
                  </a:lnTo>
                  <a:lnTo>
                    <a:pt x="9346" y="10543"/>
                  </a:lnTo>
                  <a:lnTo>
                    <a:pt x="9964" y="10272"/>
                  </a:lnTo>
                  <a:lnTo>
                    <a:pt x="10543" y="9963"/>
                  </a:lnTo>
                  <a:lnTo>
                    <a:pt x="11122" y="9654"/>
                  </a:lnTo>
                  <a:lnTo>
                    <a:pt x="11701" y="9268"/>
                  </a:lnTo>
                  <a:lnTo>
                    <a:pt x="12242" y="8882"/>
                  </a:lnTo>
                  <a:lnTo>
                    <a:pt x="12744" y="8457"/>
                  </a:lnTo>
                  <a:lnTo>
                    <a:pt x="13169" y="8071"/>
                  </a:lnTo>
                  <a:lnTo>
                    <a:pt x="13555" y="7646"/>
                  </a:lnTo>
                  <a:lnTo>
                    <a:pt x="13748" y="7376"/>
                  </a:lnTo>
                  <a:lnTo>
                    <a:pt x="13864" y="7145"/>
                  </a:lnTo>
                  <a:lnTo>
                    <a:pt x="13980" y="6874"/>
                  </a:lnTo>
                  <a:lnTo>
                    <a:pt x="14018" y="6565"/>
                  </a:lnTo>
                  <a:lnTo>
                    <a:pt x="14018" y="6334"/>
                  </a:lnTo>
                  <a:lnTo>
                    <a:pt x="14018" y="6141"/>
                  </a:lnTo>
                  <a:lnTo>
                    <a:pt x="13941" y="5909"/>
                  </a:lnTo>
                  <a:lnTo>
                    <a:pt x="13864" y="5716"/>
                  </a:lnTo>
                  <a:lnTo>
                    <a:pt x="13748" y="5523"/>
                  </a:lnTo>
                  <a:lnTo>
                    <a:pt x="13593" y="5368"/>
                  </a:lnTo>
                  <a:lnTo>
                    <a:pt x="13439" y="5252"/>
                  </a:lnTo>
                  <a:lnTo>
                    <a:pt x="13246" y="5137"/>
                  </a:lnTo>
                  <a:lnTo>
                    <a:pt x="13091" y="5137"/>
                  </a:lnTo>
                  <a:lnTo>
                    <a:pt x="12821" y="3824"/>
                  </a:lnTo>
                  <a:lnTo>
                    <a:pt x="12512" y="2549"/>
                  </a:lnTo>
                  <a:lnTo>
                    <a:pt x="12165" y="1275"/>
                  </a:lnTo>
                  <a:lnTo>
                    <a:pt x="117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6" name="Google Shape;3846;p17"/>
            <p:cNvSpPr/>
            <p:nvPr/>
          </p:nvSpPr>
          <p:spPr>
            <a:xfrm>
              <a:off x="609775" y="1851075"/>
              <a:ext cx="353350" cy="159325"/>
            </a:xfrm>
            <a:custGeom>
              <a:avLst/>
              <a:gdLst/>
              <a:ahLst/>
              <a:cxnLst/>
              <a:rect l="l" t="t" r="r" b="b"/>
              <a:pathLst>
                <a:path w="14134" h="6373" extrusionOk="0">
                  <a:moveTo>
                    <a:pt x="11160" y="464"/>
                  </a:moveTo>
                  <a:lnTo>
                    <a:pt x="11624" y="503"/>
                  </a:lnTo>
                  <a:lnTo>
                    <a:pt x="12049" y="541"/>
                  </a:lnTo>
                  <a:lnTo>
                    <a:pt x="12435" y="657"/>
                  </a:lnTo>
                  <a:lnTo>
                    <a:pt x="12628" y="734"/>
                  </a:lnTo>
                  <a:lnTo>
                    <a:pt x="12744" y="812"/>
                  </a:lnTo>
                  <a:lnTo>
                    <a:pt x="12859" y="966"/>
                  </a:lnTo>
                  <a:lnTo>
                    <a:pt x="12937" y="1082"/>
                  </a:lnTo>
                  <a:lnTo>
                    <a:pt x="12975" y="1314"/>
                  </a:lnTo>
                  <a:lnTo>
                    <a:pt x="12975" y="1507"/>
                  </a:lnTo>
                  <a:lnTo>
                    <a:pt x="12937" y="1700"/>
                  </a:lnTo>
                  <a:lnTo>
                    <a:pt x="12821" y="1893"/>
                  </a:lnTo>
                  <a:lnTo>
                    <a:pt x="12705" y="2086"/>
                  </a:lnTo>
                  <a:lnTo>
                    <a:pt x="12589" y="2240"/>
                  </a:lnTo>
                  <a:lnTo>
                    <a:pt x="12242" y="2472"/>
                  </a:lnTo>
                  <a:lnTo>
                    <a:pt x="11817" y="2742"/>
                  </a:lnTo>
                  <a:lnTo>
                    <a:pt x="11392" y="2935"/>
                  </a:lnTo>
                  <a:lnTo>
                    <a:pt x="10658" y="3206"/>
                  </a:lnTo>
                  <a:lnTo>
                    <a:pt x="9925" y="3437"/>
                  </a:lnTo>
                  <a:lnTo>
                    <a:pt x="9152" y="3708"/>
                  </a:lnTo>
                  <a:lnTo>
                    <a:pt x="8380" y="3901"/>
                  </a:lnTo>
                  <a:lnTo>
                    <a:pt x="7608" y="4094"/>
                  </a:lnTo>
                  <a:lnTo>
                    <a:pt x="6797" y="4287"/>
                  </a:lnTo>
                  <a:lnTo>
                    <a:pt x="5909" y="4441"/>
                  </a:lnTo>
                  <a:lnTo>
                    <a:pt x="5021" y="4596"/>
                  </a:lnTo>
                  <a:lnTo>
                    <a:pt x="4133" y="4712"/>
                  </a:lnTo>
                  <a:lnTo>
                    <a:pt x="3244" y="4789"/>
                  </a:lnTo>
                  <a:lnTo>
                    <a:pt x="2202" y="4789"/>
                  </a:lnTo>
                  <a:lnTo>
                    <a:pt x="1854" y="4750"/>
                  </a:lnTo>
                  <a:lnTo>
                    <a:pt x="1507" y="4673"/>
                  </a:lnTo>
                  <a:lnTo>
                    <a:pt x="1198" y="4557"/>
                  </a:lnTo>
                  <a:lnTo>
                    <a:pt x="889" y="4441"/>
                  </a:lnTo>
                  <a:lnTo>
                    <a:pt x="580" y="4248"/>
                  </a:lnTo>
                  <a:lnTo>
                    <a:pt x="657" y="4171"/>
                  </a:lnTo>
                  <a:lnTo>
                    <a:pt x="696" y="4055"/>
                  </a:lnTo>
                  <a:lnTo>
                    <a:pt x="696" y="3939"/>
                  </a:lnTo>
                  <a:lnTo>
                    <a:pt x="734" y="3823"/>
                  </a:lnTo>
                  <a:lnTo>
                    <a:pt x="850" y="3630"/>
                  </a:lnTo>
                  <a:lnTo>
                    <a:pt x="1082" y="3437"/>
                  </a:lnTo>
                  <a:lnTo>
                    <a:pt x="1314" y="3244"/>
                  </a:lnTo>
                  <a:lnTo>
                    <a:pt x="1854" y="2935"/>
                  </a:lnTo>
                  <a:lnTo>
                    <a:pt x="2279" y="2704"/>
                  </a:lnTo>
                  <a:lnTo>
                    <a:pt x="3013" y="2356"/>
                  </a:lnTo>
                  <a:lnTo>
                    <a:pt x="3708" y="2009"/>
                  </a:lnTo>
                  <a:lnTo>
                    <a:pt x="4480" y="1700"/>
                  </a:lnTo>
                  <a:lnTo>
                    <a:pt x="5252" y="1429"/>
                  </a:lnTo>
                  <a:lnTo>
                    <a:pt x="6025" y="1198"/>
                  </a:lnTo>
                  <a:lnTo>
                    <a:pt x="6836" y="1005"/>
                  </a:lnTo>
                  <a:lnTo>
                    <a:pt x="7608" y="812"/>
                  </a:lnTo>
                  <a:lnTo>
                    <a:pt x="8419" y="696"/>
                  </a:lnTo>
                  <a:lnTo>
                    <a:pt x="9230" y="580"/>
                  </a:lnTo>
                  <a:lnTo>
                    <a:pt x="10041" y="541"/>
                  </a:lnTo>
                  <a:lnTo>
                    <a:pt x="10736" y="503"/>
                  </a:lnTo>
                  <a:lnTo>
                    <a:pt x="11160" y="464"/>
                  </a:lnTo>
                  <a:close/>
                  <a:moveTo>
                    <a:pt x="13477" y="1120"/>
                  </a:moveTo>
                  <a:lnTo>
                    <a:pt x="13632" y="1314"/>
                  </a:lnTo>
                  <a:lnTo>
                    <a:pt x="13709" y="1507"/>
                  </a:lnTo>
                  <a:lnTo>
                    <a:pt x="13748" y="1738"/>
                  </a:lnTo>
                  <a:lnTo>
                    <a:pt x="13709" y="2009"/>
                  </a:lnTo>
                  <a:lnTo>
                    <a:pt x="13632" y="2240"/>
                  </a:lnTo>
                  <a:lnTo>
                    <a:pt x="13516" y="2472"/>
                  </a:lnTo>
                  <a:lnTo>
                    <a:pt x="13400" y="2704"/>
                  </a:lnTo>
                  <a:lnTo>
                    <a:pt x="13207" y="2897"/>
                  </a:lnTo>
                  <a:lnTo>
                    <a:pt x="12859" y="3206"/>
                  </a:lnTo>
                  <a:lnTo>
                    <a:pt x="12473" y="3437"/>
                  </a:lnTo>
                  <a:lnTo>
                    <a:pt x="12049" y="3669"/>
                  </a:lnTo>
                  <a:lnTo>
                    <a:pt x="11624" y="3901"/>
                  </a:lnTo>
                  <a:lnTo>
                    <a:pt x="10658" y="4287"/>
                  </a:lnTo>
                  <a:lnTo>
                    <a:pt x="9732" y="4634"/>
                  </a:lnTo>
                  <a:lnTo>
                    <a:pt x="8766" y="4905"/>
                  </a:lnTo>
                  <a:lnTo>
                    <a:pt x="7762" y="5175"/>
                  </a:lnTo>
                  <a:lnTo>
                    <a:pt x="6758" y="5407"/>
                  </a:lnTo>
                  <a:lnTo>
                    <a:pt x="5754" y="5600"/>
                  </a:lnTo>
                  <a:lnTo>
                    <a:pt x="4712" y="5793"/>
                  </a:lnTo>
                  <a:lnTo>
                    <a:pt x="3708" y="5909"/>
                  </a:lnTo>
                  <a:lnTo>
                    <a:pt x="2781" y="5986"/>
                  </a:lnTo>
                  <a:lnTo>
                    <a:pt x="2279" y="5986"/>
                  </a:lnTo>
                  <a:lnTo>
                    <a:pt x="1816" y="5947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8"/>
                  </a:lnTo>
                  <a:lnTo>
                    <a:pt x="696" y="5484"/>
                  </a:lnTo>
                  <a:lnTo>
                    <a:pt x="503" y="5252"/>
                  </a:lnTo>
                  <a:lnTo>
                    <a:pt x="348" y="5021"/>
                  </a:lnTo>
                  <a:lnTo>
                    <a:pt x="310" y="4866"/>
                  </a:lnTo>
                  <a:lnTo>
                    <a:pt x="310" y="4750"/>
                  </a:lnTo>
                  <a:lnTo>
                    <a:pt x="310" y="4596"/>
                  </a:lnTo>
                  <a:lnTo>
                    <a:pt x="348" y="4441"/>
                  </a:lnTo>
                  <a:lnTo>
                    <a:pt x="541" y="4673"/>
                  </a:lnTo>
                  <a:lnTo>
                    <a:pt x="812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3" y="5214"/>
                  </a:lnTo>
                  <a:lnTo>
                    <a:pt x="1931" y="5252"/>
                  </a:lnTo>
                  <a:lnTo>
                    <a:pt x="2588" y="5329"/>
                  </a:lnTo>
                  <a:lnTo>
                    <a:pt x="3244" y="5291"/>
                  </a:lnTo>
                  <a:lnTo>
                    <a:pt x="3939" y="5252"/>
                  </a:lnTo>
                  <a:lnTo>
                    <a:pt x="5137" y="5059"/>
                  </a:lnTo>
                  <a:lnTo>
                    <a:pt x="6913" y="4789"/>
                  </a:lnTo>
                  <a:lnTo>
                    <a:pt x="7840" y="4596"/>
                  </a:lnTo>
                  <a:lnTo>
                    <a:pt x="8728" y="4403"/>
                  </a:lnTo>
                  <a:lnTo>
                    <a:pt x="9616" y="4132"/>
                  </a:lnTo>
                  <a:lnTo>
                    <a:pt x="10504" y="3862"/>
                  </a:lnTo>
                  <a:lnTo>
                    <a:pt x="11353" y="3515"/>
                  </a:lnTo>
                  <a:lnTo>
                    <a:pt x="12164" y="3128"/>
                  </a:lnTo>
                  <a:lnTo>
                    <a:pt x="12435" y="2974"/>
                  </a:lnTo>
                  <a:lnTo>
                    <a:pt x="12705" y="2819"/>
                  </a:lnTo>
                  <a:lnTo>
                    <a:pt x="12937" y="2588"/>
                  </a:lnTo>
                  <a:lnTo>
                    <a:pt x="13130" y="2395"/>
                  </a:lnTo>
                  <a:lnTo>
                    <a:pt x="13323" y="2124"/>
                  </a:lnTo>
                  <a:lnTo>
                    <a:pt x="13439" y="1854"/>
                  </a:lnTo>
                  <a:lnTo>
                    <a:pt x="13516" y="1584"/>
                  </a:lnTo>
                  <a:lnTo>
                    <a:pt x="13516" y="1236"/>
                  </a:lnTo>
                  <a:lnTo>
                    <a:pt x="13477" y="1120"/>
                  </a:lnTo>
                  <a:close/>
                  <a:moveTo>
                    <a:pt x="10658" y="1"/>
                  </a:moveTo>
                  <a:lnTo>
                    <a:pt x="9886" y="39"/>
                  </a:lnTo>
                  <a:lnTo>
                    <a:pt x="9114" y="116"/>
                  </a:lnTo>
                  <a:lnTo>
                    <a:pt x="8303" y="232"/>
                  </a:lnTo>
                  <a:lnTo>
                    <a:pt x="7531" y="348"/>
                  </a:lnTo>
                  <a:lnTo>
                    <a:pt x="6720" y="541"/>
                  </a:lnTo>
                  <a:lnTo>
                    <a:pt x="5909" y="734"/>
                  </a:lnTo>
                  <a:lnTo>
                    <a:pt x="5021" y="1005"/>
                  </a:lnTo>
                  <a:lnTo>
                    <a:pt x="4133" y="1352"/>
                  </a:lnTo>
                  <a:lnTo>
                    <a:pt x="3244" y="1700"/>
                  </a:lnTo>
                  <a:lnTo>
                    <a:pt x="2395" y="2124"/>
                  </a:lnTo>
                  <a:lnTo>
                    <a:pt x="1777" y="2433"/>
                  </a:lnTo>
                  <a:lnTo>
                    <a:pt x="1391" y="2626"/>
                  </a:lnTo>
                  <a:lnTo>
                    <a:pt x="1043" y="2858"/>
                  </a:lnTo>
                  <a:lnTo>
                    <a:pt x="696" y="3090"/>
                  </a:lnTo>
                  <a:lnTo>
                    <a:pt x="464" y="3399"/>
                  </a:lnTo>
                  <a:lnTo>
                    <a:pt x="348" y="3553"/>
                  </a:lnTo>
                  <a:lnTo>
                    <a:pt x="271" y="3708"/>
                  </a:lnTo>
                  <a:lnTo>
                    <a:pt x="232" y="3862"/>
                  </a:lnTo>
                  <a:lnTo>
                    <a:pt x="232" y="4055"/>
                  </a:lnTo>
                  <a:lnTo>
                    <a:pt x="194" y="4132"/>
                  </a:lnTo>
                  <a:lnTo>
                    <a:pt x="194" y="4171"/>
                  </a:lnTo>
                  <a:lnTo>
                    <a:pt x="117" y="4325"/>
                  </a:lnTo>
                  <a:lnTo>
                    <a:pt x="39" y="4480"/>
                  </a:lnTo>
                  <a:lnTo>
                    <a:pt x="1" y="4634"/>
                  </a:lnTo>
                  <a:lnTo>
                    <a:pt x="1" y="4789"/>
                  </a:lnTo>
                  <a:lnTo>
                    <a:pt x="39" y="5136"/>
                  </a:lnTo>
                  <a:lnTo>
                    <a:pt x="194" y="5445"/>
                  </a:lnTo>
                  <a:lnTo>
                    <a:pt x="348" y="5638"/>
                  </a:lnTo>
                  <a:lnTo>
                    <a:pt x="503" y="5831"/>
                  </a:lnTo>
                  <a:lnTo>
                    <a:pt x="696" y="5947"/>
                  </a:lnTo>
                  <a:lnTo>
                    <a:pt x="927" y="6063"/>
                  </a:lnTo>
                  <a:lnTo>
                    <a:pt x="966" y="6256"/>
                  </a:lnTo>
                  <a:lnTo>
                    <a:pt x="1275" y="6179"/>
                  </a:lnTo>
                  <a:lnTo>
                    <a:pt x="1314" y="6218"/>
                  </a:lnTo>
                  <a:lnTo>
                    <a:pt x="1314" y="6256"/>
                  </a:lnTo>
                  <a:lnTo>
                    <a:pt x="1352" y="6295"/>
                  </a:lnTo>
                  <a:lnTo>
                    <a:pt x="1468" y="6256"/>
                  </a:lnTo>
                  <a:lnTo>
                    <a:pt x="1816" y="6295"/>
                  </a:lnTo>
                  <a:lnTo>
                    <a:pt x="2395" y="6333"/>
                  </a:lnTo>
                  <a:lnTo>
                    <a:pt x="3013" y="6372"/>
                  </a:lnTo>
                  <a:lnTo>
                    <a:pt x="3592" y="6333"/>
                  </a:lnTo>
                  <a:lnTo>
                    <a:pt x="4171" y="6295"/>
                  </a:lnTo>
                  <a:lnTo>
                    <a:pt x="5368" y="6102"/>
                  </a:lnTo>
                  <a:lnTo>
                    <a:pt x="6565" y="5870"/>
                  </a:lnTo>
                  <a:lnTo>
                    <a:pt x="6758" y="5831"/>
                  </a:lnTo>
                  <a:lnTo>
                    <a:pt x="7994" y="5523"/>
                  </a:lnTo>
                  <a:lnTo>
                    <a:pt x="9037" y="5252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6" y="4132"/>
                  </a:lnTo>
                  <a:lnTo>
                    <a:pt x="12126" y="4248"/>
                  </a:lnTo>
                  <a:lnTo>
                    <a:pt x="12396" y="4287"/>
                  </a:lnTo>
                  <a:lnTo>
                    <a:pt x="12782" y="4712"/>
                  </a:lnTo>
                  <a:lnTo>
                    <a:pt x="13014" y="4519"/>
                  </a:lnTo>
                  <a:lnTo>
                    <a:pt x="12435" y="3939"/>
                  </a:lnTo>
                  <a:lnTo>
                    <a:pt x="12898" y="3669"/>
                  </a:lnTo>
                  <a:lnTo>
                    <a:pt x="13361" y="3321"/>
                  </a:lnTo>
                  <a:lnTo>
                    <a:pt x="13632" y="3051"/>
                  </a:lnTo>
                  <a:lnTo>
                    <a:pt x="13825" y="2704"/>
                  </a:lnTo>
                  <a:lnTo>
                    <a:pt x="14134" y="2626"/>
                  </a:lnTo>
                  <a:lnTo>
                    <a:pt x="14018" y="2317"/>
                  </a:lnTo>
                  <a:lnTo>
                    <a:pt x="14095" y="2009"/>
                  </a:lnTo>
                  <a:lnTo>
                    <a:pt x="14134" y="1738"/>
                  </a:lnTo>
                  <a:lnTo>
                    <a:pt x="14095" y="1468"/>
                  </a:lnTo>
                  <a:lnTo>
                    <a:pt x="14018" y="1236"/>
                  </a:lnTo>
                  <a:lnTo>
                    <a:pt x="13902" y="1005"/>
                  </a:lnTo>
                  <a:lnTo>
                    <a:pt x="13748" y="812"/>
                  </a:lnTo>
                  <a:lnTo>
                    <a:pt x="13477" y="618"/>
                  </a:lnTo>
                  <a:lnTo>
                    <a:pt x="13168" y="503"/>
                  </a:lnTo>
                  <a:lnTo>
                    <a:pt x="13091" y="503"/>
                  </a:lnTo>
                  <a:lnTo>
                    <a:pt x="12898" y="387"/>
                  </a:lnTo>
                  <a:lnTo>
                    <a:pt x="12666" y="271"/>
                  </a:lnTo>
                  <a:lnTo>
                    <a:pt x="12435" y="155"/>
                  </a:lnTo>
                  <a:lnTo>
                    <a:pt x="12203" y="116"/>
                  </a:lnTo>
                  <a:lnTo>
                    <a:pt x="11817" y="39"/>
                  </a:lnTo>
                  <a:lnTo>
                    <a:pt x="1143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7" name="Google Shape;3847;p17"/>
            <p:cNvSpPr/>
            <p:nvPr/>
          </p:nvSpPr>
          <p:spPr>
            <a:xfrm>
              <a:off x="6883725" y="1876175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6" y="1"/>
                  </a:moveTo>
                  <a:lnTo>
                    <a:pt x="348" y="889"/>
                  </a:lnTo>
                  <a:lnTo>
                    <a:pt x="232" y="1815"/>
                  </a:lnTo>
                  <a:lnTo>
                    <a:pt x="155" y="3630"/>
                  </a:lnTo>
                  <a:lnTo>
                    <a:pt x="1" y="7260"/>
                  </a:lnTo>
                  <a:lnTo>
                    <a:pt x="194" y="7260"/>
                  </a:lnTo>
                  <a:lnTo>
                    <a:pt x="426" y="5484"/>
                  </a:lnTo>
                  <a:lnTo>
                    <a:pt x="580" y="3669"/>
                  </a:lnTo>
                  <a:lnTo>
                    <a:pt x="696" y="1854"/>
                  </a:lnTo>
                  <a:lnTo>
                    <a:pt x="696" y="927"/>
                  </a:lnTo>
                  <a:lnTo>
                    <a:pt x="696" y="39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8" name="Google Shape;3848;p17"/>
            <p:cNvSpPr/>
            <p:nvPr/>
          </p:nvSpPr>
          <p:spPr>
            <a:xfrm>
              <a:off x="4796600" y="1878100"/>
              <a:ext cx="350450" cy="288675"/>
            </a:xfrm>
            <a:custGeom>
              <a:avLst/>
              <a:gdLst/>
              <a:ahLst/>
              <a:cxnLst/>
              <a:rect l="l" t="t" r="r" b="b"/>
              <a:pathLst>
                <a:path w="14018" h="11547" extrusionOk="0">
                  <a:moveTo>
                    <a:pt x="11778" y="1"/>
                  </a:moveTo>
                  <a:lnTo>
                    <a:pt x="11469" y="78"/>
                  </a:lnTo>
                  <a:lnTo>
                    <a:pt x="11855" y="1932"/>
                  </a:lnTo>
                  <a:lnTo>
                    <a:pt x="12280" y="3746"/>
                  </a:lnTo>
                  <a:lnTo>
                    <a:pt x="11508" y="2781"/>
                  </a:lnTo>
                  <a:lnTo>
                    <a:pt x="10658" y="1893"/>
                  </a:lnTo>
                  <a:lnTo>
                    <a:pt x="10426" y="2086"/>
                  </a:lnTo>
                  <a:lnTo>
                    <a:pt x="11469" y="3438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9"/>
                  </a:lnTo>
                  <a:lnTo>
                    <a:pt x="13168" y="5523"/>
                  </a:lnTo>
                  <a:lnTo>
                    <a:pt x="13438" y="5716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1"/>
                  </a:lnTo>
                  <a:lnTo>
                    <a:pt x="13631" y="6681"/>
                  </a:lnTo>
                  <a:lnTo>
                    <a:pt x="13516" y="6913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3" y="7955"/>
                  </a:lnTo>
                  <a:lnTo>
                    <a:pt x="12203" y="8419"/>
                  </a:lnTo>
                  <a:lnTo>
                    <a:pt x="11739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2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0" y="11160"/>
                  </a:lnTo>
                  <a:lnTo>
                    <a:pt x="3630" y="11160"/>
                  </a:lnTo>
                  <a:lnTo>
                    <a:pt x="3012" y="11122"/>
                  </a:lnTo>
                  <a:lnTo>
                    <a:pt x="2356" y="11045"/>
                  </a:lnTo>
                  <a:lnTo>
                    <a:pt x="1661" y="10929"/>
                  </a:lnTo>
                  <a:lnTo>
                    <a:pt x="1352" y="10813"/>
                  </a:lnTo>
                  <a:lnTo>
                    <a:pt x="1082" y="10697"/>
                  </a:lnTo>
                  <a:lnTo>
                    <a:pt x="811" y="10543"/>
                  </a:lnTo>
                  <a:lnTo>
                    <a:pt x="618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2"/>
                  </a:lnTo>
                  <a:lnTo>
                    <a:pt x="387" y="9461"/>
                  </a:lnTo>
                  <a:lnTo>
                    <a:pt x="155" y="9423"/>
                  </a:lnTo>
                  <a:lnTo>
                    <a:pt x="39" y="9655"/>
                  </a:lnTo>
                  <a:lnTo>
                    <a:pt x="0" y="9886"/>
                  </a:lnTo>
                  <a:lnTo>
                    <a:pt x="39" y="10118"/>
                  </a:lnTo>
                  <a:lnTo>
                    <a:pt x="78" y="10311"/>
                  </a:lnTo>
                  <a:lnTo>
                    <a:pt x="193" y="10465"/>
                  </a:lnTo>
                  <a:lnTo>
                    <a:pt x="348" y="10620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8"/>
                  </a:lnTo>
                  <a:lnTo>
                    <a:pt x="2201" y="11354"/>
                  </a:lnTo>
                  <a:lnTo>
                    <a:pt x="2626" y="11431"/>
                  </a:lnTo>
                  <a:lnTo>
                    <a:pt x="3321" y="11508"/>
                  </a:lnTo>
                  <a:lnTo>
                    <a:pt x="3978" y="11547"/>
                  </a:lnTo>
                  <a:lnTo>
                    <a:pt x="4673" y="11547"/>
                  </a:lnTo>
                  <a:lnTo>
                    <a:pt x="5368" y="11508"/>
                  </a:lnTo>
                  <a:lnTo>
                    <a:pt x="6063" y="11431"/>
                  </a:lnTo>
                  <a:lnTo>
                    <a:pt x="6758" y="11315"/>
                  </a:lnTo>
                  <a:lnTo>
                    <a:pt x="7414" y="11160"/>
                  </a:lnTo>
                  <a:lnTo>
                    <a:pt x="8071" y="11006"/>
                  </a:lnTo>
                  <a:lnTo>
                    <a:pt x="8727" y="10774"/>
                  </a:lnTo>
                  <a:lnTo>
                    <a:pt x="9345" y="10543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1" y="9655"/>
                  </a:lnTo>
                  <a:lnTo>
                    <a:pt x="11701" y="9268"/>
                  </a:lnTo>
                  <a:lnTo>
                    <a:pt x="12241" y="8882"/>
                  </a:lnTo>
                  <a:lnTo>
                    <a:pt x="12743" y="8457"/>
                  </a:lnTo>
                  <a:lnTo>
                    <a:pt x="13168" y="8071"/>
                  </a:lnTo>
                  <a:lnTo>
                    <a:pt x="13554" y="7647"/>
                  </a:lnTo>
                  <a:lnTo>
                    <a:pt x="13747" y="7376"/>
                  </a:lnTo>
                  <a:lnTo>
                    <a:pt x="13863" y="7145"/>
                  </a:lnTo>
                  <a:lnTo>
                    <a:pt x="13979" y="6874"/>
                  </a:lnTo>
                  <a:lnTo>
                    <a:pt x="14018" y="6565"/>
                  </a:lnTo>
                  <a:lnTo>
                    <a:pt x="14018" y="6334"/>
                  </a:lnTo>
                  <a:lnTo>
                    <a:pt x="14018" y="6141"/>
                  </a:lnTo>
                  <a:lnTo>
                    <a:pt x="13940" y="5909"/>
                  </a:lnTo>
                  <a:lnTo>
                    <a:pt x="13863" y="5716"/>
                  </a:lnTo>
                  <a:lnTo>
                    <a:pt x="13747" y="5523"/>
                  </a:lnTo>
                  <a:lnTo>
                    <a:pt x="13593" y="5368"/>
                  </a:lnTo>
                  <a:lnTo>
                    <a:pt x="13438" y="5252"/>
                  </a:lnTo>
                  <a:lnTo>
                    <a:pt x="13245" y="5137"/>
                  </a:lnTo>
                  <a:lnTo>
                    <a:pt x="13091" y="5137"/>
                  </a:lnTo>
                  <a:lnTo>
                    <a:pt x="12821" y="3824"/>
                  </a:lnTo>
                  <a:lnTo>
                    <a:pt x="12512" y="2549"/>
                  </a:lnTo>
                  <a:lnTo>
                    <a:pt x="12164" y="1275"/>
                  </a:lnTo>
                  <a:lnTo>
                    <a:pt x="117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9" name="Google Shape;3849;p17"/>
            <p:cNvSpPr/>
            <p:nvPr/>
          </p:nvSpPr>
          <p:spPr>
            <a:xfrm>
              <a:off x="6050625" y="1898375"/>
              <a:ext cx="329200" cy="241375"/>
            </a:xfrm>
            <a:custGeom>
              <a:avLst/>
              <a:gdLst/>
              <a:ahLst/>
              <a:cxnLst/>
              <a:rect l="l" t="t" r="r" b="b"/>
              <a:pathLst>
                <a:path w="13168" h="9655" extrusionOk="0">
                  <a:moveTo>
                    <a:pt x="5368" y="619"/>
                  </a:moveTo>
                  <a:lnTo>
                    <a:pt x="5947" y="773"/>
                  </a:lnTo>
                  <a:lnTo>
                    <a:pt x="6526" y="1005"/>
                  </a:lnTo>
                  <a:lnTo>
                    <a:pt x="7028" y="1314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5"/>
                  </a:lnTo>
                  <a:lnTo>
                    <a:pt x="8109" y="2356"/>
                  </a:lnTo>
                  <a:lnTo>
                    <a:pt x="8264" y="2627"/>
                  </a:lnTo>
                  <a:lnTo>
                    <a:pt x="8380" y="2858"/>
                  </a:lnTo>
                  <a:lnTo>
                    <a:pt x="8495" y="3129"/>
                  </a:lnTo>
                  <a:lnTo>
                    <a:pt x="8573" y="3437"/>
                  </a:lnTo>
                  <a:lnTo>
                    <a:pt x="8611" y="3708"/>
                  </a:lnTo>
                  <a:lnTo>
                    <a:pt x="8573" y="3708"/>
                  </a:lnTo>
                  <a:lnTo>
                    <a:pt x="7723" y="3824"/>
                  </a:lnTo>
                  <a:lnTo>
                    <a:pt x="6874" y="3901"/>
                  </a:lnTo>
                  <a:lnTo>
                    <a:pt x="6410" y="3939"/>
                  </a:lnTo>
                  <a:lnTo>
                    <a:pt x="6178" y="3939"/>
                  </a:lnTo>
                  <a:lnTo>
                    <a:pt x="5985" y="3901"/>
                  </a:lnTo>
                  <a:lnTo>
                    <a:pt x="5792" y="3862"/>
                  </a:lnTo>
                  <a:lnTo>
                    <a:pt x="5638" y="3746"/>
                  </a:lnTo>
                  <a:lnTo>
                    <a:pt x="5561" y="3553"/>
                  </a:lnTo>
                  <a:lnTo>
                    <a:pt x="5483" y="3283"/>
                  </a:lnTo>
                  <a:lnTo>
                    <a:pt x="5406" y="2627"/>
                  </a:lnTo>
                  <a:lnTo>
                    <a:pt x="5368" y="1970"/>
                  </a:lnTo>
                  <a:lnTo>
                    <a:pt x="5368" y="619"/>
                  </a:lnTo>
                  <a:close/>
                  <a:moveTo>
                    <a:pt x="2742" y="889"/>
                  </a:moveTo>
                  <a:lnTo>
                    <a:pt x="2626" y="3090"/>
                  </a:lnTo>
                  <a:lnTo>
                    <a:pt x="2626" y="3515"/>
                  </a:lnTo>
                  <a:lnTo>
                    <a:pt x="2587" y="3708"/>
                  </a:lnTo>
                  <a:lnTo>
                    <a:pt x="2510" y="3862"/>
                  </a:lnTo>
                  <a:lnTo>
                    <a:pt x="2433" y="3978"/>
                  </a:lnTo>
                  <a:lnTo>
                    <a:pt x="2278" y="4094"/>
                  </a:lnTo>
                  <a:lnTo>
                    <a:pt x="2124" y="4210"/>
                  </a:lnTo>
                  <a:lnTo>
                    <a:pt x="1892" y="4248"/>
                  </a:lnTo>
                  <a:lnTo>
                    <a:pt x="1699" y="4287"/>
                  </a:lnTo>
                  <a:lnTo>
                    <a:pt x="1506" y="4287"/>
                  </a:lnTo>
                  <a:lnTo>
                    <a:pt x="1120" y="4210"/>
                  </a:lnTo>
                  <a:lnTo>
                    <a:pt x="734" y="4133"/>
                  </a:lnTo>
                  <a:lnTo>
                    <a:pt x="386" y="4017"/>
                  </a:lnTo>
                  <a:lnTo>
                    <a:pt x="502" y="3515"/>
                  </a:lnTo>
                  <a:lnTo>
                    <a:pt x="657" y="3013"/>
                  </a:lnTo>
                  <a:lnTo>
                    <a:pt x="888" y="2549"/>
                  </a:lnTo>
                  <a:lnTo>
                    <a:pt x="1159" y="2125"/>
                  </a:lnTo>
                  <a:lnTo>
                    <a:pt x="1506" y="1738"/>
                  </a:lnTo>
                  <a:lnTo>
                    <a:pt x="1892" y="1391"/>
                  </a:lnTo>
                  <a:lnTo>
                    <a:pt x="2317" y="1121"/>
                  </a:lnTo>
                  <a:lnTo>
                    <a:pt x="2742" y="889"/>
                  </a:lnTo>
                  <a:close/>
                  <a:moveTo>
                    <a:pt x="10774" y="5368"/>
                  </a:moveTo>
                  <a:lnTo>
                    <a:pt x="11198" y="5638"/>
                  </a:lnTo>
                  <a:lnTo>
                    <a:pt x="11623" y="5986"/>
                  </a:lnTo>
                  <a:lnTo>
                    <a:pt x="11430" y="6140"/>
                  </a:lnTo>
                  <a:lnTo>
                    <a:pt x="11314" y="6179"/>
                  </a:lnTo>
                  <a:lnTo>
                    <a:pt x="11198" y="6256"/>
                  </a:lnTo>
                  <a:lnTo>
                    <a:pt x="10928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32"/>
                  </a:lnTo>
                  <a:lnTo>
                    <a:pt x="10542" y="5716"/>
                  </a:lnTo>
                  <a:lnTo>
                    <a:pt x="10619" y="5523"/>
                  </a:lnTo>
                  <a:lnTo>
                    <a:pt x="10658" y="5407"/>
                  </a:lnTo>
                  <a:lnTo>
                    <a:pt x="10774" y="5368"/>
                  </a:lnTo>
                  <a:close/>
                  <a:moveTo>
                    <a:pt x="4402" y="1"/>
                  </a:moveTo>
                  <a:lnTo>
                    <a:pt x="3939" y="39"/>
                  </a:lnTo>
                  <a:lnTo>
                    <a:pt x="3514" y="117"/>
                  </a:lnTo>
                  <a:lnTo>
                    <a:pt x="3051" y="194"/>
                  </a:lnTo>
                  <a:lnTo>
                    <a:pt x="2626" y="348"/>
                  </a:lnTo>
                  <a:lnTo>
                    <a:pt x="2240" y="541"/>
                  </a:lnTo>
                  <a:lnTo>
                    <a:pt x="1854" y="773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8" y="1661"/>
                  </a:lnTo>
                  <a:lnTo>
                    <a:pt x="618" y="2009"/>
                  </a:lnTo>
                  <a:lnTo>
                    <a:pt x="386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31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57"/>
                  </a:lnTo>
                  <a:lnTo>
                    <a:pt x="348" y="4287"/>
                  </a:lnTo>
                  <a:lnTo>
                    <a:pt x="965" y="4519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5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364"/>
                  </a:lnTo>
                  <a:lnTo>
                    <a:pt x="2858" y="4248"/>
                  </a:lnTo>
                  <a:lnTo>
                    <a:pt x="2896" y="4094"/>
                  </a:lnTo>
                  <a:lnTo>
                    <a:pt x="2973" y="3939"/>
                  </a:lnTo>
                  <a:lnTo>
                    <a:pt x="3012" y="3631"/>
                  </a:lnTo>
                  <a:lnTo>
                    <a:pt x="3012" y="2974"/>
                  </a:lnTo>
                  <a:lnTo>
                    <a:pt x="3089" y="734"/>
                  </a:lnTo>
                  <a:lnTo>
                    <a:pt x="3514" y="619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7" y="580"/>
                  </a:lnTo>
                  <a:lnTo>
                    <a:pt x="5020" y="1623"/>
                  </a:lnTo>
                  <a:lnTo>
                    <a:pt x="5059" y="2704"/>
                  </a:lnTo>
                  <a:lnTo>
                    <a:pt x="5097" y="3399"/>
                  </a:lnTo>
                  <a:lnTo>
                    <a:pt x="5175" y="3746"/>
                  </a:lnTo>
                  <a:lnTo>
                    <a:pt x="5213" y="3901"/>
                  </a:lnTo>
                  <a:lnTo>
                    <a:pt x="5290" y="4017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70" y="4326"/>
                  </a:lnTo>
                  <a:lnTo>
                    <a:pt x="6217" y="4326"/>
                  </a:lnTo>
                  <a:lnTo>
                    <a:pt x="6565" y="4287"/>
                  </a:lnTo>
                  <a:lnTo>
                    <a:pt x="7607" y="4210"/>
                  </a:lnTo>
                  <a:lnTo>
                    <a:pt x="8650" y="4055"/>
                  </a:lnTo>
                  <a:lnTo>
                    <a:pt x="8650" y="4441"/>
                  </a:lnTo>
                  <a:lnTo>
                    <a:pt x="8611" y="4866"/>
                  </a:lnTo>
                  <a:lnTo>
                    <a:pt x="8611" y="4905"/>
                  </a:lnTo>
                  <a:lnTo>
                    <a:pt x="8611" y="5021"/>
                  </a:lnTo>
                  <a:lnTo>
                    <a:pt x="8650" y="5059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0" y="4905"/>
                  </a:lnTo>
                  <a:lnTo>
                    <a:pt x="9384" y="4905"/>
                  </a:lnTo>
                  <a:lnTo>
                    <a:pt x="9808" y="4982"/>
                  </a:lnTo>
                  <a:lnTo>
                    <a:pt x="10194" y="5098"/>
                  </a:lnTo>
                  <a:lnTo>
                    <a:pt x="10503" y="5252"/>
                  </a:lnTo>
                  <a:lnTo>
                    <a:pt x="10426" y="5330"/>
                  </a:lnTo>
                  <a:lnTo>
                    <a:pt x="10310" y="5445"/>
                  </a:lnTo>
                  <a:lnTo>
                    <a:pt x="10272" y="5600"/>
                  </a:lnTo>
                  <a:lnTo>
                    <a:pt x="10233" y="5716"/>
                  </a:lnTo>
                  <a:lnTo>
                    <a:pt x="10233" y="5870"/>
                  </a:lnTo>
                  <a:lnTo>
                    <a:pt x="10233" y="6025"/>
                  </a:lnTo>
                  <a:lnTo>
                    <a:pt x="10272" y="6179"/>
                  </a:lnTo>
                  <a:lnTo>
                    <a:pt x="10349" y="6334"/>
                  </a:lnTo>
                  <a:lnTo>
                    <a:pt x="10503" y="6488"/>
                  </a:lnTo>
                  <a:lnTo>
                    <a:pt x="10696" y="6565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7"/>
                  </a:lnTo>
                  <a:lnTo>
                    <a:pt x="11739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41" y="6913"/>
                  </a:lnTo>
                  <a:lnTo>
                    <a:pt x="12395" y="7222"/>
                  </a:lnTo>
                  <a:lnTo>
                    <a:pt x="12473" y="7569"/>
                  </a:lnTo>
                  <a:lnTo>
                    <a:pt x="12511" y="7917"/>
                  </a:lnTo>
                  <a:lnTo>
                    <a:pt x="12550" y="8264"/>
                  </a:lnTo>
                  <a:lnTo>
                    <a:pt x="12550" y="8998"/>
                  </a:lnTo>
                  <a:lnTo>
                    <a:pt x="12473" y="8998"/>
                  </a:lnTo>
                  <a:lnTo>
                    <a:pt x="12434" y="9037"/>
                  </a:lnTo>
                  <a:lnTo>
                    <a:pt x="12357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54"/>
                  </a:lnTo>
                  <a:lnTo>
                    <a:pt x="12125" y="9654"/>
                  </a:lnTo>
                  <a:lnTo>
                    <a:pt x="12820" y="9616"/>
                  </a:lnTo>
                  <a:lnTo>
                    <a:pt x="12936" y="9577"/>
                  </a:lnTo>
                  <a:lnTo>
                    <a:pt x="13013" y="9461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091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685"/>
                  </a:lnTo>
                  <a:lnTo>
                    <a:pt x="12936" y="7183"/>
                  </a:lnTo>
                  <a:lnTo>
                    <a:pt x="12704" y="6681"/>
                  </a:lnTo>
                  <a:lnTo>
                    <a:pt x="12434" y="6218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276" y="5098"/>
                  </a:lnTo>
                  <a:lnTo>
                    <a:pt x="10967" y="4905"/>
                  </a:lnTo>
                  <a:lnTo>
                    <a:pt x="10619" y="4750"/>
                  </a:lnTo>
                  <a:lnTo>
                    <a:pt x="10233" y="4596"/>
                  </a:lnTo>
                  <a:lnTo>
                    <a:pt x="9886" y="4480"/>
                  </a:lnTo>
                  <a:lnTo>
                    <a:pt x="9499" y="4403"/>
                  </a:lnTo>
                  <a:lnTo>
                    <a:pt x="9190" y="4441"/>
                  </a:lnTo>
                  <a:lnTo>
                    <a:pt x="9268" y="3978"/>
                  </a:lnTo>
                  <a:lnTo>
                    <a:pt x="9229" y="3515"/>
                  </a:lnTo>
                  <a:lnTo>
                    <a:pt x="9152" y="3090"/>
                  </a:lnTo>
                  <a:lnTo>
                    <a:pt x="8997" y="2665"/>
                  </a:lnTo>
                  <a:lnTo>
                    <a:pt x="8804" y="2279"/>
                  </a:lnTo>
                  <a:lnTo>
                    <a:pt x="8534" y="1931"/>
                  </a:lnTo>
                  <a:lnTo>
                    <a:pt x="8186" y="1584"/>
                  </a:lnTo>
                  <a:lnTo>
                    <a:pt x="7839" y="1275"/>
                  </a:lnTo>
                  <a:lnTo>
                    <a:pt x="7453" y="966"/>
                  </a:lnTo>
                  <a:lnTo>
                    <a:pt x="7067" y="734"/>
                  </a:lnTo>
                  <a:lnTo>
                    <a:pt x="6603" y="503"/>
                  </a:lnTo>
                  <a:lnTo>
                    <a:pt x="6178" y="348"/>
                  </a:lnTo>
                  <a:lnTo>
                    <a:pt x="5715" y="194"/>
                  </a:lnTo>
                  <a:lnTo>
                    <a:pt x="5290" y="78"/>
                  </a:lnTo>
                  <a:lnTo>
                    <a:pt x="482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0" name="Google Shape;3850;p17"/>
            <p:cNvSpPr/>
            <p:nvPr/>
          </p:nvSpPr>
          <p:spPr>
            <a:xfrm>
              <a:off x="1849325" y="1901275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7" y="1"/>
                  </a:moveTo>
                  <a:lnTo>
                    <a:pt x="0" y="580"/>
                  </a:lnTo>
                  <a:lnTo>
                    <a:pt x="0" y="1198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9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70" y="5947"/>
                  </a:lnTo>
                  <a:lnTo>
                    <a:pt x="2433" y="6411"/>
                  </a:lnTo>
                  <a:lnTo>
                    <a:pt x="2974" y="6874"/>
                  </a:lnTo>
                  <a:lnTo>
                    <a:pt x="3514" y="7260"/>
                  </a:lnTo>
                  <a:lnTo>
                    <a:pt x="4093" y="7646"/>
                  </a:lnTo>
                  <a:lnTo>
                    <a:pt x="4711" y="7955"/>
                  </a:lnTo>
                  <a:lnTo>
                    <a:pt x="5329" y="8226"/>
                  </a:lnTo>
                  <a:lnTo>
                    <a:pt x="5986" y="8496"/>
                  </a:lnTo>
                  <a:lnTo>
                    <a:pt x="6642" y="8689"/>
                  </a:lnTo>
                  <a:lnTo>
                    <a:pt x="7298" y="8843"/>
                  </a:lnTo>
                  <a:lnTo>
                    <a:pt x="7993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4"/>
                  </a:lnTo>
                  <a:lnTo>
                    <a:pt x="10774" y="9075"/>
                  </a:lnTo>
                  <a:lnTo>
                    <a:pt x="11392" y="8998"/>
                  </a:lnTo>
                  <a:lnTo>
                    <a:pt x="12048" y="8921"/>
                  </a:lnTo>
                  <a:lnTo>
                    <a:pt x="12705" y="8766"/>
                  </a:lnTo>
                  <a:lnTo>
                    <a:pt x="13361" y="8612"/>
                  </a:lnTo>
                  <a:lnTo>
                    <a:pt x="14017" y="8380"/>
                  </a:lnTo>
                  <a:lnTo>
                    <a:pt x="14635" y="8148"/>
                  </a:lnTo>
                  <a:lnTo>
                    <a:pt x="15253" y="7878"/>
                  </a:lnTo>
                  <a:lnTo>
                    <a:pt x="15871" y="7569"/>
                  </a:lnTo>
                  <a:lnTo>
                    <a:pt x="16450" y="7222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5"/>
                  </a:lnTo>
                  <a:lnTo>
                    <a:pt x="19076" y="4287"/>
                  </a:lnTo>
                  <a:lnTo>
                    <a:pt x="19346" y="3669"/>
                  </a:lnTo>
                  <a:lnTo>
                    <a:pt x="19115" y="3630"/>
                  </a:lnTo>
                  <a:lnTo>
                    <a:pt x="18767" y="4171"/>
                  </a:lnTo>
                  <a:lnTo>
                    <a:pt x="18420" y="4634"/>
                  </a:lnTo>
                  <a:lnTo>
                    <a:pt x="18033" y="5098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0" y="6333"/>
                  </a:lnTo>
                  <a:lnTo>
                    <a:pt x="16257" y="6681"/>
                  </a:lnTo>
                  <a:lnTo>
                    <a:pt x="15755" y="7028"/>
                  </a:lnTo>
                  <a:lnTo>
                    <a:pt x="15214" y="7299"/>
                  </a:lnTo>
                  <a:lnTo>
                    <a:pt x="14712" y="7569"/>
                  </a:lnTo>
                  <a:lnTo>
                    <a:pt x="14133" y="7801"/>
                  </a:lnTo>
                  <a:lnTo>
                    <a:pt x="13593" y="8032"/>
                  </a:lnTo>
                  <a:lnTo>
                    <a:pt x="13013" y="8187"/>
                  </a:lnTo>
                  <a:lnTo>
                    <a:pt x="12434" y="8341"/>
                  </a:lnTo>
                  <a:lnTo>
                    <a:pt x="11816" y="8457"/>
                  </a:lnTo>
                  <a:lnTo>
                    <a:pt x="11199" y="8534"/>
                  </a:lnTo>
                  <a:lnTo>
                    <a:pt x="10503" y="8612"/>
                  </a:lnTo>
                  <a:lnTo>
                    <a:pt x="9113" y="8612"/>
                  </a:lnTo>
                  <a:lnTo>
                    <a:pt x="8380" y="8534"/>
                  </a:lnTo>
                  <a:lnTo>
                    <a:pt x="7685" y="8419"/>
                  </a:lnTo>
                  <a:lnTo>
                    <a:pt x="6990" y="8303"/>
                  </a:lnTo>
                  <a:lnTo>
                    <a:pt x="6333" y="8110"/>
                  </a:lnTo>
                  <a:lnTo>
                    <a:pt x="5638" y="7878"/>
                  </a:lnTo>
                  <a:lnTo>
                    <a:pt x="5020" y="7608"/>
                  </a:lnTo>
                  <a:lnTo>
                    <a:pt x="4364" y="7260"/>
                  </a:lnTo>
                  <a:lnTo>
                    <a:pt x="3784" y="6913"/>
                  </a:lnTo>
                  <a:lnTo>
                    <a:pt x="3205" y="6488"/>
                  </a:lnTo>
                  <a:lnTo>
                    <a:pt x="2703" y="6063"/>
                  </a:lnTo>
                  <a:lnTo>
                    <a:pt x="2201" y="5561"/>
                  </a:lnTo>
                  <a:lnTo>
                    <a:pt x="1776" y="4982"/>
                  </a:lnTo>
                  <a:lnTo>
                    <a:pt x="1390" y="4403"/>
                  </a:lnTo>
                  <a:lnTo>
                    <a:pt x="1120" y="3901"/>
                  </a:lnTo>
                  <a:lnTo>
                    <a:pt x="850" y="3360"/>
                  </a:lnTo>
                  <a:lnTo>
                    <a:pt x="695" y="2858"/>
                  </a:lnTo>
                  <a:lnTo>
                    <a:pt x="541" y="2279"/>
                  </a:lnTo>
                  <a:lnTo>
                    <a:pt x="425" y="1738"/>
                  </a:lnTo>
                  <a:lnTo>
                    <a:pt x="386" y="1159"/>
                  </a:lnTo>
                  <a:lnTo>
                    <a:pt x="386" y="618"/>
                  </a:lnTo>
                  <a:lnTo>
                    <a:pt x="425" y="39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1" name="Google Shape;3851;p17"/>
            <p:cNvSpPr/>
            <p:nvPr/>
          </p:nvSpPr>
          <p:spPr>
            <a:xfrm>
              <a:off x="1935225" y="1910925"/>
              <a:ext cx="35750" cy="29000"/>
            </a:xfrm>
            <a:custGeom>
              <a:avLst/>
              <a:gdLst/>
              <a:ahLst/>
              <a:cxnLst/>
              <a:rect l="l" t="t" r="r" b="b"/>
              <a:pathLst>
                <a:path w="1430" h="1160" extrusionOk="0">
                  <a:moveTo>
                    <a:pt x="503" y="1"/>
                  </a:moveTo>
                  <a:lnTo>
                    <a:pt x="310" y="117"/>
                  </a:lnTo>
                  <a:lnTo>
                    <a:pt x="194" y="232"/>
                  </a:lnTo>
                  <a:lnTo>
                    <a:pt x="78" y="387"/>
                  </a:lnTo>
                  <a:lnTo>
                    <a:pt x="40" y="541"/>
                  </a:lnTo>
                  <a:lnTo>
                    <a:pt x="1" y="734"/>
                  </a:lnTo>
                  <a:lnTo>
                    <a:pt x="40" y="927"/>
                  </a:lnTo>
                  <a:lnTo>
                    <a:pt x="117" y="1082"/>
                  </a:lnTo>
                  <a:lnTo>
                    <a:pt x="194" y="1159"/>
                  </a:lnTo>
                  <a:lnTo>
                    <a:pt x="348" y="1159"/>
                  </a:lnTo>
                  <a:lnTo>
                    <a:pt x="426" y="1043"/>
                  </a:lnTo>
                  <a:lnTo>
                    <a:pt x="426" y="1005"/>
                  </a:lnTo>
                  <a:lnTo>
                    <a:pt x="387" y="927"/>
                  </a:lnTo>
                  <a:lnTo>
                    <a:pt x="387" y="850"/>
                  </a:lnTo>
                  <a:lnTo>
                    <a:pt x="348" y="773"/>
                  </a:lnTo>
                  <a:lnTo>
                    <a:pt x="426" y="580"/>
                  </a:lnTo>
                  <a:lnTo>
                    <a:pt x="542" y="425"/>
                  </a:lnTo>
                  <a:lnTo>
                    <a:pt x="619" y="387"/>
                  </a:lnTo>
                  <a:lnTo>
                    <a:pt x="773" y="387"/>
                  </a:lnTo>
                  <a:lnTo>
                    <a:pt x="850" y="425"/>
                  </a:lnTo>
                  <a:lnTo>
                    <a:pt x="966" y="580"/>
                  </a:lnTo>
                  <a:lnTo>
                    <a:pt x="1005" y="657"/>
                  </a:lnTo>
                  <a:lnTo>
                    <a:pt x="1005" y="734"/>
                  </a:lnTo>
                  <a:lnTo>
                    <a:pt x="966" y="927"/>
                  </a:lnTo>
                  <a:lnTo>
                    <a:pt x="966" y="1005"/>
                  </a:lnTo>
                  <a:lnTo>
                    <a:pt x="966" y="1082"/>
                  </a:lnTo>
                  <a:lnTo>
                    <a:pt x="1005" y="1121"/>
                  </a:lnTo>
                  <a:lnTo>
                    <a:pt x="1082" y="1159"/>
                  </a:lnTo>
                  <a:lnTo>
                    <a:pt x="1198" y="1159"/>
                  </a:lnTo>
                  <a:lnTo>
                    <a:pt x="1275" y="1121"/>
                  </a:lnTo>
                  <a:lnTo>
                    <a:pt x="1314" y="1082"/>
                  </a:lnTo>
                  <a:lnTo>
                    <a:pt x="1391" y="889"/>
                  </a:lnTo>
                  <a:lnTo>
                    <a:pt x="1430" y="734"/>
                  </a:lnTo>
                  <a:lnTo>
                    <a:pt x="1391" y="541"/>
                  </a:lnTo>
                  <a:lnTo>
                    <a:pt x="1314" y="348"/>
                  </a:lnTo>
                  <a:lnTo>
                    <a:pt x="1198" y="194"/>
                  </a:lnTo>
                  <a:lnTo>
                    <a:pt x="1044" y="78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2" name="Google Shape;3852;p17"/>
            <p:cNvSpPr/>
            <p:nvPr/>
          </p:nvSpPr>
          <p:spPr>
            <a:xfrm>
              <a:off x="6081500" y="1911900"/>
              <a:ext cx="255850" cy="266475"/>
            </a:xfrm>
            <a:custGeom>
              <a:avLst/>
              <a:gdLst/>
              <a:ahLst/>
              <a:cxnLst/>
              <a:rect l="l" t="t" r="r" b="b"/>
              <a:pathLst>
                <a:path w="10234" h="10659" extrusionOk="0">
                  <a:moveTo>
                    <a:pt x="8303" y="7299"/>
                  </a:moveTo>
                  <a:lnTo>
                    <a:pt x="8535" y="7376"/>
                  </a:lnTo>
                  <a:lnTo>
                    <a:pt x="8766" y="7453"/>
                  </a:lnTo>
                  <a:lnTo>
                    <a:pt x="8998" y="7569"/>
                  </a:lnTo>
                  <a:lnTo>
                    <a:pt x="9191" y="7723"/>
                  </a:lnTo>
                  <a:lnTo>
                    <a:pt x="9384" y="7878"/>
                  </a:lnTo>
                  <a:lnTo>
                    <a:pt x="9539" y="8109"/>
                  </a:lnTo>
                  <a:lnTo>
                    <a:pt x="9655" y="8341"/>
                  </a:lnTo>
                  <a:lnTo>
                    <a:pt x="9693" y="8573"/>
                  </a:lnTo>
                  <a:lnTo>
                    <a:pt x="9732" y="8843"/>
                  </a:lnTo>
                  <a:lnTo>
                    <a:pt x="9693" y="9152"/>
                  </a:lnTo>
                  <a:lnTo>
                    <a:pt x="9577" y="9422"/>
                  </a:lnTo>
                  <a:lnTo>
                    <a:pt x="9423" y="9654"/>
                  </a:lnTo>
                  <a:lnTo>
                    <a:pt x="9230" y="9847"/>
                  </a:lnTo>
                  <a:lnTo>
                    <a:pt x="8959" y="10002"/>
                  </a:lnTo>
                  <a:lnTo>
                    <a:pt x="8728" y="10117"/>
                  </a:lnTo>
                  <a:lnTo>
                    <a:pt x="8419" y="10156"/>
                  </a:lnTo>
                  <a:lnTo>
                    <a:pt x="8149" y="10156"/>
                  </a:lnTo>
                  <a:lnTo>
                    <a:pt x="7878" y="10079"/>
                  </a:lnTo>
                  <a:lnTo>
                    <a:pt x="7647" y="9963"/>
                  </a:lnTo>
                  <a:lnTo>
                    <a:pt x="7415" y="9770"/>
                  </a:lnTo>
                  <a:lnTo>
                    <a:pt x="7222" y="9577"/>
                  </a:lnTo>
                  <a:lnTo>
                    <a:pt x="7067" y="9345"/>
                  </a:lnTo>
                  <a:lnTo>
                    <a:pt x="6990" y="9075"/>
                  </a:lnTo>
                  <a:lnTo>
                    <a:pt x="6951" y="8805"/>
                  </a:lnTo>
                  <a:lnTo>
                    <a:pt x="6990" y="8496"/>
                  </a:lnTo>
                  <a:lnTo>
                    <a:pt x="7067" y="8264"/>
                  </a:lnTo>
                  <a:lnTo>
                    <a:pt x="7183" y="8071"/>
                  </a:lnTo>
                  <a:lnTo>
                    <a:pt x="7338" y="7878"/>
                  </a:lnTo>
                  <a:lnTo>
                    <a:pt x="7531" y="7723"/>
                  </a:lnTo>
                  <a:lnTo>
                    <a:pt x="7762" y="7569"/>
                  </a:lnTo>
                  <a:lnTo>
                    <a:pt x="8187" y="7337"/>
                  </a:lnTo>
                  <a:lnTo>
                    <a:pt x="8264" y="7299"/>
                  </a:lnTo>
                  <a:close/>
                  <a:moveTo>
                    <a:pt x="2897" y="0"/>
                  </a:moveTo>
                  <a:lnTo>
                    <a:pt x="2704" y="39"/>
                  </a:lnTo>
                  <a:lnTo>
                    <a:pt x="2665" y="78"/>
                  </a:lnTo>
                  <a:lnTo>
                    <a:pt x="2665" y="1313"/>
                  </a:lnTo>
                  <a:lnTo>
                    <a:pt x="2665" y="2588"/>
                  </a:lnTo>
                  <a:lnTo>
                    <a:pt x="2704" y="3823"/>
                  </a:lnTo>
                  <a:lnTo>
                    <a:pt x="2742" y="5059"/>
                  </a:lnTo>
                  <a:lnTo>
                    <a:pt x="2936" y="7492"/>
                  </a:lnTo>
                  <a:lnTo>
                    <a:pt x="2936" y="8148"/>
                  </a:lnTo>
                  <a:lnTo>
                    <a:pt x="2974" y="8457"/>
                  </a:lnTo>
                  <a:lnTo>
                    <a:pt x="3013" y="8611"/>
                  </a:lnTo>
                  <a:lnTo>
                    <a:pt x="3090" y="8766"/>
                  </a:lnTo>
                  <a:lnTo>
                    <a:pt x="1584" y="8689"/>
                  </a:lnTo>
                  <a:lnTo>
                    <a:pt x="1" y="8689"/>
                  </a:lnTo>
                  <a:lnTo>
                    <a:pt x="39" y="8998"/>
                  </a:lnTo>
                  <a:lnTo>
                    <a:pt x="812" y="9113"/>
                  </a:lnTo>
                  <a:lnTo>
                    <a:pt x="1584" y="9152"/>
                  </a:lnTo>
                  <a:lnTo>
                    <a:pt x="3167" y="9229"/>
                  </a:lnTo>
                  <a:lnTo>
                    <a:pt x="4866" y="9306"/>
                  </a:lnTo>
                  <a:lnTo>
                    <a:pt x="5677" y="9306"/>
                  </a:lnTo>
                  <a:lnTo>
                    <a:pt x="6527" y="9229"/>
                  </a:lnTo>
                  <a:lnTo>
                    <a:pt x="6643" y="9538"/>
                  </a:lnTo>
                  <a:lnTo>
                    <a:pt x="6797" y="9847"/>
                  </a:lnTo>
                  <a:lnTo>
                    <a:pt x="6990" y="10079"/>
                  </a:lnTo>
                  <a:lnTo>
                    <a:pt x="7260" y="10310"/>
                  </a:lnTo>
                  <a:lnTo>
                    <a:pt x="7531" y="10465"/>
                  </a:lnTo>
                  <a:lnTo>
                    <a:pt x="7840" y="10581"/>
                  </a:lnTo>
                  <a:lnTo>
                    <a:pt x="8149" y="10658"/>
                  </a:lnTo>
                  <a:lnTo>
                    <a:pt x="8457" y="10658"/>
                  </a:lnTo>
                  <a:lnTo>
                    <a:pt x="8766" y="10619"/>
                  </a:lnTo>
                  <a:lnTo>
                    <a:pt x="9075" y="10504"/>
                  </a:lnTo>
                  <a:lnTo>
                    <a:pt x="9346" y="10388"/>
                  </a:lnTo>
                  <a:lnTo>
                    <a:pt x="9577" y="10195"/>
                  </a:lnTo>
                  <a:lnTo>
                    <a:pt x="9809" y="9963"/>
                  </a:lnTo>
                  <a:lnTo>
                    <a:pt x="9963" y="9693"/>
                  </a:lnTo>
                  <a:lnTo>
                    <a:pt x="10118" y="9422"/>
                  </a:lnTo>
                  <a:lnTo>
                    <a:pt x="10195" y="9113"/>
                  </a:lnTo>
                  <a:lnTo>
                    <a:pt x="10234" y="9113"/>
                  </a:lnTo>
                  <a:lnTo>
                    <a:pt x="10234" y="8766"/>
                  </a:lnTo>
                  <a:lnTo>
                    <a:pt x="10195" y="8380"/>
                  </a:lnTo>
                  <a:lnTo>
                    <a:pt x="10041" y="8071"/>
                  </a:lnTo>
                  <a:lnTo>
                    <a:pt x="9886" y="7762"/>
                  </a:lnTo>
                  <a:lnTo>
                    <a:pt x="9655" y="7492"/>
                  </a:lnTo>
                  <a:lnTo>
                    <a:pt x="9346" y="7260"/>
                  </a:lnTo>
                  <a:lnTo>
                    <a:pt x="9037" y="7105"/>
                  </a:lnTo>
                  <a:lnTo>
                    <a:pt x="8689" y="7028"/>
                  </a:lnTo>
                  <a:lnTo>
                    <a:pt x="8342" y="6990"/>
                  </a:lnTo>
                  <a:lnTo>
                    <a:pt x="8226" y="7067"/>
                  </a:lnTo>
                  <a:lnTo>
                    <a:pt x="8187" y="7028"/>
                  </a:lnTo>
                  <a:lnTo>
                    <a:pt x="8110" y="6990"/>
                  </a:lnTo>
                  <a:lnTo>
                    <a:pt x="7955" y="6990"/>
                  </a:lnTo>
                  <a:lnTo>
                    <a:pt x="7762" y="7028"/>
                  </a:lnTo>
                  <a:lnTo>
                    <a:pt x="7453" y="7144"/>
                  </a:lnTo>
                  <a:lnTo>
                    <a:pt x="7183" y="7337"/>
                  </a:lnTo>
                  <a:lnTo>
                    <a:pt x="6951" y="7569"/>
                  </a:lnTo>
                  <a:lnTo>
                    <a:pt x="6758" y="7878"/>
                  </a:lnTo>
                  <a:lnTo>
                    <a:pt x="6604" y="8187"/>
                  </a:lnTo>
                  <a:lnTo>
                    <a:pt x="6488" y="8496"/>
                  </a:lnTo>
                  <a:lnTo>
                    <a:pt x="6488" y="8843"/>
                  </a:lnTo>
                  <a:lnTo>
                    <a:pt x="5716" y="8766"/>
                  </a:lnTo>
                  <a:lnTo>
                    <a:pt x="3476" y="8766"/>
                  </a:lnTo>
                  <a:lnTo>
                    <a:pt x="3515" y="8689"/>
                  </a:lnTo>
                  <a:lnTo>
                    <a:pt x="3515" y="8650"/>
                  </a:lnTo>
                  <a:lnTo>
                    <a:pt x="3476" y="8573"/>
                  </a:lnTo>
                  <a:lnTo>
                    <a:pt x="3438" y="8496"/>
                  </a:lnTo>
                  <a:lnTo>
                    <a:pt x="3399" y="8457"/>
                  </a:lnTo>
                  <a:lnTo>
                    <a:pt x="3322" y="8457"/>
                  </a:lnTo>
                  <a:lnTo>
                    <a:pt x="3244" y="8496"/>
                  </a:lnTo>
                  <a:lnTo>
                    <a:pt x="3322" y="8380"/>
                  </a:lnTo>
                  <a:lnTo>
                    <a:pt x="3322" y="8225"/>
                  </a:lnTo>
                  <a:lnTo>
                    <a:pt x="3322" y="8071"/>
                  </a:lnTo>
                  <a:lnTo>
                    <a:pt x="3283" y="7955"/>
                  </a:lnTo>
                  <a:lnTo>
                    <a:pt x="3244" y="7337"/>
                  </a:lnTo>
                  <a:lnTo>
                    <a:pt x="3167" y="6410"/>
                  </a:lnTo>
                  <a:lnTo>
                    <a:pt x="3051" y="4325"/>
                  </a:lnTo>
                  <a:lnTo>
                    <a:pt x="2974" y="2201"/>
                  </a:lnTo>
                  <a:lnTo>
                    <a:pt x="2897" y="78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3" name="Google Shape;3853;p17"/>
            <p:cNvSpPr/>
            <p:nvPr/>
          </p:nvSpPr>
          <p:spPr>
            <a:xfrm>
              <a:off x="2715250" y="1912850"/>
              <a:ext cx="147725" cy="161250"/>
            </a:xfrm>
            <a:custGeom>
              <a:avLst/>
              <a:gdLst/>
              <a:ahLst/>
              <a:cxnLst/>
              <a:rect l="l" t="t" r="r" b="b"/>
              <a:pathLst>
                <a:path w="5909" h="6450" extrusionOk="0">
                  <a:moveTo>
                    <a:pt x="2781" y="503"/>
                  </a:moveTo>
                  <a:lnTo>
                    <a:pt x="3283" y="580"/>
                  </a:lnTo>
                  <a:lnTo>
                    <a:pt x="3746" y="735"/>
                  </a:lnTo>
                  <a:lnTo>
                    <a:pt x="4210" y="966"/>
                  </a:lnTo>
                  <a:lnTo>
                    <a:pt x="4403" y="1082"/>
                  </a:lnTo>
                  <a:lnTo>
                    <a:pt x="4596" y="1275"/>
                  </a:lnTo>
                  <a:lnTo>
                    <a:pt x="4750" y="1468"/>
                  </a:lnTo>
                  <a:lnTo>
                    <a:pt x="4943" y="1661"/>
                  </a:lnTo>
                  <a:lnTo>
                    <a:pt x="5059" y="1893"/>
                  </a:lnTo>
                  <a:lnTo>
                    <a:pt x="5175" y="2125"/>
                  </a:lnTo>
                  <a:lnTo>
                    <a:pt x="5330" y="2588"/>
                  </a:lnTo>
                  <a:lnTo>
                    <a:pt x="5407" y="3052"/>
                  </a:lnTo>
                  <a:lnTo>
                    <a:pt x="5407" y="3515"/>
                  </a:lnTo>
                  <a:lnTo>
                    <a:pt x="5368" y="4017"/>
                  </a:lnTo>
                  <a:lnTo>
                    <a:pt x="5214" y="4442"/>
                  </a:lnTo>
                  <a:lnTo>
                    <a:pt x="4982" y="4866"/>
                  </a:lnTo>
                  <a:lnTo>
                    <a:pt x="4828" y="5059"/>
                  </a:lnTo>
                  <a:lnTo>
                    <a:pt x="4673" y="5253"/>
                  </a:lnTo>
                  <a:lnTo>
                    <a:pt x="4480" y="5407"/>
                  </a:lnTo>
                  <a:lnTo>
                    <a:pt x="4287" y="5561"/>
                  </a:lnTo>
                  <a:lnTo>
                    <a:pt x="4017" y="5716"/>
                  </a:lnTo>
                  <a:lnTo>
                    <a:pt x="3746" y="5832"/>
                  </a:lnTo>
                  <a:lnTo>
                    <a:pt x="3515" y="5909"/>
                  </a:lnTo>
                  <a:lnTo>
                    <a:pt x="3244" y="5948"/>
                  </a:lnTo>
                  <a:lnTo>
                    <a:pt x="2742" y="5948"/>
                  </a:lnTo>
                  <a:lnTo>
                    <a:pt x="2511" y="5870"/>
                  </a:lnTo>
                  <a:lnTo>
                    <a:pt x="2279" y="5793"/>
                  </a:lnTo>
                  <a:lnTo>
                    <a:pt x="2047" y="5677"/>
                  </a:lnTo>
                  <a:lnTo>
                    <a:pt x="1816" y="5561"/>
                  </a:lnTo>
                  <a:lnTo>
                    <a:pt x="1623" y="5407"/>
                  </a:lnTo>
                  <a:lnTo>
                    <a:pt x="1429" y="5214"/>
                  </a:lnTo>
                  <a:lnTo>
                    <a:pt x="1082" y="4828"/>
                  </a:lnTo>
                  <a:lnTo>
                    <a:pt x="812" y="4364"/>
                  </a:lnTo>
                  <a:lnTo>
                    <a:pt x="619" y="3862"/>
                  </a:lnTo>
                  <a:lnTo>
                    <a:pt x="464" y="3322"/>
                  </a:lnTo>
                  <a:lnTo>
                    <a:pt x="426" y="2820"/>
                  </a:lnTo>
                  <a:lnTo>
                    <a:pt x="426" y="2550"/>
                  </a:lnTo>
                  <a:lnTo>
                    <a:pt x="464" y="2279"/>
                  </a:lnTo>
                  <a:lnTo>
                    <a:pt x="503" y="2048"/>
                  </a:lnTo>
                  <a:lnTo>
                    <a:pt x="619" y="1777"/>
                  </a:lnTo>
                  <a:lnTo>
                    <a:pt x="696" y="1584"/>
                  </a:lnTo>
                  <a:lnTo>
                    <a:pt x="850" y="1352"/>
                  </a:lnTo>
                  <a:lnTo>
                    <a:pt x="1005" y="1159"/>
                  </a:lnTo>
                  <a:lnTo>
                    <a:pt x="1198" y="966"/>
                  </a:lnTo>
                  <a:lnTo>
                    <a:pt x="1429" y="812"/>
                  </a:lnTo>
                  <a:lnTo>
                    <a:pt x="1700" y="657"/>
                  </a:lnTo>
                  <a:lnTo>
                    <a:pt x="1738" y="619"/>
                  </a:lnTo>
                  <a:lnTo>
                    <a:pt x="1738" y="580"/>
                  </a:lnTo>
                  <a:lnTo>
                    <a:pt x="2240" y="503"/>
                  </a:lnTo>
                  <a:close/>
                  <a:moveTo>
                    <a:pt x="2588" y="1"/>
                  </a:moveTo>
                  <a:lnTo>
                    <a:pt x="2279" y="40"/>
                  </a:lnTo>
                  <a:lnTo>
                    <a:pt x="1970" y="78"/>
                  </a:lnTo>
                  <a:lnTo>
                    <a:pt x="1661" y="155"/>
                  </a:lnTo>
                  <a:lnTo>
                    <a:pt x="1391" y="233"/>
                  </a:lnTo>
                  <a:lnTo>
                    <a:pt x="1314" y="310"/>
                  </a:lnTo>
                  <a:lnTo>
                    <a:pt x="1236" y="387"/>
                  </a:lnTo>
                  <a:lnTo>
                    <a:pt x="1236" y="464"/>
                  </a:lnTo>
                  <a:lnTo>
                    <a:pt x="1275" y="542"/>
                  </a:lnTo>
                  <a:lnTo>
                    <a:pt x="1005" y="657"/>
                  </a:lnTo>
                  <a:lnTo>
                    <a:pt x="773" y="850"/>
                  </a:lnTo>
                  <a:lnTo>
                    <a:pt x="580" y="1044"/>
                  </a:lnTo>
                  <a:lnTo>
                    <a:pt x="426" y="1237"/>
                  </a:lnTo>
                  <a:lnTo>
                    <a:pt x="271" y="1468"/>
                  </a:lnTo>
                  <a:lnTo>
                    <a:pt x="155" y="1700"/>
                  </a:lnTo>
                  <a:lnTo>
                    <a:pt x="78" y="1970"/>
                  </a:lnTo>
                  <a:lnTo>
                    <a:pt x="39" y="2241"/>
                  </a:lnTo>
                  <a:lnTo>
                    <a:pt x="1" y="2511"/>
                  </a:lnTo>
                  <a:lnTo>
                    <a:pt x="1" y="2781"/>
                  </a:lnTo>
                  <a:lnTo>
                    <a:pt x="39" y="3360"/>
                  </a:lnTo>
                  <a:lnTo>
                    <a:pt x="155" y="3901"/>
                  </a:lnTo>
                  <a:lnTo>
                    <a:pt x="387" y="4442"/>
                  </a:lnTo>
                  <a:lnTo>
                    <a:pt x="696" y="5021"/>
                  </a:lnTo>
                  <a:lnTo>
                    <a:pt x="889" y="5253"/>
                  </a:lnTo>
                  <a:lnTo>
                    <a:pt x="1082" y="5484"/>
                  </a:lnTo>
                  <a:lnTo>
                    <a:pt x="1275" y="5716"/>
                  </a:lnTo>
                  <a:lnTo>
                    <a:pt x="1507" y="5909"/>
                  </a:lnTo>
                  <a:lnTo>
                    <a:pt x="1738" y="6063"/>
                  </a:lnTo>
                  <a:lnTo>
                    <a:pt x="2009" y="6179"/>
                  </a:lnTo>
                  <a:lnTo>
                    <a:pt x="2240" y="6295"/>
                  </a:lnTo>
                  <a:lnTo>
                    <a:pt x="2511" y="6372"/>
                  </a:lnTo>
                  <a:lnTo>
                    <a:pt x="2820" y="6411"/>
                  </a:lnTo>
                  <a:lnTo>
                    <a:pt x="3090" y="6450"/>
                  </a:lnTo>
                  <a:lnTo>
                    <a:pt x="3399" y="6411"/>
                  </a:lnTo>
                  <a:lnTo>
                    <a:pt x="3669" y="6334"/>
                  </a:lnTo>
                  <a:lnTo>
                    <a:pt x="3978" y="6218"/>
                  </a:lnTo>
                  <a:lnTo>
                    <a:pt x="4326" y="6102"/>
                  </a:lnTo>
                  <a:lnTo>
                    <a:pt x="4557" y="5909"/>
                  </a:lnTo>
                  <a:lnTo>
                    <a:pt x="4828" y="5716"/>
                  </a:lnTo>
                  <a:lnTo>
                    <a:pt x="5021" y="5523"/>
                  </a:lnTo>
                  <a:lnTo>
                    <a:pt x="5214" y="5291"/>
                  </a:lnTo>
                  <a:lnTo>
                    <a:pt x="5407" y="5059"/>
                  </a:lnTo>
                  <a:lnTo>
                    <a:pt x="5561" y="4789"/>
                  </a:lnTo>
                  <a:lnTo>
                    <a:pt x="5677" y="4519"/>
                  </a:lnTo>
                  <a:lnTo>
                    <a:pt x="5754" y="4249"/>
                  </a:lnTo>
                  <a:lnTo>
                    <a:pt x="5832" y="3940"/>
                  </a:lnTo>
                  <a:lnTo>
                    <a:pt x="5870" y="3669"/>
                  </a:lnTo>
                  <a:lnTo>
                    <a:pt x="5909" y="3360"/>
                  </a:lnTo>
                  <a:lnTo>
                    <a:pt x="5870" y="3052"/>
                  </a:lnTo>
                  <a:lnTo>
                    <a:pt x="5832" y="2743"/>
                  </a:lnTo>
                  <a:lnTo>
                    <a:pt x="5793" y="2472"/>
                  </a:lnTo>
                  <a:lnTo>
                    <a:pt x="5716" y="2163"/>
                  </a:lnTo>
                  <a:lnTo>
                    <a:pt x="5600" y="1893"/>
                  </a:lnTo>
                  <a:lnTo>
                    <a:pt x="5445" y="1584"/>
                  </a:lnTo>
                  <a:lnTo>
                    <a:pt x="5252" y="1352"/>
                  </a:lnTo>
                  <a:lnTo>
                    <a:pt x="5059" y="1082"/>
                  </a:lnTo>
                  <a:lnTo>
                    <a:pt x="4828" y="889"/>
                  </a:lnTo>
                  <a:lnTo>
                    <a:pt x="4596" y="696"/>
                  </a:lnTo>
                  <a:lnTo>
                    <a:pt x="4364" y="503"/>
                  </a:lnTo>
                  <a:lnTo>
                    <a:pt x="4094" y="348"/>
                  </a:lnTo>
                  <a:lnTo>
                    <a:pt x="3785" y="233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40"/>
                  </a:lnTo>
                  <a:lnTo>
                    <a:pt x="258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4" name="Google Shape;3854;p17"/>
            <p:cNvSpPr/>
            <p:nvPr/>
          </p:nvSpPr>
          <p:spPr>
            <a:xfrm>
              <a:off x="1882150" y="1914800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0"/>
                  </a:moveTo>
                  <a:lnTo>
                    <a:pt x="425" y="39"/>
                  </a:lnTo>
                  <a:lnTo>
                    <a:pt x="232" y="116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1"/>
                  </a:lnTo>
                  <a:lnTo>
                    <a:pt x="77" y="966"/>
                  </a:lnTo>
                  <a:lnTo>
                    <a:pt x="232" y="1081"/>
                  </a:lnTo>
                  <a:lnTo>
                    <a:pt x="386" y="1197"/>
                  </a:lnTo>
                  <a:lnTo>
                    <a:pt x="463" y="1197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3" y="1004"/>
                  </a:lnTo>
                  <a:lnTo>
                    <a:pt x="386" y="927"/>
                  </a:lnTo>
                  <a:lnTo>
                    <a:pt x="348" y="811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6" y="502"/>
                  </a:lnTo>
                  <a:lnTo>
                    <a:pt x="463" y="464"/>
                  </a:lnTo>
                  <a:lnTo>
                    <a:pt x="541" y="386"/>
                  </a:lnTo>
                  <a:lnTo>
                    <a:pt x="772" y="386"/>
                  </a:lnTo>
                  <a:lnTo>
                    <a:pt x="850" y="464"/>
                  </a:lnTo>
                  <a:lnTo>
                    <a:pt x="927" y="541"/>
                  </a:lnTo>
                  <a:lnTo>
                    <a:pt x="965" y="657"/>
                  </a:lnTo>
                  <a:lnTo>
                    <a:pt x="1004" y="850"/>
                  </a:lnTo>
                  <a:lnTo>
                    <a:pt x="1043" y="966"/>
                  </a:lnTo>
                  <a:lnTo>
                    <a:pt x="1081" y="1043"/>
                  </a:lnTo>
                  <a:lnTo>
                    <a:pt x="1159" y="1081"/>
                  </a:lnTo>
                  <a:lnTo>
                    <a:pt x="1197" y="1081"/>
                  </a:lnTo>
                  <a:lnTo>
                    <a:pt x="1274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4" y="386"/>
                  </a:lnTo>
                  <a:lnTo>
                    <a:pt x="1159" y="232"/>
                  </a:lnTo>
                  <a:lnTo>
                    <a:pt x="1004" y="77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5" name="Google Shape;3855;p17"/>
            <p:cNvSpPr/>
            <p:nvPr/>
          </p:nvSpPr>
          <p:spPr>
            <a:xfrm>
              <a:off x="6734100" y="1914800"/>
              <a:ext cx="30925" cy="168950"/>
            </a:xfrm>
            <a:custGeom>
              <a:avLst/>
              <a:gdLst/>
              <a:ahLst/>
              <a:cxnLst/>
              <a:rect l="l" t="t" r="r" b="b"/>
              <a:pathLst>
                <a:path w="1237" h="6758" extrusionOk="0">
                  <a:moveTo>
                    <a:pt x="1120" y="0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7"/>
                  </a:lnTo>
                  <a:lnTo>
                    <a:pt x="850" y="116"/>
                  </a:lnTo>
                  <a:lnTo>
                    <a:pt x="541" y="1738"/>
                  </a:lnTo>
                  <a:lnTo>
                    <a:pt x="309" y="3398"/>
                  </a:lnTo>
                  <a:lnTo>
                    <a:pt x="116" y="5059"/>
                  </a:lnTo>
                  <a:lnTo>
                    <a:pt x="0" y="6719"/>
                  </a:lnTo>
                  <a:lnTo>
                    <a:pt x="232" y="6758"/>
                  </a:lnTo>
                  <a:lnTo>
                    <a:pt x="502" y="5136"/>
                  </a:lnTo>
                  <a:lnTo>
                    <a:pt x="773" y="3514"/>
                  </a:lnTo>
                  <a:lnTo>
                    <a:pt x="966" y="1854"/>
                  </a:lnTo>
                  <a:lnTo>
                    <a:pt x="1082" y="232"/>
                  </a:lnTo>
                  <a:lnTo>
                    <a:pt x="1236" y="77"/>
                  </a:lnTo>
                  <a:lnTo>
                    <a:pt x="1236" y="39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6" name="Google Shape;3856;p17"/>
            <p:cNvSpPr/>
            <p:nvPr/>
          </p:nvSpPr>
          <p:spPr>
            <a:xfrm>
              <a:off x="668675" y="1916725"/>
              <a:ext cx="350450" cy="288675"/>
            </a:xfrm>
            <a:custGeom>
              <a:avLst/>
              <a:gdLst/>
              <a:ahLst/>
              <a:cxnLst/>
              <a:rect l="l" t="t" r="r" b="b"/>
              <a:pathLst>
                <a:path w="14018" h="11547" extrusionOk="0">
                  <a:moveTo>
                    <a:pt x="11778" y="0"/>
                  </a:moveTo>
                  <a:lnTo>
                    <a:pt x="11469" y="78"/>
                  </a:lnTo>
                  <a:lnTo>
                    <a:pt x="11855" y="1931"/>
                  </a:lnTo>
                  <a:lnTo>
                    <a:pt x="12280" y="3746"/>
                  </a:lnTo>
                  <a:lnTo>
                    <a:pt x="11507" y="2781"/>
                  </a:lnTo>
                  <a:lnTo>
                    <a:pt x="10658" y="1893"/>
                  </a:lnTo>
                  <a:lnTo>
                    <a:pt x="10426" y="2086"/>
                  </a:lnTo>
                  <a:lnTo>
                    <a:pt x="11469" y="3437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8"/>
                  </a:lnTo>
                  <a:lnTo>
                    <a:pt x="13168" y="5522"/>
                  </a:lnTo>
                  <a:lnTo>
                    <a:pt x="13438" y="5715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0"/>
                  </a:lnTo>
                  <a:lnTo>
                    <a:pt x="13631" y="6681"/>
                  </a:lnTo>
                  <a:lnTo>
                    <a:pt x="13515" y="6912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3" y="7955"/>
                  </a:lnTo>
                  <a:lnTo>
                    <a:pt x="12203" y="8418"/>
                  </a:lnTo>
                  <a:lnTo>
                    <a:pt x="11739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2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0" y="11160"/>
                  </a:lnTo>
                  <a:lnTo>
                    <a:pt x="3630" y="11160"/>
                  </a:lnTo>
                  <a:lnTo>
                    <a:pt x="3012" y="11121"/>
                  </a:lnTo>
                  <a:lnTo>
                    <a:pt x="2356" y="11044"/>
                  </a:lnTo>
                  <a:lnTo>
                    <a:pt x="1661" y="10928"/>
                  </a:lnTo>
                  <a:lnTo>
                    <a:pt x="1352" y="10813"/>
                  </a:lnTo>
                  <a:lnTo>
                    <a:pt x="1081" y="10697"/>
                  </a:lnTo>
                  <a:lnTo>
                    <a:pt x="811" y="10542"/>
                  </a:lnTo>
                  <a:lnTo>
                    <a:pt x="618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1"/>
                  </a:lnTo>
                  <a:lnTo>
                    <a:pt x="386" y="9461"/>
                  </a:lnTo>
                  <a:lnTo>
                    <a:pt x="155" y="9422"/>
                  </a:lnTo>
                  <a:lnTo>
                    <a:pt x="39" y="9654"/>
                  </a:lnTo>
                  <a:lnTo>
                    <a:pt x="0" y="9886"/>
                  </a:lnTo>
                  <a:lnTo>
                    <a:pt x="39" y="10117"/>
                  </a:lnTo>
                  <a:lnTo>
                    <a:pt x="77" y="10311"/>
                  </a:lnTo>
                  <a:lnTo>
                    <a:pt x="193" y="10465"/>
                  </a:lnTo>
                  <a:lnTo>
                    <a:pt x="348" y="10619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7"/>
                  </a:lnTo>
                  <a:lnTo>
                    <a:pt x="2201" y="11353"/>
                  </a:lnTo>
                  <a:lnTo>
                    <a:pt x="2626" y="11430"/>
                  </a:lnTo>
                  <a:lnTo>
                    <a:pt x="3321" y="11508"/>
                  </a:lnTo>
                  <a:lnTo>
                    <a:pt x="3978" y="11546"/>
                  </a:lnTo>
                  <a:lnTo>
                    <a:pt x="4673" y="11546"/>
                  </a:lnTo>
                  <a:lnTo>
                    <a:pt x="5368" y="11508"/>
                  </a:lnTo>
                  <a:lnTo>
                    <a:pt x="6063" y="11430"/>
                  </a:lnTo>
                  <a:lnTo>
                    <a:pt x="6758" y="11315"/>
                  </a:lnTo>
                  <a:lnTo>
                    <a:pt x="7414" y="11160"/>
                  </a:lnTo>
                  <a:lnTo>
                    <a:pt x="8071" y="11006"/>
                  </a:lnTo>
                  <a:lnTo>
                    <a:pt x="8727" y="10774"/>
                  </a:lnTo>
                  <a:lnTo>
                    <a:pt x="9345" y="10542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1" y="9654"/>
                  </a:lnTo>
                  <a:lnTo>
                    <a:pt x="11701" y="9268"/>
                  </a:lnTo>
                  <a:lnTo>
                    <a:pt x="12241" y="8882"/>
                  </a:lnTo>
                  <a:lnTo>
                    <a:pt x="12743" y="8457"/>
                  </a:lnTo>
                  <a:lnTo>
                    <a:pt x="13168" y="8071"/>
                  </a:lnTo>
                  <a:lnTo>
                    <a:pt x="13554" y="7646"/>
                  </a:lnTo>
                  <a:lnTo>
                    <a:pt x="13747" y="7376"/>
                  </a:lnTo>
                  <a:lnTo>
                    <a:pt x="13863" y="7144"/>
                  </a:lnTo>
                  <a:lnTo>
                    <a:pt x="13979" y="6874"/>
                  </a:lnTo>
                  <a:lnTo>
                    <a:pt x="14017" y="6565"/>
                  </a:lnTo>
                  <a:lnTo>
                    <a:pt x="14017" y="6333"/>
                  </a:lnTo>
                  <a:lnTo>
                    <a:pt x="14017" y="6140"/>
                  </a:lnTo>
                  <a:lnTo>
                    <a:pt x="13940" y="5908"/>
                  </a:lnTo>
                  <a:lnTo>
                    <a:pt x="13863" y="5715"/>
                  </a:lnTo>
                  <a:lnTo>
                    <a:pt x="13747" y="5522"/>
                  </a:lnTo>
                  <a:lnTo>
                    <a:pt x="13593" y="5368"/>
                  </a:lnTo>
                  <a:lnTo>
                    <a:pt x="13438" y="5252"/>
                  </a:lnTo>
                  <a:lnTo>
                    <a:pt x="13245" y="5136"/>
                  </a:lnTo>
                  <a:lnTo>
                    <a:pt x="13091" y="5136"/>
                  </a:lnTo>
                  <a:lnTo>
                    <a:pt x="12820" y="3823"/>
                  </a:lnTo>
                  <a:lnTo>
                    <a:pt x="12511" y="2549"/>
                  </a:lnTo>
                  <a:lnTo>
                    <a:pt x="12164" y="1275"/>
                  </a:lnTo>
                  <a:lnTo>
                    <a:pt x="117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7" name="Google Shape;3857;p17"/>
            <p:cNvSpPr/>
            <p:nvPr/>
          </p:nvSpPr>
          <p:spPr>
            <a:xfrm>
              <a:off x="6761125" y="1916725"/>
              <a:ext cx="121675" cy="144825"/>
            </a:xfrm>
            <a:custGeom>
              <a:avLst/>
              <a:gdLst/>
              <a:ahLst/>
              <a:cxnLst/>
              <a:rect l="l" t="t" r="r" b="b"/>
              <a:pathLst>
                <a:path w="4867" h="5793" extrusionOk="0">
                  <a:moveTo>
                    <a:pt x="155" y="0"/>
                  </a:moveTo>
                  <a:lnTo>
                    <a:pt x="1" y="155"/>
                  </a:lnTo>
                  <a:lnTo>
                    <a:pt x="1198" y="1545"/>
                  </a:lnTo>
                  <a:lnTo>
                    <a:pt x="2356" y="2935"/>
                  </a:lnTo>
                  <a:lnTo>
                    <a:pt x="2897" y="3630"/>
                  </a:lnTo>
                  <a:lnTo>
                    <a:pt x="3476" y="4402"/>
                  </a:lnTo>
                  <a:lnTo>
                    <a:pt x="4055" y="5098"/>
                  </a:lnTo>
                  <a:lnTo>
                    <a:pt x="4326" y="5445"/>
                  </a:lnTo>
                  <a:lnTo>
                    <a:pt x="4634" y="5793"/>
                  </a:lnTo>
                  <a:lnTo>
                    <a:pt x="4828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4" y="5252"/>
                  </a:lnTo>
                  <a:lnTo>
                    <a:pt x="4403" y="4866"/>
                  </a:lnTo>
                  <a:lnTo>
                    <a:pt x="3862" y="4171"/>
                  </a:lnTo>
                  <a:lnTo>
                    <a:pt x="2704" y="2781"/>
                  </a:lnTo>
                  <a:lnTo>
                    <a:pt x="1468" y="1352"/>
                  </a:lnTo>
                  <a:lnTo>
                    <a:pt x="812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8" name="Google Shape;3858;p17"/>
            <p:cNvSpPr/>
            <p:nvPr/>
          </p:nvSpPr>
          <p:spPr>
            <a:xfrm>
              <a:off x="5030225" y="1918650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5" y="1"/>
                  </a:moveTo>
                  <a:lnTo>
                    <a:pt x="348" y="889"/>
                  </a:lnTo>
                  <a:lnTo>
                    <a:pt x="232" y="1816"/>
                  </a:lnTo>
                  <a:lnTo>
                    <a:pt x="155" y="3630"/>
                  </a:lnTo>
                  <a:lnTo>
                    <a:pt x="0" y="7260"/>
                  </a:lnTo>
                  <a:lnTo>
                    <a:pt x="193" y="7260"/>
                  </a:lnTo>
                  <a:lnTo>
                    <a:pt x="425" y="5484"/>
                  </a:lnTo>
                  <a:lnTo>
                    <a:pt x="579" y="3669"/>
                  </a:lnTo>
                  <a:lnTo>
                    <a:pt x="695" y="1854"/>
                  </a:lnTo>
                  <a:lnTo>
                    <a:pt x="695" y="927"/>
                  </a:lnTo>
                  <a:lnTo>
                    <a:pt x="695" y="39"/>
                  </a:lnTo>
                  <a:lnTo>
                    <a:pt x="42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9" name="Google Shape;3859;p17"/>
            <p:cNvSpPr/>
            <p:nvPr/>
          </p:nvSpPr>
          <p:spPr>
            <a:xfrm>
              <a:off x="6615350" y="1924450"/>
              <a:ext cx="61825" cy="160275"/>
            </a:xfrm>
            <a:custGeom>
              <a:avLst/>
              <a:gdLst/>
              <a:ahLst/>
              <a:cxnLst/>
              <a:rect l="l" t="t" r="r" b="b"/>
              <a:pathLst>
                <a:path w="2473" h="6411" extrusionOk="0">
                  <a:moveTo>
                    <a:pt x="310" y="0"/>
                  </a:moveTo>
                  <a:lnTo>
                    <a:pt x="1" y="78"/>
                  </a:lnTo>
                  <a:lnTo>
                    <a:pt x="194" y="927"/>
                  </a:lnTo>
                  <a:lnTo>
                    <a:pt x="426" y="1777"/>
                  </a:lnTo>
                  <a:lnTo>
                    <a:pt x="657" y="2626"/>
                  </a:lnTo>
                  <a:lnTo>
                    <a:pt x="928" y="3476"/>
                  </a:lnTo>
                  <a:lnTo>
                    <a:pt x="1507" y="5097"/>
                  </a:lnTo>
                  <a:lnTo>
                    <a:pt x="1738" y="5754"/>
                  </a:lnTo>
                  <a:lnTo>
                    <a:pt x="1661" y="5715"/>
                  </a:lnTo>
                  <a:lnTo>
                    <a:pt x="1584" y="5793"/>
                  </a:lnTo>
                  <a:lnTo>
                    <a:pt x="1545" y="5870"/>
                  </a:lnTo>
                  <a:lnTo>
                    <a:pt x="1777" y="5908"/>
                  </a:lnTo>
                  <a:lnTo>
                    <a:pt x="1932" y="6140"/>
                  </a:lnTo>
                  <a:lnTo>
                    <a:pt x="2086" y="6333"/>
                  </a:lnTo>
                  <a:lnTo>
                    <a:pt x="2125" y="6410"/>
                  </a:lnTo>
                  <a:lnTo>
                    <a:pt x="2318" y="6410"/>
                  </a:lnTo>
                  <a:lnTo>
                    <a:pt x="2356" y="6333"/>
                  </a:lnTo>
                  <a:lnTo>
                    <a:pt x="2434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5" y="5599"/>
                  </a:lnTo>
                  <a:lnTo>
                    <a:pt x="1970" y="5213"/>
                  </a:lnTo>
                  <a:lnTo>
                    <a:pt x="1738" y="4441"/>
                  </a:lnTo>
                  <a:lnTo>
                    <a:pt x="1198" y="2935"/>
                  </a:lnTo>
                  <a:lnTo>
                    <a:pt x="734" y="1468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0" name="Google Shape;3860;p17"/>
            <p:cNvSpPr/>
            <p:nvPr/>
          </p:nvSpPr>
          <p:spPr>
            <a:xfrm>
              <a:off x="3366875" y="1926375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1" y="2317"/>
                  </a:lnTo>
                  <a:lnTo>
                    <a:pt x="6449" y="3901"/>
                  </a:lnTo>
                  <a:lnTo>
                    <a:pt x="6527" y="6990"/>
                  </a:lnTo>
                  <a:lnTo>
                    <a:pt x="3515" y="6758"/>
                  </a:lnTo>
                  <a:lnTo>
                    <a:pt x="2009" y="6642"/>
                  </a:lnTo>
                  <a:lnTo>
                    <a:pt x="503" y="6604"/>
                  </a:lnTo>
                  <a:lnTo>
                    <a:pt x="1352" y="5986"/>
                  </a:lnTo>
                  <a:lnTo>
                    <a:pt x="2202" y="5291"/>
                  </a:lnTo>
                  <a:lnTo>
                    <a:pt x="2974" y="4557"/>
                  </a:lnTo>
                  <a:lnTo>
                    <a:pt x="3708" y="3823"/>
                  </a:lnTo>
                  <a:lnTo>
                    <a:pt x="4441" y="3090"/>
                  </a:lnTo>
                  <a:lnTo>
                    <a:pt x="5137" y="2356"/>
                  </a:lnTo>
                  <a:lnTo>
                    <a:pt x="5793" y="1584"/>
                  </a:lnTo>
                  <a:lnTo>
                    <a:pt x="6449" y="773"/>
                  </a:lnTo>
                  <a:close/>
                  <a:moveTo>
                    <a:pt x="6720" y="1"/>
                  </a:moveTo>
                  <a:lnTo>
                    <a:pt x="6643" y="39"/>
                  </a:lnTo>
                  <a:lnTo>
                    <a:pt x="6565" y="39"/>
                  </a:lnTo>
                  <a:lnTo>
                    <a:pt x="6488" y="116"/>
                  </a:lnTo>
                  <a:lnTo>
                    <a:pt x="4982" y="1854"/>
                  </a:lnTo>
                  <a:lnTo>
                    <a:pt x="4210" y="2704"/>
                  </a:lnTo>
                  <a:lnTo>
                    <a:pt x="3438" y="3515"/>
                  </a:lnTo>
                  <a:lnTo>
                    <a:pt x="2588" y="4287"/>
                  </a:lnTo>
                  <a:lnTo>
                    <a:pt x="1738" y="5059"/>
                  </a:lnTo>
                  <a:lnTo>
                    <a:pt x="889" y="5793"/>
                  </a:lnTo>
                  <a:lnTo>
                    <a:pt x="39" y="6604"/>
                  </a:lnTo>
                  <a:lnTo>
                    <a:pt x="1" y="6642"/>
                  </a:lnTo>
                  <a:lnTo>
                    <a:pt x="1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1" y="6913"/>
                  </a:lnTo>
                  <a:lnTo>
                    <a:pt x="39" y="6990"/>
                  </a:lnTo>
                  <a:lnTo>
                    <a:pt x="117" y="7144"/>
                  </a:lnTo>
                  <a:lnTo>
                    <a:pt x="387" y="6990"/>
                  </a:lnTo>
                  <a:lnTo>
                    <a:pt x="1893" y="7144"/>
                  </a:lnTo>
                  <a:lnTo>
                    <a:pt x="3438" y="7299"/>
                  </a:lnTo>
                  <a:lnTo>
                    <a:pt x="6527" y="7453"/>
                  </a:lnTo>
                  <a:lnTo>
                    <a:pt x="6565" y="9307"/>
                  </a:lnTo>
                  <a:lnTo>
                    <a:pt x="6527" y="12628"/>
                  </a:lnTo>
                  <a:lnTo>
                    <a:pt x="6951" y="12628"/>
                  </a:lnTo>
                  <a:lnTo>
                    <a:pt x="6990" y="9461"/>
                  </a:lnTo>
                  <a:lnTo>
                    <a:pt x="6990" y="7492"/>
                  </a:lnTo>
                  <a:lnTo>
                    <a:pt x="8651" y="7569"/>
                  </a:lnTo>
                  <a:lnTo>
                    <a:pt x="10311" y="7646"/>
                  </a:lnTo>
                  <a:lnTo>
                    <a:pt x="10311" y="7183"/>
                  </a:lnTo>
                  <a:lnTo>
                    <a:pt x="8651" y="7106"/>
                  </a:lnTo>
                  <a:lnTo>
                    <a:pt x="6990" y="7028"/>
                  </a:lnTo>
                  <a:lnTo>
                    <a:pt x="7029" y="5368"/>
                  </a:lnTo>
                  <a:lnTo>
                    <a:pt x="6990" y="3708"/>
                  </a:lnTo>
                  <a:lnTo>
                    <a:pt x="6951" y="2047"/>
                  </a:lnTo>
                  <a:lnTo>
                    <a:pt x="6797" y="387"/>
                  </a:lnTo>
                  <a:lnTo>
                    <a:pt x="6990" y="194"/>
                  </a:lnTo>
                  <a:lnTo>
                    <a:pt x="6836" y="39"/>
                  </a:lnTo>
                  <a:lnTo>
                    <a:pt x="67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1" name="Google Shape;3861;p17"/>
            <p:cNvSpPr/>
            <p:nvPr/>
          </p:nvSpPr>
          <p:spPr>
            <a:xfrm>
              <a:off x="6625000" y="1926375"/>
              <a:ext cx="355300" cy="170900"/>
            </a:xfrm>
            <a:custGeom>
              <a:avLst/>
              <a:gdLst/>
              <a:ahLst/>
              <a:cxnLst/>
              <a:rect l="l" t="t" r="r" b="b"/>
              <a:pathLst>
                <a:path w="14212" h="6836" extrusionOk="0">
                  <a:moveTo>
                    <a:pt x="117" y="1"/>
                  </a:moveTo>
                  <a:lnTo>
                    <a:pt x="1" y="39"/>
                  </a:lnTo>
                  <a:lnTo>
                    <a:pt x="1970" y="3206"/>
                  </a:lnTo>
                  <a:lnTo>
                    <a:pt x="4056" y="6333"/>
                  </a:lnTo>
                  <a:lnTo>
                    <a:pt x="3554" y="6295"/>
                  </a:lnTo>
                  <a:lnTo>
                    <a:pt x="3052" y="6179"/>
                  </a:lnTo>
                  <a:lnTo>
                    <a:pt x="2588" y="6024"/>
                  </a:lnTo>
                  <a:lnTo>
                    <a:pt x="2125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6"/>
                  </a:lnTo>
                  <a:lnTo>
                    <a:pt x="3283" y="6642"/>
                  </a:lnTo>
                  <a:lnTo>
                    <a:pt x="3708" y="6720"/>
                  </a:lnTo>
                  <a:lnTo>
                    <a:pt x="4133" y="6797"/>
                  </a:lnTo>
                  <a:lnTo>
                    <a:pt x="4596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9" y="6642"/>
                  </a:lnTo>
                  <a:lnTo>
                    <a:pt x="8149" y="6488"/>
                  </a:lnTo>
                  <a:lnTo>
                    <a:pt x="8960" y="6295"/>
                  </a:lnTo>
                  <a:lnTo>
                    <a:pt x="9771" y="6024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8" y="4673"/>
                  </a:lnTo>
                  <a:lnTo>
                    <a:pt x="12667" y="4403"/>
                  </a:lnTo>
                  <a:lnTo>
                    <a:pt x="12976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8"/>
                  </a:lnTo>
                  <a:lnTo>
                    <a:pt x="13980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3" y="2163"/>
                  </a:lnTo>
                  <a:lnTo>
                    <a:pt x="14173" y="2124"/>
                  </a:lnTo>
                  <a:lnTo>
                    <a:pt x="13864" y="2124"/>
                  </a:lnTo>
                  <a:lnTo>
                    <a:pt x="13825" y="2163"/>
                  </a:lnTo>
                  <a:lnTo>
                    <a:pt x="13555" y="2704"/>
                  </a:lnTo>
                  <a:lnTo>
                    <a:pt x="13207" y="3167"/>
                  </a:lnTo>
                  <a:lnTo>
                    <a:pt x="12860" y="3630"/>
                  </a:lnTo>
                  <a:lnTo>
                    <a:pt x="12474" y="4016"/>
                  </a:lnTo>
                  <a:lnTo>
                    <a:pt x="12010" y="4364"/>
                  </a:lnTo>
                  <a:lnTo>
                    <a:pt x="11547" y="4712"/>
                  </a:lnTo>
                  <a:lnTo>
                    <a:pt x="11083" y="4982"/>
                  </a:lnTo>
                  <a:lnTo>
                    <a:pt x="10543" y="5252"/>
                  </a:lnTo>
                  <a:lnTo>
                    <a:pt x="10350" y="5252"/>
                  </a:lnTo>
                  <a:lnTo>
                    <a:pt x="10350" y="5368"/>
                  </a:lnTo>
                  <a:lnTo>
                    <a:pt x="10273" y="5368"/>
                  </a:lnTo>
                  <a:lnTo>
                    <a:pt x="10079" y="5407"/>
                  </a:lnTo>
                  <a:lnTo>
                    <a:pt x="10157" y="5445"/>
                  </a:lnTo>
                  <a:lnTo>
                    <a:pt x="9500" y="5677"/>
                  </a:lnTo>
                  <a:lnTo>
                    <a:pt x="8844" y="5870"/>
                  </a:lnTo>
                  <a:lnTo>
                    <a:pt x="7840" y="6102"/>
                  </a:lnTo>
                  <a:lnTo>
                    <a:pt x="6759" y="6295"/>
                  </a:lnTo>
                  <a:lnTo>
                    <a:pt x="6218" y="6333"/>
                  </a:lnTo>
                  <a:lnTo>
                    <a:pt x="5677" y="6411"/>
                  </a:lnTo>
                  <a:lnTo>
                    <a:pt x="4558" y="6411"/>
                  </a:lnTo>
                  <a:lnTo>
                    <a:pt x="4596" y="6295"/>
                  </a:lnTo>
                  <a:lnTo>
                    <a:pt x="4364" y="6256"/>
                  </a:lnTo>
                  <a:lnTo>
                    <a:pt x="3399" y="4634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2" name="Google Shape;3862;p17"/>
            <p:cNvSpPr/>
            <p:nvPr/>
          </p:nvSpPr>
          <p:spPr>
            <a:xfrm>
              <a:off x="3536800" y="1931200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3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6" y="7492"/>
                  </a:lnTo>
                  <a:lnTo>
                    <a:pt x="6371" y="7453"/>
                  </a:lnTo>
                  <a:lnTo>
                    <a:pt x="6371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59" y="12087"/>
                  </a:lnTo>
                  <a:lnTo>
                    <a:pt x="1583" y="14983"/>
                  </a:lnTo>
                  <a:lnTo>
                    <a:pt x="772" y="16451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50"/>
                  </a:lnTo>
                  <a:lnTo>
                    <a:pt x="1158" y="16759"/>
                  </a:lnTo>
                  <a:lnTo>
                    <a:pt x="1969" y="15369"/>
                  </a:lnTo>
                  <a:lnTo>
                    <a:pt x="2780" y="13979"/>
                  </a:lnTo>
                  <a:lnTo>
                    <a:pt x="3591" y="12589"/>
                  </a:lnTo>
                  <a:lnTo>
                    <a:pt x="4441" y="11199"/>
                  </a:lnTo>
                  <a:lnTo>
                    <a:pt x="5290" y="9809"/>
                  </a:lnTo>
                  <a:lnTo>
                    <a:pt x="5715" y="9191"/>
                  </a:lnTo>
                  <a:lnTo>
                    <a:pt x="6178" y="8612"/>
                  </a:lnTo>
                  <a:lnTo>
                    <a:pt x="6603" y="8033"/>
                  </a:lnTo>
                  <a:lnTo>
                    <a:pt x="6989" y="7453"/>
                  </a:lnTo>
                  <a:lnTo>
                    <a:pt x="6989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89" y="7067"/>
                  </a:lnTo>
                  <a:lnTo>
                    <a:pt x="6873" y="7029"/>
                  </a:lnTo>
                  <a:lnTo>
                    <a:pt x="6835" y="7029"/>
                  </a:lnTo>
                  <a:lnTo>
                    <a:pt x="6101" y="6102"/>
                  </a:lnTo>
                  <a:lnTo>
                    <a:pt x="5290" y="5175"/>
                  </a:lnTo>
                  <a:lnTo>
                    <a:pt x="3668" y="3437"/>
                  </a:lnTo>
                  <a:lnTo>
                    <a:pt x="1969" y="1700"/>
                  </a:lnTo>
                  <a:lnTo>
                    <a:pt x="1081" y="812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3" name="Google Shape;3863;p17"/>
            <p:cNvSpPr/>
            <p:nvPr/>
          </p:nvSpPr>
          <p:spPr>
            <a:xfrm>
              <a:off x="902300" y="1957275"/>
              <a:ext cx="17400" cy="181500"/>
            </a:xfrm>
            <a:custGeom>
              <a:avLst/>
              <a:gdLst/>
              <a:ahLst/>
              <a:cxnLst/>
              <a:rect l="l" t="t" r="r" b="b"/>
              <a:pathLst>
                <a:path w="696" h="7260" extrusionOk="0">
                  <a:moveTo>
                    <a:pt x="425" y="0"/>
                  </a:moveTo>
                  <a:lnTo>
                    <a:pt x="348" y="888"/>
                  </a:lnTo>
                  <a:lnTo>
                    <a:pt x="232" y="1815"/>
                  </a:lnTo>
                  <a:lnTo>
                    <a:pt x="154" y="3630"/>
                  </a:lnTo>
                  <a:lnTo>
                    <a:pt x="0" y="7260"/>
                  </a:lnTo>
                  <a:lnTo>
                    <a:pt x="193" y="7260"/>
                  </a:lnTo>
                  <a:lnTo>
                    <a:pt x="425" y="5484"/>
                  </a:lnTo>
                  <a:lnTo>
                    <a:pt x="579" y="3669"/>
                  </a:lnTo>
                  <a:lnTo>
                    <a:pt x="695" y="1854"/>
                  </a:lnTo>
                  <a:lnTo>
                    <a:pt x="695" y="927"/>
                  </a:lnTo>
                  <a:lnTo>
                    <a:pt x="695" y="39"/>
                  </a:lnTo>
                  <a:lnTo>
                    <a:pt x="42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4" name="Google Shape;3864;p17"/>
            <p:cNvSpPr/>
            <p:nvPr/>
          </p:nvSpPr>
          <p:spPr>
            <a:xfrm>
              <a:off x="4880575" y="1957275"/>
              <a:ext cx="30925" cy="168950"/>
            </a:xfrm>
            <a:custGeom>
              <a:avLst/>
              <a:gdLst/>
              <a:ahLst/>
              <a:cxnLst/>
              <a:rect l="l" t="t" r="r" b="b"/>
              <a:pathLst>
                <a:path w="1237" h="6758" extrusionOk="0">
                  <a:moveTo>
                    <a:pt x="1121" y="0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7"/>
                  </a:lnTo>
                  <a:lnTo>
                    <a:pt x="850" y="116"/>
                  </a:lnTo>
                  <a:lnTo>
                    <a:pt x="542" y="1738"/>
                  </a:lnTo>
                  <a:lnTo>
                    <a:pt x="310" y="3398"/>
                  </a:lnTo>
                  <a:lnTo>
                    <a:pt x="117" y="5059"/>
                  </a:lnTo>
                  <a:lnTo>
                    <a:pt x="1" y="6719"/>
                  </a:lnTo>
                  <a:lnTo>
                    <a:pt x="233" y="6758"/>
                  </a:lnTo>
                  <a:lnTo>
                    <a:pt x="503" y="5136"/>
                  </a:lnTo>
                  <a:lnTo>
                    <a:pt x="773" y="3514"/>
                  </a:lnTo>
                  <a:lnTo>
                    <a:pt x="966" y="1854"/>
                  </a:lnTo>
                  <a:lnTo>
                    <a:pt x="1082" y="232"/>
                  </a:lnTo>
                  <a:lnTo>
                    <a:pt x="1237" y="77"/>
                  </a:lnTo>
                  <a:lnTo>
                    <a:pt x="1237" y="39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5" name="Google Shape;3865;p17"/>
            <p:cNvSpPr/>
            <p:nvPr/>
          </p:nvSpPr>
          <p:spPr>
            <a:xfrm>
              <a:off x="4907625" y="1959200"/>
              <a:ext cx="121650" cy="144825"/>
            </a:xfrm>
            <a:custGeom>
              <a:avLst/>
              <a:gdLst/>
              <a:ahLst/>
              <a:cxnLst/>
              <a:rect l="l" t="t" r="r" b="b"/>
              <a:pathLst>
                <a:path w="4866" h="5793" extrusionOk="0">
                  <a:moveTo>
                    <a:pt x="155" y="0"/>
                  </a:moveTo>
                  <a:lnTo>
                    <a:pt x="0" y="155"/>
                  </a:lnTo>
                  <a:lnTo>
                    <a:pt x="1197" y="1545"/>
                  </a:lnTo>
                  <a:lnTo>
                    <a:pt x="2356" y="2935"/>
                  </a:lnTo>
                  <a:lnTo>
                    <a:pt x="2896" y="3630"/>
                  </a:lnTo>
                  <a:lnTo>
                    <a:pt x="3475" y="4403"/>
                  </a:lnTo>
                  <a:lnTo>
                    <a:pt x="4055" y="5098"/>
                  </a:lnTo>
                  <a:lnTo>
                    <a:pt x="4325" y="5445"/>
                  </a:lnTo>
                  <a:lnTo>
                    <a:pt x="4634" y="5793"/>
                  </a:lnTo>
                  <a:lnTo>
                    <a:pt x="4827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4" y="5252"/>
                  </a:lnTo>
                  <a:lnTo>
                    <a:pt x="4402" y="4866"/>
                  </a:lnTo>
                  <a:lnTo>
                    <a:pt x="3862" y="4171"/>
                  </a:lnTo>
                  <a:lnTo>
                    <a:pt x="2703" y="2781"/>
                  </a:lnTo>
                  <a:lnTo>
                    <a:pt x="1467" y="1352"/>
                  </a:lnTo>
                  <a:lnTo>
                    <a:pt x="811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6" name="Google Shape;3866;p17"/>
            <p:cNvSpPr/>
            <p:nvPr/>
          </p:nvSpPr>
          <p:spPr>
            <a:xfrm>
              <a:off x="4761850" y="1966925"/>
              <a:ext cx="61800" cy="160275"/>
            </a:xfrm>
            <a:custGeom>
              <a:avLst/>
              <a:gdLst/>
              <a:ahLst/>
              <a:cxnLst/>
              <a:rect l="l" t="t" r="r" b="b"/>
              <a:pathLst>
                <a:path w="2472" h="6411" extrusionOk="0">
                  <a:moveTo>
                    <a:pt x="309" y="0"/>
                  </a:moveTo>
                  <a:lnTo>
                    <a:pt x="0" y="78"/>
                  </a:lnTo>
                  <a:lnTo>
                    <a:pt x="193" y="927"/>
                  </a:lnTo>
                  <a:lnTo>
                    <a:pt x="425" y="1777"/>
                  </a:lnTo>
                  <a:lnTo>
                    <a:pt x="657" y="2626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4"/>
                  </a:lnTo>
                  <a:lnTo>
                    <a:pt x="1661" y="5715"/>
                  </a:lnTo>
                  <a:lnTo>
                    <a:pt x="1583" y="5793"/>
                  </a:lnTo>
                  <a:lnTo>
                    <a:pt x="1545" y="5870"/>
                  </a:lnTo>
                  <a:lnTo>
                    <a:pt x="1777" y="5908"/>
                  </a:lnTo>
                  <a:lnTo>
                    <a:pt x="1931" y="6140"/>
                  </a:lnTo>
                  <a:lnTo>
                    <a:pt x="2085" y="6333"/>
                  </a:lnTo>
                  <a:lnTo>
                    <a:pt x="2124" y="6410"/>
                  </a:lnTo>
                  <a:lnTo>
                    <a:pt x="2317" y="6410"/>
                  </a:lnTo>
                  <a:lnTo>
                    <a:pt x="2356" y="6333"/>
                  </a:lnTo>
                  <a:lnTo>
                    <a:pt x="2433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4" y="5600"/>
                  </a:lnTo>
                  <a:lnTo>
                    <a:pt x="1970" y="5213"/>
                  </a:lnTo>
                  <a:lnTo>
                    <a:pt x="1738" y="4441"/>
                  </a:lnTo>
                  <a:lnTo>
                    <a:pt x="1197" y="2935"/>
                  </a:lnTo>
                  <a:lnTo>
                    <a:pt x="734" y="1468"/>
                  </a:lnTo>
                  <a:lnTo>
                    <a:pt x="30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7" name="Google Shape;3867;p17"/>
            <p:cNvSpPr/>
            <p:nvPr/>
          </p:nvSpPr>
          <p:spPr>
            <a:xfrm>
              <a:off x="4771500" y="1968850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1"/>
                  </a:moveTo>
                  <a:lnTo>
                    <a:pt x="0" y="39"/>
                  </a:lnTo>
                  <a:lnTo>
                    <a:pt x="1970" y="3206"/>
                  </a:lnTo>
                  <a:lnTo>
                    <a:pt x="4055" y="6333"/>
                  </a:lnTo>
                  <a:lnTo>
                    <a:pt x="3553" y="6295"/>
                  </a:lnTo>
                  <a:lnTo>
                    <a:pt x="3051" y="6179"/>
                  </a:lnTo>
                  <a:lnTo>
                    <a:pt x="2588" y="6025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7"/>
                  </a:lnTo>
                  <a:lnTo>
                    <a:pt x="3283" y="6642"/>
                  </a:lnTo>
                  <a:lnTo>
                    <a:pt x="3707" y="6720"/>
                  </a:lnTo>
                  <a:lnTo>
                    <a:pt x="4132" y="6797"/>
                  </a:lnTo>
                  <a:lnTo>
                    <a:pt x="4596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9" y="6642"/>
                  </a:lnTo>
                  <a:lnTo>
                    <a:pt x="8148" y="6488"/>
                  </a:lnTo>
                  <a:lnTo>
                    <a:pt x="8959" y="6295"/>
                  </a:lnTo>
                  <a:lnTo>
                    <a:pt x="9770" y="6025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7" y="4673"/>
                  </a:lnTo>
                  <a:lnTo>
                    <a:pt x="12666" y="4403"/>
                  </a:lnTo>
                  <a:lnTo>
                    <a:pt x="12975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8"/>
                  </a:lnTo>
                  <a:lnTo>
                    <a:pt x="13979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2" y="2163"/>
                  </a:lnTo>
                  <a:lnTo>
                    <a:pt x="14172" y="2124"/>
                  </a:lnTo>
                  <a:lnTo>
                    <a:pt x="13863" y="2124"/>
                  </a:lnTo>
                  <a:lnTo>
                    <a:pt x="13825" y="2163"/>
                  </a:lnTo>
                  <a:lnTo>
                    <a:pt x="13554" y="2704"/>
                  </a:lnTo>
                  <a:lnTo>
                    <a:pt x="13207" y="3167"/>
                  </a:lnTo>
                  <a:lnTo>
                    <a:pt x="12859" y="3630"/>
                  </a:lnTo>
                  <a:lnTo>
                    <a:pt x="12473" y="4017"/>
                  </a:lnTo>
                  <a:lnTo>
                    <a:pt x="12010" y="4364"/>
                  </a:lnTo>
                  <a:lnTo>
                    <a:pt x="11546" y="4712"/>
                  </a:lnTo>
                  <a:lnTo>
                    <a:pt x="11083" y="4982"/>
                  </a:lnTo>
                  <a:lnTo>
                    <a:pt x="10542" y="5252"/>
                  </a:lnTo>
                  <a:lnTo>
                    <a:pt x="10349" y="5252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7"/>
                  </a:lnTo>
                  <a:lnTo>
                    <a:pt x="10156" y="5445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2"/>
                  </a:lnTo>
                  <a:lnTo>
                    <a:pt x="6758" y="6295"/>
                  </a:lnTo>
                  <a:lnTo>
                    <a:pt x="6217" y="6333"/>
                  </a:lnTo>
                  <a:lnTo>
                    <a:pt x="5677" y="6411"/>
                  </a:lnTo>
                  <a:lnTo>
                    <a:pt x="4557" y="6411"/>
                  </a:lnTo>
                  <a:lnTo>
                    <a:pt x="4596" y="6295"/>
                  </a:lnTo>
                  <a:lnTo>
                    <a:pt x="4364" y="6256"/>
                  </a:lnTo>
                  <a:lnTo>
                    <a:pt x="3399" y="4634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8" name="Google Shape;3868;p17"/>
            <p:cNvSpPr/>
            <p:nvPr/>
          </p:nvSpPr>
          <p:spPr>
            <a:xfrm>
              <a:off x="5286050" y="1976575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0" y="2317"/>
                  </a:lnTo>
                  <a:lnTo>
                    <a:pt x="6449" y="3901"/>
                  </a:lnTo>
                  <a:lnTo>
                    <a:pt x="6526" y="6990"/>
                  </a:lnTo>
                  <a:lnTo>
                    <a:pt x="3514" y="6758"/>
                  </a:lnTo>
                  <a:lnTo>
                    <a:pt x="2008" y="6642"/>
                  </a:lnTo>
                  <a:lnTo>
                    <a:pt x="502" y="6604"/>
                  </a:lnTo>
                  <a:lnTo>
                    <a:pt x="1352" y="5986"/>
                  </a:lnTo>
                  <a:lnTo>
                    <a:pt x="2201" y="5291"/>
                  </a:lnTo>
                  <a:lnTo>
                    <a:pt x="2973" y="4557"/>
                  </a:lnTo>
                  <a:lnTo>
                    <a:pt x="3707" y="3823"/>
                  </a:lnTo>
                  <a:lnTo>
                    <a:pt x="4441" y="3090"/>
                  </a:lnTo>
                  <a:lnTo>
                    <a:pt x="5136" y="2356"/>
                  </a:lnTo>
                  <a:lnTo>
                    <a:pt x="5792" y="1584"/>
                  </a:lnTo>
                  <a:lnTo>
                    <a:pt x="6449" y="773"/>
                  </a:lnTo>
                  <a:close/>
                  <a:moveTo>
                    <a:pt x="6719" y="1"/>
                  </a:moveTo>
                  <a:lnTo>
                    <a:pt x="6642" y="39"/>
                  </a:lnTo>
                  <a:lnTo>
                    <a:pt x="6565" y="39"/>
                  </a:lnTo>
                  <a:lnTo>
                    <a:pt x="6487" y="116"/>
                  </a:lnTo>
                  <a:lnTo>
                    <a:pt x="4981" y="1854"/>
                  </a:lnTo>
                  <a:lnTo>
                    <a:pt x="4209" y="2704"/>
                  </a:lnTo>
                  <a:lnTo>
                    <a:pt x="3437" y="3514"/>
                  </a:lnTo>
                  <a:lnTo>
                    <a:pt x="2587" y="4287"/>
                  </a:lnTo>
                  <a:lnTo>
                    <a:pt x="1738" y="5059"/>
                  </a:lnTo>
                  <a:lnTo>
                    <a:pt x="888" y="5793"/>
                  </a:lnTo>
                  <a:lnTo>
                    <a:pt x="39" y="6604"/>
                  </a:lnTo>
                  <a:lnTo>
                    <a:pt x="0" y="6642"/>
                  </a:lnTo>
                  <a:lnTo>
                    <a:pt x="0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0" y="6913"/>
                  </a:lnTo>
                  <a:lnTo>
                    <a:pt x="39" y="6990"/>
                  </a:lnTo>
                  <a:lnTo>
                    <a:pt x="116" y="7144"/>
                  </a:lnTo>
                  <a:lnTo>
                    <a:pt x="386" y="6990"/>
                  </a:lnTo>
                  <a:lnTo>
                    <a:pt x="1892" y="7144"/>
                  </a:lnTo>
                  <a:lnTo>
                    <a:pt x="3437" y="7299"/>
                  </a:lnTo>
                  <a:lnTo>
                    <a:pt x="6526" y="7453"/>
                  </a:lnTo>
                  <a:lnTo>
                    <a:pt x="6565" y="9307"/>
                  </a:lnTo>
                  <a:lnTo>
                    <a:pt x="6526" y="12628"/>
                  </a:lnTo>
                  <a:lnTo>
                    <a:pt x="6951" y="12628"/>
                  </a:lnTo>
                  <a:lnTo>
                    <a:pt x="6989" y="9461"/>
                  </a:lnTo>
                  <a:lnTo>
                    <a:pt x="6989" y="7492"/>
                  </a:lnTo>
                  <a:lnTo>
                    <a:pt x="8650" y="7569"/>
                  </a:lnTo>
                  <a:lnTo>
                    <a:pt x="10310" y="7646"/>
                  </a:lnTo>
                  <a:lnTo>
                    <a:pt x="10310" y="7183"/>
                  </a:lnTo>
                  <a:lnTo>
                    <a:pt x="8650" y="7106"/>
                  </a:lnTo>
                  <a:lnTo>
                    <a:pt x="6989" y="7028"/>
                  </a:lnTo>
                  <a:lnTo>
                    <a:pt x="7028" y="5368"/>
                  </a:lnTo>
                  <a:lnTo>
                    <a:pt x="6989" y="3708"/>
                  </a:lnTo>
                  <a:lnTo>
                    <a:pt x="6951" y="2047"/>
                  </a:lnTo>
                  <a:lnTo>
                    <a:pt x="6796" y="387"/>
                  </a:lnTo>
                  <a:lnTo>
                    <a:pt x="6989" y="194"/>
                  </a:lnTo>
                  <a:lnTo>
                    <a:pt x="6835" y="39"/>
                  </a:lnTo>
                  <a:lnTo>
                    <a:pt x="679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9" name="Google Shape;3869;p17"/>
            <p:cNvSpPr/>
            <p:nvPr/>
          </p:nvSpPr>
          <p:spPr>
            <a:xfrm>
              <a:off x="5455950" y="1981400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4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7" y="7492"/>
                  </a:lnTo>
                  <a:lnTo>
                    <a:pt x="6372" y="7453"/>
                  </a:lnTo>
                  <a:lnTo>
                    <a:pt x="6372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60" y="12087"/>
                  </a:lnTo>
                  <a:lnTo>
                    <a:pt x="1584" y="14983"/>
                  </a:lnTo>
                  <a:lnTo>
                    <a:pt x="773" y="16450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50"/>
                  </a:lnTo>
                  <a:lnTo>
                    <a:pt x="1159" y="16759"/>
                  </a:lnTo>
                  <a:lnTo>
                    <a:pt x="1970" y="15369"/>
                  </a:lnTo>
                  <a:lnTo>
                    <a:pt x="2781" y="13979"/>
                  </a:lnTo>
                  <a:lnTo>
                    <a:pt x="3592" y="12589"/>
                  </a:lnTo>
                  <a:lnTo>
                    <a:pt x="4441" y="11199"/>
                  </a:lnTo>
                  <a:lnTo>
                    <a:pt x="5291" y="9809"/>
                  </a:lnTo>
                  <a:lnTo>
                    <a:pt x="5715" y="9191"/>
                  </a:lnTo>
                  <a:lnTo>
                    <a:pt x="6179" y="8612"/>
                  </a:lnTo>
                  <a:lnTo>
                    <a:pt x="6603" y="8032"/>
                  </a:lnTo>
                  <a:lnTo>
                    <a:pt x="6990" y="7453"/>
                  </a:lnTo>
                  <a:lnTo>
                    <a:pt x="6990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90" y="7067"/>
                  </a:lnTo>
                  <a:lnTo>
                    <a:pt x="6874" y="7028"/>
                  </a:lnTo>
                  <a:lnTo>
                    <a:pt x="6835" y="7028"/>
                  </a:lnTo>
                  <a:lnTo>
                    <a:pt x="6102" y="6102"/>
                  </a:lnTo>
                  <a:lnTo>
                    <a:pt x="5291" y="5175"/>
                  </a:lnTo>
                  <a:lnTo>
                    <a:pt x="3669" y="3437"/>
                  </a:lnTo>
                  <a:lnTo>
                    <a:pt x="1970" y="1700"/>
                  </a:lnTo>
                  <a:lnTo>
                    <a:pt x="1082" y="812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0" name="Google Shape;3870;p17"/>
            <p:cNvSpPr/>
            <p:nvPr/>
          </p:nvSpPr>
          <p:spPr>
            <a:xfrm>
              <a:off x="752650" y="1995875"/>
              <a:ext cx="30925" cy="168975"/>
            </a:xfrm>
            <a:custGeom>
              <a:avLst/>
              <a:gdLst/>
              <a:ahLst/>
              <a:cxnLst/>
              <a:rect l="l" t="t" r="r" b="b"/>
              <a:pathLst>
                <a:path w="1237" h="6759" extrusionOk="0">
                  <a:moveTo>
                    <a:pt x="1121" y="1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8"/>
                  </a:lnTo>
                  <a:lnTo>
                    <a:pt x="850" y="117"/>
                  </a:lnTo>
                  <a:lnTo>
                    <a:pt x="541" y="1738"/>
                  </a:lnTo>
                  <a:lnTo>
                    <a:pt x="310" y="3399"/>
                  </a:lnTo>
                  <a:lnTo>
                    <a:pt x="117" y="5059"/>
                  </a:lnTo>
                  <a:lnTo>
                    <a:pt x="1" y="6720"/>
                  </a:lnTo>
                  <a:lnTo>
                    <a:pt x="232" y="6758"/>
                  </a:lnTo>
                  <a:lnTo>
                    <a:pt x="503" y="5137"/>
                  </a:lnTo>
                  <a:lnTo>
                    <a:pt x="773" y="3515"/>
                  </a:lnTo>
                  <a:lnTo>
                    <a:pt x="966" y="1854"/>
                  </a:lnTo>
                  <a:lnTo>
                    <a:pt x="1082" y="233"/>
                  </a:lnTo>
                  <a:lnTo>
                    <a:pt x="1236" y="78"/>
                  </a:lnTo>
                  <a:lnTo>
                    <a:pt x="1236" y="39"/>
                  </a:lnTo>
                  <a:lnTo>
                    <a:pt x="11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1" name="Google Shape;3871;p17"/>
            <p:cNvSpPr/>
            <p:nvPr/>
          </p:nvSpPr>
          <p:spPr>
            <a:xfrm>
              <a:off x="779675" y="1997825"/>
              <a:ext cx="121675" cy="144825"/>
            </a:xfrm>
            <a:custGeom>
              <a:avLst/>
              <a:gdLst/>
              <a:ahLst/>
              <a:cxnLst/>
              <a:rect l="l" t="t" r="r" b="b"/>
              <a:pathLst>
                <a:path w="4867" h="5793" extrusionOk="0">
                  <a:moveTo>
                    <a:pt x="155" y="0"/>
                  </a:moveTo>
                  <a:lnTo>
                    <a:pt x="1" y="155"/>
                  </a:lnTo>
                  <a:lnTo>
                    <a:pt x="1198" y="1545"/>
                  </a:lnTo>
                  <a:lnTo>
                    <a:pt x="2356" y="2935"/>
                  </a:lnTo>
                  <a:lnTo>
                    <a:pt x="2897" y="3630"/>
                  </a:lnTo>
                  <a:lnTo>
                    <a:pt x="3476" y="4402"/>
                  </a:lnTo>
                  <a:lnTo>
                    <a:pt x="4056" y="5097"/>
                  </a:lnTo>
                  <a:lnTo>
                    <a:pt x="4326" y="5445"/>
                  </a:lnTo>
                  <a:lnTo>
                    <a:pt x="4635" y="5792"/>
                  </a:lnTo>
                  <a:lnTo>
                    <a:pt x="4828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5" y="5252"/>
                  </a:lnTo>
                  <a:lnTo>
                    <a:pt x="4403" y="4866"/>
                  </a:lnTo>
                  <a:lnTo>
                    <a:pt x="3862" y="4170"/>
                  </a:lnTo>
                  <a:lnTo>
                    <a:pt x="2704" y="2780"/>
                  </a:lnTo>
                  <a:lnTo>
                    <a:pt x="1468" y="1352"/>
                  </a:lnTo>
                  <a:lnTo>
                    <a:pt x="812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2" name="Google Shape;3872;p17"/>
            <p:cNvSpPr/>
            <p:nvPr/>
          </p:nvSpPr>
          <p:spPr>
            <a:xfrm>
              <a:off x="2839800" y="2000700"/>
              <a:ext cx="270325" cy="209525"/>
            </a:xfrm>
            <a:custGeom>
              <a:avLst/>
              <a:gdLst/>
              <a:ahLst/>
              <a:cxnLst/>
              <a:rect l="l" t="t" r="r" b="b"/>
              <a:pathLst>
                <a:path w="10813" h="8381" extrusionOk="0">
                  <a:moveTo>
                    <a:pt x="10233" y="1"/>
                  </a:moveTo>
                  <a:lnTo>
                    <a:pt x="10156" y="78"/>
                  </a:lnTo>
                  <a:lnTo>
                    <a:pt x="10117" y="155"/>
                  </a:lnTo>
                  <a:lnTo>
                    <a:pt x="10079" y="233"/>
                  </a:lnTo>
                  <a:lnTo>
                    <a:pt x="10079" y="348"/>
                  </a:lnTo>
                  <a:lnTo>
                    <a:pt x="10156" y="426"/>
                  </a:lnTo>
                  <a:lnTo>
                    <a:pt x="10272" y="580"/>
                  </a:lnTo>
                  <a:lnTo>
                    <a:pt x="10310" y="735"/>
                  </a:lnTo>
                  <a:lnTo>
                    <a:pt x="10349" y="928"/>
                  </a:lnTo>
                  <a:lnTo>
                    <a:pt x="10310" y="1121"/>
                  </a:lnTo>
                  <a:lnTo>
                    <a:pt x="10233" y="1275"/>
                  </a:lnTo>
                  <a:lnTo>
                    <a:pt x="10156" y="1468"/>
                  </a:lnTo>
                  <a:lnTo>
                    <a:pt x="9847" y="1854"/>
                  </a:lnTo>
                  <a:lnTo>
                    <a:pt x="9538" y="2202"/>
                  </a:lnTo>
                  <a:lnTo>
                    <a:pt x="9152" y="2511"/>
                  </a:lnTo>
                  <a:lnTo>
                    <a:pt x="8611" y="3013"/>
                  </a:lnTo>
                  <a:lnTo>
                    <a:pt x="8264" y="3283"/>
                  </a:lnTo>
                  <a:lnTo>
                    <a:pt x="8225" y="3206"/>
                  </a:lnTo>
                  <a:lnTo>
                    <a:pt x="8148" y="3129"/>
                  </a:lnTo>
                  <a:lnTo>
                    <a:pt x="7607" y="2820"/>
                  </a:lnTo>
                  <a:lnTo>
                    <a:pt x="7144" y="2434"/>
                  </a:lnTo>
                  <a:lnTo>
                    <a:pt x="6912" y="2665"/>
                  </a:lnTo>
                  <a:lnTo>
                    <a:pt x="7105" y="2936"/>
                  </a:lnTo>
                  <a:lnTo>
                    <a:pt x="7376" y="3167"/>
                  </a:lnTo>
                  <a:lnTo>
                    <a:pt x="7646" y="3399"/>
                  </a:lnTo>
                  <a:lnTo>
                    <a:pt x="7955" y="3553"/>
                  </a:lnTo>
                  <a:lnTo>
                    <a:pt x="7028" y="4287"/>
                  </a:lnTo>
                  <a:lnTo>
                    <a:pt x="6101" y="4982"/>
                  </a:lnTo>
                  <a:lnTo>
                    <a:pt x="4943" y="5793"/>
                  </a:lnTo>
                  <a:lnTo>
                    <a:pt x="3746" y="6527"/>
                  </a:lnTo>
                  <a:lnTo>
                    <a:pt x="3553" y="6681"/>
                  </a:lnTo>
                  <a:lnTo>
                    <a:pt x="3475" y="6334"/>
                  </a:lnTo>
                  <a:lnTo>
                    <a:pt x="3321" y="6025"/>
                  </a:lnTo>
                  <a:lnTo>
                    <a:pt x="3128" y="5716"/>
                  </a:lnTo>
                  <a:lnTo>
                    <a:pt x="2896" y="5446"/>
                  </a:lnTo>
                  <a:lnTo>
                    <a:pt x="2626" y="5677"/>
                  </a:lnTo>
                  <a:lnTo>
                    <a:pt x="2819" y="5909"/>
                  </a:lnTo>
                  <a:lnTo>
                    <a:pt x="2935" y="6179"/>
                  </a:lnTo>
                  <a:lnTo>
                    <a:pt x="3051" y="6565"/>
                  </a:lnTo>
                  <a:lnTo>
                    <a:pt x="3128" y="6952"/>
                  </a:lnTo>
                  <a:lnTo>
                    <a:pt x="2317" y="7376"/>
                  </a:lnTo>
                  <a:lnTo>
                    <a:pt x="1892" y="7608"/>
                  </a:lnTo>
                  <a:lnTo>
                    <a:pt x="1467" y="7762"/>
                  </a:lnTo>
                  <a:lnTo>
                    <a:pt x="1081" y="7878"/>
                  </a:lnTo>
                  <a:lnTo>
                    <a:pt x="927" y="7917"/>
                  </a:lnTo>
                  <a:lnTo>
                    <a:pt x="772" y="7917"/>
                  </a:lnTo>
                  <a:lnTo>
                    <a:pt x="618" y="7878"/>
                  </a:lnTo>
                  <a:lnTo>
                    <a:pt x="502" y="7840"/>
                  </a:lnTo>
                  <a:lnTo>
                    <a:pt x="386" y="7724"/>
                  </a:lnTo>
                  <a:lnTo>
                    <a:pt x="309" y="7608"/>
                  </a:lnTo>
                  <a:lnTo>
                    <a:pt x="270" y="7569"/>
                  </a:lnTo>
                  <a:lnTo>
                    <a:pt x="232" y="7531"/>
                  </a:lnTo>
                  <a:lnTo>
                    <a:pt x="116" y="7492"/>
                  </a:lnTo>
                  <a:lnTo>
                    <a:pt x="39" y="7569"/>
                  </a:lnTo>
                  <a:lnTo>
                    <a:pt x="0" y="7608"/>
                  </a:lnTo>
                  <a:lnTo>
                    <a:pt x="0" y="7685"/>
                  </a:lnTo>
                  <a:lnTo>
                    <a:pt x="39" y="7840"/>
                  </a:lnTo>
                  <a:lnTo>
                    <a:pt x="77" y="7994"/>
                  </a:lnTo>
                  <a:lnTo>
                    <a:pt x="155" y="8110"/>
                  </a:lnTo>
                  <a:lnTo>
                    <a:pt x="270" y="8226"/>
                  </a:lnTo>
                  <a:lnTo>
                    <a:pt x="348" y="8264"/>
                  </a:lnTo>
                  <a:lnTo>
                    <a:pt x="463" y="8342"/>
                  </a:lnTo>
                  <a:lnTo>
                    <a:pt x="734" y="8380"/>
                  </a:lnTo>
                  <a:lnTo>
                    <a:pt x="1004" y="8380"/>
                  </a:lnTo>
                  <a:lnTo>
                    <a:pt x="1274" y="8342"/>
                  </a:lnTo>
                  <a:lnTo>
                    <a:pt x="1545" y="8264"/>
                  </a:lnTo>
                  <a:lnTo>
                    <a:pt x="1815" y="8149"/>
                  </a:lnTo>
                  <a:lnTo>
                    <a:pt x="2935" y="7569"/>
                  </a:lnTo>
                  <a:lnTo>
                    <a:pt x="4055" y="6952"/>
                  </a:lnTo>
                  <a:lnTo>
                    <a:pt x="5097" y="6295"/>
                  </a:lnTo>
                  <a:lnTo>
                    <a:pt x="6140" y="5561"/>
                  </a:lnTo>
                  <a:lnTo>
                    <a:pt x="7067" y="4866"/>
                  </a:lnTo>
                  <a:lnTo>
                    <a:pt x="7993" y="4171"/>
                  </a:lnTo>
                  <a:lnTo>
                    <a:pt x="8881" y="3399"/>
                  </a:lnTo>
                  <a:lnTo>
                    <a:pt x="9731" y="2627"/>
                  </a:lnTo>
                  <a:lnTo>
                    <a:pt x="10001" y="2356"/>
                  </a:lnTo>
                  <a:lnTo>
                    <a:pt x="10272" y="2047"/>
                  </a:lnTo>
                  <a:lnTo>
                    <a:pt x="10503" y="1739"/>
                  </a:lnTo>
                  <a:lnTo>
                    <a:pt x="10696" y="1430"/>
                  </a:lnTo>
                  <a:lnTo>
                    <a:pt x="10812" y="1082"/>
                  </a:lnTo>
                  <a:lnTo>
                    <a:pt x="10812" y="928"/>
                  </a:lnTo>
                  <a:lnTo>
                    <a:pt x="10812" y="735"/>
                  </a:lnTo>
                  <a:lnTo>
                    <a:pt x="10774" y="580"/>
                  </a:lnTo>
                  <a:lnTo>
                    <a:pt x="10735" y="387"/>
                  </a:lnTo>
                  <a:lnTo>
                    <a:pt x="10619" y="233"/>
                  </a:lnTo>
                  <a:lnTo>
                    <a:pt x="10465" y="40"/>
                  </a:lnTo>
                  <a:lnTo>
                    <a:pt x="103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3" name="Google Shape;3873;p17"/>
            <p:cNvSpPr/>
            <p:nvPr/>
          </p:nvSpPr>
          <p:spPr>
            <a:xfrm>
              <a:off x="633925" y="2005525"/>
              <a:ext cx="61800" cy="160300"/>
            </a:xfrm>
            <a:custGeom>
              <a:avLst/>
              <a:gdLst/>
              <a:ahLst/>
              <a:cxnLst/>
              <a:rect l="l" t="t" r="r" b="b"/>
              <a:pathLst>
                <a:path w="2472" h="6412" extrusionOk="0">
                  <a:moveTo>
                    <a:pt x="309" y="1"/>
                  </a:moveTo>
                  <a:lnTo>
                    <a:pt x="0" y="78"/>
                  </a:lnTo>
                  <a:lnTo>
                    <a:pt x="193" y="928"/>
                  </a:lnTo>
                  <a:lnTo>
                    <a:pt x="425" y="1777"/>
                  </a:lnTo>
                  <a:lnTo>
                    <a:pt x="657" y="2627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5"/>
                  </a:lnTo>
                  <a:lnTo>
                    <a:pt x="1661" y="5716"/>
                  </a:lnTo>
                  <a:lnTo>
                    <a:pt x="1583" y="5793"/>
                  </a:lnTo>
                  <a:lnTo>
                    <a:pt x="1545" y="5870"/>
                  </a:lnTo>
                  <a:lnTo>
                    <a:pt x="1776" y="5909"/>
                  </a:lnTo>
                  <a:lnTo>
                    <a:pt x="1931" y="6141"/>
                  </a:lnTo>
                  <a:lnTo>
                    <a:pt x="2085" y="6334"/>
                  </a:lnTo>
                  <a:lnTo>
                    <a:pt x="2124" y="6411"/>
                  </a:lnTo>
                  <a:lnTo>
                    <a:pt x="2317" y="6411"/>
                  </a:lnTo>
                  <a:lnTo>
                    <a:pt x="2356" y="6334"/>
                  </a:lnTo>
                  <a:lnTo>
                    <a:pt x="2433" y="6295"/>
                  </a:lnTo>
                  <a:lnTo>
                    <a:pt x="2471" y="6257"/>
                  </a:lnTo>
                  <a:lnTo>
                    <a:pt x="2356" y="5948"/>
                  </a:lnTo>
                  <a:lnTo>
                    <a:pt x="2278" y="5948"/>
                  </a:lnTo>
                  <a:lnTo>
                    <a:pt x="2124" y="5600"/>
                  </a:lnTo>
                  <a:lnTo>
                    <a:pt x="1969" y="5214"/>
                  </a:lnTo>
                  <a:lnTo>
                    <a:pt x="1738" y="4442"/>
                  </a:lnTo>
                  <a:lnTo>
                    <a:pt x="1197" y="2936"/>
                  </a:lnTo>
                  <a:lnTo>
                    <a:pt x="734" y="1468"/>
                  </a:lnTo>
                  <a:lnTo>
                    <a:pt x="30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4" name="Google Shape;3874;p17"/>
            <p:cNvSpPr/>
            <p:nvPr/>
          </p:nvSpPr>
          <p:spPr>
            <a:xfrm>
              <a:off x="643575" y="2007475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0"/>
                  </a:moveTo>
                  <a:lnTo>
                    <a:pt x="0" y="39"/>
                  </a:lnTo>
                  <a:lnTo>
                    <a:pt x="1970" y="3205"/>
                  </a:lnTo>
                  <a:lnTo>
                    <a:pt x="4055" y="6333"/>
                  </a:lnTo>
                  <a:lnTo>
                    <a:pt x="3553" y="6294"/>
                  </a:lnTo>
                  <a:lnTo>
                    <a:pt x="3051" y="6179"/>
                  </a:lnTo>
                  <a:lnTo>
                    <a:pt x="2587" y="6024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5" y="6179"/>
                  </a:lnTo>
                  <a:lnTo>
                    <a:pt x="2472" y="6372"/>
                  </a:lnTo>
                  <a:lnTo>
                    <a:pt x="2858" y="6526"/>
                  </a:lnTo>
                  <a:lnTo>
                    <a:pt x="3283" y="6642"/>
                  </a:lnTo>
                  <a:lnTo>
                    <a:pt x="3707" y="6719"/>
                  </a:lnTo>
                  <a:lnTo>
                    <a:pt x="4132" y="6796"/>
                  </a:lnTo>
                  <a:lnTo>
                    <a:pt x="4595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8" y="6642"/>
                  </a:lnTo>
                  <a:lnTo>
                    <a:pt x="8148" y="6487"/>
                  </a:lnTo>
                  <a:lnTo>
                    <a:pt x="8959" y="6294"/>
                  </a:lnTo>
                  <a:lnTo>
                    <a:pt x="9770" y="6024"/>
                  </a:lnTo>
                  <a:lnTo>
                    <a:pt x="10581" y="5715"/>
                  </a:lnTo>
                  <a:lnTo>
                    <a:pt x="11314" y="5368"/>
                  </a:lnTo>
                  <a:lnTo>
                    <a:pt x="12009" y="4904"/>
                  </a:lnTo>
                  <a:lnTo>
                    <a:pt x="12357" y="4673"/>
                  </a:lnTo>
                  <a:lnTo>
                    <a:pt x="12666" y="4402"/>
                  </a:lnTo>
                  <a:lnTo>
                    <a:pt x="12975" y="4093"/>
                  </a:lnTo>
                  <a:lnTo>
                    <a:pt x="13284" y="3784"/>
                  </a:lnTo>
                  <a:lnTo>
                    <a:pt x="13515" y="3476"/>
                  </a:lnTo>
                  <a:lnTo>
                    <a:pt x="13786" y="3128"/>
                  </a:lnTo>
                  <a:lnTo>
                    <a:pt x="13979" y="2780"/>
                  </a:lnTo>
                  <a:lnTo>
                    <a:pt x="14211" y="2394"/>
                  </a:lnTo>
                  <a:lnTo>
                    <a:pt x="14211" y="2278"/>
                  </a:lnTo>
                  <a:lnTo>
                    <a:pt x="14172" y="2163"/>
                  </a:lnTo>
                  <a:lnTo>
                    <a:pt x="14172" y="2124"/>
                  </a:lnTo>
                  <a:lnTo>
                    <a:pt x="13863" y="2124"/>
                  </a:lnTo>
                  <a:lnTo>
                    <a:pt x="13824" y="2163"/>
                  </a:lnTo>
                  <a:lnTo>
                    <a:pt x="13554" y="2703"/>
                  </a:lnTo>
                  <a:lnTo>
                    <a:pt x="13207" y="3167"/>
                  </a:lnTo>
                  <a:lnTo>
                    <a:pt x="12859" y="3630"/>
                  </a:lnTo>
                  <a:lnTo>
                    <a:pt x="12473" y="4016"/>
                  </a:lnTo>
                  <a:lnTo>
                    <a:pt x="12009" y="4364"/>
                  </a:lnTo>
                  <a:lnTo>
                    <a:pt x="11546" y="4711"/>
                  </a:lnTo>
                  <a:lnTo>
                    <a:pt x="11083" y="4982"/>
                  </a:lnTo>
                  <a:lnTo>
                    <a:pt x="10542" y="5252"/>
                  </a:lnTo>
                  <a:lnTo>
                    <a:pt x="10349" y="5252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6"/>
                  </a:lnTo>
                  <a:lnTo>
                    <a:pt x="10156" y="5445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1"/>
                  </a:lnTo>
                  <a:lnTo>
                    <a:pt x="6758" y="6294"/>
                  </a:lnTo>
                  <a:lnTo>
                    <a:pt x="6217" y="6333"/>
                  </a:lnTo>
                  <a:lnTo>
                    <a:pt x="5677" y="6410"/>
                  </a:lnTo>
                  <a:lnTo>
                    <a:pt x="4557" y="6410"/>
                  </a:lnTo>
                  <a:lnTo>
                    <a:pt x="4595" y="6294"/>
                  </a:lnTo>
                  <a:lnTo>
                    <a:pt x="4364" y="6256"/>
                  </a:lnTo>
                  <a:lnTo>
                    <a:pt x="3398" y="4634"/>
                  </a:lnTo>
                  <a:lnTo>
                    <a:pt x="2356" y="3012"/>
                  </a:lnTo>
                  <a:lnTo>
                    <a:pt x="1275" y="1468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5" name="Google Shape;3875;p17"/>
            <p:cNvSpPr/>
            <p:nvPr/>
          </p:nvSpPr>
          <p:spPr>
            <a:xfrm>
              <a:off x="5946350" y="2008425"/>
              <a:ext cx="112975" cy="132300"/>
            </a:xfrm>
            <a:custGeom>
              <a:avLst/>
              <a:gdLst/>
              <a:ahLst/>
              <a:cxnLst/>
              <a:rect l="l" t="t" r="r" b="b"/>
              <a:pathLst>
                <a:path w="4519" h="5292" extrusionOk="0">
                  <a:moveTo>
                    <a:pt x="3360" y="1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1" y="155"/>
                  </a:lnTo>
                  <a:lnTo>
                    <a:pt x="2240" y="271"/>
                  </a:lnTo>
                  <a:lnTo>
                    <a:pt x="2009" y="426"/>
                  </a:lnTo>
                  <a:lnTo>
                    <a:pt x="1738" y="580"/>
                  </a:lnTo>
                  <a:lnTo>
                    <a:pt x="1507" y="773"/>
                  </a:lnTo>
                  <a:lnTo>
                    <a:pt x="1082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9"/>
                  </a:lnTo>
                  <a:lnTo>
                    <a:pt x="39" y="3708"/>
                  </a:lnTo>
                  <a:lnTo>
                    <a:pt x="1" y="4055"/>
                  </a:lnTo>
                  <a:lnTo>
                    <a:pt x="1" y="4364"/>
                  </a:lnTo>
                  <a:lnTo>
                    <a:pt x="39" y="4673"/>
                  </a:lnTo>
                  <a:lnTo>
                    <a:pt x="117" y="4905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700" y="5291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789"/>
                  </a:lnTo>
                  <a:lnTo>
                    <a:pt x="696" y="4712"/>
                  </a:lnTo>
                  <a:lnTo>
                    <a:pt x="580" y="4557"/>
                  </a:lnTo>
                  <a:lnTo>
                    <a:pt x="541" y="4442"/>
                  </a:lnTo>
                  <a:lnTo>
                    <a:pt x="503" y="4248"/>
                  </a:lnTo>
                  <a:lnTo>
                    <a:pt x="541" y="4055"/>
                  </a:lnTo>
                  <a:lnTo>
                    <a:pt x="580" y="3592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27" y="2318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16" y="1159"/>
                  </a:lnTo>
                  <a:lnTo>
                    <a:pt x="2202" y="889"/>
                  </a:lnTo>
                  <a:lnTo>
                    <a:pt x="2627" y="696"/>
                  </a:lnTo>
                  <a:lnTo>
                    <a:pt x="3090" y="580"/>
                  </a:lnTo>
                  <a:lnTo>
                    <a:pt x="3592" y="541"/>
                  </a:lnTo>
                  <a:lnTo>
                    <a:pt x="4094" y="580"/>
                  </a:lnTo>
                  <a:lnTo>
                    <a:pt x="4248" y="541"/>
                  </a:lnTo>
                  <a:lnTo>
                    <a:pt x="4326" y="464"/>
                  </a:lnTo>
                  <a:lnTo>
                    <a:pt x="4441" y="464"/>
                  </a:lnTo>
                  <a:lnTo>
                    <a:pt x="4519" y="426"/>
                  </a:lnTo>
                  <a:lnTo>
                    <a:pt x="4519" y="348"/>
                  </a:lnTo>
                  <a:lnTo>
                    <a:pt x="4519" y="155"/>
                  </a:lnTo>
                  <a:lnTo>
                    <a:pt x="4210" y="155"/>
                  </a:lnTo>
                  <a:lnTo>
                    <a:pt x="3901" y="78"/>
                  </a:lnTo>
                  <a:lnTo>
                    <a:pt x="363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6" name="Google Shape;3876;p17"/>
            <p:cNvSpPr/>
            <p:nvPr/>
          </p:nvSpPr>
          <p:spPr>
            <a:xfrm>
              <a:off x="6195425" y="2043175"/>
              <a:ext cx="25125" cy="11625"/>
            </a:xfrm>
            <a:custGeom>
              <a:avLst/>
              <a:gdLst/>
              <a:ahLst/>
              <a:cxnLst/>
              <a:rect l="l" t="t" r="r" b="b"/>
              <a:pathLst>
                <a:path w="1005" h="465" extrusionOk="0">
                  <a:moveTo>
                    <a:pt x="773" y="1"/>
                  </a:moveTo>
                  <a:lnTo>
                    <a:pt x="541" y="40"/>
                  </a:lnTo>
                  <a:lnTo>
                    <a:pt x="309" y="78"/>
                  </a:lnTo>
                  <a:lnTo>
                    <a:pt x="78" y="155"/>
                  </a:lnTo>
                  <a:lnTo>
                    <a:pt x="39" y="194"/>
                  </a:lnTo>
                  <a:lnTo>
                    <a:pt x="0" y="271"/>
                  </a:lnTo>
                  <a:lnTo>
                    <a:pt x="0" y="348"/>
                  </a:lnTo>
                  <a:lnTo>
                    <a:pt x="78" y="426"/>
                  </a:lnTo>
                  <a:lnTo>
                    <a:pt x="116" y="464"/>
                  </a:lnTo>
                  <a:lnTo>
                    <a:pt x="193" y="464"/>
                  </a:lnTo>
                  <a:lnTo>
                    <a:pt x="386" y="387"/>
                  </a:lnTo>
                  <a:lnTo>
                    <a:pt x="580" y="348"/>
                  </a:lnTo>
                  <a:lnTo>
                    <a:pt x="773" y="387"/>
                  </a:lnTo>
                  <a:lnTo>
                    <a:pt x="850" y="348"/>
                  </a:lnTo>
                  <a:lnTo>
                    <a:pt x="966" y="348"/>
                  </a:lnTo>
                  <a:lnTo>
                    <a:pt x="1004" y="271"/>
                  </a:lnTo>
                  <a:lnTo>
                    <a:pt x="1004" y="233"/>
                  </a:lnTo>
                  <a:lnTo>
                    <a:pt x="1004" y="155"/>
                  </a:lnTo>
                  <a:lnTo>
                    <a:pt x="966" y="78"/>
                  </a:lnTo>
                  <a:lnTo>
                    <a:pt x="888" y="40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7" name="Google Shape;3877;p17"/>
            <p:cNvSpPr/>
            <p:nvPr/>
          </p:nvSpPr>
          <p:spPr>
            <a:xfrm>
              <a:off x="6096950" y="2048975"/>
              <a:ext cx="21275" cy="8725"/>
            </a:xfrm>
            <a:custGeom>
              <a:avLst/>
              <a:gdLst/>
              <a:ahLst/>
              <a:cxnLst/>
              <a:rect l="l" t="t" r="r" b="b"/>
              <a:pathLst>
                <a:path w="851" h="349" extrusionOk="0">
                  <a:moveTo>
                    <a:pt x="155" y="1"/>
                  </a:moveTo>
                  <a:lnTo>
                    <a:pt x="116" y="39"/>
                  </a:lnTo>
                  <a:lnTo>
                    <a:pt x="39" y="78"/>
                  </a:lnTo>
                  <a:lnTo>
                    <a:pt x="1" y="155"/>
                  </a:lnTo>
                  <a:lnTo>
                    <a:pt x="39" y="271"/>
                  </a:lnTo>
                  <a:lnTo>
                    <a:pt x="116" y="310"/>
                  </a:lnTo>
                  <a:lnTo>
                    <a:pt x="155" y="310"/>
                  </a:lnTo>
                  <a:lnTo>
                    <a:pt x="425" y="348"/>
                  </a:lnTo>
                  <a:lnTo>
                    <a:pt x="734" y="348"/>
                  </a:lnTo>
                  <a:lnTo>
                    <a:pt x="812" y="271"/>
                  </a:lnTo>
                  <a:lnTo>
                    <a:pt x="850" y="155"/>
                  </a:lnTo>
                  <a:lnTo>
                    <a:pt x="812" y="78"/>
                  </a:lnTo>
                  <a:lnTo>
                    <a:pt x="73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8" name="Google Shape;3878;p17"/>
            <p:cNvSpPr/>
            <p:nvPr/>
          </p:nvSpPr>
          <p:spPr>
            <a:xfrm>
              <a:off x="5988825" y="2089525"/>
              <a:ext cx="93675" cy="93675"/>
            </a:xfrm>
            <a:custGeom>
              <a:avLst/>
              <a:gdLst/>
              <a:ahLst/>
              <a:cxnLst/>
              <a:rect l="l" t="t" r="r" b="b"/>
              <a:pathLst>
                <a:path w="3747" h="3747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8" y="580"/>
                  </a:lnTo>
                  <a:lnTo>
                    <a:pt x="2549" y="696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90" y="1159"/>
                  </a:lnTo>
                  <a:lnTo>
                    <a:pt x="3206" y="1429"/>
                  </a:lnTo>
                  <a:lnTo>
                    <a:pt x="3244" y="1661"/>
                  </a:lnTo>
                  <a:lnTo>
                    <a:pt x="3244" y="1931"/>
                  </a:lnTo>
                  <a:lnTo>
                    <a:pt x="3206" y="2201"/>
                  </a:lnTo>
                  <a:lnTo>
                    <a:pt x="3090" y="2433"/>
                  </a:lnTo>
                  <a:lnTo>
                    <a:pt x="2974" y="2665"/>
                  </a:lnTo>
                  <a:lnTo>
                    <a:pt x="2781" y="2858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47" y="3244"/>
                  </a:lnTo>
                  <a:lnTo>
                    <a:pt x="1777" y="3244"/>
                  </a:lnTo>
                  <a:lnTo>
                    <a:pt x="1468" y="3167"/>
                  </a:lnTo>
                  <a:lnTo>
                    <a:pt x="1198" y="3051"/>
                  </a:lnTo>
                  <a:lnTo>
                    <a:pt x="966" y="2897"/>
                  </a:lnTo>
                  <a:lnTo>
                    <a:pt x="773" y="2665"/>
                  </a:lnTo>
                  <a:lnTo>
                    <a:pt x="619" y="2433"/>
                  </a:lnTo>
                  <a:lnTo>
                    <a:pt x="503" y="2124"/>
                  </a:lnTo>
                  <a:lnTo>
                    <a:pt x="464" y="1854"/>
                  </a:lnTo>
                  <a:lnTo>
                    <a:pt x="503" y="1584"/>
                  </a:lnTo>
                  <a:lnTo>
                    <a:pt x="619" y="1352"/>
                  </a:lnTo>
                  <a:lnTo>
                    <a:pt x="734" y="1120"/>
                  </a:lnTo>
                  <a:lnTo>
                    <a:pt x="928" y="889"/>
                  </a:lnTo>
                  <a:lnTo>
                    <a:pt x="1121" y="734"/>
                  </a:lnTo>
                  <a:lnTo>
                    <a:pt x="1352" y="580"/>
                  </a:lnTo>
                  <a:lnTo>
                    <a:pt x="1584" y="464"/>
                  </a:lnTo>
                  <a:close/>
                  <a:moveTo>
                    <a:pt x="1700" y="0"/>
                  </a:moveTo>
                  <a:lnTo>
                    <a:pt x="1545" y="78"/>
                  </a:lnTo>
                  <a:lnTo>
                    <a:pt x="1352" y="116"/>
                  </a:lnTo>
                  <a:lnTo>
                    <a:pt x="1314" y="155"/>
                  </a:lnTo>
                  <a:lnTo>
                    <a:pt x="1082" y="271"/>
                  </a:lnTo>
                  <a:lnTo>
                    <a:pt x="812" y="387"/>
                  </a:lnTo>
                  <a:lnTo>
                    <a:pt x="619" y="541"/>
                  </a:lnTo>
                  <a:lnTo>
                    <a:pt x="426" y="734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8" y="1468"/>
                  </a:lnTo>
                  <a:lnTo>
                    <a:pt x="1" y="1738"/>
                  </a:lnTo>
                  <a:lnTo>
                    <a:pt x="1" y="2047"/>
                  </a:lnTo>
                  <a:lnTo>
                    <a:pt x="1" y="2086"/>
                  </a:lnTo>
                  <a:lnTo>
                    <a:pt x="39" y="2279"/>
                  </a:lnTo>
                  <a:lnTo>
                    <a:pt x="117" y="2472"/>
                  </a:lnTo>
                  <a:lnTo>
                    <a:pt x="310" y="2819"/>
                  </a:lnTo>
                  <a:lnTo>
                    <a:pt x="541" y="3128"/>
                  </a:lnTo>
                  <a:lnTo>
                    <a:pt x="850" y="3399"/>
                  </a:lnTo>
                  <a:lnTo>
                    <a:pt x="1198" y="3592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07"/>
                  </a:lnTo>
                  <a:lnTo>
                    <a:pt x="2356" y="3669"/>
                  </a:lnTo>
                  <a:lnTo>
                    <a:pt x="2627" y="3553"/>
                  </a:lnTo>
                  <a:lnTo>
                    <a:pt x="2897" y="3399"/>
                  </a:lnTo>
                  <a:lnTo>
                    <a:pt x="3129" y="3244"/>
                  </a:lnTo>
                  <a:lnTo>
                    <a:pt x="3322" y="3012"/>
                  </a:lnTo>
                  <a:lnTo>
                    <a:pt x="3476" y="2742"/>
                  </a:lnTo>
                  <a:lnTo>
                    <a:pt x="3631" y="2472"/>
                  </a:lnTo>
                  <a:lnTo>
                    <a:pt x="3708" y="2201"/>
                  </a:lnTo>
                  <a:lnTo>
                    <a:pt x="3746" y="1893"/>
                  </a:lnTo>
                  <a:lnTo>
                    <a:pt x="3708" y="1584"/>
                  </a:lnTo>
                  <a:lnTo>
                    <a:pt x="3669" y="1275"/>
                  </a:lnTo>
                  <a:lnTo>
                    <a:pt x="3515" y="966"/>
                  </a:lnTo>
                  <a:lnTo>
                    <a:pt x="3322" y="696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5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9" name="Google Shape;3879;p17"/>
            <p:cNvSpPr/>
            <p:nvPr/>
          </p:nvSpPr>
          <p:spPr>
            <a:xfrm>
              <a:off x="3369775" y="2101100"/>
              <a:ext cx="174750" cy="292550"/>
            </a:xfrm>
            <a:custGeom>
              <a:avLst/>
              <a:gdLst/>
              <a:ahLst/>
              <a:cxnLst/>
              <a:rect l="l" t="t" r="r" b="b"/>
              <a:pathLst>
                <a:path w="6990" h="11702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3" y="6256"/>
                  </a:lnTo>
                  <a:lnTo>
                    <a:pt x="5214" y="9346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3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1" y="11508"/>
                  </a:lnTo>
                  <a:lnTo>
                    <a:pt x="6951" y="11392"/>
                  </a:lnTo>
                  <a:lnTo>
                    <a:pt x="6990" y="11354"/>
                  </a:lnTo>
                  <a:lnTo>
                    <a:pt x="6681" y="11122"/>
                  </a:lnTo>
                  <a:lnTo>
                    <a:pt x="6758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5" y="5639"/>
                  </a:lnTo>
                  <a:lnTo>
                    <a:pt x="6411" y="5639"/>
                  </a:lnTo>
                  <a:lnTo>
                    <a:pt x="6411" y="6758"/>
                  </a:lnTo>
                  <a:lnTo>
                    <a:pt x="6333" y="8573"/>
                  </a:lnTo>
                  <a:lnTo>
                    <a:pt x="6295" y="9500"/>
                  </a:lnTo>
                  <a:lnTo>
                    <a:pt x="6256" y="10427"/>
                  </a:lnTo>
                  <a:lnTo>
                    <a:pt x="5986" y="9886"/>
                  </a:lnTo>
                  <a:lnTo>
                    <a:pt x="5252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3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0" name="Google Shape;3880;p17"/>
            <p:cNvSpPr/>
            <p:nvPr/>
          </p:nvSpPr>
          <p:spPr>
            <a:xfrm>
              <a:off x="4221225" y="2127175"/>
              <a:ext cx="103325" cy="132275"/>
            </a:xfrm>
            <a:custGeom>
              <a:avLst/>
              <a:gdLst/>
              <a:ahLst/>
              <a:cxnLst/>
              <a:rect l="l" t="t" r="r" b="b"/>
              <a:pathLst>
                <a:path w="4133" h="5291" extrusionOk="0">
                  <a:moveTo>
                    <a:pt x="2511" y="0"/>
                  </a:moveTo>
                  <a:lnTo>
                    <a:pt x="2279" y="39"/>
                  </a:lnTo>
                  <a:lnTo>
                    <a:pt x="2048" y="39"/>
                  </a:lnTo>
                  <a:lnTo>
                    <a:pt x="1816" y="116"/>
                  </a:lnTo>
                  <a:lnTo>
                    <a:pt x="1430" y="271"/>
                  </a:lnTo>
                  <a:lnTo>
                    <a:pt x="1121" y="464"/>
                  </a:lnTo>
                  <a:lnTo>
                    <a:pt x="850" y="695"/>
                  </a:lnTo>
                  <a:lnTo>
                    <a:pt x="619" y="966"/>
                  </a:lnTo>
                  <a:lnTo>
                    <a:pt x="464" y="1236"/>
                  </a:lnTo>
                  <a:lnTo>
                    <a:pt x="310" y="1584"/>
                  </a:lnTo>
                  <a:lnTo>
                    <a:pt x="194" y="1931"/>
                  </a:lnTo>
                  <a:lnTo>
                    <a:pt x="117" y="2279"/>
                  </a:lnTo>
                  <a:lnTo>
                    <a:pt x="40" y="2665"/>
                  </a:lnTo>
                  <a:lnTo>
                    <a:pt x="1" y="3051"/>
                  </a:lnTo>
                  <a:lnTo>
                    <a:pt x="1" y="3823"/>
                  </a:lnTo>
                  <a:lnTo>
                    <a:pt x="1" y="5291"/>
                  </a:lnTo>
                  <a:lnTo>
                    <a:pt x="426" y="5291"/>
                  </a:lnTo>
                  <a:lnTo>
                    <a:pt x="464" y="4750"/>
                  </a:lnTo>
                  <a:lnTo>
                    <a:pt x="464" y="4209"/>
                  </a:lnTo>
                  <a:lnTo>
                    <a:pt x="464" y="3669"/>
                  </a:lnTo>
                  <a:lnTo>
                    <a:pt x="503" y="3128"/>
                  </a:lnTo>
                  <a:lnTo>
                    <a:pt x="542" y="2588"/>
                  </a:lnTo>
                  <a:lnTo>
                    <a:pt x="696" y="2047"/>
                  </a:lnTo>
                  <a:lnTo>
                    <a:pt x="773" y="1815"/>
                  </a:lnTo>
                  <a:lnTo>
                    <a:pt x="889" y="1584"/>
                  </a:lnTo>
                  <a:lnTo>
                    <a:pt x="1044" y="1352"/>
                  </a:lnTo>
                  <a:lnTo>
                    <a:pt x="1198" y="1159"/>
                  </a:lnTo>
                  <a:lnTo>
                    <a:pt x="1391" y="966"/>
                  </a:lnTo>
                  <a:lnTo>
                    <a:pt x="1623" y="811"/>
                  </a:lnTo>
                  <a:lnTo>
                    <a:pt x="1893" y="657"/>
                  </a:lnTo>
                  <a:lnTo>
                    <a:pt x="2163" y="580"/>
                  </a:lnTo>
                  <a:lnTo>
                    <a:pt x="2434" y="541"/>
                  </a:lnTo>
                  <a:lnTo>
                    <a:pt x="2704" y="580"/>
                  </a:lnTo>
                  <a:lnTo>
                    <a:pt x="2974" y="657"/>
                  </a:lnTo>
                  <a:lnTo>
                    <a:pt x="3206" y="811"/>
                  </a:lnTo>
                  <a:lnTo>
                    <a:pt x="3360" y="966"/>
                  </a:lnTo>
                  <a:lnTo>
                    <a:pt x="3515" y="1197"/>
                  </a:lnTo>
                  <a:lnTo>
                    <a:pt x="3592" y="1429"/>
                  </a:lnTo>
                  <a:lnTo>
                    <a:pt x="3669" y="1661"/>
                  </a:lnTo>
                  <a:lnTo>
                    <a:pt x="4133" y="1584"/>
                  </a:lnTo>
                  <a:lnTo>
                    <a:pt x="4017" y="1197"/>
                  </a:lnTo>
                  <a:lnTo>
                    <a:pt x="3862" y="850"/>
                  </a:lnTo>
                  <a:lnTo>
                    <a:pt x="3631" y="541"/>
                  </a:lnTo>
                  <a:lnTo>
                    <a:pt x="3399" y="309"/>
                  </a:lnTo>
                  <a:lnTo>
                    <a:pt x="3245" y="194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4" y="39"/>
                  </a:lnTo>
                  <a:lnTo>
                    <a:pt x="25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1" name="Google Shape;3881;p17"/>
            <p:cNvSpPr/>
            <p:nvPr/>
          </p:nvSpPr>
          <p:spPr>
            <a:xfrm>
              <a:off x="4086075" y="2129100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41"/>
                  </a:lnTo>
                  <a:lnTo>
                    <a:pt x="12319" y="618"/>
                  </a:lnTo>
                  <a:lnTo>
                    <a:pt x="12628" y="850"/>
                  </a:lnTo>
                  <a:lnTo>
                    <a:pt x="12898" y="1120"/>
                  </a:lnTo>
                  <a:lnTo>
                    <a:pt x="13130" y="1468"/>
                  </a:lnTo>
                  <a:lnTo>
                    <a:pt x="13323" y="1854"/>
                  </a:lnTo>
                  <a:lnTo>
                    <a:pt x="13477" y="2240"/>
                  </a:lnTo>
                  <a:lnTo>
                    <a:pt x="13632" y="2665"/>
                  </a:lnTo>
                  <a:lnTo>
                    <a:pt x="13864" y="3437"/>
                  </a:lnTo>
                  <a:lnTo>
                    <a:pt x="13091" y="3013"/>
                  </a:lnTo>
                  <a:lnTo>
                    <a:pt x="12705" y="2742"/>
                  </a:lnTo>
                  <a:lnTo>
                    <a:pt x="12358" y="2472"/>
                  </a:lnTo>
                  <a:lnTo>
                    <a:pt x="12010" y="2124"/>
                  </a:lnTo>
                  <a:lnTo>
                    <a:pt x="11817" y="1893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696"/>
                  </a:lnTo>
                  <a:lnTo>
                    <a:pt x="11778" y="618"/>
                  </a:lnTo>
                  <a:lnTo>
                    <a:pt x="11856" y="541"/>
                  </a:lnTo>
                  <a:lnTo>
                    <a:pt x="11971" y="503"/>
                  </a:lnTo>
                  <a:close/>
                  <a:moveTo>
                    <a:pt x="16296" y="1584"/>
                  </a:moveTo>
                  <a:lnTo>
                    <a:pt x="16412" y="1661"/>
                  </a:lnTo>
                  <a:lnTo>
                    <a:pt x="16489" y="1700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18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35"/>
                  </a:lnTo>
                  <a:lnTo>
                    <a:pt x="15949" y="3167"/>
                  </a:lnTo>
                  <a:lnTo>
                    <a:pt x="15563" y="3360"/>
                  </a:lnTo>
                  <a:lnTo>
                    <a:pt x="15138" y="3515"/>
                  </a:lnTo>
                  <a:lnTo>
                    <a:pt x="14713" y="3630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1" y="3322"/>
                  </a:lnTo>
                  <a:lnTo>
                    <a:pt x="14636" y="2974"/>
                  </a:lnTo>
                  <a:lnTo>
                    <a:pt x="14829" y="2588"/>
                  </a:lnTo>
                  <a:lnTo>
                    <a:pt x="15099" y="2279"/>
                  </a:lnTo>
                  <a:lnTo>
                    <a:pt x="15408" y="1931"/>
                  </a:lnTo>
                  <a:lnTo>
                    <a:pt x="15640" y="1777"/>
                  </a:lnTo>
                  <a:lnTo>
                    <a:pt x="15872" y="1661"/>
                  </a:lnTo>
                  <a:lnTo>
                    <a:pt x="16103" y="1584"/>
                  </a:lnTo>
                  <a:close/>
                  <a:moveTo>
                    <a:pt x="13864" y="4287"/>
                  </a:moveTo>
                  <a:lnTo>
                    <a:pt x="13671" y="4519"/>
                  </a:lnTo>
                  <a:lnTo>
                    <a:pt x="13477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09"/>
                  </a:lnTo>
                  <a:lnTo>
                    <a:pt x="11083" y="5870"/>
                  </a:lnTo>
                  <a:lnTo>
                    <a:pt x="10967" y="5793"/>
                  </a:lnTo>
                  <a:lnTo>
                    <a:pt x="10929" y="5677"/>
                  </a:lnTo>
                  <a:lnTo>
                    <a:pt x="10890" y="5600"/>
                  </a:lnTo>
                  <a:lnTo>
                    <a:pt x="10890" y="5445"/>
                  </a:lnTo>
                  <a:lnTo>
                    <a:pt x="11006" y="5252"/>
                  </a:lnTo>
                  <a:lnTo>
                    <a:pt x="11122" y="5098"/>
                  </a:lnTo>
                  <a:lnTo>
                    <a:pt x="11276" y="4943"/>
                  </a:lnTo>
                  <a:lnTo>
                    <a:pt x="11547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8" y="4441"/>
                  </a:lnTo>
                  <a:lnTo>
                    <a:pt x="13246" y="4403"/>
                  </a:lnTo>
                  <a:lnTo>
                    <a:pt x="13555" y="4326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57"/>
                  </a:lnTo>
                  <a:lnTo>
                    <a:pt x="15408" y="4750"/>
                  </a:lnTo>
                  <a:lnTo>
                    <a:pt x="15717" y="4943"/>
                  </a:lnTo>
                  <a:lnTo>
                    <a:pt x="15910" y="5136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82" y="5986"/>
                  </a:lnTo>
                  <a:lnTo>
                    <a:pt x="16876" y="6333"/>
                  </a:lnTo>
                  <a:lnTo>
                    <a:pt x="16991" y="6642"/>
                  </a:lnTo>
                  <a:lnTo>
                    <a:pt x="16991" y="6797"/>
                  </a:lnTo>
                  <a:lnTo>
                    <a:pt x="16991" y="6951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528" y="7337"/>
                  </a:lnTo>
                  <a:lnTo>
                    <a:pt x="16374" y="7299"/>
                  </a:lnTo>
                  <a:lnTo>
                    <a:pt x="16142" y="7183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408" y="6565"/>
                  </a:lnTo>
                  <a:lnTo>
                    <a:pt x="15061" y="6140"/>
                  </a:lnTo>
                  <a:lnTo>
                    <a:pt x="14829" y="5677"/>
                  </a:lnTo>
                  <a:lnTo>
                    <a:pt x="14636" y="5214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69" y="117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45" y="580"/>
                  </a:lnTo>
                  <a:lnTo>
                    <a:pt x="10967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29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1" y="2704"/>
                  </a:lnTo>
                  <a:lnTo>
                    <a:pt x="12396" y="3090"/>
                  </a:lnTo>
                  <a:lnTo>
                    <a:pt x="12898" y="3399"/>
                  </a:lnTo>
                  <a:lnTo>
                    <a:pt x="12898" y="3399"/>
                  </a:lnTo>
                  <a:lnTo>
                    <a:pt x="12049" y="3283"/>
                  </a:lnTo>
                  <a:lnTo>
                    <a:pt x="11199" y="3244"/>
                  </a:lnTo>
                  <a:lnTo>
                    <a:pt x="10427" y="3322"/>
                  </a:lnTo>
                  <a:lnTo>
                    <a:pt x="9616" y="3476"/>
                  </a:lnTo>
                  <a:lnTo>
                    <a:pt x="9655" y="2974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584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51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48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14"/>
                  </a:lnTo>
                  <a:lnTo>
                    <a:pt x="5407" y="5523"/>
                  </a:lnTo>
                  <a:lnTo>
                    <a:pt x="4596" y="6179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18"/>
                  </a:lnTo>
                  <a:lnTo>
                    <a:pt x="541" y="10967"/>
                  </a:lnTo>
                  <a:lnTo>
                    <a:pt x="1" y="11778"/>
                  </a:lnTo>
                  <a:lnTo>
                    <a:pt x="348" y="12048"/>
                  </a:lnTo>
                  <a:lnTo>
                    <a:pt x="1545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40"/>
                  </a:lnTo>
                  <a:lnTo>
                    <a:pt x="6256" y="5561"/>
                  </a:lnTo>
                  <a:lnTo>
                    <a:pt x="7106" y="5059"/>
                  </a:lnTo>
                  <a:lnTo>
                    <a:pt x="8033" y="4596"/>
                  </a:lnTo>
                  <a:lnTo>
                    <a:pt x="8458" y="4403"/>
                  </a:lnTo>
                  <a:lnTo>
                    <a:pt x="8960" y="4248"/>
                  </a:lnTo>
                  <a:lnTo>
                    <a:pt x="9423" y="4094"/>
                  </a:lnTo>
                  <a:lnTo>
                    <a:pt x="9886" y="3978"/>
                  </a:lnTo>
                  <a:lnTo>
                    <a:pt x="10388" y="3901"/>
                  </a:lnTo>
                  <a:lnTo>
                    <a:pt x="10852" y="3824"/>
                  </a:lnTo>
                  <a:lnTo>
                    <a:pt x="12358" y="3824"/>
                  </a:lnTo>
                  <a:lnTo>
                    <a:pt x="12860" y="3901"/>
                  </a:lnTo>
                  <a:lnTo>
                    <a:pt x="12358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19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5" y="5252"/>
                  </a:lnTo>
                  <a:lnTo>
                    <a:pt x="10388" y="5484"/>
                  </a:lnTo>
                  <a:lnTo>
                    <a:pt x="10388" y="5716"/>
                  </a:lnTo>
                  <a:lnTo>
                    <a:pt x="10465" y="5947"/>
                  </a:lnTo>
                  <a:lnTo>
                    <a:pt x="10581" y="6140"/>
                  </a:lnTo>
                  <a:lnTo>
                    <a:pt x="10659" y="6256"/>
                  </a:lnTo>
                  <a:lnTo>
                    <a:pt x="10774" y="6333"/>
                  </a:lnTo>
                  <a:lnTo>
                    <a:pt x="11006" y="6411"/>
                  </a:lnTo>
                  <a:lnTo>
                    <a:pt x="11276" y="6449"/>
                  </a:lnTo>
                  <a:lnTo>
                    <a:pt x="11585" y="6411"/>
                  </a:lnTo>
                  <a:lnTo>
                    <a:pt x="11894" y="6333"/>
                  </a:lnTo>
                  <a:lnTo>
                    <a:pt x="12165" y="6256"/>
                  </a:lnTo>
                  <a:lnTo>
                    <a:pt x="12628" y="6025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677"/>
                  </a:lnTo>
                  <a:lnTo>
                    <a:pt x="14057" y="4866"/>
                  </a:lnTo>
                  <a:lnTo>
                    <a:pt x="14211" y="5368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3" y="6835"/>
                  </a:lnTo>
                  <a:lnTo>
                    <a:pt x="15177" y="7067"/>
                  </a:lnTo>
                  <a:lnTo>
                    <a:pt x="15408" y="7260"/>
                  </a:lnTo>
                  <a:lnTo>
                    <a:pt x="15678" y="7492"/>
                  </a:lnTo>
                  <a:lnTo>
                    <a:pt x="15987" y="7646"/>
                  </a:lnTo>
                  <a:lnTo>
                    <a:pt x="16296" y="7801"/>
                  </a:lnTo>
                  <a:lnTo>
                    <a:pt x="16605" y="7839"/>
                  </a:lnTo>
                  <a:lnTo>
                    <a:pt x="16876" y="7839"/>
                  </a:lnTo>
                  <a:lnTo>
                    <a:pt x="17030" y="7801"/>
                  </a:lnTo>
                  <a:lnTo>
                    <a:pt x="17184" y="7724"/>
                  </a:lnTo>
                  <a:lnTo>
                    <a:pt x="17300" y="7608"/>
                  </a:lnTo>
                  <a:lnTo>
                    <a:pt x="17378" y="7492"/>
                  </a:lnTo>
                  <a:lnTo>
                    <a:pt x="17455" y="7376"/>
                  </a:lnTo>
                  <a:lnTo>
                    <a:pt x="17455" y="7222"/>
                  </a:lnTo>
                  <a:lnTo>
                    <a:pt x="17493" y="6913"/>
                  </a:lnTo>
                  <a:lnTo>
                    <a:pt x="17416" y="6604"/>
                  </a:lnTo>
                  <a:lnTo>
                    <a:pt x="17339" y="6256"/>
                  </a:lnTo>
                  <a:lnTo>
                    <a:pt x="17184" y="5947"/>
                  </a:lnTo>
                  <a:lnTo>
                    <a:pt x="17030" y="5677"/>
                  </a:lnTo>
                  <a:lnTo>
                    <a:pt x="16914" y="5484"/>
                  </a:lnTo>
                  <a:lnTo>
                    <a:pt x="16721" y="5214"/>
                  </a:lnTo>
                  <a:lnTo>
                    <a:pt x="16489" y="4982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08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26"/>
                  </a:lnTo>
                  <a:lnTo>
                    <a:pt x="17107" y="2395"/>
                  </a:lnTo>
                  <a:lnTo>
                    <a:pt x="17146" y="2163"/>
                  </a:lnTo>
                  <a:lnTo>
                    <a:pt x="17146" y="1931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20"/>
                  </a:lnTo>
                  <a:lnTo>
                    <a:pt x="15910" y="1159"/>
                  </a:lnTo>
                  <a:lnTo>
                    <a:pt x="15678" y="1236"/>
                  </a:lnTo>
                  <a:lnTo>
                    <a:pt x="15485" y="1314"/>
                  </a:lnTo>
                  <a:lnTo>
                    <a:pt x="15292" y="1429"/>
                  </a:lnTo>
                  <a:lnTo>
                    <a:pt x="14906" y="1777"/>
                  </a:lnTo>
                  <a:lnTo>
                    <a:pt x="14597" y="2124"/>
                  </a:lnTo>
                  <a:lnTo>
                    <a:pt x="14327" y="2549"/>
                  </a:lnTo>
                  <a:lnTo>
                    <a:pt x="14095" y="3013"/>
                  </a:lnTo>
                  <a:lnTo>
                    <a:pt x="13979" y="2433"/>
                  </a:lnTo>
                  <a:lnTo>
                    <a:pt x="13748" y="1854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25"/>
                  </a:lnTo>
                  <a:lnTo>
                    <a:pt x="12589" y="271"/>
                  </a:lnTo>
                  <a:lnTo>
                    <a:pt x="12358" y="117"/>
                  </a:lnTo>
                  <a:lnTo>
                    <a:pt x="121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2" name="Google Shape;3882;p17"/>
            <p:cNvSpPr/>
            <p:nvPr/>
          </p:nvSpPr>
          <p:spPr>
            <a:xfrm>
              <a:off x="5288925" y="2151300"/>
              <a:ext cx="174775" cy="292550"/>
            </a:xfrm>
            <a:custGeom>
              <a:avLst/>
              <a:gdLst/>
              <a:ahLst/>
              <a:cxnLst/>
              <a:rect l="l" t="t" r="r" b="b"/>
              <a:pathLst>
                <a:path w="6991" h="11702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4" y="6256"/>
                  </a:lnTo>
                  <a:lnTo>
                    <a:pt x="4403" y="7801"/>
                  </a:lnTo>
                  <a:lnTo>
                    <a:pt x="5214" y="9346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4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2" y="11508"/>
                  </a:lnTo>
                  <a:lnTo>
                    <a:pt x="6952" y="11392"/>
                  </a:lnTo>
                  <a:lnTo>
                    <a:pt x="6990" y="11354"/>
                  </a:lnTo>
                  <a:lnTo>
                    <a:pt x="6681" y="11122"/>
                  </a:lnTo>
                  <a:lnTo>
                    <a:pt x="6759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6" y="5639"/>
                  </a:lnTo>
                  <a:lnTo>
                    <a:pt x="6411" y="5639"/>
                  </a:lnTo>
                  <a:lnTo>
                    <a:pt x="6411" y="6758"/>
                  </a:lnTo>
                  <a:lnTo>
                    <a:pt x="6334" y="8573"/>
                  </a:lnTo>
                  <a:lnTo>
                    <a:pt x="6295" y="9500"/>
                  </a:lnTo>
                  <a:lnTo>
                    <a:pt x="6257" y="10427"/>
                  </a:lnTo>
                  <a:lnTo>
                    <a:pt x="5986" y="9886"/>
                  </a:lnTo>
                  <a:lnTo>
                    <a:pt x="5253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3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3" name="Google Shape;3883;p17"/>
            <p:cNvSpPr/>
            <p:nvPr/>
          </p:nvSpPr>
          <p:spPr>
            <a:xfrm>
              <a:off x="1498900" y="2189925"/>
              <a:ext cx="329200" cy="242325"/>
            </a:xfrm>
            <a:custGeom>
              <a:avLst/>
              <a:gdLst/>
              <a:ahLst/>
              <a:cxnLst/>
              <a:rect l="l" t="t" r="r" b="b"/>
              <a:pathLst>
                <a:path w="13168" h="9693" extrusionOk="0">
                  <a:moveTo>
                    <a:pt x="5367" y="618"/>
                  </a:moveTo>
                  <a:lnTo>
                    <a:pt x="5947" y="773"/>
                  </a:lnTo>
                  <a:lnTo>
                    <a:pt x="6526" y="1004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6"/>
                  </a:lnTo>
                  <a:lnTo>
                    <a:pt x="8495" y="3167"/>
                  </a:lnTo>
                  <a:lnTo>
                    <a:pt x="8573" y="3437"/>
                  </a:lnTo>
                  <a:lnTo>
                    <a:pt x="8611" y="3707"/>
                  </a:lnTo>
                  <a:lnTo>
                    <a:pt x="8573" y="3707"/>
                  </a:lnTo>
                  <a:lnTo>
                    <a:pt x="7723" y="3823"/>
                  </a:lnTo>
                  <a:lnTo>
                    <a:pt x="6873" y="3900"/>
                  </a:lnTo>
                  <a:lnTo>
                    <a:pt x="6410" y="3939"/>
                  </a:lnTo>
                  <a:lnTo>
                    <a:pt x="6178" y="3939"/>
                  </a:lnTo>
                  <a:lnTo>
                    <a:pt x="5985" y="3900"/>
                  </a:lnTo>
                  <a:lnTo>
                    <a:pt x="5792" y="3862"/>
                  </a:lnTo>
                  <a:lnTo>
                    <a:pt x="5676" y="3746"/>
                  </a:lnTo>
                  <a:lnTo>
                    <a:pt x="5561" y="3553"/>
                  </a:lnTo>
                  <a:lnTo>
                    <a:pt x="5483" y="3321"/>
                  </a:lnTo>
                  <a:lnTo>
                    <a:pt x="5406" y="2626"/>
                  </a:lnTo>
                  <a:lnTo>
                    <a:pt x="5367" y="1970"/>
                  </a:lnTo>
                  <a:lnTo>
                    <a:pt x="5367" y="618"/>
                  </a:lnTo>
                  <a:close/>
                  <a:moveTo>
                    <a:pt x="2780" y="889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7" y="3707"/>
                  </a:lnTo>
                  <a:lnTo>
                    <a:pt x="2510" y="3862"/>
                  </a:lnTo>
                  <a:lnTo>
                    <a:pt x="2433" y="4016"/>
                  </a:lnTo>
                  <a:lnTo>
                    <a:pt x="2317" y="4132"/>
                  </a:lnTo>
                  <a:lnTo>
                    <a:pt x="2124" y="4209"/>
                  </a:lnTo>
                  <a:lnTo>
                    <a:pt x="1892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6" y="4016"/>
                  </a:lnTo>
                  <a:lnTo>
                    <a:pt x="502" y="3514"/>
                  </a:lnTo>
                  <a:lnTo>
                    <a:pt x="656" y="3012"/>
                  </a:lnTo>
                  <a:lnTo>
                    <a:pt x="888" y="2549"/>
                  </a:lnTo>
                  <a:lnTo>
                    <a:pt x="1158" y="2124"/>
                  </a:lnTo>
                  <a:lnTo>
                    <a:pt x="1506" y="1738"/>
                  </a:lnTo>
                  <a:lnTo>
                    <a:pt x="1892" y="1429"/>
                  </a:lnTo>
                  <a:lnTo>
                    <a:pt x="2317" y="1120"/>
                  </a:lnTo>
                  <a:lnTo>
                    <a:pt x="2780" y="889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3" y="5986"/>
                  </a:lnTo>
                  <a:lnTo>
                    <a:pt x="11430" y="6140"/>
                  </a:lnTo>
                  <a:lnTo>
                    <a:pt x="11353" y="6217"/>
                  </a:lnTo>
                  <a:lnTo>
                    <a:pt x="11237" y="6256"/>
                  </a:lnTo>
                  <a:lnTo>
                    <a:pt x="11082" y="6295"/>
                  </a:lnTo>
                  <a:lnTo>
                    <a:pt x="10928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0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19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2" y="0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4" y="387"/>
                  </a:lnTo>
                  <a:lnTo>
                    <a:pt x="2240" y="580"/>
                  </a:lnTo>
                  <a:lnTo>
                    <a:pt x="1854" y="811"/>
                  </a:lnTo>
                  <a:lnTo>
                    <a:pt x="1506" y="1043"/>
                  </a:lnTo>
                  <a:lnTo>
                    <a:pt x="1158" y="1352"/>
                  </a:lnTo>
                  <a:lnTo>
                    <a:pt x="888" y="1661"/>
                  </a:lnTo>
                  <a:lnTo>
                    <a:pt x="618" y="2008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5"/>
                  </a:lnTo>
                  <a:lnTo>
                    <a:pt x="39" y="3669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6" y="4287"/>
                  </a:lnTo>
                  <a:lnTo>
                    <a:pt x="965" y="4518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402"/>
                  </a:lnTo>
                  <a:lnTo>
                    <a:pt x="2858" y="4248"/>
                  </a:lnTo>
                  <a:lnTo>
                    <a:pt x="2896" y="4132"/>
                  </a:lnTo>
                  <a:lnTo>
                    <a:pt x="2973" y="3978"/>
                  </a:lnTo>
                  <a:lnTo>
                    <a:pt x="3012" y="3630"/>
                  </a:lnTo>
                  <a:lnTo>
                    <a:pt x="3012" y="2974"/>
                  </a:lnTo>
                  <a:lnTo>
                    <a:pt x="3128" y="773"/>
                  </a:lnTo>
                  <a:lnTo>
                    <a:pt x="3514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7" y="580"/>
                  </a:lnTo>
                  <a:lnTo>
                    <a:pt x="5020" y="1661"/>
                  </a:lnTo>
                  <a:lnTo>
                    <a:pt x="5059" y="2703"/>
                  </a:lnTo>
                  <a:lnTo>
                    <a:pt x="5097" y="3398"/>
                  </a:lnTo>
                  <a:lnTo>
                    <a:pt x="5174" y="3746"/>
                  </a:lnTo>
                  <a:lnTo>
                    <a:pt x="5213" y="3900"/>
                  </a:lnTo>
                  <a:lnTo>
                    <a:pt x="5290" y="4055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69" y="4325"/>
                  </a:lnTo>
                  <a:lnTo>
                    <a:pt x="6217" y="4325"/>
                  </a:lnTo>
                  <a:lnTo>
                    <a:pt x="6565" y="4287"/>
                  </a:lnTo>
                  <a:lnTo>
                    <a:pt x="7607" y="4209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1" y="4866"/>
                  </a:lnTo>
                  <a:lnTo>
                    <a:pt x="8611" y="4904"/>
                  </a:lnTo>
                  <a:lnTo>
                    <a:pt x="8611" y="5020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6" y="4943"/>
                  </a:lnTo>
                  <a:lnTo>
                    <a:pt x="9190" y="4904"/>
                  </a:lnTo>
                  <a:lnTo>
                    <a:pt x="9383" y="4904"/>
                  </a:lnTo>
                  <a:lnTo>
                    <a:pt x="9808" y="4982"/>
                  </a:lnTo>
                  <a:lnTo>
                    <a:pt x="10194" y="5098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0" y="5445"/>
                  </a:lnTo>
                  <a:lnTo>
                    <a:pt x="10272" y="5600"/>
                  </a:lnTo>
                  <a:lnTo>
                    <a:pt x="10233" y="5754"/>
                  </a:lnTo>
                  <a:lnTo>
                    <a:pt x="10233" y="5908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3" y="6488"/>
                  </a:lnTo>
                  <a:lnTo>
                    <a:pt x="10696" y="6604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6"/>
                  </a:lnTo>
                  <a:lnTo>
                    <a:pt x="11739" y="6410"/>
                  </a:lnTo>
                  <a:lnTo>
                    <a:pt x="11855" y="6256"/>
                  </a:lnTo>
                  <a:lnTo>
                    <a:pt x="12086" y="6565"/>
                  </a:lnTo>
                  <a:lnTo>
                    <a:pt x="12280" y="6912"/>
                  </a:lnTo>
                  <a:lnTo>
                    <a:pt x="12395" y="7221"/>
                  </a:lnTo>
                  <a:lnTo>
                    <a:pt x="12473" y="7569"/>
                  </a:lnTo>
                  <a:lnTo>
                    <a:pt x="12550" y="7916"/>
                  </a:lnTo>
                  <a:lnTo>
                    <a:pt x="12550" y="8264"/>
                  </a:lnTo>
                  <a:lnTo>
                    <a:pt x="12588" y="8998"/>
                  </a:lnTo>
                  <a:lnTo>
                    <a:pt x="12511" y="8998"/>
                  </a:lnTo>
                  <a:lnTo>
                    <a:pt x="12434" y="9075"/>
                  </a:lnTo>
                  <a:lnTo>
                    <a:pt x="12395" y="9113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5" y="9654"/>
                  </a:lnTo>
                  <a:lnTo>
                    <a:pt x="12820" y="9615"/>
                  </a:lnTo>
                  <a:lnTo>
                    <a:pt x="12936" y="9577"/>
                  </a:lnTo>
                  <a:lnTo>
                    <a:pt x="13013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5"/>
                  </a:lnTo>
                  <a:lnTo>
                    <a:pt x="13090" y="7723"/>
                  </a:lnTo>
                  <a:lnTo>
                    <a:pt x="12936" y="7183"/>
                  </a:lnTo>
                  <a:lnTo>
                    <a:pt x="12743" y="6681"/>
                  </a:lnTo>
                  <a:lnTo>
                    <a:pt x="12434" y="6217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314" y="5098"/>
                  </a:lnTo>
                  <a:lnTo>
                    <a:pt x="10967" y="4904"/>
                  </a:lnTo>
                  <a:lnTo>
                    <a:pt x="10619" y="4750"/>
                  </a:lnTo>
                  <a:lnTo>
                    <a:pt x="10272" y="4596"/>
                  </a:lnTo>
                  <a:lnTo>
                    <a:pt x="9885" y="4480"/>
                  </a:lnTo>
                  <a:lnTo>
                    <a:pt x="9538" y="4441"/>
                  </a:lnTo>
                  <a:lnTo>
                    <a:pt x="9190" y="4441"/>
                  </a:lnTo>
                  <a:lnTo>
                    <a:pt x="9268" y="3978"/>
                  </a:lnTo>
                  <a:lnTo>
                    <a:pt x="9229" y="3514"/>
                  </a:lnTo>
                  <a:lnTo>
                    <a:pt x="9152" y="3090"/>
                  </a:lnTo>
                  <a:lnTo>
                    <a:pt x="8997" y="2665"/>
                  </a:lnTo>
                  <a:lnTo>
                    <a:pt x="8804" y="2279"/>
                  </a:lnTo>
                  <a:lnTo>
                    <a:pt x="8534" y="1931"/>
                  </a:lnTo>
                  <a:lnTo>
                    <a:pt x="8225" y="1584"/>
                  </a:lnTo>
                  <a:lnTo>
                    <a:pt x="7839" y="1275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8" y="348"/>
                  </a:lnTo>
                  <a:lnTo>
                    <a:pt x="5715" y="193"/>
                  </a:lnTo>
                  <a:lnTo>
                    <a:pt x="5290" y="78"/>
                  </a:lnTo>
                  <a:lnTo>
                    <a:pt x="4827" y="39"/>
                  </a:lnTo>
                  <a:lnTo>
                    <a:pt x="440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4" name="Google Shape;3884;p17"/>
            <p:cNvSpPr/>
            <p:nvPr/>
          </p:nvSpPr>
          <p:spPr>
            <a:xfrm>
              <a:off x="1530750" y="2203425"/>
              <a:ext cx="254875" cy="267450"/>
            </a:xfrm>
            <a:custGeom>
              <a:avLst/>
              <a:gdLst/>
              <a:ahLst/>
              <a:cxnLst/>
              <a:rect l="l" t="t" r="r" b="b"/>
              <a:pathLst>
                <a:path w="10195" h="10698" extrusionOk="0">
                  <a:moveTo>
                    <a:pt x="8264" y="7299"/>
                  </a:moveTo>
                  <a:lnTo>
                    <a:pt x="8496" y="7376"/>
                  </a:lnTo>
                  <a:lnTo>
                    <a:pt x="8727" y="7454"/>
                  </a:lnTo>
                  <a:lnTo>
                    <a:pt x="8959" y="7569"/>
                  </a:lnTo>
                  <a:lnTo>
                    <a:pt x="9152" y="7724"/>
                  </a:lnTo>
                  <a:lnTo>
                    <a:pt x="9345" y="7917"/>
                  </a:lnTo>
                  <a:lnTo>
                    <a:pt x="9500" y="8110"/>
                  </a:lnTo>
                  <a:lnTo>
                    <a:pt x="9615" y="8342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3"/>
                  </a:lnTo>
                  <a:lnTo>
                    <a:pt x="9538" y="9423"/>
                  </a:lnTo>
                  <a:lnTo>
                    <a:pt x="9384" y="9655"/>
                  </a:lnTo>
                  <a:lnTo>
                    <a:pt x="9191" y="9848"/>
                  </a:lnTo>
                  <a:lnTo>
                    <a:pt x="8959" y="10041"/>
                  </a:lnTo>
                  <a:lnTo>
                    <a:pt x="8689" y="10118"/>
                  </a:lnTo>
                  <a:lnTo>
                    <a:pt x="8418" y="10195"/>
                  </a:lnTo>
                  <a:lnTo>
                    <a:pt x="8109" y="10157"/>
                  </a:lnTo>
                  <a:lnTo>
                    <a:pt x="7839" y="10079"/>
                  </a:lnTo>
                  <a:lnTo>
                    <a:pt x="7607" y="9964"/>
                  </a:lnTo>
                  <a:lnTo>
                    <a:pt x="7376" y="9809"/>
                  </a:lnTo>
                  <a:lnTo>
                    <a:pt x="7183" y="9577"/>
                  </a:lnTo>
                  <a:lnTo>
                    <a:pt x="7028" y="9346"/>
                  </a:lnTo>
                  <a:lnTo>
                    <a:pt x="6951" y="9075"/>
                  </a:lnTo>
                  <a:lnTo>
                    <a:pt x="6912" y="8805"/>
                  </a:lnTo>
                  <a:lnTo>
                    <a:pt x="6951" y="8535"/>
                  </a:lnTo>
                  <a:lnTo>
                    <a:pt x="7028" y="8265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4"/>
                  </a:lnTo>
                  <a:lnTo>
                    <a:pt x="7723" y="7569"/>
                  </a:lnTo>
                  <a:lnTo>
                    <a:pt x="8148" y="7338"/>
                  </a:lnTo>
                  <a:lnTo>
                    <a:pt x="8225" y="7299"/>
                  </a:lnTo>
                  <a:close/>
                  <a:moveTo>
                    <a:pt x="2858" y="1"/>
                  </a:moveTo>
                  <a:lnTo>
                    <a:pt x="2665" y="40"/>
                  </a:lnTo>
                  <a:lnTo>
                    <a:pt x="2665" y="78"/>
                  </a:lnTo>
                  <a:lnTo>
                    <a:pt x="2626" y="1353"/>
                  </a:lnTo>
                  <a:lnTo>
                    <a:pt x="2626" y="2588"/>
                  </a:lnTo>
                  <a:lnTo>
                    <a:pt x="2665" y="3824"/>
                  </a:lnTo>
                  <a:lnTo>
                    <a:pt x="2703" y="5098"/>
                  </a:lnTo>
                  <a:lnTo>
                    <a:pt x="2896" y="7492"/>
                  </a:lnTo>
                  <a:lnTo>
                    <a:pt x="2896" y="8149"/>
                  </a:lnTo>
                  <a:lnTo>
                    <a:pt x="2935" y="8458"/>
                  </a:lnTo>
                  <a:lnTo>
                    <a:pt x="2974" y="8612"/>
                  </a:lnTo>
                  <a:lnTo>
                    <a:pt x="3051" y="8767"/>
                  </a:lnTo>
                  <a:lnTo>
                    <a:pt x="1545" y="8728"/>
                  </a:lnTo>
                  <a:lnTo>
                    <a:pt x="39" y="8689"/>
                  </a:lnTo>
                  <a:lnTo>
                    <a:pt x="0" y="8689"/>
                  </a:lnTo>
                  <a:lnTo>
                    <a:pt x="0" y="9037"/>
                  </a:lnTo>
                  <a:lnTo>
                    <a:pt x="773" y="9114"/>
                  </a:lnTo>
                  <a:lnTo>
                    <a:pt x="1545" y="9153"/>
                  </a:lnTo>
                  <a:lnTo>
                    <a:pt x="3128" y="9230"/>
                  </a:lnTo>
                  <a:lnTo>
                    <a:pt x="4827" y="9307"/>
                  </a:lnTo>
                  <a:lnTo>
                    <a:pt x="5677" y="9307"/>
                  </a:lnTo>
                  <a:lnTo>
                    <a:pt x="6488" y="9269"/>
                  </a:lnTo>
                  <a:lnTo>
                    <a:pt x="6603" y="9577"/>
                  </a:lnTo>
                  <a:lnTo>
                    <a:pt x="6758" y="9848"/>
                  </a:lnTo>
                  <a:lnTo>
                    <a:pt x="6990" y="10079"/>
                  </a:lnTo>
                  <a:lnTo>
                    <a:pt x="7221" y="10311"/>
                  </a:lnTo>
                  <a:lnTo>
                    <a:pt x="7492" y="10466"/>
                  </a:lnTo>
                  <a:lnTo>
                    <a:pt x="7801" y="10581"/>
                  </a:lnTo>
                  <a:lnTo>
                    <a:pt x="8109" y="10659"/>
                  </a:lnTo>
                  <a:lnTo>
                    <a:pt x="8418" y="10697"/>
                  </a:lnTo>
                  <a:lnTo>
                    <a:pt x="8727" y="10620"/>
                  </a:lnTo>
                  <a:lnTo>
                    <a:pt x="9036" y="10543"/>
                  </a:lnTo>
                  <a:lnTo>
                    <a:pt x="9306" y="10388"/>
                  </a:lnTo>
                  <a:lnTo>
                    <a:pt x="9538" y="10195"/>
                  </a:lnTo>
                  <a:lnTo>
                    <a:pt x="9770" y="9964"/>
                  </a:lnTo>
                  <a:lnTo>
                    <a:pt x="9924" y="9693"/>
                  </a:lnTo>
                  <a:lnTo>
                    <a:pt x="10079" y="9423"/>
                  </a:lnTo>
                  <a:lnTo>
                    <a:pt x="10156" y="9153"/>
                  </a:lnTo>
                  <a:lnTo>
                    <a:pt x="10195" y="9153"/>
                  </a:lnTo>
                  <a:lnTo>
                    <a:pt x="10195" y="8767"/>
                  </a:lnTo>
                  <a:lnTo>
                    <a:pt x="10156" y="8419"/>
                  </a:lnTo>
                  <a:lnTo>
                    <a:pt x="10040" y="8071"/>
                  </a:lnTo>
                  <a:lnTo>
                    <a:pt x="9847" y="7763"/>
                  </a:lnTo>
                  <a:lnTo>
                    <a:pt x="9615" y="7492"/>
                  </a:lnTo>
                  <a:lnTo>
                    <a:pt x="9306" y="7261"/>
                  </a:lnTo>
                  <a:lnTo>
                    <a:pt x="8998" y="7106"/>
                  </a:lnTo>
                  <a:lnTo>
                    <a:pt x="8650" y="7029"/>
                  </a:lnTo>
                  <a:lnTo>
                    <a:pt x="8303" y="7029"/>
                  </a:lnTo>
                  <a:lnTo>
                    <a:pt x="8187" y="7067"/>
                  </a:lnTo>
                  <a:lnTo>
                    <a:pt x="8148" y="7029"/>
                  </a:lnTo>
                  <a:lnTo>
                    <a:pt x="8071" y="6990"/>
                  </a:lnTo>
                  <a:lnTo>
                    <a:pt x="7916" y="6990"/>
                  </a:lnTo>
                  <a:lnTo>
                    <a:pt x="7723" y="7029"/>
                  </a:lnTo>
                  <a:lnTo>
                    <a:pt x="7414" y="7145"/>
                  </a:lnTo>
                  <a:lnTo>
                    <a:pt x="7144" y="7338"/>
                  </a:lnTo>
                  <a:lnTo>
                    <a:pt x="6912" y="7569"/>
                  </a:lnTo>
                  <a:lnTo>
                    <a:pt x="6719" y="7878"/>
                  </a:lnTo>
                  <a:lnTo>
                    <a:pt x="6565" y="8187"/>
                  </a:lnTo>
                  <a:lnTo>
                    <a:pt x="6449" y="8535"/>
                  </a:lnTo>
                  <a:lnTo>
                    <a:pt x="6449" y="8844"/>
                  </a:lnTo>
                  <a:lnTo>
                    <a:pt x="5715" y="8805"/>
                  </a:lnTo>
                  <a:lnTo>
                    <a:pt x="4943" y="8767"/>
                  </a:lnTo>
                  <a:lnTo>
                    <a:pt x="3476" y="8767"/>
                  </a:lnTo>
                  <a:lnTo>
                    <a:pt x="3476" y="8728"/>
                  </a:lnTo>
                  <a:lnTo>
                    <a:pt x="3476" y="8651"/>
                  </a:lnTo>
                  <a:lnTo>
                    <a:pt x="3476" y="8573"/>
                  </a:lnTo>
                  <a:lnTo>
                    <a:pt x="3437" y="8535"/>
                  </a:lnTo>
                  <a:lnTo>
                    <a:pt x="3360" y="8496"/>
                  </a:lnTo>
                  <a:lnTo>
                    <a:pt x="3283" y="8496"/>
                  </a:lnTo>
                  <a:lnTo>
                    <a:pt x="3205" y="8535"/>
                  </a:lnTo>
                  <a:lnTo>
                    <a:pt x="3283" y="8380"/>
                  </a:lnTo>
                  <a:lnTo>
                    <a:pt x="3283" y="8226"/>
                  </a:lnTo>
                  <a:lnTo>
                    <a:pt x="3283" y="8110"/>
                  </a:lnTo>
                  <a:lnTo>
                    <a:pt x="3283" y="7956"/>
                  </a:lnTo>
                  <a:lnTo>
                    <a:pt x="3205" y="7338"/>
                  </a:lnTo>
                  <a:lnTo>
                    <a:pt x="3128" y="6450"/>
                  </a:lnTo>
                  <a:lnTo>
                    <a:pt x="3012" y="4326"/>
                  </a:lnTo>
                  <a:lnTo>
                    <a:pt x="2935" y="2202"/>
                  </a:lnTo>
                  <a:lnTo>
                    <a:pt x="2896" y="78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5" name="Google Shape;3885;p17"/>
            <p:cNvSpPr/>
            <p:nvPr/>
          </p:nvSpPr>
          <p:spPr>
            <a:xfrm>
              <a:off x="4324525" y="22671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20"/>
                  </a:lnTo>
                  <a:lnTo>
                    <a:pt x="2897" y="1661"/>
                  </a:lnTo>
                  <a:lnTo>
                    <a:pt x="2511" y="2202"/>
                  </a:lnTo>
                  <a:lnTo>
                    <a:pt x="1970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80" y="4750"/>
                  </a:lnTo>
                  <a:lnTo>
                    <a:pt x="966" y="4518"/>
                  </a:lnTo>
                  <a:lnTo>
                    <a:pt x="1314" y="4210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935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3"/>
                  </a:lnTo>
                  <a:lnTo>
                    <a:pt x="4248" y="155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6" name="Google Shape;3886;p17"/>
            <p:cNvSpPr/>
            <p:nvPr/>
          </p:nvSpPr>
          <p:spPr>
            <a:xfrm>
              <a:off x="4273375" y="22681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0"/>
                  </a:moveTo>
                  <a:lnTo>
                    <a:pt x="1004" y="309"/>
                  </a:lnTo>
                  <a:lnTo>
                    <a:pt x="1236" y="386"/>
                  </a:lnTo>
                  <a:lnTo>
                    <a:pt x="1429" y="579"/>
                  </a:lnTo>
                  <a:lnTo>
                    <a:pt x="1583" y="772"/>
                  </a:lnTo>
                  <a:lnTo>
                    <a:pt x="1622" y="1004"/>
                  </a:lnTo>
                  <a:lnTo>
                    <a:pt x="1622" y="1120"/>
                  </a:lnTo>
                  <a:lnTo>
                    <a:pt x="1583" y="1197"/>
                  </a:lnTo>
                  <a:lnTo>
                    <a:pt x="1545" y="1313"/>
                  </a:lnTo>
                  <a:lnTo>
                    <a:pt x="1468" y="1390"/>
                  </a:lnTo>
                  <a:lnTo>
                    <a:pt x="1352" y="1506"/>
                  </a:lnTo>
                  <a:lnTo>
                    <a:pt x="1197" y="1545"/>
                  </a:lnTo>
                  <a:lnTo>
                    <a:pt x="966" y="1583"/>
                  </a:lnTo>
                  <a:lnTo>
                    <a:pt x="772" y="1545"/>
                  </a:lnTo>
                  <a:lnTo>
                    <a:pt x="657" y="1506"/>
                  </a:lnTo>
                  <a:lnTo>
                    <a:pt x="579" y="1429"/>
                  </a:lnTo>
                  <a:lnTo>
                    <a:pt x="502" y="1352"/>
                  </a:lnTo>
                  <a:lnTo>
                    <a:pt x="464" y="1236"/>
                  </a:lnTo>
                  <a:lnTo>
                    <a:pt x="425" y="1004"/>
                  </a:lnTo>
                  <a:lnTo>
                    <a:pt x="464" y="811"/>
                  </a:lnTo>
                  <a:lnTo>
                    <a:pt x="541" y="618"/>
                  </a:lnTo>
                  <a:lnTo>
                    <a:pt x="695" y="425"/>
                  </a:lnTo>
                  <a:lnTo>
                    <a:pt x="734" y="348"/>
                  </a:lnTo>
                  <a:lnTo>
                    <a:pt x="734" y="309"/>
                  </a:lnTo>
                  <a:lnTo>
                    <a:pt x="888" y="270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116"/>
                  </a:lnTo>
                  <a:lnTo>
                    <a:pt x="541" y="77"/>
                  </a:lnTo>
                  <a:lnTo>
                    <a:pt x="464" y="116"/>
                  </a:lnTo>
                  <a:lnTo>
                    <a:pt x="270" y="232"/>
                  </a:lnTo>
                  <a:lnTo>
                    <a:pt x="155" y="386"/>
                  </a:lnTo>
                  <a:lnTo>
                    <a:pt x="77" y="541"/>
                  </a:lnTo>
                  <a:lnTo>
                    <a:pt x="39" y="734"/>
                  </a:lnTo>
                  <a:lnTo>
                    <a:pt x="0" y="888"/>
                  </a:lnTo>
                  <a:lnTo>
                    <a:pt x="0" y="1081"/>
                  </a:lnTo>
                  <a:lnTo>
                    <a:pt x="39" y="1274"/>
                  </a:lnTo>
                  <a:lnTo>
                    <a:pt x="77" y="1468"/>
                  </a:lnTo>
                  <a:lnTo>
                    <a:pt x="193" y="1661"/>
                  </a:lnTo>
                  <a:lnTo>
                    <a:pt x="309" y="1776"/>
                  </a:lnTo>
                  <a:lnTo>
                    <a:pt x="502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236" y="2008"/>
                  </a:lnTo>
                  <a:lnTo>
                    <a:pt x="1429" y="1931"/>
                  </a:lnTo>
                  <a:lnTo>
                    <a:pt x="1622" y="1815"/>
                  </a:lnTo>
                  <a:lnTo>
                    <a:pt x="1776" y="1699"/>
                  </a:lnTo>
                  <a:lnTo>
                    <a:pt x="1892" y="1545"/>
                  </a:lnTo>
                  <a:lnTo>
                    <a:pt x="1970" y="1390"/>
                  </a:lnTo>
                  <a:lnTo>
                    <a:pt x="2047" y="1197"/>
                  </a:lnTo>
                  <a:lnTo>
                    <a:pt x="2085" y="1004"/>
                  </a:lnTo>
                  <a:lnTo>
                    <a:pt x="2047" y="811"/>
                  </a:lnTo>
                  <a:lnTo>
                    <a:pt x="1970" y="618"/>
                  </a:lnTo>
                  <a:lnTo>
                    <a:pt x="1892" y="425"/>
                  </a:lnTo>
                  <a:lnTo>
                    <a:pt x="1738" y="270"/>
                  </a:lnTo>
                  <a:lnTo>
                    <a:pt x="1583" y="155"/>
                  </a:lnTo>
                  <a:lnTo>
                    <a:pt x="1429" y="77"/>
                  </a:lnTo>
                  <a:lnTo>
                    <a:pt x="1236" y="39"/>
                  </a:lnTo>
                  <a:lnTo>
                    <a:pt x="104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7" name="Google Shape;3887;p17"/>
            <p:cNvSpPr/>
            <p:nvPr/>
          </p:nvSpPr>
          <p:spPr>
            <a:xfrm>
              <a:off x="1394625" y="2299975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0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1" y="194"/>
                  </a:lnTo>
                  <a:lnTo>
                    <a:pt x="2240" y="309"/>
                  </a:lnTo>
                  <a:lnTo>
                    <a:pt x="2009" y="425"/>
                  </a:lnTo>
                  <a:lnTo>
                    <a:pt x="1738" y="580"/>
                  </a:lnTo>
                  <a:lnTo>
                    <a:pt x="1507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9"/>
                  </a:lnTo>
                  <a:lnTo>
                    <a:pt x="39" y="3746"/>
                  </a:lnTo>
                  <a:lnTo>
                    <a:pt x="1" y="4055"/>
                  </a:lnTo>
                  <a:lnTo>
                    <a:pt x="1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700" y="5291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827"/>
                  </a:lnTo>
                  <a:lnTo>
                    <a:pt x="734" y="4711"/>
                  </a:lnTo>
                  <a:lnTo>
                    <a:pt x="580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80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54" y="1159"/>
                  </a:lnTo>
                  <a:lnTo>
                    <a:pt x="2202" y="889"/>
                  </a:lnTo>
                  <a:lnTo>
                    <a:pt x="2626" y="696"/>
                  </a:lnTo>
                  <a:lnTo>
                    <a:pt x="3090" y="580"/>
                  </a:lnTo>
                  <a:lnTo>
                    <a:pt x="3592" y="541"/>
                  </a:lnTo>
                  <a:lnTo>
                    <a:pt x="4094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3" y="502"/>
                  </a:lnTo>
                  <a:lnTo>
                    <a:pt x="4480" y="464"/>
                  </a:lnTo>
                  <a:lnTo>
                    <a:pt x="4519" y="425"/>
                  </a:lnTo>
                  <a:lnTo>
                    <a:pt x="4519" y="348"/>
                  </a:lnTo>
                  <a:lnTo>
                    <a:pt x="4519" y="194"/>
                  </a:lnTo>
                  <a:lnTo>
                    <a:pt x="4210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8" name="Google Shape;3888;p17"/>
            <p:cNvSpPr/>
            <p:nvPr/>
          </p:nvSpPr>
          <p:spPr>
            <a:xfrm>
              <a:off x="4211575" y="2315425"/>
              <a:ext cx="44450" cy="44425"/>
            </a:xfrm>
            <a:custGeom>
              <a:avLst/>
              <a:gdLst/>
              <a:ahLst/>
              <a:cxnLst/>
              <a:rect l="l" t="t" r="r" b="b"/>
              <a:pathLst>
                <a:path w="1778" h="1777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8"/>
                  </a:lnTo>
                  <a:lnTo>
                    <a:pt x="1391" y="811"/>
                  </a:lnTo>
                  <a:lnTo>
                    <a:pt x="1391" y="966"/>
                  </a:lnTo>
                  <a:lnTo>
                    <a:pt x="1352" y="1082"/>
                  </a:lnTo>
                  <a:lnTo>
                    <a:pt x="1275" y="1159"/>
                  </a:lnTo>
                  <a:lnTo>
                    <a:pt x="1198" y="1236"/>
                  </a:lnTo>
                  <a:lnTo>
                    <a:pt x="1082" y="1313"/>
                  </a:lnTo>
                  <a:lnTo>
                    <a:pt x="889" y="1390"/>
                  </a:lnTo>
                  <a:lnTo>
                    <a:pt x="734" y="1352"/>
                  </a:lnTo>
                  <a:lnTo>
                    <a:pt x="541" y="1275"/>
                  </a:lnTo>
                  <a:lnTo>
                    <a:pt x="426" y="1082"/>
                  </a:lnTo>
                  <a:lnTo>
                    <a:pt x="387" y="927"/>
                  </a:lnTo>
                  <a:lnTo>
                    <a:pt x="387" y="734"/>
                  </a:lnTo>
                  <a:lnTo>
                    <a:pt x="464" y="580"/>
                  </a:lnTo>
                  <a:lnTo>
                    <a:pt x="541" y="386"/>
                  </a:lnTo>
                  <a:lnTo>
                    <a:pt x="541" y="348"/>
                  </a:lnTo>
                  <a:lnTo>
                    <a:pt x="580" y="348"/>
                  </a:lnTo>
                  <a:lnTo>
                    <a:pt x="773" y="309"/>
                  </a:lnTo>
                  <a:close/>
                  <a:moveTo>
                    <a:pt x="966" y="0"/>
                  </a:moveTo>
                  <a:lnTo>
                    <a:pt x="773" y="39"/>
                  </a:lnTo>
                  <a:lnTo>
                    <a:pt x="619" y="78"/>
                  </a:lnTo>
                  <a:lnTo>
                    <a:pt x="464" y="155"/>
                  </a:lnTo>
                  <a:lnTo>
                    <a:pt x="426" y="193"/>
                  </a:lnTo>
                  <a:lnTo>
                    <a:pt x="387" y="193"/>
                  </a:lnTo>
                  <a:lnTo>
                    <a:pt x="232" y="271"/>
                  </a:lnTo>
                  <a:lnTo>
                    <a:pt x="117" y="386"/>
                  </a:lnTo>
                  <a:lnTo>
                    <a:pt x="39" y="541"/>
                  </a:lnTo>
                  <a:lnTo>
                    <a:pt x="1" y="695"/>
                  </a:lnTo>
                  <a:lnTo>
                    <a:pt x="1" y="850"/>
                  </a:lnTo>
                  <a:lnTo>
                    <a:pt x="1" y="1004"/>
                  </a:lnTo>
                  <a:lnTo>
                    <a:pt x="39" y="1197"/>
                  </a:lnTo>
                  <a:lnTo>
                    <a:pt x="117" y="1313"/>
                  </a:lnTo>
                  <a:lnTo>
                    <a:pt x="194" y="1468"/>
                  </a:lnTo>
                  <a:lnTo>
                    <a:pt x="348" y="1584"/>
                  </a:lnTo>
                  <a:lnTo>
                    <a:pt x="464" y="1699"/>
                  </a:lnTo>
                  <a:lnTo>
                    <a:pt x="619" y="1738"/>
                  </a:lnTo>
                  <a:lnTo>
                    <a:pt x="812" y="1777"/>
                  </a:lnTo>
                  <a:lnTo>
                    <a:pt x="966" y="1777"/>
                  </a:lnTo>
                  <a:lnTo>
                    <a:pt x="1121" y="1738"/>
                  </a:lnTo>
                  <a:lnTo>
                    <a:pt x="1314" y="1661"/>
                  </a:lnTo>
                  <a:lnTo>
                    <a:pt x="1430" y="1545"/>
                  </a:lnTo>
                  <a:lnTo>
                    <a:pt x="1584" y="1429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66"/>
                  </a:lnTo>
                  <a:lnTo>
                    <a:pt x="1777" y="773"/>
                  </a:lnTo>
                  <a:lnTo>
                    <a:pt x="1738" y="618"/>
                  </a:lnTo>
                  <a:lnTo>
                    <a:pt x="1661" y="425"/>
                  </a:lnTo>
                  <a:lnTo>
                    <a:pt x="1545" y="309"/>
                  </a:lnTo>
                  <a:lnTo>
                    <a:pt x="1430" y="193"/>
                  </a:lnTo>
                  <a:lnTo>
                    <a:pt x="1275" y="116"/>
                  </a:lnTo>
                  <a:lnTo>
                    <a:pt x="1121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9" name="Google Shape;3889;p17"/>
            <p:cNvSpPr/>
            <p:nvPr/>
          </p:nvSpPr>
          <p:spPr>
            <a:xfrm>
              <a:off x="2413100" y="2319275"/>
              <a:ext cx="84975" cy="222075"/>
            </a:xfrm>
            <a:custGeom>
              <a:avLst/>
              <a:gdLst/>
              <a:ahLst/>
              <a:cxnLst/>
              <a:rect l="l" t="t" r="r" b="b"/>
              <a:pathLst>
                <a:path w="3399" h="8883" extrusionOk="0">
                  <a:moveTo>
                    <a:pt x="1043" y="7376"/>
                  </a:moveTo>
                  <a:lnTo>
                    <a:pt x="1197" y="7453"/>
                  </a:lnTo>
                  <a:lnTo>
                    <a:pt x="1352" y="7608"/>
                  </a:lnTo>
                  <a:lnTo>
                    <a:pt x="1429" y="7685"/>
                  </a:lnTo>
                  <a:lnTo>
                    <a:pt x="1468" y="7801"/>
                  </a:lnTo>
                  <a:lnTo>
                    <a:pt x="1468" y="8033"/>
                  </a:lnTo>
                  <a:lnTo>
                    <a:pt x="1390" y="8226"/>
                  </a:lnTo>
                  <a:lnTo>
                    <a:pt x="1313" y="8342"/>
                  </a:lnTo>
                  <a:lnTo>
                    <a:pt x="1236" y="8419"/>
                  </a:lnTo>
                  <a:lnTo>
                    <a:pt x="1159" y="8457"/>
                  </a:lnTo>
                  <a:lnTo>
                    <a:pt x="1043" y="8496"/>
                  </a:lnTo>
                  <a:lnTo>
                    <a:pt x="811" y="8496"/>
                  </a:lnTo>
                  <a:lnTo>
                    <a:pt x="618" y="8419"/>
                  </a:lnTo>
                  <a:lnTo>
                    <a:pt x="541" y="8342"/>
                  </a:lnTo>
                  <a:lnTo>
                    <a:pt x="464" y="8264"/>
                  </a:lnTo>
                  <a:lnTo>
                    <a:pt x="386" y="8148"/>
                  </a:lnTo>
                  <a:lnTo>
                    <a:pt x="386" y="8033"/>
                  </a:lnTo>
                  <a:lnTo>
                    <a:pt x="386" y="7917"/>
                  </a:lnTo>
                  <a:lnTo>
                    <a:pt x="386" y="7801"/>
                  </a:lnTo>
                  <a:lnTo>
                    <a:pt x="502" y="7569"/>
                  </a:lnTo>
                  <a:lnTo>
                    <a:pt x="695" y="7415"/>
                  </a:lnTo>
                  <a:lnTo>
                    <a:pt x="850" y="7376"/>
                  </a:lnTo>
                  <a:close/>
                  <a:moveTo>
                    <a:pt x="3128" y="1"/>
                  </a:moveTo>
                  <a:lnTo>
                    <a:pt x="3089" y="39"/>
                  </a:lnTo>
                  <a:lnTo>
                    <a:pt x="3051" y="78"/>
                  </a:lnTo>
                  <a:lnTo>
                    <a:pt x="2819" y="503"/>
                  </a:lnTo>
                  <a:lnTo>
                    <a:pt x="2665" y="889"/>
                  </a:lnTo>
                  <a:lnTo>
                    <a:pt x="2356" y="1777"/>
                  </a:lnTo>
                  <a:lnTo>
                    <a:pt x="2085" y="2665"/>
                  </a:lnTo>
                  <a:lnTo>
                    <a:pt x="1854" y="3515"/>
                  </a:lnTo>
                  <a:lnTo>
                    <a:pt x="1313" y="5252"/>
                  </a:lnTo>
                  <a:lnTo>
                    <a:pt x="1043" y="6102"/>
                  </a:lnTo>
                  <a:lnTo>
                    <a:pt x="811" y="6990"/>
                  </a:lnTo>
                  <a:lnTo>
                    <a:pt x="657" y="6990"/>
                  </a:lnTo>
                  <a:lnTo>
                    <a:pt x="541" y="7029"/>
                  </a:lnTo>
                  <a:lnTo>
                    <a:pt x="386" y="7106"/>
                  </a:lnTo>
                  <a:lnTo>
                    <a:pt x="309" y="7222"/>
                  </a:lnTo>
                  <a:lnTo>
                    <a:pt x="271" y="7299"/>
                  </a:lnTo>
                  <a:lnTo>
                    <a:pt x="271" y="7376"/>
                  </a:lnTo>
                  <a:lnTo>
                    <a:pt x="116" y="7608"/>
                  </a:lnTo>
                  <a:lnTo>
                    <a:pt x="0" y="7840"/>
                  </a:lnTo>
                  <a:lnTo>
                    <a:pt x="0" y="8110"/>
                  </a:lnTo>
                  <a:lnTo>
                    <a:pt x="39" y="8264"/>
                  </a:lnTo>
                  <a:lnTo>
                    <a:pt x="78" y="8419"/>
                  </a:lnTo>
                  <a:lnTo>
                    <a:pt x="193" y="8573"/>
                  </a:lnTo>
                  <a:lnTo>
                    <a:pt x="348" y="8689"/>
                  </a:lnTo>
                  <a:lnTo>
                    <a:pt x="502" y="8805"/>
                  </a:lnTo>
                  <a:lnTo>
                    <a:pt x="657" y="8882"/>
                  </a:lnTo>
                  <a:lnTo>
                    <a:pt x="1043" y="8882"/>
                  </a:lnTo>
                  <a:lnTo>
                    <a:pt x="1236" y="8844"/>
                  </a:lnTo>
                  <a:lnTo>
                    <a:pt x="1429" y="8766"/>
                  </a:lnTo>
                  <a:lnTo>
                    <a:pt x="1584" y="8650"/>
                  </a:lnTo>
                  <a:lnTo>
                    <a:pt x="1699" y="8496"/>
                  </a:lnTo>
                  <a:lnTo>
                    <a:pt x="1777" y="8342"/>
                  </a:lnTo>
                  <a:lnTo>
                    <a:pt x="1854" y="8148"/>
                  </a:lnTo>
                  <a:lnTo>
                    <a:pt x="1854" y="7955"/>
                  </a:lnTo>
                  <a:lnTo>
                    <a:pt x="1854" y="7762"/>
                  </a:lnTo>
                  <a:lnTo>
                    <a:pt x="1815" y="7608"/>
                  </a:lnTo>
                  <a:lnTo>
                    <a:pt x="1738" y="7415"/>
                  </a:lnTo>
                  <a:lnTo>
                    <a:pt x="1622" y="7299"/>
                  </a:lnTo>
                  <a:lnTo>
                    <a:pt x="1506" y="7183"/>
                  </a:lnTo>
                  <a:lnTo>
                    <a:pt x="1352" y="7106"/>
                  </a:lnTo>
                  <a:lnTo>
                    <a:pt x="1197" y="7029"/>
                  </a:lnTo>
                  <a:lnTo>
                    <a:pt x="1545" y="6179"/>
                  </a:lnTo>
                  <a:lnTo>
                    <a:pt x="1815" y="5330"/>
                  </a:lnTo>
                  <a:lnTo>
                    <a:pt x="2394" y="3592"/>
                  </a:lnTo>
                  <a:lnTo>
                    <a:pt x="2665" y="2781"/>
                  </a:lnTo>
                  <a:lnTo>
                    <a:pt x="2974" y="1932"/>
                  </a:lnTo>
                  <a:lnTo>
                    <a:pt x="3244" y="1082"/>
                  </a:lnTo>
                  <a:lnTo>
                    <a:pt x="3321" y="657"/>
                  </a:lnTo>
                  <a:lnTo>
                    <a:pt x="3398" y="232"/>
                  </a:lnTo>
                  <a:lnTo>
                    <a:pt x="3360" y="117"/>
                  </a:lnTo>
                  <a:lnTo>
                    <a:pt x="3244" y="39"/>
                  </a:lnTo>
                  <a:lnTo>
                    <a:pt x="312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0" name="Google Shape;3890;p17"/>
            <p:cNvSpPr/>
            <p:nvPr/>
          </p:nvSpPr>
          <p:spPr>
            <a:xfrm>
              <a:off x="4217375" y="2321200"/>
              <a:ext cx="114900" cy="286750"/>
            </a:xfrm>
            <a:custGeom>
              <a:avLst/>
              <a:gdLst/>
              <a:ahLst/>
              <a:cxnLst/>
              <a:rect l="l" t="t" r="r" b="b"/>
              <a:pathLst>
                <a:path w="4596" h="11470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67"/>
                  </a:lnTo>
                  <a:lnTo>
                    <a:pt x="3939" y="4287"/>
                  </a:lnTo>
                  <a:lnTo>
                    <a:pt x="4016" y="5407"/>
                  </a:lnTo>
                  <a:lnTo>
                    <a:pt x="4055" y="6643"/>
                  </a:lnTo>
                  <a:lnTo>
                    <a:pt x="4055" y="7261"/>
                  </a:lnTo>
                  <a:lnTo>
                    <a:pt x="3978" y="7917"/>
                  </a:lnTo>
                  <a:lnTo>
                    <a:pt x="3901" y="8535"/>
                  </a:lnTo>
                  <a:lnTo>
                    <a:pt x="3746" y="9153"/>
                  </a:lnTo>
                  <a:lnTo>
                    <a:pt x="3553" y="9732"/>
                  </a:lnTo>
                  <a:lnTo>
                    <a:pt x="3244" y="10273"/>
                  </a:lnTo>
                  <a:lnTo>
                    <a:pt x="3012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4"/>
                  </a:lnTo>
                  <a:lnTo>
                    <a:pt x="850" y="9693"/>
                  </a:lnTo>
                  <a:lnTo>
                    <a:pt x="773" y="9423"/>
                  </a:lnTo>
                  <a:lnTo>
                    <a:pt x="734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6"/>
                  </a:lnTo>
                  <a:lnTo>
                    <a:pt x="580" y="2781"/>
                  </a:lnTo>
                  <a:lnTo>
                    <a:pt x="618" y="2781"/>
                  </a:lnTo>
                  <a:lnTo>
                    <a:pt x="1391" y="2395"/>
                  </a:lnTo>
                  <a:lnTo>
                    <a:pt x="2163" y="1970"/>
                  </a:lnTo>
                  <a:lnTo>
                    <a:pt x="2935" y="1468"/>
                  </a:lnTo>
                  <a:lnTo>
                    <a:pt x="3283" y="1198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40"/>
                  </a:lnTo>
                  <a:lnTo>
                    <a:pt x="3476" y="349"/>
                  </a:lnTo>
                  <a:lnTo>
                    <a:pt x="3051" y="657"/>
                  </a:lnTo>
                  <a:lnTo>
                    <a:pt x="2626" y="1005"/>
                  </a:lnTo>
                  <a:lnTo>
                    <a:pt x="2202" y="1314"/>
                  </a:lnTo>
                  <a:lnTo>
                    <a:pt x="1313" y="1893"/>
                  </a:lnTo>
                  <a:lnTo>
                    <a:pt x="425" y="2472"/>
                  </a:lnTo>
                  <a:lnTo>
                    <a:pt x="348" y="2550"/>
                  </a:lnTo>
                  <a:lnTo>
                    <a:pt x="348" y="2665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4"/>
                  </a:lnTo>
                  <a:lnTo>
                    <a:pt x="155" y="4866"/>
                  </a:lnTo>
                  <a:lnTo>
                    <a:pt x="0" y="4944"/>
                  </a:lnTo>
                  <a:lnTo>
                    <a:pt x="155" y="5291"/>
                  </a:lnTo>
                  <a:lnTo>
                    <a:pt x="155" y="6257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3"/>
                  </a:lnTo>
                  <a:lnTo>
                    <a:pt x="309" y="9616"/>
                  </a:lnTo>
                  <a:lnTo>
                    <a:pt x="502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429" y="11199"/>
                  </a:lnTo>
                  <a:lnTo>
                    <a:pt x="1622" y="11315"/>
                  </a:lnTo>
                  <a:lnTo>
                    <a:pt x="1815" y="11392"/>
                  </a:lnTo>
                  <a:lnTo>
                    <a:pt x="2047" y="11431"/>
                  </a:lnTo>
                  <a:lnTo>
                    <a:pt x="2279" y="11470"/>
                  </a:lnTo>
                  <a:lnTo>
                    <a:pt x="2549" y="11431"/>
                  </a:lnTo>
                  <a:lnTo>
                    <a:pt x="2819" y="11354"/>
                  </a:lnTo>
                  <a:lnTo>
                    <a:pt x="3051" y="11238"/>
                  </a:lnTo>
                  <a:lnTo>
                    <a:pt x="3283" y="11083"/>
                  </a:lnTo>
                  <a:lnTo>
                    <a:pt x="3476" y="10890"/>
                  </a:lnTo>
                  <a:lnTo>
                    <a:pt x="3669" y="10659"/>
                  </a:lnTo>
                  <a:lnTo>
                    <a:pt x="3823" y="10427"/>
                  </a:lnTo>
                  <a:lnTo>
                    <a:pt x="3978" y="10157"/>
                  </a:lnTo>
                  <a:lnTo>
                    <a:pt x="4171" y="9577"/>
                  </a:lnTo>
                  <a:lnTo>
                    <a:pt x="4325" y="8960"/>
                  </a:lnTo>
                  <a:lnTo>
                    <a:pt x="4441" y="8342"/>
                  </a:lnTo>
                  <a:lnTo>
                    <a:pt x="4518" y="7763"/>
                  </a:lnTo>
                  <a:lnTo>
                    <a:pt x="4557" y="7222"/>
                  </a:lnTo>
                  <a:lnTo>
                    <a:pt x="4596" y="6681"/>
                  </a:lnTo>
                  <a:lnTo>
                    <a:pt x="4596" y="6102"/>
                  </a:lnTo>
                  <a:lnTo>
                    <a:pt x="4557" y="5021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2"/>
                  </a:lnTo>
                  <a:lnTo>
                    <a:pt x="4094" y="426"/>
                  </a:lnTo>
                  <a:lnTo>
                    <a:pt x="4171" y="349"/>
                  </a:lnTo>
                  <a:lnTo>
                    <a:pt x="4210" y="271"/>
                  </a:lnTo>
                  <a:lnTo>
                    <a:pt x="4210" y="233"/>
                  </a:lnTo>
                  <a:lnTo>
                    <a:pt x="4171" y="78"/>
                  </a:lnTo>
                  <a:lnTo>
                    <a:pt x="4132" y="40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1" name="Google Shape;3891;p17"/>
            <p:cNvSpPr/>
            <p:nvPr/>
          </p:nvSpPr>
          <p:spPr>
            <a:xfrm>
              <a:off x="1643700" y="2334725"/>
              <a:ext cx="26075" cy="11600"/>
            </a:xfrm>
            <a:custGeom>
              <a:avLst/>
              <a:gdLst/>
              <a:ahLst/>
              <a:cxnLst/>
              <a:rect l="l" t="t" r="r" b="b"/>
              <a:pathLst>
                <a:path w="1043" h="464" extrusionOk="0">
                  <a:moveTo>
                    <a:pt x="773" y="1"/>
                  </a:moveTo>
                  <a:lnTo>
                    <a:pt x="541" y="39"/>
                  </a:lnTo>
                  <a:lnTo>
                    <a:pt x="309" y="78"/>
                  </a:lnTo>
                  <a:lnTo>
                    <a:pt x="77" y="194"/>
                  </a:lnTo>
                  <a:lnTo>
                    <a:pt x="39" y="232"/>
                  </a:lnTo>
                  <a:lnTo>
                    <a:pt x="0" y="271"/>
                  </a:lnTo>
                  <a:lnTo>
                    <a:pt x="39" y="387"/>
                  </a:lnTo>
                  <a:lnTo>
                    <a:pt x="77" y="464"/>
                  </a:lnTo>
                  <a:lnTo>
                    <a:pt x="193" y="464"/>
                  </a:lnTo>
                  <a:lnTo>
                    <a:pt x="386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4" y="271"/>
                  </a:lnTo>
                  <a:lnTo>
                    <a:pt x="1043" y="232"/>
                  </a:lnTo>
                  <a:lnTo>
                    <a:pt x="1004" y="155"/>
                  </a:lnTo>
                  <a:lnTo>
                    <a:pt x="966" y="116"/>
                  </a:lnTo>
                  <a:lnTo>
                    <a:pt x="888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2" name="Google Shape;3892;p17"/>
            <p:cNvSpPr/>
            <p:nvPr/>
          </p:nvSpPr>
          <p:spPr>
            <a:xfrm>
              <a:off x="5914500" y="2336650"/>
              <a:ext cx="309900" cy="605325"/>
            </a:xfrm>
            <a:custGeom>
              <a:avLst/>
              <a:gdLst/>
              <a:ahLst/>
              <a:cxnLst/>
              <a:rect l="l" t="t" r="r" b="b"/>
              <a:pathLst>
                <a:path w="12396" h="24213" extrusionOk="0">
                  <a:moveTo>
                    <a:pt x="7955" y="464"/>
                  </a:moveTo>
                  <a:lnTo>
                    <a:pt x="8496" y="503"/>
                  </a:lnTo>
                  <a:lnTo>
                    <a:pt x="9036" y="619"/>
                  </a:lnTo>
                  <a:lnTo>
                    <a:pt x="9500" y="812"/>
                  </a:lnTo>
                  <a:lnTo>
                    <a:pt x="9924" y="1043"/>
                  </a:lnTo>
                  <a:lnTo>
                    <a:pt x="10311" y="1352"/>
                  </a:lnTo>
                  <a:lnTo>
                    <a:pt x="10658" y="1700"/>
                  </a:lnTo>
                  <a:lnTo>
                    <a:pt x="10967" y="2086"/>
                  </a:lnTo>
                  <a:lnTo>
                    <a:pt x="11237" y="2511"/>
                  </a:lnTo>
                  <a:lnTo>
                    <a:pt x="11469" y="2974"/>
                  </a:lnTo>
                  <a:lnTo>
                    <a:pt x="11662" y="3438"/>
                  </a:lnTo>
                  <a:lnTo>
                    <a:pt x="11778" y="3940"/>
                  </a:lnTo>
                  <a:lnTo>
                    <a:pt x="11855" y="4442"/>
                  </a:lnTo>
                  <a:lnTo>
                    <a:pt x="11894" y="4982"/>
                  </a:lnTo>
                  <a:lnTo>
                    <a:pt x="11894" y="5484"/>
                  </a:lnTo>
                  <a:lnTo>
                    <a:pt x="11817" y="5986"/>
                  </a:lnTo>
                  <a:lnTo>
                    <a:pt x="11701" y="6488"/>
                  </a:lnTo>
                  <a:lnTo>
                    <a:pt x="11546" y="6990"/>
                  </a:lnTo>
                  <a:lnTo>
                    <a:pt x="11315" y="7453"/>
                  </a:lnTo>
                  <a:lnTo>
                    <a:pt x="11083" y="7917"/>
                  </a:lnTo>
                  <a:lnTo>
                    <a:pt x="10813" y="8342"/>
                  </a:lnTo>
                  <a:lnTo>
                    <a:pt x="10504" y="8766"/>
                  </a:lnTo>
                  <a:lnTo>
                    <a:pt x="10195" y="9153"/>
                  </a:lnTo>
                  <a:lnTo>
                    <a:pt x="9847" y="9500"/>
                  </a:lnTo>
                  <a:lnTo>
                    <a:pt x="9461" y="9848"/>
                  </a:lnTo>
                  <a:lnTo>
                    <a:pt x="9036" y="10157"/>
                  </a:lnTo>
                  <a:lnTo>
                    <a:pt x="8650" y="10465"/>
                  </a:lnTo>
                  <a:lnTo>
                    <a:pt x="8187" y="10736"/>
                  </a:lnTo>
                  <a:lnTo>
                    <a:pt x="7762" y="11006"/>
                  </a:lnTo>
                  <a:lnTo>
                    <a:pt x="6835" y="11469"/>
                  </a:lnTo>
                  <a:lnTo>
                    <a:pt x="5870" y="11856"/>
                  </a:lnTo>
                  <a:lnTo>
                    <a:pt x="5677" y="11856"/>
                  </a:lnTo>
                  <a:lnTo>
                    <a:pt x="5638" y="11933"/>
                  </a:lnTo>
                  <a:lnTo>
                    <a:pt x="5600" y="11933"/>
                  </a:lnTo>
                  <a:lnTo>
                    <a:pt x="4982" y="11276"/>
                  </a:lnTo>
                  <a:lnTo>
                    <a:pt x="4441" y="10543"/>
                  </a:lnTo>
                  <a:lnTo>
                    <a:pt x="3978" y="9809"/>
                  </a:lnTo>
                  <a:lnTo>
                    <a:pt x="3746" y="9384"/>
                  </a:lnTo>
                  <a:lnTo>
                    <a:pt x="3592" y="8998"/>
                  </a:lnTo>
                  <a:lnTo>
                    <a:pt x="3437" y="8612"/>
                  </a:lnTo>
                  <a:lnTo>
                    <a:pt x="3283" y="8187"/>
                  </a:lnTo>
                  <a:lnTo>
                    <a:pt x="3167" y="7762"/>
                  </a:lnTo>
                  <a:lnTo>
                    <a:pt x="3090" y="7299"/>
                  </a:lnTo>
                  <a:lnTo>
                    <a:pt x="3051" y="6874"/>
                  </a:lnTo>
                  <a:lnTo>
                    <a:pt x="3012" y="6411"/>
                  </a:lnTo>
                  <a:lnTo>
                    <a:pt x="3051" y="5948"/>
                  </a:lnTo>
                  <a:lnTo>
                    <a:pt x="3090" y="5484"/>
                  </a:lnTo>
                  <a:lnTo>
                    <a:pt x="3167" y="5021"/>
                  </a:lnTo>
                  <a:lnTo>
                    <a:pt x="3244" y="4557"/>
                  </a:lnTo>
                  <a:lnTo>
                    <a:pt x="3399" y="4094"/>
                  </a:lnTo>
                  <a:lnTo>
                    <a:pt x="3592" y="3669"/>
                  </a:lnTo>
                  <a:lnTo>
                    <a:pt x="3785" y="3206"/>
                  </a:lnTo>
                  <a:lnTo>
                    <a:pt x="4055" y="2820"/>
                  </a:lnTo>
                  <a:lnTo>
                    <a:pt x="4325" y="2395"/>
                  </a:lnTo>
                  <a:lnTo>
                    <a:pt x="4634" y="2047"/>
                  </a:lnTo>
                  <a:lnTo>
                    <a:pt x="4943" y="1700"/>
                  </a:lnTo>
                  <a:lnTo>
                    <a:pt x="5329" y="1391"/>
                  </a:lnTo>
                  <a:lnTo>
                    <a:pt x="5715" y="1082"/>
                  </a:lnTo>
                  <a:lnTo>
                    <a:pt x="6102" y="850"/>
                  </a:lnTo>
                  <a:lnTo>
                    <a:pt x="6526" y="696"/>
                  </a:lnTo>
                  <a:lnTo>
                    <a:pt x="6990" y="541"/>
                  </a:lnTo>
                  <a:lnTo>
                    <a:pt x="7453" y="464"/>
                  </a:lnTo>
                  <a:close/>
                  <a:moveTo>
                    <a:pt x="5561" y="12280"/>
                  </a:moveTo>
                  <a:lnTo>
                    <a:pt x="5600" y="12319"/>
                  </a:lnTo>
                  <a:lnTo>
                    <a:pt x="5677" y="12358"/>
                  </a:lnTo>
                  <a:lnTo>
                    <a:pt x="5793" y="12898"/>
                  </a:lnTo>
                  <a:lnTo>
                    <a:pt x="5098" y="12589"/>
                  </a:lnTo>
                  <a:lnTo>
                    <a:pt x="5561" y="12280"/>
                  </a:lnTo>
                  <a:close/>
                  <a:moveTo>
                    <a:pt x="3321" y="12975"/>
                  </a:moveTo>
                  <a:lnTo>
                    <a:pt x="3476" y="13477"/>
                  </a:lnTo>
                  <a:lnTo>
                    <a:pt x="3553" y="13979"/>
                  </a:lnTo>
                  <a:lnTo>
                    <a:pt x="3012" y="13979"/>
                  </a:lnTo>
                  <a:lnTo>
                    <a:pt x="2781" y="13941"/>
                  </a:lnTo>
                  <a:lnTo>
                    <a:pt x="2510" y="13825"/>
                  </a:lnTo>
                  <a:lnTo>
                    <a:pt x="2935" y="13400"/>
                  </a:lnTo>
                  <a:lnTo>
                    <a:pt x="3321" y="12975"/>
                  </a:lnTo>
                  <a:close/>
                  <a:moveTo>
                    <a:pt x="3939" y="14327"/>
                  </a:moveTo>
                  <a:lnTo>
                    <a:pt x="5098" y="14520"/>
                  </a:lnTo>
                  <a:lnTo>
                    <a:pt x="4441" y="15485"/>
                  </a:lnTo>
                  <a:lnTo>
                    <a:pt x="4287" y="15215"/>
                  </a:lnTo>
                  <a:lnTo>
                    <a:pt x="4171" y="14945"/>
                  </a:lnTo>
                  <a:lnTo>
                    <a:pt x="4055" y="14636"/>
                  </a:lnTo>
                  <a:lnTo>
                    <a:pt x="3978" y="14366"/>
                  </a:lnTo>
                  <a:lnTo>
                    <a:pt x="3939" y="14327"/>
                  </a:lnTo>
                  <a:close/>
                  <a:moveTo>
                    <a:pt x="3746" y="14597"/>
                  </a:moveTo>
                  <a:lnTo>
                    <a:pt x="3823" y="14945"/>
                  </a:lnTo>
                  <a:lnTo>
                    <a:pt x="3978" y="15292"/>
                  </a:lnTo>
                  <a:lnTo>
                    <a:pt x="4132" y="15601"/>
                  </a:lnTo>
                  <a:lnTo>
                    <a:pt x="4287" y="15910"/>
                  </a:lnTo>
                  <a:lnTo>
                    <a:pt x="4364" y="15987"/>
                  </a:lnTo>
                  <a:lnTo>
                    <a:pt x="4055" y="16412"/>
                  </a:lnTo>
                  <a:lnTo>
                    <a:pt x="3746" y="16875"/>
                  </a:lnTo>
                  <a:lnTo>
                    <a:pt x="3592" y="16412"/>
                  </a:lnTo>
                  <a:lnTo>
                    <a:pt x="3476" y="15949"/>
                  </a:lnTo>
                  <a:lnTo>
                    <a:pt x="3476" y="15717"/>
                  </a:lnTo>
                  <a:lnTo>
                    <a:pt x="3476" y="15447"/>
                  </a:lnTo>
                  <a:lnTo>
                    <a:pt x="3514" y="15215"/>
                  </a:lnTo>
                  <a:lnTo>
                    <a:pt x="3553" y="14983"/>
                  </a:lnTo>
                  <a:lnTo>
                    <a:pt x="3746" y="14597"/>
                  </a:lnTo>
                  <a:close/>
                  <a:moveTo>
                    <a:pt x="4480" y="16335"/>
                  </a:moveTo>
                  <a:lnTo>
                    <a:pt x="4673" y="16760"/>
                  </a:lnTo>
                  <a:lnTo>
                    <a:pt x="4789" y="17223"/>
                  </a:lnTo>
                  <a:lnTo>
                    <a:pt x="4364" y="17107"/>
                  </a:lnTo>
                  <a:lnTo>
                    <a:pt x="3939" y="17030"/>
                  </a:lnTo>
                  <a:lnTo>
                    <a:pt x="4480" y="16335"/>
                  </a:lnTo>
                  <a:close/>
                  <a:moveTo>
                    <a:pt x="2472" y="16875"/>
                  </a:moveTo>
                  <a:lnTo>
                    <a:pt x="3399" y="17107"/>
                  </a:lnTo>
                  <a:lnTo>
                    <a:pt x="3476" y="17262"/>
                  </a:lnTo>
                  <a:lnTo>
                    <a:pt x="3321" y="17377"/>
                  </a:lnTo>
                  <a:lnTo>
                    <a:pt x="3167" y="17571"/>
                  </a:lnTo>
                  <a:lnTo>
                    <a:pt x="2897" y="17918"/>
                  </a:lnTo>
                  <a:lnTo>
                    <a:pt x="2665" y="17416"/>
                  </a:lnTo>
                  <a:lnTo>
                    <a:pt x="2472" y="16875"/>
                  </a:lnTo>
                  <a:close/>
                  <a:moveTo>
                    <a:pt x="3360" y="19733"/>
                  </a:moveTo>
                  <a:lnTo>
                    <a:pt x="4055" y="20428"/>
                  </a:lnTo>
                  <a:lnTo>
                    <a:pt x="3553" y="20660"/>
                  </a:lnTo>
                  <a:lnTo>
                    <a:pt x="3012" y="20969"/>
                  </a:lnTo>
                  <a:lnTo>
                    <a:pt x="3012" y="20969"/>
                  </a:lnTo>
                  <a:lnTo>
                    <a:pt x="3167" y="20351"/>
                  </a:lnTo>
                  <a:lnTo>
                    <a:pt x="3360" y="19733"/>
                  </a:lnTo>
                  <a:close/>
                  <a:moveTo>
                    <a:pt x="5677" y="20119"/>
                  </a:moveTo>
                  <a:lnTo>
                    <a:pt x="5986" y="20196"/>
                  </a:lnTo>
                  <a:lnTo>
                    <a:pt x="5715" y="20891"/>
                  </a:lnTo>
                  <a:lnTo>
                    <a:pt x="5368" y="21548"/>
                  </a:lnTo>
                  <a:lnTo>
                    <a:pt x="4673" y="20583"/>
                  </a:lnTo>
                  <a:lnTo>
                    <a:pt x="4634" y="20544"/>
                  </a:lnTo>
                  <a:lnTo>
                    <a:pt x="4673" y="20235"/>
                  </a:lnTo>
                  <a:lnTo>
                    <a:pt x="5020" y="20158"/>
                  </a:lnTo>
                  <a:lnTo>
                    <a:pt x="5329" y="20119"/>
                  </a:lnTo>
                  <a:close/>
                  <a:moveTo>
                    <a:pt x="7453" y="1"/>
                  </a:moveTo>
                  <a:lnTo>
                    <a:pt x="7067" y="39"/>
                  </a:lnTo>
                  <a:lnTo>
                    <a:pt x="6719" y="155"/>
                  </a:lnTo>
                  <a:lnTo>
                    <a:pt x="6333" y="271"/>
                  </a:lnTo>
                  <a:lnTo>
                    <a:pt x="5986" y="426"/>
                  </a:lnTo>
                  <a:lnTo>
                    <a:pt x="5638" y="580"/>
                  </a:lnTo>
                  <a:lnTo>
                    <a:pt x="5291" y="812"/>
                  </a:lnTo>
                  <a:lnTo>
                    <a:pt x="4943" y="1043"/>
                  </a:lnTo>
                  <a:lnTo>
                    <a:pt x="4634" y="1314"/>
                  </a:lnTo>
                  <a:lnTo>
                    <a:pt x="4364" y="1623"/>
                  </a:lnTo>
                  <a:lnTo>
                    <a:pt x="4094" y="1893"/>
                  </a:lnTo>
                  <a:lnTo>
                    <a:pt x="3823" y="2240"/>
                  </a:lnTo>
                  <a:lnTo>
                    <a:pt x="3592" y="2549"/>
                  </a:lnTo>
                  <a:lnTo>
                    <a:pt x="3399" y="2897"/>
                  </a:lnTo>
                  <a:lnTo>
                    <a:pt x="3205" y="3283"/>
                  </a:lnTo>
                  <a:lnTo>
                    <a:pt x="3051" y="3631"/>
                  </a:lnTo>
                  <a:lnTo>
                    <a:pt x="2897" y="4017"/>
                  </a:lnTo>
                  <a:lnTo>
                    <a:pt x="2781" y="4403"/>
                  </a:lnTo>
                  <a:lnTo>
                    <a:pt x="2703" y="4789"/>
                  </a:lnTo>
                  <a:lnTo>
                    <a:pt x="2626" y="5175"/>
                  </a:lnTo>
                  <a:lnTo>
                    <a:pt x="2588" y="5600"/>
                  </a:lnTo>
                  <a:lnTo>
                    <a:pt x="2549" y="5986"/>
                  </a:lnTo>
                  <a:lnTo>
                    <a:pt x="2549" y="6411"/>
                  </a:lnTo>
                  <a:lnTo>
                    <a:pt x="2549" y="6836"/>
                  </a:lnTo>
                  <a:lnTo>
                    <a:pt x="2665" y="7724"/>
                  </a:lnTo>
                  <a:lnTo>
                    <a:pt x="2742" y="8149"/>
                  </a:lnTo>
                  <a:lnTo>
                    <a:pt x="2858" y="8573"/>
                  </a:lnTo>
                  <a:lnTo>
                    <a:pt x="3012" y="8998"/>
                  </a:lnTo>
                  <a:lnTo>
                    <a:pt x="3167" y="9384"/>
                  </a:lnTo>
                  <a:lnTo>
                    <a:pt x="3321" y="9809"/>
                  </a:lnTo>
                  <a:lnTo>
                    <a:pt x="3553" y="10195"/>
                  </a:lnTo>
                  <a:lnTo>
                    <a:pt x="3746" y="10543"/>
                  </a:lnTo>
                  <a:lnTo>
                    <a:pt x="4016" y="10929"/>
                  </a:lnTo>
                  <a:lnTo>
                    <a:pt x="4287" y="11238"/>
                  </a:lnTo>
                  <a:lnTo>
                    <a:pt x="4596" y="11547"/>
                  </a:lnTo>
                  <a:lnTo>
                    <a:pt x="4905" y="11856"/>
                  </a:lnTo>
                  <a:lnTo>
                    <a:pt x="5252" y="12087"/>
                  </a:lnTo>
                  <a:lnTo>
                    <a:pt x="4557" y="12473"/>
                  </a:lnTo>
                  <a:lnTo>
                    <a:pt x="4480" y="12551"/>
                  </a:lnTo>
                  <a:lnTo>
                    <a:pt x="4441" y="12666"/>
                  </a:lnTo>
                  <a:lnTo>
                    <a:pt x="4480" y="12782"/>
                  </a:lnTo>
                  <a:lnTo>
                    <a:pt x="4596" y="12860"/>
                  </a:lnTo>
                  <a:lnTo>
                    <a:pt x="5020" y="13014"/>
                  </a:lnTo>
                  <a:lnTo>
                    <a:pt x="4673" y="13168"/>
                  </a:lnTo>
                  <a:lnTo>
                    <a:pt x="4403" y="13362"/>
                  </a:lnTo>
                  <a:lnTo>
                    <a:pt x="4094" y="13555"/>
                  </a:lnTo>
                  <a:lnTo>
                    <a:pt x="3862" y="13786"/>
                  </a:lnTo>
                  <a:lnTo>
                    <a:pt x="3823" y="13477"/>
                  </a:lnTo>
                  <a:lnTo>
                    <a:pt x="3746" y="13168"/>
                  </a:lnTo>
                  <a:lnTo>
                    <a:pt x="3630" y="12860"/>
                  </a:lnTo>
                  <a:lnTo>
                    <a:pt x="3514" y="12551"/>
                  </a:lnTo>
                  <a:lnTo>
                    <a:pt x="3476" y="12473"/>
                  </a:lnTo>
                  <a:lnTo>
                    <a:pt x="3360" y="12435"/>
                  </a:lnTo>
                  <a:lnTo>
                    <a:pt x="3283" y="12473"/>
                  </a:lnTo>
                  <a:lnTo>
                    <a:pt x="3205" y="12512"/>
                  </a:lnTo>
                  <a:lnTo>
                    <a:pt x="2665" y="13168"/>
                  </a:lnTo>
                  <a:lnTo>
                    <a:pt x="2086" y="13748"/>
                  </a:lnTo>
                  <a:lnTo>
                    <a:pt x="2047" y="13825"/>
                  </a:lnTo>
                  <a:lnTo>
                    <a:pt x="2008" y="13902"/>
                  </a:lnTo>
                  <a:lnTo>
                    <a:pt x="2047" y="13979"/>
                  </a:lnTo>
                  <a:lnTo>
                    <a:pt x="2086" y="14057"/>
                  </a:lnTo>
                  <a:lnTo>
                    <a:pt x="2395" y="14211"/>
                  </a:lnTo>
                  <a:lnTo>
                    <a:pt x="2742" y="14288"/>
                  </a:lnTo>
                  <a:lnTo>
                    <a:pt x="3051" y="14366"/>
                  </a:lnTo>
                  <a:lnTo>
                    <a:pt x="3399" y="14366"/>
                  </a:lnTo>
                  <a:lnTo>
                    <a:pt x="3244" y="14636"/>
                  </a:lnTo>
                  <a:lnTo>
                    <a:pt x="3128" y="14945"/>
                  </a:lnTo>
                  <a:lnTo>
                    <a:pt x="3090" y="15176"/>
                  </a:lnTo>
                  <a:lnTo>
                    <a:pt x="3051" y="15408"/>
                  </a:lnTo>
                  <a:lnTo>
                    <a:pt x="3051" y="15872"/>
                  </a:lnTo>
                  <a:lnTo>
                    <a:pt x="3128" y="16296"/>
                  </a:lnTo>
                  <a:lnTo>
                    <a:pt x="3244" y="16760"/>
                  </a:lnTo>
                  <a:lnTo>
                    <a:pt x="2781" y="16567"/>
                  </a:lnTo>
                  <a:lnTo>
                    <a:pt x="2279" y="16412"/>
                  </a:lnTo>
                  <a:lnTo>
                    <a:pt x="2201" y="16412"/>
                  </a:lnTo>
                  <a:lnTo>
                    <a:pt x="2124" y="16451"/>
                  </a:lnTo>
                  <a:lnTo>
                    <a:pt x="2047" y="16528"/>
                  </a:lnTo>
                  <a:lnTo>
                    <a:pt x="2047" y="16644"/>
                  </a:lnTo>
                  <a:lnTo>
                    <a:pt x="2163" y="17107"/>
                  </a:lnTo>
                  <a:lnTo>
                    <a:pt x="2279" y="17532"/>
                  </a:lnTo>
                  <a:lnTo>
                    <a:pt x="2472" y="17957"/>
                  </a:lnTo>
                  <a:lnTo>
                    <a:pt x="2703" y="18381"/>
                  </a:lnTo>
                  <a:lnTo>
                    <a:pt x="2781" y="18459"/>
                  </a:lnTo>
                  <a:lnTo>
                    <a:pt x="2858" y="18497"/>
                  </a:lnTo>
                  <a:lnTo>
                    <a:pt x="2935" y="18459"/>
                  </a:lnTo>
                  <a:lnTo>
                    <a:pt x="3012" y="18381"/>
                  </a:lnTo>
                  <a:lnTo>
                    <a:pt x="3321" y="18034"/>
                  </a:lnTo>
                  <a:lnTo>
                    <a:pt x="3514" y="17802"/>
                  </a:lnTo>
                  <a:lnTo>
                    <a:pt x="3630" y="17609"/>
                  </a:lnTo>
                  <a:lnTo>
                    <a:pt x="3707" y="17764"/>
                  </a:lnTo>
                  <a:lnTo>
                    <a:pt x="3978" y="18343"/>
                  </a:lnTo>
                  <a:lnTo>
                    <a:pt x="4132" y="18961"/>
                  </a:lnTo>
                  <a:lnTo>
                    <a:pt x="4248" y="19540"/>
                  </a:lnTo>
                  <a:lnTo>
                    <a:pt x="4248" y="20158"/>
                  </a:lnTo>
                  <a:lnTo>
                    <a:pt x="3437" y="19308"/>
                  </a:lnTo>
                  <a:lnTo>
                    <a:pt x="3399" y="19270"/>
                  </a:lnTo>
                  <a:lnTo>
                    <a:pt x="3205" y="19270"/>
                  </a:lnTo>
                  <a:lnTo>
                    <a:pt x="3167" y="19347"/>
                  </a:lnTo>
                  <a:lnTo>
                    <a:pt x="2974" y="19810"/>
                  </a:lnTo>
                  <a:lnTo>
                    <a:pt x="2781" y="20274"/>
                  </a:lnTo>
                  <a:lnTo>
                    <a:pt x="2665" y="20776"/>
                  </a:lnTo>
                  <a:lnTo>
                    <a:pt x="2626" y="21316"/>
                  </a:lnTo>
                  <a:lnTo>
                    <a:pt x="2626" y="21393"/>
                  </a:lnTo>
                  <a:lnTo>
                    <a:pt x="2703" y="21471"/>
                  </a:lnTo>
                  <a:lnTo>
                    <a:pt x="2781" y="21509"/>
                  </a:lnTo>
                  <a:lnTo>
                    <a:pt x="2897" y="21471"/>
                  </a:lnTo>
                  <a:lnTo>
                    <a:pt x="3514" y="21162"/>
                  </a:lnTo>
                  <a:lnTo>
                    <a:pt x="4171" y="20776"/>
                  </a:lnTo>
                  <a:lnTo>
                    <a:pt x="4171" y="20776"/>
                  </a:lnTo>
                  <a:lnTo>
                    <a:pt x="4055" y="21162"/>
                  </a:lnTo>
                  <a:lnTo>
                    <a:pt x="3901" y="21548"/>
                  </a:lnTo>
                  <a:lnTo>
                    <a:pt x="3669" y="22050"/>
                  </a:lnTo>
                  <a:lnTo>
                    <a:pt x="3321" y="22552"/>
                  </a:lnTo>
                  <a:lnTo>
                    <a:pt x="2897" y="23015"/>
                  </a:lnTo>
                  <a:lnTo>
                    <a:pt x="2626" y="23247"/>
                  </a:lnTo>
                  <a:lnTo>
                    <a:pt x="2395" y="23401"/>
                  </a:lnTo>
                  <a:lnTo>
                    <a:pt x="2124" y="23594"/>
                  </a:lnTo>
                  <a:lnTo>
                    <a:pt x="1854" y="23710"/>
                  </a:lnTo>
                  <a:lnTo>
                    <a:pt x="1584" y="23788"/>
                  </a:lnTo>
                  <a:lnTo>
                    <a:pt x="1313" y="23788"/>
                  </a:lnTo>
                  <a:lnTo>
                    <a:pt x="1082" y="23749"/>
                  </a:lnTo>
                  <a:lnTo>
                    <a:pt x="811" y="23672"/>
                  </a:lnTo>
                  <a:lnTo>
                    <a:pt x="541" y="23517"/>
                  </a:lnTo>
                  <a:lnTo>
                    <a:pt x="309" y="23286"/>
                  </a:lnTo>
                  <a:lnTo>
                    <a:pt x="232" y="23247"/>
                  </a:lnTo>
                  <a:lnTo>
                    <a:pt x="78" y="23247"/>
                  </a:lnTo>
                  <a:lnTo>
                    <a:pt x="39" y="23363"/>
                  </a:lnTo>
                  <a:lnTo>
                    <a:pt x="0" y="23401"/>
                  </a:lnTo>
                  <a:lnTo>
                    <a:pt x="39" y="23479"/>
                  </a:lnTo>
                  <a:lnTo>
                    <a:pt x="155" y="23633"/>
                  </a:lnTo>
                  <a:lnTo>
                    <a:pt x="271" y="23788"/>
                  </a:lnTo>
                  <a:lnTo>
                    <a:pt x="387" y="23903"/>
                  </a:lnTo>
                  <a:lnTo>
                    <a:pt x="541" y="24019"/>
                  </a:lnTo>
                  <a:lnTo>
                    <a:pt x="695" y="24096"/>
                  </a:lnTo>
                  <a:lnTo>
                    <a:pt x="889" y="24135"/>
                  </a:lnTo>
                  <a:lnTo>
                    <a:pt x="1236" y="24212"/>
                  </a:lnTo>
                  <a:lnTo>
                    <a:pt x="1584" y="24174"/>
                  </a:lnTo>
                  <a:lnTo>
                    <a:pt x="1970" y="24096"/>
                  </a:lnTo>
                  <a:lnTo>
                    <a:pt x="2317" y="23942"/>
                  </a:lnTo>
                  <a:lnTo>
                    <a:pt x="2665" y="23749"/>
                  </a:lnTo>
                  <a:lnTo>
                    <a:pt x="3012" y="23479"/>
                  </a:lnTo>
                  <a:lnTo>
                    <a:pt x="3321" y="23208"/>
                  </a:lnTo>
                  <a:lnTo>
                    <a:pt x="3630" y="22861"/>
                  </a:lnTo>
                  <a:lnTo>
                    <a:pt x="3901" y="22513"/>
                  </a:lnTo>
                  <a:lnTo>
                    <a:pt x="4132" y="22127"/>
                  </a:lnTo>
                  <a:lnTo>
                    <a:pt x="4325" y="21702"/>
                  </a:lnTo>
                  <a:lnTo>
                    <a:pt x="4480" y="21316"/>
                  </a:lnTo>
                  <a:lnTo>
                    <a:pt x="4596" y="20853"/>
                  </a:lnTo>
                  <a:lnTo>
                    <a:pt x="5213" y="21973"/>
                  </a:lnTo>
                  <a:lnTo>
                    <a:pt x="5291" y="22050"/>
                  </a:lnTo>
                  <a:lnTo>
                    <a:pt x="5368" y="22088"/>
                  </a:lnTo>
                  <a:lnTo>
                    <a:pt x="5445" y="22050"/>
                  </a:lnTo>
                  <a:lnTo>
                    <a:pt x="5522" y="22011"/>
                  </a:lnTo>
                  <a:lnTo>
                    <a:pt x="5793" y="21548"/>
                  </a:lnTo>
                  <a:lnTo>
                    <a:pt x="6024" y="21084"/>
                  </a:lnTo>
                  <a:lnTo>
                    <a:pt x="6410" y="20119"/>
                  </a:lnTo>
                  <a:lnTo>
                    <a:pt x="6410" y="20042"/>
                  </a:lnTo>
                  <a:lnTo>
                    <a:pt x="6410" y="19965"/>
                  </a:lnTo>
                  <a:lnTo>
                    <a:pt x="6372" y="19926"/>
                  </a:lnTo>
                  <a:lnTo>
                    <a:pt x="6295" y="19887"/>
                  </a:lnTo>
                  <a:lnTo>
                    <a:pt x="5908" y="19772"/>
                  </a:lnTo>
                  <a:lnTo>
                    <a:pt x="5484" y="19733"/>
                  </a:lnTo>
                  <a:lnTo>
                    <a:pt x="5098" y="19733"/>
                  </a:lnTo>
                  <a:lnTo>
                    <a:pt x="4673" y="19849"/>
                  </a:lnTo>
                  <a:lnTo>
                    <a:pt x="4634" y="19231"/>
                  </a:lnTo>
                  <a:lnTo>
                    <a:pt x="4518" y="18652"/>
                  </a:lnTo>
                  <a:lnTo>
                    <a:pt x="4287" y="18034"/>
                  </a:lnTo>
                  <a:lnTo>
                    <a:pt x="4055" y="17455"/>
                  </a:lnTo>
                  <a:lnTo>
                    <a:pt x="4518" y="17532"/>
                  </a:lnTo>
                  <a:lnTo>
                    <a:pt x="4982" y="17609"/>
                  </a:lnTo>
                  <a:lnTo>
                    <a:pt x="5059" y="17609"/>
                  </a:lnTo>
                  <a:lnTo>
                    <a:pt x="5098" y="17532"/>
                  </a:lnTo>
                  <a:lnTo>
                    <a:pt x="5136" y="17493"/>
                  </a:lnTo>
                  <a:lnTo>
                    <a:pt x="5136" y="17377"/>
                  </a:lnTo>
                  <a:lnTo>
                    <a:pt x="5098" y="17030"/>
                  </a:lnTo>
                  <a:lnTo>
                    <a:pt x="4982" y="16644"/>
                  </a:lnTo>
                  <a:lnTo>
                    <a:pt x="4827" y="16296"/>
                  </a:lnTo>
                  <a:lnTo>
                    <a:pt x="4673" y="15987"/>
                  </a:lnTo>
                  <a:lnTo>
                    <a:pt x="4596" y="15910"/>
                  </a:lnTo>
                  <a:lnTo>
                    <a:pt x="4634" y="15910"/>
                  </a:lnTo>
                  <a:lnTo>
                    <a:pt x="5600" y="14481"/>
                  </a:lnTo>
                  <a:lnTo>
                    <a:pt x="5638" y="14366"/>
                  </a:lnTo>
                  <a:lnTo>
                    <a:pt x="5600" y="14288"/>
                  </a:lnTo>
                  <a:lnTo>
                    <a:pt x="5561" y="14211"/>
                  </a:lnTo>
                  <a:lnTo>
                    <a:pt x="5445" y="14172"/>
                  </a:lnTo>
                  <a:lnTo>
                    <a:pt x="4209" y="13979"/>
                  </a:lnTo>
                  <a:lnTo>
                    <a:pt x="4480" y="13748"/>
                  </a:lnTo>
                  <a:lnTo>
                    <a:pt x="4789" y="13555"/>
                  </a:lnTo>
                  <a:lnTo>
                    <a:pt x="5098" y="13362"/>
                  </a:lnTo>
                  <a:lnTo>
                    <a:pt x="5406" y="13168"/>
                  </a:lnTo>
                  <a:lnTo>
                    <a:pt x="6024" y="13400"/>
                  </a:lnTo>
                  <a:lnTo>
                    <a:pt x="6140" y="13439"/>
                  </a:lnTo>
                  <a:lnTo>
                    <a:pt x="6217" y="13362"/>
                  </a:lnTo>
                  <a:lnTo>
                    <a:pt x="6256" y="13284"/>
                  </a:lnTo>
                  <a:lnTo>
                    <a:pt x="6295" y="13168"/>
                  </a:lnTo>
                  <a:lnTo>
                    <a:pt x="6179" y="12705"/>
                  </a:lnTo>
                  <a:lnTo>
                    <a:pt x="6063" y="12242"/>
                  </a:lnTo>
                  <a:lnTo>
                    <a:pt x="6912" y="11933"/>
                  </a:lnTo>
                  <a:lnTo>
                    <a:pt x="7723" y="11585"/>
                  </a:lnTo>
                  <a:lnTo>
                    <a:pt x="8534" y="11122"/>
                  </a:lnTo>
                  <a:lnTo>
                    <a:pt x="9268" y="10620"/>
                  </a:lnTo>
                  <a:lnTo>
                    <a:pt x="9963" y="10079"/>
                  </a:lnTo>
                  <a:lnTo>
                    <a:pt x="10311" y="9770"/>
                  </a:lnTo>
                  <a:lnTo>
                    <a:pt x="10620" y="9423"/>
                  </a:lnTo>
                  <a:lnTo>
                    <a:pt x="10890" y="9075"/>
                  </a:lnTo>
                  <a:lnTo>
                    <a:pt x="11160" y="8728"/>
                  </a:lnTo>
                  <a:lnTo>
                    <a:pt x="11392" y="8342"/>
                  </a:lnTo>
                  <a:lnTo>
                    <a:pt x="11623" y="7955"/>
                  </a:lnTo>
                  <a:lnTo>
                    <a:pt x="11817" y="7569"/>
                  </a:lnTo>
                  <a:lnTo>
                    <a:pt x="11971" y="7183"/>
                  </a:lnTo>
                  <a:lnTo>
                    <a:pt x="12125" y="6758"/>
                  </a:lnTo>
                  <a:lnTo>
                    <a:pt x="12241" y="6334"/>
                  </a:lnTo>
                  <a:lnTo>
                    <a:pt x="12319" y="5948"/>
                  </a:lnTo>
                  <a:lnTo>
                    <a:pt x="12357" y="5523"/>
                  </a:lnTo>
                  <a:lnTo>
                    <a:pt x="12396" y="5098"/>
                  </a:lnTo>
                  <a:lnTo>
                    <a:pt x="12396" y="4673"/>
                  </a:lnTo>
                  <a:lnTo>
                    <a:pt x="12357" y="4248"/>
                  </a:lnTo>
                  <a:lnTo>
                    <a:pt x="12280" y="3824"/>
                  </a:lnTo>
                  <a:lnTo>
                    <a:pt x="12203" y="3438"/>
                  </a:lnTo>
                  <a:lnTo>
                    <a:pt x="12048" y="3051"/>
                  </a:lnTo>
                  <a:lnTo>
                    <a:pt x="11894" y="2665"/>
                  </a:lnTo>
                  <a:lnTo>
                    <a:pt x="11701" y="2279"/>
                  </a:lnTo>
                  <a:lnTo>
                    <a:pt x="11469" y="1893"/>
                  </a:lnTo>
                  <a:lnTo>
                    <a:pt x="11160" y="1545"/>
                  </a:lnTo>
                  <a:lnTo>
                    <a:pt x="10890" y="1275"/>
                  </a:lnTo>
                  <a:lnTo>
                    <a:pt x="10620" y="1005"/>
                  </a:lnTo>
                  <a:lnTo>
                    <a:pt x="10311" y="773"/>
                  </a:lnTo>
                  <a:lnTo>
                    <a:pt x="9963" y="580"/>
                  </a:lnTo>
                  <a:lnTo>
                    <a:pt x="9654" y="387"/>
                  </a:lnTo>
                  <a:lnTo>
                    <a:pt x="9307" y="233"/>
                  </a:lnTo>
                  <a:lnTo>
                    <a:pt x="8920" y="117"/>
                  </a:lnTo>
                  <a:lnTo>
                    <a:pt x="8573" y="39"/>
                  </a:lnTo>
                  <a:lnTo>
                    <a:pt x="81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3" name="Google Shape;3893;p17"/>
            <p:cNvSpPr/>
            <p:nvPr/>
          </p:nvSpPr>
          <p:spPr>
            <a:xfrm>
              <a:off x="1545225" y="2340525"/>
              <a:ext cx="21275" cy="8700"/>
            </a:xfrm>
            <a:custGeom>
              <a:avLst/>
              <a:gdLst/>
              <a:ahLst/>
              <a:cxnLst/>
              <a:rect l="l" t="t" r="r" b="b"/>
              <a:pathLst>
                <a:path w="851" h="348" extrusionOk="0">
                  <a:moveTo>
                    <a:pt x="425" y="0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1" y="193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3"/>
                  </a:lnTo>
                  <a:lnTo>
                    <a:pt x="811" y="78"/>
                  </a:lnTo>
                  <a:lnTo>
                    <a:pt x="73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4" name="Google Shape;3894;p17"/>
            <p:cNvSpPr/>
            <p:nvPr/>
          </p:nvSpPr>
          <p:spPr>
            <a:xfrm>
              <a:off x="6777550" y="234825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26"/>
                  </a:lnTo>
                  <a:lnTo>
                    <a:pt x="0" y="3012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52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30"/>
                  </a:lnTo>
                  <a:lnTo>
                    <a:pt x="463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776"/>
                  </a:lnTo>
                  <a:lnTo>
                    <a:pt x="888" y="1545"/>
                  </a:lnTo>
                  <a:lnTo>
                    <a:pt x="1043" y="1313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3"/>
                  </a:lnTo>
                  <a:lnTo>
                    <a:pt x="1854" y="657"/>
                  </a:lnTo>
                  <a:lnTo>
                    <a:pt x="2124" y="541"/>
                  </a:lnTo>
                  <a:lnTo>
                    <a:pt x="2433" y="502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3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1" y="1390"/>
                  </a:lnTo>
                  <a:lnTo>
                    <a:pt x="3669" y="1661"/>
                  </a:lnTo>
                  <a:lnTo>
                    <a:pt x="4132" y="1545"/>
                  </a:lnTo>
                  <a:lnTo>
                    <a:pt x="4016" y="1159"/>
                  </a:lnTo>
                  <a:lnTo>
                    <a:pt x="3823" y="811"/>
                  </a:lnTo>
                  <a:lnTo>
                    <a:pt x="3630" y="502"/>
                  </a:lnTo>
                  <a:lnTo>
                    <a:pt x="3398" y="271"/>
                  </a:lnTo>
                  <a:lnTo>
                    <a:pt x="3244" y="155"/>
                  </a:lnTo>
                  <a:lnTo>
                    <a:pt x="3089" y="77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5" name="Google Shape;3895;p17"/>
            <p:cNvSpPr/>
            <p:nvPr/>
          </p:nvSpPr>
          <p:spPr>
            <a:xfrm>
              <a:off x="6642400" y="2349200"/>
              <a:ext cx="437325" cy="301225"/>
            </a:xfrm>
            <a:custGeom>
              <a:avLst/>
              <a:gdLst/>
              <a:ahLst/>
              <a:cxnLst/>
              <a:rect l="l" t="t" r="r" b="b"/>
              <a:pathLst>
                <a:path w="17493" h="12049" extrusionOk="0">
                  <a:moveTo>
                    <a:pt x="12086" y="503"/>
                  </a:moveTo>
                  <a:lnTo>
                    <a:pt x="12202" y="580"/>
                  </a:lnTo>
                  <a:lnTo>
                    <a:pt x="12280" y="657"/>
                  </a:lnTo>
                  <a:lnTo>
                    <a:pt x="12627" y="850"/>
                  </a:lnTo>
                  <a:lnTo>
                    <a:pt x="12897" y="1159"/>
                  </a:lnTo>
                  <a:lnTo>
                    <a:pt x="13129" y="1507"/>
                  </a:lnTo>
                  <a:lnTo>
                    <a:pt x="13322" y="1854"/>
                  </a:lnTo>
                  <a:lnTo>
                    <a:pt x="13477" y="2240"/>
                  </a:lnTo>
                  <a:lnTo>
                    <a:pt x="13631" y="2665"/>
                  </a:lnTo>
                  <a:lnTo>
                    <a:pt x="13824" y="3438"/>
                  </a:lnTo>
                  <a:lnTo>
                    <a:pt x="13090" y="3013"/>
                  </a:lnTo>
                  <a:lnTo>
                    <a:pt x="12704" y="2781"/>
                  </a:lnTo>
                  <a:lnTo>
                    <a:pt x="12357" y="2472"/>
                  </a:lnTo>
                  <a:lnTo>
                    <a:pt x="12009" y="2125"/>
                  </a:lnTo>
                  <a:lnTo>
                    <a:pt x="11816" y="1932"/>
                  </a:lnTo>
                  <a:lnTo>
                    <a:pt x="11662" y="1700"/>
                  </a:lnTo>
                  <a:lnTo>
                    <a:pt x="11507" y="1391"/>
                  </a:lnTo>
                  <a:lnTo>
                    <a:pt x="11430" y="1043"/>
                  </a:lnTo>
                  <a:lnTo>
                    <a:pt x="11662" y="735"/>
                  </a:lnTo>
                  <a:lnTo>
                    <a:pt x="11739" y="619"/>
                  </a:lnTo>
                  <a:lnTo>
                    <a:pt x="11855" y="541"/>
                  </a:lnTo>
                  <a:lnTo>
                    <a:pt x="11971" y="503"/>
                  </a:lnTo>
                  <a:close/>
                  <a:moveTo>
                    <a:pt x="16218" y="1584"/>
                  </a:moveTo>
                  <a:lnTo>
                    <a:pt x="16296" y="1623"/>
                  </a:lnTo>
                  <a:lnTo>
                    <a:pt x="16411" y="1661"/>
                  </a:lnTo>
                  <a:lnTo>
                    <a:pt x="16489" y="1738"/>
                  </a:lnTo>
                  <a:lnTo>
                    <a:pt x="16566" y="1816"/>
                  </a:lnTo>
                  <a:lnTo>
                    <a:pt x="16604" y="1970"/>
                  </a:lnTo>
                  <a:lnTo>
                    <a:pt x="16643" y="2163"/>
                  </a:lnTo>
                  <a:lnTo>
                    <a:pt x="16643" y="2356"/>
                  </a:lnTo>
                  <a:lnTo>
                    <a:pt x="16604" y="2511"/>
                  </a:lnTo>
                  <a:lnTo>
                    <a:pt x="16527" y="2665"/>
                  </a:lnTo>
                  <a:lnTo>
                    <a:pt x="16411" y="2820"/>
                  </a:lnTo>
                  <a:lnTo>
                    <a:pt x="16296" y="2974"/>
                  </a:lnTo>
                  <a:lnTo>
                    <a:pt x="15948" y="3206"/>
                  </a:lnTo>
                  <a:lnTo>
                    <a:pt x="15562" y="3399"/>
                  </a:lnTo>
                  <a:lnTo>
                    <a:pt x="15137" y="3553"/>
                  </a:lnTo>
                  <a:lnTo>
                    <a:pt x="14712" y="3669"/>
                  </a:lnTo>
                  <a:lnTo>
                    <a:pt x="14365" y="3746"/>
                  </a:lnTo>
                  <a:lnTo>
                    <a:pt x="14481" y="3360"/>
                  </a:lnTo>
                  <a:lnTo>
                    <a:pt x="14635" y="2974"/>
                  </a:lnTo>
                  <a:lnTo>
                    <a:pt x="14828" y="2627"/>
                  </a:lnTo>
                  <a:lnTo>
                    <a:pt x="15098" y="2279"/>
                  </a:lnTo>
                  <a:lnTo>
                    <a:pt x="15407" y="1970"/>
                  </a:lnTo>
                  <a:lnTo>
                    <a:pt x="15639" y="1816"/>
                  </a:lnTo>
                  <a:lnTo>
                    <a:pt x="15871" y="1661"/>
                  </a:lnTo>
                  <a:lnTo>
                    <a:pt x="16102" y="1623"/>
                  </a:lnTo>
                  <a:lnTo>
                    <a:pt x="16218" y="1584"/>
                  </a:lnTo>
                  <a:close/>
                  <a:moveTo>
                    <a:pt x="13824" y="4287"/>
                  </a:moveTo>
                  <a:lnTo>
                    <a:pt x="13670" y="4557"/>
                  </a:lnTo>
                  <a:lnTo>
                    <a:pt x="13477" y="4789"/>
                  </a:lnTo>
                  <a:lnTo>
                    <a:pt x="13245" y="5021"/>
                  </a:lnTo>
                  <a:lnTo>
                    <a:pt x="13013" y="5214"/>
                  </a:lnTo>
                  <a:lnTo>
                    <a:pt x="12666" y="5484"/>
                  </a:lnTo>
                  <a:lnTo>
                    <a:pt x="12164" y="5754"/>
                  </a:lnTo>
                  <a:lnTo>
                    <a:pt x="11893" y="5870"/>
                  </a:lnTo>
                  <a:lnTo>
                    <a:pt x="11623" y="5948"/>
                  </a:lnTo>
                  <a:lnTo>
                    <a:pt x="11391" y="5986"/>
                  </a:lnTo>
                  <a:lnTo>
                    <a:pt x="11198" y="5948"/>
                  </a:lnTo>
                  <a:lnTo>
                    <a:pt x="11044" y="5870"/>
                  </a:lnTo>
                  <a:lnTo>
                    <a:pt x="10967" y="5793"/>
                  </a:lnTo>
                  <a:lnTo>
                    <a:pt x="10928" y="5716"/>
                  </a:lnTo>
                  <a:lnTo>
                    <a:pt x="10889" y="5639"/>
                  </a:lnTo>
                  <a:lnTo>
                    <a:pt x="10889" y="5446"/>
                  </a:lnTo>
                  <a:lnTo>
                    <a:pt x="10967" y="5252"/>
                  </a:lnTo>
                  <a:lnTo>
                    <a:pt x="11121" y="5098"/>
                  </a:lnTo>
                  <a:lnTo>
                    <a:pt x="11276" y="4944"/>
                  </a:lnTo>
                  <a:lnTo>
                    <a:pt x="11546" y="4750"/>
                  </a:lnTo>
                  <a:lnTo>
                    <a:pt x="11816" y="4635"/>
                  </a:lnTo>
                  <a:lnTo>
                    <a:pt x="12086" y="4557"/>
                  </a:lnTo>
                  <a:lnTo>
                    <a:pt x="12627" y="4480"/>
                  </a:lnTo>
                  <a:lnTo>
                    <a:pt x="13245" y="4403"/>
                  </a:lnTo>
                  <a:lnTo>
                    <a:pt x="13554" y="4364"/>
                  </a:lnTo>
                  <a:lnTo>
                    <a:pt x="13824" y="4287"/>
                  </a:lnTo>
                  <a:close/>
                  <a:moveTo>
                    <a:pt x="14403" y="4248"/>
                  </a:moveTo>
                  <a:lnTo>
                    <a:pt x="15098" y="4596"/>
                  </a:lnTo>
                  <a:lnTo>
                    <a:pt x="15407" y="4789"/>
                  </a:lnTo>
                  <a:lnTo>
                    <a:pt x="15716" y="4982"/>
                  </a:lnTo>
                  <a:lnTo>
                    <a:pt x="15909" y="5137"/>
                  </a:lnTo>
                  <a:lnTo>
                    <a:pt x="16141" y="5368"/>
                  </a:lnTo>
                  <a:lnTo>
                    <a:pt x="16411" y="5677"/>
                  </a:lnTo>
                  <a:lnTo>
                    <a:pt x="16643" y="5986"/>
                  </a:lnTo>
                  <a:lnTo>
                    <a:pt x="16875" y="6334"/>
                  </a:lnTo>
                  <a:lnTo>
                    <a:pt x="16991" y="6681"/>
                  </a:lnTo>
                  <a:lnTo>
                    <a:pt x="16991" y="6836"/>
                  </a:lnTo>
                  <a:lnTo>
                    <a:pt x="16991" y="6990"/>
                  </a:lnTo>
                  <a:lnTo>
                    <a:pt x="16952" y="7106"/>
                  </a:lnTo>
                  <a:lnTo>
                    <a:pt x="16836" y="7222"/>
                  </a:lnTo>
                  <a:lnTo>
                    <a:pt x="16759" y="7299"/>
                  </a:lnTo>
                  <a:lnTo>
                    <a:pt x="16643" y="7338"/>
                  </a:lnTo>
                  <a:lnTo>
                    <a:pt x="16373" y="7338"/>
                  </a:lnTo>
                  <a:lnTo>
                    <a:pt x="16141" y="7222"/>
                  </a:lnTo>
                  <a:lnTo>
                    <a:pt x="15871" y="7029"/>
                  </a:lnTo>
                  <a:lnTo>
                    <a:pt x="15600" y="6797"/>
                  </a:lnTo>
                  <a:lnTo>
                    <a:pt x="15369" y="6565"/>
                  </a:lnTo>
                  <a:lnTo>
                    <a:pt x="15060" y="6141"/>
                  </a:lnTo>
                  <a:lnTo>
                    <a:pt x="14828" y="5716"/>
                  </a:lnTo>
                  <a:lnTo>
                    <a:pt x="14635" y="5252"/>
                  </a:lnTo>
                  <a:lnTo>
                    <a:pt x="14519" y="4750"/>
                  </a:lnTo>
                  <a:lnTo>
                    <a:pt x="14403" y="4248"/>
                  </a:lnTo>
                  <a:close/>
                  <a:moveTo>
                    <a:pt x="11855" y="1"/>
                  </a:moveTo>
                  <a:lnTo>
                    <a:pt x="11584" y="39"/>
                  </a:lnTo>
                  <a:lnTo>
                    <a:pt x="11469" y="117"/>
                  </a:lnTo>
                  <a:lnTo>
                    <a:pt x="11353" y="194"/>
                  </a:lnTo>
                  <a:lnTo>
                    <a:pt x="11160" y="387"/>
                  </a:lnTo>
                  <a:lnTo>
                    <a:pt x="11005" y="619"/>
                  </a:lnTo>
                  <a:lnTo>
                    <a:pt x="10928" y="812"/>
                  </a:lnTo>
                  <a:lnTo>
                    <a:pt x="10928" y="1005"/>
                  </a:lnTo>
                  <a:lnTo>
                    <a:pt x="10928" y="1236"/>
                  </a:lnTo>
                  <a:lnTo>
                    <a:pt x="11005" y="1468"/>
                  </a:lnTo>
                  <a:lnTo>
                    <a:pt x="11082" y="1661"/>
                  </a:lnTo>
                  <a:lnTo>
                    <a:pt x="11198" y="1893"/>
                  </a:lnTo>
                  <a:lnTo>
                    <a:pt x="11546" y="2318"/>
                  </a:lnTo>
                  <a:lnTo>
                    <a:pt x="11932" y="2742"/>
                  </a:lnTo>
                  <a:lnTo>
                    <a:pt x="12395" y="3090"/>
                  </a:lnTo>
                  <a:lnTo>
                    <a:pt x="12859" y="3399"/>
                  </a:lnTo>
                  <a:lnTo>
                    <a:pt x="12859" y="3399"/>
                  </a:lnTo>
                  <a:lnTo>
                    <a:pt x="12048" y="3283"/>
                  </a:lnTo>
                  <a:lnTo>
                    <a:pt x="11198" y="3283"/>
                  </a:lnTo>
                  <a:lnTo>
                    <a:pt x="10387" y="3322"/>
                  </a:lnTo>
                  <a:lnTo>
                    <a:pt x="9615" y="3476"/>
                  </a:lnTo>
                  <a:lnTo>
                    <a:pt x="9654" y="3013"/>
                  </a:lnTo>
                  <a:lnTo>
                    <a:pt x="9654" y="2511"/>
                  </a:lnTo>
                  <a:lnTo>
                    <a:pt x="9615" y="2009"/>
                  </a:lnTo>
                  <a:lnTo>
                    <a:pt x="9538" y="1507"/>
                  </a:lnTo>
                  <a:lnTo>
                    <a:pt x="9075" y="1623"/>
                  </a:lnTo>
                  <a:lnTo>
                    <a:pt x="9152" y="2086"/>
                  </a:lnTo>
                  <a:lnTo>
                    <a:pt x="9152" y="2588"/>
                  </a:lnTo>
                  <a:lnTo>
                    <a:pt x="9152" y="3090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5" y="3901"/>
                  </a:lnTo>
                  <a:lnTo>
                    <a:pt x="7414" y="4287"/>
                  </a:lnTo>
                  <a:lnTo>
                    <a:pt x="6603" y="4712"/>
                  </a:lnTo>
                  <a:lnTo>
                    <a:pt x="5831" y="5214"/>
                  </a:lnTo>
                  <a:lnTo>
                    <a:pt x="5406" y="5252"/>
                  </a:lnTo>
                  <a:lnTo>
                    <a:pt x="5406" y="5561"/>
                  </a:lnTo>
                  <a:lnTo>
                    <a:pt x="4595" y="6218"/>
                  </a:lnTo>
                  <a:lnTo>
                    <a:pt x="3823" y="6913"/>
                  </a:lnTo>
                  <a:lnTo>
                    <a:pt x="3089" y="7685"/>
                  </a:lnTo>
                  <a:lnTo>
                    <a:pt x="2394" y="8496"/>
                  </a:lnTo>
                  <a:lnTo>
                    <a:pt x="1738" y="9307"/>
                  </a:lnTo>
                  <a:lnTo>
                    <a:pt x="1081" y="10157"/>
                  </a:lnTo>
                  <a:lnTo>
                    <a:pt x="502" y="10967"/>
                  </a:lnTo>
                  <a:lnTo>
                    <a:pt x="0" y="11778"/>
                  </a:lnTo>
                  <a:lnTo>
                    <a:pt x="348" y="12049"/>
                  </a:lnTo>
                  <a:lnTo>
                    <a:pt x="1545" y="10504"/>
                  </a:lnTo>
                  <a:lnTo>
                    <a:pt x="2742" y="8959"/>
                  </a:lnTo>
                  <a:lnTo>
                    <a:pt x="3360" y="8226"/>
                  </a:lnTo>
                  <a:lnTo>
                    <a:pt x="4016" y="7492"/>
                  </a:lnTo>
                  <a:lnTo>
                    <a:pt x="4711" y="6797"/>
                  </a:lnTo>
                  <a:lnTo>
                    <a:pt x="5483" y="6179"/>
                  </a:lnTo>
                  <a:lnTo>
                    <a:pt x="6256" y="5561"/>
                  </a:lnTo>
                  <a:lnTo>
                    <a:pt x="7105" y="5059"/>
                  </a:lnTo>
                  <a:lnTo>
                    <a:pt x="7993" y="4596"/>
                  </a:lnTo>
                  <a:lnTo>
                    <a:pt x="8457" y="4442"/>
                  </a:lnTo>
                  <a:lnTo>
                    <a:pt x="8920" y="4248"/>
                  </a:lnTo>
                  <a:lnTo>
                    <a:pt x="9422" y="4133"/>
                  </a:lnTo>
                  <a:lnTo>
                    <a:pt x="9885" y="4017"/>
                  </a:lnTo>
                  <a:lnTo>
                    <a:pt x="10387" y="3901"/>
                  </a:lnTo>
                  <a:lnTo>
                    <a:pt x="10851" y="3862"/>
                  </a:lnTo>
                  <a:lnTo>
                    <a:pt x="11353" y="3824"/>
                  </a:lnTo>
                  <a:lnTo>
                    <a:pt x="11855" y="3824"/>
                  </a:lnTo>
                  <a:lnTo>
                    <a:pt x="12357" y="3862"/>
                  </a:lnTo>
                  <a:lnTo>
                    <a:pt x="12859" y="3901"/>
                  </a:lnTo>
                  <a:lnTo>
                    <a:pt x="12318" y="3978"/>
                  </a:lnTo>
                  <a:lnTo>
                    <a:pt x="11855" y="4094"/>
                  </a:lnTo>
                  <a:lnTo>
                    <a:pt x="11391" y="4287"/>
                  </a:lnTo>
                  <a:lnTo>
                    <a:pt x="11198" y="4403"/>
                  </a:lnTo>
                  <a:lnTo>
                    <a:pt x="11005" y="4557"/>
                  </a:lnTo>
                  <a:lnTo>
                    <a:pt x="10851" y="4673"/>
                  </a:lnTo>
                  <a:lnTo>
                    <a:pt x="10696" y="4866"/>
                  </a:lnTo>
                  <a:lnTo>
                    <a:pt x="10542" y="5059"/>
                  </a:lnTo>
                  <a:lnTo>
                    <a:pt x="10465" y="5291"/>
                  </a:lnTo>
                  <a:lnTo>
                    <a:pt x="10387" y="5523"/>
                  </a:lnTo>
                  <a:lnTo>
                    <a:pt x="10387" y="5754"/>
                  </a:lnTo>
                  <a:lnTo>
                    <a:pt x="10426" y="5948"/>
                  </a:lnTo>
                  <a:lnTo>
                    <a:pt x="10581" y="6179"/>
                  </a:lnTo>
                  <a:lnTo>
                    <a:pt x="10658" y="6256"/>
                  </a:lnTo>
                  <a:lnTo>
                    <a:pt x="10774" y="6334"/>
                  </a:lnTo>
                  <a:lnTo>
                    <a:pt x="11005" y="6411"/>
                  </a:lnTo>
                  <a:lnTo>
                    <a:pt x="11276" y="6449"/>
                  </a:lnTo>
                  <a:lnTo>
                    <a:pt x="11584" y="6411"/>
                  </a:lnTo>
                  <a:lnTo>
                    <a:pt x="11855" y="6372"/>
                  </a:lnTo>
                  <a:lnTo>
                    <a:pt x="12164" y="6256"/>
                  </a:lnTo>
                  <a:lnTo>
                    <a:pt x="12627" y="6063"/>
                  </a:lnTo>
                  <a:lnTo>
                    <a:pt x="13052" y="5793"/>
                  </a:lnTo>
                  <a:lnTo>
                    <a:pt x="13438" y="5484"/>
                  </a:lnTo>
                  <a:lnTo>
                    <a:pt x="13399" y="5523"/>
                  </a:lnTo>
                  <a:lnTo>
                    <a:pt x="13786" y="5716"/>
                  </a:lnTo>
                  <a:lnTo>
                    <a:pt x="14056" y="4866"/>
                  </a:lnTo>
                  <a:lnTo>
                    <a:pt x="14210" y="5407"/>
                  </a:lnTo>
                  <a:lnTo>
                    <a:pt x="14403" y="5909"/>
                  </a:lnTo>
                  <a:lnTo>
                    <a:pt x="14674" y="6411"/>
                  </a:lnTo>
                  <a:lnTo>
                    <a:pt x="14983" y="6874"/>
                  </a:lnTo>
                  <a:lnTo>
                    <a:pt x="15176" y="7067"/>
                  </a:lnTo>
                  <a:lnTo>
                    <a:pt x="15407" y="7299"/>
                  </a:lnTo>
                  <a:lnTo>
                    <a:pt x="15678" y="7492"/>
                  </a:lnTo>
                  <a:lnTo>
                    <a:pt x="15987" y="7685"/>
                  </a:lnTo>
                  <a:lnTo>
                    <a:pt x="16296" y="7801"/>
                  </a:lnTo>
                  <a:lnTo>
                    <a:pt x="16604" y="7878"/>
                  </a:lnTo>
                  <a:lnTo>
                    <a:pt x="16759" y="7878"/>
                  </a:lnTo>
                  <a:lnTo>
                    <a:pt x="16875" y="7840"/>
                  </a:lnTo>
                  <a:lnTo>
                    <a:pt x="17029" y="7801"/>
                  </a:lnTo>
                  <a:lnTo>
                    <a:pt x="17184" y="7724"/>
                  </a:lnTo>
                  <a:lnTo>
                    <a:pt x="17299" y="7647"/>
                  </a:lnTo>
                  <a:lnTo>
                    <a:pt x="17377" y="7531"/>
                  </a:lnTo>
                  <a:lnTo>
                    <a:pt x="17415" y="7376"/>
                  </a:lnTo>
                  <a:lnTo>
                    <a:pt x="17454" y="7260"/>
                  </a:lnTo>
                  <a:lnTo>
                    <a:pt x="17493" y="6951"/>
                  </a:lnTo>
                  <a:lnTo>
                    <a:pt x="17415" y="6604"/>
                  </a:lnTo>
                  <a:lnTo>
                    <a:pt x="17299" y="6295"/>
                  </a:lnTo>
                  <a:lnTo>
                    <a:pt x="17184" y="5986"/>
                  </a:lnTo>
                  <a:lnTo>
                    <a:pt x="17029" y="5716"/>
                  </a:lnTo>
                  <a:lnTo>
                    <a:pt x="16875" y="5484"/>
                  </a:lnTo>
                  <a:lnTo>
                    <a:pt x="16682" y="5252"/>
                  </a:lnTo>
                  <a:lnTo>
                    <a:pt x="16489" y="5021"/>
                  </a:lnTo>
                  <a:lnTo>
                    <a:pt x="16257" y="4789"/>
                  </a:lnTo>
                  <a:lnTo>
                    <a:pt x="16025" y="4596"/>
                  </a:lnTo>
                  <a:lnTo>
                    <a:pt x="15523" y="4287"/>
                  </a:lnTo>
                  <a:lnTo>
                    <a:pt x="14944" y="4017"/>
                  </a:lnTo>
                  <a:lnTo>
                    <a:pt x="15407" y="3901"/>
                  </a:lnTo>
                  <a:lnTo>
                    <a:pt x="15832" y="3746"/>
                  </a:lnTo>
                  <a:lnTo>
                    <a:pt x="16218" y="3515"/>
                  </a:lnTo>
                  <a:lnTo>
                    <a:pt x="16604" y="3244"/>
                  </a:lnTo>
                  <a:lnTo>
                    <a:pt x="16759" y="3051"/>
                  </a:lnTo>
                  <a:lnTo>
                    <a:pt x="16913" y="2858"/>
                  </a:lnTo>
                  <a:lnTo>
                    <a:pt x="17029" y="2665"/>
                  </a:lnTo>
                  <a:lnTo>
                    <a:pt x="17106" y="2434"/>
                  </a:lnTo>
                  <a:lnTo>
                    <a:pt x="17145" y="2163"/>
                  </a:lnTo>
                  <a:lnTo>
                    <a:pt x="17106" y="1932"/>
                  </a:lnTo>
                  <a:lnTo>
                    <a:pt x="17068" y="1700"/>
                  </a:lnTo>
                  <a:lnTo>
                    <a:pt x="16913" y="1468"/>
                  </a:lnTo>
                  <a:lnTo>
                    <a:pt x="16759" y="1314"/>
                  </a:lnTo>
                  <a:lnTo>
                    <a:pt x="16566" y="1198"/>
                  </a:lnTo>
                  <a:lnTo>
                    <a:pt x="16334" y="1159"/>
                  </a:lnTo>
                  <a:lnTo>
                    <a:pt x="16102" y="1159"/>
                  </a:lnTo>
                  <a:lnTo>
                    <a:pt x="15909" y="1198"/>
                  </a:lnTo>
                  <a:lnTo>
                    <a:pt x="15678" y="1236"/>
                  </a:lnTo>
                  <a:lnTo>
                    <a:pt x="15446" y="1352"/>
                  </a:lnTo>
                  <a:lnTo>
                    <a:pt x="15253" y="1468"/>
                  </a:lnTo>
                  <a:lnTo>
                    <a:pt x="14905" y="1777"/>
                  </a:lnTo>
                  <a:lnTo>
                    <a:pt x="14596" y="2163"/>
                  </a:lnTo>
                  <a:lnTo>
                    <a:pt x="14326" y="2588"/>
                  </a:lnTo>
                  <a:lnTo>
                    <a:pt x="14094" y="3013"/>
                  </a:lnTo>
                  <a:lnTo>
                    <a:pt x="13940" y="2434"/>
                  </a:lnTo>
                  <a:lnTo>
                    <a:pt x="13747" y="1893"/>
                  </a:lnTo>
                  <a:lnTo>
                    <a:pt x="13515" y="1352"/>
                  </a:lnTo>
                  <a:lnTo>
                    <a:pt x="13168" y="850"/>
                  </a:lnTo>
                  <a:lnTo>
                    <a:pt x="13013" y="657"/>
                  </a:lnTo>
                  <a:lnTo>
                    <a:pt x="12820" y="464"/>
                  </a:lnTo>
                  <a:lnTo>
                    <a:pt x="12588" y="271"/>
                  </a:lnTo>
                  <a:lnTo>
                    <a:pt x="12357" y="117"/>
                  </a:lnTo>
                  <a:lnTo>
                    <a:pt x="12086" y="39"/>
                  </a:lnTo>
                  <a:lnTo>
                    <a:pt x="118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6" name="Google Shape;3896;p17"/>
            <p:cNvSpPr/>
            <p:nvPr/>
          </p:nvSpPr>
          <p:spPr>
            <a:xfrm>
              <a:off x="4161375" y="2367550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3" y="387"/>
                  </a:moveTo>
                  <a:lnTo>
                    <a:pt x="1121" y="425"/>
                  </a:lnTo>
                  <a:lnTo>
                    <a:pt x="1198" y="464"/>
                  </a:lnTo>
                  <a:lnTo>
                    <a:pt x="1236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6" y="1120"/>
                  </a:lnTo>
                  <a:lnTo>
                    <a:pt x="1159" y="1198"/>
                  </a:lnTo>
                  <a:lnTo>
                    <a:pt x="1082" y="1236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1" y="1159"/>
                  </a:lnTo>
                  <a:lnTo>
                    <a:pt x="464" y="1082"/>
                  </a:lnTo>
                  <a:lnTo>
                    <a:pt x="426" y="1004"/>
                  </a:lnTo>
                  <a:lnTo>
                    <a:pt x="387" y="889"/>
                  </a:lnTo>
                  <a:lnTo>
                    <a:pt x="387" y="773"/>
                  </a:lnTo>
                  <a:lnTo>
                    <a:pt x="464" y="580"/>
                  </a:lnTo>
                  <a:lnTo>
                    <a:pt x="541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7"/>
                  </a:lnTo>
                  <a:close/>
                  <a:moveTo>
                    <a:pt x="889" y="1"/>
                  </a:moveTo>
                  <a:lnTo>
                    <a:pt x="735" y="39"/>
                  </a:lnTo>
                  <a:lnTo>
                    <a:pt x="619" y="78"/>
                  </a:lnTo>
                  <a:lnTo>
                    <a:pt x="503" y="155"/>
                  </a:lnTo>
                  <a:lnTo>
                    <a:pt x="348" y="232"/>
                  </a:lnTo>
                  <a:lnTo>
                    <a:pt x="233" y="309"/>
                  </a:lnTo>
                  <a:lnTo>
                    <a:pt x="155" y="464"/>
                  </a:lnTo>
                  <a:lnTo>
                    <a:pt x="78" y="580"/>
                  </a:lnTo>
                  <a:lnTo>
                    <a:pt x="39" y="734"/>
                  </a:lnTo>
                  <a:lnTo>
                    <a:pt x="1" y="889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4" y="1352"/>
                  </a:lnTo>
                  <a:lnTo>
                    <a:pt x="310" y="1468"/>
                  </a:lnTo>
                  <a:lnTo>
                    <a:pt x="464" y="1584"/>
                  </a:lnTo>
                  <a:lnTo>
                    <a:pt x="657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45"/>
                  </a:lnTo>
                  <a:lnTo>
                    <a:pt x="1507" y="1429"/>
                  </a:lnTo>
                  <a:lnTo>
                    <a:pt x="1584" y="1275"/>
                  </a:lnTo>
                  <a:lnTo>
                    <a:pt x="1661" y="1120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80"/>
                  </a:lnTo>
                  <a:lnTo>
                    <a:pt x="1584" y="387"/>
                  </a:lnTo>
                  <a:lnTo>
                    <a:pt x="1507" y="271"/>
                  </a:lnTo>
                  <a:lnTo>
                    <a:pt x="1391" y="194"/>
                  </a:lnTo>
                  <a:lnTo>
                    <a:pt x="1275" y="116"/>
                  </a:lnTo>
                  <a:lnTo>
                    <a:pt x="1005" y="39"/>
                  </a:lnTo>
                  <a:lnTo>
                    <a:pt x="88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7" name="Google Shape;3897;p17"/>
            <p:cNvSpPr/>
            <p:nvPr/>
          </p:nvSpPr>
          <p:spPr>
            <a:xfrm>
              <a:off x="4673025" y="2378175"/>
              <a:ext cx="330175" cy="176675"/>
            </a:xfrm>
            <a:custGeom>
              <a:avLst/>
              <a:gdLst/>
              <a:ahLst/>
              <a:cxnLst/>
              <a:rect l="l" t="t" r="r" b="b"/>
              <a:pathLst>
                <a:path w="13207" h="7067" extrusionOk="0">
                  <a:moveTo>
                    <a:pt x="8110" y="309"/>
                  </a:moveTo>
                  <a:lnTo>
                    <a:pt x="8226" y="348"/>
                  </a:lnTo>
                  <a:lnTo>
                    <a:pt x="8380" y="425"/>
                  </a:lnTo>
                  <a:lnTo>
                    <a:pt x="8535" y="541"/>
                  </a:lnTo>
                  <a:lnTo>
                    <a:pt x="8612" y="579"/>
                  </a:lnTo>
                  <a:lnTo>
                    <a:pt x="8728" y="888"/>
                  </a:lnTo>
                  <a:lnTo>
                    <a:pt x="8766" y="1197"/>
                  </a:lnTo>
                  <a:lnTo>
                    <a:pt x="8728" y="1468"/>
                  </a:lnTo>
                  <a:lnTo>
                    <a:pt x="8650" y="1777"/>
                  </a:lnTo>
                  <a:lnTo>
                    <a:pt x="8496" y="2047"/>
                  </a:lnTo>
                  <a:lnTo>
                    <a:pt x="8380" y="2317"/>
                  </a:lnTo>
                  <a:lnTo>
                    <a:pt x="8033" y="2858"/>
                  </a:lnTo>
                  <a:lnTo>
                    <a:pt x="6836" y="4711"/>
                  </a:lnTo>
                  <a:lnTo>
                    <a:pt x="6681" y="4711"/>
                  </a:lnTo>
                  <a:lnTo>
                    <a:pt x="6797" y="3746"/>
                  </a:lnTo>
                  <a:lnTo>
                    <a:pt x="6990" y="2781"/>
                  </a:lnTo>
                  <a:lnTo>
                    <a:pt x="7222" y="1661"/>
                  </a:lnTo>
                  <a:lnTo>
                    <a:pt x="7338" y="1197"/>
                  </a:lnTo>
                  <a:lnTo>
                    <a:pt x="7453" y="888"/>
                  </a:lnTo>
                  <a:lnTo>
                    <a:pt x="7608" y="618"/>
                  </a:lnTo>
                  <a:lnTo>
                    <a:pt x="7762" y="425"/>
                  </a:lnTo>
                  <a:lnTo>
                    <a:pt x="7878" y="348"/>
                  </a:lnTo>
                  <a:lnTo>
                    <a:pt x="7994" y="309"/>
                  </a:lnTo>
                  <a:close/>
                  <a:moveTo>
                    <a:pt x="5909" y="5406"/>
                  </a:moveTo>
                  <a:lnTo>
                    <a:pt x="4673" y="5831"/>
                  </a:lnTo>
                  <a:lnTo>
                    <a:pt x="3437" y="6217"/>
                  </a:lnTo>
                  <a:lnTo>
                    <a:pt x="2781" y="6372"/>
                  </a:lnTo>
                  <a:lnTo>
                    <a:pt x="2125" y="6526"/>
                  </a:lnTo>
                  <a:lnTo>
                    <a:pt x="1700" y="6565"/>
                  </a:lnTo>
                  <a:lnTo>
                    <a:pt x="1314" y="6603"/>
                  </a:lnTo>
                  <a:lnTo>
                    <a:pt x="1043" y="6565"/>
                  </a:lnTo>
                  <a:lnTo>
                    <a:pt x="812" y="6488"/>
                  </a:lnTo>
                  <a:lnTo>
                    <a:pt x="734" y="6449"/>
                  </a:lnTo>
                  <a:lnTo>
                    <a:pt x="696" y="6333"/>
                  </a:lnTo>
                  <a:lnTo>
                    <a:pt x="696" y="6217"/>
                  </a:lnTo>
                  <a:lnTo>
                    <a:pt x="696" y="6063"/>
                  </a:lnTo>
                  <a:lnTo>
                    <a:pt x="696" y="5908"/>
                  </a:lnTo>
                  <a:lnTo>
                    <a:pt x="734" y="5792"/>
                  </a:lnTo>
                  <a:lnTo>
                    <a:pt x="812" y="5715"/>
                  </a:lnTo>
                  <a:lnTo>
                    <a:pt x="889" y="5677"/>
                  </a:lnTo>
                  <a:lnTo>
                    <a:pt x="1082" y="5599"/>
                  </a:lnTo>
                  <a:lnTo>
                    <a:pt x="1391" y="5561"/>
                  </a:lnTo>
                  <a:lnTo>
                    <a:pt x="2047" y="5484"/>
                  </a:lnTo>
                  <a:lnTo>
                    <a:pt x="2897" y="5445"/>
                  </a:lnTo>
                  <a:lnTo>
                    <a:pt x="5368" y="5445"/>
                  </a:lnTo>
                  <a:lnTo>
                    <a:pt x="5909" y="5406"/>
                  </a:lnTo>
                  <a:close/>
                  <a:moveTo>
                    <a:pt x="7067" y="5097"/>
                  </a:moveTo>
                  <a:lnTo>
                    <a:pt x="8342" y="5136"/>
                  </a:lnTo>
                  <a:lnTo>
                    <a:pt x="9577" y="5252"/>
                  </a:lnTo>
                  <a:lnTo>
                    <a:pt x="10272" y="5329"/>
                  </a:lnTo>
                  <a:lnTo>
                    <a:pt x="11006" y="5445"/>
                  </a:lnTo>
                  <a:lnTo>
                    <a:pt x="11701" y="5561"/>
                  </a:lnTo>
                  <a:lnTo>
                    <a:pt x="12164" y="5677"/>
                  </a:lnTo>
                  <a:lnTo>
                    <a:pt x="12280" y="5715"/>
                  </a:lnTo>
                  <a:lnTo>
                    <a:pt x="12396" y="5754"/>
                  </a:lnTo>
                  <a:lnTo>
                    <a:pt x="12473" y="5831"/>
                  </a:lnTo>
                  <a:lnTo>
                    <a:pt x="12551" y="5908"/>
                  </a:lnTo>
                  <a:lnTo>
                    <a:pt x="12589" y="6024"/>
                  </a:lnTo>
                  <a:lnTo>
                    <a:pt x="12628" y="6179"/>
                  </a:lnTo>
                  <a:lnTo>
                    <a:pt x="12589" y="6526"/>
                  </a:lnTo>
                  <a:lnTo>
                    <a:pt x="12435" y="6603"/>
                  </a:lnTo>
                  <a:lnTo>
                    <a:pt x="12242" y="6642"/>
                  </a:lnTo>
                  <a:lnTo>
                    <a:pt x="12010" y="6681"/>
                  </a:lnTo>
                  <a:lnTo>
                    <a:pt x="11778" y="6681"/>
                  </a:lnTo>
                  <a:lnTo>
                    <a:pt x="11315" y="6603"/>
                  </a:lnTo>
                  <a:lnTo>
                    <a:pt x="10929" y="6526"/>
                  </a:lnTo>
                  <a:lnTo>
                    <a:pt x="10156" y="6372"/>
                  </a:lnTo>
                  <a:lnTo>
                    <a:pt x="9423" y="6140"/>
                  </a:lnTo>
                  <a:lnTo>
                    <a:pt x="8805" y="5908"/>
                  </a:lnTo>
                  <a:lnTo>
                    <a:pt x="8226" y="5677"/>
                  </a:lnTo>
                  <a:lnTo>
                    <a:pt x="7067" y="5097"/>
                  </a:lnTo>
                  <a:close/>
                  <a:moveTo>
                    <a:pt x="8148" y="0"/>
                  </a:moveTo>
                  <a:lnTo>
                    <a:pt x="7917" y="39"/>
                  </a:lnTo>
                  <a:lnTo>
                    <a:pt x="7724" y="116"/>
                  </a:lnTo>
                  <a:lnTo>
                    <a:pt x="7492" y="271"/>
                  </a:lnTo>
                  <a:lnTo>
                    <a:pt x="7338" y="425"/>
                  </a:lnTo>
                  <a:lnTo>
                    <a:pt x="7183" y="618"/>
                  </a:lnTo>
                  <a:lnTo>
                    <a:pt x="6990" y="1043"/>
                  </a:lnTo>
                  <a:lnTo>
                    <a:pt x="6874" y="1506"/>
                  </a:lnTo>
                  <a:lnTo>
                    <a:pt x="6681" y="2433"/>
                  </a:lnTo>
                  <a:lnTo>
                    <a:pt x="6527" y="3591"/>
                  </a:lnTo>
                  <a:lnTo>
                    <a:pt x="6488" y="4171"/>
                  </a:lnTo>
                  <a:lnTo>
                    <a:pt x="6449" y="4750"/>
                  </a:lnTo>
                  <a:lnTo>
                    <a:pt x="6411" y="4866"/>
                  </a:lnTo>
                  <a:lnTo>
                    <a:pt x="6411" y="4982"/>
                  </a:lnTo>
                  <a:lnTo>
                    <a:pt x="5870" y="5020"/>
                  </a:lnTo>
                  <a:lnTo>
                    <a:pt x="5291" y="5059"/>
                  </a:lnTo>
                  <a:lnTo>
                    <a:pt x="2549" y="5059"/>
                  </a:lnTo>
                  <a:lnTo>
                    <a:pt x="2009" y="5097"/>
                  </a:lnTo>
                  <a:lnTo>
                    <a:pt x="1391" y="5175"/>
                  </a:lnTo>
                  <a:lnTo>
                    <a:pt x="1005" y="5213"/>
                  </a:lnTo>
                  <a:lnTo>
                    <a:pt x="657" y="5329"/>
                  </a:lnTo>
                  <a:lnTo>
                    <a:pt x="310" y="5484"/>
                  </a:lnTo>
                  <a:lnTo>
                    <a:pt x="194" y="5599"/>
                  </a:lnTo>
                  <a:lnTo>
                    <a:pt x="78" y="5677"/>
                  </a:lnTo>
                  <a:lnTo>
                    <a:pt x="1" y="5831"/>
                  </a:lnTo>
                  <a:lnTo>
                    <a:pt x="1" y="5947"/>
                  </a:lnTo>
                  <a:lnTo>
                    <a:pt x="1" y="6140"/>
                  </a:lnTo>
                  <a:lnTo>
                    <a:pt x="39" y="6294"/>
                  </a:lnTo>
                  <a:lnTo>
                    <a:pt x="117" y="6449"/>
                  </a:lnTo>
                  <a:lnTo>
                    <a:pt x="232" y="6603"/>
                  </a:lnTo>
                  <a:lnTo>
                    <a:pt x="348" y="6681"/>
                  </a:lnTo>
                  <a:lnTo>
                    <a:pt x="464" y="6796"/>
                  </a:lnTo>
                  <a:lnTo>
                    <a:pt x="773" y="6912"/>
                  </a:lnTo>
                  <a:lnTo>
                    <a:pt x="1082" y="6990"/>
                  </a:lnTo>
                  <a:lnTo>
                    <a:pt x="1777" y="6990"/>
                  </a:lnTo>
                  <a:lnTo>
                    <a:pt x="2395" y="6912"/>
                  </a:lnTo>
                  <a:lnTo>
                    <a:pt x="3476" y="6642"/>
                  </a:lnTo>
                  <a:lnTo>
                    <a:pt x="4519" y="6333"/>
                  </a:lnTo>
                  <a:lnTo>
                    <a:pt x="5600" y="5947"/>
                  </a:lnTo>
                  <a:lnTo>
                    <a:pt x="6102" y="5715"/>
                  </a:lnTo>
                  <a:lnTo>
                    <a:pt x="6565" y="5484"/>
                  </a:lnTo>
                  <a:lnTo>
                    <a:pt x="6604" y="5484"/>
                  </a:lnTo>
                  <a:lnTo>
                    <a:pt x="6681" y="5908"/>
                  </a:lnTo>
                  <a:lnTo>
                    <a:pt x="6758" y="6101"/>
                  </a:lnTo>
                  <a:lnTo>
                    <a:pt x="6836" y="6294"/>
                  </a:lnTo>
                  <a:lnTo>
                    <a:pt x="7106" y="6256"/>
                  </a:lnTo>
                  <a:lnTo>
                    <a:pt x="7106" y="6217"/>
                  </a:lnTo>
                  <a:lnTo>
                    <a:pt x="6990" y="5870"/>
                  </a:lnTo>
                  <a:lnTo>
                    <a:pt x="6951" y="5677"/>
                  </a:lnTo>
                  <a:lnTo>
                    <a:pt x="6990" y="5484"/>
                  </a:lnTo>
                  <a:lnTo>
                    <a:pt x="6990" y="5406"/>
                  </a:lnTo>
                  <a:lnTo>
                    <a:pt x="7762" y="5870"/>
                  </a:lnTo>
                  <a:lnTo>
                    <a:pt x="8612" y="6256"/>
                  </a:lnTo>
                  <a:lnTo>
                    <a:pt x="9461" y="6565"/>
                  </a:lnTo>
                  <a:lnTo>
                    <a:pt x="10349" y="6796"/>
                  </a:lnTo>
                  <a:lnTo>
                    <a:pt x="11045" y="6951"/>
                  </a:lnTo>
                  <a:lnTo>
                    <a:pt x="11469" y="7028"/>
                  </a:lnTo>
                  <a:lnTo>
                    <a:pt x="11933" y="7067"/>
                  </a:lnTo>
                  <a:lnTo>
                    <a:pt x="12396" y="7028"/>
                  </a:lnTo>
                  <a:lnTo>
                    <a:pt x="12589" y="6990"/>
                  </a:lnTo>
                  <a:lnTo>
                    <a:pt x="12782" y="6912"/>
                  </a:lnTo>
                  <a:lnTo>
                    <a:pt x="12937" y="6796"/>
                  </a:lnTo>
                  <a:lnTo>
                    <a:pt x="13053" y="6681"/>
                  </a:lnTo>
                  <a:lnTo>
                    <a:pt x="13130" y="6526"/>
                  </a:lnTo>
                  <a:lnTo>
                    <a:pt x="13207" y="6333"/>
                  </a:lnTo>
                  <a:lnTo>
                    <a:pt x="13207" y="6179"/>
                  </a:lnTo>
                  <a:lnTo>
                    <a:pt x="13168" y="6024"/>
                  </a:lnTo>
                  <a:lnTo>
                    <a:pt x="13130" y="5870"/>
                  </a:lnTo>
                  <a:lnTo>
                    <a:pt x="13053" y="5754"/>
                  </a:lnTo>
                  <a:lnTo>
                    <a:pt x="12975" y="5638"/>
                  </a:lnTo>
                  <a:lnTo>
                    <a:pt x="12821" y="5561"/>
                  </a:lnTo>
                  <a:lnTo>
                    <a:pt x="12551" y="5406"/>
                  </a:lnTo>
                  <a:lnTo>
                    <a:pt x="12242" y="5290"/>
                  </a:lnTo>
                  <a:lnTo>
                    <a:pt x="11894" y="5213"/>
                  </a:lnTo>
                  <a:lnTo>
                    <a:pt x="11315" y="5097"/>
                  </a:lnTo>
                  <a:lnTo>
                    <a:pt x="10311" y="4943"/>
                  </a:lnTo>
                  <a:lnTo>
                    <a:pt x="9268" y="4827"/>
                  </a:lnTo>
                  <a:lnTo>
                    <a:pt x="8264" y="4750"/>
                  </a:lnTo>
                  <a:lnTo>
                    <a:pt x="7260" y="4711"/>
                  </a:lnTo>
                  <a:lnTo>
                    <a:pt x="8071" y="3514"/>
                  </a:lnTo>
                  <a:lnTo>
                    <a:pt x="8496" y="2858"/>
                  </a:lnTo>
                  <a:lnTo>
                    <a:pt x="8844" y="2201"/>
                  </a:lnTo>
                  <a:lnTo>
                    <a:pt x="8921" y="1970"/>
                  </a:lnTo>
                  <a:lnTo>
                    <a:pt x="8998" y="1738"/>
                  </a:lnTo>
                  <a:lnTo>
                    <a:pt x="9037" y="1506"/>
                  </a:lnTo>
                  <a:lnTo>
                    <a:pt x="9075" y="1275"/>
                  </a:lnTo>
                  <a:lnTo>
                    <a:pt x="9037" y="1004"/>
                  </a:lnTo>
                  <a:lnTo>
                    <a:pt x="8959" y="811"/>
                  </a:lnTo>
                  <a:lnTo>
                    <a:pt x="8882" y="579"/>
                  </a:lnTo>
                  <a:lnTo>
                    <a:pt x="8728" y="348"/>
                  </a:lnTo>
                  <a:lnTo>
                    <a:pt x="8650" y="232"/>
                  </a:lnTo>
                  <a:lnTo>
                    <a:pt x="8573" y="155"/>
                  </a:lnTo>
                  <a:lnTo>
                    <a:pt x="8380" y="39"/>
                  </a:lnTo>
                  <a:lnTo>
                    <a:pt x="814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8" name="Google Shape;3898;p17"/>
            <p:cNvSpPr/>
            <p:nvPr/>
          </p:nvSpPr>
          <p:spPr>
            <a:xfrm>
              <a:off x="1437100" y="2381075"/>
              <a:ext cx="93675" cy="93650"/>
            </a:xfrm>
            <a:custGeom>
              <a:avLst/>
              <a:gdLst/>
              <a:ahLst/>
              <a:cxnLst/>
              <a:rect l="l" t="t" r="r" b="b"/>
              <a:pathLst>
                <a:path w="3747" h="3746" extrusionOk="0">
                  <a:moveTo>
                    <a:pt x="1584" y="463"/>
                  </a:moveTo>
                  <a:lnTo>
                    <a:pt x="2086" y="541"/>
                  </a:lnTo>
                  <a:lnTo>
                    <a:pt x="2318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5"/>
                  </a:lnTo>
                  <a:lnTo>
                    <a:pt x="3090" y="1197"/>
                  </a:lnTo>
                  <a:lnTo>
                    <a:pt x="3206" y="1429"/>
                  </a:lnTo>
                  <a:lnTo>
                    <a:pt x="3244" y="1699"/>
                  </a:lnTo>
                  <a:lnTo>
                    <a:pt x="3244" y="1969"/>
                  </a:lnTo>
                  <a:lnTo>
                    <a:pt x="3206" y="2201"/>
                  </a:lnTo>
                  <a:lnTo>
                    <a:pt x="3090" y="2471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86" y="3244"/>
                  </a:lnTo>
                  <a:lnTo>
                    <a:pt x="1777" y="3244"/>
                  </a:lnTo>
                  <a:lnTo>
                    <a:pt x="1507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9" y="2433"/>
                  </a:lnTo>
                  <a:lnTo>
                    <a:pt x="503" y="2163"/>
                  </a:lnTo>
                  <a:lnTo>
                    <a:pt x="503" y="1854"/>
                  </a:lnTo>
                  <a:lnTo>
                    <a:pt x="503" y="1583"/>
                  </a:lnTo>
                  <a:lnTo>
                    <a:pt x="619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79"/>
                  </a:lnTo>
                  <a:lnTo>
                    <a:pt x="1584" y="463"/>
                  </a:lnTo>
                  <a:close/>
                  <a:moveTo>
                    <a:pt x="1893" y="0"/>
                  </a:moveTo>
                  <a:lnTo>
                    <a:pt x="1700" y="39"/>
                  </a:lnTo>
                  <a:lnTo>
                    <a:pt x="1545" y="77"/>
                  </a:lnTo>
                  <a:lnTo>
                    <a:pt x="1352" y="155"/>
                  </a:lnTo>
                  <a:lnTo>
                    <a:pt x="1314" y="193"/>
                  </a:lnTo>
                  <a:lnTo>
                    <a:pt x="1082" y="270"/>
                  </a:lnTo>
                  <a:lnTo>
                    <a:pt x="850" y="386"/>
                  </a:lnTo>
                  <a:lnTo>
                    <a:pt x="619" y="579"/>
                  </a:lnTo>
                  <a:lnTo>
                    <a:pt x="425" y="772"/>
                  </a:lnTo>
                  <a:lnTo>
                    <a:pt x="271" y="965"/>
                  </a:lnTo>
                  <a:lnTo>
                    <a:pt x="155" y="1236"/>
                  </a:lnTo>
                  <a:lnTo>
                    <a:pt x="78" y="1467"/>
                  </a:lnTo>
                  <a:lnTo>
                    <a:pt x="1" y="1738"/>
                  </a:lnTo>
                  <a:lnTo>
                    <a:pt x="1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7" y="2510"/>
                  </a:lnTo>
                  <a:lnTo>
                    <a:pt x="310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8" y="3591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7" y="3437"/>
                  </a:lnTo>
                  <a:lnTo>
                    <a:pt x="3128" y="3244"/>
                  </a:lnTo>
                  <a:lnTo>
                    <a:pt x="3322" y="3012"/>
                  </a:lnTo>
                  <a:lnTo>
                    <a:pt x="3476" y="2780"/>
                  </a:lnTo>
                  <a:lnTo>
                    <a:pt x="3630" y="2510"/>
                  </a:lnTo>
                  <a:lnTo>
                    <a:pt x="3708" y="2201"/>
                  </a:lnTo>
                  <a:lnTo>
                    <a:pt x="3746" y="1931"/>
                  </a:lnTo>
                  <a:lnTo>
                    <a:pt x="3746" y="1583"/>
                  </a:lnTo>
                  <a:lnTo>
                    <a:pt x="3669" y="1313"/>
                  </a:lnTo>
                  <a:lnTo>
                    <a:pt x="3515" y="1004"/>
                  </a:lnTo>
                  <a:lnTo>
                    <a:pt x="3322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5" y="77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9" name="Google Shape;3899;p17"/>
            <p:cNvSpPr/>
            <p:nvPr/>
          </p:nvSpPr>
          <p:spPr>
            <a:xfrm>
              <a:off x="3476925" y="2391675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7" y="1159"/>
                  </a:lnTo>
                  <a:lnTo>
                    <a:pt x="1391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6" y="1816"/>
                  </a:lnTo>
                  <a:lnTo>
                    <a:pt x="387" y="1700"/>
                  </a:lnTo>
                  <a:lnTo>
                    <a:pt x="348" y="1584"/>
                  </a:lnTo>
                  <a:lnTo>
                    <a:pt x="387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2" y="1623"/>
                  </a:lnTo>
                  <a:lnTo>
                    <a:pt x="3669" y="1700"/>
                  </a:lnTo>
                  <a:lnTo>
                    <a:pt x="3747" y="1816"/>
                  </a:lnTo>
                  <a:lnTo>
                    <a:pt x="3747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9" y="2356"/>
                  </a:lnTo>
                  <a:lnTo>
                    <a:pt x="3206" y="2434"/>
                  </a:lnTo>
                  <a:lnTo>
                    <a:pt x="3013" y="2395"/>
                  </a:lnTo>
                  <a:lnTo>
                    <a:pt x="2820" y="2356"/>
                  </a:lnTo>
                  <a:lnTo>
                    <a:pt x="2627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1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90" y="1468"/>
                  </a:lnTo>
                  <a:close/>
                  <a:moveTo>
                    <a:pt x="3747" y="4750"/>
                  </a:moveTo>
                  <a:lnTo>
                    <a:pt x="3901" y="4789"/>
                  </a:lnTo>
                  <a:lnTo>
                    <a:pt x="4017" y="4828"/>
                  </a:lnTo>
                  <a:lnTo>
                    <a:pt x="4094" y="4944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3" y="5368"/>
                  </a:lnTo>
                  <a:lnTo>
                    <a:pt x="4094" y="5484"/>
                  </a:lnTo>
                  <a:lnTo>
                    <a:pt x="3978" y="5600"/>
                  </a:lnTo>
                  <a:lnTo>
                    <a:pt x="3785" y="5754"/>
                  </a:lnTo>
                  <a:lnTo>
                    <a:pt x="3515" y="5870"/>
                  </a:lnTo>
                  <a:lnTo>
                    <a:pt x="3129" y="5870"/>
                  </a:lnTo>
                  <a:lnTo>
                    <a:pt x="2743" y="5793"/>
                  </a:lnTo>
                  <a:lnTo>
                    <a:pt x="2936" y="5368"/>
                  </a:lnTo>
                  <a:lnTo>
                    <a:pt x="3051" y="5214"/>
                  </a:lnTo>
                  <a:lnTo>
                    <a:pt x="3206" y="5021"/>
                  </a:lnTo>
                  <a:lnTo>
                    <a:pt x="3476" y="4866"/>
                  </a:lnTo>
                  <a:lnTo>
                    <a:pt x="3631" y="4789"/>
                  </a:lnTo>
                  <a:lnTo>
                    <a:pt x="3747" y="4750"/>
                  </a:lnTo>
                  <a:close/>
                  <a:moveTo>
                    <a:pt x="1121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3" y="6102"/>
                  </a:lnTo>
                  <a:lnTo>
                    <a:pt x="1430" y="6256"/>
                  </a:lnTo>
                  <a:lnTo>
                    <a:pt x="1237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6" y="6334"/>
                  </a:lnTo>
                  <a:lnTo>
                    <a:pt x="503" y="6179"/>
                  </a:lnTo>
                  <a:lnTo>
                    <a:pt x="426" y="6025"/>
                  </a:lnTo>
                  <a:lnTo>
                    <a:pt x="426" y="5909"/>
                  </a:lnTo>
                  <a:lnTo>
                    <a:pt x="464" y="5754"/>
                  </a:lnTo>
                  <a:lnTo>
                    <a:pt x="580" y="5677"/>
                  </a:lnTo>
                  <a:lnTo>
                    <a:pt x="696" y="5600"/>
                  </a:lnTo>
                  <a:lnTo>
                    <a:pt x="850" y="5523"/>
                  </a:lnTo>
                  <a:close/>
                  <a:moveTo>
                    <a:pt x="5716" y="6218"/>
                  </a:moveTo>
                  <a:lnTo>
                    <a:pt x="5870" y="6334"/>
                  </a:lnTo>
                  <a:lnTo>
                    <a:pt x="5948" y="6411"/>
                  </a:lnTo>
                  <a:lnTo>
                    <a:pt x="5986" y="6527"/>
                  </a:lnTo>
                  <a:lnTo>
                    <a:pt x="6025" y="6681"/>
                  </a:lnTo>
                  <a:lnTo>
                    <a:pt x="5986" y="6797"/>
                  </a:lnTo>
                  <a:lnTo>
                    <a:pt x="5909" y="7067"/>
                  </a:lnTo>
                  <a:lnTo>
                    <a:pt x="5793" y="7260"/>
                  </a:lnTo>
                  <a:lnTo>
                    <a:pt x="5677" y="7492"/>
                  </a:lnTo>
                  <a:lnTo>
                    <a:pt x="5484" y="7647"/>
                  </a:lnTo>
                  <a:lnTo>
                    <a:pt x="5291" y="7801"/>
                  </a:lnTo>
                  <a:lnTo>
                    <a:pt x="5059" y="7917"/>
                  </a:lnTo>
                  <a:lnTo>
                    <a:pt x="5098" y="7878"/>
                  </a:lnTo>
                  <a:lnTo>
                    <a:pt x="5021" y="7415"/>
                  </a:lnTo>
                  <a:lnTo>
                    <a:pt x="4982" y="7183"/>
                  </a:lnTo>
                  <a:lnTo>
                    <a:pt x="5021" y="6952"/>
                  </a:lnTo>
                  <a:lnTo>
                    <a:pt x="5137" y="6681"/>
                  </a:lnTo>
                  <a:lnTo>
                    <a:pt x="5214" y="6527"/>
                  </a:lnTo>
                  <a:lnTo>
                    <a:pt x="5330" y="6372"/>
                  </a:lnTo>
                  <a:lnTo>
                    <a:pt x="5446" y="6256"/>
                  </a:lnTo>
                  <a:lnTo>
                    <a:pt x="5600" y="6218"/>
                  </a:lnTo>
                  <a:close/>
                  <a:moveTo>
                    <a:pt x="8960" y="8071"/>
                  </a:moveTo>
                  <a:lnTo>
                    <a:pt x="9153" y="8110"/>
                  </a:lnTo>
                  <a:lnTo>
                    <a:pt x="9268" y="8187"/>
                  </a:lnTo>
                  <a:lnTo>
                    <a:pt x="9346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1"/>
                  </a:lnTo>
                  <a:lnTo>
                    <a:pt x="9268" y="8921"/>
                  </a:lnTo>
                  <a:lnTo>
                    <a:pt x="9037" y="9153"/>
                  </a:lnTo>
                  <a:lnTo>
                    <a:pt x="8805" y="9346"/>
                  </a:lnTo>
                  <a:lnTo>
                    <a:pt x="8689" y="9384"/>
                  </a:lnTo>
                  <a:lnTo>
                    <a:pt x="8612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2" y="9346"/>
                  </a:lnTo>
                  <a:lnTo>
                    <a:pt x="8264" y="9346"/>
                  </a:lnTo>
                  <a:lnTo>
                    <a:pt x="8226" y="8960"/>
                  </a:lnTo>
                  <a:lnTo>
                    <a:pt x="8226" y="8766"/>
                  </a:lnTo>
                  <a:lnTo>
                    <a:pt x="8264" y="8573"/>
                  </a:lnTo>
                  <a:lnTo>
                    <a:pt x="8342" y="8342"/>
                  </a:lnTo>
                  <a:lnTo>
                    <a:pt x="8496" y="8187"/>
                  </a:lnTo>
                  <a:lnTo>
                    <a:pt x="8728" y="8110"/>
                  </a:lnTo>
                  <a:lnTo>
                    <a:pt x="8844" y="8071"/>
                  </a:lnTo>
                  <a:close/>
                  <a:moveTo>
                    <a:pt x="4944" y="8380"/>
                  </a:moveTo>
                  <a:lnTo>
                    <a:pt x="4944" y="8419"/>
                  </a:lnTo>
                  <a:lnTo>
                    <a:pt x="4751" y="8805"/>
                  </a:lnTo>
                  <a:lnTo>
                    <a:pt x="4596" y="8960"/>
                  </a:lnTo>
                  <a:lnTo>
                    <a:pt x="4442" y="9153"/>
                  </a:lnTo>
                  <a:lnTo>
                    <a:pt x="4210" y="9307"/>
                  </a:lnTo>
                  <a:lnTo>
                    <a:pt x="3940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9" y="9346"/>
                  </a:lnTo>
                  <a:lnTo>
                    <a:pt x="3322" y="9191"/>
                  </a:lnTo>
                  <a:lnTo>
                    <a:pt x="3322" y="9075"/>
                  </a:lnTo>
                  <a:lnTo>
                    <a:pt x="3322" y="8960"/>
                  </a:lnTo>
                  <a:lnTo>
                    <a:pt x="3399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5" y="8458"/>
                  </a:lnTo>
                  <a:lnTo>
                    <a:pt x="4055" y="8380"/>
                  </a:lnTo>
                  <a:lnTo>
                    <a:pt x="4326" y="8380"/>
                  </a:lnTo>
                  <a:lnTo>
                    <a:pt x="4905" y="8419"/>
                  </a:lnTo>
                  <a:lnTo>
                    <a:pt x="4944" y="8380"/>
                  </a:lnTo>
                  <a:close/>
                  <a:moveTo>
                    <a:pt x="7994" y="10002"/>
                  </a:moveTo>
                  <a:lnTo>
                    <a:pt x="7956" y="10195"/>
                  </a:lnTo>
                  <a:lnTo>
                    <a:pt x="7917" y="10350"/>
                  </a:lnTo>
                  <a:lnTo>
                    <a:pt x="7840" y="10543"/>
                  </a:lnTo>
                  <a:lnTo>
                    <a:pt x="7724" y="10697"/>
                  </a:lnTo>
                  <a:lnTo>
                    <a:pt x="7608" y="10813"/>
                  </a:lnTo>
                  <a:lnTo>
                    <a:pt x="7492" y="10929"/>
                  </a:lnTo>
                  <a:lnTo>
                    <a:pt x="7338" y="11045"/>
                  </a:lnTo>
                  <a:lnTo>
                    <a:pt x="7145" y="11083"/>
                  </a:lnTo>
                  <a:lnTo>
                    <a:pt x="6952" y="11122"/>
                  </a:lnTo>
                  <a:lnTo>
                    <a:pt x="6797" y="11083"/>
                  </a:lnTo>
                  <a:lnTo>
                    <a:pt x="6720" y="11045"/>
                  </a:lnTo>
                  <a:lnTo>
                    <a:pt x="6681" y="10967"/>
                  </a:lnTo>
                  <a:lnTo>
                    <a:pt x="6643" y="10890"/>
                  </a:lnTo>
                  <a:lnTo>
                    <a:pt x="6604" y="10813"/>
                  </a:lnTo>
                  <a:lnTo>
                    <a:pt x="6643" y="10620"/>
                  </a:lnTo>
                  <a:lnTo>
                    <a:pt x="6720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2" y="10157"/>
                  </a:lnTo>
                  <a:lnTo>
                    <a:pt x="7492" y="10079"/>
                  </a:lnTo>
                  <a:lnTo>
                    <a:pt x="7724" y="10041"/>
                  </a:lnTo>
                  <a:lnTo>
                    <a:pt x="7994" y="10002"/>
                  </a:lnTo>
                  <a:close/>
                  <a:moveTo>
                    <a:pt x="2202" y="1"/>
                  </a:moveTo>
                  <a:lnTo>
                    <a:pt x="2009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1" y="812"/>
                  </a:lnTo>
                  <a:lnTo>
                    <a:pt x="1237" y="773"/>
                  </a:lnTo>
                  <a:lnTo>
                    <a:pt x="1043" y="735"/>
                  </a:lnTo>
                  <a:lnTo>
                    <a:pt x="696" y="735"/>
                  </a:lnTo>
                  <a:lnTo>
                    <a:pt x="541" y="812"/>
                  </a:lnTo>
                  <a:lnTo>
                    <a:pt x="387" y="889"/>
                  </a:lnTo>
                  <a:lnTo>
                    <a:pt x="233" y="1005"/>
                  </a:lnTo>
                  <a:lnTo>
                    <a:pt x="117" y="1159"/>
                  </a:lnTo>
                  <a:lnTo>
                    <a:pt x="39" y="1314"/>
                  </a:lnTo>
                  <a:lnTo>
                    <a:pt x="1" y="1468"/>
                  </a:lnTo>
                  <a:lnTo>
                    <a:pt x="1" y="1623"/>
                  </a:lnTo>
                  <a:lnTo>
                    <a:pt x="1" y="1777"/>
                  </a:lnTo>
                  <a:lnTo>
                    <a:pt x="78" y="1932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6" y="2279"/>
                  </a:lnTo>
                  <a:lnTo>
                    <a:pt x="580" y="2356"/>
                  </a:lnTo>
                  <a:lnTo>
                    <a:pt x="735" y="2395"/>
                  </a:lnTo>
                  <a:lnTo>
                    <a:pt x="1043" y="2434"/>
                  </a:lnTo>
                  <a:lnTo>
                    <a:pt x="1391" y="2395"/>
                  </a:lnTo>
                  <a:lnTo>
                    <a:pt x="1700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9" y="4635"/>
                  </a:lnTo>
                  <a:lnTo>
                    <a:pt x="1777" y="5021"/>
                  </a:lnTo>
                  <a:lnTo>
                    <a:pt x="1893" y="5368"/>
                  </a:lnTo>
                  <a:lnTo>
                    <a:pt x="1584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3" y="5252"/>
                  </a:lnTo>
                  <a:lnTo>
                    <a:pt x="387" y="5330"/>
                  </a:lnTo>
                  <a:lnTo>
                    <a:pt x="271" y="5446"/>
                  </a:lnTo>
                  <a:lnTo>
                    <a:pt x="155" y="5561"/>
                  </a:lnTo>
                  <a:lnTo>
                    <a:pt x="78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8" y="6218"/>
                  </a:lnTo>
                  <a:lnTo>
                    <a:pt x="155" y="6334"/>
                  </a:lnTo>
                  <a:lnTo>
                    <a:pt x="233" y="6450"/>
                  </a:lnTo>
                  <a:lnTo>
                    <a:pt x="348" y="6565"/>
                  </a:lnTo>
                  <a:lnTo>
                    <a:pt x="503" y="6643"/>
                  </a:lnTo>
                  <a:lnTo>
                    <a:pt x="657" y="6720"/>
                  </a:lnTo>
                  <a:lnTo>
                    <a:pt x="812" y="6758"/>
                  </a:lnTo>
                  <a:lnTo>
                    <a:pt x="1121" y="6758"/>
                  </a:lnTo>
                  <a:lnTo>
                    <a:pt x="1430" y="6681"/>
                  </a:lnTo>
                  <a:lnTo>
                    <a:pt x="1700" y="6527"/>
                  </a:lnTo>
                  <a:lnTo>
                    <a:pt x="1932" y="6295"/>
                  </a:lnTo>
                  <a:lnTo>
                    <a:pt x="2125" y="6063"/>
                  </a:lnTo>
                  <a:lnTo>
                    <a:pt x="2395" y="6527"/>
                  </a:lnTo>
                  <a:lnTo>
                    <a:pt x="2743" y="6990"/>
                  </a:lnTo>
                  <a:lnTo>
                    <a:pt x="3129" y="7376"/>
                  </a:lnTo>
                  <a:lnTo>
                    <a:pt x="3592" y="7762"/>
                  </a:lnTo>
                  <a:lnTo>
                    <a:pt x="4017" y="7994"/>
                  </a:lnTo>
                  <a:lnTo>
                    <a:pt x="3824" y="8033"/>
                  </a:lnTo>
                  <a:lnTo>
                    <a:pt x="3631" y="8110"/>
                  </a:lnTo>
                  <a:lnTo>
                    <a:pt x="3438" y="8187"/>
                  </a:lnTo>
                  <a:lnTo>
                    <a:pt x="3283" y="8342"/>
                  </a:lnTo>
                  <a:lnTo>
                    <a:pt x="3167" y="8458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6" y="8882"/>
                  </a:lnTo>
                  <a:lnTo>
                    <a:pt x="2897" y="9075"/>
                  </a:lnTo>
                  <a:lnTo>
                    <a:pt x="2936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2" y="9770"/>
                  </a:lnTo>
                  <a:lnTo>
                    <a:pt x="3515" y="9848"/>
                  </a:lnTo>
                  <a:lnTo>
                    <a:pt x="3708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9" y="9770"/>
                  </a:lnTo>
                  <a:lnTo>
                    <a:pt x="4403" y="9693"/>
                  </a:lnTo>
                  <a:lnTo>
                    <a:pt x="4673" y="9461"/>
                  </a:lnTo>
                  <a:lnTo>
                    <a:pt x="4905" y="9153"/>
                  </a:lnTo>
                  <a:lnTo>
                    <a:pt x="5098" y="8844"/>
                  </a:lnTo>
                  <a:lnTo>
                    <a:pt x="5214" y="8496"/>
                  </a:lnTo>
                  <a:lnTo>
                    <a:pt x="6527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6" y="9655"/>
                  </a:lnTo>
                  <a:lnTo>
                    <a:pt x="7762" y="9655"/>
                  </a:lnTo>
                  <a:lnTo>
                    <a:pt x="7569" y="9693"/>
                  </a:lnTo>
                  <a:lnTo>
                    <a:pt x="7145" y="9809"/>
                  </a:lnTo>
                  <a:lnTo>
                    <a:pt x="6797" y="9963"/>
                  </a:lnTo>
                  <a:lnTo>
                    <a:pt x="6643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5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5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6" y="11508"/>
                  </a:lnTo>
                  <a:lnTo>
                    <a:pt x="7029" y="11508"/>
                  </a:lnTo>
                  <a:lnTo>
                    <a:pt x="7222" y="11469"/>
                  </a:lnTo>
                  <a:lnTo>
                    <a:pt x="7415" y="11392"/>
                  </a:lnTo>
                  <a:lnTo>
                    <a:pt x="7569" y="11315"/>
                  </a:lnTo>
                  <a:lnTo>
                    <a:pt x="7724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10" y="10697"/>
                  </a:lnTo>
                  <a:lnTo>
                    <a:pt x="8226" y="10465"/>
                  </a:lnTo>
                  <a:lnTo>
                    <a:pt x="8264" y="10234"/>
                  </a:lnTo>
                  <a:lnTo>
                    <a:pt x="8303" y="9963"/>
                  </a:lnTo>
                  <a:lnTo>
                    <a:pt x="8342" y="9925"/>
                  </a:lnTo>
                  <a:lnTo>
                    <a:pt x="8728" y="10272"/>
                  </a:lnTo>
                  <a:lnTo>
                    <a:pt x="9075" y="10659"/>
                  </a:lnTo>
                  <a:lnTo>
                    <a:pt x="9346" y="11122"/>
                  </a:lnTo>
                  <a:lnTo>
                    <a:pt x="9462" y="11354"/>
                  </a:lnTo>
                  <a:lnTo>
                    <a:pt x="9539" y="11585"/>
                  </a:lnTo>
                  <a:lnTo>
                    <a:pt x="9655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5" y="12937"/>
                  </a:lnTo>
                  <a:lnTo>
                    <a:pt x="9577" y="13284"/>
                  </a:lnTo>
                  <a:lnTo>
                    <a:pt x="9462" y="13593"/>
                  </a:lnTo>
                  <a:lnTo>
                    <a:pt x="9191" y="14211"/>
                  </a:lnTo>
                  <a:lnTo>
                    <a:pt x="9153" y="14288"/>
                  </a:lnTo>
                  <a:lnTo>
                    <a:pt x="9153" y="14327"/>
                  </a:lnTo>
                  <a:lnTo>
                    <a:pt x="9230" y="14404"/>
                  </a:lnTo>
                  <a:lnTo>
                    <a:pt x="9307" y="14443"/>
                  </a:lnTo>
                  <a:lnTo>
                    <a:pt x="9423" y="14404"/>
                  </a:lnTo>
                  <a:lnTo>
                    <a:pt x="9577" y="14250"/>
                  </a:lnTo>
                  <a:lnTo>
                    <a:pt x="9732" y="14057"/>
                  </a:lnTo>
                  <a:lnTo>
                    <a:pt x="9848" y="13902"/>
                  </a:lnTo>
                  <a:lnTo>
                    <a:pt x="9925" y="13671"/>
                  </a:lnTo>
                  <a:lnTo>
                    <a:pt x="10079" y="13246"/>
                  </a:lnTo>
                  <a:lnTo>
                    <a:pt x="10118" y="12782"/>
                  </a:lnTo>
                  <a:lnTo>
                    <a:pt x="10118" y="12319"/>
                  </a:lnTo>
                  <a:lnTo>
                    <a:pt x="10041" y="11856"/>
                  </a:lnTo>
                  <a:lnTo>
                    <a:pt x="9925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7" y="10272"/>
                  </a:lnTo>
                  <a:lnTo>
                    <a:pt x="9037" y="9963"/>
                  </a:lnTo>
                  <a:lnTo>
                    <a:pt x="8728" y="9693"/>
                  </a:lnTo>
                  <a:lnTo>
                    <a:pt x="8960" y="9577"/>
                  </a:lnTo>
                  <a:lnTo>
                    <a:pt x="9230" y="9423"/>
                  </a:lnTo>
                  <a:lnTo>
                    <a:pt x="9462" y="9191"/>
                  </a:lnTo>
                  <a:lnTo>
                    <a:pt x="9616" y="8921"/>
                  </a:lnTo>
                  <a:lnTo>
                    <a:pt x="9732" y="8612"/>
                  </a:lnTo>
                  <a:lnTo>
                    <a:pt x="9732" y="8496"/>
                  </a:lnTo>
                  <a:lnTo>
                    <a:pt x="9732" y="8342"/>
                  </a:lnTo>
                  <a:lnTo>
                    <a:pt x="9693" y="8187"/>
                  </a:lnTo>
                  <a:lnTo>
                    <a:pt x="9616" y="8071"/>
                  </a:lnTo>
                  <a:lnTo>
                    <a:pt x="9500" y="7956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7" y="7724"/>
                  </a:lnTo>
                  <a:lnTo>
                    <a:pt x="8689" y="7724"/>
                  </a:lnTo>
                  <a:lnTo>
                    <a:pt x="8535" y="7762"/>
                  </a:lnTo>
                  <a:lnTo>
                    <a:pt x="8380" y="7840"/>
                  </a:lnTo>
                  <a:lnTo>
                    <a:pt x="8226" y="7956"/>
                  </a:lnTo>
                  <a:lnTo>
                    <a:pt x="8110" y="8071"/>
                  </a:lnTo>
                  <a:lnTo>
                    <a:pt x="7956" y="8264"/>
                  </a:lnTo>
                  <a:lnTo>
                    <a:pt x="7878" y="8535"/>
                  </a:lnTo>
                  <a:lnTo>
                    <a:pt x="7840" y="8766"/>
                  </a:lnTo>
                  <a:lnTo>
                    <a:pt x="7840" y="9037"/>
                  </a:lnTo>
                  <a:lnTo>
                    <a:pt x="7222" y="8766"/>
                  </a:lnTo>
                  <a:lnTo>
                    <a:pt x="6643" y="8496"/>
                  </a:lnTo>
                  <a:lnTo>
                    <a:pt x="5368" y="8033"/>
                  </a:lnTo>
                  <a:lnTo>
                    <a:pt x="5639" y="7878"/>
                  </a:lnTo>
                  <a:lnTo>
                    <a:pt x="5870" y="7685"/>
                  </a:lnTo>
                  <a:lnTo>
                    <a:pt x="6063" y="7454"/>
                  </a:lnTo>
                  <a:lnTo>
                    <a:pt x="6218" y="7183"/>
                  </a:lnTo>
                  <a:lnTo>
                    <a:pt x="6334" y="6874"/>
                  </a:lnTo>
                  <a:lnTo>
                    <a:pt x="6334" y="6720"/>
                  </a:lnTo>
                  <a:lnTo>
                    <a:pt x="6334" y="6527"/>
                  </a:lnTo>
                  <a:lnTo>
                    <a:pt x="6334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5" y="5948"/>
                  </a:lnTo>
                  <a:lnTo>
                    <a:pt x="5870" y="5870"/>
                  </a:lnTo>
                  <a:lnTo>
                    <a:pt x="5716" y="5832"/>
                  </a:lnTo>
                  <a:lnTo>
                    <a:pt x="5561" y="5870"/>
                  </a:lnTo>
                  <a:lnTo>
                    <a:pt x="5407" y="5909"/>
                  </a:lnTo>
                  <a:lnTo>
                    <a:pt x="5253" y="5986"/>
                  </a:lnTo>
                  <a:lnTo>
                    <a:pt x="5137" y="6063"/>
                  </a:lnTo>
                  <a:lnTo>
                    <a:pt x="4905" y="6334"/>
                  </a:lnTo>
                  <a:lnTo>
                    <a:pt x="4751" y="6643"/>
                  </a:lnTo>
                  <a:lnTo>
                    <a:pt x="4635" y="7029"/>
                  </a:lnTo>
                  <a:lnTo>
                    <a:pt x="4635" y="7222"/>
                  </a:lnTo>
                  <a:lnTo>
                    <a:pt x="4635" y="7415"/>
                  </a:lnTo>
                  <a:lnTo>
                    <a:pt x="4635" y="7608"/>
                  </a:lnTo>
                  <a:lnTo>
                    <a:pt x="4712" y="7762"/>
                  </a:lnTo>
                  <a:lnTo>
                    <a:pt x="4094" y="7454"/>
                  </a:lnTo>
                  <a:lnTo>
                    <a:pt x="3824" y="7299"/>
                  </a:lnTo>
                  <a:lnTo>
                    <a:pt x="3553" y="7106"/>
                  </a:lnTo>
                  <a:lnTo>
                    <a:pt x="3322" y="6874"/>
                  </a:lnTo>
                  <a:lnTo>
                    <a:pt x="3090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2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3" y="5986"/>
                  </a:lnTo>
                  <a:lnTo>
                    <a:pt x="4249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9" y="5407"/>
                  </a:lnTo>
                  <a:lnTo>
                    <a:pt x="4557" y="5214"/>
                  </a:lnTo>
                  <a:lnTo>
                    <a:pt x="4519" y="5059"/>
                  </a:lnTo>
                  <a:lnTo>
                    <a:pt x="4480" y="4866"/>
                  </a:lnTo>
                  <a:lnTo>
                    <a:pt x="4403" y="4712"/>
                  </a:lnTo>
                  <a:lnTo>
                    <a:pt x="4287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1" y="4364"/>
                  </a:lnTo>
                  <a:lnTo>
                    <a:pt x="3708" y="4364"/>
                  </a:lnTo>
                  <a:lnTo>
                    <a:pt x="3553" y="4403"/>
                  </a:lnTo>
                  <a:lnTo>
                    <a:pt x="3399" y="4442"/>
                  </a:lnTo>
                  <a:lnTo>
                    <a:pt x="3245" y="4519"/>
                  </a:lnTo>
                  <a:lnTo>
                    <a:pt x="3090" y="4635"/>
                  </a:lnTo>
                  <a:lnTo>
                    <a:pt x="2820" y="4905"/>
                  </a:lnTo>
                  <a:lnTo>
                    <a:pt x="2588" y="5214"/>
                  </a:lnTo>
                  <a:lnTo>
                    <a:pt x="2434" y="5561"/>
                  </a:lnTo>
                  <a:lnTo>
                    <a:pt x="2395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6" y="4326"/>
                  </a:lnTo>
                  <a:lnTo>
                    <a:pt x="2047" y="3940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5" y="2318"/>
                  </a:lnTo>
                  <a:lnTo>
                    <a:pt x="2356" y="2511"/>
                  </a:lnTo>
                  <a:lnTo>
                    <a:pt x="2588" y="2627"/>
                  </a:lnTo>
                  <a:lnTo>
                    <a:pt x="2820" y="2743"/>
                  </a:lnTo>
                  <a:lnTo>
                    <a:pt x="3129" y="2781"/>
                  </a:lnTo>
                  <a:lnTo>
                    <a:pt x="3283" y="2743"/>
                  </a:lnTo>
                  <a:lnTo>
                    <a:pt x="3476" y="2704"/>
                  </a:lnTo>
                  <a:lnTo>
                    <a:pt x="3631" y="2627"/>
                  </a:lnTo>
                  <a:lnTo>
                    <a:pt x="3785" y="2549"/>
                  </a:lnTo>
                  <a:lnTo>
                    <a:pt x="3901" y="2434"/>
                  </a:lnTo>
                  <a:lnTo>
                    <a:pt x="4017" y="2279"/>
                  </a:lnTo>
                  <a:lnTo>
                    <a:pt x="4094" y="2125"/>
                  </a:lnTo>
                  <a:lnTo>
                    <a:pt x="4133" y="1970"/>
                  </a:lnTo>
                  <a:lnTo>
                    <a:pt x="4094" y="1777"/>
                  </a:lnTo>
                  <a:lnTo>
                    <a:pt x="4055" y="1623"/>
                  </a:lnTo>
                  <a:lnTo>
                    <a:pt x="4017" y="1507"/>
                  </a:lnTo>
                  <a:lnTo>
                    <a:pt x="3901" y="1352"/>
                  </a:lnTo>
                  <a:lnTo>
                    <a:pt x="3785" y="1237"/>
                  </a:lnTo>
                  <a:lnTo>
                    <a:pt x="3631" y="1159"/>
                  </a:lnTo>
                  <a:lnTo>
                    <a:pt x="3515" y="1121"/>
                  </a:lnTo>
                  <a:lnTo>
                    <a:pt x="3322" y="1082"/>
                  </a:lnTo>
                  <a:lnTo>
                    <a:pt x="3167" y="1043"/>
                  </a:lnTo>
                  <a:lnTo>
                    <a:pt x="3013" y="1082"/>
                  </a:lnTo>
                  <a:lnTo>
                    <a:pt x="2743" y="1159"/>
                  </a:lnTo>
                  <a:lnTo>
                    <a:pt x="2472" y="1314"/>
                  </a:lnTo>
                  <a:lnTo>
                    <a:pt x="2241" y="1545"/>
                  </a:lnTo>
                  <a:lnTo>
                    <a:pt x="2511" y="78"/>
                  </a:lnTo>
                  <a:lnTo>
                    <a:pt x="220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0" name="Google Shape;3900;p17"/>
            <p:cNvSpPr/>
            <p:nvPr/>
          </p:nvSpPr>
          <p:spPr>
            <a:xfrm>
              <a:off x="3971200" y="2394575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32" y="1"/>
                  </a:moveTo>
                  <a:lnTo>
                    <a:pt x="117" y="39"/>
                  </a:lnTo>
                  <a:lnTo>
                    <a:pt x="1" y="155"/>
                  </a:lnTo>
                  <a:lnTo>
                    <a:pt x="1" y="271"/>
                  </a:lnTo>
                  <a:lnTo>
                    <a:pt x="1" y="387"/>
                  </a:lnTo>
                  <a:lnTo>
                    <a:pt x="310" y="889"/>
                  </a:lnTo>
                  <a:lnTo>
                    <a:pt x="657" y="1391"/>
                  </a:lnTo>
                  <a:lnTo>
                    <a:pt x="1005" y="1893"/>
                  </a:lnTo>
                  <a:lnTo>
                    <a:pt x="1352" y="2356"/>
                  </a:lnTo>
                  <a:lnTo>
                    <a:pt x="1777" y="2781"/>
                  </a:lnTo>
                  <a:lnTo>
                    <a:pt x="2202" y="3206"/>
                  </a:lnTo>
                  <a:lnTo>
                    <a:pt x="2665" y="3592"/>
                  </a:lnTo>
                  <a:lnTo>
                    <a:pt x="3167" y="3901"/>
                  </a:lnTo>
                  <a:lnTo>
                    <a:pt x="3515" y="3785"/>
                  </a:lnTo>
                  <a:lnTo>
                    <a:pt x="2742" y="3013"/>
                  </a:lnTo>
                  <a:lnTo>
                    <a:pt x="2009" y="2240"/>
                  </a:lnTo>
                  <a:lnTo>
                    <a:pt x="1314" y="1429"/>
                  </a:lnTo>
                  <a:lnTo>
                    <a:pt x="1005" y="1005"/>
                  </a:lnTo>
                  <a:lnTo>
                    <a:pt x="696" y="580"/>
                  </a:lnTo>
                  <a:lnTo>
                    <a:pt x="1584" y="696"/>
                  </a:lnTo>
                  <a:lnTo>
                    <a:pt x="2472" y="889"/>
                  </a:lnTo>
                  <a:lnTo>
                    <a:pt x="2974" y="1043"/>
                  </a:lnTo>
                  <a:lnTo>
                    <a:pt x="3476" y="1236"/>
                  </a:lnTo>
                  <a:lnTo>
                    <a:pt x="3978" y="1391"/>
                  </a:lnTo>
                  <a:lnTo>
                    <a:pt x="4480" y="1507"/>
                  </a:lnTo>
                  <a:lnTo>
                    <a:pt x="4557" y="1507"/>
                  </a:lnTo>
                  <a:lnTo>
                    <a:pt x="4634" y="1584"/>
                  </a:lnTo>
                  <a:lnTo>
                    <a:pt x="4789" y="1584"/>
                  </a:lnTo>
                  <a:lnTo>
                    <a:pt x="4866" y="1507"/>
                  </a:lnTo>
                  <a:lnTo>
                    <a:pt x="4943" y="1429"/>
                  </a:lnTo>
                  <a:lnTo>
                    <a:pt x="4596" y="1159"/>
                  </a:lnTo>
                  <a:lnTo>
                    <a:pt x="4132" y="889"/>
                  </a:lnTo>
                  <a:lnTo>
                    <a:pt x="3592" y="657"/>
                  </a:lnTo>
                  <a:lnTo>
                    <a:pt x="3051" y="464"/>
                  </a:lnTo>
                  <a:lnTo>
                    <a:pt x="2511" y="310"/>
                  </a:lnTo>
                  <a:lnTo>
                    <a:pt x="1893" y="194"/>
                  </a:lnTo>
                  <a:lnTo>
                    <a:pt x="1314" y="117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1" name="Google Shape;3901;p17"/>
            <p:cNvSpPr/>
            <p:nvPr/>
          </p:nvSpPr>
          <p:spPr>
            <a:xfrm>
              <a:off x="591450" y="239845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26"/>
                  </a:lnTo>
                  <a:lnTo>
                    <a:pt x="0" y="3012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52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30"/>
                  </a:lnTo>
                  <a:lnTo>
                    <a:pt x="463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776"/>
                  </a:lnTo>
                  <a:lnTo>
                    <a:pt x="888" y="1545"/>
                  </a:lnTo>
                  <a:lnTo>
                    <a:pt x="1043" y="1313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2"/>
                  </a:lnTo>
                  <a:lnTo>
                    <a:pt x="1854" y="657"/>
                  </a:lnTo>
                  <a:lnTo>
                    <a:pt x="2124" y="541"/>
                  </a:lnTo>
                  <a:lnTo>
                    <a:pt x="2433" y="502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2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1" y="1390"/>
                  </a:lnTo>
                  <a:lnTo>
                    <a:pt x="3668" y="1661"/>
                  </a:lnTo>
                  <a:lnTo>
                    <a:pt x="4132" y="1545"/>
                  </a:lnTo>
                  <a:lnTo>
                    <a:pt x="4016" y="1159"/>
                  </a:lnTo>
                  <a:lnTo>
                    <a:pt x="3823" y="811"/>
                  </a:lnTo>
                  <a:lnTo>
                    <a:pt x="3630" y="502"/>
                  </a:lnTo>
                  <a:lnTo>
                    <a:pt x="3398" y="270"/>
                  </a:lnTo>
                  <a:lnTo>
                    <a:pt x="3244" y="155"/>
                  </a:lnTo>
                  <a:lnTo>
                    <a:pt x="3089" y="77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2" name="Google Shape;3902;p17"/>
            <p:cNvSpPr/>
            <p:nvPr/>
          </p:nvSpPr>
          <p:spPr>
            <a:xfrm>
              <a:off x="456275" y="2399400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80"/>
                  </a:lnTo>
                  <a:lnTo>
                    <a:pt x="12280" y="657"/>
                  </a:lnTo>
                  <a:lnTo>
                    <a:pt x="12628" y="850"/>
                  </a:lnTo>
                  <a:lnTo>
                    <a:pt x="12898" y="1159"/>
                  </a:lnTo>
                  <a:lnTo>
                    <a:pt x="13130" y="1507"/>
                  </a:lnTo>
                  <a:lnTo>
                    <a:pt x="13323" y="1854"/>
                  </a:lnTo>
                  <a:lnTo>
                    <a:pt x="13478" y="2240"/>
                  </a:lnTo>
                  <a:lnTo>
                    <a:pt x="13632" y="2665"/>
                  </a:lnTo>
                  <a:lnTo>
                    <a:pt x="13825" y="3438"/>
                  </a:lnTo>
                  <a:lnTo>
                    <a:pt x="13825" y="3438"/>
                  </a:lnTo>
                  <a:lnTo>
                    <a:pt x="13091" y="3013"/>
                  </a:lnTo>
                  <a:lnTo>
                    <a:pt x="12705" y="2781"/>
                  </a:lnTo>
                  <a:lnTo>
                    <a:pt x="12358" y="2472"/>
                  </a:lnTo>
                  <a:lnTo>
                    <a:pt x="12010" y="2125"/>
                  </a:lnTo>
                  <a:lnTo>
                    <a:pt x="11817" y="1932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734"/>
                  </a:lnTo>
                  <a:lnTo>
                    <a:pt x="11740" y="619"/>
                  </a:lnTo>
                  <a:lnTo>
                    <a:pt x="11856" y="541"/>
                  </a:lnTo>
                  <a:lnTo>
                    <a:pt x="11972" y="503"/>
                  </a:lnTo>
                  <a:close/>
                  <a:moveTo>
                    <a:pt x="16219" y="1584"/>
                  </a:moveTo>
                  <a:lnTo>
                    <a:pt x="16296" y="1623"/>
                  </a:lnTo>
                  <a:lnTo>
                    <a:pt x="16412" y="1661"/>
                  </a:lnTo>
                  <a:lnTo>
                    <a:pt x="16490" y="1738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56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74"/>
                  </a:lnTo>
                  <a:lnTo>
                    <a:pt x="15949" y="3206"/>
                  </a:lnTo>
                  <a:lnTo>
                    <a:pt x="15563" y="3399"/>
                  </a:lnTo>
                  <a:lnTo>
                    <a:pt x="15138" y="3553"/>
                  </a:lnTo>
                  <a:lnTo>
                    <a:pt x="14713" y="3669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2" y="3360"/>
                  </a:lnTo>
                  <a:lnTo>
                    <a:pt x="14636" y="2974"/>
                  </a:lnTo>
                  <a:lnTo>
                    <a:pt x="14829" y="2627"/>
                  </a:lnTo>
                  <a:lnTo>
                    <a:pt x="15099" y="2279"/>
                  </a:lnTo>
                  <a:lnTo>
                    <a:pt x="15408" y="1970"/>
                  </a:lnTo>
                  <a:lnTo>
                    <a:pt x="15640" y="1816"/>
                  </a:lnTo>
                  <a:lnTo>
                    <a:pt x="15872" y="1661"/>
                  </a:lnTo>
                  <a:lnTo>
                    <a:pt x="16103" y="1623"/>
                  </a:lnTo>
                  <a:lnTo>
                    <a:pt x="16219" y="1584"/>
                  </a:lnTo>
                  <a:close/>
                  <a:moveTo>
                    <a:pt x="13825" y="4287"/>
                  </a:moveTo>
                  <a:lnTo>
                    <a:pt x="13671" y="4557"/>
                  </a:lnTo>
                  <a:lnTo>
                    <a:pt x="13478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5" y="5870"/>
                  </a:lnTo>
                  <a:lnTo>
                    <a:pt x="10968" y="5793"/>
                  </a:lnTo>
                  <a:lnTo>
                    <a:pt x="10929" y="5716"/>
                  </a:lnTo>
                  <a:lnTo>
                    <a:pt x="10890" y="5639"/>
                  </a:lnTo>
                  <a:lnTo>
                    <a:pt x="10890" y="5445"/>
                  </a:lnTo>
                  <a:lnTo>
                    <a:pt x="10968" y="5252"/>
                  </a:lnTo>
                  <a:lnTo>
                    <a:pt x="11122" y="5098"/>
                  </a:lnTo>
                  <a:lnTo>
                    <a:pt x="11277" y="4943"/>
                  </a:lnTo>
                  <a:lnTo>
                    <a:pt x="11547" y="4750"/>
                  </a:lnTo>
                  <a:lnTo>
                    <a:pt x="11817" y="4635"/>
                  </a:lnTo>
                  <a:lnTo>
                    <a:pt x="12087" y="4557"/>
                  </a:lnTo>
                  <a:lnTo>
                    <a:pt x="12628" y="4480"/>
                  </a:lnTo>
                  <a:lnTo>
                    <a:pt x="13246" y="4403"/>
                  </a:lnTo>
                  <a:lnTo>
                    <a:pt x="13555" y="4364"/>
                  </a:lnTo>
                  <a:lnTo>
                    <a:pt x="13825" y="4287"/>
                  </a:lnTo>
                  <a:close/>
                  <a:moveTo>
                    <a:pt x="14404" y="4248"/>
                  </a:moveTo>
                  <a:lnTo>
                    <a:pt x="15099" y="4596"/>
                  </a:lnTo>
                  <a:lnTo>
                    <a:pt x="15408" y="4789"/>
                  </a:lnTo>
                  <a:lnTo>
                    <a:pt x="15717" y="4982"/>
                  </a:lnTo>
                  <a:lnTo>
                    <a:pt x="15910" y="5137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44" y="5986"/>
                  </a:lnTo>
                  <a:lnTo>
                    <a:pt x="16876" y="6334"/>
                  </a:lnTo>
                  <a:lnTo>
                    <a:pt x="16992" y="6681"/>
                  </a:lnTo>
                  <a:lnTo>
                    <a:pt x="16992" y="6836"/>
                  </a:lnTo>
                  <a:lnTo>
                    <a:pt x="16992" y="6990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8"/>
                  </a:lnTo>
                  <a:lnTo>
                    <a:pt x="16374" y="7338"/>
                  </a:lnTo>
                  <a:lnTo>
                    <a:pt x="16142" y="7222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370" y="6565"/>
                  </a:lnTo>
                  <a:lnTo>
                    <a:pt x="15061" y="6141"/>
                  </a:lnTo>
                  <a:lnTo>
                    <a:pt x="14829" y="5716"/>
                  </a:lnTo>
                  <a:lnTo>
                    <a:pt x="14636" y="5252"/>
                  </a:lnTo>
                  <a:lnTo>
                    <a:pt x="14520" y="4750"/>
                  </a:lnTo>
                  <a:lnTo>
                    <a:pt x="14404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70" y="117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06" y="619"/>
                  </a:lnTo>
                  <a:lnTo>
                    <a:pt x="10929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68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33" y="2742"/>
                  </a:lnTo>
                  <a:lnTo>
                    <a:pt x="12396" y="3090"/>
                  </a:lnTo>
                  <a:lnTo>
                    <a:pt x="12860" y="3399"/>
                  </a:lnTo>
                  <a:lnTo>
                    <a:pt x="12860" y="3399"/>
                  </a:lnTo>
                  <a:lnTo>
                    <a:pt x="12049" y="3283"/>
                  </a:lnTo>
                  <a:lnTo>
                    <a:pt x="11199" y="3283"/>
                  </a:lnTo>
                  <a:lnTo>
                    <a:pt x="10388" y="3322"/>
                  </a:lnTo>
                  <a:lnTo>
                    <a:pt x="9616" y="3476"/>
                  </a:lnTo>
                  <a:lnTo>
                    <a:pt x="9655" y="3013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623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90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87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52"/>
                  </a:lnTo>
                  <a:lnTo>
                    <a:pt x="5407" y="5561"/>
                  </a:lnTo>
                  <a:lnTo>
                    <a:pt x="4596" y="6218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082" y="10156"/>
                  </a:lnTo>
                  <a:lnTo>
                    <a:pt x="503" y="10967"/>
                  </a:lnTo>
                  <a:lnTo>
                    <a:pt x="1" y="11778"/>
                  </a:lnTo>
                  <a:lnTo>
                    <a:pt x="348" y="12049"/>
                  </a:lnTo>
                  <a:lnTo>
                    <a:pt x="1546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79"/>
                  </a:lnTo>
                  <a:lnTo>
                    <a:pt x="6257" y="5561"/>
                  </a:lnTo>
                  <a:lnTo>
                    <a:pt x="7106" y="5059"/>
                  </a:lnTo>
                  <a:lnTo>
                    <a:pt x="7994" y="4596"/>
                  </a:lnTo>
                  <a:lnTo>
                    <a:pt x="8458" y="4441"/>
                  </a:lnTo>
                  <a:lnTo>
                    <a:pt x="8921" y="4248"/>
                  </a:lnTo>
                  <a:lnTo>
                    <a:pt x="9423" y="4133"/>
                  </a:lnTo>
                  <a:lnTo>
                    <a:pt x="9886" y="4017"/>
                  </a:lnTo>
                  <a:lnTo>
                    <a:pt x="10388" y="3901"/>
                  </a:lnTo>
                  <a:lnTo>
                    <a:pt x="10852" y="3862"/>
                  </a:lnTo>
                  <a:lnTo>
                    <a:pt x="11354" y="3824"/>
                  </a:lnTo>
                  <a:lnTo>
                    <a:pt x="11856" y="3824"/>
                  </a:lnTo>
                  <a:lnTo>
                    <a:pt x="12358" y="3862"/>
                  </a:lnTo>
                  <a:lnTo>
                    <a:pt x="12860" y="3901"/>
                  </a:lnTo>
                  <a:lnTo>
                    <a:pt x="12319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57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6" y="5291"/>
                  </a:lnTo>
                  <a:lnTo>
                    <a:pt x="10388" y="5523"/>
                  </a:lnTo>
                  <a:lnTo>
                    <a:pt x="10388" y="5754"/>
                  </a:lnTo>
                  <a:lnTo>
                    <a:pt x="10427" y="5947"/>
                  </a:lnTo>
                  <a:lnTo>
                    <a:pt x="10581" y="6179"/>
                  </a:lnTo>
                  <a:lnTo>
                    <a:pt x="10659" y="6256"/>
                  </a:lnTo>
                  <a:lnTo>
                    <a:pt x="10775" y="6334"/>
                  </a:lnTo>
                  <a:lnTo>
                    <a:pt x="11006" y="6411"/>
                  </a:lnTo>
                  <a:lnTo>
                    <a:pt x="11277" y="6449"/>
                  </a:lnTo>
                  <a:lnTo>
                    <a:pt x="11585" y="6411"/>
                  </a:lnTo>
                  <a:lnTo>
                    <a:pt x="11856" y="6372"/>
                  </a:lnTo>
                  <a:lnTo>
                    <a:pt x="12165" y="6256"/>
                  </a:lnTo>
                  <a:lnTo>
                    <a:pt x="12628" y="6063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716"/>
                  </a:lnTo>
                  <a:lnTo>
                    <a:pt x="14057" y="4866"/>
                  </a:lnTo>
                  <a:lnTo>
                    <a:pt x="14211" y="5407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4" y="6874"/>
                  </a:lnTo>
                  <a:lnTo>
                    <a:pt x="15177" y="7067"/>
                  </a:lnTo>
                  <a:lnTo>
                    <a:pt x="15408" y="7299"/>
                  </a:lnTo>
                  <a:lnTo>
                    <a:pt x="15679" y="7492"/>
                  </a:lnTo>
                  <a:lnTo>
                    <a:pt x="15988" y="7685"/>
                  </a:lnTo>
                  <a:lnTo>
                    <a:pt x="16296" y="7801"/>
                  </a:lnTo>
                  <a:lnTo>
                    <a:pt x="16605" y="7878"/>
                  </a:lnTo>
                  <a:lnTo>
                    <a:pt x="16760" y="7878"/>
                  </a:lnTo>
                  <a:lnTo>
                    <a:pt x="16876" y="7840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47"/>
                  </a:lnTo>
                  <a:lnTo>
                    <a:pt x="17378" y="7531"/>
                  </a:lnTo>
                  <a:lnTo>
                    <a:pt x="17416" y="7376"/>
                  </a:lnTo>
                  <a:lnTo>
                    <a:pt x="17455" y="7260"/>
                  </a:lnTo>
                  <a:lnTo>
                    <a:pt x="17493" y="6951"/>
                  </a:lnTo>
                  <a:lnTo>
                    <a:pt x="17416" y="6604"/>
                  </a:lnTo>
                  <a:lnTo>
                    <a:pt x="17300" y="6295"/>
                  </a:lnTo>
                  <a:lnTo>
                    <a:pt x="17185" y="5986"/>
                  </a:lnTo>
                  <a:lnTo>
                    <a:pt x="17030" y="5716"/>
                  </a:lnTo>
                  <a:lnTo>
                    <a:pt x="16876" y="5484"/>
                  </a:lnTo>
                  <a:lnTo>
                    <a:pt x="16683" y="5252"/>
                  </a:lnTo>
                  <a:lnTo>
                    <a:pt x="16490" y="5021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46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65"/>
                  </a:lnTo>
                  <a:lnTo>
                    <a:pt x="17107" y="2434"/>
                  </a:lnTo>
                  <a:lnTo>
                    <a:pt x="17146" y="2163"/>
                  </a:lnTo>
                  <a:lnTo>
                    <a:pt x="17107" y="1932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59"/>
                  </a:lnTo>
                  <a:lnTo>
                    <a:pt x="15910" y="1198"/>
                  </a:lnTo>
                  <a:lnTo>
                    <a:pt x="15679" y="1236"/>
                  </a:lnTo>
                  <a:lnTo>
                    <a:pt x="15447" y="1352"/>
                  </a:lnTo>
                  <a:lnTo>
                    <a:pt x="15254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7" y="2588"/>
                  </a:lnTo>
                  <a:lnTo>
                    <a:pt x="14095" y="3013"/>
                  </a:lnTo>
                  <a:lnTo>
                    <a:pt x="13941" y="2434"/>
                  </a:lnTo>
                  <a:lnTo>
                    <a:pt x="13748" y="1893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8" y="117"/>
                  </a:lnTo>
                  <a:lnTo>
                    <a:pt x="12087" y="39"/>
                  </a:lnTo>
                  <a:lnTo>
                    <a:pt x="118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3" name="Google Shape;3903;p17"/>
            <p:cNvSpPr/>
            <p:nvPr/>
          </p:nvSpPr>
          <p:spPr>
            <a:xfrm>
              <a:off x="5396100" y="2441875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6" y="1159"/>
                  </a:lnTo>
                  <a:lnTo>
                    <a:pt x="1390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5" y="1816"/>
                  </a:lnTo>
                  <a:lnTo>
                    <a:pt x="386" y="1700"/>
                  </a:lnTo>
                  <a:lnTo>
                    <a:pt x="348" y="1584"/>
                  </a:lnTo>
                  <a:lnTo>
                    <a:pt x="386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1" y="1623"/>
                  </a:lnTo>
                  <a:lnTo>
                    <a:pt x="3669" y="1700"/>
                  </a:lnTo>
                  <a:lnTo>
                    <a:pt x="3746" y="1816"/>
                  </a:lnTo>
                  <a:lnTo>
                    <a:pt x="3746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8" y="2356"/>
                  </a:lnTo>
                  <a:lnTo>
                    <a:pt x="3205" y="2434"/>
                  </a:lnTo>
                  <a:lnTo>
                    <a:pt x="3012" y="2395"/>
                  </a:lnTo>
                  <a:lnTo>
                    <a:pt x="2819" y="2356"/>
                  </a:lnTo>
                  <a:lnTo>
                    <a:pt x="2626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0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89" y="1468"/>
                  </a:lnTo>
                  <a:close/>
                  <a:moveTo>
                    <a:pt x="3746" y="4750"/>
                  </a:moveTo>
                  <a:lnTo>
                    <a:pt x="3900" y="4789"/>
                  </a:lnTo>
                  <a:lnTo>
                    <a:pt x="4016" y="4828"/>
                  </a:lnTo>
                  <a:lnTo>
                    <a:pt x="4093" y="4944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2" y="5368"/>
                  </a:lnTo>
                  <a:lnTo>
                    <a:pt x="4093" y="5484"/>
                  </a:lnTo>
                  <a:lnTo>
                    <a:pt x="3978" y="5600"/>
                  </a:lnTo>
                  <a:lnTo>
                    <a:pt x="3784" y="5754"/>
                  </a:lnTo>
                  <a:lnTo>
                    <a:pt x="3514" y="5870"/>
                  </a:lnTo>
                  <a:lnTo>
                    <a:pt x="3128" y="5870"/>
                  </a:lnTo>
                  <a:lnTo>
                    <a:pt x="2742" y="5793"/>
                  </a:lnTo>
                  <a:lnTo>
                    <a:pt x="2935" y="5368"/>
                  </a:lnTo>
                  <a:lnTo>
                    <a:pt x="3051" y="5214"/>
                  </a:lnTo>
                  <a:lnTo>
                    <a:pt x="3205" y="5021"/>
                  </a:lnTo>
                  <a:lnTo>
                    <a:pt x="3476" y="4866"/>
                  </a:lnTo>
                  <a:lnTo>
                    <a:pt x="3630" y="4789"/>
                  </a:lnTo>
                  <a:lnTo>
                    <a:pt x="3746" y="4750"/>
                  </a:lnTo>
                  <a:close/>
                  <a:moveTo>
                    <a:pt x="1120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2" y="6102"/>
                  </a:lnTo>
                  <a:lnTo>
                    <a:pt x="1429" y="6256"/>
                  </a:lnTo>
                  <a:lnTo>
                    <a:pt x="1236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5" y="6334"/>
                  </a:lnTo>
                  <a:lnTo>
                    <a:pt x="502" y="6179"/>
                  </a:lnTo>
                  <a:lnTo>
                    <a:pt x="425" y="6025"/>
                  </a:lnTo>
                  <a:lnTo>
                    <a:pt x="425" y="5909"/>
                  </a:lnTo>
                  <a:lnTo>
                    <a:pt x="464" y="5754"/>
                  </a:lnTo>
                  <a:lnTo>
                    <a:pt x="579" y="5677"/>
                  </a:lnTo>
                  <a:lnTo>
                    <a:pt x="695" y="5600"/>
                  </a:lnTo>
                  <a:lnTo>
                    <a:pt x="850" y="5523"/>
                  </a:lnTo>
                  <a:close/>
                  <a:moveTo>
                    <a:pt x="5715" y="6218"/>
                  </a:moveTo>
                  <a:lnTo>
                    <a:pt x="5870" y="6334"/>
                  </a:lnTo>
                  <a:lnTo>
                    <a:pt x="5947" y="6411"/>
                  </a:lnTo>
                  <a:lnTo>
                    <a:pt x="5986" y="6527"/>
                  </a:lnTo>
                  <a:lnTo>
                    <a:pt x="6024" y="6681"/>
                  </a:lnTo>
                  <a:lnTo>
                    <a:pt x="5986" y="6797"/>
                  </a:lnTo>
                  <a:lnTo>
                    <a:pt x="5908" y="7067"/>
                  </a:lnTo>
                  <a:lnTo>
                    <a:pt x="5792" y="7260"/>
                  </a:lnTo>
                  <a:lnTo>
                    <a:pt x="5677" y="7492"/>
                  </a:lnTo>
                  <a:lnTo>
                    <a:pt x="5484" y="7647"/>
                  </a:lnTo>
                  <a:lnTo>
                    <a:pt x="5290" y="7801"/>
                  </a:lnTo>
                  <a:lnTo>
                    <a:pt x="5059" y="7917"/>
                  </a:lnTo>
                  <a:lnTo>
                    <a:pt x="5097" y="7878"/>
                  </a:lnTo>
                  <a:lnTo>
                    <a:pt x="5020" y="7415"/>
                  </a:lnTo>
                  <a:lnTo>
                    <a:pt x="4982" y="7183"/>
                  </a:lnTo>
                  <a:lnTo>
                    <a:pt x="5020" y="6952"/>
                  </a:lnTo>
                  <a:lnTo>
                    <a:pt x="5136" y="6681"/>
                  </a:lnTo>
                  <a:lnTo>
                    <a:pt x="5213" y="6527"/>
                  </a:lnTo>
                  <a:lnTo>
                    <a:pt x="5329" y="6372"/>
                  </a:lnTo>
                  <a:lnTo>
                    <a:pt x="5445" y="6256"/>
                  </a:lnTo>
                  <a:lnTo>
                    <a:pt x="5599" y="6218"/>
                  </a:lnTo>
                  <a:close/>
                  <a:moveTo>
                    <a:pt x="8959" y="8071"/>
                  </a:moveTo>
                  <a:lnTo>
                    <a:pt x="9152" y="8110"/>
                  </a:lnTo>
                  <a:lnTo>
                    <a:pt x="9268" y="8187"/>
                  </a:lnTo>
                  <a:lnTo>
                    <a:pt x="9345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1"/>
                  </a:lnTo>
                  <a:lnTo>
                    <a:pt x="9268" y="8921"/>
                  </a:lnTo>
                  <a:lnTo>
                    <a:pt x="9036" y="9153"/>
                  </a:lnTo>
                  <a:lnTo>
                    <a:pt x="8804" y="9346"/>
                  </a:lnTo>
                  <a:lnTo>
                    <a:pt x="8689" y="9384"/>
                  </a:lnTo>
                  <a:lnTo>
                    <a:pt x="8611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1" y="9346"/>
                  </a:lnTo>
                  <a:lnTo>
                    <a:pt x="8264" y="9346"/>
                  </a:lnTo>
                  <a:lnTo>
                    <a:pt x="8225" y="8959"/>
                  </a:lnTo>
                  <a:lnTo>
                    <a:pt x="8225" y="8766"/>
                  </a:lnTo>
                  <a:lnTo>
                    <a:pt x="8264" y="8573"/>
                  </a:lnTo>
                  <a:lnTo>
                    <a:pt x="8341" y="8342"/>
                  </a:lnTo>
                  <a:lnTo>
                    <a:pt x="8496" y="8187"/>
                  </a:lnTo>
                  <a:lnTo>
                    <a:pt x="8727" y="8110"/>
                  </a:lnTo>
                  <a:lnTo>
                    <a:pt x="8843" y="8071"/>
                  </a:lnTo>
                  <a:close/>
                  <a:moveTo>
                    <a:pt x="4943" y="8380"/>
                  </a:moveTo>
                  <a:lnTo>
                    <a:pt x="4943" y="8419"/>
                  </a:lnTo>
                  <a:lnTo>
                    <a:pt x="4750" y="8805"/>
                  </a:lnTo>
                  <a:lnTo>
                    <a:pt x="4595" y="8959"/>
                  </a:lnTo>
                  <a:lnTo>
                    <a:pt x="4441" y="9153"/>
                  </a:lnTo>
                  <a:lnTo>
                    <a:pt x="4209" y="9307"/>
                  </a:lnTo>
                  <a:lnTo>
                    <a:pt x="3939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8" y="9346"/>
                  </a:lnTo>
                  <a:lnTo>
                    <a:pt x="3321" y="9191"/>
                  </a:lnTo>
                  <a:lnTo>
                    <a:pt x="3321" y="9075"/>
                  </a:lnTo>
                  <a:lnTo>
                    <a:pt x="3321" y="8959"/>
                  </a:lnTo>
                  <a:lnTo>
                    <a:pt x="3398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4" y="8457"/>
                  </a:lnTo>
                  <a:lnTo>
                    <a:pt x="4055" y="8380"/>
                  </a:lnTo>
                  <a:lnTo>
                    <a:pt x="4325" y="8380"/>
                  </a:lnTo>
                  <a:lnTo>
                    <a:pt x="4904" y="8419"/>
                  </a:lnTo>
                  <a:lnTo>
                    <a:pt x="4943" y="8380"/>
                  </a:lnTo>
                  <a:close/>
                  <a:moveTo>
                    <a:pt x="7994" y="10002"/>
                  </a:moveTo>
                  <a:lnTo>
                    <a:pt x="7955" y="10195"/>
                  </a:lnTo>
                  <a:lnTo>
                    <a:pt x="7916" y="10350"/>
                  </a:lnTo>
                  <a:lnTo>
                    <a:pt x="7839" y="10543"/>
                  </a:lnTo>
                  <a:lnTo>
                    <a:pt x="7723" y="10697"/>
                  </a:lnTo>
                  <a:lnTo>
                    <a:pt x="7607" y="10813"/>
                  </a:lnTo>
                  <a:lnTo>
                    <a:pt x="7492" y="10929"/>
                  </a:lnTo>
                  <a:lnTo>
                    <a:pt x="7337" y="11045"/>
                  </a:lnTo>
                  <a:lnTo>
                    <a:pt x="7144" y="11083"/>
                  </a:lnTo>
                  <a:lnTo>
                    <a:pt x="6951" y="11122"/>
                  </a:lnTo>
                  <a:lnTo>
                    <a:pt x="6796" y="11083"/>
                  </a:lnTo>
                  <a:lnTo>
                    <a:pt x="6719" y="11045"/>
                  </a:lnTo>
                  <a:lnTo>
                    <a:pt x="6681" y="10967"/>
                  </a:lnTo>
                  <a:lnTo>
                    <a:pt x="6642" y="10890"/>
                  </a:lnTo>
                  <a:lnTo>
                    <a:pt x="6603" y="10813"/>
                  </a:lnTo>
                  <a:lnTo>
                    <a:pt x="6642" y="10620"/>
                  </a:lnTo>
                  <a:lnTo>
                    <a:pt x="6719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1" y="10157"/>
                  </a:lnTo>
                  <a:lnTo>
                    <a:pt x="7492" y="10079"/>
                  </a:lnTo>
                  <a:lnTo>
                    <a:pt x="7723" y="10041"/>
                  </a:lnTo>
                  <a:lnTo>
                    <a:pt x="7994" y="10002"/>
                  </a:lnTo>
                  <a:close/>
                  <a:moveTo>
                    <a:pt x="2201" y="1"/>
                  </a:moveTo>
                  <a:lnTo>
                    <a:pt x="2008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0" y="812"/>
                  </a:lnTo>
                  <a:lnTo>
                    <a:pt x="1236" y="773"/>
                  </a:lnTo>
                  <a:lnTo>
                    <a:pt x="1043" y="735"/>
                  </a:lnTo>
                  <a:lnTo>
                    <a:pt x="695" y="735"/>
                  </a:lnTo>
                  <a:lnTo>
                    <a:pt x="541" y="812"/>
                  </a:lnTo>
                  <a:lnTo>
                    <a:pt x="386" y="889"/>
                  </a:lnTo>
                  <a:lnTo>
                    <a:pt x="232" y="1005"/>
                  </a:lnTo>
                  <a:lnTo>
                    <a:pt x="116" y="1159"/>
                  </a:lnTo>
                  <a:lnTo>
                    <a:pt x="39" y="1314"/>
                  </a:lnTo>
                  <a:lnTo>
                    <a:pt x="0" y="1468"/>
                  </a:lnTo>
                  <a:lnTo>
                    <a:pt x="0" y="1623"/>
                  </a:lnTo>
                  <a:lnTo>
                    <a:pt x="0" y="1777"/>
                  </a:lnTo>
                  <a:lnTo>
                    <a:pt x="77" y="1932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5" y="2279"/>
                  </a:lnTo>
                  <a:lnTo>
                    <a:pt x="579" y="2356"/>
                  </a:lnTo>
                  <a:lnTo>
                    <a:pt x="734" y="2395"/>
                  </a:lnTo>
                  <a:lnTo>
                    <a:pt x="1043" y="2434"/>
                  </a:lnTo>
                  <a:lnTo>
                    <a:pt x="1390" y="2395"/>
                  </a:lnTo>
                  <a:lnTo>
                    <a:pt x="1699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8" y="4635"/>
                  </a:lnTo>
                  <a:lnTo>
                    <a:pt x="1777" y="5021"/>
                  </a:lnTo>
                  <a:lnTo>
                    <a:pt x="1892" y="5368"/>
                  </a:lnTo>
                  <a:lnTo>
                    <a:pt x="1583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2" y="5252"/>
                  </a:lnTo>
                  <a:lnTo>
                    <a:pt x="386" y="5330"/>
                  </a:lnTo>
                  <a:lnTo>
                    <a:pt x="271" y="5446"/>
                  </a:lnTo>
                  <a:lnTo>
                    <a:pt x="155" y="5561"/>
                  </a:lnTo>
                  <a:lnTo>
                    <a:pt x="77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7" y="6218"/>
                  </a:lnTo>
                  <a:lnTo>
                    <a:pt x="155" y="6334"/>
                  </a:lnTo>
                  <a:lnTo>
                    <a:pt x="232" y="6450"/>
                  </a:lnTo>
                  <a:lnTo>
                    <a:pt x="348" y="6565"/>
                  </a:lnTo>
                  <a:lnTo>
                    <a:pt x="502" y="6643"/>
                  </a:lnTo>
                  <a:lnTo>
                    <a:pt x="657" y="6720"/>
                  </a:lnTo>
                  <a:lnTo>
                    <a:pt x="811" y="6758"/>
                  </a:lnTo>
                  <a:lnTo>
                    <a:pt x="1120" y="6758"/>
                  </a:lnTo>
                  <a:lnTo>
                    <a:pt x="1429" y="6681"/>
                  </a:lnTo>
                  <a:lnTo>
                    <a:pt x="1699" y="6527"/>
                  </a:lnTo>
                  <a:lnTo>
                    <a:pt x="1931" y="6295"/>
                  </a:lnTo>
                  <a:lnTo>
                    <a:pt x="2124" y="6063"/>
                  </a:lnTo>
                  <a:lnTo>
                    <a:pt x="2394" y="6527"/>
                  </a:lnTo>
                  <a:lnTo>
                    <a:pt x="2742" y="6990"/>
                  </a:lnTo>
                  <a:lnTo>
                    <a:pt x="3128" y="7376"/>
                  </a:lnTo>
                  <a:lnTo>
                    <a:pt x="3591" y="7762"/>
                  </a:lnTo>
                  <a:lnTo>
                    <a:pt x="4016" y="7994"/>
                  </a:lnTo>
                  <a:lnTo>
                    <a:pt x="3823" y="8033"/>
                  </a:lnTo>
                  <a:lnTo>
                    <a:pt x="3630" y="8110"/>
                  </a:lnTo>
                  <a:lnTo>
                    <a:pt x="3437" y="8187"/>
                  </a:lnTo>
                  <a:lnTo>
                    <a:pt x="3282" y="8342"/>
                  </a:lnTo>
                  <a:lnTo>
                    <a:pt x="3167" y="8457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5" y="8882"/>
                  </a:lnTo>
                  <a:lnTo>
                    <a:pt x="2896" y="9075"/>
                  </a:lnTo>
                  <a:lnTo>
                    <a:pt x="2935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1" y="9770"/>
                  </a:lnTo>
                  <a:lnTo>
                    <a:pt x="3514" y="9848"/>
                  </a:lnTo>
                  <a:lnTo>
                    <a:pt x="3707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8" y="9770"/>
                  </a:lnTo>
                  <a:lnTo>
                    <a:pt x="4402" y="9693"/>
                  </a:lnTo>
                  <a:lnTo>
                    <a:pt x="4673" y="9461"/>
                  </a:lnTo>
                  <a:lnTo>
                    <a:pt x="4904" y="9153"/>
                  </a:lnTo>
                  <a:lnTo>
                    <a:pt x="5097" y="8844"/>
                  </a:lnTo>
                  <a:lnTo>
                    <a:pt x="5213" y="8496"/>
                  </a:lnTo>
                  <a:lnTo>
                    <a:pt x="6526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5" y="9655"/>
                  </a:lnTo>
                  <a:lnTo>
                    <a:pt x="7762" y="9655"/>
                  </a:lnTo>
                  <a:lnTo>
                    <a:pt x="7569" y="9693"/>
                  </a:lnTo>
                  <a:lnTo>
                    <a:pt x="7144" y="9809"/>
                  </a:lnTo>
                  <a:lnTo>
                    <a:pt x="6796" y="9963"/>
                  </a:lnTo>
                  <a:lnTo>
                    <a:pt x="6642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4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4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5" y="11508"/>
                  </a:lnTo>
                  <a:lnTo>
                    <a:pt x="7028" y="11508"/>
                  </a:lnTo>
                  <a:lnTo>
                    <a:pt x="7221" y="11469"/>
                  </a:lnTo>
                  <a:lnTo>
                    <a:pt x="7414" y="11392"/>
                  </a:lnTo>
                  <a:lnTo>
                    <a:pt x="7569" y="11315"/>
                  </a:lnTo>
                  <a:lnTo>
                    <a:pt x="7723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09" y="10697"/>
                  </a:lnTo>
                  <a:lnTo>
                    <a:pt x="8225" y="10465"/>
                  </a:lnTo>
                  <a:lnTo>
                    <a:pt x="8264" y="10234"/>
                  </a:lnTo>
                  <a:lnTo>
                    <a:pt x="8302" y="9963"/>
                  </a:lnTo>
                  <a:lnTo>
                    <a:pt x="8341" y="9925"/>
                  </a:lnTo>
                  <a:lnTo>
                    <a:pt x="8727" y="10272"/>
                  </a:lnTo>
                  <a:lnTo>
                    <a:pt x="9075" y="10659"/>
                  </a:lnTo>
                  <a:lnTo>
                    <a:pt x="9345" y="11122"/>
                  </a:lnTo>
                  <a:lnTo>
                    <a:pt x="9461" y="11354"/>
                  </a:lnTo>
                  <a:lnTo>
                    <a:pt x="9538" y="11585"/>
                  </a:lnTo>
                  <a:lnTo>
                    <a:pt x="9654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4" y="12937"/>
                  </a:lnTo>
                  <a:lnTo>
                    <a:pt x="9577" y="13284"/>
                  </a:lnTo>
                  <a:lnTo>
                    <a:pt x="9461" y="13593"/>
                  </a:lnTo>
                  <a:lnTo>
                    <a:pt x="9191" y="14211"/>
                  </a:lnTo>
                  <a:lnTo>
                    <a:pt x="9152" y="14288"/>
                  </a:lnTo>
                  <a:lnTo>
                    <a:pt x="9152" y="14327"/>
                  </a:lnTo>
                  <a:lnTo>
                    <a:pt x="9229" y="14404"/>
                  </a:lnTo>
                  <a:lnTo>
                    <a:pt x="9306" y="14443"/>
                  </a:lnTo>
                  <a:lnTo>
                    <a:pt x="9422" y="14404"/>
                  </a:lnTo>
                  <a:lnTo>
                    <a:pt x="9577" y="14250"/>
                  </a:lnTo>
                  <a:lnTo>
                    <a:pt x="9731" y="14057"/>
                  </a:lnTo>
                  <a:lnTo>
                    <a:pt x="9847" y="13902"/>
                  </a:lnTo>
                  <a:lnTo>
                    <a:pt x="9924" y="13670"/>
                  </a:lnTo>
                  <a:lnTo>
                    <a:pt x="10079" y="13246"/>
                  </a:lnTo>
                  <a:lnTo>
                    <a:pt x="10117" y="12782"/>
                  </a:lnTo>
                  <a:lnTo>
                    <a:pt x="10117" y="12319"/>
                  </a:lnTo>
                  <a:lnTo>
                    <a:pt x="10040" y="11856"/>
                  </a:lnTo>
                  <a:lnTo>
                    <a:pt x="9924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6" y="10272"/>
                  </a:lnTo>
                  <a:lnTo>
                    <a:pt x="9036" y="9963"/>
                  </a:lnTo>
                  <a:lnTo>
                    <a:pt x="8727" y="9693"/>
                  </a:lnTo>
                  <a:lnTo>
                    <a:pt x="8959" y="9577"/>
                  </a:lnTo>
                  <a:lnTo>
                    <a:pt x="9229" y="9423"/>
                  </a:lnTo>
                  <a:lnTo>
                    <a:pt x="9461" y="9191"/>
                  </a:lnTo>
                  <a:lnTo>
                    <a:pt x="9615" y="8921"/>
                  </a:lnTo>
                  <a:lnTo>
                    <a:pt x="9731" y="8612"/>
                  </a:lnTo>
                  <a:lnTo>
                    <a:pt x="9731" y="8496"/>
                  </a:lnTo>
                  <a:lnTo>
                    <a:pt x="9731" y="8342"/>
                  </a:lnTo>
                  <a:lnTo>
                    <a:pt x="9693" y="8187"/>
                  </a:lnTo>
                  <a:lnTo>
                    <a:pt x="9615" y="8071"/>
                  </a:lnTo>
                  <a:lnTo>
                    <a:pt x="9499" y="7955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6" y="7724"/>
                  </a:lnTo>
                  <a:lnTo>
                    <a:pt x="8689" y="7724"/>
                  </a:lnTo>
                  <a:lnTo>
                    <a:pt x="8534" y="7762"/>
                  </a:lnTo>
                  <a:lnTo>
                    <a:pt x="8380" y="7840"/>
                  </a:lnTo>
                  <a:lnTo>
                    <a:pt x="8225" y="7955"/>
                  </a:lnTo>
                  <a:lnTo>
                    <a:pt x="8109" y="8071"/>
                  </a:lnTo>
                  <a:lnTo>
                    <a:pt x="7955" y="8264"/>
                  </a:lnTo>
                  <a:lnTo>
                    <a:pt x="7878" y="8535"/>
                  </a:lnTo>
                  <a:lnTo>
                    <a:pt x="7839" y="8766"/>
                  </a:lnTo>
                  <a:lnTo>
                    <a:pt x="7839" y="9037"/>
                  </a:lnTo>
                  <a:lnTo>
                    <a:pt x="7221" y="8766"/>
                  </a:lnTo>
                  <a:lnTo>
                    <a:pt x="6642" y="8496"/>
                  </a:lnTo>
                  <a:lnTo>
                    <a:pt x="5368" y="8033"/>
                  </a:lnTo>
                  <a:lnTo>
                    <a:pt x="5638" y="7878"/>
                  </a:lnTo>
                  <a:lnTo>
                    <a:pt x="5870" y="7685"/>
                  </a:lnTo>
                  <a:lnTo>
                    <a:pt x="6063" y="7453"/>
                  </a:lnTo>
                  <a:lnTo>
                    <a:pt x="6217" y="7183"/>
                  </a:lnTo>
                  <a:lnTo>
                    <a:pt x="6333" y="6874"/>
                  </a:lnTo>
                  <a:lnTo>
                    <a:pt x="6333" y="6720"/>
                  </a:lnTo>
                  <a:lnTo>
                    <a:pt x="6333" y="6527"/>
                  </a:lnTo>
                  <a:lnTo>
                    <a:pt x="6333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4" y="5948"/>
                  </a:lnTo>
                  <a:lnTo>
                    <a:pt x="5870" y="5870"/>
                  </a:lnTo>
                  <a:lnTo>
                    <a:pt x="5715" y="5832"/>
                  </a:lnTo>
                  <a:lnTo>
                    <a:pt x="5561" y="5870"/>
                  </a:lnTo>
                  <a:lnTo>
                    <a:pt x="5406" y="5909"/>
                  </a:lnTo>
                  <a:lnTo>
                    <a:pt x="5252" y="5986"/>
                  </a:lnTo>
                  <a:lnTo>
                    <a:pt x="5136" y="6063"/>
                  </a:lnTo>
                  <a:lnTo>
                    <a:pt x="4904" y="6334"/>
                  </a:lnTo>
                  <a:lnTo>
                    <a:pt x="4750" y="6643"/>
                  </a:lnTo>
                  <a:lnTo>
                    <a:pt x="4634" y="7029"/>
                  </a:lnTo>
                  <a:lnTo>
                    <a:pt x="4634" y="7222"/>
                  </a:lnTo>
                  <a:lnTo>
                    <a:pt x="4634" y="7415"/>
                  </a:lnTo>
                  <a:lnTo>
                    <a:pt x="4634" y="7608"/>
                  </a:lnTo>
                  <a:lnTo>
                    <a:pt x="4711" y="7762"/>
                  </a:lnTo>
                  <a:lnTo>
                    <a:pt x="4093" y="7453"/>
                  </a:lnTo>
                  <a:lnTo>
                    <a:pt x="3823" y="7299"/>
                  </a:lnTo>
                  <a:lnTo>
                    <a:pt x="3553" y="7106"/>
                  </a:lnTo>
                  <a:lnTo>
                    <a:pt x="3321" y="6874"/>
                  </a:lnTo>
                  <a:lnTo>
                    <a:pt x="3089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1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2" y="5986"/>
                  </a:lnTo>
                  <a:lnTo>
                    <a:pt x="4248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8" y="5407"/>
                  </a:lnTo>
                  <a:lnTo>
                    <a:pt x="4557" y="5214"/>
                  </a:lnTo>
                  <a:lnTo>
                    <a:pt x="4518" y="5059"/>
                  </a:lnTo>
                  <a:lnTo>
                    <a:pt x="4480" y="4866"/>
                  </a:lnTo>
                  <a:lnTo>
                    <a:pt x="4402" y="4712"/>
                  </a:lnTo>
                  <a:lnTo>
                    <a:pt x="4286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0" y="4364"/>
                  </a:lnTo>
                  <a:lnTo>
                    <a:pt x="3707" y="4364"/>
                  </a:lnTo>
                  <a:lnTo>
                    <a:pt x="3553" y="4403"/>
                  </a:lnTo>
                  <a:lnTo>
                    <a:pt x="3398" y="4442"/>
                  </a:lnTo>
                  <a:lnTo>
                    <a:pt x="3244" y="4519"/>
                  </a:lnTo>
                  <a:lnTo>
                    <a:pt x="3089" y="4635"/>
                  </a:lnTo>
                  <a:lnTo>
                    <a:pt x="2819" y="4905"/>
                  </a:lnTo>
                  <a:lnTo>
                    <a:pt x="2587" y="5214"/>
                  </a:lnTo>
                  <a:lnTo>
                    <a:pt x="2433" y="5561"/>
                  </a:lnTo>
                  <a:lnTo>
                    <a:pt x="2394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5" y="4326"/>
                  </a:lnTo>
                  <a:lnTo>
                    <a:pt x="2047" y="3940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4" y="2318"/>
                  </a:lnTo>
                  <a:lnTo>
                    <a:pt x="2356" y="2511"/>
                  </a:lnTo>
                  <a:lnTo>
                    <a:pt x="2587" y="2627"/>
                  </a:lnTo>
                  <a:lnTo>
                    <a:pt x="2819" y="2742"/>
                  </a:lnTo>
                  <a:lnTo>
                    <a:pt x="3128" y="2781"/>
                  </a:lnTo>
                  <a:lnTo>
                    <a:pt x="3282" y="2742"/>
                  </a:lnTo>
                  <a:lnTo>
                    <a:pt x="3476" y="2704"/>
                  </a:lnTo>
                  <a:lnTo>
                    <a:pt x="3630" y="2627"/>
                  </a:lnTo>
                  <a:lnTo>
                    <a:pt x="3784" y="2549"/>
                  </a:lnTo>
                  <a:lnTo>
                    <a:pt x="3900" y="2434"/>
                  </a:lnTo>
                  <a:lnTo>
                    <a:pt x="4016" y="2279"/>
                  </a:lnTo>
                  <a:lnTo>
                    <a:pt x="4093" y="2125"/>
                  </a:lnTo>
                  <a:lnTo>
                    <a:pt x="4132" y="1970"/>
                  </a:lnTo>
                  <a:lnTo>
                    <a:pt x="4093" y="1777"/>
                  </a:lnTo>
                  <a:lnTo>
                    <a:pt x="4055" y="1623"/>
                  </a:lnTo>
                  <a:lnTo>
                    <a:pt x="4016" y="1507"/>
                  </a:lnTo>
                  <a:lnTo>
                    <a:pt x="3900" y="1352"/>
                  </a:lnTo>
                  <a:lnTo>
                    <a:pt x="3784" y="1237"/>
                  </a:lnTo>
                  <a:lnTo>
                    <a:pt x="3630" y="1159"/>
                  </a:lnTo>
                  <a:lnTo>
                    <a:pt x="3514" y="1121"/>
                  </a:lnTo>
                  <a:lnTo>
                    <a:pt x="3321" y="1082"/>
                  </a:lnTo>
                  <a:lnTo>
                    <a:pt x="3167" y="1043"/>
                  </a:lnTo>
                  <a:lnTo>
                    <a:pt x="3012" y="1082"/>
                  </a:lnTo>
                  <a:lnTo>
                    <a:pt x="2742" y="1159"/>
                  </a:lnTo>
                  <a:lnTo>
                    <a:pt x="2472" y="1314"/>
                  </a:lnTo>
                  <a:lnTo>
                    <a:pt x="2240" y="1545"/>
                  </a:lnTo>
                  <a:lnTo>
                    <a:pt x="2510" y="78"/>
                  </a:lnTo>
                  <a:lnTo>
                    <a:pt x="220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4" name="Google Shape;3904;p17"/>
            <p:cNvSpPr/>
            <p:nvPr/>
          </p:nvSpPr>
          <p:spPr>
            <a:xfrm>
              <a:off x="4094775" y="2444775"/>
              <a:ext cx="126475" cy="70500"/>
            </a:xfrm>
            <a:custGeom>
              <a:avLst/>
              <a:gdLst/>
              <a:ahLst/>
              <a:cxnLst/>
              <a:rect l="l" t="t" r="r" b="b"/>
              <a:pathLst>
                <a:path w="5059" h="2820" extrusionOk="0">
                  <a:moveTo>
                    <a:pt x="4904" y="1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42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5"/>
                  </a:lnTo>
                  <a:lnTo>
                    <a:pt x="116" y="2433"/>
                  </a:lnTo>
                  <a:lnTo>
                    <a:pt x="39" y="2511"/>
                  </a:lnTo>
                  <a:lnTo>
                    <a:pt x="0" y="2588"/>
                  </a:lnTo>
                  <a:lnTo>
                    <a:pt x="39" y="2704"/>
                  </a:lnTo>
                  <a:lnTo>
                    <a:pt x="116" y="2781"/>
                  </a:lnTo>
                  <a:lnTo>
                    <a:pt x="387" y="2820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95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121"/>
                  </a:lnTo>
                  <a:lnTo>
                    <a:pt x="4596" y="734"/>
                  </a:lnTo>
                  <a:lnTo>
                    <a:pt x="5059" y="348"/>
                  </a:lnTo>
                  <a:lnTo>
                    <a:pt x="490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5" name="Google Shape;3905;p17"/>
            <p:cNvSpPr/>
            <p:nvPr/>
          </p:nvSpPr>
          <p:spPr>
            <a:xfrm>
              <a:off x="6880825" y="24872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5" y="1159"/>
                  </a:lnTo>
                  <a:lnTo>
                    <a:pt x="2897" y="1700"/>
                  </a:lnTo>
                  <a:lnTo>
                    <a:pt x="2511" y="2202"/>
                  </a:lnTo>
                  <a:lnTo>
                    <a:pt x="1932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96"/>
                  </a:lnTo>
                  <a:lnTo>
                    <a:pt x="40" y="4943"/>
                  </a:lnTo>
                  <a:lnTo>
                    <a:pt x="155" y="4943"/>
                  </a:lnTo>
                  <a:lnTo>
                    <a:pt x="542" y="4789"/>
                  </a:lnTo>
                  <a:lnTo>
                    <a:pt x="966" y="4519"/>
                  </a:lnTo>
                  <a:lnTo>
                    <a:pt x="1314" y="4248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897" y="2511"/>
                  </a:lnTo>
                  <a:lnTo>
                    <a:pt x="3322" y="1970"/>
                  </a:lnTo>
                  <a:lnTo>
                    <a:pt x="3669" y="1391"/>
                  </a:lnTo>
                  <a:lnTo>
                    <a:pt x="3978" y="812"/>
                  </a:lnTo>
                  <a:lnTo>
                    <a:pt x="4249" y="194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6" name="Google Shape;3906;p17"/>
            <p:cNvSpPr/>
            <p:nvPr/>
          </p:nvSpPr>
          <p:spPr>
            <a:xfrm>
              <a:off x="4037825" y="2489175"/>
              <a:ext cx="66625" cy="98500"/>
            </a:xfrm>
            <a:custGeom>
              <a:avLst/>
              <a:gdLst/>
              <a:ahLst/>
              <a:cxnLst/>
              <a:rect l="l" t="t" r="r" b="b"/>
              <a:pathLst>
                <a:path w="2665" h="3940" extrusionOk="0">
                  <a:moveTo>
                    <a:pt x="850" y="1"/>
                  </a:moveTo>
                  <a:lnTo>
                    <a:pt x="502" y="117"/>
                  </a:lnTo>
                  <a:lnTo>
                    <a:pt x="618" y="194"/>
                  </a:lnTo>
                  <a:lnTo>
                    <a:pt x="463" y="580"/>
                  </a:lnTo>
                  <a:lnTo>
                    <a:pt x="270" y="1082"/>
                  </a:lnTo>
                  <a:lnTo>
                    <a:pt x="155" y="1584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36"/>
                  </a:lnTo>
                  <a:lnTo>
                    <a:pt x="77" y="3167"/>
                  </a:lnTo>
                  <a:lnTo>
                    <a:pt x="193" y="3399"/>
                  </a:lnTo>
                  <a:lnTo>
                    <a:pt x="309" y="3554"/>
                  </a:lnTo>
                  <a:lnTo>
                    <a:pt x="463" y="3708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40"/>
                  </a:lnTo>
                  <a:lnTo>
                    <a:pt x="1313" y="3901"/>
                  </a:lnTo>
                  <a:lnTo>
                    <a:pt x="1506" y="3824"/>
                  </a:lnTo>
                  <a:lnTo>
                    <a:pt x="1661" y="3669"/>
                  </a:lnTo>
                  <a:lnTo>
                    <a:pt x="1815" y="3476"/>
                  </a:lnTo>
                  <a:lnTo>
                    <a:pt x="1969" y="3283"/>
                  </a:lnTo>
                  <a:lnTo>
                    <a:pt x="2124" y="3052"/>
                  </a:lnTo>
                  <a:lnTo>
                    <a:pt x="2317" y="2511"/>
                  </a:lnTo>
                  <a:lnTo>
                    <a:pt x="2510" y="1970"/>
                  </a:lnTo>
                  <a:lnTo>
                    <a:pt x="2626" y="1468"/>
                  </a:lnTo>
                  <a:lnTo>
                    <a:pt x="2665" y="1044"/>
                  </a:lnTo>
                  <a:lnTo>
                    <a:pt x="2394" y="1005"/>
                  </a:lnTo>
                  <a:lnTo>
                    <a:pt x="2008" y="2009"/>
                  </a:lnTo>
                  <a:lnTo>
                    <a:pt x="1738" y="2665"/>
                  </a:lnTo>
                  <a:lnTo>
                    <a:pt x="1545" y="3013"/>
                  </a:lnTo>
                  <a:lnTo>
                    <a:pt x="1467" y="3206"/>
                  </a:lnTo>
                  <a:lnTo>
                    <a:pt x="1352" y="3283"/>
                  </a:lnTo>
                  <a:lnTo>
                    <a:pt x="1159" y="3283"/>
                  </a:lnTo>
                  <a:lnTo>
                    <a:pt x="1004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897"/>
                  </a:lnTo>
                  <a:lnTo>
                    <a:pt x="541" y="2665"/>
                  </a:lnTo>
                  <a:lnTo>
                    <a:pt x="541" y="2356"/>
                  </a:lnTo>
                  <a:lnTo>
                    <a:pt x="579" y="2048"/>
                  </a:lnTo>
                  <a:lnTo>
                    <a:pt x="657" y="1623"/>
                  </a:lnTo>
                  <a:lnTo>
                    <a:pt x="734" y="1159"/>
                  </a:lnTo>
                  <a:lnTo>
                    <a:pt x="888" y="773"/>
                  </a:lnTo>
                  <a:lnTo>
                    <a:pt x="1043" y="349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5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7" name="Google Shape;3907;p17"/>
            <p:cNvSpPr/>
            <p:nvPr/>
          </p:nvSpPr>
          <p:spPr>
            <a:xfrm>
              <a:off x="6829675" y="248917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4" y="271"/>
                  </a:moveTo>
                  <a:lnTo>
                    <a:pt x="1236" y="387"/>
                  </a:lnTo>
                  <a:lnTo>
                    <a:pt x="1429" y="542"/>
                  </a:lnTo>
                  <a:lnTo>
                    <a:pt x="1545" y="735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4" y="1198"/>
                  </a:lnTo>
                  <a:lnTo>
                    <a:pt x="1545" y="1275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6"/>
                  </a:lnTo>
                  <a:lnTo>
                    <a:pt x="966" y="1584"/>
                  </a:lnTo>
                  <a:lnTo>
                    <a:pt x="773" y="1546"/>
                  </a:lnTo>
                  <a:lnTo>
                    <a:pt x="580" y="1391"/>
                  </a:lnTo>
                  <a:lnTo>
                    <a:pt x="502" y="1314"/>
                  </a:lnTo>
                  <a:lnTo>
                    <a:pt x="464" y="1198"/>
                  </a:lnTo>
                  <a:lnTo>
                    <a:pt x="425" y="966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387"/>
                  </a:lnTo>
                  <a:lnTo>
                    <a:pt x="734" y="349"/>
                  </a:lnTo>
                  <a:lnTo>
                    <a:pt x="734" y="271"/>
                  </a:lnTo>
                  <a:close/>
                  <a:moveTo>
                    <a:pt x="850" y="1"/>
                  </a:moveTo>
                  <a:lnTo>
                    <a:pt x="657" y="78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78"/>
                  </a:lnTo>
                  <a:lnTo>
                    <a:pt x="271" y="194"/>
                  </a:lnTo>
                  <a:lnTo>
                    <a:pt x="155" y="349"/>
                  </a:lnTo>
                  <a:lnTo>
                    <a:pt x="78" y="503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8" y="1430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893"/>
                  </a:lnTo>
                  <a:lnTo>
                    <a:pt x="1584" y="1816"/>
                  </a:lnTo>
                  <a:lnTo>
                    <a:pt x="1738" y="1661"/>
                  </a:lnTo>
                  <a:lnTo>
                    <a:pt x="1892" y="1546"/>
                  </a:lnTo>
                  <a:lnTo>
                    <a:pt x="1970" y="1352"/>
                  </a:lnTo>
                  <a:lnTo>
                    <a:pt x="2047" y="1159"/>
                  </a:lnTo>
                  <a:lnTo>
                    <a:pt x="2086" y="966"/>
                  </a:lnTo>
                  <a:lnTo>
                    <a:pt x="2047" y="773"/>
                  </a:lnTo>
                  <a:lnTo>
                    <a:pt x="1970" y="580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4" y="155"/>
                  </a:lnTo>
                  <a:lnTo>
                    <a:pt x="1429" y="40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8" name="Google Shape;3908;p17"/>
            <p:cNvSpPr/>
            <p:nvPr/>
          </p:nvSpPr>
          <p:spPr>
            <a:xfrm>
              <a:off x="2130250" y="2495950"/>
              <a:ext cx="246175" cy="107175"/>
            </a:xfrm>
            <a:custGeom>
              <a:avLst/>
              <a:gdLst/>
              <a:ahLst/>
              <a:cxnLst/>
              <a:rect l="l" t="t" r="r" b="b"/>
              <a:pathLst>
                <a:path w="9847" h="4287" extrusionOk="0">
                  <a:moveTo>
                    <a:pt x="8882" y="2742"/>
                  </a:moveTo>
                  <a:lnTo>
                    <a:pt x="9113" y="2819"/>
                  </a:lnTo>
                  <a:lnTo>
                    <a:pt x="9229" y="2896"/>
                  </a:lnTo>
                  <a:lnTo>
                    <a:pt x="9306" y="3012"/>
                  </a:lnTo>
                  <a:lnTo>
                    <a:pt x="9384" y="3089"/>
                  </a:lnTo>
                  <a:lnTo>
                    <a:pt x="9384" y="3205"/>
                  </a:lnTo>
                  <a:lnTo>
                    <a:pt x="9422" y="3321"/>
                  </a:lnTo>
                  <a:lnTo>
                    <a:pt x="9384" y="3437"/>
                  </a:lnTo>
                  <a:lnTo>
                    <a:pt x="9268" y="3630"/>
                  </a:lnTo>
                  <a:lnTo>
                    <a:pt x="9113" y="3785"/>
                  </a:lnTo>
                  <a:lnTo>
                    <a:pt x="8920" y="3862"/>
                  </a:lnTo>
                  <a:lnTo>
                    <a:pt x="8727" y="3862"/>
                  </a:lnTo>
                  <a:lnTo>
                    <a:pt x="8573" y="3785"/>
                  </a:lnTo>
                  <a:lnTo>
                    <a:pt x="8418" y="3630"/>
                  </a:lnTo>
                  <a:lnTo>
                    <a:pt x="8302" y="3437"/>
                  </a:lnTo>
                  <a:lnTo>
                    <a:pt x="8302" y="3244"/>
                  </a:lnTo>
                  <a:lnTo>
                    <a:pt x="8341" y="3051"/>
                  </a:lnTo>
                  <a:lnTo>
                    <a:pt x="8380" y="2858"/>
                  </a:lnTo>
                  <a:lnTo>
                    <a:pt x="8418" y="2819"/>
                  </a:lnTo>
                  <a:lnTo>
                    <a:pt x="8650" y="2742"/>
                  </a:lnTo>
                  <a:close/>
                  <a:moveTo>
                    <a:pt x="155" y="0"/>
                  </a:moveTo>
                  <a:lnTo>
                    <a:pt x="77" y="39"/>
                  </a:lnTo>
                  <a:lnTo>
                    <a:pt x="39" y="78"/>
                  </a:lnTo>
                  <a:lnTo>
                    <a:pt x="0" y="155"/>
                  </a:lnTo>
                  <a:lnTo>
                    <a:pt x="39" y="271"/>
                  </a:lnTo>
                  <a:lnTo>
                    <a:pt x="77" y="348"/>
                  </a:lnTo>
                  <a:lnTo>
                    <a:pt x="116" y="386"/>
                  </a:lnTo>
                  <a:lnTo>
                    <a:pt x="618" y="618"/>
                  </a:lnTo>
                  <a:lnTo>
                    <a:pt x="1120" y="773"/>
                  </a:lnTo>
                  <a:lnTo>
                    <a:pt x="2124" y="1081"/>
                  </a:lnTo>
                  <a:lnTo>
                    <a:pt x="4286" y="1738"/>
                  </a:lnTo>
                  <a:lnTo>
                    <a:pt x="6101" y="2317"/>
                  </a:lnTo>
                  <a:lnTo>
                    <a:pt x="7028" y="2587"/>
                  </a:lnTo>
                  <a:lnTo>
                    <a:pt x="7993" y="2819"/>
                  </a:lnTo>
                  <a:lnTo>
                    <a:pt x="7916" y="2974"/>
                  </a:lnTo>
                  <a:lnTo>
                    <a:pt x="7878" y="3089"/>
                  </a:lnTo>
                  <a:lnTo>
                    <a:pt x="7878" y="3398"/>
                  </a:lnTo>
                  <a:lnTo>
                    <a:pt x="7993" y="3707"/>
                  </a:lnTo>
                  <a:lnTo>
                    <a:pt x="8109" y="3939"/>
                  </a:lnTo>
                  <a:lnTo>
                    <a:pt x="8225" y="4093"/>
                  </a:lnTo>
                  <a:lnTo>
                    <a:pt x="8380" y="4171"/>
                  </a:lnTo>
                  <a:lnTo>
                    <a:pt x="8573" y="4248"/>
                  </a:lnTo>
                  <a:lnTo>
                    <a:pt x="8727" y="4287"/>
                  </a:lnTo>
                  <a:lnTo>
                    <a:pt x="8920" y="4287"/>
                  </a:lnTo>
                  <a:lnTo>
                    <a:pt x="9075" y="4248"/>
                  </a:lnTo>
                  <a:lnTo>
                    <a:pt x="9268" y="4209"/>
                  </a:lnTo>
                  <a:lnTo>
                    <a:pt x="9422" y="4093"/>
                  </a:lnTo>
                  <a:lnTo>
                    <a:pt x="9538" y="3978"/>
                  </a:lnTo>
                  <a:lnTo>
                    <a:pt x="9654" y="3823"/>
                  </a:lnTo>
                  <a:lnTo>
                    <a:pt x="9770" y="3669"/>
                  </a:lnTo>
                  <a:lnTo>
                    <a:pt x="9808" y="3514"/>
                  </a:lnTo>
                  <a:lnTo>
                    <a:pt x="9847" y="3321"/>
                  </a:lnTo>
                  <a:lnTo>
                    <a:pt x="9847" y="3128"/>
                  </a:lnTo>
                  <a:lnTo>
                    <a:pt x="9770" y="2974"/>
                  </a:lnTo>
                  <a:lnTo>
                    <a:pt x="9692" y="2781"/>
                  </a:lnTo>
                  <a:lnTo>
                    <a:pt x="9577" y="2665"/>
                  </a:lnTo>
                  <a:lnTo>
                    <a:pt x="9422" y="2549"/>
                  </a:lnTo>
                  <a:lnTo>
                    <a:pt x="9229" y="2433"/>
                  </a:lnTo>
                  <a:lnTo>
                    <a:pt x="9075" y="2394"/>
                  </a:lnTo>
                  <a:lnTo>
                    <a:pt x="8688" y="2394"/>
                  </a:lnTo>
                  <a:lnTo>
                    <a:pt x="8495" y="2472"/>
                  </a:lnTo>
                  <a:lnTo>
                    <a:pt x="8341" y="2549"/>
                  </a:lnTo>
                  <a:lnTo>
                    <a:pt x="7298" y="2163"/>
                  </a:lnTo>
                  <a:lnTo>
                    <a:pt x="6294" y="1815"/>
                  </a:lnTo>
                  <a:lnTo>
                    <a:pt x="4209" y="1159"/>
                  </a:lnTo>
                  <a:lnTo>
                    <a:pt x="3244" y="850"/>
                  </a:lnTo>
                  <a:lnTo>
                    <a:pt x="2240" y="502"/>
                  </a:lnTo>
                  <a:lnTo>
                    <a:pt x="1236" y="193"/>
                  </a:lnTo>
                  <a:lnTo>
                    <a:pt x="734" y="78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9" name="Google Shape;3909;p17"/>
            <p:cNvSpPr/>
            <p:nvPr/>
          </p:nvSpPr>
          <p:spPr>
            <a:xfrm>
              <a:off x="4737700" y="2534550"/>
              <a:ext cx="459550" cy="296400"/>
            </a:xfrm>
            <a:custGeom>
              <a:avLst/>
              <a:gdLst/>
              <a:ahLst/>
              <a:cxnLst/>
              <a:rect l="l" t="t" r="r" b="b"/>
              <a:pathLst>
                <a:path w="18382" h="11856" extrusionOk="0">
                  <a:moveTo>
                    <a:pt x="17648" y="2936"/>
                  </a:moveTo>
                  <a:lnTo>
                    <a:pt x="17725" y="2974"/>
                  </a:lnTo>
                  <a:lnTo>
                    <a:pt x="17802" y="3051"/>
                  </a:lnTo>
                  <a:lnTo>
                    <a:pt x="17841" y="3129"/>
                  </a:lnTo>
                  <a:lnTo>
                    <a:pt x="17880" y="3322"/>
                  </a:lnTo>
                  <a:lnTo>
                    <a:pt x="17918" y="3553"/>
                  </a:lnTo>
                  <a:lnTo>
                    <a:pt x="17880" y="3746"/>
                  </a:lnTo>
                  <a:lnTo>
                    <a:pt x="17764" y="3940"/>
                  </a:lnTo>
                  <a:lnTo>
                    <a:pt x="17648" y="4133"/>
                  </a:lnTo>
                  <a:lnTo>
                    <a:pt x="17300" y="4403"/>
                  </a:lnTo>
                  <a:lnTo>
                    <a:pt x="17030" y="4596"/>
                  </a:lnTo>
                  <a:lnTo>
                    <a:pt x="16721" y="4750"/>
                  </a:lnTo>
                  <a:lnTo>
                    <a:pt x="16412" y="4866"/>
                  </a:lnTo>
                  <a:lnTo>
                    <a:pt x="16065" y="4944"/>
                  </a:lnTo>
                  <a:lnTo>
                    <a:pt x="16181" y="4364"/>
                  </a:lnTo>
                  <a:lnTo>
                    <a:pt x="16296" y="4055"/>
                  </a:lnTo>
                  <a:lnTo>
                    <a:pt x="16412" y="3785"/>
                  </a:lnTo>
                  <a:lnTo>
                    <a:pt x="16528" y="3515"/>
                  </a:lnTo>
                  <a:lnTo>
                    <a:pt x="16721" y="3283"/>
                  </a:lnTo>
                  <a:lnTo>
                    <a:pt x="16953" y="3129"/>
                  </a:lnTo>
                  <a:lnTo>
                    <a:pt x="17223" y="2974"/>
                  </a:lnTo>
                  <a:lnTo>
                    <a:pt x="17493" y="2936"/>
                  </a:lnTo>
                  <a:close/>
                  <a:moveTo>
                    <a:pt x="14211" y="4866"/>
                  </a:moveTo>
                  <a:lnTo>
                    <a:pt x="14481" y="4905"/>
                  </a:lnTo>
                  <a:lnTo>
                    <a:pt x="14752" y="4982"/>
                  </a:lnTo>
                  <a:lnTo>
                    <a:pt x="15022" y="5059"/>
                  </a:lnTo>
                  <a:lnTo>
                    <a:pt x="15254" y="5175"/>
                  </a:lnTo>
                  <a:lnTo>
                    <a:pt x="15177" y="5330"/>
                  </a:lnTo>
                  <a:lnTo>
                    <a:pt x="14752" y="5523"/>
                  </a:lnTo>
                  <a:lnTo>
                    <a:pt x="14288" y="5677"/>
                  </a:lnTo>
                  <a:lnTo>
                    <a:pt x="14018" y="5716"/>
                  </a:lnTo>
                  <a:lnTo>
                    <a:pt x="13748" y="5754"/>
                  </a:lnTo>
                  <a:lnTo>
                    <a:pt x="13477" y="5754"/>
                  </a:lnTo>
                  <a:lnTo>
                    <a:pt x="13169" y="5677"/>
                  </a:lnTo>
                  <a:lnTo>
                    <a:pt x="13053" y="5677"/>
                  </a:lnTo>
                  <a:lnTo>
                    <a:pt x="12975" y="5600"/>
                  </a:lnTo>
                  <a:lnTo>
                    <a:pt x="12975" y="5484"/>
                  </a:lnTo>
                  <a:lnTo>
                    <a:pt x="13053" y="5368"/>
                  </a:lnTo>
                  <a:lnTo>
                    <a:pt x="13091" y="5137"/>
                  </a:lnTo>
                  <a:lnTo>
                    <a:pt x="13169" y="5021"/>
                  </a:lnTo>
                  <a:lnTo>
                    <a:pt x="13323" y="4944"/>
                  </a:lnTo>
                  <a:lnTo>
                    <a:pt x="13555" y="4905"/>
                  </a:lnTo>
                  <a:lnTo>
                    <a:pt x="13864" y="4866"/>
                  </a:lnTo>
                  <a:close/>
                  <a:moveTo>
                    <a:pt x="15756" y="5523"/>
                  </a:moveTo>
                  <a:lnTo>
                    <a:pt x="16374" y="5832"/>
                  </a:lnTo>
                  <a:lnTo>
                    <a:pt x="16644" y="5986"/>
                  </a:lnTo>
                  <a:lnTo>
                    <a:pt x="16953" y="6179"/>
                  </a:lnTo>
                  <a:lnTo>
                    <a:pt x="17185" y="6372"/>
                  </a:lnTo>
                  <a:lnTo>
                    <a:pt x="17416" y="6604"/>
                  </a:lnTo>
                  <a:lnTo>
                    <a:pt x="17571" y="6913"/>
                  </a:lnTo>
                  <a:lnTo>
                    <a:pt x="17609" y="7067"/>
                  </a:lnTo>
                  <a:lnTo>
                    <a:pt x="17609" y="7222"/>
                  </a:lnTo>
                  <a:lnTo>
                    <a:pt x="17609" y="7454"/>
                  </a:lnTo>
                  <a:lnTo>
                    <a:pt x="17532" y="7569"/>
                  </a:lnTo>
                  <a:lnTo>
                    <a:pt x="17455" y="7685"/>
                  </a:lnTo>
                  <a:lnTo>
                    <a:pt x="17300" y="7724"/>
                  </a:lnTo>
                  <a:lnTo>
                    <a:pt x="17146" y="7724"/>
                  </a:lnTo>
                  <a:lnTo>
                    <a:pt x="16953" y="7685"/>
                  </a:lnTo>
                  <a:lnTo>
                    <a:pt x="16798" y="7608"/>
                  </a:lnTo>
                  <a:lnTo>
                    <a:pt x="16644" y="7492"/>
                  </a:lnTo>
                  <a:lnTo>
                    <a:pt x="16412" y="7183"/>
                  </a:lnTo>
                  <a:lnTo>
                    <a:pt x="16181" y="6797"/>
                  </a:lnTo>
                  <a:lnTo>
                    <a:pt x="16026" y="6488"/>
                  </a:lnTo>
                  <a:lnTo>
                    <a:pt x="15910" y="6179"/>
                  </a:lnTo>
                  <a:lnTo>
                    <a:pt x="15833" y="5832"/>
                  </a:lnTo>
                  <a:lnTo>
                    <a:pt x="15756" y="5523"/>
                  </a:lnTo>
                  <a:close/>
                  <a:moveTo>
                    <a:pt x="4944" y="464"/>
                  </a:moveTo>
                  <a:lnTo>
                    <a:pt x="5561" y="503"/>
                  </a:lnTo>
                  <a:lnTo>
                    <a:pt x="6141" y="657"/>
                  </a:lnTo>
                  <a:lnTo>
                    <a:pt x="6681" y="889"/>
                  </a:lnTo>
                  <a:lnTo>
                    <a:pt x="7222" y="1198"/>
                  </a:lnTo>
                  <a:lnTo>
                    <a:pt x="7685" y="1545"/>
                  </a:lnTo>
                  <a:lnTo>
                    <a:pt x="8149" y="1970"/>
                  </a:lnTo>
                  <a:lnTo>
                    <a:pt x="8496" y="2395"/>
                  </a:lnTo>
                  <a:lnTo>
                    <a:pt x="8766" y="2781"/>
                  </a:lnTo>
                  <a:lnTo>
                    <a:pt x="9037" y="3206"/>
                  </a:lnTo>
                  <a:lnTo>
                    <a:pt x="9268" y="3669"/>
                  </a:lnTo>
                  <a:lnTo>
                    <a:pt x="9693" y="4596"/>
                  </a:lnTo>
                  <a:lnTo>
                    <a:pt x="10079" y="5523"/>
                  </a:lnTo>
                  <a:lnTo>
                    <a:pt x="10272" y="5909"/>
                  </a:lnTo>
                  <a:lnTo>
                    <a:pt x="10504" y="6295"/>
                  </a:lnTo>
                  <a:lnTo>
                    <a:pt x="10736" y="6643"/>
                  </a:lnTo>
                  <a:lnTo>
                    <a:pt x="11006" y="6913"/>
                  </a:lnTo>
                  <a:lnTo>
                    <a:pt x="11354" y="7183"/>
                  </a:lnTo>
                  <a:lnTo>
                    <a:pt x="11701" y="7376"/>
                  </a:lnTo>
                  <a:lnTo>
                    <a:pt x="12087" y="7492"/>
                  </a:lnTo>
                  <a:lnTo>
                    <a:pt x="12551" y="7569"/>
                  </a:lnTo>
                  <a:lnTo>
                    <a:pt x="12898" y="7531"/>
                  </a:lnTo>
                  <a:lnTo>
                    <a:pt x="13207" y="7492"/>
                  </a:lnTo>
                  <a:lnTo>
                    <a:pt x="13516" y="7415"/>
                  </a:lnTo>
                  <a:lnTo>
                    <a:pt x="13825" y="7260"/>
                  </a:lnTo>
                  <a:lnTo>
                    <a:pt x="14095" y="7106"/>
                  </a:lnTo>
                  <a:lnTo>
                    <a:pt x="14366" y="6952"/>
                  </a:lnTo>
                  <a:lnTo>
                    <a:pt x="14597" y="6720"/>
                  </a:lnTo>
                  <a:lnTo>
                    <a:pt x="14829" y="6488"/>
                  </a:lnTo>
                  <a:lnTo>
                    <a:pt x="14829" y="6488"/>
                  </a:lnTo>
                  <a:lnTo>
                    <a:pt x="14404" y="7222"/>
                  </a:lnTo>
                  <a:lnTo>
                    <a:pt x="13941" y="7878"/>
                  </a:lnTo>
                  <a:lnTo>
                    <a:pt x="13439" y="8535"/>
                  </a:lnTo>
                  <a:lnTo>
                    <a:pt x="12860" y="9114"/>
                  </a:lnTo>
                  <a:lnTo>
                    <a:pt x="12242" y="9616"/>
                  </a:lnTo>
                  <a:lnTo>
                    <a:pt x="11547" y="10079"/>
                  </a:lnTo>
                  <a:lnTo>
                    <a:pt x="10813" y="10504"/>
                  </a:lnTo>
                  <a:lnTo>
                    <a:pt x="10041" y="10813"/>
                  </a:lnTo>
                  <a:lnTo>
                    <a:pt x="9462" y="11006"/>
                  </a:lnTo>
                  <a:lnTo>
                    <a:pt x="8882" y="11161"/>
                  </a:lnTo>
                  <a:lnTo>
                    <a:pt x="8303" y="11276"/>
                  </a:lnTo>
                  <a:lnTo>
                    <a:pt x="7724" y="11315"/>
                  </a:lnTo>
                  <a:lnTo>
                    <a:pt x="7145" y="11354"/>
                  </a:lnTo>
                  <a:lnTo>
                    <a:pt x="6604" y="11315"/>
                  </a:lnTo>
                  <a:lnTo>
                    <a:pt x="6025" y="11238"/>
                  </a:lnTo>
                  <a:lnTo>
                    <a:pt x="5484" y="11122"/>
                  </a:lnTo>
                  <a:lnTo>
                    <a:pt x="4944" y="10967"/>
                  </a:lnTo>
                  <a:lnTo>
                    <a:pt x="4442" y="10736"/>
                  </a:lnTo>
                  <a:lnTo>
                    <a:pt x="3940" y="10504"/>
                  </a:lnTo>
                  <a:lnTo>
                    <a:pt x="3476" y="10195"/>
                  </a:lnTo>
                  <a:lnTo>
                    <a:pt x="3013" y="9848"/>
                  </a:lnTo>
                  <a:lnTo>
                    <a:pt x="2549" y="9461"/>
                  </a:lnTo>
                  <a:lnTo>
                    <a:pt x="2163" y="9037"/>
                  </a:lnTo>
                  <a:lnTo>
                    <a:pt x="1777" y="8573"/>
                  </a:lnTo>
                  <a:lnTo>
                    <a:pt x="1430" y="8033"/>
                  </a:lnTo>
                  <a:lnTo>
                    <a:pt x="1121" y="7492"/>
                  </a:lnTo>
                  <a:lnTo>
                    <a:pt x="850" y="6913"/>
                  </a:lnTo>
                  <a:lnTo>
                    <a:pt x="657" y="6334"/>
                  </a:lnTo>
                  <a:lnTo>
                    <a:pt x="503" y="5754"/>
                  </a:lnTo>
                  <a:lnTo>
                    <a:pt x="426" y="5137"/>
                  </a:lnTo>
                  <a:lnTo>
                    <a:pt x="426" y="4519"/>
                  </a:lnTo>
                  <a:lnTo>
                    <a:pt x="503" y="3862"/>
                  </a:lnTo>
                  <a:lnTo>
                    <a:pt x="696" y="3283"/>
                  </a:lnTo>
                  <a:lnTo>
                    <a:pt x="928" y="2743"/>
                  </a:lnTo>
                  <a:lnTo>
                    <a:pt x="1275" y="2241"/>
                  </a:lnTo>
                  <a:lnTo>
                    <a:pt x="1661" y="1777"/>
                  </a:lnTo>
                  <a:lnTo>
                    <a:pt x="2086" y="1352"/>
                  </a:lnTo>
                  <a:lnTo>
                    <a:pt x="2588" y="1043"/>
                  </a:lnTo>
                  <a:lnTo>
                    <a:pt x="3129" y="773"/>
                  </a:lnTo>
                  <a:lnTo>
                    <a:pt x="3708" y="580"/>
                  </a:lnTo>
                  <a:lnTo>
                    <a:pt x="4326" y="464"/>
                  </a:lnTo>
                  <a:close/>
                  <a:moveTo>
                    <a:pt x="4519" y="1"/>
                  </a:moveTo>
                  <a:lnTo>
                    <a:pt x="4249" y="39"/>
                  </a:lnTo>
                  <a:lnTo>
                    <a:pt x="3901" y="78"/>
                  </a:lnTo>
                  <a:lnTo>
                    <a:pt x="3515" y="155"/>
                  </a:lnTo>
                  <a:lnTo>
                    <a:pt x="3167" y="271"/>
                  </a:lnTo>
                  <a:lnTo>
                    <a:pt x="2820" y="426"/>
                  </a:lnTo>
                  <a:lnTo>
                    <a:pt x="2472" y="580"/>
                  </a:lnTo>
                  <a:lnTo>
                    <a:pt x="2125" y="773"/>
                  </a:lnTo>
                  <a:lnTo>
                    <a:pt x="1777" y="1043"/>
                  </a:lnTo>
                  <a:lnTo>
                    <a:pt x="1468" y="1314"/>
                  </a:lnTo>
                  <a:lnTo>
                    <a:pt x="1082" y="1700"/>
                  </a:lnTo>
                  <a:lnTo>
                    <a:pt x="773" y="2163"/>
                  </a:lnTo>
                  <a:lnTo>
                    <a:pt x="503" y="2627"/>
                  </a:lnTo>
                  <a:lnTo>
                    <a:pt x="310" y="3090"/>
                  </a:lnTo>
                  <a:lnTo>
                    <a:pt x="155" y="3592"/>
                  </a:lnTo>
                  <a:lnTo>
                    <a:pt x="40" y="4094"/>
                  </a:lnTo>
                  <a:lnTo>
                    <a:pt x="1" y="4596"/>
                  </a:lnTo>
                  <a:lnTo>
                    <a:pt x="1" y="5137"/>
                  </a:lnTo>
                  <a:lnTo>
                    <a:pt x="78" y="5639"/>
                  </a:lnTo>
                  <a:lnTo>
                    <a:pt x="155" y="6179"/>
                  </a:lnTo>
                  <a:lnTo>
                    <a:pt x="310" y="6681"/>
                  </a:lnTo>
                  <a:lnTo>
                    <a:pt x="464" y="7183"/>
                  </a:lnTo>
                  <a:lnTo>
                    <a:pt x="696" y="7685"/>
                  </a:lnTo>
                  <a:lnTo>
                    <a:pt x="966" y="8149"/>
                  </a:lnTo>
                  <a:lnTo>
                    <a:pt x="1237" y="8612"/>
                  </a:lnTo>
                  <a:lnTo>
                    <a:pt x="1545" y="9037"/>
                  </a:lnTo>
                  <a:lnTo>
                    <a:pt x="2009" y="9577"/>
                  </a:lnTo>
                  <a:lnTo>
                    <a:pt x="2472" y="10041"/>
                  </a:lnTo>
                  <a:lnTo>
                    <a:pt x="2974" y="10427"/>
                  </a:lnTo>
                  <a:lnTo>
                    <a:pt x="3476" y="10813"/>
                  </a:lnTo>
                  <a:lnTo>
                    <a:pt x="4055" y="11083"/>
                  </a:lnTo>
                  <a:lnTo>
                    <a:pt x="4596" y="11354"/>
                  </a:lnTo>
                  <a:lnTo>
                    <a:pt x="5214" y="11547"/>
                  </a:lnTo>
                  <a:lnTo>
                    <a:pt x="5832" y="11701"/>
                  </a:lnTo>
                  <a:lnTo>
                    <a:pt x="5870" y="11856"/>
                  </a:lnTo>
                  <a:lnTo>
                    <a:pt x="6218" y="11778"/>
                  </a:lnTo>
                  <a:lnTo>
                    <a:pt x="7029" y="11817"/>
                  </a:lnTo>
                  <a:lnTo>
                    <a:pt x="7840" y="11817"/>
                  </a:lnTo>
                  <a:lnTo>
                    <a:pt x="8689" y="11701"/>
                  </a:lnTo>
                  <a:lnTo>
                    <a:pt x="9539" y="11508"/>
                  </a:lnTo>
                  <a:lnTo>
                    <a:pt x="10272" y="11238"/>
                  </a:lnTo>
                  <a:lnTo>
                    <a:pt x="11006" y="10929"/>
                  </a:lnTo>
                  <a:lnTo>
                    <a:pt x="11315" y="10813"/>
                  </a:lnTo>
                  <a:lnTo>
                    <a:pt x="11315" y="10774"/>
                  </a:lnTo>
                  <a:lnTo>
                    <a:pt x="12049" y="10350"/>
                  </a:lnTo>
                  <a:lnTo>
                    <a:pt x="12705" y="9848"/>
                  </a:lnTo>
                  <a:lnTo>
                    <a:pt x="13362" y="9307"/>
                  </a:lnTo>
                  <a:lnTo>
                    <a:pt x="13941" y="8689"/>
                  </a:lnTo>
                  <a:lnTo>
                    <a:pt x="14481" y="8033"/>
                  </a:lnTo>
                  <a:lnTo>
                    <a:pt x="14713" y="7685"/>
                  </a:lnTo>
                  <a:lnTo>
                    <a:pt x="14906" y="7299"/>
                  </a:lnTo>
                  <a:lnTo>
                    <a:pt x="15099" y="6952"/>
                  </a:lnTo>
                  <a:lnTo>
                    <a:pt x="15254" y="6565"/>
                  </a:lnTo>
                  <a:lnTo>
                    <a:pt x="15408" y="6179"/>
                  </a:lnTo>
                  <a:lnTo>
                    <a:pt x="15524" y="5754"/>
                  </a:lnTo>
                  <a:lnTo>
                    <a:pt x="15601" y="6256"/>
                  </a:lnTo>
                  <a:lnTo>
                    <a:pt x="15756" y="6720"/>
                  </a:lnTo>
                  <a:lnTo>
                    <a:pt x="15987" y="7145"/>
                  </a:lnTo>
                  <a:lnTo>
                    <a:pt x="16258" y="7569"/>
                  </a:lnTo>
                  <a:lnTo>
                    <a:pt x="16374" y="7762"/>
                  </a:lnTo>
                  <a:lnTo>
                    <a:pt x="16567" y="7917"/>
                  </a:lnTo>
                  <a:lnTo>
                    <a:pt x="16760" y="8071"/>
                  </a:lnTo>
                  <a:lnTo>
                    <a:pt x="16953" y="8187"/>
                  </a:lnTo>
                  <a:lnTo>
                    <a:pt x="17146" y="8264"/>
                  </a:lnTo>
                  <a:lnTo>
                    <a:pt x="17378" y="8264"/>
                  </a:lnTo>
                  <a:lnTo>
                    <a:pt x="17571" y="8187"/>
                  </a:lnTo>
                  <a:lnTo>
                    <a:pt x="17802" y="8033"/>
                  </a:lnTo>
                  <a:lnTo>
                    <a:pt x="17918" y="7878"/>
                  </a:lnTo>
                  <a:lnTo>
                    <a:pt x="17995" y="7685"/>
                  </a:lnTo>
                  <a:lnTo>
                    <a:pt x="18034" y="7454"/>
                  </a:lnTo>
                  <a:lnTo>
                    <a:pt x="18034" y="7260"/>
                  </a:lnTo>
                  <a:lnTo>
                    <a:pt x="17995" y="7029"/>
                  </a:lnTo>
                  <a:lnTo>
                    <a:pt x="17918" y="6836"/>
                  </a:lnTo>
                  <a:lnTo>
                    <a:pt x="17841" y="6643"/>
                  </a:lnTo>
                  <a:lnTo>
                    <a:pt x="17725" y="6450"/>
                  </a:lnTo>
                  <a:lnTo>
                    <a:pt x="17571" y="6256"/>
                  </a:lnTo>
                  <a:lnTo>
                    <a:pt x="17416" y="6063"/>
                  </a:lnTo>
                  <a:lnTo>
                    <a:pt x="17030" y="5716"/>
                  </a:lnTo>
                  <a:lnTo>
                    <a:pt x="16567" y="5446"/>
                  </a:lnTo>
                  <a:lnTo>
                    <a:pt x="16103" y="5252"/>
                  </a:lnTo>
                  <a:lnTo>
                    <a:pt x="16605" y="5175"/>
                  </a:lnTo>
                  <a:lnTo>
                    <a:pt x="17030" y="4982"/>
                  </a:lnTo>
                  <a:lnTo>
                    <a:pt x="17455" y="4750"/>
                  </a:lnTo>
                  <a:lnTo>
                    <a:pt x="17841" y="4442"/>
                  </a:lnTo>
                  <a:lnTo>
                    <a:pt x="17995" y="4248"/>
                  </a:lnTo>
                  <a:lnTo>
                    <a:pt x="18150" y="4055"/>
                  </a:lnTo>
                  <a:lnTo>
                    <a:pt x="18266" y="3824"/>
                  </a:lnTo>
                  <a:lnTo>
                    <a:pt x="18343" y="3553"/>
                  </a:lnTo>
                  <a:lnTo>
                    <a:pt x="18382" y="3322"/>
                  </a:lnTo>
                  <a:lnTo>
                    <a:pt x="18343" y="3090"/>
                  </a:lnTo>
                  <a:lnTo>
                    <a:pt x="18227" y="2858"/>
                  </a:lnTo>
                  <a:lnTo>
                    <a:pt x="18150" y="2781"/>
                  </a:lnTo>
                  <a:lnTo>
                    <a:pt x="18034" y="2704"/>
                  </a:lnTo>
                  <a:lnTo>
                    <a:pt x="17841" y="2588"/>
                  </a:lnTo>
                  <a:lnTo>
                    <a:pt x="17609" y="2549"/>
                  </a:lnTo>
                  <a:lnTo>
                    <a:pt x="17416" y="2549"/>
                  </a:lnTo>
                  <a:lnTo>
                    <a:pt x="17185" y="2588"/>
                  </a:lnTo>
                  <a:lnTo>
                    <a:pt x="16953" y="2704"/>
                  </a:lnTo>
                  <a:lnTo>
                    <a:pt x="16760" y="2781"/>
                  </a:lnTo>
                  <a:lnTo>
                    <a:pt x="16567" y="2936"/>
                  </a:lnTo>
                  <a:lnTo>
                    <a:pt x="16412" y="3090"/>
                  </a:lnTo>
                  <a:lnTo>
                    <a:pt x="16258" y="3283"/>
                  </a:lnTo>
                  <a:lnTo>
                    <a:pt x="16103" y="3476"/>
                  </a:lnTo>
                  <a:lnTo>
                    <a:pt x="15872" y="3978"/>
                  </a:lnTo>
                  <a:lnTo>
                    <a:pt x="15717" y="4480"/>
                  </a:lnTo>
                  <a:lnTo>
                    <a:pt x="15640" y="4982"/>
                  </a:lnTo>
                  <a:lnTo>
                    <a:pt x="15601" y="4982"/>
                  </a:lnTo>
                  <a:lnTo>
                    <a:pt x="15563" y="5021"/>
                  </a:lnTo>
                  <a:lnTo>
                    <a:pt x="15524" y="5021"/>
                  </a:lnTo>
                  <a:lnTo>
                    <a:pt x="15099" y="4789"/>
                  </a:lnTo>
                  <a:lnTo>
                    <a:pt x="14675" y="4635"/>
                  </a:lnTo>
                  <a:lnTo>
                    <a:pt x="14211" y="4519"/>
                  </a:lnTo>
                  <a:lnTo>
                    <a:pt x="13748" y="4519"/>
                  </a:lnTo>
                  <a:lnTo>
                    <a:pt x="13362" y="4596"/>
                  </a:lnTo>
                  <a:lnTo>
                    <a:pt x="13169" y="4635"/>
                  </a:lnTo>
                  <a:lnTo>
                    <a:pt x="12975" y="4712"/>
                  </a:lnTo>
                  <a:lnTo>
                    <a:pt x="12782" y="4789"/>
                  </a:lnTo>
                  <a:lnTo>
                    <a:pt x="12628" y="4944"/>
                  </a:lnTo>
                  <a:lnTo>
                    <a:pt x="12512" y="5098"/>
                  </a:lnTo>
                  <a:lnTo>
                    <a:pt x="12435" y="5252"/>
                  </a:lnTo>
                  <a:lnTo>
                    <a:pt x="12396" y="5446"/>
                  </a:lnTo>
                  <a:lnTo>
                    <a:pt x="12473" y="5639"/>
                  </a:lnTo>
                  <a:lnTo>
                    <a:pt x="12551" y="5793"/>
                  </a:lnTo>
                  <a:lnTo>
                    <a:pt x="12705" y="5909"/>
                  </a:lnTo>
                  <a:lnTo>
                    <a:pt x="12860" y="5986"/>
                  </a:lnTo>
                  <a:lnTo>
                    <a:pt x="13053" y="6063"/>
                  </a:lnTo>
                  <a:lnTo>
                    <a:pt x="13439" y="6141"/>
                  </a:lnTo>
                  <a:lnTo>
                    <a:pt x="13786" y="6141"/>
                  </a:lnTo>
                  <a:lnTo>
                    <a:pt x="14134" y="6102"/>
                  </a:lnTo>
                  <a:lnTo>
                    <a:pt x="14481" y="5986"/>
                  </a:lnTo>
                  <a:lnTo>
                    <a:pt x="14790" y="5870"/>
                  </a:lnTo>
                  <a:lnTo>
                    <a:pt x="14481" y="6256"/>
                  </a:lnTo>
                  <a:lnTo>
                    <a:pt x="14095" y="6565"/>
                  </a:lnTo>
                  <a:lnTo>
                    <a:pt x="13902" y="6720"/>
                  </a:lnTo>
                  <a:lnTo>
                    <a:pt x="13671" y="6836"/>
                  </a:lnTo>
                  <a:lnTo>
                    <a:pt x="13439" y="6952"/>
                  </a:lnTo>
                  <a:lnTo>
                    <a:pt x="13207" y="7029"/>
                  </a:lnTo>
                  <a:lnTo>
                    <a:pt x="12821" y="7067"/>
                  </a:lnTo>
                  <a:lnTo>
                    <a:pt x="12435" y="7067"/>
                  </a:lnTo>
                  <a:lnTo>
                    <a:pt x="12087" y="6990"/>
                  </a:lnTo>
                  <a:lnTo>
                    <a:pt x="11778" y="6874"/>
                  </a:lnTo>
                  <a:lnTo>
                    <a:pt x="11470" y="6681"/>
                  </a:lnTo>
                  <a:lnTo>
                    <a:pt x="11199" y="6411"/>
                  </a:lnTo>
                  <a:lnTo>
                    <a:pt x="10968" y="6141"/>
                  </a:lnTo>
                  <a:lnTo>
                    <a:pt x="10774" y="5793"/>
                  </a:lnTo>
                  <a:lnTo>
                    <a:pt x="10504" y="5330"/>
                  </a:lnTo>
                  <a:lnTo>
                    <a:pt x="10311" y="4828"/>
                  </a:lnTo>
                  <a:lnTo>
                    <a:pt x="9886" y="3862"/>
                  </a:lnTo>
                  <a:lnTo>
                    <a:pt x="9655" y="3399"/>
                  </a:lnTo>
                  <a:lnTo>
                    <a:pt x="9423" y="2936"/>
                  </a:lnTo>
                  <a:lnTo>
                    <a:pt x="9153" y="2472"/>
                  </a:lnTo>
                  <a:lnTo>
                    <a:pt x="8844" y="2047"/>
                  </a:lnTo>
                  <a:lnTo>
                    <a:pt x="8380" y="1545"/>
                  </a:lnTo>
                  <a:lnTo>
                    <a:pt x="7917" y="1159"/>
                  </a:lnTo>
                  <a:lnTo>
                    <a:pt x="7415" y="812"/>
                  </a:lnTo>
                  <a:lnTo>
                    <a:pt x="6874" y="503"/>
                  </a:lnTo>
                  <a:lnTo>
                    <a:pt x="6295" y="271"/>
                  </a:lnTo>
                  <a:lnTo>
                    <a:pt x="5716" y="117"/>
                  </a:lnTo>
                  <a:lnTo>
                    <a:pt x="5137" y="39"/>
                  </a:lnTo>
                  <a:lnTo>
                    <a:pt x="451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0" name="Google Shape;3910;p17"/>
            <p:cNvSpPr/>
            <p:nvPr/>
          </p:nvSpPr>
          <p:spPr>
            <a:xfrm>
              <a:off x="6767875" y="2536500"/>
              <a:ext cx="44450" cy="43450"/>
            </a:xfrm>
            <a:custGeom>
              <a:avLst/>
              <a:gdLst/>
              <a:ahLst/>
              <a:cxnLst/>
              <a:rect l="l" t="t" r="r" b="b"/>
              <a:pathLst>
                <a:path w="1778" h="1738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25"/>
                  </a:lnTo>
                  <a:lnTo>
                    <a:pt x="1314" y="579"/>
                  </a:lnTo>
                  <a:lnTo>
                    <a:pt x="1391" y="772"/>
                  </a:lnTo>
                  <a:lnTo>
                    <a:pt x="1391" y="965"/>
                  </a:lnTo>
                  <a:lnTo>
                    <a:pt x="1352" y="1043"/>
                  </a:lnTo>
                  <a:lnTo>
                    <a:pt x="1275" y="1120"/>
                  </a:lnTo>
                  <a:lnTo>
                    <a:pt x="1198" y="1197"/>
                  </a:lnTo>
                  <a:lnTo>
                    <a:pt x="1082" y="1274"/>
                  </a:lnTo>
                  <a:lnTo>
                    <a:pt x="889" y="1352"/>
                  </a:lnTo>
                  <a:lnTo>
                    <a:pt x="696" y="1313"/>
                  </a:lnTo>
                  <a:lnTo>
                    <a:pt x="542" y="1236"/>
                  </a:lnTo>
                  <a:lnTo>
                    <a:pt x="426" y="1081"/>
                  </a:lnTo>
                  <a:lnTo>
                    <a:pt x="387" y="888"/>
                  </a:lnTo>
                  <a:lnTo>
                    <a:pt x="387" y="734"/>
                  </a:lnTo>
                  <a:lnTo>
                    <a:pt x="464" y="541"/>
                  </a:lnTo>
                  <a:lnTo>
                    <a:pt x="542" y="386"/>
                  </a:lnTo>
                  <a:lnTo>
                    <a:pt x="542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9" y="39"/>
                  </a:lnTo>
                  <a:lnTo>
                    <a:pt x="464" y="116"/>
                  </a:lnTo>
                  <a:lnTo>
                    <a:pt x="426" y="155"/>
                  </a:lnTo>
                  <a:lnTo>
                    <a:pt x="348" y="155"/>
                  </a:lnTo>
                  <a:lnTo>
                    <a:pt x="233" y="232"/>
                  </a:lnTo>
                  <a:lnTo>
                    <a:pt x="117" y="348"/>
                  </a:lnTo>
                  <a:lnTo>
                    <a:pt x="40" y="502"/>
                  </a:lnTo>
                  <a:lnTo>
                    <a:pt x="1" y="657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40" y="1159"/>
                  </a:lnTo>
                  <a:lnTo>
                    <a:pt x="117" y="1313"/>
                  </a:lnTo>
                  <a:lnTo>
                    <a:pt x="194" y="1467"/>
                  </a:lnTo>
                  <a:lnTo>
                    <a:pt x="348" y="1583"/>
                  </a:lnTo>
                  <a:lnTo>
                    <a:pt x="464" y="1661"/>
                  </a:lnTo>
                  <a:lnTo>
                    <a:pt x="619" y="1699"/>
                  </a:lnTo>
                  <a:lnTo>
                    <a:pt x="812" y="1738"/>
                  </a:lnTo>
                  <a:lnTo>
                    <a:pt x="966" y="1738"/>
                  </a:lnTo>
                  <a:lnTo>
                    <a:pt x="1121" y="1699"/>
                  </a:lnTo>
                  <a:lnTo>
                    <a:pt x="1275" y="1622"/>
                  </a:lnTo>
                  <a:lnTo>
                    <a:pt x="1430" y="1506"/>
                  </a:lnTo>
                  <a:lnTo>
                    <a:pt x="1584" y="1390"/>
                  </a:lnTo>
                  <a:lnTo>
                    <a:pt x="1661" y="1236"/>
                  </a:lnTo>
                  <a:lnTo>
                    <a:pt x="1739" y="1081"/>
                  </a:lnTo>
                  <a:lnTo>
                    <a:pt x="1777" y="927"/>
                  </a:lnTo>
                  <a:lnTo>
                    <a:pt x="1777" y="772"/>
                  </a:lnTo>
                  <a:lnTo>
                    <a:pt x="1739" y="579"/>
                  </a:lnTo>
                  <a:lnTo>
                    <a:pt x="1661" y="425"/>
                  </a:lnTo>
                  <a:lnTo>
                    <a:pt x="1546" y="270"/>
                  </a:lnTo>
                  <a:lnTo>
                    <a:pt x="1430" y="155"/>
                  </a:lnTo>
                  <a:lnTo>
                    <a:pt x="1275" y="77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1" name="Google Shape;3911;p17"/>
            <p:cNvSpPr/>
            <p:nvPr/>
          </p:nvSpPr>
          <p:spPr>
            <a:xfrm>
              <a:off x="694725" y="25374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59"/>
                  </a:lnTo>
                  <a:lnTo>
                    <a:pt x="2897" y="1700"/>
                  </a:lnTo>
                  <a:lnTo>
                    <a:pt x="2511" y="2202"/>
                  </a:lnTo>
                  <a:lnTo>
                    <a:pt x="1932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96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41" y="4789"/>
                  </a:lnTo>
                  <a:lnTo>
                    <a:pt x="966" y="4519"/>
                  </a:lnTo>
                  <a:lnTo>
                    <a:pt x="1314" y="4248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897" y="2511"/>
                  </a:lnTo>
                  <a:lnTo>
                    <a:pt x="3322" y="1970"/>
                  </a:lnTo>
                  <a:lnTo>
                    <a:pt x="3669" y="1391"/>
                  </a:lnTo>
                  <a:lnTo>
                    <a:pt x="3978" y="812"/>
                  </a:lnTo>
                  <a:lnTo>
                    <a:pt x="4248" y="194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2" name="Google Shape;3912;p17"/>
            <p:cNvSpPr/>
            <p:nvPr/>
          </p:nvSpPr>
          <p:spPr>
            <a:xfrm>
              <a:off x="643575" y="253937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4" y="271"/>
                  </a:moveTo>
                  <a:lnTo>
                    <a:pt x="1236" y="387"/>
                  </a:lnTo>
                  <a:lnTo>
                    <a:pt x="1429" y="542"/>
                  </a:lnTo>
                  <a:lnTo>
                    <a:pt x="1545" y="735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3" y="1198"/>
                  </a:lnTo>
                  <a:lnTo>
                    <a:pt x="1545" y="1275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6"/>
                  </a:lnTo>
                  <a:lnTo>
                    <a:pt x="966" y="1584"/>
                  </a:lnTo>
                  <a:lnTo>
                    <a:pt x="773" y="1546"/>
                  </a:lnTo>
                  <a:lnTo>
                    <a:pt x="657" y="1468"/>
                  </a:lnTo>
                  <a:lnTo>
                    <a:pt x="579" y="1391"/>
                  </a:lnTo>
                  <a:lnTo>
                    <a:pt x="502" y="1314"/>
                  </a:lnTo>
                  <a:lnTo>
                    <a:pt x="464" y="1198"/>
                  </a:lnTo>
                  <a:lnTo>
                    <a:pt x="425" y="966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387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850" y="1"/>
                  </a:moveTo>
                  <a:lnTo>
                    <a:pt x="657" y="78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78"/>
                  </a:lnTo>
                  <a:lnTo>
                    <a:pt x="271" y="194"/>
                  </a:lnTo>
                  <a:lnTo>
                    <a:pt x="155" y="348"/>
                  </a:lnTo>
                  <a:lnTo>
                    <a:pt x="77" y="503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7" y="1430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893"/>
                  </a:lnTo>
                  <a:lnTo>
                    <a:pt x="1583" y="1816"/>
                  </a:lnTo>
                  <a:lnTo>
                    <a:pt x="1738" y="1661"/>
                  </a:lnTo>
                  <a:lnTo>
                    <a:pt x="1892" y="1546"/>
                  </a:lnTo>
                  <a:lnTo>
                    <a:pt x="1970" y="1352"/>
                  </a:lnTo>
                  <a:lnTo>
                    <a:pt x="2047" y="1159"/>
                  </a:lnTo>
                  <a:lnTo>
                    <a:pt x="2085" y="966"/>
                  </a:lnTo>
                  <a:lnTo>
                    <a:pt x="2047" y="773"/>
                  </a:lnTo>
                  <a:lnTo>
                    <a:pt x="1970" y="580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3" y="155"/>
                  </a:lnTo>
                  <a:lnTo>
                    <a:pt x="1429" y="40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3" name="Google Shape;3913;p17"/>
            <p:cNvSpPr/>
            <p:nvPr/>
          </p:nvSpPr>
          <p:spPr>
            <a:xfrm>
              <a:off x="2323325" y="2542275"/>
              <a:ext cx="309900" cy="249100"/>
            </a:xfrm>
            <a:custGeom>
              <a:avLst/>
              <a:gdLst/>
              <a:ahLst/>
              <a:cxnLst/>
              <a:rect l="l" t="t" r="r" b="b"/>
              <a:pathLst>
                <a:path w="12396" h="9964" extrusionOk="0">
                  <a:moveTo>
                    <a:pt x="10079" y="426"/>
                  </a:moveTo>
                  <a:lnTo>
                    <a:pt x="10272" y="464"/>
                  </a:lnTo>
                  <a:lnTo>
                    <a:pt x="10465" y="503"/>
                  </a:lnTo>
                  <a:lnTo>
                    <a:pt x="10581" y="541"/>
                  </a:lnTo>
                  <a:lnTo>
                    <a:pt x="10735" y="657"/>
                  </a:lnTo>
                  <a:lnTo>
                    <a:pt x="10851" y="850"/>
                  </a:lnTo>
                  <a:lnTo>
                    <a:pt x="10928" y="1043"/>
                  </a:lnTo>
                  <a:lnTo>
                    <a:pt x="10928" y="1236"/>
                  </a:lnTo>
                  <a:lnTo>
                    <a:pt x="10928" y="1430"/>
                  </a:lnTo>
                  <a:lnTo>
                    <a:pt x="10890" y="1661"/>
                  </a:lnTo>
                  <a:lnTo>
                    <a:pt x="10812" y="1854"/>
                  </a:lnTo>
                  <a:lnTo>
                    <a:pt x="10619" y="2202"/>
                  </a:lnTo>
                  <a:lnTo>
                    <a:pt x="10310" y="2588"/>
                  </a:lnTo>
                  <a:lnTo>
                    <a:pt x="9963" y="2936"/>
                  </a:lnTo>
                  <a:lnTo>
                    <a:pt x="9422" y="3476"/>
                  </a:lnTo>
                  <a:lnTo>
                    <a:pt x="8843" y="3978"/>
                  </a:lnTo>
                  <a:lnTo>
                    <a:pt x="8186" y="4480"/>
                  </a:lnTo>
                  <a:lnTo>
                    <a:pt x="7569" y="4982"/>
                  </a:lnTo>
                  <a:lnTo>
                    <a:pt x="6912" y="5484"/>
                  </a:lnTo>
                  <a:lnTo>
                    <a:pt x="6256" y="5947"/>
                  </a:lnTo>
                  <a:lnTo>
                    <a:pt x="5483" y="6411"/>
                  </a:lnTo>
                  <a:lnTo>
                    <a:pt x="4711" y="6874"/>
                  </a:lnTo>
                  <a:lnTo>
                    <a:pt x="3939" y="7299"/>
                  </a:lnTo>
                  <a:lnTo>
                    <a:pt x="3128" y="7724"/>
                  </a:lnTo>
                  <a:lnTo>
                    <a:pt x="2471" y="7994"/>
                  </a:lnTo>
                  <a:lnTo>
                    <a:pt x="2163" y="8110"/>
                  </a:lnTo>
                  <a:lnTo>
                    <a:pt x="1815" y="8226"/>
                  </a:lnTo>
                  <a:lnTo>
                    <a:pt x="1506" y="8264"/>
                  </a:lnTo>
                  <a:lnTo>
                    <a:pt x="1159" y="8303"/>
                  </a:lnTo>
                  <a:lnTo>
                    <a:pt x="811" y="8303"/>
                  </a:lnTo>
                  <a:lnTo>
                    <a:pt x="463" y="8226"/>
                  </a:lnTo>
                  <a:lnTo>
                    <a:pt x="502" y="8148"/>
                  </a:lnTo>
                  <a:lnTo>
                    <a:pt x="463" y="8033"/>
                  </a:lnTo>
                  <a:lnTo>
                    <a:pt x="463" y="7917"/>
                  </a:lnTo>
                  <a:lnTo>
                    <a:pt x="463" y="7801"/>
                  </a:lnTo>
                  <a:lnTo>
                    <a:pt x="502" y="7569"/>
                  </a:lnTo>
                  <a:lnTo>
                    <a:pt x="618" y="7299"/>
                  </a:lnTo>
                  <a:lnTo>
                    <a:pt x="772" y="7029"/>
                  </a:lnTo>
                  <a:lnTo>
                    <a:pt x="1159" y="6565"/>
                  </a:lnTo>
                  <a:lnTo>
                    <a:pt x="1467" y="6179"/>
                  </a:lnTo>
                  <a:lnTo>
                    <a:pt x="2008" y="5561"/>
                  </a:lnTo>
                  <a:lnTo>
                    <a:pt x="2549" y="4982"/>
                  </a:lnTo>
                  <a:lnTo>
                    <a:pt x="3128" y="4441"/>
                  </a:lnTo>
                  <a:lnTo>
                    <a:pt x="3746" y="3862"/>
                  </a:lnTo>
                  <a:lnTo>
                    <a:pt x="4364" y="3360"/>
                  </a:lnTo>
                  <a:lnTo>
                    <a:pt x="5020" y="2858"/>
                  </a:lnTo>
                  <a:lnTo>
                    <a:pt x="5715" y="2434"/>
                  </a:lnTo>
                  <a:lnTo>
                    <a:pt x="6410" y="1970"/>
                  </a:lnTo>
                  <a:lnTo>
                    <a:pt x="7105" y="1584"/>
                  </a:lnTo>
                  <a:lnTo>
                    <a:pt x="7839" y="1236"/>
                  </a:lnTo>
                  <a:lnTo>
                    <a:pt x="8457" y="928"/>
                  </a:lnTo>
                  <a:lnTo>
                    <a:pt x="8843" y="734"/>
                  </a:lnTo>
                  <a:lnTo>
                    <a:pt x="9268" y="580"/>
                  </a:lnTo>
                  <a:lnTo>
                    <a:pt x="9692" y="464"/>
                  </a:lnTo>
                  <a:lnTo>
                    <a:pt x="10079" y="426"/>
                  </a:lnTo>
                  <a:close/>
                  <a:moveTo>
                    <a:pt x="11237" y="464"/>
                  </a:moveTo>
                  <a:lnTo>
                    <a:pt x="11430" y="580"/>
                  </a:lnTo>
                  <a:lnTo>
                    <a:pt x="11585" y="773"/>
                  </a:lnTo>
                  <a:lnTo>
                    <a:pt x="11700" y="966"/>
                  </a:lnTo>
                  <a:lnTo>
                    <a:pt x="11778" y="1236"/>
                  </a:lnTo>
                  <a:lnTo>
                    <a:pt x="11778" y="1468"/>
                  </a:lnTo>
                  <a:lnTo>
                    <a:pt x="11778" y="1738"/>
                  </a:lnTo>
                  <a:lnTo>
                    <a:pt x="11739" y="1970"/>
                  </a:lnTo>
                  <a:lnTo>
                    <a:pt x="11662" y="2240"/>
                  </a:lnTo>
                  <a:lnTo>
                    <a:pt x="11430" y="2627"/>
                  </a:lnTo>
                  <a:lnTo>
                    <a:pt x="11160" y="3013"/>
                  </a:lnTo>
                  <a:lnTo>
                    <a:pt x="10851" y="3399"/>
                  </a:lnTo>
                  <a:lnTo>
                    <a:pt x="10542" y="3746"/>
                  </a:lnTo>
                  <a:lnTo>
                    <a:pt x="9847" y="4480"/>
                  </a:lnTo>
                  <a:lnTo>
                    <a:pt x="9075" y="5137"/>
                  </a:lnTo>
                  <a:lnTo>
                    <a:pt x="8264" y="5793"/>
                  </a:lnTo>
                  <a:lnTo>
                    <a:pt x="7453" y="6372"/>
                  </a:lnTo>
                  <a:lnTo>
                    <a:pt x="6603" y="6990"/>
                  </a:lnTo>
                  <a:lnTo>
                    <a:pt x="5754" y="7569"/>
                  </a:lnTo>
                  <a:lnTo>
                    <a:pt x="4866" y="8110"/>
                  </a:lnTo>
                  <a:lnTo>
                    <a:pt x="3977" y="8612"/>
                  </a:lnTo>
                  <a:lnTo>
                    <a:pt x="3128" y="9037"/>
                  </a:lnTo>
                  <a:lnTo>
                    <a:pt x="2703" y="9191"/>
                  </a:lnTo>
                  <a:lnTo>
                    <a:pt x="2240" y="9346"/>
                  </a:lnTo>
                  <a:lnTo>
                    <a:pt x="1969" y="9384"/>
                  </a:lnTo>
                  <a:lnTo>
                    <a:pt x="1661" y="9423"/>
                  </a:lnTo>
                  <a:lnTo>
                    <a:pt x="1313" y="9384"/>
                  </a:lnTo>
                  <a:lnTo>
                    <a:pt x="1004" y="9346"/>
                  </a:lnTo>
                  <a:lnTo>
                    <a:pt x="734" y="9191"/>
                  </a:lnTo>
                  <a:lnTo>
                    <a:pt x="541" y="9037"/>
                  </a:lnTo>
                  <a:lnTo>
                    <a:pt x="463" y="8921"/>
                  </a:lnTo>
                  <a:lnTo>
                    <a:pt x="386" y="8805"/>
                  </a:lnTo>
                  <a:lnTo>
                    <a:pt x="348" y="8650"/>
                  </a:lnTo>
                  <a:lnTo>
                    <a:pt x="309" y="8496"/>
                  </a:lnTo>
                  <a:lnTo>
                    <a:pt x="579" y="8612"/>
                  </a:lnTo>
                  <a:lnTo>
                    <a:pt x="888" y="8728"/>
                  </a:lnTo>
                  <a:lnTo>
                    <a:pt x="1197" y="8766"/>
                  </a:lnTo>
                  <a:lnTo>
                    <a:pt x="1506" y="8766"/>
                  </a:lnTo>
                  <a:lnTo>
                    <a:pt x="1815" y="8728"/>
                  </a:lnTo>
                  <a:lnTo>
                    <a:pt x="2124" y="8650"/>
                  </a:lnTo>
                  <a:lnTo>
                    <a:pt x="2742" y="8457"/>
                  </a:lnTo>
                  <a:lnTo>
                    <a:pt x="3321" y="8187"/>
                  </a:lnTo>
                  <a:lnTo>
                    <a:pt x="3939" y="7917"/>
                  </a:lnTo>
                  <a:lnTo>
                    <a:pt x="4981" y="7299"/>
                  </a:lnTo>
                  <a:lnTo>
                    <a:pt x="6526" y="6372"/>
                  </a:lnTo>
                  <a:lnTo>
                    <a:pt x="7298" y="5832"/>
                  </a:lnTo>
                  <a:lnTo>
                    <a:pt x="8071" y="5291"/>
                  </a:lnTo>
                  <a:lnTo>
                    <a:pt x="8804" y="4750"/>
                  </a:lnTo>
                  <a:lnTo>
                    <a:pt x="9499" y="4133"/>
                  </a:lnTo>
                  <a:lnTo>
                    <a:pt x="10156" y="3515"/>
                  </a:lnTo>
                  <a:lnTo>
                    <a:pt x="10774" y="2820"/>
                  </a:lnTo>
                  <a:lnTo>
                    <a:pt x="10967" y="2588"/>
                  </a:lnTo>
                  <a:lnTo>
                    <a:pt x="11121" y="2356"/>
                  </a:lnTo>
                  <a:lnTo>
                    <a:pt x="11276" y="2047"/>
                  </a:lnTo>
                  <a:lnTo>
                    <a:pt x="11391" y="1777"/>
                  </a:lnTo>
                  <a:lnTo>
                    <a:pt x="11469" y="1468"/>
                  </a:lnTo>
                  <a:lnTo>
                    <a:pt x="11507" y="1159"/>
                  </a:lnTo>
                  <a:lnTo>
                    <a:pt x="11430" y="889"/>
                  </a:lnTo>
                  <a:lnTo>
                    <a:pt x="11314" y="580"/>
                  </a:lnTo>
                  <a:lnTo>
                    <a:pt x="11237" y="464"/>
                  </a:lnTo>
                  <a:close/>
                  <a:moveTo>
                    <a:pt x="9924" y="1"/>
                  </a:moveTo>
                  <a:lnTo>
                    <a:pt x="9654" y="39"/>
                  </a:lnTo>
                  <a:lnTo>
                    <a:pt x="9306" y="117"/>
                  </a:lnTo>
                  <a:lnTo>
                    <a:pt x="8920" y="194"/>
                  </a:lnTo>
                  <a:lnTo>
                    <a:pt x="8186" y="503"/>
                  </a:lnTo>
                  <a:lnTo>
                    <a:pt x="7491" y="850"/>
                  </a:lnTo>
                  <a:lnTo>
                    <a:pt x="6835" y="1198"/>
                  </a:lnTo>
                  <a:lnTo>
                    <a:pt x="6101" y="1584"/>
                  </a:lnTo>
                  <a:lnTo>
                    <a:pt x="5406" y="2009"/>
                  </a:lnTo>
                  <a:lnTo>
                    <a:pt x="4750" y="2472"/>
                  </a:lnTo>
                  <a:lnTo>
                    <a:pt x="4093" y="2974"/>
                  </a:lnTo>
                  <a:lnTo>
                    <a:pt x="3360" y="3553"/>
                  </a:lnTo>
                  <a:lnTo>
                    <a:pt x="2665" y="4210"/>
                  </a:lnTo>
                  <a:lnTo>
                    <a:pt x="1969" y="4866"/>
                  </a:lnTo>
                  <a:lnTo>
                    <a:pt x="1352" y="5600"/>
                  </a:lnTo>
                  <a:lnTo>
                    <a:pt x="888" y="6141"/>
                  </a:lnTo>
                  <a:lnTo>
                    <a:pt x="618" y="6449"/>
                  </a:lnTo>
                  <a:lnTo>
                    <a:pt x="348" y="6797"/>
                  </a:lnTo>
                  <a:lnTo>
                    <a:pt x="155" y="7145"/>
                  </a:lnTo>
                  <a:lnTo>
                    <a:pt x="0" y="7492"/>
                  </a:lnTo>
                  <a:lnTo>
                    <a:pt x="0" y="7685"/>
                  </a:lnTo>
                  <a:lnTo>
                    <a:pt x="0" y="7840"/>
                  </a:lnTo>
                  <a:lnTo>
                    <a:pt x="0" y="8033"/>
                  </a:lnTo>
                  <a:lnTo>
                    <a:pt x="77" y="8187"/>
                  </a:lnTo>
                  <a:lnTo>
                    <a:pt x="77" y="8264"/>
                  </a:lnTo>
                  <a:lnTo>
                    <a:pt x="77" y="8342"/>
                  </a:lnTo>
                  <a:lnTo>
                    <a:pt x="39" y="8496"/>
                  </a:lnTo>
                  <a:lnTo>
                    <a:pt x="39" y="8650"/>
                  </a:lnTo>
                  <a:lnTo>
                    <a:pt x="77" y="8805"/>
                  </a:lnTo>
                  <a:lnTo>
                    <a:pt x="116" y="8959"/>
                  </a:lnTo>
                  <a:lnTo>
                    <a:pt x="309" y="9230"/>
                  </a:lnTo>
                  <a:lnTo>
                    <a:pt x="541" y="9500"/>
                  </a:lnTo>
                  <a:lnTo>
                    <a:pt x="734" y="9616"/>
                  </a:lnTo>
                  <a:lnTo>
                    <a:pt x="965" y="9732"/>
                  </a:lnTo>
                  <a:lnTo>
                    <a:pt x="1236" y="9770"/>
                  </a:lnTo>
                  <a:lnTo>
                    <a:pt x="1467" y="9809"/>
                  </a:lnTo>
                  <a:lnTo>
                    <a:pt x="1583" y="9963"/>
                  </a:lnTo>
                  <a:lnTo>
                    <a:pt x="1815" y="9770"/>
                  </a:lnTo>
                  <a:lnTo>
                    <a:pt x="1892" y="9770"/>
                  </a:lnTo>
                  <a:lnTo>
                    <a:pt x="1892" y="9848"/>
                  </a:lnTo>
                  <a:lnTo>
                    <a:pt x="1931" y="9848"/>
                  </a:lnTo>
                  <a:lnTo>
                    <a:pt x="2008" y="9770"/>
                  </a:lnTo>
                  <a:lnTo>
                    <a:pt x="2394" y="9654"/>
                  </a:lnTo>
                  <a:lnTo>
                    <a:pt x="2935" y="9500"/>
                  </a:lnTo>
                  <a:lnTo>
                    <a:pt x="3514" y="9268"/>
                  </a:lnTo>
                  <a:lnTo>
                    <a:pt x="4055" y="9037"/>
                  </a:lnTo>
                  <a:lnTo>
                    <a:pt x="4557" y="8766"/>
                  </a:lnTo>
                  <a:lnTo>
                    <a:pt x="5599" y="8148"/>
                  </a:lnTo>
                  <a:lnTo>
                    <a:pt x="6603" y="7492"/>
                  </a:lnTo>
                  <a:lnTo>
                    <a:pt x="6758" y="7376"/>
                  </a:lnTo>
                  <a:lnTo>
                    <a:pt x="7839" y="6643"/>
                  </a:lnTo>
                  <a:lnTo>
                    <a:pt x="8688" y="5986"/>
                  </a:lnTo>
                  <a:lnTo>
                    <a:pt x="9538" y="5330"/>
                  </a:lnTo>
                  <a:lnTo>
                    <a:pt x="10388" y="4596"/>
                  </a:lnTo>
                  <a:lnTo>
                    <a:pt x="10774" y="4171"/>
                  </a:lnTo>
                  <a:lnTo>
                    <a:pt x="11121" y="3785"/>
                  </a:lnTo>
                  <a:lnTo>
                    <a:pt x="11160" y="3901"/>
                  </a:lnTo>
                  <a:lnTo>
                    <a:pt x="11430" y="3824"/>
                  </a:lnTo>
                  <a:lnTo>
                    <a:pt x="11932" y="4094"/>
                  </a:lnTo>
                  <a:lnTo>
                    <a:pt x="12087" y="3824"/>
                  </a:lnTo>
                  <a:lnTo>
                    <a:pt x="11353" y="3476"/>
                  </a:lnTo>
                  <a:lnTo>
                    <a:pt x="11662" y="3051"/>
                  </a:lnTo>
                  <a:lnTo>
                    <a:pt x="11932" y="2588"/>
                  </a:lnTo>
                  <a:lnTo>
                    <a:pt x="12087" y="2202"/>
                  </a:lnTo>
                  <a:lnTo>
                    <a:pt x="12164" y="1816"/>
                  </a:lnTo>
                  <a:lnTo>
                    <a:pt x="12395" y="1623"/>
                  </a:lnTo>
                  <a:lnTo>
                    <a:pt x="12164" y="1391"/>
                  </a:lnTo>
                  <a:lnTo>
                    <a:pt x="12125" y="1082"/>
                  </a:lnTo>
                  <a:lnTo>
                    <a:pt x="12048" y="812"/>
                  </a:lnTo>
                  <a:lnTo>
                    <a:pt x="11932" y="580"/>
                  </a:lnTo>
                  <a:lnTo>
                    <a:pt x="11778" y="387"/>
                  </a:lnTo>
                  <a:lnTo>
                    <a:pt x="11585" y="194"/>
                  </a:lnTo>
                  <a:lnTo>
                    <a:pt x="11353" y="78"/>
                  </a:lnTo>
                  <a:lnTo>
                    <a:pt x="11044" y="39"/>
                  </a:lnTo>
                  <a:lnTo>
                    <a:pt x="10735" y="39"/>
                  </a:lnTo>
                  <a:lnTo>
                    <a:pt x="10619" y="78"/>
                  </a:lnTo>
                  <a:lnTo>
                    <a:pt x="1038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4" name="Google Shape;3914;p17"/>
            <p:cNvSpPr/>
            <p:nvPr/>
          </p:nvSpPr>
          <p:spPr>
            <a:xfrm>
              <a:off x="6773675" y="254227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4" y="3129"/>
                  </a:lnTo>
                  <a:lnTo>
                    <a:pt x="3939" y="4248"/>
                  </a:lnTo>
                  <a:lnTo>
                    <a:pt x="4017" y="5368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878"/>
                  </a:lnTo>
                  <a:lnTo>
                    <a:pt x="3901" y="8535"/>
                  </a:lnTo>
                  <a:lnTo>
                    <a:pt x="3746" y="9114"/>
                  </a:lnTo>
                  <a:lnTo>
                    <a:pt x="3515" y="9693"/>
                  </a:lnTo>
                  <a:lnTo>
                    <a:pt x="3244" y="10234"/>
                  </a:lnTo>
                  <a:lnTo>
                    <a:pt x="3013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52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465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54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57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580" y="2742"/>
                  </a:lnTo>
                  <a:lnTo>
                    <a:pt x="1352" y="2356"/>
                  </a:lnTo>
                  <a:lnTo>
                    <a:pt x="2163" y="1932"/>
                  </a:lnTo>
                  <a:lnTo>
                    <a:pt x="2935" y="1430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01" y="1"/>
                  </a:moveTo>
                  <a:lnTo>
                    <a:pt x="3476" y="310"/>
                  </a:lnTo>
                  <a:lnTo>
                    <a:pt x="3051" y="619"/>
                  </a:lnTo>
                  <a:lnTo>
                    <a:pt x="2626" y="966"/>
                  </a:lnTo>
                  <a:lnTo>
                    <a:pt x="2202" y="1275"/>
                  </a:lnTo>
                  <a:lnTo>
                    <a:pt x="1314" y="1893"/>
                  </a:lnTo>
                  <a:lnTo>
                    <a:pt x="425" y="2434"/>
                  </a:lnTo>
                  <a:lnTo>
                    <a:pt x="348" y="2511"/>
                  </a:lnTo>
                  <a:lnTo>
                    <a:pt x="348" y="2627"/>
                  </a:lnTo>
                  <a:lnTo>
                    <a:pt x="271" y="2665"/>
                  </a:lnTo>
                  <a:lnTo>
                    <a:pt x="232" y="2781"/>
                  </a:lnTo>
                  <a:lnTo>
                    <a:pt x="194" y="3785"/>
                  </a:lnTo>
                  <a:lnTo>
                    <a:pt x="155" y="4828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577"/>
                  </a:lnTo>
                  <a:lnTo>
                    <a:pt x="503" y="10041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391" y="11160"/>
                  </a:lnTo>
                  <a:lnTo>
                    <a:pt x="1622" y="11276"/>
                  </a:lnTo>
                  <a:lnTo>
                    <a:pt x="1816" y="11354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20" y="11315"/>
                  </a:lnTo>
                  <a:lnTo>
                    <a:pt x="3051" y="11199"/>
                  </a:lnTo>
                  <a:lnTo>
                    <a:pt x="3283" y="11045"/>
                  </a:lnTo>
                  <a:lnTo>
                    <a:pt x="3476" y="10852"/>
                  </a:lnTo>
                  <a:lnTo>
                    <a:pt x="3669" y="10620"/>
                  </a:lnTo>
                  <a:lnTo>
                    <a:pt x="3824" y="10388"/>
                  </a:lnTo>
                  <a:lnTo>
                    <a:pt x="3978" y="10118"/>
                  </a:lnTo>
                  <a:lnTo>
                    <a:pt x="4171" y="9539"/>
                  </a:lnTo>
                  <a:lnTo>
                    <a:pt x="4326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183"/>
                  </a:lnTo>
                  <a:lnTo>
                    <a:pt x="4596" y="6643"/>
                  </a:lnTo>
                  <a:lnTo>
                    <a:pt x="4596" y="6102"/>
                  </a:lnTo>
                  <a:lnTo>
                    <a:pt x="4519" y="4982"/>
                  </a:lnTo>
                  <a:lnTo>
                    <a:pt x="4441" y="3862"/>
                  </a:lnTo>
                  <a:lnTo>
                    <a:pt x="4326" y="2742"/>
                  </a:lnTo>
                  <a:lnTo>
                    <a:pt x="4287" y="2395"/>
                  </a:lnTo>
                  <a:lnTo>
                    <a:pt x="4210" y="1430"/>
                  </a:lnTo>
                  <a:lnTo>
                    <a:pt x="4132" y="503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5" name="Google Shape;3915;p17"/>
            <p:cNvSpPr/>
            <p:nvPr/>
          </p:nvSpPr>
          <p:spPr>
            <a:xfrm>
              <a:off x="4769575" y="2562550"/>
              <a:ext cx="144825" cy="164150"/>
            </a:xfrm>
            <a:custGeom>
              <a:avLst/>
              <a:gdLst/>
              <a:ahLst/>
              <a:cxnLst/>
              <a:rect l="l" t="t" r="r" b="b"/>
              <a:pathLst>
                <a:path w="5793" h="6566" extrusionOk="0">
                  <a:moveTo>
                    <a:pt x="2858" y="464"/>
                  </a:moveTo>
                  <a:lnTo>
                    <a:pt x="3360" y="619"/>
                  </a:lnTo>
                  <a:lnTo>
                    <a:pt x="3823" y="812"/>
                  </a:lnTo>
                  <a:lnTo>
                    <a:pt x="4248" y="1082"/>
                  </a:lnTo>
                  <a:lnTo>
                    <a:pt x="4634" y="1429"/>
                  </a:lnTo>
                  <a:lnTo>
                    <a:pt x="4943" y="1854"/>
                  </a:lnTo>
                  <a:lnTo>
                    <a:pt x="5059" y="2047"/>
                  </a:lnTo>
                  <a:lnTo>
                    <a:pt x="5175" y="2279"/>
                  </a:lnTo>
                  <a:lnTo>
                    <a:pt x="5252" y="2511"/>
                  </a:lnTo>
                  <a:lnTo>
                    <a:pt x="5290" y="2781"/>
                  </a:lnTo>
                  <a:lnTo>
                    <a:pt x="5329" y="3051"/>
                  </a:lnTo>
                  <a:lnTo>
                    <a:pt x="5329" y="3322"/>
                  </a:lnTo>
                  <a:lnTo>
                    <a:pt x="5290" y="3785"/>
                  </a:lnTo>
                  <a:lnTo>
                    <a:pt x="5175" y="4248"/>
                  </a:lnTo>
                  <a:lnTo>
                    <a:pt x="4982" y="4712"/>
                  </a:lnTo>
                  <a:lnTo>
                    <a:pt x="4711" y="5098"/>
                  </a:lnTo>
                  <a:lnTo>
                    <a:pt x="4364" y="5445"/>
                  </a:lnTo>
                  <a:lnTo>
                    <a:pt x="4016" y="5716"/>
                  </a:lnTo>
                  <a:lnTo>
                    <a:pt x="3784" y="5832"/>
                  </a:lnTo>
                  <a:lnTo>
                    <a:pt x="3553" y="5947"/>
                  </a:lnTo>
                  <a:lnTo>
                    <a:pt x="3321" y="6025"/>
                  </a:lnTo>
                  <a:lnTo>
                    <a:pt x="3089" y="6063"/>
                  </a:lnTo>
                  <a:lnTo>
                    <a:pt x="2780" y="6102"/>
                  </a:lnTo>
                  <a:lnTo>
                    <a:pt x="2510" y="6102"/>
                  </a:lnTo>
                  <a:lnTo>
                    <a:pt x="2201" y="6063"/>
                  </a:lnTo>
                  <a:lnTo>
                    <a:pt x="1970" y="5986"/>
                  </a:lnTo>
                  <a:lnTo>
                    <a:pt x="1738" y="5870"/>
                  </a:lnTo>
                  <a:lnTo>
                    <a:pt x="1506" y="5754"/>
                  </a:lnTo>
                  <a:lnTo>
                    <a:pt x="1313" y="5600"/>
                  </a:lnTo>
                  <a:lnTo>
                    <a:pt x="1159" y="5445"/>
                  </a:lnTo>
                  <a:lnTo>
                    <a:pt x="1004" y="5252"/>
                  </a:lnTo>
                  <a:lnTo>
                    <a:pt x="850" y="5021"/>
                  </a:lnTo>
                  <a:lnTo>
                    <a:pt x="734" y="4789"/>
                  </a:lnTo>
                  <a:lnTo>
                    <a:pt x="618" y="4557"/>
                  </a:lnTo>
                  <a:lnTo>
                    <a:pt x="502" y="4055"/>
                  </a:lnTo>
                  <a:lnTo>
                    <a:pt x="425" y="3515"/>
                  </a:lnTo>
                  <a:lnTo>
                    <a:pt x="464" y="2974"/>
                  </a:lnTo>
                  <a:lnTo>
                    <a:pt x="541" y="2433"/>
                  </a:lnTo>
                  <a:lnTo>
                    <a:pt x="734" y="1931"/>
                  </a:lnTo>
                  <a:lnTo>
                    <a:pt x="850" y="1700"/>
                  </a:lnTo>
                  <a:lnTo>
                    <a:pt x="966" y="1507"/>
                  </a:lnTo>
                  <a:lnTo>
                    <a:pt x="1120" y="1275"/>
                  </a:lnTo>
                  <a:lnTo>
                    <a:pt x="1313" y="1121"/>
                  </a:lnTo>
                  <a:lnTo>
                    <a:pt x="1506" y="927"/>
                  </a:lnTo>
                  <a:lnTo>
                    <a:pt x="1738" y="812"/>
                  </a:lnTo>
                  <a:lnTo>
                    <a:pt x="1970" y="696"/>
                  </a:lnTo>
                  <a:lnTo>
                    <a:pt x="2201" y="580"/>
                  </a:lnTo>
                  <a:lnTo>
                    <a:pt x="2472" y="541"/>
                  </a:lnTo>
                  <a:lnTo>
                    <a:pt x="2780" y="503"/>
                  </a:lnTo>
                  <a:lnTo>
                    <a:pt x="2819" y="503"/>
                  </a:lnTo>
                  <a:lnTo>
                    <a:pt x="2858" y="464"/>
                  </a:lnTo>
                  <a:close/>
                  <a:moveTo>
                    <a:pt x="2665" y="1"/>
                  </a:moveTo>
                  <a:lnTo>
                    <a:pt x="2587" y="39"/>
                  </a:lnTo>
                  <a:lnTo>
                    <a:pt x="2510" y="78"/>
                  </a:lnTo>
                  <a:lnTo>
                    <a:pt x="2472" y="155"/>
                  </a:lnTo>
                  <a:lnTo>
                    <a:pt x="2433" y="232"/>
                  </a:lnTo>
                  <a:lnTo>
                    <a:pt x="2163" y="271"/>
                  </a:lnTo>
                  <a:lnTo>
                    <a:pt x="1854" y="310"/>
                  </a:lnTo>
                  <a:lnTo>
                    <a:pt x="1622" y="387"/>
                  </a:lnTo>
                  <a:lnTo>
                    <a:pt x="1390" y="503"/>
                  </a:lnTo>
                  <a:lnTo>
                    <a:pt x="1159" y="657"/>
                  </a:lnTo>
                  <a:lnTo>
                    <a:pt x="966" y="850"/>
                  </a:lnTo>
                  <a:lnTo>
                    <a:pt x="772" y="1043"/>
                  </a:lnTo>
                  <a:lnTo>
                    <a:pt x="618" y="1236"/>
                  </a:lnTo>
                  <a:lnTo>
                    <a:pt x="464" y="1507"/>
                  </a:lnTo>
                  <a:lnTo>
                    <a:pt x="348" y="1738"/>
                  </a:lnTo>
                  <a:lnTo>
                    <a:pt x="155" y="2279"/>
                  </a:lnTo>
                  <a:lnTo>
                    <a:pt x="39" y="2858"/>
                  </a:lnTo>
                  <a:lnTo>
                    <a:pt x="0" y="3399"/>
                  </a:lnTo>
                  <a:lnTo>
                    <a:pt x="39" y="4055"/>
                  </a:lnTo>
                  <a:lnTo>
                    <a:pt x="116" y="4364"/>
                  </a:lnTo>
                  <a:lnTo>
                    <a:pt x="193" y="4673"/>
                  </a:lnTo>
                  <a:lnTo>
                    <a:pt x="309" y="4943"/>
                  </a:lnTo>
                  <a:lnTo>
                    <a:pt x="425" y="5214"/>
                  </a:lnTo>
                  <a:lnTo>
                    <a:pt x="579" y="5445"/>
                  </a:lnTo>
                  <a:lnTo>
                    <a:pt x="734" y="5677"/>
                  </a:lnTo>
                  <a:lnTo>
                    <a:pt x="927" y="5870"/>
                  </a:lnTo>
                  <a:lnTo>
                    <a:pt x="1120" y="6063"/>
                  </a:lnTo>
                  <a:lnTo>
                    <a:pt x="1390" y="6218"/>
                  </a:lnTo>
                  <a:lnTo>
                    <a:pt x="1622" y="6372"/>
                  </a:lnTo>
                  <a:lnTo>
                    <a:pt x="1892" y="6449"/>
                  </a:lnTo>
                  <a:lnTo>
                    <a:pt x="2201" y="6527"/>
                  </a:lnTo>
                  <a:lnTo>
                    <a:pt x="2549" y="6565"/>
                  </a:lnTo>
                  <a:lnTo>
                    <a:pt x="2896" y="6565"/>
                  </a:lnTo>
                  <a:lnTo>
                    <a:pt x="3205" y="6527"/>
                  </a:lnTo>
                  <a:lnTo>
                    <a:pt x="3476" y="6449"/>
                  </a:lnTo>
                  <a:lnTo>
                    <a:pt x="3784" y="6334"/>
                  </a:lnTo>
                  <a:lnTo>
                    <a:pt x="4055" y="6218"/>
                  </a:lnTo>
                  <a:lnTo>
                    <a:pt x="4325" y="6063"/>
                  </a:lnTo>
                  <a:lnTo>
                    <a:pt x="4557" y="5909"/>
                  </a:lnTo>
                  <a:lnTo>
                    <a:pt x="4788" y="5716"/>
                  </a:lnTo>
                  <a:lnTo>
                    <a:pt x="4982" y="5484"/>
                  </a:lnTo>
                  <a:lnTo>
                    <a:pt x="5175" y="5252"/>
                  </a:lnTo>
                  <a:lnTo>
                    <a:pt x="5329" y="4982"/>
                  </a:lnTo>
                  <a:lnTo>
                    <a:pt x="5483" y="4750"/>
                  </a:lnTo>
                  <a:lnTo>
                    <a:pt x="5599" y="4441"/>
                  </a:lnTo>
                  <a:lnTo>
                    <a:pt x="5677" y="4171"/>
                  </a:lnTo>
                  <a:lnTo>
                    <a:pt x="5754" y="3862"/>
                  </a:lnTo>
                  <a:lnTo>
                    <a:pt x="5792" y="3553"/>
                  </a:lnTo>
                  <a:lnTo>
                    <a:pt x="5792" y="3244"/>
                  </a:lnTo>
                  <a:lnTo>
                    <a:pt x="5792" y="2935"/>
                  </a:lnTo>
                  <a:lnTo>
                    <a:pt x="5715" y="2626"/>
                  </a:lnTo>
                  <a:lnTo>
                    <a:pt x="5638" y="2318"/>
                  </a:lnTo>
                  <a:lnTo>
                    <a:pt x="5561" y="2047"/>
                  </a:lnTo>
                  <a:lnTo>
                    <a:pt x="5406" y="1777"/>
                  </a:lnTo>
                  <a:lnTo>
                    <a:pt x="5252" y="1507"/>
                  </a:lnTo>
                  <a:lnTo>
                    <a:pt x="5059" y="1275"/>
                  </a:lnTo>
                  <a:lnTo>
                    <a:pt x="4866" y="1043"/>
                  </a:lnTo>
                  <a:lnTo>
                    <a:pt x="4634" y="812"/>
                  </a:lnTo>
                  <a:lnTo>
                    <a:pt x="4402" y="619"/>
                  </a:lnTo>
                  <a:lnTo>
                    <a:pt x="4132" y="464"/>
                  </a:lnTo>
                  <a:lnTo>
                    <a:pt x="3862" y="310"/>
                  </a:lnTo>
                  <a:lnTo>
                    <a:pt x="3591" y="194"/>
                  </a:lnTo>
                  <a:lnTo>
                    <a:pt x="3282" y="117"/>
                  </a:lnTo>
                  <a:lnTo>
                    <a:pt x="2974" y="39"/>
                  </a:lnTo>
                  <a:lnTo>
                    <a:pt x="266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6" name="Google Shape;3916;p17"/>
            <p:cNvSpPr/>
            <p:nvPr/>
          </p:nvSpPr>
          <p:spPr>
            <a:xfrm>
              <a:off x="2452675" y="2582825"/>
              <a:ext cx="296400" cy="356250"/>
            </a:xfrm>
            <a:custGeom>
              <a:avLst/>
              <a:gdLst/>
              <a:ahLst/>
              <a:cxnLst/>
              <a:rect l="l" t="t" r="r" b="b"/>
              <a:pathLst>
                <a:path w="11856" h="14250" extrusionOk="0">
                  <a:moveTo>
                    <a:pt x="7221" y="1"/>
                  </a:moveTo>
                  <a:lnTo>
                    <a:pt x="6990" y="194"/>
                  </a:lnTo>
                  <a:lnTo>
                    <a:pt x="8032" y="1777"/>
                  </a:lnTo>
                  <a:lnTo>
                    <a:pt x="9114" y="3283"/>
                  </a:lnTo>
                  <a:lnTo>
                    <a:pt x="8032" y="2704"/>
                  </a:lnTo>
                  <a:lnTo>
                    <a:pt x="6913" y="2202"/>
                  </a:lnTo>
                  <a:lnTo>
                    <a:pt x="6758" y="2472"/>
                  </a:lnTo>
                  <a:lnTo>
                    <a:pt x="8225" y="3283"/>
                  </a:lnTo>
                  <a:lnTo>
                    <a:pt x="9731" y="4094"/>
                  </a:lnTo>
                  <a:lnTo>
                    <a:pt x="10388" y="4905"/>
                  </a:lnTo>
                  <a:lnTo>
                    <a:pt x="10388" y="4943"/>
                  </a:lnTo>
                  <a:lnTo>
                    <a:pt x="10697" y="4827"/>
                  </a:lnTo>
                  <a:lnTo>
                    <a:pt x="10658" y="4712"/>
                  </a:lnTo>
                  <a:lnTo>
                    <a:pt x="10620" y="4596"/>
                  </a:lnTo>
                  <a:lnTo>
                    <a:pt x="10620" y="4596"/>
                  </a:lnTo>
                  <a:lnTo>
                    <a:pt x="10929" y="4712"/>
                  </a:lnTo>
                  <a:lnTo>
                    <a:pt x="11160" y="4827"/>
                  </a:lnTo>
                  <a:lnTo>
                    <a:pt x="11315" y="5021"/>
                  </a:lnTo>
                  <a:lnTo>
                    <a:pt x="11431" y="5252"/>
                  </a:lnTo>
                  <a:lnTo>
                    <a:pt x="11469" y="5484"/>
                  </a:lnTo>
                  <a:lnTo>
                    <a:pt x="11469" y="5754"/>
                  </a:lnTo>
                  <a:lnTo>
                    <a:pt x="11431" y="6063"/>
                  </a:lnTo>
                  <a:lnTo>
                    <a:pt x="11353" y="6372"/>
                  </a:lnTo>
                  <a:lnTo>
                    <a:pt x="11083" y="7028"/>
                  </a:lnTo>
                  <a:lnTo>
                    <a:pt x="10813" y="7646"/>
                  </a:lnTo>
                  <a:lnTo>
                    <a:pt x="10504" y="8148"/>
                  </a:lnTo>
                  <a:lnTo>
                    <a:pt x="10233" y="8573"/>
                  </a:lnTo>
                  <a:lnTo>
                    <a:pt x="9654" y="9345"/>
                  </a:lnTo>
                  <a:lnTo>
                    <a:pt x="9036" y="10079"/>
                  </a:lnTo>
                  <a:lnTo>
                    <a:pt x="8380" y="10736"/>
                  </a:lnTo>
                  <a:lnTo>
                    <a:pt x="7646" y="11353"/>
                  </a:lnTo>
                  <a:lnTo>
                    <a:pt x="6874" y="11933"/>
                  </a:lnTo>
                  <a:lnTo>
                    <a:pt x="6024" y="12435"/>
                  </a:lnTo>
                  <a:lnTo>
                    <a:pt x="5175" y="12898"/>
                  </a:lnTo>
                  <a:lnTo>
                    <a:pt x="4287" y="13284"/>
                  </a:lnTo>
                  <a:lnTo>
                    <a:pt x="3862" y="13439"/>
                  </a:lnTo>
                  <a:lnTo>
                    <a:pt x="3283" y="13632"/>
                  </a:lnTo>
                  <a:lnTo>
                    <a:pt x="2665" y="13786"/>
                  </a:lnTo>
                  <a:lnTo>
                    <a:pt x="1970" y="13941"/>
                  </a:lnTo>
                  <a:lnTo>
                    <a:pt x="1043" y="13941"/>
                  </a:lnTo>
                  <a:lnTo>
                    <a:pt x="811" y="13863"/>
                  </a:lnTo>
                  <a:lnTo>
                    <a:pt x="580" y="13709"/>
                  </a:lnTo>
                  <a:lnTo>
                    <a:pt x="425" y="13554"/>
                  </a:lnTo>
                  <a:lnTo>
                    <a:pt x="309" y="13323"/>
                  </a:lnTo>
                  <a:lnTo>
                    <a:pt x="232" y="13052"/>
                  </a:lnTo>
                  <a:lnTo>
                    <a:pt x="1" y="13130"/>
                  </a:lnTo>
                  <a:lnTo>
                    <a:pt x="1" y="13400"/>
                  </a:lnTo>
                  <a:lnTo>
                    <a:pt x="39" y="13632"/>
                  </a:lnTo>
                  <a:lnTo>
                    <a:pt x="155" y="13825"/>
                  </a:lnTo>
                  <a:lnTo>
                    <a:pt x="271" y="13941"/>
                  </a:lnTo>
                  <a:lnTo>
                    <a:pt x="464" y="14056"/>
                  </a:lnTo>
                  <a:lnTo>
                    <a:pt x="657" y="14172"/>
                  </a:lnTo>
                  <a:lnTo>
                    <a:pt x="889" y="14211"/>
                  </a:lnTo>
                  <a:lnTo>
                    <a:pt x="1120" y="14249"/>
                  </a:lnTo>
                  <a:lnTo>
                    <a:pt x="1661" y="14249"/>
                  </a:lnTo>
                  <a:lnTo>
                    <a:pt x="2163" y="14211"/>
                  </a:lnTo>
                  <a:lnTo>
                    <a:pt x="2665" y="14134"/>
                  </a:lnTo>
                  <a:lnTo>
                    <a:pt x="3051" y="14056"/>
                  </a:lnTo>
                  <a:lnTo>
                    <a:pt x="3708" y="13863"/>
                  </a:lnTo>
                  <a:lnTo>
                    <a:pt x="4364" y="13632"/>
                  </a:lnTo>
                  <a:lnTo>
                    <a:pt x="5020" y="13361"/>
                  </a:lnTo>
                  <a:lnTo>
                    <a:pt x="5638" y="13091"/>
                  </a:lnTo>
                  <a:lnTo>
                    <a:pt x="6256" y="12743"/>
                  </a:lnTo>
                  <a:lnTo>
                    <a:pt x="6835" y="12396"/>
                  </a:lnTo>
                  <a:lnTo>
                    <a:pt x="7415" y="12010"/>
                  </a:lnTo>
                  <a:lnTo>
                    <a:pt x="7955" y="11585"/>
                  </a:lnTo>
                  <a:lnTo>
                    <a:pt x="8457" y="11160"/>
                  </a:lnTo>
                  <a:lnTo>
                    <a:pt x="8959" y="10697"/>
                  </a:lnTo>
                  <a:lnTo>
                    <a:pt x="9423" y="10234"/>
                  </a:lnTo>
                  <a:lnTo>
                    <a:pt x="9847" y="9732"/>
                  </a:lnTo>
                  <a:lnTo>
                    <a:pt x="10272" y="9191"/>
                  </a:lnTo>
                  <a:lnTo>
                    <a:pt x="10620" y="8650"/>
                  </a:lnTo>
                  <a:lnTo>
                    <a:pt x="11006" y="8071"/>
                  </a:lnTo>
                  <a:lnTo>
                    <a:pt x="11315" y="7492"/>
                  </a:lnTo>
                  <a:lnTo>
                    <a:pt x="11546" y="6951"/>
                  </a:lnTo>
                  <a:lnTo>
                    <a:pt x="11778" y="6411"/>
                  </a:lnTo>
                  <a:lnTo>
                    <a:pt x="11817" y="6102"/>
                  </a:lnTo>
                  <a:lnTo>
                    <a:pt x="11855" y="5831"/>
                  </a:lnTo>
                  <a:lnTo>
                    <a:pt x="11855" y="5523"/>
                  </a:lnTo>
                  <a:lnTo>
                    <a:pt x="11778" y="5252"/>
                  </a:lnTo>
                  <a:lnTo>
                    <a:pt x="11701" y="5021"/>
                  </a:lnTo>
                  <a:lnTo>
                    <a:pt x="11585" y="4866"/>
                  </a:lnTo>
                  <a:lnTo>
                    <a:pt x="11469" y="4673"/>
                  </a:lnTo>
                  <a:lnTo>
                    <a:pt x="11315" y="4519"/>
                  </a:lnTo>
                  <a:lnTo>
                    <a:pt x="11122" y="4403"/>
                  </a:lnTo>
                  <a:lnTo>
                    <a:pt x="10929" y="4325"/>
                  </a:lnTo>
                  <a:lnTo>
                    <a:pt x="10735" y="4248"/>
                  </a:lnTo>
                  <a:lnTo>
                    <a:pt x="10504" y="4210"/>
                  </a:lnTo>
                  <a:lnTo>
                    <a:pt x="10465" y="4248"/>
                  </a:lnTo>
                  <a:lnTo>
                    <a:pt x="10388" y="4248"/>
                  </a:lnTo>
                  <a:lnTo>
                    <a:pt x="9654" y="3167"/>
                  </a:lnTo>
                  <a:lnTo>
                    <a:pt x="8882" y="2086"/>
                  </a:lnTo>
                  <a:lnTo>
                    <a:pt x="8032" y="1043"/>
                  </a:lnTo>
                  <a:lnTo>
                    <a:pt x="72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7" name="Google Shape;3917;p17"/>
            <p:cNvSpPr/>
            <p:nvPr/>
          </p:nvSpPr>
          <p:spPr>
            <a:xfrm>
              <a:off x="581775" y="2586700"/>
              <a:ext cx="44450" cy="43450"/>
            </a:xfrm>
            <a:custGeom>
              <a:avLst/>
              <a:gdLst/>
              <a:ahLst/>
              <a:cxnLst/>
              <a:rect l="l" t="t" r="r" b="b"/>
              <a:pathLst>
                <a:path w="1778" h="1738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25"/>
                  </a:lnTo>
                  <a:lnTo>
                    <a:pt x="1314" y="579"/>
                  </a:lnTo>
                  <a:lnTo>
                    <a:pt x="1391" y="772"/>
                  </a:lnTo>
                  <a:lnTo>
                    <a:pt x="1391" y="965"/>
                  </a:lnTo>
                  <a:lnTo>
                    <a:pt x="1352" y="1043"/>
                  </a:lnTo>
                  <a:lnTo>
                    <a:pt x="1275" y="1120"/>
                  </a:lnTo>
                  <a:lnTo>
                    <a:pt x="1198" y="1197"/>
                  </a:lnTo>
                  <a:lnTo>
                    <a:pt x="1082" y="1274"/>
                  </a:lnTo>
                  <a:lnTo>
                    <a:pt x="889" y="1352"/>
                  </a:lnTo>
                  <a:lnTo>
                    <a:pt x="696" y="1313"/>
                  </a:lnTo>
                  <a:lnTo>
                    <a:pt x="542" y="1236"/>
                  </a:lnTo>
                  <a:lnTo>
                    <a:pt x="426" y="1081"/>
                  </a:lnTo>
                  <a:lnTo>
                    <a:pt x="387" y="888"/>
                  </a:lnTo>
                  <a:lnTo>
                    <a:pt x="387" y="734"/>
                  </a:lnTo>
                  <a:lnTo>
                    <a:pt x="464" y="541"/>
                  </a:lnTo>
                  <a:lnTo>
                    <a:pt x="542" y="386"/>
                  </a:lnTo>
                  <a:lnTo>
                    <a:pt x="542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9" y="39"/>
                  </a:lnTo>
                  <a:lnTo>
                    <a:pt x="464" y="116"/>
                  </a:lnTo>
                  <a:lnTo>
                    <a:pt x="426" y="155"/>
                  </a:lnTo>
                  <a:lnTo>
                    <a:pt x="348" y="155"/>
                  </a:lnTo>
                  <a:lnTo>
                    <a:pt x="233" y="232"/>
                  </a:lnTo>
                  <a:lnTo>
                    <a:pt x="117" y="348"/>
                  </a:lnTo>
                  <a:lnTo>
                    <a:pt x="40" y="502"/>
                  </a:lnTo>
                  <a:lnTo>
                    <a:pt x="1" y="657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40" y="1159"/>
                  </a:lnTo>
                  <a:lnTo>
                    <a:pt x="117" y="1313"/>
                  </a:lnTo>
                  <a:lnTo>
                    <a:pt x="194" y="1467"/>
                  </a:lnTo>
                  <a:lnTo>
                    <a:pt x="348" y="1583"/>
                  </a:lnTo>
                  <a:lnTo>
                    <a:pt x="464" y="1660"/>
                  </a:lnTo>
                  <a:lnTo>
                    <a:pt x="619" y="1699"/>
                  </a:lnTo>
                  <a:lnTo>
                    <a:pt x="812" y="1738"/>
                  </a:lnTo>
                  <a:lnTo>
                    <a:pt x="966" y="1738"/>
                  </a:lnTo>
                  <a:lnTo>
                    <a:pt x="1121" y="1699"/>
                  </a:lnTo>
                  <a:lnTo>
                    <a:pt x="1275" y="1622"/>
                  </a:lnTo>
                  <a:lnTo>
                    <a:pt x="1430" y="1506"/>
                  </a:lnTo>
                  <a:lnTo>
                    <a:pt x="1584" y="1390"/>
                  </a:lnTo>
                  <a:lnTo>
                    <a:pt x="1661" y="1236"/>
                  </a:lnTo>
                  <a:lnTo>
                    <a:pt x="1739" y="1081"/>
                  </a:lnTo>
                  <a:lnTo>
                    <a:pt x="1777" y="927"/>
                  </a:lnTo>
                  <a:lnTo>
                    <a:pt x="1777" y="772"/>
                  </a:lnTo>
                  <a:lnTo>
                    <a:pt x="1739" y="579"/>
                  </a:lnTo>
                  <a:lnTo>
                    <a:pt x="1661" y="425"/>
                  </a:lnTo>
                  <a:lnTo>
                    <a:pt x="1545" y="270"/>
                  </a:lnTo>
                  <a:lnTo>
                    <a:pt x="1430" y="155"/>
                  </a:lnTo>
                  <a:lnTo>
                    <a:pt x="1275" y="77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8" name="Google Shape;3918;p17"/>
            <p:cNvSpPr/>
            <p:nvPr/>
          </p:nvSpPr>
          <p:spPr>
            <a:xfrm>
              <a:off x="6717675" y="2588625"/>
              <a:ext cx="42525" cy="41525"/>
            </a:xfrm>
            <a:custGeom>
              <a:avLst/>
              <a:gdLst/>
              <a:ahLst/>
              <a:cxnLst/>
              <a:rect l="l" t="t" r="r" b="b"/>
              <a:pathLst>
                <a:path w="1701" h="1661" extrusionOk="0">
                  <a:moveTo>
                    <a:pt x="1121" y="386"/>
                  </a:moveTo>
                  <a:lnTo>
                    <a:pt x="1198" y="464"/>
                  </a:lnTo>
                  <a:lnTo>
                    <a:pt x="1237" y="541"/>
                  </a:lnTo>
                  <a:lnTo>
                    <a:pt x="1314" y="695"/>
                  </a:lnTo>
                  <a:lnTo>
                    <a:pt x="1314" y="927"/>
                  </a:lnTo>
                  <a:lnTo>
                    <a:pt x="1237" y="1082"/>
                  </a:lnTo>
                  <a:lnTo>
                    <a:pt x="1159" y="1159"/>
                  </a:lnTo>
                  <a:lnTo>
                    <a:pt x="1082" y="1197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2" y="1120"/>
                  </a:lnTo>
                  <a:lnTo>
                    <a:pt x="464" y="1043"/>
                  </a:lnTo>
                  <a:lnTo>
                    <a:pt x="426" y="966"/>
                  </a:lnTo>
                  <a:lnTo>
                    <a:pt x="387" y="850"/>
                  </a:lnTo>
                  <a:lnTo>
                    <a:pt x="387" y="773"/>
                  </a:lnTo>
                  <a:lnTo>
                    <a:pt x="426" y="541"/>
                  </a:lnTo>
                  <a:lnTo>
                    <a:pt x="542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735" y="0"/>
                  </a:moveTo>
                  <a:lnTo>
                    <a:pt x="619" y="39"/>
                  </a:lnTo>
                  <a:lnTo>
                    <a:pt x="503" y="116"/>
                  </a:lnTo>
                  <a:lnTo>
                    <a:pt x="349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41"/>
                  </a:lnTo>
                  <a:lnTo>
                    <a:pt x="40" y="695"/>
                  </a:lnTo>
                  <a:lnTo>
                    <a:pt x="1" y="850"/>
                  </a:lnTo>
                  <a:lnTo>
                    <a:pt x="40" y="1004"/>
                  </a:lnTo>
                  <a:lnTo>
                    <a:pt x="78" y="1159"/>
                  </a:lnTo>
                  <a:lnTo>
                    <a:pt x="194" y="1313"/>
                  </a:lnTo>
                  <a:lnTo>
                    <a:pt x="310" y="1468"/>
                  </a:lnTo>
                  <a:lnTo>
                    <a:pt x="464" y="1545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583"/>
                  </a:lnTo>
                  <a:lnTo>
                    <a:pt x="1353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2"/>
                  </a:lnTo>
                  <a:lnTo>
                    <a:pt x="1700" y="888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8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9" name="Google Shape;3919;p17"/>
            <p:cNvSpPr/>
            <p:nvPr/>
          </p:nvSpPr>
          <p:spPr>
            <a:xfrm>
              <a:off x="587575" y="259247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29"/>
                  </a:lnTo>
                  <a:lnTo>
                    <a:pt x="3939" y="4248"/>
                  </a:lnTo>
                  <a:lnTo>
                    <a:pt x="4017" y="5368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878"/>
                  </a:lnTo>
                  <a:lnTo>
                    <a:pt x="3901" y="8535"/>
                  </a:lnTo>
                  <a:lnTo>
                    <a:pt x="3746" y="9114"/>
                  </a:lnTo>
                  <a:lnTo>
                    <a:pt x="3515" y="9693"/>
                  </a:lnTo>
                  <a:lnTo>
                    <a:pt x="3244" y="10234"/>
                  </a:lnTo>
                  <a:lnTo>
                    <a:pt x="3013" y="10543"/>
                  </a:lnTo>
                  <a:lnTo>
                    <a:pt x="2781" y="10736"/>
                  </a:lnTo>
                  <a:lnTo>
                    <a:pt x="2472" y="10851"/>
                  </a:lnTo>
                  <a:lnTo>
                    <a:pt x="2202" y="10851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465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54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57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580" y="2742"/>
                  </a:lnTo>
                  <a:lnTo>
                    <a:pt x="1352" y="2356"/>
                  </a:lnTo>
                  <a:lnTo>
                    <a:pt x="2163" y="1931"/>
                  </a:lnTo>
                  <a:lnTo>
                    <a:pt x="2935" y="1429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01" y="1"/>
                  </a:moveTo>
                  <a:lnTo>
                    <a:pt x="3476" y="310"/>
                  </a:lnTo>
                  <a:lnTo>
                    <a:pt x="3051" y="619"/>
                  </a:lnTo>
                  <a:lnTo>
                    <a:pt x="2626" y="966"/>
                  </a:lnTo>
                  <a:lnTo>
                    <a:pt x="2202" y="1275"/>
                  </a:lnTo>
                  <a:lnTo>
                    <a:pt x="1313" y="1893"/>
                  </a:lnTo>
                  <a:lnTo>
                    <a:pt x="425" y="2433"/>
                  </a:lnTo>
                  <a:lnTo>
                    <a:pt x="348" y="2511"/>
                  </a:lnTo>
                  <a:lnTo>
                    <a:pt x="348" y="2627"/>
                  </a:lnTo>
                  <a:lnTo>
                    <a:pt x="271" y="2665"/>
                  </a:lnTo>
                  <a:lnTo>
                    <a:pt x="232" y="2781"/>
                  </a:lnTo>
                  <a:lnTo>
                    <a:pt x="194" y="3785"/>
                  </a:lnTo>
                  <a:lnTo>
                    <a:pt x="155" y="4828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577"/>
                  </a:lnTo>
                  <a:lnTo>
                    <a:pt x="503" y="10041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391" y="11160"/>
                  </a:lnTo>
                  <a:lnTo>
                    <a:pt x="1622" y="11276"/>
                  </a:lnTo>
                  <a:lnTo>
                    <a:pt x="1815" y="11353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19" y="11315"/>
                  </a:lnTo>
                  <a:lnTo>
                    <a:pt x="3051" y="11199"/>
                  </a:lnTo>
                  <a:lnTo>
                    <a:pt x="3283" y="11045"/>
                  </a:lnTo>
                  <a:lnTo>
                    <a:pt x="3476" y="10851"/>
                  </a:lnTo>
                  <a:lnTo>
                    <a:pt x="3669" y="10620"/>
                  </a:lnTo>
                  <a:lnTo>
                    <a:pt x="3823" y="10388"/>
                  </a:lnTo>
                  <a:lnTo>
                    <a:pt x="3978" y="10118"/>
                  </a:lnTo>
                  <a:lnTo>
                    <a:pt x="4171" y="9539"/>
                  </a:lnTo>
                  <a:lnTo>
                    <a:pt x="4325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183"/>
                  </a:lnTo>
                  <a:lnTo>
                    <a:pt x="4596" y="6642"/>
                  </a:lnTo>
                  <a:lnTo>
                    <a:pt x="4596" y="6102"/>
                  </a:lnTo>
                  <a:lnTo>
                    <a:pt x="4519" y="4982"/>
                  </a:lnTo>
                  <a:lnTo>
                    <a:pt x="4441" y="3862"/>
                  </a:lnTo>
                  <a:lnTo>
                    <a:pt x="4325" y="2742"/>
                  </a:lnTo>
                  <a:lnTo>
                    <a:pt x="4287" y="2395"/>
                  </a:lnTo>
                  <a:lnTo>
                    <a:pt x="4210" y="1429"/>
                  </a:lnTo>
                  <a:lnTo>
                    <a:pt x="4132" y="503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0" name="Google Shape;3920;p17"/>
            <p:cNvSpPr/>
            <p:nvPr/>
          </p:nvSpPr>
          <p:spPr>
            <a:xfrm>
              <a:off x="6526550" y="261565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116" y="1"/>
                  </a:moveTo>
                  <a:lnTo>
                    <a:pt x="39" y="116"/>
                  </a:lnTo>
                  <a:lnTo>
                    <a:pt x="0" y="232"/>
                  </a:lnTo>
                  <a:lnTo>
                    <a:pt x="39" y="348"/>
                  </a:lnTo>
                  <a:lnTo>
                    <a:pt x="348" y="850"/>
                  </a:lnTo>
                  <a:lnTo>
                    <a:pt x="657" y="1352"/>
                  </a:lnTo>
                  <a:lnTo>
                    <a:pt x="1004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3" y="3553"/>
                  </a:lnTo>
                  <a:lnTo>
                    <a:pt x="3205" y="3901"/>
                  </a:lnTo>
                  <a:lnTo>
                    <a:pt x="3553" y="3746"/>
                  </a:lnTo>
                  <a:lnTo>
                    <a:pt x="2781" y="2974"/>
                  </a:lnTo>
                  <a:lnTo>
                    <a:pt x="2047" y="2202"/>
                  </a:lnTo>
                  <a:lnTo>
                    <a:pt x="1352" y="1429"/>
                  </a:lnTo>
                  <a:lnTo>
                    <a:pt x="1043" y="966"/>
                  </a:lnTo>
                  <a:lnTo>
                    <a:pt x="734" y="541"/>
                  </a:lnTo>
                  <a:lnTo>
                    <a:pt x="1622" y="657"/>
                  </a:lnTo>
                  <a:lnTo>
                    <a:pt x="2510" y="850"/>
                  </a:lnTo>
                  <a:lnTo>
                    <a:pt x="3012" y="1004"/>
                  </a:lnTo>
                  <a:lnTo>
                    <a:pt x="3514" y="1198"/>
                  </a:lnTo>
                  <a:lnTo>
                    <a:pt x="4016" y="1352"/>
                  </a:lnTo>
                  <a:lnTo>
                    <a:pt x="4480" y="1506"/>
                  </a:lnTo>
                  <a:lnTo>
                    <a:pt x="4595" y="1468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4" y="1506"/>
                  </a:lnTo>
                  <a:lnTo>
                    <a:pt x="4982" y="1391"/>
                  </a:lnTo>
                  <a:lnTo>
                    <a:pt x="4634" y="1120"/>
                  </a:lnTo>
                  <a:lnTo>
                    <a:pt x="4171" y="850"/>
                  </a:lnTo>
                  <a:lnTo>
                    <a:pt x="3630" y="618"/>
                  </a:lnTo>
                  <a:lnTo>
                    <a:pt x="3089" y="425"/>
                  </a:lnTo>
                  <a:lnTo>
                    <a:pt x="2510" y="309"/>
                  </a:lnTo>
                  <a:lnTo>
                    <a:pt x="1931" y="194"/>
                  </a:lnTo>
                  <a:lnTo>
                    <a:pt x="1352" y="116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1" name="Google Shape;3921;p17"/>
            <p:cNvSpPr/>
            <p:nvPr/>
          </p:nvSpPr>
          <p:spPr>
            <a:xfrm>
              <a:off x="1725750" y="2629175"/>
              <a:ext cx="67600" cy="76275"/>
            </a:xfrm>
            <a:custGeom>
              <a:avLst/>
              <a:gdLst/>
              <a:ahLst/>
              <a:cxnLst/>
              <a:rect l="l" t="t" r="r" b="b"/>
              <a:pathLst>
                <a:path w="2704" h="3051" extrusionOk="0">
                  <a:moveTo>
                    <a:pt x="1159" y="425"/>
                  </a:moveTo>
                  <a:lnTo>
                    <a:pt x="1429" y="502"/>
                  </a:lnTo>
                  <a:lnTo>
                    <a:pt x="1661" y="618"/>
                  </a:lnTo>
                  <a:lnTo>
                    <a:pt x="1854" y="772"/>
                  </a:lnTo>
                  <a:lnTo>
                    <a:pt x="2008" y="965"/>
                  </a:lnTo>
                  <a:lnTo>
                    <a:pt x="2124" y="1120"/>
                  </a:lnTo>
                  <a:lnTo>
                    <a:pt x="2202" y="1313"/>
                  </a:lnTo>
                  <a:lnTo>
                    <a:pt x="2317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2" y="2394"/>
                  </a:lnTo>
                  <a:lnTo>
                    <a:pt x="2047" y="2278"/>
                  </a:lnTo>
                  <a:lnTo>
                    <a:pt x="1622" y="2047"/>
                  </a:lnTo>
                  <a:lnTo>
                    <a:pt x="1236" y="1892"/>
                  </a:lnTo>
                  <a:lnTo>
                    <a:pt x="1004" y="1776"/>
                  </a:lnTo>
                  <a:lnTo>
                    <a:pt x="811" y="1661"/>
                  </a:lnTo>
                  <a:lnTo>
                    <a:pt x="618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1"/>
                  </a:lnTo>
                  <a:lnTo>
                    <a:pt x="541" y="657"/>
                  </a:lnTo>
                  <a:lnTo>
                    <a:pt x="618" y="579"/>
                  </a:lnTo>
                  <a:lnTo>
                    <a:pt x="696" y="502"/>
                  </a:lnTo>
                  <a:lnTo>
                    <a:pt x="811" y="463"/>
                  </a:lnTo>
                  <a:lnTo>
                    <a:pt x="927" y="425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0"/>
                  </a:lnTo>
                  <a:lnTo>
                    <a:pt x="194" y="425"/>
                  </a:lnTo>
                  <a:lnTo>
                    <a:pt x="78" y="618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1" y="1236"/>
                  </a:lnTo>
                  <a:lnTo>
                    <a:pt x="39" y="1429"/>
                  </a:lnTo>
                  <a:lnTo>
                    <a:pt x="155" y="1622"/>
                  </a:lnTo>
                  <a:lnTo>
                    <a:pt x="387" y="1854"/>
                  </a:lnTo>
                  <a:lnTo>
                    <a:pt x="618" y="2047"/>
                  </a:lnTo>
                  <a:lnTo>
                    <a:pt x="889" y="2201"/>
                  </a:lnTo>
                  <a:lnTo>
                    <a:pt x="1198" y="2317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8" y="2742"/>
                  </a:lnTo>
                  <a:lnTo>
                    <a:pt x="2202" y="2973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0" y="3012"/>
                  </a:lnTo>
                  <a:lnTo>
                    <a:pt x="2588" y="2973"/>
                  </a:lnTo>
                  <a:lnTo>
                    <a:pt x="2626" y="2896"/>
                  </a:lnTo>
                  <a:lnTo>
                    <a:pt x="2704" y="2317"/>
                  </a:lnTo>
                  <a:lnTo>
                    <a:pt x="2704" y="2008"/>
                  </a:lnTo>
                  <a:lnTo>
                    <a:pt x="2704" y="1699"/>
                  </a:lnTo>
                  <a:lnTo>
                    <a:pt x="2626" y="1429"/>
                  </a:lnTo>
                  <a:lnTo>
                    <a:pt x="2549" y="1120"/>
                  </a:lnTo>
                  <a:lnTo>
                    <a:pt x="2433" y="850"/>
                  </a:lnTo>
                  <a:lnTo>
                    <a:pt x="2279" y="579"/>
                  </a:lnTo>
                  <a:lnTo>
                    <a:pt x="2124" y="425"/>
                  </a:lnTo>
                  <a:lnTo>
                    <a:pt x="1931" y="270"/>
                  </a:lnTo>
                  <a:lnTo>
                    <a:pt x="1700" y="116"/>
                  </a:lnTo>
                  <a:lnTo>
                    <a:pt x="1506" y="39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2" name="Google Shape;3922;p17"/>
            <p:cNvSpPr/>
            <p:nvPr/>
          </p:nvSpPr>
          <p:spPr>
            <a:xfrm>
              <a:off x="2602300" y="2637850"/>
              <a:ext cx="63750" cy="173800"/>
            </a:xfrm>
            <a:custGeom>
              <a:avLst/>
              <a:gdLst/>
              <a:ahLst/>
              <a:cxnLst/>
              <a:rect l="l" t="t" r="r" b="b"/>
              <a:pathLst>
                <a:path w="2550" h="6952" extrusionOk="0">
                  <a:moveTo>
                    <a:pt x="271" y="1"/>
                  </a:moveTo>
                  <a:lnTo>
                    <a:pt x="1" y="78"/>
                  </a:lnTo>
                  <a:lnTo>
                    <a:pt x="232" y="927"/>
                  </a:lnTo>
                  <a:lnTo>
                    <a:pt x="503" y="1816"/>
                  </a:lnTo>
                  <a:lnTo>
                    <a:pt x="1082" y="3515"/>
                  </a:lnTo>
                  <a:lnTo>
                    <a:pt x="2318" y="6951"/>
                  </a:lnTo>
                  <a:lnTo>
                    <a:pt x="2549" y="6874"/>
                  </a:lnTo>
                  <a:lnTo>
                    <a:pt x="2047" y="5136"/>
                  </a:lnTo>
                  <a:lnTo>
                    <a:pt x="1507" y="3399"/>
                  </a:lnTo>
                  <a:lnTo>
                    <a:pt x="928" y="1661"/>
                  </a:lnTo>
                  <a:lnTo>
                    <a:pt x="619" y="81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3" name="Google Shape;3923;p17"/>
            <p:cNvSpPr/>
            <p:nvPr/>
          </p:nvSpPr>
          <p:spPr>
            <a:xfrm>
              <a:off x="531575" y="263882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121" y="386"/>
                  </a:moveTo>
                  <a:lnTo>
                    <a:pt x="1198" y="464"/>
                  </a:lnTo>
                  <a:lnTo>
                    <a:pt x="1237" y="541"/>
                  </a:lnTo>
                  <a:lnTo>
                    <a:pt x="1314" y="695"/>
                  </a:lnTo>
                  <a:lnTo>
                    <a:pt x="1314" y="927"/>
                  </a:lnTo>
                  <a:lnTo>
                    <a:pt x="1237" y="1081"/>
                  </a:lnTo>
                  <a:lnTo>
                    <a:pt x="1159" y="1159"/>
                  </a:lnTo>
                  <a:lnTo>
                    <a:pt x="1082" y="1197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2" y="1120"/>
                  </a:lnTo>
                  <a:lnTo>
                    <a:pt x="464" y="1043"/>
                  </a:lnTo>
                  <a:lnTo>
                    <a:pt x="426" y="966"/>
                  </a:lnTo>
                  <a:lnTo>
                    <a:pt x="387" y="850"/>
                  </a:lnTo>
                  <a:lnTo>
                    <a:pt x="387" y="773"/>
                  </a:lnTo>
                  <a:lnTo>
                    <a:pt x="426" y="541"/>
                  </a:lnTo>
                  <a:lnTo>
                    <a:pt x="542" y="579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735" y="0"/>
                  </a:moveTo>
                  <a:lnTo>
                    <a:pt x="619" y="39"/>
                  </a:lnTo>
                  <a:lnTo>
                    <a:pt x="503" y="116"/>
                  </a:lnTo>
                  <a:lnTo>
                    <a:pt x="348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41"/>
                  </a:lnTo>
                  <a:lnTo>
                    <a:pt x="40" y="695"/>
                  </a:lnTo>
                  <a:lnTo>
                    <a:pt x="1" y="850"/>
                  </a:lnTo>
                  <a:lnTo>
                    <a:pt x="40" y="1004"/>
                  </a:lnTo>
                  <a:lnTo>
                    <a:pt x="78" y="1159"/>
                  </a:lnTo>
                  <a:lnTo>
                    <a:pt x="194" y="1313"/>
                  </a:lnTo>
                  <a:lnTo>
                    <a:pt x="310" y="1468"/>
                  </a:lnTo>
                  <a:lnTo>
                    <a:pt x="464" y="1545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583"/>
                  </a:lnTo>
                  <a:lnTo>
                    <a:pt x="1352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1"/>
                  </a:lnTo>
                  <a:lnTo>
                    <a:pt x="1700" y="888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7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4" name="Google Shape;3924;p17"/>
            <p:cNvSpPr/>
            <p:nvPr/>
          </p:nvSpPr>
          <p:spPr>
            <a:xfrm>
              <a:off x="340450" y="266585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116" y="0"/>
                  </a:moveTo>
                  <a:lnTo>
                    <a:pt x="39" y="116"/>
                  </a:lnTo>
                  <a:lnTo>
                    <a:pt x="0" y="232"/>
                  </a:lnTo>
                  <a:lnTo>
                    <a:pt x="39" y="348"/>
                  </a:lnTo>
                  <a:lnTo>
                    <a:pt x="348" y="850"/>
                  </a:lnTo>
                  <a:lnTo>
                    <a:pt x="657" y="1352"/>
                  </a:lnTo>
                  <a:lnTo>
                    <a:pt x="1004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3" y="3553"/>
                  </a:lnTo>
                  <a:lnTo>
                    <a:pt x="3205" y="3901"/>
                  </a:lnTo>
                  <a:lnTo>
                    <a:pt x="3553" y="3746"/>
                  </a:lnTo>
                  <a:lnTo>
                    <a:pt x="2780" y="2974"/>
                  </a:lnTo>
                  <a:lnTo>
                    <a:pt x="2047" y="2202"/>
                  </a:lnTo>
                  <a:lnTo>
                    <a:pt x="1352" y="1429"/>
                  </a:lnTo>
                  <a:lnTo>
                    <a:pt x="1043" y="966"/>
                  </a:lnTo>
                  <a:lnTo>
                    <a:pt x="734" y="541"/>
                  </a:lnTo>
                  <a:lnTo>
                    <a:pt x="1622" y="657"/>
                  </a:lnTo>
                  <a:lnTo>
                    <a:pt x="2510" y="850"/>
                  </a:lnTo>
                  <a:lnTo>
                    <a:pt x="3012" y="1004"/>
                  </a:lnTo>
                  <a:lnTo>
                    <a:pt x="3514" y="1198"/>
                  </a:lnTo>
                  <a:lnTo>
                    <a:pt x="4016" y="1352"/>
                  </a:lnTo>
                  <a:lnTo>
                    <a:pt x="4480" y="1506"/>
                  </a:lnTo>
                  <a:lnTo>
                    <a:pt x="4595" y="1468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4" y="1506"/>
                  </a:lnTo>
                  <a:lnTo>
                    <a:pt x="4981" y="1391"/>
                  </a:lnTo>
                  <a:lnTo>
                    <a:pt x="4634" y="1120"/>
                  </a:lnTo>
                  <a:lnTo>
                    <a:pt x="4171" y="850"/>
                  </a:lnTo>
                  <a:lnTo>
                    <a:pt x="3630" y="618"/>
                  </a:lnTo>
                  <a:lnTo>
                    <a:pt x="3089" y="425"/>
                  </a:lnTo>
                  <a:lnTo>
                    <a:pt x="2510" y="309"/>
                  </a:lnTo>
                  <a:lnTo>
                    <a:pt x="1931" y="194"/>
                  </a:lnTo>
                  <a:lnTo>
                    <a:pt x="1352" y="116"/>
                  </a:lnTo>
                  <a:lnTo>
                    <a:pt x="27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5" name="Google Shape;3925;p17"/>
            <p:cNvSpPr/>
            <p:nvPr/>
          </p:nvSpPr>
          <p:spPr>
            <a:xfrm>
              <a:off x="6651075" y="2665850"/>
              <a:ext cx="126500" cy="69525"/>
            </a:xfrm>
            <a:custGeom>
              <a:avLst/>
              <a:gdLst/>
              <a:ahLst/>
              <a:cxnLst/>
              <a:rect l="l" t="t" r="r" b="b"/>
              <a:pathLst>
                <a:path w="5060" h="2781" extrusionOk="0">
                  <a:moveTo>
                    <a:pt x="4905" y="0"/>
                  </a:moveTo>
                  <a:lnTo>
                    <a:pt x="3823" y="618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395"/>
                  </a:lnTo>
                  <a:lnTo>
                    <a:pt x="39" y="2472"/>
                  </a:lnTo>
                  <a:lnTo>
                    <a:pt x="1" y="2588"/>
                  </a:lnTo>
                  <a:lnTo>
                    <a:pt x="39" y="2665"/>
                  </a:lnTo>
                  <a:lnTo>
                    <a:pt x="116" y="2742"/>
                  </a:lnTo>
                  <a:lnTo>
                    <a:pt x="387" y="2781"/>
                  </a:lnTo>
                  <a:lnTo>
                    <a:pt x="1082" y="2588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2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6" name="Google Shape;3926;p17"/>
            <p:cNvSpPr/>
            <p:nvPr/>
          </p:nvSpPr>
          <p:spPr>
            <a:xfrm>
              <a:off x="1793325" y="2698675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313" y="387"/>
                  </a:moveTo>
                  <a:lnTo>
                    <a:pt x="1507" y="464"/>
                  </a:lnTo>
                  <a:lnTo>
                    <a:pt x="1661" y="580"/>
                  </a:lnTo>
                  <a:lnTo>
                    <a:pt x="1777" y="734"/>
                  </a:lnTo>
                  <a:lnTo>
                    <a:pt x="1777" y="889"/>
                  </a:lnTo>
                  <a:lnTo>
                    <a:pt x="1777" y="927"/>
                  </a:lnTo>
                  <a:lnTo>
                    <a:pt x="1738" y="1004"/>
                  </a:lnTo>
                  <a:lnTo>
                    <a:pt x="1661" y="1043"/>
                  </a:lnTo>
                  <a:lnTo>
                    <a:pt x="1584" y="1082"/>
                  </a:lnTo>
                  <a:lnTo>
                    <a:pt x="1275" y="1120"/>
                  </a:lnTo>
                  <a:lnTo>
                    <a:pt x="927" y="1120"/>
                  </a:lnTo>
                  <a:lnTo>
                    <a:pt x="618" y="1159"/>
                  </a:lnTo>
                  <a:lnTo>
                    <a:pt x="464" y="1197"/>
                  </a:lnTo>
                  <a:lnTo>
                    <a:pt x="348" y="1275"/>
                  </a:lnTo>
                  <a:lnTo>
                    <a:pt x="348" y="1120"/>
                  </a:lnTo>
                  <a:lnTo>
                    <a:pt x="348" y="1004"/>
                  </a:lnTo>
                  <a:lnTo>
                    <a:pt x="387" y="850"/>
                  </a:lnTo>
                  <a:lnTo>
                    <a:pt x="464" y="734"/>
                  </a:lnTo>
                  <a:lnTo>
                    <a:pt x="580" y="618"/>
                  </a:lnTo>
                  <a:lnTo>
                    <a:pt x="657" y="502"/>
                  </a:lnTo>
                  <a:lnTo>
                    <a:pt x="811" y="425"/>
                  </a:lnTo>
                  <a:lnTo>
                    <a:pt x="966" y="387"/>
                  </a:lnTo>
                  <a:close/>
                  <a:moveTo>
                    <a:pt x="1005" y="0"/>
                  </a:moveTo>
                  <a:lnTo>
                    <a:pt x="811" y="39"/>
                  </a:lnTo>
                  <a:lnTo>
                    <a:pt x="618" y="116"/>
                  </a:lnTo>
                  <a:lnTo>
                    <a:pt x="425" y="232"/>
                  </a:lnTo>
                  <a:lnTo>
                    <a:pt x="271" y="348"/>
                  </a:lnTo>
                  <a:lnTo>
                    <a:pt x="155" y="502"/>
                  </a:lnTo>
                  <a:lnTo>
                    <a:pt x="78" y="695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29"/>
                  </a:lnTo>
                  <a:lnTo>
                    <a:pt x="116" y="1622"/>
                  </a:lnTo>
                  <a:lnTo>
                    <a:pt x="155" y="1738"/>
                  </a:lnTo>
                  <a:lnTo>
                    <a:pt x="232" y="1777"/>
                  </a:lnTo>
                  <a:lnTo>
                    <a:pt x="348" y="1815"/>
                  </a:lnTo>
                  <a:lnTo>
                    <a:pt x="425" y="1738"/>
                  </a:lnTo>
                  <a:lnTo>
                    <a:pt x="580" y="1622"/>
                  </a:lnTo>
                  <a:lnTo>
                    <a:pt x="696" y="1545"/>
                  </a:lnTo>
                  <a:lnTo>
                    <a:pt x="889" y="1506"/>
                  </a:lnTo>
                  <a:lnTo>
                    <a:pt x="1429" y="1506"/>
                  </a:lnTo>
                  <a:lnTo>
                    <a:pt x="1584" y="1468"/>
                  </a:lnTo>
                  <a:lnTo>
                    <a:pt x="1777" y="1429"/>
                  </a:lnTo>
                  <a:lnTo>
                    <a:pt x="1931" y="1352"/>
                  </a:lnTo>
                  <a:lnTo>
                    <a:pt x="2047" y="1236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8"/>
                  </a:lnTo>
                  <a:lnTo>
                    <a:pt x="2086" y="464"/>
                  </a:lnTo>
                  <a:lnTo>
                    <a:pt x="1970" y="309"/>
                  </a:lnTo>
                  <a:lnTo>
                    <a:pt x="1815" y="193"/>
                  </a:lnTo>
                  <a:lnTo>
                    <a:pt x="1622" y="78"/>
                  </a:lnTo>
                  <a:lnTo>
                    <a:pt x="142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7" name="Google Shape;3927;p17"/>
            <p:cNvSpPr/>
            <p:nvPr/>
          </p:nvSpPr>
          <p:spPr>
            <a:xfrm>
              <a:off x="2371575" y="2703500"/>
              <a:ext cx="351425" cy="207575"/>
            </a:xfrm>
            <a:custGeom>
              <a:avLst/>
              <a:gdLst/>
              <a:ahLst/>
              <a:cxnLst/>
              <a:rect l="l" t="t" r="r" b="b"/>
              <a:pathLst>
                <a:path w="14057" h="8303" extrusionOk="0">
                  <a:moveTo>
                    <a:pt x="13941" y="0"/>
                  </a:moveTo>
                  <a:lnTo>
                    <a:pt x="13632" y="116"/>
                  </a:lnTo>
                  <a:lnTo>
                    <a:pt x="13632" y="155"/>
                  </a:lnTo>
                  <a:lnTo>
                    <a:pt x="13555" y="773"/>
                  </a:lnTo>
                  <a:lnTo>
                    <a:pt x="13439" y="1313"/>
                  </a:lnTo>
                  <a:lnTo>
                    <a:pt x="13284" y="1854"/>
                  </a:lnTo>
                  <a:lnTo>
                    <a:pt x="13053" y="2395"/>
                  </a:lnTo>
                  <a:lnTo>
                    <a:pt x="12782" y="2897"/>
                  </a:lnTo>
                  <a:lnTo>
                    <a:pt x="12473" y="3360"/>
                  </a:lnTo>
                  <a:lnTo>
                    <a:pt x="12126" y="3823"/>
                  </a:lnTo>
                  <a:lnTo>
                    <a:pt x="11778" y="4248"/>
                  </a:lnTo>
                  <a:lnTo>
                    <a:pt x="11547" y="4325"/>
                  </a:lnTo>
                  <a:lnTo>
                    <a:pt x="11585" y="4441"/>
                  </a:lnTo>
                  <a:lnTo>
                    <a:pt x="11547" y="4480"/>
                  </a:lnTo>
                  <a:lnTo>
                    <a:pt x="11392" y="4557"/>
                  </a:lnTo>
                  <a:lnTo>
                    <a:pt x="11469" y="4557"/>
                  </a:lnTo>
                  <a:lnTo>
                    <a:pt x="10967" y="5020"/>
                  </a:lnTo>
                  <a:lnTo>
                    <a:pt x="10427" y="5445"/>
                  </a:lnTo>
                  <a:lnTo>
                    <a:pt x="9539" y="6063"/>
                  </a:lnTo>
                  <a:lnTo>
                    <a:pt x="8612" y="6642"/>
                  </a:lnTo>
                  <a:lnTo>
                    <a:pt x="8149" y="6912"/>
                  </a:lnTo>
                  <a:lnTo>
                    <a:pt x="7647" y="7144"/>
                  </a:lnTo>
                  <a:lnTo>
                    <a:pt x="7145" y="7376"/>
                  </a:lnTo>
                  <a:lnTo>
                    <a:pt x="6643" y="7569"/>
                  </a:lnTo>
                  <a:lnTo>
                    <a:pt x="6604" y="7453"/>
                  </a:lnTo>
                  <a:lnTo>
                    <a:pt x="6411" y="7492"/>
                  </a:lnTo>
                  <a:lnTo>
                    <a:pt x="4905" y="6372"/>
                  </a:lnTo>
                  <a:lnTo>
                    <a:pt x="3322" y="5291"/>
                  </a:lnTo>
                  <a:lnTo>
                    <a:pt x="1739" y="4248"/>
                  </a:lnTo>
                  <a:lnTo>
                    <a:pt x="78" y="3321"/>
                  </a:lnTo>
                  <a:lnTo>
                    <a:pt x="1" y="3399"/>
                  </a:lnTo>
                  <a:lnTo>
                    <a:pt x="3051" y="5600"/>
                  </a:lnTo>
                  <a:lnTo>
                    <a:pt x="6141" y="7723"/>
                  </a:lnTo>
                  <a:lnTo>
                    <a:pt x="5639" y="7839"/>
                  </a:lnTo>
                  <a:lnTo>
                    <a:pt x="5175" y="7916"/>
                  </a:lnTo>
                  <a:lnTo>
                    <a:pt x="4673" y="7955"/>
                  </a:lnTo>
                  <a:lnTo>
                    <a:pt x="4210" y="7994"/>
                  </a:lnTo>
                  <a:lnTo>
                    <a:pt x="4094" y="7994"/>
                  </a:lnTo>
                  <a:lnTo>
                    <a:pt x="4055" y="8071"/>
                  </a:lnTo>
                  <a:lnTo>
                    <a:pt x="4248" y="8303"/>
                  </a:lnTo>
                  <a:lnTo>
                    <a:pt x="5098" y="8303"/>
                  </a:lnTo>
                  <a:lnTo>
                    <a:pt x="5523" y="8264"/>
                  </a:lnTo>
                  <a:lnTo>
                    <a:pt x="5948" y="8187"/>
                  </a:lnTo>
                  <a:lnTo>
                    <a:pt x="6372" y="8110"/>
                  </a:lnTo>
                  <a:lnTo>
                    <a:pt x="6797" y="7955"/>
                  </a:lnTo>
                  <a:lnTo>
                    <a:pt x="7647" y="7646"/>
                  </a:lnTo>
                  <a:lnTo>
                    <a:pt x="8458" y="7221"/>
                  </a:lnTo>
                  <a:lnTo>
                    <a:pt x="9230" y="6758"/>
                  </a:lnTo>
                  <a:lnTo>
                    <a:pt x="10002" y="6295"/>
                  </a:lnTo>
                  <a:lnTo>
                    <a:pt x="10659" y="5793"/>
                  </a:lnTo>
                  <a:lnTo>
                    <a:pt x="11315" y="5252"/>
                  </a:lnTo>
                  <a:lnTo>
                    <a:pt x="11933" y="4673"/>
                  </a:lnTo>
                  <a:lnTo>
                    <a:pt x="12512" y="4055"/>
                  </a:lnTo>
                  <a:lnTo>
                    <a:pt x="12975" y="3360"/>
                  </a:lnTo>
                  <a:lnTo>
                    <a:pt x="13207" y="3012"/>
                  </a:lnTo>
                  <a:lnTo>
                    <a:pt x="13400" y="2665"/>
                  </a:lnTo>
                  <a:lnTo>
                    <a:pt x="13555" y="2279"/>
                  </a:lnTo>
                  <a:lnTo>
                    <a:pt x="13709" y="1893"/>
                  </a:lnTo>
                  <a:lnTo>
                    <a:pt x="13864" y="1506"/>
                  </a:lnTo>
                  <a:lnTo>
                    <a:pt x="13941" y="1082"/>
                  </a:lnTo>
                  <a:lnTo>
                    <a:pt x="14018" y="657"/>
                  </a:lnTo>
                  <a:lnTo>
                    <a:pt x="14057" y="232"/>
                  </a:lnTo>
                  <a:lnTo>
                    <a:pt x="14018" y="116"/>
                  </a:lnTo>
                  <a:lnTo>
                    <a:pt x="13941" y="39"/>
                  </a:lnTo>
                  <a:lnTo>
                    <a:pt x="1394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8" name="Google Shape;3928;p17"/>
            <p:cNvSpPr/>
            <p:nvPr/>
          </p:nvSpPr>
          <p:spPr>
            <a:xfrm>
              <a:off x="6594125" y="2709300"/>
              <a:ext cx="66625" cy="99450"/>
            </a:xfrm>
            <a:custGeom>
              <a:avLst/>
              <a:gdLst/>
              <a:ahLst/>
              <a:cxnLst/>
              <a:rect l="l" t="t" r="r" b="b"/>
              <a:pathLst>
                <a:path w="2665" h="3978" extrusionOk="0">
                  <a:moveTo>
                    <a:pt x="850" y="0"/>
                  </a:moveTo>
                  <a:lnTo>
                    <a:pt x="502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1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0" y="2703"/>
                  </a:lnTo>
                  <a:lnTo>
                    <a:pt x="39" y="2935"/>
                  </a:lnTo>
                  <a:lnTo>
                    <a:pt x="78" y="3167"/>
                  </a:lnTo>
                  <a:lnTo>
                    <a:pt x="155" y="3398"/>
                  </a:lnTo>
                  <a:lnTo>
                    <a:pt x="309" y="3591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8" y="3939"/>
                  </a:lnTo>
                  <a:lnTo>
                    <a:pt x="1120" y="3977"/>
                  </a:lnTo>
                  <a:lnTo>
                    <a:pt x="1313" y="3900"/>
                  </a:lnTo>
                  <a:lnTo>
                    <a:pt x="1506" y="3823"/>
                  </a:lnTo>
                  <a:lnTo>
                    <a:pt x="1661" y="3669"/>
                  </a:lnTo>
                  <a:lnTo>
                    <a:pt x="1815" y="3514"/>
                  </a:lnTo>
                  <a:lnTo>
                    <a:pt x="1970" y="3282"/>
                  </a:lnTo>
                  <a:lnTo>
                    <a:pt x="2085" y="3051"/>
                  </a:lnTo>
                  <a:lnTo>
                    <a:pt x="2317" y="2549"/>
                  </a:lnTo>
                  <a:lnTo>
                    <a:pt x="2472" y="2008"/>
                  </a:lnTo>
                  <a:lnTo>
                    <a:pt x="2626" y="1467"/>
                  </a:lnTo>
                  <a:lnTo>
                    <a:pt x="2665" y="1043"/>
                  </a:lnTo>
                  <a:lnTo>
                    <a:pt x="2394" y="1004"/>
                  </a:lnTo>
                  <a:lnTo>
                    <a:pt x="2008" y="2008"/>
                  </a:lnTo>
                  <a:lnTo>
                    <a:pt x="1738" y="2665"/>
                  </a:lnTo>
                  <a:lnTo>
                    <a:pt x="1545" y="3012"/>
                  </a:lnTo>
                  <a:lnTo>
                    <a:pt x="1468" y="3205"/>
                  </a:lnTo>
                  <a:lnTo>
                    <a:pt x="1313" y="3282"/>
                  </a:lnTo>
                  <a:lnTo>
                    <a:pt x="1159" y="3282"/>
                  </a:lnTo>
                  <a:lnTo>
                    <a:pt x="966" y="3205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3"/>
                  </a:lnTo>
                  <a:lnTo>
                    <a:pt x="541" y="2356"/>
                  </a:lnTo>
                  <a:lnTo>
                    <a:pt x="580" y="2047"/>
                  </a:lnTo>
                  <a:lnTo>
                    <a:pt x="618" y="1622"/>
                  </a:lnTo>
                  <a:lnTo>
                    <a:pt x="734" y="1197"/>
                  </a:lnTo>
                  <a:lnTo>
                    <a:pt x="888" y="772"/>
                  </a:lnTo>
                  <a:lnTo>
                    <a:pt x="1043" y="348"/>
                  </a:lnTo>
                  <a:lnTo>
                    <a:pt x="1082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9" name="Google Shape;3929;p17"/>
            <p:cNvSpPr/>
            <p:nvPr/>
          </p:nvSpPr>
          <p:spPr>
            <a:xfrm>
              <a:off x="464975" y="2716050"/>
              <a:ext cx="126500" cy="69525"/>
            </a:xfrm>
            <a:custGeom>
              <a:avLst/>
              <a:gdLst/>
              <a:ahLst/>
              <a:cxnLst/>
              <a:rect l="l" t="t" r="r" b="b"/>
              <a:pathLst>
                <a:path w="5060" h="2781" extrusionOk="0">
                  <a:moveTo>
                    <a:pt x="4905" y="0"/>
                  </a:moveTo>
                  <a:lnTo>
                    <a:pt x="3823" y="618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395"/>
                  </a:lnTo>
                  <a:lnTo>
                    <a:pt x="39" y="2472"/>
                  </a:lnTo>
                  <a:lnTo>
                    <a:pt x="0" y="2588"/>
                  </a:lnTo>
                  <a:lnTo>
                    <a:pt x="39" y="2665"/>
                  </a:lnTo>
                  <a:lnTo>
                    <a:pt x="116" y="2742"/>
                  </a:lnTo>
                  <a:lnTo>
                    <a:pt x="387" y="2781"/>
                  </a:lnTo>
                  <a:lnTo>
                    <a:pt x="1082" y="2588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2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0" name="Google Shape;3930;p17"/>
            <p:cNvSpPr/>
            <p:nvPr/>
          </p:nvSpPr>
          <p:spPr>
            <a:xfrm>
              <a:off x="2488400" y="2725700"/>
              <a:ext cx="48275" cy="165100"/>
            </a:xfrm>
            <a:custGeom>
              <a:avLst/>
              <a:gdLst/>
              <a:ahLst/>
              <a:cxnLst/>
              <a:rect l="l" t="t" r="r" b="b"/>
              <a:pathLst>
                <a:path w="1931" h="6604" extrusionOk="0">
                  <a:moveTo>
                    <a:pt x="271" y="1"/>
                  </a:moveTo>
                  <a:lnTo>
                    <a:pt x="193" y="39"/>
                  </a:lnTo>
                  <a:lnTo>
                    <a:pt x="155" y="39"/>
                  </a:lnTo>
                  <a:lnTo>
                    <a:pt x="0" y="155"/>
                  </a:lnTo>
                  <a:lnTo>
                    <a:pt x="0" y="194"/>
                  </a:lnTo>
                  <a:lnTo>
                    <a:pt x="348" y="1815"/>
                  </a:lnTo>
                  <a:lnTo>
                    <a:pt x="773" y="3437"/>
                  </a:lnTo>
                  <a:lnTo>
                    <a:pt x="1236" y="5021"/>
                  </a:lnTo>
                  <a:lnTo>
                    <a:pt x="1738" y="6604"/>
                  </a:lnTo>
                  <a:lnTo>
                    <a:pt x="1931" y="6565"/>
                  </a:lnTo>
                  <a:lnTo>
                    <a:pt x="1622" y="4982"/>
                  </a:lnTo>
                  <a:lnTo>
                    <a:pt x="1236" y="3360"/>
                  </a:lnTo>
                  <a:lnTo>
                    <a:pt x="773" y="1777"/>
                  </a:lnTo>
                  <a:lnTo>
                    <a:pt x="271" y="194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1" name="Google Shape;3931;p17"/>
            <p:cNvSpPr/>
            <p:nvPr/>
          </p:nvSpPr>
          <p:spPr>
            <a:xfrm>
              <a:off x="2495150" y="2725700"/>
              <a:ext cx="165100" cy="91725"/>
            </a:xfrm>
            <a:custGeom>
              <a:avLst/>
              <a:gdLst/>
              <a:ahLst/>
              <a:cxnLst/>
              <a:rect l="l" t="t" r="r" b="b"/>
              <a:pathLst>
                <a:path w="6604" h="3669" extrusionOk="0">
                  <a:moveTo>
                    <a:pt x="116" y="1"/>
                  </a:moveTo>
                  <a:lnTo>
                    <a:pt x="1" y="194"/>
                  </a:lnTo>
                  <a:lnTo>
                    <a:pt x="1622" y="1043"/>
                  </a:lnTo>
                  <a:lnTo>
                    <a:pt x="3244" y="1893"/>
                  </a:lnTo>
                  <a:lnTo>
                    <a:pt x="4017" y="2356"/>
                  </a:lnTo>
                  <a:lnTo>
                    <a:pt x="4827" y="2819"/>
                  </a:lnTo>
                  <a:lnTo>
                    <a:pt x="5638" y="3283"/>
                  </a:lnTo>
                  <a:lnTo>
                    <a:pt x="6024" y="3476"/>
                  </a:lnTo>
                  <a:lnTo>
                    <a:pt x="6449" y="3669"/>
                  </a:lnTo>
                  <a:lnTo>
                    <a:pt x="6604" y="3592"/>
                  </a:lnTo>
                  <a:lnTo>
                    <a:pt x="6604" y="3515"/>
                  </a:lnTo>
                  <a:lnTo>
                    <a:pt x="6565" y="3437"/>
                  </a:lnTo>
                  <a:lnTo>
                    <a:pt x="6218" y="3167"/>
                  </a:lnTo>
                  <a:lnTo>
                    <a:pt x="5870" y="2935"/>
                  </a:lnTo>
                  <a:lnTo>
                    <a:pt x="5098" y="2472"/>
                  </a:lnTo>
                  <a:lnTo>
                    <a:pt x="3515" y="1622"/>
                  </a:lnTo>
                  <a:lnTo>
                    <a:pt x="1815" y="773"/>
                  </a:lnTo>
                  <a:lnTo>
                    <a:pt x="966" y="387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2" name="Google Shape;3932;p17"/>
            <p:cNvSpPr/>
            <p:nvPr/>
          </p:nvSpPr>
          <p:spPr>
            <a:xfrm>
              <a:off x="4212550" y="2732450"/>
              <a:ext cx="315700" cy="477900"/>
            </a:xfrm>
            <a:custGeom>
              <a:avLst/>
              <a:gdLst/>
              <a:ahLst/>
              <a:cxnLst/>
              <a:rect l="l" t="t" r="r" b="b"/>
              <a:pathLst>
                <a:path w="12628" h="19116" extrusionOk="0">
                  <a:moveTo>
                    <a:pt x="1004" y="619"/>
                  </a:moveTo>
                  <a:lnTo>
                    <a:pt x="1661" y="850"/>
                  </a:lnTo>
                  <a:lnTo>
                    <a:pt x="2317" y="1121"/>
                  </a:lnTo>
                  <a:lnTo>
                    <a:pt x="2742" y="1352"/>
                  </a:lnTo>
                  <a:lnTo>
                    <a:pt x="3167" y="1584"/>
                  </a:lnTo>
                  <a:lnTo>
                    <a:pt x="3321" y="1700"/>
                  </a:lnTo>
                  <a:lnTo>
                    <a:pt x="3476" y="1854"/>
                  </a:lnTo>
                  <a:lnTo>
                    <a:pt x="3669" y="2125"/>
                  </a:lnTo>
                  <a:lnTo>
                    <a:pt x="3862" y="2472"/>
                  </a:lnTo>
                  <a:lnTo>
                    <a:pt x="4016" y="2820"/>
                  </a:lnTo>
                  <a:lnTo>
                    <a:pt x="5677" y="6797"/>
                  </a:lnTo>
                  <a:lnTo>
                    <a:pt x="9075" y="15022"/>
                  </a:lnTo>
                  <a:lnTo>
                    <a:pt x="9152" y="15099"/>
                  </a:lnTo>
                  <a:lnTo>
                    <a:pt x="9191" y="15138"/>
                  </a:lnTo>
                  <a:lnTo>
                    <a:pt x="9345" y="15138"/>
                  </a:lnTo>
                  <a:lnTo>
                    <a:pt x="8920" y="15370"/>
                  </a:lnTo>
                  <a:lnTo>
                    <a:pt x="7955" y="13516"/>
                  </a:lnTo>
                  <a:lnTo>
                    <a:pt x="6990" y="11663"/>
                  </a:lnTo>
                  <a:lnTo>
                    <a:pt x="5020" y="7956"/>
                  </a:lnTo>
                  <a:lnTo>
                    <a:pt x="3012" y="4287"/>
                  </a:lnTo>
                  <a:lnTo>
                    <a:pt x="1004" y="619"/>
                  </a:lnTo>
                  <a:close/>
                  <a:moveTo>
                    <a:pt x="657" y="503"/>
                  </a:moveTo>
                  <a:lnTo>
                    <a:pt x="657" y="541"/>
                  </a:lnTo>
                  <a:lnTo>
                    <a:pt x="4673" y="8033"/>
                  </a:lnTo>
                  <a:lnTo>
                    <a:pt x="6719" y="11740"/>
                  </a:lnTo>
                  <a:lnTo>
                    <a:pt x="7762" y="13593"/>
                  </a:lnTo>
                  <a:lnTo>
                    <a:pt x="8805" y="15447"/>
                  </a:lnTo>
                  <a:lnTo>
                    <a:pt x="8650" y="15524"/>
                  </a:lnTo>
                  <a:lnTo>
                    <a:pt x="7414" y="13748"/>
                  </a:lnTo>
                  <a:lnTo>
                    <a:pt x="6179" y="12010"/>
                  </a:lnTo>
                  <a:lnTo>
                    <a:pt x="3592" y="8535"/>
                  </a:lnTo>
                  <a:lnTo>
                    <a:pt x="2317" y="6758"/>
                  </a:lnTo>
                  <a:lnTo>
                    <a:pt x="1004" y="4944"/>
                  </a:lnTo>
                  <a:lnTo>
                    <a:pt x="850" y="4712"/>
                  </a:lnTo>
                  <a:lnTo>
                    <a:pt x="734" y="4480"/>
                  </a:lnTo>
                  <a:lnTo>
                    <a:pt x="618" y="4210"/>
                  </a:lnTo>
                  <a:lnTo>
                    <a:pt x="541" y="3940"/>
                  </a:lnTo>
                  <a:lnTo>
                    <a:pt x="464" y="3399"/>
                  </a:lnTo>
                  <a:lnTo>
                    <a:pt x="425" y="2820"/>
                  </a:lnTo>
                  <a:lnTo>
                    <a:pt x="464" y="2241"/>
                  </a:lnTo>
                  <a:lnTo>
                    <a:pt x="502" y="1661"/>
                  </a:lnTo>
                  <a:lnTo>
                    <a:pt x="657" y="503"/>
                  </a:lnTo>
                  <a:close/>
                  <a:moveTo>
                    <a:pt x="11508" y="12280"/>
                  </a:moveTo>
                  <a:lnTo>
                    <a:pt x="11662" y="12358"/>
                  </a:lnTo>
                  <a:lnTo>
                    <a:pt x="11817" y="12435"/>
                  </a:lnTo>
                  <a:lnTo>
                    <a:pt x="12164" y="12860"/>
                  </a:lnTo>
                  <a:lnTo>
                    <a:pt x="12241" y="13053"/>
                  </a:lnTo>
                  <a:lnTo>
                    <a:pt x="12280" y="13246"/>
                  </a:lnTo>
                  <a:lnTo>
                    <a:pt x="12241" y="13439"/>
                  </a:lnTo>
                  <a:lnTo>
                    <a:pt x="12203" y="13632"/>
                  </a:lnTo>
                  <a:lnTo>
                    <a:pt x="12048" y="14018"/>
                  </a:lnTo>
                  <a:lnTo>
                    <a:pt x="11855" y="14366"/>
                  </a:lnTo>
                  <a:lnTo>
                    <a:pt x="11508" y="14790"/>
                  </a:lnTo>
                  <a:lnTo>
                    <a:pt x="11121" y="15176"/>
                  </a:lnTo>
                  <a:lnTo>
                    <a:pt x="10697" y="15524"/>
                  </a:lnTo>
                  <a:lnTo>
                    <a:pt x="10272" y="15872"/>
                  </a:lnTo>
                  <a:lnTo>
                    <a:pt x="10156" y="15872"/>
                  </a:lnTo>
                  <a:lnTo>
                    <a:pt x="10118" y="15987"/>
                  </a:lnTo>
                  <a:lnTo>
                    <a:pt x="9770" y="16180"/>
                  </a:lnTo>
                  <a:lnTo>
                    <a:pt x="9114" y="16605"/>
                  </a:lnTo>
                  <a:lnTo>
                    <a:pt x="8457" y="16953"/>
                  </a:lnTo>
                  <a:lnTo>
                    <a:pt x="7723" y="17262"/>
                  </a:lnTo>
                  <a:lnTo>
                    <a:pt x="6990" y="17493"/>
                  </a:lnTo>
                  <a:lnTo>
                    <a:pt x="6642" y="17609"/>
                  </a:lnTo>
                  <a:lnTo>
                    <a:pt x="6295" y="17648"/>
                  </a:lnTo>
                  <a:lnTo>
                    <a:pt x="5754" y="17648"/>
                  </a:lnTo>
                  <a:lnTo>
                    <a:pt x="5561" y="17571"/>
                  </a:lnTo>
                  <a:lnTo>
                    <a:pt x="5445" y="17493"/>
                  </a:lnTo>
                  <a:lnTo>
                    <a:pt x="5329" y="17416"/>
                  </a:lnTo>
                  <a:lnTo>
                    <a:pt x="5098" y="17184"/>
                  </a:lnTo>
                  <a:lnTo>
                    <a:pt x="4982" y="16876"/>
                  </a:lnTo>
                  <a:lnTo>
                    <a:pt x="4904" y="16605"/>
                  </a:lnTo>
                  <a:lnTo>
                    <a:pt x="4943" y="16412"/>
                  </a:lnTo>
                  <a:lnTo>
                    <a:pt x="4982" y="16219"/>
                  </a:lnTo>
                  <a:lnTo>
                    <a:pt x="5059" y="16065"/>
                  </a:lnTo>
                  <a:lnTo>
                    <a:pt x="5175" y="15949"/>
                  </a:lnTo>
                  <a:lnTo>
                    <a:pt x="5291" y="15833"/>
                  </a:lnTo>
                  <a:lnTo>
                    <a:pt x="5406" y="15756"/>
                  </a:lnTo>
                  <a:lnTo>
                    <a:pt x="5522" y="15717"/>
                  </a:lnTo>
                  <a:lnTo>
                    <a:pt x="5638" y="15756"/>
                  </a:lnTo>
                  <a:lnTo>
                    <a:pt x="5793" y="15833"/>
                  </a:lnTo>
                  <a:lnTo>
                    <a:pt x="5947" y="15949"/>
                  </a:lnTo>
                  <a:lnTo>
                    <a:pt x="6063" y="16142"/>
                  </a:lnTo>
                  <a:lnTo>
                    <a:pt x="6256" y="16374"/>
                  </a:lnTo>
                  <a:lnTo>
                    <a:pt x="6102" y="16412"/>
                  </a:lnTo>
                  <a:lnTo>
                    <a:pt x="6024" y="16451"/>
                  </a:lnTo>
                  <a:lnTo>
                    <a:pt x="6024" y="16567"/>
                  </a:lnTo>
                  <a:lnTo>
                    <a:pt x="6063" y="16644"/>
                  </a:lnTo>
                  <a:lnTo>
                    <a:pt x="6140" y="16644"/>
                  </a:lnTo>
                  <a:lnTo>
                    <a:pt x="6912" y="16567"/>
                  </a:lnTo>
                  <a:lnTo>
                    <a:pt x="7685" y="16374"/>
                  </a:lnTo>
                  <a:lnTo>
                    <a:pt x="8496" y="16065"/>
                  </a:lnTo>
                  <a:lnTo>
                    <a:pt x="9229" y="15717"/>
                  </a:lnTo>
                  <a:lnTo>
                    <a:pt x="9616" y="15485"/>
                  </a:lnTo>
                  <a:lnTo>
                    <a:pt x="9963" y="15254"/>
                  </a:lnTo>
                  <a:lnTo>
                    <a:pt x="10272" y="15022"/>
                  </a:lnTo>
                  <a:lnTo>
                    <a:pt x="10581" y="14752"/>
                  </a:lnTo>
                  <a:lnTo>
                    <a:pt x="10890" y="14481"/>
                  </a:lnTo>
                  <a:lnTo>
                    <a:pt x="11121" y="14173"/>
                  </a:lnTo>
                  <a:lnTo>
                    <a:pt x="11353" y="13825"/>
                  </a:lnTo>
                  <a:lnTo>
                    <a:pt x="11546" y="13516"/>
                  </a:lnTo>
                  <a:lnTo>
                    <a:pt x="11546" y="13439"/>
                  </a:lnTo>
                  <a:lnTo>
                    <a:pt x="11546" y="13362"/>
                  </a:lnTo>
                  <a:lnTo>
                    <a:pt x="11508" y="13284"/>
                  </a:lnTo>
                  <a:lnTo>
                    <a:pt x="11430" y="13246"/>
                  </a:lnTo>
                  <a:lnTo>
                    <a:pt x="11237" y="13246"/>
                  </a:lnTo>
                  <a:lnTo>
                    <a:pt x="11160" y="13323"/>
                  </a:lnTo>
                  <a:lnTo>
                    <a:pt x="10967" y="13671"/>
                  </a:lnTo>
                  <a:lnTo>
                    <a:pt x="10774" y="13555"/>
                  </a:lnTo>
                  <a:lnTo>
                    <a:pt x="10658" y="13439"/>
                  </a:lnTo>
                  <a:lnTo>
                    <a:pt x="10619" y="13284"/>
                  </a:lnTo>
                  <a:lnTo>
                    <a:pt x="10581" y="13169"/>
                  </a:lnTo>
                  <a:lnTo>
                    <a:pt x="10619" y="13014"/>
                  </a:lnTo>
                  <a:lnTo>
                    <a:pt x="10658" y="12860"/>
                  </a:lnTo>
                  <a:lnTo>
                    <a:pt x="10851" y="12628"/>
                  </a:lnTo>
                  <a:lnTo>
                    <a:pt x="10928" y="12473"/>
                  </a:lnTo>
                  <a:lnTo>
                    <a:pt x="11044" y="12358"/>
                  </a:lnTo>
                  <a:lnTo>
                    <a:pt x="11121" y="12319"/>
                  </a:lnTo>
                  <a:lnTo>
                    <a:pt x="11237" y="12280"/>
                  </a:lnTo>
                  <a:close/>
                  <a:moveTo>
                    <a:pt x="425" y="1"/>
                  </a:moveTo>
                  <a:lnTo>
                    <a:pt x="348" y="40"/>
                  </a:lnTo>
                  <a:lnTo>
                    <a:pt x="271" y="117"/>
                  </a:lnTo>
                  <a:lnTo>
                    <a:pt x="232" y="194"/>
                  </a:lnTo>
                  <a:lnTo>
                    <a:pt x="78" y="2588"/>
                  </a:lnTo>
                  <a:lnTo>
                    <a:pt x="39" y="3013"/>
                  </a:lnTo>
                  <a:lnTo>
                    <a:pt x="0" y="3476"/>
                  </a:lnTo>
                  <a:lnTo>
                    <a:pt x="39" y="3901"/>
                  </a:lnTo>
                  <a:lnTo>
                    <a:pt x="116" y="4326"/>
                  </a:lnTo>
                  <a:lnTo>
                    <a:pt x="232" y="4519"/>
                  </a:lnTo>
                  <a:lnTo>
                    <a:pt x="348" y="4751"/>
                  </a:lnTo>
                  <a:lnTo>
                    <a:pt x="618" y="5175"/>
                  </a:lnTo>
                  <a:lnTo>
                    <a:pt x="1236" y="5986"/>
                  </a:lnTo>
                  <a:lnTo>
                    <a:pt x="2665" y="7956"/>
                  </a:lnTo>
                  <a:lnTo>
                    <a:pt x="5445" y="11817"/>
                  </a:lnTo>
                  <a:lnTo>
                    <a:pt x="6874" y="13748"/>
                  </a:lnTo>
                  <a:lnTo>
                    <a:pt x="8341" y="15640"/>
                  </a:lnTo>
                  <a:lnTo>
                    <a:pt x="7492" y="15987"/>
                  </a:lnTo>
                  <a:lnTo>
                    <a:pt x="6642" y="16258"/>
                  </a:lnTo>
                  <a:lnTo>
                    <a:pt x="6681" y="16103"/>
                  </a:lnTo>
                  <a:lnTo>
                    <a:pt x="6681" y="15949"/>
                  </a:lnTo>
                  <a:lnTo>
                    <a:pt x="6642" y="15756"/>
                  </a:lnTo>
                  <a:lnTo>
                    <a:pt x="6565" y="15640"/>
                  </a:lnTo>
                  <a:lnTo>
                    <a:pt x="6488" y="15485"/>
                  </a:lnTo>
                  <a:lnTo>
                    <a:pt x="6333" y="15370"/>
                  </a:lnTo>
                  <a:lnTo>
                    <a:pt x="6179" y="15292"/>
                  </a:lnTo>
                  <a:lnTo>
                    <a:pt x="6024" y="15254"/>
                  </a:lnTo>
                  <a:lnTo>
                    <a:pt x="5715" y="15254"/>
                  </a:lnTo>
                  <a:lnTo>
                    <a:pt x="5484" y="15292"/>
                  </a:lnTo>
                  <a:lnTo>
                    <a:pt x="5213" y="15408"/>
                  </a:lnTo>
                  <a:lnTo>
                    <a:pt x="5020" y="15601"/>
                  </a:lnTo>
                  <a:lnTo>
                    <a:pt x="4827" y="15794"/>
                  </a:lnTo>
                  <a:lnTo>
                    <a:pt x="4711" y="16026"/>
                  </a:lnTo>
                  <a:lnTo>
                    <a:pt x="4596" y="16296"/>
                  </a:lnTo>
                  <a:lnTo>
                    <a:pt x="4596" y="16567"/>
                  </a:lnTo>
                  <a:lnTo>
                    <a:pt x="4634" y="16991"/>
                  </a:lnTo>
                  <a:lnTo>
                    <a:pt x="4750" y="17300"/>
                  </a:lnTo>
                  <a:lnTo>
                    <a:pt x="4904" y="17532"/>
                  </a:lnTo>
                  <a:lnTo>
                    <a:pt x="5098" y="17725"/>
                  </a:lnTo>
                  <a:lnTo>
                    <a:pt x="5368" y="17841"/>
                  </a:lnTo>
                  <a:lnTo>
                    <a:pt x="5677" y="17918"/>
                  </a:lnTo>
                  <a:lnTo>
                    <a:pt x="6024" y="17957"/>
                  </a:lnTo>
                  <a:lnTo>
                    <a:pt x="6372" y="17918"/>
                  </a:lnTo>
                  <a:lnTo>
                    <a:pt x="6719" y="17841"/>
                  </a:lnTo>
                  <a:lnTo>
                    <a:pt x="7106" y="17764"/>
                  </a:lnTo>
                  <a:lnTo>
                    <a:pt x="7878" y="17532"/>
                  </a:lnTo>
                  <a:lnTo>
                    <a:pt x="8573" y="17223"/>
                  </a:lnTo>
                  <a:lnTo>
                    <a:pt x="9152" y="16953"/>
                  </a:lnTo>
                  <a:lnTo>
                    <a:pt x="9229" y="16876"/>
                  </a:lnTo>
                  <a:lnTo>
                    <a:pt x="9461" y="16760"/>
                  </a:lnTo>
                  <a:lnTo>
                    <a:pt x="10233" y="16258"/>
                  </a:lnTo>
                  <a:lnTo>
                    <a:pt x="10813" y="17107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5"/>
                  </a:lnTo>
                  <a:lnTo>
                    <a:pt x="12280" y="19038"/>
                  </a:lnTo>
                  <a:lnTo>
                    <a:pt x="12203" y="18884"/>
                  </a:lnTo>
                  <a:lnTo>
                    <a:pt x="11817" y="18150"/>
                  </a:lnTo>
                  <a:lnTo>
                    <a:pt x="11392" y="17455"/>
                  </a:lnTo>
                  <a:lnTo>
                    <a:pt x="10928" y="16760"/>
                  </a:lnTo>
                  <a:lnTo>
                    <a:pt x="10465" y="16103"/>
                  </a:lnTo>
                  <a:lnTo>
                    <a:pt x="10967" y="15717"/>
                  </a:lnTo>
                  <a:lnTo>
                    <a:pt x="11469" y="15254"/>
                  </a:lnTo>
                  <a:lnTo>
                    <a:pt x="11894" y="14790"/>
                  </a:lnTo>
                  <a:lnTo>
                    <a:pt x="12125" y="14559"/>
                  </a:lnTo>
                  <a:lnTo>
                    <a:pt x="12280" y="14288"/>
                  </a:lnTo>
                  <a:lnTo>
                    <a:pt x="12434" y="14057"/>
                  </a:lnTo>
                  <a:lnTo>
                    <a:pt x="12512" y="13786"/>
                  </a:lnTo>
                  <a:lnTo>
                    <a:pt x="12589" y="13555"/>
                  </a:lnTo>
                  <a:lnTo>
                    <a:pt x="12627" y="13284"/>
                  </a:lnTo>
                  <a:lnTo>
                    <a:pt x="12589" y="13053"/>
                  </a:lnTo>
                  <a:lnTo>
                    <a:pt x="12512" y="12821"/>
                  </a:lnTo>
                  <a:lnTo>
                    <a:pt x="12357" y="12589"/>
                  </a:lnTo>
                  <a:lnTo>
                    <a:pt x="12164" y="12358"/>
                  </a:lnTo>
                  <a:lnTo>
                    <a:pt x="11971" y="12203"/>
                  </a:lnTo>
                  <a:lnTo>
                    <a:pt x="11739" y="12087"/>
                  </a:lnTo>
                  <a:lnTo>
                    <a:pt x="11469" y="12010"/>
                  </a:lnTo>
                  <a:lnTo>
                    <a:pt x="11237" y="12010"/>
                  </a:lnTo>
                  <a:lnTo>
                    <a:pt x="10967" y="12049"/>
                  </a:lnTo>
                  <a:lnTo>
                    <a:pt x="10735" y="12126"/>
                  </a:lnTo>
                  <a:lnTo>
                    <a:pt x="10542" y="12280"/>
                  </a:lnTo>
                  <a:lnTo>
                    <a:pt x="10388" y="12512"/>
                  </a:lnTo>
                  <a:lnTo>
                    <a:pt x="10311" y="12705"/>
                  </a:lnTo>
                  <a:lnTo>
                    <a:pt x="10272" y="12898"/>
                  </a:lnTo>
                  <a:lnTo>
                    <a:pt x="10272" y="13091"/>
                  </a:lnTo>
                  <a:lnTo>
                    <a:pt x="10311" y="13284"/>
                  </a:lnTo>
                  <a:lnTo>
                    <a:pt x="10388" y="13477"/>
                  </a:lnTo>
                  <a:lnTo>
                    <a:pt x="10504" y="13632"/>
                  </a:lnTo>
                  <a:lnTo>
                    <a:pt x="10619" y="13786"/>
                  </a:lnTo>
                  <a:lnTo>
                    <a:pt x="10813" y="13902"/>
                  </a:lnTo>
                  <a:lnTo>
                    <a:pt x="10504" y="14250"/>
                  </a:lnTo>
                  <a:lnTo>
                    <a:pt x="10156" y="14597"/>
                  </a:lnTo>
                  <a:lnTo>
                    <a:pt x="9770" y="14868"/>
                  </a:lnTo>
                  <a:lnTo>
                    <a:pt x="9430" y="15084"/>
                  </a:lnTo>
                  <a:lnTo>
                    <a:pt x="9461" y="15022"/>
                  </a:lnTo>
                  <a:lnTo>
                    <a:pt x="9500" y="14945"/>
                  </a:lnTo>
                  <a:lnTo>
                    <a:pt x="9461" y="14829"/>
                  </a:lnTo>
                  <a:lnTo>
                    <a:pt x="5715" y="5754"/>
                  </a:lnTo>
                  <a:lnTo>
                    <a:pt x="4789" y="3476"/>
                  </a:lnTo>
                  <a:lnTo>
                    <a:pt x="4364" y="2472"/>
                  </a:lnTo>
                  <a:lnTo>
                    <a:pt x="4132" y="1970"/>
                  </a:lnTo>
                  <a:lnTo>
                    <a:pt x="3978" y="1739"/>
                  </a:lnTo>
                  <a:lnTo>
                    <a:pt x="3823" y="1545"/>
                  </a:lnTo>
                  <a:lnTo>
                    <a:pt x="3514" y="1237"/>
                  </a:lnTo>
                  <a:lnTo>
                    <a:pt x="3128" y="966"/>
                  </a:lnTo>
                  <a:lnTo>
                    <a:pt x="2742" y="773"/>
                  </a:lnTo>
                  <a:lnTo>
                    <a:pt x="2279" y="541"/>
                  </a:lnTo>
                  <a:lnTo>
                    <a:pt x="1815" y="387"/>
                  </a:lnTo>
                  <a:lnTo>
                    <a:pt x="1391" y="233"/>
                  </a:lnTo>
                  <a:lnTo>
                    <a:pt x="54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3" name="Google Shape;3933;p17"/>
            <p:cNvSpPr/>
            <p:nvPr/>
          </p:nvSpPr>
          <p:spPr>
            <a:xfrm>
              <a:off x="3419975" y="2751775"/>
              <a:ext cx="68575" cy="77250"/>
            </a:xfrm>
            <a:custGeom>
              <a:avLst/>
              <a:gdLst/>
              <a:ahLst/>
              <a:cxnLst/>
              <a:rect l="l" t="t" r="r" b="b"/>
              <a:pathLst>
                <a:path w="2743" h="3090" extrusionOk="0">
                  <a:moveTo>
                    <a:pt x="1198" y="464"/>
                  </a:moveTo>
                  <a:lnTo>
                    <a:pt x="1429" y="502"/>
                  </a:lnTo>
                  <a:lnTo>
                    <a:pt x="1700" y="618"/>
                  </a:lnTo>
                  <a:lnTo>
                    <a:pt x="1893" y="772"/>
                  </a:lnTo>
                  <a:lnTo>
                    <a:pt x="2047" y="966"/>
                  </a:lnTo>
                  <a:lnTo>
                    <a:pt x="2163" y="1159"/>
                  </a:lnTo>
                  <a:lnTo>
                    <a:pt x="2240" y="1352"/>
                  </a:lnTo>
                  <a:lnTo>
                    <a:pt x="2356" y="1738"/>
                  </a:lnTo>
                  <a:lnTo>
                    <a:pt x="2395" y="2163"/>
                  </a:lnTo>
                  <a:lnTo>
                    <a:pt x="2395" y="2587"/>
                  </a:lnTo>
                  <a:lnTo>
                    <a:pt x="2240" y="2433"/>
                  </a:lnTo>
                  <a:lnTo>
                    <a:pt x="2047" y="2278"/>
                  </a:lnTo>
                  <a:lnTo>
                    <a:pt x="1661" y="2085"/>
                  </a:lnTo>
                  <a:lnTo>
                    <a:pt x="1275" y="1931"/>
                  </a:lnTo>
                  <a:lnTo>
                    <a:pt x="1043" y="1815"/>
                  </a:lnTo>
                  <a:lnTo>
                    <a:pt x="850" y="1699"/>
                  </a:lnTo>
                  <a:lnTo>
                    <a:pt x="657" y="1545"/>
                  </a:lnTo>
                  <a:lnTo>
                    <a:pt x="503" y="1390"/>
                  </a:lnTo>
                  <a:lnTo>
                    <a:pt x="425" y="1197"/>
                  </a:lnTo>
                  <a:lnTo>
                    <a:pt x="425" y="1081"/>
                  </a:lnTo>
                  <a:lnTo>
                    <a:pt x="425" y="966"/>
                  </a:lnTo>
                  <a:lnTo>
                    <a:pt x="503" y="811"/>
                  </a:lnTo>
                  <a:lnTo>
                    <a:pt x="541" y="695"/>
                  </a:lnTo>
                  <a:lnTo>
                    <a:pt x="618" y="618"/>
                  </a:lnTo>
                  <a:lnTo>
                    <a:pt x="734" y="541"/>
                  </a:lnTo>
                  <a:lnTo>
                    <a:pt x="850" y="464"/>
                  </a:lnTo>
                  <a:close/>
                  <a:moveTo>
                    <a:pt x="1043" y="0"/>
                  </a:moveTo>
                  <a:lnTo>
                    <a:pt x="812" y="77"/>
                  </a:lnTo>
                  <a:lnTo>
                    <a:pt x="580" y="155"/>
                  </a:lnTo>
                  <a:lnTo>
                    <a:pt x="387" y="309"/>
                  </a:lnTo>
                  <a:lnTo>
                    <a:pt x="232" y="464"/>
                  </a:lnTo>
                  <a:lnTo>
                    <a:pt x="116" y="618"/>
                  </a:lnTo>
                  <a:lnTo>
                    <a:pt x="39" y="811"/>
                  </a:lnTo>
                  <a:lnTo>
                    <a:pt x="1" y="1043"/>
                  </a:lnTo>
                  <a:lnTo>
                    <a:pt x="39" y="1236"/>
                  </a:lnTo>
                  <a:lnTo>
                    <a:pt x="78" y="1468"/>
                  </a:lnTo>
                  <a:lnTo>
                    <a:pt x="194" y="1661"/>
                  </a:lnTo>
                  <a:lnTo>
                    <a:pt x="387" y="1892"/>
                  </a:lnTo>
                  <a:lnTo>
                    <a:pt x="657" y="2085"/>
                  </a:lnTo>
                  <a:lnTo>
                    <a:pt x="927" y="2201"/>
                  </a:lnTo>
                  <a:lnTo>
                    <a:pt x="1236" y="2317"/>
                  </a:lnTo>
                  <a:lnTo>
                    <a:pt x="1507" y="2433"/>
                  </a:lnTo>
                  <a:lnTo>
                    <a:pt x="1777" y="2587"/>
                  </a:lnTo>
                  <a:lnTo>
                    <a:pt x="2009" y="2780"/>
                  </a:lnTo>
                  <a:lnTo>
                    <a:pt x="2240" y="3012"/>
                  </a:lnTo>
                  <a:lnTo>
                    <a:pt x="2317" y="3051"/>
                  </a:lnTo>
                  <a:lnTo>
                    <a:pt x="2395" y="3089"/>
                  </a:lnTo>
                  <a:lnTo>
                    <a:pt x="2472" y="3051"/>
                  </a:lnTo>
                  <a:lnTo>
                    <a:pt x="2549" y="3012"/>
                  </a:lnTo>
                  <a:lnTo>
                    <a:pt x="2588" y="3012"/>
                  </a:lnTo>
                  <a:lnTo>
                    <a:pt x="2626" y="2935"/>
                  </a:lnTo>
                  <a:lnTo>
                    <a:pt x="2704" y="2356"/>
                  </a:lnTo>
                  <a:lnTo>
                    <a:pt x="2742" y="2047"/>
                  </a:lnTo>
                  <a:lnTo>
                    <a:pt x="2704" y="1738"/>
                  </a:lnTo>
                  <a:lnTo>
                    <a:pt x="2665" y="1429"/>
                  </a:lnTo>
                  <a:lnTo>
                    <a:pt x="2588" y="1159"/>
                  </a:lnTo>
                  <a:lnTo>
                    <a:pt x="2472" y="888"/>
                  </a:lnTo>
                  <a:lnTo>
                    <a:pt x="2317" y="618"/>
                  </a:lnTo>
                  <a:lnTo>
                    <a:pt x="2124" y="425"/>
                  </a:lnTo>
                  <a:lnTo>
                    <a:pt x="1931" y="270"/>
                  </a:lnTo>
                  <a:lnTo>
                    <a:pt x="1738" y="155"/>
                  </a:lnTo>
                  <a:lnTo>
                    <a:pt x="1507" y="77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4" name="Google Shape;3934;p17"/>
            <p:cNvSpPr/>
            <p:nvPr/>
          </p:nvSpPr>
          <p:spPr>
            <a:xfrm>
              <a:off x="408025" y="2759500"/>
              <a:ext cx="66625" cy="99450"/>
            </a:xfrm>
            <a:custGeom>
              <a:avLst/>
              <a:gdLst/>
              <a:ahLst/>
              <a:cxnLst/>
              <a:rect l="l" t="t" r="r" b="b"/>
              <a:pathLst>
                <a:path w="2665" h="3978" extrusionOk="0">
                  <a:moveTo>
                    <a:pt x="850" y="0"/>
                  </a:moveTo>
                  <a:lnTo>
                    <a:pt x="502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1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0" y="2703"/>
                  </a:lnTo>
                  <a:lnTo>
                    <a:pt x="39" y="2935"/>
                  </a:lnTo>
                  <a:lnTo>
                    <a:pt x="77" y="3167"/>
                  </a:lnTo>
                  <a:lnTo>
                    <a:pt x="155" y="3398"/>
                  </a:lnTo>
                  <a:lnTo>
                    <a:pt x="309" y="3591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8" y="3939"/>
                  </a:lnTo>
                  <a:lnTo>
                    <a:pt x="1120" y="3977"/>
                  </a:lnTo>
                  <a:lnTo>
                    <a:pt x="1313" y="3900"/>
                  </a:lnTo>
                  <a:lnTo>
                    <a:pt x="1506" y="3823"/>
                  </a:lnTo>
                  <a:lnTo>
                    <a:pt x="1661" y="3669"/>
                  </a:lnTo>
                  <a:lnTo>
                    <a:pt x="1815" y="3514"/>
                  </a:lnTo>
                  <a:lnTo>
                    <a:pt x="1970" y="3282"/>
                  </a:lnTo>
                  <a:lnTo>
                    <a:pt x="2085" y="3051"/>
                  </a:lnTo>
                  <a:lnTo>
                    <a:pt x="2317" y="2549"/>
                  </a:lnTo>
                  <a:lnTo>
                    <a:pt x="2472" y="2008"/>
                  </a:lnTo>
                  <a:lnTo>
                    <a:pt x="2626" y="1467"/>
                  </a:lnTo>
                  <a:lnTo>
                    <a:pt x="2665" y="1043"/>
                  </a:lnTo>
                  <a:lnTo>
                    <a:pt x="2394" y="1004"/>
                  </a:lnTo>
                  <a:lnTo>
                    <a:pt x="2008" y="2008"/>
                  </a:lnTo>
                  <a:lnTo>
                    <a:pt x="1738" y="2665"/>
                  </a:lnTo>
                  <a:lnTo>
                    <a:pt x="1545" y="3012"/>
                  </a:lnTo>
                  <a:lnTo>
                    <a:pt x="1468" y="3205"/>
                  </a:lnTo>
                  <a:lnTo>
                    <a:pt x="1313" y="3282"/>
                  </a:lnTo>
                  <a:lnTo>
                    <a:pt x="1159" y="3282"/>
                  </a:lnTo>
                  <a:lnTo>
                    <a:pt x="966" y="3205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3"/>
                  </a:lnTo>
                  <a:lnTo>
                    <a:pt x="541" y="2356"/>
                  </a:lnTo>
                  <a:lnTo>
                    <a:pt x="579" y="2047"/>
                  </a:lnTo>
                  <a:lnTo>
                    <a:pt x="618" y="1622"/>
                  </a:lnTo>
                  <a:lnTo>
                    <a:pt x="734" y="1197"/>
                  </a:lnTo>
                  <a:lnTo>
                    <a:pt x="888" y="772"/>
                  </a:lnTo>
                  <a:lnTo>
                    <a:pt x="1043" y="348"/>
                  </a:lnTo>
                  <a:lnTo>
                    <a:pt x="1081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5" name="Google Shape;3935;p17"/>
            <p:cNvSpPr/>
            <p:nvPr/>
          </p:nvSpPr>
          <p:spPr>
            <a:xfrm>
              <a:off x="1650450" y="2767225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0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0"/>
                  </a:lnTo>
                  <a:lnTo>
                    <a:pt x="3862" y="502"/>
                  </a:lnTo>
                  <a:lnTo>
                    <a:pt x="3321" y="772"/>
                  </a:lnTo>
                  <a:lnTo>
                    <a:pt x="2781" y="1081"/>
                  </a:lnTo>
                  <a:lnTo>
                    <a:pt x="2279" y="1429"/>
                  </a:lnTo>
                  <a:lnTo>
                    <a:pt x="1815" y="1854"/>
                  </a:lnTo>
                  <a:lnTo>
                    <a:pt x="1429" y="2278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3" y="3746"/>
                  </a:lnTo>
                  <a:lnTo>
                    <a:pt x="271" y="4248"/>
                  </a:lnTo>
                  <a:lnTo>
                    <a:pt x="116" y="4788"/>
                  </a:lnTo>
                  <a:lnTo>
                    <a:pt x="1" y="5367"/>
                  </a:lnTo>
                  <a:lnTo>
                    <a:pt x="348" y="5406"/>
                  </a:lnTo>
                  <a:lnTo>
                    <a:pt x="464" y="4981"/>
                  </a:lnTo>
                  <a:lnTo>
                    <a:pt x="580" y="4595"/>
                  </a:lnTo>
                  <a:lnTo>
                    <a:pt x="811" y="3977"/>
                  </a:lnTo>
                  <a:lnTo>
                    <a:pt x="1120" y="3398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6"/>
                  </a:lnTo>
                  <a:lnTo>
                    <a:pt x="3399" y="1158"/>
                  </a:lnTo>
                  <a:lnTo>
                    <a:pt x="3978" y="888"/>
                  </a:lnTo>
                  <a:lnTo>
                    <a:pt x="4634" y="656"/>
                  </a:lnTo>
                  <a:lnTo>
                    <a:pt x="5252" y="463"/>
                  </a:lnTo>
                  <a:lnTo>
                    <a:pt x="5909" y="386"/>
                  </a:lnTo>
                  <a:lnTo>
                    <a:pt x="6565" y="386"/>
                  </a:lnTo>
                  <a:lnTo>
                    <a:pt x="7222" y="463"/>
                  </a:lnTo>
                  <a:lnTo>
                    <a:pt x="7878" y="579"/>
                  </a:lnTo>
                  <a:lnTo>
                    <a:pt x="8496" y="811"/>
                  </a:lnTo>
                  <a:lnTo>
                    <a:pt x="9114" y="1081"/>
                  </a:lnTo>
                  <a:lnTo>
                    <a:pt x="9423" y="1274"/>
                  </a:lnTo>
                  <a:lnTo>
                    <a:pt x="9731" y="1506"/>
                  </a:lnTo>
                  <a:lnTo>
                    <a:pt x="10040" y="1699"/>
                  </a:lnTo>
                  <a:lnTo>
                    <a:pt x="10311" y="1931"/>
                  </a:lnTo>
                  <a:lnTo>
                    <a:pt x="10774" y="2471"/>
                  </a:lnTo>
                  <a:lnTo>
                    <a:pt x="11199" y="3012"/>
                  </a:lnTo>
                  <a:lnTo>
                    <a:pt x="11546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5" y="5638"/>
                  </a:lnTo>
                  <a:lnTo>
                    <a:pt x="12628" y="6217"/>
                  </a:lnTo>
                  <a:lnTo>
                    <a:pt x="12859" y="6796"/>
                  </a:lnTo>
                  <a:lnTo>
                    <a:pt x="13130" y="7375"/>
                  </a:lnTo>
                  <a:lnTo>
                    <a:pt x="13439" y="7955"/>
                  </a:lnTo>
                  <a:lnTo>
                    <a:pt x="13825" y="8495"/>
                  </a:lnTo>
                  <a:lnTo>
                    <a:pt x="14249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499"/>
                  </a:lnTo>
                  <a:lnTo>
                    <a:pt x="15292" y="9654"/>
                  </a:lnTo>
                  <a:lnTo>
                    <a:pt x="15755" y="9808"/>
                  </a:lnTo>
                  <a:lnTo>
                    <a:pt x="16219" y="9885"/>
                  </a:lnTo>
                  <a:lnTo>
                    <a:pt x="16721" y="9885"/>
                  </a:lnTo>
                  <a:lnTo>
                    <a:pt x="17184" y="9808"/>
                  </a:lnTo>
                  <a:lnTo>
                    <a:pt x="17609" y="9615"/>
                  </a:lnTo>
                  <a:lnTo>
                    <a:pt x="17841" y="9499"/>
                  </a:lnTo>
                  <a:lnTo>
                    <a:pt x="18034" y="9383"/>
                  </a:lnTo>
                  <a:lnTo>
                    <a:pt x="18188" y="9229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2" y="8611"/>
                  </a:lnTo>
                  <a:lnTo>
                    <a:pt x="18652" y="8534"/>
                  </a:lnTo>
                  <a:lnTo>
                    <a:pt x="18652" y="8457"/>
                  </a:lnTo>
                  <a:lnTo>
                    <a:pt x="18652" y="8379"/>
                  </a:lnTo>
                  <a:lnTo>
                    <a:pt x="18652" y="8341"/>
                  </a:lnTo>
                  <a:lnTo>
                    <a:pt x="18304" y="8341"/>
                  </a:lnTo>
                  <a:lnTo>
                    <a:pt x="18265" y="8418"/>
                  </a:lnTo>
                  <a:lnTo>
                    <a:pt x="18072" y="8727"/>
                  </a:lnTo>
                  <a:lnTo>
                    <a:pt x="17802" y="8997"/>
                  </a:lnTo>
                  <a:lnTo>
                    <a:pt x="17493" y="9190"/>
                  </a:lnTo>
                  <a:lnTo>
                    <a:pt x="17184" y="9345"/>
                  </a:lnTo>
                  <a:lnTo>
                    <a:pt x="16837" y="9422"/>
                  </a:lnTo>
                  <a:lnTo>
                    <a:pt x="16450" y="9461"/>
                  </a:lnTo>
                  <a:lnTo>
                    <a:pt x="16103" y="9422"/>
                  </a:lnTo>
                  <a:lnTo>
                    <a:pt x="15717" y="9345"/>
                  </a:lnTo>
                  <a:lnTo>
                    <a:pt x="15369" y="9190"/>
                  </a:lnTo>
                  <a:lnTo>
                    <a:pt x="15022" y="8997"/>
                  </a:lnTo>
                  <a:lnTo>
                    <a:pt x="14713" y="8766"/>
                  </a:lnTo>
                  <a:lnTo>
                    <a:pt x="14404" y="8495"/>
                  </a:lnTo>
                  <a:lnTo>
                    <a:pt x="14172" y="8186"/>
                  </a:lnTo>
                  <a:lnTo>
                    <a:pt x="13941" y="7839"/>
                  </a:lnTo>
                  <a:lnTo>
                    <a:pt x="13709" y="7530"/>
                  </a:lnTo>
                  <a:lnTo>
                    <a:pt x="13554" y="7182"/>
                  </a:lnTo>
                  <a:lnTo>
                    <a:pt x="13245" y="6526"/>
                  </a:lnTo>
                  <a:lnTo>
                    <a:pt x="12975" y="5831"/>
                  </a:lnTo>
                  <a:lnTo>
                    <a:pt x="12473" y="4479"/>
                  </a:lnTo>
                  <a:lnTo>
                    <a:pt x="12164" y="3823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278"/>
                  </a:lnTo>
                  <a:lnTo>
                    <a:pt x="11006" y="2008"/>
                  </a:lnTo>
                  <a:lnTo>
                    <a:pt x="10542" y="1583"/>
                  </a:lnTo>
                  <a:lnTo>
                    <a:pt x="10079" y="1197"/>
                  </a:lnTo>
                  <a:lnTo>
                    <a:pt x="9577" y="850"/>
                  </a:lnTo>
                  <a:lnTo>
                    <a:pt x="9036" y="579"/>
                  </a:lnTo>
                  <a:lnTo>
                    <a:pt x="8496" y="348"/>
                  </a:lnTo>
                  <a:lnTo>
                    <a:pt x="7917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6" name="Google Shape;3936;p17"/>
            <p:cNvSpPr/>
            <p:nvPr/>
          </p:nvSpPr>
          <p:spPr>
            <a:xfrm>
              <a:off x="4802400" y="2781700"/>
              <a:ext cx="320525" cy="97525"/>
            </a:xfrm>
            <a:custGeom>
              <a:avLst/>
              <a:gdLst/>
              <a:ahLst/>
              <a:cxnLst/>
              <a:rect l="l" t="t" r="r" b="b"/>
              <a:pathLst>
                <a:path w="12821" h="3901" extrusionOk="0">
                  <a:moveTo>
                    <a:pt x="12550" y="0"/>
                  </a:moveTo>
                  <a:lnTo>
                    <a:pt x="12434" y="39"/>
                  </a:lnTo>
                  <a:lnTo>
                    <a:pt x="12357" y="77"/>
                  </a:lnTo>
                  <a:lnTo>
                    <a:pt x="12318" y="155"/>
                  </a:lnTo>
                  <a:lnTo>
                    <a:pt x="12280" y="271"/>
                  </a:lnTo>
                  <a:lnTo>
                    <a:pt x="12318" y="348"/>
                  </a:lnTo>
                  <a:lnTo>
                    <a:pt x="12357" y="541"/>
                  </a:lnTo>
                  <a:lnTo>
                    <a:pt x="12318" y="734"/>
                  </a:lnTo>
                  <a:lnTo>
                    <a:pt x="12280" y="888"/>
                  </a:lnTo>
                  <a:lnTo>
                    <a:pt x="12164" y="1043"/>
                  </a:lnTo>
                  <a:lnTo>
                    <a:pt x="12009" y="1197"/>
                  </a:lnTo>
                  <a:lnTo>
                    <a:pt x="11855" y="1313"/>
                  </a:lnTo>
                  <a:lnTo>
                    <a:pt x="11430" y="1545"/>
                  </a:lnTo>
                  <a:lnTo>
                    <a:pt x="11005" y="1699"/>
                  </a:lnTo>
                  <a:lnTo>
                    <a:pt x="10542" y="1854"/>
                  </a:lnTo>
                  <a:lnTo>
                    <a:pt x="9808" y="2047"/>
                  </a:lnTo>
                  <a:lnTo>
                    <a:pt x="9422" y="2163"/>
                  </a:lnTo>
                  <a:lnTo>
                    <a:pt x="9384" y="2085"/>
                  </a:lnTo>
                  <a:lnTo>
                    <a:pt x="9345" y="2008"/>
                  </a:lnTo>
                  <a:lnTo>
                    <a:pt x="8997" y="1468"/>
                  </a:lnTo>
                  <a:lnTo>
                    <a:pt x="8727" y="927"/>
                  </a:lnTo>
                  <a:lnTo>
                    <a:pt x="8418" y="1043"/>
                  </a:lnTo>
                  <a:lnTo>
                    <a:pt x="8495" y="1390"/>
                  </a:lnTo>
                  <a:lnTo>
                    <a:pt x="8611" y="1699"/>
                  </a:lnTo>
                  <a:lnTo>
                    <a:pt x="8804" y="2008"/>
                  </a:lnTo>
                  <a:lnTo>
                    <a:pt x="8997" y="2279"/>
                  </a:lnTo>
                  <a:lnTo>
                    <a:pt x="7839" y="2587"/>
                  </a:lnTo>
                  <a:lnTo>
                    <a:pt x="6719" y="2819"/>
                  </a:lnTo>
                  <a:lnTo>
                    <a:pt x="5329" y="3051"/>
                  </a:lnTo>
                  <a:lnTo>
                    <a:pt x="3939" y="3244"/>
                  </a:lnTo>
                  <a:lnTo>
                    <a:pt x="3669" y="3282"/>
                  </a:lnTo>
                  <a:lnTo>
                    <a:pt x="3746" y="2935"/>
                  </a:lnTo>
                  <a:lnTo>
                    <a:pt x="3784" y="2587"/>
                  </a:lnTo>
                  <a:lnTo>
                    <a:pt x="3707" y="2240"/>
                  </a:lnTo>
                  <a:lnTo>
                    <a:pt x="3630" y="1892"/>
                  </a:lnTo>
                  <a:lnTo>
                    <a:pt x="3282" y="1970"/>
                  </a:lnTo>
                  <a:lnTo>
                    <a:pt x="3321" y="2279"/>
                  </a:lnTo>
                  <a:lnTo>
                    <a:pt x="3360" y="2587"/>
                  </a:lnTo>
                  <a:lnTo>
                    <a:pt x="3282" y="2974"/>
                  </a:lnTo>
                  <a:lnTo>
                    <a:pt x="3205" y="3321"/>
                  </a:lnTo>
                  <a:lnTo>
                    <a:pt x="2278" y="3398"/>
                  </a:lnTo>
                  <a:lnTo>
                    <a:pt x="1815" y="3437"/>
                  </a:lnTo>
                  <a:lnTo>
                    <a:pt x="1352" y="3398"/>
                  </a:lnTo>
                  <a:lnTo>
                    <a:pt x="965" y="3360"/>
                  </a:lnTo>
                  <a:lnTo>
                    <a:pt x="772" y="3282"/>
                  </a:lnTo>
                  <a:lnTo>
                    <a:pt x="618" y="3244"/>
                  </a:lnTo>
                  <a:lnTo>
                    <a:pt x="502" y="3128"/>
                  </a:lnTo>
                  <a:lnTo>
                    <a:pt x="425" y="3051"/>
                  </a:lnTo>
                  <a:lnTo>
                    <a:pt x="386" y="2935"/>
                  </a:lnTo>
                  <a:lnTo>
                    <a:pt x="348" y="2781"/>
                  </a:lnTo>
                  <a:lnTo>
                    <a:pt x="348" y="2703"/>
                  </a:lnTo>
                  <a:lnTo>
                    <a:pt x="309" y="2665"/>
                  </a:lnTo>
                  <a:lnTo>
                    <a:pt x="232" y="2587"/>
                  </a:lnTo>
                  <a:lnTo>
                    <a:pt x="116" y="2626"/>
                  </a:lnTo>
                  <a:lnTo>
                    <a:pt x="77" y="2626"/>
                  </a:lnTo>
                  <a:lnTo>
                    <a:pt x="39" y="2703"/>
                  </a:lnTo>
                  <a:lnTo>
                    <a:pt x="0" y="2858"/>
                  </a:lnTo>
                  <a:lnTo>
                    <a:pt x="0" y="3012"/>
                  </a:lnTo>
                  <a:lnTo>
                    <a:pt x="0" y="3167"/>
                  </a:lnTo>
                  <a:lnTo>
                    <a:pt x="39" y="3282"/>
                  </a:lnTo>
                  <a:lnTo>
                    <a:pt x="116" y="3398"/>
                  </a:lnTo>
                  <a:lnTo>
                    <a:pt x="193" y="3514"/>
                  </a:lnTo>
                  <a:lnTo>
                    <a:pt x="386" y="3669"/>
                  </a:lnTo>
                  <a:lnTo>
                    <a:pt x="657" y="3746"/>
                  </a:lnTo>
                  <a:lnTo>
                    <a:pt x="927" y="3823"/>
                  </a:lnTo>
                  <a:lnTo>
                    <a:pt x="1236" y="3862"/>
                  </a:lnTo>
                  <a:lnTo>
                    <a:pt x="1506" y="3900"/>
                  </a:lnTo>
                  <a:lnTo>
                    <a:pt x="2780" y="3823"/>
                  </a:lnTo>
                  <a:lnTo>
                    <a:pt x="4016" y="3746"/>
                  </a:lnTo>
                  <a:lnTo>
                    <a:pt x="5252" y="3553"/>
                  </a:lnTo>
                  <a:lnTo>
                    <a:pt x="6487" y="3360"/>
                  </a:lnTo>
                  <a:lnTo>
                    <a:pt x="7646" y="3128"/>
                  </a:lnTo>
                  <a:lnTo>
                    <a:pt x="8766" y="2858"/>
                  </a:lnTo>
                  <a:lnTo>
                    <a:pt x="9885" y="2510"/>
                  </a:lnTo>
                  <a:lnTo>
                    <a:pt x="11005" y="2163"/>
                  </a:lnTo>
                  <a:lnTo>
                    <a:pt x="11353" y="2047"/>
                  </a:lnTo>
                  <a:lnTo>
                    <a:pt x="11700" y="1892"/>
                  </a:lnTo>
                  <a:lnTo>
                    <a:pt x="12048" y="1699"/>
                  </a:lnTo>
                  <a:lnTo>
                    <a:pt x="12357" y="1506"/>
                  </a:lnTo>
                  <a:lnTo>
                    <a:pt x="12627" y="1236"/>
                  </a:lnTo>
                  <a:lnTo>
                    <a:pt x="12704" y="1081"/>
                  </a:lnTo>
                  <a:lnTo>
                    <a:pt x="12782" y="927"/>
                  </a:lnTo>
                  <a:lnTo>
                    <a:pt x="12820" y="773"/>
                  </a:lnTo>
                  <a:lnTo>
                    <a:pt x="12820" y="579"/>
                  </a:lnTo>
                  <a:lnTo>
                    <a:pt x="12820" y="386"/>
                  </a:lnTo>
                  <a:lnTo>
                    <a:pt x="12743" y="155"/>
                  </a:lnTo>
                  <a:lnTo>
                    <a:pt x="12704" y="77"/>
                  </a:lnTo>
                  <a:lnTo>
                    <a:pt x="12627" y="39"/>
                  </a:lnTo>
                  <a:lnTo>
                    <a:pt x="125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7" name="Google Shape;3937;p17"/>
            <p:cNvSpPr/>
            <p:nvPr/>
          </p:nvSpPr>
          <p:spPr>
            <a:xfrm>
              <a:off x="2362900" y="2786525"/>
              <a:ext cx="114900" cy="130350"/>
            </a:xfrm>
            <a:custGeom>
              <a:avLst/>
              <a:gdLst/>
              <a:ahLst/>
              <a:cxnLst/>
              <a:rect l="l" t="t" r="r" b="b"/>
              <a:pathLst>
                <a:path w="4596" h="5214" extrusionOk="0">
                  <a:moveTo>
                    <a:pt x="232" y="0"/>
                  </a:moveTo>
                  <a:lnTo>
                    <a:pt x="0" y="193"/>
                  </a:lnTo>
                  <a:lnTo>
                    <a:pt x="502" y="888"/>
                  </a:lnTo>
                  <a:lnTo>
                    <a:pt x="1004" y="1622"/>
                  </a:lnTo>
                  <a:lnTo>
                    <a:pt x="1545" y="2279"/>
                  </a:lnTo>
                  <a:lnTo>
                    <a:pt x="2124" y="2974"/>
                  </a:lnTo>
                  <a:lnTo>
                    <a:pt x="3283" y="4248"/>
                  </a:lnTo>
                  <a:lnTo>
                    <a:pt x="3746" y="4789"/>
                  </a:lnTo>
                  <a:lnTo>
                    <a:pt x="3630" y="4789"/>
                  </a:lnTo>
                  <a:lnTo>
                    <a:pt x="3592" y="4866"/>
                  </a:lnTo>
                  <a:lnTo>
                    <a:pt x="3592" y="4982"/>
                  </a:lnTo>
                  <a:lnTo>
                    <a:pt x="3823" y="4904"/>
                  </a:lnTo>
                  <a:lnTo>
                    <a:pt x="4055" y="5059"/>
                  </a:lnTo>
                  <a:lnTo>
                    <a:pt x="4287" y="5213"/>
                  </a:lnTo>
                  <a:lnTo>
                    <a:pt x="4441" y="5213"/>
                  </a:lnTo>
                  <a:lnTo>
                    <a:pt x="4518" y="5175"/>
                  </a:lnTo>
                  <a:lnTo>
                    <a:pt x="4557" y="5097"/>
                  </a:lnTo>
                  <a:lnTo>
                    <a:pt x="4557" y="5059"/>
                  </a:lnTo>
                  <a:lnTo>
                    <a:pt x="4595" y="4982"/>
                  </a:lnTo>
                  <a:lnTo>
                    <a:pt x="4402" y="4750"/>
                  </a:lnTo>
                  <a:lnTo>
                    <a:pt x="4325" y="4750"/>
                  </a:lnTo>
                  <a:lnTo>
                    <a:pt x="4016" y="4480"/>
                  </a:lnTo>
                  <a:lnTo>
                    <a:pt x="3746" y="4171"/>
                  </a:lnTo>
                  <a:lnTo>
                    <a:pt x="3244" y="3553"/>
                  </a:lnTo>
                  <a:lnTo>
                    <a:pt x="2201" y="2394"/>
                  </a:lnTo>
                  <a:lnTo>
                    <a:pt x="1197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8" name="Google Shape;3938;p17"/>
            <p:cNvSpPr/>
            <p:nvPr/>
          </p:nvSpPr>
          <p:spPr>
            <a:xfrm>
              <a:off x="2090650" y="2821275"/>
              <a:ext cx="200825" cy="230750"/>
            </a:xfrm>
            <a:custGeom>
              <a:avLst/>
              <a:gdLst/>
              <a:ahLst/>
              <a:cxnLst/>
              <a:rect l="l" t="t" r="r" b="b"/>
              <a:pathLst>
                <a:path w="8033" h="9230" extrusionOk="0">
                  <a:moveTo>
                    <a:pt x="2048" y="0"/>
                  </a:moveTo>
                  <a:lnTo>
                    <a:pt x="1893" y="78"/>
                  </a:lnTo>
                  <a:lnTo>
                    <a:pt x="1739" y="155"/>
                  </a:lnTo>
                  <a:lnTo>
                    <a:pt x="1430" y="425"/>
                  </a:lnTo>
                  <a:lnTo>
                    <a:pt x="1198" y="734"/>
                  </a:lnTo>
                  <a:lnTo>
                    <a:pt x="966" y="1004"/>
                  </a:lnTo>
                  <a:lnTo>
                    <a:pt x="735" y="1352"/>
                  </a:lnTo>
                  <a:lnTo>
                    <a:pt x="503" y="1738"/>
                  </a:lnTo>
                  <a:lnTo>
                    <a:pt x="348" y="2124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40" y="3476"/>
                  </a:lnTo>
                  <a:lnTo>
                    <a:pt x="1" y="3939"/>
                  </a:lnTo>
                  <a:lnTo>
                    <a:pt x="78" y="4441"/>
                  </a:lnTo>
                  <a:lnTo>
                    <a:pt x="155" y="4905"/>
                  </a:lnTo>
                  <a:lnTo>
                    <a:pt x="271" y="5329"/>
                  </a:lnTo>
                  <a:lnTo>
                    <a:pt x="464" y="5793"/>
                  </a:lnTo>
                  <a:lnTo>
                    <a:pt x="696" y="6179"/>
                  </a:lnTo>
                  <a:lnTo>
                    <a:pt x="1044" y="6179"/>
                  </a:lnTo>
                  <a:lnTo>
                    <a:pt x="889" y="5831"/>
                  </a:lnTo>
                  <a:lnTo>
                    <a:pt x="735" y="5484"/>
                  </a:lnTo>
                  <a:lnTo>
                    <a:pt x="657" y="5136"/>
                  </a:lnTo>
                  <a:lnTo>
                    <a:pt x="542" y="4789"/>
                  </a:lnTo>
                  <a:lnTo>
                    <a:pt x="503" y="4403"/>
                  </a:lnTo>
                  <a:lnTo>
                    <a:pt x="464" y="4055"/>
                  </a:lnTo>
                  <a:lnTo>
                    <a:pt x="464" y="3669"/>
                  </a:lnTo>
                  <a:lnTo>
                    <a:pt x="464" y="3321"/>
                  </a:lnTo>
                  <a:lnTo>
                    <a:pt x="542" y="2974"/>
                  </a:lnTo>
                  <a:lnTo>
                    <a:pt x="619" y="2626"/>
                  </a:lnTo>
                  <a:lnTo>
                    <a:pt x="735" y="2279"/>
                  </a:lnTo>
                  <a:lnTo>
                    <a:pt x="850" y="1931"/>
                  </a:lnTo>
                  <a:lnTo>
                    <a:pt x="1044" y="1622"/>
                  </a:lnTo>
                  <a:lnTo>
                    <a:pt x="1237" y="1313"/>
                  </a:lnTo>
                  <a:lnTo>
                    <a:pt x="1468" y="1004"/>
                  </a:lnTo>
                  <a:lnTo>
                    <a:pt x="1777" y="734"/>
                  </a:lnTo>
                  <a:lnTo>
                    <a:pt x="1970" y="580"/>
                  </a:lnTo>
                  <a:lnTo>
                    <a:pt x="2086" y="502"/>
                  </a:lnTo>
                  <a:lnTo>
                    <a:pt x="2202" y="464"/>
                  </a:lnTo>
                  <a:lnTo>
                    <a:pt x="2318" y="580"/>
                  </a:lnTo>
                  <a:lnTo>
                    <a:pt x="2434" y="811"/>
                  </a:lnTo>
                  <a:lnTo>
                    <a:pt x="2588" y="1198"/>
                  </a:lnTo>
                  <a:lnTo>
                    <a:pt x="2743" y="1584"/>
                  </a:lnTo>
                  <a:lnTo>
                    <a:pt x="2858" y="1931"/>
                  </a:lnTo>
                  <a:lnTo>
                    <a:pt x="2974" y="2317"/>
                  </a:lnTo>
                  <a:lnTo>
                    <a:pt x="3052" y="2703"/>
                  </a:lnTo>
                  <a:lnTo>
                    <a:pt x="3090" y="3090"/>
                  </a:lnTo>
                  <a:lnTo>
                    <a:pt x="3090" y="3437"/>
                  </a:lnTo>
                  <a:lnTo>
                    <a:pt x="3052" y="3785"/>
                  </a:lnTo>
                  <a:lnTo>
                    <a:pt x="3013" y="4132"/>
                  </a:lnTo>
                  <a:lnTo>
                    <a:pt x="2897" y="4480"/>
                  </a:lnTo>
                  <a:lnTo>
                    <a:pt x="2781" y="4789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22"/>
                  </a:lnTo>
                  <a:lnTo>
                    <a:pt x="2395" y="5638"/>
                  </a:lnTo>
                  <a:lnTo>
                    <a:pt x="2356" y="5715"/>
                  </a:lnTo>
                  <a:lnTo>
                    <a:pt x="2356" y="5754"/>
                  </a:lnTo>
                  <a:lnTo>
                    <a:pt x="2395" y="5793"/>
                  </a:lnTo>
                  <a:lnTo>
                    <a:pt x="2472" y="5793"/>
                  </a:lnTo>
                  <a:lnTo>
                    <a:pt x="2627" y="5715"/>
                  </a:lnTo>
                  <a:lnTo>
                    <a:pt x="2820" y="5677"/>
                  </a:lnTo>
                  <a:lnTo>
                    <a:pt x="3206" y="5677"/>
                  </a:lnTo>
                  <a:lnTo>
                    <a:pt x="3631" y="5715"/>
                  </a:lnTo>
                  <a:lnTo>
                    <a:pt x="4055" y="5793"/>
                  </a:lnTo>
                  <a:lnTo>
                    <a:pt x="4442" y="5947"/>
                  </a:lnTo>
                  <a:lnTo>
                    <a:pt x="4866" y="6102"/>
                  </a:lnTo>
                  <a:lnTo>
                    <a:pt x="5214" y="6256"/>
                  </a:lnTo>
                  <a:lnTo>
                    <a:pt x="5523" y="6449"/>
                  </a:lnTo>
                  <a:lnTo>
                    <a:pt x="5832" y="6642"/>
                  </a:lnTo>
                  <a:lnTo>
                    <a:pt x="6141" y="6835"/>
                  </a:lnTo>
                  <a:lnTo>
                    <a:pt x="6411" y="7067"/>
                  </a:lnTo>
                  <a:lnTo>
                    <a:pt x="6681" y="7337"/>
                  </a:lnTo>
                  <a:lnTo>
                    <a:pt x="6913" y="7608"/>
                  </a:lnTo>
                  <a:lnTo>
                    <a:pt x="7145" y="7878"/>
                  </a:lnTo>
                  <a:lnTo>
                    <a:pt x="7338" y="8187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95" y="8766"/>
                  </a:lnTo>
                  <a:lnTo>
                    <a:pt x="5870" y="8805"/>
                  </a:lnTo>
                  <a:lnTo>
                    <a:pt x="5484" y="8805"/>
                  </a:lnTo>
                  <a:lnTo>
                    <a:pt x="5059" y="8727"/>
                  </a:lnTo>
                  <a:lnTo>
                    <a:pt x="4673" y="8612"/>
                  </a:lnTo>
                  <a:lnTo>
                    <a:pt x="4249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72" y="7106"/>
                  </a:lnTo>
                  <a:lnTo>
                    <a:pt x="1932" y="6565"/>
                  </a:lnTo>
                  <a:lnTo>
                    <a:pt x="1854" y="6526"/>
                  </a:lnTo>
                  <a:lnTo>
                    <a:pt x="1816" y="6488"/>
                  </a:lnTo>
                  <a:lnTo>
                    <a:pt x="1661" y="6526"/>
                  </a:lnTo>
                  <a:lnTo>
                    <a:pt x="1623" y="6526"/>
                  </a:lnTo>
                  <a:lnTo>
                    <a:pt x="1584" y="6565"/>
                  </a:lnTo>
                  <a:lnTo>
                    <a:pt x="1430" y="6835"/>
                  </a:lnTo>
                  <a:lnTo>
                    <a:pt x="1661" y="6874"/>
                  </a:lnTo>
                  <a:lnTo>
                    <a:pt x="2279" y="7492"/>
                  </a:lnTo>
                  <a:lnTo>
                    <a:pt x="2897" y="8071"/>
                  </a:lnTo>
                  <a:lnTo>
                    <a:pt x="3245" y="8341"/>
                  </a:lnTo>
                  <a:lnTo>
                    <a:pt x="3631" y="8573"/>
                  </a:lnTo>
                  <a:lnTo>
                    <a:pt x="3978" y="8766"/>
                  </a:lnTo>
                  <a:lnTo>
                    <a:pt x="4364" y="8959"/>
                  </a:lnTo>
                  <a:lnTo>
                    <a:pt x="4828" y="9114"/>
                  </a:lnTo>
                  <a:lnTo>
                    <a:pt x="5253" y="9191"/>
                  </a:lnTo>
                  <a:lnTo>
                    <a:pt x="5677" y="9229"/>
                  </a:lnTo>
                  <a:lnTo>
                    <a:pt x="6141" y="9229"/>
                  </a:lnTo>
                  <a:lnTo>
                    <a:pt x="6565" y="9152"/>
                  </a:lnTo>
                  <a:lnTo>
                    <a:pt x="6990" y="9075"/>
                  </a:lnTo>
                  <a:lnTo>
                    <a:pt x="7878" y="8843"/>
                  </a:lnTo>
                  <a:lnTo>
                    <a:pt x="7956" y="8805"/>
                  </a:lnTo>
                  <a:lnTo>
                    <a:pt x="7994" y="8727"/>
                  </a:lnTo>
                  <a:lnTo>
                    <a:pt x="8033" y="8650"/>
                  </a:lnTo>
                  <a:lnTo>
                    <a:pt x="7994" y="8534"/>
                  </a:lnTo>
                  <a:lnTo>
                    <a:pt x="7763" y="8110"/>
                  </a:lnTo>
                  <a:lnTo>
                    <a:pt x="7492" y="7685"/>
                  </a:lnTo>
                  <a:lnTo>
                    <a:pt x="7222" y="7299"/>
                  </a:lnTo>
                  <a:lnTo>
                    <a:pt x="6874" y="6912"/>
                  </a:lnTo>
                  <a:lnTo>
                    <a:pt x="6527" y="6604"/>
                  </a:lnTo>
                  <a:lnTo>
                    <a:pt x="6141" y="6295"/>
                  </a:lnTo>
                  <a:lnTo>
                    <a:pt x="5716" y="6024"/>
                  </a:lnTo>
                  <a:lnTo>
                    <a:pt x="5253" y="5793"/>
                  </a:lnTo>
                  <a:lnTo>
                    <a:pt x="4828" y="5638"/>
                  </a:lnTo>
                  <a:lnTo>
                    <a:pt x="4249" y="5445"/>
                  </a:lnTo>
                  <a:lnTo>
                    <a:pt x="3940" y="5368"/>
                  </a:lnTo>
                  <a:lnTo>
                    <a:pt x="3592" y="5291"/>
                  </a:lnTo>
                  <a:lnTo>
                    <a:pt x="3013" y="5291"/>
                  </a:lnTo>
                  <a:lnTo>
                    <a:pt x="3167" y="4982"/>
                  </a:lnTo>
                  <a:lnTo>
                    <a:pt x="3322" y="4634"/>
                  </a:lnTo>
                  <a:lnTo>
                    <a:pt x="3399" y="4287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05"/>
                  </a:lnTo>
                  <a:lnTo>
                    <a:pt x="3515" y="2858"/>
                  </a:lnTo>
                  <a:lnTo>
                    <a:pt x="3438" y="2472"/>
                  </a:lnTo>
                  <a:lnTo>
                    <a:pt x="3322" y="1970"/>
                  </a:lnTo>
                  <a:lnTo>
                    <a:pt x="3167" y="1468"/>
                  </a:lnTo>
                  <a:lnTo>
                    <a:pt x="2936" y="966"/>
                  </a:lnTo>
                  <a:lnTo>
                    <a:pt x="2704" y="502"/>
                  </a:lnTo>
                  <a:lnTo>
                    <a:pt x="2588" y="271"/>
                  </a:lnTo>
                  <a:lnTo>
                    <a:pt x="2472" y="116"/>
                  </a:lnTo>
                  <a:lnTo>
                    <a:pt x="2356" y="39"/>
                  </a:lnTo>
                  <a:lnTo>
                    <a:pt x="227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9" name="Google Shape;3939;p17"/>
            <p:cNvSpPr/>
            <p:nvPr/>
          </p:nvSpPr>
          <p:spPr>
            <a:xfrm>
              <a:off x="3488525" y="2821275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120" y="387"/>
                  </a:moveTo>
                  <a:lnTo>
                    <a:pt x="1313" y="425"/>
                  </a:lnTo>
                  <a:lnTo>
                    <a:pt x="1506" y="464"/>
                  </a:lnTo>
                  <a:lnTo>
                    <a:pt x="1661" y="580"/>
                  </a:lnTo>
                  <a:lnTo>
                    <a:pt x="1738" y="734"/>
                  </a:lnTo>
                  <a:lnTo>
                    <a:pt x="1777" y="889"/>
                  </a:lnTo>
                  <a:lnTo>
                    <a:pt x="1738" y="966"/>
                  </a:lnTo>
                  <a:lnTo>
                    <a:pt x="1699" y="1004"/>
                  </a:lnTo>
                  <a:lnTo>
                    <a:pt x="1661" y="1082"/>
                  </a:lnTo>
                  <a:lnTo>
                    <a:pt x="1545" y="1120"/>
                  </a:lnTo>
                  <a:lnTo>
                    <a:pt x="1236" y="1159"/>
                  </a:lnTo>
                  <a:lnTo>
                    <a:pt x="927" y="1159"/>
                  </a:lnTo>
                  <a:lnTo>
                    <a:pt x="579" y="1198"/>
                  </a:lnTo>
                  <a:lnTo>
                    <a:pt x="464" y="1236"/>
                  </a:lnTo>
                  <a:lnTo>
                    <a:pt x="309" y="1313"/>
                  </a:lnTo>
                  <a:lnTo>
                    <a:pt x="309" y="1159"/>
                  </a:lnTo>
                  <a:lnTo>
                    <a:pt x="348" y="1004"/>
                  </a:lnTo>
                  <a:lnTo>
                    <a:pt x="386" y="850"/>
                  </a:lnTo>
                  <a:lnTo>
                    <a:pt x="464" y="734"/>
                  </a:lnTo>
                  <a:lnTo>
                    <a:pt x="541" y="618"/>
                  </a:lnTo>
                  <a:lnTo>
                    <a:pt x="657" y="541"/>
                  </a:lnTo>
                  <a:lnTo>
                    <a:pt x="811" y="464"/>
                  </a:lnTo>
                  <a:lnTo>
                    <a:pt x="927" y="425"/>
                  </a:lnTo>
                  <a:lnTo>
                    <a:pt x="1120" y="387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79" y="116"/>
                  </a:lnTo>
                  <a:lnTo>
                    <a:pt x="425" y="232"/>
                  </a:lnTo>
                  <a:lnTo>
                    <a:pt x="271" y="387"/>
                  </a:lnTo>
                  <a:lnTo>
                    <a:pt x="155" y="541"/>
                  </a:lnTo>
                  <a:lnTo>
                    <a:pt x="77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0" y="1275"/>
                  </a:lnTo>
                  <a:lnTo>
                    <a:pt x="39" y="1468"/>
                  </a:lnTo>
                  <a:lnTo>
                    <a:pt x="116" y="1661"/>
                  </a:lnTo>
                  <a:lnTo>
                    <a:pt x="155" y="1738"/>
                  </a:lnTo>
                  <a:lnTo>
                    <a:pt x="232" y="1815"/>
                  </a:lnTo>
                  <a:lnTo>
                    <a:pt x="309" y="1815"/>
                  </a:lnTo>
                  <a:lnTo>
                    <a:pt x="425" y="1777"/>
                  </a:lnTo>
                  <a:lnTo>
                    <a:pt x="541" y="1661"/>
                  </a:lnTo>
                  <a:lnTo>
                    <a:pt x="695" y="1584"/>
                  </a:lnTo>
                  <a:lnTo>
                    <a:pt x="850" y="1545"/>
                  </a:lnTo>
                  <a:lnTo>
                    <a:pt x="1043" y="1545"/>
                  </a:lnTo>
                  <a:lnTo>
                    <a:pt x="1390" y="1506"/>
                  </a:lnTo>
                  <a:lnTo>
                    <a:pt x="1583" y="1506"/>
                  </a:lnTo>
                  <a:lnTo>
                    <a:pt x="1738" y="1468"/>
                  </a:lnTo>
                  <a:lnTo>
                    <a:pt x="1931" y="1391"/>
                  </a:lnTo>
                  <a:lnTo>
                    <a:pt x="2047" y="1275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811"/>
                  </a:lnTo>
                  <a:lnTo>
                    <a:pt x="2124" y="657"/>
                  </a:lnTo>
                  <a:lnTo>
                    <a:pt x="2047" y="502"/>
                  </a:lnTo>
                  <a:lnTo>
                    <a:pt x="1970" y="348"/>
                  </a:lnTo>
                  <a:lnTo>
                    <a:pt x="1777" y="194"/>
                  </a:lnTo>
                  <a:lnTo>
                    <a:pt x="1622" y="116"/>
                  </a:lnTo>
                  <a:lnTo>
                    <a:pt x="1429" y="39"/>
                  </a:lnTo>
                  <a:lnTo>
                    <a:pt x="11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0" name="Google Shape;3940;p17"/>
            <p:cNvSpPr/>
            <p:nvPr/>
          </p:nvSpPr>
          <p:spPr>
            <a:xfrm>
              <a:off x="3345650" y="2889825"/>
              <a:ext cx="466300" cy="248125"/>
            </a:xfrm>
            <a:custGeom>
              <a:avLst/>
              <a:gdLst/>
              <a:ahLst/>
              <a:cxnLst/>
              <a:rect l="l" t="t" r="r" b="b"/>
              <a:pathLst>
                <a:path w="18652" h="9925" extrusionOk="0">
                  <a:moveTo>
                    <a:pt x="6140" y="0"/>
                  </a:moveTo>
                  <a:lnTo>
                    <a:pt x="5561" y="39"/>
                  </a:lnTo>
                  <a:lnTo>
                    <a:pt x="4982" y="155"/>
                  </a:lnTo>
                  <a:lnTo>
                    <a:pt x="4402" y="309"/>
                  </a:lnTo>
                  <a:lnTo>
                    <a:pt x="3862" y="502"/>
                  </a:lnTo>
                  <a:lnTo>
                    <a:pt x="3283" y="772"/>
                  </a:lnTo>
                  <a:lnTo>
                    <a:pt x="2781" y="1081"/>
                  </a:lnTo>
                  <a:lnTo>
                    <a:pt x="2279" y="1467"/>
                  </a:lnTo>
                  <a:lnTo>
                    <a:pt x="1815" y="1892"/>
                  </a:lnTo>
                  <a:lnTo>
                    <a:pt x="1390" y="2317"/>
                  </a:lnTo>
                  <a:lnTo>
                    <a:pt x="1043" y="2780"/>
                  </a:lnTo>
                  <a:lnTo>
                    <a:pt x="734" y="3244"/>
                  </a:lnTo>
                  <a:lnTo>
                    <a:pt x="464" y="3746"/>
                  </a:lnTo>
                  <a:lnTo>
                    <a:pt x="271" y="4286"/>
                  </a:lnTo>
                  <a:lnTo>
                    <a:pt x="116" y="4827"/>
                  </a:lnTo>
                  <a:lnTo>
                    <a:pt x="0" y="5368"/>
                  </a:lnTo>
                  <a:lnTo>
                    <a:pt x="348" y="5445"/>
                  </a:lnTo>
                  <a:lnTo>
                    <a:pt x="425" y="5020"/>
                  </a:lnTo>
                  <a:lnTo>
                    <a:pt x="541" y="4595"/>
                  </a:lnTo>
                  <a:lnTo>
                    <a:pt x="773" y="4016"/>
                  </a:lnTo>
                  <a:lnTo>
                    <a:pt x="1081" y="3437"/>
                  </a:lnTo>
                  <a:lnTo>
                    <a:pt x="1468" y="2896"/>
                  </a:lnTo>
                  <a:lnTo>
                    <a:pt x="1892" y="2394"/>
                  </a:lnTo>
                  <a:lnTo>
                    <a:pt x="2356" y="1931"/>
                  </a:lnTo>
                  <a:lnTo>
                    <a:pt x="2858" y="1545"/>
                  </a:lnTo>
                  <a:lnTo>
                    <a:pt x="3398" y="1197"/>
                  </a:lnTo>
                  <a:lnTo>
                    <a:pt x="3978" y="888"/>
                  </a:lnTo>
                  <a:lnTo>
                    <a:pt x="4595" y="657"/>
                  </a:lnTo>
                  <a:lnTo>
                    <a:pt x="5252" y="502"/>
                  </a:lnTo>
                  <a:lnTo>
                    <a:pt x="5908" y="425"/>
                  </a:lnTo>
                  <a:lnTo>
                    <a:pt x="6565" y="386"/>
                  </a:lnTo>
                  <a:lnTo>
                    <a:pt x="7221" y="463"/>
                  </a:lnTo>
                  <a:lnTo>
                    <a:pt x="7839" y="618"/>
                  </a:lnTo>
                  <a:lnTo>
                    <a:pt x="8457" y="811"/>
                  </a:lnTo>
                  <a:lnTo>
                    <a:pt x="9075" y="1120"/>
                  </a:lnTo>
                  <a:lnTo>
                    <a:pt x="9422" y="1313"/>
                  </a:lnTo>
                  <a:lnTo>
                    <a:pt x="9731" y="1506"/>
                  </a:lnTo>
                  <a:lnTo>
                    <a:pt x="10002" y="1738"/>
                  </a:lnTo>
                  <a:lnTo>
                    <a:pt x="10272" y="1969"/>
                  </a:lnTo>
                  <a:lnTo>
                    <a:pt x="10774" y="2471"/>
                  </a:lnTo>
                  <a:lnTo>
                    <a:pt x="11199" y="3051"/>
                  </a:lnTo>
                  <a:lnTo>
                    <a:pt x="11546" y="3630"/>
                  </a:lnTo>
                  <a:lnTo>
                    <a:pt x="11855" y="4286"/>
                  </a:lnTo>
                  <a:lnTo>
                    <a:pt x="12164" y="4943"/>
                  </a:lnTo>
                  <a:lnTo>
                    <a:pt x="12396" y="5638"/>
                  </a:lnTo>
                  <a:lnTo>
                    <a:pt x="12627" y="6217"/>
                  </a:lnTo>
                  <a:lnTo>
                    <a:pt x="12859" y="6835"/>
                  </a:lnTo>
                  <a:lnTo>
                    <a:pt x="13129" y="7414"/>
                  </a:lnTo>
                  <a:lnTo>
                    <a:pt x="13438" y="7993"/>
                  </a:lnTo>
                  <a:lnTo>
                    <a:pt x="13786" y="8495"/>
                  </a:lnTo>
                  <a:lnTo>
                    <a:pt x="14211" y="8959"/>
                  </a:lnTo>
                  <a:lnTo>
                    <a:pt x="14442" y="9190"/>
                  </a:lnTo>
                  <a:lnTo>
                    <a:pt x="14713" y="9383"/>
                  </a:lnTo>
                  <a:lnTo>
                    <a:pt x="14983" y="9538"/>
                  </a:lnTo>
                  <a:lnTo>
                    <a:pt x="15253" y="9692"/>
                  </a:lnTo>
                  <a:lnTo>
                    <a:pt x="15717" y="9847"/>
                  </a:lnTo>
                  <a:lnTo>
                    <a:pt x="16219" y="9924"/>
                  </a:lnTo>
                  <a:lnTo>
                    <a:pt x="16682" y="9885"/>
                  </a:lnTo>
                  <a:lnTo>
                    <a:pt x="17145" y="9808"/>
                  </a:lnTo>
                  <a:lnTo>
                    <a:pt x="17609" y="9654"/>
                  </a:lnTo>
                  <a:lnTo>
                    <a:pt x="17802" y="9538"/>
                  </a:lnTo>
                  <a:lnTo>
                    <a:pt x="17995" y="9383"/>
                  </a:lnTo>
                  <a:lnTo>
                    <a:pt x="18188" y="9229"/>
                  </a:lnTo>
                  <a:lnTo>
                    <a:pt x="18342" y="9075"/>
                  </a:lnTo>
                  <a:lnTo>
                    <a:pt x="18497" y="8881"/>
                  </a:lnTo>
                  <a:lnTo>
                    <a:pt x="18613" y="8650"/>
                  </a:lnTo>
                  <a:lnTo>
                    <a:pt x="18651" y="8573"/>
                  </a:lnTo>
                  <a:lnTo>
                    <a:pt x="18613" y="8457"/>
                  </a:lnTo>
                  <a:lnTo>
                    <a:pt x="18651" y="8418"/>
                  </a:lnTo>
                  <a:lnTo>
                    <a:pt x="18613" y="8341"/>
                  </a:lnTo>
                  <a:lnTo>
                    <a:pt x="18304" y="8380"/>
                  </a:lnTo>
                  <a:lnTo>
                    <a:pt x="18265" y="8418"/>
                  </a:lnTo>
                  <a:lnTo>
                    <a:pt x="18033" y="8766"/>
                  </a:lnTo>
                  <a:lnTo>
                    <a:pt x="17802" y="8997"/>
                  </a:lnTo>
                  <a:lnTo>
                    <a:pt x="17493" y="9229"/>
                  </a:lnTo>
                  <a:lnTo>
                    <a:pt x="17184" y="9345"/>
                  </a:lnTo>
                  <a:lnTo>
                    <a:pt x="16798" y="9461"/>
                  </a:lnTo>
                  <a:lnTo>
                    <a:pt x="16064" y="9461"/>
                  </a:lnTo>
                  <a:lnTo>
                    <a:pt x="15717" y="9383"/>
                  </a:lnTo>
                  <a:lnTo>
                    <a:pt x="15330" y="9229"/>
                  </a:lnTo>
                  <a:lnTo>
                    <a:pt x="15021" y="9036"/>
                  </a:lnTo>
                  <a:lnTo>
                    <a:pt x="14674" y="8766"/>
                  </a:lnTo>
                  <a:lnTo>
                    <a:pt x="14404" y="8495"/>
                  </a:lnTo>
                  <a:lnTo>
                    <a:pt x="14133" y="8186"/>
                  </a:lnTo>
                  <a:lnTo>
                    <a:pt x="13902" y="7878"/>
                  </a:lnTo>
                  <a:lnTo>
                    <a:pt x="13709" y="7530"/>
                  </a:lnTo>
                  <a:lnTo>
                    <a:pt x="13515" y="7182"/>
                  </a:lnTo>
                  <a:lnTo>
                    <a:pt x="13207" y="6526"/>
                  </a:lnTo>
                  <a:lnTo>
                    <a:pt x="12936" y="5870"/>
                  </a:lnTo>
                  <a:lnTo>
                    <a:pt x="12434" y="4518"/>
                  </a:lnTo>
                  <a:lnTo>
                    <a:pt x="12164" y="3862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317"/>
                  </a:lnTo>
                  <a:lnTo>
                    <a:pt x="11005" y="2047"/>
                  </a:lnTo>
                  <a:lnTo>
                    <a:pt x="10542" y="1583"/>
                  </a:lnTo>
                  <a:lnTo>
                    <a:pt x="10040" y="1197"/>
                  </a:lnTo>
                  <a:lnTo>
                    <a:pt x="9538" y="888"/>
                  </a:lnTo>
                  <a:lnTo>
                    <a:pt x="9036" y="579"/>
                  </a:lnTo>
                  <a:lnTo>
                    <a:pt x="8457" y="386"/>
                  </a:lnTo>
                  <a:lnTo>
                    <a:pt x="7916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1" name="Google Shape;3941;p17"/>
            <p:cNvSpPr/>
            <p:nvPr/>
          </p:nvSpPr>
          <p:spPr>
            <a:xfrm>
              <a:off x="6719625" y="2898500"/>
              <a:ext cx="625575" cy="344675"/>
            </a:xfrm>
            <a:custGeom>
              <a:avLst/>
              <a:gdLst/>
              <a:ahLst/>
              <a:cxnLst/>
              <a:rect l="l" t="t" r="r" b="b"/>
              <a:pathLst>
                <a:path w="25023" h="13787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41" y="2009"/>
                  </a:lnTo>
                  <a:lnTo>
                    <a:pt x="23787" y="2163"/>
                  </a:lnTo>
                  <a:lnTo>
                    <a:pt x="23633" y="2202"/>
                  </a:lnTo>
                  <a:lnTo>
                    <a:pt x="23478" y="2202"/>
                  </a:lnTo>
                  <a:lnTo>
                    <a:pt x="23324" y="2163"/>
                  </a:lnTo>
                  <a:lnTo>
                    <a:pt x="23208" y="2086"/>
                  </a:lnTo>
                  <a:lnTo>
                    <a:pt x="23092" y="1970"/>
                  </a:lnTo>
                  <a:lnTo>
                    <a:pt x="23015" y="1816"/>
                  </a:lnTo>
                  <a:lnTo>
                    <a:pt x="22976" y="1661"/>
                  </a:lnTo>
                  <a:lnTo>
                    <a:pt x="22976" y="1429"/>
                  </a:lnTo>
                  <a:lnTo>
                    <a:pt x="23053" y="1275"/>
                  </a:lnTo>
                  <a:lnTo>
                    <a:pt x="23169" y="1120"/>
                  </a:lnTo>
                  <a:lnTo>
                    <a:pt x="23285" y="966"/>
                  </a:lnTo>
                  <a:close/>
                  <a:moveTo>
                    <a:pt x="24096" y="2433"/>
                  </a:moveTo>
                  <a:lnTo>
                    <a:pt x="24212" y="2781"/>
                  </a:lnTo>
                  <a:lnTo>
                    <a:pt x="24328" y="3090"/>
                  </a:lnTo>
                  <a:lnTo>
                    <a:pt x="24366" y="3437"/>
                  </a:lnTo>
                  <a:lnTo>
                    <a:pt x="24443" y="3823"/>
                  </a:lnTo>
                  <a:lnTo>
                    <a:pt x="24173" y="3746"/>
                  </a:lnTo>
                  <a:lnTo>
                    <a:pt x="23941" y="3592"/>
                  </a:lnTo>
                  <a:lnTo>
                    <a:pt x="23864" y="3515"/>
                  </a:lnTo>
                  <a:lnTo>
                    <a:pt x="23787" y="3399"/>
                  </a:lnTo>
                  <a:lnTo>
                    <a:pt x="23748" y="3283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7" y="2742"/>
                  </a:lnTo>
                  <a:lnTo>
                    <a:pt x="23941" y="2588"/>
                  </a:lnTo>
                  <a:lnTo>
                    <a:pt x="24096" y="2433"/>
                  </a:lnTo>
                  <a:close/>
                  <a:moveTo>
                    <a:pt x="16296" y="4982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6" y="5291"/>
                  </a:lnTo>
                  <a:lnTo>
                    <a:pt x="16566" y="5407"/>
                  </a:lnTo>
                  <a:lnTo>
                    <a:pt x="16296" y="5445"/>
                  </a:lnTo>
                  <a:lnTo>
                    <a:pt x="15639" y="5523"/>
                  </a:lnTo>
                  <a:lnTo>
                    <a:pt x="15639" y="5484"/>
                  </a:lnTo>
                  <a:lnTo>
                    <a:pt x="15678" y="5368"/>
                  </a:lnTo>
                  <a:lnTo>
                    <a:pt x="15716" y="5252"/>
                  </a:lnTo>
                  <a:lnTo>
                    <a:pt x="15755" y="5175"/>
                  </a:lnTo>
                  <a:lnTo>
                    <a:pt x="15832" y="5098"/>
                  </a:lnTo>
                  <a:lnTo>
                    <a:pt x="15948" y="5021"/>
                  </a:lnTo>
                  <a:lnTo>
                    <a:pt x="16064" y="4982"/>
                  </a:lnTo>
                  <a:close/>
                  <a:moveTo>
                    <a:pt x="24443" y="4248"/>
                  </a:moveTo>
                  <a:lnTo>
                    <a:pt x="24443" y="4673"/>
                  </a:lnTo>
                  <a:lnTo>
                    <a:pt x="24366" y="5098"/>
                  </a:lnTo>
                  <a:lnTo>
                    <a:pt x="24250" y="5523"/>
                  </a:lnTo>
                  <a:lnTo>
                    <a:pt x="24057" y="5445"/>
                  </a:lnTo>
                  <a:lnTo>
                    <a:pt x="23903" y="5291"/>
                  </a:lnTo>
                  <a:lnTo>
                    <a:pt x="23826" y="5098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50"/>
                  </a:lnTo>
                  <a:lnTo>
                    <a:pt x="23864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48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1"/>
                  </a:lnTo>
                  <a:lnTo>
                    <a:pt x="18111" y="5214"/>
                  </a:lnTo>
                  <a:lnTo>
                    <a:pt x="18111" y="5407"/>
                  </a:lnTo>
                  <a:lnTo>
                    <a:pt x="18072" y="5638"/>
                  </a:lnTo>
                  <a:lnTo>
                    <a:pt x="17570" y="5523"/>
                  </a:lnTo>
                  <a:lnTo>
                    <a:pt x="17029" y="5445"/>
                  </a:lnTo>
                  <a:lnTo>
                    <a:pt x="17068" y="5291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5"/>
                  </a:lnTo>
                  <a:lnTo>
                    <a:pt x="17531" y="4866"/>
                  </a:lnTo>
                  <a:lnTo>
                    <a:pt x="17647" y="4827"/>
                  </a:lnTo>
                  <a:close/>
                  <a:moveTo>
                    <a:pt x="14712" y="5329"/>
                  </a:moveTo>
                  <a:lnTo>
                    <a:pt x="14828" y="5368"/>
                  </a:lnTo>
                  <a:lnTo>
                    <a:pt x="14906" y="5445"/>
                  </a:lnTo>
                  <a:lnTo>
                    <a:pt x="15021" y="5561"/>
                  </a:lnTo>
                  <a:lnTo>
                    <a:pt x="15060" y="5677"/>
                  </a:lnTo>
                  <a:lnTo>
                    <a:pt x="14558" y="5870"/>
                  </a:lnTo>
                  <a:lnTo>
                    <a:pt x="14056" y="6102"/>
                  </a:lnTo>
                  <a:lnTo>
                    <a:pt x="14017" y="6063"/>
                  </a:lnTo>
                  <a:lnTo>
                    <a:pt x="14056" y="5831"/>
                  </a:lnTo>
                  <a:lnTo>
                    <a:pt x="14133" y="5600"/>
                  </a:lnTo>
                  <a:lnTo>
                    <a:pt x="14249" y="5445"/>
                  </a:lnTo>
                  <a:lnTo>
                    <a:pt x="14365" y="5368"/>
                  </a:lnTo>
                  <a:lnTo>
                    <a:pt x="14442" y="5329"/>
                  </a:lnTo>
                  <a:close/>
                  <a:moveTo>
                    <a:pt x="18999" y="5484"/>
                  </a:moveTo>
                  <a:lnTo>
                    <a:pt x="19115" y="5523"/>
                  </a:lnTo>
                  <a:lnTo>
                    <a:pt x="19192" y="5561"/>
                  </a:lnTo>
                  <a:lnTo>
                    <a:pt x="19308" y="5677"/>
                  </a:lnTo>
                  <a:lnTo>
                    <a:pt x="19385" y="5831"/>
                  </a:lnTo>
                  <a:lnTo>
                    <a:pt x="19385" y="5986"/>
                  </a:lnTo>
                  <a:lnTo>
                    <a:pt x="19346" y="6179"/>
                  </a:lnTo>
                  <a:lnTo>
                    <a:pt x="18613" y="5831"/>
                  </a:lnTo>
                  <a:lnTo>
                    <a:pt x="18651" y="5754"/>
                  </a:lnTo>
                  <a:lnTo>
                    <a:pt x="18690" y="5677"/>
                  </a:lnTo>
                  <a:lnTo>
                    <a:pt x="18844" y="5523"/>
                  </a:lnTo>
                  <a:lnTo>
                    <a:pt x="18999" y="5484"/>
                  </a:lnTo>
                  <a:close/>
                  <a:moveTo>
                    <a:pt x="20196" y="6063"/>
                  </a:moveTo>
                  <a:lnTo>
                    <a:pt x="20350" y="6102"/>
                  </a:lnTo>
                  <a:lnTo>
                    <a:pt x="20466" y="6140"/>
                  </a:lnTo>
                  <a:lnTo>
                    <a:pt x="20543" y="6179"/>
                  </a:lnTo>
                  <a:lnTo>
                    <a:pt x="20698" y="6333"/>
                  </a:lnTo>
                  <a:lnTo>
                    <a:pt x="20775" y="6527"/>
                  </a:lnTo>
                  <a:lnTo>
                    <a:pt x="20814" y="6720"/>
                  </a:lnTo>
                  <a:lnTo>
                    <a:pt x="20891" y="6951"/>
                  </a:lnTo>
                  <a:lnTo>
                    <a:pt x="20466" y="6758"/>
                  </a:lnTo>
                  <a:lnTo>
                    <a:pt x="20080" y="6565"/>
                  </a:lnTo>
                  <a:lnTo>
                    <a:pt x="19810" y="6411"/>
                  </a:lnTo>
                  <a:lnTo>
                    <a:pt x="19848" y="6295"/>
                  </a:lnTo>
                  <a:lnTo>
                    <a:pt x="19887" y="6179"/>
                  </a:lnTo>
                  <a:lnTo>
                    <a:pt x="20003" y="6140"/>
                  </a:lnTo>
                  <a:lnTo>
                    <a:pt x="20080" y="6102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9"/>
                  </a:lnTo>
                  <a:lnTo>
                    <a:pt x="23941" y="5986"/>
                  </a:lnTo>
                  <a:lnTo>
                    <a:pt x="24019" y="6025"/>
                  </a:lnTo>
                  <a:lnTo>
                    <a:pt x="24096" y="6025"/>
                  </a:lnTo>
                  <a:lnTo>
                    <a:pt x="23941" y="6295"/>
                  </a:lnTo>
                  <a:lnTo>
                    <a:pt x="23748" y="6565"/>
                  </a:lnTo>
                  <a:lnTo>
                    <a:pt x="23517" y="6797"/>
                  </a:lnTo>
                  <a:lnTo>
                    <a:pt x="23246" y="6990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7"/>
                  </a:lnTo>
                  <a:lnTo>
                    <a:pt x="23015" y="6295"/>
                  </a:lnTo>
                  <a:lnTo>
                    <a:pt x="23053" y="6179"/>
                  </a:lnTo>
                  <a:lnTo>
                    <a:pt x="23131" y="6102"/>
                  </a:lnTo>
                  <a:lnTo>
                    <a:pt x="23208" y="6025"/>
                  </a:lnTo>
                  <a:lnTo>
                    <a:pt x="23285" y="5947"/>
                  </a:lnTo>
                  <a:lnTo>
                    <a:pt x="23517" y="5870"/>
                  </a:lnTo>
                  <a:close/>
                  <a:moveTo>
                    <a:pt x="13245" y="6102"/>
                  </a:moveTo>
                  <a:lnTo>
                    <a:pt x="13477" y="6179"/>
                  </a:lnTo>
                  <a:lnTo>
                    <a:pt x="13593" y="6256"/>
                  </a:lnTo>
                  <a:lnTo>
                    <a:pt x="13708" y="6333"/>
                  </a:lnTo>
                  <a:lnTo>
                    <a:pt x="13168" y="6720"/>
                  </a:lnTo>
                  <a:lnTo>
                    <a:pt x="12782" y="7106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7" y="6797"/>
                  </a:lnTo>
                  <a:lnTo>
                    <a:pt x="12627" y="6681"/>
                  </a:lnTo>
                  <a:lnTo>
                    <a:pt x="12666" y="6527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59" y="6218"/>
                  </a:lnTo>
                  <a:lnTo>
                    <a:pt x="13013" y="6140"/>
                  </a:lnTo>
                  <a:lnTo>
                    <a:pt x="13129" y="6102"/>
                  </a:lnTo>
                  <a:close/>
                  <a:moveTo>
                    <a:pt x="22165" y="6565"/>
                  </a:moveTo>
                  <a:lnTo>
                    <a:pt x="22281" y="6604"/>
                  </a:lnTo>
                  <a:lnTo>
                    <a:pt x="22474" y="6720"/>
                  </a:lnTo>
                  <a:lnTo>
                    <a:pt x="22629" y="6874"/>
                  </a:lnTo>
                  <a:lnTo>
                    <a:pt x="22783" y="7029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6"/>
                  </a:lnTo>
                  <a:lnTo>
                    <a:pt x="22937" y="7144"/>
                  </a:lnTo>
                  <a:lnTo>
                    <a:pt x="22551" y="7222"/>
                  </a:lnTo>
                  <a:lnTo>
                    <a:pt x="22165" y="7260"/>
                  </a:lnTo>
                  <a:lnTo>
                    <a:pt x="21779" y="7222"/>
                  </a:lnTo>
                  <a:lnTo>
                    <a:pt x="21393" y="7106"/>
                  </a:lnTo>
                  <a:lnTo>
                    <a:pt x="21470" y="6913"/>
                  </a:lnTo>
                  <a:lnTo>
                    <a:pt x="21625" y="6758"/>
                  </a:lnTo>
                  <a:lnTo>
                    <a:pt x="21818" y="6604"/>
                  </a:lnTo>
                  <a:lnTo>
                    <a:pt x="22049" y="6565"/>
                  </a:lnTo>
                  <a:close/>
                  <a:moveTo>
                    <a:pt x="12280" y="7415"/>
                  </a:moveTo>
                  <a:lnTo>
                    <a:pt x="12473" y="7453"/>
                  </a:lnTo>
                  <a:lnTo>
                    <a:pt x="12125" y="7994"/>
                  </a:lnTo>
                  <a:lnTo>
                    <a:pt x="11816" y="8573"/>
                  </a:lnTo>
                  <a:lnTo>
                    <a:pt x="11701" y="8341"/>
                  </a:lnTo>
                  <a:lnTo>
                    <a:pt x="11662" y="8110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39" y="7724"/>
                  </a:lnTo>
                  <a:lnTo>
                    <a:pt x="11816" y="7608"/>
                  </a:lnTo>
                  <a:lnTo>
                    <a:pt x="11894" y="7531"/>
                  </a:lnTo>
                  <a:lnTo>
                    <a:pt x="12009" y="7453"/>
                  </a:lnTo>
                  <a:lnTo>
                    <a:pt x="12164" y="7415"/>
                  </a:lnTo>
                  <a:close/>
                  <a:moveTo>
                    <a:pt x="2240" y="9384"/>
                  </a:moveTo>
                  <a:lnTo>
                    <a:pt x="2356" y="9423"/>
                  </a:lnTo>
                  <a:lnTo>
                    <a:pt x="2472" y="9500"/>
                  </a:lnTo>
                  <a:lnTo>
                    <a:pt x="2549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10002"/>
                  </a:lnTo>
                  <a:lnTo>
                    <a:pt x="2124" y="9886"/>
                  </a:lnTo>
                  <a:lnTo>
                    <a:pt x="1661" y="9886"/>
                  </a:lnTo>
                  <a:lnTo>
                    <a:pt x="1699" y="9770"/>
                  </a:lnTo>
                  <a:lnTo>
                    <a:pt x="1738" y="9654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close/>
                  <a:moveTo>
                    <a:pt x="11662" y="8998"/>
                  </a:moveTo>
                  <a:lnTo>
                    <a:pt x="11469" y="9500"/>
                  </a:lnTo>
                  <a:lnTo>
                    <a:pt x="11353" y="10040"/>
                  </a:lnTo>
                  <a:lnTo>
                    <a:pt x="11276" y="10272"/>
                  </a:lnTo>
                  <a:lnTo>
                    <a:pt x="11237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8" y="9693"/>
                  </a:lnTo>
                  <a:lnTo>
                    <a:pt x="10928" y="9577"/>
                  </a:lnTo>
                  <a:lnTo>
                    <a:pt x="10967" y="9461"/>
                  </a:lnTo>
                  <a:lnTo>
                    <a:pt x="11005" y="9345"/>
                  </a:lnTo>
                  <a:lnTo>
                    <a:pt x="11121" y="9152"/>
                  </a:lnTo>
                  <a:lnTo>
                    <a:pt x="11276" y="9075"/>
                  </a:lnTo>
                  <a:lnTo>
                    <a:pt x="11469" y="8998"/>
                  </a:lnTo>
                  <a:close/>
                  <a:moveTo>
                    <a:pt x="3784" y="9770"/>
                  </a:moveTo>
                  <a:lnTo>
                    <a:pt x="3900" y="9809"/>
                  </a:lnTo>
                  <a:lnTo>
                    <a:pt x="4016" y="9886"/>
                  </a:lnTo>
                  <a:lnTo>
                    <a:pt x="4093" y="10002"/>
                  </a:lnTo>
                  <a:lnTo>
                    <a:pt x="4132" y="10118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3" y="10542"/>
                  </a:lnTo>
                  <a:lnTo>
                    <a:pt x="4016" y="10658"/>
                  </a:lnTo>
                  <a:lnTo>
                    <a:pt x="3862" y="10542"/>
                  </a:lnTo>
                  <a:lnTo>
                    <a:pt x="3514" y="10349"/>
                  </a:lnTo>
                  <a:lnTo>
                    <a:pt x="3089" y="10156"/>
                  </a:lnTo>
                  <a:lnTo>
                    <a:pt x="3128" y="10040"/>
                  </a:lnTo>
                  <a:lnTo>
                    <a:pt x="3244" y="9925"/>
                  </a:lnTo>
                  <a:lnTo>
                    <a:pt x="3360" y="9847"/>
                  </a:lnTo>
                  <a:lnTo>
                    <a:pt x="3514" y="9770"/>
                  </a:lnTo>
                  <a:close/>
                  <a:moveTo>
                    <a:pt x="4943" y="10658"/>
                  </a:moveTo>
                  <a:lnTo>
                    <a:pt x="5020" y="10736"/>
                  </a:lnTo>
                  <a:lnTo>
                    <a:pt x="5097" y="10774"/>
                  </a:lnTo>
                  <a:lnTo>
                    <a:pt x="5136" y="10890"/>
                  </a:lnTo>
                  <a:lnTo>
                    <a:pt x="5175" y="11044"/>
                  </a:lnTo>
                  <a:lnTo>
                    <a:pt x="5136" y="11238"/>
                  </a:lnTo>
                  <a:lnTo>
                    <a:pt x="5097" y="11431"/>
                  </a:lnTo>
                  <a:lnTo>
                    <a:pt x="4402" y="10929"/>
                  </a:lnTo>
                  <a:lnTo>
                    <a:pt x="4441" y="10813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20"/>
                  </a:moveTo>
                  <a:lnTo>
                    <a:pt x="10967" y="11199"/>
                  </a:lnTo>
                  <a:lnTo>
                    <a:pt x="10735" y="11740"/>
                  </a:lnTo>
                  <a:lnTo>
                    <a:pt x="10658" y="11701"/>
                  </a:lnTo>
                  <a:lnTo>
                    <a:pt x="10503" y="11546"/>
                  </a:lnTo>
                  <a:lnTo>
                    <a:pt x="10426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3"/>
                  </a:lnTo>
                  <a:lnTo>
                    <a:pt x="10735" y="10697"/>
                  </a:lnTo>
                  <a:lnTo>
                    <a:pt x="10928" y="10620"/>
                  </a:lnTo>
                  <a:close/>
                  <a:moveTo>
                    <a:pt x="5986" y="11469"/>
                  </a:moveTo>
                  <a:lnTo>
                    <a:pt x="6063" y="11508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3" y="11778"/>
                  </a:lnTo>
                  <a:lnTo>
                    <a:pt x="6372" y="12010"/>
                  </a:lnTo>
                  <a:lnTo>
                    <a:pt x="6410" y="12242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1"/>
                  </a:lnTo>
                  <a:lnTo>
                    <a:pt x="5445" y="11624"/>
                  </a:lnTo>
                  <a:lnTo>
                    <a:pt x="5561" y="11546"/>
                  </a:lnTo>
                  <a:lnTo>
                    <a:pt x="5638" y="11508"/>
                  </a:lnTo>
                  <a:lnTo>
                    <a:pt x="5754" y="11469"/>
                  </a:lnTo>
                  <a:close/>
                  <a:moveTo>
                    <a:pt x="10542" y="12048"/>
                  </a:moveTo>
                  <a:lnTo>
                    <a:pt x="10388" y="12319"/>
                  </a:lnTo>
                  <a:lnTo>
                    <a:pt x="10195" y="12550"/>
                  </a:lnTo>
                  <a:lnTo>
                    <a:pt x="10001" y="12744"/>
                  </a:lnTo>
                  <a:lnTo>
                    <a:pt x="9770" y="12937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8" y="12242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76" y="12512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1"/>
                  </a:lnTo>
                  <a:lnTo>
                    <a:pt x="7878" y="13014"/>
                  </a:lnTo>
                  <a:lnTo>
                    <a:pt x="7878" y="13207"/>
                  </a:lnTo>
                  <a:lnTo>
                    <a:pt x="7839" y="13207"/>
                  </a:lnTo>
                  <a:lnTo>
                    <a:pt x="7337" y="13014"/>
                  </a:lnTo>
                  <a:lnTo>
                    <a:pt x="6835" y="12744"/>
                  </a:lnTo>
                  <a:lnTo>
                    <a:pt x="6990" y="12628"/>
                  </a:lnTo>
                  <a:lnTo>
                    <a:pt x="7183" y="12550"/>
                  </a:lnTo>
                  <a:lnTo>
                    <a:pt x="7376" y="12512"/>
                  </a:lnTo>
                  <a:close/>
                  <a:moveTo>
                    <a:pt x="8843" y="12628"/>
                  </a:moveTo>
                  <a:lnTo>
                    <a:pt x="8959" y="12666"/>
                  </a:lnTo>
                  <a:lnTo>
                    <a:pt x="9113" y="12782"/>
                  </a:lnTo>
                  <a:lnTo>
                    <a:pt x="9191" y="12937"/>
                  </a:lnTo>
                  <a:lnTo>
                    <a:pt x="9229" y="13130"/>
                  </a:lnTo>
                  <a:lnTo>
                    <a:pt x="9268" y="13207"/>
                  </a:lnTo>
                  <a:lnTo>
                    <a:pt x="9036" y="13284"/>
                  </a:lnTo>
                  <a:lnTo>
                    <a:pt x="8804" y="13323"/>
                  </a:lnTo>
                  <a:lnTo>
                    <a:pt x="8573" y="13323"/>
                  </a:lnTo>
                  <a:lnTo>
                    <a:pt x="8302" y="13284"/>
                  </a:lnTo>
                  <a:lnTo>
                    <a:pt x="8302" y="13207"/>
                  </a:lnTo>
                  <a:lnTo>
                    <a:pt x="8341" y="13014"/>
                  </a:lnTo>
                  <a:lnTo>
                    <a:pt x="8418" y="12821"/>
                  </a:lnTo>
                  <a:lnTo>
                    <a:pt x="8573" y="12705"/>
                  </a:lnTo>
                  <a:lnTo>
                    <a:pt x="8650" y="12666"/>
                  </a:lnTo>
                  <a:lnTo>
                    <a:pt x="8766" y="12628"/>
                  </a:lnTo>
                  <a:close/>
                  <a:moveTo>
                    <a:pt x="22976" y="1"/>
                  </a:moveTo>
                  <a:lnTo>
                    <a:pt x="22899" y="39"/>
                  </a:lnTo>
                  <a:lnTo>
                    <a:pt x="22822" y="78"/>
                  </a:lnTo>
                  <a:lnTo>
                    <a:pt x="22783" y="155"/>
                  </a:lnTo>
                  <a:lnTo>
                    <a:pt x="22744" y="232"/>
                  </a:lnTo>
                  <a:lnTo>
                    <a:pt x="22744" y="310"/>
                  </a:lnTo>
                  <a:lnTo>
                    <a:pt x="22822" y="425"/>
                  </a:lnTo>
                  <a:lnTo>
                    <a:pt x="22860" y="464"/>
                  </a:lnTo>
                  <a:lnTo>
                    <a:pt x="23015" y="657"/>
                  </a:lnTo>
                  <a:lnTo>
                    <a:pt x="22899" y="773"/>
                  </a:lnTo>
                  <a:lnTo>
                    <a:pt x="22783" y="966"/>
                  </a:lnTo>
                  <a:lnTo>
                    <a:pt x="22706" y="1120"/>
                  </a:lnTo>
                  <a:lnTo>
                    <a:pt x="22629" y="1314"/>
                  </a:lnTo>
                  <a:lnTo>
                    <a:pt x="22590" y="1507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60" y="2279"/>
                  </a:lnTo>
                  <a:lnTo>
                    <a:pt x="23053" y="2395"/>
                  </a:lnTo>
                  <a:lnTo>
                    <a:pt x="23246" y="2511"/>
                  </a:lnTo>
                  <a:lnTo>
                    <a:pt x="23478" y="2511"/>
                  </a:lnTo>
                  <a:lnTo>
                    <a:pt x="23401" y="2704"/>
                  </a:lnTo>
                  <a:lnTo>
                    <a:pt x="23362" y="2897"/>
                  </a:lnTo>
                  <a:lnTo>
                    <a:pt x="23324" y="3090"/>
                  </a:lnTo>
                  <a:lnTo>
                    <a:pt x="23362" y="3283"/>
                  </a:lnTo>
                  <a:lnTo>
                    <a:pt x="23439" y="3515"/>
                  </a:lnTo>
                  <a:lnTo>
                    <a:pt x="23555" y="3708"/>
                  </a:lnTo>
                  <a:lnTo>
                    <a:pt x="23748" y="3901"/>
                  </a:lnTo>
                  <a:lnTo>
                    <a:pt x="23980" y="4017"/>
                  </a:lnTo>
                  <a:lnTo>
                    <a:pt x="23748" y="4210"/>
                  </a:lnTo>
                  <a:lnTo>
                    <a:pt x="23555" y="4480"/>
                  </a:lnTo>
                  <a:lnTo>
                    <a:pt x="23478" y="4750"/>
                  </a:lnTo>
                  <a:lnTo>
                    <a:pt x="23439" y="4905"/>
                  </a:lnTo>
                  <a:lnTo>
                    <a:pt x="23439" y="5021"/>
                  </a:lnTo>
                  <a:lnTo>
                    <a:pt x="23517" y="5291"/>
                  </a:lnTo>
                  <a:lnTo>
                    <a:pt x="23633" y="5484"/>
                  </a:lnTo>
                  <a:lnTo>
                    <a:pt x="23401" y="5523"/>
                  </a:lnTo>
                  <a:lnTo>
                    <a:pt x="23169" y="5561"/>
                  </a:lnTo>
                  <a:lnTo>
                    <a:pt x="22976" y="5716"/>
                  </a:lnTo>
                  <a:lnTo>
                    <a:pt x="22783" y="5870"/>
                  </a:lnTo>
                  <a:lnTo>
                    <a:pt x="22706" y="6102"/>
                  </a:lnTo>
                  <a:lnTo>
                    <a:pt x="22629" y="6372"/>
                  </a:lnTo>
                  <a:lnTo>
                    <a:pt x="22474" y="6295"/>
                  </a:lnTo>
                  <a:lnTo>
                    <a:pt x="22320" y="6256"/>
                  </a:lnTo>
                  <a:lnTo>
                    <a:pt x="22165" y="6218"/>
                  </a:lnTo>
                  <a:lnTo>
                    <a:pt x="21972" y="6218"/>
                  </a:lnTo>
                  <a:lnTo>
                    <a:pt x="21740" y="6295"/>
                  </a:lnTo>
                  <a:lnTo>
                    <a:pt x="21509" y="6411"/>
                  </a:lnTo>
                  <a:lnTo>
                    <a:pt x="21354" y="6565"/>
                  </a:lnTo>
                  <a:lnTo>
                    <a:pt x="21200" y="6797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6025"/>
                  </a:lnTo>
                  <a:lnTo>
                    <a:pt x="20736" y="5909"/>
                  </a:lnTo>
                  <a:lnTo>
                    <a:pt x="20582" y="5831"/>
                  </a:lnTo>
                  <a:lnTo>
                    <a:pt x="20427" y="5754"/>
                  </a:lnTo>
                  <a:lnTo>
                    <a:pt x="20234" y="5754"/>
                  </a:lnTo>
                  <a:lnTo>
                    <a:pt x="20080" y="5793"/>
                  </a:lnTo>
                  <a:lnTo>
                    <a:pt x="19887" y="5870"/>
                  </a:lnTo>
                  <a:lnTo>
                    <a:pt x="19771" y="5947"/>
                  </a:lnTo>
                  <a:lnTo>
                    <a:pt x="19732" y="5716"/>
                  </a:lnTo>
                  <a:lnTo>
                    <a:pt x="19617" y="5484"/>
                  </a:lnTo>
                  <a:lnTo>
                    <a:pt x="19462" y="5329"/>
                  </a:lnTo>
                  <a:lnTo>
                    <a:pt x="19385" y="5252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91"/>
                  </a:lnTo>
                  <a:lnTo>
                    <a:pt x="18497" y="5407"/>
                  </a:lnTo>
                  <a:lnTo>
                    <a:pt x="18458" y="5252"/>
                  </a:lnTo>
                  <a:lnTo>
                    <a:pt x="18420" y="5136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73"/>
                  </a:lnTo>
                  <a:lnTo>
                    <a:pt x="17956" y="4596"/>
                  </a:lnTo>
                  <a:lnTo>
                    <a:pt x="17802" y="4557"/>
                  </a:lnTo>
                  <a:lnTo>
                    <a:pt x="17647" y="4519"/>
                  </a:lnTo>
                  <a:lnTo>
                    <a:pt x="17493" y="4557"/>
                  </a:lnTo>
                  <a:lnTo>
                    <a:pt x="17377" y="4596"/>
                  </a:lnTo>
                  <a:lnTo>
                    <a:pt x="17261" y="4634"/>
                  </a:lnTo>
                  <a:lnTo>
                    <a:pt x="17145" y="4750"/>
                  </a:lnTo>
                  <a:lnTo>
                    <a:pt x="17029" y="4827"/>
                  </a:lnTo>
                  <a:lnTo>
                    <a:pt x="16875" y="5098"/>
                  </a:lnTo>
                  <a:lnTo>
                    <a:pt x="16759" y="4943"/>
                  </a:lnTo>
                  <a:lnTo>
                    <a:pt x="16605" y="4789"/>
                  </a:lnTo>
                  <a:lnTo>
                    <a:pt x="16450" y="4712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66"/>
                  </a:lnTo>
                  <a:lnTo>
                    <a:pt x="15523" y="4982"/>
                  </a:lnTo>
                  <a:lnTo>
                    <a:pt x="15446" y="5136"/>
                  </a:lnTo>
                  <a:lnTo>
                    <a:pt x="15408" y="5329"/>
                  </a:lnTo>
                  <a:lnTo>
                    <a:pt x="15408" y="5484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68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2"/>
                  </a:lnTo>
                  <a:lnTo>
                    <a:pt x="14635" y="4943"/>
                  </a:lnTo>
                  <a:lnTo>
                    <a:pt x="14442" y="4982"/>
                  </a:lnTo>
                  <a:lnTo>
                    <a:pt x="14288" y="5021"/>
                  </a:lnTo>
                  <a:lnTo>
                    <a:pt x="14133" y="5098"/>
                  </a:lnTo>
                  <a:lnTo>
                    <a:pt x="14056" y="5175"/>
                  </a:lnTo>
                  <a:lnTo>
                    <a:pt x="13940" y="5291"/>
                  </a:lnTo>
                  <a:lnTo>
                    <a:pt x="13824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6"/>
                  </a:lnTo>
                  <a:lnTo>
                    <a:pt x="13168" y="5716"/>
                  </a:lnTo>
                  <a:lnTo>
                    <a:pt x="12936" y="5754"/>
                  </a:lnTo>
                  <a:lnTo>
                    <a:pt x="12743" y="5831"/>
                  </a:lnTo>
                  <a:lnTo>
                    <a:pt x="12589" y="5947"/>
                  </a:lnTo>
                  <a:lnTo>
                    <a:pt x="12511" y="6063"/>
                  </a:lnTo>
                  <a:lnTo>
                    <a:pt x="12434" y="6218"/>
                  </a:lnTo>
                  <a:lnTo>
                    <a:pt x="12357" y="6372"/>
                  </a:lnTo>
                  <a:lnTo>
                    <a:pt x="12357" y="6527"/>
                  </a:lnTo>
                  <a:lnTo>
                    <a:pt x="12357" y="6681"/>
                  </a:lnTo>
                  <a:lnTo>
                    <a:pt x="12357" y="6835"/>
                  </a:lnTo>
                  <a:lnTo>
                    <a:pt x="12434" y="6990"/>
                  </a:lnTo>
                  <a:lnTo>
                    <a:pt x="12164" y="7029"/>
                  </a:lnTo>
                  <a:lnTo>
                    <a:pt x="11894" y="7106"/>
                  </a:lnTo>
                  <a:lnTo>
                    <a:pt x="11662" y="7222"/>
                  </a:lnTo>
                  <a:lnTo>
                    <a:pt x="11507" y="7415"/>
                  </a:lnTo>
                  <a:lnTo>
                    <a:pt x="11392" y="7531"/>
                  </a:lnTo>
                  <a:lnTo>
                    <a:pt x="11353" y="7685"/>
                  </a:lnTo>
                  <a:lnTo>
                    <a:pt x="11314" y="7839"/>
                  </a:lnTo>
                  <a:lnTo>
                    <a:pt x="11276" y="7994"/>
                  </a:lnTo>
                  <a:lnTo>
                    <a:pt x="11314" y="8148"/>
                  </a:lnTo>
                  <a:lnTo>
                    <a:pt x="11353" y="8303"/>
                  </a:lnTo>
                  <a:lnTo>
                    <a:pt x="11392" y="8457"/>
                  </a:lnTo>
                  <a:lnTo>
                    <a:pt x="11469" y="8612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58" y="9230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1" y="10234"/>
                  </a:lnTo>
                  <a:lnTo>
                    <a:pt x="10619" y="10311"/>
                  </a:lnTo>
                  <a:lnTo>
                    <a:pt x="10426" y="10427"/>
                  </a:lnTo>
                  <a:lnTo>
                    <a:pt x="10233" y="10581"/>
                  </a:lnTo>
                  <a:lnTo>
                    <a:pt x="10117" y="10774"/>
                  </a:lnTo>
                  <a:lnTo>
                    <a:pt x="10079" y="11006"/>
                  </a:lnTo>
                  <a:lnTo>
                    <a:pt x="10040" y="11238"/>
                  </a:lnTo>
                  <a:lnTo>
                    <a:pt x="10079" y="11469"/>
                  </a:lnTo>
                  <a:lnTo>
                    <a:pt x="10195" y="11701"/>
                  </a:lnTo>
                  <a:lnTo>
                    <a:pt x="9924" y="11740"/>
                  </a:lnTo>
                  <a:lnTo>
                    <a:pt x="9693" y="11855"/>
                  </a:lnTo>
                  <a:lnTo>
                    <a:pt x="9499" y="12010"/>
                  </a:lnTo>
                  <a:lnTo>
                    <a:pt x="9422" y="12087"/>
                  </a:lnTo>
                  <a:lnTo>
                    <a:pt x="9384" y="12203"/>
                  </a:lnTo>
                  <a:lnTo>
                    <a:pt x="9345" y="12319"/>
                  </a:lnTo>
                  <a:lnTo>
                    <a:pt x="9306" y="12473"/>
                  </a:lnTo>
                  <a:lnTo>
                    <a:pt x="9191" y="12396"/>
                  </a:lnTo>
                  <a:lnTo>
                    <a:pt x="9036" y="12319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57"/>
                  </a:lnTo>
                  <a:lnTo>
                    <a:pt x="8380" y="12435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09" y="12550"/>
                  </a:lnTo>
                  <a:lnTo>
                    <a:pt x="7993" y="12435"/>
                  </a:lnTo>
                  <a:lnTo>
                    <a:pt x="7878" y="12319"/>
                  </a:lnTo>
                  <a:lnTo>
                    <a:pt x="7723" y="12242"/>
                  </a:lnTo>
                  <a:lnTo>
                    <a:pt x="7492" y="12164"/>
                  </a:lnTo>
                  <a:lnTo>
                    <a:pt x="7221" y="12203"/>
                  </a:lnTo>
                  <a:lnTo>
                    <a:pt x="6990" y="12280"/>
                  </a:lnTo>
                  <a:lnTo>
                    <a:pt x="6796" y="12435"/>
                  </a:lnTo>
                  <a:lnTo>
                    <a:pt x="6796" y="12048"/>
                  </a:lnTo>
                  <a:lnTo>
                    <a:pt x="6758" y="11894"/>
                  </a:lnTo>
                  <a:lnTo>
                    <a:pt x="6681" y="11701"/>
                  </a:lnTo>
                  <a:lnTo>
                    <a:pt x="6603" y="11546"/>
                  </a:lnTo>
                  <a:lnTo>
                    <a:pt x="6526" y="11431"/>
                  </a:lnTo>
                  <a:lnTo>
                    <a:pt x="6372" y="11315"/>
                  </a:lnTo>
                  <a:lnTo>
                    <a:pt x="6217" y="11199"/>
                  </a:lnTo>
                  <a:lnTo>
                    <a:pt x="6063" y="11160"/>
                  </a:lnTo>
                  <a:lnTo>
                    <a:pt x="5715" y="11160"/>
                  </a:lnTo>
                  <a:lnTo>
                    <a:pt x="5522" y="11238"/>
                  </a:lnTo>
                  <a:lnTo>
                    <a:pt x="5522" y="10967"/>
                  </a:lnTo>
                  <a:lnTo>
                    <a:pt x="5445" y="10736"/>
                  </a:lnTo>
                  <a:lnTo>
                    <a:pt x="5329" y="10504"/>
                  </a:lnTo>
                  <a:lnTo>
                    <a:pt x="5213" y="10427"/>
                  </a:lnTo>
                  <a:lnTo>
                    <a:pt x="5097" y="10388"/>
                  </a:lnTo>
                  <a:lnTo>
                    <a:pt x="4943" y="10311"/>
                  </a:lnTo>
                  <a:lnTo>
                    <a:pt x="4827" y="10311"/>
                  </a:lnTo>
                  <a:lnTo>
                    <a:pt x="4673" y="10349"/>
                  </a:lnTo>
                  <a:lnTo>
                    <a:pt x="4518" y="10388"/>
                  </a:lnTo>
                  <a:lnTo>
                    <a:pt x="4518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09" y="9577"/>
                  </a:lnTo>
                  <a:lnTo>
                    <a:pt x="4055" y="9500"/>
                  </a:lnTo>
                  <a:lnTo>
                    <a:pt x="3900" y="9461"/>
                  </a:lnTo>
                  <a:lnTo>
                    <a:pt x="3746" y="9423"/>
                  </a:lnTo>
                  <a:lnTo>
                    <a:pt x="3591" y="9423"/>
                  </a:lnTo>
                  <a:lnTo>
                    <a:pt x="3398" y="9461"/>
                  </a:lnTo>
                  <a:lnTo>
                    <a:pt x="3282" y="9538"/>
                  </a:lnTo>
                  <a:lnTo>
                    <a:pt x="3128" y="9616"/>
                  </a:lnTo>
                  <a:lnTo>
                    <a:pt x="3012" y="9770"/>
                  </a:lnTo>
                  <a:lnTo>
                    <a:pt x="2974" y="9616"/>
                  </a:lnTo>
                  <a:lnTo>
                    <a:pt x="2896" y="9461"/>
                  </a:lnTo>
                  <a:lnTo>
                    <a:pt x="2780" y="9268"/>
                  </a:lnTo>
                  <a:lnTo>
                    <a:pt x="2626" y="9152"/>
                  </a:lnTo>
                  <a:lnTo>
                    <a:pt x="2433" y="9036"/>
                  </a:lnTo>
                  <a:lnTo>
                    <a:pt x="2240" y="8998"/>
                  </a:lnTo>
                  <a:lnTo>
                    <a:pt x="2047" y="9036"/>
                  </a:lnTo>
                  <a:lnTo>
                    <a:pt x="1854" y="9114"/>
                  </a:lnTo>
                  <a:lnTo>
                    <a:pt x="1699" y="9191"/>
                  </a:lnTo>
                  <a:lnTo>
                    <a:pt x="1545" y="9345"/>
                  </a:lnTo>
                  <a:lnTo>
                    <a:pt x="1429" y="9538"/>
                  </a:lnTo>
                  <a:lnTo>
                    <a:pt x="1390" y="9732"/>
                  </a:lnTo>
                  <a:lnTo>
                    <a:pt x="1352" y="9925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311"/>
                  </a:lnTo>
                  <a:lnTo>
                    <a:pt x="386" y="10427"/>
                  </a:lnTo>
                  <a:lnTo>
                    <a:pt x="271" y="10581"/>
                  </a:lnTo>
                  <a:lnTo>
                    <a:pt x="116" y="10890"/>
                  </a:lnTo>
                  <a:lnTo>
                    <a:pt x="0" y="11238"/>
                  </a:lnTo>
                  <a:lnTo>
                    <a:pt x="0" y="11585"/>
                  </a:lnTo>
                  <a:lnTo>
                    <a:pt x="77" y="11933"/>
                  </a:lnTo>
                  <a:lnTo>
                    <a:pt x="193" y="12242"/>
                  </a:lnTo>
                  <a:lnTo>
                    <a:pt x="386" y="12550"/>
                  </a:lnTo>
                  <a:lnTo>
                    <a:pt x="618" y="12821"/>
                  </a:lnTo>
                  <a:lnTo>
                    <a:pt x="811" y="12937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52" y="13130"/>
                  </a:lnTo>
                  <a:lnTo>
                    <a:pt x="1738" y="13168"/>
                  </a:lnTo>
                  <a:lnTo>
                    <a:pt x="2085" y="13130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50"/>
                  </a:lnTo>
                  <a:lnTo>
                    <a:pt x="3360" y="12242"/>
                  </a:lnTo>
                  <a:lnTo>
                    <a:pt x="3591" y="12010"/>
                  </a:lnTo>
                  <a:lnTo>
                    <a:pt x="3553" y="11933"/>
                  </a:lnTo>
                  <a:lnTo>
                    <a:pt x="3514" y="11817"/>
                  </a:lnTo>
                  <a:lnTo>
                    <a:pt x="3437" y="11778"/>
                  </a:lnTo>
                  <a:lnTo>
                    <a:pt x="3321" y="11740"/>
                  </a:lnTo>
                  <a:lnTo>
                    <a:pt x="3282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19" y="12242"/>
                  </a:lnTo>
                  <a:lnTo>
                    <a:pt x="2587" y="12435"/>
                  </a:lnTo>
                  <a:lnTo>
                    <a:pt x="2317" y="12589"/>
                  </a:lnTo>
                  <a:lnTo>
                    <a:pt x="2047" y="12666"/>
                  </a:lnTo>
                  <a:lnTo>
                    <a:pt x="1738" y="12705"/>
                  </a:lnTo>
                  <a:lnTo>
                    <a:pt x="1429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1" y="12357"/>
                  </a:lnTo>
                  <a:lnTo>
                    <a:pt x="695" y="12203"/>
                  </a:lnTo>
                  <a:lnTo>
                    <a:pt x="618" y="12048"/>
                  </a:lnTo>
                  <a:lnTo>
                    <a:pt x="541" y="11894"/>
                  </a:lnTo>
                  <a:lnTo>
                    <a:pt x="502" y="11740"/>
                  </a:lnTo>
                  <a:lnTo>
                    <a:pt x="502" y="11546"/>
                  </a:lnTo>
                  <a:lnTo>
                    <a:pt x="502" y="11392"/>
                  </a:lnTo>
                  <a:lnTo>
                    <a:pt x="541" y="11199"/>
                  </a:lnTo>
                  <a:lnTo>
                    <a:pt x="579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8" y="10620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008" y="10349"/>
                  </a:lnTo>
                  <a:lnTo>
                    <a:pt x="2317" y="10388"/>
                  </a:lnTo>
                  <a:lnTo>
                    <a:pt x="2587" y="10427"/>
                  </a:lnTo>
                  <a:lnTo>
                    <a:pt x="2858" y="10542"/>
                  </a:lnTo>
                  <a:lnTo>
                    <a:pt x="3128" y="10658"/>
                  </a:lnTo>
                  <a:lnTo>
                    <a:pt x="3669" y="10929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6"/>
                  </a:lnTo>
                  <a:lnTo>
                    <a:pt x="5870" y="12705"/>
                  </a:lnTo>
                  <a:lnTo>
                    <a:pt x="6256" y="12975"/>
                  </a:lnTo>
                  <a:lnTo>
                    <a:pt x="6681" y="13207"/>
                  </a:lnTo>
                  <a:lnTo>
                    <a:pt x="7105" y="13439"/>
                  </a:lnTo>
                  <a:lnTo>
                    <a:pt x="7530" y="13593"/>
                  </a:lnTo>
                  <a:lnTo>
                    <a:pt x="7993" y="13747"/>
                  </a:lnTo>
                  <a:lnTo>
                    <a:pt x="8457" y="13786"/>
                  </a:lnTo>
                  <a:lnTo>
                    <a:pt x="8920" y="13786"/>
                  </a:lnTo>
                  <a:lnTo>
                    <a:pt x="9345" y="13709"/>
                  </a:lnTo>
                  <a:lnTo>
                    <a:pt x="9731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73"/>
                  </a:lnTo>
                  <a:lnTo>
                    <a:pt x="11121" y="12126"/>
                  </a:lnTo>
                  <a:lnTo>
                    <a:pt x="11314" y="11740"/>
                  </a:lnTo>
                  <a:lnTo>
                    <a:pt x="11507" y="11238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5" y="9114"/>
                  </a:lnTo>
                  <a:lnTo>
                    <a:pt x="12357" y="8612"/>
                  </a:lnTo>
                  <a:lnTo>
                    <a:pt x="12589" y="8110"/>
                  </a:lnTo>
                  <a:lnTo>
                    <a:pt x="12936" y="7646"/>
                  </a:lnTo>
                  <a:lnTo>
                    <a:pt x="13284" y="7299"/>
                  </a:lnTo>
                  <a:lnTo>
                    <a:pt x="13631" y="6990"/>
                  </a:lnTo>
                  <a:lnTo>
                    <a:pt x="14017" y="6720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2"/>
                  </a:lnTo>
                  <a:lnTo>
                    <a:pt x="15832" y="5986"/>
                  </a:lnTo>
                  <a:lnTo>
                    <a:pt x="16296" y="5947"/>
                  </a:lnTo>
                  <a:lnTo>
                    <a:pt x="16605" y="5909"/>
                  </a:lnTo>
                  <a:lnTo>
                    <a:pt x="16914" y="5909"/>
                  </a:lnTo>
                  <a:lnTo>
                    <a:pt x="17454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4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29" y="7492"/>
                  </a:lnTo>
                  <a:lnTo>
                    <a:pt x="21316" y="7646"/>
                  </a:lnTo>
                  <a:lnTo>
                    <a:pt x="21740" y="7724"/>
                  </a:lnTo>
                  <a:lnTo>
                    <a:pt x="22165" y="7762"/>
                  </a:lnTo>
                  <a:lnTo>
                    <a:pt x="22590" y="7724"/>
                  </a:lnTo>
                  <a:lnTo>
                    <a:pt x="22976" y="7646"/>
                  </a:lnTo>
                  <a:lnTo>
                    <a:pt x="23362" y="7531"/>
                  </a:lnTo>
                  <a:lnTo>
                    <a:pt x="23710" y="7299"/>
                  </a:lnTo>
                  <a:lnTo>
                    <a:pt x="24057" y="6990"/>
                  </a:lnTo>
                  <a:lnTo>
                    <a:pt x="24366" y="6642"/>
                  </a:lnTo>
                  <a:lnTo>
                    <a:pt x="24598" y="6295"/>
                  </a:lnTo>
                  <a:lnTo>
                    <a:pt x="24752" y="5909"/>
                  </a:lnTo>
                  <a:lnTo>
                    <a:pt x="24868" y="5484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210"/>
                  </a:lnTo>
                  <a:lnTo>
                    <a:pt x="24945" y="3746"/>
                  </a:lnTo>
                  <a:lnTo>
                    <a:pt x="24868" y="3283"/>
                  </a:lnTo>
                  <a:lnTo>
                    <a:pt x="24791" y="2858"/>
                  </a:lnTo>
                  <a:lnTo>
                    <a:pt x="24637" y="2395"/>
                  </a:lnTo>
                  <a:lnTo>
                    <a:pt x="24443" y="1970"/>
                  </a:lnTo>
                  <a:lnTo>
                    <a:pt x="24250" y="1584"/>
                  </a:lnTo>
                  <a:lnTo>
                    <a:pt x="24057" y="1198"/>
                  </a:lnTo>
                  <a:lnTo>
                    <a:pt x="23787" y="812"/>
                  </a:lnTo>
                  <a:lnTo>
                    <a:pt x="23941" y="387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69" y="78"/>
                  </a:lnTo>
                  <a:lnTo>
                    <a:pt x="230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2" name="Google Shape;3942;p17"/>
            <p:cNvSpPr/>
            <p:nvPr/>
          </p:nvSpPr>
          <p:spPr>
            <a:xfrm>
              <a:off x="1648525" y="2901400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8" y="0"/>
                  </a:moveTo>
                  <a:lnTo>
                    <a:pt x="0" y="580"/>
                  </a:lnTo>
                  <a:lnTo>
                    <a:pt x="0" y="1198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9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70" y="5947"/>
                  </a:lnTo>
                  <a:lnTo>
                    <a:pt x="2433" y="6411"/>
                  </a:lnTo>
                  <a:lnTo>
                    <a:pt x="2974" y="6874"/>
                  </a:lnTo>
                  <a:lnTo>
                    <a:pt x="3514" y="7260"/>
                  </a:lnTo>
                  <a:lnTo>
                    <a:pt x="4093" y="7646"/>
                  </a:lnTo>
                  <a:lnTo>
                    <a:pt x="4711" y="7955"/>
                  </a:lnTo>
                  <a:lnTo>
                    <a:pt x="5329" y="8225"/>
                  </a:lnTo>
                  <a:lnTo>
                    <a:pt x="5986" y="8496"/>
                  </a:lnTo>
                  <a:lnTo>
                    <a:pt x="6642" y="8689"/>
                  </a:lnTo>
                  <a:lnTo>
                    <a:pt x="7299" y="8843"/>
                  </a:lnTo>
                  <a:lnTo>
                    <a:pt x="7994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4"/>
                  </a:lnTo>
                  <a:lnTo>
                    <a:pt x="10774" y="9075"/>
                  </a:lnTo>
                  <a:lnTo>
                    <a:pt x="11392" y="8998"/>
                  </a:lnTo>
                  <a:lnTo>
                    <a:pt x="12048" y="8920"/>
                  </a:lnTo>
                  <a:lnTo>
                    <a:pt x="12705" y="8766"/>
                  </a:lnTo>
                  <a:lnTo>
                    <a:pt x="13361" y="8612"/>
                  </a:lnTo>
                  <a:lnTo>
                    <a:pt x="14018" y="8380"/>
                  </a:lnTo>
                  <a:lnTo>
                    <a:pt x="14635" y="8148"/>
                  </a:lnTo>
                  <a:lnTo>
                    <a:pt x="15253" y="7878"/>
                  </a:lnTo>
                  <a:lnTo>
                    <a:pt x="15871" y="7569"/>
                  </a:lnTo>
                  <a:lnTo>
                    <a:pt x="16450" y="7221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5"/>
                  </a:lnTo>
                  <a:lnTo>
                    <a:pt x="19076" y="4287"/>
                  </a:lnTo>
                  <a:lnTo>
                    <a:pt x="19346" y="3669"/>
                  </a:lnTo>
                  <a:lnTo>
                    <a:pt x="19115" y="3630"/>
                  </a:lnTo>
                  <a:lnTo>
                    <a:pt x="18767" y="4171"/>
                  </a:lnTo>
                  <a:lnTo>
                    <a:pt x="18420" y="4634"/>
                  </a:lnTo>
                  <a:lnTo>
                    <a:pt x="18033" y="5098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1" y="6333"/>
                  </a:lnTo>
                  <a:lnTo>
                    <a:pt x="16257" y="6681"/>
                  </a:lnTo>
                  <a:lnTo>
                    <a:pt x="15755" y="7028"/>
                  </a:lnTo>
                  <a:lnTo>
                    <a:pt x="15215" y="7299"/>
                  </a:lnTo>
                  <a:lnTo>
                    <a:pt x="14713" y="7569"/>
                  </a:lnTo>
                  <a:lnTo>
                    <a:pt x="14133" y="7801"/>
                  </a:lnTo>
                  <a:lnTo>
                    <a:pt x="13593" y="8032"/>
                  </a:lnTo>
                  <a:lnTo>
                    <a:pt x="13014" y="8187"/>
                  </a:lnTo>
                  <a:lnTo>
                    <a:pt x="12434" y="8341"/>
                  </a:lnTo>
                  <a:lnTo>
                    <a:pt x="11816" y="8457"/>
                  </a:lnTo>
                  <a:lnTo>
                    <a:pt x="11199" y="8534"/>
                  </a:lnTo>
                  <a:lnTo>
                    <a:pt x="10504" y="8612"/>
                  </a:lnTo>
                  <a:lnTo>
                    <a:pt x="9113" y="8612"/>
                  </a:lnTo>
                  <a:lnTo>
                    <a:pt x="8380" y="8534"/>
                  </a:lnTo>
                  <a:lnTo>
                    <a:pt x="7685" y="8418"/>
                  </a:lnTo>
                  <a:lnTo>
                    <a:pt x="6990" y="8303"/>
                  </a:lnTo>
                  <a:lnTo>
                    <a:pt x="6333" y="8110"/>
                  </a:lnTo>
                  <a:lnTo>
                    <a:pt x="5638" y="7878"/>
                  </a:lnTo>
                  <a:lnTo>
                    <a:pt x="5020" y="7608"/>
                  </a:lnTo>
                  <a:lnTo>
                    <a:pt x="4364" y="7260"/>
                  </a:lnTo>
                  <a:lnTo>
                    <a:pt x="3785" y="6913"/>
                  </a:lnTo>
                  <a:lnTo>
                    <a:pt x="3205" y="6488"/>
                  </a:lnTo>
                  <a:lnTo>
                    <a:pt x="2703" y="6063"/>
                  </a:lnTo>
                  <a:lnTo>
                    <a:pt x="2201" y="5561"/>
                  </a:lnTo>
                  <a:lnTo>
                    <a:pt x="1777" y="4982"/>
                  </a:lnTo>
                  <a:lnTo>
                    <a:pt x="1390" y="4403"/>
                  </a:lnTo>
                  <a:lnTo>
                    <a:pt x="1120" y="3901"/>
                  </a:lnTo>
                  <a:lnTo>
                    <a:pt x="850" y="3360"/>
                  </a:lnTo>
                  <a:lnTo>
                    <a:pt x="695" y="2858"/>
                  </a:lnTo>
                  <a:lnTo>
                    <a:pt x="541" y="2279"/>
                  </a:lnTo>
                  <a:lnTo>
                    <a:pt x="425" y="1738"/>
                  </a:lnTo>
                  <a:lnTo>
                    <a:pt x="386" y="1159"/>
                  </a:lnTo>
                  <a:lnTo>
                    <a:pt x="386" y="618"/>
                  </a:lnTo>
                  <a:lnTo>
                    <a:pt x="425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3" name="Google Shape;3943;p17"/>
            <p:cNvSpPr/>
            <p:nvPr/>
          </p:nvSpPr>
          <p:spPr>
            <a:xfrm>
              <a:off x="7229325" y="290815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1"/>
                  </a:moveTo>
                  <a:lnTo>
                    <a:pt x="3399" y="426"/>
                  </a:lnTo>
                  <a:lnTo>
                    <a:pt x="3785" y="619"/>
                  </a:lnTo>
                  <a:lnTo>
                    <a:pt x="4094" y="889"/>
                  </a:lnTo>
                  <a:lnTo>
                    <a:pt x="4364" y="1121"/>
                  </a:lnTo>
                  <a:lnTo>
                    <a:pt x="4635" y="1430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4" y="2434"/>
                  </a:lnTo>
                  <a:lnTo>
                    <a:pt x="5368" y="2820"/>
                  </a:lnTo>
                  <a:lnTo>
                    <a:pt x="5484" y="3206"/>
                  </a:lnTo>
                  <a:lnTo>
                    <a:pt x="5523" y="3592"/>
                  </a:lnTo>
                  <a:lnTo>
                    <a:pt x="5600" y="3978"/>
                  </a:lnTo>
                  <a:lnTo>
                    <a:pt x="5600" y="4403"/>
                  </a:lnTo>
                  <a:lnTo>
                    <a:pt x="5561" y="4789"/>
                  </a:lnTo>
                  <a:lnTo>
                    <a:pt x="5523" y="5214"/>
                  </a:lnTo>
                  <a:lnTo>
                    <a:pt x="5446" y="5600"/>
                  </a:lnTo>
                  <a:lnTo>
                    <a:pt x="5330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7"/>
                  </a:lnTo>
                  <a:lnTo>
                    <a:pt x="4210" y="8033"/>
                  </a:lnTo>
                  <a:lnTo>
                    <a:pt x="3940" y="8380"/>
                  </a:lnTo>
                  <a:lnTo>
                    <a:pt x="3631" y="8728"/>
                  </a:lnTo>
                  <a:lnTo>
                    <a:pt x="3283" y="9037"/>
                  </a:lnTo>
                  <a:lnTo>
                    <a:pt x="2936" y="9307"/>
                  </a:lnTo>
                  <a:lnTo>
                    <a:pt x="2549" y="9577"/>
                  </a:lnTo>
                  <a:lnTo>
                    <a:pt x="2163" y="9809"/>
                  </a:lnTo>
                  <a:lnTo>
                    <a:pt x="1739" y="10041"/>
                  </a:lnTo>
                  <a:lnTo>
                    <a:pt x="1314" y="10234"/>
                  </a:lnTo>
                  <a:lnTo>
                    <a:pt x="889" y="10388"/>
                  </a:lnTo>
                  <a:lnTo>
                    <a:pt x="464" y="10543"/>
                  </a:lnTo>
                  <a:lnTo>
                    <a:pt x="1" y="10658"/>
                  </a:lnTo>
                  <a:lnTo>
                    <a:pt x="78" y="11045"/>
                  </a:lnTo>
                  <a:lnTo>
                    <a:pt x="619" y="10967"/>
                  </a:lnTo>
                  <a:lnTo>
                    <a:pt x="1121" y="10813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5"/>
                  </a:lnTo>
                  <a:lnTo>
                    <a:pt x="3399" y="9616"/>
                  </a:lnTo>
                  <a:lnTo>
                    <a:pt x="3785" y="9268"/>
                  </a:lnTo>
                  <a:lnTo>
                    <a:pt x="4171" y="8921"/>
                  </a:lnTo>
                  <a:lnTo>
                    <a:pt x="4480" y="8535"/>
                  </a:lnTo>
                  <a:lnTo>
                    <a:pt x="4828" y="8110"/>
                  </a:lnTo>
                  <a:lnTo>
                    <a:pt x="5098" y="7685"/>
                  </a:lnTo>
                  <a:lnTo>
                    <a:pt x="5368" y="7222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55"/>
                  </a:lnTo>
                  <a:lnTo>
                    <a:pt x="6063" y="3631"/>
                  </a:lnTo>
                  <a:lnTo>
                    <a:pt x="5986" y="3244"/>
                  </a:lnTo>
                  <a:lnTo>
                    <a:pt x="5870" y="2820"/>
                  </a:lnTo>
                  <a:lnTo>
                    <a:pt x="5754" y="2434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7" y="1314"/>
                  </a:lnTo>
                  <a:lnTo>
                    <a:pt x="4905" y="1005"/>
                  </a:lnTo>
                  <a:lnTo>
                    <a:pt x="4596" y="696"/>
                  </a:lnTo>
                  <a:lnTo>
                    <a:pt x="4287" y="426"/>
                  </a:lnTo>
                  <a:lnTo>
                    <a:pt x="3940" y="194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4" name="Google Shape;3944;p17"/>
            <p:cNvSpPr/>
            <p:nvPr/>
          </p:nvSpPr>
          <p:spPr>
            <a:xfrm>
              <a:off x="1734450" y="2911050"/>
              <a:ext cx="35725" cy="29000"/>
            </a:xfrm>
            <a:custGeom>
              <a:avLst/>
              <a:gdLst/>
              <a:ahLst/>
              <a:cxnLst/>
              <a:rect l="l" t="t" r="r" b="b"/>
              <a:pathLst>
                <a:path w="1429" h="1160" extrusionOk="0">
                  <a:moveTo>
                    <a:pt x="502" y="1"/>
                  </a:moveTo>
                  <a:lnTo>
                    <a:pt x="309" y="116"/>
                  </a:lnTo>
                  <a:lnTo>
                    <a:pt x="193" y="232"/>
                  </a:lnTo>
                  <a:lnTo>
                    <a:pt x="77" y="387"/>
                  </a:lnTo>
                  <a:lnTo>
                    <a:pt x="39" y="541"/>
                  </a:lnTo>
                  <a:lnTo>
                    <a:pt x="0" y="734"/>
                  </a:lnTo>
                  <a:lnTo>
                    <a:pt x="39" y="927"/>
                  </a:lnTo>
                  <a:lnTo>
                    <a:pt x="116" y="1082"/>
                  </a:lnTo>
                  <a:lnTo>
                    <a:pt x="193" y="1159"/>
                  </a:lnTo>
                  <a:lnTo>
                    <a:pt x="348" y="1159"/>
                  </a:lnTo>
                  <a:lnTo>
                    <a:pt x="425" y="1043"/>
                  </a:lnTo>
                  <a:lnTo>
                    <a:pt x="425" y="1005"/>
                  </a:lnTo>
                  <a:lnTo>
                    <a:pt x="386" y="927"/>
                  </a:lnTo>
                  <a:lnTo>
                    <a:pt x="386" y="850"/>
                  </a:lnTo>
                  <a:lnTo>
                    <a:pt x="348" y="773"/>
                  </a:lnTo>
                  <a:lnTo>
                    <a:pt x="425" y="580"/>
                  </a:lnTo>
                  <a:lnTo>
                    <a:pt x="541" y="425"/>
                  </a:lnTo>
                  <a:lnTo>
                    <a:pt x="618" y="387"/>
                  </a:lnTo>
                  <a:lnTo>
                    <a:pt x="772" y="387"/>
                  </a:lnTo>
                  <a:lnTo>
                    <a:pt x="850" y="425"/>
                  </a:lnTo>
                  <a:lnTo>
                    <a:pt x="965" y="580"/>
                  </a:lnTo>
                  <a:lnTo>
                    <a:pt x="1004" y="657"/>
                  </a:lnTo>
                  <a:lnTo>
                    <a:pt x="1004" y="734"/>
                  </a:lnTo>
                  <a:lnTo>
                    <a:pt x="965" y="927"/>
                  </a:lnTo>
                  <a:lnTo>
                    <a:pt x="965" y="1005"/>
                  </a:lnTo>
                  <a:lnTo>
                    <a:pt x="965" y="1082"/>
                  </a:lnTo>
                  <a:lnTo>
                    <a:pt x="1004" y="1120"/>
                  </a:lnTo>
                  <a:lnTo>
                    <a:pt x="1081" y="1159"/>
                  </a:lnTo>
                  <a:lnTo>
                    <a:pt x="1197" y="1159"/>
                  </a:lnTo>
                  <a:lnTo>
                    <a:pt x="1274" y="1120"/>
                  </a:lnTo>
                  <a:lnTo>
                    <a:pt x="1313" y="1082"/>
                  </a:lnTo>
                  <a:lnTo>
                    <a:pt x="1390" y="889"/>
                  </a:lnTo>
                  <a:lnTo>
                    <a:pt x="1429" y="734"/>
                  </a:lnTo>
                  <a:lnTo>
                    <a:pt x="1390" y="541"/>
                  </a:lnTo>
                  <a:lnTo>
                    <a:pt x="1313" y="348"/>
                  </a:lnTo>
                  <a:lnTo>
                    <a:pt x="1197" y="194"/>
                  </a:lnTo>
                  <a:lnTo>
                    <a:pt x="1043" y="78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5" name="Google Shape;3945;p17"/>
            <p:cNvSpPr/>
            <p:nvPr/>
          </p:nvSpPr>
          <p:spPr>
            <a:xfrm>
              <a:off x="6320925" y="2913950"/>
              <a:ext cx="315700" cy="477875"/>
            </a:xfrm>
            <a:custGeom>
              <a:avLst/>
              <a:gdLst/>
              <a:ahLst/>
              <a:cxnLst/>
              <a:rect l="l" t="t" r="r" b="b"/>
              <a:pathLst>
                <a:path w="12628" h="19115" extrusionOk="0">
                  <a:moveTo>
                    <a:pt x="1004" y="618"/>
                  </a:moveTo>
                  <a:lnTo>
                    <a:pt x="1661" y="850"/>
                  </a:lnTo>
                  <a:lnTo>
                    <a:pt x="2317" y="1120"/>
                  </a:lnTo>
                  <a:lnTo>
                    <a:pt x="2742" y="1352"/>
                  </a:lnTo>
                  <a:lnTo>
                    <a:pt x="3167" y="1584"/>
                  </a:lnTo>
                  <a:lnTo>
                    <a:pt x="3321" y="1700"/>
                  </a:lnTo>
                  <a:lnTo>
                    <a:pt x="3476" y="1854"/>
                  </a:lnTo>
                  <a:lnTo>
                    <a:pt x="3669" y="2124"/>
                  </a:lnTo>
                  <a:lnTo>
                    <a:pt x="3862" y="2472"/>
                  </a:lnTo>
                  <a:lnTo>
                    <a:pt x="4016" y="2819"/>
                  </a:lnTo>
                  <a:lnTo>
                    <a:pt x="5677" y="6797"/>
                  </a:lnTo>
                  <a:lnTo>
                    <a:pt x="9075" y="15022"/>
                  </a:lnTo>
                  <a:lnTo>
                    <a:pt x="9152" y="15099"/>
                  </a:lnTo>
                  <a:lnTo>
                    <a:pt x="9191" y="15137"/>
                  </a:lnTo>
                  <a:lnTo>
                    <a:pt x="9345" y="15137"/>
                  </a:lnTo>
                  <a:lnTo>
                    <a:pt x="8920" y="15369"/>
                  </a:lnTo>
                  <a:lnTo>
                    <a:pt x="7955" y="13516"/>
                  </a:lnTo>
                  <a:lnTo>
                    <a:pt x="6990" y="11662"/>
                  </a:lnTo>
                  <a:lnTo>
                    <a:pt x="5020" y="7955"/>
                  </a:lnTo>
                  <a:lnTo>
                    <a:pt x="3012" y="4287"/>
                  </a:lnTo>
                  <a:lnTo>
                    <a:pt x="1004" y="618"/>
                  </a:lnTo>
                  <a:close/>
                  <a:moveTo>
                    <a:pt x="657" y="502"/>
                  </a:moveTo>
                  <a:lnTo>
                    <a:pt x="657" y="541"/>
                  </a:lnTo>
                  <a:lnTo>
                    <a:pt x="4673" y="8032"/>
                  </a:lnTo>
                  <a:lnTo>
                    <a:pt x="6719" y="11739"/>
                  </a:lnTo>
                  <a:lnTo>
                    <a:pt x="7762" y="13593"/>
                  </a:lnTo>
                  <a:lnTo>
                    <a:pt x="8804" y="15446"/>
                  </a:lnTo>
                  <a:lnTo>
                    <a:pt x="8650" y="15524"/>
                  </a:lnTo>
                  <a:lnTo>
                    <a:pt x="7414" y="13747"/>
                  </a:lnTo>
                  <a:lnTo>
                    <a:pt x="6179" y="12010"/>
                  </a:lnTo>
                  <a:lnTo>
                    <a:pt x="3591" y="8534"/>
                  </a:lnTo>
                  <a:lnTo>
                    <a:pt x="2317" y="6758"/>
                  </a:lnTo>
                  <a:lnTo>
                    <a:pt x="1004" y="4943"/>
                  </a:lnTo>
                  <a:lnTo>
                    <a:pt x="850" y="4711"/>
                  </a:lnTo>
                  <a:lnTo>
                    <a:pt x="734" y="4480"/>
                  </a:lnTo>
                  <a:lnTo>
                    <a:pt x="618" y="4209"/>
                  </a:lnTo>
                  <a:lnTo>
                    <a:pt x="541" y="3939"/>
                  </a:lnTo>
                  <a:lnTo>
                    <a:pt x="464" y="3399"/>
                  </a:lnTo>
                  <a:lnTo>
                    <a:pt x="425" y="2819"/>
                  </a:lnTo>
                  <a:lnTo>
                    <a:pt x="464" y="2240"/>
                  </a:lnTo>
                  <a:lnTo>
                    <a:pt x="502" y="1661"/>
                  </a:lnTo>
                  <a:lnTo>
                    <a:pt x="657" y="502"/>
                  </a:lnTo>
                  <a:close/>
                  <a:moveTo>
                    <a:pt x="11508" y="12280"/>
                  </a:moveTo>
                  <a:lnTo>
                    <a:pt x="11662" y="12357"/>
                  </a:lnTo>
                  <a:lnTo>
                    <a:pt x="11816" y="12434"/>
                  </a:lnTo>
                  <a:lnTo>
                    <a:pt x="12164" y="12859"/>
                  </a:lnTo>
                  <a:lnTo>
                    <a:pt x="12241" y="13052"/>
                  </a:lnTo>
                  <a:lnTo>
                    <a:pt x="12280" y="13245"/>
                  </a:lnTo>
                  <a:lnTo>
                    <a:pt x="12241" y="13438"/>
                  </a:lnTo>
                  <a:lnTo>
                    <a:pt x="12203" y="13631"/>
                  </a:lnTo>
                  <a:lnTo>
                    <a:pt x="12048" y="14018"/>
                  </a:lnTo>
                  <a:lnTo>
                    <a:pt x="11855" y="14365"/>
                  </a:lnTo>
                  <a:lnTo>
                    <a:pt x="11508" y="14790"/>
                  </a:lnTo>
                  <a:lnTo>
                    <a:pt x="11121" y="15176"/>
                  </a:lnTo>
                  <a:lnTo>
                    <a:pt x="10697" y="15524"/>
                  </a:lnTo>
                  <a:lnTo>
                    <a:pt x="10272" y="15871"/>
                  </a:lnTo>
                  <a:lnTo>
                    <a:pt x="10156" y="15871"/>
                  </a:lnTo>
                  <a:lnTo>
                    <a:pt x="10117" y="15987"/>
                  </a:lnTo>
                  <a:lnTo>
                    <a:pt x="9770" y="16180"/>
                  </a:lnTo>
                  <a:lnTo>
                    <a:pt x="9113" y="16605"/>
                  </a:lnTo>
                  <a:lnTo>
                    <a:pt x="8457" y="16952"/>
                  </a:lnTo>
                  <a:lnTo>
                    <a:pt x="7723" y="17261"/>
                  </a:lnTo>
                  <a:lnTo>
                    <a:pt x="6990" y="17493"/>
                  </a:lnTo>
                  <a:lnTo>
                    <a:pt x="6642" y="17609"/>
                  </a:lnTo>
                  <a:lnTo>
                    <a:pt x="6294" y="17647"/>
                  </a:lnTo>
                  <a:lnTo>
                    <a:pt x="5754" y="17647"/>
                  </a:lnTo>
                  <a:lnTo>
                    <a:pt x="5561" y="17570"/>
                  </a:lnTo>
                  <a:lnTo>
                    <a:pt x="5445" y="17493"/>
                  </a:lnTo>
                  <a:lnTo>
                    <a:pt x="5329" y="17416"/>
                  </a:lnTo>
                  <a:lnTo>
                    <a:pt x="5097" y="17184"/>
                  </a:lnTo>
                  <a:lnTo>
                    <a:pt x="4982" y="16875"/>
                  </a:lnTo>
                  <a:lnTo>
                    <a:pt x="4904" y="16605"/>
                  </a:lnTo>
                  <a:lnTo>
                    <a:pt x="4943" y="16412"/>
                  </a:lnTo>
                  <a:lnTo>
                    <a:pt x="4982" y="16219"/>
                  </a:lnTo>
                  <a:lnTo>
                    <a:pt x="5059" y="16064"/>
                  </a:lnTo>
                  <a:lnTo>
                    <a:pt x="5175" y="15948"/>
                  </a:lnTo>
                  <a:lnTo>
                    <a:pt x="5291" y="15833"/>
                  </a:lnTo>
                  <a:lnTo>
                    <a:pt x="5406" y="15755"/>
                  </a:lnTo>
                  <a:lnTo>
                    <a:pt x="5522" y="15717"/>
                  </a:lnTo>
                  <a:lnTo>
                    <a:pt x="5638" y="15755"/>
                  </a:lnTo>
                  <a:lnTo>
                    <a:pt x="5793" y="15833"/>
                  </a:lnTo>
                  <a:lnTo>
                    <a:pt x="5947" y="15948"/>
                  </a:lnTo>
                  <a:lnTo>
                    <a:pt x="6063" y="16141"/>
                  </a:lnTo>
                  <a:lnTo>
                    <a:pt x="6256" y="16373"/>
                  </a:lnTo>
                  <a:lnTo>
                    <a:pt x="6101" y="16412"/>
                  </a:lnTo>
                  <a:lnTo>
                    <a:pt x="6024" y="16450"/>
                  </a:lnTo>
                  <a:lnTo>
                    <a:pt x="6024" y="16566"/>
                  </a:lnTo>
                  <a:lnTo>
                    <a:pt x="6063" y="16643"/>
                  </a:lnTo>
                  <a:lnTo>
                    <a:pt x="6140" y="16643"/>
                  </a:lnTo>
                  <a:lnTo>
                    <a:pt x="6912" y="16566"/>
                  </a:lnTo>
                  <a:lnTo>
                    <a:pt x="7685" y="16373"/>
                  </a:lnTo>
                  <a:lnTo>
                    <a:pt x="8496" y="16064"/>
                  </a:lnTo>
                  <a:lnTo>
                    <a:pt x="9229" y="15717"/>
                  </a:lnTo>
                  <a:lnTo>
                    <a:pt x="9615" y="15485"/>
                  </a:lnTo>
                  <a:lnTo>
                    <a:pt x="9963" y="15253"/>
                  </a:lnTo>
                  <a:lnTo>
                    <a:pt x="10272" y="15022"/>
                  </a:lnTo>
                  <a:lnTo>
                    <a:pt x="10581" y="14751"/>
                  </a:lnTo>
                  <a:lnTo>
                    <a:pt x="10890" y="14481"/>
                  </a:lnTo>
                  <a:lnTo>
                    <a:pt x="11121" y="14172"/>
                  </a:lnTo>
                  <a:lnTo>
                    <a:pt x="11353" y="13825"/>
                  </a:lnTo>
                  <a:lnTo>
                    <a:pt x="11546" y="13516"/>
                  </a:lnTo>
                  <a:lnTo>
                    <a:pt x="11546" y="13438"/>
                  </a:lnTo>
                  <a:lnTo>
                    <a:pt x="11546" y="13361"/>
                  </a:lnTo>
                  <a:lnTo>
                    <a:pt x="11508" y="13284"/>
                  </a:lnTo>
                  <a:lnTo>
                    <a:pt x="11430" y="13245"/>
                  </a:lnTo>
                  <a:lnTo>
                    <a:pt x="11237" y="13245"/>
                  </a:lnTo>
                  <a:lnTo>
                    <a:pt x="11160" y="13323"/>
                  </a:lnTo>
                  <a:lnTo>
                    <a:pt x="10967" y="13670"/>
                  </a:lnTo>
                  <a:lnTo>
                    <a:pt x="10774" y="13554"/>
                  </a:lnTo>
                  <a:lnTo>
                    <a:pt x="10658" y="13438"/>
                  </a:lnTo>
                  <a:lnTo>
                    <a:pt x="10619" y="13284"/>
                  </a:lnTo>
                  <a:lnTo>
                    <a:pt x="10581" y="13168"/>
                  </a:lnTo>
                  <a:lnTo>
                    <a:pt x="10619" y="13014"/>
                  </a:lnTo>
                  <a:lnTo>
                    <a:pt x="10658" y="12859"/>
                  </a:lnTo>
                  <a:lnTo>
                    <a:pt x="10851" y="12627"/>
                  </a:lnTo>
                  <a:lnTo>
                    <a:pt x="10928" y="12473"/>
                  </a:lnTo>
                  <a:lnTo>
                    <a:pt x="11044" y="12357"/>
                  </a:lnTo>
                  <a:lnTo>
                    <a:pt x="11121" y="12319"/>
                  </a:lnTo>
                  <a:lnTo>
                    <a:pt x="11237" y="12280"/>
                  </a:lnTo>
                  <a:close/>
                  <a:moveTo>
                    <a:pt x="425" y="0"/>
                  </a:moveTo>
                  <a:lnTo>
                    <a:pt x="348" y="39"/>
                  </a:lnTo>
                  <a:lnTo>
                    <a:pt x="271" y="116"/>
                  </a:lnTo>
                  <a:lnTo>
                    <a:pt x="232" y="194"/>
                  </a:lnTo>
                  <a:lnTo>
                    <a:pt x="78" y="2588"/>
                  </a:lnTo>
                  <a:lnTo>
                    <a:pt x="39" y="3012"/>
                  </a:lnTo>
                  <a:lnTo>
                    <a:pt x="0" y="3476"/>
                  </a:lnTo>
                  <a:lnTo>
                    <a:pt x="39" y="3901"/>
                  </a:lnTo>
                  <a:lnTo>
                    <a:pt x="116" y="4325"/>
                  </a:lnTo>
                  <a:lnTo>
                    <a:pt x="232" y="4518"/>
                  </a:lnTo>
                  <a:lnTo>
                    <a:pt x="348" y="4750"/>
                  </a:lnTo>
                  <a:lnTo>
                    <a:pt x="618" y="5175"/>
                  </a:lnTo>
                  <a:lnTo>
                    <a:pt x="1236" y="5986"/>
                  </a:lnTo>
                  <a:lnTo>
                    <a:pt x="2665" y="7955"/>
                  </a:lnTo>
                  <a:lnTo>
                    <a:pt x="5445" y="11817"/>
                  </a:lnTo>
                  <a:lnTo>
                    <a:pt x="6874" y="13747"/>
                  </a:lnTo>
                  <a:lnTo>
                    <a:pt x="8341" y="15639"/>
                  </a:lnTo>
                  <a:lnTo>
                    <a:pt x="7492" y="15987"/>
                  </a:lnTo>
                  <a:lnTo>
                    <a:pt x="6642" y="16257"/>
                  </a:lnTo>
                  <a:lnTo>
                    <a:pt x="6642" y="16257"/>
                  </a:lnTo>
                  <a:lnTo>
                    <a:pt x="6681" y="16103"/>
                  </a:lnTo>
                  <a:lnTo>
                    <a:pt x="6681" y="15948"/>
                  </a:lnTo>
                  <a:lnTo>
                    <a:pt x="6642" y="15755"/>
                  </a:lnTo>
                  <a:lnTo>
                    <a:pt x="6565" y="15639"/>
                  </a:lnTo>
                  <a:lnTo>
                    <a:pt x="6488" y="15485"/>
                  </a:lnTo>
                  <a:lnTo>
                    <a:pt x="6333" y="15369"/>
                  </a:lnTo>
                  <a:lnTo>
                    <a:pt x="6179" y="15292"/>
                  </a:lnTo>
                  <a:lnTo>
                    <a:pt x="6024" y="15253"/>
                  </a:lnTo>
                  <a:lnTo>
                    <a:pt x="5715" y="15253"/>
                  </a:lnTo>
                  <a:lnTo>
                    <a:pt x="5484" y="15292"/>
                  </a:lnTo>
                  <a:lnTo>
                    <a:pt x="5213" y="15408"/>
                  </a:lnTo>
                  <a:lnTo>
                    <a:pt x="5020" y="15601"/>
                  </a:lnTo>
                  <a:lnTo>
                    <a:pt x="4827" y="15794"/>
                  </a:lnTo>
                  <a:lnTo>
                    <a:pt x="4711" y="16026"/>
                  </a:lnTo>
                  <a:lnTo>
                    <a:pt x="4595" y="16296"/>
                  </a:lnTo>
                  <a:lnTo>
                    <a:pt x="4595" y="16566"/>
                  </a:lnTo>
                  <a:lnTo>
                    <a:pt x="4634" y="16991"/>
                  </a:lnTo>
                  <a:lnTo>
                    <a:pt x="4750" y="17300"/>
                  </a:lnTo>
                  <a:lnTo>
                    <a:pt x="4904" y="17532"/>
                  </a:lnTo>
                  <a:lnTo>
                    <a:pt x="5097" y="17725"/>
                  </a:lnTo>
                  <a:lnTo>
                    <a:pt x="5368" y="17840"/>
                  </a:lnTo>
                  <a:lnTo>
                    <a:pt x="5677" y="17918"/>
                  </a:lnTo>
                  <a:lnTo>
                    <a:pt x="6024" y="17956"/>
                  </a:lnTo>
                  <a:lnTo>
                    <a:pt x="6372" y="17918"/>
                  </a:lnTo>
                  <a:lnTo>
                    <a:pt x="6719" y="17840"/>
                  </a:lnTo>
                  <a:lnTo>
                    <a:pt x="7105" y="17763"/>
                  </a:lnTo>
                  <a:lnTo>
                    <a:pt x="7878" y="17532"/>
                  </a:lnTo>
                  <a:lnTo>
                    <a:pt x="8573" y="17223"/>
                  </a:lnTo>
                  <a:lnTo>
                    <a:pt x="9152" y="16952"/>
                  </a:lnTo>
                  <a:lnTo>
                    <a:pt x="9229" y="16875"/>
                  </a:lnTo>
                  <a:lnTo>
                    <a:pt x="9461" y="16759"/>
                  </a:lnTo>
                  <a:lnTo>
                    <a:pt x="10233" y="16257"/>
                  </a:lnTo>
                  <a:lnTo>
                    <a:pt x="10812" y="17107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5"/>
                  </a:lnTo>
                  <a:lnTo>
                    <a:pt x="12280" y="19038"/>
                  </a:lnTo>
                  <a:lnTo>
                    <a:pt x="12203" y="18883"/>
                  </a:lnTo>
                  <a:lnTo>
                    <a:pt x="11816" y="18149"/>
                  </a:lnTo>
                  <a:lnTo>
                    <a:pt x="11392" y="17454"/>
                  </a:lnTo>
                  <a:lnTo>
                    <a:pt x="10928" y="16759"/>
                  </a:lnTo>
                  <a:lnTo>
                    <a:pt x="10465" y="16103"/>
                  </a:lnTo>
                  <a:lnTo>
                    <a:pt x="10967" y="15717"/>
                  </a:lnTo>
                  <a:lnTo>
                    <a:pt x="11469" y="15253"/>
                  </a:lnTo>
                  <a:lnTo>
                    <a:pt x="11894" y="14790"/>
                  </a:lnTo>
                  <a:lnTo>
                    <a:pt x="12125" y="14558"/>
                  </a:lnTo>
                  <a:lnTo>
                    <a:pt x="12280" y="14288"/>
                  </a:lnTo>
                  <a:lnTo>
                    <a:pt x="12434" y="14056"/>
                  </a:lnTo>
                  <a:lnTo>
                    <a:pt x="12511" y="13786"/>
                  </a:lnTo>
                  <a:lnTo>
                    <a:pt x="12589" y="13554"/>
                  </a:lnTo>
                  <a:lnTo>
                    <a:pt x="12627" y="13284"/>
                  </a:lnTo>
                  <a:lnTo>
                    <a:pt x="12589" y="13052"/>
                  </a:lnTo>
                  <a:lnTo>
                    <a:pt x="12511" y="12821"/>
                  </a:lnTo>
                  <a:lnTo>
                    <a:pt x="12357" y="12589"/>
                  </a:lnTo>
                  <a:lnTo>
                    <a:pt x="12164" y="12357"/>
                  </a:lnTo>
                  <a:lnTo>
                    <a:pt x="11971" y="12203"/>
                  </a:lnTo>
                  <a:lnTo>
                    <a:pt x="11739" y="12087"/>
                  </a:lnTo>
                  <a:lnTo>
                    <a:pt x="11469" y="12010"/>
                  </a:lnTo>
                  <a:lnTo>
                    <a:pt x="11237" y="12010"/>
                  </a:lnTo>
                  <a:lnTo>
                    <a:pt x="10967" y="12048"/>
                  </a:lnTo>
                  <a:lnTo>
                    <a:pt x="10735" y="12126"/>
                  </a:lnTo>
                  <a:lnTo>
                    <a:pt x="10542" y="12280"/>
                  </a:lnTo>
                  <a:lnTo>
                    <a:pt x="10388" y="12512"/>
                  </a:lnTo>
                  <a:lnTo>
                    <a:pt x="10310" y="12705"/>
                  </a:lnTo>
                  <a:lnTo>
                    <a:pt x="10272" y="12898"/>
                  </a:lnTo>
                  <a:lnTo>
                    <a:pt x="10272" y="13091"/>
                  </a:lnTo>
                  <a:lnTo>
                    <a:pt x="10310" y="13284"/>
                  </a:lnTo>
                  <a:lnTo>
                    <a:pt x="10388" y="13477"/>
                  </a:lnTo>
                  <a:lnTo>
                    <a:pt x="10504" y="13631"/>
                  </a:lnTo>
                  <a:lnTo>
                    <a:pt x="10619" y="13786"/>
                  </a:lnTo>
                  <a:lnTo>
                    <a:pt x="10812" y="13902"/>
                  </a:lnTo>
                  <a:lnTo>
                    <a:pt x="10504" y="14249"/>
                  </a:lnTo>
                  <a:lnTo>
                    <a:pt x="10156" y="14597"/>
                  </a:lnTo>
                  <a:lnTo>
                    <a:pt x="9770" y="14867"/>
                  </a:lnTo>
                  <a:lnTo>
                    <a:pt x="9430" y="15083"/>
                  </a:lnTo>
                  <a:lnTo>
                    <a:pt x="9461" y="15022"/>
                  </a:lnTo>
                  <a:lnTo>
                    <a:pt x="9500" y="14944"/>
                  </a:lnTo>
                  <a:lnTo>
                    <a:pt x="9461" y="14829"/>
                  </a:lnTo>
                  <a:lnTo>
                    <a:pt x="5715" y="5754"/>
                  </a:lnTo>
                  <a:lnTo>
                    <a:pt x="4789" y="3476"/>
                  </a:lnTo>
                  <a:lnTo>
                    <a:pt x="4364" y="2472"/>
                  </a:lnTo>
                  <a:lnTo>
                    <a:pt x="4132" y="1970"/>
                  </a:lnTo>
                  <a:lnTo>
                    <a:pt x="3978" y="1738"/>
                  </a:lnTo>
                  <a:lnTo>
                    <a:pt x="3823" y="1545"/>
                  </a:lnTo>
                  <a:lnTo>
                    <a:pt x="3514" y="1236"/>
                  </a:lnTo>
                  <a:lnTo>
                    <a:pt x="3128" y="966"/>
                  </a:lnTo>
                  <a:lnTo>
                    <a:pt x="2742" y="773"/>
                  </a:lnTo>
                  <a:lnTo>
                    <a:pt x="2279" y="541"/>
                  </a:lnTo>
                  <a:lnTo>
                    <a:pt x="1815" y="387"/>
                  </a:lnTo>
                  <a:lnTo>
                    <a:pt x="1390" y="232"/>
                  </a:lnTo>
                  <a:lnTo>
                    <a:pt x="54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6" name="Google Shape;3946;p17"/>
            <p:cNvSpPr/>
            <p:nvPr/>
          </p:nvSpPr>
          <p:spPr>
            <a:xfrm>
              <a:off x="1681350" y="2914925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0"/>
                  </a:moveTo>
                  <a:lnTo>
                    <a:pt x="425" y="39"/>
                  </a:lnTo>
                  <a:lnTo>
                    <a:pt x="232" y="116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1"/>
                  </a:lnTo>
                  <a:lnTo>
                    <a:pt x="77" y="965"/>
                  </a:lnTo>
                  <a:lnTo>
                    <a:pt x="232" y="1081"/>
                  </a:lnTo>
                  <a:lnTo>
                    <a:pt x="386" y="1197"/>
                  </a:lnTo>
                  <a:lnTo>
                    <a:pt x="464" y="1197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4" y="1004"/>
                  </a:lnTo>
                  <a:lnTo>
                    <a:pt x="386" y="927"/>
                  </a:lnTo>
                  <a:lnTo>
                    <a:pt x="348" y="811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6" y="502"/>
                  </a:lnTo>
                  <a:lnTo>
                    <a:pt x="464" y="463"/>
                  </a:lnTo>
                  <a:lnTo>
                    <a:pt x="541" y="386"/>
                  </a:lnTo>
                  <a:lnTo>
                    <a:pt x="773" y="386"/>
                  </a:lnTo>
                  <a:lnTo>
                    <a:pt x="850" y="463"/>
                  </a:lnTo>
                  <a:lnTo>
                    <a:pt x="927" y="541"/>
                  </a:lnTo>
                  <a:lnTo>
                    <a:pt x="966" y="657"/>
                  </a:lnTo>
                  <a:lnTo>
                    <a:pt x="1004" y="850"/>
                  </a:lnTo>
                  <a:lnTo>
                    <a:pt x="1043" y="965"/>
                  </a:lnTo>
                  <a:lnTo>
                    <a:pt x="1081" y="1043"/>
                  </a:lnTo>
                  <a:lnTo>
                    <a:pt x="1159" y="1081"/>
                  </a:lnTo>
                  <a:lnTo>
                    <a:pt x="1197" y="1081"/>
                  </a:lnTo>
                  <a:lnTo>
                    <a:pt x="1275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5" y="386"/>
                  </a:lnTo>
                  <a:lnTo>
                    <a:pt x="1159" y="232"/>
                  </a:lnTo>
                  <a:lnTo>
                    <a:pt x="1004" y="77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7" name="Google Shape;3947;p17"/>
            <p:cNvSpPr/>
            <p:nvPr/>
          </p:nvSpPr>
          <p:spPr>
            <a:xfrm>
              <a:off x="3785850" y="2943875"/>
              <a:ext cx="199850" cy="231725"/>
            </a:xfrm>
            <a:custGeom>
              <a:avLst/>
              <a:gdLst/>
              <a:ahLst/>
              <a:cxnLst/>
              <a:rect l="l" t="t" r="r" b="b"/>
              <a:pathLst>
                <a:path w="7994" h="9269" extrusionOk="0">
                  <a:moveTo>
                    <a:pt x="2163" y="1"/>
                  </a:moveTo>
                  <a:lnTo>
                    <a:pt x="2009" y="39"/>
                  </a:lnTo>
                  <a:lnTo>
                    <a:pt x="1854" y="78"/>
                  </a:lnTo>
                  <a:lnTo>
                    <a:pt x="1700" y="194"/>
                  </a:lnTo>
                  <a:lnTo>
                    <a:pt x="1429" y="425"/>
                  </a:lnTo>
                  <a:lnTo>
                    <a:pt x="1159" y="734"/>
                  </a:lnTo>
                  <a:lnTo>
                    <a:pt x="966" y="1005"/>
                  </a:lnTo>
                  <a:lnTo>
                    <a:pt x="696" y="1391"/>
                  </a:lnTo>
                  <a:lnTo>
                    <a:pt x="503" y="1777"/>
                  </a:lnTo>
                  <a:lnTo>
                    <a:pt x="310" y="2163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1" y="3514"/>
                  </a:lnTo>
                  <a:lnTo>
                    <a:pt x="1" y="3978"/>
                  </a:lnTo>
                  <a:lnTo>
                    <a:pt x="39" y="4441"/>
                  </a:lnTo>
                  <a:lnTo>
                    <a:pt x="155" y="4905"/>
                  </a:lnTo>
                  <a:lnTo>
                    <a:pt x="271" y="5368"/>
                  </a:lnTo>
                  <a:lnTo>
                    <a:pt x="464" y="5793"/>
                  </a:lnTo>
                  <a:lnTo>
                    <a:pt x="696" y="6218"/>
                  </a:lnTo>
                  <a:lnTo>
                    <a:pt x="1005" y="6179"/>
                  </a:lnTo>
                  <a:lnTo>
                    <a:pt x="850" y="5870"/>
                  </a:lnTo>
                  <a:lnTo>
                    <a:pt x="734" y="5522"/>
                  </a:lnTo>
                  <a:lnTo>
                    <a:pt x="618" y="5175"/>
                  </a:lnTo>
                  <a:lnTo>
                    <a:pt x="541" y="4789"/>
                  </a:lnTo>
                  <a:lnTo>
                    <a:pt x="503" y="4441"/>
                  </a:lnTo>
                  <a:lnTo>
                    <a:pt x="464" y="4055"/>
                  </a:lnTo>
                  <a:lnTo>
                    <a:pt x="464" y="3708"/>
                  </a:lnTo>
                  <a:lnTo>
                    <a:pt x="464" y="3360"/>
                  </a:lnTo>
                  <a:lnTo>
                    <a:pt x="503" y="2974"/>
                  </a:lnTo>
                  <a:lnTo>
                    <a:pt x="580" y="2626"/>
                  </a:lnTo>
                  <a:lnTo>
                    <a:pt x="696" y="2279"/>
                  </a:lnTo>
                  <a:lnTo>
                    <a:pt x="850" y="1931"/>
                  </a:lnTo>
                  <a:lnTo>
                    <a:pt x="1005" y="1622"/>
                  </a:lnTo>
                  <a:lnTo>
                    <a:pt x="1236" y="1313"/>
                  </a:lnTo>
                  <a:lnTo>
                    <a:pt x="1468" y="1043"/>
                  </a:lnTo>
                  <a:lnTo>
                    <a:pt x="1738" y="773"/>
                  </a:lnTo>
                  <a:lnTo>
                    <a:pt x="1970" y="580"/>
                  </a:lnTo>
                  <a:lnTo>
                    <a:pt x="2086" y="503"/>
                  </a:lnTo>
                  <a:lnTo>
                    <a:pt x="2202" y="503"/>
                  </a:lnTo>
                  <a:lnTo>
                    <a:pt x="2279" y="618"/>
                  </a:lnTo>
                  <a:lnTo>
                    <a:pt x="2395" y="850"/>
                  </a:lnTo>
                  <a:lnTo>
                    <a:pt x="2588" y="1236"/>
                  </a:lnTo>
                  <a:lnTo>
                    <a:pt x="2742" y="1584"/>
                  </a:lnTo>
                  <a:lnTo>
                    <a:pt x="2858" y="1970"/>
                  </a:lnTo>
                  <a:lnTo>
                    <a:pt x="2974" y="2356"/>
                  </a:lnTo>
                  <a:lnTo>
                    <a:pt x="3051" y="2742"/>
                  </a:lnTo>
                  <a:lnTo>
                    <a:pt x="3090" y="3090"/>
                  </a:lnTo>
                  <a:lnTo>
                    <a:pt x="3090" y="3476"/>
                  </a:lnTo>
                  <a:lnTo>
                    <a:pt x="3051" y="3823"/>
                  </a:lnTo>
                  <a:lnTo>
                    <a:pt x="2974" y="4171"/>
                  </a:lnTo>
                  <a:lnTo>
                    <a:pt x="2897" y="4480"/>
                  </a:lnTo>
                  <a:lnTo>
                    <a:pt x="2742" y="4827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61"/>
                  </a:lnTo>
                  <a:lnTo>
                    <a:pt x="2395" y="5638"/>
                  </a:lnTo>
                  <a:lnTo>
                    <a:pt x="2356" y="5716"/>
                  </a:lnTo>
                  <a:lnTo>
                    <a:pt x="2356" y="5754"/>
                  </a:lnTo>
                  <a:lnTo>
                    <a:pt x="2356" y="5793"/>
                  </a:lnTo>
                  <a:lnTo>
                    <a:pt x="2395" y="5831"/>
                  </a:lnTo>
                  <a:lnTo>
                    <a:pt x="2433" y="5793"/>
                  </a:lnTo>
                  <a:lnTo>
                    <a:pt x="2626" y="5754"/>
                  </a:lnTo>
                  <a:lnTo>
                    <a:pt x="2781" y="5716"/>
                  </a:lnTo>
                  <a:lnTo>
                    <a:pt x="3167" y="5677"/>
                  </a:lnTo>
                  <a:lnTo>
                    <a:pt x="3592" y="5716"/>
                  </a:lnTo>
                  <a:lnTo>
                    <a:pt x="4017" y="5831"/>
                  </a:lnTo>
                  <a:lnTo>
                    <a:pt x="4441" y="5947"/>
                  </a:lnTo>
                  <a:lnTo>
                    <a:pt x="4827" y="6102"/>
                  </a:lnTo>
                  <a:lnTo>
                    <a:pt x="5214" y="6295"/>
                  </a:lnTo>
                  <a:lnTo>
                    <a:pt x="5523" y="6449"/>
                  </a:lnTo>
                  <a:lnTo>
                    <a:pt x="5831" y="6642"/>
                  </a:lnTo>
                  <a:lnTo>
                    <a:pt x="6140" y="6874"/>
                  </a:lnTo>
                  <a:lnTo>
                    <a:pt x="6411" y="7106"/>
                  </a:lnTo>
                  <a:lnTo>
                    <a:pt x="6681" y="7337"/>
                  </a:lnTo>
                  <a:lnTo>
                    <a:pt x="6913" y="7646"/>
                  </a:lnTo>
                  <a:lnTo>
                    <a:pt x="7144" y="7917"/>
                  </a:lnTo>
                  <a:lnTo>
                    <a:pt x="7337" y="8225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56" y="8805"/>
                  </a:lnTo>
                  <a:lnTo>
                    <a:pt x="5870" y="8843"/>
                  </a:lnTo>
                  <a:lnTo>
                    <a:pt x="5445" y="8805"/>
                  </a:lnTo>
                  <a:lnTo>
                    <a:pt x="5059" y="8766"/>
                  </a:lnTo>
                  <a:lnTo>
                    <a:pt x="4634" y="8650"/>
                  </a:lnTo>
                  <a:lnTo>
                    <a:pt x="4248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33" y="7106"/>
                  </a:lnTo>
                  <a:lnTo>
                    <a:pt x="1931" y="6604"/>
                  </a:lnTo>
                  <a:lnTo>
                    <a:pt x="1854" y="6526"/>
                  </a:lnTo>
                  <a:lnTo>
                    <a:pt x="1777" y="6526"/>
                  </a:lnTo>
                  <a:lnTo>
                    <a:pt x="1661" y="6565"/>
                  </a:lnTo>
                  <a:lnTo>
                    <a:pt x="1622" y="6565"/>
                  </a:lnTo>
                  <a:lnTo>
                    <a:pt x="1584" y="6604"/>
                  </a:lnTo>
                  <a:lnTo>
                    <a:pt x="1429" y="6874"/>
                  </a:lnTo>
                  <a:lnTo>
                    <a:pt x="1622" y="6913"/>
                  </a:lnTo>
                  <a:lnTo>
                    <a:pt x="2240" y="7492"/>
                  </a:lnTo>
                  <a:lnTo>
                    <a:pt x="2897" y="8071"/>
                  </a:lnTo>
                  <a:lnTo>
                    <a:pt x="3244" y="8341"/>
                  </a:lnTo>
                  <a:lnTo>
                    <a:pt x="3592" y="8573"/>
                  </a:lnTo>
                  <a:lnTo>
                    <a:pt x="3978" y="8805"/>
                  </a:lnTo>
                  <a:lnTo>
                    <a:pt x="4364" y="8998"/>
                  </a:lnTo>
                  <a:lnTo>
                    <a:pt x="4789" y="9152"/>
                  </a:lnTo>
                  <a:lnTo>
                    <a:pt x="5252" y="9229"/>
                  </a:lnTo>
                  <a:lnTo>
                    <a:pt x="5677" y="9268"/>
                  </a:lnTo>
                  <a:lnTo>
                    <a:pt x="6102" y="9229"/>
                  </a:lnTo>
                  <a:lnTo>
                    <a:pt x="6565" y="9191"/>
                  </a:lnTo>
                  <a:lnTo>
                    <a:pt x="6990" y="9114"/>
                  </a:lnTo>
                  <a:lnTo>
                    <a:pt x="7878" y="8882"/>
                  </a:lnTo>
                  <a:lnTo>
                    <a:pt x="7955" y="8805"/>
                  </a:lnTo>
                  <a:lnTo>
                    <a:pt x="7994" y="8727"/>
                  </a:lnTo>
                  <a:lnTo>
                    <a:pt x="7994" y="8650"/>
                  </a:lnTo>
                  <a:lnTo>
                    <a:pt x="7994" y="8573"/>
                  </a:lnTo>
                  <a:lnTo>
                    <a:pt x="7762" y="8110"/>
                  </a:lnTo>
                  <a:lnTo>
                    <a:pt x="7492" y="7685"/>
                  </a:lnTo>
                  <a:lnTo>
                    <a:pt x="7183" y="7299"/>
                  </a:lnTo>
                  <a:lnTo>
                    <a:pt x="6874" y="6951"/>
                  </a:lnTo>
                  <a:lnTo>
                    <a:pt x="6488" y="6604"/>
                  </a:lnTo>
                  <a:lnTo>
                    <a:pt x="6102" y="6295"/>
                  </a:lnTo>
                  <a:lnTo>
                    <a:pt x="5677" y="6063"/>
                  </a:lnTo>
                  <a:lnTo>
                    <a:pt x="5252" y="5831"/>
                  </a:lnTo>
                  <a:lnTo>
                    <a:pt x="4827" y="5638"/>
                  </a:lnTo>
                  <a:lnTo>
                    <a:pt x="4248" y="5445"/>
                  </a:lnTo>
                  <a:lnTo>
                    <a:pt x="3901" y="5368"/>
                  </a:lnTo>
                  <a:lnTo>
                    <a:pt x="3592" y="5329"/>
                  </a:lnTo>
                  <a:lnTo>
                    <a:pt x="3283" y="5291"/>
                  </a:lnTo>
                  <a:lnTo>
                    <a:pt x="2974" y="5291"/>
                  </a:lnTo>
                  <a:lnTo>
                    <a:pt x="3167" y="4982"/>
                  </a:lnTo>
                  <a:lnTo>
                    <a:pt x="3283" y="4673"/>
                  </a:lnTo>
                  <a:lnTo>
                    <a:pt x="3399" y="4325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44"/>
                  </a:lnTo>
                  <a:lnTo>
                    <a:pt x="3476" y="2858"/>
                  </a:lnTo>
                  <a:lnTo>
                    <a:pt x="3437" y="2510"/>
                  </a:lnTo>
                  <a:lnTo>
                    <a:pt x="3322" y="1970"/>
                  </a:lnTo>
                  <a:lnTo>
                    <a:pt x="3128" y="1468"/>
                  </a:lnTo>
                  <a:lnTo>
                    <a:pt x="2935" y="1005"/>
                  </a:lnTo>
                  <a:lnTo>
                    <a:pt x="2704" y="503"/>
                  </a:lnTo>
                  <a:lnTo>
                    <a:pt x="2588" y="309"/>
                  </a:lnTo>
                  <a:lnTo>
                    <a:pt x="2433" y="116"/>
                  </a:lnTo>
                  <a:lnTo>
                    <a:pt x="2356" y="78"/>
                  </a:lnTo>
                  <a:lnTo>
                    <a:pt x="227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8" name="Google Shape;3948;p17"/>
            <p:cNvSpPr/>
            <p:nvPr/>
          </p:nvSpPr>
          <p:spPr>
            <a:xfrm>
              <a:off x="1264300" y="2944850"/>
              <a:ext cx="455675" cy="657425"/>
            </a:xfrm>
            <a:custGeom>
              <a:avLst/>
              <a:gdLst/>
              <a:ahLst/>
              <a:cxnLst/>
              <a:rect l="l" t="t" r="r" b="b"/>
              <a:pathLst>
                <a:path w="18227" h="26297" extrusionOk="0">
                  <a:moveTo>
                    <a:pt x="310" y="348"/>
                  </a:moveTo>
                  <a:lnTo>
                    <a:pt x="425" y="386"/>
                  </a:lnTo>
                  <a:lnTo>
                    <a:pt x="1700" y="1429"/>
                  </a:lnTo>
                  <a:lnTo>
                    <a:pt x="2974" y="2510"/>
                  </a:lnTo>
                  <a:lnTo>
                    <a:pt x="4210" y="3591"/>
                  </a:lnTo>
                  <a:lnTo>
                    <a:pt x="5445" y="4673"/>
                  </a:lnTo>
                  <a:lnTo>
                    <a:pt x="5098" y="5290"/>
                  </a:lnTo>
                  <a:lnTo>
                    <a:pt x="4943" y="5599"/>
                  </a:lnTo>
                  <a:lnTo>
                    <a:pt x="4712" y="5831"/>
                  </a:lnTo>
                  <a:lnTo>
                    <a:pt x="4519" y="6101"/>
                  </a:lnTo>
                  <a:lnTo>
                    <a:pt x="4248" y="6294"/>
                  </a:lnTo>
                  <a:lnTo>
                    <a:pt x="3978" y="6526"/>
                  </a:lnTo>
                  <a:lnTo>
                    <a:pt x="3669" y="6680"/>
                  </a:lnTo>
                  <a:lnTo>
                    <a:pt x="3360" y="6835"/>
                  </a:lnTo>
                  <a:lnTo>
                    <a:pt x="3051" y="6989"/>
                  </a:lnTo>
                  <a:lnTo>
                    <a:pt x="2395" y="7182"/>
                  </a:lnTo>
                  <a:lnTo>
                    <a:pt x="1738" y="7298"/>
                  </a:lnTo>
                  <a:lnTo>
                    <a:pt x="1082" y="7414"/>
                  </a:lnTo>
                  <a:lnTo>
                    <a:pt x="889" y="6526"/>
                  </a:lnTo>
                  <a:lnTo>
                    <a:pt x="734" y="5677"/>
                  </a:lnTo>
                  <a:lnTo>
                    <a:pt x="580" y="4788"/>
                  </a:lnTo>
                  <a:lnTo>
                    <a:pt x="464" y="3900"/>
                  </a:lnTo>
                  <a:lnTo>
                    <a:pt x="387" y="3012"/>
                  </a:lnTo>
                  <a:lnTo>
                    <a:pt x="348" y="2124"/>
                  </a:lnTo>
                  <a:lnTo>
                    <a:pt x="310" y="1236"/>
                  </a:lnTo>
                  <a:lnTo>
                    <a:pt x="310" y="348"/>
                  </a:lnTo>
                  <a:close/>
                  <a:moveTo>
                    <a:pt x="12357" y="12318"/>
                  </a:moveTo>
                  <a:lnTo>
                    <a:pt x="13014" y="12473"/>
                  </a:lnTo>
                  <a:lnTo>
                    <a:pt x="13709" y="12550"/>
                  </a:lnTo>
                  <a:lnTo>
                    <a:pt x="14404" y="12589"/>
                  </a:lnTo>
                  <a:lnTo>
                    <a:pt x="15060" y="12550"/>
                  </a:lnTo>
                  <a:lnTo>
                    <a:pt x="15640" y="13901"/>
                  </a:lnTo>
                  <a:lnTo>
                    <a:pt x="16296" y="15214"/>
                  </a:lnTo>
                  <a:lnTo>
                    <a:pt x="17648" y="17840"/>
                  </a:lnTo>
                  <a:lnTo>
                    <a:pt x="16644" y="17686"/>
                  </a:lnTo>
                  <a:lnTo>
                    <a:pt x="15640" y="17647"/>
                  </a:lnTo>
                  <a:lnTo>
                    <a:pt x="15331" y="17608"/>
                  </a:lnTo>
                  <a:lnTo>
                    <a:pt x="15099" y="17531"/>
                  </a:lnTo>
                  <a:lnTo>
                    <a:pt x="14983" y="17493"/>
                  </a:lnTo>
                  <a:lnTo>
                    <a:pt x="14906" y="17415"/>
                  </a:lnTo>
                  <a:lnTo>
                    <a:pt x="14751" y="17106"/>
                  </a:lnTo>
                  <a:lnTo>
                    <a:pt x="14365" y="16489"/>
                  </a:lnTo>
                  <a:lnTo>
                    <a:pt x="13979" y="15832"/>
                  </a:lnTo>
                  <a:lnTo>
                    <a:pt x="13941" y="15794"/>
                  </a:lnTo>
                  <a:lnTo>
                    <a:pt x="13902" y="15755"/>
                  </a:lnTo>
                  <a:lnTo>
                    <a:pt x="13747" y="15755"/>
                  </a:lnTo>
                  <a:lnTo>
                    <a:pt x="13670" y="15214"/>
                  </a:lnTo>
                  <a:lnTo>
                    <a:pt x="13516" y="14712"/>
                  </a:lnTo>
                  <a:lnTo>
                    <a:pt x="13323" y="14172"/>
                  </a:lnTo>
                  <a:lnTo>
                    <a:pt x="13091" y="13670"/>
                  </a:lnTo>
                  <a:lnTo>
                    <a:pt x="12744" y="13013"/>
                  </a:lnTo>
                  <a:lnTo>
                    <a:pt x="12357" y="12318"/>
                  </a:lnTo>
                  <a:close/>
                  <a:moveTo>
                    <a:pt x="5677" y="4904"/>
                  </a:moveTo>
                  <a:lnTo>
                    <a:pt x="6720" y="5947"/>
                  </a:lnTo>
                  <a:lnTo>
                    <a:pt x="7762" y="6989"/>
                  </a:lnTo>
                  <a:lnTo>
                    <a:pt x="8612" y="7916"/>
                  </a:lnTo>
                  <a:lnTo>
                    <a:pt x="9423" y="8920"/>
                  </a:lnTo>
                  <a:lnTo>
                    <a:pt x="10234" y="9886"/>
                  </a:lnTo>
                  <a:lnTo>
                    <a:pt x="10967" y="10928"/>
                  </a:lnTo>
                  <a:lnTo>
                    <a:pt x="11701" y="12009"/>
                  </a:lnTo>
                  <a:lnTo>
                    <a:pt x="12087" y="12550"/>
                  </a:lnTo>
                  <a:lnTo>
                    <a:pt x="12396" y="13129"/>
                  </a:lnTo>
                  <a:lnTo>
                    <a:pt x="12705" y="13708"/>
                  </a:lnTo>
                  <a:lnTo>
                    <a:pt x="12975" y="14326"/>
                  </a:lnTo>
                  <a:lnTo>
                    <a:pt x="13207" y="14944"/>
                  </a:lnTo>
                  <a:lnTo>
                    <a:pt x="13361" y="15562"/>
                  </a:lnTo>
                  <a:lnTo>
                    <a:pt x="13439" y="16180"/>
                  </a:lnTo>
                  <a:lnTo>
                    <a:pt x="13400" y="16759"/>
                  </a:lnTo>
                  <a:lnTo>
                    <a:pt x="13361" y="17068"/>
                  </a:lnTo>
                  <a:lnTo>
                    <a:pt x="13284" y="17338"/>
                  </a:lnTo>
                  <a:lnTo>
                    <a:pt x="13207" y="17608"/>
                  </a:lnTo>
                  <a:lnTo>
                    <a:pt x="13091" y="17879"/>
                  </a:lnTo>
                  <a:lnTo>
                    <a:pt x="12975" y="18149"/>
                  </a:lnTo>
                  <a:lnTo>
                    <a:pt x="12821" y="18381"/>
                  </a:lnTo>
                  <a:lnTo>
                    <a:pt x="12628" y="18612"/>
                  </a:lnTo>
                  <a:lnTo>
                    <a:pt x="12435" y="18806"/>
                  </a:lnTo>
                  <a:lnTo>
                    <a:pt x="12203" y="18999"/>
                  </a:lnTo>
                  <a:lnTo>
                    <a:pt x="11971" y="19153"/>
                  </a:lnTo>
                  <a:lnTo>
                    <a:pt x="11662" y="19308"/>
                  </a:lnTo>
                  <a:lnTo>
                    <a:pt x="11392" y="19423"/>
                  </a:lnTo>
                  <a:lnTo>
                    <a:pt x="10813" y="19539"/>
                  </a:lnTo>
                  <a:lnTo>
                    <a:pt x="10234" y="19616"/>
                  </a:lnTo>
                  <a:lnTo>
                    <a:pt x="9693" y="19578"/>
                  </a:lnTo>
                  <a:lnTo>
                    <a:pt x="9114" y="19462"/>
                  </a:lnTo>
                  <a:lnTo>
                    <a:pt x="8573" y="19308"/>
                  </a:lnTo>
                  <a:lnTo>
                    <a:pt x="8032" y="19076"/>
                  </a:lnTo>
                  <a:lnTo>
                    <a:pt x="7531" y="18767"/>
                  </a:lnTo>
                  <a:lnTo>
                    <a:pt x="7067" y="18458"/>
                  </a:lnTo>
                  <a:lnTo>
                    <a:pt x="6642" y="18072"/>
                  </a:lnTo>
                  <a:lnTo>
                    <a:pt x="6256" y="17686"/>
                  </a:lnTo>
                  <a:lnTo>
                    <a:pt x="5870" y="17261"/>
                  </a:lnTo>
                  <a:lnTo>
                    <a:pt x="5484" y="16798"/>
                  </a:lnTo>
                  <a:lnTo>
                    <a:pt x="4827" y="15871"/>
                  </a:lnTo>
                  <a:lnTo>
                    <a:pt x="4210" y="14944"/>
                  </a:lnTo>
                  <a:lnTo>
                    <a:pt x="3592" y="13901"/>
                  </a:lnTo>
                  <a:lnTo>
                    <a:pt x="3051" y="12859"/>
                  </a:lnTo>
                  <a:lnTo>
                    <a:pt x="2549" y="11778"/>
                  </a:lnTo>
                  <a:lnTo>
                    <a:pt x="2086" y="10696"/>
                  </a:lnTo>
                  <a:lnTo>
                    <a:pt x="1816" y="9963"/>
                  </a:lnTo>
                  <a:lnTo>
                    <a:pt x="1584" y="9190"/>
                  </a:lnTo>
                  <a:lnTo>
                    <a:pt x="1352" y="8457"/>
                  </a:lnTo>
                  <a:lnTo>
                    <a:pt x="1159" y="7723"/>
                  </a:lnTo>
                  <a:lnTo>
                    <a:pt x="1816" y="7646"/>
                  </a:lnTo>
                  <a:lnTo>
                    <a:pt x="2549" y="7491"/>
                  </a:lnTo>
                  <a:lnTo>
                    <a:pt x="3244" y="7298"/>
                  </a:lnTo>
                  <a:lnTo>
                    <a:pt x="3592" y="7144"/>
                  </a:lnTo>
                  <a:lnTo>
                    <a:pt x="3901" y="6989"/>
                  </a:lnTo>
                  <a:lnTo>
                    <a:pt x="4248" y="6796"/>
                  </a:lnTo>
                  <a:lnTo>
                    <a:pt x="4519" y="6603"/>
                  </a:lnTo>
                  <a:lnTo>
                    <a:pt x="4789" y="6410"/>
                  </a:lnTo>
                  <a:lnTo>
                    <a:pt x="5059" y="6140"/>
                  </a:lnTo>
                  <a:lnTo>
                    <a:pt x="5252" y="5870"/>
                  </a:lnTo>
                  <a:lnTo>
                    <a:pt x="5445" y="5599"/>
                  </a:lnTo>
                  <a:lnTo>
                    <a:pt x="5561" y="5252"/>
                  </a:lnTo>
                  <a:lnTo>
                    <a:pt x="5677" y="4904"/>
                  </a:lnTo>
                  <a:close/>
                  <a:moveTo>
                    <a:pt x="13284" y="18381"/>
                  </a:moveTo>
                  <a:lnTo>
                    <a:pt x="13593" y="18612"/>
                  </a:lnTo>
                  <a:lnTo>
                    <a:pt x="13902" y="18844"/>
                  </a:lnTo>
                  <a:lnTo>
                    <a:pt x="13632" y="19230"/>
                  </a:lnTo>
                  <a:lnTo>
                    <a:pt x="13323" y="19578"/>
                  </a:lnTo>
                  <a:lnTo>
                    <a:pt x="12975" y="19887"/>
                  </a:lnTo>
                  <a:lnTo>
                    <a:pt x="12589" y="20157"/>
                  </a:lnTo>
                  <a:lnTo>
                    <a:pt x="12164" y="20350"/>
                  </a:lnTo>
                  <a:lnTo>
                    <a:pt x="11701" y="20505"/>
                  </a:lnTo>
                  <a:lnTo>
                    <a:pt x="11238" y="20582"/>
                  </a:lnTo>
                  <a:lnTo>
                    <a:pt x="10736" y="20620"/>
                  </a:lnTo>
                  <a:lnTo>
                    <a:pt x="10697" y="20620"/>
                  </a:lnTo>
                  <a:lnTo>
                    <a:pt x="10581" y="19964"/>
                  </a:lnTo>
                  <a:lnTo>
                    <a:pt x="10967" y="19887"/>
                  </a:lnTo>
                  <a:lnTo>
                    <a:pt x="11392" y="19810"/>
                  </a:lnTo>
                  <a:lnTo>
                    <a:pt x="11740" y="19694"/>
                  </a:lnTo>
                  <a:lnTo>
                    <a:pt x="12126" y="19501"/>
                  </a:lnTo>
                  <a:lnTo>
                    <a:pt x="12473" y="19308"/>
                  </a:lnTo>
                  <a:lnTo>
                    <a:pt x="12782" y="19037"/>
                  </a:lnTo>
                  <a:lnTo>
                    <a:pt x="13052" y="18728"/>
                  </a:lnTo>
                  <a:lnTo>
                    <a:pt x="13284" y="18381"/>
                  </a:lnTo>
                  <a:close/>
                  <a:moveTo>
                    <a:pt x="14172" y="18999"/>
                  </a:moveTo>
                  <a:lnTo>
                    <a:pt x="14636" y="19230"/>
                  </a:lnTo>
                  <a:lnTo>
                    <a:pt x="14327" y="19732"/>
                  </a:lnTo>
                  <a:lnTo>
                    <a:pt x="13941" y="20157"/>
                  </a:lnTo>
                  <a:lnTo>
                    <a:pt x="13516" y="20543"/>
                  </a:lnTo>
                  <a:lnTo>
                    <a:pt x="13091" y="20852"/>
                  </a:lnTo>
                  <a:lnTo>
                    <a:pt x="12589" y="21122"/>
                  </a:lnTo>
                  <a:lnTo>
                    <a:pt x="12087" y="21315"/>
                  </a:lnTo>
                  <a:lnTo>
                    <a:pt x="11508" y="21470"/>
                  </a:lnTo>
                  <a:lnTo>
                    <a:pt x="10929" y="21624"/>
                  </a:lnTo>
                  <a:lnTo>
                    <a:pt x="10929" y="21393"/>
                  </a:lnTo>
                  <a:lnTo>
                    <a:pt x="10851" y="21200"/>
                  </a:lnTo>
                  <a:lnTo>
                    <a:pt x="10736" y="20814"/>
                  </a:lnTo>
                  <a:lnTo>
                    <a:pt x="11276" y="20852"/>
                  </a:lnTo>
                  <a:lnTo>
                    <a:pt x="11778" y="20775"/>
                  </a:lnTo>
                  <a:lnTo>
                    <a:pt x="12280" y="20659"/>
                  </a:lnTo>
                  <a:lnTo>
                    <a:pt x="12744" y="20427"/>
                  </a:lnTo>
                  <a:lnTo>
                    <a:pt x="13168" y="20157"/>
                  </a:lnTo>
                  <a:lnTo>
                    <a:pt x="13554" y="19810"/>
                  </a:lnTo>
                  <a:lnTo>
                    <a:pt x="13863" y="19423"/>
                  </a:lnTo>
                  <a:lnTo>
                    <a:pt x="14172" y="18999"/>
                  </a:lnTo>
                  <a:close/>
                  <a:moveTo>
                    <a:pt x="14018" y="20659"/>
                  </a:moveTo>
                  <a:lnTo>
                    <a:pt x="14172" y="20852"/>
                  </a:lnTo>
                  <a:lnTo>
                    <a:pt x="14288" y="20968"/>
                  </a:lnTo>
                  <a:lnTo>
                    <a:pt x="14134" y="21007"/>
                  </a:lnTo>
                  <a:lnTo>
                    <a:pt x="14056" y="21045"/>
                  </a:lnTo>
                  <a:lnTo>
                    <a:pt x="14018" y="21122"/>
                  </a:lnTo>
                  <a:lnTo>
                    <a:pt x="13979" y="21200"/>
                  </a:lnTo>
                  <a:lnTo>
                    <a:pt x="14018" y="21277"/>
                  </a:lnTo>
                  <a:lnTo>
                    <a:pt x="14404" y="21663"/>
                  </a:lnTo>
                  <a:lnTo>
                    <a:pt x="14751" y="22049"/>
                  </a:lnTo>
                  <a:lnTo>
                    <a:pt x="15099" y="22435"/>
                  </a:lnTo>
                  <a:lnTo>
                    <a:pt x="15408" y="22860"/>
                  </a:lnTo>
                  <a:lnTo>
                    <a:pt x="15678" y="23285"/>
                  </a:lnTo>
                  <a:lnTo>
                    <a:pt x="15910" y="23748"/>
                  </a:lnTo>
                  <a:lnTo>
                    <a:pt x="16142" y="24250"/>
                  </a:lnTo>
                  <a:lnTo>
                    <a:pt x="16335" y="24714"/>
                  </a:lnTo>
                  <a:lnTo>
                    <a:pt x="15871" y="24636"/>
                  </a:lnTo>
                  <a:lnTo>
                    <a:pt x="15485" y="24521"/>
                  </a:lnTo>
                  <a:lnTo>
                    <a:pt x="15099" y="24327"/>
                  </a:lnTo>
                  <a:lnTo>
                    <a:pt x="14790" y="24096"/>
                  </a:lnTo>
                  <a:lnTo>
                    <a:pt x="14481" y="23825"/>
                  </a:lnTo>
                  <a:lnTo>
                    <a:pt x="14211" y="23517"/>
                  </a:lnTo>
                  <a:lnTo>
                    <a:pt x="13979" y="23169"/>
                  </a:lnTo>
                  <a:lnTo>
                    <a:pt x="13747" y="22744"/>
                  </a:lnTo>
                  <a:lnTo>
                    <a:pt x="13593" y="22397"/>
                  </a:lnTo>
                  <a:lnTo>
                    <a:pt x="13400" y="22126"/>
                  </a:lnTo>
                  <a:lnTo>
                    <a:pt x="13284" y="22011"/>
                  </a:lnTo>
                  <a:lnTo>
                    <a:pt x="13130" y="21895"/>
                  </a:lnTo>
                  <a:lnTo>
                    <a:pt x="12975" y="21856"/>
                  </a:lnTo>
                  <a:lnTo>
                    <a:pt x="12821" y="21895"/>
                  </a:lnTo>
                  <a:lnTo>
                    <a:pt x="12821" y="21702"/>
                  </a:lnTo>
                  <a:lnTo>
                    <a:pt x="12898" y="21470"/>
                  </a:lnTo>
                  <a:lnTo>
                    <a:pt x="13207" y="21315"/>
                  </a:lnTo>
                  <a:lnTo>
                    <a:pt x="13477" y="21122"/>
                  </a:lnTo>
                  <a:lnTo>
                    <a:pt x="13786" y="20891"/>
                  </a:lnTo>
                  <a:lnTo>
                    <a:pt x="14018" y="20659"/>
                  </a:lnTo>
                  <a:close/>
                  <a:moveTo>
                    <a:pt x="5291" y="17145"/>
                  </a:moveTo>
                  <a:lnTo>
                    <a:pt x="5677" y="17608"/>
                  </a:lnTo>
                  <a:lnTo>
                    <a:pt x="6102" y="18072"/>
                  </a:lnTo>
                  <a:lnTo>
                    <a:pt x="6565" y="18497"/>
                  </a:lnTo>
                  <a:lnTo>
                    <a:pt x="7029" y="18883"/>
                  </a:lnTo>
                  <a:lnTo>
                    <a:pt x="7531" y="19192"/>
                  </a:lnTo>
                  <a:lnTo>
                    <a:pt x="7531" y="19230"/>
                  </a:lnTo>
                  <a:lnTo>
                    <a:pt x="7917" y="19964"/>
                  </a:lnTo>
                  <a:lnTo>
                    <a:pt x="8380" y="20698"/>
                  </a:lnTo>
                  <a:lnTo>
                    <a:pt x="8573" y="20968"/>
                  </a:lnTo>
                  <a:lnTo>
                    <a:pt x="8805" y="21238"/>
                  </a:lnTo>
                  <a:lnTo>
                    <a:pt x="8998" y="21509"/>
                  </a:lnTo>
                  <a:lnTo>
                    <a:pt x="9036" y="21663"/>
                  </a:lnTo>
                  <a:lnTo>
                    <a:pt x="9075" y="21817"/>
                  </a:lnTo>
                  <a:lnTo>
                    <a:pt x="9075" y="22011"/>
                  </a:lnTo>
                  <a:lnTo>
                    <a:pt x="9036" y="22204"/>
                  </a:lnTo>
                  <a:lnTo>
                    <a:pt x="8882" y="22590"/>
                  </a:lnTo>
                  <a:lnTo>
                    <a:pt x="8496" y="23362"/>
                  </a:lnTo>
                  <a:lnTo>
                    <a:pt x="7955" y="24868"/>
                  </a:lnTo>
                  <a:lnTo>
                    <a:pt x="7608" y="24173"/>
                  </a:lnTo>
                  <a:lnTo>
                    <a:pt x="7260" y="23555"/>
                  </a:lnTo>
                  <a:lnTo>
                    <a:pt x="6874" y="22899"/>
                  </a:lnTo>
                  <a:lnTo>
                    <a:pt x="6488" y="22281"/>
                  </a:lnTo>
                  <a:lnTo>
                    <a:pt x="5716" y="21315"/>
                  </a:lnTo>
                  <a:lnTo>
                    <a:pt x="5214" y="20736"/>
                  </a:lnTo>
                  <a:lnTo>
                    <a:pt x="4982" y="20389"/>
                  </a:lnTo>
                  <a:lnTo>
                    <a:pt x="4789" y="20080"/>
                  </a:lnTo>
                  <a:lnTo>
                    <a:pt x="4827" y="20003"/>
                  </a:lnTo>
                  <a:lnTo>
                    <a:pt x="4827" y="19925"/>
                  </a:lnTo>
                  <a:lnTo>
                    <a:pt x="4827" y="19887"/>
                  </a:lnTo>
                  <a:lnTo>
                    <a:pt x="4750" y="19810"/>
                  </a:lnTo>
                  <a:lnTo>
                    <a:pt x="5021" y="18458"/>
                  </a:lnTo>
                  <a:lnTo>
                    <a:pt x="5291" y="17145"/>
                  </a:lnTo>
                  <a:close/>
                  <a:moveTo>
                    <a:pt x="14481" y="20157"/>
                  </a:moveTo>
                  <a:lnTo>
                    <a:pt x="15022" y="20273"/>
                  </a:lnTo>
                  <a:lnTo>
                    <a:pt x="15485" y="20466"/>
                  </a:lnTo>
                  <a:lnTo>
                    <a:pt x="15987" y="20659"/>
                  </a:lnTo>
                  <a:lnTo>
                    <a:pt x="16451" y="20891"/>
                  </a:lnTo>
                  <a:lnTo>
                    <a:pt x="16180" y="21007"/>
                  </a:lnTo>
                  <a:lnTo>
                    <a:pt x="15949" y="21007"/>
                  </a:lnTo>
                  <a:lnTo>
                    <a:pt x="15678" y="20968"/>
                  </a:lnTo>
                  <a:lnTo>
                    <a:pt x="15447" y="20891"/>
                  </a:lnTo>
                  <a:lnTo>
                    <a:pt x="15292" y="20891"/>
                  </a:lnTo>
                  <a:lnTo>
                    <a:pt x="15176" y="20968"/>
                  </a:lnTo>
                  <a:lnTo>
                    <a:pt x="15176" y="21045"/>
                  </a:lnTo>
                  <a:lnTo>
                    <a:pt x="15176" y="21084"/>
                  </a:lnTo>
                  <a:lnTo>
                    <a:pt x="15215" y="21161"/>
                  </a:lnTo>
                  <a:lnTo>
                    <a:pt x="15253" y="21200"/>
                  </a:lnTo>
                  <a:lnTo>
                    <a:pt x="15794" y="21547"/>
                  </a:lnTo>
                  <a:lnTo>
                    <a:pt x="16257" y="21972"/>
                  </a:lnTo>
                  <a:lnTo>
                    <a:pt x="16489" y="22204"/>
                  </a:lnTo>
                  <a:lnTo>
                    <a:pt x="16682" y="22435"/>
                  </a:lnTo>
                  <a:lnTo>
                    <a:pt x="16837" y="22706"/>
                  </a:lnTo>
                  <a:lnTo>
                    <a:pt x="16991" y="22976"/>
                  </a:lnTo>
                  <a:lnTo>
                    <a:pt x="17223" y="23517"/>
                  </a:lnTo>
                  <a:lnTo>
                    <a:pt x="17339" y="23825"/>
                  </a:lnTo>
                  <a:lnTo>
                    <a:pt x="17416" y="24173"/>
                  </a:lnTo>
                  <a:lnTo>
                    <a:pt x="17493" y="24482"/>
                  </a:lnTo>
                  <a:lnTo>
                    <a:pt x="17532" y="24791"/>
                  </a:lnTo>
                  <a:lnTo>
                    <a:pt x="17493" y="25100"/>
                  </a:lnTo>
                  <a:lnTo>
                    <a:pt x="17455" y="25409"/>
                  </a:lnTo>
                  <a:lnTo>
                    <a:pt x="17339" y="25602"/>
                  </a:lnTo>
                  <a:lnTo>
                    <a:pt x="17223" y="25756"/>
                  </a:lnTo>
                  <a:lnTo>
                    <a:pt x="17068" y="25833"/>
                  </a:lnTo>
                  <a:lnTo>
                    <a:pt x="16914" y="25872"/>
                  </a:lnTo>
                  <a:lnTo>
                    <a:pt x="16528" y="25872"/>
                  </a:lnTo>
                  <a:lnTo>
                    <a:pt x="16103" y="25756"/>
                  </a:lnTo>
                  <a:lnTo>
                    <a:pt x="15447" y="25563"/>
                  </a:lnTo>
                  <a:lnTo>
                    <a:pt x="15099" y="25409"/>
                  </a:lnTo>
                  <a:lnTo>
                    <a:pt x="14790" y="25254"/>
                  </a:lnTo>
                  <a:lnTo>
                    <a:pt x="14443" y="25061"/>
                  </a:lnTo>
                  <a:lnTo>
                    <a:pt x="14095" y="24829"/>
                  </a:lnTo>
                  <a:lnTo>
                    <a:pt x="13786" y="24559"/>
                  </a:lnTo>
                  <a:lnTo>
                    <a:pt x="13516" y="24250"/>
                  </a:lnTo>
                  <a:lnTo>
                    <a:pt x="13284" y="23903"/>
                  </a:lnTo>
                  <a:lnTo>
                    <a:pt x="13091" y="23555"/>
                  </a:lnTo>
                  <a:lnTo>
                    <a:pt x="12937" y="23208"/>
                  </a:lnTo>
                  <a:lnTo>
                    <a:pt x="12821" y="22783"/>
                  </a:lnTo>
                  <a:lnTo>
                    <a:pt x="12744" y="22706"/>
                  </a:lnTo>
                  <a:lnTo>
                    <a:pt x="12666" y="22667"/>
                  </a:lnTo>
                  <a:lnTo>
                    <a:pt x="12589" y="22706"/>
                  </a:lnTo>
                  <a:lnTo>
                    <a:pt x="12512" y="22744"/>
                  </a:lnTo>
                  <a:lnTo>
                    <a:pt x="12048" y="23439"/>
                  </a:lnTo>
                  <a:lnTo>
                    <a:pt x="11933" y="23053"/>
                  </a:lnTo>
                  <a:lnTo>
                    <a:pt x="11855" y="22628"/>
                  </a:lnTo>
                  <a:lnTo>
                    <a:pt x="11855" y="22242"/>
                  </a:lnTo>
                  <a:lnTo>
                    <a:pt x="11894" y="21817"/>
                  </a:lnTo>
                  <a:lnTo>
                    <a:pt x="12280" y="21740"/>
                  </a:lnTo>
                  <a:lnTo>
                    <a:pt x="12666" y="21586"/>
                  </a:lnTo>
                  <a:lnTo>
                    <a:pt x="12589" y="21817"/>
                  </a:lnTo>
                  <a:lnTo>
                    <a:pt x="12589" y="22049"/>
                  </a:lnTo>
                  <a:lnTo>
                    <a:pt x="12589" y="22126"/>
                  </a:lnTo>
                  <a:lnTo>
                    <a:pt x="12628" y="22165"/>
                  </a:lnTo>
                  <a:lnTo>
                    <a:pt x="12937" y="22165"/>
                  </a:lnTo>
                  <a:lnTo>
                    <a:pt x="13130" y="22319"/>
                  </a:lnTo>
                  <a:lnTo>
                    <a:pt x="13323" y="22551"/>
                  </a:lnTo>
                  <a:lnTo>
                    <a:pt x="13516" y="22821"/>
                  </a:lnTo>
                  <a:lnTo>
                    <a:pt x="13863" y="23439"/>
                  </a:lnTo>
                  <a:lnTo>
                    <a:pt x="14095" y="23825"/>
                  </a:lnTo>
                  <a:lnTo>
                    <a:pt x="14404" y="24173"/>
                  </a:lnTo>
                  <a:lnTo>
                    <a:pt x="14751" y="24482"/>
                  </a:lnTo>
                  <a:lnTo>
                    <a:pt x="15176" y="24752"/>
                  </a:lnTo>
                  <a:lnTo>
                    <a:pt x="15640" y="24907"/>
                  </a:lnTo>
                  <a:lnTo>
                    <a:pt x="15871" y="24945"/>
                  </a:lnTo>
                  <a:lnTo>
                    <a:pt x="16103" y="24984"/>
                  </a:lnTo>
                  <a:lnTo>
                    <a:pt x="16566" y="24984"/>
                  </a:lnTo>
                  <a:lnTo>
                    <a:pt x="16644" y="24945"/>
                  </a:lnTo>
                  <a:lnTo>
                    <a:pt x="16644" y="24907"/>
                  </a:lnTo>
                  <a:lnTo>
                    <a:pt x="16644" y="24829"/>
                  </a:lnTo>
                  <a:lnTo>
                    <a:pt x="16605" y="24791"/>
                  </a:lnTo>
                  <a:lnTo>
                    <a:pt x="16605" y="24752"/>
                  </a:lnTo>
                  <a:lnTo>
                    <a:pt x="16451" y="24250"/>
                  </a:lnTo>
                  <a:lnTo>
                    <a:pt x="16257" y="23748"/>
                  </a:lnTo>
                  <a:lnTo>
                    <a:pt x="16026" y="23285"/>
                  </a:lnTo>
                  <a:lnTo>
                    <a:pt x="15755" y="22821"/>
                  </a:lnTo>
                  <a:lnTo>
                    <a:pt x="15485" y="22397"/>
                  </a:lnTo>
                  <a:lnTo>
                    <a:pt x="15176" y="22011"/>
                  </a:lnTo>
                  <a:lnTo>
                    <a:pt x="14829" y="21586"/>
                  </a:lnTo>
                  <a:lnTo>
                    <a:pt x="14443" y="21238"/>
                  </a:lnTo>
                  <a:lnTo>
                    <a:pt x="14597" y="21161"/>
                  </a:lnTo>
                  <a:lnTo>
                    <a:pt x="14713" y="21045"/>
                  </a:lnTo>
                  <a:lnTo>
                    <a:pt x="14751" y="20968"/>
                  </a:lnTo>
                  <a:lnTo>
                    <a:pt x="14751" y="20929"/>
                  </a:lnTo>
                  <a:lnTo>
                    <a:pt x="14713" y="20852"/>
                  </a:lnTo>
                  <a:lnTo>
                    <a:pt x="14674" y="20814"/>
                  </a:lnTo>
                  <a:lnTo>
                    <a:pt x="14211" y="20505"/>
                  </a:lnTo>
                  <a:lnTo>
                    <a:pt x="14481" y="20157"/>
                  </a:lnTo>
                  <a:close/>
                  <a:moveTo>
                    <a:pt x="155" y="0"/>
                  </a:moveTo>
                  <a:lnTo>
                    <a:pt x="116" y="39"/>
                  </a:lnTo>
                  <a:lnTo>
                    <a:pt x="78" y="77"/>
                  </a:lnTo>
                  <a:lnTo>
                    <a:pt x="116" y="155"/>
                  </a:lnTo>
                  <a:lnTo>
                    <a:pt x="78" y="193"/>
                  </a:lnTo>
                  <a:lnTo>
                    <a:pt x="39" y="270"/>
                  </a:lnTo>
                  <a:lnTo>
                    <a:pt x="1" y="1583"/>
                  </a:lnTo>
                  <a:lnTo>
                    <a:pt x="39" y="2896"/>
                  </a:lnTo>
                  <a:lnTo>
                    <a:pt x="116" y="4171"/>
                  </a:lnTo>
                  <a:lnTo>
                    <a:pt x="310" y="5483"/>
                  </a:lnTo>
                  <a:lnTo>
                    <a:pt x="541" y="6758"/>
                  </a:lnTo>
                  <a:lnTo>
                    <a:pt x="850" y="8032"/>
                  </a:lnTo>
                  <a:lnTo>
                    <a:pt x="1198" y="9306"/>
                  </a:lnTo>
                  <a:lnTo>
                    <a:pt x="1622" y="10542"/>
                  </a:lnTo>
                  <a:lnTo>
                    <a:pt x="2124" y="11739"/>
                  </a:lnTo>
                  <a:lnTo>
                    <a:pt x="2665" y="12936"/>
                  </a:lnTo>
                  <a:lnTo>
                    <a:pt x="3283" y="14095"/>
                  </a:lnTo>
                  <a:lnTo>
                    <a:pt x="3978" y="15214"/>
                  </a:lnTo>
                  <a:lnTo>
                    <a:pt x="4519" y="16064"/>
                  </a:lnTo>
                  <a:lnTo>
                    <a:pt x="5098" y="16913"/>
                  </a:lnTo>
                  <a:lnTo>
                    <a:pt x="4827" y="17686"/>
                  </a:lnTo>
                  <a:lnTo>
                    <a:pt x="4596" y="18458"/>
                  </a:lnTo>
                  <a:lnTo>
                    <a:pt x="4441" y="19269"/>
                  </a:lnTo>
                  <a:lnTo>
                    <a:pt x="4325" y="20080"/>
                  </a:lnTo>
                  <a:lnTo>
                    <a:pt x="4325" y="20157"/>
                  </a:lnTo>
                  <a:lnTo>
                    <a:pt x="4364" y="20196"/>
                  </a:lnTo>
                  <a:lnTo>
                    <a:pt x="4480" y="20273"/>
                  </a:lnTo>
                  <a:lnTo>
                    <a:pt x="4596" y="20543"/>
                  </a:lnTo>
                  <a:lnTo>
                    <a:pt x="4712" y="20775"/>
                  </a:lnTo>
                  <a:lnTo>
                    <a:pt x="4905" y="21045"/>
                  </a:lnTo>
                  <a:lnTo>
                    <a:pt x="5059" y="21277"/>
                  </a:lnTo>
                  <a:lnTo>
                    <a:pt x="5484" y="21702"/>
                  </a:lnTo>
                  <a:lnTo>
                    <a:pt x="5831" y="22165"/>
                  </a:lnTo>
                  <a:lnTo>
                    <a:pt x="6333" y="22860"/>
                  </a:lnTo>
                  <a:lnTo>
                    <a:pt x="6835" y="23594"/>
                  </a:lnTo>
                  <a:lnTo>
                    <a:pt x="7260" y="24366"/>
                  </a:lnTo>
                  <a:lnTo>
                    <a:pt x="7646" y="25138"/>
                  </a:lnTo>
                  <a:lnTo>
                    <a:pt x="7724" y="25216"/>
                  </a:lnTo>
                  <a:lnTo>
                    <a:pt x="7878" y="25216"/>
                  </a:lnTo>
                  <a:lnTo>
                    <a:pt x="7917" y="25177"/>
                  </a:lnTo>
                  <a:lnTo>
                    <a:pt x="7994" y="25216"/>
                  </a:lnTo>
                  <a:lnTo>
                    <a:pt x="8110" y="25216"/>
                  </a:lnTo>
                  <a:lnTo>
                    <a:pt x="8187" y="25138"/>
                  </a:lnTo>
                  <a:lnTo>
                    <a:pt x="8534" y="24327"/>
                  </a:lnTo>
                  <a:lnTo>
                    <a:pt x="8921" y="23478"/>
                  </a:lnTo>
                  <a:lnTo>
                    <a:pt x="9577" y="21779"/>
                  </a:lnTo>
                  <a:lnTo>
                    <a:pt x="9577" y="21663"/>
                  </a:lnTo>
                  <a:lnTo>
                    <a:pt x="9538" y="21586"/>
                  </a:lnTo>
                  <a:lnTo>
                    <a:pt x="8766" y="20543"/>
                  </a:lnTo>
                  <a:lnTo>
                    <a:pt x="8071" y="19462"/>
                  </a:lnTo>
                  <a:lnTo>
                    <a:pt x="8612" y="19694"/>
                  </a:lnTo>
                  <a:lnTo>
                    <a:pt x="9152" y="19848"/>
                  </a:lnTo>
                  <a:lnTo>
                    <a:pt x="9732" y="19925"/>
                  </a:lnTo>
                  <a:lnTo>
                    <a:pt x="10311" y="19964"/>
                  </a:lnTo>
                  <a:lnTo>
                    <a:pt x="10311" y="20389"/>
                  </a:lnTo>
                  <a:lnTo>
                    <a:pt x="10349" y="20852"/>
                  </a:lnTo>
                  <a:lnTo>
                    <a:pt x="10465" y="21315"/>
                  </a:lnTo>
                  <a:lnTo>
                    <a:pt x="10542" y="21547"/>
                  </a:lnTo>
                  <a:lnTo>
                    <a:pt x="10697" y="21740"/>
                  </a:lnTo>
                  <a:lnTo>
                    <a:pt x="10736" y="21779"/>
                  </a:lnTo>
                  <a:lnTo>
                    <a:pt x="10813" y="21779"/>
                  </a:lnTo>
                  <a:lnTo>
                    <a:pt x="10851" y="21856"/>
                  </a:lnTo>
                  <a:lnTo>
                    <a:pt x="10929" y="21856"/>
                  </a:lnTo>
                  <a:lnTo>
                    <a:pt x="11315" y="21895"/>
                  </a:lnTo>
                  <a:lnTo>
                    <a:pt x="11662" y="21856"/>
                  </a:lnTo>
                  <a:lnTo>
                    <a:pt x="11624" y="22126"/>
                  </a:lnTo>
                  <a:lnTo>
                    <a:pt x="11585" y="22358"/>
                  </a:lnTo>
                  <a:lnTo>
                    <a:pt x="11546" y="22590"/>
                  </a:lnTo>
                  <a:lnTo>
                    <a:pt x="11585" y="22860"/>
                  </a:lnTo>
                  <a:lnTo>
                    <a:pt x="11624" y="23092"/>
                  </a:lnTo>
                  <a:lnTo>
                    <a:pt x="11662" y="23323"/>
                  </a:lnTo>
                  <a:lnTo>
                    <a:pt x="11778" y="23594"/>
                  </a:lnTo>
                  <a:lnTo>
                    <a:pt x="11894" y="23825"/>
                  </a:lnTo>
                  <a:lnTo>
                    <a:pt x="11933" y="23903"/>
                  </a:lnTo>
                  <a:lnTo>
                    <a:pt x="12010" y="23903"/>
                  </a:lnTo>
                  <a:lnTo>
                    <a:pt x="12087" y="23864"/>
                  </a:lnTo>
                  <a:lnTo>
                    <a:pt x="12164" y="23825"/>
                  </a:lnTo>
                  <a:lnTo>
                    <a:pt x="12589" y="23208"/>
                  </a:lnTo>
                  <a:lnTo>
                    <a:pt x="12744" y="23594"/>
                  </a:lnTo>
                  <a:lnTo>
                    <a:pt x="12937" y="23941"/>
                  </a:lnTo>
                  <a:lnTo>
                    <a:pt x="13168" y="24289"/>
                  </a:lnTo>
                  <a:lnTo>
                    <a:pt x="13439" y="24598"/>
                  </a:lnTo>
                  <a:lnTo>
                    <a:pt x="13709" y="24907"/>
                  </a:lnTo>
                  <a:lnTo>
                    <a:pt x="14018" y="25177"/>
                  </a:lnTo>
                  <a:lnTo>
                    <a:pt x="14365" y="25409"/>
                  </a:lnTo>
                  <a:lnTo>
                    <a:pt x="14713" y="25602"/>
                  </a:lnTo>
                  <a:lnTo>
                    <a:pt x="15331" y="25911"/>
                  </a:lnTo>
                  <a:lnTo>
                    <a:pt x="15717" y="26027"/>
                  </a:lnTo>
                  <a:lnTo>
                    <a:pt x="16142" y="26181"/>
                  </a:lnTo>
                  <a:lnTo>
                    <a:pt x="16566" y="26258"/>
                  </a:lnTo>
                  <a:lnTo>
                    <a:pt x="16953" y="26297"/>
                  </a:lnTo>
                  <a:lnTo>
                    <a:pt x="17146" y="26297"/>
                  </a:lnTo>
                  <a:lnTo>
                    <a:pt x="17300" y="26258"/>
                  </a:lnTo>
                  <a:lnTo>
                    <a:pt x="17416" y="26181"/>
                  </a:lnTo>
                  <a:lnTo>
                    <a:pt x="17570" y="26104"/>
                  </a:lnTo>
                  <a:lnTo>
                    <a:pt x="17648" y="25949"/>
                  </a:lnTo>
                  <a:lnTo>
                    <a:pt x="17725" y="25833"/>
                  </a:lnTo>
                  <a:lnTo>
                    <a:pt x="17841" y="25486"/>
                  </a:lnTo>
                  <a:lnTo>
                    <a:pt x="17879" y="25100"/>
                  </a:lnTo>
                  <a:lnTo>
                    <a:pt x="17841" y="24675"/>
                  </a:lnTo>
                  <a:lnTo>
                    <a:pt x="17802" y="24289"/>
                  </a:lnTo>
                  <a:lnTo>
                    <a:pt x="17686" y="23903"/>
                  </a:lnTo>
                  <a:lnTo>
                    <a:pt x="17493" y="23246"/>
                  </a:lnTo>
                  <a:lnTo>
                    <a:pt x="17223" y="22706"/>
                  </a:lnTo>
                  <a:lnTo>
                    <a:pt x="16914" y="22204"/>
                  </a:lnTo>
                  <a:lnTo>
                    <a:pt x="16528" y="21740"/>
                  </a:lnTo>
                  <a:lnTo>
                    <a:pt x="16103" y="21354"/>
                  </a:lnTo>
                  <a:lnTo>
                    <a:pt x="16296" y="21315"/>
                  </a:lnTo>
                  <a:lnTo>
                    <a:pt x="16489" y="21277"/>
                  </a:lnTo>
                  <a:lnTo>
                    <a:pt x="16682" y="21161"/>
                  </a:lnTo>
                  <a:lnTo>
                    <a:pt x="16875" y="21045"/>
                  </a:lnTo>
                  <a:lnTo>
                    <a:pt x="16914" y="21007"/>
                  </a:lnTo>
                  <a:lnTo>
                    <a:pt x="16953" y="20929"/>
                  </a:lnTo>
                  <a:lnTo>
                    <a:pt x="16914" y="20814"/>
                  </a:lnTo>
                  <a:lnTo>
                    <a:pt x="16875" y="20775"/>
                  </a:lnTo>
                  <a:lnTo>
                    <a:pt x="16335" y="20466"/>
                  </a:lnTo>
                  <a:lnTo>
                    <a:pt x="15833" y="20196"/>
                  </a:lnTo>
                  <a:lnTo>
                    <a:pt x="15292" y="20003"/>
                  </a:lnTo>
                  <a:lnTo>
                    <a:pt x="14713" y="19848"/>
                  </a:lnTo>
                  <a:lnTo>
                    <a:pt x="14983" y="19346"/>
                  </a:lnTo>
                  <a:lnTo>
                    <a:pt x="14983" y="19230"/>
                  </a:lnTo>
                  <a:lnTo>
                    <a:pt x="14983" y="19114"/>
                  </a:lnTo>
                  <a:lnTo>
                    <a:pt x="14983" y="19076"/>
                  </a:lnTo>
                  <a:lnTo>
                    <a:pt x="14945" y="19037"/>
                  </a:lnTo>
                  <a:lnTo>
                    <a:pt x="14172" y="18574"/>
                  </a:lnTo>
                  <a:lnTo>
                    <a:pt x="13825" y="18342"/>
                  </a:lnTo>
                  <a:lnTo>
                    <a:pt x="13477" y="18033"/>
                  </a:lnTo>
                  <a:lnTo>
                    <a:pt x="13554" y="17879"/>
                  </a:lnTo>
                  <a:lnTo>
                    <a:pt x="13670" y="17493"/>
                  </a:lnTo>
                  <a:lnTo>
                    <a:pt x="13747" y="17106"/>
                  </a:lnTo>
                  <a:lnTo>
                    <a:pt x="13786" y="16720"/>
                  </a:lnTo>
                  <a:lnTo>
                    <a:pt x="13825" y="16334"/>
                  </a:lnTo>
                  <a:lnTo>
                    <a:pt x="14249" y="17106"/>
                  </a:lnTo>
                  <a:lnTo>
                    <a:pt x="14674" y="17956"/>
                  </a:lnTo>
                  <a:lnTo>
                    <a:pt x="14751" y="18033"/>
                  </a:lnTo>
                  <a:lnTo>
                    <a:pt x="14867" y="18033"/>
                  </a:lnTo>
                  <a:lnTo>
                    <a:pt x="15640" y="18072"/>
                  </a:lnTo>
                  <a:lnTo>
                    <a:pt x="16412" y="18110"/>
                  </a:lnTo>
                  <a:lnTo>
                    <a:pt x="17184" y="18188"/>
                  </a:lnTo>
                  <a:lnTo>
                    <a:pt x="17957" y="18304"/>
                  </a:lnTo>
                  <a:lnTo>
                    <a:pt x="18111" y="18304"/>
                  </a:lnTo>
                  <a:lnTo>
                    <a:pt x="18188" y="18226"/>
                  </a:lnTo>
                  <a:lnTo>
                    <a:pt x="18227" y="18110"/>
                  </a:lnTo>
                  <a:lnTo>
                    <a:pt x="18188" y="17995"/>
                  </a:lnTo>
                  <a:lnTo>
                    <a:pt x="16798" y="15099"/>
                  </a:lnTo>
                  <a:lnTo>
                    <a:pt x="16064" y="13631"/>
                  </a:lnTo>
                  <a:lnTo>
                    <a:pt x="15678" y="12936"/>
                  </a:lnTo>
                  <a:lnTo>
                    <a:pt x="15253" y="12241"/>
                  </a:lnTo>
                  <a:lnTo>
                    <a:pt x="15176" y="12202"/>
                  </a:lnTo>
                  <a:lnTo>
                    <a:pt x="15099" y="12202"/>
                  </a:lnTo>
                  <a:lnTo>
                    <a:pt x="14713" y="12164"/>
                  </a:lnTo>
                  <a:lnTo>
                    <a:pt x="14288" y="12164"/>
                  </a:lnTo>
                  <a:lnTo>
                    <a:pt x="13516" y="12125"/>
                  </a:lnTo>
                  <a:lnTo>
                    <a:pt x="12164" y="12009"/>
                  </a:lnTo>
                  <a:lnTo>
                    <a:pt x="11662" y="11198"/>
                  </a:lnTo>
                  <a:lnTo>
                    <a:pt x="11122" y="10465"/>
                  </a:lnTo>
                  <a:lnTo>
                    <a:pt x="10542" y="9731"/>
                  </a:lnTo>
                  <a:lnTo>
                    <a:pt x="10002" y="8997"/>
                  </a:lnTo>
                  <a:lnTo>
                    <a:pt x="8959" y="7762"/>
                  </a:lnTo>
                  <a:lnTo>
                    <a:pt x="7839" y="6565"/>
                  </a:lnTo>
                  <a:lnTo>
                    <a:pt x="6720" y="5406"/>
                  </a:lnTo>
                  <a:lnTo>
                    <a:pt x="5561" y="4286"/>
                  </a:lnTo>
                  <a:lnTo>
                    <a:pt x="4325" y="3205"/>
                  </a:lnTo>
                  <a:lnTo>
                    <a:pt x="3128" y="2163"/>
                  </a:lnTo>
                  <a:lnTo>
                    <a:pt x="1854" y="1120"/>
                  </a:lnTo>
                  <a:lnTo>
                    <a:pt x="580" y="116"/>
                  </a:lnTo>
                  <a:lnTo>
                    <a:pt x="541" y="77"/>
                  </a:lnTo>
                  <a:lnTo>
                    <a:pt x="464" y="77"/>
                  </a:lnTo>
                  <a:lnTo>
                    <a:pt x="348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9" name="Google Shape;3949;p17"/>
            <p:cNvSpPr/>
            <p:nvPr/>
          </p:nvSpPr>
          <p:spPr>
            <a:xfrm>
              <a:off x="668675" y="2948700"/>
              <a:ext cx="256800" cy="152550"/>
            </a:xfrm>
            <a:custGeom>
              <a:avLst/>
              <a:gdLst/>
              <a:ahLst/>
              <a:cxnLst/>
              <a:rect l="l" t="t" r="r" b="b"/>
              <a:pathLst>
                <a:path w="10272" h="6102" extrusionOk="0">
                  <a:moveTo>
                    <a:pt x="541" y="1"/>
                  </a:moveTo>
                  <a:lnTo>
                    <a:pt x="425" y="39"/>
                  </a:lnTo>
                  <a:lnTo>
                    <a:pt x="348" y="116"/>
                  </a:lnTo>
                  <a:lnTo>
                    <a:pt x="232" y="194"/>
                  </a:lnTo>
                  <a:lnTo>
                    <a:pt x="155" y="348"/>
                  </a:lnTo>
                  <a:lnTo>
                    <a:pt x="77" y="503"/>
                  </a:lnTo>
                  <a:lnTo>
                    <a:pt x="0" y="889"/>
                  </a:lnTo>
                  <a:lnTo>
                    <a:pt x="0" y="1275"/>
                  </a:lnTo>
                  <a:lnTo>
                    <a:pt x="0" y="1622"/>
                  </a:lnTo>
                  <a:lnTo>
                    <a:pt x="0" y="2047"/>
                  </a:lnTo>
                  <a:lnTo>
                    <a:pt x="77" y="2511"/>
                  </a:lnTo>
                  <a:lnTo>
                    <a:pt x="155" y="2935"/>
                  </a:lnTo>
                  <a:lnTo>
                    <a:pt x="309" y="3321"/>
                  </a:lnTo>
                  <a:lnTo>
                    <a:pt x="502" y="3785"/>
                  </a:lnTo>
                  <a:lnTo>
                    <a:pt x="734" y="4171"/>
                  </a:lnTo>
                  <a:lnTo>
                    <a:pt x="1004" y="4557"/>
                  </a:lnTo>
                  <a:lnTo>
                    <a:pt x="1313" y="4905"/>
                  </a:lnTo>
                  <a:lnTo>
                    <a:pt x="1699" y="5214"/>
                  </a:lnTo>
                  <a:lnTo>
                    <a:pt x="2047" y="5523"/>
                  </a:lnTo>
                  <a:lnTo>
                    <a:pt x="2472" y="5754"/>
                  </a:lnTo>
                  <a:lnTo>
                    <a:pt x="2896" y="5947"/>
                  </a:lnTo>
                  <a:lnTo>
                    <a:pt x="3167" y="5716"/>
                  </a:lnTo>
                  <a:lnTo>
                    <a:pt x="2819" y="5561"/>
                  </a:lnTo>
                  <a:lnTo>
                    <a:pt x="2510" y="5368"/>
                  </a:lnTo>
                  <a:lnTo>
                    <a:pt x="2240" y="5136"/>
                  </a:lnTo>
                  <a:lnTo>
                    <a:pt x="1931" y="4905"/>
                  </a:lnTo>
                  <a:lnTo>
                    <a:pt x="1661" y="4634"/>
                  </a:lnTo>
                  <a:lnTo>
                    <a:pt x="1429" y="4364"/>
                  </a:lnTo>
                  <a:lnTo>
                    <a:pt x="1197" y="4094"/>
                  </a:lnTo>
                  <a:lnTo>
                    <a:pt x="1004" y="3785"/>
                  </a:lnTo>
                  <a:lnTo>
                    <a:pt x="811" y="3476"/>
                  </a:lnTo>
                  <a:lnTo>
                    <a:pt x="657" y="3128"/>
                  </a:lnTo>
                  <a:lnTo>
                    <a:pt x="541" y="2781"/>
                  </a:lnTo>
                  <a:lnTo>
                    <a:pt x="464" y="2433"/>
                  </a:lnTo>
                  <a:lnTo>
                    <a:pt x="425" y="2086"/>
                  </a:lnTo>
                  <a:lnTo>
                    <a:pt x="386" y="1700"/>
                  </a:lnTo>
                  <a:lnTo>
                    <a:pt x="425" y="1352"/>
                  </a:lnTo>
                  <a:lnTo>
                    <a:pt x="464" y="966"/>
                  </a:lnTo>
                  <a:lnTo>
                    <a:pt x="541" y="696"/>
                  </a:lnTo>
                  <a:lnTo>
                    <a:pt x="579" y="541"/>
                  </a:lnTo>
                  <a:lnTo>
                    <a:pt x="657" y="464"/>
                  </a:lnTo>
                  <a:lnTo>
                    <a:pt x="811" y="503"/>
                  </a:lnTo>
                  <a:lnTo>
                    <a:pt x="1043" y="618"/>
                  </a:lnTo>
                  <a:lnTo>
                    <a:pt x="1429" y="812"/>
                  </a:lnTo>
                  <a:lnTo>
                    <a:pt x="1738" y="1005"/>
                  </a:lnTo>
                  <a:lnTo>
                    <a:pt x="2085" y="1236"/>
                  </a:lnTo>
                  <a:lnTo>
                    <a:pt x="2394" y="1468"/>
                  </a:lnTo>
                  <a:lnTo>
                    <a:pt x="2665" y="1738"/>
                  </a:lnTo>
                  <a:lnTo>
                    <a:pt x="2935" y="2009"/>
                  </a:lnTo>
                  <a:lnTo>
                    <a:pt x="3167" y="2279"/>
                  </a:lnTo>
                  <a:lnTo>
                    <a:pt x="3360" y="2588"/>
                  </a:lnTo>
                  <a:lnTo>
                    <a:pt x="3514" y="2897"/>
                  </a:lnTo>
                  <a:lnTo>
                    <a:pt x="3630" y="3244"/>
                  </a:lnTo>
                  <a:lnTo>
                    <a:pt x="3707" y="3592"/>
                  </a:lnTo>
                  <a:lnTo>
                    <a:pt x="3784" y="3939"/>
                  </a:lnTo>
                  <a:lnTo>
                    <a:pt x="3784" y="4325"/>
                  </a:lnTo>
                  <a:lnTo>
                    <a:pt x="3823" y="4403"/>
                  </a:lnTo>
                  <a:lnTo>
                    <a:pt x="3939" y="4480"/>
                  </a:lnTo>
                  <a:lnTo>
                    <a:pt x="3939" y="4557"/>
                  </a:lnTo>
                  <a:lnTo>
                    <a:pt x="3978" y="4596"/>
                  </a:lnTo>
                  <a:lnTo>
                    <a:pt x="4016" y="4596"/>
                  </a:lnTo>
                  <a:lnTo>
                    <a:pt x="4055" y="4557"/>
                  </a:lnTo>
                  <a:lnTo>
                    <a:pt x="4171" y="4403"/>
                  </a:lnTo>
                  <a:lnTo>
                    <a:pt x="4286" y="4287"/>
                  </a:lnTo>
                  <a:lnTo>
                    <a:pt x="4595" y="4017"/>
                  </a:lnTo>
                  <a:lnTo>
                    <a:pt x="4943" y="3785"/>
                  </a:lnTo>
                  <a:lnTo>
                    <a:pt x="5329" y="3630"/>
                  </a:lnTo>
                  <a:lnTo>
                    <a:pt x="5754" y="3476"/>
                  </a:lnTo>
                  <a:lnTo>
                    <a:pt x="6179" y="3360"/>
                  </a:lnTo>
                  <a:lnTo>
                    <a:pt x="6565" y="3283"/>
                  </a:lnTo>
                  <a:lnTo>
                    <a:pt x="6912" y="3206"/>
                  </a:lnTo>
                  <a:lnTo>
                    <a:pt x="7260" y="3167"/>
                  </a:lnTo>
                  <a:lnTo>
                    <a:pt x="7646" y="3167"/>
                  </a:lnTo>
                  <a:lnTo>
                    <a:pt x="7994" y="3206"/>
                  </a:lnTo>
                  <a:lnTo>
                    <a:pt x="8380" y="3244"/>
                  </a:lnTo>
                  <a:lnTo>
                    <a:pt x="8727" y="3321"/>
                  </a:lnTo>
                  <a:lnTo>
                    <a:pt x="9075" y="3399"/>
                  </a:lnTo>
                  <a:lnTo>
                    <a:pt x="9422" y="3553"/>
                  </a:lnTo>
                  <a:lnTo>
                    <a:pt x="9770" y="3669"/>
                  </a:lnTo>
                  <a:lnTo>
                    <a:pt x="9499" y="4017"/>
                  </a:lnTo>
                  <a:lnTo>
                    <a:pt x="9229" y="4364"/>
                  </a:lnTo>
                  <a:lnTo>
                    <a:pt x="8920" y="4634"/>
                  </a:lnTo>
                  <a:lnTo>
                    <a:pt x="8611" y="4905"/>
                  </a:lnTo>
                  <a:lnTo>
                    <a:pt x="8264" y="5136"/>
                  </a:lnTo>
                  <a:lnTo>
                    <a:pt x="7916" y="5329"/>
                  </a:lnTo>
                  <a:lnTo>
                    <a:pt x="7530" y="5484"/>
                  </a:lnTo>
                  <a:lnTo>
                    <a:pt x="7105" y="5600"/>
                  </a:lnTo>
                  <a:lnTo>
                    <a:pt x="6719" y="5638"/>
                  </a:lnTo>
                  <a:lnTo>
                    <a:pt x="6333" y="5677"/>
                  </a:lnTo>
                  <a:lnTo>
                    <a:pt x="5599" y="5677"/>
                  </a:lnTo>
                  <a:lnTo>
                    <a:pt x="4866" y="5600"/>
                  </a:lnTo>
                  <a:lnTo>
                    <a:pt x="4093" y="5484"/>
                  </a:lnTo>
                  <a:lnTo>
                    <a:pt x="4016" y="5484"/>
                  </a:lnTo>
                  <a:lnTo>
                    <a:pt x="3978" y="5523"/>
                  </a:lnTo>
                  <a:lnTo>
                    <a:pt x="3900" y="5638"/>
                  </a:lnTo>
                  <a:lnTo>
                    <a:pt x="3862" y="5638"/>
                  </a:lnTo>
                  <a:lnTo>
                    <a:pt x="3862" y="5716"/>
                  </a:lnTo>
                  <a:lnTo>
                    <a:pt x="3900" y="6025"/>
                  </a:lnTo>
                  <a:lnTo>
                    <a:pt x="4093" y="5909"/>
                  </a:lnTo>
                  <a:lnTo>
                    <a:pt x="4943" y="6025"/>
                  </a:lnTo>
                  <a:lnTo>
                    <a:pt x="5792" y="6102"/>
                  </a:lnTo>
                  <a:lnTo>
                    <a:pt x="6217" y="6102"/>
                  </a:lnTo>
                  <a:lnTo>
                    <a:pt x="6642" y="6063"/>
                  </a:lnTo>
                  <a:lnTo>
                    <a:pt x="7105" y="6025"/>
                  </a:lnTo>
                  <a:lnTo>
                    <a:pt x="7530" y="5947"/>
                  </a:lnTo>
                  <a:lnTo>
                    <a:pt x="7955" y="5793"/>
                  </a:lnTo>
                  <a:lnTo>
                    <a:pt x="8341" y="5600"/>
                  </a:lnTo>
                  <a:lnTo>
                    <a:pt x="8727" y="5368"/>
                  </a:lnTo>
                  <a:lnTo>
                    <a:pt x="9075" y="5098"/>
                  </a:lnTo>
                  <a:lnTo>
                    <a:pt x="9384" y="4789"/>
                  </a:lnTo>
                  <a:lnTo>
                    <a:pt x="9654" y="4441"/>
                  </a:lnTo>
                  <a:lnTo>
                    <a:pt x="10233" y="3746"/>
                  </a:lnTo>
                  <a:lnTo>
                    <a:pt x="10272" y="3630"/>
                  </a:lnTo>
                  <a:lnTo>
                    <a:pt x="10272" y="3553"/>
                  </a:lnTo>
                  <a:lnTo>
                    <a:pt x="10233" y="3476"/>
                  </a:lnTo>
                  <a:lnTo>
                    <a:pt x="10156" y="3399"/>
                  </a:lnTo>
                  <a:lnTo>
                    <a:pt x="9693" y="3206"/>
                  </a:lnTo>
                  <a:lnTo>
                    <a:pt x="9229" y="3013"/>
                  </a:lnTo>
                  <a:lnTo>
                    <a:pt x="8766" y="2897"/>
                  </a:lnTo>
                  <a:lnTo>
                    <a:pt x="8264" y="2781"/>
                  </a:lnTo>
                  <a:lnTo>
                    <a:pt x="7800" y="2742"/>
                  </a:lnTo>
                  <a:lnTo>
                    <a:pt x="7298" y="2742"/>
                  </a:lnTo>
                  <a:lnTo>
                    <a:pt x="6796" y="2781"/>
                  </a:lnTo>
                  <a:lnTo>
                    <a:pt x="6294" y="2858"/>
                  </a:lnTo>
                  <a:lnTo>
                    <a:pt x="5870" y="3013"/>
                  </a:lnTo>
                  <a:lnTo>
                    <a:pt x="5290" y="3206"/>
                  </a:lnTo>
                  <a:lnTo>
                    <a:pt x="4982" y="3321"/>
                  </a:lnTo>
                  <a:lnTo>
                    <a:pt x="4673" y="3476"/>
                  </a:lnTo>
                  <a:lnTo>
                    <a:pt x="4402" y="3630"/>
                  </a:lnTo>
                  <a:lnTo>
                    <a:pt x="4209" y="3823"/>
                  </a:lnTo>
                  <a:lnTo>
                    <a:pt x="4132" y="3476"/>
                  </a:lnTo>
                  <a:lnTo>
                    <a:pt x="4055" y="3128"/>
                  </a:lnTo>
                  <a:lnTo>
                    <a:pt x="3939" y="2781"/>
                  </a:lnTo>
                  <a:lnTo>
                    <a:pt x="3784" y="2472"/>
                  </a:lnTo>
                  <a:lnTo>
                    <a:pt x="3591" y="2163"/>
                  </a:lnTo>
                  <a:lnTo>
                    <a:pt x="3360" y="1854"/>
                  </a:lnTo>
                  <a:lnTo>
                    <a:pt x="3128" y="1584"/>
                  </a:lnTo>
                  <a:lnTo>
                    <a:pt x="2858" y="1314"/>
                  </a:lnTo>
                  <a:lnTo>
                    <a:pt x="2472" y="966"/>
                  </a:lnTo>
                  <a:lnTo>
                    <a:pt x="2008" y="696"/>
                  </a:lnTo>
                  <a:lnTo>
                    <a:pt x="1545" y="425"/>
                  </a:lnTo>
                  <a:lnTo>
                    <a:pt x="1081" y="194"/>
                  </a:lnTo>
                  <a:lnTo>
                    <a:pt x="850" y="78"/>
                  </a:lnTo>
                  <a:lnTo>
                    <a:pt x="657" y="39"/>
                  </a:lnTo>
                  <a:lnTo>
                    <a:pt x="54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0" name="Google Shape;3950;p17"/>
            <p:cNvSpPr/>
            <p:nvPr/>
          </p:nvSpPr>
          <p:spPr>
            <a:xfrm>
              <a:off x="3343725" y="3024000"/>
              <a:ext cx="482700" cy="227850"/>
            </a:xfrm>
            <a:custGeom>
              <a:avLst/>
              <a:gdLst/>
              <a:ahLst/>
              <a:cxnLst/>
              <a:rect l="l" t="t" r="r" b="b"/>
              <a:pathLst>
                <a:path w="19308" h="9114" extrusionOk="0">
                  <a:moveTo>
                    <a:pt x="77" y="1"/>
                  </a:moveTo>
                  <a:lnTo>
                    <a:pt x="0" y="618"/>
                  </a:lnTo>
                  <a:lnTo>
                    <a:pt x="0" y="1236"/>
                  </a:lnTo>
                  <a:lnTo>
                    <a:pt x="39" y="1854"/>
                  </a:lnTo>
                  <a:lnTo>
                    <a:pt x="154" y="2472"/>
                  </a:lnTo>
                  <a:lnTo>
                    <a:pt x="309" y="3090"/>
                  </a:lnTo>
                  <a:lnTo>
                    <a:pt x="502" y="3669"/>
                  </a:lnTo>
                  <a:lnTo>
                    <a:pt x="772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69" y="5947"/>
                  </a:lnTo>
                  <a:lnTo>
                    <a:pt x="2433" y="6449"/>
                  </a:lnTo>
                  <a:lnTo>
                    <a:pt x="2935" y="6913"/>
                  </a:lnTo>
                  <a:lnTo>
                    <a:pt x="3514" y="7299"/>
                  </a:lnTo>
                  <a:lnTo>
                    <a:pt x="4093" y="7646"/>
                  </a:lnTo>
                  <a:lnTo>
                    <a:pt x="4672" y="7994"/>
                  </a:lnTo>
                  <a:lnTo>
                    <a:pt x="5329" y="8264"/>
                  </a:lnTo>
                  <a:lnTo>
                    <a:pt x="5947" y="8496"/>
                  </a:lnTo>
                  <a:lnTo>
                    <a:pt x="6642" y="8689"/>
                  </a:lnTo>
                  <a:lnTo>
                    <a:pt x="7298" y="8843"/>
                  </a:lnTo>
                  <a:lnTo>
                    <a:pt x="7993" y="8998"/>
                  </a:lnTo>
                  <a:lnTo>
                    <a:pt x="8688" y="9075"/>
                  </a:lnTo>
                  <a:lnTo>
                    <a:pt x="9383" y="9114"/>
                  </a:lnTo>
                  <a:lnTo>
                    <a:pt x="10079" y="9114"/>
                  </a:lnTo>
                  <a:lnTo>
                    <a:pt x="10735" y="9075"/>
                  </a:lnTo>
                  <a:lnTo>
                    <a:pt x="11391" y="9036"/>
                  </a:lnTo>
                  <a:lnTo>
                    <a:pt x="12048" y="8921"/>
                  </a:lnTo>
                  <a:lnTo>
                    <a:pt x="12704" y="8805"/>
                  </a:lnTo>
                  <a:lnTo>
                    <a:pt x="13361" y="8612"/>
                  </a:lnTo>
                  <a:lnTo>
                    <a:pt x="14017" y="8419"/>
                  </a:lnTo>
                  <a:lnTo>
                    <a:pt x="14635" y="8187"/>
                  </a:lnTo>
                  <a:lnTo>
                    <a:pt x="15253" y="7917"/>
                  </a:lnTo>
                  <a:lnTo>
                    <a:pt x="15871" y="7569"/>
                  </a:lnTo>
                  <a:lnTo>
                    <a:pt x="16411" y="7222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28" y="4905"/>
                  </a:lnTo>
                  <a:lnTo>
                    <a:pt x="19076" y="4325"/>
                  </a:lnTo>
                  <a:lnTo>
                    <a:pt x="19307" y="3708"/>
                  </a:lnTo>
                  <a:lnTo>
                    <a:pt x="19114" y="3669"/>
                  </a:lnTo>
                  <a:lnTo>
                    <a:pt x="18767" y="4171"/>
                  </a:lnTo>
                  <a:lnTo>
                    <a:pt x="18381" y="4673"/>
                  </a:lnTo>
                  <a:lnTo>
                    <a:pt x="17995" y="5136"/>
                  </a:lnTo>
                  <a:lnTo>
                    <a:pt x="17608" y="5561"/>
                  </a:lnTo>
                  <a:lnTo>
                    <a:pt x="17145" y="5986"/>
                  </a:lnTo>
                  <a:lnTo>
                    <a:pt x="16720" y="6372"/>
                  </a:lnTo>
                  <a:lnTo>
                    <a:pt x="16218" y="6720"/>
                  </a:lnTo>
                  <a:lnTo>
                    <a:pt x="15716" y="7028"/>
                  </a:lnTo>
                  <a:lnTo>
                    <a:pt x="15214" y="7337"/>
                  </a:lnTo>
                  <a:lnTo>
                    <a:pt x="14674" y="7608"/>
                  </a:lnTo>
                  <a:lnTo>
                    <a:pt x="14133" y="7839"/>
                  </a:lnTo>
                  <a:lnTo>
                    <a:pt x="13554" y="8032"/>
                  </a:lnTo>
                  <a:lnTo>
                    <a:pt x="12975" y="8225"/>
                  </a:lnTo>
                  <a:lnTo>
                    <a:pt x="12395" y="8380"/>
                  </a:lnTo>
                  <a:lnTo>
                    <a:pt x="11816" y="8496"/>
                  </a:lnTo>
                  <a:lnTo>
                    <a:pt x="11198" y="8573"/>
                  </a:lnTo>
                  <a:lnTo>
                    <a:pt x="10503" y="8612"/>
                  </a:lnTo>
                  <a:lnTo>
                    <a:pt x="9808" y="8650"/>
                  </a:lnTo>
                  <a:lnTo>
                    <a:pt x="9075" y="8612"/>
                  </a:lnTo>
                  <a:lnTo>
                    <a:pt x="8379" y="8573"/>
                  </a:lnTo>
                  <a:lnTo>
                    <a:pt x="7684" y="8457"/>
                  </a:lnTo>
                  <a:lnTo>
                    <a:pt x="6989" y="8303"/>
                  </a:lnTo>
                  <a:lnTo>
                    <a:pt x="6294" y="8110"/>
                  </a:lnTo>
                  <a:lnTo>
                    <a:pt x="5638" y="7878"/>
                  </a:lnTo>
                  <a:lnTo>
                    <a:pt x="4981" y="7608"/>
                  </a:lnTo>
                  <a:lnTo>
                    <a:pt x="4364" y="7299"/>
                  </a:lnTo>
                  <a:lnTo>
                    <a:pt x="3784" y="6951"/>
                  </a:lnTo>
                  <a:lnTo>
                    <a:pt x="3205" y="6526"/>
                  </a:lnTo>
                  <a:lnTo>
                    <a:pt x="2664" y="6063"/>
                  </a:lnTo>
                  <a:lnTo>
                    <a:pt x="2201" y="5561"/>
                  </a:lnTo>
                  <a:lnTo>
                    <a:pt x="1738" y="5020"/>
                  </a:lnTo>
                  <a:lnTo>
                    <a:pt x="1352" y="4403"/>
                  </a:lnTo>
                  <a:lnTo>
                    <a:pt x="1081" y="3901"/>
                  </a:lnTo>
                  <a:lnTo>
                    <a:pt x="850" y="3399"/>
                  </a:lnTo>
                  <a:lnTo>
                    <a:pt x="656" y="2858"/>
                  </a:lnTo>
                  <a:lnTo>
                    <a:pt x="502" y="2317"/>
                  </a:lnTo>
                  <a:lnTo>
                    <a:pt x="425" y="1777"/>
                  </a:lnTo>
                  <a:lnTo>
                    <a:pt x="348" y="1198"/>
                  </a:lnTo>
                  <a:lnTo>
                    <a:pt x="386" y="618"/>
                  </a:lnTo>
                  <a:lnTo>
                    <a:pt x="425" y="78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1" name="Google Shape;3951;p17"/>
            <p:cNvSpPr/>
            <p:nvPr/>
          </p:nvSpPr>
          <p:spPr>
            <a:xfrm>
              <a:off x="238125" y="3026900"/>
              <a:ext cx="84975" cy="55050"/>
            </a:xfrm>
            <a:custGeom>
              <a:avLst/>
              <a:gdLst/>
              <a:ahLst/>
              <a:cxnLst/>
              <a:rect l="l" t="t" r="r" b="b"/>
              <a:pathLst>
                <a:path w="3399" h="2202" extrusionOk="0">
                  <a:moveTo>
                    <a:pt x="1506" y="425"/>
                  </a:moveTo>
                  <a:lnTo>
                    <a:pt x="1738" y="502"/>
                  </a:lnTo>
                  <a:lnTo>
                    <a:pt x="1931" y="580"/>
                  </a:lnTo>
                  <a:lnTo>
                    <a:pt x="2124" y="657"/>
                  </a:lnTo>
                  <a:lnTo>
                    <a:pt x="2433" y="927"/>
                  </a:lnTo>
                  <a:lnTo>
                    <a:pt x="2742" y="1236"/>
                  </a:lnTo>
                  <a:lnTo>
                    <a:pt x="2973" y="1545"/>
                  </a:lnTo>
                  <a:lnTo>
                    <a:pt x="2549" y="1545"/>
                  </a:lnTo>
                  <a:lnTo>
                    <a:pt x="2085" y="1584"/>
                  </a:lnTo>
                  <a:lnTo>
                    <a:pt x="1699" y="1699"/>
                  </a:lnTo>
                  <a:lnTo>
                    <a:pt x="1467" y="1777"/>
                  </a:lnTo>
                  <a:lnTo>
                    <a:pt x="965" y="1777"/>
                  </a:lnTo>
                  <a:lnTo>
                    <a:pt x="772" y="1738"/>
                  </a:lnTo>
                  <a:lnTo>
                    <a:pt x="579" y="1622"/>
                  </a:lnTo>
                  <a:lnTo>
                    <a:pt x="502" y="1545"/>
                  </a:lnTo>
                  <a:lnTo>
                    <a:pt x="463" y="1429"/>
                  </a:lnTo>
                  <a:lnTo>
                    <a:pt x="386" y="1313"/>
                  </a:lnTo>
                  <a:lnTo>
                    <a:pt x="386" y="1159"/>
                  </a:lnTo>
                  <a:lnTo>
                    <a:pt x="386" y="1043"/>
                  </a:lnTo>
                  <a:lnTo>
                    <a:pt x="425" y="927"/>
                  </a:lnTo>
                  <a:lnTo>
                    <a:pt x="463" y="811"/>
                  </a:lnTo>
                  <a:lnTo>
                    <a:pt x="541" y="734"/>
                  </a:lnTo>
                  <a:lnTo>
                    <a:pt x="734" y="580"/>
                  </a:lnTo>
                  <a:lnTo>
                    <a:pt x="1004" y="502"/>
                  </a:lnTo>
                  <a:lnTo>
                    <a:pt x="1236" y="425"/>
                  </a:lnTo>
                  <a:close/>
                  <a:moveTo>
                    <a:pt x="1004" y="0"/>
                  </a:moveTo>
                  <a:lnTo>
                    <a:pt x="772" y="78"/>
                  </a:lnTo>
                  <a:lnTo>
                    <a:pt x="541" y="193"/>
                  </a:lnTo>
                  <a:lnTo>
                    <a:pt x="386" y="309"/>
                  </a:lnTo>
                  <a:lnTo>
                    <a:pt x="193" y="502"/>
                  </a:lnTo>
                  <a:lnTo>
                    <a:pt x="77" y="734"/>
                  </a:lnTo>
                  <a:lnTo>
                    <a:pt x="0" y="927"/>
                  </a:lnTo>
                  <a:lnTo>
                    <a:pt x="0" y="1159"/>
                  </a:lnTo>
                  <a:lnTo>
                    <a:pt x="0" y="1391"/>
                  </a:lnTo>
                  <a:lnTo>
                    <a:pt x="77" y="1584"/>
                  </a:lnTo>
                  <a:lnTo>
                    <a:pt x="154" y="1777"/>
                  </a:lnTo>
                  <a:lnTo>
                    <a:pt x="309" y="1931"/>
                  </a:lnTo>
                  <a:lnTo>
                    <a:pt x="463" y="2047"/>
                  </a:lnTo>
                  <a:lnTo>
                    <a:pt x="695" y="2163"/>
                  </a:lnTo>
                  <a:lnTo>
                    <a:pt x="1004" y="2201"/>
                  </a:lnTo>
                  <a:lnTo>
                    <a:pt x="1274" y="2201"/>
                  </a:lnTo>
                  <a:lnTo>
                    <a:pt x="1583" y="2163"/>
                  </a:lnTo>
                  <a:lnTo>
                    <a:pt x="1892" y="2086"/>
                  </a:lnTo>
                  <a:lnTo>
                    <a:pt x="2201" y="2008"/>
                  </a:lnTo>
                  <a:lnTo>
                    <a:pt x="2510" y="1931"/>
                  </a:lnTo>
                  <a:lnTo>
                    <a:pt x="2819" y="1931"/>
                  </a:lnTo>
                  <a:lnTo>
                    <a:pt x="3089" y="2008"/>
                  </a:lnTo>
                  <a:lnTo>
                    <a:pt x="3205" y="2008"/>
                  </a:lnTo>
                  <a:lnTo>
                    <a:pt x="3282" y="1970"/>
                  </a:lnTo>
                  <a:lnTo>
                    <a:pt x="3359" y="1893"/>
                  </a:lnTo>
                  <a:lnTo>
                    <a:pt x="3359" y="1815"/>
                  </a:lnTo>
                  <a:lnTo>
                    <a:pt x="3398" y="1777"/>
                  </a:lnTo>
                  <a:lnTo>
                    <a:pt x="3398" y="1699"/>
                  </a:lnTo>
                  <a:lnTo>
                    <a:pt x="3089" y="1159"/>
                  </a:lnTo>
                  <a:lnTo>
                    <a:pt x="2935" y="927"/>
                  </a:lnTo>
                  <a:lnTo>
                    <a:pt x="2742" y="695"/>
                  </a:lnTo>
                  <a:lnTo>
                    <a:pt x="2510" y="464"/>
                  </a:lnTo>
                  <a:lnTo>
                    <a:pt x="2278" y="309"/>
                  </a:lnTo>
                  <a:lnTo>
                    <a:pt x="2008" y="155"/>
                  </a:lnTo>
                  <a:lnTo>
                    <a:pt x="1738" y="39"/>
                  </a:lnTo>
                  <a:lnTo>
                    <a:pt x="150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2" name="Google Shape;3952;p17"/>
            <p:cNvSpPr/>
            <p:nvPr/>
          </p:nvSpPr>
          <p:spPr>
            <a:xfrm>
              <a:off x="3429625" y="3033650"/>
              <a:ext cx="35750" cy="29950"/>
            </a:xfrm>
            <a:custGeom>
              <a:avLst/>
              <a:gdLst/>
              <a:ahLst/>
              <a:cxnLst/>
              <a:rect l="l" t="t" r="r" b="b"/>
              <a:pathLst>
                <a:path w="1430" h="1198" extrusionOk="0">
                  <a:moveTo>
                    <a:pt x="657" y="1"/>
                  </a:moveTo>
                  <a:lnTo>
                    <a:pt x="464" y="39"/>
                  </a:lnTo>
                  <a:lnTo>
                    <a:pt x="310" y="117"/>
                  </a:lnTo>
                  <a:lnTo>
                    <a:pt x="194" y="232"/>
                  </a:lnTo>
                  <a:lnTo>
                    <a:pt x="78" y="387"/>
                  </a:lnTo>
                  <a:lnTo>
                    <a:pt x="1" y="580"/>
                  </a:lnTo>
                  <a:lnTo>
                    <a:pt x="1" y="773"/>
                  </a:lnTo>
                  <a:lnTo>
                    <a:pt x="39" y="927"/>
                  </a:lnTo>
                  <a:lnTo>
                    <a:pt x="117" y="1121"/>
                  </a:lnTo>
                  <a:lnTo>
                    <a:pt x="155" y="1159"/>
                  </a:lnTo>
                  <a:lnTo>
                    <a:pt x="232" y="1198"/>
                  </a:lnTo>
                  <a:lnTo>
                    <a:pt x="348" y="1159"/>
                  </a:lnTo>
                  <a:lnTo>
                    <a:pt x="387" y="1082"/>
                  </a:lnTo>
                  <a:lnTo>
                    <a:pt x="426" y="1005"/>
                  </a:lnTo>
                  <a:lnTo>
                    <a:pt x="387" y="966"/>
                  </a:lnTo>
                  <a:lnTo>
                    <a:pt x="348" y="850"/>
                  </a:lnTo>
                  <a:lnTo>
                    <a:pt x="348" y="773"/>
                  </a:lnTo>
                  <a:lnTo>
                    <a:pt x="387" y="580"/>
                  </a:lnTo>
                  <a:lnTo>
                    <a:pt x="503" y="464"/>
                  </a:lnTo>
                  <a:lnTo>
                    <a:pt x="580" y="425"/>
                  </a:lnTo>
                  <a:lnTo>
                    <a:pt x="696" y="387"/>
                  </a:lnTo>
                  <a:lnTo>
                    <a:pt x="773" y="425"/>
                  </a:lnTo>
                  <a:lnTo>
                    <a:pt x="850" y="464"/>
                  </a:lnTo>
                  <a:lnTo>
                    <a:pt x="966" y="580"/>
                  </a:lnTo>
                  <a:lnTo>
                    <a:pt x="1005" y="696"/>
                  </a:lnTo>
                  <a:lnTo>
                    <a:pt x="1005" y="773"/>
                  </a:lnTo>
                  <a:lnTo>
                    <a:pt x="966" y="966"/>
                  </a:lnTo>
                  <a:lnTo>
                    <a:pt x="928" y="1043"/>
                  </a:lnTo>
                  <a:lnTo>
                    <a:pt x="966" y="1082"/>
                  </a:lnTo>
                  <a:lnTo>
                    <a:pt x="1005" y="1121"/>
                  </a:lnTo>
                  <a:lnTo>
                    <a:pt x="1043" y="1159"/>
                  </a:lnTo>
                  <a:lnTo>
                    <a:pt x="1236" y="1159"/>
                  </a:lnTo>
                  <a:lnTo>
                    <a:pt x="1314" y="1082"/>
                  </a:lnTo>
                  <a:lnTo>
                    <a:pt x="1391" y="927"/>
                  </a:lnTo>
                  <a:lnTo>
                    <a:pt x="1430" y="734"/>
                  </a:lnTo>
                  <a:lnTo>
                    <a:pt x="1391" y="541"/>
                  </a:lnTo>
                  <a:lnTo>
                    <a:pt x="1314" y="387"/>
                  </a:lnTo>
                  <a:lnTo>
                    <a:pt x="1159" y="232"/>
                  </a:lnTo>
                  <a:lnTo>
                    <a:pt x="1005" y="117"/>
                  </a:lnTo>
                  <a:lnTo>
                    <a:pt x="850" y="39"/>
                  </a:lnTo>
                  <a:lnTo>
                    <a:pt x="65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3" name="Google Shape;3953;p17"/>
            <p:cNvSpPr/>
            <p:nvPr/>
          </p:nvSpPr>
          <p:spPr>
            <a:xfrm>
              <a:off x="3375575" y="3037525"/>
              <a:ext cx="34775" cy="29950"/>
            </a:xfrm>
            <a:custGeom>
              <a:avLst/>
              <a:gdLst/>
              <a:ahLst/>
              <a:cxnLst/>
              <a:rect l="l" t="t" r="r" b="b"/>
              <a:pathLst>
                <a:path w="1391" h="1198" extrusionOk="0">
                  <a:moveTo>
                    <a:pt x="657" y="0"/>
                  </a:moveTo>
                  <a:lnTo>
                    <a:pt x="425" y="39"/>
                  </a:lnTo>
                  <a:lnTo>
                    <a:pt x="271" y="116"/>
                  </a:lnTo>
                  <a:lnTo>
                    <a:pt x="116" y="270"/>
                  </a:lnTo>
                  <a:lnTo>
                    <a:pt x="39" y="425"/>
                  </a:lnTo>
                  <a:lnTo>
                    <a:pt x="0" y="618"/>
                  </a:lnTo>
                  <a:lnTo>
                    <a:pt x="39" y="811"/>
                  </a:lnTo>
                  <a:lnTo>
                    <a:pt x="116" y="1004"/>
                  </a:lnTo>
                  <a:lnTo>
                    <a:pt x="232" y="1120"/>
                  </a:lnTo>
                  <a:lnTo>
                    <a:pt x="425" y="1197"/>
                  </a:lnTo>
                  <a:lnTo>
                    <a:pt x="502" y="1197"/>
                  </a:lnTo>
                  <a:lnTo>
                    <a:pt x="541" y="1159"/>
                  </a:lnTo>
                  <a:lnTo>
                    <a:pt x="541" y="1081"/>
                  </a:lnTo>
                  <a:lnTo>
                    <a:pt x="502" y="1004"/>
                  </a:lnTo>
                  <a:lnTo>
                    <a:pt x="425" y="927"/>
                  </a:lnTo>
                  <a:lnTo>
                    <a:pt x="386" y="850"/>
                  </a:lnTo>
                  <a:lnTo>
                    <a:pt x="386" y="734"/>
                  </a:lnTo>
                  <a:lnTo>
                    <a:pt x="386" y="618"/>
                  </a:lnTo>
                  <a:lnTo>
                    <a:pt x="425" y="541"/>
                  </a:lnTo>
                  <a:lnTo>
                    <a:pt x="464" y="464"/>
                  </a:lnTo>
                  <a:lnTo>
                    <a:pt x="580" y="425"/>
                  </a:lnTo>
                  <a:lnTo>
                    <a:pt x="695" y="386"/>
                  </a:lnTo>
                  <a:lnTo>
                    <a:pt x="811" y="425"/>
                  </a:lnTo>
                  <a:lnTo>
                    <a:pt x="888" y="464"/>
                  </a:lnTo>
                  <a:lnTo>
                    <a:pt x="927" y="579"/>
                  </a:lnTo>
                  <a:lnTo>
                    <a:pt x="966" y="657"/>
                  </a:lnTo>
                  <a:lnTo>
                    <a:pt x="1043" y="888"/>
                  </a:lnTo>
                  <a:lnTo>
                    <a:pt x="1082" y="966"/>
                  </a:lnTo>
                  <a:lnTo>
                    <a:pt x="1120" y="1081"/>
                  </a:lnTo>
                  <a:lnTo>
                    <a:pt x="1159" y="1120"/>
                  </a:lnTo>
                  <a:lnTo>
                    <a:pt x="1236" y="1120"/>
                  </a:lnTo>
                  <a:lnTo>
                    <a:pt x="1313" y="1043"/>
                  </a:lnTo>
                  <a:lnTo>
                    <a:pt x="1352" y="966"/>
                  </a:lnTo>
                  <a:lnTo>
                    <a:pt x="1390" y="850"/>
                  </a:lnTo>
                  <a:lnTo>
                    <a:pt x="1352" y="618"/>
                  </a:lnTo>
                  <a:lnTo>
                    <a:pt x="1313" y="425"/>
                  </a:lnTo>
                  <a:lnTo>
                    <a:pt x="1197" y="232"/>
                  </a:lnTo>
                  <a:lnTo>
                    <a:pt x="1043" y="116"/>
                  </a:lnTo>
                  <a:lnTo>
                    <a:pt x="850" y="39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4" name="Google Shape;3954;p17"/>
            <p:cNvSpPr/>
            <p:nvPr/>
          </p:nvSpPr>
          <p:spPr>
            <a:xfrm>
              <a:off x="333675" y="3041375"/>
              <a:ext cx="49275" cy="56025"/>
            </a:xfrm>
            <a:custGeom>
              <a:avLst/>
              <a:gdLst/>
              <a:ahLst/>
              <a:cxnLst/>
              <a:rect l="l" t="t" r="r" b="b"/>
              <a:pathLst>
                <a:path w="1971" h="2241" extrusionOk="0">
                  <a:moveTo>
                    <a:pt x="1237" y="425"/>
                  </a:moveTo>
                  <a:lnTo>
                    <a:pt x="1391" y="464"/>
                  </a:lnTo>
                  <a:lnTo>
                    <a:pt x="1507" y="580"/>
                  </a:lnTo>
                  <a:lnTo>
                    <a:pt x="1545" y="657"/>
                  </a:lnTo>
                  <a:lnTo>
                    <a:pt x="1545" y="734"/>
                  </a:lnTo>
                  <a:lnTo>
                    <a:pt x="1507" y="812"/>
                  </a:lnTo>
                  <a:lnTo>
                    <a:pt x="1468" y="889"/>
                  </a:lnTo>
                  <a:lnTo>
                    <a:pt x="1275" y="1082"/>
                  </a:lnTo>
                  <a:lnTo>
                    <a:pt x="1005" y="1314"/>
                  </a:lnTo>
                  <a:lnTo>
                    <a:pt x="773" y="1507"/>
                  </a:lnTo>
                  <a:lnTo>
                    <a:pt x="657" y="1661"/>
                  </a:lnTo>
                  <a:lnTo>
                    <a:pt x="619" y="1777"/>
                  </a:lnTo>
                  <a:lnTo>
                    <a:pt x="503" y="1661"/>
                  </a:lnTo>
                  <a:lnTo>
                    <a:pt x="464" y="1545"/>
                  </a:lnTo>
                  <a:lnTo>
                    <a:pt x="387" y="1391"/>
                  </a:lnTo>
                  <a:lnTo>
                    <a:pt x="387" y="1236"/>
                  </a:lnTo>
                  <a:lnTo>
                    <a:pt x="387" y="1082"/>
                  </a:lnTo>
                  <a:lnTo>
                    <a:pt x="426" y="966"/>
                  </a:lnTo>
                  <a:lnTo>
                    <a:pt x="464" y="812"/>
                  </a:lnTo>
                  <a:lnTo>
                    <a:pt x="580" y="696"/>
                  </a:lnTo>
                  <a:lnTo>
                    <a:pt x="696" y="580"/>
                  </a:lnTo>
                  <a:lnTo>
                    <a:pt x="850" y="464"/>
                  </a:lnTo>
                  <a:lnTo>
                    <a:pt x="1043" y="425"/>
                  </a:lnTo>
                  <a:close/>
                  <a:moveTo>
                    <a:pt x="1121" y="1"/>
                  </a:moveTo>
                  <a:lnTo>
                    <a:pt x="928" y="39"/>
                  </a:lnTo>
                  <a:lnTo>
                    <a:pt x="735" y="116"/>
                  </a:lnTo>
                  <a:lnTo>
                    <a:pt x="541" y="232"/>
                  </a:lnTo>
                  <a:lnTo>
                    <a:pt x="348" y="348"/>
                  </a:lnTo>
                  <a:lnTo>
                    <a:pt x="233" y="503"/>
                  </a:lnTo>
                  <a:lnTo>
                    <a:pt x="117" y="696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68"/>
                  </a:lnTo>
                  <a:lnTo>
                    <a:pt x="117" y="1622"/>
                  </a:lnTo>
                  <a:lnTo>
                    <a:pt x="233" y="1816"/>
                  </a:lnTo>
                  <a:lnTo>
                    <a:pt x="348" y="1931"/>
                  </a:lnTo>
                  <a:lnTo>
                    <a:pt x="503" y="2086"/>
                  </a:lnTo>
                  <a:lnTo>
                    <a:pt x="657" y="2163"/>
                  </a:lnTo>
                  <a:lnTo>
                    <a:pt x="735" y="2240"/>
                  </a:lnTo>
                  <a:lnTo>
                    <a:pt x="850" y="2240"/>
                  </a:lnTo>
                  <a:lnTo>
                    <a:pt x="928" y="2202"/>
                  </a:lnTo>
                  <a:lnTo>
                    <a:pt x="966" y="2086"/>
                  </a:lnTo>
                  <a:lnTo>
                    <a:pt x="1005" y="1931"/>
                  </a:lnTo>
                  <a:lnTo>
                    <a:pt x="1082" y="1777"/>
                  </a:lnTo>
                  <a:lnTo>
                    <a:pt x="1198" y="1661"/>
                  </a:lnTo>
                  <a:lnTo>
                    <a:pt x="1314" y="1507"/>
                  </a:lnTo>
                  <a:lnTo>
                    <a:pt x="1623" y="1314"/>
                  </a:lnTo>
                  <a:lnTo>
                    <a:pt x="1739" y="1198"/>
                  </a:lnTo>
                  <a:lnTo>
                    <a:pt x="1854" y="1043"/>
                  </a:lnTo>
                  <a:lnTo>
                    <a:pt x="1932" y="889"/>
                  </a:lnTo>
                  <a:lnTo>
                    <a:pt x="1970" y="696"/>
                  </a:lnTo>
                  <a:lnTo>
                    <a:pt x="1932" y="541"/>
                  </a:lnTo>
                  <a:lnTo>
                    <a:pt x="1893" y="387"/>
                  </a:lnTo>
                  <a:lnTo>
                    <a:pt x="1777" y="271"/>
                  </a:lnTo>
                  <a:lnTo>
                    <a:pt x="1661" y="155"/>
                  </a:lnTo>
                  <a:lnTo>
                    <a:pt x="1507" y="78"/>
                  </a:lnTo>
                  <a:lnTo>
                    <a:pt x="1352" y="39"/>
                  </a:lnTo>
                  <a:lnTo>
                    <a:pt x="11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5" name="Google Shape;3955;p17"/>
            <p:cNvSpPr/>
            <p:nvPr/>
          </p:nvSpPr>
          <p:spPr>
            <a:xfrm>
              <a:off x="312450" y="3078050"/>
              <a:ext cx="440225" cy="234625"/>
            </a:xfrm>
            <a:custGeom>
              <a:avLst/>
              <a:gdLst/>
              <a:ahLst/>
              <a:cxnLst/>
              <a:rect l="l" t="t" r="r" b="b"/>
              <a:pathLst>
                <a:path w="17609" h="9385" extrusionOk="0">
                  <a:moveTo>
                    <a:pt x="6256" y="1"/>
                  </a:moveTo>
                  <a:lnTo>
                    <a:pt x="5638" y="40"/>
                  </a:lnTo>
                  <a:lnTo>
                    <a:pt x="5059" y="155"/>
                  </a:lnTo>
                  <a:lnTo>
                    <a:pt x="4480" y="271"/>
                  </a:lnTo>
                  <a:lnTo>
                    <a:pt x="3939" y="503"/>
                  </a:lnTo>
                  <a:lnTo>
                    <a:pt x="3398" y="735"/>
                  </a:lnTo>
                  <a:lnTo>
                    <a:pt x="2896" y="1044"/>
                  </a:lnTo>
                  <a:lnTo>
                    <a:pt x="2433" y="1391"/>
                  </a:lnTo>
                  <a:lnTo>
                    <a:pt x="1970" y="1777"/>
                  </a:lnTo>
                  <a:lnTo>
                    <a:pt x="1584" y="2202"/>
                  </a:lnTo>
                  <a:lnTo>
                    <a:pt x="1197" y="2665"/>
                  </a:lnTo>
                  <a:lnTo>
                    <a:pt x="888" y="3206"/>
                  </a:lnTo>
                  <a:lnTo>
                    <a:pt x="618" y="3747"/>
                  </a:lnTo>
                  <a:lnTo>
                    <a:pt x="386" y="4287"/>
                  </a:lnTo>
                  <a:lnTo>
                    <a:pt x="193" y="4905"/>
                  </a:lnTo>
                  <a:lnTo>
                    <a:pt x="78" y="5484"/>
                  </a:lnTo>
                  <a:lnTo>
                    <a:pt x="0" y="6102"/>
                  </a:lnTo>
                  <a:lnTo>
                    <a:pt x="0" y="6681"/>
                  </a:lnTo>
                  <a:lnTo>
                    <a:pt x="39" y="7261"/>
                  </a:lnTo>
                  <a:lnTo>
                    <a:pt x="155" y="7801"/>
                  </a:lnTo>
                  <a:lnTo>
                    <a:pt x="309" y="8342"/>
                  </a:lnTo>
                  <a:lnTo>
                    <a:pt x="502" y="8882"/>
                  </a:lnTo>
                  <a:lnTo>
                    <a:pt x="734" y="9384"/>
                  </a:lnTo>
                  <a:lnTo>
                    <a:pt x="1043" y="9230"/>
                  </a:lnTo>
                  <a:lnTo>
                    <a:pt x="888" y="8844"/>
                  </a:lnTo>
                  <a:lnTo>
                    <a:pt x="734" y="8458"/>
                  </a:lnTo>
                  <a:lnTo>
                    <a:pt x="541" y="7801"/>
                  </a:lnTo>
                  <a:lnTo>
                    <a:pt x="425" y="7183"/>
                  </a:lnTo>
                  <a:lnTo>
                    <a:pt x="425" y="6527"/>
                  </a:lnTo>
                  <a:lnTo>
                    <a:pt x="425" y="5870"/>
                  </a:lnTo>
                  <a:lnTo>
                    <a:pt x="541" y="5253"/>
                  </a:lnTo>
                  <a:lnTo>
                    <a:pt x="695" y="4596"/>
                  </a:lnTo>
                  <a:lnTo>
                    <a:pt x="927" y="3978"/>
                  </a:lnTo>
                  <a:lnTo>
                    <a:pt x="1236" y="3399"/>
                  </a:lnTo>
                  <a:lnTo>
                    <a:pt x="1584" y="2858"/>
                  </a:lnTo>
                  <a:lnTo>
                    <a:pt x="2008" y="2318"/>
                  </a:lnTo>
                  <a:lnTo>
                    <a:pt x="2472" y="1854"/>
                  </a:lnTo>
                  <a:lnTo>
                    <a:pt x="2974" y="1468"/>
                  </a:lnTo>
                  <a:lnTo>
                    <a:pt x="3553" y="1121"/>
                  </a:lnTo>
                  <a:lnTo>
                    <a:pt x="4132" y="851"/>
                  </a:lnTo>
                  <a:lnTo>
                    <a:pt x="4750" y="657"/>
                  </a:lnTo>
                  <a:lnTo>
                    <a:pt x="5406" y="503"/>
                  </a:lnTo>
                  <a:lnTo>
                    <a:pt x="5793" y="464"/>
                  </a:lnTo>
                  <a:lnTo>
                    <a:pt x="6912" y="464"/>
                  </a:lnTo>
                  <a:lnTo>
                    <a:pt x="7607" y="580"/>
                  </a:lnTo>
                  <a:lnTo>
                    <a:pt x="8264" y="773"/>
                  </a:lnTo>
                  <a:lnTo>
                    <a:pt x="8920" y="1044"/>
                  </a:lnTo>
                  <a:lnTo>
                    <a:pt x="9538" y="1352"/>
                  </a:lnTo>
                  <a:lnTo>
                    <a:pt x="10195" y="1739"/>
                  </a:lnTo>
                  <a:lnTo>
                    <a:pt x="10813" y="2125"/>
                  </a:lnTo>
                  <a:lnTo>
                    <a:pt x="11315" y="2472"/>
                  </a:lnTo>
                  <a:lnTo>
                    <a:pt x="11894" y="2781"/>
                  </a:lnTo>
                  <a:lnTo>
                    <a:pt x="12434" y="3090"/>
                  </a:lnTo>
                  <a:lnTo>
                    <a:pt x="13052" y="3360"/>
                  </a:lnTo>
                  <a:lnTo>
                    <a:pt x="13631" y="3554"/>
                  </a:lnTo>
                  <a:lnTo>
                    <a:pt x="14249" y="3708"/>
                  </a:lnTo>
                  <a:lnTo>
                    <a:pt x="14867" y="3708"/>
                  </a:lnTo>
                  <a:lnTo>
                    <a:pt x="15215" y="3669"/>
                  </a:lnTo>
                  <a:lnTo>
                    <a:pt x="15524" y="3631"/>
                  </a:lnTo>
                  <a:lnTo>
                    <a:pt x="15987" y="3476"/>
                  </a:lnTo>
                  <a:lnTo>
                    <a:pt x="16412" y="3245"/>
                  </a:lnTo>
                  <a:lnTo>
                    <a:pt x="16798" y="2936"/>
                  </a:lnTo>
                  <a:lnTo>
                    <a:pt x="17107" y="2588"/>
                  </a:lnTo>
                  <a:lnTo>
                    <a:pt x="17377" y="2202"/>
                  </a:lnTo>
                  <a:lnTo>
                    <a:pt x="17454" y="1970"/>
                  </a:lnTo>
                  <a:lnTo>
                    <a:pt x="17531" y="1739"/>
                  </a:lnTo>
                  <a:lnTo>
                    <a:pt x="17609" y="1507"/>
                  </a:lnTo>
                  <a:lnTo>
                    <a:pt x="17609" y="1275"/>
                  </a:lnTo>
                  <a:lnTo>
                    <a:pt x="17609" y="1044"/>
                  </a:lnTo>
                  <a:lnTo>
                    <a:pt x="17570" y="773"/>
                  </a:lnTo>
                  <a:lnTo>
                    <a:pt x="17531" y="696"/>
                  </a:lnTo>
                  <a:lnTo>
                    <a:pt x="17493" y="657"/>
                  </a:lnTo>
                  <a:lnTo>
                    <a:pt x="17454" y="580"/>
                  </a:lnTo>
                  <a:lnTo>
                    <a:pt x="17416" y="542"/>
                  </a:lnTo>
                  <a:lnTo>
                    <a:pt x="17145" y="773"/>
                  </a:lnTo>
                  <a:lnTo>
                    <a:pt x="17145" y="851"/>
                  </a:lnTo>
                  <a:lnTo>
                    <a:pt x="17184" y="1198"/>
                  </a:lnTo>
                  <a:lnTo>
                    <a:pt x="17145" y="1584"/>
                  </a:lnTo>
                  <a:lnTo>
                    <a:pt x="17030" y="1893"/>
                  </a:lnTo>
                  <a:lnTo>
                    <a:pt x="16836" y="2241"/>
                  </a:lnTo>
                  <a:lnTo>
                    <a:pt x="16605" y="2511"/>
                  </a:lnTo>
                  <a:lnTo>
                    <a:pt x="16334" y="2743"/>
                  </a:lnTo>
                  <a:lnTo>
                    <a:pt x="16026" y="2936"/>
                  </a:lnTo>
                  <a:lnTo>
                    <a:pt x="15678" y="3090"/>
                  </a:lnTo>
                  <a:lnTo>
                    <a:pt x="15292" y="3206"/>
                  </a:lnTo>
                  <a:lnTo>
                    <a:pt x="14906" y="3245"/>
                  </a:lnTo>
                  <a:lnTo>
                    <a:pt x="14520" y="3245"/>
                  </a:lnTo>
                  <a:lnTo>
                    <a:pt x="14133" y="3206"/>
                  </a:lnTo>
                  <a:lnTo>
                    <a:pt x="13747" y="3129"/>
                  </a:lnTo>
                  <a:lnTo>
                    <a:pt x="13361" y="3013"/>
                  </a:lnTo>
                  <a:lnTo>
                    <a:pt x="12975" y="2858"/>
                  </a:lnTo>
                  <a:lnTo>
                    <a:pt x="12627" y="2704"/>
                  </a:lnTo>
                  <a:lnTo>
                    <a:pt x="12010" y="2356"/>
                  </a:lnTo>
                  <a:lnTo>
                    <a:pt x="11353" y="1970"/>
                  </a:lnTo>
                  <a:lnTo>
                    <a:pt x="10156" y="1198"/>
                  </a:lnTo>
                  <a:lnTo>
                    <a:pt x="9538" y="851"/>
                  </a:lnTo>
                  <a:lnTo>
                    <a:pt x="8882" y="542"/>
                  </a:lnTo>
                  <a:lnTo>
                    <a:pt x="8225" y="271"/>
                  </a:lnTo>
                  <a:lnTo>
                    <a:pt x="7878" y="155"/>
                  </a:lnTo>
                  <a:lnTo>
                    <a:pt x="7492" y="78"/>
                  </a:lnTo>
                  <a:lnTo>
                    <a:pt x="687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6" name="Google Shape;3956;p17"/>
            <p:cNvSpPr/>
            <p:nvPr/>
          </p:nvSpPr>
          <p:spPr>
            <a:xfrm>
              <a:off x="330800" y="3096400"/>
              <a:ext cx="446975" cy="310875"/>
            </a:xfrm>
            <a:custGeom>
              <a:avLst/>
              <a:gdLst/>
              <a:ahLst/>
              <a:cxnLst/>
              <a:rect l="l" t="t" r="r" b="b"/>
              <a:pathLst>
                <a:path w="17879" h="12435" extrusionOk="0">
                  <a:moveTo>
                    <a:pt x="17608" y="1"/>
                  </a:moveTo>
                  <a:lnTo>
                    <a:pt x="17415" y="117"/>
                  </a:lnTo>
                  <a:lnTo>
                    <a:pt x="17454" y="734"/>
                  </a:lnTo>
                  <a:lnTo>
                    <a:pt x="17454" y="1352"/>
                  </a:lnTo>
                  <a:lnTo>
                    <a:pt x="17415" y="1931"/>
                  </a:lnTo>
                  <a:lnTo>
                    <a:pt x="17338" y="2549"/>
                  </a:lnTo>
                  <a:lnTo>
                    <a:pt x="17261" y="3128"/>
                  </a:lnTo>
                  <a:lnTo>
                    <a:pt x="17106" y="3708"/>
                  </a:lnTo>
                  <a:lnTo>
                    <a:pt x="16952" y="4287"/>
                  </a:lnTo>
                  <a:lnTo>
                    <a:pt x="16720" y="4828"/>
                  </a:lnTo>
                  <a:lnTo>
                    <a:pt x="16489" y="5368"/>
                  </a:lnTo>
                  <a:lnTo>
                    <a:pt x="16257" y="5909"/>
                  </a:lnTo>
                  <a:lnTo>
                    <a:pt x="15948" y="6449"/>
                  </a:lnTo>
                  <a:lnTo>
                    <a:pt x="15600" y="6951"/>
                  </a:lnTo>
                  <a:lnTo>
                    <a:pt x="15253" y="7415"/>
                  </a:lnTo>
                  <a:lnTo>
                    <a:pt x="14867" y="7917"/>
                  </a:lnTo>
                  <a:lnTo>
                    <a:pt x="14481" y="8341"/>
                  </a:lnTo>
                  <a:lnTo>
                    <a:pt x="14017" y="8805"/>
                  </a:lnTo>
                  <a:lnTo>
                    <a:pt x="13515" y="9268"/>
                  </a:lnTo>
                  <a:lnTo>
                    <a:pt x="12975" y="9693"/>
                  </a:lnTo>
                  <a:lnTo>
                    <a:pt x="12395" y="10118"/>
                  </a:lnTo>
                  <a:lnTo>
                    <a:pt x="11778" y="10465"/>
                  </a:lnTo>
                  <a:lnTo>
                    <a:pt x="11160" y="10813"/>
                  </a:lnTo>
                  <a:lnTo>
                    <a:pt x="10503" y="11122"/>
                  </a:lnTo>
                  <a:lnTo>
                    <a:pt x="9847" y="11392"/>
                  </a:lnTo>
                  <a:lnTo>
                    <a:pt x="9190" y="11585"/>
                  </a:lnTo>
                  <a:lnTo>
                    <a:pt x="8495" y="11778"/>
                  </a:lnTo>
                  <a:lnTo>
                    <a:pt x="7839" y="11894"/>
                  </a:lnTo>
                  <a:lnTo>
                    <a:pt x="7144" y="11971"/>
                  </a:lnTo>
                  <a:lnTo>
                    <a:pt x="6449" y="11971"/>
                  </a:lnTo>
                  <a:lnTo>
                    <a:pt x="5754" y="11933"/>
                  </a:lnTo>
                  <a:lnTo>
                    <a:pt x="5059" y="11817"/>
                  </a:lnTo>
                  <a:lnTo>
                    <a:pt x="4364" y="11624"/>
                  </a:lnTo>
                  <a:lnTo>
                    <a:pt x="3668" y="11392"/>
                  </a:lnTo>
                  <a:lnTo>
                    <a:pt x="3166" y="11160"/>
                  </a:lnTo>
                  <a:lnTo>
                    <a:pt x="2664" y="10890"/>
                  </a:lnTo>
                  <a:lnTo>
                    <a:pt x="2201" y="10581"/>
                  </a:lnTo>
                  <a:lnTo>
                    <a:pt x="1738" y="10234"/>
                  </a:lnTo>
                  <a:lnTo>
                    <a:pt x="1352" y="9847"/>
                  </a:lnTo>
                  <a:lnTo>
                    <a:pt x="965" y="9423"/>
                  </a:lnTo>
                  <a:lnTo>
                    <a:pt x="618" y="8959"/>
                  </a:lnTo>
                  <a:lnTo>
                    <a:pt x="309" y="8496"/>
                  </a:lnTo>
                  <a:lnTo>
                    <a:pt x="0" y="8650"/>
                  </a:lnTo>
                  <a:lnTo>
                    <a:pt x="309" y="9191"/>
                  </a:lnTo>
                  <a:lnTo>
                    <a:pt x="695" y="9693"/>
                  </a:lnTo>
                  <a:lnTo>
                    <a:pt x="1081" y="10156"/>
                  </a:lnTo>
                  <a:lnTo>
                    <a:pt x="1545" y="10581"/>
                  </a:lnTo>
                  <a:lnTo>
                    <a:pt x="2047" y="10967"/>
                  </a:lnTo>
                  <a:lnTo>
                    <a:pt x="2549" y="11315"/>
                  </a:lnTo>
                  <a:lnTo>
                    <a:pt x="3128" y="11624"/>
                  </a:lnTo>
                  <a:lnTo>
                    <a:pt x="3746" y="11894"/>
                  </a:lnTo>
                  <a:lnTo>
                    <a:pt x="4402" y="12126"/>
                  </a:lnTo>
                  <a:lnTo>
                    <a:pt x="5097" y="12280"/>
                  </a:lnTo>
                  <a:lnTo>
                    <a:pt x="5754" y="12357"/>
                  </a:lnTo>
                  <a:lnTo>
                    <a:pt x="6449" y="12435"/>
                  </a:lnTo>
                  <a:lnTo>
                    <a:pt x="7144" y="12396"/>
                  </a:lnTo>
                  <a:lnTo>
                    <a:pt x="7800" y="12357"/>
                  </a:lnTo>
                  <a:lnTo>
                    <a:pt x="8495" y="12242"/>
                  </a:lnTo>
                  <a:lnTo>
                    <a:pt x="9152" y="12087"/>
                  </a:lnTo>
                  <a:lnTo>
                    <a:pt x="9808" y="11894"/>
                  </a:lnTo>
                  <a:lnTo>
                    <a:pt x="10465" y="11662"/>
                  </a:lnTo>
                  <a:lnTo>
                    <a:pt x="11121" y="11353"/>
                  </a:lnTo>
                  <a:lnTo>
                    <a:pt x="11739" y="11044"/>
                  </a:lnTo>
                  <a:lnTo>
                    <a:pt x="12318" y="10697"/>
                  </a:lnTo>
                  <a:lnTo>
                    <a:pt x="12897" y="10311"/>
                  </a:lnTo>
                  <a:lnTo>
                    <a:pt x="13477" y="9925"/>
                  </a:lnTo>
                  <a:lnTo>
                    <a:pt x="13979" y="9461"/>
                  </a:lnTo>
                  <a:lnTo>
                    <a:pt x="14481" y="9037"/>
                  </a:lnTo>
                  <a:lnTo>
                    <a:pt x="14944" y="8573"/>
                  </a:lnTo>
                  <a:lnTo>
                    <a:pt x="15369" y="8071"/>
                  </a:lnTo>
                  <a:lnTo>
                    <a:pt x="15794" y="7531"/>
                  </a:lnTo>
                  <a:lnTo>
                    <a:pt x="16180" y="6990"/>
                  </a:lnTo>
                  <a:lnTo>
                    <a:pt x="16566" y="6411"/>
                  </a:lnTo>
                  <a:lnTo>
                    <a:pt x="16875" y="5793"/>
                  </a:lnTo>
                  <a:lnTo>
                    <a:pt x="17184" y="5214"/>
                  </a:lnTo>
                  <a:lnTo>
                    <a:pt x="17415" y="4557"/>
                  </a:lnTo>
                  <a:lnTo>
                    <a:pt x="17608" y="3939"/>
                  </a:lnTo>
                  <a:lnTo>
                    <a:pt x="17763" y="3283"/>
                  </a:lnTo>
                  <a:lnTo>
                    <a:pt x="17840" y="2626"/>
                  </a:lnTo>
                  <a:lnTo>
                    <a:pt x="17879" y="1970"/>
                  </a:lnTo>
                  <a:lnTo>
                    <a:pt x="17840" y="1314"/>
                  </a:lnTo>
                  <a:lnTo>
                    <a:pt x="17763" y="657"/>
                  </a:lnTo>
                  <a:lnTo>
                    <a:pt x="1760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7" name="Google Shape;3957;p17"/>
            <p:cNvSpPr/>
            <p:nvPr/>
          </p:nvSpPr>
          <p:spPr>
            <a:xfrm>
              <a:off x="4441350" y="3154325"/>
              <a:ext cx="84975" cy="94625"/>
            </a:xfrm>
            <a:custGeom>
              <a:avLst/>
              <a:gdLst/>
              <a:ahLst/>
              <a:cxnLst/>
              <a:rect l="l" t="t" r="r" b="b"/>
              <a:pathLst>
                <a:path w="3399" h="3785" extrusionOk="0">
                  <a:moveTo>
                    <a:pt x="77" y="1"/>
                  </a:moveTo>
                  <a:lnTo>
                    <a:pt x="0" y="78"/>
                  </a:lnTo>
                  <a:lnTo>
                    <a:pt x="0" y="116"/>
                  </a:lnTo>
                  <a:lnTo>
                    <a:pt x="348" y="889"/>
                  </a:lnTo>
                  <a:lnTo>
                    <a:pt x="811" y="1661"/>
                  </a:lnTo>
                  <a:lnTo>
                    <a:pt x="1274" y="2395"/>
                  </a:lnTo>
                  <a:lnTo>
                    <a:pt x="1738" y="3090"/>
                  </a:lnTo>
                  <a:lnTo>
                    <a:pt x="2008" y="3437"/>
                  </a:lnTo>
                  <a:lnTo>
                    <a:pt x="2201" y="3553"/>
                  </a:lnTo>
                  <a:lnTo>
                    <a:pt x="2394" y="3669"/>
                  </a:lnTo>
                  <a:lnTo>
                    <a:pt x="2587" y="3746"/>
                  </a:lnTo>
                  <a:lnTo>
                    <a:pt x="2780" y="3785"/>
                  </a:lnTo>
                  <a:lnTo>
                    <a:pt x="3012" y="3708"/>
                  </a:lnTo>
                  <a:lnTo>
                    <a:pt x="3205" y="3592"/>
                  </a:lnTo>
                  <a:lnTo>
                    <a:pt x="3321" y="3437"/>
                  </a:lnTo>
                  <a:lnTo>
                    <a:pt x="3398" y="3244"/>
                  </a:lnTo>
                  <a:lnTo>
                    <a:pt x="3398" y="3090"/>
                  </a:lnTo>
                  <a:lnTo>
                    <a:pt x="3398" y="2897"/>
                  </a:lnTo>
                  <a:lnTo>
                    <a:pt x="3360" y="2704"/>
                  </a:lnTo>
                  <a:lnTo>
                    <a:pt x="3282" y="2511"/>
                  </a:lnTo>
                  <a:lnTo>
                    <a:pt x="3128" y="2163"/>
                  </a:lnTo>
                  <a:lnTo>
                    <a:pt x="2935" y="2240"/>
                  </a:lnTo>
                  <a:lnTo>
                    <a:pt x="3051" y="2588"/>
                  </a:lnTo>
                  <a:lnTo>
                    <a:pt x="3089" y="2742"/>
                  </a:lnTo>
                  <a:lnTo>
                    <a:pt x="3128" y="2858"/>
                  </a:lnTo>
                  <a:lnTo>
                    <a:pt x="2896" y="3012"/>
                  </a:lnTo>
                  <a:lnTo>
                    <a:pt x="2665" y="3128"/>
                  </a:lnTo>
                  <a:lnTo>
                    <a:pt x="2510" y="3206"/>
                  </a:lnTo>
                  <a:lnTo>
                    <a:pt x="2317" y="3206"/>
                  </a:lnTo>
                  <a:lnTo>
                    <a:pt x="2201" y="3167"/>
                  </a:lnTo>
                  <a:lnTo>
                    <a:pt x="2047" y="3090"/>
                  </a:lnTo>
                  <a:lnTo>
                    <a:pt x="1931" y="2935"/>
                  </a:lnTo>
                  <a:lnTo>
                    <a:pt x="1854" y="2742"/>
                  </a:lnTo>
                  <a:lnTo>
                    <a:pt x="1699" y="2511"/>
                  </a:lnTo>
                  <a:lnTo>
                    <a:pt x="1081" y="1507"/>
                  </a:lnTo>
                  <a:lnTo>
                    <a:pt x="618" y="773"/>
                  </a:lnTo>
                  <a:lnTo>
                    <a:pt x="386" y="387"/>
                  </a:lnTo>
                  <a:lnTo>
                    <a:pt x="116" y="39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8" name="Google Shape;3958;p17"/>
            <p:cNvSpPr/>
            <p:nvPr/>
          </p:nvSpPr>
          <p:spPr>
            <a:xfrm>
              <a:off x="7199400" y="3174600"/>
              <a:ext cx="61825" cy="89800"/>
            </a:xfrm>
            <a:custGeom>
              <a:avLst/>
              <a:gdLst/>
              <a:ahLst/>
              <a:cxnLst/>
              <a:rect l="l" t="t" r="r" b="b"/>
              <a:pathLst>
                <a:path w="2473" h="3592" extrusionOk="0">
                  <a:moveTo>
                    <a:pt x="1082" y="0"/>
                  </a:moveTo>
                  <a:lnTo>
                    <a:pt x="1005" y="39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2"/>
                  </a:lnTo>
                  <a:lnTo>
                    <a:pt x="850" y="232"/>
                  </a:lnTo>
                  <a:lnTo>
                    <a:pt x="773" y="271"/>
                  </a:lnTo>
                  <a:lnTo>
                    <a:pt x="734" y="348"/>
                  </a:lnTo>
                  <a:lnTo>
                    <a:pt x="696" y="425"/>
                  </a:lnTo>
                  <a:lnTo>
                    <a:pt x="696" y="502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1"/>
                  </a:lnTo>
                  <a:lnTo>
                    <a:pt x="1275" y="927"/>
                  </a:lnTo>
                  <a:lnTo>
                    <a:pt x="1468" y="1082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1"/>
                  </a:lnTo>
                  <a:lnTo>
                    <a:pt x="1932" y="2163"/>
                  </a:lnTo>
                  <a:lnTo>
                    <a:pt x="1932" y="2433"/>
                  </a:lnTo>
                  <a:lnTo>
                    <a:pt x="1816" y="2742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1"/>
                  </a:lnTo>
                  <a:lnTo>
                    <a:pt x="1391" y="3128"/>
                  </a:lnTo>
                  <a:lnTo>
                    <a:pt x="1198" y="3128"/>
                  </a:lnTo>
                  <a:lnTo>
                    <a:pt x="1043" y="3090"/>
                  </a:lnTo>
                  <a:lnTo>
                    <a:pt x="928" y="3012"/>
                  </a:lnTo>
                  <a:lnTo>
                    <a:pt x="850" y="2897"/>
                  </a:lnTo>
                  <a:lnTo>
                    <a:pt x="812" y="2742"/>
                  </a:lnTo>
                  <a:lnTo>
                    <a:pt x="850" y="2588"/>
                  </a:lnTo>
                  <a:lnTo>
                    <a:pt x="928" y="2433"/>
                  </a:lnTo>
                  <a:lnTo>
                    <a:pt x="1043" y="2317"/>
                  </a:lnTo>
                  <a:lnTo>
                    <a:pt x="1159" y="2240"/>
                  </a:lnTo>
                  <a:lnTo>
                    <a:pt x="1159" y="2124"/>
                  </a:lnTo>
                  <a:lnTo>
                    <a:pt x="1121" y="2008"/>
                  </a:lnTo>
                  <a:lnTo>
                    <a:pt x="1043" y="1931"/>
                  </a:lnTo>
                  <a:lnTo>
                    <a:pt x="657" y="1622"/>
                  </a:lnTo>
                  <a:lnTo>
                    <a:pt x="426" y="1468"/>
                  </a:lnTo>
                  <a:lnTo>
                    <a:pt x="194" y="1313"/>
                  </a:lnTo>
                  <a:lnTo>
                    <a:pt x="1" y="1622"/>
                  </a:lnTo>
                  <a:lnTo>
                    <a:pt x="271" y="1893"/>
                  </a:lnTo>
                  <a:lnTo>
                    <a:pt x="580" y="2124"/>
                  </a:lnTo>
                  <a:lnTo>
                    <a:pt x="426" y="2356"/>
                  </a:lnTo>
                  <a:lnTo>
                    <a:pt x="348" y="2626"/>
                  </a:lnTo>
                  <a:lnTo>
                    <a:pt x="310" y="2897"/>
                  </a:lnTo>
                  <a:lnTo>
                    <a:pt x="348" y="3051"/>
                  </a:lnTo>
                  <a:lnTo>
                    <a:pt x="426" y="3167"/>
                  </a:lnTo>
                  <a:lnTo>
                    <a:pt x="541" y="3321"/>
                  </a:lnTo>
                  <a:lnTo>
                    <a:pt x="696" y="3476"/>
                  </a:lnTo>
                  <a:lnTo>
                    <a:pt x="889" y="3553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3"/>
                  </a:lnTo>
                  <a:lnTo>
                    <a:pt x="1700" y="3514"/>
                  </a:lnTo>
                  <a:lnTo>
                    <a:pt x="1854" y="3399"/>
                  </a:lnTo>
                  <a:lnTo>
                    <a:pt x="2047" y="3244"/>
                  </a:lnTo>
                  <a:lnTo>
                    <a:pt x="2202" y="3051"/>
                  </a:lnTo>
                  <a:lnTo>
                    <a:pt x="2318" y="2858"/>
                  </a:lnTo>
                  <a:lnTo>
                    <a:pt x="2395" y="2665"/>
                  </a:lnTo>
                  <a:lnTo>
                    <a:pt x="2434" y="2472"/>
                  </a:lnTo>
                  <a:lnTo>
                    <a:pt x="2472" y="2240"/>
                  </a:lnTo>
                  <a:lnTo>
                    <a:pt x="2434" y="2008"/>
                  </a:lnTo>
                  <a:lnTo>
                    <a:pt x="2395" y="1815"/>
                  </a:lnTo>
                  <a:lnTo>
                    <a:pt x="2318" y="1584"/>
                  </a:lnTo>
                  <a:lnTo>
                    <a:pt x="2202" y="1391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9" name="Google Shape;3959;p17"/>
            <p:cNvSpPr/>
            <p:nvPr/>
          </p:nvSpPr>
          <p:spPr>
            <a:xfrm>
              <a:off x="6803600" y="3198725"/>
              <a:ext cx="310875" cy="124575"/>
            </a:xfrm>
            <a:custGeom>
              <a:avLst/>
              <a:gdLst/>
              <a:ahLst/>
              <a:cxnLst/>
              <a:rect l="l" t="t" r="r" b="b"/>
              <a:pathLst>
                <a:path w="12435" h="4983" extrusionOk="0">
                  <a:moveTo>
                    <a:pt x="232" y="1"/>
                  </a:moveTo>
                  <a:lnTo>
                    <a:pt x="1" y="233"/>
                  </a:lnTo>
                  <a:lnTo>
                    <a:pt x="503" y="966"/>
                  </a:lnTo>
                  <a:lnTo>
                    <a:pt x="1043" y="1623"/>
                  </a:lnTo>
                  <a:lnTo>
                    <a:pt x="1700" y="2279"/>
                  </a:lnTo>
                  <a:lnTo>
                    <a:pt x="2356" y="2858"/>
                  </a:lnTo>
                  <a:lnTo>
                    <a:pt x="3090" y="3399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44"/>
                  </a:lnTo>
                  <a:lnTo>
                    <a:pt x="7685" y="4982"/>
                  </a:lnTo>
                  <a:lnTo>
                    <a:pt x="8535" y="4982"/>
                  </a:lnTo>
                  <a:lnTo>
                    <a:pt x="8998" y="4944"/>
                  </a:lnTo>
                  <a:lnTo>
                    <a:pt x="9423" y="4866"/>
                  </a:lnTo>
                  <a:lnTo>
                    <a:pt x="9848" y="4789"/>
                  </a:lnTo>
                  <a:lnTo>
                    <a:pt x="10272" y="4673"/>
                  </a:lnTo>
                  <a:lnTo>
                    <a:pt x="10658" y="4519"/>
                  </a:lnTo>
                  <a:lnTo>
                    <a:pt x="11083" y="4326"/>
                  </a:lnTo>
                  <a:lnTo>
                    <a:pt x="11469" y="4133"/>
                  </a:lnTo>
                  <a:lnTo>
                    <a:pt x="11855" y="3862"/>
                  </a:lnTo>
                  <a:lnTo>
                    <a:pt x="12242" y="3592"/>
                  </a:lnTo>
                  <a:lnTo>
                    <a:pt x="12319" y="3553"/>
                  </a:lnTo>
                  <a:lnTo>
                    <a:pt x="12435" y="3206"/>
                  </a:lnTo>
                  <a:lnTo>
                    <a:pt x="12357" y="3167"/>
                  </a:lnTo>
                  <a:lnTo>
                    <a:pt x="12280" y="3206"/>
                  </a:lnTo>
                  <a:lnTo>
                    <a:pt x="12203" y="3129"/>
                  </a:lnTo>
                  <a:lnTo>
                    <a:pt x="12010" y="3129"/>
                  </a:lnTo>
                  <a:lnTo>
                    <a:pt x="11933" y="3206"/>
                  </a:lnTo>
                  <a:lnTo>
                    <a:pt x="11585" y="3438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7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2"/>
                  </a:lnTo>
                  <a:lnTo>
                    <a:pt x="8342" y="4480"/>
                  </a:lnTo>
                  <a:lnTo>
                    <a:pt x="7917" y="4480"/>
                  </a:lnTo>
                  <a:lnTo>
                    <a:pt x="7492" y="4442"/>
                  </a:lnTo>
                  <a:lnTo>
                    <a:pt x="7067" y="4403"/>
                  </a:lnTo>
                  <a:lnTo>
                    <a:pt x="6642" y="4364"/>
                  </a:lnTo>
                  <a:lnTo>
                    <a:pt x="6218" y="4248"/>
                  </a:lnTo>
                  <a:lnTo>
                    <a:pt x="5793" y="4171"/>
                  </a:lnTo>
                  <a:lnTo>
                    <a:pt x="5368" y="4017"/>
                  </a:lnTo>
                  <a:lnTo>
                    <a:pt x="4596" y="3708"/>
                  </a:lnTo>
                  <a:lnTo>
                    <a:pt x="3901" y="3283"/>
                  </a:lnTo>
                  <a:lnTo>
                    <a:pt x="3206" y="2820"/>
                  </a:lnTo>
                  <a:lnTo>
                    <a:pt x="2588" y="2318"/>
                  </a:lnTo>
                  <a:lnTo>
                    <a:pt x="1970" y="1777"/>
                  </a:lnTo>
                  <a:lnTo>
                    <a:pt x="1391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0" name="Google Shape;3960;p17"/>
            <p:cNvSpPr/>
            <p:nvPr/>
          </p:nvSpPr>
          <p:spPr>
            <a:xfrm>
              <a:off x="7111550" y="3205500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0"/>
                  </a:moveTo>
                  <a:lnTo>
                    <a:pt x="3360" y="77"/>
                  </a:lnTo>
                  <a:lnTo>
                    <a:pt x="3245" y="77"/>
                  </a:lnTo>
                  <a:lnTo>
                    <a:pt x="3013" y="270"/>
                  </a:lnTo>
                  <a:lnTo>
                    <a:pt x="2781" y="502"/>
                  </a:lnTo>
                  <a:lnTo>
                    <a:pt x="2549" y="772"/>
                  </a:lnTo>
                  <a:lnTo>
                    <a:pt x="2356" y="1004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5"/>
                  </a:lnTo>
                  <a:lnTo>
                    <a:pt x="1082" y="1854"/>
                  </a:lnTo>
                  <a:lnTo>
                    <a:pt x="1043" y="1931"/>
                  </a:lnTo>
                  <a:lnTo>
                    <a:pt x="1082" y="2008"/>
                  </a:lnTo>
                  <a:lnTo>
                    <a:pt x="1121" y="2085"/>
                  </a:lnTo>
                  <a:lnTo>
                    <a:pt x="1005" y="2085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2" y="2240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471"/>
                  </a:lnTo>
                  <a:lnTo>
                    <a:pt x="966" y="2510"/>
                  </a:lnTo>
                  <a:lnTo>
                    <a:pt x="1198" y="2587"/>
                  </a:lnTo>
                  <a:lnTo>
                    <a:pt x="1430" y="2703"/>
                  </a:lnTo>
                  <a:lnTo>
                    <a:pt x="1623" y="2819"/>
                  </a:lnTo>
                  <a:lnTo>
                    <a:pt x="1816" y="2973"/>
                  </a:lnTo>
                  <a:lnTo>
                    <a:pt x="1970" y="3167"/>
                  </a:lnTo>
                  <a:lnTo>
                    <a:pt x="2047" y="3398"/>
                  </a:lnTo>
                  <a:lnTo>
                    <a:pt x="2125" y="3630"/>
                  </a:lnTo>
                  <a:lnTo>
                    <a:pt x="2125" y="3900"/>
                  </a:lnTo>
                  <a:lnTo>
                    <a:pt x="2086" y="4093"/>
                  </a:lnTo>
                  <a:lnTo>
                    <a:pt x="2009" y="4325"/>
                  </a:lnTo>
                  <a:lnTo>
                    <a:pt x="1893" y="4518"/>
                  </a:lnTo>
                  <a:lnTo>
                    <a:pt x="1739" y="4711"/>
                  </a:lnTo>
                  <a:lnTo>
                    <a:pt x="1545" y="4827"/>
                  </a:lnTo>
                  <a:lnTo>
                    <a:pt x="1314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5"/>
                  </a:lnTo>
                  <a:lnTo>
                    <a:pt x="657" y="4441"/>
                  </a:lnTo>
                  <a:lnTo>
                    <a:pt x="735" y="4286"/>
                  </a:lnTo>
                  <a:lnTo>
                    <a:pt x="812" y="4209"/>
                  </a:lnTo>
                  <a:lnTo>
                    <a:pt x="889" y="4132"/>
                  </a:lnTo>
                  <a:lnTo>
                    <a:pt x="966" y="4093"/>
                  </a:lnTo>
                  <a:lnTo>
                    <a:pt x="1121" y="4093"/>
                  </a:lnTo>
                  <a:lnTo>
                    <a:pt x="1237" y="4016"/>
                  </a:lnTo>
                  <a:lnTo>
                    <a:pt x="1314" y="3900"/>
                  </a:lnTo>
                  <a:lnTo>
                    <a:pt x="1314" y="3784"/>
                  </a:lnTo>
                  <a:lnTo>
                    <a:pt x="1275" y="3707"/>
                  </a:lnTo>
                  <a:lnTo>
                    <a:pt x="1198" y="3669"/>
                  </a:lnTo>
                  <a:lnTo>
                    <a:pt x="117" y="2935"/>
                  </a:lnTo>
                  <a:lnTo>
                    <a:pt x="1" y="3282"/>
                  </a:lnTo>
                  <a:lnTo>
                    <a:pt x="657" y="3784"/>
                  </a:lnTo>
                  <a:lnTo>
                    <a:pt x="503" y="3862"/>
                  </a:lnTo>
                  <a:lnTo>
                    <a:pt x="387" y="3977"/>
                  </a:lnTo>
                  <a:lnTo>
                    <a:pt x="310" y="4093"/>
                  </a:lnTo>
                  <a:lnTo>
                    <a:pt x="233" y="4248"/>
                  </a:lnTo>
                  <a:lnTo>
                    <a:pt x="194" y="4402"/>
                  </a:lnTo>
                  <a:lnTo>
                    <a:pt x="194" y="4557"/>
                  </a:lnTo>
                  <a:lnTo>
                    <a:pt x="194" y="4711"/>
                  </a:lnTo>
                  <a:lnTo>
                    <a:pt x="271" y="4866"/>
                  </a:lnTo>
                  <a:lnTo>
                    <a:pt x="387" y="5097"/>
                  </a:lnTo>
                  <a:lnTo>
                    <a:pt x="541" y="5252"/>
                  </a:lnTo>
                  <a:lnTo>
                    <a:pt x="735" y="5368"/>
                  </a:lnTo>
                  <a:lnTo>
                    <a:pt x="966" y="5406"/>
                  </a:lnTo>
                  <a:lnTo>
                    <a:pt x="1198" y="5406"/>
                  </a:lnTo>
                  <a:lnTo>
                    <a:pt x="1430" y="5368"/>
                  </a:lnTo>
                  <a:lnTo>
                    <a:pt x="1623" y="5329"/>
                  </a:lnTo>
                  <a:lnTo>
                    <a:pt x="1854" y="5213"/>
                  </a:lnTo>
                  <a:lnTo>
                    <a:pt x="2086" y="5020"/>
                  </a:lnTo>
                  <a:lnTo>
                    <a:pt x="2241" y="4827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09"/>
                  </a:lnTo>
                  <a:lnTo>
                    <a:pt x="2588" y="3977"/>
                  </a:lnTo>
                  <a:lnTo>
                    <a:pt x="2588" y="3746"/>
                  </a:lnTo>
                  <a:lnTo>
                    <a:pt x="2549" y="3514"/>
                  </a:lnTo>
                  <a:lnTo>
                    <a:pt x="2472" y="3282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471"/>
                  </a:lnTo>
                  <a:lnTo>
                    <a:pt x="1739" y="2356"/>
                  </a:lnTo>
                  <a:lnTo>
                    <a:pt x="1507" y="2201"/>
                  </a:lnTo>
                  <a:lnTo>
                    <a:pt x="1275" y="2124"/>
                  </a:lnTo>
                  <a:lnTo>
                    <a:pt x="1623" y="1969"/>
                  </a:lnTo>
                  <a:lnTo>
                    <a:pt x="1932" y="1815"/>
                  </a:lnTo>
                  <a:lnTo>
                    <a:pt x="2241" y="1622"/>
                  </a:lnTo>
                  <a:lnTo>
                    <a:pt x="2549" y="1390"/>
                  </a:lnTo>
                  <a:lnTo>
                    <a:pt x="2820" y="1197"/>
                  </a:lnTo>
                  <a:lnTo>
                    <a:pt x="3090" y="965"/>
                  </a:lnTo>
                  <a:lnTo>
                    <a:pt x="3360" y="657"/>
                  </a:lnTo>
                  <a:lnTo>
                    <a:pt x="3438" y="541"/>
                  </a:lnTo>
                  <a:lnTo>
                    <a:pt x="3515" y="386"/>
                  </a:lnTo>
                  <a:lnTo>
                    <a:pt x="3708" y="77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1" name="Google Shape;3961;p17"/>
            <p:cNvSpPr/>
            <p:nvPr/>
          </p:nvSpPr>
          <p:spPr>
            <a:xfrm>
              <a:off x="1402350" y="3219000"/>
              <a:ext cx="106225" cy="103325"/>
            </a:xfrm>
            <a:custGeom>
              <a:avLst/>
              <a:gdLst/>
              <a:ahLst/>
              <a:cxnLst/>
              <a:rect l="l" t="t" r="r" b="b"/>
              <a:pathLst>
                <a:path w="4249" h="4133" extrusionOk="0">
                  <a:moveTo>
                    <a:pt x="2317" y="387"/>
                  </a:moveTo>
                  <a:lnTo>
                    <a:pt x="2588" y="425"/>
                  </a:lnTo>
                  <a:lnTo>
                    <a:pt x="2858" y="503"/>
                  </a:lnTo>
                  <a:lnTo>
                    <a:pt x="3128" y="619"/>
                  </a:lnTo>
                  <a:lnTo>
                    <a:pt x="3321" y="812"/>
                  </a:lnTo>
                  <a:lnTo>
                    <a:pt x="3553" y="1043"/>
                  </a:lnTo>
                  <a:lnTo>
                    <a:pt x="3708" y="1352"/>
                  </a:lnTo>
                  <a:lnTo>
                    <a:pt x="3823" y="1700"/>
                  </a:lnTo>
                  <a:lnTo>
                    <a:pt x="3862" y="2047"/>
                  </a:lnTo>
                  <a:lnTo>
                    <a:pt x="3785" y="2395"/>
                  </a:lnTo>
                  <a:lnTo>
                    <a:pt x="3708" y="2742"/>
                  </a:lnTo>
                  <a:lnTo>
                    <a:pt x="3514" y="3051"/>
                  </a:lnTo>
                  <a:lnTo>
                    <a:pt x="3283" y="3322"/>
                  </a:lnTo>
                  <a:lnTo>
                    <a:pt x="3012" y="3515"/>
                  </a:lnTo>
                  <a:lnTo>
                    <a:pt x="2704" y="3669"/>
                  </a:lnTo>
                  <a:lnTo>
                    <a:pt x="2395" y="3746"/>
                  </a:lnTo>
                  <a:lnTo>
                    <a:pt x="2047" y="3785"/>
                  </a:lnTo>
                  <a:lnTo>
                    <a:pt x="1738" y="3746"/>
                  </a:lnTo>
                  <a:lnTo>
                    <a:pt x="1391" y="3631"/>
                  </a:lnTo>
                  <a:lnTo>
                    <a:pt x="1120" y="3476"/>
                  </a:lnTo>
                  <a:lnTo>
                    <a:pt x="850" y="3283"/>
                  </a:lnTo>
                  <a:lnTo>
                    <a:pt x="618" y="3013"/>
                  </a:lnTo>
                  <a:lnTo>
                    <a:pt x="464" y="2665"/>
                  </a:lnTo>
                  <a:lnTo>
                    <a:pt x="348" y="2318"/>
                  </a:lnTo>
                  <a:lnTo>
                    <a:pt x="348" y="1931"/>
                  </a:lnTo>
                  <a:lnTo>
                    <a:pt x="387" y="1545"/>
                  </a:lnTo>
                  <a:lnTo>
                    <a:pt x="541" y="1236"/>
                  </a:lnTo>
                  <a:lnTo>
                    <a:pt x="618" y="1082"/>
                  </a:lnTo>
                  <a:lnTo>
                    <a:pt x="734" y="927"/>
                  </a:lnTo>
                  <a:lnTo>
                    <a:pt x="889" y="812"/>
                  </a:lnTo>
                  <a:lnTo>
                    <a:pt x="1043" y="696"/>
                  </a:lnTo>
                  <a:lnTo>
                    <a:pt x="1236" y="619"/>
                  </a:lnTo>
                  <a:lnTo>
                    <a:pt x="1429" y="541"/>
                  </a:lnTo>
                  <a:lnTo>
                    <a:pt x="1468" y="503"/>
                  </a:lnTo>
                  <a:lnTo>
                    <a:pt x="1777" y="425"/>
                  </a:lnTo>
                  <a:lnTo>
                    <a:pt x="2047" y="387"/>
                  </a:lnTo>
                  <a:close/>
                  <a:moveTo>
                    <a:pt x="1931" y="1"/>
                  </a:moveTo>
                  <a:lnTo>
                    <a:pt x="1738" y="39"/>
                  </a:lnTo>
                  <a:lnTo>
                    <a:pt x="1507" y="117"/>
                  </a:lnTo>
                  <a:lnTo>
                    <a:pt x="1313" y="232"/>
                  </a:lnTo>
                  <a:lnTo>
                    <a:pt x="1159" y="348"/>
                  </a:lnTo>
                  <a:lnTo>
                    <a:pt x="1120" y="387"/>
                  </a:lnTo>
                  <a:lnTo>
                    <a:pt x="966" y="387"/>
                  </a:lnTo>
                  <a:lnTo>
                    <a:pt x="773" y="464"/>
                  </a:lnTo>
                  <a:lnTo>
                    <a:pt x="657" y="541"/>
                  </a:lnTo>
                  <a:lnTo>
                    <a:pt x="503" y="657"/>
                  </a:lnTo>
                  <a:lnTo>
                    <a:pt x="387" y="773"/>
                  </a:lnTo>
                  <a:lnTo>
                    <a:pt x="309" y="927"/>
                  </a:lnTo>
                  <a:lnTo>
                    <a:pt x="155" y="1236"/>
                  </a:lnTo>
                  <a:lnTo>
                    <a:pt x="39" y="1623"/>
                  </a:lnTo>
                  <a:lnTo>
                    <a:pt x="1" y="2009"/>
                  </a:lnTo>
                  <a:lnTo>
                    <a:pt x="39" y="2356"/>
                  </a:lnTo>
                  <a:lnTo>
                    <a:pt x="78" y="2704"/>
                  </a:lnTo>
                  <a:lnTo>
                    <a:pt x="155" y="2897"/>
                  </a:lnTo>
                  <a:lnTo>
                    <a:pt x="271" y="3090"/>
                  </a:lnTo>
                  <a:lnTo>
                    <a:pt x="387" y="3283"/>
                  </a:lnTo>
                  <a:lnTo>
                    <a:pt x="541" y="3437"/>
                  </a:lnTo>
                  <a:lnTo>
                    <a:pt x="850" y="3746"/>
                  </a:lnTo>
                  <a:lnTo>
                    <a:pt x="1236" y="3939"/>
                  </a:lnTo>
                  <a:lnTo>
                    <a:pt x="1661" y="4094"/>
                  </a:lnTo>
                  <a:lnTo>
                    <a:pt x="2086" y="4133"/>
                  </a:lnTo>
                  <a:lnTo>
                    <a:pt x="2510" y="4094"/>
                  </a:lnTo>
                  <a:lnTo>
                    <a:pt x="2742" y="4055"/>
                  </a:lnTo>
                  <a:lnTo>
                    <a:pt x="2974" y="3978"/>
                  </a:lnTo>
                  <a:lnTo>
                    <a:pt x="3321" y="3746"/>
                  </a:lnTo>
                  <a:lnTo>
                    <a:pt x="3630" y="3476"/>
                  </a:lnTo>
                  <a:lnTo>
                    <a:pt x="3862" y="3167"/>
                  </a:lnTo>
                  <a:lnTo>
                    <a:pt x="4055" y="2781"/>
                  </a:lnTo>
                  <a:lnTo>
                    <a:pt x="4171" y="2395"/>
                  </a:lnTo>
                  <a:lnTo>
                    <a:pt x="4248" y="2009"/>
                  </a:lnTo>
                  <a:lnTo>
                    <a:pt x="4210" y="1584"/>
                  </a:lnTo>
                  <a:lnTo>
                    <a:pt x="4094" y="1198"/>
                  </a:lnTo>
                  <a:lnTo>
                    <a:pt x="3978" y="1005"/>
                  </a:lnTo>
                  <a:lnTo>
                    <a:pt x="3862" y="812"/>
                  </a:lnTo>
                  <a:lnTo>
                    <a:pt x="3708" y="657"/>
                  </a:lnTo>
                  <a:lnTo>
                    <a:pt x="3553" y="503"/>
                  </a:lnTo>
                  <a:lnTo>
                    <a:pt x="3206" y="232"/>
                  </a:lnTo>
                  <a:lnTo>
                    <a:pt x="2781" y="78"/>
                  </a:lnTo>
                  <a:lnTo>
                    <a:pt x="23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2" name="Google Shape;3962;p17"/>
            <p:cNvSpPr/>
            <p:nvPr/>
          </p:nvSpPr>
          <p:spPr>
            <a:xfrm>
              <a:off x="4924025" y="3220925"/>
              <a:ext cx="335975" cy="782950"/>
            </a:xfrm>
            <a:custGeom>
              <a:avLst/>
              <a:gdLst/>
              <a:ahLst/>
              <a:cxnLst/>
              <a:rect l="l" t="t" r="r" b="b"/>
              <a:pathLst>
                <a:path w="13439" h="31318" extrusionOk="0">
                  <a:moveTo>
                    <a:pt x="6488" y="387"/>
                  </a:moveTo>
                  <a:lnTo>
                    <a:pt x="6526" y="464"/>
                  </a:lnTo>
                  <a:lnTo>
                    <a:pt x="7144" y="2009"/>
                  </a:lnTo>
                  <a:lnTo>
                    <a:pt x="7685" y="3554"/>
                  </a:lnTo>
                  <a:lnTo>
                    <a:pt x="8226" y="5137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2"/>
                  </a:lnTo>
                  <a:lnTo>
                    <a:pt x="7530" y="7338"/>
                  </a:lnTo>
                  <a:lnTo>
                    <a:pt x="7222" y="7454"/>
                  </a:lnTo>
                  <a:lnTo>
                    <a:pt x="6913" y="7531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1"/>
                  </a:lnTo>
                  <a:lnTo>
                    <a:pt x="5522" y="7492"/>
                  </a:lnTo>
                  <a:lnTo>
                    <a:pt x="4866" y="7338"/>
                  </a:lnTo>
                  <a:lnTo>
                    <a:pt x="4210" y="7106"/>
                  </a:lnTo>
                  <a:lnTo>
                    <a:pt x="3592" y="6874"/>
                  </a:lnTo>
                  <a:lnTo>
                    <a:pt x="3862" y="6025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4"/>
                  </a:lnTo>
                  <a:lnTo>
                    <a:pt x="5214" y="2743"/>
                  </a:lnTo>
                  <a:lnTo>
                    <a:pt x="5600" y="1932"/>
                  </a:lnTo>
                  <a:lnTo>
                    <a:pt x="6024" y="1159"/>
                  </a:lnTo>
                  <a:lnTo>
                    <a:pt x="6488" y="387"/>
                  </a:lnTo>
                  <a:close/>
                  <a:moveTo>
                    <a:pt x="8805" y="7029"/>
                  </a:moveTo>
                  <a:lnTo>
                    <a:pt x="9230" y="8419"/>
                  </a:lnTo>
                  <a:lnTo>
                    <a:pt x="9577" y="9848"/>
                  </a:lnTo>
                  <a:lnTo>
                    <a:pt x="9847" y="11083"/>
                  </a:lnTo>
                  <a:lnTo>
                    <a:pt x="10079" y="12358"/>
                  </a:lnTo>
                  <a:lnTo>
                    <a:pt x="10234" y="13632"/>
                  </a:lnTo>
                  <a:lnTo>
                    <a:pt x="10388" y="14906"/>
                  </a:lnTo>
                  <a:lnTo>
                    <a:pt x="10465" y="16181"/>
                  </a:lnTo>
                  <a:lnTo>
                    <a:pt x="10504" y="16837"/>
                  </a:lnTo>
                  <a:lnTo>
                    <a:pt x="10504" y="17493"/>
                  </a:lnTo>
                  <a:lnTo>
                    <a:pt x="10504" y="18189"/>
                  </a:lnTo>
                  <a:lnTo>
                    <a:pt x="10427" y="18845"/>
                  </a:lnTo>
                  <a:lnTo>
                    <a:pt x="10311" y="19463"/>
                  </a:lnTo>
                  <a:lnTo>
                    <a:pt x="10118" y="20081"/>
                  </a:lnTo>
                  <a:lnTo>
                    <a:pt x="9886" y="20660"/>
                  </a:lnTo>
                  <a:lnTo>
                    <a:pt x="9538" y="21162"/>
                  </a:lnTo>
                  <a:lnTo>
                    <a:pt x="9384" y="21394"/>
                  </a:lnTo>
                  <a:lnTo>
                    <a:pt x="9152" y="21587"/>
                  </a:lnTo>
                  <a:lnTo>
                    <a:pt x="8959" y="21780"/>
                  </a:lnTo>
                  <a:lnTo>
                    <a:pt x="8728" y="21973"/>
                  </a:lnTo>
                  <a:lnTo>
                    <a:pt x="8496" y="22127"/>
                  </a:lnTo>
                  <a:lnTo>
                    <a:pt x="8226" y="22243"/>
                  </a:lnTo>
                  <a:lnTo>
                    <a:pt x="7955" y="22359"/>
                  </a:lnTo>
                  <a:lnTo>
                    <a:pt x="7685" y="22436"/>
                  </a:lnTo>
                  <a:lnTo>
                    <a:pt x="7415" y="22475"/>
                  </a:lnTo>
                  <a:lnTo>
                    <a:pt x="6797" y="22475"/>
                  </a:lnTo>
                  <a:lnTo>
                    <a:pt x="6488" y="22436"/>
                  </a:lnTo>
                  <a:lnTo>
                    <a:pt x="5909" y="22282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5"/>
                  </a:lnTo>
                  <a:lnTo>
                    <a:pt x="4094" y="20930"/>
                  </a:lnTo>
                  <a:lnTo>
                    <a:pt x="3785" y="20467"/>
                  </a:lnTo>
                  <a:lnTo>
                    <a:pt x="3476" y="19965"/>
                  </a:lnTo>
                  <a:lnTo>
                    <a:pt x="3244" y="19424"/>
                  </a:lnTo>
                  <a:lnTo>
                    <a:pt x="3051" y="18884"/>
                  </a:lnTo>
                  <a:lnTo>
                    <a:pt x="2897" y="18343"/>
                  </a:lnTo>
                  <a:lnTo>
                    <a:pt x="2781" y="17802"/>
                  </a:lnTo>
                  <a:lnTo>
                    <a:pt x="2704" y="17223"/>
                  </a:lnTo>
                  <a:lnTo>
                    <a:pt x="2588" y="16103"/>
                  </a:lnTo>
                  <a:lnTo>
                    <a:pt x="2511" y="14945"/>
                  </a:lnTo>
                  <a:lnTo>
                    <a:pt x="2511" y="13748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3"/>
                  </a:lnTo>
                  <a:lnTo>
                    <a:pt x="3128" y="8689"/>
                  </a:lnTo>
                  <a:lnTo>
                    <a:pt x="3283" y="7917"/>
                  </a:lnTo>
                  <a:lnTo>
                    <a:pt x="3515" y="7183"/>
                  </a:lnTo>
                  <a:lnTo>
                    <a:pt x="4132" y="7454"/>
                  </a:lnTo>
                  <a:lnTo>
                    <a:pt x="4827" y="7685"/>
                  </a:lnTo>
                  <a:lnTo>
                    <a:pt x="5522" y="7840"/>
                  </a:lnTo>
                  <a:lnTo>
                    <a:pt x="5909" y="7917"/>
                  </a:lnTo>
                  <a:lnTo>
                    <a:pt x="6256" y="7917"/>
                  </a:lnTo>
                  <a:lnTo>
                    <a:pt x="6604" y="7956"/>
                  </a:lnTo>
                  <a:lnTo>
                    <a:pt x="6990" y="7917"/>
                  </a:lnTo>
                  <a:lnTo>
                    <a:pt x="7299" y="7878"/>
                  </a:lnTo>
                  <a:lnTo>
                    <a:pt x="7646" y="7763"/>
                  </a:lnTo>
                  <a:lnTo>
                    <a:pt x="7955" y="7647"/>
                  </a:lnTo>
                  <a:lnTo>
                    <a:pt x="8264" y="7492"/>
                  </a:lnTo>
                  <a:lnTo>
                    <a:pt x="8573" y="7261"/>
                  </a:lnTo>
                  <a:lnTo>
                    <a:pt x="8805" y="7029"/>
                  </a:lnTo>
                  <a:close/>
                  <a:moveTo>
                    <a:pt x="8650" y="22475"/>
                  </a:moveTo>
                  <a:lnTo>
                    <a:pt x="8766" y="22822"/>
                  </a:lnTo>
                  <a:lnTo>
                    <a:pt x="8921" y="23170"/>
                  </a:lnTo>
                  <a:lnTo>
                    <a:pt x="8496" y="23402"/>
                  </a:lnTo>
                  <a:lnTo>
                    <a:pt x="8071" y="23556"/>
                  </a:lnTo>
                  <a:lnTo>
                    <a:pt x="7608" y="23633"/>
                  </a:lnTo>
                  <a:lnTo>
                    <a:pt x="7144" y="23672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3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5"/>
                  </a:lnTo>
                  <a:lnTo>
                    <a:pt x="5870" y="22629"/>
                  </a:lnTo>
                  <a:lnTo>
                    <a:pt x="6256" y="22784"/>
                  </a:lnTo>
                  <a:lnTo>
                    <a:pt x="6681" y="22861"/>
                  </a:lnTo>
                  <a:lnTo>
                    <a:pt x="7067" y="22900"/>
                  </a:lnTo>
                  <a:lnTo>
                    <a:pt x="7453" y="22861"/>
                  </a:lnTo>
                  <a:lnTo>
                    <a:pt x="7878" y="22822"/>
                  </a:lnTo>
                  <a:lnTo>
                    <a:pt x="8264" y="22668"/>
                  </a:lnTo>
                  <a:lnTo>
                    <a:pt x="8650" y="22475"/>
                  </a:lnTo>
                  <a:close/>
                  <a:moveTo>
                    <a:pt x="10890" y="16798"/>
                  </a:moveTo>
                  <a:lnTo>
                    <a:pt x="11392" y="17262"/>
                  </a:lnTo>
                  <a:lnTo>
                    <a:pt x="11933" y="17648"/>
                  </a:lnTo>
                  <a:lnTo>
                    <a:pt x="12512" y="18034"/>
                  </a:lnTo>
                  <a:lnTo>
                    <a:pt x="13091" y="18343"/>
                  </a:lnTo>
                  <a:lnTo>
                    <a:pt x="12937" y="19772"/>
                  </a:lnTo>
                  <a:lnTo>
                    <a:pt x="12821" y="21239"/>
                  </a:lnTo>
                  <a:lnTo>
                    <a:pt x="12705" y="24212"/>
                  </a:lnTo>
                  <a:lnTo>
                    <a:pt x="11894" y="23595"/>
                  </a:lnTo>
                  <a:lnTo>
                    <a:pt x="11044" y="23015"/>
                  </a:lnTo>
                  <a:lnTo>
                    <a:pt x="10813" y="22861"/>
                  </a:lnTo>
                  <a:lnTo>
                    <a:pt x="10620" y="22668"/>
                  </a:lnTo>
                  <a:lnTo>
                    <a:pt x="10581" y="22591"/>
                  </a:lnTo>
                  <a:lnTo>
                    <a:pt x="10542" y="22436"/>
                  </a:lnTo>
                  <a:lnTo>
                    <a:pt x="10542" y="22127"/>
                  </a:lnTo>
                  <a:lnTo>
                    <a:pt x="10542" y="21394"/>
                  </a:lnTo>
                  <a:lnTo>
                    <a:pt x="10504" y="20660"/>
                  </a:lnTo>
                  <a:lnTo>
                    <a:pt x="10504" y="20583"/>
                  </a:lnTo>
                  <a:lnTo>
                    <a:pt x="10465" y="20544"/>
                  </a:lnTo>
                  <a:lnTo>
                    <a:pt x="10388" y="20467"/>
                  </a:lnTo>
                  <a:lnTo>
                    <a:pt x="10542" y="19965"/>
                  </a:lnTo>
                  <a:lnTo>
                    <a:pt x="10697" y="19424"/>
                  </a:lnTo>
                  <a:lnTo>
                    <a:pt x="10774" y="18884"/>
                  </a:lnTo>
                  <a:lnTo>
                    <a:pt x="10851" y="18304"/>
                  </a:lnTo>
                  <a:lnTo>
                    <a:pt x="10890" y="17571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5"/>
                  </a:lnTo>
                  <a:lnTo>
                    <a:pt x="6140" y="23826"/>
                  </a:lnTo>
                  <a:lnTo>
                    <a:pt x="6642" y="23942"/>
                  </a:lnTo>
                  <a:lnTo>
                    <a:pt x="7144" y="23981"/>
                  </a:lnTo>
                  <a:lnTo>
                    <a:pt x="7646" y="23981"/>
                  </a:lnTo>
                  <a:lnTo>
                    <a:pt x="8148" y="23865"/>
                  </a:lnTo>
                  <a:lnTo>
                    <a:pt x="8612" y="23710"/>
                  </a:lnTo>
                  <a:lnTo>
                    <a:pt x="9075" y="23440"/>
                  </a:lnTo>
                  <a:lnTo>
                    <a:pt x="9384" y="23904"/>
                  </a:lnTo>
                  <a:lnTo>
                    <a:pt x="8843" y="24174"/>
                  </a:lnTo>
                  <a:lnTo>
                    <a:pt x="8303" y="24367"/>
                  </a:lnTo>
                  <a:lnTo>
                    <a:pt x="7762" y="24483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4"/>
                  </a:lnTo>
                  <a:lnTo>
                    <a:pt x="5561" y="24290"/>
                  </a:lnTo>
                  <a:lnTo>
                    <a:pt x="4982" y="24097"/>
                  </a:lnTo>
                  <a:lnTo>
                    <a:pt x="5059" y="23904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8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3"/>
                  </a:lnTo>
                  <a:lnTo>
                    <a:pt x="2974" y="19772"/>
                  </a:lnTo>
                  <a:lnTo>
                    <a:pt x="3244" y="20312"/>
                  </a:lnTo>
                  <a:lnTo>
                    <a:pt x="3244" y="20351"/>
                  </a:lnTo>
                  <a:lnTo>
                    <a:pt x="3206" y="21200"/>
                  </a:lnTo>
                  <a:lnTo>
                    <a:pt x="3244" y="22050"/>
                  </a:lnTo>
                  <a:lnTo>
                    <a:pt x="3283" y="22359"/>
                  </a:lnTo>
                  <a:lnTo>
                    <a:pt x="3321" y="22706"/>
                  </a:lnTo>
                  <a:lnTo>
                    <a:pt x="3321" y="23054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9"/>
                  </a:lnTo>
                  <a:lnTo>
                    <a:pt x="3051" y="23633"/>
                  </a:lnTo>
                  <a:lnTo>
                    <a:pt x="2704" y="23904"/>
                  </a:lnTo>
                  <a:lnTo>
                    <a:pt x="2009" y="24406"/>
                  </a:lnTo>
                  <a:lnTo>
                    <a:pt x="773" y="25409"/>
                  </a:lnTo>
                  <a:lnTo>
                    <a:pt x="811" y="24676"/>
                  </a:lnTo>
                  <a:lnTo>
                    <a:pt x="850" y="23942"/>
                  </a:lnTo>
                  <a:lnTo>
                    <a:pt x="811" y="23170"/>
                  </a:lnTo>
                  <a:lnTo>
                    <a:pt x="773" y="22436"/>
                  </a:lnTo>
                  <a:lnTo>
                    <a:pt x="657" y="21239"/>
                  </a:lnTo>
                  <a:lnTo>
                    <a:pt x="503" y="20467"/>
                  </a:lnTo>
                  <a:lnTo>
                    <a:pt x="425" y="20081"/>
                  </a:lnTo>
                  <a:lnTo>
                    <a:pt x="464" y="19695"/>
                  </a:lnTo>
                  <a:lnTo>
                    <a:pt x="503" y="19656"/>
                  </a:lnTo>
                  <a:lnTo>
                    <a:pt x="541" y="19579"/>
                  </a:lnTo>
                  <a:lnTo>
                    <a:pt x="541" y="19540"/>
                  </a:lnTo>
                  <a:lnTo>
                    <a:pt x="541" y="19463"/>
                  </a:lnTo>
                  <a:lnTo>
                    <a:pt x="1429" y="18420"/>
                  </a:lnTo>
                  <a:lnTo>
                    <a:pt x="2356" y="17378"/>
                  </a:lnTo>
                  <a:close/>
                  <a:moveTo>
                    <a:pt x="8148" y="24830"/>
                  </a:moveTo>
                  <a:lnTo>
                    <a:pt x="8148" y="25062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8"/>
                  </a:lnTo>
                  <a:lnTo>
                    <a:pt x="7878" y="25216"/>
                  </a:lnTo>
                  <a:lnTo>
                    <a:pt x="7839" y="25294"/>
                  </a:lnTo>
                  <a:lnTo>
                    <a:pt x="7839" y="25371"/>
                  </a:lnTo>
                  <a:lnTo>
                    <a:pt x="7994" y="25873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60"/>
                  </a:lnTo>
                  <a:lnTo>
                    <a:pt x="8148" y="28962"/>
                  </a:lnTo>
                  <a:lnTo>
                    <a:pt x="8071" y="29503"/>
                  </a:lnTo>
                  <a:lnTo>
                    <a:pt x="7762" y="29194"/>
                  </a:lnTo>
                  <a:lnTo>
                    <a:pt x="7453" y="28885"/>
                  </a:lnTo>
                  <a:lnTo>
                    <a:pt x="7260" y="28537"/>
                  </a:lnTo>
                  <a:lnTo>
                    <a:pt x="7067" y="28190"/>
                  </a:lnTo>
                  <a:lnTo>
                    <a:pt x="6951" y="27804"/>
                  </a:lnTo>
                  <a:lnTo>
                    <a:pt x="6874" y="27417"/>
                  </a:lnTo>
                  <a:lnTo>
                    <a:pt x="6835" y="26954"/>
                  </a:lnTo>
                  <a:lnTo>
                    <a:pt x="6835" y="26491"/>
                  </a:lnTo>
                  <a:lnTo>
                    <a:pt x="6874" y="26105"/>
                  </a:lnTo>
                  <a:lnTo>
                    <a:pt x="6874" y="25757"/>
                  </a:lnTo>
                  <a:lnTo>
                    <a:pt x="6835" y="25603"/>
                  </a:lnTo>
                  <a:lnTo>
                    <a:pt x="6758" y="25487"/>
                  </a:lnTo>
                  <a:lnTo>
                    <a:pt x="6642" y="25371"/>
                  </a:lnTo>
                  <a:lnTo>
                    <a:pt x="6488" y="25294"/>
                  </a:lnTo>
                  <a:lnTo>
                    <a:pt x="6604" y="25101"/>
                  </a:lnTo>
                  <a:lnTo>
                    <a:pt x="6720" y="24985"/>
                  </a:lnTo>
                  <a:lnTo>
                    <a:pt x="7106" y="24985"/>
                  </a:lnTo>
                  <a:lnTo>
                    <a:pt x="7453" y="24946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5"/>
                  </a:lnTo>
                  <a:lnTo>
                    <a:pt x="9500" y="25409"/>
                  </a:lnTo>
                  <a:lnTo>
                    <a:pt x="9809" y="25796"/>
                  </a:lnTo>
                  <a:lnTo>
                    <a:pt x="10118" y="26259"/>
                  </a:lnTo>
                  <a:lnTo>
                    <a:pt x="9847" y="26220"/>
                  </a:lnTo>
                  <a:lnTo>
                    <a:pt x="9616" y="26105"/>
                  </a:lnTo>
                  <a:lnTo>
                    <a:pt x="9423" y="25950"/>
                  </a:lnTo>
                  <a:lnTo>
                    <a:pt x="9230" y="25757"/>
                  </a:lnTo>
                  <a:lnTo>
                    <a:pt x="9191" y="25680"/>
                  </a:lnTo>
                  <a:lnTo>
                    <a:pt x="8998" y="25680"/>
                  </a:lnTo>
                  <a:lnTo>
                    <a:pt x="8959" y="25718"/>
                  </a:lnTo>
                  <a:lnTo>
                    <a:pt x="8921" y="25796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1"/>
                  </a:lnTo>
                  <a:lnTo>
                    <a:pt x="9423" y="27070"/>
                  </a:lnTo>
                  <a:lnTo>
                    <a:pt x="9500" y="27379"/>
                  </a:lnTo>
                  <a:lnTo>
                    <a:pt x="9538" y="27688"/>
                  </a:lnTo>
                  <a:lnTo>
                    <a:pt x="9538" y="27997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80"/>
                  </a:lnTo>
                  <a:lnTo>
                    <a:pt x="9230" y="29889"/>
                  </a:lnTo>
                  <a:lnTo>
                    <a:pt x="9075" y="30159"/>
                  </a:lnTo>
                  <a:lnTo>
                    <a:pt x="8921" y="30429"/>
                  </a:lnTo>
                  <a:lnTo>
                    <a:pt x="8728" y="30661"/>
                  </a:lnTo>
                  <a:lnTo>
                    <a:pt x="8534" y="30777"/>
                  </a:lnTo>
                  <a:lnTo>
                    <a:pt x="8341" y="30854"/>
                  </a:lnTo>
                  <a:lnTo>
                    <a:pt x="8187" y="30854"/>
                  </a:lnTo>
                  <a:lnTo>
                    <a:pt x="7994" y="30777"/>
                  </a:lnTo>
                  <a:lnTo>
                    <a:pt x="7839" y="30700"/>
                  </a:lnTo>
                  <a:lnTo>
                    <a:pt x="7685" y="30584"/>
                  </a:lnTo>
                  <a:lnTo>
                    <a:pt x="7376" y="30275"/>
                  </a:lnTo>
                  <a:lnTo>
                    <a:pt x="6874" y="29773"/>
                  </a:lnTo>
                  <a:lnTo>
                    <a:pt x="6681" y="29503"/>
                  </a:lnTo>
                  <a:lnTo>
                    <a:pt x="6488" y="29194"/>
                  </a:lnTo>
                  <a:lnTo>
                    <a:pt x="6295" y="28846"/>
                  </a:lnTo>
                  <a:lnTo>
                    <a:pt x="6102" y="28460"/>
                  </a:lnTo>
                  <a:lnTo>
                    <a:pt x="5986" y="28074"/>
                  </a:lnTo>
                  <a:lnTo>
                    <a:pt x="5909" y="27688"/>
                  </a:lnTo>
                  <a:lnTo>
                    <a:pt x="5870" y="27263"/>
                  </a:lnTo>
                  <a:lnTo>
                    <a:pt x="5870" y="26877"/>
                  </a:lnTo>
                  <a:lnTo>
                    <a:pt x="5909" y="26491"/>
                  </a:lnTo>
                  <a:lnTo>
                    <a:pt x="6024" y="26066"/>
                  </a:lnTo>
                  <a:lnTo>
                    <a:pt x="6024" y="25950"/>
                  </a:lnTo>
                  <a:lnTo>
                    <a:pt x="5947" y="25911"/>
                  </a:lnTo>
                  <a:lnTo>
                    <a:pt x="5870" y="25873"/>
                  </a:lnTo>
                  <a:lnTo>
                    <a:pt x="5793" y="25873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8"/>
                  </a:lnTo>
                  <a:lnTo>
                    <a:pt x="5445" y="25101"/>
                  </a:lnTo>
                  <a:lnTo>
                    <a:pt x="5716" y="24753"/>
                  </a:lnTo>
                  <a:lnTo>
                    <a:pt x="6102" y="24869"/>
                  </a:lnTo>
                  <a:lnTo>
                    <a:pt x="6488" y="24946"/>
                  </a:lnTo>
                  <a:lnTo>
                    <a:pt x="6333" y="25101"/>
                  </a:lnTo>
                  <a:lnTo>
                    <a:pt x="6179" y="25294"/>
                  </a:lnTo>
                  <a:lnTo>
                    <a:pt x="6179" y="25371"/>
                  </a:lnTo>
                  <a:lnTo>
                    <a:pt x="6179" y="25448"/>
                  </a:lnTo>
                  <a:lnTo>
                    <a:pt x="6256" y="25487"/>
                  </a:lnTo>
                  <a:lnTo>
                    <a:pt x="6295" y="25487"/>
                  </a:lnTo>
                  <a:lnTo>
                    <a:pt x="6372" y="25525"/>
                  </a:lnTo>
                  <a:lnTo>
                    <a:pt x="6449" y="25603"/>
                  </a:lnTo>
                  <a:lnTo>
                    <a:pt x="6526" y="25796"/>
                  </a:lnTo>
                  <a:lnTo>
                    <a:pt x="6565" y="26105"/>
                  </a:lnTo>
                  <a:lnTo>
                    <a:pt x="6604" y="26452"/>
                  </a:lnTo>
                  <a:lnTo>
                    <a:pt x="6604" y="27147"/>
                  </a:lnTo>
                  <a:lnTo>
                    <a:pt x="6604" y="27611"/>
                  </a:lnTo>
                  <a:lnTo>
                    <a:pt x="6681" y="28074"/>
                  </a:lnTo>
                  <a:lnTo>
                    <a:pt x="6835" y="28499"/>
                  </a:lnTo>
                  <a:lnTo>
                    <a:pt x="7067" y="28923"/>
                  </a:lnTo>
                  <a:lnTo>
                    <a:pt x="7376" y="29310"/>
                  </a:lnTo>
                  <a:lnTo>
                    <a:pt x="7569" y="29464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50"/>
                  </a:lnTo>
                  <a:lnTo>
                    <a:pt x="8264" y="29850"/>
                  </a:lnTo>
                  <a:lnTo>
                    <a:pt x="8303" y="29812"/>
                  </a:lnTo>
                  <a:lnTo>
                    <a:pt x="8303" y="29734"/>
                  </a:lnTo>
                  <a:lnTo>
                    <a:pt x="8303" y="29696"/>
                  </a:lnTo>
                  <a:lnTo>
                    <a:pt x="8303" y="29657"/>
                  </a:lnTo>
                  <a:lnTo>
                    <a:pt x="8419" y="29155"/>
                  </a:lnTo>
                  <a:lnTo>
                    <a:pt x="8496" y="28615"/>
                  </a:lnTo>
                  <a:lnTo>
                    <a:pt x="8534" y="28113"/>
                  </a:lnTo>
                  <a:lnTo>
                    <a:pt x="8534" y="27572"/>
                  </a:lnTo>
                  <a:lnTo>
                    <a:pt x="8534" y="27070"/>
                  </a:lnTo>
                  <a:lnTo>
                    <a:pt x="8457" y="26568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7"/>
                  </a:lnTo>
                  <a:lnTo>
                    <a:pt x="8650" y="25409"/>
                  </a:lnTo>
                  <a:lnTo>
                    <a:pt x="8650" y="25371"/>
                  </a:lnTo>
                  <a:lnTo>
                    <a:pt x="8612" y="25294"/>
                  </a:lnTo>
                  <a:lnTo>
                    <a:pt x="8380" y="24792"/>
                  </a:lnTo>
                  <a:lnTo>
                    <a:pt x="8805" y="24637"/>
                  </a:lnTo>
                  <a:close/>
                  <a:moveTo>
                    <a:pt x="6449" y="1"/>
                  </a:moveTo>
                  <a:lnTo>
                    <a:pt x="6411" y="40"/>
                  </a:lnTo>
                  <a:lnTo>
                    <a:pt x="6411" y="117"/>
                  </a:lnTo>
                  <a:lnTo>
                    <a:pt x="6333" y="117"/>
                  </a:lnTo>
                  <a:lnTo>
                    <a:pt x="6295" y="194"/>
                  </a:lnTo>
                  <a:lnTo>
                    <a:pt x="5600" y="1275"/>
                  </a:lnTo>
                  <a:lnTo>
                    <a:pt x="4943" y="2434"/>
                  </a:lnTo>
                  <a:lnTo>
                    <a:pt x="4403" y="3592"/>
                  </a:lnTo>
                  <a:lnTo>
                    <a:pt x="3901" y="4828"/>
                  </a:lnTo>
                  <a:lnTo>
                    <a:pt x="3437" y="6063"/>
                  </a:lnTo>
                  <a:lnTo>
                    <a:pt x="3090" y="7299"/>
                  </a:lnTo>
                  <a:lnTo>
                    <a:pt x="2742" y="8573"/>
                  </a:lnTo>
                  <a:lnTo>
                    <a:pt x="2511" y="9848"/>
                  </a:lnTo>
                  <a:lnTo>
                    <a:pt x="2317" y="11161"/>
                  </a:lnTo>
                  <a:lnTo>
                    <a:pt x="2202" y="12474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9"/>
                  </a:lnTo>
                  <a:lnTo>
                    <a:pt x="541" y="18806"/>
                  </a:lnTo>
                  <a:lnTo>
                    <a:pt x="39" y="19463"/>
                  </a:lnTo>
                  <a:lnTo>
                    <a:pt x="1" y="19501"/>
                  </a:lnTo>
                  <a:lnTo>
                    <a:pt x="1" y="19579"/>
                  </a:lnTo>
                  <a:lnTo>
                    <a:pt x="78" y="19695"/>
                  </a:lnTo>
                  <a:lnTo>
                    <a:pt x="39" y="19965"/>
                  </a:lnTo>
                  <a:lnTo>
                    <a:pt x="39" y="20274"/>
                  </a:lnTo>
                  <a:lnTo>
                    <a:pt x="39" y="20544"/>
                  </a:lnTo>
                  <a:lnTo>
                    <a:pt x="78" y="20853"/>
                  </a:lnTo>
                  <a:lnTo>
                    <a:pt x="194" y="21432"/>
                  </a:lnTo>
                  <a:lnTo>
                    <a:pt x="309" y="22011"/>
                  </a:lnTo>
                  <a:lnTo>
                    <a:pt x="387" y="22900"/>
                  </a:lnTo>
                  <a:lnTo>
                    <a:pt x="425" y="23749"/>
                  </a:lnTo>
                  <a:lnTo>
                    <a:pt x="425" y="24637"/>
                  </a:lnTo>
                  <a:lnTo>
                    <a:pt x="387" y="25487"/>
                  </a:lnTo>
                  <a:lnTo>
                    <a:pt x="387" y="25603"/>
                  </a:lnTo>
                  <a:lnTo>
                    <a:pt x="464" y="25641"/>
                  </a:lnTo>
                  <a:lnTo>
                    <a:pt x="503" y="25680"/>
                  </a:lnTo>
                  <a:lnTo>
                    <a:pt x="580" y="25680"/>
                  </a:lnTo>
                  <a:lnTo>
                    <a:pt x="618" y="25757"/>
                  </a:lnTo>
                  <a:lnTo>
                    <a:pt x="696" y="25796"/>
                  </a:lnTo>
                  <a:lnTo>
                    <a:pt x="811" y="25796"/>
                  </a:lnTo>
                  <a:lnTo>
                    <a:pt x="1584" y="25255"/>
                  </a:lnTo>
                  <a:lnTo>
                    <a:pt x="2279" y="24714"/>
                  </a:lnTo>
                  <a:lnTo>
                    <a:pt x="3746" y="23595"/>
                  </a:lnTo>
                  <a:lnTo>
                    <a:pt x="3785" y="23479"/>
                  </a:lnTo>
                  <a:lnTo>
                    <a:pt x="3785" y="23363"/>
                  </a:lnTo>
                  <a:lnTo>
                    <a:pt x="3630" y="22089"/>
                  </a:lnTo>
                  <a:lnTo>
                    <a:pt x="3592" y="20814"/>
                  </a:lnTo>
                  <a:lnTo>
                    <a:pt x="3939" y="21278"/>
                  </a:lnTo>
                  <a:lnTo>
                    <a:pt x="4364" y="21664"/>
                  </a:lnTo>
                  <a:lnTo>
                    <a:pt x="4789" y="22050"/>
                  </a:lnTo>
                  <a:lnTo>
                    <a:pt x="5252" y="22359"/>
                  </a:lnTo>
                  <a:lnTo>
                    <a:pt x="5059" y="22745"/>
                  </a:lnTo>
                  <a:lnTo>
                    <a:pt x="4866" y="23170"/>
                  </a:lnTo>
                  <a:lnTo>
                    <a:pt x="4712" y="23633"/>
                  </a:lnTo>
                  <a:lnTo>
                    <a:pt x="4673" y="23865"/>
                  </a:lnTo>
                  <a:lnTo>
                    <a:pt x="4712" y="24097"/>
                  </a:lnTo>
                  <a:lnTo>
                    <a:pt x="4750" y="24174"/>
                  </a:lnTo>
                  <a:lnTo>
                    <a:pt x="4789" y="24212"/>
                  </a:lnTo>
                  <a:lnTo>
                    <a:pt x="4827" y="24251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6"/>
                  </a:lnTo>
                  <a:lnTo>
                    <a:pt x="5329" y="24869"/>
                  </a:lnTo>
                  <a:lnTo>
                    <a:pt x="5175" y="25062"/>
                  </a:lnTo>
                  <a:lnTo>
                    <a:pt x="5020" y="25255"/>
                  </a:lnTo>
                  <a:lnTo>
                    <a:pt x="4905" y="25487"/>
                  </a:lnTo>
                  <a:lnTo>
                    <a:pt x="4827" y="25718"/>
                  </a:lnTo>
                  <a:lnTo>
                    <a:pt x="4750" y="25950"/>
                  </a:lnTo>
                  <a:lnTo>
                    <a:pt x="4712" y="26220"/>
                  </a:lnTo>
                  <a:lnTo>
                    <a:pt x="4712" y="26491"/>
                  </a:lnTo>
                  <a:lnTo>
                    <a:pt x="4712" y="26568"/>
                  </a:lnTo>
                  <a:lnTo>
                    <a:pt x="4789" y="26645"/>
                  </a:lnTo>
                  <a:lnTo>
                    <a:pt x="4943" y="26645"/>
                  </a:lnTo>
                  <a:lnTo>
                    <a:pt x="5638" y="26298"/>
                  </a:lnTo>
                  <a:lnTo>
                    <a:pt x="5561" y="26722"/>
                  </a:lnTo>
                  <a:lnTo>
                    <a:pt x="5561" y="27147"/>
                  </a:lnTo>
                  <a:lnTo>
                    <a:pt x="5561" y="27533"/>
                  </a:lnTo>
                  <a:lnTo>
                    <a:pt x="5638" y="27958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7"/>
                  </a:lnTo>
                  <a:lnTo>
                    <a:pt x="6256" y="29464"/>
                  </a:lnTo>
                  <a:lnTo>
                    <a:pt x="6642" y="30005"/>
                  </a:lnTo>
                  <a:lnTo>
                    <a:pt x="6913" y="30352"/>
                  </a:lnTo>
                  <a:lnTo>
                    <a:pt x="7183" y="30661"/>
                  </a:lnTo>
                  <a:lnTo>
                    <a:pt x="7530" y="30970"/>
                  </a:lnTo>
                  <a:lnTo>
                    <a:pt x="7839" y="31163"/>
                  </a:lnTo>
                  <a:lnTo>
                    <a:pt x="7994" y="31240"/>
                  </a:lnTo>
                  <a:lnTo>
                    <a:pt x="8148" y="31318"/>
                  </a:lnTo>
                  <a:lnTo>
                    <a:pt x="8303" y="31318"/>
                  </a:lnTo>
                  <a:lnTo>
                    <a:pt x="8457" y="31279"/>
                  </a:lnTo>
                  <a:lnTo>
                    <a:pt x="8612" y="31240"/>
                  </a:lnTo>
                  <a:lnTo>
                    <a:pt x="8766" y="31163"/>
                  </a:lnTo>
                  <a:lnTo>
                    <a:pt x="8998" y="30893"/>
                  </a:lnTo>
                  <a:lnTo>
                    <a:pt x="9230" y="30584"/>
                  </a:lnTo>
                  <a:lnTo>
                    <a:pt x="9423" y="30236"/>
                  </a:lnTo>
                  <a:lnTo>
                    <a:pt x="9577" y="29850"/>
                  </a:lnTo>
                  <a:lnTo>
                    <a:pt x="9693" y="29464"/>
                  </a:lnTo>
                  <a:lnTo>
                    <a:pt x="9847" y="28808"/>
                  </a:lnTo>
                  <a:lnTo>
                    <a:pt x="9886" y="28228"/>
                  </a:lnTo>
                  <a:lnTo>
                    <a:pt x="9847" y="27611"/>
                  </a:lnTo>
                  <a:lnTo>
                    <a:pt x="9770" y="27031"/>
                  </a:lnTo>
                  <a:lnTo>
                    <a:pt x="9577" y="26491"/>
                  </a:lnTo>
                  <a:lnTo>
                    <a:pt x="9770" y="26529"/>
                  </a:lnTo>
                  <a:lnTo>
                    <a:pt x="9963" y="26568"/>
                  </a:lnTo>
                  <a:lnTo>
                    <a:pt x="10156" y="26607"/>
                  </a:lnTo>
                  <a:lnTo>
                    <a:pt x="10388" y="26607"/>
                  </a:lnTo>
                  <a:lnTo>
                    <a:pt x="10465" y="26568"/>
                  </a:lnTo>
                  <a:lnTo>
                    <a:pt x="10542" y="26529"/>
                  </a:lnTo>
                  <a:lnTo>
                    <a:pt x="10542" y="26452"/>
                  </a:lnTo>
                  <a:lnTo>
                    <a:pt x="10542" y="26336"/>
                  </a:lnTo>
                  <a:lnTo>
                    <a:pt x="10234" y="25834"/>
                  </a:lnTo>
                  <a:lnTo>
                    <a:pt x="9925" y="25332"/>
                  </a:lnTo>
                  <a:lnTo>
                    <a:pt x="9538" y="24869"/>
                  </a:lnTo>
                  <a:lnTo>
                    <a:pt x="9114" y="24483"/>
                  </a:lnTo>
                  <a:lnTo>
                    <a:pt x="9616" y="24135"/>
                  </a:lnTo>
                  <a:lnTo>
                    <a:pt x="9693" y="24058"/>
                  </a:lnTo>
                  <a:lnTo>
                    <a:pt x="9732" y="23981"/>
                  </a:lnTo>
                  <a:lnTo>
                    <a:pt x="9770" y="23942"/>
                  </a:lnTo>
                  <a:lnTo>
                    <a:pt x="9732" y="23865"/>
                  </a:lnTo>
                  <a:lnTo>
                    <a:pt x="9307" y="23093"/>
                  </a:lnTo>
                  <a:lnTo>
                    <a:pt x="9114" y="22706"/>
                  </a:lnTo>
                  <a:lnTo>
                    <a:pt x="8959" y="22282"/>
                  </a:lnTo>
                  <a:lnTo>
                    <a:pt x="9114" y="22204"/>
                  </a:lnTo>
                  <a:lnTo>
                    <a:pt x="9423" y="21934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9"/>
                  </a:lnTo>
                  <a:lnTo>
                    <a:pt x="10118" y="21896"/>
                  </a:lnTo>
                  <a:lnTo>
                    <a:pt x="10040" y="22822"/>
                  </a:lnTo>
                  <a:lnTo>
                    <a:pt x="10079" y="22900"/>
                  </a:lnTo>
                  <a:lnTo>
                    <a:pt x="10156" y="22977"/>
                  </a:lnTo>
                  <a:lnTo>
                    <a:pt x="10813" y="23402"/>
                  </a:lnTo>
                  <a:lnTo>
                    <a:pt x="11469" y="23826"/>
                  </a:lnTo>
                  <a:lnTo>
                    <a:pt x="12126" y="24290"/>
                  </a:lnTo>
                  <a:lnTo>
                    <a:pt x="12743" y="24753"/>
                  </a:lnTo>
                  <a:lnTo>
                    <a:pt x="12859" y="24830"/>
                  </a:lnTo>
                  <a:lnTo>
                    <a:pt x="12975" y="24792"/>
                  </a:lnTo>
                  <a:lnTo>
                    <a:pt x="13052" y="24753"/>
                  </a:lnTo>
                  <a:lnTo>
                    <a:pt x="13091" y="24637"/>
                  </a:lnTo>
                  <a:lnTo>
                    <a:pt x="13323" y="21394"/>
                  </a:lnTo>
                  <a:lnTo>
                    <a:pt x="13400" y="19772"/>
                  </a:lnTo>
                  <a:lnTo>
                    <a:pt x="13439" y="18961"/>
                  </a:lnTo>
                  <a:lnTo>
                    <a:pt x="13400" y="18189"/>
                  </a:lnTo>
                  <a:lnTo>
                    <a:pt x="13361" y="18073"/>
                  </a:lnTo>
                  <a:lnTo>
                    <a:pt x="13323" y="18034"/>
                  </a:lnTo>
                  <a:lnTo>
                    <a:pt x="13284" y="18034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5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5" y="14559"/>
                  </a:lnTo>
                  <a:lnTo>
                    <a:pt x="10620" y="13632"/>
                  </a:lnTo>
                  <a:lnTo>
                    <a:pt x="10504" y="12705"/>
                  </a:lnTo>
                  <a:lnTo>
                    <a:pt x="10234" y="11122"/>
                  </a:lnTo>
                  <a:lnTo>
                    <a:pt x="9886" y="9539"/>
                  </a:lnTo>
                  <a:lnTo>
                    <a:pt x="9500" y="7956"/>
                  </a:lnTo>
                  <a:lnTo>
                    <a:pt x="9036" y="6411"/>
                  </a:lnTo>
                  <a:lnTo>
                    <a:pt x="8534" y="4866"/>
                  </a:lnTo>
                  <a:lnTo>
                    <a:pt x="7994" y="3322"/>
                  </a:lnTo>
                  <a:lnTo>
                    <a:pt x="7415" y="1816"/>
                  </a:lnTo>
                  <a:lnTo>
                    <a:pt x="6835" y="310"/>
                  </a:lnTo>
                  <a:lnTo>
                    <a:pt x="6797" y="233"/>
                  </a:lnTo>
                  <a:lnTo>
                    <a:pt x="6720" y="194"/>
                  </a:lnTo>
                  <a:lnTo>
                    <a:pt x="6642" y="155"/>
                  </a:lnTo>
                  <a:lnTo>
                    <a:pt x="6604" y="40"/>
                  </a:lnTo>
                  <a:lnTo>
                    <a:pt x="65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3" name="Google Shape;3963;p17"/>
            <p:cNvSpPr/>
            <p:nvPr/>
          </p:nvSpPr>
          <p:spPr>
            <a:xfrm>
              <a:off x="2672775" y="3239275"/>
              <a:ext cx="330175" cy="176700"/>
            </a:xfrm>
            <a:custGeom>
              <a:avLst/>
              <a:gdLst/>
              <a:ahLst/>
              <a:cxnLst/>
              <a:rect l="l" t="t" r="r" b="b"/>
              <a:pathLst>
                <a:path w="13207" h="7068" extrusionOk="0">
                  <a:moveTo>
                    <a:pt x="8110" y="310"/>
                  </a:moveTo>
                  <a:lnTo>
                    <a:pt x="8226" y="348"/>
                  </a:lnTo>
                  <a:lnTo>
                    <a:pt x="8380" y="425"/>
                  </a:lnTo>
                  <a:lnTo>
                    <a:pt x="8535" y="541"/>
                  </a:lnTo>
                  <a:lnTo>
                    <a:pt x="8612" y="580"/>
                  </a:lnTo>
                  <a:lnTo>
                    <a:pt x="8728" y="889"/>
                  </a:lnTo>
                  <a:lnTo>
                    <a:pt x="8766" y="1198"/>
                  </a:lnTo>
                  <a:lnTo>
                    <a:pt x="8728" y="1468"/>
                  </a:lnTo>
                  <a:lnTo>
                    <a:pt x="8650" y="1777"/>
                  </a:lnTo>
                  <a:lnTo>
                    <a:pt x="8496" y="2047"/>
                  </a:lnTo>
                  <a:lnTo>
                    <a:pt x="8380" y="2318"/>
                  </a:lnTo>
                  <a:lnTo>
                    <a:pt x="8033" y="2858"/>
                  </a:lnTo>
                  <a:lnTo>
                    <a:pt x="6836" y="4712"/>
                  </a:lnTo>
                  <a:lnTo>
                    <a:pt x="6681" y="4712"/>
                  </a:lnTo>
                  <a:lnTo>
                    <a:pt x="6797" y="3746"/>
                  </a:lnTo>
                  <a:lnTo>
                    <a:pt x="6990" y="2781"/>
                  </a:lnTo>
                  <a:lnTo>
                    <a:pt x="7222" y="1661"/>
                  </a:lnTo>
                  <a:lnTo>
                    <a:pt x="7338" y="1198"/>
                  </a:lnTo>
                  <a:lnTo>
                    <a:pt x="7453" y="889"/>
                  </a:lnTo>
                  <a:lnTo>
                    <a:pt x="7608" y="618"/>
                  </a:lnTo>
                  <a:lnTo>
                    <a:pt x="7762" y="425"/>
                  </a:lnTo>
                  <a:lnTo>
                    <a:pt x="7878" y="348"/>
                  </a:lnTo>
                  <a:lnTo>
                    <a:pt x="7994" y="310"/>
                  </a:lnTo>
                  <a:close/>
                  <a:moveTo>
                    <a:pt x="5909" y="5407"/>
                  </a:moveTo>
                  <a:lnTo>
                    <a:pt x="4673" y="5831"/>
                  </a:lnTo>
                  <a:lnTo>
                    <a:pt x="3437" y="6218"/>
                  </a:lnTo>
                  <a:lnTo>
                    <a:pt x="2781" y="6372"/>
                  </a:lnTo>
                  <a:lnTo>
                    <a:pt x="2125" y="6527"/>
                  </a:lnTo>
                  <a:lnTo>
                    <a:pt x="1700" y="6565"/>
                  </a:lnTo>
                  <a:lnTo>
                    <a:pt x="1314" y="6604"/>
                  </a:lnTo>
                  <a:lnTo>
                    <a:pt x="1043" y="6565"/>
                  </a:lnTo>
                  <a:lnTo>
                    <a:pt x="812" y="6488"/>
                  </a:lnTo>
                  <a:lnTo>
                    <a:pt x="734" y="6449"/>
                  </a:lnTo>
                  <a:lnTo>
                    <a:pt x="696" y="6333"/>
                  </a:lnTo>
                  <a:lnTo>
                    <a:pt x="696" y="6218"/>
                  </a:lnTo>
                  <a:lnTo>
                    <a:pt x="696" y="6063"/>
                  </a:lnTo>
                  <a:lnTo>
                    <a:pt x="696" y="5909"/>
                  </a:lnTo>
                  <a:lnTo>
                    <a:pt x="734" y="5793"/>
                  </a:lnTo>
                  <a:lnTo>
                    <a:pt x="812" y="5716"/>
                  </a:lnTo>
                  <a:lnTo>
                    <a:pt x="889" y="5677"/>
                  </a:lnTo>
                  <a:lnTo>
                    <a:pt x="1082" y="5600"/>
                  </a:lnTo>
                  <a:lnTo>
                    <a:pt x="1391" y="5561"/>
                  </a:lnTo>
                  <a:lnTo>
                    <a:pt x="2047" y="5484"/>
                  </a:lnTo>
                  <a:lnTo>
                    <a:pt x="2897" y="5445"/>
                  </a:lnTo>
                  <a:lnTo>
                    <a:pt x="5368" y="5445"/>
                  </a:lnTo>
                  <a:lnTo>
                    <a:pt x="5909" y="5407"/>
                  </a:lnTo>
                  <a:close/>
                  <a:moveTo>
                    <a:pt x="7067" y="5098"/>
                  </a:moveTo>
                  <a:lnTo>
                    <a:pt x="8342" y="5136"/>
                  </a:lnTo>
                  <a:lnTo>
                    <a:pt x="9577" y="5252"/>
                  </a:lnTo>
                  <a:lnTo>
                    <a:pt x="10272" y="5329"/>
                  </a:lnTo>
                  <a:lnTo>
                    <a:pt x="11006" y="5445"/>
                  </a:lnTo>
                  <a:lnTo>
                    <a:pt x="11701" y="5561"/>
                  </a:lnTo>
                  <a:lnTo>
                    <a:pt x="12164" y="5677"/>
                  </a:lnTo>
                  <a:lnTo>
                    <a:pt x="12280" y="5716"/>
                  </a:lnTo>
                  <a:lnTo>
                    <a:pt x="12396" y="5754"/>
                  </a:lnTo>
                  <a:lnTo>
                    <a:pt x="12473" y="5831"/>
                  </a:lnTo>
                  <a:lnTo>
                    <a:pt x="12551" y="5909"/>
                  </a:lnTo>
                  <a:lnTo>
                    <a:pt x="12589" y="6025"/>
                  </a:lnTo>
                  <a:lnTo>
                    <a:pt x="12628" y="6179"/>
                  </a:lnTo>
                  <a:lnTo>
                    <a:pt x="12589" y="6527"/>
                  </a:lnTo>
                  <a:lnTo>
                    <a:pt x="12435" y="6604"/>
                  </a:lnTo>
                  <a:lnTo>
                    <a:pt x="12242" y="6642"/>
                  </a:lnTo>
                  <a:lnTo>
                    <a:pt x="12010" y="6681"/>
                  </a:lnTo>
                  <a:lnTo>
                    <a:pt x="11778" y="6681"/>
                  </a:lnTo>
                  <a:lnTo>
                    <a:pt x="11315" y="6604"/>
                  </a:lnTo>
                  <a:lnTo>
                    <a:pt x="10929" y="6527"/>
                  </a:lnTo>
                  <a:lnTo>
                    <a:pt x="10156" y="6372"/>
                  </a:lnTo>
                  <a:lnTo>
                    <a:pt x="9423" y="6140"/>
                  </a:lnTo>
                  <a:lnTo>
                    <a:pt x="8805" y="5909"/>
                  </a:lnTo>
                  <a:lnTo>
                    <a:pt x="8226" y="5677"/>
                  </a:lnTo>
                  <a:lnTo>
                    <a:pt x="7067" y="5098"/>
                  </a:lnTo>
                  <a:close/>
                  <a:moveTo>
                    <a:pt x="8148" y="1"/>
                  </a:moveTo>
                  <a:lnTo>
                    <a:pt x="7917" y="39"/>
                  </a:lnTo>
                  <a:lnTo>
                    <a:pt x="7724" y="116"/>
                  </a:lnTo>
                  <a:lnTo>
                    <a:pt x="7492" y="271"/>
                  </a:lnTo>
                  <a:lnTo>
                    <a:pt x="7338" y="425"/>
                  </a:lnTo>
                  <a:lnTo>
                    <a:pt x="7183" y="618"/>
                  </a:lnTo>
                  <a:lnTo>
                    <a:pt x="6990" y="1043"/>
                  </a:lnTo>
                  <a:lnTo>
                    <a:pt x="6874" y="1507"/>
                  </a:lnTo>
                  <a:lnTo>
                    <a:pt x="6681" y="2433"/>
                  </a:lnTo>
                  <a:lnTo>
                    <a:pt x="6527" y="3592"/>
                  </a:lnTo>
                  <a:lnTo>
                    <a:pt x="6488" y="4171"/>
                  </a:lnTo>
                  <a:lnTo>
                    <a:pt x="6449" y="4750"/>
                  </a:lnTo>
                  <a:lnTo>
                    <a:pt x="6411" y="4866"/>
                  </a:lnTo>
                  <a:lnTo>
                    <a:pt x="6411" y="4982"/>
                  </a:lnTo>
                  <a:lnTo>
                    <a:pt x="5870" y="5021"/>
                  </a:lnTo>
                  <a:lnTo>
                    <a:pt x="5291" y="5059"/>
                  </a:lnTo>
                  <a:lnTo>
                    <a:pt x="2549" y="5059"/>
                  </a:lnTo>
                  <a:lnTo>
                    <a:pt x="2009" y="5098"/>
                  </a:lnTo>
                  <a:lnTo>
                    <a:pt x="1391" y="5175"/>
                  </a:lnTo>
                  <a:lnTo>
                    <a:pt x="1005" y="5214"/>
                  </a:lnTo>
                  <a:lnTo>
                    <a:pt x="657" y="5329"/>
                  </a:lnTo>
                  <a:lnTo>
                    <a:pt x="310" y="5484"/>
                  </a:lnTo>
                  <a:lnTo>
                    <a:pt x="194" y="5600"/>
                  </a:lnTo>
                  <a:lnTo>
                    <a:pt x="78" y="5677"/>
                  </a:lnTo>
                  <a:lnTo>
                    <a:pt x="1" y="5831"/>
                  </a:lnTo>
                  <a:lnTo>
                    <a:pt x="1" y="5947"/>
                  </a:lnTo>
                  <a:lnTo>
                    <a:pt x="1" y="6140"/>
                  </a:lnTo>
                  <a:lnTo>
                    <a:pt x="39" y="6295"/>
                  </a:lnTo>
                  <a:lnTo>
                    <a:pt x="117" y="6449"/>
                  </a:lnTo>
                  <a:lnTo>
                    <a:pt x="232" y="6604"/>
                  </a:lnTo>
                  <a:lnTo>
                    <a:pt x="348" y="6681"/>
                  </a:lnTo>
                  <a:lnTo>
                    <a:pt x="464" y="6797"/>
                  </a:lnTo>
                  <a:lnTo>
                    <a:pt x="773" y="6913"/>
                  </a:lnTo>
                  <a:lnTo>
                    <a:pt x="1082" y="6990"/>
                  </a:lnTo>
                  <a:lnTo>
                    <a:pt x="1777" y="6990"/>
                  </a:lnTo>
                  <a:lnTo>
                    <a:pt x="2395" y="6913"/>
                  </a:lnTo>
                  <a:lnTo>
                    <a:pt x="3476" y="6642"/>
                  </a:lnTo>
                  <a:lnTo>
                    <a:pt x="4519" y="6333"/>
                  </a:lnTo>
                  <a:lnTo>
                    <a:pt x="5600" y="5947"/>
                  </a:lnTo>
                  <a:lnTo>
                    <a:pt x="6102" y="5716"/>
                  </a:lnTo>
                  <a:lnTo>
                    <a:pt x="6565" y="5484"/>
                  </a:lnTo>
                  <a:lnTo>
                    <a:pt x="6604" y="5484"/>
                  </a:lnTo>
                  <a:lnTo>
                    <a:pt x="6681" y="5909"/>
                  </a:lnTo>
                  <a:lnTo>
                    <a:pt x="6758" y="6102"/>
                  </a:lnTo>
                  <a:lnTo>
                    <a:pt x="6836" y="6295"/>
                  </a:lnTo>
                  <a:lnTo>
                    <a:pt x="7106" y="6256"/>
                  </a:lnTo>
                  <a:lnTo>
                    <a:pt x="7106" y="6218"/>
                  </a:lnTo>
                  <a:lnTo>
                    <a:pt x="6990" y="5870"/>
                  </a:lnTo>
                  <a:lnTo>
                    <a:pt x="6951" y="5677"/>
                  </a:lnTo>
                  <a:lnTo>
                    <a:pt x="6990" y="5484"/>
                  </a:lnTo>
                  <a:lnTo>
                    <a:pt x="6990" y="5407"/>
                  </a:lnTo>
                  <a:lnTo>
                    <a:pt x="7762" y="5870"/>
                  </a:lnTo>
                  <a:lnTo>
                    <a:pt x="8612" y="6256"/>
                  </a:lnTo>
                  <a:lnTo>
                    <a:pt x="9461" y="6565"/>
                  </a:lnTo>
                  <a:lnTo>
                    <a:pt x="10349" y="6797"/>
                  </a:lnTo>
                  <a:lnTo>
                    <a:pt x="11045" y="6951"/>
                  </a:lnTo>
                  <a:lnTo>
                    <a:pt x="11469" y="7029"/>
                  </a:lnTo>
                  <a:lnTo>
                    <a:pt x="11933" y="7067"/>
                  </a:lnTo>
                  <a:lnTo>
                    <a:pt x="12396" y="7029"/>
                  </a:lnTo>
                  <a:lnTo>
                    <a:pt x="12589" y="6990"/>
                  </a:lnTo>
                  <a:lnTo>
                    <a:pt x="12782" y="6913"/>
                  </a:lnTo>
                  <a:lnTo>
                    <a:pt x="12937" y="6797"/>
                  </a:lnTo>
                  <a:lnTo>
                    <a:pt x="13053" y="6681"/>
                  </a:lnTo>
                  <a:lnTo>
                    <a:pt x="13130" y="6527"/>
                  </a:lnTo>
                  <a:lnTo>
                    <a:pt x="13207" y="6333"/>
                  </a:lnTo>
                  <a:lnTo>
                    <a:pt x="13207" y="6179"/>
                  </a:lnTo>
                  <a:lnTo>
                    <a:pt x="13168" y="6025"/>
                  </a:lnTo>
                  <a:lnTo>
                    <a:pt x="13130" y="5870"/>
                  </a:lnTo>
                  <a:lnTo>
                    <a:pt x="13053" y="5754"/>
                  </a:lnTo>
                  <a:lnTo>
                    <a:pt x="12975" y="5638"/>
                  </a:lnTo>
                  <a:lnTo>
                    <a:pt x="12821" y="5561"/>
                  </a:lnTo>
                  <a:lnTo>
                    <a:pt x="12551" y="5407"/>
                  </a:lnTo>
                  <a:lnTo>
                    <a:pt x="12242" y="5291"/>
                  </a:lnTo>
                  <a:lnTo>
                    <a:pt x="11894" y="5214"/>
                  </a:lnTo>
                  <a:lnTo>
                    <a:pt x="11315" y="5098"/>
                  </a:lnTo>
                  <a:lnTo>
                    <a:pt x="10311" y="4943"/>
                  </a:lnTo>
                  <a:lnTo>
                    <a:pt x="9268" y="4827"/>
                  </a:lnTo>
                  <a:lnTo>
                    <a:pt x="8264" y="4750"/>
                  </a:lnTo>
                  <a:lnTo>
                    <a:pt x="7260" y="4712"/>
                  </a:lnTo>
                  <a:lnTo>
                    <a:pt x="8071" y="3515"/>
                  </a:lnTo>
                  <a:lnTo>
                    <a:pt x="8496" y="2858"/>
                  </a:lnTo>
                  <a:lnTo>
                    <a:pt x="8843" y="2202"/>
                  </a:lnTo>
                  <a:lnTo>
                    <a:pt x="8921" y="1970"/>
                  </a:lnTo>
                  <a:lnTo>
                    <a:pt x="8998" y="1738"/>
                  </a:lnTo>
                  <a:lnTo>
                    <a:pt x="9037" y="1507"/>
                  </a:lnTo>
                  <a:lnTo>
                    <a:pt x="9075" y="1275"/>
                  </a:lnTo>
                  <a:lnTo>
                    <a:pt x="9037" y="1005"/>
                  </a:lnTo>
                  <a:lnTo>
                    <a:pt x="8959" y="812"/>
                  </a:lnTo>
                  <a:lnTo>
                    <a:pt x="8882" y="580"/>
                  </a:lnTo>
                  <a:lnTo>
                    <a:pt x="8728" y="348"/>
                  </a:lnTo>
                  <a:lnTo>
                    <a:pt x="8650" y="232"/>
                  </a:lnTo>
                  <a:lnTo>
                    <a:pt x="8573" y="155"/>
                  </a:lnTo>
                  <a:lnTo>
                    <a:pt x="8380" y="39"/>
                  </a:lnTo>
                  <a:lnTo>
                    <a:pt x="814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4" name="Google Shape;3964;p17"/>
            <p:cNvSpPr/>
            <p:nvPr/>
          </p:nvSpPr>
          <p:spPr>
            <a:xfrm>
              <a:off x="410925" y="3256650"/>
              <a:ext cx="35725" cy="33825"/>
            </a:xfrm>
            <a:custGeom>
              <a:avLst/>
              <a:gdLst/>
              <a:ahLst/>
              <a:cxnLst/>
              <a:rect l="l" t="t" r="r" b="b"/>
              <a:pathLst>
                <a:path w="1429" h="1353" extrusionOk="0">
                  <a:moveTo>
                    <a:pt x="579" y="1"/>
                  </a:moveTo>
                  <a:lnTo>
                    <a:pt x="425" y="39"/>
                  </a:lnTo>
                  <a:lnTo>
                    <a:pt x="232" y="117"/>
                  </a:lnTo>
                  <a:lnTo>
                    <a:pt x="116" y="271"/>
                  </a:lnTo>
                  <a:lnTo>
                    <a:pt x="39" y="425"/>
                  </a:lnTo>
                  <a:lnTo>
                    <a:pt x="0" y="619"/>
                  </a:lnTo>
                  <a:lnTo>
                    <a:pt x="0" y="812"/>
                  </a:lnTo>
                  <a:lnTo>
                    <a:pt x="77" y="966"/>
                  </a:lnTo>
                  <a:lnTo>
                    <a:pt x="155" y="1121"/>
                  </a:lnTo>
                  <a:lnTo>
                    <a:pt x="309" y="1275"/>
                  </a:lnTo>
                  <a:lnTo>
                    <a:pt x="463" y="1352"/>
                  </a:lnTo>
                  <a:lnTo>
                    <a:pt x="618" y="1352"/>
                  </a:lnTo>
                  <a:lnTo>
                    <a:pt x="695" y="1236"/>
                  </a:lnTo>
                  <a:lnTo>
                    <a:pt x="695" y="1121"/>
                  </a:lnTo>
                  <a:lnTo>
                    <a:pt x="657" y="1082"/>
                  </a:lnTo>
                  <a:lnTo>
                    <a:pt x="579" y="1043"/>
                  </a:lnTo>
                  <a:lnTo>
                    <a:pt x="502" y="1005"/>
                  </a:lnTo>
                  <a:lnTo>
                    <a:pt x="463" y="927"/>
                  </a:lnTo>
                  <a:lnTo>
                    <a:pt x="386" y="773"/>
                  </a:lnTo>
                  <a:lnTo>
                    <a:pt x="386" y="580"/>
                  </a:lnTo>
                  <a:lnTo>
                    <a:pt x="425" y="503"/>
                  </a:lnTo>
                  <a:lnTo>
                    <a:pt x="502" y="425"/>
                  </a:lnTo>
                  <a:lnTo>
                    <a:pt x="579" y="387"/>
                  </a:lnTo>
                  <a:lnTo>
                    <a:pt x="657" y="387"/>
                  </a:lnTo>
                  <a:lnTo>
                    <a:pt x="850" y="425"/>
                  </a:lnTo>
                  <a:lnTo>
                    <a:pt x="927" y="464"/>
                  </a:lnTo>
                  <a:lnTo>
                    <a:pt x="965" y="541"/>
                  </a:lnTo>
                  <a:lnTo>
                    <a:pt x="1043" y="696"/>
                  </a:lnTo>
                  <a:lnTo>
                    <a:pt x="1081" y="773"/>
                  </a:lnTo>
                  <a:lnTo>
                    <a:pt x="1120" y="812"/>
                  </a:lnTo>
                  <a:lnTo>
                    <a:pt x="1274" y="812"/>
                  </a:lnTo>
                  <a:lnTo>
                    <a:pt x="1352" y="734"/>
                  </a:lnTo>
                  <a:lnTo>
                    <a:pt x="1390" y="696"/>
                  </a:lnTo>
                  <a:lnTo>
                    <a:pt x="1429" y="619"/>
                  </a:lnTo>
                  <a:lnTo>
                    <a:pt x="1390" y="425"/>
                  </a:lnTo>
                  <a:lnTo>
                    <a:pt x="1274" y="271"/>
                  </a:lnTo>
                  <a:lnTo>
                    <a:pt x="1159" y="117"/>
                  </a:lnTo>
                  <a:lnTo>
                    <a:pt x="965" y="39"/>
                  </a:lnTo>
                  <a:lnTo>
                    <a:pt x="77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5" name="Google Shape;3965;p17"/>
            <p:cNvSpPr/>
            <p:nvPr/>
          </p:nvSpPr>
          <p:spPr>
            <a:xfrm>
              <a:off x="5445325" y="3267275"/>
              <a:ext cx="624625" cy="344650"/>
            </a:xfrm>
            <a:custGeom>
              <a:avLst/>
              <a:gdLst/>
              <a:ahLst/>
              <a:cxnLst/>
              <a:rect l="l" t="t" r="r" b="b"/>
              <a:pathLst>
                <a:path w="24985" h="13786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03" y="2008"/>
                  </a:lnTo>
                  <a:lnTo>
                    <a:pt x="23787" y="2124"/>
                  </a:lnTo>
                  <a:lnTo>
                    <a:pt x="23633" y="2202"/>
                  </a:lnTo>
                  <a:lnTo>
                    <a:pt x="23478" y="2202"/>
                  </a:lnTo>
                  <a:lnTo>
                    <a:pt x="23324" y="2163"/>
                  </a:lnTo>
                  <a:lnTo>
                    <a:pt x="23170" y="2086"/>
                  </a:lnTo>
                  <a:lnTo>
                    <a:pt x="23054" y="1970"/>
                  </a:lnTo>
                  <a:lnTo>
                    <a:pt x="22976" y="1815"/>
                  </a:lnTo>
                  <a:lnTo>
                    <a:pt x="22938" y="1622"/>
                  </a:lnTo>
                  <a:lnTo>
                    <a:pt x="22976" y="1429"/>
                  </a:lnTo>
                  <a:lnTo>
                    <a:pt x="23015" y="1236"/>
                  </a:lnTo>
                  <a:lnTo>
                    <a:pt x="23131" y="1082"/>
                  </a:lnTo>
                  <a:lnTo>
                    <a:pt x="23285" y="966"/>
                  </a:lnTo>
                  <a:close/>
                  <a:moveTo>
                    <a:pt x="24096" y="2433"/>
                  </a:moveTo>
                  <a:lnTo>
                    <a:pt x="24212" y="2742"/>
                  </a:lnTo>
                  <a:lnTo>
                    <a:pt x="24289" y="3090"/>
                  </a:lnTo>
                  <a:lnTo>
                    <a:pt x="24367" y="3437"/>
                  </a:lnTo>
                  <a:lnTo>
                    <a:pt x="24405" y="3785"/>
                  </a:lnTo>
                  <a:lnTo>
                    <a:pt x="24173" y="3707"/>
                  </a:lnTo>
                  <a:lnTo>
                    <a:pt x="23942" y="3592"/>
                  </a:lnTo>
                  <a:lnTo>
                    <a:pt x="23826" y="3514"/>
                  </a:lnTo>
                  <a:lnTo>
                    <a:pt x="23787" y="3399"/>
                  </a:lnTo>
                  <a:lnTo>
                    <a:pt x="23710" y="3283"/>
                  </a:lnTo>
                  <a:lnTo>
                    <a:pt x="23672" y="3128"/>
                  </a:lnTo>
                  <a:lnTo>
                    <a:pt x="23710" y="2897"/>
                  </a:lnTo>
                  <a:lnTo>
                    <a:pt x="23787" y="2704"/>
                  </a:lnTo>
                  <a:lnTo>
                    <a:pt x="23903" y="2549"/>
                  </a:lnTo>
                  <a:lnTo>
                    <a:pt x="24096" y="2433"/>
                  </a:lnTo>
                  <a:close/>
                  <a:moveTo>
                    <a:pt x="16142" y="4943"/>
                  </a:moveTo>
                  <a:lnTo>
                    <a:pt x="16257" y="4982"/>
                  </a:lnTo>
                  <a:lnTo>
                    <a:pt x="16412" y="5059"/>
                  </a:lnTo>
                  <a:lnTo>
                    <a:pt x="16489" y="5136"/>
                  </a:lnTo>
                  <a:lnTo>
                    <a:pt x="16528" y="5252"/>
                  </a:lnTo>
                  <a:lnTo>
                    <a:pt x="16566" y="5407"/>
                  </a:lnTo>
                  <a:lnTo>
                    <a:pt x="16296" y="5407"/>
                  </a:lnTo>
                  <a:lnTo>
                    <a:pt x="15640" y="5522"/>
                  </a:lnTo>
                  <a:lnTo>
                    <a:pt x="15640" y="5484"/>
                  </a:lnTo>
                  <a:lnTo>
                    <a:pt x="15640" y="5368"/>
                  </a:lnTo>
                  <a:lnTo>
                    <a:pt x="15678" y="5252"/>
                  </a:lnTo>
                  <a:lnTo>
                    <a:pt x="15755" y="5136"/>
                  </a:lnTo>
                  <a:lnTo>
                    <a:pt x="15833" y="5059"/>
                  </a:lnTo>
                  <a:lnTo>
                    <a:pt x="15949" y="5020"/>
                  </a:lnTo>
                  <a:lnTo>
                    <a:pt x="16026" y="4982"/>
                  </a:lnTo>
                  <a:lnTo>
                    <a:pt x="16142" y="4943"/>
                  </a:lnTo>
                  <a:close/>
                  <a:moveTo>
                    <a:pt x="24444" y="4248"/>
                  </a:moveTo>
                  <a:lnTo>
                    <a:pt x="24405" y="4673"/>
                  </a:lnTo>
                  <a:lnTo>
                    <a:pt x="24367" y="5098"/>
                  </a:lnTo>
                  <a:lnTo>
                    <a:pt x="24251" y="5522"/>
                  </a:lnTo>
                  <a:lnTo>
                    <a:pt x="24058" y="5407"/>
                  </a:lnTo>
                  <a:lnTo>
                    <a:pt x="23903" y="5252"/>
                  </a:lnTo>
                  <a:lnTo>
                    <a:pt x="23787" y="5059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11"/>
                  </a:lnTo>
                  <a:lnTo>
                    <a:pt x="23865" y="4596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763" y="4866"/>
                  </a:lnTo>
                  <a:lnTo>
                    <a:pt x="17879" y="4905"/>
                  </a:lnTo>
                  <a:lnTo>
                    <a:pt x="17957" y="4982"/>
                  </a:lnTo>
                  <a:lnTo>
                    <a:pt x="18072" y="5175"/>
                  </a:lnTo>
                  <a:lnTo>
                    <a:pt x="18111" y="5407"/>
                  </a:lnTo>
                  <a:lnTo>
                    <a:pt x="18072" y="5638"/>
                  </a:lnTo>
                  <a:lnTo>
                    <a:pt x="17570" y="5484"/>
                  </a:lnTo>
                  <a:lnTo>
                    <a:pt x="17030" y="5407"/>
                  </a:lnTo>
                  <a:lnTo>
                    <a:pt x="17030" y="5291"/>
                  </a:lnTo>
                  <a:lnTo>
                    <a:pt x="17107" y="5136"/>
                  </a:lnTo>
                  <a:lnTo>
                    <a:pt x="17184" y="5059"/>
                  </a:lnTo>
                  <a:lnTo>
                    <a:pt x="17261" y="4943"/>
                  </a:lnTo>
                  <a:lnTo>
                    <a:pt x="17377" y="4866"/>
                  </a:lnTo>
                  <a:lnTo>
                    <a:pt x="17493" y="4827"/>
                  </a:lnTo>
                  <a:close/>
                  <a:moveTo>
                    <a:pt x="14558" y="5291"/>
                  </a:moveTo>
                  <a:lnTo>
                    <a:pt x="14674" y="5329"/>
                  </a:lnTo>
                  <a:lnTo>
                    <a:pt x="14790" y="5368"/>
                  </a:lnTo>
                  <a:lnTo>
                    <a:pt x="14906" y="5445"/>
                  </a:lnTo>
                  <a:lnTo>
                    <a:pt x="14983" y="5522"/>
                  </a:lnTo>
                  <a:lnTo>
                    <a:pt x="15060" y="5677"/>
                  </a:lnTo>
                  <a:lnTo>
                    <a:pt x="14520" y="5870"/>
                  </a:lnTo>
                  <a:lnTo>
                    <a:pt x="14056" y="6102"/>
                  </a:lnTo>
                  <a:lnTo>
                    <a:pt x="14018" y="6024"/>
                  </a:lnTo>
                  <a:lnTo>
                    <a:pt x="14018" y="5793"/>
                  </a:lnTo>
                  <a:lnTo>
                    <a:pt x="14095" y="5600"/>
                  </a:lnTo>
                  <a:lnTo>
                    <a:pt x="14249" y="5445"/>
                  </a:lnTo>
                  <a:lnTo>
                    <a:pt x="14327" y="5368"/>
                  </a:lnTo>
                  <a:lnTo>
                    <a:pt x="14443" y="5329"/>
                  </a:lnTo>
                  <a:lnTo>
                    <a:pt x="14558" y="5291"/>
                  </a:lnTo>
                  <a:close/>
                  <a:moveTo>
                    <a:pt x="19076" y="5484"/>
                  </a:moveTo>
                  <a:lnTo>
                    <a:pt x="19192" y="5522"/>
                  </a:lnTo>
                  <a:lnTo>
                    <a:pt x="19308" y="5638"/>
                  </a:lnTo>
                  <a:lnTo>
                    <a:pt x="19347" y="5793"/>
                  </a:lnTo>
                  <a:lnTo>
                    <a:pt x="19385" y="5986"/>
                  </a:lnTo>
                  <a:lnTo>
                    <a:pt x="19347" y="6140"/>
                  </a:lnTo>
                  <a:lnTo>
                    <a:pt x="18574" y="5831"/>
                  </a:lnTo>
                  <a:lnTo>
                    <a:pt x="18613" y="5715"/>
                  </a:lnTo>
                  <a:lnTo>
                    <a:pt x="18652" y="5638"/>
                  </a:lnTo>
                  <a:lnTo>
                    <a:pt x="18806" y="5522"/>
                  </a:lnTo>
                  <a:lnTo>
                    <a:pt x="18999" y="5484"/>
                  </a:lnTo>
                  <a:close/>
                  <a:moveTo>
                    <a:pt x="20312" y="6063"/>
                  </a:moveTo>
                  <a:lnTo>
                    <a:pt x="20428" y="6102"/>
                  </a:lnTo>
                  <a:lnTo>
                    <a:pt x="20544" y="6179"/>
                  </a:lnTo>
                  <a:lnTo>
                    <a:pt x="20660" y="6333"/>
                  </a:lnTo>
                  <a:lnTo>
                    <a:pt x="20775" y="6526"/>
                  </a:lnTo>
                  <a:lnTo>
                    <a:pt x="20814" y="6719"/>
                  </a:lnTo>
                  <a:lnTo>
                    <a:pt x="20853" y="6913"/>
                  </a:lnTo>
                  <a:lnTo>
                    <a:pt x="20466" y="6719"/>
                  </a:lnTo>
                  <a:lnTo>
                    <a:pt x="20080" y="6526"/>
                  </a:lnTo>
                  <a:lnTo>
                    <a:pt x="19810" y="6372"/>
                  </a:lnTo>
                  <a:lnTo>
                    <a:pt x="19810" y="6256"/>
                  </a:lnTo>
                  <a:lnTo>
                    <a:pt x="19887" y="6179"/>
                  </a:lnTo>
                  <a:lnTo>
                    <a:pt x="19964" y="6102"/>
                  </a:lnTo>
                  <a:lnTo>
                    <a:pt x="20080" y="6063"/>
                  </a:lnTo>
                  <a:close/>
                  <a:moveTo>
                    <a:pt x="23710" y="5870"/>
                  </a:moveTo>
                  <a:lnTo>
                    <a:pt x="23942" y="5986"/>
                  </a:lnTo>
                  <a:lnTo>
                    <a:pt x="24058" y="5986"/>
                  </a:lnTo>
                  <a:lnTo>
                    <a:pt x="23903" y="6295"/>
                  </a:lnTo>
                  <a:lnTo>
                    <a:pt x="23710" y="6565"/>
                  </a:lnTo>
                  <a:lnTo>
                    <a:pt x="23478" y="6797"/>
                  </a:lnTo>
                  <a:lnTo>
                    <a:pt x="23247" y="6990"/>
                  </a:lnTo>
                  <a:lnTo>
                    <a:pt x="23208" y="6913"/>
                  </a:lnTo>
                  <a:lnTo>
                    <a:pt x="23054" y="6758"/>
                  </a:lnTo>
                  <a:lnTo>
                    <a:pt x="23015" y="6526"/>
                  </a:lnTo>
                  <a:lnTo>
                    <a:pt x="23015" y="6295"/>
                  </a:lnTo>
                  <a:lnTo>
                    <a:pt x="23054" y="6179"/>
                  </a:lnTo>
                  <a:lnTo>
                    <a:pt x="23092" y="6063"/>
                  </a:lnTo>
                  <a:lnTo>
                    <a:pt x="23170" y="5986"/>
                  </a:lnTo>
                  <a:lnTo>
                    <a:pt x="23285" y="5947"/>
                  </a:lnTo>
                  <a:lnTo>
                    <a:pt x="23478" y="5870"/>
                  </a:lnTo>
                  <a:close/>
                  <a:moveTo>
                    <a:pt x="13207" y="6102"/>
                  </a:moveTo>
                  <a:lnTo>
                    <a:pt x="13477" y="6140"/>
                  </a:lnTo>
                  <a:lnTo>
                    <a:pt x="13593" y="6217"/>
                  </a:lnTo>
                  <a:lnTo>
                    <a:pt x="13670" y="6333"/>
                  </a:lnTo>
                  <a:lnTo>
                    <a:pt x="13130" y="6719"/>
                  </a:lnTo>
                  <a:lnTo>
                    <a:pt x="12782" y="7067"/>
                  </a:lnTo>
                  <a:lnTo>
                    <a:pt x="12705" y="7028"/>
                  </a:lnTo>
                  <a:lnTo>
                    <a:pt x="12666" y="6913"/>
                  </a:lnTo>
                  <a:lnTo>
                    <a:pt x="12628" y="6797"/>
                  </a:lnTo>
                  <a:lnTo>
                    <a:pt x="12628" y="6642"/>
                  </a:lnTo>
                  <a:lnTo>
                    <a:pt x="12666" y="6526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59" y="6179"/>
                  </a:lnTo>
                  <a:lnTo>
                    <a:pt x="12975" y="6140"/>
                  </a:lnTo>
                  <a:lnTo>
                    <a:pt x="13091" y="6102"/>
                  </a:lnTo>
                  <a:close/>
                  <a:moveTo>
                    <a:pt x="22166" y="6565"/>
                  </a:moveTo>
                  <a:lnTo>
                    <a:pt x="22281" y="6604"/>
                  </a:lnTo>
                  <a:lnTo>
                    <a:pt x="22436" y="6681"/>
                  </a:lnTo>
                  <a:lnTo>
                    <a:pt x="22629" y="6874"/>
                  </a:lnTo>
                  <a:lnTo>
                    <a:pt x="22783" y="7028"/>
                  </a:lnTo>
                  <a:lnTo>
                    <a:pt x="22861" y="7067"/>
                  </a:lnTo>
                  <a:lnTo>
                    <a:pt x="22899" y="7067"/>
                  </a:lnTo>
                  <a:lnTo>
                    <a:pt x="22976" y="7106"/>
                  </a:lnTo>
                  <a:lnTo>
                    <a:pt x="22938" y="7106"/>
                  </a:lnTo>
                  <a:lnTo>
                    <a:pt x="22552" y="7221"/>
                  </a:lnTo>
                  <a:lnTo>
                    <a:pt x="22166" y="7221"/>
                  </a:lnTo>
                  <a:lnTo>
                    <a:pt x="21779" y="7183"/>
                  </a:lnTo>
                  <a:lnTo>
                    <a:pt x="21393" y="7106"/>
                  </a:lnTo>
                  <a:lnTo>
                    <a:pt x="21470" y="6913"/>
                  </a:lnTo>
                  <a:lnTo>
                    <a:pt x="21625" y="6719"/>
                  </a:lnTo>
                  <a:lnTo>
                    <a:pt x="21779" y="6604"/>
                  </a:lnTo>
                  <a:lnTo>
                    <a:pt x="22011" y="6565"/>
                  </a:lnTo>
                  <a:close/>
                  <a:moveTo>
                    <a:pt x="12280" y="7376"/>
                  </a:moveTo>
                  <a:lnTo>
                    <a:pt x="12473" y="7415"/>
                  </a:lnTo>
                  <a:lnTo>
                    <a:pt x="12087" y="7955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24" y="8071"/>
                  </a:lnTo>
                  <a:lnTo>
                    <a:pt x="11624" y="7955"/>
                  </a:lnTo>
                  <a:lnTo>
                    <a:pt x="11662" y="7839"/>
                  </a:lnTo>
                  <a:lnTo>
                    <a:pt x="11701" y="7723"/>
                  </a:lnTo>
                  <a:lnTo>
                    <a:pt x="11778" y="7608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26" y="7415"/>
                  </a:lnTo>
                  <a:lnTo>
                    <a:pt x="12280" y="7376"/>
                  </a:lnTo>
                  <a:close/>
                  <a:moveTo>
                    <a:pt x="2240" y="9345"/>
                  </a:moveTo>
                  <a:lnTo>
                    <a:pt x="2356" y="9422"/>
                  </a:lnTo>
                  <a:lnTo>
                    <a:pt x="2433" y="9461"/>
                  </a:lnTo>
                  <a:lnTo>
                    <a:pt x="2511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588" y="10002"/>
                  </a:lnTo>
                  <a:lnTo>
                    <a:pt x="2124" y="9886"/>
                  </a:lnTo>
                  <a:lnTo>
                    <a:pt x="1622" y="9886"/>
                  </a:lnTo>
                  <a:lnTo>
                    <a:pt x="1661" y="9731"/>
                  </a:lnTo>
                  <a:lnTo>
                    <a:pt x="1738" y="9616"/>
                  </a:lnTo>
                  <a:lnTo>
                    <a:pt x="1815" y="9538"/>
                  </a:lnTo>
                  <a:lnTo>
                    <a:pt x="1893" y="9461"/>
                  </a:lnTo>
                  <a:lnTo>
                    <a:pt x="2009" y="9384"/>
                  </a:lnTo>
                  <a:lnTo>
                    <a:pt x="2124" y="9345"/>
                  </a:lnTo>
                  <a:close/>
                  <a:moveTo>
                    <a:pt x="11624" y="8998"/>
                  </a:moveTo>
                  <a:lnTo>
                    <a:pt x="11469" y="9500"/>
                  </a:lnTo>
                  <a:lnTo>
                    <a:pt x="11315" y="10002"/>
                  </a:lnTo>
                  <a:lnTo>
                    <a:pt x="11238" y="10272"/>
                  </a:lnTo>
                  <a:lnTo>
                    <a:pt x="11044" y="10079"/>
                  </a:lnTo>
                  <a:lnTo>
                    <a:pt x="10967" y="9809"/>
                  </a:lnTo>
                  <a:lnTo>
                    <a:pt x="10929" y="9693"/>
                  </a:lnTo>
                  <a:lnTo>
                    <a:pt x="10929" y="9577"/>
                  </a:lnTo>
                  <a:lnTo>
                    <a:pt x="10929" y="9422"/>
                  </a:lnTo>
                  <a:lnTo>
                    <a:pt x="11006" y="9307"/>
                  </a:lnTo>
                  <a:lnTo>
                    <a:pt x="11122" y="9152"/>
                  </a:lnTo>
                  <a:lnTo>
                    <a:pt x="11276" y="9036"/>
                  </a:lnTo>
                  <a:lnTo>
                    <a:pt x="11469" y="8998"/>
                  </a:lnTo>
                  <a:close/>
                  <a:moveTo>
                    <a:pt x="3746" y="9731"/>
                  </a:moveTo>
                  <a:lnTo>
                    <a:pt x="3901" y="9809"/>
                  </a:lnTo>
                  <a:lnTo>
                    <a:pt x="4017" y="9886"/>
                  </a:lnTo>
                  <a:lnTo>
                    <a:pt x="4094" y="10002"/>
                  </a:lnTo>
                  <a:lnTo>
                    <a:pt x="4132" y="10118"/>
                  </a:lnTo>
                  <a:lnTo>
                    <a:pt x="4171" y="10233"/>
                  </a:lnTo>
                  <a:lnTo>
                    <a:pt x="4132" y="10388"/>
                  </a:lnTo>
                  <a:lnTo>
                    <a:pt x="4094" y="10504"/>
                  </a:lnTo>
                  <a:lnTo>
                    <a:pt x="4017" y="10620"/>
                  </a:lnTo>
                  <a:lnTo>
                    <a:pt x="3862" y="10542"/>
                  </a:lnTo>
                  <a:lnTo>
                    <a:pt x="3476" y="10311"/>
                  </a:lnTo>
                  <a:lnTo>
                    <a:pt x="3051" y="10156"/>
                  </a:lnTo>
                  <a:lnTo>
                    <a:pt x="3128" y="10002"/>
                  </a:lnTo>
                  <a:lnTo>
                    <a:pt x="3244" y="9924"/>
                  </a:lnTo>
                  <a:lnTo>
                    <a:pt x="3360" y="9809"/>
                  </a:lnTo>
                  <a:lnTo>
                    <a:pt x="3476" y="9770"/>
                  </a:lnTo>
                  <a:lnTo>
                    <a:pt x="3630" y="9731"/>
                  </a:lnTo>
                  <a:close/>
                  <a:moveTo>
                    <a:pt x="4827" y="10620"/>
                  </a:moveTo>
                  <a:lnTo>
                    <a:pt x="4905" y="10658"/>
                  </a:lnTo>
                  <a:lnTo>
                    <a:pt x="4982" y="10697"/>
                  </a:lnTo>
                  <a:lnTo>
                    <a:pt x="5059" y="10774"/>
                  </a:lnTo>
                  <a:lnTo>
                    <a:pt x="5136" y="10851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59" y="11430"/>
                  </a:lnTo>
                  <a:lnTo>
                    <a:pt x="4403" y="10890"/>
                  </a:lnTo>
                  <a:lnTo>
                    <a:pt x="4441" y="10813"/>
                  </a:lnTo>
                  <a:lnTo>
                    <a:pt x="4480" y="10735"/>
                  </a:lnTo>
                  <a:lnTo>
                    <a:pt x="4634" y="10658"/>
                  </a:lnTo>
                  <a:lnTo>
                    <a:pt x="4827" y="10620"/>
                  </a:lnTo>
                  <a:close/>
                  <a:moveTo>
                    <a:pt x="11160" y="10620"/>
                  </a:moveTo>
                  <a:lnTo>
                    <a:pt x="10929" y="11199"/>
                  </a:lnTo>
                  <a:lnTo>
                    <a:pt x="10697" y="11739"/>
                  </a:lnTo>
                  <a:lnTo>
                    <a:pt x="10658" y="11701"/>
                  </a:lnTo>
                  <a:lnTo>
                    <a:pt x="10465" y="11508"/>
                  </a:lnTo>
                  <a:lnTo>
                    <a:pt x="10388" y="11315"/>
                  </a:lnTo>
                  <a:lnTo>
                    <a:pt x="10388" y="11122"/>
                  </a:lnTo>
                  <a:lnTo>
                    <a:pt x="10427" y="10967"/>
                  </a:lnTo>
                  <a:lnTo>
                    <a:pt x="10542" y="10774"/>
                  </a:lnTo>
                  <a:lnTo>
                    <a:pt x="10697" y="10658"/>
                  </a:lnTo>
                  <a:lnTo>
                    <a:pt x="10929" y="10620"/>
                  </a:lnTo>
                  <a:close/>
                  <a:moveTo>
                    <a:pt x="5947" y="11469"/>
                  </a:moveTo>
                  <a:lnTo>
                    <a:pt x="6063" y="11508"/>
                  </a:lnTo>
                  <a:lnTo>
                    <a:pt x="6140" y="11546"/>
                  </a:lnTo>
                  <a:lnTo>
                    <a:pt x="6218" y="11662"/>
                  </a:lnTo>
                  <a:lnTo>
                    <a:pt x="6295" y="11739"/>
                  </a:lnTo>
                  <a:lnTo>
                    <a:pt x="6372" y="11971"/>
                  </a:lnTo>
                  <a:lnTo>
                    <a:pt x="6411" y="12203"/>
                  </a:lnTo>
                  <a:lnTo>
                    <a:pt x="6372" y="12473"/>
                  </a:lnTo>
                  <a:lnTo>
                    <a:pt x="5870" y="12087"/>
                  </a:lnTo>
                  <a:lnTo>
                    <a:pt x="5407" y="11701"/>
                  </a:lnTo>
                  <a:lnTo>
                    <a:pt x="5445" y="11585"/>
                  </a:lnTo>
                  <a:lnTo>
                    <a:pt x="5523" y="11508"/>
                  </a:lnTo>
                  <a:lnTo>
                    <a:pt x="5638" y="11469"/>
                  </a:lnTo>
                  <a:close/>
                  <a:moveTo>
                    <a:pt x="10542" y="12048"/>
                  </a:moveTo>
                  <a:lnTo>
                    <a:pt x="10388" y="12280"/>
                  </a:lnTo>
                  <a:lnTo>
                    <a:pt x="10195" y="12550"/>
                  </a:lnTo>
                  <a:lnTo>
                    <a:pt x="9963" y="12743"/>
                  </a:lnTo>
                  <a:lnTo>
                    <a:pt x="9770" y="12936"/>
                  </a:lnTo>
                  <a:lnTo>
                    <a:pt x="9732" y="12859"/>
                  </a:lnTo>
                  <a:lnTo>
                    <a:pt x="9654" y="12666"/>
                  </a:lnTo>
                  <a:lnTo>
                    <a:pt x="9616" y="12473"/>
                  </a:lnTo>
                  <a:lnTo>
                    <a:pt x="9693" y="12319"/>
                  </a:lnTo>
                  <a:lnTo>
                    <a:pt x="9809" y="12203"/>
                  </a:lnTo>
                  <a:lnTo>
                    <a:pt x="9963" y="12126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37" y="12473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01" y="12821"/>
                  </a:lnTo>
                  <a:lnTo>
                    <a:pt x="7878" y="13014"/>
                  </a:lnTo>
                  <a:lnTo>
                    <a:pt x="7839" y="13207"/>
                  </a:lnTo>
                  <a:lnTo>
                    <a:pt x="7299" y="13014"/>
                  </a:lnTo>
                  <a:lnTo>
                    <a:pt x="6835" y="12743"/>
                  </a:lnTo>
                  <a:lnTo>
                    <a:pt x="6990" y="12589"/>
                  </a:lnTo>
                  <a:lnTo>
                    <a:pt x="7144" y="12512"/>
                  </a:lnTo>
                  <a:lnTo>
                    <a:pt x="7337" y="12473"/>
                  </a:lnTo>
                  <a:close/>
                  <a:moveTo>
                    <a:pt x="8843" y="12628"/>
                  </a:moveTo>
                  <a:lnTo>
                    <a:pt x="8921" y="12666"/>
                  </a:lnTo>
                  <a:lnTo>
                    <a:pt x="9075" y="12743"/>
                  </a:lnTo>
                  <a:lnTo>
                    <a:pt x="9191" y="12936"/>
                  </a:lnTo>
                  <a:lnTo>
                    <a:pt x="9230" y="13130"/>
                  </a:lnTo>
                  <a:lnTo>
                    <a:pt x="9230" y="13207"/>
                  </a:lnTo>
                  <a:lnTo>
                    <a:pt x="9036" y="13245"/>
                  </a:lnTo>
                  <a:lnTo>
                    <a:pt x="8805" y="13284"/>
                  </a:lnTo>
                  <a:lnTo>
                    <a:pt x="8303" y="13284"/>
                  </a:lnTo>
                  <a:lnTo>
                    <a:pt x="8303" y="13207"/>
                  </a:lnTo>
                  <a:lnTo>
                    <a:pt x="8303" y="13014"/>
                  </a:lnTo>
                  <a:lnTo>
                    <a:pt x="8419" y="12821"/>
                  </a:lnTo>
                  <a:lnTo>
                    <a:pt x="8534" y="12666"/>
                  </a:lnTo>
                  <a:lnTo>
                    <a:pt x="8650" y="12628"/>
                  </a:lnTo>
                  <a:close/>
                  <a:moveTo>
                    <a:pt x="22861" y="0"/>
                  </a:moveTo>
                  <a:lnTo>
                    <a:pt x="22822" y="78"/>
                  </a:lnTo>
                  <a:lnTo>
                    <a:pt x="22745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783" y="387"/>
                  </a:lnTo>
                  <a:lnTo>
                    <a:pt x="22822" y="387"/>
                  </a:lnTo>
                  <a:lnTo>
                    <a:pt x="22861" y="464"/>
                  </a:lnTo>
                  <a:lnTo>
                    <a:pt x="23015" y="618"/>
                  </a:lnTo>
                  <a:lnTo>
                    <a:pt x="22899" y="773"/>
                  </a:lnTo>
                  <a:lnTo>
                    <a:pt x="22783" y="927"/>
                  </a:lnTo>
                  <a:lnTo>
                    <a:pt x="22668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22" y="2240"/>
                  </a:lnTo>
                  <a:lnTo>
                    <a:pt x="23015" y="2395"/>
                  </a:lnTo>
                  <a:lnTo>
                    <a:pt x="23247" y="2472"/>
                  </a:lnTo>
                  <a:lnTo>
                    <a:pt x="23478" y="2510"/>
                  </a:lnTo>
                  <a:lnTo>
                    <a:pt x="23401" y="2704"/>
                  </a:lnTo>
                  <a:lnTo>
                    <a:pt x="23363" y="2897"/>
                  </a:lnTo>
                  <a:lnTo>
                    <a:pt x="23324" y="3090"/>
                  </a:lnTo>
                  <a:lnTo>
                    <a:pt x="23324" y="3244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862"/>
                  </a:lnTo>
                  <a:lnTo>
                    <a:pt x="23942" y="4016"/>
                  </a:lnTo>
                  <a:lnTo>
                    <a:pt x="23710" y="4209"/>
                  </a:lnTo>
                  <a:lnTo>
                    <a:pt x="23556" y="4480"/>
                  </a:lnTo>
                  <a:lnTo>
                    <a:pt x="23440" y="4750"/>
                  </a:lnTo>
                  <a:lnTo>
                    <a:pt x="23440" y="4866"/>
                  </a:lnTo>
                  <a:lnTo>
                    <a:pt x="23440" y="5020"/>
                  </a:lnTo>
                  <a:lnTo>
                    <a:pt x="23478" y="5252"/>
                  </a:lnTo>
                  <a:lnTo>
                    <a:pt x="23633" y="5484"/>
                  </a:lnTo>
                  <a:lnTo>
                    <a:pt x="23401" y="5484"/>
                  </a:lnTo>
                  <a:lnTo>
                    <a:pt x="23170" y="5561"/>
                  </a:lnTo>
                  <a:lnTo>
                    <a:pt x="22938" y="5677"/>
                  </a:lnTo>
                  <a:lnTo>
                    <a:pt x="22783" y="5870"/>
                  </a:lnTo>
                  <a:lnTo>
                    <a:pt x="22668" y="6102"/>
                  </a:lnTo>
                  <a:lnTo>
                    <a:pt x="22629" y="6333"/>
                  </a:lnTo>
                  <a:lnTo>
                    <a:pt x="22474" y="6256"/>
                  </a:lnTo>
                  <a:lnTo>
                    <a:pt x="22320" y="6217"/>
                  </a:lnTo>
                  <a:lnTo>
                    <a:pt x="21972" y="6217"/>
                  </a:lnTo>
                  <a:lnTo>
                    <a:pt x="21741" y="6256"/>
                  </a:lnTo>
                  <a:lnTo>
                    <a:pt x="21509" y="6411"/>
                  </a:lnTo>
                  <a:lnTo>
                    <a:pt x="21316" y="6565"/>
                  </a:lnTo>
                  <a:lnTo>
                    <a:pt x="21200" y="6758"/>
                  </a:lnTo>
                  <a:lnTo>
                    <a:pt x="21084" y="6449"/>
                  </a:lnTo>
                  <a:lnTo>
                    <a:pt x="20930" y="6140"/>
                  </a:lnTo>
                  <a:lnTo>
                    <a:pt x="20853" y="5986"/>
                  </a:lnTo>
                  <a:lnTo>
                    <a:pt x="20698" y="5870"/>
                  </a:lnTo>
                  <a:lnTo>
                    <a:pt x="20582" y="5793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42" y="5793"/>
                  </a:lnTo>
                  <a:lnTo>
                    <a:pt x="19887" y="5831"/>
                  </a:lnTo>
                  <a:lnTo>
                    <a:pt x="19733" y="5947"/>
                  </a:lnTo>
                  <a:lnTo>
                    <a:pt x="19694" y="5715"/>
                  </a:lnTo>
                  <a:lnTo>
                    <a:pt x="19617" y="5484"/>
                  </a:lnTo>
                  <a:lnTo>
                    <a:pt x="19462" y="5291"/>
                  </a:lnTo>
                  <a:lnTo>
                    <a:pt x="19347" y="5213"/>
                  </a:lnTo>
                  <a:lnTo>
                    <a:pt x="19231" y="5175"/>
                  </a:lnTo>
                  <a:lnTo>
                    <a:pt x="19038" y="5136"/>
                  </a:lnTo>
                  <a:lnTo>
                    <a:pt x="18806" y="5175"/>
                  </a:lnTo>
                  <a:lnTo>
                    <a:pt x="18613" y="5252"/>
                  </a:lnTo>
                  <a:lnTo>
                    <a:pt x="18458" y="5407"/>
                  </a:lnTo>
                  <a:lnTo>
                    <a:pt x="18458" y="5252"/>
                  </a:lnTo>
                  <a:lnTo>
                    <a:pt x="18420" y="5098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34"/>
                  </a:lnTo>
                  <a:lnTo>
                    <a:pt x="17957" y="4557"/>
                  </a:lnTo>
                  <a:lnTo>
                    <a:pt x="17802" y="4518"/>
                  </a:lnTo>
                  <a:lnTo>
                    <a:pt x="17493" y="4518"/>
                  </a:lnTo>
                  <a:lnTo>
                    <a:pt x="17377" y="4557"/>
                  </a:lnTo>
                  <a:lnTo>
                    <a:pt x="17223" y="4634"/>
                  </a:lnTo>
                  <a:lnTo>
                    <a:pt x="17107" y="4711"/>
                  </a:lnTo>
                  <a:lnTo>
                    <a:pt x="17030" y="4827"/>
                  </a:lnTo>
                  <a:lnTo>
                    <a:pt x="16875" y="5059"/>
                  </a:lnTo>
                  <a:lnTo>
                    <a:pt x="16759" y="4905"/>
                  </a:lnTo>
                  <a:lnTo>
                    <a:pt x="16605" y="4789"/>
                  </a:lnTo>
                  <a:lnTo>
                    <a:pt x="16451" y="4673"/>
                  </a:lnTo>
                  <a:lnTo>
                    <a:pt x="16257" y="4634"/>
                  </a:lnTo>
                  <a:lnTo>
                    <a:pt x="16103" y="4634"/>
                  </a:lnTo>
                  <a:lnTo>
                    <a:pt x="15910" y="4673"/>
                  </a:lnTo>
                  <a:lnTo>
                    <a:pt x="15755" y="4750"/>
                  </a:lnTo>
                  <a:lnTo>
                    <a:pt x="15640" y="4827"/>
                  </a:lnTo>
                  <a:lnTo>
                    <a:pt x="15524" y="4982"/>
                  </a:lnTo>
                  <a:lnTo>
                    <a:pt x="15447" y="5136"/>
                  </a:lnTo>
                  <a:lnTo>
                    <a:pt x="15408" y="5291"/>
                  </a:lnTo>
                  <a:lnTo>
                    <a:pt x="15374" y="5460"/>
                  </a:lnTo>
                  <a:lnTo>
                    <a:pt x="15331" y="5329"/>
                  </a:lnTo>
                  <a:lnTo>
                    <a:pt x="15176" y="5175"/>
                  </a:lnTo>
                  <a:lnTo>
                    <a:pt x="15022" y="5059"/>
                  </a:lnTo>
                  <a:lnTo>
                    <a:pt x="14829" y="4982"/>
                  </a:lnTo>
                  <a:lnTo>
                    <a:pt x="14597" y="4943"/>
                  </a:lnTo>
                  <a:lnTo>
                    <a:pt x="14404" y="4943"/>
                  </a:lnTo>
                  <a:lnTo>
                    <a:pt x="14249" y="5020"/>
                  </a:lnTo>
                  <a:lnTo>
                    <a:pt x="14134" y="5098"/>
                  </a:lnTo>
                  <a:lnTo>
                    <a:pt x="14018" y="5175"/>
                  </a:lnTo>
                  <a:lnTo>
                    <a:pt x="13941" y="5291"/>
                  </a:lnTo>
                  <a:lnTo>
                    <a:pt x="13825" y="5522"/>
                  </a:lnTo>
                  <a:lnTo>
                    <a:pt x="13747" y="5831"/>
                  </a:lnTo>
                  <a:lnTo>
                    <a:pt x="13593" y="5754"/>
                  </a:lnTo>
                  <a:lnTo>
                    <a:pt x="13361" y="5677"/>
                  </a:lnTo>
                  <a:lnTo>
                    <a:pt x="13130" y="5677"/>
                  </a:lnTo>
                  <a:lnTo>
                    <a:pt x="12937" y="5715"/>
                  </a:lnTo>
                  <a:lnTo>
                    <a:pt x="12705" y="5831"/>
                  </a:lnTo>
                  <a:lnTo>
                    <a:pt x="12589" y="5947"/>
                  </a:lnTo>
                  <a:lnTo>
                    <a:pt x="12473" y="6063"/>
                  </a:lnTo>
                  <a:lnTo>
                    <a:pt x="12396" y="6217"/>
                  </a:lnTo>
                  <a:lnTo>
                    <a:pt x="12357" y="6333"/>
                  </a:lnTo>
                  <a:lnTo>
                    <a:pt x="12319" y="6526"/>
                  </a:lnTo>
                  <a:lnTo>
                    <a:pt x="12319" y="6681"/>
                  </a:lnTo>
                  <a:lnTo>
                    <a:pt x="12357" y="6835"/>
                  </a:lnTo>
                  <a:lnTo>
                    <a:pt x="12396" y="6990"/>
                  </a:lnTo>
                  <a:lnTo>
                    <a:pt x="12126" y="7028"/>
                  </a:lnTo>
                  <a:lnTo>
                    <a:pt x="11894" y="7106"/>
                  </a:lnTo>
                  <a:lnTo>
                    <a:pt x="11662" y="7221"/>
                  </a:lnTo>
                  <a:lnTo>
                    <a:pt x="11469" y="7376"/>
                  </a:lnTo>
                  <a:lnTo>
                    <a:pt x="11392" y="7530"/>
                  </a:lnTo>
                  <a:lnTo>
                    <a:pt x="11315" y="7685"/>
                  </a:lnTo>
                  <a:lnTo>
                    <a:pt x="11276" y="7839"/>
                  </a:lnTo>
                  <a:lnTo>
                    <a:pt x="11276" y="7994"/>
                  </a:lnTo>
                  <a:lnTo>
                    <a:pt x="11276" y="8148"/>
                  </a:lnTo>
                  <a:lnTo>
                    <a:pt x="11315" y="8303"/>
                  </a:lnTo>
                  <a:lnTo>
                    <a:pt x="11392" y="8457"/>
                  </a:lnTo>
                  <a:lnTo>
                    <a:pt x="11469" y="8573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20" y="9229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02"/>
                  </a:lnTo>
                  <a:lnTo>
                    <a:pt x="10851" y="10233"/>
                  </a:lnTo>
                  <a:lnTo>
                    <a:pt x="10620" y="10272"/>
                  </a:lnTo>
                  <a:lnTo>
                    <a:pt x="10388" y="10388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40" y="11006"/>
                  </a:lnTo>
                  <a:lnTo>
                    <a:pt x="10040" y="11237"/>
                  </a:lnTo>
                  <a:lnTo>
                    <a:pt x="10079" y="11469"/>
                  </a:lnTo>
                  <a:lnTo>
                    <a:pt x="10156" y="11701"/>
                  </a:lnTo>
                  <a:lnTo>
                    <a:pt x="9925" y="11739"/>
                  </a:lnTo>
                  <a:lnTo>
                    <a:pt x="9693" y="11817"/>
                  </a:lnTo>
                  <a:lnTo>
                    <a:pt x="9500" y="11971"/>
                  </a:lnTo>
                  <a:lnTo>
                    <a:pt x="9423" y="12087"/>
                  </a:lnTo>
                  <a:lnTo>
                    <a:pt x="9345" y="12203"/>
                  </a:lnTo>
                  <a:lnTo>
                    <a:pt x="9307" y="12319"/>
                  </a:lnTo>
                  <a:lnTo>
                    <a:pt x="9307" y="12473"/>
                  </a:lnTo>
                  <a:lnTo>
                    <a:pt x="9152" y="12357"/>
                  </a:lnTo>
                  <a:lnTo>
                    <a:pt x="9036" y="12319"/>
                  </a:lnTo>
                  <a:lnTo>
                    <a:pt x="8882" y="12280"/>
                  </a:lnTo>
                  <a:lnTo>
                    <a:pt x="8689" y="12280"/>
                  </a:lnTo>
                  <a:lnTo>
                    <a:pt x="8534" y="12319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48" y="12705"/>
                  </a:lnTo>
                  <a:lnTo>
                    <a:pt x="8071" y="12550"/>
                  </a:lnTo>
                  <a:lnTo>
                    <a:pt x="7994" y="12434"/>
                  </a:lnTo>
                  <a:lnTo>
                    <a:pt x="7839" y="12319"/>
                  </a:lnTo>
                  <a:lnTo>
                    <a:pt x="7724" y="12241"/>
                  </a:lnTo>
                  <a:lnTo>
                    <a:pt x="7453" y="12164"/>
                  </a:lnTo>
                  <a:lnTo>
                    <a:pt x="7222" y="12164"/>
                  </a:lnTo>
                  <a:lnTo>
                    <a:pt x="6990" y="12241"/>
                  </a:lnTo>
                  <a:lnTo>
                    <a:pt x="6758" y="12396"/>
                  </a:lnTo>
                  <a:lnTo>
                    <a:pt x="6758" y="12048"/>
                  </a:lnTo>
                  <a:lnTo>
                    <a:pt x="6720" y="11855"/>
                  </a:lnTo>
                  <a:lnTo>
                    <a:pt x="6681" y="11701"/>
                  </a:lnTo>
                  <a:lnTo>
                    <a:pt x="6604" y="11546"/>
                  </a:lnTo>
                  <a:lnTo>
                    <a:pt x="6488" y="11392"/>
                  </a:lnTo>
                  <a:lnTo>
                    <a:pt x="6372" y="11276"/>
                  </a:lnTo>
                  <a:lnTo>
                    <a:pt x="6218" y="11199"/>
                  </a:lnTo>
                  <a:lnTo>
                    <a:pt x="6063" y="11160"/>
                  </a:lnTo>
                  <a:lnTo>
                    <a:pt x="5870" y="11122"/>
                  </a:lnTo>
                  <a:lnTo>
                    <a:pt x="5677" y="11160"/>
                  </a:lnTo>
                  <a:lnTo>
                    <a:pt x="5523" y="11199"/>
                  </a:lnTo>
                  <a:lnTo>
                    <a:pt x="5523" y="10967"/>
                  </a:lnTo>
                  <a:lnTo>
                    <a:pt x="5445" y="10697"/>
                  </a:lnTo>
                  <a:lnTo>
                    <a:pt x="5291" y="10504"/>
                  </a:lnTo>
                  <a:lnTo>
                    <a:pt x="5214" y="10426"/>
                  </a:lnTo>
                  <a:lnTo>
                    <a:pt x="5098" y="10349"/>
                  </a:lnTo>
                  <a:lnTo>
                    <a:pt x="4943" y="10311"/>
                  </a:lnTo>
                  <a:lnTo>
                    <a:pt x="4673" y="10311"/>
                  </a:lnTo>
                  <a:lnTo>
                    <a:pt x="4519" y="10349"/>
                  </a:lnTo>
                  <a:lnTo>
                    <a:pt x="4519" y="10156"/>
                  </a:lnTo>
                  <a:lnTo>
                    <a:pt x="4480" y="9924"/>
                  </a:lnTo>
                  <a:lnTo>
                    <a:pt x="4364" y="9731"/>
                  </a:lnTo>
                  <a:lnTo>
                    <a:pt x="4210" y="9577"/>
                  </a:lnTo>
                  <a:lnTo>
                    <a:pt x="4055" y="9500"/>
                  </a:lnTo>
                  <a:lnTo>
                    <a:pt x="3901" y="9422"/>
                  </a:lnTo>
                  <a:lnTo>
                    <a:pt x="3553" y="9422"/>
                  </a:lnTo>
                  <a:lnTo>
                    <a:pt x="3399" y="9461"/>
                  </a:lnTo>
                  <a:lnTo>
                    <a:pt x="3244" y="9538"/>
                  </a:lnTo>
                  <a:lnTo>
                    <a:pt x="3128" y="9616"/>
                  </a:lnTo>
                  <a:lnTo>
                    <a:pt x="2974" y="9731"/>
                  </a:lnTo>
                  <a:lnTo>
                    <a:pt x="2974" y="9616"/>
                  </a:lnTo>
                  <a:lnTo>
                    <a:pt x="2897" y="9422"/>
                  </a:lnTo>
                  <a:lnTo>
                    <a:pt x="2742" y="9268"/>
                  </a:lnTo>
                  <a:lnTo>
                    <a:pt x="2588" y="9114"/>
                  </a:lnTo>
                  <a:lnTo>
                    <a:pt x="2433" y="9036"/>
                  </a:lnTo>
                  <a:lnTo>
                    <a:pt x="2202" y="8998"/>
                  </a:lnTo>
                  <a:lnTo>
                    <a:pt x="2009" y="8998"/>
                  </a:lnTo>
                  <a:lnTo>
                    <a:pt x="1815" y="9075"/>
                  </a:lnTo>
                  <a:lnTo>
                    <a:pt x="1661" y="9191"/>
                  </a:lnTo>
                  <a:lnTo>
                    <a:pt x="1545" y="9345"/>
                  </a:lnTo>
                  <a:lnTo>
                    <a:pt x="1429" y="9500"/>
                  </a:lnTo>
                  <a:lnTo>
                    <a:pt x="1352" y="9693"/>
                  </a:lnTo>
                  <a:lnTo>
                    <a:pt x="1352" y="9886"/>
                  </a:lnTo>
                  <a:lnTo>
                    <a:pt x="1120" y="9963"/>
                  </a:lnTo>
                  <a:lnTo>
                    <a:pt x="889" y="10040"/>
                  </a:lnTo>
                  <a:lnTo>
                    <a:pt x="696" y="10156"/>
                  </a:lnTo>
                  <a:lnTo>
                    <a:pt x="503" y="10311"/>
                  </a:lnTo>
                  <a:lnTo>
                    <a:pt x="348" y="10426"/>
                  </a:lnTo>
                  <a:lnTo>
                    <a:pt x="232" y="10581"/>
                  </a:lnTo>
                  <a:lnTo>
                    <a:pt x="78" y="10890"/>
                  </a:lnTo>
                  <a:lnTo>
                    <a:pt x="1" y="11199"/>
                  </a:lnTo>
                  <a:lnTo>
                    <a:pt x="1" y="11546"/>
                  </a:lnTo>
                  <a:lnTo>
                    <a:pt x="39" y="11894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8" y="12782"/>
                  </a:lnTo>
                  <a:lnTo>
                    <a:pt x="773" y="12898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13" y="13130"/>
                  </a:lnTo>
                  <a:lnTo>
                    <a:pt x="1700" y="13168"/>
                  </a:lnTo>
                  <a:lnTo>
                    <a:pt x="2086" y="13091"/>
                  </a:lnTo>
                  <a:lnTo>
                    <a:pt x="2472" y="12975"/>
                  </a:lnTo>
                  <a:lnTo>
                    <a:pt x="2781" y="12782"/>
                  </a:lnTo>
                  <a:lnTo>
                    <a:pt x="3090" y="12512"/>
                  </a:lnTo>
                  <a:lnTo>
                    <a:pt x="3360" y="12241"/>
                  </a:lnTo>
                  <a:lnTo>
                    <a:pt x="3592" y="12010"/>
                  </a:lnTo>
                  <a:lnTo>
                    <a:pt x="3515" y="11932"/>
                  </a:lnTo>
                  <a:lnTo>
                    <a:pt x="3515" y="11817"/>
                  </a:lnTo>
                  <a:lnTo>
                    <a:pt x="3437" y="11739"/>
                  </a:lnTo>
                  <a:lnTo>
                    <a:pt x="3321" y="11739"/>
                  </a:lnTo>
                  <a:lnTo>
                    <a:pt x="3283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8" y="12434"/>
                  </a:lnTo>
                  <a:lnTo>
                    <a:pt x="2317" y="12550"/>
                  </a:lnTo>
                  <a:lnTo>
                    <a:pt x="2009" y="12666"/>
                  </a:lnTo>
                  <a:lnTo>
                    <a:pt x="1738" y="12705"/>
                  </a:lnTo>
                  <a:lnTo>
                    <a:pt x="1429" y="12666"/>
                  </a:lnTo>
                  <a:lnTo>
                    <a:pt x="1120" y="12550"/>
                  </a:lnTo>
                  <a:lnTo>
                    <a:pt x="966" y="12434"/>
                  </a:lnTo>
                  <a:lnTo>
                    <a:pt x="812" y="12319"/>
                  </a:lnTo>
                  <a:lnTo>
                    <a:pt x="696" y="12203"/>
                  </a:lnTo>
                  <a:lnTo>
                    <a:pt x="580" y="12048"/>
                  </a:lnTo>
                  <a:lnTo>
                    <a:pt x="541" y="11855"/>
                  </a:lnTo>
                  <a:lnTo>
                    <a:pt x="503" y="11701"/>
                  </a:lnTo>
                  <a:lnTo>
                    <a:pt x="464" y="11546"/>
                  </a:lnTo>
                  <a:lnTo>
                    <a:pt x="464" y="11353"/>
                  </a:lnTo>
                  <a:lnTo>
                    <a:pt x="503" y="11199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35"/>
                  </a:lnTo>
                  <a:lnTo>
                    <a:pt x="889" y="10620"/>
                  </a:lnTo>
                  <a:lnTo>
                    <a:pt x="1043" y="10504"/>
                  </a:lnTo>
                  <a:lnTo>
                    <a:pt x="1236" y="10426"/>
                  </a:lnTo>
                  <a:lnTo>
                    <a:pt x="1429" y="10388"/>
                  </a:lnTo>
                  <a:lnTo>
                    <a:pt x="1700" y="10349"/>
                  </a:lnTo>
                  <a:lnTo>
                    <a:pt x="2279" y="10349"/>
                  </a:lnTo>
                  <a:lnTo>
                    <a:pt x="2588" y="10426"/>
                  </a:lnTo>
                  <a:lnTo>
                    <a:pt x="2858" y="10504"/>
                  </a:lnTo>
                  <a:lnTo>
                    <a:pt x="3128" y="10620"/>
                  </a:lnTo>
                  <a:lnTo>
                    <a:pt x="3630" y="10928"/>
                  </a:lnTo>
                  <a:lnTo>
                    <a:pt x="4132" y="11276"/>
                  </a:lnTo>
                  <a:lnTo>
                    <a:pt x="4634" y="11662"/>
                  </a:lnTo>
                  <a:lnTo>
                    <a:pt x="5523" y="12396"/>
                  </a:lnTo>
                  <a:lnTo>
                    <a:pt x="5870" y="12666"/>
                  </a:lnTo>
                  <a:lnTo>
                    <a:pt x="6256" y="12936"/>
                  </a:lnTo>
                  <a:lnTo>
                    <a:pt x="6681" y="13207"/>
                  </a:lnTo>
                  <a:lnTo>
                    <a:pt x="7106" y="13400"/>
                  </a:lnTo>
                  <a:lnTo>
                    <a:pt x="7530" y="13593"/>
                  </a:lnTo>
                  <a:lnTo>
                    <a:pt x="7994" y="13709"/>
                  </a:lnTo>
                  <a:lnTo>
                    <a:pt x="8419" y="13786"/>
                  </a:lnTo>
                  <a:lnTo>
                    <a:pt x="8921" y="13786"/>
                  </a:lnTo>
                  <a:lnTo>
                    <a:pt x="9345" y="13670"/>
                  </a:lnTo>
                  <a:lnTo>
                    <a:pt x="9693" y="13554"/>
                  </a:lnTo>
                  <a:lnTo>
                    <a:pt x="10040" y="13323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890" y="12473"/>
                  </a:lnTo>
                  <a:lnTo>
                    <a:pt x="11122" y="12087"/>
                  </a:lnTo>
                  <a:lnTo>
                    <a:pt x="11315" y="11739"/>
                  </a:lnTo>
                  <a:lnTo>
                    <a:pt x="11508" y="11199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6" y="9075"/>
                  </a:lnTo>
                  <a:lnTo>
                    <a:pt x="12319" y="8573"/>
                  </a:lnTo>
                  <a:lnTo>
                    <a:pt x="12589" y="8110"/>
                  </a:lnTo>
                  <a:lnTo>
                    <a:pt x="12937" y="7646"/>
                  </a:lnTo>
                  <a:lnTo>
                    <a:pt x="13245" y="7299"/>
                  </a:lnTo>
                  <a:lnTo>
                    <a:pt x="13632" y="6951"/>
                  </a:lnTo>
                  <a:lnTo>
                    <a:pt x="14018" y="6681"/>
                  </a:lnTo>
                  <a:lnTo>
                    <a:pt x="14443" y="6449"/>
                  </a:lnTo>
                  <a:lnTo>
                    <a:pt x="14867" y="6256"/>
                  </a:lnTo>
                  <a:lnTo>
                    <a:pt x="15331" y="6102"/>
                  </a:lnTo>
                  <a:lnTo>
                    <a:pt x="15794" y="5986"/>
                  </a:lnTo>
                  <a:lnTo>
                    <a:pt x="16296" y="5909"/>
                  </a:lnTo>
                  <a:lnTo>
                    <a:pt x="16875" y="5909"/>
                  </a:lnTo>
                  <a:lnTo>
                    <a:pt x="17455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565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2"/>
                  </a:lnTo>
                  <a:lnTo>
                    <a:pt x="21316" y="7608"/>
                  </a:lnTo>
                  <a:lnTo>
                    <a:pt x="21741" y="7723"/>
                  </a:lnTo>
                  <a:lnTo>
                    <a:pt x="22127" y="7762"/>
                  </a:lnTo>
                  <a:lnTo>
                    <a:pt x="22552" y="7723"/>
                  </a:lnTo>
                  <a:lnTo>
                    <a:pt x="22976" y="7646"/>
                  </a:lnTo>
                  <a:lnTo>
                    <a:pt x="23363" y="7492"/>
                  </a:lnTo>
                  <a:lnTo>
                    <a:pt x="23710" y="7260"/>
                  </a:lnTo>
                  <a:lnTo>
                    <a:pt x="24058" y="6990"/>
                  </a:lnTo>
                  <a:lnTo>
                    <a:pt x="24328" y="6642"/>
                  </a:lnTo>
                  <a:lnTo>
                    <a:pt x="24560" y="6295"/>
                  </a:lnTo>
                  <a:lnTo>
                    <a:pt x="24753" y="5909"/>
                  </a:lnTo>
                  <a:lnTo>
                    <a:pt x="24869" y="5484"/>
                  </a:lnTo>
                  <a:lnTo>
                    <a:pt x="24946" y="5059"/>
                  </a:lnTo>
                  <a:lnTo>
                    <a:pt x="24984" y="4634"/>
                  </a:lnTo>
                  <a:lnTo>
                    <a:pt x="24984" y="4171"/>
                  </a:lnTo>
                  <a:lnTo>
                    <a:pt x="24946" y="3707"/>
                  </a:lnTo>
                  <a:lnTo>
                    <a:pt x="24869" y="3283"/>
                  </a:lnTo>
                  <a:lnTo>
                    <a:pt x="24753" y="2819"/>
                  </a:lnTo>
                  <a:lnTo>
                    <a:pt x="24637" y="2395"/>
                  </a:lnTo>
                  <a:lnTo>
                    <a:pt x="24444" y="1970"/>
                  </a:lnTo>
                  <a:lnTo>
                    <a:pt x="24251" y="1545"/>
                  </a:lnTo>
                  <a:lnTo>
                    <a:pt x="24019" y="1159"/>
                  </a:lnTo>
                  <a:lnTo>
                    <a:pt x="23787" y="811"/>
                  </a:lnTo>
                  <a:lnTo>
                    <a:pt x="23942" y="348"/>
                  </a:lnTo>
                  <a:lnTo>
                    <a:pt x="23556" y="232"/>
                  </a:lnTo>
                  <a:lnTo>
                    <a:pt x="23170" y="78"/>
                  </a:lnTo>
                  <a:lnTo>
                    <a:pt x="23131" y="39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6" name="Google Shape;3966;p17"/>
            <p:cNvSpPr/>
            <p:nvPr/>
          </p:nvSpPr>
          <p:spPr>
            <a:xfrm>
              <a:off x="5955050" y="3275975"/>
              <a:ext cx="152550" cy="277075"/>
            </a:xfrm>
            <a:custGeom>
              <a:avLst/>
              <a:gdLst/>
              <a:ahLst/>
              <a:cxnLst/>
              <a:rect l="l" t="t" r="r" b="b"/>
              <a:pathLst>
                <a:path w="6102" h="11083" extrusionOk="0">
                  <a:moveTo>
                    <a:pt x="3553" y="0"/>
                  </a:moveTo>
                  <a:lnTo>
                    <a:pt x="3398" y="463"/>
                  </a:lnTo>
                  <a:lnTo>
                    <a:pt x="3746" y="656"/>
                  </a:lnTo>
                  <a:lnTo>
                    <a:pt x="4093" y="888"/>
                  </a:lnTo>
                  <a:lnTo>
                    <a:pt x="4364" y="1158"/>
                  </a:lnTo>
                  <a:lnTo>
                    <a:pt x="4634" y="1467"/>
                  </a:lnTo>
                  <a:lnTo>
                    <a:pt x="4866" y="1776"/>
                  </a:lnTo>
                  <a:lnTo>
                    <a:pt x="5059" y="2124"/>
                  </a:lnTo>
                  <a:lnTo>
                    <a:pt x="5213" y="2471"/>
                  </a:lnTo>
                  <a:lnTo>
                    <a:pt x="5368" y="2819"/>
                  </a:lnTo>
                  <a:lnTo>
                    <a:pt x="5445" y="3205"/>
                  </a:lnTo>
                  <a:lnTo>
                    <a:pt x="5522" y="3630"/>
                  </a:lnTo>
                  <a:lnTo>
                    <a:pt x="5561" y="4016"/>
                  </a:lnTo>
                  <a:lnTo>
                    <a:pt x="5561" y="4441"/>
                  </a:lnTo>
                  <a:lnTo>
                    <a:pt x="5561" y="4827"/>
                  </a:lnTo>
                  <a:lnTo>
                    <a:pt x="5522" y="5252"/>
                  </a:lnTo>
                  <a:lnTo>
                    <a:pt x="5406" y="5638"/>
                  </a:lnTo>
                  <a:lnTo>
                    <a:pt x="5290" y="6024"/>
                  </a:lnTo>
                  <a:lnTo>
                    <a:pt x="5136" y="6449"/>
                  </a:lnTo>
                  <a:lnTo>
                    <a:pt x="4943" y="6873"/>
                  </a:lnTo>
                  <a:lnTo>
                    <a:pt x="4711" y="7298"/>
                  </a:lnTo>
                  <a:lnTo>
                    <a:pt x="4480" y="7684"/>
                  </a:lnTo>
                  <a:lnTo>
                    <a:pt x="4209" y="8070"/>
                  </a:lnTo>
                  <a:lnTo>
                    <a:pt x="3900" y="8418"/>
                  </a:lnTo>
                  <a:lnTo>
                    <a:pt x="3591" y="8727"/>
                  </a:lnTo>
                  <a:lnTo>
                    <a:pt x="3244" y="9036"/>
                  </a:lnTo>
                  <a:lnTo>
                    <a:pt x="2896" y="9345"/>
                  </a:lnTo>
                  <a:lnTo>
                    <a:pt x="2549" y="9615"/>
                  </a:lnTo>
                  <a:lnTo>
                    <a:pt x="2124" y="9847"/>
                  </a:lnTo>
                  <a:lnTo>
                    <a:pt x="1738" y="10078"/>
                  </a:lnTo>
                  <a:lnTo>
                    <a:pt x="1313" y="10272"/>
                  </a:lnTo>
                  <a:lnTo>
                    <a:pt x="888" y="10426"/>
                  </a:lnTo>
                  <a:lnTo>
                    <a:pt x="464" y="10542"/>
                  </a:lnTo>
                  <a:lnTo>
                    <a:pt x="0" y="10658"/>
                  </a:lnTo>
                  <a:lnTo>
                    <a:pt x="77" y="11082"/>
                  </a:lnTo>
                  <a:lnTo>
                    <a:pt x="579" y="10967"/>
                  </a:lnTo>
                  <a:lnTo>
                    <a:pt x="1081" y="10851"/>
                  </a:lnTo>
                  <a:lnTo>
                    <a:pt x="1583" y="10696"/>
                  </a:lnTo>
                  <a:lnTo>
                    <a:pt x="2047" y="10465"/>
                  </a:lnTo>
                  <a:lnTo>
                    <a:pt x="2510" y="10233"/>
                  </a:lnTo>
                  <a:lnTo>
                    <a:pt x="2935" y="9963"/>
                  </a:lnTo>
                  <a:lnTo>
                    <a:pt x="3360" y="9654"/>
                  </a:lnTo>
                  <a:lnTo>
                    <a:pt x="3784" y="9306"/>
                  </a:lnTo>
                  <a:lnTo>
                    <a:pt x="4132" y="8959"/>
                  </a:lnTo>
                  <a:lnTo>
                    <a:pt x="4480" y="8572"/>
                  </a:lnTo>
                  <a:lnTo>
                    <a:pt x="4788" y="8148"/>
                  </a:lnTo>
                  <a:lnTo>
                    <a:pt x="5097" y="7723"/>
                  </a:lnTo>
                  <a:lnTo>
                    <a:pt x="5329" y="7260"/>
                  </a:lnTo>
                  <a:lnTo>
                    <a:pt x="5561" y="6796"/>
                  </a:lnTo>
                  <a:lnTo>
                    <a:pt x="5754" y="6294"/>
                  </a:lnTo>
                  <a:lnTo>
                    <a:pt x="5908" y="5792"/>
                  </a:lnTo>
                  <a:lnTo>
                    <a:pt x="5986" y="5367"/>
                  </a:lnTo>
                  <a:lnTo>
                    <a:pt x="6063" y="4943"/>
                  </a:lnTo>
                  <a:lnTo>
                    <a:pt x="6101" y="4518"/>
                  </a:lnTo>
                  <a:lnTo>
                    <a:pt x="6063" y="4093"/>
                  </a:lnTo>
                  <a:lnTo>
                    <a:pt x="6024" y="3668"/>
                  </a:lnTo>
                  <a:lnTo>
                    <a:pt x="5986" y="3244"/>
                  </a:lnTo>
                  <a:lnTo>
                    <a:pt x="5870" y="2858"/>
                  </a:lnTo>
                  <a:lnTo>
                    <a:pt x="5715" y="2433"/>
                  </a:lnTo>
                  <a:lnTo>
                    <a:pt x="5561" y="2047"/>
                  </a:lnTo>
                  <a:lnTo>
                    <a:pt x="5368" y="1699"/>
                  </a:lnTo>
                  <a:lnTo>
                    <a:pt x="5136" y="1352"/>
                  </a:lnTo>
                  <a:lnTo>
                    <a:pt x="4866" y="1043"/>
                  </a:lnTo>
                  <a:lnTo>
                    <a:pt x="4595" y="734"/>
                  </a:lnTo>
                  <a:lnTo>
                    <a:pt x="4286" y="463"/>
                  </a:lnTo>
                  <a:lnTo>
                    <a:pt x="3939" y="232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7" name="Google Shape;3967;p17"/>
            <p:cNvSpPr/>
            <p:nvPr/>
          </p:nvSpPr>
          <p:spPr>
            <a:xfrm>
              <a:off x="369400" y="3292375"/>
              <a:ext cx="35750" cy="31875"/>
            </a:xfrm>
            <a:custGeom>
              <a:avLst/>
              <a:gdLst/>
              <a:ahLst/>
              <a:cxnLst/>
              <a:rect l="l" t="t" r="r" b="b"/>
              <a:pathLst>
                <a:path w="1430" h="1275" extrusionOk="0">
                  <a:moveTo>
                    <a:pt x="618" y="0"/>
                  </a:moveTo>
                  <a:lnTo>
                    <a:pt x="425" y="39"/>
                  </a:lnTo>
                  <a:lnTo>
                    <a:pt x="271" y="116"/>
                  </a:lnTo>
                  <a:lnTo>
                    <a:pt x="116" y="271"/>
                  </a:lnTo>
                  <a:lnTo>
                    <a:pt x="39" y="464"/>
                  </a:lnTo>
                  <a:lnTo>
                    <a:pt x="1" y="657"/>
                  </a:lnTo>
                  <a:lnTo>
                    <a:pt x="39" y="850"/>
                  </a:lnTo>
                  <a:lnTo>
                    <a:pt x="116" y="1004"/>
                  </a:lnTo>
                  <a:lnTo>
                    <a:pt x="271" y="1159"/>
                  </a:lnTo>
                  <a:lnTo>
                    <a:pt x="425" y="1236"/>
                  </a:lnTo>
                  <a:lnTo>
                    <a:pt x="618" y="1275"/>
                  </a:lnTo>
                  <a:lnTo>
                    <a:pt x="812" y="1236"/>
                  </a:lnTo>
                  <a:lnTo>
                    <a:pt x="850" y="1198"/>
                  </a:lnTo>
                  <a:lnTo>
                    <a:pt x="889" y="1120"/>
                  </a:lnTo>
                  <a:lnTo>
                    <a:pt x="812" y="1043"/>
                  </a:lnTo>
                  <a:lnTo>
                    <a:pt x="734" y="1004"/>
                  </a:lnTo>
                  <a:lnTo>
                    <a:pt x="657" y="1004"/>
                  </a:lnTo>
                  <a:lnTo>
                    <a:pt x="541" y="966"/>
                  </a:lnTo>
                  <a:lnTo>
                    <a:pt x="464" y="889"/>
                  </a:lnTo>
                  <a:lnTo>
                    <a:pt x="425" y="811"/>
                  </a:lnTo>
                  <a:lnTo>
                    <a:pt x="387" y="696"/>
                  </a:lnTo>
                  <a:lnTo>
                    <a:pt x="425" y="618"/>
                  </a:lnTo>
                  <a:lnTo>
                    <a:pt x="464" y="502"/>
                  </a:lnTo>
                  <a:lnTo>
                    <a:pt x="541" y="425"/>
                  </a:lnTo>
                  <a:lnTo>
                    <a:pt x="618" y="387"/>
                  </a:lnTo>
                  <a:lnTo>
                    <a:pt x="812" y="387"/>
                  </a:lnTo>
                  <a:lnTo>
                    <a:pt x="927" y="464"/>
                  </a:lnTo>
                  <a:lnTo>
                    <a:pt x="1082" y="618"/>
                  </a:lnTo>
                  <a:lnTo>
                    <a:pt x="1198" y="657"/>
                  </a:lnTo>
                  <a:lnTo>
                    <a:pt x="1275" y="696"/>
                  </a:lnTo>
                  <a:lnTo>
                    <a:pt x="1352" y="696"/>
                  </a:lnTo>
                  <a:lnTo>
                    <a:pt x="1391" y="657"/>
                  </a:lnTo>
                  <a:lnTo>
                    <a:pt x="1429" y="541"/>
                  </a:lnTo>
                  <a:lnTo>
                    <a:pt x="1391" y="464"/>
                  </a:lnTo>
                  <a:lnTo>
                    <a:pt x="1352" y="348"/>
                  </a:lnTo>
                  <a:lnTo>
                    <a:pt x="1198" y="194"/>
                  </a:lnTo>
                  <a:lnTo>
                    <a:pt x="1005" y="78"/>
                  </a:lnTo>
                  <a:lnTo>
                    <a:pt x="81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8" name="Google Shape;3968;p17"/>
            <p:cNvSpPr/>
            <p:nvPr/>
          </p:nvSpPr>
          <p:spPr>
            <a:xfrm>
              <a:off x="6549700" y="3335825"/>
              <a:ext cx="85000" cy="94625"/>
            </a:xfrm>
            <a:custGeom>
              <a:avLst/>
              <a:gdLst/>
              <a:ahLst/>
              <a:cxnLst/>
              <a:rect l="l" t="t" r="r" b="b"/>
              <a:pathLst>
                <a:path w="3400" h="3785" extrusionOk="0">
                  <a:moveTo>
                    <a:pt x="78" y="0"/>
                  </a:moveTo>
                  <a:lnTo>
                    <a:pt x="1" y="77"/>
                  </a:lnTo>
                  <a:lnTo>
                    <a:pt x="1" y="116"/>
                  </a:lnTo>
                  <a:lnTo>
                    <a:pt x="349" y="888"/>
                  </a:lnTo>
                  <a:lnTo>
                    <a:pt x="812" y="1661"/>
                  </a:lnTo>
                  <a:lnTo>
                    <a:pt x="1275" y="2394"/>
                  </a:lnTo>
                  <a:lnTo>
                    <a:pt x="1739" y="3089"/>
                  </a:lnTo>
                  <a:lnTo>
                    <a:pt x="2009" y="3437"/>
                  </a:lnTo>
                  <a:lnTo>
                    <a:pt x="2202" y="3553"/>
                  </a:lnTo>
                  <a:lnTo>
                    <a:pt x="2395" y="3669"/>
                  </a:lnTo>
                  <a:lnTo>
                    <a:pt x="2588" y="3746"/>
                  </a:lnTo>
                  <a:lnTo>
                    <a:pt x="2781" y="3784"/>
                  </a:lnTo>
                  <a:lnTo>
                    <a:pt x="3013" y="3707"/>
                  </a:lnTo>
                  <a:lnTo>
                    <a:pt x="3206" y="3591"/>
                  </a:lnTo>
                  <a:lnTo>
                    <a:pt x="3322" y="3437"/>
                  </a:lnTo>
                  <a:lnTo>
                    <a:pt x="3399" y="3244"/>
                  </a:lnTo>
                  <a:lnTo>
                    <a:pt x="3399" y="3089"/>
                  </a:lnTo>
                  <a:lnTo>
                    <a:pt x="3399" y="2896"/>
                  </a:lnTo>
                  <a:lnTo>
                    <a:pt x="3360" y="2703"/>
                  </a:lnTo>
                  <a:lnTo>
                    <a:pt x="3283" y="2510"/>
                  </a:lnTo>
                  <a:lnTo>
                    <a:pt x="3129" y="2163"/>
                  </a:lnTo>
                  <a:lnTo>
                    <a:pt x="2936" y="2240"/>
                  </a:lnTo>
                  <a:lnTo>
                    <a:pt x="3052" y="2587"/>
                  </a:lnTo>
                  <a:lnTo>
                    <a:pt x="3090" y="2742"/>
                  </a:lnTo>
                  <a:lnTo>
                    <a:pt x="3129" y="2858"/>
                  </a:lnTo>
                  <a:lnTo>
                    <a:pt x="2897" y="3012"/>
                  </a:lnTo>
                  <a:lnTo>
                    <a:pt x="2665" y="3128"/>
                  </a:lnTo>
                  <a:lnTo>
                    <a:pt x="2511" y="3205"/>
                  </a:lnTo>
                  <a:lnTo>
                    <a:pt x="2318" y="3205"/>
                  </a:lnTo>
                  <a:lnTo>
                    <a:pt x="2202" y="3167"/>
                  </a:lnTo>
                  <a:lnTo>
                    <a:pt x="2048" y="3089"/>
                  </a:lnTo>
                  <a:lnTo>
                    <a:pt x="1932" y="2935"/>
                  </a:lnTo>
                  <a:lnTo>
                    <a:pt x="1855" y="2742"/>
                  </a:lnTo>
                  <a:lnTo>
                    <a:pt x="1700" y="2510"/>
                  </a:lnTo>
                  <a:lnTo>
                    <a:pt x="1082" y="1506"/>
                  </a:lnTo>
                  <a:lnTo>
                    <a:pt x="619" y="772"/>
                  </a:lnTo>
                  <a:lnTo>
                    <a:pt x="387" y="386"/>
                  </a:lnTo>
                  <a:lnTo>
                    <a:pt x="117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9" name="Google Shape;3969;p17"/>
            <p:cNvSpPr/>
            <p:nvPr/>
          </p:nvSpPr>
          <p:spPr>
            <a:xfrm>
              <a:off x="2268300" y="338120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70"/>
                  </a:lnTo>
                  <a:lnTo>
                    <a:pt x="1120" y="463"/>
                  </a:lnTo>
                  <a:lnTo>
                    <a:pt x="850" y="656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64"/>
                  </a:lnTo>
                  <a:lnTo>
                    <a:pt x="0" y="3051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90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68"/>
                  </a:lnTo>
                  <a:lnTo>
                    <a:pt x="502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815"/>
                  </a:lnTo>
                  <a:lnTo>
                    <a:pt x="888" y="1583"/>
                  </a:lnTo>
                  <a:lnTo>
                    <a:pt x="1043" y="1352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2"/>
                  </a:lnTo>
                  <a:lnTo>
                    <a:pt x="1892" y="656"/>
                  </a:lnTo>
                  <a:lnTo>
                    <a:pt x="2124" y="579"/>
                  </a:lnTo>
                  <a:lnTo>
                    <a:pt x="2433" y="541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2"/>
                  </a:lnTo>
                  <a:lnTo>
                    <a:pt x="3360" y="965"/>
                  </a:lnTo>
                  <a:lnTo>
                    <a:pt x="3514" y="1158"/>
                  </a:lnTo>
                  <a:lnTo>
                    <a:pt x="3591" y="1390"/>
                  </a:lnTo>
                  <a:lnTo>
                    <a:pt x="3668" y="1660"/>
                  </a:lnTo>
                  <a:lnTo>
                    <a:pt x="4132" y="1583"/>
                  </a:lnTo>
                  <a:lnTo>
                    <a:pt x="4016" y="1197"/>
                  </a:lnTo>
                  <a:lnTo>
                    <a:pt x="3823" y="811"/>
                  </a:lnTo>
                  <a:lnTo>
                    <a:pt x="3630" y="541"/>
                  </a:lnTo>
                  <a:lnTo>
                    <a:pt x="3398" y="270"/>
                  </a:lnTo>
                  <a:lnTo>
                    <a:pt x="3244" y="193"/>
                  </a:lnTo>
                  <a:lnTo>
                    <a:pt x="3089" y="116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0" name="Google Shape;3970;p17"/>
            <p:cNvSpPr/>
            <p:nvPr/>
          </p:nvSpPr>
          <p:spPr>
            <a:xfrm>
              <a:off x="2133125" y="3382150"/>
              <a:ext cx="437350" cy="302200"/>
            </a:xfrm>
            <a:custGeom>
              <a:avLst/>
              <a:gdLst/>
              <a:ahLst/>
              <a:cxnLst/>
              <a:rect l="l" t="t" r="r" b="b"/>
              <a:pathLst>
                <a:path w="17494" h="12088" extrusionOk="0">
                  <a:moveTo>
                    <a:pt x="12087" y="541"/>
                  </a:moveTo>
                  <a:lnTo>
                    <a:pt x="12203" y="580"/>
                  </a:lnTo>
                  <a:lnTo>
                    <a:pt x="12319" y="657"/>
                  </a:lnTo>
                  <a:lnTo>
                    <a:pt x="12628" y="889"/>
                  </a:lnTo>
                  <a:lnTo>
                    <a:pt x="12898" y="1159"/>
                  </a:lnTo>
                  <a:lnTo>
                    <a:pt x="13130" y="1507"/>
                  </a:lnTo>
                  <a:lnTo>
                    <a:pt x="13323" y="1893"/>
                  </a:lnTo>
                  <a:lnTo>
                    <a:pt x="13478" y="2279"/>
                  </a:lnTo>
                  <a:lnTo>
                    <a:pt x="13632" y="2665"/>
                  </a:lnTo>
                  <a:lnTo>
                    <a:pt x="13825" y="3476"/>
                  </a:lnTo>
                  <a:lnTo>
                    <a:pt x="13091" y="3013"/>
                  </a:lnTo>
                  <a:lnTo>
                    <a:pt x="12705" y="2781"/>
                  </a:lnTo>
                  <a:lnTo>
                    <a:pt x="12358" y="2511"/>
                  </a:lnTo>
                  <a:lnTo>
                    <a:pt x="12010" y="2124"/>
                  </a:lnTo>
                  <a:lnTo>
                    <a:pt x="11817" y="1931"/>
                  </a:lnTo>
                  <a:lnTo>
                    <a:pt x="11663" y="1738"/>
                  </a:lnTo>
                  <a:lnTo>
                    <a:pt x="11508" y="1429"/>
                  </a:lnTo>
                  <a:lnTo>
                    <a:pt x="11431" y="1082"/>
                  </a:lnTo>
                  <a:lnTo>
                    <a:pt x="11663" y="734"/>
                  </a:lnTo>
                  <a:lnTo>
                    <a:pt x="11779" y="618"/>
                  </a:lnTo>
                  <a:lnTo>
                    <a:pt x="11856" y="541"/>
                  </a:lnTo>
                  <a:close/>
                  <a:moveTo>
                    <a:pt x="16296" y="1622"/>
                  </a:moveTo>
                  <a:lnTo>
                    <a:pt x="16412" y="1661"/>
                  </a:lnTo>
                  <a:lnTo>
                    <a:pt x="16490" y="1738"/>
                  </a:lnTo>
                  <a:lnTo>
                    <a:pt x="16567" y="1854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56"/>
                  </a:lnTo>
                  <a:lnTo>
                    <a:pt x="16605" y="2511"/>
                  </a:lnTo>
                  <a:lnTo>
                    <a:pt x="16528" y="2704"/>
                  </a:lnTo>
                  <a:lnTo>
                    <a:pt x="16412" y="2820"/>
                  </a:lnTo>
                  <a:lnTo>
                    <a:pt x="16296" y="2974"/>
                  </a:lnTo>
                  <a:lnTo>
                    <a:pt x="15949" y="3206"/>
                  </a:lnTo>
                  <a:lnTo>
                    <a:pt x="15563" y="3399"/>
                  </a:lnTo>
                  <a:lnTo>
                    <a:pt x="15138" y="3553"/>
                  </a:lnTo>
                  <a:lnTo>
                    <a:pt x="14713" y="3669"/>
                  </a:lnTo>
                  <a:lnTo>
                    <a:pt x="14366" y="3746"/>
                  </a:lnTo>
                  <a:lnTo>
                    <a:pt x="14482" y="3360"/>
                  </a:lnTo>
                  <a:lnTo>
                    <a:pt x="14636" y="2974"/>
                  </a:lnTo>
                  <a:lnTo>
                    <a:pt x="14829" y="2626"/>
                  </a:lnTo>
                  <a:lnTo>
                    <a:pt x="15099" y="2279"/>
                  </a:lnTo>
                  <a:lnTo>
                    <a:pt x="15408" y="1970"/>
                  </a:lnTo>
                  <a:lnTo>
                    <a:pt x="15640" y="1816"/>
                  </a:lnTo>
                  <a:lnTo>
                    <a:pt x="15872" y="1700"/>
                  </a:lnTo>
                  <a:lnTo>
                    <a:pt x="16103" y="1622"/>
                  </a:lnTo>
                  <a:close/>
                  <a:moveTo>
                    <a:pt x="13864" y="4287"/>
                  </a:moveTo>
                  <a:lnTo>
                    <a:pt x="13671" y="4557"/>
                  </a:lnTo>
                  <a:lnTo>
                    <a:pt x="13478" y="4789"/>
                  </a:lnTo>
                  <a:lnTo>
                    <a:pt x="13246" y="5021"/>
                  </a:lnTo>
                  <a:lnTo>
                    <a:pt x="13014" y="5252"/>
                  </a:lnTo>
                  <a:lnTo>
                    <a:pt x="12667" y="5484"/>
                  </a:lnTo>
                  <a:lnTo>
                    <a:pt x="12165" y="5793"/>
                  </a:lnTo>
                  <a:lnTo>
                    <a:pt x="11894" y="5909"/>
                  </a:lnTo>
                  <a:lnTo>
                    <a:pt x="11624" y="5986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5" y="5870"/>
                  </a:lnTo>
                  <a:lnTo>
                    <a:pt x="10968" y="5793"/>
                  </a:lnTo>
                  <a:lnTo>
                    <a:pt x="10929" y="5716"/>
                  </a:lnTo>
                  <a:lnTo>
                    <a:pt x="10890" y="5638"/>
                  </a:lnTo>
                  <a:lnTo>
                    <a:pt x="10890" y="5445"/>
                  </a:lnTo>
                  <a:lnTo>
                    <a:pt x="10968" y="5291"/>
                  </a:lnTo>
                  <a:lnTo>
                    <a:pt x="11122" y="5098"/>
                  </a:lnTo>
                  <a:lnTo>
                    <a:pt x="11277" y="4982"/>
                  </a:lnTo>
                  <a:lnTo>
                    <a:pt x="11547" y="4750"/>
                  </a:lnTo>
                  <a:lnTo>
                    <a:pt x="11817" y="4673"/>
                  </a:lnTo>
                  <a:lnTo>
                    <a:pt x="12087" y="4557"/>
                  </a:lnTo>
                  <a:lnTo>
                    <a:pt x="12628" y="4480"/>
                  </a:lnTo>
                  <a:lnTo>
                    <a:pt x="13246" y="4403"/>
                  </a:lnTo>
                  <a:lnTo>
                    <a:pt x="13555" y="4364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96"/>
                  </a:lnTo>
                  <a:lnTo>
                    <a:pt x="15408" y="4789"/>
                  </a:lnTo>
                  <a:lnTo>
                    <a:pt x="15717" y="4982"/>
                  </a:lnTo>
                  <a:lnTo>
                    <a:pt x="15910" y="5136"/>
                  </a:lnTo>
                  <a:lnTo>
                    <a:pt x="16142" y="5407"/>
                  </a:lnTo>
                  <a:lnTo>
                    <a:pt x="16412" y="5677"/>
                  </a:lnTo>
                  <a:lnTo>
                    <a:pt x="16644" y="6025"/>
                  </a:lnTo>
                  <a:lnTo>
                    <a:pt x="16876" y="6333"/>
                  </a:lnTo>
                  <a:lnTo>
                    <a:pt x="16992" y="6681"/>
                  </a:lnTo>
                  <a:lnTo>
                    <a:pt x="16992" y="6835"/>
                  </a:lnTo>
                  <a:lnTo>
                    <a:pt x="16992" y="6990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374" y="7337"/>
                  </a:lnTo>
                  <a:lnTo>
                    <a:pt x="16142" y="7222"/>
                  </a:lnTo>
                  <a:lnTo>
                    <a:pt x="15872" y="7029"/>
                  </a:lnTo>
                  <a:lnTo>
                    <a:pt x="15601" y="6835"/>
                  </a:lnTo>
                  <a:lnTo>
                    <a:pt x="15370" y="6565"/>
                  </a:lnTo>
                  <a:lnTo>
                    <a:pt x="15061" y="6179"/>
                  </a:lnTo>
                  <a:lnTo>
                    <a:pt x="14829" y="5716"/>
                  </a:lnTo>
                  <a:lnTo>
                    <a:pt x="14636" y="5252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78"/>
                  </a:lnTo>
                  <a:lnTo>
                    <a:pt x="11470" y="116"/>
                  </a:lnTo>
                  <a:lnTo>
                    <a:pt x="11354" y="232"/>
                  </a:lnTo>
                  <a:lnTo>
                    <a:pt x="11161" y="425"/>
                  </a:lnTo>
                  <a:lnTo>
                    <a:pt x="11006" y="618"/>
                  </a:lnTo>
                  <a:lnTo>
                    <a:pt x="10929" y="812"/>
                  </a:lnTo>
                  <a:lnTo>
                    <a:pt x="10929" y="1043"/>
                  </a:lnTo>
                  <a:lnTo>
                    <a:pt x="10929" y="1236"/>
                  </a:lnTo>
                  <a:lnTo>
                    <a:pt x="11006" y="1468"/>
                  </a:lnTo>
                  <a:lnTo>
                    <a:pt x="11083" y="1700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2" y="2742"/>
                  </a:lnTo>
                  <a:lnTo>
                    <a:pt x="12396" y="3090"/>
                  </a:lnTo>
                  <a:lnTo>
                    <a:pt x="12860" y="3437"/>
                  </a:lnTo>
                  <a:lnTo>
                    <a:pt x="12860" y="3437"/>
                  </a:lnTo>
                  <a:lnTo>
                    <a:pt x="12049" y="3322"/>
                  </a:lnTo>
                  <a:lnTo>
                    <a:pt x="11199" y="3283"/>
                  </a:lnTo>
                  <a:lnTo>
                    <a:pt x="10388" y="3360"/>
                  </a:lnTo>
                  <a:lnTo>
                    <a:pt x="9616" y="3476"/>
                  </a:lnTo>
                  <a:lnTo>
                    <a:pt x="9655" y="3013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45"/>
                  </a:lnTo>
                  <a:lnTo>
                    <a:pt x="9075" y="1622"/>
                  </a:lnTo>
                  <a:lnTo>
                    <a:pt x="9153" y="2124"/>
                  </a:lnTo>
                  <a:lnTo>
                    <a:pt x="9153" y="2626"/>
                  </a:lnTo>
                  <a:lnTo>
                    <a:pt x="9153" y="3090"/>
                  </a:lnTo>
                  <a:lnTo>
                    <a:pt x="9075" y="3515"/>
                  </a:lnTo>
                  <a:lnTo>
                    <a:pt x="9075" y="3630"/>
                  </a:lnTo>
                  <a:lnTo>
                    <a:pt x="8226" y="3901"/>
                  </a:lnTo>
                  <a:lnTo>
                    <a:pt x="7415" y="4287"/>
                  </a:lnTo>
                  <a:lnTo>
                    <a:pt x="6604" y="4750"/>
                  </a:lnTo>
                  <a:lnTo>
                    <a:pt x="5832" y="5252"/>
                  </a:lnTo>
                  <a:lnTo>
                    <a:pt x="5407" y="5252"/>
                  </a:lnTo>
                  <a:lnTo>
                    <a:pt x="5407" y="5561"/>
                  </a:lnTo>
                  <a:lnTo>
                    <a:pt x="4596" y="6218"/>
                  </a:lnTo>
                  <a:lnTo>
                    <a:pt x="3824" y="6951"/>
                  </a:lnTo>
                  <a:lnTo>
                    <a:pt x="3090" y="7724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56"/>
                  </a:lnTo>
                  <a:lnTo>
                    <a:pt x="542" y="10967"/>
                  </a:lnTo>
                  <a:lnTo>
                    <a:pt x="1" y="11817"/>
                  </a:lnTo>
                  <a:lnTo>
                    <a:pt x="349" y="12087"/>
                  </a:lnTo>
                  <a:lnTo>
                    <a:pt x="1546" y="10542"/>
                  </a:lnTo>
                  <a:lnTo>
                    <a:pt x="2743" y="8998"/>
                  </a:lnTo>
                  <a:lnTo>
                    <a:pt x="3360" y="8226"/>
                  </a:lnTo>
                  <a:lnTo>
                    <a:pt x="4017" y="7531"/>
                  </a:lnTo>
                  <a:lnTo>
                    <a:pt x="4712" y="6835"/>
                  </a:lnTo>
                  <a:lnTo>
                    <a:pt x="5484" y="6179"/>
                  </a:lnTo>
                  <a:lnTo>
                    <a:pt x="6257" y="5600"/>
                  </a:lnTo>
                  <a:lnTo>
                    <a:pt x="7106" y="5059"/>
                  </a:lnTo>
                  <a:lnTo>
                    <a:pt x="7994" y="4634"/>
                  </a:lnTo>
                  <a:lnTo>
                    <a:pt x="8458" y="4441"/>
                  </a:lnTo>
                  <a:lnTo>
                    <a:pt x="8921" y="4287"/>
                  </a:lnTo>
                  <a:lnTo>
                    <a:pt x="9423" y="4132"/>
                  </a:lnTo>
                  <a:lnTo>
                    <a:pt x="9886" y="4017"/>
                  </a:lnTo>
                  <a:lnTo>
                    <a:pt x="10388" y="3939"/>
                  </a:lnTo>
                  <a:lnTo>
                    <a:pt x="10852" y="3862"/>
                  </a:lnTo>
                  <a:lnTo>
                    <a:pt x="11354" y="3823"/>
                  </a:lnTo>
                  <a:lnTo>
                    <a:pt x="11856" y="3823"/>
                  </a:lnTo>
                  <a:lnTo>
                    <a:pt x="12358" y="3862"/>
                  </a:lnTo>
                  <a:lnTo>
                    <a:pt x="12860" y="3939"/>
                  </a:lnTo>
                  <a:lnTo>
                    <a:pt x="12358" y="4017"/>
                  </a:lnTo>
                  <a:lnTo>
                    <a:pt x="11856" y="4132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57"/>
                  </a:lnTo>
                  <a:lnTo>
                    <a:pt x="10852" y="4712"/>
                  </a:lnTo>
                  <a:lnTo>
                    <a:pt x="10697" y="4866"/>
                  </a:lnTo>
                  <a:lnTo>
                    <a:pt x="10543" y="5098"/>
                  </a:lnTo>
                  <a:lnTo>
                    <a:pt x="10466" y="5291"/>
                  </a:lnTo>
                  <a:lnTo>
                    <a:pt x="10388" y="5523"/>
                  </a:lnTo>
                  <a:lnTo>
                    <a:pt x="10388" y="5754"/>
                  </a:lnTo>
                  <a:lnTo>
                    <a:pt x="10427" y="5986"/>
                  </a:lnTo>
                  <a:lnTo>
                    <a:pt x="10581" y="6179"/>
                  </a:lnTo>
                  <a:lnTo>
                    <a:pt x="10659" y="6256"/>
                  </a:lnTo>
                  <a:lnTo>
                    <a:pt x="10775" y="6333"/>
                  </a:lnTo>
                  <a:lnTo>
                    <a:pt x="11006" y="6449"/>
                  </a:lnTo>
                  <a:lnTo>
                    <a:pt x="11585" y="6449"/>
                  </a:lnTo>
                  <a:lnTo>
                    <a:pt x="11894" y="6372"/>
                  </a:lnTo>
                  <a:lnTo>
                    <a:pt x="12165" y="6295"/>
                  </a:lnTo>
                  <a:lnTo>
                    <a:pt x="12628" y="6063"/>
                  </a:lnTo>
                  <a:lnTo>
                    <a:pt x="13053" y="5831"/>
                  </a:lnTo>
                  <a:lnTo>
                    <a:pt x="13439" y="5523"/>
                  </a:lnTo>
                  <a:lnTo>
                    <a:pt x="13400" y="5561"/>
                  </a:lnTo>
                  <a:lnTo>
                    <a:pt x="13786" y="5716"/>
                  </a:lnTo>
                  <a:lnTo>
                    <a:pt x="14057" y="4866"/>
                  </a:lnTo>
                  <a:lnTo>
                    <a:pt x="14211" y="5407"/>
                  </a:lnTo>
                  <a:lnTo>
                    <a:pt x="14404" y="5947"/>
                  </a:lnTo>
                  <a:lnTo>
                    <a:pt x="14675" y="6411"/>
                  </a:lnTo>
                  <a:lnTo>
                    <a:pt x="14984" y="6874"/>
                  </a:lnTo>
                  <a:lnTo>
                    <a:pt x="15177" y="7067"/>
                  </a:lnTo>
                  <a:lnTo>
                    <a:pt x="15408" y="7299"/>
                  </a:lnTo>
                  <a:lnTo>
                    <a:pt x="15679" y="7492"/>
                  </a:lnTo>
                  <a:lnTo>
                    <a:pt x="15988" y="7685"/>
                  </a:lnTo>
                  <a:lnTo>
                    <a:pt x="16296" y="7801"/>
                  </a:lnTo>
                  <a:lnTo>
                    <a:pt x="16605" y="7878"/>
                  </a:lnTo>
                  <a:lnTo>
                    <a:pt x="16876" y="7878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46"/>
                  </a:lnTo>
                  <a:lnTo>
                    <a:pt x="17378" y="7531"/>
                  </a:lnTo>
                  <a:lnTo>
                    <a:pt x="17416" y="7415"/>
                  </a:lnTo>
                  <a:lnTo>
                    <a:pt x="17455" y="7260"/>
                  </a:lnTo>
                  <a:lnTo>
                    <a:pt x="17494" y="6951"/>
                  </a:lnTo>
                  <a:lnTo>
                    <a:pt x="17416" y="6642"/>
                  </a:lnTo>
                  <a:lnTo>
                    <a:pt x="17300" y="6295"/>
                  </a:lnTo>
                  <a:lnTo>
                    <a:pt x="17185" y="5986"/>
                  </a:lnTo>
                  <a:lnTo>
                    <a:pt x="17030" y="5716"/>
                  </a:lnTo>
                  <a:lnTo>
                    <a:pt x="16876" y="5484"/>
                  </a:lnTo>
                  <a:lnTo>
                    <a:pt x="16683" y="5252"/>
                  </a:lnTo>
                  <a:lnTo>
                    <a:pt x="16490" y="5021"/>
                  </a:lnTo>
                  <a:lnTo>
                    <a:pt x="16258" y="4827"/>
                  </a:lnTo>
                  <a:lnTo>
                    <a:pt x="16026" y="4634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39"/>
                  </a:lnTo>
                  <a:lnTo>
                    <a:pt x="15833" y="3746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90"/>
                  </a:lnTo>
                  <a:lnTo>
                    <a:pt x="16914" y="2897"/>
                  </a:lnTo>
                  <a:lnTo>
                    <a:pt x="17030" y="2665"/>
                  </a:lnTo>
                  <a:lnTo>
                    <a:pt x="17107" y="2433"/>
                  </a:lnTo>
                  <a:lnTo>
                    <a:pt x="17146" y="2202"/>
                  </a:lnTo>
                  <a:lnTo>
                    <a:pt x="17107" y="1931"/>
                  </a:lnTo>
                  <a:lnTo>
                    <a:pt x="17069" y="1700"/>
                  </a:lnTo>
                  <a:lnTo>
                    <a:pt x="16914" y="1507"/>
                  </a:lnTo>
                  <a:lnTo>
                    <a:pt x="16760" y="1352"/>
                  </a:lnTo>
                  <a:lnTo>
                    <a:pt x="16567" y="1236"/>
                  </a:lnTo>
                  <a:lnTo>
                    <a:pt x="16335" y="1159"/>
                  </a:lnTo>
                  <a:lnTo>
                    <a:pt x="16103" y="1159"/>
                  </a:lnTo>
                  <a:lnTo>
                    <a:pt x="15910" y="1198"/>
                  </a:lnTo>
                  <a:lnTo>
                    <a:pt x="15679" y="1275"/>
                  </a:lnTo>
                  <a:lnTo>
                    <a:pt x="15447" y="1352"/>
                  </a:lnTo>
                  <a:lnTo>
                    <a:pt x="15254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7" y="2588"/>
                  </a:lnTo>
                  <a:lnTo>
                    <a:pt x="14095" y="3013"/>
                  </a:lnTo>
                  <a:lnTo>
                    <a:pt x="13980" y="2472"/>
                  </a:lnTo>
                  <a:lnTo>
                    <a:pt x="13748" y="1893"/>
                  </a:lnTo>
                  <a:lnTo>
                    <a:pt x="13516" y="1352"/>
                  </a:lnTo>
                  <a:lnTo>
                    <a:pt x="13169" y="889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8" y="155"/>
                  </a:lnTo>
                  <a:lnTo>
                    <a:pt x="12087" y="39"/>
                  </a:lnTo>
                  <a:lnTo>
                    <a:pt x="118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1" name="Google Shape;3971;p17"/>
            <p:cNvSpPr/>
            <p:nvPr/>
          </p:nvSpPr>
          <p:spPr>
            <a:xfrm>
              <a:off x="2737450" y="3395675"/>
              <a:ext cx="459550" cy="296375"/>
            </a:xfrm>
            <a:custGeom>
              <a:avLst/>
              <a:gdLst/>
              <a:ahLst/>
              <a:cxnLst/>
              <a:rect l="l" t="t" r="r" b="b"/>
              <a:pathLst>
                <a:path w="18382" h="11855" extrusionOk="0">
                  <a:moveTo>
                    <a:pt x="17648" y="2935"/>
                  </a:moveTo>
                  <a:lnTo>
                    <a:pt x="17725" y="2974"/>
                  </a:lnTo>
                  <a:lnTo>
                    <a:pt x="17802" y="3051"/>
                  </a:lnTo>
                  <a:lnTo>
                    <a:pt x="17841" y="3128"/>
                  </a:lnTo>
                  <a:lnTo>
                    <a:pt x="17880" y="3321"/>
                  </a:lnTo>
                  <a:lnTo>
                    <a:pt x="17918" y="3553"/>
                  </a:lnTo>
                  <a:lnTo>
                    <a:pt x="17880" y="3746"/>
                  </a:lnTo>
                  <a:lnTo>
                    <a:pt x="17764" y="3939"/>
                  </a:lnTo>
                  <a:lnTo>
                    <a:pt x="17648" y="4132"/>
                  </a:lnTo>
                  <a:lnTo>
                    <a:pt x="17300" y="4402"/>
                  </a:lnTo>
                  <a:lnTo>
                    <a:pt x="17030" y="4595"/>
                  </a:lnTo>
                  <a:lnTo>
                    <a:pt x="16721" y="4750"/>
                  </a:lnTo>
                  <a:lnTo>
                    <a:pt x="16412" y="4866"/>
                  </a:lnTo>
                  <a:lnTo>
                    <a:pt x="16065" y="4943"/>
                  </a:lnTo>
                  <a:lnTo>
                    <a:pt x="16181" y="4364"/>
                  </a:lnTo>
                  <a:lnTo>
                    <a:pt x="16296" y="4055"/>
                  </a:lnTo>
                  <a:lnTo>
                    <a:pt x="16412" y="3784"/>
                  </a:lnTo>
                  <a:lnTo>
                    <a:pt x="16528" y="3514"/>
                  </a:lnTo>
                  <a:lnTo>
                    <a:pt x="16721" y="3282"/>
                  </a:lnTo>
                  <a:lnTo>
                    <a:pt x="16953" y="3128"/>
                  </a:lnTo>
                  <a:lnTo>
                    <a:pt x="17223" y="2974"/>
                  </a:lnTo>
                  <a:lnTo>
                    <a:pt x="17493" y="2935"/>
                  </a:lnTo>
                  <a:close/>
                  <a:moveTo>
                    <a:pt x="14211" y="4866"/>
                  </a:moveTo>
                  <a:lnTo>
                    <a:pt x="14481" y="4904"/>
                  </a:lnTo>
                  <a:lnTo>
                    <a:pt x="14752" y="4982"/>
                  </a:lnTo>
                  <a:lnTo>
                    <a:pt x="15022" y="5059"/>
                  </a:lnTo>
                  <a:lnTo>
                    <a:pt x="15254" y="5175"/>
                  </a:lnTo>
                  <a:lnTo>
                    <a:pt x="15177" y="5329"/>
                  </a:lnTo>
                  <a:lnTo>
                    <a:pt x="14752" y="5522"/>
                  </a:lnTo>
                  <a:lnTo>
                    <a:pt x="14288" y="5677"/>
                  </a:lnTo>
                  <a:lnTo>
                    <a:pt x="14018" y="5715"/>
                  </a:lnTo>
                  <a:lnTo>
                    <a:pt x="13748" y="5754"/>
                  </a:lnTo>
                  <a:lnTo>
                    <a:pt x="13477" y="5754"/>
                  </a:lnTo>
                  <a:lnTo>
                    <a:pt x="13169" y="5677"/>
                  </a:lnTo>
                  <a:lnTo>
                    <a:pt x="13053" y="5677"/>
                  </a:lnTo>
                  <a:lnTo>
                    <a:pt x="12975" y="5599"/>
                  </a:lnTo>
                  <a:lnTo>
                    <a:pt x="12975" y="5484"/>
                  </a:lnTo>
                  <a:lnTo>
                    <a:pt x="13053" y="5368"/>
                  </a:lnTo>
                  <a:lnTo>
                    <a:pt x="13091" y="5136"/>
                  </a:lnTo>
                  <a:lnTo>
                    <a:pt x="13169" y="5020"/>
                  </a:lnTo>
                  <a:lnTo>
                    <a:pt x="13323" y="4943"/>
                  </a:lnTo>
                  <a:lnTo>
                    <a:pt x="13555" y="4904"/>
                  </a:lnTo>
                  <a:lnTo>
                    <a:pt x="13864" y="4866"/>
                  </a:lnTo>
                  <a:close/>
                  <a:moveTo>
                    <a:pt x="15756" y="5522"/>
                  </a:moveTo>
                  <a:lnTo>
                    <a:pt x="16374" y="5831"/>
                  </a:lnTo>
                  <a:lnTo>
                    <a:pt x="16644" y="5986"/>
                  </a:lnTo>
                  <a:lnTo>
                    <a:pt x="16953" y="6179"/>
                  </a:lnTo>
                  <a:lnTo>
                    <a:pt x="17185" y="6372"/>
                  </a:lnTo>
                  <a:lnTo>
                    <a:pt x="17416" y="6603"/>
                  </a:lnTo>
                  <a:lnTo>
                    <a:pt x="17571" y="6912"/>
                  </a:lnTo>
                  <a:lnTo>
                    <a:pt x="17609" y="7067"/>
                  </a:lnTo>
                  <a:lnTo>
                    <a:pt x="17609" y="7221"/>
                  </a:lnTo>
                  <a:lnTo>
                    <a:pt x="17609" y="7453"/>
                  </a:lnTo>
                  <a:lnTo>
                    <a:pt x="17532" y="7569"/>
                  </a:lnTo>
                  <a:lnTo>
                    <a:pt x="17455" y="7685"/>
                  </a:lnTo>
                  <a:lnTo>
                    <a:pt x="17300" y="7723"/>
                  </a:lnTo>
                  <a:lnTo>
                    <a:pt x="17146" y="7723"/>
                  </a:lnTo>
                  <a:lnTo>
                    <a:pt x="16953" y="7685"/>
                  </a:lnTo>
                  <a:lnTo>
                    <a:pt x="16798" y="7607"/>
                  </a:lnTo>
                  <a:lnTo>
                    <a:pt x="16644" y="7492"/>
                  </a:lnTo>
                  <a:lnTo>
                    <a:pt x="16412" y="7183"/>
                  </a:lnTo>
                  <a:lnTo>
                    <a:pt x="16181" y="6796"/>
                  </a:lnTo>
                  <a:lnTo>
                    <a:pt x="16026" y="6488"/>
                  </a:lnTo>
                  <a:lnTo>
                    <a:pt x="15910" y="6179"/>
                  </a:lnTo>
                  <a:lnTo>
                    <a:pt x="15833" y="5831"/>
                  </a:lnTo>
                  <a:lnTo>
                    <a:pt x="15756" y="5522"/>
                  </a:lnTo>
                  <a:close/>
                  <a:moveTo>
                    <a:pt x="4944" y="464"/>
                  </a:moveTo>
                  <a:lnTo>
                    <a:pt x="5561" y="502"/>
                  </a:lnTo>
                  <a:lnTo>
                    <a:pt x="6141" y="657"/>
                  </a:lnTo>
                  <a:lnTo>
                    <a:pt x="6681" y="888"/>
                  </a:lnTo>
                  <a:lnTo>
                    <a:pt x="7222" y="1197"/>
                  </a:lnTo>
                  <a:lnTo>
                    <a:pt x="7685" y="1545"/>
                  </a:lnTo>
                  <a:lnTo>
                    <a:pt x="8149" y="1970"/>
                  </a:lnTo>
                  <a:lnTo>
                    <a:pt x="8496" y="2394"/>
                  </a:lnTo>
                  <a:lnTo>
                    <a:pt x="8766" y="2781"/>
                  </a:lnTo>
                  <a:lnTo>
                    <a:pt x="9037" y="3205"/>
                  </a:lnTo>
                  <a:lnTo>
                    <a:pt x="9268" y="3669"/>
                  </a:lnTo>
                  <a:lnTo>
                    <a:pt x="9693" y="4595"/>
                  </a:lnTo>
                  <a:lnTo>
                    <a:pt x="10079" y="5522"/>
                  </a:lnTo>
                  <a:lnTo>
                    <a:pt x="10272" y="5908"/>
                  </a:lnTo>
                  <a:lnTo>
                    <a:pt x="10504" y="6294"/>
                  </a:lnTo>
                  <a:lnTo>
                    <a:pt x="10736" y="6642"/>
                  </a:lnTo>
                  <a:lnTo>
                    <a:pt x="11006" y="6912"/>
                  </a:lnTo>
                  <a:lnTo>
                    <a:pt x="11354" y="7183"/>
                  </a:lnTo>
                  <a:lnTo>
                    <a:pt x="11701" y="7376"/>
                  </a:lnTo>
                  <a:lnTo>
                    <a:pt x="12087" y="7492"/>
                  </a:lnTo>
                  <a:lnTo>
                    <a:pt x="12551" y="7569"/>
                  </a:lnTo>
                  <a:lnTo>
                    <a:pt x="12898" y="7530"/>
                  </a:lnTo>
                  <a:lnTo>
                    <a:pt x="13207" y="7492"/>
                  </a:lnTo>
                  <a:lnTo>
                    <a:pt x="13516" y="7414"/>
                  </a:lnTo>
                  <a:lnTo>
                    <a:pt x="13825" y="7260"/>
                  </a:lnTo>
                  <a:lnTo>
                    <a:pt x="14095" y="7105"/>
                  </a:lnTo>
                  <a:lnTo>
                    <a:pt x="14366" y="6951"/>
                  </a:lnTo>
                  <a:lnTo>
                    <a:pt x="14597" y="6719"/>
                  </a:lnTo>
                  <a:lnTo>
                    <a:pt x="14829" y="6488"/>
                  </a:lnTo>
                  <a:lnTo>
                    <a:pt x="14404" y="7221"/>
                  </a:lnTo>
                  <a:lnTo>
                    <a:pt x="13941" y="7878"/>
                  </a:lnTo>
                  <a:lnTo>
                    <a:pt x="13439" y="8534"/>
                  </a:lnTo>
                  <a:lnTo>
                    <a:pt x="12860" y="9113"/>
                  </a:lnTo>
                  <a:lnTo>
                    <a:pt x="12242" y="9615"/>
                  </a:lnTo>
                  <a:lnTo>
                    <a:pt x="11547" y="10079"/>
                  </a:lnTo>
                  <a:lnTo>
                    <a:pt x="10813" y="10503"/>
                  </a:lnTo>
                  <a:lnTo>
                    <a:pt x="10041" y="10812"/>
                  </a:lnTo>
                  <a:lnTo>
                    <a:pt x="9462" y="11005"/>
                  </a:lnTo>
                  <a:lnTo>
                    <a:pt x="8882" y="11160"/>
                  </a:lnTo>
                  <a:lnTo>
                    <a:pt x="8303" y="11276"/>
                  </a:lnTo>
                  <a:lnTo>
                    <a:pt x="7724" y="11314"/>
                  </a:lnTo>
                  <a:lnTo>
                    <a:pt x="7145" y="11353"/>
                  </a:lnTo>
                  <a:lnTo>
                    <a:pt x="6604" y="11314"/>
                  </a:lnTo>
                  <a:lnTo>
                    <a:pt x="6025" y="11237"/>
                  </a:lnTo>
                  <a:lnTo>
                    <a:pt x="5484" y="11121"/>
                  </a:lnTo>
                  <a:lnTo>
                    <a:pt x="4944" y="10967"/>
                  </a:lnTo>
                  <a:lnTo>
                    <a:pt x="4442" y="10735"/>
                  </a:lnTo>
                  <a:lnTo>
                    <a:pt x="3940" y="10503"/>
                  </a:lnTo>
                  <a:lnTo>
                    <a:pt x="3476" y="10195"/>
                  </a:lnTo>
                  <a:lnTo>
                    <a:pt x="3013" y="9847"/>
                  </a:lnTo>
                  <a:lnTo>
                    <a:pt x="2549" y="9461"/>
                  </a:lnTo>
                  <a:lnTo>
                    <a:pt x="2163" y="9036"/>
                  </a:lnTo>
                  <a:lnTo>
                    <a:pt x="1777" y="8573"/>
                  </a:lnTo>
                  <a:lnTo>
                    <a:pt x="1430" y="8032"/>
                  </a:lnTo>
                  <a:lnTo>
                    <a:pt x="1121" y="7492"/>
                  </a:lnTo>
                  <a:lnTo>
                    <a:pt x="850" y="6912"/>
                  </a:lnTo>
                  <a:lnTo>
                    <a:pt x="657" y="6333"/>
                  </a:lnTo>
                  <a:lnTo>
                    <a:pt x="503" y="5754"/>
                  </a:lnTo>
                  <a:lnTo>
                    <a:pt x="426" y="5136"/>
                  </a:lnTo>
                  <a:lnTo>
                    <a:pt x="426" y="4518"/>
                  </a:lnTo>
                  <a:lnTo>
                    <a:pt x="503" y="3862"/>
                  </a:lnTo>
                  <a:lnTo>
                    <a:pt x="696" y="3282"/>
                  </a:lnTo>
                  <a:lnTo>
                    <a:pt x="928" y="2742"/>
                  </a:lnTo>
                  <a:lnTo>
                    <a:pt x="1275" y="2240"/>
                  </a:lnTo>
                  <a:lnTo>
                    <a:pt x="1661" y="1777"/>
                  </a:lnTo>
                  <a:lnTo>
                    <a:pt x="2086" y="1352"/>
                  </a:lnTo>
                  <a:lnTo>
                    <a:pt x="2588" y="1043"/>
                  </a:lnTo>
                  <a:lnTo>
                    <a:pt x="3129" y="773"/>
                  </a:lnTo>
                  <a:lnTo>
                    <a:pt x="3708" y="579"/>
                  </a:lnTo>
                  <a:lnTo>
                    <a:pt x="4326" y="464"/>
                  </a:lnTo>
                  <a:close/>
                  <a:moveTo>
                    <a:pt x="4519" y="0"/>
                  </a:moveTo>
                  <a:lnTo>
                    <a:pt x="4249" y="39"/>
                  </a:lnTo>
                  <a:lnTo>
                    <a:pt x="3901" y="77"/>
                  </a:lnTo>
                  <a:lnTo>
                    <a:pt x="3515" y="155"/>
                  </a:lnTo>
                  <a:lnTo>
                    <a:pt x="3167" y="271"/>
                  </a:lnTo>
                  <a:lnTo>
                    <a:pt x="2820" y="425"/>
                  </a:lnTo>
                  <a:lnTo>
                    <a:pt x="2472" y="579"/>
                  </a:lnTo>
                  <a:lnTo>
                    <a:pt x="2125" y="773"/>
                  </a:lnTo>
                  <a:lnTo>
                    <a:pt x="1777" y="1043"/>
                  </a:lnTo>
                  <a:lnTo>
                    <a:pt x="1468" y="1313"/>
                  </a:lnTo>
                  <a:lnTo>
                    <a:pt x="1082" y="1699"/>
                  </a:lnTo>
                  <a:lnTo>
                    <a:pt x="773" y="2163"/>
                  </a:lnTo>
                  <a:lnTo>
                    <a:pt x="503" y="2626"/>
                  </a:lnTo>
                  <a:lnTo>
                    <a:pt x="310" y="3089"/>
                  </a:lnTo>
                  <a:lnTo>
                    <a:pt x="155" y="3591"/>
                  </a:lnTo>
                  <a:lnTo>
                    <a:pt x="40" y="4093"/>
                  </a:lnTo>
                  <a:lnTo>
                    <a:pt x="1" y="4595"/>
                  </a:lnTo>
                  <a:lnTo>
                    <a:pt x="1" y="5136"/>
                  </a:lnTo>
                  <a:lnTo>
                    <a:pt x="78" y="5638"/>
                  </a:lnTo>
                  <a:lnTo>
                    <a:pt x="155" y="6179"/>
                  </a:lnTo>
                  <a:lnTo>
                    <a:pt x="310" y="6681"/>
                  </a:lnTo>
                  <a:lnTo>
                    <a:pt x="464" y="7183"/>
                  </a:lnTo>
                  <a:lnTo>
                    <a:pt x="696" y="7685"/>
                  </a:lnTo>
                  <a:lnTo>
                    <a:pt x="966" y="8148"/>
                  </a:lnTo>
                  <a:lnTo>
                    <a:pt x="1237" y="8611"/>
                  </a:lnTo>
                  <a:lnTo>
                    <a:pt x="1545" y="9036"/>
                  </a:lnTo>
                  <a:lnTo>
                    <a:pt x="2009" y="9577"/>
                  </a:lnTo>
                  <a:lnTo>
                    <a:pt x="2472" y="10040"/>
                  </a:lnTo>
                  <a:lnTo>
                    <a:pt x="2974" y="10426"/>
                  </a:lnTo>
                  <a:lnTo>
                    <a:pt x="3476" y="10812"/>
                  </a:lnTo>
                  <a:lnTo>
                    <a:pt x="4055" y="11083"/>
                  </a:lnTo>
                  <a:lnTo>
                    <a:pt x="4596" y="11353"/>
                  </a:lnTo>
                  <a:lnTo>
                    <a:pt x="5214" y="11546"/>
                  </a:lnTo>
                  <a:lnTo>
                    <a:pt x="5832" y="11701"/>
                  </a:lnTo>
                  <a:lnTo>
                    <a:pt x="5870" y="11855"/>
                  </a:lnTo>
                  <a:lnTo>
                    <a:pt x="6218" y="11778"/>
                  </a:lnTo>
                  <a:lnTo>
                    <a:pt x="7029" y="11816"/>
                  </a:lnTo>
                  <a:lnTo>
                    <a:pt x="7840" y="11816"/>
                  </a:lnTo>
                  <a:lnTo>
                    <a:pt x="8689" y="11701"/>
                  </a:lnTo>
                  <a:lnTo>
                    <a:pt x="9539" y="11507"/>
                  </a:lnTo>
                  <a:lnTo>
                    <a:pt x="10272" y="11237"/>
                  </a:lnTo>
                  <a:lnTo>
                    <a:pt x="11006" y="10928"/>
                  </a:lnTo>
                  <a:lnTo>
                    <a:pt x="11315" y="10812"/>
                  </a:lnTo>
                  <a:lnTo>
                    <a:pt x="11315" y="10774"/>
                  </a:lnTo>
                  <a:lnTo>
                    <a:pt x="12049" y="10349"/>
                  </a:lnTo>
                  <a:lnTo>
                    <a:pt x="12705" y="9847"/>
                  </a:lnTo>
                  <a:lnTo>
                    <a:pt x="13362" y="9306"/>
                  </a:lnTo>
                  <a:lnTo>
                    <a:pt x="13941" y="8689"/>
                  </a:lnTo>
                  <a:lnTo>
                    <a:pt x="14481" y="8032"/>
                  </a:lnTo>
                  <a:lnTo>
                    <a:pt x="14713" y="7685"/>
                  </a:lnTo>
                  <a:lnTo>
                    <a:pt x="14906" y="7298"/>
                  </a:lnTo>
                  <a:lnTo>
                    <a:pt x="15099" y="6951"/>
                  </a:lnTo>
                  <a:lnTo>
                    <a:pt x="15254" y="6565"/>
                  </a:lnTo>
                  <a:lnTo>
                    <a:pt x="15408" y="6179"/>
                  </a:lnTo>
                  <a:lnTo>
                    <a:pt x="15524" y="5754"/>
                  </a:lnTo>
                  <a:lnTo>
                    <a:pt x="15601" y="6256"/>
                  </a:lnTo>
                  <a:lnTo>
                    <a:pt x="15756" y="6719"/>
                  </a:lnTo>
                  <a:lnTo>
                    <a:pt x="15987" y="7144"/>
                  </a:lnTo>
                  <a:lnTo>
                    <a:pt x="16258" y="7569"/>
                  </a:lnTo>
                  <a:lnTo>
                    <a:pt x="16374" y="7762"/>
                  </a:lnTo>
                  <a:lnTo>
                    <a:pt x="16567" y="7916"/>
                  </a:lnTo>
                  <a:lnTo>
                    <a:pt x="16760" y="8071"/>
                  </a:lnTo>
                  <a:lnTo>
                    <a:pt x="16953" y="8187"/>
                  </a:lnTo>
                  <a:lnTo>
                    <a:pt x="17146" y="8264"/>
                  </a:lnTo>
                  <a:lnTo>
                    <a:pt x="17378" y="8264"/>
                  </a:lnTo>
                  <a:lnTo>
                    <a:pt x="17571" y="8187"/>
                  </a:lnTo>
                  <a:lnTo>
                    <a:pt x="17802" y="8032"/>
                  </a:lnTo>
                  <a:lnTo>
                    <a:pt x="17918" y="7878"/>
                  </a:lnTo>
                  <a:lnTo>
                    <a:pt x="17995" y="7685"/>
                  </a:lnTo>
                  <a:lnTo>
                    <a:pt x="18034" y="7453"/>
                  </a:lnTo>
                  <a:lnTo>
                    <a:pt x="18034" y="7260"/>
                  </a:lnTo>
                  <a:lnTo>
                    <a:pt x="17995" y="7028"/>
                  </a:lnTo>
                  <a:lnTo>
                    <a:pt x="17918" y="6835"/>
                  </a:lnTo>
                  <a:lnTo>
                    <a:pt x="17841" y="6642"/>
                  </a:lnTo>
                  <a:lnTo>
                    <a:pt x="17725" y="6449"/>
                  </a:lnTo>
                  <a:lnTo>
                    <a:pt x="17571" y="6256"/>
                  </a:lnTo>
                  <a:lnTo>
                    <a:pt x="17416" y="6063"/>
                  </a:lnTo>
                  <a:lnTo>
                    <a:pt x="17030" y="5715"/>
                  </a:lnTo>
                  <a:lnTo>
                    <a:pt x="16567" y="5445"/>
                  </a:lnTo>
                  <a:lnTo>
                    <a:pt x="16103" y="5252"/>
                  </a:lnTo>
                  <a:lnTo>
                    <a:pt x="16605" y="5175"/>
                  </a:lnTo>
                  <a:lnTo>
                    <a:pt x="17030" y="4982"/>
                  </a:lnTo>
                  <a:lnTo>
                    <a:pt x="17455" y="4750"/>
                  </a:lnTo>
                  <a:lnTo>
                    <a:pt x="17841" y="4441"/>
                  </a:lnTo>
                  <a:lnTo>
                    <a:pt x="17995" y="4248"/>
                  </a:lnTo>
                  <a:lnTo>
                    <a:pt x="18150" y="4055"/>
                  </a:lnTo>
                  <a:lnTo>
                    <a:pt x="18266" y="3823"/>
                  </a:lnTo>
                  <a:lnTo>
                    <a:pt x="18343" y="3553"/>
                  </a:lnTo>
                  <a:lnTo>
                    <a:pt x="18382" y="3321"/>
                  </a:lnTo>
                  <a:lnTo>
                    <a:pt x="18343" y="3089"/>
                  </a:lnTo>
                  <a:lnTo>
                    <a:pt x="18227" y="2858"/>
                  </a:lnTo>
                  <a:lnTo>
                    <a:pt x="18150" y="2781"/>
                  </a:lnTo>
                  <a:lnTo>
                    <a:pt x="18034" y="2703"/>
                  </a:lnTo>
                  <a:lnTo>
                    <a:pt x="17841" y="2587"/>
                  </a:lnTo>
                  <a:lnTo>
                    <a:pt x="17609" y="2549"/>
                  </a:lnTo>
                  <a:lnTo>
                    <a:pt x="17416" y="2549"/>
                  </a:lnTo>
                  <a:lnTo>
                    <a:pt x="17185" y="2587"/>
                  </a:lnTo>
                  <a:lnTo>
                    <a:pt x="16953" y="2703"/>
                  </a:lnTo>
                  <a:lnTo>
                    <a:pt x="16760" y="2781"/>
                  </a:lnTo>
                  <a:lnTo>
                    <a:pt x="16567" y="2935"/>
                  </a:lnTo>
                  <a:lnTo>
                    <a:pt x="16412" y="3089"/>
                  </a:lnTo>
                  <a:lnTo>
                    <a:pt x="16258" y="3282"/>
                  </a:lnTo>
                  <a:lnTo>
                    <a:pt x="16103" y="3476"/>
                  </a:lnTo>
                  <a:lnTo>
                    <a:pt x="15872" y="3978"/>
                  </a:lnTo>
                  <a:lnTo>
                    <a:pt x="15717" y="4480"/>
                  </a:lnTo>
                  <a:lnTo>
                    <a:pt x="15640" y="4982"/>
                  </a:lnTo>
                  <a:lnTo>
                    <a:pt x="15601" y="4982"/>
                  </a:lnTo>
                  <a:lnTo>
                    <a:pt x="15563" y="5020"/>
                  </a:lnTo>
                  <a:lnTo>
                    <a:pt x="15524" y="5020"/>
                  </a:lnTo>
                  <a:lnTo>
                    <a:pt x="15099" y="4788"/>
                  </a:lnTo>
                  <a:lnTo>
                    <a:pt x="14675" y="4634"/>
                  </a:lnTo>
                  <a:lnTo>
                    <a:pt x="14211" y="4518"/>
                  </a:lnTo>
                  <a:lnTo>
                    <a:pt x="13748" y="4518"/>
                  </a:lnTo>
                  <a:lnTo>
                    <a:pt x="13362" y="4595"/>
                  </a:lnTo>
                  <a:lnTo>
                    <a:pt x="13169" y="4634"/>
                  </a:lnTo>
                  <a:lnTo>
                    <a:pt x="12975" y="4711"/>
                  </a:lnTo>
                  <a:lnTo>
                    <a:pt x="12782" y="4788"/>
                  </a:lnTo>
                  <a:lnTo>
                    <a:pt x="12628" y="4943"/>
                  </a:lnTo>
                  <a:lnTo>
                    <a:pt x="12512" y="5097"/>
                  </a:lnTo>
                  <a:lnTo>
                    <a:pt x="12435" y="5252"/>
                  </a:lnTo>
                  <a:lnTo>
                    <a:pt x="12396" y="5445"/>
                  </a:lnTo>
                  <a:lnTo>
                    <a:pt x="12473" y="5638"/>
                  </a:lnTo>
                  <a:lnTo>
                    <a:pt x="12551" y="5792"/>
                  </a:lnTo>
                  <a:lnTo>
                    <a:pt x="12705" y="5908"/>
                  </a:lnTo>
                  <a:lnTo>
                    <a:pt x="12860" y="5986"/>
                  </a:lnTo>
                  <a:lnTo>
                    <a:pt x="13053" y="6063"/>
                  </a:lnTo>
                  <a:lnTo>
                    <a:pt x="13439" y="6140"/>
                  </a:lnTo>
                  <a:lnTo>
                    <a:pt x="13786" y="6140"/>
                  </a:lnTo>
                  <a:lnTo>
                    <a:pt x="14134" y="6101"/>
                  </a:lnTo>
                  <a:lnTo>
                    <a:pt x="14481" y="5986"/>
                  </a:lnTo>
                  <a:lnTo>
                    <a:pt x="14790" y="5870"/>
                  </a:lnTo>
                  <a:lnTo>
                    <a:pt x="14481" y="6256"/>
                  </a:lnTo>
                  <a:lnTo>
                    <a:pt x="14095" y="6565"/>
                  </a:lnTo>
                  <a:lnTo>
                    <a:pt x="13902" y="6719"/>
                  </a:lnTo>
                  <a:lnTo>
                    <a:pt x="13671" y="6835"/>
                  </a:lnTo>
                  <a:lnTo>
                    <a:pt x="13439" y="6951"/>
                  </a:lnTo>
                  <a:lnTo>
                    <a:pt x="13207" y="7028"/>
                  </a:lnTo>
                  <a:lnTo>
                    <a:pt x="12821" y="7067"/>
                  </a:lnTo>
                  <a:lnTo>
                    <a:pt x="12435" y="7067"/>
                  </a:lnTo>
                  <a:lnTo>
                    <a:pt x="12087" y="6990"/>
                  </a:lnTo>
                  <a:lnTo>
                    <a:pt x="11778" y="6874"/>
                  </a:lnTo>
                  <a:lnTo>
                    <a:pt x="11470" y="6681"/>
                  </a:lnTo>
                  <a:lnTo>
                    <a:pt x="11199" y="6410"/>
                  </a:lnTo>
                  <a:lnTo>
                    <a:pt x="10968" y="6140"/>
                  </a:lnTo>
                  <a:lnTo>
                    <a:pt x="10774" y="5792"/>
                  </a:lnTo>
                  <a:lnTo>
                    <a:pt x="10504" y="5329"/>
                  </a:lnTo>
                  <a:lnTo>
                    <a:pt x="10311" y="4827"/>
                  </a:lnTo>
                  <a:lnTo>
                    <a:pt x="9886" y="3862"/>
                  </a:lnTo>
                  <a:lnTo>
                    <a:pt x="9655" y="3398"/>
                  </a:lnTo>
                  <a:lnTo>
                    <a:pt x="9423" y="2935"/>
                  </a:lnTo>
                  <a:lnTo>
                    <a:pt x="9153" y="2472"/>
                  </a:lnTo>
                  <a:lnTo>
                    <a:pt x="8844" y="2047"/>
                  </a:lnTo>
                  <a:lnTo>
                    <a:pt x="8380" y="1545"/>
                  </a:lnTo>
                  <a:lnTo>
                    <a:pt x="7917" y="1159"/>
                  </a:lnTo>
                  <a:lnTo>
                    <a:pt x="7415" y="811"/>
                  </a:lnTo>
                  <a:lnTo>
                    <a:pt x="6874" y="502"/>
                  </a:lnTo>
                  <a:lnTo>
                    <a:pt x="6295" y="271"/>
                  </a:lnTo>
                  <a:lnTo>
                    <a:pt x="5716" y="116"/>
                  </a:lnTo>
                  <a:lnTo>
                    <a:pt x="5137" y="39"/>
                  </a:lnTo>
                  <a:lnTo>
                    <a:pt x="451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2" name="Google Shape;3972;p17"/>
            <p:cNvSpPr/>
            <p:nvPr/>
          </p:nvSpPr>
          <p:spPr>
            <a:xfrm>
              <a:off x="2769325" y="3423675"/>
              <a:ext cx="144825" cy="164125"/>
            </a:xfrm>
            <a:custGeom>
              <a:avLst/>
              <a:gdLst/>
              <a:ahLst/>
              <a:cxnLst/>
              <a:rect l="l" t="t" r="r" b="b"/>
              <a:pathLst>
                <a:path w="5793" h="6565" extrusionOk="0">
                  <a:moveTo>
                    <a:pt x="2858" y="463"/>
                  </a:moveTo>
                  <a:lnTo>
                    <a:pt x="3360" y="618"/>
                  </a:lnTo>
                  <a:lnTo>
                    <a:pt x="3823" y="811"/>
                  </a:lnTo>
                  <a:lnTo>
                    <a:pt x="4248" y="1081"/>
                  </a:lnTo>
                  <a:lnTo>
                    <a:pt x="4634" y="1429"/>
                  </a:lnTo>
                  <a:lnTo>
                    <a:pt x="4943" y="1854"/>
                  </a:lnTo>
                  <a:lnTo>
                    <a:pt x="5059" y="2047"/>
                  </a:lnTo>
                  <a:lnTo>
                    <a:pt x="5175" y="2278"/>
                  </a:lnTo>
                  <a:lnTo>
                    <a:pt x="5252" y="2510"/>
                  </a:lnTo>
                  <a:lnTo>
                    <a:pt x="5290" y="2780"/>
                  </a:lnTo>
                  <a:lnTo>
                    <a:pt x="5329" y="3051"/>
                  </a:lnTo>
                  <a:lnTo>
                    <a:pt x="5329" y="3321"/>
                  </a:lnTo>
                  <a:lnTo>
                    <a:pt x="5290" y="3784"/>
                  </a:lnTo>
                  <a:lnTo>
                    <a:pt x="5175" y="4248"/>
                  </a:lnTo>
                  <a:lnTo>
                    <a:pt x="4981" y="4711"/>
                  </a:lnTo>
                  <a:lnTo>
                    <a:pt x="4711" y="5097"/>
                  </a:lnTo>
                  <a:lnTo>
                    <a:pt x="4364" y="5445"/>
                  </a:lnTo>
                  <a:lnTo>
                    <a:pt x="4016" y="5715"/>
                  </a:lnTo>
                  <a:lnTo>
                    <a:pt x="3784" y="5831"/>
                  </a:lnTo>
                  <a:lnTo>
                    <a:pt x="3553" y="5947"/>
                  </a:lnTo>
                  <a:lnTo>
                    <a:pt x="3321" y="6024"/>
                  </a:lnTo>
                  <a:lnTo>
                    <a:pt x="3089" y="6063"/>
                  </a:lnTo>
                  <a:lnTo>
                    <a:pt x="2780" y="6101"/>
                  </a:lnTo>
                  <a:lnTo>
                    <a:pt x="2510" y="6101"/>
                  </a:lnTo>
                  <a:lnTo>
                    <a:pt x="2201" y="6063"/>
                  </a:lnTo>
                  <a:lnTo>
                    <a:pt x="1970" y="5985"/>
                  </a:lnTo>
                  <a:lnTo>
                    <a:pt x="1738" y="5870"/>
                  </a:lnTo>
                  <a:lnTo>
                    <a:pt x="1506" y="5754"/>
                  </a:lnTo>
                  <a:lnTo>
                    <a:pt x="1313" y="5599"/>
                  </a:lnTo>
                  <a:lnTo>
                    <a:pt x="1159" y="5445"/>
                  </a:lnTo>
                  <a:lnTo>
                    <a:pt x="1004" y="5252"/>
                  </a:lnTo>
                  <a:lnTo>
                    <a:pt x="850" y="5020"/>
                  </a:lnTo>
                  <a:lnTo>
                    <a:pt x="734" y="4788"/>
                  </a:lnTo>
                  <a:lnTo>
                    <a:pt x="618" y="4557"/>
                  </a:lnTo>
                  <a:lnTo>
                    <a:pt x="502" y="4055"/>
                  </a:lnTo>
                  <a:lnTo>
                    <a:pt x="425" y="3514"/>
                  </a:lnTo>
                  <a:lnTo>
                    <a:pt x="464" y="2973"/>
                  </a:lnTo>
                  <a:lnTo>
                    <a:pt x="541" y="2433"/>
                  </a:lnTo>
                  <a:lnTo>
                    <a:pt x="734" y="1931"/>
                  </a:lnTo>
                  <a:lnTo>
                    <a:pt x="850" y="1699"/>
                  </a:lnTo>
                  <a:lnTo>
                    <a:pt x="966" y="1506"/>
                  </a:lnTo>
                  <a:lnTo>
                    <a:pt x="1120" y="1274"/>
                  </a:lnTo>
                  <a:lnTo>
                    <a:pt x="1313" y="1120"/>
                  </a:lnTo>
                  <a:lnTo>
                    <a:pt x="1506" y="927"/>
                  </a:lnTo>
                  <a:lnTo>
                    <a:pt x="1738" y="811"/>
                  </a:lnTo>
                  <a:lnTo>
                    <a:pt x="1970" y="695"/>
                  </a:lnTo>
                  <a:lnTo>
                    <a:pt x="2201" y="579"/>
                  </a:lnTo>
                  <a:lnTo>
                    <a:pt x="2472" y="541"/>
                  </a:lnTo>
                  <a:lnTo>
                    <a:pt x="2780" y="502"/>
                  </a:lnTo>
                  <a:lnTo>
                    <a:pt x="2819" y="502"/>
                  </a:lnTo>
                  <a:lnTo>
                    <a:pt x="2858" y="463"/>
                  </a:lnTo>
                  <a:close/>
                  <a:moveTo>
                    <a:pt x="2665" y="0"/>
                  </a:moveTo>
                  <a:lnTo>
                    <a:pt x="2587" y="39"/>
                  </a:lnTo>
                  <a:lnTo>
                    <a:pt x="2510" y="77"/>
                  </a:lnTo>
                  <a:lnTo>
                    <a:pt x="2472" y="155"/>
                  </a:lnTo>
                  <a:lnTo>
                    <a:pt x="2433" y="232"/>
                  </a:lnTo>
                  <a:lnTo>
                    <a:pt x="2163" y="270"/>
                  </a:lnTo>
                  <a:lnTo>
                    <a:pt x="1854" y="309"/>
                  </a:lnTo>
                  <a:lnTo>
                    <a:pt x="1622" y="386"/>
                  </a:lnTo>
                  <a:lnTo>
                    <a:pt x="1390" y="502"/>
                  </a:lnTo>
                  <a:lnTo>
                    <a:pt x="1159" y="657"/>
                  </a:lnTo>
                  <a:lnTo>
                    <a:pt x="966" y="850"/>
                  </a:lnTo>
                  <a:lnTo>
                    <a:pt x="772" y="1043"/>
                  </a:lnTo>
                  <a:lnTo>
                    <a:pt x="618" y="1236"/>
                  </a:lnTo>
                  <a:lnTo>
                    <a:pt x="464" y="1506"/>
                  </a:lnTo>
                  <a:lnTo>
                    <a:pt x="348" y="1738"/>
                  </a:lnTo>
                  <a:lnTo>
                    <a:pt x="155" y="2278"/>
                  </a:lnTo>
                  <a:lnTo>
                    <a:pt x="39" y="2858"/>
                  </a:lnTo>
                  <a:lnTo>
                    <a:pt x="0" y="3398"/>
                  </a:lnTo>
                  <a:lnTo>
                    <a:pt x="39" y="4055"/>
                  </a:lnTo>
                  <a:lnTo>
                    <a:pt x="116" y="4364"/>
                  </a:lnTo>
                  <a:lnTo>
                    <a:pt x="193" y="4672"/>
                  </a:lnTo>
                  <a:lnTo>
                    <a:pt x="309" y="4943"/>
                  </a:lnTo>
                  <a:lnTo>
                    <a:pt x="425" y="5213"/>
                  </a:lnTo>
                  <a:lnTo>
                    <a:pt x="579" y="5445"/>
                  </a:lnTo>
                  <a:lnTo>
                    <a:pt x="734" y="5676"/>
                  </a:lnTo>
                  <a:lnTo>
                    <a:pt x="927" y="5870"/>
                  </a:lnTo>
                  <a:lnTo>
                    <a:pt x="1120" y="6063"/>
                  </a:lnTo>
                  <a:lnTo>
                    <a:pt x="1390" y="6217"/>
                  </a:lnTo>
                  <a:lnTo>
                    <a:pt x="1622" y="6372"/>
                  </a:lnTo>
                  <a:lnTo>
                    <a:pt x="1892" y="6449"/>
                  </a:lnTo>
                  <a:lnTo>
                    <a:pt x="2201" y="6526"/>
                  </a:lnTo>
                  <a:lnTo>
                    <a:pt x="2549" y="6565"/>
                  </a:lnTo>
                  <a:lnTo>
                    <a:pt x="2896" y="6565"/>
                  </a:lnTo>
                  <a:lnTo>
                    <a:pt x="3205" y="6526"/>
                  </a:lnTo>
                  <a:lnTo>
                    <a:pt x="3476" y="6449"/>
                  </a:lnTo>
                  <a:lnTo>
                    <a:pt x="3784" y="6333"/>
                  </a:lnTo>
                  <a:lnTo>
                    <a:pt x="4055" y="6217"/>
                  </a:lnTo>
                  <a:lnTo>
                    <a:pt x="4325" y="6063"/>
                  </a:lnTo>
                  <a:lnTo>
                    <a:pt x="4557" y="5908"/>
                  </a:lnTo>
                  <a:lnTo>
                    <a:pt x="4788" y="5715"/>
                  </a:lnTo>
                  <a:lnTo>
                    <a:pt x="4981" y="5483"/>
                  </a:lnTo>
                  <a:lnTo>
                    <a:pt x="5175" y="5252"/>
                  </a:lnTo>
                  <a:lnTo>
                    <a:pt x="5329" y="4981"/>
                  </a:lnTo>
                  <a:lnTo>
                    <a:pt x="5483" y="4750"/>
                  </a:lnTo>
                  <a:lnTo>
                    <a:pt x="5599" y="4441"/>
                  </a:lnTo>
                  <a:lnTo>
                    <a:pt x="5677" y="4170"/>
                  </a:lnTo>
                  <a:lnTo>
                    <a:pt x="5754" y="3862"/>
                  </a:lnTo>
                  <a:lnTo>
                    <a:pt x="5792" y="3553"/>
                  </a:lnTo>
                  <a:lnTo>
                    <a:pt x="5792" y="3244"/>
                  </a:lnTo>
                  <a:lnTo>
                    <a:pt x="5792" y="2935"/>
                  </a:lnTo>
                  <a:lnTo>
                    <a:pt x="5715" y="2626"/>
                  </a:lnTo>
                  <a:lnTo>
                    <a:pt x="5638" y="2317"/>
                  </a:lnTo>
                  <a:lnTo>
                    <a:pt x="5561" y="2047"/>
                  </a:lnTo>
                  <a:lnTo>
                    <a:pt x="5406" y="1776"/>
                  </a:lnTo>
                  <a:lnTo>
                    <a:pt x="5252" y="1506"/>
                  </a:lnTo>
                  <a:lnTo>
                    <a:pt x="5059" y="1274"/>
                  </a:lnTo>
                  <a:lnTo>
                    <a:pt x="4866" y="1043"/>
                  </a:lnTo>
                  <a:lnTo>
                    <a:pt x="4634" y="811"/>
                  </a:lnTo>
                  <a:lnTo>
                    <a:pt x="4402" y="618"/>
                  </a:lnTo>
                  <a:lnTo>
                    <a:pt x="4132" y="463"/>
                  </a:lnTo>
                  <a:lnTo>
                    <a:pt x="3862" y="309"/>
                  </a:lnTo>
                  <a:lnTo>
                    <a:pt x="3591" y="193"/>
                  </a:lnTo>
                  <a:lnTo>
                    <a:pt x="3282" y="116"/>
                  </a:lnTo>
                  <a:lnTo>
                    <a:pt x="2974" y="39"/>
                  </a:lnTo>
                  <a:lnTo>
                    <a:pt x="266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3" name="Google Shape;3973;p17"/>
            <p:cNvSpPr/>
            <p:nvPr/>
          </p:nvSpPr>
          <p:spPr>
            <a:xfrm>
              <a:off x="3889150" y="344490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6" y="1005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8"/>
                  </a:lnTo>
                  <a:lnTo>
                    <a:pt x="8573" y="3708"/>
                  </a:lnTo>
                  <a:lnTo>
                    <a:pt x="7723" y="3823"/>
                  </a:lnTo>
                  <a:lnTo>
                    <a:pt x="6874" y="3901"/>
                  </a:lnTo>
                  <a:lnTo>
                    <a:pt x="6410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5"/>
                  </a:lnTo>
                  <a:lnTo>
                    <a:pt x="2588" y="3708"/>
                  </a:lnTo>
                  <a:lnTo>
                    <a:pt x="2510" y="3862"/>
                  </a:lnTo>
                  <a:lnTo>
                    <a:pt x="2433" y="4017"/>
                  </a:lnTo>
                  <a:lnTo>
                    <a:pt x="2317" y="4132"/>
                  </a:lnTo>
                  <a:lnTo>
                    <a:pt x="2124" y="4210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7" y="4017"/>
                  </a:lnTo>
                  <a:lnTo>
                    <a:pt x="502" y="3515"/>
                  </a:lnTo>
                  <a:lnTo>
                    <a:pt x="657" y="3013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6" y="1738"/>
                  </a:lnTo>
                  <a:lnTo>
                    <a:pt x="1893" y="1429"/>
                  </a:lnTo>
                  <a:lnTo>
                    <a:pt x="2317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4" y="5986"/>
                  </a:lnTo>
                  <a:lnTo>
                    <a:pt x="11430" y="6140"/>
                  </a:lnTo>
                  <a:lnTo>
                    <a:pt x="11353" y="6218"/>
                  </a:lnTo>
                  <a:lnTo>
                    <a:pt x="11237" y="6256"/>
                  </a:lnTo>
                  <a:lnTo>
                    <a:pt x="11083" y="6295"/>
                  </a:lnTo>
                  <a:lnTo>
                    <a:pt x="10928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20" y="5523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1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2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8" y="2009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69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9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2" y="3630"/>
                  </a:lnTo>
                  <a:lnTo>
                    <a:pt x="3012" y="2974"/>
                  </a:lnTo>
                  <a:lnTo>
                    <a:pt x="3128" y="773"/>
                  </a:lnTo>
                  <a:lnTo>
                    <a:pt x="3514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0" y="1661"/>
                  </a:lnTo>
                  <a:lnTo>
                    <a:pt x="5059" y="2704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3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70" y="4325"/>
                  </a:lnTo>
                  <a:lnTo>
                    <a:pt x="6217" y="4325"/>
                  </a:lnTo>
                  <a:lnTo>
                    <a:pt x="6565" y="4287"/>
                  </a:lnTo>
                  <a:lnTo>
                    <a:pt x="7608" y="4210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1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3" y="5754"/>
                  </a:lnTo>
                  <a:lnTo>
                    <a:pt x="10233" y="5909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6"/>
                  </a:lnTo>
                  <a:lnTo>
                    <a:pt x="11739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3"/>
                  </a:lnTo>
                  <a:lnTo>
                    <a:pt x="12396" y="7222"/>
                  </a:lnTo>
                  <a:lnTo>
                    <a:pt x="12473" y="7569"/>
                  </a:lnTo>
                  <a:lnTo>
                    <a:pt x="12550" y="7917"/>
                  </a:lnTo>
                  <a:lnTo>
                    <a:pt x="12550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4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5" y="9654"/>
                  </a:lnTo>
                  <a:lnTo>
                    <a:pt x="12821" y="9616"/>
                  </a:lnTo>
                  <a:lnTo>
                    <a:pt x="12936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724"/>
                  </a:lnTo>
                  <a:lnTo>
                    <a:pt x="12936" y="7183"/>
                  </a:lnTo>
                  <a:lnTo>
                    <a:pt x="12743" y="6681"/>
                  </a:lnTo>
                  <a:lnTo>
                    <a:pt x="12434" y="6218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29" y="3515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4" y="1931"/>
                  </a:lnTo>
                  <a:lnTo>
                    <a:pt x="8225" y="1584"/>
                  </a:lnTo>
                  <a:lnTo>
                    <a:pt x="7839" y="1275"/>
                  </a:lnTo>
                  <a:lnTo>
                    <a:pt x="7453" y="1005"/>
                  </a:lnTo>
                  <a:lnTo>
                    <a:pt x="7067" y="734"/>
                  </a:lnTo>
                  <a:lnTo>
                    <a:pt x="6642" y="503"/>
                  </a:lnTo>
                  <a:lnTo>
                    <a:pt x="6179" y="348"/>
                  </a:lnTo>
                  <a:lnTo>
                    <a:pt x="5715" y="194"/>
                  </a:lnTo>
                  <a:lnTo>
                    <a:pt x="5291" y="78"/>
                  </a:lnTo>
                  <a:lnTo>
                    <a:pt x="4827" y="39"/>
                  </a:lnTo>
                  <a:lnTo>
                    <a:pt x="44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4" name="Google Shape;3974;p17"/>
            <p:cNvSpPr/>
            <p:nvPr/>
          </p:nvSpPr>
          <p:spPr>
            <a:xfrm>
              <a:off x="4428800" y="3447800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0" y="2317"/>
                  </a:lnTo>
                  <a:lnTo>
                    <a:pt x="6449" y="3901"/>
                  </a:lnTo>
                  <a:lnTo>
                    <a:pt x="6526" y="6990"/>
                  </a:lnTo>
                  <a:lnTo>
                    <a:pt x="3514" y="6758"/>
                  </a:lnTo>
                  <a:lnTo>
                    <a:pt x="2008" y="6642"/>
                  </a:lnTo>
                  <a:lnTo>
                    <a:pt x="502" y="6604"/>
                  </a:lnTo>
                  <a:lnTo>
                    <a:pt x="1352" y="5986"/>
                  </a:lnTo>
                  <a:lnTo>
                    <a:pt x="2201" y="5291"/>
                  </a:lnTo>
                  <a:lnTo>
                    <a:pt x="2973" y="4557"/>
                  </a:lnTo>
                  <a:lnTo>
                    <a:pt x="3707" y="3823"/>
                  </a:lnTo>
                  <a:lnTo>
                    <a:pt x="4441" y="3090"/>
                  </a:lnTo>
                  <a:lnTo>
                    <a:pt x="5136" y="2356"/>
                  </a:lnTo>
                  <a:lnTo>
                    <a:pt x="5792" y="1584"/>
                  </a:lnTo>
                  <a:lnTo>
                    <a:pt x="6449" y="773"/>
                  </a:lnTo>
                  <a:close/>
                  <a:moveTo>
                    <a:pt x="6719" y="0"/>
                  </a:moveTo>
                  <a:lnTo>
                    <a:pt x="6642" y="39"/>
                  </a:lnTo>
                  <a:lnTo>
                    <a:pt x="6565" y="39"/>
                  </a:lnTo>
                  <a:lnTo>
                    <a:pt x="6487" y="116"/>
                  </a:lnTo>
                  <a:lnTo>
                    <a:pt x="4981" y="1854"/>
                  </a:lnTo>
                  <a:lnTo>
                    <a:pt x="4209" y="2703"/>
                  </a:lnTo>
                  <a:lnTo>
                    <a:pt x="3437" y="3514"/>
                  </a:lnTo>
                  <a:lnTo>
                    <a:pt x="2587" y="4287"/>
                  </a:lnTo>
                  <a:lnTo>
                    <a:pt x="1738" y="5059"/>
                  </a:lnTo>
                  <a:lnTo>
                    <a:pt x="888" y="5793"/>
                  </a:lnTo>
                  <a:lnTo>
                    <a:pt x="39" y="6604"/>
                  </a:lnTo>
                  <a:lnTo>
                    <a:pt x="0" y="6642"/>
                  </a:lnTo>
                  <a:lnTo>
                    <a:pt x="0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0" y="6912"/>
                  </a:lnTo>
                  <a:lnTo>
                    <a:pt x="39" y="6990"/>
                  </a:lnTo>
                  <a:lnTo>
                    <a:pt x="116" y="7144"/>
                  </a:lnTo>
                  <a:lnTo>
                    <a:pt x="386" y="6990"/>
                  </a:lnTo>
                  <a:lnTo>
                    <a:pt x="1892" y="7144"/>
                  </a:lnTo>
                  <a:lnTo>
                    <a:pt x="3437" y="7299"/>
                  </a:lnTo>
                  <a:lnTo>
                    <a:pt x="6526" y="7453"/>
                  </a:lnTo>
                  <a:lnTo>
                    <a:pt x="6565" y="9307"/>
                  </a:lnTo>
                  <a:lnTo>
                    <a:pt x="6526" y="12627"/>
                  </a:lnTo>
                  <a:lnTo>
                    <a:pt x="6951" y="12627"/>
                  </a:lnTo>
                  <a:lnTo>
                    <a:pt x="6989" y="9461"/>
                  </a:lnTo>
                  <a:lnTo>
                    <a:pt x="6989" y="7492"/>
                  </a:lnTo>
                  <a:lnTo>
                    <a:pt x="8650" y="7569"/>
                  </a:lnTo>
                  <a:lnTo>
                    <a:pt x="10310" y="7646"/>
                  </a:lnTo>
                  <a:lnTo>
                    <a:pt x="10310" y="7183"/>
                  </a:lnTo>
                  <a:lnTo>
                    <a:pt x="8650" y="7106"/>
                  </a:lnTo>
                  <a:lnTo>
                    <a:pt x="6989" y="7028"/>
                  </a:lnTo>
                  <a:lnTo>
                    <a:pt x="7028" y="5368"/>
                  </a:lnTo>
                  <a:lnTo>
                    <a:pt x="6989" y="3707"/>
                  </a:lnTo>
                  <a:lnTo>
                    <a:pt x="6951" y="2047"/>
                  </a:lnTo>
                  <a:lnTo>
                    <a:pt x="6796" y="387"/>
                  </a:lnTo>
                  <a:lnTo>
                    <a:pt x="6989" y="194"/>
                  </a:lnTo>
                  <a:lnTo>
                    <a:pt x="6835" y="39"/>
                  </a:lnTo>
                  <a:lnTo>
                    <a:pt x="679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5" name="Google Shape;3975;p17"/>
            <p:cNvSpPr/>
            <p:nvPr/>
          </p:nvSpPr>
          <p:spPr>
            <a:xfrm>
              <a:off x="4598700" y="3452625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4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7" y="7492"/>
                  </a:lnTo>
                  <a:lnTo>
                    <a:pt x="6372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60" y="12087"/>
                  </a:lnTo>
                  <a:lnTo>
                    <a:pt x="1584" y="14983"/>
                  </a:lnTo>
                  <a:lnTo>
                    <a:pt x="773" y="16450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49"/>
                  </a:lnTo>
                  <a:lnTo>
                    <a:pt x="1159" y="16759"/>
                  </a:lnTo>
                  <a:lnTo>
                    <a:pt x="1970" y="15369"/>
                  </a:lnTo>
                  <a:lnTo>
                    <a:pt x="2781" y="13979"/>
                  </a:lnTo>
                  <a:lnTo>
                    <a:pt x="3592" y="12589"/>
                  </a:lnTo>
                  <a:lnTo>
                    <a:pt x="4441" y="11199"/>
                  </a:lnTo>
                  <a:lnTo>
                    <a:pt x="5291" y="9809"/>
                  </a:lnTo>
                  <a:lnTo>
                    <a:pt x="5715" y="9191"/>
                  </a:lnTo>
                  <a:lnTo>
                    <a:pt x="6179" y="8612"/>
                  </a:lnTo>
                  <a:lnTo>
                    <a:pt x="6603" y="8032"/>
                  </a:lnTo>
                  <a:lnTo>
                    <a:pt x="6990" y="7453"/>
                  </a:lnTo>
                  <a:lnTo>
                    <a:pt x="6990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90" y="7067"/>
                  </a:lnTo>
                  <a:lnTo>
                    <a:pt x="6874" y="7028"/>
                  </a:lnTo>
                  <a:lnTo>
                    <a:pt x="6835" y="7028"/>
                  </a:lnTo>
                  <a:lnTo>
                    <a:pt x="6102" y="6102"/>
                  </a:lnTo>
                  <a:lnTo>
                    <a:pt x="5291" y="5175"/>
                  </a:lnTo>
                  <a:lnTo>
                    <a:pt x="3669" y="3437"/>
                  </a:lnTo>
                  <a:lnTo>
                    <a:pt x="1970" y="1700"/>
                  </a:lnTo>
                  <a:lnTo>
                    <a:pt x="1082" y="811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6" name="Google Shape;3976;p17"/>
            <p:cNvSpPr/>
            <p:nvPr/>
          </p:nvSpPr>
          <p:spPr>
            <a:xfrm>
              <a:off x="3921000" y="345842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4" y="7298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59" y="7569"/>
                  </a:lnTo>
                  <a:lnTo>
                    <a:pt x="9152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59" y="10040"/>
                  </a:lnTo>
                  <a:lnTo>
                    <a:pt x="8689" y="10117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40" y="10079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7"/>
                  </a:lnTo>
                  <a:lnTo>
                    <a:pt x="7029" y="9345"/>
                  </a:lnTo>
                  <a:lnTo>
                    <a:pt x="6951" y="9075"/>
                  </a:lnTo>
                  <a:lnTo>
                    <a:pt x="6913" y="8804"/>
                  </a:lnTo>
                  <a:lnTo>
                    <a:pt x="6951" y="8534"/>
                  </a:lnTo>
                  <a:lnTo>
                    <a:pt x="7029" y="8264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8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5" y="8457"/>
                  </a:lnTo>
                  <a:lnTo>
                    <a:pt x="2974" y="8611"/>
                  </a:lnTo>
                  <a:lnTo>
                    <a:pt x="3051" y="8766"/>
                  </a:lnTo>
                  <a:lnTo>
                    <a:pt x="1545" y="8727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5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7"/>
                  </a:lnTo>
                  <a:lnTo>
                    <a:pt x="6990" y="10079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6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2"/>
                  </a:lnTo>
                  <a:lnTo>
                    <a:pt x="10156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6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0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8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4" y="7337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49" y="8534"/>
                  </a:lnTo>
                  <a:lnTo>
                    <a:pt x="6449" y="8843"/>
                  </a:lnTo>
                  <a:lnTo>
                    <a:pt x="5716" y="8804"/>
                  </a:lnTo>
                  <a:lnTo>
                    <a:pt x="4943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7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80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5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7" name="Google Shape;3977;p17"/>
            <p:cNvSpPr/>
            <p:nvPr/>
          </p:nvSpPr>
          <p:spPr>
            <a:xfrm>
              <a:off x="1220850" y="3492200"/>
              <a:ext cx="274200" cy="516500"/>
            </a:xfrm>
            <a:custGeom>
              <a:avLst/>
              <a:gdLst/>
              <a:ahLst/>
              <a:cxnLst/>
              <a:rect l="l" t="t" r="r" b="b"/>
              <a:pathLst>
                <a:path w="10968" h="20660" extrusionOk="0">
                  <a:moveTo>
                    <a:pt x="1468" y="657"/>
                  </a:moveTo>
                  <a:lnTo>
                    <a:pt x="2086" y="1005"/>
                  </a:lnTo>
                  <a:lnTo>
                    <a:pt x="2665" y="1391"/>
                  </a:lnTo>
                  <a:lnTo>
                    <a:pt x="3052" y="1661"/>
                  </a:lnTo>
                  <a:lnTo>
                    <a:pt x="3438" y="1970"/>
                  </a:lnTo>
                  <a:lnTo>
                    <a:pt x="3592" y="2125"/>
                  </a:lnTo>
                  <a:lnTo>
                    <a:pt x="3708" y="2279"/>
                  </a:lnTo>
                  <a:lnTo>
                    <a:pt x="3862" y="2588"/>
                  </a:lnTo>
                  <a:lnTo>
                    <a:pt x="3978" y="2935"/>
                  </a:lnTo>
                  <a:lnTo>
                    <a:pt x="4055" y="3322"/>
                  </a:lnTo>
                  <a:lnTo>
                    <a:pt x="5098" y="7492"/>
                  </a:lnTo>
                  <a:lnTo>
                    <a:pt x="7222" y="16180"/>
                  </a:lnTo>
                  <a:lnTo>
                    <a:pt x="7261" y="16258"/>
                  </a:lnTo>
                  <a:lnTo>
                    <a:pt x="7299" y="16296"/>
                  </a:lnTo>
                  <a:lnTo>
                    <a:pt x="7369" y="16331"/>
                  </a:lnTo>
                  <a:lnTo>
                    <a:pt x="7369" y="16331"/>
                  </a:lnTo>
                  <a:lnTo>
                    <a:pt x="6990" y="16489"/>
                  </a:lnTo>
                  <a:lnTo>
                    <a:pt x="6334" y="14481"/>
                  </a:lnTo>
                  <a:lnTo>
                    <a:pt x="5677" y="12512"/>
                  </a:lnTo>
                  <a:lnTo>
                    <a:pt x="4287" y="8573"/>
                  </a:lnTo>
                  <a:lnTo>
                    <a:pt x="2858" y="4634"/>
                  </a:lnTo>
                  <a:lnTo>
                    <a:pt x="1468" y="657"/>
                  </a:lnTo>
                  <a:close/>
                  <a:moveTo>
                    <a:pt x="1121" y="503"/>
                  </a:moveTo>
                  <a:lnTo>
                    <a:pt x="1121" y="580"/>
                  </a:lnTo>
                  <a:lnTo>
                    <a:pt x="3940" y="8573"/>
                  </a:lnTo>
                  <a:lnTo>
                    <a:pt x="5368" y="12551"/>
                  </a:lnTo>
                  <a:lnTo>
                    <a:pt x="6102" y="14558"/>
                  </a:lnTo>
                  <a:lnTo>
                    <a:pt x="6874" y="16528"/>
                  </a:lnTo>
                  <a:lnTo>
                    <a:pt x="6681" y="16566"/>
                  </a:lnTo>
                  <a:lnTo>
                    <a:pt x="5755" y="14636"/>
                  </a:lnTo>
                  <a:lnTo>
                    <a:pt x="4789" y="12705"/>
                  </a:lnTo>
                  <a:lnTo>
                    <a:pt x="2820" y="8882"/>
                  </a:lnTo>
                  <a:lnTo>
                    <a:pt x="1777" y="6951"/>
                  </a:lnTo>
                  <a:lnTo>
                    <a:pt x="773" y="4982"/>
                  </a:lnTo>
                  <a:lnTo>
                    <a:pt x="657" y="4712"/>
                  </a:lnTo>
                  <a:lnTo>
                    <a:pt x="580" y="4441"/>
                  </a:lnTo>
                  <a:lnTo>
                    <a:pt x="542" y="4171"/>
                  </a:lnTo>
                  <a:lnTo>
                    <a:pt x="503" y="3901"/>
                  </a:lnTo>
                  <a:lnTo>
                    <a:pt x="503" y="3322"/>
                  </a:lnTo>
                  <a:lnTo>
                    <a:pt x="542" y="2781"/>
                  </a:lnTo>
                  <a:lnTo>
                    <a:pt x="657" y="2202"/>
                  </a:lnTo>
                  <a:lnTo>
                    <a:pt x="812" y="1623"/>
                  </a:lnTo>
                  <a:lnTo>
                    <a:pt x="1121" y="503"/>
                  </a:lnTo>
                  <a:close/>
                  <a:moveTo>
                    <a:pt x="9886" y="13786"/>
                  </a:moveTo>
                  <a:lnTo>
                    <a:pt x="10041" y="13825"/>
                  </a:lnTo>
                  <a:lnTo>
                    <a:pt x="10157" y="13902"/>
                  </a:lnTo>
                  <a:lnTo>
                    <a:pt x="10311" y="14018"/>
                  </a:lnTo>
                  <a:lnTo>
                    <a:pt x="10581" y="14481"/>
                  </a:lnTo>
                  <a:lnTo>
                    <a:pt x="10620" y="14674"/>
                  </a:lnTo>
                  <a:lnTo>
                    <a:pt x="10620" y="14906"/>
                  </a:lnTo>
                  <a:lnTo>
                    <a:pt x="10581" y="15099"/>
                  </a:lnTo>
                  <a:lnTo>
                    <a:pt x="10504" y="15254"/>
                  </a:lnTo>
                  <a:lnTo>
                    <a:pt x="10311" y="15640"/>
                  </a:lnTo>
                  <a:lnTo>
                    <a:pt x="10041" y="15910"/>
                  </a:lnTo>
                  <a:lnTo>
                    <a:pt x="9655" y="16296"/>
                  </a:lnTo>
                  <a:lnTo>
                    <a:pt x="9191" y="16605"/>
                  </a:lnTo>
                  <a:lnTo>
                    <a:pt x="8728" y="16914"/>
                  </a:lnTo>
                  <a:lnTo>
                    <a:pt x="8265" y="17184"/>
                  </a:lnTo>
                  <a:lnTo>
                    <a:pt x="8149" y="17184"/>
                  </a:lnTo>
                  <a:lnTo>
                    <a:pt x="8071" y="17262"/>
                  </a:lnTo>
                  <a:lnTo>
                    <a:pt x="7724" y="17416"/>
                  </a:lnTo>
                  <a:lnTo>
                    <a:pt x="7029" y="17725"/>
                  </a:lnTo>
                  <a:lnTo>
                    <a:pt x="6295" y="17995"/>
                  </a:lnTo>
                  <a:lnTo>
                    <a:pt x="5523" y="18150"/>
                  </a:lnTo>
                  <a:lnTo>
                    <a:pt x="4789" y="18304"/>
                  </a:lnTo>
                  <a:lnTo>
                    <a:pt x="4403" y="18343"/>
                  </a:lnTo>
                  <a:lnTo>
                    <a:pt x="4055" y="18343"/>
                  </a:lnTo>
                  <a:lnTo>
                    <a:pt x="3669" y="18266"/>
                  </a:lnTo>
                  <a:lnTo>
                    <a:pt x="3515" y="18227"/>
                  </a:lnTo>
                  <a:lnTo>
                    <a:pt x="3360" y="18150"/>
                  </a:lnTo>
                  <a:lnTo>
                    <a:pt x="3245" y="18034"/>
                  </a:lnTo>
                  <a:lnTo>
                    <a:pt x="3129" y="17957"/>
                  </a:lnTo>
                  <a:lnTo>
                    <a:pt x="2974" y="17686"/>
                  </a:lnTo>
                  <a:lnTo>
                    <a:pt x="2858" y="17377"/>
                  </a:lnTo>
                  <a:lnTo>
                    <a:pt x="2858" y="17068"/>
                  </a:lnTo>
                  <a:lnTo>
                    <a:pt x="2897" y="16875"/>
                  </a:lnTo>
                  <a:lnTo>
                    <a:pt x="2974" y="16721"/>
                  </a:lnTo>
                  <a:lnTo>
                    <a:pt x="3090" y="16566"/>
                  </a:lnTo>
                  <a:lnTo>
                    <a:pt x="3206" y="16451"/>
                  </a:lnTo>
                  <a:lnTo>
                    <a:pt x="3322" y="16373"/>
                  </a:lnTo>
                  <a:lnTo>
                    <a:pt x="3476" y="16296"/>
                  </a:lnTo>
                  <a:lnTo>
                    <a:pt x="3592" y="16296"/>
                  </a:lnTo>
                  <a:lnTo>
                    <a:pt x="3708" y="16335"/>
                  </a:lnTo>
                  <a:lnTo>
                    <a:pt x="3824" y="16451"/>
                  </a:lnTo>
                  <a:lnTo>
                    <a:pt x="3940" y="16605"/>
                  </a:lnTo>
                  <a:lnTo>
                    <a:pt x="4094" y="16798"/>
                  </a:lnTo>
                  <a:lnTo>
                    <a:pt x="4210" y="17068"/>
                  </a:lnTo>
                  <a:lnTo>
                    <a:pt x="4055" y="17068"/>
                  </a:lnTo>
                  <a:lnTo>
                    <a:pt x="3978" y="17107"/>
                  </a:lnTo>
                  <a:lnTo>
                    <a:pt x="3940" y="17184"/>
                  </a:lnTo>
                  <a:lnTo>
                    <a:pt x="3978" y="17300"/>
                  </a:lnTo>
                  <a:lnTo>
                    <a:pt x="4055" y="17339"/>
                  </a:lnTo>
                  <a:lnTo>
                    <a:pt x="4828" y="17339"/>
                  </a:lnTo>
                  <a:lnTo>
                    <a:pt x="5639" y="17262"/>
                  </a:lnTo>
                  <a:lnTo>
                    <a:pt x="6450" y="17107"/>
                  </a:lnTo>
                  <a:lnTo>
                    <a:pt x="7261" y="16875"/>
                  </a:lnTo>
                  <a:lnTo>
                    <a:pt x="7647" y="16721"/>
                  </a:lnTo>
                  <a:lnTo>
                    <a:pt x="8033" y="16528"/>
                  </a:lnTo>
                  <a:lnTo>
                    <a:pt x="8419" y="16335"/>
                  </a:lnTo>
                  <a:lnTo>
                    <a:pt x="8728" y="16103"/>
                  </a:lnTo>
                  <a:lnTo>
                    <a:pt x="9075" y="15871"/>
                  </a:lnTo>
                  <a:lnTo>
                    <a:pt x="9384" y="15601"/>
                  </a:lnTo>
                  <a:lnTo>
                    <a:pt x="9616" y="15331"/>
                  </a:lnTo>
                  <a:lnTo>
                    <a:pt x="9886" y="15022"/>
                  </a:lnTo>
                  <a:lnTo>
                    <a:pt x="9886" y="14945"/>
                  </a:lnTo>
                  <a:lnTo>
                    <a:pt x="9886" y="14906"/>
                  </a:lnTo>
                  <a:lnTo>
                    <a:pt x="9848" y="14829"/>
                  </a:lnTo>
                  <a:lnTo>
                    <a:pt x="9809" y="14790"/>
                  </a:lnTo>
                  <a:lnTo>
                    <a:pt x="9732" y="14752"/>
                  </a:lnTo>
                  <a:lnTo>
                    <a:pt x="9616" y="14752"/>
                  </a:lnTo>
                  <a:lnTo>
                    <a:pt x="9539" y="14790"/>
                  </a:lnTo>
                  <a:lnTo>
                    <a:pt x="9307" y="15099"/>
                  </a:lnTo>
                  <a:lnTo>
                    <a:pt x="9114" y="14945"/>
                  </a:lnTo>
                  <a:lnTo>
                    <a:pt x="9037" y="14829"/>
                  </a:lnTo>
                  <a:lnTo>
                    <a:pt x="8998" y="14674"/>
                  </a:lnTo>
                  <a:lnTo>
                    <a:pt x="8998" y="14558"/>
                  </a:lnTo>
                  <a:lnTo>
                    <a:pt x="9037" y="14404"/>
                  </a:lnTo>
                  <a:lnTo>
                    <a:pt x="9114" y="14288"/>
                  </a:lnTo>
                  <a:lnTo>
                    <a:pt x="9346" y="14056"/>
                  </a:lnTo>
                  <a:lnTo>
                    <a:pt x="9462" y="13941"/>
                  </a:lnTo>
                  <a:lnTo>
                    <a:pt x="9539" y="13825"/>
                  </a:lnTo>
                  <a:lnTo>
                    <a:pt x="9655" y="13786"/>
                  </a:lnTo>
                  <a:close/>
                  <a:moveTo>
                    <a:pt x="889" y="1"/>
                  </a:moveTo>
                  <a:lnTo>
                    <a:pt x="812" y="78"/>
                  </a:lnTo>
                  <a:lnTo>
                    <a:pt x="773" y="155"/>
                  </a:lnTo>
                  <a:lnTo>
                    <a:pt x="194" y="2511"/>
                  </a:lnTo>
                  <a:lnTo>
                    <a:pt x="117" y="2897"/>
                  </a:lnTo>
                  <a:lnTo>
                    <a:pt x="40" y="3322"/>
                  </a:lnTo>
                  <a:lnTo>
                    <a:pt x="1" y="3746"/>
                  </a:lnTo>
                  <a:lnTo>
                    <a:pt x="1" y="4210"/>
                  </a:lnTo>
                  <a:lnTo>
                    <a:pt x="78" y="4441"/>
                  </a:lnTo>
                  <a:lnTo>
                    <a:pt x="155" y="4673"/>
                  </a:lnTo>
                  <a:lnTo>
                    <a:pt x="348" y="5136"/>
                  </a:lnTo>
                  <a:lnTo>
                    <a:pt x="850" y="6025"/>
                  </a:lnTo>
                  <a:lnTo>
                    <a:pt x="1970" y="8187"/>
                  </a:lnTo>
                  <a:lnTo>
                    <a:pt x="4133" y="12435"/>
                  </a:lnTo>
                  <a:lnTo>
                    <a:pt x="5253" y="14558"/>
                  </a:lnTo>
                  <a:lnTo>
                    <a:pt x="6411" y="16682"/>
                  </a:lnTo>
                  <a:lnTo>
                    <a:pt x="5484" y="16875"/>
                  </a:lnTo>
                  <a:lnTo>
                    <a:pt x="4596" y="16991"/>
                  </a:lnTo>
                  <a:lnTo>
                    <a:pt x="4596" y="16991"/>
                  </a:lnTo>
                  <a:lnTo>
                    <a:pt x="4673" y="16837"/>
                  </a:lnTo>
                  <a:lnTo>
                    <a:pt x="4712" y="16682"/>
                  </a:lnTo>
                  <a:lnTo>
                    <a:pt x="4712" y="16528"/>
                  </a:lnTo>
                  <a:lnTo>
                    <a:pt x="4635" y="16373"/>
                  </a:lnTo>
                  <a:lnTo>
                    <a:pt x="4557" y="16219"/>
                  </a:lnTo>
                  <a:lnTo>
                    <a:pt x="4442" y="16103"/>
                  </a:lnTo>
                  <a:lnTo>
                    <a:pt x="4326" y="15987"/>
                  </a:lnTo>
                  <a:lnTo>
                    <a:pt x="4133" y="15910"/>
                  </a:lnTo>
                  <a:lnTo>
                    <a:pt x="3862" y="15871"/>
                  </a:lnTo>
                  <a:lnTo>
                    <a:pt x="3592" y="15871"/>
                  </a:lnTo>
                  <a:lnTo>
                    <a:pt x="3322" y="15949"/>
                  </a:lnTo>
                  <a:lnTo>
                    <a:pt x="3090" y="16103"/>
                  </a:lnTo>
                  <a:lnTo>
                    <a:pt x="2897" y="16258"/>
                  </a:lnTo>
                  <a:lnTo>
                    <a:pt x="2743" y="16489"/>
                  </a:lnTo>
                  <a:lnTo>
                    <a:pt x="2588" y="16721"/>
                  </a:lnTo>
                  <a:lnTo>
                    <a:pt x="2550" y="16991"/>
                  </a:lnTo>
                  <a:lnTo>
                    <a:pt x="2511" y="17416"/>
                  </a:lnTo>
                  <a:lnTo>
                    <a:pt x="2550" y="17725"/>
                  </a:lnTo>
                  <a:lnTo>
                    <a:pt x="2704" y="17995"/>
                  </a:lnTo>
                  <a:lnTo>
                    <a:pt x="2858" y="18227"/>
                  </a:lnTo>
                  <a:lnTo>
                    <a:pt x="3129" y="18381"/>
                  </a:lnTo>
                  <a:lnTo>
                    <a:pt x="3399" y="18497"/>
                  </a:lnTo>
                  <a:lnTo>
                    <a:pt x="3747" y="18574"/>
                  </a:lnTo>
                  <a:lnTo>
                    <a:pt x="4094" y="18613"/>
                  </a:lnTo>
                  <a:lnTo>
                    <a:pt x="4442" y="18613"/>
                  </a:lnTo>
                  <a:lnTo>
                    <a:pt x="4828" y="18574"/>
                  </a:lnTo>
                  <a:lnTo>
                    <a:pt x="5639" y="18420"/>
                  </a:lnTo>
                  <a:lnTo>
                    <a:pt x="6334" y="18266"/>
                  </a:lnTo>
                  <a:lnTo>
                    <a:pt x="6952" y="18072"/>
                  </a:lnTo>
                  <a:lnTo>
                    <a:pt x="7067" y="18034"/>
                  </a:lnTo>
                  <a:lnTo>
                    <a:pt x="7299" y="17957"/>
                  </a:lnTo>
                  <a:lnTo>
                    <a:pt x="8149" y="17570"/>
                  </a:lnTo>
                  <a:lnTo>
                    <a:pt x="8612" y="18497"/>
                  </a:lnTo>
                  <a:lnTo>
                    <a:pt x="9037" y="19463"/>
                  </a:lnTo>
                  <a:lnTo>
                    <a:pt x="9269" y="20003"/>
                  </a:lnTo>
                  <a:lnTo>
                    <a:pt x="9423" y="20351"/>
                  </a:lnTo>
                  <a:lnTo>
                    <a:pt x="9539" y="20660"/>
                  </a:lnTo>
                  <a:lnTo>
                    <a:pt x="9770" y="20621"/>
                  </a:lnTo>
                  <a:lnTo>
                    <a:pt x="9693" y="20428"/>
                  </a:lnTo>
                  <a:lnTo>
                    <a:pt x="9423" y="19656"/>
                  </a:lnTo>
                  <a:lnTo>
                    <a:pt x="9114" y="18922"/>
                  </a:lnTo>
                  <a:lnTo>
                    <a:pt x="8767" y="18150"/>
                  </a:lnTo>
                  <a:lnTo>
                    <a:pt x="8419" y="17416"/>
                  </a:lnTo>
                  <a:lnTo>
                    <a:pt x="8960" y="17107"/>
                  </a:lnTo>
                  <a:lnTo>
                    <a:pt x="9539" y="16760"/>
                  </a:lnTo>
                  <a:lnTo>
                    <a:pt x="10041" y="16373"/>
                  </a:lnTo>
                  <a:lnTo>
                    <a:pt x="10272" y="16180"/>
                  </a:lnTo>
                  <a:lnTo>
                    <a:pt x="10466" y="15949"/>
                  </a:lnTo>
                  <a:lnTo>
                    <a:pt x="10659" y="15717"/>
                  </a:lnTo>
                  <a:lnTo>
                    <a:pt x="10813" y="15485"/>
                  </a:lnTo>
                  <a:lnTo>
                    <a:pt x="10929" y="15254"/>
                  </a:lnTo>
                  <a:lnTo>
                    <a:pt x="10968" y="14983"/>
                  </a:lnTo>
                  <a:lnTo>
                    <a:pt x="10968" y="14752"/>
                  </a:lnTo>
                  <a:lnTo>
                    <a:pt x="10929" y="14520"/>
                  </a:lnTo>
                  <a:lnTo>
                    <a:pt x="10852" y="14250"/>
                  </a:lnTo>
                  <a:lnTo>
                    <a:pt x="10659" y="13979"/>
                  </a:lnTo>
                  <a:lnTo>
                    <a:pt x="10504" y="13825"/>
                  </a:lnTo>
                  <a:lnTo>
                    <a:pt x="10272" y="13670"/>
                  </a:lnTo>
                  <a:lnTo>
                    <a:pt x="10041" y="13555"/>
                  </a:lnTo>
                  <a:lnTo>
                    <a:pt x="9809" y="13516"/>
                  </a:lnTo>
                  <a:lnTo>
                    <a:pt x="9539" y="13516"/>
                  </a:lnTo>
                  <a:lnTo>
                    <a:pt x="9307" y="13555"/>
                  </a:lnTo>
                  <a:lnTo>
                    <a:pt x="9075" y="13670"/>
                  </a:lnTo>
                  <a:lnTo>
                    <a:pt x="8882" y="13863"/>
                  </a:lnTo>
                  <a:lnTo>
                    <a:pt x="8767" y="14056"/>
                  </a:lnTo>
                  <a:lnTo>
                    <a:pt x="8728" y="14250"/>
                  </a:lnTo>
                  <a:lnTo>
                    <a:pt x="8689" y="14443"/>
                  </a:lnTo>
                  <a:lnTo>
                    <a:pt x="8689" y="14636"/>
                  </a:lnTo>
                  <a:lnTo>
                    <a:pt x="8728" y="14829"/>
                  </a:lnTo>
                  <a:lnTo>
                    <a:pt x="8805" y="15022"/>
                  </a:lnTo>
                  <a:lnTo>
                    <a:pt x="8921" y="15176"/>
                  </a:lnTo>
                  <a:lnTo>
                    <a:pt x="9075" y="15331"/>
                  </a:lnTo>
                  <a:lnTo>
                    <a:pt x="8728" y="15640"/>
                  </a:lnTo>
                  <a:lnTo>
                    <a:pt x="8342" y="15871"/>
                  </a:lnTo>
                  <a:lnTo>
                    <a:pt x="7917" y="16103"/>
                  </a:lnTo>
                  <a:lnTo>
                    <a:pt x="7454" y="16296"/>
                  </a:lnTo>
                  <a:lnTo>
                    <a:pt x="7531" y="16258"/>
                  </a:lnTo>
                  <a:lnTo>
                    <a:pt x="7608" y="16219"/>
                  </a:lnTo>
                  <a:lnTo>
                    <a:pt x="7608" y="16142"/>
                  </a:lnTo>
                  <a:lnTo>
                    <a:pt x="7608" y="16026"/>
                  </a:lnTo>
                  <a:lnTo>
                    <a:pt x="5330" y="6488"/>
                  </a:lnTo>
                  <a:lnTo>
                    <a:pt x="4712" y="4094"/>
                  </a:lnTo>
                  <a:lnTo>
                    <a:pt x="4480" y="3013"/>
                  </a:lnTo>
                  <a:lnTo>
                    <a:pt x="4326" y="2511"/>
                  </a:lnTo>
                  <a:lnTo>
                    <a:pt x="4249" y="2240"/>
                  </a:lnTo>
                  <a:lnTo>
                    <a:pt x="4094" y="2009"/>
                  </a:lnTo>
                  <a:lnTo>
                    <a:pt x="3824" y="1700"/>
                  </a:lnTo>
                  <a:lnTo>
                    <a:pt x="3515" y="1352"/>
                  </a:lnTo>
                  <a:lnTo>
                    <a:pt x="3129" y="1082"/>
                  </a:lnTo>
                  <a:lnTo>
                    <a:pt x="2704" y="812"/>
                  </a:lnTo>
                  <a:lnTo>
                    <a:pt x="2318" y="580"/>
                  </a:lnTo>
                  <a:lnTo>
                    <a:pt x="1854" y="387"/>
                  </a:lnTo>
                  <a:lnTo>
                    <a:pt x="108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8" name="Google Shape;3978;p17"/>
            <p:cNvSpPr/>
            <p:nvPr/>
          </p:nvSpPr>
          <p:spPr>
            <a:xfrm>
              <a:off x="319200" y="3515375"/>
              <a:ext cx="324400" cy="208550"/>
            </a:xfrm>
            <a:custGeom>
              <a:avLst/>
              <a:gdLst/>
              <a:ahLst/>
              <a:cxnLst/>
              <a:rect l="l" t="t" r="r" b="b"/>
              <a:pathLst>
                <a:path w="12976" h="8342" extrusionOk="0">
                  <a:moveTo>
                    <a:pt x="6758" y="309"/>
                  </a:moveTo>
                  <a:lnTo>
                    <a:pt x="6874" y="348"/>
                  </a:lnTo>
                  <a:lnTo>
                    <a:pt x="7029" y="387"/>
                  </a:lnTo>
                  <a:lnTo>
                    <a:pt x="7222" y="502"/>
                  </a:lnTo>
                  <a:lnTo>
                    <a:pt x="7299" y="502"/>
                  </a:lnTo>
                  <a:lnTo>
                    <a:pt x="7453" y="773"/>
                  </a:lnTo>
                  <a:lnTo>
                    <a:pt x="7569" y="1043"/>
                  </a:lnTo>
                  <a:lnTo>
                    <a:pt x="7608" y="1352"/>
                  </a:lnTo>
                  <a:lnTo>
                    <a:pt x="7569" y="1661"/>
                  </a:lnTo>
                  <a:lnTo>
                    <a:pt x="7492" y="1970"/>
                  </a:lnTo>
                  <a:lnTo>
                    <a:pt x="7415" y="2240"/>
                  </a:lnTo>
                  <a:lnTo>
                    <a:pt x="7222" y="2858"/>
                  </a:lnTo>
                  <a:lnTo>
                    <a:pt x="6411" y="4905"/>
                  </a:lnTo>
                  <a:lnTo>
                    <a:pt x="6411" y="4943"/>
                  </a:lnTo>
                  <a:lnTo>
                    <a:pt x="6295" y="4943"/>
                  </a:lnTo>
                  <a:lnTo>
                    <a:pt x="6218" y="3978"/>
                  </a:lnTo>
                  <a:lnTo>
                    <a:pt x="6140" y="2974"/>
                  </a:lnTo>
                  <a:lnTo>
                    <a:pt x="6140" y="1854"/>
                  </a:lnTo>
                  <a:lnTo>
                    <a:pt x="6179" y="1352"/>
                  </a:lnTo>
                  <a:lnTo>
                    <a:pt x="6218" y="1043"/>
                  </a:lnTo>
                  <a:lnTo>
                    <a:pt x="6295" y="734"/>
                  </a:lnTo>
                  <a:lnTo>
                    <a:pt x="6449" y="502"/>
                  </a:lnTo>
                  <a:lnTo>
                    <a:pt x="6527" y="425"/>
                  </a:lnTo>
                  <a:lnTo>
                    <a:pt x="6642" y="348"/>
                  </a:lnTo>
                  <a:lnTo>
                    <a:pt x="6758" y="309"/>
                  </a:lnTo>
                  <a:close/>
                  <a:moveTo>
                    <a:pt x="11971" y="4711"/>
                  </a:moveTo>
                  <a:lnTo>
                    <a:pt x="12087" y="4750"/>
                  </a:lnTo>
                  <a:lnTo>
                    <a:pt x="12164" y="4827"/>
                  </a:lnTo>
                  <a:lnTo>
                    <a:pt x="12280" y="4905"/>
                  </a:lnTo>
                  <a:lnTo>
                    <a:pt x="12319" y="4982"/>
                  </a:lnTo>
                  <a:lnTo>
                    <a:pt x="12396" y="5136"/>
                  </a:lnTo>
                  <a:lnTo>
                    <a:pt x="12435" y="5484"/>
                  </a:lnTo>
                  <a:lnTo>
                    <a:pt x="12319" y="5600"/>
                  </a:lnTo>
                  <a:lnTo>
                    <a:pt x="12126" y="5677"/>
                  </a:lnTo>
                  <a:lnTo>
                    <a:pt x="11933" y="5754"/>
                  </a:lnTo>
                  <a:lnTo>
                    <a:pt x="11701" y="5793"/>
                  </a:lnTo>
                  <a:lnTo>
                    <a:pt x="11199" y="5831"/>
                  </a:lnTo>
                  <a:lnTo>
                    <a:pt x="10041" y="5831"/>
                  </a:lnTo>
                  <a:lnTo>
                    <a:pt x="9230" y="5754"/>
                  </a:lnTo>
                  <a:lnTo>
                    <a:pt x="8612" y="5677"/>
                  </a:lnTo>
                  <a:lnTo>
                    <a:pt x="7994" y="5561"/>
                  </a:lnTo>
                  <a:lnTo>
                    <a:pt x="6758" y="5252"/>
                  </a:lnTo>
                  <a:lnTo>
                    <a:pt x="7955" y="5020"/>
                  </a:lnTo>
                  <a:lnTo>
                    <a:pt x="9191" y="4866"/>
                  </a:lnTo>
                  <a:lnTo>
                    <a:pt x="9925" y="4789"/>
                  </a:lnTo>
                  <a:lnTo>
                    <a:pt x="10658" y="4750"/>
                  </a:lnTo>
                  <a:lnTo>
                    <a:pt x="11353" y="4711"/>
                  </a:lnTo>
                  <a:close/>
                  <a:moveTo>
                    <a:pt x="5638" y="5754"/>
                  </a:moveTo>
                  <a:lnTo>
                    <a:pt x="4557" y="6449"/>
                  </a:lnTo>
                  <a:lnTo>
                    <a:pt x="3437" y="7106"/>
                  </a:lnTo>
                  <a:lnTo>
                    <a:pt x="2820" y="7376"/>
                  </a:lnTo>
                  <a:lnTo>
                    <a:pt x="2202" y="7685"/>
                  </a:lnTo>
                  <a:lnTo>
                    <a:pt x="1816" y="7801"/>
                  </a:lnTo>
                  <a:lnTo>
                    <a:pt x="1429" y="7917"/>
                  </a:lnTo>
                  <a:lnTo>
                    <a:pt x="1120" y="7955"/>
                  </a:lnTo>
                  <a:lnTo>
                    <a:pt x="927" y="7917"/>
                  </a:lnTo>
                  <a:lnTo>
                    <a:pt x="850" y="7878"/>
                  </a:lnTo>
                  <a:lnTo>
                    <a:pt x="773" y="7801"/>
                  </a:lnTo>
                  <a:lnTo>
                    <a:pt x="734" y="7685"/>
                  </a:lnTo>
                  <a:lnTo>
                    <a:pt x="696" y="7530"/>
                  </a:lnTo>
                  <a:lnTo>
                    <a:pt x="696" y="7376"/>
                  </a:lnTo>
                  <a:lnTo>
                    <a:pt x="696" y="7221"/>
                  </a:lnTo>
                  <a:lnTo>
                    <a:pt x="734" y="7144"/>
                  </a:lnTo>
                  <a:lnTo>
                    <a:pt x="812" y="7067"/>
                  </a:lnTo>
                  <a:lnTo>
                    <a:pt x="1005" y="6990"/>
                  </a:lnTo>
                  <a:lnTo>
                    <a:pt x="1275" y="6874"/>
                  </a:lnTo>
                  <a:lnTo>
                    <a:pt x="1893" y="6642"/>
                  </a:lnTo>
                  <a:lnTo>
                    <a:pt x="2742" y="6449"/>
                  </a:lnTo>
                  <a:lnTo>
                    <a:pt x="3592" y="6295"/>
                  </a:lnTo>
                  <a:lnTo>
                    <a:pt x="4634" y="6063"/>
                  </a:lnTo>
                  <a:lnTo>
                    <a:pt x="5136" y="5909"/>
                  </a:lnTo>
                  <a:lnTo>
                    <a:pt x="5638" y="5754"/>
                  </a:lnTo>
                  <a:close/>
                  <a:moveTo>
                    <a:pt x="6951" y="0"/>
                  </a:moveTo>
                  <a:lnTo>
                    <a:pt x="6720" y="39"/>
                  </a:lnTo>
                  <a:lnTo>
                    <a:pt x="6527" y="116"/>
                  </a:lnTo>
                  <a:lnTo>
                    <a:pt x="6333" y="232"/>
                  </a:lnTo>
                  <a:lnTo>
                    <a:pt x="6140" y="425"/>
                  </a:lnTo>
                  <a:lnTo>
                    <a:pt x="5986" y="618"/>
                  </a:lnTo>
                  <a:lnTo>
                    <a:pt x="5909" y="811"/>
                  </a:lnTo>
                  <a:lnTo>
                    <a:pt x="5793" y="1275"/>
                  </a:lnTo>
                  <a:lnTo>
                    <a:pt x="5793" y="1777"/>
                  </a:lnTo>
                  <a:lnTo>
                    <a:pt x="5831" y="2742"/>
                  </a:lnTo>
                  <a:lnTo>
                    <a:pt x="5909" y="3901"/>
                  </a:lnTo>
                  <a:lnTo>
                    <a:pt x="5986" y="4480"/>
                  </a:lnTo>
                  <a:lnTo>
                    <a:pt x="6063" y="5020"/>
                  </a:lnTo>
                  <a:lnTo>
                    <a:pt x="6025" y="5136"/>
                  </a:lnTo>
                  <a:lnTo>
                    <a:pt x="6063" y="5252"/>
                  </a:lnTo>
                  <a:lnTo>
                    <a:pt x="5523" y="5445"/>
                  </a:lnTo>
                  <a:lnTo>
                    <a:pt x="4982" y="5561"/>
                  </a:lnTo>
                  <a:lnTo>
                    <a:pt x="3939" y="5831"/>
                  </a:lnTo>
                  <a:lnTo>
                    <a:pt x="2858" y="6024"/>
                  </a:lnTo>
                  <a:lnTo>
                    <a:pt x="2318" y="6179"/>
                  </a:lnTo>
                  <a:lnTo>
                    <a:pt x="1777" y="6295"/>
                  </a:lnTo>
                  <a:lnTo>
                    <a:pt x="1198" y="6488"/>
                  </a:lnTo>
                  <a:lnTo>
                    <a:pt x="850" y="6642"/>
                  </a:lnTo>
                  <a:lnTo>
                    <a:pt x="503" y="6835"/>
                  </a:lnTo>
                  <a:lnTo>
                    <a:pt x="232" y="7028"/>
                  </a:lnTo>
                  <a:lnTo>
                    <a:pt x="116" y="7144"/>
                  </a:lnTo>
                  <a:lnTo>
                    <a:pt x="39" y="7299"/>
                  </a:lnTo>
                  <a:lnTo>
                    <a:pt x="1" y="7415"/>
                  </a:lnTo>
                  <a:lnTo>
                    <a:pt x="1" y="7569"/>
                  </a:lnTo>
                  <a:lnTo>
                    <a:pt x="39" y="7723"/>
                  </a:lnTo>
                  <a:lnTo>
                    <a:pt x="116" y="7917"/>
                  </a:lnTo>
                  <a:lnTo>
                    <a:pt x="232" y="8032"/>
                  </a:lnTo>
                  <a:lnTo>
                    <a:pt x="348" y="8148"/>
                  </a:lnTo>
                  <a:lnTo>
                    <a:pt x="503" y="8225"/>
                  </a:lnTo>
                  <a:lnTo>
                    <a:pt x="618" y="8264"/>
                  </a:lnTo>
                  <a:lnTo>
                    <a:pt x="927" y="8341"/>
                  </a:lnTo>
                  <a:lnTo>
                    <a:pt x="1275" y="8341"/>
                  </a:lnTo>
                  <a:lnTo>
                    <a:pt x="1622" y="8303"/>
                  </a:lnTo>
                  <a:lnTo>
                    <a:pt x="1931" y="8187"/>
                  </a:lnTo>
                  <a:lnTo>
                    <a:pt x="2549" y="7994"/>
                  </a:lnTo>
                  <a:lnTo>
                    <a:pt x="3553" y="7530"/>
                  </a:lnTo>
                  <a:lnTo>
                    <a:pt x="4519" y="6990"/>
                  </a:lnTo>
                  <a:lnTo>
                    <a:pt x="5445" y="6372"/>
                  </a:lnTo>
                  <a:lnTo>
                    <a:pt x="5909" y="6063"/>
                  </a:lnTo>
                  <a:lnTo>
                    <a:pt x="6333" y="5715"/>
                  </a:lnTo>
                  <a:lnTo>
                    <a:pt x="6527" y="6102"/>
                  </a:lnTo>
                  <a:lnTo>
                    <a:pt x="6642" y="6295"/>
                  </a:lnTo>
                  <a:lnTo>
                    <a:pt x="6758" y="6449"/>
                  </a:lnTo>
                  <a:lnTo>
                    <a:pt x="7029" y="6372"/>
                  </a:lnTo>
                  <a:lnTo>
                    <a:pt x="7029" y="6333"/>
                  </a:lnTo>
                  <a:lnTo>
                    <a:pt x="6835" y="5986"/>
                  </a:lnTo>
                  <a:lnTo>
                    <a:pt x="6758" y="5831"/>
                  </a:lnTo>
                  <a:lnTo>
                    <a:pt x="6720" y="5638"/>
                  </a:lnTo>
                  <a:lnTo>
                    <a:pt x="6720" y="5561"/>
                  </a:lnTo>
                  <a:lnTo>
                    <a:pt x="7569" y="5831"/>
                  </a:lnTo>
                  <a:lnTo>
                    <a:pt x="8496" y="6063"/>
                  </a:lnTo>
                  <a:lnTo>
                    <a:pt x="9384" y="6179"/>
                  </a:lnTo>
                  <a:lnTo>
                    <a:pt x="10311" y="6217"/>
                  </a:lnTo>
                  <a:lnTo>
                    <a:pt x="11006" y="6217"/>
                  </a:lnTo>
                  <a:lnTo>
                    <a:pt x="11469" y="6179"/>
                  </a:lnTo>
                  <a:lnTo>
                    <a:pt x="11933" y="6140"/>
                  </a:lnTo>
                  <a:lnTo>
                    <a:pt x="12357" y="5986"/>
                  </a:lnTo>
                  <a:lnTo>
                    <a:pt x="12512" y="5909"/>
                  </a:lnTo>
                  <a:lnTo>
                    <a:pt x="12666" y="5793"/>
                  </a:lnTo>
                  <a:lnTo>
                    <a:pt x="12821" y="5677"/>
                  </a:lnTo>
                  <a:lnTo>
                    <a:pt x="12898" y="5522"/>
                  </a:lnTo>
                  <a:lnTo>
                    <a:pt x="12975" y="5368"/>
                  </a:lnTo>
                  <a:lnTo>
                    <a:pt x="12975" y="5175"/>
                  </a:lnTo>
                  <a:lnTo>
                    <a:pt x="12975" y="4982"/>
                  </a:lnTo>
                  <a:lnTo>
                    <a:pt x="12898" y="4827"/>
                  </a:lnTo>
                  <a:lnTo>
                    <a:pt x="12821" y="4711"/>
                  </a:lnTo>
                  <a:lnTo>
                    <a:pt x="12744" y="4634"/>
                  </a:lnTo>
                  <a:lnTo>
                    <a:pt x="12628" y="4518"/>
                  </a:lnTo>
                  <a:lnTo>
                    <a:pt x="12473" y="4480"/>
                  </a:lnTo>
                  <a:lnTo>
                    <a:pt x="12164" y="4364"/>
                  </a:lnTo>
                  <a:lnTo>
                    <a:pt x="11817" y="4325"/>
                  </a:lnTo>
                  <a:lnTo>
                    <a:pt x="11469" y="4325"/>
                  </a:lnTo>
                  <a:lnTo>
                    <a:pt x="10890" y="4364"/>
                  </a:lnTo>
                  <a:lnTo>
                    <a:pt x="9847" y="4403"/>
                  </a:lnTo>
                  <a:lnTo>
                    <a:pt x="8843" y="4480"/>
                  </a:lnTo>
                  <a:lnTo>
                    <a:pt x="7839" y="4634"/>
                  </a:lnTo>
                  <a:lnTo>
                    <a:pt x="6835" y="4827"/>
                  </a:lnTo>
                  <a:lnTo>
                    <a:pt x="7376" y="3476"/>
                  </a:lnTo>
                  <a:lnTo>
                    <a:pt x="7646" y="2742"/>
                  </a:lnTo>
                  <a:lnTo>
                    <a:pt x="7839" y="2047"/>
                  </a:lnTo>
                  <a:lnTo>
                    <a:pt x="7917" y="1815"/>
                  </a:lnTo>
                  <a:lnTo>
                    <a:pt x="7917" y="1545"/>
                  </a:lnTo>
                  <a:lnTo>
                    <a:pt x="7917" y="1313"/>
                  </a:lnTo>
                  <a:lnTo>
                    <a:pt x="7878" y="1082"/>
                  </a:lnTo>
                  <a:lnTo>
                    <a:pt x="7801" y="850"/>
                  </a:lnTo>
                  <a:lnTo>
                    <a:pt x="7685" y="618"/>
                  </a:lnTo>
                  <a:lnTo>
                    <a:pt x="7531" y="425"/>
                  </a:lnTo>
                  <a:lnTo>
                    <a:pt x="7337" y="271"/>
                  </a:lnTo>
                  <a:lnTo>
                    <a:pt x="7260" y="155"/>
                  </a:lnTo>
                  <a:lnTo>
                    <a:pt x="7144" y="78"/>
                  </a:lnTo>
                  <a:lnTo>
                    <a:pt x="695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9" name="Google Shape;3979;p17"/>
            <p:cNvSpPr/>
            <p:nvPr/>
          </p:nvSpPr>
          <p:spPr>
            <a:xfrm>
              <a:off x="2371575" y="3521175"/>
              <a:ext cx="106225" cy="123575"/>
            </a:xfrm>
            <a:custGeom>
              <a:avLst/>
              <a:gdLst/>
              <a:ahLst/>
              <a:cxnLst/>
              <a:rect l="l" t="t" r="r" b="b"/>
              <a:pathLst>
                <a:path w="4249" h="4943" extrusionOk="0">
                  <a:moveTo>
                    <a:pt x="3862" y="0"/>
                  </a:moveTo>
                  <a:lnTo>
                    <a:pt x="3592" y="541"/>
                  </a:lnTo>
                  <a:lnTo>
                    <a:pt x="3245" y="1120"/>
                  </a:lnTo>
                  <a:lnTo>
                    <a:pt x="2897" y="1661"/>
                  </a:lnTo>
                  <a:lnTo>
                    <a:pt x="2511" y="2163"/>
                  </a:lnTo>
                  <a:lnTo>
                    <a:pt x="1932" y="2858"/>
                  </a:lnTo>
                  <a:lnTo>
                    <a:pt x="1314" y="3475"/>
                  </a:lnTo>
                  <a:lnTo>
                    <a:pt x="1005" y="3746"/>
                  </a:lnTo>
                  <a:lnTo>
                    <a:pt x="657" y="4016"/>
                  </a:lnTo>
                  <a:lnTo>
                    <a:pt x="310" y="4248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41" y="4750"/>
                  </a:lnTo>
                  <a:lnTo>
                    <a:pt x="966" y="4518"/>
                  </a:lnTo>
                  <a:lnTo>
                    <a:pt x="1314" y="4209"/>
                  </a:lnTo>
                  <a:lnTo>
                    <a:pt x="1700" y="3900"/>
                  </a:lnTo>
                  <a:lnTo>
                    <a:pt x="2009" y="3553"/>
                  </a:lnTo>
                  <a:lnTo>
                    <a:pt x="2356" y="3167"/>
                  </a:lnTo>
                  <a:lnTo>
                    <a:pt x="2897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2"/>
                  </a:lnTo>
                  <a:lnTo>
                    <a:pt x="4248" y="155"/>
                  </a:lnTo>
                  <a:lnTo>
                    <a:pt x="386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0" name="Google Shape;3980;p17"/>
            <p:cNvSpPr/>
            <p:nvPr/>
          </p:nvSpPr>
          <p:spPr>
            <a:xfrm>
              <a:off x="2320425" y="35221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1"/>
                  </a:moveTo>
                  <a:lnTo>
                    <a:pt x="1004" y="310"/>
                  </a:lnTo>
                  <a:lnTo>
                    <a:pt x="1236" y="387"/>
                  </a:lnTo>
                  <a:lnTo>
                    <a:pt x="1429" y="541"/>
                  </a:lnTo>
                  <a:lnTo>
                    <a:pt x="1545" y="773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3" y="1198"/>
                  </a:lnTo>
                  <a:lnTo>
                    <a:pt x="1545" y="1314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5"/>
                  </a:lnTo>
                  <a:lnTo>
                    <a:pt x="966" y="1584"/>
                  </a:lnTo>
                  <a:lnTo>
                    <a:pt x="773" y="1545"/>
                  </a:lnTo>
                  <a:lnTo>
                    <a:pt x="657" y="1507"/>
                  </a:lnTo>
                  <a:lnTo>
                    <a:pt x="579" y="1430"/>
                  </a:lnTo>
                  <a:lnTo>
                    <a:pt x="502" y="1314"/>
                  </a:lnTo>
                  <a:lnTo>
                    <a:pt x="464" y="1236"/>
                  </a:lnTo>
                  <a:lnTo>
                    <a:pt x="425" y="1005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426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1043" y="1"/>
                  </a:moveTo>
                  <a:lnTo>
                    <a:pt x="850" y="39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117"/>
                  </a:lnTo>
                  <a:lnTo>
                    <a:pt x="271" y="232"/>
                  </a:lnTo>
                  <a:lnTo>
                    <a:pt x="155" y="348"/>
                  </a:lnTo>
                  <a:lnTo>
                    <a:pt x="77" y="541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7" y="1468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932"/>
                  </a:lnTo>
                  <a:lnTo>
                    <a:pt x="1622" y="1816"/>
                  </a:lnTo>
                  <a:lnTo>
                    <a:pt x="1777" y="1700"/>
                  </a:lnTo>
                  <a:lnTo>
                    <a:pt x="1892" y="1545"/>
                  </a:lnTo>
                  <a:lnTo>
                    <a:pt x="1970" y="1352"/>
                  </a:lnTo>
                  <a:lnTo>
                    <a:pt x="2047" y="1198"/>
                  </a:lnTo>
                  <a:lnTo>
                    <a:pt x="2085" y="1005"/>
                  </a:lnTo>
                  <a:lnTo>
                    <a:pt x="2047" y="812"/>
                  </a:lnTo>
                  <a:lnTo>
                    <a:pt x="1970" y="619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3" y="155"/>
                  </a:lnTo>
                  <a:lnTo>
                    <a:pt x="1429" y="78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1" name="Google Shape;3981;p17"/>
            <p:cNvSpPr/>
            <p:nvPr/>
          </p:nvSpPr>
          <p:spPr>
            <a:xfrm>
              <a:off x="5925125" y="3542400"/>
              <a:ext cx="60825" cy="90775"/>
            </a:xfrm>
            <a:custGeom>
              <a:avLst/>
              <a:gdLst/>
              <a:ahLst/>
              <a:cxnLst/>
              <a:rect l="l" t="t" r="r" b="b"/>
              <a:pathLst>
                <a:path w="2433" h="3631" extrusionOk="0">
                  <a:moveTo>
                    <a:pt x="1197" y="1"/>
                  </a:moveTo>
                  <a:lnTo>
                    <a:pt x="1081" y="39"/>
                  </a:lnTo>
                  <a:lnTo>
                    <a:pt x="1004" y="78"/>
                  </a:lnTo>
                  <a:lnTo>
                    <a:pt x="966" y="117"/>
                  </a:lnTo>
                  <a:lnTo>
                    <a:pt x="927" y="194"/>
                  </a:lnTo>
                  <a:lnTo>
                    <a:pt x="927" y="271"/>
                  </a:lnTo>
                  <a:lnTo>
                    <a:pt x="850" y="271"/>
                  </a:lnTo>
                  <a:lnTo>
                    <a:pt x="772" y="310"/>
                  </a:lnTo>
                  <a:lnTo>
                    <a:pt x="734" y="348"/>
                  </a:lnTo>
                  <a:lnTo>
                    <a:pt x="695" y="425"/>
                  </a:lnTo>
                  <a:lnTo>
                    <a:pt x="695" y="541"/>
                  </a:lnTo>
                  <a:lnTo>
                    <a:pt x="695" y="619"/>
                  </a:lnTo>
                  <a:lnTo>
                    <a:pt x="772" y="696"/>
                  </a:lnTo>
                  <a:lnTo>
                    <a:pt x="850" y="734"/>
                  </a:lnTo>
                  <a:lnTo>
                    <a:pt x="1081" y="812"/>
                  </a:lnTo>
                  <a:lnTo>
                    <a:pt x="1274" y="966"/>
                  </a:lnTo>
                  <a:lnTo>
                    <a:pt x="1468" y="1121"/>
                  </a:lnTo>
                  <a:lnTo>
                    <a:pt x="1622" y="1275"/>
                  </a:lnTo>
                  <a:lnTo>
                    <a:pt x="1738" y="1507"/>
                  </a:lnTo>
                  <a:lnTo>
                    <a:pt x="1854" y="1700"/>
                  </a:lnTo>
                  <a:lnTo>
                    <a:pt x="1892" y="1931"/>
                  </a:lnTo>
                  <a:lnTo>
                    <a:pt x="1931" y="2163"/>
                  </a:lnTo>
                  <a:lnTo>
                    <a:pt x="1892" y="2472"/>
                  </a:lnTo>
                  <a:lnTo>
                    <a:pt x="1815" y="2742"/>
                  </a:lnTo>
                  <a:lnTo>
                    <a:pt x="1738" y="2897"/>
                  </a:lnTo>
                  <a:lnTo>
                    <a:pt x="1622" y="2974"/>
                  </a:lnTo>
                  <a:lnTo>
                    <a:pt x="1506" y="3090"/>
                  </a:lnTo>
                  <a:lnTo>
                    <a:pt x="1390" y="3128"/>
                  </a:lnTo>
                  <a:lnTo>
                    <a:pt x="1197" y="3167"/>
                  </a:lnTo>
                  <a:lnTo>
                    <a:pt x="1043" y="3128"/>
                  </a:lnTo>
                  <a:lnTo>
                    <a:pt x="927" y="3013"/>
                  </a:lnTo>
                  <a:lnTo>
                    <a:pt x="850" y="2897"/>
                  </a:lnTo>
                  <a:lnTo>
                    <a:pt x="811" y="2781"/>
                  </a:lnTo>
                  <a:lnTo>
                    <a:pt x="811" y="2626"/>
                  </a:lnTo>
                  <a:lnTo>
                    <a:pt x="888" y="2472"/>
                  </a:lnTo>
                  <a:lnTo>
                    <a:pt x="1043" y="2356"/>
                  </a:lnTo>
                  <a:lnTo>
                    <a:pt x="1120" y="2279"/>
                  </a:lnTo>
                  <a:lnTo>
                    <a:pt x="1159" y="2163"/>
                  </a:lnTo>
                  <a:lnTo>
                    <a:pt x="1120" y="2047"/>
                  </a:lnTo>
                  <a:lnTo>
                    <a:pt x="1043" y="1970"/>
                  </a:lnTo>
                  <a:lnTo>
                    <a:pt x="618" y="1623"/>
                  </a:lnTo>
                  <a:lnTo>
                    <a:pt x="425" y="1468"/>
                  </a:lnTo>
                  <a:lnTo>
                    <a:pt x="193" y="1352"/>
                  </a:lnTo>
                  <a:lnTo>
                    <a:pt x="0" y="1623"/>
                  </a:lnTo>
                  <a:lnTo>
                    <a:pt x="270" y="1893"/>
                  </a:lnTo>
                  <a:lnTo>
                    <a:pt x="541" y="2163"/>
                  </a:lnTo>
                  <a:lnTo>
                    <a:pt x="386" y="2395"/>
                  </a:lnTo>
                  <a:lnTo>
                    <a:pt x="309" y="2626"/>
                  </a:lnTo>
                  <a:lnTo>
                    <a:pt x="309" y="2935"/>
                  </a:lnTo>
                  <a:lnTo>
                    <a:pt x="348" y="3051"/>
                  </a:lnTo>
                  <a:lnTo>
                    <a:pt x="425" y="3206"/>
                  </a:lnTo>
                  <a:lnTo>
                    <a:pt x="541" y="3360"/>
                  </a:lnTo>
                  <a:lnTo>
                    <a:pt x="695" y="3476"/>
                  </a:lnTo>
                  <a:lnTo>
                    <a:pt x="850" y="3592"/>
                  </a:lnTo>
                  <a:lnTo>
                    <a:pt x="1081" y="3630"/>
                  </a:lnTo>
                  <a:lnTo>
                    <a:pt x="1274" y="3630"/>
                  </a:lnTo>
                  <a:lnTo>
                    <a:pt x="1468" y="3592"/>
                  </a:lnTo>
                  <a:lnTo>
                    <a:pt x="1661" y="3515"/>
                  </a:lnTo>
                  <a:lnTo>
                    <a:pt x="1854" y="3437"/>
                  </a:lnTo>
                  <a:lnTo>
                    <a:pt x="2047" y="3283"/>
                  </a:lnTo>
                  <a:lnTo>
                    <a:pt x="2201" y="3090"/>
                  </a:lnTo>
                  <a:lnTo>
                    <a:pt x="2317" y="2897"/>
                  </a:lnTo>
                  <a:lnTo>
                    <a:pt x="2394" y="2704"/>
                  </a:lnTo>
                  <a:lnTo>
                    <a:pt x="2433" y="2472"/>
                  </a:lnTo>
                  <a:lnTo>
                    <a:pt x="2433" y="2279"/>
                  </a:lnTo>
                  <a:lnTo>
                    <a:pt x="2433" y="2047"/>
                  </a:lnTo>
                  <a:lnTo>
                    <a:pt x="2356" y="1816"/>
                  </a:lnTo>
                  <a:lnTo>
                    <a:pt x="2317" y="1623"/>
                  </a:lnTo>
                  <a:lnTo>
                    <a:pt x="2201" y="1391"/>
                  </a:lnTo>
                  <a:lnTo>
                    <a:pt x="1931" y="1005"/>
                  </a:lnTo>
                  <a:lnTo>
                    <a:pt x="1622" y="657"/>
                  </a:lnTo>
                  <a:lnTo>
                    <a:pt x="1274" y="425"/>
                  </a:lnTo>
                  <a:lnTo>
                    <a:pt x="11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2" name="Google Shape;3982;p17"/>
            <p:cNvSpPr/>
            <p:nvPr/>
          </p:nvSpPr>
          <p:spPr>
            <a:xfrm>
              <a:off x="5032150" y="3545300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3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7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0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5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8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4"/>
                  </a:lnTo>
                  <a:lnTo>
                    <a:pt x="1159" y="541"/>
                  </a:lnTo>
                  <a:lnTo>
                    <a:pt x="1352" y="425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8"/>
                  </a:lnTo>
                  <a:lnTo>
                    <a:pt x="309" y="927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5"/>
                  </a:lnTo>
                  <a:lnTo>
                    <a:pt x="0" y="2009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4" y="2858"/>
                  </a:lnTo>
                  <a:lnTo>
                    <a:pt x="425" y="3244"/>
                  </a:lnTo>
                  <a:lnTo>
                    <a:pt x="695" y="3553"/>
                  </a:lnTo>
                  <a:lnTo>
                    <a:pt x="1043" y="3823"/>
                  </a:lnTo>
                  <a:lnTo>
                    <a:pt x="1468" y="4016"/>
                  </a:lnTo>
                  <a:lnTo>
                    <a:pt x="1661" y="4094"/>
                  </a:lnTo>
                  <a:lnTo>
                    <a:pt x="1893" y="4132"/>
                  </a:lnTo>
                  <a:lnTo>
                    <a:pt x="2317" y="4132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2"/>
                  </a:lnTo>
                  <a:lnTo>
                    <a:pt x="4171" y="1429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6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3" name="Google Shape;3983;p17"/>
            <p:cNvSpPr/>
            <p:nvPr/>
          </p:nvSpPr>
          <p:spPr>
            <a:xfrm>
              <a:off x="3784900" y="3554950"/>
              <a:ext cx="112950" cy="132275"/>
            </a:xfrm>
            <a:custGeom>
              <a:avLst/>
              <a:gdLst/>
              <a:ahLst/>
              <a:cxnLst/>
              <a:rect l="l" t="t" r="r" b="b"/>
              <a:pathLst>
                <a:path w="4518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0" y="78"/>
                  </a:lnTo>
                  <a:lnTo>
                    <a:pt x="2510" y="194"/>
                  </a:lnTo>
                  <a:lnTo>
                    <a:pt x="2240" y="310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3" y="2163"/>
                  </a:lnTo>
                  <a:lnTo>
                    <a:pt x="270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0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5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8" y="4866"/>
                  </a:lnTo>
                  <a:lnTo>
                    <a:pt x="888" y="4828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6" y="3167"/>
                  </a:lnTo>
                  <a:lnTo>
                    <a:pt x="772" y="2742"/>
                  </a:lnTo>
                  <a:lnTo>
                    <a:pt x="965" y="2318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79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4" name="Google Shape;3984;p17"/>
            <p:cNvSpPr/>
            <p:nvPr/>
          </p:nvSpPr>
          <p:spPr>
            <a:xfrm>
              <a:off x="5529325" y="356750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1"/>
                  </a:moveTo>
                  <a:lnTo>
                    <a:pt x="0" y="232"/>
                  </a:lnTo>
                  <a:lnTo>
                    <a:pt x="463" y="927"/>
                  </a:lnTo>
                  <a:lnTo>
                    <a:pt x="1043" y="1622"/>
                  </a:lnTo>
                  <a:lnTo>
                    <a:pt x="1661" y="2279"/>
                  </a:lnTo>
                  <a:lnTo>
                    <a:pt x="2356" y="2858"/>
                  </a:lnTo>
                  <a:lnTo>
                    <a:pt x="3089" y="3360"/>
                  </a:lnTo>
                  <a:lnTo>
                    <a:pt x="3862" y="3824"/>
                  </a:lnTo>
                  <a:lnTo>
                    <a:pt x="4672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21" y="4905"/>
                  </a:lnTo>
                  <a:lnTo>
                    <a:pt x="7684" y="4943"/>
                  </a:lnTo>
                  <a:lnTo>
                    <a:pt x="8109" y="4982"/>
                  </a:lnTo>
                  <a:lnTo>
                    <a:pt x="8534" y="4943"/>
                  </a:lnTo>
                  <a:lnTo>
                    <a:pt x="8959" y="4905"/>
                  </a:lnTo>
                  <a:lnTo>
                    <a:pt x="9383" y="4866"/>
                  </a:lnTo>
                  <a:lnTo>
                    <a:pt x="9808" y="4750"/>
                  </a:lnTo>
                  <a:lnTo>
                    <a:pt x="10233" y="4634"/>
                  </a:lnTo>
                  <a:lnTo>
                    <a:pt x="10658" y="4480"/>
                  </a:lnTo>
                  <a:lnTo>
                    <a:pt x="11044" y="4326"/>
                  </a:lnTo>
                  <a:lnTo>
                    <a:pt x="11469" y="4094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280" y="3553"/>
                  </a:lnTo>
                  <a:lnTo>
                    <a:pt x="12434" y="3167"/>
                  </a:lnTo>
                  <a:lnTo>
                    <a:pt x="12241" y="3167"/>
                  </a:lnTo>
                  <a:lnTo>
                    <a:pt x="12202" y="3128"/>
                  </a:lnTo>
                  <a:lnTo>
                    <a:pt x="12009" y="3128"/>
                  </a:lnTo>
                  <a:lnTo>
                    <a:pt x="11893" y="3167"/>
                  </a:lnTo>
                  <a:lnTo>
                    <a:pt x="11546" y="3437"/>
                  </a:lnTo>
                  <a:lnTo>
                    <a:pt x="11198" y="3669"/>
                  </a:lnTo>
                  <a:lnTo>
                    <a:pt x="10812" y="3862"/>
                  </a:lnTo>
                  <a:lnTo>
                    <a:pt x="10426" y="4017"/>
                  </a:lnTo>
                  <a:lnTo>
                    <a:pt x="10001" y="4171"/>
                  </a:lnTo>
                  <a:lnTo>
                    <a:pt x="9615" y="4287"/>
                  </a:lnTo>
                  <a:lnTo>
                    <a:pt x="9190" y="4364"/>
                  </a:lnTo>
                  <a:lnTo>
                    <a:pt x="8766" y="4403"/>
                  </a:lnTo>
                  <a:lnTo>
                    <a:pt x="8341" y="4441"/>
                  </a:lnTo>
                  <a:lnTo>
                    <a:pt x="7916" y="4480"/>
                  </a:lnTo>
                  <a:lnTo>
                    <a:pt x="7453" y="4441"/>
                  </a:lnTo>
                  <a:lnTo>
                    <a:pt x="7028" y="4403"/>
                  </a:lnTo>
                  <a:lnTo>
                    <a:pt x="6603" y="4326"/>
                  </a:lnTo>
                  <a:lnTo>
                    <a:pt x="6178" y="4248"/>
                  </a:lnTo>
                  <a:lnTo>
                    <a:pt x="5792" y="4132"/>
                  </a:lnTo>
                  <a:lnTo>
                    <a:pt x="5368" y="4017"/>
                  </a:lnTo>
                  <a:lnTo>
                    <a:pt x="4595" y="3669"/>
                  </a:lnTo>
                  <a:lnTo>
                    <a:pt x="3862" y="3283"/>
                  </a:lnTo>
                  <a:lnTo>
                    <a:pt x="3205" y="2820"/>
                  </a:lnTo>
                  <a:lnTo>
                    <a:pt x="2549" y="2318"/>
                  </a:lnTo>
                  <a:lnTo>
                    <a:pt x="1969" y="1777"/>
                  </a:lnTo>
                  <a:lnTo>
                    <a:pt x="1352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5" name="Google Shape;3985;p17"/>
            <p:cNvSpPr/>
            <p:nvPr/>
          </p:nvSpPr>
          <p:spPr>
            <a:xfrm>
              <a:off x="2258625" y="3569425"/>
              <a:ext cx="44450" cy="43475"/>
            </a:xfrm>
            <a:custGeom>
              <a:avLst/>
              <a:gdLst/>
              <a:ahLst/>
              <a:cxnLst/>
              <a:rect l="l" t="t" r="r" b="b"/>
              <a:pathLst>
                <a:path w="1778" h="1739" extrusionOk="0">
                  <a:moveTo>
                    <a:pt x="773" y="310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9"/>
                  </a:lnTo>
                  <a:lnTo>
                    <a:pt x="1391" y="773"/>
                  </a:lnTo>
                  <a:lnTo>
                    <a:pt x="1391" y="966"/>
                  </a:lnTo>
                  <a:lnTo>
                    <a:pt x="1352" y="1044"/>
                  </a:lnTo>
                  <a:lnTo>
                    <a:pt x="1275" y="1159"/>
                  </a:lnTo>
                  <a:lnTo>
                    <a:pt x="1198" y="1237"/>
                  </a:lnTo>
                  <a:lnTo>
                    <a:pt x="1082" y="1314"/>
                  </a:lnTo>
                  <a:lnTo>
                    <a:pt x="889" y="1352"/>
                  </a:lnTo>
                  <a:lnTo>
                    <a:pt x="696" y="1352"/>
                  </a:lnTo>
                  <a:lnTo>
                    <a:pt x="542" y="1237"/>
                  </a:lnTo>
                  <a:lnTo>
                    <a:pt x="426" y="1082"/>
                  </a:lnTo>
                  <a:lnTo>
                    <a:pt x="387" y="889"/>
                  </a:lnTo>
                  <a:lnTo>
                    <a:pt x="387" y="735"/>
                  </a:lnTo>
                  <a:lnTo>
                    <a:pt x="464" y="580"/>
                  </a:lnTo>
                  <a:lnTo>
                    <a:pt x="542" y="387"/>
                  </a:lnTo>
                  <a:lnTo>
                    <a:pt x="542" y="348"/>
                  </a:lnTo>
                  <a:lnTo>
                    <a:pt x="773" y="310"/>
                  </a:lnTo>
                  <a:close/>
                  <a:moveTo>
                    <a:pt x="773" y="1"/>
                  </a:moveTo>
                  <a:lnTo>
                    <a:pt x="619" y="40"/>
                  </a:lnTo>
                  <a:lnTo>
                    <a:pt x="464" y="117"/>
                  </a:lnTo>
                  <a:lnTo>
                    <a:pt x="426" y="155"/>
                  </a:lnTo>
                  <a:lnTo>
                    <a:pt x="348" y="194"/>
                  </a:lnTo>
                  <a:lnTo>
                    <a:pt x="233" y="271"/>
                  </a:lnTo>
                  <a:lnTo>
                    <a:pt x="117" y="387"/>
                  </a:lnTo>
                  <a:lnTo>
                    <a:pt x="40" y="503"/>
                  </a:lnTo>
                  <a:lnTo>
                    <a:pt x="1" y="657"/>
                  </a:lnTo>
                  <a:lnTo>
                    <a:pt x="1" y="850"/>
                  </a:lnTo>
                  <a:lnTo>
                    <a:pt x="1" y="1005"/>
                  </a:lnTo>
                  <a:lnTo>
                    <a:pt x="40" y="1159"/>
                  </a:lnTo>
                  <a:lnTo>
                    <a:pt x="117" y="1314"/>
                  </a:lnTo>
                  <a:lnTo>
                    <a:pt x="194" y="1468"/>
                  </a:lnTo>
                  <a:lnTo>
                    <a:pt x="348" y="1584"/>
                  </a:lnTo>
                  <a:lnTo>
                    <a:pt x="464" y="1661"/>
                  </a:lnTo>
                  <a:lnTo>
                    <a:pt x="619" y="1739"/>
                  </a:lnTo>
                  <a:lnTo>
                    <a:pt x="966" y="1739"/>
                  </a:lnTo>
                  <a:lnTo>
                    <a:pt x="1121" y="1700"/>
                  </a:lnTo>
                  <a:lnTo>
                    <a:pt x="1275" y="1623"/>
                  </a:lnTo>
                  <a:lnTo>
                    <a:pt x="1430" y="1545"/>
                  </a:lnTo>
                  <a:lnTo>
                    <a:pt x="1584" y="1430"/>
                  </a:lnTo>
                  <a:lnTo>
                    <a:pt x="1661" y="1275"/>
                  </a:lnTo>
                  <a:lnTo>
                    <a:pt x="1739" y="1121"/>
                  </a:lnTo>
                  <a:lnTo>
                    <a:pt x="1777" y="928"/>
                  </a:lnTo>
                  <a:lnTo>
                    <a:pt x="1777" y="773"/>
                  </a:lnTo>
                  <a:lnTo>
                    <a:pt x="1739" y="580"/>
                  </a:lnTo>
                  <a:lnTo>
                    <a:pt x="1661" y="426"/>
                  </a:lnTo>
                  <a:lnTo>
                    <a:pt x="1546" y="271"/>
                  </a:lnTo>
                  <a:lnTo>
                    <a:pt x="1430" y="155"/>
                  </a:lnTo>
                  <a:lnTo>
                    <a:pt x="1275" y="78"/>
                  </a:lnTo>
                  <a:lnTo>
                    <a:pt x="1121" y="40"/>
                  </a:lnTo>
                  <a:lnTo>
                    <a:pt x="96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6" name="Google Shape;3986;p17"/>
            <p:cNvSpPr/>
            <p:nvPr/>
          </p:nvSpPr>
          <p:spPr>
            <a:xfrm>
              <a:off x="5836300" y="3573300"/>
              <a:ext cx="93675" cy="136150"/>
            </a:xfrm>
            <a:custGeom>
              <a:avLst/>
              <a:gdLst/>
              <a:ahLst/>
              <a:cxnLst/>
              <a:rect l="l" t="t" r="r" b="b"/>
              <a:pathLst>
                <a:path w="3747" h="5446" extrusionOk="0">
                  <a:moveTo>
                    <a:pt x="3515" y="0"/>
                  </a:moveTo>
                  <a:lnTo>
                    <a:pt x="3437" y="39"/>
                  </a:lnTo>
                  <a:lnTo>
                    <a:pt x="3360" y="78"/>
                  </a:lnTo>
                  <a:lnTo>
                    <a:pt x="3283" y="116"/>
                  </a:lnTo>
                  <a:lnTo>
                    <a:pt x="3013" y="309"/>
                  </a:lnTo>
                  <a:lnTo>
                    <a:pt x="2781" y="541"/>
                  </a:lnTo>
                  <a:lnTo>
                    <a:pt x="2588" y="773"/>
                  </a:lnTo>
                  <a:lnTo>
                    <a:pt x="2356" y="1004"/>
                  </a:lnTo>
                  <a:lnTo>
                    <a:pt x="2086" y="1236"/>
                  </a:lnTo>
                  <a:lnTo>
                    <a:pt x="1777" y="1468"/>
                  </a:lnTo>
                  <a:lnTo>
                    <a:pt x="1159" y="1815"/>
                  </a:lnTo>
                  <a:lnTo>
                    <a:pt x="1120" y="1892"/>
                  </a:lnTo>
                  <a:lnTo>
                    <a:pt x="1082" y="1970"/>
                  </a:lnTo>
                  <a:lnTo>
                    <a:pt x="1082" y="2047"/>
                  </a:lnTo>
                  <a:lnTo>
                    <a:pt x="1120" y="2086"/>
                  </a:lnTo>
                  <a:lnTo>
                    <a:pt x="1005" y="2086"/>
                  </a:lnTo>
                  <a:lnTo>
                    <a:pt x="927" y="2124"/>
                  </a:lnTo>
                  <a:lnTo>
                    <a:pt x="850" y="2201"/>
                  </a:lnTo>
                  <a:lnTo>
                    <a:pt x="812" y="2279"/>
                  </a:lnTo>
                  <a:lnTo>
                    <a:pt x="812" y="2356"/>
                  </a:lnTo>
                  <a:lnTo>
                    <a:pt x="850" y="2433"/>
                  </a:lnTo>
                  <a:lnTo>
                    <a:pt x="889" y="2510"/>
                  </a:lnTo>
                  <a:lnTo>
                    <a:pt x="1005" y="2549"/>
                  </a:lnTo>
                  <a:lnTo>
                    <a:pt x="1236" y="2626"/>
                  </a:lnTo>
                  <a:lnTo>
                    <a:pt x="1468" y="2703"/>
                  </a:lnTo>
                  <a:lnTo>
                    <a:pt x="1661" y="2858"/>
                  </a:lnTo>
                  <a:lnTo>
                    <a:pt x="1854" y="3012"/>
                  </a:lnTo>
                  <a:lnTo>
                    <a:pt x="1970" y="3205"/>
                  </a:lnTo>
                  <a:lnTo>
                    <a:pt x="2086" y="3398"/>
                  </a:lnTo>
                  <a:lnTo>
                    <a:pt x="2163" y="3669"/>
                  </a:lnTo>
                  <a:lnTo>
                    <a:pt x="2163" y="3900"/>
                  </a:lnTo>
                  <a:lnTo>
                    <a:pt x="2124" y="4132"/>
                  </a:lnTo>
                  <a:lnTo>
                    <a:pt x="2047" y="4364"/>
                  </a:lnTo>
                  <a:lnTo>
                    <a:pt x="1931" y="4557"/>
                  </a:lnTo>
                  <a:lnTo>
                    <a:pt x="1777" y="4711"/>
                  </a:lnTo>
                  <a:lnTo>
                    <a:pt x="1584" y="4866"/>
                  </a:lnTo>
                  <a:lnTo>
                    <a:pt x="1352" y="4943"/>
                  </a:lnTo>
                  <a:lnTo>
                    <a:pt x="1236" y="4982"/>
                  </a:lnTo>
                  <a:lnTo>
                    <a:pt x="1120" y="4982"/>
                  </a:lnTo>
                  <a:lnTo>
                    <a:pt x="927" y="4904"/>
                  </a:lnTo>
                  <a:lnTo>
                    <a:pt x="773" y="4789"/>
                  </a:lnTo>
                  <a:lnTo>
                    <a:pt x="696" y="4634"/>
                  </a:lnTo>
                  <a:lnTo>
                    <a:pt x="696" y="4441"/>
                  </a:lnTo>
                  <a:lnTo>
                    <a:pt x="773" y="4287"/>
                  </a:lnTo>
                  <a:lnTo>
                    <a:pt x="812" y="4209"/>
                  </a:lnTo>
                  <a:lnTo>
                    <a:pt x="889" y="4171"/>
                  </a:lnTo>
                  <a:lnTo>
                    <a:pt x="1005" y="4132"/>
                  </a:lnTo>
                  <a:lnTo>
                    <a:pt x="1120" y="4094"/>
                  </a:lnTo>
                  <a:lnTo>
                    <a:pt x="1275" y="4055"/>
                  </a:lnTo>
                  <a:lnTo>
                    <a:pt x="1352" y="3939"/>
                  </a:lnTo>
                  <a:lnTo>
                    <a:pt x="1314" y="3823"/>
                  </a:lnTo>
                  <a:lnTo>
                    <a:pt x="1314" y="3746"/>
                  </a:lnTo>
                  <a:lnTo>
                    <a:pt x="1236" y="3669"/>
                  </a:lnTo>
                  <a:lnTo>
                    <a:pt x="155" y="2935"/>
                  </a:lnTo>
                  <a:lnTo>
                    <a:pt x="1" y="3321"/>
                  </a:lnTo>
                  <a:lnTo>
                    <a:pt x="657" y="3785"/>
                  </a:lnTo>
                  <a:lnTo>
                    <a:pt x="541" y="3900"/>
                  </a:lnTo>
                  <a:lnTo>
                    <a:pt x="425" y="4016"/>
                  </a:lnTo>
                  <a:lnTo>
                    <a:pt x="310" y="4132"/>
                  </a:lnTo>
                  <a:lnTo>
                    <a:pt x="271" y="4248"/>
                  </a:lnTo>
                  <a:lnTo>
                    <a:pt x="232" y="4402"/>
                  </a:lnTo>
                  <a:lnTo>
                    <a:pt x="194" y="4557"/>
                  </a:lnTo>
                  <a:lnTo>
                    <a:pt x="232" y="4750"/>
                  </a:lnTo>
                  <a:lnTo>
                    <a:pt x="271" y="4904"/>
                  </a:lnTo>
                  <a:lnTo>
                    <a:pt x="425" y="5136"/>
                  </a:lnTo>
                  <a:lnTo>
                    <a:pt x="580" y="5291"/>
                  </a:lnTo>
                  <a:lnTo>
                    <a:pt x="773" y="5368"/>
                  </a:lnTo>
                  <a:lnTo>
                    <a:pt x="966" y="5445"/>
                  </a:lnTo>
                  <a:lnTo>
                    <a:pt x="1198" y="5445"/>
                  </a:lnTo>
                  <a:lnTo>
                    <a:pt x="1429" y="5406"/>
                  </a:lnTo>
                  <a:lnTo>
                    <a:pt x="1661" y="5329"/>
                  </a:lnTo>
                  <a:lnTo>
                    <a:pt x="1854" y="5213"/>
                  </a:lnTo>
                  <a:lnTo>
                    <a:pt x="2086" y="5059"/>
                  </a:lnTo>
                  <a:lnTo>
                    <a:pt x="2279" y="4866"/>
                  </a:lnTo>
                  <a:lnTo>
                    <a:pt x="2433" y="4673"/>
                  </a:lnTo>
                  <a:lnTo>
                    <a:pt x="2511" y="4441"/>
                  </a:lnTo>
                  <a:lnTo>
                    <a:pt x="2588" y="4209"/>
                  </a:lnTo>
                  <a:lnTo>
                    <a:pt x="2626" y="3978"/>
                  </a:lnTo>
                  <a:lnTo>
                    <a:pt x="2626" y="3746"/>
                  </a:lnTo>
                  <a:lnTo>
                    <a:pt x="2588" y="3514"/>
                  </a:lnTo>
                  <a:lnTo>
                    <a:pt x="2511" y="3283"/>
                  </a:lnTo>
                  <a:lnTo>
                    <a:pt x="2395" y="3090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70" y="2510"/>
                  </a:lnTo>
                  <a:lnTo>
                    <a:pt x="1777" y="2356"/>
                  </a:lnTo>
                  <a:lnTo>
                    <a:pt x="1545" y="2240"/>
                  </a:lnTo>
                  <a:lnTo>
                    <a:pt x="1314" y="2124"/>
                  </a:lnTo>
                  <a:lnTo>
                    <a:pt x="1661" y="2008"/>
                  </a:lnTo>
                  <a:lnTo>
                    <a:pt x="1970" y="1854"/>
                  </a:lnTo>
                  <a:lnTo>
                    <a:pt x="2279" y="1661"/>
                  </a:lnTo>
                  <a:lnTo>
                    <a:pt x="2588" y="1429"/>
                  </a:lnTo>
                  <a:lnTo>
                    <a:pt x="2858" y="1236"/>
                  </a:lnTo>
                  <a:lnTo>
                    <a:pt x="3128" y="966"/>
                  </a:lnTo>
                  <a:lnTo>
                    <a:pt x="3360" y="695"/>
                  </a:lnTo>
                  <a:lnTo>
                    <a:pt x="3476" y="541"/>
                  </a:lnTo>
                  <a:lnTo>
                    <a:pt x="3553" y="387"/>
                  </a:lnTo>
                  <a:lnTo>
                    <a:pt x="3746" y="116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7" name="Google Shape;3987;p17"/>
            <p:cNvSpPr/>
            <p:nvPr/>
          </p:nvSpPr>
          <p:spPr>
            <a:xfrm>
              <a:off x="2264425" y="357522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28"/>
                  </a:lnTo>
                  <a:lnTo>
                    <a:pt x="3939" y="4248"/>
                  </a:lnTo>
                  <a:lnTo>
                    <a:pt x="4017" y="5407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917"/>
                  </a:lnTo>
                  <a:lnTo>
                    <a:pt x="3901" y="8534"/>
                  </a:lnTo>
                  <a:lnTo>
                    <a:pt x="3746" y="9152"/>
                  </a:lnTo>
                  <a:lnTo>
                    <a:pt x="3515" y="9732"/>
                  </a:lnTo>
                  <a:lnTo>
                    <a:pt x="3244" y="10272"/>
                  </a:lnTo>
                  <a:lnTo>
                    <a:pt x="3013" y="10542"/>
                  </a:lnTo>
                  <a:lnTo>
                    <a:pt x="2781" y="10735"/>
                  </a:lnTo>
                  <a:lnTo>
                    <a:pt x="2472" y="10851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93"/>
                  </a:lnTo>
                  <a:lnTo>
                    <a:pt x="773" y="9384"/>
                  </a:lnTo>
                  <a:lnTo>
                    <a:pt x="696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29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618" y="2742"/>
                  </a:lnTo>
                  <a:lnTo>
                    <a:pt x="1391" y="2395"/>
                  </a:lnTo>
                  <a:lnTo>
                    <a:pt x="2163" y="1931"/>
                  </a:lnTo>
                  <a:lnTo>
                    <a:pt x="2935" y="1429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39"/>
                  </a:lnTo>
                  <a:lnTo>
                    <a:pt x="3476" y="310"/>
                  </a:lnTo>
                  <a:lnTo>
                    <a:pt x="3051" y="657"/>
                  </a:lnTo>
                  <a:lnTo>
                    <a:pt x="2626" y="966"/>
                  </a:lnTo>
                  <a:lnTo>
                    <a:pt x="2202" y="1313"/>
                  </a:lnTo>
                  <a:lnTo>
                    <a:pt x="1314" y="1893"/>
                  </a:lnTo>
                  <a:lnTo>
                    <a:pt x="425" y="2472"/>
                  </a:lnTo>
                  <a:lnTo>
                    <a:pt x="348" y="2549"/>
                  </a:lnTo>
                  <a:lnTo>
                    <a:pt x="348" y="2626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3"/>
                  </a:lnTo>
                  <a:lnTo>
                    <a:pt x="155" y="4866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616"/>
                  </a:lnTo>
                  <a:lnTo>
                    <a:pt x="503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4"/>
                  </a:lnTo>
                  <a:lnTo>
                    <a:pt x="1391" y="11199"/>
                  </a:lnTo>
                  <a:lnTo>
                    <a:pt x="1622" y="11315"/>
                  </a:lnTo>
                  <a:lnTo>
                    <a:pt x="1816" y="11392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19" y="11353"/>
                  </a:lnTo>
                  <a:lnTo>
                    <a:pt x="3051" y="11237"/>
                  </a:lnTo>
                  <a:lnTo>
                    <a:pt x="3283" y="11044"/>
                  </a:lnTo>
                  <a:lnTo>
                    <a:pt x="3476" y="10890"/>
                  </a:lnTo>
                  <a:lnTo>
                    <a:pt x="3669" y="10658"/>
                  </a:lnTo>
                  <a:lnTo>
                    <a:pt x="3823" y="10388"/>
                  </a:lnTo>
                  <a:lnTo>
                    <a:pt x="3978" y="10156"/>
                  </a:lnTo>
                  <a:lnTo>
                    <a:pt x="4171" y="9538"/>
                  </a:lnTo>
                  <a:lnTo>
                    <a:pt x="4325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222"/>
                  </a:lnTo>
                  <a:lnTo>
                    <a:pt x="4596" y="6642"/>
                  </a:lnTo>
                  <a:lnTo>
                    <a:pt x="4596" y="6102"/>
                  </a:lnTo>
                  <a:lnTo>
                    <a:pt x="4557" y="4982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1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39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8" name="Google Shape;3988;p17"/>
            <p:cNvSpPr/>
            <p:nvPr/>
          </p:nvSpPr>
          <p:spPr>
            <a:xfrm>
              <a:off x="4033950" y="358970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39" y="233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3"/>
                  </a:lnTo>
                  <a:lnTo>
                    <a:pt x="1005" y="155"/>
                  </a:lnTo>
                  <a:lnTo>
                    <a:pt x="966" y="117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9" name="Google Shape;3989;p17"/>
            <p:cNvSpPr/>
            <p:nvPr/>
          </p:nvSpPr>
          <p:spPr>
            <a:xfrm>
              <a:off x="3935475" y="3595500"/>
              <a:ext cx="21275" cy="8725"/>
            </a:xfrm>
            <a:custGeom>
              <a:avLst/>
              <a:gdLst/>
              <a:ahLst/>
              <a:cxnLst/>
              <a:rect l="l" t="t" r="r" b="b"/>
              <a:pathLst>
                <a:path w="851" h="349" extrusionOk="0">
                  <a:moveTo>
                    <a:pt x="426" y="1"/>
                  </a:moveTo>
                  <a:lnTo>
                    <a:pt x="155" y="39"/>
                  </a:lnTo>
                  <a:lnTo>
                    <a:pt x="117" y="39"/>
                  </a:lnTo>
                  <a:lnTo>
                    <a:pt x="40" y="78"/>
                  </a:lnTo>
                  <a:lnTo>
                    <a:pt x="1" y="194"/>
                  </a:lnTo>
                  <a:lnTo>
                    <a:pt x="40" y="271"/>
                  </a:lnTo>
                  <a:lnTo>
                    <a:pt x="117" y="309"/>
                  </a:lnTo>
                  <a:lnTo>
                    <a:pt x="155" y="348"/>
                  </a:lnTo>
                  <a:lnTo>
                    <a:pt x="735" y="348"/>
                  </a:lnTo>
                  <a:lnTo>
                    <a:pt x="812" y="271"/>
                  </a:lnTo>
                  <a:lnTo>
                    <a:pt x="850" y="194"/>
                  </a:lnTo>
                  <a:lnTo>
                    <a:pt x="812" y="78"/>
                  </a:lnTo>
                  <a:lnTo>
                    <a:pt x="73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0" name="Google Shape;3990;p17"/>
            <p:cNvSpPr/>
            <p:nvPr/>
          </p:nvSpPr>
          <p:spPr>
            <a:xfrm>
              <a:off x="6924275" y="3599350"/>
              <a:ext cx="335975" cy="782950"/>
            </a:xfrm>
            <a:custGeom>
              <a:avLst/>
              <a:gdLst/>
              <a:ahLst/>
              <a:cxnLst/>
              <a:rect l="l" t="t" r="r" b="b"/>
              <a:pathLst>
                <a:path w="13439" h="31318" extrusionOk="0">
                  <a:moveTo>
                    <a:pt x="6488" y="387"/>
                  </a:moveTo>
                  <a:lnTo>
                    <a:pt x="6526" y="464"/>
                  </a:lnTo>
                  <a:lnTo>
                    <a:pt x="7144" y="2009"/>
                  </a:lnTo>
                  <a:lnTo>
                    <a:pt x="7685" y="3554"/>
                  </a:lnTo>
                  <a:lnTo>
                    <a:pt x="8226" y="5137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2"/>
                  </a:lnTo>
                  <a:lnTo>
                    <a:pt x="7530" y="7338"/>
                  </a:lnTo>
                  <a:lnTo>
                    <a:pt x="7222" y="7454"/>
                  </a:lnTo>
                  <a:lnTo>
                    <a:pt x="6913" y="7531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1"/>
                  </a:lnTo>
                  <a:lnTo>
                    <a:pt x="5522" y="7492"/>
                  </a:lnTo>
                  <a:lnTo>
                    <a:pt x="4866" y="7338"/>
                  </a:lnTo>
                  <a:lnTo>
                    <a:pt x="4210" y="7106"/>
                  </a:lnTo>
                  <a:lnTo>
                    <a:pt x="3592" y="6874"/>
                  </a:lnTo>
                  <a:lnTo>
                    <a:pt x="3862" y="6025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4"/>
                  </a:lnTo>
                  <a:lnTo>
                    <a:pt x="5214" y="2743"/>
                  </a:lnTo>
                  <a:lnTo>
                    <a:pt x="5600" y="1932"/>
                  </a:lnTo>
                  <a:lnTo>
                    <a:pt x="6024" y="1159"/>
                  </a:lnTo>
                  <a:lnTo>
                    <a:pt x="6488" y="387"/>
                  </a:lnTo>
                  <a:close/>
                  <a:moveTo>
                    <a:pt x="8805" y="7029"/>
                  </a:moveTo>
                  <a:lnTo>
                    <a:pt x="9230" y="8419"/>
                  </a:lnTo>
                  <a:lnTo>
                    <a:pt x="9577" y="9848"/>
                  </a:lnTo>
                  <a:lnTo>
                    <a:pt x="9847" y="11083"/>
                  </a:lnTo>
                  <a:lnTo>
                    <a:pt x="10079" y="12358"/>
                  </a:lnTo>
                  <a:lnTo>
                    <a:pt x="10234" y="13632"/>
                  </a:lnTo>
                  <a:lnTo>
                    <a:pt x="10388" y="14906"/>
                  </a:lnTo>
                  <a:lnTo>
                    <a:pt x="10465" y="16181"/>
                  </a:lnTo>
                  <a:lnTo>
                    <a:pt x="10504" y="16837"/>
                  </a:lnTo>
                  <a:lnTo>
                    <a:pt x="10504" y="17493"/>
                  </a:lnTo>
                  <a:lnTo>
                    <a:pt x="10504" y="18189"/>
                  </a:lnTo>
                  <a:lnTo>
                    <a:pt x="10427" y="18845"/>
                  </a:lnTo>
                  <a:lnTo>
                    <a:pt x="10311" y="19463"/>
                  </a:lnTo>
                  <a:lnTo>
                    <a:pt x="10118" y="20081"/>
                  </a:lnTo>
                  <a:lnTo>
                    <a:pt x="9886" y="20660"/>
                  </a:lnTo>
                  <a:lnTo>
                    <a:pt x="9538" y="21162"/>
                  </a:lnTo>
                  <a:lnTo>
                    <a:pt x="9384" y="21394"/>
                  </a:lnTo>
                  <a:lnTo>
                    <a:pt x="9152" y="21587"/>
                  </a:lnTo>
                  <a:lnTo>
                    <a:pt x="8959" y="21780"/>
                  </a:lnTo>
                  <a:lnTo>
                    <a:pt x="8728" y="21973"/>
                  </a:lnTo>
                  <a:lnTo>
                    <a:pt x="8496" y="22127"/>
                  </a:lnTo>
                  <a:lnTo>
                    <a:pt x="8226" y="22243"/>
                  </a:lnTo>
                  <a:lnTo>
                    <a:pt x="7955" y="22359"/>
                  </a:lnTo>
                  <a:lnTo>
                    <a:pt x="7685" y="22436"/>
                  </a:lnTo>
                  <a:lnTo>
                    <a:pt x="7415" y="22475"/>
                  </a:lnTo>
                  <a:lnTo>
                    <a:pt x="6797" y="22475"/>
                  </a:lnTo>
                  <a:lnTo>
                    <a:pt x="6488" y="22436"/>
                  </a:lnTo>
                  <a:lnTo>
                    <a:pt x="5909" y="22282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5"/>
                  </a:lnTo>
                  <a:lnTo>
                    <a:pt x="4094" y="20930"/>
                  </a:lnTo>
                  <a:lnTo>
                    <a:pt x="3785" y="20467"/>
                  </a:lnTo>
                  <a:lnTo>
                    <a:pt x="3476" y="19965"/>
                  </a:lnTo>
                  <a:lnTo>
                    <a:pt x="3244" y="19424"/>
                  </a:lnTo>
                  <a:lnTo>
                    <a:pt x="3051" y="18884"/>
                  </a:lnTo>
                  <a:lnTo>
                    <a:pt x="2897" y="18343"/>
                  </a:lnTo>
                  <a:lnTo>
                    <a:pt x="2781" y="17802"/>
                  </a:lnTo>
                  <a:lnTo>
                    <a:pt x="2704" y="17223"/>
                  </a:lnTo>
                  <a:lnTo>
                    <a:pt x="2588" y="16103"/>
                  </a:lnTo>
                  <a:lnTo>
                    <a:pt x="2511" y="14945"/>
                  </a:lnTo>
                  <a:lnTo>
                    <a:pt x="2511" y="13748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3"/>
                  </a:lnTo>
                  <a:lnTo>
                    <a:pt x="3128" y="8689"/>
                  </a:lnTo>
                  <a:lnTo>
                    <a:pt x="3283" y="7917"/>
                  </a:lnTo>
                  <a:lnTo>
                    <a:pt x="3515" y="7183"/>
                  </a:lnTo>
                  <a:lnTo>
                    <a:pt x="4132" y="7454"/>
                  </a:lnTo>
                  <a:lnTo>
                    <a:pt x="4827" y="7685"/>
                  </a:lnTo>
                  <a:lnTo>
                    <a:pt x="5522" y="7840"/>
                  </a:lnTo>
                  <a:lnTo>
                    <a:pt x="5909" y="7917"/>
                  </a:lnTo>
                  <a:lnTo>
                    <a:pt x="6256" y="7917"/>
                  </a:lnTo>
                  <a:lnTo>
                    <a:pt x="6604" y="7956"/>
                  </a:lnTo>
                  <a:lnTo>
                    <a:pt x="6990" y="7917"/>
                  </a:lnTo>
                  <a:lnTo>
                    <a:pt x="7299" y="7878"/>
                  </a:lnTo>
                  <a:lnTo>
                    <a:pt x="7646" y="7763"/>
                  </a:lnTo>
                  <a:lnTo>
                    <a:pt x="7955" y="7647"/>
                  </a:lnTo>
                  <a:lnTo>
                    <a:pt x="8264" y="7492"/>
                  </a:lnTo>
                  <a:lnTo>
                    <a:pt x="8573" y="7261"/>
                  </a:lnTo>
                  <a:lnTo>
                    <a:pt x="8805" y="7029"/>
                  </a:lnTo>
                  <a:close/>
                  <a:moveTo>
                    <a:pt x="8650" y="22475"/>
                  </a:moveTo>
                  <a:lnTo>
                    <a:pt x="8766" y="22822"/>
                  </a:lnTo>
                  <a:lnTo>
                    <a:pt x="8921" y="23170"/>
                  </a:lnTo>
                  <a:lnTo>
                    <a:pt x="8496" y="23402"/>
                  </a:lnTo>
                  <a:lnTo>
                    <a:pt x="8071" y="23556"/>
                  </a:lnTo>
                  <a:lnTo>
                    <a:pt x="7608" y="23633"/>
                  </a:lnTo>
                  <a:lnTo>
                    <a:pt x="7144" y="23672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3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5"/>
                  </a:lnTo>
                  <a:lnTo>
                    <a:pt x="5870" y="22629"/>
                  </a:lnTo>
                  <a:lnTo>
                    <a:pt x="6256" y="22784"/>
                  </a:lnTo>
                  <a:lnTo>
                    <a:pt x="6681" y="22861"/>
                  </a:lnTo>
                  <a:lnTo>
                    <a:pt x="7067" y="22900"/>
                  </a:lnTo>
                  <a:lnTo>
                    <a:pt x="7453" y="22861"/>
                  </a:lnTo>
                  <a:lnTo>
                    <a:pt x="7878" y="22822"/>
                  </a:lnTo>
                  <a:lnTo>
                    <a:pt x="8264" y="22668"/>
                  </a:lnTo>
                  <a:lnTo>
                    <a:pt x="8650" y="22475"/>
                  </a:lnTo>
                  <a:close/>
                  <a:moveTo>
                    <a:pt x="10890" y="16798"/>
                  </a:moveTo>
                  <a:lnTo>
                    <a:pt x="11392" y="17262"/>
                  </a:lnTo>
                  <a:lnTo>
                    <a:pt x="11933" y="17648"/>
                  </a:lnTo>
                  <a:lnTo>
                    <a:pt x="12512" y="18034"/>
                  </a:lnTo>
                  <a:lnTo>
                    <a:pt x="13091" y="18343"/>
                  </a:lnTo>
                  <a:lnTo>
                    <a:pt x="12937" y="19772"/>
                  </a:lnTo>
                  <a:lnTo>
                    <a:pt x="12821" y="21239"/>
                  </a:lnTo>
                  <a:lnTo>
                    <a:pt x="12705" y="24212"/>
                  </a:lnTo>
                  <a:lnTo>
                    <a:pt x="11894" y="23595"/>
                  </a:lnTo>
                  <a:lnTo>
                    <a:pt x="11044" y="23015"/>
                  </a:lnTo>
                  <a:lnTo>
                    <a:pt x="10813" y="22861"/>
                  </a:lnTo>
                  <a:lnTo>
                    <a:pt x="10620" y="22668"/>
                  </a:lnTo>
                  <a:lnTo>
                    <a:pt x="10581" y="22591"/>
                  </a:lnTo>
                  <a:lnTo>
                    <a:pt x="10542" y="22436"/>
                  </a:lnTo>
                  <a:lnTo>
                    <a:pt x="10542" y="22127"/>
                  </a:lnTo>
                  <a:lnTo>
                    <a:pt x="10542" y="21394"/>
                  </a:lnTo>
                  <a:lnTo>
                    <a:pt x="10504" y="20660"/>
                  </a:lnTo>
                  <a:lnTo>
                    <a:pt x="10504" y="20583"/>
                  </a:lnTo>
                  <a:lnTo>
                    <a:pt x="10465" y="20544"/>
                  </a:lnTo>
                  <a:lnTo>
                    <a:pt x="10388" y="20467"/>
                  </a:lnTo>
                  <a:lnTo>
                    <a:pt x="10542" y="19965"/>
                  </a:lnTo>
                  <a:lnTo>
                    <a:pt x="10697" y="19424"/>
                  </a:lnTo>
                  <a:lnTo>
                    <a:pt x="10774" y="18884"/>
                  </a:lnTo>
                  <a:lnTo>
                    <a:pt x="10851" y="18304"/>
                  </a:lnTo>
                  <a:lnTo>
                    <a:pt x="10890" y="17571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5"/>
                  </a:lnTo>
                  <a:lnTo>
                    <a:pt x="6140" y="23826"/>
                  </a:lnTo>
                  <a:lnTo>
                    <a:pt x="6642" y="23942"/>
                  </a:lnTo>
                  <a:lnTo>
                    <a:pt x="7144" y="23981"/>
                  </a:lnTo>
                  <a:lnTo>
                    <a:pt x="7646" y="23981"/>
                  </a:lnTo>
                  <a:lnTo>
                    <a:pt x="8148" y="23865"/>
                  </a:lnTo>
                  <a:lnTo>
                    <a:pt x="8612" y="23710"/>
                  </a:lnTo>
                  <a:lnTo>
                    <a:pt x="9075" y="23440"/>
                  </a:lnTo>
                  <a:lnTo>
                    <a:pt x="9384" y="23904"/>
                  </a:lnTo>
                  <a:lnTo>
                    <a:pt x="8843" y="24174"/>
                  </a:lnTo>
                  <a:lnTo>
                    <a:pt x="8303" y="24367"/>
                  </a:lnTo>
                  <a:lnTo>
                    <a:pt x="7762" y="24483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4"/>
                  </a:lnTo>
                  <a:lnTo>
                    <a:pt x="5561" y="24290"/>
                  </a:lnTo>
                  <a:lnTo>
                    <a:pt x="4982" y="24097"/>
                  </a:lnTo>
                  <a:lnTo>
                    <a:pt x="5059" y="23904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8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3"/>
                  </a:lnTo>
                  <a:lnTo>
                    <a:pt x="2974" y="19772"/>
                  </a:lnTo>
                  <a:lnTo>
                    <a:pt x="3244" y="20312"/>
                  </a:lnTo>
                  <a:lnTo>
                    <a:pt x="3244" y="20351"/>
                  </a:lnTo>
                  <a:lnTo>
                    <a:pt x="3206" y="21200"/>
                  </a:lnTo>
                  <a:lnTo>
                    <a:pt x="3244" y="22050"/>
                  </a:lnTo>
                  <a:lnTo>
                    <a:pt x="3283" y="22359"/>
                  </a:lnTo>
                  <a:lnTo>
                    <a:pt x="3321" y="22706"/>
                  </a:lnTo>
                  <a:lnTo>
                    <a:pt x="3321" y="23054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9"/>
                  </a:lnTo>
                  <a:lnTo>
                    <a:pt x="3051" y="23633"/>
                  </a:lnTo>
                  <a:lnTo>
                    <a:pt x="2704" y="23904"/>
                  </a:lnTo>
                  <a:lnTo>
                    <a:pt x="2009" y="24405"/>
                  </a:lnTo>
                  <a:lnTo>
                    <a:pt x="773" y="25409"/>
                  </a:lnTo>
                  <a:lnTo>
                    <a:pt x="811" y="24676"/>
                  </a:lnTo>
                  <a:lnTo>
                    <a:pt x="850" y="23942"/>
                  </a:lnTo>
                  <a:lnTo>
                    <a:pt x="811" y="23170"/>
                  </a:lnTo>
                  <a:lnTo>
                    <a:pt x="773" y="22436"/>
                  </a:lnTo>
                  <a:lnTo>
                    <a:pt x="657" y="21239"/>
                  </a:lnTo>
                  <a:lnTo>
                    <a:pt x="503" y="20467"/>
                  </a:lnTo>
                  <a:lnTo>
                    <a:pt x="425" y="20081"/>
                  </a:lnTo>
                  <a:lnTo>
                    <a:pt x="464" y="19694"/>
                  </a:lnTo>
                  <a:lnTo>
                    <a:pt x="503" y="19656"/>
                  </a:lnTo>
                  <a:lnTo>
                    <a:pt x="541" y="19579"/>
                  </a:lnTo>
                  <a:lnTo>
                    <a:pt x="541" y="19540"/>
                  </a:lnTo>
                  <a:lnTo>
                    <a:pt x="541" y="19463"/>
                  </a:lnTo>
                  <a:lnTo>
                    <a:pt x="1429" y="18420"/>
                  </a:lnTo>
                  <a:lnTo>
                    <a:pt x="2356" y="17378"/>
                  </a:lnTo>
                  <a:close/>
                  <a:moveTo>
                    <a:pt x="8148" y="24830"/>
                  </a:moveTo>
                  <a:lnTo>
                    <a:pt x="8148" y="25062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8"/>
                  </a:lnTo>
                  <a:lnTo>
                    <a:pt x="7878" y="25216"/>
                  </a:lnTo>
                  <a:lnTo>
                    <a:pt x="7839" y="25294"/>
                  </a:lnTo>
                  <a:lnTo>
                    <a:pt x="7839" y="25371"/>
                  </a:lnTo>
                  <a:lnTo>
                    <a:pt x="7994" y="25873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60"/>
                  </a:lnTo>
                  <a:lnTo>
                    <a:pt x="8148" y="28962"/>
                  </a:lnTo>
                  <a:lnTo>
                    <a:pt x="8071" y="29503"/>
                  </a:lnTo>
                  <a:lnTo>
                    <a:pt x="7762" y="29194"/>
                  </a:lnTo>
                  <a:lnTo>
                    <a:pt x="7453" y="28885"/>
                  </a:lnTo>
                  <a:lnTo>
                    <a:pt x="7260" y="28537"/>
                  </a:lnTo>
                  <a:lnTo>
                    <a:pt x="7067" y="28190"/>
                  </a:lnTo>
                  <a:lnTo>
                    <a:pt x="6951" y="27804"/>
                  </a:lnTo>
                  <a:lnTo>
                    <a:pt x="6874" y="27417"/>
                  </a:lnTo>
                  <a:lnTo>
                    <a:pt x="6835" y="26954"/>
                  </a:lnTo>
                  <a:lnTo>
                    <a:pt x="6835" y="26491"/>
                  </a:lnTo>
                  <a:lnTo>
                    <a:pt x="6874" y="26105"/>
                  </a:lnTo>
                  <a:lnTo>
                    <a:pt x="6874" y="25757"/>
                  </a:lnTo>
                  <a:lnTo>
                    <a:pt x="6835" y="25603"/>
                  </a:lnTo>
                  <a:lnTo>
                    <a:pt x="6758" y="25487"/>
                  </a:lnTo>
                  <a:lnTo>
                    <a:pt x="6642" y="25371"/>
                  </a:lnTo>
                  <a:lnTo>
                    <a:pt x="6488" y="25294"/>
                  </a:lnTo>
                  <a:lnTo>
                    <a:pt x="6604" y="25101"/>
                  </a:lnTo>
                  <a:lnTo>
                    <a:pt x="6720" y="24985"/>
                  </a:lnTo>
                  <a:lnTo>
                    <a:pt x="7106" y="24985"/>
                  </a:lnTo>
                  <a:lnTo>
                    <a:pt x="7453" y="24946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5"/>
                  </a:lnTo>
                  <a:lnTo>
                    <a:pt x="9500" y="25409"/>
                  </a:lnTo>
                  <a:lnTo>
                    <a:pt x="9809" y="25796"/>
                  </a:lnTo>
                  <a:lnTo>
                    <a:pt x="10118" y="26259"/>
                  </a:lnTo>
                  <a:lnTo>
                    <a:pt x="9847" y="26220"/>
                  </a:lnTo>
                  <a:lnTo>
                    <a:pt x="9616" y="26105"/>
                  </a:lnTo>
                  <a:lnTo>
                    <a:pt x="9423" y="25950"/>
                  </a:lnTo>
                  <a:lnTo>
                    <a:pt x="9230" y="25757"/>
                  </a:lnTo>
                  <a:lnTo>
                    <a:pt x="9191" y="25680"/>
                  </a:lnTo>
                  <a:lnTo>
                    <a:pt x="8998" y="25680"/>
                  </a:lnTo>
                  <a:lnTo>
                    <a:pt x="8959" y="25718"/>
                  </a:lnTo>
                  <a:lnTo>
                    <a:pt x="8921" y="25796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1"/>
                  </a:lnTo>
                  <a:lnTo>
                    <a:pt x="9423" y="27070"/>
                  </a:lnTo>
                  <a:lnTo>
                    <a:pt x="9500" y="27379"/>
                  </a:lnTo>
                  <a:lnTo>
                    <a:pt x="9538" y="27688"/>
                  </a:lnTo>
                  <a:lnTo>
                    <a:pt x="9538" y="27997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80"/>
                  </a:lnTo>
                  <a:lnTo>
                    <a:pt x="9230" y="29889"/>
                  </a:lnTo>
                  <a:lnTo>
                    <a:pt x="9075" y="30159"/>
                  </a:lnTo>
                  <a:lnTo>
                    <a:pt x="8921" y="30429"/>
                  </a:lnTo>
                  <a:lnTo>
                    <a:pt x="8728" y="30661"/>
                  </a:lnTo>
                  <a:lnTo>
                    <a:pt x="8534" y="30777"/>
                  </a:lnTo>
                  <a:lnTo>
                    <a:pt x="8341" y="30854"/>
                  </a:lnTo>
                  <a:lnTo>
                    <a:pt x="8187" y="30854"/>
                  </a:lnTo>
                  <a:lnTo>
                    <a:pt x="7994" y="30777"/>
                  </a:lnTo>
                  <a:lnTo>
                    <a:pt x="7839" y="30700"/>
                  </a:lnTo>
                  <a:lnTo>
                    <a:pt x="7685" y="30584"/>
                  </a:lnTo>
                  <a:lnTo>
                    <a:pt x="7376" y="30275"/>
                  </a:lnTo>
                  <a:lnTo>
                    <a:pt x="6874" y="29773"/>
                  </a:lnTo>
                  <a:lnTo>
                    <a:pt x="6681" y="29503"/>
                  </a:lnTo>
                  <a:lnTo>
                    <a:pt x="6488" y="29194"/>
                  </a:lnTo>
                  <a:lnTo>
                    <a:pt x="6295" y="28846"/>
                  </a:lnTo>
                  <a:lnTo>
                    <a:pt x="6102" y="28460"/>
                  </a:lnTo>
                  <a:lnTo>
                    <a:pt x="5986" y="28074"/>
                  </a:lnTo>
                  <a:lnTo>
                    <a:pt x="5909" y="27688"/>
                  </a:lnTo>
                  <a:lnTo>
                    <a:pt x="5870" y="27263"/>
                  </a:lnTo>
                  <a:lnTo>
                    <a:pt x="5870" y="26877"/>
                  </a:lnTo>
                  <a:lnTo>
                    <a:pt x="5909" y="26491"/>
                  </a:lnTo>
                  <a:lnTo>
                    <a:pt x="6024" y="26066"/>
                  </a:lnTo>
                  <a:lnTo>
                    <a:pt x="6024" y="25950"/>
                  </a:lnTo>
                  <a:lnTo>
                    <a:pt x="5947" y="25911"/>
                  </a:lnTo>
                  <a:lnTo>
                    <a:pt x="5870" y="25873"/>
                  </a:lnTo>
                  <a:lnTo>
                    <a:pt x="5793" y="25873"/>
                  </a:lnTo>
                  <a:lnTo>
                    <a:pt x="5059" y="26220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8"/>
                  </a:lnTo>
                  <a:lnTo>
                    <a:pt x="5445" y="25101"/>
                  </a:lnTo>
                  <a:lnTo>
                    <a:pt x="5716" y="24753"/>
                  </a:lnTo>
                  <a:lnTo>
                    <a:pt x="6102" y="24869"/>
                  </a:lnTo>
                  <a:lnTo>
                    <a:pt x="6488" y="24946"/>
                  </a:lnTo>
                  <a:lnTo>
                    <a:pt x="6333" y="25101"/>
                  </a:lnTo>
                  <a:lnTo>
                    <a:pt x="6179" y="25294"/>
                  </a:lnTo>
                  <a:lnTo>
                    <a:pt x="6179" y="25371"/>
                  </a:lnTo>
                  <a:lnTo>
                    <a:pt x="6179" y="25448"/>
                  </a:lnTo>
                  <a:lnTo>
                    <a:pt x="6256" y="25487"/>
                  </a:lnTo>
                  <a:lnTo>
                    <a:pt x="6295" y="25487"/>
                  </a:lnTo>
                  <a:lnTo>
                    <a:pt x="6372" y="25525"/>
                  </a:lnTo>
                  <a:lnTo>
                    <a:pt x="6449" y="25603"/>
                  </a:lnTo>
                  <a:lnTo>
                    <a:pt x="6526" y="25796"/>
                  </a:lnTo>
                  <a:lnTo>
                    <a:pt x="6565" y="26105"/>
                  </a:lnTo>
                  <a:lnTo>
                    <a:pt x="6604" y="26452"/>
                  </a:lnTo>
                  <a:lnTo>
                    <a:pt x="6604" y="27147"/>
                  </a:lnTo>
                  <a:lnTo>
                    <a:pt x="6604" y="27611"/>
                  </a:lnTo>
                  <a:lnTo>
                    <a:pt x="6681" y="28074"/>
                  </a:lnTo>
                  <a:lnTo>
                    <a:pt x="6835" y="28499"/>
                  </a:lnTo>
                  <a:lnTo>
                    <a:pt x="7067" y="28923"/>
                  </a:lnTo>
                  <a:lnTo>
                    <a:pt x="7376" y="29310"/>
                  </a:lnTo>
                  <a:lnTo>
                    <a:pt x="7569" y="29464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50"/>
                  </a:lnTo>
                  <a:lnTo>
                    <a:pt x="8264" y="29850"/>
                  </a:lnTo>
                  <a:lnTo>
                    <a:pt x="8303" y="29812"/>
                  </a:lnTo>
                  <a:lnTo>
                    <a:pt x="8303" y="29734"/>
                  </a:lnTo>
                  <a:lnTo>
                    <a:pt x="8303" y="29696"/>
                  </a:lnTo>
                  <a:lnTo>
                    <a:pt x="8303" y="29657"/>
                  </a:lnTo>
                  <a:lnTo>
                    <a:pt x="8419" y="29155"/>
                  </a:lnTo>
                  <a:lnTo>
                    <a:pt x="8496" y="28615"/>
                  </a:lnTo>
                  <a:lnTo>
                    <a:pt x="8534" y="28113"/>
                  </a:lnTo>
                  <a:lnTo>
                    <a:pt x="8534" y="27572"/>
                  </a:lnTo>
                  <a:lnTo>
                    <a:pt x="8534" y="27070"/>
                  </a:lnTo>
                  <a:lnTo>
                    <a:pt x="8457" y="26568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7"/>
                  </a:lnTo>
                  <a:lnTo>
                    <a:pt x="8650" y="25409"/>
                  </a:lnTo>
                  <a:lnTo>
                    <a:pt x="8650" y="25371"/>
                  </a:lnTo>
                  <a:lnTo>
                    <a:pt x="8612" y="25294"/>
                  </a:lnTo>
                  <a:lnTo>
                    <a:pt x="8380" y="24792"/>
                  </a:lnTo>
                  <a:lnTo>
                    <a:pt x="8805" y="24637"/>
                  </a:lnTo>
                  <a:close/>
                  <a:moveTo>
                    <a:pt x="6449" y="1"/>
                  </a:moveTo>
                  <a:lnTo>
                    <a:pt x="6411" y="40"/>
                  </a:lnTo>
                  <a:lnTo>
                    <a:pt x="6411" y="117"/>
                  </a:lnTo>
                  <a:lnTo>
                    <a:pt x="6333" y="117"/>
                  </a:lnTo>
                  <a:lnTo>
                    <a:pt x="6295" y="194"/>
                  </a:lnTo>
                  <a:lnTo>
                    <a:pt x="5600" y="1275"/>
                  </a:lnTo>
                  <a:lnTo>
                    <a:pt x="4943" y="2434"/>
                  </a:lnTo>
                  <a:lnTo>
                    <a:pt x="4403" y="3592"/>
                  </a:lnTo>
                  <a:lnTo>
                    <a:pt x="3901" y="4828"/>
                  </a:lnTo>
                  <a:lnTo>
                    <a:pt x="3437" y="6063"/>
                  </a:lnTo>
                  <a:lnTo>
                    <a:pt x="3090" y="7299"/>
                  </a:lnTo>
                  <a:lnTo>
                    <a:pt x="2742" y="8573"/>
                  </a:lnTo>
                  <a:lnTo>
                    <a:pt x="2511" y="9848"/>
                  </a:lnTo>
                  <a:lnTo>
                    <a:pt x="2317" y="11161"/>
                  </a:lnTo>
                  <a:lnTo>
                    <a:pt x="2202" y="12474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9"/>
                  </a:lnTo>
                  <a:lnTo>
                    <a:pt x="541" y="18806"/>
                  </a:lnTo>
                  <a:lnTo>
                    <a:pt x="39" y="19463"/>
                  </a:lnTo>
                  <a:lnTo>
                    <a:pt x="1" y="19501"/>
                  </a:lnTo>
                  <a:lnTo>
                    <a:pt x="1" y="19579"/>
                  </a:lnTo>
                  <a:lnTo>
                    <a:pt x="78" y="19694"/>
                  </a:lnTo>
                  <a:lnTo>
                    <a:pt x="39" y="19965"/>
                  </a:lnTo>
                  <a:lnTo>
                    <a:pt x="39" y="20274"/>
                  </a:lnTo>
                  <a:lnTo>
                    <a:pt x="39" y="20544"/>
                  </a:lnTo>
                  <a:lnTo>
                    <a:pt x="78" y="20853"/>
                  </a:lnTo>
                  <a:lnTo>
                    <a:pt x="194" y="21432"/>
                  </a:lnTo>
                  <a:lnTo>
                    <a:pt x="309" y="22011"/>
                  </a:lnTo>
                  <a:lnTo>
                    <a:pt x="387" y="22900"/>
                  </a:lnTo>
                  <a:lnTo>
                    <a:pt x="425" y="23749"/>
                  </a:lnTo>
                  <a:lnTo>
                    <a:pt x="425" y="24637"/>
                  </a:lnTo>
                  <a:lnTo>
                    <a:pt x="387" y="25487"/>
                  </a:lnTo>
                  <a:lnTo>
                    <a:pt x="387" y="25603"/>
                  </a:lnTo>
                  <a:lnTo>
                    <a:pt x="464" y="25641"/>
                  </a:lnTo>
                  <a:lnTo>
                    <a:pt x="503" y="25680"/>
                  </a:lnTo>
                  <a:lnTo>
                    <a:pt x="580" y="25680"/>
                  </a:lnTo>
                  <a:lnTo>
                    <a:pt x="618" y="25757"/>
                  </a:lnTo>
                  <a:lnTo>
                    <a:pt x="696" y="25796"/>
                  </a:lnTo>
                  <a:lnTo>
                    <a:pt x="811" y="25796"/>
                  </a:lnTo>
                  <a:lnTo>
                    <a:pt x="1584" y="25255"/>
                  </a:lnTo>
                  <a:lnTo>
                    <a:pt x="2279" y="24714"/>
                  </a:lnTo>
                  <a:lnTo>
                    <a:pt x="3746" y="23595"/>
                  </a:lnTo>
                  <a:lnTo>
                    <a:pt x="3785" y="23479"/>
                  </a:lnTo>
                  <a:lnTo>
                    <a:pt x="3785" y="23363"/>
                  </a:lnTo>
                  <a:lnTo>
                    <a:pt x="3630" y="22089"/>
                  </a:lnTo>
                  <a:lnTo>
                    <a:pt x="3592" y="20814"/>
                  </a:lnTo>
                  <a:lnTo>
                    <a:pt x="3939" y="21278"/>
                  </a:lnTo>
                  <a:lnTo>
                    <a:pt x="4364" y="21664"/>
                  </a:lnTo>
                  <a:lnTo>
                    <a:pt x="4789" y="22050"/>
                  </a:lnTo>
                  <a:lnTo>
                    <a:pt x="5252" y="22359"/>
                  </a:lnTo>
                  <a:lnTo>
                    <a:pt x="5059" y="22745"/>
                  </a:lnTo>
                  <a:lnTo>
                    <a:pt x="4866" y="23170"/>
                  </a:lnTo>
                  <a:lnTo>
                    <a:pt x="4712" y="23633"/>
                  </a:lnTo>
                  <a:lnTo>
                    <a:pt x="4673" y="23865"/>
                  </a:lnTo>
                  <a:lnTo>
                    <a:pt x="4712" y="24097"/>
                  </a:lnTo>
                  <a:lnTo>
                    <a:pt x="4750" y="24174"/>
                  </a:lnTo>
                  <a:lnTo>
                    <a:pt x="4789" y="24212"/>
                  </a:lnTo>
                  <a:lnTo>
                    <a:pt x="4827" y="24251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6"/>
                  </a:lnTo>
                  <a:lnTo>
                    <a:pt x="5329" y="24869"/>
                  </a:lnTo>
                  <a:lnTo>
                    <a:pt x="5175" y="25062"/>
                  </a:lnTo>
                  <a:lnTo>
                    <a:pt x="5021" y="25255"/>
                  </a:lnTo>
                  <a:lnTo>
                    <a:pt x="4905" y="25487"/>
                  </a:lnTo>
                  <a:lnTo>
                    <a:pt x="4827" y="25718"/>
                  </a:lnTo>
                  <a:lnTo>
                    <a:pt x="4750" y="25950"/>
                  </a:lnTo>
                  <a:lnTo>
                    <a:pt x="4712" y="26220"/>
                  </a:lnTo>
                  <a:lnTo>
                    <a:pt x="4712" y="26491"/>
                  </a:lnTo>
                  <a:lnTo>
                    <a:pt x="4712" y="26568"/>
                  </a:lnTo>
                  <a:lnTo>
                    <a:pt x="4789" y="26645"/>
                  </a:lnTo>
                  <a:lnTo>
                    <a:pt x="4943" y="26645"/>
                  </a:lnTo>
                  <a:lnTo>
                    <a:pt x="5638" y="26298"/>
                  </a:lnTo>
                  <a:lnTo>
                    <a:pt x="5561" y="26722"/>
                  </a:lnTo>
                  <a:lnTo>
                    <a:pt x="5561" y="27147"/>
                  </a:lnTo>
                  <a:lnTo>
                    <a:pt x="5561" y="27533"/>
                  </a:lnTo>
                  <a:lnTo>
                    <a:pt x="5638" y="27958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6"/>
                  </a:lnTo>
                  <a:lnTo>
                    <a:pt x="6256" y="29464"/>
                  </a:lnTo>
                  <a:lnTo>
                    <a:pt x="6642" y="30005"/>
                  </a:lnTo>
                  <a:lnTo>
                    <a:pt x="6913" y="30352"/>
                  </a:lnTo>
                  <a:lnTo>
                    <a:pt x="7183" y="30661"/>
                  </a:lnTo>
                  <a:lnTo>
                    <a:pt x="7530" y="30970"/>
                  </a:lnTo>
                  <a:lnTo>
                    <a:pt x="7839" y="31163"/>
                  </a:lnTo>
                  <a:lnTo>
                    <a:pt x="7994" y="31240"/>
                  </a:lnTo>
                  <a:lnTo>
                    <a:pt x="8148" y="31318"/>
                  </a:lnTo>
                  <a:lnTo>
                    <a:pt x="8303" y="31318"/>
                  </a:lnTo>
                  <a:lnTo>
                    <a:pt x="8457" y="31279"/>
                  </a:lnTo>
                  <a:lnTo>
                    <a:pt x="8612" y="31240"/>
                  </a:lnTo>
                  <a:lnTo>
                    <a:pt x="8766" y="31163"/>
                  </a:lnTo>
                  <a:lnTo>
                    <a:pt x="8998" y="30893"/>
                  </a:lnTo>
                  <a:lnTo>
                    <a:pt x="9230" y="30584"/>
                  </a:lnTo>
                  <a:lnTo>
                    <a:pt x="9423" y="30236"/>
                  </a:lnTo>
                  <a:lnTo>
                    <a:pt x="9577" y="29850"/>
                  </a:lnTo>
                  <a:lnTo>
                    <a:pt x="9693" y="29464"/>
                  </a:lnTo>
                  <a:lnTo>
                    <a:pt x="9847" y="28808"/>
                  </a:lnTo>
                  <a:lnTo>
                    <a:pt x="9886" y="28228"/>
                  </a:lnTo>
                  <a:lnTo>
                    <a:pt x="9847" y="27611"/>
                  </a:lnTo>
                  <a:lnTo>
                    <a:pt x="9770" y="27031"/>
                  </a:lnTo>
                  <a:lnTo>
                    <a:pt x="9577" y="26491"/>
                  </a:lnTo>
                  <a:lnTo>
                    <a:pt x="9770" y="26529"/>
                  </a:lnTo>
                  <a:lnTo>
                    <a:pt x="9963" y="26568"/>
                  </a:lnTo>
                  <a:lnTo>
                    <a:pt x="10156" y="26607"/>
                  </a:lnTo>
                  <a:lnTo>
                    <a:pt x="10388" y="26607"/>
                  </a:lnTo>
                  <a:lnTo>
                    <a:pt x="10465" y="26568"/>
                  </a:lnTo>
                  <a:lnTo>
                    <a:pt x="10542" y="26529"/>
                  </a:lnTo>
                  <a:lnTo>
                    <a:pt x="10542" y="26452"/>
                  </a:lnTo>
                  <a:lnTo>
                    <a:pt x="10542" y="26336"/>
                  </a:lnTo>
                  <a:lnTo>
                    <a:pt x="10234" y="25834"/>
                  </a:lnTo>
                  <a:lnTo>
                    <a:pt x="9925" y="25332"/>
                  </a:lnTo>
                  <a:lnTo>
                    <a:pt x="9538" y="24869"/>
                  </a:lnTo>
                  <a:lnTo>
                    <a:pt x="9114" y="24483"/>
                  </a:lnTo>
                  <a:lnTo>
                    <a:pt x="9616" y="24135"/>
                  </a:lnTo>
                  <a:lnTo>
                    <a:pt x="9693" y="24058"/>
                  </a:lnTo>
                  <a:lnTo>
                    <a:pt x="9732" y="23981"/>
                  </a:lnTo>
                  <a:lnTo>
                    <a:pt x="9770" y="23942"/>
                  </a:lnTo>
                  <a:lnTo>
                    <a:pt x="9732" y="23865"/>
                  </a:lnTo>
                  <a:lnTo>
                    <a:pt x="9307" y="23093"/>
                  </a:lnTo>
                  <a:lnTo>
                    <a:pt x="9114" y="22706"/>
                  </a:lnTo>
                  <a:lnTo>
                    <a:pt x="8959" y="22282"/>
                  </a:lnTo>
                  <a:lnTo>
                    <a:pt x="9114" y="22204"/>
                  </a:lnTo>
                  <a:lnTo>
                    <a:pt x="9423" y="21934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9"/>
                  </a:lnTo>
                  <a:lnTo>
                    <a:pt x="10118" y="21896"/>
                  </a:lnTo>
                  <a:lnTo>
                    <a:pt x="10040" y="22822"/>
                  </a:lnTo>
                  <a:lnTo>
                    <a:pt x="10079" y="22900"/>
                  </a:lnTo>
                  <a:lnTo>
                    <a:pt x="10156" y="22977"/>
                  </a:lnTo>
                  <a:lnTo>
                    <a:pt x="10813" y="23402"/>
                  </a:lnTo>
                  <a:lnTo>
                    <a:pt x="11469" y="23826"/>
                  </a:lnTo>
                  <a:lnTo>
                    <a:pt x="12126" y="24290"/>
                  </a:lnTo>
                  <a:lnTo>
                    <a:pt x="12743" y="24753"/>
                  </a:lnTo>
                  <a:lnTo>
                    <a:pt x="12859" y="24830"/>
                  </a:lnTo>
                  <a:lnTo>
                    <a:pt x="12975" y="24792"/>
                  </a:lnTo>
                  <a:lnTo>
                    <a:pt x="13052" y="24753"/>
                  </a:lnTo>
                  <a:lnTo>
                    <a:pt x="13091" y="24637"/>
                  </a:lnTo>
                  <a:lnTo>
                    <a:pt x="13323" y="21394"/>
                  </a:lnTo>
                  <a:lnTo>
                    <a:pt x="13400" y="19772"/>
                  </a:lnTo>
                  <a:lnTo>
                    <a:pt x="13439" y="18961"/>
                  </a:lnTo>
                  <a:lnTo>
                    <a:pt x="13400" y="18189"/>
                  </a:lnTo>
                  <a:lnTo>
                    <a:pt x="13361" y="18073"/>
                  </a:lnTo>
                  <a:lnTo>
                    <a:pt x="13323" y="18034"/>
                  </a:lnTo>
                  <a:lnTo>
                    <a:pt x="13284" y="18034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5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6" y="14559"/>
                  </a:lnTo>
                  <a:lnTo>
                    <a:pt x="10620" y="13632"/>
                  </a:lnTo>
                  <a:lnTo>
                    <a:pt x="10504" y="12705"/>
                  </a:lnTo>
                  <a:lnTo>
                    <a:pt x="10234" y="11122"/>
                  </a:lnTo>
                  <a:lnTo>
                    <a:pt x="9886" y="9539"/>
                  </a:lnTo>
                  <a:lnTo>
                    <a:pt x="9500" y="7956"/>
                  </a:lnTo>
                  <a:lnTo>
                    <a:pt x="9036" y="6411"/>
                  </a:lnTo>
                  <a:lnTo>
                    <a:pt x="8534" y="4866"/>
                  </a:lnTo>
                  <a:lnTo>
                    <a:pt x="7994" y="3322"/>
                  </a:lnTo>
                  <a:lnTo>
                    <a:pt x="7415" y="1816"/>
                  </a:lnTo>
                  <a:lnTo>
                    <a:pt x="6835" y="310"/>
                  </a:lnTo>
                  <a:lnTo>
                    <a:pt x="6797" y="233"/>
                  </a:lnTo>
                  <a:lnTo>
                    <a:pt x="6720" y="194"/>
                  </a:lnTo>
                  <a:lnTo>
                    <a:pt x="6642" y="155"/>
                  </a:lnTo>
                  <a:lnTo>
                    <a:pt x="6604" y="40"/>
                  </a:lnTo>
                  <a:lnTo>
                    <a:pt x="65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1" name="Google Shape;3991;p17"/>
            <p:cNvSpPr/>
            <p:nvPr/>
          </p:nvSpPr>
          <p:spPr>
            <a:xfrm>
              <a:off x="2208425" y="362157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4" y="386"/>
                  </a:moveTo>
                  <a:lnTo>
                    <a:pt x="1121" y="425"/>
                  </a:lnTo>
                  <a:lnTo>
                    <a:pt x="1198" y="463"/>
                  </a:lnTo>
                  <a:lnTo>
                    <a:pt x="1237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7" y="1120"/>
                  </a:lnTo>
                  <a:lnTo>
                    <a:pt x="1159" y="1159"/>
                  </a:lnTo>
                  <a:lnTo>
                    <a:pt x="1082" y="1236"/>
                  </a:lnTo>
                  <a:lnTo>
                    <a:pt x="889" y="1274"/>
                  </a:lnTo>
                  <a:lnTo>
                    <a:pt x="696" y="1236"/>
                  </a:lnTo>
                  <a:lnTo>
                    <a:pt x="542" y="1159"/>
                  </a:lnTo>
                  <a:lnTo>
                    <a:pt x="464" y="1081"/>
                  </a:lnTo>
                  <a:lnTo>
                    <a:pt x="426" y="965"/>
                  </a:lnTo>
                  <a:lnTo>
                    <a:pt x="387" y="888"/>
                  </a:lnTo>
                  <a:lnTo>
                    <a:pt x="387" y="772"/>
                  </a:lnTo>
                  <a:lnTo>
                    <a:pt x="426" y="579"/>
                  </a:lnTo>
                  <a:lnTo>
                    <a:pt x="542" y="579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850" y="0"/>
                  </a:moveTo>
                  <a:lnTo>
                    <a:pt x="735" y="39"/>
                  </a:lnTo>
                  <a:lnTo>
                    <a:pt x="619" y="77"/>
                  </a:lnTo>
                  <a:lnTo>
                    <a:pt x="503" y="116"/>
                  </a:lnTo>
                  <a:lnTo>
                    <a:pt x="348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79"/>
                  </a:lnTo>
                  <a:lnTo>
                    <a:pt x="40" y="734"/>
                  </a:lnTo>
                  <a:lnTo>
                    <a:pt x="1" y="888"/>
                  </a:lnTo>
                  <a:lnTo>
                    <a:pt x="40" y="1043"/>
                  </a:lnTo>
                  <a:lnTo>
                    <a:pt x="78" y="1197"/>
                  </a:lnTo>
                  <a:lnTo>
                    <a:pt x="194" y="1352"/>
                  </a:lnTo>
                  <a:lnTo>
                    <a:pt x="310" y="1467"/>
                  </a:lnTo>
                  <a:lnTo>
                    <a:pt x="464" y="1583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1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7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2" name="Google Shape;3992;p17"/>
            <p:cNvSpPr/>
            <p:nvPr/>
          </p:nvSpPr>
          <p:spPr>
            <a:xfrm>
              <a:off x="4431675" y="3622525"/>
              <a:ext cx="174775" cy="292525"/>
            </a:xfrm>
            <a:custGeom>
              <a:avLst/>
              <a:gdLst/>
              <a:ahLst/>
              <a:cxnLst/>
              <a:rect l="l" t="t" r="r" b="b"/>
              <a:pathLst>
                <a:path w="6991" h="11701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4" y="6256"/>
                  </a:lnTo>
                  <a:lnTo>
                    <a:pt x="4403" y="7801"/>
                  </a:lnTo>
                  <a:lnTo>
                    <a:pt x="5214" y="9345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4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2" y="11508"/>
                  </a:lnTo>
                  <a:lnTo>
                    <a:pt x="6952" y="11392"/>
                  </a:lnTo>
                  <a:lnTo>
                    <a:pt x="6990" y="11353"/>
                  </a:lnTo>
                  <a:lnTo>
                    <a:pt x="6681" y="11122"/>
                  </a:lnTo>
                  <a:lnTo>
                    <a:pt x="6759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6" y="5638"/>
                  </a:lnTo>
                  <a:lnTo>
                    <a:pt x="6411" y="5638"/>
                  </a:lnTo>
                  <a:lnTo>
                    <a:pt x="6411" y="6758"/>
                  </a:lnTo>
                  <a:lnTo>
                    <a:pt x="6334" y="8573"/>
                  </a:lnTo>
                  <a:lnTo>
                    <a:pt x="6295" y="9500"/>
                  </a:lnTo>
                  <a:lnTo>
                    <a:pt x="6257" y="10427"/>
                  </a:lnTo>
                  <a:lnTo>
                    <a:pt x="5986" y="9886"/>
                  </a:lnTo>
                  <a:lnTo>
                    <a:pt x="5253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2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3" name="Google Shape;3993;p17"/>
            <p:cNvSpPr/>
            <p:nvPr/>
          </p:nvSpPr>
          <p:spPr>
            <a:xfrm>
              <a:off x="3827375" y="363605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3" y="464"/>
                  </a:moveTo>
                  <a:lnTo>
                    <a:pt x="2085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89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89" y="2472"/>
                  </a:lnTo>
                  <a:lnTo>
                    <a:pt x="2973" y="2665"/>
                  </a:lnTo>
                  <a:lnTo>
                    <a:pt x="2780" y="2896"/>
                  </a:lnTo>
                  <a:lnTo>
                    <a:pt x="2587" y="3051"/>
                  </a:lnTo>
                  <a:lnTo>
                    <a:pt x="2356" y="3167"/>
                  </a:lnTo>
                  <a:lnTo>
                    <a:pt x="2085" y="3244"/>
                  </a:lnTo>
                  <a:lnTo>
                    <a:pt x="1776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5" y="2896"/>
                  </a:lnTo>
                  <a:lnTo>
                    <a:pt x="772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4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80"/>
                  </a:lnTo>
                  <a:lnTo>
                    <a:pt x="1583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8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1" y="271"/>
                  </a:lnTo>
                  <a:lnTo>
                    <a:pt x="850" y="386"/>
                  </a:lnTo>
                  <a:lnTo>
                    <a:pt x="618" y="580"/>
                  </a:lnTo>
                  <a:lnTo>
                    <a:pt x="425" y="773"/>
                  </a:lnTo>
                  <a:lnTo>
                    <a:pt x="270" y="966"/>
                  </a:lnTo>
                  <a:lnTo>
                    <a:pt x="155" y="1236"/>
                  </a:lnTo>
                  <a:lnTo>
                    <a:pt x="77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1"/>
                  </a:lnTo>
                  <a:lnTo>
                    <a:pt x="1583" y="3707"/>
                  </a:lnTo>
                  <a:lnTo>
                    <a:pt x="1969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5" y="2781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4"/>
                  </a:lnTo>
                  <a:lnTo>
                    <a:pt x="3668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4" name="Google Shape;3994;p17"/>
            <p:cNvSpPr/>
            <p:nvPr/>
          </p:nvSpPr>
          <p:spPr>
            <a:xfrm>
              <a:off x="2802150" y="3642800"/>
              <a:ext cx="320525" cy="97525"/>
            </a:xfrm>
            <a:custGeom>
              <a:avLst/>
              <a:gdLst/>
              <a:ahLst/>
              <a:cxnLst/>
              <a:rect l="l" t="t" r="r" b="b"/>
              <a:pathLst>
                <a:path w="12821" h="3901" extrusionOk="0">
                  <a:moveTo>
                    <a:pt x="12550" y="1"/>
                  </a:moveTo>
                  <a:lnTo>
                    <a:pt x="12434" y="39"/>
                  </a:lnTo>
                  <a:lnTo>
                    <a:pt x="12357" y="78"/>
                  </a:lnTo>
                  <a:lnTo>
                    <a:pt x="12318" y="155"/>
                  </a:lnTo>
                  <a:lnTo>
                    <a:pt x="12280" y="271"/>
                  </a:lnTo>
                  <a:lnTo>
                    <a:pt x="12318" y="348"/>
                  </a:lnTo>
                  <a:lnTo>
                    <a:pt x="12357" y="541"/>
                  </a:lnTo>
                  <a:lnTo>
                    <a:pt x="12318" y="734"/>
                  </a:lnTo>
                  <a:lnTo>
                    <a:pt x="12280" y="889"/>
                  </a:lnTo>
                  <a:lnTo>
                    <a:pt x="12164" y="1043"/>
                  </a:lnTo>
                  <a:lnTo>
                    <a:pt x="12009" y="1198"/>
                  </a:lnTo>
                  <a:lnTo>
                    <a:pt x="11855" y="1314"/>
                  </a:lnTo>
                  <a:lnTo>
                    <a:pt x="11430" y="1545"/>
                  </a:lnTo>
                  <a:lnTo>
                    <a:pt x="11005" y="1700"/>
                  </a:lnTo>
                  <a:lnTo>
                    <a:pt x="10542" y="1854"/>
                  </a:lnTo>
                  <a:lnTo>
                    <a:pt x="9808" y="2047"/>
                  </a:lnTo>
                  <a:lnTo>
                    <a:pt x="9422" y="2163"/>
                  </a:lnTo>
                  <a:lnTo>
                    <a:pt x="9383" y="2086"/>
                  </a:lnTo>
                  <a:lnTo>
                    <a:pt x="9345" y="2009"/>
                  </a:lnTo>
                  <a:lnTo>
                    <a:pt x="8997" y="1468"/>
                  </a:lnTo>
                  <a:lnTo>
                    <a:pt x="8727" y="927"/>
                  </a:lnTo>
                  <a:lnTo>
                    <a:pt x="8418" y="1043"/>
                  </a:lnTo>
                  <a:lnTo>
                    <a:pt x="8495" y="1391"/>
                  </a:lnTo>
                  <a:lnTo>
                    <a:pt x="8611" y="1700"/>
                  </a:lnTo>
                  <a:lnTo>
                    <a:pt x="8804" y="2009"/>
                  </a:lnTo>
                  <a:lnTo>
                    <a:pt x="8997" y="2279"/>
                  </a:lnTo>
                  <a:lnTo>
                    <a:pt x="7839" y="2588"/>
                  </a:lnTo>
                  <a:lnTo>
                    <a:pt x="6719" y="2820"/>
                  </a:lnTo>
                  <a:lnTo>
                    <a:pt x="5329" y="3051"/>
                  </a:lnTo>
                  <a:lnTo>
                    <a:pt x="3939" y="3244"/>
                  </a:lnTo>
                  <a:lnTo>
                    <a:pt x="3668" y="3283"/>
                  </a:lnTo>
                  <a:lnTo>
                    <a:pt x="3746" y="2935"/>
                  </a:lnTo>
                  <a:lnTo>
                    <a:pt x="3784" y="2588"/>
                  </a:lnTo>
                  <a:lnTo>
                    <a:pt x="3707" y="2240"/>
                  </a:lnTo>
                  <a:lnTo>
                    <a:pt x="3630" y="1893"/>
                  </a:lnTo>
                  <a:lnTo>
                    <a:pt x="3282" y="1970"/>
                  </a:lnTo>
                  <a:lnTo>
                    <a:pt x="3321" y="2279"/>
                  </a:lnTo>
                  <a:lnTo>
                    <a:pt x="3360" y="2588"/>
                  </a:lnTo>
                  <a:lnTo>
                    <a:pt x="3282" y="2974"/>
                  </a:lnTo>
                  <a:lnTo>
                    <a:pt x="3205" y="3321"/>
                  </a:lnTo>
                  <a:lnTo>
                    <a:pt x="2278" y="3399"/>
                  </a:lnTo>
                  <a:lnTo>
                    <a:pt x="1815" y="3437"/>
                  </a:lnTo>
                  <a:lnTo>
                    <a:pt x="1352" y="3399"/>
                  </a:lnTo>
                  <a:lnTo>
                    <a:pt x="965" y="3360"/>
                  </a:lnTo>
                  <a:lnTo>
                    <a:pt x="772" y="3283"/>
                  </a:lnTo>
                  <a:lnTo>
                    <a:pt x="618" y="3244"/>
                  </a:lnTo>
                  <a:lnTo>
                    <a:pt x="502" y="3128"/>
                  </a:lnTo>
                  <a:lnTo>
                    <a:pt x="425" y="3051"/>
                  </a:lnTo>
                  <a:lnTo>
                    <a:pt x="386" y="2935"/>
                  </a:lnTo>
                  <a:lnTo>
                    <a:pt x="348" y="2781"/>
                  </a:lnTo>
                  <a:lnTo>
                    <a:pt x="348" y="2704"/>
                  </a:lnTo>
                  <a:lnTo>
                    <a:pt x="309" y="2665"/>
                  </a:lnTo>
                  <a:lnTo>
                    <a:pt x="232" y="2588"/>
                  </a:lnTo>
                  <a:lnTo>
                    <a:pt x="116" y="2626"/>
                  </a:lnTo>
                  <a:lnTo>
                    <a:pt x="77" y="2626"/>
                  </a:lnTo>
                  <a:lnTo>
                    <a:pt x="39" y="2704"/>
                  </a:lnTo>
                  <a:lnTo>
                    <a:pt x="0" y="2858"/>
                  </a:lnTo>
                  <a:lnTo>
                    <a:pt x="0" y="3013"/>
                  </a:lnTo>
                  <a:lnTo>
                    <a:pt x="0" y="3167"/>
                  </a:lnTo>
                  <a:lnTo>
                    <a:pt x="39" y="3283"/>
                  </a:lnTo>
                  <a:lnTo>
                    <a:pt x="116" y="3399"/>
                  </a:lnTo>
                  <a:lnTo>
                    <a:pt x="193" y="3515"/>
                  </a:lnTo>
                  <a:lnTo>
                    <a:pt x="386" y="3669"/>
                  </a:lnTo>
                  <a:lnTo>
                    <a:pt x="657" y="3746"/>
                  </a:lnTo>
                  <a:lnTo>
                    <a:pt x="927" y="3823"/>
                  </a:lnTo>
                  <a:lnTo>
                    <a:pt x="1236" y="3862"/>
                  </a:lnTo>
                  <a:lnTo>
                    <a:pt x="1506" y="3901"/>
                  </a:lnTo>
                  <a:lnTo>
                    <a:pt x="2780" y="3823"/>
                  </a:lnTo>
                  <a:lnTo>
                    <a:pt x="4016" y="3746"/>
                  </a:lnTo>
                  <a:lnTo>
                    <a:pt x="5252" y="3553"/>
                  </a:lnTo>
                  <a:lnTo>
                    <a:pt x="6487" y="3360"/>
                  </a:lnTo>
                  <a:lnTo>
                    <a:pt x="7646" y="3128"/>
                  </a:lnTo>
                  <a:lnTo>
                    <a:pt x="8766" y="2858"/>
                  </a:lnTo>
                  <a:lnTo>
                    <a:pt x="9885" y="2511"/>
                  </a:lnTo>
                  <a:lnTo>
                    <a:pt x="11005" y="2163"/>
                  </a:lnTo>
                  <a:lnTo>
                    <a:pt x="11353" y="2047"/>
                  </a:lnTo>
                  <a:lnTo>
                    <a:pt x="11700" y="1893"/>
                  </a:lnTo>
                  <a:lnTo>
                    <a:pt x="12048" y="1700"/>
                  </a:lnTo>
                  <a:lnTo>
                    <a:pt x="12357" y="1507"/>
                  </a:lnTo>
                  <a:lnTo>
                    <a:pt x="12627" y="1236"/>
                  </a:lnTo>
                  <a:lnTo>
                    <a:pt x="12704" y="1082"/>
                  </a:lnTo>
                  <a:lnTo>
                    <a:pt x="12782" y="927"/>
                  </a:lnTo>
                  <a:lnTo>
                    <a:pt x="12820" y="773"/>
                  </a:lnTo>
                  <a:lnTo>
                    <a:pt x="12820" y="580"/>
                  </a:lnTo>
                  <a:lnTo>
                    <a:pt x="12820" y="387"/>
                  </a:lnTo>
                  <a:lnTo>
                    <a:pt x="12743" y="155"/>
                  </a:lnTo>
                  <a:lnTo>
                    <a:pt x="12704" y="78"/>
                  </a:lnTo>
                  <a:lnTo>
                    <a:pt x="12627" y="39"/>
                  </a:lnTo>
                  <a:lnTo>
                    <a:pt x="125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5" name="Google Shape;3995;p17"/>
            <p:cNvSpPr/>
            <p:nvPr/>
          </p:nvSpPr>
          <p:spPr>
            <a:xfrm>
              <a:off x="2017300" y="364860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271" y="0"/>
                  </a:moveTo>
                  <a:lnTo>
                    <a:pt x="155" y="39"/>
                  </a:lnTo>
                  <a:lnTo>
                    <a:pt x="39" y="116"/>
                  </a:lnTo>
                  <a:lnTo>
                    <a:pt x="0" y="232"/>
                  </a:lnTo>
                  <a:lnTo>
                    <a:pt x="39" y="386"/>
                  </a:lnTo>
                  <a:lnTo>
                    <a:pt x="348" y="888"/>
                  </a:lnTo>
                  <a:lnTo>
                    <a:pt x="657" y="1390"/>
                  </a:lnTo>
                  <a:lnTo>
                    <a:pt x="1043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205"/>
                  </a:lnTo>
                  <a:lnTo>
                    <a:pt x="2703" y="3553"/>
                  </a:lnTo>
                  <a:lnTo>
                    <a:pt x="3205" y="3900"/>
                  </a:lnTo>
                  <a:lnTo>
                    <a:pt x="3553" y="3746"/>
                  </a:lnTo>
                  <a:lnTo>
                    <a:pt x="2780" y="3012"/>
                  </a:lnTo>
                  <a:lnTo>
                    <a:pt x="2047" y="2240"/>
                  </a:lnTo>
                  <a:lnTo>
                    <a:pt x="1352" y="1429"/>
                  </a:lnTo>
                  <a:lnTo>
                    <a:pt x="1043" y="1004"/>
                  </a:lnTo>
                  <a:lnTo>
                    <a:pt x="734" y="541"/>
                  </a:lnTo>
                  <a:lnTo>
                    <a:pt x="1622" y="695"/>
                  </a:lnTo>
                  <a:lnTo>
                    <a:pt x="2510" y="888"/>
                  </a:lnTo>
                  <a:lnTo>
                    <a:pt x="3012" y="1043"/>
                  </a:lnTo>
                  <a:lnTo>
                    <a:pt x="3514" y="1197"/>
                  </a:lnTo>
                  <a:lnTo>
                    <a:pt x="4016" y="1390"/>
                  </a:lnTo>
                  <a:lnTo>
                    <a:pt x="4518" y="1506"/>
                  </a:lnTo>
                  <a:lnTo>
                    <a:pt x="4595" y="1506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84"/>
                  </a:lnTo>
                  <a:lnTo>
                    <a:pt x="4904" y="1506"/>
                  </a:lnTo>
                  <a:lnTo>
                    <a:pt x="4982" y="1429"/>
                  </a:lnTo>
                  <a:lnTo>
                    <a:pt x="4634" y="1159"/>
                  </a:lnTo>
                  <a:lnTo>
                    <a:pt x="4171" y="888"/>
                  </a:lnTo>
                  <a:lnTo>
                    <a:pt x="3630" y="657"/>
                  </a:lnTo>
                  <a:lnTo>
                    <a:pt x="3089" y="464"/>
                  </a:lnTo>
                  <a:lnTo>
                    <a:pt x="2510" y="309"/>
                  </a:lnTo>
                  <a:lnTo>
                    <a:pt x="1931" y="193"/>
                  </a:lnTo>
                  <a:lnTo>
                    <a:pt x="1352" y="116"/>
                  </a:lnTo>
                  <a:lnTo>
                    <a:pt x="27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6" name="Google Shape;3996;p17"/>
            <p:cNvSpPr/>
            <p:nvPr/>
          </p:nvSpPr>
          <p:spPr>
            <a:xfrm>
              <a:off x="1564525" y="3658250"/>
              <a:ext cx="248125" cy="295425"/>
            </a:xfrm>
            <a:custGeom>
              <a:avLst/>
              <a:gdLst/>
              <a:ahLst/>
              <a:cxnLst/>
              <a:rect l="l" t="t" r="r" b="b"/>
              <a:pathLst>
                <a:path w="9925" h="11817" extrusionOk="0">
                  <a:moveTo>
                    <a:pt x="3785" y="850"/>
                  </a:moveTo>
                  <a:lnTo>
                    <a:pt x="4326" y="2279"/>
                  </a:lnTo>
                  <a:lnTo>
                    <a:pt x="4944" y="3746"/>
                  </a:lnTo>
                  <a:lnTo>
                    <a:pt x="6179" y="6565"/>
                  </a:lnTo>
                  <a:lnTo>
                    <a:pt x="3322" y="7492"/>
                  </a:lnTo>
                  <a:lnTo>
                    <a:pt x="1893" y="7955"/>
                  </a:lnTo>
                  <a:lnTo>
                    <a:pt x="464" y="8457"/>
                  </a:lnTo>
                  <a:lnTo>
                    <a:pt x="464" y="8457"/>
                  </a:lnTo>
                  <a:lnTo>
                    <a:pt x="1043" y="7569"/>
                  </a:lnTo>
                  <a:lnTo>
                    <a:pt x="1507" y="6604"/>
                  </a:lnTo>
                  <a:lnTo>
                    <a:pt x="1970" y="5638"/>
                  </a:lnTo>
                  <a:lnTo>
                    <a:pt x="2395" y="4673"/>
                  </a:lnTo>
                  <a:lnTo>
                    <a:pt x="2781" y="3746"/>
                  </a:lnTo>
                  <a:lnTo>
                    <a:pt x="3167" y="2781"/>
                  </a:lnTo>
                  <a:lnTo>
                    <a:pt x="3476" y="1815"/>
                  </a:lnTo>
                  <a:lnTo>
                    <a:pt x="3785" y="850"/>
                  </a:lnTo>
                  <a:close/>
                  <a:moveTo>
                    <a:pt x="3824" y="0"/>
                  </a:moveTo>
                  <a:lnTo>
                    <a:pt x="3746" y="39"/>
                  </a:lnTo>
                  <a:lnTo>
                    <a:pt x="3708" y="78"/>
                  </a:lnTo>
                  <a:lnTo>
                    <a:pt x="3592" y="116"/>
                  </a:lnTo>
                  <a:lnTo>
                    <a:pt x="3553" y="194"/>
                  </a:lnTo>
                  <a:lnTo>
                    <a:pt x="2820" y="2395"/>
                  </a:lnTo>
                  <a:lnTo>
                    <a:pt x="2434" y="3476"/>
                  </a:lnTo>
                  <a:lnTo>
                    <a:pt x="2009" y="4518"/>
                  </a:lnTo>
                  <a:lnTo>
                    <a:pt x="1545" y="5561"/>
                  </a:lnTo>
                  <a:lnTo>
                    <a:pt x="1043" y="6604"/>
                  </a:lnTo>
                  <a:lnTo>
                    <a:pt x="503" y="7608"/>
                  </a:lnTo>
                  <a:lnTo>
                    <a:pt x="39" y="8650"/>
                  </a:lnTo>
                  <a:lnTo>
                    <a:pt x="1" y="8689"/>
                  </a:lnTo>
                  <a:lnTo>
                    <a:pt x="39" y="8766"/>
                  </a:lnTo>
                  <a:lnTo>
                    <a:pt x="117" y="8805"/>
                  </a:lnTo>
                  <a:lnTo>
                    <a:pt x="117" y="8843"/>
                  </a:lnTo>
                  <a:lnTo>
                    <a:pt x="117" y="8920"/>
                  </a:lnTo>
                  <a:lnTo>
                    <a:pt x="155" y="8998"/>
                  </a:lnTo>
                  <a:lnTo>
                    <a:pt x="310" y="9114"/>
                  </a:lnTo>
                  <a:lnTo>
                    <a:pt x="464" y="8882"/>
                  </a:lnTo>
                  <a:lnTo>
                    <a:pt x="1970" y="8457"/>
                  </a:lnTo>
                  <a:lnTo>
                    <a:pt x="3438" y="7994"/>
                  </a:lnTo>
                  <a:lnTo>
                    <a:pt x="6372" y="7028"/>
                  </a:lnTo>
                  <a:lnTo>
                    <a:pt x="7106" y="8689"/>
                  </a:lnTo>
                  <a:lnTo>
                    <a:pt x="8303" y="11817"/>
                  </a:lnTo>
                  <a:lnTo>
                    <a:pt x="8689" y="11662"/>
                  </a:lnTo>
                  <a:lnTo>
                    <a:pt x="7531" y="8689"/>
                  </a:lnTo>
                  <a:lnTo>
                    <a:pt x="6797" y="6874"/>
                  </a:lnTo>
                  <a:lnTo>
                    <a:pt x="8380" y="6333"/>
                  </a:lnTo>
                  <a:lnTo>
                    <a:pt x="9925" y="5754"/>
                  </a:lnTo>
                  <a:lnTo>
                    <a:pt x="9770" y="5329"/>
                  </a:lnTo>
                  <a:lnTo>
                    <a:pt x="8187" y="5909"/>
                  </a:lnTo>
                  <a:lnTo>
                    <a:pt x="6643" y="6449"/>
                  </a:lnTo>
                  <a:lnTo>
                    <a:pt x="6025" y="4905"/>
                  </a:lnTo>
                  <a:lnTo>
                    <a:pt x="5407" y="3360"/>
                  </a:lnTo>
                  <a:lnTo>
                    <a:pt x="4712" y="1854"/>
                  </a:lnTo>
                  <a:lnTo>
                    <a:pt x="3978" y="348"/>
                  </a:lnTo>
                  <a:lnTo>
                    <a:pt x="4055" y="78"/>
                  </a:lnTo>
                  <a:lnTo>
                    <a:pt x="3862" y="39"/>
                  </a:lnTo>
                  <a:lnTo>
                    <a:pt x="382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7" name="Google Shape;3997;p17"/>
            <p:cNvSpPr/>
            <p:nvPr/>
          </p:nvSpPr>
          <p:spPr>
            <a:xfrm>
              <a:off x="1663975" y="3660175"/>
              <a:ext cx="229775" cy="419975"/>
            </a:xfrm>
            <a:custGeom>
              <a:avLst/>
              <a:gdLst/>
              <a:ahLst/>
              <a:cxnLst/>
              <a:rect l="l" t="t" r="r" b="b"/>
              <a:pathLst>
                <a:path w="9191" h="16799" extrusionOk="0">
                  <a:moveTo>
                    <a:pt x="77" y="1"/>
                  </a:moveTo>
                  <a:lnTo>
                    <a:pt x="0" y="271"/>
                  </a:lnTo>
                  <a:lnTo>
                    <a:pt x="2124" y="1275"/>
                  </a:lnTo>
                  <a:lnTo>
                    <a:pt x="4286" y="2240"/>
                  </a:lnTo>
                  <a:lnTo>
                    <a:pt x="5290" y="2742"/>
                  </a:lnTo>
                  <a:lnTo>
                    <a:pt x="6294" y="3244"/>
                  </a:lnTo>
                  <a:lnTo>
                    <a:pt x="7298" y="3746"/>
                  </a:lnTo>
                  <a:lnTo>
                    <a:pt x="8302" y="4248"/>
                  </a:lnTo>
                  <a:lnTo>
                    <a:pt x="7028" y="4750"/>
                  </a:lnTo>
                  <a:lnTo>
                    <a:pt x="5792" y="5252"/>
                  </a:lnTo>
                  <a:lnTo>
                    <a:pt x="5947" y="5677"/>
                  </a:lnTo>
                  <a:lnTo>
                    <a:pt x="7298" y="5175"/>
                  </a:lnTo>
                  <a:lnTo>
                    <a:pt x="7955" y="4905"/>
                  </a:lnTo>
                  <a:lnTo>
                    <a:pt x="8611" y="4596"/>
                  </a:lnTo>
                  <a:lnTo>
                    <a:pt x="8457" y="5136"/>
                  </a:lnTo>
                  <a:lnTo>
                    <a:pt x="8341" y="5638"/>
                  </a:lnTo>
                  <a:lnTo>
                    <a:pt x="8148" y="6681"/>
                  </a:lnTo>
                  <a:lnTo>
                    <a:pt x="7839" y="8380"/>
                  </a:lnTo>
                  <a:lnTo>
                    <a:pt x="7569" y="10041"/>
                  </a:lnTo>
                  <a:lnTo>
                    <a:pt x="7028" y="13361"/>
                  </a:lnTo>
                  <a:lnTo>
                    <a:pt x="6796" y="15060"/>
                  </a:lnTo>
                  <a:lnTo>
                    <a:pt x="6681" y="15871"/>
                  </a:lnTo>
                  <a:lnTo>
                    <a:pt x="6642" y="16721"/>
                  </a:lnTo>
                  <a:lnTo>
                    <a:pt x="6989" y="16798"/>
                  </a:lnTo>
                  <a:lnTo>
                    <a:pt x="7298" y="15215"/>
                  </a:lnTo>
                  <a:lnTo>
                    <a:pt x="7530" y="13593"/>
                  </a:lnTo>
                  <a:lnTo>
                    <a:pt x="7723" y="12010"/>
                  </a:lnTo>
                  <a:lnTo>
                    <a:pt x="7955" y="10427"/>
                  </a:lnTo>
                  <a:lnTo>
                    <a:pt x="8225" y="8805"/>
                  </a:lnTo>
                  <a:lnTo>
                    <a:pt x="8495" y="7183"/>
                  </a:lnTo>
                  <a:lnTo>
                    <a:pt x="8689" y="6488"/>
                  </a:lnTo>
                  <a:lnTo>
                    <a:pt x="8882" y="5793"/>
                  </a:lnTo>
                  <a:lnTo>
                    <a:pt x="9036" y="5059"/>
                  </a:lnTo>
                  <a:lnTo>
                    <a:pt x="9152" y="4364"/>
                  </a:lnTo>
                  <a:lnTo>
                    <a:pt x="9152" y="4287"/>
                  </a:lnTo>
                  <a:lnTo>
                    <a:pt x="9190" y="4210"/>
                  </a:lnTo>
                  <a:lnTo>
                    <a:pt x="9113" y="4094"/>
                  </a:lnTo>
                  <a:lnTo>
                    <a:pt x="9036" y="4017"/>
                  </a:lnTo>
                  <a:lnTo>
                    <a:pt x="8920" y="4017"/>
                  </a:lnTo>
                  <a:lnTo>
                    <a:pt x="8882" y="4055"/>
                  </a:lnTo>
                  <a:lnTo>
                    <a:pt x="7839" y="3437"/>
                  </a:lnTo>
                  <a:lnTo>
                    <a:pt x="6758" y="2897"/>
                  </a:lnTo>
                  <a:lnTo>
                    <a:pt x="4595" y="1893"/>
                  </a:lnTo>
                  <a:lnTo>
                    <a:pt x="2356" y="927"/>
                  </a:lnTo>
                  <a:lnTo>
                    <a:pt x="1236" y="464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8" name="Google Shape;3998;p17"/>
            <p:cNvSpPr/>
            <p:nvPr/>
          </p:nvSpPr>
          <p:spPr>
            <a:xfrm>
              <a:off x="406075" y="3667900"/>
              <a:ext cx="458600" cy="289650"/>
            </a:xfrm>
            <a:custGeom>
              <a:avLst/>
              <a:gdLst/>
              <a:ahLst/>
              <a:cxnLst/>
              <a:rect l="l" t="t" r="r" b="b"/>
              <a:pathLst>
                <a:path w="18344" h="11586" extrusionOk="0">
                  <a:moveTo>
                    <a:pt x="17069" y="387"/>
                  </a:moveTo>
                  <a:lnTo>
                    <a:pt x="17146" y="425"/>
                  </a:lnTo>
                  <a:lnTo>
                    <a:pt x="17223" y="503"/>
                  </a:lnTo>
                  <a:lnTo>
                    <a:pt x="17300" y="734"/>
                  </a:lnTo>
                  <a:lnTo>
                    <a:pt x="17378" y="927"/>
                  </a:lnTo>
                  <a:lnTo>
                    <a:pt x="17378" y="1120"/>
                  </a:lnTo>
                  <a:lnTo>
                    <a:pt x="17339" y="1314"/>
                  </a:lnTo>
                  <a:lnTo>
                    <a:pt x="17223" y="1545"/>
                  </a:lnTo>
                  <a:lnTo>
                    <a:pt x="16953" y="1893"/>
                  </a:lnTo>
                  <a:lnTo>
                    <a:pt x="16721" y="2124"/>
                  </a:lnTo>
                  <a:lnTo>
                    <a:pt x="16451" y="2356"/>
                  </a:lnTo>
                  <a:lnTo>
                    <a:pt x="16181" y="2549"/>
                  </a:lnTo>
                  <a:lnTo>
                    <a:pt x="15872" y="2665"/>
                  </a:lnTo>
                  <a:lnTo>
                    <a:pt x="15872" y="2086"/>
                  </a:lnTo>
                  <a:lnTo>
                    <a:pt x="15910" y="1777"/>
                  </a:lnTo>
                  <a:lnTo>
                    <a:pt x="15949" y="1468"/>
                  </a:lnTo>
                  <a:lnTo>
                    <a:pt x="16026" y="1198"/>
                  </a:lnTo>
                  <a:lnTo>
                    <a:pt x="16181" y="927"/>
                  </a:lnTo>
                  <a:lnTo>
                    <a:pt x="16335" y="696"/>
                  </a:lnTo>
                  <a:lnTo>
                    <a:pt x="16605" y="503"/>
                  </a:lnTo>
                  <a:lnTo>
                    <a:pt x="16837" y="425"/>
                  </a:lnTo>
                  <a:lnTo>
                    <a:pt x="16992" y="387"/>
                  </a:lnTo>
                  <a:close/>
                  <a:moveTo>
                    <a:pt x="14597" y="2974"/>
                  </a:moveTo>
                  <a:lnTo>
                    <a:pt x="14868" y="3013"/>
                  </a:lnTo>
                  <a:lnTo>
                    <a:pt x="15138" y="3090"/>
                  </a:lnTo>
                  <a:lnTo>
                    <a:pt x="15099" y="3206"/>
                  </a:lnTo>
                  <a:lnTo>
                    <a:pt x="14713" y="3515"/>
                  </a:lnTo>
                  <a:lnTo>
                    <a:pt x="14288" y="3746"/>
                  </a:lnTo>
                  <a:lnTo>
                    <a:pt x="14057" y="3862"/>
                  </a:lnTo>
                  <a:lnTo>
                    <a:pt x="13786" y="3939"/>
                  </a:lnTo>
                  <a:lnTo>
                    <a:pt x="13478" y="4017"/>
                  </a:lnTo>
                  <a:lnTo>
                    <a:pt x="13053" y="4017"/>
                  </a:lnTo>
                  <a:lnTo>
                    <a:pt x="12976" y="3939"/>
                  </a:lnTo>
                  <a:lnTo>
                    <a:pt x="12976" y="3862"/>
                  </a:lnTo>
                  <a:lnTo>
                    <a:pt x="12976" y="3708"/>
                  </a:lnTo>
                  <a:lnTo>
                    <a:pt x="13014" y="3476"/>
                  </a:lnTo>
                  <a:lnTo>
                    <a:pt x="13053" y="3360"/>
                  </a:lnTo>
                  <a:lnTo>
                    <a:pt x="13207" y="3244"/>
                  </a:lnTo>
                  <a:lnTo>
                    <a:pt x="13400" y="3167"/>
                  </a:lnTo>
                  <a:lnTo>
                    <a:pt x="13709" y="3051"/>
                  </a:lnTo>
                  <a:lnTo>
                    <a:pt x="14018" y="3013"/>
                  </a:lnTo>
                  <a:lnTo>
                    <a:pt x="14327" y="2974"/>
                  </a:lnTo>
                  <a:close/>
                  <a:moveTo>
                    <a:pt x="15679" y="3283"/>
                  </a:moveTo>
                  <a:lnTo>
                    <a:pt x="16335" y="3476"/>
                  </a:lnTo>
                  <a:lnTo>
                    <a:pt x="16644" y="3553"/>
                  </a:lnTo>
                  <a:lnTo>
                    <a:pt x="16992" y="3669"/>
                  </a:lnTo>
                  <a:lnTo>
                    <a:pt x="17262" y="3823"/>
                  </a:lnTo>
                  <a:lnTo>
                    <a:pt x="17532" y="4017"/>
                  </a:lnTo>
                  <a:lnTo>
                    <a:pt x="17725" y="4287"/>
                  </a:lnTo>
                  <a:lnTo>
                    <a:pt x="17802" y="4403"/>
                  </a:lnTo>
                  <a:lnTo>
                    <a:pt x="17880" y="4596"/>
                  </a:lnTo>
                  <a:lnTo>
                    <a:pt x="17918" y="4789"/>
                  </a:lnTo>
                  <a:lnTo>
                    <a:pt x="17880" y="4943"/>
                  </a:lnTo>
                  <a:lnTo>
                    <a:pt x="17802" y="5059"/>
                  </a:lnTo>
                  <a:lnTo>
                    <a:pt x="17648" y="5136"/>
                  </a:lnTo>
                  <a:lnTo>
                    <a:pt x="17494" y="5175"/>
                  </a:lnTo>
                  <a:lnTo>
                    <a:pt x="17339" y="5175"/>
                  </a:lnTo>
                  <a:lnTo>
                    <a:pt x="17146" y="5136"/>
                  </a:lnTo>
                  <a:lnTo>
                    <a:pt x="16992" y="5059"/>
                  </a:lnTo>
                  <a:lnTo>
                    <a:pt x="16644" y="4789"/>
                  </a:lnTo>
                  <a:lnTo>
                    <a:pt x="16374" y="4480"/>
                  </a:lnTo>
                  <a:lnTo>
                    <a:pt x="16181" y="4210"/>
                  </a:lnTo>
                  <a:lnTo>
                    <a:pt x="15988" y="3901"/>
                  </a:lnTo>
                  <a:lnTo>
                    <a:pt x="15833" y="3592"/>
                  </a:lnTo>
                  <a:lnTo>
                    <a:pt x="15679" y="3283"/>
                  </a:lnTo>
                  <a:close/>
                  <a:moveTo>
                    <a:pt x="4635" y="541"/>
                  </a:moveTo>
                  <a:lnTo>
                    <a:pt x="5253" y="580"/>
                  </a:lnTo>
                  <a:lnTo>
                    <a:pt x="5832" y="696"/>
                  </a:lnTo>
                  <a:lnTo>
                    <a:pt x="6411" y="850"/>
                  </a:lnTo>
                  <a:lnTo>
                    <a:pt x="6990" y="1120"/>
                  </a:lnTo>
                  <a:lnTo>
                    <a:pt x="7492" y="1429"/>
                  </a:lnTo>
                  <a:lnTo>
                    <a:pt x="7917" y="1738"/>
                  </a:lnTo>
                  <a:lnTo>
                    <a:pt x="8303" y="2086"/>
                  </a:lnTo>
                  <a:lnTo>
                    <a:pt x="8651" y="2472"/>
                  </a:lnTo>
                  <a:lnTo>
                    <a:pt x="8960" y="2858"/>
                  </a:lnTo>
                  <a:lnTo>
                    <a:pt x="9539" y="3669"/>
                  </a:lnTo>
                  <a:lnTo>
                    <a:pt x="10157" y="4480"/>
                  </a:lnTo>
                  <a:lnTo>
                    <a:pt x="10388" y="4827"/>
                  </a:lnTo>
                  <a:lnTo>
                    <a:pt x="10697" y="5136"/>
                  </a:lnTo>
                  <a:lnTo>
                    <a:pt x="11006" y="5445"/>
                  </a:lnTo>
                  <a:lnTo>
                    <a:pt x="11354" y="5677"/>
                  </a:lnTo>
                  <a:lnTo>
                    <a:pt x="11701" y="5870"/>
                  </a:lnTo>
                  <a:lnTo>
                    <a:pt x="12126" y="5986"/>
                  </a:lnTo>
                  <a:lnTo>
                    <a:pt x="12512" y="6025"/>
                  </a:lnTo>
                  <a:lnTo>
                    <a:pt x="12976" y="5986"/>
                  </a:lnTo>
                  <a:lnTo>
                    <a:pt x="13323" y="5870"/>
                  </a:lnTo>
                  <a:lnTo>
                    <a:pt x="13632" y="5754"/>
                  </a:lnTo>
                  <a:lnTo>
                    <a:pt x="13902" y="5600"/>
                  </a:lnTo>
                  <a:lnTo>
                    <a:pt x="14173" y="5407"/>
                  </a:lnTo>
                  <a:lnTo>
                    <a:pt x="14404" y="5214"/>
                  </a:lnTo>
                  <a:lnTo>
                    <a:pt x="14597" y="4982"/>
                  </a:lnTo>
                  <a:lnTo>
                    <a:pt x="14829" y="4712"/>
                  </a:lnTo>
                  <a:lnTo>
                    <a:pt x="14984" y="4441"/>
                  </a:lnTo>
                  <a:lnTo>
                    <a:pt x="14752" y="5252"/>
                  </a:lnTo>
                  <a:lnTo>
                    <a:pt x="14443" y="5986"/>
                  </a:lnTo>
                  <a:lnTo>
                    <a:pt x="14057" y="6720"/>
                  </a:lnTo>
                  <a:lnTo>
                    <a:pt x="13593" y="7415"/>
                  </a:lnTo>
                  <a:lnTo>
                    <a:pt x="13091" y="8071"/>
                  </a:lnTo>
                  <a:lnTo>
                    <a:pt x="12512" y="8650"/>
                  </a:lnTo>
                  <a:lnTo>
                    <a:pt x="11894" y="9191"/>
                  </a:lnTo>
                  <a:lnTo>
                    <a:pt x="11199" y="9693"/>
                  </a:lnTo>
                  <a:lnTo>
                    <a:pt x="10697" y="10002"/>
                  </a:lnTo>
                  <a:lnTo>
                    <a:pt x="10157" y="10272"/>
                  </a:lnTo>
                  <a:lnTo>
                    <a:pt x="9616" y="10465"/>
                  </a:lnTo>
                  <a:lnTo>
                    <a:pt x="9075" y="10658"/>
                  </a:lnTo>
                  <a:lnTo>
                    <a:pt x="8496" y="10774"/>
                  </a:lnTo>
                  <a:lnTo>
                    <a:pt x="7956" y="10890"/>
                  </a:lnTo>
                  <a:lnTo>
                    <a:pt x="7376" y="10929"/>
                  </a:lnTo>
                  <a:lnTo>
                    <a:pt x="6836" y="10929"/>
                  </a:lnTo>
                  <a:lnTo>
                    <a:pt x="6257" y="10890"/>
                  </a:lnTo>
                  <a:lnTo>
                    <a:pt x="5716" y="10774"/>
                  </a:lnTo>
                  <a:lnTo>
                    <a:pt x="5175" y="10620"/>
                  </a:lnTo>
                  <a:lnTo>
                    <a:pt x="4635" y="10465"/>
                  </a:lnTo>
                  <a:lnTo>
                    <a:pt x="4133" y="10195"/>
                  </a:lnTo>
                  <a:lnTo>
                    <a:pt x="3631" y="9925"/>
                  </a:lnTo>
                  <a:lnTo>
                    <a:pt x="3129" y="9577"/>
                  </a:lnTo>
                  <a:lnTo>
                    <a:pt x="2665" y="9191"/>
                  </a:lnTo>
                  <a:lnTo>
                    <a:pt x="2202" y="8766"/>
                  </a:lnTo>
                  <a:lnTo>
                    <a:pt x="1777" y="8303"/>
                  </a:lnTo>
                  <a:lnTo>
                    <a:pt x="1430" y="7801"/>
                  </a:lnTo>
                  <a:lnTo>
                    <a:pt x="1082" y="7260"/>
                  </a:lnTo>
                  <a:lnTo>
                    <a:pt x="812" y="6720"/>
                  </a:lnTo>
                  <a:lnTo>
                    <a:pt x="619" y="6140"/>
                  </a:lnTo>
                  <a:lnTo>
                    <a:pt x="464" y="5523"/>
                  </a:lnTo>
                  <a:lnTo>
                    <a:pt x="426" y="4905"/>
                  </a:lnTo>
                  <a:lnTo>
                    <a:pt x="464" y="4287"/>
                  </a:lnTo>
                  <a:lnTo>
                    <a:pt x="619" y="3708"/>
                  </a:lnTo>
                  <a:lnTo>
                    <a:pt x="812" y="3128"/>
                  </a:lnTo>
                  <a:lnTo>
                    <a:pt x="1121" y="2588"/>
                  </a:lnTo>
                  <a:lnTo>
                    <a:pt x="1468" y="2086"/>
                  </a:lnTo>
                  <a:lnTo>
                    <a:pt x="1893" y="1661"/>
                  </a:lnTo>
                  <a:lnTo>
                    <a:pt x="2356" y="1275"/>
                  </a:lnTo>
                  <a:lnTo>
                    <a:pt x="2897" y="1005"/>
                  </a:lnTo>
                  <a:lnTo>
                    <a:pt x="3476" y="773"/>
                  </a:lnTo>
                  <a:lnTo>
                    <a:pt x="4056" y="618"/>
                  </a:lnTo>
                  <a:lnTo>
                    <a:pt x="4635" y="541"/>
                  </a:lnTo>
                  <a:close/>
                  <a:moveTo>
                    <a:pt x="16876" y="1"/>
                  </a:moveTo>
                  <a:lnTo>
                    <a:pt x="16683" y="39"/>
                  </a:lnTo>
                  <a:lnTo>
                    <a:pt x="16451" y="155"/>
                  </a:lnTo>
                  <a:lnTo>
                    <a:pt x="16258" y="271"/>
                  </a:lnTo>
                  <a:lnTo>
                    <a:pt x="16103" y="425"/>
                  </a:lnTo>
                  <a:lnTo>
                    <a:pt x="15949" y="580"/>
                  </a:lnTo>
                  <a:lnTo>
                    <a:pt x="15833" y="773"/>
                  </a:lnTo>
                  <a:lnTo>
                    <a:pt x="15717" y="1005"/>
                  </a:lnTo>
                  <a:lnTo>
                    <a:pt x="15601" y="1236"/>
                  </a:lnTo>
                  <a:lnTo>
                    <a:pt x="15486" y="1738"/>
                  </a:lnTo>
                  <a:lnTo>
                    <a:pt x="15447" y="2279"/>
                  </a:lnTo>
                  <a:lnTo>
                    <a:pt x="15486" y="2819"/>
                  </a:lnTo>
                  <a:lnTo>
                    <a:pt x="15370" y="2819"/>
                  </a:lnTo>
                  <a:lnTo>
                    <a:pt x="15331" y="2858"/>
                  </a:lnTo>
                  <a:lnTo>
                    <a:pt x="14906" y="2742"/>
                  </a:lnTo>
                  <a:lnTo>
                    <a:pt x="14443" y="2665"/>
                  </a:lnTo>
                  <a:lnTo>
                    <a:pt x="13980" y="2665"/>
                  </a:lnTo>
                  <a:lnTo>
                    <a:pt x="13516" y="2742"/>
                  </a:lnTo>
                  <a:lnTo>
                    <a:pt x="13169" y="2858"/>
                  </a:lnTo>
                  <a:lnTo>
                    <a:pt x="12976" y="2974"/>
                  </a:lnTo>
                  <a:lnTo>
                    <a:pt x="12783" y="3090"/>
                  </a:lnTo>
                  <a:lnTo>
                    <a:pt x="12628" y="3206"/>
                  </a:lnTo>
                  <a:lnTo>
                    <a:pt x="12512" y="3360"/>
                  </a:lnTo>
                  <a:lnTo>
                    <a:pt x="12396" y="3553"/>
                  </a:lnTo>
                  <a:lnTo>
                    <a:pt x="12396" y="3746"/>
                  </a:lnTo>
                  <a:lnTo>
                    <a:pt x="12396" y="3939"/>
                  </a:lnTo>
                  <a:lnTo>
                    <a:pt x="12474" y="4094"/>
                  </a:lnTo>
                  <a:lnTo>
                    <a:pt x="12628" y="4210"/>
                  </a:lnTo>
                  <a:lnTo>
                    <a:pt x="12783" y="4287"/>
                  </a:lnTo>
                  <a:lnTo>
                    <a:pt x="12976" y="4364"/>
                  </a:lnTo>
                  <a:lnTo>
                    <a:pt x="13169" y="4403"/>
                  </a:lnTo>
                  <a:lnTo>
                    <a:pt x="13516" y="4364"/>
                  </a:lnTo>
                  <a:lnTo>
                    <a:pt x="13864" y="4325"/>
                  </a:lnTo>
                  <a:lnTo>
                    <a:pt x="14211" y="4210"/>
                  </a:lnTo>
                  <a:lnTo>
                    <a:pt x="14520" y="4017"/>
                  </a:lnTo>
                  <a:lnTo>
                    <a:pt x="14829" y="3823"/>
                  </a:lnTo>
                  <a:lnTo>
                    <a:pt x="14597" y="4287"/>
                  </a:lnTo>
                  <a:lnTo>
                    <a:pt x="14288" y="4673"/>
                  </a:lnTo>
                  <a:lnTo>
                    <a:pt x="14134" y="4866"/>
                  </a:lnTo>
                  <a:lnTo>
                    <a:pt x="13941" y="5021"/>
                  </a:lnTo>
                  <a:lnTo>
                    <a:pt x="13709" y="5175"/>
                  </a:lnTo>
                  <a:lnTo>
                    <a:pt x="13516" y="5291"/>
                  </a:lnTo>
                  <a:lnTo>
                    <a:pt x="13130" y="5445"/>
                  </a:lnTo>
                  <a:lnTo>
                    <a:pt x="12744" y="5523"/>
                  </a:lnTo>
                  <a:lnTo>
                    <a:pt x="12396" y="5523"/>
                  </a:lnTo>
                  <a:lnTo>
                    <a:pt x="12049" y="5445"/>
                  </a:lnTo>
                  <a:lnTo>
                    <a:pt x="11740" y="5329"/>
                  </a:lnTo>
                  <a:lnTo>
                    <a:pt x="11431" y="5136"/>
                  </a:lnTo>
                  <a:lnTo>
                    <a:pt x="11122" y="4905"/>
                  </a:lnTo>
                  <a:lnTo>
                    <a:pt x="10852" y="4634"/>
                  </a:lnTo>
                  <a:lnTo>
                    <a:pt x="10543" y="4210"/>
                  </a:lnTo>
                  <a:lnTo>
                    <a:pt x="10195" y="3785"/>
                  </a:lnTo>
                  <a:lnTo>
                    <a:pt x="9616" y="2935"/>
                  </a:lnTo>
                  <a:lnTo>
                    <a:pt x="9307" y="2511"/>
                  </a:lnTo>
                  <a:lnTo>
                    <a:pt x="8960" y="2086"/>
                  </a:lnTo>
                  <a:lnTo>
                    <a:pt x="8573" y="1700"/>
                  </a:lnTo>
                  <a:lnTo>
                    <a:pt x="8187" y="1352"/>
                  </a:lnTo>
                  <a:lnTo>
                    <a:pt x="7647" y="966"/>
                  </a:lnTo>
                  <a:lnTo>
                    <a:pt x="7106" y="657"/>
                  </a:lnTo>
                  <a:lnTo>
                    <a:pt x="6527" y="425"/>
                  </a:lnTo>
                  <a:lnTo>
                    <a:pt x="5948" y="271"/>
                  </a:lnTo>
                  <a:lnTo>
                    <a:pt x="5330" y="155"/>
                  </a:lnTo>
                  <a:lnTo>
                    <a:pt x="4751" y="116"/>
                  </a:lnTo>
                  <a:lnTo>
                    <a:pt x="4133" y="155"/>
                  </a:lnTo>
                  <a:lnTo>
                    <a:pt x="3554" y="271"/>
                  </a:lnTo>
                  <a:lnTo>
                    <a:pt x="3283" y="348"/>
                  </a:lnTo>
                  <a:lnTo>
                    <a:pt x="2936" y="464"/>
                  </a:lnTo>
                  <a:lnTo>
                    <a:pt x="2588" y="618"/>
                  </a:lnTo>
                  <a:lnTo>
                    <a:pt x="2279" y="812"/>
                  </a:lnTo>
                  <a:lnTo>
                    <a:pt x="1932" y="1005"/>
                  </a:lnTo>
                  <a:lnTo>
                    <a:pt x="1661" y="1275"/>
                  </a:lnTo>
                  <a:lnTo>
                    <a:pt x="1353" y="1545"/>
                  </a:lnTo>
                  <a:lnTo>
                    <a:pt x="1082" y="1854"/>
                  </a:lnTo>
                  <a:lnTo>
                    <a:pt x="851" y="2163"/>
                  </a:lnTo>
                  <a:lnTo>
                    <a:pt x="542" y="2665"/>
                  </a:lnTo>
                  <a:lnTo>
                    <a:pt x="310" y="3167"/>
                  </a:lnTo>
                  <a:lnTo>
                    <a:pt x="155" y="3669"/>
                  </a:lnTo>
                  <a:lnTo>
                    <a:pt x="78" y="4171"/>
                  </a:lnTo>
                  <a:lnTo>
                    <a:pt x="1" y="4712"/>
                  </a:lnTo>
                  <a:lnTo>
                    <a:pt x="40" y="5214"/>
                  </a:lnTo>
                  <a:lnTo>
                    <a:pt x="78" y="5716"/>
                  </a:lnTo>
                  <a:lnTo>
                    <a:pt x="194" y="6218"/>
                  </a:lnTo>
                  <a:lnTo>
                    <a:pt x="387" y="6720"/>
                  </a:lnTo>
                  <a:lnTo>
                    <a:pt x="580" y="7222"/>
                  </a:lnTo>
                  <a:lnTo>
                    <a:pt x="812" y="7685"/>
                  </a:lnTo>
                  <a:lnTo>
                    <a:pt x="1082" y="8110"/>
                  </a:lnTo>
                  <a:lnTo>
                    <a:pt x="1430" y="8573"/>
                  </a:lnTo>
                  <a:lnTo>
                    <a:pt x="1777" y="8959"/>
                  </a:lnTo>
                  <a:lnTo>
                    <a:pt x="2125" y="9384"/>
                  </a:lnTo>
                  <a:lnTo>
                    <a:pt x="2550" y="9732"/>
                  </a:lnTo>
                  <a:lnTo>
                    <a:pt x="3090" y="10156"/>
                  </a:lnTo>
                  <a:lnTo>
                    <a:pt x="3631" y="10504"/>
                  </a:lnTo>
                  <a:lnTo>
                    <a:pt x="4210" y="10774"/>
                  </a:lnTo>
                  <a:lnTo>
                    <a:pt x="4789" y="11044"/>
                  </a:lnTo>
                  <a:lnTo>
                    <a:pt x="5407" y="11199"/>
                  </a:lnTo>
                  <a:lnTo>
                    <a:pt x="6025" y="11353"/>
                  </a:lnTo>
                  <a:lnTo>
                    <a:pt x="6643" y="11392"/>
                  </a:lnTo>
                  <a:lnTo>
                    <a:pt x="7261" y="11431"/>
                  </a:lnTo>
                  <a:lnTo>
                    <a:pt x="7338" y="11585"/>
                  </a:lnTo>
                  <a:lnTo>
                    <a:pt x="7647" y="11392"/>
                  </a:lnTo>
                  <a:lnTo>
                    <a:pt x="8458" y="11315"/>
                  </a:lnTo>
                  <a:lnTo>
                    <a:pt x="9269" y="11122"/>
                  </a:lnTo>
                  <a:lnTo>
                    <a:pt x="10079" y="10813"/>
                  </a:lnTo>
                  <a:lnTo>
                    <a:pt x="10852" y="10465"/>
                  </a:lnTo>
                  <a:lnTo>
                    <a:pt x="11547" y="10040"/>
                  </a:lnTo>
                  <a:lnTo>
                    <a:pt x="12165" y="9577"/>
                  </a:lnTo>
                  <a:lnTo>
                    <a:pt x="12435" y="9384"/>
                  </a:lnTo>
                  <a:lnTo>
                    <a:pt x="13053" y="8805"/>
                  </a:lnTo>
                  <a:lnTo>
                    <a:pt x="13632" y="8187"/>
                  </a:lnTo>
                  <a:lnTo>
                    <a:pt x="14134" y="7492"/>
                  </a:lnTo>
                  <a:lnTo>
                    <a:pt x="14597" y="6797"/>
                  </a:lnTo>
                  <a:lnTo>
                    <a:pt x="14945" y="6025"/>
                  </a:lnTo>
                  <a:lnTo>
                    <a:pt x="15099" y="5638"/>
                  </a:lnTo>
                  <a:lnTo>
                    <a:pt x="15254" y="5214"/>
                  </a:lnTo>
                  <a:lnTo>
                    <a:pt x="15331" y="4827"/>
                  </a:lnTo>
                  <a:lnTo>
                    <a:pt x="15408" y="4403"/>
                  </a:lnTo>
                  <a:lnTo>
                    <a:pt x="15486" y="4017"/>
                  </a:lnTo>
                  <a:lnTo>
                    <a:pt x="15486" y="3592"/>
                  </a:lnTo>
                  <a:lnTo>
                    <a:pt x="15679" y="4055"/>
                  </a:lnTo>
                  <a:lnTo>
                    <a:pt x="15949" y="4480"/>
                  </a:lnTo>
                  <a:lnTo>
                    <a:pt x="16258" y="4866"/>
                  </a:lnTo>
                  <a:lnTo>
                    <a:pt x="16605" y="5214"/>
                  </a:lnTo>
                  <a:lnTo>
                    <a:pt x="16760" y="5368"/>
                  </a:lnTo>
                  <a:lnTo>
                    <a:pt x="16992" y="5484"/>
                  </a:lnTo>
                  <a:lnTo>
                    <a:pt x="17185" y="5561"/>
                  </a:lnTo>
                  <a:lnTo>
                    <a:pt x="17416" y="5638"/>
                  </a:lnTo>
                  <a:lnTo>
                    <a:pt x="17609" y="5677"/>
                  </a:lnTo>
                  <a:lnTo>
                    <a:pt x="17841" y="5638"/>
                  </a:lnTo>
                  <a:lnTo>
                    <a:pt x="18034" y="5523"/>
                  </a:lnTo>
                  <a:lnTo>
                    <a:pt x="18189" y="5329"/>
                  </a:lnTo>
                  <a:lnTo>
                    <a:pt x="18304" y="5136"/>
                  </a:lnTo>
                  <a:lnTo>
                    <a:pt x="18343" y="4943"/>
                  </a:lnTo>
                  <a:lnTo>
                    <a:pt x="18304" y="4712"/>
                  </a:lnTo>
                  <a:lnTo>
                    <a:pt x="18266" y="4519"/>
                  </a:lnTo>
                  <a:lnTo>
                    <a:pt x="18189" y="4287"/>
                  </a:lnTo>
                  <a:lnTo>
                    <a:pt x="18073" y="4132"/>
                  </a:lnTo>
                  <a:lnTo>
                    <a:pt x="17957" y="3939"/>
                  </a:lnTo>
                  <a:lnTo>
                    <a:pt x="17802" y="3785"/>
                  </a:lnTo>
                  <a:lnTo>
                    <a:pt x="17648" y="3630"/>
                  </a:lnTo>
                  <a:lnTo>
                    <a:pt x="17416" y="3476"/>
                  </a:lnTo>
                  <a:lnTo>
                    <a:pt x="16953" y="3244"/>
                  </a:lnTo>
                  <a:lnTo>
                    <a:pt x="16490" y="3051"/>
                  </a:lnTo>
                  <a:lnTo>
                    <a:pt x="15988" y="2935"/>
                  </a:lnTo>
                  <a:lnTo>
                    <a:pt x="16412" y="2781"/>
                  </a:lnTo>
                  <a:lnTo>
                    <a:pt x="16837" y="2511"/>
                  </a:lnTo>
                  <a:lnTo>
                    <a:pt x="17185" y="2202"/>
                  </a:lnTo>
                  <a:lnTo>
                    <a:pt x="17494" y="1816"/>
                  </a:lnTo>
                  <a:lnTo>
                    <a:pt x="17609" y="1584"/>
                  </a:lnTo>
                  <a:lnTo>
                    <a:pt x="17725" y="1352"/>
                  </a:lnTo>
                  <a:lnTo>
                    <a:pt x="17764" y="1082"/>
                  </a:lnTo>
                  <a:lnTo>
                    <a:pt x="17802" y="850"/>
                  </a:lnTo>
                  <a:lnTo>
                    <a:pt x="17802" y="580"/>
                  </a:lnTo>
                  <a:lnTo>
                    <a:pt x="17725" y="387"/>
                  </a:lnTo>
                  <a:lnTo>
                    <a:pt x="17571" y="194"/>
                  </a:lnTo>
                  <a:lnTo>
                    <a:pt x="17455" y="116"/>
                  </a:lnTo>
                  <a:lnTo>
                    <a:pt x="17339" y="39"/>
                  </a:lnTo>
                  <a:lnTo>
                    <a:pt x="171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9" name="Google Shape;3999;p17"/>
            <p:cNvSpPr/>
            <p:nvPr/>
          </p:nvSpPr>
          <p:spPr>
            <a:xfrm>
              <a:off x="2141825" y="3698800"/>
              <a:ext cx="126500" cy="70500"/>
            </a:xfrm>
            <a:custGeom>
              <a:avLst/>
              <a:gdLst/>
              <a:ahLst/>
              <a:cxnLst/>
              <a:rect l="l" t="t" r="r" b="b"/>
              <a:pathLst>
                <a:path w="5060" h="2820" extrusionOk="0">
                  <a:moveTo>
                    <a:pt x="4905" y="0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3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433"/>
                  </a:lnTo>
                  <a:lnTo>
                    <a:pt x="39" y="2510"/>
                  </a:lnTo>
                  <a:lnTo>
                    <a:pt x="1" y="2587"/>
                  </a:lnTo>
                  <a:lnTo>
                    <a:pt x="39" y="2703"/>
                  </a:lnTo>
                  <a:lnTo>
                    <a:pt x="116" y="2781"/>
                  </a:lnTo>
                  <a:lnTo>
                    <a:pt x="387" y="2819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1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0" name="Google Shape;4000;p17"/>
            <p:cNvSpPr/>
            <p:nvPr/>
          </p:nvSpPr>
          <p:spPr>
            <a:xfrm>
              <a:off x="436975" y="3704575"/>
              <a:ext cx="144825" cy="162225"/>
            </a:xfrm>
            <a:custGeom>
              <a:avLst/>
              <a:gdLst/>
              <a:ahLst/>
              <a:cxnLst/>
              <a:rect l="l" t="t" r="r" b="b"/>
              <a:pathLst>
                <a:path w="5793" h="6489" extrusionOk="0">
                  <a:moveTo>
                    <a:pt x="2240" y="426"/>
                  </a:moveTo>
                  <a:lnTo>
                    <a:pt x="2781" y="464"/>
                  </a:lnTo>
                  <a:lnTo>
                    <a:pt x="3283" y="580"/>
                  </a:lnTo>
                  <a:lnTo>
                    <a:pt x="3746" y="735"/>
                  </a:lnTo>
                  <a:lnTo>
                    <a:pt x="4171" y="1005"/>
                  </a:lnTo>
                  <a:lnTo>
                    <a:pt x="4557" y="1314"/>
                  </a:lnTo>
                  <a:lnTo>
                    <a:pt x="4750" y="1507"/>
                  </a:lnTo>
                  <a:lnTo>
                    <a:pt x="4905" y="1739"/>
                  </a:lnTo>
                  <a:lnTo>
                    <a:pt x="5021" y="1932"/>
                  </a:lnTo>
                  <a:lnTo>
                    <a:pt x="5136" y="2163"/>
                  </a:lnTo>
                  <a:lnTo>
                    <a:pt x="5214" y="2434"/>
                  </a:lnTo>
                  <a:lnTo>
                    <a:pt x="5291" y="2704"/>
                  </a:lnTo>
                  <a:lnTo>
                    <a:pt x="5330" y="3167"/>
                  </a:lnTo>
                  <a:lnTo>
                    <a:pt x="5330" y="3631"/>
                  </a:lnTo>
                  <a:lnTo>
                    <a:pt x="5214" y="4133"/>
                  </a:lnTo>
                  <a:lnTo>
                    <a:pt x="5021" y="4558"/>
                  </a:lnTo>
                  <a:lnTo>
                    <a:pt x="4789" y="4982"/>
                  </a:lnTo>
                  <a:lnTo>
                    <a:pt x="4480" y="5330"/>
                  </a:lnTo>
                  <a:lnTo>
                    <a:pt x="4287" y="5484"/>
                  </a:lnTo>
                  <a:lnTo>
                    <a:pt x="4094" y="5639"/>
                  </a:lnTo>
                  <a:lnTo>
                    <a:pt x="3901" y="5755"/>
                  </a:lnTo>
                  <a:lnTo>
                    <a:pt x="3669" y="5832"/>
                  </a:lnTo>
                  <a:lnTo>
                    <a:pt x="3360" y="5948"/>
                  </a:lnTo>
                  <a:lnTo>
                    <a:pt x="3090" y="5986"/>
                  </a:lnTo>
                  <a:lnTo>
                    <a:pt x="2820" y="6025"/>
                  </a:lnTo>
                  <a:lnTo>
                    <a:pt x="2549" y="5986"/>
                  </a:lnTo>
                  <a:lnTo>
                    <a:pt x="2279" y="5948"/>
                  </a:lnTo>
                  <a:lnTo>
                    <a:pt x="2047" y="5870"/>
                  </a:lnTo>
                  <a:lnTo>
                    <a:pt x="1854" y="5755"/>
                  </a:lnTo>
                  <a:lnTo>
                    <a:pt x="1622" y="5639"/>
                  </a:lnTo>
                  <a:lnTo>
                    <a:pt x="1429" y="5484"/>
                  </a:lnTo>
                  <a:lnTo>
                    <a:pt x="1275" y="5291"/>
                  </a:lnTo>
                  <a:lnTo>
                    <a:pt x="1082" y="5098"/>
                  </a:lnTo>
                  <a:lnTo>
                    <a:pt x="966" y="4905"/>
                  </a:lnTo>
                  <a:lnTo>
                    <a:pt x="696" y="4442"/>
                  </a:lnTo>
                  <a:lnTo>
                    <a:pt x="541" y="3901"/>
                  </a:lnTo>
                  <a:lnTo>
                    <a:pt x="425" y="3399"/>
                  </a:lnTo>
                  <a:lnTo>
                    <a:pt x="425" y="2858"/>
                  </a:lnTo>
                  <a:lnTo>
                    <a:pt x="503" y="2318"/>
                  </a:lnTo>
                  <a:lnTo>
                    <a:pt x="541" y="2048"/>
                  </a:lnTo>
                  <a:lnTo>
                    <a:pt x="657" y="1816"/>
                  </a:lnTo>
                  <a:lnTo>
                    <a:pt x="734" y="1584"/>
                  </a:lnTo>
                  <a:lnTo>
                    <a:pt x="889" y="1352"/>
                  </a:lnTo>
                  <a:lnTo>
                    <a:pt x="1043" y="1159"/>
                  </a:lnTo>
                  <a:lnTo>
                    <a:pt x="1236" y="1005"/>
                  </a:lnTo>
                  <a:lnTo>
                    <a:pt x="1429" y="812"/>
                  </a:lnTo>
                  <a:lnTo>
                    <a:pt x="1661" y="696"/>
                  </a:lnTo>
                  <a:lnTo>
                    <a:pt x="1893" y="580"/>
                  </a:lnTo>
                  <a:lnTo>
                    <a:pt x="2202" y="503"/>
                  </a:lnTo>
                  <a:lnTo>
                    <a:pt x="2240" y="464"/>
                  </a:lnTo>
                  <a:lnTo>
                    <a:pt x="2240" y="426"/>
                  </a:lnTo>
                  <a:close/>
                  <a:moveTo>
                    <a:pt x="2279" y="1"/>
                  </a:moveTo>
                  <a:lnTo>
                    <a:pt x="1970" y="40"/>
                  </a:lnTo>
                  <a:lnTo>
                    <a:pt x="1893" y="78"/>
                  </a:lnTo>
                  <a:lnTo>
                    <a:pt x="1816" y="117"/>
                  </a:lnTo>
                  <a:lnTo>
                    <a:pt x="1816" y="194"/>
                  </a:lnTo>
                  <a:lnTo>
                    <a:pt x="1816" y="271"/>
                  </a:lnTo>
                  <a:lnTo>
                    <a:pt x="1507" y="349"/>
                  </a:lnTo>
                  <a:lnTo>
                    <a:pt x="1275" y="464"/>
                  </a:lnTo>
                  <a:lnTo>
                    <a:pt x="1043" y="619"/>
                  </a:lnTo>
                  <a:lnTo>
                    <a:pt x="812" y="773"/>
                  </a:lnTo>
                  <a:lnTo>
                    <a:pt x="619" y="966"/>
                  </a:lnTo>
                  <a:lnTo>
                    <a:pt x="464" y="1198"/>
                  </a:lnTo>
                  <a:lnTo>
                    <a:pt x="348" y="1430"/>
                  </a:lnTo>
                  <a:lnTo>
                    <a:pt x="232" y="1661"/>
                  </a:lnTo>
                  <a:lnTo>
                    <a:pt x="117" y="1932"/>
                  </a:lnTo>
                  <a:lnTo>
                    <a:pt x="78" y="2202"/>
                  </a:lnTo>
                  <a:lnTo>
                    <a:pt x="1" y="2781"/>
                  </a:lnTo>
                  <a:lnTo>
                    <a:pt x="1" y="3360"/>
                  </a:lnTo>
                  <a:lnTo>
                    <a:pt x="78" y="3901"/>
                  </a:lnTo>
                  <a:lnTo>
                    <a:pt x="271" y="4519"/>
                  </a:lnTo>
                  <a:lnTo>
                    <a:pt x="387" y="4828"/>
                  </a:lnTo>
                  <a:lnTo>
                    <a:pt x="541" y="5098"/>
                  </a:lnTo>
                  <a:lnTo>
                    <a:pt x="696" y="5330"/>
                  </a:lnTo>
                  <a:lnTo>
                    <a:pt x="850" y="5561"/>
                  </a:lnTo>
                  <a:lnTo>
                    <a:pt x="1082" y="5793"/>
                  </a:lnTo>
                  <a:lnTo>
                    <a:pt x="1275" y="5986"/>
                  </a:lnTo>
                  <a:lnTo>
                    <a:pt x="1507" y="6141"/>
                  </a:lnTo>
                  <a:lnTo>
                    <a:pt x="1738" y="6257"/>
                  </a:lnTo>
                  <a:lnTo>
                    <a:pt x="2009" y="6372"/>
                  </a:lnTo>
                  <a:lnTo>
                    <a:pt x="2279" y="6450"/>
                  </a:lnTo>
                  <a:lnTo>
                    <a:pt x="2588" y="6488"/>
                  </a:lnTo>
                  <a:lnTo>
                    <a:pt x="2897" y="6488"/>
                  </a:lnTo>
                  <a:lnTo>
                    <a:pt x="3206" y="6450"/>
                  </a:lnTo>
                  <a:lnTo>
                    <a:pt x="3553" y="6372"/>
                  </a:lnTo>
                  <a:lnTo>
                    <a:pt x="3862" y="6257"/>
                  </a:lnTo>
                  <a:lnTo>
                    <a:pt x="4132" y="6141"/>
                  </a:lnTo>
                  <a:lnTo>
                    <a:pt x="4403" y="5986"/>
                  </a:lnTo>
                  <a:lnTo>
                    <a:pt x="4634" y="5793"/>
                  </a:lnTo>
                  <a:lnTo>
                    <a:pt x="4866" y="5600"/>
                  </a:lnTo>
                  <a:lnTo>
                    <a:pt x="5059" y="5368"/>
                  </a:lnTo>
                  <a:lnTo>
                    <a:pt x="5214" y="5137"/>
                  </a:lnTo>
                  <a:lnTo>
                    <a:pt x="5368" y="4866"/>
                  </a:lnTo>
                  <a:lnTo>
                    <a:pt x="5523" y="4635"/>
                  </a:lnTo>
                  <a:lnTo>
                    <a:pt x="5638" y="4326"/>
                  </a:lnTo>
                  <a:lnTo>
                    <a:pt x="5716" y="4056"/>
                  </a:lnTo>
                  <a:lnTo>
                    <a:pt x="5754" y="3747"/>
                  </a:lnTo>
                  <a:lnTo>
                    <a:pt x="5793" y="3438"/>
                  </a:lnTo>
                  <a:lnTo>
                    <a:pt x="5793" y="3129"/>
                  </a:lnTo>
                  <a:lnTo>
                    <a:pt x="5793" y="2858"/>
                  </a:lnTo>
                  <a:lnTo>
                    <a:pt x="5716" y="2550"/>
                  </a:lnTo>
                  <a:lnTo>
                    <a:pt x="5638" y="2241"/>
                  </a:lnTo>
                  <a:lnTo>
                    <a:pt x="5523" y="1932"/>
                  </a:lnTo>
                  <a:lnTo>
                    <a:pt x="5368" y="1661"/>
                  </a:lnTo>
                  <a:lnTo>
                    <a:pt x="5214" y="1391"/>
                  </a:lnTo>
                  <a:lnTo>
                    <a:pt x="5021" y="1159"/>
                  </a:lnTo>
                  <a:lnTo>
                    <a:pt x="4828" y="928"/>
                  </a:lnTo>
                  <a:lnTo>
                    <a:pt x="4596" y="735"/>
                  </a:lnTo>
                  <a:lnTo>
                    <a:pt x="4326" y="542"/>
                  </a:lnTo>
                  <a:lnTo>
                    <a:pt x="4094" y="387"/>
                  </a:lnTo>
                  <a:lnTo>
                    <a:pt x="3824" y="271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1" name="Google Shape;4001;p17"/>
            <p:cNvSpPr/>
            <p:nvPr/>
          </p:nvSpPr>
          <p:spPr>
            <a:xfrm>
              <a:off x="6171275" y="3733550"/>
              <a:ext cx="103325" cy="132275"/>
            </a:xfrm>
            <a:custGeom>
              <a:avLst/>
              <a:gdLst/>
              <a:ahLst/>
              <a:cxnLst/>
              <a:rect l="l" t="t" r="r" b="b"/>
              <a:pathLst>
                <a:path w="4133" h="5291" extrusionOk="0">
                  <a:moveTo>
                    <a:pt x="2511" y="0"/>
                  </a:moveTo>
                  <a:lnTo>
                    <a:pt x="2279" y="39"/>
                  </a:lnTo>
                  <a:lnTo>
                    <a:pt x="2048" y="39"/>
                  </a:lnTo>
                  <a:lnTo>
                    <a:pt x="1816" y="116"/>
                  </a:lnTo>
                  <a:lnTo>
                    <a:pt x="1430" y="271"/>
                  </a:lnTo>
                  <a:lnTo>
                    <a:pt x="1121" y="464"/>
                  </a:lnTo>
                  <a:lnTo>
                    <a:pt x="850" y="695"/>
                  </a:lnTo>
                  <a:lnTo>
                    <a:pt x="619" y="966"/>
                  </a:lnTo>
                  <a:lnTo>
                    <a:pt x="464" y="1236"/>
                  </a:lnTo>
                  <a:lnTo>
                    <a:pt x="310" y="1584"/>
                  </a:lnTo>
                  <a:lnTo>
                    <a:pt x="194" y="1931"/>
                  </a:lnTo>
                  <a:lnTo>
                    <a:pt x="117" y="2279"/>
                  </a:lnTo>
                  <a:lnTo>
                    <a:pt x="40" y="2665"/>
                  </a:lnTo>
                  <a:lnTo>
                    <a:pt x="1" y="3051"/>
                  </a:lnTo>
                  <a:lnTo>
                    <a:pt x="1" y="3823"/>
                  </a:lnTo>
                  <a:lnTo>
                    <a:pt x="1" y="5291"/>
                  </a:lnTo>
                  <a:lnTo>
                    <a:pt x="426" y="5291"/>
                  </a:lnTo>
                  <a:lnTo>
                    <a:pt x="464" y="4750"/>
                  </a:lnTo>
                  <a:lnTo>
                    <a:pt x="464" y="4209"/>
                  </a:lnTo>
                  <a:lnTo>
                    <a:pt x="464" y="3669"/>
                  </a:lnTo>
                  <a:lnTo>
                    <a:pt x="503" y="3128"/>
                  </a:lnTo>
                  <a:lnTo>
                    <a:pt x="542" y="2588"/>
                  </a:lnTo>
                  <a:lnTo>
                    <a:pt x="696" y="2047"/>
                  </a:lnTo>
                  <a:lnTo>
                    <a:pt x="773" y="1815"/>
                  </a:lnTo>
                  <a:lnTo>
                    <a:pt x="889" y="1584"/>
                  </a:lnTo>
                  <a:lnTo>
                    <a:pt x="1044" y="1352"/>
                  </a:lnTo>
                  <a:lnTo>
                    <a:pt x="1198" y="1159"/>
                  </a:lnTo>
                  <a:lnTo>
                    <a:pt x="1391" y="966"/>
                  </a:lnTo>
                  <a:lnTo>
                    <a:pt x="1623" y="811"/>
                  </a:lnTo>
                  <a:lnTo>
                    <a:pt x="1893" y="657"/>
                  </a:lnTo>
                  <a:lnTo>
                    <a:pt x="2163" y="580"/>
                  </a:lnTo>
                  <a:lnTo>
                    <a:pt x="2434" y="541"/>
                  </a:lnTo>
                  <a:lnTo>
                    <a:pt x="2704" y="580"/>
                  </a:lnTo>
                  <a:lnTo>
                    <a:pt x="2974" y="657"/>
                  </a:lnTo>
                  <a:lnTo>
                    <a:pt x="3206" y="811"/>
                  </a:lnTo>
                  <a:lnTo>
                    <a:pt x="3360" y="966"/>
                  </a:lnTo>
                  <a:lnTo>
                    <a:pt x="3515" y="1197"/>
                  </a:lnTo>
                  <a:lnTo>
                    <a:pt x="3592" y="1429"/>
                  </a:lnTo>
                  <a:lnTo>
                    <a:pt x="3669" y="1661"/>
                  </a:lnTo>
                  <a:lnTo>
                    <a:pt x="4133" y="1584"/>
                  </a:lnTo>
                  <a:lnTo>
                    <a:pt x="4017" y="1197"/>
                  </a:lnTo>
                  <a:lnTo>
                    <a:pt x="3862" y="850"/>
                  </a:lnTo>
                  <a:lnTo>
                    <a:pt x="3631" y="541"/>
                  </a:lnTo>
                  <a:lnTo>
                    <a:pt x="3399" y="309"/>
                  </a:lnTo>
                  <a:lnTo>
                    <a:pt x="3245" y="193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4" y="39"/>
                  </a:lnTo>
                  <a:lnTo>
                    <a:pt x="25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2" name="Google Shape;4002;p17"/>
            <p:cNvSpPr/>
            <p:nvPr/>
          </p:nvSpPr>
          <p:spPr>
            <a:xfrm>
              <a:off x="6036125" y="3735475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41"/>
                  </a:lnTo>
                  <a:lnTo>
                    <a:pt x="12319" y="618"/>
                  </a:lnTo>
                  <a:lnTo>
                    <a:pt x="12628" y="850"/>
                  </a:lnTo>
                  <a:lnTo>
                    <a:pt x="12898" y="1120"/>
                  </a:lnTo>
                  <a:lnTo>
                    <a:pt x="13130" y="1468"/>
                  </a:lnTo>
                  <a:lnTo>
                    <a:pt x="13323" y="1854"/>
                  </a:lnTo>
                  <a:lnTo>
                    <a:pt x="13477" y="2240"/>
                  </a:lnTo>
                  <a:lnTo>
                    <a:pt x="13632" y="2665"/>
                  </a:lnTo>
                  <a:lnTo>
                    <a:pt x="13864" y="3437"/>
                  </a:lnTo>
                  <a:lnTo>
                    <a:pt x="13091" y="3013"/>
                  </a:lnTo>
                  <a:lnTo>
                    <a:pt x="12705" y="2742"/>
                  </a:lnTo>
                  <a:lnTo>
                    <a:pt x="12358" y="2472"/>
                  </a:lnTo>
                  <a:lnTo>
                    <a:pt x="12010" y="2124"/>
                  </a:lnTo>
                  <a:lnTo>
                    <a:pt x="11817" y="1893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696"/>
                  </a:lnTo>
                  <a:lnTo>
                    <a:pt x="11778" y="618"/>
                  </a:lnTo>
                  <a:lnTo>
                    <a:pt x="11856" y="541"/>
                  </a:lnTo>
                  <a:lnTo>
                    <a:pt x="11971" y="503"/>
                  </a:lnTo>
                  <a:close/>
                  <a:moveTo>
                    <a:pt x="16296" y="1584"/>
                  </a:moveTo>
                  <a:lnTo>
                    <a:pt x="16412" y="1661"/>
                  </a:lnTo>
                  <a:lnTo>
                    <a:pt x="16489" y="1700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18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35"/>
                  </a:lnTo>
                  <a:lnTo>
                    <a:pt x="15949" y="3167"/>
                  </a:lnTo>
                  <a:lnTo>
                    <a:pt x="15563" y="3360"/>
                  </a:lnTo>
                  <a:lnTo>
                    <a:pt x="15138" y="3515"/>
                  </a:lnTo>
                  <a:lnTo>
                    <a:pt x="14713" y="3630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1" y="3322"/>
                  </a:lnTo>
                  <a:lnTo>
                    <a:pt x="14636" y="2974"/>
                  </a:lnTo>
                  <a:lnTo>
                    <a:pt x="14829" y="2588"/>
                  </a:lnTo>
                  <a:lnTo>
                    <a:pt x="15099" y="2279"/>
                  </a:lnTo>
                  <a:lnTo>
                    <a:pt x="15408" y="1931"/>
                  </a:lnTo>
                  <a:lnTo>
                    <a:pt x="15640" y="1777"/>
                  </a:lnTo>
                  <a:lnTo>
                    <a:pt x="15872" y="1661"/>
                  </a:lnTo>
                  <a:lnTo>
                    <a:pt x="16103" y="1584"/>
                  </a:lnTo>
                  <a:close/>
                  <a:moveTo>
                    <a:pt x="13864" y="4287"/>
                  </a:moveTo>
                  <a:lnTo>
                    <a:pt x="13671" y="4519"/>
                  </a:lnTo>
                  <a:lnTo>
                    <a:pt x="13477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09"/>
                  </a:lnTo>
                  <a:lnTo>
                    <a:pt x="11083" y="5870"/>
                  </a:lnTo>
                  <a:lnTo>
                    <a:pt x="10968" y="5793"/>
                  </a:lnTo>
                  <a:lnTo>
                    <a:pt x="10929" y="5677"/>
                  </a:lnTo>
                  <a:lnTo>
                    <a:pt x="10890" y="5600"/>
                  </a:lnTo>
                  <a:lnTo>
                    <a:pt x="10890" y="5445"/>
                  </a:lnTo>
                  <a:lnTo>
                    <a:pt x="11006" y="5252"/>
                  </a:lnTo>
                  <a:lnTo>
                    <a:pt x="11122" y="5098"/>
                  </a:lnTo>
                  <a:lnTo>
                    <a:pt x="11276" y="4943"/>
                  </a:lnTo>
                  <a:lnTo>
                    <a:pt x="11547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8" y="4441"/>
                  </a:lnTo>
                  <a:lnTo>
                    <a:pt x="13246" y="4403"/>
                  </a:lnTo>
                  <a:lnTo>
                    <a:pt x="13555" y="4325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57"/>
                  </a:lnTo>
                  <a:lnTo>
                    <a:pt x="15408" y="4750"/>
                  </a:lnTo>
                  <a:lnTo>
                    <a:pt x="15717" y="4943"/>
                  </a:lnTo>
                  <a:lnTo>
                    <a:pt x="15910" y="5136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83" y="5986"/>
                  </a:lnTo>
                  <a:lnTo>
                    <a:pt x="16876" y="6333"/>
                  </a:lnTo>
                  <a:lnTo>
                    <a:pt x="16991" y="6642"/>
                  </a:lnTo>
                  <a:lnTo>
                    <a:pt x="16991" y="6797"/>
                  </a:lnTo>
                  <a:lnTo>
                    <a:pt x="16991" y="6951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528" y="7337"/>
                  </a:lnTo>
                  <a:lnTo>
                    <a:pt x="16374" y="7299"/>
                  </a:lnTo>
                  <a:lnTo>
                    <a:pt x="16142" y="7183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408" y="6565"/>
                  </a:lnTo>
                  <a:lnTo>
                    <a:pt x="15061" y="6140"/>
                  </a:lnTo>
                  <a:lnTo>
                    <a:pt x="14829" y="5677"/>
                  </a:lnTo>
                  <a:lnTo>
                    <a:pt x="14636" y="5214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70" y="116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45" y="580"/>
                  </a:lnTo>
                  <a:lnTo>
                    <a:pt x="10968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29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1" y="2704"/>
                  </a:lnTo>
                  <a:lnTo>
                    <a:pt x="12396" y="3090"/>
                  </a:lnTo>
                  <a:lnTo>
                    <a:pt x="12898" y="3399"/>
                  </a:lnTo>
                  <a:lnTo>
                    <a:pt x="12049" y="3283"/>
                  </a:lnTo>
                  <a:lnTo>
                    <a:pt x="11199" y="3244"/>
                  </a:lnTo>
                  <a:lnTo>
                    <a:pt x="10427" y="3322"/>
                  </a:lnTo>
                  <a:lnTo>
                    <a:pt x="9616" y="3476"/>
                  </a:lnTo>
                  <a:lnTo>
                    <a:pt x="9616" y="3476"/>
                  </a:lnTo>
                  <a:lnTo>
                    <a:pt x="9655" y="2974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584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51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48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14"/>
                  </a:lnTo>
                  <a:lnTo>
                    <a:pt x="5407" y="5523"/>
                  </a:lnTo>
                  <a:lnTo>
                    <a:pt x="4596" y="6179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18"/>
                  </a:lnTo>
                  <a:lnTo>
                    <a:pt x="541" y="10967"/>
                  </a:lnTo>
                  <a:lnTo>
                    <a:pt x="1" y="11778"/>
                  </a:lnTo>
                  <a:lnTo>
                    <a:pt x="348" y="12048"/>
                  </a:lnTo>
                  <a:lnTo>
                    <a:pt x="1545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40"/>
                  </a:lnTo>
                  <a:lnTo>
                    <a:pt x="6256" y="5561"/>
                  </a:lnTo>
                  <a:lnTo>
                    <a:pt x="7106" y="5059"/>
                  </a:lnTo>
                  <a:lnTo>
                    <a:pt x="8033" y="4596"/>
                  </a:lnTo>
                  <a:lnTo>
                    <a:pt x="8458" y="4403"/>
                  </a:lnTo>
                  <a:lnTo>
                    <a:pt x="8960" y="4248"/>
                  </a:lnTo>
                  <a:lnTo>
                    <a:pt x="9423" y="4094"/>
                  </a:lnTo>
                  <a:lnTo>
                    <a:pt x="9886" y="3978"/>
                  </a:lnTo>
                  <a:lnTo>
                    <a:pt x="10388" y="3901"/>
                  </a:lnTo>
                  <a:lnTo>
                    <a:pt x="10852" y="3824"/>
                  </a:lnTo>
                  <a:lnTo>
                    <a:pt x="12358" y="3824"/>
                  </a:lnTo>
                  <a:lnTo>
                    <a:pt x="12860" y="3901"/>
                  </a:lnTo>
                  <a:lnTo>
                    <a:pt x="12358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19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6" y="5252"/>
                  </a:lnTo>
                  <a:lnTo>
                    <a:pt x="10388" y="5484"/>
                  </a:lnTo>
                  <a:lnTo>
                    <a:pt x="10388" y="5716"/>
                  </a:lnTo>
                  <a:lnTo>
                    <a:pt x="10466" y="5947"/>
                  </a:lnTo>
                  <a:lnTo>
                    <a:pt x="10581" y="6140"/>
                  </a:lnTo>
                  <a:lnTo>
                    <a:pt x="10659" y="6256"/>
                  </a:lnTo>
                  <a:lnTo>
                    <a:pt x="10774" y="6333"/>
                  </a:lnTo>
                  <a:lnTo>
                    <a:pt x="11006" y="6411"/>
                  </a:lnTo>
                  <a:lnTo>
                    <a:pt x="11276" y="6449"/>
                  </a:lnTo>
                  <a:lnTo>
                    <a:pt x="11585" y="6411"/>
                  </a:lnTo>
                  <a:lnTo>
                    <a:pt x="11894" y="6333"/>
                  </a:lnTo>
                  <a:lnTo>
                    <a:pt x="12165" y="6256"/>
                  </a:lnTo>
                  <a:lnTo>
                    <a:pt x="12628" y="6025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677"/>
                  </a:lnTo>
                  <a:lnTo>
                    <a:pt x="14057" y="4866"/>
                  </a:lnTo>
                  <a:lnTo>
                    <a:pt x="14211" y="5368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3" y="6835"/>
                  </a:lnTo>
                  <a:lnTo>
                    <a:pt x="15177" y="7067"/>
                  </a:lnTo>
                  <a:lnTo>
                    <a:pt x="15408" y="7260"/>
                  </a:lnTo>
                  <a:lnTo>
                    <a:pt x="15679" y="7492"/>
                  </a:lnTo>
                  <a:lnTo>
                    <a:pt x="15987" y="7646"/>
                  </a:lnTo>
                  <a:lnTo>
                    <a:pt x="16296" y="7801"/>
                  </a:lnTo>
                  <a:lnTo>
                    <a:pt x="16605" y="7839"/>
                  </a:lnTo>
                  <a:lnTo>
                    <a:pt x="16876" y="7839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08"/>
                  </a:lnTo>
                  <a:lnTo>
                    <a:pt x="17378" y="7492"/>
                  </a:lnTo>
                  <a:lnTo>
                    <a:pt x="17455" y="7376"/>
                  </a:lnTo>
                  <a:lnTo>
                    <a:pt x="17455" y="7222"/>
                  </a:lnTo>
                  <a:lnTo>
                    <a:pt x="17493" y="6913"/>
                  </a:lnTo>
                  <a:lnTo>
                    <a:pt x="17416" y="6604"/>
                  </a:lnTo>
                  <a:lnTo>
                    <a:pt x="17339" y="6256"/>
                  </a:lnTo>
                  <a:lnTo>
                    <a:pt x="17185" y="5947"/>
                  </a:lnTo>
                  <a:lnTo>
                    <a:pt x="17030" y="5677"/>
                  </a:lnTo>
                  <a:lnTo>
                    <a:pt x="16914" y="5484"/>
                  </a:lnTo>
                  <a:lnTo>
                    <a:pt x="16721" y="5214"/>
                  </a:lnTo>
                  <a:lnTo>
                    <a:pt x="16489" y="4982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08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26"/>
                  </a:lnTo>
                  <a:lnTo>
                    <a:pt x="17107" y="2395"/>
                  </a:lnTo>
                  <a:lnTo>
                    <a:pt x="17146" y="2163"/>
                  </a:lnTo>
                  <a:lnTo>
                    <a:pt x="17146" y="1931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20"/>
                  </a:lnTo>
                  <a:lnTo>
                    <a:pt x="15910" y="1159"/>
                  </a:lnTo>
                  <a:lnTo>
                    <a:pt x="15679" y="1236"/>
                  </a:lnTo>
                  <a:lnTo>
                    <a:pt x="15485" y="1314"/>
                  </a:lnTo>
                  <a:lnTo>
                    <a:pt x="15292" y="1429"/>
                  </a:lnTo>
                  <a:lnTo>
                    <a:pt x="14906" y="1777"/>
                  </a:lnTo>
                  <a:lnTo>
                    <a:pt x="14597" y="2124"/>
                  </a:lnTo>
                  <a:lnTo>
                    <a:pt x="14327" y="2549"/>
                  </a:lnTo>
                  <a:lnTo>
                    <a:pt x="14095" y="3013"/>
                  </a:lnTo>
                  <a:lnTo>
                    <a:pt x="13979" y="2433"/>
                  </a:lnTo>
                  <a:lnTo>
                    <a:pt x="13748" y="1854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25"/>
                  </a:lnTo>
                  <a:lnTo>
                    <a:pt x="12589" y="271"/>
                  </a:lnTo>
                  <a:lnTo>
                    <a:pt x="12358" y="116"/>
                  </a:lnTo>
                  <a:lnTo>
                    <a:pt x="121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3" name="Google Shape;4003;p17"/>
            <p:cNvSpPr/>
            <p:nvPr/>
          </p:nvSpPr>
          <p:spPr>
            <a:xfrm>
              <a:off x="2084875" y="3742225"/>
              <a:ext cx="66625" cy="99475"/>
            </a:xfrm>
            <a:custGeom>
              <a:avLst/>
              <a:gdLst/>
              <a:ahLst/>
              <a:cxnLst/>
              <a:rect l="l" t="t" r="r" b="b"/>
              <a:pathLst>
                <a:path w="2665" h="3979" extrusionOk="0">
                  <a:moveTo>
                    <a:pt x="850" y="1"/>
                  </a:moveTo>
                  <a:lnTo>
                    <a:pt x="502" y="155"/>
                  </a:lnTo>
                  <a:lnTo>
                    <a:pt x="618" y="233"/>
                  </a:lnTo>
                  <a:lnTo>
                    <a:pt x="464" y="619"/>
                  </a:lnTo>
                  <a:lnTo>
                    <a:pt x="271" y="1082"/>
                  </a:lnTo>
                  <a:lnTo>
                    <a:pt x="116" y="1623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74"/>
                  </a:lnTo>
                  <a:lnTo>
                    <a:pt x="77" y="3206"/>
                  </a:lnTo>
                  <a:lnTo>
                    <a:pt x="155" y="3399"/>
                  </a:lnTo>
                  <a:lnTo>
                    <a:pt x="309" y="3592"/>
                  </a:lnTo>
                  <a:lnTo>
                    <a:pt x="464" y="3747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78"/>
                  </a:lnTo>
                  <a:lnTo>
                    <a:pt x="1313" y="3940"/>
                  </a:lnTo>
                  <a:lnTo>
                    <a:pt x="1506" y="3824"/>
                  </a:lnTo>
                  <a:lnTo>
                    <a:pt x="1661" y="3708"/>
                  </a:lnTo>
                  <a:lnTo>
                    <a:pt x="1815" y="3515"/>
                  </a:lnTo>
                  <a:lnTo>
                    <a:pt x="1970" y="3322"/>
                  </a:lnTo>
                  <a:lnTo>
                    <a:pt x="2085" y="3090"/>
                  </a:lnTo>
                  <a:lnTo>
                    <a:pt x="2317" y="2550"/>
                  </a:lnTo>
                  <a:lnTo>
                    <a:pt x="2510" y="2009"/>
                  </a:lnTo>
                  <a:lnTo>
                    <a:pt x="2626" y="1507"/>
                  </a:lnTo>
                  <a:lnTo>
                    <a:pt x="2665" y="1082"/>
                  </a:lnTo>
                  <a:lnTo>
                    <a:pt x="2394" y="1044"/>
                  </a:lnTo>
                  <a:lnTo>
                    <a:pt x="2008" y="2048"/>
                  </a:lnTo>
                  <a:lnTo>
                    <a:pt x="1738" y="2704"/>
                  </a:lnTo>
                  <a:lnTo>
                    <a:pt x="1545" y="3052"/>
                  </a:lnTo>
                  <a:lnTo>
                    <a:pt x="1468" y="3206"/>
                  </a:lnTo>
                  <a:lnTo>
                    <a:pt x="1313" y="3322"/>
                  </a:lnTo>
                  <a:lnTo>
                    <a:pt x="1159" y="3322"/>
                  </a:lnTo>
                  <a:lnTo>
                    <a:pt x="966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936"/>
                  </a:lnTo>
                  <a:lnTo>
                    <a:pt x="541" y="2704"/>
                  </a:lnTo>
                  <a:lnTo>
                    <a:pt x="541" y="2395"/>
                  </a:lnTo>
                  <a:lnTo>
                    <a:pt x="579" y="2086"/>
                  </a:lnTo>
                  <a:lnTo>
                    <a:pt x="618" y="1623"/>
                  </a:lnTo>
                  <a:lnTo>
                    <a:pt x="734" y="1198"/>
                  </a:lnTo>
                  <a:lnTo>
                    <a:pt x="888" y="773"/>
                  </a:lnTo>
                  <a:lnTo>
                    <a:pt x="1043" y="348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6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4" name="Google Shape;4004;p17"/>
            <p:cNvSpPr/>
            <p:nvPr/>
          </p:nvSpPr>
          <p:spPr>
            <a:xfrm>
              <a:off x="3315725" y="3754775"/>
              <a:ext cx="374575" cy="387150"/>
            </a:xfrm>
            <a:custGeom>
              <a:avLst/>
              <a:gdLst/>
              <a:ahLst/>
              <a:cxnLst/>
              <a:rect l="l" t="t" r="r" b="b"/>
              <a:pathLst>
                <a:path w="14983" h="15486" extrusionOk="0">
                  <a:moveTo>
                    <a:pt x="7453" y="503"/>
                  </a:moveTo>
                  <a:lnTo>
                    <a:pt x="8032" y="542"/>
                  </a:lnTo>
                  <a:lnTo>
                    <a:pt x="8611" y="580"/>
                  </a:lnTo>
                  <a:lnTo>
                    <a:pt x="9152" y="696"/>
                  </a:lnTo>
                  <a:lnTo>
                    <a:pt x="9693" y="850"/>
                  </a:lnTo>
                  <a:lnTo>
                    <a:pt x="10195" y="1044"/>
                  </a:lnTo>
                  <a:lnTo>
                    <a:pt x="10697" y="1275"/>
                  </a:lnTo>
                  <a:lnTo>
                    <a:pt x="11160" y="1546"/>
                  </a:lnTo>
                  <a:lnTo>
                    <a:pt x="11623" y="1816"/>
                  </a:lnTo>
                  <a:lnTo>
                    <a:pt x="10812" y="2202"/>
                  </a:lnTo>
                  <a:lnTo>
                    <a:pt x="10040" y="2627"/>
                  </a:lnTo>
                  <a:lnTo>
                    <a:pt x="9306" y="3090"/>
                  </a:lnTo>
                  <a:lnTo>
                    <a:pt x="8611" y="3631"/>
                  </a:lnTo>
                  <a:lnTo>
                    <a:pt x="7955" y="4171"/>
                  </a:lnTo>
                  <a:lnTo>
                    <a:pt x="7298" y="4789"/>
                  </a:lnTo>
                  <a:lnTo>
                    <a:pt x="6719" y="5446"/>
                  </a:lnTo>
                  <a:lnTo>
                    <a:pt x="6140" y="6141"/>
                  </a:lnTo>
                  <a:lnTo>
                    <a:pt x="5638" y="6874"/>
                  </a:lnTo>
                  <a:lnTo>
                    <a:pt x="5213" y="7647"/>
                  </a:lnTo>
                  <a:lnTo>
                    <a:pt x="4788" y="8419"/>
                  </a:lnTo>
                  <a:lnTo>
                    <a:pt x="4480" y="9230"/>
                  </a:lnTo>
                  <a:lnTo>
                    <a:pt x="4171" y="10041"/>
                  </a:lnTo>
                  <a:lnTo>
                    <a:pt x="3978" y="10890"/>
                  </a:lnTo>
                  <a:lnTo>
                    <a:pt x="3823" y="11778"/>
                  </a:lnTo>
                  <a:lnTo>
                    <a:pt x="3746" y="12667"/>
                  </a:lnTo>
                  <a:lnTo>
                    <a:pt x="3553" y="12667"/>
                  </a:lnTo>
                  <a:lnTo>
                    <a:pt x="3282" y="11856"/>
                  </a:lnTo>
                  <a:lnTo>
                    <a:pt x="3051" y="11045"/>
                  </a:lnTo>
                  <a:lnTo>
                    <a:pt x="2858" y="10195"/>
                  </a:lnTo>
                  <a:lnTo>
                    <a:pt x="2703" y="9346"/>
                  </a:lnTo>
                  <a:lnTo>
                    <a:pt x="2587" y="8535"/>
                  </a:lnTo>
                  <a:lnTo>
                    <a:pt x="2549" y="7685"/>
                  </a:lnTo>
                  <a:lnTo>
                    <a:pt x="2587" y="6797"/>
                  </a:lnTo>
                  <a:lnTo>
                    <a:pt x="2703" y="5948"/>
                  </a:lnTo>
                  <a:lnTo>
                    <a:pt x="2858" y="5214"/>
                  </a:lnTo>
                  <a:lnTo>
                    <a:pt x="3051" y="4519"/>
                  </a:lnTo>
                  <a:lnTo>
                    <a:pt x="3321" y="3824"/>
                  </a:lnTo>
                  <a:lnTo>
                    <a:pt x="3669" y="3206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30"/>
                  </a:lnTo>
                  <a:lnTo>
                    <a:pt x="5406" y="889"/>
                  </a:lnTo>
                  <a:lnTo>
                    <a:pt x="5908" y="735"/>
                  </a:lnTo>
                  <a:lnTo>
                    <a:pt x="6410" y="619"/>
                  </a:lnTo>
                  <a:lnTo>
                    <a:pt x="6951" y="542"/>
                  </a:lnTo>
                  <a:lnTo>
                    <a:pt x="7453" y="503"/>
                  </a:lnTo>
                  <a:close/>
                  <a:moveTo>
                    <a:pt x="11932" y="2086"/>
                  </a:moveTo>
                  <a:lnTo>
                    <a:pt x="12357" y="2434"/>
                  </a:lnTo>
                  <a:lnTo>
                    <a:pt x="12704" y="2820"/>
                  </a:lnTo>
                  <a:lnTo>
                    <a:pt x="13013" y="3206"/>
                  </a:lnTo>
                  <a:lnTo>
                    <a:pt x="13322" y="3669"/>
                  </a:lnTo>
                  <a:lnTo>
                    <a:pt x="13593" y="4094"/>
                  </a:lnTo>
                  <a:lnTo>
                    <a:pt x="13863" y="4596"/>
                  </a:lnTo>
                  <a:lnTo>
                    <a:pt x="14056" y="5098"/>
                  </a:lnTo>
                  <a:lnTo>
                    <a:pt x="14210" y="5600"/>
                  </a:lnTo>
                  <a:lnTo>
                    <a:pt x="14326" y="6102"/>
                  </a:lnTo>
                  <a:lnTo>
                    <a:pt x="14442" y="6643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64" y="6952"/>
                  </a:lnTo>
                  <a:lnTo>
                    <a:pt x="11392" y="7145"/>
                  </a:lnTo>
                  <a:lnTo>
                    <a:pt x="10658" y="7415"/>
                  </a:lnTo>
                  <a:lnTo>
                    <a:pt x="9924" y="7724"/>
                  </a:lnTo>
                  <a:lnTo>
                    <a:pt x="9229" y="8033"/>
                  </a:lnTo>
                  <a:lnTo>
                    <a:pt x="8534" y="8419"/>
                  </a:lnTo>
                  <a:lnTo>
                    <a:pt x="7878" y="8844"/>
                  </a:lnTo>
                  <a:lnTo>
                    <a:pt x="7260" y="9307"/>
                  </a:lnTo>
                  <a:lnTo>
                    <a:pt x="6642" y="9809"/>
                  </a:lnTo>
                  <a:lnTo>
                    <a:pt x="6101" y="10350"/>
                  </a:lnTo>
                  <a:lnTo>
                    <a:pt x="5561" y="10890"/>
                  </a:lnTo>
                  <a:lnTo>
                    <a:pt x="5097" y="11508"/>
                  </a:lnTo>
                  <a:lnTo>
                    <a:pt x="4634" y="12126"/>
                  </a:lnTo>
                  <a:lnTo>
                    <a:pt x="4248" y="12821"/>
                  </a:lnTo>
                  <a:lnTo>
                    <a:pt x="4132" y="12744"/>
                  </a:lnTo>
                  <a:lnTo>
                    <a:pt x="3978" y="12667"/>
                  </a:lnTo>
                  <a:lnTo>
                    <a:pt x="4093" y="11817"/>
                  </a:lnTo>
                  <a:lnTo>
                    <a:pt x="4325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3" y="8496"/>
                  </a:lnTo>
                  <a:lnTo>
                    <a:pt x="5599" y="7724"/>
                  </a:lnTo>
                  <a:lnTo>
                    <a:pt x="6024" y="6990"/>
                  </a:lnTo>
                  <a:lnTo>
                    <a:pt x="6526" y="6295"/>
                  </a:lnTo>
                  <a:lnTo>
                    <a:pt x="7067" y="5600"/>
                  </a:lnTo>
                  <a:lnTo>
                    <a:pt x="7607" y="4982"/>
                  </a:lnTo>
                  <a:lnTo>
                    <a:pt x="8225" y="4403"/>
                  </a:lnTo>
                  <a:lnTo>
                    <a:pt x="8920" y="3824"/>
                  </a:lnTo>
                  <a:lnTo>
                    <a:pt x="9615" y="3322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32" y="2086"/>
                  </a:lnTo>
                  <a:close/>
                  <a:moveTo>
                    <a:pt x="14481" y="6990"/>
                  </a:moveTo>
                  <a:lnTo>
                    <a:pt x="14481" y="7840"/>
                  </a:lnTo>
                  <a:lnTo>
                    <a:pt x="14442" y="8689"/>
                  </a:lnTo>
                  <a:lnTo>
                    <a:pt x="14288" y="9539"/>
                  </a:lnTo>
                  <a:lnTo>
                    <a:pt x="14172" y="9964"/>
                  </a:lnTo>
                  <a:lnTo>
                    <a:pt x="14056" y="10350"/>
                  </a:lnTo>
                  <a:lnTo>
                    <a:pt x="13902" y="10774"/>
                  </a:lnTo>
                  <a:lnTo>
                    <a:pt x="13708" y="11161"/>
                  </a:lnTo>
                  <a:lnTo>
                    <a:pt x="13515" y="11547"/>
                  </a:lnTo>
                  <a:lnTo>
                    <a:pt x="13284" y="11894"/>
                  </a:lnTo>
                  <a:lnTo>
                    <a:pt x="13052" y="12242"/>
                  </a:lnTo>
                  <a:lnTo>
                    <a:pt x="12782" y="12589"/>
                  </a:lnTo>
                  <a:lnTo>
                    <a:pt x="12511" y="12898"/>
                  </a:lnTo>
                  <a:lnTo>
                    <a:pt x="12202" y="13207"/>
                  </a:lnTo>
                  <a:lnTo>
                    <a:pt x="11971" y="13053"/>
                  </a:lnTo>
                  <a:lnTo>
                    <a:pt x="11701" y="12937"/>
                  </a:lnTo>
                  <a:lnTo>
                    <a:pt x="11121" y="12782"/>
                  </a:lnTo>
                  <a:lnTo>
                    <a:pt x="10542" y="12628"/>
                  </a:lnTo>
                  <a:lnTo>
                    <a:pt x="10001" y="12551"/>
                  </a:lnTo>
                  <a:lnTo>
                    <a:pt x="9422" y="12512"/>
                  </a:lnTo>
                  <a:lnTo>
                    <a:pt x="8843" y="12474"/>
                  </a:lnTo>
                  <a:lnTo>
                    <a:pt x="8302" y="12474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681" y="12667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62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40"/>
                  </a:lnTo>
                  <a:lnTo>
                    <a:pt x="5870" y="11161"/>
                  </a:lnTo>
                  <a:lnTo>
                    <a:pt x="6410" y="10620"/>
                  </a:lnTo>
                  <a:lnTo>
                    <a:pt x="6989" y="10118"/>
                  </a:lnTo>
                  <a:lnTo>
                    <a:pt x="7530" y="9655"/>
                  </a:lnTo>
                  <a:lnTo>
                    <a:pt x="8148" y="9230"/>
                  </a:lnTo>
                  <a:lnTo>
                    <a:pt x="8766" y="8805"/>
                  </a:lnTo>
                  <a:lnTo>
                    <a:pt x="9422" y="8458"/>
                  </a:lnTo>
                  <a:lnTo>
                    <a:pt x="10079" y="8110"/>
                  </a:lnTo>
                  <a:lnTo>
                    <a:pt x="10735" y="7840"/>
                  </a:lnTo>
                  <a:lnTo>
                    <a:pt x="11469" y="7569"/>
                  </a:lnTo>
                  <a:lnTo>
                    <a:pt x="12164" y="7376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7"/>
                  </a:moveTo>
                  <a:lnTo>
                    <a:pt x="4055" y="1854"/>
                  </a:lnTo>
                  <a:lnTo>
                    <a:pt x="3630" y="2472"/>
                  </a:lnTo>
                  <a:lnTo>
                    <a:pt x="3244" y="3129"/>
                  </a:lnTo>
                  <a:lnTo>
                    <a:pt x="2935" y="3824"/>
                  </a:lnTo>
                  <a:lnTo>
                    <a:pt x="2665" y="4519"/>
                  </a:lnTo>
                  <a:lnTo>
                    <a:pt x="2472" y="5291"/>
                  </a:lnTo>
                  <a:lnTo>
                    <a:pt x="2317" y="6025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2"/>
                  </a:lnTo>
                  <a:lnTo>
                    <a:pt x="2278" y="9114"/>
                  </a:lnTo>
                  <a:lnTo>
                    <a:pt x="2394" y="9886"/>
                  </a:lnTo>
                  <a:lnTo>
                    <a:pt x="2549" y="10620"/>
                  </a:lnTo>
                  <a:lnTo>
                    <a:pt x="2742" y="11354"/>
                  </a:lnTo>
                  <a:lnTo>
                    <a:pt x="3012" y="12087"/>
                  </a:lnTo>
                  <a:lnTo>
                    <a:pt x="3321" y="12744"/>
                  </a:lnTo>
                  <a:lnTo>
                    <a:pt x="3128" y="12898"/>
                  </a:lnTo>
                  <a:lnTo>
                    <a:pt x="2935" y="13053"/>
                  </a:lnTo>
                  <a:lnTo>
                    <a:pt x="2819" y="13246"/>
                  </a:lnTo>
                  <a:lnTo>
                    <a:pt x="2742" y="13439"/>
                  </a:lnTo>
                  <a:lnTo>
                    <a:pt x="2394" y="13014"/>
                  </a:lnTo>
                  <a:lnTo>
                    <a:pt x="2085" y="12551"/>
                  </a:lnTo>
                  <a:lnTo>
                    <a:pt x="1776" y="12087"/>
                  </a:lnTo>
                  <a:lnTo>
                    <a:pt x="1506" y="11624"/>
                  </a:lnTo>
                  <a:lnTo>
                    <a:pt x="1274" y="11122"/>
                  </a:lnTo>
                  <a:lnTo>
                    <a:pt x="1081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114"/>
                  </a:lnTo>
                  <a:lnTo>
                    <a:pt x="541" y="8573"/>
                  </a:lnTo>
                  <a:lnTo>
                    <a:pt x="502" y="8033"/>
                  </a:lnTo>
                  <a:lnTo>
                    <a:pt x="502" y="7492"/>
                  </a:lnTo>
                  <a:lnTo>
                    <a:pt x="541" y="6952"/>
                  </a:lnTo>
                  <a:lnTo>
                    <a:pt x="618" y="6411"/>
                  </a:lnTo>
                  <a:lnTo>
                    <a:pt x="772" y="5870"/>
                  </a:lnTo>
                  <a:lnTo>
                    <a:pt x="927" y="5330"/>
                  </a:lnTo>
                  <a:lnTo>
                    <a:pt x="1197" y="4673"/>
                  </a:lnTo>
                  <a:lnTo>
                    <a:pt x="1545" y="4055"/>
                  </a:lnTo>
                  <a:lnTo>
                    <a:pt x="1931" y="3476"/>
                  </a:lnTo>
                  <a:lnTo>
                    <a:pt x="2356" y="2936"/>
                  </a:lnTo>
                  <a:lnTo>
                    <a:pt x="2819" y="2434"/>
                  </a:lnTo>
                  <a:lnTo>
                    <a:pt x="3360" y="2009"/>
                  </a:lnTo>
                  <a:lnTo>
                    <a:pt x="3939" y="1584"/>
                  </a:lnTo>
                  <a:lnTo>
                    <a:pt x="4518" y="1237"/>
                  </a:lnTo>
                  <a:close/>
                  <a:moveTo>
                    <a:pt x="3862" y="12976"/>
                  </a:moveTo>
                  <a:lnTo>
                    <a:pt x="4016" y="13053"/>
                  </a:lnTo>
                  <a:lnTo>
                    <a:pt x="4171" y="13169"/>
                  </a:lnTo>
                  <a:lnTo>
                    <a:pt x="4286" y="13284"/>
                  </a:lnTo>
                  <a:lnTo>
                    <a:pt x="4325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286" y="13941"/>
                  </a:lnTo>
                  <a:lnTo>
                    <a:pt x="4209" y="14095"/>
                  </a:lnTo>
                  <a:lnTo>
                    <a:pt x="3784" y="13825"/>
                  </a:lnTo>
                  <a:lnTo>
                    <a:pt x="3360" y="13477"/>
                  </a:lnTo>
                  <a:lnTo>
                    <a:pt x="3244" y="13439"/>
                  </a:lnTo>
                  <a:lnTo>
                    <a:pt x="3167" y="13439"/>
                  </a:lnTo>
                  <a:lnTo>
                    <a:pt x="3051" y="13477"/>
                  </a:lnTo>
                  <a:lnTo>
                    <a:pt x="2974" y="13516"/>
                  </a:lnTo>
                  <a:lnTo>
                    <a:pt x="3051" y="13362"/>
                  </a:lnTo>
                  <a:lnTo>
                    <a:pt x="3167" y="13207"/>
                  </a:lnTo>
                  <a:lnTo>
                    <a:pt x="3321" y="13130"/>
                  </a:lnTo>
                  <a:lnTo>
                    <a:pt x="3476" y="13014"/>
                  </a:lnTo>
                  <a:lnTo>
                    <a:pt x="3669" y="12976"/>
                  </a:lnTo>
                  <a:close/>
                  <a:moveTo>
                    <a:pt x="9152" y="12860"/>
                  </a:moveTo>
                  <a:lnTo>
                    <a:pt x="9615" y="12898"/>
                  </a:lnTo>
                  <a:lnTo>
                    <a:pt x="10117" y="12976"/>
                  </a:lnTo>
                  <a:lnTo>
                    <a:pt x="10503" y="13014"/>
                  </a:lnTo>
                  <a:lnTo>
                    <a:pt x="11005" y="13130"/>
                  </a:lnTo>
                  <a:lnTo>
                    <a:pt x="11507" y="13246"/>
                  </a:lnTo>
                  <a:lnTo>
                    <a:pt x="11701" y="13362"/>
                  </a:lnTo>
                  <a:lnTo>
                    <a:pt x="11894" y="13477"/>
                  </a:lnTo>
                  <a:lnTo>
                    <a:pt x="11507" y="13786"/>
                  </a:lnTo>
                  <a:lnTo>
                    <a:pt x="11083" y="14018"/>
                  </a:lnTo>
                  <a:lnTo>
                    <a:pt x="10658" y="14250"/>
                  </a:lnTo>
                  <a:lnTo>
                    <a:pt x="10233" y="14443"/>
                  </a:lnTo>
                  <a:lnTo>
                    <a:pt x="9770" y="14636"/>
                  </a:lnTo>
                  <a:lnTo>
                    <a:pt x="9306" y="14752"/>
                  </a:lnTo>
                  <a:lnTo>
                    <a:pt x="8843" y="14868"/>
                  </a:lnTo>
                  <a:lnTo>
                    <a:pt x="8341" y="14945"/>
                  </a:lnTo>
                  <a:lnTo>
                    <a:pt x="7878" y="14983"/>
                  </a:lnTo>
                  <a:lnTo>
                    <a:pt x="7376" y="14983"/>
                  </a:lnTo>
                  <a:lnTo>
                    <a:pt x="6912" y="14945"/>
                  </a:lnTo>
                  <a:lnTo>
                    <a:pt x="6410" y="14868"/>
                  </a:lnTo>
                  <a:lnTo>
                    <a:pt x="5947" y="14790"/>
                  </a:lnTo>
                  <a:lnTo>
                    <a:pt x="5484" y="14636"/>
                  </a:lnTo>
                  <a:lnTo>
                    <a:pt x="5020" y="14481"/>
                  </a:lnTo>
                  <a:lnTo>
                    <a:pt x="4595" y="14288"/>
                  </a:lnTo>
                  <a:lnTo>
                    <a:pt x="4711" y="14018"/>
                  </a:lnTo>
                  <a:lnTo>
                    <a:pt x="4711" y="13748"/>
                  </a:lnTo>
                  <a:lnTo>
                    <a:pt x="4711" y="13593"/>
                  </a:lnTo>
                  <a:lnTo>
                    <a:pt x="5561" y="13323"/>
                  </a:lnTo>
                  <a:lnTo>
                    <a:pt x="6410" y="13091"/>
                  </a:lnTo>
                  <a:lnTo>
                    <a:pt x="7298" y="12937"/>
                  </a:lnTo>
                  <a:lnTo>
                    <a:pt x="8187" y="12860"/>
                  </a:lnTo>
                  <a:close/>
                  <a:moveTo>
                    <a:pt x="7569" y="1"/>
                  </a:moveTo>
                  <a:lnTo>
                    <a:pt x="6989" y="40"/>
                  </a:lnTo>
                  <a:lnTo>
                    <a:pt x="6449" y="117"/>
                  </a:lnTo>
                  <a:lnTo>
                    <a:pt x="5870" y="233"/>
                  </a:lnTo>
                  <a:lnTo>
                    <a:pt x="5329" y="387"/>
                  </a:lnTo>
                  <a:lnTo>
                    <a:pt x="4788" y="580"/>
                  </a:lnTo>
                  <a:lnTo>
                    <a:pt x="4248" y="812"/>
                  </a:lnTo>
                  <a:lnTo>
                    <a:pt x="3746" y="1121"/>
                  </a:lnTo>
                  <a:lnTo>
                    <a:pt x="3282" y="1430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2008" y="2588"/>
                  </a:lnTo>
                  <a:lnTo>
                    <a:pt x="1622" y="3013"/>
                  </a:lnTo>
                  <a:lnTo>
                    <a:pt x="1274" y="3515"/>
                  </a:lnTo>
                  <a:lnTo>
                    <a:pt x="966" y="4017"/>
                  </a:lnTo>
                  <a:lnTo>
                    <a:pt x="695" y="4596"/>
                  </a:lnTo>
                  <a:lnTo>
                    <a:pt x="425" y="5253"/>
                  </a:lnTo>
                  <a:lnTo>
                    <a:pt x="232" y="5909"/>
                  </a:lnTo>
                  <a:lnTo>
                    <a:pt x="116" y="6565"/>
                  </a:lnTo>
                  <a:lnTo>
                    <a:pt x="39" y="7222"/>
                  </a:lnTo>
                  <a:lnTo>
                    <a:pt x="0" y="7917"/>
                  </a:lnTo>
                  <a:lnTo>
                    <a:pt x="39" y="8612"/>
                  </a:lnTo>
                  <a:lnTo>
                    <a:pt x="116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5" y="11238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0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4" y="14520"/>
                  </a:lnTo>
                  <a:lnTo>
                    <a:pt x="4093" y="14597"/>
                  </a:lnTo>
                  <a:lnTo>
                    <a:pt x="4518" y="14829"/>
                  </a:lnTo>
                  <a:lnTo>
                    <a:pt x="4982" y="14983"/>
                  </a:lnTo>
                  <a:lnTo>
                    <a:pt x="5406" y="15138"/>
                  </a:lnTo>
                  <a:lnTo>
                    <a:pt x="5870" y="15292"/>
                  </a:lnTo>
                  <a:lnTo>
                    <a:pt x="6333" y="15370"/>
                  </a:lnTo>
                  <a:lnTo>
                    <a:pt x="6796" y="15447"/>
                  </a:lnTo>
                  <a:lnTo>
                    <a:pt x="7260" y="15485"/>
                  </a:lnTo>
                  <a:lnTo>
                    <a:pt x="7762" y="15485"/>
                  </a:lnTo>
                  <a:lnTo>
                    <a:pt x="8225" y="15447"/>
                  </a:lnTo>
                  <a:lnTo>
                    <a:pt x="8689" y="15408"/>
                  </a:lnTo>
                  <a:lnTo>
                    <a:pt x="9152" y="15331"/>
                  </a:lnTo>
                  <a:lnTo>
                    <a:pt x="9615" y="15215"/>
                  </a:lnTo>
                  <a:lnTo>
                    <a:pt x="10079" y="15061"/>
                  </a:lnTo>
                  <a:lnTo>
                    <a:pt x="10542" y="14868"/>
                  </a:lnTo>
                  <a:lnTo>
                    <a:pt x="10967" y="14675"/>
                  </a:lnTo>
                  <a:lnTo>
                    <a:pt x="11392" y="14443"/>
                  </a:lnTo>
                  <a:lnTo>
                    <a:pt x="11855" y="14134"/>
                  </a:lnTo>
                  <a:lnTo>
                    <a:pt x="12318" y="13786"/>
                  </a:lnTo>
                  <a:lnTo>
                    <a:pt x="12743" y="13400"/>
                  </a:lnTo>
                  <a:lnTo>
                    <a:pt x="13129" y="12976"/>
                  </a:lnTo>
                  <a:lnTo>
                    <a:pt x="13477" y="12551"/>
                  </a:lnTo>
                  <a:lnTo>
                    <a:pt x="13786" y="12049"/>
                  </a:lnTo>
                  <a:lnTo>
                    <a:pt x="14056" y="11585"/>
                  </a:lnTo>
                  <a:lnTo>
                    <a:pt x="14288" y="11045"/>
                  </a:lnTo>
                  <a:lnTo>
                    <a:pt x="14519" y="10543"/>
                  </a:lnTo>
                  <a:lnTo>
                    <a:pt x="14674" y="10002"/>
                  </a:lnTo>
                  <a:lnTo>
                    <a:pt x="14828" y="9423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4983" y="7724"/>
                  </a:lnTo>
                  <a:lnTo>
                    <a:pt x="14983" y="7145"/>
                  </a:lnTo>
                  <a:lnTo>
                    <a:pt x="14944" y="6604"/>
                  </a:lnTo>
                  <a:lnTo>
                    <a:pt x="14828" y="5986"/>
                  </a:lnTo>
                  <a:lnTo>
                    <a:pt x="14674" y="5407"/>
                  </a:lnTo>
                  <a:lnTo>
                    <a:pt x="14481" y="4828"/>
                  </a:lnTo>
                  <a:lnTo>
                    <a:pt x="14249" y="4287"/>
                  </a:lnTo>
                  <a:lnTo>
                    <a:pt x="13979" y="3747"/>
                  </a:lnTo>
                  <a:lnTo>
                    <a:pt x="13670" y="3245"/>
                  </a:lnTo>
                  <a:lnTo>
                    <a:pt x="13322" y="2743"/>
                  </a:lnTo>
                  <a:lnTo>
                    <a:pt x="12936" y="2318"/>
                  </a:lnTo>
                  <a:lnTo>
                    <a:pt x="12511" y="1893"/>
                  </a:lnTo>
                  <a:lnTo>
                    <a:pt x="12048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2" y="619"/>
                  </a:lnTo>
                  <a:lnTo>
                    <a:pt x="9963" y="387"/>
                  </a:lnTo>
                  <a:lnTo>
                    <a:pt x="9384" y="233"/>
                  </a:lnTo>
                  <a:lnTo>
                    <a:pt x="8766" y="117"/>
                  </a:lnTo>
                  <a:lnTo>
                    <a:pt x="8187" y="40"/>
                  </a:lnTo>
                  <a:lnTo>
                    <a:pt x="756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5" name="Google Shape;4005;p17"/>
            <p:cNvSpPr/>
            <p:nvPr/>
          </p:nvSpPr>
          <p:spPr>
            <a:xfrm>
              <a:off x="514200" y="3860000"/>
              <a:ext cx="302200" cy="155450"/>
            </a:xfrm>
            <a:custGeom>
              <a:avLst/>
              <a:gdLst/>
              <a:ahLst/>
              <a:cxnLst/>
              <a:rect l="l" t="t" r="r" b="b"/>
              <a:pathLst>
                <a:path w="12088" h="6218" extrusionOk="0">
                  <a:moveTo>
                    <a:pt x="11740" y="1"/>
                  </a:moveTo>
                  <a:lnTo>
                    <a:pt x="11663" y="40"/>
                  </a:lnTo>
                  <a:lnTo>
                    <a:pt x="11585" y="78"/>
                  </a:lnTo>
                  <a:lnTo>
                    <a:pt x="11508" y="117"/>
                  </a:lnTo>
                  <a:lnTo>
                    <a:pt x="11469" y="233"/>
                  </a:lnTo>
                  <a:lnTo>
                    <a:pt x="11469" y="310"/>
                  </a:lnTo>
                  <a:lnTo>
                    <a:pt x="11508" y="426"/>
                  </a:lnTo>
                  <a:lnTo>
                    <a:pt x="11585" y="580"/>
                  </a:lnTo>
                  <a:lnTo>
                    <a:pt x="11624" y="773"/>
                  </a:lnTo>
                  <a:lnTo>
                    <a:pt x="11585" y="966"/>
                  </a:lnTo>
                  <a:lnTo>
                    <a:pt x="11508" y="1121"/>
                  </a:lnTo>
                  <a:lnTo>
                    <a:pt x="11392" y="1275"/>
                  </a:lnTo>
                  <a:lnTo>
                    <a:pt x="11276" y="1430"/>
                  </a:lnTo>
                  <a:lnTo>
                    <a:pt x="10929" y="1739"/>
                  </a:lnTo>
                  <a:lnTo>
                    <a:pt x="10504" y="2009"/>
                  </a:lnTo>
                  <a:lnTo>
                    <a:pt x="10079" y="2241"/>
                  </a:lnTo>
                  <a:lnTo>
                    <a:pt x="9423" y="2588"/>
                  </a:lnTo>
                  <a:lnTo>
                    <a:pt x="9037" y="2781"/>
                  </a:lnTo>
                  <a:lnTo>
                    <a:pt x="9037" y="2704"/>
                  </a:lnTo>
                  <a:lnTo>
                    <a:pt x="8960" y="2627"/>
                  </a:lnTo>
                  <a:lnTo>
                    <a:pt x="8496" y="2202"/>
                  </a:lnTo>
                  <a:lnTo>
                    <a:pt x="8110" y="1700"/>
                  </a:lnTo>
                  <a:lnTo>
                    <a:pt x="7840" y="1893"/>
                  </a:lnTo>
                  <a:lnTo>
                    <a:pt x="7994" y="2202"/>
                  </a:lnTo>
                  <a:lnTo>
                    <a:pt x="8187" y="2511"/>
                  </a:lnTo>
                  <a:lnTo>
                    <a:pt x="8419" y="2781"/>
                  </a:lnTo>
                  <a:lnTo>
                    <a:pt x="8651" y="2974"/>
                  </a:lnTo>
                  <a:lnTo>
                    <a:pt x="7608" y="3515"/>
                  </a:lnTo>
                  <a:lnTo>
                    <a:pt x="6565" y="3978"/>
                  </a:lnTo>
                  <a:lnTo>
                    <a:pt x="5252" y="4519"/>
                  </a:lnTo>
                  <a:lnTo>
                    <a:pt x="3940" y="4982"/>
                  </a:lnTo>
                  <a:lnTo>
                    <a:pt x="3669" y="5059"/>
                  </a:lnTo>
                  <a:lnTo>
                    <a:pt x="3708" y="4712"/>
                  </a:lnTo>
                  <a:lnTo>
                    <a:pt x="3631" y="4364"/>
                  </a:lnTo>
                  <a:lnTo>
                    <a:pt x="3515" y="4055"/>
                  </a:lnTo>
                  <a:lnTo>
                    <a:pt x="3322" y="3708"/>
                  </a:lnTo>
                  <a:lnTo>
                    <a:pt x="3013" y="3901"/>
                  </a:lnTo>
                  <a:lnTo>
                    <a:pt x="3129" y="4171"/>
                  </a:lnTo>
                  <a:lnTo>
                    <a:pt x="3206" y="4442"/>
                  </a:lnTo>
                  <a:lnTo>
                    <a:pt x="3245" y="4866"/>
                  </a:lnTo>
                  <a:lnTo>
                    <a:pt x="3245" y="5253"/>
                  </a:lnTo>
                  <a:lnTo>
                    <a:pt x="2356" y="5523"/>
                  </a:lnTo>
                  <a:lnTo>
                    <a:pt x="1893" y="5639"/>
                  </a:lnTo>
                  <a:lnTo>
                    <a:pt x="1430" y="5677"/>
                  </a:lnTo>
                  <a:lnTo>
                    <a:pt x="1043" y="5716"/>
                  </a:lnTo>
                  <a:lnTo>
                    <a:pt x="850" y="5716"/>
                  </a:lnTo>
                  <a:lnTo>
                    <a:pt x="696" y="5677"/>
                  </a:lnTo>
                  <a:lnTo>
                    <a:pt x="580" y="5600"/>
                  </a:lnTo>
                  <a:lnTo>
                    <a:pt x="464" y="5523"/>
                  </a:lnTo>
                  <a:lnTo>
                    <a:pt x="387" y="5407"/>
                  </a:lnTo>
                  <a:lnTo>
                    <a:pt x="348" y="5291"/>
                  </a:lnTo>
                  <a:lnTo>
                    <a:pt x="310" y="5214"/>
                  </a:lnTo>
                  <a:lnTo>
                    <a:pt x="271" y="5175"/>
                  </a:lnTo>
                  <a:lnTo>
                    <a:pt x="155" y="5137"/>
                  </a:lnTo>
                  <a:lnTo>
                    <a:pt x="78" y="5175"/>
                  </a:lnTo>
                  <a:lnTo>
                    <a:pt x="39" y="5214"/>
                  </a:lnTo>
                  <a:lnTo>
                    <a:pt x="1" y="5291"/>
                  </a:lnTo>
                  <a:lnTo>
                    <a:pt x="1" y="5446"/>
                  </a:lnTo>
                  <a:lnTo>
                    <a:pt x="39" y="5600"/>
                  </a:lnTo>
                  <a:lnTo>
                    <a:pt x="78" y="5755"/>
                  </a:lnTo>
                  <a:lnTo>
                    <a:pt x="155" y="5870"/>
                  </a:lnTo>
                  <a:lnTo>
                    <a:pt x="233" y="5948"/>
                  </a:lnTo>
                  <a:lnTo>
                    <a:pt x="310" y="6025"/>
                  </a:lnTo>
                  <a:lnTo>
                    <a:pt x="541" y="6141"/>
                  </a:lnTo>
                  <a:lnTo>
                    <a:pt x="812" y="6179"/>
                  </a:lnTo>
                  <a:lnTo>
                    <a:pt x="1121" y="6218"/>
                  </a:lnTo>
                  <a:lnTo>
                    <a:pt x="1430" y="6179"/>
                  </a:lnTo>
                  <a:lnTo>
                    <a:pt x="1700" y="6141"/>
                  </a:lnTo>
                  <a:lnTo>
                    <a:pt x="2897" y="5832"/>
                  </a:lnTo>
                  <a:lnTo>
                    <a:pt x="4094" y="5446"/>
                  </a:lnTo>
                  <a:lnTo>
                    <a:pt x="5291" y="5021"/>
                  </a:lnTo>
                  <a:lnTo>
                    <a:pt x="6450" y="4557"/>
                  </a:lnTo>
                  <a:lnTo>
                    <a:pt x="7531" y="4094"/>
                  </a:lnTo>
                  <a:lnTo>
                    <a:pt x="8573" y="3592"/>
                  </a:lnTo>
                  <a:lnTo>
                    <a:pt x="9616" y="3052"/>
                  </a:lnTo>
                  <a:lnTo>
                    <a:pt x="10620" y="2472"/>
                  </a:lnTo>
                  <a:lnTo>
                    <a:pt x="10929" y="2279"/>
                  </a:lnTo>
                  <a:lnTo>
                    <a:pt x="11276" y="2048"/>
                  </a:lnTo>
                  <a:lnTo>
                    <a:pt x="11547" y="1777"/>
                  </a:lnTo>
                  <a:lnTo>
                    <a:pt x="11817" y="1507"/>
                  </a:lnTo>
                  <a:lnTo>
                    <a:pt x="12010" y="1198"/>
                  </a:lnTo>
                  <a:lnTo>
                    <a:pt x="12049" y="1044"/>
                  </a:lnTo>
                  <a:lnTo>
                    <a:pt x="12087" y="889"/>
                  </a:lnTo>
                  <a:lnTo>
                    <a:pt x="12087" y="696"/>
                  </a:lnTo>
                  <a:lnTo>
                    <a:pt x="12049" y="503"/>
                  </a:lnTo>
                  <a:lnTo>
                    <a:pt x="12010" y="310"/>
                  </a:lnTo>
                  <a:lnTo>
                    <a:pt x="11894" y="117"/>
                  </a:lnTo>
                  <a:lnTo>
                    <a:pt x="11817" y="40"/>
                  </a:lnTo>
                  <a:lnTo>
                    <a:pt x="1174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6" name="Google Shape;4006;p17"/>
            <p:cNvSpPr/>
            <p:nvPr/>
          </p:nvSpPr>
          <p:spPr>
            <a:xfrm>
              <a:off x="6274575" y="3873525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20"/>
                  </a:lnTo>
                  <a:lnTo>
                    <a:pt x="2897" y="1661"/>
                  </a:lnTo>
                  <a:lnTo>
                    <a:pt x="2511" y="2202"/>
                  </a:lnTo>
                  <a:lnTo>
                    <a:pt x="1970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6"/>
                  </a:lnTo>
                  <a:lnTo>
                    <a:pt x="310" y="4287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80" y="4750"/>
                  </a:lnTo>
                  <a:lnTo>
                    <a:pt x="966" y="4518"/>
                  </a:lnTo>
                  <a:lnTo>
                    <a:pt x="1314" y="4210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935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3"/>
                  </a:lnTo>
                  <a:lnTo>
                    <a:pt x="4248" y="155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7" name="Google Shape;4007;p17"/>
            <p:cNvSpPr/>
            <p:nvPr/>
          </p:nvSpPr>
          <p:spPr>
            <a:xfrm>
              <a:off x="6223425" y="3874500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0"/>
                  </a:moveTo>
                  <a:lnTo>
                    <a:pt x="1004" y="309"/>
                  </a:lnTo>
                  <a:lnTo>
                    <a:pt x="1236" y="386"/>
                  </a:lnTo>
                  <a:lnTo>
                    <a:pt x="1429" y="579"/>
                  </a:lnTo>
                  <a:lnTo>
                    <a:pt x="1583" y="772"/>
                  </a:lnTo>
                  <a:lnTo>
                    <a:pt x="1622" y="1004"/>
                  </a:lnTo>
                  <a:lnTo>
                    <a:pt x="1622" y="1120"/>
                  </a:lnTo>
                  <a:lnTo>
                    <a:pt x="1583" y="1197"/>
                  </a:lnTo>
                  <a:lnTo>
                    <a:pt x="1545" y="1313"/>
                  </a:lnTo>
                  <a:lnTo>
                    <a:pt x="1468" y="1390"/>
                  </a:lnTo>
                  <a:lnTo>
                    <a:pt x="1352" y="1506"/>
                  </a:lnTo>
                  <a:lnTo>
                    <a:pt x="1197" y="1545"/>
                  </a:lnTo>
                  <a:lnTo>
                    <a:pt x="966" y="1583"/>
                  </a:lnTo>
                  <a:lnTo>
                    <a:pt x="772" y="1545"/>
                  </a:lnTo>
                  <a:lnTo>
                    <a:pt x="657" y="1506"/>
                  </a:lnTo>
                  <a:lnTo>
                    <a:pt x="579" y="1429"/>
                  </a:lnTo>
                  <a:lnTo>
                    <a:pt x="502" y="1352"/>
                  </a:lnTo>
                  <a:lnTo>
                    <a:pt x="464" y="1236"/>
                  </a:lnTo>
                  <a:lnTo>
                    <a:pt x="425" y="1004"/>
                  </a:lnTo>
                  <a:lnTo>
                    <a:pt x="464" y="811"/>
                  </a:lnTo>
                  <a:lnTo>
                    <a:pt x="541" y="618"/>
                  </a:lnTo>
                  <a:lnTo>
                    <a:pt x="695" y="425"/>
                  </a:lnTo>
                  <a:lnTo>
                    <a:pt x="734" y="348"/>
                  </a:lnTo>
                  <a:lnTo>
                    <a:pt x="734" y="309"/>
                  </a:lnTo>
                  <a:lnTo>
                    <a:pt x="888" y="270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116"/>
                  </a:lnTo>
                  <a:lnTo>
                    <a:pt x="541" y="77"/>
                  </a:lnTo>
                  <a:lnTo>
                    <a:pt x="464" y="116"/>
                  </a:lnTo>
                  <a:lnTo>
                    <a:pt x="270" y="232"/>
                  </a:lnTo>
                  <a:lnTo>
                    <a:pt x="155" y="386"/>
                  </a:lnTo>
                  <a:lnTo>
                    <a:pt x="77" y="541"/>
                  </a:lnTo>
                  <a:lnTo>
                    <a:pt x="39" y="734"/>
                  </a:lnTo>
                  <a:lnTo>
                    <a:pt x="0" y="888"/>
                  </a:lnTo>
                  <a:lnTo>
                    <a:pt x="0" y="1081"/>
                  </a:lnTo>
                  <a:lnTo>
                    <a:pt x="39" y="1274"/>
                  </a:lnTo>
                  <a:lnTo>
                    <a:pt x="77" y="1468"/>
                  </a:lnTo>
                  <a:lnTo>
                    <a:pt x="193" y="1661"/>
                  </a:lnTo>
                  <a:lnTo>
                    <a:pt x="309" y="1776"/>
                  </a:lnTo>
                  <a:lnTo>
                    <a:pt x="502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236" y="2008"/>
                  </a:lnTo>
                  <a:lnTo>
                    <a:pt x="1429" y="1931"/>
                  </a:lnTo>
                  <a:lnTo>
                    <a:pt x="1622" y="1815"/>
                  </a:lnTo>
                  <a:lnTo>
                    <a:pt x="1776" y="1699"/>
                  </a:lnTo>
                  <a:lnTo>
                    <a:pt x="1892" y="1545"/>
                  </a:lnTo>
                  <a:lnTo>
                    <a:pt x="1970" y="1390"/>
                  </a:lnTo>
                  <a:lnTo>
                    <a:pt x="2047" y="1197"/>
                  </a:lnTo>
                  <a:lnTo>
                    <a:pt x="2085" y="1004"/>
                  </a:lnTo>
                  <a:lnTo>
                    <a:pt x="2047" y="811"/>
                  </a:lnTo>
                  <a:lnTo>
                    <a:pt x="1970" y="618"/>
                  </a:lnTo>
                  <a:lnTo>
                    <a:pt x="1892" y="425"/>
                  </a:lnTo>
                  <a:lnTo>
                    <a:pt x="1738" y="270"/>
                  </a:lnTo>
                  <a:lnTo>
                    <a:pt x="1583" y="155"/>
                  </a:lnTo>
                  <a:lnTo>
                    <a:pt x="1429" y="77"/>
                  </a:lnTo>
                  <a:lnTo>
                    <a:pt x="1236" y="39"/>
                  </a:lnTo>
                  <a:lnTo>
                    <a:pt x="104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8" name="Google Shape;4008;p17"/>
            <p:cNvSpPr/>
            <p:nvPr/>
          </p:nvSpPr>
          <p:spPr>
            <a:xfrm>
              <a:off x="1572250" y="3880275"/>
              <a:ext cx="267450" cy="210475"/>
            </a:xfrm>
            <a:custGeom>
              <a:avLst/>
              <a:gdLst/>
              <a:ahLst/>
              <a:cxnLst/>
              <a:rect l="l" t="t" r="r" b="b"/>
              <a:pathLst>
                <a:path w="10698" h="8419" extrusionOk="0">
                  <a:moveTo>
                    <a:pt x="155" y="1"/>
                  </a:moveTo>
                  <a:lnTo>
                    <a:pt x="1" y="233"/>
                  </a:lnTo>
                  <a:lnTo>
                    <a:pt x="1391" y="1314"/>
                  </a:lnTo>
                  <a:lnTo>
                    <a:pt x="2781" y="2395"/>
                  </a:lnTo>
                  <a:lnTo>
                    <a:pt x="4210" y="3476"/>
                  </a:lnTo>
                  <a:lnTo>
                    <a:pt x="5600" y="4596"/>
                  </a:lnTo>
                  <a:lnTo>
                    <a:pt x="6951" y="5677"/>
                  </a:lnTo>
                  <a:lnTo>
                    <a:pt x="8303" y="6797"/>
                  </a:lnTo>
                  <a:lnTo>
                    <a:pt x="9616" y="7917"/>
                  </a:lnTo>
                  <a:lnTo>
                    <a:pt x="9963" y="8226"/>
                  </a:lnTo>
                  <a:lnTo>
                    <a:pt x="10118" y="8342"/>
                  </a:lnTo>
                  <a:lnTo>
                    <a:pt x="10311" y="8419"/>
                  </a:lnTo>
                  <a:lnTo>
                    <a:pt x="10658" y="8380"/>
                  </a:lnTo>
                  <a:lnTo>
                    <a:pt x="10697" y="8264"/>
                  </a:lnTo>
                  <a:lnTo>
                    <a:pt x="10697" y="8149"/>
                  </a:lnTo>
                  <a:lnTo>
                    <a:pt x="10658" y="8033"/>
                  </a:lnTo>
                  <a:lnTo>
                    <a:pt x="10658" y="7994"/>
                  </a:lnTo>
                  <a:lnTo>
                    <a:pt x="10311" y="7917"/>
                  </a:lnTo>
                  <a:lnTo>
                    <a:pt x="10002" y="6952"/>
                  </a:lnTo>
                  <a:lnTo>
                    <a:pt x="9654" y="5986"/>
                  </a:lnTo>
                  <a:lnTo>
                    <a:pt x="8882" y="4094"/>
                  </a:lnTo>
                  <a:lnTo>
                    <a:pt x="8380" y="2781"/>
                  </a:lnTo>
                  <a:lnTo>
                    <a:pt x="7994" y="2936"/>
                  </a:lnTo>
                  <a:lnTo>
                    <a:pt x="8419" y="3940"/>
                  </a:lnTo>
                  <a:lnTo>
                    <a:pt x="9037" y="5677"/>
                  </a:lnTo>
                  <a:lnTo>
                    <a:pt x="9346" y="6565"/>
                  </a:lnTo>
                  <a:lnTo>
                    <a:pt x="9654" y="7415"/>
                  </a:lnTo>
                  <a:lnTo>
                    <a:pt x="9230" y="7029"/>
                  </a:lnTo>
                  <a:lnTo>
                    <a:pt x="7994" y="5986"/>
                  </a:lnTo>
                  <a:lnTo>
                    <a:pt x="6720" y="4905"/>
                  </a:lnTo>
                  <a:lnTo>
                    <a:pt x="5407" y="3862"/>
                  </a:lnTo>
                  <a:lnTo>
                    <a:pt x="4133" y="2858"/>
                  </a:lnTo>
                  <a:lnTo>
                    <a:pt x="2820" y="1854"/>
                  </a:lnTo>
                  <a:lnTo>
                    <a:pt x="1507" y="928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9" name="Google Shape;4009;p17"/>
            <p:cNvSpPr/>
            <p:nvPr/>
          </p:nvSpPr>
          <p:spPr>
            <a:xfrm>
              <a:off x="4538850" y="3913100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6" y="1159"/>
                  </a:lnTo>
                  <a:lnTo>
                    <a:pt x="1390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5" y="1816"/>
                  </a:lnTo>
                  <a:lnTo>
                    <a:pt x="386" y="1700"/>
                  </a:lnTo>
                  <a:lnTo>
                    <a:pt x="348" y="1584"/>
                  </a:lnTo>
                  <a:lnTo>
                    <a:pt x="386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1" y="1623"/>
                  </a:lnTo>
                  <a:lnTo>
                    <a:pt x="3669" y="1700"/>
                  </a:lnTo>
                  <a:lnTo>
                    <a:pt x="3746" y="1816"/>
                  </a:lnTo>
                  <a:lnTo>
                    <a:pt x="3746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8" y="2356"/>
                  </a:lnTo>
                  <a:lnTo>
                    <a:pt x="3205" y="2433"/>
                  </a:lnTo>
                  <a:lnTo>
                    <a:pt x="3012" y="2395"/>
                  </a:lnTo>
                  <a:lnTo>
                    <a:pt x="2819" y="2356"/>
                  </a:lnTo>
                  <a:lnTo>
                    <a:pt x="2626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0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89" y="1468"/>
                  </a:lnTo>
                  <a:close/>
                  <a:moveTo>
                    <a:pt x="3746" y="4750"/>
                  </a:moveTo>
                  <a:lnTo>
                    <a:pt x="3900" y="4789"/>
                  </a:lnTo>
                  <a:lnTo>
                    <a:pt x="4016" y="4828"/>
                  </a:lnTo>
                  <a:lnTo>
                    <a:pt x="4093" y="4943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2" y="5368"/>
                  </a:lnTo>
                  <a:lnTo>
                    <a:pt x="4093" y="5484"/>
                  </a:lnTo>
                  <a:lnTo>
                    <a:pt x="3978" y="5600"/>
                  </a:lnTo>
                  <a:lnTo>
                    <a:pt x="3784" y="5754"/>
                  </a:lnTo>
                  <a:lnTo>
                    <a:pt x="3514" y="5870"/>
                  </a:lnTo>
                  <a:lnTo>
                    <a:pt x="3128" y="5870"/>
                  </a:lnTo>
                  <a:lnTo>
                    <a:pt x="2742" y="5793"/>
                  </a:lnTo>
                  <a:lnTo>
                    <a:pt x="2935" y="5368"/>
                  </a:lnTo>
                  <a:lnTo>
                    <a:pt x="3051" y="5214"/>
                  </a:lnTo>
                  <a:lnTo>
                    <a:pt x="3205" y="5021"/>
                  </a:lnTo>
                  <a:lnTo>
                    <a:pt x="3476" y="4866"/>
                  </a:lnTo>
                  <a:lnTo>
                    <a:pt x="3630" y="4789"/>
                  </a:lnTo>
                  <a:lnTo>
                    <a:pt x="3746" y="4750"/>
                  </a:lnTo>
                  <a:close/>
                  <a:moveTo>
                    <a:pt x="1120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2" y="6102"/>
                  </a:lnTo>
                  <a:lnTo>
                    <a:pt x="1429" y="6256"/>
                  </a:lnTo>
                  <a:lnTo>
                    <a:pt x="1236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5" y="6334"/>
                  </a:lnTo>
                  <a:lnTo>
                    <a:pt x="502" y="6179"/>
                  </a:lnTo>
                  <a:lnTo>
                    <a:pt x="425" y="6025"/>
                  </a:lnTo>
                  <a:lnTo>
                    <a:pt x="425" y="5909"/>
                  </a:lnTo>
                  <a:lnTo>
                    <a:pt x="464" y="5754"/>
                  </a:lnTo>
                  <a:lnTo>
                    <a:pt x="579" y="5677"/>
                  </a:lnTo>
                  <a:lnTo>
                    <a:pt x="695" y="5600"/>
                  </a:lnTo>
                  <a:lnTo>
                    <a:pt x="850" y="5523"/>
                  </a:lnTo>
                  <a:close/>
                  <a:moveTo>
                    <a:pt x="5715" y="6218"/>
                  </a:moveTo>
                  <a:lnTo>
                    <a:pt x="5870" y="6334"/>
                  </a:lnTo>
                  <a:lnTo>
                    <a:pt x="5947" y="6411"/>
                  </a:lnTo>
                  <a:lnTo>
                    <a:pt x="5986" y="6527"/>
                  </a:lnTo>
                  <a:lnTo>
                    <a:pt x="6024" y="6681"/>
                  </a:lnTo>
                  <a:lnTo>
                    <a:pt x="5986" y="6797"/>
                  </a:lnTo>
                  <a:lnTo>
                    <a:pt x="5908" y="7067"/>
                  </a:lnTo>
                  <a:lnTo>
                    <a:pt x="5792" y="7260"/>
                  </a:lnTo>
                  <a:lnTo>
                    <a:pt x="5677" y="7492"/>
                  </a:lnTo>
                  <a:lnTo>
                    <a:pt x="5484" y="7646"/>
                  </a:lnTo>
                  <a:lnTo>
                    <a:pt x="5290" y="7801"/>
                  </a:lnTo>
                  <a:lnTo>
                    <a:pt x="5059" y="7917"/>
                  </a:lnTo>
                  <a:lnTo>
                    <a:pt x="5097" y="7878"/>
                  </a:lnTo>
                  <a:lnTo>
                    <a:pt x="5020" y="7415"/>
                  </a:lnTo>
                  <a:lnTo>
                    <a:pt x="4982" y="7183"/>
                  </a:lnTo>
                  <a:lnTo>
                    <a:pt x="5020" y="6951"/>
                  </a:lnTo>
                  <a:lnTo>
                    <a:pt x="5136" y="6681"/>
                  </a:lnTo>
                  <a:lnTo>
                    <a:pt x="5213" y="6527"/>
                  </a:lnTo>
                  <a:lnTo>
                    <a:pt x="5329" y="6372"/>
                  </a:lnTo>
                  <a:lnTo>
                    <a:pt x="5445" y="6256"/>
                  </a:lnTo>
                  <a:lnTo>
                    <a:pt x="5599" y="6218"/>
                  </a:lnTo>
                  <a:close/>
                  <a:moveTo>
                    <a:pt x="8959" y="8071"/>
                  </a:moveTo>
                  <a:lnTo>
                    <a:pt x="9152" y="8110"/>
                  </a:lnTo>
                  <a:lnTo>
                    <a:pt x="9268" y="8187"/>
                  </a:lnTo>
                  <a:lnTo>
                    <a:pt x="9345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0"/>
                  </a:lnTo>
                  <a:lnTo>
                    <a:pt x="9268" y="8921"/>
                  </a:lnTo>
                  <a:lnTo>
                    <a:pt x="9036" y="9152"/>
                  </a:lnTo>
                  <a:lnTo>
                    <a:pt x="8804" y="9346"/>
                  </a:lnTo>
                  <a:lnTo>
                    <a:pt x="8689" y="9384"/>
                  </a:lnTo>
                  <a:lnTo>
                    <a:pt x="8611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1" y="9346"/>
                  </a:lnTo>
                  <a:lnTo>
                    <a:pt x="8264" y="9346"/>
                  </a:lnTo>
                  <a:lnTo>
                    <a:pt x="8225" y="8959"/>
                  </a:lnTo>
                  <a:lnTo>
                    <a:pt x="8225" y="8766"/>
                  </a:lnTo>
                  <a:lnTo>
                    <a:pt x="8264" y="8573"/>
                  </a:lnTo>
                  <a:lnTo>
                    <a:pt x="8341" y="8342"/>
                  </a:lnTo>
                  <a:lnTo>
                    <a:pt x="8496" y="8187"/>
                  </a:lnTo>
                  <a:lnTo>
                    <a:pt x="8727" y="8110"/>
                  </a:lnTo>
                  <a:lnTo>
                    <a:pt x="8843" y="8071"/>
                  </a:lnTo>
                  <a:close/>
                  <a:moveTo>
                    <a:pt x="4943" y="8380"/>
                  </a:moveTo>
                  <a:lnTo>
                    <a:pt x="4943" y="8419"/>
                  </a:lnTo>
                  <a:lnTo>
                    <a:pt x="4750" y="8805"/>
                  </a:lnTo>
                  <a:lnTo>
                    <a:pt x="4595" y="8959"/>
                  </a:lnTo>
                  <a:lnTo>
                    <a:pt x="4441" y="9152"/>
                  </a:lnTo>
                  <a:lnTo>
                    <a:pt x="4209" y="9307"/>
                  </a:lnTo>
                  <a:lnTo>
                    <a:pt x="3939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8" y="9346"/>
                  </a:lnTo>
                  <a:lnTo>
                    <a:pt x="3321" y="9191"/>
                  </a:lnTo>
                  <a:lnTo>
                    <a:pt x="3321" y="9075"/>
                  </a:lnTo>
                  <a:lnTo>
                    <a:pt x="3321" y="8959"/>
                  </a:lnTo>
                  <a:lnTo>
                    <a:pt x="3398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4" y="8457"/>
                  </a:lnTo>
                  <a:lnTo>
                    <a:pt x="4055" y="8380"/>
                  </a:lnTo>
                  <a:lnTo>
                    <a:pt x="4325" y="8380"/>
                  </a:lnTo>
                  <a:lnTo>
                    <a:pt x="4904" y="8419"/>
                  </a:lnTo>
                  <a:lnTo>
                    <a:pt x="4943" y="8380"/>
                  </a:lnTo>
                  <a:close/>
                  <a:moveTo>
                    <a:pt x="7994" y="10002"/>
                  </a:moveTo>
                  <a:lnTo>
                    <a:pt x="7955" y="10195"/>
                  </a:lnTo>
                  <a:lnTo>
                    <a:pt x="7916" y="10350"/>
                  </a:lnTo>
                  <a:lnTo>
                    <a:pt x="7839" y="10543"/>
                  </a:lnTo>
                  <a:lnTo>
                    <a:pt x="7723" y="10697"/>
                  </a:lnTo>
                  <a:lnTo>
                    <a:pt x="7607" y="10813"/>
                  </a:lnTo>
                  <a:lnTo>
                    <a:pt x="7492" y="10929"/>
                  </a:lnTo>
                  <a:lnTo>
                    <a:pt x="7337" y="11045"/>
                  </a:lnTo>
                  <a:lnTo>
                    <a:pt x="7144" y="11083"/>
                  </a:lnTo>
                  <a:lnTo>
                    <a:pt x="6951" y="11122"/>
                  </a:lnTo>
                  <a:lnTo>
                    <a:pt x="6796" y="11083"/>
                  </a:lnTo>
                  <a:lnTo>
                    <a:pt x="6719" y="11045"/>
                  </a:lnTo>
                  <a:lnTo>
                    <a:pt x="6681" y="10967"/>
                  </a:lnTo>
                  <a:lnTo>
                    <a:pt x="6642" y="10890"/>
                  </a:lnTo>
                  <a:lnTo>
                    <a:pt x="6603" y="10813"/>
                  </a:lnTo>
                  <a:lnTo>
                    <a:pt x="6642" y="10620"/>
                  </a:lnTo>
                  <a:lnTo>
                    <a:pt x="6719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1" y="10156"/>
                  </a:lnTo>
                  <a:lnTo>
                    <a:pt x="7492" y="10079"/>
                  </a:lnTo>
                  <a:lnTo>
                    <a:pt x="7723" y="10041"/>
                  </a:lnTo>
                  <a:lnTo>
                    <a:pt x="7994" y="10002"/>
                  </a:lnTo>
                  <a:close/>
                  <a:moveTo>
                    <a:pt x="2201" y="1"/>
                  </a:moveTo>
                  <a:lnTo>
                    <a:pt x="2008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0" y="812"/>
                  </a:lnTo>
                  <a:lnTo>
                    <a:pt x="1236" y="773"/>
                  </a:lnTo>
                  <a:lnTo>
                    <a:pt x="1043" y="734"/>
                  </a:lnTo>
                  <a:lnTo>
                    <a:pt x="695" y="734"/>
                  </a:lnTo>
                  <a:lnTo>
                    <a:pt x="541" y="812"/>
                  </a:lnTo>
                  <a:lnTo>
                    <a:pt x="386" y="889"/>
                  </a:lnTo>
                  <a:lnTo>
                    <a:pt x="232" y="1005"/>
                  </a:lnTo>
                  <a:lnTo>
                    <a:pt x="116" y="1159"/>
                  </a:lnTo>
                  <a:lnTo>
                    <a:pt x="39" y="1314"/>
                  </a:lnTo>
                  <a:lnTo>
                    <a:pt x="0" y="1468"/>
                  </a:lnTo>
                  <a:lnTo>
                    <a:pt x="0" y="1623"/>
                  </a:lnTo>
                  <a:lnTo>
                    <a:pt x="0" y="1777"/>
                  </a:lnTo>
                  <a:lnTo>
                    <a:pt x="77" y="1931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5" y="2279"/>
                  </a:lnTo>
                  <a:lnTo>
                    <a:pt x="579" y="2356"/>
                  </a:lnTo>
                  <a:lnTo>
                    <a:pt x="734" y="2395"/>
                  </a:lnTo>
                  <a:lnTo>
                    <a:pt x="1043" y="2433"/>
                  </a:lnTo>
                  <a:lnTo>
                    <a:pt x="1390" y="2395"/>
                  </a:lnTo>
                  <a:lnTo>
                    <a:pt x="1699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8" y="4635"/>
                  </a:lnTo>
                  <a:lnTo>
                    <a:pt x="1777" y="5021"/>
                  </a:lnTo>
                  <a:lnTo>
                    <a:pt x="1892" y="5368"/>
                  </a:lnTo>
                  <a:lnTo>
                    <a:pt x="1583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2" y="5252"/>
                  </a:lnTo>
                  <a:lnTo>
                    <a:pt x="386" y="5330"/>
                  </a:lnTo>
                  <a:lnTo>
                    <a:pt x="271" y="5445"/>
                  </a:lnTo>
                  <a:lnTo>
                    <a:pt x="155" y="5561"/>
                  </a:lnTo>
                  <a:lnTo>
                    <a:pt x="77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7" y="6218"/>
                  </a:lnTo>
                  <a:lnTo>
                    <a:pt x="155" y="6334"/>
                  </a:lnTo>
                  <a:lnTo>
                    <a:pt x="232" y="6449"/>
                  </a:lnTo>
                  <a:lnTo>
                    <a:pt x="348" y="6565"/>
                  </a:lnTo>
                  <a:lnTo>
                    <a:pt x="502" y="6643"/>
                  </a:lnTo>
                  <a:lnTo>
                    <a:pt x="657" y="6720"/>
                  </a:lnTo>
                  <a:lnTo>
                    <a:pt x="811" y="6758"/>
                  </a:lnTo>
                  <a:lnTo>
                    <a:pt x="1120" y="6758"/>
                  </a:lnTo>
                  <a:lnTo>
                    <a:pt x="1429" y="6681"/>
                  </a:lnTo>
                  <a:lnTo>
                    <a:pt x="1699" y="6527"/>
                  </a:lnTo>
                  <a:lnTo>
                    <a:pt x="1931" y="6295"/>
                  </a:lnTo>
                  <a:lnTo>
                    <a:pt x="2124" y="6063"/>
                  </a:lnTo>
                  <a:lnTo>
                    <a:pt x="2394" y="6527"/>
                  </a:lnTo>
                  <a:lnTo>
                    <a:pt x="2742" y="6990"/>
                  </a:lnTo>
                  <a:lnTo>
                    <a:pt x="3128" y="7376"/>
                  </a:lnTo>
                  <a:lnTo>
                    <a:pt x="3591" y="7762"/>
                  </a:lnTo>
                  <a:lnTo>
                    <a:pt x="4016" y="7994"/>
                  </a:lnTo>
                  <a:lnTo>
                    <a:pt x="3823" y="8033"/>
                  </a:lnTo>
                  <a:lnTo>
                    <a:pt x="3630" y="8110"/>
                  </a:lnTo>
                  <a:lnTo>
                    <a:pt x="3437" y="8187"/>
                  </a:lnTo>
                  <a:lnTo>
                    <a:pt x="3282" y="8342"/>
                  </a:lnTo>
                  <a:lnTo>
                    <a:pt x="3167" y="8457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5" y="8882"/>
                  </a:lnTo>
                  <a:lnTo>
                    <a:pt x="2896" y="9075"/>
                  </a:lnTo>
                  <a:lnTo>
                    <a:pt x="2935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1" y="9770"/>
                  </a:lnTo>
                  <a:lnTo>
                    <a:pt x="3514" y="9848"/>
                  </a:lnTo>
                  <a:lnTo>
                    <a:pt x="3707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8" y="9770"/>
                  </a:lnTo>
                  <a:lnTo>
                    <a:pt x="4402" y="9693"/>
                  </a:lnTo>
                  <a:lnTo>
                    <a:pt x="4673" y="9461"/>
                  </a:lnTo>
                  <a:lnTo>
                    <a:pt x="4904" y="9152"/>
                  </a:lnTo>
                  <a:lnTo>
                    <a:pt x="5097" y="8844"/>
                  </a:lnTo>
                  <a:lnTo>
                    <a:pt x="5213" y="8496"/>
                  </a:lnTo>
                  <a:lnTo>
                    <a:pt x="6526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5" y="9654"/>
                  </a:lnTo>
                  <a:lnTo>
                    <a:pt x="7762" y="9654"/>
                  </a:lnTo>
                  <a:lnTo>
                    <a:pt x="7569" y="9693"/>
                  </a:lnTo>
                  <a:lnTo>
                    <a:pt x="7144" y="9809"/>
                  </a:lnTo>
                  <a:lnTo>
                    <a:pt x="6796" y="9963"/>
                  </a:lnTo>
                  <a:lnTo>
                    <a:pt x="6642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4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4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5" y="11508"/>
                  </a:lnTo>
                  <a:lnTo>
                    <a:pt x="7028" y="11508"/>
                  </a:lnTo>
                  <a:lnTo>
                    <a:pt x="7221" y="11469"/>
                  </a:lnTo>
                  <a:lnTo>
                    <a:pt x="7414" y="11392"/>
                  </a:lnTo>
                  <a:lnTo>
                    <a:pt x="7569" y="11315"/>
                  </a:lnTo>
                  <a:lnTo>
                    <a:pt x="7723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09" y="10697"/>
                  </a:lnTo>
                  <a:lnTo>
                    <a:pt x="8225" y="10465"/>
                  </a:lnTo>
                  <a:lnTo>
                    <a:pt x="8264" y="10234"/>
                  </a:lnTo>
                  <a:lnTo>
                    <a:pt x="8302" y="9963"/>
                  </a:lnTo>
                  <a:lnTo>
                    <a:pt x="8341" y="9925"/>
                  </a:lnTo>
                  <a:lnTo>
                    <a:pt x="8727" y="10272"/>
                  </a:lnTo>
                  <a:lnTo>
                    <a:pt x="9075" y="10658"/>
                  </a:lnTo>
                  <a:lnTo>
                    <a:pt x="9345" y="11122"/>
                  </a:lnTo>
                  <a:lnTo>
                    <a:pt x="9461" y="11354"/>
                  </a:lnTo>
                  <a:lnTo>
                    <a:pt x="9538" y="11585"/>
                  </a:lnTo>
                  <a:lnTo>
                    <a:pt x="9654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4" y="12937"/>
                  </a:lnTo>
                  <a:lnTo>
                    <a:pt x="9577" y="13284"/>
                  </a:lnTo>
                  <a:lnTo>
                    <a:pt x="9461" y="13593"/>
                  </a:lnTo>
                  <a:lnTo>
                    <a:pt x="9191" y="14211"/>
                  </a:lnTo>
                  <a:lnTo>
                    <a:pt x="9152" y="14288"/>
                  </a:lnTo>
                  <a:lnTo>
                    <a:pt x="9152" y="14327"/>
                  </a:lnTo>
                  <a:lnTo>
                    <a:pt x="9229" y="14404"/>
                  </a:lnTo>
                  <a:lnTo>
                    <a:pt x="9306" y="14443"/>
                  </a:lnTo>
                  <a:lnTo>
                    <a:pt x="9422" y="14404"/>
                  </a:lnTo>
                  <a:lnTo>
                    <a:pt x="9577" y="14250"/>
                  </a:lnTo>
                  <a:lnTo>
                    <a:pt x="9731" y="14057"/>
                  </a:lnTo>
                  <a:lnTo>
                    <a:pt x="9847" y="13902"/>
                  </a:lnTo>
                  <a:lnTo>
                    <a:pt x="9924" y="13670"/>
                  </a:lnTo>
                  <a:lnTo>
                    <a:pt x="10079" y="13246"/>
                  </a:lnTo>
                  <a:lnTo>
                    <a:pt x="10117" y="12782"/>
                  </a:lnTo>
                  <a:lnTo>
                    <a:pt x="10117" y="12319"/>
                  </a:lnTo>
                  <a:lnTo>
                    <a:pt x="10040" y="11855"/>
                  </a:lnTo>
                  <a:lnTo>
                    <a:pt x="9924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6" y="10272"/>
                  </a:lnTo>
                  <a:lnTo>
                    <a:pt x="9036" y="9963"/>
                  </a:lnTo>
                  <a:lnTo>
                    <a:pt x="8727" y="9693"/>
                  </a:lnTo>
                  <a:lnTo>
                    <a:pt x="8959" y="9577"/>
                  </a:lnTo>
                  <a:lnTo>
                    <a:pt x="9229" y="9423"/>
                  </a:lnTo>
                  <a:lnTo>
                    <a:pt x="9461" y="9191"/>
                  </a:lnTo>
                  <a:lnTo>
                    <a:pt x="9615" y="8921"/>
                  </a:lnTo>
                  <a:lnTo>
                    <a:pt x="9731" y="8612"/>
                  </a:lnTo>
                  <a:lnTo>
                    <a:pt x="9731" y="8496"/>
                  </a:lnTo>
                  <a:lnTo>
                    <a:pt x="9731" y="8342"/>
                  </a:lnTo>
                  <a:lnTo>
                    <a:pt x="9693" y="8187"/>
                  </a:lnTo>
                  <a:lnTo>
                    <a:pt x="9615" y="8071"/>
                  </a:lnTo>
                  <a:lnTo>
                    <a:pt x="9499" y="7955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6" y="7724"/>
                  </a:lnTo>
                  <a:lnTo>
                    <a:pt x="8689" y="7724"/>
                  </a:lnTo>
                  <a:lnTo>
                    <a:pt x="8534" y="7762"/>
                  </a:lnTo>
                  <a:lnTo>
                    <a:pt x="8380" y="7840"/>
                  </a:lnTo>
                  <a:lnTo>
                    <a:pt x="8225" y="7955"/>
                  </a:lnTo>
                  <a:lnTo>
                    <a:pt x="8109" y="8071"/>
                  </a:lnTo>
                  <a:lnTo>
                    <a:pt x="7955" y="8264"/>
                  </a:lnTo>
                  <a:lnTo>
                    <a:pt x="7878" y="8535"/>
                  </a:lnTo>
                  <a:lnTo>
                    <a:pt x="7839" y="8766"/>
                  </a:lnTo>
                  <a:lnTo>
                    <a:pt x="7839" y="9037"/>
                  </a:lnTo>
                  <a:lnTo>
                    <a:pt x="7221" y="8766"/>
                  </a:lnTo>
                  <a:lnTo>
                    <a:pt x="6642" y="8496"/>
                  </a:lnTo>
                  <a:lnTo>
                    <a:pt x="5368" y="8033"/>
                  </a:lnTo>
                  <a:lnTo>
                    <a:pt x="5638" y="7878"/>
                  </a:lnTo>
                  <a:lnTo>
                    <a:pt x="5870" y="7685"/>
                  </a:lnTo>
                  <a:lnTo>
                    <a:pt x="6063" y="7453"/>
                  </a:lnTo>
                  <a:lnTo>
                    <a:pt x="6217" y="7183"/>
                  </a:lnTo>
                  <a:lnTo>
                    <a:pt x="6333" y="6874"/>
                  </a:lnTo>
                  <a:lnTo>
                    <a:pt x="6333" y="6720"/>
                  </a:lnTo>
                  <a:lnTo>
                    <a:pt x="6333" y="6527"/>
                  </a:lnTo>
                  <a:lnTo>
                    <a:pt x="6333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4" y="5947"/>
                  </a:lnTo>
                  <a:lnTo>
                    <a:pt x="5870" y="5870"/>
                  </a:lnTo>
                  <a:lnTo>
                    <a:pt x="5715" y="5832"/>
                  </a:lnTo>
                  <a:lnTo>
                    <a:pt x="5561" y="5870"/>
                  </a:lnTo>
                  <a:lnTo>
                    <a:pt x="5406" y="5909"/>
                  </a:lnTo>
                  <a:lnTo>
                    <a:pt x="5252" y="5986"/>
                  </a:lnTo>
                  <a:lnTo>
                    <a:pt x="5136" y="6063"/>
                  </a:lnTo>
                  <a:lnTo>
                    <a:pt x="4904" y="6334"/>
                  </a:lnTo>
                  <a:lnTo>
                    <a:pt x="4750" y="6643"/>
                  </a:lnTo>
                  <a:lnTo>
                    <a:pt x="4634" y="7029"/>
                  </a:lnTo>
                  <a:lnTo>
                    <a:pt x="4634" y="7222"/>
                  </a:lnTo>
                  <a:lnTo>
                    <a:pt x="4634" y="7415"/>
                  </a:lnTo>
                  <a:lnTo>
                    <a:pt x="4634" y="7608"/>
                  </a:lnTo>
                  <a:lnTo>
                    <a:pt x="4711" y="7762"/>
                  </a:lnTo>
                  <a:lnTo>
                    <a:pt x="4093" y="7453"/>
                  </a:lnTo>
                  <a:lnTo>
                    <a:pt x="3823" y="7299"/>
                  </a:lnTo>
                  <a:lnTo>
                    <a:pt x="3553" y="7106"/>
                  </a:lnTo>
                  <a:lnTo>
                    <a:pt x="3321" y="6874"/>
                  </a:lnTo>
                  <a:lnTo>
                    <a:pt x="3089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1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2" y="5986"/>
                  </a:lnTo>
                  <a:lnTo>
                    <a:pt x="4248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8" y="5407"/>
                  </a:lnTo>
                  <a:lnTo>
                    <a:pt x="4557" y="5214"/>
                  </a:lnTo>
                  <a:lnTo>
                    <a:pt x="4518" y="5059"/>
                  </a:lnTo>
                  <a:lnTo>
                    <a:pt x="4480" y="4866"/>
                  </a:lnTo>
                  <a:lnTo>
                    <a:pt x="4402" y="4712"/>
                  </a:lnTo>
                  <a:lnTo>
                    <a:pt x="4286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0" y="4364"/>
                  </a:lnTo>
                  <a:lnTo>
                    <a:pt x="3707" y="4364"/>
                  </a:lnTo>
                  <a:lnTo>
                    <a:pt x="3553" y="4403"/>
                  </a:lnTo>
                  <a:lnTo>
                    <a:pt x="3398" y="4441"/>
                  </a:lnTo>
                  <a:lnTo>
                    <a:pt x="3244" y="4519"/>
                  </a:lnTo>
                  <a:lnTo>
                    <a:pt x="3089" y="4635"/>
                  </a:lnTo>
                  <a:lnTo>
                    <a:pt x="2819" y="4905"/>
                  </a:lnTo>
                  <a:lnTo>
                    <a:pt x="2587" y="5214"/>
                  </a:lnTo>
                  <a:lnTo>
                    <a:pt x="2433" y="5561"/>
                  </a:lnTo>
                  <a:lnTo>
                    <a:pt x="2394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5" y="4326"/>
                  </a:lnTo>
                  <a:lnTo>
                    <a:pt x="2047" y="3939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4" y="2318"/>
                  </a:lnTo>
                  <a:lnTo>
                    <a:pt x="2356" y="2511"/>
                  </a:lnTo>
                  <a:lnTo>
                    <a:pt x="2587" y="2627"/>
                  </a:lnTo>
                  <a:lnTo>
                    <a:pt x="2819" y="2742"/>
                  </a:lnTo>
                  <a:lnTo>
                    <a:pt x="3128" y="2781"/>
                  </a:lnTo>
                  <a:lnTo>
                    <a:pt x="3282" y="2742"/>
                  </a:lnTo>
                  <a:lnTo>
                    <a:pt x="3476" y="2704"/>
                  </a:lnTo>
                  <a:lnTo>
                    <a:pt x="3630" y="2627"/>
                  </a:lnTo>
                  <a:lnTo>
                    <a:pt x="3784" y="2549"/>
                  </a:lnTo>
                  <a:lnTo>
                    <a:pt x="3900" y="2433"/>
                  </a:lnTo>
                  <a:lnTo>
                    <a:pt x="4016" y="2279"/>
                  </a:lnTo>
                  <a:lnTo>
                    <a:pt x="4093" y="2125"/>
                  </a:lnTo>
                  <a:lnTo>
                    <a:pt x="4132" y="1970"/>
                  </a:lnTo>
                  <a:lnTo>
                    <a:pt x="4093" y="1777"/>
                  </a:lnTo>
                  <a:lnTo>
                    <a:pt x="4055" y="1623"/>
                  </a:lnTo>
                  <a:lnTo>
                    <a:pt x="4016" y="1507"/>
                  </a:lnTo>
                  <a:lnTo>
                    <a:pt x="3900" y="1352"/>
                  </a:lnTo>
                  <a:lnTo>
                    <a:pt x="3784" y="1236"/>
                  </a:lnTo>
                  <a:lnTo>
                    <a:pt x="3630" y="1159"/>
                  </a:lnTo>
                  <a:lnTo>
                    <a:pt x="3514" y="1121"/>
                  </a:lnTo>
                  <a:lnTo>
                    <a:pt x="3321" y="1082"/>
                  </a:lnTo>
                  <a:lnTo>
                    <a:pt x="3167" y="1043"/>
                  </a:lnTo>
                  <a:lnTo>
                    <a:pt x="3012" y="1082"/>
                  </a:lnTo>
                  <a:lnTo>
                    <a:pt x="2742" y="1159"/>
                  </a:lnTo>
                  <a:lnTo>
                    <a:pt x="2472" y="1314"/>
                  </a:lnTo>
                  <a:lnTo>
                    <a:pt x="2240" y="1545"/>
                  </a:lnTo>
                  <a:lnTo>
                    <a:pt x="2510" y="78"/>
                  </a:lnTo>
                  <a:lnTo>
                    <a:pt x="220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0" name="Google Shape;4010;p17"/>
            <p:cNvSpPr/>
            <p:nvPr/>
          </p:nvSpPr>
          <p:spPr>
            <a:xfrm>
              <a:off x="6161625" y="3921800"/>
              <a:ext cx="44450" cy="44425"/>
            </a:xfrm>
            <a:custGeom>
              <a:avLst/>
              <a:gdLst/>
              <a:ahLst/>
              <a:cxnLst/>
              <a:rect l="l" t="t" r="r" b="b"/>
              <a:pathLst>
                <a:path w="1778" h="1777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8"/>
                  </a:lnTo>
                  <a:lnTo>
                    <a:pt x="1391" y="811"/>
                  </a:lnTo>
                  <a:lnTo>
                    <a:pt x="1391" y="966"/>
                  </a:lnTo>
                  <a:lnTo>
                    <a:pt x="1352" y="1082"/>
                  </a:lnTo>
                  <a:lnTo>
                    <a:pt x="1275" y="1159"/>
                  </a:lnTo>
                  <a:lnTo>
                    <a:pt x="1198" y="1236"/>
                  </a:lnTo>
                  <a:lnTo>
                    <a:pt x="1082" y="1313"/>
                  </a:lnTo>
                  <a:lnTo>
                    <a:pt x="889" y="1390"/>
                  </a:lnTo>
                  <a:lnTo>
                    <a:pt x="735" y="1352"/>
                  </a:lnTo>
                  <a:lnTo>
                    <a:pt x="541" y="1275"/>
                  </a:lnTo>
                  <a:lnTo>
                    <a:pt x="426" y="1082"/>
                  </a:lnTo>
                  <a:lnTo>
                    <a:pt x="387" y="927"/>
                  </a:lnTo>
                  <a:lnTo>
                    <a:pt x="387" y="734"/>
                  </a:lnTo>
                  <a:lnTo>
                    <a:pt x="464" y="580"/>
                  </a:lnTo>
                  <a:lnTo>
                    <a:pt x="541" y="386"/>
                  </a:lnTo>
                  <a:lnTo>
                    <a:pt x="541" y="348"/>
                  </a:lnTo>
                  <a:lnTo>
                    <a:pt x="580" y="348"/>
                  </a:lnTo>
                  <a:lnTo>
                    <a:pt x="773" y="309"/>
                  </a:lnTo>
                  <a:close/>
                  <a:moveTo>
                    <a:pt x="966" y="0"/>
                  </a:moveTo>
                  <a:lnTo>
                    <a:pt x="773" y="39"/>
                  </a:lnTo>
                  <a:lnTo>
                    <a:pt x="619" y="78"/>
                  </a:lnTo>
                  <a:lnTo>
                    <a:pt x="464" y="155"/>
                  </a:lnTo>
                  <a:lnTo>
                    <a:pt x="426" y="193"/>
                  </a:lnTo>
                  <a:lnTo>
                    <a:pt x="387" y="193"/>
                  </a:lnTo>
                  <a:lnTo>
                    <a:pt x="233" y="271"/>
                  </a:lnTo>
                  <a:lnTo>
                    <a:pt x="117" y="386"/>
                  </a:lnTo>
                  <a:lnTo>
                    <a:pt x="39" y="541"/>
                  </a:lnTo>
                  <a:lnTo>
                    <a:pt x="1" y="695"/>
                  </a:lnTo>
                  <a:lnTo>
                    <a:pt x="1" y="850"/>
                  </a:lnTo>
                  <a:lnTo>
                    <a:pt x="1" y="1004"/>
                  </a:lnTo>
                  <a:lnTo>
                    <a:pt x="39" y="1197"/>
                  </a:lnTo>
                  <a:lnTo>
                    <a:pt x="117" y="1313"/>
                  </a:lnTo>
                  <a:lnTo>
                    <a:pt x="194" y="1468"/>
                  </a:lnTo>
                  <a:lnTo>
                    <a:pt x="348" y="1583"/>
                  </a:lnTo>
                  <a:lnTo>
                    <a:pt x="464" y="1699"/>
                  </a:lnTo>
                  <a:lnTo>
                    <a:pt x="619" y="1738"/>
                  </a:lnTo>
                  <a:lnTo>
                    <a:pt x="812" y="1777"/>
                  </a:lnTo>
                  <a:lnTo>
                    <a:pt x="966" y="1777"/>
                  </a:lnTo>
                  <a:lnTo>
                    <a:pt x="1121" y="1738"/>
                  </a:lnTo>
                  <a:lnTo>
                    <a:pt x="1314" y="1661"/>
                  </a:lnTo>
                  <a:lnTo>
                    <a:pt x="1430" y="1545"/>
                  </a:lnTo>
                  <a:lnTo>
                    <a:pt x="1584" y="1429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66"/>
                  </a:lnTo>
                  <a:lnTo>
                    <a:pt x="1777" y="773"/>
                  </a:lnTo>
                  <a:lnTo>
                    <a:pt x="1738" y="618"/>
                  </a:lnTo>
                  <a:lnTo>
                    <a:pt x="1661" y="425"/>
                  </a:lnTo>
                  <a:lnTo>
                    <a:pt x="1545" y="309"/>
                  </a:lnTo>
                  <a:lnTo>
                    <a:pt x="1430" y="193"/>
                  </a:lnTo>
                  <a:lnTo>
                    <a:pt x="1275" y="116"/>
                  </a:lnTo>
                  <a:lnTo>
                    <a:pt x="1121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1" name="Google Shape;4011;p17"/>
            <p:cNvSpPr/>
            <p:nvPr/>
          </p:nvSpPr>
          <p:spPr>
            <a:xfrm>
              <a:off x="7032400" y="3923725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3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7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0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6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8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4"/>
                  </a:lnTo>
                  <a:lnTo>
                    <a:pt x="1159" y="541"/>
                  </a:lnTo>
                  <a:lnTo>
                    <a:pt x="1352" y="425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8"/>
                  </a:lnTo>
                  <a:lnTo>
                    <a:pt x="309" y="927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5"/>
                  </a:lnTo>
                  <a:lnTo>
                    <a:pt x="0" y="2008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4" y="2858"/>
                  </a:lnTo>
                  <a:lnTo>
                    <a:pt x="425" y="3244"/>
                  </a:lnTo>
                  <a:lnTo>
                    <a:pt x="696" y="3553"/>
                  </a:lnTo>
                  <a:lnTo>
                    <a:pt x="1043" y="3823"/>
                  </a:lnTo>
                  <a:lnTo>
                    <a:pt x="1468" y="4016"/>
                  </a:lnTo>
                  <a:lnTo>
                    <a:pt x="1661" y="4094"/>
                  </a:lnTo>
                  <a:lnTo>
                    <a:pt x="1893" y="4132"/>
                  </a:lnTo>
                  <a:lnTo>
                    <a:pt x="2317" y="4132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2"/>
                  </a:lnTo>
                  <a:lnTo>
                    <a:pt x="4171" y="1429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6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2" name="Google Shape;4012;p17"/>
            <p:cNvSpPr/>
            <p:nvPr/>
          </p:nvSpPr>
          <p:spPr>
            <a:xfrm>
              <a:off x="6167425" y="3927575"/>
              <a:ext cx="114900" cy="286750"/>
            </a:xfrm>
            <a:custGeom>
              <a:avLst/>
              <a:gdLst/>
              <a:ahLst/>
              <a:cxnLst/>
              <a:rect l="l" t="t" r="r" b="b"/>
              <a:pathLst>
                <a:path w="4596" h="11470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67"/>
                  </a:lnTo>
                  <a:lnTo>
                    <a:pt x="3939" y="4287"/>
                  </a:lnTo>
                  <a:lnTo>
                    <a:pt x="4016" y="5407"/>
                  </a:lnTo>
                  <a:lnTo>
                    <a:pt x="4055" y="6643"/>
                  </a:lnTo>
                  <a:lnTo>
                    <a:pt x="4055" y="7261"/>
                  </a:lnTo>
                  <a:lnTo>
                    <a:pt x="3978" y="7917"/>
                  </a:lnTo>
                  <a:lnTo>
                    <a:pt x="3901" y="8535"/>
                  </a:lnTo>
                  <a:lnTo>
                    <a:pt x="3746" y="9153"/>
                  </a:lnTo>
                  <a:lnTo>
                    <a:pt x="3553" y="9732"/>
                  </a:lnTo>
                  <a:lnTo>
                    <a:pt x="3244" y="10273"/>
                  </a:lnTo>
                  <a:lnTo>
                    <a:pt x="3012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4"/>
                  </a:lnTo>
                  <a:lnTo>
                    <a:pt x="850" y="9693"/>
                  </a:lnTo>
                  <a:lnTo>
                    <a:pt x="773" y="9423"/>
                  </a:lnTo>
                  <a:lnTo>
                    <a:pt x="734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6"/>
                  </a:lnTo>
                  <a:lnTo>
                    <a:pt x="580" y="2781"/>
                  </a:lnTo>
                  <a:lnTo>
                    <a:pt x="618" y="2781"/>
                  </a:lnTo>
                  <a:lnTo>
                    <a:pt x="1391" y="2395"/>
                  </a:lnTo>
                  <a:lnTo>
                    <a:pt x="2163" y="1970"/>
                  </a:lnTo>
                  <a:lnTo>
                    <a:pt x="2935" y="1468"/>
                  </a:lnTo>
                  <a:lnTo>
                    <a:pt x="3283" y="1198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40"/>
                  </a:lnTo>
                  <a:lnTo>
                    <a:pt x="3476" y="349"/>
                  </a:lnTo>
                  <a:lnTo>
                    <a:pt x="3051" y="657"/>
                  </a:lnTo>
                  <a:lnTo>
                    <a:pt x="2626" y="1005"/>
                  </a:lnTo>
                  <a:lnTo>
                    <a:pt x="2202" y="1314"/>
                  </a:lnTo>
                  <a:lnTo>
                    <a:pt x="1313" y="1893"/>
                  </a:lnTo>
                  <a:lnTo>
                    <a:pt x="425" y="2472"/>
                  </a:lnTo>
                  <a:lnTo>
                    <a:pt x="348" y="2550"/>
                  </a:lnTo>
                  <a:lnTo>
                    <a:pt x="348" y="2665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4"/>
                  </a:lnTo>
                  <a:lnTo>
                    <a:pt x="155" y="4866"/>
                  </a:lnTo>
                  <a:lnTo>
                    <a:pt x="1" y="4944"/>
                  </a:lnTo>
                  <a:lnTo>
                    <a:pt x="155" y="5291"/>
                  </a:lnTo>
                  <a:lnTo>
                    <a:pt x="155" y="6257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3"/>
                  </a:lnTo>
                  <a:lnTo>
                    <a:pt x="309" y="9616"/>
                  </a:lnTo>
                  <a:lnTo>
                    <a:pt x="503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429" y="11199"/>
                  </a:lnTo>
                  <a:lnTo>
                    <a:pt x="1622" y="11315"/>
                  </a:lnTo>
                  <a:lnTo>
                    <a:pt x="1815" y="11392"/>
                  </a:lnTo>
                  <a:lnTo>
                    <a:pt x="2047" y="11431"/>
                  </a:lnTo>
                  <a:lnTo>
                    <a:pt x="2279" y="11470"/>
                  </a:lnTo>
                  <a:lnTo>
                    <a:pt x="2549" y="11431"/>
                  </a:lnTo>
                  <a:lnTo>
                    <a:pt x="2819" y="11354"/>
                  </a:lnTo>
                  <a:lnTo>
                    <a:pt x="3051" y="11238"/>
                  </a:lnTo>
                  <a:lnTo>
                    <a:pt x="3283" y="11083"/>
                  </a:lnTo>
                  <a:lnTo>
                    <a:pt x="3476" y="10890"/>
                  </a:lnTo>
                  <a:lnTo>
                    <a:pt x="3669" y="10659"/>
                  </a:lnTo>
                  <a:lnTo>
                    <a:pt x="3823" y="10427"/>
                  </a:lnTo>
                  <a:lnTo>
                    <a:pt x="3978" y="10157"/>
                  </a:lnTo>
                  <a:lnTo>
                    <a:pt x="4171" y="9577"/>
                  </a:lnTo>
                  <a:lnTo>
                    <a:pt x="4325" y="8960"/>
                  </a:lnTo>
                  <a:lnTo>
                    <a:pt x="4441" y="8342"/>
                  </a:lnTo>
                  <a:lnTo>
                    <a:pt x="4518" y="7763"/>
                  </a:lnTo>
                  <a:lnTo>
                    <a:pt x="4557" y="7222"/>
                  </a:lnTo>
                  <a:lnTo>
                    <a:pt x="4596" y="6681"/>
                  </a:lnTo>
                  <a:lnTo>
                    <a:pt x="4596" y="6102"/>
                  </a:lnTo>
                  <a:lnTo>
                    <a:pt x="4557" y="5021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2"/>
                  </a:lnTo>
                  <a:lnTo>
                    <a:pt x="4094" y="426"/>
                  </a:lnTo>
                  <a:lnTo>
                    <a:pt x="4171" y="349"/>
                  </a:lnTo>
                  <a:lnTo>
                    <a:pt x="4210" y="271"/>
                  </a:lnTo>
                  <a:lnTo>
                    <a:pt x="4210" y="233"/>
                  </a:lnTo>
                  <a:lnTo>
                    <a:pt x="4171" y="78"/>
                  </a:lnTo>
                  <a:lnTo>
                    <a:pt x="4132" y="40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3" name="Google Shape;4013;p17"/>
            <p:cNvSpPr/>
            <p:nvPr/>
          </p:nvSpPr>
          <p:spPr>
            <a:xfrm>
              <a:off x="1394625" y="3943025"/>
              <a:ext cx="74350" cy="103325"/>
            </a:xfrm>
            <a:custGeom>
              <a:avLst/>
              <a:gdLst/>
              <a:ahLst/>
              <a:cxnLst/>
              <a:rect l="l" t="t" r="r" b="b"/>
              <a:pathLst>
                <a:path w="2974" h="4133" extrusionOk="0">
                  <a:moveTo>
                    <a:pt x="116" y="1"/>
                  </a:moveTo>
                  <a:lnTo>
                    <a:pt x="1" y="39"/>
                  </a:lnTo>
                  <a:lnTo>
                    <a:pt x="1" y="78"/>
                  </a:lnTo>
                  <a:lnTo>
                    <a:pt x="271" y="928"/>
                  </a:lnTo>
                  <a:lnTo>
                    <a:pt x="580" y="1738"/>
                  </a:lnTo>
                  <a:lnTo>
                    <a:pt x="927" y="2549"/>
                  </a:lnTo>
                  <a:lnTo>
                    <a:pt x="1275" y="3283"/>
                  </a:lnTo>
                  <a:lnTo>
                    <a:pt x="1507" y="3669"/>
                  </a:lnTo>
                  <a:lnTo>
                    <a:pt x="1661" y="3824"/>
                  </a:lnTo>
                  <a:lnTo>
                    <a:pt x="1854" y="3978"/>
                  </a:lnTo>
                  <a:lnTo>
                    <a:pt x="2009" y="4055"/>
                  </a:lnTo>
                  <a:lnTo>
                    <a:pt x="2240" y="4133"/>
                  </a:lnTo>
                  <a:lnTo>
                    <a:pt x="2433" y="4094"/>
                  </a:lnTo>
                  <a:lnTo>
                    <a:pt x="2665" y="4017"/>
                  </a:lnTo>
                  <a:lnTo>
                    <a:pt x="2781" y="3862"/>
                  </a:lnTo>
                  <a:lnTo>
                    <a:pt x="2897" y="3708"/>
                  </a:lnTo>
                  <a:lnTo>
                    <a:pt x="2935" y="3515"/>
                  </a:lnTo>
                  <a:lnTo>
                    <a:pt x="2974" y="3360"/>
                  </a:lnTo>
                  <a:lnTo>
                    <a:pt x="2935" y="3129"/>
                  </a:lnTo>
                  <a:lnTo>
                    <a:pt x="2897" y="2936"/>
                  </a:lnTo>
                  <a:lnTo>
                    <a:pt x="2819" y="2588"/>
                  </a:lnTo>
                  <a:lnTo>
                    <a:pt x="2588" y="2627"/>
                  </a:lnTo>
                  <a:lnTo>
                    <a:pt x="2665" y="2974"/>
                  </a:lnTo>
                  <a:lnTo>
                    <a:pt x="2704" y="3129"/>
                  </a:lnTo>
                  <a:lnTo>
                    <a:pt x="2665" y="3283"/>
                  </a:lnTo>
                  <a:lnTo>
                    <a:pt x="2433" y="3399"/>
                  </a:lnTo>
                  <a:lnTo>
                    <a:pt x="2202" y="3476"/>
                  </a:lnTo>
                  <a:lnTo>
                    <a:pt x="2009" y="3515"/>
                  </a:lnTo>
                  <a:lnTo>
                    <a:pt x="1854" y="3476"/>
                  </a:lnTo>
                  <a:lnTo>
                    <a:pt x="1700" y="3438"/>
                  </a:lnTo>
                  <a:lnTo>
                    <a:pt x="1584" y="3322"/>
                  </a:lnTo>
                  <a:lnTo>
                    <a:pt x="1507" y="3167"/>
                  </a:lnTo>
                  <a:lnTo>
                    <a:pt x="1468" y="2974"/>
                  </a:lnTo>
                  <a:lnTo>
                    <a:pt x="1352" y="2704"/>
                  </a:lnTo>
                  <a:lnTo>
                    <a:pt x="889" y="1623"/>
                  </a:lnTo>
                  <a:lnTo>
                    <a:pt x="541" y="812"/>
                  </a:lnTo>
                  <a:lnTo>
                    <a:pt x="348" y="426"/>
                  </a:lnTo>
                  <a:lnTo>
                    <a:pt x="155" y="39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4" name="Google Shape;4014;p17"/>
            <p:cNvSpPr/>
            <p:nvPr/>
          </p:nvSpPr>
          <p:spPr>
            <a:xfrm>
              <a:off x="2923775" y="3946900"/>
              <a:ext cx="335975" cy="782925"/>
            </a:xfrm>
            <a:custGeom>
              <a:avLst/>
              <a:gdLst/>
              <a:ahLst/>
              <a:cxnLst/>
              <a:rect l="l" t="t" r="r" b="b"/>
              <a:pathLst>
                <a:path w="13439" h="31317" extrusionOk="0">
                  <a:moveTo>
                    <a:pt x="6488" y="386"/>
                  </a:moveTo>
                  <a:lnTo>
                    <a:pt x="6526" y="464"/>
                  </a:lnTo>
                  <a:lnTo>
                    <a:pt x="7144" y="2008"/>
                  </a:lnTo>
                  <a:lnTo>
                    <a:pt x="7685" y="3553"/>
                  </a:lnTo>
                  <a:lnTo>
                    <a:pt x="8226" y="5136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1"/>
                  </a:lnTo>
                  <a:lnTo>
                    <a:pt x="7530" y="7337"/>
                  </a:lnTo>
                  <a:lnTo>
                    <a:pt x="7222" y="7453"/>
                  </a:lnTo>
                  <a:lnTo>
                    <a:pt x="6913" y="7530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0"/>
                  </a:lnTo>
                  <a:lnTo>
                    <a:pt x="5522" y="7492"/>
                  </a:lnTo>
                  <a:lnTo>
                    <a:pt x="4866" y="7337"/>
                  </a:lnTo>
                  <a:lnTo>
                    <a:pt x="4210" y="7105"/>
                  </a:lnTo>
                  <a:lnTo>
                    <a:pt x="3592" y="6874"/>
                  </a:lnTo>
                  <a:lnTo>
                    <a:pt x="3862" y="6024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3"/>
                  </a:lnTo>
                  <a:lnTo>
                    <a:pt x="5214" y="2742"/>
                  </a:lnTo>
                  <a:lnTo>
                    <a:pt x="5600" y="1931"/>
                  </a:lnTo>
                  <a:lnTo>
                    <a:pt x="6024" y="1159"/>
                  </a:lnTo>
                  <a:lnTo>
                    <a:pt x="6488" y="386"/>
                  </a:lnTo>
                  <a:close/>
                  <a:moveTo>
                    <a:pt x="8805" y="7028"/>
                  </a:moveTo>
                  <a:lnTo>
                    <a:pt x="9230" y="8418"/>
                  </a:lnTo>
                  <a:lnTo>
                    <a:pt x="9577" y="9847"/>
                  </a:lnTo>
                  <a:lnTo>
                    <a:pt x="9847" y="11083"/>
                  </a:lnTo>
                  <a:lnTo>
                    <a:pt x="10079" y="12357"/>
                  </a:lnTo>
                  <a:lnTo>
                    <a:pt x="10233" y="13631"/>
                  </a:lnTo>
                  <a:lnTo>
                    <a:pt x="10388" y="14906"/>
                  </a:lnTo>
                  <a:lnTo>
                    <a:pt x="10465" y="16180"/>
                  </a:lnTo>
                  <a:lnTo>
                    <a:pt x="10504" y="16836"/>
                  </a:lnTo>
                  <a:lnTo>
                    <a:pt x="10504" y="17493"/>
                  </a:lnTo>
                  <a:lnTo>
                    <a:pt x="10504" y="18188"/>
                  </a:lnTo>
                  <a:lnTo>
                    <a:pt x="10427" y="18844"/>
                  </a:lnTo>
                  <a:lnTo>
                    <a:pt x="10311" y="19462"/>
                  </a:lnTo>
                  <a:lnTo>
                    <a:pt x="10118" y="20080"/>
                  </a:lnTo>
                  <a:lnTo>
                    <a:pt x="9886" y="20659"/>
                  </a:lnTo>
                  <a:lnTo>
                    <a:pt x="9538" y="21161"/>
                  </a:lnTo>
                  <a:lnTo>
                    <a:pt x="9384" y="21393"/>
                  </a:lnTo>
                  <a:lnTo>
                    <a:pt x="9152" y="21586"/>
                  </a:lnTo>
                  <a:lnTo>
                    <a:pt x="8959" y="21779"/>
                  </a:lnTo>
                  <a:lnTo>
                    <a:pt x="8728" y="21972"/>
                  </a:lnTo>
                  <a:lnTo>
                    <a:pt x="8496" y="22127"/>
                  </a:lnTo>
                  <a:lnTo>
                    <a:pt x="8226" y="22242"/>
                  </a:lnTo>
                  <a:lnTo>
                    <a:pt x="7955" y="22358"/>
                  </a:lnTo>
                  <a:lnTo>
                    <a:pt x="7685" y="22435"/>
                  </a:lnTo>
                  <a:lnTo>
                    <a:pt x="7415" y="22474"/>
                  </a:lnTo>
                  <a:lnTo>
                    <a:pt x="6797" y="22474"/>
                  </a:lnTo>
                  <a:lnTo>
                    <a:pt x="6488" y="22435"/>
                  </a:lnTo>
                  <a:lnTo>
                    <a:pt x="5909" y="22281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4"/>
                  </a:lnTo>
                  <a:lnTo>
                    <a:pt x="4094" y="20929"/>
                  </a:lnTo>
                  <a:lnTo>
                    <a:pt x="3785" y="20466"/>
                  </a:lnTo>
                  <a:lnTo>
                    <a:pt x="3476" y="19964"/>
                  </a:lnTo>
                  <a:lnTo>
                    <a:pt x="3244" y="19424"/>
                  </a:lnTo>
                  <a:lnTo>
                    <a:pt x="3051" y="18883"/>
                  </a:lnTo>
                  <a:lnTo>
                    <a:pt x="2897" y="18342"/>
                  </a:lnTo>
                  <a:lnTo>
                    <a:pt x="2781" y="17802"/>
                  </a:lnTo>
                  <a:lnTo>
                    <a:pt x="2704" y="17222"/>
                  </a:lnTo>
                  <a:lnTo>
                    <a:pt x="2588" y="16103"/>
                  </a:lnTo>
                  <a:lnTo>
                    <a:pt x="2511" y="14944"/>
                  </a:lnTo>
                  <a:lnTo>
                    <a:pt x="2511" y="13747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2"/>
                  </a:lnTo>
                  <a:lnTo>
                    <a:pt x="3128" y="8689"/>
                  </a:lnTo>
                  <a:lnTo>
                    <a:pt x="3283" y="7916"/>
                  </a:lnTo>
                  <a:lnTo>
                    <a:pt x="3515" y="7183"/>
                  </a:lnTo>
                  <a:lnTo>
                    <a:pt x="4132" y="7453"/>
                  </a:lnTo>
                  <a:lnTo>
                    <a:pt x="4827" y="7685"/>
                  </a:lnTo>
                  <a:lnTo>
                    <a:pt x="5522" y="7839"/>
                  </a:lnTo>
                  <a:lnTo>
                    <a:pt x="5909" y="7916"/>
                  </a:lnTo>
                  <a:lnTo>
                    <a:pt x="6256" y="7916"/>
                  </a:lnTo>
                  <a:lnTo>
                    <a:pt x="6604" y="7955"/>
                  </a:lnTo>
                  <a:lnTo>
                    <a:pt x="6990" y="7916"/>
                  </a:lnTo>
                  <a:lnTo>
                    <a:pt x="7299" y="7878"/>
                  </a:lnTo>
                  <a:lnTo>
                    <a:pt x="7646" y="7762"/>
                  </a:lnTo>
                  <a:lnTo>
                    <a:pt x="7955" y="7646"/>
                  </a:lnTo>
                  <a:lnTo>
                    <a:pt x="8264" y="7492"/>
                  </a:lnTo>
                  <a:lnTo>
                    <a:pt x="8573" y="7260"/>
                  </a:lnTo>
                  <a:lnTo>
                    <a:pt x="8805" y="7028"/>
                  </a:lnTo>
                  <a:close/>
                  <a:moveTo>
                    <a:pt x="8650" y="22474"/>
                  </a:moveTo>
                  <a:lnTo>
                    <a:pt x="8766" y="22822"/>
                  </a:lnTo>
                  <a:lnTo>
                    <a:pt x="8921" y="23169"/>
                  </a:lnTo>
                  <a:lnTo>
                    <a:pt x="8496" y="23401"/>
                  </a:lnTo>
                  <a:lnTo>
                    <a:pt x="8071" y="23555"/>
                  </a:lnTo>
                  <a:lnTo>
                    <a:pt x="7608" y="23633"/>
                  </a:lnTo>
                  <a:lnTo>
                    <a:pt x="7144" y="23671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2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4"/>
                  </a:lnTo>
                  <a:lnTo>
                    <a:pt x="5870" y="22629"/>
                  </a:lnTo>
                  <a:lnTo>
                    <a:pt x="6256" y="22783"/>
                  </a:lnTo>
                  <a:lnTo>
                    <a:pt x="6681" y="22860"/>
                  </a:lnTo>
                  <a:lnTo>
                    <a:pt x="7067" y="22899"/>
                  </a:lnTo>
                  <a:lnTo>
                    <a:pt x="7453" y="22860"/>
                  </a:lnTo>
                  <a:lnTo>
                    <a:pt x="7878" y="22822"/>
                  </a:lnTo>
                  <a:lnTo>
                    <a:pt x="8264" y="22667"/>
                  </a:lnTo>
                  <a:lnTo>
                    <a:pt x="8650" y="22474"/>
                  </a:lnTo>
                  <a:close/>
                  <a:moveTo>
                    <a:pt x="10890" y="16798"/>
                  </a:moveTo>
                  <a:lnTo>
                    <a:pt x="11392" y="17261"/>
                  </a:lnTo>
                  <a:lnTo>
                    <a:pt x="11933" y="17647"/>
                  </a:lnTo>
                  <a:lnTo>
                    <a:pt x="12512" y="18033"/>
                  </a:lnTo>
                  <a:lnTo>
                    <a:pt x="13091" y="18342"/>
                  </a:lnTo>
                  <a:lnTo>
                    <a:pt x="12937" y="19771"/>
                  </a:lnTo>
                  <a:lnTo>
                    <a:pt x="12821" y="21238"/>
                  </a:lnTo>
                  <a:lnTo>
                    <a:pt x="12705" y="24212"/>
                  </a:lnTo>
                  <a:lnTo>
                    <a:pt x="11894" y="23594"/>
                  </a:lnTo>
                  <a:lnTo>
                    <a:pt x="11044" y="23015"/>
                  </a:lnTo>
                  <a:lnTo>
                    <a:pt x="10813" y="22860"/>
                  </a:lnTo>
                  <a:lnTo>
                    <a:pt x="10620" y="22667"/>
                  </a:lnTo>
                  <a:lnTo>
                    <a:pt x="10581" y="22590"/>
                  </a:lnTo>
                  <a:lnTo>
                    <a:pt x="10542" y="22435"/>
                  </a:lnTo>
                  <a:lnTo>
                    <a:pt x="10542" y="22127"/>
                  </a:lnTo>
                  <a:lnTo>
                    <a:pt x="10542" y="21393"/>
                  </a:lnTo>
                  <a:lnTo>
                    <a:pt x="10504" y="20659"/>
                  </a:lnTo>
                  <a:lnTo>
                    <a:pt x="10504" y="20582"/>
                  </a:lnTo>
                  <a:lnTo>
                    <a:pt x="10465" y="20543"/>
                  </a:lnTo>
                  <a:lnTo>
                    <a:pt x="10388" y="20466"/>
                  </a:lnTo>
                  <a:lnTo>
                    <a:pt x="10542" y="19964"/>
                  </a:lnTo>
                  <a:lnTo>
                    <a:pt x="10697" y="19424"/>
                  </a:lnTo>
                  <a:lnTo>
                    <a:pt x="10774" y="18883"/>
                  </a:lnTo>
                  <a:lnTo>
                    <a:pt x="10851" y="18304"/>
                  </a:lnTo>
                  <a:lnTo>
                    <a:pt x="10890" y="17570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4"/>
                  </a:lnTo>
                  <a:lnTo>
                    <a:pt x="6140" y="23826"/>
                  </a:lnTo>
                  <a:lnTo>
                    <a:pt x="6642" y="23941"/>
                  </a:lnTo>
                  <a:lnTo>
                    <a:pt x="7144" y="23980"/>
                  </a:lnTo>
                  <a:lnTo>
                    <a:pt x="7646" y="23980"/>
                  </a:lnTo>
                  <a:lnTo>
                    <a:pt x="8148" y="23864"/>
                  </a:lnTo>
                  <a:lnTo>
                    <a:pt x="8612" y="23710"/>
                  </a:lnTo>
                  <a:lnTo>
                    <a:pt x="9075" y="23439"/>
                  </a:lnTo>
                  <a:lnTo>
                    <a:pt x="9384" y="23903"/>
                  </a:lnTo>
                  <a:lnTo>
                    <a:pt x="8843" y="24173"/>
                  </a:lnTo>
                  <a:lnTo>
                    <a:pt x="8303" y="24366"/>
                  </a:lnTo>
                  <a:lnTo>
                    <a:pt x="7762" y="24482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3"/>
                  </a:lnTo>
                  <a:lnTo>
                    <a:pt x="5561" y="24289"/>
                  </a:lnTo>
                  <a:lnTo>
                    <a:pt x="4982" y="24096"/>
                  </a:lnTo>
                  <a:lnTo>
                    <a:pt x="5059" y="23903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7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2"/>
                  </a:lnTo>
                  <a:lnTo>
                    <a:pt x="2974" y="19771"/>
                  </a:lnTo>
                  <a:lnTo>
                    <a:pt x="3244" y="20312"/>
                  </a:lnTo>
                  <a:lnTo>
                    <a:pt x="3244" y="20350"/>
                  </a:lnTo>
                  <a:lnTo>
                    <a:pt x="3206" y="21200"/>
                  </a:lnTo>
                  <a:lnTo>
                    <a:pt x="3244" y="22049"/>
                  </a:lnTo>
                  <a:lnTo>
                    <a:pt x="3283" y="22358"/>
                  </a:lnTo>
                  <a:lnTo>
                    <a:pt x="3321" y="22706"/>
                  </a:lnTo>
                  <a:lnTo>
                    <a:pt x="3321" y="23053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8"/>
                  </a:lnTo>
                  <a:lnTo>
                    <a:pt x="3051" y="23633"/>
                  </a:lnTo>
                  <a:lnTo>
                    <a:pt x="2704" y="23903"/>
                  </a:lnTo>
                  <a:lnTo>
                    <a:pt x="2009" y="24405"/>
                  </a:lnTo>
                  <a:lnTo>
                    <a:pt x="773" y="25409"/>
                  </a:lnTo>
                  <a:lnTo>
                    <a:pt x="811" y="24675"/>
                  </a:lnTo>
                  <a:lnTo>
                    <a:pt x="850" y="23941"/>
                  </a:lnTo>
                  <a:lnTo>
                    <a:pt x="811" y="23169"/>
                  </a:lnTo>
                  <a:lnTo>
                    <a:pt x="773" y="22435"/>
                  </a:lnTo>
                  <a:lnTo>
                    <a:pt x="657" y="21238"/>
                  </a:lnTo>
                  <a:lnTo>
                    <a:pt x="503" y="20466"/>
                  </a:lnTo>
                  <a:lnTo>
                    <a:pt x="425" y="20080"/>
                  </a:lnTo>
                  <a:lnTo>
                    <a:pt x="464" y="19694"/>
                  </a:lnTo>
                  <a:lnTo>
                    <a:pt x="503" y="19655"/>
                  </a:lnTo>
                  <a:lnTo>
                    <a:pt x="541" y="19578"/>
                  </a:lnTo>
                  <a:lnTo>
                    <a:pt x="541" y="19539"/>
                  </a:lnTo>
                  <a:lnTo>
                    <a:pt x="541" y="19462"/>
                  </a:lnTo>
                  <a:lnTo>
                    <a:pt x="1429" y="18420"/>
                  </a:lnTo>
                  <a:lnTo>
                    <a:pt x="2356" y="17377"/>
                  </a:lnTo>
                  <a:close/>
                  <a:moveTo>
                    <a:pt x="8148" y="24830"/>
                  </a:moveTo>
                  <a:lnTo>
                    <a:pt x="8148" y="25061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7"/>
                  </a:lnTo>
                  <a:lnTo>
                    <a:pt x="7878" y="25216"/>
                  </a:lnTo>
                  <a:lnTo>
                    <a:pt x="7839" y="25293"/>
                  </a:lnTo>
                  <a:lnTo>
                    <a:pt x="7839" y="25370"/>
                  </a:lnTo>
                  <a:lnTo>
                    <a:pt x="7994" y="25872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59"/>
                  </a:lnTo>
                  <a:lnTo>
                    <a:pt x="8148" y="28961"/>
                  </a:lnTo>
                  <a:lnTo>
                    <a:pt x="8071" y="29502"/>
                  </a:lnTo>
                  <a:lnTo>
                    <a:pt x="7762" y="29193"/>
                  </a:lnTo>
                  <a:lnTo>
                    <a:pt x="7453" y="28884"/>
                  </a:lnTo>
                  <a:lnTo>
                    <a:pt x="7260" y="28537"/>
                  </a:lnTo>
                  <a:lnTo>
                    <a:pt x="7067" y="28189"/>
                  </a:lnTo>
                  <a:lnTo>
                    <a:pt x="6951" y="27803"/>
                  </a:lnTo>
                  <a:lnTo>
                    <a:pt x="6874" y="27417"/>
                  </a:lnTo>
                  <a:lnTo>
                    <a:pt x="6835" y="26953"/>
                  </a:lnTo>
                  <a:lnTo>
                    <a:pt x="6835" y="26490"/>
                  </a:lnTo>
                  <a:lnTo>
                    <a:pt x="6874" y="26104"/>
                  </a:lnTo>
                  <a:lnTo>
                    <a:pt x="6874" y="25756"/>
                  </a:lnTo>
                  <a:lnTo>
                    <a:pt x="6835" y="25602"/>
                  </a:lnTo>
                  <a:lnTo>
                    <a:pt x="6758" y="25486"/>
                  </a:lnTo>
                  <a:lnTo>
                    <a:pt x="6642" y="25370"/>
                  </a:lnTo>
                  <a:lnTo>
                    <a:pt x="6488" y="25293"/>
                  </a:lnTo>
                  <a:lnTo>
                    <a:pt x="6604" y="25100"/>
                  </a:lnTo>
                  <a:lnTo>
                    <a:pt x="6720" y="24984"/>
                  </a:lnTo>
                  <a:lnTo>
                    <a:pt x="7106" y="24984"/>
                  </a:lnTo>
                  <a:lnTo>
                    <a:pt x="7453" y="24945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4"/>
                  </a:lnTo>
                  <a:lnTo>
                    <a:pt x="9500" y="25409"/>
                  </a:lnTo>
                  <a:lnTo>
                    <a:pt x="9809" y="25795"/>
                  </a:lnTo>
                  <a:lnTo>
                    <a:pt x="10118" y="26258"/>
                  </a:lnTo>
                  <a:lnTo>
                    <a:pt x="9847" y="26220"/>
                  </a:lnTo>
                  <a:lnTo>
                    <a:pt x="9616" y="26104"/>
                  </a:lnTo>
                  <a:lnTo>
                    <a:pt x="9423" y="25949"/>
                  </a:lnTo>
                  <a:lnTo>
                    <a:pt x="9230" y="25756"/>
                  </a:lnTo>
                  <a:lnTo>
                    <a:pt x="9191" y="25679"/>
                  </a:lnTo>
                  <a:lnTo>
                    <a:pt x="8998" y="25679"/>
                  </a:lnTo>
                  <a:lnTo>
                    <a:pt x="8959" y="25718"/>
                  </a:lnTo>
                  <a:lnTo>
                    <a:pt x="8921" y="25795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0"/>
                  </a:lnTo>
                  <a:lnTo>
                    <a:pt x="9423" y="27069"/>
                  </a:lnTo>
                  <a:lnTo>
                    <a:pt x="9500" y="27378"/>
                  </a:lnTo>
                  <a:lnTo>
                    <a:pt x="9538" y="27687"/>
                  </a:lnTo>
                  <a:lnTo>
                    <a:pt x="9538" y="27996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79"/>
                  </a:lnTo>
                  <a:lnTo>
                    <a:pt x="9230" y="29888"/>
                  </a:lnTo>
                  <a:lnTo>
                    <a:pt x="9075" y="30158"/>
                  </a:lnTo>
                  <a:lnTo>
                    <a:pt x="8921" y="30429"/>
                  </a:lnTo>
                  <a:lnTo>
                    <a:pt x="8728" y="30660"/>
                  </a:lnTo>
                  <a:lnTo>
                    <a:pt x="8534" y="30776"/>
                  </a:lnTo>
                  <a:lnTo>
                    <a:pt x="8341" y="30853"/>
                  </a:lnTo>
                  <a:lnTo>
                    <a:pt x="8187" y="30853"/>
                  </a:lnTo>
                  <a:lnTo>
                    <a:pt x="7994" y="30776"/>
                  </a:lnTo>
                  <a:lnTo>
                    <a:pt x="7839" y="30699"/>
                  </a:lnTo>
                  <a:lnTo>
                    <a:pt x="7685" y="30583"/>
                  </a:lnTo>
                  <a:lnTo>
                    <a:pt x="7376" y="30274"/>
                  </a:lnTo>
                  <a:lnTo>
                    <a:pt x="6874" y="29772"/>
                  </a:lnTo>
                  <a:lnTo>
                    <a:pt x="6681" y="29502"/>
                  </a:lnTo>
                  <a:lnTo>
                    <a:pt x="6488" y="29193"/>
                  </a:lnTo>
                  <a:lnTo>
                    <a:pt x="6295" y="28846"/>
                  </a:lnTo>
                  <a:lnTo>
                    <a:pt x="6102" y="28459"/>
                  </a:lnTo>
                  <a:lnTo>
                    <a:pt x="5986" y="28073"/>
                  </a:lnTo>
                  <a:lnTo>
                    <a:pt x="5909" y="27687"/>
                  </a:lnTo>
                  <a:lnTo>
                    <a:pt x="5870" y="27262"/>
                  </a:lnTo>
                  <a:lnTo>
                    <a:pt x="5870" y="26876"/>
                  </a:lnTo>
                  <a:lnTo>
                    <a:pt x="5909" y="26490"/>
                  </a:lnTo>
                  <a:lnTo>
                    <a:pt x="6024" y="26065"/>
                  </a:lnTo>
                  <a:lnTo>
                    <a:pt x="6024" y="25949"/>
                  </a:lnTo>
                  <a:lnTo>
                    <a:pt x="5947" y="25911"/>
                  </a:lnTo>
                  <a:lnTo>
                    <a:pt x="5870" y="25872"/>
                  </a:lnTo>
                  <a:lnTo>
                    <a:pt x="5793" y="25872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7"/>
                  </a:lnTo>
                  <a:lnTo>
                    <a:pt x="5445" y="25100"/>
                  </a:lnTo>
                  <a:lnTo>
                    <a:pt x="5716" y="24752"/>
                  </a:lnTo>
                  <a:lnTo>
                    <a:pt x="6102" y="24868"/>
                  </a:lnTo>
                  <a:lnTo>
                    <a:pt x="6488" y="24945"/>
                  </a:lnTo>
                  <a:lnTo>
                    <a:pt x="6333" y="25100"/>
                  </a:lnTo>
                  <a:lnTo>
                    <a:pt x="6179" y="25293"/>
                  </a:lnTo>
                  <a:lnTo>
                    <a:pt x="6179" y="25370"/>
                  </a:lnTo>
                  <a:lnTo>
                    <a:pt x="6179" y="25447"/>
                  </a:lnTo>
                  <a:lnTo>
                    <a:pt x="6256" y="25486"/>
                  </a:lnTo>
                  <a:lnTo>
                    <a:pt x="6295" y="25486"/>
                  </a:lnTo>
                  <a:lnTo>
                    <a:pt x="6372" y="25525"/>
                  </a:lnTo>
                  <a:lnTo>
                    <a:pt x="6449" y="25602"/>
                  </a:lnTo>
                  <a:lnTo>
                    <a:pt x="6526" y="25795"/>
                  </a:lnTo>
                  <a:lnTo>
                    <a:pt x="6565" y="26104"/>
                  </a:lnTo>
                  <a:lnTo>
                    <a:pt x="6604" y="26451"/>
                  </a:lnTo>
                  <a:lnTo>
                    <a:pt x="6604" y="27146"/>
                  </a:lnTo>
                  <a:lnTo>
                    <a:pt x="6604" y="27610"/>
                  </a:lnTo>
                  <a:lnTo>
                    <a:pt x="6681" y="28073"/>
                  </a:lnTo>
                  <a:lnTo>
                    <a:pt x="6835" y="28498"/>
                  </a:lnTo>
                  <a:lnTo>
                    <a:pt x="7067" y="28923"/>
                  </a:lnTo>
                  <a:lnTo>
                    <a:pt x="7376" y="29309"/>
                  </a:lnTo>
                  <a:lnTo>
                    <a:pt x="7569" y="29463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49"/>
                  </a:lnTo>
                  <a:lnTo>
                    <a:pt x="8264" y="29849"/>
                  </a:lnTo>
                  <a:lnTo>
                    <a:pt x="8303" y="29811"/>
                  </a:lnTo>
                  <a:lnTo>
                    <a:pt x="8303" y="29734"/>
                  </a:lnTo>
                  <a:lnTo>
                    <a:pt x="8303" y="29695"/>
                  </a:lnTo>
                  <a:lnTo>
                    <a:pt x="8303" y="29656"/>
                  </a:lnTo>
                  <a:lnTo>
                    <a:pt x="8419" y="29154"/>
                  </a:lnTo>
                  <a:lnTo>
                    <a:pt x="8496" y="28614"/>
                  </a:lnTo>
                  <a:lnTo>
                    <a:pt x="8534" y="28112"/>
                  </a:lnTo>
                  <a:lnTo>
                    <a:pt x="8534" y="27571"/>
                  </a:lnTo>
                  <a:lnTo>
                    <a:pt x="8534" y="27069"/>
                  </a:lnTo>
                  <a:lnTo>
                    <a:pt x="8457" y="26567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6"/>
                  </a:lnTo>
                  <a:lnTo>
                    <a:pt x="8650" y="25409"/>
                  </a:lnTo>
                  <a:lnTo>
                    <a:pt x="8650" y="25370"/>
                  </a:lnTo>
                  <a:lnTo>
                    <a:pt x="8612" y="25293"/>
                  </a:lnTo>
                  <a:lnTo>
                    <a:pt x="8380" y="24791"/>
                  </a:lnTo>
                  <a:lnTo>
                    <a:pt x="8805" y="24637"/>
                  </a:lnTo>
                  <a:close/>
                  <a:moveTo>
                    <a:pt x="6449" y="0"/>
                  </a:moveTo>
                  <a:lnTo>
                    <a:pt x="6411" y="39"/>
                  </a:lnTo>
                  <a:lnTo>
                    <a:pt x="6411" y="116"/>
                  </a:lnTo>
                  <a:lnTo>
                    <a:pt x="6333" y="116"/>
                  </a:lnTo>
                  <a:lnTo>
                    <a:pt x="6295" y="193"/>
                  </a:lnTo>
                  <a:lnTo>
                    <a:pt x="5600" y="1275"/>
                  </a:lnTo>
                  <a:lnTo>
                    <a:pt x="4943" y="2433"/>
                  </a:lnTo>
                  <a:lnTo>
                    <a:pt x="4403" y="3591"/>
                  </a:lnTo>
                  <a:lnTo>
                    <a:pt x="3901" y="4827"/>
                  </a:lnTo>
                  <a:lnTo>
                    <a:pt x="3437" y="6063"/>
                  </a:lnTo>
                  <a:lnTo>
                    <a:pt x="3090" y="7298"/>
                  </a:lnTo>
                  <a:lnTo>
                    <a:pt x="2742" y="8573"/>
                  </a:lnTo>
                  <a:lnTo>
                    <a:pt x="2511" y="9847"/>
                  </a:lnTo>
                  <a:lnTo>
                    <a:pt x="2317" y="11160"/>
                  </a:lnTo>
                  <a:lnTo>
                    <a:pt x="2202" y="12473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8"/>
                  </a:lnTo>
                  <a:lnTo>
                    <a:pt x="541" y="18806"/>
                  </a:lnTo>
                  <a:lnTo>
                    <a:pt x="39" y="19462"/>
                  </a:lnTo>
                  <a:lnTo>
                    <a:pt x="1" y="19501"/>
                  </a:lnTo>
                  <a:lnTo>
                    <a:pt x="1" y="19578"/>
                  </a:lnTo>
                  <a:lnTo>
                    <a:pt x="78" y="19694"/>
                  </a:lnTo>
                  <a:lnTo>
                    <a:pt x="39" y="19964"/>
                  </a:lnTo>
                  <a:lnTo>
                    <a:pt x="39" y="20273"/>
                  </a:lnTo>
                  <a:lnTo>
                    <a:pt x="39" y="20543"/>
                  </a:lnTo>
                  <a:lnTo>
                    <a:pt x="78" y="20852"/>
                  </a:lnTo>
                  <a:lnTo>
                    <a:pt x="194" y="21431"/>
                  </a:lnTo>
                  <a:lnTo>
                    <a:pt x="309" y="22011"/>
                  </a:lnTo>
                  <a:lnTo>
                    <a:pt x="387" y="22899"/>
                  </a:lnTo>
                  <a:lnTo>
                    <a:pt x="425" y="23748"/>
                  </a:lnTo>
                  <a:lnTo>
                    <a:pt x="425" y="24637"/>
                  </a:lnTo>
                  <a:lnTo>
                    <a:pt x="387" y="25486"/>
                  </a:lnTo>
                  <a:lnTo>
                    <a:pt x="387" y="25602"/>
                  </a:lnTo>
                  <a:lnTo>
                    <a:pt x="464" y="25640"/>
                  </a:lnTo>
                  <a:lnTo>
                    <a:pt x="503" y="25679"/>
                  </a:lnTo>
                  <a:lnTo>
                    <a:pt x="580" y="25679"/>
                  </a:lnTo>
                  <a:lnTo>
                    <a:pt x="618" y="25756"/>
                  </a:lnTo>
                  <a:lnTo>
                    <a:pt x="696" y="25795"/>
                  </a:lnTo>
                  <a:lnTo>
                    <a:pt x="811" y="25795"/>
                  </a:lnTo>
                  <a:lnTo>
                    <a:pt x="1584" y="25254"/>
                  </a:lnTo>
                  <a:lnTo>
                    <a:pt x="2279" y="24714"/>
                  </a:lnTo>
                  <a:lnTo>
                    <a:pt x="3746" y="23594"/>
                  </a:lnTo>
                  <a:lnTo>
                    <a:pt x="3785" y="23478"/>
                  </a:lnTo>
                  <a:lnTo>
                    <a:pt x="3785" y="23362"/>
                  </a:lnTo>
                  <a:lnTo>
                    <a:pt x="3630" y="22088"/>
                  </a:lnTo>
                  <a:lnTo>
                    <a:pt x="3592" y="20814"/>
                  </a:lnTo>
                  <a:lnTo>
                    <a:pt x="3939" y="21277"/>
                  </a:lnTo>
                  <a:lnTo>
                    <a:pt x="4364" y="21663"/>
                  </a:lnTo>
                  <a:lnTo>
                    <a:pt x="4789" y="22049"/>
                  </a:lnTo>
                  <a:lnTo>
                    <a:pt x="5252" y="22358"/>
                  </a:lnTo>
                  <a:lnTo>
                    <a:pt x="5059" y="22744"/>
                  </a:lnTo>
                  <a:lnTo>
                    <a:pt x="4866" y="23169"/>
                  </a:lnTo>
                  <a:lnTo>
                    <a:pt x="4712" y="23633"/>
                  </a:lnTo>
                  <a:lnTo>
                    <a:pt x="4673" y="23864"/>
                  </a:lnTo>
                  <a:lnTo>
                    <a:pt x="4712" y="24096"/>
                  </a:lnTo>
                  <a:lnTo>
                    <a:pt x="4750" y="24173"/>
                  </a:lnTo>
                  <a:lnTo>
                    <a:pt x="4789" y="24212"/>
                  </a:lnTo>
                  <a:lnTo>
                    <a:pt x="4827" y="24250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5"/>
                  </a:lnTo>
                  <a:lnTo>
                    <a:pt x="5329" y="24868"/>
                  </a:lnTo>
                  <a:lnTo>
                    <a:pt x="5175" y="25061"/>
                  </a:lnTo>
                  <a:lnTo>
                    <a:pt x="5020" y="25254"/>
                  </a:lnTo>
                  <a:lnTo>
                    <a:pt x="4905" y="25486"/>
                  </a:lnTo>
                  <a:lnTo>
                    <a:pt x="4827" y="25718"/>
                  </a:lnTo>
                  <a:lnTo>
                    <a:pt x="4750" y="25949"/>
                  </a:lnTo>
                  <a:lnTo>
                    <a:pt x="4712" y="26220"/>
                  </a:lnTo>
                  <a:lnTo>
                    <a:pt x="4712" y="26490"/>
                  </a:lnTo>
                  <a:lnTo>
                    <a:pt x="4712" y="26567"/>
                  </a:lnTo>
                  <a:lnTo>
                    <a:pt x="4789" y="26644"/>
                  </a:lnTo>
                  <a:lnTo>
                    <a:pt x="4943" y="26644"/>
                  </a:lnTo>
                  <a:lnTo>
                    <a:pt x="5638" y="26297"/>
                  </a:lnTo>
                  <a:lnTo>
                    <a:pt x="5638" y="26297"/>
                  </a:lnTo>
                  <a:lnTo>
                    <a:pt x="5561" y="26722"/>
                  </a:lnTo>
                  <a:lnTo>
                    <a:pt x="5561" y="27146"/>
                  </a:lnTo>
                  <a:lnTo>
                    <a:pt x="5561" y="27533"/>
                  </a:lnTo>
                  <a:lnTo>
                    <a:pt x="5638" y="27957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6"/>
                  </a:lnTo>
                  <a:lnTo>
                    <a:pt x="6256" y="29463"/>
                  </a:lnTo>
                  <a:lnTo>
                    <a:pt x="6642" y="30004"/>
                  </a:lnTo>
                  <a:lnTo>
                    <a:pt x="6913" y="30351"/>
                  </a:lnTo>
                  <a:lnTo>
                    <a:pt x="7183" y="30660"/>
                  </a:lnTo>
                  <a:lnTo>
                    <a:pt x="7530" y="30969"/>
                  </a:lnTo>
                  <a:lnTo>
                    <a:pt x="7839" y="31162"/>
                  </a:lnTo>
                  <a:lnTo>
                    <a:pt x="7994" y="31240"/>
                  </a:lnTo>
                  <a:lnTo>
                    <a:pt x="8148" y="31317"/>
                  </a:lnTo>
                  <a:lnTo>
                    <a:pt x="8303" y="31317"/>
                  </a:lnTo>
                  <a:lnTo>
                    <a:pt x="8457" y="31278"/>
                  </a:lnTo>
                  <a:lnTo>
                    <a:pt x="8612" y="31240"/>
                  </a:lnTo>
                  <a:lnTo>
                    <a:pt x="8766" y="31162"/>
                  </a:lnTo>
                  <a:lnTo>
                    <a:pt x="8998" y="30892"/>
                  </a:lnTo>
                  <a:lnTo>
                    <a:pt x="9230" y="30583"/>
                  </a:lnTo>
                  <a:lnTo>
                    <a:pt x="9423" y="30236"/>
                  </a:lnTo>
                  <a:lnTo>
                    <a:pt x="9577" y="29849"/>
                  </a:lnTo>
                  <a:lnTo>
                    <a:pt x="9693" y="29463"/>
                  </a:lnTo>
                  <a:lnTo>
                    <a:pt x="9847" y="28807"/>
                  </a:lnTo>
                  <a:lnTo>
                    <a:pt x="9886" y="28228"/>
                  </a:lnTo>
                  <a:lnTo>
                    <a:pt x="9847" y="27610"/>
                  </a:lnTo>
                  <a:lnTo>
                    <a:pt x="9770" y="27031"/>
                  </a:lnTo>
                  <a:lnTo>
                    <a:pt x="9577" y="26490"/>
                  </a:lnTo>
                  <a:lnTo>
                    <a:pt x="9770" y="26529"/>
                  </a:lnTo>
                  <a:lnTo>
                    <a:pt x="9963" y="26567"/>
                  </a:lnTo>
                  <a:lnTo>
                    <a:pt x="10156" y="26606"/>
                  </a:lnTo>
                  <a:lnTo>
                    <a:pt x="10388" y="26606"/>
                  </a:lnTo>
                  <a:lnTo>
                    <a:pt x="10465" y="26567"/>
                  </a:lnTo>
                  <a:lnTo>
                    <a:pt x="10542" y="26529"/>
                  </a:lnTo>
                  <a:lnTo>
                    <a:pt x="10542" y="26451"/>
                  </a:lnTo>
                  <a:lnTo>
                    <a:pt x="10542" y="26336"/>
                  </a:lnTo>
                  <a:lnTo>
                    <a:pt x="10233" y="25834"/>
                  </a:lnTo>
                  <a:lnTo>
                    <a:pt x="9925" y="25332"/>
                  </a:lnTo>
                  <a:lnTo>
                    <a:pt x="9538" y="24868"/>
                  </a:lnTo>
                  <a:lnTo>
                    <a:pt x="9114" y="24482"/>
                  </a:lnTo>
                  <a:lnTo>
                    <a:pt x="9616" y="24135"/>
                  </a:lnTo>
                  <a:lnTo>
                    <a:pt x="9693" y="24057"/>
                  </a:lnTo>
                  <a:lnTo>
                    <a:pt x="9732" y="23980"/>
                  </a:lnTo>
                  <a:lnTo>
                    <a:pt x="9770" y="23941"/>
                  </a:lnTo>
                  <a:lnTo>
                    <a:pt x="9732" y="23864"/>
                  </a:lnTo>
                  <a:lnTo>
                    <a:pt x="9307" y="23092"/>
                  </a:lnTo>
                  <a:lnTo>
                    <a:pt x="9114" y="22706"/>
                  </a:lnTo>
                  <a:lnTo>
                    <a:pt x="8959" y="22281"/>
                  </a:lnTo>
                  <a:lnTo>
                    <a:pt x="9114" y="22204"/>
                  </a:lnTo>
                  <a:lnTo>
                    <a:pt x="9423" y="21933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8"/>
                  </a:lnTo>
                  <a:lnTo>
                    <a:pt x="10118" y="21895"/>
                  </a:lnTo>
                  <a:lnTo>
                    <a:pt x="10040" y="22822"/>
                  </a:lnTo>
                  <a:lnTo>
                    <a:pt x="10079" y="22899"/>
                  </a:lnTo>
                  <a:lnTo>
                    <a:pt x="10156" y="22976"/>
                  </a:lnTo>
                  <a:lnTo>
                    <a:pt x="10813" y="23401"/>
                  </a:lnTo>
                  <a:lnTo>
                    <a:pt x="11469" y="23826"/>
                  </a:lnTo>
                  <a:lnTo>
                    <a:pt x="12126" y="24289"/>
                  </a:lnTo>
                  <a:lnTo>
                    <a:pt x="12743" y="24752"/>
                  </a:lnTo>
                  <a:lnTo>
                    <a:pt x="12859" y="24830"/>
                  </a:lnTo>
                  <a:lnTo>
                    <a:pt x="12975" y="24791"/>
                  </a:lnTo>
                  <a:lnTo>
                    <a:pt x="13052" y="24752"/>
                  </a:lnTo>
                  <a:lnTo>
                    <a:pt x="13091" y="24637"/>
                  </a:lnTo>
                  <a:lnTo>
                    <a:pt x="13323" y="21393"/>
                  </a:lnTo>
                  <a:lnTo>
                    <a:pt x="13400" y="19771"/>
                  </a:lnTo>
                  <a:lnTo>
                    <a:pt x="13439" y="18960"/>
                  </a:lnTo>
                  <a:lnTo>
                    <a:pt x="13400" y="18188"/>
                  </a:lnTo>
                  <a:lnTo>
                    <a:pt x="13361" y="18072"/>
                  </a:lnTo>
                  <a:lnTo>
                    <a:pt x="13323" y="18033"/>
                  </a:lnTo>
                  <a:lnTo>
                    <a:pt x="13284" y="18033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4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5" y="14558"/>
                  </a:lnTo>
                  <a:lnTo>
                    <a:pt x="10620" y="13631"/>
                  </a:lnTo>
                  <a:lnTo>
                    <a:pt x="10504" y="12705"/>
                  </a:lnTo>
                  <a:lnTo>
                    <a:pt x="10233" y="11121"/>
                  </a:lnTo>
                  <a:lnTo>
                    <a:pt x="9886" y="9538"/>
                  </a:lnTo>
                  <a:lnTo>
                    <a:pt x="9500" y="7955"/>
                  </a:lnTo>
                  <a:lnTo>
                    <a:pt x="9036" y="6410"/>
                  </a:lnTo>
                  <a:lnTo>
                    <a:pt x="8534" y="4866"/>
                  </a:lnTo>
                  <a:lnTo>
                    <a:pt x="7994" y="3321"/>
                  </a:lnTo>
                  <a:lnTo>
                    <a:pt x="7415" y="1815"/>
                  </a:lnTo>
                  <a:lnTo>
                    <a:pt x="6835" y="309"/>
                  </a:lnTo>
                  <a:lnTo>
                    <a:pt x="6797" y="232"/>
                  </a:lnTo>
                  <a:lnTo>
                    <a:pt x="6720" y="193"/>
                  </a:lnTo>
                  <a:lnTo>
                    <a:pt x="6642" y="155"/>
                  </a:lnTo>
                  <a:lnTo>
                    <a:pt x="6604" y="39"/>
                  </a:lnTo>
                  <a:lnTo>
                    <a:pt x="652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5" name="Google Shape;4015;p17"/>
            <p:cNvSpPr/>
            <p:nvPr/>
          </p:nvSpPr>
          <p:spPr>
            <a:xfrm>
              <a:off x="6111425" y="397392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3" y="387"/>
                  </a:moveTo>
                  <a:lnTo>
                    <a:pt x="1121" y="425"/>
                  </a:lnTo>
                  <a:lnTo>
                    <a:pt x="1198" y="464"/>
                  </a:lnTo>
                  <a:lnTo>
                    <a:pt x="1237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7" y="1120"/>
                  </a:lnTo>
                  <a:lnTo>
                    <a:pt x="1159" y="1198"/>
                  </a:lnTo>
                  <a:lnTo>
                    <a:pt x="1082" y="1236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1" y="1159"/>
                  </a:lnTo>
                  <a:lnTo>
                    <a:pt x="464" y="1082"/>
                  </a:lnTo>
                  <a:lnTo>
                    <a:pt x="426" y="1004"/>
                  </a:lnTo>
                  <a:lnTo>
                    <a:pt x="387" y="889"/>
                  </a:lnTo>
                  <a:lnTo>
                    <a:pt x="387" y="773"/>
                  </a:lnTo>
                  <a:lnTo>
                    <a:pt x="464" y="580"/>
                  </a:lnTo>
                  <a:lnTo>
                    <a:pt x="541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7"/>
                  </a:lnTo>
                  <a:close/>
                  <a:moveTo>
                    <a:pt x="889" y="0"/>
                  </a:moveTo>
                  <a:lnTo>
                    <a:pt x="735" y="39"/>
                  </a:lnTo>
                  <a:lnTo>
                    <a:pt x="619" y="78"/>
                  </a:lnTo>
                  <a:lnTo>
                    <a:pt x="503" y="155"/>
                  </a:lnTo>
                  <a:lnTo>
                    <a:pt x="348" y="232"/>
                  </a:lnTo>
                  <a:lnTo>
                    <a:pt x="233" y="309"/>
                  </a:lnTo>
                  <a:lnTo>
                    <a:pt x="155" y="464"/>
                  </a:lnTo>
                  <a:lnTo>
                    <a:pt x="78" y="580"/>
                  </a:lnTo>
                  <a:lnTo>
                    <a:pt x="39" y="734"/>
                  </a:lnTo>
                  <a:lnTo>
                    <a:pt x="1" y="889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4" y="1352"/>
                  </a:lnTo>
                  <a:lnTo>
                    <a:pt x="310" y="1468"/>
                  </a:lnTo>
                  <a:lnTo>
                    <a:pt x="464" y="1584"/>
                  </a:lnTo>
                  <a:lnTo>
                    <a:pt x="657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45"/>
                  </a:lnTo>
                  <a:lnTo>
                    <a:pt x="1507" y="1429"/>
                  </a:lnTo>
                  <a:lnTo>
                    <a:pt x="1584" y="1275"/>
                  </a:lnTo>
                  <a:lnTo>
                    <a:pt x="1661" y="1120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80"/>
                  </a:lnTo>
                  <a:lnTo>
                    <a:pt x="1584" y="387"/>
                  </a:lnTo>
                  <a:lnTo>
                    <a:pt x="1507" y="271"/>
                  </a:lnTo>
                  <a:lnTo>
                    <a:pt x="1391" y="194"/>
                  </a:lnTo>
                  <a:lnTo>
                    <a:pt x="1275" y="116"/>
                  </a:lnTo>
                  <a:lnTo>
                    <a:pt x="1005" y="39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6" name="Google Shape;4016;p17"/>
            <p:cNvSpPr/>
            <p:nvPr/>
          </p:nvSpPr>
          <p:spPr>
            <a:xfrm>
              <a:off x="5921250" y="4000950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32" y="1"/>
                  </a:moveTo>
                  <a:lnTo>
                    <a:pt x="117" y="39"/>
                  </a:lnTo>
                  <a:lnTo>
                    <a:pt x="1" y="155"/>
                  </a:lnTo>
                  <a:lnTo>
                    <a:pt x="1" y="271"/>
                  </a:lnTo>
                  <a:lnTo>
                    <a:pt x="1" y="387"/>
                  </a:lnTo>
                  <a:lnTo>
                    <a:pt x="310" y="889"/>
                  </a:lnTo>
                  <a:lnTo>
                    <a:pt x="657" y="1391"/>
                  </a:lnTo>
                  <a:lnTo>
                    <a:pt x="1005" y="1893"/>
                  </a:lnTo>
                  <a:lnTo>
                    <a:pt x="1352" y="2356"/>
                  </a:lnTo>
                  <a:lnTo>
                    <a:pt x="1777" y="2781"/>
                  </a:lnTo>
                  <a:lnTo>
                    <a:pt x="2202" y="3206"/>
                  </a:lnTo>
                  <a:lnTo>
                    <a:pt x="2665" y="3592"/>
                  </a:lnTo>
                  <a:lnTo>
                    <a:pt x="3167" y="3901"/>
                  </a:lnTo>
                  <a:lnTo>
                    <a:pt x="3515" y="3785"/>
                  </a:lnTo>
                  <a:lnTo>
                    <a:pt x="2742" y="3013"/>
                  </a:lnTo>
                  <a:lnTo>
                    <a:pt x="2009" y="2240"/>
                  </a:lnTo>
                  <a:lnTo>
                    <a:pt x="1314" y="1429"/>
                  </a:lnTo>
                  <a:lnTo>
                    <a:pt x="1005" y="1005"/>
                  </a:lnTo>
                  <a:lnTo>
                    <a:pt x="696" y="580"/>
                  </a:lnTo>
                  <a:lnTo>
                    <a:pt x="1584" y="696"/>
                  </a:lnTo>
                  <a:lnTo>
                    <a:pt x="2472" y="889"/>
                  </a:lnTo>
                  <a:lnTo>
                    <a:pt x="2974" y="1043"/>
                  </a:lnTo>
                  <a:lnTo>
                    <a:pt x="3476" y="1236"/>
                  </a:lnTo>
                  <a:lnTo>
                    <a:pt x="3978" y="1391"/>
                  </a:lnTo>
                  <a:lnTo>
                    <a:pt x="4480" y="1507"/>
                  </a:lnTo>
                  <a:lnTo>
                    <a:pt x="4557" y="1507"/>
                  </a:lnTo>
                  <a:lnTo>
                    <a:pt x="4635" y="1584"/>
                  </a:lnTo>
                  <a:lnTo>
                    <a:pt x="4789" y="1584"/>
                  </a:lnTo>
                  <a:lnTo>
                    <a:pt x="4866" y="1507"/>
                  </a:lnTo>
                  <a:lnTo>
                    <a:pt x="4943" y="1429"/>
                  </a:lnTo>
                  <a:lnTo>
                    <a:pt x="4596" y="1159"/>
                  </a:lnTo>
                  <a:lnTo>
                    <a:pt x="4133" y="889"/>
                  </a:lnTo>
                  <a:lnTo>
                    <a:pt x="3592" y="657"/>
                  </a:lnTo>
                  <a:lnTo>
                    <a:pt x="3051" y="464"/>
                  </a:lnTo>
                  <a:lnTo>
                    <a:pt x="2511" y="310"/>
                  </a:lnTo>
                  <a:lnTo>
                    <a:pt x="1893" y="194"/>
                  </a:lnTo>
                  <a:lnTo>
                    <a:pt x="1314" y="117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7" name="Google Shape;4017;p17"/>
            <p:cNvSpPr/>
            <p:nvPr/>
          </p:nvSpPr>
          <p:spPr>
            <a:xfrm>
              <a:off x="6044825" y="4051150"/>
              <a:ext cx="126475" cy="70500"/>
            </a:xfrm>
            <a:custGeom>
              <a:avLst/>
              <a:gdLst/>
              <a:ahLst/>
              <a:cxnLst/>
              <a:rect l="l" t="t" r="r" b="b"/>
              <a:pathLst>
                <a:path w="5059" h="2820" extrusionOk="0">
                  <a:moveTo>
                    <a:pt x="4905" y="1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42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433"/>
                  </a:lnTo>
                  <a:lnTo>
                    <a:pt x="39" y="2511"/>
                  </a:lnTo>
                  <a:lnTo>
                    <a:pt x="0" y="2588"/>
                  </a:lnTo>
                  <a:lnTo>
                    <a:pt x="39" y="2704"/>
                  </a:lnTo>
                  <a:lnTo>
                    <a:pt x="116" y="2781"/>
                  </a:lnTo>
                  <a:lnTo>
                    <a:pt x="387" y="2820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95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121"/>
                  </a:lnTo>
                  <a:lnTo>
                    <a:pt x="4596" y="734"/>
                  </a:lnTo>
                  <a:lnTo>
                    <a:pt x="5059" y="348"/>
                  </a:lnTo>
                  <a:lnTo>
                    <a:pt x="490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8" name="Google Shape;4018;p17"/>
            <p:cNvSpPr/>
            <p:nvPr/>
          </p:nvSpPr>
          <p:spPr>
            <a:xfrm>
              <a:off x="1792350" y="4089775"/>
              <a:ext cx="345650" cy="269350"/>
            </a:xfrm>
            <a:custGeom>
              <a:avLst/>
              <a:gdLst/>
              <a:ahLst/>
              <a:cxnLst/>
              <a:rect l="l" t="t" r="r" b="b"/>
              <a:pathLst>
                <a:path w="13826" h="10774" extrusionOk="0">
                  <a:moveTo>
                    <a:pt x="3438" y="1004"/>
                  </a:moveTo>
                  <a:lnTo>
                    <a:pt x="3515" y="1081"/>
                  </a:lnTo>
                  <a:lnTo>
                    <a:pt x="3631" y="1159"/>
                  </a:lnTo>
                  <a:lnTo>
                    <a:pt x="3669" y="1275"/>
                  </a:lnTo>
                  <a:lnTo>
                    <a:pt x="3669" y="1429"/>
                  </a:lnTo>
                  <a:lnTo>
                    <a:pt x="3592" y="1661"/>
                  </a:lnTo>
                  <a:lnTo>
                    <a:pt x="3515" y="1815"/>
                  </a:lnTo>
                  <a:lnTo>
                    <a:pt x="3360" y="1931"/>
                  </a:lnTo>
                  <a:lnTo>
                    <a:pt x="3167" y="1970"/>
                  </a:lnTo>
                  <a:lnTo>
                    <a:pt x="2974" y="2008"/>
                  </a:lnTo>
                  <a:lnTo>
                    <a:pt x="2781" y="2008"/>
                  </a:lnTo>
                  <a:lnTo>
                    <a:pt x="2356" y="1931"/>
                  </a:lnTo>
                  <a:lnTo>
                    <a:pt x="2395" y="1892"/>
                  </a:lnTo>
                  <a:lnTo>
                    <a:pt x="2472" y="1661"/>
                  </a:lnTo>
                  <a:lnTo>
                    <a:pt x="2588" y="1429"/>
                  </a:lnTo>
                  <a:lnTo>
                    <a:pt x="2704" y="1236"/>
                  </a:lnTo>
                  <a:lnTo>
                    <a:pt x="2897" y="1081"/>
                  </a:lnTo>
                  <a:lnTo>
                    <a:pt x="3013" y="1004"/>
                  </a:lnTo>
                  <a:close/>
                  <a:moveTo>
                    <a:pt x="1044" y="1468"/>
                  </a:moveTo>
                  <a:lnTo>
                    <a:pt x="1237" y="1545"/>
                  </a:lnTo>
                  <a:lnTo>
                    <a:pt x="1430" y="1622"/>
                  </a:lnTo>
                  <a:lnTo>
                    <a:pt x="1623" y="1777"/>
                  </a:lnTo>
                  <a:lnTo>
                    <a:pt x="1816" y="1892"/>
                  </a:lnTo>
                  <a:lnTo>
                    <a:pt x="1507" y="2201"/>
                  </a:lnTo>
                  <a:lnTo>
                    <a:pt x="1314" y="2356"/>
                  </a:lnTo>
                  <a:lnTo>
                    <a:pt x="1121" y="2433"/>
                  </a:lnTo>
                  <a:lnTo>
                    <a:pt x="966" y="2472"/>
                  </a:lnTo>
                  <a:lnTo>
                    <a:pt x="812" y="2472"/>
                  </a:lnTo>
                  <a:lnTo>
                    <a:pt x="696" y="2433"/>
                  </a:lnTo>
                  <a:lnTo>
                    <a:pt x="580" y="2394"/>
                  </a:lnTo>
                  <a:lnTo>
                    <a:pt x="464" y="2317"/>
                  </a:lnTo>
                  <a:lnTo>
                    <a:pt x="387" y="2201"/>
                  </a:lnTo>
                  <a:lnTo>
                    <a:pt x="387" y="2085"/>
                  </a:lnTo>
                  <a:lnTo>
                    <a:pt x="426" y="1892"/>
                  </a:lnTo>
                  <a:lnTo>
                    <a:pt x="503" y="1699"/>
                  </a:lnTo>
                  <a:lnTo>
                    <a:pt x="657" y="1545"/>
                  </a:lnTo>
                  <a:lnTo>
                    <a:pt x="850" y="1468"/>
                  </a:lnTo>
                  <a:close/>
                  <a:moveTo>
                    <a:pt x="4866" y="3823"/>
                  </a:moveTo>
                  <a:lnTo>
                    <a:pt x="5021" y="3862"/>
                  </a:lnTo>
                  <a:lnTo>
                    <a:pt x="5137" y="3939"/>
                  </a:lnTo>
                  <a:lnTo>
                    <a:pt x="5253" y="4055"/>
                  </a:lnTo>
                  <a:lnTo>
                    <a:pt x="5330" y="4171"/>
                  </a:lnTo>
                  <a:lnTo>
                    <a:pt x="5330" y="4325"/>
                  </a:lnTo>
                  <a:lnTo>
                    <a:pt x="5330" y="4441"/>
                  </a:lnTo>
                  <a:lnTo>
                    <a:pt x="5291" y="4557"/>
                  </a:lnTo>
                  <a:lnTo>
                    <a:pt x="5137" y="4788"/>
                  </a:lnTo>
                  <a:lnTo>
                    <a:pt x="4944" y="4982"/>
                  </a:lnTo>
                  <a:lnTo>
                    <a:pt x="4751" y="5097"/>
                  </a:lnTo>
                  <a:lnTo>
                    <a:pt x="4557" y="5136"/>
                  </a:lnTo>
                  <a:lnTo>
                    <a:pt x="4171" y="5213"/>
                  </a:lnTo>
                  <a:lnTo>
                    <a:pt x="4171" y="5213"/>
                  </a:lnTo>
                  <a:lnTo>
                    <a:pt x="4210" y="4750"/>
                  </a:lnTo>
                  <a:lnTo>
                    <a:pt x="4287" y="4557"/>
                  </a:lnTo>
                  <a:lnTo>
                    <a:pt x="4364" y="4325"/>
                  </a:lnTo>
                  <a:lnTo>
                    <a:pt x="4519" y="4055"/>
                  </a:lnTo>
                  <a:lnTo>
                    <a:pt x="4635" y="3978"/>
                  </a:lnTo>
                  <a:lnTo>
                    <a:pt x="4751" y="3900"/>
                  </a:lnTo>
                  <a:lnTo>
                    <a:pt x="4866" y="3823"/>
                  </a:lnTo>
                  <a:close/>
                  <a:moveTo>
                    <a:pt x="7299" y="4518"/>
                  </a:moveTo>
                  <a:lnTo>
                    <a:pt x="7415" y="4595"/>
                  </a:lnTo>
                  <a:lnTo>
                    <a:pt x="7492" y="4673"/>
                  </a:lnTo>
                  <a:lnTo>
                    <a:pt x="7531" y="4788"/>
                  </a:lnTo>
                  <a:lnTo>
                    <a:pt x="7569" y="4943"/>
                  </a:lnTo>
                  <a:lnTo>
                    <a:pt x="7608" y="5175"/>
                  </a:lnTo>
                  <a:lnTo>
                    <a:pt x="7569" y="5445"/>
                  </a:lnTo>
                  <a:lnTo>
                    <a:pt x="7531" y="5677"/>
                  </a:lnTo>
                  <a:lnTo>
                    <a:pt x="7454" y="5908"/>
                  </a:lnTo>
                  <a:lnTo>
                    <a:pt x="7299" y="6101"/>
                  </a:lnTo>
                  <a:lnTo>
                    <a:pt x="7145" y="6294"/>
                  </a:lnTo>
                  <a:lnTo>
                    <a:pt x="6913" y="5870"/>
                  </a:lnTo>
                  <a:lnTo>
                    <a:pt x="6797" y="5677"/>
                  </a:lnTo>
                  <a:lnTo>
                    <a:pt x="6759" y="5445"/>
                  </a:lnTo>
                  <a:lnTo>
                    <a:pt x="6720" y="5136"/>
                  </a:lnTo>
                  <a:lnTo>
                    <a:pt x="6759" y="4943"/>
                  </a:lnTo>
                  <a:lnTo>
                    <a:pt x="6797" y="4788"/>
                  </a:lnTo>
                  <a:lnTo>
                    <a:pt x="6874" y="4634"/>
                  </a:lnTo>
                  <a:lnTo>
                    <a:pt x="6990" y="4557"/>
                  </a:lnTo>
                  <a:lnTo>
                    <a:pt x="7106" y="4518"/>
                  </a:lnTo>
                  <a:close/>
                  <a:moveTo>
                    <a:pt x="11161" y="4982"/>
                  </a:moveTo>
                  <a:lnTo>
                    <a:pt x="11276" y="5059"/>
                  </a:lnTo>
                  <a:lnTo>
                    <a:pt x="11354" y="5136"/>
                  </a:lnTo>
                  <a:lnTo>
                    <a:pt x="11392" y="5252"/>
                  </a:lnTo>
                  <a:lnTo>
                    <a:pt x="11431" y="5368"/>
                  </a:lnTo>
                  <a:lnTo>
                    <a:pt x="11392" y="5677"/>
                  </a:lnTo>
                  <a:lnTo>
                    <a:pt x="11315" y="5986"/>
                  </a:lnTo>
                  <a:lnTo>
                    <a:pt x="11161" y="6217"/>
                  </a:lnTo>
                  <a:lnTo>
                    <a:pt x="11083" y="6333"/>
                  </a:lnTo>
                  <a:lnTo>
                    <a:pt x="10968" y="6372"/>
                  </a:lnTo>
                  <a:lnTo>
                    <a:pt x="10890" y="6410"/>
                  </a:lnTo>
                  <a:lnTo>
                    <a:pt x="10736" y="6410"/>
                  </a:lnTo>
                  <a:lnTo>
                    <a:pt x="10697" y="6449"/>
                  </a:lnTo>
                  <a:lnTo>
                    <a:pt x="10659" y="6449"/>
                  </a:lnTo>
                  <a:lnTo>
                    <a:pt x="10466" y="6101"/>
                  </a:lnTo>
                  <a:lnTo>
                    <a:pt x="10388" y="5947"/>
                  </a:lnTo>
                  <a:lnTo>
                    <a:pt x="10350" y="5715"/>
                  </a:lnTo>
                  <a:lnTo>
                    <a:pt x="10350" y="5484"/>
                  </a:lnTo>
                  <a:lnTo>
                    <a:pt x="10427" y="5252"/>
                  </a:lnTo>
                  <a:lnTo>
                    <a:pt x="10581" y="5097"/>
                  </a:lnTo>
                  <a:lnTo>
                    <a:pt x="10697" y="5059"/>
                  </a:lnTo>
                  <a:lnTo>
                    <a:pt x="10813" y="4982"/>
                  </a:lnTo>
                  <a:close/>
                  <a:moveTo>
                    <a:pt x="3052" y="5522"/>
                  </a:moveTo>
                  <a:lnTo>
                    <a:pt x="3476" y="5561"/>
                  </a:lnTo>
                  <a:lnTo>
                    <a:pt x="3283" y="5947"/>
                  </a:lnTo>
                  <a:lnTo>
                    <a:pt x="3167" y="6140"/>
                  </a:lnTo>
                  <a:lnTo>
                    <a:pt x="3013" y="6294"/>
                  </a:lnTo>
                  <a:lnTo>
                    <a:pt x="2858" y="6410"/>
                  </a:lnTo>
                  <a:lnTo>
                    <a:pt x="2704" y="6488"/>
                  </a:lnTo>
                  <a:lnTo>
                    <a:pt x="2472" y="6488"/>
                  </a:lnTo>
                  <a:lnTo>
                    <a:pt x="2279" y="6410"/>
                  </a:lnTo>
                  <a:lnTo>
                    <a:pt x="2125" y="6294"/>
                  </a:lnTo>
                  <a:lnTo>
                    <a:pt x="2086" y="6179"/>
                  </a:lnTo>
                  <a:lnTo>
                    <a:pt x="2086" y="6063"/>
                  </a:lnTo>
                  <a:lnTo>
                    <a:pt x="2125" y="5908"/>
                  </a:lnTo>
                  <a:lnTo>
                    <a:pt x="2241" y="5792"/>
                  </a:lnTo>
                  <a:lnTo>
                    <a:pt x="2356" y="5677"/>
                  </a:lnTo>
                  <a:lnTo>
                    <a:pt x="2472" y="5599"/>
                  </a:lnTo>
                  <a:lnTo>
                    <a:pt x="2588" y="5561"/>
                  </a:lnTo>
                  <a:lnTo>
                    <a:pt x="2820" y="5522"/>
                  </a:lnTo>
                  <a:close/>
                  <a:moveTo>
                    <a:pt x="7222" y="6796"/>
                  </a:moveTo>
                  <a:lnTo>
                    <a:pt x="7183" y="7260"/>
                  </a:lnTo>
                  <a:lnTo>
                    <a:pt x="7106" y="7453"/>
                  </a:lnTo>
                  <a:lnTo>
                    <a:pt x="7029" y="7685"/>
                  </a:lnTo>
                  <a:lnTo>
                    <a:pt x="6874" y="7916"/>
                  </a:lnTo>
                  <a:lnTo>
                    <a:pt x="6681" y="8148"/>
                  </a:lnTo>
                  <a:lnTo>
                    <a:pt x="6565" y="8225"/>
                  </a:lnTo>
                  <a:lnTo>
                    <a:pt x="6450" y="8264"/>
                  </a:lnTo>
                  <a:lnTo>
                    <a:pt x="6295" y="8302"/>
                  </a:lnTo>
                  <a:lnTo>
                    <a:pt x="6141" y="8225"/>
                  </a:lnTo>
                  <a:lnTo>
                    <a:pt x="6025" y="8148"/>
                  </a:lnTo>
                  <a:lnTo>
                    <a:pt x="5948" y="8032"/>
                  </a:lnTo>
                  <a:lnTo>
                    <a:pt x="5909" y="7916"/>
                  </a:lnTo>
                  <a:lnTo>
                    <a:pt x="5909" y="7800"/>
                  </a:lnTo>
                  <a:lnTo>
                    <a:pt x="5948" y="7646"/>
                  </a:lnTo>
                  <a:lnTo>
                    <a:pt x="6025" y="7530"/>
                  </a:lnTo>
                  <a:lnTo>
                    <a:pt x="6179" y="7298"/>
                  </a:lnTo>
                  <a:lnTo>
                    <a:pt x="6411" y="7144"/>
                  </a:lnTo>
                  <a:lnTo>
                    <a:pt x="6643" y="7028"/>
                  </a:lnTo>
                  <a:lnTo>
                    <a:pt x="7183" y="6835"/>
                  </a:lnTo>
                  <a:lnTo>
                    <a:pt x="7183" y="6796"/>
                  </a:lnTo>
                  <a:close/>
                  <a:moveTo>
                    <a:pt x="10620" y="7144"/>
                  </a:moveTo>
                  <a:lnTo>
                    <a:pt x="10659" y="7337"/>
                  </a:lnTo>
                  <a:lnTo>
                    <a:pt x="10697" y="7530"/>
                  </a:lnTo>
                  <a:lnTo>
                    <a:pt x="10697" y="7685"/>
                  </a:lnTo>
                  <a:lnTo>
                    <a:pt x="10659" y="7878"/>
                  </a:lnTo>
                  <a:lnTo>
                    <a:pt x="10620" y="8032"/>
                  </a:lnTo>
                  <a:lnTo>
                    <a:pt x="10504" y="8187"/>
                  </a:lnTo>
                  <a:lnTo>
                    <a:pt x="10427" y="8341"/>
                  </a:lnTo>
                  <a:lnTo>
                    <a:pt x="10272" y="8457"/>
                  </a:lnTo>
                  <a:lnTo>
                    <a:pt x="10118" y="8573"/>
                  </a:lnTo>
                  <a:lnTo>
                    <a:pt x="9925" y="8611"/>
                  </a:lnTo>
                  <a:lnTo>
                    <a:pt x="9848" y="8573"/>
                  </a:lnTo>
                  <a:lnTo>
                    <a:pt x="9770" y="8573"/>
                  </a:lnTo>
                  <a:lnTo>
                    <a:pt x="9732" y="8496"/>
                  </a:lnTo>
                  <a:lnTo>
                    <a:pt x="9655" y="8418"/>
                  </a:lnTo>
                  <a:lnTo>
                    <a:pt x="9616" y="8225"/>
                  </a:lnTo>
                  <a:lnTo>
                    <a:pt x="9655" y="8071"/>
                  </a:lnTo>
                  <a:lnTo>
                    <a:pt x="9732" y="7916"/>
                  </a:lnTo>
                  <a:lnTo>
                    <a:pt x="9809" y="7762"/>
                  </a:lnTo>
                  <a:lnTo>
                    <a:pt x="10002" y="7569"/>
                  </a:lnTo>
                  <a:lnTo>
                    <a:pt x="10195" y="7414"/>
                  </a:lnTo>
                  <a:lnTo>
                    <a:pt x="10388" y="7260"/>
                  </a:lnTo>
                  <a:lnTo>
                    <a:pt x="10620" y="7144"/>
                  </a:lnTo>
                  <a:close/>
                  <a:moveTo>
                    <a:pt x="1854" y="0"/>
                  </a:moveTo>
                  <a:lnTo>
                    <a:pt x="1507" y="39"/>
                  </a:lnTo>
                  <a:lnTo>
                    <a:pt x="1584" y="734"/>
                  </a:lnTo>
                  <a:lnTo>
                    <a:pt x="1700" y="1429"/>
                  </a:lnTo>
                  <a:lnTo>
                    <a:pt x="1584" y="1313"/>
                  </a:lnTo>
                  <a:lnTo>
                    <a:pt x="1430" y="1236"/>
                  </a:lnTo>
                  <a:lnTo>
                    <a:pt x="1275" y="1159"/>
                  </a:lnTo>
                  <a:lnTo>
                    <a:pt x="1082" y="1120"/>
                  </a:lnTo>
                  <a:lnTo>
                    <a:pt x="889" y="1120"/>
                  </a:lnTo>
                  <a:lnTo>
                    <a:pt x="735" y="1159"/>
                  </a:lnTo>
                  <a:lnTo>
                    <a:pt x="542" y="1236"/>
                  </a:lnTo>
                  <a:lnTo>
                    <a:pt x="387" y="1313"/>
                  </a:lnTo>
                  <a:lnTo>
                    <a:pt x="271" y="1429"/>
                  </a:lnTo>
                  <a:lnTo>
                    <a:pt x="155" y="1545"/>
                  </a:lnTo>
                  <a:lnTo>
                    <a:pt x="78" y="1738"/>
                  </a:lnTo>
                  <a:lnTo>
                    <a:pt x="40" y="1892"/>
                  </a:lnTo>
                  <a:lnTo>
                    <a:pt x="1" y="2085"/>
                  </a:lnTo>
                  <a:lnTo>
                    <a:pt x="40" y="2240"/>
                  </a:lnTo>
                  <a:lnTo>
                    <a:pt x="78" y="2394"/>
                  </a:lnTo>
                  <a:lnTo>
                    <a:pt x="155" y="2549"/>
                  </a:lnTo>
                  <a:lnTo>
                    <a:pt x="271" y="2665"/>
                  </a:lnTo>
                  <a:lnTo>
                    <a:pt x="387" y="2742"/>
                  </a:lnTo>
                  <a:lnTo>
                    <a:pt x="542" y="2819"/>
                  </a:lnTo>
                  <a:lnTo>
                    <a:pt x="735" y="2858"/>
                  </a:lnTo>
                  <a:lnTo>
                    <a:pt x="1044" y="2858"/>
                  </a:lnTo>
                  <a:lnTo>
                    <a:pt x="1352" y="2742"/>
                  </a:lnTo>
                  <a:lnTo>
                    <a:pt x="1661" y="2587"/>
                  </a:lnTo>
                  <a:lnTo>
                    <a:pt x="1932" y="2356"/>
                  </a:lnTo>
                  <a:lnTo>
                    <a:pt x="2163" y="3089"/>
                  </a:lnTo>
                  <a:lnTo>
                    <a:pt x="2434" y="3823"/>
                  </a:lnTo>
                  <a:lnTo>
                    <a:pt x="2820" y="4518"/>
                  </a:lnTo>
                  <a:lnTo>
                    <a:pt x="3013" y="4827"/>
                  </a:lnTo>
                  <a:lnTo>
                    <a:pt x="3245" y="5136"/>
                  </a:lnTo>
                  <a:lnTo>
                    <a:pt x="2936" y="5136"/>
                  </a:lnTo>
                  <a:lnTo>
                    <a:pt x="2588" y="5175"/>
                  </a:lnTo>
                  <a:lnTo>
                    <a:pt x="2318" y="5252"/>
                  </a:lnTo>
                  <a:lnTo>
                    <a:pt x="2048" y="5445"/>
                  </a:lnTo>
                  <a:lnTo>
                    <a:pt x="1932" y="5561"/>
                  </a:lnTo>
                  <a:lnTo>
                    <a:pt x="1854" y="5677"/>
                  </a:lnTo>
                  <a:lnTo>
                    <a:pt x="1777" y="5831"/>
                  </a:lnTo>
                  <a:lnTo>
                    <a:pt x="1739" y="5986"/>
                  </a:lnTo>
                  <a:lnTo>
                    <a:pt x="1700" y="6140"/>
                  </a:lnTo>
                  <a:lnTo>
                    <a:pt x="1739" y="6294"/>
                  </a:lnTo>
                  <a:lnTo>
                    <a:pt x="1777" y="6449"/>
                  </a:lnTo>
                  <a:lnTo>
                    <a:pt x="1893" y="6603"/>
                  </a:lnTo>
                  <a:lnTo>
                    <a:pt x="2009" y="6681"/>
                  </a:lnTo>
                  <a:lnTo>
                    <a:pt x="2125" y="6758"/>
                  </a:lnTo>
                  <a:lnTo>
                    <a:pt x="2279" y="6835"/>
                  </a:lnTo>
                  <a:lnTo>
                    <a:pt x="2434" y="6874"/>
                  </a:lnTo>
                  <a:lnTo>
                    <a:pt x="2588" y="6874"/>
                  </a:lnTo>
                  <a:lnTo>
                    <a:pt x="2743" y="6835"/>
                  </a:lnTo>
                  <a:lnTo>
                    <a:pt x="2897" y="6796"/>
                  </a:lnTo>
                  <a:lnTo>
                    <a:pt x="3052" y="6719"/>
                  </a:lnTo>
                  <a:lnTo>
                    <a:pt x="3283" y="6526"/>
                  </a:lnTo>
                  <a:lnTo>
                    <a:pt x="3476" y="6294"/>
                  </a:lnTo>
                  <a:lnTo>
                    <a:pt x="3631" y="5986"/>
                  </a:lnTo>
                  <a:lnTo>
                    <a:pt x="3747" y="5677"/>
                  </a:lnTo>
                  <a:lnTo>
                    <a:pt x="4171" y="6024"/>
                  </a:lnTo>
                  <a:lnTo>
                    <a:pt x="4635" y="6333"/>
                  </a:lnTo>
                  <a:lnTo>
                    <a:pt x="5137" y="6565"/>
                  </a:lnTo>
                  <a:lnTo>
                    <a:pt x="5716" y="6719"/>
                  </a:lnTo>
                  <a:lnTo>
                    <a:pt x="6218" y="6796"/>
                  </a:lnTo>
                  <a:lnTo>
                    <a:pt x="6025" y="6912"/>
                  </a:lnTo>
                  <a:lnTo>
                    <a:pt x="5870" y="7028"/>
                  </a:lnTo>
                  <a:lnTo>
                    <a:pt x="5755" y="7183"/>
                  </a:lnTo>
                  <a:lnTo>
                    <a:pt x="5639" y="7376"/>
                  </a:lnTo>
                  <a:lnTo>
                    <a:pt x="5561" y="7530"/>
                  </a:lnTo>
                  <a:lnTo>
                    <a:pt x="5523" y="7685"/>
                  </a:lnTo>
                  <a:lnTo>
                    <a:pt x="5523" y="7878"/>
                  </a:lnTo>
                  <a:lnTo>
                    <a:pt x="5523" y="8032"/>
                  </a:lnTo>
                  <a:lnTo>
                    <a:pt x="5561" y="8187"/>
                  </a:lnTo>
                  <a:lnTo>
                    <a:pt x="5639" y="8341"/>
                  </a:lnTo>
                  <a:lnTo>
                    <a:pt x="5755" y="8457"/>
                  </a:lnTo>
                  <a:lnTo>
                    <a:pt x="5909" y="8573"/>
                  </a:lnTo>
                  <a:lnTo>
                    <a:pt x="6063" y="8650"/>
                  </a:lnTo>
                  <a:lnTo>
                    <a:pt x="6257" y="8689"/>
                  </a:lnTo>
                  <a:lnTo>
                    <a:pt x="6411" y="8689"/>
                  </a:lnTo>
                  <a:lnTo>
                    <a:pt x="6604" y="8650"/>
                  </a:lnTo>
                  <a:lnTo>
                    <a:pt x="6759" y="8573"/>
                  </a:lnTo>
                  <a:lnTo>
                    <a:pt x="6952" y="8457"/>
                  </a:lnTo>
                  <a:lnTo>
                    <a:pt x="7067" y="8341"/>
                  </a:lnTo>
                  <a:lnTo>
                    <a:pt x="7183" y="8187"/>
                  </a:lnTo>
                  <a:lnTo>
                    <a:pt x="7376" y="7878"/>
                  </a:lnTo>
                  <a:lnTo>
                    <a:pt x="7492" y="7530"/>
                  </a:lnTo>
                  <a:lnTo>
                    <a:pt x="7531" y="7183"/>
                  </a:lnTo>
                  <a:lnTo>
                    <a:pt x="7531" y="6796"/>
                  </a:lnTo>
                  <a:lnTo>
                    <a:pt x="8882" y="6719"/>
                  </a:lnTo>
                  <a:lnTo>
                    <a:pt x="9577" y="6719"/>
                  </a:lnTo>
                  <a:lnTo>
                    <a:pt x="10272" y="6796"/>
                  </a:lnTo>
                  <a:lnTo>
                    <a:pt x="10466" y="6835"/>
                  </a:lnTo>
                  <a:lnTo>
                    <a:pt x="10311" y="6912"/>
                  </a:lnTo>
                  <a:lnTo>
                    <a:pt x="10118" y="7028"/>
                  </a:lnTo>
                  <a:lnTo>
                    <a:pt x="9809" y="7260"/>
                  </a:lnTo>
                  <a:lnTo>
                    <a:pt x="9539" y="7569"/>
                  </a:lnTo>
                  <a:lnTo>
                    <a:pt x="9423" y="7723"/>
                  </a:lnTo>
                  <a:lnTo>
                    <a:pt x="9346" y="7916"/>
                  </a:lnTo>
                  <a:lnTo>
                    <a:pt x="9307" y="8109"/>
                  </a:lnTo>
                  <a:lnTo>
                    <a:pt x="9269" y="8264"/>
                  </a:lnTo>
                  <a:lnTo>
                    <a:pt x="9307" y="8457"/>
                  </a:lnTo>
                  <a:lnTo>
                    <a:pt x="9384" y="8611"/>
                  </a:lnTo>
                  <a:lnTo>
                    <a:pt x="9462" y="8766"/>
                  </a:lnTo>
                  <a:lnTo>
                    <a:pt x="9616" y="8882"/>
                  </a:lnTo>
                  <a:lnTo>
                    <a:pt x="9770" y="8959"/>
                  </a:lnTo>
                  <a:lnTo>
                    <a:pt x="9964" y="8998"/>
                  </a:lnTo>
                  <a:lnTo>
                    <a:pt x="10157" y="8959"/>
                  </a:lnTo>
                  <a:lnTo>
                    <a:pt x="10311" y="8882"/>
                  </a:lnTo>
                  <a:lnTo>
                    <a:pt x="10466" y="8804"/>
                  </a:lnTo>
                  <a:lnTo>
                    <a:pt x="10620" y="8650"/>
                  </a:lnTo>
                  <a:lnTo>
                    <a:pt x="10736" y="8534"/>
                  </a:lnTo>
                  <a:lnTo>
                    <a:pt x="10852" y="8341"/>
                  </a:lnTo>
                  <a:lnTo>
                    <a:pt x="10929" y="8187"/>
                  </a:lnTo>
                  <a:lnTo>
                    <a:pt x="11006" y="7994"/>
                  </a:lnTo>
                  <a:lnTo>
                    <a:pt x="11045" y="7762"/>
                  </a:lnTo>
                  <a:lnTo>
                    <a:pt x="11045" y="7492"/>
                  </a:lnTo>
                  <a:lnTo>
                    <a:pt x="10968" y="7221"/>
                  </a:lnTo>
                  <a:lnTo>
                    <a:pt x="10890" y="6990"/>
                  </a:lnTo>
                  <a:lnTo>
                    <a:pt x="10929" y="6951"/>
                  </a:lnTo>
                  <a:lnTo>
                    <a:pt x="11431" y="7105"/>
                  </a:lnTo>
                  <a:lnTo>
                    <a:pt x="11894" y="7376"/>
                  </a:lnTo>
                  <a:lnTo>
                    <a:pt x="12319" y="7685"/>
                  </a:lnTo>
                  <a:lnTo>
                    <a:pt x="12512" y="7839"/>
                  </a:lnTo>
                  <a:lnTo>
                    <a:pt x="12705" y="8032"/>
                  </a:lnTo>
                  <a:lnTo>
                    <a:pt x="12898" y="8341"/>
                  </a:lnTo>
                  <a:lnTo>
                    <a:pt x="13091" y="8650"/>
                  </a:lnTo>
                  <a:lnTo>
                    <a:pt x="13207" y="8920"/>
                  </a:lnTo>
                  <a:lnTo>
                    <a:pt x="13284" y="9268"/>
                  </a:lnTo>
                  <a:lnTo>
                    <a:pt x="13323" y="9577"/>
                  </a:lnTo>
                  <a:lnTo>
                    <a:pt x="13362" y="9924"/>
                  </a:lnTo>
                  <a:lnTo>
                    <a:pt x="13323" y="10619"/>
                  </a:lnTo>
                  <a:lnTo>
                    <a:pt x="13323" y="10658"/>
                  </a:lnTo>
                  <a:lnTo>
                    <a:pt x="13362" y="10735"/>
                  </a:lnTo>
                  <a:lnTo>
                    <a:pt x="13439" y="10774"/>
                  </a:lnTo>
                  <a:lnTo>
                    <a:pt x="13555" y="10774"/>
                  </a:lnTo>
                  <a:lnTo>
                    <a:pt x="13632" y="10697"/>
                  </a:lnTo>
                  <a:lnTo>
                    <a:pt x="13709" y="10465"/>
                  </a:lnTo>
                  <a:lnTo>
                    <a:pt x="13786" y="10272"/>
                  </a:lnTo>
                  <a:lnTo>
                    <a:pt x="13825" y="10040"/>
                  </a:lnTo>
                  <a:lnTo>
                    <a:pt x="13825" y="9808"/>
                  </a:lnTo>
                  <a:lnTo>
                    <a:pt x="13786" y="9384"/>
                  </a:lnTo>
                  <a:lnTo>
                    <a:pt x="13671" y="8920"/>
                  </a:lnTo>
                  <a:lnTo>
                    <a:pt x="13478" y="8496"/>
                  </a:lnTo>
                  <a:lnTo>
                    <a:pt x="13246" y="8109"/>
                  </a:lnTo>
                  <a:lnTo>
                    <a:pt x="12976" y="7723"/>
                  </a:lnTo>
                  <a:lnTo>
                    <a:pt x="12667" y="7414"/>
                  </a:lnTo>
                  <a:lnTo>
                    <a:pt x="12319" y="7144"/>
                  </a:lnTo>
                  <a:lnTo>
                    <a:pt x="11972" y="6912"/>
                  </a:lnTo>
                  <a:lnTo>
                    <a:pt x="11585" y="6719"/>
                  </a:lnTo>
                  <a:lnTo>
                    <a:pt x="11199" y="6565"/>
                  </a:lnTo>
                  <a:lnTo>
                    <a:pt x="11392" y="6410"/>
                  </a:lnTo>
                  <a:lnTo>
                    <a:pt x="11585" y="6140"/>
                  </a:lnTo>
                  <a:lnTo>
                    <a:pt x="11701" y="5831"/>
                  </a:lnTo>
                  <a:lnTo>
                    <a:pt x="11740" y="5522"/>
                  </a:lnTo>
                  <a:lnTo>
                    <a:pt x="11740" y="5213"/>
                  </a:lnTo>
                  <a:lnTo>
                    <a:pt x="11701" y="5059"/>
                  </a:lnTo>
                  <a:lnTo>
                    <a:pt x="11624" y="4943"/>
                  </a:lnTo>
                  <a:lnTo>
                    <a:pt x="11547" y="4827"/>
                  </a:lnTo>
                  <a:lnTo>
                    <a:pt x="11431" y="4750"/>
                  </a:lnTo>
                  <a:lnTo>
                    <a:pt x="11276" y="4673"/>
                  </a:lnTo>
                  <a:lnTo>
                    <a:pt x="11122" y="4634"/>
                  </a:lnTo>
                  <a:lnTo>
                    <a:pt x="10774" y="4634"/>
                  </a:lnTo>
                  <a:lnTo>
                    <a:pt x="10581" y="4711"/>
                  </a:lnTo>
                  <a:lnTo>
                    <a:pt x="10427" y="4788"/>
                  </a:lnTo>
                  <a:lnTo>
                    <a:pt x="10311" y="4866"/>
                  </a:lnTo>
                  <a:lnTo>
                    <a:pt x="10195" y="5020"/>
                  </a:lnTo>
                  <a:lnTo>
                    <a:pt x="10079" y="5136"/>
                  </a:lnTo>
                  <a:lnTo>
                    <a:pt x="10002" y="5329"/>
                  </a:lnTo>
                  <a:lnTo>
                    <a:pt x="9964" y="5561"/>
                  </a:lnTo>
                  <a:lnTo>
                    <a:pt x="9964" y="5831"/>
                  </a:lnTo>
                  <a:lnTo>
                    <a:pt x="10041" y="6063"/>
                  </a:lnTo>
                  <a:lnTo>
                    <a:pt x="10118" y="6333"/>
                  </a:lnTo>
                  <a:lnTo>
                    <a:pt x="9462" y="6256"/>
                  </a:lnTo>
                  <a:lnTo>
                    <a:pt x="8805" y="6256"/>
                  </a:lnTo>
                  <a:lnTo>
                    <a:pt x="7492" y="6333"/>
                  </a:lnTo>
                  <a:lnTo>
                    <a:pt x="7685" y="6063"/>
                  </a:lnTo>
                  <a:lnTo>
                    <a:pt x="7801" y="5792"/>
                  </a:lnTo>
                  <a:lnTo>
                    <a:pt x="7878" y="5522"/>
                  </a:lnTo>
                  <a:lnTo>
                    <a:pt x="7956" y="5213"/>
                  </a:lnTo>
                  <a:lnTo>
                    <a:pt x="7917" y="4866"/>
                  </a:lnTo>
                  <a:lnTo>
                    <a:pt x="7878" y="4711"/>
                  </a:lnTo>
                  <a:lnTo>
                    <a:pt x="7801" y="4557"/>
                  </a:lnTo>
                  <a:lnTo>
                    <a:pt x="7724" y="4402"/>
                  </a:lnTo>
                  <a:lnTo>
                    <a:pt x="7608" y="4287"/>
                  </a:lnTo>
                  <a:lnTo>
                    <a:pt x="7492" y="4209"/>
                  </a:lnTo>
                  <a:lnTo>
                    <a:pt x="7299" y="4132"/>
                  </a:lnTo>
                  <a:lnTo>
                    <a:pt x="6990" y="4132"/>
                  </a:lnTo>
                  <a:lnTo>
                    <a:pt x="6836" y="4209"/>
                  </a:lnTo>
                  <a:lnTo>
                    <a:pt x="6720" y="4325"/>
                  </a:lnTo>
                  <a:lnTo>
                    <a:pt x="6604" y="4441"/>
                  </a:lnTo>
                  <a:lnTo>
                    <a:pt x="6527" y="4595"/>
                  </a:lnTo>
                  <a:lnTo>
                    <a:pt x="6411" y="4904"/>
                  </a:lnTo>
                  <a:lnTo>
                    <a:pt x="6372" y="5252"/>
                  </a:lnTo>
                  <a:lnTo>
                    <a:pt x="6411" y="5638"/>
                  </a:lnTo>
                  <a:lnTo>
                    <a:pt x="6450" y="5831"/>
                  </a:lnTo>
                  <a:lnTo>
                    <a:pt x="6527" y="6024"/>
                  </a:lnTo>
                  <a:lnTo>
                    <a:pt x="6643" y="6179"/>
                  </a:lnTo>
                  <a:lnTo>
                    <a:pt x="6759" y="6333"/>
                  </a:lnTo>
                  <a:lnTo>
                    <a:pt x="6102" y="6256"/>
                  </a:lnTo>
                  <a:lnTo>
                    <a:pt x="5755" y="6217"/>
                  </a:lnTo>
                  <a:lnTo>
                    <a:pt x="5446" y="6140"/>
                  </a:lnTo>
                  <a:lnTo>
                    <a:pt x="5137" y="6024"/>
                  </a:lnTo>
                  <a:lnTo>
                    <a:pt x="4828" y="5870"/>
                  </a:lnTo>
                  <a:lnTo>
                    <a:pt x="4519" y="5715"/>
                  </a:lnTo>
                  <a:lnTo>
                    <a:pt x="4210" y="5522"/>
                  </a:lnTo>
                  <a:lnTo>
                    <a:pt x="4557" y="5484"/>
                  </a:lnTo>
                  <a:lnTo>
                    <a:pt x="4905" y="5406"/>
                  </a:lnTo>
                  <a:lnTo>
                    <a:pt x="5175" y="5252"/>
                  </a:lnTo>
                  <a:lnTo>
                    <a:pt x="5446" y="5020"/>
                  </a:lnTo>
                  <a:lnTo>
                    <a:pt x="5561" y="4866"/>
                  </a:lnTo>
                  <a:lnTo>
                    <a:pt x="5639" y="4711"/>
                  </a:lnTo>
                  <a:lnTo>
                    <a:pt x="5677" y="4518"/>
                  </a:lnTo>
                  <a:lnTo>
                    <a:pt x="5716" y="4364"/>
                  </a:lnTo>
                  <a:lnTo>
                    <a:pt x="5716" y="4171"/>
                  </a:lnTo>
                  <a:lnTo>
                    <a:pt x="5639" y="4016"/>
                  </a:lnTo>
                  <a:lnTo>
                    <a:pt x="5561" y="3862"/>
                  </a:lnTo>
                  <a:lnTo>
                    <a:pt x="5446" y="3707"/>
                  </a:lnTo>
                  <a:lnTo>
                    <a:pt x="5330" y="3591"/>
                  </a:lnTo>
                  <a:lnTo>
                    <a:pt x="5175" y="3514"/>
                  </a:lnTo>
                  <a:lnTo>
                    <a:pt x="5021" y="3476"/>
                  </a:lnTo>
                  <a:lnTo>
                    <a:pt x="4866" y="3437"/>
                  </a:lnTo>
                  <a:lnTo>
                    <a:pt x="4712" y="3476"/>
                  </a:lnTo>
                  <a:lnTo>
                    <a:pt x="4557" y="3514"/>
                  </a:lnTo>
                  <a:lnTo>
                    <a:pt x="4442" y="3630"/>
                  </a:lnTo>
                  <a:lnTo>
                    <a:pt x="4287" y="3707"/>
                  </a:lnTo>
                  <a:lnTo>
                    <a:pt x="4171" y="3862"/>
                  </a:lnTo>
                  <a:lnTo>
                    <a:pt x="4055" y="4016"/>
                  </a:lnTo>
                  <a:lnTo>
                    <a:pt x="3940" y="4364"/>
                  </a:lnTo>
                  <a:lnTo>
                    <a:pt x="3824" y="4750"/>
                  </a:lnTo>
                  <a:lnTo>
                    <a:pt x="3785" y="5097"/>
                  </a:lnTo>
                  <a:lnTo>
                    <a:pt x="3515" y="4788"/>
                  </a:lnTo>
                  <a:lnTo>
                    <a:pt x="3283" y="4441"/>
                  </a:lnTo>
                  <a:lnTo>
                    <a:pt x="3052" y="4093"/>
                  </a:lnTo>
                  <a:lnTo>
                    <a:pt x="2858" y="3746"/>
                  </a:lnTo>
                  <a:lnTo>
                    <a:pt x="2704" y="3398"/>
                  </a:lnTo>
                  <a:lnTo>
                    <a:pt x="2550" y="3012"/>
                  </a:lnTo>
                  <a:lnTo>
                    <a:pt x="2318" y="2240"/>
                  </a:lnTo>
                  <a:lnTo>
                    <a:pt x="2318" y="2240"/>
                  </a:lnTo>
                  <a:lnTo>
                    <a:pt x="2588" y="2317"/>
                  </a:lnTo>
                  <a:lnTo>
                    <a:pt x="2858" y="2356"/>
                  </a:lnTo>
                  <a:lnTo>
                    <a:pt x="3129" y="2356"/>
                  </a:lnTo>
                  <a:lnTo>
                    <a:pt x="3399" y="2279"/>
                  </a:lnTo>
                  <a:lnTo>
                    <a:pt x="3554" y="2201"/>
                  </a:lnTo>
                  <a:lnTo>
                    <a:pt x="3708" y="2085"/>
                  </a:lnTo>
                  <a:lnTo>
                    <a:pt x="3824" y="1970"/>
                  </a:lnTo>
                  <a:lnTo>
                    <a:pt x="3940" y="1815"/>
                  </a:lnTo>
                  <a:lnTo>
                    <a:pt x="4017" y="1661"/>
                  </a:lnTo>
                  <a:lnTo>
                    <a:pt x="4055" y="1506"/>
                  </a:lnTo>
                  <a:lnTo>
                    <a:pt x="4055" y="1313"/>
                  </a:lnTo>
                  <a:lnTo>
                    <a:pt x="4017" y="1159"/>
                  </a:lnTo>
                  <a:lnTo>
                    <a:pt x="3978" y="1004"/>
                  </a:lnTo>
                  <a:lnTo>
                    <a:pt x="3862" y="850"/>
                  </a:lnTo>
                  <a:lnTo>
                    <a:pt x="3747" y="773"/>
                  </a:lnTo>
                  <a:lnTo>
                    <a:pt x="3592" y="695"/>
                  </a:lnTo>
                  <a:lnTo>
                    <a:pt x="3438" y="618"/>
                  </a:lnTo>
                  <a:lnTo>
                    <a:pt x="3283" y="579"/>
                  </a:lnTo>
                  <a:lnTo>
                    <a:pt x="3129" y="579"/>
                  </a:lnTo>
                  <a:lnTo>
                    <a:pt x="2974" y="618"/>
                  </a:lnTo>
                  <a:lnTo>
                    <a:pt x="2820" y="657"/>
                  </a:lnTo>
                  <a:lnTo>
                    <a:pt x="2665" y="734"/>
                  </a:lnTo>
                  <a:lnTo>
                    <a:pt x="2434" y="927"/>
                  </a:lnTo>
                  <a:lnTo>
                    <a:pt x="2241" y="1159"/>
                  </a:lnTo>
                  <a:lnTo>
                    <a:pt x="2125" y="1468"/>
                  </a:lnTo>
                  <a:lnTo>
                    <a:pt x="18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9" name="Google Shape;4019;p17"/>
            <p:cNvSpPr/>
            <p:nvPr/>
          </p:nvSpPr>
          <p:spPr>
            <a:xfrm>
              <a:off x="5987875" y="4095550"/>
              <a:ext cx="66625" cy="98500"/>
            </a:xfrm>
            <a:custGeom>
              <a:avLst/>
              <a:gdLst/>
              <a:ahLst/>
              <a:cxnLst/>
              <a:rect l="l" t="t" r="r" b="b"/>
              <a:pathLst>
                <a:path w="2665" h="3940" extrusionOk="0">
                  <a:moveTo>
                    <a:pt x="850" y="1"/>
                  </a:moveTo>
                  <a:lnTo>
                    <a:pt x="502" y="117"/>
                  </a:lnTo>
                  <a:lnTo>
                    <a:pt x="618" y="194"/>
                  </a:lnTo>
                  <a:lnTo>
                    <a:pt x="464" y="580"/>
                  </a:lnTo>
                  <a:lnTo>
                    <a:pt x="270" y="1082"/>
                  </a:lnTo>
                  <a:lnTo>
                    <a:pt x="155" y="1584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36"/>
                  </a:lnTo>
                  <a:lnTo>
                    <a:pt x="77" y="3167"/>
                  </a:lnTo>
                  <a:lnTo>
                    <a:pt x="193" y="3399"/>
                  </a:lnTo>
                  <a:lnTo>
                    <a:pt x="309" y="3554"/>
                  </a:lnTo>
                  <a:lnTo>
                    <a:pt x="464" y="3708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40"/>
                  </a:lnTo>
                  <a:lnTo>
                    <a:pt x="1313" y="3901"/>
                  </a:lnTo>
                  <a:lnTo>
                    <a:pt x="1506" y="3824"/>
                  </a:lnTo>
                  <a:lnTo>
                    <a:pt x="1661" y="3669"/>
                  </a:lnTo>
                  <a:lnTo>
                    <a:pt x="1815" y="3476"/>
                  </a:lnTo>
                  <a:lnTo>
                    <a:pt x="1970" y="3283"/>
                  </a:lnTo>
                  <a:lnTo>
                    <a:pt x="2124" y="3052"/>
                  </a:lnTo>
                  <a:lnTo>
                    <a:pt x="2317" y="2511"/>
                  </a:lnTo>
                  <a:lnTo>
                    <a:pt x="2510" y="1970"/>
                  </a:lnTo>
                  <a:lnTo>
                    <a:pt x="2626" y="1468"/>
                  </a:lnTo>
                  <a:lnTo>
                    <a:pt x="2665" y="1044"/>
                  </a:lnTo>
                  <a:lnTo>
                    <a:pt x="2394" y="1005"/>
                  </a:lnTo>
                  <a:lnTo>
                    <a:pt x="2008" y="2009"/>
                  </a:lnTo>
                  <a:lnTo>
                    <a:pt x="1738" y="2665"/>
                  </a:lnTo>
                  <a:lnTo>
                    <a:pt x="1545" y="3013"/>
                  </a:lnTo>
                  <a:lnTo>
                    <a:pt x="1468" y="3206"/>
                  </a:lnTo>
                  <a:lnTo>
                    <a:pt x="1352" y="3283"/>
                  </a:lnTo>
                  <a:lnTo>
                    <a:pt x="1159" y="3283"/>
                  </a:lnTo>
                  <a:lnTo>
                    <a:pt x="1004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897"/>
                  </a:lnTo>
                  <a:lnTo>
                    <a:pt x="541" y="2665"/>
                  </a:lnTo>
                  <a:lnTo>
                    <a:pt x="541" y="2356"/>
                  </a:lnTo>
                  <a:lnTo>
                    <a:pt x="579" y="2048"/>
                  </a:lnTo>
                  <a:lnTo>
                    <a:pt x="657" y="1623"/>
                  </a:lnTo>
                  <a:lnTo>
                    <a:pt x="734" y="1159"/>
                  </a:lnTo>
                  <a:lnTo>
                    <a:pt x="888" y="773"/>
                  </a:lnTo>
                  <a:lnTo>
                    <a:pt x="1043" y="348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6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0" name="Google Shape;4020;p17"/>
            <p:cNvSpPr/>
            <p:nvPr/>
          </p:nvSpPr>
          <p:spPr>
            <a:xfrm>
              <a:off x="4079325" y="4191125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9" y="5909"/>
                  </a:moveTo>
                  <a:lnTo>
                    <a:pt x="1082" y="5986"/>
                  </a:lnTo>
                  <a:lnTo>
                    <a:pt x="1236" y="6025"/>
                  </a:lnTo>
                  <a:lnTo>
                    <a:pt x="1391" y="6179"/>
                  </a:lnTo>
                  <a:lnTo>
                    <a:pt x="1468" y="6334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1" y="6797"/>
                  </a:lnTo>
                  <a:lnTo>
                    <a:pt x="1236" y="6951"/>
                  </a:lnTo>
                  <a:lnTo>
                    <a:pt x="1159" y="7029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90"/>
                  </a:lnTo>
                  <a:lnTo>
                    <a:pt x="464" y="6836"/>
                  </a:lnTo>
                  <a:lnTo>
                    <a:pt x="425" y="6720"/>
                  </a:lnTo>
                  <a:lnTo>
                    <a:pt x="387" y="6643"/>
                  </a:lnTo>
                  <a:lnTo>
                    <a:pt x="348" y="6488"/>
                  </a:lnTo>
                  <a:lnTo>
                    <a:pt x="387" y="6372"/>
                  </a:lnTo>
                  <a:lnTo>
                    <a:pt x="425" y="6256"/>
                  </a:lnTo>
                  <a:lnTo>
                    <a:pt x="503" y="6179"/>
                  </a:lnTo>
                  <a:lnTo>
                    <a:pt x="696" y="6025"/>
                  </a:lnTo>
                  <a:lnTo>
                    <a:pt x="889" y="5909"/>
                  </a:lnTo>
                  <a:close/>
                  <a:moveTo>
                    <a:pt x="5909" y="1"/>
                  </a:moveTo>
                  <a:lnTo>
                    <a:pt x="5831" y="39"/>
                  </a:lnTo>
                  <a:lnTo>
                    <a:pt x="5522" y="310"/>
                  </a:lnTo>
                  <a:lnTo>
                    <a:pt x="5175" y="619"/>
                  </a:lnTo>
                  <a:lnTo>
                    <a:pt x="4596" y="1314"/>
                  </a:lnTo>
                  <a:lnTo>
                    <a:pt x="4017" y="2047"/>
                  </a:lnTo>
                  <a:lnTo>
                    <a:pt x="3437" y="2781"/>
                  </a:lnTo>
                  <a:lnTo>
                    <a:pt x="2279" y="4133"/>
                  </a:lnTo>
                  <a:lnTo>
                    <a:pt x="1738" y="4866"/>
                  </a:lnTo>
                  <a:lnTo>
                    <a:pt x="1198" y="5561"/>
                  </a:lnTo>
                  <a:lnTo>
                    <a:pt x="1043" y="5523"/>
                  </a:lnTo>
                  <a:lnTo>
                    <a:pt x="889" y="5523"/>
                  </a:lnTo>
                  <a:lnTo>
                    <a:pt x="773" y="5561"/>
                  </a:lnTo>
                  <a:lnTo>
                    <a:pt x="618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1" y="6334"/>
                  </a:lnTo>
                  <a:lnTo>
                    <a:pt x="1" y="6488"/>
                  </a:lnTo>
                  <a:lnTo>
                    <a:pt x="1" y="6604"/>
                  </a:lnTo>
                  <a:lnTo>
                    <a:pt x="39" y="6797"/>
                  </a:lnTo>
                  <a:lnTo>
                    <a:pt x="116" y="6990"/>
                  </a:lnTo>
                  <a:lnTo>
                    <a:pt x="194" y="7145"/>
                  </a:lnTo>
                  <a:lnTo>
                    <a:pt x="348" y="7260"/>
                  </a:lnTo>
                  <a:lnTo>
                    <a:pt x="503" y="7376"/>
                  </a:lnTo>
                  <a:lnTo>
                    <a:pt x="696" y="7453"/>
                  </a:lnTo>
                  <a:lnTo>
                    <a:pt x="1082" y="7453"/>
                  </a:lnTo>
                  <a:lnTo>
                    <a:pt x="1275" y="7415"/>
                  </a:lnTo>
                  <a:lnTo>
                    <a:pt x="1429" y="7299"/>
                  </a:lnTo>
                  <a:lnTo>
                    <a:pt x="1584" y="7183"/>
                  </a:lnTo>
                  <a:lnTo>
                    <a:pt x="1700" y="7067"/>
                  </a:lnTo>
                  <a:lnTo>
                    <a:pt x="1815" y="6874"/>
                  </a:lnTo>
                  <a:lnTo>
                    <a:pt x="1854" y="6681"/>
                  </a:lnTo>
                  <a:lnTo>
                    <a:pt x="1893" y="6527"/>
                  </a:lnTo>
                  <a:lnTo>
                    <a:pt x="1854" y="6334"/>
                  </a:lnTo>
                  <a:lnTo>
                    <a:pt x="1815" y="6179"/>
                  </a:lnTo>
                  <a:lnTo>
                    <a:pt x="1738" y="6025"/>
                  </a:lnTo>
                  <a:lnTo>
                    <a:pt x="1661" y="5909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2" y="4403"/>
                  </a:lnTo>
                  <a:lnTo>
                    <a:pt x="3939" y="3013"/>
                  </a:lnTo>
                  <a:lnTo>
                    <a:pt x="4480" y="2395"/>
                  </a:lnTo>
                  <a:lnTo>
                    <a:pt x="5098" y="1700"/>
                  </a:lnTo>
                  <a:lnTo>
                    <a:pt x="5638" y="1043"/>
                  </a:lnTo>
                  <a:lnTo>
                    <a:pt x="5909" y="657"/>
                  </a:lnTo>
                  <a:lnTo>
                    <a:pt x="6102" y="310"/>
                  </a:lnTo>
                  <a:lnTo>
                    <a:pt x="6140" y="194"/>
                  </a:lnTo>
                  <a:lnTo>
                    <a:pt x="6063" y="78"/>
                  </a:lnTo>
                  <a:lnTo>
                    <a:pt x="598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1" name="Google Shape;4021;p17"/>
            <p:cNvSpPr/>
            <p:nvPr/>
          </p:nvSpPr>
          <p:spPr>
            <a:xfrm>
              <a:off x="3825425" y="421912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5"/>
                  </a:lnTo>
                  <a:lnTo>
                    <a:pt x="7531" y="6140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1" y="6565"/>
                  </a:lnTo>
                  <a:lnTo>
                    <a:pt x="7492" y="6681"/>
                  </a:lnTo>
                  <a:lnTo>
                    <a:pt x="7338" y="6797"/>
                  </a:lnTo>
                  <a:lnTo>
                    <a:pt x="7106" y="6913"/>
                  </a:lnTo>
                  <a:lnTo>
                    <a:pt x="6913" y="6913"/>
                  </a:lnTo>
                  <a:lnTo>
                    <a:pt x="6720" y="6835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7" y="6102"/>
                  </a:lnTo>
                  <a:lnTo>
                    <a:pt x="6643" y="5909"/>
                  </a:lnTo>
                  <a:lnTo>
                    <a:pt x="6797" y="5754"/>
                  </a:lnTo>
                  <a:close/>
                  <a:moveTo>
                    <a:pt x="233" y="1"/>
                  </a:moveTo>
                  <a:lnTo>
                    <a:pt x="155" y="39"/>
                  </a:lnTo>
                  <a:lnTo>
                    <a:pt x="78" y="39"/>
                  </a:lnTo>
                  <a:lnTo>
                    <a:pt x="39" y="116"/>
                  </a:lnTo>
                  <a:lnTo>
                    <a:pt x="1" y="232"/>
                  </a:lnTo>
                  <a:lnTo>
                    <a:pt x="1" y="310"/>
                  </a:lnTo>
                  <a:lnTo>
                    <a:pt x="39" y="387"/>
                  </a:lnTo>
                  <a:lnTo>
                    <a:pt x="426" y="773"/>
                  </a:lnTo>
                  <a:lnTo>
                    <a:pt x="812" y="1120"/>
                  </a:lnTo>
                  <a:lnTo>
                    <a:pt x="1623" y="1777"/>
                  </a:lnTo>
                  <a:lnTo>
                    <a:pt x="3399" y="3206"/>
                  </a:lnTo>
                  <a:lnTo>
                    <a:pt x="4866" y="4441"/>
                  </a:lnTo>
                  <a:lnTo>
                    <a:pt x="5639" y="5021"/>
                  </a:lnTo>
                  <a:lnTo>
                    <a:pt x="6411" y="5600"/>
                  </a:lnTo>
                  <a:lnTo>
                    <a:pt x="6295" y="5677"/>
                  </a:lnTo>
                  <a:lnTo>
                    <a:pt x="6218" y="5793"/>
                  </a:lnTo>
                  <a:lnTo>
                    <a:pt x="6102" y="6102"/>
                  </a:lnTo>
                  <a:lnTo>
                    <a:pt x="6063" y="6411"/>
                  </a:lnTo>
                  <a:lnTo>
                    <a:pt x="6102" y="6681"/>
                  </a:lnTo>
                  <a:lnTo>
                    <a:pt x="6179" y="6835"/>
                  </a:lnTo>
                  <a:lnTo>
                    <a:pt x="6295" y="6990"/>
                  </a:lnTo>
                  <a:lnTo>
                    <a:pt x="6411" y="7144"/>
                  </a:lnTo>
                  <a:lnTo>
                    <a:pt x="6565" y="7222"/>
                  </a:lnTo>
                  <a:lnTo>
                    <a:pt x="6720" y="7299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9"/>
                  </a:lnTo>
                  <a:lnTo>
                    <a:pt x="7454" y="7260"/>
                  </a:lnTo>
                  <a:lnTo>
                    <a:pt x="7608" y="7144"/>
                  </a:lnTo>
                  <a:lnTo>
                    <a:pt x="7724" y="7029"/>
                  </a:lnTo>
                  <a:lnTo>
                    <a:pt x="7840" y="6913"/>
                  </a:lnTo>
                  <a:lnTo>
                    <a:pt x="7956" y="6758"/>
                  </a:lnTo>
                  <a:lnTo>
                    <a:pt x="7994" y="6565"/>
                  </a:lnTo>
                  <a:lnTo>
                    <a:pt x="8033" y="6411"/>
                  </a:lnTo>
                  <a:lnTo>
                    <a:pt x="8033" y="6218"/>
                  </a:lnTo>
                  <a:lnTo>
                    <a:pt x="7956" y="6025"/>
                  </a:lnTo>
                  <a:lnTo>
                    <a:pt x="7840" y="5870"/>
                  </a:lnTo>
                  <a:lnTo>
                    <a:pt x="7724" y="5716"/>
                  </a:lnTo>
                  <a:lnTo>
                    <a:pt x="7569" y="5600"/>
                  </a:lnTo>
                  <a:lnTo>
                    <a:pt x="7415" y="5523"/>
                  </a:lnTo>
                  <a:lnTo>
                    <a:pt x="7222" y="5445"/>
                  </a:lnTo>
                  <a:lnTo>
                    <a:pt x="7029" y="5445"/>
                  </a:lnTo>
                  <a:lnTo>
                    <a:pt x="6836" y="5484"/>
                  </a:lnTo>
                  <a:lnTo>
                    <a:pt x="6025" y="4712"/>
                  </a:lnTo>
                  <a:lnTo>
                    <a:pt x="5214" y="4017"/>
                  </a:lnTo>
                  <a:lnTo>
                    <a:pt x="3515" y="2626"/>
                  </a:lnTo>
                  <a:lnTo>
                    <a:pt x="2743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5" y="310"/>
                  </a:lnTo>
                  <a:lnTo>
                    <a:pt x="310" y="39"/>
                  </a:lnTo>
                  <a:lnTo>
                    <a:pt x="23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2" name="Google Shape;4022;p17"/>
            <p:cNvSpPr/>
            <p:nvPr/>
          </p:nvSpPr>
          <p:spPr>
            <a:xfrm>
              <a:off x="3401625" y="4223000"/>
              <a:ext cx="240425" cy="634250"/>
            </a:xfrm>
            <a:custGeom>
              <a:avLst/>
              <a:gdLst/>
              <a:ahLst/>
              <a:cxnLst/>
              <a:rect l="l" t="t" r="r" b="b"/>
              <a:pathLst>
                <a:path w="9617" h="25370" extrusionOk="0">
                  <a:moveTo>
                    <a:pt x="4751" y="463"/>
                  </a:moveTo>
                  <a:lnTo>
                    <a:pt x="5291" y="502"/>
                  </a:lnTo>
                  <a:lnTo>
                    <a:pt x="5755" y="579"/>
                  </a:lnTo>
                  <a:lnTo>
                    <a:pt x="6218" y="772"/>
                  </a:lnTo>
                  <a:lnTo>
                    <a:pt x="6681" y="965"/>
                  </a:lnTo>
                  <a:lnTo>
                    <a:pt x="7067" y="1236"/>
                  </a:lnTo>
                  <a:lnTo>
                    <a:pt x="7454" y="1583"/>
                  </a:lnTo>
                  <a:lnTo>
                    <a:pt x="7801" y="1931"/>
                  </a:lnTo>
                  <a:lnTo>
                    <a:pt x="8149" y="2356"/>
                  </a:lnTo>
                  <a:lnTo>
                    <a:pt x="8419" y="2780"/>
                  </a:lnTo>
                  <a:lnTo>
                    <a:pt x="8651" y="3244"/>
                  </a:lnTo>
                  <a:lnTo>
                    <a:pt x="8844" y="3707"/>
                  </a:lnTo>
                  <a:lnTo>
                    <a:pt x="8998" y="4209"/>
                  </a:lnTo>
                  <a:lnTo>
                    <a:pt x="9075" y="4711"/>
                  </a:lnTo>
                  <a:lnTo>
                    <a:pt x="9114" y="5213"/>
                  </a:lnTo>
                  <a:lnTo>
                    <a:pt x="9114" y="5754"/>
                  </a:lnTo>
                  <a:lnTo>
                    <a:pt x="9075" y="6256"/>
                  </a:lnTo>
                  <a:lnTo>
                    <a:pt x="8998" y="6758"/>
                  </a:lnTo>
                  <a:lnTo>
                    <a:pt x="8882" y="7260"/>
                  </a:lnTo>
                  <a:lnTo>
                    <a:pt x="8689" y="7723"/>
                  </a:lnTo>
                  <a:lnTo>
                    <a:pt x="8496" y="8225"/>
                  </a:lnTo>
                  <a:lnTo>
                    <a:pt x="8303" y="8650"/>
                  </a:lnTo>
                  <a:lnTo>
                    <a:pt x="8033" y="9113"/>
                  </a:lnTo>
                  <a:lnTo>
                    <a:pt x="7763" y="9538"/>
                  </a:lnTo>
                  <a:lnTo>
                    <a:pt x="7454" y="9924"/>
                  </a:lnTo>
                  <a:lnTo>
                    <a:pt x="7106" y="10349"/>
                  </a:lnTo>
                  <a:lnTo>
                    <a:pt x="6759" y="10735"/>
                  </a:lnTo>
                  <a:lnTo>
                    <a:pt x="6025" y="11469"/>
                  </a:lnTo>
                  <a:lnTo>
                    <a:pt x="5253" y="12125"/>
                  </a:lnTo>
                  <a:lnTo>
                    <a:pt x="5098" y="12125"/>
                  </a:lnTo>
                  <a:lnTo>
                    <a:pt x="5059" y="12202"/>
                  </a:lnTo>
                  <a:lnTo>
                    <a:pt x="5021" y="12241"/>
                  </a:lnTo>
                  <a:lnTo>
                    <a:pt x="5021" y="12280"/>
                  </a:lnTo>
                  <a:lnTo>
                    <a:pt x="4210" y="11816"/>
                  </a:lnTo>
                  <a:lnTo>
                    <a:pt x="3476" y="11314"/>
                  </a:lnTo>
                  <a:lnTo>
                    <a:pt x="2781" y="10735"/>
                  </a:lnTo>
                  <a:lnTo>
                    <a:pt x="2472" y="10426"/>
                  </a:lnTo>
                  <a:lnTo>
                    <a:pt x="2163" y="10117"/>
                  </a:lnTo>
                  <a:lnTo>
                    <a:pt x="1893" y="9770"/>
                  </a:lnTo>
                  <a:lnTo>
                    <a:pt x="1661" y="9422"/>
                  </a:lnTo>
                  <a:lnTo>
                    <a:pt x="1430" y="9036"/>
                  </a:lnTo>
                  <a:lnTo>
                    <a:pt x="1198" y="8650"/>
                  </a:lnTo>
                  <a:lnTo>
                    <a:pt x="1005" y="8264"/>
                  </a:lnTo>
                  <a:lnTo>
                    <a:pt x="850" y="7839"/>
                  </a:lnTo>
                  <a:lnTo>
                    <a:pt x="735" y="7376"/>
                  </a:lnTo>
                  <a:lnTo>
                    <a:pt x="619" y="6912"/>
                  </a:lnTo>
                  <a:lnTo>
                    <a:pt x="542" y="6449"/>
                  </a:lnTo>
                  <a:lnTo>
                    <a:pt x="503" y="5985"/>
                  </a:lnTo>
                  <a:lnTo>
                    <a:pt x="503" y="5522"/>
                  </a:lnTo>
                  <a:lnTo>
                    <a:pt x="542" y="5020"/>
                  </a:lnTo>
                  <a:lnTo>
                    <a:pt x="619" y="4557"/>
                  </a:lnTo>
                  <a:lnTo>
                    <a:pt x="696" y="4055"/>
                  </a:lnTo>
                  <a:lnTo>
                    <a:pt x="850" y="3591"/>
                  </a:lnTo>
                  <a:lnTo>
                    <a:pt x="1005" y="3167"/>
                  </a:lnTo>
                  <a:lnTo>
                    <a:pt x="1237" y="2742"/>
                  </a:lnTo>
                  <a:lnTo>
                    <a:pt x="1468" y="2317"/>
                  </a:lnTo>
                  <a:lnTo>
                    <a:pt x="1739" y="1931"/>
                  </a:lnTo>
                  <a:lnTo>
                    <a:pt x="2086" y="1583"/>
                  </a:lnTo>
                  <a:lnTo>
                    <a:pt x="2434" y="1274"/>
                  </a:lnTo>
                  <a:lnTo>
                    <a:pt x="2820" y="1004"/>
                  </a:lnTo>
                  <a:lnTo>
                    <a:pt x="3245" y="811"/>
                  </a:lnTo>
                  <a:lnTo>
                    <a:pt x="3708" y="618"/>
                  </a:lnTo>
                  <a:lnTo>
                    <a:pt x="4249" y="502"/>
                  </a:lnTo>
                  <a:lnTo>
                    <a:pt x="4751" y="463"/>
                  </a:lnTo>
                  <a:close/>
                  <a:moveTo>
                    <a:pt x="5137" y="12627"/>
                  </a:moveTo>
                  <a:lnTo>
                    <a:pt x="5214" y="12666"/>
                  </a:lnTo>
                  <a:lnTo>
                    <a:pt x="5484" y="13129"/>
                  </a:lnTo>
                  <a:lnTo>
                    <a:pt x="4751" y="13052"/>
                  </a:lnTo>
                  <a:lnTo>
                    <a:pt x="5059" y="12627"/>
                  </a:lnTo>
                  <a:close/>
                  <a:moveTo>
                    <a:pt x="3167" y="13979"/>
                  </a:moveTo>
                  <a:lnTo>
                    <a:pt x="3476" y="14403"/>
                  </a:lnTo>
                  <a:lnTo>
                    <a:pt x="3708" y="14828"/>
                  </a:lnTo>
                  <a:lnTo>
                    <a:pt x="3669" y="14867"/>
                  </a:lnTo>
                  <a:lnTo>
                    <a:pt x="3438" y="14944"/>
                  </a:lnTo>
                  <a:lnTo>
                    <a:pt x="3167" y="15021"/>
                  </a:lnTo>
                  <a:lnTo>
                    <a:pt x="2936" y="15060"/>
                  </a:lnTo>
                  <a:lnTo>
                    <a:pt x="2665" y="15021"/>
                  </a:lnTo>
                  <a:lnTo>
                    <a:pt x="2936" y="14519"/>
                  </a:lnTo>
                  <a:lnTo>
                    <a:pt x="3167" y="13979"/>
                  </a:lnTo>
                  <a:close/>
                  <a:moveTo>
                    <a:pt x="5330" y="14867"/>
                  </a:moveTo>
                  <a:lnTo>
                    <a:pt x="5021" y="15987"/>
                  </a:lnTo>
                  <a:lnTo>
                    <a:pt x="4789" y="15794"/>
                  </a:lnTo>
                  <a:lnTo>
                    <a:pt x="4557" y="15562"/>
                  </a:lnTo>
                  <a:lnTo>
                    <a:pt x="4364" y="15330"/>
                  </a:lnTo>
                  <a:lnTo>
                    <a:pt x="4210" y="15098"/>
                  </a:lnTo>
                  <a:lnTo>
                    <a:pt x="4171" y="15060"/>
                  </a:lnTo>
                  <a:lnTo>
                    <a:pt x="5330" y="14867"/>
                  </a:lnTo>
                  <a:close/>
                  <a:moveTo>
                    <a:pt x="4055" y="15407"/>
                  </a:moveTo>
                  <a:lnTo>
                    <a:pt x="4249" y="15678"/>
                  </a:lnTo>
                  <a:lnTo>
                    <a:pt x="4480" y="15948"/>
                  </a:lnTo>
                  <a:lnTo>
                    <a:pt x="4712" y="16218"/>
                  </a:lnTo>
                  <a:lnTo>
                    <a:pt x="4982" y="16450"/>
                  </a:lnTo>
                  <a:lnTo>
                    <a:pt x="5098" y="16489"/>
                  </a:lnTo>
                  <a:lnTo>
                    <a:pt x="4905" y="16991"/>
                  </a:lnTo>
                  <a:lnTo>
                    <a:pt x="4789" y="17531"/>
                  </a:lnTo>
                  <a:lnTo>
                    <a:pt x="4480" y="17145"/>
                  </a:lnTo>
                  <a:lnTo>
                    <a:pt x="4249" y="16759"/>
                  </a:lnTo>
                  <a:lnTo>
                    <a:pt x="4133" y="16527"/>
                  </a:lnTo>
                  <a:lnTo>
                    <a:pt x="4055" y="16296"/>
                  </a:lnTo>
                  <a:lnTo>
                    <a:pt x="4017" y="16064"/>
                  </a:lnTo>
                  <a:lnTo>
                    <a:pt x="4017" y="15794"/>
                  </a:lnTo>
                  <a:lnTo>
                    <a:pt x="4055" y="15407"/>
                  </a:lnTo>
                  <a:close/>
                  <a:moveTo>
                    <a:pt x="5291" y="16798"/>
                  </a:moveTo>
                  <a:lnTo>
                    <a:pt x="5600" y="17145"/>
                  </a:lnTo>
                  <a:lnTo>
                    <a:pt x="5870" y="17531"/>
                  </a:lnTo>
                  <a:lnTo>
                    <a:pt x="5446" y="17570"/>
                  </a:lnTo>
                  <a:lnTo>
                    <a:pt x="5021" y="17647"/>
                  </a:lnTo>
                  <a:lnTo>
                    <a:pt x="5291" y="16798"/>
                  </a:lnTo>
                  <a:close/>
                  <a:moveTo>
                    <a:pt x="4557" y="17879"/>
                  </a:moveTo>
                  <a:lnTo>
                    <a:pt x="4635" y="17995"/>
                  </a:lnTo>
                  <a:lnTo>
                    <a:pt x="4519" y="18149"/>
                  </a:lnTo>
                  <a:lnTo>
                    <a:pt x="4403" y="18381"/>
                  </a:lnTo>
                  <a:lnTo>
                    <a:pt x="4287" y="18805"/>
                  </a:lnTo>
                  <a:lnTo>
                    <a:pt x="3901" y="18381"/>
                  </a:lnTo>
                  <a:lnTo>
                    <a:pt x="3553" y="17917"/>
                  </a:lnTo>
                  <a:lnTo>
                    <a:pt x="4557" y="17879"/>
                  </a:lnTo>
                  <a:close/>
                  <a:moveTo>
                    <a:pt x="7917" y="20003"/>
                  </a:moveTo>
                  <a:lnTo>
                    <a:pt x="7878" y="20736"/>
                  </a:lnTo>
                  <a:lnTo>
                    <a:pt x="7763" y="21509"/>
                  </a:lnTo>
                  <a:lnTo>
                    <a:pt x="6797" y="20775"/>
                  </a:lnTo>
                  <a:lnTo>
                    <a:pt x="6759" y="20736"/>
                  </a:lnTo>
                  <a:lnTo>
                    <a:pt x="6681" y="20466"/>
                  </a:lnTo>
                  <a:lnTo>
                    <a:pt x="6990" y="20273"/>
                  </a:lnTo>
                  <a:lnTo>
                    <a:pt x="7299" y="20118"/>
                  </a:lnTo>
                  <a:lnTo>
                    <a:pt x="7608" y="20041"/>
                  </a:lnTo>
                  <a:lnTo>
                    <a:pt x="7917" y="20003"/>
                  </a:lnTo>
                  <a:close/>
                  <a:moveTo>
                    <a:pt x="5330" y="20389"/>
                  </a:moveTo>
                  <a:lnTo>
                    <a:pt x="6179" y="20813"/>
                  </a:lnTo>
                  <a:lnTo>
                    <a:pt x="5755" y="21200"/>
                  </a:lnTo>
                  <a:lnTo>
                    <a:pt x="5368" y="21663"/>
                  </a:lnTo>
                  <a:lnTo>
                    <a:pt x="5291" y="21007"/>
                  </a:lnTo>
                  <a:lnTo>
                    <a:pt x="5330" y="20389"/>
                  </a:lnTo>
                  <a:close/>
                  <a:moveTo>
                    <a:pt x="4905" y="0"/>
                  </a:moveTo>
                  <a:lnTo>
                    <a:pt x="4519" y="39"/>
                  </a:lnTo>
                  <a:lnTo>
                    <a:pt x="4171" y="39"/>
                  </a:lnTo>
                  <a:lnTo>
                    <a:pt x="3785" y="116"/>
                  </a:lnTo>
                  <a:lnTo>
                    <a:pt x="3438" y="232"/>
                  </a:lnTo>
                  <a:lnTo>
                    <a:pt x="3090" y="348"/>
                  </a:lnTo>
                  <a:lnTo>
                    <a:pt x="2743" y="502"/>
                  </a:lnTo>
                  <a:lnTo>
                    <a:pt x="2434" y="695"/>
                  </a:lnTo>
                  <a:lnTo>
                    <a:pt x="2086" y="927"/>
                  </a:lnTo>
                  <a:lnTo>
                    <a:pt x="1816" y="1197"/>
                  </a:lnTo>
                  <a:lnTo>
                    <a:pt x="1507" y="1506"/>
                  </a:lnTo>
                  <a:lnTo>
                    <a:pt x="1275" y="1815"/>
                  </a:lnTo>
                  <a:lnTo>
                    <a:pt x="1044" y="2124"/>
                  </a:lnTo>
                  <a:lnTo>
                    <a:pt x="812" y="2471"/>
                  </a:lnTo>
                  <a:lnTo>
                    <a:pt x="619" y="2858"/>
                  </a:lnTo>
                  <a:lnTo>
                    <a:pt x="464" y="3205"/>
                  </a:lnTo>
                  <a:lnTo>
                    <a:pt x="310" y="3591"/>
                  </a:lnTo>
                  <a:lnTo>
                    <a:pt x="233" y="3977"/>
                  </a:lnTo>
                  <a:lnTo>
                    <a:pt x="117" y="4364"/>
                  </a:lnTo>
                  <a:lnTo>
                    <a:pt x="78" y="4750"/>
                  </a:lnTo>
                  <a:lnTo>
                    <a:pt x="1" y="5174"/>
                  </a:lnTo>
                  <a:lnTo>
                    <a:pt x="1" y="5561"/>
                  </a:lnTo>
                  <a:lnTo>
                    <a:pt x="1" y="5985"/>
                  </a:lnTo>
                  <a:lnTo>
                    <a:pt x="40" y="6372"/>
                  </a:lnTo>
                  <a:lnTo>
                    <a:pt x="78" y="6796"/>
                  </a:lnTo>
                  <a:lnTo>
                    <a:pt x="155" y="7182"/>
                  </a:lnTo>
                  <a:lnTo>
                    <a:pt x="271" y="7569"/>
                  </a:lnTo>
                  <a:lnTo>
                    <a:pt x="387" y="7993"/>
                  </a:lnTo>
                  <a:lnTo>
                    <a:pt x="542" y="8380"/>
                  </a:lnTo>
                  <a:lnTo>
                    <a:pt x="928" y="9152"/>
                  </a:lnTo>
                  <a:lnTo>
                    <a:pt x="1121" y="9538"/>
                  </a:lnTo>
                  <a:lnTo>
                    <a:pt x="1352" y="9924"/>
                  </a:lnTo>
                  <a:lnTo>
                    <a:pt x="1623" y="10272"/>
                  </a:lnTo>
                  <a:lnTo>
                    <a:pt x="1893" y="10619"/>
                  </a:lnTo>
                  <a:lnTo>
                    <a:pt x="2202" y="10928"/>
                  </a:lnTo>
                  <a:lnTo>
                    <a:pt x="2511" y="11237"/>
                  </a:lnTo>
                  <a:lnTo>
                    <a:pt x="2820" y="11546"/>
                  </a:lnTo>
                  <a:lnTo>
                    <a:pt x="3167" y="11778"/>
                  </a:lnTo>
                  <a:lnTo>
                    <a:pt x="3553" y="12009"/>
                  </a:lnTo>
                  <a:lnTo>
                    <a:pt x="3940" y="12241"/>
                  </a:lnTo>
                  <a:lnTo>
                    <a:pt x="4326" y="12395"/>
                  </a:lnTo>
                  <a:lnTo>
                    <a:pt x="4712" y="12550"/>
                  </a:lnTo>
                  <a:lnTo>
                    <a:pt x="4171" y="13091"/>
                  </a:lnTo>
                  <a:lnTo>
                    <a:pt x="4133" y="13206"/>
                  </a:lnTo>
                  <a:lnTo>
                    <a:pt x="4133" y="13322"/>
                  </a:lnTo>
                  <a:lnTo>
                    <a:pt x="4210" y="13399"/>
                  </a:lnTo>
                  <a:lnTo>
                    <a:pt x="4326" y="13438"/>
                  </a:lnTo>
                  <a:lnTo>
                    <a:pt x="4789" y="13477"/>
                  </a:lnTo>
                  <a:lnTo>
                    <a:pt x="4519" y="13747"/>
                  </a:lnTo>
                  <a:lnTo>
                    <a:pt x="4287" y="13979"/>
                  </a:lnTo>
                  <a:lnTo>
                    <a:pt x="4094" y="14288"/>
                  </a:lnTo>
                  <a:lnTo>
                    <a:pt x="3940" y="14596"/>
                  </a:lnTo>
                  <a:lnTo>
                    <a:pt x="3785" y="14288"/>
                  </a:lnTo>
                  <a:lnTo>
                    <a:pt x="3631" y="14017"/>
                  </a:lnTo>
                  <a:lnTo>
                    <a:pt x="3438" y="13747"/>
                  </a:lnTo>
                  <a:lnTo>
                    <a:pt x="3206" y="13477"/>
                  </a:lnTo>
                  <a:lnTo>
                    <a:pt x="3129" y="13438"/>
                  </a:lnTo>
                  <a:lnTo>
                    <a:pt x="3051" y="13438"/>
                  </a:lnTo>
                  <a:lnTo>
                    <a:pt x="2974" y="13477"/>
                  </a:lnTo>
                  <a:lnTo>
                    <a:pt x="2897" y="13593"/>
                  </a:lnTo>
                  <a:lnTo>
                    <a:pt x="2588" y="14326"/>
                  </a:lnTo>
                  <a:lnTo>
                    <a:pt x="2241" y="15098"/>
                  </a:lnTo>
                  <a:lnTo>
                    <a:pt x="2202" y="15176"/>
                  </a:lnTo>
                  <a:lnTo>
                    <a:pt x="2202" y="15253"/>
                  </a:lnTo>
                  <a:lnTo>
                    <a:pt x="2241" y="15330"/>
                  </a:lnTo>
                  <a:lnTo>
                    <a:pt x="2318" y="15369"/>
                  </a:lnTo>
                  <a:lnTo>
                    <a:pt x="2665" y="15407"/>
                  </a:lnTo>
                  <a:lnTo>
                    <a:pt x="3013" y="15407"/>
                  </a:lnTo>
                  <a:lnTo>
                    <a:pt x="3360" y="15369"/>
                  </a:lnTo>
                  <a:lnTo>
                    <a:pt x="3669" y="15253"/>
                  </a:lnTo>
                  <a:lnTo>
                    <a:pt x="3669" y="15253"/>
                  </a:lnTo>
                  <a:lnTo>
                    <a:pt x="3631" y="15562"/>
                  </a:lnTo>
                  <a:lnTo>
                    <a:pt x="3592" y="15909"/>
                  </a:lnTo>
                  <a:lnTo>
                    <a:pt x="3631" y="16141"/>
                  </a:lnTo>
                  <a:lnTo>
                    <a:pt x="3669" y="16373"/>
                  </a:lnTo>
                  <a:lnTo>
                    <a:pt x="3785" y="16798"/>
                  </a:lnTo>
                  <a:lnTo>
                    <a:pt x="4017" y="17184"/>
                  </a:lnTo>
                  <a:lnTo>
                    <a:pt x="4287" y="17570"/>
                  </a:lnTo>
                  <a:lnTo>
                    <a:pt x="3245" y="17570"/>
                  </a:lnTo>
                  <a:lnTo>
                    <a:pt x="3167" y="17608"/>
                  </a:lnTo>
                  <a:lnTo>
                    <a:pt x="3090" y="17647"/>
                  </a:lnTo>
                  <a:lnTo>
                    <a:pt x="3051" y="17763"/>
                  </a:lnTo>
                  <a:lnTo>
                    <a:pt x="3090" y="17840"/>
                  </a:lnTo>
                  <a:lnTo>
                    <a:pt x="3322" y="18265"/>
                  </a:lnTo>
                  <a:lnTo>
                    <a:pt x="3592" y="18612"/>
                  </a:lnTo>
                  <a:lnTo>
                    <a:pt x="3901" y="18960"/>
                  </a:lnTo>
                  <a:lnTo>
                    <a:pt x="4249" y="19307"/>
                  </a:lnTo>
                  <a:lnTo>
                    <a:pt x="4326" y="19346"/>
                  </a:lnTo>
                  <a:lnTo>
                    <a:pt x="4442" y="19346"/>
                  </a:lnTo>
                  <a:lnTo>
                    <a:pt x="4519" y="19307"/>
                  </a:lnTo>
                  <a:lnTo>
                    <a:pt x="4557" y="19230"/>
                  </a:lnTo>
                  <a:lnTo>
                    <a:pt x="4751" y="18767"/>
                  </a:lnTo>
                  <a:lnTo>
                    <a:pt x="4828" y="18497"/>
                  </a:lnTo>
                  <a:lnTo>
                    <a:pt x="4905" y="18265"/>
                  </a:lnTo>
                  <a:lnTo>
                    <a:pt x="5021" y="18381"/>
                  </a:lnTo>
                  <a:lnTo>
                    <a:pt x="5446" y="18883"/>
                  </a:lnTo>
                  <a:lnTo>
                    <a:pt x="5793" y="19385"/>
                  </a:lnTo>
                  <a:lnTo>
                    <a:pt x="6063" y="19964"/>
                  </a:lnTo>
                  <a:lnTo>
                    <a:pt x="6257" y="20543"/>
                  </a:lnTo>
                  <a:lnTo>
                    <a:pt x="5253" y="19964"/>
                  </a:lnTo>
                  <a:lnTo>
                    <a:pt x="5175" y="19925"/>
                  </a:lnTo>
                  <a:lnTo>
                    <a:pt x="5098" y="19925"/>
                  </a:lnTo>
                  <a:lnTo>
                    <a:pt x="5021" y="20003"/>
                  </a:lnTo>
                  <a:lnTo>
                    <a:pt x="4982" y="20041"/>
                  </a:lnTo>
                  <a:lnTo>
                    <a:pt x="4944" y="20582"/>
                  </a:lnTo>
                  <a:lnTo>
                    <a:pt x="4944" y="21084"/>
                  </a:lnTo>
                  <a:lnTo>
                    <a:pt x="4982" y="21586"/>
                  </a:lnTo>
                  <a:lnTo>
                    <a:pt x="5059" y="22088"/>
                  </a:lnTo>
                  <a:lnTo>
                    <a:pt x="5098" y="22204"/>
                  </a:lnTo>
                  <a:lnTo>
                    <a:pt x="5214" y="22242"/>
                  </a:lnTo>
                  <a:lnTo>
                    <a:pt x="5291" y="22242"/>
                  </a:lnTo>
                  <a:lnTo>
                    <a:pt x="5368" y="22165"/>
                  </a:lnTo>
                  <a:lnTo>
                    <a:pt x="5870" y="21663"/>
                  </a:lnTo>
                  <a:lnTo>
                    <a:pt x="6372" y="21161"/>
                  </a:lnTo>
                  <a:lnTo>
                    <a:pt x="6411" y="21547"/>
                  </a:lnTo>
                  <a:lnTo>
                    <a:pt x="6372" y="21933"/>
                  </a:lnTo>
                  <a:lnTo>
                    <a:pt x="6295" y="22474"/>
                  </a:lnTo>
                  <a:lnTo>
                    <a:pt x="6102" y="23053"/>
                  </a:lnTo>
                  <a:lnTo>
                    <a:pt x="5870" y="23671"/>
                  </a:lnTo>
                  <a:lnTo>
                    <a:pt x="5677" y="23941"/>
                  </a:lnTo>
                  <a:lnTo>
                    <a:pt x="5523" y="24173"/>
                  </a:lnTo>
                  <a:lnTo>
                    <a:pt x="5330" y="24405"/>
                  </a:lnTo>
                  <a:lnTo>
                    <a:pt x="5098" y="24598"/>
                  </a:lnTo>
                  <a:lnTo>
                    <a:pt x="4866" y="24752"/>
                  </a:lnTo>
                  <a:lnTo>
                    <a:pt x="4635" y="24868"/>
                  </a:lnTo>
                  <a:lnTo>
                    <a:pt x="4364" y="24945"/>
                  </a:lnTo>
                  <a:lnTo>
                    <a:pt x="4094" y="24907"/>
                  </a:lnTo>
                  <a:lnTo>
                    <a:pt x="3785" y="24868"/>
                  </a:lnTo>
                  <a:lnTo>
                    <a:pt x="3476" y="24714"/>
                  </a:lnTo>
                  <a:lnTo>
                    <a:pt x="3399" y="24675"/>
                  </a:lnTo>
                  <a:lnTo>
                    <a:pt x="3360" y="24675"/>
                  </a:lnTo>
                  <a:lnTo>
                    <a:pt x="3283" y="24752"/>
                  </a:lnTo>
                  <a:lnTo>
                    <a:pt x="3245" y="24868"/>
                  </a:lnTo>
                  <a:lnTo>
                    <a:pt x="3245" y="24907"/>
                  </a:lnTo>
                  <a:lnTo>
                    <a:pt x="3283" y="24945"/>
                  </a:lnTo>
                  <a:lnTo>
                    <a:pt x="3438" y="25100"/>
                  </a:lnTo>
                  <a:lnTo>
                    <a:pt x="3592" y="25216"/>
                  </a:lnTo>
                  <a:lnTo>
                    <a:pt x="3785" y="25293"/>
                  </a:lnTo>
                  <a:lnTo>
                    <a:pt x="3940" y="25331"/>
                  </a:lnTo>
                  <a:lnTo>
                    <a:pt x="4133" y="25370"/>
                  </a:lnTo>
                  <a:lnTo>
                    <a:pt x="4287" y="25370"/>
                  </a:lnTo>
                  <a:lnTo>
                    <a:pt x="4635" y="25293"/>
                  </a:lnTo>
                  <a:lnTo>
                    <a:pt x="4982" y="25138"/>
                  </a:lnTo>
                  <a:lnTo>
                    <a:pt x="5330" y="24945"/>
                  </a:lnTo>
                  <a:lnTo>
                    <a:pt x="5600" y="24714"/>
                  </a:lnTo>
                  <a:lnTo>
                    <a:pt x="5870" y="24443"/>
                  </a:lnTo>
                  <a:lnTo>
                    <a:pt x="6141" y="24057"/>
                  </a:lnTo>
                  <a:lnTo>
                    <a:pt x="6334" y="23671"/>
                  </a:lnTo>
                  <a:lnTo>
                    <a:pt x="6527" y="23285"/>
                  </a:lnTo>
                  <a:lnTo>
                    <a:pt x="6643" y="22860"/>
                  </a:lnTo>
                  <a:lnTo>
                    <a:pt x="6759" y="22435"/>
                  </a:lnTo>
                  <a:lnTo>
                    <a:pt x="6797" y="21972"/>
                  </a:lnTo>
                  <a:lnTo>
                    <a:pt x="6836" y="21547"/>
                  </a:lnTo>
                  <a:lnTo>
                    <a:pt x="6797" y="21084"/>
                  </a:lnTo>
                  <a:lnTo>
                    <a:pt x="7763" y="21933"/>
                  </a:lnTo>
                  <a:lnTo>
                    <a:pt x="7840" y="21972"/>
                  </a:lnTo>
                  <a:lnTo>
                    <a:pt x="7917" y="21972"/>
                  </a:lnTo>
                  <a:lnTo>
                    <a:pt x="7994" y="21933"/>
                  </a:lnTo>
                  <a:lnTo>
                    <a:pt x="8071" y="21856"/>
                  </a:lnTo>
                  <a:lnTo>
                    <a:pt x="8149" y="21354"/>
                  </a:lnTo>
                  <a:lnTo>
                    <a:pt x="8226" y="20852"/>
                  </a:lnTo>
                  <a:lnTo>
                    <a:pt x="8303" y="19809"/>
                  </a:lnTo>
                  <a:lnTo>
                    <a:pt x="8303" y="19732"/>
                  </a:lnTo>
                  <a:lnTo>
                    <a:pt x="8265" y="19694"/>
                  </a:lnTo>
                  <a:lnTo>
                    <a:pt x="8187" y="19655"/>
                  </a:lnTo>
                  <a:lnTo>
                    <a:pt x="8149" y="19616"/>
                  </a:lnTo>
                  <a:lnTo>
                    <a:pt x="7724" y="19655"/>
                  </a:lnTo>
                  <a:lnTo>
                    <a:pt x="7299" y="19732"/>
                  </a:lnTo>
                  <a:lnTo>
                    <a:pt x="6952" y="19848"/>
                  </a:lnTo>
                  <a:lnTo>
                    <a:pt x="6604" y="20080"/>
                  </a:lnTo>
                  <a:lnTo>
                    <a:pt x="6334" y="19539"/>
                  </a:lnTo>
                  <a:lnTo>
                    <a:pt x="6025" y="18999"/>
                  </a:lnTo>
                  <a:lnTo>
                    <a:pt x="5677" y="18497"/>
                  </a:lnTo>
                  <a:lnTo>
                    <a:pt x="5253" y="18033"/>
                  </a:lnTo>
                  <a:lnTo>
                    <a:pt x="5214" y="17995"/>
                  </a:lnTo>
                  <a:lnTo>
                    <a:pt x="5716" y="17956"/>
                  </a:lnTo>
                  <a:lnTo>
                    <a:pt x="6179" y="17879"/>
                  </a:lnTo>
                  <a:lnTo>
                    <a:pt x="6257" y="17840"/>
                  </a:lnTo>
                  <a:lnTo>
                    <a:pt x="6295" y="17763"/>
                  </a:lnTo>
                  <a:lnTo>
                    <a:pt x="6295" y="17686"/>
                  </a:lnTo>
                  <a:lnTo>
                    <a:pt x="6257" y="17608"/>
                  </a:lnTo>
                  <a:lnTo>
                    <a:pt x="6102" y="17261"/>
                  </a:lnTo>
                  <a:lnTo>
                    <a:pt x="5870" y="16952"/>
                  </a:lnTo>
                  <a:lnTo>
                    <a:pt x="5639" y="16682"/>
                  </a:lnTo>
                  <a:lnTo>
                    <a:pt x="5368" y="16411"/>
                  </a:lnTo>
                  <a:lnTo>
                    <a:pt x="5291" y="16373"/>
                  </a:lnTo>
                  <a:lnTo>
                    <a:pt x="5793" y="14674"/>
                  </a:lnTo>
                  <a:lnTo>
                    <a:pt x="5793" y="14558"/>
                  </a:lnTo>
                  <a:lnTo>
                    <a:pt x="5755" y="14481"/>
                  </a:lnTo>
                  <a:lnTo>
                    <a:pt x="5677" y="14442"/>
                  </a:lnTo>
                  <a:lnTo>
                    <a:pt x="5561" y="14442"/>
                  </a:lnTo>
                  <a:lnTo>
                    <a:pt x="4326" y="14674"/>
                  </a:lnTo>
                  <a:lnTo>
                    <a:pt x="4326" y="14674"/>
                  </a:lnTo>
                  <a:lnTo>
                    <a:pt x="4519" y="14326"/>
                  </a:lnTo>
                  <a:lnTo>
                    <a:pt x="4751" y="14056"/>
                  </a:lnTo>
                  <a:lnTo>
                    <a:pt x="4982" y="13786"/>
                  </a:lnTo>
                  <a:lnTo>
                    <a:pt x="5214" y="13515"/>
                  </a:lnTo>
                  <a:lnTo>
                    <a:pt x="5870" y="13554"/>
                  </a:lnTo>
                  <a:lnTo>
                    <a:pt x="5986" y="13515"/>
                  </a:lnTo>
                  <a:lnTo>
                    <a:pt x="6025" y="13438"/>
                  </a:lnTo>
                  <a:lnTo>
                    <a:pt x="6063" y="13361"/>
                  </a:lnTo>
                  <a:lnTo>
                    <a:pt x="6025" y="13245"/>
                  </a:lnTo>
                  <a:lnTo>
                    <a:pt x="5832" y="12820"/>
                  </a:lnTo>
                  <a:lnTo>
                    <a:pt x="5561" y="12434"/>
                  </a:lnTo>
                  <a:lnTo>
                    <a:pt x="6257" y="11893"/>
                  </a:lnTo>
                  <a:lnTo>
                    <a:pt x="6913" y="11276"/>
                  </a:lnTo>
                  <a:lnTo>
                    <a:pt x="7531" y="10619"/>
                  </a:lnTo>
                  <a:lnTo>
                    <a:pt x="8110" y="9885"/>
                  </a:lnTo>
                  <a:lnTo>
                    <a:pt x="8573" y="9152"/>
                  </a:lnTo>
                  <a:lnTo>
                    <a:pt x="8805" y="8766"/>
                  </a:lnTo>
                  <a:lnTo>
                    <a:pt x="8998" y="8341"/>
                  </a:lnTo>
                  <a:lnTo>
                    <a:pt x="9153" y="7916"/>
                  </a:lnTo>
                  <a:lnTo>
                    <a:pt x="9307" y="7491"/>
                  </a:lnTo>
                  <a:lnTo>
                    <a:pt x="9423" y="7067"/>
                  </a:lnTo>
                  <a:lnTo>
                    <a:pt x="9500" y="6642"/>
                  </a:lnTo>
                  <a:lnTo>
                    <a:pt x="9577" y="6217"/>
                  </a:lnTo>
                  <a:lnTo>
                    <a:pt x="9616" y="5754"/>
                  </a:lnTo>
                  <a:lnTo>
                    <a:pt x="9616" y="5329"/>
                  </a:lnTo>
                  <a:lnTo>
                    <a:pt x="9577" y="4904"/>
                  </a:lnTo>
                  <a:lnTo>
                    <a:pt x="9539" y="4479"/>
                  </a:lnTo>
                  <a:lnTo>
                    <a:pt x="9462" y="4093"/>
                  </a:lnTo>
                  <a:lnTo>
                    <a:pt x="9346" y="3669"/>
                  </a:lnTo>
                  <a:lnTo>
                    <a:pt x="9230" y="3282"/>
                  </a:lnTo>
                  <a:lnTo>
                    <a:pt x="9037" y="2896"/>
                  </a:lnTo>
                  <a:lnTo>
                    <a:pt x="8882" y="2510"/>
                  </a:lnTo>
                  <a:lnTo>
                    <a:pt x="8651" y="2163"/>
                  </a:lnTo>
                  <a:lnTo>
                    <a:pt x="8380" y="1815"/>
                  </a:lnTo>
                  <a:lnTo>
                    <a:pt x="8110" y="1506"/>
                  </a:lnTo>
                  <a:lnTo>
                    <a:pt x="7801" y="1197"/>
                  </a:lnTo>
                  <a:lnTo>
                    <a:pt x="7492" y="927"/>
                  </a:lnTo>
                  <a:lnTo>
                    <a:pt x="7106" y="695"/>
                  </a:lnTo>
                  <a:lnTo>
                    <a:pt x="6759" y="502"/>
                  </a:lnTo>
                  <a:lnTo>
                    <a:pt x="6411" y="348"/>
                  </a:lnTo>
                  <a:lnTo>
                    <a:pt x="6025" y="193"/>
                  </a:lnTo>
                  <a:lnTo>
                    <a:pt x="5639" y="116"/>
                  </a:lnTo>
                  <a:lnTo>
                    <a:pt x="5291" y="3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3" name="Google Shape;4023;p17"/>
            <p:cNvSpPr/>
            <p:nvPr/>
          </p:nvSpPr>
          <p:spPr>
            <a:xfrm>
              <a:off x="3031900" y="4271250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4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8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1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5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9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5"/>
                  </a:lnTo>
                  <a:lnTo>
                    <a:pt x="1159" y="541"/>
                  </a:lnTo>
                  <a:lnTo>
                    <a:pt x="1352" y="426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9"/>
                  </a:lnTo>
                  <a:lnTo>
                    <a:pt x="309" y="928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6"/>
                  </a:lnTo>
                  <a:lnTo>
                    <a:pt x="0" y="2009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3" y="2858"/>
                  </a:lnTo>
                  <a:lnTo>
                    <a:pt x="425" y="3244"/>
                  </a:lnTo>
                  <a:lnTo>
                    <a:pt x="695" y="3553"/>
                  </a:lnTo>
                  <a:lnTo>
                    <a:pt x="1043" y="3824"/>
                  </a:lnTo>
                  <a:lnTo>
                    <a:pt x="1468" y="4017"/>
                  </a:lnTo>
                  <a:lnTo>
                    <a:pt x="1661" y="4094"/>
                  </a:lnTo>
                  <a:lnTo>
                    <a:pt x="1893" y="4133"/>
                  </a:lnTo>
                  <a:lnTo>
                    <a:pt x="2317" y="4133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3"/>
                  </a:lnTo>
                  <a:lnTo>
                    <a:pt x="4171" y="1430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7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4" name="Google Shape;4024;p17"/>
            <p:cNvSpPr/>
            <p:nvPr/>
          </p:nvSpPr>
          <p:spPr>
            <a:xfrm>
              <a:off x="5567925" y="4274150"/>
              <a:ext cx="67600" cy="76300"/>
            </a:xfrm>
            <a:custGeom>
              <a:avLst/>
              <a:gdLst/>
              <a:ahLst/>
              <a:cxnLst/>
              <a:rect l="l" t="t" r="r" b="b"/>
              <a:pathLst>
                <a:path w="2704" h="3052" extrusionOk="0">
                  <a:moveTo>
                    <a:pt x="1159" y="425"/>
                  </a:moveTo>
                  <a:lnTo>
                    <a:pt x="1429" y="503"/>
                  </a:lnTo>
                  <a:lnTo>
                    <a:pt x="1661" y="619"/>
                  </a:lnTo>
                  <a:lnTo>
                    <a:pt x="1854" y="773"/>
                  </a:lnTo>
                  <a:lnTo>
                    <a:pt x="2009" y="966"/>
                  </a:lnTo>
                  <a:lnTo>
                    <a:pt x="2124" y="1121"/>
                  </a:lnTo>
                  <a:lnTo>
                    <a:pt x="2202" y="1314"/>
                  </a:lnTo>
                  <a:lnTo>
                    <a:pt x="2318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2" y="2395"/>
                  </a:lnTo>
                  <a:lnTo>
                    <a:pt x="2047" y="2279"/>
                  </a:lnTo>
                  <a:lnTo>
                    <a:pt x="1623" y="2047"/>
                  </a:lnTo>
                  <a:lnTo>
                    <a:pt x="1236" y="1893"/>
                  </a:lnTo>
                  <a:lnTo>
                    <a:pt x="1005" y="1777"/>
                  </a:lnTo>
                  <a:lnTo>
                    <a:pt x="812" y="1661"/>
                  </a:lnTo>
                  <a:lnTo>
                    <a:pt x="619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2"/>
                  </a:lnTo>
                  <a:lnTo>
                    <a:pt x="541" y="657"/>
                  </a:lnTo>
                  <a:lnTo>
                    <a:pt x="619" y="580"/>
                  </a:lnTo>
                  <a:lnTo>
                    <a:pt x="696" y="503"/>
                  </a:lnTo>
                  <a:lnTo>
                    <a:pt x="812" y="464"/>
                  </a:lnTo>
                  <a:lnTo>
                    <a:pt x="927" y="425"/>
                  </a:lnTo>
                  <a:close/>
                  <a:moveTo>
                    <a:pt x="1005" y="1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1"/>
                  </a:lnTo>
                  <a:lnTo>
                    <a:pt x="194" y="425"/>
                  </a:lnTo>
                  <a:lnTo>
                    <a:pt x="78" y="619"/>
                  </a:lnTo>
                  <a:lnTo>
                    <a:pt x="1" y="812"/>
                  </a:lnTo>
                  <a:lnTo>
                    <a:pt x="1" y="1005"/>
                  </a:lnTo>
                  <a:lnTo>
                    <a:pt x="1" y="1236"/>
                  </a:lnTo>
                  <a:lnTo>
                    <a:pt x="39" y="1429"/>
                  </a:lnTo>
                  <a:lnTo>
                    <a:pt x="155" y="1623"/>
                  </a:lnTo>
                  <a:lnTo>
                    <a:pt x="387" y="1854"/>
                  </a:lnTo>
                  <a:lnTo>
                    <a:pt x="619" y="2047"/>
                  </a:lnTo>
                  <a:lnTo>
                    <a:pt x="889" y="2202"/>
                  </a:lnTo>
                  <a:lnTo>
                    <a:pt x="1198" y="2318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9" y="2742"/>
                  </a:lnTo>
                  <a:lnTo>
                    <a:pt x="2202" y="2974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1" y="3013"/>
                  </a:lnTo>
                  <a:lnTo>
                    <a:pt x="2588" y="2974"/>
                  </a:lnTo>
                  <a:lnTo>
                    <a:pt x="2626" y="2897"/>
                  </a:lnTo>
                  <a:lnTo>
                    <a:pt x="2704" y="2318"/>
                  </a:lnTo>
                  <a:lnTo>
                    <a:pt x="2704" y="2009"/>
                  </a:lnTo>
                  <a:lnTo>
                    <a:pt x="2704" y="1700"/>
                  </a:lnTo>
                  <a:lnTo>
                    <a:pt x="2626" y="1429"/>
                  </a:lnTo>
                  <a:lnTo>
                    <a:pt x="2549" y="1121"/>
                  </a:lnTo>
                  <a:lnTo>
                    <a:pt x="2433" y="850"/>
                  </a:lnTo>
                  <a:lnTo>
                    <a:pt x="2279" y="580"/>
                  </a:lnTo>
                  <a:lnTo>
                    <a:pt x="2124" y="425"/>
                  </a:lnTo>
                  <a:lnTo>
                    <a:pt x="1931" y="271"/>
                  </a:lnTo>
                  <a:lnTo>
                    <a:pt x="1700" y="117"/>
                  </a:lnTo>
                  <a:lnTo>
                    <a:pt x="1507" y="39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5" name="Google Shape;4025;p17"/>
            <p:cNvSpPr/>
            <p:nvPr/>
          </p:nvSpPr>
          <p:spPr>
            <a:xfrm>
              <a:off x="2254775" y="4312775"/>
              <a:ext cx="326325" cy="190200"/>
            </a:xfrm>
            <a:custGeom>
              <a:avLst/>
              <a:gdLst/>
              <a:ahLst/>
              <a:cxnLst/>
              <a:rect l="l" t="t" r="r" b="b"/>
              <a:pathLst>
                <a:path w="13053" h="7608" extrusionOk="0">
                  <a:moveTo>
                    <a:pt x="8920" y="271"/>
                  </a:moveTo>
                  <a:lnTo>
                    <a:pt x="9036" y="348"/>
                  </a:lnTo>
                  <a:lnTo>
                    <a:pt x="9191" y="464"/>
                  </a:lnTo>
                  <a:lnTo>
                    <a:pt x="9307" y="618"/>
                  </a:lnTo>
                  <a:lnTo>
                    <a:pt x="9384" y="657"/>
                  </a:lnTo>
                  <a:lnTo>
                    <a:pt x="9422" y="966"/>
                  </a:lnTo>
                  <a:lnTo>
                    <a:pt x="9422" y="1275"/>
                  </a:lnTo>
                  <a:lnTo>
                    <a:pt x="9345" y="1545"/>
                  </a:lnTo>
                  <a:lnTo>
                    <a:pt x="9229" y="1815"/>
                  </a:lnTo>
                  <a:lnTo>
                    <a:pt x="9036" y="2085"/>
                  </a:lnTo>
                  <a:lnTo>
                    <a:pt x="8882" y="2317"/>
                  </a:lnTo>
                  <a:lnTo>
                    <a:pt x="8457" y="2781"/>
                  </a:lnTo>
                  <a:lnTo>
                    <a:pt x="6990" y="4441"/>
                  </a:lnTo>
                  <a:lnTo>
                    <a:pt x="6835" y="4441"/>
                  </a:lnTo>
                  <a:lnTo>
                    <a:pt x="7106" y="3476"/>
                  </a:lnTo>
                  <a:lnTo>
                    <a:pt x="7415" y="2549"/>
                  </a:lnTo>
                  <a:lnTo>
                    <a:pt x="7801" y="1506"/>
                  </a:lnTo>
                  <a:lnTo>
                    <a:pt x="8032" y="1043"/>
                  </a:lnTo>
                  <a:lnTo>
                    <a:pt x="8187" y="773"/>
                  </a:lnTo>
                  <a:lnTo>
                    <a:pt x="8380" y="502"/>
                  </a:lnTo>
                  <a:lnTo>
                    <a:pt x="8573" y="348"/>
                  </a:lnTo>
                  <a:lnTo>
                    <a:pt x="8689" y="271"/>
                  </a:lnTo>
                  <a:close/>
                  <a:moveTo>
                    <a:pt x="2124" y="4441"/>
                  </a:moveTo>
                  <a:lnTo>
                    <a:pt x="2974" y="4557"/>
                  </a:lnTo>
                  <a:lnTo>
                    <a:pt x="3823" y="4711"/>
                  </a:lnTo>
                  <a:lnTo>
                    <a:pt x="4905" y="4866"/>
                  </a:lnTo>
                  <a:lnTo>
                    <a:pt x="5407" y="4943"/>
                  </a:lnTo>
                  <a:lnTo>
                    <a:pt x="5947" y="4982"/>
                  </a:lnTo>
                  <a:lnTo>
                    <a:pt x="4673" y="5213"/>
                  </a:lnTo>
                  <a:lnTo>
                    <a:pt x="3399" y="5406"/>
                  </a:lnTo>
                  <a:lnTo>
                    <a:pt x="2703" y="5484"/>
                  </a:lnTo>
                  <a:lnTo>
                    <a:pt x="1622" y="5484"/>
                  </a:lnTo>
                  <a:lnTo>
                    <a:pt x="1236" y="5445"/>
                  </a:lnTo>
                  <a:lnTo>
                    <a:pt x="966" y="5368"/>
                  </a:lnTo>
                  <a:lnTo>
                    <a:pt x="773" y="5291"/>
                  </a:lnTo>
                  <a:lnTo>
                    <a:pt x="696" y="5213"/>
                  </a:lnTo>
                  <a:lnTo>
                    <a:pt x="657" y="5097"/>
                  </a:lnTo>
                  <a:lnTo>
                    <a:pt x="657" y="4982"/>
                  </a:lnTo>
                  <a:lnTo>
                    <a:pt x="696" y="4827"/>
                  </a:lnTo>
                  <a:lnTo>
                    <a:pt x="734" y="4673"/>
                  </a:lnTo>
                  <a:lnTo>
                    <a:pt x="811" y="4557"/>
                  </a:lnTo>
                  <a:lnTo>
                    <a:pt x="889" y="4480"/>
                  </a:lnTo>
                  <a:lnTo>
                    <a:pt x="966" y="4441"/>
                  </a:lnTo>
                  <a:close/>
                  <a:moveTo>
                    <a:pt x="7183" y="4866"/>
                  </a:moveTo>
                  <a:lnTo>
                    <a:pt x="8380" y="5097"/>
                  </a:lnTo>
                  <a:lnTo>
                    <a:pt x="9616" y="5406"/>
                  </a:lnTo>
                  <a:lnTo>
                    <a:pt x="10272" y="5599"/>
                  </a:lnTo>
                  <a:lnTo>
                    <a:pt x="10967" y="5792"/>
                  </a:lnTo>
                  <a:lnTo>
                    <a:pt x="11662" y="6024"/>
                  </a:lnTo>
                  <a:lnTo>
                    <a:pt x="12087" y="6217"/>
                  </a:lnTo>
                  <a:lnTo>
                    <a:pt x="12203" y="6256"/>
                  </a:lnTo>
                  <a:lnTo>
                    <a:pt x="12319" y="6333"/>
                  </a:lnTo>
                  <a:lnTo>
                    <a:pt x="12396" y="6410"/>
                  </a:lnTo>
                  <a:lnTo>
                    <a:pt x="12434" y="6526"/>
                  </a:lnTo>
                  <a:lnTo>
                    <a:pt x="12473" y="6642"/>
                  </a:lnTo>
                  <a:lnTo>
                    <a:pt x="12473" y="6796"/>
                  </a:lnTo>
                  <a:lnTo>
                    <a:pt x="12396" y="7144"/>
                  </a:lnTo>
                  <a:lnTo>
                    <a:pt x="12241" y="7183"/>
                  </a:lnTo>
                  <a:lnTo>
                    <a:pt x="12010" y="7221"/>
                  </a:lnTo>
                  <a:lnTo>
                    <a:pt x="11817" y="7183"/>
                  </a:lnTo>
                  <a:lnTo>
                    <a:pt x="11585" y="7144"/>
                  </a:lnTo>
                  <a:lnTo>
                    <a:pt x="11122" y="7028"/>
                  </a:lnTo>
                  <a:lnTo>
                    <a:pt x="10735" y="6874"/>
                  </a:lnTo>
                  <a:lnTo>
                    <a:pt x="10002" y="6603"/>
                  </a:lnTo>
                  <a:lnTo>
                    <a:pt x="9307" y="6256"/>
                  </a:lnTo>
                  <a:lnTo>
                    <a:pt x="8766" y="5947"/>
                  </a:lnTo>
                  <a:lnTo>
                    <a:pt x="8225" y="5599"/>
                  </a:lnTo>
                  <a:lnTo>
                    <a:pt x="7183" y="4866"/>
                  </a:lnTo>
                  <a:close/>
                  <a:moveTo>
                    <a:pt x="8805" y="0"/>
                  </a:moveTo>
                  <a:lnTo>
                    <a:pt x="8573" y="39"/>
                  </a:lnTo>
                  <a:lnTo>
                    <a:pt x="8341" y="155"/>
                  </a:lnTo>
                  <a:lnTo>
                    <a:pt x="8110" y="271"/>
                  </a:lnTo>
                  <a:lnTo>
                    <a:pt x="7955" y="464"/>
                  </a:lnTo>
                  <a:lnTo>
                    <a:pt x="7723" y="850"/>
                  </a:lnTo>
                  <a:lnTo>
                    <a:pt x="7492" y="1275"/>
                  </a:lnTo>
                  <a:lnTo>
                    <a:pt x="7183" y="2201"/>
                  </a:lnTo>
                  <a:lnTo>
                    <a:pt x="6835" y="3321"/>
                  </a:lnTo>
                  <a:lnTo>
                    <a:pt x="6719" y="3862"/>
                  </a:lnTo>
                  <a:lnTo>
                    <a:pt x="6604" y="4441"/>
                  </a:lnTo>
                  <a:lnTo>
                    <a:pt x="6526" y="4518"/>
                  </a:lnTo>
                  <a:lnTo>
                    <a:pt x="6526" y="4634"/>
                  </a:lnTo>
                  <a:lnTo>
                    <a:pt x="5947" y="4595"/>
                  </a:lnTo>
                  <a:lnTo>
                    <a:pt x="5407" y="4557"/>
                  </a:lnTo>
                  <a:lnTo>
                    <a:pt x="4325" y="4402"/>
                  </a:lnTo>
                  <a:lnTo>
                    <a:pt x="3244" y="4209"/>
                  </a:lnTo>
                  <a:lnTo>
                    <a:pt x="2703" y="4132"/>
                  </a:lnTo>
                  <a:lnTo>
                    <a:pt x="2124" y="4093"/>
                  </a:lnTo>
                  <a:lnTo>
                    <a:pt x="1545" y="4055"/>
                  </a:lnTo>
                  <a:lnTo>
                    <a:pt x="1159" y="4055"/>
                  </a:lnTo>
                  <a:lnTo>
                    <a:pt x="773" y="4093"/>
                  </a:lnTo>
                  <a:lnTo>
                    <a:pt x="425" y="4209"/>
                  </a:lnTo>
                  <a:lnTo>
                    <a:pt x="271" y="4287"/>
                  </a:lnTo>
                  <a:lnTo>
                    <a:pt x="155" y="4364"/>
                  </a:lnTo>
                  <a:lnTo>
                    <a:pt x="78" y="4480"/>
                  </a:lnTo>
                  <a:lnTo>
                    <a:pt x="0" y="4634"/>
                  </a:lnTo>
                  <a:lnTo>
                    <a:pt x="0" y="4789"/>
                  </a:lnTo>
                  <a:lnTo>
                    <a:pt x="39" y="4982"/>
                  </a:lnTo>
                  <a:lnTo>
                    <a:pt x="78" y="5136"/>
                  </a:lnTo>
                  <a:lnTo>
                    <a:pt x="155" y="5252"/>
                  </a:lnTo>
                  <a:lnTo>
                    <a:pt x="232" y="5406"/>
                  </a:lnTo>
                  <a:lnTo>
                    <a:pt x="348" y="5522"/>
                  </a:lnTo>
                  <a:lnTo>
                    <a:pt x="618" y="5677"/>
                  </a:lnTo>
                  <a:lnTo>
                    <a:pt x="927" y="5792"/>
                  </a:lnTo>
                  <a:lnTo>
                    <a:pt x="1275" y="5870"/>
                  </a:lnTo>
                  <a:lnTo>
                    <a:pt x="1622" y="5908"/>
                  </a:lnTo>
                  <a:lnTo>
                    <a:pt x="2240" y="5908"/>
                  </a:lnTo>
                  <a:lnTo>
                    <a:pt x="3360" y="5831"/>
                  </a:lnTo>
                  <a:lnTo>
                    <a:pt x="4441" y="5715"/>
                  </a:lnTo>
                  <a:lnTo>
                    <a:pt x="5561" y="5484"/>
                  </a:lnTo>
                  <a:lnTo>
                    <a:pt x="6102" y="5329"/>
                  </a:lnTo>
                  <a:lnTo>
                    <a:pt x="6604" y="5136"/>
                  </a:lnTo>
                  <a:lnTo>
                    <a:pt x="6604" y="5175"/>
                  </a:lnTo>
                  <a:lnTo>
                    <a:pt x="6642" y="5599"/>
                  </a:lnTo>
                  <a:lnTo>
                    <a:pt x="6681" y="5792"/>
                  </a:lnTo>
                  <a:lnTo>
                    <a:pt x="6758" y="5986"/>
                  </a:lnTo>
                  <a:lnTo>
                    <a:pt x="7028" y="6024"/>
                  </a:lnTo>
                  <a:lnTo>
                    <a:pt x="7028" y="5986"/>
                  </a:lnTo>
                  <a:lnTo>
                    <a:pt x="6951" y="5599"/>
                  </a:lnTo>
                  <a:lnTo>
                    <a:pt x="6951" y="5406"/>
                  </a:lnTo>
                  <a:lnTo>
                    <a:pt x="6990" y="5213"/>
                  </a:lnTo>
                  <a:lnTo>
                    <a:pt x="7028" y="5175"/>
                  </a:lnTo>
                  <a:lnTo>
                    <a:pt x="7723" y="5754"/>
                  </a:lnTo>
                  <a:lnTo>
                    <a:pt x="8496" y="6256"/>
                  </a:lnTo>
                  <a:lnTo>
                    <a:pt x="9307" y="6681"/>
                  </a:lnTo>
                  <a:lnTo>
                    <a:pt x="10118" y="7067"/>
                  </a:lnTo>
                  <a:lnTo>
                    <a:pt x="10774" y="7337"/>
                  </a:lnTo>
                  <a:lnTo>
                    <a:pt x="11237" y="7453"/>
                  </a:lnTo>
                  <a:lnTo>
                    <a:pt x="11662" y="7569"/>
                  </a:lnTo>
                  <a:lnTo>
                    <a:pt x="12126" y="7607"/>
                  </a:lnTo>
                  <a:lnTo>
                    <a:pt x="12319" y="7569"/>
                  </a:lnTo>
                  <a:lnTo>
                    <a:pt x="12512" y="7530"/>
                  </a:lnTo>
                  <a:lnTo>
                    <a:pt x="12666" y="7453"/>
                  </a:lnTo>
                  <a:lnTo>
                    <a:pt x="12821" y="7376"/>
                  </a:lnTo>
                  <a:lnTo>
                    <a:pt x="12936" y="7221"/>
                  </a:lnTo>
                  <a:lnTo>
                    <a:pt x="13014" y="7028"/>
                  </a:lnTo>
                  <a:lnTo>
                    <a:pt x="13052" y="6874"/>
                  </a:lnTo>
                  <a:lnTo>
                    <a:pt x="13052" y="6719"/>
                  </a:lnTo>
                  <a:lnTo>
                    <a:pt x="13014" y="6565"/>
                  </a:lnTo>
                  <a:lnTo>
                    <a:pt x="12975" y="6449"/>
                  </a:lnTo>
                  <a:lnTo>
                    <a:pt x="12898" y="6333"/>
                  </a:lnTo>
                  <a:lnTo>
                    <a:pt x="12782" y="6217"/>
                  </a:lnTo>
                  <a:lnTo>
                    <a:pt x="12512" y="6024"/>
                  </a:lnTo>
                  <a:lnTo>
                    <a:pt x="12241" y="5870"/>
                  </a:lnTo>
                  <a:lnTo>
                    <a:pt x="11894" y="5715"/>
                  </a:lnTo>
                  <a:lnTo>
                    <a:pt x="11353" y="5522"/>
                  </a:lnTo>
                  <a:lnTo>
                    <a:pt x="10388" y="5213"/>
                  </a:lnTo>
                  <a:lnTo>
                    <a:pt x="9384" y="4943"/>
                  </a:lnTo>
                  <a:lnTo>
                    <a:pt x="8380" y="4711"/>
                  </a:lnTo>
                  <a:lnTo>
                    <a:pt x="7376" y="4518"/>
                  </a:lnTo>
                  <a:lnTo>
                    <a:pt x="8418" y="3437"/>
                  </a:lnTo>
                  <a:lnTo>
                    <a:pt x="8882" y="2896"/>
                  </a:lnTo>
                  <a:lnTo>
                    <a:pt x="9345" y="2279"/>
                  </a:lnTo>
                  <a:lnTo>
                    <a:pt x="9461" y="2085"/>
                  </a:lnTo>
                  <a:lnTo>
                    <a:pt x="9577" y="1854"/>
                  </a:lnTo>
                  <a:lnTo>
                    <a:pt x="9654" y="1622"/>
                  </a:lnTo>
                  <a:lnTo>
                    <a:pt x="9731" y="1390"/>
                  </a:lnTo>
                  <a:lnTo>
                    <a:pt x="9731" y="1159"/>
                  </a:lnTo>
                  <a:lnTo>
                    <a:pt x="9693" y="927"/>
                  </a:lnTo>
                  <a:lnTo>
                    <a:pt x="9654" y="657"/>
                  </a:lnTo>
                  <a:lnTo>
                    <a:pt x="9500" y="464"/>
                  </a:lnTo>
                  <a:lnTo>
                    <a:pt x="9461" y="309"/>
                  </a:lnTo>
                  <a:lnTo>
                    <a:pt x="9384" y="232"/>
                  </a:lnTo>
                  <a:lnTo>
                    <a:pt x="9229" y="78"/>
                  </a:lnTo>
                  <a:lnTo>
                    <a:pt x="903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6" name="Google Shape;4026;p17"/>
            <p:cNvSpPr/>
            <p:nvPr/>
          </p:nvSpPr>
          <p:spPr>
            <a:xfrm>
              <a:off x="1058675" y="4315675"/>
              <a:ext cx="594700" cy="534825"/>
            </a:xfrm>
            <a:custGeom>
              <a:avLst/>
              <a:gdLst/>
              <a:ahLst/>
              <a:cxnLst/>
              <a:rect l="l" t="t" r="r" b="b"/>
              <a:pathLst>
                <a:path w="23788" h="21393" extrusionOk="0">
                  <a:moveTo>
                    <a:pt x="23478" y="270"/>
                  </a:moveTo>
                  <a:lnTo>
                    <a:pt x="23401" y="386"/>
                  </a:lnTo>
                  <a:lnTo>
                    <a:pt x="22590" y="1815"/>
                  </a:lnTo>
                  <a:lnTo>
                    <a:pt x="21741" y="3205"/>
                  </a:lnTo>
                  <a:lnTo>
                    <a:pt x="20853" y="4595"/>
                  </a:lnTo>
                  <a:lnTo>
                    <a:pt x="19926" y="5985"/>
                  </a:lnTo>
                  <a:lnTo>
                    <a:pt x="19269" y="5754"/>
                  </a:lnTo>
                  <a:lnTo>
                    <a:pt x="18999" y="5638"/>
                  </a:lnTo>
                  <a:lnTo>
                    <a:pt x="18690" y="5483"/>
                  </a:lnTo>
                  <a:lnTo>
                    <a:pt x="18420" y="5290"/>
                  </a:lnTo>
                  <a:lnTo>
                    <a:pt x="18150" y="5059"/>
                  </a:lnTo>
                  <a:lnTo>
                    <a:pt x="17918" y="4827"/>
                  </a:lnTo>
                  <a:lnTo>
                    <a:pt x="17686" y="4557"/>
                  </a:lnTo>
                  <a:lnTo>
                    <a:pt x="17493" y="4286"/>
                  </a:lnTo>
                  <a:lnTo>
                    <a:pt x="17339" y="3977"/>
                  </a:lnTo>
                  <a:lnTo>
                    <a:pt x="17030" y="3360"/>
                  </a:lnTo>
                  <a:lnTo>
                    <a:pt x="16798" y="2742"/>
                  </a:lnTo>
                  <a:lnTo>
                    <a:pt x="16605" y="2085"/>
                  </a:lnTo>
                  <a:lnTo>
                    <a:pt x="17416" y="1776"/>
                  </a:lnTo>
                  <a:lnTo>
                    <a:pt x="18265" y="1467"/>
                  </a:lnTo>
                  <a:lnTo>
                    <a:pt x="19115" y="1197"/>
                  </a:lnTo>
                  <a:lnTo>
                    <a:pt x="19965" y="965"/>
                  </a:lnTo>
                  <a:lnTo>
                    <a:pt x="20853" y="772"/>
                  </a:lnTo>
                  <a:lnTo>
                    <a:pt x="21702" y="579"/>
                  </a:lnTo>
                  <a:lnTo>
                    <a:pt x="22590" y="425"/>
                  </a:lnTo>
                  <a:lnTo>
                    <a:pt x="23478" y="270"/>
                  </a:lnTo>
                  <a:close/>
                  <a:moveTo>
                    <a:pt x="4866" y="7607"/>
                  </a:moveTo>
                  <a:lnTo>
                    <a:pt x="6256" y="7646"/>
                  </a:lnTo>
                  <a:lnTo>
                    <a:pt x="7608" y="7723"/>
                  </a:lnTo>
                  <a:lnTo>
                    <a:pt x="7222" y="8186"/>
                  </a:lnTo>
                  <a:lnTo>
                    <a:pt x="6835" y="8650"/>
                  </a:lnTo>
                  <a:lnTo>
                    <a:pt x="6488" y="9190"/>
                  </a:lnTo>
                  <a:lnTo>
                    <a:pt x="6140" y="9692"/>
                  </a:lnTo>
                  <a:lnTo>
                    <a:pt x="5909" y="10233"/>
                  </a:lnTo>
                  <a:lnTo>
                    <a:pt x="5870" y="10272"/>
                  </a:lnTo>
                  <a:lnTo>
                    <a:pt x="5214" y="10774"/>
                  </a:lnTo>
                  <a:lnTo>
                    <a:pt x="4557" y="11314"/>
                  </a:lnTo>
                  <a:lnTo>
                    <a:pt x="4326" y="11546"/>
                  </a:lnTo>
                  <a:lnTo>
                    <a:pt x="4094" y="11816"/>
                  </a:lnTo>
                  <a:lnTo>
                    <a:pt x="3824" y="12048"/>
                  </a:lnTo>
                  <a:lnTo>
                    <a:pt x="3708" y="12125"/>
                  </a:lnTo>
                  <a:lnTo>
                    <a:pt x="3553" y="12164"/>
                  </a:lnTo>
                  <a:lnTo>
                    <a:pt x="3399" y="12202"/>
                  </a:lnTo>
                  <a:lnTo>
                    <a:pt x="3206" y="12164"/>
                  </a:lnTo>
                  <a:lnTo>
                    <a:pt x="2742" y="12087"/>
                  </a:lnTo>
                  <a:lnTo>
                    <a:pt x="1970" y="11855"/>
                  </a:lnTo>
                  <a:lnTo>
                    <a:pt x="387" y="11507"/>
                  </a:lnTo>
                  <a:lnTo>
                    <a:pt x="1005" y="11083"/>
                  </a:lnTo>
                  <a:lnTo>
                    <a:pt x="1584" y="10658"/>
                  </a:lnTo>
                  <a:lnTo>
                    <a:pt x="2163" y="10156"/>
                  </a:lnTo>
                  <a:lnTo>
                    <a:pt x="2704" y="9654"/>
                  </a:lnTo>
                  <a:lnTo>
                    <a:pt x="3553" y="8804"/>
                  </a:lnTo>
                  <a:lnTo>
                    <a:pt x="4055" y="8186"/>
                  </a:lnTo>
                  <a:lnTo>
                    <a:pt x="4326" y="7916"/>
                  </a:lnTo>
                  <a:lnTo>
                    <a:pt x="4634" y="7684"/>
                  </a:lnTo>
                  <a:lnTo>
                    <a:pt x="4789" y="7684"/>
                  </a:lnTo>
                  <a:lnTo>
                    <a:pt x="4827" y="7646"/>
                  </a:lnTo>
                  <a:lnTo>
                    <a:pt x="4866" y="7607"/>
                  </a:lnTo>
                  <a:close/>
                  <a:moveTo>
                    <a:pt x="16296" y="2201"/>
                  </a:moveTo>
                  <a:lnTo>
                    <a:pt x="16489" y="2858"/>
                  </a:lnTo>
                  <a:lnTo>
                    <a:pt x="16721" y="3553"/>
                  </a:lnTo>
                  <a:lnTo>
                    <a:pt x="17030" y="4209"/>
                  </a:lnTo>
                  <a:lnTo>
                    <a:pt x="17223" y="4518"/>
                  </a:lnTo>
                  <a:lnTo>
                    <a:pt x="17455" y="4827"/>
                  </a:lnTo>
                  <a:lnTo>
                    <a:pt x="17648" y="5136"/>
                  </a:lnTo>
                  <a:lnTo>
                    <a:pt x="17879" y="5368"/>
                  </a:lnTo>
                  <a:lnTo>
                    <a:pt x="18150" y="5599"/>
                  </a:lnTo>
                  <a:lnTo>
                    <a:pt x="18420" y="5831"/>
                  </a:lnTo>
                  <a:lnTo>
                    <a:pt x="18729" y="5985"/>
                  </a:lnTo>
                  <a:lnTo>
                    <a:pt x="19038" y="6140"/>
                  </a:lnTo>
                  <a:lnTo>
                    <a:pt x="19385" y="6217"/>
                  </a:lnTo>
                  <a:lnTo>
                    <a:pt x="19771" y="6256"/>
                  </a:lnTo>
                  <a:lnTo>
                    <a:pt x="18922" y="7453"/>
                  </a:lnTo>
                  <a:lnTo>
                    <a:pt x="18034" y="8611"/>
                  </a:lnTo>
                  <a:lnTo>
                    <a:pt x="17223" y="9615"/>
                  </a:lnTo>
                  <a:lnTo>
                    <a:pt x="16373" y="10581"/>
                  </a:lnTo>
                  <a:lnTo>
                    <a:pt x="15524" y="11507"/>
                  </a:lnTo>
                  <a:lnTo>
                    <a:pt x="14597" y="12395"/>
                  </a:lnTo>
                  <a:lnTo>
                    <a:pt x="13670" y="13284"/>
                  </a:lnTo>
                  <a:lnTo>
                    <a:pt x="13168" y="13747"/>
                  </a:lnTo>
                  <a:lnTo>
                    <a:pt x="12628" y="14172"/>
                  </a:lnTo>
                  <a:lnTo>
                    <a:pt x="12126" y="14558"/>
                  </a:lnTo>
                  <a:lnTo>
                    <a:pt x="11546" y="14905"/>
                  </a:lnTo>
                  <a:lnTo>
                    <a:pt x="10967" y="15214"/>
                  </a:lnTo>
                  <a:lnTo>
                    <a:pt x="10388" y="15446"/>
                  </a:lnTo>
                  <a:lnTo>
                    <a:pt x="9809" y="15600"/>
                  </a:lnTo>
                  <a:lnTo>
                    <a:pt x="9191" y="15678"/>
                  </a:lnTo>
                  <a:lnTo>
                    <a:pt x="8612" y="15678"/>
                  </a:lnTo>
                  <a:lnTo>
                    <a:pt x="8341" y="15639"/>
                  </a:lnTo>
                  <a:lnTo>
                    <a:pt x="8033" y="15562"/>
                  </a:lnTo>
                  <a:lnTo>
                    <a:pt x="7762" y="15446"/>
                  </a:lnTo>
                  <a:lnTo>
                    <a:pt x="7531" y="15330"/>
                  </a:lnTo>
                  <a:lnTo>
                    <a:pt x="7260" y="15214"/>
                  </a:lnTo>
                  <a:lnTo>
                    <a:pt x="7029" y="15021"/>
                  </a:lnTo>
                  <a:lnTo>
                    <a:pt x="6835" y="14828"/>
                  </a:lnTo>
                  <a:lnTo>
                    <a:pt x="6642" y="14597"/>
                  </a:lnTo>
                  <a:lnTo>
                    <a:pt x="6449" y="14365"/>
                  </a:lnTo>
                  <a:lnTo>
                    <a:pt x="6295" y="14095"/>
                  </a:lnTo>
                  <a:lnTo>
                    <a:pt x="6063" y="13554"/>
                  </a:lnTo>
                  <a:lnTo>
                    <a:pt x="5909" y="13013"/>
                  </a:lnTo>
                  <a:lnTo>
                    <a:pt x="5870" y="12434"/>
                  </a:lnTo>
                  <a:lnTo>
                    <a:pt x="5870" y="11855"/>
                  </a:lnTo>
                  <a:lnTo>
                    <a:pt x="5986" y="11314"/>
                  </a:lnTo>
                  <a:lnTo>
                    <a:pt x="6140" y="10735"/>
                  </a:lnTo>
                  <a:lnTo>
                    <a:pt x="6333" y="10194"/>
                  </a:lnTo>
                  <a:lnTo>
                    <a:pt x="6604" y="9692"/>
                  </a:lnTo>
                  <a:lnTo>
                    <a:pt x="6913" y="9229"/>
                  </a:lnTo>
                  <a:lnTo>
                    <a:pt x="7222" y="8766"/>
                  </a:lnTo>
                  <a:lnTo>
                    <a:pt x="7569" y="8302"/>
                  </a:lnTo>
                  <a:lnTo>
                    <a:pt x="7955" y="7878"/>
                  </a:lnTo>
                  <a:lnTo>
                    <a:pt x="8766" y="7067"/>
                  </a:lnTo>
                  <a:lnTo>
                    <a:pt x="9616" y="6333"/>
                  </a:lnTo>
                  <a:lnTo>
                    <a:pt x="10542" y="5561"/>
                  </a:lnTo>
                  <a:lnTo>
                    <a:pt x="11508" y="4866"/>
                  </a:lnTo>
                  <a:lnTo>
                    <a:pt x="12473" y="4209"/>
                  </a:lnTo>
                  <a:lnTo>
                    <a:pt x="13516" y="3591"/>
                  </a:lnTo>
                  <a:lnTo>
                    <a:pt x="14211" y="3205"/>
                  </a:lnTo>
                  <a:lnTo>
                    <a:pt x="14906" y="2858"/>
                  </a:lnTo>
                  <a:lnTo>
                    <a:pt x="15601" y="2510"/>
                  </a:lnTo>
                  <a:lnTo>
                    <a:pt x="16296" y="2201"/>
                  </a:lnTo>
                  <a:close/>
                  <a:moveTo>
                    <a:pt x="5638" y="13361"/>
                  </a:moveTo>
                  <a:lnTo>
                    <a:pt x="5754" y="13747"/>
                  </a:lnTo>
                  <a:lnTo>
                    <a:pt x="5870" y="14133"/>
                  </a:lnTo>
                  <a:lnTo>
                    <a:pt x="6063" y="14519"/>
                  </a:lnTo>
                  <a:lnTo>
                    <a:pt x="6295" y="14828"/>
                  </a:lnTo>
                  <a:lnTo>
                    <a:pt x="6565" y="15137"/>
                  </a:lnTo>
                  <a:lnTo>
                    <a:pt x="6874" y="15407"/>
                  </a:lnTo>
                  <a:lnTo>
                    <a:pt x="7222" y="15639"/>
                  </a:lnTo>
                  <a:lnTo>
                    <a:pt x="7608" y="15832"/>
                  </a:lnTo>
                  <a:lnTo>
                    <a:pt x="7415" y="16141"/>
                  </a:lnTo>
                  <a:lnTo>
                    <a:pt x="7260" y="16489"/>
                  </a:lnTo>
                  <a:lnTo>
                    <a:pt x="6797" y="16296"/>
                  </a:lnTo>
                  <a:lnTo>
                    <a:pt x="6411" y="16025"/>
                  </a:lnTo>
                  <a:lnTo>
                    <a:pt x="6025" y="15716"/>
                  </a:lnTo>
                  <a:lnTo>
                    <a:pt x="5716" y="15369"/>
                  </a:lnTo>
                  <a:lnTo>
                    <a:pt x="5484" y="14983"/>
                  </a:lnTo>
                  <a:lnTo>
                    <a:pt x="5252" y="14558"/>
                  </a:lnTo>
                  <a:lnTo>
                    <a:pt x="5098" y="14133"/>
                  </a:lnTo>
                  <a:lnTo>
                    <a:pt x="5021" y="13631"/>
                  </a:lnTo>
                  <a:lnTo>
                    <a:pt x="4982" y="13593"/>
                  </a:lnTo>
                  <a:lnTo>
                    <a:pt x="5638" y="13361"/>
                  </a:lnTo>
                  <a:close/>
                  <a:moveTo>
                    <a:pt x="4827" y="13670"/>
                  </a:moveTo>
                  <a:lnTo>
                    <a:pt x="4866" y="14210"/>
                  </a:lnTo>
                  <a:lnTo>
                    <a:pt x="4982" y="14712"/>
                  </a:lnTo>
                  <a:lnTo>
                    <a:pt x="5214" y="15176"/>
                  </a:lnTo>
                  <a:lnTo>
                    <a:pt x="5484" y="15600"/>
                  </a:lnTo>
                  <a:lnTo>
                    <a:pt x="5831" y="15948"/>
                  </a:lnTo>
                  <a:lnTo>
                    <a:pt x="6218" y="16296"/>
                  </a:lnTo>
                  <a:lnTo>
                    <a:pt x="6642" y="16566"/>
                  </a:lnTo>
                  <a:lnTo>
                    <a:pt x="7106" y="16759"/>
                  </a:lnTo>
                  <a:lnTo>
                    <a:pt x="6951" y="17300"/>
                  </a:lnTo>
                  <a:lnTo>
                    <a:pt x="6411" y="17029"/>
                  </a:lnTo>
                  <a:lnTo>
                    <a:pt x="5909" y="16720"/>
                  </a:lnTo>
                  <a:lnTo>
                    <a:pt x="5484" y="16373"/>
                  </a:lnTo>
                  <a:lnTo>
                    <a:pt x="5098" y="15987"/>
                  </a:lnTo>
                  <a:lnTo>
                    <a:pt x="4789" y="15562"/>
                  </a:lnTo>
                  <a:lnTo>
                    <a:pt x="4480" y="15060"/>
                  </a:lnTo>
                  <a:lnTo>
                    <a:pt x="4248" y="14558"/>
                  </a:lnTo>
                  <a:lnTo>
                    <a:pt x="4055" y="13979"/>
                  </a:lnTo>
                  <a:lnTo>
                    <a:pt x="4248" y="13940"/>
                  </a:lnTo>
                  <a:lnTo>
                    <a:pt x="4441" y="13863"/>
                  </a:lnTo>
                  <a:lnTo>
                    <a:pt x="4827" y="13670"/>
                  </a:lnTo>
                  <a:close/>
                  <a:moveTo>
                    <a:pt x="4441" y="15871"/>
                  </a:moveTo>
                  <a:lnTo>
                    <a:pt x="4673" y="16180"/>
                  </a:lnTo>
                  <a:lnTo>
                    <a:pt x="4905" y="16450"/>
                  </a:lnTo>
                  <a:lnTo>
                    <a:pt x="5175" y="16682"/>
                  </a:lnTo>
                  <a:lnTo>
                    <a:pt x="5445" y="16913"/>
                  </a:lnTo>
                  <a:lnTo>
                    <a:pt x="5291" y="17029"/>
                  </a:lnTo>
                  <a:lnTo>
                    <a:pt x="5214" y="17222"/>
                  </a:lnTo>
                  <a:lnTo>
                    <a:pt x="5098" y="17068"/>
                  </a:lnTo>
                  <a:lnTo>
                    <a:pt x="5059" y="16991"/>
                  </a:lnTo>
                  <a:lnTo>
                    <a:pt x="4982" y="16952"/>
                  </a:lnTo>
                  <a:lnTo>
                    <a:pt x="4905" y="16952"/>
                  </a:lnTo>
                  <a:lnTo>
                    <a:pt x="4827" y="16991"/>
                  </a:lnTo>
                  <a:lnTo>
                    <a:pt x="4519" y="17415"/>
                  </a:lnTo>
                  <a:lnTo>
                    <a:pt x="4210" y="17840"/>
                  </a:lnTo>
                  <a:lnTo>
                    <a:pt x="3862" y="18226"/>
                  </a:lnTo>
                  <a:lnTo>
                    <a:pt x="3476" y="18574"/>
                  </a:lnTo>
                  <a:lnTo>
                    <a:pt x="3090" y="18921"/>
                  </a:lnTo>
                  <a:lnTo>
                    <a:pt x="2665" y="19230"/>
                  </a:lnTo>
                  <a:lnTo>
                    <a:pt x="2240" y="19501"/>
                  </a:lnTo>
                  <a:lnTo>
                    <a:pt x="1777" y="19771"/>
                  </a:lnTo>
                  <a:lnTo>
                    <a:pt x="1777" y="19771"/>
                  </a:lnTo>
                  <a:lnTo>
                    <a:pt x="1816" y="19346"/>
                  </a:lnTo>
                  <a:lnTo>
                    <a:pt x="1854" y="18921"/>
                  </a:lnTo>
                  <a:lnTo>
                    <a:pt x="2009" y="18535"/>
                  </a:lnTo>
                  <a:lnTo>
                    <a:pt x="2163" y="18188"/>
                  </a:lnTo>
                  <a:lnTo>
                    <a:pt x="2395" y="17840"/>
                  </a:lnTo>
                  <a:lnTo>
                    <a:pt x="2665" y="17531"/>
                  </a:lnTo>
                  <a:lnTo>
                    <a:pt x="2974" y="17222"/>
                  </a:lnTo>
                  <a:lnTo>
                    <a:pt x="3360" y="16913"/>
                  </a:lnTo>
                  <a:lnTo>
                    <a:pt x="3669" y="16720"/>
                  </a:lnTo>
                  <a:lnTo>
                    <a:pt x="3939" y="16489"/>
                  </a:lnTo>
                  <a:lnTo>
                    <a:pt x="4017" y="16334"/>
                  </a:lnTo>
                  <a:lnTo>
                    <a:pt x="4094" y="16218"/>
                  </a:lnTo>
                  <a:lnTo>
                    <a:pt x="4094" y="16064"/>
                  </a:lnTo>
                  <a:lnTo>
                    <a:pt x="4055" y="15871"/>
                  </a:lnTo>
                  <a:close/>
                  <a:moveTo>
                    <a:pt x="13439" y="13979"/>
                  </a:moveTo>
                  <a:lnTo>
                    <a:pt x="13400" y="14674"/>
                  </a:lnTo>
                  <a:lnTo>
                    <a:pt x="13400" y="15369"/>
                  </a:lnTo>
                  <a:lnTo>
                    <a:pt x="13477" y="16025"/>
                  </a:lnTo>
                  <a:lnTo>
                    <a:pt x="13632" y="16682"/>
                  </a:lnTo>
                  <a:lnTo>
                    <a:pt x="12396" y="17454"/>
                  </a:lnTo>
                  <a:lnTo>
                    <a:pt x="11160" y="18304"/>
                  </a:lnTo>
                  <a:lnTo>
                    <a:pt x="8805" y="20041"/>
                  </a:lnTo>
                  <a:lnTo>
                    <a:pt x="8766" y="19037"/>
                  </a:lnTo>
                  <a:lnTo>
                    <a:pt x="8689" y="18033"/>
                  </a:lnTo>
                  <a:lnTo>
                    <a:pt x="8650" y="17724"/>
                  </a:lnTo>
                  <a:lnTo>
                    <a:pt x="8689" y="17493"/>
                  </a:lnTo>
                  <a:lnTo>
                    <a:pt x="8728" y="17377"/>
                  </a:lnTo>
                  <a:lnTo>
                    <a:pt x="8805" y="17261"/>
                  </a:lnTo>
                  <a:lnTo>
                    <a:pt x="9037" y="17068"/>
                  </a:lnTo>
                  <a:lnTo>
                    <a:pt x="9654" y="16604"/>
                  </a:lnTo>
                  <a:lnTo>
                    <a:pt x="10195" y="16141"/>
                  </a:lnTo>
                  <a:lnTo>
                    <a:pt x="10234" y="16064"/>
                  </a:lnTo>
                  <a:lnTo>
                    <a:pt x="10272" y="16025"/>
                  </a:lnTo>
                  <a:lnTo>
                    <a:pt x="10234" y="15909"/>
                  </a:lnTo>
                  <a:lnTo>
                    <a:pt x="10774" y="15716"/>
                  </a:lnTo>
                  <a:lnTo>
                    <a:pt x="11276" y="15485"/>
                  </a:lnTo>
                  <a:lnTo>
                    <a:pt x="11740" y="15214"/>
                  </a:lnTo>
                  <a:lnTo>
                    <a:pt x="12203" y="14905"/>
                  </a:lnTo>
                  <a:lnTo>
                    <a:pt x="12821" y="14481"/>
                  </a:lnTo>
                  <a:lnTo>
                    <a:pt x="13439" y="13979"/>
                  </a:lnTo>
                  <a:close/>
                  <a:moveTo>
                    <a:pt x="3978" y="14944"/>
                  </a:moveTo>
                  <a:lnTo>
                    <a:pt x="4132" y="15330"/>
                  </a:lnTo>
                  <a:lnTo>
                    <a:pt x="4326" y="15678"/>
                  </a:lnTo>
                  <a:lnTo>
                    <a:pt x="3862" y="15678"/>
                  </a:lnTo>
                  <a:lnTo>
                    <a:pt x="3785" y="15716"/>
                  </a:lnTo>
                  <a:lnTo>
                    <a:pt x="3746" y="15755"/>
                  </a:lnTo>
                  <a:lnTo>
                    <a:pt x="3746" y="15832"/>
                  </a:lnTo>
                  <a:lnTo>
                    <a:pt x="3785" y="15871"/>
                  </a:lnTo>
                  <a:lnTo>
                    <a:pt x="3785" y="15948"/>
                  </a:lnTo>
                  <a:lnTo>
                    <a:pt x="3785" y="16064"/>
                  </a:lnTo>
                  <a:lnTo>
                    <a:pt x="3669" y="16257"/>
                  </a:lnTo>
                  <a:lnTo>
                    <a:pt x="3476" y="16489"/>
                  </a:lnTo>
                  <a:lnTo>
                    <a:pt x="3206" y="16720"/>
                  </a:lnTo>
                  <a:lnTo>
                    <a:pt x="2665" y="17145"/>
                  </a:lnTo>
                  <a:lnTo>
                    <a:pt x="2318" y="17415"/>
                  </a:lnTo>
                  <a:lnTo>
                    <a:pt x="2009" y="17802"/>
                  </a:lnTo>
                  <a:lnTo>
                    <a:pt x="1777" y="18188"/>
                  </a:lnTo>
                  <a:lnTo>
                    <a:pt x="1584" y="18651"/>
                  </a:lnTo>
                  <a:lnTo>
                    <a:pt x="1507" y="19114"/>
                  </a:lnTo>
                  <a:lnTo>
                    <a:pt x="1468" y="19346"/>
                  </a:lnTo>
                  <a:lnTo>
                    <a:pt x="1468" y="19578"/>
                  </a:lnTo>
                  <a:lnTo>
                    <a:pt x="1507" y="19848"/>
                  </a:lnTo>
                  <a:lnTo>
                    <a:pt x="1545" y="20080"/>
                  </a:lnTo>
                  <a:lnTo>
                    <a:pt x="1622" y="20118"/>
                  </a:lnTo>
                  <a:lnTo>
                    <a:pt x="1738" y="20118"/>
                  </a:lnTo>
                  <a:lnTo>
                    <a:pt x="1777" y="20041"/>
                  </a:lnTo>
                  <a:lnTo>
                    <a:pt x="2279" y="19809"/>
                  </a:lnTo>
                  <a:lnTo>
                    <a:pt x="2742" y="19578"/>
                  </a:lnTo>
                  <a:lnTo>
                    <a:pt x="3167" y="19269"/>
                  </a:lnTo>
                  <a:lnTo>
                    <a:pt x="3553" y="18960"/>
                  </a:lnTo>
                  <a:lnTo>
                    <a:pt x="3939" y="18612"/>
                  </a:lnTo>
                  <a:lnTo>
                    <a:pt x="4287" y="18226"/>
                  </a:lnTo>
                  <a:lnTo>
                    <a:pt x="4634" y="17802"/>
                  </a:lnTo>
                  <a:lnTo>
                    <a:pt x="4943" y="17377"/>
                  </a:lnTo>
                  <a:lnTo>
                    <a:pt x="5059" y="17531"/>
                  </a:lnTo>
                  <a:lnTo>
                    <a:pt x="5175" y="17647"/>
                  </a:lnTo>
                  <a:lnTo>
                    <a:pt x="5291" y="17647"/>
                  </a:lnTo>
                  <a:lnTo>
                    <a:pt x="5368" y="17608"/>
                  </a:lnTo>
                  <a:lnTo>
                    <a:pt x="5368" y="17531"/>
                  </a:lnTo>
                  <a:lnTo>
                    <a:pt x="5638" y="17068"/>
                  </a:lnTo>
                  <a:lnTo>
                    <a:pt x="6025" y="17300"/>
                  </a:lnTo>
                  <a:lnTo>
                    <a:pt x="5986" y="17802"/>
                  </a:lnTo>
                  <a:lnTo>
                    <a:pt x="5870" y="18304"/>
                  </a:lnTo>
                  <a:lnTo>
                    <a:pt x="5754" y="18806"/>
                  </a:lnTo>
                  <a:lnTo>
                    <a:pt x="5561" y="19308"/>
                  </a:lnTo>
                  <a:lnTo>
                    <a:pt x="5445" y="19076"/>
                  </a:lnTo>
                  <a:lnTo>
                    <a:pt x="5407" y="18844"/>
                  </a:lnTo>
                  <a:lnTo>
                    <a:pt x="5368" y="18574"/>
                  </a:lnTo>
                  <a:lnTo>
                    <a:pt x="5407" y="18304"/>
                  </a:lnTo>
                  <a:lnTo>
                    <a:pt x="5445" y="18226"/>
                  </a:lnTo>
                  <a:lnTo>
                    <a:pt x="5407" y="18188"/>
                  </a:lnTo>
                  <a:lnTo>
                    <a:pt x="5329" y="18110"/>
                  </a:lnTo>
                  <a:lnTo>
                    <a:pt x="5252" y="18072"/>
                  </a:lnTo>
                  <a:lnTo>
                    <a:pt x="5214" y="18110"/>
                  </a:lnTo>
                  <a:lnTo>
                    <a:pt x="5136" y="18110"/>
                  </a:lnTo>
                  <a:lnTo>
                    <a:pt x="5098" y="18188"/>
                  </a:lnTo>
                  <a:lnTo>
                    <a:pt x="4827" y="18767"/>
                  </a:lnTo>
                  <a:lnTo>
                    <a:pt x="4519" y="19308"/>
                  </a:lnTo>
                  <a:lnTo>
                    <a:pt x="4326" y="19539"/>
                  </a:lnTo>
                  <a:lnTo>
                    <a:pt x="4094" y="19771"/>
                  </a:lnTo>
                  <a:lnTo>
                    <a:pt x="3862" y="19964"/>
                  </a:lnTo>
                  <a:lnTo>
                    <a:pt x="3592" y="20196"/>
                  </a:lnTo>
                  <a:lnTo>
                    <a:pt x="3090" y="20505"/>
                  </a:lnTo>
                  <a:lnTo>
                    <a:pt x="2820" y="20659"/>
                  </a:lnTo>
                  <a:lnTo>
                    <a:pt x="2511" y="20775"/>
                  </a:lnTo>
                  <a:lnTo>
                    <a:pt x="2202" y="20891"/>
                  </a:lnTo>
                  <a:lnTo>
                    <a:pt x="1893" y="20968"/>
                  </a:lnTo>
                  <a:lnTo>
                    <a:pt x="1584" y="21007"/>
                  </a:lnTo>
                  <a:lnTo>
                    <a:pt x="1275" y="20968"/>
                  </a:lnTo>
                  <a:lnTo>
                    <a:pt x="1043" y="20929"/>
                  </a:lnTo>
                  <a:lnTo>
                    <a:pt x="889" y="20813"/>
                  </a:lnTo>
                  <a:lnTo>
                    <a:pt x="773" y="20698"/>
                  </a:lnTo>
                  <a:lnTo>
                    <a:pt x="734" y="20543"/>
                  </a:lnTo>
                  <a:lnTo>
                    <a:pt x="696" y="20350"/>
                  </a:lnTo>
                  <a:lnTo>
                    <a:pt x="696" y="20157"/>
                  </a:lnTo>
                  <a:lnTo>
                    <a:pt x="734" y="19732"/>
                  </a:lnTo>
                  <a:lnTo>
                    <a:pt x="812" y="19037"/>
                  </a:lnTo>
                  <a:lnTo>
                    <a:pt x="889" y="18690"/>
                  </a:lnTo>
                  <a:lnTo>
                    <a:pt x="1005" y="18342"/>
                  </a:lnTo>
                  <a:lnTo>
                    <a:pt x="1159" y="17956"/>
                  </a:lnTo>
                  <a:lnTo>
                    <a:pt x="1352" y="17608"/>
                  </a:lnTo>
                  <a:lnTo>
                    <a:pt x="1584" y="17261"/>
                  </a:lnTo>
                  <a:lnTo>
                    <a:pt x="1854" y="16952"/>
                  </a:lnTo>
                  <a:lnTo>
                    <a:pt x="2124" y="16682"/>
                  </a:lnTo>
                  <a:lnTo>
                    <a:pt x="2433" y="16411"/>
                  </a:lnTo>
                  <a:lnTo>
                    <a:pt x="2781" y="16180"/>
                  </a:lnTo>
                  <a:lnTo>
                    <a:pt x="3167" y="16025"/>
                  </a:lnTo>
                  <a:lnTo>
                    <a:pt x="3244" y="15948"/>
                  </a:lnTo>
                  <a:lnTo>
                    <a:pt x="3244" y="15871"/>
                  </a:lnTo>
                  <a:lnTo>
                    <a:pt x="3206" y="15794"/>
                  </a:lnTo>
                  <a:lnTo>
                    <a:pt x="3167" y="15716"/>
                  </a:lnTo>
                  <a:lnTo>
                    <a:pt x="2433" y="15369"/>
                  </a:lnTo>
                  <a:lnTo>
                    <a:pt x="2781" y="15176"/>
                  </a:lnTo>
                  <a:lnTo>
                    <a:pt x="3167" y="15021"/>
                  </a:lnTo>
                  <a:lnTo>
                    <a:pt x="3553" y="14983"/>
                  </a:lnTo>
                  <a:lnTo>
                    <a:pt x="3978" y="14944"/>
                  </a:lnTo>
                  <a:close/>
                  <a:moveTo>
                    <a:pt x="23478" y="0"/>
                  </a:moveTo>
                  <a:lnTo>
                    <a:pt x="22204" y="155"/>
                  </a:lnTo>
                  <a:lnTo>
                    <a:pt x="20891" y="386"/>
                  </a:lnTo>
                  <a:lnTo>
                    <a:pt x="19617" y="657"/>
                  </a:lnTo>
                  <a:lnTo>
                    <a:pt x="18381" y="1043"/>
                  </a:lnTo>
                  <a:lnTo>
                    <a:pt x="17146" y="1467"/>
                  </a:lnTo>
                  <a:lnTo>
                    <a:pt x="15949" y="1969"/>
                  </a:lnTo>
                  <a:lnTo>
                    <a:pt x="14752" y="2510"/>
                  </a:lnTo>
                  <a:lnTo>
                    <a:pt x="13593" y="3128"/>
                  </a:lnTo>
                  <a:lnTo>
                    <a:pt x="12473" y="3784"/>
                  </a:lnTo>
                  <a:lnTo>
                    <a:pt x="11353" y="4518"/>
                  </a:lnTo>
                  <a:lnTo>
                    <a:pt x="10311" y="5290"/>
                  </a:lnTo>
                  <a:lnTo>
                    <a:pt x="9307" y="6140"/>
                  </a:lnTo>
                  <a:lnTo>
                    <a:pt x="8535" y="6796"/>
                  </a:lnTo>
                  <a:lnTo>
                    <a:pt x="7801" y="7491"/>
                  </a:lnTo>
                  <a:lnTo>
                    <a:pt x="7029" y="7337"/>
                  </a:lnTo>
                  <a:lnTo>
                    <a:pt x="6218" y="7221"/>
                  </a:lnTo>
                  <a:lnTo>
                    <a:pt x="5407" y="7182"/>
                  </a:lnTo>
                  <a:lnTo>
                    <a:pt x="4557" y="7221"/>
                  </a:lnTo>
                  <a:lnTo>
                    <a:pt x="4519" y="7221"/>
                  </a:lnTo>
                  <a:lnTo>
                    <a:pt x="4441" y="7260"/>
                  </a:lnTo>
                  <a:lnTo>
                    <a:pt x="4403" y="7414"/>
                  </a:lnTo>
                  <a:lnTo>
                    <a:pt x="4171" y="7530"/>
                  </a:lnTo>
                  <a:lnTo>
                    <a:pt x="3939" y="7723"/>
                  </a:lnTo>
                  <a:lnTo>
                    <a:pt x="3708" y="7916"/>
                  </a:lnTo>
                  <a:lnTo>
                    <a:pt x="3515" y="8148"/>
                  </a:lnTo>
                  <a:lnTo>
                    <a:pt x="3128" y="8611"/>
                  </a:lnTo>
                  <a:lnTo>
                    <a:pt x="2742" y="9036"/>
                  </a:lnTo>
                  <a:lnTo>
                    <a:pt x="2124" y="9654"/>
                  </a:lnTo>
                  <a:lnTo>
                    <a:pt x="1468" y="10194"/>
                  </a:lnTo>
                  <a:lnTo>
                    <a:pt x="773" y="10774"/>
                  </a:lnTo>
                  <a:lnTo>
                    <a:pt x="78" y="11276"/>
                  </a:lnTo>
                  <a:lnTo>
                    <a:pt x="1" y="11353"/>
                  </a:lnTo>
                  <a:lnTo>
                    <a:pt x="1" y="11430"/>
                  </a:lnTo>
                  <a:lnTo>
                    <a:pt x="1" y="11507"/>
                  </a:lnTo>
                  <a:lnTo>
                    <a:pt x="39" y="11546"/>
                  </a:lnTo>
                  <a:lnTo>
                    <a:pt x="39" y="11623"/>
                  </a:lnTo>
                  <a:lnTo>
                    <a:pt x="39" y="11700"/>
                  </a:lnTo>
                  <a:lnTo>
                    <a:pt x="78" y="11739"/>
                  </a:lnTo>
                  <a:lnTo>
                    <a:pt x="116" y="11778"/>
                  </a:lnTo>
                  <a:lnTo>
                    <a:pt x="1005" y="12048"/>
                  </a:lnTo>
                  <a:lnTo>
                    <a:pt x="1893" y="12280"/>
                  </a:lnTo>
                  <a:lnTo>
                    <a:pt x="3669" y="12666"/>
                  </a:lnTo>
                  <a:lnTo>
                    <a:pt x="3785" y="12666"/>
                  </a:lnTo>
                  <a:lnTo>
                    <a:pt x="3862" y="12589"/>
                  </a:lnTo>
                  <a:lnTo>
                    <a:pt x="4750" y="11700"/>
                  </a:lnTo>
                  <a:lnTo>
                    <a:pt x="5716" y="10851"/>
                  </a:lnTo>
                  <a:lnTo>
                    <a:pt x="5600" y="11391"/>
                  </a:lnTo>
                  <a:lnTo>
                    <a:pt x="5523" y="11971"/>
                  </a:lnTo>
                  <a:lnTo>
                    <a:pt x="5523" y="12550"/>
                  </a:lnTo>
                  <a:lnTo>
                    <a:pt x="5600" y="13091"/>
                  </a:lnTo>
                  <a:lnTo>
                    <a:pt x="5136" y="13168"/>
                  </a:lnTo>
                  <a:lnTo>
                    <a:pt x="4712" y="13284"/>
                  </a:lnTo>
                  <a:lnTo>
                    <a:pt x="4248" y="13477"/>
                  </a:lnTo>
                  <a:lnTo>
                    <a:pt x="4017" y="13593"/>
                  </a:lnTo>
                  <a:lnTo>
                    <a:pt x="3862" y="13747"/>
                  </a:lnTo>
                  <a:lnTo>
                    <a:pt x="3824" y="13824"/>
                  </a:lnTo>
                  <a:lnTo>
                    <a:pt x="3862" y="13901"/>
                  </a:lnTo>
                  <a:lnTo>
                    <a:pt x="3824" y="13940"/>
                  </a:lnTo>
                  <a:lnTo>
                    <a:pt x="3785" y="14017"/>
                  </a:lnTo>
                  <a:lnTo>
                    <a:pt x="3824" y="14403"/>
                  </a:lnTo>
                  <a:lnTo>
                    <a:pt x="3901" y="14751"/>
                  </a:lnTo>
                  <a:lnTo>
                    <a:pt x="3669" y="14712"/>
                  </a:lnTo>
                  <a:lnTo>
                    <a:pt x="3399" y="14712"/>
                  </a:lnTo>
                  <a:lnTo>
                    <a:pt x="3167" y="14751"/>
                  </a:lnTo>
                  <a:lnTo>
                    <a:pt x="2935" y="14790"/>
                  </a:lnTo>
                  <a:lnTo>
                    <a:pt x="2665" y="14867"/>
                  </a:lnTo>
                  <a:lnTo>
                    <a:pt x="2433" y="14983"/>
                  </a:lnTo>
                  <a:lnTo>
                    <a:pt x="2240" y="15098"/>
                  </a:lnTo>
                  <a:lnTo>
                    <a:pt x="2009" y="15253"/>
                  </a:lnTo>
                  <a:lnTo>
                    <a:pt x="1931" y="15330"/>
                  </a:lnTo>
                  <a:lnTo>
                    <a:pt x="1931" y="15407"/>
                  </a:lnTo>
                  <a:lnTo>
                    <a:pt x="1970" y="15485"/>
                  </a:lnTo>
                  <a:lnTo>
                    <a:pt x="2047" y="15523"/>
                  </a:lnTo>
                  <a:lnTo>
                    <a:pt x="2704" y="15871"/>
                  </a:lnTo>
                  <a:lnTo>
                    <a:pt x="2356" y="16064"/>
                  </a:lnTo>
                  <a:lnTo>
                    <a:pt x="2047" y="16334"/>
                  </a:lnTo>
                  <a:lnTo>
                    <a:pt x="1738" y="16604"/>
                  </a:lnTo>
                  <a:lnTo>
                    <a:pt x="1468" y="16875"/>
                  </a:lnTo>
                  <a:lnTo>
                    <a:pt x="1198" y="17222"/>
                  </a:lnTo>
                  <a:lnTo>
                    <a:pt x="1005" y="17570"/>
                  </a:lnTo>
                  <a:lnTo>
                    <a:pt x="812" y="17956"/>
                  </a:lnTo>
                  <a:lnTo>
                    <a:pt x="657" y="18342"/>
                  </a:lnTo>
                  <a:lnTo>
                    <a:pt x="464" y="18960"/>
                  </a:lnTo>
                  <a:lnTo>
                    <a:pt x="387" y="19385"/>
                  </a:lnTo>
                  <a:lnTo>
                    <a:pt x="310" y="19809"/>
                  </a:lnTo>
                  <a:lnTo>
                    <a:pt x="271" y="20234"/>
                  </a:lnTo>
                  <a:lnTo>
                    <a:pt x="310" y="20659"/>
                  </a:lnTo>
                  <a:lnTo>
                    <a:pt x="348" y="20813"/>
                  </a:lnTo>
                  <a:lnTo>
                    <a:pt x="425" y="20968"/>
                  </a:lnTo>
                  <a:lnTo>
                    <a:pt x="503" y="21084"/>
                  </a:lnTo>
                  <a:lnTo>
                    <a:pt x="618" y="21200"/>
                  </a:lnTo>
                  <a:lnTo>
                    <a:pt x="773" y="21277"/>
                  </a:lnTo>
                  <a:lnTo>
                    <a:pt x="927" y="21315"/>
                  </a:lnTo>
                  <a:lnTo>
                    <a:pt x="1275" y="21393"/>
                  </a:lnTo>
                  <a:lnTo>
                    <a:pt x="1661" y="21354"/>
                  </a:lnTo>
                  <a:lnTo>
                    <a:pt x="2047" y="21277"/>
                  </a:lnTo>
                  <a:lnTo>
                    <a:pt x="2433" y="21161"/>
                  </a:lnTo>
                  <a:lnTo>
                    <a:pt x="2820" y="21007"/>
                  </a:lnTo>
                  <a:lnTo>
                    <a:pt x="3437" y="20698"/>
                  </a:lnTo>
                  <a:lnTo>
                    <a:pt x="3901" y="20389"/>
                  </a:lnTo>
                  <a:lnTo>
                    <a:pt x="4364" y="20003"/>
                  </a:lnTo>
                  <a:lnTo>
                    <a:pt x="4750" y="19539"/>
                  </a:lnTo>
                  <a:lnTo>
                    <a:pt x="5098" y="19037"/>
                  </a:lnTo>
                  <a:lnTo>
                    <a:pt x="5136" y="19230"/>
                  </a:lnTo>
                  <a:lnTo>
                    <a:pt x="5214" y="19423"/>
                  </a:lnTo>
                  <a:lnTo>
                    <a:pt x="5329" y="19578"/>
                  </a:lnTo>
                  <a:lnTo>
                    <a:pt x="5484" y="19771"/>
                  </a:lnTo>
                  <a:lnTo>
                    <a:pt x="5561" y="19809"/>
                  </a:lnTo>
                  <a:lnTo>
                    <a:pt x="5638" y="19809"/>
                  </a:lnTo>
                  <a:lnTo>
                    <a:pt x="5716" y="19771"/>
                  </a:lnTo>
                  <a:lnTo>
                    <a:pt x="5793" y="19694"/>
                  </a:lnTo>
                  <a:lnTo>
                    <a:pt x="5986" y="19153"/>
                  </a:lnTo>
                  <a:lnTo>
                    <a:pt x="6179" y="18612"/>
                  </a:lnTo>
                  <a:lnTo>
                    <a:pt x="6295" y="18033"/>
                  </a:lnTo>
                  <a:lnTo>
                    <a:pt x="6372" y="17454"/>
                  </a:lnTo>
                  <a:lnTo>
                    <a:pt x="6913" y="17608"/>
                  </a:lnTo>
                  <a:lnTo>
                    <a:pt x="7183" y="17608"/>
                  </a:lnTo>
                  <a:lnTo>
                    <a:pt x="7183" y="17531"/>
                  </a:lnTo>
                  <a:lnTo>
                    <a:pt x="7531" y="16720"/>
                  </a:lnTo>
                  <a:lnTo>
                    <a:pt x="7724" y="16334"/>
                  </a:lnTo>
                  <a:lnTo>
                    <a:pt x="7955" y="15948"/>
                  </a:lnTo>
                  <a:lnTo>
                    <a:pt x="8110" y="15987"/>
                  </a:lnTo>
                  <a:lnTo>
                    <a:pt x="8535" y="16064"/>
                  </a:lnTo>
                  <a:lnTo>
                    <a:pt x="8921" y="16102"/>
                  </a:lnTo>
                  <a:lnTo>
                    <a:pt x="9307" y="16064"/>
                  </a:lnTo>
                  <a:lnTo>
                    <a:pt x="9693" y="16025"/>
                  </a:lnTo>
                  <a:lnTo>
                    <a:pt x="9693" y="16025"/>
                  </a:lnTo>
                  <a:lnTo>
                    <a:pt x="8998" y="16604"/>
                  </a:lnTo>
                  <a:lnTo>
                    <a:pt x="8226" y="17106"/>
                  </a:lnTo>
                  <a:lnTo>
                    <a:pt x="8148" y="17222"/>
                  </a:lnTo>
                  <a:lnTo>
                    <a:pt x="8148" y="17300"/>
                  </a:lnTo>
                  <a:lnTo>
                    <a:pt x="8264" y="18110"/>
                  </a:lnTo>
                  <a:lnTo>
                    <a:pt x="8341" y="18883"/>
                  </a:lnTo>
                  <a:lnTo>
                    <a:pt x="8380" y="19655"/>
                  </a:lnTo>
                  <a:lnTo>
                    <a:pt x="8380" y="20427"/>
                  </a:lnTo>
                  <a:lnTo>
                    <a:pt x="8419" y="20543"/>
                  </a:lnTo>
                  <a:lnTo>
                    <a:pt x="8496" y="20620"/>
                  </a:lnTo>
                  <a:lnTo>
                    <a:pt x="8612" y="20659"/>
                  </a:lnTo>
                  <a:lnTo>
                    <a:pt x="8728" y="20620"/>
                  </a:lnTo>
                  <a:lnTo>
                    <a:pt x="11392" y="18806"/>
                  </a:lnTo>
                  <a:lnTo>
                    <a:pt x="12705" y="17840"/>
                  </a:lnTo>
                  <a:lnTo>
                    <a:pt x="13323" y="17338"/>
                  </a:lnTo>
                  <a:lnTo>
                    <a:pt x="13941" y="16836"/>
                  </a:lnTo>
                  <a:lnTo>
                    <a:pt x="13979" y="16759"/>
                  </a:lnTo>
                  <a:lnTo>
                    <a:pt x="13979" y="16682"/>
                  </a:lnTo>
                  <a:lnTo>
                    <a:pt x="13979" y="16643"/>
                  </a:lnTo>
                  <a:lnTo>
                    <a:pt x="13941" y="16257"/>
                  </a:lnTo>
                  <a:lnTo>
                    <a:pt x="13902" y="15871"/>
                  </a:lnTo>
                  <a:lnTo>
                    <a:pt x="13825" y="15098"/>
                  </a:lnTo>
                  <a:lnTo>
                    <a:pt x="13748" y="13747"/>
                  </a:lnTo>
                  <a:lnTo>
                    <a:pt x="14443" y="13129"/>
                  </a:lnTo>
                  <a:lnTo>
                    <a:pt x="15099" y="12473"/>
                  </a:lnTo>
                  <a:lnTo>
                    <a:pt x="15756" y="11816"/>
                  </a:lnTo>
                  <a:lnTo>
                    <a:pt x="16373" y="11121"/>
                  </a:lnTo>
                  <a:lnTo>
                    <a:pt x="17455" y="9924"/>
                  </a:lnTo>
                  <a:lnTo>
                    <a:pt x="18459" y="8650"/>
                  </a:lnTo>
                  <a:lnTo>
                    <a:pt x="19424" y="7376"/>
                  </a:lnTo>
                  <a:lnTo>
                    <a:pt x="20351" y="6024"/>
                  </a:lnTo>
                  <a:lnTo>
                    <a:pt x="21239" y="4673"/>
                  </a:lnTo>
                  <a:lnTo>
                    <a:pt x="22088" y="3321"/>
                  </a:lnTo>
                  <a:lnTo>
                    <a:pt x="22938" y="1931"/>
                  </a:lnTo>
                  <a:lnTo>
                    <a:pt x="23749" y="502"/>
                  </a:lnTo>
                  <a:lnTo>
                    <a:pt x="23749" y="425"/>
                  </a:lnTo>
                  <a:lnTo>
                    <a:pt x="23749" y="348"/>
                  </a:lnTo>
                  <a:lnTo>
                    <a:pt x="23749" y="270"/>
                  </a:lnTo>
                  <a:lnTo>
                    <a:pt x="23787" y="155"/>
                  </a:lnTo>
                  <a:lnTo>
                    <a:pt x="23787" y="77"/>
                  </a:lnTo>
                  <a:lnTo>
                    <a:pt x="23749" y="39"/>
                  </a:lnTo>
                  <a:lnTo>
                    <a:pt x="23672" y="0"/>
                  </a:lnTo>
                  <a:lnTo>
                    <a:pt x="23633" y="39"/>
                  </a:lnTo>
                  <a:lnTo>
                    <a:pt x="23633" y="77"/>
                  </a:lnTo>
                  <a:lnTo>
                    <a:pt x="2355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7" name="Google Shape;4027;p17"/>
            <p:cNvSpPr/>
            <p:nvPr/>
          </p:nvSpPr>
          <p:spPr>
            <a:xfrm>
              <a:off x="5635500" y="4343650"/>
              <a:ext cx="54100" cy="45400"/>
            </a:xfrm>
            <a:custGeom>
              <a:avLst/>
              <a:gdLst/>
              <a:ahLst/>
              <a:cxnLst/>
              <a:rect l="l" t="t" r="r" b="b"/>
              <a:pathLst>
                <a:path w="2164" h="1816" extrusionOk="0">
                  <a:moveTo>
                    <a:pt x="1314" y="387"/>
                  </a:moveTo>
                  <a:lnTo>
                    <a:pt x="1507" y="464"/>
                  </a:lnTo>
                  <a:lnTo>
                    <a:pt x="1661" y="580"/>
                  </a:lnTo>
                  <a:lnTo>
                    <a:pt x="1777" y="735"/>
                  </a:lnTo>
                  <a:lnTo>
                    <a:pt x="1777" y="889"/>
                  </a:lnTo>
                  <a:lnTo>
                    <a:pt x="1777" y="928"/>
                  </a:lnTo>
                  <a:lnTo>
                    <a:pt x="1738" y="1005"/>
                  </a:lnTo>
                  <a:lnTo>
                    <a:pt x="1661" y="1044"/>
                  </a:lnTo>
                  <a:lnTo>
                    <a:pt x="1584" y="1082"/>
                  </a:lnTo>
                  <a:lnTo>
                    <a:pt x="1275" y="1121"/>
                  </a:lnTo>
                  <a:lnTo>
                    <a:pt x="927" y="1121"/>
                  </a:lnTo>
                  <a:lnTo>
                    <a:pt x="619" y="1159"/>
                  </a:lnTo>
                  <a:lnTo>
                    <a:pt x="464" y="1198"/>
                  </a:lnTo>
                  <a:lnTo>
                    <a:pt x="348" y="1275"/>
                  </a:lnTo>
                  <a:lnTo>
                    <a:pt x="348" y="1121"/>
                  </a:lnTo>
                  <a:lnTo>
                    <a:pt x="348" y="1005"/>
                  </a:lnTo>
                  <a:lnTo>
                    <a:pt x="387" y="850"/>
                  </a:lnTo>
                  <a:lnTo>
                    <a:pt x="464" y="735"/>
                  </a:lnTo>
                  <a:lnTo>
                    <a:pt x="580" y="619"/>
                  </a:lnTo>
                  <a:lnTo>
                    <a:pt x="657" y="503"/>
                  </a:lnTo>
                  <a:lnTo>
                    <a:pt x="812" y="426"/>
                  </a:lnTo>
                  <a:lnTo>
                    <a:pt x="966" y="387"/>
                  </a:lnTo>
                  <a:close/>
                  <a:moveTo>
                    <a:pt x="1005" y="1"/>
                  </a:moveTo>
                  <a:lnTo>
                    <a:pt x="812" y="40"/>
                  </a:lnTo>
                  <a:lnTo>
                    <a:pt x="619" y="117"/>
                  </a:lnTo>
                  <a:lnTo>
                    <a:pt x="425" y="233"/>
                  </a:lnTo>
                  <a:lnTo>
                    <a:pt x="271" y="348"/>
                  </a:lnTo>
                  <a:lnTo>
                    <a:pt x="155" y="503"/>
                  </a:lnTo>
                  <a:lnTo>
                    <a:pt x="78" y="696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30"/>
                  </a:lnTo>
                  <a:lnTo>
                    <a:pt x="117" y="1623"/>
                  </a:lnTo>
                  <a:lnTo>
                    <a:pt x="155" y="1739"/>
                  </a:lnTo>
                  <a:lnTo>
                    <a:pt x="232" y="1777"/>
                  </a:lnTo>
                  <a:lnTo>
                    <a:pt x="348" y="1816"/>
                  </a:lnTo>
                  <a:lnTo>
                    <a:pt x="425" y="1739"/>
                  </a:lnTo>
                  <a:lnTo>
                    <a:pt x="580" y="1623"/>
                  </a:lnTo>
                  <a:lnTo>
                    <a:pt x="696" y="1546"/>
                  </a:lnTo>
                  <a:lnTo>
                    <a:pt x="889" y="1507"/>
                  </a:lnTo>
                  <a:lnTo>
                    <a:pt x="1429" y="1507"/>
                  </a:lnTo>
                  <a:lnTo>
                    <a:pt x="1584" y="1468"/>
                  </a:lnTo>
                  <a:lnTo>
                    <a:pt x="1777" y="1430"/>
                  </a:lnTo>
                  <a:lnTo>
                    <a:pt x="1931" y="1352"/>
                  </a:lnTo>
                  <a:lnTo>
                    <a:pt x="2047" y="1237"/>
                  </a:lnTo>
                  <a:lnTo>
                    <a:pt x="2125" y="1121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9"/>
                  </a:lnTo>
                  <a:lnTo>
                    <a:pt x="2086" y="464"/>
                  </a:lnTo>
                  <a:lnTo>
                    <a:pt x="1970" y="310"/>
                  </a:lnTo>
                  <a:lnTo>
                    <a:pt x="1816" y="194"/>
                  </a:lnTo>
                  <a:lnTo>
                    <a:pt x="1623" y="78"/>
                  </a:lnTo>
                  <a:lnTo>
                    <a:pt x="142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8" name="Google Shape;4028;p17"/>
            <p:cNvSpPr/>
            <p:nvPr/>
          </p:nvSpPr>
          <p:spPr>
            <a:xfrm>
              <a:off x="4572625" y="4377450"/>
              <a:ext cx="625600" cy="344650"/>
            </a:xfrm>
            <a:custGeom>
              <a:avLst/>
              <a:gdLst/>
              <a:ahLst/>
              <a:cxnLst/>
              <a:rect l="l" t="t" r="r" b="b"/>
              <a:pathLst>
                <a:path w="25024" h="13786" extrusionOk="0">
                  <a:moveTo>
                    <a:pt x="23286" y="966"/>
                  </a:moveTo>
                  <a:lnTo>
                    <a:pt x="23633" y="1468"/>
                  </a:lnTo>
                  <a:lnTo>
                    <a:pt x="23942" y="2008"/>
                  </a:lnTo>
                  <a:lnTo>
                    <a:pt x="23788" y="2163"/>
                  </a:lnTo>
                  <a:lnTo>
                    <a:pt x="23633" y="2202"/>
                  </a:lnTo>
                  <a:lnTo>
                    <a:pt x="23479" y="2202"/>
                  </a:lnTo>
                  <a:lnTo>
                    <a:pt x="23324" y="2163"/>
                  </a:lnTo>
                  <a:lnTo>
                    <a:pt x="23208" y="2086"/>
                  </a:lnTo>
                  <a:lnTo>
                    <a:pt x="23092" y="1970"/>
                  </a:lnTo>
                  <a:lnTo>
                    <a:pt x="23015" y="1815"/>
                  </a:lnTo>
                  <a:lnTo>
                    <a:pt x="22977" y="1661"/>
                  </a:lnTo>
                  <a:lnTo>
                    <a:pt x="22977" y="1429"/>
                  </a:lnTo>
                  <a:lnTo>
                    <a:pt x="23054" y="1275"/>
                  </a:lnTo>
                  <a:lnTo>
                    <a:pt x="23170" y="1120"/>
                  </a:lnTo>
                  <a:lnTo>
                    <a:pt x="23286" y="966"/>
                  </a:lnTo>
                  <a:close/>
                  <a:moveTo>
                    <a:pt x="24096" y="2433"/>
                  </a:moveTo>
                  <a:lnTo>
                    <a:pt x="24212" y="2781"/>
                  </a:lnTo>
                  <a:lnTo>
                    <a:pt x="24328" y="3090"/>
                  </a:lnTo>
                  <a:lnTo>
                    <a:pt x="24367" y="3437"/>
                  </a:lnTo>
                  <a:lnTo>
                    <a:pt x="24444" y="3823"/>
                  </a:lnTo>
                  <a:lnTo>
                    <a:pt x="24174" y="3746"/>
                  </a:lnTo>
                  <a:lnTo>
                    <a:pt x="23942" y="3592"/>
                  </a:lnTo>
                  <a:lnTo>
                    <a:pt x="23865" y="3514"/>
                  </a:lnTo>
                  <a:lnTo>
                    <a:pt x="23788" y="3399"/>
                  </a:lnTo>
                  <a:lnTo>
                    <a:pt x="23749" y="3283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8" y="2742"/>
                  </a:lnTo>
                  <a:lnTo>
                    <a:pt x="23942" y="2588"/>
                  </a:lnTo>
                  <a:lnTo>
                    <a:pt x="24096" y="2433"/>
                  </a:lnTo>
                  <a:close/>
                  <a:moveTo>
                    <a:pt x="16296" y="4982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7" y="5291"/>
                  </a:lnTo>
                  <a:lnTo>
                    <a:pt x="16567" y="5407"/>
                  </a:lnTo>
                  <a:lnTo>
                    <a:pt x="16296" y="5445"/>
                  </a:lnTo>
                  <a:lnTo>
                    <a:pt x="15640" y="5522"/>
                  </a:lnTo>
                  <a:lnTo>
                    <a:pt x="15640" y="5484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56" y="5175"/>
                  </a:lnTo>
                  <a:lnTo>
                    <a:pt x="15833" y="5098"/>
                  </a:lnTo>
                  <a:lnTo>
                    <a:pt x="15949" y="5020"/>
                  </a:lnTo>
                  <a:lnTo>
                    <a:pt x="16065" y="4982"/>
                  </a:lnTo>
                  <a:close/>
                  <a:moveTo>
                    <a:pt x="24444" y="4248"/>
                  </a:moveTo>
                  <a:lnTo>
                    <a:pt x="24444" y="4673"/>
                  </a:lnTo>
                  <a:lnTo>
                    <a:pt x="24367" y="5098"/>
                  </a:lnTo>
                  <a:lnTo>
                    <a:pt x="24251" y="5522"/>
                  </a:lnTo>
                  <a:lnTo>
                    <a:pt x="24058" y="5445"/>
                  </a:lnTo>
                  <a:lnTo>
                    <a:pt x="23903" y="5291"/>
                  </a:lnTo>
                  <a:lnTo>
                    <a:pt x="23826" y="5098"/>
                  </a:lnTo>
                  <a:lnTo>
                    <a:pt x="23788" y="4982"/>
                  </a:lnTo>
                  <a:lnTo>
                    <a:pt x="23788" y="4866"/>
                  </a:lnTo>
                  <a:lnTo>
                    <a:pt x="23826" y="4750"/>
                  </a:lnTo>
                  <a:lnTo>
                    <a:pt x="23865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7"/>
                  </a:lnTo>
                  <a:lnTo>
                    <a:pt x="18073" y="5638"/>
                  </a:lnTo>
                  <a:lnTo>
                    <a:pt x="17571" y="5522"/>
                  </a:lnTo>
                  <a:lnTo>
                    <a:pt x="17030" y="5445"/>
                  </a:lnTo>
                  <a:lnTo>
                    <a:pt x="17069" y="5291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5"/>
                  </a:lnTo>
                  <a:lnTo>
                    <a:pt x="17532" y="4866"/>
                  </a:lnTo>
                  <a:lnTo>
                    <a:pt x="17648" y="4827"/>
                  </a:lnTo>
                  <a:close/>
                  <a:moveTo>
                    <a:pt x="14713" y="5329"/>
                  </a:moveTo>
                  <a:lnTo>
                    <a:pt x="14829" y="5368"/>
                  </a:lnTo>
                  <a:lnTo>
                    <a:pt x="14906" y="5445"/>
                  </a:lnTo>
                  <a:lnTo>
                    <a:pt x="15022" y="5561"/>
                  </a:lnTo>
                  <a:lnTo>
                    <a:pt x="15061" y="5677"/>
                  </a:lnTo>
                  <a:lnTo>
                    <a:pt x="14559" y="5870"/>
                  </a:lnTo>
                  <a:lnTo>
                    <a:pt x="14057" y="6102"/>
                  </a:lnTo>
                  <a:lnTo>
                    <a:pt x="14018" y="6063"/>
                  </a:lnTo>
                  <a:lnTo>
                    <a:pt x="14057" y="5831"/>
                  </a:lnTo>
                  <a:lnTo>
                    <a:pt x="14134" y="5600"/>
                  </a:lnTo>
                  <a:lnTo>
                    <a:pt x="14250" y="5445"/>
                  </a:lnTo>
                  <a:lnTo>
                    <a:pt x="14365" y="5368"/>
                  </a:lnTo>
                  <a:lnTo>
                    <a:pt x="14443" y="5329"/>
                  </a:lnTo>
                  <a:close/>
                  <a:moveTo>
                    <a:pt x="18999" y="5484"/>
                  </a:moveTo>
                  <a:lnTo>
                    <a:pt x="19115" y="5522"/>
                  </a:lnTo>
                  <a:lnTo>
                    <a:pt x="19192" y="5561"/>
                  </a:lnTo>
                  <a:lnTo>
                    <a:pt x="19308" y="5677"/>
                  </a:lnTo>
                  <a:lnTo>
                    <a:pt x="19385" y="5831"/>
                  </a:lnTo>
                  <a:lnTo>
                    <a:pt x="19385" y="5986"/>
                  </a:lnTo>
                  <a:lnTo>
                    <a:pt x="19347" y="6179"/>
                  </a:lnTo>
                  <a:lnTo>
                    <a:pt x="18613" y="5831"/>
                  </a:lnTo>
                  <a:lnTo>
                    <a:pt x="18652" y="5754"/>
                  </a:lnTo>
                  <a:lnTo>
                    <a:pt x="18690" y="5677"/>
                  </a:lnTo>
                  <a:lnTo>
                    <a:pt x="18845" y="5522"/>
                  </a:lnTo>
                  <a:lnTo>
                    <a:pt x="18999" y="5484"/>
                  </a:lnTo>
                  <a:close/>
                  <a:moveTo>
                    <a:pt x="20196" y="6063"/>
                  </a:moveTo>
                  <a:lnTo>
                    <a:pt x="20351" y="6102"/>
                  </a:lnTo>
                  <a:lnTo>
                    <a:pt x="20467" y="6140"/>
                  </a:lnTo>
                  <a:lnTo>
                    <a:pt x="20544" y="6179"/>
                  </a:lnTo>
                  <a:lnTo>
                    <a:pt x="20698" y="6333"/>
                  </a:lnTo>
                  <a:lnTo>
                    <a:pt x="20776" y="6526"/>
                  </a:lnTo>
                  <a:lnTo>
                    <a:pt x="20814" y="6719"/>
                  </a:lnTo>
                  <a:lnTo>
                    <a:pt x="20891" y="6951"/>
                  </a:lnTo>
                  <a:lnTo>
                    <a:pt x="20891" y="6951"/>
                  </a:lnTo>
                  <a:lnTo>
                    <a:pt x="20467" y="6758"/>
                  </a:lnTo>
                  <a:lnTo>
                    <a:pt x="20080" y="6565"/>
                  </a:lnTo>
                  <a:lnTo>
                    <a:pt x="19810" y="6411"/>
                  </a:lnTo>
                  <a:lnTo>
                    <a:pt x="19849" y="6295"/>
                  </a:lnTo>
                  <a:lnTo>
                    <a:pt x="19887" y="6179"/>
                  </a:lnTo>
                  <a:lnTo>
                    <a:pt x="20003" y="6140"/>
                  </a:lnTo>
                  <a:lnTo>
                    <a:pt x="20080" y="6102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9"/>
                  </a:lnTo>
                  <a:lnTo>
                    <a:pt x="23942" y="5986"/>
                  </a:lnTo>
                  <a:lnTo>
                    <a:pt x="24019" y="6024"/>
                  </a:lnTo>
                  <a:lnTo>
                    <a:pt x="24096" y="6024"/>
                  </a:lnTo>
                  <a:lnTo>
                    <a:pt x="23942" y="6295"/>
                  </a:lnTo>
                  <a:lnTo>
                    <a:pt x="23749" y="6565"/>
                  </a:lnTo>
                  <a:lnTo>
                    <a:pt x="23517" y="6797"/>
                  </a:lnTo>
                  <a:lnTo>
                    <a:pt x="23247" y="6990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6"/>
                  </a:lnTo>
                  <a:lnTo>
                    <a:pt x="23015" y="6295"/>
                  </a:lnTo>
                  <a:lnTo>
                    <a:pt x="23054" y="6179"/>
                  </a:lnTo>
                  <a:lnTo>
                    <a:pt x="23131" y="6102"/>
                  </a:lnTo>
                  <a:lnTo>
                    <a:pt x="23208" y="6024"/>
                  </a:lnTo>
                  <a:lnTo>
                    <a:pt x="23286" y="5947"/>
                  </a:lnTo>
                  <a:lnTo>
                    <a:pt x="23517" y="5870"/>
                  </a:lnTo>
                  <a:close/>
                  <a:moveTo>
                    <a:pt x="13246" y="6102"/>
                  </a:moveTo>
                  <a:lnTo>
                    <a:pt x="13477" y="6179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106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8" y="6797"/>
                  </a:lnTo>
                  <a:lnTo>
                    <a:pt x="12628" y="6681"/>
                  </a:lnTo>
                  <a:lnTo>
                    <a:pt x="12666" y="6526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60" y="6217"/>
                  </a:lnTo>
                  <a:lnTo>
                    <a:pt x="13014" y="6140"/>
                  </a:lnTo>
                  <a:lnTo>
                    <a:pt x="13130" y="6102"/>
                  </a:lnTo>
                  <a:close/>
                  <a:moveTo>
                    <a:pt x="22166" y="6565"/>
                  </a:moveTo>
                  <a:lnTo>
                    <a:pt x="22282" y="6604"/>
                  </a:lnTo>
                  <a:lnTo>
                    <a:pt x="22475" y="6719"/>
                  </a:lnTo>
                  <a:lnTo>
                    <a:pt x="22629" y="6874"/>
                  </a:lnTo>
                  <a:lnTo>
                    <a:pt x="22784" y="7028"/>
                  </a:lnTo>
                  <a:lnTo>
                    <a:pt x="22861" y="7067"/>
                  </a:lnTo>
                  <a:lnTo>
                    <a:pt x="22938" y="7067"/>
                  </a:lnTo>
                  <a:lnTo>
                    <a:pt x="22977" y="7106"/>
                  </a:lnTo>
                  <a:lnTo>
                    <a:pt x="22938" y="7144"/>
                  </a:lnTo>
                  <a:lnTo>
                    <a:pt x="22552" y="7221"/>
                  </a:lnTo>
                  <a:lnTo>
                    <a:pt x="22166" y="7260"/>
                  </a:lnTo>
                  <a:lnTo>
                    <a:pt x="21780" y="7221"/>
                  </a:lnTo>
                  <a:lnTo>
                    <a:pt x="21393" y="7106"/>
                  </a:lnTo>
                  <a:lnTo>
                    <a:pt x="21471" y="6913"/>
                  </a:lnTo>
                  <a:lnTo>
                    <a:pt x="21625" y="6758"/>
                  </a:lnTo>
                  <a:lnTo>
                    <a:pt x="21818" y="6604"/>
                  </a:lnTo>
                  <a:lnTo>
                    <a:pt x="22050" y="6565"/>
                  </a:lnTo>
                  <a:close/>
                  <a:moveTo>
                    <a:pt x="12280" y="7415"/>
                  </a:moveTo>
                  <a:lnTo>
                    <a:pt x="12473" y="7453"/>
                  </a:lnTo>
                  <a:lnTo>
                    <a:pt x="12126" y="7994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62" y="8110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40" y="7723"/>
                  </a:lnTo>
                  <a:lnTo>
                    <a:pt x="11817" y="7608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64" y="7415"/>
                  </a:lnTo>
                  <a:close/>
                  <a:moveTo>
                    <a:pt x="2240" y="9384"/>
                  </a:moveTo>
                  <a:lnTo>
                    <a:pt x="2356" y="9422"/>
                  </a:lnTo>
                  <a:lnTo>
                    <a:pt x="2472" y="9500"/>
                  </a:lnTo>
                  <a:lnTo>
                    <a:pt x="2549" y="9577"/>
                  </a:lnTo>
                  <a:lnTo>
                    <a:pt x="2627" y="9770"/>
                  </a:lnTo>
                  <a:lnTo>
                    <a:pt x="2627" y="9886"/>
                  </a:lnTo>
                  <a:lnTo>
                    <a:pt x="2627" y="10002"/>
                  </a:lnTo>
                  <a:lnTo>
                    <a:pt x="2125" y="9886"/>
                  </a:lnTo>
                  <a:lnTo>
                    <a:pt x="1661" y="9886"/>
                  </a:lnTo>
                  <a:lnTo>
                    <a:pt x="1700" y="9770"/>
                  </a:lnTo>
                  <a:lnTo>
                    <a:pt x="1738" y="9654"/>
                  </a:lnTo>
                  <a:lnTo>
                    <a:pt x="1816" y="9538"/>
                  </a:lnTo>
                  <a:lnTo>
                    <a:pt x="1893" y="9461"/>
                  </a:lnTo>
                  <a:lnTo>
                    <a:pt x="2009" y="9384"/>
                  </a:lnTo>
                  <a:close/>
                  <a:moveTo>
                    <a:pt x="11662" y="8998"/>
                  </a:moveTo>
                  <a:lnTo>
                    <a:pt x="11469" y="9500"/>
                  </a:lnTo>
                  <a:lnTo>
                    <a:pt x="11354" y="10040"/>
                  </a:lnTo>
                  <a:lnTo>
                    <a:pt x="11276" y="10272"/>
                  </a:lnTo>
                  <a:lnTo>
                    <a:pt x="11238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9" y="9693"/>
                  </a:lnTo>
                  <a:lnTo>
                    <a:pt x="10929" y="9577"/>
                  </a:lnTo>
                  <a:lnTo>
                    <a:pt x="10967" y="9461"/>
                  </a:lnTo>
                  <a:lnTo>
                    <a:pt x="11006" y="9345"/>
                  </a:lnTo>
                  <a:lnTo>
                    <a:pt x="11122" y="9152"/>
                  </a:lnTo>
                  <a:lnTo>
                    <a:pt x="11276" y="9075"/>
                  </a:lnTo>
                  <a:lnTo>
                    <a:pt x="11469" y="8998"/>
                  </a:lnTo>
                  <a:close/>
                  <a:moveTo>
                    <a:pt x="3785" y="9770"/>
                  </a:moveTo>
                  <a:lnTo>
                    <a:pt x="3901" y="9809"/>
                  </a:lnTo>
                  <a:lnTo>
                    <a:pt x="4017" y="9886"/>
                  </a:lnTo>
                  <a:lnTo>
                    <a:pt x="4094" y="10002"/>
                  </a:lnTo>
                  <a:lnTo>
                    <a:pt x="4133" y="10118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4" y="10542"/>
                  </a:lnTo>
                  <a:lnTo>
                    <a:pt x="4017" y="10658"/>
                  </a:lnTo>
                  <a:lnTo>
                    <a:pt x="3862" y="10542"/>
                  </a:lnTo>
                  <a:lnTo>
                    <a:pt x="3515" y="10349"/>
                  </a:lnTo>
                  <a:lnTo>
                    <a:pt x="3090" y="10156"/>
                  </a:lnTo>
                  <a:lnTo>
                    <a:pt x="3129" y="10040"/>
                  </a:lnTo>
                  <a:lnTo>
                    <a:pt x="3244" y="9924"/>
                  </a:lnTo>
                  <a:lnTo>
                    <a:pt x="3360" y="9847"/>
                  </a:lnTo>
                  <a:lnTo>
                    <a:pt x="3515" y="9770"/>
                  </a:lnTo>
                  <a:close/>
                  <a:moveTo>
                    <a:pt x="4943" y="10658"/>
                  </a:moveTo>
                  <a:lnTo>
                    <a:pt x="5021" y="10735"/>
                  </a:lnTo>
                  <a:lnTo>
                    <a:pt x="5098" y="10774"/>
                  </a:lnTo>
                  <a:lnTo>
                    <a:pt x="5137" y="10890"/>
                  </a:lnTo>
                  <a:lnTo>
                    <a:pt x="5175" y="11044"/>
                  </a:lnTo>
                  <a:lnTo>
                    <a:pt x="5137" y="11237"/>
                  </a:lnTo>
                  <a:lnTo>
                    <a:pt x="5098" y="11430"/>
                  </a:lnTo>
                  <a:lnTo>
                    <a:pt x="4403" y="10928"/>
                  </a:lnTo>
                  <a:lnTo>
                    <a:pt x="4441" y="10813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20"/>
                  </a:moveTo>
                  <a:lnTo>
                    <a:pt x="10967" y="11199"/>
                  </a:lnTo>
                  <a:lnTo>
                    <a:pt x="10736" y="11739"/>
                  </a:lnTo>
                  <a:lnTo>
                    <a:pt x="10658" y="11701"/>
                  </a:lnTo>
                  <a:lnTo>
                    <a:pt x="10504" y="11546"/>
                  </a:lnTo>
                  <a:lnTo>
                    <a:pt x="10427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3"/>
                  </a:lnTo>
                  <a:lnTo>
                    <a:pt x="10736" y="10697"/>
                  </a:lnTo>
                  <a:lnTo>
                    <a:pt x="10929" y="10620"/>
                  </a:lnTo>
                  <a:close/>
                  <a:moveTo>
                    <a:pt x="5986" y="11469"/>
                  </a:moveTo>
                  <a:lnTo>
                    <a:pt x="6063" y="11508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4" y="11778"/>
                  </a:lnTo>
                  <a:lnTo>
                    <a:pt x="6372" y="12010"/>
                  </a:lnTo>
                  <a:lnTo>
                    <a:pt x="6411" y="12241"/>
                  </a:lnTo>
                  <a:lnTo>
                    <a:pt x="6372" y="12473"/>
                  </a:lnTo>
                  <a:lnTo>
                    <a:pt x="5909" y="12087"/>
                  </a:lnTo>
                  <a:lnTo>
                    <a:pt x="5407" y="11701"/>
                  </a:lnTo>
                  <a:lnTo>
                    <a:pt x="5445" y="11624"/>
                  </a:lnTo>
                  <a:lnTo>
                    <a:pt x="5561" y="11546"/>
                  </a:lnTo>
                  <a:lnTo>
                    <a:pt x="5639" y="11508"/>
                  </a:lnTo>
                  <a:lnTo>
                    <a:pt x="5754" y="11469"/>
                  </a:lnTo>
                  <a:close/>
                  <a:moveTo>
                    <a:pt x="10543" y="12048"/>
                  </a:moveTo>
                  <a:lnTo>
                    <a:pt x="10388" y="12319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9" y="12241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3" y="12048"/>
                  </a:lnTo>
                  <a:close/>
                  <a:moveTo>
                    <a:pt x="7376" y="12512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40" y="12821"/>
                  </a:lnTo>
                  <a:lnTo>
                    <a:pt x="7878" y="13014"/>
                  </a:lnTo>
                  <a:lnTo>
                    <a:pt x="7878" y="13207"/>
                  </a:lnTo>
                  <a:lnTo>
                    <a:pt x="7840" y="13207"/>
                  </a:lnTo>
                  <a:lnTo>
                    <a:pt x="7338" y="13014"/>
                  </a:lnTo>
                  <a:lnTo>
                    <a:pt x="6836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2"/>
                  </a:lnTo>
                  <a:close/>
                  <a:moveTo>
                    <a:pt x="8844" y="12627"/>
                  </a:moveTo>
                  <a:lnTo>
                    <a:pt x="8959" y="12666"/>
                  </a:lnTo>
                  <a:lnTo>
                    <a:pt x="9114" y="12782"/>
                  </a:lnTo>
                  <a:lnTo>
                    <a:pt x="9191" y="12936"/>
                  </a:lnTo>
                  <a:lnTo>
                    <a:pt x="9230" y="13129"/>
                  </a:lnTo>
                  <a:lnTo>
                    <a:pt x="9268" y="13207"/>
                  </a:lnTo>
                  <a:lnTo>
                    <a:pt x="9037" y="13284"/>
                  </a:lnTo>
                  <a:lnTo>
                    <a:pt x="8805" y="13323"/>
                  </a:lnTo>
                  <a:lnTo>
                    <a:pt x="8573" y="13323"/>
                  </a:lnTo>
                  <a:lnTo>
                    <a:pt x="8303" y="13284"/>
                  </a:lnTo>
                  <a:lnTo>
                    <a:pt x="8303" y="13207"/>
                  </a:lnTo>
                  <a:lnTo>
                    <a:pt x="8342" y="13014"/>
                  </a:lnTo>
                  <a:lnTo>
                    <a:pt x="8419" y="12821"/>
                  </a:lnTo>
                  <a:lnTo>
                    <a:pt x="8573" y="12705"/>
                  </a:lnTo>
                  <a:lnTo>
                    <a:pt x="8650" y="12666"/>
                  </a:lnTo>
                  <a:lnTo>
                    <a:pt x="8766" y="12627"/>
                  </a:lnTo>
                  <a:close/>
                  <a:moveTo>
                    <a:pt x="22977" y="0"/>
                  </a:moveTo>
                  <a:lnTo>
                    <a:pt x="22899" y="39"/>
                  </a:lnTo>
                  <a:lnTo>
                    <a:pt x="22822" y="78"/>
                  </a:lnTo>
                  <a:lnTo>
                    <a:pt x="22784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822" y="425"/>
                  </a:lnTo>
                  <a:lnTo>
                    <a:pt x="22861" y="464"/>
                  </a:lnTo>
                  <a:lnTo>
                    <a:pt x="23015" y="657"/>
                  </a:lnTo>
                  <a:lnTo>
                    <a:pt x="22899" y="773"/>
                  </a:lnTo>
                  <a:lnTo>
                    <a:pt x="22784" y="966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61" y="2279"/>
                  </a:lnTo>
                  <a:lnTo>
                    <a:pt x="23054" y="2395"/>
                  </a:lnTo>
                  <a:lnTo>
                    <a:pt x="23247" y="2510"/>
                  </a:lnTo>
                  <a:lnTo>
                    <a:pt x="23479" y="2510"/>
                  </a:lnTo>
                  <a:lnTo>
                    <a:pt x="23401" y="2704"/>
                  </a:lnTo>
                  <a:lnTo>
                    <a:pt x="23363" y="2897"/>
                  </a:lnTo>
                  <a:lnTo>
                    <a:pt x="23324" y="3090"/>
                  </a:lnTo>
                  <a:lnTo>
                    <a:pt x="23363" y="3283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901"/>
                  </a:lnTo>
                  <a:lnTo>
                    <a:pt x="23981" y="4016"/>
                  </a:lnTo>
                  <a:lnTo>
                    <a:pt x="23749" y="4209"/>
                  </a:lnTo>
                  <a:lnTo>
                    <a:pt x="23556" y="4480"/>
                  </a:lnTo>
                  <a:lnTo>
                    <a:pt x="23479" y="4750"/>
                  </a:lnTo>
                  <a:lnTo>
                    <a:pt x="23440" y="4905"/>
                  </a:lnTo>
                  <a:lnTo>
                    <a:pt x="23440" y="5020"/>
                  </a:lnTo>
                  <a:lnTo>
                    <a:pt x="23517" y="5291"/>
                  </a:lnTo>
                  <a:lnTo>
                    <a:pt x="23633" y="5484"/>
                  </a:lnTo>
                  <a:lnTo>
                    <a:pt x="23401" y="5522"/>
                  </a:lnTo>
                  <a:lnTo>
                    <a:pt x="23170" y="5561"/>
                  </a:lnTo>
                  <a:lnTo>
                    <a:pt x="22977" y="5715"/>
                  </a:lnTo>
                  <a:lnTo>
                    <a:pt x="22784" y="5870"/>
                  </a:lnTo>
                  <a:lnTo>
                    <a:pt x="22706" y="6102"/>
                  </a:lnTo>
                  <a:lnTo>
                    <a:pt x="22629" y="6372"/>
                  </a:lnTo>
                  <a:lnTo>
                    <a:pt x="22475" y="6295"/>
                  </a:lnTo>
                  <a:lnTo>
                    <a:pt x="22320" y="6256"/>
                  </a:lnTo>
                  <a:lnTo>
                    <a:pt x="22166" y="6217"/>
                  </a:lnTo>
                  <a:lnTo>
                    <a:pt x="21973" y="6217"/>
                  </a:lnTo>
                  <a:lnTo>
                    <a:pt x="21741" y="6295"/>
                  </a:lnTo>
                  <a:lnTo>
                    <a:pt x="21509" y="6411"/>
                  </a:lnTo>
                  <a:lnTo>
                    <a:pt x="21355" y="6565"/>
                  </a:lnTo>
                  <a:lnTo>
                    <a:pt x="21200" y="6797"/>
                  </a:lnTo>
                  <a:lnTo>
                    <a:pt x="21123" y="6449"/>
                  </a:lnTo>
                  <a:lnTo>
                    <a:pt x="20969" y="6140"/>
                  </a:lnTo>
                  <a:lnTo>
                    <a:pt x="20853" y="6024"/>
                  </a:lnTo>
                  <a:lnTo>
                    <a:pt x="20737" y="5909"/>
                  </a:lnTo>
                  <a:lnTo>
                    <a:pt x="20582" y="5831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80" y="5793"/>
                  </a:lnTo>
                  <a:lnTo>
                    <a:pt x="19887" y="5870"/>
                  </a:lnTo>
                  <a:lnTo>
                    <a:pt x="19772" y="5947"/>
                  </a:lnTo>
                  <a:lnTo>
                    <a:pt x="19733" y="5715"/>
                  </a:lnTo>
                  <a:lnTo>
                    <a:pt x="19617" y="5484"/>
                  </a:lnTo>
                  <a:lnTo>
                    <a:pt x="19463" y="5329"/>
                  </a:lnTo>
                  <a:lnTo>
                    <a:pt x="19385" y="5252"/>
                  </a:lnTo>
                  <a:lnTo>
                    <a:pt x="19270" y="5175"/>
                  </a:lnTo>
                  <a:lnTo>
                    <a:pt x="19038" y="5136"/>
                  </a:lnTo>
                  <a:lnTo>
                    <a:pt x="18845" y="5175"/>
                  </a:lnTo>
                  <a:lnTo>
                    <a:pt x="18652" y="5291"/>
                  </a:lnTo>
                  <a:lnTo>
                    <a:pt x="18497" y="5407"/>
                  </a:lnTo>
                  <a:lnTo>
                    <a:pt x="18459" y="5252"/>
                  </a:lnTo>
                  <a:lnTo>
                    <a:pt x="18420" y="5136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3" y="4673"/>
                  </a:lnTo>
                  <a:lnTo>
                    <a:pt x="17957" y="4596"/>
                  </a:lnTo>
                  <a:lnTo>
                    <a:pt x="17802" y="4557"/>
                  </a:lnTo>
                  <a:lnTo>
                    <a:pt x="17648" y="4518"/>
                  </a:lnTo>
                  <a:lnTo>
                    <a:pt x="17493" y="4557"/>
                  </a:lnTo>
                  <a:lnTo>
                    <a:pt x="17377" y="4596"/>
                  </a:lnTo>
                  <a:lnTo>
                    <a:pt x="17262" y="4634"/>
                  </a:lnTo>
                  <a:lnTo>
                    <a:pt x="17146" y="4750"/>
                  </a:lnTo>
                  <a:lnTo>
                    <a:pt x="17030" y="4827"/>
                  </a:lnTo>
                  <a:lnTo>
                    <a:pt x="16875" y="5098"/>
                  </a:lnTo>
                  <a:lnTo>
                    <a:pt x="16760" y="4943"/>
                  </a:lnTo>
                  <a:lnTo>
                    <a:pt x="16605" y="4789"/>
                  </a:lnTo>
                  <a:lnTo>
                    <a:pt x="16451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9" y="4673"/>
                  </a:lnTo>
                  <a:lnTo>
                    <a:pt x="15794" y="4750"/>
                  </a:lnTo>
                  <a:lnTo>
                    <a:pt x="15640" y="4866"/>
                  </a:lnTo>
                  <a:lnTo>
                    <a:pt x="15524" y="4982"/>
                  </a:lnTo>
                  <a:lnTo>
                    <a:pt x="15447" y="5136"/>
                  </a:lnTo>
                  <a:lnTo>
                    <a:pt x="15408" y="5329"/>
                  </a:lnTo>
                  <a:lnTo>
                    <a:pt x="15408" y="5484"/>
                  </a:lnTo>
                  <a:lnTo>
                    <a:pt x="15447" y="5561"/>
                  </a:lnTo>
                  <a:lnTo>
                    <a:pt x="15408" y="5561"/>
                  </a:lnTo>
                  <a:lnTo>
                    <a:pt x="15331" y="5368"/>
                  </a:lnTo>
                  <a:lnTo>
                    <a:pt x="15176" y="5175"/>
                  </a:lnTo>
                  <a:lnTo>
                    <a:pt x="15022" y="5059"/>
                  </a:lnTo>
                  <a:lnTo>
                    <a:pt x="14829" y="4982"/>
                  </a:lnTo>
                  <a:lnTo>
                    <a:pt x="14636" y="4943"/>
                  </a:lnTo>
                  <a:lnTo>
                    <a:pt x="14443" y="4982"/>
                  </a:lnTo>
                  <a:lnTo>
                    <a:pt x="14288" y="5020"/>
                  </a:lnTo>
                  <a:lnTo>
                    <a:pt x="14134" y="5098"/>
                  </a:lnTo>
                  <a:lnTo>
                    <a:pt x="14057" y="5175"/>
                  </a:lnTo>
                  <a:lnTo>
                    <a:pt x="13941" y="5291"/>
                  </a:lnTo>
                  <a:lnTo>
                    <a:pt x="13825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5"/>
                  </a:lnTo>
                  <a:lnTo>
                    <a:pt x="13168" y="5715"/>
                  </a:lnTo>
                  <a:lnTo>
                    <a:pt x="12937" y="5754"/>
                  </a:lnTo>
                  <a:lnTo>
                    <a:pt x="12744" y="5831"/>
                  </a:lnTo>
                  <a:lnTo>
                    <a:pt x="12589" y="5947"/>
                  </a:lnTo>
                  <a:lnTo>
                    <a:pt x="12512" y="6063"/>
                  </a:lnTo>
                  <a:lnTo>
                    <a:pt x="12435" y="6217"/>
                  </a:lnTo>
                  <a:lnTo>
                    <a:pt x="12358" y="6372"/>
                  </a:lnTo>
                  <a:lnTo>
                    <a:pt x="12358" y="6526"/>
                  </a:lnTo>
                  <a:lnTo>
                    <a:pt x="12358" y="6681"/>
                  </a:lnTo>
                  <a:lnTo>
                    <a:pt x="12358" y="6835"/>
                  </a:lnTo>
                  <a:lnTo>
                    <a:pt x="12435" y="6990"/>
                  </a:lnTo>
                  <a:lnTo>
                    <a:pt x="12164" y="7028"/>
                  </a:lnTo>
                  <a:lnTo>
                    <a:pt x="11894" y="7106"/>
                  </a:lnTo>
                  <a:lnTo>
                    <a:pt x="11662" y="7221"/>
                  </a:lnTo>
                  <a:lnTo>
                    <a:pt x="11508" y="7415"/>
                  </a:lnTo>
                  <a:lnTo>
                    <a:pt x="11392" y="7530"/>
                  </a:lnTo>
                  <a:lnTo>
                    <a:pt x="11354" y="7685"/>
                  </a:lnTo>
                  <a:lnTo>
                    <a:pt x="11315" y="7839"/>
                  </a:lnTo>
                  <a:lnTo>
                    <a:pt x="11276" y="7994"/>
                  </a:lnTo>
                  <a:lnTo>
                    <a:pt x="11315" y="8148"/>
                  </a:lnTo>
                  <a:lnTo>
                    <a:pt x="11354" y="8303"/>
                  </a:lnTo>
                  <a:lnTo>
                    <a:pt x="11392" y="8457"/>
                  </a:lnTo>
                  <a:lnTo>
                    <a:pt x="11469" y="8612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58" y="9229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2" y="10233"/>
                  </a:lnTo>
                  <a:lnTo>
                    <a:pt x="10620" y="10311"/>
                  </a:lnTo>
                  <a:lnTo>
                    <a:pt x="10427" y="10426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79" y="11006"/>
                  </a:lnTo>
                  <a:lnTo>
                    <a:pt x="10041" y="11237"/>
                  </a:lnTo>
                  <a:lnTo>
                    <a:pt x="10079" y="11469"/>
                  </a:lnTo>
                  <a:lnTo>
                    <a:pt x="10195" y="11701"/>
                  </a:lnTo>
                  <a:lnTo>
                    <a:pt x="9925" y="11739"/>
                  </a:lnTo>
                  <a:lnTo>
                    <a:pt x="9693" y="11855"/>
                  </a:lnTo>
                  <a:lnTo>
                    <a:pt x="9500" y="12010"/>
                  </a:lnTo>
                  <a:lnTo>
                    <a:pt x="9423" y="12087"/>
                  </a:lnTo>
                  <a:lnTo>
                    <a:pt x="9384" y="12203"/>
                  </a:lnTo>
                  <a:lnTo>
                    <a:pt x="9346" y="12319"/>
                  </a:lnTo>
                  <a:lnTo>
                    <a:pt x="9307" y="12473"/>
                  </a:lnTo>
                  <a:lnTo>
                    <a:pt x="9191" y="12396"/>
                  </a:lnTo>
                  <a:lnTo>
                    <a:pt x="9037" y="12319"/>
                  </a:lnTo>
                  <a:lnTo>
                    <a:pt x="8882" y="12280"/>
                  </a:lnTo>
                  <a:lnTo>
                    <a:pt x="8728" y="12280"/>
                  </a:lnTo>
                  <a:lnTo>
                    <a:pt x="8535" y="12357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10" y="12550"/>
                  </a:lnTo>
                  <a:lnTo>
                    <a:pt x="7994" y="12434"/>
                  </a:lnTo>
                  <a:lnTo>
                    <a:pt x="7878" y="12319"/>
                  </a:lnTo>
                  <a:lnTo>
                    <a:pt x="7724" y="12241"/>
                  </a:lnTo>
                  <a:lnTo>
                    <a:pt x="7492" y="12164"/>
                  </a:lnTo>
                  <a:lnTo>
                    <a:pt x="7222" y="12203"/>
                  </a:lnTo>
                  <a:lnTo>
                    <a:pt x="6990" y="12280"/>
                  </a:lnTo>
                  <a:lnTo>
                    <a:pt x="6797" y="12434"/>
                  </a:lnTo>
                  <a:lnTo>
                    <a:pt x="6797" y="12048"/>
                  </a:lnTo>
                  <a:lnTo>
                    <a:pt x="6758" y="11894"/>
                  </a:lnTo>
                  <a:lnTo>
                    <a:pt x="6681" y="11701"/>
                  </a:lnTo>
                  <a:lnTo>
                    <a:pt x="6604" y="11546"/>
                  </a:lnTo>
                  <a:lnTo>
                    <a:pt x="6527" y="11430"/>
                  </a:lnTo>
                  <a:lnTo>
                    <a:pt x="6372" y="11315"/>
                  </a:lnTo>
                  <a:lnTo>
                    <a:pt x="6218" y="11199"/>
                  </a:lnTo>
                  <a:lnTo>
                    <a:pt x="6063" y="11160"/>
                  </a:lnTo>
                  <a:lnTo>
                    <a:pt x="5716" y="11160"/>
                  </a:lnTo>
                  <a:lnTo>
                    <a:pt x="5523" y="11237"/>
                  </a:lnTo>
                  <a:lnTo>
                    <a:pt x="5523" y="10967"/>
                  </a:lnTo>
                  <a:lnTo>
                    <a:pt x="5445" y="10735"/>
                  </a:lnTo>
                  <a:lnTo>
                    <a:pt x="5330" y="10504"/>
                  </a:lnTo>
                  <a:lnTo>
                    <a:pt x="5214" y="10426"/>
                  </a:lnTo>
                  <a:lnTo>
                    <a:pt x="5098" y="10388"/>
                  </a:lnTo>
                  <a:lnTo>
                    <a:pt x="4943" y="10311"/>
                  </a:lnTo>
                  <a:lnTo>
                    <a:pt x="4828" y="10311"/>
                  </a:lnTo>
                  <a:lnTo>
                    <a:pt x="4673" y="10349"/>
                  </a:lnTo>
                  <a:lnTo>
                    <a:pt x="4519" y="10388"/>
                  </a:lnTo>
                  <a:lnTo>
                    <a:pt x="4519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10" y="9577"/>
                  </a:lnTo>
                  <a:lnTo>
                    <a:pt x="4055" y="9500"/>
                  </a:lnTo>
                  <a:lnTo>
                    <a:pt x="3901" y="9461"/>
                  </a:lnTo>
                  <a:lnTo>
                    <a:pt x="3746" y="9422"/>
                  </a:lnTo>
                  <a:lnTo>
                    <a:pt x="3592" y="9422"/>
                  </a:lnTo>
                  <a:lnTo>
                    <a:pt x="3399" y="9461"/>
                  </a:lnTo>
                  <a:lnTo>
                    <a:pt x="3283" y="9538"/>
                  </a:lnTo>
                  <a:lnTo>
                    <a:pt x="3129" y="9616"/>
                  </a:lnTo>
                  <a:lnTo>
                    <a:pt x="3013" y="9770"/>
                  </a:lnTo>
                  <a:lnTo>
                    <a:pt x="2974" y="9616"/>
                  </a:lnTo>
                  <a:lnTo>
                    <a:pt x="2897" y="9461"/>
                  </a:lnTo>
                  <a:lnTo>
                    <a:pt x="2781" y="9268"/>
                  </a:lnTo>
                  <a:lnTo>
                    <a:pt x="2627" y="9152"/>
                  </a:lnTo>
                  <a:lnTo>
                    <a:pt x="2433" y="9036"/>
                  </a:lnTo>
                  <a:lnTo>
                    <a:pt x="2240" y="8998"/>
                  </a:lnTo>
                  <a:lnTo>
                    <a:pt x="2047" y="9036"/>
                  </a:lnTo>
                  <a:lnTo>
                    <a:pt x="1854" y="9114"/>
                  </a:lnTo>
                  <a:lnTo>
                    <a:pt x="1700" y="9191"/>
                  </a:lnTo>
                  <a:lnTo>
                    <a:pt x="1545" y="9345"/>
                  </a:lnTo>
                  <a:lnTo>
                    <a:pt x="1430" y="9538"/>
                  </a:lnTo>
                  <a:lnTo>
                    <a:pt x="1391" y="9731"/>
                  </a:lnTo>
                  <a:lnTo>
                    <a:pt x="1352" y="9924"/>
                  </a:lnTo>
                  <a:lnTo>
                    <a:pt x="1121" y="9963"/>
                  </a:lnTo>
                  <a:lnTo>
                    <a:pt x="928" y="10040"/>
                  </a:lnTo>
                  <a:lnTo>
                    <a:pt x="696" y="10156"/>
                  </a:lnTo>
                  <a:lnTo>
                    <a:pt x="503" y="10311"/>
                  </a:lnTo>
                  <a:lnTo>
                    <a:pt x="387" y="10426"/>
                  </a:lnTo>
                  <a:lnTo>
                    <a:pt x="271" y="10581"/>
                  </a:lnTo>
                  <a:lnTo>
                    <a:pt x="117" y="10890"/>
                  </a:lnTo>
                  <a:lnTo>
                    <a:pt x="1" y="11237"/>
                  </a:lnTo>
                  <a:lnTo>
                    <a:pt x="1" y="11585"/>
                  </a:lnTo>
                  <a:lnTo>
                    <a:pt x="78" y="11932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9" y="12821"/>
                  </a:lnTo>
                  <a:lnTo>
                    <a:pt x="812" y="12936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086" y="13129"/>
                  </a:lnTo>
                  <a:lnTo>
                    <a:pt x="2472" y="12975"/>
                  </a:lnTo>
                  <a:lnTo>
                    <a:pt x="2820" y="12782"/>
                  </a:lnTo>
                  <a:lnTo>
                    <a:pt x="3129" y="12550"/>
                  </a:lnTo>
                  <a:lnTo>
                    <a:pt x="3360" y="12241"/>
                  </a:lnTo>
                  <a:lnTo>
                    <a:pt x="3592" y="12010"/>
                  </a:lnTo>
                  <a:lnTo>
                    <a:pt x="3553" y="11932"/>
                  </a:lnTo>
                  <a:lnTo>
                    <a:pt x="3515" y="11817"/>
                  </a:lnTo>
                  <a:lnTo>
                    <a:pt x="3437" y="11778"/>
                  </a:lnTo>
                  <a:lnTo>
                    <a:pt x="3322" y="11739"/>
                  </a:lnTo>
                  <a:lnTo>
                    <a:pt x="3283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20" y="12241"/>
                  </a:lnTo>
                  <a:lnTo>
                    <a:pt x="2588" y="12434"/>
                  </a:lnTo>
                  <a:lnTo>
                    <a:pt x="2318" y="12589"/>
                  </a:lnTo>
                  <a:lnTo>
                    <a:pt x="2047" y="12666"/>
                  </a:lnTo>
                  <a:lnTo>
                    <a:pt x="1738" y="12705"/>
                  </a:lnTo>
                  <a:lnTo>
                    <a:pt x="1430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2" y="12357"/>
                  </a:lnTo>
                  <a:lnTo>
                    <a:pt x="696" y="12203"/>
                  </a:lnTo>
                  <a:lnTo>
                    <a:pt x="619" y="12048"/>
                  </a:lnTo>
                  <a:lnTo>
                    <a:pt x="541" y="11894"/>
                  </a:lnTo>
                  <a:lnTo>
                    <a:pt x="503" y="11739"/>
                  </a:lnTo>
                  <a:lnTo>
                    <a:pt x="503" y="11546"/>
                  </a:lnTo>
                  <a:lnTo>
                    <a:pt x="503" y="11392"/>
                  </a:lnTo>
                  <a:lnTo>
                    <a:pt x="541" y="11199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9" y="10620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30" y="10388"/>
                  </a:lnTo>
                  <a:lnTo>
                    <a:pt x="1738" y="10349"/>
                  </a:lnTo>
                  <a:lnTo>
                    <a:pt x="2009" y="10349"/>
                  </a:lnTo>
                  <a:lnTo>
                    <a:pt x="2318" y="10388"/>
                  </a:lnTo>
                  <a:lnTo>
                    <a:pt x="2588" y="10426"/>
                  </a:lnTo>
                  <a:lnTo>
                    <a:pt x="2858" y="10542"/>
                  </a:lnTo>
                  <a:lnTo>
                    <a:pt x="3129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5" y="11662"/>
                  </a:lnTo>
                  <a:lnTo>
                    <a:pt x="5523" y="12396"/>
                  </a:lnTo>
                  <a:lnTo>
                    <a:pt x="5870" y="12705"/>
                  </a:lnTo>
                  <a:lnTo>
                    <a:pt x="6256" y="12975"/>
                  </a:lnTo>
                  <a:lnTo>
                    <a:pt x="6681" y="13207"/>
                  </a:lnTo>
                  <a:lnTo>
                    <a:pt x="7106" y="13438"/>
                  </a:lnTo>
                  <a:lnTo>
                    <a:pt x="7531" y="13593"/>
                  </a:lnTo>
                  <a:lnTo>
                    <a:pt x="7994" y="13747"/>
                  </a:lnTo>
                  <a:lnTo>
                    <a:pt x="8457" y="13786"/>
                  </a:lnTo>
                  <a:lnTo>
                    <a:pt x="8921" y="13786"/>
                  </a:lnTo>
                  <a:lnTo>
                    <a:pt x="9346" y="13709"/>
                  </a:lnTo>
                  <a:lnTo>
                    <a:pt x="9732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9" y="12473"/>
                  </a:lnTo>
                  <a:lnTo>
                    <a:pt x="11122" y="12126"/>
                  </a:lnTo>
                  <a:lnTo>
                    <a:pt x="11315" y="11739"/>
                  </a:lnTo>
                  <a:lnTo>
                    <a:pt x="11508" y="11237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6" y="9114"/>
                  </a:lnTo>
                  <a:lnTo>
                    <a:pt x="12358" y="8612"/>
                  </a:lnTo>
                  <a:lnTo>
                    <a:pt x="12589" y="8110"/>
                  </a:lnTo>
                  <a:lnTo>
                    <a:pt x="12937" y="7646"/>
                  </a:lnTo>
                  <a:lnTo>
                    <a:pt x="13284" y="7299"/>
                  </a:lnTo>
                  <a:lnTo>
                    <a:pt x="13632" y="6990"/>
                  </a:lnTo>
                  <a:lnTo>
                    <a:pt x="14018" y="6719"/>
                  </a:lnTo>
                  <a:lnTo>
                    <a:pt x="14443" y="6449"/>
                  </a:lnTo>
                  <a:lnTo>
                    <a:pt x="14906" y="6256"/>
                  </a:lnTo>
                  <a:lnTo>
                    <a:pt x="15369" y="6102"/>
                  </a:lnTo>
                  <a:lnTo>
                    <a:pt x="15833" y="5986"/>
                  </a:lnTo>
                  <a:lnTo>
                    <a:pt x="16296" y="5947"/>
                  </a:lnTo>
                  <a:lnTo>
                    <a:pt x="16605" y="5909"/>
                  </a:lnTo>
                  <a:lnTo>
                    <a:pt x="16914" y="5909"/>
                  </a:lnTo>
                  <a:lnTo>
                    <a:pt x="17455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4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2"/>
                  </a:lnTo>
                  <a:lnTo>
                    <a:pt x="21316" y="7646"/>
                  </a:lnTo>
                  <a:lnTo>
                    <a:pt x="21741" y="7723"/>
                  </a:lnTo>
                  <a:lnTo>
                    <a:pt x="22166" y="7762"/>
                  </a:lnTo>
                  <a:lnTo>
                    <a:pt x="22590" y="7723"/>
                  </a:lnTo>
                  <a:lnTo>
                    <a:pt x="22977" y="7646"/>
                  </a:lnTo>
                  <a:lnTo>
                    <a:pt x="23363" y="7530"/>
                  </a:lnTo>
                  <a:lnTo>
                    <a:pt x="23710" y="7299"/>
                  </a:lnTo>
                  <a:lnTo>
                    <a:pt x="24058" y="6990"/>
                  </a:lnTo>
                  <a:lnTo>
                    <a:pt x="24367" y="6642"/>
                  </a:lnTo>
                  <a:lnTo>
                    <a:pt x="24598" y="6295"/>
                  </a:lnTo>
                  <a:lnTo>
                    <a:pt x="24753" y="5909"/>
                  </a:lnTo>
                  <a:lnTo>
                    <a:pt x="24869" y="5484"/>
                  </a:lnTo>
                  <a:lnTo>
                    <a:pt x="24985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6" y="3746"/>
                  </a:lnTo>
                  <a:lnTo>
                    <a:pt x="24869" y="3283"/>
                  </a:lnTo>
                  <a:lnTo>
                    <a:pt x="24791" y="2858"/>
                  </a:lnTo>
                  <a:lnTo>
                    <a:pt x="24637" y="2395"/>
                  </a:lnTo>
                  <a:lnTo>
                    <a:pt x="24444" y="1970"/>
                  </a:lnTo>
                  <a:lnTo>
                    <a:pt x="24251" y="1584"/>
                  </a:lnTo>
                  <a:lnTo>
                    <a:pt x="24058" y="1198"/>
                  </a:lnTo>
                  <a:lnTo>
                    <a:pt x="23788" y="811"/>
                  </a:lnTo>
                  <a:lnTo>
                    <a:pt x="23942" y="387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70" y="78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9" name="Google Shape;4029;p17"/>
            <p:cNvSpPr/>
            <p:nvPr/>
          </p:nvSpPr>
          <p:spPr>
            <a:xfrm>
              <a:off x="5082350" y="438710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1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9"/>
                  </a:lnTo>
                  <a:lnTo>
                    <a:pt x="4364" y="1120"/>
                  </a:lnTo>
                  <a:lnTo>
                    <a:pt x="4634" y="1429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3" y="2433"/>
                  </a:lnTo>
                  <a:lnTo>
                    <a:pt x="5368" y="2819"/>
                  </a:lnTo>
                  <a:lnTo>
                    <a:pt x="5484" y="3206"/>
                  </a:lnTo>
                  <a:lnTo>
                    <a:pt x="5522" y="3592"/>
                  </a:lnTo>
                  <a:lnTo>
                    <a:pt x="5600" y="3978"/>
                  </a:lnTo>
                  <a:lnTo>
                    <a:pt x="5600" y="4403"/>
                  </a:lnTo>
                  <a:lnTo>
                    <a:pt x="5561" y="4789"/>
                  </a:lnTo>
                  <a:lnTo>
                    <a:pt x="5522" y="5214"/>
                  </a:lnTo>
                  <a:lnTo>
                    <a:pt x="5445" y="5600"/>
                  </a:lnTo>
                  <a:lnTo>
                    <a:pt x="5329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6"/>
                  </a:lnTo>
                  <a:lnTo>
                    <a:pt x="4209" y="8032"/>
                  </a:lnTo>
                  <a:lnTo>
                    <a:pt x="3939" y="8380"/>
                  </a:lnTo>
                  <a:lnTo>
                    <a:pt x="3630" y="8728"/>
                  </a:lnTo>
                  <a:lnTo>
                    <a:pt x="3283" y="9036"/>
                  </a:lnTo>
                  <a:lnTo>
                    <a:pt x="2935" y="9307"/>
                  </a:lnTo>
                  <a:lnTo>
                    <a:pt x="2549" y="9577"/>
                  </a:lnTo>
                  <a:lnTo>
                    <a:pt x="2163" y="9809"/>
                  </a:lnTo>
                  <a:lnTo>
                    <a:pt x="1738" y="10040"/>
                  </a:lnTo>
                  <a:lnTo>
                    <a:pt x="1313" y="10234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0" y="10658"/>
                  </a:lnTo>
                  <a:lnTo>
                    <a:pt x="78" y="11044"/>
                  </a:lnTo>
                  <a:lnTo>
                    <a:pt x="618" y="10967"/>
                  </a:lnTo>
                  <a:lnTo>
                    <a:pt x="1120" y="10813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0" y="10195"/>
                  </a:lnTo>
                  <a:lnTo>
                    <a:pt x="2974" y="9925"/>
                  </a:lnTo>
                  <a:lnTo>
                    <a:pt x="3399" y="9616"/>
                  </a:lnTo>
                  <a:lnTo>
                    <a:pt x="3785" y="9268"/>
                  </a:lnTo>
                  <a:lnTo>
                    <a:pt x="4171" y="8921"/>
                  </a:lnTo>
                  <a:lnTo>
                    <a:pt x="4480" y="8534"/>
                  </a:lnTo>
                  <a:lnTo>
                    <a:pt x="4827" y="8110"/>
                  </a:lnTo>
                  <a:lnTo>
                    <a:pt x="5098" y="7685"/>
                  </a:lnTo>
                  <a:lnTo>
                    <a:pt x="5368" y="7222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8" y="5793"/>
                  </a:lnTo>
                  <a:lnTo>
                    <a:pt x="6024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4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6" y="1314"/>
                  </a:lnTo>
                  <a:lnTo>
                    <a:pt x="4904" y="1005"/>
                  </a:lnTo>
                  <a:lnTo>
                    <a:pt x="4596" y="696"/>
                  </a:lnTo>
                  <a:lnTo>
                    <a:pt x="4287" y="425"/>
                  </a:lnTo>
                  <a:lnTo>
                    <a:pt x="3939" y="194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0" name="Google Shape;4030;p17"/>
            <p:cNvSpPr/>
            <p:nvPr/>
          </p:nvSpPr>
          <p:spPr>
            <a:xfrm>
              <a:off x="5492625" y="4412200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1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1"/>
                  </a:lnTo>
                  <a:lnTo>
                    <a:pt x="3862" y="503"/>
                  </a:lnTo>
                  <a:lnTo>
                    <a:pt x="3322" y="773"/>
                  </a:lnTo>
                  <a:lnTo>
                    <a:pt x="2781" y="1082"/>
                  </a:lnTo>
                  <a:lnTo>
                    <a:pt x="2279" y="1429"/>
                  </a:lnTo>
                  <a:lnTo>
                    <a:pt x="1816" y="1854"/>
                  </a:lnTo>
                  <a:lnTo>
                    <a:pt x="1429" y="2279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3" y="3746"/>
                  </a:lnTo>
                  <a:lnTo>
                    <a:pt x="271" y="4248"/>
                  </a:lnTo>
                  <a:lnTo>
                    <a:pt x="117" y="4789"/>
                  </a:lnTo>
                  <a:lnTo>
                    <a:pt x="1" y="5368"/>
                  </a:lnTo>
                  <a:lnTo>
                    <a:pt x="348" y="5407"/>
                  </a:lnTo>
                  <a:lnTo>
                    <a:pt x="464" y="4982"/>
                  </a:lnTo>
                  <a:lnTo>
                    <a:pt x="580" y="4596"/>
                  </a:lnTo>
                  <a:lnTo>
                    <a:pt x="812" y="3978"/>
                  </a:lnTo>
                  <a:lnTo>
                    <a:pt x="1121" y="3399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7"/>
                  </a:lnTo>
                  <a:lnTo>
                    <a:pt x="3399" y="1159"/>
                  </a:lnTo>
                  <a:lnTo>
                    <a:pt x="3978" y="889"/>
                  </a:lnTo>
                  <a:lnTo>
                    <a:pt x="4635" y="657"/>
                  </a:lnTo>
                  <a:lnTo>
                    <a:pt x="5252" y="464"/>
                  </a:lnTo>
                  <a:lnTo>
                    <a:pt x="5909" y="387"/>
                  </a:lnTo>
                  <a:lnTo>
                    <a:pt x="6565" y="387"/>
                  </a:lnTo>
                  <a:lnTo>
                    <a:pt x="7222" y="464"/>
                  </a:lnTo>
                  <a:lnTo>
                    <a:pt x="7878" y="580"/>
                  </a:lnTo>
                  <a:lnTo>
                    <a:pt x="8496" y="812"/>
                  </a:lnTo>
                  <a:lnTo>
                    <a:pt x="9114" y="1082"/>
                  </a:lnTo>
                  <a:lnTo>
                    <a:pt x="9423" y="1275"/>
                  </a:lnTo>
                  <a:lnTo>
                    <a:pt x="9732" y="1507"/>
                  </a:lnTo>
                  <a:lnTo>
                    <a:pt x="10041" y="1700"/>
                  </a:lnTo>
                  <a:lnTo>
                    <a:pt x="10311" y="1931"/>
                  </a:lnTo>
                  <a:lnTo>
                    <a:pt x="10774" y="2472"/>
                  </a:lnTo>
                  <a:lnTo>
                    <a:pt x="11199" y="3013"/>
                  </a:lnTo>
                  <a:lnTo>
                    <a:pt x="11547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5" y="5638"/>
                  </a:lnTo>
                  <a:lnTo>
                    <a:pt x="12628" y="6218"/>
                  </a:lnTo>
                  <a:lnTo>
                    <a:pt x="12859" y="6797"/>
                  </a:lnTo>
                  <a:lnTo>
                    <a:pt x="13130" y="7376"/>
                  </a:lnTo>
                  <a:lnTo>
                    <a:pt x="13439" y="7955"/>
                  </a:lnTo>
                  <a:lnTo>
                    <a:pt x="13825" y="8496"/>
                  </a:lnTo>
                  <a:lnTo>
                    <a:pt x="14250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500"/>
                  </a:lnTo>
                  <a:lnTo>
                    <a:pt x="15292" y="9654"/>
                  </a:lnTo>
                  <a:lnTo>
                    <a:pt x="15756" y="9809"/>
                  </a:lnTo>
                  <a:lnTo>
                    <a:pt x="16219" y="9886"/>
                  </a:lnTo>
                  <a:lnTo>
                    <a:pt x="16721" y="9886"/>
                  </a:lnTo>
                  <a:lnTo>
                    <a:pt x="17184" y="9809"/>
                  </a:lnTo>
                  <a:lnTo>
                    <a:pt x="17609" y="9616"/>
                  </a:lnTo>
                  <a:lnTo>
                    <a:pt x="17841" y="9500"/>
                  </a:lnTo>
                  <a:lnTo>
                    <a:pt x="18034" y="9384"/>
                  </a:lnTo>
                  <a:lnTo>
                    <a:pt x="18188" y="9230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2" y="8612"/>
                  </a:lnTo>
                  <a:lnTo>
                    <a:pt x="18652" y="8534"/>
                  </a:lnTo>
                  <a:lnTo>
                    <a:pt x="18652" y="8457"/>
                  </a:lnTo>
                  <a:lnTo>
                    <a:pt x="18652" y="8380"/>
                  </a:lnTo>
                  <a:lnTo>
                    <a:pt x="18652" y="8341"/>
                  </a:lnTo>
                  <a:lnTo>
                    <a:pt x="18304" y="8341"/>
                  </a:lnTo>
                  <a:lnTo>
                    <a:pt x="18266" y="8419"/>
                  </a:lnTo>
                  <a:lnTo>
                    <a:pt x="18072" y="8728"/>
                  </a:lnTo>
                  <a:lnTo>
                    <a:pt x="17802" y="8998"/>
                  </a:lnTo>
                  <a:lnTo>
                    <a:pt x="17493" y="9191"/>
                  </a:lnTo>
                  <a:lnTo>
                    <a:pt x="17184" y="9345"/>
                  </a:lnTo>
                  <a:lnTo>
                    <a:pt x="16837" y="9423"/>
                  </a:lnTo>
                  <a:lnTo>
                    <a:pt x="16451" y="9461"/>
                  </a:lnTo>
                  <a:lnTo>
                    <a:pt x="16103" y="9423"/>
                  </a:lnTo>
                  <a:lnTo>
                    <a:pt x="15717" y="9345"/>
                  </a:lnTo>
                  <a:lnTo>
                    <a:pt x="15369" y="9191"/>
                  </a:lnTo>
                  <a:lnTo>
                    <a:pt x="15022" y="8998"/>
                  </a:lnTo>
                  <a:lnTo>
                    <a:pt x="14713" y="8766"/>
                  </a:lnTo>
                  <a:lnTo>
                    <a:pt x="14404" y="8496"/>
                  </a:lnTo>
                  <a:lnTo>
                    <a:pt x="14172" y="8187"/>
                  </a:lnTo>
                  <a:lnTo>
                    <a:pt x="13941" y="7839"/>
                  </a:lnTo>
                  <a:lnTo>
                    <a:pt x="13709" y="7530"/>
                  </a:lnTo>
                  <a:lnTo>
                    <a:pt x="13555" y="7183"/>
                  </a:lnTo>
                  <a:lnTo>
                    <a:pt x="13246" y="6526"/>
                  </a:lnTo>
                  <a:lnTo>
                    <a:pt x="12975" y="5831"/>
                  </a:lnTo>
                  <a:lnTo>
                    <a:pt x="12473" y="4480"/>
                  </a:lnTo>
                  <a:lnTo>
                    <a:pt x="12164" y="3823"/>
                  </a:lnTo>
                  <a:lnTo>
                    <a:pt x="11855" y="3206"/>
                  </a:lnTo>
                  <a:lnTo>
                    <a:pt x="11469" y="2588"/>
                  </a:lnTo>
                  <a:lnTo>
                    <a:pt x="11238" y="2279"/>
                  </a:lnTo>
                  <a:lnTo>
                    <a:pt x="11006" y="2009"/>
                  </a:lnTo>
                  <a:lnTo>
                    <a:pt x="10543" y="1584"/>
                  </a:lnTo>
                  <a:lnTo>
                    <a:pt x="10079" y="1198"/>
                  </a:lnTo>
                  <a:lnTo>
                    <a:pt x="9577" y="850"/>
                  </a:lnTo>
                  <a:lnTo>
                    <a:pt x="9037" y="580"/>
                  </a:lnTo>
                  <a:lnTo>
                    <a:pt x="8496" y="348"/>
                  </a:lnTo>
                  <a:lnTo>
                    <a:pt x="7917" y="194"/>
                  </a:lnTo>
                  <a:lnTo>
                    <a:pt x="7338" y="78"/>
                  </a:lnTo>
                  <a:lnTo>
                    <a:pt x="67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1" name="Google Shape;4031;p17"/>
            <p:cNvSpPr/>
            <p:nvPr/>
          </p:nvSpPr>
          <p:spPr>
            <a:xfrm>
              <a:off x="3907500" y="4422825"/>
              <a:ext cx="353350" cy="159300"/>
            </a:xfrm>
            <a:custGeom>
              <a:avLst/>
              <a:gdLst/>
              <a:ahLst/>
              <a:cxnLst/>
              <a:rect l="l" t="t" r="r" b="b"/>
              <a:pathLst>
                <a:path w="14134" h="6372" extrusionOk="0">
                  <a:moveTo>
                    <a:pt x="11160" y="464"/>
                  </a:moveTo>
                  <a:lnTo>
                    <a:pt x="11623" y="502"/>
                  </a:lnTo>
                  <a:lnTo>
                    <a:pt x="12048" y="541"/>
                  </a:lnTo>
                  <a:lnTo>
                    <a:pt x="12434" y="657"/>
                  </a:lnTo>
                  <a:lnTo>
                    <a:pt x="12627" y="734"/>
                  </a:lnTo>
                  <a:lnTo>
                    <a:pt x="12743" y="811"/>
                  </a:lnTo>
                  <a:lnTo>
                    <a:pt x="12859" y="966"/>
                  </a:lnTo>
                  <a:lnTo>
                    <a:pt x="12936" y="1082"/>
                  </a:lnTo>
                  <a:lnTo>
                    <a:pt x="12975" y="1313"/>
                  </a:lnTo>
                  <a:lnTo>
                    <a:pt x="12975" y="1506"/>
                  </a:lnTo>
                  <a:lnTo>
                    <a:pt x="12936" y="1699"/>
                  </a:lnTo>
                  <a:lnTo>
                    <a:pt x="12820" y="1892"/>
                  </a:lnTo>
                  <a:lnTo>
                    <a:pt x="12704" y="2086"/>
                  </a:lnTo>
                  <a:lnTo>
                    <a:pt x="12589" y="2240"/>
                  </a:lnTo>
                  <a:lnTo>
                    <a:pt x="12241" y="2472"/>
                  </a:lnTo>
                  <a:lnTo>
                    <a:pt x="11816" y="2742"/>
                  </a:lnTo>
                  <a:lnTo>
                    <a:pt x="11391" y="2935"/>
                  </a:lnTo>
                  <a:lnTo>
                    <a:pt x="10658" y="3205"/>
                  </a:lnTo>
                  <a:lnTo>
                    <a:pt x="9924" y="3437"/>
                  </a:lnTo>
                  <a:lnTo>
                    <a:pt x="9152" y="3707"/>
                  </a:lnTo>
                  <a:lnTo>
                    <a:pt x="8380" y="3900"/>
                  </a:lnTo>
                  <a:lnTo>
                    <a:pt x="7607" y="4094"/>
                  </a:lnTo>
                  <a:lnTo>
                    <a:pt x="6796" y="4287"/>
                  </a:lnTo>
                  <a:lnTo>
                    <a:pt x="5908" y="4441"/>
                  </a:lnTo>
                  <a:lnTo>
                    <a:pt x="5020" y="4596"/>
                  </a:lnTo>
                  <a:lnTo>
                    <a:pt x="4132" y="4711"/>
                  </a:lnTo>
                  <a:lnTo>
                    <a:pt x="3244" y="4789"/>
                  </a:lnTo>
                  <a:lnTo>
                    <a:pt x="2201" y="4789"/>
                  </a:lnTo>
                  <a:lnTo>
                    <a:pt x="1854" y="4750"/>
                  </a:lnTo>
                  <a:lnTo>
                    <a:pt x="1506" y="4673"/>
                  </a:lnTo>
                  <a:lnTo>
                    <a:pt x="1197" y="4557"/>
                  </a:lnTo>
                  <a:lnTo>
                    <a:pt x="888" y="4441"/>
                  </a:lnTo>
                  <a:lnTo>
                    <a:pt x="579" y="4248"/>
                  </a:lnTo>
                  <a:lnTo>
                    <a:pt x="657" y="4171"/>
                  </a:lnTo>
                  <a:lnTo>
                    <a:pt x="695" y="4055"/>
                  </a:lnTo>
                  <a:lnTo>
                    <a:pt x="695" y="3939"/>
                  </a:lnTo>
                  <a:lnTo>
                    <a:pt x="734" y="3823"/>
                  </a:lnTo>
                  <a:lnTo>
                    <a:pt x="850" y="3630"/>
                  </a:lnTo>
                  <a:lnTo>
                    <a:pt x="1081" y="3437"/>
                  </a:lnTo>
                  <a:lnTo>
                    <a:pt x="1313" y="3244"/>
                  </a:lnTo>
                  <a:lnTo>
                    <a:pt x="1854" y="2935"/>
                  </a:lnTo>
                  <a:lnTo>
                    <a:pt x="2278" y="2703"/>
                  </a:lnTo>
                  <a:lnTo>
                    <a:pt x="3012" y="2356"/>
                  </a:lnTo>
                  <a:lnTo>
                    <a:pt x="3707" y="2008"/>
                  </a:lnTo>
                  <a:lnTo>
                    <a:pt x="4479" y="1699"/>
                  </a:lnTo>
                  <a:lnTo>
                    <a:pt x="5252" y="1429"/>
                  </a:lnTo>
                  <a:lnTo>
                    <a:pt x="6024" y="1197"/>
                  </a:lnTo>
                  <a:lnTo>
                    <a:pt x="6835" y="1004"/>
                  </a:lnTo>
                  <a:lnTo>
                    <a:pt x="7607" y="811"/>
                  </a:lnTo>
                  <a:lnTo>
                    <a:pt x="8418" y="695"/>
                  </a:lnTo>
                  <a:lnTo>
                    <a:pt x="9229" y="580"/>
                  </a:lnTo>
                  <a:lnTo>
                    <a:pt x="10040" y="541"/>
                  </a:lnTo>
                  <a:lnTo>
                    <a:pt x="10735" y="502"/>
                  </a:lnTo>
                  <a:lnTo>
                    <a:pt x="11160" y="464"/>
                  </a:lnTo>
                  <a:close/>
                  <a:moveTo>
                    <a:pt x="13477" y="1120"/>
                  </a:moveTo>
                  <a:lnTo>
                    <a:pt x="13631" y="1313"/>
                  </a:lnTo>
                  <a:lnTo>
                    <a:pt x="13708" y="1506"/>
                  </a:lnTo>
                  <a:lnTo>
                    <a:pt x="13747" y="1738"/>
                  </a:lnTo>
                  <a:lnTo>
                    <a:pt x="13708" y="2008"/>
                  </a:lnTo>
                  <a:lnTo>
                    <a:pt x="13631" y="2240"/>
                  </a:lnTo>
                  <a:lnTo>
                    <a:pt x="13515" y="2472"/>
                  </a:lnTo>
                  <a:lnTo>
                    <a:pt x="13399" y="2703"/>
                  </a:lnTo>
                  <a:lnTo>
                    <a:pt x="13206" y="2896"/>
                  </a:lnTo>
                  <a:lnTo>
                    <a:pt x="12859" y="3205"/>
                  </a:lnTo>
                  <a:lnTo>
                    <a:pt x="12473" y="3437"/>
                  </a:lnTo>
                  <a:lnTo>
                    <a:pt x="12048" y="3669"/>
                  </a:lnTo>
                  <a:lnTo>
                    <a:pt x="11623" y="3900"/>
                  </a:lnTo>
                  <a:lnTo>
                    <a:pt x="10658" y="4287"/>
                  </a:lnTo>
                  <a:lnTo>
                    <a:pt x="9731" y="4634"/>
                  </a:lnTo>
                  <a:lnTo>
                    <a:pt x="8766" y="4904"/>
                  </a:lnTo>
                  <a:lnTo>
                    <a:pt x="7762" y="5175"/>
                  </a:lnTo>
                  <a:lnTo>
                    <a:pt x="6758" y="5406"/>
                  </a:lnTo>
                  <a:lnTo>
                    <a:pt x="5754" y="5600"/>
                  </a:lnTo>
                  <a:lnTo>
                    <a:pt x="4711" y="5793"/>
                  </a:lnTo>
                  <a:lnTo>
                    <a:pt x="3707" y="5908"/>
                  </a:lnTo>
                  <a:lnTo>
                    <a:pt x="2780" y="5986"/>
                  </a:lnTo>
                  <a:lnTo>
                    <a:pt x="2278" y="5986"/>
                  </a:lnTo>
                  <a:lnTo>
                    <a:pt x="1815" y="5947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8"/>
                  </a:lnTo>
                  <a:lnTo>
                    <a:pt x="695" y="5484"/>
                  </a:lnTo>
                  <a:lnTo>
                    <a:pt x="502" y="5252"/>
                  </a:lnTo>
                  <a:lnTo>
                    <a:pt x="348" y="5020"/>
                  </a:lnTo>
                  <a:lnTo>
                    <a:pt x="309" y="4866"/>
                  </a:lnTo>
                  <a:lnTo>
                    <a:pt x="309" y="4750"/>
                  </a:lnTo>
                  <a:lnTo>
                    <a:pt x="309" y="4596"/>
                  </a:lnTo>
                  <a:lnTo>
                    <a:pt x="348" y="4441"/>
                  </a:lnTo>
                  <a:lnTo>
                    <a:pt x="541" y="4673"/>
                  </a:lnTo>
                  <a:lnTo>
                    <a:pt x="811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2" y="5213"/>
                  </a:lnTo>
                  <a:lnTo>
                    <a:pt x="1931" y="5252"/>
                  </a:lnTo>
                  <a:lnTo>
                    <a:pt x="2587" y="5329"/>
                  </a:lnTo>
                  <a:lnTo>
                    <a:pt x="3244" y="5291"/>
                  </a:lnTo>
                  <a:lnTo>
                    <a:pt x="3939" y="5252"/>
                  </a:lnTo>
                  <a:lnTo>
                    <a:pt x="5136" y="5059"/>
                  </a:lnTo>
                  <a:lnTo>
                    <a:pt x="6912" y="4789"/>
                  </a:lnTo>
                  <a:lnTo>
                    <a:pt x="7839" y="4596"/>
                  </a:lnTo>
                  <a:lnTo>
                    <a:pt x="8727" y="4402"/>
                  </a:lnTo>
                  <a:lnTo>
                    <a:pt x="9615" y="4132"/>
                  </a:lnTo>
                  <a:lnTo>
                    <a:pt x="10503" y="3862"/>
                  </a:lnTo>
                  <a:lnTo>
                    <a:pt x="11353" y="3514"/>
                  </a:lnTo>
                  <a:lnTo>
                    <a:pt x="12164" y="3128"/>
                  </a:lnTo>
                  <a:lnTo>
                    <a:pt x="12434" y="2974"/>
                  </a:lnTo>
                  <a:lnTo>
                    <a:pt x="12704" y="2819"/>
                  </a:lnTo>
                  <a:lnTo>
                    <a:pt x="12936" y="2588"/>
                  </a:lnTo>
                  <a:lnTo>
                    <a:pt x="13129" y="2394"/>
                  </a:lnTo>
                  <a:lnTo>
                    <a:pt x="13322" y="2124"/>
                  </a:lnTo>
                  <a:lnTo>
                    <a:pt x="13438" y="1854"/>
                  </a:lnTo>
                  <a:lnTo>
                    <a:pt x="13515" y="1584"/>
                  </a:lnTo>
                  <a:lnTo>
                    <a:pt x="13515" y="1236"/>
                  </a:lnTo>
                  <a:lnTo>
                    <a:pt x="13477" y="1120"/>
                  </a:lnTo>
                  <a:close/>
                  <a:moveTo>
                    <a:pt x="10658" y="0"/>
                  </a:moveTo>
                  <a:lnTo>
                    <a:pt x="9886" y="39"/>
                  </a:lnTo>
                  <a:lnTo>
                    <a:pt x="9113" y="116"/>
                  </a:lnTo>
                  <a:lnTo>
                    <a:pt x="8302" y="232"/>
                  </a:lnTo>
                  <a:lnTo>
                    <a:pt x="7530" y="348"/>
                  </a:lnTo>
                  <a:lnTo>
                    <a:pt x="6719" y="541"/>
                  </a:lnTo>
                  <a:lnTo>
                    <a:pt x="5908" y="734"/>
                  </a:lnTo>
                  <a:lnTo>
                    <a:pt x="5020" y="1004"/>
                  </a:lnTo>
                  <a:lnTo>
                    <a:pt x="4132" y="1352"/>
                  </a:lnTo>
                  <a:lnTo>
                    <a:pt x="3244" y="1699"/>
                  </a:lnTo>
                  <a:lnTo>
                    <a:pt x="2394" y="2124"/>
                  </a:lnTo>
                  <a:lnTo>
                    <a:pt x="1776" y="2433"/>
                  </a:lnTo>
                  <a:lnTo>
                    <a:pt x="1390" y="2626"/>
                  </a:lnTo>
                  <a:lnTo>
                    <a:pt x="1043" y="2858"/>
                  </a:lnTo>
                  <a:lnTo>
                    <a:pt x="695" y="3090"/>
                  </a:lnTo>
                  <a:lnTo>
                    <a:pt x="463" y="3398"/>
                  </a:lnTo>
                  <a:lnTo>
                    <a:pt x="348" y="3553"/>
                  </a:lnTo>
                  <a:lnTo>
                    <a:pt x="270" y="3707"/>
                  </a:lnTo>
                  <a:lnTo>
                    <a:pt x="232" y="3862"/>
                  </a:lnTo>
                  <a:lnTo>
                    <a:pt x="232" y="4055"/>
                  </a:lnTo>
                  <a:lnTo>
                    <a:pt x="193" y="4132"/>
                  </a:lnTo>
                  <a:lnTo>
                    <a:pt x="193" y="4171"/>
                  </a:lnTo>
                  <a:lnTo>
                    <a:pt x="116" y="4325"/>
                  </a:lnTo>
                  <a:lnTo>
                    <a:pt x="39" y="4480"/>
                  </a:lnTo>
                  <a:lnTo>
                    <a:pt x="0" y="4634"/>
                  </a:lnTo>
                  <a:lnTo>
                    <a:pt x="0" y="4789"/>
                  </a:lnTo>
                  <a:lnTo>
                    <a:pt x="39" y="5136"/>
                  </a:lnTo>
                  <a:lnTo>
                    <a:pt x="193" y="5445"/>
                  </a:lnTo>
                  <a:lnTo>
                    <a:pt x="348" y="5638"/>
                  </a:lnTo>
                  <a:lnTo>
                    <a:pt x="502" y="5831"/>
                  </a:lnTo>
                  <a:lnTo>
                    <a:pt x="695" y="5947"/>
                  </a:lnTo>
                  <a:lnTo>
                    <a:pt x="927" y="6063"/>
                  </a:lnTo>
                  <a:lnTo>
                    <a:pt x="965" y="6256"/>
                  </a:lnTo>
                  <a:lnTo>
                    <a:pt x="1274" y="6179"/>
                  </a:lnTo>
                  <a:lnTo>
                    <a:pt x="1313" y="6217"/>
                  </a:lnTo>
                  <a:lnTo>
                    <a:pt x="1313" y="6256"/>
                  </a:lnTo>
                  <a:lnTo>
                    <a:pt x="1352" y="6295"/>
                  </a:lnTo>
                  <a:lnTo>
                    <a:pt x="1467" y="6256"/>
                  </a:lnTo>
                  <a:lnTo>
                    <a:pt x="1815" y="6295"/>
                  </a:lnTo>
                  <a:lnTo>
                    <a:pt x="2394" y="6333"/>
                  </a:lnTo>
                  <a:lnTo>
                    <a:pt x="3012" y="6372"/>
                  </a:lnTo>
                  <a:lnTo>
                    <a:pt x="3591" y="6333"/>
                  </a:lnTo>
                  <a:lnTo>
                    <a:pt x="4171" y="6295"/>
                  </a:lnTo>
                  <a:lnTo>
                    <a:pt x="5368" y="6101"/>
                  </a:lnTo>
                  <a:lnTo>
                    <a:pt x="6565" y="5870"/>
                  </a:lnTo>
                  <a:lnTo>
                    <a:pt x="6758" y="5831"/>
                  </a:lnTo>
                  <a:lnTo>
                    <a:pt x="7993" y="5522"/>
                  </a:lnTo>
                  <a:lnTo>
                    <a:pt x="9036" y="5252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5" y="4132"/>
                  </a:lnTo>
                  <a:lnTo>
                    <a:pt x="12125" y="4248"/>
                  </a:lnTo>
                  <a:lnTo>
                    <a:pt x="12395" y="4287"/>
                  </a:lnTo>
                  <a:lnTo>
                    <a:pt x="12782" y="4711"/>
                  </a:lnTo>
                  <a:lnTo>
                    <a:pt x="13013" y="4518"/>
                  </a:lnTo>
                  <a:lnTo>
                    <a:pt x="12434" y="3939"/>
                  </a:lnTo>
                  <a:lnTo>
                    <a:pt x="12897" y="3669"/>
                  </a:lnTo>
                  <a:lnTo>
                    <a:pt x="13361" y="3321"/>
                  </a:lnTo>
                  <a:lnTo>
                    <a:pt x="13631" y="3051"/>
                  </a:lnTo>
                  <a:lnTo>
                    <a:pt x="13824" y="2703"/>
                  </a:lnTo>
                  <a:lnTo>
                    <a:pt x="14133" y="2626"/>
                  </a:lnTo>
                  <a:lnTo>
                    <a:pt x="14017" y="2317"/>
                  </a:lnTo>
                  <a:lnTo>
                    <a:pt x="14095" y="2008"/>
                  </a:lnTo>
                  <a:lnTo>
                    <a:pt x="14133" y="1738"/>
                  </a:lnTo>
                  <a:lnTo>
                    <a:pt x="14095" y="1468"/>
                  </a:lnTo>
                  <a:lnTo>
                    <a:pt x="14017" y="1236"/>
                  </a:lnTo>
                  <a:lnTo>
                    <a:pt x="13901" y="1004"/>
                  </a:lnTo>
                  <a:lnTo>
                    <a:pt x="13747" y="811"/>
                  </a:lnTo>
                  <a:lnTo>
                    <a:pt x="13477" y="618"/>
                  </a:lnTo>
                  <a:lnTo>
                    <a:pt x="13168" y="502"/>
                  </a:lnTo>
                  <a:lnTo>
                    <a:pt x="13091" y="502"/>
                  </a:lnTo>
                  <a:lnTo>
                    <a:pt x="12897" y="387"/>
                  </a:lnTo>
                  <a:lnTo>
                    <a:pt x="12666" y="271"/>
                  </a:lnTo>
                  <a:lnTo>
                    <a:pt x="12434" y="155"/>
                  </a:lnTo>
                  <a:lnTo>
                    <a:pt x="12202" y="116"/>
                  </a:lnTo>
                  <a:lnTo>
                    <a:pt x="11816" y="39"/>
                  </a:lnTo>
                  <a:lnTo>
                    <a:pt x="1143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2" name="Google Shape;4032;p17"/>
            <p:cNvSpPr/>
            <p:nvPr/>
          </p:nvSpPr>
          <p:spPr>
            <a:xfrm>
              <a:off x="299900" y="4449850"/>
              <a:ext cx="375550" cy="386175"/>
            </a:xfrm>
            <a:custGeom>
              <a:avLst/>
              <a:gdLst/>
              <a:ahLst/>
              <a:cxnLst/>
              <a:rect l="l" t="t" r="r" b="b"/>
              <a:pathLst>
                <a:path w="15022" h="15447" extrusionOk="0">
                  <a:moveTo>
                    <a:pt x="8032" y="503"/>
                  </a:moveTo>
                  <a:lnTo>
                    <a:pt x="8611" y="580"/>
                  </a:lnTo>
                  <a:lnTo>
                    <a:pt x="9152" y="696"/>
                  </a:lnTo>
                  <a:lnTo>
                    <a:pt x="9693" y="850"/>
                  </a:lnTo>
                  <a:lnTo>
                    <a:pt x="10195" y="1005"/>
                  </a:lnTo>
                  <a:lnTo>
                    <a:pt x="10697" y="1236"/>
                  </a:lnTo>
                  <a:lnTo>
                    <a:pt x="11160" y="1507"/>
                  </a:lnTo>
                  <a:lnTo>
                    <a:pt x="11623" y="1815"/>
                  </a:lnTo>
                  <a:lnTo>
                    <a:pt x="10813" y="2163"/>
                  </a:lnTo>
                  <a:lnTo>
                    <a:pt x="10079" y="2588"/>
                  </a:lnTo>
                  <a:lnTo>
                    <a:pt x="9307" y="3090"/>
                  </a:lnTo>
                  <a:lnTo>
                    <a:pt x="8611" y="3592"/>
                  </a:lnTo>
                  <a:lnTo>
                    <a:pt x="7955" y="4171"/>
                  </a:lnTo>
                  <a:lnTo>
                    <a:pt x="7299" y="4789"/>
                  </a:lnTo>
                  <a:lnTo>
                    <a:pt x="6719" y="5445"/>
                  </a:lnTo>
                  <a:lnTo>
                    <a:pt x="6140" y="6140"/>
                  </a:lnTo>
                  <a:lnTo>
                    <a:pt x="5638" y="6835"/>
                  </a:lnTo>
                  <a:lnTo>
                    <a:pt x="5213" y="7608"/>
                  </a:lnTo>
                  <a:lnTo>
                    <a:pt x="4789" y="8380"/>
                  </a:lnTo>
                  <a:lnTo>
                    <a:pt x="4480" y="9191"/>
                  </a:lnTo>
                  <a:lnTo>
                    <a:pt x="4171" y="10040"/>
                  </a:lnTo>
                  <a:lnTo>
                    <a:pt x="3978" y="10890"/>
                  </a:lnTo>
                  <a:lnTo>
                    <a:pt x="3823" y="11739"/>
                  </a:lnTo>
                  <a:lnTo>
                    <a:pt x="3746" y="12628"/>
                  </a:lnTo>
                  <a:lnTo>
                    <a:pt x="3592" y="12666"/>
                  </a:lnTo>
                  <a:lnTo>
                    <a:pt x="3283" y="11817"/>
                  </a:lnTo>
                  <a:lnTo>
                    <a:pt x="3051" y="11006"/>
                  </a:lnTo>
                  <a:lnTo>
                    <a:pt x="2858" y="10195"/>
                  </a:lnTo>
                  <a:lnTo>
                    <a:pt x="2703" y="9345"/>
                  </a:lnTo>
                  <a:lnTo>
                    <a:pt x="2588" y="8496"/>
                  </a:lnTo>
                  <a:lnTo>
                    <a:pt x="2549" y="7646"/>
                  </a:lnTo>
                  <a:lnTo>
                    <a:pt x="2588" y="6797"/>
                  </a:lnTo>
                  <a:lnTo>
                    <a:pt x="2703" y="5909"/>
                  </a:lnTo>
                  <a:lnTo>
                    <a:pt x="2858" y="5214"/>
                  </a:lnTo>
                  <a:lnTo>
                    <a:pt x="3051" y="4480"/>
                  </a:lnTo>
                  <a:lnTo>
                    <a:pt x="3321" y="3823"/>
                  </a:lnTo>
                  <a:lnTo>
                    <a:pt x="3669" y="3167"/>
                  </a:lnTo>
                  <a:lnTo>
                    <a:pt x="4016" y="2549"/>
                  </a:lnTo>
                  <a:lnTo>
                    <a:pt x="4441" y="1970"/>
                  </a:lnTo>
                  <a:lnTo>
                    <a:pt x="4904" y="1391"/>
                  </a:lnTo>
                  <a:lnTo>
                    <a:pt x="5406" y="850"/>
                  </a:lnTo>
                  <a:lnTo>
                    <a:pt x="5908" y="696"/>
                  </a:lnTo>
                  <a:lnTo>
                    <a:pt x="6410" y="618"/>
                  </a:lnTo>
                  <a:lnTo>
                    <a:pt x="6951" y="541"/>
                  </a:lnTo>
                  <a:lnTo>
                    <a:pt x="7492" y="503"/>
                  </a:lnTo>
                  <a:close/>
                  <a:moveTo>
                    <a:pt x="11971" y="2086"/>
                  </a:moveTo>
                  <a:lnTo>
                    <a:pt x="12357" y="2433"/>
                  </a:lnTo>
                  <a:lnTo>
                    <a:pt x="12705" y="2781"/>
                  </a:lnTo>
                  <a:lnTo>
                    <a:pt x="13052" y="3206"/>
                  </a:lnTo>
                  <a:lnTo>
                    <a:pt x="13322" y="3630"/>
                  </a:lnTo>
                  <a:lnTo>
                    <a:pt x="13593" y="4094"/>
                  </a:lnTo>
                  <a:lnTo>
                    <a:pt x="13863" y="4557"/>
                  </a:lnTo>
                  <a:lnTo>
                    <a:pt x="14056" y="5059"/>
                  </a:lnTo>
                  <a:lnTo>
                    <a:pt x="14211" y="5600"/>
                  </a:lnTo>
                  <a:lnTo>
                    <a:pt x="14326" y="6102"/>
                  </a:lnTo>
                  <a:lnTo>
                    <a:pt x="14442" y="6604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64" y="6951"/>
                  </a:lnTo>
                  <a:lnTo>
                    <a:pt x="11392" y="7144"/>
                  </a:lnTo>
                  <a:lnTo>
                    <a:pt x="10658" y="7376"/>
                  </a:lnTo>
                  <a:lnTo>
                    <a:pt x="9963" y="7685"/>
                  </a:lnTo>
                  <a:lnTo>
                    <a:pt x="9229" y="8032"/>
                  </a:lnTo>
                  <a:lnTo>
                    <a:pt x="8534" y="8419"/>
                  </a:lnTo>
                  <a:lnTo>
                    <a:pt x="7878" y="8843"/>
                  </a:lnTo>
                  <a:lnTo>
                    <a:pt x="7260" y="9268"/>
                  </a:lnTo>
                  <a:lnTo>
                    <a:pt x="6642" y="9770"/>
                  </a:lnTo>
                  <a:lnTo>
                    <a:pt x="6102" y="10311"/>
                  </a:lnTo>
                  <a:lnTo>
                    <a:pt x="5561" y="10890"/>
                  </a:lnTo>
                  <a:lnTo>
                    <a:pt x="5098" y="11469"/>
                  </a:lnTo>
                  <a:lnTo>
                    <a:pt x="4634" y="12126"/>
                  </a:lnTo>
                  <a:lnTo>
                    <a:pt x="4248" y="12782"/>
                  </a:lnTo>
                  <a:lnTo>
                    <a:pt x="4132" y="12705"/>
                  </a:lnTo>
                  <a:lnTo>
                    <a:pt x="3978" y="12666"/>
                  </a:lnTo>
                  <a:lnTo>
                    <a:pt x="4094" y="11778"/>
                  </a:lnTo>
                  <a:lnTo>
                    <a:pt x="4325" y="10929"/>
                  </a:lnTo>
                  <a:lnTo>
                    <a:pt x="4557" y="10079"/>
                  </a:lnTo>
                  <a:lnTo>
                    <a:pt x="4866" y="9268"/>
                  </a:lnTo>
                  <a:lnTo>
                    <a:pt x="5213" y="8496"/>
                  </a:lnTo>
                  <a:lnTo>
                    <a:pt x="5600" y="7724"/>
                  </a:lnTo>
                  <a:lnTo>
                    <a:pt x="6024" y="6990"/>
                  </a:lnTo>
                  <a:lnTo>
                    <a:pt x="6526" y="6256"/>
                  </a:lnTo>
                  <a:lnTo>
                    <a:pt x="7067" y="5600"/>
                  </a:lnTo>
                  <a:lnTo>
                    <a:pt x="7607" y="4943"/>
                  </a:lnTo>
                  <a:lnTo>
                    <a:pt x="8225" y="4364"/>
                  </a:lnTo>
                  <a:lnTo>
                    <a:pt x="8920" y="3823"/>
                  </a:lnTo>
                  <a:lnTo>
                    <a:pt x="9615" y="3321"/>
                  </a:lnTo>
                  <a:lnTo>
                    <a:pt x="10349" y="2858"/>
                  </a:lnTo>
                  <a:lnTo>
                    <a:pt x="11121" y="2433"/>
                  </a:lnTo>
                  <a:lnTo>
                    <a:pt x="11971" y="2086"/>
                  </a:lnTo>
                  <a:close/>
                  <a:moveTo>
                    <a:pt x="14481" y="6990"/>
                  </a:moveTo>
                  <a:lnTo>
                    <a:pt x="14481" y="7839"/>
                  </a:lnTo>
                  <a:lnTo>
                    <a:pt x="14442" y="8689"/>
                  </a:lnTo>
                  <a:lnTo>
                    <a:pt x="14288" y="9538"/>
                  </a:lnTo>
                  <a:lnTo>
                    <a:pt x="14172" y="9925"/>
                  </a:lnTo>
                  <a:lnTo>
                    <a:pt x="14056" y="10349"/>
                  </a:lnTo>
                  <a:lnTo>
                    <a:pt x="13902" y="10735"/>
                  </a:lnTo>
                  <a:lnTo>
                    <a:pt x="13709" y="11122"/>
                  </a:lnTo>
                  <a:lnTo>
                    <a:pt x="13516" y="11508"/>
                  </a:lnTo>
                  <a:lnTo>
                    <a:pt x="13284" y="11894"/>
                  </a:lnTo>
                  <a:lnTo>
                    <a:pt x="13052" y="12241"/>
                  </a:lnTo>
                  <a:lnTo>
                    <a:pt x="12782" y="12550"/>
                  </a:lnTo>
                  <a:lnTo>
                    <a:pt x="12512" y="12898"/>
                  </a:lnTo>
                  <a:lnTo>
                    <a:pt x="12203" y="13207"/>
                  </a:lnTo>
                  <a:lnTo>
                    <a:pt x="11971" y="13014"/>
                  </a:lnTo>
                  <a:lnTo>
                    <a:pt x="11701" y="12898"/>
                  </a:lnTo>
                  <a:lnTo>
                    <a:pt x="11121" y="12743"/>
                  </a:lnTo>
                  <a:lnTo>
                    <a:pt x="10542" y="12628"/>
                  </a:lnTo>
                  <a:lnTo>
                    <a:pt x="10002" y="12550"/>
                  </a:lnTo>
                  <a:lnTo>
                    <a:pt x="9422" y="12473"/>
                  </a:lnTo>
                  <a:lnTo>
                    <a:pt x="8843" y="12435"/>
                  </a:lnTo>
                  <a:lnTo>
                    <a:pt x="8303" y="12435"/>
                  </a:lnTo>
                  <a:lnTo>
                    <a:pt x="7762" y="12473"/>
                  </a:lnTo>
                  <a:lnTo>
                    <a:pt x="7221" y="12550"/>
                  </a:lnTo>
                  <a:lnTo>
                    <a:pt x="6719" y="12666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23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01"/>
                  </a:lnTo>
                  <a:lnTo>
                    <a:pt x="5870" y="11160"/>
                  </a:lnTo>
                  <a:lnTo>
                    <a:pt x="6410" y="10620"/>
                  </a:lnTo>
                  <a:lnTo>
                    <a:pt x="6990" y="10118"/>
                  </a:lnTo>
                  <a:lnTo>
                    <a:pt x="7569" y="9616"/>
                  </a:lnTo>
                  <a:lnTo>
                    <a:pt x="8148" y="9191"/>
                  </a:lnTo>
                  <a:lnTo>
                    <a:pt x="8766" y="8805"/>
                  </a:lnTo>
                  <a:lnTo>
                    <a:pt x="9422" y="8419"/>
                  </a:lnTo>
                  <a:lnTo>
                    <a:pt x="10079" y="8110"/>
                  </a:lnTo>
                  <a:lnTo>
                    <a:pt x="10735" y="7801"/>
                  </a:lnTo>
                  <a:lnTo>
                    <a:pt x="11469" y="7569"/>
                  </a:lnTo>
                  <a:lnTo>
                    <a:pt x="12164" y="7337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6"/>
                  </a:moveTo>
                  <a:lnTo>
                    <a:pt x="4055" y="1815"/>
                  </a:lnTo>
                  <a:lnTo>
                    <a:pt x="3630" y="2433"/>
                  </a:lnTo>
                  <a:lnTo>
                    <a:pt x="3244" y="3090"/>
                  </a:lnTo>
                  <a:lnTo>
                    <a:pt x="2935" y="3785"/>
                  </a:lnTo>
                  <a:lnTo>
                    <a:pt x="2665" y="4519"/>
                  </a:lnTo>
                  <a:lnTo>
                    <a:pt x="2472" y="5252"/>
                  </a:lnTo>
                  <a:lnTo>
                    <a:pt x="2317" y="6024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1"/>
                  </a:lnTo>
                  <a:lnTo>
                    <a:pt x="2279" y="9114"/>
                  </a:lnTo>
                  <a:lnTo>
                    <a:pt x="2394" y="9847"/>
                  </a:lnTo>
                  <a:lnTo>
                    <a:pt x="2549" y="10620"/>
                  </a:lnTo>
                  <a:lnTo>
                    <a:pt x="2781" y="11353"/>
                  </a:lnTo>
                  <a:lnTo>
                    <a:pt x="3012" y="12048"/>
                  </a:lnTo>
                  <a:lnTo>
                    <a:pt x="3321" y="12743"/>
                  </a:lnTo>
                  <a:lnTo>
                    <a:pt x="3128" y="12859"/>
                  </a:lnTo>
                  <a:lnTo>
                    <a:pt x="2935" y="13014"/>
                  </a:lnTo>
                  <a:lnTo>
                    <a:pt x="2819" y="13207"/>
                  </a:lnTo>
                  <a:lnTo>
                    <a:pt x="2742" y="13439"/>
                  </a:lnTo>
                  <a:lnTo>
                    <a:pt x="2394" y="12975"/>
                  </a:lnTo>
                  <a:lnTo>
                    <a:pt x="2086" y="12550"/>
                  </a:lnTo>
                  <a:lnTo>
                    <a:pt x="1777" y="12087"/>
                  </a:lnTo>
                  <a:lnTo>
                    <a:pt x="1506" y="11585"/>
                  </a:lnTo>
                  <a:lnTo>
                    <a:pt x="1275" y="11122"/>
                  </a:lnTo>
                  <a:lnTo>
                    <a:pt x="1082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075"/>
                  </a:lnTo>
                  <a:lnTo>
                    <a:pt x="541" y="8534"/>
                  </a:lnTo>
                  <a:lnTo>
                    <a:pt x="502" y="8032"/>
                  </a:lnTo>
                  <a:lnTo>
                    <a:pt x="502" y="7492"/>
                  </a:lnTo>
                  <a:lnTo>
                    <a:pt x="541" y="6951"/>
                  </a:lnTo>
                  <a:lnTo>
                    <a:pt x="618" y="6411"/>
                  </a:lnTo>
                  <a:lnTo>
                    <a:pt x="773" y="5870"/>
                  </a:lnTo>
                  <a:lnTo>
                    <a:pt x="927" y="5291"/>
                  </a:lnTo>
                  <a:lnTo>
                    <a:pt x="1197" y="4673"/>
                  </a:lnTo>
                  <a:lnTo>
                    <a:pt x="1545" y="4055"/>
                  </a:lnTo>
                  <a:lnTo>
                    <a:pt x="1931" y="3476"/>
                  </a:lnTo>
                  <a:lnTo>
                    <a:pt x="2356" y="2935"/>
                  </a:lnTo>
                  <a:lnTo>
                    <a:pt x="2858" y="2433"/>
                  </a:lnTo>
                  <a:lnTo>
                    <a:pt x="3360" y="1970"/>
                  </a:lnTo>
                  <a:lnTo>
                    <a:pt x="3939" y="1584"/>
                  </a:lnTo>
                  <a:lnTo>
                    <a:pt x="4518" y="1236"/>
                  </a:lnTo>
                  <a:close/>
                  <a:moveTo>
                    <a:pt x="3862" y="12975"/>
                  </a:moveTo>
                  <a:lnTo>
                    <a:pt x="4016" y="13014"/>
                  </a:lnTo>
                  <a:lnTo>
                    <a:pt x="4171" y="13130"/>
                  </a:lnTo>
                  <a:lnTo>
                    <a:pt x="4287" y="13284"/>
                  </a:lnTo>
                  <a:lnTo>
                    <a:pt x="4325" y="13439"/>
                  </a:lnTo>
                  <a:lnTo>
                    <a:pt x="4364" y="13593"/>
                  </a:lnTo>
                  <a:lnTo>
                    <a:pt x="4364" y="13786"/>
                  </a:lnTo>
                  <a:lnTo>
                    <a:pt x="4325" y="13941"/>
                  </a:lnTo>
                  <a:lnTo>
                    <a:pt x="4209" y="14095"/>
                  </a:lnTo>
                  <a:lnTo>
                    <a:pt x="3785" y="13786"/>
                  </a:lnTo>
                  <a:lnTo>
                    <a:pt x="3360" y="13477"/>
                  </a:lnTo>
                  <a:lnTo>
                    <a:pt x="3244" y="13439"/>
                  </a:lnTo>
                  <a:lnTo>
                    <a:pt x="3167" y="13400"/>
                  </a:lnTo>
                  <a:lnTo>
                    <a:pt x="3051" y="13439"/>
                  </a:lnTo>
                  <a:lnTo>
                    <a:pt x="2974" y="13516"/>
                  </a:lnTo>
                  <a:lnTo>
                    <a:pt x="3051" y="13361"/>
                  </a:lnTo>
                  <a:lnTo>
                    <a:pt x="3167" y="13207"/>
                  </a:lnTo>
                  <a:lnTo>
                    <a:pt x="3321" y="13091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8187" y="12821"/>
                  </a:moveTo>
                  <a:lnTo>
                    <a:pt x="9152" y="12859"/>
                  </a:lnTo>
                  <a:lnTo>
                    <a:pt x="9615" y="12898"/>
                  </a:lnTo>
                  <a:lnTo>
                    <a:pt x="10117" y="12937"/>
                  </a:lnTo>
                  <a:lnTo>
                    <a:pt x="10504" y="13014"/>
                  </a:lnTo>
                  <a:lnTo>
                    <a:pt x="11006" y="13091"/>
                  </a:lnTo>
                  <a:lnTo>
                    <a:pt x="11508" y="13245"/>
                  </a:lnTo>
                  <a:lnTo>
                    <a:pt x="11701" y="13323"/>
                  </a:lnTo>
                  <a:lnTo>
                    <a:pt x="11894" y="13439"/>
                  </a:lnTo>
                  <a:lnTo>
                    <a:pt x="11508" y="13747"/>
                  </a:lnTo>
                  <a:lnTo>
                    <a:pt x="11083" y="14018"/>
                  </a:lnTo>
                  <a:lnTo>
                    <a:pt x="10658" y="14249"/>
                  </a:lnTo>
                  <a:lnTo>
                    <a:pt x="10233" y="14442"/>
                  </a:lnTo>
                  <a:lnTo>
                    <a:pt x="9770" y="14597"/>
                  </a:lnTo>
                  <a:lnTo>
                    <a:pt x="9307" y="14751"/>
                  </a:lnTo>
                  <a:lnTo>
                    <a:pt x="8843" y="14829"/>
                  </a:lnTo>
                  <a:lnTo>
                    <a:pt x="8341" y="14906"/>
                  </a:lnTo>
                  <a:lnTo>
                    <a:pt x="7878" y="14944"/>
                  </a:lnTo>
                  <a:lnTo>
                    <a:pt x="7376" y="14944"/>
                  </a:lnTo>
                  <a:lnTo>
                    <a:pt x="6912" y="14906"/>
                  </a:lnTo>
                  <a:lnTo>
                    <a:pt x="6410" y="14867"/>
                  </a:lnTo>
                  <a:lnTo>
                    <a:pt x="5947" y="14751"/>
                  </a:lnTo>
                  <a:lnTo>
                    <a:pt x="5484" y="14636"/>
                  </a:lnTo>
                  <a:lnTo>
                    <a:pt x="5020" y="14481"/>
                  </a:lnTo>
                  <a:lnTo>
                    <a:pt x="4596" y="14288"/>
                  </a:lnTo>
                  <a:lnTo>
                    <a:pt x="4711" y="14018"/>
                  </a:lnTo>
                  <a:lnTo>
                    <a:pt x="4750" y="13709"/>
                  </a:lnTo>
                  <a:lnTo>
                    <a:pt x="4711" y="13593"/>
                  </a:lnTo>
                  <a:lnTo>
                    <a:pt x="5561" y="13284"/>
                  </a:lnTo>
                  <a:lnTo>
                    <a:pt x="6410" y="13091"/>
                  </a:lnTo>
                  <a:lnTo>
                    <a:pt x="7299" y="12937"/>
                  </a:lnTo>
                  <a:lnTo>
                    <a:pt x="8187" y="12821"/>
                  </a:lnTo>
                  <a:close/>
                  <a:moveTo>
                    <a:pt x="6990" y="1"/>
                  </a:moveTo>
                  <a:lnTo>
                    <a:pt x="6449" y="78"/>
                  </a:lnTo>
                  <a:lnTo>
                    <a:pt x="5870" y="194"/>
                  </a:lnTo>
                  <a:lnTo>
                    <a:pt x="5329" y="348"/>
                  </a:lnTo>
                  <a:lnTo>
                    <a:pt x="4789" y="580"/>
                  </a:lnTo>
                  <a:lnTo>
                    <a:pt x="4248" y="811"/>
                  </a:lnTo>
                  <a:lnTo>
                    <a:pt x="3785" y="1082"/>
                  </a:lnTo>
                  <a:lnTo>
                    <a:pt x="3283" y="1391"/>
                  </a:lnTo>
                  <a:lnTo>
                    <a:pt x="2819" y="1738"/>
                  </a:lnTo>
                  <a:lnTo>
                    <a:pt x="2394" y="2124"/>
                  </a:lnTo>
                  <a:lnTo>
                    <a:pt x="2008" y="2549"/>
                  </a:lnTo>
                  <a:lnTo>
                    <a:pt x="1622" y="3013"/>
                  </a:lnTo>
                  <a:lnTo>
                    <a:pt x="1275" y="3476"/>
                  </a:lnTo>
                  <a:lnTo>
                    <a:pt x="966" y="3978"/>
                  </a:lnTo>
                  <a:lnTo>
                    <a:pt x="695" y="4596"/>
                  </a:lnTo>
                  <a:lnTo>
                    <a:pt x="425" y="5214"/>
                  </a:lnTo>
                  <a:lnTo>
                    <a:pt x="232" y="5870"/>
                  </a:lnTo>
                  <a:lnTo>
                    <a:pt x="116" y="6526"/>
                  </a:lnTo>
                  <a:lnTo>
                    <a:pt x="39" y="7222"/>
                  </a:lnTo>
                  <a:lnTo>
                    <a:pt x="0" y="7878"/>
                  </a:lnTo>
                  <a:lnTo>
                    <a:pt x="39" y="8573"/>
                  </a:lnTo>
                  <a:lnTo>
                    <a:pt x="116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5" y="11199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1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5" y="14481"/>
                  </a:lnTo>
                  <a:lnTo>
                    <a:pt x="4132" y="14597"/>
                  </a:lnTo>
                  <a:lnTo>
                    <a:pt x="4557" y="14790"/>
                  </a:lnTo>
                  <a:lnTo>
                    <a:pt x="4982" y="14983"/>
                  </a:lnTo>
                  <a:lnTo>
                    <a:pt x="5406" y="15138"/>
                  </a:lnTo>
                  <a:lnTo>
                    <a:pt x="5870" y="15253"/>
                  </a:lnTo>
                  <a:lnTo>
                    <a:pt x="6333" y="15369"/>
                  </a:lnTo>
                  <a:lnTo>
                    <a:pt x="6797" y="15408"/>
                  </a:lnTo>
                  <a:lnTo>
                    <a:pt x="7299" y="15446"/>
                  </a:lnTo>
                  <a:lnTo>
                    <a:pt x="8225" y="15446"/>
                  </a:lnTo>
                  <a:lnTo>
                    <a:pt x="8689" y="15369"/>
                  </a:lnTo>
                  <a:lnTo>
                    <a:pt x="9152" y="15292"/>
                  </a:lnTo>
                  <a:lnTo>
                    <a:pt x="9615" y="15176"/>
                  </a:lnTo>
                  <a:lnTo>
                    <a:pt x="10079" y="15022"/>
                  </a:lnTo>
                  <a:lnTo>
                    <a:pt x="10542" y="14867"/>
                  </a:lnTo>
                  <a:lnTo>
                    <a:pt x="10967" y="14674"/>
                  </a:lnTo>
                  <a:lnTo>
                    <a:pt x="11392" y="14442"/>
                  </a:lnTo>
                  <a:lnTo>
                    <a:pt x="11855" y="14134"/>
                  </a:lnTo>
                  <a:lnTo>
                    <a:pt x="12318" y="13747"/>
                  </a:lnTo>
                  <a:lnTo>
                    <a:pt x="12743" y="13361"/>
                  </a:lnTo>
                  <a:lnTo>
                    <a:pt x="13129" y="12975"/>
                  </a:lnTo>
                  <a:lnTo>
                    <a:pt x="13477" y="12512"/>
                  </a:lnTo>
                  <a:lnTo>
                    <a:pt x="13786" y="12048"/>
                  </a:lnTo>
                  <a:lnTo>
                    <a:pt x="14056" y="11546"/>
                  </a:lnTo>
                  <a:lnTo>
                    <a:pt x="14288" y="11044"/>
                  </a:lnTo>
                  <a:lnTo>
                    <a:pt x="14520" y="10504"/>
                  </a:lnTo>
                  <a:lnTo>
                    <a:pt x="14674" y="9963"/>
                  </a:lnTo>
                  <a:lnTo>
                    <a:pt x="14828" y="9423"/>
                  </a:lnTo>
                  <a:lnTo>
                    <a:pt x="14906" y="8843"/>
                  </a:lnTo>
                  <a:lnTo>
                    <a:pt x="14983" y="8264"/>
                  </a:lnTo>
                  <a:lnTo>
                    <a:pt x="15022" y="7724"/>
                  </a:lnTo>
                  <a:lnTo>
                    <a:pt x="14983" y="7144"/>
                  </a:lnTo>
                  <a:lnTo>
                    <a:pt x="14944" y="6565"/>
                  </a:lnTo>
                  <a:lnTo>
                    <a:pt x="14828" y="5986"/>
                  </a:lnTo>
                  <a:lnTo>
                    <a:pt x="14674" y="5368"/>
                  </a:lnTo>
                  <a:lnTo>
                    <a:pt x="14481" y="4789"/>
                  </a:lnTo>
                  <a:lnTo>
                    <a:pt x="14249" y="4248"/>
                  </a:lnTo>
                  <a:lnTo>
                    <a:pt x="13979" y="3708"/>
                  </a:lnTo>
                  <a:lnTo>
                    <a:pt x="13670" y="3206"/>
                  </a:lnTo>
                  <a:lnTo>
                    <a:pt x="13322" y="2742"/>
                  </a:lnTo>
                  <a:lnTo>
                    <a:pt x="12936" y="2279"/>
                  </a:lnTo>
                  <a:lnTo>
                    <a:pt x="12512" y="1893"/>
                  </a:lnTo>
                  <a:lnTo>
                    <a:pt x="12048" y="1507"/>
                  </a:lnTo>
                  <a:lnTo>
                    <a:pt x="11585" y="1159"/>
                  </a:lnTo>
                  <a:lnTo>
                    <a:pt x="11083" y="850"/>
                  </a:lnTo>
                  <a:lnTo>
                    <a:pt x="10542" y="580"/>
                  </a:lnTo>
                  <a:lnTo>
                    <a:pt x="9963" y="387"/>
                  </a:lnTo>
                  <a:lnTo>
                    <a:pt x="9384" y="194"/>
                  </a:lnTo>
                  <a:lnTo>
                    <a:pt x="8766" y="78"/>
                  </a:lnTo>
                  <a:lnTo>
                    <a:pt x="81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3" name="Google Shape;4033;p17"/>
            <p:cNvSpPr/>
            <p:nvPr/>
          </p:nvSpPr>
          <p:spPr>
            <a:xfrm>
              <a:off x="2298225" y="4462400"/>
              <a:ext cx="461475" cy="306050"/>
            </a:xfrm>
            <a:custGeom>
              <a:avLst/>
              <a:gdLst/>
              <a:ahLst/>
              <a:cxnLst/>
              <a:rect l="l" t="t" r="r" b="b"/>
              <a:pathLst>
                <a:path w="18459" h="12242" extrusionOk="0">
                  <a:moveTo>
                    <a:pt x="17609" y="4943"/>
                  </a:moveTo>
                  <a:lnTo>
                    <a:pt x="17763" y="4982"/>
                  </a:lnTo>
                  <a:lnTo>
                    <a:pt x="17879" y="5020"/>
                  </a:lnTo>
                  <a:lnTo>
                    <a:pt x="17917" y="5098"/>
                  </a:lnTo>
                  <a:lnTo>
                    <a:pt x="17956" y="5175"/>
                  </a:lnTo>
                  <a:lnTo>
                    <a:pt x="17956" y="5407"/>
                  </a:lnTo>
                  <a:lnTo>
                    <a:pt x="17956" y="5638"/>
                  </a:lnTo>
                  <a:lnTo>
                    <a:pt x="17879" y="5793"/>
                  </a:lnTo>
                  <a:lnTo>
                    <a:pt x="17763" y="5986"/>
                  </a:lnTo>
                  <a:lnTo>
                    <a:pt x="17570" y="6140"/>
                  </a:lnTo>
                  <a:lnTo>
                    <a:pt x="17222" y="6372"/>
                  </a:lnTo>
                  <a:lnTo>
                    <a:pt x="16913" y="6526"/>
                  </a:lnTo>
                  <a:lnTo>
                    <a:pt x="16566" y="6642"/>
                  </a:lnTo>
                  <a:lnTo>
                    <a:pt x="16257" y="6681"/>
                  </a:lnTo>
                  <a:lnTo>
                    <a:pt x="15909" y="6720"/>
                  </a:lnTo>
                  <a:lnTo>
                    <a:pt x="16141" y="6140"/>
                  </a:lnTo>
                  <a:lnTo>
                    <a:pt x="16257" y="5870"/>
                  </a:lnTo>
                  <a:lnTo>
                    <a:pt x="16411" y="5600"/>
                  </a:lnTo>
                  <a:lnTo>
                    <a:pt x="16605" y="5368"/>
                  </a:lnTo>
                  <a:lnTo>
                    <a:pt x="16798" y="5175"/>
                  </a:lnTo>
                  <a:lnTo>
                    <a:pt x="17068" y="5059"/>
                  </a:lnTo>
                  <a:lnTo>
                    <a:pt x="17377" y="4943"/>
                  </a:lnTo>
                  <a:close/>
                  <a:moveTo>
                    <a:pt x="13747" y="6295"/>
                  </a:moveTo>
                  <a:lnTo>
                    <a:pt x="14056" y="6333"/>
                  </a:lnTo>
                  <a:lnTo>
                    <a:pt x="14365" y="6411"/>
                  </a:lnTo>
                  <a:lnTo>
                    <a:pt x="14597" y="6526"/>
                  </a:lnTo>
                  <a:lnTo>
                    <a:pt x="14828" y="6681"/>
                  </a:lnTo>
                  <a:lnTo>
                    <a:pt x="15060" y="6835"/>
                  </a:lnTo>
                  <a:lnTo>
                    <a:pt x="14983" y="6951"/>
                  </a:lnTo>
                  <a:lnTo>
                    <a:pt x="14519" y="7067"/>
                  </a:lnTo>
                  <a:lnTo>
                    <a:pt x="14056" y="7144"/>
                  </a:lnTo>
                  <a:lnTo>
                    <a:pt x="13515" y="7144"/>
                  </a:lnTo>
                  <a:lnTo>
                    <a:pt x="13206" y="7106"/>
                  </a:lnTo>
                  <a:lnTo>
                    <a:pt x="12936" y="6990"/>
                  </a:lnTo>
                  <a:lnTo>
                    <a:pt x="12820" y="6951"/>
                  </a:lnTo>
                  <a:lnTo>
                    <a:pt x="12782" y="6874"/>
                  </a:lnTo>
                  <a:lnTo>
                    <a:pt x="12782" y="6758"/>
                  </a:lnTo>
                  <a:lnTo>
                    <a:pt x="12859" y="6642"/>
                  </a:lnTo>
                  <a:lnTo>
                    <a:pt x="12936" y="6449"/>
                  </a:lnTo>
                  <a:lnTo>
                    <a:pt x="13052" y="6333"/>
                  </a:lnTo>
                  <a:lnTo>
                    <a:pt x="13206" y="6295"/>
                  </a:lnTo>
                  <a:close/>
                  <a:moveTo>
                    <a:pt x="15523" y="7222"/>
                  </a:moveTo>
                  <a:lnTo>
                    <a:pt x="16064" y="7608"/>
                  </a:lnTo>
                  <a:lnTo>
                    <a:pt x="16334" y="7839"/>
                  </a:lnTo>
                  <a:lnTo>
                    <a:pt x="16566" y="8071"/>
                  </a:lnTo>
                  <a:lnTo>
                    <a:pt x="16798" y="8303"/>
                  </a:lnTo>
                  <a:lnTo>
                    <a:pt x="16991" y="8573"/>
                  </a:lnTo>
                  <a:lnTo>
                    <a:pt x="17068" y="8882"/>
                  </a:lnTo>
                  <a:lnTo>
                    <a:pt x="17107" y="9036"/>
                  </a:lnTo>
                  <a:lnTo>
                    <a:pt x="17107" y="9229"/>
                  </a:lnTo>
                  <a:lnTo>
                    <a:pt x="17068" y="9423"/>
                  </a:lnTo>
                  <a:lnTo>
                    <a:pt x="16952" y="9538"/>
                  </a:lnTo>
                  <a:lnTo>
                    <a:pt x="16836" y="9616"/>
                  </a:lnTo>
                  <a:lnTo>
                    <a:pt x="16682" y="9654"/>
                  </a:lnTo>
                  <a:lnTo>
                    <a:pt x="16527" y="9654"/>
                  </a:lnTo>
                  <a:lnTo>
                    <a:pt x="16373" y="9577"/>
                  </a:lnTo>
                  <a:lnTo>
                    <a:pt x="16218" y="9461"/>
                  </a:lnTo>
                  <a:lnTo>
                    <a:pt x="16103" y="9307"/>
                  </a:lnTo>
                  <a:lnTo>
                    <a:pt x="15909" y="8959"/>
                  </a:lnTo>
                  <a:lnTo>
                    <a:pt x="15716" y="8573"/>
                  </a:lnTo>
                  <a:lnTo>
                    <a:pt x="15639" y="8226"/>
                  </a:lnTo>
                  <a:lnTo>
                    <a:pt x="15562" y="7917"/>
                  </a:lnTo>
                  <a:lnTo>
                    <a:pt x="15523" y="7569"/>
                  </a:lnTo>
                  <a:lnTo>
                    <a:pt x="15523" y="7222"/>
                  </a:lnTo>
                  <a:close/>
                  <a:moveTo>
                    <a:pt x="5020" y="464"/>
                  </a:moveTo>
                  <a:lnTo>
                    <a:pt x="5638" y="541"/>
                  </a:lnTo>
                  <a:lnTo>
                    <a:pt x="6217" y="696"/>
                  </a:lnTo>
                  <a:lnTo>
                    <a:pt x="6758" y="927"/>
                  </a:lnTo>
                  <a:lnTo>
                    <a:pt x="7260" y="1236"/>
                  </a:lnTo>
                  <a:lnTo>
                    <a:pt x="7723" y="1622"/>
                  </a:lnTo>
                  <a:lnTo>
                    <a:pt x="8186" y="2047"/>
                  </a:lnTo>
                  <a:lnTo>
                    <a:pt x="8534" y="2549"/>
                  </a:lnTo>
                  <a:lnTo>
                    <a:pt x="8804" y="3013"/>
                  </a:lnTo>
                  <a:lnTo>
                    <a:pt x="9036" y="3437"/>
                  </a:lnTo>
                  <a:lnTo>
                    <a:pt x="9229" y="3901"/>
                  </a:lnTo>
                  <a:lnTo>
                    <a:pt x="9384" y="4403"/>
                  </a:lnTo>
                  <a:lnTo>
                    <a:pt x="9654" y="5368"/>
                  </a:lnTo>
                  <a:lnTo>
                    <a:pt x="9924" y="6333"/>
                  </a:lnTo>
                  <a:lnTo>
                    <a:pt x="10040" y="6758"/>
                  </a:lnTo>
                  <a:lnTo>
                    <a:pt x="10194" y="7144"/>
                  </a:lnTo>
                  <a:lnTo>
                    <a:pt x="10388" y="7530"/>
                  </a:lnTo>
                  <a:lnTo>
                    <a:pt x="10619" y="7878"/>
                  </a:lnTo>
                  <a:lnTo>
                    <a:pt x="10890" y="8187"/>
                  </a:lnTo>
                  <a:lnTo>
                    <a:pt x="11198" y="8419"/>
                  </a:lnTo>
                  <a:lnTo>
                    <a:pt x="11585" y="8612"/>
                  </a:lnTo>
                  <a:lnTo>
                    <a:pt x="12009" y="8766"/>
                  </a:lnTo>
                  <a:lnTo>
                    <a:pt x="12357" y="8805"/>
                  </a:lnTo>
                  <a:lnTo>
                    <a:pt x="12704" y="8766"/>
                  </a:lnTo>
                  <a:lnTo>
                    <a:pt x="13013" y="8728"/>
                  </a:lnTo>
                  <a:lnTo>
                    <a:pt x="13322" y="8650"/>
                  </a:lnTo>
                  <a:lnTo>
                    <a:pt x="13631" y="8534"/>
                  </a:lnTo>
                  <a:lnTo>
                    <a:pt x="13901" y="8419"/>
                  </a:lnTo>
                  <a:lnTo>
                    <a:pt x="14172" y="8226"/>
                  </a:lnTo>
                  <a:lnTo>
                    <a:pt x="14442" y="8071"/>
                  </a:lnTo>
                  <a:lnTo>
                    <a:pt x="13940" y="8689"/>
                  </a:lnTo>
                  <a:lnTo>
                    <a:pt x="13361" y="9307"/>
                  </a:lnTo>
                  <a:lnTo>
                    <a:pt x="12743" y="9847"/>
                  </a:lnTo>
                  <a:lnTo>
                    <a:pt x="12087" y="10311"/>
                  </a:lnTo>
                  <a:lnTo>
                    <a:pt x="11392" y="10735"/>
                  </a:lnTo>
                  <a:lnTo>
                    <a:pt x="10658" y="11083"/>
                  </a:lnTo>
                  <a:lnTo>
                    <a:pt x="9847" y="11353"/>
                  </a:lnTo>
                  <a:lnTo>
                    <a:pt x="9036" y="11585"/>
                  </a:lnTo>
                  <a:lnTo>
                    <a:pt x="8418" y="11662"/>
                  </a:lnTo>
                  <a:lnTo>
                    <a:pt x="7839" y="11739"/>
                  </a:lnTo>
                  <a:lnTo>
                    <a:pt x="7260" y="11739"/>
                  </a:lnTo>
                  <a:lnTo>
                    <a:pt x="6680" y="11701"/>
                  </a:lnTo>
                  <a:lnTo>
                    <a:pt x="6101" y="11624"/>
                  </a:lnTo>
                  <a:lnTo>
                    <a:pt x="5561" y="11508"/>
                  </a:lnTo>
                  <a:lnTo>
                    <a:pt x="5020" y="11353"/>
                  </a:lnTo>
                  <a:lnTo>
                    <a:pt x="4518" y="11160"/>
                  </a:lnTo>
                  <a:lnTo>
                    <a:pt x="4016" y="10929"/>
                  </a:lnTo>
                  <a:lnTo>
                    <a:pt x="3514" y="10620"/>
                  </a:lnTo>
                  <a:lnTo>
                    <a:pt x="3089" y="10311"/>
                  </a:lnTo>
                  <a:lnTo>
                    <a:pt x="2626" y="9925"/>
                  </a:lnTo>
                  <a:lnTo>
                    <a:pt x="2240" y="9538"/>
                  </a:lnTo>
                  <a:lnTo>
                    <a:pt x="1854" y="9075"/>
                  </a:lnTo>
                  <a:lnTo>
                    <a:pt x="1545" y="8573"/>
                  </a:lnTo>
                  <a:lnTo>
                    <a:pt x="1236" y="8071"/>
                  </a:lnTo>
                  <a:lnTo>
                    <a:pt x="965" y="7492"/>
                  </a:lnTo>
                  <a:lnTo>
                    <a:pt x="734" y="6913"/>
                  </a:lnTo>
                  <a:lnTo>
                    <a:pt x="579" y="6295"/>
                  </a:lnTo>
                  <a:lnTo>
                    <a:pt x="464" y="5677"/>
                  </a:lnTo>
                  <a:lnTo>
                    <a:pt x="425" y="5059"/>
                  </a:lnTo>
                  <a:lnTo>
                    <a:pt x="425" y="4441"/>
                  </a:lnTo>
                  <a:lnTo>
                    <a:pt x="541" y="3823"/>
                  </a:lnTo>
                  <a:lnTo>
                    <a:pt x="695" y="3244"/>
                  </a:lnTo>
                  <a:lnTo>
                    <a:pt x="965" y="2704"/>
                  </a:lnTo>
                  <a:lnTo>
                    <a:pt x="1313" y="2163"/>
                  </a:lnTo>
                  <a:lnTo>
                    <a:pt x="1699" y="1738"/>
                  </a:lnTo>
                  <a:lnTo>
                    <a:pt x="2163" y="1313"/>
                  </a:lnTo>
                  <a:lnTo>
                    <a:pt x="2665" y="1005"/>
                  </a:lnTo>
                  <a:lnTo>
                    <a:pt x="3205" y="734"/>
                  </a:lnTo>
                  <a:lnTo>
                    <a:pt x="3784" y="580"/>
                  </a:lnTo>
                  <a:lnTo>
                    <a:pt x="4402" y="464"/>
                  </a:lnTo>
                  <a:close/>
                  <a:moveTo>
                    <a:pt x="4634" y="1"/>
                  </a:moveTo>
                  <a:lnTo>
                    <a:pt x="4248" y="39"/>
                  </a:lnTo>
                  <a:lnTo>
                    <a:pt x="3900" y="78"/>
                  </a:lnTo>
                  <a:lnTo>
                    <a:pt x="3514" y="155"/>
                  </a:lnTo>
                  <a:lnTo>
                    <a:pt x="3128" y="271"/>
                  </a:lnTo>
                  <a:lnTo>
                    <a:pt x="2780" y="425"/>
                  </a:lnTo>
                  <a:lnTo>
                    <a:pt x="2433" y="618"/>
                  </a:lnTo>
                  <a:lnTo>
                    <a:pt x="2085" y="850"/>
                  </a:lnTo>
                  <a:lnTo>
                    <a:pt x="1622" y="1198"/>
                  </a:lnTo>
                  <a:lnTo>
                    <a:pt x="1236" y="1584"/>
                  </a:lnTo>
                  <a:lnTo>
                    <a:pt x="888" y="2009"/>
                  </a:lnTo>
                  <a:lnTo>
                    <a:pt x="618" y="2433"/>
                  </a:lnTo>
                  <a:lnTo>
                    <a:pt x="386" y="2897"/>
                  </a:lnTo>
                  <a:lnTo>
                    <a:pt x="232" y="3399"/>
                  </a:lnTo>
                  <a:lnTo>
                    <a:pt x="77" y="3901"/>
                  </a:lnTo>
                  <a:lnTo>
                    <a:pt x="0" y="4403"/>
                  </a:lnTo>
                  <a:lnTo>
                    <a:pt x="0" y="4905"/>
                  </a:lnTo>
                  <a:lnTo>
                    <a:pt x="0" y="5445"/>
                  </a:lnTo>
                  <a:lnTo>
                    <a:pt x="77" y="5986"/>
                  </a:lnTo>
                  <a:lnTo>
                    <a:pt x="155" y="6488"/>
                  </a:lnTo>
                  <a:lnTo>
                    <a:pt x="309" y="7028"/>
                  </a:lnTo>
                  <a:lnTo>
                    <a:pt x="464" y="7530"/>
                  </a:lnTo>
                  <a:lnTo>
                    <a:pt x="695" y="8032"/>
                  </a:lnTo>
                  <a:lnTo>
                    <a:pt x="927" y="8496"/>
                  </a:lnTo>
                  <a:lnTo>
                    <a:pt x="1274" y="9075"/>
                  </a:lnTo>
                  <a:lnTo>
                    <a:pt x="1661" y="9616"/>
                  </a:lnTo>
                  <a:lnTo>
                    <a:pt x="2124" y="10079"/>
                  </a:lnTo>
                  <a:lnTo>
                    <a:pt x="2587" y="10542"/>
                  </a:lnTo>
                  <a:lnTo>
                    <a:pt x="3089" y="10929"/>
                  </a:lnTo>
                  <a:lnTo>
                    <a:pt x="3591" y="11276"/>
                  </a:lnTo>
                  <a:lnTo>
                    <a:pt x="4171" y="11546"/>
                  </a:lnTo>
                  <a:lnTo>
                    <a:pt x="4750" y="11778"/>
                  </a:lnTo>
                  <a:lnTo>
                    <a:pt x="4750" y="11933"/>
                  </a:lnTo>
                  <a:lnTo>
                    <a:pt x="5097" y="11894"/>
                  </a:lnTo>
                  <a:lnTo>
                    <a:pt x="5908" y="12087"/>
                  </a:lnTo>
                  <a:lnTo>
                    <a:pt x="6719" y="12203"/>
                  </a:lnTo>
                  <a:lnTo>
                    <a:pt x="7569" y="12241"/>
                  </a:lnTo>
                  <a:lnTo>
                    <a:pt x="8418" y="12164"/>
                  </a:lnTo>
                  <a:lnTo>
                    <a:pt x="9190" y="12048"/>
                  </a:lnTo>
                  <a:lnTo>
                    <a:pt x="9963" y="11855"/>
                  </a:lnTo>
                  <a:lnTo>
                    <a:pt x="10310" y="11739"/>
                  </a:lnTo>
                  <a:lnTo>
                    <a:pt x="10272" y="11739"/>
                  </a:lnTo>
                  <a:lnTo>
                    <a:pt x="11083" y="11431"/>
                  </a:lnTo>
                  <a:lnTo>
                    <a:pt x="11855" y="11044"/>
                  </a:lnTo>
                  <a:lnTo>
                    <a:pt x="12550" y="10581"/>
                  </a:lnTo>
                  <a:lnTo>
                    <a:pt x="13245" y="10079"/>
                  </a:lnTo>
                  <a:lnTo>
                    <a:pt x="13863" y="9500"/>
                  </a:lnTo>
                  <a:lnTo>
                    <a:pt x="14133" y="9191"/>
                  </a:lnTo>
                  <a:lnTo>
                    <a:pt x="14403" y="8882"/>
                  </a:lnTo>
                  <a:lnTo>
                    <a:pt x="14635" y="8534"/>
                  </a:lnTo>
                  <a:lnTo>
                    <a:pt x="14867" y="8187"/>
                  </a:lnTo>
                  <a:lnTo>
                    <a:pt x="15060" y="7801"/>
                  </a:lnTo>
                  <a:lnTo>
                    <a:pt x="15253" y="7415"/>
                  </a:lnTo>
                  <a:lnTo>
                    <a:pt x="15253" y="7917"/>
                  </a:lnTo>
                  <a:lnTo>
                    <a:pt x="15330" y="8419"/>
                  </a:lnTo>
                  <a:lnTo>
                    <a:pt x="15485" y="8882"/>
                  </a:lnTo>
                  <a:lnTo>
                    <a:pt x="15678" y="9345"/>
                  </a:lnTo>
                  <a:lnTo>
                    <a:pt x="15794" y="9538"/>
                  </a:lnTo>
                  <a:lnTo>
                    <a:pt x="15948" y="9731"/>
                  </a:lnTo>
                  <a:lnTo>
                    <a:pt x="16103" y="9886"/>
                  </a:lnTo>
                  <a:lnTo>
                    <a:pt x="16257" y="10040"/>
                  </a:lnTo>
                  <a:lnTo>
                    <a:pt x="16489" y="10156"/>
                  </a:lnTo>
                  <a:lnTo>
                    <a:pt x="16682" y="10195"/>
                  </a:lnTo>
                  <a:lnTo>
                    <a:pt x="16913" y="10156"/>
                  </a:lnTo>
                  <a:lnTo>
                    <a:pt x="17107" y="10040"/>
                  </a:lnTo>
                  <a:lnTo>
                    <a:pt x="17300" y="9886"/>
                  </a:lnTo>
                  <a:lnTo>
                    <a:pt x="17377" y="9693"/>
                  </a:lnTo>
                  <a:lnTo>
                    <a:pt x="17454" y="9500"/>
                  </a:lnTo>
                  <a:lnTo>
                    <a:pt x="17493" y="9268"/>
                  </a:lnTo>
                  <a:lnTo>
                    <a:pt x="17493" y="9075"/>
                  </a:lnTo>
                  <a:lnTo>
                    <a:pt x="17454" y="8843"/>
                  </a:lnTo>
                  <a:lnTo>
                    <a:pt x="17415" y="8650"/>
                  </a:lnTo>
                  <a:lnTo>
                    <a:pt x="17338" y="8457"/>
                  </a:lnTo>
                  <a:lnTo>
                    <a:pt x="17222" y="8226"/>
                  </a:lnTo>
                  <a:lnTo>
                    <a:pt x="17068" y="8032"/>
                  </a:lnTo>
                  <a:lnTo>
                    <a:pt x="16720" y="7646"/>
                  </a:lnTo>
                  <a:lnTo>
                    <a:pt x="16334" y="7299"/>
                  </a:lnTo>
                  <a:lnTo>
                    <a:pt x="15909" y="6990"/>
                  </a:lnTo>
                  <a:lnTo>
                    <a:pt x="16373" y="6990"/>
                  </a:lnTo>
                  <a:lnTo>
                    <a:pt x="16875" y="6913"/>
                  </a:lnTo>
                  <a:lnTo>
                    <a:pt x="17338" y="6720"/>
                  </a:lnTo>
                  <a:lnTo>
                    <a:pt x="17763" y="6488"/>
                  </a:lnTo>
                  <a:lnTo>
                    <a:pt x="17917" y="6333"/>
                  </a:lnTo>
                  <a:lnTo>
                    <a:pt x="18110" y="6140"/>
                  </a:lnTo>
                  <a:lnTo>
                    <a:pt x="18265" y="5947"/>
                  </a:lnTo>
                  <a:lnTo>
                    <a:pt x="18381" y="5716"/>
                  </a:lnTo>
                  <a:lnTo>
                    <a:pt x="18458" y="5484"/>
                  </a:lnTo>
                  <a:lnTo>
                    <a:pt x="18458" y="5214"/>
                  </a:lnTo>
                  <a:lnTo>
                    <a:pt x="18381" y="4982"/>
                  </a:lnTo>
                  <a:lnTo>
                    <a:pt x="18304" y="4905"/>
                  </a:lnTo>
                  <a:lnTo>
                    <a:pt x="18226" y="4789"/>
                  </a:lnTo>
                  <a:lnTo>
                    <a:pt x="18033" y="4673"/>
                  </a:lnTo>
                  <a:lnTo>
                    <a:pt x="17802" y="4596"/>
                  </a:lnTo>
                  <a:lnTo>
                    <a:pt x="17609" y="4557"/>
                  </a:lnTo>
                  <a:lnTo>
                    <a:pt x="17377" y="4557"/>
                  </a:lnTo>
                  <a:lnTo>
                    <a:pt x="17145" y="4634"/>
                  </a:lnTo>
                  <a:lnTo>
                    <a:pt x="16913" y="4712"/>
                  </a:lnTo>
                  <a:lnTo>
                    <a:pt x="16720" y="4789"/>
                  </a:lnTo>
                  <a:lnTo>
                    <a:pt x="16566" y="4905"/>
                  </a:lnTo>
                  <a:lnTo>
                    <a:pt x="16373" y="5098"/>
                  </a:lnTo>
                  <a:lnTo>
                    <a:pt x="16180" y="5291"/>
                  </a:lnTo>
                  <a:lnTo>
                    <a:pt x="15871" y="5716"/>
                  </a:lnTo>
                  <a:lnTo>
                    <a:pt x="15639" y="6179"/>
                  </a:lnTo>
                  <a:lnTo>
                    <a:pt x="15485" y="6681"/>
                  </a:lnTo>
                  <a:lnTo>
                    <a:pt x="15407" y="6681"/>
                  </a:lnTo>
                  <a:lnTo>
                    <a:pt x="15330" y="6720"/>
                  </a:lnTo>
                  <a:lnTo>
                    <a:pt x="14983" y="6411"/>
                  </a:lnTo>
                  <a:lnTo>
                    <a:pt x="14597" y="6179"/>
                  </a:lnTo>
                  <a:lnTo>
                    <a:pt x="14172" y="6024"/>
                  </a:lnTo>
                  <a:lnTo>
                    <a:pt x="13708" y="5947"/>
                  </a:lnTo>
                  <a:lnTo>
                    <a:pt x="13322" y="5909"/>
                  </a:lnTo>
                  <a:lnTo>
                    <a:pt x="13091" y="5947"/>
                  </a:lnTo>
                  <a:lnTo>
                    <a:pt x="12897" y="5986"/>
                  </a:lnTo>
                  <a:lnTo>
                    <a:pt x="12704" y="6063"/>
                  </a:lnTo>
                  <a:lnTo>
                    <a:pt x="12511" y="6140"/>
                  </a:lnTo>
                  <a:lnTo>
                    <a:pt x="12357" y="6295"/>
                  </a:lnTo>
                  <a:lnTo>
                    <a:pt x="12280" y="6449"/>
                  </a:lnTo>
                  <a:lnTo>
                    <a:pt x="12202" y="6642"/>
                  </a:lnTo>
                  <a:lnTo>
                    <a:pt x="12241" y="6835"/>
                  </a:lnTo>
                  <a:lnTo>
                    <a:pt x="12318" y="6990"/>
                  </a:lnTo>
                  <a:lnTo>
                    <a:pt x="12434" y="7106"/>
                  </a:lnTo>
                  <a:lnTo>
                    <a:pt x="12589" y="7260"/>
                  </a:lnTo>
                  <a:lnTo>
                    <a:pt x="12782" y="7337"/>
                  </a:lnTo>
                  <a:lnTo>
                    <a:pt x="13129" y="7453"/>
                  </a:lnTo>
                  <a:lnTo>
                    <a:pt x="13477" y="7530"/>
                  </a:lnTo>
                  <a:lnTo>
                    <a:pt x="13824" y="7530"/>
                  </a:lnTo>
                  <a:lnTo>
                    <a:pt x="14172" y="7492"/>
                  </a:lnTo>
                  <a:lnTo>
                    <a:pt x="14519" y="7415"/>
                  </a:lnTo>
                  <a:lnTo>
                    <a:pt x="14133" y="7762"/>
                  </a:lnTo>
                  <a:lnTo>
                    <a:pt x="13708" y="8032"/>
                  </a:lnTo>
                  <a:lnTo>
                    <a:pt x="13477" y="8110"/>
                  </a:lnTo>
                  <a:lnTo>
                    <a:pt x="13245" y="8226"/>
                  </a:lnTo>
                  <a:lnTo>
                    <a:pt x="13013" y="8264"/>
                  </a:lnTo>
                  <a:lnTo>
                    <a:pt x="12743" y="8303"/>
                  </a:lnTo>
                  <a:lnTo>
                    <a:pt x="12357" y="8303"/>
                  </a:lnTo>
                  <a:lnTo>
                    <a:pt x="11971" y="8264"/>
                  </a:lnTo>
                  <a:lnTo>
                    <a:pt x="11662" y="8110"/>
                  </a:lnTo>
                  <a:lnTo>
                    <a:pt x="11353" y="7955"/>
                  </a:lnTo>
                  <a:lnTo>
                    <a:pt x="11083" y="7685"/>
                  </a:lnTo>
                  <a:lnTo>
                    <a:pt x="10890" y="7415"/>
                  </a:lnTo>
                  <a:lnTo>
                    <a:pt x="10696" y="7106"/>
                  </a:lnTo>
                  <a:lnTo>
                    <a:pt x="10542" y="6720"/>
                  </a:lnTo>
                  <a:lnTo>
                    <a:pt x="10388" y="6218"/>
                  </a:lnTo>
                  <a:lnTo>
                    <a:pt x="10233" y="5716"/>
                  </a:lnTo>
                  <a:lnTo>
                    <a:pt x="9963" y="4673"/>
                  </a:lnTo>
                  <a:lnTo>
                    <a:pt x="9847" y="4171"/>
                  </a:lnTo>
                  <a:lnTo>
                    <a:pt x="9654" y="3669"/>
                  </a:lnTo>
                  <a:lnTo>
                    <a:pt x="9461" y="3167"/>
                  </a:lnTo>
                  <a:lnTo>
                    <a:pt x="9229" y="2704"/>
                  </a:lnTo>
                  <a:lnTo>
                    <a:pt x="8843" y="2163"/>
                  </a:lnTo>
                  <a:lnTo>
                    <a:pt x="8457" y="1700"/>
                  </a:lnTo>
                  <a:lnTo>
                    <a:pt x="7993" y="1275"/>
                  </a:lnTo>
                  <a:lnTo>
                    <a:pt x="7530" y="889"/>
                  </a:lnTo>
                  <a:lnTo>
                    <a:pt x="6989" y="580"/>
                  </a:lnTo>
                  <a:lnTo>
                    <a:pt x="6449" y="348"/>
                  </a:lnTo>
                  <a:lnTo>
                    <a:pt x="5870" y="155"/>
                  </a:lnTo>
                  <a:lnTo>
                    <a:pt x="5290" y="39"/>
                  </a:lnTo>
                  <a:lnTo>
                    <a:pt x="502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4" name="Google Shape;4034;p17"/>
            <p:cNvSpPr/>
            <p:nvPr/>
          </p:nvSpPr>
          <p:spPr>
            <a:xfrm>
              <a:off x="5932850" y="4466275"/>
              <a:ext cx="200800" cy="230725"/>
            </a:xfrm>
            <a:custGeom>
              <a:avLst/>
              <a:gdLst/>
              <a:ahLst/>
              <a:cxnLst/>
              <a:rect l="l" t="t" r="r" b="b"/>
              <a:pathLst>
                <a:path w="8032" h="9229" extrusionOk="0">
                  <a:moveTo>
                    <a:pt x="2047" y="0"/>
                  </a:moveTo>
                  <a:lnTo>
                    <a:pt x="1892" y="77"/>
                  </a:lnTo>
                  <a:lnTo>
                    <a:pt x="1738" y="154"/>
                  </a:lnTo>
                  <a:lnTo>
                    <a:pt x="1429" y="425"/>
                  </a:lnTo>
                  <a:lnTo>
                    <a:pt x="1197" y="734"/>
                  </a:lnTo>
                  <a:lnTo>
                    <a:pt x="965" y="1004"/>
                  </a:lnTo>
                  <a:lnTo>
                    <a:pt x="734" y="1352"/>
                  </a:lnTo>
                  <a:lnTo>
                    <a:pt x="502" y="1738"/>
                  </a:lnTo>
                  <a:lnTo>
                    <a:pt x="348" y="2124"/>
                  </a:lnTo>
                  <a:lnTo>
                    <a:pt x="193" y="2549"/>
                  </a:lnTo>
                  <a:lnTo>
                    <a:pt x="77" y="3012"/>
                  </a:lnTo>
                  <a:lnTo>
                    <a:pt x="39" y="3475"/>
                  </a:lnTo>
                  <a:lnTo>
                    <a:pt x="0" y="3939"/>
                  </a:lnTo>
                  <a:lnTo>
                    <a:pt x="77" y="4441"/>
                  </a:lnTo>
                  <a:lnTo>
                    <a:pt x="155" y="4904"/>
                  </a:lnTo>
                  <a:lnTo>
                    <a:pt x="270" y="5329"/>
                  </a:lnTo>
                  <a:lnTo>
                    <a:pt x="463" y="5792"/>
                  </a:lnTo>
                  <a:lnTo>
                    <a:pt x="695" y="6178"/>
                  </a:lnTo>
                  <a:lnTo>
                    <a:pt x="1043" y="6178"/>
                  </a:lnTo>
                  <a:lnTo>
                    <a:pt x="888" y="5831"/>
                  </a:lnTo>
                  <a:lnTo>
                    <a:pt x="734" y="5483"/>
                  </a:lnTo>
                  <a:lnTo>
                    <a:pt x="657" y="5136"/>
                  </a:lnTo>
                  <a:lnTo>
                    <a:pt x="541" y="4788"/>
                  </a:lnTo>
                  <a:lnTo>
                    <a:pt x="502" y="4402"/>
                  </a:lnTo>
                  <a:lnTo>
                    <a:pt x="463" y="4055"/>
                  </a:lnTo>
                  <a:lnTo>
                    <a:pt x="463" y="3668"/>
                  </a:lnTo>
                  <a:lnTo>
                    <a:pt x="463" y="3321"/>
                  </a:lnTo>
                  <a:lnTo>
                    <a:pt x="541" y="2973"/>
                  </a:lnTo>
                  <a:lnTo>
                    <a:pt x="618" y="2626"/>
                  </a:lnTo>
                  <a:lnTo>
                    <a:pt x="734" y="2278"/>
                  </a:lnTo>
                  <a:lnTo>
                    <a:pt x="850" y="1931"/>
                  </a:lnTo>
                  <a:lnTo>
                    <a:pt x="1043" y="1622"/>
                  </a:lnTo>
                  <a:lnTo>
                    <a:pt x="1236" y="1313"/>
                  </a:lnTo>
                  <a:lnTo>
                    <a:pt x="1467" y="1004"/>
                  </a:lnTo>
                  <a:lnTo>
                    <a:pt x="1776" y="734"/>
                  </a:lnTo>
                  <a:lnTo>
                    <a:pt x="1969" y="579"/>
                  </a:lnTo>
                  <a:lnTo>
                    <a:pt x="2085" y="502"/>
                  </a:lnTo>
                  <a:lnTo>
                    <a:pt x="2201" y="463"/>
                  </a:lnTo>
                  <a:lnTo>
                    <a:pt x="2317" y="579"/>
                  </a:lnTo>
                  <a:lnTo>
                    <a:pt x="2433" y="811"/>
                  </a:lnTo>
                  <a:lnTo>
                    <a:pt x="2587" y="1197"/>
                  </a:lnTo>
                  <a:lnTo>
                    <a:pt x="2742" y="1583"/>
                  </a:lnTo>
                  <a:lnTo>
                    <a:pt x="2858" y="1931"/>
                  </a:lnTo>
                  <a:lnTo>
                    <a:pt x="2973" y="2317"/>
                  </a:lnTo>
                  <a:lnTo>
                    <a:pt x="3051" y="2703"/>
                  </a:lnTo>
                  <a:lnTo>
                    <a:pt x="3089" y="3089"/>
                  </a:lnTo>
                  <a:lnTo>
                    <a:pt x="3089" y="3437"/>
                  </a:lnTo>
                  <a:lnTo>
                    <a:pt x="3051" y="3784"/>
                  </a:lnTo>
                  <a:lnTo>
                    <a:pt x="3012" y="4132"/>
                  </a:lnTo>
                  <a:lnTo>
                    <a:pt x="2896" y="4479"/>
                  </a:lnTo>
                  <a:lnTo>
                    <a:pt x="2780" y="4788"/>
                  </a:lnTo>
                  <a:lnTo>
                    <a:pt x="2587" y="5136"/>
                  </a:lnTo>
                  <a:lnTo>
                    <a:pt x="2394" y="5445"/>
                  </a:lnTo>
                  <a:lnTo>
                    <a:pt x="2356" y="5522"/>
                  </a:lnTo>
                  <a:lnTo>
                    <a:pt x="2394" y="5638"/>
                  </a:lnTo>
                  <a:lnTo>
                    <a:pt x="2356" y="5715"/>
                  </a:lnTo>
                  <a:lnTo>
                    <a:pt x="2356" y="5754"/>
                  </a:lnTo>
                  <a:lnTo>
                    <a:pt x="2394" y="5792"/>
                  </a:lnTo>
                  <a:lnTo>
                    <a:pt x="2471" y="5792"/>
                  </a:lnTo>
                  <a:lnTo>
                    <a:pt x="2626" y="5715"/>
                  </a:lnTo>
                  <a:lnTo>
                    <a:pt x="2819" y="5676"/>
                  </a:lnTo>
                  <a:lnTo>
                    <a:pt x="3205" y="5676"/>
                  </a:lnTo>
                  <a:lnTo>
                    <a:pt x="3630" y="5715"/>
                  </a:lnTo>
                  <a:lnTo>
                    <a:pt x="4055" y="5792"/>
                  </a:lnTo>
                  <a:lnTo>
                    <a:pt x="4441" y="5947"/>
                  </a:lnTo>
                  <a:lnTo>
                    <a:pt x="4866" y="6101"/>
                  </a:lnTo>
                  <a:lnTo>
                    <a:pt x="5213" y="6256"/>
                  </a:lnTo>
                  <a:lnTo>
                    <a:pt x="5522" y="6449"/>
                  </a:lnTo>
                  <a:lnTo>
                    <a:pt x="5831" y="6642"/>
                  </a:lnTo>
                  <a:lnTo>
                    <a:pt x="6140" y="6835"/>
                  </a:lnTo>
                  <a:lnTo>
                    <a:pt x="6410" y="7067"/>
                  </a:lnTo>
                  <a:lnTo>
                    <a:pt x="6680" y="7337"/>
                  </a:lnTo>
                  <a:lnTo>
                    <a:pt x="6912" y="7607"/>
                  </a:lnTo>
                  <a:lnTo>
                    <a:pt x="7144" y="7877"/>
                  </a:lnTo>
                  <a:lnTo>
                    <a:pt x="7337" y="8186"/>
                  </a:lnTo>
                  <a:lnTo>
                    <a:pt x="7530" y="8534"/>
                  </a:lnTo>
                  <a:lnTo>
                    <a:pt x="7105" y="8650"/>
                  </a:lnTo>
                  <a:lnTo>
                    <a:pt x="6680" y="8727"/>
                  </a:lnTo>
                  <a:lnTo>
                    <a:pt x="6294" y="8766"/>
                  </a:lnTo>
                  <a:lnTo>
                    <a:pt x="5870" y="8804"/>
                  </a:lnTo>
                  <a:lnTo>
                    <a:pt x="5483" y="8804"/>
                  </a:lnTo>
                  <a:lnTo>
                    <a:pt x="5059" y="8727"/>
                  </a:lnTo>
                  <a:lnTo>
                    <a:pt x="4672" y="8611"/>
                  </a:lnTo>
                  <a:lnTo>
                    <a:pt x="4248" y="8457"/>
                  </a:lnTo>
                  <a:lnTo>
                    <a:pt x="3900" y="8264"/>
                  </a:lnTo>
                  <a:lnTo>
                    <a:pt x="3591" y="8071"/>
                  </a:lnTo>
                  <a:lnTo>
                    <a:pt x="3012" y="7607"/>
                  </a:lnTo>
                  <a:lnTo>
                    <a:pt x="2471" y="7105"/>
                  </a:lnTo>
                  <a:lnTo>
                    <a:pt x="1931" y="6565"/>
                  </a:lnTo>
                  <a:lnTo>
                    <a:pt x="1854" y="6526"/>
                  </a:lnTo>
                  <a:lnTo>
                    <a:pt x="1815" y="6487"/>
                  </a:lnTo>
                  <a:lnTo>
                    <a:pt x="1661" y="6526"/>
                  </a:lnTo>
                  <a:lnTo>
                    <a:pt x="1622" y="6526"/>
                  </a:lnTo>
                  <a:lnTo>
                    <a:pt x="1583" y="6565"/>
                  </a:lnTo>
                  <a:lnTo>
                    <a:pt x="1429" y="6835"/>
                  </a:lnTo>
                  <a:lnTo>
                    <a:pt x="1661" y="6873"/>
                  </a:lnTo>
                  <a:lnTo>
                    <a:pt x="2278" y="7491"/>
                  </a:lnTo>
                  <a:lnTo>
                    <a:pt x="2896" y="8071"/>
                  </a:lnTo>
                  <a:lnTo>
                    <a:pt x="3244" y="8341"/>
                  </a:lnTo>
                  <a:lnTo>
                    <a:pt x="3630" y="8573"/>
                  </a:lnTo>
                  <a:lnTo>
                    <a:pt x="3977" y="8766"/>
                  </a:lnTo>
                  <a:lnTo>
                    <a:pt x="4364" y="8959"/>
                  </a:lnTo>
                  <a:lnTo>
                    <a:pt x="4827" y="9113"/>
                  </a:lnTo>
                  <a:lnTo>
                    <a:pt x="5252" y="9190"/>
                  </a:lnTo>
                  <a:lnTo>
                    <a:pt x="5676" y="9229"/>
                  </a:lnTo>
                  <a:lnTo>
                    <a:pt x="6140" y="9229"/>
                  </a:lnTo>
                  <a:lnTo>
                    <a:pt x="6565" y="9152"/>
                  </a:lnTo>
                  <a:lnTo>
                    <a:pt x="6989" y="9074"/>
                  </a:lnTo>
                  <a:lnTo>
                    <a:pt x="7878" y="8843"/>
                  </a:lnTo>
                  <a:lnTo>
                    <a:pt x="7955" y="8804"/>
                  </a:lnTo>
                  <a:lnTo>
                    <a:pt x="7993" y="8727"/>
                  </a:lnTo>
                  <a:lnTo>
                    <a:pt x="8032" y="8650"/>
                  </a:lnTo>
                  <a:lnTo>
                    <a:pt x="7993" y="8534"/>
                  </a:lnTo>
                  <a:lnTo>
                    <a:pt x="7762" y="8109"/>
                  </a:lnTo>
                  <a:lnTo>
                    <a:pt x="7491" y="7684"/>
                  </a:lnTo>
                  <a:lnTo>
                    <a:pt x="7221" y="7298"/>
                  </a:lnTo>
                  <a:lnTo>
                    <a:pt x="6874" y="6912"/>
                  </a:lnTo>
                  <a:lnTo>
                    <a:pt x="6526" y="6603"/>
                  </a:lnTo>
                  <a:lnTo>
                    <a:pt x="6140" y="6294"/>
                  </a:lnTo>
                  <a:lnTo>
                    <a:pt x="5715" y="6024"/>
                  </a:lnTo>
                  <a:lnTo>
                    <a:pt x="5252" y="5792"/>
                  </a:lnTo>
                  <a:lnTo>
                    <a:pt x="4827" y="5638"/>
                  </a:lnTo>
                  <a:lnTo>
                    <a:pt x="4248" y="5445"/>
                  </a:lnTo>
                  <a:lnTo>
                    <a:pt x="3939" y="5367"/>
                  </a:lnTo>
                  <a:lnTo>
                    <a:pt x="3591" y="5290"/>
                  </a:lnTo>
                  <a:lnTo>
                    <a:pt x="3012" y="5290"/>
                  </a:lnTo>
                  <a:lnTo>
                    <a:pt x="3167" y="4981"/>
                  </a:lnTo>
                  <a:lnTo>
                    <a:pt x="3321" y="4634"/>
                  </a:lnTo>
                  <a:lnTo>
                    <a:pt x="3398" y="4286"/>
                  </a:lnTo>
                  <a:lnTo>
                    <a:pt x="3475" y="3939"/>
                  </a:lnTo>
                  <a:lnTo>
                    <a:pt x="3514" y="3591"/>
                  </a:lnTo>
                  <a:lnTo>
                    <a:pt x="3514" y="3205"/>
                  </a:lnTo>
                  <a:lnTo>
                    <a:pt x="3514" y="2858"/>
                  </a:lnTo>
                  <a:lnTo>
                    <a:pt x="3437" y="2471"/>
                  </a:lnTo>
                  <a:lnTo>
                    <a:pt x="3321" y="1969"/>
                  </a:lnTo>
                  <a:lnTo>
                    <a:pt x="3167" y="1467"/>
                  </a:lnTo>
                  <a:lnTo>
                    <a:pt x="2935" y="965"/>
                  </a:lnTo>
                  <a:lnTo>
                    <a:pt x="2703" y="502"/>
                  </a:lnTo>
                  <a:lnTo>
                    <a:pt x="2587" y="270"/>
                  </a:lnTo>
                  <a:lnTo>
                    <a:pt x="2471" y="116"/>
                  </a:lnTo>
                  <a:lnTo>
                    <a:pt x="2356" y="39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5" name="Google Shape;4035;p17"/>
            <p:cNvSpPr/>
            <p:nvPr/>
          </p:nvSpPr>
          <p:spPr>
            <a:xfrm>
              <a:off x="2331050" y="4488475"/>
              <a:ext cx="145775" cy="163175"/>
            </a:xfrm>
            <a:custGeom>
              <a:avLst/>
              <a:gdLst/>
              <a:ahLst/>
              <a:cxnLst/>
              <a:rect l="l" t="t" r="r" b="b"/>
              <a:pathLst>
                <a:path w="5831" h="6527" extrusionOk="0">
                  <a:moveTo>
                    <a:pt x="3321" y="502"/>
                  </a:moveTo>
                  <a:lnTo>
                    <a:pt x="3784" y="695"/>
                  </a:lnTo>
                  <a:lnTo>
                    <a:pt x="4248" y="1004"/>
                  </a:lnTo>
                  <a:lnTo>
                    <a:pt x="4595" y="1313"/>
                  </a:lnTo>
                  <a:lnTo>
                    <a:pt x="4904" y="1738"/>
                  </a:lnTo>
                  <a:lnTo>
                    <a:pt x="5174" y="2163"/>
                  </a:lnTo>
                  <a:lnTo>
                    <a:pt x="5252" y="2394"/>
                  </a:lnTo>
                  <a:lnTo>
                    <a:pt x="5329" y="2665"/>
                  </a:lnTo>
                  <a:lnTo>
                    <a:pt x="5367" y="2896"/>
                  </a:lnTo>
                  <a:lnTo>
                    <a:pt x="5367" y="3167"/>
                  </a:lnTo>
                  <a:lnTo>
                    <a:pt x="5367" y="3437"/>
                  </a:lnTo>
                  <a:lnTo>
                    <a:pt x="5329" y="3707"/>
                  </a:lnTo>
                  <a:lnTo>
                    <a:pt x="5213" y="4171"/>
                  </a:lnTo>
                  <a:lnTo>
                    <a:pt x="5020" y="4595"/>
                  </a:lnTo>
                  <a:lnTo>
                    <a:pt x="4750" y="4981"/>
                  </a:lnTo>
                  <a:lnTo>
                    <a:pt x="4441" y="5368"/>
                  </a:lnTo>
                  <a:lnTo>
                    <a:pt x="4055" y="5638"/>
                  </a:lnTo>
                  <a:lnTo>
                    <a:pt x="3630" y="5870"/>
                  </a:lnTo>
                  <a:lnTo>
                    <a:pt x="3398" y="5947"/>
                  </a:lnTo>
                  <a:lnTo>
                    <a:pt x="3166" y="6024"/>
                  </a:lnTo>
                  <a:lnTo>
                    <a:pt x="2935" y="6024"/>
                  </a:lnTo>
                  <a:lnTo>
                    <a:pt x="2703" y="6063"/>
                  </a:lnTo>
                  <a:lnTo>
                    <a:pt x="2394" y="6024"/>
                  </a:lnTo>
                  <a:lnTo>
                    <a:pt x="2085" y="5985"/>
                  </a:lnTo>
                  <a:lnTo>
                    <a:pt x="1815" y="5908"/>
                  </a:lnTo>
                  <a:lnTo>
                    <a:pt x="1583" y="5792"/>
                  </a:lnTo>
                  <a:lnTo>
                    <a:pt x="1390" y="5677"/>
                  </a:lnTo>
                  <a:lnTo>
                    <a:pt x="1197" y="5522"/>
                  </a:lnTo>
                  <a:lnTo>
                    <a:pt x="1004" y="5329"/>
                  </a:lnTo>
                  <a:lnTo>
                    <a:pt x="850" y="5136"/>
                  </a:lnTo>
                  <a:lnTo>
                    <a:pt x="734" y="4904"/>
                  </a:lnTo>
                  <a:lnTo>
                    <a:pt x="656" y="4673"/>
                  </a:lnTo>
                  <a:lnTo>
                    <a:pt x="541" y="4441"/>
                  </a:lnTo>
                  <a:lnTo>
                    <a:pt x="502" y="4209"/>
                  </a:lnTo>
                  <a:lnTo>
                    <a:pt x="425" y="3669"/>
                  </a:lnTo>
                  <a:lnTo>
                    <a:pt x="463" y="3128"/>
                  </a:lnTo>
                  <a:lnTo>
                    <a:pt x="579" y="2587"/>
                  </a:lnTo>
                  <a:lnTo>
                    <a:pt x="734" y="2085"/>
                  </a:lnTo>
                  <a:lnTo>
                    <a:pt x="1004" y="1622"/>
                  </a:lnTo>
                  <a:lnTo>
                    <a:pt x="1158" y="1390"/>
                  </a:lnTo>
                  <a:lnTo>
                    <a:pt x="1313" y="1197"/>
                  </a:lnTo>
                  <a:lnTo>
                    <a:pt x="1506" y="1043"/>
                  </a:lnTo>
                  <a:lnTo>
                    <a:pt x="1699" y="888"/>
                  </a:lnTo>
                  <a:lnTo>
                    <a:pt x="1931" y="734"/>
                  </a:lnTo>
                  <a:lnTo>
                    <a:pt x="2162" y="657"/>
                  </a:lnTo>
                  <a:lnTo>
                    <a:pt x="2394" y="579"/>
                  </a:lnTo>
                  <a:lnTo>
                    <a:pt x="2664" y="502"/>
                  </a:lnTo>
                  <a:lnTo>
                    <a:pt x="2935" y="502"/>
                  </a:lnTo>
                  <a:lnTo>
                    <a:pt x="3244" y="541"/>
                  </a:lnTo>
                  <a:lnTo>
                    <a:pt x="3282" y="502"/>
                  </a:lnTo>
                  <a:close/>
                  <a:moveTo>
                    <a:pt x="3128" y="0"/>
                  </a:moveTo>
                  <a:lnTo>
                    <a:pt x="3051" y="39"/>
                  </a:lnTo>
                  <a:lnTo>
                    <a:pt x="2973" y="116"/>
                  </a:lnTo>
                  <a:lnTo>
                    <a:pt x="2973" y="193"/>
                  </a:lnTo>
                  <a:lnTo>
                    <a:pt x="2664" y="155"/>
                  </a:lnTo>
                  <a:lnTo>
                    <a:pt x="2394" y="193"/>
                  </a:lnTo>
                  <a:lnTo>
                    <a:pt x="2124" y="232"/>
                  </a:lnTo>
                  <a:lnTo>
                    <a:pt x="1854" y="309"/>
                  </a:lnTo>
                  <a:lnTo>
                    <a:pt x="1622" y="425"/>
                  </a:lnTo>
                  <a:lnTo>
                    <a:pt x="1390" y="579"/>
                  </a:lnTo>
                  <a:lnTo>
                    <a:pt x="1197" y="734"/>
                  </a:lnTo>
                  <a:lnTo>
                    <a:pt x="965" y="927"/>
                  </a:lnTo>
                  <a:lnTo>
                    <a:pt x="811" y="1120"/>
                  </a:lnTo>
                  <a:lnTo>
                    <a:pt x="656" y="1352"/>
                  </a:lnTo>
                  <a:lnTo>
                    <a:pt x="386" y="1854"/>
                  </a:lnTo>
                  <a:lnTo>
                    <a:pt x="154" y="2394"/>
                  </a:lnTo>
                  <a:lnTo>
                    <a:pt x="39" y="2974"/>
                  </a:lnTo>
                  <a:lnTo>
                    <a:pt x="0" y="3591"/>
                  </a:lnTo>
                  <a:lnTo>
                    <a:pt x="0" y="3900"/>
                  </a:lnTo>
                  <a:lnTo>
                    <a:pt x="39" y="4209"/>
                  </a:lnTo>
                  <a:lnTo>
                    <a:pt x="116" y="4518"/>
                  </a:lnTo>
                  <a:lnTo>
                    <a:pt x="193" y="4788"/>
                  </a:lnTo>
                  <a:lnTo>
                    <a:pt x="270" y="5059"/>
                  </a:lnTo>
                  <a:lnTo>
                    <a:pt x="425" y="5329"/>
                  </a:lnTo>
                  <a:lnTo>
                    <a:pt x="579" y="5561"/>
                  </a:lnTo>
                  <a:lnTo>
                    <a:pt x="772" y="5754"/>
                  </a:lnTo>
                  <a:lnTo>
                    <a:pt x="965" y="5947"/>
                  </a:lnTo>
                  <a:lnTo>
                    <a:pt x="1197" y="6101"/>
                  </a:lnTo>
                  <a:lnTo>
                    <a:pt x="1467" y="6256"/>
                  </a:lnTo>
                  <a:lnTo>
                    <a:pt x="1738" y="6372"/>
                  </a:lnTo>
                  <a:lnTo>
                    <a:pt x="2085" y="6449"/>
                  </a:lnTo>
                  <a:lnTo>
                    <a:pt x="2394" y="6487"/>
                  </a:lnTo>
                  <a:lnTo>
                    <a:pt x="2742" y="6526"/>
                  </a:lnTo>
                  <a:lnTo>
                    <a:pt x="3012" y="6487"/>
                  </a:lnTo>
                  <a:lnTo>
                    <a:pt x="3321" y="6449"/>
                  </a:lnTo>
                  <a:lnTo>
                    <a:pt x="3630" y="6372"/>
                  </a:lnTo>
                  <a:lnTo>
                    <a:pt x="3900" y="6256"/>
                  </a:lnTo>
                  <a:lnTo>
                    <a:pt x="4170" y="6101"/>
                  </a:lnTo>
                  <a:lnTo>
                    <a:pt x="4402" y="5947"/>
                  </a:lnTo>
                  <a:lnTo>
                    <a:pt x="4634" y="5792"/>
                  </a:lnTo>
                  <a:lnTo>
                    <a:pt x="4866" y="5561"/>
                  </a:lnTo>
                  <a:lnTo>
                    <a:pt x="5059" y="5368"/>
                  </a:lnTo>
                  <a:lnTo>
                    <a:pt x="5252" y="5097"/>
                  </a:lnTo>
                  <a:lnTo>
                    <a:pt x="5406" y="4866"/>
                  </a:lnTo>
                  <a:lnTo>
                    <a:pt x="5522" y="4595"/>
                  </a:lnTo>
                  <a:lnTo>
                    <a:pt x="5638" y="4286"/>
                  </a:lnTo>
                  <a:lnTo>
                    <a:pt x="5754" y="4016"/>
                  </a:lnTo>
                  <a:lnTo>
                    <a:pt x="5792" y="3707"/>
                  </a:lnTo>
                  <a:lnTo>
                    <a:pt x="5831" y="3398"/>
                  </a:lnTo>
                  <a:lnTo>
                    <a:pt x="5831" y="3089"/>
                  </a:lnTo>
                  <a:lnTo>
                    <a:pt x="5792" y="2780"/>
                  </a:lnTo>
                  <a:lnTo>
                    <a:pt x="5754" y="2472"/>
                  </a:lnTo>
                  <a:lnTo>
                    <a:pt x="5638" y="2163"/>
                  </a:lnTo>
                  <a:lnTo>
                    <a:pt x="5522" y="1892"/>
                  </a:lnTo>
                  <a:lnTo>
                    <a:pt x="5406" y="1622"/>
                  </a:lnTo>
                  <a:lnTo>
                    <a:pt x="5213" y="1352"/>
                  </a:lnTo>
                  <a:lnTo>
                    <a:pt x="5020" y="1120"/>
                  </a:lnTo>
                  <a:lnTo>
                    <a:pt x="4827" y="888"/>
                  </a:lnTo>
                  <a:lnTo>
                    <a:pt x="4595" y="695"/>
                  </a:lnTo>
                  <a:lnTo>
                    <a:pt x="4364" y="502"/>
                  </a:lnTo>
                  <a:lnTo>
                    <a:pt x="4093" y="348"/>
                  </a:lnTo>
                  <a:lnTo>
                    <a:pt x="3823" y="193"/>
                  </a:lnTo>
                  <a:lnTo>
                    <a:pt x="3514" y="116"/>
                  </a:lnTo>
                  <a:lnTo>
                    <a:pt x="32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6" name="Google Shape;4036;p17"/>
            <p:cNvSpPr/>
            <p:nvPr/>
          </p:nvSpPr>
          <p:spPr>
            <a:xfrm>
              <a:off x="3966375" y="4488475"/>
              <a:ext cx="350450" cy="288650"/>
            </a:xfrm>
            <a:custGeom>
              <a:avLst/>
              <a:gdLst/>
              <a:ahLst/>
              <a:cxnLst/>
              <a:rect l="l" t="t" r="r" b="b"/>
              <a:pathLst>
                <a:path w="14018" h="11546" extrusionOk="0">
                  <a:moveTo>
                    <a:pt x="11778" y="0"/>
                  </a:moveTo>
                  <a:lnTo>
                    <a:pt x="11469" y="77"/>
                  </a:lnTo>
                  <a:lnTo>
                    <a:pt x="11855" y="1931"/>
                  </a:lnTo>
                  <a:lnTo>
                    <a:pt x="12280" y="3746"/>
                  </a:lnTo>
                  <a:lnTo>
                    <a:pt x="11508" y="2780"/>
                  </a:lnTo>
                  <a:lnTo>
                    <a:pt x="10658" y="1892"/>
                  </a:lnTo>
                  <a:lnTo>
                    <a:pt x="10427" y="2085"/>
                  </a:lnTo>
                  <a:lnTo>
                    <a:pt x="11469" y="3437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8"/>
                  </a:lnTo>
                  <a:lnTo>
                    <a:pt x="13168" y="5522"/>
                  </a:lnTo>
                  <a:lnTo>
                    <a:pt x="13168" y="5522"/>
                  </a:lnTo>
                  <a:lnTo>
                    <a:pt x="13439" y="5715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0"/>
                  </a:lnTo>
                  <a:lnTo>
                    <a:pt x="13632" y="6681"/>
                  </a:lnTo>
                  <a:lnTo>
                    <a:pt x="13516" y="6912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4" y="7955"/>
                  </a:lnTo>
                  <a:lnTo>
                    <a:pt x="12203" y="8418"/>
                  </a:lnTo>
                  <a:lnTo>
                    <a:pt x="11740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1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1" y="11160"/>
                  </a:lnTo>
                  <a:lnTo>
                    <a:pt x="3630" y="11160"/>
                  </a:lnTo>
                  <a:lnTo>
                    <a:pt x="3013" y="11121"/>
                  </a:lnTo>
                  <a:lnTo>
                    <a:pt x="2356" y="11044"/>
                  </a:lnTo>
                  <a:lnTo>
                    <a:pt x="1661" y="10928"/>
                  </a:lnTo>
                  <a:lnTo>
                    <a:pt x="1352" y="10812"/>
                  </a:lnTo>
                  <a:lnTo>
                    <a:pt x="1082" y="10696"/>
                  </a:lnTo>
                  <a:lnTo>
                    <a:pt x="812" y="10542"/>
                  </a:lnTo>
                  <a:lnTo>
                    <a:pt x="618" y="10388"/>
                  </a:lnTo>
                  <a:lnTo>
                    <a:pt x="464" y="10194"/>
                  </a:lnTo>
                  <a:lnTo>
                    <a:pt x="348" y="9963"/>
                  </a:lnTo>
                  <a:lnTo>
                    <a:pt x="348" y="9731"/>
                  </a:lnTo>
                  <a:lnTo>
                    <a:pt x="387" y="9461"/>
                  </a:lnTo>
                  <a:lnTo>
                    <a:pt x="155" y="9422"/>
                  </a:lnTo>
                  <a:lnTo>
                    <a:pt x="39" y="9654"/>
                  </a:lnTo>
                  <a:lnTo>
                    <a:pt x="1" y="9886"/>
                  </a:lnTo>
                  <a:lnTo>
                    <a:pt x="39" y="10117"/>
                  </a:lnTo>
                  <a:lnTo>
                    <a:pt x="78" y="10310"/>
                  </a:lnTo>
                  <a:lnTo>
                    <a:pt x="194" y="10465"/>
                  </a:lnTo>
                  <a:lnTo>
                    <a:pt x="348" y="10619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7"/>
                  </a:lnTo>
                  <a:lnTo>
                    <a:pt x="2202" y="11353"/>
                  </a:lnTo>
                  <a:lnTo>
                    <a:pt x="2626" y="11430"/>
                  </a:lnTo>
                  <a:lnTo>
                    <a:pt x="3321" y="11507"/>
                  </a:lnTo>
                  <a:lnTo>
                    <a:pt x="3978" y="11546"/>
                  </a:lnTo>
                  <a:lnTo>
                    <a:pt x="4673" y="11546"/>
                  </a:lnTo>
                  <a:lnTo>
                    <a:pt x="5368" y="11507"/>
                  </a:lnTo>
                  <a:lnTo>
                    <a:pt x="6063" y="11430"/>
                  </a:lnTo>
                  <a:lnTo>
                    <a:pt x="6758" y="11314"/>
                  </a:lnTo>
                  <a:lnTo>
                    <a:pt x="7415" y="11160"/>
                  </a:lnTo>
                  <a:lnTo>
                    <a:pt x="8071" y="11005"/>
                  </a:lnTo>
                  <a:lnTo>
                    <a:pt x="8728" y="10774"/>
                  </a:lnTo>
                  <a:lnTo>
                    <a:pt x="9345" y="10542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2" y="9654"/>
                  </a:lnTo>
                  <a:lnTo>
                    <a:pt x="11701" y="9268"/>
                  </a:lnTo>
                  <a:lnTo>
                    <a:pt x="12242" y="8882"/>
                  </a:lnTo>
                  <a:lnTo>
                    <a:pt x="12744" y="8457"/>
                  </a:lnTo>
                  <a:lnTo>
                    <a:pt x="13168" y="8071"/>
                  </a:lnTo>
                  <a:lnTo>
                    <a:pt x="13554" y="7646"/>
                  </a:lnTo>
                  <a:lnTo>
                    <a:pt x="13748" y="7376"/>
                  </a:lnTo>
                  <a:lnTo>
                    <a:pt x="13863" y="7144"/>
                  </a:lnTo>
                  <a:lnTo>
                    <a:pt x="13979" y="6874"/>
                  </a:lnTo>
                  <a:lnTo>
                    <a:pt x="14018" y="6565"/>
                  </a:lnTo>
                  <a:lnTo>
                    <a:pt x="14018" y="6333"/>
                  </a:lnTo>
                  <a:lnTo>
                    <a:pt x="14018" y="6140"/>
                  </a:lnTo>
                  <a:lnTo>
                    <a:pt x="13941" y="5908"/>
                  </a:lnTo>
                  <a:lnTo>
                    <a:pt x="13863" y="5715"/>
                  </a:lnTo>
                  <a:lnTo>
                    <a:pt x="13748" y="5522"/>
                  </a:lnTo>
                  <a:lnTo>
                    <a:pt x="13593" y="5368"/>
                  </a:lnTo>
                  <a:lnTo>
                    <a:pt x="13439" y="5252"/>
                  </a:lnTo>
                  <a:lnTo>
                    <a:pt x="13246" y="5136"/>
                  </a:lnTo>
                  <a:lnTo>
                    <a:pt x="13091" y="5136"/>
                  </a:lnTo>
                  <a:lnTo>
                    <a:pt x="12821" y="3823"/>
                  </a:lnTo>
                  <a:lnTo>
                    <a:pt x="12512" y="2549"/>
                  </a:lnTo>
                  <a:lnTo>
                    <a:pt x="12164" y="1274"/>
                  </a:lnTo>
                  <a:lnTo>
                    <a:pt x="117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7" name="Google Shape;4037;p17"/>
            <p:cNvSpPr/>
            <p:nvPr/>
          </p:nvSpPr>
          <p:spPr>
            <a:xfrm>
              <a:off x="1307750" y="4498125"/>
              <a:ext cx="103325" cy="105250"/>
            </a:xfrm>
            <a:custGeom>
              <a:avLst/>
              <a:gdLst/>
              <a:ahLst/>
              <a:cxnLst/>
              <a:rect l="l" t="t" r="r" b="b"/>
              <a:pathLst>
                <a:path w="4133" h="4210" extrusionOk="0">
                  <a:moveTo>
                    <a:pt x="2317" y="348"/>
                  </a:moveTo>
                  <a:lnTo>
                    <a:pt x="2665" y="425"/>
                  </a:lnTo>
                  <a:lnTo>
                    <a:pt x="2819" y="502"/>
                  </a:lnTo>
                  <a:lnTo>
                    <a:pt x="2974" y="618"/>
                  </a:lnTo>
                  <a:lnTo>
                    <a:pt x="3128" y="734"/>
                  </a:lnTo>
                  <a:lnTo>
                    <a:pt x="3244" y="850"/>
                  </a:lnTo>
                  <a:lnTo>
                    <a:pt x="3360" y="1043"/>
                  </a:lnTo>
                  <a:lnTo>
                    <a:pt x="3476" y="1197"/>
                  </a:lnTo>
                  <a:lnTo>
                    <a:pt x="3514" y="1236"/>
                  </a:lnTo>
                  <a:lnTo>
                    <a:pt x="3630" y="1545"/>
                  </a:lnTo>
                  <a:lnTo>
                    <a:pt x="3707" y="1815"/>
                  </a:lnTo>
                  <a:lnTo>
                    <a:pt x="3746" y="2086"/>
                  </a:lnTo>
                  <a:lnTo>
                    <a:pt x="3746" y="2356"/>
                  </a:lnTo>
                  <a:lnTo>
                    <a:pt x="3707" y="2626"/>
                  </a:lnTo>
                  <a:lnTo>
                    <a:pt x="3630" y="2896"/>
                  </a:lnTo>
                  <a:lnTo>
                    <a:pt x="3514" y="3128"/>
                  </a:lnTo>
                  <a:lnTo>
                    <a:pt x="3283" y="3398"/>
                  </a:lnTo>
                  <a:lnTo>
                    <a:pt x="3012" y="3591"/>
                  </a:lnTo>
                  <a:lnTo>
                    <a:pt x="2703" y="3746"/>
                  </a:lnTo>
                  <a:lnTo>
                    <a:pt x="2356" y="3823"/>
                  </a:lnTo>
                  <a:lnTo>
                    <a:pt x="2008" y="3862"/>
                  </a:lnTo>
                  <a:lnTo>
                    <a:pt x="1661" y="3785"/>
                  </a:lnTo>
                  <a:lnTo>
                    <a:pt x="1313" y="3669"/>
                  </a:lnTo>
                  <a:lnTo>
                    <a:pt x="1004" y="3476"/>
                  </a:lnTo>
                  <a:lnTo>
                    <a:pt x="734" y="3244"/>
                  </a:lnTo>
                  <a:lnTo>
                    <a:pt x="579" y="2935"/>
                  </a:lnTo>
                  <a:lnTo>
                    <a:pt x="425" y="2665"/>
                  </a:lnTo>
                  <a:lnTo>
                    <a:pt x="386" y="2317"/>
                  </a:lnTo>
                  <a:lnTo>
                    <a:pt x="348" y="2008"/>
                  </a:lnTo>
                  <a:lnTo>
                    <a:pt x="386" y="1661"/>
                  </a:lnTo>
                  <a:lnTo>
                    <a:pt x="502" y="1352"/>
                  </a:lnTo>
                  <a:lnTo>
                    <a:pt x="657" y="1043"/>
                  </a:lnTo>
                  <a:lnTo>
                    <a:pt x="888" y="811"/>
                  </a:lnTo>
                  <a:lnTo>
                    <a:pt x="1197" y="580"/>
                  </a:lnTo>
                  <a:lnTo>
                    <a:pt x="1545" y="425"/>
                  </a:lnTo>
                  <a:lnTo>
                    <a:pt x="1931" y="348"/>
                  </a:lnTo>
                  <a:close/>
                  <a:moveTo>
                    <a:pt x="2201" y="0"/>
                  </a:moveTo>
                  <a:lnTo>
                    <a:pt x="1815" y="39"/>
                  </a:lnTo>
                  <a:lnTo>
                    <a:pt x="1468" y="116"/>
                  </a:lnTo>
                  <a:lnTo>
                    <a:pt x="1120" y="232"/>
                  </a:lnTo>
                  <a:lnTo>
                    <a:pt x="927" y="348"/>
                  </a:lnTo>
                  <a:lnTo>
                    <a:pt x="773" y="464"/>
                  </a:lnTo>
                  <a:lnTo>
                    <a:pt x="579" y="618"/>
                  </a:lnTo>
                  <a:lnTo>
                    <a:pt x="464" y="773"/>
                  </a:lnTo>
                  <a:lnTo>
                    <a:pt x="232" y="1159"/>
                  </a:lnTo>
                  <a:lnTo>
                    <a:pt x="78" y="1545"/>
                  </a:lnTo>
                  <a:lnTo>
                    <a:pt x="0" y="1970"/>
                  </a:lnTo>
                  <a:lnTo>
                    <a:pt x="0" y="2394"/>
                  </a:lnTo>
                  <a:lnTo>
                    <a:pt x="116" y="2858"/>
                  </a:lnTo>
                  <a:lnTo>
                    <a:pt x="193" y="3051"/>
                  </a:lnTo>
                  <a:lnTo>
                    <a:pt x="309" y="3244"/>
                  </a:lnTo>
                  <a:lnTo>
                    <a:pt x="579" y="3553"/>
                  </a:lnTo>
                  <a:lnTo>
                    <a:pt x="888" y="3823"/>
                  </a:lnTo>
                  <a:lnTo>
                    <a:pt x="1236" y="4016"/>
                  </a:lnTo>
                  <a:lnTo>
                    <a:pt x="1622" y="4171"/>
                  </a:lnTo>
                  <a:lnTo>
                    <a:pt x="2047" y="4209"/>
                  </a:lnTo>
                  <a:lnTo>
                    <a:pt x="2472" y="4209"/>
                  </a:lnTo>
                  <a:lnTo>
                    <a:pt x="2858" y="4093"/>
                  </a:lnTo>
                  <a:lnTo>
                    <a:pt x="3244" y="3939"/>
                  </a:lnTo>
                  <a:lnTo>
                    <a:pt x="3398" y="3823"/>
                  </a:lnTo>
                  <a:lnTo>
                    <a:pt x="3553" y="3669"/>
                  </a:lnTo>
                  <a:lnTo>
                    <a:pt x="3707" y="3514"/>
                  </a:lnTo>
                  <a:lnTo>
                    <a:pt x="3823" y="3321"/>
                  </a:lnTo>
                  <a:lnTo>
                    <a:pt x="4016" y="2935"/>
                  </a:lnTo>
                  <a:lnTo>
                    <a:pt x="4132" y="2510"/>
                  </a:lnTo>
                  <a:lnTo>
                    <a:pt x="4132" y="2047"/>
                  </a:lnTo>
                  <a:lnTo>
                    <a:pt x="4132" y="1854"/>
                  </a:lnTo>
                  <a:lnTo>
                    <a:pt x="4055" y="1622"/>
                  </a:lnTo>
                  <a:lnTo>
                    <a:pt x="4016" y="1429"/>
                  </a:lnTo>
                  <a:lnTo>
                    <a:pt x="3900" y="1236"/>
                  </a:lnTo>
                  <a:lnTo>
                    <a:pt x="3785" y="1082"/>
                  </a:lnTo>
                  <a:lnTo>
                    <a:pt x="3630" y="927"/>
                  </a:lnTo>
                  <a:lnTo>
                    <a:pt x="3591" y="888"/>
                  </a:lnTo>
                  <a:lnTo>
                    <a:pt x="3553" y="734"/>
                  </a:lnTo>
                  <a:lnTo>
                    <a:pt x="3437" y="580"/>
                  </a:lnTo>
                  <a:lnTo>
                    <a:pt x="3360" y="425"/>
                  </a:lnTo>
                  <a:lnTo>
                    <a:pt x="3244" y="348"/>
                  </a:lnTo>
                  <a:lnTo>
                    <a:pt x="3089" y="232"/>
                  </a:lnTo>
                  <a:lnTo>
                    <a:pt x="2935" y="155"/>
                  </a:lnTo>
                  <a:lnTo>
                    <a:pt x="2587" y="39"/>
                  </a:lnTo>
                  <a:lnTo>
                    <a:pt x="220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8" name="Google Shape;4038;p17"/>
            <p:cNvSpPr/>
            <p:nvPr/>
          </p:nvSpPr>
          <p:spPr>
            <a:xfrm>
              <a:off x="6468625" y="4526125"/>
              <a:ext cx="329200" cy="242325"/>
            </a:xfrm>
            <a:custGeom>
              <a:avLst/>
              <a:gdLst/>
              <a:ahLst/>
              <a:cxnLst/>
              <a:rect l="l" t="t" r="r" b="b"/>
              <a:pathLst>
                <a:path w="13168" h="9693" extrusionOk="0">
                  <a:moveTo>
                    <a:pt x="5368" y="618"/>
                  </a:moveTo>
                  <a:lnTo>
                    <a:pt x="5947" y="772"/>
                  </a:lnTo>
                  <a:lnTo>
                    <a:pt x="6526" y="1004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2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6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1" y="3707"/>
                  </a:lnTo>
                  <a:lnTo>
                    <a:pt x="8573" y="3707"/>
                  </a:lnTo>
                  <a:lnTo>
                    <a:pt x="7723" y="3823"/>
                  </a:lnTo>
                  <a:lnTo>
                    <a:pt x="6874" y="3900"/>
                  </a:lnTo>
                  <a:lnTo>
                    <a:pt x="6410" y="3939"/>
                  </a:lnTo>
                  <a:lnTo>
                    <a:pt x="6179" y="3939"/>
                  </a:lnTo>
                  <a:lnTo>
                    <a:pt x="5986" y="3900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6" y="2626"/>
                  </a:lnTo>
                  <a:lnTo>
                    <a:pt x="5368" y="1969"/>
                  </a:lnTo>
                  <a:lnTo>
                    <a:pt x="5368" y="618"/>
                  </a:lnTo>
                  <a:close/>
                  <a:moveTo>
                    <a:pt x="2781" y="888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8" y="3707"/>
                  </a:lnTo>
                  <a:lnTo>
                    <a:pt x="2510" y="3862"/>
                  </a:lnTo>
                  <a:lnTo>
                    <a:pt x="2433" y="4016"/>
                  </a:lnTo>
                  <a:lnTo>
                    <a:pt x="2317" y="4132"/>
                  </a:lnTo>
                  <a:lnTo>
                    <a:pt x="2124" y="4209"/>
                  </a:lnTo>
                  <a:lnTo>
                    <a:pt x="1892" y="4286"/>
                  </a:lnTo>
                  <a:lnTo>
                    <a:pt x="1545" y="4286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6" y="4016"/>
                  </a:lnTo>
                  <a:lnTo>
                    <a:pt x="502" y="3514"/>
                  </a:lnTo>
                  <a:lnTo>
                    <a:pt x="657" y="3012"/>
                  </a:lnTo>
                  <a:lnTo>
                    <a:pt x="888" y="2549"/>
                  </a:lnTo>
                  <a:lnTo>
                    <a:pt x="1159" y="2124"/>
                  </a:lnTo>
                  <a:lnTo>
                    <a:pt x="1506" y="1738"/>
                  </a:lnTo>
                  <a:lnTo>
                    <a:pt x="1892" y="1429"/>
                  </a:lnTo>
                  <a:lnTo>
                    <a:pt x="2317" y="1120"/>
                  </a:lnTo>
                  <a:lnTo>
                    <a:pt x="2781" y="888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3" y="5985"/>
                  </a:lnTo>
                  <a:lnTo>
                    <a:pt x="11430" y="6140"/>
                  </a:lnTo>
                  <a:lnTo>
                    <a:pt x="11353" y="6217"/>
                  </a:lnTo>
                  <a:lnTo>
                    <a:pt x="11237" y="6256"/>
                  </a:lnTo>
                  <a:lnTo>
                    <a:pt x="11083" y="6294"/>
                  </a:lnTo>
                  <a:lnTo>
                    <a:pt x="10928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19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2" y="0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5" y="386"/>
                  </a:lnTo>
                  <a:lnTo>
                    <a:pt x="2240" y="579"/>
                  </a:lnTo>
                  <a:lnTo>
                    <a:pt x="1854" y="811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8" y="1661"/>
                  </a:lnTo>
                  <a:lnTo>
                    <a:pt x="618" y="2008"/>
                  </a:lnTo>
                  <a:lnTo>
                    <a:pt x="425" y="2394"/>
                  </a:lnTo>
                  <a:lnTo>
                    <a:pt x="232" y="2780"/>
                  </a:lnTo>
                  <a:lnTo>
                    <a:pt x="116" y="3205"/>
                  </a:lnTo>
                  <a:lnTo>
                    <a:pt x="39" y="3669"/>
                  </a:lnTo>
                  <a:lnTo>
                    <a:pt x="0" y="4093"/>
                  </a:lnTo>
                  <a:lnTo>
                    <a:pt x="39" y="4557"/>
                  </a:lnTo>
                  <a:lnTo>
                    <a:pt x="348" y="4595"/>
                  </a:lnTo>
                  <a:lnTo>
                    <a:pt x="386" y="4286"/>
                  </a:lnTo>
                  <a:lnTo>
                    <a:pt x="966" y="4518"/>
                  </a:lnTo>
                  <a:lnTo>
                    <a:pt x="1313" y="4595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79"/>
                  </a:lnTo>
                  <a:lnTo>
                    <a:pt x="2742" y="4402"/>
                  </a:lnTo>
                  <a:lnTo>
                    <a:pt x="2858" y="4248"/>
                  </a:lnTo>
                  <a:lnTo>
                    <a:pt x="2896" y="4132"/>
                  </a:lnTo>
                  <a:lnTo>
                    <a:pt x="2974" y="3977"/>
                  </a:lnTo>
                  <a:lnTo>
                    <a:pt x="3012" y="3630"/>
                  </a:lnTo>
                  <a:lnTo>
                    <a:pt x="3012" y="2973"/>
                  </a:lnTo>
                  <a:lnTo>
                    <a:pt x="3128" y="772"/>
                  </a:lnTo>
                  <a:lnTo>
                    <a:pt x="3514" y="657"/>
                  </a:lnTo>
                  <a:lnTo>
                    <a:pt x="3939" y="579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8" y="579"/>
                  </a:lnTo>
                  <a:lnTo>
                    <a:pt x="5020" y="1661"/>
                  </a:lnTo>
                  <a:lnTo>
                    <a:pt x="5059" y="2703"/>
                  </a:lnTo>
                  <a:lnTo>
                    <a:pt x="5098" y="3398"/>
                  </a:lnTo>
                  <a:lnTo>
                    <a:pt x="5175" y="3746"/>
                  </a:lnTo>
                  <a:lnTo>
                    <a:pt x="5213" y="3900"/>
                  </a:lnTo>
                  <a:lnTo>
                    <a:pt x="5291" y="4055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6"/>
                  </a:lnTo>
                  <a:lnTo>
                    <a:pt x="5870" y="4325"/>
                  </a:lnTo>
                  <a:lnTo>
                    <a:pt x="6217" y="4325"/>
                  </a:lnTo>
                  <a:lnTo>
                    <a:pt x="6565" y="4286"/>
                  </a:lnTo>
                  <a:lnTo>
                    <a:pt x="7607" y="4209"/>
                  </a:lnTo>
                  <a:lnTo>
                    <a:pt x="8650" y="4093"/>
                  </a:lnTo>
                  <a:lnTo>
                    <a:pt x="8650" y="4479"/>
                  </a:lnTo>
                  <a:lnTo>
                    <a:pt x="8611" y="4866"/>
                  </a:lnTo>
                  <a:lnTo>
                    <a:pt x="8611" y="4904"/>
                  </a:lnTo>
                  <a:lnTo>
                    <a:pt x="8611" y="5020"/>
                  </a:lnTo>
                  <a:lnTo>
                    <a:pt x="8650" y="5097"/>
                  </a:lnTo>
                  <a:lnTo>
                    <a:pt x="8766" y="5097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6" y="4943"/>
                  </a:lnTo>
                  <a:lnTo>
                    <a:pt x="9191" y="4904"/>
                  </a:lnTo>
                  <a:lnTo>
                    <a:pt x="9384" y="4904"/>
                  </a:lnTo>
                  <a:lnTo>
                    <a:pt x="9809" y="4981"/>
                  </a:lnTo>
                  <a:lnTo>
                    <a:pt x="10195" y="5097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1" y="5445"/>
                  </a:lnTo>
                  <a:lnTo>
                    <a:pt x="10272" y="5599"/>
                  </a:lnTo>
                  <a:lnTo>
                    <a:pt x="10233" y="5754"/>
                  </a:lnTo>
                  <a:lnTo>
                    <a:pt x="10233" y="5908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7"/>
                  </a:lnTo>
                  <a:lnTo>
                    <a:pt x="10697" y="6603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3"/>
                  </a:lnTo>
                  <a:lnTo>
                    <a:pt x="11546" y="6526"/>
                  </a:lnTo>
                  <a:lnTo>
                    <a:pt x="11739" y="6410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2"/>
                  </a:lnTo>
                  <a:lnTo>
                    <a:pt x="12396" y="7221"/>
                  </a:lnTo>
                  <a:lnTo>
                    <a:pt x="12473" y="7569"/>
                  </a:lnTo>
                  <a:lnTo>
                    <a:pt x="12550" y="7916"/>
                  </a:lnTo>
                  <a:lnTo>
                    <a:pt x="12550" y="8264"/>
                  </a:lnTo>
                  <a:lnTo>
                    <a:pt x="12589" y="8997"/>
                  </a:lnTo>
                  <a:lnTo>
                    <a:pt x="12512" y="8997"/>
                  </a:lnTo>
                  <a:lnTo>
                    <a:pt x="12434" y="9075"/>
                  </a:lnTo>
                  <a:lnTo>
                    <a:pt x="12396" y="9113"/>
                  </a:lnTo>
                  <a:lnTo>
                    <a:pt x="12357" y="9190"/>
                  </a:lnTo>
                  <a:lnTo>
                    <a:pt x="11469" y="9306"/>
                  </a:lnTo>
                  <a:lnTo>
                    <a:pt x="11469" y="9692"/>
                  </a:lnTo>
                  <a:lnTo>
                    <a:pt x="12125" y="9654"/>
                  </a:lnTo>
                  <a:lnTo>
                    <a:pt x="12820" y="9615"/>
                  </a:lnTo>
                  <a:lnTo>
                    <a:pt x="12936" y="9577"/>
                  </a:lnTo>
                  <a:lnTo>
                    <a:pt x="13014" y="9499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7"/>
                  </a:lnTo>
                  <a:lnTo>
                    <a:pt x="13168" y="8766"/>
                  </a:lnTo>
                  <a:lnTo>
                    <a:pt x="13168" y="8495"/>
                  </a:lnTo>
                  <a:lnTo>
                    <a:pt x="13168" y="8225"/>
                  </a:lnTo>
                  <a:lnTo>
                    <a:pt x="13091" y="7723"/>
                  </a:lnTo>
                  <a:lnTo>
                    <a:pt x="12936" y="7182"/>
                  </a:lnTo>
                  <a:lnTo>
                    <a:pt x="12743" y="6680"/>
                  </a:lnTo>
                  <a:lnTo>
                    <a:pt x="12434" y="6217"/>
                  </a:lnTo>
                  <a:lnTo>
                    <a:pt x="12125" y="5792"/>
                  </a:lnTo>
                  <a:lnTo>
                    <a:pt x="11778" y="5445"/>
                  </a:lnTo>
                  <a:lnTo>
                    <a:pt x="11315" y="5097"/>
                  </a:lnTo>
                  <a:lnTo>
                    <a:pt x="10967" y="4904"/>
                  </a:lnTo>
                  <a:lnTo>
                    <a:pt x="10619" y="4750"/>
                  </a:lnTo>
                  <a:lnTo>
                    <a:pt x="10272" y="4595"/>
                  </a:lnTo>
                  <a:lnTo>
                    <a:pt x="9886" y="4479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7"/>
                  </a:lnTo>
                  <a:lnTo>
                    <a:pt x="9229" y="3514"/>
                  </a:lnTo>
                  <a:lnTo>
                    <a:pt x="9152" y="3089"/>
                  </a:lnTo>
                  <a:lnTo>
                    <a:pt x="8998" y="2665"/>
                  </a:lnTo>
                  <a:lnTo>
                    <a:pt x="8805" y="2278"/>
                  </a:lnTo>
                  <a:lnTo>
                    <a:pt x="8534" y="1931"/>
                  </a:lnTo>
                  <a:lnTo>
                    <a:pt x="8225" y="1583"/>
                  </a:lnTo>
                  <a:lnTo>
                    <a:pt x="7839" y="1274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9" y="348"/>
                  </a:lnTo>
                  <a:lnTo>
                    <a:pt x="5715" y="193"/>
                  </a:lnTo>
                  <a:lnTo>
                    <a:pt x="5291" y="77"/>
                  </a:lnTo>
                  <a:lnTo>
                    <a:pt x="4827" y="39"/>
                  </a:lnTo>
                  <a:lnTo>
                    <a:pt x="440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9" name="Google Shape;4039;p17"/>
            <p:cNvSpPr/>
            <p:nvPr/>
          </p:nvSpPr>
          <p:spPr>
            <a:xfrm>
              <a:off x="4200000" y="4529000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5" y="1"/>
                  </a:moveTo>
                  <a:lnTo>
                    <a:pt x="348" y="889"/>
                  </a:lnTo>
                  <a:lnTo>
                    <a:pt x="232" y="1816"/>
                  </a:lnTo>
                  <a:lnTo>
                    <a:pt x="155" y="3631"/>
                  </a:lnTo>
                  <a:lnTo>
                    <a:pt x="0" y="7261"/>
                  </a:lnTo>
                  <a:lnTo>
                    <a:pt x="193" y="7261"/>
                  </a:lnTo>
                  <a:lnTo>
                    <a:pt x="425" y="5484"/>
                  </a:lnTo>
                  <a:lnTo>
                    <a:pt x="580" y="3669"/>
                  </a:lnTo>
                  <a:lnTo>
                    <a:pt x="695" y="1854"/>
                  </a:lnTo>
                  <a:lnTo>
                    <a:pt x="695" y="928"/>
                  </a:lnTo>
                  <a:lnTo>
                    <a:pt x="695" y="40"/>
                  </a:lnTo>
                  <a:lnTo>
                    <a:pt x="42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0" name="Google Shape;4040;p17"/>
            <p:cNvSpPr/>
            <p:nvPr/>
          </p:nvSpPr>
          <p:spPr>
            <a:xfrm>
              <a:off x="6500475" y="4539625"/>
              <a:ext cx="254875" cy="267450"/>
            </a:xfrm>
            <a:custGeom>
              <a:avLst/>
              <a:gdLst/>
              <a:ahLst/>
              <a:cxnLst/>
              <a:rect l="l" t="t" r="r" b="b"/>
              <a:pathLst>
                <a:path w="10195" h="10698" extrusionOk="0">
                  <a:moveTo>
                    <a:pt x="8264" y="7299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59" y="7569"/>
                  </a:lnTo>
                  <a:lnTo>
                    <a:pt x="9152" y="7724"/>
                  </a:lnTo>
                  <a:lnTo>
                    <a:pt x="9345" y="7917"/>
                  </a:lnTo>
                  <a:lnTo>
                    <a:pt x="9500" y="8110"/>
                  </a:lnTo>
                  <a:lnTo>
                    <a:pt x="9616" y="8342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2"/>
                  </a:lnTo>
                  <a:lnTo>
                    <a:pt x="9539" y="9423"/>
                  </a:lnTo>
                  <a:lnTo>
                    <a:pt x="9384" y="9654"/>
                  </a:lnTo>
                  <a:lnTo>
                    <a:pt x="9191" y="9848"/>
                  </a:lnTo>
                  <a:lnTo>
                    <a:pt x="8959" y="10041"/>
                  </a:lnTo>
                  <a:lnTo>
                    <a:pt x="8689" y="10118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39" y="10079"/>
                  </a:lnTo>
                  <a:lnTo>
                    <a:pt x="7608" y="9963"/>
                  </a:lnTo>
                  <a:lnTo>
                    <a:pt x="7376" y="9809"/>
                  </a:lnTo>
                  <a:lnTo>
                    <a:pt x="7183" y="9577"/>
                  </a:lnTo>
                  <a:lnTo>
                    <a:pt x="7029" y="9346"/>
                  </a:lnTo>
                  <a:lnTo>
                    <a:pt x="6951" y="9075"/>
                  </a:lnTo>
                  <a:lnTo>
                    <a:pt x="6913" y="8805"/>
                  </a:lnTo>
                  <a:lnTo>
                    <a:pt x="6951" y="8535"/>
                  </a:lnTo>
                  <a:lnTo>
                    <a:pt x="7029" y="8264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4"/>
                  </a:lnTo>
                  <a:lnTo>
                    <a:pt x="7724" y="7569"/>
                  </a:lnTo>
                  <a:lnTo>
                    <a:pt x="8148" y="7338"/>
                  </a:lnTo>
                  <a:lnTo>
                    <a:pt x="8226" y="7299"/>
                  </a:lnTo>
                  <a:close/>
                  <a:moveTo>
                    <a:pt x="2858" y="1"/>
                  </a:moveTo>
                  <a:lnTo>
                    <a:pt x="2665" y="39"/>
                  </a:lnTo>
                  <a:lnTo>
                    <a:pt x="2665" y="78"/>
                  </a:lnTo>
                  <a:lnTo>
                    <a:pt x="2626" y="1352"/>
                  </a:lnTo>
                  <a:lnTo>
                    <a:pt x="2626" y="2588"/>
                  </a:lnTo>
                  <a:lnTo>
                    <a:pt x="2665" y="3824"/>
                  </a:lnTo>
                  <a:lnTo>
                    <a:pt x="2704" y="5098"/>
                  </a:lnTo>
                  <a:lnTo>
                    <a:pt x="2897" y="7492"/>
                  </a:lnTo>
                  <a:lnTo>
                    <a:pt x="2897" y="8148"/>
                  </a:lnTo>
                  <a:lnTo>
                    <a:pt x="2935" y="8457"/>
                  </a:lnTo>
                  <a:lnTo>
                    <a:pt x="2974" y="8612"/>
                  </a:lnTo>
                  <a:lnTo>
                    <a:pt x="3051" y="8766"/>
                  </a:lnTo>
                  <a:lnTo>
                    <a:pt x="1545" y="8728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7"/>
                  </a:lnTo>
                  <a:lnTo>
                    <a:pt x="773" y="9114"/>
                  </a:lnTo>
                  <a:lnTo>
                    <a:pt x="1545" y="9152"/>
                  </a:lnTo>
                  <a:lnTo>
                    <a:pt x="3128" y="9230"/>
                  </a:lnTo>
                  <a:lnTo>
                    <a:pt x="4828" y="9307"/>
                  </a:lnTo>
                  <a:lnTo>
                    <a:pt x="5677" y="9307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8"/>
                  </a:lnTo>
                  <a:lnTo>
                    <a:pt x="6990" y="10079"/>
                  </a:lnTo>
                  <a:lnTo>
                    <a:pt x="7222" y="10311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7"/>
                  </a:lnTo>
                  <a:lnTo>
                    <a:pt x="8728" y="10620"/>
                  </a:lnTo>
                  <a:lnTo>
                    <a:pt x="9037" y="10543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3"/>
                  </a:lnTo>
                  <a:lnTo>
                    <a:pt x="10156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6" y="8419"/>
                  </a:lnTo>
                  <a:lnTo>
                    <a:pt x="10041" y="8071"/>
                  </a:lnTo>
                  <a:lnTo>
                    <a:pt x="9847" y="7762"/>
                  </a:lnTo>
                  <a:lnTo>
                    <a:pt x="9616" y="7492"/>
                  </a:lnTo>
                  <a:lnTo>
                    <a:pt x="9307" y="7260"/>
                  </a:lnTo>
                  <a:lnTo>
                    <a:pt x="8998" y="7106"/>
                  </a:lnTo>
                  <a:lnTo>
                    <a:pt x="8650" y="7029"/>
                  </a:lnTo>
                  <a:lnTo>
                    <a:pt x="8303" y="7029"/>
                  </a:lnTo>
                  <a:lnTo>
                    <a:pt x="8187" y="7067"/>
                  </a:lnTo>
                  <a:lnTo>
                    <a:pt x="8148" y="7029"/>
                  </a:lnTo>
                  <a:lnTo>
                    <a:pt x="8071" y="6990"/>
                  </a:lnTo>
                  <a:lnTo>
                    <a:pt x="7917" y="6990"/>
                  </a:lnTo>
                  <a:lnTo>
                    <a:pt x="7724" y="7029"/>
                  </a:lnTo>
                  <a:lnTo>
                    <a:pt x="7415" y="7144"/>
                  </a:lnTo>
                  <a:lnTo>
                    <a:pt x="7144" y="7338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49" y="8535"/>
                  </a:lnTo>
                  <a:lnTo>
                    <a:pt x="6449" y="8844"/>
                  </a:lnTo>
                  <a:lnTo>
                    <a:pt x="5716" y="8805"/>
                  </a:lnTo>
                  <a:lnTo>
                    <a:pt x="4943" y="8766"/>
                  </a:lnTo>
                  <a:lnTo>
                    <a:pt x="3476" y="8766"/>
                  </a:lnTo>
                  <a:lnTo>
                    <a:pt x="3476" y="8728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7" y="8535"/>
                  </a:lnTo>
                  <a:lnTo>
                    <a:pt x="3360" y="8496"/>
                  </a:lnTo>
                  <a:lnTo>
                    <a:pt x="3283" y="8496"/>
                  </a:lnTo>
                  <a:lnTo>
                    <a:pt x="3206" y="8535"/>
                  </a:lnTo>
                  <a:lnTo>
                    <a:pt x="3206" y="8535"/>
                  </a:lnTo>
                  <a:lnTo>
                    <a:pt x="3283" y="8380"/>
                  </a:lnTo>
                  <a:lnTo>
                    <a:pt x="3283" y="8226"/>
                  </a:lnTo>
                  <a:lnTo>
                    <a:pt x="3283" y="8110"/>
                  </a:lnTo>
                  <a:lnTo>
                    <a:pt x="3283" y="7955"/>
                  </a:lnTo>
                  <a:lnTo>
                    <a:pt x="3206" y="7338"/>
                  </a:lnTo>
                  <a:lnTo>
                    <a:pt x="3128" y="6449"/>
                  </a:lnTo>
                  <a:lnTo>
                    <a:pt x="3013" y="4326"/>
                  </a:lnTo>
                  <a:lnTo>
                    <a:pt x="2935" y="2202"/>
                  </a:lnTo>
                  <a:lnTo>
                    <a:pt x="2897" y="78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1" name="Google Shape;4041;p17"/>
            <p:cNvSpPr/>
            <p:nvPr/>
          </p:nvSpPr>
          <p:spPr>
            <a:xfrm>
              <a:off x="5490700" y="4546400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8" y="0"/>
                  </a:moveTo>
                  <a:lnTo>
                    <a:pt x="0" y="579"/>
                  </a:lnTo>
                  <a:lnTo>
                    <a:pt x="0" y="1197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8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6"/>
                  </a:lnTo>
                  <a:lnTo>
                    <a:pt x="1970" y="5947"/>
                  </a:lnTo>
                  <a:lnTo>
                    <a:pt x="2433" y="6410"/>
                  </a:lnTo>
                  <a:lnTo>
                    <a:pt x="2974" y="6873"/>
                  </a:lnTo>
                  <a:lnTo>
                    <a:pt x="3514" y="7260"/>
                  </a:lnTo>
                  <a:lnTo>
                    <a:pt x="4094" y="7646"/>
                  </a:lnTo>
                  <a:lnTo>
                    <a:pt x="4712" y="7955"/>
                  </a:lnTo>
                  <a:lnTo>
                    <a:pt x="5329" y="8225"/>
                  </a:lnTo>
                  <a:lnTo>
                    <a:pt x="5986" y="8495"/>
                  </a:lnTo>
                  <a:lnTo>
                    <a:pt x="6642" y="8688"/>
                  </a:lnTo>
                  <a:lnTo>
                    <a:pt x="7299" y="8843"/>
                  </a:lnTo>
                  <a:lnTo>
                    <a:pt x="7994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3"/>
                  </a:lnTo>
                  <a:lnTo>
                    <a:pt x="10774" y="9075"/>
                  </a:lnTo>
                  <a:lnTo>
                    <a:pt x="11392" y="8997"/>
                  </a:lnTo>
                  <a:lnTo>
                    <a:pt x="12048" y="8920"/>
                  </a:lnTo>
                  <a:lnTo>
                    <a:pt x="12705" y="8766"/>
                  </a:lnTo>
                  <a:lnTo>
                    <a:pt x="13361" y="8611"/>
                  </a:lnTo>
                  <a:lnTo>
                    <a:pt x="14018" y="8379"/>
                  </a:lnTo>
                  <a:lnTo>
                    <a:pt x="14636" y="8148"/>
                  </a:lnTo>
                  <a:lnTo>
                    <a:pt x="15253" y="7877"/>
                  </a:lnTo>
                  <a:lnTo>
                    <a:pt x="15871" y="7569"/>
                  </a:lnTo>
                  <a:lnTo>
                    <a:pt x="16450" y="7221"/>
                  </a:lnTo>
                  <a:lnTo>
                    <a:pt x="16991" y="6835"/>
                  </a:lnTo>
                  <a:lnTo>
                    <a:pt x="17493" y="6410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4"/>
                  </a:lnTo>
                  <a:lnTo>
                    <a:pt x="19076" y="4286"/>
                  </a:lnTo>
                  <a:lnTo>
                    <a:pt x="19347" y="3668"/>
                  </a:lnTo>
                  <a:lnTo>
                    <a:pt x="19115" y="3630"/>
                  </a:lnTo>
                  <a:lnTo>
                    <a:pt x="18767" y="4170"/>
                  </a:lnTo>
                  <a:lnTo>
                    <a:pt x="18420" y="4634"/>
                  </a:lnTo>
                  <a:lnTo>
                    <a:pt x="18034" y="5097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1" y="6333"/>
                  </a:lnTo>
                  <a:lnTo>
                    <a:pt x="16257" y="6680"/>
                  </a:lnTo>
                  <a:lnTo>
                    <a:pt x="15755" y="7028"/>
                  </a:lnTo>
                  <a:lnTo>
                    <a:pt x="15215" y="7298"/>
                  </a:lnTo>
                  <a:lnTo>
                    <a:pt x="14713" y="7569"/>
                  </a:lnTo>
                  <a:lnTo>
                    <a:pt x="14134" y="7800"/>
                  </a:lnTo>
                  <a:lnTo>
                    <a:pt x="13593" y="8032"/>
                  </a:lnTo>
                  <a:lnTo>
                    <a:pt x="13014" y="8186"/>
                  </a:lnTo>
                  <a:lnTo>
                    <a:pt x="12434" y="8341"/>
                  </a:lnTo>
                  <a:lnTo>
                    <a:pt x="11817" y="8457"/>
                  </a:lnTo>
                  <a:lnTo>
                    <a:pt x="11199" y="8534"/>
                  </a:lnTo>
                  <a:lnTo>
                    <a:pt x="10504" y="8611"/>
                  </a:lnTo>
                  <a:lnTo>
                    <a:pt x="9114" y="8611"/>
                  </a:lnTo>
                  <a:lnTo>
                    <a:pt x="8380" y="8534"/>
                  </a:lnTo>
                  <a:lnTo>
                    <a:pt x="7685" y="8418"/>
                  </a:lnTo>
                  <a:lnTo>
                    <a:pt x="6990" y="8302"/>
                  </a:lnTo>
                  <a:lnTo>
                    <a:pt x="6333" y="8109"/>
                  </a:lnTo>
                  <a:lnTo>
                    <a:pt x="5638" y="7877"/>
                  </a:lnTo>
                  <a:lnTo>
                    <a:pt x="5020" y="7607"/>
                  </a:lnTo>
                  <a:lnTo>
                    <a:pt x="4364" y="7260"/>
                  </a:lnTo>
                  <a:lnTo>
                    <a:pt x="3785" y="6912"/>
                  </a:lnTo>
                  <a:lnTo>
                    <a:pt x="3206" y="6487"/>
                  </a:lnTo>
                  <a:lnTo>
                    <a:pt x="2704" y="6063"/>
                  </a:lnTo>
                  <a:lnTo>
                    <a:pt x="2202" y="5561"/>
                  </a:lnTo>
                  <a:lnTo>
                    <a:pt x="1777" y="4981"/>
                  </a:lnTo>
                  <a:lnTo>
                    <a:pt x="1391" y="4402"/>
                  </a:lnTo>
                  <a:lnTo>
                    <a:pt x="1120" y="3900"/>
                  </a:lnTo>
                  <a:lnTo>
                    <a:pt x="850" y="3360"/>
                  </a:lnTo>
                  <a:lnTo>
                    <a:pt x="696" y="2858"/>
                  </a:lnTo>
                  <a:lnTo>
                    <a:pt x="541" y="2278"/>
                  </a:lnTo>
                  <a:lnTo>
                    <a:pt x="425" y="1738"/>
                  </a:lnTo>
                  <a:lnTo>
                    <a:pt x="387" y="1158"/>
                  </a:lnTo>
                  <a:lnTo>
                    <a:pt x="387" y="618"/>
                  </a:lnTo>
                  <a:lnTo>
                    <a:pt x="425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2" name="Google Shape;4042;p17"/>
            <p:cNvSpPr/>
            <p:nvPr/>
          </p:nvSpPr>
          <p:spPr>
            <a:xfrm>
              <a:off x="5576625" y="4556050"/>
              <a:ext cx="35725" cy="28975"/>
            </a:xfrm>
            <a:custGeom>
              <a:avLst/>
              <a:gdLst/>
              <a:ahLst/>
              <a:cxnLst/>
              <a:rect l="l" t="t" r="r" b="b"/>
              <a:pathLst>
                <a:path w="1429" h="1159" extrusionOk="0">
                  <a:moveTo>
                    <a:pt x="502" y="0"/>
                  </a:moveTo>
                  <a:lnTo>
                    <a:pt x="309" y="116"/>
                  </a:lnTo>
                  <a:lnTo>
                    <a:pt x="193" y="232"/>
                  </a:lnTo>
                  <a:lnTo>
                    <a:pt x="77" y="386"/>
                  </a:lnTo>
                  <a:lnTo>
                    <a:pt x="39" y="541"/>
                  </a:lnTo>
                  <a:lnTo>
                    <a:pt x="0" y="734"/>
                  </a:lnTo>
                  <a:lnTo>
                    <a:pt x="39" y="927"/>
                  </a:lnTo>
                  <a:lnTo>
                    <a:pt x="116" y="1081"/>
                  </a:lnTo>
                  <a:lnTo>
                    <a:pt x="193" y="1159"/>
                  </a:lnTo>
                  <a:lnTo>
                    <a:pt x="348" y="1159"/>
                  </a:lnTo>
                  <a:lnTo>
                    <a:pt x="425" y="1043"/>
                  </a:lnTo>
                  <a:lnTo>
                    <a:pt x="425" y="1004"/>
                  </a:lnTo>
                  <a:lnTo>
                    <a:pt x="386" y="927"/>
                  </a:lnTo>
                  <a:lnTo>
                    <a:pt x="386" y="850"/>
                  </a:lnTo>
                  <a:lnTo>
                    <a:pt x="348" y="772"/>
                  </a:lnTo>
                  <a:lnTo>
                    <a:pt x="425" y="579"/>
                  </a:lnTo>
                  <a:lnTo>
                    <a:pt x="541" y="425"/>
                  </a:lnTo>
                  <a:lnTo>
                    <a:pt x="618" y="386"/>
                  </a:lnTo>
                  <a:lnTo>
                    <a:pt x="773" y="386"/>
                  </a:lnTo>
                  <a:lnTo>
                    <a:pt x="850" y="425"/>
                  </a:lnTo>
                  <a:lnTo>
                    <a:pt x="966" y="579"/>
                  </a:lnTo>
                  <a:lnTo>
                    <a:pt x="1004" y="657"/>
                  </a:lnTo>
                  <a:lnTo>
                    <a:pt x="1004" y="734"/>
                  </a:lnTo>
                  <a:lnTo>
                    <a:pt x="966" y="927"/>
                  </a:lnTo>
                  <a:lnTo>
                    <a:pt x="966" y="1004"/>
                  </a:lnTo>
                  <a:lnTo>
                    <a:pt x="966" y="1081"/>
                  </a:lnTo>
                  <a:lnTo>
                    <a:pt x="1004" y="1120"/>
                  </a:lnTo>
                  <a:lnTo>
                    <a:pt x="1081" y="1159"/>
                  </a:lnTo>
                  <a:lnTo>
                    <a:pt x="1197" y="1159"/>
                  </a:lnTo>
                  <a:lnTo>
                    <a:pt x="1275" y="1120"/>
                  </a:lnTo>
                  <a:lnTo>
                    <a:pt x="1313" y="1081"/>
                  </a:lnTo>
                  <a:lnTo>
                    <a:pt x="1390" y="888"/>
                  </a:lnTo>
                  <a:lnTo>
                    <a:pt x="1429" y="734"/>
                  </a:lnTo>
                  <a:lnTo>
                    <a:pt x="1390" y="541"/>
                  </a:lnTo>
                  <a:lnTo>
                    <a:pt x="1313" y="348"/>
                  </a:lnTo>
                  <a:lnTo>
                    <a:pt x="1197" y="193"/>
                  </a:lnTo>
                  <a:lnTo>
                    <a:pt x="1043" y="77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3" name="Google Shape;4043;p17"/>
            <p:cNvSpPr/>
            <p:nvPr/>
          </p:nvSpPr>
          <p:spPr>
            <a:xfrm>
              <a:off x="5523525" y="4559900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1"/>
                  </a:moveTo>
                  <a:lnTo>
                    <a:pt x="425" y="39"/>
                  </a:lnTo>
                  <a:lnTo>
                    <a:pt x="232" y="117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2"/>
                  </a:lnTo>
                  <a:lnTo>
                    <a:pt x="78" y="966"/>
                  </a:lnTo>
                  <a:lnTo>
                    <a:pt x="232" y="1082"/>
                  </a:lnTo>
                  <a:lnTo>
                    <a:pt x="387" y="1198"/>
                  </a:lnTo>
                  <a:lnTo>
                    <a:pt x="464" y="1198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4" y="1005"/>
                  </a:lnTo>
                  <a:lnTo>
                    <a:pt x="387" y="927"/>
                  </a:lnTo>
                  <a:lnTo>
                    <a:pt x="348" y="812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7" y="503"/>
                  </a:lnTo>
                  <a:lnTo>
                    <a:pt x="464" y="464"/>
                  </a:lnTo>
                  <a:lnTo>
                    <a:pt x="541" y="387"/>
                  </a:lnTo>
                  <a:lnTo>
                    <a:pt x="773" y="387"/>
                  </a:lnTo>
                  <a:lnTo>
                    <a:pt x="850" y="464"/>
                  </a:lnTo>
                  <a:lnTo>
                    <a:pt x="927" y="541"/>
                  </a:lnTo>
                  <a:lnTo>
                    <a:pt x="966" y="657"/>
                  </a:lnTo>
                  <a:lnTo>
                    <a:pt x="1004" y="850"/>
                  </a:lnTo>
                  <a:lnTo>
                    <a:pt x="1043" y="966"/>
                  </a:lnTo>
                  <a:lnTo>
                    <a:pt x="1082" y="1043"/>
                  </a:lnTo>
                  <a:lnTo>
                    <a:pt x="1159" y="1082"/>
                  </a:lnTo>
                  <a:lnTo>
                    <a:pt x="1197" y="1082"/>
                  </a:lnTo>
                  <a:lnTo>
                    <a:pt x="1275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5" y="387"/>
                  </a:lnTo>
                  <a:lnTo>
                    <a:pt x="1159" y="232"/>
                  </a:lnTo>
                  <a:lnTo>
                    <a:pt x="1004" y="78"/>
                  </a:lnTo>
                  <a:lnTo>
                    <a:pt x="81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4" name="Google Shape;4044;p17"/>
            <p:cNvSpPr/>
            <p:nvPr/>
          </p:nvSpPr>
          <p:spPr>
            <a:xfrm>
              <a:off x="4050375" y="4567625"/>
              <a:ext cx="30900" cy="168975"/>
            </a:xfrm>
            <a:custGeom>
              <a:avLst/>
              <a:gdLst/>
              <a:ahLst/>
              <a:cxnLst/>
              <a:rect l="l" t="t" r="r" b="b"/>
              <a:pathLst>
                <a:path w="1236" h="6759" extrusionOk="0">
                  <a:moveTo>
                    <a:pt x="1120" y="1"/>
                  </a:moveTo>
                  <a:lnTo>
                    <a:pt x="1081" y="39"/>
                  </a:lnTo>
                  <a:lnTo>
                    <a:pt x="1043" y="39"/>
                  </a:lnTo>
                  <a:lnTo>
                    <a:pt x="850" y="78"/>
                  </a:lnTo>
                  <a:lnTo>
                    <a:pt x="850" y="116"/>
                  </a:lnTo>
                  <a:lnTo>
                    <a:pt x="541" y="1738"/>
                  </a:lnTo>
                  <a:lnTo>
                    <a:pt x="309" y="3399"/>
                  </a:lnTo>
                  <a:lnTo>
                    <a:pt x="116" y="5059"/>
                  </a:lnTo>
                  <a:lnTo>
                    <a:pt x="0" y="6720"/>
                  </a:lnTo>
                  <a:lnTo>
                    <a:pt x="232" y="6758"/>
                  </a:lnTo>
                  <a:lnTo>
                    <a:pt x="502" y="5136"/>
                  </a:lnTo>
                  <a:lnTo>
                    <a:pt x="772" y="3515"/>
                  </a:lnTo>
                  <a:lnTo>
                    <a:pt x="965" y="1854"/>
                  </a:lnTo>
                  <a:lnTo>
                    <a:pt x="1081" y="232"/>
                  </a:lnTo>
                  <a:lnTo>
                    <a:pt x="1236" y="78"/>
                  </a:lnTo>
                  <a:lnTo>
                    <a:pt x="1236" y="39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5" name="Google Shape;4045;p17"/>
            <p:cNvSpPr/>
            <p:nvPr/>
          </p:nvSpPr>
          <p:spPr>
            <a:xfrm>
              <a:off x="4077400" y="4569550"/>
              <a:ext cx="121650" cy="144850"/>
            </a:xfrm>
            <a:custGeom>
              <a:avLst/>
              <a:gdLst/>
              <a:ahLst/>
              <a:cxnLst/>
              <a:rect l="l" t="t" r="r" b="b"/>
              <a:pathLst>
                <a:path w="4866" h="5794" extrusionOk="0">
                  <a:moveTo>
                    <a:pt x="155" y="1"/>
                  </a:moveTo>
                  <a:lnTo>
                    <a:pt x="0" y="155"/>
                  </a:lnTo>
                  <a:lnTo>
                    <a:pt x="1197" y="1545"/>
                  </a:lnTo>
                  <a:lnTo>
                    <a:pt x="2356" y="2936"/>
                  </a:lnTo>
                  <a:lnTo>
                    <a:pt x="2896" y="3631"/>
                  </a:lnTo>
                  <a:lnTo>
                    <a:pt x="3476" y="4403"/>
                  </a:lnTo>
                  <a:lnTo>
                    <a:pt x="4055" y="5098"/>
                  </a:lnTo>
                  <a:lnTo>
                    <a:pt x="4325" y="5445"/>
                  </a:lnTo>
                  <a:lnTo>
                    <a:pt x="4634" y="5793"/>
                  </a:lnTo>
                  <a:lnTo>
                    <a:pt x="4827" y="5754"/>
                  </a:lnTo>
                  <a:lnTo>
                    <a:pt x="4866" y="5716"/>
                  </a:lnTo>
                  <a:lnTo>
                    <a:pt x="4866" y="5639"/>
                  </a:lnTo>
                  <a:lnTo>
                    <a:pt x="4634" y="5252"/>
                  </a:lnTo>
                  <a:lnTo>
                    <a:pt x="4402" y="4866"/>
                  </a:lnTo>
                  <a:lnTo>
                    <a:pt x="3862" y="4171"/>
                  </a:lnTo>
                  <a:lnTo>
                    <a:pt x="2703" y="2781"/>
                  </a:lnTo>
                  <a:lnTo>
                    <a:pt x="1468" y="1352"/>
                  </a:lnTo>
                  <a:lnTo>
                    <a:pt x="811" y="657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6" name="Google Shape;4046;p17"/>
            <p:cNvSpPr/>
            <p:nvPr/>
          </p:nvSpPr>
          <p:spPr>
            <a:xfrm>
              <a:off x="3931625" y="4577275"/>
              <a:ext cx="61800" cy="160275"/>
            </a:xfrm>
            <a:custGeom>
              <a:avLst/>
              <a:gdLst/>
              <a:ahLst/>
              <a:cxnLst/>
              <a:rect l="l" t="t" r="r" b="b"/>
              <a:pathLst>
                <a:path w="2472" h="6411" extrusionOk="0">
                  <a:moveTo>
                    <a:pt x="309" y="1"/>
                  </a:moveTo>
                  <a:lnTo>
                    <a:pt x="0" y="78"/>
                  </a:lnTo>
                  <a:lnTo>
                    <a:pt x="194" y="927"/>
                  </a:lnTo>
                  <a:lnTo>
                    <a:pt x="425" y="1777"/>
                  </a:lnTo>
                  <a:lnTo>
                    <a:pt x="657" y="2627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4"/>
                  </a:lnTo>
                  <a:lnTo>
                    <a:pt x="1661" y="5716"/>
                  </a:lnTo>
                  <a:lnTo>
                    <a:pt x="1584" y="5793"/>
                  </a:lnTo>
                  <a:lnTo>
                    <a:pt x="1545" y="5870"/>
                  </a:lnTo>
                  <a:lnTo>
                    <a:pt x="1777" y="5909"/>
                  </a:lnTo>
                  <a:lnTo>
                    <a:pt x="1931" y="6140"/>
                  </a:lnTo>
                  <a:lnTo>
                    <a:pt x="2086" y="6334"/>
                  </a:lnTo>
                  <a:lnTo>
                    <a:pt x="2124" y="6411"/>
                  </a:lnTo>
                  <a:lnTo>
                    <a:pt x="2317" y="6411"/>
                  </a:lnTo>
                  <a:lnTo>
                    <a:pt x="2356" y="6334"/>
                  </a:lnTo>
                  <a:lnTo>
                    <a:pt x="2433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4" y="5600"/>
                  </a:lnTo>
                  <a:lnTo>
                    <a:pt x="1970" y="5214"/>
                  </a:lnTo>
                  <a:lnTo>
                    <a:pt x="1738" y="4441"/>
                  </a:lnTo>
                  <a:lnTo>
                    <a:pt x="1198" y="2935"/>
                  </a:lnTo>
                  <a:lnTo>
                    <a:pt x="734" y="1468"/>
                  </a:lnTo>
                  <a:lnTo>
                    <a:pt x="30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7" name="Google Shape;4047;p17"/>
            <p:cNvSpPr/>
            <p:nvPr/>
          </p:nvSpPr>
          <p:spPr>
            <a:xfrm>
              <a:off x="3941275" y="4579200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1"/>
                  </a:moveTo>
                  <a:lnTo>
                    <a:pt x="1" y="40"/>
                  </a:lnTo>
                  <a:lnTo>
                    <a:pt x="1970" y="3206"/>
                  </a:lnTo>
                  <a:lnTo>
                    <a:pt x="4055" y="6334"/>
                  </a:lnTo>
                  <a:lnTo>
                    <a:pt x="4055" y="6334"/>
                  </a:lnTo>
                  <a:lnTo>
                    <a:pt x="3553" y="6295"/>
                  </a:lnTo>
                  <a:lnTo>
                    <a:pt x="3051" y="6179"/>
                  </a:lnTo>
                  <a:lnTo>
                    <a:pt x="2588" y="6025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7"/>
                  </a:lnTo>
                  <a:lnTo>
                    <a:pt x="3283" y="6643"/>
                  </a:lnTo>
                  <a:lnTo>
                    <a:pt x="3708" y="6720"/>
                  </a:lnTo>
                  <a:lnTo>
                    <a:pt x="4132" y="6797"/>
                  </a:lnTo>
                  <a:lnTo>
                    <a:pt x="4596" y="6836"/>
                  </a:lnTo>
                  <a:lnTo>
                    <a:pt x="5484" y="6836"/>
                  </a:lnTo>
                  <a:lnTo>
                    <a:pt x="6372" y="6759"/>
                  </a:lnTo>
                  <a:lnTo>
                    <a:pt x="7299" y="6643"/>
                  </a:lnTo>
                  <a:lnTo>
                    <a:pt x="8148" y="6488"/>
                  </a:lnTo>
                  <a:lnTo>
                    <a:pt x="8959" y="6295"/>
                  </a:lnTo>
                  <a:lnTo>
                    <a:pt x="9770" y="6025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7" y="4673"/>
                  </a:lnTo>
                  <a:lnTo>
                    <a:pt x="12666" y="4403"/>
                  </a:lnTo>
                  <a:lnTo>
                    <a:pt x="12975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9"/>
                  </a:lnTo>
                  <a:lnTo>
                    <a:pt x="13979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2" y="2163"/>
                  </a:lnTo>
                  <a:lnTo>
                    <a:pt x="14172" y="2125"/>
                  </a:lnTo>
                  <a:lnTo>
                    <a:pt x="13863" y="2125"/>
                  </a:lnTo>
                  <a:lnTo>
                    <a:pt x="13825" y="2163"/>
                  </a:lnTo>
                  <a:lnTo>
                    <a:pt x="13554" y="2704"/>
                  </a:lnTo>
                  <a:lnTo>
                    <a:pt x="13207" y="3167"/>
                  </a:lnTo>
                  <a:lnTo>
                    <a:pt x="12859" y="3631"/>
                  </a:lnTo>
                  <a:lnTo>
                    <a:pt x="12473" y="4017"/>
                  </a:lnTo>
                  <a:lnTo>
                    <a:pt x="12010" y="4364"/>
                  </a:lnTo>
                  <a:lnTo>
                    <a:pt x="11546" y="4712"/>
                  </a:lnTo>
                  <a:lnTo>
                    <a:pt x="11083" y="4982"/>
                  </a:lnTo>
                  <a:lnTo>
                    <a:pt x="10542" y="5253"/>
                  </a:lnTo>
                  <a:lnTo>
                    <a:pt x="10349" y="5253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7"/>
                  </a:lnTo>
                  <a:lnTo>
                    <a:pt x="10156" y="5446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2"/>
                  </a:lnTo>
                  <a:lnTo>
                    <a:pt x="6758" y="6295"/>
                  </a:lnTo>
                  <a:lnTo>
                    <a:pt x="6218" y="6334"/>
                  </a:lnTo>
                  <a:lnTo>
                    <a:pt x="5677" y="6411"/>
                  </a:lnTo>
                  <a:lnTo>
                    <a:pt x="4557" y="6411"/>
                  </a:lnTo>
                  <a:lnTo>
                    <a:pt x="4596" y="6295"/>
                  </a:lnTo>
                  <a:lnTo>
                    <a:pt x="4364" y="6257"/>
                  </a:lnTo>
                  <a:lnTo>
                    <a:pt x="3399" y="4635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8" name="Google Shape;4048;p17"/>
            <p:cNvSpPr/>
            <p:nvPr/>
          </p:nvSpPr>
          <p:spPr>
            <a:xfrm>
              <a:off x="6364350" y="4636175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0"/>
                  </a:moveTo>
                  <a:lnTo>
                    <a:pt x="3052" y="39"/>
                  </a:lnTo>
                  <a:lnTo>
                    <a:pt x="2781" y="77"/>
                  </a:lnTo>
                  <a:lnTo>
                    <a:pt x="2511" y="193"/>
                  </a:lnTo>
                  <a:lnTo>
                    <a:pt x="2241" y="309"/>
                  </a:lnTo>
                  <a:lnTo>
                    <a:pt x="2009" y="425"/>
                  </a:lnTo>
                  <a:lnTo>
                    <a:pt x="1739" y="579"/>
                  </a:lnTo>
                  <a:lnTo>
                    <a:pt x="1507" y="773"/>
                  </a:lnTo>
                  <a:lnTo>
                    <a:pt x="1121" y="1197"/>
                  </a:lnTo>
                  <a:lnTo>
                    <a:pt x="735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8"/>
                  </a:lnTo>
                  <a:lnTo>
                    <a:pt x="40" y="3746"/>
                  </a:lnTo>
                  <a:lnTo>
                    <a:pt x="1" y="4055"/>
                  </a:lnTo>
                  <a:lnTo>
                    <a:pt x="1" y="4402"/>
                  </a:lnTo>
                  <a:lnTo>
                    <a:pt x="40" y="4673"/>
                  </a:lnTo>
                  <a:lnTo>
                    <a:pt x="117" y="4904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5" y="5252"/>
                  </a:lnTo>
                  <a:lnTo>
                    <a:pt x="966" y="5290"/>
                  </a:lnTo>
                  <a:lnTo>
                    <a:pt x="1700" y="5290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827"/>
                  </a:lnTo>
                  <a:lnTo>
                    <a:pt x="735" y="4711"/>
                  </a:lnTo>
                  <a:lnTo>
                    <a:pt x="580" y="4595"/>
                  </a:lnTo>
                  <a:lnTo>
                    <a:pt x="542" y="4441"/>
                  </a:lnTo>
                  <a:lnTo>
                    <a:pt x="542" y="4248"/>
                  </a:lnTo>
                  <a:lnTo>
                    <a:pt x="542" y="4055"/>
                  </a:lnTo>
                  <a:lnTo>
                    <a:pt x="580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54" y="1159"/>
                  </a:lnTo>
                  <a:lnTo>
                    <a:pt x="2202" y="888"/>
                  </a:lnTo>
                  <a:lnTo>
                    <a:pt x="2627" y="695"/>
                  </a:lnTo>
                  <a:lnTo>
                    <a:pt x="3090" y="579"/>
                  </a:lnTo>
                  <a:lnTo>
                    <a:pt x="3592" y="541"/>
                  </a:lnTo>
                  <a:lnTo>
                    <a:pt x="4094" y="579"/>
                  </a:lnTo>
                  <a:lnTo>
                    <a:pt x="4249" y="541"/>
                  </a:lnTo>
                  <a:lnTo>
                    <a:pt x="4326" y="464"/>
                  </a:lnTo>
                  <a:lnTo>
                    <a:pt x="4403" y="502"/>
                  </a:lnTo>
                  <a:lnTo>
                    <a:pt x="4480" y="464"/>
                  </a:lnTo>
                  <a:lnTo>
                    <a:pt x="4519" y="425"/>
                  </a:lnTo>
                  <a:lnTo>
                    <a:pt x="4519" y="348"/>
                  </a:lnTo>
                  <a:lnTo>
                    <a:pt x="4519" y="193"/>
                  </a:lnTo>
                  <a:lnTo>
                    <a:pt x="4210" y="155"/>
                  </a:lnTo>
                  <a:lnTo>
                    <a:pt x="3940" y="77"/>
                  </a:lnTo>
                  <a:lnTo>
                    <a:pt x="3631" y="39"/>
                  </a:lnTo>
                  <a:lnTo>
                    <a:pt x="336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9" name="Google Shape;4049;p17"/>
            <p:cNvSpPr/>
            <p:nvPr/>
          </p:nvSpPr>
          <p:spPr>
            <a:xfrm>
              <a:off x="5052425" y="4653550"/>
              <a:ext cx="61800" cy="89800"/>
            </a:xfrm>
            <a:custGeom>
              <a:avLst/>
              <a:gdLst/>
              <a:ahLst/>
              <a:cxnLst/>
              <a:rect l="l" t="t" r="r" b="b"/>
              <a:pathLst>
                <a:path w="2472" h="3592" extrusionOk="0">
                  <a:moveTo>
                    <a:pt x="1082" y="0"/>
                  </a:moveTo>
                  <a:lnTo>
                    <a:pt x="1004" y="39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2"/>
                  </a:lnTo>
                  <a:lnTo>
                    <a:pt x="850" y="232"/>
                  </a:lnTo>
                  <a:lnTo>
                    <a:pt x="773" y="271"/>
                  </a:lnTo>
                  <a:lnTo>
                    <a:pt x="734" y="348"/>
                  </a:lnTo>
                  <a:lnTo>
                    <a:pt x="695" y="425"/>
                  </a:lnTo>
                  <a:lnTo>
                    <a:pt x="695" y="502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5"/>
                  </a:lnTo>
                  <a:lnTo>
                    <a:pt x="1082" y="811"/>
                  </a:lnTo>
                  <a:lnTo>
                    <a:pt x="1275" y="927"/>
                  </a:lnTo>
                  <a:lnTo>
                    <a:pt x="1468" y="1082"/>
                  </a:lnTo>
                  <a:lnTo>
                    <a:pt x="1622" y="1275"/>
                  </a:lnTo>
                  <a:lnTo>
                    <a:pt x="1777" y="1468"/>
                  </a:lnTo>
                  <a:lnTo>
                    <a:pt x="1854" y="1699"/>
                  </a:lnTo>
                  <a:lnTo>
                    <a:pt x="1931" y="1931"/>
                  </a:lnTo>
                  <a:lnTo>
                    <a:pt x="1931" y="2163"/>
                  </a:lnTo>
                  <a:lnTo>
                    <a:pt x="1931" y="2433"/>
                  </a:lnTo>
                  <a:lnTo>
                    <a:pt x="1815" y="2742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1"/>
                  </a:lnTo>
                  <a:lnTo>
                    <a:pt x="1390" y="3128"/>
                  </a:lnTo>
                  <a:lnTo>
                    <a:pt x="1197" y="3128"/>
                  </a:lnTo>
                  <a:lnTo>
                    <a:pt x="1043" y="3089"/>
                  </a:lnTo>
                  <a:lnTo>
                    <a:pt x="927" y="3012"/>
                  </a:lnTo>
                  <a:lnTo>
                    <a:pt x="850" y="2896"/>
                  </a:lnTo>
                  <a:lnTo>
                    <a:pt x="811" y="2742"/>
                  </a:lnTo>
                  <a:lnTo>
                    <a:pt x="850" y="2587"/>
                  </a:lnTo>
                  <a:lnTo>
                    <a:pt x="927" y="2433"/>
                  </a:lnTo>
                  <a:lnTo>
                    <a:pt x="1043" y="2317"/>
                  </a:lnTo>
                  <a:lnTo>
                    <a:pt x="1159" y="2240"/>
                  </a:lnTo>
                  <a:lnTo>
                    <a:pt x="1159" y="2124"/>
                  </a:lnTo>
                  <a:lnTo>
                    <a:pt x="1120" y="2008"/>
                  </a:lnTo>
                  <a:lnTo>
                    <a:pt x="1043" y="1931"/>
                  </a:lnTo>
                  <a:lnTo>
                    <a:pt x="657" y="1622"/>
                  </a:lnTo>
                  <a:lnTo>
                    <a:pt x="425" y="1468"/>
                  </a:lnTo>
                  <a:lnTo>
                    <a:pt x="193" y="1313"/>
                  </a:lnTo>
                  <a:lnTo>
                    <a:pt x="0" y="1622"/>
                  </a:lnTo>
                  <a:lnTo>
                    <a:pt x="271" y="1892"/>
                  </a:lnTo>
                  <a:lnTo>
                    <a:pt x="580" y="2124"/>
                  </a:lnTo>
                  <a:lnTo>
                    <a:pt x="425" y="2356"/>
                  </a:lnTo>
                  <a:lnTo>
                    <a:pt x="348" y="2626"/>
                  </a:lnTo>
                  <a:lnTo>
                    <a:pt x="309" y="2896"/>
                  </a:lnTo>
                  <a:lnTo>
                    <a:pt x="348" y="3051"/>
                  </a:lnTo>
                  <a:lnTo>
                    <a:pt x="425" y="3167"/>
                  </a:lnTo>
                  <a:lnTo>
                    <a:pt x="541" y="3321"/>
                  </a:lnTo>
                  <a:lnTo>
                    <a:pt x="695" y="3476"/>
                  </a:lnTo>
                  <a:lnTo>
                    <a:pt x="888" y="3553"/>
                  </a:lnTo>
                  <a:lnTo>
                    <a:pt x="1082" y="3591"/>
                  </a:lnTo>
                  <a:lnTo>
                    <a:pt x="1275" y="3591"/>
                  </a:lnTo>
                  <a:lnTo>
                    <a:pt x="1506" y="3553"/>
                  </a:lnTo>
                  <a:lnTo>
                    <a:pt x="1699" y="3514"/>
                  </a:lnTo>
                  <a:lnTo>
                    <a:pt x="1854" y="3398"/>
                  </a:lnTo>
                  <a:lnTo>
                    <a:pt x="2047" y="3244"/>
                  </a:lnTo>
                  <a:lnTo>
                    <a:pt x="2201" y="3051"/>
                  </a:lnTo>
                  <a:lnTo>
                    <a:pt x="2317" y="2858"/>
                  </a:lnTo>
                  <a:lnTo>
                    <a:pt x="2394" y="2665"/>
                  </a:lnTo>
                  <a:lnTo>
                    <a:pt x="2433" y="2472"/>
                  </a:lnTo>
                  <a:lnTo>
                    <a:pt x="2472" y="2240"/>
                  </a:lnTo>
                  <a:lnTo>
                    <a:pt x="2433" y="2008"/>
                  </a:lnTo>
                  <a:lnTo>
                    <a:pt x="2394" y="1815"/>
                  </a:lnTo>
                  <a:lnTo>
                    <a:pt x="2317" y="1583"/>
                  </a:lnTo>
                  <a:lnTo>
                    <a:pt x="2201" y="1390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6"/>
                  </a:lnTo>
                  <a:lnTo>
                    <a:pt x="11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0" name="Google Shape;4050;p17"/>
            <p:cNvSpPr/>
            <p:nvPr/>
          </p:nvSpPr>
          <p:spPr>
            <a:xfrm>
              <a:off x="6613425" y="4670925"/>
              <a:ext cx="26100" cy="11600"/>
            </a:xfrm>
            <a:custGeom>
              <a:avLst/>
              <a:gdLst/>
              <a:ahLst/>
              <a:cxnLst/>
              <a:rect l="l" t="t" r="r" b="b"/>
              <a:pathLst>
                <a:path w="1044" h="464" extrusionOk="0">
                  <a:moveTo>
                    <a:pt x="773" y="0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3"/>
                  </a:lnTo>
                  <a:lnTo>
                    <a:pt x="39" y="232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2"/>
                  </a:lnTo>
                  <a:lnTo>
                    <a:pt x="1005" y="155"/>
                  </a:lnTo>
                  <a:lnTo>
                    <a:pt x="966" y="116"/>
                  </a:lnTo>
                  <a:lnTo>
                    <a:pt x="889" y="39"/>
                  </a:lnTo>
                  <a:lnTo>
                    <a:pt x="77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1" name="Google Shape;4051;p17"/>
            <p:cNvSpPr/>
            <p:nvPr/>
          </p:nvSpPr>
          <p:spPr>
            <a:xfrm>
              <a:off x="6514950" y="4676725"/>
              <a:ext cx="21275" cy="8700"/>
            </a:xfrm>
            <a:custGeom>
              <a:avLst/>
              <a:gdLst/>
              <a:ahLst/>
              <a:cxnLst/>
              <a:rect l="l" t="t" r="r" b="b"/>
              <a:pathLst>
                <a:path w="851" h="348" extrusionOk="0">
                  <a:moveTo>
                    <a:pt x="426" y="0"/>
                  </a:moveTo>
                  <a:lnTo>
                    <a:pt x="155" y="39"/>
                  </a:lnTo>
                  <a:lnTo>
                    <a:pt x="117" y="39"/>
                  </a:lnTo>
                  <a:lnTo>
                    <a:pt x="39" y="77"/>
                  </a:lnTo>
                  <a:lnTo>
                    <a:pt x="1" y="193"/>
                  </a:lnTo>
                  <a:lnTo>
                    <a:pt x="39" y="270"/>
                  </a:lnTo>
                  <a:lnTo>
                    <a:pt x="117" y="309"/>
                  </a:lnTo>
                  <a:lnTo>
                    <a:pt x="155" y="348"/>
                  </a:lnTo>
                  <a:lnTo>
                    <a:pt x="735" y="348"/>
                  </a:lnTo>
                  <a:lnTo>
                    <a:pt x="812" y="270"/>
                  </a:lnTo>
                  <a:lnTo>
                    <a:pt x="850" y="193"/>
                  </a:lnTo>
                  <a:lnTo>
                    <a:pt x="812" y="77"/>
                  </a:lnTo>
                  <a:lnTo>
                    <a:pt x="73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2" name="Google Shape;4052;p17"/>
            <p:cNvSpPr/>
            <p:nvPr/>
          </p:nvSpPr>
          <p:spPr>
            <a:xfrm>
              <a:off x="4656625" y="4677675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1"/>
                  </a:moveTo>
                  <a:lnTo>
                    <a:pt x="0" y="232"/>
                  </a:lnTo>
                  <a:lnTo>
                    <a:pt x="502" y="966"/>
                  </a:lnTo>
                  <a:lnTo>
                    <a:pt x="1043" y="1622"/>
                  </a:lnTo>
                  <a:lnTo>
                    <a:pt x="1699" y="2279"/>
                  </a:lnTo>
                  <a:lnTo>
                    <a:pt x="2356" y="2858"/>
                  </a:lnTo>
                  <a:lnTo>
                    <a:pt x="3089" y="3399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4" y="4982"/>
                  </a:lnTo>
                  <a:lnTo>
                    <a:pt x="8998" y="4943"/>
                  </a:lnTo>
                  <a:lnTo>
                    <a:pt x="9422" y="4866"/>
                  </a:lnTo>
                  <a:lnTo>
                    <a:pt x="9847" y="4789"/>
                  </a:lnTo>
                  <a:lnTo>
                    <a:pt x="10272" y="4673"/>
                  </a:lnTo>
                  <a:lnTo>
                    <a:pt x="10658" y="4519"/>
                  </a:lnTo>
                  <a:lnTo>
                    <a:pt x="11083" y="4326"/>
                  </a:lnTo>
                  <a:lnTo>
                    <a:pt x="11469" y="4132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318" y="3553"/>
                  </a:lnTo>
                  <a:lnTo>
                    <a:pt x="12434" y="3206"/>
                  </a:lnTo>
                  <a:lnTo>
                    <a:pt x="12357" y="3167"/>
                  </a:lnTo>
                  <a:lnTo>
                    <a:pt x="12280" y="3206"/>
                  </a:lnTo>
                  <a:lnTo>
                    <a:pt x="12203" y="3128"/>
                  </a:lnTo>
                  <a:lnTo>
                    <a:pt x="12009" y="3128"/>
                  </a:lnTo>
                  <a:lnTo>
                    <a:pt x="11932" y="3206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2" y="3862"/>
                  </a:lnTo>
                  <a:lnTo>
                    <a:pt x="10426" y="4017"/>
                  </a:lnTo>
                  <a:lnTo>
                    <a:pt x="10040" y="4171"/>
                  </a:lnTo>
                  <a:lnTo>
                    <a:pt x="9615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1" y="4480"/>
                  </a:lnTo>
                  <a:lnTo>
                    <a:pt x="7916" y="4480"/>
                  </a:lnTo>
                  <a:lnTo>
                    <a:pt x="7492" y="4441"/>
                  </a:lnTo>
                  <a:lnTo>
                    <a:pt x="7067" y="4403"/>
                  </a:lnTo>
                  <a:lnTo>
                    <a:pt x="6642" y="4364"/>
                  </a:lnTo>
                  <a:lnTo>
                    <a:pt x="6217" y="4248"/>
                  </a:lnTo>
                  <a:lnTo>
                    <a:pt x="5792" y="4171"/>
                  </a:lnTo>
                  <a:lnTo>
                    <a:pt x="5368" y="4017"/>
                  </a:lnTo>
                  <a:lnTo>
                    <a:pt x="4595" y="3708"/>
                  </a:lnTo>
                  <a:lnTo>
                    <a:pt x="3900" y="3283"/>
                  </a:lnTo>
                  <a:lnTo>
                    <a:pt x="3205" y="2820"/>
                  </a:lnTo>
                  <a:lnTo>
                    <a:pt x="2587" y="2318"/>
                  </a:lnTo>
                  <a:lnTo>
                    <a:pt x="1970" y="1777"/>
                  </a:lnTo>
                  <a:lnTo>
                    <a:pt x="1390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3" name="Google Shape;4053;p17"/>
            <p:cNvSpPr/>
            <p:nvPr/>
          </p:nvSpPr>
          <p:spPr>
            <a:xfrm>
              <a:off x="4964575" y="4684425"/>
              <a:ext cx="92700" cy="135200"/>
            </a:xfrm>
            <a:custGeom>
              <a:avLst/>
              <a:gdLst/>
              <a:ahLst/>
              <a:cxnLst/>
              <a:rect l="l" t="t" r="r" b="b"/>
              <a:pathLst>
                <a:path w="3708" h="5408" extrusionOk="0">
                  <a:moveTo>
                    <a:pt x="3398" y="1"/>
                  </a:moveTo>
                  <a:lnTo>
                    <a:pt x="3360" y="78"/>
                  </a:lnTo>
                  <a:lnTo>
                    <a:pt x="3244" y="78"/>
                  </a:lnTo>
                  <a:lnTo>
                    <a:pt x="3012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7"/>
                  </a:lnTo>
                  <a:lnTo>
                    <a:pt x="1777" y="1430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3" y="1932"/>
                  </a:lnTo>
                  <a:lnTo>
                    <a:pt x="1082" y="2009"/>
                  </a:lnTo>
                  <a:lnTo>
                    <a:pt x="1120" y="2086"/>
                  </a:lnTo>
                  <a:lnTo>
                    <a:pt x="1004" y="2086"/>
                  </a:lnTo>
                  <a:lnTo>
                    <a:pt x="889" y="2125"/>
                  </a:lnTo>
                  <a:lnTo>
                    <a:pt x="850" y="2163"/>
                  </a:lnTo>
                  <a:lnTo>
                    <a:pt x="811" y="2241"/>
                  </a:lnTo>
                  <a:lnTo>
                    <a:pt x="811" y="2356"/>
                  </a:lnTo>
                  <a:lnTo>
                    <a:pt x="811" y="2434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7" y="2588"/>
                  </a:lnTo>
                  <a:lnTo>
                    <a:pt x="1429" y="2704"/>
                  </a:lnTo>
                  <a:lnTo>
                    <a:pt x="1622" y="2820"/>
                  </a:lnTo>
                  <a:lnTo>
                    <a:pt x="1815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4" y="3631"/>
                  </a:lnTo>
                  <a:lnTo>
                    <a:pt x="2124" y="3901"/>
                  </a:lnTo>
                  <a:lnTo>
                    <a:pt x="2086" y="4094"/>
                  </a:lnTo>
                  <a:lnTo>
                    <a:pt x="2008" y="4326"/>
                  </a:lnTo>
                  <a:lnTo>
                    <a:pt x="1893" y="4519"/>
                  </a:lnTo>
                  <a:lnTo>
                    <a:pt x="1738" y="4712"/>
                  </a:lnTo>
                  <a:lnTo>
                    <a:pt x="1545" y="4828"/>
                  </a:lnTo>
                  <a:lnTo>
                    <a:pt x="1313" y="4944"/>
                  </a:lnTo>
                  <a:lnTo>
                    <a:pt x="1082" y="4944"/>
                  </a:lnTo>
                  <a:lnTo>
                    <a:pt x="889" y="4866"/>
                  </a:lnTo>
                  <a:lnTo>
                    <a:pt x="773" y="4751"/>
                  </a:lnTo>
                  <a:lnTo>
                    <a:pt x="695" y="4596"/>
                  </a:lnTo>
                  <a:lnTo>
                    <a:pt x="657" y="4442"/>
                  </a:lnTo>
                  <a:lnTo>
                    <a:pt x="734" y="4287"/>
                  </a:lnTo>
                  <a:lnTo>
                    <a:pt x="811" y="4210"/>
                  </a:lnTo>
                  <a:lnTo>
                    <a:pt x="889" y="4133"/>
                  </a:lnTo>
                  <a:lnTo>
                    <a:pt x="966" y="4094"/>
                  </a:lnTo>
                  <a:lnTo>
                    <a:pt x="1120" y="4094"/>
                  </a:lnTo>
                  <a:lnTo>
                    <a:pt x="1236" y="4017"/>
                  </a:lnTo>
                  <a:lnTo>
                    <a:pt x="1313" y="3901"/>
                  </a:lnTo>
                  <a:lnTo>
                    <a:pt x="1313" y="3785"/>
                  </a:lnTo>
                  <a:lnTo>
                    <a:pt x="1275" y="3708"/>
                  </a:lnTo>
                  <a:lnTo>
                    <a:pt x="1197" y="3669"/>
                  </a:lnTo>
                  <a:lnTo>
                    <a:pt x="116" y="2936"/>
                  </a:lnTo>
                  <a:lnTo>
                    <a:pt x="0" y="3283"/>
                  </a:lnTo>
                  <a:lnTo>
                    <a:pt x="657" y="3785"/>
                  </a:lnTo>
                  <a:lnTo>
                    <a:pt x="502" y="3862"/>
                  </a:lnTo>
                  <a:lnTo>
                    <a:pt x="387" y="3978"/>
                  </a:lnTo>
                  <a:lnTo>
                    <a:pt x="309" y="4094"/>
                  </a:lnTo>
                  <a:lnTo>
                    <a:pt x="232" y="4249"/>
                  </a:lnTo>
                  <a:lnTo>
                    <a:pt x="193" y="4403"/>
                  </a:lnTo>
                  <a:lnTo>
                    <a:pt x="193" y="4558"/>
                  </a:lnTo>
                  <a:lnTo>
                    <a:pt x="193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1" y="5253"/>
                  </a:lnTo>
                  <a:lnTo>
                    <a:pt x="734" y="5368"/>
                  </a:lnTo>
                  <a:lnTo>
                    <a:pt x="966" y="5407"/>
                  </a:lnTo>
                  <a:lnTo>
                    <a:pt x="1197" y="5407"/>
                  </a:lnTo>
                  <a:lnTo>
                    <a:pt x="1429" y="5368"/>
                  </a:lnTo>
                  <a:lnTo>
                    <a:pt x="1622" y="5330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0" y="4828"/>
                  </a:lnTo>
                  <a:lnTo>
                    <a:pt x="2395" y="4635"/>
                  </a:lnTo>
                  <a:lnTo>
                    <a:pt x="2510" y="4442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7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2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31" y="2472"/>
                  </a:lnTo>
                  <a:lnTo>
                    <a:pt x="1738" y="2356"/>
                  </a:lnTo>
                  <a:lnTo>
                    <a:pt x="1506" y="2202"/>
                  </a:lnTo>
                  <a:lnTo>
                    <a:pt x="1275" y="2125"/>
                  </a:lnTo>
                  <a:lnTo>
                    <a:pt x="1622" y="1970"/>
                  </a:lnTo>
                  <a:lnTo>
                    <a:pt x="1931" y="1816"/>
                  </a:lnTo>
                  <a:lnTo>
                    <a:pt x="2240" y="1623"/>
                  </a:lnTo>
                  <a:lnTo>
                    <a:pt x="2549" y="1391"/>
                  </a:lnTo>
                  <a:lnTo>
                    <a:pt x="2819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7" y="542"/>
                  </a:lnTo>
                  <a:lnTo>
                    <a:pt x="3514" y="387"/>
                  </a:lnTo>
                  <a:lnTo>
                    <a:pt x="3707" y="78"/>
                  </a:lnTo>
                  <a:lnTo>
                    <a:pt x="351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4" name="Google Shape;4054;p17"/>
            <p:cNvSpPr/>
            <p:nvPr/>
          </p:nvSpPr>
          <p:spPr>
            <a:xfrm>
              <a:off x="6406825" y="4717250"/>
              <a:ext cx="93675" cy="93675"/>
            </a:xfrm>
            <a:custGeom>
              <a:avLst/>
              <a:gdLst/>
              <a:ahLst/>
              <a:cxnLst/>
              <a:rect l="l" t="t" r="r" b="b"/>
              <a:pathLst>
                <a:path w="3747" h="3747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8" y="619"/>
                  </a:lnTo>
                  <a:lnTo>
                    <a:pt x="2550" y="696"/>
                  </a:lnTo>
                  <a:lnTo>
                    <a:pt x="2743" y="812"/>
                  </a:lnTo>
                  <a:lnTo>
                    <a:pt x="2936" y="966"/>
                  </a:lnTo>
                  <a:lnTo>
                    <a:pt x="3090" y="1198"/>
                  </a:lnTo>
                  <a:lnTo>
                    <a:pt x="3206" y="1430"/>
                  </a:lnTo>
                  <a:lnTo>
                    <a:pt x="3245" y="1700"/>
                  </a:lnTo>
                  <a:lnTo>
                    <a:pt x="3245" y="1970"/>
                  </a:lnTo>
                  <a:lnTo>
                    <a:pt x="3206" y="2202"/>
                  </a:lnTo>
                  <a:lnTo>
                    <a:pt x="3090" y="2472"/>
                  </a:lnTo>
                  <a:lnTo>
                    <a:pt x="2974" y="2665"/>
                  </a:lnTo>
                  <a:lnTo>
                    <a:pt x="2781" y="2897"/>
                  </a:lnTo>
                  <a:lnTo>
                    <a:pt x="2588" y="3051"/>
                  </a:lnTo>
                  <a:lnTo>
                    <a:pt x="2357" y="3167"/>
                  </a:lnTo>
                  <a:lnTo>
                    <a:pt x="2086" y="3245"/>
                  </a:lnTo>
                  <a:lnTo>
                    <a:pt x="1777" y="3245"/>
                  </a:lnTo>
                  <a:lnTo>
                    <a:pt x="1507" y="3167"/>
                  </a:lnTo>
                  <a:lnTo>
                    <a:pt x="1237" y="3051"/>
                  </a:lnTo>
                  <a:lnTo>
                    <a:pt x="966" y="2897"/>
                  </a:lnTo>
                  <a:lnTo>
                    <a:pt x="773" y="2665"/>
                  </a:lnTo>
                  <a:lnTo>
                    <a:pt x="619" y="2434"/>
                  </a:lnTo>
                  <a:lnTo>
                    <a:pt x="503" y="2163"/>
                  </a:lnTo>
                  <a:lnTo>
                    <a:pt x="503" y="1854"/>
                  </a:lnTo>
                  <a:lnTo>
                    <a:pt x="503" y="1584"/>
                  </a:lnTo>
                  <a:lnTo>
                    <a:pt x="619" y="1352"/>
                  </a:lnTo>
                  <a:lnTo>
                    <a:pt x="735" y="1121"/>
                  </a:lnTo>
                  <a:lnTo>
                    <a:pt x="928" y="928"/>
                  </a:lnTo>
                  <a:lnTo>
                    <a:pt x="1121" y="735"/>
                  </a:lnTo>
                  <a:lnTo>
                    <a:pt x="1353" y="580"/>
                  </a:lnTo>
                  <a:lnTo>
                    <a:pt x="1584" y="464"/>
                  </a:lnTo>
                  <a:close/>
                  <a:moveTo>
                    <a:pt x="1893" y="1"/>
                  </a:moveTo>
                  <a:lnTo>
                    <a:pt x="1700" y="39"/>
                  </a:lnTo>
                  <a:lnTo>
                    <a:pt x="1546" y="78"/>
                  </a:lnTo>
                  <a:lnTo>
                    <a:pt x="1353" y="155"/>
                  </a:lnTo>
                  <a:lnTo>
                    <a:pt x="1314" y="194"/>
                  </a:lnTo>
                  <a:lnTo>
                    <a:pt x="1082" y="271"/>
                  </a:lnTo>
                  <a:lnTo>
                    <a:pt x="851" y="387"/>
                  </a:lnTo>
                  <a:lnTo>
                    <a:pt x="619" y="580"/>
                  </a:lnTo>
                  <a:lnTo>
                    <a:pt x="426" y="773"/>
                  </a:lnTo>
                  <a:lnTo>
                    <a:pt x="271" y="966"/>
                  </a:lnTo>
                  <a:lnTo>
                    <a:pt x="155" y="1237"/>
                  </a:lnTo>
                  <a:lnTo>
                    <a:pt x="78" y="1468"/>
                  </a:lnTo>
                  <a:lnTo>
                    <a:pt x="1" y="1739"/>
                  </a:lnTo>
                  <a:lnTo>
                    <a:pt x="1" y="2047"/>
                  </a:lnTo>
                  <a:lnTo>
                    <a:pt x="40" y="2125"/>
                  </a:lnTo>
                  <a:lnTo>
                    <a:pt x="40" y="2318"/>
                  </a:lnTo>
                  <a:lnTo>
                    <a:pt x="117" y="2511"/>
                  </a:lnTo>
                  <a:lnTo>
                    <a:pt x="310" y="2858"/>
                  </a:lnTo>
                  <a:lnTo>
                    <a:pt x="542" y="3167"/>
                  </a:lnTo>
                  <a:lnTo>
                    <a:pt x="851" y="3399"/>
                  </a:lnTo>
                  <a:lnTo>
                    <a:pt x="1198" y="3592"/>
                  </a:lnTo>
                  <a:lnTo>
                    <a:pt x="1584" y="3708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7" y="3669"/>
                  </a:lnTo>
                  <a:lnTo>
                    <a:pt x="2627" y="3592"/>
                  </a:lnTo>
                  <a:lnTo>
                    <a:pt x="2897" y="3438"/>
                  </a:lnTo>
                  <a:lnTo>
                    <a:pt x="3129" y="3245"/>
                  </a:lnTo>
                  <a:lnTo>
                    <a:pt x="3322" y="3013"/>
                  </a:lnTo>
                  <a:lnTo>
                    <a:pt x="3476" y="2781"/>
                  </a:lnTo>
                  <a:lnTo>
                    <a:pt x="3631" y="2511"/>
                  </a:lnTo>
                  <a:lnTo>
                    <a:pt x="3708" y="2202"/>
                  </a:lnTo>
                  <a:lnTo>
                    <a:pt x="3747" y="1932"/>
                  </a:lnTo>
                  <a:lnTo>
                    <a:pt x="3747" y="1584"/>
                  </a:lnTo>
                  <a:lnTo>
                    <a:pt x="3669" y="1314"/>
                  </a:lnTo>
                  <a:lnTo>
                    <a:pt x="3515" y="1005"/>
                  </a:lnTo>
                  <a:lnTo>
                    <a:pt x="3322" y="696"/>
                  </a:lnTo>
                  <a:lnTo>
                    <a:pt x="3052" y="426"/>
                  </a:lnTo>
                  <a:lnTo>
                    <a:pt x="2743" y="233"/>
                  </a:lnTo>
                  <a:lnTo>
                    <a:pt x="2395" y="78"/>
                  </a:lnTo>
                  <a:lnTo>
                    <a:pt x="204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5" name="Google Shape;4055;p17"/>
            <p:cNvSpPr/>
            <p:nvPr/>
          </p:nvSpPr>
          <p:spPr>
            <a:xfrm>
              <a:off x="2332000" y="4749125"/>
              <a:ext cx="326325" cy="58900"/>
            </a:xfrm>
            <a:custGeom>
              <a:avLst/>
              <a:gdLst/>
              <a:ahLst/>
              <a:cxnLst/>
              <a:rect l="l" t="t" r="r" b="b"/>
              <a:pathLst>
                <a:path w="13053" h="2356" extrusionOk="0">
                  <a:moveTo>
                    <a:pt x="12782" y="0"/>
                  </a:moveTo>
                  <a:lnTo>
                    <a:pt x="12705" y="39"/>
                  </a:lnTo>
                  <a:lnTo>
                    <a:pt x="12628" y="116"/>
                  </a:lnTo>
                  <a:lnTo>
                    <a:pt x="12589" y="193"/>
                  </a:lnTo>
                  <a:lnTo>
                    <a:pt x="12589" y="309"/>
                  </a:lnTo>
                  <a:lnTo>
                    <a:pt x="12589" y="502"/>
                  </a:lnTo>
                  <a:lnTo>
                    <a:pt x="12550" y="657"/>
                  </a:lnTo>
                  <a:lnTo>
                    <a:pt x="12435" y="811"/>
                  </a:lnTo>
                  <a:lnTo>
                    <a:pt x="12319" y="966"/>
                  </a:lnTo>
                  <a:lnTo>
                    <a:pt x="12164" y="1081"/>
                  </a:lnTo>
                  <a:lnTo>
                    <a:pt x="11971" y="1159"/>
                  </a:lnTo>
                  <a:lnTo>
                    <a:pt x="11546" y="1313"/>
                  </a:lnTo>
                  <a:lnTo>
                    <a:pt x="11083" y="1429"/>
                  </a:lnTo>
                  <a:lnTo>
                    <a:pt x="10581" y="1506"/>
                  </a:lnTo>
                  <a:lnTo>
                    <a:pt x="9847" y="1583"/>
                  </a:lnTo>
                  <a:lnTo>
                    <a:pt x="9423" y="1622"/>
                  </a:lnTo>
                  <a:lnTo>
                    <a:pt x="9423" y="1545"/>
                  </a:lnTo>
                  <a:lnTo>
                    <a:pt x="9423" y="1468"/>
                  </a:lnTo>
                  <a:lnTo>
                    <a:pt x="9152" y="888"/>
                  </a:lnTo>
                  <a:lnTo>
                    <a:pt x="8959" y="270"/>
                  </a:lnTo>
                  <a:lnTo>
                    <a:pt x="8612" y="386"/>
                  </a:lnTo>
                  <a:lnTo>
                    <a:pt x="8650" y="695"/>
                  </a:lnTo>
                  <a:lnTo>
                    <a:pt x="8728" y="1043"/>
                  </a:lnTo>
                  <a:lnTo>
                    <a:pt x="8843" y="1390"/>
                  </a:lnTo>
                  <a:lnTo>
                    <a:pt x="8998" y="1661"/>
                  </a:lnTo>
                  <a:lnTo>
                    <a:pt x="7839" y="1776"/>
                  </a:lnTo>
                  <a:lnTo>
                    <a:pt x="6681" y="1854"/>
                  </a:lnTo>
                  <a:lnTo>
                    <a:pt x="5252" y="1892"/>
                  </a:lnTo>
                  <a:lnTo>
                    <a:pt x="3862" y="1854"/>
                  </a:lnTo>
                  <a:lnTo>
                    <a:pt x="3592" y="1815"/>
                  </a:lnTo>
                  <a:lnTo>
                    <a:pt x="3746" y="1506"/>
                  </a:lnTo>
                  <a:lnTo>
                    <a:pt x="3785" y="1159"/>
                  </a:lnTo>
                  <a:lnTo>
                    <a:pt x="3785" y="811"/>
                  </a:lnTo>
                  <a:lnTo>
                    <a:pt x="3746" y="425"/>
                  </a:lnTo>
                  <a:lnTo>
                    <a:pt x="3399" y="464"/>
                  </a:lnTo>
                  <a:lnTo>
                    <a:pt x="3399" y="772"/>
                  </a:lnTo>
                  <a:lnTo>
                    <a:pt x="3360" y="1081"/>
                  </a:lnTo>
                  <a:lnTo>
                    <a:pt x="3244" y="1468"/>
                  </a:lnTo>
                  <a:lnTo>
                    <a:pt x="3128" y="1815"/>
                  </a:lnTo>
                  <a:lnTo>
                    <a:pt x="2202" y="1738"/>
                  </a:lnTo>
                  <a:lnTo>
                    <a:pt x="1738" y="1699"/>
                  </a:lnTo>
                  <a:lnTo>
                    <a:pt x="1275" y="1622"/>
                  </a:lnTo>
                  <a:lnTo>
                    <a:pt x="889" y="1468"/>
                  </a:lnTo>
                  <a:lnTo>
                    <a:pt x="734" y="1390"/>
                  </a:lnTo>
                  <a:lnTo>
                    <a:pt x="618" y="1313"/>
                  </a:lnTo>
                  <a:lnTo>
                    <a:pt x="503" y="1197"/>
                  </a:lnTo>
                  <a:lnTo>
                    <a:pt x="425" y="1081"/>
                  </a:lnTo>
                  <a:lnTo>
                    <a:pt x="387" y="966"/>
                  </a:lnTo>
                  <a:lnTo>
                    <a:pt x="387" y="811"/>
                  </a:lnTo>
                  <a:lnTo>
                    <a:pt x="387" y="772"/>
                  </a:lnTo>
                  <a:lnTo>
                    <a:pt x="387" y="695"/>
                  </a:lnTo>
                  <a:lnTo>
                    <a:pt x="310" y="618"/>
                  </a:lnTo>
                  <a:lnTo>
                    <a:pt x="194" y="618"/>
                  </a:lnTo>
                  <a:lnTo>
                    <a:pt x="155" y="657"/>
                  </a:lnTo>
                  <a:lnTo>
                    <a:pt x="116" y="695"/>
                  </a:lnTo>
                  <a:lnTo>
                    <a:pt x="39" y="850"/>
                  </a:lnTo>
                  <a:lnTo>
                    <a:pt x="1" y="1004"/>
                  </a:lnTo>
                  <a:lnTo>
                    <a:pt x="1" y="1159"/>
                  </a:lnTo>
                  <a:lnTo>
                    <a:pt x="1" y="1274"/>
                  </a:lnTo>
                  <a:lnTo>
                    <a:pt x="39" y="1390"/>
                  </a:lnTo>
                  <a:lnTo>
                    <a:pt x="116" y="1506"/>
                  </a:lnTo>
                  <a:lnTo>
                    <a:pt x="310" y="1699"/>
                  </a:lnTo>
                  <a:lnTo>
                    <a:pt x="541" y="1854"/>
                  </a:lnTo>
                  <a:lnTo>
                    <a:pt x="812" y="1970"/>
                  </a:lnTo>
                  <a:lnTo>
                    <a:pt x="1082" y="2047"/>
                  </a:lnTo>
                  <a:lnTo>
                    <a:pt x="1352" y="2085"/>
                  </a:lnTo>
                  <a:lnTo>
                    <a:pt x="2626" y="2240"/>
                  </a:lnTo>
                  <a:lnTo>
                    <a:pt x="3862" y="2317"/>
                  </a:lnTo>
                  <a:lnTo>
                    <a:pt x="5136" y="2356"/>
                  </a:lnTo>
                  <a:lnTo>
                    <a:pt x="6372" y="2356"/>
                  </a:lnTo>
                  <a:lnTo>
                    <a:pt x="7531" y="2278"/>
                  </a:lnTo>
                  <a:lnTo>
                    <a:pt x="8689" y="2201"/>
                  </a:lnTo>
                  <a:lnTo>
                    <a:pt x="9847" y="2047"/>
                  </a:lnTo>
                  <a:lnTo>
                    <a:pt x="11006" y="1892"/>
                  </a:lnTo>
                  <a:lnTo>
                    <a:pt x="11392" y="1815"/>
                  </a:lnTo>
                  <a:lnTo>
                    <a:pt x="11740" y="1738"/>
                  </a:lnTo>
                  <a:lnTo>
                    <a:pt x="12126" y="1583"/>
                  </a:lnTo>
                  <a:lnTo>
                    <a:pt x="12473" y="1429"/>
                  </a:lnTo>
                  <a:lnTo>
                    <a:pt x="12744" y="1236"/>
                  </a:lnTo>
                  <a:lnTo>
                    <a:pt x="12859" y="1081"/>
                  </a:lnTo>
                  <a:lnTo>
                    <a:pt x="12937" y="927"/>
                  </a:lnTo>
                  <a:lnTo>
                    <a:pt x="13014" y="772"/>
                  </a:lnTo>
                  <a:lnTo>
                    <a:pt x="13052" y="579"/>
                  </a:lnTo>
                  <a:lnTo>
                    <a:pt x="13052" y="386"/>
                  </a:lnTo>
                  <a:lnTo>
                    <a:pt x="13052" y="155"/>
                  </a:lnTo>
                  <a:lnTo>
                    <a:pt x="13014" y="77"/>
                  </a:lnTo>
                  <a:lnTo>
                    <a:pt x="1293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56" name="Google Shape;4056;p17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457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057" name="Google Shape;4057;p17"/>
          <p:cNvSpPr txBox="1">
            <a:spLocks noGrp="1"/>
          </p:cNvSpPr>
          <p:nvPr>
            <p:ph type="subTitle" idx="1"/>
          </p:nvPr>
        </p:nvSpPr>
        <p:spPr>
          <a:xfrm>
            <a:off x="719929" y="2779776"/>
            <a:ext cx="2501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Titillium Web"/>
              <a:buNone/>
              <a:defRPr sz="2500">
                <a:latin typeface="BioRhyme"/>
                <a:ea typeface="BioRhyme"/>
                <a:cs typeface="BioRhyme"/>
                <a:sym typeface="BioRhym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058" name="Google Shape;4058;p17"/>
          <p:cNvSpPr txBox="1">
            <a:spLocks noGrp="1"/>
          </p:cNvSpPr>
          <p:nvPr>
            <p:ph type="subTitle" idx="2"/>
          </p:nvPr>
        </p:nvSpPr>
        <p:spPr>
          <a:xfrm>
            <a:off x="719929" y="3154680"/>
            <a:ext cx="2501700" cy="82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059" name="Google Shape;4059;p17"/>
          <p:cNvSpPr txBox="1">
            <a:spLocks noGrp="1"/>
          </p:cNvSpPr>
          <p:nvPr>
            <p:ph type="subTitle" idx="3"/>
          </p:nvPr>
        </p:nvSpPr>
        <p:spPr>
          <a:xfrm>
            <a:off x="3320929" y="2779776"/>
            <a:ext cx="2501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Titillium Web"/>
              <a:buNone/>
              <a:defRPr sz="2500">
                <a:latin typeface="BioRhyme"/>
                <a:ea typeface="BioRhyme"/>
                <a:cs typeface="BioRhyme"/>
                <a:sym typeface="BioRhym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060" name="Google Shape;4060;p17"/>
          <p:cNvSpPr txBox="1">
            <a:spLocks noGrp="1"/>
          </p:cNvSpPr>
          <p:nvPr>
            <p:ph type="subTitle" idx="4"/>
          </p:nvPr>
        </p:nvSpPr>
        <p:spPr>
          <a:xfrm>
            <a:off x="3320929" y="3154680"/>
            <a:ext cx="2501700" cy="82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061" name="Google Shape;4061;p17"/>
          <p:cNvSpPr txBox="1">
            <a:spLocks noGrp="1"/>
          </p:cNvSpPr>
          <p:nvPr>
            <p:ph type="subTitle" idx="5"/>
          </p:nvPr>
        </p:nvSpPr>
        <p:spPr>
          <a:xfrm>
            <a:off x="5922371" y="2779776"/>
            <a:ext cx="2501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Titillium Web"/>
              <a:buNone/>
              <a:defRPr sz="2500">
                <a:latin typeface="BioRhyme"/>
                <a:ea typeface="BioRhyme"/>
                <a:cs typeface="BioRhyme"/>
                <a:sym typeface="BioRhym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062" name="Google Shape;4062;p17"/>
          <p:cNvSpPr txBox="1">
            <a:spLocks noGrp="1"/>
          </p:cNvSpPr>
          <p:nvPr>
            <p:ph type="subTitle" idx="6"/>
          </p:nvPr>
        </p:nvSpPr>
        <p:spPr>
          <a:xfrm>
            <a:off x="5922371" y="3154680"/>
            <a:ext cx="2501700" cy="82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grpSp>
        <p:nvGrpSpPr>
          <p:cNvPr id="4063" name="Google Shape;4063;p17"/>
          <p:cNvGrpSpPr/>
          <p:nvPr/>
        </p:nvGrpSpPr>
        <p:grpSpPr>
          <a:xfrm>
            <a:off x="310050" y="-86900"/>
            <a:ext cx="599250" cy="1418100"/>
            <a:chOff x="310050" y="-1175"/>
            <a:chExt cx="599250" cy="1418100"/>
          </a:xfrm>
        </p:grpSpPr>
        <p:grpSp>
          <p:nvGrpSpPr>
            <p:cNvPr id="4064" name="Google Shape;4064;p17"/>
            <p:cNvGrpSpPr/>
            <p:nvPr/>
          </p:nvGrpSpPr>
          <p:grpSpPr>
            <a:xfrm>
              <a:off x="310050" y="-1175"/>
              <a:ext cx="599250" cy="1418100"/>
              <a:chOff x="310050" y="0"/>
              <a:chExt cx="599250" cy="1418100"/>
            </a:xfrm>
          </p:grpSpPr>
          <p:sp>
            <p:nvSpPr>
              <p:cNvPr id="4065" name="Google Shape;4065;p17"/>
              <p:cNvSpPr/>
              <p:nvPr/>
            </p:nvSpPr>
            <p:spPr>
              <a:xfrm>
                <a:off x="608250" y="0"/>
                <a:ext cx="25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1" h="36663" extrusionOk="0">
                    <a:moveTo>
                      <a:pt x="1" y="36662"/>
                    </a:move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6" name="Google Shape;4066;p17"/>
              <p:cNvSpPr/>
              <p:nvPr/>
            </p:nvSpPr>
            <p:spPr>
              <a:xfrm>
                <a:off x="608250" y="0"/>
                <a:ext cx="25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1" h="36663" fill="none" extrusionOk="0">
                    <a:moveTo>
                      <a:pt x="1" y="36662"/>
                    </a:moveTo>
                    <a:lnTo>
                      <a:pt x="1" y="0"/>
                    </a:lnTo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7" name="Google Shape;4067;p17"/>
              <p:cNvSpPr/>
              <p:nvPr/>
            </p:nvSpPr>
            <p:spPr>
              <a:xfrm>
                <a:off x="598700" y="0"/>
                <a:ext cx="19700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788" h="36663" extrusionOk="0">
                    <a:moveTo>
                      <a:pt x="1" y="0"/>
                    </a:moveTo>
                    <a:lnTo>
                      <a:pt x="1" y="36662"/>
                    </a:lnTo>
                    <a:lnTo>
                      <a:pt x="787" y="36662"/>
                    </a:lnTo>
                    <a:lnTo>
                      <a:pt x="78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8" name="Google Shape;4068;p17"/>
              <p:cNvSpPr/>
              <p:nvPr/>
            </p:nvSpPr>
            <p:spPr>
              <a:xfrm>
                <a:off x="310050" y="847475"/>
                <a:ext cx="599250" cy="570625"/>
              </a:xfrm>
              <a:custGeom>
                <a:avLst/>
                <a:gdLst/>
                <a:ahLst/>
                <a:cxnLst/>
                <a:rect l="l" t="t" r="r" b="b"/>
                <a:pathLst>
                  <a:path w="23970" h="22825" extrusionOk="0">
                    <a:moveTo>
                      <a:pt x="11996" y="0"/>
                    </a:moveTo>
                    <a:lnTo>
                      <a:pt x="7503" y="6425"/>
                    </a:lnTo>
                    <a:lnTo>
                      <a:pt x="0" y="8716"/>
                    </a:lnTo>
                    <a:lnTo>
                      <a:pt x="4718" y="14984"/>
                    </a:lnTo>
                    <a:lnTo>
                      <a:pt x="4560" y="22824"/>
                    </a:lnTo>
                    <a:lnTo>
                      <a:pt x="11996" y="20286"/>
                    </a:lnTo>
                    <a:lnTo>
                      <a:pt x="19409" y="22824"/>
                    </a:lnTo>
                    <a:lnTo>
                      <a:pt x="19252" y="14984"/>
                    </a:lnTo>
                    <a:lnTo>
                      <a:pt x="23970" y="8716"/>
                    </a:lnTo>
                    <a:lnTo>
                      <a:pt x="16489" y="6425"/>
                    </a:lnTo>
                    <a:lnTo>
                      <a:pt x="11996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069" name="Google Shape;4069;p17"/>
            <p:cNvSpPr/>
            <p:nvPr/>
          </p:nvSpPr>
          <p:spPr>
            <a:xfrm>
              <a:off x="445600" y="979650"/>
              <a:ext cx="328149" cy="312474"/>
            </a:xfrm>
            <a:custGeom>
              <a:avLst/>
              <a:gdLst/>
              <a:ahLst/>
              <a:cxnLst/>
              <a:rect l="l" t="t" r="r" b="b"/>
              <a:pathLst>
                <a:path w="23970" h="22825" extrusionOk="0">
                  <a:moveTo>
                    <a:pt x="11996" y="0"/>
                  </a:moveTo>
                  <a:lnTo>
                    <a:pt x="7503" y="6425"/>
                  </a:lnTo>
                  <a:lnTo>
                    <a:pt x="0" y="8716"/>
                  </a:lnTo>
                  <a:lnTo>
                    <a:pt x="4718" y="14984"/>
                  </a:lnTo>
                  <a:lnTo>
                    <a:pt x="4560" y="22824"/>
                  </a:lnTo>
                  <a:lnTo>
                    <a:pt x="11996" y="20286"/>
                  </a:lnTo>
                  <a:lnTo>
                    <a:pt x="19409" y="22824"/>
                  </a:lnTo>
                  <a:lnTo>
                    <a:pt x="19252" y="14984"/>
                  </a:lnTo>
                  <a:lnTo>
                    <a:pt x="23970" y="8716"/>
                  </a:lnTo>
                  <a:lnTo>
                    <a:pt x="16489" y="6425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424242">
                <a:alpha val="61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70" name="Google Shape;4070;p17"/>
          <p:cNvGrpSpPr/>
          <p:nvPr/>
        </p:nvGrpSpPr>
        <p:grpSpPr>
          <a:xfrm>
            <a:off x="8424000" y="-86900"/>
            <a:ext cx="599250" cy="1418100"/>
            <a:chOff x="310050" y="-1175"/>
            <a:chExt cx="599250" cy="1418100"/>
          </a:xfrm>
        </p:grpSpPr>
        <p:grpSp>
          <p:nvGrpSpPr>
            <p:cNvPr id="4071" name="Google Shape;4071;p17"/>
            <p:cNvGrpSpPr/>
            <p:nvPr/>
          </p:nvGrpSpPr>
          <p:grpSpPr>
            <a:xfrm>
              <a:off x="310050" y="-1175"/>
              <a:ext cx="599250" cy="1418100"/>
              <a:chOff x="310050" y="0"/>
              <a:chExt cx="599250" cy="1418100"/>
            </a:xfrm>
          </p:grpSpPr>
          <p:sp>
            <p:nvSpPr>
              <p:cNvPr id="4072" name="Google Shape;4072;p17"/>
              <p:cNvSpPr/>
              <p:nvPr/>
            </p:nvSpPr>
            <p:spPr>
              <a:xfrm>
                <a:off x="608250" y="0"/>
                <a:ext cx="25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1" h="36663" extrusionOk="0">
                    <a:moveTo>
                      <a:pt x="1" y="36662"/>
                    </a:move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3" name="Google Shape;4073;p17"/>
              <p:cNvSpPr/>
              <p:nvPr/>
            </p:nvSpPr>
            <p:spPr>
              <a:xfrm>
                <a:off x="608250" y="0"/>
                <a:ext cx="25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1" h="36663" fill="none" extrusionOk="0">
                    <a:moveTo>
                      <a:pt x="1" y="36662"/>
                    </a:moveTo>
                    <a:lnTo>
                      <a:pt x="1" y="0"/>
                    </a:lnTo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4" name="Google Shape;4074;p17"/>
              <p:cNvSpPr/>
              <p:nvPr/>
            </p:nvSpPr>
            <p:spPr>
              <a:xfrm>
                <a:off x="598700" y="0"/>
                <a:ext cx="19700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788" h="36663" extrusionOk="0">
                    <a:moveTo>
                      <a:pt x="1" y="0"/>
                    </a:moveTo>
                    <a:lnTo>
                      <a:pt x="1" y="36662"/>
                    </a:lnTo>
                    <a:lnTo>
                      <a:pt x="787" y="36662"/>
                    </a:lnTo>
                    <a:lnTo>
                      <a:pt x="78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5" name="Google Shape;4075;p17"/>
              <p:cNvSpPr/>
              <p:nvPr/>
            </p:nvSpPr>
            <p:spPr>
              <a:xfrm>
                <a:off x="310050" y="847475"/>
                <a:ext cx="599250" cy="570625"/>
              </a:xfrm>
              <a:custGeom>
                <a:avLst/>
                <a:gdLst/>
                <a:ahLst/>
                <a:cxnLst/>
                <a:rect l="l" t="t" r="r" b="b"/>
                <a:pathLst>
                  <a:path w="23970" h="22825" extrusionOk="0">
                    <a:moveTo>
                      <a:pt x="11996" y="0"/>
                    </a:moveTo>
                    <a:lnTo>
                      <a:pt x="7503" y="6425"/>
                    </a:lnTo>
                    <a:lnTo>
                      <a:pt x="0" y="8716"/>
                    </a:lnTo>
                    <a:lnTo>
                      <a:pt x="4718" y="14984"/>
                    </a:lnTo>
                    <a:lnTo>
                      <a:pt x="4560" y="22824"/>
                    </a:lnTo>
                    <a:lnTo>
                      <a:pt x="11996" y="20286"/>
                    </a:lnTo>
                    <a:lnTo>
                      <a:pt x="19409" y="22824"/>
                    </a:lnTo>
                    <a:lnTo>
                      <a:pt x="19252" y="14984"/>
                    </a:lnTo>
                    <a:lnTo>
                      <a:pt x="23970" y="8716"/>
                    </a:lnTo>
                    <a:lnTo>
                      <a:pt x="16489" y="6425"/>
                    </a:lnTo>
                    <a:lnTo>
                      <a:pt x="11996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076" name="Google Shape;4076;p17"/>
            <p:cNvSpPr/>
            <p:nvPr/>
          </p:nvSpPr>
          <p:spPr>
            <a:xfrm>
              <a:off x="445600" y="979650"/>
              <a:ext cx="328149" cy="312474"/>
            </a:xfrm>
            <a:custGeom>
              <a:avLst/>
              <a:gdLst/>
              <a:ahLst/>
              <a:cxnLst/>
              <a:rect l="l" t="t" r="r" b="b"/>
              <a:pathLst>
                <a:path w="23970" h="22825" extrusionOk="0">
                  <a:moveTo>
                    <a:pt x="11996" y="0"/>
                  </a:moveTo>
                  <a:lnTo>
                    <a:pt x="7503" y="6425"/>
                  </a:lnTo>
                  <a:lnTo>
                    <a:pt x="0" y="8716"/>
                  </a:lnTo>
                  <a:lnTo>
                    <a:pt x="4718" y="14984"/>
                  </a:lnTo>
                  <a:lnTo>
                    <a:pt x="4560" y="22824"/>
                  </a:lnTo>
                  <a:lnTo>
                    <a:pt x="11996" y="20286"/>
                  </a:lnTo>
                  <a:lnTo>
                    <a:pt x="19409" y="22824"/>
                  </a:lnTo>
                  <a:lnTo>
                    <a:pt x="19252" y="14984"/>
                  </a:lnTo>
                  <a:lnTo>
                    <a:pt x="23970" y="8716"/>
                  </a:lnTo>
                  <a:lnTo>
                    <a:pt x="16489" y="6425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424242">
                <a:alpha val="61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_1">
    <p:spTree>
      <p:nvGrpSpPr>
        <p:cNvPr id="1" name="Shape 4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78" name="Google Shape;4078;p18"/>
          <p:cNvGrpSpPr/>
          <p:nvPr/>
        </p:nvGrpSpPr>
        <p:grpSpPr>
          <a:xfrm flipH="1">
            <a:off x="162878" y="103243"/>
            <a:ext cx="8818245" cy="4937014"/>
            <a:chOff x="238125" y="857725"/>
            <a:chExt cx="7143750" cy="3999525"/>
          </a:xfrm>
        </p:grpSpPr>
        <p:sp>
          <p:nvSpPr>
            <p:cNvPr id="4079" name="Google Shape;4079;p18"/>
            <p:cNvSpPr/>
            <p:nvPr/>
          </p:nvSpPr>
          <p:spPr>
            <a:xfrm>
              <a:off x="3447000" y="857725"/>
              <a:ext cx="309925" cy="605300"/>
            </a:xfrm>
            <a:custGeom>
              <a:avLst/>
              <a:gdLst/>
              <a:ahLst/>
              <a:cxnLst/>
              <a:rect l="l" t="t" r="r" b="b"/>
              <a:pathLst>
                <a:path w="12397" h="24212" extrusionOk="0">
                  <a:moveTo>
                    <a:pt x="7955" y="463"/>
                  </a:moveTo>
                  <a:lnTo>
                    <a:pt x="8496" y="502"/>
                  </a:lnTo>
                  <a:lnTo>
                    <a:pt x="9037" y="618"/>
                  </a:lnTo>
                  <a:lnTo>
                    <a:pt x="9500" y="811"/>
                  </a:lnTo>
                  <a:lnTo>
                    <a:pt x="9925" y="1043"/>
                  </a:lnTo>
                  <a:lnTo>
                    <a:pt x="10311" y="1352"/>
                  </a:lnTo>
                  <a:lnTo>
                    <a:pt x="10659" y="1699"/>
                  </a:lnTo>
                  <a:lnTo>
                    <a:pt x="10967" y="2085"/>
                  </a:lnTo>
                  <a:lnTo>
                    <a:pt x="11238" y="2510"/>
                  </a:lnTo>
                  <a:lnTo>
                    <a:pt x="11469" y="2973"/>
                  </a:lnTo>
                  <a:lnTo>
                    <a:pt x="11663" y="3437"/>
                  </a:lnTo>
                  <a:lnTo>
                    <a:pt x="11778" y="3939"/>
                  </a:lnTo>
                  <a:lnTo>
                    <a:pt x="11856" y="4441"/>
                  </a:lnTo>
                  <a:lnTo>
                    <a:pt x="11894" y="4981"/>
                  </a:lnTo>
                  <a:lnTo>
                    <a:pt x="11894" y="5483"/>
                  </a:lnTo>
                  <a:lnTo>
                    <a:pt x="11817" y="5985"/>
                  </a:lnTo>
                  <a:lnTo>
                    <a:pt x="11701" y="6487"/>
                  </a:lnTo>
                  <a:lnTo>
                    <a:pt x="11547" y="6989"/>
                  </a:lnTo>
                  <a:lnTo>
                    <a:pt x="11315" y="7453"/>
                  </a:lnTo>
                  <a:lnTo>
                    <a:pt x="11083" y="7916"/>
                  </a:lnTo>
                  <a:lnTo>
                    <a:pt x="10813" y="8341"/>
                  </a:lnTo>
                  <a:lnTo>
                    <a:pt x="10504" y="8766"/>
                  </a:lnTo>
                  <a:lnTo>
                    <a:pt x="10195" y="9152"/>
                  </a:lnTo>
                  <a:lnTo>
                    <a:pt x="9848" y="9499"/>
                  </a:lnTo>
                  <a:lnTo>
                    <a:pt x="9461" y="9847"/>
                  </a:lnTo>
                  <a:lnTo>
                    <a:pt x="9037" y="10156"/>
                  </a:lnTo>
                  <a:lnTo>
                    <a:pt x="8651" y="10465"/>
                  </a:lnTo>
                  <a:lnTo>
                    <a:pt x="8187" y="10735"/>
                  </a:lnTo>
                  <a:lnTo>
                    <a:pt x="7762" y="11005"/>
                  </a:lnTo>
                  <a:lnTo>
                    <a:pt x="6836" y="11469"/>
                  </a:lnTo>
                  <a:lnTo>
                    <a:pt x="5870" y="11855"/>
                  </a:lnTo>
                  <a:lnTo>
                    <a:pt x="5677" y="11855"/>
                  </a:lnTo>
                  <a:lnTo>
                    <a:pt x="5639" y="11932"/>
                  </a:lnTo>
                  <a:lnTo>
                    <a:pt x="5600" y="11932"/>
                  </a:lnTo>
                  <a:lnTo>
                    <a:pt x="4982" y="11276"/>
                  </a:lnTo>
                  <a:lnTo>
                    <a:pt x="4442" y="10542"/>
                  </a:lnTo>
                  <a:lnTo>
                    <a:pt x="3978" y="9808"/>
                  </a:lnTo>
                  <a:lnTo>
                    <a:pt x="3746" y="9383"/>
                  </a:lnTo>
                  <a:lnTo>
                    <a:pt x="3592" y="8997"/>
                  </a:lnTo>
                  <a:lnTo>
                    <a:pt x="3438" y="8611"/>
                  </a:lnTo>
                  <a:lnTo>
                    <a:pt x="3283" y="8186"/>
                  </a:lnTo>
                  <a:lnTo>
                    <a:pt x="3167" y="7762"/>
                  </a:lnTo>
                  <a:lnTo>
                    <a:pt x="3090" y="7298"/>
                  </a:lnTo>
                  <a:lnTo>
                    <a:pt x="3051" y="6873"/>
                  </a:lnTo>
                  <a:lnTo>
                    <a:pt x="3013" y="6410"/>
                  </a:lnTo>
                  <a:lnTo>
                    <a:pt x="3051" y="5947"/>
                  </a:lnTo>
                  <a:lnTo>
                    <a:pt x="3090" y="5483"/>
                  </a:lnTo>
                  <a:lnTo>
                    <a:pt x="3167" y="5020"/>
                  </a:lnTo>
                  <a:lnTo>
                    <a:pt x="3244" y="4557"/>
                  </a:lnTo>
                  <a:lnTo>
                    <a:pt x="3399" y="4093"/>
                  </a:lnTo>
                  <a:lnTo>
                    <a:pt x="3592" y="3668"/>
                  </a:lnTo>
                  <a:lnTo>
                    <a:pt x="3785" y="3205"/>
                  </a:lnTo>
                  <a:lnTo>
                    <a:pt x="4055" y="2819"/>
                  </a:lnTo>
                  <a:lnTo>
                    <a:pt x="4326" y="2394"/>
                  </a:lnTo>
                  <a:lnTo>
                    <a:pt x="4635" y="2047"/>
                  </a:lnTo>
                  <a:lnTo>
                    <a:pt x="4944" y="1699"/>
                  </a:lnTo>
                  <a:lnTo>
                    <a:pt x="5330" y="1390"/>
                  </a:lnTo>
                  <a:lnTo>
                    <a:pt x="5716" y="1081"/>
                  </a:lnTo>
                  <a:lnTo>
                    <a:pt x="6102" y="850"/>
                  </a:lnTo>
                  <a:lnTo>
                    <a:pt x="6527" y="695"/>
                  </a:lnTo>
                  <a:lnTo>
                    <a:pt x="6990" y="541"/>
                  </a:lnTo>
                  <a:lnTo>
                    <a:pt x="7453" y="463"/>
                  </a:lnTo>
                  <a:close/>
                  <a:moveTo>
                    <a:pt x="5561" y="12279"/>
                  </a:moveTo>
                  <a:lnTo>
                    <a:pt x="5600" y="12318"/>
                  </a:lnTo>
                  <a:lnTo>
                    <a:pt x="5677" y="12357"/>
                  </a:lnTo>
                  <a:lnTo>
                    <a:pt x="5793" y="12897"/>
                  </a:lnTo>
                  <a:lnTo>
                    <a:pt x="5793" y="12897"/>
                  </a:lnTo>
                  <a:lnTo>
                    <a:pt x="5098" y="12588"/>
                  </a:lnTo>
                  <a:lnTo>
                    <a:pt x="5561" y="12279"/>
                  </a:lnTo>
                  <a:close/>
                  <a:moveTo>
                    <a:pt x="3322" y="12975"/>
                  </a:moveTo>
                  <a:lnTo>
                    <a:pt x="3476" y="13477"/>
                  </a:lnTo>
                  <a:lnTo>
                    <a:pt x="3553" y="13979"/>
                  </a:lnTo>
                  <a:lnTo>
                    <a:pt x="3013" y="13979"/>
                  </a:lnTo>
                  <a:lnTo>
                    <a:pt x="2781" y="13940"/>
                  </a:lnTo>
                  <a:lnTo>
                    <a:pt x="2511" y="13824"/>
                  </a:lnTo>
                  <a:lnTo>
                    <a:pt x="2936" y="13399"/>
                  </a:lnTo>
                  <a:lnTo>
                    <a:pt x="3322" y="12975"/>
                  </a:lnTo>
                  <a:close/>
                  <a:moveTo>
                    <a:pt x="3940" y="14326"/>
                  </a:moveTo>
                  <a:lnTo>
                    <a:pt x="5098" y="14519"/>
                  </a:lnTo>
                  <a:lnTo>
                    <a:pt x="4442" y="15485"/>
                  </a:lnTo>
                  <a:lnTo>
                    <a:pt x="4287" y="15214"/>
                  </a:lnTo>
                  <a:lnTo>
                    <a:pt x="4171" y="14944"/>
                  </a:lnTo>
                  <a:lnTo>
                    <a:pt x="4055" y="14635"/>
                  </a:lnTo>
                  <a:lnTo>
                    <a:pt x="3978" y="14365"/>
                  </a:lnTo>
                  <a:lnTo>
                    <a:pt x="3940" y="14326"/>
                  </a:lnTo>
                  <a:close/>
                  <a:moveTo>
                    <a:pt x="3746" y="14596"/>
                  </a:moveTo>
                  <a:lnTo>
                    <a:pt x="3824" y="14944"/>
                  </a:lnTo>
                  <a:lnTo>
                    <a:pt x="3978" y="15291"/>
                  </a:lnTo>
                  <a:lnTo>
                    <a:pt x="4133" y="15600"/>
                  </a:lnTo>
                  <a:lnTo>
                    <a:pt x="4287" y="15909"/>
                  </a:lnTo>
                  <a:lnTo>
                    <a:pt x="4364" y="15987"/>
                  </a:lnTo>
                  <a:lnTo>
                    <a:pt x="4055" y="16411"/>
                  </a:lnTo>
                  <a:lnTo>
                    <a:pt x="3746" y="16875"/>
                  </a:lnTo>
                  <a:lnTo>
                    <a:pt x="3592" y="16411"/>
                  </a:lnTo>
                  <a:lnTo>
                    <a:pt x="3476" y="15948"/>
                  </a:lnTo>
                  <a:lnTo>
                    <a:pt x="3476" y="15716"/>
                  </a:lnTo>
                  <a:lnTo>
                    <a:pt x="3476" y="15446"/>
                  </a:lnTo>
                  <a:lnTo>
                    <a:pt x="3515" y="15214"/>
                  </a:lnTo>
                  <a:lnTo>
                    <a:pt x="3553" y="14983"/>
                  </a:lnTo>
                  <a:lnTo>
                    <a:pt x="3746" y="14596"/>
                  </a:lnTo>
                  <a:close/>
                  <a:moveTo>
                    <a:pt x="4480" y="16334"/>
                  </a:moveTo>
                  <a:lnTo>
                    <a:pt x="4673" y="16759"/>
                  </a:lnTo>
                  <a:lnTo>
                    <a:pt x="4789" y="17222"/>
                  </a:lnTo>
                  <a:lnTo>
                    <a:pt x="4789" y="17222"/>
                  </a:lnTo>
                  <a:lnTo>
                    <a:pt x="4364" y="17106"/>
                  </a:lnTo>
                  <a:lnTo>
                    <a:pt x="3940" y="17029"/>
                  </a:lnTo>
                  <a:lnTo>
                    <a:pt x="4480" y="16334"/>
                  </a:lnTo>
                  <a:close/>
                  <a:moveTo>
                    <a:pt x="2472" y="16875"/>
                  </a:moveTo>
                  <a:lnTo>
                    <a:pt x="3399" y="17106"/>
                  </a:lnTo>
                  <a:lnTo>
                    <a:pt x="3476" y="17261"/>
                  </a:lnTo>
                  <a:lnTo>
                    <a:pt x="3322" y="17377"/>
                  </a:lnTo>
                  <a:lnTo>
                    <a:pt x="3167" y="17570"/>
                  </a:lnTo>
                  <a:lnTo>
                    <a:pt x="2897" y="17917"/>
                  </a:lnTo>
                  <a:lnTo>
                    <a:pt x="2665" y="17415"/>
                  </a:lnTo>
                  <a:lnTo>
                    <a:pt x="2472" y="16875"/>
                  </a:lnTo>
                  <a:close/>
                  <a:moveTo>
                    <a:pt x="3360" y="19732"/>
                  </a:moveTo>
                  <a:lnTo>
                    <a:pt x="4055" y="20427"/>
                  </a:lnTo>
                  <a:lnTo>
                    <a:pt x="3553" y="20659"/>
                  </a:lnTo>
                  <a:lnTo>
                    <a:pt x="3013" y="20968"/>
                  </a:lnTo>
                  <a:lnTo>
                    <a:pt x="3167" y="20350"/>
                  </a:lnTo>
                  <a:lnTo>
                    <a:pt x="3360" y="19732"/>
                  </a:lnTo>
                  <a:close/>
                  <a:moveTo>
                    <a:pt x="5677" y="20118"/>
                  </a:moveTo>
                  <a:lnTo>
                    <a:pt x="5986" y="20196"/>
                  </a:lnTo>
                  <a:lnTo>
                    <a:pt x="5716" y="20891"/>
                  </a:lnTo>
                  <a:lnTo>
                    <a:pt x="5368" y="21547"/>
                  </a:lnTo>
                  <a:lnTo>
                    <a:pt x="4673" y="20582"/>
                  </a:lnTo>
                  <a:lnTo>
                    <a:pt x="4635" y="20543"/>
                  </a:lnTo>
                  <a:lnTo>
                    <a:pt x="4673" y="20234"/>
                  </a:lnTo>
                  <a:lnTo>
                    <a:pt x="5021" y="20157"/>
                  </a:lnTo>
                  <a:lnTo>
                    <a:pt x="5330" y="20118"/>
                  </a:lnTo>
                  <a:close/>
                  <a:moveTo>
                    <a:pt x="7453" y="0"/>
                  </a:moveTo>
                  <a:lnTo>
                    <a:pt x="7067" y="39"/>
                  </a:lnTo>
                  <a:lnTo>
                    <a:pt x="6720" y="154"/>
                  </a:lnTo>
                  <a:lnTo>
                    <a:pt x="6334" y="270"/>
                  </a:lnTo>
                  <a:lnTo>
                    <a:pt x="5986" y="425"/>
                  </a:lnTo>
                  <a:lnTo>
                    <a:pt x="5639" y="579"/>
                  </a:lnTo>
                  <a:lnTo>
                    <a:pt x="5291" y="811"/>
                  </a:lnTo>
                  <a:lnTo>
                    <a:pt x="4944" y="1043"/>
                  </a:lnTo>
                  <a:lnTo>
                    <a:pt x="4635" y="1313"/>
                  </a:lnTo>
                  <a:lnTo>
                    <a:pt x="4364" y="1622"/>
                  </a:lnTo>
                  <a:lnTo>
                    <a:pt x="4094" y="1892"/>
                  </a:lnTo>
                  <a:lnTo>
                    <a:pt x="3824" y="2240"/>
                  </a:lnTo>
                  <a:lnTo>
                    <a:pt x="3592" y="2549"/>
                  </a:lnTo>
                  <a:lnTo>
                    <a:pt x="3399" y="2896"/>
                  </a:lnTo>
                  <a:lnTo>
                    <a:pt x="3206" y="3282"/>
                  </a:lnTo>
                  <a:lnTo>
                    <a:pt x="3051" y="3630"/>
                  </a:lnTo>
                  <a:lnTo>
                    <a:pt x="2897" y="4016"/>
                  </a:lnTo>
                  <a:lnTo>
                    <a:pt x="2781" y="4402"/>
                  </a:lnTo>
                  <a:lnTo>
                    <a:pt x="2704" y="4788"/>
                  </a:lnTo>
                  <a:lnTo>
                    <a:pt x="2627" y="5174"/>
                  </a:lnTo>
                  <a:lnTo>
                    <a:pt x="2588" y="5599"/>
                  </a:lnTo>
                  <a:lnTo>
                    <a:pt x="2549" y="5985"/>
                  </a:lnTo>
                  <a:lnTo>
                    <a:pt x="2549" y="6410"/>
                  </a:lnTo>
                  <a:lnTo>
                    <a:pt x="2549" y="6835"/>
                  </a:lnTo>
                  <a:lnTo>
                    <a:pt x="2665" y="7723"/>
                  </a:lnTo>
                  <a:lnTo>
                    <a:pt x="2742" y="8148"/>
                  </a:lnTo>
                  <a:lnTo>
                    <a:pt x="2858" y="8572"/>
                  </a:lnTo>
                  <a:lnTo>
                    <a:pt x="3013" y="8997"/>
                  </a:lnTo>
                  <a:lnTo>
                    <a:pt x="3167" y="9383"/>
                  </a:lnTo>
                  <a:lnTo>
                    <a:pt x="3322" y="9808"/>
                  </a:lnTo>
                  <a:lnTo>
                    <a:pt x="3553" y="10194"/>
                  </a:lnTo>
                  <a:lnTo>
                    <a:pt x="3746" y="10542"/>
                  </a:lnTo>
                  <a:lnTo>
                    <a:pt x="4017" y="10928"/>
                  </a:lnTo>
                  <a:lnTo>
                    <a:pt x="4287" y="11237"/>
                  </a:lnTo>
                  <a:lnTo>
                    <a:pt x="4596" y="11546"/>
                  </a:lnTo>
                  <a:lnTo>
                    <a:pt x="4905" y="11855"/>
                  </a:lnTo>
                  <a:lnTo>
                    <a:pt x="5252" y="12086"/>
                  </a:lnTo>
                  <a:lnTo>
                    <a:pt x="4557" y="12473"/>
                  </a:lnTo>
                  <a:lnTo>
                    <a:pt x="4480" y="12550"/>
                  </a:lnTo>
                  <a:lnTo>
                    <a:pt x="4442" y="12666"/>
                  </a:lnTo>
                  <a:lnTo>
                    <a:pt x="4480" y="12781"/>
                  </a:lnTo>
                  <a:lnTo>
                    <a:pt x="4596" y="12859"/>
                  </a:lnTo>
                  <a:lnTo>
                    <a:pt x="5021" y="13013"/>
                  </a:lnTo>
                  <a:lnTo>
                    <a:pt x="4673" y="13168"/>
                  </a:lnTo>
                  <a:lnTo>
                    <a:pt x="4403" y="13361"/>
                  </a:lnTo>
                  <a:lnTo>
                    <a:pt x="4094" y="13554"/>
                  </a:lnTo>
                  <a:lnTo>
                    <a:pt x="3862" y="13785"/>
                  </a:lnTo>
                  <a:lnTo>
                    <a:pt x="3824" y="13477"/>
                  </a:lnTo>
                  <a:lnTo>
                    <a:pt x="3746" y="13168"/>
                  </a:lnTo>
                  <a:lnTo>
                    <a:pt x="3631" y="12859"/>
                  </a:lnTo>
                  <a:lnTo>
                    <a:pt x="3515" y="12550"/>
                  </a:lnTo>
                  <a:lnTo>
                    <a:pt x="3476" y="12473"/>
                  </a:lnTo>
                  <a:lnTo>
                    <a:pt x="3360" y="12434"/>
                  </a:lnTo>
                  <a:lnTo>
                    <a:pt x="3283" y="12473"/>
                  </a:lnTo>
                  <a:lnTo>
                    <a:pt x="3206" y="12511"/>
                  </a:lnTo>
                  <a:lnTo>
                    <a:pt x="2665" y="13168"/>
                  </a:lnTo>
                  <a:lnTo>
                    <a:pt x="2086" y="13747"/>
                  </a:lnTo>
                  <a:lnTo>
                    <a:pt x="2047" y="13824"/>
                  </a:lnTo>
                  <a:lnTo>
                    <a:pt x="2009" y="13901"/>
                  </a:lnTo>
                  <a:lnTo>
                    <a:pt x="2047" y="13979"/>
                  </a:lnTo>
                  <a:lnTo>
                    <a:pt x="2086" y="14056"/>
                  </a:lnTo>
                  <a:lnTo>
                    <a:pt x="2395" y="14210"/>
                  </a:lnTo>
                  <a:lnTo>
                    <a:pt x="2742" y="14287"/>
                  </a:lnTo>
                  <a:lnTo>
                    <a:pt x="3051" y="14365"/>
                  </a:lnTo>
                  <a:lnTo>
                    <a:pt x="3399" y="14365"/>
                  </a:lnTo>
                  <a:lnTo>
                    <a:pt x="3244" y="14635"/>
                  </a:lnTo>
                  <a:lnTo>
                    <a:pt x="3129" y="14944"/>
                  </a:lnTo>
                  <a:lnTo>
                    <a:pt x="3090" y="15176"/>
                  </a:lnTo>
                  <a:lnTo>
                    <a:pt x="3051" y="15407"/>
                  </a:lnTo>
                  <a:lnTo>
                    <a:pt x="3051" y="15871"/>
                  </a:lnTo>
                  <a:lnTo>
                    <a:pt x="3129" y="16295"/>
                  </a:lnTo>
                  <a:lnTo>
                    <a:pt x="3244" y="16759"/>
                  </a:lnTo>
                  <a:lnTo>
                    <a:pt x="2781" y="16566"/>
                  </a:lnTo>
                  <a:lnTo>
                    <a:pt x="2279" y="16411"/>
                  </a:lnTo>
                  <a:lnTo>
                    <a:pt x="2202" y="16411"/>
                  </a:lnTo>
                  <a:lnTo>
                    <a:pt x="2125" y="16450"/>
                  </a:lnTo>
                  <a:lnTo>
                    <a:pt x="2047" y="16527"/>
                  </a:lnTo>
                  <a:lnTo>
                    <a:pt x="2047" y="16643"/>
                  </a:lnTo>
                  <a:lnTo>
                    <a:pt x="2163" y="17106"/>
                  </a:lnTo>
                  <a:lnTo>
                    <a:pt x="2279" y="17531"/>
                  </a:lnTo>
                  <a:lnTo>
                    <a:pt x="2472" y="17956"/>
                  </a:lnTo>
                  <a:lnTo>
                    <a:pt x="2704" y="18381"/>
                  </a:lnTo>
                  <a:lnTo>
                    <a:pt x="2781" y="18458"/>
                  </a:lnTo>
                  <a:lnTo>
                    <a:pt x="2858" y="18496"/>
                  </a:lnTo>
                  <a:lnTo>
                    <a:pt x="2936" y="18458"/>
                  </a:lnTo>
                  <a:lnTo>
                    <a:pt x="3013" y="18381"/>
                  </a:lnTo>
                  <a:lnTo>
                    <a:pt x="3322" y="18033"/>
                  </a:lnTo>
                  <a:lnTo>
                    <a:pt x="3515" y="17801"/>
                  </a:lnTo>
                  <a:lnTo>
                    <a:pt x="3631" y="17608"/>
                  </a:lnTo>
                  <a:lnTo>
                    <a:pt x="3708" y="17763"/>
                  </a:lnTo>
                  <a:lnTo>
                    <a:pt x="3978" y="18342"/>
                  </a:lnTo>
                  <a:lnTo>
                    <a:pt x="4133" y="18960"/>
                  </a:lnTo>
                  <a:lnTo>
                    <a:pt x="4248" y="19539"/>
                  </a:lnTo>
                  <a:lnTo>
                    <a:pt x="4248" y="20157"/>
                  </a:lnTo>
                  <a:lnTo>
                    <a:pt x="3438" y="19307"/>
                  </a:lnTo>
                  <a:lnTo>
                    <a:pt x="3399" y="19269"/>
                  </a:lnTo>
                  <a:lnTo>
                    <a:pt x="3206" y="19269"/>
                  </a:lnTo>
                  <a:lnTo>
                    <a:pt x="3167" y="19346"/>
                  </a:lnTo>
                  <a:lnTo>
                    <a:pt x="2974" y="19809"/>
                  </a:lnTo>
                  <a:lnTo>
                    <a:pt x="2781" y="20273"/>
                  </a:lnTo>
                  <a:lnTo>
                    <a:pt x="2665" y="20775"/>
                  </a:lnTo>
                  <a:lnTo>
                    <a:pt x="2627" y="21315"/>
                  </a:lnTo>
                  <a:lnTo>
                    <a:pt x="2627" y="21393"/>
                  </a:lnTo>
                  <a:lnTo>
                    <a:pt x="2704" y="21470"/>
                  </a:lnTo>
                  <a:lnTo>
                    <a:pt x="2781" y="21508"/>
                  </a:lnTo>
                  <a:lnTo>
                    <a:pt x="2897" y="21470"/>
                  </a:lnTo>
                  <a:lnTo>
                    <a:pt x="3515" y="21161"/>
                  </a:lnTo>
                  <a:lnTo>
                    <a:pt x="4171" y="20775"/>
                  </a:lnTo>
                  <a:lnTo>
                    <a:pt x="4055" y="21161"/>
                  </a:lnTo>
                  <a:lnTo>
                    <a:pt x="3901" y="21547"/>
                  </a:lnTo>
                  <a:lnTo>
                    <a:pt x="3669" y="22049"/>
                  </a:lnTo>
                  <a:lnTo>
                    <a:pt x="3322" y="22551"/>
                  </a:lnTo>
                  <a:lnTo>
                    <a:pt x="2897" y="23014"/>
                  </a:lnTo>
                  <a:lnTo>
                    <a:pt x="2627" y="23246"/>
                  </a:lnTo>
                  <a:lnTo>
                    <a:pt x="2395" y="23401"/>
                  </a:lnTo>
                  <a:lnTo>
                    <a:pt x="2125" y="23594"/>
                  </a:lnTo>
                  <a:lnTo>
                    <a:pt x="1854" y="23709"/>
                  </a:lnTo>
                  <a:lnTo>
                    <a:pt x="1584" y="23787"/>
                  </a:lnTo>
                  <a:lnTo>
                    <a:pt x="1314" y="23787"/>
                  </a:lnTo>
                  <a:lnTo>
                    <a:pt x="1082" y="23748"/>
                  </a:lnTo>
                  <a:lnTo>
                    <a:pt x="812" y="23671"/>
                  </a:lnTo>
                  <a:lnTo>
                    <a:pt x="541" y="23516"/>
                  </a:lnTo>
                  <a:lnTo>
                    <a:pt x="310" y="23285"/>
                  </a:lnTo>
                  <a:lnTo>
                    <a:pt x="233" y="23246"/>
                  </a:lnTo>
                  <a:lnTo>
                    <a:pt x="78" y="23246"/>
                  </a:lnTo>
                  <a:lnTo>
                    <a:pt x="39" y="23362"/>
                  </a:lnTo>
                  <a:lnTo>
                    <a:pt x="1" y="23401"/>
                  </a:lnTo>
                  <a:lnTo>
                    <a:pt x="39" y="23478"/>
                  </a:lnTo>
                  <a:lnTo>
                    <a:pt x="155" y="23632"/>
                  </a:lnTo>
                  <a:lnTo>
                    <a:pt x="271" y="23787"/>
                  </a:lnTo>
                  <a:lnTo>
                    <a:pt x="387" y="23903"/>
                  </a:lnTo>
                  <a:lnTo>
                    <a:pt x="541" y="24018"/>
                  </a:lnTo>
                  <a:lnTo>
                    <a:pt x="696" y="24096"/>
                  </a:lnTo>
                  <a:lnTo>
                    <a:pt x="889" y="24134"/>
                  </a:lnTo>
                  <a:lnTo>
                    <a:pt x="1236" y="24211"/>
                  </a:lnTo>
                  <a:lnTo>
                    <a:pt x="1584" y="24173"/>
                  </a:lnTo>
                  <a:lnTo>
                    <a:pt x="1970" y="24096"/>
                  </a:lnTo>
                  <a:lnTo>
                    <a:pt x="2318" y="23941"/>
                  </a:lnTo>
                  <a:lnTo>
                    <a:pt x="2665" y="23748"/>
                  </a:lnTo>
                  <a:lnTo>
                    <a:pt x="3013" y="23478"/>
                  </a:lnTo>
                  <a:lnTo>
                    <a:pt x="3322" y="23207"/>
                  </a:lnTo>
                  <a:lnTo>
                    <a:pt x="3631" y="22860"/>
                  </a:lnTo>
                  <a:lnTo>
                    <a:pt x="3901" y="22512"/>
                  </a:lnTo>
                  <a:lnTo>
                    <a:pt x="4133" y="22126"/>
                  </a:lnTo>
                  <a:lnTo>
                    <a:pt x="4326" y="21702"/>
                  </a:lnTo>
                  <a:lnTo>
                    <a:pt x="4480" y="21315"/>
                  </a:lnTo>
                  <a:lnTo>
                    <a:pt x="4596" y="20852"/>
                  </a:lnTo>
                  <a:lnTo>
                    <a:pt x="5214" y="21972"/>
                  </a:lnTo>
                  <a:lnTo>
                    <a:pt x="5291" y="22049"/>
                  </a:lnTo>
                  <a:lnTo>
                    <a:pt x="5368" y="22088"/>
                  </a:lnTo>
                  <a:lnTo>
                    <a:pt x="5446" y="22049"/>
                  </a:lnTo>
                  <a:lnTo>
                    <a:pt x="5523" y="22010"/>
                  </a:lnTo>
                  <a:lnTo>
                    <a:pt x="5793" y="21547"/>
                  </a:lnTo>
                  <a:lnTo>
                    <a:pt x="6025" y="21084"/>
                  </a:lnTo>
                  <a:lnTo>
                    <a:pt x="6411" y="20118"/>
                  </a:lnTo>
                  <a:lnTo>
                    <a:pt x="6411" y="20041"/>
                  </a:lnTo>
                  <a:lnTo>
                    <a:pt x="6411" y="19964"/>
                  </a:lnTo>
                  <a:lnTo>
                    <a:pt x="6372" y="19925"/>
                  </a:lnTo>
                  <a:lnTo>
                    <a:pt x="6295" y="19887"/>
                  </a:lnTo>
                  <a:lnTo>
                    <a:pt x="5909" y="19771"/>
                  </a:lnTo>
                  <a:lnTo>
                    <a:pt x="5484" y="19732"/>
                  </a:lnTo>
                  <a:lnTo>
                    <a:pt x="5098" y="19732"/>
                  </a:lnTo>
                  <a:lnTo>
                    <a:pt x="4673" y="19848"/>
                  </a:lnTo>
                  <a:lnTo>
                    <a:pt x="4635" y="19230"/>
                  </a:lnTo>
                  <a:lnTo>
                    <a:pt x="4519" y="18651"/>
                  </a:lnTo>
                  <a:lnTo>
                    <a:pt x="4287" y="18033"/>
                  </a:lnTo>
                  <a:lnTo>
                    <a:pt x="4055" y="17454"/>
                  </a:lnTo>
                  <a:lnTo>
                    <a:pt x="4055" y="17454"/>
                  </a:lnTo>
                  <a:lnTo>
                    <a:pt x="4519" y="17531"/>
                  </a:lnTo>
                  <a:lnTo>
                    <a:pt x="4982" y="17608"/>
                  </a:lnTo>
                  <a:lnTo>
                    <a:pt x="5059" y="17608"/>
                  </a:lnTo>
                  <a:lnTo>
                    <a:pt x="5098" y="17531"/>
                  </a:lnTo>
                  <a:lnTo>
                    <a:pt x="5137" y="17492"/>
                  </a:lnTo>
                  <a:lnTo>
                    <a:pt x="5137" y="17377"/>
                  </a:lnTo>
                  <a:lnTo>
                    <a:pt x="5098" y="17029"/>
                  </a:lnTo>
                  <a:lnTo>
                    <a:pt x="4982" y="16643"/>
                  </a:lnTo>
                  <a:lnTo>
                    <a:pt x="4828" y="16295"/>
                  </a:lnTo>
                  <a:lnTo>
                    <a:pt x="4673" y="15987"/>
                  </a:lnTo>
                  <a:lnTo>
                    <a:pt x="4596" y="15909"/>
                  </a:lnTo>
                  <a:lnTo>
                    <a:pt x="4635" y="15909"/>
                  </a:lnTo>
                  <a:lnTo>
                    <a:pt x="5600" y="14481"/>
                  </a:lnTo>
                  <a:lnTo>
                    <a:pt x="5639" y="14365"/>
                  </a:lnTo>
                  <a:lnTo>
                    <a:pt x="5600" y="14287"/>
                  </a:lnTo>
                  <a:lnTo>
                    <a:pt x="5561" y="14210"/>
                  </a:lnTo>
                  <a:lnTo>
                    <a:pt x="5446" y="14172"/>
                  </a:lnTo>
                  <a:lnTo>
                    <a:pt x="4210" y="13979"/>
                  </a:lnTo>
                  <a:lnTo>
                    <a:pt x="4480" y="13747"/>
                  </a:lnTo>
                  <a:lnTo>
                    <a:pt x="4789" y="13554"/>
                  </a:lnTo>
                  <a:lnTo>
                    <a:pt x="5098" y="13361"/>
                  </a:lnTo>
                  <a:lnTo>
                    <a:pt x="5407" y="13168"/>
                  </a:lnTo>
                  <a:lnTo>
                    <a:pt x="6025" y="13399"/>
                  </a:lnTo>
                  <a:lnTo>
                    <a:pt x="6141" y="13438"/>
                  </a:lnTo>
                  <a:lnTo>
                    <a:pt x="6218" y="13361"/>
                  </a:lnTo>
                  <a:lnTo>
                    <a:pt x="6256" y="13283"/>
                  </a:lnTo>
                  <a:lnTo>
                    <a:pt x="6295" y="13168"/>
                  </a:lnTo>
                  <a:lnTo>
                    <a:pt x="6179" y="12704"/>
                  </a:lnTo>
                  <a:lnTo>
                    <a:pt x="6063" y="12241"/>
                  </a:lnTo>
                  <a:lnTo>
                    <a:pt x="6913" y="11932"/>
                  </a:lnTo>
                  <a:lnTo>
                    <a:pt x="7724" y="11584"/>
                  </a:lnTo>
                  <a:lnTo>
                    <a:pt x="8535" y="11121"/>
                  </a:lnTo>
                  <a:lnTo>
                    <a:pt x="9268" y="10619"/>
                  </a:lnTo>
                  <a:lnTo>
                    <a:pt x="9963" y="10078"/>
                  </a:lnTo>
                  <a:lnTo>
                    <a:pt x="10311" y="9770"/>
                  </a:lnTo>
                  <a:lnTo>
                    <a:pt x="10620" y="9422"/>
                  </a:lnTo>
                  <a:lnTo>
                    <a:pt x="10890" y="9074"/>
                  </a:lnTo>
                  <a:lnTo>
                    <a:pt x="11161" y="8727"/>
                  </a:lnTo>
                  <a:lnTo>
                    <a:pt x="11392" y="8341"/>
                  </a:lnTo>
                  <a:lnTo>
                    <a:pt x="11624" y="7955"/>
                  </a:lnTo>
                  <a:lnTo>
                    <a:pt x="11817" y="7568"/>
                  </a:lnTo>
                  <a:lnTo>
                    <a:pt x="11971" y="7182"/>
                  </a:lnTo>
                  <a:lnTo>
                    <a:pt x="12126" y="6758"/>
                  </a:lnTo>
                  <a:lnTo>
                    <a:pt x="12242" y="6333"/>
                  </a:lnTo>
                  <a:lnTo>
                    <a:pt x="12319" y="5947"/>
                  </a:lnTo>
                  <a:lnTo>
                    <a:pt x="12358" y="5522"/>
                  </a:lnTo>
                  <a:lnTo>
                    <a:pt x="12396" y="5097"/>
                  </a:lnTo>
                  <a:lnTo>
                    <a:pt x="12396" y="4672"/>
                  </a:lnTo>
                  <a:lnTo>
                    <a:pt x="12358" y="4248"/>
                  </a:lnTo>
                  <a:lnTo>
                    <a:pt x="12280" y="3823"/>
                  </a:lnTo>
                  <a:lnTo>
                    <a:pt x="12203" y="3437"/>
                  </a:lnTo>
                  <a:lnTo>
                    <a:pt x="12049" y="3051"/>
                  </a:lnTo>
                  <a:lnTo>
                    <a:pt x="11894" y="2664"/>
                  </a:lnTo>
                  <a:lnTo>
                    <a:pt x="11701" y="2278"/>
                  </a:lnTo>
                  <a:lnTo>
                    <a:pt x="11469" y="1892"/>
                  </a:lnTo>
                  <a:lnTo>
                    <a:pt x="11161" y="1545"/>
                  </a:lnTo>
                  <a:lnTo>
                    <a:pt x="10890" y="1274"/>
                  </a:lnTo>
                  <a:lnTo>
                    <a:pt x="10620" y="1004"/>
                  </a:lnTo>
                  <a:lnTo>
                    <a:pt x="10311" y="772"/>
                  </a:lnTo>
                  <a:lnTo>
                    <a:pt x="9963" y="579"/>
                  </a:lnTo>
                  <a:lnTo>
                    <a:pt x="9655" y="386"/>
                  </a:lnTo>
                  <a:lnTo>
                    <a:pt x="9307" y="232"/>
                  </a:lnTo>
                  <a:lnTo>
                    <a:pt x="8921" y="116"/>
                  </a:lnTo>
                  <a:lnTo>
                    <a:pt x="8573" y="39"/>
                  </a:lnTo>
                  <a:lnTo>
                    <a:pt x="818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0" name="Google Shape;4080;p18"/>
            <p:cNvSpPr/>
            <p:nvPr/>
          </p:nvSpPr>
          <p:spPr>
            <a:xfrm>
              <a:off x="5860425" y="885700"/>
              <a:ext cx="324400" cy="208550"/>
            </a:xfrm>
            <a:custGeom>
              <a:avLst/>
              <a:gdLst/>
              <a:ahLst/>
              <a:cxnLst/>
              <a:rect l="l" t="t" r="r" b="b"/>
              <a:pathLst>
                <a:path w="12976" h="8342" extrusionOk="0">
                  <a:moveTo>
                    <a:pt x="6759" y="310"/>
                  </a:moveTo>
                  <a:lnTo>
                    <a:pt x="6874" y="348"/>
                  </a:lnTo>
                  <a:lnTo>
                    <a:pt x="7029" y="387"/>
                  </a:lnTo>
                  <a:lnTo>
                    <a:pt x="7222" y="503"/>
                  </a:lnTo>
                  <a:lnTo>
                    <a:pt x="7299" y="503"/>
                  </a:lnTo>
                  <a:lnTo>
                    <a:pt x="7454" y="773"/>
                  </a:lnTo>
                  <a:lnTo>
                    <a:pt x="7569" y="1043"/>
                  </a:lnTo>
                  <a:lnTo>
                    <a:pt x="7608" y="1352"/>
                  </a:lnTo>
                  <a:lnTo>
                    <a:pt x="7569" y="1661"/>
                  </a:lnTo>
                  <a:lnTo>
                    <a:pt x="7492" y="1970"/>
                  </a:lnTo>
                  <a:lnTo>
                    <a:pt x="7415" y="2240"/>
                  </a:lnTo>
                  <a:lnTo>
                    <a:pt x="7222" y="2858"/>
                  </a:lnTo>
                  <a:lnTo>
                    <a:pt x="6411" y="4905"/>
                  </a:lnTo>
                  <a:lnTo>
                    <a:pt x="6411" y="4944"/>
                  </a:lnTo>
                  <a:lnTo>
                    <a:pt x="6295" y="4944"/>
                  </a:lnTo>
                  <a:lnTo>
                    <a:pt x="6218" y="3978"/>
                  </a:lnTo>
                  <a:lnTo>
                    <a:pt x="6141" y="2974"/>
                  </a:lnTo>
                  <a:lnTo>
                    <a:pt x="6141" y="1854"/>
                  </a:lnTo>
                  <a:lnTo>
                    <a:pt x="6179" y="1352"/>
                  </a:lnTo>
                  <a:lnTo>
                    <a:pt x="6218" y="1043"/>
                  </a:lnTo>
                  <a:lnTo>
                    <a:pt x="6295" y="735"/>
                  </a:lnTo>
                  <a:lnTo>
                    <a:pt x="6450" y="503"/>
                  </a:lnTo>
                  <a:lnTo>
                    <a:pt x="6527" y="426"/>
                  </a:lnTo>
                  <a:lnTo>
                    <a:pt x="6643" y="348"/>
                  </a:lnTo>
                  <a:lnTo>
                    <a:pt x="6759" y="310"/>
                  </a:lnTo>
                  <a:close/>
                  <a:moveTo>
                    <a:pt x="11972" y="4712"/>
                  </a:moveTo>
                  <a:lnTo>
                    <a:pt x="12087" y="4750"/>
                  </a:lnTo>
                  <a:lnTo>
                    <a:pt x="12165" y="4828"/>
                  </a:lnTo>
                  <a:lnTo>
                    <a:pt x="12281" y="4905"/>
                  </a:lnTo>
                  <a:lnTo>
                    <a:pt x="12319" y="4982"/>
                  </a:lnTo>
                  <a:lnTo>
                    <a:pt x="12396" y="5137"/>
                  </a:lnTo>
                  <a:lnTo>
                    <a:pt x="12435" y="5484"/>
                  </a:lnTo>
                  <a:lnTo>
                    <a:pt x="12319" y="5600"/>
                  </a:lnTo>
                  <a:lnTo>
                    <a:pt x="12126" y="5677"/>
                  </a:lnTo>
                  <a:lnTo>
                    <a:pt x="11933" y="5754"/>
                  </a:lnTo>
                  <a:lnTo>
                    <a:pt x="11701" y="5793"/>
                  </a:lnTo>
                  <a:lnTo>
                    <a:pt x="11199" y="5832"/>
                  </a:lnTo>
                  <a:lnTo>
                    <a:pt x="10041" y="5832"/>
                  </a:lnTo>
                  <a:lnTo>
                    <a:pt x="9230" y="5754"/>
                  </a:lnTo>
                  <a:lnTo>
                    <a:pt x="8612" y="5677"/>
                  </a:lnTo>
                  <a:lnTo>
                    <a:pt x="7994" y="5561"/>
                  </a:lnTo>
                  <a:lnTo>
                    <a:pt x="6759" y="5252"/>
                  </a:lnTo>
                  <a:lnTo>
                    <a:pt x="7956" y="5021"/>
                  </a:lnTo>
                  <a:lnTo>
                    <a:pt x="9191" y="4866"/>
                  </a:lnTo>
                  <a:lnTo>
                    <a:pt x="9925" y="4789"/>
                  </a:lnTo>
                  <a:lnTo>
                    <a:pt x="10659" y="4750"/>
                  </a:lnTo>
                  <a:lnTo>
                    <a:pt x="11354" y="4712"/>
                  </a:lnTo>
                  <a:close/>
                  <a:moveTo>
                    <a:pt x="5639" y="5754"/>
                  </a:moveTo>
                  <a:lnTo>
                    <a:pt x="4558" y="6449"/>
                  </a:lnTo>
                  <a:lnTo>
                    <a:pt x="3438" y="7106"/>
                  </a:lnTo>
                  <a:lnTo>
                    <a:pt x="2820" y="7376"/>
                  </a:lnTo>
                  <a:lnTo>
                    <a:pt x="2202" y="7685"/>
                  </a:lnTo>
                  <a:lnTo>
                    <a:pt x="1816" y="7801"/>
                  </a:lnTo>
                  <a:lnTo>
                    <a:pt x="1430" y="7917"/>
                  </a:lnTo>
                  <a:lnTo>
                    <a:pt x="1121" y="7955"/>
                  </a:lnTo>
                  <a:lnTo>
                    <a:pt x="928" y="7917"/>
                  </a:lnTo>
                  <a:lnTo>
                    <a:pt x="851" y="7878"/>
                  </a:lnTo>
                  <a:lnTo>
                    <a:pt x="773" y="7801"/>
                  </a:lnTo>
                  <a:lnTo>
                    <a:pt x="735" y="7685"/>
                  </a:lnTo>
                  <a:lnTo>
                    <a:pt x="696" y="7531"/>
                  </a:lnTo>
                  <a:lnTo>
                    <a:pt x="696" y="7376"/>
                  </a:lnTo>
                  <a:lnTo>
                    <a:pt x="696" y="7222"/>
                  </a:lnTo>
                  <a:lnTo>
                    <a:pt x="735" y="7145"/>
                  </a:lnTo>
                  <a:lnTo>
                    <a:pt x="812" y="7067"/>
                  </a:lnTo>
                  <a:lnTo>
                    <a:pt x="1005" y="6990"/>
                  </a:lnTo>
                  <a:lnTo>
                    <a:pt x="1275" y="6874"/>
                  </a:lnTo>
                  <a:lnTo>
                    <a:pt x="1893" y="6643"/>
                  </a:lnTo>
                  <a:lnTo>
                    <a:pt x="2743" y="6449"/>
                  </a:lnTo>
                  <a:lnTo>
                    <a:pt x="3592" y="6295"/>
                  </a:lnTo>
                  <a:lnTo>
                    <a:pt x="4635" y="6063"/>
                  </a:lnTo>
                  <a:lnTo>
                    <a:pt x="5137" y="5909"/>
                  </a:lnTo>
                  <a:lnTo>
                    <a:pt x="5639" y="5754"/>
                  </a:lnTo>
                  <a:close/>
                  <a:moveTo>
                    <a:pt x="6952" y="1"/>
                  </a:moveTo>
                  <a:lnTo>
                    <a:pt x="6720" y="39"/>
                  </a:lnTo>
                  <a:lnTo>
                    <a:pt x="6527" y="117"/>
                  </a:lnTo>
                  <a:lnTo>
                    <a:pt x="6334" y="233"/>
                  </a:lnTo>
                  <a:lnTo>
                    <a:pt x="6141" y="426"/>
                  </a:lnTo>
                  <a:lnTo>
                    <a:pt x="5986" y="619"/>
                  </a:lnTo>
                  <a:lnTo>
                    <a:pt x="5909" y="812"/>
                  </a:lnTo>
                  <a:lnTo>
                    <a:pt x="5793" y="1275"/>
                  </a:lnTo>
                  <a:lnTo>
                    <a:pt x="5793" y="1777"/>
                  </a:lnTo>
                  <a:lnTo>
                    <a:pt x="5832" y="2742"/>
                  </a:lnTo>
                  <a:lnTo>
                    <a:pt x="5909" y="3901"/>
                  </a:lnTo>
                  <a:lnTo>
                    <a:pt x="5986" y="4480"/>
                  </a:lnTo>
                  <a:lnTo>
                    <a:pt x="6064" y="5021"/>
                  </a:lnTo>
                  <a:lnTo>
                    <a:pt x="6025" y="5137"/>
                  </a:lnTo>
                  <a:lnTo>
                    <a:pt x="6064" y="5252"/>
                  </a:lnTo>
                  <a:lnTo>
                    <a:pt x="5523" y="5446"/>
                  </a:lnTo>
                  <a:lnTo>
                    <a:pt x="4982" y="5561"/>
                  </a:lnTo>
                  <a:lnTo>
                    <a:pt x="3940" y="5832"/>
                  </a:lnTo>
                  <a:lnTo>
                    <a:pt x="2858" y="6025"/>
                  </a:lnTo>
                  <a:lnTo>
                    <a:pt x="2318" y="6179"/>
                  </a:lnTo>
                  <a:lnTo>
                    <a:pt x="1777" y="6295"/>
                  </a:lnTo>
                  <a:lnTo>
                    <a:pt x="1198" y="6488"/>
                  </a:lnTo>
                  <a:lnTo>
                    <a:pt x="851" y="6643"/>
                  </a:lnTo>
                  <a:lnTo>
                    <a:pt x="503" y="6836"/>
                  </a:lnTo>
                  <a:lnTo>
                    <a:pt x="233" y="7029"/>
                  </a:lnTo>
                  <a:lnTo>
                    <a:pt x="117" y="7145"/>
                  </a:lnTo>
                  <a:lnTo>
                    <a:pt x="40" y="7299"/>
                  </a:lnTo>
                  <a:lnTo>
                    <a:pt x="1" y="7415"/>
                  </a:lnTo>
                  <a:lnTo>
                    <a:pt x="1" y="7569"/>
                  </a:lnTo>
                  <a:lnTo>
                    <a:pt x="40" y="7724"/>
                  </a:lnTo>
                  <a:lnTo>
                    <a:pt x="117" y="7917"/>
                  </a:lnTo>
                  <a:lnTo>
                    <a:pt x="233" y="8033"/>
                  </a:lnTo>
                  <a:lnTo>
                    <a:pt x="349" y="8149"/>
                  </a:lnTo>
                  <a:lnTo>
                    <a:pt x="503" y="8226"/>
                  </a:lnTo>
                  <a:lnTo>
                    <a:pt x="619" y="8264"/>
                  </a:lnTo>
                  <a:lnTo>
                    <a:pt x="928" y="8342"/>
                  </a:lnTo>
                  <a:lnTo>
                    <a:pt x="1275" y="8342"/>
                  </a:lnTo>
                  <a:lnTo>
                    <a:pt x="1623" y="8303"/>
                  </a:lnTo>
                  <a:lnTo>
                    <a:pt x="1932" y="8187"/>
                  </a:lnTo>
                  <a:lnTo>
                    <a:pt x="2550" y="7994"/>
                  </a:lnTo>
                  <a:lnTo>
                    <a:pt x="3554" y="7531"/>
                  </a:lnTo>
                  <a:lnTo>
                    <a:pt x="4519" y="6990"/>
                  </a:lnTo>
                  <a:lnTo>
                    <a:pt x="5446" y="6372"/>
                  </a:lnTo>
                  <a:lnTo>
                    <a:pt x="5909" y="6063"/>
                  </a:lnTo>
                  <a:lnTo>
                    <a:pt x="6334" y="5716"/>
                  </a:lnTo>
                  <a:lnTo>
                    <a:pt x="6527" y="6102"/>
                  </a:lnTo>
                  <a:lnTo>
                    <a:pt x="6643" y="6295"/>
                  </a:lnTo>
                  <a:lnTo>
                    <a:pt x="6759" y="6449"/>
                  </a:lnTo>
                  <a:lnTo>
                    <a:pt x="7029" y="6372"/>
                  </a:lnTo>
                  <a:lnTo>
                    <a:pt x="7029" y="6334"/>
                  </a:lnTo>
                  <a:lnTo>
                    <a:pt x="6836" y="5986"/>
                  </a:lnTo>
                  <a:lnTo>
                    <a:pt x="6759" y="5832"/>
                  </a:lnTo>
                  <a:lnTo>
                    <a:pt x="6720" y="5639"/>
                  </a:lnTo>
                  <a:lnTo>
                    <a:pt x="6720" y="5561"/>
                  </a:lnTo>
                  <a:lnTo>
                    <a:pt x="7569" y="5832"/>
                  </a:lnTo>
                  <a:lnTo>
                    <a:pt x="8496" y="6063"/>
                  </a:lnTo>
                  <a:lnTo>
                    <a:pt x="9384" y="6179"/>
                  </a:lnTo>
                  <a:lnTo>
                    <a:pt x="10311" y="6218"/>
                  </a:lnTo>
                  <a:lnTo>
                    <a:pt x="11006" y="6218"/>
                  </a:lnTo>
                  <a:lnTo>
                    <a:pt x="11470" y="6179"/>
                  </a:lnTo>
                  <a:lnTo>
                    <a:pt x="11933" y="6141"/>
                  </a:lnTo>
                  <a:lnTo>
                    <a:pt x="12358" y="5986"/>
                  </a:lnTo>
                  <a:lnTo>
                    <a:pt x="12512" y="5909"/>
                  </a:lnTo>
                  <a:lnTo>
                    <a:pt x="12667" y="5793"/>
                  </a:lnTo>
                  <a:lnTo>
                    <a:pt x="12821" y="5677"/>
                  </a:lnTo>
                  <a:lnTo>
                    <a:pt x="12898" y="5523"/>
                  </a:lnTo>
                  <a:lnTo>
                    <a:pt x="12976" y="5368"/>
                  </a:lnTo>
                  <a:lnTo>
                    <a:pt x="12976" y="5175"/>
                  </a:lnTo>
                  <a:lnTo>
                    <a:pt x="12976" y="4982"/>
                  </a:lnTo>
                  <a:lnTo>
                    <a:pt x="12898" y="4828"/>
                  </a:lnTo>
                  <a:lnTo>
                    <a:pt x="12821" y="4712"/>
                  </a:lnTo>
                  <a:lnTo>
                    <a:pt x="12744" y="4635"/>
                  </a:lnTo>
                  <a:lnTo>
                    <a:pt x="12628" y="4519"/>
                  </a:lnTo>
                  <a:lnTo>
                    <a:pt x="12474" y="4480"/>
                  </a:lnTo>
                  <a:lnTo>
                    <a:pt x="12165" y="4364"/>
                  </a:lnTo>
                  <a:lnTo>
                    <a:pt x="11817" y="4326"/>
                  </a:lnTo>
                  <a:lnTo>
                    <a:pt x="11470" y="4326"/>
                  </a:lnTo>
                  <a:lnTo>
                    <a:pt x="10890" y="4364"/>
                  </a:lnTo>
                  <a:lnTo>
                    <a:pt x="9848" y="4403"/>
                  </a:lnTo>
                  <a:lnTo>
                    <a:pt x="8844" y="4480"/>
                  </a:lnTo>
                  <a:lnTo>
                    <a:pt x="7840" y="4635"/>
                  </a:lnTo>
                  <a:lnTo>
                    <a:pt x="6836" y="4828"/>
                  </a:lnTo>
                  <a:lnTo>
                    <a:pt x="7376" y="3476"/>
                  </a:lnTo>
                  <a:lnTo>
                    <a:pt x="7647" y="2742"/>
                  </a:lnTo>
                  <a:lnTo>
                    <a:pt x="7840" y="2047"/>
                  </a:lnTo>
                  <a:lnTo>
                    <a:pt x="7917" y="1816"/>
                  </a:lnTo>
                  <a:lnTo>
                    <a:pt x="7917" y="1545"/>
                  </a:lnTo>
                  <a:lnTo>
                    <a:pt x="7917" y="1314"/>
                  </a:lnTo>
                  <a:lnTo>
                    <a:pt x="7878" y="1082"/>
                  </a:lnTo>
                  <a:lnTo>
                    <a:pt x="7801" y="850"/>
                  </a:lnTo>
                  <a:lnTo>
                    <a:pt x="7685" y="619"/>
                  </a:lnTo>
                  <a:lnTo>
                    <a:pt x="7531" y="426"/>
                  </a:lnTo>
                  <a:lnTo>
                    <a:pt x="7338" y="271"/>
                  </a:lnTo>
                  <a:lnTo>
                    <a:pt x="7261" y="155"/>
                  </a:lnTo>
                  <a:lnTo>
                    <a:pt x="7145" y="78"/>
                  </a:lnTo>
                  <a:lnTo>
                    <a:pt x="695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1" name="Google Shape;4081;p18"/>
            <p:cNvSpPr/>
            <p:nvPr/>
          </p:nvSpPr>
          <p:spPr>
            <a:xfrm>
              <a:off x="6760175" y="920450"/>
              <a:ext cx="375550" cy="387150"/>
            </a:xfrm>
            <a:custGeom>
              <a:avLst/>
              <a:gdLst/>
              <a:ahLst/>
              <a:cxnLst/>
              <a:rect l="l" t="t" r="r" b="b"/>
              <a:pathLst>
                <a:path w="15022" h="15486" extrusionOk="0">
                  <a:moveTo>
                    <a:pt x="7491" y="503"/>
                  </a:moveTo>
                  <a:lnTo>
                    <a:pt x="8032" y="542"/>
                  </a:lnTo>
                  <a:lnTo>
                    <a:pt x="8611" y="580"/>
                  </a:lnTo>
                  <a:lnTo>
                    <a:pt x="9152" y="696"/>
                  </a:lnTo>
                  <a:lnTo>
                    <a:pt x="9692" y="850"/>
                  </a:lnTo>
                  <a:lnTo>
                    <a:pt x="10194" y="1044"/>
                  </a:lnTo>
                  <a:lnTo>
                    <a:pt x="10696" y="1275"/>
                  </a:lnTo>
                  <a:lnTo>
                    <a:pt x="11160" y="1546"/>
                  </a:lnTo>
                  <a:lnTo>
                    <a:pt x="11623" y="1816"/>
                  </a:lnTo>
                  <a:lnTo>
                    <a:pt x="10812" y="2202"/>
                  </a:lnTo>
                  <a:lnTo>
                    <a:pt x="10079" y="2627"/>
                  </a:lnTo>
                  <a:lnTo>
                    <a:pt x="9306" y="3090"/>
                  </a:lnTo>
                  <a:lnTo>
                    <a:pt x="8611" y="3631"/>
                  </a:lnTo>
                  <a:lnTo>
                    <a:pt x="7955" y="4171"/>
                  </a:lnTo>
                  <a:lnTo>
                    <a:pt x="7298" y="4789"/>
                  </a:lnTo>
                  <a:lnTo>
                    <a:pt x="6719" y="5446"/>
                  </a:lnTo>
                  <a:lnTo>
                    <a:pt x="6140" y="6141"/>
                  </a:lnTo>
                  <a:lnTo>
                    <a:pt x="5638" y="6874"/>
                  </a:lnTo>
                  <a:lnTo>
                    <a:pt x="5213" y="7647"/>
                  </a:lnTo>
                  <a:lnTo>
                    <a:pt x="4788" y="8419"/>
                  </a:lnTo>
                  <a:lnTo>
                    <a:pt x="4479" y="9230"/>
                  </a:lnTo>
                  <a:lnTo>
                    <a:pt x="4170" y="10041"/>
                  </a:lnTo>
                  <a:lnTo>
                    <a:pt x="3977" y="10890"/>
                  </a:lnTo>
                  <a:lnTo>
                    <a:pt x="3823" y="11778"/>
                  </a:lnTo>
                  <a:lnTo>
                    <a:pt x="3746" y="12667"/>
                  </a:lnTo>
                  <a:lnTo>
                    <a:pt x="3591" y="12667"/>
                  </a:lnTo>
                  <a:lnTo>
                    <a:pt x="3282" y="11856"/>
                  </a:lnTo>
                  <a:lnTo>
                    <a:pt x="3051" y="11045"/>
                  </a:lnTo>
                  <a:lnTo>
                    <a:pt x="2858" y="10195"/>
                  </a:lnTo>
                  <a:lnTo>
                    <a:pt x="2703" y="9346"/>
                  </a:lnTo>
                  <a:lnTo>
                    <a:pt x="2587" y="8535"/>
                  </a:lnTo>
                  <a:lnTo>
                    <a:pt x="2549" y="7685"/>
                  </a:lnTo>
                  <a:lnTo>
                    <a:pt x="2587" y="6797"/>
                  </a:lnTo>
                  <a:lnTo>
                    <a:pt x="2703" y="5948"/>
                  </a:lnTo>
                  <a:lnTo>
                    <a:pt x="2858" y="5214"/>
                  </a:lnTo>
                  <a:lnTo>
                    <a:pt x="3051" y="4519"/>
                  </a:lnTo>
                  <a:lnTo>
                    <a:pt x="3321" y="3824"/>
                  </a:lnTo>
                  <a:lnTo>
                    <a:pt x="3668" y="3206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30"/>
                  </a:lnTo>
                  <a:lnTo>
                    <a:pt x="5406" y="889"/>
                  </a:lnTo>
                  <a:lnTo>
                    <a:pt x="5908" y="735"/>
                  </a:lnTo>
                  <a:lnTo>
                    <a:pt x="6410" y="619"/>
                  </a:lnTo>
                  <a:lnTo>
                    <a:pt x="6951" y="542"/>
                  </a:lnTo>
                  <a:lnTo>
                    <a:pt x="7491" y="503"/>
                  </a:lnTo>
                  <a:close/>
                  <a:moveTo>
                    <a:pt x="11971" y="2086"/>
                  </a:moveTo>
                  <a:lnTo>
                    <a:pt x="12357" y="2434"/>
                  </a:lnTo>
                  <a:lnTo>
                    <a:pt x="12704" y="2820"/>
                  </a:lnTo>
                  <a:lnTo>
                    <a:pt x="13052" y="3206"/>
                  </a:lnTo>
                  <a:lnTo>
                    <a:pt x="13322" y="3669"/>
                  </a:lnTo>
                  <a:lnTo>
                    <a:pt x="13592" y="4094"/>
                  </a:lnTo>
                  <a:lnTo>
                    <a:pt x="13863" y="4596"/>
                  </a:lnTo>
                  <a:lnTo>
                    <a:pt x="14056" y="5098"/>
                  </a:lnTo>
                  <a:lnTo>
                    <a:pt x="14210" y="5600"/>
                  </a:lnTo>
                  <a:lnTo>
                    <a:pt x="14326" y="6102"/>
                  </a:lnTo>
                  <a:lnTo>
                    <a:pt x="14442" y="6643"/>
                  </a:lnTo>
                  <a:lnTo>
                    <a:pt x="13670" y="6681"/>
                  </a:lnTo>
                  <a:lnTo>
                    <a:pt x="12897" y="6797"/>
                  </a:lnTo>
                  <a:lnTo>
                    <a:pt x="12164" y="6952"/>
                  </a:lnTo>
                  <a:lnTo>
                    <a:pt x="11391" y="7145"/>
                  </a:lnTo>
                  <a:lnTo>
                    <a:pt x="10658" y="7415"/>
                  </a:lnTo>
                  <a:lnTo>
                    <a:pt x="9963" y="7724"/>
                  </a:lnTo>
                  <a:lnTo>
                    <a:pt x="9229" y="8033"/>
                  </a:lnTo>
                  <a:lnTo>
                    <a:pt x="8534" y="8419"/>
                  </a:lnTo>
                  <a:lnTo>
                    <a:pt x="7877" y="8844"/>
                  </a:lnTo>
                  <a:lnTo>
                    <a:pt x="7260" y="9307"/>
                  </a:lnTo>
                  <a:lnTo>
                    <a:pt x="6642" y="9809"/>
                  </a:lnTo>
                  <a:lnTo>
                    <a:pt x="6101" y="10350"/>
                  </a:lnTo>
                  <a:lnTo>
                    <a:pt x="5561" y="10890"/>
                  </a:lnTo>
                  <a:lnTo>
                    <a:pt x="5097" y="11508"/>
                  </a:lnTo>
                  <a:lnTo>
                    <a:pt x="4634" y="12126"/>
                  </a:lnTo>
                  <a:lnTo>
                    <a:pt x="4248" y="12821"/>
                  </a:lnTo>
                  <a:lnTo>
                    <a:pt x="4132" y="12744"/>
                  </a:lnTo>
                  <a:lnTo>
                    <a:pt x="3977" y="12667"/>
                  </a:lnTo>
                  <a:lnTo>
                    <a:pt x="4093" y="11817"/>
                  </a:lnTo>
                  <a:lnTo>
                    <a:pt x="4325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3" y="8496"/>
                  </a:lnTo>
                  <a:lnTo>
                    <a:pt x="5599" y="7724"/>
                  </a:lnTo>
                  <a:lnTo>
                    <a:pt x="6024" y="6990"/>
                  </a:lnTo>
                  <a:lnTo>
                    <a:pt x="6526" y="6295"/>
                  </a:lnTo>
                  <a:lnTo>
                    <a:pt x="7067" y="5600"/>
                  </a:lnTo>
                  <a:lnTo>
                    <a:pt x="7607" y="4982"/>
                  </a:lnTo>
                  <a:lnTo>
                    <a:pt x="8225" y="4403"/>
                  </a:lnTo>
                  <a:lnTo>
                    <a:pt x="8920" y="3824"/>
                  </a:lnTo>
                  <a:lnTo>
                    <a:pt x="9615" y="3322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71" y="2086"/>
                  </a:lnTo>
                  <a:close/>
                  <a:moveTo>
                    <a:pt x="14481" y="6990"/>
                  </a:moveTo>
                  <a:lnTo>
                    <a:pt x="14481" y="7840"/>
                  </a:lnTo>
                  <a:lnTo>
                    <a:pt x="14442" y="8689"/>
                  </a:lnTo>
                  <a:lnTo>
                    <a:pt x="14288" y="9539"/>
                  </a:lnTo>
                  <a:lnTo>
                    <a:pt x="14172" y="9964"/>
                  </a:lnTo>
                  <a:lnTo>
                    <a:pt x="14056" y="10350"/>
                  </a:lnTo>
                  <a:lnTo>
                    <a:pt x="13901" y="10774"/>
                  </a:lnTo>
                  <a:lnTo>
                    <a:pt x="13708" y="11161"/>
                  </a:lnTo>
                  <a:lnTo>
                    <a:pt x="13515" y="11547"/>
                  </a:lnTo>
                  <a:lnTo>
                    <a:pt x="13284" y="11894"/>
                  </a:lnTo>
                  <a:lnTo>
                    <a:pt x="13052" y="12242"/>
                  </a:lnTo>
                  <a:lnTo>
                    <a:pt x="12782" y="12589"/>
                  </a:lnTo>
                  <a:lnTo>
                    <a:pt x="12511" y="12898"/>
                  </a:lnTo>
                  <a:lnTo>
                    <a:pt x="12202" y="13207"/>
                  </a:lnTo>
                  <a:lnTo>
                    <a:pt x="11971" y="13053"/>
                  </a:lnTo>
                  <a:lnTo>
                    <a:pt x="11700" y="12937"/>
                  </a:lnTo>
                  <a:lnTo>
                    <a:pt x="11121" y="12782"/>
                  </a:lnTo>
                  <a:lnTo>
                    <a:pt x="10542" y="12628"/>
                  </a:lnTo>
                  <a:lnTo>
                    <a:pt x="10001" y="12551"/>
                  </a:lnTo>
                  <a:lnTo>
                    <a:pt x="9422" y="12512"/>
                  </a:lnTo>
                  <a:lnTo>
                    <a:pt x="8843" y="12474"/>
                  </a:lnTo>
                  <a:lnTo>
                    <a:pt x="8302" y="12474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719" y="12667"/>
                  </a:lnTo>
                  <a:lnTo>
                    <a:pt x="6178" y="12782"/>
                  </a:lnTo>
                  <a:lnTo>
                    <a:pt x="5676" y="12937"/>
                  </a:lnTo>
                  <a:lnTo>
                    <a:pt x="5174" y="13130"/>
                  </a:lnTo>
                  <a:lnTo>
                    <a:pt x="4672" y="13362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40"/>
                  </a:lnTo>
                  <a:lnTo>
                    <a:pt x="5870" y="11161"/>
                  </a:lnTo>
                  <a:lnTo>
                    <a:pt x="6410" y="10620"/>
                  </a:lnTo>
                  <a:lnTo>
                    <a:pt x="6989" y="10118"/>
                  </a:lnTo>
                  <a:lnTo>
                    <a:pt x="7569" y="9655"/>
                  </a:lnTo>
                  <a:lnTo>
                    <a:pt x="8148" y="9230"/>
                  </a:lnTo>
                  <a:lnTo>
                    <a:pt x="8766" y="8805"/>
                  </a:lnTo>
                  <a:lnTo>
                    <a:pt x="9422" y="8458"/>
                  </a:lnTo>
                  <a:lnTo>
                    <a:pt x="10079" y="8110"/>
                  </a:lnTo>
                  <a:lnTo>
                    <a:pt x="10735" y="7840"/>
                  </a:lnTo>
                  <a:lnTo>
                    <a:pt x="11469" y="7569"/>
                  </a:lnTo>
                  <a:lnTo>
                    <a:pt x="12164" y="7376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7"/>
                  </a:moveTo>
                  <a:lnTo>
                    <a:pt x="4055" y="1854"/>
                  </a:lnTo>
                  <a:lnTo>
                    <a:pt x="3630" y="2472"/>
                  </a:lnTo>
                  <a:lnTo>
                    <a:pt x="3244" y="3129"/>
                  </a:lnTo>
                  <a:lnTo>
                    <a:pt x="2935" y="3824"/>
                  </a:lnTo>
                  <a:lnTo>
                    <a:pt x="2664" y="4519"/>
                  </a:lnTo>
                  <a:lnTo>
                    <a:pt x="2471" y="5291"/>
                  </a:lnTo>
                  <a:lnTo>
                    <a:pt x="2317" y="6025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2"/>
                  </a:lnTo>
                  <a:lnTo>
                    <a:pt x="2278" y="9114"/>
                  </a:lnTo>
                  <a:lnTo>
                    <a:pt x="2394" y="9886"/>
                  </a:lnTo>
                  <a:lnTo>
                    <a:pt x="2549" y="10620"/>
                  </a:lnTo>
                  <a:lnTo>
                    <a:pt x="2780" y="11354"/>
                  </a:lnTo>
                  <a:lnTo>
                    <a:pt x="3012" y="12087"/>
                  </a:lnTo>
                  <a:lnTo>
                    <a:pt x="3321" y="12744"/>
                  </a:lnTo>
                  <a:lnTo>
                    <a:pt x="3128" y="12898"/>
                  </a:lnTo>
                  <a:lnTo>
                    <a:pt x="2935" y="13053"/>
                  </a:lnTo>
                  <a:lnTo>
                    <a:pt x="2819" y="13246"/>
                  </a:lnTo>
                  <a:lnTo>
                    <a:pt x="2742" y="13439"/>
                  </a:lnTo>
                  <a:lnTo>
                    <a:pt x="2394" y="13014"/>
                  </a:lnTo>
                  <a:lnTo>
                    <a:pt x="2085" y="12551"/>
                  </a:lnTo>
                  <a:lnTo>
                    <a:pt x="1776" y="12087"/>
                  </a:lnTo>
                  <a:lnTo>
                    <a:pt x="1506" y="11624"/>
                  </a:lnTo>
                  <a:lnTo>
                    <a:pt x="1274" y="11122"/>
                  </a:lnTo>
                  <a:lnTo>
                    <a:pt x="1081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114"/>
                  </a:lnTo>
                  <a:lnTo>
                    <a:pt x="541" y="8573"/>
                  </a:lnTo>
                  <a:lnTo>
                    <a:pt x="502" y="8033"/>
                  </a:lnTo>
                  <a:lnTo>
                    <a:pt x="502" y="7492"/>
                  </a:lnTo>
                  <a:lnTo>
                    <a:pt x="541" y="6952"/>
                  </a:lnTo>
                  <a:lnTo>
                    <a:pt x="618" y="6411"/>
                  </a:lnTo>
                  <a:lnTo>
                    <a:pt x="772" y="5870"/>
                  </a:lnTo>
                  <a:lnTo>
                    <a:pt x="927" y="5330"/>
                  </a:lnTo>
                  <a:lnTo>
                    <a:pt x="1197" y="4673"/>
                  </a:lnTo>
                  <a:lnTo>
                    <a:pt x="1545" y="4056"/>
                  </a:lnTo>
                  <a:lnTo>
                    <a:pt x="1931" y="3476"/>
                  </a:lnTo>
                  <a:lnTo>
                    <a:pt x="2356" y="2936"/>
                  </a:lnTo>
                  <a:lnTo>
                    <a:pt x="2858" y="2434"/>
                  </a:lnTo>
                  <a:lnTo>
                    <a:pt x="3360" y="2009"/>
                  </a:lnTo>
                  <a:lnTo>
                    <a:pt x="3939" y="1584"/>
                  </a:lnTo>
                  <a:lnTo>
                    <a:pt x="4518" y="1237"/>
                  </a:lnTo>
                  <a:close/>
                  <a:moveTo>
                    <a:pt x="3862" y="12976"/>
                  </a:moveTo>
                  <a:lnTo>
                    <a:pt x="4016" y="13053"/>
                  </a:lnTo>
                  <a:lnTo>
                    <a:pt x="4170" y="13169"/>
                  </a:lnTo>
                  <a:lnTo>
                    <a:pt x="4286" y="13284"/>
                  </a:lnTo>
                  <a:lnTo>
                    <a:pt x="4325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325" y="13941"/>
                  </a:lnTo>
                  <a:lnTo>
                    <a:pt x="4209" y="14095"/>
                  </a:lnTo>
                  <a:lnTo>
                    <a:pt x="3784" y="13825"/>
                  </a:lnTo>
                  <a:lnTo>
                    <a:pt x="3360" y="13478"/>
                  </a:lnTo>
                  <a:lnTo>
                    <a:pt x="3244" y="13439"/>
                  </a:lnTo>
                  <a:lnTo>
                    <a:pt x="3166" y="13439"/>
                  </a:lnTo>
                  <a:lnTo>
                    <a:pt x="3051" y="13478"/>
                  </a:lnTo>
                  <a:lnTo>
                    <a:pt x="2973" y="13516"/>
                  </a:lnTo>
                  <a:lnTo>
                    <a:pt x="3051" y="13362"/>
                  </a:lnTo>
                  <a:lnTo>
                    <a:pt x="3166" y="13207"/>
                  </a:lnTo>
                  <a:lnTo>
                    <a:pt x="3321" y="13130"/>
                  </a:lnTo>
                  <a:lnTo>
                    <a:pt x="3475" y="13014"/>
                  </a:lnTo>
                  <a:lnTo>
                    <a:pt x="3668" y="12976"/>
                  </a:lnTo>
                  <a:close/>
                  <a:moveTo>
                    <a:pt x="9152" y="12860"/>
                  </a:moveTo>
                  <a:lnTo>
                    <a:pt x="9615" y="12898"/>
                  </a:lnTo>
                  <a:lnTo>
                    <a:pt x="10117" y="12976"/>
                  </a:lnTo>
                  <a:lnTo>
                    <a:pt x="10503" y="13014"/>
                  </a:lnTo>
                  <a:lnTo>
                    <a:pt x="11005" y="13130"/>
                  </a:lnTo>
                  <a:lnTo>
                    <a:pt x="11507" y="13246"/>
                  </a:lnTo>
                  <a:lnTo>
                    <a:pt x="11700" y="13362"/>
                  </a:lnTo>
                  <a:lnTo>
                    <a:pt x="11893" y="13478"/>
                  </a:lnTo>
                  <a:lnTo>
                    <a:pt x="11507" y="13786"/>
                  </a:lnTo>
                  <a:lnTo>
                    <a:pt x="11083" y="14018"/>
                  </a:lnTo>
                  <a:lnTo>
                    <a:pt x="10658" y="14250"/>
                  </a:lnTo>
                  <a:lnTo>
                    <a:pt x="10233" y="14443"/>
                  </a:lnTo>
                  <a:lnTo>
                    <a:pt x="9770" y="14636"/>
                  </a:lnTo>
                  <a:lnTo>
                    <a:pt x="9306" y="14752"/>
                  </a:lnTo>
                  <a:lnTo>
                    <a:pt x="8843" y="14868"/>
                  </a:lnTo>
                  <a:lnTo>
                    <a:pt x="8341" y="14945"/>
                  </a:lnTo>
                  <a:lnTo>
                    <a:pt x="7877" y="14983"/>
                  </a:lnTo>
                  <a:lnTo>
                    <a:pt x="7375" y="14983"/>
                  </a:lnTo>
                  <a:lnTo>
                    <a:pt x="6912" y="14945"/>
                  </a:lnTo>
                  <a:lnTo>
                    <a:pt x="6410" y="14868"/>
                  </a:lnTo>
                  <a:lnTo>
                    <a:pt x="5947" y="14790"/>
                  </a:lnTo>
                  <a:lnTo>
                    <a:pt x="5483" y="14636"/>
                  </a:lnTo>
                  <a:lnTo>
                    <a:pt x="5020" y="14482"/>
                  </a:lnTo>
                  <a:lnTo>
                    <a:pt x="4595" y="14288"/>
                  </a:lnTo>
                  <a:lnTo>
                    <a:pt x="4711" y="14018"/>
                  </a:lnTo>
                  <a:lnTo>
                    <a:pt x="4750" y="13748"/>
                  </a:lnTo>
                  <a:lnTo>
                    <a:pt x="4711" y="13593"/>
                  </a:lnTo>
                  <a:lnTo>
                    <a:pt x="5561" y="13323"/>
                  </a:lnTo>
                  <a:lnTo>
                    <a:pt x="6410" y="13091"/>
                  </a:lnTo>
                  <a:lnTo>
                    <a:pt x="7298" y="12937"/>
                  </a:lnTo>
                  <a:lnTo>
                    <a:pt x="8186" y="12860"/>
                  </a:lnTo>
                  <a:close/>
                  <a:moveTo>
                    <a:pt x="7607" y="1"/>
                  </a:moveTo>
                  <a:lnTo>
                    <a:pt x="6989" y="40"/>
                  </a:lnTo>
                  <a:lnTo>
                    <a:pt x="6449" y="117"/>
                  </a:lnTo>
                  <a:lnTo>
                    <a:pt x="5870" y="233"/>
                  </a:lnTo>
                  <a:lnTo>
                    <a:pt x="5329" y="387"/>
                  </a:lnTo>
                  <a:lnTo>
                    <a:pt x="4788" y="580"/>
                  </a:lnTo>
                  <a:lnTo>
                    <a:pt x="4248" y="812"/>
                  </a:lnTo>
                  <a:lnTo>
                    <a:pt x="3784" y="1121"/>
                  </a:lnTo>
                  <a:lnTo>
                    <a:pt x="3282" y="1430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2008" y="2588"/>
                  </a:lnTo>
                  <a:lnTo>
                    <a:pt x="1622" y="3013"/>
                  </a:lnTo>
                  <a:lnTo>
                    <a:pt x="1274" y="3515"/>
                  </a:lnTo>
                  <a:lnTo>
                    <a:pt x="965" y="4017"/>
                  </a:lnTo>
                  <a:lnTo>
                    <a:pt x="695" y="4596"/>
                  </a:lnTo>
                  <a:lnTo>
                    <a:pt x="425" y="5253"/>
                  </a:lnTo>
                  <a:lnTo>
                    <a:pt x="232" y="5909"/>
                  </a:lnTo>
                  <a:lnTo>
                    <a:pt x="116" y="6565"/>
                  </a:lnTo>
                  <a:lnTo>
                    <a:pt x="39" y="7222"/>
                  </a:lnTo>
                  <a:lnTo>
                    <a:pt x="0" y="7917"/>
                  </a:lnTo>
                  <a:lnTo>
                    <a:pt x="39" y="8612"/>
                  </a:lnTo>
                  <a:lnTo>
                    <a:pt x="116" y="9269"/>
                  </a:lnTo>
                  <a:lnTo>
                    <a:pt x="270" y="9925"/>
                  </a:lnTo>
                  <a:lnTo>
                    <a:pt x="463" y="10581"/>
                  </a:lnTo>
                  <a:lnTo>
                    <a:pt x="695" y="11238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0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6" y="14134"/>
                  </a:lnTo>
                  <a:lnTo>
                    <a:pt x="3475" y="14327"/>
                  </a:lnTo>
                  <a:lnTo>
                    <a:pt x="3784" y="14520"/>
                  </a:lnTo>
                  <a:lnTo>
                    <a:pt x="4132" y="14597"/>
                  </a:lnTo>
                  <a:lnTo>
                    <a:pt x="4557" y="14829"/>
                  </a:lnTo>
                  <a:lnTo>
                    <a:pt x="4981" y="14983"/>
                  </a:lnTo>
                  <a:lnTo>
                    <a:pt x="5406" y="15138"/>
                  </a:lnTo>
                  <a:lnTo>
                    <a:pt x="5870" y="15292"/>
                  </a:lnTo>
                  <a:lnTo>
                    <a:pt x="6333" y="15370"/>
                  </a:lnTo>
                  <a:lnTo>
                    <a:pt x="6796" y="15447"/>
                  </a:lnTo>
                  <a:lnTo>
                    <a:pt x="7298" y="15485"/>
                  </a:lnTo>
                  <a:lnTo>
                    <a:pt x="7762" y="15485"/>
                  </a:lnTo>
                  <a:lnTo>
                    <a:pt x="8225" y="15447"/>
                  </a:lnTo>
                  <a:lnTo>
                    <a:pt x="8688" y="15408"/>
                  </a:lnTo>
                  <a:lnTo>
                    <a:pt x="9152" y="15331"/>
                  </a:lnTo>
                  <a:lnTo>
                    <a:pt x="9615" y="15215"/>
                  </a:lnTo>
                  <a:lnTo>
                    <a:pt x="10079" y="15061"/>
                  </a:lnTo>
                  <a:lnTo>
                    <a:pt x="10542" y="14868"/>
                  </a:lnTo>
                  <a:lnTo>
                    <a:pt x="10967" y="14675"/>
                  </a:lnTo>
                  <a:lnTo>
                    <a:pt x="11391" y="14443"/>
                  </a:lnTo>
                  <a:lnTo>
                    <a:pt x="11855" y="14134"/>
                  </a:lnTo>
                  <a:lnTo>
                    <a:pt x="12318" y="13786"/>
                  </a:lnTo>
                  <a:lnTo>
                    <a:pt x="12743" y="13400"/>
                  </a:lnTo>
                  <a:lnTo>
                    <a:pt x="13129" y="12976"/>
                  </a:lnTo>
                  <a:lnTo>
                    <a:pt x="13477" y="12551"/>
                  </a:lnTo>
                  <a:lnTo>
                    <a:pt x="13786" y="12049"/>
                  </a:lnTo>
                  <a:lnTo>
                    <a:pt x="14056" y="11585"/>
                  </a:lnTo>
                  <a:lnTo>
                    <a:pt x="14288" y="11045"/>
                  </a:lnTo>
                  <a:lnTo>
                    <a:pt x="14519" y="10543"/>
                  </a:lnTo>
                  <a:lnTo>
                    <a:pt x="14674" y="10002"/>
                  </a:lnTo>
                  <a:lnTo>
                    <a:pt x="14828" y="9423"/>
                  </a:lnTo>
                  <a:lnTo>
                    <a:pt x="14905" y="8882"/>
                  </a:lnTo>
                  <a:lnTo>
                    <a:pt x="14983" y="8303"/>
                  </a:lnTo>
                  <a:lnTo>
                    <a:pt x="15021" y="7724"/>
                  </a:lnTo>
                  <a:lnTo>
                    <a:pt x="14983" y="7145"/>
                  </a:lnTo>
                  <a:lnTo>
                    <a:pt x="14944" y="6604"/>
                  </a:lnTo>
                  <a:lnTo>
                    <a:pt x="14828" y="5986"/>
                  </a:lnTo>
                  <a:lnTo>
                    <a:pt x="14674" y="5407"/>
                  </a:lnTo>
                  <a:lnTo>
                    <a:pt x="14481" y="4828"/>
                  </a:lnTo>
                  <a:lnTo>
                    <a:pt x="14249" y="4287"/>
                  </a:lnTo>
                  <a:lnTo>
                    <a:pt x="13979" y="3747"/>
                  </a:lnTo>
                  <a:lnTo>
                    <a:pt x="13670" y="3245"/>
                  </a:lnTo>
                  <a:lnTo>
                    <a:pt x="13322" y="2743"/>
                  </a:lnTo>
                  <a:lnTo>
                    <a:pt x="12936" y="2318"/>
                  </a:lnTo>
                  <a:lnTo>
                    <a:pt x="12511" y="1893"/>
                  </a:lnTo>
                  <a:lnTo>
                    <a:pt x="12048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2" y="619"/>
                  </a:lnTo>
                  <a:lnTo>
                    <a:pt x="9963" y="387"/>
                  </a:lnTo>
                  <a:lnTo>
                    <a:pt x="9383" y="233"/>
                  </a:lnTo>
                  <a:lnTo>
                    <a:pt x="8766" y="117"/>
                  </a:lnTo>
                  <a:lnTo>
                    <a:pt x="8186" y="40"/>
                  </a:lnTo>
                  <a:lnTo>
                    <a:pt x="76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2" name="Google Shape;4082;p18"/>
            <p:cNvSpPr/>
            <p:nvPr/>
          </p:nvSpPr>
          <p:spPr>
            <a:xfrm>
              <a:off x="1177425" y="952325"/>
              <a:ext cx="625575" cy="344650"/>
            </a:xfrm>
            <a:custGeom>
              <a:avLst/>
              <a:gdLst/>
              <a:ahLst/>
              <a:cxnLst/>
              <a:rect l="l" t="t" r="r" b="b"/>
              <a:pathLst>
                <a:path w="25023" h="13786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41" y="2008"/>
                  </a:lnTo>
                  <a:lnTo>
                    <a:pt x="23787" y="2124"/>
                  </a:lnTo>
                  <a:lnTo>
                    <a:pt x="23633" y="2201"/>
                  </a:lnTo>
                  <a:lnTo>
                    <a:pt x="23478" y="2201"/>
                  </a:lnTo>
                  <a:lnTo>
                    <a:pt x="23324" y="2163"/>
                  </a:lnTo>
                  <a:lnTo>
                    <a:pt x="23208" y="2047"/>
                  </a:lnTo>
                  <a:lnTo>
                    <a:pt x="23092" y="1931"/>
                  </a:lnTo>
                  <a:lnTo>
                    <a:pt x="23015" y="1815"/>
                  </a:lnTo>
                  <a:lnTo>
                    <a:pt x="22976" y="1622"/>
                  </a:lnTo>
                  <a:lnTo>
                    <a:pt x="22976" y="1429"/>
                  </a:lnTo>
                  <a:lnTo>
                    <a:pt x="23053" y="1236"/>
                  </a:lnTo>
                  <a:lnTo>
                    <a:pt x="23169" y="1081"/>
                  </a:lnTo>
                  <a:lnTo>
                    <a:pt x="23285" y="966"/>
                  </a:lnTo>
                  <a:close/>
                  <a:moveTo>
                    <a:pt x="24096" y="2394"/>
                  </a:moveTo>
                  <a:lnTo>
                    <a:pt x="24212" y="2742"/>
                  </a:lnTo>
                  <a:lnTo>
                    <a:pt x="24328" y="3089"/>
                  </a:lnTo>
                  <a:lnTo>
                    <a:pt x="24366" y="3437"/>
                  </a:lnTo>
                  <a:lnTo>
                    <a:pt x="24443" y="3784"/>
                  </a:lnTo>
                  <a:lnTo>
                    <a:pt x="24173" y="3707"/>
                  </a:lnTo>
                  <a:lnTo>
                    <a:pt x="23941" y="3591"/>
                  </a:lnTo>
                  <a:lnTo>
                    <a:pt x="23864" y="3514"/>
                  </a:lnTo>
                  <a:lnTo>
                    <a:pt x="23787" y="3398"/>
                  </a:lnTo>
                  <a:lnTo>
                    <a:pt x="23748" y="3283"/>
                  </a:lnTo>
                  <a:lnTo>
                    <a:pt x="23710" y="3128"/>
                  </a:lnTo>
                  <a:lnTo>
                    <a:pt x="23710" y="2896"/>
                  </a:lnTo>
                  <a:lnTo>
                    <a:pt x="23787" y="2703"/>
                  </a:lnTo>
                  <a:lnTo>
                    <a:pt x="23941" y="2549"/>
                  </a:lnTo>
                  <a:lnTo>
                    <a:pt x="24096" y="2394"/>
                  </a:lnTo>
                  <a:close/>
                  <a:moveTo>
                    <a:pt x="16180" y="4943"/>
                  </a:moveTo>
                  <a:lnTo>
                    <a:pt x="16296" y="4982"/>
                  </a:lnTo>
                  <a:lnTo>
                    <a:pt x="16412" y="5059"/>
                  </a:lnTo>
                  <a:lnTo>
                    <a:pt x="16489" y="5136"/>
                  </a:lnTo>
                  <a:lnTo>
                    <a:pt x="16566" y="5252"/>
                  </a:lnTo>
                  <a:lnTo>
                    <a:pt x="16566" y="5406"/>
                  </a:lnTo>
                  <a:lnTo>
                    <a:pt x="16296" y="5406"/>
                  </a:lnTo>
                  <a:lnTo>
                    <a:pt x="15678" y="5479"/>
                  </a:lnTo>
                  <a:lnTo>
                    <a:pt x="15678" y="5479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94" y="5136"/>
                  </a:lnTo>
                  <a:lnTo>
                    <a:pt x="15871" y="5059"/>
                  </a:lnTo>
                  <a:lnTo>
                    <a:pt x="15948" y="5020"/>
                  </a:lnTo>
                  <a:lnTo>
                    <a:pt x="16064" y="4943"/>
                  </a:lnTo>
                  <a:close/>
                  <a:moveTo>
                    <a:pt x="24443" y="4209"/>
                  </a:moveTo>
                  <a:lnTo>
                    <a:pt x="24443" y="4673"/>
                  </a:lnTo>
                  <a:lnTo>
                    <a:pt x="24366" y="5097"/>
                  </a:lnTo>
                  <a:lnTo>
                    <a:pt x="24250" y="5484"/>
                  </a:lnTo>
                  <a:lnTo>
                    <a:pt x="24057" y="5406"/>
                  </a:lnTo>
                  <a:lnTo>
                    <a:pt x="23903" y="5252"/>
                  </a:lnTo>
                  <a:lnTo>
                    <a:pt x="23826" y="5059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11"/>
                  </a:lnTo>
                  <a:lnTo>
                    <a:pt x="23903" y="4595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09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04"/>
                  </a:lnTo>
                  <a:lnTo>
                    <a:pt x="17995" y="4982"/>
                  </a:lnTo>
                  <a:lnTo>
                    <a:pt x="18111" y="5175"/>
                  </a:lnTo>
                  <a:lnTo>
                    <a:pt x="18149" y="5406"/>
                  </a:lnTo>
                  <a:lnTo>
                    <a:pt x="18072" y="5599"/>
                  </a:lnTo>
                  <a:lnTo>
                    <a:pt x="17570" y="5484"/>
                  </a:lnTo>
                  <a:lnTo>
                    <a:pt x="17029" y="5406"/>
                  </a:lnTo>
                  <a:lnTo>
                    <a:pt x="17068" y="5290"/>
                  </a:lnTo>
                  <a:lnTo>
                    <a:pt x="17107" y="5136"/>
                  </a:lnTo>
                  <a:lnTo>
                    <a:pt x="17184" y="5020"/>
                  </a:lnTo>
                  <a:lnTo>
                    <a:pt x="17300" y="4943"/>
                  </a:lnTo>
                  <a:lnTo>
                    <a:pt x="17416" y="4866"/>
                  </a:lnTo>
                  <a:lnTo>
                    <a:pt x="17531" y="4827"/>
                  </a:lnTo>
                  <a:close/>
                  <a:moveTo>
                    <a:pt x="14597" y="5290"/>
                  </a:moveTo>
                  <a:lnTo>
                    <a:pt x="14713" y="5329"/>
                  </a:lnTo>
                  <a:lnTo>
                    <a:pt x="14828" y="5368"/>
                  </a:lnTo>
                  <a:lnTo>
                    <a:pt x="14944" y="5445"/>
                  </a:lnTo>
                  <a:lnTo>
                    <a:pt x="15021" y="5522"/>
                  </a:lnTo>
                  <a:lnTo>
                    <a:pt x="15060" y="5638"/>
                  </a:lnTo>
                  <a:lnTo>
                    <a:pt x="14558" y="5870"/>
                  </a:lnTo>
                  <a:lnTo>
                    <a:pt x="14056" y="6101"/>
                  </a:lnTo>
                  <a:lnTo>
                    <a:pt x="14017" y="6024"/>
                  </a:lnTo>
                  <a:lnTo>
                    <a:pt x="14056" y="5792"/>
                  </a:lnTo>
                  <a:lnTo>
                    <a:pt x="14133" y="5599"/>
                  </a:lnTo>
                  <a:lnTo>
                    <a:pt x="14249" y="5406"/>
                  </a:lnTo>
                  <a:lnTo>
                    <a:pt x="14365" y="5368"/>
                  </a:lnTo>
                  <a:lnTo>
                    <a:pt x="14481" y="5329"/>
                  </a:lnTo>
                  <a:lnTo>
                    <a:pt x="14597" y="5290"/>
                  </a:lnTo>
                  <a:close/>
                  <a:moveTo>
                    <a:pt x="19115" y="5484"/>
                  </a:moveTo>
                  <a:lnTo>
                    <a:pt x="19192" y="5522"/>
                  </a:lnTo>
                  <a:lnTo>
                    <a:pt x="19308" y="5638"/>
                  </a:lnTo>
                  <a:lnTo>
                    <a:pt x="19385" y="5792"/>
                  </a:lnTo>
                  <a:lnTo>
                    <a:pt x="19385" y="5986"/>
                  </a:lnTo>
                  <a:lnTo>
                    <a:pt x="19346" y="6140"/>
                  </a:lnTo>
                  <a:lnTo>
                    <a:pt x="18613" y="5792"/>
                  </a:lnTo>
                  <a:lnTo>
                    <a:pt x="18651" y="5715"/>
                  </a:lnTo>
                  <a:lnTo>
                    <a:pt x="18690" y="5638"/>
                  </a:lnTo>
                  <a:lnTo>
                    <a:pt x="18844" y="5522"/>
                  </a:lnTo>
                  <a:lnTo>
                    <a:pt x="18999" y="5484"/>
                  </a:lnTo>
                  <a:close/>
                  <a:moveTo>
                    <a:pt x="20350" y="6063"/>
                  </a:moveTo>
                  <a:lnTo>
                    <a:pt x="20466" y="6101"/>
                  </a:lnTo>
                  <a:lnTo>
                    <a:pt x="20543" y="6179"/>
                  </a:lnTo>
                  <a:lnTo>
                    <a:pt x="20698" y="6333"/>
                  </a:lnTo>
                  <a:lnTo>
                    <a:pt x="20775" y="6526"/>
                  </a:lnTo>
                  <a:lnTo>
                    <a:pt x="20852" y="6719"/>
                  </a:lnTo>
                  <a:lnTo>
                    <a:pt x="20891" y="6912"/>
                  </a:lnTo>
                  <a:lnTo>
                    <a:pt x="20891" y="6912"/>
                  </a:lnTo>
                  <a:lnTo>
                    <a:pt x="20466" y="6719"/>
                  </a:lnTo>
                  <a:lnTo>
                    <a:pt x="20080" y="6526"/>
                  </a:lnTo>
                  <a:lnTo>
                    <a:pt x="19810" y="6372"/>
                  </a:lnTo>
                  <a:lnTo>
                    <a:pt x="19848" y="6256"/>
                  </a:lnTo>
                  <a:lnTo>
                    <a:pt x="19887" y="6179"/>
                  </a:lnTo>
                  <a:lnTo>
                    <a:pt x="20003" y="6101"/>
                  </a:lnTo>
                  <a:lnTo>
                    <a:pt x="20080" y="6063"/>
                  </a:lnTo>
                  <a:close/>
                  <a:moveTo>
                    <a:pt x="23748" y="5870"/>
                  </a:moveTo>
                  <a:lnTo>
                    <a:pt x="23941" y="5947"/>
                  </a:lnTo>
                  <a:lnTo>
                    <a:pt x="24019" y="5986"/>
                  </a:lnTo>
                  <a:lnTo>
                    <a:pt x="24096" y="5986"/>
                  </a:lnTo>
                  <a:lnTo>
                    <a:pt x="23941" y="6294"/>
                  </a:lnTo>
                  <a:lnTo>
                    <a:pt x="23748" y="6526"/>
                  </a:lnTo>
                  <a:lnTo>
                    <a:pt x="23517" y="6758"/>
                  </a:lnTo>
                  <a:lnTo>
                    <a:pt x="23246" y="6951"/>
                  </a:lnTo>
                  <a:lnTo>
                    <a:pt x="23208" y="6912"/>
                  </a:lnTo>
                  <a:lnTo>
                    <a:pt x="23092" y="6719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3" y="6179"/>
                  </a:lnTo>
                  <a:lnTo>
                    <a:pt x="23131" y="6063"/>
                  </a:lnTo>
                  <a:lnTo>
                    <a:pt x="23208" y="5986"/>
                  </a:lnTo>
                  <a:lnTo>
                    <a:pt x="23285" y="5908"/>
                  </a:lnTo>
                  <a:lnTo>
                    <a:pt x="23517" y="5870"/>
                  </a:lnTo>
                  <a:close/>
                  <a:moveTo>
                    <a:pt x="13245" y="6101"/>
                  </a:moveTo>
                  <a:lnTo>
                    <a:pt x="13477" y="6140"/>
                  </a:lnTo>
                  <a:lnTo>
                    <a:pt x="13593" y="6217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067"/>
                  </a:lnTo>
                  <a:lnTo>
                    <a:pt x="12705" y="7028"/>
                  </a:lnTo>
                  <a:lnTo>
                    <a:pt x="12666" y="6912"/>
                  </a:lnTo>
                  <a:lnTo>
                    <a:pt x="12627" y="6796"/>
                  </a:lnTo>
                  <a:lnTo>
                    <a:pt x="12627" y="6642"/>
                  </a:lnTo>
                  <a:lnTo>
                    <a:pt x="12666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98" y="6179"/>
                  </a:lnTo>
                  <a:lnTo>
                    <a:pt x="13013" y="6140"/>
                  </a:lnTo>
                  <a:lnTo>
                    <a:pt x="13129" y="6101"/>
                  </a:lnTo>
                  <a:close/>
                  <a:moveTo>
                    <a:pt x="22165" y="6565"/>
                  </a:moveTo>
                  <a:lnTo>
                    <a:pt x="22281" y="6603"/>
                  </a:lnTo>
                  <a:lnTo>
                    <a:pt x="22474" y="6681"/>
                  </a:lnTo>
                  <a:lnTo>
                    <a:pt x="22629" y="6835"/>
                  </a:lnTo>
                  <a:lnTo>
                    <a:pt x="22783" y="7028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5"/>
                  </a:lnTo>
                  <a:lnTo>
                    <a:pt x="22937" y="7105"/>
                  </a:lnTo>
                  <a:lnTo>
                    <a:pt x="22551" y="7221"/>
                  </a:lnTo>
                  <a:lnTo>
                    <a:pt x="22165" y="7221"/>
                  </a:lnTo>
                  <a:lnTo>
                    <a:pt x="21779" y="7183"/>
                  </a:lnTo>
                  <a:lnTo>
                    <a:pt x="21393" y="7105"/>
                  </a:lnTo>
                  <a:lnTo>
                    <a:pt x="21509" y="6912"/>
                  </a:lnTo>
                  <a:lnTo>
                    <a:pt x="21625" y="6719"/>
                  </a:lnTo>
                  <a:lnTo>
                    <a:pt x="21818" y="6603"/>
                  </a:lnTo>
                  <a:lnTo>
                    <a:pt x="22049" y="6565"/>
                  </a:lnTo>
                  <a:close/>
                  <a:moveTo>
                    <a:pt x="12280" y="7376"/>
                  </a:moveTo>
                  <a:lnTo>
                    <a:pt x="12473" y="7414"/>
                  </a:lnTo>
                  <a:lnTo>
                    <a:pt x="12125" y="7955"/>
                  </a:lnTo>
                  <a:lnTo>
                    <a:pt x="11816" y="8534"/>
                  </a:lnTo>
                  <a:lnTo>
                    <a:pt x="11701" y="8341"/>
                  </a:lnTo>
                  <a:lnTo>
                    <a:pt x="11662" y="8071"/>
                  </a:lnTo>
                  <a:lnTo>
                    <a:pt x="11662" y="7955"/>
                  </a:lnTo>
                  <a:lnTo>
                    <a:pt x="11701" y="7800"/>
                  </a:lnTo>
                  <a:lnTo>
                    <a:pt x="11739" y="7685"/>
                  </a:lnTo>
                  <a:lnTo>
                    <a:pt x="11816" y="7607"/>
                  </a:lnTo>
                  <a:lnTo>
                    <a:pt x="11932" y="7492"/>
                  </a:lnTo>
                  <a:lnTo>
                    <a:pt x="12048" y="7453"/>
                  </a:lnTo>
                  <a:lnTo>
                    <a:pt x="12164" y="7414"/>
                  </a:lnTo>
                  <a:lnTo>
                    <a:pt x="12280" y="7376"/>
                  </a:lnTo>
                  <a:close/>
                  <a:moveTo>
                    <a:pt x="2240" y="9345"/>
                  </a:moveTo>
                  <a:lnTo>
                    <a:pt x="2394" y="9384"/>
                  </a:lnTo>
                  <a:lnTo>
                    <a:pt x="2472" y="9461"/>
                  </a:lnTo>
                  <a:lnTo>
                    <a:pt x="2549" y="9538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9963"/>
                  </a:lnTo>
                  <a:lnTo>
                    <a:pt x="2124" y="9886"/>
                  </a:lnTo>
                  <a:lnTo>
                    <a:pt x="1661" y="9847"/>
                  </a:lnTo>
                  <a:lnTo>
                    <a:pt x="1699" y="9731"/>
                  </a:lnTo>
                  <a:lnTo>
                    <a:pt x="1738" y="9615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lnTo>
                    <a:pt x="2124" y="9345"/>
                  </a:lnTo>
                  <a:close/>
                  <a:moveTo>
                    <a:pt x="11662" y="8997"/>
                  </a:moveTo>
                  <a:lnTo>
                    <a:pt x="11469" y="9499"/>
                  </a:lnTo>
                  <a:lnTo>
                    <a:pt x="11353" y="10001"/>
                  </a:lnTo>
                  <a:lnTo>
                    <a:pt x="11276" y="10272"/>
                  </a:lnTo>
                  <a:lnTo>
                    <a:pt x="11237" y="10233"/>
                  </a:lnTo>
                  <a:lnTo>
                    <a:pt x="11083" y="10040"/>
                  </a:lnTo>
                  <a:lnTo>
                    <a:pt x="10967" y="9808"/>
                  </a:lnTo>
                  <a:lnTo>
                    <a:pt x="10928" y="9693"/>
                  </a:lnTo>
                  <a:lnTo>
                    <a:pt x="10928" y="9538"/>
                  </a:lnTo>
                  <a:lnTo>
                    <a:pt x="10967" y="9422"/>
                  </a:lnTo>
                  <a:lnTo>
                    <a:pt x="11006" y="9306"/>
                  </a:lnTo>
                  <a:lnTo>
                    <a:pt x="11121" y="9152"/>
                  </a:lnTo>
                  <a:lnTo>
                    <a:pt x="11276" y="9036"/>
                  </a:lnTo>
                  <a:lnTo>
                    <a:pt x="11469" y="8997"/>
                  </a:lnTo>
                  <a:close/>
                  <a:moveTo>
                    <a:pt x="3785" y="9731"/>
                  </a:moveTo>
                  <a:lnTo>
                    <a:pt x="3900" y="9770"/>
                  </a:lnTo>
                  <a:lnTo>
                    <a:pt x="4016" y="9886"/>
                  </a:lnTo>
                  <a:lnTo>
                    <a:pt x="4093" y="10001"/>
                  </a:lnTo>
                  <a:lnTo>
                    <a:pt x="4171" y="10117"/>
                  </a:lnTo>
                  <a:lnTo>
                    <a:pt x="4171" y="10233"/>
                  </a:lnTo>
                  <a:lnTo>
                    <a:pt x="4171" y="10388"/>
                  </a:lnTo>
                  <a:lnTo>
                    <a:pt x="4132" y="10503"/>
                  </a:lnTo>
                  <a:lnTo>
                    <a:pt x="4055" y="10619"/>
                  </a:lnTo>
                  <a:lnTo>
                    <a:pt x="3900" y="10542"/>
                  </a:lnTo>
                  <a:lnTo>
                    <a:pt x="3514" y="10310"/>
                  </a:lnTo>
                  <a:lnTo>
                    <a:pt x="3089" y="10117"/>
                  </a:lnTo>
                  <a:lnTo>
                    <a:pt x="3167" y="10001"/>
                  </a:lnTo>
                  <a:lnTo>
                    <a:pt x="3244" y="9886"/>
                  </a:lnTo>
                  <a:lnTo>
                    <a:pt x="3360" y="9808"/>
                  </a:lnTo>
                  <a:lnTo>
                    <a:pt x="3514" y="9770"/>
                  </a:lnTo>
                  <a:lnTo>
                    <a:pt x="3630" y="9731"/>
                  </a:lnTo>
                  <a:close/>
                  <a:moveTo>
                    <a:pt x="4827" y="10619"/>
                  </a:moveTo>
                  <a:lnTo>
                    <a:pt x="4943" y="10658"/>
                  </a:lnTo>
                  <a:lnTo>
                    <a:pt x="5020" y="10697"/>
                  </a:lnTo>
                  <a:lnTo>
                    <a:pt x="5097" y="10774"/>
                  </a:lnTo>
                  <a:lnTo>
                    <a:pt x="5136" y="10851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97" y="11430"/>
                  </a:lnTo>
                  <a:lnTo>
                    <a:pt x="4402" y="10890"/>
                  </a:lnTo>
                  <a:lnTo>
                    <a:pt x="4441" y="10812"/>
                  </a:lnTo>
                  <a:lnTo>
                    <a:pt x="4518" y="10735"/>
                  </a:lnTo>
                  <a:lnTo>
                    <a:pt x="4673" y="10658"/>
                  </a:lnTo>
                  <a:lnTo>
                    <a:pt x="4827" y="10619"/>
                  </a:lnTo>
                  <a:close/>
                  <a:moveTo>
                    <a:pt x="11160" y="10619"/>
                  </a:moveTo>
                  <a:lnTo>
                    <a:pt x="10967" y="11199"/>
                  </a:lnTo>
                  <a:lnTo>
                    <a:pt x="10735" y="11739"/>
                  </a:lnTo>
                  <a:lnTo>
                    <a:pt x="10697" y="11662"/>
                  </a:lnTo>
                  <a:lnTo>
                    <a:pt x="10504" y="11507"/>
                  </a:lnTo>
                  <a:lnTo>
                    <a:pt x="10426" y="11314"/>
                  </a:lnTo>
                  <a:lnTo>
                    <a:pt x="10388" y="11121"/>
                  </a:lnTo>
                  <a:lnTo>
                    <a:pt x="10465" y="10928"/>
                  </a:lnTo>
                  <a:lnTo>
                    <a:pt x="10581" y="10774"/>
                  </a:lnTo>
                  <a:lnTo>
                    <a:pt x="10735" y="10658"/>
                  </a:lnTo>
                  <a:lnTo>
                    <a:pt x="10928" y="10619"/>
                  </a:lnTo>
                  <a:close/>
                  <a:moveTo>
                    <a:pt x="5754" y="11430"/>
                  </a:moveTo>
                  <a:lnTo>
                    <a:pt x="5986" y="11469"/>
                  </a:lnTo>
                  <a:lnTo>
                    <a:pt x="6063" y="11507"/>
                  </a:lnTo>
                  <a:lnTo>
                    <a:pt x="6179" y="11546"/>
                  </a:lnTo>
                  <a:lnTo>
                    <a:pt x="6256" y="11662"/>
                  </a:lnTo>
                  <a:lnTo>
                    <a:pt x="6333" y="11739"/>
                  </a:lnTo>
                  <a:lnTo>
                    <a:pt x="6410" y="11971"/>
                  </a:lnTo>
                  <a:lnTo>
                    <a:pt x="6410" y="12203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1"/>
                  </a:lnTo>
                  <a:lnTo>
                    <a:pt x="5484" y="11585"/>
                  </a:lnTo>
                  <a:lnTo>
                    <a:pt x="5561" y="11507"/>
                  </a:lnTo>
                  <a:lnTo>
                    <a:pt x="5638" y="11469"/>
                  </a:lnTo>
                  <a:lnTo>
                    <a:pt x="5754" y="11430"/>
                  </a:lnTo>
                  <a:close/>
                  <a:moveTo>
                    <a:pt x="10542" y="12009"/>
                  </a:moveTo>
                  <a:lnTo>
                    <a:pt x="10388" y="12280"/>
                  </a:lnTo>
                  <a:lnTo>
                    <a:pt x="10195" y="12511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27"/>
                  </a:lnTo>
                  <a:lnTo>
                    <a:pt x="9654" y="12473"/>
                  </a:lnTo>
                  <a:lnTo>
                    <a:pt x="9693" y="12318"/>
                  </a:lnTo>
                  <a:lnTo>
                    <a:pt x="9808" y="12203"/>
                  </a:lnTo>
                  <a:lnTo>
                    <a:pt x="9963" y="12125"/>
                  </a:lnTo>
                  <a:lnTo>
                    <a:pt x="10156" y="12087"/>
                  </a:lnTo>
                  <a:lnTo>
                    <a:pt x="10542" y="12009"/>
                  </a:lnTo>
                  <a:close/>
                  <a:moveTo>
                    <a:pt x="7376" y="12473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0"/>
                  </a:lnTo>
                  <a:lnTo>
                    <a:pt x="7878" y="13013"/>
                  </a:lnTo>
                  <a:lnTo>
                    <a:pt x="7878" y="13168"/>
                  </a:lnTo>
                  <a:lnTo>
                    <a:pt x="7337" y="12975"/>
                  </a:lnTo>
                  <a:lnTo>
                    <a:pt x="6835" y="12743"/>
                  </a:lnTo>
                  <a:lnTo>
                    <a:pt x="6990" y="12589"/>
                  </a:lnTo>
                  <a:lnTo>
                    <a:pt x="7183" y="12511"/>
                  </a:lnTo>
                  <a:lnTo>
                    <a:pt x="7376" y="12473"/>
                  </a:lnTo>
                  <a:close/>
                  <a:moveTo>
                    <a:pt x="8959" y="12627"/>
                  </a:moveTo>
                  <a:lnTo>
                    <a:pt x="9113" y="12743"/>
                  </a:lnTo>
                  <a:lnTo>
                    <a:pt x="9229" y="12936"/>
                  </a:lnTo>
                  <a:lnTo>
                    <a:pt x="9268" y="13091"/>
                  </a:lnTo>
                  <a:lnTo>
                    <a:pt x="9268" y="13207"/>
                  </a:lnTo>
                  <a:lnTo>
                    <a:pt x="9036" y="13245"/>
                  </a:lnTo>
                  <a:lnTo>
                    <a:pt x="8804" y="13284"/>
                  </a:lnTo>
                  <a:lnTo>
                    <a:pt x="8302" y="13284"/>
                  </a:lnTo>
                  <a:lnTo>
                    <a:pt x="8341" y="13207"/>
                  </a:lnTo>
                  <a:lnTo>
                    <a:pt x="8341" y="13013"/>
                  </a:lnTo>
                  <a:lnTo>
                    <a:pt x="8418" y="12820"/>
                  </a:lnTo>
                  <a:lnTo>
                    <a:pt x="8573" y="12666"/>
                  </a:lnTo>
                  <a:lnTo>
                    <a:pt x="8650" y="12627"/>
                  </a:lnTo>
                  <a:close/>
                  <a:moveTo>
                    <a:pt x="22899" y="0"/>
                  </a:moveTo>
                  <a:lnTo>
                    <a:pt x="22822" y="77"/>
                  </a:lnTo>
                  <a:lnTo>
                    <a:pt x="22783" y="116"/>
                  </a:lnTo>
                  <a:lnTo>
                    <a:pt x="22744" y="232"/>
                  </a:lnTo>
                  <a:lnTo>
                    <a:pt x="22744" y="309"/>
                  </a:lnTo>
                  <a:lnTo>
                    <a:pt x="22822" y="386"/>
                  </a:lnTo>
                  <a:lnTo>
                    <a:pt x="22860" y="425"/>
                  </a:lnTo>
                  <a:lnTo>
                    <a:pt x="23015" y="618"/>
                  </a:lnTo>
                  <a:lnTo>
                    <a:pt x="22899" y="773"/>
                  </a:lnTo>
                  <a:lnTo>
                    <a:pt x="22783" y="927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629" y="1506"/>
                  </a:lnTo>
                  <a:lnTo>
                    <a:pt x="22629" y="1699"/>
                  </a:lnTo>
                  <a:lnTo>
                    <a:pt x="22629" y="1854"/>
                  </a:lnTo>
                  <a:lnTo>
                    <a:pt x="22706" y="2047"/>
                  </a:lnTo>
                  <a:lnTo>
                    <a:pt x="22860" y="2240"/>
                  </a:lnTo>
                  <a:lnTo>
                    <a:pt x="23053" y="2394"/>
                  </a:lnTo>
                  <a:lnTo>
                    <a:pt x="23285" y="2472"/>
                  </a:lnTo>
                  <a:lnTo>
                    <a:pt x="23517" y="2510"/>
                  </a:lnTo>
                  <a:lnTo>
                    <a:pt x="23401" y="2703"/>
                  </a:lnTo>
                  <a:lnTo>
                    <a:pt x="23362" y="2896"/>
                  </a:lnTo>
                  <a:lnTo>
                    <a:pt x="23324" y="3089"/>
                  </a:lnTo>
                  <a:lnTo>
                    <a:pt x="23362" y="3244"/>
                  </a:lnTo>
                  <a:lnTo>
                    <a:pt x="23439" y="3476"/>
                  </a:lnTo>
                  <a:lnTo>
                    <a:pt x="23594" y="3707"/>
                  </a:lnTo>
                  <a:lnTo>
                    <a:pt x="23748" y="3862"/>
                  </a:lnTo>
                  <a:lnTo>
                    <a:pt x="23980" y="3978"/>
                  </a:lnTo>
                  <a:lnTo>
                    <a:pt x="23748" y="4209"/>
                  </a:lnTo>
                  <a:lnTo>
                    <a:pt x="23555" y="4441"/>
                  </a:lnTo>
                  <a:lnTo>
                    <a:pt x="23478" y="4750"/>
                  </a:lnTo>
                  <a:lnTo>
                    <a:pt x="23439" y="4866"/>
                  </a:lnTo>
                  <a:lnTo>
                    <a:pt x="23439" y="5020"/>
                  </a:lnTo>
                  <a:lnTo>
                    <a:pt x="23517" y="5252"/>
                  </a:lnTo>
                  <a:lnTo>
                    <a:pt x="23633" y="5484"/>
                  </a:lnTo>
                  <a:lnTo>
                    <a:pt x="23401" y="5484"/>
                  </a:lnTo>
                  <a:lnTo>
                    <a:pt x="23169" y="5561"/>
                  </a:lnTo>
                  <a:lnTo>
                    <a:pt x="22976" y="5677"/>
                  </a:lnTo>
                  <a:lnTo>
                    <a:pt x="22822" y="5870"/>
                  </a:lnTo>
                  <a:lnTo>
                    <a:pt x="22706" y="6101"/>
                  </a:lnTo>
                  <a:lnTo>
                    <a:pt x="22629" y="6333"/>
                  </a:lnTo>
                  <a:lnTo>
                    <a:pt x="22474" y="6256"/>
                  </a:lnTo>
                  <a:lnTo>
                    <a:pt x="22320" y="6217"/>
                  </a:lnTo>
                  <a:lnTo>
                    <a:pt x="22165" y="6179"/>
                  </a:lnTo>
                  <a:lnTo>
                    <a:pt x="21972" y="6217"/>
                  </a:lnTo>
                  <a:lnTo>
                    <a:pt x="21740" y="6256"/>
                  </a:lnTo>
                  <a:lnTo>
                    <a:pt x="21547" y="6372"/>
                  </a:lnTo>
                  <a:lnTo>
                    <a:pt x="21354" y="6565"/>
                  </a:lnTo>
                  <a:lnTo>
                    <a:pt x="21200" y="6758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5986"/>
                  </a:lnTo>
                  <a:lnTo>
                    <a:pt x="20736" y="5870"/>
                  </a:lnTo>
                  <a:lnTo>
                    <a:pt x="20582" y="5792"/>
                  </a:lnTo>
                  <a:lnTo>
                    <a:pt x="20428" y="5754"/>
                  </a:lnTo>
                  <a:lnTo>
                    <a:pt x="20080" y="5754"/>
                  </a:lnTo>
                  <a:lnTo>
                    <a:pt x="19887" y="5831"/>
                  </a:lnTo>
                  <a:lnTo>
                    <a:pt x="19771" y="5947"/>
                  </a:lnTo>
                  <a:lnTo>
                    <a:pt x="19732" y="5715"/>
                  </a:lnTo>
                  <a:lnTo>
                    <a:pt x="19617" y="5484"/>
                  </a:lnTo>
                  <a:lnTo>
                    <a:pt x="19462" y="5290"/>
                  </a:lnTo>
                  <a:lnTo>
                    <a:pt x="19385" y="5213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52"/>
                  </a:lnTo>
                  <a:lnTo>
                    <a:pt x="18497" y="5406"/>
                  </a:lnTo>
                  <a:lnTo>
                    <a:pt x="18458" y="5252"/>
                  </a:lnTo>
                  <a:lnTo>
                    <a:pt x="18458" y="5097"/>
                  </a:lnTo>
                  <a:lnTo>
                    <a:pt x="18381" y="4982"/>
                  </a:lnTo>
                  <a:lnTo>
                    <a:pt x="18304" y="4827"/>
                  </a:lnTo>
                  <a:lnTo>
                    <a:pt x="18188" y="4750"/>
                  </a:lnTo>
                  <a:lnTo>
                    <a:pt x="18072" y="4634"/>
                  </a:lnTo>
                  <a:lnTo>
                    <a:pt x="17956" y="4557"/>
                  </a:lnTo>
                  <a:lnTo>
                    <a:pt x="17802" y="4518"/>
                  </a:lnTo>
                  <a:lnTo>
                    <a:pt x="17531" y="4518"/>
                  </a:lnTo>
                  <a:lnTo>
                    <a:pt x="17377" y="4557"/>
                  </a:lnTo>
                  <a:lnTo>
                    <a:pt x="17261" y="4634"/>
                  </a:lnTo>
                  <a:lnTo>
                    <a:pt x="17145" y="4711"/>
                  </a:lnTo>
                  <a:lnTo>
                    <a:pt x="17029" y="4827"/>
                  </a:lnTo>
                  <a:lnTo>
                    <a:pt x="16875" y="5059"/>
                  </a:lnTo>
                  <a:lnTo>
                    <a:pt x="16759" y="4904"/>
                  </a:lnTo>
                  <a:lnTo>
                    <a:pt x="16605" y="4788"/>
                  </a:lnTo>
                  <a:lnTo>
                    <a:pt x="16450" y="4673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27"/>
                  </a:lnTo>
                  <a:lnTo>
                    <a:pt x="15523" y="4982"/>
                  </a:lnTo>
                  <a:lnTo>
                    <a:pt x="15446" y="5136"/>
                  </a:lnTo>
                  <a:lnTo>
                    <a:pt x="15408" y="5290"/>
                  </a:lnTo>
                  <a:lnTo>
                    <a:pt x="15408" y="5484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29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2"/>
                  </a:lnTo>
                  <a:lnTo>
                    <a:pt x="14635" y="4943"/>
                  </a:lnTo>
                  <a:lnTo>
                    <a:pt x="14442" y="4943"/>
                  </a:lnTo>
                  <a:lnTo>
                    <a:pt x="14288" y="5020"/>
                  </a:lnTo>
                  <a:lnTo>
                    <a:pt x="14172" y="5059"/>
                  </a:lnTo>
                  <a:lnTo>
                    <a:pt x="14056" y="5175"/>
                  </a:lnTo>
                  <a:lnTo>
                    <a:pt x="13940" y="5290"/>
                  </a:lnTo>
                  <a:lnTo>
                    <a:pt x="13824" y="5522"/>
                  </a:lnTo>
                  <a:lnTo>
                    <a:pt x="13786" y="5831"/>
                  </a:lnTo>
                  <a:lnTo>
                    <a:pt x="13593" y="5715"/>
                  </a:lnTo>
                  <a:lnTo>
                    <a:pt x="13361" y="5677"/>
                  </a:lnTo>
                  <a:lnTo>
                    <a:pt x="13168" y="5677"/>
                  </a:lnTo>
                  <a:lnTo>
                    <a:pt x="12936" y="5715"/>
                  </a:lnTo>
                  <a:lnTo>
                    <a:pt x="12743" y="5831"/>
                  </a:lnTo>
                  <a:lnTo>
                    <a:pt x="12627" y="5908"/>
                  </a:lnTo>
                  <a:lnTo>
                    <a:pt x="12511" y="6063"/>
                  </a:lnTo>
                  <a:lnTo>
                    <a:pt x="12434" y="6179"/>
                  </a:lnTo>
                  <a:lnTo>
                    <a:pt x="12357" y="6333"/>
                  </a:lnTo>
                  <a:lnTo>
                    <a:pt x="12357" y="6488"/>
                  </a:lnTo>
                  <a:lnTo>
                    <a:pt x="12357" y="6681"/>
                  </a:lnTo>
                  <a:lnTo>
                    <a:pt x="12357" y="6835"/>
                  </a:lnTo>
                  <a:lnTo>
                    <a:pt x="12434" y="6990"/>
                  </a:lnTo>
                  <a:lnTo>
                    <a:pt x="12164" y="6990"/>
                  </a:lnTo>
                  <a:lnTo>
                    <a:pt x="11894" y="7105"/>
                  </a:lnTo>
                  <a:lnTo>
                    <a:pt x="11662" y="7221"/>
                  </a:lnTo>
                  <a:lnTo>
                    <a:pt x="11507" y="7376"/>
                  </a:lnTo>
                  <a:lnTo>
                    <a:pt x="11430" y="7530"/>
                  </a:lnTo>
                  <a:lnTo>
                    <a:pt x="11353" y="7685"/>
                  </a:lnTo>
                  <a:lnTo>
                    <a:pt x="11314" y="7839"/>
                  </a:lnTo>
                  <a:lnTo>
                    <a:pt x="11314" y="7994"/>
                  </a:lnTo>
                  <a:lnTo>
                    <a:pt x="11314" y="8148"/>
                  </a:lnTo>
                  <a:lnTo>
                    <a:pt x="11353" y="8302"/>
                  </a:lnTo>
                  <a:lnTo>
                    <a:pt x="11392" y="8418"/>
                  </a:lnTo>
                  <a:lnTo>
                    <a:pt x="11507" y="8573"/>
                  </a:lnTo>
                  <a:lnTo>
                    <a:pt x="11237" y="8650"/>
                  </a:lnTo>
                  <a:lnTo>
                    <a:pt x="10967" y="8766"/>
                  </a:lnTo>
                  <a:lnTo>
                    <a:pt x="10774" y="8997"/>
                  </a:lnTo>
                  <a:lnTo>
                    <a:pt x="10658" y="9229"/>
                  </a:lnTo>
                  <a:lnTo>
                    <a:pt x="10581" y="9499"/>
                  </a:lnTo>
                  <a:lnTo>
                    <a:pt x="10619" y="9770"/>
                  </a:lnTo>
                  <a:lnTo>
                    <a:pt x="10697" y="10001"/>
                  </a:lnTo>
                  <a:lnTo>
                    <a:pt x="10851" y="10233"/>
                  </a:lnTo>
                  <a:lnTo>
                    <a:pt x="10619" y="10272"/>
                  </a:lnTo>
                  <a:lnTo>
                    <a:pt x="10426" y="10388"/>
                  </a:lnTo>
                  <a:lnTo>
                    <a:pt x="10272" y="10581"/>
                  </a:lnTo>
                  <a:lnTo>
                    <a:pt x="10117" y="10774"/>
                  </a:lnTo>
                  <a:lnTo>
                    <a:pt x="10079" y="10967"/>
                  </a:lnTo>
                  <a:lnTo>
                    <a:pt x="10040" y="11199"/>
                  </a:lnTo>
                  <a:lnTo>
                    <a:pt x="10079" y="11469"/>
                  </a:lnTo>
                  <a:lnTo>
                    <a:pt x="10195" y="11662"/>
                  </a:lnTo>
                  <a:lnTo>
                    <a:pt x="9924" y="11739"/>
                  </a:lnTo>
                  <a:lnTo>
                    <a:pt x="9693" y="11816"/>
                  </a:lnTo>
                  <a:lnTo>
                    <a:pt x="9500" y="11971"/>
                  </a:lnTo>
                  <a:lnTo>
                    <a:pt x="9422" y="12087"/>
                  </a:lnTo>
                  <a:lnTo>
                    <a:pt x="9384" y="12203"/>
                  </a:lnTo>
                  <a:lnTo>
                    <a:pt x="9345" y="12318"/>
                  </a:lnTo>
                  <a:lnTo>
                    <a:pt x="9306" y="12473"/>
                  </a:lnTo>
                  <a:lnTo>
                    <a:pt x="9191" y="12357"/>
                  </a:lnTo>
                  <a:lnTo>
                    <a:pt x="9036" y="12318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18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09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3" y="12241"/>
                  </a:lnTo>
                  <a:lnTo>
                    <a:pt x="7492" y="12164"/>
                  </a:lnTo>
                  <a:lnTo>
                    <a:pt x="7221" y="12164"/>
                  </a:lnTo>
                  <a:lnTo>
                    <a:pt x="6990" y="12241"/>
                  </a:lnTo>
                  <a:lnTo>
                    <a:pt x="6796" y="12396"/>
                  </a:lnTo>
                  <a:lnTo>
                    <a:pt x="6796" y="12048"/>
                  </a:lnTo>
                  <a:lnTo>
                    <a:pt x="6758" y="11855"/>
                  </a:lnTo>
                  <a:lnTo>
                    <a:pt x="6681" y="11701"/>
                  </a:lnTo>
                  <a:lnTo>
                    <a:pt x="6603" y="11546"/>
                  </a:lnTo>
                  <a:lnTo>
                    <a:pt x="6526" y="11392"/>
                  </a:lnTo>
                  <a:lnTo>
                    <a:pt x="6410" y="11276"/>
                  </a:lnTo>
                  <a:lnTo>
                    <a:pt x="6256" y="11199"/>
                  </a:lnTo>
                  <a:lnTo>
                    <a:pt x="6063" y="11160"/>
                  </a:lnTo>
                  <a:lnTo>
                    <a:pt x="5870" y="11121"/>
                  </a:lnTo>
                  <a:lnTo>
                    <a:pt x="5715" y="11160"/>
                  </a:lnTo>
                  <a:lnTo>
                    <a:pt x="5522" y="11199"/>
                  </a:lnTo>
                  <a:lnTo>
                    <a:pt x="5522" y="10928"/>
                  </a:lnTo>
                  <a:lnTo>
                    <a:pt x="5445" y="10697"/>
                  </a:lnTo>
                  <a:lnTo>
                    <a:pt x="5329" y="10503"/>
                  </a:lnTo>
                  <a:lnTo>
                    <a:pt x="5213" y="10426"/>
                  </a:lnTo>
                  <a:lnTo>
                    <a:pt x="5097" y="10349"/>
                  </a:lnTo>
                  <a:lnTo>
                    <a:pt x="4943" y="10310"/>
                  </a:lnTo>
                  <a:lnTo>
                    <a:pt x="4673" y="10310"/>
                  </a:lnTo>
                  <a:lnTo>
                    <a:pt x="4557" y="10349"/>
                  </a:lnTo>
                  <a:lnTo>
                    <a:pt x="4518" y="10156"/>
                  </a:lnTo>
                  <a:lnTo>
                    <a:pt x="4480" y="9924"/>
                  </a:lnTo>
                  <a:lnTo>
                    <a:pt x="4364" y="9731"/>
                  </a:lnTo>
                  <a:lnTo>
                    <a:pt x="4209" y="9577"/>
                  </a:lnTo>
                  <a:lnTo>
                    <a:pt x="4093" y="9461"/>
                  </a:lnTo>
                  <a:lnTo>
                    <a:pt x="3900" y="9422"/>
                  </a:lnTo>
                  <a:lnTo>
                    <a:pt x="3746" y="9384"/>
                  </a:lnTo>
                  <a:lnTo>
                    <a:pt x="3591" y="9422"/>
                  </a:lnTo>
                  <a:lnTo>
                    <a:pt x="3437" y="9461"/>
                  </a:lnTo>
                  <a:lnTo>
                    <a:pt x="3283" y="9538"/>
                  </a:lnTo>
                  <a:lnTo>
                    <a:pt x="3128" y="9615"/>
                  </a:lnTo>
                  <a:lnTo>
                    <a:pt x="3012" y="9731"/>
                  </a:lnTo>
                  <a:lnTo>
                    <a:pt x="2974" y="9615"/>
                  </a:lnTo>
                  <a:lnTo>
                    <a:pt x="2896" y="9422"/>
                  </a:lnTo>
                  <a:lnTo>
                    <a:pt x="2781" y="9268"/>
                  </a:lnTo>
                  <a:lnTo>
                    <a:pt x="2626" y="9113"/>
                  </a:lnTo>
                  <a:lnTo>
                    <a:pt x="2433" y="9036"/>
                  </a:lnTo>
                  <a:lnTo>
                    <a:pt x="2240" y="8997"/>
                  </a:lnTo>
                  <a:lnTo>
                    <a:pt x="2047" y="8997"/>
                  </a:lnTo>
                  <a:lnTo>
                    <a:pt x="1854" y="9075"/>
                  </a:lnTo>
                  <a:lnTo>
                    <a:pt x="1699" y="9191"/>
                  </a:lnTo>
                  <a:lnTo>
                    <a:pt x="1545" y="9345"/>
                  </a:lnTo>
                  <a:lnTo>
                    <a:pt x="1429" y="9499"/>
                  </a:lnTo>
                  <a:lnTo>
                    <a:pt x="1390" y="9693"/>
                  </a:lnTo>
                  <a:lnTo>
                    <a:pt x="1352" y="9886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272"/>
                  </a:lnTo>
                  <a:lnTo>
                    <a:pt x="386" y="10426"/>
                  </a:lnTo>
                  <a:lnTo>
                    <a:pt x="271" y="10542"/>
                  </a:lnTo>
                  <a:lnTo>
                    <a:pt x="116" y="10851"/>
                  </a:lnTo>
                  <a:lnTo>
                    <a:pt x="39" y="11199"/>
                  </a:lnTo>
                  <a:lnTo>
                    <a:pt x="0" y="11546"/>
                  </a:lnTo>
                  <a:lnTo>
                    <a:pt x="77" y="11894"/>
                  </a:lnTo>
                  <a:lnTo>
                    <a:pt x="193" y="12241"/>
                  </a:lnTo>
                  <a:lnTo>
                    <a:pt x="386" y="12511"/>
                  </a:lnTo>
                  <a:lnTo>
                    <a:pt x="618" y="12782"/>
                  </a:lnTo>
                  <a:lnTo>
                    <a:pt x="811" y="12898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124" y="13091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11"/>
                  </a:lnTo>
                  <a:lnTo>
                    <a:pt x="3360" y="12203"/>
                  </a:lnTo>
                  <a:lnTo>
                    <a:pt x="3591" y="12009"/>
                  </a:lnTo>
                  <a:lnTo>
                    <a:pt x="3553" y="11932"/>
                  </a:lnTo>
                  <a:lnTo>
                    <a:pt x="3514" y="11816"/>
                  </a:lnTo>
                  <a:lnTo>
                    <a:pt x="3437" y="11739"/>
                  </a:lnTo>
                  <a:lnTo>
                    <a:pt x="3283" y="11739"/>
                  </a:lnTo>
                  <a:lnTo>
                    <a:pt x="3244" y="11816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7" y="12434"/>
                  </a:lnTo>
                  <a:lnTo>
                    <a:pt x="2317" y="12550"/>
                  </a:lnTo>
                  <a:lnTo>
                    <a:pt x="2047" y="12666"/>
                  </a:lnTo>
                  <a:lnTo>
                    <a:pt x="1429" y="12666"/>
                  </a:lnTo>
                  <a:lnTo>
                    <a:pt x="1159" y="12550"/>
                  </a:lnTo>
                  <a:lnTo>
                    <a:pt x="966" y="12434"/>
                  </a:lnTo>
                  <a:lnTo>
                    <a:pt x="811" y="12318"/>
                  </a:lnTo>
                  <a:lnTo>
                    <a:pt x="695" y="12203"/>
                  </a:lnTo>
                  <a:lnTo>
                    <a:pt x="618" y="12048"/>
                  </a:lnTo>
                  <a:lnTo>
                    <a:pt x="541" y="11855"/>
                  </a:lnTo>
                  <a:lnTo>
                    <a:pt x="502" y="11701"/>
                  </a:lnTo>
                  <a:lnTo>
                    <a:pt x="502" y="11546"/>
                  </a:lnTo>
                  <a:lnTo>
                    <a:pt x="502" y="11353"/>
                  </a:lnTo>
                  <a:lnTo>
                    <a:pt x="541" y="11199"/>
                  </a:lnTo>
                  <a:lnTo>
                    <a:pt x="579" y="11044"/>
                  </a:lnTo>
                  <a:lnTo>
                    <a:pt x="657" y="10890"/>
                  </a:lnTo>
                  <a:lnTo>
                    <a:pt x="773" y="10735"/>
                  </a:lnTo>
                  <a:lnTo>
                    <a:pt x="927" y="10619"/>
                  </a:lnTo>
                  <a:lnTo>
                    <a:pt x="1043" y="10503"/>
                  </a:lnTo>
                  <a:lnTo>
                    <a:pt x="1236" y="10426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317" y="10349"/>
                  </a:lnTo>
                  <a:lnTo>
                    <a:pt x="2587" y="10426"/>
                  </a:lnTo>
                  <a:lnTo>
                    <a:pt x="2858" y="10503"/>
                  </a:lnTo>
                  <a:lnTo>
                    <a:pt x="3128" y="10619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6"/>
                  </a:lnTo>
                  <a:lnTo>
                    <a:pt x="5908" y="12666"/>
                  </a:lnTo>
                  <a:lnTo>
                    <a:pt x="6294" y="12936"/>
                  </a:lnTo>
                  <a:lnTo>
                    <a:pt x="6681" y="13207"/>
                  </a:lnTo>
                  <a:lnTo>
                    <a:pt x="7105" y="13400"/>
                  </a:lnTo>
                  <a:lnTo>
                    <a:pt x="7530" y="13593"/>
                  </a:lnTo>
                  <a:lnTo>
                    <a:pt x="7994" y="13708"/>
                  </a:lnTo>
                  <a:lnTo>
                    <a:pt x="8457" y="13786"/>
                  </a:lnTo>
                  <a:lnTo>
                    <a:pt x="8920" y="13747"/>
                  </a:lnTo>
                  <a:lnTo>
                    <a:pt x="9345" y="13670"/>
                  </a:lnTo>
                  <a:lnTo>
                    <a:pt x="9731" y="13515"/>
                  </a:lnTo>
                  <a:lnTo>
                    <a:pt x="10079" y="13322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34"/>
                  </a:lnTo>
                  <a:lnTo>
                    <a:pt x="11121" y="12087"/>
                  </a:lnTo>
                  <a:lnTo>
                    <a:pt x="11314" y="11739"/>
                  </a:lnTo>
                  <a:lnTo>
                    <a:pt x="11507" y="11199"/>
                  </a:lnTo>
                  <a:lnTo>
                    <a:pt x="11662" y="10658"/>
                  </a:lnTo>
                  <a:lnTo>
                    <a:pt x="11971" y="9615"/>
                  </a:lnTo>
                  <a:lnTo>
                    <a:pt x="12164" y="9075"/>
                  </a:lnTo>
                  <a:lnTo>
                    <a:pt x="12357" y="8573"/>
                  </a:lnTo>
                  <a:lnTo>
                    <a:pt x="12627" y="8109"/>
                  </a:lnTo>
                  <a:lnTo>
                    <a:pt x="12936" y="7646"/>
                  </a:lnTo>
                  <a:lnTo>
                    <a:pt x="13284" y="7298"/>
                  </a:lnTo>
                  <a:lnTo>
                    <a:pt x="13631" y="6951"/>
                  </a:lnTo>
                  <a:lnTo>
                    <a:pt x="14017" y="6681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1"/>
                  </a:lnTo>
                  <a:lnTo>
                    <a:pt x="15832" y="5986"/>
                  </a:lnTo>
                  <a:lnTo>
                    <a:pt x="16296" y="5908"/>
                  </a:lnTo>
                  <a:lnTo>
                    <a:pt x="16914" y="5908"/>
                  </a:lnTo>
                  <a:lnTo>
                    <a:pt x="17454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565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30" y="7492"/>
                  </a:lnTo>
                  <a:lnTo>
                    <a:pt x="21316" y="7607"/>
                  </a:lnTo>
                  <a:lnTo>
                    <a:pt x="21740" y="7685"/>
                  </a:lnTo>
                  <a:lnTo>
                    <a:pt x="22165" y="7723"/>
                  </a:lnTo>
                  <a:lnTo>
                    <a:pt x="22590" y="7723"/>
                  </a:lnTo>
                  <a:lnTo>
                    <a:pt x="22976" y="7646"/>
                  </a:lnTo>
                  <a:lnTo>
                    <a:pt x="23362" y="7492"/>
                  </a:lnTo>
                  <a:lnTo>
                    <a:pt x="23748" y="7260"/>
                  </a:lnTo>
                  <a:lnTo>
                    <a:pt x="24057" y="6990"/>
                  </a:lnTo>
                  <a:lnTo>
                    <a:pt x="24366" y="6642"/>
                  </a:lnTo>
                  <a:lnTo>
                    <a:pt x="24598" y="6294"/>
                  </a:lnTo>
                  <a:lnTo>
                    <a:pt x="24752" y="5870"/>
                  </a:lnTo>
                  <a:lnTo>
                    <a:pt x="24907" y="5484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171"/>
                  </a:lnTo>
                  <a:lnTo>
                    <a:pt x="24984" y="3707"/>
                  </a:lnTo>
                  <a:lnTo>
                    <a:pt x="24907" y="3283"/>
                  </a:lnTo>
                  <a:lnTo>
                    <a:pt x="24791" y="2819"/>
                  </a:lnTo>
                  <a:lnTo>
                    <a:pt x="24637" y="2394"/>
                  </a:lnTo>
                  <a:lnTo>
                    <a:pt x="24482" y="1970"/>
                  </a:lnTo>
                  <a:lnTo>
                    <a:pt x="24250" y="1545"/>
                  </a:lnTo>
                  <a:lnTo>
                    <a:pt x="24057" y="1159"/>
                  </a:lnTo>
                  <a:lnTo>
                    <a:pt x="23826" y="811"/>
                  </a:lnTo>
                  <a:lnTo>
                    <a:pt x="23941" y="348"/>
                  </a:lnTo>
                  <a:lnTo>
                    <a:pt x="23594" y="193"/>
                  </a:lnTo>
                  <a:lnTo>
                    <a:pt x="23208" y="77"/>
                  </a:lnTo>
                  <a:lnTo>
                    <a:pt x="23169" y="39"/>
                  </a:lnTo>
                  <a:lnTo>
                    <a:pt x="2309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3" name="Google Shape;4083;p18"/>
            <p:cNvSpPr/>
            <p:nvPr/>
          </p:nvSpPr>
          <p:spPr>
            <a:xfrm>
              <a:off x="3792600" y="960050"/>
              <a:ext cx="625600" cy="344650"/>
            </a:xfrm>
            <a:custGeom>
              <a:avLst/>
              <a:gdLst/>
              <a:ahLst/>
              <a:cxnLst/>
              <a:rect l="l" t="t" r="r" b="b"/>
              <a:pathLst>
                <a:path w="25024" h="13786" extrusionOk="0">
                  <a:moveTo>
                    <a:pt x="23286" y="966"/>
                  </a:moveTo>
                  <a:lnTo>
                    <a:pt x="23633" y="1468"/>
                  </a:lnTo>
                  <a:lnTo>
                    <a:pt x="23942" y="2008"/>
                  </a:lnTo>
                  <a:lnTo>
                    <a:pt x="23788" y="2163"/>
                  </a:lnTo>
                  <a:lnTo>
                    <a:pt x="23633" y="2201"/>
                  </a:lnTo>
                  <a:lnTo>
                    <a:pt x="23479" y="2201"/>
                  </a:lnTo>
                  <a:lnTo>
                    <a:pt x="23324" y="2163"/>
                  </a:lnTo>
                  <a:lnTo>
                    <a:pt x="23208" y="2085"/>
                  </a:lnTo>
                  <a:lnTo>
                    <a:pt x="23093" y="1970"/>
                  </a:lnTo>
                  <a:lnTo>
                    <a:pt x="23015" y="1815"/>
                  </a:lnTo>
                  <a:lnTo>
                    <a:pt x="22977" y="1661"/>
                  </a:lnTo>
                  <a:lnTo>
                    <a:pt x="22977" y="1429"/>
                  </a:lnTo>
                  <a:lnTo>
                    <a:pt x="23054" y="1274"/>
                  </a:lnTo>
                  <a:lnTo>
                    <a:pt x="23170" y="1120"/>
                  </a:lnTo>
                  <a:lnTo>
                    <a:pt x="23286" y="966"/>
                  </a:lnTo>
                  <a:close/>
                  <a:moveTo>
                    <a:pt x="24097" y="2433"/>
                  </a:moveTo>
                  <a:lnTo>
                    <a:pt x="24212" y="2780"/>
                  </a:lnTo>
                  <a:lnTo>
                    <a:pt x="24328" y="3089"/>
                  </a:lnTo>
                  <a:lnTo>
                    <a:pt x="24367" y="3437"/>
                  </a:lnTo>
                  <a:lnTo>
                    <a:pt x="24444" y="3823"/>
                  </a:lnTo>
                  <a:lnTo>
                    <a:pt x="24174" y="3746"/>
                  </a:lnTo>
                  <a:lnTo>
                    <a:pt x="23942" y="3591"/>
                  </a:lnTo>
                  <a:lnTo>
                    <a:pt x="23865" y="3514"/>
                  </a:lnTo>
                  <a:lnTo>
                    <a:pt x="23788" y="3398"/>
                  </a:lnTo>
                  <a:lnTo>
                    <a:pt x="23749" y="3282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8" y="2742"/>
                  </a:lnTo>
                  <a:lnTo>
                    <a:pt x="23942" y="2587"/>
                  </a:lnTo>
                  <a:lnTo>
                    <a:pt x="24097" y="2433"/>
                  </a:lnTo>
                  <a:close/>
                  <a:moveTo>
                    <a:pt x="16296" y="4981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7" y="5290"/>
                  </a:lnTo>
                  <a:lnTo>
                    <a:pt x="16567" y="5406"/>
                  </a:lnTo>
                  <a:lnTo>
                    <a:pt x="16296" y="5445"/>
                  </a:lnTo>
                  <a:lnTo>
                    <a:pt x="15640" y="5522"/>
                  </a:lnTo>
                  <a:lnTo>
                    <a:pt x="15640" y="5483"/>
                  </a:lnTo>
                  <a:lnTo>
                    <a:pt x="15679" y="5368"/>
                  </a:lnTo>
                  <a:lnTo>
                    <a:pt x="15717" y="5252"/>
                  </a:lnTo>
                  <a:lnTo>
                    <a:pt x="15756" y="5175"/>
                  </a:lnTo>
                  <a:lnTo>
                    <a:pt x="15833" y="5097"/>
                  </a:lnTo>
                  <a:lnTo>
                    <a:pt x="15949" y="5020"/>
                  </a:lnTo>
                  <a:lnTo>
                    <a:pt x="16065" y="4981"/>
                  </a:lnTo>
                  <a:close/>
                  <a:moveTo>
                    <a:pt x="24444" y="4248"/>
                  </a:moveTo>
                  <a:lnTo>
                    <a:pt x="24444" y="4673"/>
                  </a:lnTo>
                  <a:lnTo>
                    <a:pt x="24367" y="5097"/>
                  </a:lnTo>
                  <a:lnTo>
                    <a:pt x="24251" y="5522"/>
                  </a:lnTo>
                  <a:lnTo>
                    <a:pt x="24058" y="5445"/>
                  </a:lnTo>
                  <a:lnTo>
                    <a:pt x="23904" y="5290"/>
                  </a:lnTo>
                  <a:lnTo>
                    <a:pt x="23826" y="5097"/>
                  </a:lnTo>
                  <a:lnTo>
                    <a:pt x="23788" y="4981"/>
                  </a:lnTo>
                  <a:lnTo>
                    <a:pt x="23788" y="4866"/>
                  </a:lnTo>
                  <a:lnTo>
                    <a:pt x="23826" y="4750"/>
                  </a:lnTo>
                  <a:lnTo>
                    <a:pt x="23865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6"/>
                  </a:lnTo>
                  <a:lnTo>
                    <a:pt x="18073" y="5638"/>
                  </a:lnTo>
                  <a:lnTo>
                    <a:pt x="17571" y="5522"/>
                  </a:lnTo>
                  <a:lnTo>
                    <a:pt x="17030" y="5445"/>
                  </a:lnTo>
                  <a:lnTo>
                    <a:pt x="17069" y="5290"/>
                  </a:lnTo>
                  <a:lnTo>
                    <a:pt x="17107" y="5175"/>
                  </a:lnTo>
                  <a:lnTo>
                    <a:pt x="17185" y="5059"/>
                  </a:lnTo>
                  <a:lnTo>
                    <a:pt x="17300" y="4943"/>
                  </a:lnTo>
                  <a:lnTo>
                    <a:pt x="17416" y="4904"/>
                  </a:lnTo>
                  <a:lnTo>
                    <a:pt x="17532" y="4866"/>
                  </a:lnTo>
                  <a:lnTo>
                    <a:pt x="17648" y="4827"/>
                  </a:lnTo>
                  <a:close/>
                  <a:moveTo>
                    <a:pt x="14713" y="5329"/>
                  </a:moveTo>
                  <a:lnTo>
                    <a:pt x="14829" y="5368"/>
                  </a:lnTo>
                  <a:lnTo>
                    <a:pt x="14906" y="5445"/>
                  </a:lnTo>
                  <a:lnTo>
                    <a:pt x="15022" y="5561"/>
                  </a:lnTo>
                  <a:lnTo>
                    <a:pt x="15061" y="5677"/>
                  </a:lnTo>
                  <a:lnTo>
                    <a:pt x="14559" y="5870"/>
                  </a:lnTo>
                  <a:lnTo>
                    <a:pt x="14057" y="6101"/>
                  </a:lnTo>
                  <a:lnTo>
                    <a:pt x="14018" y="6063"/>
                  </a:lnTo>
                  <a:lnTo>
                    <a:pt x="14057" y="5831"/>
                  </a:lnTo>
                  <a:lnTo>
                    <a:pt x="14134" y="5599"/>
                  </a:lnTo>
                  <a:lnTo>
                    <a:pt x="14250" y="5445"/>
                  </a:lnTo>
                  <a:lnTo>
                    <a:pt x="14366" y="5368"/>
                  </a:lnTo>
                  <a:lnTo>
                    <a:pt x="14443" y="5329"/>
                  </a:lnTo>
                  <a:close/>
                  <a:moveTo>
                    <a:pt x="18999" y="5483"/>
                  </a:moveTo>
                  <a:lnTo>
                    <a:pt x="19115" y="5522"/>
                  </a:lnTo>
                  <a:lnTo>
                    <a:pt x="19193" y="5561"/>
                  </a:lnTo>
                  <a:lnTo>
                    <a:pt x="19308" y="5677"/>
                  </a:lnTo>
                  <a:lnTo>
                    <a:pt x="19386" y="5831"/>
                  </a:lnTo>
                  <a:lnTo>
                    <a:pt x="19386" y="5985"/>
                  </a:lnTo>
                  <a:lnTo>
                    <a:pt x="19347" y="6179"/>
                  </a:lnTo>
                  <a:lnTo>
                    <a:pt x="18613" y="5831"/>
                  </a:lnTo>
                  <a:lnTo>
                    <a:pt x="18652" y="5754"/>
                  </a:lnTo>
                  <a:lnTo>
                    <a:pt x="18691" y="5677"/>
                  </a:lnTo>
                  <a:lnTo>
                    <a:pt x="18845" y="5522"/>
                  </a:lnTo>
                  <a:lnTo>
                    <a:pt x="18999" y="5483"/>
                  </a:lnTo>
                  <a:close/>
                  <a:moveTo>
                    <a:pt x="20197" y="6063"/>
                  </a:moveTo>
                  <a:lnTo>
                    <a:pt x="20351" y="6101"/>
                  </a:lnTo>
                  <a:lnTo>
                    <a:pt x="20467" y="6140"/>
                  </a:lnTo>
                  <a:lnTo>
                    <a:pt x="20544" y="6179"/>
                  </a:lnTo>
                  <a:lnTo>
                    <a:pt x="20699" y="6333"/>
                  </a:lnTo>
                  <a:lnTo>
                    <a:pt x="20776" y="6526"/>
                  </a:lnTo>
                  <a:lnTo>
                    <a:pt x="20814" y="6719"/>
                  </a:lnTo>
                  <a:lnTo>
                    <a:pt x="20892" y="6951"/>
                  </a:lnTo>
                  <a:lnTo>
                    <a:pt x="20467" y="6758"/>
                  </a:lnTo>
                  <a:lnTo>
                    <a:pt x="20081" y="6565"/>
                  </a:lnTo>
                  <a:lnTo>
                    <a:pt x="19810" y="6410"/>
                  </a:lnTo>
                  <a:lnTo>
                    <a:pt x="19849" y="6294"/>
                  </a:lnTo>
                  <a:lnTo>
                    <a:pt x="19888" y="6179"/>
                  </a:lnTo>
                  <a:lnTo>
                    <a:pt x="20003" y="6140"/>
                  </a:lnTo>
                  <a:lnTo>
                    <a:pt x="20081" y="6101"/>
                  </a:lnTo>
                  <a:lnTo>
                    <a:pt x="20197" y="6063"/>
                  </a:lnTo>
                  <a:close/>
                  <a:moveTo>
                    <a:pt x="23517" y="5870"/>
                  </a:moveTo>
                  <a:lnTo>
                    <a:pt x="23710" y="5908"/>
                  </a:lnTo>
                  <a:lnTo>
                    <a:pt x="23942" y="5985"/>
                  </a:lnTo>
                  <a:lnTo>
                    <a:pt x="24019" y="6024"/>
                  </a:lnTo>
                  <a:lnTo>
                    <a:pt x="24097" y="6024"/>
                  </a:lnTo>
                  <a:lnTo>
                    <a:pt x="23942" y="6294"/>
                  </a:lnTo>
                  <a:lnTo>
                    <a:pt x="23749" y="6565"/>
                  </a:lnTo>
                  <a:lnTo>
                    <a:pt x="23517" y="6796"/>
                  </a:lnTo>
                  <a:lnTo>
                    <a:pt x="23247" y="6989"/>
                  </a:lnTo>
                  <a:lnTo>
                    <a:pt x="23208" y="6951"/>
                  </a:lnTo>
                  <a:lnTo>
                    <a:pt x="23093" y="6758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4" y="6179"/>
                  </a:lnTo>
                  <a:lnTo>
                    <a:pt x="23131" y="6101"/>
                  </a:lnTo>
                  <a:lnTo>
                    <a:pt x="23208" y="6024"/>
                  </a:lnTo>
                  <a:lnTo>
                    <a:pt x="23286" y="5947"/>
                  </a:lnTo>
                  <a:lnTo>
                    <a:pt x="23517" y="5870"/>
                  </a:lnTo>
                  <a:close/>
                  <a:moveTo>
                    <a:pt x="13246" y="6101"/>
                  </a:moveTo>
                  <a:lnTo>
                    <a:pt x="13478" y="6179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9" y="6719"/>
                  </a:lnTo>
                  <a:lnTo>
                    <a:pt x="12782" y="7105"/>
                  </a:lnTo>
                  <a:lnTo>
                    <a:pt x="12705" y="7067"/>
                  </a:lnTo>
                  <a:lnTo>
                    <a:pt x="12667" y="6951"/>
                  </a:lnTo>
                  <a:lnTo>
                    <a:pt x="12628" y="6796"/>
                  </a:lnTo>
                  <a:lnTo>
                    <a:pt x="12628" y="6681"/>
                  </a:lnTo>
                  <a:lnTo>
                    <a:pt x="12667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60" y="6217"/>
                  </a:lnTo>
                  <a:lnTo>
                    <a:pt x="13014" y="6140"/>
                  </a:lnTo>
                  <a:lnTo>
                    <a:pt x="13130" y="6101"/>
                  </a:lnTo>
                  <a:close/>
                  <a:moveTo>
                    <a:pt x="22166" y="6565"/>
                  </a:moveTo>
                  <a:lnTo>
                    <a:pt x="22282" y="6603"/>
                  </a:lnTo>
                  <a:lnTo>
                    <a:pt x="22475" y="6719"/>
                  </a:lnTo>
                  <a:lnTo>
                    <a:pt x="22629" y="6874"/>
                  </a:lnTo>
                  <a:lnTo>
                    <a:pt x="22784" y="7028"/>
                  </a:lnTo>
                  <a:lnTo>
                    <a:pt x="22861" y="7067"/>
                  </a:lnTo>
                  <a:lnTo>
                    <a:pt x="22938" y="7067"/>
                  </a:lnTo>
                  <a:lnTo>
                    <a:pt x="22977" y="7105"/>
                  </a:lnTo>
                  <a:lnTo>
                    <a:pt x="22938" y="7144"/>
                  </a:lnTo>
                  <a:lnTo>
                    <a:pt x="22552" y="7221"/>
                  </a:lnTo>
                  <a:lnTo>
                    <a:pt x="22166" y="7260"/>
                  </a:lnTo>
                  <a:lnTo>
                    <a:pt x="21780" y="7221"/>
                  </a:lnTo>
                  <a:lnTo>
                    <a:pt x="21394" y="7105"/>
                  </a:lnTo>
                  <a:lnTo>
                    <a:pt x="21471" y="6912"/>
                  </a:lnTo>
                  <a:lnTo>
                    <a:pt x="21625" y="6758"/>
                  </a:lnTo>
                  <a:lnTo>
                    <a:pt x="21818" y="6603"/>
                  </a:lnTo>
                  <a:lnTo>
                    <a:pt x="22050" y="6565"/>
                  </a:lnTo>
                  <a:close/>
                  <a:moveTo>
                    <a:pt x="12280" y="7414"/>
                  </a:moveTo>
                  <a:lnTo>
                    <a:pt x="12474" y="7453"/>
                  </a:lnTo>
                  <a:lnTo>
                    <a:pt x="12126" y="7993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63" y="8109"/>
                  </a:lnTo>
                  <a:lnTo>
                    <a:pt x="11663" y="7955"/>
                  </a:lnTo>
                  <a:lnTo>
                    <a:pt x="11663" y="7839"/>
                  </a:lnTo>
                  <a:lnTo>
                    <a:pt x="11740" y="7723"/>
                  </a:lnTo>
                  <a:lnTo>
                    <a:pt x="11817" y="7607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65" y="7414"/>
                  </a:lnTo>
                  <a:close/>
                  <a:moveTo>
                    <a:pt x="2241" y="9384"/>
                  </a:moveTo>
                  <a:lnTo>
                    <a:pt x="2356" y="9422"/>
                  </a:lnTo>
                  <a:lnTo>
                    <a:pt x="2472" y="9499"/>
                  </a:lnTo>
                  <a:lnTo>
                    <a:pt x="2550" y="9577"/>
                  </a:lnTo>
                  <a:lnTo>
                    <a:pt x="2627" y="9770"/>
                  </a:lnTo>
                  <a:lnTo>
                    <a:pt x="2627" y="9886"/>
                  </a:lnTo>
                  <a:lnTo>
                    <a:pt x="2627" y="10001"/>
                  </a:lnTo>
                  <a:lnTo>
                    <a:pt x="2125" y="9886"/>
                  </a:lnTo>
                  <a:lnTo>
                    <a:pt x="1661" y="9886"/>
                  </a:lnTo>
                  <a:lnTo>
                    <a:pt x="1700" y="9770"/>
                  </a:lnTo>
                  <a:lnTo>
                    <a:pt x="1739" y="9654"/>
                  </a:lnTo>
                  <a:lnTo>
                    <a:pt x="1816" y="9538"/>
                  </a:lnTo>
                  <a:lnTo>
                    <a:pt x="1893" y="9461"/>
                  </a:lnTo>
                  <a:lnTo>
                    <a:pt x="2009" y="9384"/>
                  </a:lnTo>
                  <a:close/>
                  <a:moveTo>
                    <a:pt x="11663" y="8997"/>
                  </a:moveTo>
                  <a:lnTo>
                    <a:pt x="11470" y="9499"/>
                  </a:lnTo>
                  <a:lnTo>
                    <a:pt x="11354" y="10040"/>
                  </a:lnTo>
                  <a:lnTo>
                    <a:pt x="11276" y="10272"/>
                  </a:lnTo>
                  <a:lnTo>
                    <a:pt x="11238" y="10272"/>
                  </a:lnTo>
                  <a:lnTo>
                    <a:pt x="11083" y="10079"/>
                  </a:lnTo>
                  <a:lnTo>
                    <a:pt x="10968" y="9847"/>
                  </a:lnTo>
                  <a:lnTo>
                    <a:pt x="10929" y="9692"/>
                  </a:lnTo>
                  <a:lnTo>
                    <a:pt x="10929" y="9577"/>
                  </a:lnTo>
                  <a:lnTo>
                    <a:pt x="10968" y="9461"/>
                  </a:lnTo>
                  <a:lnTo>
                    <a:pt x="11006" y="9345"/>
                  </a:lnTo>
                  <a:lnTo>
                    <a:pt x="11122" y="9152"/>
                  </a:lnTo>
                  <a:lnTo>
                    <a:pt x="11276" y="9075"/>
                  </a:lnTo>
                  <a:lnTo>
                    <a:pt x="11470" y="8997"/>
                  </a:lnTo>
                  <a:close/>
                  <a:moveTo>
                    <a:pt x="3785" y="9770"/>
                  </a:moveTo>
                  <a:lnTo>
                    <a:pt x="3901" y="9808"/>
                  </a:lnTo>
                  <a:lnTo>
                    <a:pt x="4017" y="9886"/>
                  </a:lnTo>
                  <a:lnTo>
                    <a:pt x="4094" y="10001"/>
                  </a:lnTo>
                  <a:lnTo>
                    <a:pt x="4133" y="10117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4" y="10542"/>
                  </a:lnTo>
                  <a:lnTo>
                    <a:pt x="4017" y="10658"/>
                  </a:lnTo>
                  <a:lnTo>
                    <a:pt x="3862" y="10542"/>
                  </a:lnTo>
                  <a:lnTo>
                    <a:pt x="3515" y="10349"/>
                  </a:lnTo>
                  <a:lnTo>
                    <a:pt x="3090" y="10156"/>
                  </a:lnTo>
                  <a:lnTo>
                    <a:pt x="3129" y="10040"/>
                  </a:lnTo>
                  <a:lnTo>
                    <a:pt x="3245" y="9924"/>
                  </a:lnTo>
                  <a:lnTo>
                    <a:pt x="3360" y="9847"/>
                  </a:lnTo>
                  <a:lnTo>
                    <a:pt x="3515" y="9770"/>
                  </a:lnTo>
                  <a:close/>
                  <a:moveTo>
                    <a:pt x="4944" y="10658"/>
                  </a:moveTo>
                  <a:lnTo>
                    <a:pt x="5021" y="10735"/>
                  </a:lnTo>
                  <a:lnTo>
                    <a:pt x="5098" y="10774"/>
                  </a:lnTo>
                  <a:lnTo>
                    <a:pt x="5137" y="10890"/>
                  </a:lnTo>
                  <a:lnTo>
                    <a:pt x="5175" y="11044"/>
                  </a:lnTo>
                  <a:lnTo>
                    <a:pt x="5137" y="11237"/>
                  </a:lnTo>
                  <a:lnTo>
                    <a:pt x="5098" y="11430"/>
                  </a:lnTo>
                  <a:lnTo>
                    <a:pt x="4403" y="10928"/>
                  </a:lnTo>
                  <a:lnTo>
                    <a:pt x="4442" y="10812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1" y="10619"/>
                  </a:moveTo>
                  <a:lnTo>
                    <a:pt x="10968" y="11198"/>
                  </a:lnTo>
                  <a:lnTo>
                    <a:pt x="10736" y="11739"/>
                  </a:lnTo>
                  <a:lnTo>
                    <a:pt x="10659" y="11700"/>
                  </a:lnTo>
                  <a:lnTo>
                    <a:pt x="10504" y="11546"/>
                  </a:lnTo>
                  <a:lnTo>
                    <a:pt x="10427" y="11353"/>
                  </a:lnTo>
                  <a:lnTo>
                    <a:pt x="10388" y="11160"/>
                  </a:lnTo>
                  <a:lnTo>
                    <a:pt x="10466" y="10967"/>
                  </a:lnTo>
                  <a:lnTo>
                    <a:pt x="10581" y="10812"/>
                  </a:lnTo>
                  <a:lnTo>
                    <a:pt x="10736" y="10696"/>
                  </a:lnTo>
                  <a:lnTo>
                    <a:pt x="10929" y="10619"/>
                  </a:lnTo>
                  <a:close/>
                  <a:moveTo>
                    <a:pt x="5986" y="11469"/>
                  </a:moveTo>
                  <a:lnTo>
                    <a:pt x="6063" y="11507"/>
                  </a:lnTo>
                  <a:lnTo>
                    <a:pt x="6179" y="11585"/>
                  </a:lnTo>
                  <a:lnTo>
                    <a:pt x="6257" y="11662"/>
                  </a:lnTo>
                  <a:lnTo>
                    <a:pt x="6334" y="11778"/>
                  </a:lnTo>
                  <a:lnTo>
                    <a:pt x="6372" y="12009"/>
                  </a:lnTo>
                  <a:lnTo>
                    <a:pt x="6411" y="12241"/>
                  </a:lnTo>
                  <a:lnTo>
                    <a:pt x="6372" y="12473"/>
                  </a:lnTo>
                  <a:lnTo>
                    <a:pt x="5909" y="12087"/>
                  </a:lnTo>
                  <a:lnTo>
                    <a:pt x="5407" y="11700"/>
                  </a:lnTo>
                  <a:lnTo>
                    <a:pt x="5446" y="11623"/>
                  </a:lnTo>
                  <a:lnTo>
                    <a:pt x="5561" y="11546"/>
                  </a:lnTo>
                  <a:lnTo>
                    <a:pt x="5639" y="11507"/>
                  </a:lnTo>
                  <a:lnTo>
                    <a:pt x="5755" y="11469"/>
                  </a:lnTo>
                  <a:close/>
                  <a:moveTo>
                    <a:pt x="10543" y="12048"/>
                  </a:moveTo>
                  <a:lnTo>
                    <a:pt x="10388" y="12318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1" y="12936"/>
                  </a:lnTo>
                  <a:lnTo>
                    <a:pt x="9771" y="12859"/>
                  </a:lnTo>
                  <a:lnTo>
                    <a:pt x="9655" y="12666"/>
                  </a:lnTo>
                  <a:lnTo>
                    <a:pt x="9655" y="12473"/>
                  </a:lnTo>
                  <a:lnTo>
                    <a:pt x="9693" y="12357"/>
                  </a:lnTo>
                  <a:lnTo>
                    <a:pt x="9809" y="12241"/>
                  </a:lnTo>
                  <a:lnTo>
                    <a:pt x="9964" y="12164"/>
                  </a:lnTo>
                  <a:lnTo>
                    <a:pt x="10157" y="12087"/>
                  </a:lnTo>
                  <a:lnTo>
                    <a:pt x="10543" y="12048"/>
                  </a:lnTo>
                  <a:close/>
                  <a:moveTo>
                    <a:pt x="7376" y="12511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40" y="12820"/>
                  </a:lnTo>
                  <a:lnTo>
                    <a:pt x="7878" y="13013"/>
                  </a:lnTo>
                  <a:lnTo>
                    <a:pt x="7878" y="13206"/>
                  </a:lnTo>
                  <a:lnTo>
                    <a:pt x="7840" y="13206"/>
                  </a:lnTo>
                  <a:lnTo>
                    <a:pt x="7338" y="13013"/>
                  </a:lnTo>
                  <a:lnTo>
                    <a:pt x="6836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1"/>
                  </a:lnTo>
                  <a:close/>
                  <a:moveTo>
                    <a:pt x="8844" y="12627"/>
                  </a:moveTo>
                  <a:lnTo>
                    <a:pt x="8960" y="12666"/>
                  </a:lnTo>
                  <a:lnTo>
                    <a:pt x="9114" y="12782"/>
                  </a:lnTo>
                  <a:lnTo>
                    <a:pt x="9191" y="12936"/>
                  </a:lnTo>
                  <a:lnTo>
                    <a:pt x="9230" y="13129"/>
                  </a:lnTo>
                  <a:lnTo>
                    <a:pt x="9269" y="13206"/>
                  </a:lnTo>
                  <a:lnTo>
                    <a:pt x="9037" y="13284"/>
                  </a:lnTo>
                  <a:lnTo>
                    <a:pt x="8805" y="13322"/>
                  </a:lnTo>
                  <a:lnTo>
                    <a:pt x="8573" y="13322"/>
                  </a:lnTo>
                  <a:lnTo>
                    <a:pt x="8303" y="13284"/>
                  </a:lnTo>
                  <a:lnTo>
                    <a:pt x="8303" y="13206"/>
                  </a:lnTo>
                  <a:lnTo>
                    <a:pt x="8342" y="13013"/>
                  </a:lnTo>
                  <a:lnTo>
                    <a:pt x="8419" y="12820"/>
                  </a:lnTo>
                  <a:lnTo>
                    <a:pt x="8573" y="12704"/>
                  </a:lnTo>
                  <a:lnTo>
                    <a:pt x="8651" y="12666"/>
                  </a:lnTo>
                  <a:lnTo>
                    <a:pt x="8767" y="12627"/>
                  </a:lnTo>
                  <a:close/>
                  <a:moveTo>
                    <a:pt x="22977" y="0"/>
                  </a:moveTo>
                  <a:lnTo>
                    <a:pt x="22900" y="39"/>
                  </a:lnTo>
                  <a:lnTo>
                    <a:pt x="22822" y="77"/>
                  </a:lnTo>
                  <a:lnTo>
                    <a:pt x="22784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822" y="425"/>
                  </a:lnTo>
                  <a:lnTo>
                    <a:pt x="22861" y="464"/>
                  </a:lnTo>
                  <a:lnTo>
                    <a:pt x="23015" y="657"/>
                  </a:lnTo>
                  <a:lnTo>
                    <a:pt x="22900" y="772"/>
                  </a:lnTo>
                  <a:lnTo>
                    <a:pt x="22784" y="966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1" y="1506"/>
                  </a:lnTo>
                  <a:lnTo>
                    <a:pt x="22591" y="1699"/>
                  </a:lnTo>
                  <a:lnTo>
                    <a:pt x="22629" y="1892"/>
                  </a:lnTo>
                  <a:lnTo>
                    <a:pt x="22706" y="2047"/>
                  </a:lnTo>
                  <a:lnTo>
                    <a:pt x="22861" y="2278"/>
                  </a:lnTo>
                  <a:lnTo>
                    <a:pt x="23054" y="2394"/>
                  </a:lnTo>
                  <a:lnTo>
                    <a:pt x="23247" y="2510"/>
                  </a:lnTo>
                  <a:lnTo>
                    <a:pt x="23479" y="2510"/>
                  </a:lnTo>
                  <a:lnTo>
                    <a:pt x="23402" y="2703"/>
                  </a:lnTo>
                  <a:lnTo>
                    <a:pt x="23363" y="2896"/>
                  </a:lnTo>
                  <a:lnTo>
                    <a:pt x="23324" y="3089"/>
                  </a:lnTo>
                  <a:lnTo>
                    <a:pt x="23363" y="3282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900"/>
                  </a:lnTo>
                  <a:lnTo>
                    <a:pt x="23981" y="4016"/>
                  </a:lnTo>
                  <a:lnTo>
                    <a:pt x="23749" y="4209"/>
                  </a:lnTo>
                  <a:lnTo>
                    <a:pt x="23556" y="4479"/>
                  </a:lnTo>
                  <a:lnTo>
                    <a:pt x="23479" y="4750"/>
                  </a:lnTo>
                  <a:lnTo>
                    <a:pt x="23440" y="4904"/>
                  </a:lnTo>
                  <a:lnTo>
                    <a:pt x="23440" y="5020"/>
                  </a:lnTo>
                  <a:lnTo>
                    <a:pt x="23517" y="5290"/>
                  </a:lnTo>
                  <a:lnTo>
                    <a:pt x="23633" y="5483"/>
                  </a:lnTo>
                  <a:lnTo>
                    <a:pt x="23402" y="5522"/>
                  </a:lnTo>
                  <a:lnTo>
                    <a:pt x="23170" y="5561"/>
                  </a:lnTo>
                  <a:lnTo>
                    <a:pt x="22977" y="5715"/>
                  </a:lnTo>
                  <a:lnTo>
                    <a:pt x="22784" y="5870"/>
                  </a:lnTo>
                  <a:lnTo>
                    <a:pt x="22706" y="6101"/>
                  </a:lnTo>
                  <a:lnTo>
                    <a:pt x="22629" y="6372"/>
                  </a:lnTo>
                  <a:lnTo>
                    <a:pt x="22475" y="6294"/>
                  </a:lnTo>
                  <a:lnTo>
                    <a:pt x="22320" y="6256"/>
                  </a:lnTo>
                  <a:lnTo>
                    <a:pt x="22166" y="6217"/>
                  </a:lnTo>
                  <a:lnTo>
                    <a:pt x="21973" y="6217"/>
                  </a:lnTo>
                  <a:lnTo>
                    <a:pt x="21741" y="6294"/>
                  </a:lnTo>
                  <a:lnTo>
                    <a:pt x="21509" y="6410"/>
                  </a:lnTo>
                  <a:lnTo>
                    <a:pt x="21355" y="6565"/>
                  </a:lnTo>
                  <a:lnTo>
                    <a:pt x="21201" y="6796"/>
                  </a:lnTo>
                  <a:lnTo>
                    <a:pt x="21123" y="6449"/>
                  </a:lnTo>
                  <a:lnTo>
                    <a:pt x="20969" y="6140"/>
                  </a:lnTo>
                  <a:lnTo>
                    <a:pt x="20853" y="6024"/>
                  </a:lnTo>
                  <a:lnTo>
                    <a:pt x="20737" y="5908"/>
                  </a:lnTo>
                  <a:lnTo>
                    <a:pt x="20583" y="5831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81" y="5792"/>
                  </a:lnTo>
                  <a:lnTo>
                    <a:pt x="19888" y="5870"/>
                  </a:lnTo>
                  <a:lnTo>
                    <a:pt x="19772" y="5947"/>
                  </a:lnTo>
                  <a:lnTo>
                    <a:pt x="19733" y="5715"/>
                  </a:lnTo>
                  <a:lnTo>
                    <a:pt x="19617" y="5483"/>
                  </a:lnTo>
                  <a:lnTo>
                    <a:pt x="19463" y="5329"/>
                  </a:lnTo>
                  <a:lnTo>
                    <a:pt x="19386" y="5252"/>
                  </a:lnTo>
                  <a:lnTo>
                    <a:pt x="19270" y="5175"/>
                  </a:lnTo>
                  <a:lnTo>
                    <a:pt x="19038" y="5136"/>
                  </a:lnTo>
                  <a:lnTo>
                    <a:pt x="18845" y="5175"/>
                  </a:lnTo>
                  <a:lnTo>
                    <a:pt x="18652" y="5290"/>
                  </a:lnTo>
                  <a:lnTo>
                    <a:pt x="18497" y="5406"/>
                  </a:lnTo>
                  <a:lnTo>
                    <a:pt x="18459" y="5252"/>
                  </a:lnTo>
                  <a:lnTo>
                    <a:pt x="18420" y="5136"/>
                  </a:lnTo>
                  <a:lnTo>
                    <a:pt x="18382" y="4981"/>
                  </a:lnTo>
                  <a:lnTo>
                    <a:pt x="18304" y="4866"/>
                  </a:lnTo>
                  <a:lnTo>
                    <a:pt x="18189" y="4750"/>
                  </a:lnTo>
                  <a:lnTo>
                    <a:pt x="18073" y="4673"/>
                  </a:lnTo>
                  <a:lnTo>
                    <a:pt x="17957" y="4595"/>
                  </a:lnTo>
                  <a:lnTo>
                    <a:pt x="17802" y="4557"/>
                  </a:lnTo>
                  <a:lnTo>
                    <a:pt x="17648" y="4518"/>
                  </a:lnTo>
                  <a:lnTo>
                    <a:pt x="17493" y="4557"/>
                  </a:lnTo>
                  <a:lnTo>
                    <a:pt x="17378" y="4595"/>
                  </a:lnTo>
                  <a:lnTo>
                    <a:pt x="17262" y="4634"/>
                  </a:lnTo>
                  <a:lnTo>
                    <a:pt x="17146" y="4750"/>
                  </a:lnTo>
                  <a:lnTo>
                    <a:pt x="17030" y="4827"/>
                  </a:lnTo>
                  <a:lnTo>
                    <a:pt x="16876" y="5097"/>
                  </a:lnTo>
                  <a:lnTo>
                    <a:pt x="16760" y="4943"/>
                  </a:lnTo>
                  <a:lnTo>
                    <a:pt x="16605" y="4788"/>
                  </a:lnTo>
                  <a:lnTo>
                    <a:pt x="16451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9" y="4673"/>
                  </a:lnTo>
                  <a:lnTo>
                    <a:pt x="15794" y="4750"/>
                  </a:lnTo>
                  <a:lnTo>
                    <a:pt x="15640" y="4866"/>
                  </a:lnTo>
                  <a:lnTo>
                    <a:pt x="15524" y="4981"/>
                  </a:lnTo>
                  <a:lnTo>
                    <a:pt x="15447" y="5136"/>
                  </a:lnTo>
                  <a:lnTo>
                    <a:pt x="15408" y="5329"/>
                  </a:lnTo>
                  <a:lnTo>
                    <a:pt x="15408" y="5483"/>
                  </a:lnTo>
                  <a:lnTo>
                    <a:pt x="15447" y="5561"/>
                  </a:lnTo>
                  <a:lnTo>
                    <a:pt x="15408" y="5561"/>
                  </a:lnTo>
                  <a:lnTo>
                    <a:pt x="15331" y="5368"/>
                  </a:lnTo>
                  <a:lnTo>
                    <a:pt x="15177" y="5175"/>
                  </a:lnTo>
                  <a:lnTo>
                    <a:pt x="15022" y="5059"/>
                  </a:lnTo>
                  <a:lnTo>
                    <a:pt x="14829" y="4981"/>
                  </a:lnTo>
                  <a:lnTo>
                    <a:pt x="14636" y="4943"/>
                  </a:lnTo>
                  <a:lnTo>
                    <a:pt x="14443" y="4981"/>
                  </a:lnTo>
                  <a:lnTo>
                    <a:pt x="14288" y="5020"/>
                  </a:lnTo>
                  <a:lnTo>
                    <a:pt x="14134" y="5097"/>
                  </a:lnTo>
                  <a:lnTo>
                    <a:pt x="14057" y="5175"/>
                  </a:lnTo>
                  <a:lnTo>
                    <a:pt x="13941" y="5290"/>
                  </a:lnTo>
                  <a:lnTo>
                    <a:pt x="13825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2" y="5715"/>
                  </a:lnTo>
                  <a:lnTo>
                    <a:pt x="13169" y="5715"/>
                  </a:lnTo>
                  <a:lnTo>
                    <a:pt x="12937" y="5754"/>
                  </a:lnTo>
                  <a:lnTo>
                    <a:pt x="12744" y="5831"/>
                  </a:lnTo>
                  <a:lnTo>
                    <a:pt x="12589" y="5947"/>
                  </a:lnTo>
                  <a:lnTo>
                    <a:pt x="12512" y="6063"/>
                  </a:lnTo>
                  <a:lnTo>
                    <a:pt x="12435" y="6217"/>
                  </a:lnTo>
                  <a:lnTo>
                    <a:pt x="12358" y="6372"/>
                  </a:lnTo>
                  <a:lnTo>
                    <a:pt x="12358" y="6526"/>
                  </a:lnTo>
                  <a:lnTo>
                    <a:pt x="12358" y="6681"/>
                  </a:lnTo>
                  <a:lnTo>
                    <a:pt x="12358" y="6835"/>
                  </a:lnTo>
                  <a:lnTo>
                    <a:pt x="12435" y="6989"/>
                  </a:lnTo>
                  <a:lnTo>
                    <a:pt x="12165" y="7028"/>
                  </a:lnTo>
                  <a:lnTo>
                    <a:pt x="11894" y="7105"/>
                  </a:lnTo>
                  <a:lnTo>
                    <a:pt x="11663" y="7221"/>
                  </a:lnTo>
                  <a:lnTo>
                    <a:pt x="11508" y="7414"/>
                  </a:lnTo>
                  <a:lnTo>
                    <a:pt x="11392" y="7530"/>
                  </a:lnTo>
                  <a:lnTo>
                    <a:pt x="11354" y="7685"/>
                  </a:lnTo>
                  <a:lnTo>
                    <a:pt x="11315" y="7839"/>
                  </a:lnTo>
                  <a:lnTo>
                    <a:pt x="11276" y="7993"/>
                  </a:lnTo>
                  <a:lnTo>
                    <a:pt x="11315" y="8148"/>
                  </a:lnTo>
                  <a:lnTo>
                    <a:pt x="11354" y="8302"/>
                  </a:lnTo>
                  <a:lnTo>
                    <a:pt x="11392" y="8457"/>
                  </a:lnTo>
                  <a:lnTo>
                    <a:pt x="11470" y="8611"/>
                  </a:lnTo>
                  <a:lnTo>
                    <a:pt x="11199" y="8650"/>
                  </a:lnTo>
                  <a:lnTo>
                    <a:pt x="10968" y="8804"/>
                  </a:lnTo>
                  <a:lnTo>
                    <a:pt x="10774" y="8997"/>
                  </a:lnTo>
                  <a:lnTo>
                    <a:pt x="10659" y="9229"/>
                  </a:lnTo>
                  <a:lnTo>
                    <a:pt x="10581" y="9499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2" y="10233"/>
                  </a:lnTo>
                  <a:lnTo>
                    <a:pt x="10620" y="10310"/>
                  </a:lnTo>
                  <a:lnTo>
                    <a:pt x="10427" y="10426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79" y="11005"/>
                  </a:lnTo>
                  <a:lnTo>
                    <a:pt x="10041" y="11237"/>
                  </a:lnTo>
                  <a:lnTo>
                    <a:pt x="10079" y="11469"/>
                  </a:lnTo>
                  <a:lnTo>
                    <a:pt x="10195" y="11700"/>
                  </a:lnTo>
                  <a:lnTo>
                    <a:pt x="9925" y="11739"/>
                  </a:lnTo>
                  <a:lnTo>
                    <a:pt x="9693" y="11855"/>
                  </a:lnTo>
                  <a:lnTo>
                    <a:pt x="9500" y="12009"/>
                  </a:lnTo>
                  <a:lnTo>
                    <a:pt x="9423" y="12087"/>
                  </a:lnTo>
                  <a:lnTo>
                    <a:pt x="9384" y="12202"/>
                  </a:lnTo>
                  <a:lnTo>
                    <a:pt x="9346" y="12318"/>
                  </a:lnTo>
                  <a:lnTo>
                    <a:pt x="9307" y="12473"/>
                  </a:lnTo>
                  <a:lnTo>
                    <a:pt x="9191" y="12396"/>
                  </a:lnTo>
                  <a:lnTo>
                    <a:pt x="9037" y="12318"/>
                  </a:lnTo>
                  <a:lnTo>
                    <a:pt x="8882" y="12280"/>
                  </a:lnTo>
                  <a:lnTo>
                    <a:pt x="8728" y="12280"/>
                  </a:lnTo>
                  <a:lnTo>
                    <a:pt x="8535" y="12357"/>
                  </a:lnTo>
                  <a:lnTo>
                    <a:pt x="8380" y="12434"/>
                  </a:lnTo>
                  <a:lnTo>
                    <a:pt x="8265" y="12550"/>
                  </a:lnTo>
                  <a:lnTo>
                    <a:pt x="8187" y="12704"/>
                  </a:lnTo>
                  <a:lnTo>
                    <a:pt x="8110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4" y="12241"/>
                  </a:lnTo>
                  <a:lnTo>
                    <a:pt x="7492" y="12164"/>
                  </a:lnTo>
                  <a:lnTo>
                    <a:pt x="7222" y="12202"/>
                  </a:lnTo>
                  <a:lnTo>
                    <a:pt x="6990" y="12280"/>
                  </a:lnTo>
                  <a:lnTo>
                    <a:pt x="6797" y="12434"/>
                  </a:lnTo>
                  <a:lnTo>
                    <a:pt x="6797" y="12048"/>
                  </a:lnTo>
                  <a:lnTo>
                    <a:pt x="6759" y="11894"/>
                  </a:lnTo>
                  <a:lnTo>
                    <a:pt x="6681" y="11700"/>
                  </a:lnTo>
                  <a:lnTo>
                    <a:pt x="6604" y="11546"/>
                  </a:lnTo>
                  <a:lnTo>
                    <a:pt x="6527" y="11430"/>
                  </a:lnTo>
                  <a:lnTo>
                    <a:pt x="6372" y="11314"/>
                  </a:lnTo>
                  <a:lnTo>
                    <a:pt x="6218" y="11198"/>
                  </a:lnTo>
                  <a:lnTo>
                    <a:pt x="6063" y="11160"/>
                  </a:lnTo>
                  <a:lnTo>
                    <a:pt x="5716" y="11160"/>
                  </a:lnTo>
                  <a:lnTo>
                    <a:pt x="5523" y="11237"/>
                  </a:lnTo>
                  <a:lnTo>
                    <a:pt x="5523" y="10967"/>
                  </a:lnTo>
                  <a:lnTo>
                    <a:pt x="5446" y="10735"/>
                  </a:lnTo>
                  <a:lnTo>
                    <a:pt x="5330" y="10503"/>
                  </a:lnTo>
                  <a:lnTo>
                    <a:pt x="5214" y="10426"/>
                  </a:lnTo>
                  <a:lnTo>
                    <a:pt x="5098" y="10388"/>
                  </a:lnTo>
                  <a:lnTo>
                    <a:pt x="4944" y="10310"/>
                  </a:lnTo>
                  <a:lnTo>
                    <a:pt x="4828" y="10310"/>
                  </a:lnTo>
                  <a:lnTo>
                    <a:pt x="4673" y="10349"/>
                  </a:lnTo>
                  <a:lnTo>
                    <a:pt x="4519" y="10388"/>
                  </a:lnTo>
                  <a:lnTo>
                    <a:pt x="4519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10" y="9577"/>
                  </a:lnTo>
                  <a:lnTo>
                    <a:pt x="4056" y="9499"/>
                  </a:lnTo>
                  <a:lnTo>
                    <a:pt x="3901" y="9461"/>
                  </a:lnTo>
                  <a:lnTo>
                    <a:pt x="3747" y="9422"/>
                  </a:lnTo>
                  <a:lnTo>
                    <a:pt x="3592" y="9422"/>
                  </a:lnTo>
                  <a:lnTo>
                    <a:pt x="3399" y="9461"/>
                  </a:lnTo>
                  <a:lnTo>
                    <a:pt x="3283" y="9538"/>
                  </a:lnTo>
                  <a:lnTo>
                    <a:pt x="3129" y="9615"/>
                  </a:lnTo>
                  <a:lnTo>
                    <a:pt x="3013" y="9770"/>
                  </a:lnTo>
                  <a:lnTo>
                    <a:pt x="2974" y="9615"/>
                  </a:lnTo>
                  <a:lnTo>
                    <a:pt x="2897" y="9461"/>
                  </a:lnTo>
                  <a:lnTo>
                    <a:pt x="2781" y="9268"/>
                  </a:lnTo>
                  <a:lnTo>
                    <a:pt x="2627" y="9152"/>
                  </a:lnTo>
                  <a:lnTo>
                    <a:pt x="2434" y="9036"/>
                  </a:lnTo>
                  <a:lnTo>
                    <a:pt x="2241" y="8997"/>
                  </a:lnTo>
                  <a:lnTo>
                    <a:pt x="2048" y="9036"/>
                  </a:lnTo>
                  <a:lnTo>
                    <a:pt x="1854" y="9113"/>
                  </a:lnTo>
                  <a:lnTo>
                    <a:pt x="1700" y="9190"/>
                  </a:lnTo>
                  <a:lnTo>
                    <a:pt x="1546" y="9345"/>
                  </a:lnTo>
                  <a:lnTo>
                    <a:pt x="1430" y="9538"/>
                  </a:lnTo>
                  <a:lnTo>
                    <a:pt x="1391" y="9731"/>
                  </a:lnTo>
                  <a:lnTo>
                    <a:pt x="1352" y="9924"/>
                  </a:lnTo>
                  <a:lnTo>
                    <a:pt x="1121" y="9963"/>
                  </a:lnTo>
                  <a:lnTo>
                    <a:pt x="928" y="10040"/>
                  </a:lnTo>
                  <a:lnTo>
                    <a:pt x="696" y="10156"/>
                  </a:lnTo>
                  <a:lnTo>
                    <a:pt x="503" y="10310"/>
                  </a:lnTo>
                  <a:lnTo>
                    <a:pt x="387" y="10426"/>
                  </a:lnTo>
                  <a:lnTo>
                    <a:pt x="271" y="10581"/>
                  </a:lnTo>
                  <a:lnTo>
                    <a:pt x="117" y="10890"/>
                  </a:lnTo>
                  <a:lnTo>
                    <a:pt x="1" y="11237"/>
                  </a:lnTo>
                  <a:lnTo>
                    <a:pt x="1" y="11585"/>
                  </a:lnTo>
                  <a:lnTo>
                    <a:pt x="78" y="11932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9" y="12820"/>
                  </a:lnTo>
                  <a:lnTo>
                    <a:pt x="812" y="12936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9" y="13168"/>
                  </a:lnTo>
                  <a:lnTo>
                    <a:pt x="2086" y="13129"/>
                  </a:lnTo>
                  <a:lnTo>
                    <a:pt x="2472" y="12975"/>
                  </a:lnTo>
                  <a:lnTo>
                    <a:pt x="2820" y="12782"/>
                  </a:lnTo>
                  <a:lnTo>
                    <a:pt x="3129" y="12550"/>
                  </a:lnTo>
                  <a:lnTo>
                    <a:pt x="3360" y="12241"/>
                  </a:lnTo>
                  <a:lnTo>
                    <a:pt x="3592" y="12009"/>
                  </a:lnTo>
                  <a:lnTo>
                    <a:pt x="3554" y="11932"/>
                  </a:lnTo>
                  <a:lnTo>
                    <a:pt x="3515" y="11816"/>
                  </a:lnTo>
                  <a:lnTo>
                    <a:pt x="3438" y="11778"/>
                  </a:lnTo>
                  <a:lnTo>
                    <a:pt x="3322" y="11739"/>
                  </a:lnTo>
                  <a:lnTo>
                    <a:pt x="3283" y="11778"/>
                  </a:lnTo>
                  <a:lnTo>
                    <a:pt x="3245" y="11816"/>
                  </a:lnTo>
                  <a:lnTo>
                    <a:pt x="3052" y="12048"/>
                  </a:lnTo>
                  <a:lnTo>
                    <a:pt x="2820" y="12241"/>
                  </a:lnTo>
                  <a:lnTo>
                    <a:pt x="2588" y="12434"/>
                  </a:lnTo>
                  <a:lnTo>
                    <a:pt x="2318" y="12589"/>
                  </a:lnTo>
                  <a:lnTo>
                    <a:pt x="2048" y="12666"/>
                  </a:lnTo>
                  <a:lnTo>
                    <a:pt x="1739" y="12704"/>
                  </a:lnTo>
                  <a:lnTo>
                    <a:pt x="1430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2" y="12357"/>
                  </a:lnTo>
                  <a:lnTo>
                    <a:pt x="696" y="12202"/>
                  </a:lnTo>
                  <a:lnTo>
                    <a:pt x="619" y="12048"/>
                  </a:lnTo>
                  <a:lnTo>
                    <a:pt x="542" y="11894"/>
                  </a:lnTo>
                  <a:lnTo>
                    <a:pt x="503" y="11739"/>
                  </a:lnTo>
                  <a:lnTo>
                    <a:pt x="503" y="11546"/>
                  </a:lnTo>
                  <a:lnTo>
                    <a:pt x="503" y="11392"/>
                  </a:lnTo>
                  <a:lnTo>
                    <a:pt x="542" y="11198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9" y="10619"/>
                  </a:lnTo>
                  <a:lnTo>
                    <a:pt x="1044" y="10542"/>
                  </a:lnTo>
                  <a:lnTo>
                    <a:pt x="1237" y="10465"/>
                  </a:lnTo>
                  <a:lnTo>
                    <a:pt x="1430" y="10388"/>
                  </a:lnTo>
                  <a:lnTo>
                    <a:pt x="1739" y="10349"/>
                  </a:lnTo>
                  <a:lnTo>
                    <a:pt x="2009" y="10349"/>
                  </a:lnTo>
                  <a:lnTo>
                    <a:pt x="2318" y="10388"/>
                  </a:lnTo>
                  <a:lnTo>
                    <a:pt x="2588" y="10426"/>
                  </a:lnTo>
                  <a:lnTo>
                    <a:pt x="2858" y="10542"/>
                  </a:lnTo>
                  <a:lnTo>
                    <a:pt x="3129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5" y="11662"/>
                  </a:lnTo>
                  <a:lnTo>
                    <a:pt x="5523" y="12396"/>
                  </a:lnTo>
                  <a:lnTo>
                    <a:pt x="5870" y="12704"/>
                  </a:lnTo>
                  <a:lnTo>
                    <a:pt x="6257" y="12975"/>
                  </a:lnTo>
                  <a:lnTo>
                    <a:pt x="6681" y="13206"/>
                  </a:lnTo>
                  <a:lnTo>
                    <a:pt x="7106" y="13438"/>
                  </a:lnTo>
                  <a:lnTo>
                    <a:pt x="7531" y="13593"/>
                  </a:lnTo>
                  <a:lnTo>
                    <a:pt x="7994" y="13747"/>
                  </a:lnTo>
                  <a:lnTo>
                    <a:pt x="8458" y="13786"/>
                  </a:lnTo>
                  <a:lnTo>
                    <a:pt x="8921" y="13786"/>
                  </a:lnTo>
                  <a:lnTo>
                    <a:pt x="9346" y="13708"/>
                  </a:lnTo>
                  <a:lnTo>
                    <a:pt x="9732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9" y="12782"/>
                  </a:lnTo>
                  <a:lnTo>
                    <a:pt x="10929" y="12473"/>
                  </a:lnTo>
                  <a:lnTo>
                    <a:pt x="11122" y="12125"/>
                  </a:lnTo>
                  <a:lnTo>
                    <a:pt x="11315" y="11739"/>
                  </a:lnTo>
                  <a:lnTo>
                    <a:pt x="11508" y="11237"/>
                  </a:lnTo>
                  <a:lnTo>
                    <a:pt x="11663" y="10696"/>
                  </a:lnTo>
                  <a:lnTo>
                    <a:pt x="11972" y="9615"/>
                  </a:lnTo>
                  <a:lnTo>
                    <a:pt x="12126" y="9113"/>
                  </a:lnTo>
                  <a:lnTo>
                    <a:pt x="12358" y="8611"/>
                  </a:lnTo>
                  <a:lnTo>
                    <a:pt x="12589" y="8109"/>
                  </a:lnTo>
                  <a:lnTo>
                    <a:pt x="12937" y="7646"/>
                  </a:lnTo>
                  <a:lnTo>
                    <a:pt x="13284" y="7298"/>
                  </a:lnTo>
                  <a:lnTo>
                    <a:pt x="13632" y="6989"/>
                  </a:lnTo>
                  <a:lnTo>
                    <a:pt x="14018" y="6719"/>
                  </a:lnTo>
                  <a:lnTo>
                    <a:pt x="14443" y="6449"/>
                  </a:lnTo>
                  <a:lnTo>
                    <a:pt x="14906" y="6256"/>
                  </a:lnTo>
                  <a:lnTo>
                    <a:pt x="15370" y="6101"/>
                  </a:lnTo>
                  <a:lnTo>
                    <a:pt x="15833" y="5985"/>
                  </a:lnTo>
                  <a:lnTo>
                    <a:pt x="16296" y="5947"/>
                  </a:lnTo>
                  <a:lnTo>
                    <a:pt x="16605" y="5908"/>
                  </a:lnTo>
                  <a:lnTo>
                    <a:pt x="16914" y="5908"/>
                  </a:lnTo>
                  <a:lnTo>
                    <a:pt x="17455" y="5985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3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1"/>
                  </a:lnTo>
                  <a:lnTo>
                    <a:pt x="21316" y="7646"/>
                  </a:lnTo>
                  <a:lnTo>
                    <a:pt x="21741" y="7723"/>
                  </a:lnTo>
                  <a:lnTo>
                    <a:pt x="22166" y="7762"/>
                  </a:lnTo>
                  <a:lnTo>
                    <a:pt x="22591" y="7723"/>
                  </a:lnTo>
                  <a:lnTo>
                    <a:pt x="22977" y="7646"/>
                  </a:lnTo>
                  <a:lnTo>
                    <a:pt x="23363" y="7530"/>
                  </a:lnTo>
                  <a:lnTo>
                    <a:pt x="23710" y="7298"/>
                  </a:lnTo>
                  <a:lnTo>
                    <a:pt x="24058" y="6989"/>
                  </a:lnTo>
                  <a:lnTo>
                    <a:pt x="24367" y="6642"/>
                  </a:lnTo>
                  <a:lnTo>
                    <a:pt x="24599" y="6294"/>
                  </a:lnTo>
                  <a:lnTo>
                    <a:pt x="24753" y="5908"/>
                  </a:lnTo>
                  <a:lnTo>
                    <a:pt x="24869" y="5483"/>
                  </a:lnTo>
                  <a:lnTo>
                    <a:pt x="24985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6" y="3746"/>
                  </a:lnTo>
                  <a:lnTo>
                    <a:pt x="24869" y="3282"/>
                  </a:lnTo>
                  <a:lnTo>
                    <a:pt x="24792" y="2858"/>
                  </a:lnTo>
                  <a:lnTo>
                    <a:pt x="24637" y="2394"/>
                  </a:lnTo>
                  <a:lnTo>
                    <a:pt x="24444" y="1970"/>
                  </a:lnTo>
                  <a:lnTo>
                    <a:pt x="24251" y="1583"/>
                  </a:lnTo>
                  <a:lnTo>
                    <a:pt x="24058" y="1197"/>
                  </a:lnTo>
                  <a:lnTo>
                    <a:pt x="23788" y="811"/>
                  </a:lnTo>
                  <a:lnTo>
                    <a:pt x="23942" y="386"/>
                  </a:lnTo>
                  <a:lnTo>
                    <a:pt x="23595" y="232"/>
                  </a:lnTo>
                  <a:lnTo>
                    <a:pt x="23208" y="116"/>
                  </a:lnTo>
                  <a:lnTo>
                    <a:pt x="23170" y="77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4" name="Google Shape;4084;p18"/>
            <p:cNvSpPr/>
            <p:nvPr/>
          </p:nvSpPr>
          <p:spPr>
            <a:xfrm>
              <a:off x="1687125" y="961000"/>
              <a:ext cx="152575" cy="276125"/>
            </a:xfrm>
            <a:custGeom>
              <a:avLst/>
              <a:gdLst/>
              <a:ahLst/>
              <a:cxnLst/>
              <a:rect l="l" t="t" r="r" b="b"/>
              <a:pathLst>
                <a:path w="6103" h="11045" extrusionOk="0">
                  <a:moveTo>
                    <a:pt x="3553" y="1"/>
                  </a:moveTo>
                  <a:lnTo>
                    <a:pt x="3438" y="464"/>
                  </a:lnTo>
                  <a:lnTo>
                    <a:pt x="3785" y="657"/>
                  </a:lnTo>
                  <a:lnTo>
                    <a:pt x="4094" y="889"/>
                  </a:lnTo>
                  <a:lnTo>
                    <a:pt x="4364" y="1159"/>
                  </a:lnTo>
                  <a:lnTo>
                    <a:pt x="4635" y="1468"/>
                  </a:lnTo>
                  <a:lnTo>
                    <a:pt x="4866" y="1777"/>
                  </a:lnTo>
                  <a:lnTo>
                    <a:pt x="5059" y="2086"/>
                  </a:lnTo>
                  <a:lnTo>
                    <a:pt x="5253" y="2472"/>
                  </a:lnTo>
                  <a:lnTo>
                    <a:pt x="5368" y="2820"/>
                  </a:lnTo>
                  <a:lnTo>
                    <a:pt x="5484" y="3206"/>
                  </a:lnTo>
                  <a:lnTo>
                    <a:pt x="5561" y="3592"/>
                  </a:lnTo>
                  <a:lnTo>
                    <a:pt x="5600" y="4017"/>
                  </a:lnTo>
                  <a:lnTo>
                    <a:pt x="5600" y="4403"/>
                  </a:lnTo>
                  <a:lnTo>
                    <a:pt x="5561" y="4828"/>
                  </a:lnTo>
                  <a:lnTo>
                    <a:pt x="5523" y="5214"/>
                  </a:lnTo>
                  <a:lnTo>
                    <a:pt x="5446" y="5639"/>
                  </a:lnTo>
                  <a:lnTo>
                    <a:pt x="5330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1" y="7299"/>
                  </a:lnTo>
                  <a:lnTo>
                    <a:pt x="4519" y="7685"/>
                  </a:lnTo>
                  <a:lnTo>
                    <a:pt x="4249" y="8033"/>
                  </a:lnTo>
                  <a:lnTo>
                    <a:pt x="3940" y="8419"/>
                  </a:lnTo>
                  <a:lnTo>
                    <a:pt x="3631" y="8728"/>
                  </a:lnTo>
                  <a:lnTo>
                    <a:pt x="3283" y="9037"/>
                  </a:lnTo>
                  <a:lnTo>
                    <a:pt x="2936" y="9346"/>
                  </a:lnTo>
                  <a:lnTo>
                    <a:pt x="2549" y="9616"/>
                  </a:lnTo>
                  <a:lnTo>
                    <a:pt x="2163" y="9848"/>
                  </a:lnTo>
                  <a:lnTo>
                    <a:pt x="1739" y="10041"/>
                  </a:lnTo>
                  <a:lnTo>
                    <a:pt x="1352" y="10234"/>
                  </a:lnTo>
                  <a:lnTo>
                    <a:pt x="889" y="10427"/>
                  </a:lnTo>
                  <a:lnTo>
                    <a:pt x="464" y="10543"/>
                  </a:lnTo>
                  <a:lnTo>
                    <a:pt x="1" y="10658"/>
                  </a:lnTo>
                  <a:lnTo>
                    <a:pt x="78" y="11045"/>
                  </a:lnTo>
                  <a:lnTo>
                    <a:pt x="619" y="10967"/>
                  </a:lnTo>
                  <a:lnTo>
                    <a:pt x="1121" y="1085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49" y="10234"/>
                  </a:lnTo>
                  <a:lnTo>
                    <a:pt x="2974" y="9963"/>
                  </a:lnTo>
                  <a:lnTo>
                    <a:pt x="3399" y="9654"/>
                  </a:lnTo>
                  <a:lnTo>
                    <a:pt x="3785" y="9307"/>
                  </a:lnTo>
                  <a:lnTo>
                    <a:pt x="4171" y="8921"/>
                  </a:lnTo>
                  <a:lnTo>
                    <a:pt x="4519" y="8535"/>
                  </a:lnTo>
                  <a:lnTo>
                    <a:pt x="4828" y="8148"/>
                  </a:lnTo>
                  <a:lnTo>
                    <a:pt x="5098" y="7685"/>
                  </a:lnTo>
                  <a:lnTo>
                    <a:pt x="5368" y="7260"/>
                  </a:lnTo>
                  <a:lnTo>
                    <a:pt x="5600" y="6797"/>
                  </a:lnTo>
                  <a:lnTo>
                    <a:pt x="5793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94"/>
                  </a:lnTo>
                  <a:lnTo>
                    <a:pt x="6063" y="3669"/>
                  </a:lnTo>
                  <a:lnTo>
                    <a:pt x="5986" y="3244"/>
                  </a:lnTo>
                  <a:lnTo>
                    <a:pt x="5870" y="2820"/>
                  </a:lnTo>
                  <a:lnTo>
                    <a:pt x="5755" y="2434"/>
                  </a:lnTo>
                  <a:lnTo>
                    <a:pt x="5561" y="2047"/>
                  </a:lnTo>
                  <a:lnTo>
                    <a:pt x="5368" y="1700"/>
                  </a:lnTo>
                  <a:lnTo>
                    <a:pt x="5137" y="1352"/>
                  </a:lnTo>
                  <a:lnTo>
                    <a:pt x="4905" y="1005"/>
                  </a:lnTo>
                  <a:lnTo>
                    <a:pt x="4596" y="734"/>
                  </a:lnTo>
                  <a:lnTo>
                    <a:pt x="4287" y="464"/>
                  </a:lnTo>
                  <a:lnTo>
                    <a:pt x="3940" y="232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5" name="Google Shape;4085;p18"/>
            <p:cNvSpPr/>
            <p:nvPr/>
          </p:nvSpPr>
          <p:spPr>
            <a:xfrm>
              <a:off x="4302325" y="96970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0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8"/>
                  </a:lnTo>
                  <a:lnTo>
                    <a:pt x="4364" y="1120"/>
                  </a:lnTo>
                  <a:lnTo>
                    <a:pt x="4634" y="1429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4" y="2433"/>
                  </a:lnTo>
                  <a:lnTo>
                    <a:pt x="5368" y="2819"/>
                  </a:lnTo>
                  <a:lnTo>
                    <a:pt x="5484" y="3205"/>
                  </a:lnTo>
                  <a:lnTo>
                    <a:pt x="5523" y="3591"/>
                  </a:lnTo>
                  <a:lnTo>
                    <a:pt x="5600" y="3978"/>
                  </a:lnTo>
                  <a:lnTo>
                    <a:pt x="5600" y="4402"/>
                  </a:lnTo>
                  <a:lnTo>
                    <a:pt x="5561" y="4789"/>
                  </a:lnTo>
                  <a:lnTo>
                    <a:pt x="5523" y="5213"/>
                  </a:lnTo>
                  <a:lnTo>
                    <a:pt x="5445" y="5599"/>
                  </a:lnTo>
                  <a:lnTo>
                    <a:pt x="5329" y="6024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6"/>
                  </a:lnTo>
                  <a:lnTo>
                    <a:pt x="4210" y="8032"/>
                  </a:lnTo>
                  <a:lnTo>
                    <a:pt x="3939" y="8380"/>
                  </a:lnTo>
                  <a:lnTo>
                    <a:pt x="3630" y="8727"/>
                  </a:lnTo>
                  <a:lnTo>
                    <a:pt x="3283" y="9036"/>
                  </a:lnTo>
                  <a:lnTo>
                    <a:pt x="2935" y="9306"/>
                  </a:lnTo>
                  <a:lnTo>
                    <a:pt x="2549" y="9577"/>
                  </a:lnTo>
                  <a:lnTo>
                    <a:pt x="2163" y="9808"/>
                  </a:lnTo>
                  <a:lnTo>
                    <a:pt x="1738" y="10040"/>
                  </a:lnTo>
                  <a:lnTo>
                    <a:pt x="1313" y="10233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1" y="10658"/>
                  </a:lnTo>
                  <a:lnTo>
                    <a:pt x="78" y="11044"/>
                  </a:lnTo>
                  <a:lnTo>
                    <a:pt x="618" y="10967"/>
                  </a:lnTo>
                  <a:lnTo>
                    <a:pt x="1120" y="1081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4"/>
                  </a:lnTo>
                  <a:lnTo>
                    <a:pt x="3399" y="9615"/>
                  </a:lnTo>
                  <a:lnTo>
                    <a:pt x="3785" y="9268"/>
                  </a:lnTo>
                  <a:lnTo>
                    <a:pt x="4171" y="8920"/>
                  </a:lnTo>
                  <a:lnTo>
                    <a:pt x="4480" y="8534"/>
                  </a:lnTo>
                  <a:lnTo>
                    <a:pt x="4827" y="8109"/>
                  </a:lnTo>
                  <a:lnTo>
                    <a:pt x="5098" y="7685"/>
                  </a:lnTo>
                  <a:lnTo>
                    <a:pt x="5368" y="7221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8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4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6" y="1313"/>
                  </a:lnTo>
                  <a:lnTo>
                    <a:pt x="4905" y="1004"/>
                  </a:lnTo>
                  <a:lnTo>
                    <a:pt x="4596" y="695"/>
                  </a:lnTo>
                  <a:lnTo>
                    <a:pt x="4287" y="425"/>
                  </a:lnTo>
                  <a:lnTo>
                    <a:pt x="3939" y="193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6" name="Google Shape;4086;p18"/>
            <p:cNvSpPr/>
            <p:nvPr/>
          </p:nvSpPr>
          <p:spPr>
            <a:xfrm>
              <a:off x="5445325" y="98900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7" y="1005"/>
                  </a:lnTo>
                  <a:lnTo>
                    <a:pt x="7028" y="1314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9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8"/>
                  </a:lnTo>
                  <a:lnTo>
                    <a:pt x="8573" y="3708"/>
                  </a:lnTo>
                  <a:lnTo>
                    <a:pt x="7724" y="3823"/>
                  </a:lnTo>
                  <a:lnTo>
                    <a:pt x="6874" y="3901"/>
                  </a:lnTo>
                  <a:lnTo>
                    <a:pt x="6411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5"/>
                  </a:lnTo>
                  <a:lnTo>
                    <a:pt x="2588" y="3708"/>
                  </a:lnTo>
                  <a:lnTo>
                    <a:pt x="2511" y="3862"/>
                  </a:lnTo>
                  <a:lnTo>
                    <a:pt x="2433" y="4017"/>
                  </a:lnTo>
                  <a:lnTo>
                    <a:pt x="2317" y="4132"/>
                  </a:lnTo>
                  <a:lnTo>
                    <a:pt x="2124" y="4210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7" y="4017"/>
                  </a:lnTo>
                  <a:lnTo>
                    <a:pt x="503" y="3515"/>
                  </a:lnTo>
                  <a:lnTo>
                    <a:pt x="657" y="3013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7" y="1738"/>
                  </a:lnTo>
                  <a:lnTo>
                    <a:pt x="1893" y="1429"/>
                  </a:lnTo>
                  <a:lnTo>
                    <a:pt x="2317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8" y="5638"/>
                  </a:lnTo>
                  <a:lnTo>
                    <a:pt x="11624" y="5986"/>
                  </a:lnTo>
                  <a:lnTo>
                    <a:pt x="11431" y="6140"/>
                  </a:lnTo>
                  <a:lnTo>
                    <a:pt x="11353" y="6218"/>
                  </a:lnTo>
                  <a:lnTo>
                    <a:pt x="11238" y="6256"/>
                  </a:lnTo>
                  <a:lnTo>
                    <a:pt x="11083" y="6295"/>
                  </a:lnTo>
                  <a:lnTo>
                    <a:pt x="10929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20" y="5523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1"/>
                  </a:moveTo>
                  <a:lnTo>
                    <a:pt x="3939" y="39"/>
                  </a:lnTo>
                  <a:lnTo>
                    <a:pt x="3515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2"/>
                  </a:lnTo>
                  <a:lnTo>
                    <a:pt x="1507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8" y="2009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69"/>
                  </a:lnTo>
                  <a:lnTo>
                    <a:pt x="1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9"/>
                  </a:lnTo>
                  <a:lnTo>
                    <a:pt x="1313" y="4596"/>
                  </a:lnTo>
                  <a:lnTo>
                    <a:pt x="1700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1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3" y="3630"/>
                  </a:lnTo>
                  <a:lnTo>
                    <a:pt x="3013" y="2974"/>
                  </a:lnTo>
                  <a:lnTo>
                    <a:pt x="3128" y="773"/>
                  </a:lnTo>
                  <a:lnTo>
                    <a:pt x="3515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1" y="1661"/>
                  </a:lnTo>
                  <a:lnTo>
                    <a:pt x="5059" y="2704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4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6" y="4287"/>
                  </a:lnTo>
                  <a:lnTo>
                    <a:pt x="5870" y="4325"/>
                  </a:lnTo>
                  <a:lnTo>
                    <a:pt x="6218" y="4325"/>
                  </a:lnTo>
                  <a:lnTo>
                    <a:pt x="6565" y="4287"/>
                  </a:lnTo>
                  <a:lnTo>
                    <a:pt x="7608" y="4210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1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2" y="5252"/>
                  </a:lnTo>
                  <a:lnTo>
                    <a:pt x="10427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4" y="5754"/>
                  </a:lnTo>
                  <a:lnTo>
                    <a:pt x="10234" y="5909"/>
                  </a:lnTo>
                  <a:lnTo>
                    <a:pt x="10234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9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7"/>
                  </a:lnTo>
                  <a:lnTo>
                    <a:pt x="11740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3"/>
                  </a:lnTo>
                  <a:lnTo>
                    <a:pt x="12396" y="7222"/>
                  </a:lnTo>
                  <a:lnTo>
                    <a:pt x="12473" y="7569"/>
                  </a:lnTo>
                  <a:lnTo>
                    <a:pt x="12550" y="7917"/>
                  </a:lnTo>
                  <a:lnTo>
                    <a:pt x="12550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5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6" y="9654"/>
                  </a:lnTo>
                  <a:lnTo>
                    <a:pt x="12821" y="9616"/>
                  </a:lnTo>
                  <a:lnTo>
                    <a:pt x="12937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30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724"/>
                  </a:lnTo>
                  <a:lnTo>
                    <a:pt x="12937" y="7183"/>
                  </a:lnTo>
                  <a:lnTo>
                    <a:pt x="12743" y="6681"/>
                  </a:lnTo>
                  <a:lnTo>
                    <a:pt x="12435" y="6218"/>
                  </a:lnTo>
                  <a:lnTo>
                    <a:pt x="12126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30" y="3515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4" y="1931"/>
                  </a:lnTo>
                  <a:lnTo>
                    <a:pt x="8226" y="1584"/>
                  </a:lnTo>
                  <a:lnTo>
                    <a:pt x="7839" y="1275"/>
                  </a:lnTo>
                  <a:lnTo>
                    <a:pt x="7453" y="1005"/>
                  </a:lnTo>
                  <a:lnTo>
                    <a:pt x="7067" y="734"/>
                  </a:lnTo>
                  <a:lnTo>
                    <a:pt x="6642" y="503"/>
                  </a:lnTo>
                  <a:lnTo>
                    <a:pt x="6179" y="348"/>
                  </a:lnTo>
                  <a:lnTo>
                    <a:pt x="5716" y="194"/>
                  </a:lnTo>
                  <a:lnTo>
                    <a:pt x="5291" y="78"/>
                  </a:lnTo>
                  <a:lnTo>
                    <a:pt x="4827" y="39"/>
                  </a:lnTo>
                  <a:lnTo>
                    <a:pt x="44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7" name="Google Shape;4087;p18"/>
            <p:cNvSpPr/>
            <p:nvPr/>
          </p:nvSpPr>
          <p:spPr>
            <a:xfrm>
              <a:off x="4674950" y="1001550"/>
              <a:ext cx="375575" cy="387150"/>
            </a:xfrm>
            <a:custGeom>
              <a:avLst/>
              <a:gdLst/>
              <a:ahLst/>
              <a:cxnLst/>
              <a:rect l="l" t="t" r="r" b="b"/>
              <a:pathLst>
                <a:path w="15023" h="15486" extrusionOk="0">
                  <a:moveTo>
                    <a:pt x="7492" y="503"/>
                  </a:moveTo>
                  <a:lnTo>
                    <a:pt x="8033" y="541"/>
                  </a:lnTo>
                  <a:lnTo>
                    <a:pt x="8612" y="580"/>
                  </a:lnTo>
                  <a:lnTo>
                    <a:pt x="9153" y="696"/>
                  </a:lnTo>
                  <a:lnTo>
                    <a:pt x="9693" y="850"/>
                  </a:lnTo>
                  <a:lnTo>
                    <a:pt x="10195" y="1043"/>
                  </a:lnTo>
                  <a:lnTo>
                    <a:pt x="10697" y="1275"/>
                  </a:lnTo>
                  <a:lnTo>
                    <a:pt x="11161" y="1545"/>
                  </a:lnTo>
                  <a:lnTo>
                    <a:pt x="11624" y="1815"/>
                  </a:lnTo>
                  <a:lnTo>
                    <a:pt x="10813" y="2202"/>
                  </a:lnTo>
                  <a:lnTo>
                    <a:pt x="10079" y="2626"/>
                  </a:lnTo>
                  <a:lnTo>
                    <a:pt x="9307" y="3090"/>
                  </a:lnTo>
                  <a:lnTo>
                    <a:pt x="8612" y="3630"/>
                  </a:lnTo>
                  <a:lnTo>
                    <a:pt x="7956" y="4171"/>
                  </a:lnTo>
                  <a:lnTo>
                    <a:pt x="7299" y="4789"/>
                  </a:lnTo>
                  <a:lnTo>
                    <a:pt x="6720" y="5445"/>
                  </a:lnTo>
                  <a:lnTo>
                    <a:pt x="6141" y="6140"/>
                  </a:lnTo>
                  <a:lnTo>
                    <a:pt x="5639" y="6874"/>
                  </a:lnTo>
                  <a:lnTo>
                    <a:pt x="5214" y="7646"/>
                  </a:lnTo>
                  <a:lnTo>
                    <a:pt x="4789" y="8419"/>
                  </a:lnTo>
                  <a:lnTo>
                    <a:pt x="4480" y="9230"/>
                  </a:lnTo>
                  <a:lnTo>
                    <a:pt x="4171" y="10040"/>
                  </a:lnTo>
                  <a:lnTo>
                    <a:pt x="3978" y="10890"/>
                  </a:lnTo>
                  <a:lnTo>
                    <a:pt x="3824" y="11778"/>
                  </a:lnTo>
                  <a:lnTo>
                    <a:pt x="3747" y="12666"/>
                  </a:lnTo>
                  <a:lnTo>
                    <a:pt x="3592" y="12666"/>
                  </a:lnTo>
                  <a:lnTo>
                    <a:pt x="3283" y="11855"/>
                  </a:lnTo>
                  <a:lnTo>
                    <a:pt x="3052" y="11044"/>
                  </a:lnTo>
                  <a:lnTo>
                    <a:pt x="2858" y="10195"/>
                  </a:lnTo>
                  <a:lnTo>
                    <a:pt x="2704" y="9345"/>
                  </a:lnTo>
                  <a:lnTo>
                    <a:pt x="2588" y="8534"/>
                  </a:lnTo>
                  <a:lnTo>
                    <a:pt x="2550" y="7685"/>
                  </a:lnTo>
                  <a:lnTo>
                    <a:pt x="2588" y="6797"/>
                  </a:lnTo>
                  <a:lnTo>
                    <a:pt x="2704" y="5947"/>
                  </a:lnTo>
                  <a:lnTo>
                    <a:pt x="2858" y="5214"/>
                  </a:lnTo>
                  <a:lnTo>
                    <a:pt x="3052" y="4519"/>
                  </a:lnTo>
                  <a:lnTo>
                    <a:pt x="3322" y="3823"/>
                  </a:lnTo>
                  <a:lnTo>
                    <a:pt x="3669" y="3206"/>
                  </a:lnTo>
                  <a:lnTo>
                    <a:pt x="4017" y="2588"/>
                  </a:lnTo>
                  <a:lnTo>
                    <a:pt x="4442" y="1970"/>
                  </a:lnTo>
                  <a:lnTo>
                    <a:pt x="4905" y="1429"/>
                  </a:lnTo>
                  <a:lnTo>
                    <a:pt x="5407" y="889"/>
                  </a:lnTo>
                  <a:lnTo>
                    <a:pt x="5909" y="734"/>
                  </a:lnTo>
                  <a:lnTo>
                    <a:pt x="6411" y="618"/>
                  </a:lnTo>
                  <a:lnTo>
                    <a:pt x="6952" y="541"/>
                  </a:lnTo>
                  <a:lnTo>
                    <a:pt x="7492" y="503"/>
                  </a:lnTo>
                  <a:close/>
                  <a:moveTo>
                    <a:pt x="11972" y="2086"/>
                  </a:moveTo>
                  <a:lnTo>
                    <a:pt x="12358" y="2433"/>
                  </a:lnTo>
                  <a:lnTo>
                    <a:pt x="12705" y="2819"/>
                  </a:lnTo>
                  <a:lnTo>
                    <a:pt x="13053" y="3206"/>
                  </a:lnTo>
                  <a:lnTo>
                    <a:pt x="13323" y="3669"/>
                  </a:lnTo>
                  <a:lnTo>
                    <a:pt x="13593" y="4094"/>
                  </a:lnTo>
                  <a:lnTo>
                    <a:pt x="13864" y="4596"/>
                  </a:lnTo>
                  <a:lnTo>
                    <a:pt x="14057" y="5098"/>
                  </a:lnTo>
                  <a:lnTo>
                    <a:pt x="14211" y="5600"/>
                  </a:lnTo>
                  <a:lnTo>
                    <a:pt x="14327" y="6102"/>
                  </a:lnTo>
                  <a:lnTo>
                    <a:pt x="14443" y="6642"/>
                  </a:lnTo>
                  <a:lnTo>
                    <a:pt x="13671" y="6681"/>
                  </a:lnTo>
                  <a:lnTo>
                    <a:pt x="12898" y="6797"/>
                  </a:lnTo>
                  <a:lnTo>
                    <a:pt x="12165" y="6951"/>
                  </a:lnTo>
                  <a:lnTo>
                    <a:pt x="11392" y="7144"/>
                  </a:lnTo>
                  <a:lnTo>
                    <a:pt x="10659" y="7415"/>
                  </a:lnTo>
                  <a:lnTo>
                    <a:pt x="9964" y="7724"/>
                  </a:lnTo>
                  <a:lnTo>
                    <a:pt x="9230" y="8032"/>
                  </a:lnTo>
                  <a:lnTo>
                    <a:pt x="8535" y="8419"/>
                  </a:lnTo>
                  <a:lnTo>
                    <a:pt x="7878" y="8843"/>
                  </a:lnTo>
                  <a:lnTo>
                    <a:pt x="7261" y="9307"/>
                  </a:lnTo>
                  <a:lnTo>
                    <a:pt x="6643" y="9809"/>
                  </a:lnTo>
                  <a:lnTo>
                    <a:pt x="6102" y="10349"/>
                  </a:lnTo>
                  <a:lnTo>
                    <a:pt x="5561" y="10890"/>
                  </a:lnTo>
                  <a:lnTo>
                    <a:pt x="5098" y="11508"/>
                  </a:lnTo>
                  <a:lnTo>
                    <a:pt x="4635" y="12126"/>
                  </a:lnTo>
                  <a:lnTo>
                    <a:pt x="4249" y="12821"/>
                  </a:lnTo>
                  <a:lnTo>
                    <a:pt x="4133" y="12743"/>
                  </a:lnTo>
                  <a:lnTo>
                    <a:pt x="3978" y="12666"/>
                  </a:lnTo>
                  <a:lnTo>
                    <a:pt x="4094" y="11817"/>
                  </a:lnTo>
                  <a:lnTo>
                    <a:pt x="4326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4" y="8496"/>
                  </a:lnTo>
                  <a:lnTo>
                    <a:pt x="5600" y="7724"/>
                  </a:lnTo>
                  <a:lnTo>
                    <a:pt x="6025" y="6990"/>
                  </a:lnTo>
                  <a:lnTo>
                    <a:pt x="6527" y="6295"/>
                  </a:lnTo>
                  <a:lnTo>
                    <a:pt x="7067" y="5600"/>
                  </a:lnTo>
                  <a:lnTo>
                    <a:pt x="7608" y="4982"/>
                  </a:lnTo>
                  <a:lnTo>
                    <a:pt x="8226" y="4403"/>
                  </a:lnTo>
                  <a:lnTo>
                    <a:pt x="8921" y="3823"/>
                  </a:lnTo>
                  <a:lnTo>
                    <a:pt x="9616" y="3321"/>
                  </a:lnTo>
                  <a:lnTo>
                    <a:pt x="10350" y="2858"/>
                  </a:lnTo>
                  <a:lnTo>
                    <a:pt x="11122" y="2472"/>
                  </a:lnTo>
                  <a:lnTo>
                    <a:pt x="11972" y="2086"/>
                  </a:lnTo>
                  <a:close/>
                  <a:moveTo>
                    <a:pt x="14482" y="6990"/>
                  </a:moveTo>
                  <a:lnTo>
                    <a:pt x="14482" y="7839"/>
                  </a:lnTo>
                  <a:lnTo>
                    <a:pt x="14443" y="8689"/>
                  </a:lnTo>
                  <a:lnTo>
                    <a:pt x="14288" y="9538"/>
                  </a:lnTo>
                  <a:lnTo>
                    <a:pt x="14173" y="9963"/>
                  </a:lnTo>
                  <a:lnTo>
                    <a:pt x="14057" y="10349"/>
                  </a:lnTo>
                  <a:lnTo>
                    <a:pt x="13902" y="10774"/>
                  </a:lnTo>
                  <a:lnTo>
                    <a:pt x="13709" y="11160"/>
                  </a:lnTo>
                  <a:lnTo>
                    <a:pt x="13516" y="11546"/>
                  </a:lnTo>
                  <a:lnTo>
                    <a:pt x="13284" y="11894"/>
                  </a:lnTo>
                  <a:lnTo>
                    <a:pt x="13053" y="12241"/>
                  </a:lnTo>
                  <a:lnTo>
                    <a:pt x="12782" y="12589"/>
                  </a:lnTo>
                  <a:lnTo>
                    <a:pt x="12512" y="12898"/>
                  </a:lnTo>
                  <a:lnTo>
                    <a:pt x="12203" y="13207"/>
                  </a:lnTo>
                  <a:lnTo>
                    <a:pt x="11972" y="13052"/>
                  </a:lnTo>
                  <a:lnTo>
                    <a:pt x="11701" y="12937"/>
                  </a:lnTo>
                  <a:lnTo>
                    <a:pt x="11122" y="12782"/>
                  </a:lnTo>
                  <a:lnTo>
                    <a:pt x="10543" y="12628"/>
                  </a:lnTo>
                  <a:lnTo>
                    <a:pt x="10002" y="12550"/>
                  </a:lnTo>
                  <a:lnTo>
                    <a:pt x="9423" y="12512"/>
                  </a:lnTo>
                  <a:lnTo>
                    <a:pt x="8844" y="12473"/>
                  </a:lnTo>
                  <a:lnTo>
                    <a:pt x="8303" y="12473"/>
                  </a:lnTo>
                  <a:lnTo>
                    <a:pt x="7763" y="12512"/>
                  </a:lnTo>
                  <a:lnTo>
                    <a:pt x="7222" y="12589"/>
                  </a:lnTo>
                  <a:lnTo>
                    <a:pt x="6720" y="12666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61"/>
                  </a:lnTo>
                  <a:lnTo>
                    <a:pt x="4557" y="13130"/>
                  </a:lnTo>
                  <a:lnTo>
                    <a:pt x="4442" y="12937"/>
                  </a:lnTo>
                  <a:lnTo>
                    <a:pt x="4905" y="12319"/>
                  </a:lnTo>
                  <a:lnTo>
                    <a:pt x="5368" y="11739"/>
                  </a:lnTo>
                  <a:lnTo>
                    <a:pt x="5870" y="11160"/>
                  </a:lnTo>
                  <a:lnTo>
                    <a:pt x="6411" y="10620"/>
                  </a:lnTo>
                  <a:lnTo>
                    <a:pt x="6990" y="10118"/>
                  </a:lnTo>
                  <a:lnTo>
                    <a:pt x="7569" y="9654"/>
                  </a:lnTo>
                  <a:lnTo>
                    <a:pt x="8149" y="9230"/>
                  </a:lnTo>
                  <a:lnTo>
                    <a:pt x="8767" y="8805"/>
                  </a:lnTo>
                  <a:lnTo>
                    <a:pt x="9423" y="8457"/>
                  </a:lnTo>
                  <a:lnTo>
                    <a:pt x="10079" y="8110"/>
                  </a:lnTo>
                  <a:lnTo>
                    <a:pt x="10736" y="7839"/>
                  </a:lnTo>
                  <a:lnTo>
                    <a:pt x="11470" y="7569"/>
                  </a:lnTo>
                  <a:lnTo>
                    <a:pt x="12165" y="7376"/>
                  </a:lnTo>
                  <a:lnTo>
                    <a:pt x="12937" y="7183"/>
                  </a:lnTo>
                  <a:lnTo>
                    <a:pt x="13671" y="7067"/>
                  </a:lnTo>
                  <a:lnTo>
                    <a:pt x="14482" y="6990"/>
                  </a:lnTo>
                  <a:close/>
                  <a:moveTo>
                    <a:pt x="4519" y="1236"/>
                  </a:moveTo>
                  <a:lnTo>
                    <a:pt x="4055" y="1854"/>
                  </a:lnTo>
                  <a:lnTo>
                    <a:pt x="3631" y="2472"/>
                  </a:lnTo>
                  <a:lnTo>
                    <a:pt x="3245" y="3128"/>
                  </a:lnTo>
                  <a:lnTo>
                    <a:pt x="2936" y="3823"/>
                  </a:lnTo>
                  <a:lnTo>
                    <a:pt x="2665" y="4519"/>
                  </a:lnTo>
                  <a:lnTo>
                    <a:pt x="2472" y="5291"/>
                  </a:lnTo>
                  <a:lnTo>
                    <a:pt x="2318" y="6025"/>
                  </a:lnTo>
                  <a:lnTo>
                    <a:pt x="2241" y="6797"/>
                  </a:lnTo>
                  <a:lnTo>
                    <a:pt x="2202" y="7569"/>
                  </a:lnTo>
                  <a:lnTo>
                    <a:pt x="2202" y="8341"/>
                  </a:lnTo>
                  <a:lnTo>
                    <a:pt x="2279" y="9114"/>
                  </a:lnTo>
                  <a:lnTo>
                    <a:pt x="2395" y="9886"/>
                  </a:lnTo>
                  <a:lnTo>
                    <a:pt x="2550" y="10620"/>
                  </a:lnTo>
                  <a:lnTo>
                    <a:pt x="2781" y="11353"/>
                  </a:lnTo>
                  <a:lnTo>
                    <a:pt x="3013" y="12087"/>
                  </a:lnTo>
                  <a:lnTo>
                    <a:pt x="3322" y="12743"/>
                  </a:lnTo>
                  <a:lnTo>
                    <a:pt x="3129" y="12898"/>
                  </a:lnTo>
                  <a:lnTo>
                    <a:pt x="2936" y="13052"/>
                  </a:lnTo>
                  <a:lnTo>
                    <a:pt x="2820" y="13245"/>
                  </a:lnTo>
                  <a:lnTo>
                    <a:pt x="2743" y="13439"/>
                  </a:lnTo>
                  <a:lnTo>
                    <a:pt x="2395" y="13014"/>
                  </a:lnTo>
                  <a:lnTo>
                    <a:pt x="2086" y="12550"/>
                  </a:lnTo>
                  <a:lnTo>
                    <a:pt x="1777" y="12087"/>
                  </a:lnTo>
                  <a:lnTo>
                    <a:pt x="1507" y="11624"/>
                  </a:lnTo>
                  <a:lnTo>
                    <a:pt x="1275" y="11122"/>
                  </a:lnTo>
                  <a:lnTo>
                    <a:pt x="1082" y="10620"/>
                  </a:lnTo>
                  <a:lnTo>
                    <a:pt x="889" y="10118"/>
                  </a:lnTo>
                  <a:lnTo>
                    <a:pt x="735" y="9616"/>
                  </a:lnTo>
                  <a:lnTo>
                    <a:pt x="619" y="9114"/>
                  </a:lnTo>
                  <a:lnTo>
                    <a:pt x="542" y="8573"/>
                  </a:lnTo>
                  <a:lnTo>
                    <a:pt x="503" y="8032"/>
                  </a:lnTo>
                  <a:lnTo>
                    <a:pt x="503" y="7492"/>
                  </a:lnTo>
                  <a:lnTo>
                    <a:pt x="542" y="6951"/>
                  </a:lnTo>
                  <a:lnTo>
                    <a:pt x="619" y="6411"/>
                  </a:lnTo>
                  <a:lnTo>
                    <a:pt x="773" y="5870"/>
                  </a:lnTo>
                  <a:lnTo>
                    <a:pt x="928" y="5329"/>
                  </a:lnTo>
                  <a:lnTo>
                    <a:pt x="1198" y="4673"/>
                  </a:lnTo>
                  <a:lnTo>
                    <a:pt x="1546" y="4055"/>
                  </a:lnTo>
                  <a:lnTo>
                    <a:pt x="1932" y="3476"/>
                  </a:lnTo>
                  <a:lnTo>
                    <a:pt x="2356" y="2935"/>
                  </a:lnTo>
                  <a:lnTo>
                    <a:pt x="2858" y="2433"/>
                  </a:lnTo>
                  <a:lnTo>
                    <a:pt x="3360" y="2009"/>
                  </a:lnTo>
                  <a:lnTo>
                    <a:pt x="3940" y="1584"/>
                  </a:lnTo>
                  <a:lnTo>
                    <a:pt x="4519" y="1236"/>
                  </a:lnTo>
                  <a:close/>
                  <a:moveTo>
                    <a:pt x="3862" y="12975"/>
                  </a:moveTo>
                  <a:lnTo>
                    <a:pt x="4017" y="13052"/>
                  </a:lnTo>
                  <a:lnTo>
                    <a:pt x="4171" y="13168"/>
                  </a:lnTo>
                  <a:lnTo>
                    <a:pt x="4287" y="13284"/>
                  </a:lnTo>
                  <a:lnTo>
                    <a:pt x="4326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326" y="13941"/>
                  </a:lnTo>
                  <a:lnTo>
                    <a:pt x="4210" y="14095"/>
                  </a:lnTo>
                  <a:lnTo>
                    <a:pt x="3785" y="13825"/>
                  </a:lnTo>
                  <a:lnTo>
                    <a:pt x="3360" y="13477"/>
                  </a:lnTo>
                  <a:lnTo>
                    <a:pt x="3245" y="13439"/>
                  </a:lnTo>
                  <a:lnTo>
                    <a:pt x="3167" y="13439"/>
                  </a:lnTo>
                  <a:lnTo>
                    <a:pt x="3052" y="13477"/>
                  </a:lnTo>
                  <a:lnTo>
                    <a:pt x="2974" y="13516"/>
                  </a:lnTo>
                  <a:lnTo>
                    <a:pt x="3052" y="13361"/>
                  </a:lnTo>
                  <a:lnTo>
                    <a:pt x="3167" y="13207"/>
                  </a:lnTo>
                  <a:lnTo>
                    <a:pt x="3322" y="13130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9153" y="12859"/>
                  </a:moveTo>
                  <a:lnTo>
                    <a:pt x="9616" y="12898"/>
                  </a:lnTo>
                  <a:lnTo>
                    <a:pt x="10118" y="12975"/>
                  </a:lnTo>
                  <a:lnTo>
                    <a:pt x="10504" y="13014"/>
                  </a:lnTo>
                  <a:lnTo>
                    <a:pt x="11006" y="13130"/>
                  </a:lnTo>
                  <a:lnTo>
                    <a:pt x="11508" y="13245"/>
                  </a:lnTo>
                  <a:lnTo>
                    <a:pt x="11701" y="13361"/>
                  </a:lnTo>
                  <a:lnTo>
                    <a:pt x="11894" y="13477"/>
                  </a:lnTo>
                  <a:lnTo>
                    <a:pt x="11508" y="13786"/>
                  </a:lnTo>
                  <a:lnTo>
                    <a:pt x="11083" y="14018"/>
                  </a:lnTo>
                  <a:lnTo>
                    <a:pt x="10659" y="14249"/>
                  </a:lnTo>
                  <a:lnTo>
                    <a:pt x="10234" y="14443"/>
                  </a:lnTo>
                  <a:lnTo>
                    <a:pt x="9770" y="14636"/>
                  </a:lnTo>
                  <a:lnTo>
                    <a:pt x="9307" y="14751"/>
                  </a:lnTo>
                  <a:lnTo>
                    <a:pt x="8844" y="14867"/>
                  </a:lnTo>
                  <a:lnTo>
                    <a:pt x="8342" y="14945"/>
                  </a:lnTo>
                  <a:lnTo>
                    <a:pt x="7878" y="14983"/>
                  </a:lnTo>
                  <a:lnTo>
                    <a:pt x="7376" y="14983"/>
                  </a:lnTo>
                  <a:lnTo>
                    <a:pt x="6913" y="14945"/>
                  </a:lnTo>
                  <a:lnTo>
                    <a:pt x="6411" y="14867"/>
                  </a:lnTo>
                  <a:lnTo>
                    <a:pt x="5948" y="14790"/>
                  </a:lnTo>
                  <a:lnTo>
                    <a:pt x="5484" y="14636"/>
                  </a:lnTo>
                  <a:lnTo>
                    <a:pt x="5021" y="14481"/>
                  </a:lnTo>
                  <a:lnTo>
                    <a:pt x="4596" y="14288"/>
                  </a:lnTo>
                  <a:lnTo>
                    <a:pt x="4712" y="14018"/>
                  </a:lnTo>
                  <a:lnTo>
                    <a:pt x="4751" y="13747"/>
                  </a:lnTo>
                  <a:lnTo>
                    <a:pt x="4712" y="13593"/>
                  </a:lnTo>
                  <a:lnTo>
                    <a:pt x="5561" y="13323"/>
                  </a:lnTo>
                  <a:lnTo>
                    <a:pt x="6411" y="13091"/>
                  </a:lnTo>
                  <a:lnTo>
                    <a:pt x="7299" y="12937"/>
                  </a:lnTo>
                  <a:lnTo>
                    <a:pt x="8187" y="12859"/>
                  </a:lnTo>
                  <a:close/>
                  <a:moveTo>
                    <a:pt x="7608" y="1"/>
                  </a:moveTo>
                  <a:lnTo>
                    <a:pt x="6990" y="39"/>
                  </a:lnTo>
                  <a:lnTo>
                    <a:pt x="6450" y="116"/>
                  </a:lnTo>
                  <a:lnTo>
                    <a:pt x="5870" y="232"/>
                  </a:lnTo>
                  <a:lnTo>
                    <a:pt x="5330" y="387"/>
                  </a:lnTo>
                  <a:lnTo>
                    <a:pt x="4789" y="580"/>
                  </a:lnTo>
                  <a:lnTo>
                    <a:pt x="4249" y="812"/>
                  </a:lnTo>
                  <a:lnTo>
                    <a:pt x="3785" y="1120"/>
                  </a:lnTo>
                  <a:lnTo>
                    <a:pt x="3283" y="1429"/>
                  </a:lnTo>
                  <a:lnTo>
                    <a:pt x="2820" y="1777"/>
                  </a:lnTo>
                  <a:lnTo>
                    <a:pt x="2395" y="2163"/>
                  </a:lnTo>
                  <a:lnTo>
                    <a:pt x="2009" y="2588"/>
                  </a:lnTo>
                  <a:lnTo>
                    <a:pt x="1623" y="3013"/>
                  </a:lnTo>
                  <a:lnTo>
                    <a:pt x="1275" y="3515"/>
                  </a:lnTo>
                  <a:lnTo>
                    <a:pt x="966" y="4017"/>
                  </a:lnTo>
                  <a:lnTo>
                    <a:pt x="696" y="4596"/>
                  </a:lnTo>
                  <a:lnTo>
                    <a:pt x="426" y="5252"/>
                  </a:lnTo>
                  <a:lnTo>
                    <a:pt x="233" y="5909"/>
                  </a:lnTo>
                  <a:lnTo>
                    <a:pt x="117" y="6565"/>
                  </a:lnTo>
                  <a:lnTo>
                    <a:pt x="40" y="7222"/>
                  </a:lnTo>
                  <a:lnTo>
                    <a:pt x="1" y="7917"/>
                  </a:lnTo>
                  <a:lnTo>
                    <a:pt x="40" y="8612"/>
                  </a:lnTo>
                  <a:lnTo>
                    <a:pt x="117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6" y="11238"/>
                  </a:lnTo>
                  <a:lnTo>
                    <a:pt x="1005" y="11817"/>
                  </a:lnTo>
                  <a:lnTo>
                    <a:pt x="1352" y="12396"/>
                  </a:lnTo>
                  <a:lnTo>
                    <a:pt x="1739" y="12937"/>
                  </a:lnTo>
                  <a:lnTo>
                    <a:pt x="2202" y="13439"/>
                  </a:lnTo>
                  <a:lnTo>
                    <a:pt x="2704" y="13902"/>
                  </a:lnTo>
                  <a:lnTo>
                    <a:pt x="2781" y="13941"/>
                  </a:lnTo>
                  <a:lnTo>
                    <a:pt x="2820" y="13941"/>
                  </a:lnTo>
                  <a:lnTo>
                    <a:pt x="2936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5" y="14520"/>
                  </a:lnTo>
                  <a:lnTo>
                    <a:pt x="4133" y="14597"/>
                  </a:lnTo>
                  <a:lnTo>
                    <a:pt x="4557" y="14829"/>
                  </a:lnTo>
                  <a:lnTo>
                    <a:pt x="4982" y="14983"/>
                  </a:lnTo>
                  <a:lnTo>
                    <a:pt x="5407" y="15138"/>
                  </a:lnTo>
                  <a:lnTo>
                    <a:pt x="5870" y="15292"/>
                  </a:lnTo>
                  <a:lnTo>
                    <a:pt x="6334" y="15369"/>
                  </a:lnTo>
                  <a:lnTo>
                    <a:pt x="6797" y="15447"/>
                  </a:lnTo>
                  <a:lnTo>
                    <a:pt x="7299" y="15485"/>
                  </a:lnTo>
                  <a:lnTo>
                    <a:pt x="7763" y="15485"/>
                  </a:lnTo>
                  <a:lnTo>
                    <a:pt x="8226" y="15447"/>
                  </a:lnTo>
                  <a:lnTo>
                    <a:pt x="8689" y="15408"/>
                  </a:lnTo>
                  <a:lnTo>
                    <a:pt x="9153" y="15331"/>
                  </a:lnTo>
                  <a:lnTo>
                    <a:pt x="9616" y="15215"/>
                  </a:lnTo>
                  <a:lnTo>
                    <a:pt x="10079" y="15060"/>
                  </a:lnTo>
                  <a:lnTo>
                    <a:pt x="10543" y="14867"/>
                  </a:lnTo>
                  <a:lnTo>
                    <a:pt x="10968" y="14674"/>
                  </a:lnTo>
                  <a:lnTo>
                    <a:pt x="11392" y="14443"/>
                  </a:lnTo>
                  <a:lnTo>
                    <a:pt x="11856" y="14134"/>
                  </a:lnTo>
                  <a:lnTo>
                    <a:pt x="12319" y="13786"/>
                  </a:lnTo>
                  <a:lnTo>
                    <a:pt x="12744" y="13400"/>
                  </a:lnTo>
                  <a:lnTo>
                    <a:pt x="13130" y="12975"/>
                  </a:lnTo>
                  <a:lnTo>
                    <a:pt x="13478" y="12550"/>
                  </a:lnTo>
                  <a:lnTo>
                    <a:pt x="13786" y="12048"/>
                  </a:lnTo>
                  <a:lnTo>
                    <a:pt x="14057" y="11585"/>
                  </a:lnTo>
                  <a:lnTo>
                    <a:pt x="14288" y="11044"/>
                  </a:lnTo>
                  <a:lnTo>
                    <a:pt x="14520" y="10542"/>
                  </a:lnTo>
                  <a:lnTo>
                    <a:pt x="14675" y="10002"/>
                  </a:lnTo>
                  <a:lnTo>
                    <a:pt x="14829" y="9423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5022" y="7724"/>
                  </a:lnTo>
                  <a:lnTo>
                    <a:pt x="14983" y="7144"/>
                  </a:lnTo>
                  <a:lnTo>
                    <a:pt x="14945" y="6604"/>
                  </a:lnTo>
                  <a:lnTo>
                    <a:pt x="14829" y="5986"/>
                  </a:lnTo>
                  <a:lnTo>
                    <a:pt x="14675" y="5407"/>
                  </a:lnTo>
                  <a:lnTo>
                    <a:pt x="14482" y="4827"/>
                  </a:lnTo>
                  <a:lnTo>
                    <a:pt x="14250" y="4287"/>
                  </a:lnTo>
                  <a:lnTo>
                    <a:pt x="13980" y="3746"/>
                  </a:lnTo>
                  <a:lnTo>
                    <a:pt x="13671" y="3244"/>
                  </a:lnTo>
                  <a:lnTo>
                    <a:pt x="13323" y="2742"/>
                  </a:lnTo>
                  <a:lnTo>
                    <a:pt x="12937" y="2317"/>
                  </a:lnTo>
                  <a:lnTo>
                    <a:pt x="12512" y="1893"/>
                  </a:lnTo>
                  <a:lnTo>
                    <a:pt x="12049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3" y="618"/>
                  </a:lnTo>
                  <a:lnTo>
                    <a:pt x="9964" y="387"/>
                  </a:lnTo>
                  <a:lnTo>
                    <a:pt x="9384" y="232"/>
                  </a:lnTo>
                  <a:lnTo>
                    <a:pt x="8767" y="116"/>
                  </a:lnTo>
                  <a:lnTo>
                    <a:pt x="8187" y="39"/>
                  </a:lnTo>
                  <a:lnTo>
                    <a:pt x="760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8" name="Google Shape;4088;p18"/>
            <p:cNvSpPr/>
            <p:nvPr/>
          </p:nvSpPr>
          <p:spPr>
            <a:xfrm>
              <a:off x="5477175" y="100252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4" y="7298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60" y="7569"/>
                  </a:lnTo>
                  <a:lnTo>
                    <a:pt x="9153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5" y="8573"/>
                  </a:lnTo>
                  <a:lnTo>
                    <a:pt x="9693" y="8882"/>
                  </a:lnTo>
                  <a:lnTo>
                    <a:pt x="9655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60" y="10040"/>
                  </a:lnTo>
                  <a:lnTo>
                    <a:pt x="8689" y="10117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40" y="10079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7"/>
                  </a:lnTo>
                  <a:lnTo>
                    <a:pt x="7029" y="9345"/>
                  </a:lnTo>
                  <a:lnTo>
                    <a:pt x="6952" y="9075"/>
                  </a:lnTo>
                  <a:lnTo>
                    <a:pt x="6913" y="8804"/>
                  </a:lnTo>
                  <a:lnTo>
                    <a:pt x="6952" y="8534"/>
                  </a:lnTo>
                  <a:lnTo>
                    <a:pt x="7029" y="8264"/>
                  </a:lnTo>
                  <a:lnTo>
                    <a:pt x="7145" y="8071"/>
                  </a:lnTo>
                  <a:lnTo>
                    <a:pt x="7299" y="7878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9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6" y="8457"/>
                  </a:lnTo>
                  <a:lnTo>
                    <a:pt x="2974" y="8611"/>
                  </a:lnTo>
                  <a:lnTo>
                    <a:pt x="3051" y="8766"/>
                  </a:lnTo>
                  <a:lnTo>
                    <a:pt x="1545" y="8727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5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7"/>
                  </a:lnTo>
                  <a:lnTo>
                    <a:pt x="6990" y="10079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7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2"/>
                  </a:lnTo>
                  <a:lnTo>
                    <a:pt x="10157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7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1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9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5" y="7337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50" y="8534"/>
                  </a:lnTo>
                  <a:lnTo>
                    <a:pt x="6450" y="8843"/>
                  </a:lnTo>
                  <a:lnTo>
                    <a:pt x="5716" y="8804"/>
                  </a:lnTo>
                  <a:lnTo>
                    <a:pt x="4944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8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80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6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9" name="Google Shape;4089;p18"/>
            <p:cNvSpPr/>
            <p:nvPr/>
          </p:nvSpPr>
          <p:spPr>
            <a:xfrm>
              <a:off x="2850400" y="1030525"/>
              <a:ext cx="475950" cy="686400"/>
            </a:xfrm>
            <a:custGeom>
              <a:avLst/>
              <a:gdLst/>
              <a:ahLst/>
              <a:cxnLst/>
              <a:rect l="l" t="t" r="r" b="b"/>
              <a:pathLst>
                <a:path w="19038" h="27456" extrusionOk="0">
                  <a:moveTo>
                    <a:pt x="18690" y="309"/>
                  </a:moveTo>
                  <a:lnTo>
                    <a:pt x="18690" y="463"/>
                  </a:lnTo>
                  <a:lnTo>
                    <a:pt x="18382" y="2047"/>
                  </a:lnTo>
                  <a:lnTo>
                    <a:pt x="17995" y="3668"/>
                  </a:lnTo>
                  <a:lnTo>
                    <a:pt x="17609" y="5252"/>
                  </a:lnTo>
                  <a:lnTo>
                    <a:pt x="17184" y="6873"/>
                  </a:lnTo>
                  <a:lnTo>
                    <a:pt x="16489" y="6873"/>
                  </a:lnTo>
                  <a:lnTo>
                    <a:pt x="16180" y="6835"/>
                  </a:lnTo>
                  <a:lnTo>
                    <a:pt x="15833" y="6758"/>
                  </a:lnTo>
                  <a:lnTo>
                    <a:pt x="15524" y="6680"/>
                  </a:lnTo>
                  <a:lnTo>
                    <a:pt x="15215" y="6565"/>
                  </a:lnTo>
                  <a:lnTo>
                    <a:pt x="14906" y="6410"/>
                  </a:lnTo>
                  <a:lnTo>
                    <a:pt x="14597" y="6217"/>
                  </a:lnTo>
                  <a:lnTo>
                    <a:pt x="14327" y="6024"/>
                  </a:lnTo>
                  <a:lnTo>
                    <a:pt x="14057" y="5792"/>
                  </a:lnTo>
                  <a:lnTo>
                    <a:pt x="13593" y="5329"/>
                  </a:lnTo>
                  <a:lnTo>
                    <a:pt x="13168" y="4788"/>
                  </a:lnTo>
                  <a:lnTo>
                    <a:pt x="12782" y="4248"/>
                  </a:lnTo>
                  <a:lnTo>
                    <a:pt x="13477" y="3668"/>
                  </a:lnTo>
                  <a:lnTo>
                    <a:pt x="14172" y="3128"/>
                  </a:lnTo>
                  <a:lnTo>
                    <a:pt x="14868" y="2587"/>
                  </a:lnTo>
                  <a:lnTo>
                    <a:pt x="15601" y="2085"/>
                  </a:lnTo>
                  <a:lnTo>
                    <a:pt x="16374" y="1622"/>
                  </a:lnTo>
                  <a:lnTo>
                    <a:pt x="17146" y="1158"/>
                  </a:lnTo>
                  <a:lnTo>
                    <a:pt x="17918" y="734"/>
                  </a:lnTo>
                  <a:lnTo>
                    <a:pt x="18690" y="309"/>
                  </a:lnTo>
                  <a:close/>
                  <a:moveTo>
                    <a:pt x="6063" y="12434"/>
                  </a:moveTo>
                  <a:lnTo>
                    <a:pt x="5793" y="13013"/>
                  </a:lnTo>
                  <a:lnTo>
                    <a:pt x="5600" y="13592"/>
                  </a:lnTo>
                  <a:lnTo>
                    <a:pt x="5446" y="14172"/>
                  </a:lnTo>
                  <a:lnTo>
                    <a:pt x="5291" y="14790"/>
                  </a:lnTo>
                  <a:lnTo>
                    <a:pt x="5252" y="15369"/>
                  </a:lnTo>
                  <a:lnTo>
                    <a:pt x="5214" y="15407"/>
                  </a:lnTo>
                  <a:lnTo>
                    <a:pt x="4750" y="16102"/>
                  </a:lnTo>
                  <a:lnTo>
                    <a:pt x="4287" y="16797"/>
                  </a:lnTo>
                  <a:lnTo>
                    <a:pt x="4171" y="17106"/>
                  </a:lnTo>
                  <a:lnTo>
                    <a:pt x="4017" y="17415"/>
                  </a:lnTo>
                  <a:lnTo>
                    <a:pt x="3824" y="17724"/>
                  </a:lnTo>
                  <a:lnTo>
                    <a:pt x="3746" y="17840"/>
                  </a:lnTo>
                  <a:lnTo>
                    <a:pt x="3631" y="17956"/>
                  </a:lnTo>
                  <a:lnTo>
                    <a:pt x="3476" y="18033"/>
                  </a:lnTo>
                  <a:lnTo>
                    <a:pt x="3283" y="18072"/>
                  </a:lnTo>
                  <a:lnTo>
                    <a:pt x="2858" y="18110"/>
                  </a:lnTo>
                  <a:lnTo>
                    <a:pt x="2009" y="18149"/>
                  </a:lnTo>
                  <a:lnTo>
                    <a:pt x="426" y="18342"/>
                  </a:lnTo>
                  <a:lnTo>
                    <a:pt x="426" y="18342"/>
                  </a:lnTo>
                  <a:lnTo>
                    <a:pt x="850" y="17724"/>
                  </a:lnTo>
                  <a:lnTo>
                    <a:pt x="1275" y="17106"/>
                  </a:lnTo>
                  <a:lnTo>
                    <a:pt x="1661" y="16489"/>
                  </a:lnTo>
                  <a:lnTo>
                    <a:pt x="2009" y="15832"/>
                  </a:lnTo>
                  <a:lnTo>
                    <a:pt x="2549" y="14751"/>
                  </a:lnTo>
                  <a:lnTo>
                    <a:pt x="2820" y="14017"/>
                  </a:lnTo>
                  <a:lnTo>
                    <a:pt x="3013" y="13670"/>
                  </a:lnTo>
                  <a:lnTo>
                    <a:pt x="3206" y="13322"/>
                  </a:lnTo>
                  <a:lnTo>
                    <a:pt x="3360" y="13322"/>
                  </a:lnTo>
                  <a:lnTo>
                    <a:pt x="3399" y="13245"/>
                  </a:lnTo>
                  <a:lnTo>
                    <a:pt x="3438" y="13206"/>
                  </a:lnTo>
                  <a:lnTo>
                    <a:pt x="4750" y="12782"/>
                  </a:lnTo>
                  <a:lnTo>
                    <a:pt x="6063" y="12434"/>
                  </a:lnTo>
                  <a:close/>
                  <a:moveTo>
                    <a:pt x="12551" y="4441"/>
                  </a:moveTo>
                  <a:lnTo>
                    <a:pt x="12898" y="5020"/>
                  </a:lnTo>
                  <a:lnTo>
                    <a:pt x="13362" y="5561"/>
                  </a:lnTo>
                  <a:lnTo>
                    <a:pt x="13864" y="6101"/>
                  </a:lnTo>
                  <a:lnTo>
                    <a:pt x="14172" y="6333"/>
                  </a:lnTo>
                  <a:lnTo>
                    <a:pt x="14443" y="6565"/>
                  </a:lnTo>
                  <a:lnTo>
                    <a:pt x="14752" y="6758"/>
                  </a:lnTo>
                  <a:lnTo>
                    <a:pt x="15061" y="6951"/>
                  </a:lnTo>
                  <a:lnTo>
                    <a:pt x="15370" y="7067"/>
                  </a:lnTo>
                  <a:lnTo>
                    <a:pt x="15717" y="7182"/>
                  </a:lnTo>
                  <a:lnTo>
                    <a:pt x="16026" y="7260"/>
                  </a:lnTo>
                  <a:lnTo>
                    <a:pt x="16721" y="7260"/>
                  </a:lnTo>
                  <a:lnTo>
                    <a:pt x="17107" y="7182"/>
                  </a:lnTo>
                  <a:lnTo>
                    <a:pt x="16682" y="8573"/>
                  </a:lnTo>
                  <a:lnTo>
                    <a:pt x="16180" y="9963"/>
                  </a:lnTo>
                  <a:lnTo>
                    <a:pt x="15756" y="11160"/>
                  </a:lnTo>
                  <a:lnTo>
                    <a:pt x="15254" y="12357"/>
                  </a:lnTo>
                  <a:lnTo>
                    <a:pt x="14752" y="13515"/>
                  </a:lnTo>
                  <a:lnTo>
                    <a:pt x="14172" y="14635"/>
                  </a:lnTo>
                  <a:lnTo>
                    <a:pt x="13555" y="15793"/>
                  </a:lnTo>
                  <a:lnTo>
                    <a:pt x="13207" y="16373"/>
                  </a:lnTo>
                  <a:lnTo>
                    <a:pt x="12860" y="16952"/>
                  </a:lnTo>
                  <a:lnTo>
                    <a:pt x="12473" y="17493"/>
                  </a:lnTo>
                  <a:lnTo>
                    <a:pt x="12087" y="17995"/>
                  </a:lnTo>
                  <a:lnTo>
                    <a:pt x="11624" y="18458"/>
                  </a:lnTo>
                  <a:lnTo>
                    <a:pt x="11161" y="18883"/>
                  </a:lnTo>
                  <a:lnTo>
                    <a:pt x="10620" y="19230"/>
                  </a:lnTo>
                  <a:lnTo>
                    <a:pt x="10079" y="19462"/>
                  </a:lnTo>
                  <a:lnTo>
                    <a:pt x="9809" y="19578"/>
                  </a:lnTo>
                  <a:lnTo>
                    <a:pt x="9539" y="19655"/>
                  </a:lnTo>
                  <a:lnTo>
                    <a:pt x="9230" y="19694"/>
                  </a:lnTo>
                  <a:lnTo>
                    <a:pt x="8959" y="19732"/>
                  </a:lnTo>
                  <a:lnTo>
                    <a:pt x="8689" y="19732"/>
                  </a:lnTo>
                  <a:lnTo>
                    <a:pt x="8380" y="19694"/>
                  </a:lnTo>
                  <a:lnTo>
                    <a:pt x="8110" y="19616"/>
                  </a:lnTo>
                  <a:lnTo>
                    <a:pt x="7840" y="19539"/>
                  </a:lnTo>
                  <a:lnTo>
                    <a:pt x="7569" y="19423"/>
                  </a:lnTo>
                  <a:lnTo>
                    <a:pt x="7299" y="19269"/>
                  </a:lnTo>
                  <a:lnTo>
                    <a:pt x="7067" y="19114"/>
                  </a:lnTo>
                  <a:lnTo>
                    <a:pt x="6836" y="18883"/>
                  </a:lnTo>
                  <a:lnTo>
                    <a:pt x="6450" y="18458"/>
                  </a:lnTo>
                  <a:lnTo>
                    <a:pt x="6141" y="17956"/>
                  </a:lnTo>
                  <a:lnTo>
                    <a:pt x="5870" y="17454"/>
                  </a:lnTo>
                  <a:lnTo>
                    <a:pt x="5716" y="16913"/>
                  </a:lnTo>
                  <a:lnTo>
                    <a:pt x="5639" y="16334"/>
                  </a:lnTo>
                  <a:lnTo>
                    <a:pt x="5600" y="15755"/>
                  </a:lnTo>
                  <a:lnTo>
                    <a:pt x="5639" y="15214"/>
                  </a:lnTo>
                  <a:lnTo>
                    <a:pt x="5716" y="14635"/>
                  </a:lnTo>
                  <a:lnTo>
                    <a:pt x="5832" y="14056"/>
                  </a:lnTo>
                  <a:lnTo>
                    <a:pt x="6025" y="13515"/>
                  </a:lnTo>
                  <a:lnTo>
                    <a:pt x="6218" y="13013"/>
                  </a:lnTo>
                  <a:lnTo>
                    <a:pt x="6450" y="12473"/>
                  </a:lnTo>
                  <a:lnTo>
                    <a:pt x="6952" y="11469"/>
                  </a:lnTo>
                  <a:lnTo>
                    <a:pt x="7531" y="10465"/>
                  </a:lnTo>
                  <a:lnTo>
                    <a:pt x="8149" y="9461"/>
                  </a:lnTo>
                  <a:lnTo>
                    <a:pt x="8844" y="8495"/>
                  </a:lnTo>
                  <a:lnTo>
                    <a:pt x="9539" y="7530"/>
                  </a:lnTo>
                  <a:lnTo>
                    <a:pt x="10311" y="6642"/>
                  </a:lnTo>
                  <a:lnTo>
                    <a:pt x="10852" y="6063"/>
                  </a:lnTo>
                  <a:lnTo>
                    <a:pt x="11392" y="5522"/>
                  </a:lnTo>
                  <a:lnTo>
                    <a:pt x="11971" y="4981"/>
                  </a:lnTo>
                  <a:lnTo>
                    <a:pt x="12551" y="4441"/>
                  </a:lnTo>
                  <a:close/>
                  <a:moveTo>
                    <a:pt x="5986" y="18419"/>
                  </a:moveTo>
                  <a:lnTo>
                    <a:pt x="6218" y="18767"/>
                  </a:lnTo>
                  <a:lnTo>
                    <a:pt x="6450" y="19076"/>
                  </a:lnTo>
                  <a:lnTo>
                    <a:pt x="6758" y="19346"/>
                  </a:lnTo>
                  <a:lnTo>
                    <a:pt x="7067" y="19616"/>
                  </a:lnTo>
                  <a:lnTo>
                    <a:pt x="7415" y="19809"/>
                  </a:lnTo>
                  <a:lnTo>
                    <a:pt x="7801" y="19964"/>
                  </a:lnTo>
                  <a:lnTo>
                    <a:pt x="8187" y="20080"/>
                  </a:lnTo>
                  <a:lnTo>
                    <a:pt x="8612" y="20118"/>
                  </a:lnTo>
                  <a:lnTo>
                    <a:pt x="8535" y="20466"/>
                  </a:lnTo>
                  <a:lnTo>
                    <a:pt x="8496" y="20852"/>
                  </a:lnTo>
                  <a:lnTo>
                    <a:pt x="7994" y="20813"/>
                  </a:lnTo>
                  <a:lnTo>
                    <a:pt x="7531" y="20698"/>
                  </a:lnTo>
                  <a:lnTo>
                    <a:pt x="7106" y="20504"/>
                  </a:lnTo>
                  <a:lnTo>
                    <a:pt x="6720" y="20273"/>
                  </a:lnTo>
                  <a:lnTo>
                    <a:pt x="6334" y="20002"/>
                  </a:lnTo>
                  <a:lnTo>
                    <a:pt x="6025" y="19655"/>
                  </a:lnTo>
                  <a:lnTo>
                    <a:pt x="5716" y="19307"/>
                  </a:lnTo>
                  <a:lnTo>
                    <a:pt x="5446" y="18883"/>
                  </a:lnTo>
                  <a:lnTo>
                    <a:pt x="5446" y="18844"/>
                  </a:lnTo>
                  <a:lnTo>
                    <a:pt x="5986" y="18419"/>
                  </a:lnTo>
                  <a:close/>
                  <a:moveTo>
                    <a:pt x="5291" y="18960"/>
                  </a:moveTo>
                  <a:lnTo>
                    <a:pt x="5523" y="19462"/>
                  </a:lnTo>
                  <a:lnTo>
                    <a:pt x="5793" y="19887"/>
                  </a:lnTo>
                  <a:lnTo>
                    <a:pt x="6141" y="20234"/>
                  </a:lnTo>
                  <a:lnTo>
                    <a:pt x="6527" y="20582"/>
                  </a:lnTo>
                  <a:lnTo>
                    <a:pt x="6952" y="20813"/>
                  </a:lnTo>
                  <a:lnTo>
                    <a:pt x="7453" y="21006"/>
                  </a:lnTo>
                  <a:lnTo>
                    <a:pt x="7955" y="21122"/>
                  </a:lnTo>
                  <a:lnTo>
                    <a:pt x="8457" y="21161"/>
                  </a:lnTo>
                  <a:lnTo>
                    <a:pt x="8496" y="21702"/>
                  </a:lnTo>
                  <a:lnTo>
                    <a:pt x="7878" y="21624"/>
                  </a:lnTo>
                  <a:lnTo>
                    <a:pt x="7299" y="21508"/>
                  </a:lnTo>
                  <a:lnTo>
                    <a:pt x="6797" y="21315"/>
                  </a:lnTo>
                  <a:lnTo>
                    <a:pt x="6295" y="21084"/>
                  </a:lnTo>
                  <a:lnTo>
                    <a:pt x="5870" y="20775"/>
                  </a:lnTo>
                  <a:lnTo>
                    <a:pt x="5446" y="20389"/>
                  </a:lnTo>
                  <a:lnTo>
                    <a:pt x="5021" y="19964"/>
                  </a:lnTo>
                  <a:lnTo>
                    <a:pt x="4673" y="19501"/>
                  </a:lnTo>
                  <a:lnTo>
                    <a:pt x="4828" y="19385"/>
                  </a:lnTo>
                  <a:lnTo>
                    <a:pt x="4982" y="19269"/>
                  </a:lnTo>
                  <a:lnTo>
                    <a:pt x="5291" y="18960"/>
                  </a:lnTo>
                  <a:close/>
                  <a:moveTo>
                    <a:pt x="13555" y="16527"/>
                  </a:moveTo>
                  <a:lnTo>
                    <a:pt x="13748" y="17184"/>
                  </a:lnTo>
                  <a:lnTo>
                    <a:pt x="13979" y="17840"/>
                  </a:lnTo>
                  <a:lnTo>
                    <a:pt x="14250" y="18458"/>
                  </a:lnTo>
                  <a:lnTo>
                    <a:pt x="14597" y="19037"/>
                  </a:lnTo>
                  <a:lnTo>
                    <a:pt x="13670" y="20157"/>
                  </a:lnTo>
                  <a:lnTo>
                    <a:pt x="12782" y="21315"/>
                  </a:lnTo>
                  <a:lnTo>
                    <a:pt x="11083" y="23748"/>
                  </a:lnTo>
                  <a:lnTo>
                    <a:pt x="10736" y="22783"/>
                  </a:lnTo>
                  <a:lnTo>
                    <a:pt x="10350" y="21856"/>
                  </a:lnTo>
                  <a:lnTo>
                    <a:pt x="10234" y="21586"/>
                  </a:lnTo>
                  <a:lnTo>
                    <a:pt x="10195" y="21354"/>
                  </a:lnTo>
                  <a:lnTo>
                    <a:pt x="10195" y="21238"/>
                  </a:lnTo>
                  <a:lnTo>
                    <a:pt x="10234" y="21122"/>
                  </a:lnTo>
                  <a:lnTo>
                    <a:pt x="10388" y="20813"/>
                  </a:lnTo>
                  <a:lnTo>
                    <a:pt x="10813" y="20234"/>
                  </a:lnTo>
                  <a:lnTo>
                    <a:pt x="11199" y="19578"/>
                  </a:lnTo>
                  <a:lnTo>
                    <a:pt x="11199" y="19501"/>
                  </a:lnTo>
                  <a:lnTo>
                    <a:pt x="11199" y="19462"/>
                  </a:lnTo>
                  <a:lnTo>
                    <a:pt x="11161" y="19346"/>
                  </a:lnTo>
                  <a:lnTo>
                    <a:pt x="11585" y="18999"/>
                  </a:lnTo>
                  <a:lnTo>
                    <a:pt x="11971" y="18612"/>
                  </a:lnTo>
                  <a:lnTo>
                    <a:pt x="12358" y="18226"/>
                  </a:lnTo>
                  <a:lnTo>
                    <a:pt x="12705" y="17801"/>
                  </a:lnTo>
                  <a:lnTo>
                    <a:pt x="13130" y="17184"/>
                  </a:lnTo>
                  <a:lnTo>
                    <a:pt x="13555" y="16527"/>
                  </a:lnTo>
                  <a:close/>
                  <a:moveTo>
                    <a:pt x="5677" y="21161"/>
                  </a:moveTo>
                  <a:lnTo>
                    <a:pt x="5948" y="21393"/>
                  </a:lnTo>
                  <a:lnTo>
                    <a:pt x="6256" y="21547"/>
                  </a:lnTo>
                  <a:lnTo>
                    <a:pt x="6565" y="21702"/>
                  </a:lnTo>
                  <a:lnTo>
                    <a:pt x="6913" y="21817"/>
                  </a:lnTo>
                  <a:lnTo>
                    <a:pt x="6836" y="22010"/>
                  </a:lnTo>
                  <a:lnTo>
                    <a:pt x="6797" y="22204"/>
                  </a:lnTo>
                  <a:lnTo>
                    <a:pt x="6643" y="22088"/>
                  </a:lnTo>
                  <a:lnTo>
                    <a:pt x="6604" y="22010"/>
                  </a:lnTo>
                  <a:lnTo>
                    <a:pt x="6411" y="22010"/>
                  </a:lnTo>
                  <a:lnTo>
                    <a:pt x="6372" y="22088"/>
                  </a:lnTo>
                  <a:lnTo>
                    <a:pt x="6218" y="22628"/>
                  </a:lnTo>
                  <a:lnTo>
                    <a:pt x="6025" y="23092"/>
                  </a:lnTo>
                  <a:lnTo>
                    <a:pt x="5832" y="23594"/>
                  </a:lnTo>
                  <a:lnTo>
                    <a:pt x="5600" y="24057"/>
                  </a:lnTo>
                  <a:lnTo>
                    <a:pt x="5330" y="24482"/>
                  </a:lnTo>
                  <a:lnTo>
                    <a:pt x="5021" y="24907"/>
                  </a:lnTo>
                  <a:lnTo>
                    <a:pt x="4712" y="25331"/>
                  </a:lnTo>
                  <a:lnTo>
                    <a:pt x="4364" y="25717"/>
                  </a:lnTo>
                  <a:lnTo>
                    <a:pt x="4248" y="25293"/>
                  </a:lnTo>
                  <a:lnTo>
                    <a:pt x="4171" y="24868"/>
                  </a:lnTo>
                  <a:lnTo>
                    <a:pt x="4171" y="24482"/>
                  </a:lnTo>
                  <a:lnTo>
                    <a:pt x="4210" y="24057"/>
                  </a:lnTo>
                  <a:lnTo>
                    <a:pt x="4326" y="23671"/>
                  </a:lnTo>
                  <a:lnTo>
                    <a:pt x="4480" y="23285"/>
                  </a:lnTo>
                  <a:lnTo>
                    <a:pt x="4673" y="22899"/>
                  </a:lnTo>
                  <a:lnTo>
                    <a:pt x="4944" y="22512"/>
                  </a:lnTo>
                  <a:lnTo>
                    <a:pt x="5175" y="22204"/>
                  </a:lnTo>
                  <a:lnTo>
                    <a:pt x="5330" y="21895"/>
                  </a:lnTo>
                  <a:lnTo>
                    <a:pt x="5407" y="21740"/>
                  </a:lnTo>
                  <a:lnTo>
                    <a:pt x="5407" y="21586"/>
                  </a:lnTo>
                  <a:lnTo>
                    <a:pt x="5368" y="21470"/>
                  </a:lnTo>
                  <a:lnTo>
                    <a:pt x="5291" y="21315"/>
                  </a:lnTo>
                  <a:lnTo>
                    <a:pt x="5446" y="21238"/>
                  </a:lnTo>
                  <a:lnTo>
                    <a:pt x="5677" y="21161"/>
                  </a:lnTo>
                  <a:close/>
                  <a:moveTo>
                    <a:pt x="4905" y="20466"/>
                  </a:moveTo>
                  <a:lnTo>
                    <a:pt x="5175" y="20736"/>
                  </a:lnTo>
                  <a:lnTo>
                    <a:pt x="5484" y="21006"/>
                  </a:lnTo>
                  <a:lnTo>
                    <a:pt x="5252" y="21084"/>
                  </a:lnTo>
                  <a:lnTo>
                    <a:pt x="5021" y="21161"/>
                  </a:lnTo>
                  <a:lnTo>
                    <a:pt x="4982" y="21200"/>
                  </a:lnTo>
                  <a:lnTo>
                    <a:pt x="4944" y="21277"/>
                  </a:lnTo>
                  <a:lnTo>
                    <a:pt x="4982" y="21354"/>
                  </a:lnTo>
                  <a:lnTo>
                    <a:pt x="5021" y="21393"/>
                  </a:lnTo>
                  <a:lnTo>
                    <a:pt x="5059" y="21470"/>
                  </a:lnTo>
                  <a:lnTo>
                    <a:pt x="5098" y="21547"/>
                  </a:lnTo>
                  <a:lnTo>
                    <a:pt x="5059" y="21779"/>
                  </a:lnTo>
                  <a:lnTo>
                    <a:pt x="4905" y="22049"/>
                  </a:lnTo>
                  <a:lnTo>
                    <a:pt x="4750" y="22358"/>
                  </a:lnTo>
                  <a:lnTo>
                    <a:pt x="4364" y="22937"/>
                  </a:lnTo>
                  <a:lnTo>
                    <a:pt x="4133" y="23323"/>
                  </a:lnTo>
                  <a:lnTo>
                    <a:pt x="3940" y="23748"/>
                  </a:lnTo>
                  <a:lnTo>
                    <a:pt x="3862" y="24212"/>
                  </a:lnTo>
                  <a:lnTo>
                    <a:pt x="3824" y="24714"/>
                  </a:lnTo>
                  <a:lnTo>
                    <a:pt x="3862" y="25177"/>
                  </a:lnTo>
                  <a:lnTo>
                    <a:pt x="3940" y="25409"/>
                  </a:lnTo>
                  <a:lnTo>
                    <a:pt x="4017" y="25640"/>
                  </a:lnTo>
                  <a:lnTo>
                    <a:pt x="4133" y="25872"/>
                  </a:lnTo>
                  <a:lnTo>
                    <a:pt x="4248" y="26065"/>
                  </a:lnTo>
                  <a:lnTo>
                    <a:pt x="4287" y="26104"/>
                  </a:lnTo>
                  <a:lnTo>
                    <a:pt x="4364" y="26104"/>
                  </a:lnTo>
                  <a:lnTo>
                    <a:pt x="4403" y="26065"/>
                  </a:lnTo>
                  <a:lnTo>
                    <a:pt x="4442" y="25988"/>
                  </a:lnTo>
                  <a:lnTo>
                    <a:pt x="4480" y="25988"/>
                  </a:lnTo>
                  <a:lnTo>
                    <a:pt x="4828" y="25602"/>
                  </a:lnTo>
                  <a:lnTo>
                    <a:pt x="5175" y="25215"/>
                  </a:lnTo>
                  <a:lnTo>
                    <a:pt x="5484" y="24791"/>
                  </a:lnTo>
                  <a:lnTo>
                    <a:pt x="5793" y="24366"/>
                  </a:lnTo>
                  <a:lnTo>
                    <a:pt x="6025" y="23903"/>
                  </a:lnTo>
                  <a:lnTo>
                    <a:pt x="6256" y="23439"/>
                  </a:lnTo>
                  <a:lnTo>
                    <a:pt x="6450" y="22937"/>
                  </a:lnTo>
                  <a:lnTo>
                    <a:pt x="6604" y="22435"/>
                  </a:lnTo>
                  <a:lnTo>
                    <a:pt x="6720" y="22551"/>
                  </a:lnTo>
                  <a:lnTo>
                    <a:pt x="6913" y="22590"/>
                  </a:lnTo>
                  <a:lnTo>
                    <a:pt x="6952" y="22628"/>
                  </a:lnTo>
                  <a:lnTo>
                    <a:pt x="7029" y="22590"/>
                  </a:lnTo>
                  <a:lnTo>
                    <a:pt x="7067" y="22512"/>
                  </a:lnTo>
                  <a:lnTo>
                    <a:pt x="7067" y="22474"/>
                  </a:lnTo>
                  <a:lnTo>
                    <a:pt x="7145" y="21895"/>
                  </a:lnTo>
                  <a:lnTo>
                    <a:pt x="7608" y="22010"/>
                  </a:lnTo>
                  <a:lnTo>
                    <a:pt x="7724" y="22512"/>
                  </a:lnTo>
                  <a:lnTo>
                    <a:pt x="7762" y="23014"/>
                  </a:lnTo>
                  <a:lnTo>
                    <a:pt x="7801" y="23555"/>
                  </a:lnTo>
                  <a:lnTo>
                    <a:pt x="7801" y="24057"/>
                  </a:lnTo>
                  <a:lnTo>
                    <a:pt x="7608" y="23903"/>
                  </a:lnTo>
                  <a:lnTo>
                    <a:pt x="7492" y="23671"/>
                  </a:lnTo>
                  <a:lnTo>
                    <a:pt x="7376" y="23439"/>
                  </a:lnTo>
                  <a:lnTo>
                    <a:pt x="7338" y="23169"/>
                  </a:lnTo>
                  <a:lnTo>
                    <a:pt x="7338" y="23092"/>
                  </a:lnTo>
                  <a:lnTo>
                    <a:pt x="7299" y="23053"/>
                  </a:lnTo>
                  <a:lnTo>
                    <a:pt x="7183" y="23014"/>
                  </a:lnTo>
                  <a:lnTo>
                    <a:pt x="7106" y="23014"/>
                  </a:lnTo>
                  <a:lnTo>
                    <a:pt x="7067" y="23053"/>
                  </a:lnTo>
                  <a:lnTo>
                    <a:pt x="7029" y="23092"/>
                  </a:lnTo>
                  <a:lnTo>
                    <a:pt x="6990" y="23169"/>
                  </a:lnTo>
                  <a:lnTo>
                    <a:pt x="6952" y="23787"/>
                  </a:lnTo>
                  <a:lnTo>
                    <a:pt x="6797" y="24405"/>
                  </a:lnTo>
                  <a:lnTo>
                    <a:pt x="6681" y="24675"/>
                  </a:lnTo>
                  <a:lnTo>
                    <a:pt x="6565" y="24984"/>
                  </a:lnTo>
                  <a:lnTo>
                    <a:pt x="6411" y="25254"/>
                  </a:lnTo>
                  <a:lnTo>
                    <a:pt x="6218" y="25524"/>
                  </a:lnTo>
                  <a:lnTo>
                    <a:pt x="5832" y="25988"/>
                  </a:lnTo>
                  <a:lnTo>
                    <a:pt x="5600" y="26219"/>
                  </a:lnTo>
                  <a:lnTo>
                    <a:pt x="5368" y="26451"/>
                  </a:lnTo>
                  <a:lnTo>
                    <a:pt x="5098" y="26644"/>
                  </a:lnTo>
                  <a:lnTo>
                    <a:pt x="4828" y="26799"/>
                  </a:lnTo>
                  <a:lnTo>
                    <a:pt x="4557" y="26953"/>
                  </a:lnTo>
                  <a:lnTo>
                    <a:pt x="4248" y="27030"/>
                  </a:lnTo>
                  <a:lnTo>
                    <a:pt x="4017" y="27030"/>
                  </a:lnTo>
                  <a:lnTo>
                    <a:pt x="3862" y="26992"/>
                  </a:lnTo>
                  <a:lnTo>
                    <a:pt x="3708" y="26915"/>
                  </a:lnTo>
                  <a:lnTo>
                    <a:pt x="3592" y="26760"/>
                  </a:lnTo>
                  <a:lnTo>
                    <a:pt x="3515" y="26606"/>
                  </a:lnTo>
                  <a:lnTo>
                    <a:pt x="3438" y="26413"/>
                  </a:lnTo>
                  <a:lnTo>
                    <a:pt x="3322" y="25988"/>
                  </a:lnTo>
                  <a:lnTo>
                    <a:pt x="3206" y="25293"/>
                  </a:lnTo>
                  <a:lnTo>
                    <a:pt x="3167" y="24945"/>
                  </a:lnTo>
                  <a:lnTo>
                    <a:pt x="3167" y="24598"/>
                  </a:lnTo>
                  <a:lnTo>
                    <a:pt x="3206" y="24173"/>
                  </a:lnTo>
                  <a:lnTo>
                    <a:pt x="3283" y="23787"/>
                  </a:lnTo>
                  <a:lnTo>
                    <a:pt x="3360" y="23401"/>
                  </a:lnTo>
                  <a:lnTo>
                    <a:pt x="3515" y="23014"/>
                  </a:lnTo>
                  <a:lnTo>
                    <a:pt x="3708" y="22667"/>
                  </a:lnTo>
                  <a:lnTo>
                    <a:pt x="3901" y="22319"/>
                  </a:lnTo>
                  <a:lnTo>
                    <a:pt x="4171" y="22010"/>
                  </a:lnTo>
                  <a:lnTo>
                    <a:pt x="4480" y="21702"/>
                  </a:lnTo>
                  <a:lnTo>
                    <a:pt x="4519" y="21624"/>
                  </a:lnTo>
                  <a:lnTo>
                    <a:pt x="4519" y="21547"/>
                  </a:lnTo>
                  <a:lnTo>
                    <a:pt x="4442" y="21470"/>
                  </a:lnTo>
                  <a:lnTo>
                    <a:pt x="4364" y="21431"/>
                  </a:lnTo>
                  <a:lnTo>
                    <a:pt x="3553" y="21315"/>
                  </a:lnTo>
                  <a:lnTo>
                    <a:pt x="3862" y="21045"/>
                  </a:lnTo>
                  <a:lnTo>
                    <a:pt x="4171" y="20775"/>
                  </a:lnTo>
                  <a:lnTo>
                    <a:pt x="4519" y="20582"/>
                  </a:lnTo>
                  <a:lnTo>
                    <a:pt x="4905" y="20466"/>
                  </a:lnTo>
                  <a:close/>
                  <a:moveTo>
                    <a:pt x="18845" y="0"/>
                  </a:moveTo>
                  <a:lnTo>
                    <a:pt x="18806" y="77"/>
                  </a:lnTo>
                  <a:lnTo>
                    <a:pt x="18729" y="39"/>
                  </a:lnTo>
                  <a:lnTo>
                    <a:pt x="18652" y="39"/>
                  </a:lnTo>
                  <a:lnTo>
                    <a:pt x="17455" y="618"/>
                  </a:lnTo>
                  <a:lnTo>
                    <a:pt x="16296" y="1236"/>
                  </a:lnTo>
                  <a:lnTo>
                    <a:pt x="15215" y="1931"/>
                  </a:lnTo>
                  <a:lnTo>
                    <a:pt x="14134" y="2664"/>
                  </a:lnTo>
                  <a:lnTo>
                    <a:pt x="13091" y="3475"/>
                  </a:lnTo>
                  <a:lnTo>
                    <a:pt x="12087" y="4325"/>
                  </a:lnTo>
                  <a:lnTo>
                    <a:pt x="11161" y="5213"/>
                  </a:lnTo>
                  <a:lnTo>
                    <a:pt x="10272" y="6178"/>
                  </a:lnTo>
                  <a:lnTo>
                    <a:pt x="9384" y="7144"/>
                  </a:lnTo>
                  <a:lnTo>
                    <a:pt x="8573" y="8186"/>
                  </a:lnTo>
                  <a:lnTo>
                    <a:pt x="7840" y="9268"/>
                  </a:lnTo>
                  <a:lnTo>
                    <a:pt x="7145" y="10387"/>
                  </a:lnTo>
                  <a:lnTo>
                    <a:pt x="6643" y="11276"/>
                  </a:lnTo>
                  <a:lnTo>
                    <a:pt x="6179" y="12164"/>
                  </a:lnTo>
                  <a:lnTo>
                    <a:pt x="5368" y="12241"/>
                  </a:lnTo>
                  <a:lnTo>
                    <a:pt x="4557" y="12395"/>
                  </a:lnTo>
                  <a:lnTo>
                    <a:pt x="3785" y="12627"/>
                  </a:lnTo>
                  <a:lnTo>
                    <a:pt x="3013" y="12936"/>
                  </a:lnTo>
                  <a:lnTo>
                    <a:pt x="2936" y="12975"/>
                  </a:lnTo>
                  <a:lnTo>
                    <a:pt x="2897" y="13013"/>
                  </a:lnTo>
                  <a:lnTo>
                    <a:pt x="2897" y="13168"/>
                  </a:lnTo>
                  <a:lnTo>
                    <a:pt x="2704" y="13361"/>
                  </a:lnTo>
                  <a:lnTo>
                    <a:pt x="2549" y="13592"/>
                  </a:lnTo>
                  <a:lnTo>
                    <a:pt x="2395" y="13863"/>
                  </a:lnTo>
                  <a:lnTo>
                    <a:pt x="2279" y="14133"/>
                  </a:lnTo>
                  <a:lnTo>
                    <a:pt x="2086" y="14712"/>
                  </a:lnTo>
                  <a:lnTo>
                    <a:pt x="1854" y="15214"/>
                  </a:lnTo>
                  <a:lnTo>
                    <a:pt x="1430" y="15987"/>
                  </a:lnTo>
                  <a:lnTo>
                    <a:pt x="1005" y="16759"/>
                  </a:lnTo>
                  <a:lnTo>
                    <a:pt x="541" y="17493"/>
                  </a:lnTo>
                  <a:lnTo>
                    <a:pt x="39" y="18226"/>
                  </a:lnTo>
                  <a:lnTo>
                    <a:pt x="1" y="18303"/>
                  </a:lnTo>
                  <a:lnTo>
                    <a:pt x="1" y="18381"/>
                  </a:lnTo>
                  <a:lnTo>
                    <a:pt x="39" y="18419"/>
                  </a:lnTo>
                  <a:lnTo>
                    <a:pt x="117" y="18458"/>
                  </a:lnTo>
                  <a:lnTo>
                    <a:pt x="117" y="18535"/>
                  </a:lnTo>
                  <a:lnTo>
                    <a:pt x="117" y="18612"/>
                  </a:lnTo>
                  <a:lnTo>
                    <a:pt x="155" y="18651"/>
                  </a:lnTo>
                  <a:lnTo>
                    <a:pt x="233" y="18690"/>
                  </a:lnTo>
                  <a:lnTo>
                    <a:pt x="1159" y="18612"/>
                  </a:lnTo>
                  <a:lnTo>
                    <a:pt x="2086" y="18574"/>
                  </a:lnTo>
                  <a:lnTo>
                    <a:pt x="3901" y="18381"/>
                  </a:lnTo>
                  <a:lnTo>
                    <a:pt x="3978" y="18342"/>
                  </a:lnTo>
                  <a:lnTo>
                    <a:pt x="4055" y="18265"/>
                  </a:lnTo>
                  <a:lnTo>
                    <a:pt x="4596" y="17106"/>
                  </a:lnTo>
                  <a:lnTo>
                    <a:pt x="5252" y="15987"/>
                  </a:lnTo>
                  <a:lnTo>
                    <a:pt x="5291" y="16566"/>
                  </a:lnTo>
                  <a:lnTo>
                    <a:pt x="5446" y="17106"/>
                  </a:lnTo>
                  <a:lnTo>
                    <a:pt x="5600" y="17647"/>
                  </a:lnTo>
                  <a:lnTo>
                    <a:pt x="5832" y="18188"/>
                  </a:lnTo>
                  <a:lnTo>
                    <a:pt x="5446" y="18381"/>
                  </a:lnTo>
                  <a:lnTo>
                    <a:pt x="5059" y="18651"/>
                  </a:lnTo>
                  <a:lnTo>
                    <a:pt x="4673" y="18960"/>
                  </a:lnTo>
                  <a:lnTo>
                    <a:pt x="4519" y="19153"/>
                  </a:lnTo>
                  <a:lnTo>
                    <a:pt x="4403" y="19346"/>
                  </a:lnTo>
                  <a:lnTo>
                    <a:pt x="4403" y="19423"/>
                  </a:lnTo>
                  <a:lnTo>
                    <a:pt x="4442" y="19501"/>
                  </a:lnTo>
                  <a:lnTo>
                    <a:pt x="4442" y="19539"/>
                  </a:lnTo>
                  <a:lnTo>
                    <a:pt x="4442" y="19616"/>
                  </a:lnTo>
                  <a:lnTo>
                    <a:pt x="4596" y="19964"/>
                  </a:lnTo>
                  <a:lnTo>
                    <a:pt x="4789" y="20273"/>
                  </a:lnTo>
                  <a:lnTo>
                    <a:pt x="4519" y="20311"/>
                  </a:lnTo>
                  <a:lnTo>
                    <a:pt x="4287" y="20389"/>
                  </a:lnTo>
                  <a:lnTo>
                    <a:pt x="4055" y="20504"/>
                  </a:lnTo>
                  <a:lnTo>
                    <a:pt x="3862" y="20620"/>
                  </a:lnTo>
                  <a:lnTo>
                    <a:pt x="3669" y="20775"/>
                  </a:lnTo>
                  <a:lnTo>
                    <a:pt x="3476" y="20968"/>
                  </a:lnTo>
                  <a:lnTo>
                    <a:pt x="3283" y="21161"/>
                  </a:lnTo>
                  <a:lnTo>
                    <a:pt x="3129" y="21354"/>
                  </a:lnTo>
                  <a:lnTo>
                    <a:pt x="3090" y="21431"/>
                  </a:lnTo>
                  <a:lnTo>
                    <a:pt x="3129" y="21508"/>
                  </a:lnTo>
                  <a:lnTo>
                    <a:pt x="3167" y="21586"/>
                  </a:lnTo>
                  <a:lnTo>
                    <a:pt x="3244" y="21624"/>
                  </a:lnTo>
                  <a:lnTo>
                    <a:pt x="4017" y="21702"/>
                  </a:lnTo>
                  <a:lnTo>
                    <a:pt x="3746" y="22010"/>
                  </a:lnTo>
                  <a:lnTo>
                    <a:pt x="3476" y="22358"/>
                  </a:lnTo>
                  <a:lnTo>
                    <a:pt x="3283" y="22706"/>
                  </a:lnTo>
                  <a:lnTo>
                    <a:pt x="3129" y="23092"/>
                  </a:lnTo>
                  <a:lnTo>
                    <a:pt x="3013" y="23478"/>
                  </a:lnTo>
                  <a:lnTo>
                    <a:pt x="2897" y="23864"/>
                  </a:lnTo>
                  <a:lnTo>
                    <a:pt x="2858" y="24289"/>
                  </a:lnTo>
                  <a:lnTo>
                    <a:pt x="2858" y="24714"/>
                  </a:lnTo>
                  <a:lnTo>
                    <a:pt x="2858" y="25370"/>
                  </a:lnTo>
                  <a:lnTo>
                    <a:pt x="2897" y="25795"/>
                  </a:lnTo>
                  <a:lnTo>
                    <a:pt x="2974" y="26219"/>
                  </a:lnTo>
                  <a:lnTo>
                    <a:pt x="3090" y="26644"/>
                  </a:lnTo>
                  <a:lnTo>
                    <a:pt x="3244" y="26992"/>
                  </a:lnTo>
                  <a:lnTo>
                    <a:pt x="3360" y="27146"/>
                  </a:lnTo>
                  <a:lnTo>
                    <a:pt x="3438" y="27262"/>
                  </a:lnTo>
                  <a:lnTo>
                    <a:pt x="3553" y="27378"/>
                  </a:lnTo>
                  <a:lnTo>
                    <a:pt x="3708" y="27417"/>
                  </a:lnTo>
                  <a:lnTo>
                    <a:pt x="3862" y="27455"/>
                  </a:lnTo>
                  <a:lnTo>
                    <a:pt x="4017" y="27455"/>
                  </a:lnTo>
                  <a:lnTo>
                    <a:pt x="4364" y="27417"/>
                  </a:lnTo>
                  <a:lnTo>
                    <a:pt x="4750" y="27262"/>
                  </a:lnTo>
                  <a:lnTo>
                    <a:pt x="5098" y="27069"/>
                  </a:lnTo>
                  <a:lnTo>
                    <a:pt x="5407" y="26837"/>
                  </a:lnTo>
                  <a:lnTo>
                    <a:pt x="5716" y="26567"/>
                  </a:lnTo>
                  <a:lnTo>
                    <a:pt x="6218" y="26065"/>
                  </a:lnTo>
                  <a:lnTo>
                    <a:pt x="6565" y="25602"/>
                  </a:lnTo>
                  <a:lnTo>
                    <a:pt x="6874" y="25100"/>
                  </a:lnTo>
                  <a:lnTo>
                    <a:pt x="7106" y="24559"/>
                  </a:lnTo>
                  <a:lnTo>
                    <a:pt x="7260" y="23980"/>
                  </a:lnTo>
                  <a:lnTo>
                    <a:pt x="7376" y="24134"/>
                  </a:lnTo>
                  <a:lnTo>
                    <a:pt x="7531" y="24289"/>
                  </a:lnTo>
                  <a:lnTo>
                    <a:pt x="7685" y="24405"/>
                  </a:lnTo>
                  <a:lnTo>
                    <a:pt x="7878" y="24520"/>
                  </a:lnTo>
                  <a:lnTo>
                    <a:pt x="7955" y="24559"/>
                  </a:lnTo>
                  <a:lnTo>
                    <a:pt x="8033" y="24520"/>
                  </a:lnTo>
                  <a:lnTo>
                    <a:pt x="8110" y="24482"/>
                  </a:lnTo>
                  <a:lnTo>
                    <a:pt x="8110" y="24366"/>
                  </a:lnTo>
                  <a:lnTo>
                    <a:pt x="8149" y="23787"/>
                  </a:lnTo>
                  <a:lnTo>
                    <a:pt x="8149" y="23208"/>
                  </a:lnTo>
                  <a:lnTo>
                    <a:pt x="8071" y="22628"/>
                  </a:lnTo>
                  <a:lnTo>
                    <a:pt x="7955" y="22049"/>
                  </a:lnTo>
                  <a:lnTo>
                    <a:pt x="8535" y="22049"/>
                  </a:lnTo>
                  <a:lnTo>
                    <a:pt x="8651" y="22010"/>
                  </a:lnTo>
                  <a:lnTo>
                    <a:pt x="8728" y="21972"/>
                  </a:lnTo>
                  <a:lnTo>
                    <a:pt x="8766" y="21933"/>
                  </a:lnTo>
                  <a:lnTo>
                    <a:pt x="8766" y="21895"/>
                  </a:lnTo>
                  <a:lnTo>
                    <a:pt x="8844" y="21006"/>
                  </a:lnTo>
                  <a:lnTo>
                    <a:pt x="8921" y="20543"/>
                  </a:lnTo>
                  <a:lnTo>
                    <a:pt x="8998" y="20118"/>
                  </a:lnTo>
                  <a:lnTo>
                    <a:pt x="9153" y="20118"/>
                  </a:lnTo>
                  <a:lnTo>
                    <a:pt x="9577" y="20041"/>
                  </a:lnTo>
                  <a:lnTo>
                    <a:pt x="9963" y="19964"/>
                  </a:lnTo>
                  <a:lnTo>
                    <a:pt x="10311" y="19809"/>
                  </a:lnTo>
                  <a:lnTo>
                    <a:pt x="10659" y="19655"/>
                  </a:lnTo>
                  <a:lnTo>
                    <a:pt x="10157" y="20389"/>
                  </a:lnTo>
                  <a:lnTo>
                    <a:pt x="9616" y="21161"/>
                  </a:lnTo>
                  <a:lnTo>
                    <a:pt x="9577" y="21238"/>
                  </a:lnTo>
                  <a:lnTo>
                    <a:pt x="9616" y="21354"/>
                  </a:lnTo>
                  <a:lnTo>
                    <a:pt x="9963" y="22049"/>
                  </a:lnTo>
                  <a:lnTo>
                    <a:pt x="10272" y="22783"/>
                  </a:lnTo>
                  <a:lnTo>
                    <a:pt x="10581" y="23516"/>
                  </a:lnTo>
                  <a:lnTo>
                    <a:pt x="10813" y="24250"/>
                  </a:lnTo>
                  <a:lnTo>
                    <a:pt x="10890" y="24327"/>
                  </a:lnTo>
                  <a:lnTo>
                    <a:pt x="11006" y="24405"/>
                  </a:lnTo>
                  <a:lnTo>
                    <a:pt x="11122" y="24405"/>
                  </a:lnTo>
                  <a:lnTo>
                    <a:pt x="11199" y="24289"/>
                  </a:lnTo>
                  <a:lnTo>
                    <a:pt x="13130" y="21740"/>
                  </a:lnTo>
                  <a:lnTo>
                    <a:pt x="14095" y="20389"/>
                  </a:lnTo>
                  <a:lnTo>
                    <a:pt x="14520" y="19732"/>
                  </a:lnTo>
                  <a:lnTo>
                    <a:pt x="14945" y="19037"/>
                  </a:lnTo>
                  <a:lnTo>
                    <a:pt x="14983" y="18960"/>
                  </a:lnTo>
                  <a:lnTo>
                    <a:pt x="14945" y="18883"/>
                  </a:lnTo>
                  <a:lnTo>
                    <a:pt x="14790" y="18535"/>
                  </a:lnTo>
                  <a:lnTo>
                    <a:pt x="14597" y="18149"/>
                  </a:lnTo>
                  <a:lnTo>
                    <a:pt x="14288" y="17454"/>
                  </a:lnTo>
                  <a:lnTo>
                    <a:pt x="13786" y="16180"/>
                  </a:lnTo>
                  <a:lnTo>
                    <a:pt x="14211" y="15369"/>
                  </a:lnTo>
                  <a:lnTo>
                    <a:pt x="14674" y="14558"/>
                  </a:lnTo>
                  <a:lnTo>
                    <a:pt x="15061" y="13708"/>
                  </a:lnTo>
                  <a:lnTo>
                    <a:pt x="15447" y="12897"/>
                  </a:lnTo>
                  <a:lnTo>
                    <a:pt x="16065" y="11391"/>
                  </a:lnTo>
                  <a:lnTo>
                    <a:pt x="16644" y="9885"/>
                  </a:lnTo>
                  <a:lnTo>
                    <a:pt x="17146" y="8341"/>
                  </a:lnTo>
                  <a:lnTo>
                    <a:pt x="17609" y="6796"/>
                  </a:lnTo>
                  <a:lnTo>
                    <a:pt x="17995" y="5213"/>
                  </a:lnTo>
                  <a:lnTo>
                    <a:pt x="18382" y="3630"/>
                  </a:lnTo>
                  <a:lnTo>
                    <a:pt x="18729" y="2047"/>
                  </a:lnTo>
                  <a:lnTo>
                    <a:pt x="19038" y="463"/>
                  </a:lnTo>
                  <a:lnTo>
                    <a:pt x="19038" y="386"/>
                  </a:lnTo>
                  <a:lnTo>
                    <a:pt x="18999" y="309"/>
                  </a:lnTo>
                  <a:lnTo>
                    <a:pt x="18999" y="232"/>
                  </a:lnTo>
                  <a:lnTo>
                    <a:pt x="18999" y="77"/>
                  </a:lnTo>
                  <a:lnTo>
                    <a:pt x="18961" y="39"/>
                  </a:lnTo>
                  <a:lnTo>
                    <a:pt x="1888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0" name="Google Shape;4090;p18"/>
            <p:cNvSpPr/>
            <p:nvPr/>
          </p:nvSpPr>
          <p:spPr>
            <a:xfrm>
              <a:off x="5947325" y="1038225"/>
              <a:ext cx="458575" cy="289650"/>
            </a:xfrm>
            <a:custGeom>
              <a:avLst/>
              <a:gdLst/>
              <a:ahLst/>
              <a:cxnLst/>
              <a:rect l="l" t="t" r="r" b="b"/>
              <a:pathLst>
                <a:path w="18343" h="11586" extrusionOk="0">
                  <a:moveTo>
                    <a:pt x="17068" y="387"/>
                  </a:moveTo>
                  <a:lnTo>
                    <a:pt x="17145" y="426"/>
                  </a:lnTo>
                  <a:lnTo>
                    <a:pt x="17223" y="503"/>
                  </a:lnTo>
                  <a:lnTo>
                    <a:pt x="17300" y="735"/>
                  </a:lnTo>
                  <a:lnTo>
                    <a:pt x="17377" y="928"/>
                  </a:lnTo>
                  <a:lnTo>
                    <a:pt x="17377" y="1121"/>
                  </a:lnTo>
                  <a:lnTo>
                    <a:pt x="17338" y="1314"/>
                  </a:lnTo>
                  <a:lnTo>
                    <a:pt x="17223" y="1546"/>
                  </a:lnTo>
                  <a:lnTo>
                    <a:pt x="16952" y="1893"/>
                  </a:lnTo>
                  <a:lnTo>
                    <a:pt x="16721" y="2125"/>
                  </a:lnTo>
                  <a:lnTo>
                    <a:pt x="16450" y="2356"/>
                  </a:lnTo>
                  <a:lnTo>
                    <a:pt x="16180" y="2550"/>
                  </a:lnTo>
                  <a:lnTo>
                    <a:pt x="15871" y="2665"/>
                  </a:lnTo>
                  <a:lnTo>
                    <a:pt x="15871" y="2086"/>
                  </a:lnTo>
                  <a:lnTo>
                    <a:pt x="15910" y="1777"/>
                  </a:lnTo>
                  <a:lnTo>
                    <a:pt x="15948" y="1468"/>
                  </a:lnTo>
                  <a:lnTo>
                    <a:pt x="16025" y="1198"/>
                  </a:lnTo>
                  <a:lnTo>
                    <a:pt x="16180" y="928"/>
                  </a:lnTo>
                  <a:lnTo>
                    <a:pt x="16334" y="696"/>
                  </a:lnTo>
                  <a:lnTo>
                    <a:pt x="16605" y="503"/>
                  </a:lnTo>
                  <a:lnTo>
                    <a:pt x="16836" y="426"/>
                  </a:lnTo>
                  <a:lnTo>
                    <a:pt x="16991" y="387"/>
                  </a:lnTo>
                  <a:close/>
                  <a:moveTo>
                    <a:pt x="14597" y="2974"/>
                  </a:moveTo>
                  <a:lnTo>
                    <a:pt x="14867" y="3013"/>
                  </a:lnTo>
                  <a:lnTo>
                    <a:pt x="15137" y="3090"/>
                  </a:lnTo>
                  <a:lnTo>
                    <a:pt x="15099" y="3206"/>
                  </a:lnTo>
                  <a:lnTo>
                    <a:pt x="14713" y="3515"/>
                  </a:lnTo>
                  <a:lnTo>
                    <a:pt x="14288" y="3747"/>
                  </a:lnTo>
                  <a:lnTo>
                    <a:pt x="14056" y="3862"/>
                  </a:lnTo>
                  <a:lnTo>
                    <a:pt x="13786" y="3940"/>
                  </a:lnTo>
                  <a:lnTo>
                    <a:pt x="13477" y="4017"/>
                  </a:lnTo>
                  <a:lnTo>
                    <a:pt x="13052" y="4017"/>
                  </a:lnTo>
                  <a:lnTo>
                    <a:pt x="12975" y="3940"/>
                  </a:lnTo>
                  <a:lnTo>
                    <a:pt x="12975" y="3862"/>
                  </a:lnTo>
                  <a:lnTo>
                    <a:pt x="12975" y="3708"/>
                  </a:lnTo>
                  <a:lnTo>
                    <a:pt x="13014" y="3476"/>
                  </a:lnTo>
                  <a:lnTo>
                    <a:pt x="13052" y="3360"/>
                  </a:lnTo>
                  <a:lnTo>
                    <a:pt x="13207" y="3245"/>
                  </a:lnTo>
                  <a:lnTo>
                    <a:pt x="13400" y="3167"/>
                  </a:lnTo>
                  <a:lnTo>
                    <a:pt x="13709" y="3052"/>
                  </a:lnTo>
                  <a:lnTo>
                    <a:pt x="14018" y="3013"/>
                  </a:lnTo>
                  <a:lnTo>
                    <a:pt x="14326" y="2974"/>
                  </a:lnTo>
                  <a:close/>
                  <a:moveTo>
                    <a:pt x="15678" y="3283"/>
                  </a:moveTo>
                  <a:lnTo>
                    <a:pt x="16334" y="3476"/>
                  </a:lnTo>
                  <a:lnTo>
                    <a:pt x="16643" y="3554"/>
                  </a:lnTo>
                  <a:lnTo>
                    <a:pt x="16991" y="3669"/>
                  </a:lnTo>
                  <a:lnTo>
                    <a:pt x="17261" y="3824"/>
                  </a:lnTo>
                  <a:lnTo>
                    <a:pt x="17531" y="4017"/>
                  </a:lnTo>
                  <a:lnTo>
                    <a:pt x="17725" y="4287"/>
                  </a:lnTo>
                  <a:lnTo>
                    <a:pt x="17802" y="4403"/>
                  </a:lnTo>
                  <a:lnTo>
                    <a:pt x="17879" y="4596"/>
                  </a:lnTo>
                  <a:lnTo>
                    <a:pt x="17918" y="4789"/>
                  </a:lnTo>
                  <a:lnTo>
                    <a:pt x="17879" y="4944"/>
                  </a:lnTo>
                  <a:lnTo>
                    <a:pt x="17802" y="5059"/>
                  </a:lnTo>
                  <a:lnTo>
                    <a:pt x="17647" y="5137"/>
                  </a:lnTo>
                  <a:lnTo>
                    <a:pt x="17493" y="5175"/>
                  </a:lnTo>
                  <a:lnTo>
                    <a:pt x="17338" y="5175"/>
                  </a:lnTo>
                  <a:lnTo>
                    <a:pt x="17145" y="5137"/>
                  </a:lnTo>
                  <a:lnTo>
                    <a:pt x="16991" y="5059"/>
                  </a:lnTo>
                  <a:lnTo>
                    <a:pt x="16643" y="4789"/>
                  </a:lnTo>
                  <a:lnTo>
                    <a:pt x="16373" y="4480"/>
                  </a:lnTo>
                  <a:lnTo>
                    <a:pt x="16180" y="4210"/>
                  </a:lnTo>
                  <a:lnTo>
                    <a:pt x="15987" y="3901"/>
                  </a:lnTo>
                  <a:lnTo>
                    <a:pt x="15832" y="3592"/>
                  </a:lnTo>
                  <a:lnTo>
                    <a:pt x="15678" y="3283"/>
                  </a:lnTo>
                  <a:close/>
                  <a:moveTo>
                    <a:pt x="4634" y="542"/>
                  </a:moveTo>
                  <a:lnTo>
                    <a:pt x="5252" y="580"/>
                  </a:lnTo>
                  <a:lnTo>
                    <a:pt x="5831" y="696"/>
                  </a:lnTo>
                  <a:lnTo>
                    <a:pt x="6410" y="850"/>
                  </a:lnTo>
                  <a:lnTo>
                    <a:pt x="6990" y="1121"/>
                  </a:lnTo>
                  <a:lnTo>
                    <a:pt x="7492" y="1430"/>
                  </a:lnTo>
                  <a:lnTo>
                    <a:pt x="7916" y="1739"/>
                  </a:lnTo>
                  <a:lnTo>
                    <a:pt x="8303" y="2086"/>
                  </a:lnTo>
                  <a:lnTo>
                    <a:pt x="8650" y="2472"/>
                  </a:lnTo>
                  <a:lnTo>
                    <a:pt x="8959" y="2858"/>
                  </a:lnTo>
                  <a:lnTo>
                    <a:pt x="9538" y="3669"/>
                  </a:lnTo>
                  <a:lnTo>
                    <a:pt x="10156" y="4480"/>
                  </a:lnTo>
                  <a:lnTo>
                    <a:pt x="10388" y="4828"/>
                  </a:lnTo>
                  <a:lnTo>
                    <a:pt x="10697" y="5137"/>
                  </a:lnTo>
                  <a:lnTo>
                    <a:pt x="11006" y="5446"/>
                  </a:lnTo>
                  <a:lnTo>
                    <a:pt x="11353" y="5677"/>
                  </a:lnTo>
                  <a:lnTo>
                    <a:pt x="11701" y="5870"/>
                  </a:lnTo>
                  <a:lnTo>
                    <a:pt x="12125" y="5986"/>
                  </a:lnTo>
                  <a:lnTo>
                    <a:pt x="12512" y="6025"/>
                  </a:lnTo>
                  <a:lnTo>
                    <a:pt x="12975" y="5986"/>
                  </a:lnTo>
                  <a:lnTo>
                    <a:pt x="13322" y="5870"/>
                  </a:lnTo>
                  <a:lnTo>
                    <a:pt x="13631" y="5755"/>
                  </a:lnTo>
                  <a:lnTo>
                    <a:pt x="13902" y="5600"/>
                  </a:lnTo>
                  <a:lnTo>
                    <a:pt x="14172" y="5407"/>
                  </a:lnTo>
                  <a:lnTo>
                    <a:pt x="14404" y="5214"/>
                  </a:lnTo>
                  <a:lnTo>
                    <a:pt x="14597" y="4982"/>
                  </a:lnTo>
                  <a:lnTo>
                    <a:pt x="14828" y="4712"/>
                  </a:lnTo>
                  <a:lnTo>
                    <a:pt x="14983" y="4442"/>
                  </a:lnTo>
                  <a:lnTo>
                    <a:pt x="14751" y="5253"/>
                  </a:lnTo>
                  <a:lnTo>
                    <a:pt x="14442" y="5986"/>
                  </a:lnTo>
                  <a:lnTo>
                    <a:pt x="14056" y="6720"/>
                  </a:lnTo>
                  <a:lnTo>
                    <a:pt x="13593" y="7415"/>
                  </a:lnTo>
                  <a:lnTo>
                    <a:pt x="13091" y="8071"/>
                  </a:lnTo>
                  <a:lnTo>
                    <a:pt x="12512" y="8651"/>
                  </a:lnTo>
                  <a:lnTo>
                    <a:pt x="11894" y="9191"/>
                  </a:lnTo>
                  <a:lnTo>
                    <a:pt x="11199" y="9693"/>
                  </a:lnTo>
                  <a:lnTo>
                    <a:pt x="10697" y="10002"/>
                  </a:lnTo>
                  <a:lnTo>
                    <a:pt x="10156" y="10272"/>
                  </a:lnTo>
                  <a:lnTo>
                    <a:pt x="9615" y="10466"/>
                  </a:lnTo>
                  <a:lnTo>
                    <a:pt x="9075" y="10659"/>
                  </a:lnTo>
                  <a:lnTo>
                    <a:pt x="8496" y="10774"/>
                  </a:lnTo>
                  <a:lnTo>
                    <a:pt x="7955" y="10890"/>
                  </a:lnTo>
                  <a:lnTo>
                    <a:pt x="7376" y="10929"/>
                  </a:lnTo>
                  <a:lnTo>
                    <a:pt x="6835" y="10929"/>
                  </a:lnTo>
                  <a:lnTo>
                    <a:pt x="6256" y="10890"/>
                  </a:lnTo>
                  <a:lnTo>
                    <a:pt x="5715" y="10774"/>
                  </a:lnTo>
                  <a:lnTo>
                    <a:pt x="5175" y="10620"/>
                  </a:lnTo>
                  <a:lnTo>
                    <a:pt x="4634" y="10466"/>
                  </a:lnTo>
                  <a:lnTo>
                    <a:pt x="4132" y="10195"/>
                  </a:lnTo>
                  <a:lnTo>
                    <a:pt x="3630" y="9925"/>
                  </a:lnTo>
                  <a:lnTo>
                    <a:pt x="3128" y="9577"/>
                  </a:lnTo>
                  <a:lnTo>
                    <a:pt x="2665" y="9191"/>
                  </a:lnTo>
                  <a:lnTo>
                    <a:pt x="2201" y="8767"/>
                  </a:lnTo>
                  <a:lnTo>
                    <a:pt x="1777" y="8303"/>
                  </a:lnTo>
                  <a:lnTo>
                    <a:pt x="1429" y="7801"/>
                  </a:lnTo>
                  <a:lnTo>
                    <a:pt x="1082" y="7261"/>
                  </a:lnTo>
                  <a:lnTo>
                    <a:pt x="811" y="6720"/>
                  </a:lnTo>
                  <a:lnTo>
                    <a:pt x="618" y="6141"/>
                  </a:lnTo>
                  <a:lnTo>
                    <a:pt x="464" y="5523"/>
                  </a:lnTo>
                  <a:lnTo>
                    <a:pt x="425" y="4905"/>
                  </a:lnTo>
                  <a:lnTo>
                    <a:pt x="464" y="4287"/>
                  </a:lnTo>
                  <a:lnTo>
                    <a:pt x="618" y="3708"/>
                  </a:lnTo>
                  <a:lnTo>
                    <a:pt x="811" y="3129"/>
                  </a:lnTo>
                  <a:lnTo>
                    <a:pt x="1120" y="2588"/>
                  </a:lnTo>
                  <a:lnTo>
                    <a:pt x="1468" y="2086"/>
                  </a:lnTo>
                  <a:lnTo>
                    <a:pt x="1892" y="1661"/>
                  </a:lnTo>
                  <a:lnTo>
                    <a:pt x="2356" y="1275"/>
                  </a:lnTo>
                  <a:lnTo>
                    <a:pt x="2896" y="1005"/>
                  </a:lnTo>
                  <a:lnTo>
                    <a:pt x="3476" y="773"/>
                  </a:lnTo>
                  <a:lnTo>
                    <a:pt x="4055" y="619"/>
                  </a:lnTo>
                  <a:lnTo>
                    <a:pt x="4634" y="542"/>
                  </a:lnTo>
                  <a:close/>
                  <a:moveTo>
                    <a:pt x="16875" y="1"/>
                  </a:moveTo>
                  <a:lnTo>
                    <a:pt x="16682" y="40"/>
                  </a:lnTo>
                  <a:lnTo>
                    <a:pt x="16450" y="155"/>
                  </a:lnTo>
                  <a:lnTo>
                    <a:pt x="16257" y="271"/>
                  </a:lnTo>
                  <a:lnTo>
                    <a:pt x="16103" y="426"/>
                  </a:lnTo>
                  <a:lnTo>
                    <a:pt x="15948" y="580"/>
                  </a:lnTo>
                  <a:lnTo>
                    <a:pt x="15832" y="773"/>
                  </a:lnTo>
                  <a:lnTo>
                    <a:pt x="15717" y="1005"/>
                  </a:lnTo>
                  <a:lnTo>
                    <a:pt x="15601" y="1237"/>
                  </a:lnTo>
                  <a:lnTo>
                    <a:pt x="15485" y="1739"/>
                  </a:lnTo>
                  <a:lnTo>
                    <a:pt x="15446" y="2279"/>
                  </a:lnTo>
                  <a:lnTo>
                    <a:pt x="15485" y="2820"/>
                  </a:lnTo>
                  <a:lnTo>
                    <a:pt x="15369" y="2820"/>
                  </a:lnTo>
                  <a:lnTo>
                    <a:pt x="15330" y="2858"/>
                  </a:lnTo>
                  <a:lnTo>
                    <a:pt x="14906" y="2743"/>
                  </a:lnTo>
                  <a:lnTo>
                    <a:pt x="14442" y="2665"/>
                  </a:lnTo>
                  <a:lnTo>
                    <a:pt x="13979" y="2665"/>
                  </a:lnTo>
                  <a:lnTo>
                    <a:pt x="13516" y="2743"/>
                  </a:lnTo>
                  <a:lnTo>
                    <a:pt x="13168" y="2858"/>
                  </a:lnTo>
                  <a:lnTo>
                    <a:pt x="12975" y="2974"/>
                  </a:lnTo>
                  <a:lnTo>
                    <a:pt x="12782" y="3090"/>
                  </a:lnTo>
                  <a:lnTo>
                    <a:pt x="12627" y="3206"/>
                  </a:lnTo>
                  <a:lnTo>
                    <a:pt x="12512" y="3360"/>
                  </a:lnTo>
                  <a:lnTo>
                    <a:pt x="12396" y="3554"/>
                  </a:lnTo>
                  <a:lnTo>
                    <a:pt x="12396" y="3747"/>
                  </a:lnTo>
                  <a:lnTo>
                    <a:pt x="12396" y="3940"/>
                  </a:lnTo>
                  <a:lnTo>
                    <a:pt x="12473" y="4094"/>
                  </a:lnTo>
                  <a:lnTo>
                    <a:pt x="12627" y="4210"/>
                  </a:lnTo>
                  <a:lnTo>
                    <a:pt x="12782" y="4287"/>
                  </a:lnTo>
                  <a:lnTo>
                    <a:pt x="12975" y="4364"/>
                  </a:lnTo>
                  <a:lnTo>
                    <a:pt x="13168" y="4403"/>
                  </a:lnTo>
                  <a:lnTo>
                    <a:pt x="13516" y="4364"/>
                  </a:lnTo>
                  <a:lnTo>
                    <a:pt x="13863" y="4326"/>
                  </a:lnTo>
                  <a:lnTo>
                    <a:pt x="14211" y="4210"/>
                  </a:lnTo>
                  <a:lnTo>
                    <a:pt x="14520" y="4017"/>
                  </a:lnTo>
                  <a:lnTo>
                    <a:pt x="14828" y="3824"/>
                  </a:lnTo>
                  <a:lnTo>
                    <a:pt x="14597" y="4287"/>
                  </a:lnTo>
                  <a:lnTo>
                    <a:pt x="14288" y="4673"/>
                  </a:lnTo>
                  <a:lnTo>
                    <a:pt x="14133" y="4866"/>
                  </a:lnTo>
                  <a:lnTo>
                    <a:pt x="13940" y="5021"/>
                  </a:lnTo>
                  <a:lnTo>
                    <a:pt x="13709" y="5175"/>
                  </a:lnTo>
                  <a:lnTo>
                    <a:pt x="13516" y="5291"/>
                  </a:lnTo>
                  <a:lnTo>
                    <a:pt x="13129" y="5446"/>
                  </a:lnTo>
                  <a:lnTo>
                    <a:pt x="12743" y="5523"/>
                  </a:lnTo>
                  <a:lnTo>
                    <a:pt x="12396" y="5523"/>
                  </a:lnTo>
                  <a:lnTo>
                    <a:pt x="12048" y="5446"/>
                  </a:lnTo>
                  <a:lnTo>
                    <a:pt x="11739" y="5330"/>
                  </a:lnTo>
                  <a:lnTo>
                    <a:pt x="11430" y="5137"/>
                  </a:lnTo>
                  <a:lnTo>
                    <a:pt x="11121" y="4905"/>
                  </a:lnTo>
                  <a:lnTo>
                    <a:pt x="10851" y="4635"/>
                  </a:lnTo>
                  <a:lnTo>
                    <a:pt x="10542" y="4210"/>
                  </a:lnTo>
                  <a:lnTo>
                    <a:pt x="10195" y="3785"/>
                  </a:lnTo>
                  <a:lnTo>
                    <a:pt x="9615" y="2936"/>
                  </a:lnTo>
                  <a:lnTo>
                    <a:pt x="9307" y="2511"/>
                  </a:lnTo>
                  <a:lnTo>
                    <a:pt x="8959" y="2086"/>
                  </a:lnTo>
                  <a:lnTo>
                    <a:pt x="8573" y="1700"/>
                  </a:lnTo>
                  <a:lnTo>
                    <a:pt x="8187" y="1352"/>
                  </a:lnTo>
                  <a:lnTo>
                    <a:pt x="7646" y="966"/>
                  </a:lnTo>
                  <a:lnTo>
                    <a:pt x="7105" y="657"/>
                  </a:lnTo>
                  <a:lnTo>
                    <a:pt x="6526" y="426"/>
                  </a:lnTo>
                  <a:lnTo>
                    <a:pt x="5947" y="271"/>
                  </a:lnTo>
                  <a:lnTo>
                    <a:pt x="5329" y="155"/>
                  </a:lnTo>
                  <a:lnTo>
                    <a:pt x="4750" y="117"/>
                  </a:lnTo>
                  <a:lnTo>
                    <a:pt x="4132" y="155"/>
                  </a:lnTo>
                  <a:lnTo>
                    <a:pt x="3553" y="271"/>
                  </a:lnTo>
                  <a:lnTo>
                    <a:pt x="3283" y="348"/>
                  </a:lnTo>
                  <a:lnTo>
                    <a:pt x="2935" y="464"/>
                  </a:lnTo>
                  <a:lnTo>
                    <a:pt x="2588" y="619"/>
                  </a:lnTo>
                  <a:lnTo>
                    <a:pt x="2279" y="812"/>
                  </a:lnTo>
                  <a:lnTo>
                    <a:pt x="1931" y="1005"/>
                  </a:lnTo>
                  <a:lnTo>
                    <a:pt x="1661" y="1275"/>
                  </a:lnTo>
                  <a:lnTo>
                    <a:pt x="1352" y="1546"/>
                  </a:lnTo>
                  <a:lnTo>
                    <a:pt x="1082" y="1854"/>
                  </a:lnTo>
                  <a:lnTo>
                    <a:pt x="850" y="2163"/>
                  </a:lnTo>
                  <a:lnTo>
                    <a:pt x="541" y="2665"/>
                  </a:lnTo>
                  <a:lnTo>
                    <a:pt x="309" y="3167"/>
                  </a:lnTo>
                  <a:lnTo>
                    <a:pt x="155" y="3669"/>
                  </a:lnTo>
                  <a:lnTo>
                    <a:pt x="78" y="4171"/>
                  </a:lnTo>
                  <a:lnTo>
                    <a:pt x="0" y="4712"/>
                  </a:lnTo>
                  <a:lnTo>
                    <a:pt x="39" y="5214"/>
                  </a:lnTo>
                  <a:lnTo>
                    <a:pt x="78" y="5716"/>
                  </a:lnTo>
                  <a:lnTo>
                    <a:pt x="193" y="6218"/>
                  </a:lnTo>
                  <a:lnTo>
                    <a:pt x="386" y="6720"/>
                  </a:lnTo>
                  <a:lnTo>
                    <a:pt x="580" y="7222"/>
                  </a:lnTo>
                  <a:lnTo>
                    <a:pt x="811" y="7685"/>
                  </a:lnTo>
                  <a:lnTo>
                    <a:pt x="1082" y="8110"/>
                  </a:lnTo>
                  <a:lnTo>
                    <a:pt x="1429" y="8573"/>
                  </a:lnTo>
                  <a:lnTo>
                    <a:pt x="1777" y="8960"/>
                  </a:lnTo>
                  <a:lnTo>
                    <a:pt x="2124" y="9384"/>
                  </a:lnTo>
                  <a:lnTo>
                    <a:pt x="2549" y="9732"/>
                  </a:lnTo>
                  <a:lnTo>
                    <a:pt x="3090" y="10157"/>
                  </a:lnTo>
                  <a:lnTo>
                    <a:pt x="3630" y="10504"/>
                  </a:lnTo>
                  <a:lnTo>
                    <a:pt x="4209" y="10774"/>
                  </a:lnTo>
                  <a:lnTo>
                    <a:pt x="4789" y="11045"/>
                  </a:lnTo>
                  <a:lnTo>
                    <a:pt x="5406" y="11199"/>
                  </a:lnTo>
                  <a:lnTo>
                    <a:pt x="6024" y="11354"/>
                  </a:lnTo>
                  <a:lnTo>
                    <a:pt x="6642" y="11392"/>
                  </a:lnTo>
                  <a:lnTo>
                    <a:pt x="7260" y="11431"/>
                  </a:lnTo>
                  <a:lnTo>
                    <a:pt x="7337" y="11585"/>
                  </a:lnTo>
                  <a:lnTo>
                    <a:pt x="7646" y="11392"/>
                  </a:lnTo>
                  <a:lnTo>
                    <a:pt x="8457" y="11315"/>
                  </a:lnTo>
                  <a:lnTo>
                    <a:pt x="9268" y="11122"/>
                  </a:lnTo>
                  <a:lnTo>
                    <a:pt x="10079" y="10813"/>
                  </a:lnTo>
                  <a:lnTo>
                    <a:pt x="10851" y="10466"/>
                  </a:lnTo>
                  <a:lnTo>
                    <a:pt x="11546" y="10041"/>
                  </a:lnTo>
                  <a:lnTo>
                    <a:pt x="12164" y="9577"/>
                  </a:lnTo>
                  <a:lnTo>
                    <a:pt x="12434" y="9384"/>
                  </a:lnTo>
                  <a:lnTo>
                    <a:pt x="13052" y="8805"/>
                  </a:lnTo>
                  <a:lnTo>
                    <a:pt x="13631" y="8187"/>
                  </a:lnTo>
                  <a:lnTo>
                    <a:pt x="14133" y="7492"/>
                  </a:lnTo>
                  <a:lnTo>
                    <a:pt x="14597" y="6797"/>
                  </a:lnTo>
                  <a:lnTo>
                    <a:pt x="14944" y="6025"/>
                  </a:lnTo>
                  <a:lnTo>
                    <a:pt x="15099" y="5639"/>
                  </a:lnTo>
                  <a:lnTo>
                    <a:pt x="15253" y="5214"/>
                  </a:lnTo>
                  <a:lnTo>
                    <a:pt x="15330" y="4828"/>
                  </a:lnTo>
                  <a:lnTo>
                    <a:pt x="15408" y="4403"/>
                  </a:lnTo>
                  <a:lnTo>
                    <a:pt x="15485" y="4017"/>
                  </a:lnTo>
                  <a:lnTo>
                    <a:pt x="15485" y="3592"/>
                  </a:lnTo>
                  <a:lnTo>
                    <a:pt x="15678" y="4056"/>
                  </a:lnTo>
                  <a:lnTo>
                    <a:pt x="15948" y="4480"/>
                  </a:lnTo>
                  <a:lnTo>
                    <a:pt x="16257" y="4866"/>
                  </a:lnTo>
                  <a:lnTo>
                    <a:pt x="16605" y="5214"/>
                  </a:lnTo>
                  <a:lnTo>
                    <a:pt x="16759" y="5368"/>
                  </a:lnTo>
                  <a:lnTo>
                    <a:pt x="16991" y="5484"/>
                  </a:lnTo>
                  <a:lnTo>
                    <a:pt x="17184" y="5561"/>
                  </a:lnTo>
                  <a:lnTo>
                    <a:pt x="17416" y="5639"/>
                  </a:lnTo>
                  <a:lnTo>
                    <a:pt x="17609" y="5677"/>
                  </a:lnTo>
                  <a:lnTo>
                    <a:pt x="17840" y="5639"/>
                  </a:lnTo>
                  <a:lnTo>
                    <a:pt x="18033" y="5523"/>
                  </a:lnTo>
                  <a:lnTo>
                    <a:pt x="18188" y="5330"/>
                  </a:lnTo>
                  <a:lnTo>
                    <a:pt x="18304" y="5137"/>
                  </a:lnTo>
                  <a:lnTo>
                    <a:pt x="18342" y="4944"/>
                  </a:lnTo>
                  <a:lnTo>
                    <a:pt x="18304" y="4712"/>
                  </a:lnTo>
                  <a:lnTo>
                    <a:pt x="18265" y="4519"/>
                  </a:lnTo>
                  <a:lnTo>
                    <a:pt x="18188" y="4287"/>
                  </a:lnTo>
                  <a:lnTo>
                    <a:pt x="18072" y="4133"/>
                  </a:lnTo>
                  <a:lnTo>
                    <a:pt x="17956" y="3940"/>
                  </a:lnTo>
                  <a:lnTo>
                    <a:pt x="17802" y="3785"/>
                  </a:lnTo>
                  <a:lnTo>
                    <a:pt x="17647" y="3631"/>
                  </a:lnTo>
                  <a:lnTo>
                    <a:pt x="17416" y="3476"/>
                  </a:lnTo>
                  <a:lnTo>
                    <a:pt x="16952" y="3245"/>
                  </a:lnTo>
                  <a:lnTo>
                    <a:pt x="16489" y="3052"/>
                  </a:lnTo>
                  <a:lnTo>
                    <a:pt x="15987" y="2936"/>
                  </a:lnTo>
                  <a:lnTo>
                    <a:pt x="16412" y="2781"/>
                  </a:lnTo>
                  <a:lnTo>
                    <a:pt x="16836" y="2511"/>
                  </a:lnTo>
                  <a:lnTo>
                    <a:pt x="17184" y="2202"/>
                  </a:lnTo>
                  <a:lnTo>
                    <a:pt x="17493" y="1816"/>
                  </a:lnTo>
                  <a:lnTo>
                    <a:pt x="17609" y="1584"/>
                  </a:lnTo>
                  <a:lnTo>
                    <a:pt x="17725" y="1352"/>
                  </a:lnTo>
                  <a:lnTo>
                    <a:pt x="17763" y="1082"/>
                  </a:lnTo>
                  <a:lnTo>
                    <a:pt x="17802" y="850"/>
                  </a:lnTo>
                  <a:lnTo>
                    <a:pt x="17802" y="580"/>
                  </a:lnTo>
                  <a:lnTo>
                    <a:pt x="17725" y="387"/>
                  </a:lnTo>
                  <a:lnTo>
                    <a:pt x="17570" y="194"/>
                  </a:lnTo>
                  <a:lnTo>
                    <a:pt x="17454" y="117"/>
                  </a:lnTo>
                  <a:lnTo>
                    <a:pt x="17338" y="40"/>
                  </a:lnTo>
                  <a:lnTo>
                    <a:pt x="171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1" name="Google Shape;4091;p18"/>
            <p:cNvSpPr/>
            <p:nvPr/>
          </p:nvSpPr>
          <p:spPr>
            <a:xfrm>
              <a:off x="5978200" y="1074925"/>
              <a:ext cx="144850" cy="162200"/>
            </a:xfrm>
            <a:custGeom>
              <a:avLst/>
              <a:gdLst/>
              <a:ahLst/>
              <a:cxnLst/>
              <a:rect l="l" t="t" r="r" b="b"/>
              <a:pathLst>
                <a:path w="5794" h="6488" extrusionOk="0">
                  <a:moveTo>
                    <a:pt x="2241" y="425"/>
                  </a:moveTo>
                  <a:lnTo>
                    <a:pt x="2781" y="464"/>
                  </a:lnTo>
                  <a:lnTo>
                    <a:pt x="3283" y="580"/>
                  </a:lnTo>
                  <a:lnTo>
                    <a:pt x="3747" y="734"/>
                  </a:lnTo>
                  <a:lnTo>
                    <a:pt x="4171" y="1004"/>
                  </a:lnTo>
                  <a:lnTo>
                    <a:pt x="4558" y="1313"/>
                  </a:lnTo>
                  <a:lnTo>
                    <a:pt x="4751" y="1506"/>
                  </a:lnTo>
                  <a:lnTo>
                    <a:pt x="4905" y="1738"/>
                  </a:lnTo>
                  <a:lnTo>
                    <a:pt x="5021" y="1931"/>
                  </a:lnTo>
                  <a:lnTo>
                    <a:pt x="5137" y="2163"/>
                  </a:lnTo>
                  <a:lnTo>
                    <a:pt x="5214" y="2433"/>
                  </a:lnTo>
                  <a:lnTo>
                    <a:pt x="5291" y="2703"/>
                  </a:lnTo>
                  <a:lnTo>
                    <a:pt x="5330" y="3167"/>
                  </a:lnTo>
                  <a:lnTo>
                    <a:pt x="5330" y="3630"/>
                  </a:lnTo>
                  <a:lnTo>
                    <a:pt x="5214" y="4132"/>
                  </a:lnTo>
                  <a:lnTo>
                    <a:pt x="5021" y="4557"/>
                  </a:lnTo>
                  <a:lnTo>
                    <a:pt x="4789" y="4982"/>
                  </a:lnTo>
                  <a:lnTo>
                    <a:pt x="4480" y="5329"/>
                  </a:lnTo>
                  <a:lnTo>
                    <a:pt x="4287" y="5484"/>
                  </a:lnTo>
                  <a:lnTo>
                    <a:pt x="4094" y="5638"/>
                  </a:lnTo>
                  <a:lnTo>
                    <a:pt x="3901" y="5754"/>
                  </a:lnTo>
                  <a:lnTo>
                    <a:pt x="3669" y="5831"/>
                  </a:lnTo>
                  <a:lnTo>
                    <a:pt x="3360" y="5947"/>
                  </a:lnTo>
                  <a:lnTo>
                    <a:pt x="3090" y="5986"/>
                  </a:lnTo>
                  <a:lnTo>
                    <a:pt x="2820" y="6024"/>
                  </a:lnTo>
                  <a:lnTo>
                    <a:pt x="2550" y="5986"/>
                  </a:lnTo>
                  <a:lnTo>
                    <a:pt x="2279" y="5947"/>
                  </a:lnTo>
                  <a:lnTo>
                    <a:pt x="2048" y="5870"/>
                  </a:lnTo>
                  <a:lnTo>
                    <a:pt x="1855" y="5754"/>
                  </a:lnTo>
                  <a:lnTo>
                    <a:pt x="1623" y="5638"/>
                  </a:lnTo>
                  <a:lnTo>
                    <a:pt x="1430" y="5484"/>
                  </a:lnTo>
                  <a:lnTo>
                    <a:pt x="1275" y="5291"/>
                  </a:lnTo>
                  <a:lnTo>
                    <a:pt x="1082" y="5097"/>
                  </a:lnTo>
                  <a:lnTo>
                    <a:pt x="966" y="4904"/>
                  </a:lnTo>
                  <a:lnTo>
                    <a:pt x="696" y="4441"/>
                  </a:lnTo>
                  <a:lnTo>
                    <a:pt x="542" y="3900"/>
                  </a:lnTo>
                  <a:lnTo>
                    <a:pt x="426" y="3398"/>
                  </a:lnTo>
                  <a:lnTo>
                    <a:pt x="426" y="2858"/>
                  </a:lnTo>
                  <a:lnTo>
                    <a:pt x="503" y="2317"/>
                  </a:lnTo>
                  <a:lnTo>
                    <a:pt x="542" y="2047"/>
                  </a:lnTo>
                  <a:lnTo>
                    <a:pt x="657" y="1815"/>
                  </a:lnTo>
                  <a:lnTo>
                    <a:pt x="735" y="1584"/>
                  </a:lnTo>
                  <a:lnTo>
                    <a:pt x="889" y="1352"/>
                  </a:lnTo>
                  <a:lnTo>
                    <a:pt x="1044" y="1159"/>
                  </a:lnTo>
                  <a:lnTo>
                    <a:pt x="1237" y="1004"/>
                  </a:lnTo>
                  <a:lnTo>
                    <a:pt x="1430" y="811"/>
                  </a:lnTo>
                  <a:lnTo>
                    <a:pt x="1661" y="695"/>
                  </a:lnTo>
                  <a:lnTo>
                    <a:pt x="1893" y="580"/>
                  </a:lnTo>
                  <a:lnTo>
                    <a:pt x="2202" y="502"/>
                  </a:lnTo>
                  <a:lnTo>
                    <a:pt x="2241" y="464"/>
                  </a:lnTo>
                  <a:lnTo>
                    <a:pt x="2241" y="425"/>
                  </a:lnTo>
                  <a:close/>
                  <a:moveTo>
                    <a:pt x="2279" y="0"/>
                  </a:moveTo>
                  <a:lnTo>
                    <a:pt x="1970" y="39"/>
                  </a:lnTo>
                  <a:lnTo>
                    <a:pt x="1893" y="78"/>
                  </a:lnTo>
                  <a:lnTo>
                    <a:pt x="1816" y="116"/>
                  </a:lnTo>
                  <a:lnTo>
                    <a:pt x="1816" y="193"/>
                  </a:lnTo>
                  <a:lnTo>
                    <a:pt x="1816" y="271"/>
                  </a:lnTo>
                  <a:lnTo>
                    <a:pt x="1507" y="348"/>
                  </a:lnTo>
                  <a:lnTo>
                    <a:pt x="1275" y="464"/>
                  </a:lnTo>
                  <a:lnTo>
                    <a:pt x="1044" y="618"/>
                  </a:lnTo>
                  <a:lnTo>
                    <a:pt x="812" y="773"/>
                  </a:lnTo>
                  <a:lnTo>
                    <a:pt x="619" y="966"/>
                  </a:lnTo>
                  <a:lnTo>
                    <a:pt x="464" y="1197"/>
                  </a:lnTo>
                  <a:lnTo>
                    <a:pt x="349" y="1429"/>
                  </a:lnTo>
                  <a:lnTo>
                    <a:pt x="233" y="1661"/>
                  </a:lnTo>
                  <a:lnTo>
                    <a:pt x="117" y="1931"/>
                  </a:lnTo>
                  <a:lnTo>
                    <a:pt x="78" y="2201"/>
                  </a:lnTo>
                  <a:lnTo>
                    <a:pt x="1" y="2781"/>
                  </a:lnTo>
                  <a:lnTo>
                    <a:pt x="1" y="3360"/>
                  </a:lnTo>
                  <a:lnTo>
                    <a:pt x="78" y="3900"/>
                  </a:lnTo>
                  <a:lnTo>
                    <a:pt x="271" y="4518"/>
                  </a:lnTo>
                  <a:lnTo>
                    <a:pt x="387" y="4827"/>
                  </a:lnTo>
                  <a:lnTo>
                    <a:pt x="542" y="5097"/>
                  </a:lnTo>
                  <a:lnTo>
                    <a:pt x="696" y="5329"/>
                  </a:lnTo>
                  <a:lnTo>
                    <a:pt x="851" y="5561"/>
                  </a:lnTo>
                  <a:lnTo>
                    <a:pt x="1082" y="5793"/>
                  </a:lnTo>
                  <a:lnTo>
                    <a:pt x="1275" y="5986"/>
                  </a:lnTo>
                  <a:lnTo>
                    <a:pt x="1507" y="6140"/>
                  </a:lnTo>
                  <a:lnTo>
                    <a:pt x="1739" y="6256"/>
                  </a:lnTo>
                  <a:lnTo>
                    <a:pt x="2009" y="6372"/>
                  </a:lnTo>
                  <a:lnTo>
                    <a:pt x="2279" y="6449"/>
                  </a:lnTo>
                  <a:lnTo>
                    <a:pt x="2588" y="6488"/>
                  </a:lnTo>
                  <a:lnTo>
                    <a:pt x="2897" y="6488"/>
                  </a:lnTo>
                  <a:lnTo>
                    <a:pt x="3206" y="6449"/>
                  </a:lnTo>
                  <a:lnTo>
                    <a:pt x="3554" y="6372"/>
                  </a:lnTo>
                  <a:lnTo>
                    <a:pt x="3862" y="6256"/>
                  </a:lnTo>
                  <a:lnTo>
                    <a:pt x="4133" y="6140"/>
                  </a:lnTo>
                  <a:lnTo>
                    <a:pt x="4403" y="5986"/>
                  </a:lnTo>
                  <a:lnTo>
                    <a:pt x="4635" y="5793"/>
                  </a:lnTo>
                  <a:lnTo>
                    <a:pt x="4866" y="5599"/>
                  </a:lnTo>
                  <a:lnTo>
                    <a:pt x="5060" y="5368"/>
                  </a:lnTo>
                  <a:lnTo>
                    <a:pt x="5214" y="5136"/>
                  </a:lnTo>
                  <a:lnTo>
                    <a:pt x="5368" y="4866"/>
                  </a:lnTo>
                  <a:lnTo>
                    <a:pt x="5523" y="4634"/>
                  </a:lnTo>
                  <a:lnTo>
                    <a:pt x="5639" y="4325"/>
                  </a:lnTo>
                  <a:lnTo>
                    <a:pt x="5716" y="4055"/>
                  </a:lnTo>
                  <a:lnTo>
                    <a:pt x="5755" y="3746"/>
                  </a:lnTo>
                  <a:lnTo>
                    <a:pt x="5793" y="3437"/>
                  </a:lnTo>
                  <a:lnTo>
                    <a:pt x="5793" y="3128"/>
                  </a:lnTo>
                  <a:lnTo>
                    <a:pt x="5793" y="2858"/>
                  </a:lnTo>
                  <a:lnTo>
                    <a:pt x="5716" y="2549"/>
                  </a:lnTo>
                  <a:lnTo>
                    <a:pt x="5639" y="2240"/>
                  </a:lnTo>
                  <a:lnTo>
                    <a:pt x="5523" y="1931"/>
                  </a:lnTo>
                  <a:lnTo>
                    <a:pt x="5368" y="1661"/>
                  </a:lnTo>
                  <a:lnTo>
                    <a:pt x="5214" y="1390"/>
                  </a:lnTo>
                  <a:lnTo>
                    <a:pt x="5021" y="1159"/>
                  </a:lnTo>
                  <a:lnTo>
                    <a:pt x="4828" y="927"/>
                  </a:lnTo>
                  <a:lnTo>
                    <a:pt x="4596" y="734"/>
                  </a:lnTo>
                  <a:lnTo>
                    <a:pt x="4326" y="541"/>
                  </a:lnTo>
                  <a:lnTo>
                    <a:pt x="4094" y="386"/>
                  </a:lnTo>
                  <a:lnTo>
                    <a:pt x="3824" y="271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2" name="Google Shape;4092;p18"/>
            <p:cNvSpPr/>
            <p:nvPr/>
          </p:nvSpPr>
          <p:spPr>
            <a:xfrm>
              <a:off x="5341075" y="1099050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0" y="78"/>
                  </a:lnTo>
                  <a:lnTo>
                    <a:pt x="2510" y="194"/>
                  </a:lnTo>
                  <a:lnTo>
                    <a:pt x="2240" y="310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0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0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9" y="4866"/>
                  </a:lnTo>
                  <a:lnTo>
                    <a:pt x="888" y="4828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7" y="3167"/>
                  </a:lnTo>
                  <a:lnTo>
                    <a:pt x="772" y="2742"/>
                  </a:lnTo>
                  <a:lnTo>
                    <a:pt x="966" y="2318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80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3" name="Google Shape;4093;p18"/>
            <p:cNvSpPr/>
            <p:nvPr/>
          </p:nvSpPr>
          <p:spPr>
            <a:xfrm>
              <a:off x="695700" y="1106775"/>
              <a:ext cx="102350" cy="132275"/>
            </a:xfrm>
            <a:custGeom>
              <a:avLst/>
              <a:gdLst/>
              <a:ahLst/>
              <a:cxnLst/>
              <a:rect l="l" t="t" r="r" b="b"/>
              <a:pathLst>
                <a:path w="4094" h="5291" extrusionOk="0">
                  <a:moveTo>
                    <a:pt x="2279" y="1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4" y="1893"/>
                  </a:lnTo>
                  <a:lnTo>
                    <a:pt x="116" y="2279"/>
                  </a:lnTo>
                  <a:lnTo>
                    <a:pt x="39" y="2665"/>
                  </a:lnTo>
                  <a:lnTo>
                    <a:pt x="0" y="3051"/>
                  </a:lnTo>
                  <a:lnTo>
                    <a:pt x="0" y="3823"/>
                  </a:lnTo>
                  <a:lnTo>
                    <a:pt x="0" y="5291"/>
                  </a:lnTo>
                  <a:lnTo>
                    <a:pt x="425" y="5291"/>
                  </a:lnTo>
                  <a:lnTo>
                    <a:pt x="464" y="4750"/>
                  </a:lnTo>
                  <a:lnTo>
                    <a:pt x="464" y="4210"/>
                  </a:lnTo>
                  <a:lnTo>
                    <a:pt x="464" y="3630"/>
                  </a:lnTo>
                  <a:lnTo>
                    <a:pt x="464" y="3090"/>
                  </a:lnTo>
                  <a:lnTo>
                    <a:pt x="541" y="2549"/>
                  </a:lnTo>
                  <a:lnTo>
                    <a:pt x="657" y="2047"/>
                  </a:lnTo>
                  <a:lnTo>
                    <a:pt x="773" y="1816"/>
                  </a:lnTo>
                  <a:lnTo>
                    <a:pt x="889" y="1545"/>
                  </a:lnTo>
                  <a:lnTo>
                    <a:pt x="1043" y="1352"/>
                  </a:lnTo>
                  <a:lnTo>
                    <a:pt x="1198" y="1120"/>
                  </a:lnTo>
                  <a:lnTo>
                    <a:pt x="1391" y="927"/>
                  </a:lnTo>
                  <a:lnTo>
                    <a:pt x="1622" y="773"/>
                  </a:lnTo>
                  <a:lnTo>
                    <a:pt x="1854" y="657"/>
                  </a:lnTo>
                  <a:lnTo>
                    <a:pt x="2124" y="580"/>
                  </a:lnTo>
                  <a:lnTo>
                    <a:pt x="2433" y="541"/>
                  </a:lnTo>
                  <a:lnTo>
                    <a:pt x="2703" y="541"/>
                  </a:lnTo>
                  <a:lnTo>
                    <a:pt x="2974" y="618"/>
                  </a:lnTo>
                  <a:lnTo>
                    <a:pt x="3205" y="773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2" y="1391"/>
                  </a:lnTo>
                  <a:lnTo>
                    <a:pt x="3669" y="1661"/>
                  </a:lnTo>
                  <a:lnTo>
                    <a:pt x="4094" y="1545"/>
                  </a:lnTo>
                  <a:lnTo>
                    <a:pt x="3978" y="1159"/>
                  </a:lnTo>
                  <a:lnTo>
                    <a:pt x="3823" y="812"/>
                  </a:lnTo>
                  <a:lnTo>
                    <a:pt x="3630" y="503"/>
                  </a:lnTo>
                  <a:lnTo>
                    <a:pt x="3399" y="271"/>
                  </a:lnTo>
                  <a:lnTo>
                    <a:pt x="3244" y="194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4" name="Google Shape;4094;p18"/>
            <p:cNvSpPr/>
            <p:nvPr/>
          </p:nvSpPr>
          <p:spPr>
            <a:xfrm>
              <a:off x="560550" y="1107750"/>
              <a:ext cx="437325" cy="302175"/>
            </a:xfrm>
            <a:custGeom>
              <a:avLst/>
              <a:gdLst/>
              <a:ahLst/>
              <a:cxnLst/>
              <a:rect l="l" t="t" r="r" b="b"/>
              <a:pathLst>
                <a:path w="17493" h="12087" extrusionOk="0">
                  <a:moveTo>
                    <a:pt x="11971" y="502"/>
                  </a:moveTo>
                  <a:lnTo>
                    <a:pt x="12087" y="541"/>
                  </a:lnTo>
                  <a:lnTo>
                    <a:pt x="12203" y="579"/>
                  </a:lnTo>
                  <a:lnTo>
                    <a:pt x="12280" y="657"/>
                  </a:lnTo>
                  <a:lnTo>
                    <a:pt x="12627" y="888"/>
                  </a:lnTo>
                  <a:lnTo>
                    <a:pt x="12898" y="1159"/>
                  </a:lnTo>
                  <a:lnTo>
                    <a:pt x="13129" y="1506"/>
                  </a:lnTo>
                  <a:lnTo>
                    <a:pt x="13322" y="1854"/>
                  </a:lnTo>
                  <a:lnTo>
                    <a:pt x="13477" y="2278"/>
                  </a:lnTo>
                  <a:lnTo>
                    <a:pt x="13593" y="2665"/>
                  </a:lnTo>
                  <a:lnTo>
                    <a:pt x="13824" y="3437"/>
                  </a:lnTo>
                  <a:lnTo>
                    <a:pt x="13824" y="3437"/>
                  </a:lnTo>
                  <a:lnTo>
                    <a:pt x="13091" y="3012"/>
                  </a:lnTo>
                  <a:lnTo>
                    <a:pt x="12705" y="2780"/>
                  </a:lnTo>
                  <a:lnTo>
                    <a:pt x="12357" y="2510"/>
                  </a:lnTo>
                  <a:lnTo>
                    <a:pt x="12010" y="2124"/>
                  </a:lnTo>
                  <a:lnTo>
                    <a:pt x="11817" y="1931"/>
                  </a:lnTo>
                  <a:lnTo>
                    <a:pt x="11662" y="1738"/>
                  </a:lnTo>
                  <a:lnTo>
                    <a:pt x="11508" y="1429"/>
                  </a:lnTo>
                  <a:lnTo>
                    <a:pt x="11430" y="1081"/>
                  </a:lnTo>
                  <a:lnTo>
                    <a:pt x="11662" y="734"/>
                  </a:lnTo>
                  <a:lnTo>
                    <a:pt x="11739" y="618"/>
                  </a:lnTo>
                  <a:lnTo>
                    <a:pt x="11855" y="541"/>
                  </a:lnTo>
                  <a:lnTo>
                    <a:pt x="11971" y="502"/>
                  </a:lnTo>
                  <a:close/>
                  <a:moveTo>
                    <a:pt x="16296" y="1622"/>
                  </a:moveTo>
                  <a:lnTo>
                    <a:pt x="16412" y="1661"/>
                  </a:lnTo>
                  <a:lnTo>
                    <a:pt x="16489" y="1738"/>
                  </a:lnTo>
                  <a:lnTo>
                    <a:pt x="16566" y="1854"/>
                  </a:lnTo>
                  <a:lnTo>
                    <a:pt x="16605" y="1970"/>
                  </a:lnTo>
                  <a:lnTo>
                    <a:pt x="16643" y="2163"/>
                  </a:lnTo>
                  <a:lnTo>
                    <a:pt x="16643" y="2356"/>
                  </a:lnTo>
                  <a:lnTo>
                    <a:pt x="16605" y="2510"/>
                  </a:lnTo>
                  <a:lnTo>
                    <a:pt x="16528" y="2665"/>
                  </a:lnTo>
                  <a:lnTo>
                    <a:pt x="16412" y="2819"/>
                  </a:lnTo>
                  <a:lnTo>
                    <a:pt x="16296" y="2974"/>
                  </a:lnTo>
                  <a:lnTo>
                    <a:pt x="15948" y="3205"/>
                  </a:lnTo>
                  <a:lnTo>
                    <a:pt x="15524" y="3398"/>
                  </a:lnTo>
                  <a:lnTo>
                    <a:pt x="15137" y="3553"/>
                  </a:lnTo>
                  <a:lnTo>
                    <a:pt x="14713" y="3669"/>
                  </a:lnTo>
                  <a:lnTo>
                    <a:pt x="14365" y="3746"/>
                  </a:lnTo>
                  <a:lnTo>
                    <a:pt x="14481" y="3360"/>
                  </a:lnTo>
                  <a:lnTo>
                    <a:pt x="14635" y="2974"/>
                  </a:lnTo>
                  <a:lnTo>
                    <a:pt x="14828" y="2626"/>
                  </a:lnTo>
                  <a:lnTo>
                    <a:pt x="15060" y="2278"/>
                  </a:lnTo>
                  <a:lnTo>
                    <a:pt x="15408" y="1970"/>
                  </a:lnTo>
                  <a:lnTo>
                    <a:pt x="15639" y="1815"/>
                  </a:lnTo>
                  <a:lnTo>
                    <a:pt x="15871" y="1699"/>
                  </a:lnTo>
                  <a:lnTo>
                    <a:pt x="16103" y="1622"/>
                  </a:lnTo>
                  <a:close/>
                  <a:moveTo>
                    <a:pt x="13824" y="4286"/>
                  </a:moveTo>
                  <a:lnTo>
                    <a:pt x="13670" y="4557"/>
                  </a:lnTo>
                  <a:lnTo>
                    <a:pt x="13477" y="4788"/>
                  </a:lnTo>
                  <a:lnTo>
                    <a:pt x="13245" y="5020"/>
                  </a:lnTo>
                  <a:lnTo>
                    <a:pt x="13014" y="5252"/>
                  </a:lnTo>
                  <a:lnTo>
                    <a:pt x="12666" y="5484"/>
                  </a:lnTo>
                  <a:lnTo>
                    <a:pt x="12125" y="5792"/>
                  </a:lnTo>
                  <a:lnTo>
                    <a:pt x="11855" y="5908"/>
                  </a:lnTo>
                  <a:lnTo>
                    <a:pt x="11623" y="5986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4" y="5870"/>
                  </a:lnTo>
                  <a:lnTo>
                    <a:pt x="10967" y="5792"/>
                  </a:lnTo>
                  <a:lnTo>
                    <a:pt x="10928" y="5715"/>
                  </a:lnTo>
                  <a:lnTo>
                    <a:pt x="10890" y="5638"/>
                  </a:lnTo>
                  <a:lnTo>
                    <a:pt x="10890" y="5445"/>
                  </a:lnTo>
                  <a:lnTo>
                    <a:pt x="10967" y="5290"/>
                  </a:lnTo>
                  <a:lnTo>
                    <a:pt x="11121" y="5097"/>
                  </a:lnTo>
                  <a:lnTo>
                    <a:pt x="11276" y="4943"/>
                  </a:lnTo>
                  <a:lnTo>
                    <a:pt x="11546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7" y="4480"/>
                  </a:lnTo>
                  <a:lnTo>
                    <a:pt x="13245" y="4402"/>
                  </a:lnTo>
                  <a:lnTo>
                    <a:pt x="13554" y="4364"/>
                  </a:lnTo>
                  <a:lnTo>
                    <a:pt x="13824" y="4286"/>
                  </a:lnTo>
                  <a:close/>
                  <a:moveTo>
                    <a:pt x="14404" y="4248"/>
                  </a:moveTo>
                  <a:lnTo>
                    <a:pt x="15060" y="4595"/>
                  </a:lnTo>
                  <a:lnTo>
                    <a:pt x="15408" y="4788"/>
                  </a:lnTo>
                  <a:lnTo>
                    <a:pt x="15717" y="4982"/>
                  </a:lnTo>
                  <a:lnTo>
                    <a:pt x="15910" y="5136"/>
                  </a:lnTo>
                  <a:lnTo>
                    <a:pt x="16141" y="5368"/>
                  </a:lnTo>
                  <a:lnTo>
                    <a:pt x="16412" y="5677"/>
                  </a:lnTo>
                  <a:lnTo>
                    <a:pt x="16643" y="6024"/>
                  </a:lnTo>
                  <a:lnTo>
                    <a:pt x="16875" y="6333"/>
                  </a:lnTo>
                  <a:lnTo>
                    <a:pt x="16991" y="6681"/>
                  </a:lnTo>
                  <a:lnTo>
                    <a:pt x="16991" y="6835"/>
                  </a:lnTo>
                  <a:lnTo>
                    <a:pt x="16991" y="6990"/>
                  </a:lnTo>
                  <a:lnTo>
                    <a:pt x="16952" y="7105"/>
                  </a:lnTo>
                  <a:lnTo>
                    <a:pt x="16836" y="7221"/>
                  </a:lnTo>
                  <a:lnTo>
                    <a:pt x="16759" y="7298"/>
                  </a:lnTo>
                  <a:lnTo>
                    <a:pt x="16643" y="7337"/>
                  </a:lnTo>
                  <a:lnTo>
                    <a:pt x="16373" y="7337"/>
                  </a:lnTo>
                  <a:lnTo>
                    <a:pt x="16141" y="7221"/>
                  </a:lnTo>
                  <a:lnTo>
                    <a:pt x="15871" y="7028"/>
                  </a:lnTo>
                  <a:lnTo>
                    <a:pt x="15601" y="6835"/>
                  </a:lnTo>
                  <a:lnTo>
                    <a:pt x="15369" y="6565"/>
                  </a:lnTo>
                  <a:lnTo>
                    <a:pt x="15060" y="6179"/>
                  </a:lnTo>
                  <a:lnTo>
                    <a:pt x="14828" y="5715"/>
                  </a:lnTo>
                  <a:lnTo>
                    <a:pt x="14635" y="5252"/>
                  </a:lnTo>
                  <a:lnTo>
                    <a:pt x="14520" y="4750"/>
                  </a:lnTo>
                  <a:lnTo>
                    <a:pt x="14404" y="4248"/>
                  </a:lnTo>
                  <a:close/>
                  <a:moveTo>
                    <a:pt x="11855" y="0"/>
                  </a:moveTo>
                  <a:lnTo>
                    <a:pt x="11585" y="77"/>
                  </a:lnTo>
                  <a:lnTo>
                    <a:pt x="11469" y="116"/>
                  </a:lnTo>
                  <a:lnTo>
                    <a:pt x="11353" y="232"/>
                  </a:lnTo>
                  <a:lnTo>
                    <a:pt x="11160" y="425"/>
                  </a:lnTo>
                  <a:lnTo>
                    <a:pt x="11006" y="618"/>
                  </a:lnTo>
                  <a:lnTo>
                    <a:pt x="10928" y="811"/>
                  </a:lnTo>
                  <a:lnTo>
                    <a:pt x="10928" y="1043"/>
                  </a:lnTo>
                  <a:lnTo>
                    <a:pt x="10928" y="1236"/>
                  </a:lnTo>
                  <a:lnTo>
                    <a:pt x="10967" y="1468"/>
                  </a:lnTo>
                  <a:lnTo>
                    <a:pt x="11083" y="1699"/>
                  </a:lnTo>
                  <a:lnTo>
                    <a:pt x="11199" y="1892"/>
                  </a:lnTo>
                  <a:lnTo>
                    <a:pt x="11546" y="2317"/>
                  </a:lnTo>
                  <a:lnTo>
                    <a:pt x="11932" y="2742"/>
                  </a:lnTo>
                  <a:lnTo>
                    <a:pt x="12396" y="3089"/>
                  </a:lnTo>
                  <a:lnTo>
                    <a:pt x="12859" y="3437"/>
                  </a:lnTo>
                  <a:lnTo>
                    <a:pt x="12048" y="3321"/>
                  </a:lnTo>
                  <a:lnTo>
                    <a:pt x="11199" y="3282"/>
                  </a:lnTo>
                  <a:lnTo>
                    <a:pt x="10388" y="3360"/>
                  </a:lnTo>
                  <a:lnTo>
                    <a:pt x="9615" y="3476"/>
                  </a:lnTo>
                  <a:lnTo>
                    <a:pt x="9654" y="3012"/>
                  </a:lnTo>
                  <a:lnTo>
                    <a:pt x="9654" y="2510"/>
                  </a:lnTo>
                  <a:lnTo>
                    <a:pt x="9615" y="2008"/>
                  </a:lnTo>
                  <a:lnTo>
                    <a:pt x="9500" y="1506"/>
                  </a:lnTo>
                  <a:lnTo>
                    <a:pt x="9075" y="1622"/>
                  </a:lnTo>
                  <a:lnTo>
                    <a:pt x="9152" y="2085"/>
                  </a:lnTo>
                  <a:lnTo>
                    <a:pt x="9152" y="2587"/>
                  </a:lnTo>
                  <a:lnTo>
                    <a:pt x="9113" y="3089"/>
                  </a:lnTo>
                  <a:lnTo>
                    <a:pt x="9075" y="3514"/>
                  </a:lnTo>
                  <a:lnTo>
                    <a:pt x="9075" y="3630"/>
                  </a:lnTo>
                  <a:lnTo>
                    <a:pt x="8225" y="3900"/>
                  </a:lnTo>
                  <a:lnTo>
                    <a:pt x="7414" y="4286"/>
                  </a:lnTo>
                  <a:lnTo>
                    <a:pt x="6604" y="4711"/>
                  </a:lnTo>
                  <a:lnTo>
                    <a:pt x="5831" y="5252"/>
                  </a:lnTo>
                  <a:lnTo>
                    <a:pt x="5406" y="5252"/>
                  </a:lnTo>
                  <a:lnTo>
                    <a:pt x="5406" y="5561"/>
                  </a:lnTo>
                  <a:lnTo>
                    <a:pt x="4596" y="6217"/>
                  </a:lnTo>
                  <a:lnTo>
                    <a:pt x="3823" y="6951"/>
                  </a:lnTo>
                  <a:lnTo>
                    <a:pt x="3090" y="7685"/>
                  </a:lnTo>
                  <a:lnTo>
                    <a:pt x="2394" y="8495"/>
                  </a:lnTo>
                  <a:lnTo>
                    <a:pt x="1738" y="9306"/>
                  </a:lnTo>
                  <a:lnTo>
                    <a:pt x="1082" y="10156"/>
                  </a:lnTo>
                  <a:lnTo>
                    <a:pt x="502" y="10967"/>
                  </a:lnTo>
                  <a:lnTo>
                    <a:pt x="0" y="11816"/>
                  </a:lnTo>
                  <a:lnTo>
                    <a:pt x="309" y="12087"/>
                  </a:lnTo>
                  <a:lnTo>
                    <a:pt x="1545" y="10503"/>
                  </a:lnTo>
                  <a:lnTo>
                    <a:pt x="2742" y="8959"/>
                  </a:lnTo>
                  <a:lnTo>
                    <a:pt x="3360" y="8225"/>
                  </a:lnTo>
                  <a:lnTo>
                    <a:pt x="4016" y="7491"/>
                  </a:lnTo>
                  <a:lnTo>
                    <a:pt x="4711" y="6835"/>
                  </a:lnTo>
                  <a:lnTo>
                    <a:pt x="5484" y="6179"/>
                  </a:lnTo>
                  <a:lnTo>
                    <a:pt x="6256" y="5599"/>
                  </a:lnTo>
                  <a:lnTo>
                    <a:pt x="7106" y="5059"/>
                  </a:lnTo>
                  <a:lnTo>
                    <a:pt x="7994" y="4634"/>
                  </a:lnTo>
                  <a:lnTo>
                    <a:pt x="8457" y="4441"/>
                  </a:lnTo>
                  <a:lnTo>
                    <a:pt x="8920" y="4248"/>
                  </a:lnTo>
                  <a:lnTo>
                    <a:pt x="9422" y="4132"/>
                  </a:lnTo>
                  <a:lnTo>
                    <a:pt x="9886" y="4016"/>
                  </a:lnTo>
                  <a:lnTo>
                    <a:pt x="10388" y="3939"/>
                  </a:lnTo>
                  <a:lnTo>
                    <a:pt x="10851" y="3862"/>
                  </a:lnTo>
                  <a:lnTo>
                    <a:pt x="11353" y="3823"/>
                  </a:lnTo>
                  <a:lnTo>
                    <a:pt x="11855" y="3823"/>
                  </a:lnTo>
                  <a:lnTo>
                    <a:pt x="12357" y="3862"/>
                  </a:lnTo>
                  <a:lnTo>
                    <a:pt x="12821" y="3939"/>
                  </a:lnTo>
                  <a:lnTo>
                    <a:pt x="12319" y="4016"/>
                  </a:lnTo>
                  <a:lnTo>
                    <a:pt x="11855" y="4132"/>
                  </a:lnTo>
                  <a:lnTo>
                    <a:pt x="11392" y="4286"/>
                  </a:lnTo>
                  <a:lnTo>
                    <a:pt x="11199" y="4402"/>
                  </a:lnTo>
                  <a:lnTo>
                    <a:pt x="11006" y="4557"/>
                  </a:lnTo>
                  <a:lnTo>
                    <a:pt x="10813" y="4711"/>
                  </a:lnTo>
                  <a:lnTo>
                    <a:pt x="10697" y="4866"/>
                  </a:lnTo>
                  <a:lnTo>
                    <a:pt x="10542" y="5059"/>
                  </a:lnTo>
                  <a:lnTo>
                    <a:pt x="10465" y="5290"/>
                  </a:lnTo>
                  <a:lnTo>
                    <a:pt x="10388" y="5522"/>
                  </a:lnTo>
                  <a:lnTo>
                    <a:pt x="10388" y="5754"/>
                  </a:lnTo>
                  <a:lnTo>
                    <a:pt x="10426" y="5947"/>
                  </a:lnTo>
                  <a:lnTo>
                    <a:pt x="10581" y="6179"/>
                  </a:lnTo>
                  <a:lnTo>
                    <a:pt x="10658" y="6256"/>
                  </a:lnTo>
                  <a:lnTo>
                    <a:pt x="10774" y="6333"/>
                  </a:lnTo>
                  <a:lnTo>
                    <a:pt x="11006" y="6410"/>
                  </a:lnTo>
                  <a:lnTo>
                    <a:pt x="11276" y="6449"/>
                  </a:lnTo>
                  <a:lnTo>
                    <a:pt x="11585" y="6410"/>
                  </a:lnTo>
                  <a:lnTo>
                    <a:pt x="11855" y="6372"/>
                  </a:lnTo>
                  <a:lnTo>
                    <a:pt x="12164" y="6256"/>
                  </a:lnTo>
                  <a:lnTo>
                    <a:pt x="12627" y="6063"/>
                  </a:lnTo>
                  <a:lnTo>
                    <a:pt x="13052" y="5792"/>
                  </a:lnTo>
                  <a:lnTo>
                    <a:pt x="13422" y="5533"/>
                  </a:lnTo>
                  <a:lnTo>
                    <a:pt x="13422" y="5533"/>
                  </a:lnTo>
                  <a:lnTo>
                    <a:pt x="13786" y="5715"/>
                  </a:lnTo>
                  <a:lnTo>
                    <a:pt x="14056" y="4866"/>
                  </a:lnTo>
                  <a:lnTo>
                    <a:pt x="14211" y="5406"/>
                  </a:lnTo>
                  <a:lnTo>
                    <a:pt x="14404" y="5908"/>
                  </a:lnTo>
                  <a:lnTo>
                    <a:pt x="14674" y="6410"/>
                  </a:lnTo>
                  <a:lnTo>
                    <a:pt x="14983" y="6874"/>
                  </a:lnTo>
                  <a:lnTo>
                    <a:pt x="15176" y="7067"/>
                  </a:lnTo>
                  <a:lnTo>
                    <a:pt x="15408" y="7298"/>
                  </a:lnTo>
                  <a:lnTo>
                    <a:pt x="15678" y="7491"/>
                  </a:lnTo>
                  <a:lnTo>
                    <a:pt x="15987" y="7685"/>
                  </a:lnTo>
                  <a:lnTo>
                    <a:pt x="16296" y="7800"/>
                  </a:lnTo>
                  <a:lnTo>
                    <a:pt x="16605" y="7878"/>
                  </a:lnTo>
                  <a:lnTo>
                    <a:pt x="16875" y="7878"/>
                  </a:lnTo>
                  <a:lnTo>
                    <a:pt x="17030" y="7800"/>
                  </a:lnTo>
                  <a:lnTo>
                    <a:pt x="17184" y="7723"/>
                  </a:lnTo>
                  <a:lnTo>
                    <a:pt x="17300" y="7646"/>
                  </a:lnTo>
                  <a:lnTo>
                    <a:pt x="17377" y="7530"/>
                  </a:lnTo>
                  <a:lnTo>
                    <a:pt x="17416" y="7414"/>
                  </a:lnTo>
                  <a:lnTo>
                    <a:pt x="17454" y="7260"/>
                  </a:lnTo>
                  <a:lnTo>
                    <a:pt x="17493" y="6951"/>
                  </a:lnTo>
                  <a:lnTo>
                    <a:pt x="17416" y="6603"/>
                  </a:lnTo>
                  <a:lnTo>
                    <a:pt x="17300" y="6294"/>
                  </a:lnTo>
                  <a:lnTo>
                    <a:pt x="17184" y="5986"/>
                  </a:lnTo>
                  <a:lnTo>
                    <a:pt x="17030" y="5715"/>
                  </a:lnTo>
                  <a:lnTo>
                    <a:pt x="16875" y="5484"/>
                  </a:lnTo>
                  <a:lnTo>
                    <a:pt x="16682" y="5252"/>
                  </a:lnTo>
                  <a:lnTo>
                    <a:pt x="16489" y="5020"/>
                  </a:lnTo>
                  <a:lnTo>
                    <a:pt x="16257" y="4788"/>
                  </a:lnTo>
                  <a:lnTo>
                    <a:pt x="16026" y="4634"/>
                  </a:lnTo>
                  <a:lnTo>
                    <a:pt x="15524" y="4286"/>
                  </a:lnTo>
                  <a:lnTo>
                    <a:pt x="14944" y="4016"/>
                  </a:lnTo>
                  <a:lnTo>
                    <a:pt x="15408" y="3900"/>
                  </a:lnTo>
                  <a:lnTo>
                    <a:pt x="15832" y="3746"/>
                  </a:lnTo>
                  <a:lnTo>
                    <a:pt x="16219" y="3514"/>
                  </a:lnTo>
                  <a:lnTo>
                    <a:pt x="16605" y="3244"/>
                  </a:lnTo>
                  <a:lnTo>
                    <a:pt x="16759" y="3089"/>
                  </a:lnTo>
                  <a:lnTo>
                    <a:pt x="16914" y="2858"/>
                  </a:lnTo>
                  <a:lnTo>
                    <a:pt x="17030" y="2665"/>
                  </a:lnTo>
                  <a:lnTo>
                    <a:pt x="17107" y="2433"/>
                  </a:lnTo>
                  <a:lnTo>
                    <a:pt x="17145" y="2201"/>
                  </a:lnTo>
                  <a:lnTo>
                    <a:pt x="17107" y="1931"/>
                  </a:lnTo>
                  <a:lnTo>
                    <a:pt x="17068" y="1699"/>
                  </a:lnTo>
                  <a:lnTo>
                    <a:pt x="16914" y="1506"/>
                  </a:lnTo>
                  <a:lnTo>
                    <a:pt x="16759" y="1313"/>
                  </a:lnTo>
                  <a:lnTo>
                    <a:pt x="16528" y="1236"/>
                  </a:lnTo>
                  <a:lnTo>
                    <a:pt x="16334" y="1159"/>
                  </a:lnTo>
                  <a:lnTo>
                    <a:pt x="16103" y="1159"/>
                  </a:lnTo>
                  <a:lnTo>
                    <a:pt x="15910" y="1197"/>
                  </a:lnTo>
                  <a:lnTo>
                    <a:pt x="15678" y="1275"/>
                  </a:lnTo>
                  <a:lnTo>
                    <a:pt x="15446" y="1352"/>
                  </a:lnTo>
                  <a:lnTo>
                    <a:pt x="15253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6" y="2587"/>
                  </a:lnTo>
                  <a:lnTo>
                    <a:pt x="14095" y="3012"/>
                  </a:lnTo>
                  <a:lnTo>
                    <a:pt x="13940" y="2433"/>
                  </a:lnTo>
                  <a:lnTo>
                    <a:pt x="13747" y="1892"/>
                  </a:lnTo>
                  <a:lnTo>
                    <a:pt x="13516" y="1352"/>
                  </a:lnTo>
                  <a:lnTo>
                    <a:pt x="13168" y="850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7" y="155"/>
                  </a:lnTo>
                  <a:lnTo>
                    <a:pt x="12087" y="39"/>
                  </a:lnTo>
                  <a:lnTo>
                    <a:pt x="118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5" name="Google Shape;4095;p18"/>
            <p:cNvSpPr/>
            <p:nvPr/>
          </p:nvSpPr>
          <p:spPr>
            <a:xfrm>
              <a:off x="5590125" y="113380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39" y="233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3"/>
                  </a:lnTo>
                  <a:lnTo>
                    <a:pt x="1005" y="155"/>
                  </a:lnTo>
                  <a:lnTo>
                    <a:pt x="966" y="117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6" name="Google Shape;4096;p18"/>
            <p:cNvSpPr/>
            <p:nvPr/>
          </p:nvSpPr>
          <p:spPr>
            <a:xfrm>
              <a:off x="5491675" y="1139600"/>
              <a:ext cx="21250" cy="8725"/>
            </a:xfrm>
            <a:custGeom>
              <a:avLst/>
              <a:gdLst/>
              <a:ahLst/>
              <a:cxnLst/>
              <a:rect l="l" t="t" r="r" b="b"/>
              <a:pathLst>
                <a:path w="850" h="349" extrusionOk="0">
                  <a:moveTo>
                    <a:pt x="425" y="1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0" y="194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4"/>
                  </a:lnTo>
                  <a:lnTo>
                    <a:pt x="811" y="78"/>
                  </a:lnTo>
                  <a:lnTo>
                    <a:pt x="73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7" name="Google Shape;4097;p18"/>
            <p:cNvSpPr/>
            <p:nvPr/>
          </p:nvSpPr>
          <p:spPr>
            <a:xfrm>
              <a:off x="2443975" y="1153125"/>
              <a:ext cx="315725" cy="477875"/>
            </a:xfrm>
            <a:custGeom>
              <a:avLst/>
              <a:gdLst/>
              <a:ahLst/>
              <a:cxnLst/>
              <a:rect l="l" t="t" r="r" b="b"/>
              <a:pathLst>
                <a:path w="12629" h="19115" extrusionOk="0">
                  <a:moveTo>
                    <a:pt x="1005" y="618"/>
                  </a:moveTo>
                  <a:lnTo>
                    <a:pt x="1661" y="850"/>
                  </a:lnTo>
                  <a:lnTo>
                    <a:pt x="2318" y="1120"/>
                  </a:lnTo>
                  <a:lnTo>
                    <a:pt x="2743" y="1352"/>
                  </a:lnTo>
                  <a:lnTo>
                    <a:pt x="3167" y="1583"/>
                  </a:lnTo>
                  <a:lnTo>
                    <a:pt x="3322" y="1699"/>
                  </a:lnTo>
                  <a:lnTo>
                    <a:pt x="3476" y="1854"/>
                  </a:lnTo>
                  <a:lnTo>
                    <a:pt x="3669" y="2124"/>
                  </a:lnTo>
                  <a:lnTo>
                    <a:pt x="3862" y="2471"/>
                  </a:lnTo>
                  <a:lnTo>
                    <a:pt x="4017" y="2819"/>
                  </a:lnTo>
                  <a:lnTo>
                    <a:pt x="5677" y="6796"/>
                  </a:lnTo>
                  <a:lnTo>
                    <a:pt x="9075" y="15021"/>
                  </a:lnTo>
                  <a:lnTo>
                    <a:pt x="9153" y="15098"/>
                  </a:lnTo>
                  <a:lnTo>
                    <a:pt x="9191" y="15137"/>
                  </a:lnTo>
                  <a:lnTo>
                    <a:pt x="9346" y="15137"/>
                  </a:lnTo>
                  <a:lnTo>
                    <a:pt x="8921" y="15369"/>
                  </a:lnTo>
                  <a:lnTo>
                    <a:pt x="7956" y="13515"/>
                  </a:lnTo>
                  <a:lnTo>
                    <a:pt x="6990" y="11662"/>
                  </a:lnTo>
                  <a:lnTo>
                    <a:pt x="5021" y="7955"/>
                  </a:lnTo>
                  <a:lnTo>
                    <a:pt x="3013" y="4286"/>
                  </a:lnTo>
                  <a:lnTo>
                    <a:pt x="1005" y="618"/>
                  </a:lnTo>
                  <a:close/>
                  <a:moveTo>
                    <a:pt x="657" y="502"/>
                  </a:moveTo>
                  <a:lnTo>
                    <a:pt x="657" y="541"/>
                  </a:lnTo>
                  <a:lnTo>
                    <a:pt x="4673" y="8032"/>
                  </a:lnTo>
                  <a:lnTo>
                    <a:pt x="6720" y="11739"/>
                  </a:lnTo>
                  <a:lnTo>
                    <a:pt x="7763" y="13593"/>
                  </a:lnTo>
                  <a:lnTo>
                    <a:pt x="8805" y="15446"/>
                  </a:lnTo>
                  <a:lnTo>
                    <a:pt x="8651" y="15523"/>
                  </a:lnTo>
                  <a:lnTo>
                    <a:pt x="7415" y="13747"/>
                  </a:lnTo>
                  <a:lnTo>
                    <a:pt x="6179" y="12009"/>
                  </a:lnTo>
                  <a:lnTo>
                    <a:pt x="3592" y="8534"/>
                  </a:lnTo>
                  <a:lnTo>
                    <a:pt x="2318" y="6758"/>
                  </a:lnTo>
                  <a:lnTo>
                    <a:pt x="1005" y="4943"/>
                  </a:lnTo>
                  <a:lnTo>
                    <a:pt x="850" y="4711"/>
                  </a:lnTo>
                  <a:lnTo>
                    <a:pt x="735" y="4479"/>
                  </a:lnTo>
                  <a:lnTo>
                    <a:pt x="619" y="4209"/>
                  </a:lnTo>
                  <a:lnTo>
                    <a:pt x="542" y="3939"/>
                  </a:lnTo>
                  <a:lnTo>
                    <a:pt x="464" y="3398"/>
                  </a:lnTo>
                  <a:lnTo>
                    <a:pt x="426" y="2819"/>
                  </a:lnTo>
                  <a:lnTo>
                    <a:pt x="464" y="2240"/>
                  </a:lnTo>
                  <a:lnTo>
                    <a:pt x="503" y="1661"/>
                  </a:lnTo>
                  <a:lnTo>
                    <a:pt x="657" y="502"/>
                  </a:lnTo>
                  <a:close/>
                  <a:moveTo>
                    <a:pt x="11508" y="12280"/>
                  </a:moveTo>
                  <a:lnTo>
                    <a:pt x="11663" y="12357"/>
                  </a:lnTo>
                  <a:lnTo>
                    <a:pt x="11817" y="12434"/>
                  </a:lnTo>
                  <a:lnTo>
                    <a:pt x="12165" y="12859"/>
                  </a:lnTo>
                  <a:lnTo>
                    <a:pt x="12242" y="13052"/>
                  </a:lnTo>
                  <a:lnTo>
                    <a:pt x="12280" y="13245"/>
                  </a:lnTo>
                  <a:lnTo>
                    <a:pt x="12242" y="13438"/>
                  </a:lnTo>
                  <a:lnTo>
                    <a:pt x="12203" y="13631"/>
                  </a:lnTo>
                  <a:lnTo>
                    <a:pt x="12049" y="14017"/>
                  </a:lnTo>
                  <a:lnTo>
                    <a:pt x="11856" y="14365"/>
                  </a:lnTo>
                  <a:lnTo>
                    <a:pt x="11508" y="14790"/>
                  </a:lnTo>
                  <a:lnTo>
                    <a:pt x="11122" y="15176"/>
                  </a:lnTo>
                  <a:lnTo>
                    <a:pt x="10697" y="15523"/>
                  </a:lnTo>
                  <a:lnTo>
                    <a:pt x="10273" y="15871"/>
                  </a:lnTo>
                  <a:lnTo>
                    <a:pt x="10157" y="15871"/>
                  </a:lnTo>
                  <a:lnTo>
                    <a:pt x="10118" y="15987"/>
                  </a:lnTo>
                  <a:lnTo>
                    <a:pt x="9771" y="16180"/>
                  </a:lnTo>
                  <a:lnTo>
                    <a:pt x="9114" y="16604"/>
                  </a:lnTo>
                  <a:lnTo>
                    <a:pt x="8458" y="16952"/>
                  </a:lnTo>
                  <a:lnTo>
                    <a:pt x="7724" y="17261"/>
                  </a:lnTo>
                  <a:lnTo>
                    <a:pt x="6990" y="17493"/>
                  </a:lnTo>
                  <a:lnTo>
                    <a:pt x="6643" y="17608"/>
                  </a:lnTo>
                  <a:lnTo>
                    <a:pt x="6295" y="17647"/>
                  </a:lnTo>
                  <a:lnTo>
                    <a:pt x="5755" y="17647"/>
                  </a:lnTo>
                  <a:lnTo>
                    <a:pt x="5562" y="17570"/>
                  </a:lnTo>
                  <a:lnTo>
                    <a:pt x="5446" y="17493"/>
                  </a:lnTo>
                  <a:lnTo>
                    <a:pt x="5330" y="17415"/>
                  </a:lnTo>
                  <a:lnTo>
                    <a:pt x="5098" y="17184"/>
                  </a:lnTo>
                  <a:lnTo>
                    <a:pt x="4982" y="16875"/>
                  </a:lnTo>
                  <a:lnTo>
                    <a:pt x="4905" y="16604"/>
                  </a:lnTo>
                  <a:lnTo>
                    <a:pt x="4944" y="16411"/>
                  </a:lnTo>
                  <a:lnTo>
                    <a:pt x="4982" y="16218"/>
                  </a:lnTo>
                  <a:lnTo>
                    <a:pt x="5060" y="16064"/>
                  </a:lnTo>
                  <a:lnTo>
                    <a:pt x="5175" y="15948"/>
                  </a:lnTo>
                  <a:lnTo>
                    <a:pt x="5291" y="15832"/>
                  </a:lnTo>
                  <a:lnTo>
                    <a:pt x="5407" y="15755"/>
                  </a:lnTo>
                  <a:lnTo>
                    <a:pt x="5523" y="15716"/>
                  </a:lnTo>
                  <a:lnTo>
                    <a:pt x="5639" y="15755"/>
                  </a:lnTo>
                  <a:lnTo>
                    <a:pt x="5793" y="15832"/>
                  </a:lnTo>
                  <a:lnTo>
                    <a:pt x="5948" y="15948"/>
                  </a:lnTo>
                  <a:lnTo>
                    <a:pt x="6064" y="16141"/>
                  </a:lnTo>
                  <a:lnTo>
                    <a:pt x="6257" y="16373"/>
                  </a:lnTo>
                  <a:lnTo>
                    <a:pt x="6102" y="16411"/>
                  </a:lnTo>
                  <a:lnTo>
                    <a:pt x="6025" y="16450"/>
                  </a:lnTo>
                  <a:lnTo>
                    <a:pt x="6025" y="16566"/>
                  </a:lnTo>
                  <a:lnTo>
                    <a:pt x="6064" y="16643"/>
                  </a:lnTo>
                  <a:lnTo>
                    <a:pt x="6141" y="16643"/>
                  </a:lnTo>
                  <a:lnTo>
                    <a:pt x="6913" y="16566"/>
                  </a:lnTo>
                  <a:lnTo>
                    <a:pt x="7685" y="16373"/>
                  </a:lnTo>
                  <a:lnTo>
                    <a:pt x="8496" y="16064"/>
                  </a:lnTo>
                  <a:lnTo>
                    <a:pt x="9230" y="15716"/>
                  </a:lnTo>
                  <a:lnTo>
                    <a:pt x="9616" y="15485"/>
                  </a:lnTo>
                  <a:lnTo>
                    <a:pt x="9964" y="15253"/>
                  </a:lnTo>
                  <a:lnTo>
                    <a:pt x="10273" y="15021"/>
                  </a:lnTo>
                  <a:lnTo>
                    <a:pt x="10581" y="14751"/>
                  </a:lnTo>
                  <a:lnTo>
                    <a:pt x="10890" y="14481"/>
                  </a:lnTo>
                  <a:lnTo>
                    <a:pt x="11122" y="14172"/>
                  </a:lnTo>
                  <a:lnTo>
                    <a:pt x="11354" y="13824"/>
                  </a:lnTo>
                  <a:lnTo>
                    <a:pt x="11547" y="13515"/>
                  </a:lnTo>
                  <a:lnTo>
                    <a:pt x="11547" y="13438"/>
                  </a:lnTo>
                  <a:lnTo>
                    <a:pt x="11547" y="13361"/>
                  </a:lnTo>
                  <a:lnTo>
                    <a:pt x="11508" y="13284"/>
                  </a:lnTo>
                  <a:lnTo>
                    <a:pt x="11431" y="13245"/>
                  </a:lnTo>
                  <a:lnTo>
                    <a:pt x="11238" y="13245"/>
                  </a:lnTo>
                  <a:lnTo>
                    <a:pt x="11161" y="13322"/>
                  </a:lnTo>
                  <a:lnTo>
                    <a:pt x="10968" y="13670"/>
                  </a:lnTo>
                  <a:lnTo>
                    <a:pt x="10775" y="13554"/>
                  </a:lnTo>
                  <a:lnTo>
                    <a:pt x="10659" y="13438"/>
                  </a:lnTo>
                  <a:lnTo>
                    <a:pt x="10620" y="13284"/>
                  </a:lnTo>
                  <a:lnTo>
                    <a:pt x="10581" y="13168"/>
                  </a:lnTo>
                  <a:lnTo>
                    <a:pt x="10620" y="13013"/>
                  </a:lnTo>
                  <a:lnTo>
                    <a:pt x="10659" y="12859"/>
                  </a:lnTo>
                  <a:lnTo>
                    <a:pt x="10852" y="12627"/>
                  </a:lnTo>
                  <a:lnTo>
                    <a:pt x="10929" y="12473"/>
                  </a:lnTo>
                  <a:lnTo>
                    <a:pt x="11045" y="12357"/>
                  </a:lnTo>
                  <a:lnTo>
                    <a:pt x="11122" y="12318"/>
                  </a:lnTo>
                  <a:lnTo>
                    <a:pt x="11238" y="12280"/>
                  </a:lnTo>
                  <a:close/>
                  <a:moveTo>
                    <a:pt x="426" y="0"/>
                  </a:moveTo>
                  <a:lnTo>
                    <a:pt x="349" y="39"/>
                  </a:lnTo>
                  <a:lnTo>
                    <a:pt x="271" y="116"/>
                  </a:lnTo>
                  <a:lnTo>
                    <a:pt x="233" y="193"/>
                  </a:lnTo>
                  <a:lnTo>
                    <a:pt x="78" y="2587"/>
                  </a:lnTo>
                  <a:lnTo>
                    <a:pt x="40" y="3012"/>
                  </a:lnTo>
                  <a:lnTo>
                    <a:pt x="1" y="3475"/>
                  </a:lnTo>
                  <a:lnTo>
                    <a:pt x="40" y="3900"/>
                  </a:lnTo>
                  <a:lnTo>
                    <a:pt x="117" y="4325"/>
                  </a:lnTo>
                  <a:lnTo>
                    <a:pt x="233" y="4518"/>
                  </a:lnTo>
                  <a:lnTo>
                    <a:pt x="349" y="4750"/>
                  </a:lnTo>
                  <a:lnTo>
                    <a:pt x="619" y="5175"/>
                  </a:lnTo>
                  <a:lnTo>
                    <a:pt x="1237" y="5985"/>
                  </a:lnTo>
                  <a:lnTo>
                    <a:pt x="2665" y="7955"/>
                  </a:lnTo>
                  <a:lnTo>
                    <a:pt x="5446" y="11816"/>
                  </a:lnTo>
                  <a:lnTo>
                    <a:pt x="6874" y="13747"/>
                  </a:lnTo>
                  <a:lnTo>
                    <a:pt x="8342" y="15639"/>
                  </a:lnTo>
                  <a:lnTo>
                    <a:pt x="7492" y="15987"/>
                  </a:lnTo>
                  <a:lnTo>
                    <a:pt x="6643" y="16257"/>
                  </a:lnTo>
                  <a:lnTo>
                    <a:pt x="6643" y="16257"/>
                  </a:lnTo>
                  <a:lnTo>
                    <a:pt x="6681" y="16102"/>
                  </a:lnTo>
                  <a:lnTo>
                    <a:pt x="6681" y="15948"/>
                  </a:lnTo>
                  <a:lnTo>
                    <a:pt x="6643" y="15755"/>
                  </a:lnTo>
                  <a:lnTo>
                    <a:pt x="6565" y="15639"/>
                  </a:lnTo>
                  <a:lnTo>
                    <a:pt x="6488" y="15485"/>
                  </a:lnTo>
                  <a:lnTo>
                    <a:pt x="6334" y="15369"/>
                  </a:lnTo>
                  <a:lnTo>
                    <a:pt x="6179" y="15292"/>
                  </a:lnTo>
                  <a:lnTo>
                    <a:pt x="6025" y="15253"/>
                  </a:lnTo>
                  <a:lnTo>
                    <a:pt x="5716" y="15253"/>
                  </a:lnTo>
                  <a:lnTo>
                    <a:pt x="5484" y="15292"/>
                  </a:lnTo>
                  <a:lnTo>
                    <a:pt x="5214" y="15407"/>
                  </a:lnTo>
                  <a:lnTo>
                    <a:pt x="5021" y="15600"/>
                  </a:lnTo>
                  <a:lnTo>
                    <a:pt x="4828" y="15794"/>
                  </a:lnTo>
                  <a:lnTo>
                    <a:pt x="4712" y="16025"/>
                  </a:lnTo>
                  <a:lnTo>
                    <a:pt x="4596" y="16296"/>
                  </a:lnTo>
                  <a:lnTo>
                    <a:pt x="4596" y="16566"/>
                  </a:lnTo>
                  <a:lnTo>
                    <a:pt x="4635" y="16991"/>
                  </a:lnTo>
                  <a:lnTo>
                    <a:pt x="4751" y="17300"/>
                  </a:lnTo>
                  <a:lnTo>
                    <a:pt x="4905" y="17531"/>
                  </a:lnTo>
                  <a:lnTo>
                    <a:pt x="5098" y="17724"/>
                  </a:lnTo>
                  <a:lnTo>
                    <a:pt x="5368" y="17840"/>
                  </a:lnTo>
                  <a:lnTo>
                    <a:pt x="5677" y="17917"/>
                  </a:lnTo>
                  <a:lnTo>
                    <a:pt x="6025" y="17956"/>
                  </a:lnTo>
                  <a:lnTo>
                    <a:pt x="6372" y="17917"/>
                  </a:lnTo>
                  <a:lnTo>
                    <a:pt x="6720" y="17840"/>
                  </a:lnTo>
                  <a:lnTo>
                    <a:pt x="7106" y="17763"/>
                  </a:lnTo>
                  <a:lnTo>
                    <a:pt x="7878" y="17531"/>
                  </a:lnTo>
                  <a:lnTo>
                    <a:pt x="8573" y="17222"/>
                  </a:lnTo>
                  <a:lnTo>
                    <a:pt x="9153" y="16952"/>
                  </a:lnTo>
                  <a:lnTo>
                    <a:pt x="9230" y="16875"/>
                  </a:lnTo>
                  <a:lnTo>
                    <a:pt x="9462" y="16759"/>
                  </a:lnTo>
                  <a:lnTo>
                    <a:pt x="10234" y="16257"/>
                  </a:lnTo>
                  <a:lnTo>
                    <a:pt x="10813" y="17106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4"/>
                  </a:lnTo>
                  <a:lnTo>
                    <a:pt x="12280" y="19037"/>
                  </a:lnTo>
                  <a:lnTo>
                    <a:pt x="12203" y="18883"/>
                  </a:lnTo>
                  <a:lnTo>
                    <a:pt x="11817" y="18149"/>
                  </a:lnTo>
                  <a:lnTo>
                    <a:pt x="11392" y="17454"/>
                  </a:lnTo>
                  <a:lnTo>
                    <a:pt x="10929" y="16759"/>
                  </a:lnTo>
                  <a:lnTo>
                    <a:pt x="10466" y="16102"/>
                  </a:lnTo>
                  <a:lnTo>
                    <a:pt x="10968" y="15716"/>
                  </a:lnTo>
                  <a:lnTo>
                    <a:pt x="11470" y="15253"/>
                  </a:lnTo>
                  <a:lnTo>
                    <a:pt x="11894" y="14790"/>
                  </a:lnTo>
                  <a:lnTo>
                    <a:pt x="12126" y="14558"/>
                  </a:lnTo>
                  <a:lnTo>
                    <a:pt x="12280" y="14288"/>
                  </a:lnTo>
                  <a:lnTo>
                    <a:pt x="12435" y="14056"/>
                  </a:lnTo>
                  <a:lnTo>
                    <a:pt x="12512" y="13786"/>
                  </a:lnTo>
                  <a:lnTo>
                    <a:pt x="12589" y="13554"/>
                  </a:lnTo>
                  <a:lnTo>
                    <a:pt x="12628" y="13284"/>
                  </a:lnTo>
                  <a:lnTo>
                    <a:pt x="12589" y="13052"/>
                  </a:lnTo>
                  <a:lnTo>
                    <a:pt x="12512" y="12820"/>
                  </a:lnTo>
                  <a:lnTo>
                    <a:pt x="12358" y="12589"/>
                  </a:lnTo>
                  <a:lnTo>
                    <a:pt x="12165" y="12357"/>
                  </a:lnTo>
                  <a:lnTo>
                    <a:pt x="11972" y="12202"/>
                  </a:lnTo>
                  <a:lnTo>
                    <a:pt x="11740" y="12087"/>
                  </a:lnTo>
                  <a:lnTo>
                    <a:pt x="11470" y="12009"/>
                  </a:lnTo>
                  <a:lnTo>
                    <a:pt x="11238" y="12009"/>
                  </a:lnTo>
                  <a:lnTo>
                    <a:pt x="10968" y="12048"/>
                  </a:lnTo>
                  <a:lnTo>
                    <a:pt x="10736" y="12125"/>
                  </a:lnTo>
                  <a:lnTo>
                    <a:pt x="10543" y="12280"/>
                  </a:lnTo>
                  <a:lnTo>
                    <a:pt x="10388" y="12511"/>
                  </a:lnTo>
                  <a:lnTo>
                    <a:pt x="10311" y="12704"/>
                  </a:lnTo>
                  <a:lnTo>
                    <a:pt x="10273" y="12897"/>
                  </a:lnTo>
                  <a:lnTo>
                    <a:pt x="10273" y="13091"/>
                  </a:lnTo>
                  <a:lnTo>
                    <a:pt x="10311" y="13284"/>
                  </a:lnTo>
                  <a:lnTo>
                    <a:pt x="10388" y="13477"/>
                  </a:lnTo>
                  <a:lnTo>
                    <a:pt x="10504" y="13631"/>
                  </a:lnTo>
                  <a:lnTo>
                    <a:pt x="10620" y="13786"/>
                  </a:lnTo>
                  <a:lnTo>
                    <a:pt x="10813" y="13901"/>
                  </a:lnTo>
                  <a:lnTo>
                    <a:pt x="10504" y="14249"/>
                  </a:lnTo>
                  <a:lnTo>
                    <a:pt x="10157" y="14597"/>
                  </a:lnTo>
                  <a:lnTo>
                    <a:pt x="9771" y="14867"/>
                  </a:lnTo>
                  <a:lnTo>
                    <a:pt x="9431" y="15083"/>
                  </a:lnTo>
                  <a:lnTo>
                    <a:pt x="9431" y="15083"/>
                  </a:lnTo>
                  <a:lnTo>
                    <a:pt x="9462" y="15021"/>
                  </a:lnTo>
                  <a:lnTo>
                    <a:pt x="9500" y="14944"/>
                  </a:lnTo>
                  <a:lnTo>
                    <a:pt x="9462" y="14828"/>
                  </a:lnTo>
                  <a:lnTo>
                    <a:pt x="5716" y="5754"/>
                  </a:lnTo>
                  <a:lnTo>
                    <a:pt x="4789" y="3475"/>
                  </a:lnTo>
                  <a:lnTo>
                    <a:pt x="4364" y="2471"/>
                  </a:lnTo>
                  <a:lnTo>
                    <a:pt x="4133" y="1969"/>
                  </a:lnTo>
                  <a:lnTo>
                    <a:pt x="3978" y="1738"/>
                  </a:lnTo>
                  <a:lnTo>
                    <a:pt x="3824" y="1545"/>
                  </a:lnTo>
                  <a:lnTo>
                    <a:pt x="3515" y="1236"/>
                  </a:lnTo>
                  <a:lnTo>
                    <a:pt x="3129" y="965"/>
                  </a:lnTo>
                  <a:lnTo>
                    <a:pt x="2743" y="772"/>
                  </a:lnTo>
                  <a:lnTo>
                    <a:pt x="2279" y="541"/>
                  </a:lnTo>
                  <a:lnTo>
                    <a:pt x="1816" y="386"/>
                  </a:lnTo>
                  <a:lnTo>
                    <a:pt x="1391" y="232"/>
                  </a:lnTo>
                  <a:lnTo>
                    <a:pt x="54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8" name="Google Shape;4098;p18"/>
            <p:cNvSpPr/>
            <p:nvPr/>
          </p:nvSpPr>
          <p:spPr>
            <a:xfrm>
              <a:off x="5383550" y="118015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3" y="464"/>
                  </a:moveTo>
                  <a:lnTo>
                    <a:pt x="2085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89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89" y="2472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7" y="3051"/>
                  </a:lnTo>
                  <a:lnTo>
                    <a:pt x="2356" y="3167"/>
                  </a:lnTo>
                  <a:lnTo>
                    <a:pt x="2085" y="3244"/>
                  </a:lnTo>
                  <a:lnTo>
                    <a:pt x="1777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4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80"/>
                  </a:lnTo>
                  <a:lnTo>
                    <a:pt x="1583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8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1" y="271"/>
                  </a:lnTo>
                  <a:lnTo>
                    <a:pt x="850" y="386"/>
                  </a:lnTo>
                  <a:lnTo>
                    <a:pt x="618" y="580"/>
                  </a:lnTo>
                  <a:lnTo>
                    <a:pt x="425" y="773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7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2"/>
                  </a:lnTo>
                  <a:lnTo>
                    <a:pt x="1583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2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6" y="2781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4"/>
                  </a:lnTo>
                  <a:lnTo>
                    <a:pt x="3669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9" name="Google Shape;4099;p18"/>
            <p:cNvSpPr/>
            <p:nvPr/>
          </p:nvSpPr>
          <p:spPr>
            <a:xfrm>
              <a:off x="1657200" y="1227450"/>
              <a:ext cx="61825" cy="90775"/>
            </a:xfrm>
            <a:custGeom>
              <a:avLst/>
              <a:gdLst/>
              <a:ahLst/>
              <a:cxnLst/>
              <a:rect l="l" t="t" r="r" b="b"/>
              <a:pathLst>
                <a:path w="2473" h="3631" extrusionOk="0">
                  <a:moveTo>
                    <a:pt x="1198" y="0"/>
                  </a:moveTo>
                  <a:lnTo>
                    <a:pt x="1082" y="39"/>
                  </a:lnTo>
                  <a:lnTo>
                    <a:pt x="1005" y="39"/>
                  </a:lnTo>
                  <a:lnTo>
                    <a:pt x="966" y="116"/>
                  </a:lnTo>
                  <a:lnTo>
                    <a:pt x="966" y="194"/>
                  </a:lnTo>
                  <a:lnTo>
                    <a:pt x="966" y="232"/>
                  </a:lnTo>
                  <a:lnTo>
                    <a:pt x="850" y="271"/>
                  </a:lnTo>
                  <a:lnTo>
                    <a:pt x="773" y="271"/>
                  </a:lnTo>
                  <a:lnTo>
                    <a:pt x="735" y="348"/>
                  </a:lnTo>
                  <a:lnTo>
                    <a:pt x="696" y="425"/>
                  </a:lnTo>
                  <a:lnTo>
                    <a:pt x="696" y="502"/>
                  </a:lnTo>
                  <a:lnTo>
                    <a:pt x="735" y="618"/>
                  </a:lnTo>
                  <a:lnTo>
                    <a:pt x="773" y="657"/>
                  </a:lnTo>
                  <a:lnTo>
                    <a:pt x="850" y="734"/>
                  </a:lnTo>
                  <a:lnTo>
                    <a:pt x="1082" y="811"/>
                  </a:lnTo>
                  <a:lnTo>
                    <a:pt x="1275" y="966"/>
                  </a:lnTo>
                  <a:lnTo>
                    <a:pt x="1468" y="1120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1"/>
                  </a:lnTo>
                  <a:lnTo>
                    <a:pt x="1970" y="2163"/>
                  </a:lnTo>
                  <a:lnTo>
                    <a:pt x="1932" y="2472"/>
                  </a:lnTo>
                  <a:lnTo>
                    <a:pt x="1816" y="2742"/>
                  </a:lnTo>
                  <a:lnTo>
                    <a:pt x="1739" y="2897"/>
                  </a:lnTo>
                  <a:lnTo>
                    <a:pt x="1661" y="2974"/>
                  </a:lnTo>
                  <a:lnTo>
                    <a:pt x="1545" y="3090"/>
                  </a:lnTo>
                  <a:lnTo>
                    <a:pt x="1391" y="3128"/>
                  </a:lnTo>
                  <a:lnTo>
                    <a:pt x="1237" y="3167"/>
                  </a:lnTo>
                  <a:lnTo>
                    <a:pt x="1043" y="3128"/>
                  </a:lnTo>
                  <a:lnTo>
                    <a:pt x="928" y="3012"/>
                  </a:lnTo>
                  <a:lnTo>
                    <a:pt x="850" y="2897"/>
                  </a:lnTo>
                  <a:lnTo>
                    <a:pt x="812" y="2742"/>
                  </a:lnTo>
                  <a:lnTo>
                    <a:pt x="850" y="2626"/>
                  </a:lnTo>
                  <a:lnTo>
                    <a:pt x="928" y="2472"/>
                  </a:lnTo>
                  <a:lnTo>
                    <a:pt x="1082" y="2356"/>
                  </a:lnTo>
                  <a:lnTo>
                    <a:pt x="1159" y="2279"/>
                  </a:lnTo>
                  <a:lnTo>
                    <a:pt x="1159" y="2163"/>
                  </a:lnTo>
                  <a:lnTo>
                    <a:pt x="1159" y="2047"/>
                  </a:lnTo>
                  <a:lnTo>
                    <a:pt x="1082" y="1970"/>
                  </a:lnTo>
                  <a:lnTo>
                    <a:pt x="657" y="1622"/>
                  </a:lnTo>
                  <a:lnTo>
                    <a:pt x="426" y="1468"/>
                  </a:lnTo>
                  <a:lnTo>
                    <a:pt x="194" y="1352"/>
                  </a:lnTo>
                  <a:lnTo>
                    <a:pt x="1" y="1622"/>
                  </a:lnTo>
                  <a:lnTo>
                    <a:pt x="271" y="1893"/>
                  </a:lnTo>
                  <a:lnTo>
                    <a:pt x="580" y="2163"/>
                  </a:lnTo>
                  <a:lnTo>
                    <a:pt x="426" y="2356"/>
                  </a:lnTo>
                  <a:lnTo>
                    <a:pt x="348" y="2626"/>
                  </a:lnTo>
                  <a:lnTo>
                    <a:pt x="348" y="2897"/>
                  </a:lnTo>
                  <a:lnTo>
                    <a:pt x="348" y="3051"/>
                  </a:lnTo>
                  <a:lnTo>
                    <a:pt x="426" y="3167"/>
                  </a:lnTo>
                  <a:lnTo>
                    <a:pt x="541" y="3360"/>
                  </a:lnTo>
                  <a:lnTo>
                    <a:pt x="696" y="3476"/>
                  </a:lnTo>
                  <a:lnTo>
                    <a:pt x="889" y="3553"/>
                  </a:lnTo>
                  <a:lnTo>
                    <a:pt x="1082" y="3630"/>
                  </a:lnTo>
                  <a:lnTo>
                    <a:pt x="1275" y="3630"/>
                  </a:lnTo>
                  <a:lnTo>
                    <a:pt x="1507" y="3592"/>
                  </a:lnTo>
                  <a:lnTo>
                    <a:pt x="1700" y="3514"/>
                  </a:lnTo>
                  <a:lnTo>
                    <a:pt x="1854" y="3437"/>
                  </a:lnTo>
                  <a:lnTo>
                    <a:pt x="2047" y="3244"/>
                  </a:lnTo>
                  <a:lnTo>
                    <a:pt x="2202" y="3090"/>
                  </a:lnTo>
                  <a:lnTo>
                    <a:pt x="2318" y="2897"/>
                  </a:lnTo>
                  <a:lnTo>
                    <a:pt x="2395" y="2703"/>
                  </a:lnTo>
                  <a:lnTo>
                    <a:pt x="2434" y="2472"/>
                  </a:lnTo>
                  <a:lnTo>
                    <a:pt x="2472" y="2279"/>
                  </a:lnTo>
                  <a:lnTo>
                    <a:pt x="2434" y="2047"/>
                  </a:lnTo>
                  <a:lnTo>
                    <a:pt x="2395" y="1815"/>
                  </a:lnTo>
                  <a:lnTo>
                    <a:pt x="2318" y="1622"/>
                  </a:lnTo>
                  <a:lnTo>
                    <a:pt x="2202" y="1391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0" name="Google Shape;4100;p18"/>
            <p:cNvSpPr/>
            <p:nvPr/>
          </p:nvSpPr>
          <p:spPr>
            <a:xfrm>
              <a:off x="6055450" y="1230350"/>
              <a:ext cx="302175" cy="155450"/>
            </a:xfrm>
            <a:custGeom>
              <a:avLst/>
              <a:gdLst/>
              <a:ahLst/>
              <a:cxnLst/>
              <a:rect l="l" t="t" r="r" b="b"/>
              <a:pathLst>
                <a:path w="12087" h="6218" extrusionOk="0">
                  <a:moveTo>
                    <a:pt x="11739" y="0"/>
                  </a:moveTo>
                  <a:lnTo>
                    <a:pt x="11662" y="39"/>
                  </a:lnTo>
                  <a:lnTo>
                    <a:pt x="11585" y="78"/>
                  </a:lnTo>
                  <a:lnTo>
                    <a:pt x="11507" y="116"/>
                  </a:lnTo>
                  <a:lnTo>
                    <a:pt x="11469" y="232"/>
                  </a:lnTo>
                  <a:lnTo>
                    <a:pt x="11469" y="309"/>
                  </a:lnTo>
                  <a:lnTo>
                    <a:pt x="11507" y="425"/>
                  </a:lnTo>
                  <a:lnTo>
                    <a:pt x="11585" y="580"/>
                  </a:lnTo>
                  <a:lnTo>
                    <a:pt x="11623" y="773"/>
                  </a:lnTo>
                  <a:lnTo>
                    <a:pt x="11585" y="966"/>
                  </a:lnTo>
                  <a:lnTo>
                    <a:pt x="11507" y="1120"/>
                  </a:lnTo>
                  <a:lnTo>
                    <a:pt x="11392" y="1275"/>
                  </a:lnTo>
                  <a:lnTo>
                    <a:pt x="11276" y="1429"/>
                  </a:lnTo>
                  <a:lnTo>
                    <a:pt x="10928" y="1738"/>
                  </a:lnTo>
                  <a:lnTo>
                    <a:pt x="10503" y="2008"/>
                  </a:lnTo>
                  <a:lnTo>
                    <a:pt x="10079" y="2240"/>
                  </a:lnTo>
                  <a:lnTo>
                    <a:pt x="9422" y="2587"/>
                  </a:lnTo>
                  <a:lnTo>
                    <a:pt x="9036" y="2781"/>
                  </a:lnTo>
                  <a:lnTo>
                    <a:pt x="9036" y="2703"/>
                  </a:lnTo>
                  <a:lnTo>
                    <a:pt x="8959" y="2626"/>
                  </a:lnTo>
                  <a:lnTo>
                    <a:pt x="8495" y="2201"/>
                  </a:lnTo>
                  <a:lnTo>
                    <a:pt x="8109" y="1699"/>
                  </a:lnTo>
                  <a:lnTo>
                    <a:pt x="7839" y="1892"/>
                  </a:lnTo>
                  <a:lnTo>
                    <a:pt x="7993" y="2201"/>
                  </a:lnTo>
                  <a:lnTo>
                    <a:pt x="8187" y="2510"/>
                  </a:lnTo>
                  <a:lnTo>
                    <a:pt x="8418" y="2781"/>
                  </a:lnTo>
                  <a:lnTo>
                    <a:pt x="8650" y="2974"/>
                  </a:lnTo>
                  <a:lnTo>
                    <a:pt x="7607" y="3514"/>
                  </a:lnTo>
                  <a:lnTo>
                    <a:pt x="6565" y="3978"/>
                  </a:lnTo>
                  <a:lnTo>
                    <a:pt x="5252" y="4518"/>
                  </a:lnTo>
                  <a:lnTo>
                    <a:pt x="3939" y="4982"/>
                  </a:lnTo>
                  <a:lnTo>
                    <a:pt x="3669" y="5059"/>
                  </a:lnTo>
                  <a:lnTo>
                    <a:pt x="3707" y="4711"/>
                  </a:lnTo>
                  <a:lnTo>
                    <a:pt x="3630" y="4364"/>
                  </a:lnTo>
                  <a:lnTo>
                    <a:pt x="3514" y="4055"/>
                  </a:lnTo>
                  <a:lnTo>
                    <a:pt x="3321" y="3707"/>
                  </a:lnTo>
                  <a:lnTo>
                    <a:pt x="3012" y="3900"/>
                  </a:lnTo>
                  <a:lnTo>
                    <a:pt x="3128" y="4171"/>
                  </a:lnTo>
                  <a:lnTo>
                    <a:pt x="3205" y="4441"/>
                  </a:lnTo>
                  <a:lnTo>
                    <a:pt x="3244" y="4866"/>
                  </a:lnTo>
                  <a:lnTo>
                    <a:pt x="3244" y="5252"/>
                  </a:lnTo>
                  <a:lnTo>
                    <a:pt x="2356" y="5522"/>
                  </a:lnTo>
                  <a:lnTo>
                    <a:pt x="1892" y="5638"/>
                  </a:lnTo>
                  <a:lnTo>
                    <a:pt x="1429" y="5677"/>
                  </a:lnTo>
                  <a:lnTo>
                    <a:pt x="1043" y="5715"/>
                  </a:lnTo>
                  <a:lnTo>
                    <a:pt x="850" y="5715"/>
                  </a:lnTo>
                  <a:lnTo>
                    <a:pt x="695" y="5677"/>
                  </a:lnTo>
                  <a:lnTo>
                    <a:pt x="579" y="5599"/>
                  </a:lnTo>
                  <a:lnTo>
                    <a:pt x="464" y="5522"/>
                  </a:lnTo>
                  <a:lnTo>
                    <a:pt x="386" y="5406"/>
                  </a:lnTo>
                  <a:lnTo>
                    <a:pt x="348" y="5291"/>
                  </a:lnTo>
                  <a:lnTo>
                    <a:pt x="309" y="5213"/>
                  </a:lnTo>
                  <a:lnTo>
                    <a:pt x="270" y="5175"/>
                  </a:lnTo>
                  <a:lnTo>
                    <a:pt x="155" y="5136"/>
                  </a:lnTo>
                  <a:lnTo>
                    <a:pt x="77" y="5175"/>
                  </a:lnTo>
                  <a:lnTo>
                    <a:pt x="39" y="5213"/>
                  </a:lnTo>
                  <a:lnTo>
                    <a:pt x="0" y="5291"/>
                  </a:lnTo>
                  <a:lnTo>
                    <a:pt x="0" y="5445"/>
                  </a:lnTo>
                  <a:lnTo>
                    <a:pt x="39" y="5599"/>
                  </a:lnTo>
                  <a:lnTo>
                    <a:pt x="77" y="5754"/>
                  </a:lnTo>
                  <a:lnTo>
                    <a:pt x="155" y="5870"/>
                  </a:lnTo>
                  <a:lnTo>
                    <a:pt x="232" y="5947"/>
                  </a:lnTo>
                  <a:lnTo>
                    <a:pt x="309" y="6024"/>
                  </a:lnTo>
                  <a:lnTo>
                    <a:pt x="541" y="6140"/>
                  </a:lnTo>
                  <a:lnTo>
                    <a:pt x="811" y="6179"/>
                  </a:lnTo>
                  <a:lnTo>
                    <a:pt x="1120" y="6217"/>
                  </a:lnTo>
                  <a:lnTo>
                    <a:pt x="1429" y="6179"/>
                  </a:lnTo>
                  <a:lnTo>
                    <a:pt x="1699" y="6140"/>
                  </a:lnTo>
                  <a:lnTo>
                    <a:pt x="2896" y="5831"/>
                  </a:lnTo>
                  <a:lnTo>
                    <a:pt x="4093" y="5445"/>
                  </a:lnTo>
                  <a:lnTo>
                    <a:pt x="5290" y="5020"/>
                  </a:lnTo>
                  <a:lnTo>
                    <a:pt x="6449" y="4557"/>
                  </a:lnTo>
                  <a:lnTo>
                    <a:pt x="7530" y="4093"/>
                  </a:lnTo>
                  <a:lnTo>
                    <a:pt x="8573" y="3591"/>
                  </a:lnTo>
                  <a:lnTo>
                    <a:pt x="9615" y="3051"/>
                  </a:lnTo>
                  <a:lnTo>
                    <a:pt x="10619" y="2472"/>
                  </a:lnTo>
                  <a:lnTo>
                    <a:pt x="10928" y="2279"/>
                  </a:lnTo>
                  <a:lnTo>
                    <a:pt x="11276" y="2047"/>
                  </a:lnTo>
                  <a:lnTo>
                    <a:pt x="11546" y="1777"/>
                  </a:lnTo>
                  <a:lnTo>
                    <a:pt x="11816" y="1506"/>
                  </a:lnTo>
                  <a:lnTo>
                    <a:pt x="12009" y="1197"/>
                  </a:lnTo>
                  <a:lnTo>
                    <a:pt x="12048" y="1043"/>
                  </a:lnTo>
                  <a:lnTo>
                    <a:pt x="12087" y="888"/>
                  </a:lnTo>
                  <a:lnTo>
                    <a:pt x="12087" y="695"/>
                  </a:lnTo>
                  <a:lnTo>
                    <a:pt x="12048" y="502"/>
                  </a:lnTo>
                  <a:lnTo>
                    <a:pt x="12009" y="309"/>
                  </a:lnTo>
                  <a:lnTo>
                    <a:pt x="11894" y="116"/>
                  </a:lnTo>
                  <a:lnTo>
                    <a:pt x="11816" y="39"/>
                  </a:lnTo>
                  <a:lnTo>
                    <a:pt x="1173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1" name="Google Shape;4101;p18"/>
            <p:cNvSpPr/>
            <p:nvPr/>
          </p:nvSpPr>
          <p:spPr>
            <a:xfrm>
              <a:off x="4272400" y="1236125"/>
              <a:ext cx="61800" cy="89825"/>
            </a:xfrm>
            <a:custGeom>
              <a:avLst/>
              <a:gdLst/>
              <a:ahLst/>
              <a:cxnLst/>
              <a:rect l="l" t="t" r="r" b="b"/>
              <a:pathLst>
                <a:path w="2472" h="3593" extrusionOk="0">
                  <a:moveTo>
                    <a:pt x="1082" y="1"/>
                  </a:moveTo>
                  <a:lnTo>
                    <a:pt x="1005" y="40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3"/>
                  </a:lnTo>
                  <a:lnTo>
                    <a:pt x="850" y="233"/>
                  </a:lnTo>
                  <a:lnTo>
                    <a:pt x="773" y="271"/>
                  </a:lnTo>
                  <a:lnTo>
                    <a:pt x="734" y="349"/>
                  </a:lnTo>
                  <a:lnTo>
                    <a:pt x="696" y="426"/>
                  </a:lnTo>
                  <a:lnTo>
                    <a:pt x="696" y="503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2"/>
                  </a:lnTo>
                  <a:lnTo>
                    <a:pt x="1275" y="928"/>
                  </a:lnTo>
                  <a:lnTo>
                    <a:pt x="1468" y="1082"/>
                  </a:lnTo>
                  <a:lnTo>
                    <a:pt x="1622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1" y="1932"/>
                  </a:lnTo>
                  <a:lnTo>
                    <a:pt x="1931" y="2163"/>
                  </a:lnTo>
                  <a:lnTo>
                    <a:pt x="1931" y="2434"/>
                  </a:lnTo>
                  <a:lnTo>
                    <a:pt x="1815" y="2743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2"/>
                  </a:lnTo>
                  <a:lnTo>
                    <a:pt x="1391" y="3129"/>
                  </a:lnTo>
                  <a:lnTo>
                    <a:pt x="1198" y="3129"/>
                  </a:lnTo>
                  <a:lnTo>
                    <a:pt x="1043" y="3090"/>
                  </a:lnTo>
                  <a:lnTo>
                    <a:pt x="927" y="3013"/>
                  </a:lnTo>
                  <a:lnTo>
                    <a:pt x="850" y="2897"/>
                  </a:lnTo>
                  <a:lnTo>
                    <a:pt x="811" y="2743"/>
                  </a:lnTo>
                  <a:lnTo>
                    <a:pt x="850" y="2588"/>
                  </a:lnTo>
                  <a:lnTo>
                    <a:pt x="927" y="2434"/>
                  </a:lnTo>
                  <a:lnTo>
                    <a:pt x="1043" y="2318"/>
                  </a:lnTo>
                  <a:lnTo>
                    <a:pt x="1159" y="2241"/>
                  </a:lnTo>
                  <a:lnTo>
                    <a:pt x="1159" y="2125"/>
                  </a:lnTo>
                  <a:lnTo>
                    <a:pt x="1120" y="2009"/>
                  </a:lnTo>
                  <a:lnTo>
                    <a:pt x="1043" y="1932"/>
                  </a:lnTo>
                  <a:lnTo>
                    <a:pt x="657" y="1623"/>
                  </a:lnTo>
                  <a:lnTo>
                    <a:pt x="425" y="1468"/>
                  </a:lnTo>
                  <a:lnTo>
                    <a:pt x="194" y="1314"/>
                  </a:lnTo>
                  <a:lnTo>
                    <a:pt x="1" y="1623"/>
                  </a:lnTo>
                  <a:lnTo>
                    <a:pt x="271" y="1893"/>
                  </a:lnTo>
                  <a:lnTo>
                    <a:pt x="580" y="2125"/>
                  </a:lnTo>
                  <a:lnTo>
                    <a:pt x="425" y="2356"/>
                  </a:lnTo>
                  <a:lnTo>
                    <a:pt x="348" y="2627"/>
                  </a:lnTo>
                  <a:lnTo>
                    <a:pt x="309" y="2897"/>
                  </a:lnTo>
                  <a:lnTo>
                    <a:pt x="348" y="3052"/>
                  </a:lnTo>
                  <a:lnTo>
                    <a:pt x="425" y="3167"/>
                  </a:lnTo>
                  <a:lnTo>
                    <a:pt x="541" y="3322"/>
                  </a:lnTo>
                  <a:lnTo>
                    <a:pt x="696" y="3476"/>
                  </a:lnTo>
                  <a:lnTo>
                    <a:pt x="889" y="3554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4"/>
                  </a:lnTo>
                  <a:lnTo>
                    <a:pt x="1700" y="3515"/>
                  </a:lnTo>
                  <a:lnTo>
                    <a:pt x="1854" y="3399"/>
                  </a:lnTo>
                  <a:lnTo>
                    <a:pt x="2047" y="3245"/>
                  </a:lnTo>
                  <a:lnTo>
                    <a:pt x="2202" y="3052"/>
                  </a:lnTo>
                  <a:lnTo>
                    <a:pt x="2317" y="2858"/>
                  </a:lnTo>
                  <a:lnTo>
                    <a:pt x="2395" y="2665"/>
                  </a:lnTo>
                  <a:lnTo>
                    <a:pt x="2433" y="2472"/>
                  </a:lnTo>
                  <a:lnTo>
                    <a:pt x="2472" y="2241"/>
                  </a:lnTo>
                  <a:lnTo>
                    <a:pt x="2433" y="2009"/>
                  </a:lnTo>
                  <a:lnTo>
                    <a:pt x="2395" y="1816"/>
                  </a:lnTo>
                  <a:lnTo>
                    <a:pt x="2317" y="1584"/>
                  </a:lnTo>
                  <a:lnTo>
                    <a:pt x="2202" y="1391"/>
                  </a:lnTo>
                  <a:lnTo>
                    <a:pt x="1970" y="1005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2" name="Google Shape;4102;p18"/>
            <p:cNvSpPr/>
            <p:nvPr/>
          </p:nvSpPr>
          <p:spPr>
            <a:xfrm>
              <a:off x="799000" y="1245800"/>
              <a:ext cx="106200" cy="124550"/>
            </a:xfrm>
            <a:custGeom>
              <a:avLst/>
              <a:gdLst/>
              <a:ahLst/>
              <a:cxnLst/>
              <a:rect l="l" t="t" r="r" b="b"/>
              <a:pathLst>
                <a:path w="4248" h="4982" extrusionOk="0">
                  <a:moveTo>
                    <a:pt x="3862" y="0"/>
                  </a:moveTo>
                  <a:lnTo>
                    <a:pt x="3591" y="579"/>
                  </a:lnTo>
                  <a:lnTo>
                    <a:pt x="3244" y="1159"/>
                  </a:lnTo>
                  <a:lnTo>
                    <a:pt x="2896" y="1699"/>
                  </a:lnTo>
                  <a:lnTo>
                    <a:pt x="2510" y="2201"/>
                  </a:lnTo>
                  <a:lnTo>
                    <a:pt x="1931" y="2858"/>
                  </a:lnTo>
                  <a:lnTo>
                    <a:pt x="1313" y="3475"/>
                  </a:lnTo>
                  <a:lnTo>
                    <a:pt x="1004" y="3784"/>
                  </a:lnTo>
                  <a:lnTo>
                    <a:pt x="657" y="4016"/>
                  </a:lnTo>
                  <a:lnTo>
                    <a:pt x="309" y="4286"/>
                  </a:lnTo>
                  <a:lnTo>
                    <a:pt x="0" y="4595"/>
                  </a:lnTo>
                  <a:lnTo>
                    <a:pt x="39" y="4981"/>
                  </a:lnTo>
                  <a:lnTo>
                    <a:pt x="155" y="4981"/>
                  </a:lnTo>
                  <a:lnTo>
                    <a:pt x="541" y="4788"/>
                  </a:lnTo>
                  <a:lnTo>
                    <a:pt x="927" y="4557"/>
                  </a:lnTo>
                  <a:lnTo>
                    <a:pt x="1313" y="4248"/>
                  </a:lnTo>
                  <a:lnTo>
                    <a:pt x="1699" y="3939"/>
                  </a:lnTo>
                  <a:lnTo>
                    <a:pt x="2008" y="3591"/>
                  </a:lnTo>
                  <a:lnTo>
                    <a:pt x="2356" y="3205"/>
                  </a:lnTo>
                  <a:lnTo>
                    <a:pt x="2896" y="2510"/>
                  </a:lnTo>
                  <a:lnTo>
                    <a:pt x="3321" y="1969"/>
                  </a:lnTo>
                  <a:lnTo>
                    <a:pt x="3669" y="1390"/>
                  </a:lnTo>
                  <a:lnTo>
                    <a:pt x="3978" y="811"/>
                  </a:lnTo>
                  <a:lnTo>
                    <a:pt x="4248" y="193"/>
                  </a:lnTo>
                  <a:lnTo>
                    <a:pt x="386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3" name="Google Shape;4103;p18"/>
            <p:cNvSpPr/>
            <p:nvPr/>
          </p:nvSpPr>
          <p:spPr>
            <a:xfrm>
              <a:off x="747825" y="12477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5" y="271"/>
                  </a:moveTo>
                  <a:lnTo>
                    <a:pt x="1236" y="387"/>
                  </a:lnTo>
                  <a:lnTo>
                    <a:pt x="1429" y="541"/>
                  </a:lnTo>
                  <a:lnTo>
                    <a:pt x="1545" y="773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4" y="1197"/>
                  </a:lnTo>
                  <a:lnTo>
                    <a:pt x="1545" y="1313"/>
                  </a:lnTo>
                  <a:lnTo>
                    <a:pt x="1429" y="1391"/>
                  </a:lnTo>
                  <a:lnTo>
                    <a:pt x="1352" y="1468"/>
                  </a:lnTo>
                  <a:lnTo>
                    <a:pt x="1198" y="1545"/>
                  </a:lnTo>
                  <a:lnTo>
                    <a:pt x="966" y="1584"/>
                  </a:lnTo>
                  <a:lnTo>
                    <a:pt x="773" y="1545"/>
                  </a:lnTo>
                  <a:lnTo>
                    <a:pt x="657" y="1468"/>
                  </a:lnTo>
                  <a:lnTo>
                    <a:pt x="580" y="1429"/>
                  </a:lnTo>
                  <a:lnTo>
                    <a:pt x="503" y="1313"/>
                  </a:lnTo>
                  <a:lnTo>
                    <a:pt x="464" y="1197"/>
                  </a:lnTo>
                  <a:lnTo>
                    <a:pt x="425" y="1004"/>
                  </a:lnTo>
                  <a:lnTo>
                    <a:pt x="425" y="773"/>
                  </a:lnTo>
                  <a:lnTo>
                    <a:pt x="541" y="580"/>
                  </a:lnTo>
                  <a:lnTo>
                    <a:pt x="696" y="425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78"/>
                  </a:lnTo>
                  <a:lnTo>
                    <a:pt x="657" y="116"/>
                  </a:lnTo>
                  <a:lnTo>
                    <a:pt x="541" y="78"/>
                  </a:lnTo>
                  <a:lnTo>
                    <a:pt x="425" y="116"/>
                  </a:lnTo>
                  <a:lnTo>
                    <a:pt x="271" y="193"/>
                  </a:lnTo>
                  <a:lnTo>
                    <a:pt x="155" y="348"/>
                  </a:lnTo>
                  <a:lnTo>
                    <a:pt x="78" y="502"/>
                  </a:lnTo>
                  <a:lnTo>
                    <a:pt x="1" y="695"/>
                  </a:lnTo>
                  <a:lnTo>
                    <a:pt x="1" y="889"/>
                  </a:lnTo>
                  <a:lnTo>
                    <a:pt x="1" y="1082"/>
                  </a:lnTo>
                  <a:lnTo>
                    <a:pt x="39" y="1275"/>
                  </a:lnTo>
                  <a:lnTo>
                    <a:pt x="78" y="1429"/>
                  </a:lnTo>
                  <a:lnTo>
                    <a:pt x="194" y="1622"/>
                  </a:lnTo>
                  <a:lnTo>
                    <a:pt x="310" y="1777"/>
                  </a:lnTo>
                  <a:lnTo>
                    <a:pt x="464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043" y="2008"/>
                  </a:lnTo>
                  <a:lnTo>
                    <a:pt x="1236" y="1970"/>
                  </a:lnTo>
                  <a:lnTo>
                    <a:pt x="1429" y="1892"/>
                  </a:lnTo>
                  <a:lnTo>
                    <a:pt x="1584" y="1815"/>
                  </a:lnTo>
                  <a:lnTo>
                    <a:pt x="1738" y="1699"/>
                  </a:lnTo>
                  <a:lnTo>
                    <a:pt x="1893" y="1545"/>
                  </a:lnTo>
                  <a:lnTo>
                    <a:pt x="1970" y="1352"/>
                  </a:lnTo>
                  <a:lnTo>
                    <a:pt x="2047" y="1197"/>
                  </a:lnTo>
                  <a:lnTo>
                    <a:pt x="2086" y="1004"/>
                  </a:lnTo>
                  <a:lnTo>
                    <a:pt x="2047" y="811"/>
                  </a:lnTo>
                  <a:lnTo>
                    <a:pt x="1970" y="580"/>
                  </a:lnTo>
                  <a:lnTo>
                    <a:pt x="1893" y="425"/>
                  </a:lnTo>
                  <a:lnTo>
                    <a:pt x="1738" y="271"/>
                  </a:lnTo>
                  <a:lnTo>
                    <a:pt x="1584" y="155"/>
                  </a:lnTo>
                  <a:lnTo>
                    <a:pt x="1429" y="78"/>
                  </a:lnTo>
                  <a:lnTo>
                    <a:pt x="123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4" name="Google Shape;4104;p18"/>
            <p:cNvSpPr/>
            <p:nvPr/>
          </p:nvSpPr>
          <p:spPr>
            <a:xfrm>
              <a:off x="1261400" y="125255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1" y="194"/>
                  </a:lnTo>
                  <a:lnTo>
                    <a:pt x="503" y="927"/>
                  </a:lnTo>
                  <a:lnTo>
                    <a:pt x="1043" y="1622"/>
                  </a:lnTo>
                  <a:lnTo>
                    <a:pt x="1700" y="2240"/>
                  </a:lnTo>
                  <a:lnTo>
                    <a:pt x="2356" y="2858"/>
                  </a:lnTo>
                  <a:lnTo>
                    <a:pt x="3090" y="3360"/>
                  </a:lnTo>
                  <a:lnTo>
                    <a:pt x="3901" y="3823"/>
                  </a:lnTo>
                  <a:lnTo>
                    <a:pt x="4673" y="4209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05"/>
                  </a:lnTo>
                  <a:lnTo>
                    <a:pt x="7685" y="4943"/>
                  </a:lnTo>
                  <a:lnTo>
                    <a:pt x="8110" y="4982"/>
                  </a:lnTo>
                  <a:lnTo>
                    <a:pt x="8535" y="4943"/>
                  </a:lnTo>
                  <a:lnTo>
                    <a:pt x="8998" y="4905"/>
                  </a:lnTo>
                  <a:lnTo>
                    <a:pt x="9423" y="4866"/>
                  </a:lnTo>
                  <a:lnTo>
                    <a:pt x="9848" y="4750"/>
                  </a:lnTo>
                  <a:lnTo>
                    <a:pt x="10272" y="4634"/>
                  </a:lnTo>
                  <a:lnTo>
                    <a:pt x="10658" y="4480"/>
                  </a:lnTo>
                  <a:lnTo>
                    <a:pt x="11083" y="4325"/>
                  </a:lnTo>
                  <a:lnTo>
                    <a:pt x="11469" y="4094"/>
                  </a:lnTo>
                  <a:lnTo>
                    <a:pt x="11856" y="3862"/>
                  </a:lnTo>
                  <a:lnTo>
                    <a:pt x="12242" y="3592"/>
                  </a:lnTo>
                  <a:lnTo>
                    <a:pt x="12319" y="3514"/>
                  </a:lnTo>
                  <a:lnTo>
                    <a:pt x="12435" y="3167"/>
                  </a:lnTo>
                  <a:lnTo>
                    <a:pt x="12280" y="3167"/>
                  </a:lnTo>
                  <a:lnTo>
                    <a:pt x="12203" y="3128"/>
                  </a:lnTo>
                  <a:lnTo>
                    <a:pt x="12126" y="3090"/>
                  </a:lnTo>
                  <a:lnTo>
                    <a:pt x="12010" y="3128"/>
                  </a:lnTo>
                  <a:lnTo>
                    <a:pt x="11933" y="3167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6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03"/>
                  </a:lnTo>
                  <a:lnTo>
                    <a:pt x="8342" y="4441"/>
                  </a:lnTo>
                  <a:lnTo>
                    <a:pt x="7492" y="4441"/>
                  </a:lnTo>
                  <a:lnTo>
                    <a:pt x="7067" y="4403"/>
                  </a:lnTo>
                  <a:lnTo>
                    <a:pt x="6643" y="4325"/>
                  </a:lnTo>
                  <a:lnTo>
                    <a:pt x="6218" y="4248"/>
                  </a:lnTo>
                  <a:lnTo>
                    <a:pt x="5793" y="4132"/>
                  </a:lnTo>
                  <a:lnTo>
                    <a:pt x="5407" y="4016"/>
                  </a:lnTo>
                  <a:lnTo>
                    <a:pt x="4596" y="3669"/>
                  </a:lnTo>
                  <a:lnTo>
                    <a:pt x="3901" y="3283"/>
                  </a:lnTo>
                  <a:lnTo>
                    <a:pt x="3206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8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5" name="Google Shape;4105;p18"/>
            <p:cNvSpPr/>
            <p:nvPr/>
          </p:nvSpPr>
          <p:spPr>
            <a:xfrm>
              <a:off x="1569350" y="1258350"/>
              <a:ext cx="92700" cy="136125"/>
            </a:xfrm>
            <a:custGeom>
              <a:avLst/>
              <a:gdLst/>
              <a:ahLst/>
              <a:cxnLst/>
              <a:rect l="l" t="t" r="r" b="b"/>
              <a:pathLst>
                <a:path w="3708" h="5445" extrusionOk="0">
                  <a:moveTo>
                    <a:pt x="3399" y="0"/>
                  </a:moveTo>
                  <a:lnTo>
                    <a:pt x="3360" y="77"/>
                  </a:lnTo>
                  <a:lnTo>
                    <a:pt x="3245" y="116"/>
                  </a:lnTo>
                  <a:lnTo>
                    <a:pt x="3013" y="309"/>
                  </a:lnTo>
                  <a:lnTo>
                    <a:pt x="2781" y="541"/>
                  </a:lnTo>
                  <a:lnTo>
                    <a:pt x="2549" y="772"/>
                  </a:lnTo>
                  <a:lnTo>
                    <a:pt x="2356" y="1004"/>
                  </a:lnTo>
                  <a:lnTo>
                    <a:pt x="2047" y="1236"/>
                  </a:lnTo>
                  <a:lnTo>
                    <a:pt x="1777" y="1467"/>
                  </a:lnTo>
                  <a:lnTo>
                    <a:pt x="1159" y="1815"/>
                  </a:lnTo>
                  <a:lnTo>
                    <a:pt x="1082" y="1892"/>
                  </a:lnTo>
                  <a:lnTo>
                    <a:pt x="1082" y="1969"/>
                  </a:lnTo>
                  <a:lnTo>
                    <a:pt x="1082" y="2008"/>
                  </a:lnTo>
                  <a:lnTo>
                    <a:pt x="1121" y="2085"/>
                  </a:lnTo>
                  <a:lnTo>
                    <a:pt x="1005" y="2085"/>
                  </a:lnTo>
                  <a:lnTo>
                    <a:pt x="889" y="2124"/>
                  </a:lnTo>
                  <a:lnTo>
                    <a:pt x="850" y="2201"/>
                  </a:lnTo>
                  <a:lnTo>
                    <a:pt x="812" y="2278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510"/>
                  </a:lnTo>
                  <a:lnTo>
                    <a:pt x="966" y="2549"/>
                  </a:lnTo>
                  <a:lnTo>
                    <a:pt x="1198" y="2626"/>
                  </a:lnTo>
                  <a:lnTo>
                    <a:pt x="1430" y="2703"/>
                  </a:lnTo>
                  <a:lnTo>
                    <a:pt x="1623" y="2858"/>
                  </a:lnTo>
                  <a:lnTo>
                    <a:pt x="1816" y="3012"/>
                  </a:lnTo>
                  <a:lnTo>
                    <a:pt x="1970" y="3205"/>
                  </a:lnTo>
                  <a:lnTo>
                    <a:pt x="2086" y="3398"/>
                  </a:lnTo>
                  <a:lnTo>
                    <a:pt x="2125" y="3630"/>
                  </a:lnTo>
                  <a:lnTo>
                    <a:pt x="2125" y="3900"/>
                  </a:lnTo>
                  <a:lnTo>
                    <a:pt x="2086" y="4132"/>
                  </a:lnTo>
                  <a:lnTo>
                    <a:pt x="2009" y="4364"/>
                  </a:lnTo>
                  <a:lnTo>
                    <a:pt x="1893" y="4557"/>
                  </a:lnTo>
                  <a:lnTo>
                    <a:pt x="1739" y="4711"/>
                  </a:lnTo>
                  <a:lnTo>
                    <a:pt x="1545" y="4866"/>
                  </a:lnTo>
                  <a:lnTo>
                    <a:pt x="1314" y="4943"/>
                  </a:lnTo>
                  <a:lnTo>
                    <a:pt x="1198" y="4981"/>
                  </a:lnTo>
                  <a:lnTo>
                    <a:pt x="1082" y="4981"/>
                  </a:lnTo>
                  <a:lnTo>
                    <a:pt x="889" y="4904"/>
                  </a:lnTo>
                  <a:lnTo>
                    <a:pt x="773" y="4788"/>
                  </a:lnTo>
                  <a:lnTo>
                    <a:pt x="696" y="4634"/>
                  </a:lnTo>
                  <a:lnTo>
                    <a:pt x="696" y="4441"/>
                  </a:lnTo>
                  <a:lnTo>
                    <a:pt x="735" y="4286"/>
                  </a:lnTo>
                  <a:lnTo>
                    <a:pt x="812" y="4209"/>
                  </a:lnTo>
                  <a:lnTo>
                    <a:pt x="889" y="4171"/>
                  </a:lnTo>
                  <a:lnTo>
                    <a:pt x="966" y="4132"/>
                  </a:lnTo>
                  <a:lnTo>
                    <a:pt x="1121" y="4093"/>
                  </a:lnTo>
                  <a:lnTo>
                    <a:pt x="1237" y="4055"/>
                  </a:lnTo>
                  <a:lnTo>
                    <a:pt x="1314" y="3939"/>
                  </a:lnTo>
                  <a:lnTo>
                    <a:pt x="1314" y="3784"/>
                  </a:lnTo>
                  <a:lnTo>
                    <a:pt x="1275" y="3746"/>
                  </a:lnTo>
                  <a:lnTo>
                    <a:pt x="1237" y="3669"/>
                  </a:lnTo>
                  <a:lnTo>
                    <a:pt x="117" y="2935"/>
                  </a:lnTo>
                  <a:lnTo>
                    <a:pt x="1" y="3282"/>
                  </a:lnTo>
                  <a:lnTo>
                    <a:pt x="657" y="3784"/>
                  </a:lnTo>
                  <a:lnTo>
                    <a:pt x="503" y="3900"/>
                  </a:lnTo>
                  <a:lnTo>
                    <a:pt x="387" y="3977"/>
                  </a:lnTo>
                  <a:lnTo>
                    <a:pt x="310" y="4132"/>
                  </a:lnTo>
                  <a:lnTo>
                    <a:pt x="233" y="4248"/>
                  </a:lnTo>
                  <a:lnTo>
                    <a:pt x="194" y="4402"/>
                  </a:lnTo>
                  <a:lnTo>
                    <a:pt x="194" y="4557"/>
                  </a:lnTo>
                  <a:lnTo>
                    <a:pt x="194" y="4711"/>
                  </a:lnTo>
                  <a:lnTo>
                    <a:pt x="271" y="4904"/>
                  </a:lnTo>
                  <a:lnTo>
                    <a:pt x="387" y="5097"/>
                  </a:lnTo>
                  <a:lnTo>
                    <a:pt x="542" y="5252"/>
                  </a:lnTo>
                  <a:lnTo>
                    <a:pt x="735" y="5368"/>
                  </a:lnTo>
                  <a:lnTo>
                    <a:pt x="966" y="5445"/>
                  </a:lnTo>
                  <a:lnTo>
                    <a:pt x="1198" y="5445"/>
                  </a:lnTo>
                  <a:lnTo>
                    <a:pt x="1430" y="5406"/>
                  </a:lnTo>
                  <a:lnTo>
                    <a:pt x="1623" y="5329"/>
                  </a:lnTo>
                  <a:lnTo>
                    <a:pt x="1854" y="5213"/>
                  </a:lnTo>
                  <a:lnTo>
                    <a:pt x="2086" y="5059"/>
                  </a:lnTo>
                  <a:lnTo>
                    <a:pt x="2241" y="4866"/>
                  </a:lnTo>
                  <a:lnTo>
                    <a:pt x="2395" y="4673"/>
                  </a:lnTo>
                  <a:lnTo>
                    <a:pt x="2511" y="4441"/>
                  </a:lnTo>
                  <a:lnTo>
                    <a:pt x="2588" y="4209"/>
                  </a:lnTo>
                  <a:lnTo>
                    <a:pt x="2588" y="3977"/>
                  </a:lnTo>
                  <a:lnTo>
                    <a:pt x="2588" y="3746"/>
                  </a:lnTo>
                  <a:lnTo>
                    <a:pt x="2549" y="3514"/>
                  </a:lnTo>
                  <a:lnTo>
                    <a:pt x="2472" y="3282"/>
                  </a:lnTo>
                  <a:lnTo>
                    <a:pt x="2395" y="3089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510"/>
                  </a:lnTo>
                  <a:lnTo>
                    <a:pt x="1739" y="2356"/>
                  </a:lnTo>
                  <a:lnTo>
                    <a:pt x="1507" y="2240"/>
                  </a:lnTo>
                  <a:lnTo>
                    <a:pt x="1275" y="2124"/>
                  </a:lnTo>
                  <a:lnTo>
                    <a:pt x="1623" y="2008"/>
                  </a:lnTo>
                  <a:lnTo>
                    <a:pt x="1932" y="1815"/>
                  </a:lnTo>
                  <a:lnTo>
                    <a:pt x="2279" y="1661"/>
                  </a:lnTo>
                  <a:lnTo>
                    <a:pt x="2549" y="1429"/>
                  </a:lnTo>
                  <a:lnTo>
                    <a:pt x="2820" y="1197"/>
                  </a:lnTo>
                  <a:lnTo>
                    <a:pt x="3129" y="966"/>
                  </a:lnTo>
                  <a:lnTo>
                    <a:pt x="3360" y="695"/>
                  </a:lnTo>
                  <a:lnTo>
                    <a:pt x="3438" y="541"/>
                  </a:lnTo>
                  <a:lnTo>
                    <a:pt x="3515" y="386"/>
                  </a:lnTo>
                  <a:lnTo>
                    <a:pt x="3708" y="116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6" name="Google Shape;4106;p18"/>
            <p:cNvSpPr/>
            <p:nvPr/>
          </p:nvSpPr>
          <p:spPr>
            <a:xfrm>
              <a:off x="3876600" y="1260275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0" y="232"/>
                  </a:lnTo>
                  <a:lnTo>
                    <a:pt x="502" y="966"/>
                  </a:lnTo>
                  <a:lnTo>
                    <a:pt x="1043" y="1622"/>
                  </a:lnTo>
                  <a:lnTo>
                    <a:pt x="1699" y="2279"/>
                  </a:lnTo>
                  <a:lnTo>
                    <a:pt x="2356" y="2858"/>
                  </a:lnTo>
                  <a:lnTo>
                    <a:pt x="3090" y="3398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4" y="4982"/>
                  </a:lnTo>
                  <a:lnTo>
                    <a:pt x="8998" y="4943"/>
                  </a:lnTo>
                  <a:lnTo>
                    <a:pt x="9422" y="4866"/>
                  </a:lnTo>
                  <a:lnTo>
                    <a:pt x="9847" y="4789"/>
                  </a:lnTo>
                  <a:lnTo>
                    <a:pt x="10272" y="4673"/>
                  </a:lnTo>
                  <a:lnTo>
                    <a:pt x="10658" y="4518"/>
                  </a:lnTo>
                  <a:lnTo>
                    <a:pt x="11083" y="4325"/>
                  </a:lnTo>
                  <a:lnTo>
                    <a:pt x="11469" y="4132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319" y="3553"/>
                  </a:lnTo>
                  <a:lnTo>
                    <a:pt x="12434" y="3205"/>
                  </a:lnTo>
                  <a:lnTo>
                    <a:pt x="12357" y="3167"/>
                  </a:lnTo>
                  <a:lnTo>
                    <a:pt x="12280" y="3205"/>
                  </a:lnTo>
                  <a:lnTo>
                    <a:pt x="12203" y="3128"/>
                  </a:lnTo>
                  <a:lnTo>
                    <a:pt x="12010" y="3128"/>
                  </a:lnTo>
                  <a:lnTo>
                    <a:pt x="11932" y="3205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6" y="4016"/>
                  </a:lnTo>
                  <a:lnTo>
                    <a:pt x="10040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1" y="4480"/>
                  </a:lnTo>
                  <a:lnTo>
                    <a:pt x="7916" y="4480"/>
                  </a:lnTo>
                  <a:lnTo>
                    <a:pt x="7492" y="4441"/>
                  </a:lnTo>
                  <a:lnTo>
                    <a:pt x="7067" y="4402"/>
                  </a:lnTo>
                  <a:lnTo>
                    <a:pt x="6642" y="4364"/>
                  </a:lnTo>
                  <a:lnTo>
                    <a:pt x="6217" y="4248"/>
                  </a:lnTo>
                  <a:lnTo>
                    <a:pt x="5793" y="4171"/>
                  </a:lnTo>
                  <a:lnTo>
                    <a:pt x="5368" y="4016"/>
                  </a:lnTo>
                  <a:lnTo>
                    <a:pt x="4596" y="3707"/>
                  </a:lnTo>
                  <a:lnTo>
                    <a:pt x="3901" y="3283"/>
                  </a:lnTo>
                  <a:lnTo>
                    <a:pt x="3205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7" name="Google Shape;4107;p18"/>
            <p:cNvSpPr/>
            <p:nvPr/>
          </p:nvSpPr>
          <p:spPr>
            <a:xfrm>
              <a:off x="4184550" y="1267025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1"/>
                  </a:moveTo>
                  <a:lnTo>
                    <a:pt x="3360" y="78"/>
                  </a:lnTo>
                  <a:lnTo>
                    <a:pt x="3244" y="78"/>
                  </a:lnTo>
                  <a:lnTo>
                    <a:pt x="3013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3" y="1931"/>
                  </a:lnTo>
                  <a:lnTo>
                    <a:pt x="1082" y="2009"/>
                  </a:lnTo>
                  <a:lnTo>
                    <a:pt x="1120" y="2086"/>
                  </a:lnTo>
                  <a:lnTo>
                    <a:pt x="1005" y="2086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1" y="2240"/>
                  </a:lnTo>
                  <a:lnTo>
                    <a:pt x="811" y="2356"/>
                  </a:lnTo>
                  <a:lnTo>
                    <a:pt x="811" y="2433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8" y="2588"/>
                  </a:lnTo>
                  <a:lnTo>
                    <a:pt x="1429" y="2704"/>
                  </a:lnTo>
                  <a:lnTo>
                    <a:pt x="1622" y="2820"/>
                  </a:lnTo>
                  <a:lnTo>
                    <a:pt x="1815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4" y="3630"/>
                  </a:lnTo>
                  <a:lnTo>
                    <a:pt x="2124" y="3901"/>
                  </a:lnTo>
                  <a:lnTo>
                    <a:pt x="2086" y="4094"/>
                  </a:lnTo>
                  <a:lnTo>
                    <a:pt x="2009" y="4326"/>
                  </a:lnTo>
                  <a:lnTo>
                    <a:pt x="1893" y="4519"/>
                  </a:lnTo>
                  <a:lnTo>
                    <a:pt x="1738" y="4712"/>
                  </a:lnTo>
                  <a:lnTo>
                    <a:pt x="1545" y="4828"/>
                  </a:lnTo>
                  <a:lnTo>
                    <a:pt x="1313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6"/>
                  </a:lnTo>
                  <a:lnTo>
                    <a:pt x="657" y="4441"/>
                  </a:lnTo>
                  <a:lnTo>
                    <a:pt x="734" y="4287"/>
                  </a:lnTo>
                  <a:lnTo>
                    <a:pt x="811" y="4210"/>
                  </a:lnTo>
                  <a:lnTo>
                    <a:pt x="889" y="4132"/>
                  </a:lnTo>
                  <a:lnTo>
                    <a:pt x="966" y="4094"/>
                  </a:lnTo>
                  <a:lnTo>
                    <a:pt x="1120" y="4094"/>
                  </a:lnTo>
                  <a:lnTo>
                    <a:pt x="1236" y="4017"/>
                  </a:lnTo>
                  <a:lnTo>
                    <a:pt x="1313" y="3901"/>
                  </a:lnTo>
                  <a:lnTo>
                    <a:pt x="1313" y="3785"/>
                  </a:lnTo>
                  <a:lnTo>
                    <a:pt x="1275" y="3708"/>
                  </a:lnTo>
                  <a:lnTo>
                    <a:pt x="1198" y="3669"/>
                  </a:lnTo>
                  <a:lnTo>
                    <a:pt x="116" y="2935"/>
                  </a:lnTo>
                  <a:lnTo>
                    <a:pt x="1" y="3283"/>
                  </a:lnTo>
                  <a:lnTo>
                    <a:pt x="657" y="3785"/>
                  </a:lnTo>
                  <a:lnTo>
                    <a:pt x="503" y="3862"/>
                  </a:lnTo>
                  <a:lnTo>
                    <a:pt x="387" y="3978"/>
                  </a:lnTo>
                  <a:lnTo>
                    <a:pt x="309" y="4094"/>
                  </a:lnTo>
                  <a:lnTo>
                    <a:pt x="232" y="4248"/>
                  </a:lnTo>
                  <a:lnTo>
                    <a:pt x="194" y="4403"/>
                  </a:lnTo>
                  <a:lnTo>
                    <a:pt x="194" y="4557"/>
                  </a:lnTo>
                  <a:lnTo>
                    <a:pt x="194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1" y="5252"/>
                  </a:lnTo>
                  <a:lnTo>
                    <a:pt x="734" y="5368"/>
                  </a:lnTo>
                  <a:lnTo>
                    <a:pt x="966" y="5407"/>
                  </a:lnTo>
                  <a:lnTo>
                    <a:pt x="1198" y="5407"/>
                  </a:lnTo>
                  <a:lnTo>
                    <a:pt x="1429" y="5368"/>
                  </a:lnTo>
                  <a:lnTo>
                    <a:pt x="1622" y="5330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0" y="4828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6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31" y="2472"/>
                  </a:lnTo>
                  <a:lnTo>
                    <a:pt x="1738" y="2356"/>
                  </a:lnTo>
                  <a:lnTo>
                    <a:pt x="1507" y="2202"/>
                  </a:lnTo>
                  <a:lnTo>
                    <a:pt x="1275" y="2124"/>
                  </a:lnTo>
                  <a:lnTo>
                    <a:pt x="1622" y="1970"/>
                  </a:lnTo>
                  <a:lnTo>
                    <a:pt x="1931" y="1816"/>
                  </a:lnTo>
                  <a:lnTo>
                    <a:pt x="2240" y="1622"/>
                  </a:lnTo>
                  <a:lnTo>
                    <a:pt x="2549" y="1391"/>
                  </a:lnTo>
                  <a:lnTo>
                    <a:pt x="2819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7" y="541"/>
                  </a:lnTo>
                  <a:lnTo>
                    <a:pt x="3515" y="387"/>
                  </a:lnTo>
                  <a:lnTo>
                    <a:pt x="3708" y="78"/>
                  </a:lnTo>
                  <a:lnTo>
                    <a:pt x="351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8" name="Google Shape;4108;p18"/>
            <p:cNvSpPr/>
            <p:nvPr/>
          </p:nvSpPr>
          <p:spPr>
            <a:xfrm>
              <a:off x="3067625" y="1293100"/>
              <a:ext cx="105250" cy="105250"/>
            </a:xfrm>
            <a:custGeom>
              <a:avLst/>
              <a:gdLst/>
              <a:ahLst/>
              <a:cxnLst/>
              <a:rect l="l" t="t" r="r" b="b"/>
              <a:pathLst>
                <a:path w="4210" h="4210" extrusionOk="0">
                  <a:moveTo>
                    <a:pt x="2317" y="348"/>
                  </a:moveTo>
                  <a:lnTo>
                    <a:pt x="2472" y="425"/>
                  </a:lnTo>
                  <a:lnTo>
                    <a:pt x="2665" y="464"/>
                  </a:lnTo>
                  <a:lnTo>
                    <a:pt x="2819" y="579"/>
                  </a:lnTo>
                  <a:lnTo>
                    <a:pt x="2974" y="695"/>
                  </a:lnTo>
                  <a:lnTo>
                    <a:pt x="3128" y="811"/>
                  </a:lnTo>
                  <a:lnTo>
                    <a:pt x="3205" y="850"/>
                  </a:lnTo>
                  <a:lnTo>
                    <a:pt x="3360" y="1081"/>
                  </a:lnTo>
                  <a:lnTo>
                    <a:pt x="3553" y="1313"/>
                  </a:lnTo>
                  <a:lnTo>
                    <a:pt x="3669" y="1545"/>
                  </a:lnTo>
                  <a:lnTo>
                    <a:pt x="3784" y="1815"/>
                  </a:lnTo>
                  <a:lnTo>
                    <a:pt x="3823" y="2085"/>
                  </a:lnTo>
                  <a:lnTo>
                    <a:pt x="3823" y="2356"/>
                  </a:lnTo>
                  <a:lnTo>
                    <a:pt x="3784" y="2665"/>
                  </a:lnTo>
                  <a:lnTo>
                    <a:pt x="3669" y="2935"/>
                  </a:lnTo>
                  <a:lnTo>
                    <a:pt x="3476" y="3244"/>
                  </a:lnTo>
                  <a:lnTo>
                    <a:pt x="3205" y="3476"/>
                  </a:lnTo>
                  <a:lnTo>
                    <a:pt x="2896" y="3669"/>
                  </a:lnTo>
                  <a:lnTo>
                    <a:pt x="2587" y="3785"/>
                  </a:lnTo>
                  <a:lnTo>
                    <a:pt x="2201" y="3862"/>
                  </a:lnTo>
                  <a:lnTo>
                    <a:pt x="1854" y="3823"/>
                  </a:lnTo>
                  <a:lnTo>
                    <a:pt x="1506" y="3746"/>
                  </a:lnTo>
                  <a:lnTo>
                    <a:pt x="1197" y="3591"/>
                  </a:lnTo>
                  <a:lnTo>
                    <a:pt x="927" y="3398"/>
                  </a:lnTo>
                  <a:lnTo>
                    <a:pt x="695" y="3167"/>
                  </a:lnTo>
                  <a:lnTo>
                    <a:pt x="541" y="2858"/>
                  </a:lnTo>
                  <a:lnTo>
                    <a:pt x="425" y="2549"/>
                  </a:lnTo>
                  <a:lnTo>
                    <a:pt x="348" y="2240"/>
                  </a:lnTo>
                  <a:lnTo>
                    <a:pt x="348" y="1892"/>
                  </a:lnTo>
                  <a:lnTo>
                    <a:pt x="425" y="1583"/>
                  </a:lnTo>
                  <a:lnTo>
                    <a:pt x="541" y="1275"/>
                  </a:lnTo>
                  <a:lnTo>
                    <a:pt x="772" y="966"/>
                  </a:lnTo>
                  <a:lnTo>
                    <a:pt x="1081" y="695"/>
                  </a:lnTo>
                  <a:lnTo>
                    <a:pt x="1390" y="502"/>
                  </a:lnTo>
                  <a:lnTo>
                    <a:pt x="1738" y="386"/>
                  </a:lnTo>
                  <a:lnTo>
                    <a:pt x="2124" y="348"/>
                  </a:lnTo>
                  <a:close/>
                  <a:moveTo>
                    <a:pt x="1892" y="0"/>
                  </a:moveTo>
                  <a:lnTo>
                    <a:pt x="1545" y="77"/>
                  </a:lnTo>
                  <a:lnTo>
                    <a:pt x="1197" y="232"/>
                  </a:lnTo>
                  <a:lnTo>
                    <a:pt x="850" y="425"/>
                  </a:lnTo>
                  <a:lnTo>
                    <a:pt x="618" y="618"/>
                  </a:lnTo>
                  <a:lnTo>
                    <a:pt x="464" y="811"/>
                  </a:lnTo>
                  <a:lnTo>
                    <a:pt x="309" y="966"/>
                  </a:lnTo>
                  <a:lnTo>
                    <a:pt x="232" y="1159"/>
                  </a:lnTo>
                  <a:lnTo>
                    <a:pt x="116" y="1390"/>
                  </a:lnTo>
                  <a:lnTo>
                    <a:pt x="39" y="1815"/>
                  </a:lnTo>
                  <a:lnTo>
                    <a:pt x="0" y="2240"/>
                  </a:lnTo>
                  <a:lnTo>
                    <a:pt x="77" y="2665"/>
                  </a:lnTo>
                  <a:lnTo>
                    <a:pt x="232" y="3051"/>
                  </a:lnTo>
                  <a:lnTo>
                    <a:pt x="464" y="3437"/>
                  </a:lnTo>
                  <a:lnTo>
                    <a:pt x="618" y="3591"/>
                  </a:lnTo>
                  <a:lnTo>
                    <a:pt x="772" y="3746"/>
                  </a:lnTo>
                  <a:lnTo>
                    <a:pt x="1120" y="3978"/>
                  </a:lnTo>
                  <a:lnTo>
                    <a:pt x="1506" y="4132"/>
                  </a:lnTo>
                  <a:lnTo>
                    <a:pt x="1931" y="4209"/>
                  </a:lnTo>
                  <a:lnTo>
                    <a:pt x="2317" y="4209"/>
                  </a:lnTo>
                  <a:lnTo>
                    <a:pt x="2742" y="4132"/>
                  </a:lnTo>
                  <a:lnTo>
                    <a:pt x="3128" y="3978"/>
                  </a:lnTo>
                  <a:lnTo>
                    <a:pt x="3476" y="3785"/>
                  </a:lnTo>
                  <a:lnTo>
                    <a:pt x="3784" y="3476"/>
                  </a:lnTo>
                  <a:lnTo>
                    <a:pt x="3900" y="3321"/>
                  </a:lnTo>
                  <a:lnTo>
                    <a:pt x="4016" y="3128"/>
                  </a:lnTo>
                  <a:lnTo>
                    <a:pt x="4093" y="2935"/>
                  </a:lnTo>
                  <a:lnTo>
                    <a:pt x="4132" y="2703"/>
                  </a:lnTo>
                  <a:lnTo>
                    <a:pt x="4209" y="2279"/>
                  </a:lnTo>
                  <a:lnTo>
                    <a:pt x="4171" y="1854"/>
                  </a:lnTo>
                  <a:lnTo>
                    <a:pt x="4055" y="1429"/>
                  </a:lnTo>
                  <a:lnTo>
                    <a:pt x="3939" y="1236"/>
                  </a:lnTo>
                  <a:lnTo>
                    <a:pt x="3823" y="1043"/>
                  </a:lnTo>
                  <a:lnTo>
                    <a:pt x="3707" y="888"/>
                  </a:lnTo>
                  <a:lnTo>
                    <a:pt x="3553" y="734"/>
                  </a:lnTo>
                  <a:lnTo>
                    <a:pt x="3360" y="579"/>
                  </a:lnTo>
                  <a:lnTo>
                    <a:pt x="3167" y="502"/>
                  </a:lnTo>
                  <a:lnTo>
                    <a:pt x="3128" y="502"/>
                  </a:lnTo>
                  <a:lnTo>
                    <a:pt x="3051" y="348"/>
                  </a:lnTo>
                  <a:lnTo>
                    <a:pt x="2896" y="232"/>
                  </a:lnTo>
                  <a:lnTo>
                    <a:pt x="2780" y="116"/>
                  </a:lnTo>
                  <a:lnTo>
                    <a:pt x="2626" y="77"/>
                  </a:lnTo>
                  <a:lnTo>
                    <a:pt x="2433" y="39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9" name="Google Shape;4109;p18"/>
            <p:cNvSpPr/>
            <p:nvPr/>
          </p:nvSpPr>
          <p:spPr>
            <a:xfrm>
              <a:off x="686050" y="1295025"/>
              <a:ext cx="44425" cy="43475"/>
            </a:xfrm>
            <a:custGeom>
              <a:avLst/>
              <a:gdLst/>
              <a:ahLst/>
              <a:cxnLst/>
              <a:rect l="l" t="t" r="r" b="b"/>
              <a:pathLst>
                <a:path w="1777" h="1739" extrusionOk="0">
                  <a:moveTo>
                    <a:pt x="773" y="309"/>
                  </a:moveTo>
                  <a:lnTo>
                    <a:pt x="966" y="348"/>
                  </a:lnTo>
                  <a:lnTo>
                    <a:pt x="1159" y="464"/>
                  </a:lnTo>
                  <a:lnTo>
                    <a:pt x="1313" y="580"/>
                  </a:lnTo>
                  <a:lnTo>
                    <a:pt x="1390" y="773"/>
                  </a:lnTo>
                  <a:lnTo>
                    <a:pt x="1390" y="966"/>
                  </a:lnTo>
                  <a:lnTo>
                    <a:pt x="1352" y="1043"/>
                  </a:lnTo>
                  <a:lnTo>
                    <a:pt x="1275" y="1159"/>
                  </a:lnTo>
                  <a:lnTo>
                    <a:pt x="1197" y="1236"/>
                  </a:lnTo>
                  <a:lnTo>
                    <a:pt x="1082" y="1275"/>
                  </a:lnTo>
                  <a:lnTo>
                    <a:pt x="888" y="1352"/>
                  </a:lnTo>
                  <a:lnTo>
                    <a:pt x="695" y="1352"/>
                  </a:lnTo>
                  <a:lnTo>
                    <a:pt x="541" y="1236"/>
                  </a:lnTo>
                  <a:lnTo>
                    <a:pt x="425" y="1082"/>
                  </a:lnTo>
                  <a:lnTo>
                    <a:pt x="386" y="889"/>
                  </a:lnTo>
                  <a:lnTo>
                    <a:pt x="386" y="734"/>
                  </a:lnTo>
                  <a:lnTo>
                    <a:pt x="464" y="541"/>
                  </a:lnTo>
                  <a:lnTo>
                    <a:pt x="541" y="387"/>
                  </a:lnTo>
                  <a:lnTo>
                    <a:pt x="541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8" y="39"/>
                  </a:lnTo>
                  <a:lnTo>
                    <a:pt x="464" y="116"/>
                  </a:lnTo>
                  <a:lnTo>
                    <a:pt x="425" y="155"/>
                  </a:lnTo>
                  <a:lnTo>
                    <a:pt x="348" y="155"/>
                  </a:lnTo>
                  <a:lnTo>
                    <a:pt x="232" y="271"/>
                  </a:lnTo>
                  <a:lnTo>
                    <a:pt x="116" y="387"/>
                  </a:lnTo>
                  <a:lnTo>
                    <a:pt x="39" y="502"/>
                  </a:lnTo>
                  <a:lnTo>
                    <a:pt x="0" y="657"/>
                  </a:lnTo>
                  <a:lnTo>
                    <a:pt x="0" y="850"/>
                  </a:lnTo>
                  <a:lnTo>
                    <a:pt x="0" y="1004"/>
                  </a:lnTo>
                  <a:lnTo>
                    <a:pt x="39" y="1159"/>
                  </a:lnTo>
                  <a:lnTo>
                    <a:pt x="116" y="1313"/>
                  </a:lnTo>
                  <a:lnTo>
                    <a:pt x="193" y="1468"/>
                  </a:lnTo>
                  <a:lnTo>
                    <a:pt x="348" y="1584"/>
                  </a:lnTo>
                  <a:lnTo>
                    <a:pt x="464" y="1661"/>
                  </a:lnTo>
                  <a:lnTo>
                    <a:pt x="618" y="1738"/>
                  </a:lnTo>
                  <a:lnTo>
                    <a:pt x="966" y="1738"/>
                  </a:lnTo>
                  <a:lnTo>
                    <a:pt x="1120" y="1700"/>
                  </a:lnTo>
                  <a:lnTo>
                    <a:pt x="1275" y="1622"/>
                  </a:lnTo>
                  <a:lnTo>
                    <a:pt x="1429" y="1545"/>
                  </a:lnTo>
                  <a:lnTo>
                    <a:pt x="1584" y="1391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27"/>
                  </a:lnTo>
                  <a:lnTo>
                    <a:pt x="1777" y="773"/>
                  </a:lnTo>
                  <a:lnTo>
                    <a:pt x="1738" y="580"/>
                  </a:lnTo>
                  <a:lnTo>
                    <a:pt x="1661" y="425"/>
                  </a:lnTo>
                  <a:lnTo>
                    <a:pt x="1545" y="271"/>
                  </a:lnTo>
                  <a:lnTo>
                    <a:pt x="1429" y="155"/>
                  </a:lnTo>
                  <a:lnTo>
                    <a:pt x="1275" y="78"/>
                  </a:lnTo>
                  <a:lnTo>
                    <a:pt x="1120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0" name="Google Shape;4110;p18"/>
            <p:cNvSpPr/>
            <p:nvPr/>
          </p:nvSpPr>
          <p:spPr>
            <a:xfrm>
              <a:off x="691825" y="1300825"/>
              <a:ext cx="114925" cy="285775"/>
            </a:xfrm>
            <a:custGeom>
              <a:avLst/>
              <a:gdLst/>
              <a:ahLst/>
              <a:cxnLst/>
              <a:rect l="l" t="t" r="r" b="b"/>
              <a:pathLst>
                <a:path w="4597" h="11431" extrusionOk="0">
                  <a:moveTo>
                    <a:pt x="3631" y="888"/>
                  </a:moveTo>
                  <a:lnTo>
                    <a:pt x="3708" y="2008"/>
                  </a:lnTo>
                  <a:lnTo>
                    <a:pt x="3824" y="3128"/>
                  </a:lnTo>
                  <a:lnTo>
                    <a:pt x="3940" y="4248"/>
                  </a:lnTo>
                  <a:lnTo>
                    <a:pt x="4017" y="5406"/>
                  </a:lnTo>
                  <a:lnTo>
                    <a:pt x="4056" y="6603"/>
                  </a:lnTo>
                  <a:lnTo>
                    <a:pt x="4056" y="7260"/>
                  </a:lnTo>
                  <a:lnTo>
                    <a:pt x="3978" y="7878"/>
                  </a:lnTo>
                  <a:lnTo>
                    <a:pt x="3901" y="8534"/>
                  </a:lnTo>
                  <a:lnTo>
                    <a:pt x="3747" y="9152"/>
                  </a:lnTo>
                  <a:lnTo>
                    <a:pt x="3515" y="9731"/>
                  </a:lnTo>
                  <a:lnTo>
                    <a:pt x="3245" y="10272"/>
                  </a:lnTo>
                  <a:lnTo>
                    <a:pt x="3013" y="10542"/>
                  </a:lnTo>
                  <a:lnTo>
                    <a:pt x="2781" y="10735"/>
                  </a:lnTo>
                  <a:lnTo>
                    <a:pt x="2472" y="10851"/>
                  </a:lnTo>
                  <a:lnTo>
                    <a:pt x="2202" y="10851"/>
                  </a:lnTo>
                  <a:lnTo>
                    <a:pt x="1893" y="10812"/>
                  </a:lnTo>
                  <a:lnTo>
                    <a:pt x="1623" y="10696"/>
                  </a:lnTo>
                  <a:lnTo>
                    <a:pt x="1353" y="10503"/>
                  </a:lnTo>
                  <a:lnTo>
                    <a:pt x="1121" y="10233"/>
                  </a:lnTo>
                  <a:lnTo>
                    <a:pt x="966" y="9963"/>
                  </a:lnTo>
                  <a:lnTo>
                    <a:pt x="851" y="9692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95"/>
                  </a:lnTo>
                  <a:lnTo>
                    <a:pt x="657" y="7878"/>
                  </a:lnTo>
                  <a:lnTo>
                    <a:pt x="657" y="5329"/>
                  </a:lnTo>
                  <a:lnTo>
                    <a:pt x="619" y="4055"/>
                  </a:lnTo>
                  <a:lnTo>
                    <a:pt x="580" y="2780"/>
                  </a:lnTo>
                  <a:lnTo>
                    <a:pt x="542" y="2742"/>
                  </a:lnTo>
                  <a:lnTo>
                    <a:pt x="580" y="2742"/>
                  </a:lnTo>
                  <a:lnTo>
                    <a:pt x="1353" y="2356"/>
                  </a:lnTo>
                  <a:lnTo>
                    <a:pt x="2163" y="1931"/>
                  </a:lnTo>
                  <a:lnTo>
                    <a:pt x="2936" y="1429"/>
                  </a:lnTo>
                  <a:lnTo>
                    <a:pt x="3283" y="1159"/>
                  </a:lnTo>
                  <a:lnTo>
                    <a:pt x="3631" y="888"/>
                  </a:lnTo>
                  <a:close/>
                  <a:moveTo>
                    <a:pt x="3978" y="0"/>
                  </a:moveTo>
                  <a:lnTo>
                    <a:pt x="3901" y="39"/>
                  </a:lnTo>
                  <a:lnTo>
                    <a:pt x="3476" y="309"/>
                  </a:lnTo>
                  <a:lnTo>
                    <a:pt x="3052" y="657"/>
                  </a:lnTo>
                  <a:lnTo>
                    <a:pt x="2627" y="966"/>
                  </a:lnTo>
                  <a:lnTo>
                    <a:pt x="2202" y="1313"/>
                  </a:lnTo>
                  <a:lnTo>
                    <a:pt x="1314" y="1892"/>
                  </a:lnTo>
                  <a:lnTo>
                    <a:pt x="426" y="2472"/>
                  </a:lnTo>
                  <a:lnTo>
                    <a:pt x="349" y="2549"/>
                  </a:lnTo>
                  <a:lnTo>
                    <a:pt x="349" y="2626"/>
                  </a:lnTo>
                  <a:lnTo>
                    <a:pt x="271" y="2665"/>
                  </a:lnTo>
                  <a:lnTo>
                    <a:pt x="233" y="2780"/>
                  </a:lnTo>
                  <a:lnTo>
                    <a:pt x="194" y="3823"/>
                  </a:lnTo>
                  <a:lnTo>
                    <a:pt x="155" y="4827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7"/>
                  </a:lnTo>
                  <a:lnTo>
                    <a:pt x="155" y="7685"/>
                  </a:lnTo>
                  <a:lnTo>
                    <a:pt x="155" y="8418"/>
                  </a:lnTo>
                  <a:lnTo>
                    <a:pt x="233" y="9152"/>
                  </a:lnTo>
                  <a:lnTo>
                    <a:pt x="310" y="9615"/>
                  </a:lnTo>
                  <a:lnTo>
                    <a:pt x="503" y="10079"/>
                  </a:lnTo>
                  <a:lnTo>
                    <a:pt x="735" y="10503"/>
                  </a:lnTo>
                  <a:lnTo>
                    <a:pt x="1044" y="10890"/>
                  </a:lnTo>
                  <a:lnTo>
                    <a:pt x="1198" y="11044"/>
                  </a:lnTo>
                  <a:lnTo>
                    <a:pt x="1391" y="11198"/>
                  </a:lnTo>
                  <a:lnTo>
                    <a:pt x="1623" y="11314"/>
                  </a:lnTo>
                  <a:lnTo>
                    <a:pt x="1816" y="11392"/>
                  </a:lnTo>
                  <a:lnTo>
                    <a:pt x="2048" y="11430"/>
                  </a:lnTo>
                  <a:lnTo>
                    <a:pt x="2279" y="11430"/>
                  </a:lnTo>
                  <a:lnTo>
                    <a:pt x="2550" y="11392"/>
                  </a:lnTo>
                  <a:lnTo>
                    <a:pt x="2820" y="11314"/>
                  </a:lnTo>
                  <a:lnTo>
                    <a:pt x="3052" y="11198"/>
                  </a:lnTo>
                  <a:lnTo>
                    <a:pt x="3283" y="11044"/>
                  </a:lnTo>
                  <a:lnTo>
                    <a:pt x="3476" y="10851"/>
                  </a:lnTo>
                  <a:lnTo>
                    <a:pt x="3669" y="10658"/>
                  </a:lnTo>
                  <a:lnTo>
                    <a:pt x="3824" y="10388"/>
                  </a:lnTo>
                  <a:lnTo>
                    <a:pt x="3978" y="10117"/>
                  </a:lnTo>
                  <a:lnTo>
                    <a:pt x="4171" y="9538"/>
                  </a:lnTo>
                  <a:lnTo>
                    <a:pt x="4326" y="8920"/>
                  </a:lnTo>
                  <a:lnTo>
                    <a:pt x="4442" y="8302"/>
                  </a:lnTo>
                  <a:lnTo>
                    <a:pt x="4519" y="7723"/>
                  </a:lnTo>
                  <a:lnTo>
                    <a:pt x="4558" y="7221"/>
                  </a:lnTo>
                  <a:lnTo>
                    <a:pt x="4596" y="6642"/>
                  </a:lnTo>
                  <a:lnTo>
                    <a:pt x="4596" y="6101"/>
                  </a:lnTo>
                  <a:lnTo>
                    <a:pt x="4519" y="4981"/>
                  </a:lnTo>
                  <a:lnTo>
                    <a:pt x="4442" y="3862"/>
                  </a:lnTo>
                  <a:lnTo>
                    <a:pt x="4326" y="2780"/>
                  </a:lnTo>
                  <a:lnTo>
                    <a:pt x="4287" y="2394"/>
                  </a:lnTo>
                  <a:lnTo>
                    <a:pt x="4210" y="1468"/>
                  </a:lnTo>
                  <a:lnTo>
                    <a:pt x="4133" y="541"/>
                  </a:lnTo>
                  <a:lnTo>
                    <a:pt x="4094" y="386"/>
                  </a:lnTo>
                  <a:lnTo>
                    <a:pt x="4133" y="348"/>
                  </a:lnTo>
                  <a:lnTo>
                    <a:pt x="4171" y="270"/>
                  </a:lnTo>
                  <a:lnTo>
                    <a:pt x="4210" y="193"/>
                  </a:lnTo>
                  <a:lnTo>
                    <a:pt x="4171" y="77"/>
                  </a:lnTo>
                  <a:lnTo>
                    <a:pt x="4094" y="39"/>
                  </a:lnTo>
                  <a:lnTo>
                    <a:pt x="405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1" name="Google Shape;4111;p18"/>
            <p:cNvSpPr/>
            <p:nvPr/>
          </p:nvSpPr>
          <p:spPr>
            <a:xfrm>
              <a:off x="635850" y="1347150"/>
              <a:ext cx="42500" cy="41550"/>
            </a:xfrm>
            <a:custGeom>
              <a:avLst/>
              <a:gdLst/>
              <a:ahLst/>
              <a:cxnLst/>
              <a:rect l="l" t="t" r="r" b="b"/>
              <a:pathLst>
                <a:path w="1700" h="1662" extrusionOk="0">
                  <a:moveTo>
                    <a:pt x="1004" y="387"/>
                  </a:moveTo>
                  <a:lnTo>
                    <a:pt x="1120" y="425"/>
                  </a:lnTo>
                  <a:lnTo>
                    <a:pt x="1159" y="464"/>
                  </a:lnTo>
                  <a:lnTo>
                    <a:pt x="1236" y="541"/>
                  </a:lnTo>
                  <a:lnTo>
                    <a:pt x="1313" y="734"/>
                  </a:lnTo>
                  <a:lnTo>
                    <a:pt x="1313" y="927"/>
                  </a:lnTo>
                  <a:lnTo>
                    <a:pt x="1236" y="1082"/>
                  </a:lnTo>
                  <a:lnTo>
                    <a:pt x="1159" y="1159"/>
                  </a:lnTo>
                  <a:lnTo>
                    <a:pt x="1082" y="1236"/>
                  </a:lnTo>
                  <a:lnTo>
                    <a:pt x="888" y="1275"/>
                  </a:lnTo>
                  <a:lnTo>
                    <a:pt x="695" y="1236"/>
                  </a:lnTo>
                  <a:lnTo>
                    <a:pt x="541" y="1121"/>
                  </a:lnTo>
                  <a:lnTo>
                    <a:pt x="464" y="1082"/>
                  </a:lnTo>
                  <a:lnTo>
                    <a:pt x="425" y="966"/>
                  </a:lnTo>
                  <a:lnTo>
                    <a:pt x="386" y="889"/>
                  </a:lnTo>
                  <a:lnTo>
                    <a:pt x="386" y="773"/>
                  </a:lnTo>
                  <a:lnTo>
                    <a:pt x="425" y="541"/>
                  </a:lnTo>
                  <a:lnTo>
                    <a:pt x="541" y="580"/>
                  </a:lnTo>
                  <a:lnTo>
                    <a:pt x="618" y="541"/>
                  </a:lnTo>
                  <a:lnTo>
                    <a:pt x="773" y="425"/>
                  </a:lnTo>
                  <a:lnTo>
                    <a:pt x="927" y="387"/>
                  </a:lnTo>
                  <a:close/>
                  <a:moveTo>
                    <a:pt x="734" y="1"/>
                  </a:moveTo>
                  <a:lnTo>
                    <a:pt x="618" y="39"/>
                  </a:lnTo>
                  <a:lnTo>
                    <a:pt x="502" y="117"/>
                  </a:lnTo>
                  <a:lnTo>
                    <a:pt x="348" y="194"/>
                  </a:lnTo>
                  <a:lnTo>
                    <a:pt x="232" y="310"/>
                  </a:lnTo>
                  <a:lnTo>
                    <a:pt x="155" y="425"/>
                  </a:lnTo>
                  <a:lnTo>
                    <a:pt x="78" y="580"/>
                  </a:lnTo>
                  <a:lnTo>
                    <a:pt x="39" y="696"/>
                  </a:lnTo>
                  <a:lnTo>
                    <a:pt x="0" y="850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3" y="1352"/>
                  </a:lnTo>
                  <a:lnTo>
                    <a:pt x="309" y="1468"/>
                  </a:lnTo>
                  <a:lnTo>
                    <a:pt x="464" y="1584"/>
                  </a:lnTo>
                  <a:lnTo>
                    <a:pt x="657" y="1623"/>
                  </a:lnTo>
                  <a:lnTo>
                    <a:pt x="811" y="1661"/>
                  </a:lnTo>
                  <a:lnTo>
                    <a:pt x="1004" y="1661"/>
                  </a:lnTo>
                  <a:lnTo>
                    <a:pt x="1197" y="1584"/>
                  </a:lnTo>
                  <a:lnTo>
                    <a:pt x="1352" y="1507"/>
                  </a:lnTo>
                  <a:lnTo>
                    <a:pt x="1468" y="1391"/>
                  </a:lnTo>
                  <a:lnTo>
                    <a:pt x="1584" y="1236"/>
                  </a:lnTo>
                  <a:lnTo>
                    <a:pt x="1661" y="1082"/>
                  </a:lnTo>
                  <a:lnTo>
                    <a:pt x="1699" y="927"/>
                  </a:lnTo>
                  <a:lnTo>
                    <a:pt x="1699" y="734"/>
                  </a:lnTo>
                  <a:lnTo>
                    <a:pt x="1661" y="541"/>
                  </a:lnTo>
                  <a:lnTo>
                    <a:pt x="1584" y="387"/>
                  </a:lnTo>
                  <a:lnTo>
                    <a:pt x="1506" y="232"/>
                  </a:lnTo>
                  <a:lnTo>
                    <a:pt x="1390" y="155"/>
                  </a:lnTo>
                  <a:lnTo>
                    <a:pt x="1275" y="78"/>
                  </a:lnTo>
                  <a:lnTo>
                    <a:pt x="100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2" name="Google Shape;4112;p18"/>
            <p:cNvSpPr/>
            <p:nvPr/>
          </p:nvSpPr>
          <p:spPr>
            <a:xfrm>
              <a:off x="444700" y="1374175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71" y="1"/>
                  </a:moveTo>
                  <a:lnTo>
                    <a:pt x="116" y="40"/>
                  </a:lnTo>
                  <a:lnTo>
                    <a:pt x="39" y="117"/>
                  </a:lnTo>
                  <a:lnTo>
                    <a:pt x="1" y="233"/>
                  </a:lnTo>
                  <a:lnTo>
                    <a:pt x="39" y="387"/>
                  </a:lnTo>
                  <a:lnTo>
                    <a:pt x="348" y="889"/>
                  </a:lnTo>
                  <a:lnTo>
                    <a:pt x="657" y="1391"/>
                  </a:lnTo>
                  <a:lnTo>
                    <a:pt x="1005" y="1854"/>
                  </a:lnTo>
                  <a:lnTo>
                    <a:pt x="1391" y="2318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4" y="3553"/>
                  </a:lnTo>
                  <a:lnTo>
                    <a:pt x="3167" y="3901"/>
                  </a:lnTo>
                  <a:lnTo>
                    <a:pt x="3553" y="3747"/>
                  </a:lnTo>
                  <a:lnTo>
                    <a:pt x="2781" y="3013"/>
                  </a:lnTo>
                  <a:lnTo>
                    <a:pt x="2047" y="2241"/>
                  </a:lnTo>
                  <a:lnTo>
                    <a:pt x="1352" y="1430"/>
                  </a:lnTo>
                  <a:lnTo>
                    <a:pt x="1043" y="1005"/>
                  </a:lnTo>
                  <a:lnTo>
                    <a:pt x="734" y="542"/>
                  </a:lnTo>
                  <a:lnTo>
                    <a:pt x="1622" y="696"/>
                  </a:lnTo>
                  <a:lnTo>
                    <a:pt x="2511" y="889"/>
                  </a:lnTo>
                  <a:lnTo>
                    <a:pt x="3013" y="1044"/>
                  </a:lnTo>
                  <a:lnTo>
                    <a:pt x="3515" y="1198"/>
                  </a:lnTo>
                  <a:lnTo>
                    <a:pt x="4017" y="1352"/>
                  </a:lnTo>
                  <a:lnTo>
                    <a:pt x="4480" y="1507"/>
                  </a:lnTo>
                  <a:lnTo>
                    <a:pt x="4596" y="1507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5" y="1507"/>
                  </a:lnTo>
                  <a:lnTo>
                    <a:pt x="4943" y="1430"/>
                  </a:lnTo>
                  <a:lnTo>
                    <a:pt x="4634" y="1159"/>
                  </a:lnTo>
                  <a:lnTo>
                    <a:pt x="4171" y="850"/>
                  </a:lnTo>
                  <a:lnTo>
                    <a:pt x="3630" y="619"/>
                  </a:lnTo>
                  <a:lnTo>
                    <a:pt x="3090" y="464"/>
                  </a:lnTo>
                  <a:lnTo>
                    <a:pt x="2511" y="310"/>
                  </a:lnTo>
                  <a:lnTo>
                    <a:pt x="1931" y="194"/>
                  </a:lnTo>
                  <a:lnTo>
                    <a:pt x="1352" y="117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3" name="Google Shape;4113;p18"/>
            <p:cNvSpPr/>
            <p:nvPr/>
          </p:nvSpPr>
          <p:spPr>
            <a:xfrm>
              <a:off x="5333350" y="1388675"/>
              <a:ext cx="625575" cy="344650"/>
            </a:xfrm>
            <a:custGeom>
              <a:avLst/>
              <a:gdLst/>
              <a:ahLst/>
              <a:cxnLst/>
              <a:rect l="l" t="t" r="r" b="b"/>
              <a:pathLst>
                <a:path w="25023" h="13786" extrusionOk="0">
                  <a:moveTo>
                    <a:pt x="23285" y="965"/>
                  </a:moveTo>
                  <a:lnTo>
                    <a:pt x="23633" y="1467"/>
                  </a:lnTo>
                  <a:lnTo>
                    <a:pt x="23941" y="2008"/>
                  </a:lnTo>
                  <a:lnTo>
                    <a:pt x="23787" y="2163"/>
                  </a:lnTo>
                  <a:lnTo>
                    <a:pt x="23633" y="2201"/>
                  </a:lnTo>
                  <a:lnTo>
                    <a:pt x="23478" y="2201"/>
                  </a:lnTo>
                  <a:lnTo>
                    <a:pt x="23324" y="2163"/>
                  </a:lnTo>
                  <a:lnTo>
                    <a:pt x="23208" y="2085"/>
                  </a:lnTo>
                  <a:lnTo>
                    <a:pt x="23092" y="1969"/>
                  </a:lnTo>
                  <a:lnTo>
                    <a:pt x="23015" y="1815"/>
                  </a:lnTo>
                  <a:lnTo>
                    <a:pt x="22976" y="1661"/>
                  </a:lnTo>
                  <a:lnTo>
                    <a:pt x="22976" y="1429"/>
                  </a:lnTo>
                  <a:lnTo>
                    <a:pt x="23053" y="1274"/>
                  </a:lnTo>
                  <a:lnTo>
                    <a:pt x="23169" y="1120"/>
                  </a:lnTo>
                  <a:lnTo>
                    <a:pt x="23285" y="965"/>
                  </a:lnTo>
                  <a:close/>
                  <a:moveTo>
                    <a:pt x="24096" y="2433"/>
                  </a:moveTo>
                  <a:lnTo>
                    <a:pt x="24212" y="2780"/>
                  </a:lnTo>
                  <a:lnTo>
                    <a:pt x="24328" y="3089"/>
                  </a:lnTo>
                  <a:lnTo>
                    <a:pt x="24366" y="3437"/>
                  </a:lnTo>
                  <a:lnTo>
                    <a:pt x="24443" y="3823"/>
                  </a:lnTo>
                  <a:lnTo>
                    <a:pt x="24443" y="3823"/>
                  </a:lnTo>
                  <a:lnTo>
                    <a:pt x="24173" y="3746"/>
                  </a:lnTo>
                  <a:lnTo>
                    <a:pt x="23941" y="3591"/>
                  </a:lnTo>
                  <a:lnTo>
                    <a:pt x="23864" y="3514"/>
                  </a:lnTo>
                  <a:lnTo>
                    <a:pt x="23787" y="3398"/>
                  </a:lnTo>
                  <a:lnTo>
                    <a:pt x="23748" y="3282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7" y="2742"/>
                  </a:lnTo>
                  <a:lnTo>
                    <a:pt x="23941" y="2587"/>
                  </a:lnTo>
                  <a:lnTo>
                    <a:pt x="24096" y="2433"/>
                  </a:lnTo>
                  <a:close/>
                  <a:moveTo>
                    <a:pt x="16296" y="4981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6" y="5290"/>
                  </a:lnTo>
                  <a:lnTo>
                    <a:pt x="16566" y="5406"/>
                  </a:lnTo>
                  <a:lnTo>
                    <a:pt x="16296" y="5445"/>
                  </a:lnTo>
                  <a:lnTo>
                    <a:pt x="15639" y="5522"/>
                  </a:lnTo>
                  <a:lnTo>
                    <a:pt x="15639" y="5483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55" y="5175"/>
                  </a:lnTo>
                  <a:lnTo>
                    <a:pt x="15832" y="5097"/>
                  </a:lnTo>
                  <a:lnTo>
                    <a:pt x="15948" y="5020"/>
                  </a:lnTo>
                  <a:lnTo>
                    <a:pt x="16064" y="4981"/>
                  </a:lnTo>
                  <a:close/>
                  <a:moveTo>
                    <a:pt x="24443" y="4248"/>
                  </a:moveTo>
                  <a:lnTo>
                    <a:pt x="24443" y="4673"/>
                  </a:lnTo>
                  <a:lnTo>
                    <a:pt x="24366" y="5097"/>
                  </a:lnTo>
                  <a:lnTo>
                    <a:pt x="24250" y="5522"/>
                  </a:lnTo>
                  <a:lnTo>
                    <a:pt x="24057" y="5445"/>
                  </a:lnTo>
                  <a:lnTo>
                    <a:pt x="23903" y="5290"/>
                  </a:lnTo>
                  <a:lnTo>
                    <a:pt x="23826" y="5097"/>
                  </a:lnTo>
                  <a:lnTo>
                    <a:pt x="23787" y="4981"/>
                  </a:lnTo>
                  <a:lnTo>
                    <a:pt x="23787" y="4866"/>
                  </a:lnTo>
                  <a:lnTo>
                    <a:pt x="23826" y="4750"/>
                  </a:lnTo>
                  <a:lnTo>
                    <a:pt x="23864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48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6"/>
                  </a:lnTo>
                  <a:lnTo>
                    <a:pt x="18072" y="5638"/>
                  </a:lnTo>
                  <a:lnTo>
                    <a:pt x="17570" y="5522"/>
                  </a:lnTo>
                  <a:lnTo>
                    <a:pt x="17029" y="5445"/>
                  </a:lnTo>
                  <a:lnTo>
                    <a:pt x="17068" y="5290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4"/>
                  </a:lnTo>
                  <a:lnTo>
                    <a:pt x="17531" y="4866"/>
                  </a:lnTo>
                  <a:lnTo>
                    <a:pt x="17647" y="4827"/>
                  </a:lnTo>
                  <a:close/>
                  <a:moveTo>
                    <a:pt x="14713" y="5329"/>
                  </a:moveTo>
                  <a:lnTo>
                    <a:pt x="14828" y="5368"/>
                  </a:lnTo>
                  <a:lnTo>
                    <a:pt x="14906" y="5445"/>
                  </a:lnTo>
                  <a:lnTo>
                    <a:pt x="15021" y="5561"/>
                  </a:lnTo>
                  <a:lnTo>
                    <a:pt x="15060" y="5676"/>
                  </a:lnTo>
                  <a:lnTo>
                    <a:pt x="14558" y="5870"/>
                  </a:lnTo>
                  <a:lnTo>
                    <a:pt x="14056" y="6101"/>
                  </a:lnTo>
                  <a:lnTo>
                    <a:pt x="14017" y="6063"/>
                  </a:lnTo>
                  <a:lnTo>
                    <a:pt x="14056" y="5831"/>
                  </a:lnTo>
                  <a:lnTo>
                    <a:pt x="14133" y="5599"/>
                  </a:lnTo>
                  <a:lnTo>
                    <a:pt x="14249" y="5445"/>
                  </a:lnTo>
                  <a:lnTo>
                    <a:pt x="14365" y="5368"/>
                  </a:lnTo>
                  <a:lnTo>
                    <a:pt x="14442" y="5329"/>
                  </a:lnTo>
                  <a:close/>
                  <a:moveTo>
                    <a:pt x="18999" y="5483"/>
                  </a:moveTo>
                  <a:lnTo>
                    <a:pt x="19115" y="5522"/>
                  </a:lnTo>
                  <a:lnTo>
                    <a:pt x="19192" y="5561"/>
                  </a:lnTo>
                  <a:lnTo>
                    <a:pt x="19308" y="5676"/>
                  </a:lnTo>
                  <a:lnTo>
                    <a:pt x="19385" y="5831"/>
                  </a:lnTo>
                  <a:lnTo>
                    <a:pt x="19385" y="5985"/>
                  </a:lnTo>
                  <a:lnTo>
                    <a:pt x="19346" y="6178"/>
                  </a:lnTo>
                  <a:lnTo>
                    <a:pt x="18613" y="5831"/>
                  </a:lnTo>
                  <a:lnTo>
                    <a:pt x="18651" y="5754"/>
                  </a:lnTo>
                  <a:lnTo>
                    <a:pt x="18690" y="5676"/>
                  </a:lnTo>
                  <a:lnTo>
                    <a:pt x="18844" y="5522"/>
                  </a:lnTo>
                  <a:lnTo>
                    <a:pt x="18999" y="5483"/>
                  </a:lnTo>
                  <a:close/>
                  <a:moveTo>
                    <a:pt x="20196" y="6063"/>
                  </a:moveTo>
                  <a:lnTo>
                    <a:pt x="20350" y="6101"/>
                  </a:lnTo>
                  <a:lnTo>
                    <a:pt x="20466" y="6140"/>
                  </a:lnTo>
                  <a:lnTo>
                    <a:pt x="20543" y="6178"/>
                  </a:lnTo>
                  <a:lnTo>
                    <a:pt x="20698" y="6333"/>
                  </a:lnTo>
                  <a:lnTo>
                    <a:pt x="20775" y="6526"/>
                  </a:lnTo>
                  <a:lnTo>
                    <a:pt x="20814" y="6719"/>
                  </a:lnTo>
                  <a:lnTo>
                    <a:pt x="20891" y="6951"/>
                  </a:lnTo>
                  <a:lnTo>
                    <a:pt x="20466" y="6758"/>
                  </a:lnTo>
                  <a:lnTo>
                    <a:pt x="20080" y="6565"/>
                  </a:lnTo>
                  <a:lnTo>
                    <a:pt x="19810" y="6410"/>
                  </a:lnTo>
                  <a:lnTo>
                    <a:pt x="19848" y="6294"/>
                  </a:lnTo>
                  <a:lnTo>
                    <a:pt x="19887" y="6178"/>
                  </a:lnTo>
                  <a:lnTo>
                    <a:pt x="20003" y="6140"/>
                  </a:lnTo>
                  <a:lnTo>
                    <a:pt x="20080" y="6101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8"/>
                  </a:lnTo>
                  <a:lnTo>
                    <a:pt x="23941" y="5985"/>
                  </a:lnTo>
                  <a:lnTo>
                    <a:pt x="24019" y="6024"/>
                  </a:lnTo>
                  <a:lnTo>
                    <a:pt x="24096" y="6024"/>
                  </a:lnTo>
                  <a:lnTo>
                    <a:pt x="23941" y="6294"/>
                  </a:lnTo>
                  <a:lnTo>
                    <a:pt x="23748" y="6565"/>
                  </a:lnTo>
                  <a:lnTo>
                    <a:pt x="23517" y="6796"/>
                  </a:lnTo>
                  <a:lnTo>
                    <a:pt x="23246" y="6989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3" y="6178"/>
                  </a:lnTo>
                  <a:lnTo>
                    <a:pt x="23131" y="6101"/>
                  </a:lnTo>
                  <a:lnTo>
                    <a:pt x="23208" y="6024"/>
                  </a:lnTo>
                  <a:lnTo>
                    <a:pt x="23285" y="5947"/>
                  </a:lnTo>
                  <a:lnTo>
                    <a:pt x="23517" y="5870"/>
                  </a:lnTo>
                  <a:close/>
                  <a:moveTo>
                    <a:pt x="13245" y="6101"/>
                  </a:moveTo>
                  <a:lnTo>
                    <a:pt x="13477" y="6178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105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7" y="6796"/>
                  </a:lnTo>
                  <a:lnTo>
                    <a:pt x="12627" y="6680"/>
                  </a:lnTo>
                  <a:lnTo>
                    <a:pt x="12666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59" y="6217"/>
                  </a:lnTo>
                  <a:lnTo>
                    <a:pt x="13013" y="6140"/>
                  </a:lnTo>
                  <a:lnTo>
                    <a:pt x="13129" y="6101"/>
                  </a:lnTo>
                  <a:close/>
                  <a:moveTo>
                    <a:pt x="22165" y="6565"/>
                  </a:moveTo>
                  <a:lnTo>
                    <a:pt x="22281" y="6603"/>
                  </a:lnTo>
                  <a:lnTo>
                    <a:pt x="22474" y="6719"/>
                  </a:lnTo>
                  <a:lnTo>
                    <a:pt x="22629" y="6874"/>
                  </a:lnTo>
                  <a:lnTo>
                    <a:pt x="22783" y="7028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5"/>
                  </a:lnTo>
                  <a:lnTo>
                    <a:pt x="22937" y="7144"/>
                  </a:lnTo>
                  <a:lnTo>
                    <a:pt x="22551" y="7221"/>
                  </a:lnTo>
                  <a:lnTo>
                    <a:pt x="22165" y="7260"/>
                  </a:lnTo>
                  <a:lnTo>
                    <a:pt x="21779" y="7221"/>
                  </a:lnTo>
                  <a:lnTo>
                    <a:pt x="21393" y="7105"/>
                  </a:lnTo>
                  <a:lnTo>
                    <a:pt x="21470" y="6912"/>
                  </a:lnTo>
                  <a:lnTo>
                    <a:pt x="21625" y="6758"/>
                  </a:lnTo>
                  <a:lnTo>
                    <a:pt x="21818" y="6603"/>
                  </a:lnTo>
                  <a:lnTo>
                    <a:pt x="22049" y="6565"/>
                  </a:lnTo>
                  <a:close/>
                  <a:moveTo>
                    <a:pt x="12280" y="7414"/>
                  </a:moveTo>
                  <a:lnTo>
                    <a:pt x="12473" y="7453"/>
                  </a:lnTo>
                  <a:lnTo>
                    <a:pt x="12125" y="7993"/>
                  </a:lnTo>
                  <a:lnTo>
                    <a:pt x="11816" y="8573"/>
                  </a:lnTo>
                  <a:lnTo>
                    <a:pt x="11701" y="8341"/>
                  </a:lnTo>
                  <a:lnTo>
                    <a:pt x="11662" y="8109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39" y="7723"/>
                  </a:lnTo>
                  <a:lnTo>
                    <a:pt x="11816" y="7607"/>
                  </a:lnTo>
                  <a:lnTo>
                    <a:pt x="11894" y="7530"/>
                  </a:lnTo>
                  <a:lnTo>
                    <a:pt x="12009" y="7453"/>
                  </a:lnTo>
                  <a:lnTo>
                    <a:pt x="12164" y="7414"/>
                  </a:lnTo>
                  <a:close/>
                  <a:moveTo>
                    <a:pt x="2240" y="9384"/>
                  </a:moveTo>
                  <a:lnTo>
                    <a:pt x="2356" y="9422"/>
                  </a:lnTo>
                  <a:lnTo>
                    <a:pt x="2472" y="9499"/>
                  </a:lnTo>
                  <a:lnTo>
                    <a:pt x="2549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10001"/>
                  </a:lnTo>
                  <a:lnTo>
                    <a:pt x="2124" y="9886"/>
                  </a:lnTo>
                  <a:lnTo>
                    <a:pt x="1661" y="9886"/>
                  </a:lnTo>
                  <a:lnTo>
                    <a:pt x="1699" y="9770"/>
                  </a:lnTo>
                  <a:lnTo>
                    <a:pt x="1738" y="9654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close/>
                  <a:moveTo>
                    <a:pt x="11662" y="8997"/>
                  </a:moveTo>
                  <a:lnTo>
                    <a:pt x="11469" y="9499"/>
                  </a:lnTo>
                  <a:lnTo>
                    <a:pt x="11353" y="10040"/>
                  </a:lnTo>
                  <a:lnTo>
                    <a:pt x="11276" y="10272"/>
                  </a:lnTo>
                  <a:lnTo>
                    <a:pt x="11237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8" y="9692"/>
                  </a:lnTo>
                  <a:lnTo>
                    <a:pt x="10928" y="9577"/>
                  </a:lnTo>
                  <a:lnTo>
                    <a:pt x="10967" y="9461"/>
                  </a:lnTo>
                  <a:lnTo>
                    <a:pt x="11006" y="9345"/>
                  </a:lnTo>
                  <a:lnTo>
                    <a:pt x="11121" y="9152"/>
                  </a:lnTo>
                  <a:lnTo>
                    <a:pt x="11276" y="9075"/>
                  </a:lnTo>
                  <a:lnTo>
                    <a:pt x="11469" y="8997"/>
                  </a:lnTo>
                  <a:close/>
                  <a:moveTo>
                    <a:pt x="3785" y="9770"/>
                  </a:moveTo>
                  <a:lnTo>
                    <a:pt x="3900" y="9808"/>
                  </a:lnTo>
                  <a:lnTo>
                    <a:pt x="4016" y="9886"/>
                  </a:lnTo>
                  <a:lnTo>
                    <a:pt x="4093" y="10001"/>
                  </a:lnTo>
                  <a:lnTo>
                    <a:pt x="4132" y="10117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3" y="10542"/>
                  </a:lnTo>
                  <a:lnTo>
                    <a:pt x="4016" y="10658"/>
                  </a:lnTo>
                  <a:lnTo>
                    <a:pt x="3862" y="10542"/>
                  </a:lnTo>
                  <a:lnTo>
                    <a:pt x="3514" y="10349"/>
                  </a:lnTo>
                  <a:lnTo>
                    <a:pt x="3089" y="10156"/>
                  </a:lnTo>
                  <a:lnTo>
                    <a:pt x="3128" y="10040"/>
                  </a:lnTo>
                  <a:lnTo>
                    <a:pt x="3244" y="9924"/>
                  </a:lnTo>
                  <a:lnTo>
                    <a:pt x="3360" y="9847"/>
                  </a:lnTo>
                  <a:lnTo>
                    <a:pt x="3514" y="9770"/>
                  </a:lnTo>
                  <a:close/>
                  <a:moveTo>
                    <a:pt x="4943" y="10658"/>
                  </a:moveTo>
                  <a:lnTo>
                    <a:pt x="5020" y="10735"/>
                  </a:lnTo>
                  <a:lnTo>
                    <a:pt x="5097" y="10774"/>
                  </a:lnTo>
                  <a:lnTo>
                    <a:pt x="5136" y="10889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97" y="11430"/>
                  </a:lnTo>
                  <a:lnTo>
                    <a:pt x="4402" y="10928"/>
                  </a:lnTo>
                  <a:lnTo>
                    <a:pt x="4441" y="10812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19"/>
                  </a:moveTo>
                  <a:lnTo>
                    <a:pt x="10967" y="11198"/>
                  </a:lnTo>
                  <a:lnTo>
                    <a:pt x="10735" y="11739"/>
                  </a:lnTo>
                  <a:lnTo>
                    <a:pt x="10658" y="11700"/>
                  </a:lnTo>
                  <a:lnTo>
                    <a:pt x="10504" y="11546"/>
                  </a:lnTo>
                  <a:lnTo>
                    <a:pt x="10426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2"/>
                  </a:lnTo>
                  <a:lnTo>
                    <a:pt x="10735" y="10696"/>
                  </a:lnTo>
                  <a:lnTo>
                    <a:pt x="10928" y="10619"/>
                  </a:lnTo>
                  <a:close/>
                  <a:moveTo>
                    <a:pt x="5986" y="11469"/>
                  </a:moveTo>
                  <a:lnTo>
                    <a:pt x="6063" y="11507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3" y="11778"/>
                  </a:lnTo>
                  <a:lnTo>
                    <a:pt x="6372" y="12009"/>
                  </a:lnTo>
                  <a:lnTo>
                    <a:pt x="6410" y="12241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0"/>
                  </a:lnTo>
                  <a:lnTo>
                    <a:pt x="5445" y="11623"/>
                  </a:lnTo>
                  <a:lnTo>
                    <a:pt x="5561" y="11546"/>
                  </a:lnTo>
                  <a:lnTo>
                    <a:pt x="5638" y="11507"/>
                  </a:lnTo>
                  <a:lnTo>
                    <a:pt x="5754" y="11469"/>
                  </a:lnTo>
                  <a:close/>
                  <a:moveTo>
                    <a:pt x="10542" y="12048"/>
                  </a:moveTo>
                  <a:lnTo>
                    <a:pt x="10388" y="12318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8" y="12241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76" y="12511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0"/>
                  </a:lnTo>
                  <a:lnTo>
                    <a:pt x="7878" y="13013"/>
                  </a:lnTo>
                  <a:lnTo>
                    <a:pt x="7878" y="13206"/>
                  </a:lnTo>
                  <a:lnTo>
                    <a:pt x="7839" y="13206"/>
                  </a:lnTo>
                  <a:lnTo>
                    <a:pt x="7337" y="13013"/>
                  </a:lnTo>
                  <a:lnTo>
                    <a:pt x="6835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1"/>
                  </a:lnTo>
                  <a:close/>
                  <a:moveTo>
                    <a:pt x="8843" y="12627"/>
                  </a:moveTo>
                  <a:lnTo>
                    <a:pt x="8959" y="12666"/>
                  </a:lnTo>
                  <a:lnTo>
                    <a:pt x="9113" y="12782"/>
                  </a:lnTo>
                  <a:lnTo>
                    <a:pt x="9191" y="12936"/>
                  </a:lnTo>
                  <a:lnTo>
                    <a:pt x="9229" y="13129"/>
                  </a:lnTo>
                  <a:lnTo>
                    <a:pt x="9268" y="13206"/>
                  </a:lnTo>
                  <a:lnTo>
                    <a:pt x="9036" y="13284"/>
                  </a:lnTo>
                  <a:lnTo>
                    <a:pt x="8804" y="13322"/>
                  </a:lnTo>
                  <a:lnTo>
                    <a:pt x="8573" y="13322"/>
                  </a:lnTo>
                  <a:lnTo>
                    <a:pt x="8302" y="13284"/>
                  </a:lnTo>
                  <a:lnTo>
                    <a:pt x="8302" y="13206"/>
                  </a:lnTo>
                  <a:lnTo>
                    <a:pt x="8341" y="13013"/>
                  </a:lnTo>
                  <a:lnTo>
                    <a:pt x="8418" y="12820"/>
                  </a:lnTo>
                  <a:lnTo>
                    <a:pt x="8573" y="12704"/>
                  </a:lnTo>
                  <a:lnTo>
                    <a:pt x="8650" y="12666"/>
                  </a:lnTo>
                  <a:lnTo>
                    <a:pt x="8766" y="12627"/>
                  </a:lnTo>
                  <a:close/>
                  <a:moveTo>
                    <a:pt x="22976" y="0"/>
                  </a:moveTo>
                  <a:lnTo>
                    <a:pt x="22899" y="39"/>
                  </a:lnTo>
                  <a:lnTo>
                    <a:pt x="22822" y="77"/>
                  </a:lnTo>
                  <a:lnTo>
                    <a:pt x="22783" y="155"/>
                  </a:lnTo>
                  <a:lnTo>
                    <a:pt x="22744" y="232"/>
                  </a:lnTo>
                  <a:lnTo>
                    <a:pt x="22744" y="309"/>
                  </a:lnTo>
                  <a:lnTo>
                    <a:pt x="22822" y="425"/>
                  </a:lnTo>
                  <a:lnTo>
                    <a:pt x="22860" y="464"/>
                  </a:lnTo>
                  <a:lnTo>
                    <a:pt x="23015" y="657"/>
                  </a:lnTo>
                  <a:lnTo>
                    <a:pt x="22899" y="772"/>
                  </a:lnTo>
                  <a:lnTo>
                    <a:pt x="22783" y="965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699"/>
                  </a:lnTo>
                  <a:lnTo>
                    <a:pt x="22629" y="1892"/>
                  </a:lnTo>
                  <a:lnTo>
                    <a:pt x="22706" y="2047"/>
                  </a:lnTo>
                  <a:lnTo>
                    <a:pt x="22860" y="2278"/>
                  </a:lnTo>
                  <a:lnTo>
                    <a:pt x="23053" y="2394"/>
                  </a:lnTo>
                  <a:lnTo>
                    <a:pt x="23246" y="2510"/>
                  </a:lnTo>
                  <a:lnTo>
                    <a:pt x="23478" y="2510"/>
                  </a:lnTo>
                  <a:lnTo>
                    <a:pt x="23401" y="2703"/>
                  </a:lnTo>
                  <a:lnTo>
                    <a:pt x="23362" y="2896"/>
                  </a:lnTo>
                  <a:lnTo>
                    <a:pt x="23324" y="3089"/>
                  </a:lnTo>
                  <a:lnTo>
                    <a:pt x="23362" y="3282"/>
                  </a:lnTo>
                  <a:lnTo>
                    <a:pt x="23439" y="3514"/>
                  </a:lnTo>
                  <a:lnTo>
                    <a:pt x="23555" y="3707"/>
                  </a:lnTo>
                  <a:lnTo>
                    <a:pt x="23748" y="3900"/>
                  </a:lnTo>
                  <a:lnTo>
                    <a:pt x="23980" y="4016"/>
                  </a:lnTo>
                  <a:lnTo>
                    <a:pt x="23748" y="4209"/>
                  </a:lnTo>
                  <a:lnTo>
                    <a:pt x="23555" y="4479"/>
                  </a:lnTo>
                  <a:lnTo>
                    <a:pt x="23478" y="4750"/>
                  </a:lnTo>
                  <a:lnTo>
                    <a:pt x="23439" y="4904"/>
                  </a:lnTo>
                  <a:lnTo>
                    <a:pt x="23439" y="5020"/>
                  </a:lnTo>
                  <a:lnTo>
                    <a:pt x="23517" y="5290"/>
                  </a:lnTo>
                  <a:lnTo>
                    <a:pt x="23633" y="5483"/>
                  </a:lnTo>
                  <a:lnTo>
                    <a:pt x="23401" y="5522"/>
                  </a:lnTo>
                  <a:lnTo>
                    <a:pt x="23169" y="5561"/>
                  </a:lnTo>
                  <a:lnTo>
                    <a:pt x="22976" y="5715"/>
                  </a:lnTo>
                  <a:lnTo>
                    <a:pt x="22783" y="5870"/>
                  </a:lnTo>
                  <a:lnTo>
                    <a:pt x="22706" y="6101"/>
                  </a:lnTo>
                  <a:lnTo>
                    <a:pt x="22629" y="6372"/>
                  </a:lnTo>
                  <a:lnTo>
                    <a:pt x="22474" y="6294"/>
                  </a:lnTo>
                  <a:lnTo>
                    <a:pt x="22320" y="6256"/>
                  </a:lnTo>
                  <a:lnTo>
                    <a:pt x="22165" y="6217"/>
                  </a:lnTo>
                  <a:lnTo>
                    <a:pt x="21972" y="6217"/>
                  </a:lnTo>
                  <a:lnTo>
                    <a:pt x="21740" y="6294"/>
                  </a:lnTo>
                  <a:lnTo>
                    <a:pt x="21509" y="6410"/>
                  </a:lnTo>
                  <a:lnTo>
                    <a:pt x="21354" y="6565"/>
                  </a:lnTo>
                  <a:lnTo>
                    <a:pt x="21200" y="6796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6024"/>
                  </a:lnTo>
                  <a:lnTo>
                    <a:pt x="20736" y="5908"/>
                  </a:lnTo>
                  <a:lnTo>
                    <a:pt x="20582" y="5831"/>
                  </a:lnTo>
                  <a:lnTo>
                    <a:pt x="20428" y="5754"/>
                  </a:lnTo>
                  <a:lnTo>
                    <a:pt x="20234" y="5754"/>
                  </a:lnTo>
                  <a:lnTo>
                    <a:pt x="20080" y="5792"/>
                  </a:lnTo>
                  <a:lnTo>
                    <a:pt x="19887" y="5870"/>
                  </a:lnTo>
                  <a:lnTo>
                    <a:pt x="19771" y="5947"/>
                  </a:lnTo>
                  <a:lnTo>
                    <a:pt x="19732" y="5715"/>
                  </a:lnTo>
                  <a:lnTo>
                    <a:pt x="19617" y="5483"/>
                  </a:lnTo>
                  <a:lnTo>
                    <a:pt x="19462" y="5329"/>
                  </a:lnTo>
                  <a:lnTo>
                    <a:pt x="19385" y="5252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90"/>
                  </a:lnTo>
                  <a:lnTo>
                    <a:pt x="18497" y="5406"/>
                  </a:lnTo>
                  <a:lnTo>
                    <a:pt x="18458" y="5252"/>
                  </a:lnTo>
                  <a:lnTo>
                    <a:pt x="18420" y="5136"/>
                  </a:lnTo>
                  <a:lnTo>
                    <a:pt x="18381" y="4981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73"/>
                  </a:lnTo>
                  <a:lnTo>
                    <a:pt x="17956" y="4595"/>
                  </a:lnTo>
                  <a:lnTo>
                    <a:pt x="17802" y="4557"/>
                  </a:lnTo>
                  <a:lnTo>
                    <a:pt x="17647" y="4518"/>
                  </a:lnTo>
                  <a:lnTo>
                    <a:pt x="17493" y="4557"/>
                  </a:lnTo>
                  <a:lnTo>
                    <a:pt x="17377" y="4595"/>
                  </a:lnTo>
                  <a:lnTo>
                    <a:pt x="17261" y="4634"/>
                  </a:lnTo>
                  <a:lnTo>
                    <a:pt x="17145" y="4750"/>
                  </a:lnTo>
                  <a:lnTo>
                    <a:pt x="17029" y="4827"/>
                  </a:lnTo>
                  <a:lnTo>
                    <a:pt x="16875" y="5097"/>
                  </a:lnTo>
                  <a:lnTo>
                    <a:pt x="16759" y="4943"/>
                  </a:lnTo>
                  <a:lnTo>
                    <a:pt x="16605" y="4788"/>
                  </a:lnTo>
                  <a:lnTo>
                    <a:pt x="16450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66"/>
                  </a:lnTo>
                  <a:lnTo>
                    <a:pt x="15523" y="4981"/>
                  </a:lnTo>
                  <a:lnTo>
                    <a:pt x="15446" y="5136"/>
                  </a:lnTo>
                  <a:lnTo>
                    <a:pt x="15408" y="5329"/>
                  </a:lnTo>
                  <a:lnTo>
                    <a:pt x="15408" y="5483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68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1"/>
                  </a:lnTo>
                  <a:lnTo>
                    <a:pt x="14635" y="4943"/>
                  </a:lnTo>
                  <a:lnTo>
                    <a:pt x="14442" y="4981"/>
                  </a:lnTo>
                  <a:lnTo>
                    <a:pt x="14288" y="5020"/>
                  </a:lnTo>
                  <a:lnTo>
                    <a:pt x="14133" y="5097"/>
                  </a:lnTo>
                  <a:lnTo>
                    <a:pt x="14056" y="5175"/>
                  </a:lnTo>
                  <a:lnTo>
                    <a:pt x="13940" y="5290"/>
                  </a:lnTo>
                  <a:lnTo>
                    <a:pt x="13824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5"/>
                  </a:lnTo>
                  <a:lnTo>
                    <a:pt x="13168" y="5715"/>
                  </a:lnTo>
                  <a:lnTo>
                    <a:pt x="12936" y="5754"/>
                  </a:lnTo>
                  <a:lnTo>
                    <a:pt x="12743" y="5831"/>
                  </a:lnTo>
                  <a:lnTo>
                    <a:pt x="12589" y="5947"/>
                  </a:lnTo>
                  <a:lnTo>
                    <a:pt x="12511" y="6063"/>
                  </a:lnTo>
                  <a:lnTo>
                    <a:pt x="12434" y="6217"/>
                  </a:lnTo>
                  <a:lnTo>
                    <a:pt x="12357" y="6372"/>
                  </a:lnTo>
                  <a:lnTo>
                    <a:pt x="12357" y="6526"/>
                  </a:lnTo>
                  <a:lnTo>
                    <a:pt x="12357" y="6680"/>
                  </a:lnTo>
                  <a:lnTo>
                    <a:pt x="12357" y="6835"/>
                  </a:lnTo>
                  <a:lnTo>
                    <a:pt x="12434" y="6989"/>
                  </a:lnTo>
                  <a:lnTo>
                    <a:pt x="12164" y="7028"/>
                  </a:lnTo>
                  <a:lnTo>
                    <a:pt x="11894" y="7105"/>
                  </a:lnTo>
                  <a:lnTo>
                    <a:pt x="11662" y="7221"/>
                  </a:lnTo>
                  <a:lnTo>
                    <a:pt x="11507" y="7414"/>
                  </a:lnTo>
                  <a:lnTo>
                    <a:pt x="11392" y="7530"/>
                  </a:lnTo>
                  <a:lnTo>
                    <a:pt x="11353" y="7684"/>
                  </a:lnTo>
                  <a:lnTo>
                    <a:pt x="11314" y="7839"/>
                  </a:lnTo>
                  <a:lnTo>
                    <a:pt x="11276" y="7993"/>
                  </a:lnTo>
                  <a:lnTo>
                    <a:pt x="11314" y="8148"/>
                  </a:lnTo>
                  <a:lnTo>
                    <a:pt x="11353" y="8302"/>
                  </a:lnTo>
                  <a:lnTo>
                    <a:pt x="11392" y="8457"/>
                  </a:lnTo>
                  <a:lnTo>
                    <a:pt x="11469" y="8611"/>
                  </a:lnTo>
                  <a:lnTo>
                    <a:pt x="11199" y="8650"/>
                  </a:lnTo>
                  <a:lnTo>
                    <a:pt x="10967" y="8804"/>
                  </a:lnTo>
                  <a:lnTo>
                    <a:pt x="10774" y="8997"/>
                  </a:lnTo>
                  <a:lnTo>
                    <a:pt x="10658" y="9229"/>
                  </a:lnTo>
                  <a:lnTo>
                    <a:pt x="10581" y="9499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1" y="10233"/>
                  </a:lnTo>
                  <a:lnTo>
                    <a:pt x="10619" y="10310"/>
                  </a:lnTo>
                  <a:lnTo>
                    <a:pt x="10426" y="10426"/>
                  </a:lnTo>
                  <a:lnTo>
                    <a:pt x="10233" y="10581"/>
                  </a:lnTo>
                  <a:lnTo>
                    <a:pt x="10117" y="10774"/>
                  </a:lnTo>
                  <a:lnTo>
                    <a:pt x="10079" y="11005"/>
                  </a:lnTo>
                  <a:lnTo>
                    <a:pt x="10040" y="11237"/>
                  </a:lnTo>
                  <a:lnTo>
                    <a:pt x="10079" y="11469"/>
                  </a:lnTo>
                  <a:lnTo>
                    <a:pt x="10195" y="11700"/>
                  </a:lnTo>
                  <a:lnTo>
                    <a:pt x="9924" y="11739"/>
                  </a:lnTo>
                  <a:lnTo>
                    <a:pt x="9693" y="11855"/>
                  </a:lnTo>
                  <a:lnTo>
                    <a:pt x="9500" y="12009"/>
                  </a:lnTo>
                  <a:lnTo>
                    <a:pt x="9422" y="12087"/>
                  </a:lnTo>
                  <a:lnTo>
                    <a:pt x="9384" y="12202"/>
                  </a:lnTo>
                  <a:lnTo>
                    <a:pt x="9345" y="12318"/>
                  </a:lnTo>
                  <a:lnTo>
                    <a:pt x="9306" y="12473"/>
                  </a:lnTo>
                  <a:lnTo>
                    <a:pt x="9191" y="12395"/>
                  </a:lnTo>
                  <a:lnTo>
                    <a:pt x="9036" y="12318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57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4"/>
                  </a:lnTo>
                  <a:lnTo>
                    <a:pt x="8109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3" y="12241"/>
                  </a:lnTo>
                  <a:lnTo>
                    <a:pt x="7492" y="12164"/>
                  </a:lnTo>
                  <a:lnTo>
                    <a:pt x="7221" y="12202"/>
                  </a:lnTo>
                  <a:lnTo>
                    <a:pt x="6990" y="12280"/>
                  </a:lnTo>
                  <a:lnTo>
                    <a:pt x="6796" y="12434"/>
                  </a:lnTo>
                  <a:lnTo>
                    <a:pt x="6796" y="12048"/>
                  </a:lnTo>
                  <a:lnTo>
                    <a:pt x="6758" y="11893"/>
                  </a:lnTo>
                  <a:lnTo>
                    <a:pt x="6681" y="11700"/>
                  </a:lnTo>
                  <a:lnTo>
                    <a:pt x="6603" y="11546"/>
                  </a:lnTo>
                  <a:lnTo>
                    <a:pt x="6526" y="11430"/>
                  </a:lnTo>
                  <a:lnTo>
                    <a:pt x="6372" y="11314"/>
                  </a:lnTo>
                  <a:lnTo>
                    <a:pt x="6217" y="11198"/>
                  </a:lnTo>
                  <a:lnTo>
                    <a:pt x="6063" y="11160"/>
                  </a:lnTo>
                  <a:lnTo>
                    <a:pt x="5715" y="11160"/>
                  </a:lnTo>
                  <a:lnTo>
                    <a:pt x="5522" y="11237"/>
                  </a:lnTo>
                  <a:lnTo>
                    <a:pt x="5522" y="10967"/>
                  </a:lnTo>
                  <a:lnTo>
                    <a:pt x="5445" y="10735"/>
                  </a:lnTo>
                  <a:lnTo>
                    <a:pt x="5329" y="10503"/>
                  </a:lnTo>
                  <a:lnTo>
                    <a:pt x="5213" y="10426"/>
                  </a:lnTo>
                  <a:lnTo>
                    <a:pt x="5097" y="10388"/>
                  </a:lnTo>
                  <a:lnTo>
                    <a:pt x="4943" y="10310"/>
                  </a:lnTo>
                  <a:lnTo>
                    <a:pt x="4827" y="10310"/>
                  </a:lnTo>
                  <a:lnTo>
                    <a:pt x="4673" y="10349"/>
                  </a:lnTo>
                  <a:lnTo>
                    <a:pt x="4518" y="10388"/>
                  </a:lnTo>
                  <a:lnTo>
                    <a:pt x="4518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09" y="9577"/>
                  </a:lnTo>
                  <a:lnTo>
                    <a:pt x="4055" y="9499"/>
                  </a:lnTo>
                  <a:lnTo>
                    <a:pt x="3900" y="9461"/>
                  </a:lnTo>
                  <a:lnTo>
                    <a:pt x="3746" y="9422"/>
                  </a:lnTo>
                  <a:lnTo>
                    <a:pt x="3591" y="9422"/>
                  </a:lnTo>
                  <a:lnTo>
                    <a:pt x="3398" y="9461"/>
                  </a:lnTo>
                  <a:lnTo>
                    <a:pt x="3283" y="9538"/>
                  </a:lnTo>
                  <a:lnTo>
                    <a:pt x="3128" y="9615"/>
                  </a:lnTo>
                  <a:lnTo>
                    <a:pt x="3012" y="9770"/>
                  </a:lnTo>
                  <a:lnTo>
                    <a:pt x="2974" y="9615"/>
                  </a:lnTo>
                  <a:lnTo>
                    <a:pt x="2896" y="9461"/>
                  </a:lnTo>
                  <a:lnTo>
                    <a:pt x="2781" y="9268"/>
                  </a:lnTo>
                  <a:lnTo>
                    <a:pt x="2626" y="9152"/>
                  </a:lnTo>
                  <a:lnTo>
                    <a:pt x="2433" y="9036"/>
                  </a:lnTo>
                  <a:lnTo>
                    <a:pt x="2240" y="8997"/>
                  </a:lnTo>
                  <a:lnTo>
                    <a:pt x="2047" y="9036"/>
                  </a:lnTo>
                  <a:lnTo>
                    <a:pt x="1854" y="9113"/>
                  </a:lnTo>
                  <a:lnTo>
                    <a:pt x="1699" y="9190"/>
                  </a:lnTo>
                  <a:lnTo>
                    <a:pt x="1545" y="9345"/>
                  </a:lnTo>
                  <a:lnTo>
                    <a:pt x="1429" y="9538"/>
                  </a:lnTo>
                  <a:lnTo>
                    <a:pt x="1390" y="9731"/>
                  </a:lnTo>
                  <a:lnTo>
                    <a:pt x="1352" y="9924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310"/>
                  </a:lnTo>
                  <a:lnTo>
                    <a:pt x="386" y="10426"/>
                  </a:lnTo>
                  <a:lnTo>
                    <a:pt x="271" y="10581"/>
                  </a:lnTo>
                  <a:lnTo>
                    <a:pt x="116" y="10889"/>
                  </a:lnTo>
                  <a:lnTo>
                    <a:pt x="0" y="11237"/>
                  </a:lnTo>
                  <a:lnTo>
                    <a:pt x="0" y="11585"/>
                  </a:lnTo>
                  <a:lnTo>
                    <a:pt x="77" y="11932"/>
                  </a:lnTo>
                  <a:lnTo>
                    <a:pt x="193" y="12241"/>
                  </a:lnTo>
                  <a:lnTo>
                    <a:pt x="386" y="12550"/>
                  </a:lnTo>
                  <a:lnTo>
                    <a:pt x="618" y="12820"/>
                  </a:lnTo>
                  <a:lnTo>
                    <a:pt x="811" y="12936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085" y="13129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50"/>
                  </a:lnTo>
                  <a:lnTo>
                    <a:pt x="3360" y="12241"/>
                  </a:lnTo>
                  <a:lnTo>
                    <a:pt x="3591" y="12009"/>
                  </a:lnTo>
                  <a:lnTo>
                    <a:pt x="3553" y="11932"/>
                  </a:lnTo>
                  <a:lnTo>
                    <a:pt x="3514" y="11816"/>
                  </a:lnTo>
                  <a:lnTo>
                    <a:pt x="3437" y="11778"/>
                  </a:lnTo>
                  <a:lnTo>
                    <a:pt x="3321" y="11739"/>
                  </a:lnTo>
                  <a:lnTo>
                    <a:pt x="3283" y="11778"/>
                  </a:lnTo>
                  <a:lnTo>
                    <a:pt x="3244" y="11816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7" y="12434"/>
                  </a:lnTo>
                  <a:lnTo>
                    <a:pt x="2317" y="12589"/>
                  </a:lnTo>
                  <a:lnTo>
                    <a:pt x="2047" y="12666"/>
                  </a:lnTo>
                  <a:lnTo>
                    <a:pt x="1738" y="12704"/>
                  </a:lnTo>
                  <a:lnTo>
                    <a:pt x="1429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1" y="12357"/>
                  </a:lnTo>
                  <a:lnTo>
                    <a:pt x="695" y="12202"/>
                  </a:lnTo>
                  <a:lnTo>
                    <a:pt x="618" y="12048"/>
                  </a:lnTo>
                  <a:lnTo>
                    <a:pt x="541" y="11893"/>
                  </a:lnTo>
                  <a:lnTo>
                    <a:pt x="502" y="11739"/>
                  </a:lnTo>
                  <a:lnTo>
                    <a:pt x="502" y="11546"/>
                  </a:lnTo>
                  <a:lnTo>
                    <a:pt x="502" y="11391"/>
                  </a:lnTo>
                  <a:lnTo>
                    <a:pt x="541" y="11198"/>
                  </a:lnTo>
                  <a:lnTo>
                    <a:pt x="579" y="11044"/>
                  </a:lnTo>
                  <a:lnTo>
                    <a:pt x="657" y="10889"/>
                  </a:lnTo>
                  <a:lnTo>
                    <a:pt x="773" y="10774"/>
                  </a:lnTo>
                  <a:lnTo>
                    <a:pt x="888" y="10619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008" y="10349"/>
                  </a:lnTo>
                  <a:lnTo>
                    <a:pt x="2317" y="10388"/>
                  </a:lnTo>
                  <a:lnTo>
                    <a:pt x="2587" y="10426"/>
                  </a:lnTo>
                  <a:lnTo>
                    <a:pt x="2858" y="10542"/>
                  </a:lnTo>
                  <a:lnTo>
                    <a:pt x="3128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5"/>
                  </a:lnTo>
                  <a:lnTo>
                    <a:pt x="5870" y="12704"/>
                  </a:lnTo>
                  <a:lnTo>
                    <a:pt x="6256" y="12975"/>
                  </a:lnTo>
                  <a:lnTo>
                    <a:pt x="6681" y="13206"/>
                  </a:lnTo>
                  <a:lnTo>
                    <a:pt x="7105" y="13438"/>
                  </a:lnTo>
                  <a:lnTo>
                    <a:pt x="7530" y="13593"/>
                  </a:lnTo>
                  <a:lnTo>
                    <a:pt x="7994" y="13747"/>
                  </a:lnTo>
                  <a:lnTo>
                    <a:pt x="8457" y="13786"/>
                  </a:lnTo>
                  <a:lnTo>
                    <a:pt x="8920" y="13786"/>
                  </a:lnTo>
                  <a:lnTo>
                    <a:pt x="9345" y="13708"/>
                  </a:lnTo>
                  <a:lnTo>
                    <a:pt x="9731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73"/>
                  </a:lnTo>
                  <a:lnTo>
                    <a:pt x="11121" y="12125"/>
                  </a:lnTo>
                  <a:lnTo>
                    <a:pt x="11314" y="11739"/>
                  </a:lnTo>
                  <a:lnTo>
                    <a:pt x="11507" y="11237"/>
                  </a:lnTo>
                  <a:lnTo>
                    <a:pt x="11662" y="10696"/>
                  </a:lnTo>
                  <a:lnTo>
                    <a:pt x="11971" y="9615"/>
                  </a:lnTo>
                  <a:lnTo>
                    <a:pt x="12125" y="9113"/>
                  </a:lnTo>
                  <a:lnTo>
                    <a:pt x="12357" y="8611"/>
                  </a:lnTo>
                  <a:lnTo>
                    <a:pt x="12589" y="8109"/>
                  </a:lnTo>
                  <a:lnTo>
                    <a:pt x="12936" y="7646"/>
                  </a:lnTo>
                  <a:lnTo>
                    <a:pt x="13284" y="7298"/>
                  </a:lnTo>
                  <a:lnTo>
                    <a:pt x="13631" y="6989"/>
                  </a:lnTo>
                  <a:lnTo>
                    <a:pt x="14017" y="6719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1"/>
                  </a:lnTo>
                  <a:lnTo>
                    <a:pt x="15832" y="5985"/>
                  </a:lnTo>
                  <a:lnTo>
                    <a:pt x="16296" y="5947"/>
                  </a:lnTo>
                  <a:lnTo>
                    <a:pt x="16605" y="5908"/>
                  </a:lnTo>
                  <a:lnTo>
                    <a:pt x="16914" y="5908"/>
                  </a:lnTo>
                  <a:lnTo>
                    <a:pt x="17454" y="5985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3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30" y="7491"/>
                  </a:lnTo>
                  <a:lnTo>
                    <a:pt x="21316" y="7646"/>
                  </a:lnTo>
                  <a:lnTo>
                    <a:pt x="21740" y="7723"/>
                  </a:lnTo>
                  <a:lnTo>
                    <a:pt x="22165" y="7762"/>
                  </a:lnTo>
                  <a:lnTo>
                    <a:pt x="22590" y="7723"/>
                  </a:lnTo>
                  <a:lnTo>
                    <a:pt x="22976" y="7646"/>
                  </a:lnTo>
                  <a:lnTo>
                    <a:pt x="23362" y="7530"/>
                  </a:lnTo>
                  <a:lnTo>
                    <a:pt x="23710" y="7298"/>
                  </a:lnTo>
                  <a:lnTo>
                    <a:pt x="24057" y="6989"/>
                  </a:lnTo>
                  <a:lnTo>
                    <a:pt x="24366" y="6642"/>
                  </a:lnTo>
                  <a:lnTo>
                    <a:pt x="24598" y="6294"/>
                  </a:lnTo>
                  <a:lnTo>
                    <a:pt x="24752" y="5908"/>
                  </a:lnTo>
                  <a:lnTo>
                    <a:pt x="24868" y="5483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5" y="3746"/>
                  </a:lnTo>
                  <a:lnTo>
                    <a:pt x="24868" y="3282"/>
                  </a:lnTo>
                  <a:lnTo>
                    <a:pt x="24791" y="2858"/>
                  </a:lnTo>
                  <a:lnTo>
                    <a:pt x="24637" y="2394"/>
                  </a:lnTo>
                  <a:lnTo>
                    <a:pt x="24443" y="1969"/>
                  </a:lnTo>
                  <a:lnTo>
                    <a:pt x="24250" y="1583"/>
                  </a:lnTo>
                  <a:lnTo>
                    <a:pt x="24057" y="1197"/>
                  </a:lnTo>
                  <a:lnTo>
                    <a:pt x="23787" y="811"/>
                  </a:lnTo>
                  <a:lnTo>
                    <a:pt x="23941" y="386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69" y="77"/>
                  </a:lnTo>
                  <a:lnTo>
                    <a:pt x="230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4" name="Google Shape;4114;p18"/>
            <p:cNvSpPr/>
            <p:nvPr/>
          </p:nvSpPr>
          <p:spPr>
            <a:xfrm>
              <a:off x="5843050" y="1398325"/>
              <a:ext cx="152575" cy="276125"/>
            </a:xfrm>
            <a:custGeom>
              <a:avLst/>
              <a:gdLst/>
              <a:ahLst/>
              <a:cxnLst/>
              <a:rect l="l" t="t" r="r" b="b"/>
              <a:pathLst>
                <a:path w="6103" h="11045" extrusionOk="0">
                  <a:moveTo>
                    <a:pt x="3553" y="0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8"/>
                  </a:lnTo>
                  <a:lnTo>
                    <a:pt x="4364" y="1120"/>
                  </a:lnTo>
                  <a:lnTo>
                    <a:pt x="4635" y="1429"/>
                  </a:lnTo>
                  <a:lnTo>
                    <a:pt x="4866" y="1738"/>
                  </a:lnTo>
                  <a:lnTo>
                    <a:pt x="5059" y="2085"/>
                  </a:lnTo>
                  <a:lnTo>
                    <a:pt x="5214" y="2433"/>
                  </a:lnTo>
                  <a:lnTo>
                    <a:pt x="5368" y="2819"/>
                  </a:lnTo>
                  <a:lnTo>
                    <a:pt x="5484" y="3205"/>
                  </a:lnTo>
                  <a:lnTo>
                    <a:pt x="5523" y="3591"/>
                  </a:lnTo>
                  <a:lnTo>
                    <a:pt x="5600" y="3978"/>
                  </a:lnTo>
                  <a:lnTo>
                    <a:pt x="5600" y="4402"/>
                  </a:lnTo>
                  <a:lnTo>
                    <a:pt x="5561" y="4789"/>
                  </a:lnTo>
                  <a:lnTo>
                    <a:pt x="5523" y="5213"/>
                  </a:lnTo>
                  <a:lnTo>
                    <a:pt x="5446" y="5599"/>
                  </a:lnTo>
                  <a:lnTo>
                    <a:pt x="5330" y="6024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1" y="7260"/>
                  </a:lnTo>
                  <a:lnTo>
                    <a:pt x="4480" y="7646"/>
                  </a:lnTo>
                  <a:lnTo>
                    <a:pt x="4210" y="8032"/>
                  </a:lnTo>
                  <a:lnTo>
                    <a:pt x="3940" y="8380"/>
                  </a:lnTo>
                  <a:lnTo>
                    <a:pt x="3631" y="8727"/>
                  </a:lnTo>
                  <a:lnTo>
                    <a:pt x="3283" y="9036"/>
                  </a:lnTo>
                  <a:lnTo>
                    <a:pt x="2936" y="9306"/>
                  </a:lnTo>
                  <a:lnTo>
                    <a:pt x="2549" y="9577"/>
                  </a:lnTo>
                  <a:lnTo>
                    <a:pt x="2163" y="9808"/>
                  </a:lnTo>
                  <a:lnTo>
                    <a:pt x="1739" y="10040"/>
                  </a:lnTo>
                  <a:lnTo>
                    <a:pt x="1314" y="10233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1" y="10658"/>
                  </a:lnTo>
                  <a:lnTo>
                    <a:pt x="78" y="11044"/>
                  </a:lnTo>
                  <a:lnTo>
                    <a:pt x="619" y="10967"/>
                  </a:lnTo>
                  <a:lnTo>
                    <a:pt x="1121" y="1081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4"/>
                  </a:lnTo>
                  <a:lnTo>
                    <a:pt x="3399" y="9615"/>
                  </a:lnTo>
                  <a:lnTo>
                    <a:pt x="3785" y="9268"/>
                  </a:lnTo>
                  <a:lnTo>
                    <a:pt x="4171" y="8920"/>
                  </a:lnTo>
                  <a:lnTo>
                    <a:pt x="4480" y="8534"/>
                  </a:lnTo>
                  <a:lnTo>
                    <a:pt x="4828" y="8109"/>
                  </a:lnTo>
                  <a:lnTo>
                    <a:pt x="5098" y="7685"/>
                  </a:lnTo>
                  <a:lnTo>
                    <a:pt x="5368" y="7221"/>
                  </a:lnTo>
                  <a:lnTo>
                    <a:pt x="5600" y="6758"/>
                  </a:lnTo>
                  <a:lnTo>
                    <a:pt x="5755" y="6294"/>
                  </a:lnTo>
                  <a:lnTo>
                    <a:pt x="5909" y="5792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8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5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7" y="1313"/>
                  </a:lnTo>
                  <a:lnTo>
                    <a:pt x="4905" y="1004"/>
                  </a:lnTo>
                  <a:lnTo>
                    <a:pt x="4596" y="695"/>
                  </a:lnTo>
                  <a:lnTo>
                    <a:pt x="4287" y="425"/>
                  </a:lnTo>
                  <a:lnTo>
                    <a:pt x="3940" y="193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5" name="Google Shape;4115;p18"/>
            <p:cNvSpPr/>
            <p:nvPr/>
          </p:nvSpPr>
          <p:spPr>
            <a:xfrm>
              <a:off x="569225" y="1424375"/>
              <a:ext cx="126500" cy="69550"/>
            </a:xfrm>
            <a:custGeom>
              <a:avLst/>
              <a:gdLst/>
              <a:ahLst/>
              <a:cxnLst/>
              <a:rect l="l" t="t" r="r" b="b"/>
              <a:pathLst>
                <a:path w="5060" h="2782" extrusionOk="0">
                  <a:moveTo>
                    <a:pt x="4905" y="1"/>
                  </a:moveTo>
                  <a:lnTo>
                    <a:pt x="3824" y="657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30" y="1854"/>
                  </a:lnTo>
                  <a:lnTo>
                    <a:pt x="773" y="2125"/>
                  </a:lnTo>
                  <a:lnTo>
                    <a:pt x="117" y="2395"/>
                  </a:lnTo>
                  <a:lnTo>
                    <a:pt x="40" y="2472"/>
                  </a:lnTo>
                  <a:lnTo>
                    <a:pt x="1" y="2588"/>
                  </a:lnTo>
                  <a:lnTo>
                    <a:pt x="40" y="2665"/>
                  </a:lnTo>
                  <a:lnTo>
                    <a:pt x="117" y="2781"/>
                  </a:lnTo>
                  <a:lnTo>
                    <a:pt x="387" y="2781"/>
                  </a:lnTo>
                  <a:lnTo>
                    <a:pt x="1082" y="2627"/>
                  </a:lnTo>
                  <a:lnTo>
                    <a:pt x="1739" y="2356"/>
                  </a:lnTo>
                  <a:lnTo>
                    <a:pt x="2356" y="2047"/>
                  </a:lnTo>
                  <a:lnTo>
                    <a:pt x="2974" y="1739"/>
                  </a:lnTo>
                  <a:lnTo>
                    <a:pt x="3553" y="1430"/>
                  </a:lnTo>
                  <a:lnTo>
                    <a:pt x="4094" y="1082"/>
                  </a:lnTo>
                  <a:lnTo>
                    <a:pt x="4596" y="735"/>
                  </a:lnTo>
                  <a:lnTo>
                    <a:pt x="5059" y="310"/>
                  </a:lnTo>
                  <a:lnTo>
                    <a:pt x="490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6" name="Google Shape;4116;p18"/>
            <p:cNvSpPr/>
            <p:nvPr/>
          </p:nvSpPr>
          <p:spPr>
            <a:xfrm>
              <a:off x="512275" y="1467825"/>
              <a:ext cx="66650" cy="99450"/>
            </a:xfrm>
            <a:custGeom>
              <a:avLst/>
              <a:gdLst/>
              <a:ahLst/>
              <a:cxnLst/>
              <a:rect l="l" t="t" r="r" b="b"/>
              <a:pathLst>
                <a:path w="2666" h="3978" extrusionOk="0">
                  <a:moveTo>
                    <a:pt x="850" y="1"/>
                  </a:moveTo>
                  <a:lnTo>
                    <a:pt x="464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2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1" y="2704"/>
                  </a:lnTo>
                  <a:lnTo>
                    <a:pt x="39" y="2974"/>
                  </a:lnTo>
                  <a:lnTo>
                    <a:pt x="78" y="3206"/>
                  </a:lnTo>
                  <a:lnTo>
                    <a:pt x="155" y="3399"/>
                  </a:lnTo>
                  <a:lnTo>
                    <a:pt x="271" y="3592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9" y="3939"/>
                  </a:lnTo>
                  <a:lnTo>
                    <a:pt x="1082" y="3978"/>
                  </a:lnTo>
                  <a:lnTo>
                    <a:pt x="1314" y="3939"/>
                  </a:lnTo>
                  <a:lnTo>
                    <a:pt x="1507" y="3823"/>
                  </a:lnTo>
                  <a:lnTo>
                    <a:pt x="1661" y="3708"/>
                  </a:lnTo>
                  <a:lnTo>
                    <a:pt x="1816" y="3514"/>
                  </a:lnTo>
                  <a:lnTo>
                    <a:pt x="1970" y="3321"/>
                  </a:lnTo>
                  <a:lnTo>
                    <a:pt x="2086" y="3090"/>
                  </a:lnTo>
                  <a:lnTo>
                    <a:pt x="2318" y="2549"/>
                  </a:lnTo>
                  <a:lnTo>
                    <a:pt x="2472" y="2009"/>
                  </a:lnTo>
                  <a:lnTo>
                    <a:pt x="2626" y="1507"/>
                  </a:lnTo>
                  <a:lnTo>
                    <a:pt x="2665" y="1043"/>
                  </a:lnTo>
                  <a:lnTo>
                    <a:pt x="2395" y="1043"/>
                  </a:lnTo>
                  <a:lnTo>
                    <a:pt x="2009" y="2009"/>
                  </a:lnTo>
                  <a:lnTo>
                    <a:pt x="1738" y="2665"/>
                  </a:lnTo>
                  <a:lnTo>
                    <a:pt x="1545" y="3051"/>
                  </a:lnTo>
                  <a:lnTo>
                    <a:pt x="1468" y="3206"/>
                  </a:lnTo>
                  <a:lnTo>
                    <a:pt x="1314" y="3283"/>
                  </a:lnTo>
                  <a:lnTo>
                    <a:pt x="1159" y="3283"/>
                  </a:lnTo>
                  <a:lnTo>
                    <a:pt x="966" y="3206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4"/>
                  </a:lnTo>
                  <a:lnTo>
                    <a:pt x="541" y="2395"/>
                  </a:lnTo>
                  <a:lnTo>
                    <a:pt x="580" y="2047"/>
                  </a:lnTo>
                  <a:lnTo>
                    <a:pt x="618" y="1622"/>
                  </a:lnTo>
                  <a:lnTo>
                    <a:pt x="734" y="1198"/>
                  </a:lnTo>
                  <a:lnTo>
                    <a:pt x="889" y="773"/>
                  </a:lnTo>
                  <a:lnTo>
                    <a:pt x="1043" y="348"/>
                  </a:lnTo>
                  <a:lnTo>
                    <a:pt x="1082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7" name="Google Shape;4117;p18"/>
            <p:cNvSpPr/>
            <p:nvPr/>
          </p:nvSpPr>
          <p:spPr>
            <a:xfrm>
              <a:off x="4008850" y="152575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7" y="1004"/>
                  </a:lnTo>
                  <a:lnTo>
                    <a:pt x="7029" y="1313"/>
                  </a:lnTo>
                  <a:lnTo>
                    <a:pt x="7531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9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7"/>
                  </a:lnTo>
                  <a:lnTo>
                    <a:pt x="8573" y="3707"/>
                  </a:lnTo>
                  <a:lnTo>
                    <a:pt x="7724" y="3823"/>
                  </a:lnTo>
                  <a:lnTo>
                    <a:pt x="6874" y="3901"/>
                  </a:lnTo>
                  <a:lnTo>
                    <a:pt x="6411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8" y="3707"/>
                  </a:lnTo>
                  <a:lnTo>
                    <a:pt x="2511" y="3862"/>
                  </a:lnTo>
                  <a:lnTo>
                    <a:pt x="2433" y="4016"/>
                  </a:lnTo>
                  <a:lnTo>
                    <a:pt x="2318" y="4132"/>
                  </a:lnTo>
                  <a:lnTo>
                    <a:pt x="2124" y="4209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1" y="4248"/>
                  </a:lnTo>
                  <a:lnTo>
                    <a:pt x="734" y="4132"/>
                  </a:lnTo>
                  <a:lnTo>
                    <a:pt x="387" y="4016"/>
                  </a:lnTo>
                  <a:lnTo>
                    <a:pt x="503" y="3514"/>
                  </a:lnTo>
                  <a:lnTo>
                    <a:pt x="657" y="3012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7" y="1738"/>
                  </a:lnTo>
                  <a:lnTo>
                    <a:pt x="1893" y="1429"/>
                  </a:lnTo>
                  <a:lnTo>
                    <a:pt x="2318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8" y="5638"/>
                  </a:lnTo>
                  <a:lnTo>
                    <a:pt x="11624" y="5986"/>
                  </a:lnTo>
                  <a:lnTo>
                    <a:pt x="11431" y="6140"/>
                  </a:lnTo>
                  <a:lnTo>
                    <a:pt x="11353" y="6217"/>
                  </a:lnTo>
                  <a:lnTo>
                    <a:pt x="11238" y="6256"/>
                  </a:lnTo>
                  <a:lnTo>
                    <a:pt x="11083" y="6295"/>
                  </a:lnTo>
                  <a:lnTo>
                    <a:pt x="10929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3" y="5947"/>
                  </a:lnTo>
                  <a:lnTo>
                    <a:pt x="10543" y="5870"/>
                  </a:lnTo>
                  <a:lnTo>
                    <a:pt x="10543" y="5754"/>
                  </a:lnTo>
                  <a:lnTo>
                    <a:pt x="10620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0"/>
                  </a:moveTo>
                  <a:lnTo>
                    <a:pt x="3939" y="39"/>
                  </a:lnTo>
                  <a:lnTo>
                    <a:pt x="3515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1"/>
                  </a:lnTo>
                  <a:lnTo>
                    <a:pt x="1507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9" y="2008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7" y="3205"/>
                  </a:lnTo>
                  <a:lnTo>
                    <a:pt x="39" y="3669"/>
                  </a:lnTo>
                  <a:lnTo>
                    <a:pt x="1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8"/>
                  </a:lnTo>
                  <a:lnTo>
                    <a:pt x="1314" y="4596"/>
                  </a:lnTo>
                  <a:lnTo>
                    <a:pt x="1700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1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3" y="3630"/>
                  </a:lnTo>
                  <a:lnTo>
                    <a:pt x="3013" y="2974"/>
                  </a:lnTo>
                  <a:lnTo>
                    <a:pt x="3128" y="773"/>
                  </a:lnTo>
                  <a:lnTo>
                    <a:pt x="3515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1" y="1661"/>
                  </a:lnTo>
                  <a:lnTo>
                    <a:pt x="5059" y="2703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4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6" y="4287"/>
                  </a:lnTo>
                  <a:lnTo>
                    <a:pt x="5870" y="4325"/>
                  </a:lnTo>
                  <a:lnTo>
                    <a:pt x="6218" y="4325"/>
                  </a:lnTo>
                  <a:lnTo>
                    <a:pt x="6565" y="4287"/>
                  </a:lnTo>
                  <a:lnTo>
                    <a:pt x="7608" y="4209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0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7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3" y="5252"/>
                  </a:lnTo>
                  <a:lnTo>
                    <a:pt x="10427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4" y="5754"/>
                  </a:lnTo>
                  <a:lnTo>
                    <a:pt x="10234" y="5908"/>
                  </a:lnTo>
                  <a:lnTo>
                    <a:pt x="10234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9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7" y="6526"/>
                  </a:lnTo>
                  <a:lnTo>
                    <a:pt x="11740" y="6410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2"/>
                  </a:lnTo>
                  <a:lnTo>
                    <a:pt x="12396" y="7221"/>
                  </a:lnTo>
                  <a:lnTo>
                    <a:pt x="12473" y="7569"/>
                  </a:lnTo>
                  <a:lnTo>
                    <a:pt x="12551" y="7916"/>
                  </a:lnTo>
                  <a:lnTo>
                    <a:pt x="12551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5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6" y="9654"/>
                  </a:lnTo>
                  <a:lnTo>
                    <a:pt x="12821" y="9616"/>
                  </a:lnTo>
                  <a:lnTo>
                    <a:pt x="12937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30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5"/>
                  </a:lnTo>
                  <a:lnTo>
                    <a:pt x="13091" y="7723"/>
                  </a:lnTo>
                  <a:lnTo>
                    <a:pt x="12937" y="7183"/>
                  </a:lnTo>
                  <a:lnTo>
                    <a:pt x="12744" y="6681"/>
                  </a:lnTo>
                  <a:lnTo>
                    <a:pt x="12435" y="6217"/>
                  </a:lnTo>
                  <a:lnTo>
                    <a:pt x="12126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9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30" y="3514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5" y="1931"/>
                  </a:lnTo>
                  <a:lnTo>
                    <a:pt x="8226" y="1584"/>
                  </a:lnTo>
                  <a:lnTo>
                    <a:pt x="7839" y="1275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9" y="348"/>
                  </a:lnTo>
                  <a:lnTo>
                    <a:pt x="5716" y="193"/>
                  </a:lnTo>
                  <a:lnTo>
                    <a:pt x="5291" y="78"/>
                  </a:lnTo>
                  <a:lnTo>
                    <a:pt x="4828" y="39"/>
                  </a:lnTo>
                  <a:lnTo>
                    <a:pt x="44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8" name="Google Shape;4118;p18"/>
            <p:cNvSpPr/>
            <p:nvPr/>
          </p:nvSpPr>
          <p:spPr>
            <a:xfrm>
              <a:off x="6763050" y="1538300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9" y="5908"/>
                  </a:moveTo>
                  <a:lnTo>
                    <a:pt x="1082" y="5986"/>
                  </a:lnTo>
                  <a:lnTo>
                    <a:pt x="1237" y="6024"/>
                  </a:lnTo>
                  <a:lnTo>
                    <a:pt x="1391" y="6179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1" y="6797"/>
                  </a:lnTo>
                  <a:lnTo>
                    <a:pt x="1237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9" y="6990"/>
                  </a:lnTo>
                  <a:lnTo>
                    <a:pt x="464" y="6835"/>
                  </a:lnTo>
                  <a:lnTo>
                    <a:pt x="426" y="6719"/>
                  </a:lnTo>
                  <a:lnTo>
                    <a:pt x="387" y="6642"/>
                  </a:lnTo>
                  <a:lnTo>
                    <a:pt x="348" y="6488"/>
                  </a:lnTo>
                  <a:lnTo>
                    <a:pt x="387" y="6372"/>
                  </a:lnTo>
                  <a:lnTo>
                    <a:pt x="426" y="6256"/>
                  </a:lnTo>
                  <a:lnTo>
                    <a:pt x="503" y="6179"/>
                  </a:lnTo>
                  <a:lnTo>
                    <a:pt x="696" y="6024"/>
                  </a:lnTo>
                  <a:lnTo>
                    <a:pt x="889" y="5908"/>
                  </a:lnTo>
                  <a:close/>
                  <a:moveTo>
                    <a:pt x="5909" y="0"/>
                  </a:moveTo>
                  <a:lnTo>
                    <a:pt x="5832" y="39"/>
                  </a:lnTo>
                  <a:lnTo>
                    <a:pt x="5523" y="309"/>
                  </a:lnTo>
                  <a:lnTo>
                    <a:pt x="5175" y="618"/>
                  </a:lnTo>
                  <a:lnTo>
                    <a:pt x="4596" y="1313"/>
                  </a:lnTo>
                  <a:lnTo>
                    <a:pt x="4017" y="2047"/>
                  </a:lnTo>
                  <a:lnTo>
                    <a:pt x="3438" y="2781"/>
                  </a:lnTo>
                  <a:lnTo>
                    <a:pt x="2279" y="4132"/>
                  </a:lnTo>
                  <a:lnTo>
                    <a:pt x="1739" y="4866"/>
                  </a:lnTo>
                  <a:lnTo>
                    <a:pt x="1198" y="5561"/>
                  </a:lnTo>
                  <a:lnTo>
                    <a:pt x="1043" y="5522"/>
                  </a:lnTo>
                  <a:lnTo>
                    <a:pt x="889" y="5522"/>
                  </a:lnTo>
                  <a:lnTo>
                    <a:pt x="773" y="5561"/>
                  </a:lnTo>
                  <a:lnTo>
                    <a:pt x="619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10" y="5870"/>
                  </a:lnTo>
                  <a:lnTo>
                    <a:pt x="117" y="6063"/>
                  </a:lnTo>
                  <a:lnTo>
                    <a:pt x="1" y="6333"/>
                  </a:lnTo>
                  <a:lnTo>
                    <a:pt x="1" y="6488"/>
                  </a:lnTo>
                  <a:lnTo>
                    <a:pt x="1" y="6604"/>
                  </a:lnTo>
                  <a:lnTo>
                    <a:pt x="40" y="6797"/>
                  </a:lnTo>
                  <a:lnTo>
                    <a:pt x="117" y="6990"/>
                  </a:lnTo>
                  <a:lnTo>
                    <a:pt x="194" y="7144"/>
                  </a:lnTo>
                  <a:lnTo>
                    <a:pt x="348" y="7260"/>
                  </a:lnTo>
                  <a:lnTo>
                    <a:pt x="503" y="7376"/>
                  </a:lnTo>
                  <a:lnTo>
                    <a:pt x="696" y="7453"/>
                  </a:lnTo>
                  <a:lnTo>
                    <a:pt x="1082" y="7453"/>
                  </a:lnTo>
                  <a:lnTo>
                    <a:pt x="1275" y="7414"/>
                  </a:lnTo>
                  <a:lnTo>
                    <a:pt x="1430" y="7299"/>
                  </a:lnTo>
                  <a:lnTo>
                    <a:pt x="1584" y="7183"/>
                  </a:lnTo>
                  <a:lnTo>
                    <a:pt x="1700" y="7067"/>
                  </a:lnTo>
                  <a:lnTo>
                    <a:pt x="1816" y="6874"/>
                  </a:lnTo>
                  <a:lnTo>
                    <a:pt x="1854" y="6681"/>
                  </a:lnTo>
                  <a:lnTo>
                    <a:pt x="1893" y="6526"/>
                  </a:lnTo>
                  <a:lnTo>
                    <a:pt x="1854" y="6333"/>
                  </a:lnTo>
                  <a:lnTo>
                    <a:pt x="1816" y="6179"/>
                  </a:lnTo>
                  <a:lnTo>
                    <a:pt x="1739" y="6024"/>
                  </a:lnTo>
                  <a:lnTo>
                    <a:pt x="1661" y="5908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3" y="4403"/>
                  </a:lnTo>
                  <a:lnTo>
                    <a:pt x="3940" y="3012"/>
                  </a:lnTo>
                  <a:lnTo>
                    <a:pt x="4480" y="2395"/>
                  </a:lnTo>
                  <a:lnTo>
                    <a:pt x="5098" y="1699"/>
                  </a:lnTo>
                  <a:lnTo>
                    <a:pt x="5639" y="1043"/>
                  </a:lnTo>
                  <a:lnTo>
                    <a:pt x="5909" y="657"/>
                  </a:lnTo>
                  <a:lnTo>
                    <a:pt x="6102" y="309"/>
                  </a:lnTo>
                  <a:lnTo>
                    <a:pt x="6141" y="193"/>
                  </a:lnTo>
                  <a:lnTo>
                    <a:pt x="6063" y="78"/>
                  </a:lnTo>
                  <a:lnTo>
                    <a:pt x="598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9" name="Google Shape;4119;p18"/>
            <p:cNvSpPr/>
            <p:nvPr/>
          </p:nvSpPr>
          <p:spPr>
            <a:xfrm>
              <a:off x="4040700" y="153927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5" y="7298"/>
                  </a:moveTo>
                  <a:lnTo>
                    <a:pt x="8496" y="7375"/>
                  </a:lnTo>
                  <a:lnTo>
                    <a:pt x="8728" y="7453"/>
                  </a:lnTo>
                  <a:lnTo>
                    <a:pt x="8960" y="7569"/>
                  </a:lnTo>
                  <a:lnTo>
                    <a:pt x="9153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5" y="8573"/>
                  </a:lnTo>
                  <a:lnTo>
                    <a:pt x="9693" y="8881"/>
                  </a:lnTo>
                  <a:lnTo>
                    <a:pt x="9655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60" y="10040"/>
                  </a:lnTo>
                  <a:lnTo>
                    <a:pt x="8689" y="10117"/>
                  </a:lnTo>
                  <a:lnTo>
                    <a:pt x="8419" y="10194"/>
                  </a:lnTo>
                  <a:lnTo>
                    <a:pt x="8110" y="10156"/>
                  </a:lnTo>
                  <a:lnTo>
                    <a:pt x="7840" y="10078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6"/>
                  </a:lnTo>
                  <a:lnTo>
                    <a:pt x="7029" y="9345"/>
                  </a:lnTo>
                  <a:lnTo>
                    <a:pt x="6952" y="9075"/>
                  </a:lnTo>
                  <a:lnTo>
                    <a:pt x="6913" y="8804"/>
                  </a:lnTo>
                  <a:lnTo>
                    <a:pt x="6952" y="8534"/>
                  </a:lnTo>
                  <a:lnTo>
                    <a:pt x="7029" y="8264"/>
                  </a:lnTo>
                  <a:lnTo>
                    <a:pt x="7145" y="8071"/>
                  </a:lnTo>
                  <a:lnTo>
                    <a:pt x="7299" y="7877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9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6" y="8457"/>
                  </a:lnTo>
                  <a:lnTo>
                    <a:pt x="2974" y="8611"/>
                  </a:lnTo>
                  <a:lnTo>
                    <a:pt x="3052" y="8766"/>
                  </a:lnTo>
                  <a:lnTo>
                    <a:pt x="1546" y="8727"/>
                  </a:lnTo>
                  <a:lnTo>
                    <a:pt x="40" y="8688"/>
                  </a:lnTo>
                  <a:lnTo>
                    <a:pt x="1" y="8688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6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6"/>
                  </a:lnTo>
                  <a:lnTo>
                    <a:pt x="6759" y="9847"/>
                  </a:lnTo>
                  <a:lnTo>
                    <a:pt x="6990" y="10078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0"/>
                  </a:lnTo>
                  <a:lnTo>
                    <a:pt x="8110" y="10658"/>
                  </a:lnTo>
                  <a:lnTo>
                    <a:pt x="8419" y="10696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7"/>
                  </a:lnTo>
                  <a:lnTo>
                    <a:pt x="9539" y="10194"/>
                  </a:lnTo>
                  <a:lnTo>
                    <a:pt x="9771" y="9963"/>
                  </a:lnTo>
                  <a:lnTo>
                    <a:pt x="9925" y="9692"/>
                  </a:lnTo>
                  <a:lnTo>
                    <a:pt x="10079" y="9422"/>
                  </a:lnTo>
                  <a:lnTo>
                    <a:pt x="10157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7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1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9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5" y="7337"/>
                  </a:lnTo>
                  <a:lnTo>
                    <a:pt x="6913" y="7569"/>
                  </a:lnTo>
                  <a:lnTo>
                    <a:pt x="6720" y="7877"/>
                  </a:lnTo>
                  <a:lnTo>
                    <a:pt x="6565" y="8186"/>
                  </a:lnTo>
                  <a:lnTo>
                    <a:pt x="6450" y="8534"/>
                  </a:lnTo>
                  <a:lnTo>
                    <a:pt x="6450" y="8843"/>
                  </a:lnTo>
                  <a:lnTo>
                    <a:pt x="5716" y="8804"/>
                  </a:lnTo>
                  <a:lnTo>
                    <a:pt x="4944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8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79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6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0" name="Google Shape;4120;p18"/>
            <p:cNvSpPr/>
            <p:nvPr/>
          </p:nvSpPr>
          <p:spPr>
            <a:xfrm>
              <a:off x="1387875" y="1558575"/>
              <a:ext cx="374575" cy="387125"/>
            </a:xfrm>
            <a:custGeom>
              <a:avLst/>
              <a:gdLst/>
              <a:ahLst/>
              <a:cxnLst/>
              <a:rect l="l" t="t" r="r" b="b"/>
              <a:pathLst>
                <a:path w="14983" h="15485" extrusionOk="0">
                  <a:moveTo>
                    <a:pt x="7453" y="502"/>
                  </a:moveTo>
                  <a:lnTo>
                    <a:pt x="8032" y="541"/>
                  </a:lnTo>
                  <a:lnTo>
                    <a:pt x="8573" y="580"/>
                  </a:lnTo>
                  <a:lnTo>
                    <a:pt x="9152" y="695"/>
                  </a:lnTo>
                  <a:lnTo>
                    <a:pt x="9654" y="850"/>
                  </a:lnTo>
                  <a:lnTo>
                    <a:pt x="10195" y="1043"/>
                  </a:lnTo>
                  <a:lnTo>
                    <a:pt x="10697" y="1275"/>
                  </a:lnTo>
                  <a:lnTo>
                    <a:pt x="11160" y="1545"/>
                  </a:lnTo>
                  <a:lnTo>
                    <a:pt x="11585" y="1854"/>
                  </a:lnTo>
                  <a:lnTo>
                    <a:pt x="10812" y="2201"/>
                  </a:lnTo>
                  <a:lnTo>
                    <a:pt x="10040" y="2626"/>
                  </a:lnTo>
                  <a:lnTo>
                    <a:pt x="9306" y="3090"/>
                  </a:lnTo>
                  <a:lnTo>
                    <a:pt x="8611" y="3630"/>
                  </a:lnTo>
                  <a:lnTo>
                    <a:pt x="7916" y="4171"/>
                  </a:lnTo>
                  <a:lnTo>
                    <a:pt x="7299" y="4789"/>
                  </a:lnTo>
                  <a:lnTo>
                    <a:pt x="6681" y="5445"/>
                  </a:lnTo>
                  <a:lnTo>
                    <a:pt x="6140" y="6140"/>
                  </a:lnTo>
                  <a:lnTo>
                    <a:pt x="5638" y="6874"/>
                  </a:lnTo>
                  <a:lnTo>
                    <a:pt x="5175" y="7646"/>
                  </a:lnTo>
                  <a:lnTo>
                    <a:pt x="4789" y="8418"/>
                  </a:lnTo>
                  <a:lnTo>
                    <a:pt x="4441" y="9229"/>
                  </a:lnTo>
                  <a:lnTo>
                    <a:pt x="4171" y="10040"/>
                  </a:lnTo>
                  <a:lnTo>
                    <a:pt x="3939" y="10890"/>
                  </a:lnTo>
                  <a:lnTo>
                    <a:pt x="3823" y="11778"/>
                  </a:lnTo>
                  <a:lnTo>
                    <a:pt x="3746" y="12666"/>
                  </a:lnTo>
                  <a:lnTo>
                    <a:pt x="3553" y="12666"/>
                  </a:lnTo>
                  <a:lnTo>
                    <a:pt x="3283" y="11855"/>
                  </a:lnTo>
                  <a:lnTo>
                    <a:pt x="3051" y="11044"/>
                  </a:lnTo>
                  <a:lnTo>
                    <a:pt x="2819" y="10195"/>
                  </a:lnTo>
                  <a:lnTo>
                    <a:pt x="2665" y="9384"/>
                  </a:lnTo>
                  <a:lnTo>
                    <a:pt x="2588" y="8534"/>
                  </a:lnTo>
                  <a:lnTo>
                    <a:pt x="2549" y="7685"/>
                  </a:lnTo>
                  <a:lnTo>
                    <a:pt x="2588" y="6797"/>
                  </a:lnTo>
                  <a:lnTo>
                    <a:pt x="2665" y="5947"/>
                  </a:lnTo>
                  <a:lnTo>
                    <a:pt x="2858" y="5213"/>
                  </a:lnTo>
                  <a:lnTo>
                    <a:pt x="3051" y="4518"/>
                  </a:lnTo>
                  <a:lnTo>
                    <a:pt x="3321" y="3823"/>
                  </a:lnTo>
                  <a:lnTo>
                    <a:pt x="3630" y="3205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29"/>
                  </a:lnTo>
                  <a:lnTo>
                    <a:pt x="5406" y="888"/>
                  </a:lnTo>
                  <a:lnTo>
                    <a:pt x="5908" y="734"/>
                  </a:lnTo>
                  <a:lnTo>
                    <a:pt x="6410" y="618"/>
                  </a:lnTo>
                  <a:lnTo>
                    <a:pt x="6912" y="541"/>
                  </a:lnTo>
                  <a:lnTo>
                    <a:pt x="7453" y="502"/>
                  </a:lnTo>
                  <a:close/>
                  <a:moveTo>
                    <a:pt x="11932" y="2086"/>
                  </a:moveTo>
                  <a:lnTo>
                    <a:pt x="12318" y="2433"/>
                  </a:lnTo>
                  <a:lnTo>
                    <a:pt x="12666" y="2819"/>
                  </a:lnTo>
                  <a:lnTo>
                    <a:pt x="13014" y="3205"/>
                  </a:lnTo>
                  <a:lnTo>
                    <a:pt x="13322" y="3669"/>
                  </a:lnTo>
                  <a:lnTo>
                    <a:pt x="13593" y="4093"/>
                  </a:lnTo>
                  <a:lnTo>
                    <a:pt x="13824" y="4595"/>
                  </a:lnTo>
                  <a:lnTo>
                    <a:pt x="14018" y="5097"/>
                  </a:lnTo>
                  <a:lnTo>
                    <a:pt x="14211" y="5599"/>
                  </a:lnTo>
                  <a:lnTo>
                    <a:pt x="14326" y="6101"/>
                  </a:lnTo>
                  <a:lnTo>
                    <a:pt x="14404" y="6642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25" y="6951"/>
                  </a:lnTo>
                  <a:lnTo>
                    <a:pt x="11392" y="7144"/>
                  </a:lnTo>
                  <a:lnTo>
                    <a:pt x="10658" y="7414"/>
                  </a:lnTo>
                  <a:lnTo>
                    <a:pt x="9924" y="7723"/>
                  </a:lnTo>
                  <a:lnTo>
                    <a:pt x="9229" y="8032"/>
                  </a:lnTo>
                  <a:lnTo>
                    <a:pt x="8534" y="8418"/>
                  </a:lnTo>
                  <a:lnTo>
                    <a:pt x="7878" y="8843"/>
                  </a:lnTo>
                  <a:lnTo>
                    <a:pt x="7221" y="9306"/>
                  </a:lnTo>
                  <a:lnTo>
                    <a:pt x="6642" y="9808"/>
                  </a:lnTo>
                  <a:lnTo>
                    <a:pt x="6063" y="10349"/>
                  </a:lnTo>
                  <a:lnTo>
                    <a:pt x="5561" y="10890"/>
                  </a:lnTo>
                  <a:lnTo>
                    <a:pt x="5059" y="11508"/>
                  </a:lnTo>
                  <a:lnTo>
                    <a:pt x="4634" y="12125"/>
                  </a:lnTo>
                  <a:lnTo>
                    <a:pt x="4248" y="12820"/>
                  </a:lnTo>
                  <a:lnTo>
                    <a:pt x="4093" y="12743"/>
                  </a:lnTo>
                  <a:lnTo>
                    <a:pt x="3939" y="12666"/>
                  </a:lnTo>
                  <a:lnTo>
                    <a:pt x="4093" y="11816"/>
                  </a:lnTo>
                  <a:lnTo>
                    <a:pt x="4287" y="10928"/>
                  </a:lnTo>
                  <a:lnTo>
                    <a:pt x="4557" y="10117"/>
                  </a:lnTo>
                  <a:lnTo>
                    <a:pt x="4827" y="9306"/>
                  </a:lnTo>
                  <a:lnTo>
                    <a:pt x="5175" y="8496"/>
                  </a:lnTo>
                  <a:lnTo>
                    <a:pt x="5561" y="7723"/>
                  </a:lnTo>
                  <a:lnTo>
                    <a:pt x="6024" y="6990"/>
                  </a:lnTo>
                  <a:lnTo>
                    <a:pt x="6488" y="6295"/>
                  </a:lnTo>
                  <a:lnTo>
                    <a:pt x="7028" y="5599"/>
                  </a:lnTo>
                  <a:lnTo>
                    <a:pt x="7607" y="4982"/>
                  </a:lnTo>
                  <a:lnTo>
                    <a:pt x="8225" y="4402"/>
                  </a:lnTo>
                  <a:lnTo>
                    <a:pt x="8882" y="3823"/>
                  </a:lnTo>
                  <a:lnTo>
                    <a:pt x="9577" y="3321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32" y="2086"/>
                  </a:lnTo>
                  <a:close/>
                  <a:moveTo>
                    <a:pt x="14442" y="6990"/>
                  </a:moveTo>
                  <a:lnTo>
                    <a:pt x="14481" y="7839"/>
                  </a:lnTo>
                  <a:lnTo>
                    <a:pt x="14404" y="8689"/>
                  </a:lnTo>
                  <a:lnTo>
                    <a:pt x="14249" y="9538"/>
                  </a:lnTo>
                  <a:lnTo>
                    <a:pt x="14172" y="9963"/>
                  </a:lnTo>
                  <a:lnTo>
                    <a:pt x="14018" y="10388"/>
                  </a:lnTo>
                  <a:lnTo>
                    <a:pt x="13863" y="10774"/>
                  </a:lnTo>
                  <a:lnTo>
                    <a:pt x="13709" y="11160"/>
                  </a:lnTo>
                  <a:lnTo>
                    <a:pt x="13516" y="11546"/>
                  </a:lnTo>
                  <a:lnTo>
                    <a:pt x="13284" y="11894"/>
                  </a:lnTo>
                  <a:lnTo>
                    <a:pt x="13052" y="12241"/>
                  </a:lnTo>
                  <a:lnTo>
                    <a:pt x="12782" y="12589"/>
                  </a:lnTo>
                  <a:lnTo>
                    <a:pt x="12473" y="12898"/>
                  </a:lnTo>
                  <a:lnTo>
                    <a:pt x="12203" y="13207"/>
                  </a:lnTo>
                  <a:lnTo>
                    <a:pt x="11932" y="13052"/>
                  </a:lnTo>
                  <a:lnTo>
                    <a:pt x="11662" y="12936"/>
                  </a:lnTo>
                  <a:lnTo>
                    <a:pt x="11083" y="12782"/>
                  </a:lnTo>
                  <a:lnTo>
                    <a:pt x="10542" y="12627"/>
                  </a:lnTo>
                  <a:lnTo>
                    <a:pt x="9963" y="12550"/>
                  </a:lnTo>
                  <a:lnTo>
                    <a:pt x="9384" y="12512"/>
                  </a:lnTo>
                  <a:lnTo>
                    <a:pt x="8843" y="12473"/>
                  </a:lnTo>
                  <a:lnTo>
                    <a:pt x="8303" y="12473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681" y="12666"/>
                  </a:lnTo>
                  <a:lnTo>
                    <a:pt x="6179" y="12782"/>
                  </a:lnTo>
                  <a:lnTo>
                    <a:pt x="5638" y="12975"/>
                  </a:lnTo>
                  <a:lnTo>
                    <a:pt x="5136" y="13129"/>
                  </a:lnTo>
                  <a:lnTo>
                    <a:pt x="4673" y="13361"/>
                  </a:lnTo>
                  <a:lnTo>
                    <a:pt x="4557" y="13129"/>
                  </a:lnTo>
                  <a:lnTo>
                    <a:pt x="4402" y="12936"/>
                  </a:lnTo>
                  <a:lnTo>
                    <a:pt x="4866" y="12318"/>
                  </a:lnTo>
                  <a:lnTo>
                    <a:pt x="5368" y="11739"/>
                  </a:lnTo>
                  <a:lnTo>
                    <a:pt x="5870" y="11160"/>
                  </a:lnTo>
                  <a:lnTo>
                    <a:pt x="6410" y="10619"/>
                  </a:lnTo>
                  <a:lnTo>
                    <a:pt x="6951" y="10117"/>
                  </a:lnTo>
                  <a:lnTo>
                    <a:pt x="7530" y="9654"/>
                  </a:lnTo>
                  <a:lnTo>
                    <a:pt x="8148" y="9229"/>
                  </a:lnTo>
                  <a:lnTo>
                    <a:pt x="8766" y="8804"/>
                  </a:lnTo>
                  <a:lnTo>
                    <a:pt x="9384" y="8457"/>
                  </a:lnTo>
                  <a:lnTo>
                    <a:pt x="10040" y="8109"/>
                  </a:lnTo>
                  <a:lnTo>
                    <a:pt x="10735" y="7839"/>
                  </a:lnTo>
                  <a:lnTo>
                    <a:pt x="11430" y="7569"/>
                  </a:lnTo>
                  <a:lnTo>
                    <a:pt x="12164" y="7376"/>
                  </a:lnTo>
                  <a:lnTo>
                    <a:pt x="12898" y="7183"/>
                  </a:lnTo>
                  <a:lnTo>
                    <a:pt x="13670" y="7067"/>
                  </a:lnTo>
                  <a:lnTo>
                    <a:pt x="14442" y="6990"/>
                  </a:lnTo>
                  <a:close/>
                  <a:moveTo>
                    <a:pt x="4518" y="1275"/>
                  </a:moveTo>
                  <a:lnTo>
                    <a:pt x="4016" y="1854"/>
                  </a:lnTo>
                  <a:lnTo>
                    <a:pt x="3591" y="2472"/>
                  </a:lnTo>
                  <a:lnTo>
                    <a:pt x="3244" y="3128"/>
                  </a:lnTo>
                  <a:lnTo>
                    <a:pt x="2935" y="3823"/>
                  </a:lnTo>
                  <a:lnTo>
                    <a:pt x="2665" y="4518"/>
                  </a:lnTo>
                  <a:lnTo>
                    <a:pt x="2472" y="5291"/>
                  </a:lnTo>
                  <a:lnTo>
                    <a:pt x="2317" y="6024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1"/>
                  </a:lnTo>
                  <a:lnTo>
                    <a:pt x="2279" y="9113"/>
                  </a:lnTo>
                  <a:lnTo>
                    <a:pt x="2356" y="9886"/>
                  </a:lnTo>
                  <a:lnTo>
                    <a:pt x="2549" y="10619"/>
                  </a:lnTo>
                  <a:lnTo>
                    <a:pt x="2742" y="11353"/>
                  </a:lnTo>
                  <a:lnTo>
                    <a:pt x="3012" y="12087"/>
                  </a:lnTo>
                  <a:lnTo>
                    <a:pt x="3283" y="12782"/>
                  </a:lnTo>
                  <a:lnTo>
                    <a:pt x="3089" y="12898"/>
                  </a:lnTo>
                  <a:lnTo>
                    <a:pt x="2935" y="13052"/>
                  </a:lnTo>
                  <a:lnTo>
                    <a:pt x="2819" y="13245"/>
                  </a:lnTo>
                  <a:lnTo>
                    <a:pt x="2703" y="13438"/>
                  </a:lnTo>
                  <a:lnTo>
                    <a:pt x="2394" y="13014"/>
                  </a:lnTo>
                  <a:lnTo>
                    <a:pt x="2047" y="12550"/>
                  </a:lnTo>
                  <a:lnTo>
                    <a:pt x="1777" y="12087"/>
                  </a:lnTo>
                  <a:lnTo>
                    <a:pt x="1506" y="11623"/>
                  </a:lnTo>
                  <a:lnTo>
                    <a:pt x="1275" y="11121"/>
                  </a:lnTo>
                  <a:lnTo>
                    <a:pt x="1043" y="10619"/>
                  </a:lnTo>
                  <a:lnTo>
                    <a:pt x="850" y="10117"/>
                  </a:lnTo>
                  <a:lnTo>
                    <a:pt x="734" y="9615"/>
                  </a:lnTo>
                  <a:lnTo>
                    <a:pt x="618" y="9113"/>
                  </a:lnTo>
                  <a:lnTo>
                    <a:pt x="541" y="8573"/>
                  </a:lnTo>
                  <a:lnTo>
                    <a:pt x="502" y="8032"/>
                  </a:lnTo>
                  <a:lnTo>
                    <a:pt x="502" y="7492"/>
                  </a:lnTo>
                  <a:lnTo>
                    <a:pt x="541" y="6951"/>
                  </a:lnTo>
                  <a:lnTo>
                    <a:pt x="618" y="6410"/>
                  </a:lnTo>
                  <a:lnTo>
                    <a:pt x="734" y="5870"/>
                  </a:lnTo>
                  <a:lnTo>
                    <a:pt x="927" y="5329"/>
                  </a:lnTo>
                  <a:lnTo>
                    <a:pt x="1197" y="4673"/>
                  </a:lnTo>
                  <a:lnTo>
                    <a:pt x="1506" y="4055"/>
                  </a:lnTo>
                  <a:lnTo>
                    <a:pt x="1892" y="3476"/>
                  </a:lnTo>
                  <a:lnTo>
                    <a:pt x="2356" y="2935"/>
                  </a:lnTo>
                  <a:lnTo>
                    <a:pt x="2819" y="2433"/>
                  </a:lnTo>
                  <a:lnTo>
                    <a:pt x="3360" y="2008"/>
                  </a:lnTo>
                  <a:lnTo>
                    <a:pt x="3900" y="1584"/>
                  </a:lnTo>
                  <a:lnTo>
                    <a:pt x="4518" y="1275"/>
                  </a:lnTo>
                  <a:close/>
                  <a:moveTo>
                    <a:pt x="3823" y="12975"/>
                  </a:moveTo>
                  <a:lnTo>
                    <a:pt x="4016" y="13052"/>
                  </a:lnTo>
                  <a:lnTo>
                    <a:pt x="4132" y="13168"/>
                  </a:lnTo>
                  <a:lnTo>
                    <a:pt x="4248" y="13284"/>
                  </a:lnTo>
                  <a:lnTo>
                    <a:pt x="4325" y="13438"/>
                  </a:lnTo>
                  <a:lnTo>
                    <a:pt x="4364" y="13631"/>
                  </a:lnTo>
                  <a:lnTo>
                    <a:pt x="4325" y="13786"/>
                  </a:lnTo>
                  <a:lnTo>
                    <a:pt x="4287" y="13940"/>
                  </a:lnTo>
                  <a:lnTo>
                    <a:pt x="4209" y="14095"/>
                  </a:lnTo>
                  <a:lnTo>
                    <a:pt x="3746" y="13824"/>
                  </a:lnTo>
                  <a:lnTo>
                    <a:pt x="3321" y="13477"/>
                  </a:lnTo>
                  <a:lnTo>
                    <a:pt x="3244" y="13438"/>
                  </a:lnTo>
                  <a:lnTo>
                    <a:pt x="3128" y="13438"/>
                  </a:lnTo>
                  <a:lnTo>
                    <a:pt x="3051" y="13477"/>
                  </a:lnTo>
                  <a:lnTo>
                    <a:pt x="2974" y="13515"/>
                  </a:lnTo>
                  <a:lnTo>
                    <a:pt x="3051" y="13361"/>
                  </a:lnTo>
                  <a:lnTo>
                    <a:pt x="3167" y="13245"/>
                  </a:lnTo>
                  <a:lnTo>
                    <a:pt x="3321" y="13129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9113" y="12859"/>
                  </a:moveTo>
                  <a:lnTo>
                    <a:pt x="9615" y="12898"/>
                  </a:lnTo>
                  <a:lnTo>
                    <a:pt x="10079" y="12975"/>
                  </a:lnTo>
                  <a:lnTo>
                    <a:pt x="10504" y="13014"/>
                  </a:lnTo>
                  <a:lnTo>
                    <a:pt x="11006" y="13129"/>
                  </a:lnTo>
                  <a:lnTo>
                    <a:pt x="11469" y="13245"/>
                  </a:lnTo>
                  <a:lnTo>
                    <a:pt x="11701" y="13361"/>
                  </a:lnTo>
                  <a:lnTo>
                    <a:pt x="11894" y="13477"/>
                  </a:lnTo>
                  <a:lnTo>
                    <a:pt x="11508" y="13786"/>
                  </a:lnTo>
                  <a:lnTo>
                    <a:pt x="11083" y="14017"/>
                  </a:lnTo>
                  <a:lnTo>
                    <a:pt x="10658" y="14249"/>
                  </a:lnTo>
                  <a:lnTo>
                    <a:pt x="10195" y="14442"/>
                  </a:lnTo>
                  <a:lnTo>
                    <a:pt x="9770" y="14635"/>
                  </a:lnTo>
                  <a:lnTo>
                    <a:pt x="9306" y="14751"/>
                  </a:lnTo>
                  <a:lnTo>
                    <a:pt x="8804" y="14867"/>
                  </a:lnTo>
                  <a:lnTo>
                    <a:pt x="8341" y="14944"/>
                  </a:lnTo>
                  <a:lnTo>
                    <a:pt x="7839" y="14983"/>
                  </a:lnTo>
                  <a:lnTo>
                    <a:pt x="7376" y="14983"/>
                  </a:lnTo>
                  <a:lnTo>
                    <a:pt x="6874" y="14944"/>
                  </a:lnTo>
                  <a:lnTo>
                    <a:pt x="6410" y="14867"/>
                  </a:lnTo>
                  <a:lnTo>
                    <a:pt x="5947" y="14790"/>
                  </a:lnTo>
                  <a:lnTo>
                    <a:pt x="5484" y="14674"/>
                  </a:lnTo>
                  <a:lnTo>
                    <a:pt x="5020" y="14481"/>
                  </a:lnTo>
                  <a:lnTo>
                    <a:pt x="4557" y="14288"/>
                  </a:lnTo>
                  <a:lnTo>
                    <a:pt x="4673" y="14017"/>
                  </a:lnTo>
                  <a:lnTo>
                    <a:pt x="4711" y="13747"/>
                  </a:lnTo>
                  <a:lnTo>
                    <a:pt x="4711" y="13593"/>
                  </a:lnTo>
                  <a:lnTo>
                    <a:pt x="5561" y="13322"/>
                  </a:lnTo>
                  <a:lnTo>
                    <a:pt x="6410" y="13091"/>
                  </a:lnTo>
                  <a:lnTo>
                    <a:pt x="7260" y="12936"/>
                  </a:lnTo>
                  <a:lnTo>
                    <a:pt x="8148" y="12859"/>
                  </a:lnTo>
                  <a:close/>
                  <a:moveTo>
                    <a:pt x="7569" y="0"/>
                  </a:moveTo>
                  <a:lnTo>
                    <a:pt x="6990" y="39"/>
                  </a:lnTo>
                  <a:lnTo>
                    <a:pt x="6410" y="116"/>
                  </a:lnTo>
                  <a:lnTo>
                    <a:pt x="5870" y="232"/>
                  </a:lnTo>
                  <a:lnTo>
                    <a:pt x="5291" y="386"/>
                  </a:lnTo>
                  <a:lnTo>
                    <a:pt x="4750" y="580"/>
                  </a:lnTo>
                  <a:lnTo>
                    <a:pt x="4248" y="811"/>
                  </a:lnTo>
                  <a:lnTo>
                    <a:pt x="3746" y="1120"/>
                  </a:lnTo>
                  <a:lnTo>
                    <a:pt x="3283" y="1429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1970" y="2588"/>
                  </a:lnTo>
                  <a:lnTo>
                    <a:pt x="1622" y="3012"/>
                  </a:lnTo>
                  <a:lnTo>
                    <a:pt x="1275" y="3514"/>
                  </a:lnTo>
                  <a:lnTo>
                    <a:pt x="966" y="4016"/>
                  </a:lnTo>
                  <a:lnTo>
                    <a:pt x="657" y="4595"/>
                  </a:lnTo>
                  <a:lnTo>
                    <a:pt x="425" y="5252"/>
                  </a:lnTo>
                  <a:lnTo>
                    <a:pt x="232" y="5908"/>
                  </a:lnTo>
                  <a:lnTo>
                    <a:pt x="116" y="6565"/>
                  </a:lnTo>
                  <a:lnTo>
                    <a:pt x="0" y="7221"/>
                  </a:lnTo>
                  <a:lnTo>
                    <a:pt x="0" y="7916"/>
                  </a:lnTo>
                  <a:lnTo>
                    <a:pt x="39" y="8611"/>
                  </a:lnTo>
                  <a:lnTo>
                    <a:pt x="116" y="9268"/>
                  </a:lnTo>
                  <a:lnTo>
                    <a:pt x="232" y="9924"/>
                  </a:lnTo>
                  <a:lnTo>
                    <a:pt x="425" y="10581"/>
                  </a:lnTo>
                  <a:lnTo>
                    <a:pt x="695" y="11237"/>
                  </a:lnTo>
                  <a:lnTo>
                    <a:pt x="966" y="11855"/>
                  </a:lnTo>
                  <a:lnTo>
                    <a:pt x="1313" y="12396"/>
                  </a:lnTo>
                  <a:lnTo>
                    <a:pt x="1738" y="12975"/>
                  </a:lnTo>
                  <a:lnTo>
                    <a:pt x="2201" y="13477"/>
                  </a:lnTo>
                  <a:lnTo>
                    <a:pt x="2703" y="13902"/>
                  </a:lnTo>
                  <a:lnTo>
                    <a:pt x="2742" y="13940"/>
                  </a:lnTo>
                  <a:lnTo>
                    <a:pt x="2819" y="13940"/>
                  </a:lnTo>
                  <a:lnTo>
                    <a:pt x="2896" y="13902"/>
                  </a:lnTo>
                  <a:lnTo>
                    <a:pt x="3167" y="14133"/>
                  </a:lnTo>
                  <a:lnTo>
                    <a:pt x="3437" y="14326"/>
                  </a:lnTo>
                  <a:lnTo>
                    <a:pt x="3785" y="14519"/>
                  </a:lnTo>
                  <a:lnTo>
                    <a:pt x="4093" y="14597"/>
                  </a:lnTo>
                  <a:lnTo>
                    <a:pt x="4518" y="14828"/>
                  </a:lnTo>
                  <a:lnTo>
                    <a:pt x="4943" y="14983"/>
                  </a:lnTo>
                  <a:lnTo>
                    <a:pt x="5406" y="15137"/>
                  </a:lnTo>
                  <a:lnTo>
                    <a:pt x="5870" y="15292"/>
                  </a:lnTo>
                  <a:lnTo>
                    <a:pt x="6333" y="15369"/>
                  </a:lnTo>
                  <a:lnTo>
                    <a:pt x="6797" y="15446"/>
                  </a:lnTo>
                  <a:lnTo>
                    <a:pt x="7260" y="15485"/>
                  </a:lnTo>
                  <a:lnTo>
                    <a:pt x="7723" y="15485"/>
                  </a:lnTo>
                  <a:lnTo>
                    <a:pt x="8225" y="15446"/>
                  </a:lnTo>
                  <a:lnTo>
                    <a:pt x="8689" y="15408"/>
                  </a:lnTo>
                  <a:lnTo>
                    <a:pt x="9152" y="15330"/>
                  </a:lnTo>
                  <a:lnTo>
                    <a:pt x="9615" y="15215"/>
                  </a:lnTo>
                  <a:lnTo>
                    <a:pt x="10079" y="15060"/>
                  </a:lnTo>
                  <a:lnTo>
                    <a:pt x="10504" y="14906"/>
                  </a:lnTo>
                  <a:lnTo>
                    <a:pt x="10928" y="14674"/>
                  </a:lnTo>
                  <a:lnTo>
                    <a:pt x="11353" y="14442"/>
                  </a:lnTo>
                  <a:lnTo>
                    <a:pt x="11855" y="14133"/>
                  </a:lnTo>
                  <a:lnTo>
                    <a:pt x="12318" y="13786"/>
                  </a:lnTo>
                  <a:lnTo>
                    <a:pt x="12705" y="13400"/>
                  </a:lnTo>
                  <a:lnTo>
                    <a:pt x="13091" y="12975"/>
                  </a:lnTo>
                  <a:lnTo>
                    <a:pt x="13438" y="12550"/>
                  </a:lnTo>
                  <a:lnTo>
                    <a:pt x="13747" y="12048"/>
                  </a:lnTo>
                  <a:lnTo>
                    <a:pt x="14056" y="11585"/>
                  </a:lnTo>
                  <a:lnTo>
                    <a:pt x="14288" y="11044"/>
                  </a:lnTo>
                  <a:lnTo>
                    <a:pt x="14481" y="10542"/>
                  </a:lnTo>
                  <a:lnTo>
                    <a:pt x="14674" y="10002"/>
                  </a:lnTo>
                  <a:lnTo>
                    <a:pt x="14790" y="9422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4983" y="7723"/>
                  </a:lnTo>
                  <a:lnTo>
                    <a:pt x="14983" y="7144"/>
                  </a:lnTo>
                  <a:lnTo>
                    <a:pt x="14906" y="6603"/>
                  </a:lnTo>
                  <a:lnTo>
                    <a:pt x="14828" y="5986"/>
                  </a:lnTo>
                  <a:lnTo>
                    <a:pt x="14674" y="5406"/>
                  </a:lnTo>
                  <a:lnTo>
                    <a:pt x="14481" y="4827"/>
                  </a:lnTo>
                  <a:lnTo>
                    <a:pt x="14249" y="4287"/>
                  </a:lnTo>
                  <a:lnTo>
                    <a:pt x="13979" y="3746"/>
                  </a:lnTo>
                  <a:lnTo>
                    <a:pt x="13631" y="3244"/>
                  </a:lnTo>
                  <a:lnTo>
                    <a:pt x="13284" y="2742"/>
                  </a:lnTo>
                  <a:lnTo>
                    <a:pt x="12898" y="2317"/>
                  </a:lnTo>
                  <a:lnTo>
                    <a:pt x="12512" y="1892"/>
                  </a:lnTo>
                  <a:lnTo>
                    <a:pt x="12048" y="1506"/>
                  </a:lnTo>
                  <a:lnTo>
                    <a:pt x="11546" y="1197"/>
                  </a:lnTo>
                  <a:lnTo>
                    <a:pt x="11044" y="888"/>
                  </a:lnTo>
                  <a:lnTo>
                    <a:pt x="10504" y="618"/>
                  </a:lnTo>
                  <a:lnTo>
                    <a:pt x="9963" y="386"/>
                  </a:lnTo>
                  <a:lnTo>
                    <a:pt x="9345" y="232"/>
                  </a:lnTo>
                  <a:lnTo>
                    <a:pt x="8766" y="116"/>
                  </a:lnTo>
                  <a:lnTo>
                    <a:pt x="8148" y="39"/>
                  </a:lnTo>
                  <a:lnTo>
                    <a:pt x="756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1" name="Google Shape;4121;p18"/>
            <p:cNvSpPr/>
            <p:nvPr/>
          </p:nvSpPr>
          <p:spPr>
            <a:xfrm>
              <a:off x="6509175" y="1566300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8" y="5870"/>
                  </a:lnTo>
                  <a:lnTo>
                    <a:pt x="7491" y="6024"/>
                  </a:lnTo>
                  <a:lnTo>
                    <a:pt x="7530" y="6140"/>
                  </a:lnTo>
                  <a:lnTo>
                    <a:pt x="7569" y="6256"/>
                  </a:lnTo>
                  <a:lnTo>
                    <a:pt x="7607" y="6372"/>
                  </a:lnTo>
                  <a:lnTo>
                    <a:pt x="7569" y="6488"/>
                  </a:lnTo>
                  <a:lnTo>
                    <a:pt x="7530" y="6565"/>
                  </a:lnTo>
                  <a:lnTo>
                    <a:pt x="7491" y="6681"/>
                  </a:lnTo>
                  <a:lnTo>
                    <a:pt x="7337" y="6796"/>
                  </a:lnTo>
                  <a:lnTo>
                    <a:pt x="7105" y="6912"/>
                  </a:lnTo>
                  <a:lnTo>
                    <a:pt x="6912" y="6912"/>
                  </a:lnTo>
                  <a:lnTo>
                    <a:pt x="6719" y="6835"/>
                  </a:lnTo>
                  <a:lnTo>
                    <a:pt x="6565" y="6681"/>
                  </a:lnTo>
                  <a:lnTo>
                    <a:pt x="6487" y="6488"/>
                  </a:lnTo>
                  <a:lnTo>
                    <a:pt x="6487" y="6294"/>
                  </a:lnTo>
                  <a:lnTo>
                    <a:pt x="6526" y="6101"/>
                  </a:lnTo>
                  <a:lnTo>
                    <a:pt x="6642" y="5908"/>
                  </a:lnTo>
                  <a:lnTo>
                    <a:pt x="6796" y="5754"/>
                  </a:lnTo>
                  <a:close/>
                  <a:moveTo>
                    <a:pt x="232" y="0"/>
                  </a:moveTo>
                  <a:lnTo>
                    <a:pt x="155" y="39"/>
                  </a:lnTo>
                  <a:lnTo>
                    <a:pt x="77" y="39"/>
                  </a:lnTo>
                  <a:lnTo>
                    <a:pt x="39" y="116"/>
                  </a:lnTo>
                  <a:lnTo>
                    <a:pt x="0" y="232"/>
                  </a:lnTo>
                  <a:lnTo>
                    <a:pt x="0" y="309"/>
                  </a:lnTo>
                  <a:lnTo>
                    <a:pt x="39" y="386"/>
                  </a:lnTo>
                  <a:lnTo>
                    <a:pt x="425" y="773"/>
                  </a:lnTo>
                  <a:lnTo>
                    <a:pt x="811" y="1120"/>
                  </a:lnTo>
                  <a:lnTo>
                    <a:pt x="1622" y="1777"/>
                  </a:lnTo>
                  <a:lnTo>
                    <a:pt x="3398" y="3205"/>
                  </a:lnTo>
                  <a:lnTo>
                    <a:pt x="4866" y="4441"/>
                  </a:lnTo>
                  <a:lnTo>
                    <a:pt x="5638" y="5020"/>
                  </a:lnTo>
                  <a:lnTo>
                    <a:pt x="6410" y="5599"/>
                  </a:lnTo>
                  <a:lnTo>
                    <a:pt x="6294" y="5677"/>
                  </a:lnTo>
                  <a:lnTo>
                    <a:pt x="6217" y="5792"/>
                  </a:lnTo>
                  <a:lnTo>
                    <a:pt x="6101" y="6101"/>
                  </a:lnTo>
                  <a:lnTo>
                    <a:pt x="6063" y="6410"/>
                  </a:lnTo>
                  <a:lnTo>
                    <a:pt x="6101" y="6681"/>
                  </a:lnTo>
                  <a:lnTo>
                    <a:pt x="6179" y="6835"/>
                  </a:lnTo>
                  <a:lnTo>
                    <a:pt x="6294" y="6990"/>
                  </a:lnTo>
                  <a:lnTo>
                    <a:pt x="6410" y="7144"/>
                  </a:lnTo>
                  <a:lnTo>
                    <a:pt x="6565" y="7221"/>
                  </a:lnTo>
                  <a:lnTo>
                    <a:pt x="6719" y="7298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8"/>
                  </a:lnTo>
                  <a:lnTo>
                    <a:pt x="7453" y="7260"/>
                  </a:lnTo>
                  <a:lnTo>
                    <a:pt x="7607" y="7144"/>
                  </a:lnTo>
                  <a:lnTo>
                    <a:pt x="7723" y="7028"/>
                  </a:lnTo>
                  <a:lnTo>
                    <a:pt x="7839" y="6912"/>
                  </a:lnTo>
                  <a:lnTo>
                    <a:pt x="7955" y="6758"/>
                  </a:lnTo>
                  <a:lnTo>
                    <a:pt x="7993" y="6565"/>
                  </a:lnTo>
                  <a:lnTo>
                    <a:pt x="8032" y="6410"/>
                  </a:lnTo>
                  <a:lnTo>
                    <a:pt x="8032" y="6217"/>
                  </a:lnTo>
                  <a:lnTo>
                    <a:pt x="7955" y="6024"/>
                  </a:lnTo>
                  <a:lnTo>
                    <a:pt x="7839" y="5870"/>
                  </a:lnTo>
                  <a:lnTo>
                    <a:pt x="7723" y="5715"/>
                  </a:lnTo>
                  <a:lnTo>
                    <a:pt x="7569" y="5599"/>
                  </a:lnTo>
                  <a:lnTo>
                    <a:pt x="7414" y="5522"/>
                  </a:lnTo>
                  <a:lnTo>
                    <a:pt x="7221" y="5445"/>
                  </a:lnTo>
                  <a:lnTo>
                    <a:pt x="7028" y="5445"/>
                  </a:lnTo>
                  <a:lnTo>
                    <a:pt x="6835" y="5484"/>
                  </a:lnTo>
                  <a:lnTo>
                    <a:pt x="6024" y="4711"/>
                  </a:lnTo>
                  <a:lnTo>
                    <a:pt x="5213" y="4016"/>
                  </a:lnTo>
                  <a:lnTo>
                    <a:pt x="3514" y="2626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4" y="309"/>
                  </a:lnTo>
                  <a:lnTo>
                    <a:pt x="309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2" name="Google Shape;4122;p18"/>
            <p:cNvSpPr/>
            <p:nvPr/>
          </p:nvSpPr>
          <p:spPr>
            <a:xfrm>
              <a:off x="2672775" y="1574975"/>
              <a:ext cx="84975" cy="94650"/>
            </a:xfrm>
            <a:custGeom>
              <a:avLst/>
              <a:gdLst/>
              <a:ahLst/>
              <a:cxnLst/>
              <a:rect l="l" t="t" r="r" b="b"/>
              <a:pathLst>
                <a:path w="3399" h="3786" extrusionOk="0">
                  <a:moveTo>
                    <a:pt x="78" y="1"/>
                  </a:moveTo>
                  <a:lnTo>
                    <a:pt x="1" y="78"/>
                  </a:lnTo>
                  <a:lnTo>
                    <a:pt x="1" y="117"/>
                  </a:lnTo>
                  <a:lnTo>
                    <a:pt x="348" y="889"/>
                  </a:lnTo>
                  <a:lnTo>
                    <a:pt x="812" y="1661"/>
                  </a:lnTo>
                  <a:lnTo>
                    <a:pt x="1275" y="2395"/>
                  </a:lnTo>
                  <a:lnTo>
                    <a:pt x="1738" y="3090"/>
                  </a:lnTo>
                  <a:lnTo>
                    <a:pt x="2009" y="3437"/>
                  </a:lnTo>
                  <a:lnTo>
                    <a:pt x="2202" y="3553"/>
                  </a:lnTo>
                  <a:lnTo>
                    <a:pt x="2395" y="3669"/>
                  </a:lnTo>
                  <a:lnTo>
                    <a:pt x="2588" y="3746"/>
                  </a:lnTo>
                  <a:lnTo>
                    <a:pt x="2781" y="3785"/>
                  </a:lnTo>
                  <a:lnTo>
                    <a:pt x="3013" y="3708"/>
                  </a:lnTo>
                  <a:lnTo>
                    <a:pt x="3206" y="3592"/>
                  </a:lnTo>
                  <a:lnTo>
                    <a:pt x="3322" y="3437"/>
                  </a:lnTo>
                  <a:lnTo>
                    <a:pt x="3399" y="3244"/>
                  </a:lnTo>
                  <a:lnTo>
                    <a:pt x="3399" y="3090"/>
                  </a:lnTo>
                  <a:lnTo>
                    <a:pt x="3399" y="2897"/>
                  </a:lnTo>
                  <a:lnTo>
                    <a:pt x="3360" y="2704"/>
                  </a:lnTo>
                  <a:lnTo>
                    <a:pt x="3283" y="2511"/>
                  </a:lnTo>
                  <a:lnTo>
                    <a:pt x="3128" y="2163"/>
                  </a:lnTo>
                  <a:lnTo>
                    <a:pt x="2935" y="2240"/>
                  </a:lnTo>
                  <a:lnTo>
                    <a:pt x="3051" y="2588"/>
                  </a:lnTo>
                  <a:lnTo>
                    <a:pt x="3090" y="2742"/>
                  </a:lnTo>
                  <a:lnTo>
                    <a:pt x="3128" y="2858"/>
                  </a:lnTo>
                  <a:lnTo>
                    <a:pt x="2897" y="3013"/>
                  </a:lnTo>
                  <a:lnTo>
                    <a:pt x="2665" y="3129"/>
                  </a:lnTo>
                  <a:lnTo>
                    <a:pt x="2511" y="3206"/>
                  </a:lnTo>
                  <a:lnTo>
                    <a:pt x="2318" y="3206"/>
                  </a:lnTo>
                  <a:lnTo>
                    <a:pt x="2202" y="3167"/>
                  </a:lnTo>
                  <a:lnTo>
                    <a:pt x="2047" y="3090"/>
                  </a:lnTo>
                  <a:lnTo>
                    <a:pt x="1931" y="2936"/>
                  </a:lnTo>
                  <a:lnTo>
                    <a:pt x="1854" y="2742"/>
                  </a:lnTo>
                  <a:lnTo>
                    <a:pt x="1700" y="2511"/>
                  </a:lnTo>
                  <a:lnTo>
                    <a:pt x="1082" y="1507"/>
                  </a:lnTo>
                  <a:lnTo>
                    <a:pt x="619" y="773"/>
                  </a:lnTo>
                  <a:lnTo>
                    <a:pt x="387" y="387"/>
                  </a:lnTo>
                  <a:lnTo>
                    <a:pt x="117" y="39"/>
                  </a:lnTo>
                  <a:lnTo>
                    <a:pt x="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3" name="Google Shape;4123;p18"/>
            <p:cNvSpPr/>
            <p:nvPr/>
          </p:nvSpPr>
          <p:spPr>
            <a:xfrm>
              <a:off x="4909550" y="1580775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8" y="5909"/>
                  </a:moveTo>
                  <a:lnTo>
                    <a:pt x="1082" y="5986"/>
                  </a:lnTo>
                  <a:lnTo>
                    <a:pt x="1236" y="6024"/>
                  </a:lnTo>
                  <a:lnTo>
                    <a:pt x="1390" y="6179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0" y="6797"/>
                  </a:lnTo>
                  <a:lnTo>
                    <a:pt x="1236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90"/>
                  </a:lnTo>
                  <a:lnTo>
                    <a:pt x="464" y="6835"/>
                  </a:lnTo>
                  <a:lnTo>
                    <a:pt x="425" y="6719"/>
                  </a:lnTo>
                  <a:lnTo>
                    <a:pt x="386" y="6642"/>
                  </a:lnTo>
                  <a:lnTo>
                    <a:pt x="348" y="6488"/>
                  </a:lnTo>
                  <a:lnTo>
                    <a:pt x="386" y="6372"/>
                  </a:lnTo>
                  <a:lnTo>
                    <a:pt x="425" y="6256"/>
                  </a:lnTo>
                  <a:lnTo>
                    <a:pt x="502" y="6179"/>
                  </a:lnTo>
                  <a:lnTo>
                    <a:pt x="695" y="6024"/>
                  </a:lnTo>
                  <a:lnTo>
                    <a:pt x="888" y="5909"/>
                  </a:lnTo>
                  <a:close/>
                  <a:moveTo>
                    <a:pt x="5908" y="0"/>
                  </a:moveTo>
                  <a:lnTo>
                    <a:pt x="5831" y="39"/>
                  </a:lnTo>
                  <a:lnTo>
                    <a:pt x="5522" y="309"/>
                  </a:lnTo>
                  <a:lnTo>
                    <a:pt x="5175" y="618"/>
                  </a:lnTo>
                  <a:lnTo>
                    <a:pt x="4596" y="1313"/>
                  </a:lnTo>
                  <a:lnTo>
                    <a:pt x="4016" y="2047"/>
                  </a:lnTo>
                  <a:lnTo>
                    <a:pt x="3437" y="2781"/>
                  </a:lnTo>
                  <a:lnTo>
                    <a:pt x="2279" y="4132"/>
                  </a:lnTo>
                  <a:lnTo>
                    <a:pt x="1738" y="4866"/>
                  </a:lnTo>
                  <a:lnTo>
                    <a:pt x="1197" y="5561"/>
                  </a:lnTo>
                  <a:lnTo>
                    <a:pt x="1043" y="5522"/>
                  </a:lnTo>
                  <a:lnTo>
                    <a:pt x="888" y="5522"/>
                  </a:lnTo>
                  <a:lnTo>
                    <a:pt x="773" y="5561"/>
                  </a:lnTo>
                  <a:lnTo>
                    <a:pt x="618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0" y="6333"/>
                  </a:lnTo>
                  <a:lnTo>
                    <a:pt x="0" y="6488"/>
                  </a:lnTo>
                  <a:lnTo>
                    <a:pt x="0" y="6604"/>
                  </a:lnTo>
                  <a:lnTo>
                    <a:pt x="39" y="6797"/>
                  </a:lnTo>
                  <a:lnTo>
                    <a:pt x="116" y="6990"/>
                  </a:lnTo>
                  <a:lnTo>
                    <a:pt x="193" y="7144"/>
                  </a:lnTo>
                  <a:lnTo>
                    <a:pt x="348" y="7260"/>
                  </a:lnTo>
                  <a:lnTo>
                    <a:pt x="502" y="7376"/>
                  </a:lnTo>
                  <a:lnTo>
                    <a:pt x="695" y="7453"/>
                  </a:lnTo>
                  <a:lnTo>
                    <a:pt x="1082" y="7453"/>
                  </a:lnTo>
                  <a:lnTo>
                    <a:pt x="1275" y="7415"/>
                  </a:lnTo>
                  <a:lnTo>
                    <a:pt x="1429" y="7299"/>
                  </a:lnTo>
                  <a:lnTo>
                    <a:pt x="1584" y="7183"/>
                  </a:lnTo>
                  <a:lnTo>
                    <a:pt x="1699" y="7067"/>
                  </a:lnTo>
                  <a:lnTo>
                    <a:pt x="1815" y="6874"/>
                  </a:lnTo>
                  <a:lnTo>
                    <a:pt x="1854" y="6681"/>
                  </a:lnTo>
                  <a:lnTo>
                    <a:pt x="1892" y="6526"/>
                  </a:lnTo>
                  <a:lnTo>
                    <a:pt x="1854" y="6333"/>
                  </a:lnTo>
                  <a:lnTo>
                    <a:pt x="1815" y="6179"/>
                  </a:lnTo>
                  <a:lnTo>
                    <a:pt x="1738" y="6024"/>
                  </a:lnTo>
                  <a:lnTo>
                    <a:pt x="1661" y="5909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2" y="4403"/>
                  </a:lnTo>
                  <a:lnTo>
                    <a:pt x="3939" y="3012"/>
                  </a:lnTo>
                  <a:lnTo>
                    <a:pt x="4480" y="2395"/>
                  </a:lnTo>
                  <a:lnTo>
                    <a:pt x="5098" y="1700"/>
                  </a:lnTo>
                  <a:lnTo>
                    <a:pt x="5638" y="1043"/>
                  </a:lnTo>
                  <a:lnTo>
                    <a:pt x="5908" y="657"/>
                  </a:lnTo>
                  <a:lnTo>
                    <a:pt x="6101" y="309"/>
                  </a:lnTo>
                  <a:lnTo>
                    <a:pt x="6140" y="194"/>
                  </a:lnTo>
                  <a:lnTo>
                    <a:pt x="6063" y="78"/>
                  </a:lnTo>
                  <a:lnTo>
                    <a:pt x="598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4" name="Google Shape;4124;p18"/>
            <p:cNvSpPr/>
            <p:nvPr/>
          </p:nvSpPr>
          <p:spPr>
            <a:xfrm>
              <a:off x="4655650" y="160877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4"/>
                  </a:lnTo>
                  <a:lnTo>
                    <a:pt x="7531" y="6140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1" y="6565"/>
                  </a:lnTo>
                  <a:lnTo>
                    <a:pt x="7492" y="6681"/>
                  </a:lnTo>
                  <a:lnTo>
                    <a:pt x="7337" y="6796"/>
                  </a:lnTo>
                  <a:lnTo>
                    <a:pt x="7106" y="6912"/>
                  </a:lnTo>
                  <a:lnTo>
                    <a:pt x="6913" y="6912"/>
                  </a:lnTo>
                  <a:lnTo>
                    <a:pt x="6720" y="6835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7" y="6101"/>
                  </a:lnTo>
                  <a:lnTo>
                    <a:pt x="6642" y="5908"/>
                  </a:lnTo>
                  <a:lnTo>
                    <a:pt x="6797" y="5754"/>
                  </a:lnTo>
                  <a:close/>
                  <a:moveTo>
                    <a:pt x="232" y="0"/>
                  </a:moveTo>
                  <a:lnTo>
                    <a:pt x="155" y="39"/>
                  </a:lnTo>
                  <a:lnTo>
                    <a:pt x="78" y="39"/>
                  </a:lnTo>
                  <a:lnTo>
                    <a:pt x="39" y="116"/>
                  </a:lnTo>
                  <a:lnTo>
                    <a:pt x="1" y="232"/>
                  </a:lnTo>
                  <a:lnTo>
                    <a:pt x="1" y="309"/>
                  </a:lnTo>
                  <a:lnTo>
                    <a:pt x="39" y="386"/>
                  </a:lnTo>
                  <a:lnTo>
                    <a:pt x="425" y="773"/>
                  </a:lnTo>
                  <a:lnTo>
                    <a:pt x="812" y="1120"/>
                  </a:lnTo>
                  <a:lnTo>
                    <a:pt x="1622" y="1777"/>
                  </a:lnTo>
                  <a:lnTo>
                    <a:pt x="3399" y="3205"/>
                  </a:lnTo>
                  <a:lnTo>
                    <a:pt x="4866" y="4441"/>
                  </a:lnTo>
                  <a:lnTo>
                    <a:pt x="5638" y="5020"/>
                  </a:lnTo>
                  <a:lnTo>
                    <a:pt x="6411" y="5599"/>
                  </a:lnTo>
                  <a:lnTo>
                    <a:pt x="6295" y="5677"/>
                  </a:lnTo>
                  <a:lnTo>
                    <a:pt x="6218" y="5793"/>
                  </a:lnTo>
                  <a:lnTo>
                    <a:pt x="6102" y="6101"/>
                  </a:lnTo>
                  <a:lnTo>
                    <a:pt x="6063" y="6410"/>
                  </a:lnTo>
                  <a:lnTo>
                    <a:pt x="6102" y="6681"/>
                  </a:lnTo>
                  <a:lnTo>
                    <a:pt x="6179" y="6835"/>
                  </a:lnTo>
                  <a:lnTo>
                    <a:pt x="6295" y="6990"/>
                  </a:lnTo>
                  <a:lnTo>
                    <a:pt x="6411" y="7144"/>
                  </a:lnTo>
                  <a:lnTo>
                    <a:pt x="6565" y="7221"/>
                  </a:lnTo>
                  <a:lnTo>
                    <a:pt x="6720" y="7298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8"/>
                  </a:lnTo>
                  <a:lnTo>
                    <a:pt x="7453" y="7260"/>
                  </a:lnTo>
                  <a:lnTo>
                    <a:pt x="7608" y="7144"/>
                  </a:lnTo>
                  <a:lnTo>
                    <a:pt x="7724" y="7028"/>
                  </a:lnTo>
                  <a:lnTo>
                    <a:pt x="7839" y="6912"/>
                  </a:lnTo>
                  <a:lnTo>
                    <a:pt x="7955" y="6758"/>
                  </a:lnTo>
                  <a:lnTo>
                    <a:pt x="7994" y="6565"/>
                  </a:lnTo>
                  <a:lnTo>
                    <a:pt x="8033" y="6410"/>
                  </a:lnTo>
                  <a:lnTo>
                    <a:pt x="8033" y="6217"/>
                  </a:lnTo>
                  <a:lnTo>
                    <a:pt x="7955" y="6024"/>
                  </a:lnTo>
                  <a:lnTo>
                    <a:pt x="7839" y="5870"/>
                  </a:lnTo>
                  <a:lnTo>
                    <a:pt x="7724" y="5715"/>
                  </a:lnTo>
                  <a:lnTo>
                    <a:pt x="7569" y="5599"/>
                  </a:lnTo>
                  <a:lnTo>
                    <a:pt x="7415" y="5522"/>
                  </a:lnTo>
                  <a:lnTo>
                    <a:pt x="7222" y="5445"/>
                  </a:lnTo>
                  <a:lnTo>
                    <a:pt x="7029" y="5445"/>
                  </a:lnTo>
                  <a:lnTo>
                    <a:pt x="6835" y="5484"/>
                  </a:lnTo>
                  <a:lnTo>
                    <a:pt x="6025" y="4711"/>
                  </a:lnTo>
                  <a:lnTo>
                    <a:pt x="5214" y="4016"/>
                  </a:lnTo>
                  <a:lnTo>
                    <a:pt x="3515" y="2626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4" y="309"/>
                  </a:lnTo>
                  <a:lnTo>
                    <a:pt x="310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5" name="Google Shape;4125;p18"/>
            <p:cNvSpPr/>
            <p:nvPr/>
          </p:nvSpPr>
          <p:spPr>
            <a:xfrm>
              <a:off x="781625" y="1619400"/>
              <a:ext cx="153500" cy="186325"/>
            </a:xfrm>
            <a:custGeom>
              <a:avLst/>
              <a:gdLst/>
              <a:ahLst/>
              <a:cxnLst/>
              <a:rect l="l" t="t" r="r" b="b"/>
              <a:pathLst>
                <a:path w="6140" h="7453" extrusionOk="0">
                  <a:moveTo>
                    <a:pt x="888" y="5908"/>
                  </a:moveTo>
                  <a:lnTo>
                    <a:pt x="1081" y="5985"/>
                  </a:lnTo>
                  <a:lnTo>
                    <a:pt x="1236" y="6024"/>
                  </a:lnTo>
                  <a:lnTo>
                    <a:pt x="1390" y="6178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0" y="6796"/>
                  </a:lnTo>
                  <a:lnTo>
                    <a:pt x="1236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89"/>
                  </a:lnTo>
                  <a:lnTo>
                    <a:pt x="464" y="6835"/>
                  </a:lnTo>
                  <a:lnTo>
                    <a:pt x="425" y="6719"/>
                  </a:lnTo>
                  <a:lnTo>
                    <a:pt x="386" y="6642"/>
                  </a:lnTo>
                  <a:lnTo>
                    <a:pt x="348" y="6487"/>
                  </a:lnTo>
                  <a:lnTo>
                    <a:pt x="386" y="6371"/>
                  </a:lnTo>
                  <a:lnTo>
                    <a:pt x="425" y="6256"/>
                  </a:lnTo>
                  <a:lnTo>
                    <a:pt x="502" y="6178"/>
                  </a:lnTo>
                  <a:lnTo>
                    <a:pt x="695" y="6024"/>
                  </a:lnTo>
                  <a:lnTo>
                    <a:pt x="888" y="5908"/>
                  </a:lnTo>
                  <a:close/>
                  <a:moveTo>
                    <a:pt x="5908" y="0"/>
                  </a:moveTo>
                  <a:lnTo>
                    <a:pt x="5831" y="39"/>
                  </a:lnTo>
                  <a:lnTo>
                    <a:pt x="5522" y="309"/>
                  </a:lnTo>
                  <a:lnTo>
                    <a:pt x="5175" y="618"/>
                  </a:lnTo>
                  <a:lnTo>
                    <a:pt x="4595" y="1313"/>
                  </a:lnTo>
                  <a:lnTo>
                    <a:pt x="4016" y="2047"/>
                  </a:lnTo>
                  <a:lnTo>
                    <a:pt x="3437" y="2780"/>
                  </a:lnTo>
                  <a:lnTo>
                    <a:pt x="2278" y="4132"/>
                  </a:lnTo>
                  <a:lnTo>
                    <a:pt x="1738" y="4866"/>
                  </a:lnTo>
                  <a:lnTo>
                    <a:pt x="1197" y="5561"/>
                  </a:lnTo>
                  <a:lnTo>
                    <a:pt x="1043" y="5522"/>
                  </a:lnTo>
                  <a:lnTo>
                    <a:pt x="888" y="5522"/>
                  </a:lnTo>
                  <a:lnTo>
                    <a:pt x="772" y="5561"/>
                  </a:lnTo>
                  <a:lnTo>
                    <a:pt x="618" y="5599"/>
                  </a:lnTo>
                  <a:lnTo>
                    <a:pt x="541" y="5676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0" y="6333"/>
                  </a:lnTo>
                  <a:lnTo>
                    <a:pt x="0" y="6487"/>
                  </a:lnTo>
                  <a:lnTo>
                    <a:pt x="0" y="6603"/>
                  </a:lnTo>
                  <a:lnTo>
                    <a:pt x="39" y="6796"/>
                  </a:lnTo>
                  <a:lnTo>
                    <a:pt x="116" y="6989"/>
                  </a:lnTo>
                  <a:lnTo>
                    <a:pt x="193" y="7144"/>
                  </a:lnTo>
                  <a:lnTo>
                    <a:pt x="348" y="7260"/>
                  </a:lnTo>
                  <a:lnTo>
                    <a:pt x="502" y="7375"/>
                  </a:lnTo>
                  <a:lnTo>
                    <a:pt x="695" y="7453"/>
                  </a:lnTo>
                  <a:lnTo>
                    <a:pt x="1081" y="7453"/>
                  </a:lnTo>
                  <a:lnTo>
                    <a:pt x="1274" y="7414"/>
                  </a:lnTo>
                  <a:lnTo>
                    <a:pt x="1429" y="7298"/>
                  </a:lnTo>
                  <a:lnTo>
                    <a:pt x="1583" y="7182"/>
                  </a:lnTo>
                  <a:lnTo>
                    <a:pt x="1699" y="7067"/>
                  </a:lnTo>
                  <a:lnTo>
                    <a:pt x="1815" y="6873"/>
                  </a:lnTo>
                  <a:lnTo>
                    <a:pt x="1854" y="6680"/>
                  </a:lnTo>
                  <a:lnTo>
                    <a:pt x="1892" y="6526"/>
                  </a:lnTo>
                  <a:lnTo>
                    <a:pt x="1854" y="6333"/>
                  </a:lnTo>
                  <a:lnTo>
                    <a:pt x="1815" y="6178"/>
                  </a:lnTo>
                  <a:lnTo>
                    <a:pt x="1738" y="6024"/>
                  </a:lnTo>
                  <a:lnTo>
                    <a:pt x="1661" y="5908"/>
                  </a:lnTo>
                  <a:lnTo>
                    <a:pt x="1545" y="5792"/>
                  </a:lnTo>
                  <a:lnTo>
                    <a:pt x="2163" y="5097"/>
                  </a:lnTo>
                  <a:lnTo>
                    <a:pt x="2742" y="4402"/>
                  </a:lnTo>
                  <a:lnTo>
                    <a:pt x="3939" y="3012"/>
                  </a:lnTo>
                  <a:lnTo>
                    <a:pt x="4479" y="2394"/>
                  </a:lnTo>
                  <a:lnTo>
                    <a:pt x="5097" y="1699"/>
                  </a:lnTo>
                  <a:lnTo>
                    <a:pt x="5638" y="1043"/>
                  </a:lnTo>
                  <a:lnTo>
                    <a:pt x="5908" y="657"/>
                  </a:lnTo>
                  <a:lnTo>
                    <a:pt x="6101" y="309"/>
                  </a:lnTo>
                  <a:lnTo>
                    <a:pt x="6140" y="193"/>
                  </a:lnTo>
                  <a:lnTo>
                    <a:pt x="6063" y="77"/>
                  </a:lnTo>
                  <a:lnTo>
                    <a:pt x="598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6" name="Google Shape;4126;p18"/>
            <p:cNvSpPr/>
            <p:nvPr/>
          </p:nvSpPr>
          <p:spPr>
            <a:xfrm>
              <a:off x="1926550" y="1629050"/>
              <a:ext cx="67600" cy="76275"/>
            </a:xfrm>
            <a:custGeom>
              <a:avLst/>
              <a:gdLst/>
              <a:ahLst/>
              <a:cxnLst/>
              <a:rect l="l" t="t" r="r" b="b"/>
              <a:pathLst>
                <a:path w="2704" h="3051" extrusionOk="0">
                  <a:moveTo>
                    <a:pt x="1159" y="425"/>
                  </a:moveTo>
                  <a:lnTo>
                    <a:pt x="1429" y="502"/>
                  </a:lnTo>
                  <a:lnTo>
                    <a:pt x="1661" y="618"/>
                  </a:lnTo>
                  <a:lnTo>
                    <a:pt x="1854" y="773"/>
                  </a:lnTo>
                  <a:lnTo>
                    <a:pt x="2008" y="966"/>
                  </a:lnTo>
                  <a:lnTo>
                    <a:pt x="2124" y="1120"/>
                  </a:lnTo>
                  <a:lnTo>
                    <a:pt x="2201" y="1313"/>
                  </a:lnTo>
                  <a:lnTo>
                    <a:pt x="2317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1" y="2394"/>
                  </a:lnTo>
                  <a:lnTo>
                    <a:pt x="2047" y="2278"/>
                  </a:lnTo>
                  <a:lnTo>
                    <a:pt x="1622" y="2047"/>
                  </a:lnTo>
                  <a:lnTo>
                    <a:pt x="1236" y="1892"/>
                  </a:lnTo>
                  <a:lnTo>
                    <a:pt x="1004" y="1776"/>
                  </a:lnTo>
                  <a:lnTo>
                    <a:pt x="811" y="1661"/>
                  </a:lnTo>
                  <a:lnTo>
                    <a:pt x="618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1"/>
                  </a:lnTo>
                  <a:lnTo>
                    <a:pt x="541" y="657"/>
                  </a:lnTo>
                  <a:lnTo>
                    <a:pt x="618" y="579"/>
                  </a:lnTo>
                  <a:lnTo>
                    <a:pt x="695" y="502"/>
                  </a:lnTo>
                  <a:lnTo>
                    <a:pt x="811" y="464"/>
                  </a:lnTo>
                  <a:lnTo>
                    <a:pt x="927" y="425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1"/>
                  </a:lnTo>
                  <a:lnTo>
                    <a:pt x="193" y="425"/>
                  </a:lnTo>
                  <a:lnTo>
                    <a:pt x="78" y="618"/>
                  </a:lnTo>
                  <a:lnTo>
                    <a:pt x="0" y="811"/>
                  </a:lnTo>
                  <a:lnTo>
                    <a:pt x="0" y="1004"/>
                  </a:lnTo>
                  <a:lnTo>
                    <a:pt x="0" y="1236"/>
                  </a:lnTo>
                  <a:lnTo>
                    <a:pt x="39" y="1429"/>
                  </a:lnTo>
                  <a:lnTo>
                    <a:pt x="155" y="1622"/>
                  </a:lnTo>
                  <a:lnTo>
                    <a:pt x="387" y="1854"/>
                  </a:lnTo>
                  <a:lnTo>
                    <a:pt x="618" y="2047"/>
                  </a:lnTo>
                  <a:lnTo>
                    <a:pt x="889" y="2201"/>
                  </a:lnTo>
                  <a:lnTo>
                    <a:pt x="1197" y="2317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8" y="2742"/>
                  </a:lnTo>
                  <a:lnTo>
                    <a:pt x="2201" y="2974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0" y="3012"/>
                  </a:lnTo>
                  <a:lnTo>
                    <a:pt x="2588" y="2974"/>
                  </a:lnTo>
                  <a:lnTo>
                    <a:pt x="2626" y="2896"/>
                  </a:lnTo>
                  <a:lnTo>
                    <a:pt x="2703" y="2317"/>
                  </a:lnTo>
                  <a:lnTo>
                    <a:pt x="2703" y="2008"/>
                  </a:lnTo>
                  <a:lnTo>
                    <a:pt x="2703" y="1699"/>
                  </a:lnTo>
                  <a:lnTo>
                    <a:pt x="2626" y="1429"/>
                  </a:lnTo>
                  <a:lnTo>
                    <a:pt x="2549" y="1120"/>
                  </a:lnTo>
                  <a:lnTo>
                    <a:pt x="2433" y="850"/>
                  </a:lnTo>
                  <a:lnTo>
                    <a:pt x="2279" y="579"/>
                  </a:lnTo>
                  <a:lnTo>
                    <a:pt x="2124" y="425"/>
                  </a:lnTo>
                  <a:lnTo>
                    <a:pt x="1931" y="271"/>
                  </a:lnTo>
                  <a:lnTo>
                    <a:pt x="1699" y="116"/>
                  </a:lnTo>
                  <a:lnTo>
                    <a:pt x="1506" y="39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7" name="Google Shape;4127;p18"/>
            <p:cNvSpPr/>
            <p:nvPr/>
          </p:nvSpPr>
          <p:spPr>
            <a:xfrm>
              <a:off x="3904600" y="1635800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0" y="194"/>
                  </a:lnTo>
                  <a:lnTo>
                    <a:pt x="2240" y="309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1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9" y="4866"/>
                  </a:lnTo>
                  <a:lnTo>
                    <a:pt x="888" y="4827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80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8" name="Google Shape;4128;p18"/>
            <p:cNvSpPr/>
            <p:nvPr/>
          </p:nvSpPr>
          <p:spPr>
            <a:xfrm>
              <a:off x="527725" y="164737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5"/>
                  </a:lnTo>
                  <a:lnTo>
                    <a:pt x="7530" y="6141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0" y="6565"/>
                  </a:lnTo>
                  <a:lnTo>
                    <a:pt x="7492" y="6681"/>
                  </a:lnTo>
                  <a:lnTo>
                    <a:pt x="7337" y="6797"/>
                  </a:lnTo>
                  <a:lnTo>
                    <a:pt x="7106" y="6913"/>
                  </a:lnTo>
                  <a:lnTo>
                    <a:pt x="6913" y="6913"/>
                  </a:lnTo>
                  <a:lnTo>
                    <a:pt x="6719" y="6836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6" y="6102"/>
                  </a:lnTo>
                  <a:lnTo>
                    <a:pt x="6642" y="5909"/>
                  </a:lnTo>
                  <a:lnTo>
                    <a:pt x="6797" y="5754"/>
                  </a:lnTo>
                  <a:close/>
                  <a:moveTo>
                    <a:pt x="232" y="1"/>
                  </a:moveTo>
                  <a:lnTo>
                    <a:pt x="155" y="40"/>
                  </a:lnTo>
                  <a:lnTo>
                    <a:pt x="78" y="40"/>
                  </a:lnTo>
                  <a:lnTo>
                    <a:pt x="39" y="117"/>
                  </a:lnTo>
                  <a:lnTo>
                    <a:pt x="0" y="233"/>
                  </a:lnTo>
                  <a:lnTo>
                    <a:pt x="0" y="310"/>
                  </a:lnTo>
                  <a:lnTo>
                    <a:pt x="39" y="387"/>
                  </a:lnTo>
                  <a:lnTo>
                    <a:pt x="425" y="773"/>
                  </a:lnTo>
                  <a:lnTo>
                    <a:pt x="811" y="1121"/>
                  </a:lnTo>
                  <a:lnTo>
                    <a:pt x="1622" y="1777"/>
                  </a:lnTo>
                  <a:lnTo>
                    <a:pt x="3399" y="3206"/>
                  </a:lnTo>
                  <a:lnTo>
                    <a:pt x="4866" y="4442"/>
                  </a:lnTo>
                  <a:lnTo>
                    <a:pt x="5638" y="5021"/>
                  </a:lnTo>
                  <a:lnTo>
                    <a:pt x="6411" y="5600"/>
                  </a:lnTo>
                  <a:lnTo>
                    <a:pt x="6295" y="5677"/>
                  </a:lnTo>
                  <a:lnTo>
                    <a:pt x="6217" y="5793"/>
                  </a:lnTo>
                  <a:lnTo>
                    <a:pt x="6102" y="6102"/>
                  </a:lnTo>
                  <a:lnTo>
                    <a:pt x="6063" y="6411"/>
                  </a:lnTo>
                  <a:lnTo>
                    <a:pt x="6102" y="6681"/>
                  </a:lnTo>
                  <a:lnTo>
                    <a:pt x="6179" y="6836"/>
                  </a:lnTo>
                  <a:lnTo>
                    <a:pt x="6295" y="6990"/>
                  </a:lnTo>
                  <a:lnTo>
                    <a:pt x="6411" y="7145"/>
                  </a:lnTo>
                  <a:lnTo>
                    <a:pt x="6565" y="7222"/>
                  </a:lnTo>
                  <a:lnTo>
                    <a:pt x="6719" y="7299"/>
                  </a:lnTo>
                  <a:lnTo>
                    <a:pt x="6874" y="7338"/>
                  </a:lnTo>
                  <a:lnTo>
                    <a:pt x="7067" y="7338"/>
                  </a:lnTo>
                  <a:lnTo>
                    <a:pt x="7260" y="7299"/>
                  </a:lnTo>
                  <a:lnTo>
                    <a:pt x="7453" y="7260"/>
                  </a:lnTo>
                  <a:lnTo>
                    <a:pt x="7608" y="7145"/>
                  </a:lnTo>
                  <a:lnTo>
                    <a:pt x="7723" y="7029"/>
                  </a:lnTo>
                  <a:lnTo>
                    <a:pt x="7839" y="6913"/>
                  </a:lnTo>
                  <a:lnTo>
                    <a:pt x="7955" y="6758"/>
                  </a:lnTo>
                  <a:lnTo>
                    <a:pt x="7994" y="6565"/>
                  </a:lnTo>
                  <a:lnTo>
                    <a:pt x="8032" y="6411"/>
                  </a:lnTo>
                  <a:lnTo>
                    <a:pt x="8032" y="6218"/>
                  </a:lnTo>
                  <a:lnTo>
                    <a:pt x="7955" y="6025"/>
                  </a:lnTo>
                  <a:lnTo>
                    <a:pt x="7839" y="5870"/>
                  </a:lnTo>
                  <a:lnTo>
                    <a:pt x="7723" y="5716"/>
                  </a:lnTo>
                  <a:lnTo>
                    <a:pt x="7569" y="5600"/>
                  </a:lnTo>
                  <a:lnTo>
                    <a:pt x="7415" y="5523"/>
                  </a:lnTo>
                  <a:lnTo>
                    <a:pt x="7221" y="5446"/>
                  </a:lnTo>
                  <a:lnTo>
                    <a:pt x="7028" y="5446"/>
                  </a:lnTo>
                  <a:lnTo>
                    <a:pt x="6835" y="5484"/>
                  </a:lnTo>
                  <a:lnTo>
                    <a:pt x="6024" y="4712"/>
                  </a:lnTo>
                  <a:lnTo>
                    <a:pt x="5213" y="4017"/>
                  </a:lnTo>
                  <a:lnTo>
                    <a:pt x="3514" y="2627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9"/>
                  </a:lnTo>
                  <a:lnTo>
                    <a:pt x="734" y="310"/>
                  </a:lnTo>
                  <a:lnTo>
                    <a:pt x="309" y="40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9" name="Google Shape;4129;p18"/>
            <p:cNvSpPr/>
            <p:nvPr/>
          </p:nvSpPr>
          <p:spPr>
            <a:xfrm>
              <a:off x="5813125" y="1664750"/>
              <a:ext cx="61825" cy="89825"/>
            </a:xfrm>
            <a:custGeom>
              <a:avLst/>
              <a:gdLst/>
              <a:ahLst/>
              <a:cxnLst/>
              <a:rect l="l" t="t" r="r" b="b"/>
              <a:pathLst>
                <a:path w="2473" h="3593" extrusionOk="0">
                  <a:moveTo>
                    <a:pt x="1082" y="1"/>
                  </a:moveTo>
                  <a:lnTo>
                    <a:pt x="1005" y="40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3"/>
                  </a:lnTo>
                  <a:lnTo>
                    <a:pt x="850" y="233"/>
                  </a:lnTo>
                  <a:lnTo>
                    <a:pt x="773" y="271"/>
                  </a:lnTo>
                  <a:lnTo>
                    <a:pt x="735" y="348"/>
                  </a:lnTo>
                  <a:lnTo>
                    <a:pt x="696" y="426"/>
                  </a:lnTo>
                  <a:lnTo>
                    <a:pt x="696" y="503"/>
                  </a:lnTo>
                  <a:lnTo>
                    <a:pt x="735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2"/>
                  </a:lnTo>
                  <a:lnTo>
                    <a:pt x="1275" y="928"/>
                  </a:lnTo>
                  <a:lnTo>
                    <a:pt x="1468" y="1082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2"/>
                  </a:lnTo>
                  <a:lnTo>
                    <a:pt x="1932" y="2163"/>
                  </a:lnTo>
                  <a:lnTo>
                    <a:pt x="1932" y="2434"/>
                  </a:lnTo>
                  <a:lnTo>
                    <a:pt x="1816" y="2743"/>
                  </a:lnTo>
                  <a:lnTo>
                    <a:pt x="1739" y="2858"/>
                  </a:lnTo>
                  <a:lnTo>
                    <a:pt x="1661" y="2974"/>
                  </a:lnTo>
                  <a:lnTo>
                    <a:pt x="1545" y="3052"/>
                  </a:lnTo>
                  <a:lnTo>
                    <a:pt x="1391" y="3129"/>
                  </a:lnTo>
                  <a:lnTo>
                    <a:pt x="1198" y="3129"/>
                  </a:lnTo>
                  <a:lnTo>
                    <a:pt x="1043" y="3090"/>
                  </a:lnTo>
                  <a:lnTo>
                    <a:pt x="928" y="3013"/>
                  </a:lnTo>
                  <a:lnTo>
                    <a:pt x="850" y="2897"/>
                  </a:lnTo>
                  <a:lnTo>
                    <a:pt x="812" y="2743"/>
                  </a:lnTo>
                  <a:lnTo>
                    <a:pt x="850" y="2588"/>
                  </a:lnTo>
                  <a:lnTo>
                    <a:pt x="928" y="2434"/>
                  </a:lnTo>
                  <a:lnTo>
                    <a:pt x="1043" y="2318"/>
                  </a:lnTo>
                  <a:lnTo>
                    <a:pt x="1159" y="2241"/>
                  </a:lnTo>
                  <a:lnTo>
                    <a:pt x="1159" y="2125"/>
                  </a:lnTo>
                  <a:lnTo>
                    <a:pt x="1121" y="2009"/>
                  </a:lnTo>
                  <a:lnTo>
                    <a:pt x="1043" y="1932"/>
                  </a:lnTo>
                  <a:lnTo>
                    <a:pt x="657" y="1623"/>
                  </a:lnTo>
                  <a:lnTo>
                    <a:pt x="426" y="1468"/>
                  </a:lnTo>
                  <a:lnTo>
                    <a:pt x="194" y="1314"/>
                  </a:lnTo>
                  <a:lnTo>
                    <a:pt x="1" y="1623"/>
                  </a:lnTo>
                  <a:lnTo>
                    <a:pt x="271" y="1893"/>
                  </a:lnTo>
                  <a:lnTo>
                    <a:pt x="580" y="2125"/>
                  </a:lnTo>
                  <a:lnTo>
                    <a:pt x="426" y="2356"/>
                  </a:lnTo>
                  <a:lnTo>
                    <a:pt x="348" y="2627"/>
                  </a:lnTo>
                  <a:lnTo>
                    <a:pt x="310" y="2897"/>
                  </a:lnTo>
                  <a:lnTo>
                    <a:pt x="348" y="3052"/>
                  </a:lnTo>
                  <a:lnTo>
                    <a:pt x="426" y="3167"/>
                  </a:lnTo>
                  <a:lnTo>
                    <a:pt x="541" y="3322"/>
                  </a:lnTo>
                  <a:lnTo>
                    <a:pt x="696" y="3476"/>
                  </a:lnTo>
                  <a:lnTo>
                    <a:pt x="889" y="3554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4"/>
                  </a:lnTo>
                  <a:lnTo>
                    <a:pt x="1700" y="3515"/>
                  </a:lnTo>
                  <a:lnTo>
                    <a:pt x="1854" y="3399"/>
                  </a:lnTo>
                  <a:lnTo>
                    <a:pt x="2047" y="3245"/>
                  </a:lnTo>
                  <a:lnTo>
                    <a:pt x="2202" y="3052"/>
                  </a:lnTo>
                  <a:lnTo>
                    <a:pt x="2318" y="2858"/>
                  </a:lnTo>
                  <a:lnTo>
                    <a:pt x="2395" y="2665"/>
                  </a:lnTo>
                  <a:lnTo>
                    <a:pt x="2434" y="2472"/>
                  </a:lnTo>
                  <a:lnTo>
                    <a:pt x="2472" y="2241"/>
                  </a:lnTo>
                  <a:lnTo>
                    <a:pt x="2434" y="2009"/>
                  </a:lnTo>
                  <a:lnTo>
                    <a:pt x="2395" y="1816"/>
                  </a:lnTo>
                  <a:lnTo>
                    <a:pt x="2318" y="1584"/>
                  </a:lnTo>
                  <a:lnTo>
                    <a:pt x="2202" y="1391"/>
                  </a:lnTo>
                  <a:lnTo>
                    <a:pt x="1970" y="1005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0" name="Google Shape;4130;p18"/>
            <p:cNvSpPr/>
            <p:nvPr/>
          </p:nvSpPr>
          <p:spPr>
            <a:xfrm>
              <a:off x="4153650" y="167055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2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40" y="232"/>
                  </a:lnTo>
                  <a:lnTo>
                    <a:pt x="1" y="271"/>
                  </a:lnTo>
                  <a:lnTo>
                    <a:pt x="40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4" y="232"/>
                  </a:lnTo>
                  <a:lnTo>
                    <a:pt x="1005" y="155"/>
                  </a:lnTo>
                  <a:lnTo>
                    <a:pt x="966" y="116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1" name="Google Shape;4131;p18"/>
            <p:cNvSpPr/>
            <p:nvPr/>
          </p:nvSpPr>
          <p:spPr>
            <a:xfrm>
              <a:off x="4055200" y="1676350"/>
              <a:ext cx="21250" cy="8700"/>
            </a:xfrm>
            <a:custGeom>
              <a:avLst/>
              <a:gdLst/>
              <a:ahLst/>
              <a:cxnLst/>
              <a:rect l="l" t="t" r="r" b="b"/>
              <a:pathLst>
                <a:path w="850" h="348" extrusionOk="0">
                  <a:moveTo>
                    <a:pt x="425" y="0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0" y="193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3"/>
                  </a:lnTo>
                  <a:lnTo>
                    <a:pt x="811" y="78"/>
                  </a:lnTo>
                  <a:lnTo>
                    <a:pt x="73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2" name="Google Shape;4132;p18"/>
            <p:cNvSpPr/>
            <p:nvPr/>
          </p:nvSpPr>
          <p:spPr>
            <a:xfrm>
              <a:off x="5417325" y="168890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1" y="232"/>
                  </a:lnTo>
                  <a:lnTo>
                    <a:pt x="503" y="966"/>
                  </a:lnTo>
                  <a:lnTo>
                    <a:pt x="1043" y="1622"/>
                  </a:lnTo>
                  <a:lnTo>
                    <a:pt x="1700" y="2279"/>
                  </a:lnTo>
                  <a:lnTo>
                    <a:pt x="2356" y="2858"/>
                  </a:lnTo>
                  <a:lnTo>
                    <a:pt x="3090" y="3398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5" y="4982"/>
                  </a:lnTo>
                  <a:lnTo>
                    <a:pt x="8998" y="4943"/>
                  </a:lnTo>
                  <a:lnTo>
                    <a:pt x="9423" y="4866"/>
                  </a:lnTo>
                  <a:lnTo>
                    <a:pt x="9848" y="4789"/>
                  </a:lnTo>
                  <a:lnTo>
                    <a:pt x="10272" y="4673"/>
                  </a:lnTo>
                  <a:lnTo>
                    <a:pt x="10658" y="4518"/>
                  </a:lnTo>
                  <a:lnTo>
                    <a:pt x="11083" y="4325"/>
                  </a:lnTo>
                  <a:lnTo>
                    <a:pt x="11469" y="4132"/>
                  </a:lnTo>
                  <a:lnTo>
                    <a:pt x="11856" y="3862"/>
                  </a:lnTo>
                  <a:lnTo>
                    <a:pt x="12242" y="3591"/>
                  </a:lnTo>
                  <a:lnTo>
                    <a:pt x="12319" y="3553"/>
                  </a:lnTo>
                  <a:lnTo>
                    <a:pt x="12435" y="3205"/>
                  </a:lnTo>
                  <a:lnTo>
                    <a:pt x="12358" y="3167"/>
                  </a:lnTo>
                  <a:lnTo>
                    <a:pt x="12280" y="3205"/>
                  </a:lnTo>
                  <a:lnTo>
                    <a:pt x="12203" y="3128"/>
                  </a:lnTo>
                  <a:lnTo>
                    <a:pt x="12010" y="3128"/>
                  </a:lnTo>
                  <a:lnTo>
                    <a:pt x="11933" y="3205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6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2" y="4480"/>
                  </a:lnTo>
                  <a:lnTo>
                    <a:pt x="7917" y="4480"/>
                  </a:lnTo>
                  <a:lnTo>
                    <a:pt x="7492" y="4441"/>
                  </a:lnTo>
                  <a:lnTo>
                    <a:pt x="7067" y="4402"/>
                  </a:lnTo>
                  <a:lnTo>
                    <a:pt x="6643" y="4364"/>
                  </a:lnTo>
                  <a:lnTo>
                    <a:pt x="6218" y="4248"/>
                  </a:lnTo>
                  <a:lnTo>
                    <a:pt x="5793" y="4171"/>
                  </a:lnTo>
                  <a:lnTo>
                    <a:pt x="5368" y="4016"/>
                  </a:lnTo>
                  <a:lnTo>
                    <a:pt x="4596" y="3707"/>
                  </a:lnTo>
                  <a:lnTo>
                    <a:pt x="3901" y="3283"/>
                  </a:lnTo>
                  <a:lnTo>
                    <a:pt x="3206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3" name="Google Shape;4133;p18"/>
            <p:cNvSpPr/>
            <p:nvPr/>
          </p:nvSpPr>
          <p:spPr>
            <a:xfrm>
              <a:off x="5725275" y="1695650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1"/>
                  </a:moveTo>
                  <a:lnTo>
                    <a:pt x="3360" y="78"/>
                  </a:lnTo>
                  <a:lnTo>
                    <a:pt x="3245" y="78"/>
                  </a:lnTo>
                  <a:lnTo>
                    <a:pt x="3013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4" y="1931"/>
                  </a:lnTo>
                  <a:lnTo>
                    <a:pt x="1082" y="2009"/>
                  </a:lnTo>
                  <a:lnTo>
                    <a:pt x="1121" y="2086"/>
                  </a:lnTo>
                  <a:lnTo>
                    <a:pt x="1005" y="2086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2" y="2240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8" y="2588"/>
                  </a:lnTo>
                  <a:lnTo>
                    <a:pt x="1430" y="2704"/>
                  </a:lnTo>
                  <a:lnTo>
                    <a:pt x="1623" y="2820"/>
                  </a:lnTo>
                  <a:lnTo>
                    <a:pt x="1816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5" y="3630"/>
                  </a:lnTo>
                  <a:lnTo>
                    <a:pt x="2125" y="3901"/>
                  </a:lnTo>
                  <a:lnTo>
                    <a:pt x="2086" y="4094"/>
                  </a:lnTo>
                  <a:lnTo>
                    <a:pt x="2009" y="4325"/>
                  </a:lnTo>
                  <a:lnTo>
                    <a:pt x="1893" y="4519"/>
                  </a:lnTo>
                  <a:lnTo>
                    <a:pt x="1739" y="4712"/>
                  </a:lnTo>
                  <a:lnTo>
                    <a:pt x="1545" y="4827"/>
                  </a:lnTo>
                  <a:lnTo>
                    <a:pt x="1314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6"/>
                  </a:lnTo>
                  <a:lnTo>
                    <a:pt x="657" y="4441"/>
                  </a:lnTo>
                  <a:lnTo>
                    <a:pt x="735" y="4287"/>
                  </a:lnTo>
                  <a:lnTo>
                    <a:pt x="812" y="4210"/>
                  </a:lnTo>
                  <a:lnTo>
                    <a:pt x="889" y="4132"/>
                  </a:lnTo>
                  <a:lnTo>
                    <a:pt x="966" y="4094"/>
                  </a:lnTo>
                  <a:lnTo>
                    <a:pt x="1121" y="4094"/>
                  </a:lnTo>
                  <a:lnTo>
                    <a:pt x="1237" y="4017"/>
                  </a:lnTo>
                  <a:lnTo>
                    <a:pt x="1314" y="3901"/>
                  </a:lnTo>
                  <a:lnTo>
                    <a:pt x="1314" y="3785"/>
                  </a:lnTo>
                  <a:lnTo>
                    <a:pt x="1275" y="3708"/>
                  </a:lnTo>
                  <a:lnTo>
                    <a:pt x="1198" y="3669"/>
                  </a:lnTo>
                  <a:lnTo>
                    <a:pt x="117" y="2935"/>
                  </a:lnTo>
                  <a:lnTo>
                    <a:pt x="1" y="3283"/>
                  </a:lnTo>
                  <a:lnTo>
                    <a:pt x="657" y="3785"/>
                  </a:lnTo>
                  <a:lnTo>
                    <a:pt x="503" y="3862"/>
                  </a:lnTo>
                  <a:lnTo>
                    <a:pt x="387" y="3978"/>
                  </a:lnTo>
                  <a:lnTo>
                    <a:pt x="310" y="4094"/>
                  </a:lnTo>
                  <a:lnTo>
                    <a:pt x="233" y="4248"/>
                  </a:lnTo>
                  <a:lnTo>
                    <a:pt x="194" y="4403"/>
                  </a:lnTo>
                  <a:lnTo>
                    <a:pt x="194" y="4557"/>
                  </a:lnTo>
                  <a:lnTo>
                    <a:pt x="194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2" y="5252"/>
                  </a:lnTo>
                  <a:lnTo>
                    <a:pt x="735" y="5368"/>
                  </a:lnTo>
                  <a:lnTo>
                    <a:pt x="966" y="5407"/>
                  </a:lnTo>
                  <a:lnTo>
                    <a:pt x="1198" y="5407"/>
                  </a:lnTo>
                  <a:lnTo>
                    <a:pt x="1430" y="5368"/>
                  </a:lnTo>
                  <a:lnTo>
                    <a:pt x="1623" y="5329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1" y="4827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6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472"/>
                  </a:lnTo>
                  <a:lnTo>
                    <a:pt x="1739" y="2356"/>
                  </a:lnTo>
                  <a:lnTo>
                    <a:pt x="1507" y="2202"/>
                  </a:lnTo>
                  <a:lnTo>
                    <a:pt x="1275" y="2124"/>
                  </a:lnTo>
                  <a:lnTo>
                    <a:pt x="1623" y="1970"/>
                  </a:lnTo>
                  <a:lnTo>
                    <a:pt x="1932" y="1816"/>
                  </a:lnTo>
                  <a:lnTo>
                    <a:pt x="2241" y="1622"/>
                  </a:lnTo>
                  <a:lnTo>
                    <a:pt x="2549" y="1391"/>
                  </a:lnTo>
                  <a:lnTo>
                    <a:pt x="2820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8" y="541"/>
                  </a:lnTo>
                  <a:lnTo>
                    <a:pt x="3515" y="387"/>
                  </a:lnTo>
                  <a:lnTo>
                    <a:pt x="3708" y="78"/>
                  </a:lnTo>
                  <a:lnTo>
                    <a:pt x="351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4" name="Google Shape;4134;p18"/>
            <p:cNvSpPr/>
            <p:nvPr/>
          </p:nvSpPr>
          <p:spPr>
            <a:xfrm>
              <a:off x="1994125" y="1698550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313" y="387"/>
                  </a:moveTo>
                  <a:lnTo>
                    <a:pt x="1506" y="464"/>
                  </a:lnTo>
                  <a:lnTo>
                    <a:pt x="1661" y="580"/>
                  </a:lnTo>
                  <a:lnTo>
                    <a:pt x="1777" y="734"/>
                  </a:lnTo>
                  <a:lnTo>
                    <a:pt x="1777" y="889"/>
                  </a:lnTo>
                  <a:lnTo>
                    <a:pt x="1777" y="927"/>
                  </a:lnTo>
                  <a:lnTo>
                    <a:pt x="1738" y="1004"/>
                  </a:lnTo>
                  <a:lnTo>
                    <a:pt x="1661" y="1043"/>
                  </a:lnTo>
                  <a:lnTo>
                    <a:pt x="1584" y="1082"/>
                  </a:lnTo>
                  <a:lnTo>
                    <a:pt x="1275" y="1120"/>
                  </a:lnTo>
                  <a:lnTo>
                    <a:pt x="927" y="1120"/>
                  </a:lnTo>
                  <a:lnTo>
                    <a:pt x="618" y="1159"/>
                  </a:lnTo>
                  <a:lnTo>
                    <a:pt x="464" y="1198"/>
                  </a:lnTo>
                  <a:lnTo>
                    <a:pt x="348" y="1275"/>
                  </a:lnTo>
                  <a:lnTo>
                    <a:pt x="348" y="1120"/>
                  </a:lnTo>
                  <a:lnTo>
                    <a:pt x="348" y="1004"/>
                  </a:lnTo>
                  <a:lnTo>
                    <a:pt x="387" y="850"/>
                  </a:lnTo>
                  <a:lnTo>
                    <a:pt x="464" y="734"/>
                  </a:lnTo>
                  <a:lnTo>
                    <a:pt x="580" y="618"/>
                  </a:lnTo>
                  <a:lnTo>
                    <a:pt x="657" y="502"/>
                  </a:lnTo>
                  <a:lnTo>
                    <a:pt x="811" y="425"/>
                  </a:lnTo>
                  <a:lnTo>
                    <a:pt x="966" y="387"/>
                  </a:lnTo>
                  <a:close/>
                  <a:moveTo>
                    <a:pt x="1004" y="0"/>
                  </a:moveTo>
                  <a:lnTo>
                    <a:pt x="811" y="39"/>
                  </a:lnTo>
                  <a:lnTo>
                    <a:pt x="618" y="116"/>
                  </a:lnTo>
                  <a:lnTo>
                    <a:pt x="425" y="232"/>
                  </a:lnTo>
                  <a:lnTo>
                    <a:pt x="271" y="348"/>
                  </a:lnTo>
                  <a:lnTo>
                    <a:pt x="155" y="502"/>
                  </a:lnTo>
                  <a:lnTo>
                    <a:pt x="78" y="696"/>
                  </a:lnTo>
                  <a:lnTo>
                    <a:pt x="39" y="889"/>
                  </a:lnTo>
                  <a:lnTo>
                    <a:pt x="0" y="1082"/>
                  </a:lnTo>
                  <a:lnTo>
                    <a:pt x="0" y="1275"/>
                  </a:lnTo>
                  <a:lnTo>
                    <a:pt x="39" y="1429"/>
                  </a:lnTo>
                  <a:lnTo>
                    <a:pt x="116" y="1622"/>
                  </a:lnTo>
                  <a:lnTo>
                    <a:pt x="155" y="1738"/>
                  </a:lnTo>
                  <a:lnTo>
                    <a:pt x="232" y="1777"/>
                  </a:lnTo>
                  <a:lnTo>
                    <a:pt x="348" y="1815"/>
                  </a:lnTo>
                  <a:lnTo>
                    <a:pt x="425" y="1738"/>
                  </a:lnTo>
                  <a:lnTo>
                    <a:pt x="580" y="1622"/>
                  </a:lnTo>
                  <a:lnTo>
                    <a:pt x="696" y="1545"/>
                  </a:lnTo>
                  <a:lnTo>
                    <a:pt x="889" y="1506"/>
                  </a:lnTo>
                  <a:lnTo>
                    <a:pt x="1429" y="1506"/>
                  </a:lnTo>
                  <a:lnTo>
                    <a:pt x="1584" y="1468"/>
                  </a:lnTo>
                  <a:lnTo>
                    <a:pt x="1777" y="1429"/>
                  </a:lnTo>
                  <a:lnTo>
                    <a:pt x="1931" y="1352"/>
                  </a:lnTo>
                  <a:lnTo>
                    <a:pt x="2047" y="1236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8"/>
                  </a:lnTo>
                  <a:lnTo>
                    <a:pt x="2086" y="464"/>
                  </a:lnTo>
                  <a:lnTo>
                    <a:pt x="1970" y="309"/>
                  </a:lnTo>
                  <a:lnTo>
                    <a:pt x="1815" y="194"/>
                  </a:lnTo>
                  <a:lnTo>
                    <a:pt x="1622" y="78"/>
                  </a:lnTo>
                  <a:lnTo>
                    <a:pt x="142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5" name="Google Shape;4135;p18"/>
            <p:cNvSpPr/>
            <p:nvPr/>
          </p:nvSpPr>
          <p:spPr>
            <a:xfrm>
              <a:off x="3947075" y="171690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90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90" y="2471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86" y="3244"/>
                  </a:lnTo>
                  <a:lnTo>
                    <a:pt x="1777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3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79"/>
                  </a:lnTo>
                  <a:lnTo>
                    <a:pt x="1584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7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2" y="270"/>
                  </a:lnTo>
                  <a:lnTo>
                    <a:pt x="850" y="386"/>
                  </a:lnTo>
                  <a:lnTo>
                    <a:pt x="618" y="579"/>
                  </a:lnTo>
                  <a:lnTo>
                    <a:pt x="425" y="772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8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1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6" y="2780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3"/>
                  </a:lnTo>
                  <a:lnTo>
                    <a:pt x="3669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7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6" name="Google Shape;4136;p18"/>
            <p:cNvSpPr/>
            <p:nvPr/>
          </p:nvSpPr>
          <p:spPr>
            <a:xfrm>
              <a:off x="2585900" y="1732325"/>
              <a:ext cx="305075" cy="236550"/>
            </a:xfrm>
            <a:custGeom>
              <a:avLst/>
              <a:gdLst/>
              <a:ahLst/>
              <a:cxnLst/>
              <a:rect l="l" t="t" r="r" b="b"/>
              <a:pathLst>
                <a:path w="12203" h="9462" extrusionOk="0">
                  <a:moveTo>
                    <a:pt x="5329" y="349"/>
                  </a:moveTo>
                  <a:lnTo>
                    <a:pt x="5522" y="426"/>
                  </a:lnTo>
                  <a:lnTo>
                    <a:pt x="5600" y="426"/>
                  </a:lnTo>
                  <a:lnTo>
                    <a:pt x="5831" y="657"/>
                  </a:lnTo>
                  <a:lnTo>
                    <a:pt x="5986" y="889"/>
                  </a:lnTo>
                  <a:lnTo>
                    <a:pt x="6063" y="1198"/>
                  </a:lnTo>
                  <a:lnTo>
                    <a:pt x="6102" y="1468"/>
                  </a:lnTo>
                  <a:lnTo>
                    <a:pt x="6140" y="1777"/>
                  </a:lnTo>
                  <a:lnTo>
                    <a:pt x="6102" y="2086"/>
                  </a:lnTo>
                  <a:lnTo>
                    <a:pt x="6024" y="2704"/>
                  </a:lnTo>
                  <a:lnTo>
                    <a:pt x="5715" y="4866"/>
                  </a:lnTo>
                  <a:lnTo>
                    <a:pt x="5715" y="4905"/>
                  </a:lnTo>
                  <a:lnTo>
                    <a:pt x="5561" y="4982"/>
                  </a:lnTo>
                  <a:lnTo>
                    <a:pt x="5291" y="4017"/>
                  </a:lnTo>
                  <a:lnTo>
                    <a:pt x="5020" y="3090"/>
                  </a:lnTo>
                  <a:lnTo>
                    <a:pt x="4750" y="1970"/>
                  </a:lnTo>
                  <a:lnTo>
                    <a:pt x="4673" y="1468"/>
                  </a:lnTo>
                  <a:lnTo>
                    <a:pt x="4673" y="1159"/>
                  </a:lnTo>
                  <a:lnTo>
                    <a:pt x="4673" y="851"/>
                  </a:lnTo>
                  <a:lnTo>
                    <a:pt x="4750" y="619"/>
                  </a:lnTo>
                  <a:lnTo>
                    <a:pt x="4827" y="503"/>
                  </a:lnTo>
                  <a:lnTo>
                    <a:pt x="4904" y="426"/>
                  </a:lnTo>
                  <a:lnTo>
                    <a:pt x="5020" y="349"/>
                  </a:lnTo>
                  <a:close/>
                  <a:moveTo>
                    <a:pt x="11199" y="3515"/>
                  </a:moveTo>
                  <a:lnTo>
                    <a:pt x="11315" y="3554"/>
                  </a:lnTo>
                  <a:lnTo>
                    <a:pt x="11392" y="3592"/>
                  </a:lnTo>
                  <a:lnTo>
                    <a:pt x="11508" y="3708"/>
                  </a:lnTo>
                  <a:lnTo>
                    <a:pt x="11585" y="3824"/>
                  </a:lnTo>
                  <a:lnTo>
                    <a:pt x="11701" y="4133"/>
                  </a:lnTo>
                  <a:lnTo>
                    <a:pt x="11585" y="4287"/>
                  </a:lnTo>
                  <a:lnTo>
                    <a:pt x="11430" y="4403"/>
                  </a:lnTo>
                  <a:lnTo>
                    <a:pt x="11237" y="4519"/>
                  </a:lnTo>
                  <a:lnTo>
                    <a:pt x="11044" y="4596"/>
                  </a:lnTo>
                  <a:lnTo>
                    <a:pt x="10581" y="4751"/>
                  </a:lnTo>
                  <a:lnTo>
                    <a:pt x="10195" y="4866"/>
                  </a:lnTo>
                  <a:lnTo>
                    <a:pt x="9422" y="5021"/>
                  </a:lnTo>
                  <a:lnTo>
                    <a:pt x="8650" y="5137"/>
                  </a:lnTo>
                  <a:lnTo>
                    <a:pt x="7994" y="5175"/>
                  </a:lnTo>
                  <a:lnTo>
                    <a:pt x="7376" y="5175"/>
                  </a:lnTo>
                  <a:lnTo>
                    <a:pt x="6102" y="5137"/>
                  </a:lnTo>
                  <a:lnTo>
                    <a:pt x="7260" y="4673"/>
                  </a:lnTo>
                  <a:lnTo>
                    <a:pt x="8418" y="4249"/>
                  </a:lnTo>
                  <a:lnTo>
                    <a:pt x="9075" y="4017"/>
                  </a:lnTo>
                  <a:lnTo>
                    <a:pt x="9770" y="3824"/>
                  </a:lnTo>
                  <a:lnTo>
                    <a:pt x="10465" y="3631"/>
                  </a:lnTo>
                  <a:lnTo>
                    <a:pt x="10928" y="3554"/>
                  </a:lnTo>
                  <a:lnTo>
                    <a:pt x="11083" y="3515"/>
                  </a:lnTo>
                  <a:close/>
                  <a:moveTo>
                    <a:pt x="5136" y="5909"/>
                  </a:moveTo>
                  <a:lnTo>
                    <a:pt x="4209" y="6797"/>
                  </a:lnTo>
                  <a:lnTo>
                    <a:pt x="3244" y="7685"/>
                  </a:lnTo>
                  <a:lnTo>
                    <a:pt x="2742" y="8110"/>
                  </a:lnTo>
                  <a:lnTo>
                    <a:pt x="2163" y="8535"/>
                  </a:lnTo>
                  <a:lnTo>
                    <a:pt x="1854" y="8728"/>
                  </a:lnTo>
                  <a:lnTo>
                    <a:pt x="1468" y="8921"/>
                  </a:lnTo>
                  <a:lnTo>
                    <a:pt x="1197" y="8998"/>
                  </a:lnTo>
                  <a:lnTo>
                    <a:pt x="1004" y="9037"/>
                  </a:lnTo>
                  <a:lnTo>
                    <a:pt x="888" y="8998"/>
                  </a:lnTo>
                  <a:lnTo>
                    <a:pt x="811" y="8960"/>
                  </a:lnTo>
                  <a:lnTo>
                    <a:pt x="734" y="8844"/>
                  </a:lnTo>
                  <a:lnTo>
                    <a:pt x="695" y="8689"/>
                  </a:lnTo>
                  <a:lnTo>
                    <a:pt x="657" y="8535"/>
                  </a:lnTo>
                  <a:lnTo>
                    <a:pt x="618" y="8419"/>
                  </a:lnTo>
                  <a:lnTo>
                    <a:pt x="657" y="8342"/>
                  </a:lnTo>
                  <a:lnTo>
                    <a:pt x="695" y="8265"/>
                  </a:lnTo>
                  <a:lnTo>
                    <a:pt x="850" y="8110"/>
                  </a:lnTo>
                  <a:lnTo>
                    <a:pt x="1120" y="7956"/>
                  </a:lnTo>
                  <a:lnTo>
                    <a:pt x="1699" y="7608"/>
                  </a:lnTo>
                  <a:lnTo>
                    <a:pt x="2472" y="7222"/>
                  </a:lnTo>
                  <a:lnTo>
                    <a:pt x="3244" y="6874"/>
                  </a:lnTo>
                  <a:lnTo>
                    <a:pt x="4209" y="6411"/>
                  </a:lnTo>
                  <a:lnTo>
                    <a:pt x="4673" y="6179"/>
                  </a:lnTo>
                  <a:lnTo>
                    <a:pt x="5136" y="5909"/>
                  </a:lnTo>
                  <a:close/>
                  <a:moveTo>
                    <a:pt x="5136" y="1"/>
                  </a:moveTo>
                  <a:lnTo>
                    <a:pt x="4943" y="78"/>
                  </a:lnTo>
                  <a:lnTo>
                    <a:pt x="4750" y="194"/>
                  </a:lnTo>
                  <a:lnTo>
                    <a:pt x="4596" y="387"/>
                  </a:lnTo>
                  <a:lnTo>
                    <a:pt x="4441" y="580"/>
                  </a:lnTo>
                  <a:lnTo>
                    <a:pt x="4364" y="812"/>
                  </a:lnTo>
                  <a:lnTo>
                    <a:pt x="4325" y="1044"/>
                  </a:lnTo>
                  <a:lnTo>
                    <a:pt x="4325" y="1507"/>
                  </a:lnTo>
                  <a:lnTo>
                    <a:pt x="4402" y="1970"/>
                  </a:lnTo>
                  <a:lnTo>
                    <a:pt x="4634" y="2897"/>
                  </a:lnTo>
                  <a:lnTo>
                    <a:pt x="4982" y="4017"/>
                  </a:lnTo>
                  <a:lnTo>
                    <a:pt x="5175" y="4558"/>
                  </a:lnTo>
                  <a:lnTo>
                    <a:pt x="5368" y="5098"/>
                  </a:lnTo>
                  <a:lnTo>
                    <a:pt x="5368" y="5214"/>
                  </a:lnTo>
                  <a:lnTo>
                    <a:pt x="5406" y="5330"/>
                  </a:lnTo>
                  <a:lnTo>
                    <a:pt x="4943" y="5600"/>
                  </a:lnTo>
                  <a:lnTo>
                    <a:pt x="4480" y="5870"/>
                  </a:lnTo>
                  <a:lnTo>
                    <a:pt x="3476" y="6334"/>
                  </a:lnTo>
                  <a:lnTo>
                    <a:pt x="2472" y="6797"/>
                  </a:lnTo>
                  <a:lnTo>
                    <a:pt x="1970" y="7029"/>
                  </a:lnTo>
                  <a:lnTo>
                    <a:pt x="1468" y="7299"/>
                  </a:lnTo>
                  <a:lnTo>
                    <a:pt x="966" y="7608"/>
                  </a:lnTo>
                  <a:lnTo>
                    <a:pt x="657" y="7801"/>
                  </a:lnTo>
                  <a:lnTo>
                    <a:pt x="348" y="8071"/>
                  </a:lnTo>
                  <a:lnTo>
                    <a:pt x="116" y="8342"/>
                  </a:lnTo>
                  <a:lnTo>
                    <a:pt x="39" y="8458"/>
                  </a:lnTo>
                  <a:lnTo>
                    <a:pt x="0" y="8612"/>
                  </a:lnTo>
                  <a:lnTo>
                    <a:pt x="0" y="8767"/>
                  </a:lnTo>
                  <a:lnTo>
                    <a:pt x="0" y="8921"/>
                  </a:lnTo>
                  <a:lnTo>
                    <a:pt x="78" y="9037"/>
                  </a:lnTo>
                  <a:lnTo>
                    <a:pt x="232" y="9191"/>
                  </a:lnTo>
                  <a:lnTo>
                    <a:pt x="348" y="9307"/>
                  </a:lnTo>
                  <a:lnTo>
                    <a:pt x="502" y="9384"/>
                  </a:lnTo>
                  <a:lnTo>
                    <a:pt x="618" y="9423"/>
                  </a:lnTo>
                  <a:lnTo>
                    <a:pt x="773" y="9462"/>
                  </a:lnTo>
                  <a:lnTo>
                    <a:pt x="1120" y="9462"/>
                  </a:lnTo>
                  <a:lnTo>
                    <a:pt x="1429" y="9384"/>
                  </a:lnTo>
                  <a:lnTo>
                    <a:pt x="1738" y="9230"/>
                  </a:lnTo>
                  <a:lnTo>
                    <a:pt x="2047" y="9075"/>
                  </a:lnTo>
                  <a:lnTo>
                    <a:pt x="2588" y="8767"/>
                  </a:lnTo>
                  <a:lnTo>
                    <a:pt x="3476" y="8071"/>
                  </a:lnTo>
                  <a:lnTo>
                    <a:pt x="4287" y="7338"/>
                  </a:lnTo>
                  <a:lnTo>
                    <a:pt x="5098" y="6565"/>
                  </a:lnTo>
                  <a:lnTo>
                    <a:pt x="5445" y="6141"/>
                  </a:lnTo>
                  <a:lnTo>
                    <a:pt x="5793" y="5677"/>
                  </a:lnTo>
                  <a:lnTo>
                    <a:pt x="5793" y="5716"/>
                  </a:lnTo>
                  <a:lnTo>
                    <a:pt x="6063" y="6064"/>
                  </a:lnTo>
                  <a:lnTo>
                    <a:pt x="6217" y="6218"/>
                  </a:lnTo>
                  <a:lnTo>
                    <a:pt x="6372" y="6334"/>
                  </a:lnTo>
                  <a:lnTo>
                    <a:pt x="6603" y="6179"/>
                  </a:lnTo>
                  <a:lnTo>
                    <a:pt x="6603" y="6141"/>
                  </a:lnTo>
                  <a:lnTo>
                    <a:pt x="6333" y="5870"/>
                  </a:lnTo>
                  <a:lnTo>
                    <a:pt x="6217" y="5716"/>
                  </a:lnTo>
                  <a:lnTo>
                    <a:pt x="6179" y="5523"/>
                  </a:lnTo>
                  <a:lnTo>
                    <a:pt x="6140" y="5484"/>
                  </a:lnTo>
                  <a:lnTo>
                    <a:pt x="7028" y="5562"/>
                  </a:lnTo>
                  <a:lnTo>
                    <a:pt x="7955" y="5562"/>
                  </a:lnTo>
                  <a:lnTo>
                    <a:pt x="8882" y="5484"/>
                  </a:lnTo>
                  <a:lnTo>
                    <a:pt x="9770" y="5330"/>
                  </a:lnTo>
                  <a:lnTo>
                    <a:pt x="10465" y="5175"/>
                  </a:lnTo>
                  <a:lnTo>
                    <a:pt x="10890" y="5060"/>
                  </a:lnTo>
                  <a:lnTo>
                    <a:pt x="11315" y="4905"/>
                  </a:lnTo>
                  <a:lnTo>
                    <a:pt x="11701" y="4673"/>
                  </a:lnTo>
                  <a:lnTo>
                    <a:pt x="11894" y="4558"/>
                  </a:lnTo>
                  <a:lnTo>
                    <a:pt x="12010" y="4403"/>
                  </a:lnTo>
                  <a:lnTo>
                    <a:pt x="12125" y="4249"/>
                  </a:lnTo>
                  <a:lnTo>
                    <a:pt x="12164" y="4094"/>
                  </a:lnTo>
                  <a:lnTo>
                    <a:pt x="12203" y="3901"/>
                  </a:lnTo>
                  <a:lnTo>
                    <a:pt x="12164" y="3708"/>
                  </a:lnTo>
                  <a:lnTo>
                    <a:pt x="12125" y="3554"/>
                  </a:lnTo>
                  <a:lnTo>
                    <a:pt x="12010" y="3438"/>
                  </a:lnTo>
                  <a:lnTo>
                    <a:pt x="11932" y="3322"/>
                  </a:lnTo>
                  <a:lnTo>
                    <a:pt x="11817" y="3245"/>
                  </a:lnTo>
                  <a:lnTo>
                    <a:pt x="11662" y="3167"/>
                  </a:lnTo>
                  <a:lnTo>
                    <a:pt x="11508" y="3167"/>
                  </a:lnTo>
                  <a:lnTo>
                    <a:pt x="11199" y="3129"/>
                  </a:lnTo>
                  <a:lnTo>
                    <a:pt x="10851" y="3167"/>
                  </a:lnTo>
                  <a:lnTo>
                    <a:pt x="10504" y="3245"/>
                  </a:lnTo>
                  <a:lnTo>
                    <a:pt x="9924" y="3360"/>
                  </a:lnTo>
                  <a:lnTo>
                    <a:pt x="8959" y="3669"/>
                  </a:lnTo>
                  <a:lnTo>
                    <a:pt x="7994" y="3978"/>
                  </a:lnTo>
                  <a:lnTo>
                    <a:pt x="7028" y="4326"/>
                  </a:lnTo>
                  <a:lnTo>
                    <a:pt x="6102" y="4751"/>
                  </a:lnTo>
                  <a:lnTo>
                    <a:pt x="6333" y="3283"/>
                  </a:lnTo>
                  <a:lnTo>
                    <a:pt x="6449" y="2550"/>
                  </a:lnTo>
                  <a:lnTo>
                    <a:pt x="6488" y="1816"/>
                  </a:lnTo>
                  <a:lnTo>
                    <a:pt x="6488" y="1546"/>
                  </a:lnTo>
                  <a:lnTo>
                    <a:pt x="6449" y="1275"/>
                  </a:lnTo>
                  <a:lnTo>
                    <a:pt x="6372" y="1044"/>
                  </a:lnTo>
                  <a:lnTo>
                    <a:pt x="6295" y="851"/>
                  </a:lnTo>
                  <a:lnTo>
                    <a:pt x="6179" y="619"/>
                  </a:lnTo>
                  <a:lnTo>
                    <a:pt x="6024" y="464"/>
                  </a:lnTo>
                  <a:lnTo>
                    <a:pt x="5831" y="310"/>
                  </a:lnTo>
                  <a:lnTo>
                    <a:pt x="5600" y="155"/>
                  </a:lnTo>
                  <a:lnTo>
                    <a:pt x="5484" y="78"/>
                  </a:lnTo>
                  <a:lnTo>
                    <a:pt x="5368" y="40"/>
                  </a:lnTo>
                  <a:lnTo>
                    <a:pt x="51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7" name="Google Shape;4137;p18"/>
            <p:cNvSpPr/>
            <p:nvPr/>
          </p:nvSpPr>
          <p:spPr>
            <a:xfrm>
              <a:off x="1851250" y="1767100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0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0"/>
                  </a:lnTo>
                  <a:lnTo>
                    <a:pt x="3862" y="502"/>
                  </a:lnTo>
                  <a:lnTo>
                    <a:pt x="3321" y="772"/>
                  </a:lnTo>
                  <a:lnTo>
                    <a:pt x="2781" y="1081"/>
                  </a:lnTo>
                  <a:lnTo>
                    <a:pt x="2279" y="1429"/>
                  </a:lnTo>
                  <a:lnTo>
                    <a:pt x="1815" y="1854"/>
                  </a:lnTo>
                  <a:lnTo>
                    <a:pt x="1429" y="2278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2" y="3746"/>
                  </a:lnTo>
                  <a:lnTo>
                    <a:pt x="271" y="4248"/>
                  </a:lnTo>
                  <a:lnTo>
                    <a:pt x="116" y="4788"/>
                  </a:lnTo>
                  <a:lnTo>
                    <a:pt x="0" y="5368"/>
                  </a:lnTo>
                  <a:lnTo>
                    <a:pt x="348" y="5406"/>
                  </a:lnTo>
                  <a:lnTo>
                    <a:pt x="464" y="4981"/>
                  </a:lnTo>
                  <a:lnTo>
                    <a:pt x="580" y="4595"/>
                  </a:lnTo>
                  <a:lnTo>
                    <a:pt x="811" y="3977"/>
                  </a:lnTo>
                  <a:lnTo>
                    <a:pt x="1120" y="3398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6"/>
                  </a:lnTo>
                  <a:lnTo>
                    <a:pt x="3399" y="1159"/>
                  </a:lnTo>
                  <a:lnTo>
                    <a:pt x="3978" y="888"/>
                  </a:lnTo>
                  <a:lnTo>
                    <a:pt x="4634" y="657"/>
                  </a:lnTo>
                  <a:lnTo>
                    <a:pt x="5252" y="463"/>
                  </a:lnTo>
                  <a:lnTo>
                    <a:pt x="5909" y="386"/>
                  </a:lnTo>
                  <a:lnTo>
                    <a:pt x="6565" y="386"/>
                  </a:lnTo>
                  <a:lnTo>
                    <a:pt x="7221" y="463"/>
                  </a:lnTo>
                  <a:lnTo>
                    <a:pt x="7878" y="579"/>
                  </a:lnTo>
                  <a:lnTo>
                    <a:pt x="8496" y="811"/>
                  </a:lnTo>
                  <a:lnTo>
                    <a:pt x="9114" y="1081"/>
                  </a:lnTo>
                  <a:lnTo>
                    <a:pt x="9422" y="1274"/>
                  </a:lnTo>
                  <a:lnTo>
                    <a:pt x="9731" y="1506"/>
                  </a:lnTo>
                  <a:lnTo>
                    <a:pt x="10040" y="1699"/>
                  </a:lnTo>
                  <a:lnTo>
                    <a:pt x="10311" y="1931"/>
                  </a:lnTo>
                  <a:lnTo>
                    <a:pt x="10774" y="2471"/>
                  </a:lnTo>
                  <a:lnTo>
                    <a:pt x="11199" y="3012"/>
                  </a:lnTo>
                  <a:lnTo>
                    <a:pt x="11546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4" y="5638"/>
                  </a:lnTo>
                  <a:lnTo>
                    <a:pt x="12628" y="6217"/>
                  </a:lnTo>
                  <a:lnTo>
                    <a:pt x="12859" y="6796"/>
                  </a:lnTo>
                  <a:lnTo>
                    <a:pt x="13129" y="7376"/>
                  </a:lnTo>
                  <a:lnTo>
                    <a:pt x="13438" y="7955"/>
                  </a:lnTo>
                  <a:lnTo>
                    <a:pt x="13825" y="8495"/>
                  </a:lnTo>
                  <a:lnTo>
                    <a:pt x="14249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499"/>
                  </a:lnTo>
                  <a:lnTo>
                    <a:pt x="15292" y="9654"/>
                  </a:lnTo>
                  <a:lnTo>
                    <a:pt x="15755" y="9808"/>
                  </a:lnTo>
                  <a:lnTo>
                    <a:pt x="16219" y="9886"/>
                  </a:lnTo>
                  <a:lnTo>
                    <a:pt x="16721" y="9886"/>
                  </a:lnTo>
                  <a:lnTo>
                    <a:pt x="17184" y="9808"/>
                  </a:lnTo>
                  <a:lnTo>
                    <a:pt x="17609" y="9615"/>
                  </a:lnTo>
                  <a:lnTo>
                    <a:pt x="17841" y="9499"/>
                  </a:lnTo>
                  <a:lnTo>
                    <a:pt x="18034" y="9384"/>
                  </a:lnTo>
                  <a:lnTo>
                    <a:pt x="18188" y="9229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1" y="8611"/>
                  </a:lnTo>
                  <a:lnTo>
                    <a:pt x="18651" y="8534"/>
                  </a:lnTo>
                  <a:lnTo>
                    <a:pt x="18651" y="8457"/>
                  </a:lnTo>
                  <a:lnTo>
                    <a:pt x="18651" y="8380"/>
                  </a:lnTo>
                  <a:lnTo>
                    <a:pt x="18651" y="8341"/>
                  </a:lnTo>
                  <a:lnTo>
                    <a:pt x="18304" y="8341"/>
                  </a:lnTo>
                  <a:lnTo>
                    <a:pt x="18265" y="8418"/>
                  </a:lnTo>
                  <a:lnTo>
                    <a:pt x="18072" y="8727"/>
                  </a:lnTo>
                  <a:lnTo>
                    <a:pt x="17802" y="8997"/>
                  </a:lnTo>
                  <a:lnTo>
                    <a:pt x="17493" y="9190"/>
                  </a:lnTo>
                  <a:lnTo>
                    <a:pt x="17184" y="9345"/>
                  </a:lnTo>
                  <a:lnTo>
                    <a:pt x="16837" y="9422"/>
                  </a:lnTo>
                  <a:lnTo>
                    <a:pt x="16450" y="9461"/>
                  </a:lnTo>
                  <a:lnTo>
                    <a:pt x="16103" y="9422"/>
                  </a:lnTo>
                  <a:lnTo>
                    <a:pt x="15717" y="9345"/>
                  </a:lnTo>
                  <a:lnTo>
                    <a:pt x="15369" y="9190"/>
                  </a:lnTo>
                  <a:lnTo>
                    <a:pt x="15022" y="8997"/>
                  </a:lnTo>
                  <a:lnTo>
                    <a:pt x="14713" y="8766"/>
                  </a:lnTo>
                  <a:lnTo>
                    <a:pt x="14404" y="8495"/>
                  </a:lnTo>
                  <a:lnTo>
                    <a:pt x="14172" y="8186"/>
                  </a:lnTo>
                  <a:lnTo>
                    <a:pt x="13940" y="7839"/>
                  </a:lnTo>
                  <a:lnTo>
                    <a:pt x="13709" y="7530"/>
                  </a:lnTo>
                  <a:lnTo>
                    <a:pt x="13554" y="7182"/>
                  </a:lnTo>
                  <a:lnTo>
                    <a:pt x="13245" y="6526"/>
                  </a:lnTo>
                  <a:lnTo>
                    <a:pt x="12975" y="5831"/>
                  </a:lnTo>
                  <a:lnTo>
                    <a:pt x="12473" y="4479"/>
                  </a:lnTo>
                  <a:lnTo>
                    <a:pt x="12164" y="3823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278"/>
                  </a:lnTo>
                  <a:lnTo>
                    <a:pt x="11006" y="2008"/>
                  </a:lnTo>
                  <a:lnTo>
                    <a:pt x="10542" y="1583"/>
                  </a:lnTo>
                  <a:lnTo>
                    <a:pt x="10079" y="1197"/>
                  </a:lnTo>
                  <a:lnTo>
                    <a:pt x="9577" y="850"/>
                  </a:lnTo>
                  <a:lnTo>
                    <a:pt x="9036" y="579"/>
                  </a:lnTo>
                  <a:lnTo>
                    <a:pt x="8496" y="348"/>
                  </a:lnTo>
                  <a:lnTo>
                    <a:pt x="7916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8" name="Google Shape;4138;p18"/>
            <p:cNvSpPr/>
            <p:nvPr/>
          </p:nvSpPr>
          <p:spPr>
            <a:xfrm>
              <a:off x="6591225" y="1769975"/>
              <a:ext cx="353350" cy="159325"/>
            </a:xfrm>
            <a:custGeom>
              <a:avLst/>
              <a:gdLst/>
              <a:ahLst/>
              <a:cxnLst/>
              <a:rect l="l" t="t" r="r" b="b"/>
              <a:pathLst>
                <a:path w="14134" h="6373" extrusionOk="0">
                  <a:moveTo>
                    <a:pt x="11160" y="464"/>
                  </a:moveTo>
                  <a:lnTo>
                    <a:pt x="11624" y="503"/>
                  </a:lnTo>
                  <a:lnTo>
                    <a:pt x="12048" y="542"/>
                  </a:lnTo>
                  <a:lnTo>
                    <a:pt x="12434" y="657"/>
                  </a:lnTo>
                  <a:lnTo>
                    <a:pt x="12628" y="735"/>
                  </a:lnTo>
                  <a:lnTo>
                    <a:pt x="12743" y="812"/>
                  </a:lnTo>
                  <a:lnTo>
                    <a:pt x="12859" y="966"/>
                  </a:lnTo>
                  <a:lnTo>
                    <a:pt x="12936" y="1082"/>
                  </a:lnTo>
                  <a:lnTo>
                    <a:pt x="12975" y="1314"/>
                  </a:lnTo>
                  <a:lnTo>
                    <a:pt x="12975" y="1507"/>
                  </a:lnTo>
                  <a:lnTo>
                    <a:pt x="12936" y="1700"/>
                  </a:lnTo>
                  <a:lnTo>
                    <a:pt x="12821" y="1893"/>
                  </a:lnTo>
                  <a:lnTo>
                    <a:pt x="12705" y="2086"/>
                  </a:lnTo>
                  <a:lnTo>
                    <a:pt x="12589" y="2241"/>
                  </a:lnTo>
                  <a:lnTo>
                    <a:pt x="12241" y="2472"/>
                  </a:lnTo>
                  <a:lnTo>
                    <a:pt x="11817" y="2743"/>
                  </a:lnTo>
                  <a:lnTo>
                    <a:pt x="11392" y="2936"/>
                  </a:lnTo>
                  <a:lnTo>
                    <a:pt x="10658" y="3206"/>
                  </a:lnTo>
                  <a:lnTo>
                    <a:pt x="9924" y="3438"/>
                  </a:lnTo>
                  <a:lnTo>
                    <a:pt x="9152" y="3708"/>
                  </a:lnTo>
                  <a:lnTo>
                    <a:pt x="8380" y="3901"/>
                  </a:lnTo>
                  <a:lnTo>
                    <a:pt x="7608" y="4094"/>
                  </a:lnTo>
                  <a:lnTo>
                    <a:pt x="6797" y="4287"/>
                  </a:lnTo>
                  <a:lnTo>
                    <a:pt x="5909" y="4442"/>
                  </a:lnTo>
                  <a:lnTo>
                    <a:pt x="5020" y="4596"/>
                  </a:lnTo>
                  <a:lnTo>
                    <a:pt x="4132" y="4712"/>
                  </a:lnTo>
                  <a:lnTo>
                    <a:pt x="3244" y="4789"/>
                  </a:lnTo>
                  <a:lnTo>
                    <a:pt x="2201" y="4789"/>
                  </a:lnTo>
                  <a:lnTo>
                    <a:pt x="1854" y="4751"/>
                  </a:lnTo>
                  <a:lnTo>
                    <a:pt x="1506" y="4673"/>
                  </a:lnTo>
                  <a:lnTo>
                    <a:pt x="1198" y="4558"/>
                  </a:lnTo>
                  <a:lnTo>
                    <a:pt x="889" y="4442"/>
                  </a:lnTo>
                  <a:lnTo>
                    <a:pt x="580" y="4249"/>
                  </a:lnTo>
                  <a:lnTo>
                    <a:pt x="657" y="4171"/>
                  </a:lnTo>
                  <a:lnTo>
                    <a:pt x="696" y="4056"/>
                  </a:lnTo>
                  <a:lnTo>
                    <a:pt x="696" y="3940"/>
                  </a:lnTo>
                  <a:lnTo>
                    <a:pt x="734" y="3824"/>
                  </a:lnTo>
                  <a:lnTo>
                    <a:pt x="850" y="3631"/>
                  </a:lnTo>
                  <a:lnTo>
                    <a:pt x="1082" y="3438"/>
                  </a:lnTo>
                  <a:lnTo>
                    <a:pt x="1313" y="3245"/>
                  </a:lnTo>
                  <a:lnTo>
                    <a:pt x="1854" y="2936"/>
                  </a:lnTo>
                  <a:lnTo>
                    <a:pt x="2279" y="2704"/>
                  </a:lnTo>
                  <a:lnTo>
                    <a:pt x="3012" y="2356"/>
                  </a:lnTo>
                  <a:lnTo>
                    <a:pt x="3707" y="2009"/>
                  </a:lnTo>
                  <a:lnTo>
                    <a:pt x="4480" y="1700"/>
                  </a:lnTo>
                  <a:lnTo>
                    <a:pt x="5252" y="1430"/>
                  </a:lnTo>
                  <a:lnTo>
                    <a:pt x="6024" y="1198"/>
                  </a:lnTo>
                  <a:lnTo>
                    <a:pt x="6835" y="1005"/>
                  </a:lnTo>
                  <a:lnTo>
                    <a:pt x="7608" y="812"/>
                  </a:lnTo>
                  <a:lnTo>
                    <a:pt x="8418" y="696"/>
                  </a:lnTo>
                  <a:lnTo>
                    <a:pt x="9229" y="580"/>
                  </a:lnTo>
                  <a:lnTo>
                    <a:pt x="10040" y="542"/>
                  </a:lnTo>
                  <a:lnTo>
                    <a:pt x="10735" y="503"/>
                  </a:lnTo>
                  <a:lnTo>
                    <a:pt x="11160" y="464"/>
                  </a:lnTo>
                  <a:close/>
                  <a:moveTo>
                    <a:pt x="13477" y="1121"/>
                  </a:moveTo>
                  <a:lnTo>
                    <a:pt x="13631" y="1314"/>
                  </a:lnTo>
                  <a:lnTo>
                    <a:pt x="13709" y="1507"/>
                  </a:lnTo>
                  <a:lnTo>
                    <a:pt x="13747" y="1739"/>
                  </a:lnTo>
                  <a:lnTo>
                    <a:pt x="13709" y="2009"/>
                  </a:lnTo>
                  <a:lnTo>
                    <a:pt x="13631" y="2241"/>
                  </a:lnTo>
                  <a:lnTo>
                    <a:pt x="13516" y="2472"/>
                  </a:lnTo>
                  <a:lnTo>
                    <a:pt x="13400" y="2704"/>
                  </a:lnTo>
                  <a:lnTo>
                    <a:pt x="13207" y="2897"/>
                  </a:lnTo>
                  <a:lnTo>
                    <a:pt x="12859" y="3206"/>
                  </a:lnTo>
                  <a:lnTo>
                    <a:pt x="12473" y="3438"/>
                  </a:lnTo>
                  <a:lnTo>
                    <a:pt x="12048" y="3669"/>
                  </a:lnTo>
                  <a:lnTo>
                    <a:pt x="11624" y="3901"/>
                  </a:lnTo>
                  <a:lnTo>
                    <a:pt x="10658" y="4287"/>
                  </a:lnTo>
                  <a:lnTo>
                    <a:pt x="9731" y="4635"/>
                  </a:lnTo>
                  <a:lnTo>
                    <a:pt x="8766" y="4905"/>
                  </a:lnTo>
                  <a:lnTo>
                    <a:pt x="7762" y="5175"/>
                  </a:lnTo>
                  <a:lnTo>
                    <a:pt x="6758" y="5407"/>
                  </a:lnTo>
                  <a:lnTo>
                    <a:pt x="5754" y="5600"/>
                  </a:lnTo>
                  <a:lnTo>
                    <a:pt x="4711" y="5793"/>
                  </a:lnTo>
                  <a:lnTo>
                    <a:pt x="3707" y="5909"/>
                  </a:lnTo>
                  <a:lnTo>
                    <a:pt x="2781" y="5986"/>
                  </a:lnTo>
                  <a:lnTo>
                    <a:pt x="2279" y="5986"/>
                  </a:lnTo>
                  <a:lnTo>
                    <a:pt x="1815" y="5948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9"/>
                  </a:lnTo>
                  <a:lnTo>
                    <a:pt x="696" y="5484"/>
                  </a:lnTo>
                  <a:lnTo>
                    <a:pt x="502" y="5253"/>
                  </a:lnTo>
                  <a:lnTo>
                    <a:pt x="348" y="5021"/>
                  </a:lnTo>
                  <a:lnTo>
                    <a:pt x="309" y="4866"/>
                  </a:lnTo>
                  <a:lnTo>
                    <a:pt x="309" y="4751"/>
                  </a:lnTo>
                  <a:lnTo>
                    <a:pt x="309" y="4596"/>
                  </a:lnTo>
                  <a:lnTo>
                    <a:pt x="348" y="4442"/>
                  </a:lnTo>
                  <a:lnTo>
                    <a:pt x="541" y="4673"/>
                  </a:lnTo>
                  <a:lnTo>
                    <a:pt x="811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2" y="5214"/>
                  </a:lnTo>
                  <a:lnTo>
                    <a:pt x="1931" y="5253"/>
                  </a:lnTo>
                  <a:lnTo>
                    <a:pt x="2588" y="5330"/>
                  </a:lnTo>
                  <a:lnTo>
                    <a:pt x="3244" y="5291"/>
                  </a:lnTo>
                  <a:lnTo>
                    <a:pt x="3939" y="5253"/>
                  </a:lnTo>
                  <a:lnTo>
                    <a:pt x="5136" y="5059"/>
                  </a:lnTo>
                  <a:lnTo>
                    <a:pt x="6913" y="4789"/>
                  </a:lnTo>
                  <a:lnTo>
                    <a:pt x="7839" y="4596"/>
                  </a:lnTo>
                  <a:lnTo>
                    <a:pt x="8727" y="4403"/>
                  </a:lnTo>
                  <a:lnTo>
                    <a:pt x="9616" y="4133"/>
                  </a:lnTo>
                  <a:lnTo>
                    <a:pt x="10504" y="3862"/>
                  </a:lnTo>
                  <a:lnTo>
                    <a:pt x="11353" y="3515"/>
                  </a:lnTo>
                  <a:lnTo>
                    <a:pt x="12164" y="3129"/>
                  </a:lnTo>
                  <a:lnTo>
                    <a:pt x="12434" y="2974"/>
                  </a:lnTo>
                  <a:lnTo>
                    <a:pt x="12705" y="2820"/>
                  </a:lnTo>
                  <a:lnTo>
                    <a:pt x="12936" y="2588"/>
                  </a:lnTo>
                  <a:lnTo>
                    <a:pt x="13129" y="2395"/>
                  </a:lnTo>
                  <a:lnTo>
                    <a:pt x="13323" y="2125"/>
                  </a:lnTo>
                  <a:lnTo>
                    <a:pt x="13438" y="1854"/>
                  </a:lnTo>
                  <a:lnTo>
                    <a:pt x="13516" y="1584"/>
                  </a:lnTo>
                  <a:lnTo>
                    <a:pt x="13516" y="1237"/>
                  </a:lnTo>
                  <a:lnTo>
                    <a:pt x="13477" y="1121"/>
                  </a:lnTo>
                  <a:close/>
                  <a:moveTo>
                    <a:pt x="10658" y="1"/>
                  </a:moveTo>
                  <a:lnTo>
                    <a:pt x="9886" y="40"/>
                  </a:lnTo>
                  <a:lnTo>
                    <a:pt x="9114" y="117"/>
                  </a:lnTo>
                  <a:lnTo>
                    <a:pt x="8303" y="233"/>
                  </a:lnTo>
                  <a:lnTo>
                    <a:pt x="7530" y="348"/>
                  </a:lnTo>
                  <a:lnTo>
                    <a:pt x="6719" y="542"/>
                  </a:lnTo>
                  <a:lnTo>
                    <a:pt x="5909" y="735"/>
                  </a:lnTo>
                  <a:lnTo>
                    <a:pt x="5020" y="1005"/>
                  </a:lnTo>
                  <a:lnTo>
                    <a:pt x="4132" y="1352"/>
                  </a:lnTo>
                  <a:lnTo>
                    <a:pt x="3244" y="1700"/>
                  </a:lnTo>
                  <a:lnTo>
                    <a:pt x="2395" y="2125"/>
                  </a:lnTo>
                  <a:lnTo>
                    <a:pt x="1777" y="2434"/>
                  </a:lnTo>
                  <a:lnTo>
                    <a:pt x="1391" y="2627"/>
                  </a:lnTo>
                  <a:lnTo>
                    <a:pt x="1043" y="2858"/>
                  </a:lnTo>
                  <a:lnTo>
                    <a:pt x="696" y="3090"/>
                  </a:lnTo>
                  <a:lnTo>
                    <a:pt x="464" y="3399"/>
                  </a:lnTo>
                  <a:lnTo>
                    <a:pt x="348" y="3554"/>
                  </a:lnTo>
                  <a:lnTo>
                    <a:pt x="271" y="3708"/>
                  </a:lnTo>
                  <a:lnTo>
                    <a:pt x="232" y="3862"/>
                  </a:lnTo>
                  <a:lnTo>
                    <a:pt x="232" y="4056"/>
                  </a:lnTo>
                  <a:lnTo>
                    <a:pt x="194" y="4133"/>
                  </a:lnTo>
                  <a:lnTo>
                    <a:pt x="194" y="4171"/>
                  </a:lnTo>
                  <a:lnTo>
                    <a:pt x="116" y="4326"/>
                  </a:lnTo>
                  <a:lnTo>
                    <a:pt x="39" y="4480"/>
                  </a:lnTo>
                  <a:lnTo>
                    <a:pt x="0" y="4635"/>
                  </a:lnTo>
                  <a:lnTo>
                    <a:pt x="0" y="4789"/>
                  </a:lnTo>
                  <a:lnTo>
                    <a:pt x="39" y="5137"/>
                  </a:lnTo>
                  <a:lnTo>
                    <a:pt x="194" y="5446"/>
                  </a:lnTo>
                  <a:lnTo>
                    <a:pt x="348" y="5639"/>
                  </a:lnTo>
                  <a:lnTo>
                    <a:pt x="502" y="5832"/>
                  </a:lnTo>
                  <a:lnTo>
                    <a:pt x="696" y="5948"/>
                  </a:lnTo>
                  <a:lnTo>
                    <a:pt x="927" y="6063"/>
                  </a:lnTo>
                  <a:lnTo>
                    <a:pt x="966" y="6257"/>
                  </a:lnTo>
                  <a:lnTo>
                    <a:pt x="1275" y="6179"/>
                  </a:lnTo>
                  <a:lnTo>
                    <a:pt x="1313" y="6218"/>
                  </a:lnTo>
                  <a:lnTo>
                    <a:pt x="1313" y="6257"/>
                  </a:lnTo>
                  <a:lnTo>
                    <a:pt x="1352" y="6295"/>
                  </a:lnTo>
                  <a:lnTo>
                    <a:pt x="1468" y="6257"/>
                  </a:lnTo>
                  <a:lnTo>
                    <a:pt x="1815" y="6295"/>
                  </a:lnTo>
                  <a:lnTo>
                    <a:pt x="2395" y="6334"/>
                  </a:lnTo>
                  <a:lnTo>
                    <a:pt x="3012" y="6372"/>
                  </a:lnTo>
                  <a:lnTo>
                    <a:pt x="3592" y="6334"/>
                  </a:lnTo>
                  <a:lnTo>
                    <a:pt x="4171" y="6295"/>
                  </a:lnTo>
                  <a:lnTo>
                    <a:pt x="5368" y="6102"/>
                  </a:lnTo>
                  <a:lnTo>
                    <a:pt x="6565" y="5870"/>
                  </a:lnTo>
                  <a:lnTo>
                    <a:pt x="6758" y="5832"/>
                  </a:lnTo>
                  <a:lnTo>
                    <a:pt x="7994" y="5523"/>
                  </a:lnTo>
                  <a:lnTo>
                    <a:pt x="9036" y="5253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6" y="4133"/>
                  </a:lnTo>
                  <a:lnTo>
                    <a:pt x="12126" y="4249"/>
                  </a:lnTo>
                  <a:lnTo>
                    <a:pt x="12396" y="4287"/>
                  </a:lnTo>
                  <a:lnTo>
                    <a:pt x="12782" y="4712"/>
                  </a:lnTo>
                  <a:lnTo>
                    <a:pt x="13014" y="4519"/>
                  </a:lnTo>
                  <a:lnTo>
                    <a:pt x="12434" y="3940"/>
                  </a:lnTo>
                  <a:lnTo>
                    <a:pt x="12898" y="3669"/>
                  </a:lnTo>
                  <a:lnTo>
                    <a:pt x="13361" y="3322"/>
                  </a:lnTo>
                  <a:lnTo>
                    <a:pt x="13631" y="3052"/>
                  </a:lnTo>
                  <a:lnTo>
                    <a:pt x="13825" y="2704"/>
                  </a:lnTo>
                  <a:lnTo>
                    <a:pt x="14133" y="2627"/>
                  </a:lnTo>
                  <a:lnTo>
                    <a:pt x="14018" y="2318"/>
                  </a:lnTo>
                  <a:lnTo>
                    <a:pt x="14095" y="2009"/>
                  </a:lnTo>
                  <a:lnTo>
                    <a:pt x="14133" y="1739"/>
                  </a:lnTo>
                  <a:lnTo>
                    <a:pt x="14095" y="1468"/>
                  </a:lnTo>
                  <a:lnTo>
                    <a:pt x="14018" y="1237"/>
                  </a:lnTo>
                  <a:lnTo>
                    <a:pt x="13902" y="1005"/>
                  </a:lnTo>
                  <a:lnTo>
                    <a:pt x="13747" y="812"/>
                  </a:lnTo>
                  <a:lnTo>
                    <a:pt x="13477" y="619"/>
                  </a:lnTo>
                  <a:lnTo>
                    <a:pt x="13168" y="503"/>
                  </a:lnTo>
                  <a:lnTo>
                    <a:pt x="13091" y="503"/>
                  </a:lnTo>
                  <a:lnTo>
                    <a:pt x="12898" y="387"/>
                  </a:lnTo>
                  <a:lnTo>
                    <a:pt x="12666" y="271"/>
                  </a:lnTo>
                  <a:lnTo>
                    <a:pt x="12434" y="155"/>
                  </a:lnTo>
                  <a:lnTo>
                    <a:pt x="12203" y="117"/>
                  </a:lnTo>
                  <a:lnTo>
                    <a:pt x="11817" y="40"/>
                  </a:lnTo>
                  <a:lnTo>
                    <a:pt x="1143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9" name="Google Shape;4139;p18"/>
            <p:cNvSpPr/>
            <p:nvPr/>
          </p:nvSpPr>
          <p:spPr>
            <a:xfrm>
              <a:off x="2687250" y="1806675"/>
              <a:ext cx="449900" cy="337900"/>
            </a:xfrm>
            <a:custGeom>
              <a:avLst/>
              <a:gdLst/>
              <a:ahLst/>
              <a:cxnLst/>
              <a:rect l="l" t="t" r="r" b="b"/>
              <a:pathLst>
                <a:path w="17996" h="13516" extrusionOk="0">
                  <a:moveTo>
                    <a:pt x="15794" y="386"/>
                  </a:moveTo>
                  <a:lnTo>
                    <a:pt x="15872" y="425"/>
                  </a:lnTo>
                  <a:lnTo>
                    <a:pt x="15949" y="464"/>
                  </a:lnTo>
                  <a:lnTo>
                    <a:pt x="16103" y="657"/>
                  </a:lnTo>
                  <a:lnTo>
                    <a:pt x="16181" y="850"/>
                  </a:lnTo>
                  <a:lnTo>
                    <a:pt x="16258" y="1043"/>
                  </a:lnTo>
                  <a:lnTo>
                    <a:pt x="16219" y="1236"/>
                  </a:lnTo>
                  <a:lnTo>
                    <a:pt x="16181" y="1468"/>
                  </a:lnTo>
                  <a:lnTo>
                    <a:pt x="15987" y="1892"/>
                  </a:lnTo>
                  <a:lnTo>
                    <a:pt x="15833" y="2163"/>
                  </a:lnTo>
                  <a:lnTo>
                    <a:pt x="15601" y="2433"/>
                  </a:lnTo>
                  <a:lnTo>
                    <a:pt x="15370" y="2665"/>
                  </a:lnTo>
                  <a:lnTo>
                    <a:pt x="15099" y="2896"/>
                  </a:lnTo>
                  <a:lnTo>
                    <a:pt x="14983" y="2279"/>
                  </a:lnTo>
                  <a:lnTo>
                    <a:pt x="14945" y="1970"/>
                  </a:lnTo>
                  <a:lnTo>
                    <a:pt x="14906" y="1699"/>
                  </a:lnTo>
                  <a:lnTo>
                    <a:pt x="14945" y="1390"/>
                  </a:lnTo>
                  <a:lnTo>
                    <a:pt x="15022" y="1120"/>
                  </a:lnTo>
                  <a:lnTo>
                    <a:pt x="15138" y="850"/>
                  </a:lnTo>
                  <a:lnTo>
                    <a:pt x="15331" y="618"/>
                  </a:lnTo>
                  <a:lnTo>
                    <a:pt x="15563" y="464"/>
                  </a:lnTo>
                  <a:lnTo>
                    <a:pt x="15679" y="386"/>
                  </a:lnTo>
                  <a:close/>
                  <a:moveTo>
                    <a:pt x="14481" y="3437"/>
                  </a:moveTo>
                  <a:lnTo>
                    <a:pt x="14443" y="3591"/>
                  </a:lnTo>
                  <a:lnTo>
                    <a:pt x="14134" y="3939"/>
                  </a:lnTo>
                  <a:lnTo>
                    <a:pt x="13786" y="4287"/>
                  </a:lnTo>
                  <a:lnTo>
                    <a:pt x="13593" y="4441"/>
                  </a:lnTo>
                  <a:lnTo>
                    <a:pt x="13362" y="4595"/>
                  </a:lnTo>
                  <a:lnTo>
                    <a:pt x="13091" y="4711"/>
                  </a:lnTo>
                  <a:lnTo>
                    <a:pt x="12782" y="4750"/>
                  </a:lnTo>
                  <a:lnTo>
                    <a:pt x="12667" y="4789"/>
                  </a:lnTo>
                  <a:lnTo>
                    <a:pt x="12589" y="4750"/>
                  </a:lnTo>
                  <a:lnTo>
                    <a:pt x="12551" y="4673"/>
                  </a:lnTo>
                  <a:lnTo>
                    <a:pt x="12512" y="4518"/>
                  </a:lnTo>
                  <a:lnTo>
                    <a:pt x="12474" y="4287"/>
                  </a:lnTo>
                  <a:lnTo>
                    <a:pt x="12512" y="4171"/>
                  </a:lnTo>
                  <a:lnTo>
                    <a:pt x="12628" y="4055"/>
                  </a:lnTo>
                  <a:lnTo>
                    <a:pt x="12821" y="3900"/>
                  </a:lnTo>
                  <a:lnTo>
                    <a:pt x="13091" y="3746"/>
                  </a:lnTo>
                  <a:lnTo>
                    <a:pt x="13362" y="3591"/>
                  </a:lnTo>
                  <a:lnTo>
                    <a:pt x="13632" y="3514"/>
                  </a:lnTo>
                  <a:lnTo>
                    <a:pt x="13941" y="3437"/>
                  </a:lnTo>
                  <a:close/>
                  <a:moveTo>
                    <a:pt x="15061" y="3514"/>
                  </a:moveTo>
                  <a:lnTo>
                    <a:pt x="15717" y="3553"/>
                  </a:lnTo>
                  <a:lnTo>
                    <a:pt x="16065" y="3591"/>
                  </a:lnTo>
                  <a:lnTo>
                    <a:pt x="16412" y="3630"/>
                  </a:lnTo>
                  <a:lnTo>
                    <a:pt x="16721" y="3707"/>
                  </a:lnTo>
                  <a:lnTo>
                    <a:pt x="17030" y="3823"/>
                  </a:lnTo>
                  <a:lnTo>
                    <a:pt x="17262" y="4016"/>
                  </a:lnTo>
                  <a:lnTo>
                    <a:pt x="17378" y="4171"/>
                  </a:lnTo>
                  <a:lnTo>
                    <a:pt x="17493" y="4287"/>
                  </a:lnTo>
                  <a:lnTo>
                    <a:pt x="17571" y="4480"/>
                  </a:lnTo>
                  <a:lnTo>
                    <a:pt x="17571" y="4634"/>
                  </a:lnTo>
                  <a:lnTo>
                    <a:pt x="17493" y="4789"/>
                  </a:lnTo>
                  <a:lnTo>
                    <a:pt x="17378" y="4904"/>
                  </a:lnTo>
                  <a:lnTo>
                    <a:pt x="17262" y="4982"/>
                  </a:lnTo>
                  <a:lnTo>
                    <a:pt x="17069" y="5020"/>
                  </a:lnTo>
                  <a:lnTo>
                    <a:pt x="16914" y="4982"/>
                  </a:lnTo>
                  <a:lnTo>
                    <a:pt x="16721" y="4943"/>
                  </a:lnTo>
                  <a:lnTo>
                    <a:pt x="16335" y="4750"/>
                  </a:lnTo>
                  <a:lnTo>
                    <a:pt x="15987" y="4518"/>
                  </a:lnTo>
                  <a:lnTo>
                    <a:pt x="15717" y="4287"/>
                  </a:lnTo>
                  <a:lnTo>
                    <a:pt x="15485" y="4055"/>
                  </a:lnTo>
                  <a:lnTo>
                    <a:pt x="15254" y="3785"/>
                  </a:lnTo>
                  <a:lnTo>
                    <a:pt x="15061" y="3514"/>
                  </a:lnTo>
                  <a:close/>
                  <a:moveTo>
                    <a:pt x="4866" y="3128"/>
                  </a:moveTo>
                  <a:lnTo>
                    <a:pt x="5484" y="3167"/>
                  </a:lnTo>
                  <a:lnTo>
                    <a:pt x="6102" y="3283"/>
                  </a:lnTo>
                  <a:lnTo>
                    <a:pt x="6681" y="3514"/>
                  </a:lnTo>
                  <a:lnTo>
                    <a:pt x="7145" y="3707"/>
                  </a:lnTo>
                  <a:lnTo>
                    <a:pt x="7569" y="3978"/>
                  </a:lnTo>
                  <a:lnTo>
                    <a:pt x="7994" y="4248"/>
                  </a:lnTo>
                  <a:lnTo>
                    <a:pt x="8380" y="4557"/>
                  </a:lnTo>
                  <a:lnTo>
                    <a:pt x="9153" y="5213"/>
                  </a:lnTo>
                  <a:lnTo>
                    <a:pt x="9925" y="5908"/>
                  </a:lnTo>
                  <a:lnTo>
                    <a:pt x="10234" y="6179"/>
                  </a:lnTo>
                  <a:lnTo>
                    <a:pt x="10581" y="6410"/>
                  </a:lnTo>
                  <a:lnTo>
                    <a:pt x="10968" y="6642"/>
                  </a:lnTo>
                  <a:lnTo>
                    <a:pt x="11354" y="6797"/>
                  </a:lnTo>
                  <a:lnTo>
                    <a:pt x="11740" y="6874"/>
                  </a:lnTo>
                  <a:lnTo>
                    <a:pt x="12165" y="6912"/>
                  </a:lnTo>
                  <a:lnTo>
                    <a:pt x="12589" y="6874"/>
                  </a:lnTo>
                  <a:lnTo>
                    <a:pt x="13014" y="6719"/>
                  </a:lnTo>
                  <a:lnTo>
                    <a:pt x="13323" y="6565"/>
                  </a:lnTo>
                  <a:lnTo>
                    <a:pt x="13593" y="6372"/>
                  </a:lnTo>
                  <a:lnTo>
                    <a:pt x="13825" y="6179"/>
                  </a:lnTo>
                  <a:lnTo>
                    <a:pt x="14018" y="5947"/>
                  </a:lnTo>
                  <a:lnTo>
                    <a:pt x="14211" y="5677"/>
                  </a:lnTo>
                  <a:lnTo>
                    <a:pt x="14366" y="5406"/>
                  </a:lnTo>
                  <a:lnTo>
                    <a:pt x="14520" y="5097"/>
                  </a:lnTo>
                  <a:lnTo>
                    <a:pt x="14636" y="4789"/>
                  </a:lnTo>
                  <a:lnTo>
                    <a:pt x="14559" y="5638"/>
                  </a:lnTo>
                  <a:lnTo>
                    <a:pt x="14404" y="6449"/>
                  </a:lnTo>
                  <a:lnTo>
                    <a:pt x="14211" y="7221"/>
                  </a:lnTo>
                  <a:lnTo>
                    <a:pt x="13941" y="7994"/>
                  </a:lnTo>
                  <a:lnTo>
                    <a:pt x="13593" y="8727"/>
                  </a:lnTo>
                  <a:lnTo>
                    <a:pt x="13169" y="9422"/>
                  </a:lnTo>
                  <a:lnTo>
                    <a:pt x="12667" y="10117"/>
                  </a:lnTo>
                  <a:lnTo>
                    <a:pt x="12087" y="10735"/>
                  </a:lnTo>
                  <a:lnTo>
                    <a:pt x="11624" y="11160"/>
                  </a:lnTo>
                  <a:lnTo>
                    <a:pt x="11199" y="11546"/>
                  </a:lnTo>
                  <a:lnTo>
                    <a:pt x="10697" y="11855"/>
                  </a:lnTo>
                  <a:lnTo>
                    <a:pt x="10195" y="12164"/>
                  </a:lnTo>
                  <a:lnTo>
                    <a:pt x="9693" y="12396"/>
                  </a:lnTo>
                  <a:lnTo>
                    <a:pt x="9153" y="12627"/>
                  </a:lnTo>
                  <a:lnTo>
                    <a:pt x="8612" y="12782"/>
                  </a:lnTo>
                  <a:lnTo>
                    <a:pt x="8071" y="12898"/>
                  </a:lnTo>
                  <a:lnTo>
                    <a:pt x="7531" y="12975"/>
                  </a:lnTo>
                  <a:lnTo>
                    <a:pt x="6990" y="13014"/>
                  </a:lnTo>
                  <a:lnTo>
                    <a:pt x="6411" y="12975"/>
                  </a:lnTo>
                  <a:lnTo>
                    <a:pt x="5870" y="12898"/>
                  </a:lnTo>
                  <a:lnTo>
                    <a:pt x="5291" y="12782"/>
                  </a:lnTo>
                  <a:lnTo>
                    <a:pt x="4751" y="12627"/>
                  </a:lnTo>
                  <a:lnTo>
                    <a:pt x="4171" y="12396"/>
                  </a:lnTo>
                  <a:lnTo>
                    <a:pt x="3631" y="12125"/>
                  </a:lnTo>
                  <a:lnTo>
                    <a:pt x="3090" y="11816"/>
                  </a:lnTo>
                  <a:lnTo>
                    <a:pt x="2588" y="11469"/>
                  </a:lnTo>
                  <a:lnTo>
                    <a:pt x="2125" y="11044"/>
                  </a:lnTo>
                  <a:lnTo>
                    <a:pt x="1700" y="10581"/>
                  </a:lnTo>
                  <a:lnTo>
                    <a:pt x="1314" y="10117"/>
                  </a:lnTo>
                  <a:lnTo>
                    <a:pt x="966" y="9577"/>
                  </a:lnTo>
                  <a:lnTo>
                    <a:pt x="696" y="8998"/>
                  </a:lnTo>
                  <a:lnTo>
                    <a:pt x="542" y="8418"/>
                  </a:lnTo>
                  <a:lnTo>
                    <a:pt x="426" y="7801"/>
                  </a:lnTo>
                  <a:lnTo>
                    <a:pt x="426" y="7221"/>
                  </a:lnTo>
                  <a:lnTo>
                    <a:pt x="503" y="6603"/>
                  </a:lnTo>
                  <a:lnTo>
                    <a:pt x="696" y="6024"/>
                  </a:lnTo>
                  <a:lnTo>
                    <a:pt x="928" y="5484"/>
                  </a:lnTo>
                  <a:lnTo>
                    <a:pt x="1237" y="4943"/>
                  </a:lnTo>
                  <a:lnTo>
                    <a:pt x="1623" y="4480"/>
                  </a:lnTo>
                  <a:lnTo>
                    <a:pt x="2048" y="4055"/>
                  </a:lnTo>
                  <a:lnTo>
                    <a:pt x="2588" y="3707"/>
                  </a:lnTo>
                  <a:lnTo>
                    <a:pt x="3129" y="3437"/>
                  </a:lnTo>
                  <a:lnTo>
                    <a:pt x="3708" y="3244"/>
                  </a:lnTo>
                  <a:lnTo>
                    <a:pt x="4287" y="3167"/>
                  </a:lnTo>
                  <a:lnTo>
                    <a:pt x="4866" y="3128"/>
                  </a:lnTo>
                  <a:close/>
                  <a:moveTo>
                    <a:pt x="15717" y="0"/>
                  </a:moveTo>
                  <a:lnTo>
                    <a:pt x="15524" y="39"/>
                  </a:lnTo>
                  <a:lnTo>
                    <a:pt x="15331" y="155"/>
                  </a:lnTo>
                  <a:lnTo>
                    <a:pt x="15138" y="271"/>
                  </a:lnTo>
                  <a:lnTo>
                    <a:pt x="14983" y="464"/>
                  </a:lnTo>
                  <a:lnTo>
                    <a:pt x="14829" y="618"/>
                  </a:lnTo>
                  <a:lnTo>
                    <a:pt x="14713" y="850"/>
                  </a:lnTo>
                  <a:lnTo>
                    <a:pt x="14636" y="1043"/>
                  </a:lnTo>
                  <a:lnTo>
                    <a:pt x="14597" y="1275"/>
                  </a:lnTo>
                  <a:lnTo>
                    <a:pt x="14559" y="1545"/>
                  </a:lnTo>
                  <a:lnTo>
                    <a:pt x="14520" y="2047"/>
                  </a:lnTo>
                  <a:lnTo>
                    <a:pt x="14597" y="2588"/>
                  </a:lnTo>
                  <a:lnTo>
                    <a:pt x="14752" y="3090"/>
                  </a:lnTo>
                  <a:lnTo>
                    <a:pt x="14713" y="3128"/>
                  </a:lnTo>
                  <a:lnTo>
                    <a:pt x="14675" y="3167"/>
                  </a:lnTo>
                  <a:lnTo>
                    <a:pt x="14636" y="3205"/>
                  </a:lnTo>
                  <a:lnTo>
                    <a:pt x="14173" y="3128"/>
                  </a:lnTo>
                  <a:lnTo>
                    <a:pt x="13709" y="3167"/>
                  </a:lnTo>
                  <a:lnTo>
                    <a:pt x="13246" y="3283"/>
                  </a:lnTo>
                  <a:lnTo>
                    <a:pt x="12821" y="3476"/>
                  </a:lnTo>
                  <a:lnTo>
                    <a:pt x="12512" y="3669"/>
                  </a:lnTo>
                  <a:lnTo>
                    <a:pt x="12358" y="3785"/>
                  </a:lnTo>
                  <a:lnTo>
                    <a:pt x="12203" y="3939"/>
                  </a:lnTo>
                  <a:lnTo>
                    <a:pt x="12049" y="4132"/>
                  </a:lnTo>
                  <a:lnTo>
                    <a:pt x="11972" y="4287"/>
                  </a:lnTo>
                  <a:lnTo>
                    <a:pt x="11933" y="4480"/>
                  </a:lnTo>
                  <a:lnTo>
                    <a:pt x="11933" y="4673"/>
                  </a:lnTo>
                  <a:lnTo>
                    <a:pt x="12010" y="4866"/>
                  </a:lnTo>
                  <a:lnTo>
                    <a:pt x="12126" y="5020"/>
                  </a:lnTo>
                  <a:lnTo>
                    <a:pt x="12280" y="5097"/>
                  </a:lnTo>
                  <a:lnTo>
                    <a:pt x="12435" y="5136"/>
                  </a:lnTo>
                  <a:lnTo>
                    <a:pt x="12628" y="5175"/>
                  </a:lnTo>
                  <a:lnTo>
                    <a:pt x="12821" y="5136"/>
                  </a:lnTo>
                  <a:lnTo>
                    <a:pt x="13207" y="5059"/>
                  </a:lnTo>
                  <a:lnTo>
                    <a:pt x="13516" y="4904"/>
                  </a:lnTo>
                  <a:lnTo>
                    <a:pt x="13825" y="4711"/>
                  </a:lnTo>
                  <a:lnTo>
                    <a:pt x="14095" y="4480"/>
                  </a:lnTo>
                  <a:lnTo>
                    <a:pt x="14366" y="4248"/>
                  </a:lnTo>
                  <a:lnTo>
                    <a:pt x="14211" y="4711"/>
                  </a:lnTo>
                  <a:lnTo>
                    <a:pt x="14018" y="5175"/>
                  </a:lnTo>
                  <a:lnTo>
                    <a:pt x="13864" y="5406"/>
                  </a:lnTo>
                  <a:lnTo>
                    <a:pt x="13709" y="5599"/>
                  </a:lnTo>
                  <a:lnTo>
                    <a:pt x="13555" y="5793"/>
                  </a:lnTo>
                  <a:lnTo>
                    <a:pt x="13362" y="5947"/>
                  </a:lnTo>
                  <a:lnTo>
                    <a:pt x="13053" y="6179"/>
                  </a:lnTo>
                  <a:lnTo>
                    <a:pt x="12705" y="6333"/>
                  </a:lnTo>
                  <a:lnTo>
                    <a:pt x="12358" y="6410"/>
                  </a:lnTo>
                  <a:lnTo>
                    <a:pt x="12010" y="6410"/>
                  </a:lnTo>
                  <a:lnTo>
                    <a:pt x="11663" y="6372"/>
                  </a:lnTo>
                  <a:lnTo>
                    <a:pt x="11315" y="6256"/>
                  </a:lnTo>
                  <a:lnTo>
                    <a:pt x="10968" y="6101"/>
                  </a:lnTo>
                  <a:lnTo>
                    <a:pt x="10659" y="5870"/>
                  </a:lnTo>
                  <a:lnTo>
                    <a:pt x="10234" y="5561"/>
                  </a:lnTo>
                  <a:lnTo>
                    <a:pt x="9809" y="5213"/>
                  </a:lnTo>
                  <a:lnTo>
                    <a:pt x="9037" y="4480"/>
                  </a:lnTo>
                  <a:lnTo>
                    <a:pt x="8651" y="4132"/>
                  </a:lnTo>
                  <a:lnTo>
                    <a:pt x="8226" y="3823"/>
                  </a:lnTo>
                  <a:lnTo>
                    <a:pt x="7801" y="3514"/>
                  </a:lnTo>
                  <a:lnTo>
                    <a:pt x="7299" y="3244"/>
                  </a:lnTo>
                  <a:lnTo>
                    <a:pt x="6720" y="3012"/>
                  </a:lnTo>
                  <a:lnTo>
                    <a:pt x="6102" y="2819"/>
                  </a:lnTo>
                  <a:lnTo>
                    <a:pt x="5523" y="2742"/>
                  </a:lnTo>
                  <a:lnTo>
                    <a:pt x="4905" y="2703"/>
                  </a:lnTo>
                  <a:lnTo>
                    <a:pt x="4287" y="2703"/>
                  </a:lnTo>
                  <a:lnTo>
                    <a:pt x="3708" y="2819"/>
                  </a:lnTo>
                  <a:lnTo>
                    <a:pt x="3129" y="2974"/>
                  </a:lnTo>
                  <a:lnTo>
                    <a:pt x="2549" y="3205"/>
                  </a:lnTo>
                  <a:lnTo>
                    <a:pt x="2318" y="3360"/>
                  </a:lnTo>
                  <a:lnTo>
                    <a:pt x="2009" y="3553"/>
                  </a:lnTo>
                  <a:lnTo>
                    <a:pt x="1700" y="3785"/>
                  </a:lnTo>
                  <a:lnTo>
                    <a:pt x="1430" y="4016"/>
                  </a:lnTo>
                  <a:lnTo>
                    <a:pt x="1159" y="4325"/>
                  </a:lnTo>
                  <a:lnTo>
                    <a:pt x="928" y="4595"/>
                  </a:lnTo>
                  <a:lnTo>
                    <a:pt x="696" y="4943"/>
                  </a:lnTo>
                  <a:lnTo>
                    <a:pt x="503" y="5291"/>
                  </a:lnTo>
                  <a:lnTo>
                    <a:pt x="348" y="5677"/>
                  </a:lnTo>
                  <a:lnTo>
                    <a:pt x="155" y="6217"/>
                  </a:lnTo>
                  <a:lnTo>
                    <a:pt x="40" y="6758"/>
                  </a:lnTo>
                  <a:lnTo>
                    <a:pt x="1" y="7299"/>
                  </a:lnTo>
                  <a:lnTo>
                    <a:pt x="1" y="7801"/>
                  </a:lnTo>
                  <a:lnTo>
                    <a:pt x="78" y="8303"/>
                  </a:lnTo>
                  <a:lnTo>
                    <a:pt x="194" y="8804"/>
                  </a:lnTo>
                  <a:lnTo>
                    <a:pt x="387" y="9306"/>
                  </a:lnTo>
                  <a:lnTo>
                    <a:pt x="580" y="9770"/>
                  </a:lnTo>
                  <a:lnTo>
                    <a:pt x="850" y="10195"/>
                  </a:lnTo>
                  <a:lnTo>
                    <a:pt x="1159" y="10658"/>
                  </a:lnTo>
                  <a:lnTo>
                    <a:pt x="1507" y="11044"/>
                  </a:lnTo>
                  <a:lnTo>
                    <a:pt x="1893" y="11430"/>
                  </a:lnTo>
                  <a:lnTo>
                    <a:pt x="2279" y="11778"/>
                  </a:lnTo>
                  <a:lnTo>
                    <a:pt x="2704" y="12125"/>
                  </a:lnTo>
                  <a:lnTo>
                    <a:pt x="3167" y="12396"/>
                  </a:lnTo>
                  <a:lnTo>
                    <a:pt x="3631" y="12666"/>
                  </a:lnTo>
                  <a:lnTo>
                    <a:pt x="4249" y="12975"/>
                  </a:lnTo>
                  <a:lnTo>
                    <a:pt x="4866" y="13168"/>
                  </a:lnTo>
                  <a:lnTo>
                    <a:pt x="5484" y="13361"/>
                  </a:lnTo>
                  <a:lnTo>
                    <a:pt x="6141" y="13438"/>
                  </a:lnTo>
                  <a:lnTo>
                    <a:pt x="6759" y="13515"/>
                  </a:lnTo>
                  <a:lnTo>
                    <a:pt x="7376" y="13477"/>
                  </a:lnTo>
                  <a:lnTo>
                    <a:pt x="7994" y="13438"/>
                  </a:lnTo>
                  <a:lnTo>
                    <a:pt x="8612" y="13284"/>
                  </a:lnTo>
                  <a:lnTo>
                    <a:pt x="8728" y="13438"/>
                  </a:lnTo>
                  <a:lnTo>
                    <a:pt x="8998" y="13207"/>
                  </a:lnTo>
                  <a:lnTo>
                    <a:pt x="9770" y="12898"/>
                  </a:lnTo>
                  <a:lnTo>
                    <a:pt x="10504" y="12550"/>
                  </a:lnTo>
                  <a:lnTo>
                    <a:pt x="11238" y="12087"/>
                  </a:lnTo>
                  <a:lnTo>
                    <a:pt x="11933" y="11546"/>
                  </a:lnTo>
                  <a:lnTo>
                    <a:pt x="12474" y="11044"/>
                  </a:lnTo>
                  <a:lnTo>
                    <a:pt x="13014" y="10426"/>
                  </a:lnTo>
                  <a:lnTo>
                    <a:pt x="13246" y="10195"/>
                  </a:lnTo>
                  <a:lnTo>
                    <a:pt x="13207" y="10156"/>
                  </a:lnTo>
                  <a:lnTo>
                    <a:pt x="13709" y="9461"/>
                  </a:lnTo>
                  <a:lnTo>
                    <a:pt x="14134" y="8727"/>
                  </a:lnTo>
                  <a:lnTo>
                    <a:pt x="14481" y="7955"/>
                  </a:lnTo>
                  <a:lnTo>
                    <a:pt x="14752" y="7183"/>
                  </a:lnTo>
                  <a:lnTo>
                    <a:pt x="14945" y="6333"/>
                  </a:lnTo>
                  <a:lnTo>
                    <a:pt x="15022" y="5947"/>
                  </a:lnTo>
                  <a:lnTo>
                    <a:pt x="15061" y="5522"/>
                  </a:lnTo>
                  <a:lnTo>
                    <a:pt x="15061" y="5097"/>
                  </a:lnTo>
                  <a:lnTo>
                    <a:pt x="15061" y="4673"/>
                  </a:lnTo>
                  <a:lnTo>
                    <a:pt x="15022" y="4248"/>
                  </a:lnTo>
                  <a:lnTo>
                    <a:pt x="14945" y="3862"/>
                  </a:lnTo>
                  <a:lnTo>
                    <a:pt x="15215" y="4248"/>
                  </a:lnTo>
                  <a:lnTo>
                    <a:pt x="15563" y="4595"/>
                  </a:lnTo>
                  <a:lnTo>
                    <a:pt x="15949" y="4943"/>
                  </a:lnTo>
                  <a:lnTo>
                    <a:pt x="16374" y="5213"/>
                  </a:lnTo>
                  <a:lnTo>
                    <a:pt x="16567" y="5291"/>
                  </a:lnTo>
                  <a:lnTo>
                    <a:pt x="16798" y="5368"/>
                  </a:lnTo>
                  <a:lnTo>
                    <a:pt x="17030" y="5445"/>
                  </a:lnTo>
                  <a:lnTo>
                    <a:pt x="17262" y="5445"/>
                  </a:lnTo>
                  <a:lnTo>
                    <a:pt x="17493" y="5406"/>
                  </a:lnTo>
                  <a:lnTo>
                    <a:pt x="17687" y="5329"/>
                  </a:lnTo>
                  <a:lnTo>
                    <a:pt x="17841" y="5175"/>
                  </a:lnTo>
                  <a:lnTo>
                    <a:pt x="17957" y="4982"/>
                  </a:lnTo>
                  <a:lnTo>
                    <a:pt x="17995" y="4750"/>
                  </a:lnTo>
                  <a:lnTo>
                    <a:pt x="17995" y="4557"/>
                  </a:lnTo>
                  <a:lnTo>
                    <a:pt x="17957" y="4325"/>
                  </a:lnTo>
                  <a:lnTo>
                    <a:pt x="17841" y="4132"/>
                  </a:lnTo>
                  <a:lnTo>
                    <a:pt x="17725" y="3978"/>
                  </a:lnTo>
                  <a:lnTo>
                    <a:pt x="17571" y="3785"/>
                  </a:lnTo>
                  <a:lnTo>
                    <a:pt x="17416" y="3669"/>
                  </a:lnTo>
                  <a:lnTo>
                    <a:pt x="17262" y="3553"/>
                  </a:lnTo>
                  <a:lnTo>
                    <a:pt x="17030" y="3437"/>
                  </a:lnTo>
                  <a:lnTo>
                    <a:pt x="16798" y="3321"/>
                  </a:lnTo>
                  <a:lnTo>
                    <a:pt x="16296" y="3205"/>
                  </a:lnTo>
                  <a:lnTo>
                    <a:pt x="15794" y="3128"/>
                  </a:lnTo>
                  <a:lnTo>
                    <a:pt x="15254" y="3128"/>
                  </a:lnTo>
                  <a:lnTo>
                    <a:pt x="15679" y="2858"/>
                  </a:lnTo>
                  <a:lnTo>
                    <a:pt x="16026" y="2510"/>
                  </a:lnTo>
                  <a:lnTo>
                    <a:pt x="16296" y="2124"/>
                  </a:lnTo>
                  <a:lnTo>
                    <a:pt x="16528" y="1661"/>
                  </a:lnTo>
                  <a:lnTo>
                    <a:pt x="16567" y="1429"/>
                  </a:lnTo>
                  <a:lnTo>
                    <a:pt x="16605" y="1197"/>
                  </a:lnTo>
                  <a:lnTo>
                    <a:pt x="16644" y="927"/>
                  </a:lnTo>
                  <a:lnTo>
                    <a:pt x="16605" y="657"/>
                  </a:lnTo>
                  <a:lnTo>
                    <a:pt x="16528" y="425"/>
                  </a:lnTo>
                  <a:lnTo>
                    <a:pt x="16412" y="232"/>
                  </a:lnTo>
                  <a:lnTo>
                    <a:pt x="16219" y="78"/>
                  </a:lnTo>
                  <a:lnTo>
                    <a:pt x="16103" y="39"/>
                  </a:lnTo>
                  <a:lnTo>
                    <a:pt x="1594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0" name="Google Shape;4140;p18"/>
            <p:cNvSpPr/>
            <p:nvPr/>
          </p:nvSpPr>
          <p:spPr>
            <a:xfrm>
              <a:off x="4737700" y="1812475"/>
              <a:ext cx="353350" cy="159300"/>
            </a:xfrm>
            <a:custGeom>
              <a:avLst/>
              <a:gdLst/>
              <a:ahLst/>
              <a:cxnLst/>
              <a:rect l="l" t="t" r="r" b="b"/>
              <a:pathLst>
                <a:path w="14134" h="6372" extrusionOk="0">
                  <a:moveTo>
                    <a:pt x="11161" y="463"/>
                  </a:moveTo>
                  <a:lnTo>
                    <a:pt x="11624" y="502"/>
                  </a:lnTo>
                  <a:lnTo>
                    <a:pt x="12049" y="541"/>
                  </a:lnTo>
                  <a:lnTo>
                    <a:pt x="12435" y="656"/>
                  </a:lnTo>
                  <a:lnTo>
                    <a:pt x="12628" y="734"/>
                  </a:lnTo>
                  <a:lnTo>
                    <a:pt x="12744" y="811"/>
                  </a:lnTo>
                  <a:lnTo>
                    <a:pt x="12860" y="965"/>
                  </a:lnTo>
                  <a:lnTo>
                    <a:pt x="12937" y="1081"/>
                  </a:lnTo>
                  <a:lnTo>
                    <a:pt x="12975" y="1313"/>
                  </a:lnTo>
                  <a:lnTo>
                    <a:pt x="12975" y="1506"/>
                  </a:lnTo>
                  <a:lnTo>
                    <a:pt x="12937" y="1699"/>
                  </a:lnTo>
                  <a:lnTo>
                    <a:pt x="12821" y="1892"/>
                  </a:lnTo>
                  <a:lnTo>
                    <a:pt x="12705" y="2085"/>
                  </a:lnTo>
                  <a:lnTo>
                    <a:pt x="12589" y="2240"/>
                  </a:lnTo>
                  <a:lnTo>
                    <a:pt x="12242" y="2471"/>
                  </a:lnTo>
                  <a:lnTo>
                    <a:pt x="11817" y="2742"/>
                  </a:lnTo>
                  <a:lnTo>
                    <a:pt x="11392" y="2935"/>
                  </a:lnTo>
                  <a:lnTo>
                    <a:pt x="10659" y="3205"/>
                  </a:lnTo>
                  <a:lnTo>
                    <a:pt x="9925" y="3437"/>
                  </a:lnTo>
                  <a:lnTo>
                    <a:pt x="9153" y="3707"/>
                  </a:lnTo>
                  <a:lnTo>
                    <a:pt x="8380" y="3900"/>
                  </a:lnTo>
                  <a:lnTo>
                    <a:pt x="7608" y="4093"/>
                  </a:lnTo>
                  <a:lnTo>
                    <a:pt x="6797" y="4286"/>
                  </a:lnTo>
                  <a:lnTo>
                    <a:pt x="5909" y="4441"/>
                  </a:lnTo>
                  <a:lnTo>
                    <a:pt x="5021" y="4595"/>
                  </a:lnTo>
                  <a:lnTo>
                    <a:pt x="4133" y="4711"/>
                  </a:lnTo>
                  <a:lnTo>
                    <a:pt x="3245" y="4788"/>
                  </a:lnTo>
                  <a:lnTo>
                    <a:pt x="2202" y="4788"/>
                  </a:lnTo>
                  <a:lnTo>
                    <a:pt x="1854" y="4750"/>
                  </a:lnTo>
                  <a:lnTo>
                    <a:pt x="1507" y="4672"/>
                  </a:lnTo>
                  <a:lnTo>
                    <a:pt x="1198" y="4557"/>
                  </a:lnTo>
                  <a:lnTo>
                    <a:pt x="889" y="4441"/>
                  </a:lnTo>
                  <a:lnTo>
                    <a:pt x="580" y="4248"/>
                  </a:lnTo>
                  <a:lnTo>
                    <a:pt x="657" y="4170"/>
                  </a:lnTo>
                  <a:lnTo>
                    <a:pt x="696" y="4055"/>
                  </a:lnTo>
                  <a:lnTo>
                    <a:pt x="696" y="3939"/>
                  </a:lnTo>
                  <a:lnTo>
                    <a:pt x="735" y="3823"/>
                  </a:lnTo>
                  <a:lnTo>
                    <a:pt x="850" y="3630"/>
                  </a:lnTo>
                  <a:lnTo>
                    <a:pt x="1082" y="3437"/>
                  </a:lnTo>
                  <a:lnTo>
                    <a:pt x="1314" y="3244"/>
                  </a:lnTo>
                  <a:lnTo>
                    <a:pt x="1854" y="2935"/>
                  </a:lnTo>
                  <a:lnTo>
                    <a:pt x="2279" y="2703"/>
                  </a:lnTo>
                  <a:lnTo>
                    <a:pt x="3013" y="2356"/>
                  </a:lnTo>
                  <a:lnTo>
                    <a:pt x="3708" y="2008"/>
                  </a:lnTo>
                  <a:lnTo>
                    <a:pt x="4480" y="1699"/>
                  </a:lnTo>
                  <a:lnTo>
                    <a:pt x="5253" y="1429"/>
                  </a:lnTo>
                  <a:lnTo>
                    <a:pt x="6025" y="1197"/>
                  </a:lnTo>
                  <a:lnTo>
                    <a:pt x="6836" y="1004"/>
                  </a:lnTo>
                  <a:lnTo>
                    <a:pt x="7608" y="811"/>
                  </a:lnTo>
                  <a:lnTo>
                    <a:pt x="8419" y="695"/>
                  </a:lnTo>
                  <a:lnTo>
                    <a:pt x="9230" y="579"/>
                  </a:lnTo>
                  <a:lnTo>
                    <a:pt x="10041" y="541"/>
                  </a:lnTo>
                  <a:lnTo>
                    <a:pt x="10736" y="502"/>
                  </a:lnTo>
                  <a:lnTo>
                    <a:pt x="11161" y="463"/>
                  </a:lnTo>
                  <a:close/>
                  <a:moveTo>
                    <a:pt x="13477" y="1120"/>
                  </a:moveTo>
                  <a:lnTo>
                    <a:pt x="13632" y="1313"/>
                  </a:lnTo>
                  <a:lnTo>
                    <a:pt x="13709" y="1506"/>
                  </a:lnTo>
                  <a:lnTo>
                    <a:pt x="13748" y="1738"/>
                  </a:lnTo>
                  <a:lnTo>
                    <a:pt x="13709" y="2008"/>
                  </a:lnTo>
                  <a:lnTo>
                    <a:pt x="13632" y="2240"/>
                  </a:lnTo>
                  <a:lnTo>
                    <a:pt x="13516" y="2471"/>
                  </a:lnTo>
                  <a:lnTo>
                    <a:pt x="13400" y="2703"/>
                  </a:lnTo>
                  <a:lnTo>
                    <a:pt x="13207" y="2896"/>
                  </a:lnTo>
                  <a:lnTo>
                    <a:pt x="12860" y="3205"/>
                  </a:lnTo>
                  <a:lnTo>
                    <a:pt x="12473" y="3437"/>
                  </a:lnTo>
                  <a:lnTo>
                    <a:pt x="12049" y="3668"/>
                  </a:lnTo>
                  <a:lnTo>
                    <a:pt x="11624" y="3900"/>
                  </a:lnTo>
                  <a:lnTo>
                    <a:pt x="10659" y="4286"/>
                  </a:lnTo>
                  <a:lnTo>
                    <a:pt x="9732" y="4634"/>
                  </a:lnTo>
                  <a:lnTo>
                    <a:pt x="8766" y="4904"/>
                  </a:lnTo>
                  <a:lnTo>
                    <a:pt x="7762" y="5174"/>
                  </a:lnTo>
                  <a:lnTo>
                    <a:pt x="6758" y="5406"/>
                  </a:lnTo>
                  <a:lnTo>
                    <a:pt x="5755" y="5599"/>
                  </a:lnTo>
                  <a:lnTo>
                    <a:pt x="4712" y="5792"/>
                  </a:lnTo>
                  <a:lnTo>
                    <a:pt x="3708" y="5908"/>
                  </a:lnTo>
                  <a:lnTo>
                    <a:pt x="2781" y="5985"/>
                  </a:lnTo>
                  <a:lnTo>
                    <a:pt x="2279" y="5985"/>
                  </a:lnTo>
                  <a:lnTo>
                    <a:pt x="1816" y="5947"/>
                  </a:lnTo>
                  <a:lnTo>
                    <a:pt x="1545" y="5869"/>
                  </a:lnTo>
                  <a:lnTo>
                    <a:pt x="1237" y="5792"/>
                  </a:lnTo>
                  <a:lnTo>
                    <a:pt x="928" y="5638"/>
                  </a:lnTo>
                  <a:lnTo>
                    <a:pt x="696" y="5483"/>
                  </a:lnTo>
                  <a:lnTo>
                    <a:pt x="503" y="5252"/>
                  </a:lnTo>
                  <a:lnTo>
                    <a:pt x="348" y="5020"/>
                  </a:lnTo>
                  <a:lnTo>
                    <a:pt x="310" y="4865"/>
                  </a:lnTo>
                  <a:lnTo>
                    <a:pt x="310" y="4750"/>
                  </a:lnTo>
                  <a:lnTo>
                    <a:pt x="310" y="4595"/>
                  </a:lnTo>
                  <a:lnTo>
                    <a:pt x="348" y="4441"/>
                  </a:lnTo>
                  <a:lnTo>
                    <a:pt x="542" y="4672"/>
                  </a:lnTo>
                  <a:lnTo>
                    <a:pt x="812" y="4865"/>
                  </a:lnTo>
                  <a:lnTo>
                    <a:pt x="1043" y="4981"/>
                  </a:lnTo>
                  <a:lnTo>
                    <a:pt x="1352" y="5097"/>
                  </a:lnTo>
                  <a:lnTo>
                    <a:pt x="1623" y="5213"/>
                  </a:lnTo>
                  <a:lnTo>
                    <a:pt x="1932" y="5252"/>
                  </a:lnTo>
                  <a:lnTo>
                    <a:pt x="2588" y="5329"/>
                  </a:lnTo>
                  <a:lnTo>
                    <a:pt x="3245" y="5290"/>
                  </a:lnTo>
                  <a:lnTo>
                    <a:pt x="3940" y="5252"/>
                  </a:lnTo>
                  <a:lnTo>
                    <a:pt x="5137" y="5059"/>
                  </a:lnTo>
                  <a:lnTo>
                    <a:pt x="6913" y="4788"/>
                  </a:lnTo>
                  <a:lnTo>
                    <a:pt x="7840" y="4595"/>
                  </a:lnTo>
                  <a:lnTo>
                    <a:pt x="8728" y="4402"/>
                  </a:lnTo>
                  <a:lnTo>
                    <a:pt x="9616" y="4132"/>
                  </a:lnTo>
                  <a:lnTo>
                    <a:pt x="10504" y="3861"/>
                  </a:lnTo>
                  <a:lnTo>
                    <a:pt x="11354" y="3514"/>
                  </a:lnTo>
                  <a:lnTo>
                    <a:pt x="12165" y="3128"/>
                  </a:lnTo>
                  <a:lnTo>
                    <a:pt x="12435" y="2973"/>
                  </a:lnTo>
                  <a:lnTo>
                    <a:pt x="12705" y="2819"/>
                  </a:lnTo>
                  <a:lnTo>
                    <a:pt x="12937" y="2587"/>
                  </a:lnTo>
                  <a:lnTo>
                    <a:pt x="13130" y="2394"/>
                  </a:lnTo>
                  <a:lnTo>
                    <a:pt x="13323" y="2124"/>
                  </a:lnTo>
                  <a:lnTo>
                    <a:pt x="13439" y="1854"/>
                  </a:lnTo>
                  <a:lnTo>
                    <a:pt x="13516" y="1583"/>
                  </a:lnTo>
                  <a:lnTo>
                    <a:pt x="13516" y="1236"/>
                  </a:lnTo>
                  <a:lnTo>
                    <a:pt x="13477" y="1120"/>
                  </a:lnTo>
                  <a:close/>
                  <a:moveTo>
                    <a:pt x="10659" y="0"/>
                  </a:moveTo>
                  <a:lnTo>
                    <a:pt x="9886" y="39"/>
                  </a:lnTo>
                  <a:lnTo>
                    <a:pt x="9114" y="116"/>
                  </a:lnTo>
                  <a:lnTo>
                    <a:pt x="8303" y="232"/>
                  </a:lnTo>
                  <a:lnTo>
                    <a:pt x="7531" y="348"/>
                  </a:lnTo>
                  <a:lnTo>
                    <a:pt x="6720" y="541"/>
                  </a:lnTo>
                  <a:lnTo>
                    <a:pt x="5909" y="734"/>
                  </a:lnTo>
                  <a:lnTo>
                    <a:pt x="5021" y="1004"/>
                  </a:lnTo>
                  <a:lnTo>
                    <a:pt x="4133" y="1352"/>
                  </a:lnTo>
                  <a:lnTo>
                    <a:pt x="3245" y="1699"/>
                  </a:lnTo>
                  <a:lnTo>
                    <a:pt x="2395" y="2124"/>
                  </a:lnTo>
                  <a:lnTo>
                    <a:pt x="1777" y="2433"/>
                  </a:lnTo>
                  <a:lnTo>
                    <a:pt x="1391" y="2626"/>
                  </a:lnTo>
                  <a:lnTo>
                    <a:pt x="1043" y="2858"/>
                  </a:lnTo>
                  <a:lnTo>
                    <a:pt x="696" y="3089"/>
                  </a:lnTo>
                  <a:lnTo>
                    <a:pt x="464" y="3398"/>
                  </a:lnTo>
                  <a:lnTo>
                    <a:pt x="348" y="3553"/>
                  </a:lnTo>
                  <a:lnTo>
                    <a:pt x="271" y="3707"/>
                  </a:lnTo>
                  <a:lnTo>
                    <a:pt x="233" y="3861"/>
                  </a:lnTo>
                  <a:lnTo>
                    <a:pt x="233" y="4055"/>
                  </a:lnTo>
                  <a:lnTo>
                    <a:pt x="194" y="4132"/>
                  </a:lnTo>
                  <a:lnTo>
                    <a:pt x="194" y="4170"/>
                  </a:lnTo>
                  <a:lnTo>
                    <a:pt x="117" y="4325"/>
                  </a:lnTo>
                  <a:lnTo>
                    <a:pt x="40" y="4479"/>
                  </a:lnTo>
                  <a:lnTo>
                    <a:pt x="1" y="4634"/>
                  </a:lnTo>
                  <a:lnTo>
                    <a:pt x="1" y="4788"/>
                  </a:lnTo>
                  <a:lnTo>
                    <a:pt x="40" y="5136"/>
                  </a:lnTo>
                  <a:lnTo>
                    <a:pt x="194" y="5445"/>
                  </a:lnTo>
                  <a:lnTo>
                    <a:pt x="348" y="5638"/>
                  </a:lnTo>
                  <a:lnTo>
                    <a:pt x="503" y="5831"/>
                  </a:lnTo>
                  <a:lnTo>
                    <a:pt x="696" y="5947"/>
                  </a:lnTo>
                  <a:lnTo>
                    <a:pt x="928" y="6063"/>
                  </a:lnTo>
                  <a:lnTo>
                    <a:pt x="966" y="6256"/>
                  </a:lnTo>
                  <a:lnTo>
                    <a:pt x="1275" y="6178"/>
                  </a:lnTo>
                  <a:lnTo>
                    <a:pt x="1314" y="6217"/>
                  </a:lnTo>
                  <a:lnTo>
                    <a:pt x="1314" y="6256"/>
                  </a:lnTo>
                  <a:lnTo>
                    <a:pt x="1352" y="6294"/>
                  </a:lnTo>
                  <a:lnTo>
                    <a:pt x="1468" y="6256"/>
                  </a:lnTo>
                  <a:lnTo>
                    <a:pt x="1816" y="6294"/>
                  </a:lnTo>
                  <a:lnTo>
                    <a:pt x="2395" y="6333"/>
                  </a:lnTo>
                  <a:lnTo>
                    <a:pt x="3013" y="6371"/>
                  </a:lnTo>
                  <a:lnTo>
                    <a:pt x="3592" y="6333"/>
                  </a:lnTo>
                  <a:lnTo>
                    <a:pt x="4171" y="6294"/>
                  </a:lnTo>
                  <a:lnTo>
                    <a:pt x="5368" y="6101"/>
                  </a:lnTo>
                  <a:lnTo>
                    <a:pt x="6565" y="5869"/>
                  </a:lnTo>
                  <a:lnTo>
                    <a:pt x="6758" y="5831"/>
                  </a:lnTo>
                  <a:lnTo>
                    <a:pt x="7994" y="5522"/>
                  </a:lnTo>
                  <a:lnTo>
                    <a:pt x="9037" y="5252"/>
                  </a:lnTo>
                  <a:lnTo>
                    <a:pt x="10079" y="4981"/>
                  </a:lnTo>
                  <a:lnTo>
                    <a:pt x="11161" y="4595"/>
                  </a:lnTo>
                  <a:lnTo>
                    <a:pt x="11663" y="4363"/>
                  </a:lnTo>
                  <a:lnTo>
                    <a:pt x="12126" y="4132"/>
                  </a:lnTo>
                  <a:lnTo>
                    <a:pt x="12126" y="4248"/>
                  </a:lnTo>
                  <a:lnTo>
                    <a:pt x="12396" y="4286"/>
                  </a:lnTo>
                  <a:lnTo>
                    <a:pt x="12782" y="4711"/>
                  </a:lnTo>
                  <a:lnTo>
                    <a:pt x="13014" y="4518"/>
                  </a:lnTo>
                  <a:lnTo>
                    <a:pt x="12435" y="3939"/>
                  </a:lnTo>
                  <a:lnTo>
                    <a:pt x="12898" y="3668"/>
                  </a:lnTo>
                  <a:lnTo>
                    <a:pt x="13362" y="3321"/>
                  </a:lnTo>
                  <a:lnTo>
                    <a:pt x="13632" y="3051"/>
                  </a:lnTo>
                  <a:lnTo>
                    <a:pt x="13825" y="2703"/>
                  </a:lnTo>
                  <a:lnTo>
                    <a:pt x="14134" y="2626"/>
                  </a:lnTo>
                  <a:lnTo>
                    <a:pt x="14018" y="2317"/>
                  </a:lnTo>
                  <a:lnTo>
                    <a:pt x="14095" y="2008"/>
                  </a:lnTo>
                  <a:lnTo>
                    <a:pt x="14134" y="1738"/>
                  </a:lnTo>
                  <a:lnTo>
                    <a:pt x="14095" y="1467"/>
                  </a:lnTo>
                  <a:lnTo>
                    <a:pt x="14018" y="1236"/>
                  </a:lnTo>
                  <a:lnTo>
                    <a:pt x="13902" y="1004"/>
                  </a:lnTo>
                  <a:lnTo>
                    <a:pt x="13748" y="811"/>
                  </a:lnTo>
                  <a:lnTo>
                    <a:pt x="13477" y="618"/>
                  </a:lnTo>
                  <a:lnTo>
                    <a:pt x="13169" y="502"/>
                  </a:lnTo>
                  <a:lnTo>
                    <a:pt x="13091" y="502"/>
                  </a:lnTo>
                  <a:lnTo>
                    <a:pt x="12898" y="386"/>
                  </a:lnTo>
                  <a:lnTo>
                    <a:pt x="12667" y="270"/>
                  </a:lnTo>
                  <a:lnTo>
                    <a:pt x="12435" y="154"/>
                  </a:lnTo>
                  <a:lnTo>
                    <a:pt x="12203" y="116"/>
                  </a:lnTo>
                  <a:lnTo>
                    <a:pt x="11817" y="39"/>
                  </a:lnTo>
                  <a:lnTo>
                    <a:pt x="1143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1" name="Google Shape;4141;p18"/>
            <p:cNvSpPr/>
            <p:nvPr/>
          </p:nvSpPr>
          <p:spPr>
            <a:xfrm>
              <a:off x="2291450" y="1821150"/>
              <a:ext cx="200825" cy="230750"/>
            </a:xfrm>
            <a:custGeom>
              <a:avLst/>
              <a:gdLst/>
              <a:ahLst/>
              <a:cxnLst/>
              <a:rect l="l" t="t" r="r" b="b"/>
              <a:pathLst>
                <a:path w="8033" h="9230" extrusionOk="0">
                  <a:moveTo>
                    <a:pt x="2047" y="1"/>
                  </a:moveTo>
                  <a:lnTo>
                    <a:pt x="1893" y="78"/>
                  </a:lnTo>
                  <a:lnTo>
                    <a:pt x="1738" y="155"/>
                  </a:lnTo>
                  <a:lnTo>
                    <a:pt x="1430" y="425"/>
                  </a:lnTo>
                  <a:lnTo>
                    <a:pt x="1198" y="734"/>
                  </a:lnTo>
                  <a:lnTo>
                    <a:pt x="966" y="1005"/>
                  </a:lnTo>
                  <a:lnTo>
                    <a:pt x="735" y="1352"/>
                  </a:lnTo>
                  <a:lnTo>
                    <a:pt x="503" y="1738"/>
                  </a:lnTo>
                  <a:lnTo>
                    <a:pt x="348" y="2124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39" y="3476"/>
                  </a:lnTo>
                  <a:lnTo>
                    <a:pt x="1" y="3939"/>
                  </a:lnTo>
                  <a:lnTo>
                    <a:pt x="78" y="4441"/>
                  </a:lnTo>
                  <a:lnTo>
                    <a:pt x="155" y="4905"/>
                  </a:lnTo>
                  <a:lnTo>
                    <a:pt x="271" y="5329"/>
                  </a:lnTo>
                  <a:lnTo>
                    <a:pt x="464" y="5793"/>
                  </a:lnTo>
                  <a:lnTo>
                    <a:pt x="696" y="6179"/>
                  </a:lnTo>
                  <a:lnTo>
                    <a:pt x="1043" y="6179"/>
                  </a:lnTo>
                  <a:lnTo>
                    <a:pt x="889" y="5831"/>
                  </a:lnTo>
                  <a:lnTo>
                    <a:pt x="735" y="5484"/>
                  </a:lnTo>
                  <a:lnTo>
                    <a:pt x="657" y="5136"/>
                  </a:lnTo>
                  <a:lnTo>
                    <a:pt x="541" y="4789"/>
                  </a:lnTo>
                  <a:lnTo>
                    <a:pt x="503" y="4403"/>
                  </a:lnTo>
                  <a:lnTo>
                    <a:pt x="464" y="4055"/>
                  </a:lnTo>
                  <a:lnTo>
                    <a:pt x="464" y="3669"/>
                  </a:lnTo>
                  <a:lnTo>
                    <a:pt x="464" y="3321"/>
                  </a:lnTo>
                  <a:lnTo>
                    <a:pt x="541" y="2974"/>
                  </a:lnTo>
                  <a:lnTo>
                    <a:pt x="619" y="2626"/>
                  </a:lnTo>
                  <a:lnTo>
                    <a:pt x="735" y="2279"/>
                  </a:lnTo>
                  <a:lnTo>
                    <a:pt x="850" y="1931"/>
                  </a:lnTo>
                  <a:lnTo>
                    <a:pt x="1043" y="1622"/>
                  </a:lnTo>
                  <a:lnTo>
                    <a:pt x="1236" y="1313"/>
                  </a:lnTo>
                  <a:lnTo>
                    <a:pt x="1468" y="1005"/>
                  </a:lnTo>
                  <a:lnTo>
                    <a:pt x="1777" y="734"/>
                  </a:lnTo>
                  <a:lnTo>
                    <a:pt x="1970" y="580"/>
                  </a:lnTo>
                  <a:lnTo>
                    <a:pt x="2086" y="503"/>
                  </a:lnTo>
                  <a:lnTo>
                    <a:pt x="2202" y="464"/>
                  </a:lnTo>
                  <a:lnTo>
                    <a:pt x="2318" y="580"/>
                  </a:lnTo>
                  <a:lnTo>
                    <a:pt x="2434" y="811"/>
                  </a:lnTo>
                  <a:lnTo>
                    <a:pt x="2588" y="1198"/>
                  </a:lnTo>
                  <a:lnTo>
                    <a:pt x="2742" y="1584"/>
                  </a:lnTo>
                  <a:lnTo>
                    <a:pt x="2858" y="1931"/>
                  </a:lnTo>
                  <a:lnTo>
                    <a:pt x="2974" y="2317"/>
                  </a:lnTo>
                  <a:lnTo>
                    <a:pt x="3051" y="2704"/>
                  </a:lnTo>
                  <a:lnTo>
                    <a:pt x="3090" y="3090"/>
                  </a:lnTo>
                  <a:lnTo>
                    <a:pt x="3090" y="3437"/>
                  </a:lnTo>
                  <a:lnTo>
                    <a:pt x="3051" y="3785"/>
                  </a:lnTo>
                  <a:lnTo>
                    <a:pt x="3013" y="4132"/>
                  </a:lnTo>
                  <a:lnTo>
                    <a:pt x="2897" y="4480"/>
                  </a:lnTo>
                  <a:lnTo>
                    <a:pt x="2781" y="4789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22"/>
                  </a:lnTo>
                  <a:lnTo>
                    <a:pt x="2395" y="5638"/>
                  </a:lnTo>
                  <a:lnTo>
                    <a:pt x="2356" y="5716"/>
                  </a:lnTo>
                  <a:lnTo>
                    <a:pt x="2356" y="5754"/>
                  </a:lnTo>
                  <a:lnTo>
                    <a:pt x="2395" y="5793"/>
                  </a:lnTo>
                  <a:lnTo>
                    <a:pt x="2472" y="5793"/>
                  </a:lnTo>
                  <a:lnTo>
                    <a:pt x="2627" y="5716"/>
                  </a:lnTo>
                  <a:lnTo>
                    <a:pt x="2820" y="5677"/>
                  </a:lnTo>
                  <a:lnTo>
                    <a:pt x="3206" y="5677"/>
                  </a:lnTo>
                  <a:lnTo>
                    <a:pt x="3631" y="5716"/>
                  </a:lnTo>
                  <a:lnTo>
                    <a:pt x="4055" y="5793"/>
                  </a:lnTo>
                  <a:lnTo>
                    <a:pt x="4442" y="5947"/>
                  </a:lnTo>
                  <a:lnTo>
                    <a:pt x="4866" y="6102"/>
                  </a:lnTo>
                  <a:lnTo>
                    <a:pt x="5214" y="6256"/>
                  </a:lnTo>
                  <a:lnTo>
                    <a:pt x="5523" y="6449"/>
                  </a:lnTo>
                  <a:lnTo>
                    <a:pt x="5832" y="6642"/>
                  </a:lnTo>
                  <a:lnTo>
                    <a:pt x="6141" y="6835"/>
                  </a:lnTo>
                  <a:lnTo>
                    <a:pt x="6411" y="7067"/>
                  </a:lnTo>
                  <a:lnTo>
                    <a:pt x="6681" y="7337"/>
                  </a:lnTo>
                  <a:lnTo>
                    <a:pt x="6913" y="7608"/>
                  </a:lnTo>
                  <a:lnTo>
                    <a:pt x="7145" y="7878"/>
                  </a:lnTo>
                  <a:lnTo>
                    <a:pt x="7338" y="8187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95" y="8766"/>
                  </a:lnTo>
                  <a:lnTo>
                    <a:pt x="5870" y="8805"/>
                  </a:lnTo>
                  <a:lnTo>
                    <a:pt x="5484" y="8805"/>
                  </a:lnTo>
                  <a:lnTo>
                    <a:pt x="5059" y="8727"/>
                  </a:lnTo>
                  <a:lnTo>
                    <a:pt x="4673" y="8612"/>
                  </a:lnTo>
                  <a:lnTo>
                    <a:pt x="4248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72" y="7106"/>
                  </a:lnTo>
                  <a:lnTo>
                    <a:pt x="1932" y="6565"/>
                  </a:lnTo>
                  <a:lnTo>
                    <a:pt x="1854" y="6526"/>
                  </a:lnTo>
                  <a:lnTo>
                    <a:pt x="1816" y="6488"/>
                  </a:lnTo>
                  <a:lnTo>
                    <a:pt x="1661" y="6526"/>
                  </a:lnTo>
                  <a:lnTo>
                    <a:pt x="1623" y="6526"/>
                  </a:lnTo>
                  <a:lnTo>
                    <a:pt x="1584" y="6565"/>
                  </a:lnTo>
                  <a:lnTo>
                    <a:pt x="1430" y="6835"/>
                  </a:lnTo>
                  <a:lnTo>
                    <a:pt x="1661" y="6874"/>
                  </a:lnTo>
                  <a:lnTo>
                    <a:pt x="2279" y="7492"/>
                  </a:lnTo>
                  <a:lnTo>
                    <a:pt x="2897" y="8071"/>
                  </a:lnTo>
                  <a:lnTo>
                    <a:pt x="3244" y="8341"/>
                  </a:lnTo>
                  <a:lnTo>
                    <a:pt x="3631" y="8573"/>
                  </a:lnTo>
                  <a:lnTo>
                    <a:pt x="3978" y="8766"/>
                  </a:lnTo>
                  <a:lnTo>
                    <a:pt x="4364" y="8959"/>
                  </a:lnTo>
                  <a:lnTo>
                    <a:pt x="4828" y="9114"/>
                  </a:lnTo>
                  <a:lnTo>
                    <a:pt x="5252" y="9191"/>
                  </a:lnTo>
                  <a:lnTo>
                    <a:pt x="5677" y="9229"/>
                  </a:lnTo>
                  <a:lnTo>
                    <a:pt x="6141" y="9229"/>
                  </a:lnTo>
                  <a:lnTo>
                    <a:pt x="6565" y="9152"/>
                  </a:lnTo>
                  <a:lnTo>
                    <a:pt x="6990" y="9075"/>
                  </a:lnTo>
                  <a:lnTo>
                    <a:pt x="7878" y="8843"/>
                  </a:lnTo>
                  <a:lnTo>
                    <a:pt x="7955" y="8805"/>
                  </a:lnTo>
                  <a:lnTo>
                    <a:pt x="7994" y="8727"/>
                  </a:lnTo>
                  <a:lnTo>
                    <a:pt x="8033" y="8650"/>
                  </a:lnTo>
                  <a:lnTo>
                    <a:pt x="7994" y="8534"/>
                  </a:lnTo>
                  <a:lnTo>
                    <a:pt x="7762" y="8110"/>
                  </a:lnTo>
                  <a:lnTo>
                    <a:pt x="7492" y="7685"/>
                  </a:lnTo>
                  <a:lnTo>
                    <a:pt x="7222" y="7299"/>
                  </a:lnTo>
                  <a:lnTo>
                    <a:pt x="6874" y="6913"/>
                  </a:lnTo>
                  <a:lnTo>
                    <a:pt x="6527" y="6604"/>
                  </a:lnTo>
                  <a:lnTo>
                    <a:pt x="6141" y="6295"/>
                  </a:lnTo>
                  <a:lnTo>
                    <a:pt x="5716" y="6024"/>
                  </a:lnTo>
                  <a:lnTo>
                    <a:pt x="5252" y="5793"/>
                  </a:lnTo>
                  <a:lnTo>
                    <a:pt x="4828" y="5638"/>
                  </a:lnTo>
                  <a:lnTo>
                    <a:pt x="4248" y="5445"/>
                  </a:lnTo>
                  <a:lnTo>
                    <a:pt x="3940" y="5368"/>
                  </a:lnTo>
                  <a:lnTo>
                    <a:pt x="3592" y="5291"/>
                  </a:lnTo>
                  <a:lnTo>
                    <a:pt x="3013" y="5291"/>
                  </a:lnTo>
                  <a:lnTo>
                    <a:pt x="3167" y="4982"/>
                  </a:lnTo>
                  <a:lnTo>
                    <a:pt x="3322" y="4634"/>
                  </a:lnTo>
                  <a:lnTo>
                    <a:pt x="3399" y="4287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06"/>
                  </a:lnTo>
                  <a:lnTo>
                    <a:pt x="3515" y="2858"/>
                  </a:lnTo>
                  <a:lnTo>
                    <a:pt x="3438" y="2472"/>
                  </a:lnTo>
                  <a:lnTo>
                    <a:pt x="3322" y="1970"/>
                  </a:lnTo>
                  <a:lnTo>
                    <a:pt x="3167" y="1468"/>
                  </a:lnTo>
                  <a:lnTo>
                    <a:pt x="2936" y="966"/>
                  </a:lnTo>
                  <a:lnTo>
                    <a:pt x="2704" y="503"/>
                  </a:lnTo>
                  <a:lnTo>
                    <a:pt x="2588" y="271"/>
                  </a:lnTo>
                  <a:lnTo>
                    <a:pt x="2472" y="116"/>
                  </a:lnTo>
                  <a:lnTo>
                    <a:pt x="2356" y="39"/>
                  </a:lnTo>
                  <a:lnTo>
                    <a:pt x="227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2" name="Google Shape;4142;p18"/>
            <p:cNvSpPr/>
            <p:nvPr/>
          </p:nvSpPr>
          <p:spPr>
            <a:xfrm>
              <a:off x="6650100" y="1835625"/>
              <a:ext cx="350475" cy="288675"/>
            </a:xfrm>
            <a:custGeom>
              <a:avLst/>
              <a:gdLst/>
              <a:ahLst/>
              <a:cxnLst/>
              <a:rect l="l" t="t" r="r" b="b"/>
              <a:pathLst>
                <a:path w="14019" h="11547" extrusionOk="0">
                  <a:moveTo>
                    <a:pt x="11778" y="1"/>
                  </a:moveTo>
                  <a:lnTo>
                    <a:pt x="11470" y="78"/>
                  </a:lnTo>
                  <a:lnTo>
                    <a:pt x="11856" y="1932"/>
                  </a:lnTo>
                  <a:lnTo>
                    <a:pt x="12280" y="3746"/>
                  </a:lnTo>
                  <a:lnTo>
                    <a:pt x="11508" y="2781"/>
                  </a:lnTo>
                  <a:lnTo>
                    <a:pt x="10659" y="1893"/>
                  </a:lnTo>
                  <a:lnTo>
                    <a:pt x="10427" y="2086"/>
                  </a:lnTo>
                  <a:lnTo>
                    <a:pt x="11470" y="3437"/>
                  </a:lnTo>
                  <a:lnTo>
                    <a:pt x="12551" y="4750"/>
                  </a:lnTo>
                  <a:lnTo>
                    <a:pt x="12860" y="5754"/>
                  </a:lnTo>
                  <a:lnTo>
                    <a:pt x="13169" y="5754"/>
                  </a:lnTo>
                  <a:lnTo>
                    <a:pt x="13207" y="5639"/>
                  </a:lnTo>
                  <a:lnTo>
                    <a:pt x="13169" y="5523"/>
                  </a:lnTo>
                  <a:lnTo>
                    <a:pt x="13439" y="5716"/>
                  </a:lnTo>
                  <a:lnTo>
                    <a:pt x="13593" y="5947"/>
                  </a:lnTo>
                  <a:lnTo>
                    <a:pt x="13671" y="6179"/>
                  </a:lnTo>
                  <a:lnTo>
                    <a:pt x="13709" y="6411"/>
                  </a:lnTo>
                  <a:lnTo>
                    <a:pt x="13632" y="6681"/>
                  </a:lnTo>
                  <a:lnTo>
                    <a:pt x="13516" y="6913"/>
                  </a:lnTo>
                  <a:lnTo>
                    <a:pt x="13362" y="7183"/>
                  </a:lnTo>
                  <a:lnTo>
                    <a:pt x="13169" y="7453"/>
                  </a:lnTo>
                  <a:lnTo>
                    <a:pt x="12744" y="7955"/>
                  </a:lnTo>
                  <a:lnTo>
                    <a:pt x="12203" y="8419"/>
                  </a:lnTo>
                  <a:lnTo>
                    <a:pt x="11740" y="8766"/>
                  </a:lnTo>
                  <a:lnTo>
                    <a:pt x="11354" y="9075"/>
                  </a:lnTo>
                  <a:lnTo>
                    <a:pt x="10543" y="9577"/>
                  </a:lnTo>
                  <a:lnTo>
                    <a:pt x="9655" y="10002"/>
                  </a:lnTo>
                  <a:lnTo>
                    <a:pt x="8767" y="10388"/>
                  </a:lnTo>
                  <a:lnTo>
                    <a:pt x="7878" y="10658"/>
                  </a:lnTo>
                  <a:lnTo>
                    <a:pt x="6952" y="10890"/>
                  </a:lnTo>
                  <a:lnTo>
                    <a:pt x="5986" y="11083"/>
                  </a:lnTo>
                  <a:lnTo>
                    <a:pt x="5021" y="11160"/>
                  </a:lnTo>
                  <a:lnTo>
                    <a:pt x="3631" y="11160"/>
                  </a:lnTo>
                  <a:lnTo>
                    <a:pt x="3013" y="11122"/>
                  </a:lnTo>
                  <a:lnTo>
                    <a:pt x="2356" y="11045"/>
                  </a:lnTo>
                  <a:lnTo>
                    <a:pt x="1661" y="10929"/>
                  </a:lnTo>
                  <a:lnTo>
                    <a:pt x="1352" y="10813"/>
                  </a:lnTo>
                  <a:lnTo>
                    <a:pt x="1082" y="10697"/>
                  </a:lnTo>
                  <a:lnTo>
                    <a:pt x="812" y="10543"/>
                  </a:lnTo>
                  <a:lnTo>
                    <a:pt x="619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2"/>
                  </a:lnTo>
                  <a:lnTo>
                    <a:pt x="387" y="9461"/>
                  </a:lnTo>
                  <a:lnTo>
                    <a:pt x="155" y="9423"/>
                  </a:lnTo>
                  <a:lnTo>
                    <a:pt x="40" y="9654"/>
                  </a:lnTo>
                  <a:lnTo>
                    <a:pt x="1" y="9886"/>
                  </a:lnTo>
                  <a:lnTo>
                    <a:pt x="40" y="10118"/>
                  </a:lnTo>
                  <a:lnTo>
                    <a:pt x="78" y="10311"/>
                  </a:lnTo>
                  <a:lnTo>
                    <a:pt x="194" y="10465"/>
                  </a:lnTo>
                  <a:lnTo>
                    <a:pt x="348" y="10620"/>
                  </a:lnTo>
                  <a:lnTo>
                    <a:pt x="542" y="10774"/>
                  </a:lnTo>
                  <a:lnTo>
                    <a:pt x="773" y="10890"/>
                  </a:lnTo>
                  <a:lnTo>
                    <a:pt x="1237" y="11083"/>
                  </a:lnTo>
                  <a:lnTo>
                    <a:pt x="1739" y="11238"/>
                  </a:lnTo>
                  <a:lnTo>
                    <a:pt x="2202" y="11354"/>
                  </a:lnTo>
                  <a:lnTo>
                    <a:pt x="2627" y="11431"/>
                  </a:lnTo>
                  <a:lnTo>
                    <a:pt x="3322" y="11508"/>
                  </a:lnTo>
                  <a:lnTo>
                    <a:pt x="3978" y="11547"/>
                  </a:lnTo>
                  <a:lnTo>
                    <a:pt x="4673" y="11547"/>
                  </a:lnTo>
                  <a:lnTo>
                    <a:pt x="5368" y="11508"/>
                  </a:lnTo>
                  <a:lnTo>
                    <a:pt x="6063" y="11431"/>
                  </a:lnTo>
                  <a:lnTo>
                    <a:pt x="6759" y="11315"/>
                  </a:lnTo>
                  <a:lnTo>
                    <a:pt x="7415" y="11160"/>
                  </a:lnTo>
                  <a:lnTo>
                    <a:pt x="8071" y="11006"/>
                  </a:lnTo>
                  <a:lnTo>
                    <a:pt x="8728" y="10774"/>
                  </a:lnTo>
                  <a:lnTo>
                    <a:pt x="9346" y="10543"/>
                  </a:lnTo>
                  <a:lnTo>
                    <a:pt x="9964" y="10272"/>
                  </a:lnTo>
                  <a:lnTo>
                    <a:pt x="10543" y="9963"/>
                  </a:lnTo>
                  <a:lnTo>
                    <a:pt x="11122" y="9654"/>
                  </a:lnTo>
                  <a:lnTo>
                    <a:pt x="11701" y="9268"/>
                  </a:lnTo>
                  <a:lnTo>
                    <a:pt x="12242" y="8882"/>
                  </a:lnTo>
                  <a:lnTo>
                    <a:pt x="12744" y="8457"/>
                  </a:lnTo>
                  <a:lnTo>
                    <a:pt x="13169" y="8071"/>
                  </a:lnTo>
                  <a:lnTo>
                    <a:pt x="13555" y="7646"/>
                  </a:lnTo>
                  <a:lnTo>
                    <a:pt x="13748" y="7376"/>
                  </a:lnTo>
                  <a:lnTo>
                    <a:pt x="13864" y="7145"/>
                  </a:lnTo>
                  <a:lnTo>
                    <a:pt x="13980" y="6874"/>
                  </a:lnTo>
                  <a:lnTo>
                    <a:pt x="14018" y="6565"/>
                  </a:lnTo>
                  <a:lnTo>
                    <a:pt x="14018" y="6334"/>
                  </a:lnTo>
                  <a:lnTo>
                    <a:pt x="14018" y="6141"/>
                  </a:lnTo>
                  <a:lnTo>
                    <a:pt x="13941" y="5909"/>
                  </a:lnTo>
                  <a:lnTo>
                    <a:pt x="13864" y="5716"/>
                  </a:lnTo>
                  <a:lnTo>
                    <a:pt x="13748" y="5523"/>
                  </a:lnTo>
                  <a:lnTo>
                    <a:pt x="13593" y="5368"/>
                  </a:lnTo>
                  <a:lnTo>
                    <a:pt x="13439" y="5252"/>
                  </a:lnTo>
                  <a:lnTo>
                    <a:pt x="13246" y="5137"/>
                  </a:lnTo>
                  <a:lnTo>
                    <a:pt x="13091" y="5137"/>
                  </a:lnTo>
                  <a:lnTo>
                    <a:pt x="12821" y="3824"/>
                  </a:lnTo>
                  <a:lnTo>
                    <a:pt x="12512" y="2549"/>
                  </a:lnTo>
                  <a:lnTo>
                    <a:pt x="12165" y="1275"/>
                  </a:lnTo>
                  <a:lnTo>
                    <a:pt x="117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3" name="Google Shape;4143;p18"/>
            <p:cNvSpPr/>
            <p:nvPr/>
          </p:nvSpPr>
          <p:spPr>
            <a:xfrm>
              <a:off x="609775" y="1851075"/>
              <a:ext cx="353350" cy="159325"/>
            </a:xfrm>
            <a:custGeom>
              <a:avLst/>
              <a:gdLst/>
              <a:ahLst/>
              <a:cxnLst/>
              <a:rect l="l" t="t" r="r" b="b"/>
              <a:pathLst>
                <a:path w="14134" h="6373" extrusionOk="0">
                  <a:moveTo>
                    <a:pt x="11160" y="464"/>
                  </a:moveTo>
                  <a:lnTo>
                    <a:pt x="11624" y="503"/>
                  </a:lnTo>
                  <a:lnTo>
                    <a:pt x="12049" y="541"/>
                  </a:lnTo>
                  <a:lnTo>
                    <a:pt x="12435" y="657"/>
                  </a:lnTo>
                  <a:lnTo>
                    <a:pt x="12628" y="734"/>
                  </a:lnTo>
                  <a:lnTo>
                    <a:pt x="12744" y="812"/>
                  </a:lnTo>
                  <a:lnTo>
                    <a:pt x="12859" y="966"/>
                  </a:lnTo>
                  <a:lnTo>
                    <a:pt x="12937" y="1082"/>
                  </a:lnTo>
                  <a:lnTo>
                    <a:pt x="12975" y="1314"/>
                  </a:lnTo>
                  <a:lnTo>
                    <a:pt x="12975" y="1507"/>
                  </a:lnTo>
                  <a:lnTo>
                    <a:pt x="12937" y="1700"/>
                  </a:lnTo>
                  <a:lnTo>
                    <a:pt x="12821" y="1893"/>
                  </a:lnTo>
                  <a:lnTo>
                    <a:pt x="12705" y="2086"/>
                  </a:lnTo>
                  <a:lnTo>
                    <a:pt x="12589" y="2240"/>
                  </a:lnTo>
                  <a:lnTo>
                    <a:pt x="12242" y="2472"/>
                  </a:lnTo>
                  <a:lnTo>
                    <a:pt x="11817" y="2742"/>
                  </a:lnTo>
                  <a:lnTo>
                    <a:pt x="11392" y="2935"/>
                  </a:lnTo>
                  <a:lnTo>
                    <a:pt x="10658" y="3206"/>
                  </a:lnTo>
                  <a:lnTo>
                    <a:pt x="9925" y="3437"/>
                  </a:lnTo>
                  <a:lnTo>
                    <a:pt x="9152" y="3708"/>
                  </a:lnTo>
                  <a:lnTo>
                    <a:pt x="8380" y="3901"/>
                  </a:lnTo>
                  <a:lnTo>
                    <a:pt x="7608" y="4094"/>
                  </a:lnTo>
                  <a:lnTo>
                    <a:pt x="6797" y="4287"/>
                  </a:lnTo>
                  <a:lnTo>
                    <a:pt x="5909" y="4441"/>
                  </a:lnTo>
                  <a:lnTo>
                    <a:pt x="5021" y="4596"/>
                  </a:lnTo>
                  <a:lnTo>
                    <a:pt x="4133" y="4712"/>
                  </a:lnTo>
                  <a:lnTo>
                    <a:pt x="3244" y="4789"/>
                  </a:lnTo>
                  <a:lnTo>
                    <a:pt x="2202" y="4789"/>
                  </a:lnTo>
                  <a:lnTo>
                    <a:pt x="1854" y="4750"/>
                  </a:lnTo>
                  <a:lnTo>
                    <a:pt x="1507" y="4673"/>
                  </a:lnTo>
                  <a:lnTo>
                    <a:pt x="1198" y="4557"/>
                  </a:lnTo>
                  <a:lnTo>
                    <a:pt x="889" y="4441"/>
                  </a:lnTo>
                  <a:lnTo>
                    <a:pt x="580" y="4248"/>
                  </a:lnTo>
                  <a:lnTo>
                    <a:pt x="657" y="4171"/>
                  </a:lnTo>
                  <a:lnTo>
                    <a:pt x="696" y="4055"/>
                  </a:lnTo>
                  <a:lnTo>
                    <a:pt x="696" y="3939"/>
                  </a:lnTo>
                  <a:lnTo>
                    <a:pt x="734" y="3823"/>
                  </a:lnTo>
                  <a:lnTo>
                    <a:pt x="850" y="3630"/>
                  </a:lnTo>
                  <a:lnTo>
                    <a:pt x="1082" y="3437"/>
                  </a:lnTo>
                  <a:lnTo>
                    <a:pt x="1314" y="3244"/>
                  </a:lnTo>
                  <a:lnTo>
                    <a:pt x="1854" y="2935"/>
                  </a:lnTo>
                  <a:lnTo>
                    <a:pt x="2279" y="2704"/>
                  </a:lnTo>
                  <a:lnTo>
                    <a:pt x="3013" y="2356"/>
                  </a:lnTo>
                  <a:lnTo>
                    <a:pt x="3708" y="2009"/>
                  </a:lnTo>
                  <a:lnTo>
                    <a:pt x="4480" y="1700"/>
                  </a:lnTo>
                  <a:lnTo>
                    <a:pt x="5252" y="1429"/>
                  </a:lnTo>
                  <a:lnTo>
                    <a:pt x="6025" y="1198"/>
                  </a:lnTo>
                  <a:lnTo>
                    <a:pt x="6836" y="1005"/>
                  </a:lnTo>
                  <a:lnTo>
                    <a:pt x="7608" y="812"/>
                  </a:lnTo>
                  <a:lnTo>
                    <a:pt x="8419" y="696"/>
                  </a:lnTo>
                  <a:lnTo>
                    <a:pt x="9230" y="580"/>
                  </a:lnTo>
                  <a:lnTo>
                    <a:pt x="10041" y="541"/>
                  </a:lnTo>
                  <a:lnTo>
                    <a:pt x="10736" y="503"/>
                  </a:lnTo>
                  <a:lnTo>
                    <a:pt x="11160" y="464"/>
                  </a:lnTo>
                  <a:close/>
                  <a:moveTo>
                    <a:pt x="13477" y="1120"/>
                  </a:moveTo>
                  <a:lnTo>
                    <a:pt x="13632" y="1314"/>
                  </a:lnTo>
                  <a:lnTo>
                    <a:pt x="13709" y="1507"/>
                  </a:lnTo>
                  <a:lnTo>
                    <a:pt x="13748" y="1738"/>
                  </a:lnTo>
                  <a:lnTo>
                    <a:pt x="13709" y="2009"/>
                  </a:lnTo>
                  <a:lnTo>
                    <a:pt x="13632" y="2240"/>
                  </a:lnTo>
                  <a:lnTo>
                    <a:pt x="13516" y="2472"/>
                  </a:lnTo>
                  <a:lnTo>
                    <a:pt x="13400" y="2704"/>
                  </a:lnTo>
                  <a:lnTo>
                    <a:pt x="13207" y="2897"/>
                  </a:lnTo>
                  <a:lnTo>
                    <a:pt x="12859" y="3206"/>
                  </a:lnTo>
                  <a:lnTo>
                    <a:pt x="12473" y="3437"/>
                  </a:lnTo>
                  <a:lnTo>
                    <a:pt x="12049" y="3669"/>
                  </a:lnTo>
                  <a:lnTo>
                    <a:pt x="11624" y="3901"/>
                  </a:lnTo>
                  <a:lnTo>
                    <a:pt x="10658" y="4287"/>
                  </a:lnTo>
                  <a:lnTo>
                    <a:pt x="9732" y="4634"/>
                  </a:lnTo>
                  <a:lnTo>
                    <a:pt x="8766" y="4905"/>
                  </a:lnTo>
                  <a:lnTo>
                    <a:pt x="7762" y="5175"/>
                  </a:lnTo>
                  <a:lnTo>
                    <a:pt x="6758" y="5407"/>
                  </a:lnTo>
                  <a:lnTo>
                    <a:pt x="5754" y="5600"/>
                  </a:lnTo>
                  <a:lnTo>
                    <a:pt x="4712" y="5793"/>
                  </a:lnTo>
                  <a:lnTo>
                    <a:pt x="3708" y="5909"/>
                  </a:lnTo>
                  <a:lnTo>
                    <a:pt x="2781" y="5986"/>
                  </a:lnTo>
                  <a:lnTo>
                    <a:pt x="2279" y="5986"/>
                  </a:lnTo>
                  <a:lnTo>
                    <a:pt x="1816" y="5947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8"/>
                  </a:lnTo>
                  <a:lnTo>
                    <a:pt x="696" y="5484"/>
                  </a:lnTo>
                  <a:lnTo>
                    <a:pt x="503" y="5252"/>
                  </a:lnTo>
                  <a:lnTo>
                    <a:pt x="348" y="5021"/>
                  </a:lnTo>
                  <a:lnTo>
                    <a:pt x="310" y="4866"/>
                  </a:lnTo>
                  <a:lnTo>
                    <a:pt x="310" y="4750"/>
                  </a:lnTo>
                  <a:lnTo>
                    <a:pt x="310" y="4596"/>
                  </a:lnTo>
                  <a:lnTo>
                    <a:pt x="348" y="4441"/>
                  </a:lnTo>
                  <a:lnTo>
                    <a:pt x="541" y="4673"/>
                  </a:lnTo>
                  <a:lnTo>
                    <a:pt x="812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3" y="5214"/>
                  </a:lnTo>
                  <a:lnTo>
                    <a:pt x="1931" y="5252"/>
                  </a:lnTo>
                  <a:lnTo>
                    <a:pt x="2588" y="5329"/>
                  </a:lnTo>
                  <a:lnTo>
                    <a:pt x="3244" y="5291"/>
                  </a:lnTo>
                  <a:lnTo>
                    <a:pt x="3939" y="5252"/>
                  </a:lnTo>
                  <a:lnTo>
                    <a:pt x="5137" y="5059"/>
                  </a:lnTo>
                  <a:lnTo>
                    <a:pt x="6913" y="4789"/>
                  </a:lnTo>
                  <a:lnTo>
                    <a:pt x="7840" y="4596"/>
                  </a:lnTo>
                  <a:lnTo>
                    <a:pt x="8728" y="4403"/>
                  </a:lnTo>
                  <a:lnTo>
                    <a:pt x="9616" y="4132"/>
                  </a:lnTo>
                  <a:lnTo>
                    <a:pt x="10504" y="3862"/>
                  </a:lnTo>
                  <a:lnTo>
                    <a:pt x="11353" y="3515"/>
                  </a:lnTo>
                  <a:lnTo>
                    <a:pt x="12164" y="3128"/>
                  </a:lnTo>
                  <a:lnTo>
                    <a:pt x="12435" y="2974"/>
                  </a:lnTo>
                  <a:lnTo>
                    <a:pt x="12705" y="2819"/>
                  </a:lnTo>
                  <a:lnTo>
                    <a:pt x="12937" y="2588"/>
                  </a:lnTo>
                  <a:lnTo>
                    <a:pt x="13130" y="2395"/>
                  </a:lnTo>
                  <a:lnTo>
                    <a:pt x="13323" y="2124"/>
                  </a:lnTo>
                  <a:lnTo>
                    <a:pt x="13439" y="1854"/>
                  </a:lnTo>
                  <a:lnTo>
                    <a:pt x="13516" y="1584"/>
                  </a:lnTo>
                  <a:lnTo>
                    <a:pt x="13516" y="1236"/>
                  </a:lnTo>
                  <a:lnTo>
                    <a:pt x="13477" y="1120"/>
                  </a:lnTo>
                  <a:close/>
                  <a:moveTo>
                    <a:pt x="10658" y="1"/>
                  </a:moveTo>
                  <a:lnTo>
                    <a:pt x="9886" y="39"/>
                  </a:lnTo>
                  <a:lnTo>
                    <a:pt x="9114" y="116"/>
                  </a:lnTo>
                  <a:lnTo>
                    <a:pt x="8303" y="232"/>
                  </a:lnTo>
                  <a:lnTo>
                    <a:pt x="7531" y="348"/>
                  </a:lnTo>
                  <a:lnTo>
                    <a:pt x="6720" y="541"/>
                  </a:lnTo>
                  <a:lnTo>
                    <a:pt x="5909" y="734"/>
                  </a:lnTo>
                  <a:lnTo>
                    <a:pt x="5021" y="1005"/>
                  </a:lnTo>
                  <a:lnTo>
                    <a:pt x="4133" y="1352"/>
                  </a:lnTo>
                  <a:lnTo>
                    <a:pt x="3244" y="1700"/>
                  </a:lnTo>
                  <a:lnTo>
                    <a:pt x="2395" y="2124"/>
                  </a:lnTo>
                  <a:lnTo>
                    <a:pt x="1777" y="2433"/>
                  </a:lnTo>
                  <a:lnTo>
                    <a:pt x="1391" y="2626"/>
                  </a:lnTo>
                  <a:lnTo>
                    <a:pt x="1043" y="2858"/>
                  </a:lnTo>
                  <a:lnTo>
                    <a:pt x="696" y="3090"/>
                  </a:lnTo>
                  <a:lnTo>
                    <a:pt x="464" y="3399"/>
                  </a:lnTo>
                  <a:lnTo>
                    <a:pt x="348" y="3553"/>
                  </a:lnTo>
                  <a:lnTo>
                    <a:pt x="271" y="3708"/>
                  </a:lnTo>
                  <a:lnTo>
                    <a:pt x="232" y="3862"/>
                  </a:lnTo>
                  <a:lnTo>
                    <a:pt x="232" y="4055"/>
                  </a:lnTo>
                  <a:lnTo>
                    <a:pt x="194" y="4132"/>
                  </a:lnTo>
                  <a:lnTo>
                    <a:pt x="194" y="4171"/>
                  </a:lnTo>
                  <a:lnTo>
                    <a:pt x="117" y="4325"/>
                  </a:lnTo>
                  <a:lnTo>
                    <a:pt x="39" y="4480"/>
                  </a:lnTo>
                  <a:lnTo>
                    <a:pt x="1" y="4634"/>
                  </a:lnTo>
                  <a:lnTo>
                    <a:pt x="1" y="4789"/>
                  </a:lnTo>
                  <a:lnTo>
                    <a:pt x="39" y="5136"/>
                  </a:lnTo>
                  <a:lnTo>
                    <a:pt x="194" y="5445"/>
                  </a:lnTo>
                  <a:lnTo>
                    <a:pt x="348" y="5638"/>
                  </a:lnTo>
                  <a:lnTo>
                    <a:pt x="503" y="5831"/>
                  </a:lnTo>
                  <a:lnTo>
                    <a:pt x="696" y="5947"/>
                  </a:lnTo>
                  <a:lnTo>
                    <a:pt x="927" y="6063"/>
                  </a:lnTo>
                  <a:lnTo>
                    <a:pt x="966" y="6256"/>
                  </a:lnTo>
                  <a:lnTo>
                    <a:pt x="1275" y="6179"/>
                  </a:lnTo>
                  <a:lnTo>
                    <a:pt x="1314" y="6218"/>
                  </a:lnTo>
                  <a:lnTo>
                    <a:pt x="1314" y="6256"/>
                  </a:lnTo>
                  <a:lnTo>
                    <a:pt x="1352" y="6295"/>
                  </a:lnTo>
                  <a:lnTo>
                    <a:pt x="1468" y="6256"/>
                  </a:lnTo>
                  <a:lnTo>
                    <a:pt x="1816" y="6295"/>
                  </a:lnTo>
                  <a:lnTo>
                    <a:pt x="2395" y="6333"/>
                  </a:lnTo>
                  <a:lnTo>
                    <a:pt x="3013" y="6372"/>
                  </a:lnTo>
                  <a:lnTo>
                    <a:pt x="3592" y="6333"/>
                  </a:lnTo>
                  <a:lnTo>
                    <a:pt x="4171" y="6295"/>
                  </a:lnTo>
                  <a:lnTo>
                    <a:pt x="5368" y="6102"/>
                  </a:lnTo>
                  <a:lnTo>
                    <a:pt x="6565" y="5870"/>
                  </a:lnTo>
                  <a:lnTo>
                    <a:pt x="6758" y="5831"/>
                  </a:lnTo>
                  <a:lnTo>
                    <a:pt x="7994" y="5523"/>
                  </a:lnTo>
                  <a:lnTo>
                    <a:pt x="9037" y="5252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6" y="4132"/>
                  </a:lnTo>
                  <a:lnTo>
                    <a:pt x="12126" y="4248"/>
                  </a:lnTo>
                  <a:lnTo>
                    <a:pt x="12396" y="4287"/>
                  </a:lnTo>
                  <a:lnTo>
                    <a:pt x="12782" y="4712"/>
                  </a:lnTo>
                  <a:lnTo>
                    <a:pt x="13014" y="4519"/>
                  </a:lnTo>
                  <a:lnTo>
                    <a:pt x="12435" y="3939"/>
                  </a:lnTo>
                  <a:lnTo>
                    <a:pt x="12898" y="3669"/>
                  </a:lnTo>
                  <a:lnTo>
                    <a:pt x="13361" y="3321"/>
                  </a:lnTo>
                  <a:lnTo>
                    <a:pt x="13632" y="3051"/>
                  </a:lnTo>
                  <a:lnTo>
                    <a:pt x="13825" y="2704"/>
                  </a:lnTo>
                  <a:lnTo>
                    <a:pt x="14134" y="2626"/>
                  </a:lnTo>
                  <a:lnTo>
                    <a:pt x="14018" y="2317"/>
                  </a:lnTo>
                  <a:lnTo>
                    <a:pt x="14095" y="2009"/>
                  </a:lnTo>
                  <a:lnTo>
                    <a:pt x="14134" y="1738"/>
                  </a:lnTo>
                  <a:lnTo>
                    <a:pt x="14095" y="1468"/>
                  </a:lnTo>
                  <a:lnTo>
                    <a:pt x="14018" y="1236"/>
                  </a:lnTo>
                  <a:lnTo>
                    <a:pt x="13902" y="1005"/>
                  </a:lnTo>
                  <a:lnTo>
                    <a:pt x="13748" y="812"/>
                  </a:lnTo>
                  <a:lnTo>
                    <a:pt x="13477" y="618"/>
                  </a:lnTo>
                  <a:lnTo>
                    <a:pt x="13168" y="503"/>
                  </a:lnTo>
                  <a:lnTo>
                    <a:pt x="13091" y="503"/>
                  </a:lnTo>
                  <a:lnTo>
                    <a:pt x="12898" y="387"/>
                  </a:lnTo>
                  <a:lnTo>
                    <a:pt x="12666" y="271"/>
                  </a:lnTo>
                  <a:lnTo>
                    <a:pt x="12435" y="155"/>
                  </a:lnTo>
                  <a:lnTo>
                    <a:pt x="12203" y="116"/>
                  </a:lnTo>
                  <a:lnTo>
                    <a:pt x="11817" y="39"/>
                  </a:lnTo>
                  <a:lnTo>
                    <a:pt x="1143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4" name="Google Shape;4144;p18"/>
            <p:cNvSpPr/>
            <p:nvPr/>
          </p:nvSpPr>
          <p:spPr>
            <a:xfrm>
              <a:off x="6883725" y="1876175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6" y="1"/>
                  </a:moveTo>
                  <a:lnTo>
                    <a:pt x="348" y="889"/>
                  </a:lnTo>
                  <a:lnTo>
                    <a:pt x="232" y="1815"/>
                  </a:lnTo>
                  <a:lnTo>
                    <a:pt x="155" y="3630"/>
                  </a:lnTo>
                  <a:lnTo>
                    <a:pt x="1" y="7260"/>
                  </a:lnTo>
                  <a:lnTo>
                    <a:pt x="194" y="7260"/>
                  </a:lnTo>
                  <a:lnTo>
                    <a:pt x="426" y="5484"/>
                  </a:lnTo>
                  <a:lnTo>
                    <a:pt x="580" y="3669"/>
                  </a:lnTo>
                  <a:lnTo>
                    <a:pt x="696" y="1854"/>
                  </a:lnTo>
                  <a:lnTo>
                    <a:pt x="696" y="927"/>
                  </a:lnTo>
                  <a:lnTo>
                    <a:pt x="696" y="39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5" name="Google Shape;4145;p18"/>
            <p:cNvSpPr/>
            <p:nvPr/>
          </p:nvSpPr>
          <p:spPr>
            <a:xfrm>
              <a:off x="4796600" y="1878100"/>
              <a:ext cx="350450" cy="288675"/>
            </a:xfrm>
            <a:custGeom>
              <a:avLst/>
              <a:gdLst/>
              <a:ahLst/>
              <a:cxnLst/>
              <a:rect l="l" t="t" r="r" b="b"/>
              <a:pathLst>
                <a:path w="14018" h="11547" extrusionOk="0">
                  <a:moveTo>
                    <a:pt x="11778" y="1"/>
                  </a:moveTo>
                  <a:lnTo>
                    <a:pt x="11469" y="78"/>
                  </a:lnTo>
                  <a:lnTo>
                    <a:pt x="11855" y="1932"/>
                  </a:lnTo>
                  <a:lnTo>
                    <a:pt x="12280" y="3746"/>
                  </a:lnTo>
                  <a:lnTo>
                    <a:pt x="11508" y="2781"/>
                  </a:lnTo>
                  <a:lnTo>
                    <a:pt x="10658" y="1893"/>
                  </a:lnTo>
                  <a:lnTo>
                    <a:pt x="10426" y="2086"/>
                  </a:lnTo>
                  <a:lnTo>
                    <a:pt x="11469" y="3438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9"/>
                  </a:lnTo>
                  <a:lnTo>
                    <a:pt x="13168" y="5523"/>
                  </a:lnTo>
                  <a:lnTo>
                    <a:pt x="13438" y="5716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1"/>
                  </a:lnTo>
                  <a:lnTo>
                    <a:pt x="13631" y="6681"/>
                  </a:lnTo>
                  <a:lnTo>
                    <a:pt x="13516" y="6913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3" y="7955"/>
                  </a:lnTo>
                  <a:lnTo>
                    <a:pt x="12203" y="8419"/>
                  </a:lnTo>
                  <a:lnTo>
                    <a:pt x="11739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2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0" y="11160"/>
                  </a:lnTo>
                  <a:lnTo>
                    <a:pt x="3630" y="11160"/>
                  </a:lnTo>
                  <a:lnTo>
                    <a:pt x="3012" y="11122"/>
                  </a:lnTo>
                  <a:lnTo>
                    <a:pt x="2356" y="11045"/>
                  </a:lnTo>
                  <a:lnTo>
                    <a:pt x="1661" y="10929"/>
                  </a:lnTo>
                  <a:lnTo>
                    <a:pt x="1352" y="10813"/>
                  </a:lnTo>
                  <a:lnTo>
                    <a:pt x="1082" y="10697"/>
                  </a:lnTo>
                  <a:lnTo>
                    <a:pt x="811" y="10543"/>
                  </a:lnTo>
                  <a:lnTo>
                    <a:pt x="618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2"/>
                  </a:lnTo>
                  <a:lnTo>
                    <a:pt x="387" y="9461"/>
                  </a:lnTo>
                  <a:lnTo>
                    <a:pt x="155" y="9423"/>
                  </a:lnTo>
                  <a:lnTo>
                    <a:pt x="39" y="9655"/>
                  </a:lnTo>
                  <a:lnTo>
                    <a:pt x="0" y="9886"/>
                  </a:lnTo>
                  <a:lnTo>
                    <a:pt x="39" y="10118"/>
                  </a:lnTo>
                  <a:lnTo>
                    <a:pt x="78" y="10311"/>
                  </a:lnTo>
                  <a:lnTo>
                    <a:pt x="193" y="10465"/>
                  </a:lnTo>
                  <a:lnTo>
                    <a:pt x="348" y="10620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8"/>
                  </a:lnTo>
                  <a:lnTo>
                    <a:pt x="2201" y="11354"/>
                  </a:lnTo>
                  <a:lnTo>
                    <a:pt x="2626" y="11431"/>
                  </a:lnTo>
                  <a:lnTo>
                    <a:pt x="3321" y="11508"/>
                  </a:lnTo>
                  <a:lnTo>
                    <a:pt x="3978" y="11547"/>
                  </a:lnTo>
                  <a:lnTo>
                    <a:pt x="4673" y="11547"/>
                  </a:lnTo>
                  <a:lnTo>
                    <a:pt x="5368" y="11508"/>
                  </a:lnTo>
                  <a:lnTo>
                    <a:pt x="6063" y="11431"/>
                  </a:lnTo>
                  <a:lnTo>
                    <a:pt x="6758" y="11315"/>
                  </a:lnTo>
                  <a:lnTo>
                    <a:pt x="7414" y="11160"/>
                  </a:lnTo>
                  <a:lnTo>
                    <a:pt x="8071" y="11006"/>
                  </a:lnTo>
                  <a:lnTo>
                    <a:pt x="8727" y="10774"/>
                  </a:lnTo>
                  <a:lnTo>
                    <a:pt x="9345" y="10543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1" y="9655"/>
                  </a:lnTo>
                  <a:lnTo>
                    <a:pt x="11701" y="9268"/>
                  </a:lnTo>
                  <a:lnTo>
                    <a:pt x="12241" y="8882"/>
                  </a:lnTo>
                  <a:lnTo>
                    <a:pt x="12743" y="8457"/>
                  </a:lnTo>
                  <a:lnTo>
                    <a:pt x="13168" y="8071"/>
                  </a:lnTo>
                  <a:lnTo>
                    <a:pt x="13554" y="7647"/>
                  </a:lnTo>
                  <a:lnTo>
                    <a:pt x="13747" y="7376"/>
                  </a:lnTo>
                  <a:lnTo>
                    <a:pt x="13863" y="7145"/>
                  </a:lnTo>
                  <a:lnTo>
                    <a:pt x="13979" y="6874"/>
                  </a:lnTo>
                  <a:lnTo>
                    <a:pt x="14018" y="6565"/>
                  </a:lnTo>
                  <a:lnTo>
                    <a:pt x="14018" y="6334"/>
                  </a:lnTo>
                  <a:lnTo>
                    <a:pt x="14018" y="6141"/>
                  </a:lnTo>
                  <a:lnTo>
                    <a:pt x="13940" y="5909"/>
                  </a:lnTo>
                  <a:lnTo>
                    <a:pt x="13863" y="5716"/>
                  </a:lnTo>
                  <a:lnTo>
                    <a:pt x="13747" y="5523"/>
                  </a:lnTo>
                  <a:lnTo>
                    <a:pt x="13593" y="5368"/>
                  </a:lnTo>
                  <a:lnTo>
                    <a:pt x="13438" y="5252"/>
                  </a:lnTo>
                  <a:lnTo>
                    <a:pt x="13245" y="5137"/>
                  </a:lnTo>
                  <a:lnTo>
                    <a:pt x="13091" y="5137"/>
                  </a:lnTo>
                  <a:lnTo>
                    <a:pt x="12821" y="3824"/>
                  </a:lnTo>
                  <a:lnTo>
                    <a:pt x="12512" y="2549"/>
                  </a:lnTo>
                  <a:lnTo>
                    <a:pt x="12164" y="1275"/>
                  </a:lnTo>
                  <a:lnTo>
                    <a:pt x="117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6" name="Google Shape;4146;p18"/>
            <p:cNvSpPr/>
            <p:nvPr/>
          </p:nvSpPr>
          <p:spPr>
            <a:xfrm>
              <a:off x="6050625" y="1898375"/>
              <a:ext cx="329200" cy="241375"/>
            </a:xfrm>
            <a:custGeom>
              <a:avLst/>
              <a:gdLst/>
              <a:ahLst/>
              <a:cxnLst/>
              <a:rect l="l" t="t" r="r" b="b"/>
              <a:pathLst>
                <a:path w="13168" h="9655" extrusionOk="0">
                  <a:moveTo>
                    <a:pt x="5368" y="619"/>
                  </a:moveTo>
                  <a:lnTo>
                    <a:pt x="5947" y="773"/>
                  </a:lnTo>
                  <a:lnTo>
                    <a:pt x="6526" y="1005"/>
                  </a:lnTo>
                  <a:lnTo>
                    <a:pt x="7028" y="1314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5"/>
                  </a:lnTo>
                  <a:lnTo>
                    <a:pt x="8109" y="2356"/>
                  </a:lnTo>
                  <a:lnTo>
                    <a:pt x="8264" y="2627"/>
                  </a:lnTo>
                  <a:lnTo>
                    <a:pt x="8380" y="2858"/>
                  </a:lnTo>
                  <a:lnTo>
                    <a:pt x="8495" y="3129"/>
                  </a:lnTo>
                  <a:lnTo>
                    <a:pt x="8573" y="3437"/>
                  </a:lnTo>
                  <a:lnTo>
                    <a:pt x="8611" y="3708"/>
                  </a:lnTo>
                  <a:lnTo>
                    <a:pt x="8573" y="3708"/>
                  </a:lnTo>
                  <a:lnTo>
                    <a:pt x="7723" y="3824"/>
                  </a:lnTo>
                  <a:lnTo>
                    <a:pt x="6874" y="3901"/>
                  </a:lnTo>
                  <a:lnTo>
                    <a:pt x="6410" y="3939"/>
                  </a:lnTo>
                  <a:lnTo>
                    <a:pt x="6178" y="3939"/>
                  </a:lnTo>
                  <a:lnTo>
                    <a:pt x="5985" y="3901"/>
                  </a:lnTo>
                  <a:lnTo>
                    <a:pt x="5792" y="3862"/>
                  </a:lnTo>
                  <a:lnTo>
                    <a:pt x="5638" y="3746"/>
                  </a:lnTo>
                  <a:lnTo>
                    <a:pt x="5561" y="3553"/>
                  </a:lnTo>
                  <a:lnTo>
                    <a:pt x="5483" y="3283"/>
                  </a:lnTo>
                  <a:lnTo>
                    <a:pt x="5406" y="2627"/>
                  </a:lnTo>
                  <a:lnTo>
                    <a:pt x="5368" y="1970"/>
                  </a:lnTo>
                  <a:lnTo>
                    <a:pt x="5368" y="619"/>
                  </a:lnTo>
                  <a:close/>
                  <a:moveTo>
                    <a:pt x="2742" y="889"/>
                  </a:moveTo>
                  <a:lnTo>
                    <a:pt x="2626" y="3090"/>
                  </a:lnTo>
                  <a:lnTo>
                    <a:pt x="2626" y="3515"/>
                  </a:lnTo>
                  <a:lnTo>
                    <a:pt x="2587" y="3708"/>
                  </a:lnTo>
                  <a:lnTo>
                    <a:pt x="2510" y="3862"/>
                  </a:lnTo>
                  <a:lnTo>
                    <a:pt x="2433" y="3978"/>
                  </a:lnTo>
                  <a:lnTo>
                    <a:pt x="2278" y="4094"/>
                  </a:lnTo>
                  <a:lnTo>
                    <a:pt x="2124" y="4210"/>
                  </a:lnTo>
                  <a:lnTo>
                    <a:pt x="1892" y="4248"/>
                  </a:lnTo>
                  <a:lnTo>
                    <a:pt x="1699" y="4287"/>
                  </a:lnTo>
                  <a:lnTo>
                    <a:pt x="1506" y="4287"/>
                  </a:lnTo>
                  <a:lnTo>
                    <a:pt x="1120" y="4210"/>
                  </a:lnTo>
                  <a:lnTo>
                    <a:pt x="734" y="4133"/>
                  </a:lnTo>
                  <a:lnTo>
                    <a:pt x="386" y="4017"/>
                  </a:lnTo>
                  <a:lnTo>
                    <a:pt x="502" y="3515"/>
                  </a:lnTo>
                  <a:lnTo>
                    <a:pt x="657" y="3013"/>
                  </a:lnTo>
                  <a:lnTo>
                    <a:pt x="888" y="2549"/>
                  </a:lnTo>
                  <a:lnTo>
                    <a:pt x="1159" y="2125"/>
                  </a:lnTo>
                  <a:lnTo>
                    <a:pt x="1506" y="1738"/>
                  </a:lnTo>
                  <a:lnTo>
                    <a:pt x="1892" y="1391"/>
                  </a:lnTo>
                  <a:lnTo>
                    <a:pt x="2317" y="1121"/>
                  </a:lnTo>
                  <a:lnTo>
                    <a:pt x="2742" y="889"/>
                  </a:lnTo>
                  <a:close/>
                  <a:moveTo>
                    <a:pt x="10774" y="5368"/>
                  </a:moveTo>
                  <a:lnTo>
                    <a:pt x="11198" y="5638"/>
                  </a:lnTo>
                  <a:lnTo>
                    <a:pt x="11623" y="5986"/>
                  </a:lnTo>
                  <a:lnTo>
                    <a:pt x="11430" y="6140"/>
                  </a:lnTo>
                  <a:lnTo>
                    <a:pt x="11314" y="6179"/>
                  </a:lnTo>
                  <a:lnTo>
                    <a:pt x="11198" y="6256"/>
                  </a:lnTo>
                  <a:lnTo>
                    <a:pt x="10928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32"/>
                  </a:lnTo>
                  <a:lnTo>
                    <a:pt x="10542" y="5716"/>
                  </a:lnTo>
                  <a:lnTo>
                    <a:pt x="10619" y="5523"/>
                  </a:lnTo>
                  <a:lnTo>
                    <a:pt x="10658" y="5407"/>
                  </a:lnTo>
                  <a:lnTo>
                    <a:pt x="10774" y="5368"/>
                  </a:lnTo>
                  <a:close/>
                  <a:moveTo>
                    <a:pt x="4402" y="1"/>
                  </a:moveTo>
                  <a:lnTo>
                    <a:pt x="3939" y="39"/>
                  </a:lnTo>
                  <a:lnTo>
                    <a:pt x="3514" y="117"/>
                  </a:lnTo>
                  <a:lnTo>
                    <a:pt x="3051" y="194"/>
                  </a:lnTo>
                  <a:lnTo>
                    <a:pt x="2626" y="348"/>
                  </a:lnTo>
                  <a:lnTo>
                    <a:pt x="2240" y="541"/>
                  </a:lnTo>
                  <a:lnTo>
                    <a:pt x="1854" y="773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8" y="1661"/>
                  </a:lnTo>
                  <a:lnTo>
                    <a:pt x="618" y="2009"/>
                  </a:lnTo>
                  <a:lnTo>
                    <a:pt x="386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31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57"/>
                  </a:lnTo>
                  <a:lnTo>
                    <a:pt x="348" y="4287"/>
                  </a:lnTo>
                  <a:lnTo>
                    <a:pt x="965" y="4519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5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364"/>
                  </a:lnTo>
                  <a:lnTo>
                    <a:pt x="2858" y="4248"/>
                  </a:lnTo>
                  <a:lnTo>
                    <a:pt x="2896" y="4094"/>
                  </a:lnTo>
                  <a:lnTo>
                    <a:pt x="2973" y="3939"/>
                  </a:lnTo>
                  <a:lnTo>
                    <a:pt x="3012" y="3631"/>
                  </a:lnTo>
                  <a:lnTo>
                    <a:pt x="3012" y="2974"/>
                  </a:lnTo>
                  <a:lnTo>
                    <a:pt x="3089" y="734"/>
                  </a:lnTo>
                  <a:lnTo>
                    <a:pt x="3514" y="619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7" y="580"/>
                  </a:lnTo>
                  <a:lnTo>
                    <a:pt x="5020" y="1623"/>
                  </a:lnTo>
                  <a:lnTo>
                    <a:pt x="5059" y="2704"/>
                  </a:lnTo>
                  <a:lnTo>
                    <a:pt x="5097" y="3399"/>
                  </a:lnTo>
                  <a:lnTo>
                    <a:pt x="5175" y="3746"/>
                  </a:lnTo>
                  <a:lnTo>
                    <a:pt x="5213" y="3901"/>
                  </a:lnTo>
                  <a:lnTo>
                    <a:pt x="5290" y="4017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70" y="4326"/>
                  </a:lnTo>
                  <a:lnTo>
                    <a:pt x="6217" y="4326"/>
                  </a:lnTo>
                  <a:lnTo>
                    <a:pt x="6565" y="4287"/>
                  </a:lnTo>
                  <a:lnTo>
                    <a:pt x="7607" y="4210"/>
                  </a:lnTo>
                  <a:lnTo>
                    <a:pt x="8650" y="4055"/>
                  </a:lnTo>
                  <a:lnTo>
                    <a:pt x="8650" y="4441"/>
                  </a:lnTo>
                  <a:lnTo>
                    <a:pt x="8611" y="4866"/>
                  </a:lnTo>
                  <a:lnTo>
                    <a:pt x="8611" y="4905"/>
                  </a:lnTo>
                  <a:lnTo>
                    <a:pt x="8611" y="5021"/>
                  </a:lnTo>
                  <a:lnTo>
                    <a:pt x="8650" y="5059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0" y="4905"/>
                  </a:lnTo>
                  <a:lnTo>
                    <a:pt x="9384" y="4905"/>
                  </a:lnTo>
                  <a:lnTo>
                    <a:pt x="9808" y="4982"/>
                  </a:lnTo>
                  <a:lnTo>
                    <a:pt x="10194" y="5098"/>
                  </a:lnTo>
                  <a:lnTo>
                    <a:pt x="10503" y="5252"/>
                  </a:lnTo>
                  <a:lnTo>
                    <a:pt x="10426" y="5330"/>
                  </a:lnTo>
                  <a:lnTo>
                    <a:pt x="10310" y="5445"/>
                  </a:lnTo>
                  <a:lnTo>
                    <a:pt x="10272" y="5600"/>
                  </a:lnTo>
                  <a:lnTo>
                    <a:pt x="10233" y="5716"/>
                  </a:lnTo>
                  <a:lnTo>
                    <a:pt x="10233" y="5870"/>
                  </a:lnTo>
                  <a:lnTo>
                    <a:pt x="10233" y="6025"/>
                  </a:lnTo>
                  <a:lnTo>
                    <a:pt x="10272" y="6179"/>
                  </a:lnTo>
                  <a:lnTo>
                    <a:pt x="10349" y="6334"/>
                  </a:lnTo>
                  <a:lnTo>
                    <a:pt x="10503" y="6488"/>
                  </a:lnTo>
                  <a:lnTo>
                    <a:pt x="10696" y="6565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7"/>
                  </a:lnTo>
                  <a:lnTo>
                    <a:pt x="11739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41" y="6913"/>
                  </a:lnTo>
                  <a:lnTo>
                    <a:pt x="12395" y="7222"/>
                  </a:lnTo>
                  <a:lnTo>
                    <a:pt x="12473" y="7569"/>
                  </a:lnTo>
                  <a:lnTo>
                    <a:pt x="12511" y="7917"/>
                  </a:lnTo>
                  <a:lnTo>
                    <a:pt x="12550" y="8264"/>
                  </a:lnTo>
                  <a:lnTo>
                    <a:pt x="12550" y="8998"/>
                  </a:lnTo>
                  <a:lnTo>
                    <a:pt x="12473" y="8998"/>
                  </a:lnTo>
                  <a:lnTo>
                    <a:pt x="12434" y="9037"/>
                  </a:lnTo>
                  <a:lnTo>
                    <a:pt x="12357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54"/>
                  </a:lnTo>
                  <a:lnTo>
                    <a:pt x="12125" y="9654"/>
                  </a:lnTo>
                  <a:lnTo>
                    <a:pt x="12820" y="9616"/>
                  </a:lnTo>
                  <a:lnTo>
                    <a:pt x="12936" y="9577"/>
                  </a:lnTo>
                  <a:lnTo>
                    <a:pt x="13013" y="9461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091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685"/>
                  </a:lnTo>
                  <a:lnTo>
                    <a:pt x="12936" y="7183"/>
                  </a:lnTo>
                  <a:lnTo>
                    <a:pt x="12704" y="6681"/>
                  </a:lnTo>
                  <a:lnTo>
                    <a:pt x="12434" y="6218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276" y="5098"/>
                  </a:lnTo>
                  <a:lnTo>
                    <a:pt x="10967" y="4905"/>
                  </a:lnTo>
                  <a:lnTo>
                    <a:pt x="10619" y="4750"/>
                  </a:lnTo>
                  <a:lnTo>
                    <a:pt x="10233" y="4596"/>
                  </a:lnTo>
                  <a:lnTo>
                    <a:pt x="9886" y="4480"/>
                  </a:lnTo>
                  <a:lnTo>
                    <a:pt x="9499" y="4403"/>
                  </a:lnTo>
                  <a:lnTo>
                    <a:pt x="9190" y="4441"/>
                  </a:lnTo>
                  <a:lnTo>
                    <a:pt x="9268" y="3978"/>
                  </a:lnTo>
                  <a:lnTo>
                    <a:pt x="9229" y="3515"/>
                  </a:lnTo>
                  <a:lnTo>
                    <a:pt x="9152" y="3090"/>
                  </a:lnTo>
                  <a:lnTo>
                    <a:pt x="8997" y="2665"/>
                  </a:lnTo>
                  <a:lnTo>
                    <a:pt x="8804" y="2279"/>
                  </a:lnTo>
                  <a:lnTo>
                    <a:pt x="8534" y="1931"/>
                  </a:lnTo>
                  <a:lnTo>
                    <a:pt x="8186" y="1584"/>
                  </a:lnTo>
                  <a:lnTo>
                    <a:pt x="7839" y="1275"/>
                  </a:lnTo>
                  <a:lnTo>
                    <a:pt x="7453" y="966"/>
                  </a:lnTo>
                  <a:lnTo>
                    <a:pt x="7067" y="734"/>
                  </a:lnTo>
                  <a:lnTo>
                    <a:pt x="6603" y="503"/>
                  </a:lnTo>
                  <a:lnTo>
                    <a:pt x="6178" y="348"/>
                  </a:lnTo>
                  <a:lnTo>
                    <a:pt x="5715" y="194"/>
                  </a:lnTo>
                  <a:lnTo>
                    <a:pt x="5290" y="78"/>
                  </a:lnTo>
                  <a:lnTo>
                    <a:pt x="482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7" name="Google Shape;4147;p18"/>
            <p:cNvSpPr/>
            <p:nvPr/>
          </p:nvSpPr>
          <p:spPr>
            <a:xfrm>
              <a:off x="1849325" y="1901275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7" y="1"/>
                  </a:moveTo>
                  <a:lnTo>
                    <a:pt x="0" y="580"/>
                  </a:lnTo>
                  <a:lnTo>
                    <a:pt x="0" y="1198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9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70" y="5947"/>
                  </a:lnTo>
                  <a:lnTo>
                    <a:pt x="2433" y="6411"/>
                  </a:lnTo>
                  <a:lnTo>
                    <a:pt x="2974" y="6874"/>
                  </a:lnTo>
                  <a:lnTo>
                    <a:pt x="3514" y="7260"/>
                  </a:lnTo>
                  <a:lnTo>
                    <a:pt x="4093" y="7646"/>
                  </a:lnTo>
                  <a:lnTo>
                    <a:pt x="4711" y="7955"/>
                  </a:lnTo>
                  <a:lnTo>
                    <a:pt x="5329" y="8226"/>
                  </a:lnTo>
                  <a:lnTo>
                    <a:pt x="5986" y="8496"/>
                  </a:lnTo>
                  <a:lnTo>
                    <a:pt x="6642" y="8689"/>
                  </a:lnTo>
                  <a:lnTo>
                    <a:pt x="7298" y="8843"/>
                  </a:lnTo>
                  <a:lnTo>
                    <a:pt x="7993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4"/>
                  </a:lnTo>
                  <a:lnTo>
                    <a:pt x="10774" y="9075"/>
                  </a:lnTo>
                  <a:lnTo>
                    <a:pt x="11392" y="8998"/>
                  </a:lnTo>
                  <a:lnTo>
                    <a:pt x="12048" y="8921"/>
                  </a:lnTo>
                  <a:lnTo>
                    <a:pt x="12705" y="8766"/>
                  </a:lnTo>
                  <a:lnTo>
                    <a:pt x="13361" y="8612"/>
                  </a:lnTo>
                  <a:lnTo>
                    <a:pt x="14017" y="8380"/>
                  </a:lnTo>
                  <a:lnTo>
                    <a:pt x="14635" y="8148"/>
                  </a:lnTo>
                  <a:lnTo>
                    <a:pt x="15253" y="7878"/>
                  </a:lnTo>
                  <a:lnTo>
                    <a:pt x="15871" y="7569"/>
                  </a:lnTo>
                  <a:lnTo>
                    <a:pt x="16450" y="7222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5"/>
                  </a:lnTo>
                  <a:lnTo>
                    <a:pt x="19076" y="4287"/>
                  </a:lnTo>
                  <a:lnTo>
                    <a:pt x="19346" y="3669"/>
                  </a:lnTo>
                  <a:lnTo>
                    <a:pt x="19115" y="3630"/>
                  </a:lnTo>
                  <a:lnTo>
                    <a:pt x="18767" y="4171"/>
                  </a:lnTo>
                  <a:lnTo>
                    <a:pt x="18420" y="4634"/>
                  </a:lnTo>
                  <a:lnTo>
                    <a:pt x="18033" y="5098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0" y="6333"/>
                  </a:lnTo>
                  <a:lnTo>
                    <a:pt x="16257" y="6681"/>
                  </a:lnTo>
                  <a:lnTo>
                    <a:pt x="15755" y="7028"/>
                  </a:lnTo>
                  <a:lnTo>
                    <a:pt x="15214" y="7299"/>
                  </a:lnTo>
                  <a:lnTo>
                    <a:pt x="14712" y="7569"/>
                  </a:lnTo>
                  <a:lnTo>
                    <a:pt x="14133" y="7801"/>
                  </a:lnTo>
                  <a:lnTo>
                    <a:pt x="13593" y="8032"/>
                  </a:lnTo>
                  <a:lnTo>
                    <a:pt x="13013" y="8187"/>
                  </a:lnTo>
                  <a:lnTo>
                    <a:pt x="12434" y="8341"/>
                  </a:lnTo>
                  <a:lnTo>
                    <a:pt x="11816" y="8457"/>
                  </a:lnTo>
                  <a:lnTo>
                    <a:pt x="11199" y="8534"/>
                  </a:lnTo>
                  <a:lnTo>
                    <a:pt x="10503" y="8612"/>
                  </a:lnTo>
                  <a:lnTo>
                    <a:pt x="9113" y="8612"/>
                  </a:lnTo>
                  <a:lnTo>
                    <a:pt x="8380" y="8534"/>
                  </a:lnTo>
                  <a:lnTo>
                    <a:pt x="7685" y="8419"/>
                  </a:lnTo>
                  <a:lnTo>
                    <a:pt x="6990" y="8303"/>
                  </a:lnTo>
                  <a:lnTo>
                    <a:pt x="6333" y="8110"/>
                  </a:lnTo>
                  <a:lnTo>
                    <a:pt x="5638" y="7878"/>
                  </a:lnTo>
                  <a:lnTo>
                    <a:pt x="5020" y="7608"/>
                  </a:lnTo>
                  <a:lnTo>
                    <a:pt x="4364" y="7260"/>
                  </a:lnTo>
                  <a:lnTo>
                    <a:pt x="3784" y="6913"/>
                  </a:lnTo>
                  <a:lnTo>
                    <a:pt x="3205" y="6488"/>
                  </a:lnTo>
                  <a:lnTo>
                    <a:pt x="2703" y="6063"/>
                  </a:lnTo>
                  <a:lnTo>
                    <a:pt x="2201" y="5561"/>
                  </a:lnTo>
                  <a:lnTo>
                    <a:pt x="1776" y="4982"/>
                  </a:lnTo>
                  <a:lnTo>
                    <a:pt x="1390" y="4403"/>
                  </a:lnTo>
                  <a:lnTo>
                    <a:pt x="1120" y="3901"/>
                  </a:lnTo>
                  <a:lnTo>
                    <a:pt x="850" y="3360"/>
                  </a:lnTo>
                  <a:lnTo>
                    <a:pt x="695" y="2858"/>
                  </a:lnTo>
                  <a:lnTo>
                    <a:pt x="541" y="2279"/>
                  </a:lnTo>
                  <a:lnTo>
                    <a:pt x="425" y="1738"/>
                  </a:lnTo>
                  <a:lnTo>
                    <a:pt x="386" y="1159"/>
                  </a:lnTo>
                  <a:lnTo>
                    <a:pt x="386" y="618"/>
                  </a:lnTo>
                  <a:lnTo>
                    <a:pt x="425" y="39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8" name="Google Shape;4148;p18"/>
            <p:cNvSpPr/>
            <p:nvPr/>
          </p:nvSpPr>
          <p:spPr>
            <a:xfrm>
              <a:off x="1935225" y="1910925"/>
              <a:ext cx="35750" cy="29000"/>
            </a:xfrm>
            <a:custGeom>
              <a:avLst/>
              <a:gdLst/>
              <a:ahLst/>
              <a:cxnLst/>
              <a:rect l="l" t="t" r="r" b="b"/>
              <a:pathLst>
                <a:path w="1430" h="1160" extrusionOk="0">
                  <a:moveTo>
                    <a:pt x="503" y="1"/>
                  </a:moveTo>
                  <a:lnTo>
                    <a:pt x="310" y="117"/>
                  </a:lnTo>
                  <a:lnTo>
                    <a:pt x="194" y="232"/>
                  </a:lnTo>
                  <a:lnTo>
                    <a:pt x="78" y="387"/>
                  </a:lnTo>
                  <a:lnTo>
                    <a:pt x="40" y="541"/>
                  </a:lnTo>
                  <a:lnTo>
                    <a:pt x="1" y="734"/>
                  </a:lnTo>
                  <a:lnTo>
                    <a:pt x="40" y="927"/>
                  </a:lnTo>
                  <a:lnTo>
                    <a:pt x="117" y="1082"/>
                  </a:lnTo>
                  <a:lnTo>
                    <a:pt x="194" y="1159"/>
                  </a:lnTo>
                  <a:lnTo>
                    <a:pt x="348" y="1159"/>
                  </a:lnTo>
                  <a:lnTo>
                    <a:pt x="426" y="1043"/>
                  </a:lnTo>
                  <a:lnTo>
                    <a:pt x="426" y="1005"/>
                  </a:lnTo>
                  <a:lnTo>
                    <a:pt x="387" y="927"/>
                  </a:lnTo>
                  <a:lnTo>
                    <a:pt x="387" y="850"/>
                  </a:lnTo>
                  <a:lnTo>
                    <a:pt x="348" y="773"/>
                  </a:lnTo>
                  <a:lnTo>
                    <a:pt x="426" y="580"/>
                  </a:lnTo>
                  <a:lnTo>
                    <a:pt x="542" y="425"/>
                  </a:lnTo>
                  <a:lnTo>
                    <a:pt x="619" y="387"/>
                  </a:lnTo>
                  <a:lnTo>
                    <a:pt x="773" y="387"/>
                  </a:lnTo>
                  <a:lnTo>
                    <a:pt x="850" y="425"/>
                  </a:lnTo>
                  <a:lnTo>
                    <a:pt x="966" y="580"/>
                  </a:lnTo>
                  <a:lnTo>
                    <a:pt x="1005" y="657"/>
                  </a:lnTo>
                  <a:lnTo>
                    <a:pt x="1005" y="734"/>
                  </a:lnTo>
                  <a:lnTo>
                    <a:pt x="966" y="927"/>
                  </a:lnTo>
                  <a:lnTo>
                    <a:pt x="966" y="1005"/>
                  </a:lnTo>
                  <a:lnTo>
                    <a:pt x="966" y="1082"/>
                  </a:lnTo>
                  <a:lnTo>
                    <a:pt x="1005" y="1121"/>
                  </a:lnTo>
                  <a:lnTo>
                    <a:pt x="1082" y="1159"/>
                  </a:lnTo>
                  <a:lnTo>
                    <a:pt x="1198" y="1159"/>
                  </a:lnTo>
                  <a:lnTo>
                    <a:pt x="1275" y="1121"/>
                  </a:lnTo>
                  <a:lnTo>
                    <a:pt x="1314" y="1082"/>
                  </a:lnTo>
                  <a:lnTo>
                    <a:pt x="1391" y="889"/>
                  </a:lnTo>
                  <a:lnTo>
                    <a:pt x="1430" y="734"/>
                  </a:lnTo>
                  <a:lnTo>
                    <a:pt x="1391" y="541"/>
                  </a:lnTo>
                  <a:lnTo>
                    <a:pt x="1314" y="348"/>
                  </a:lnTo>
                  <a:lnTo>
                    <a:pt x="1198" y="194"/>
                  </a:lnTo>
                  <a:lnTo>
                    <a:pt x="1044" y="78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9" name="Google Shape;4149;p18"/>
            <p:cNvSpPr/>
            <p:nvPr/>
          </p:nvSpPr>
          <p:spPr>
            <a:xfrm>
              <a:off x="6081500" y="1911900"/>
              <a:ext cx="255850" cy="266475"/>
            </a:xfrm>
            <a:custGeom>
              <a:avLst/>
              <a:gdLst/>
              <a:ahLst/>
              <a:cxnLst/>
              <a:rect l="l" t="t" r="r" b="b"/>
              <a:pathLst>
                <a:path w="10234" h="10659" extrusionOk="0">
                  <a:moveTo>
                    <a:pt x="8303" y="7299"/>
                  </a:moveTo>
                  <a:lnTo>
                    <a:pt x="8535" y="7376"/>
                  </a:lnTo>
                  <a:lnTo>
                    <a:pt x="8766" y="7453"/>
                  </a:lnTo>
                  <a:lnTo>
                    <a:pt x="8998" y="7569"/>
                  </a:lnTo>
                  <a:lnTo>
                    <a:pt x="9191" y="7723"/>
                  </a:lnTo>
                  <a:lnTo>
                    <a:pt x="9384" y="7878"/>
                  </a:lnTo>
                  <a:lnTo>
                    <a:pt x="9539" y="8109"/>
                  </a:lnTo>
                  <a:lnTo>
                    <a:pt x="9655" y="8341"/>
                  </a:lnTo>
                  <a:lnTo>
                    <a:pt x="9693" y="8573"/>
                  </a:lnTo>
                  <a:lnTo>
                    <a:pt x="9732" y="8843"/>
                  </a:lnTo>
                  <a:lnTo>
                    <a:pt x="9693" y="9152"/>
                  </a:lnTo>
                  <a:lnTo>
                    <a:pt x="9577" y="9422"/>
                  </a:lnTo>
                  <a:lnTo>
                    <a:pt x="9423" y="9654"/>
                  </a:lnTo>
                  <a:lnTo>
                    <a:pt x="9230" y="9847"/>
                  </a:lnTo>
                  <a:lnTo>
                    <a:pt x="8959" y="10002"/>
                  </a:lnTo>
                  <a:lnTo>
                    <a:pt x="8728" y="10117"/>
                  </a:lnTo>
                  <a:lnTo>
                    <a:pt x="8419" y="10156"/>
                  </a:lnTo>
                  <a:lnTo>
                    <a:pt x="8149" y="10156"/>
                  </a:lnTo>
                  <a:lnTo>
                    <a:pt x="7878" y="10079"/>
                  </a:lnTo>
                  <a:lnTo>
                    <a:pt x="7647" y="9963"/>
                  </a:lnTo>
                  <a:lnTo>
                    <a:pt x="7415" y="9770"/>
                  </a:lnTo>
                  <a:lnTo>
                    <a:pt x="7222" y="9577"/>
                  </a:lnTo>
                  <a:lnTo>
                    <a:pt x="7067" y="9345"/>
                  </a:lnTo>
                  <a:lnTo>
                    <a:pt x="6990" y="9075"/>
                  </a:lnTo>
                  <a:lnTo>
                    <a:pt x="6951" y="8805"/>
                  </a:lnTo>
                  <a:lnTo>
                    <a:pt x="6990" y="8496"/>
                  </a:lnTo>
                  <a:lnTo>
                    <a:pt x="7067" y="8264"/>
                  </a:lnTo>
                  <a:lnTo>
                    <a:pt x="7183" y="8071"/>
                  </a:lnTo>
                  <a:lnTo>
                    <a:pt x="7338" y="7878"/>
                  </a:lnTo>
                  <a:lnTo>
                    <a:pt x="7531" y="7723"/>
                  </a:lnTo>
                  <a:lnTo>
                    <a:pt x="7762" y="7569"/>
                  </a:lnTo>
                  <a:lnTo>
                    <a:pt x="8187" y="7337"/>
                  </a:lnTo>
                  <a:lnTo>
                    <a:pt x="8264" y="7299"/>
                  </a:lnTo>
                  <a:close/>
                  <a:moveTo>
                    <a:pt x="2897" y="0"/>
                  </a:moveTo>
                  <a:lnTo>
                    <a:pt x="2704" y="39"/>
                  </a:lnTo>
                  <a:lnTo>
                    <a:pt x="2665" y="78"/>
                  </a:lnTo>
                  <a:lnTo>
                    <a:pt x="2665" y="1313"/>
                  </a:lnTo>
                  <a:lnTo>
                    <a:pt x="2665" y="2588"/>
                  </a:lnTo>
                  <a:lnTo>
                    <a:pt x="2704" y="3823"/>
                  </a:lnTo>
                  <a:lnTo>
                    <a:pt x="2742" y="5059"/>
                  </a:lnTo>
                  <a:lnTo>
                    <a:pt x="2936" y="7492"/>
                  </a:lnTo>
                  <a:lnTo>
                    <a:pt x="2936" y="8148"/>
                  </a:lnTo>
                  <a:lnTo>
                    <a:pt x="2974" y="8457"/>
                  </a:lnTo>
                  <a:lnTo>
                    <a:pt x="3013" y="8611"/>
                  </a:lnTo>
                  <a:lnTo>
                    <a:pt x="3090" y="8766"/>
                  </a:lnTo>
                  <a:lnTo>
                    <a:pt x="1584" y="8689"/>
                  </a:lnTo>
                  <a:lnTo>
                    <a:pt x="1" y="8689"/>
                  </a:lnTo>
                  <a:lnTo>
                    <a:pt x="39" y="8998"/>
                  </a:lnTo>
                  <a:lnTo>
                    <a:pt x="812" y="9113"/>
                  </a:lnTo>
                  <a:lnTo>
                    <a:pt x="1584" y="9152"/>
                  </a:lnTo>
                  <a:lnTo>
                    <a:pt x="3167" y="9229"/>
                  </a:lnTo>
                  <a:lnTo>
                    <a:pt x="4866" y="9306"/>
                  </a:lnTo>
                  <a:lnTo>
                    <a:pt x="5677" y="9306"/>
                  </a:lnTo>
                  <a:lnTo>
                    <a:pt x="6527" y="9229"/>
                  </a:lnTo>
                  <a:lnTo>
                    <a:pt x="6643" y="9538"/>
                  </a:lnTo>
                  <a:lnTo>
                    <a:pt x="6797" y="9847"/>
                  </a:lnTo>
                  <a:lnTo>
                    <a:pt x="6990" y="10079"/>
                  </a:lnTo>
                  <a:lnTo>
                    <a:pt x="7260" y="10310"/>
                  </a:lnTo>
                  <a:lnTo>
                    <a:pt x="7531" y="10465"/>
                  </a:lnTo>
                  <a:lnTo>
                    <a:pt x="7840" y="10581"/>
                  </a:lnTo>
                  <a:lnTo>
                    <a:pt x="8149" y="10658"/>
                  </a:lnTo>
                  <a:lnTo>
                    <a:pt x="8457" y="10658"/>
                  </a:lnTo>
                  <a:lnTo>
                    <a:pt x="8766" y="10619"/>
                  </a:lnTo>
                  <a:lnTo>
                    <a:pt x="9075" y="10504"/>
                  </a:lnTo>
                  <a:lnTo>
                    <a:pt x="9346" y="10388"/>
                  </a:lnTo>
                  <a:lnTo>
                    <a:pt x="9577" y="10195"/>
                  </a:lnTo>
                  <a:lnTo>
                    <a:pt x="9809" y="9963"/>
                  </a:lnTo>
                  <a:lnTo>
                    <a:pt x="9963" y="9693"/>
                  </a:lnTo>
                  <a:lnTo>
                    <a:pt x="10118" y="9422"/>
                  </a:lnTo>
                  <a:lnTo>
                    <a:pt x="10195" y="9113"/>
                  </a:lnTo>
                  <a:lnTo>
                    <a:pt x="10234" y="9113"/>
                  </a:lnTo>
                  <a:lnTo>
                    <a:pt x="10234" y="8766"/>
                  </a:lnTo>
                  <a:lnTo>
                    <a:pt x="10195" y="8380"/>
                  </a:lnTo>
                  <a:lnTo>
                    <a:pt x="10041" y="8071"/>
                  </a:lnTo>
                  <a:lnTo>
                    <a:pt x="9886" y="7762"/>
                  </a:lnTo>
                  <a:lnTo>
                    <a:pt x="9655" y="7492"/>
                  </a:lnTo>
                  <a:lnTo>
                    <a:pt x="9346" y="7260"/>
                  </a:lnTo>
                  <a:lnTo>
                    <a:pt x="9037" y="7105"/>
                  </a:lnTo>
                  <a:lnTo>
                    <a:pt x="8689" y="7028"/>
                  </a:lnTo>
                  <a:lnTo>
                    <a:pt x="8342" y="6990"/>
                  </a:lnTo>
                  <a:lnTo>
                    <a:pt x="8226" y="7067"/>
                  </a:lnTo>
                  <a:lnTo>
                    <a:pt x="8187" y="7028"/>
                  </a:lnTo>
                  <a:lnTo>
                    <a:pt x="8110" y="6990"/>
                  </a:lnTo>
                  <a:lnTo>
                    <a:pt x="7955" y="6990"/>
                  </a:lnTo>
                  <a:lnTo>
                    <a:pt x="7762" y="7028"/>
                  </a:lnTo>
                  <a:lnTo>
                    <a:pt x="7453" y="7144"/>
                  </a:lnTo>
                  <a:lnTo>
                    <a:pt x="7183" y="7337"/>
                  </a:lnTo>
                  <a:lnTo>
                    <a:pt x="6951" y="7569"/>
                  </a:lnTo>
                  <a:lnTo>
                    <a:pt x="6758" y="7878"/>
                  </a:lnTo>
                  <a:lnTo>
                    <a:pt x="6604" y="8187"/>
                  </a:lnTo>
                  <a:lnTo>
                    <a:pt x="6488" y="8496"/>
                  </a:lnTo>
                  <a:lnTo>
                    <a:pt x="6488" y="8843"/>
                  </a:lnTo>
                  <a:lnTo>
                    <a:pt x="5716" y="8766"/>
                  </a:lnTo>
                  <a:lnTo>
                    <a:pt x="3476" y="8766"/>
                  </a:lnTo>
                  <a:lnTo>
                    <a:pt x="3515" y="8689"/>
                  </a:lnTo>
                  <a:lnTo>
                    <a:pt x="3515" y="8650"/>
                  </a:lnTo>
                  <a:lnTo>
                    <a:pt x="3476" y="8573"/>
                  </a:lnTo>
                  <a:lnTo>
                    <a:pt x="3438" y="8496"/>
                  </a:lnTo>
                  <a:lnTo>
                    <a:pt x="3399" y="8457"/>
                  </a:lnTo>
                  <a:lnTo>
                    <a:pt x="3322" y="8457"/>
                  </a:lnTo>
                  <a:lnTo>
                    <a:pt x="3244" y="8496"/>
                  </a:lnTo>
                  <a:lnTo>
                    <a:pt x="3322" y="8380"/>
                  </a:lnTo>
                  <a:lnTo>
                    <a:pt x="3322" y="8225"/>
                  </a:lnTo>
                  <a:lnTo>
                    <a:pt x="3322" y="8071"/>
                  </a:lnTo>
                  <a:lnTo>
                    <a:pt x="3283" y="7955"/>
                  </a:lnTo>
                  <a:lnTo>
                    <a:pt x="3244" y="7337"/>
                  </a:lnTo>
                  <a:lnTo>
                    <a:pt x="3167" y="6410"/>
                  </a:lnTo>
                  <a:lnTo>
                    <a:pt x="3051" y="4325"/>
                  </a:lnTo>
                  <a:lnTo>
                    <a:pt x="2974" y="2201"/>
                  </a:lnTo>
                  <a:lnTo>
                    <a:pt x="2897" y="78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0" name="Google Shape;4150;p18"/>
            <p:cNvSpPr/>
            <p:nvPr/>
          </p:nvSpPr>
          <p:spPr>
            <a:xfrm>
              <a:off x="2715250" y="1912850"/>
              <a:ext cx="147725" cy="161250"/>
            </a:xfrm>
            <a:custGeom>
              <a:avLst/>
              <a:gdLst/>
              <a:ahLst/>
              <a:cxnLst/>
              <a:rect l="l" t="t" r="r" b="b"/>
              <a:pathLst>
                <a:path w="5909" h="6450" extrusionOk="0">
                  <a:moveTo>
                    <a:pt x="2781" y="503"/>
                  </a:moveTo>
                  <a:lnTo>
                    <a:pt x="3283" y="580"/>
                  </a:lnTo>
                  <a:lnTo>
                    <a:pt x="3746" y="735"/>
                  </a:lnTo>
                  <a:lnTo>
                    <a:pt x="4210" y="966"/>
                  </a:lnTo>
                  <a:lnTo>
                    <a:pt x="4403" y="1082"/>
                  </a:lnTo>
                  <a:lnTo>
                    <a:pt x="4596" y="1275"/>
                  </a:lnTo>
                  <a:lnTo>
                    <a:pt x="4750" y="1468"/>
                  </a:lnTo>
                  <a:lnTo>
                    <a:pt x="4943" y="1661"/>
                  </a:lnTo>
                  <a:lnTo>
                    <a:pt x="5059" y="1893"/>
                  </a:lnTo>
                  <a:lnTo>
                    <a:pt x="5175" y="2125"/>
                  </a:lnTo>
                  <a:lnTo>
                    <a:pt x="5330" y="2588"/>
                  </a:lnTo>
                  <a:lnTo>
                    <a:pt x="5407" y="3052"/>
                  </a:lnTo>
                  <a:lnTo>
                    <a:pt x="5407" y="3515"/>
                  </a:lnTo>
                  <a:lnTo>
                    <a:pt x="5368" y="4017"/>
                  </a:lnTo>
                  <a:lnTo>
                    <a:pt x="5214" y="4442"/>
                  </a:lnTo>
                  <a:lnTo>
                    <a:pt x="4982" y="4866"/>
                  </a:lnTo>
                  <a:lnTo>
                    <a:pt x="4828" y="5059"/>
                  </a:lnTo>
                  <a:lnTo>
                    <a:pt x="4673" y="5253"/>
                  </a:lnTo>
                  <a:lnTo>
                    <a:pt x="4480" y="5407"/>
                  </a:lnTo>
                  <a:lnTo>
                    <a:pt x="4287" y="5561"/>
                  </a:lnTo>
                  <a:lnTo>
                    <a:pt x="4017" y="5716"/>
                  </a:lnTo>
                  <a:lnTo>
                    <a:pt x="3746" y="5832"/>
                  </a:lnTo>
                  <a:lnTo>
                    <a:pt x="3515" y="5909"/>
                  </a:lnTo>
                  <a:lnTo>
                    <a:pt x="3244" y="5948"/>
                  </a:lnTo>
                  <a:lnTo>
                    <a:pt x="2742" y="5948"/>
                  </a:lnTo>
                  <a:lnTo>
                    <a:pt x="2511" y="5870"/>
                  </a:lnTo>
                  <a:lnTo>
                    <a:pt x="2279" y="5793"/>
                  </a:lnTo>
                  <a:lnTo>
                    <a:pt x="2047" y="5677"/>
                  </a:lnTo>
                  <a:lnTo>
                    <a:pt x="1816" y="5561"/>
                  </a:lnTo>
                  <a:lnTo>
                    <a:pt x="1623" y="5407"/>
                  </a:lnTo>
                  <a:lnTo>
                    <a:pt x="1429" y="5214"/>
                  </a:lnTo>
                  <a:lnTo>
                    <a:pt x="1082" y="4828"/>
                  </a:lnTo>
                  <a:lnTo>
                    <a:pt x="812" y="4364"/>
                  </a:lnTo>
                  <a:lnTo>
                    <a:pt x="619" y="3862"/>
                  </a:lnTo>
                  <a:lnTo>
                    <a:pt x="464" y="3322"/>
                  </a:lnTo>
                  <a:lnTo>
                    <a:pt x="426" y="2820"/>
                  </a:lnTo>
                  <a:lnTo>
                    <a:pt x="426" y="2550"/>
                  </a:lnTo>
                  <a:lnTo>
                    <a:pt x="464" y="2279"/>
                  </a:lnTo>
                  <a:lnTo>
                    <a:pt x="503" y="2048"/>
                  </a:lnTo>
                  <a:lnTo>
                    <a:pt x="619" y="1777"/>
                  </a:lnTo>
                  <a:lnTo>
                    <a:pt x="696" y="1584"/>
                  </a:lnTo>
                  <a:lnTo>
                    <a:pt x="850" y="1352"/>
                  </a:lnTo>
                  <a:lnTo>
                    <a:pt x="1005" y="1159"/>
                  </a:lnTo>
                  <a:lnTo>
                    <a:pt x="1198" y="966"/>
                  </a:lnTo>
                  <a:lnTo>
                    <a:pt x="1429" y="812"/>
                  </a:lnTo>
                  <a:lnTo>
                    <a:pt x="1700" y="657"/>
                  </a:lnTo>
                  <a:lnTo>
                    <a:pt x="1738" y="619"/>
                  </a:lnTo>
                  <a:lnTo>
                    <a:pt x="1738" y="580"/>
                  </a:lnTo>
                  <a:lnTo>
                    <a:pt x="2240" y="503"/>
                  </a:lnTo>
                  <a:close/>
                  <a:moveTo>
                    <a:pt x="2588" y="1"/>
                  </a:moveTo>
                  <a:lnTo>
                    <a:pt x="2279" y="40"/>
                  </a:lnTo>
                  <a:lnTo>
                    <a:pt x="1970" y="78"/>
                  </a:lnTo>
                  <a:lnTo>
                    <a:pt x="1661" y="155"/>
                  </a:lnTo>
                  <a:lnTo>
                    <a:pt x="1391" y="233"/>
                  </a:lnTo>
                  <a:lnTo>
                    <a:pt x="1314" y="310"/>
                  </a:lnTo>
                  <a:lnTo>
                    <a:pt x="1236" y="387"/>
                  </a:lnTo>
                  <a:lnTo>
                    <a:pt x="1236" y="464"/>
                  </a:lnTo>
                  <a:lnTo>
                    <a:pt x="1275" y="542"/>
                  </a:lnTo>
                  <a:lnTo>
                    <a:pt x="1005" y="657"/>
                  </a:lnTo>
                  <a:lnTo>
                    <a:pt x="773" y="850"/>
                  </a:lnTo>
                  <a:lnTo>
                    <a:pt x="580" y="1044"/>
                  </a:lnTo>
                  <a:lnTo>
                    <a:pt x="426" y="1237"/>
                  </a:lnTo>
                  <a:lnTo>
                    <a:pt x="271" y="1468"/>
                  </a:lnTo>
                  <a:lnTo>
                    <a:pt x="155" y="1700"/>
                  </a:lnTo>
                  <a:lnTo>
                    <a:pt x="78" y="1970"/>
                  </a:lnTo>
                  <a:lnTo>
                    <a:pt x="39" y="2241"/>
                  </a:lnTo>
                  <a:lnTo>
                    <a:pt x="1" y="2511"/>
                  </a:lnTo>
                  <a:lnTo>
                    <a:pt x="1" y="2781"/>
                  </a:lnTo>
                  <a:lnTo>
                    <a:pt x="39" y="3360"/>
                  </a:lnTo>
                  <a:lnTo>
                    <a:pt x="155" y="3901"/>
                  </a:lnTo>
                  <a:lnTo>
                    <a:pt x="387" y="4442"/>
                  </a:lnTo>
                  <a:lnTo>
                    <a:pt x="696" y="5021"/>
                  </a:lnTo>
                  <a:lnTo>
                    <a:pt x="889" y="5253"/>
                  </a:lnTo>
                  <a:lnTo>
                    <a:pt x="1082" y="5484"/>
                  </a:lnTo>
                  <a:lnTo>
                    <a:pt x="1275" y="5716"/>
                  </a:lnTo>
                  <a:lnTo>
                    <a:pt x="1507" y="5909"/>
                  </a:lnTo>
                  <a:lnTo>
                    <a:pt x="1738" y="6063"/>
                  </a:lnTo>
                  <a:lnTo>
                    <a:pt x="2009" y="6179"/>
                  </a:lnTo>
                  <a:lnTo>
                    <a:pt x="2240" y="6295"/>
                  </a:lnTo>
                  <a:lnTo>
                    <a:pt x="2511" y="6372"/>
                  </a:lnTo>
                  <a:lnTo>
                    <a:pt x="2820" y="6411"/>
                  </a:lnTo>
                  <a:lnTo>
                    <a:pt x="3090" y="6450"/>
                  </a:lnTo>
                  <a:lnTo>
                    <a:pt x="3399" y="6411"/>
                  </a:lnTo>
                  <a:lnTo>
                    <a:pt x="3669" y="6334"/>
                  </a:lnTo>
                  <a:lnTo>
                    <a:pt x="3978" y="6218"/>
                  </a:lnTo>
                  <a:lnTo>
                    <a:pt x="4326" y="6102"/>
                  </a:lnTo>
                  <a:lnTo>
                    <a:pt x="4557" y="5909"/>
                  </a:lnTo>
                  <a:lnTo>
                    <a:pt x="4828" y="5716"/>
                  </a:lnTo>
                  <a:lnTo>
                    <a:pt x="5021" y="5523"/>
                  </a:lnTo>
                  <a:lnTo>
                    <a:pt x="5214" y="5291"/>
                  </a:lnTo>
                  <a:lnTo>
                    <a:pt x="5407" y="5059"/>
                  </a:lnTo>
                  <a:lnTo>
                    <a:pt x="5561" y="4789"/>
                  </a:lnTo>
                  <a:lnTo>
                    <a:pt x="5677" y="4519"/>
                  </a:lnTo>
                  <a:lnTo>
                    <a:pt x="5754" y="4249"/>
                  </a:lnTo>
                  <a:lnTo>
                    <a:pt x="5832" y="3940"/>
                  </a:lnTo>
                  <a:lnTo>
                    <a:pt x="5870" y="3669"/>
                  </a:lnTo>
                  <a:lnTo>
                    <a:pt x="5909" y="3360"/>
                  </a:lnTo>
                  <a:lnTo>
                    <a:pt x="5870" y="3052"/>
                  </a:lnTo>
                  <a:lnTo>
                    <a:pt x="5832" y="2743"/>
                  </a:lnTo>
                  <a:lnTo>
                    <a:pt x="5793" y="2472"/>
                  </a:lnTo>
                  <a:lnTo>
                    <a:pt x="5716" y="2163"/>
                  </a:lnTo>
                  <a:lnTo>
                    <a:pt x="5600" y="1893"/>
                  </a:lnTo>
                  <a:lnTo>
                    <a:pt x="5445" y="1584"/>
                  </a:lnTo>
                  <a:lnTo>
                    <a:pt x="5252" y="1352"/>
                  </a:lnTo>
                  <a:lnTo>
                    <a:pt x="5059" y="1082"/>
                  </a:lnTo>
                  <a:lnTo>
                    <a:pt x="4828" y="889"/>
                  </a:lnTo>
                  <a:lnTo>
                    <a:pt x="4596" y="696"/>
                  </a:lnTo>
                  <a:lnTo>
                    <a:pt x="4364" y="503"/>
                  </a:lnTo>
                  <a:lnTo>
                    <a:pt x="4094" y="348"/>
                  </a:lnTo>
                  <a:lnTo>
                    <a:pt x="3785" y="233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40"/>
                  </a:lnTo>
                  <a:lnTo>
                    <a:pt x="258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1" name="Google Shape;4151;p18"/>
            <p:cNvSpPr/>
            <p:nvPr/>
          </p:nvSpPr>
          <p:spPr>
            <a:xfrm>
              <a:off x="1882150" y="1914800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0"/>
                  </a:moveTo>
                  <a:lnTo>
                    <a:pt x="425" y="39"/>
                  </a:lnTo>
                  <a:lnTo>
                    <a:pt x="232" y="116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1"/>
                  </a:lnTo>
                  <a:lnTo>
                    <a:pt x="77" y="966"/>
                  </a:lnTo>
                  <a:lnTo>
                    <a:pt x="232" y="1081"/>
                  </a:lnTo>
                  <a:lnTo>
                    <a:pt x="386" y="1197"/>
                  </a:lnTo>
                  <a:lnTo>
                    <a:pt x="463" y="1197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3" y="1004"/>
                  </a:lnTo>
                  <a:lnTo>
                    <a:pt x="386" y="927"/>
                  </a:lnTo>
                  <a:lnTo>
                    <a:pt x="348" y="811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6" y="502"/>
                  </a:lnTo>
                  <a:lnTo>
                    <a:pt x="463" y="464"/>
                  </a:lnTo>
                  <a:lnTo>
                    <a:pt x="541" y="386"/>
                  </a:lnTo>
                  <a:lnTo>
                    <a:pt x="772" y="386"/>
                  </a:lnTo>
                  <a:lnTo>
                    <a:pt x="850" y="464"/>
                  </a:lnTo>
                  <a:lnTo>
                    <a:pt x="927" y="541"/>
                  </a:lnTo>
                  <a:lnTo>
                    <a:pt x="965" y="657"/>
                  </a:lnTo>
                  <a:lnTo>
                    <a:pt x="1004" y="850"/>
                  </a:lnTo>
                  <a:lnTo>
                    <a:pt x="1043" y="966"/>
                  </a:lnTo>
                  <a:lnTo>
                    <a:pt x="1081" y="1043"/>
                  </a:lnTo>
                  <a:lnTo>
                    <a:pt x="1159" y="1081"/>
                  </a:lnTo>
                  <a:lnTo>
                    <a:pt x="1197" y="1081"/>
                  </a:lnTo>
                  <a:lnTo>
                    <a:pt x="1274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4" y="386"/>
                  </a:lnTo>
                  <a:lnTo>
                    <a:pt x="1159" y="232"/>
                  </a:lnTo>
                  <a:lnTo>
                    <a:pt x="1004" y="77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2" name="Google Shape;4152;p18"/>
            <p:cNvSpPr/>
            <p:nvPr/>
          </p:nvSpPr>
          <p:spPr>
            <a:xfrm>
              <a:off x="6734100" y="1914800"/>
              <a:ext cx="30925" cy="168950"/>
            </a:xfrm>
            <a:custGeom>
              <a:avLst/>
              <a:gdLst/>
              <a:ahLst/>
              <a:cxnLst/>
              <a:rect l="l" t="t" r="r" b="b"/>
              <a:pathLst>
                <a:path w="1237" h="6758" extrusionOk="0">
                  <a:moveTo>
                    <a:pt x="1120" y="0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7"/>
                  </a:lnTo>
                  <a:lnTo>
                    <a:pt x="850" y="116"/>
                  </a:lnTo>
                  <a:lnTo>
                    <a:pt x="541" y="1738"/>
                  </a:lnTo>
                  <a:lnTo>
                    <a:pt x="309" y="3398"/>
                  </a:lnTo>
                  <a:lnTo>
                    <a:pt x="116" y="5059"/>
                  </a:lnTo>
                  <a:lnTo>
                    <a:pt x="0" y="6719"/>
                  </a:lnTo>
                  <a:lnTo>
                    <a:pt x="232" y="6758"/>
                  </a:lnTo>
                  <a:lnTo>
                    <a:pt x="502" y="5136"/>
                  </a:lnTo>
                  <a:lnTo>
                    <a:pt x="773" y="3514"/>
                  </a:lnTo>
                  <a:lnTo>
                    <a:pt x="966" y="1854"/>
                  </a:lnTo>
                  <a:lnTo>
                    <a:pt x="1082" y="232"/>
                  </a:lnTo>
                  <a:lnTo>
                    <a:pt x="1236" y="77"/>
                  </a:lnTo>
                  <a:lnTo>
                    <a:pt x="1236" y="39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3" name="Google Shape;4153;p18"/>
            <p:cNvSpPr/>
            <p:nvPr/>
          </p:nvSpPr>
          <p:spPr>
            <a:xfrm>
              <a:off x="668675" y="1916725"/>
              <a:ext cx="350450" cy="288675"/>
            </a:xfrm>
            <a:custGeom>
              <a:avLst/>
              <a:gdLst/>
              <a:ahLst/>
              <a:cxnLst/>
              <a:rect l="l" t="t" r="r" b="b"/>
              <a:pathLst>
                <a:path w="14018" h="11547" extrusionOk="0">
                  <a:moveTo>
                    <a:pt x="11778" y="0"/>
                  </a:moveTo>
                  <a:lnTo>
                    <a:pt x="11469" y="78"/>
                  </a:lnTo>
                  <a:lnTo>
                    <a:pt x="11855" y="1931"/>
                  </a:lnTo>
                  <a:lnTo>
                    <a:pt x="12280" y="3746"/>
                  </a:lnTo>
                  <a:lnTo>
                    <a:pt x="11507" y="2781"/>
                  </a:lnTo>
                  <a:lnTo>
                    <a:pt x="10658" y="1893"/>
                  </a:lnTo>
                  <a:lnTo>
                    <a:pt x="10426" y="2086"/>
                  </a:lnTo>
                  <a:lnTo>
                    <a:pt x="11469" y="3437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8"/>
                  </a:lnTo>
                  <a:lnTo>
                    <a:pt x="13168" y="5522"/>
                  </a:lnTo>
                  <a:lnTo>
                    <a:pt x="13438" y="5715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0"/>
                  </a:lnTo>
                  <a:lnTo>
                    <a:pt x="13631" y="6681"/>
                  </a:lnTo>
                  <a:lnTo>
                    <a:pt x="13515" y="6912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3" y="7955"/>
                  </a:lnTo>
                  <a:lnTo>
                    <a:pt x="12203" y="8418"/>
                  </a:lnTo>
                  <a:lnTo>
                    <a:pt x="11739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2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0" y="11160"/>
                  </a:lnTo>
                  <a:lnTo>
                    <a:pt x="3630" y="11160"/>
                  </a:lnTo>
                  <a:lnTo>
                    <a:pt x="3012" y="11121"/>
                  </a:lnTo>
                  <a:lnTo>
                    <a:pt x="2356" y="11044"/>
                  </a:lnTo>
                  <a:lnTo>
                    <a:pt x="1661" y="10928"/>
                  </a:lnTo>
                  <a:lnTo>
                    <a:pt x="1352" y="10813"/>
                  </a:lnTo>
                  <a:lnTo>
                    <a:pt x="1081" y="10697"/>
                  </a:lnTo>
                  <a:lnTo>
                    <a:pt x="811" y="10542"/>
                  </a:lnTo>
                  <a:lnTo>
                    <a:pt x="618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1"/>
                  </a:lnTo>
                  <a:lnTo>
                    <a:pt x="386" y="9461"/>
                  </a:lnTo>
                  <a:lnTo>
                    <a:pt x="155" y="9422"/>
                  </a:lnTo>
                  <a:lnTo>
                    <a:pt x="39" y="9654"/>
                  </a:lnTo>
                  <a:lnTo>
                    <a:pt x="0" y="9886"/>
                  </a:lnTo>
                  <a:lnTo>
                    <a:pt x="39" y="10117"/>
                  </a:lnTo>
                  <a:lnTo>
                    <a:pt x="77" y="10311"/>
                  </a:lnTo>
                  <a:lnTo>
                    <a:pt x="193" y="10465"/>
                  </a:lnTo>
                  <a:lnTo>
                    <a:pt x="348" y="10619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7"/>
                  </a:lnTo>
                  <a:lnTo>
                    <a:pt x="2201" y="11353"/>
                  </a:lnTo>
                  <a:lnTo>
                    <a:pt x="2626" y="11430"/>
                  </a:lnTo>
                  <a:lnTo>
                    <a:pt x="3321" y="11508"/>
                  </a:lnTo>
                  <a:lnTo>
                    <a:pt x="3978" y="11546"/>
                  </a:lnTo>
                  <a:lnTo>
                    <a:pt x="4673" y="11546"/>
                  </a:lnTo>
                  <a:lnTo>
                    <a:pt x="5368" y="11508"/>
                  </a:lnTo>
                  <a:lnTo>
                    <a:pt x="6063" y="11430"/>
                  </a:lnTo>
                  <a:lnTo>
                    <a:pt x="6758" y="11315"/>
                  </a:lnTo>
                  <a:lnTo>
                    <a:pt x="7414" y="11160"/>
                  </a:lnTo>
                  <a:lnTo>
                    <a:pt x="8071" y="11006"/>
                  </a:lnTo>
                  <a:lnTo>
                    <a:pt x="8727" y="10774"/>
                  </a:lnTo>
                  <a:lnTo>
                    <a:pt x="9345" y="10542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1" y="9654"/>
                  </a:lnTo>
                  <a:lnTo>
                    <a:pt x="11701" y="9268"/>
                  </a:lnTo>
                  <a:lnTo>
                    <a:pt x="12241" y="8882"/>
                  </a:lnTo>
                  <a:lnTo>
                    <a:pt x="12743" y="8457"/>
                  </a:lnTo>
                  <a:lnTo>
                    <a:pt x="13168" y="8071"/>
                  </a:lnTo>
                  <a:lnTo>
                    <a:pt x="13554" y="7646"/>
                  </a:lnTo>
                  <a:lnTo>
                    <a:pt x="13747" y="7376"/>
                  </a:lnTo>
                  <a:lnTo>
                    <a:pt x="13863" y="7144"/>
                  </a:lnTo>
                  <a:lnTo>
                    <a:pt x="13979" y="6874"/>
                  </a:lnTo>
                  <a:lnTo>
                    <a:pt x="14017" y="6565"/>
                  </a:lnTo>
                  <a:lnTo>
                    <a:pt x="14017" y="6333"/>
                  </a:lnTo>
                  <a:lnTo>
                    <a:pt x="14017" y="6140"/>
                  </a:lnTo>
                  <a:lnTo>
                    <a:pt x="13940" y="5908"/>
                  </a:lnTo>
                  <a:lnTo>
                    <a:pt x="13863" y="5715"/>
                  </a:lnTo>
                  <a:lnTo>
                    <a:pt x="13747" y="5522"/>
                  </a:lnTo>
                  <a:lnTo>
                    <a:pt x="13593" y="5368"/>
                  </a:lnTo>
                  <a:lnTo>
                    <a:pt x="13438" y="5252"/>
                  </a:lnTo>
                  <a:lnTo>
                    <a:pt x="13245" y="5136"/>
                  </a:lnTo>
                  <a:lnTo>
                    <a:pt x="13091" y="5136"/>
                  </a:lnTo>
                  <a:lnTo>
                    <a:pt x="12820" y="3823"/>
                  </a:lnTo>
                  <a:lnTo>
                    <a:pt x="12511" y="2549"/>
                  </a:lnTo>
                  <a:lnTo>
                    <a:pt x="12164" y="1275"/>
                  </a:lnTo>
                  <a:lnTo>
                    <a:pt x="117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4" name="Google Shape;4154;p18"/>
            <p:cNvSpPr/>
            <p:nvPr/>
          </p:nvSpPr>
          <p:spPr>
            <a:xfrm>
              <a:off x="6761125" y="1916725"/>
              <a:ext cx="121675" cy="144825"/>
            </a:xfrm>
            <a:custGeom>
              <a:avLst/>
              <a:gdLst/>
              <a:ahLst/>
              <a:cxnLst/>
              <a:rect l="l" t="t" r="r" b="b"/>
              <a:pathLst>
                <a:path w="4867" h="5793" extrusionOk="0">
                  <a:moveTo>
                    <a:pt x="155" y="0"/>
                  </a:moveTo>
                  <a:lnTo>
                    <a:pt x="1" y="155"/>
                  </a:lnTo>
                  <a:lnTo>
                    <a:pt x="1198" y="1545"/>
                  </a:lnTo>
                  <a:lnTo>
                    <a:pt x="2356" y="2935"/>
                  </a:lnTo>
                  <a:lnTo>
                    <a:pt x="2897" y="3630"/>
                  </a:lnTo>
                  <a:lnTo>
                    <a:pt x="3476" y="4402"/>
                  </a:lnTo>
                  <a:lnTo>
                    <a:pt x="4055" y="5098"/>
                  </a:lnTo>
                  <a:lnTo>
                    <a:pt x="4326" y="5445"/>
                  </a:lnTo>
                  <a:lnTo>
                    <a:pt x="4634" y="5793"/>
                  </a:lnTo>
                  <a:lnTo>
                    <a:pt x="4828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4" y="5252"/>
                  </a:lnTo>
                  <a:lnTo>
                    <a:pt x="4403" y="4866"/>
                  </a:lnTo>
                  <a:lnTo>
                    <a:pt x="3862" y="4171"/>
                  </a:lnTo>
                  <a:lnTo>
                    <a:pt x="2704" y="2781"/>
                  </a:lnTo>
                  <a:lnTo>
                    <a:pt x="1468" y="1352"/>
                  </a:lnTo>
                  <a:lnTo>
                    <a:pt x="812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5" name="Google Shape;4155;p18"/>
            <p:cNvSpPr/>
            <p:nvPr/>
          </p:nvSpPr>
          <p:spPr>
            <a:xfrm>
              <a:off x="5030225" y="1918650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5" y="1"/>
                  </a:moveTo>
                  <a:lnTo>
                    <a:pt x="348" y="889"/>
                  </a:lnTo>
                  <a:lnTo>
                    <a:pt x="232" y="1816"/>
                  </a:lnTo>
                  <a:lnTo>
                    <a:pt x="155" y="3630"/>
                  </a:lnTo>
                  <a:lnTo>
                    <a:pt x="0" y="7260"/>
                  </a:lnTo>
                  <a:lnTo>
                    <a:pt x="193" y="7260"/>
                  </a:lnTo>
                  <a:lnTo>
                    <a:pt x="425" y="5484"/>
                  </a:lnTo>
                  <a:lnTo>
                    <a:pt x="579" y="3669"/>
                  </a:lnTo>
                  <a:lnTo>
                    <a:pt x="695" y="1854"/>
                  </a:lnTo>
                  <a:lnTo>
                    <a:pt x="695" y="927"/>
                  </a:lnTo>
                  <a:lnTo>
                    <a:pt x="695" y="39"/>
                  </a:lnTo>
                  <a:lnTo>
                    <a:pt x="42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6" name="Google Shape;4156;p18"/>
            <p:cNvSpPr/>
            <p:nvPr/>
          </p:nvSpPr>
          <p:spPr>
            <a:xfrm>
              <a:off x="6615350" y="1924450"/>
              <a:ext cx="61825" cy="160275"/>
            </a:xfrm>
            <a:custGeom>
              <a:avLst/>
              <a:gdLst/>
              <a:ahLst/>
              <a:cxnLst/>
              <a:rect l="l" t="t" r="r" b="b"/>
              <a:pathLst>
                <a:path w="2473" h="6411" extrusionOk="0">
                  <a:moveTo>
                    <a:pt x="310" y="0"/>
                  </a:moveTo>
                  <a:lnTo>
                    <a:pt x="1" y="78"/>
                  </a:lnTo>
                  <a:lnTo>
                    <a:pt x="194" y="927"/>
                  </a:lnTo>
                  <a:lnTo>
                    <a:pt x="426" y="1777"/>
                  </a:lnTo>
                  <a:lnTo>
                    <a:pt x="657" y="2626"/>
                  </a:lnTo>
                  <a:lnTo>
                    <a:pt x="928" y="3476"/>
                  </a:lnTo>
                  <a:lnTo>
                    <a:pt x="1507" y="5097"/>
                  </a:lnTo>
                  <a:lnTo>
                    <a:pt x="1738" y="5754"/>
                  </a:lnTo>
                  <a:lnTo>
                    <a:pt x="1661" y="5715"/>
                  </a:lnTo>
                  <a:lnTo>
                    <a:pt x="1584" y="5793"/>
                  </a:lnTo>
                  <a:lnTo>
                    <a:pt x="1545" y="5870"/>
                  </a:lnTo>
                  <a:lnTo>
                    <a:pt x="1777" y="5908"/>
                  </a:lnTo>
                  <a:lnTo>
                    <a:pt x="1932" y="6140"/>
                  </a:lnTo>
                  <a:lnTo>
                    <a:pt x="2086" y="6333"/>
                  </a:lnTo>
                  <a:lnTo>
                    <a:pt x="2125" y="6410"/>
                  </a:lnTo>
                  <a:lnTo>
                    <a:pt x="2318" y="6410"/>
                  </a:lnTo>
                  <a:lnTo>
                    <a:pt x="2356" y="6333"/>
                  </a:lnTo>
                  <a:lnTo>
                    <a:pt x="2434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5" y="5599"/>
                  </a:lnTo>
                  <a:lnTo>
                    <a:pt x="1970" y="5213"/>
                  </a:lnTo>
                  <a:lnTo>
                    <a:pt x="1738" y="4441"/>
                  </a:lnTo>
                  <a:lnTo>
                    <a:pt x="1198" y="2935"/>
                  </a:lnTo>
                  <a:lnTo>
                    <a:pt x="734" y="1468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7" name="Google Shape;4157;p18"/>
            <p:cNvSpPr/>
            <p:nvPr/>
          </p:nvSpPr>
          <p:spPr>
            <a:xfrm>
              <a:off x="3366875" y="1926375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1" y="2317"/>
                  </a:lnTo>
                  <a:lnTo>
                    <a:pt x="6449" y="3901"/>
                  </a:lnTo>
                  <a:lnTo>
                    <a:pt x="6527" y="6990"/>
                  </a:lnTo>
                  <a:lnTo>
                    <a:pt x="3515" y="6758"/>
                  </a:lnTo>
                  <a:lnTo>
                    <a:pt x="2009" y="6642"/>
                  </a:lnTo>
                  <a:lnTo>
                    <a:pt x="503" y="6604"/>
                  </a:lnTo>
                  <a:lnTo>
                    <a:pt x="1352" y="5986"/>
                  </a:lnTo>
                  <a:lnTo>
                    <a:pt x="2202" y="5291"/>
                  </a:lnTo>
                  <a:lnTo>
                    <a:pt x="2974" y="4557"/>
                  </a:lnTo>
                  <a:lnTo>
                    <a:pt x="3708" y="3823"/>
                  </a:lnTo>
                  <a:lnTo>
                    <a:pt x="4441" y="3090"/>
                  </a:lnTo>
                  <a:lnTo>
                    <a:pt x="5137" y="2356"/>
                  </a:lnTo>
                  <a:lnTo>
                    <a:pt x="5793" y="1584"/>
                  </a:lnTo>
                  <a:lnTo>
                    <a:pt x="6449" y="773"/>
                  </a:lnTo>
                  <a:close/>
                  <a:moveTo>
                    <a:pt x="6720" y="1"/>
                  </a:moveTo>
                  <a:lnTo>
                    <a:pt x="6643" y="39"/>
                  </a:lnTo>
                  <a:lnTo>
                    <a:pt x="6565" y="39"/>
                  </a:lnTo>
                  <a:lnTo>
                    <a:pt x="6488" y="116"/>
                  </a:lnTo>
                  <a:lnTo>
                    <a:pt x="4982" y="1854"/>
                  </a:lnTo>
                  <a:lnTo>
                    <a:pt x="4210" y="2704"/>
                  </a:lnTo>
                  <a:lnTo>
                    <a:pt x="3438" y="3515"/>
                  </a:lnTo>
                  <a:lnTo>
                    <a:pt x="2588" y="4287"/>
                  </a:lnTo>
                  <a:lnTo>
                    <a:pt x="1738" y="5059"/>
                  </a:lnTo>
                  <a:lnTo>
                    <a:pt x="889" y="5793"/>
                  </a:lnTo>
                  <a:lnTo>
                    <a:pt x="39" y="6604"/>
                  </a:lnTo>
                  <a:lnTo>
                    <a:pt x="1" y="6642"/>
                  </a:lnTo>
                  <a:lnTo>
                    <a:pt x="1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1" y="6913"/>
                  </a:lnTo>
                  <a:lnTo>
                    <a:pt x="39" y="6990"/>
                  </a:lnTo>
                  <a:lnTo>
                    <a:pt x="117" y="7144"/>
                  </a:lnTo>
                  <a:lnTo>
                    <a:pt x="387" y="6990"/>
                  </a:lnTo>
                  <a:lnTo>
                    <a:pt x="1893" y="7144"/>
                  </a:lnTo>
                  <a:lnTo>
                    <a:pt x="3438" y="7299"/>
                  </a:lnTo>
                  <a:lnTo>
                    <a:pt x="6527" y="7453"/>
                  </a:lnTo>
                  <a:lnTo>
                    <a:pt x="6565" y="9307"/>
                  </a:lnTo>
                  <a:lnTo>
                    <a:pt x="6527" y="12628"/>
                  </a:lnTo>
                  <a:lnTo>
                    <a:pt x="6951" y="12628"/>
                  </a:lnTo>
                  <a:lnTo>
                    <a:pt x="6990" y="9461"/>
                  </a:lnTo>
                  <a:lnTo>
                    <a:pt x="6990" y="7492"/>
                  </a:lnTo>
                  <a:lnTo>
                    <a:pt x="8651" y="7569"/>
                  </a:lnTo>
                  <a:lnTo>
                    <a:pt x="10311" y="7646"/>
                  </a:lnTo>
                  <a:lnTo>
                    <a:pt x="10311" y="7183"/>
                  </a:lnTo>
                  <a:lnTo>
                    <a:pt x="8651" y="7106"/>
                  </a:lnTo>
                  <a:lnTo>
                    <a:pt x="6990" y="7028"/>
                  </a:lnTo>
                  <a:lnTo>
                    <a:pt x="7029" y="5368"/>
                  </a:lnTo>
                  <a:lnTo>
                    <a:pt x="6990" y="3708"/>
                  </a:lnTo>
                  <a:lnTo>
                    <a:pt x="6951" y="2047"/>
                  </a:lnTo>
                  <a:lnTo>
                    <a:pt x="6797" y="387"/>
                  </a:lnTo>
                  <a:lnTo>
                    <a:pt x="6990" y="194"/>
                  </a:lnTo>
                  <a:lnTo>
                    <a:pt x="6836" y="39"/>
                  </a:lnTo>
                  <a:lnTo>
                    <a:pt x="67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8" name="Google Shape;4158;p18"/>
            <p:cNvSpPr/>
            <p:nvPr/>
          </p:nvSpPr>
          <p:spPr>
            <a:xfrm>
              <a:off x="6625000" y="1926375"/>
              <a:ext cx="355300" cy="170900"/>
            </a:xfrm>
            <a:custGeom>
              <a:avLst/>
              <a:gdLst/>
              <a:ahLst/>
              <a:cxnLst/>
              <a:rect l="l" t="t" r="r" b="b"/>
              <a:pathLst>
                <a:path w="14212" h="6836" extrusionOk="0">
                  <a:moveTo>
                    <a:pt x="117" y="1"/>
                  </a:moveTo>
                  <a:lnTo>
                    <a:pt x="1" y="39"/>
                  </a:lnTo>
                  <a:lnTo>
                    <a:pt x="1970" y="3206"/>
                  </a:lnTo>
                  <a:lnTo>
                    <a:pt x="4056" y="6333"/>
                  </a:lnTo>
                  <a:lnTo>
                    <a:pt x="3554" y="6295"/>
                  </a:lnTo>
                  <a:lnTo>
                    <a:pt x="3052" y="6179"/>
                  </a:lnTo>
                  <a:lnTo>
                    <a:pt x="2588" y="6024"/>
                  </a:lnTo>
                  <a:lnTo>
                    <a:pt x="2125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6"/>
                  </a:lnTo>
                  <a:lnTo>
                    <a:pt x="3283" y="6642"/>
                  </a:lnTo>
                  <a:lnTo>
                    <a:pt x="3708" y="6720"/>
                  </a:lnTo>
                  <a:lnTo>
                    <a:pt x="4133" y="6797"/>
                  </a:lnTo>
                  <a:lnTo>
                    <a:pt x="4596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9" y="6642"/>
                  </a:lnTo>
                  <a:lnTo>
                    <a:pt x="8149" y="6488"/>
                  </a:lnTo>
                  <a:lnTo>
                    <a:pt x="8960" y="6295"/>
                  </a:lnTo>
                  <a:lnTo>
                    <a:pt x="9771" y="6024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8" y="4673"/>
                  </a:lnTo>
                  <a:lnTo>
                    <a:pt x="12667" y="4403"/>
                  </a:lnTo>
                  <a:lnTo>
                    <a:pt x="12976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8"/>
                  </a:lnTo>
                  <a:lnTo>
                    <a:pt x="13980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3" y="2163"/>
                  </a:lnTo>
                  <a:lnTo>
                    <a:pt x="14173" y="2124"/>
                  </a:lnTo>
                  <a:lnTo>
                    <a:pt x="13864" y="2124"/>
                  </a:lnTo>
                  <a:lnTo>
                    <a:pt x="13825" y="2163"/>
                  </a:lnTo>
                  <a:lnTo>
                    <a:pt x="13555" y="2704"/>
                  </a:lnTo>
                  <a:lnTo>
                    <a:pt x="13207" y="3167"/>
                  </a:lnTo>
                  <a:lnTo>
                    <a:pt x="12860" y="3630"/>
                  </a:lnTo>
                  <a:lnTo>
                    <a:pt x="12474" y="4016"/>
                  </a:lnTo>
                  <a:lnTo>
                    <a:pt x="12010" y="4364"/>
                  </a:lnTo>
                  <a:lnTo>
                    <a:pt x="11547" y="4712"/>
                  </a:lnTo>
                  <a:lnTo>
                    <a:pt x="11083" y="4982"/>
                  </a:lnTo>
                  <a:lnTo>
                    <a:pt x="10543" y="5252"/>
                  </a:lnTo>
                  <a:lnTo>
                    <a:pt x="10350" y="5252"/>
                  </a:lnTo>
                  <a:lnTo>
                    <a:pt x="10350" y="5368"/>
                  </a:lnTo>
                  <a:lnTo>
                    <a:pt x="10273" y="5368"/>
                  </a:lnTo>
                  <a:lnTo>
                    <a:pt x="10079" y="5407"/>
                  </a:lnTo>
                  <a:lnTo>
                    <a:pt x="10157" y="5445"/>
                  </a:lnTo>
                  <a:lnTo>
                    <a:pt x="9500" y="5677"/>
                  </a:lnTo>
                  <a:lnTo>
                    <a:pt x="8844" y="5870"/>
                  </a:lnTo>
                  <a:lnTo>
                    <a:pt x="7840" y="6102"/>
                  </a:lnTo>
                  <a:lnTo>
                    <a:pt x="6759" y="6295"/>
                  </a:lnTo>
                  <a:lnTo>
                    <a:pt x="6218" y="6333"/>
                  </a:lnTo>
                  <a:lnTo>
                    <a:pt x="5677" y="6411"/>
                  </a:lnTo>
                  <a:lnTo>
                    <a:pt x="4558" y="6411"/>
                  </a:lnTo>
                  <a:lnTo>
                    <a:pt x="4596" y="6295"/>
                  </a:lnTo>
                  <a:lnTo>
                    <a:pt x="4364" y="6256"/>
                  </a:lnTo>
                  <a:lnTo>
                    <a:pt x="3399" y="4634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9" name="Google Shape;4159;p18"/>
            <p:cNvSpPr/>
            <p:nvPr/>
          </p:nvSpPr>
          <p:spPr>
            <a:xfrm>
              <a:off x="3536800" y="1931200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3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6" y="7492"/>
                  </a:lnTo>
                  <a:lnTo>
                    <a:pt x="6371" y="7453"/>
                  </a:lnTo>
                  <a:lnTo>
                    <a:pt x="6371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59" y="12087"/>
                  </a:lnTo>
                  <a:lnTo>
                    <a:pt x="1583" y="14983"/>
                  </a:lnTo>
                  <a:lnTo>
                    <a:pt x="772" y="16451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50"/>
                  </a:lnTo>
                  <a:lnTo>
                    <a:pt x="1158" y="16759"/>
                  </a:lnTo>
                  <a:lnTo>
                    <a:pt x="1969" y="15369"/>
                  </a:lnTo>
                  <a:lnTo>
                    <a:pt x="2780" y="13979"/>
                  </a:lnTo>
                  <a:lnTo>
                    <a:pt x="3591" y="12589"/>
                  </a:lnTo>
                  <a:lnTo>
                    <a:pt x="4441" y="11199"/>
                  </a:lnTo>
                  <a:lnTo>
                    <a:pt x="5290" y="9809"/>
                  </a:lnTo>
                  <a:lnTo>
                    <a:pt x="5715" y="9191"/>
                  </a:lnTo>
                  <a:lnTo>
                    <a:pt x="6178" y="8612"/>
                  </a:lnTo>
                  <a:lnTo>
                    <a:pt x="6603" y="8033"/>
                  </a:lnTo>
                  <a:lnTo>
                    <a:pt x="6989" y="7453"/>
                  </a:lnTo>
                  <a:lnTo>
                    <a:pt x="6989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89" y="7067"/>
                  </a:lnTo>
                  <a:lnTo>
                    <a:pt x="6873" y="7029"/>
                  </a:lnTo>
                  <a:lnTo>
                    <a:pt x="6835" y="7029"/>
                  </a:lnTo>
                  <a:lnTo>
                    <a:pt x="6101" y="6102"/>
                  </a:lnTo>
                  <a:lnTo>
                    <a:pt x="5290" y="5175"/>
                  </a:lnTo>
                  <a:lnTo>
                    <a:pt x="3668" y="3437"/>
                  </a:lnTo>
                  <a:lnTo>
                    <a:pt x="1969" y="1700"/>
                  </a:lnTo>
                  <a:lnTo>
                    <a:pt x="1081" y="812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0" name="Google Shape;4160;p18"/>
            <p:cNvSpPr/>
            <p:nvPr/>
          </p:nvSpPr>
          <p:spPr>
            <a:xfrm>
              <a:off x="902300" y="1957275"/>
              <a:ext cx="17400" cy="181500"/>
            </a:xfrm>
            <a:custGeom>
              <a:avLst/>
              <a:gdLst/>
              <a:ahLst/>
              <a:cxnLst/>
              <a:rect l="l" t="t" r="r" b="b"/>
              <a:pathLst>
                <a:path w="696" h="7260" extrusionOk="0">
                  <a:moveTo>
                    <a:pt x="425" y="0"/>
                  </a:moveTo>
                  <a:lnTo>
                    <a:pt x="348" y="888"/>
                  </a:lnTo>
                  <a:lnTo>
                    <a:pt x="232" y="1815"/>
                  </a:lnTo>
                  <a:lnTo>
                    <a:pt x="154" y="3630"/>
                  </a:lnTo>
                  <a:lnTo>
                    <a:pt x="0" y="7260"/>
                  </a:lnTo>
                  <a:lnTo>
                    <a:pt x="193" y="7260"/>
                  </a:lnTo>
                  <a:lnTo>
                    <a:pt x="425" y="5484"/>
                  </a:lnTo>
                  <a:lnTo>
                    <a:pt x="579" y="3669"/>
                  </a:lnTo>
                  <a:lnTo>
                    <a:pt x="695" y="1854"/>
                  </a:lnTo>
                  <a:lnTo>
                    <a:pt x="695" y="927"/>
                  </a:lnTo>
                  <a:lnTo>
                    <a:pt x="695" y="39"/>
                  </a:lnTo>
                  <a:lnTo>
                    <a:pt x="42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1" name="Google Shape;4161;p18"/>
            <p:cNvSpPr/>
            <p:nvPr/>
          </p:nvSpPr>
          <p:spPr>
            <a:xfrm>
              <a:off x="4880575" y="1957275"/>
              <a:ext cx="30925" cy="168950"/>
            </a:xfrm>
            <a:custGeom>
              <a:avLst/>
              <a:gdLst/>
              <a:ahLst/>
              <a:cxnLst/>
              <a:rect l="l" t="t" r="r" b="b"/>
              <a:pathLst>
                <a:path w="1237" h="6758" extrusionOk="0">
                  <a:moveTo>
                    <a:pt x="1121" y="0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7"/>
                  </a:lnTo>
                  <a:lnTo>
                    <a:pt x="850" y="116"/>
                  </a:lnTo>
                  <a:lnTo>
                    <a:pt x="542" y="1738"/>
                  </a:lnTo>
                  <a:lnTo>
                    <a:pt x="310" y="3398"/>
                  </a:lnTo>
                  <a:lnTo>
                    <a:pt x="117" y="5059"/>
                  </a:lnTo>
                  <a:lnTo>
                    <a:pt x="1" y="6719"/>
                  </a:lnTo>
                  <a:lnTo>
                    <a:pt x="233" y="6758"/>
                  </a:lnTo>
                  <a:lnTo>
                    <a:pt x="503" y="5136"/>
                  </a:lnTo>
                  <a:lnTo>
                    <a:pt x="773" y="3514"/>
                  </a:lnTo>
                  <a:lnTo>
                    <a:pt x="966" y="1854"/>
                  </a:lnTo>
                  <a:lnTo>
                    <a:pt x="1082" y="232"/>
                  </a:lnTo>
                  <a:lnTo>
                    <a:pt x="1237" y="77"/>
                  </a:lnTo>
                  <a:lnTo>
                    <a:pt x="1237" y="39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2" name="Google Shape;4162;p18"/>
            <p:cNvSpPr/>
            <p:nvPr/>
          </p:nvSpPr>
          <p:spPr>
            <a:xfrm>
              <a:off x="4907625" y="1959200"/>
              <a:ext cx="121650" cy="144825"/>
            </a:xfrm>
            <a:custGeom>
              <a:avLst/>
              <a:gdLst/>
              <a:ahLst/>
              <a:cxnLst/>
              <a:rect l="l" t="t" r="r" b="b"/>
              <a:pathLst>
                <a:path w="4866" h="5793" extrusionOk="0">
                  <a:moveTo>
                    <a:pt x="155" y="0"/>
                  </a:moveTo>
                  <a:lnTo>
                    <a:pt x="0" y="155"/>
                  </a:lnTo>
                  <a:lnTo>
                    <a:pt x="1197" y="1545"/>
                  </a:lnTo>
                  <a:lnTo>
                    <a:pt x="2356" y="2935"/>
                  </a:lnTo>
                  <a:lnTo>
                    <a:pt x="2896" y="3630"/>
                  </a:lnTo>
                  <a:lnTo>
                    <a:pt x="3475" y="4403"/>
                  </a:lnTo>
                  <a:lnTo>
                    <a:pt x="4055" y="5098"/>
                  </a:lnTo>
                  <a:lnTo>
                    <a:pt x="4325" y="5445"/>
                  </a:lnTo>
                  <a:lnTo>
                    <a:pt x="4634" y="5793"/>
                  </a:lnTo>
                  <a:lnTo>
                    <a:pt x="4827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4" y="5252"/>
                  </a:lnTo>
                  <a:lnTo>
                    <a:pt x="4402" y="4866"/>
                  </a:lnTo>
                  <a:lnTo>
                    <a:pt x="3862" y="4171"/>
                  </a:lnTo>
                  <a:lnTo>
                    <a:pt x="2703" y="2781"/>
                  </a:lnTo>
                  <a:lnTo>
                    <a:pt x="1467" y="1352"/>
                  </a:lnTo>
                  <a:lnTo>
                    <a:pt x="811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3" name="Google Shape;4163;p18"/>
            <p:cNvSpPr/>
            <p:nvPr/>
          </p:nvSpPr>
          <p:spPr>
            <a:xfrm>
              <a:off x="4761850" y="1966925"/>
              <a:ext cx="61800" cy="160275"/>
            </a:xfrm>
            <a:custGeom>
              <a:avLst/>
              <a:gdLst/>
              <a:ahLst/>
              <a:cxnLst/>
              <a:rect l="l" t="t" r="r" b="b"/>
              <a:pathLst>
                <a:path w="2472" h="6411" extrusionOk="0">
                  <a:moveTo>
                    <a:pt x="309" y="0"/>
                  </a:moveTo>
                  <a:lnTo>
                    <a:pt x="0" y="78"/>
                  </a:lnTo>
                  <a:lnTo>
                    <a:pt x="193" y="927"/>
                  </a:lnTo>
                  <a:lnTo>
                    <a:pt x="425" y="1777"/>
                  </a:lnTo>
                  <a:lnTo>
                    <a:pt x="657" y="2626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4"/>
                  </a:lnTo>
                  <a:lnTo>
                    <a:pt x="1661" y="5715"/>
                  </a:lnTo>
                  <a:lnTo>
                    <a:pt x="1583" y="5793"/>
                  </a:lnTo>
                  <a:lnTo>
                    <a:pt x="1545" y="5870"/>
                  </a:lnTo>
                  <a:lnTo>
                    <a:pt x="1777" y="5908"/>
                  </a:lnTo>
                  <a:lnTo>
                    <a:pt x="1931" y="6140"/>
                  </a:lnTo>
                  <a:lnTo>
                    <a:pt x="2085" y="6333"/>
                  </a:lnTo>
                  <a:lnTo>
                    <a:pt x="2124" y="6410"/>
                  </a:lnTo>
                  <a:lnTo>
                    <a:pt x="2317" y="6410"/>
                  </a:lnTo>
                  <a:lnTo>
                    <a:pt x="2356" y="6333"/>
                  </a:lnTo>
                  <a:lnTo>
                    <a:pt x="2433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4" y="5600"/>
                  </a:lnTo>
                  <a:lnTo>
                    <a:pt x="1970" y="5213"/>
                  </a:lnTo>
                  <a:lnTo>
                    <a:pt x="1738" y="4441"/>
                  </a:lnTo>
                  <a:lnTo>
                    <a:pt x="1197" y="2935"/>
                  </a:lnTo>
                  <a:lnTo>
                    <a:pt x="734" y="1468"/>
                  </a:lnTo>
                  <a:lnTo>
                    <a:pt x="30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4" name="Google Shape;4164;p18"/>
            <p:cNvSpPr/>
            <p:nvPr/>
          </p:nvSpPr>
          <p:spPr>
            <a:xfrm>
              <a:off x="4771500" y="1968850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1"/>
                  </a:moveTo>
                  <a:lnTo>
                    <a:pt x="0" y="39"/>
                  </a:lnTo>
                  <a:lnTo>
                    <a:pt x="1970" y="3206"/>
                  </a:lnTo>
                  <a:lnTo>
                    <a:pt x="4055" y="6333"/>
                  </a:lnTo>
                  <a:lnTo>
                    <a:pt x="3553" y="6295"/>
                  </a:lnTo>
                  <a:lnTo>
                    <a:pt x="3051" y="6179"/>
                  </a:lnTo>
                  <a:lnTo>
                    <a:pt x="2588" y="6025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7"/>
                  </a:lnTo>
                  <a:lnTo>
                    <a:pt x="3283" y="6642"/>
                  </a:lnTo>
                  <a:lnTo>
                    <a:pt x="3707" y="6720"/>
                  </a:lnTo>
                  <a:lnTo>
                    <a:pt x="4132" y="6797"/>
                  </a:lnTo>
                  <a:lnTo>
                    <a:pt x="4596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9" y="6642"/>
                  </a:lnTo>
                  <a:lnTo>
                    <a:pt x="8148" y="6488"/>
                  </a:lnTo>
                  <a:lnTo>
                    <a:pt x="8959" y="6295"/>
                  </a:lnTo>
                  <a:lnTo>
                    <a:pt x="9770" y="6025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7" y="4673"/>
                  </a:lnTo>
                  <a:lnTo>
                    <a:pt x="12666" y="4403"/>
                  </a:lnTo>
                  <a:lnTo>
                    <a:pt x="12975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8"/>
                  </a:lnTo>
                  <a:lnTo>
                    <a:pt x="13979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2" y="2163"/>
                  </a:lnTo>
                  <a:lnTo>
                    <a:pt x="14172" y="2124"/>
                  </a:lnTo>
                  <a:lnTo>
                    <a:pt x="13863" y="2124"/>
                  </a:lnTo>
                  <a:lnTo>
                    <a:pt x="13825" y="2163"/>
                  </a:lnTo>
                  <a:lnTo>
                    <a:pt x="13554" y="2704"/>
                  </a:lnTo>
                  <a:lnTo>
                    <a:pt x="13207" y="3167"/>
                  </a:lnTo>
                  <a:lnTo>
                    <a:pt x="12859" y="3630"/>
                  </a:lnTo>
                  <a:lnTo>
                    <a:pt x="12473" y="4017"/>
                  </a:lnTo>
                  <a:lnTo>
                    <a:pt x="12010" y="4364"/>
                  </a:lnTo>
                  <a:lnTo>
                    <a:pt x="11546" y="4712"/>
                  </a:lnTo>
                  <a:lnTo>
                    <a:pt x="11083" y="4982"/>
                  </a:lnTo>
                  <a:lnTo>
                    <a:pt x="10542" y="5252"/>
                  </a:lnTo>
                  <a:lnTo>
                    <a:pt x="10349" y="5252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7"/>
                  </a:lnTo>
                  <a:lnTo>
                    <a:pt x="10156" y="5445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2"/>
                  </a:lnTo>
                  <a:lnTo>
                    <a:pt x="6758" y="6295"/>
                  </a:lnTo>
                  <a:lnTo>
                    <a:pt x="6217" y="6333"/>
                  </a:lnTo>
                  <a:lnTo>
                    <a:pt x="5677" y="6411"/>
                  </a:lnTo>
                  <a:lnTo>
                    <a:pt x="4557" y="6411"/>
                  </a:lnTo>
                  <a:lnTo>
                    <a:pt x="4596" y="6295"/>
                  </a:lnTo>
                  <a:lnTo>
                    <a:pt x="4364" y="6256"/>
                  </a:lnTo>
                  <a:lnTo>
                    <a:pt x="3399" y="4634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5" name="Google Shape;4165;p18"/>
            <p:cNvSpPr/>
            <p:nvPr/>
          </p:nvSpPr>
          <p:spPr>
            <a:xfrm>
              <a:off x="5286050" y="1976575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0" y="2317"/>
                  </a:lnTo>
                  <a:lnTo>
                    <a:pt x="6449" y="3901"/>
                  </a:lnTo>
                  <a:lnTo>
                    <a:pt x="6526" y="6990"/>
                  </a:lnTo>
                  <a:lnTo>
                    <a:pt x="3514" y="6758"/>
                  </a:lnTo>
                  <a:lnTo>
                    <a:pt x="2008" y="6642"/>
                  </a:lnTo>
                  <a:lnTo>
                    <a:pt x="502" y="6604"/>
                  </a:lnTo>
                  <a:lnTo>
                    <a:pt x="1352" y="5986"/>
                  </a:lnTo>
                  <a:lnTo>
                    <a:pt x="2201" y="5291"/>
                  </a:lnTo>
                  <a:lnTo>
                    <a:pt x="2973" y="4557"/>
                  </a:lnTo>
                  <a:lnTo>
                    <a:pt x="3707" y="3823"/>
                  </a:lnTo>
                  <a:lnTo>
                    <a:pt x="4441" y="3090"/>
                  </a:lnTo>
                  <a:lnTo>
                    <a:pt x="5136" y="2356"/>
                  </a:lnTo>
                  <a:lnTo>
                    <a:pt x="5792" y="1584"/>
                  </a:lnTo>
                  <a:lnTo>
                    <a:pt x="6449" y="773"/>
                  </a:lnTo>
                  <a:close/>
                  <a:moveTo>
                    <a:pt x="6719" y="1"/>
                  </a:moveTo>
                  <a:lnTo>
                    <a:pt x="6642" y="39"/>
                  </a:lnTo>
                  <a:lnTo>
                    <a:pt x="6565" y="39"/>
                  </a:lnTo>
                  <a:lnTo>
                    <a:pt x="6487" y="116"/>
                  </a:lnTo>
                  <a:lnTo>
                    <a:pt x="4981" y="1854"/>
                  </a:lnTo>
                  <a:lnTo>
                    <a:pt x="4209" y="2704"/>
                  </a:lnTo>
                  <a:lnTo>
                    <a:pt x="3437" y="3514"/>
                  </a:lnTo>
                  <a:lnTo>
                    <a:pt x="2587" y="4287"/>
                  </a:lnTo>
                  <a:lnTo>
                    <a:pt x="1738" y="5059"/>
                  </a:lnTo>
                  <a:lnTo>
                    <a:pt x="888" y="5793"/>
                  </a:lnTo>
                  <a:lnTo>
                    <a:pt x="39" y="6604"/>
                  </a:lnTo>
                  <a:lnTo>
                    <a:pt x="0" y="6642"/>
                  </a:lnTo>
                  <a:lnTo>
                    <a:pt x="0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0" y="6913"/>
                  </a:lnTo>
                  <a:lnTo>
                    <a:pt x="39" y="6990"/>
                  </a:lnTo>
                  <a:lnTo>
                    <a:pt x="116" y="7144"/>
                  </a:lnTo>
                  <a:lnTo>
                    <a:pt x="386" y="6990"/>
                  </a:lnTo>
                  <a:lnTo>
                    <a:pt x="1892" y="7144"/>
                  </a:lnTo>
                  <a:lnTo>
                    <a:pt x="3437" y="7299"/>
                  </a:lnTo>
                  <a:lnTo>
                    <a:pt x="6526" y="7453"/>
                  </a:lnTo>
                  <a:lnTo>
                    <a:pt x="6565" y="9307"/>
                  </a:lnTo>
                  <a:lnTo>
                    <a:pt x="6526" y="12628"/>
                  </a:lnTo>
                  <a:lnTo>
                    <a:pt x="6951" y="12628"/>
                  </a:lnTo>
                  <a:lnTo>
                    <a:pt x="6989" y="9461"/>
                  </a:lnTo>
                  <a:lnTo>
                    <a:pt x="6989" y="7492"/>
                  </a:lnTo>
                  <a:lnTo>
                    <a:pt x="8650" y="7569"/>
                  </a:lnTo>
                  <a:lnTo>
                    <a:pt x="10310" y="7646"/>
                  </a:lnTo>
                  <a:lnTo>
                    <a:pt x="10310" y="7183"/>
                  </a:lnTo>
                  <a:lnTo>
                    <a:pt x="8650" y="7106"/>
                  </a:lnTo>
                  <a:lnTo>
                    <a:pt x="6989" y="7028"/>
                  </a:lnTo>
                  <a:lnTo>
                    <a:pt x="7028" y="5368"/>
                  </a:lnTo>
                  <a:lnTo>
                    <a:pt x="6989" y="3708"/>
                  </a:lnTo>
                  <a:lnTo>
                    <a:pt x="6951" y="2047"/>
                  </a:lnTo>
                  <a:lnTo>
                    <a:pt x="6796" y="387"/>
                  </a:lnTo>
                  <a:lnTo>
                    <a:pt x="6989" y="194"/>
                  </a:lnTo>
                  <a:lnTo>
                    <a:pt x="6835" y="39"/>
                  </a:lnTo>
                  <a:lnTo>
                    <a:pt x="679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6" name="Google Shape;4166;p18"/>
            <p:cNvSpPr/>
            <p:nvPr/>
          </p:nvSpPr>
          <p:spPr>
            <a:xfrm>
              <a:off x="5455950" y="1981400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4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7" y="7492"/>
                  </a:lnTo>
                  <a:lnTo>
                    <a:pt x="6372" y="7453"/>
                  </a:lnTo>
                  <a:lnTo>
                    <a:pt x="6372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60" y="12087"/>
                  </a:lnTo>
                  <a:lnTo>
                    <a:pt x="1584" y="14983"/>
                  </a:lnTo>
                  <a:lnTo>
                    <a:pt x="773" y="16450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50"/>
                  </a:lnTo>
                  <a:lnTo>
                    <a:pt x="1159" y="16759"/>
                  </a:lnTo>
                  <a:lnTo>
                    <a:pt x="1970" y="15369"/>
                  </a:lnTo>
                  <a:lnTo>
                    <a:pt x="2781" y="13979"/>
                  </a:lnTo>
                  <a:lnTo>
                    <a:pt x="3592" y="12589"/>
                  </a:lnTo>
                  <a:lnTo>
                    <a:pt x="4441" y="11199"/>
                  </a:lnTo>
                  <a:lnTo>
                    <a:pt x="5291" y="9809"/>
                  </a:lnTo>
                  <a:lnTo>
                    <a:pt x="5715" y="9191"/>
                  </a:lnTo>
                  <a:lnTo>
                    <a:pt x="6179" y="8612"/>
                  </a:lnTo>
                  <a:lnTo>
                    <a:pt x="6603" y="8032"/>
                  </a:lnTo>
                  <a:lnTo>
                    <a:pt x="6990" y="7453"/>
                  </a:lnTo>
                  <a:lnTo>
                    <a:pt x="6990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90" y="7067"/>
                  </a:lnTo>
                  <a:lnTo>
                    <a:pt x="6874" y="7028"/>
                  </a:lnTo>
                  <a:lnTo>
                    <a:pt x="6835" y="7028"/>
                  </a:lnTo>
                  <a:lnTo>
                    <a:pt x="6102" y="6102"/>
                  </a:lnTo>
                  <a:lnTo>
                    <a:pt x="5291" y="5175"/>
                  </a:lnTo>
                  <a:lnTo>
                    <a:pt x="3669" y="3437"/>
                  </a:lnTo>
                  <a:lnTo>
                    <a:pt x="1970" y="1700"/>
                  </a:lnTo>
                  <a:lnTo>
                    <a:pt x="1082" y="812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7" name="Google Shape;4167;p18"/>
            <p:cNvSpPr/>
            <p:nvPr/>
          </p:nvSpPr>
          <p:spPr>
            <a:xfrm>
              <a:off x="752650" y="1995875"/>
              <a:ext cx="30925" cy="168975"/>
            </a:xfrm>
            <a:custGeom>
              <a:avLst/>
              <a:gdLst/>
              <a:ahLst/>
              <a:cxnLst/>
              <a:rect l="l" t="t" r="r" b="b"/>
              <a:pathLst>
                <a:path w="1237" h="6759" extrusionOk="0">
                  <a:moveTo>
                    <a:pt x="1121" y="1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8"/>
                  </a:lnTo>
                  <a:lnTo>
                    <a:pt x="850" y="117"/>
                  </a:lnTo>
                  <a:lnTo>
                    <a:pt x="541" y="1738"/>
                  </a:lnTo>
                  <a:lnTo>
                    <a:pt x="310" y="3399"/>
                  </a:lnTo>
                  <a:lnTo>
                    <a:pt x="117" y="5059"/>
                  </a:lnTo>
                  <a:lnTo>
                    <a:pt x="1" y="6720"/>
                  </a:lnTo>
                  <a:lnTo>
                    <a:pt x="232" y="6758"/>
                  </a:lnTo>
                  <a:lnTo>
                    <a:pt x="503" y="5137"/>
                  </a:lnTo>
                  <a:lnTo>
                    <a:pt x="773" y="3515"/>
                  </a:lnTo>
                  <a:lnTo>
                    <a:pt x="966" y="1854"/>
                  </a:lnTo>
                  <a:lnTo>
                    <a:pt x="1082" y="233"/>
                  </a:lnTo>
                  <a:lnTo>
                    <a:pt x="1236" y="78"/>
                  </a:lnTo>
                  <a:lnTo>
                    <a:pt x="1236" y="39"/>
                  </a:lnTo>
                  <a:lnTo>
                    <a:pt x="11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8" name="Google Shape;4168;p18"/>
            <p:cNvSpPr/>
            <p:nvPr/>
          </p:nvSpPr>
          <p:spPr>
            <a:xfrm>
              <a:off x="779675" y="1997825"/>
              <a:ext cx="121675" cy="144825"/>
            </a:xfrm>
            <a:custGeom>
              <a:avLst/>
              <a:gdLst/>
              <a:ahLst/>
              <a:cxnLst/>
              <a:rect l="l" t="t" r="r" b="b"/>
              <a:pathLst>
                <a:path w="4867" h="5793" extrusionOk="0">
                  <a:moveTo>
                    <a:pt x="155" y="0"/>
                  </a:moveTo>
                  <a:lnTo>
                    <a:pt x="1" y="155"/>
                  </a:lnTo>
                  <a:lnTo>
                    <a:pt x="1198" y="1545"/>
                  </a:lnTo>
                  <a:lnTo>
                    <a:pt x="2356" y="2935"/>
                  </a:lnTo>
                  <a:lnTo>
                    <a:pt x="2897" y="3630"/>
                  </a:lnTo>
                  <a:lnTo>
                    <a:pt x="3476" y="4402"/>
                  </a:lnTo>
                  <a:lnTo>
                    <a:pt x="4056" y="5097"/>
                  </a:lnTo>
                  <a:lnTo>
                    <a:pt x="4326" y="5445"/>
                  </a:lnTo>
                  <a:lnTo>
                    <a:pt x="4635" y="5792"/>
                  </a:lnTo>
                  <a:lnTo>
                    <a:pt x="4828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5" y="5252"/>
                  </a:lnTo>
                  <a:lnTo>
                    <a:pt x="4403" y="4866"/>
                  </a:lnTo>
                  <a:lnTo>
                    <a:pt x="3862" y="4170"/>
                  </a:lnTo>
                  <a:lnTo>
                    <a:pt x="2704" y="2780"/>
                  </a:lnTo>
                  <a:lnTo>
                    <a:pt x="1468" y="1352"/>
                  </a:lnTo>
                  <a:lnTo>
                    <a:pt x="812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9" name="Google Shape;4169;p18"/>
            <p:cNvSpPr/>
            <p:nvPr/>
          </p:nvSpPr>
          <p:spPr>
            <a:xfrm>
              <a:off x="2839800" y="2000700"/>
              <a:ext cx="270325" cy="209525"/>
            </a:xfrm>
            <a:custGeom>
              <a:avLst/>
              <a:gdLst/>
              <a:ahLst/>
              <a:cxnLst/>
              <a:rect l="l" t="t" r="r" b="b"/>
              <a:pathLst>
                <a:path w="10813" h="8381" extrusionOk="0">
                  <a:moveTo>
                    <a:pt x="10233" y="1"/>
                  </a:moveTo>
                  <a:lnTo>
                    <a:pt x="10156" y="78"/>
                  </a:lnTo>
                  <a:lnTo>
                    <a:pt x="10117" y="155"/>
                  </a:lnTo>
                  <a:lnTo>
                    <a:pt x="10079" y="233"/>
                  </a:lnTo>
                  <a:lnTo>
                    <a:pt x="10079" y="348"/>
                  </a:lnTo>
                  <a:lnTo>
                    <a:pt x="10156" y="426"/>
                  </a:lnTo>
                  <a:lnTo>
                    <a:pt x="10272" y="580"/>
                  </a:lnTo>
                  <a:lnTo>
                    <a:pt x="10310" y="735"/>
                  </a:lnTo>
                  <a:lnTo>
                    <a:pt x="10349" y="928"/>
                  </a:lnTo>
                  <a:lnTo>
                    <a:pt x="10310" y="1121"/>
                  </a:lnTo>
                  <a:lnTo>
                    <a:pt x="10233" y="1275"/>
                  </a:lnTo>
                  <a:lnTo>
                    <a:pt x="10156" y="1468"/>
                  </a:lnTo>
                  <a:lnTo>
                    <a:pt x="9847" y="1854"/>
                  </a:lnTo>
                  <a:lnTo>
                    <a:pt x="9538" y="2202"/>
                  </a:lnTo>
                  <a:lnTo>
                    <a:pt x="9152" y="2511"/>
                  </a:lnTo>
                  <a:lnTo>
                    <a:pt x="8611" y="3013"/>
                  </a:lnTo>
                  <a:lnTo>
                    <a:pt x="8264" y="3283"/>
                  </a:lnTo>
                  <a:lnTo>
                    <a:pt x="8225" y="3206"/>
                  </a:lnTo>
                  <a:lnTo>
                    <a:pt x="8148" y="3129"/>
                  </a:lnTo>
                  <a:lnTo>
                    <a:pt x="7607" y="2820"/>
                  </a:lnTo>
                  <a:lnTo>
                    <a:pt x="7144" y="2434"/>
                  </a:lnTo>
                  <a:lnTo>
                    <a:pt x="6912" y="2665"/>
                  </a:lnTo>
                  <a:lnTo>
                    <a:pt x="7105" y="2936"/>
                  </a:lnTo>
                  <a:lnTo>
                    <a:pt x="7376" y="3167"/>
                  </a:lnTo>
                  <a:lnTo>
                    <a:pt x="7646" y="3399"/>
                  </a:lnTo>
                  <a:lnTo>
                    <a:pt x="7955" y="3553"/>
                  </a:lnTo>
                  <a:lnTo>
                    <a:pt x="7028" y="4287"/>
                  </a:lnTo>
                  <a:lnTo>
                    <a:pt x="6101" y="4982"/>
                  </a:lnTo>
                  <a:lnTo>
                    <a:pt x="4943" y="5793"/>
                  </a:lnTo>
                  <a:lnTo>
                    <a:pt x="3746" y="6527"/>
                  </a:lnTo>
                  <a:lnTo>
                    <a:pt x="3553" y="6681"/>
                  </a:lnTo>
                  <a:lnTo>
                    <a:pt x="3475" y="6334"/>
                  </a:lnTo>
                  <a:lnTo>
                    <a:pt x="3321" y="6025"/>
                  </a:lnTo>
                  <a:lnTo>
                    <a:pt x="3128" y="5716"/>
                  </a:lnTo>
                  <a:lnTo>
                    <a:pt x="2896" y="5446"/>
                  </a:lnTo>
                  <a:lnTo>
                    <a:pt x="2626" y="5677"/>
                  </a:lnTo>
                  <a:lnTo>
                    <a:pt x="2819" y="5909"/>
                  </a:lnTo>
                  <a:lnTo>
                    <a:pt x="2935" y="6179"/>
                  </a:lnTo>
                  <a:lnTo>
                    <a:pt x="3051" y="6565"/>
                  </a:lnTo>
                  <a:lnTo>
                    <a:pt x="3128" y="6952"/>
                  </a:lnTo>
                  <a:lnTo>
                    <a:pt x="2317" y="7376"/>
                  </a:lnTo>
                  <a:lnTo>
                    <a:pt x="1892" y="7608"/>
                  </a:lnTo>
                  <a:lnTo>
                    <a:pt x="1467" y="7762"/>
                  </a:lnTo>
                  <a:lnTo>
                    <a:pt x="1081" y="7878"/>
                  </a:lnTo>
                  <a:lnTo>
                    <a:pt x="927" y="7917"/>
                  </a:lnTo>
                  <a:lnTo>
                    <a:pt x="772" y="7917"/>
                  </a:lnTo>
                  <a:lnTo>
                    <a:pt x="618" y="7878"/>
                  </a:lnTo>
                  <a:lnTo>
                    <a:pt x="502" y="7840"/>
                  </a:lnTo>
                  <a:lnTo>
                    <a:pt x="386" y="7724"/>
                  </a:lnTo>
                  <a:lnTo>
                    <a:pt x="309" y="7608"/>
                  </a:lnTo>
                  <a:lnTo>
                    <a:pt x="270" y="7569"/>
                  </a:lnTo>
                  <a:lnTo>
                    <a:pt x="232" y="7531"/>
                  </a:lnTo>
                  <a:lnTo>
                    <a:pt x="116" y="7492"/>
                  </a:lnTo>
                  <a:lnTo>
                    <a:pt x="39" y="7569"/>
                  </a:lnTo>
                  <a:lnTo>
                    <a:pt x="0" y="7608"/>
                  </a:lnTo>
                  <a:lnTo>
                    <a:pt x="0" y="7685"/>
                  </a:lnTo>
                  <a:lnTo>
                    <a:pt x="39" y="7840"/>
                  </a:lnTo>
                  <a:lnTo>
                    <a:pt x="77" y="7994"/>
                  </a:lnTo>
                  <a:lnTo>
                    <a:pt x="155" y="8110"/>
                  </a:lnTo>
                  <a:lnTo>
                    <a:pt x="270" y="8226"/>
                  </a:lnTo>
                  <a:lnTo>
                    <a:pt x="348" y="8264"/>
                  </a:lnTo>
                  <a:lnTo>
                    <a:pt x="463" y="8342"/>
                  </a:lnTo>
                  <a:lnTo>
                    <a:pt x="734" y="8380"/>
                  </a:lnTo>
                  <a:lnTo>
                    <a:pt x="1004" y="8380"/>
                  </a:lnTo>
                  <a:lnTo>
                    <a:pt x="1274" y="8342"/>
                  </a:lnTo>
                  <a:lnTo>
                    <a:pt x="1545" y="8264"/>
                  </a:lnTo>
                  <a:lnTo>
                    <a:pt x="1815" y="8149"/>
                  </a:lnTo>
                  <a:lnTo>
                    <a:pt x="2935" y="7569"/>
                  </a:lnTo>
                  <a:lnTo>
                    <a:pt x="4055" y="6952"/>
                  </a:lnTo>
                  <a:lnTo>
                    <a:pt x="5097" y="6295"/>
                  </a:lnTo>
                  <a:lnTo>
                    <a:pt x="6140" y="5561"/>
                  </a:lnTo>
                  <a:lnTo>
                    <a:pt x="7067" y="4866"/>
                  </a:lnTo>
                  <a:lnTo>
                    <a:pt x="7993" y="4171"/>
                  </a:lnTo>
                  <a:lnTo>
                    <a:pt x="8881" y="3399"/>
                  </a:lnTo>
                  <a:lnTo>
                    <a:pt x="9731" y="2627"/>
                  </a:lnTo>
                  <a:lnTo>
                    <a:pt x="10001" y="2356"/>
                  </a:lnTo>
                  <a:lnTo>
                    <a:pt x="10272" y="2047"/>
                  </a:lnTo>
                  <a:lnTo>
                    <a:pt x="10503" y="1739"/>
                  </a:lnTo>
                  <a:lnTo>
                    <a:pt x="10696" y="1430"/>
                  </a:lnTo>
                  <a:lnTo>
                    <a:pt x="10812" y="1082"/>
                  </a:lnTo>
                  <a:lnTo>
                    <a:pt x="10812" y="928"/>
                  </a:lnTo>
                  <a:lnTo>
                    <a:pt x="10812" y="735"/>
                  </a:lnTo>
                  <a:lnTo>
                    <a:pt x="10774" y="580"/>
                  </a:lnTo>
                  <a:lnTo>
                    <a:pt x="10735" y="387"/>
                  </a:lnTo>
                  <a:lnTo>
                    <a:pt x="10619" y="233"/>
                  </a:lnTo>
                  <a:lnTo>
                    <a:pt x="10465" y="40"/>
                  </a:lnTo>
                  <a:lnTo>
                    <a:pt x="103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0" name="Google Shape;4170;p18"/>
            <p:cNvSpPr/>
            <p:nvPr/>
          </p:nvSpPr>
          <p:spPr>
            <a:xfrm>
              <a:off x="633925" y="2005525"/>
              <a:ext cx="61800" cy="160300"/>
            </a:xfrm>
            <a:custGeom>
              <a:avLst/>
              <a:gdLst/>
              <a:ahLst/>
              <a:cxnLst/>
              <a:rect l="l" t="t" r="r" b="b"/>
              <a:pathLst>
                <a:path w="2472" h="6412" extrusionOk="0">
                  <a:moveTo>
                    <a:pt x="309" y="1"/>
                  </a:moveTo>
                  <a:lnTo>
                    <a:pt x="0" y="78"/>
                  </a:lnTo>
                  <a:lnTo>
                    <a:pt x="193" y="928"/>
                  </a:lnTo>
                  <a:lnTo>
                    <a:pt x="425" y="1777"/>
                  </a:lnTo>
                  <a:lnTo>
                    <a:pt x="657" y="2627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5"/>
                  </a:lnTo>
                  <a:lnTo>
                    <a:pt x="1661" y="5716"/>
                  </a:lnTo>
                  <a:lnTo>
                    <a:pt x="1583" y="5793"/>
                  </a:lnTo>
                  <a:lnTo>
                    <a:pt x="1545" y="5870"/>
                  </a:lnTo>
                  <a:lnTo>
                    <a:pt x="1776" y="5909"/>
                  </a:lnTo>
                  <a:lnTo>
                    <a:pt x="1931" y="6141"/>
                  </a:lnTo>
                  <a:lnTo>
                    <a:pt x="2085" y="6334"/>
                  </a:lnTo>
                  <a:lnTo>
                    <a:pt x="2124" y="6411"/>
                  </a:lnTo>
                  <a:lnTo>
                    <a:pt x="2317" y="6411"/>
                  </a:lnTo>
                  <a:lnTo>
                    <a:pt x="2356" y="6334"/>
                  </a:lnTo>
                  <a:lnTo>
                    <a:pt x="2433" y="6295"/>
                  </a:lnTo>
                  <a:lnTo>
                    <a:pt x="2471" y="6257"/>
                  </a:lnTo>
                  <a:lnTo>
                    <a:pt x="2356" y="5948"/>
                  </a:lnTo>
                  <a:lnTo>
                    <a:pt x="2278" y="5948"/>
                  </a:lnTo>
                  <a:lnTo>
                    <a:pt x="2124" y="5600"/>
                  </a:lnTo>
                  <a:lnTo>
                    <a:pt x="1969" y="5214"/>
                  </a:lnTo>
                  <a:lnTo>
                    <a:pt x="1738" y="4442"/>
                  </a:lnTo>
                  <a:lnTo>
                    <a:pt x="1197" y="2936"/>
                  </a:lnTo>
                  <a:lnTo>
                    <a:pt x="734" y="1468"/>
                  </a:lnTo>
                  <a:lnTo>
                    <a:pt x="30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1" name="Google Shape;4171;p18"/>
            <p:cNvSpPr/>
            <p:nvPr/>
          </p:nvSpPr>
          <p:spPr>
            <a:xfrm>
              <a:off x="643575" y="2007475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0"/>
                  </a:moveTo>
                  <a:lnTo>
                    <a:pt x="0" y="39"/>
                  </a:lnTo>
                  <a:lnTo>
                    <a:pt x="1970" y="3205"/>
                  </a:lnTo>
                  <a:lnTo>
                    <a:pt x="4055" y="6333"/>
                  </a:lnTo>
                  <a:lnTo>
                    <a:pt x="3553" y="6294"/>
                  </a:lnTo>
                  <a:lnTo>
                    <a:pt x="3051" y="6179"/>
                  </a:lnTo>
                  <a:lnTo>
                    <a:pt x="2587" y="6024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5" y="6179"/>
                  </a:lnTo>
                  <a:lnTo>
                    <a:pt x="2472" y="6372"/>
                  </a:lnTo>
                  <a:lnTo>
                    <a:pt x="2858" y="6526"/>
                  </a:lnTo>
                  <a:lnTo>
                    <a:pt x="3283" y="6642"/>
                  </a:lnTo>
                  <a:lnTo>
                    <a:pt x="3707" y="6719"/>
                  </a:lnTo>
                  <a:lnTo>
                    <a:pt x="4132" y="6796"/>
                  </a:lnTo>
                  <a:lnTo>
                    <a:pt x="4595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8" y="6642"/>
                  </a:lnTo>
                  <a:lnTo>
                    <a:pt x="8148" y="6487"/>
                  </a:lnTo>
                  <a:lnTo>
                    <a:pt x="8959" y="6294"/>
                  </a:lnTo>
                  <a:lnTo>
                    <a:pt x="9770" y="6024"/>
                  </a:lnTo>
                  <a:lnTo>
                    <a:pt x="10581" y="5715"/>
                  </a:lnTo>
                  <a:lnTo>
                    <a:pt x="11314" y="5368"/>
                  </a:lnTo>
                  <a:lnTo>
                    <a:pt x="12009" y="4904"/>
                  </a:lnTo>
                  <a:lnTo>
                    <a:pt x="12357" y="4673"/>
                  </a:lnTo>
                  <a:lnTo>
                    <a:pt x="12666" y="4402"/>
                  </a:lnTo>
                  <a:lnTo>
                    <a:pt x="12975" y="4093"/>
                  </a:lnTo>
                  <a:lnTo>
                    <a:pt x="13284" y="3784"/>
                  </a:lnTo>
                  <a:lnTo>
                    <a:pt x="13515" y="3476"/>
                  </a:lnTo>
                  <a:lnTo>
                    <a:pt x="13786" y="3128"/>
                  </a:lnTo>
                  <a:lnTo>
                    <a:pt x="13979" y="2780"/>
                  </a:lnTo>
                  <a:lnTo>
                    <a:pt x="14211" y="2394"/>
                  </a:lnTo>
                  <a:lnTo>
                    <a:pt x="14211" y="2278"/>
                  </a:lnTo>
                  <a:lnTo>
                    <a:pt x="14172" y="2163"/>
                  </a:lnTo>
                  <a:lnTo>
                    <a:pt x="14172" y="2124"/>
                  </a:lnTo>
                  <a:lnTo>
                    <a:pt x="13863" y="2124"/>
                  </a:lnTo>
                  <a:lnTo>
                    <a:pt x="13824" y="2163"/>
                  </a:lnTo>
                  <a:lnTo>
                    <a:pt x="13554" y="2703"/>
                  </a:lnTo>
                  <a:lnTo>
                    <a:pt x="13207" y="3167"/>
                  </a:lnTo>
                  <a:lnTo>
                    <a:pt x="12859" y="3630"/>
                  </a:lnTo>
                  <a:lnTo>
                    <a:pt x="12473" y="4016"/>
                  </a:lnTo>
                  <a:lnTo>
                    <a:pt x="12009" y="4364"/>
                  </a:lnTo>
                  <a:lnTo>
                    <a:pt x="11546" y="4711"/>
                  </a:lnTo>
                  <a:lnTo>
                    <a:pt x="11083" y="4982"/>
                  </a:lnTo>
                  <a:lnTo>
                    <a:pt x="10542" y="5252"/>
                  </a:lnTo>
                  <a:lnTo>
                    <a:pt x="10349" y="5252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6"/>
                  </a:lnTo>
                  <a:lnTo>
                    <a:pt x="10156" y="5445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1"/>
                  </a:lnTo>
                  <a:lnTo>
                    <a:pt x="6758" y="6294"/>
                  </a:lnTo>
                  <a:lnTo>
                    <a:pt x="6217" y="6333"/>
                  </a:lnTo>
                  <a:lnTo>
                    <a:pt x="5677" y="6410"/>
                  </a:lnTo>
                  <a:lnTo>
                    <a:pt x="4557" y="6410"/>
                  </a:lnTo>
                  <a:lnTo>
                    <a:pt x="4595" y="6294"/>
                  </a:lnTo>
                  <a:lnTo>
                    <a:pt x="4364" y="6256"/>
                  </a:lnTo>
                  <a:lnTo>
                    <a:pt x="3398" y="4634"/>
                  </a:lnTo>
                  <a:lnTo>
                    <a:pt x="2356" y="3012"/>
                  </a:lnTo>
                  <a:lnTo>
                    <a:pt x="1275" y="1468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2" name="Google Shape;4172;p18"/>
            <p:cNvSpPr/>
            <p:nvPr/>
          </p:nvSpPr>
          <p:spPr>
            <a:xfrm>
              <a:off x="5946350" y="2008425"/>
              <a:ext cx="112975" cy="132300"/>
            </a:xfrm>
            <a:custGeom>
              <a:avLst/>
              <a:gdLst/>
              <a:ahLst/>
              <a:cxnLst/>
              <a:rect l="l" t="t" r="r" b="b"/>
              <a:pathLst>
                <a:path w="4519" h="5292" extrusionOk="0">
                  <a:moveTo>
                    <a:pt x="3360" y="1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1" y="155"/>
                  </a:lnTo>
                  <a:lnTo>
                    <a:pt x="2240" y="271"/>
                  </a:lnTo>
                  <a:lnTo>
                    <a:pt x="2009" y="426"/>
                  </a:lnTo>
                  <a:lnTo>
                    <a:pt x="1738" y="580"/>
                  </a:lnTo>
                  <a:lnTo>
                    <a:pt x="1507" y="773"/>
                  </a:lnTo>
                  <a:lnTo>
                    <a:pt x="1082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9"/>
                  </a:lnTo>
                  <a:lnTo>
                    <a:pt x="39" y="3708"/>
                  </a:lnTo>
                  <a:lnTo>
                    <a:pt x="1" y="4055"/>
                  </a:lnTo>
                  <a:lnTo>
                    <a:pt x="1" y="4364"/>
                  </a:lnTo>
                  <a:lnTo>
                    <a:pt x="39" y="4673"/>
                  </a:lnTo>
                  <a:lnTo>
                    <a:pt x="117" y="4905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700" y="5291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789"/>
                  </a:lnTo>
                  <a:lnTo>
                    <a:pt x="696" y="4712"/>
                  </a:lnTo>
                  <a:lnTo>
                    <a:pt x="580" y="4557"/>
                  </a:lnTo>
                  <a:lnTo>
                    <a:pt x="541" y="4442"/>
                  </a:lnTo>
                  <a:lnTo>
                    <a:pt x="503" y="4248"/>
                  </a:lnTo>
                  <a:lnTo>
                    <a:pt x="541" y="4055"/>
                  </a:lnTo>
                  <a:lnTo>
                    <a:pt x="580" y="3592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27" y="2318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16" y="1159"/>
                  </a:lnTo>
                  <a:lnTo>
                    <a:pt x="2202" y="889"/>
                  </a:lnTo>
                  <a:lnTo>
                    <a:pt x="2627" y="696"/>
                  </a:lnTo>
                  <a:lnTo>
                    <a:pt x="3090" y="580"/>
                  </a:lnTo>
                  <a:lnTo>
                    <a:pt x="3592" y="541"/>
                  </a:lnTo>
                  <a:lnTo>
                    <a:pt x="4094" y="580"/>
                  </a:lnTo>
                  <a:lnTo>
                    <a:pt x="4248" y="541"/>
                  </a:lnTo>
                  <a:lnTo>
                    <a:pt x="4326" y="464"/>
                  </a:lnTo>
                  <a:lnTo>
                    <a:pt x="4441" y="464"/>
                  </a:lnTo>
                  <a:lnTo>
                    <a:pt x="4519" y="426"/>
                  </a:lnTo>
                  <a:lnTo>
                    <a:pt x="4519" y="348"/>
                  </a:lnTo>
                  <a:lnTo>
                    <a:pt x="4519" y="155"/>
                  </a:lnTo>
                  <a:lnTo>
                    <a:pt x="4210" y="155"/>
                  </a:lnTo>
                  <a:lnTo>
                    <a:pt x="3901" y="78"/>
                  </a:lnTo>
                  <a:lnTo>
                    <a:pt x="363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3" name="Google Shape;4173;p18"/>
            <p:cNvSpPr/>
            <p:nvPr/>
          </p:nvSpPr>
          <p:spPr>
            <a:xfrm>
              <a:off x="6195425" y="2043175"/>
              <a:ext cx="25125" cy="11625"/>
            </a:xfrm>
            <a:custGeom>
              <a:avLst/>
              <a:gdLst/>
              <a:ahLst/>
              <a:cxnLst/>
              <a:rect l="l" t="t" r="r" b="b"/>
              <a:pathLst>
                <a:path w="1005" h="465" extrusionOk="0">
                  <a:moveTo>
                    <a:pt x="773" y="1"/>
                  </a:moveTo>
                  <a:lnTo>
                    <a:pt x="541" y="40"/>
                  </a:lnTo>
                  <a:lnTo>
                    <a:pt x="309" y="78"/>
                  </a:lnTo>
                  <a:lnTo>
                    <a:pt x="78" y="155"/>
                  </a:lnTo>
                  <a:lnTo>
                    <a:pt x="39" y="194"/>
                  </a:lnTo>
                  <a:lnTo>
                    <a:pt x="0" y="271"/>
                  </a:lnTo>
                  <a:lnTo>
                    <a:pt x="0" y="348"/>
                  </a:lnTo>
                  <a:lnTo>
                    <a:pt x="78" y="426"/>
                  </a:lnTo>
                  <a:lnTo>
                    <a:pt x="116" y="464"/>
                  </a:lnTo>
                  <a:lnTo>
                    <a:pt x="193" y="464"/>
                  </a:lnTo>
                  <a:lnTo>
                    <a:pt x="386" y="387"/>
                  </a:lnTo>
                  <a:lnTo>
                    <a:pt x="580" y="348"/>
                  </a:lnTo>
                  <a:lnTo>
                    <a:pt x="773" y="387"/>
                  </a:lnTo>
                  <a:lnTo>
                    <a:pt x="850" y="348"/>
                  </a:lnTo>
                  <a:lnTo>
                    <a:pt x="966" y="348"/>
                  </a:lnTo>
                  <a:lnTo>
                    <a:pt x="1004" y="271"/>
                  </a:lnTo>
                  <a:lnTo>
                    <a:pt x="1004" y="233"/>
                  </a:lnTo>
                  <a:lnTo>
                    <a:pt x="1004" y="155"/>
                  </a:lnTo>
                  <a:lnTo>
                    <a:pt x="966" y="78"/>
                  </a:lnTo>
                  <a:lnTo>
                    <a:pt x="888" y="40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4" name="Google Shape;4174;p18"/>
            <p:cNvSpPr/>
            <p:nvPr/>
          </p:nvSpPr>
          <p:spPr>
            <a:xfrm>
              <a:off x="6096950" y="2048975"/>
              <a:ext cx="21275" cy="8725"/>
            </a:xfrm>
            <a:custGeom>
              <a:avLst/>
              <a:gdLst/>
              <a:ahLst/>
              <a:cxnLst/>
              <a:rect l="l" t="t" r="r" b="b"/>
              <a:pathLst>
                <a:path w="851" h="349" extrusionOk="0">
                  <a:moveTo>
                    <a:pt x="155" y="1"/>
                  </a:moveTo>
                  <a:lnTo>
                    <a:pt x="116" y="39"/>
                  </a:lnTo>
                  <a:lnTo>
                    <a:pt x="39" y="78"/>
                  </a:lnTo>
                  <a:lnTo>
                    <a:pt x="1" y="155"/>
                  </a:lnTo>
                  <a:lnTo>
                    <a:pt x="39" y="271"/>
                  </a:lnTo>
                  <a:lnTo>
                    <a:pt x="116" y="310"/>
                  </a:lnTo>
                  <a:lnTo>
                    <a:pt x="155" y="310"/>
                  </a:lnTo>
                  <a:lnTo>
                    <a:pt x="425" y="348"/>
                  </a:lnTo>
                  <a:lnTo>
                    <a:pt x="734" y="348"/>
                  </a:lnTo>
                  <a:lnTo>
                    <a:pt x="812" y="271"/>
                  </a:lnTo>
                  <a:lnTo>
                    <a:pt x="850" y="155"/>
                  </a:lnTo>
                  <a:lnTo>
                    <a:pt x="812" y="78"/>
                  </a:lnTo>
                  <a:lnTo>
                    <a:pt x="73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5" name="Google Shape;4175;p18"/>
            <p:cNvSpPr/>
            <p:nvPr/>
          </p:nvSpPr>
          <p:spPr>
            <a:xfrm>
              <a:off x="5988825" y="2089525"/>
              <a:ext cx="93675" cy="93675"/>
            </a:xfrm>
            <a:custGeom>
              <a:avLst/>
              <a:gdLst/>
              <a:ahLst/>
              <a:cxnLst/>
              <a:rect l="l" t="t" r="r" b="b"/>
              <a:pathLst>
                <a:path w="3747" h="3747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8" y="580"/>
                  </a:lnTo>
                  <a:lnTo>
                    <a:pt x="2549" y="696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90" y="1159"/>
                  </a:lnTo>
                  <a:lnTo>
                    <a:pt x="3206" y="1429"/>
                  </a:lnTo>
                  <a:lnTo>
                    <a:pt x="3244" y="1661"/>
                  </a:lnTo>
                  <a:lnTo>
                    <a:pt x="3244" y="1931"/>
                  </a:lnTo>
                  <a:lnTo>
                    <a:pt x="3206" y="2201"/>
                  </a:lnTo>
                  <a:lnTo>
                    <a:pt x="3090" y="2433"/>
                  </a:lnTo>
                  <a:lnTo>
                    <a:pt x="2974" y="2665"/>
                  </a:lnTo>
                  <a:lnTo>
                    <a:pt x="2781" y="2858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47" y="3244"/>
                  </a:lnTo>
                  <a:lnTo>
                    <a:pt x="1777" y="3244"/>
                  </a:lnTo>
                  <a:lnTo>
                    <a:pt x="1468" y="3167"/>
                  </a:lnTo>
                  <a:lnTo>
                    <a:pt x="1198" y="3051"/>
                  </a:lnTo>
                  <a:lnTo>
                    <a:pt x="966" y="2897"/>
                  </a:lnTo>
                  <a:lnTo>
                    <a:pt x="773" y="2665"/>
                  </a:lnTo>
                  <a:lnTo>
                    <a:pt x="619" y="2433"/>
                  </a:lnTo>
                  <a:lnTo>
                    <a:pt x="503" y="2124"/>
                  </a:lnTo>
                  <a:lnTo>
                    <a:pt x="464" y="1854"/>
                  </a:lnTo>
                  <a:lnTo>
                    <a:pt x="503" y="1584"/>
                  </a:lnTo>
                  <a:lnTo>
                    <a:pt x="619" y="1352"/>
                  </a:lnTo>
                  <a:lnTo>
                    <a:pt x="734" y="1120"/>
                  </a:lnTo>
                  <a:lnTo>
                    <a:pt x="928" y="889"/>
                  </a:lnTo>
                  <a:lnTo>
                    <a:pt x="1121" y="734"/>
                  </a:lnTo>
                  <a:lnTo>
                    <a:pt x="1352" y="580"/>
                  </a:lnTo>
                  <a:lnTo>
                    <a:pt x="1584" y="464"/>
                  </a:lnTo>
                  <a:close/>
                  <a:moveTo>
                    <a:pt x="1700" y="0"/>
                  </a:moveTo>
                  <a:lnTo>
                    <a:pt x="1545" y="78"/>
                  </a:lnTo>
                  <a:lnTo>
                    <a:pt x="1352" y="116"/>
                  </a:lnTo>
                  <a:lnTo>
                    <a:pt x="1314" y="155"/>
                  </a:lnTo>
                  <a:lnTo>
                    <a:pt x="1082" y="271"/>
                  </a:lnTo>
                  <a:lnTo>
                    <a:pt x="812" y="387"/>
                  </a:lnTo>
                  <a:lnTo>
                    <a:pt x="619" y="541"/>
                  </a:lnTo>
                  <a:lnTo>
                    <a:pt x="426" y="734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8" y="1468"/>
                  </a:lnTo>
                  <a:lnTo>
                    <a:pt x="1" y="1738"/>
                  </a:lnTo>
                  <a:lnTo>
                    <a:pt x="1" y="2047"/>
                  </a:lnTo>
                  <a:lnTo>
                    <a:pt x="1" y="2086"/>
                  </a:lnTo>
                  <a:lnTo>
                    <a:pt x="39" y="2279"/>
                  </a:lnTo>
                  <a:lnTo>
                    <a:pt x="117" y="2472"/>
                  </a:lnTo>
                  <a:lnTo>
                    <a:pt x="310" y="2819"/>
                  </a:lnTo>
                  <a:lnTo>
                    <a:pt x="541" y="3128"/>
                  </a:lnTo>
                  <a:lnTo>
                    <a:pt x="850" y="3399"/>
                  </a:lnTo>
                  <a:lnTo>
                    <a:pt x="1198" y="3592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07"/>
                  </a:lnTo>
                  <a:lnTo>
                    <a:pt x="2356" y="3669"/>
                  </a:lnTo>
                  <a:lnTo>
                    <a:pt x="2627" y="3553"/>
                  </a:lnTo>
                  <a:lnTo>
                    <a:pt x="2897" y="3399"/>
                  </a:lnTo>
                  <a:lnTo>
                    <a:pt x="3129" y="3244"/>
                  </a:lnTo>
                  <a:lnTo>
                    <a:pt x="3322" y="3012"/>
                  </a:lnTo>
                  <a:lnTo>
                    <a:pt x="3476" y="2742"/>
                  </a:lnTo>
                  <a:lnTo>
                    <a:pt x="3631" y="2472"/>
                  </a:lnTo>
                  <a:lnTo>
                    <a:pt x="3708" y="2201"/>
                  </a:lnTo>
                  <a:lnTo>
                    <a:pt x="3746" y="1893"/>
                  </a:lnTo>
                  <a:lnTo>
                    <a:pt x="3708" y="1584"/>
                  </a:lnTo>
                  <a:lnTo>
                    <a:pt x="3669" y="1275"/>
                  </a:lnTo>
                  <a:lnTo>
                    <a:pt x="3515" y="966"/>
                  </a:lnTo>
                  <a:lnTo>
                    <a:pt x="3322" y="696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5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6" name="Google Shape;4176;p18"/>
            <p:cNvSpPr/>
            <p:nvPr/>
          </p:nvSpPr>
          <p:spPr>
            <a:xfrm>
              <a:off x="3369775" y="2101100"/>
              <a:ext cx="174750" cy="292550"/>
            </a:xfrm>
            <a:custGeom>
              <a:avLst/>
              <a:gdLst/>
              <a:ahLst/>
              <a:cxnLst/>
              <a:rect l="l" t="t" r="r" b="b"/>
              <a:pathLst>
                <a:path w="6990" h="11702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3" y="6256"/>
                  </a:lnTo>
                  <a:lnTo>
                    <a:pt x="5214" y="9346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3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1" y="11508"/>
                  </a:lnTo>
                  <a:lnTo>
                    <a:pt x="6951" y="11392"/>
                  </a:lnTo>
                  <a:lnTo>
                    <a:pt x="6990" y="11354"/>
                  </a:lnTo>
                  <a:lnTo>
                    <a:pt x="6681" y="11122"/>
                  </a:lnTo>
                  <a:lnTo>
                    <a:pt x="6758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5" y="5639"/>
                  </a:lnTo>
                  <a:lnTo>
                    <a:pt x="6411" y="5639"/>
                  </a:lnTo>
                  <a:lnTo>
                    <a:pt x="6411" y="6758"/>
                  </a:lnTo>
                  <a:lnTo>
                    <a:pt x="6333" y="8573"/>
                  </a:lnTo>
                  <a:lnTo>
                    <a:pt x="6295" y="9500"/>
                  </a:lnTo>
                  <a:lnTo>
                    <a:pt x="6256" y="10427"/>
                  </a:lnTo>
                  <a:lnTo>
                    <a:pt x="5986" y="9886"/>
                  </a:lnTo>
                  <a:lnTo>
                    <a:pt x="5252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3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7" name="Google Shape;4177;p18"/>
            <p:cNvSpPr/>
            <p:nvPr/>
          </p:nvSpPr>
          <p:spPr>
            <a:xfrm>
              <a:off x="4221225" y="2127175"/>
              <a:ext cx="103325" cy="132275"/>
            </a:xfrm>
            <a:custGeom>
              <a:avLst/>
              <a:gdLst/>
              <a:ahLst/>
              <a:cxnLst/>
              <a:rect l="l" t="t" r="r" b="b"/>
              <a:pathLst>
                <a:path w="4133" h="5291" extrusionOk="0">
                  <a:moveTo>
                    <a:pt x="2511" y="0"/>
                  </a:moveTo>
                  <a:lnTo>
                    <a:pt x="2279" y="39"/>
                  </a:lnTo>
                  <a:lnTo>
                    <a:pt x="2048" y="39"/>
                  </a:lnTo>
                  <a:lnTo>
                    <a:pt x="1816" y="116"/>
                  </a:lnTo>
                  <a:lnTo>
                    <a:pt x="1430" y="271"/>
                  </a:lnTo>
                  <a:lnTo>
                    <a:pt x="1121" y="464"/>
                  </a:lnTo>
                  <a:lnTo>
                    <a:pt x="850" y="695"/>
                  </a:lnTo>
                  <a:lnTo>
                    <a:pt x="619" y="966"/>
                  </a:lnTo>
                  <a:lnTo>
                    <a:pt x="464" y="1236"/>
                  </a:lnTo>
                  <a:lnTo>
                    <a:pt x="310" y="1584"/>
                  </a:lnTo>
                  <a:lnTo>
                    <a:pt x="194" y="1931"/>
                  </a:lnTo>
                  <a:lnTo>
                    <a:pt x="117" y="2279"/>
                  </a:lnTo>
                  <a:lnTo>
                    <a:pt x="40" y="2665"/>
                  </a:lnTo>
                  <a:lnTo>
                    <a:pt x="1" y="3051"/>
                  </a:lnTo>
                  <a:lnTo>
                    <a:pt x="1" y="3823"/>
                  </a:lnTo>
                  <a:lnTo>
                    <a:pt x="1" y="5291"/>
                  </a:lnTo>
                  <a:lnTo>
                    <a:pt x="426" y="5291"/>
                  </a:lnTo>
                  <a:lnTo>
                    <a:pt x="464" y="4750"/>
                  </a:lnTo>
                  <a:lnTo>
                    <a:pt x="464" y="4209"/>
                  </a:lnTo>
                  <a:lnTo>
                    <a:pt x="464" y="3669"/>
                  </a:lnTo>
                  <a:lnTo>
                    <a:pt x="503" y="3128"/>
                  </a:lnTo>
                  <a:lnTo>
                    <a:pt x="542" y="2588"/>
                  </a:lnTo>
                  <a:lnTo>
                    <a:pt x="696" y="2047"/>
                  </a:lnTo>
                  <a:lnTo>
                    <a:pt x="773" y="1815"/>
                  </a:lnTo>
                  <a:lnTo>
                    <a:pt x="889" y="1584"/>
                  </a:lnTo>
                  <a:lnTo>
                    <a:pt x="1044" y="1352"/>
                  </a:lnTo>
                  <a:lnTo>
                    <a:pt x="1198" y="1159"/>
                  </a:lnTo>
                  <a:lnTo>
                    <a:pt x="1391" y="966"/>
                  </a:lnTo>
                  <a:lnTo>
                    <a:pt x="1623" y="811"/>
                  </a:lnTo>
                  <a:lnTo>
                    <a:pt x="1893" y="657"/>
                  </a:lnTo>
                  <a:lnTo>
                    <a:pt x="2163" y="580"/>
                  </a:lnTo>
                  <a:lnTo>
                    <a:pt x="2434" y="541"/>
                  </a:lnTo>
                  <a:lnTo>
                    <a:pt x="2704" y="580"/>
                  </a:lnTo>
                  <a:lnTo>
                    <a:pt x="2974" y="657"/>
                  </a:lnTo>
                  <a:lnTo>
                    <a:pt x="3206" y="811"/>
                  </a:lnTo>
                  <a:lnTo>
                    <a:pt x="3360" y="966"/>
                  </a:lnTo>
                  <a:lnTo>
                    <a:pt x="3515" y="1197"/>
                  </a:lnTo>
                  <a:lnTo>
                    <a:pt x="3592" y="1429"/>
                  </a:lnTo>
                  <a:lnTo>
                    <a:pt x="3669" y="1661"/>
                  </a:lnTo>
                  <a:lnTo>
                    <a:pt x="4133" y="1584"/>
                  </a:lnTo>
                  <a:lnTo>
                    <a:pt x="4017" y="1197"/>
                  </a:lnTo>
                  <a:lnTo>
                    <a:pt x="3862" y="850"/>
                  </a:lnTo>
                  <a:lnTo>
                    <a:pt x="3631" y="541"/>
                  </a:lnTo>
                  <a:lnTo>
                    <a:pt x="3399" y="309"/>
                  </a:lnTo>
                  <a:lnTo>
                    <a:pt x="3245" y="194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4" y="39"/>
                  </a:lnTo>
                  <a:lnTo>
                    <a:pt x="25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8" name="Google Shape;4178;p18"/>
            <p:cNvSpPr/>
            <p:nvPr/>
          </p:nvSpPr>
          <p:spPr>
            <a:xfrm>
              <a:off x="4086075" y="2129100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41"/>
                  </a:lnTo>
                  <a:lnTo>
                    <a:pt x="12319" y="618"/>
                  </a:lnTo>
                  <a:lnTo>
                    <a:pt x="12628" y="850"/>
                  </a:lnTo>
                  <a:lnTo>
                    <a:pt x="12898" y="1120"/>
                  </a:lnTo>
                  <a:lnTo>
                    <a:pt x="13130" y="1468"/>
                  </a:lnTo>
                  <a:lnTo>
                    <a:pt x="13323" y="1854"/>
                  </a:lnTo>
                  <a:lnTo>
                    <a:pt x="13477" y="2240"/>
                  </a:lnTo>
                  <a:lnTo>
                    <a:pt x="13632" y="2665"/>
                  </a:lnTo>
                  <a:lnTo>
                    <a:pt x="13864" y="3437"/>
                  </a:lnTo>
                  <a:lnTo>
                    <a:pt x="13091" y="3013"/>
                  </a:lnTo>
                  <a:lnTo>
                    <a:pt x="12705" y="2742"/>
                  </a:lnTo>
                  <a:lnTo>
                    <a:pt x="12358" y="2472"/>
                  </a:lnTo>
                  <a:lnTo>
                    <a:pt x="12010" y="2124"/>
                  </a:lnTo>
                  <a:lnTo>
                    <a:pt x="11817" y="1893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696"/>
                  </a:lnTo>
                  <a:lnTo>
                    <a:pt x="11778" y="618"/>
                  </a:lnTo>
                  <a:lnTo>
                    <a:pt x="11856" y="541"/>
                  </a:lnTo>
                  <a:lnTo>
                    <a:pt x="11971" y="503"/>
                  </a:lnTo>
                  <a:close/>
                  <a:moveTo>
                    <a:pt x="16296" y="1584"/>
                  </a:moveTo>
                  <a:lnTo>
                    <a:pt x="16412" y="1661"/>
                  </a:lnTo>
                  <a:lnTo>
                    <a:pt x="16489" y="1700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18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35"/>
                  </a:lnTo>
                  <a:lnTo>
                    <a:pt x="15949" y="3167"/>
                  </a:lnTo>
                  <a:lnTo>
                    <a:pt x="15563" y="3360"/>
                  </a:lnTo>
                  <a:lnTo>
                    <a:pt x="15138" y="3515"/>
                  </a:lnTo>
                  <a:lnTo>
                    <a:pt x="14713" y="3630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1" y="3322"/>
                  </a:lnTo>
                  <a:lnTo>
                    <a:pt x="14636" y="2974"/>
                  </a:lnTo>
                  <a:lnTo>
                    <a:pt x="14829" y="2588"/>
                  </a:lnTo>
                  <a:lnTo>
                    <a:pt x="15099" y="2279"/>
                  </a:lnTo>
                  <a:lnTo>
                    <a:pt x="15408" y="1931"/>
                  </a:lnTo>
                  <a:lnTo>
                    <a:pt x="15640" y="1777"/>
                  </a:lnTo>
                  <a:lnTo>
                    <a:pt x="15872" y="1661"/>
                  </a:lnTo>
                  <a:lnTo>
                    <a:pt x="16103" y="1584"/>
                  </a:lnTo>
                  <a:close/>
                  <a:moveTo>
                    <a:pt x="13864" y="4287"/>
                  </a:moveTo>
                  <a:lnTo>
                    <a:pt x="13671" y="4519"/>
                  </a:lnTo>
                  <a:lnTo>
                    <a:pt x="13477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09"/>
                  </a:lnTo>
                  <a:lnTo>
                    <a:pt x="11083" y="5870"/>
                  </a:lnTo>
                  <a:lnTo>
                    <a:pt x="10967" y="5793"/>
                  </a:lnTo>
                  <a:lnTo>
                    <a:pt x="10929" y="5677"/>
                  </a:lnTo>
                  <a:lnTo>
                    <a:pt x="10890" y="5600"/>
                  </a:lnTo>
                  <a:lnTo>
                    <a:pt x="10890" y="5445"/>
                  </a:lnTo>
                  <a:lnTo>
                    <a:pt x="11006" y="5252"/>
                  </a:lnTo>
                  <a:lnTo>
                    <a:pt x="11122" y="5098"/>
                  </a:lnTo>
                  <a:lnTo>
                    <a:pt x="11276" y="4943"/>
                  </a:lnTo>
                  <a:lnTo>
                    <a:pt x="11547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8" y="4441"/>
                  </a:lnTo>
                  <a:lnTo>
                    <a:pt x="13246" y="4403"/>
                  </a:lnTo>
                  <a:lnTo>
                    <a:pt x="13555" y="4326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57"/>
                  </a:lnTo>
                  <a:lnTo>
                    <a:pt x="15408" y="4750"/>
                  </a:lnTo>
                  <a:lnTo>
                    <a:pt x="15717" y="4943"/>
                  </a:lnTo>
                  <a:lnTo>
                    <a:pt x="15910" y="5136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82" y="5986"/>
                  </a:lnTo>
                  <a:lnTo>
                    <a:pt x="16876" y="6333"/>
                  </a:lnTo>
                  <a:lnTo>
                    <a:pt x="16991" y="6642"/>
                  </a:lnTo>
                  <a:lnTo>
                    <a:pt x="16991" y="6797"/>
                  </a:lnTo>
                  <a:lnTo>
                    <a:pt x="16991" y="6951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528" y="7337"/>
                  </a:lnTo>
                  <a:lnTo>
                    <a:pt x="16374" y="7299"/>
                  </a:lnTo>
                  <a:lnTo>
                    <a:pt x="16142" y="7183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408" y="6565"/>
                  </a:lnTo>
                  <a:lnTo>
                    <a:pt x="15061" y="6140"/>
                  </a:lnTo>
                  <a:lnTo>
                    <a:pt x="14829" y="5677"/>
                  </a:lnTo>
                  <a:lnTo>
                    <a:pt x="14636" y="5214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69" y="117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45" y="580"/>
                  </a:lnTo>
                  <a:lnTo>
                    <a:pt x="10967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29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1" y="2704"/>
                  </a:lnTo>
                  <a:lnTo>
                    <a:pt x="12396" y="3090"/>
                  </a:lnTo>
                  <a:lnTo>
                    <a:pt x="12898" y="3399"/>
                  </a:lnTo>
                  <a:lnTo>
                    <a:pt x="12898" y="3399"/>
                  </a:lnTo>
                  <a:lnTo>
                    <a:pt x="12049" y="3283"/>
                  </a:lnTo>
                  <a:lnTo>
                    <a:pt x="11199" y="3244"/>
                  </a:lnTo>
                  <a:lnTo>
                    <a:pt x="10427" y="3322"/>
                  </a:lnTo>
                  <a:lnTo>
                    <a:pt x="9616" y="3476"/>
                  </a:lnTo>
                  <a:lnTo>
                    <a:pt x="9655" y="2974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584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51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48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14"/>
                  </a:lnTo>
                  <a:lnTo>
                    <a:pt x="5407" y="5523"/>
                  </a:lnTo>
                  <a:lnTo>
                    <a:pt x="4596" y="6179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18"/>
                  </a:lnTo>
                  <a:lnTo>
                    <a:pt x="541" y="10967"/>
                  </a:lnTo>
                  <a:lnTo>
                    <a:pt x="1" y="11778"/>
                  </a:lnTo>
                  <a:lnTo>
                    <a:pt x="348" y="12048"/>
                  </a:lnTo>
                  <a:lnTo>
                    <a:pt x="1545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40"/>
                  </a:lnTo>
                  <a:lnTo>
                    <a:pt x="6256" y="5561"/>
                  </a:lnTo>
                  <a:lnTo>
                    <a:pt x="7106" y="5059"/>
                  </a:lnTo>
                  <a:lnTo>
                    <a:pt x="8033" y="4596"/>
                  </a:lnTo>
                  <a:lnTo>
                    <a:pt x="8458" y="4403"/>
                  </a:lnTo>
                  <a:lnTo>
                    <a:pt x="8960" y="4248"/>
                  </a:lnTo>
                  <a:lnTo>
                    <a:pt x="9423" y="4094"/>
                  </a:lnTo>
                  <a:lnTo>
                    <a:pt x="9886" y="3978"/>
                  </a:lnTo>
                  <a:lnTo>
                    <a:pt x="10388" y="3901"/>
                  </a:lnTo>
                  <a:lnTo>
                    <a:pt x="10852" y="3824"/>
                  </a:lnTo>
                  <a:lnTo>
                    <a:pt x="12358" y="3824"/>
                  </a:lnTo>
                  <a:lnTo>
                    <a:pt x="12860" y="3901"/>
                  </a:lnTo>
                  <a:lnTo>
                    <a:pt x="12358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19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5" y="5252"/>
                  </a:lnTo>
                  <a:lnTo>
                    <a:pt x="10388" y="5484"/>
                  </a:lnTo>
                  <a:lnTo>
                    <a:pt x="10388" y="5716"/>
                  </a:lnTo>
                  <a:lnTo>
                    <a:pt x="10465" y="5947"/>
                  </a:lnTo>
                  <a:lnTo>
                    <a:pt x="10581" y="6140"/>
                  </a:lnTo>
                  <a:lnTo>
                    <a:pt x="10659" y="6256"/>
                  </a:lnTo>
                  <a:lnTo>
                    <a:pt x="10774" y="6333"/>
                  </a:lnTo>
                  <a:lnTo>
                    <a:pt x="11006" y="6411"/>
                  </a:lnTo>
                  <a:lnTo>
                    <a:pt x="11276" y="6449"/>
                  </a:lnTo>
                  <a:lnTo>
                    <a:pt x="11585" y="6411"/>
                  </a:lnTo>
                  <a:lnTo>
                    <a:pt x="11894" y="6333"/>
                  </a:lnTo>
                  <a:lnTo>
                    <a:pt x="12165" y="6256"/>
                  </a:lnTo>
                  <a:lnTo>
                    <a:pt x="12628" y="6025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677"/>
                  </a:lnTo>
                  <a:lnTo>
                    <a:pt x="14057" y="4866"/>
                  </a:lnTo>
                  <a:lnTo>
                    <a:pt x="14211" y="5368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3" y="6835"/>
                  </a:lnTo>
                  <a:lnTo>
                    <a:pt x="15177" y="7067"/>
                  </a:lnTo>
                  <a:lnTo>
                    <a:pt x="15408" y="7260"/>
                  </a:lnTo>
                  <a:lnTo>
                    <a:pt x="15678" y="7492"/>
                  </a:lnTo>
                  <a:lnTo>
                    <a:pt x="15987" y="7646"/>
                  </a:lnTo>
                  <a:lnTo>
                    <a:pt x="16296" y="7801"/>
                  </a:lnTo>
                  <a:lnTo>
                    <a:pt x="16605" y="7839"/>
                  </a:lnTo>
                  <a:lnTo>
                    <a:pt x="16876" y="7839"/>
                  </a:lnTo>
                  <a:lnTo>
                    <a:pt x="17030" y="7801"/>
                  </a:lnTo>
                  <a:lnTo>
                    <a:pt x="17184" y="7724"/>
                  </a:lnTo>
                  <a:lnTo>
                    <a:pt x="17300" y="7608"/>
                  </a:lnTo>
                  <a:lnTo>
                    <a:pt x="17378" y="7492"/>
                  </a:lnTo>
                  <a:lnTo>
                    <a:pt x="17455" y="7376"/>
                  </a:lnTo>
                  <a:lnTo>
                    <a:pt x="17455" y="7222"/>
                  </a:lnTo>
                  <a:lnTo>
                    <a:pt x="17493" y="6913"/>
                  </a:lnTo>
                  <a:lnTo>
                    <a:pt x="17416" y="6604"/>
                  </a:lnTo>
                  <a:lnTo>
                    <a:pt x="17339" y="6256"/>
                  </a:lnTo>
                  <a:lnTo>
                    <a:pt x="17184" y="5947"/>
                  </a:lnTo>
                  <a:lnTo>
                    <a:pt x="17030" y="5677"/>
                  </a:lnTo>
                  <a:lnTo>
                    <a:pt x="16914" y="5484"/>
                  </a:lnTo>
                  <a:lnTo>
                    <a:pt x="16721" y="5214"/>
                  </a:lnTo>
                  <a:lnTo>
                    <a:pt x="16489" y="4982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08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26"/>
                  </a:lnTo>
                  <a:lnTo>
                    <a:pt x="17107" y="2395"/>
                  </a:lnTo>
                  <a:lnTo>
                    <a:pt x="17146" y="2163"/>
                  </a:lnTo>
                  <a:lnTo>
                    <a:pt x="17146" y="1931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20"/>
                  </a:lnTo>
                  <a:lnTo>
                    <a:pt x="15910" y="1159"/>
                  </a:lnTo>
                  <a:lnTo>
                    <a:pt x="15678" y="1236"/>
                  </a:lnTo>
                  <a:lnTo>
                    <a:pt x="15485" y="1314"/>
                  </a:lnTo>
                  <a:lnTo>
                    <a:pt x="15292" y="1429"/>
                  </a:lnTo>
                  <a:lnTo>
                    <a:pt x="14906" y="1777"/>
                  </a:lnTo>
                  <a:lnTo>
                    <a:pt x="14597" y="2124"/>
                  </a:lnTo>
                  <a:lnTo>
                    <a:pt x="14327" y="2549"/>
                  </a:lnTo>
                  <a:lnTo>
                    <a:pt x="14095" y="3013"/>
                  </a:lnTo>
                  <a:lnTo>
                    <a:pt x="13979" y="2433"/>
                  </a:lnTo>
                  <a:lnTo>
                    <a:pt x="13748" y="1854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25"/>
                  </a:lnTo>
                  <a:lnTo>
                    <a:pt x="12589" y="271"/>
                  </a:lnTo>
                  <a:lnTo>
                    <a:pt x="12358" y="117"/>
                  </a:lnTo>
                  <a:lnTo>
                    <a:pt x="121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9" name="Google Shape;4179;p18"/>
            <p:cNvSpPr/>
            <p:nvPr/>
          </p:nvSpPr>
          <p:spPr>
            <a:xfrm>
              <a:off x="5288925" y="2151300"/>
              <a:ext cx="174775" cy="292550"/>
            </a:xfrm>
            <a:custGeom>
              <a:avLst/>
              <a:gdLst/>
              <a:ahLst/>
              <a:cxnLst/>
              <a:rect l="l" t="t" r="r" b="b"/>
              <a:pathLst>
                <a:path w="6991" h="11702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4" y="6256"/>
                  </a:lnTo>
                  <a:lnTo>
                    <a:pt x="4403" y="7801"/>
                  </a:lnTo>
                  <a:lnTo>
                    <a:pt x="5214" y="9346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4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2" y="11508"/>
                  </a:lnTo>
                  <a:lnTo>
                    <a:pt x="6952" y="11392"/>
                  </a:lnTo>
                  <a:lnTo>
                    <a:pt x="6990" y="11354"/>
                  </a:lnTo>
                  <a:lnTo>
                    <a:pt x="6681" y="11122"/>
                  </a:lnTo>
                  <a:lnTo>
                    <a:pt x="6759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6" y="5639"/>
                  </a:lnTo>
                  <a:lnTo>
                    <a:pt x="6411" y="5639"/>
                  </a:lnTo>
                  <a:lnTo>
                    <a:pt x="6411" y="6758"/>
                  </a:lnTo>
                  <a:lnTo>
                    <a:pt x="6334" y="8573"/>
                  </a:lnTo>
                  <a:lnTo>
                    <a:pt x="6295" y="9500"/>
                  </a:lnTo>
                  <a:lnTo>
                    <a:pt x="6257" y="10427"/>
                  </a:lnTo>
                  <a:lnTo>
                    <a:pt x="5986" y="9886"/>
                  </a:lnTo>
                  <a:lnTo>
                    <a:pt x="5253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3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0" name="Google Shape;4180;p18"/>
            <p:cNvSpPr/>
            <p:nvPr/>
          </p:nvSpPr>
          <p:spPr>
            <a:xfrm>
              <a:off x="1498900" y="2189925"/>
              <a:ext cx="329200" cy="242325"/>
            </a:xfrm>
            <a:custGeom>
              <a:avLst/>
              <a:gdLst/>
              <a:ahLst/>
              <a:cxnLst/>
              <a:rect l="l" t="t" r="r" b="b"/>
              <a:pathLst>
                <a:path w="13168" h="9693" extrusionOk="0">
                  <a:moveTo>
                    <a:pt x="5367" y="618"/>
                  </a:moveTo>
                  <a:lnTo>
                    <a:pt x="5947" y="773"/>
                  </a:lnTo>
                  <a:lnTo>
                    <a:pt x="6526" y="1004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6"/>
                  </a:lnTo>
                  <a:lnTo>
                    <a:pt x="8495" y="3167"/>
                  </a:lnTo>
                  <a:lnTo>
                    <a:pt x="8573" y="3437"/>
                  </a:lnTo>
                  <a:lnTo>
                    <a:pt x="8611" y="3707"/>
                  </a:lnTo>
                  <a:lnTo>
                    <a:pt x="8573" y="3707"/>
                  </a:lnTo>
                  <a:lnTo>
                    <a:pt x="7723" y="3823"/>
                  </a:lnTo>
                  <a:lnTo>
                    <a:pt x="6873" y="3900"/>
                  </a:lnTo>
                  <a:lnTo>
                    <a:pt x="6410" y="3939"/>
                  </a:lnTo>
                  <a:lnTo>
                    <a:pt x="6178" y="3939"/>
                  </a:lnTo>
                  <a:lnTo>
                    <a:pt x="5985" y="3900"/>
                  </a:lnTo>
                  <a:lnTo>
                    <a:pt x="5792" y="3862"/>
                  </a:lnTo>
                  <a:lnTo>
                    <a:pt x="5676" y="3746"/>
                  </a:lnTo>
                  <a:lnTo>
                    <a:pt x="5561" y="3553"/>
                  </a:lnTo>
                  <a:lnTo>
                    <a:pt x="5483" y="3321"/>
                  </a:lnTo>
                  <a:lnTo>
                    <a:pt x="5406" y="2626"/>
                  </a:lnTo>
                  <a:lnTo>
                    <a:pt x="5367" y="1970"/>
                  </a:lnTo>
                  <a:lnTo>
                    <a:pt x="5367" y="618"/>
                  </a:lnTo>
                  <a:close/>
                  <a:moveTo>
                    <a:pt x="2780" y="889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7" y="3707"/>
                  </a:lnTo>
                  <a:lnTo>
                    <a:pt x="2510" y="3862"/>
                  </a:lnTo>
                  <a:lnTo>
                    <a:pt x="2433" y="4016"/>
                  </a:lnTo>
                  <a:lnTo>
                    <a:pt x="2317" y="4132"/>
                  </a:lnTo>
                  <a:lnTo>
                    <a:pt x="2124" y="4209"/>
                  </a:lnTo>
                  <a:lnTo>
                    <a:pt x="1892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6" y="4016"/>
                  </a:lnTo>
                  <a:lnTo>
                    <a:pt x="502" y="3514"/>
                  </a:lnTo>
                  <a:lnTo>
                    <a:pt x="656" y="3012"/>
                  </a:lnTo>
                  <a:lnTo>
                    <a:pt x="888" y="2549"/>
                  </a:lnTo>
                  <a:lnTo>
                    <a:pt x="1158" y="2124"/>
                  </a:lnTo>
                  <a:lnTo>
                    <a:pt x="1506" y="1738"/>
                  </a:lnTo>
                  <a:lnTo>
                    <a:pt x="1892" y="1429"/>
                  </a:lnTo>
                  <a:lnTo>
                    <a:pt x="2317" y="1120"/>
                  </a:lnTo>
                  <a:lnTo>
                    <a:pt x="2780" y="889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3" y="5986"/>
                  </a:lnTo>
                  <a:lnTo>
                    <a:pt x="11430" y="6140"/>
                  </a:lnTo>
                  <a:lnTo>
                    <a:pt x="11353" y="6217"/>
                  </a:lnTo>
                  <a:lnTo>
                    <a:pt x="11237" y="6256"/>
                  </a:lnTo>
                  <a:lnTo>
                    <a:pt x="11082" y="6295"/>
                  </a:lnTo>
                  <a:lnTo>
                    <a:pt x="10928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0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19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2" y="0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4" y="387"/>
                  </a:lnTo>
                  <a:lnTo>
                    <a:pt x="2240" y="580"/>
                  </a:lnTo>
                  <a:lnTo>
                    <a:pt x="1854" y="811"/>
                  </a:lnTo>
                  <a:lnTo>
                    <a:pt x="1506" y="1043"/>
                  </a:lnTo>
                  <a:lnTo>
                    <a:pt x="1158" y="1352"/>
                  </a:lnTo>
                  <a:lnTo>
                    <a:pt x="888" y="1661"/>
                  </a:lnTo>
                  <a:lnTo>
                    <a:pt x="618" y="2008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5"/>
                  </a:lnTo>
                  <a:lnTo>
                    <a:pt x="39" y="3669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6" y="4287"/>
                  </a:lnTo>
                  <a:lnTo>
                    <a:pt x="965" y="4518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402"/>
                  </a:lnTo>
                  <a:lnTo>
                    <a:pt x="2858" y="4248"/>
                  </a:lnTo>
                  <a:lnTo>
                    <a:pt x="2896" y="4132"/>
                  </a:lnTo>
                  <a:lnTo>
                    <a:pt x="2973" y="3978"/>
                  </a:lnTo>
                  <a:lnTo>
                    <a:pt x="3012" y="3630"/>
                  </a:lnTo>
                  <a:lnTo>
                    <a:pt x="3012" y="2974"/>
                  </a:lnTo>
                  <a:lnTo>
                    <a:pt x="3128" y="773"/>
                  </a:lnTo>
                  <a:lnTo>
                    <a:pt x="3514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7" y="580"/>
                  </a:lnTo>
                  <a:lnTo>
                    <a:pt x="5020" y="1661"/>
                  </a:lnTo>
                  <a:lnTo>
                    <a:pt x="5059" y="2703"/>
                  </a:lnTo>
                  <a:lnTo>
                    <a:pt x="5097" y="3398"/>
                  </a:lnTo>
                  <a:lnTo>
                    <a:pt x="5174" y="3746"/>
                  </a:lnTo>
                  <a:lnTo>
                    <a:pt x="5213" y="3900"/>
                  </a:lnTo>
                  <a:lnTo>
                    <a:pt x="5290" y="4055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69" y="4325"/>
                  </a:lnTo>
                  <a:lnTo>
                    <a:pt x="6217" y="4325"/>
                  </a:lnTo>
                  <a:lnTo>
                    <a:pt x="6565" y="4287"/>
                  </a:lnTo>
                  <a:lnTo>
                    <a:pt x="7607" y="4209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1" y="4866"/>
                  </a:lnTo>
                  <a:lnTo>
                    <a:pt x="8611" y="4904"/>
                  </a:lnTo>
                  <a:lnTo>
                    <a:pt x="8611" y="5020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6" y="4943"/>
                  </a:lnTo>
                  <a:lnTo>
                    <a:pt x="9190" y="4904"/>
                  </a:lnTo>
                  <a:lnTo>
                    <a:pt x="9383" y="4904"/>
                  </a:lnTo>
                  <a:lnTo>
                    <a:pt x="9808" y="4982"/>
                  </a:lnTo>
                  <a:lnTo>
                    <a:pt x="10194" y="5098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0" y="5445"/>
                  </a:lnTo>
                  <a:lnTo>
                    <a:pt x="10272" y="5600"/>
                  </a:lnTo>
                  <a:lnTo>
                    <a:pt x="10233" y="5754"/>
                  </a:lnTo>
                  <a:lnTo>
                    <a:pt x="10233" y="5908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3" y="6488"/>
                  </a:lnTo>
                  <a:lnTo>
                    <a:pt x="10696" y="6604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6"/>
                  </a:lnTo>
                  <a:lnTo>
                    <a:pt x="11739" y="6410"/>
                  </a:lnTo>
                  <a:lnTo>
                    <a:pt x="11855" y="6256"/>
                  </a:lnTo>
                  <a:lnTo>
                    <a:pt x="12086" y="6565"/>
                  </a:lnTo>
                  <a:lnTo>
                    <a:pt x="12280" y="6912"/>
                  </a:lnTo>
                  <a:lnTo>
                    <a:pt x="12395" y="7221"/>
                  </a:lnTo>
                  <a:lnTo>
                    <a:pt x="12473" y="7569"/>
                  </a:lnTo>
                  <a:lnTo>
                    <a:pt x="12550" y="7916"/>
                  </a:lnTo>
                  <a:lnTo>
                    <a:pt x="12550" y="8264"/>
                  </a:lnTo>
                  <a:lnTo>
                    <a:pt x="12588" y="8998"/>
                  </a:lnTo>
                  <a:lnTo>
                    <a:pt x="12511" y="8998"/>
                  </a:lnTo>
                  <a:lnTo>
                    <a:pt x="12434" y="9075"/>
                  </a:lnTo>
                  <a:lnTo>
                    <a:pt x="12395" y="9113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5" y="9654"/>
                  </a:lnTo>
                  <a:lnTo>
                    <a:pt x="12820" y="9615"/>
                  </a:lnTo>
                  <a:lnTo>
                    <a:pt x="12936" y="9577"/>
                  </a:lnTo>
                  <a:lnTo>
                    <a:pt x="13013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5"/>
                  </a:lnTo>
                  <a:lnTo>
                    <a:pt x="13090" y="7723"/>
                  </a:lnTo>
                  <a:lnTo>
                    <a:pt x="12936" y="7183"/>
                  </a:lnTo>
                  <a:lnTo>
                    <a:pt x="12743" y="6681"/>
                  </a:lnTo>
                  <a:lnTo>
                    <a:pt x="12434" y="6217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314" y="5098"/>
                  </a:lnTo>
                  <a:lnTo>
                    <a:pt x="10967" y="4904"/>
                  </a:lnTo>
                  <a:lnTo>
                    <a:pt x="10619" y="4750"/>
                  </a:lnTo>
                  <a:lnTo>
                    <a:pt x="10272" y="4596"/>
                  </a:lnTo>
                  <a:lnTo>
                    <a:pt x="9885" y="4480"/>
                  </a:lnTo>
                  <a:lnTo>
                    <a:pt x="9538" y="4441"/>
                  </a:lnTo>
                  <a:lnTo>
                    <a:pt x="9190" y="4441"/>
                  </a:lnTo>
                  <a:lnTo>
                    <a:pt x="9268" y="3978"/>
                  </a:lnTo>
                  <a:lnTo>
                    <a:pt x="9229" y="3514"/>
                  </a:lnTo>
                  <a:lnTo>
                    <a:pt x="9152" y="3090"/>
                  </a:lnTo>
                  <a:lnTo>
                    <a:pt x="8997" y="2665"/>
                  </a:lnTo>
                  <a:lnTo>
                    <a:pt x="8804" y="2279"/>
                  </a:lnTo>
                  <a:lnTo>
                    <a:pt x="8534" y="1931"/>
                  </a:lnTo>
                  <a:lnTo>
                    <a:pt x="8225" y="1584"/>
                  </a:lnTo>
                  <a:lnTo>
                    <a:pt x="7839" y="1275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8" y="348"/>
                  </a:lnTo>
                  <a:lnTo>
                    <a:pt x="5715" y="193"/>
                  </a:lnTo>
                  <a:lnTo>
                    <a:pt x="5290" y="78"/>
                  </a:lnTo>
                  <a:lnTo>
                    <a:pt x="4827" y="39"/>
                  </a:lnTo>
                  <a:lnTo>
                    <a:pt x="440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1" name="Google Shape;4181;p18"/>
            <p:cNvSpPr/>
            <p:nvPr/>
          </p:nvSpPr>
          <p:spPr>
            <a:xfrm>
              <a:off x="1530750" y="2203425"/>
              <a:ext cx="254875" cy="267450"/>
            </a:xfrm>
            <a:custGeom>
              <a:avLst/>
              <a:gdLst/>
              <a:ahLst/>
              <a:cxnLst/>
              <a:rect l="l" t="t" r="r" b="b"/>
              <a:pathLst>
                <a:path w="10195" h="10698" extrusionOk="0">
                  <a:moveTo>
                    <a:pt x="8264" y="7299"/>
                  </a:moveTo>
                  <a:lnTo>
                    <a:pt x="8496" y="7376"/>
                  </a:lnTo>
                  <a:lnTo>
                    <a:pt x="8727" y="7454"/>
                  </a:lnTo>
                  <a:lnTo>
                    <a:pt x="8959" y="7569"/>
                  </a:lnTo>
                  <a:lnTo>
                    <a:pt x="9152" y="7724"/>
                  </a:lnTo>
                  <a:lnTo>
                    <a:pt x="9345" y="7917"/>
                  </a:lnTo>
                  <a:lnTo>
                    <a:pt x="9500" y="8110"/>
                  </a:lnTo>
                  <a:lnTo>
                    <a:pt x="9615" y="8342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3"/>
                  </a:lnTo>
                  <a:lnTo>
                    <a:pt x="9538" y="9423"/>
                  </a:lnTo>
                  <a:lnTo>
                    <a:pt x="9384" y="9655"/>
                  </a:lnTo>
                  <a:lnTo>
                    <a:pt x="9191" y="9848"/>
                  </a:lnTo>
                  <a:lnTo>
                    <a:pt x="8959" y="10041"/>
                  </a:lnTo>
                  <a:lnTo>
                    <a:pt x="8689" y="10118"/>
                  </a:lnTo>
                  <a:lnTo>
                    <a:pt x="8418" y="10195"/>
                  </a:lnTo>
                  <a:lnTo>
                    <a:pt x="8109" y="10157"/>
                  </a:lnTo>
                  <a:lnTo>
                    <a:pt x="7839" y="10079"/>
                  </a:lnTo>
                  <a:lnTo>
                    <a:pt x="7607" y="9964"/>
                  </a:lnTo>
                  <a:lnTo>
                    <a:pt x="7376" y="9809"/>
                  </a:lnTo>
                  <a:lnTo>
                    <a:pt x="7183" y="9577"/>
                  </a:lnTo>
                  <a:lnTo>
                    <a:pt x="7028" y="9346"/>
                  </a:lnTo>
                  <a:lnTo>
                    <a:pt x="6951" y="9075"/>
                  </a:lnTo>
                  <a:lnTo>
                    <a:pt x="6912" y="8805"/>
                  </a:lnTo>
                  <a:lnTo>
                    <a:pt x="6951" y="8535"/>
                  </a:lnTo>
                  <a:lnTo>
                    <a:pt x="7028" y="8265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4"/>
                  </a:lnTo>
                  <a:lnTo>
                    <a:pt x="7723" y="7569"/>
                  </a:lnTo>
                  <a:lnTo>
                    <a:pt x="8148" y="7338"/>
                  </a:lnTo>
                  <a:lnTo>
                    <a:pt x="8225" y="7299"/>
                  </a:lnTo>
                  <a:close/>
                  <a:moveTo>
                    <a:pt x="2858" y="1"/>
                  </a:moveTo>
                  <a:lnTo>
                    <a:pt x="2665" y="40"/>
                  </a:lnTo>
                  <a:lnTo>
                    <a:pt x="2665" y="78"/>
                  </a:lnTo>
                  <a:lnTo>
                    <a:pt x="2626" y="1353"/>
                  </a:lnTo>
                  <a:lnTo>
                    <a:pt x="2626" y="2588"/>
                  </a:lnTo>
                  <a:lnTo>
                    <a:pt x="2665" y="3824"/>
                  </a:lnTo>
                  <a:lnTo>
                    <a:pt x="2703" y="5098"/>
                  </a:lnTo>
                  <a:lnTo>
                    <a:pt x="2896" y="7492"/>
                  </a:lnTo>
                  <a:lnTo>
                    <a:pt x="2896" y="8149"/>
                  </a:lnTo>
                  <a:lnTo>
                    <a:pt x="2935" y="8458"/>
                  </a:lnTo>
                  <a:lnTo>
                    <a:pt x="2974" y="8612"/>
                  </a:lnTo>
                  <a:lnTo>
                    <a:pt x="3051" y="8767"/>
                  </a:lnTo>
                  <a:lnTo>
                    <a:pt x="1545" y="8728"/>
                  </a:lnTo>
                  <a:lnTo>
                    <a:pt x="39" y="8689"/>
                  </a:lnTo>
                  <a:lnTo>
                    <a:pt x="0" y="8689"/>
                  </a:lnTo>
                  <a:lnTo>
                    <a:pt x="0" y="9037"/>
                  </a:lnTo>
                  <a:lnTo>
                    <a:pt x="773" y="9114"/>
                  </a:lnTo>
                  <a:lnTo>
                    <a:pt x="1545" y="9153"/>
                  </a:lnTo>
                  <a:lnTo>
                    <a:pt x="3128" y="9230"/>
                  </a:lnTo>
                  <a:lnTo>
                    <a:pt x="4827" y="9307"/>
                  </a:lnTo>
                  <a:lnTo>
                    <a:pt x="5677" y="9307"/>
                  </a:lnTo>
                  <a:lnTo>
                    <a:pt x="6488" y="9269"/>
                  </a:lnTo>
                  <a:lnTo>
                    <a:pt x="6603" y="9577"/>
                  </a:lnTo>
                  <a:lnTo>
                    <a:pt x="6758" y="9848"/>
                  </a:lnTo>
                  <a:lnTo>
                    <a:pt x="6990" y="10079"/>
                  </a:lnTo>
                  <a:lnTo>
                    <a:pt x="7221" y="10311"/>
                  </a:lnTo>
                  <a:lnTo>
                    <a:pt x="7492" y="10466"/>
                  </a:lnTo>
                  <a:lnTo>
                    <a:pt x="7801" y="10581"/>
                  </a:lnTo>
                  <a:lnTo>
                    <a:pt x="8109" y="10659"/>
                  </a:lnTo>
                  <a:lnTo>
                    <a:pt x="8418" y="10697"/>
                  </a:lnTo>
                  <a:lnTo>
                    <a:pt x="8727" y="10620"/>
                  </a:lnTo>
                  <a:lnTo>
                    <a:pt x="9036" y="10543"/>
                  </a:lnTo>
                  <a:lnTo>
                    <a:pt x="9306" y="10388"/>
                  </a:lnTo>
                  <a:lnTo>
                    <a:pt x="9538" y="10195"/>
                  </a:lnTo>
                  <a:lnTo>
                    <a:pt x="9770" y="9964"/>
                  </a:lnTo>
                  <a:lnTo>
                    <a:pt x="9924" y="9693"/>
                  </a:lnTo>
                  <a:lnTo>
                    <a:pt x="10079" y="9423"/>
                  </a:lnTo>
                  <a:lnTo>
                    <a:pt x="10156" y="9153"/>
                  </a:lnTo>
                  <a:lnTo>
                    <a:pt x="10195" y="9153"/>
                  </a:lnTo>
                  <a:lnTo>
                    <a:pt x="10195" y="8767"/>
                  </a:lnTo>
                  <a:lnTo>
                    <a:pt x="10156" y="8419"/>
                  </a:lnTo>
                  <a:lnTo>
                    <a:pt x="10040" y="8071"/>
                  </a:lnTo>
                  <a:lnTo>
                    <a:pt x="9847" y="7763"/>
                  </a:lnTo>
                  <a:lnTo>
                    <a:pt x="9615" y="7492"/>
                  </a:lnTo>
                  <a:lnTo>
                    <a:pt x="9306" y="7261"/>
                  </a:lnTo>
                  <a:lnTo>
                    <a:pt x="8998" y="7106"/>
                  </a:lnTo>
                  <a:lnTo>
                    <a:pt x="8650" y="7029"/>
                  </a:lnTo>
                  <a:lnTo>
                    <a:pt x="8303" y="7029"/>
                  </a:lnTo>
                  <a:lnTo>
                    <a:pt x="8187" y="7067"/>
                  </a:lnTo>
                  <a:lnTo>
                    <a:pt x="8148" y="7029"/>
                  </a:lnTo>
                  <a:lnTo>
                    <a:pt x="8071" y="6990"/>
                  </a:lnTo>
                  <a:lnTo>
                    <a:pt x="7916" y="6990"/>
                  </a:lnTo>
                  <a:lnTo>
                    <a:pt x="7723" y="7029"/>
                  </a:lnTo>
                  <a:lnTo>
                    <a:pt x="7414" y="7145"/>
                  </a:lnTo>
                  <a:lnTo>
                    <a:pt x="7144" y="7338"/>
                  </a:lnTo>
                  <a:lnTo>
                    <a:pt x="6912" y="7569"/>
                  </a:lnTo>
                  <a:lnTo>
                    <a:pt x="6719" y="7878"/>
                  </a:lnTo>
                  <a:lnTo>
                    <a:pt x="6565" y="8187"/>
                  </a:lnTo>
                  <a:lnTo>
                    <a:pt x="6449" y="8535"/>
                  </a:lnTo>
                  <a:lnTo>
                    <a:pt x="6449" y="8844"/>
                  </a:lnTo>
                  <a:lnTo>
                    <a:pt x="5715" y="8805"/>
                  </a:lnTo>
                  <a:lnTo>
                    <a:pt x="4943" y="8767"/>
                  </a:lnTo>
                  <a:lnTo>
                    <a:pt x="3476" y="8767"/>
                  </a:lnTo>
                  <a:lnTo>
                    <a:pt x="3476" y="8728"/>
                  </a:lnTo>
                  <a:lnTo>
                    <a:pt x="3476" y="8651"/>
                  </a:lnTo>
                  <a:lnTo>
                    <a:pt x="3476" y="8573"/>
                  </a:lnTo>
                  <a:lnTo>
                    <a:pt x="3437" y="8535"/>
                  </a:lnTo>
                  <a:lnTo>
                    <a:pt x="3360" y="8496"/>
                  </a:lnTo>
                  <a:lnTo>
                    <a:pt x="3283" y="8496"/>
                  </a:lnTo>
                  <a:lnTo>
                    <a:pt x="3205" y="8535"/>
                  </a:lnTo>
                  <a:lnTo>
                    <a:pt x="3283" y="8380"/>
                  </a:lnTo>
                  <a:lnTo>
                    <a:pt x="3283" y="8226"/>
                  </a:lnTo>
                  <a:lnTo>
                    <a:pt x="3283" y="8110"/>
                  </a:lnTo>
                  <a:lnTo>
                    <a:pt x="3283" y="7956"/>
                  </a:lnTo>
                  <a:lnTo>
                    <a:pt x="3205" y="7338"/>
                  </a:lnTo>
                  <a:lnTo>
                    <a:pt x="3128" y="6450"/>
                  </a:lnTo>
                  <a:lnTo>
                    <a:pt x="3012" y="4326"/>
                  </a:lnTo>
                  <a:lnTo>
                    <a:pt x="2935" y="2202"/>
                  </a:lnTo>
                  <a:lnTo>
                    <a:pt x="2896" y="78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2" name="Google Shape;4182;p18"/>
            <p:cNvSpPr/>
            <p:nvPr/>
          </p:nvSpPr>
          <p:spPr>
            <a:xfrm>
              <a:off x="4324525" y="22671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20"/>
                  </a:lnTo>
                  <a:lnTo>
                    <a:pt x="2897" y="1661"/>
                  </a:lnTo>
                  <a:lnTo>
                    <a:pt x="2511" y="2202"/>
                  </a:lnTo>
                  <a:lnTo>
                    <a:pt x="1970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80" y="4750"/>
                  </a:lnTo>
                  <a:lnTo>
                    <a:pt x="966" y="4518"/>
                  </a:lnTo>
                  <a:lnTo>
                    <a:pt x="1314" y="4210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935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3"/>
                  </a:lnTo>
                  <a:lnTo>
                    <a:pt x="4248" y="155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3" name="Google Shape;4183;p18"/>
            <p:cNvSpPr/>
            <p:nvPr/>
          </p:nvSpPr>
          <p:spPr>
            <a:xfrm>
              <a:off x="4273375" y="22681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0"/>
                  </a:moveTo>
                  <a:lnTo>
                    <a:pt x="1004" y="309"/>
                  </a:lnTo>
                  <a:lnTo>
                    <a:pt x="1236" y="386"/>
                  </a:lnTo>
                  <a:lnTo>
                    <a:pt x="1429" y="579"/>
                  </a:lnTo>
                  <a:lnTo>
                    <a:pt x="1583" y="772"/>
                  </a:lnTo>
                  <a:lnTo>
                    <a:pt x="1622" y="1004"/>
                  </a:lnTo>
                  <a:lnTo>
                    <a:pt x="1622" y="1120"/>
                  </a:lnTo>
                  <a:lnTo>
                    <a:pt x="1583" y="1197"/>
                  </a:lnTo>
                  <a:lnTo>
                    <a:pt x="1545" y="1313"/>
                  </a:lnTo>
                  <a:lnTo>
                    <a:pt x="1468" y="1390"/>
                  </a:lnTo>
                  <a:lnTo>
                    <a:pt x="1352" y="1506"/>
                  </a:lnTo>
                  <a:lnTo>
                    <a:pt x="1197" y="1545"/>
                  </a:lnTo>
                  <a:lnTo>
                    <a:pt x="966" y="1583"/>
                  </a:lnTo>
                  <a:lnTo>
                    <a:pt x="772" y="1545"/>
                  </a:lnTo>
                  <a:lnTo>
                    <a:pt x="657" y="1506"/>
                  </a:lnTo>
                  <a:lnTo>
                    <a:pt x="579" y="1429"/>
                  </a:lnTo>
                  <a:lnTo>
                    <a:pt x="502" y="1352"/>
                  </a:lnTo>
                  <a:lnTo>
                    <a:pt x="464" y="1236"/>
                  </a:lnTo>
                  <a:lnTo>
                    <a:pt x="425" y="1004"/>
                  </a:lnTo>
                  <a:lnTo>
                    <a:pt x="464" y="811"/>
                  </a:lnTo>
                  <a:lnTo>
                    <a:pt x="541" y="618"/>
                  </a:lnTo>
                  <a:lnTo>
                    <a:pt x="695" y="425"/>
                  </a:lnTo>
                  <a:lnTo>
                    <a:pt x="734" y="348"/>
                  </a:lnTo>
                  <a:lnTo>
                    <a:pt x="734" y="309"/>
                  </a:lnTo>
                  <a:lnTo>
                    <a:pt x="888" y="270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116"/>
                  </a:lnTo>
                  <a:lnTo>
                    <a:pt x="541" y="77"/>
                  </a:lnTo>
                  <a:lnTo>
                    <a:pt x="464" y="116"/>
                  </a:lnTo>
                  <a:lnTo>
                    <a:pt x="270" y="232"/>
                  </a:lnTo>
                  <a:lnTo>
                    <a:pt x="155" y="386"/>
                  </a:lnTo>
                  <a:lnTo>
                    <a:pt x="77" y="541"/>
                  </a:lnTo>
                  <a:lnTo>
                    <a:pt x="39" y="734"/>
                  </a:lnTo>
                  <a:lnTo>
                    <a:pt x="0" y="888"/>
                  </a:lnTo>
                  <a:lnTo>
                    <a:pt x="0" y="1081"/>
                  </a:lnTo>
                  <a:lnTo>
                    <a:pt x="39" y="1274"/>
                  </a:lnTo>
                  <a:lnTo>
                    <a:pt x="77" y="1468"/>
                  </a:lnTo>
                  <a:lnTo>
                    <a:pt x="193" y="1661"/>
                  </a:lnTo>
                  <a:lnTo>
                    <a:pt x="309" y="1776"/>
                  </a:lnTo>
                  <a:lnTo>
                    <a:pt x="502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236" y="2008"/>
                  </a:lnTo>
                  <a:lnTo>
                    <a:pt x="1429" y="1931"/>
                  </a:lnTo>
                  <a:lnTo>
                    <a:pt x="1622" y="1815"/>
                  </a:lnTo>
                  <a:lnTo>
                    <a:pt x="1776" y="1699"/>
                  </a:lnTo>
                  <a:lnTo>
                    <a:pt x="1892" y="1545"/>
                  </a:lnTo>
                  <a:lnTo>
                    <a:pt x="1970" y="1390"/>
                  </a:lnTo>
                  <a:lnTo>
                    <a:pt x="2047" y="1197"/>
                  </a:lnTo>
                  <a:lnTo>
                    <a:pt x="2085" y="1004"/>
                  </a:lnTo>
                  <a:lnTo>
                    <a:pt x="2047" y="811"/>
                  </a:lnTo>
                  <a:lnTo>
                    <a:pt x="1970" y="618"/>
                  </a:lnTo>
                  <a:lnTo>
                    <a:pt x="1892" y="425"/>
                  </a:lnTo>
                  <a:lnTo>
                    <a:pt x="1738" y="270"/>
                  </a:lnTo>
                  <a:lnTo>
                    <a:pt x="1583" y="155"/>
                  </a:lnTo>
                  <a:lnTo>
                    <a:pt x="1429" y="77"/>
                  </a:lnTo>
                  <a:lnTo>
                    <a:pt x="1236" y="39"/>
                  </a:lnTo>
                  <a:lnTo>
                    <a:pt x="104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4" name="Google Shape;4184;p18"/>
            <p:cNvSpPr/>
            <p:nvPr/>
          </p:nvSpPr>
          <p:spPr>
            <a:xfrm>
              <a:off x="1394625" y="2299975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0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1" y="194"/>
                  </a:lnTo>
                  <a:lnTo>
                    <a:pt x="2240" y="309"/>
                  </a:lnTo>
                  <a:lnTo>
                    <a:pt x="2009" y="425"/>
                  </a:lnTo>
                  <a:lnTo>
                    <a:pt x="1738" y="580"/>
                  </a:lnTo>
                  <a:lnTo>
                    <a:pt x="1507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9"/>
                  </a:lnTo>
                  <a:lnTo>
                    <a:pt x="39" y="3746"/>
                  </a:lnTo>
                  <a:lnTo>
                    <a:pt x="1" y="4055"/>
                  </a:lnTo>
                  <a:lnTo>
                    <a:pt x="1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700" y="5291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827"/>
                  </a:lnTo>
                  <a:lnTo>
                    <a:pt x="734" y="4711"/>
                  </a:lnTo>
                  <a:lnTo>
                    <a:pt x="580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80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54" y="1159"/>
                  </a:lnTo>
                  <a:lnTo>
                    <a:pt x="2202" y="889"/>
                  </a:lnTo>
                  <a:lnTo>
                    <a:pt x="2626" y="696"/>
                  </a:lnTo>
                  <a:lnTo>
                    <a:pt x="3090" y="580"/>
                  </a:lnTo>
                  <a:lnTo>
                    <a:pt x="3592" y="541"/>
                  </a:lnTo>
                  <a:lnTo>
                    <a:pt x="4094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3" y="502"/>
                  </a:lnTo>
                  <a:lnTo>
                    <a:pt x="4480" y="464"/>
                  </a:lnTo>
                  <a:lnTo>
                    <a:pt x="4519" y="425"/>
                  </a:lnTo>
                  <a:lnTo>
                    <a:pt x="4519" y="348"/>
                  </a:lnTo>
                  <a:lnTo>
                    <a:pt x="4519" y="194"/>
                  </a:lnTo>
                  <a:lnTo>
                    <a:pt x="4210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5" name="Google Shape;4185;p18"/>
            <p:cNvSpPr/>
            <p:nvPr/>
          </p:nvSpPr>
          <p:spPr>
            <a:xfrm>
              <a:off x="4211575" y="2315425"/>
              <a:ext cx="44450" cy="44425"/>
            </a:xfrm>
            <a:custGeom>
              <a:avLst/>
              <a:gdLst/>
              <a:ahLst/>
              <a:cxnLst/>
              <a:rect l="l" t="t" r="r" b="b"/>
              <a:pathLst>
                <a:path w="1778" h="1777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8"/>
                  </a:lnTo>
                  <a:lnTo>
                    <a:pt x="1391" y="811"/>
                  </a:lnTo>
                  <a:lnTo>
                    <a:pt x="1391" y="966"/>
                  </a:lnTo>
                  <a:lnTo>
                    <a:pt x="1352" y="1082"/>
                  </a:lnTo>
                  <a:lnTo>
                    <a:pt x="1275" y="1159"/>
                  </a:lnTo>
                  <a:lnTo>
                    <a:pt x="1198" y="1236"/>
                  </a:lnTo>
                  <a:lnTo>
                    <a:pt x="1082" y="1313"/>
                  </a:lnTo>
                  <a:lnTo>
                    <a:pt x="889" y="1390"/>
                  </a:lnTo>
                  <a:lnTo>
                    <a:pt x="734" y="1352"/>
                  </a:lnTo>
                  <a:lnTo>
                    <a:pt x="541" y="1275"/>
                  </a:lnTo>
                  <a:lnTo>
                    <a:pt x="426" y="1082"/>
                  </a:lnTo>
                  <a:lnTo>
                    <a:pt x="387" y="927"/>
                  </a:lnTo>
                  <a:lnTo>
                    <a:pt x="387" y="734"/>
                  </a:lnTo>
                  <a:lnTo>
                    <a:pt x="464" y="580"/>
                  </a:lnTo>
                  <a:lnTo>
                    <a:pt x="541" y="386"/>
                  </a:lnTo>
                  <a:lnTo>
                    <a:pt x="541" y="348"/>
                  </a:lnTo>
                  <a:lnTo>
                    <a:pt x="580" y="348"/>
                  </a:lnTo>
                  <a:lnTo>
                    <a:pt x="773" y="309"/>
                  </a:lnTo>
                  <a:close/>
                  <a:moveTo>
                    <a:pt x="966" y="0"/>
                  </a:moveTo>
                  <a:lnTo>
                    <a:pt x="773" y="39"/>
                  </a:lnTo>
                  <a:lnTo>
                    <a:pt x="619" y="78"/>
                  </a:lnTo>
                  <a:lnTo>
                    <a:pt x="464" y="155"/>
                  </a:lnTo>
                  <a:lnTo>
                    <a:pt x="426" y="193"/>
                  </a:lnTo>
                  <a:lnTo>
                    <a:pt x="387" y="193"/>
                  </a:lnTo>
                  <a:lnTo>
                    <a:pt x="232" y="271"/>
                  </a:lnTo>
                  <a:lnTo>
                    <a:pt x="117" y="386"/>
                  </a:lnTo>
                  <a:lnTo>
                    <a:pt x="39" y="541"/>
                  </a:lnTo>
                  <a:lnTo>
                    <a:pt x="1" y="695"/>
                  </a:lnTo>
                  <a:lnTo>
                    <a:pt x="1" y="850"/>
                  </a:lnTo>
                  <a:lnTo>
                    <a:pt x="1" y="1004"/>
                  </a:lnTo>
                  <a:lnTo>
                    <a:pt x="39" y="1197"/>
                  </a:lnTo>
                  <a:lnTo>
                    <a:pt x="117" y="1313"/>
                  </a:lnTo>
                  <a:lnTo>
                    <a:pt x="194" y="1468"/>
                  </a:lnTo>
                  <a:lnTo>
                    <a:pt x="348" y="1584"/>
                  </a:lnTo>
                  <a:lnTo>
                    <a:pt x="464" y="1699"/>
                  </a:lnTo>
                  <a:lnTo>
                    <a:pt x="619" y="1738"/>
                  </a:lnTo>
                  <a:lnTo>
                    <a:pt x="812" y="1777"/>
                  </a:lnTo>
                  <a:lnTo>
                    <a:pt x="966" y="1777"/>
                  </a:lnTo>
                  <a:lnTo>
                    <a:pt x="1121" y="1738"/>
                  </a:lnTo>
                  <a:lnTo>
                    <a:pt x="1314" y="1661"/>
                  </a:lnTo>
                  <a:lnTo>
                    <a:pt x="1430" y="1545"/>
                  </a:lnTo>
                  <a:lnTo>
                    <a:pt x="1584" y="1429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66"/>
                  </a:lnTo>
                  <a:lnTo>
                    <a:pt x="1777" y="773"/>
                  </a:lnTo>
                  <a:lnTo>
                    <a:pt x="1738" y="618"/>
                  </a:lnTo>
                  <a:lnTo>
                    <a:pt x="1661" y="425"/>
                  </a:lnTo>
                  <a:lnTo>
                    <a:pt x="1545" y="309"/>
                  </a:lnTo>
                  <a:lnTo>
                    <a:pt x="1430" y="193"/>
                  </a:lnTo>
                  <a:lnTo>
                    <a:pt x="1275" y="116"/>
                  </a:lnTo>
                  <a:lnTo>
                    <a:pt x="1121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6" name="Google Shape;4186;p18"/>
            <p:cNvSpPr/>
            <p:nvPr/>
          </p:nvSpPr>
          <p:spPr>
            <a:xfrm>
              <a:off x="2413100" y="2319275"/>
              <a:ext cx="84975" cy="222075"/>
            </a:xfrm>
            <a:custGeom>
              <a:avLst/>
              <a:gdLst/>
              <a:ahLst/>
              <a:cxnLst/>
              <a:rect l="l" t="t" r="r" b="b"/>
              <a:pathLst>
                <a:path w="3399" h="8883" extrusionOk="0">
                  <a:moveTo>
                    <a:pt x="1043" y="7376"/>
                  </a:moveTo>
                  <a:lnTo>
                    <a:pt x="1197" y="7453"/>
                  </a:lnTo>
                  <a:lnTo>
                    <a:pt x="1352" y="7608"/>
                  </a:lnTo>
                  <a:lnTo>
                    <a:pt x="1429" y="7685"/>
                  </a:lnTo>
                  <a:lnTo>
                    <a:pt x="1468" y="7801"/>
                  </a:lnTo>
                  <a:lnTo>
                    <a:pt x="1468" y="8033"/>
                  </a:lnTo>
                  <a:lnTo>
                    <a:pt x="1390" y="8226"/>
                  </a:lnTo>
                  <a:lnTo>
                    <a:pt x="1313" y="8342"/>
                  </a:lnTo>
                  <a:lnTo>
                    <a:pt x="1236" y="8419"/>
                  </a:lnTo>
                  <a:lnTo>
                    <a:pt x="1159" y="8457"/>
                  </a:lnTo>
                  <a:lnTo>
                    <a:pt x="1043" y="8496"/>
                  </a:lnTo>
                  <a:lnTo>
                    <a:pt x="811" y="8496"/>
                  </a:lnTo>
                  <a:lnTo>
                    <a:pt x="618" y="8419"/>
                  </a:lnTo>
                  <a:lnTo>
                    <a:pt x="541" y="8342"/>
                  </a:lnTo>
                  <a:lnTo>
                    <a:pt x="464" y="8264"/>
                  </a:lnTo>
                  <a:lnTo>
                    <a:pt x="386" y="8148"/>
                  </a:lnTo>
                  <a:lnTo>
                    <a:pt x="386" y="8033"/>
                  </a:lnTo>
                  <a:lnTo>
                    <a:pt x="386" y="7917"/>
                  </a:lnTo>
                  <a:lnTo>
                    <a:pt x="386" y="7801"/>
                  </a:lnTo>
                  <a:lnTo>
                    <a:pt x="502" y="7569"/>
                  </a:lnTo>
                  <a:lnTo>
                    <a:pt x="695" y="7415"/>
                  </a:lnTo>
                  <a:lnTo>
                    <a:pt x="850" y="7376"/>
                  </a:lnTo>
                  <a:close/>
                  <a:moveTo>
                    <a:pt x="3128" y="1"/>
                  </a:moveTo>
                  <a:lnTo>
                    <a:pt x="3089" y="39"/>
                  </a:lnTo>
                  <a:lnTo>
                    <a:pt x="3051" y="78"/>
                  </a:lnTo>
                  <a:lnTo>
                    <a:pt x="2819" y="503"/>
                  </a:lnTo>
                  <a:lnTo>
                    <a:pt x="2665" y="889"/>
                  </a:lnTo>
                  <a:lnTo>
                    <a:pt x="2356" y="1777"/>
                  </a:lnTo>
                  <a:lnTo>
                    <a:pt x="2085" y="2665"/>
                  </a:lnTo>
                  <a:lnTo>
                    <a:pt x="1854" y="3515"/>
                  </a:lnTo>
                  <a:lnTo>
                    <a:pt x="1313" y="5252"/>
                  </a:lnTo>
                  <a:lnTo>
                    <a:pt x="1043" y="6102"/>
                  </a:lnTo>
                  <a:lnTo>
                    <a:pt x="811" y="6990"/>
                  </a:lnTo>
                  <a:lnTo>
                    <a:pt x="657" y="6990"/>
                  </a:lnTo>
                  <a:lnTo>
                    <a:pt x="541" y="7029"/>
                  </a:lnTo>
                  <a:lnTo>
                    <a:pt x="386" y="7106"/>
                  </a:lnTo>
                  <a:lnTo>
                    <a:pt x="309" y="7222"/>
                  </a:lnTo>
                  <a:lnTo>
                    <a:pt x="271" y="7299"/>
                  </a:lnTo>
                  <a:lnTo>
                    <a:pt x="271" y="7376"/>
                  </a:lnTo>
                  <a:lnTo>
                    <a:pt x="116" y="7608"/>
                  </a:lnTo>
                  <a:lnTo>
                    <a:pt x="0" y="7840"/>
                  </a:lnTo>
                  <a:lnTo>
                    <a:pt x="0" y="8110"/>
                  </a:lnTo>
                  <a:lnTo>
                    <a:pt x="39" y="8264"/>
                  </a:lnTo>
                  <a:lnTo>
                    <a:pt x="78" y="8419"/>
                  </a:lnTo>
                  <a:lnTo>
                    <a:pt x="193" y="8573"/>
                  </a:lnTo>
                  <a:lnTo>
                    <a:pt x="348" y="8689"/>
                  </a:lnTo>
                  <a:lnTo>
                    <a:pt x="502" y="8805"/>
                  </a:lnTo>
                  <a:lnTo>
                    <a:pt x="657" y="8882"/>
                  </a:lnTo>
                  <a:lnTo>
                    <a:pt x="1043" y="8882"/>
                  </a:lnTo>
                  <a:lnTo>
                    <a:pt x="1236" y="8844"/>
                  </a:lnTo>
                  <a:lnTo>
                    <a:pt x="1429" y="8766"/>
                  </a:lnTo>
                  <a:lnTo>
                    <a:pt x="1584" y="8650"/>
                  </a:lnTo>
                  <a:lnTo>
                    <a:pt x="1699" y="8496"/>
                  </a:lnTo>
                  <a:lnTo>
                    <a:pt x="1777" y="8342"/>
                  </a:lnTo>
                  <a:lnTo>
                    <a:pt x="1854" y="8148"/>
                  </a:lnTo>
                  <a:lnTo>
                    <a:pt x="1854" y="7955"/>
                  </a:lnTo>
                  <a:lnTo>
                    <a:pt x="1854" y="7762"/>
                  </a:lnTo>
                  <a:lnTo>
                    <a:pt x="1815" y="7608"/>
                  </a:lnTo>
                  <a:lnTo>
                    <a:pt x="1738" y="7415"/>
                  </a:lnTo>
                  <a:lnTo>
                    <a:pt x="1622" y="7299"/>
                  </a:lnTo>
                  <a:lnTo>
                    <a:pt x="1506" y="7183"/>
                  </a:lnTo>
                  <a:lnTo>
                    <a:pt x="1352" y="7106"/>
                  </a:lnTo>
                  <a:lnTo>
                    <a:pt x="1197" y="7029"/>
                  </a:lnTo>
                  <a:lnTo>
                    <a:pt x="1545" y="6179"/>
                  </a:lnTo>
                  <a:lnTo>
                    <a:pt x="1815" y="5330"/>
                  </a:lnTo>
                  <a:lnTo>
                    <a:pt x="2394" y="3592"/>
                  </a:lnTo>
                  <a:lnTo>
                    <a:pt x="2665" y="2781"/>
                  </a:lnTo>
                  <a:lnTo>
                    <a:pt x="2974" y="1932"/>
                  </a:lnTo>
                  <a:lnTo>
                    <a:pt x="3244" y="1082"/>
                  </a:lnTo>
                  <a:lnTo>
                    <a:pt x="3321" y="657"/>
                  </a:lnTo>
                  <a:lnTo>
                    <a:pt x="3398" y="232"/>
                  </a:lnTo>
                  <a:lnTo>
                    <a:pt x="3360" y="117"/>
                  </a:lnTo>
                  <a:lnTo>
                    <a:pt x="3244" y="39"/>
                  </a:lnTo>
                  <a:lnTo>
                    <a:pt x="312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7" name="Google Shape;4187;p18"/>
            <p:cNvSpPr/>
            <p:nvPr/>
          </p:nvSpPr>
          <p:spPr>
            <a:xfrm>
              <a:off x="4217375" y="2321200"/>
              <a:ext cx="114900" cy="286750"/>
            </a:xfrm>
            <a:custGeom>
              <a:avLst/>
              <a:gdLst/>
              <a:ahLst/>
              <a:cxnLst/>
              <a:rect l="l" t="t" r="r" b="b"/>
              <a:pathLst>
                <a:path w="4596" h="11470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67"/>
                  </a:lnTo>
                  <a:lnTo>
                    <a:pt x="3939" y="4287"/>
                  </a:lnTo>
                  <a:lnTo>
                    <a:pt x="4016" y="5407"/>
                  </a:lnTo>
                  <a:lnTo>
                    <a:pt x="4055" y="6643"/>
                  </a:lnTo>
                  <a:lnTo>
                    <a:pt x="4055" y="7261"/>
                  </a:lnTo>
                  <a:lnTo>
                    <a:pt x="3978" y="7917"/>
                  </a:lnTo>
                  <a:lnTo>
                    <a:pt x="3901" y="8535"/>
                  </a:lnTo>
                  <a:lnTo>
                    <a:pt x="3746" y="9153"/>
                  </a:lnTo>
                  <a:lnTo>
                    <a:pt x="3553" y="9732"/>
                  </a:lnTo>
                  <a:lnTo>
                    <a:pt x="3244" y="10273"/>
                  </a:lnTo>
                  <a:lnTo>
                    <a:pt x="3012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4"/>
                  </a:lnTo>
                  <a:lnTo>
                    <a:pt x="850" y="9693"/>
                  </a:lnTo>
                  <a:lnTo>
                    <a:pt x="773" y="9423"/>
                  </a:lnTo>
                  <a:lnTo>
                    <a:pt x="734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6"/>
                  </a:lnTo>
                  <a:lnTo>
                    <a:pt x="580" y="2781"/>
                  </a:lnTo>
                  <a:lnTo>
                    <a:pt x="618" y="2781"/>
                  </a:lnTo>
                  <a:lnTo>
                    <a:pt x="1391" y="2395"/>
                  </a:lnTo>
                  <a:lnTo>
                    <a:pt x="2163" y="1970"/>
                  </a:lnTo>
                  <a:lnTo>
                    <a:pt x="2935" y="1468"/>
                  </a:lnTo>
                  <a:lnTo>
                    <a:pt x="3283" y="1198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40"/>
                  </a:lnTo>
                  <a:lnTo>
                    <a:pt x="3476" y="349"/>
                  </a:lnTo>
                  <a:lnTo>
                    <a:pt x="3051" y="657"/>
                  </a:lnTo>
                  <a:lnTo>
                    <a:pt x="2626" y="1005"/>
                  </a:lnTo>
                  <a:lnTo>
                    <a:pt x="2202" y="1314"/>
                  </a:lnTo>
                  <a:lnTo>
                    <a:pt x="1313" y="1893"/>
                  </a:lnTo>
                  <a:lnTo>
                    <a:pt x="425" y="2472"/>
                  </a:lnTo>
                  <a:lnTo>
                    <a:pt x="348" y="2550"/>
                  </a:lnTo>
                  <a:lnTo>
                    <a:pt x="348" y="2665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4"/>
                  </a:lnTo>
                  <a:lnTo>
                    <a:pt x="155" y="4866"/>
                  </a:lnTo>
                  <a:lnTo>
                    <a:pt x="0" y="4944"/>
                  </a:lnTo>
                  <a:lnTo>
                    <a:pt x="155" y="5291"/>
                  </a:lnTo>
                  <a:lnTo>
                    <a:pt x="155" y="6257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3"/>
                  </a:lnTo>
                  <a:lnTo>
                    <a:pt x="309" y="9616"/>
                  </a:lnTo>
                  <a:lnTo>
                    <a:pt x="502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429" y="11199"/>
                  </a:lnTo>
                  <a:lnTo>
                    <a:pt x="1622" y="11315"/>
                  </a:lnTo>
                  <a:lnTo>
                    <a:pt x="1815" y="11392"/>
                  </a:lnTo>
                  <a:lnTo>
                    <a:pt x="2047" y="11431"/>
                  </a:lnTo>
                  <a:lnTo>
                    <a:pt x="2279" y="11470"/>
                  </a:lnTo>
                  <a:lnTo>
                    <a:pt x="2549" y="11431"/>
                  </a:lnTo>
                  <a:lnTo>
                    <a:pt x="2819" y="11354"/>
                  </a:lnTo>
                  <a:lnTo>
                    <a:pt x="3051" y="11238"/>
                  </a:lnTo>
                  <a:lnTo>
                    <a:pt x="3283" y="11083"/>
                  </a:lnTo>
                  <a:lnTo>
                    <a:pt x="3476" y="10890"/>
                  </a:lnTo>
                  <a:lnTo>
                    <a:pt x="3669" y="10659"/>
                  </a:lnTo>
                  <a:lnTo>
                    <a:pt x="3823" y="10427"/>
                  </a:lnTo>
                  <a:lnTo>
                    <a:pt x="3978" y="10157"/>
                  </a:lnTo>
                  <a:lnTo>
                    <a:pt x="4171" y="9577"/>
                  </a:lnTo>
                  <a:lnTo>
                    <a:pt x="4325" y="8960"/>
                  </a:lnTo>
                  <a:lnTo>
                    <a:pt x="4441" y="8342"/>
                  </a:lnTo>
                  <a:lnTo>
                    <a:pt x="4518" y="7763"/>
                  </a:lnTo>
                  <a:lnTo>
                    <a:pt x="4557" y="7222"/>
                  </a:lnTo>
                  <a:lnTo>
                    <a:pt x="4596" y="6681"/>
                  </a:lnTo>
                  <a:lnTo>
                    <a:pt x="4596" y="6102"/>
                  </a:lnTo>
                  <a:lnTo>
                    <a:pt x="4557" y="5021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2"/>
                  </a:lnTo>
                  <a:lnTo>
                    <a:pt x="4094" y="426"/>
                  </a:lnTo>
                  <a:lnTo>
                    <a:pt x="4171" y="349"/>
                  </a:lnTo>
                  <a:lnTo>
                    <a:pt x="4210" y="271"/>
                  </a:lnTo>
                  <a:lnTo>
                    <a:pt x="4210" y="233"/>
                  </a:lnTo>
                  <a:lnTo>
                    <a:pt x="4171" y="78"/>
                  </a:lnTo>
                  <a:lnTo>
                    <a:pt x="4132" y="40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8" name="Google Shape;4188;p18"/>
            <p:cNvSpPr/>
            <p:nvPr/>
          </p:nvSpPr>
          <p:spPr>
            <a:xfrm>
              <a:off x="1643700" y="2334725"/>
              <a:ext cx="26075" cy="11600"/>
            </a:xfrm>
            <a:custGeom>
              <a:avLst/>
              <a:gdLst/>
              <a:ahLst/>
              <a:cxnLst/>
              <a:rect l="l" t="t" r="r" b="b"/>
              <a:pathLst>
                <a:path w="1043" h="464" extrusionOk="0">
                  <a:moveTo>
                    <a:pt x="773" y="1"/>
                  </a:moveTo>
                  <a:lnTo>
                    <a:pt x="541" y="39"/>
                  </a:lnTo>
                  <a:lnTo>
                    <a:pt x="309" y="78"/>
                  </a:lnTo>
                  <a:lnTo>
                    <a:pt x="77" y="194"/>
                  </a:lnTo>
                  <a:lnTo>
                    <a:pt x="39" y="232"/>
                  </a:lnTo>
                  <a:lnTo>
                    <a:pt x="0" y="271"/>
                  </a:lnTo>
                  <a:lnTo>
                    <a:pt x="39" y="387"/>
                  </a:lnTo>
                  <a:lnTo>
                    <a:pt x="77" y="464"/>
                  </a:lnTo>
                  <a:lnTo>
                    <a:pt x="193" y="464"/>
                  </a:lnTo>
                  <a:lnTo>
                    <a:pt x="386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4" y="271"/>
                  </a:lnTo>
                  <a:lnTo>
                    <a:pt x="1043" y="232"/>
                  </a:lnTo>
                  <a:lnTo>
                    <a:pt x="1004" y="155"/>
                  </a:lnTo>
                  <a:lnTo>
                    <a:pt x="966" y="116"/>
                  </a:lnTo>
                  <a:lnTo>
                    <a:pt x="888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9" name="Google Shape;4189;p18"/>
            <p:cNvSpPr/>
            <p:nvPr/>
          </p:nvSpPr>
          <p:spPr>
            <a:xfrm>
              <a:off x="5914500" y="2336650"/>
              <a:ext cx="309900" cy="605325"/>
            </a:xfrm>
            <a:custGeom>
              <a:avLst/>
              <a:gdLst/>
              <a:ahLst/>
              <a:cxnLst/>
              <a:rect l="l" t="t" r="r" b="b"/>
              <a:pathLst>
                <a:path w="12396" h="24213" extrusionOk="0">
                  <a:moveTo>
                    <a:pt x="7955" y="464"/>
                  </a:moveTo>
                  <a:lnTo>
                    <a:pt x="8496" y="503"/>
                  </a:lnTo>
                  <a:lnTo>
                    <a:pt x="9036" y="619"/>
                  </a:lnTo>
                  <a:lnTo>
                    <a:pt x="9500" y="812"/>
                  </a:lnTo>
                  <a:lnTo>
                    <a:pt x="9924" y="1043"/>
                  </a:lnTo>
                  <a:lnTo>
                    <a:pt x="10311" y="1352"/>
                  </a:lnTo>
                  <a:lnTo>
                    <a:pt x="10658" y="1700"/>
                  </a:lnTo>
                  <a:lnTo>
                    <a:pt x="10967" y="2086"/>
                  </a:lnTo>
                  <a:lnTo>
                    <a:pt x="11237" y="2511"/>
                  </a:lnTo>
                  <a:lnTo>
                    <a:pt x="11469" y="2974"/>
                  </a:lnTo>
                  <a:lnTo>
                    <a:pt x="11662" y="3438"/>
                  </a:lnTo>
                  <a:lnTo>
                    <a:pt x="11778" y="3940"/>
                  </a:lnTo>
                  <a:lnTo>
                    <a:pt x="11855" y="4442"/>
                  </a:lnTo>
                  <a:lnTo>
                    <a:pt x="11894" y="4982"/>
                  </a:lnTo>
                  <a:lnTo>
                    <a:pt x="11894" y="5484"/>
                  </a:lnTo>
                  <a:lnTo>
                    <a:pt x="11817" y="5986"/>
                  </a:lnTo>
                  <a:lnTo>
                    <a:pt x="11701" y="6488"/>
                  </a:lnTo>
                  <a:lnTo>
                    <a:pt x="11546" y="6990"/>
                  </a:lnTo>
                  <a:lnTo>
                    <a:pt x="11315" y="7453"/>
                  </a:lnTo>
                  <a:lnTo>
                    <a:pt x="11083" y="7917"/>
                  </a:lnTo>
                  <a:lnTo>
                    <a:pt x="10813" y="8342"/>
                  </a:lnTo>
                  <a:lnTo>
                    <a:pt x="10504" y="8766"/>
                  </a:lnTo>
                  <a:lnTo>
                    <a:pt x="10195" y="9153"/>
                  </a:lnTo>
                  <a:lnTo>
                    <a:pt x="9847" y="9500"/>
                  </a:lnTo>
                  <a:lnTo>
                    <a:pt x="9461" y="9848"/>
                  </a:lnTo>
                  <a:lnTo>
                    <a:pt x="9036" y="10157"/>
                  </a:lnTo>
                  <a:lnTo>
                    <a:pt x="8650" y="10465"/>
                  </a:lnTo>
                  <a:lnTo>
                    <a:pt x="8187" y="10736"/>
                  </a:lnTo>
                  <a:lnTo>
                    <a:pt x="7762" y="11006"/>
                  </a:lnTo>
                  <a:lnTo>
                    <a:pt x="6835" y="11469"/>
                  </a:lnTo>
                  <a:lnTo>
                    <a:pt x="5870" y="11856"/>
                  </a:lnTo>
                  <a:lnTo>
                    <a:pt x="5677" y="11856"/>
                  </a:lnTo>
                  <a:lnTo>
                    <a:pt x="5638" y="11933"/>
                  </a:lnTo>
                  <a:lnTo>
                    <a:pt x="5600" y="11933"/>
                  </a:lnTo>
                  <a:lnTo>
                    <a:pt x="4982" y="11276"/>
                  </a:lnTo>
                  <a:lnTo>
                    <a:pt x="4441" y="10543"/>
                  </a:lnTo>
                  <a:lnTo>
                    <a:pt x="3978" y="9809"/>
                  </a:lnTo>
                  <a:lnTo>
                    <a:pt x="3746" y="9384"/>
                  </a:lnTo>
                  <a:lnTo>
                    <a:pt x="3592" y="8998"/>
                  </a:lnTo>
                  <a:lnTo>
                    <a:pt x="3437" y="8612"/>
                  </a:lnTo>
                  <a:lnTo>
                    <a:pt x="3283" y="8187"/>
                  </a:lnTo>
                  <a:lnTo>
                    <a:pt x="3167" y="7762"/>
                  </a:lnTo>
                  <a:lnTo>
                    <a:pt x="3090" y="7299"/>
                  </a:lnTo>
                  <a:lnTo>
                    <a:pt x="3051" y="6874"/>
                  </a:lnTo>
                  <a:lnTo>
                    <a:pt x="3012" y="6411"/>
                  </a:lnTo>
                  <a:lnTo>
                    <a:pt x="3051" y="5948"/>
                  </a:lnTo>
                  <a:lnTo>
                    <a:pt x="3090" y="5484"/>
                  </a:lnTo>
                  <a:lnTo>
                    <a:pt x="3167" y="5021"/>
                  </a:lnTo>
                  <a:lnTo>
                    <a:pt x="3244" y="4557"/>
                  </a:lnTo>
                  <a:lnTo>
                    <a:pt x="3399" y="4094"/>
                  </a:lnTo>
                  <a:lnTo>
                    <a:pt x="3592" y="3669"/>
                  </a:lnTo>
                  <a:lnTo>
                    <a:pt x="3785" y="3206"/>
                  </a:lnTo>
                  <a:lnTo>
                    <a:pt x="4055" y="2820"/>
                  </a:lnTo>
                  <a:lnTo>
                    <a:pt x="4325" y="2395"/>
                  </a:lnTo>
                  <a:lnTo>
                    <a:pt x="4634" y="2047"/>
                  </a:lnTo>
                  <a:lnTo>
                    <a:pt x="4943" y="1700"/>
                  </a:lnTo>
                  <a:lnTo>
                    <a:pt x="5329" y="1391"/>
                  </a:lnTo>
                  <a:lnTo>
                    <a:pt x="5715" y="1082"/>
                  </a:lnTo>
                  <a:lnTo>
                    <a:pt x="6102" y="850"/>
                  </a:lnTo>
                  <a:lnTo>
                    <a:pt x="6526" y="696"/>
                  </a:lnTo>
                  <a:lnTo>
                    <a:pt x="6990" y="541"/>
                  </a:lnTo>
                  <a:lnTo>
                    <a:pt x="7453" y="464"/>
                  </a:lnTo>
                  <a:close/>
                  <a:moveTo>
                    <a:pt x="5561" y="12280"/>
                  </a:moveTo>
                  <a:lnTo>
                    <a:pt x="5600" y="12319"/>
                  </a:lnTo>
                  <a:lnTo>
                    <a:pt x="5677" y="12358"/>
                  </a:lnTo>
                  <a:lnTo>
                    <a:pt x="5793" y="12898"/>
                  </a:lnTo>
                  <a:lnTo>
                    <a:pt x="5098" y="12589"/>
                  </a:lnTo>
                  <a:lnTo>
                    <a:pt x="5561" y="12280"/>
                  </a:lnTo>
                  <a:close/>
                  <a:moveTo>
                    <a:pt x="3321" y="12975"/>
                  </a:moveTo>
                  <a:lnTo>
                    <a:pt x="3476" y="13477"/>
                  </a:lnTo>
                  <a:lnTo>
                    <a:pt x="3553" y="13979"/>
                  </a:lnTo>
                  <a:lnTo>
                    <a:pt x="3012" y="13979"/>
                  </a:lnTo>
                  <a:lnTo>
                    <a:pt x="2781" y="13941"/>
                  </a:lnTo>
                  <a:lnTo>
                    <a:pt x="2510" y="13825"/>
                  </a:lnTo>
                  <a:lnTo>
                    <a:pt x="2935" y="13400"/>
                  </a:lnTo>
                  <a:lnTo>
                    <a:pt x="3321" y="12975"/>
                  </a:lnTo>
                  <a:close/>
                  <a:moveTo>
                    <a:pt x="3939" y="14327"/>
                  </a:moveTo>
                  <a:lnTo>
                    <a:pt x="5098" y="14520"/>
                  </a:lnTo>
                  <a:lnTo>
                    <a:pt x="4441" y="15485"/>
                  </a:lnTo>
                  <a:lnTo>
                    <a:pt x="4287" y="15215"/>
                  </a:lnTo>
                  <a:lnTo>
                    <a:pt x="4171" y="14945"/>
                  </a:lnTo>
                  <a:lnTo>
                    <a:pt x="4055" y="14636"/>
                  </a:lnTo>
                  <a:lnTo>
                    <a:pt x="3978" y="14366"/>
                  </a:lnTo>
                  <a:lnTo>
                    <a:pt x="3939" y="14327"/>
                  </a:lnTo>
                  <a:close/>
                  <a:moveTo>
                    <a:pt x="3746" y="14597"/>
                  </a:moveTo>
                  <a:lnTo>
                    <a:pt x="3823" y="14945"/>
                  </a:lnTo>
                  <a:lnTo>
                    <a:pt x="3978" y="15292"/>
                  </a:lnTo>
                  <a:lnTo>
                    <a:pt x="4132" y="15601"/>
                  </a:lnTo>
                  <a:lnTo>
                    <a:pt x="4287" y="15910"/>
                  </a:lnTo>
                  <a:lnTo>
                    <a:pt x="4364" y="15987"/>
                  </a:lnTo>
                  <a:lnTo>
                    <a:pt x="4055" y="16412"/>
                  </a:lnTo>
                  <a:lnTo>
                    <a:pt x="3746" y="16875"/>
                  </a:lnTo>
                  <a:lnTo>
                    <a:pt x="3592" y="16412"/>
                  </a:lnTo>
                  <a:lnTo>
                    <a:pt x="3476" y="15949"/>
                  </a:lnTo>
                  <a:lnTo>
                    <a:pt x="3476" y="15717"/>
                  </a:lnTo>
                  <a:lnTo>
                    <a:pt x="3476" y="15447"/>
                  </a:lnTo>
                  <a:lnTo>
                    <a:pt x="3514" y="15215"/>
                  </a:lnTo>
                  <a:lnTo>
                    <a:pt x="3553" y="14983"/>
                  </a:lnTo>
                  <a:lnTo>
                    <a:pt x="3746" y="14597"/>
                  </a:lnTo>
                  <a:close/>
                  <a:moveTo>
                    <a:pt x="4480" y="16335"/>
                  </a:moveTo>
                  <a:lnTo>
                    <a:pt x="4673" y="16760"/>
                  </a:lnTo>
                  <a:lnTo>
                    <a:pt x="4789" y="17223"/>
                  </a:lnTo>
                  <a:lnTo>
                    <a:pt x="4364" y="17107"/>
                  </a:lnTo>
                  <a:lnTo>
                    <a:pt x="3939" y="17030"/>
                  </a:lnTo>
                  <a:lnTo>
                    <a:pt x="4480" y="16335"/>
                  </a:lnTo>
                  <a:close/>
                  <a:moveTo>
                    <a:pt x="2472" y="16875"/>
                  </a:moveTo>
                  <a:lnTo>
                    <a:pt x="3399" y="17107"/>
                  </a:lnTo>
                  <a:lnTo>
                    <a:pt x="3476" y="17262"/>
                  </a:lnTo>
                  <a:lnTo>
                    <a:pt x="3321" y="17377"/>
                  </a:lnTo>
                  <a:lnTo>
                    <a:pt x="3167" y="17571"/>
                  </a:lnTo>
                  <a:lnTo>
                    <a:pt x="2897" y="17918"/>
                  </a:lnTo>
                  <a:lnTo>
                    <a:pt x="2665" y="17416"/>
                  </a:lnTo>
                  <a:lnTo>
                    <a:pt x="2472" y="16875"/>
                  </a:lnTo>
                  <a:close/>
                  <a:moveTo>
                    <a:pt x="3360" y="19733"/>
                  </a:moveTo>
                  <a:lnTo>
                    <a:pt x="4055" y="20428"/>
                  </a:lnTo>
                  <a:lnTo>
                    <a:pt x="3553" y="20660"/>
                  </a:lnTo>
                  <a:lnTo>
                    <a:pt x="3012" y="20969"/>
                  </a:lnTo>
                  <a:lnTo>
                    <a:pt x="3012" y="20969"/>
                  </a:lnTo>
                  <a:lnTo>
                    <a:pt x="3167" y="20351"/>
                  </a:lnTo>
                  <a:lnTo>
                    <a:pt x="3360" y="19733"/>
                  </a:lnTo>
                  <a:close/>
                  <a:moveTo>
                    <a:pt x="5677" y="20119"/>
                  </a:moveTo>
                  <a:lnTo>
                    <a:pt x="5986" y="20196"/>
                  </a:lnTo>
                  <a:lnTo>
                    <a:pt x="5715" y="20891"/>
                  </a:lnTo>
                  <a:lnTo>
                    <a:pt x="5368" y="21548"/>
                  </a:lnTo>
                  <a:lnTo>
                    <a:pt x="4673" y="20583"/>
                  </a:lnTo>
                  <a:lnTo>
                    <a:pt x="4634" y="20544"/>
                  </a:lnTo>
                  <a:lnTo>
                    <a:pt x="4673" y="20235"/>
                  </a:lnTo>
                  <a:lnTo>
                    <a:pt x="5020" y="20158"/>
                  </a:lnTo>
                  <a:lnTo>
                    <a:pt x="5329" y="20119"/>
                  </a:lnTo>
                  <a:close/>
                  <a:moveTo>
                    <a:pt x="7453" y="1"/>
                  </a:moveTo>
                  <a:lnTo>
                    <a:pt x="7067" y="39"/>
                  </a:lnTo>
                  <a:lnTo>
                    <a:pt x="6719" y="155"/>
                  </a:lnTo>
                  <a:lnTo>
                    <a:pt x="6333" y="271"/>
                  </a:lnTo>
                  <a:lnTo>
                    <a:pt x="5986" y="426"/>
                  </a:lnTo>
                  <a:lnTo>
                    <a:pt x="5638" y="580"/>
                  </a:lnTo>
                  <a:lnTo>
                    <a:pt x="5291" y="812"/>
                  </a:lnTo>
                  <a:lnTo>
                    <a:pt x="4943" y="1043"/>
                  </a:lnTo>
                  <a:lnTo>
                    <a:pt x="4634" y="1314"/>
                  </a:lnTo>
                  <a:lnTo>
                    <a:pt x="4364" y="1623"/>
                  </a:lnTo>
                  <a:lnTo>
                    <a:pt x="4094" y="1893"/>
                  </a:lnTo>
                  <a:lnTo>
                    <a:pt x="3823" y="2240"/>
                  </a:lnTo>
                  <a:lnTo>
                    <a:pt x="3592" y="2549"/>
                  </a:lnTo>
                  <a:lnTo>
                    <a:pt x="3399" y="2897"/>
                  </a:lnTo>
                  <a:lnTo>
                    <a:pt x="3205" y="3283"/>
                  </a:lnTo>
                  <a:lnTo>
                    <a:pt x="3051" y="3631"/>
                  </a:lnTo>
                  <a:lnTo>
                    <a:pt x="2897" y="4017"/>
                  </a:lnTo>
                  <a:lnTo>
                    <a:pt x="2781" y="4403"/>
                  </a:lnTo>
                  <a:lnTo>
                    <a:pt x="2703" y="4789"/>
                  </a:lnTo>
                  <a:lnTo>
                    <a:pt x="2626" y="5175"/>
                  </a:lnTo>
                  <a:lnTo>
                    <a:pt x="2588" y="5600"/>
                  </a:lnTo>
                  <a:lnTo>
                    <a:pt x="2549" y="5986"/>
                  </a:lnTo>
                  <a:lnTo>
                    <a:pt x="2549" y="6411"/>
                  </a:lnTo>
                  <a:lnTo>
                    <a:pt x="2549" y="6836"/>
                  </a:lnTo>
                  <a:lnTo>
                    <a:pt x="2665" y="7724"/>
                  </a:lnTo>
                  <a:lnTo>
                    <a:pt x="2742" y="8149"/>
                  </a:lnTo>
                  <a:lnTo>
                    <a:pt x="2858" y="8573"/>
                  </a:lnTo>
                  <a:lnTo>
                    <a:pt x="3012" y="8998"/>
                  </a:lnTo>
                  <a:lnTo>
                    <a:pt x="3167" y="9384"/>
                  </a:lnTo>
                  <a:lnTo>
                    <a:pt x="3321" y="9809"/>
                  </a:lnTo>
                  <a:lnTo>
                    <a:pt x="3553" y="10195"/>
                  </a:lnTo>
                  <a:lnTo>
                    <a:pt x="3746" y="10543"/>
                  </a:lnTo>
                  <a:lnTo>
                    <a:pt x="4016" y="10929"/>
                  </a:lnTo>
                  <a:lnTo>
                    <a:pt x="4287" y="11238"/>
                  </a:lnTo>
                  <a:lnTo>
                    <a:pt x="4596" y="11547"/>
                  </a:lnTo>
                  <a:lnTo>
                    <a:pt x="4905" y="11856"/>
                  </a:lnTo>
                  <a:lnTo>
                    <a:pt x="5252" y="12087"/>
                  </a:lnTo>
                  <a:lnTo>
                    <a:pt x="4557" y="12473"/>
                  </a:lnTo>
                  <a:lnTo>
                    <a:pt x="4480" y="12551"/>
                  </a:lnTo>
                  <a:lnTo>
                    <a:pt x="4441" y="12666"/>
                  </a:lnTo>
                  <a:lnTo>
                    <a:pt x="4480" y="12782"/>
                  </a:lnTo>
                  <a:lnTo>
                    <a:pt x="4596" y="12860"/>
                  </a:lnTo>
                  <a:lnTo>
                    <a:pt x="5020" y="13014"/>
                  </a:lnTo>
                  <a:lnTo>
                    <a:pt x="4673" y="13168"/>
                  </a:lnTo>
                  <a:lnTo>
                    <a:pt x="4403" y="13362"/>
                  </a:lnTo>
                  <a:lnTo>
                    <a:pt x="4094" y="13555"/>
                  </a:lnTo>
                  <a:lnTo>
                    <a:pt x="3862" y="13786"/>
                  </a:lnTo>
                  <a:lnTo>
                    <a:pt x="3823" y="13477"/>
                  </a:lnTo>
                  <a:lnTo>
                    <a:pt x="3746" y="13168"/>
                  </a:lnTo>
                  <a:lnTo>
                    <a:pt x="3630" y="12860"/>
                  </a:lnTo>
                  <a:lnTo>
                    <a:pt x="3514" y="12551"/>
                  </a:lnTo>
                  <a:lnTo>
                    <a:pt x="3476" y="12473"/>
                  </a:lnTo>
                  <a:lnTo>
                    <a:pt x="3360" y="12435"/>
                  </a:lnTo>
                  <a:lnTo>
                    <a:pt x="3283" y="12473"/>
                  </a:lnTo>
                  <a:lnTo>
                    <a:pt x="3205" y="12512"/>
                  </a:lnTo>
                  <a:lnTo>
                    <a:pt x="2665" y="13168"/>
                  </a:lnTo>
                  <a:lnTo>
                    <a:pt x="2086" y="13748"/>
                  </a:lnTo>
                  <a:lnTo>
                    <a:pt x="2047" y="13825"/>
                  </a:lnTo>
                  <a:lnTo>
                    <a:pt x="2008" y="13902"/>
                  </a:lnTo>
                  <a:lnTo>
                    <a:pt x="2047" y="13979"/>
                  </a:lnTo>
                  <a:lnTo>
                    <a:pt x="2086" y="14057"/>
                  </a:lnTo>
                  <a:lnTo>
                    <a:pt x="2395" y="14211"/>
                  </a:lnTo>
                  <a:lnTo>
                    <a:pt x="2742" y="14288"/>
                  </a:lnTo>
                  <a:lnTo>
                    <a:pt x="3051" y="14366"/>
                  </a:lnTo>
                  <a:lnTo>
                    <a:pt x="3399" y="14366"/>
                  </a:lnTo>
                  <a:lnTo>
                    <a:pt x="3244" y="14636"/>
                  </a:lnTo>
                  <a:lnTo>
                    <a:pt x="3128" y="14945"/>
                  </a:lnTo>
                  <a:lnTo>
                    <a:pt x="3090" y="15176"/>
                  </a:lnTo>
                  <a:lnTo>
                    <a:pt x="3051" y="15408"/>
                  </a:lnTo>
                  <a:lnTo>
                    <a:pt x="3051" y="15872"/>
                  </a:lnTo>
                  <a:lnTo>
                    <a:pt x="3128" y="16296"/>
                  </a:lnTo>
                  <a:lnTo>
                    <a:pt x="3244" y="16760"/>
                  </a:lnTo>
                  <a:lnTo>
                    <a:pt x="2781" y="16567"/>
                  </a:lnTo>
                  <a:lnTo>
                    <a:pt x="2279" y="16412"/>
                  </a:lnTo>
                  <a:lnTo>
                    <a:pt x="2201" y="16412"/>
                  </a:lnTo>
                  <a:lnTo>
                    <a:pt x="2124" y="16451"/>
                  </a:lnTo>
                  <a:lnTo>
                    <a:pt x="2047" y="16528"/>
                  </a:lnTo>
                  <a:lnTo>
                    <a:pt x="2047" y="16644"/>
                  </a:lnTo>
                  <a:lnTo>
                    <a:pt x="2163" y="17107"/>
                  </a:lnTo>
                  <a:lnTo>
                    <a:pt x="2279" y="17532"/>
                  </a:lnTo>
                  <a:lnTo>
                    <a:pt x="2472" y="17957"/>
                  </a:lnTo>
                  <a:lnTo>
                    <a:pt x="2703" y="18381"/>
                  </a:lnTo>
                  <a:lnTo>
                    <a:pt x="2781" y="18459"/>
                  </a:lnTo>
                  <a:lnTo>
                    <a:pt x="2858" y="18497"/>
                  </a:lnTo>
                  <a:lnTo>
                    <a:pt x="2935" y="18459"/>
                  </a:lnTo>
                  <a:lnTo>
                    <a:pt x="3012" y="18381"/>
                  </a:lnTo>
                  <a:lnTo>
                    <a:pt x="3321" y="18034"/>
                  </a:lnTo>
                  <a:lnTo>
                    <a:pt x="3514" y="17802"/>
                  </a:lnTo>
                  <a:lnTo>
                    <a:pt x="3630" y="17609"/>
                  </a:lnTo>
                  <a:lnTo>
                    <a:pt x="3707" y="17764"/>
                  </a:lnTo>
                  <a:lnTo>
                    <a:pt x="3978" y="18343"/>
                  </a:lnTo>
                  <a:lnTo>
                    <a:pt x="4132" y="18961"/>
                  </a:lnTo>
                  <a:lnTo>
                    <a:pt x="4248" y="19540"/>
                  </a:lnTo>
                  <a:lnTo>
                    <a:pt x="4248" y="20158"/>
                  </a:lnTo>
                  <a:lnTo>
                    <a:pt x="3437" y="19308"/>
                  </a:lnTo>
                  <a:lnTo>
                    <a:pt x="3399" y="19270"/>
                  </a:lnTo>
                  <a:lnTo>
                    <a:pt x="3205" y="19270"/>
                  </a:lnTo>
                  <a:lnTo>
                    <a:pt x="3167" y="19347"/>
                  </a:lnTo>
                  <a:lnTo>
                    <a:pt x="2974" y="19810"/>
                  </a:lnTo>
                  <a:lnTo>
                    <a:pt x="2781" y="20274"/>
                  </a:lnTo>
                  <a:lnTo>
                    <a:pt x="2665" y="20776"/>
                  </a:lnTo>
                  <a:lnTo>
                    <a:pt x="2626" y="21316"/>
                  </a:lnTo>
                  <a:lnTo>
                    <a:pt x="2626" y="21393"/>
                  </a:lnTo>
                  <a:lnTo>
                    <a:pt x="2703" y="21471"/>
                  </a:lnTo>
                  <a:lnTo>
                    <a:pt x="2781" y="21509"/>
                  </a:lnTo>
                  <a:lnTo>
                    <a:pt x="2897" y="21471"/>
                  </a:lnTo>
                  <a:lnTo>
                    <a:pt x="3514" y="21162"/>
                  </a:lnTo>
                  <a:lnTo>
                    <a:pt x="4171" y="20776"/>
                  </a:lnTo>
                  <a:lnTo>
                    <a:pt x="4171" y="20776"/>
                  </a:lnTo>
                  <a:lnTo>
                    <a:pt x="4055" y="21162"/>
                  </a:lnTo>
                  <a:lnTo>
                    <a:pt x="3901" y="21548"/>
                  </a:lnTo>
                  <a:lnTo>
                    <a:pt x="3669" y="22050"/>
                  </a:lnTo>
                  <a:lnTo>
                    <a:pt x="3321" y="22552"/>
                  </a:lnTo>
                  <a:lnTo>
                    <a:pt x="2897" y="23015"/>
                  </a:lnTo>
                  <a:lnTo>
                    <a:pt x="2626" y="23247"/>
                  </a:lnTo>
                  <a:lnTo>
                    <a:pt x="2395" y="23401"/>
                  </a:lnTo>
                  <a:lnTo>
                    <a:pt x="2124" y="23594"/>
                  </a:lnTo>
                  <a:lnTo>
                    <a:pt x="1854" y="23710"/>
                  </a:lnTo>
                  <a:lnTo>
                    <a:pt x="1584" y="23788"/>
                  </a:lnTo>
                  <a:lnTo>
                    <a:pt x="1313" y="23788"/>
                  </a:lnTo>
                  <a:lnTo>
                    <a:pt x="1082" y="23749"/>
                  </a:lnTo>
                  <a:lnTo>
                    <a:pt x="811" y="23672"/>
                  </a:lnTo>
                  <a:lnTo>
                    <a:pt x="541" y="23517"/>
                  </a:lnTo>
                  <a:lnTo>
                    <a:pt x="309" y="23286"/>
                  </a:lnTo>
                  <a:lnTo>
                    <a:pt x="232" y="23247"/>
                  </a:lnTo>
                  <a:lnTo>
                    <a:pt x="78" y="23247"/>
                  </a:lnTo>
                  <a:lnTo>
                    <a:pt x="39" y="23363"/>
                  </a:lnTo>
                  <a:lnTo>
                    <a:pt x="0" y="23401"/>
                  </a:lnTo>
                  <a:lnTo>
                    <a:pt x="39" y="23479"/>
                  </a:lnTo>
                  <a:lnTo>
                    <a:pt x="155" y="23633"/>
                  </a:lnTo>
                  <a:lnTo>
                    <a:pt x="271" y="23788"/>
                  </a:lnTo>
                  <a:lnTo>
                    <a:pt x="387" y="23903"/>
                  </a:lnTo>
                  <a:lnTo>
                    <a:pt x="541" y="24019"/>
                  </a:lnTo>
                  <a:lnTo>
                    <a:pt x="695" y="24096"/>
                  </a:lnTo>
                  <a:lnTo>
                    <a:pt x="889" y="24135"/>
                  </a:lnTo>
                  <a:lnTo>
                    <a:pt x="1236" y="24212"/>
                  </a:lnTo>
                  <a:lnTo>
                    <a:pt x="1584" y="24174"/>
                  </a:lnTo>
                  <a:lnTo>
                    <a:pt x="1970" y="24096"/>
                  </a:lnTo>
                  <a:lnTo>
                    <a:pt x="2317" y="23942"/>
                  </a:lnTo>
                  <a:lnTo>
                    <a:pt x="2665" y="23749"/>
                  </a:lnTo>
                  <a:lnTo>
                    <a:pt x="3012" y="23479"/>
                  </a:lnTo>
                  <a:lnTo>
                    <a:pt x="3321" y="23208"/>
                  </a:lnTo>
                  <a:lnTo>
                    <a:pt x="3630" y="22861"/>
                  </a:lnTo>
                  <a:lnTo>
                    <a:pt x="3901" y="22513"/>
                  </a:lnTo>
                  <a:lnTo>
                    <a:pt x="4132" y="22127"/>
                  </a:lnTo>
                  <a:lnTo>
                    <a:pt x="4325" y="21702"/>
                  </a:lnTo>
                  <a:lnTo>
                    <a:pt x="4480" y="21316"/>
                  </a:lnTo>
                  <a:lnTo>
                    <a:pt x="4596" y="20853"/>
                  </a:lnTo>
                  <a:lnTo>
                    <a:pt x="5213" y="21973"/>
                  </a:lnTo>
                  <a:lnTo>
                    <a:pt x="5291" y="22050"/>
                  </a:lnTo>
                  <a:lnTo>
                    <a:pt x="5368" y="22088"/>
                  </a:lnTo>
                  <a:lnTo>
                    <a:pt x="5445" y="22050"/>
                  </a:lnTo>
                  <a:lnTo>
                    <a:pt x="5522" y="22011"/>
                  </a:lnTo>
                  <a:lnTo>
                    <a:pt x="5793" y="21548"/>
                  </a:lnTo>
                  <a:lnTo>
                    <a:pt x="6024" y="21084"/>
                  </a:lnTo>
                  <a:lnTo>
                    <a:pt x="6410" y="20119"/>
                  </a:lnTo>
                  <a:lnTo>
                    <a:pt x="6410" y="20042"/>
                  </a:lnTo>
                  <a:lnTo>
                    <a:pt x="6410" y="19965"/>
                  </a:lnTo>
                  <a:lnTo>
                    <a:pt x="6372" y="19926"/>
                  </a:lnTo>
                  <a:lnTo>
                    <a:pt x="6295" y="19887"/>
                  </a:lnTo>
                  <a:lnTo>
                    <a:pt x="5908" y="19772"/>
                  </a:lnTo>
                  <a:lnTo>
                    <a:pt x="5484" y="19733"/>
                  </a:lnTo>
                  <a:lnTo>
                    <a:pt x="5098" y="19733"/>
                  </a:lnTo>
                  <a:lnTo>
                    <a:pt x="4673" y="19849"/>
                  </a:lnTo>
                  <a:lnTo>
                    <a:pt x="4634" y="19231"/>
                  </a:lnTo>
                  <a:lnTo>
                    <a:pt x="4518" y="18652"/>
                  </a:lnTo>
                  <a:lnTo>
                    <a:pt x="4287" y="18034"/>
                  </a:lnTo>
                  <a:lnTo>
                    <a:pt x="4055" y="17455"/>
                  </a:lnTo>
                  <a:lnTo>
                    <a:pt x="4518" y="17532"/>
                  </a:lnTo>
                  <a:lnTo>
                    <a:pt x="4982" y="17609"/>
                  </a:lnTo>
                  <a:lnTo>
                    <a:pt x="5059" y="17609"/>
                  </a:lnTo>
                  <a:lnTo>
                    <a:pt x="5098" y="17532"/>
                  </a:lnTo>
                  <a:lnTo>
                    <a:pt x="5136" y="17493"/>
                  </a:lnTo>
                  <a:lnTo>
                    <a:pt x="5136" y="17377"/>
                  </a:lnTo>
                  <a:lnTo>
                    <a:pt x="5098" y="17030"/>
                  </a:lnTo>
                  <a:lnTo>
                    <a:pt x="4982" y="16644"/>
                  </a:lnTo>
                  <a:lnTo>
                    <a:pt x="4827" y="16296"/>
                  </a:lnTo>
                  <a:lnTo>
                    <a:pt x="4673" y="15987"/>
                  </a:lnTo>
                  <a:lnTo>
                    <a:pt x="4596" y="15910"/>
                  </a:lnTo>
                  <a:lnTo>
                    <a:pt x="4634" y="15910"/>
                  </a:lnTo>
                  <a:lnTo>
                    <a:pt x="5600" y="14481"/>
                  </a:lnTo>
                  <a:lnTo>
                    <a:pt x="5638" y="14366"/>
                  </a:lnTo>
                  <a:lnTo>
                    <a:pt x="5600" y="14288"/>
                  </a:lnTo>
                  <a:lnTo>
                    <a:pt x="5561" y="14211"/>
                  </a:lnTo>
                  <a:lnTo>
                    <a:pt x="5445" y="14172"/>
                  </a:lnTo>
                  <a:lnTo>
                    <a:pt x="4209" y="13979"/>
                  </a:lnTo>
                  <a:lnTo>
                    <a:pt x="4480" y="13748"/>
                  </a:lnTo>
                  <a:lnTo>
                    <a:pt x="4789" y="13555"/>
                  </a:lnTo>
                  <a:lnTo>
                    <a:pt x="5098" y="13362"/>
                  </a:lnTo>
                  <a:lnTo>
                    <a:pt x="5406" y="13168"/>
                  </a:lnTo>
                  <a:lnTo>
                    <a:pt x="6024" y="13400"/>
                  </a:lnTo>
                  <a:lnTo>
                    <a:pt x="6140" y="13439"/>
                  </a:lnTo>
                  <a:lnTo>
                    <a:pt x="6217" y="13362"/>
                  </a:lnTo>
                  <a:lnTo>
                    <a:pt x="6256" y="13284"/>
                  </a:lnTo>
                  <a:lnTo>
                    <a:pt x="6295" y="13168"/>
                  </a:lnTo>
                  <a:lnTo>
                    <a:pt x="6179" y="12705"/>
                  </a:lnTo>
                  <a:lnTo>
                    <a:pt x="6063" y="12242"/>
                  </a:lnTo>
                  <a:lnTo>
                    <a:pt x="6912" y="11933"/>
                  </a:lnTo>
                  <a:lnTo>
                    <a:pt x="7723" y="11585"/>
                  </a:lnTo>
                  <a:lnTo>
                    <a:pt x="8534" y="11122"/>
                  </a:lnTo>
                  <a:lnTo>
                    <a:pt x="9268" y="10620"/>
                  </a:lnTo>
                  <a:lnTo>
                    <a:pt x="9963" y="10079"/>
                  </a:lnTo>
                  <a:lnTo>
                    <a:pt x="10311" y="9770"/>
                  </a:lnTo>
                  <a:lnTo>
                    <a:pt x="10620" y="9423"/>
                  </a:lnTo>
                  <a:lnTo>
                    <a:pt x="10890" y="9075"/>
                  </a:lnTo>
                  <a:lnTo>
                    <a:pt x="11160" y="8728"/>
                  </a:lnTo>
                  <a:lnTo>
                    <a:pt x="11392" y="8342"/>
                  </a:lnTo>
                  <a:lnTo>
                    <a:pt x="11623" y="7955"/>
                  </a:lnTo>
                  <a:lnTo>
                    <a:pt x="11817" y="7569"/>
                  </a:lnTo>
                  <a:lnTo>
                    <a:pt x="11971" y="7183"/>
                  </a:lnTo>
                  <a:lnTo>
                    <a:pt x="12125" y="6758"/>
                  </a:lnTo>
                  <a:lnTo>
                    <a:pt x="12241" y="6334"/>
                  </a:lnTo>
                  <a:lnTo>
                    <a:pt x="12319" y="5948"/>
                  </a:lnTo>
                  <a:lnTo>
                    <a:pt x="12357" y="5523"/>
                  </a:lnTo>
                  <a:lnTo>
                    <a:pt x="12396" y="5098"/>
                  </a:lnTo>
                  <a:lnTo>
                    <a:pt x="12396" y="4673"/>
                  </a:lnTo>
                  <a:lnTo>
                    <a:pt x="12357" y="4248"/>
                  </a:lnTo>
                  <a:lnTo>
                    <a:pt x="12280" y="3824"/>
                  </a:lnTo>
                  <a:lnTo>
                    <a:pt x="12203" y="3438"/>
                  </a:lnTo>
                  <a:lnTo>
                    <a:pt x="12048" y="3051"/>
                  </a:lnTo>
                  <a:lnTo>
                    <a:pt x="11894" y="2665"/>
                  </a:lnTo>
                  <a:lnTo>
                    <a:pt x="11701" y="2279"/>
                  </a:lnTo>
                  <a:lnTo>
                    <a:pt x="11469" y="1893"/>
                  </a:lnTo>
                  <a:lnTo>
                    <a:pt x="11160" y="1545"/>
                  </a:lnTo>
                  <a:lnTo>
                    <a:pt x="10890" y="1275"/>
                  </a:lnTo>
                  <a:lnTo>
                    <a:pt x="10620" y="1005"/>
                  </a:lnTo>
                  <a:lnTo>
                    <a:pt x="10311" y="773"/>
                  </a:lnTo>
                  <a:lnTo>
                    <a:pt x="9963" y="580"/>
                  </a:lnTo>
                  <a:lnTo>
                    <a:pt x="9654" y="387"/>
                  </a:lnTo>
                  <a:lnTo>
                    <a:pt x="9307" y="233"/>
                  </a:lnTo>
                  <a:lnTo>
                    <a:pt x="8920" y="117"/>
                  </a:lnTo>
                  <a:lnTo>
                    <a:pt x="8573" y="39"/>
                  </a:lnTo>
                  <a:lnTo>
                    <a:pt x="81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0" name="Google Shape;4190;p18"/>
            <p:cNvSpPr/>
            <p:nvPr/>
          </p:nvSpPr>
          <p:spPr>
            <a:xfrm>
              <a:off x="1545225" y="2340525"/>
              <a:ext cx="21275" cy="8700"/>
            </a:xfrm>
            <a:custGeom>
              <a:avLst/>
              <a:gdLst/>
              <a:ahLst/>
              <a:cxnLst/>
              <a:rect l="l" t="t" r="r" b="b"/>
              <a:pathLst>
                <a:path w="851" h="348" extrusionOk="0">
                  <a:moveTo>
                    <a:pt x="425" y="0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1" y="193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3"/>
                  </a:lnTo>
                  <a:lnTo>
                    <a:pt x="811" y="78"/>
                  </a:lnTo>
                  <a:lnTo>
                    <a:pt x="73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1" name="Google Shape;4191;p18"/>
            <p:cNvSpPr/>
            <p:nvPr/>
          </p:nvSpPr>
          <p:spPr>
            <a:xfrm>
              <a:off x="6777550" y="234825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26"/>
                  </a:lnTo>
                  <a:lnTo>
                    <a:pt x="0" y="3012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52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30"/>
                  </a:lnTo>
                  <a:lnTo>
                    <a:pt x="463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776"/>
                  </a:lnTo>
                  <a:lnTo>
                    <a:pt x="888" y="1545"/>
                  </a:lnTo>
                  <a:lnTo>
                    <a:pt x="1043" y="1313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3"/>
                  </a:lnTo>
                  <a:lnTo>
                    <a:pt x="1854" y="657"/>
                  </a:lnTo>
                  <a:lnTo>
                    <a:pt x="2124" y="541"/>
                  </a:lnTo>
                  <a:lnTo>
                    <a:pt x="2433" y="502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3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1" y="1390"/>
                  </a:lnTo>
                  <a:lnTo>
                    <a:pt x="3669" y="1661"/>
                  </a:lnTo>
                  <a:lnTo>
                    <a:pt x="4132" y="1545"/>
                  </a:lnTo>
                  <a:lnTo>
                    <a:pt x="4016" y="1159"/>
                  </a:lnTo>
                  <a:lnTo>
                    <a:pt x="3823" y="811"/>
                  </a:lnTo>
                  <a:lnTo>
                    <a:pt x="3630" y="502"/>
                  </a:lnTo>
                  <a:lnTo>
                    <a:pt x="3398" y="271"/>
                  </a:lnTo>
                  <a:lnTo>
                    <a:pt x="3244" y="155"/>
                  </a:lnTo>
                  <a:lnTo>
                    <a:pt x="3089" y="77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2" name="Google Shape;4192;p18"/>
            <p:cNvSpPr/>
            <p:nvPr/>
          </p:nvSpPr>
          <p:spPr>
            <a:xfrm>
              <a:off x="6642400" y="2349200"/>
              <a:ext cx="437325" cy="301225"/>
            </a:xfrm>
            <a:custGeom>
              <a:avLst/>
              <a:gdLst/>
              <a:ahLst/>
              <a:cxnLst/>
              <a:rect l="l" t="t" r="r" b="b"/>
              <a:pathLst>
                <a:path w="17493" h="12049" extrusionOk="0">
                  <a:moveTo>
                    <a:pt x="12086" y="503"/>
                  </a:moveTo>
                  <a:lnTo>
                    <a:pt x="12202" y="580"/>
                  </a:lnTo>
                  <a:lnTo>
                    <a:pt x="12280" y="657"/>
                  </a:lnTo>
                  <a:lnTo>
                    <a:pt x="12627" y="850"/>
                  </a:lnTo>
                  <a:lnTo>
                    <a:pt x="12897" y="1159"/>
                  </a:lnTo>
                  <a:lnTo>
                    <a:pt x="13129" y="1507"/>
                  </a:lnTo>
                  <a:lnTo>
                    <a:pt x="13322" y="1854"/>
                  </a:lnTo>
                  <a:lnTo>
                    <a:pt x="13477" y="2240"/>
                  </a:lnTo>
                  <a:lnTo>
                    <a:pt x="13631" y="2665"/>
                  </a:lnTo>
                  <a:lnTo>
                    <a:pt x="13824" y="3438"/>
                  </a:lnTo>
                  <a:lnTo>
                    <a:pt x="13090" y="3013"/>
                  </a:lnTo>
                  <a:lnTo>
                    <a:pt x="12704" y="2781"/>
                  </a:lnTo>
                  <a:lnTo>
                    <a:pt x="12357" y="2472"/>
                  </a:lnTo>
                  <a:lnTo>
                    <a:pt x="12009" y="2125"/>
                  </a:lnTo>
                  <a:lnTo>
                    <a:pt x="11816" y="1932"/>
                  </a:lnTo>
                  <a:lnTo>
                    <a:pt x="11662" y="1700"/>
                  </a:lnTo>
                  <a:lnTo>
                    <a:pt x="11507" y="1391"/>
                  </a:lnTo>
                  <a:lnTo>
                    <a:pt x="11430" y="1043"/>
                  </a:lnTo>
                  <a:lnTo>
                    <a:pt x="11662" y="735"/>
                  </a:lnTo>
                  <a:lnTo>
                    <a:pt x="11739" y="619"/>
                  </a:lnTo>
                  <a:lnTo>
                    <a:pt x="11855" y="541"/>
                  </a:lnTo>
                  <a:lnTo>
                    <a:pt x="11971" y="503"/>
                  </a:lnTo>
                  <a:close/>
                  <a:moveTo>
                    <a:pt x="16218" y="1584"/>
                  </a:moveTo>
                  <a:lnTo>
                    <a:pt x="16296" y="1623"/>
                  </a:lnTo>
                  <a:lnTo>
                    <a:pt x="16411" y="1661"/>
                  </a:lnTo>
                  <a:lnTo>
                    <a:pt x="16489" y="1738"/>
                  </a:lnTo>
                  <a:lnTo>
                    <a:pt x="16566" y="1816"/>
                  </a:lnTo>
                  <a:lnTo>
                    <a:pt x="16604" y="1970"/>
                  </a:lnTo>
                  <a:lnTo>
                    <a:pt x="16643" y="2163"/>
                  </a:lnTo>
                  <a:lnTo>
                    <a:pt x="16643" y="2356"/>
                  </a:lnTo>
                  <a:lnTo>
                    <a:pt x="16604" y="2511"/>
                  </a:lnTo>
                  <a:lnTo>
                    <a:pt x="16527" y="2665"/>
                  </a:lnTo>
                  <a:lnTo>
                    <a:pt x="16411" y="2820"/>
                  </a:lnTo>
                  <a:lnTo>
                    <a:pt x="16296" y="2974"/>
                  </a:lnTo>
                  <a:lnTo>
                    <a:pt x="15948" y="3206"/>
                  </a:lnTo>
                  <a:lnTo>
                    <a:pt x="15562" y="3399"/>
                  </a:lnTo>
                  <a:lnTo>
                    <a:pt x="15137" y="3553"/>
                  </a:lnTo>
                  <a:lnTo>
                    <a:pt x="14712" y="3669"/>
                  </a:lnTo>
                  <a:lnTo>
                    <a:pt x="14365" y="3746"/>
                  </a:lnTo>
                  <a:lnTo>
                    <a:pt x="14481" y="3360"/>
                  </a:lnTo>
                  <a:lnTo>
                    <a:pt x="14635" y="2974"/>
                  </a:lnTo>
                  <a:lnTo>
                    <a:pt x="14828" y="2627"/>
                  </a:lnTo>
                  <a:lnTo>
                    <a:pt x="15098" y="2279"/>
                  </a:lnTo>
                  <a:lnTo>
                    <a:pt x="15407" y="1970"/>
                  </a:lnTo>
                  <a:lnTo>
                    <a:pt x="15639" y="1816"/>
                  </a:lnTo>
                  <a:lnTo>
                    <a:pt x="15871" y="1661"/>
                  </a:lnTo>
                  <a:lnTo>
                    <a:pt x="16102" y="1623"/>
                  </a:lnTo>
                  <a:lnTo>
                    <a:pt x="16218" y="1584"/>
                  </a:lnTo>
                  <a:close/>
                  <a:moveTo>
                    <a:pt x="13824" y="4287"/>
                  </a:moveTo>
                  <a:lnTo>
                    <a:pt x="13670" y="4557"/>
                  </a:lnTo>
                  <a:lnTo>
                    <a:pt x="13477" y="4789"/>
                  </a:lnTo>
                  <a:lnTo>
                    <a:pt x="13245" y="5021"/>
                  </a:lnTo>
                  <a:lnTo>
                    <a:pt x="13013" y="5214"/>
                  </a:lnTo>
                  <a:lnTo>
                    <a:pt x="12666" y="5484"/>
                  </a:lnTo>
                  <a:lnTo>
                    <a:pt x="12164" y="5754"/>
                  </a:lnTo>
                  <a:lnTo>
                    <a:pt x="11893" y="5870"/>
                  </a:lnTo>
                  <a:lnTo>
                    <a:pt x="11623" y="5948"/>
                  </a:lnTo>
                  <a:lnTo>
                    <a:pt x="11391" y="5986"/>
                  </a:lnTo>
                  <a:lnTo>
                    <a:pt x="11198" y="5948"/>
                  </a:lnTo>
                  <a:lnTo>
                    <a:pt x="11044" y="5870"/>
                  </a:lnTo>
                  <a:lnTo>
                    <a:pt x="10967" y="5793"/>
                  </a:lnTo>
                  <a:lnTo>
                    <a:pt x="10928" y="5716"/>
                  </a:lnTo>
                  <a:lnTo>
                    <a:pt x="10889" y="5639"/>
                  </a:lnTo>
                  <a:lnTo>
                    <a:pt x="10889" y="5446"/>
                  </a:lnTo>
                  <a:lnTo>
                    <a:pt x="10967" y="5252"/>
                  </a:lnTo>
                  <a:lnTo>
                    <a:pt x="11121" y="5098"/>
                  </a:lnTo>
                  <a:lnTo>
                    <a:pt x="11276" y="4944"/>
                  </a:lnTo>
                  <a:lnTo>
                    <a:pt x="11546" y="4750"/>
                  </a:lnTo>
                  <a:lnTo>
                    <a:pt x="11816" y="4635"/>
                  </a:lnTo>
                  <a:lnTo>
                    <a:pt x="12086" y="4557"/>
                  </a:lnTo>
                  <a:lnTo>
                    <a:pt x="12627" y="4480"/>
                  </a:lnTo>
                  <a:lnTo>
                    <a:pt x="13245" y="4403"/>
                  </a:lnTo>
                  <a:lnTo>
                    <a:pt x="13554" y="4364"/>
                  </a:lnTo>
                  <a:lnTo>
                    <a:pt x="13824" y="4287"/>
                  </a:lnTo>
                  <a:close/>
                  <a:moveTo>
                    <a:pt x="14403" y="4248"/>
                  </a:moveTo>
                  <a:lnTo>
                    <a:pt x="15098" y="4596"/>
                  </a:lnTo>
                  <a:lnTo>
                    <a:pt x="15407" y="4789"/>
                  </a:lnTo>
                  <a:lnTo>
                    <a:pt x="15716" y="4982"/>
                  </a:lnTo>
                  <a:lnTo>
                    <a:pt x="15909" y="5137"/>
                  </a:lnTo>
                  <a:lnTo>
                    <a:pt x="16141" y="5368"/>
                  </a:lnTo>
                  <a:lnTo>
                    <a:pt x="16411" y="5677"/>
                  </a:lnTo>
                  <a:lnTo>
                    <a:pt x="16643" y="5986"/>
                  </a:lnTo>
                  <a:lnTo>
                    <a:pt x="16875" y="6334"/>
                  </a:lnTo>
                  <a:lnTo>
                    <a:pt x="16991" y="6681"/>
                  </a:lnTo>
                  <a:lnTo>
                    <a:pt x="16991" y="6836"/>
                  </a:lnTo>
                  <a:lnTo>
                    <a:pt x="16991" y="6990"/>
                  </a:lnTo>
                  <a:lnTo>
                    <a:pt x="16952" y="7106"/>
                  </a:lnTo>
                  <a:lnTo>
                    <a:pt x="16836" y="7222"/>
                  </a:lnTo>
                  <a:lnTo>
                    <a:pt x="16759" y="7299"/>
                  </a:lnTo>
                  <a:lnTo>
                    <a:pt x="16643" y="7338"/>
                  </a:lnTo>
                  <a:lnTo>
                    <a:pt x="16373" y="7338"/>
                  </a:lnTo>
                  <a:lnTo>
                    <a:pt x="16141" y="7222"/>
                  </a:lnTo>
                  <a:lnTo>
                    <a:pt x="15871" y="7029"/>
                  </a:lnTo>
                  <a:lnTo>
                    <a:pt x="15600" y="6797"/>
                  </a:lnTo>
                  <a:lnTo>
                    <a:pt x="15369" y="6565"/>
                  </a:lnTo>
                  <a:lnTo>
                    <a:pt x="15060" y="6141"/>
                  </a:lnTo>
                  <a:lnTo>
                    <a:pt x="14828" y="5716"/>
                  </a:lnTo>
                  <a:lnTo>
                    <a:pt x="14635" y="5252"/>
                  </a:lnTo>
                  <a:lnTo>
                    <a:pt x="14519" y="4750"/>
                  </a:lnTo>
                  <a:lnTo>
                    <a:pt x="14403" y="4248"/>
                  </a:lnTo>
                  <a:close/>
                  <a:moveTo>
                    <a:pt x="11855" y="1"/>
                  </a:moveTo>
                  <a:lnTo>
                    <a:pt x="11584" y="39"/>
                  </a:lnTo>
                  <a:lnTo>
                    <a:pt x="11469" y="117"/>
                  </a:lnTo>
                  <a:lnTo>
                    <a:pt x="11353" y="194"/>
                  </a:lnTo>
                  <a:lnTo>
                    <a:pt x="11160" y="387"/>
                  </a:lnTo>
                  <a:lnTo>
                    <a:pt x="11005" y="619"/>
                  </a:lnTo>
                  <a:lnTo>
                    <a:pt x="10928" y="812"/>
                  </a:lnTo>
                  <a:lnTo>
                    <a:pt x="10928" y="1005"/>
                  </a:lnTo>
                  <a:lnTo>
                    <a:pt x="10928" y="1236"/>
                  </a:lnTo>
                  <a:lnTo>
                    <a:pt x="11005" y="1468"/>
                  </a:lnTo>
                  <a:lnTo>
                    <a:pt x="11082" y="1661"/>
                  </a:lnTo>
                  <a:lnTo>
                    <a:pt x="11198" y="1893"/>
                  </a:lnTo>
                  <a:lnTo>
                    <a:pt x="11546" y="2318"/>
                  </a:lnTo>
                  <a:lnTo>
                    <a:pt x="11932" y="2742"/>
                  </a:lnTo>
                  <a:lnTo>
                    <a:pt x="12395" y="3090"/>
                  </a:lnTo>
                  <a:lnTo>
                    <a:pt x="12859" y="3399"/>
                  </a:lnTo>
                  <a:lnTo>
                    <a:pt x="12859" y="3399"/>
                  </a:lnTo>
                  <a:lnTo>
                    <a:pt x="12048" y="3283"/>
                  </a:lnTo>
                  <a:lnTo>
                    <a:pt x="11198" y="3283"/>
                  </a:lnTo>
                  <a:lnTo>
                    <a:pt x="10387" y="3322"/>
                  </a:lnTo>
                  <a:lnTo>
                    <a:pt x="9615" y="3476"/>
                  </a:lnTo>
                  <a:lnTo>
                    <a:pt x="9654" y="3013"/>
                  </a:lnTo>
                  <a:lnTo>
                    <a:pt x="9654" y="2511"/>
                  </a:lnTo>
                  <a:lnTo>
                    <a:pt x="9615" y="2009"/>
                  </a:lnTo>
                  <a:lnTo>
                    <a:pt x="9538" y="1507"/>
                  </a:lnTo>
                  <a:lnTo>
                    <a:pt x="9075" y="1623"/>
                  </a:lnTo>
                  <a:lnTo>
                    <a:pt x="9152" y="2086"/>
                  </a:lnTo>
                  <a:lnTo>
                    <a:pt x="9152" y="2588"/>
                  </a:lnTo>
                  <a:lnTo>
                    <a:pt x="9152" y="3090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5" y="3901"/>
                  </a:lnTo>
                  <a:lnTo>
                    <a:pt x="7414" y="4287"/>
                  </a:lnTo>
                  <a:lnTo>
                    <a:pt x="6603" y="4712"/>
                  </a:lnTo>
                  <a:lnTo>
                    <a:pt x="5831" y="5214"/>
                  </a:lnTo>
                  <a:lnTo>
                    <a:pt x="5406" y="5252"/>
                  </a:lnTo>
                  <a:lnTo>
                    <a:pt x="5406" y="5561"/>
                  </a:lnTo>
                  <a:lnTo>
                    <a:pt x="4595" y="6218"/>
                  </a:lnTo>
                  <a:lnTo>
                    <a:pt x="3823" y="6913"/>
                  </a:lnTo>
                  <a:lnTo>
                    <a:pt x="3089" y="7685"/>
                  </a:lnTo>
                  <a:lnTo>
                    <a:pt x="2394" y="8496"/>
                  </a:lnTo>
                  <a:lnTo>
                    <a:pt x="1738" y="9307"/>
                  </a:lnTo>
                  <a:lnTo>
                    <a:pt x="1081" y="10157"/>
                  </a:lnTo>
                  <a:lnTo>
                    <a:pt x="502" y="10967"/>
                  </a:lnTo>
                  <a:lnTo>
                    <a:pt x="0" y="11778"/>
                  </a:lnTo>
                  <a:lnTo>
                    <a:pt x="348" y="12049"/>
                  </a:lnTo>
                  <a:lnTo>
                    <a:pt x="1545" y="10504"/>
                  </a:lnTo>
                  <a:lnTo>
                    <a:pt x="2742" y="8959"/>
                  </a:lnTo>
                  <a:lnTo>
                    <a:pt x="3360" y="8226"/>
                  </a:lnTo>
                  <a:lnTo>
                    <a:pt x="4016" y="7492"/>
                  </a:lnTo>
                  <a:lnTo>
                    <a:pt x="4711" y="6797"/>
                  </a:lnTo>
                  <a:lnTo>
                    <a:pt x="5483" y="6179"/>
                  </a:lnTo>
                  <a:lnTo>
                    <a:pt x="6256" y="5561"/>
                  </a:lnTo>
                  <a:lnTo>
                    <a:pt x="7105" y="5059"/>
                  </a:lnTo>
                  <a:lnTo>
                    <a:pt x="7993" y="4596"/>
                  </a:lnTo>
                  <a:lnTo>
                    <a:pt x="8457" y="4442"/>
                  </a:lnTo>
                  <a:lnTo>
                    <a:pt x="8920" y="4248"/>
                  </a:lnTo>
                  <a:lnTo>
                    <a:pt x="9422" y="4133"/>
                  </a:lnTo>
                  <a:lnTo>
                    <a:pt x="9885" y="4017"/>
                  </a:lnTo>
                  <a:lnTo>
                    <a:pt x="10387" y="3901"/>
                  </a:lnTo>
                  <a:lnTo>
                    <a:pt x="10851" y="3862"/>
                  </a:lnTo>
                  <a:lnTo>
                    <a:pt x="11353" y="3824"/>
                  </a:lnTo>
                  <a:lnTo>
                    <a:pt x="11855" y="3824"/>
                  </a:lnTo>
                  <a:lnTo>
                    <a:pt x="12357" y="3862"/>
                  </a:lnTo>
                  <a:lnTo>
                    <a:pt x="12859" y="3901"/>
                  </a:lnTo>
                  <a:lnTo>
                    <a:pt x="12318" y="3978"/>
                  </a:lnTo>
                  <a:lnTo>
                    <a:pt x="11855" y="4094"/>
                  </a:lnTo>
                  <a:lnTo>
                    <a:pt x="11391" y="4287"/>
                  </a:lnTo>
                  <a:lnTo>
                    <a:pt x="11198" y="4403"/>
                  </a:lnTo>
                  <a:lnTo>
                    <a:pt x="11005" y="4557"/>
                  </a:lnTo>
                  <a:lnTo>
                    <a:pt x="10851" y="4673"/>
                  </a:lnTo>
                  <a:lnTo>
                    <a:pt x="10696" y="4866"/>
                  </a:lnTo>
                  <a:lnTo>
                    <a:pt x="10542" y="5059"/>
                  </a:lnTo>
                  <a:lnTo>
                    <a:pt x="10465" y="5291"/>
                  </a:lnTo>
                  <a:lnTo>
                    <a:pt x="10387" y="5523"/>
                  </a:lnTo>
                  <a:lnTo>
                    <a:pt x="10387" y="5754"/>
                  </a:lnTo>
                  <a:lnTo>
                    <a:pt x="10426" y="5948"/>
                  </a:lnTo>
                  <a:lnTo>
                    <a:pt x="10581" y="6179"/>
                  </a:lnTo>
                  <a:lnTo>
                    <a:pt x="10658" y="6256"/>
                  </a:lnTo>
                  <a:lnTo>
                    <a:pt x="10774" y="6334"/>
                  </a:lnTo>
                  <a:lnTo>
                    <a:pt x="11005" y="6411"/>
                  </a:lnTo>
                  <a:lnTo>
                    <a:pt x="11276" y="6449"/>
                  </a:lnTo>
                  <a:lnTo>
                    <a:pt x="11584" y="6411"/>
                  </a:lnTo>
                  <a:lnTo>
                    <a:pt x="11855" y="6372"/>
                  </a:lnTo>
                  <a:lnTo>
                    <a:pt x="12164" y="6256"/>
                  </a:lnTo>
                  <a:lnTo>
                    <a:pt x="12627" y="6063"/>
                  </a:lnTo>
                  <a:lnTo>
                    <a:pt x="13052" y="5793"/>
                  </a:lnTo>
                  <a:lnTo>
                    <a:pt x="13438" y="5484"/>
                  </a:lnTo>
                  <a:lnTo>
                    <a:pt x="13399" y="5523"/>
                  </a:lnTo>
                  <a:lnTo>
                    <a:pt x="13786" y="5716"/>
                  </a:lnTo>
                  <a:lnTo>
                    <a:pt x="14056" y="4866"/>
                  </a:lnTo>
                  <a:lnTo>
                    <a:pt x="14210" y="5407"/>
                  </a:lnTo>
                  <a:lnTo>
                    <a:pt x="14403" y="5909"/>
                  </a:lnTo>
                  <a:lnTo>
                    <a:pt x="14674" y="6411"/>
                  </a:lnTo>
                  <a:lnTo>
                    <a:pt x="14983" y="6874"/>
                  </a:lnTo>
                  <a:lnTo>
                    <a:pt x="15176" y="7067"/>
                  </a:lnTo>
                  <a:lnTo>
                    <a:pt x="15407" y="7299"/>
                  </a:lnTo>
                  <a:lnTo>
                    <a:pt x="15678" y="7492"/>
                  </a:lnTo>
                  <a:lnTo>
                    <a:pt x="15987" y="7685"/>
                  </a:lnTo>
                  <a:lnTo>
                    <a:pt x="16296" y="7801"/>
                  </a:lnTo>
                  <a:lnTo>
                    <a:pt x="16604" y="7878"/>
                  </a:lnTo>
                  <a:lnTo>
                    <a:pt x="16759" y="7878"/>
                  </a:lnTo>
                  <a:lnTo>
                    <a:pt x="16875" y="7840"/>
                  </a:lnTo>
                  <a:lnTo>
                    <a:pt x="17029" y="7801"/>
                  </a:lnTo>
                  <a:lnTo>
                    <a:pt x="17184" y="7724"/>
                  </a:lnTo>
                  <a:lnTo>
                    <a:pt x="17299" y="7647"/>
                  </a:lnTo>
                  <a:lnTo>
                    <a:pt x="17377" y="7531"/>
                  </a:lnTo>
                  <a:lnTo>
                    <a:pt x="17415" y="7376"/>
                  </a:lnTo>
                  <a:lnTo>
                    <a:pt x="17454" y="7260"/>
                  </a:lnTo>
                  <a:lnTo>
                    <a:pt x="17493" y="6951"/>
                  </a:lnTo>
                  <a:lnTo>
                    <a:pt x="17415" y="6604"/>
                  </a:lnTo>
                  <a:lnTo>
                    <a:pt x="17299" y="6295"/>
                  </a:lnTo>
                  <a:lnTo>
                    <a:pt x="17184" y="5986"/>
                  </a:lnTo>
                  <a:lnTo>
                    <a:pt x="17029" y="5716"/>
                  </a:lnTo>
                  <a:lnTo>
                    <a:pt x="16875" y="5484"/>
                  </a:lnTo>
                  <a:lnTo>
                    <a:pt x="16682" y="5252"/>
                  </a:lnTo>
                  <a:lnTo>
                    <a:pt x="16489" y="5021"/>
                  </a:lnTo>
                  <a:lnTo>
                    <a:pt x="16257" y="4789"/>
                  </a:lnTo>
                  <a:lnTo>
                    <a:pt x="16025" y="4596"/>
                  </a:lnTo>
                  <a:lnTo>
                    <a:pt x="15523" y="4287"/>
                  </a:lnTo>
                  <a:lnTo>
                    <a:pt x="14944" y="4017"/>
                  </a:lnTo>
                  <a:lnTo>
                    <a:pt x="15407" y="3901"/>
                  </a:lnTo>
                  <a:lnTo>
                    <a:pt x="15832" y="3746"/>
                  </a:lnTo>
                  <a:lnTo>
                    <a:pt x="16218" y="3515"/>
                  </a:lnTo>
                  <a:lnTo>
                    <a:pt x="16604" y="3244"/>
                  </a:lnTo>
                  <a:lnTo>
                    <a:pt x="16759" y="3051"/>
                  </a:lnTo>
                  <a:lnTo>
                    <a:pt x="16913" y="2858"/>
                  </a:lnTo>
                  <a:lnTo>
                    <a:pt x="17029" y="2665"/>
                  </a:lnTo>
                  <a:lnTo>
                    <a:pt x="17106" y="2434"/>
                  </a:lnTo>
                  <a:lnTo>
                    <a:pt x="17145" y="2163"/>
                  </a:lnTo>
                  <a:lnTo>
                    <a:pt x="17106" y="1932"/>
                  </a:lnTo>
                  <a:lnTo>
                    <a:pt x="17068" y="1700"/>
                  </a:lnTo>
                  <a:lnTo>
                    <a:pt x="16913" y="1468"/>
                  </a:lnTo>
                  <a:lnTo>
                    <a:pt x="16759" y="1314"/>
                  </a:lnTo>
                  <a:lnTo>
                    <a:pt x="16566" y="1198"/>
                  </a:lnTo>
                  <a:lnTo>
                    <a:pt x="16334" y="1159"/>
                  </a:lnTo>
                  <a:lnTo>
                    <a:pt x="16102" y="1159"/>
                  </a:lnTo>
                  <a:lnTo>
                    <a:pt x="15909" y="1198"/>
                  </a:lnTo>
                  <a:lnTo>
                    <a:pt x="15678" y="1236"/>
                  </a:lnTo>
                  <a:lnTo>
                    <a:pt x="15446" y="1352"/>
                  </a:lnTo>
                  <a:lnTo>
                    <a:pt x="15253" y="1468"/>
                  </a:lnTo>
                  <a:lnTo>
                    <a:pt x="14905" y="1777"/>
                  </a:lnTo>
                  <a:lnTo>
                    <a:pt x="14596" y="2163"/>
                  </a:lnTo>
                  <a:lnTo>
                    <a:pt x="14326" y="2588"/>
                  </a:lnTo>
                  <a:lnTo>
                    <a:pt x="14094" y="3013"/>
                  </a:lnTo>
                  <a:lnTo>
                    <a:pt x="13940" y="2434"/>
                  </a:lnTo>
                  <a:lnTo>
                    <a:pt x="13747" y="1893"/>
                  </a:lnTo>
                  <a:lnTo>
                    <a:pt x="13515" y="1352"/>
                  </a:lnTo>
                  <a:lnTo>
                    <a:pt x="13168" y="850"/>
                  </a:lnTo>
                  <a:lnTo>
                    <a:pt x="13013" y="657"/>
                  </a:lnTo>
                  <a:lnTo>
                    <a:pt x="12820" y="464"/>
                  </a:lnTo>
                  <a:lnTo>
                    <a:pt x="12588" y="271"/>
                  </a:lnTo>
                  <a:lnTo>
                    <a:pt x="12357" y="117"/>
                  </a:lnTo>
                  <a:lnTo>
                    <a:pt x="12086" y="39"/>
                  </a:lnTo>
                  <a:lnTo>
                    <a:pt x="118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3" name="Google Shape;4193;p18"/>
            <p:cNvSpPr/>
            <p:nvPr/>
          </p:nvSpPr>
          <p:spPr>
            <a:xfrm>
              <a:off x="4161375" y="2367550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3" y="387"/>
                  </a:moveTo>
                  <a:lnTo>
                    <a:pt x="1121" y="425"/>
                  </a:lnTo>
                  <a:lnTo>
                    <a:pt x="1198" y="464"/>
                  </a:lnTo>
                  <a:lnTo>
                    <a:pt x="1236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6" y="1120"/>
                  </a:lnTo>
                  <a:lnTo>
                    <a:pt x="1159" y="1198"/>
                  </a:lnTo>
                  <a:lnTo>
                    <a:pt x="1082" y="1236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1" y="1159"/>
                  </a:lnTo>
                  <a:lnTo>
                    <a:pt x="464" y="1082"/>
                  </a:lnTo>
                  <a:lnTo>
                    <a:pt x="426" y="1004"/>
                  </a:lnTo>
                  <a:lnTo>
                    <a:pt x="387" y="889"/>
                  </a:lnTo>
                  <a:lnTo>
                    <a:pt x="387" y="773"/>
                  </a:lnTo>
                  <a:lnTo>
                    <a:pt x="464" y="580"/>
                  </a:lnTo>
                  <a:lnTo>
                    <a:pt x="541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7"/>
                  </a:lnTo>
                  <a:close/>
                  <a:moveTo>
                    <a:pt x="889" y="1"/>
                  </a:moveTo>
                  <a:lnTo>
                    <a:pt x="735" y="39"/>
                  </a:lnTo>
                  <a:lnTo>
                    <a:pt x="619" y="78"/>
                  </a:lnTo>
                  <a:lnTo>
                    <a:pt x="503" y="155"/>
                  </a:lnTo>
                  <a:lnTo>
                    <a:pt x="348" y="232"/>
                  </a:lnTo>
                  <a:lnTo>
                    <a:pt x="233" y="309"/>
                  </a:lnTo>
                  <a:lnTo>
                    <a:pt x="155" y="464"/>
                  </a:lnTo>
                  <a:lnTo>
                    <a:pt x="78" y="580"/>
                  </a:lnTo>
                  <a:lnTo>
                    <a:pt x="39" y="734"/>
                  </a:lnTo>
                  <a:lnTo>
                    <a:pt x="1" y="889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4" y="1352"/>
                  </a:lnTo>
                  <a:lnTo>
                    <a:pt x="310" y="1468"/>
                  </a:lnTo>
                  <a:lnTo>
                    <a:pt x="464" y="1584"/>
                  </a:lnTo>
                  <a:lnTo>
                    <a:pt x="657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45"/>
                  </a:lnTo>
                  <a:lnTo>
                    <a:pt x="1507" y="1429"/>
                  </a:lnTo>
                  <a:lnTo>
                    <a:pt x="1584" y="1275"/>
                  </a:lnTo>
                  <a:lnTo>
                    <a:pt x="1661" y="1120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80"/>
                  </a:lnTo>
                  <a:lnTo>
                    <a:pt x="1584" y="387"/>
                  </a:lnTo>
                  <a:lnTo>
                    <a:pt x="1507" y="271"/>
                  </a:lnTo>
                  <a:lnTo>
                    <a:pt x="1391" y="194"/>
                  </a:lnTo>
                  <a:lnTo>
                    <a:pt x="1275" y="116"/>
                  </a:lnTo>
                  <a:lnTo>
                    <a:pt x="1005" y="39"/>
                  </a:lnTo>
                  <a:lnTo>
                    <a:pt x="88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4" name="Google Shape;4194;p18"/>
            <p:cNvSpPr/>
            <p:nvPr/>
          </p:nvSpPr>
          <p:spPr>
            <a:xfrm>
              <a:off x="4673025" y="2378175"/>
              <a:ext cx="330175" cy="176675"/>
            </a:xfrm>
            <a:custGeom>
              <a:avLst/>
              <a:gdLst/>
              <a:ahLst/>
              <a:cxnLst/>
              <a:rect l="l" t="t" r="r" b="b"/>
              <a:pathLst>
                <a:path w="13207" h="7067" extrusionOk="0">
                  <a:moveTo>
                    <a:pt x="8110" y="309"/>
                  </a:moveTo>
                  <a:lnTo>
                    <a:pt x="8226" y="348"/>
                  </a:lnTo>
                  <a:lnTo>
                    <a:pt x="8380" y="425"/>
                  </a:lnTo>
                  <a:lnTo>
                    <a:pt x="8535" y="541"/>
                  </a:lnTo>
                  <a:lnTo>
                    <a:pt x="8612" y="579"/>
                  </a:lnTo>
                  <a:lnTo>
                    <a:pt x="8728" y="888"/>
                  </a:lnTo>
                  <a:lnTo>
                    <a:pt x="8766" y="1197"/>
                  </a:lnTo>
                  <a:lnTo>
                    <a:pt x="8728" y="1468"/>
                  </a:lnTo>
                  <a:lnTo>
                    <a:pt x="8650" y="1777"/>
                  </a:lnTo>
                  <a:lnTo>
                    <a:pt x="8496" y="2047"/>
                  </a:lnTo>
                  <a:lnTo>
                    <a:pt x="8380" y="2317"/>
                  </a:lnTo>
                  <a:lnTo>
                    <a:pt x="8033" y="2858"/>
                  </a:lnTo>
                  <a:lnTo>
                    <a:pt x="6836" y="4711"/>
                  </a:lnTo>
                  <a:lnTo>
                    <a:pt x="6681" y="4711"/>
                  </a:lnTo>
                  <a:lnTo>
                    <a:pt x="6797" y="3746"/>
                  </a:lnTo>
                  <a:lnTo>
                    <a:pt x="6990" y="2781"/>
                  </a:lnTo>
                  <a:lnTo>
                    <a:pt x="7222" y="1661"/>
                  </a:lnTo>
                  <a:lnTo>
                    <a:pt x="7338" y="1197"/>
                  </a:lnTo>
                  <a:lnTo>
                    <a:pt x="7453" y="888"/>
                  </a:lnTo>
                  <a:lnTo>
                    <a:pt x="7608" y="618"/>
                  </a:lnTo>
                  <a:lnTo>
                    <a:pt x="7762" y="425"/>
                  </a:lnTo>
                  <a:lnTo>
                    <a:pt x="7878" y="348"/>
                  </a:lnTo>
                  <a:lnTo>
                    <a:pt x="7994" y="309"/>
                  </a:lnTo>
                  <a:close/>
                  <a:moveTo>
                    <a:pt x="5909" y="5406"/>
                  </a:moveTo>
                  <a:lnTo>
                    <a:pt x="4673" y="5831"/>
                  </a:lnTo>
                  <a:lnTo>
                    <a:pt x="3437" y="6217"/>
                  </a:lnTo>
                  <a:lnTo>
                    <a:pt x="2781" y="6372"/>
                  </a:lnTo>
                  <a:lnTo>
                    <a:pt x="2125" y="6526"/>
                  </a:lnTo>
                  <a:lnTo>
                    <a:pt x="1700" y="6565"/>
                  </a:lnTo>
                  <a:lnTo>
                    <a:pt x="1314" y="6603"/>
                  </a:lnTo>
                  <a:lnTo>
                    <a:pt x="1043" y="6565"/>
                  </a:lnTo>
                  <a:lnTo>
                    <a:pt x="812" y="6488"/>
                  </a:lnTo>
                  <a:lnTo>
                    <a:pt x="734" y="6449"/>
                  </a:lnTo>
                  <a:lnTo>
                    <a:pt x="696" y="6333"/>
                  </a:lnTo>
                  <a:lnTo>
                    <a:pt x="696" y="6217"/>
                  </a:lnTo>
                  <a:lnTo>
                    <a:pt x="696" y="6063"/>
                  </a:lnTo>
                  <a:lnTo>
                    <a:pt x="696" y="5908"/>
                  </a:lnTo>
                  <a:lnTo>
                    <a:pt x="734" y="5792"/>
                  </a:lnTo>
                  <a:lnTo>
                    <a:pt x="812" y="5715"/>
                  </a:lnTo>
                  <a:lnTo>
                    <a:pt x="889" y="5677"/>
                  </a:lnTo>
                  <a:lnTo>
                    <a:pt x="1082" y="5599"/>
                  </a:lnTo>
                  <a:lnTo>
                    <a:pt x="1391" y="5561"/>
                  </a:lnTo>
                  <a:lnTo>
                    <a:pt x="2047" y="5484"/>
                  </a:lnTo>
                  <a:lnTo>
                    <a:pt x="2897" y="5445"/>
                  </a:lnTo>
                  <a:lnTo>
                    <a:pt x="5368" y="5445"/>
                  </a:lnTo>
                  <a:lnTo>
                    <a:pt x="5909" y="5406"/>
                  </a:lnTo>
                  <a:close/>
                  <a:moveTo>
                    <a:pt x="7067" y="5097"/>
                  </a:moveTo>
                  <a:lnTo>
                    <a:pt x="8342" y="5136"/>
                  </a:lnTo>
                  <a:lnTo>
                    <a:pt x="9577" y="5252"/>
                  </a:lnTo>
                  <a:lnTo>
                    <a:pt x="10272" y="5329"/>
                  </a:lnTo>
                  <a:lnTo>
                    <a:pt x="11006" y="5445"/>
                  </a:lnTo>
                  <a:lnTo>
                    <a:pt x="11701" y="5561"/>
                  </a:lnTo>
                  <a:lnTo>
                    <a:pt x="12164" y="5677"/>
                  </a:lnTo>
                  <a:lnTo>
                    <a:pt x="12280" y="5715"/>
                  </a:lnTo>
                  <a:lnTo>
                    <a:pt x="12396" y="5754"/>
                  </a:lnTo>
                  <a:lnTo>
                    <a:pt x="12473" y="5831"/>
                  </a:lnTo>
                  <a:lnTo>
                    <a:pt x="12551" y="5908"/>
                  </a:lnTo>
                  <a:lnTo>
                    <a:pt x="12589" y="6024"/>
                  </a:lnTo>
                  <a:lnTo>
                    <a:pt x="12628" y="6179"/>
                  </a:lnTo>
                  <a:lnTo>
                    <a:pt x="12589" y="6526"/>
                  </a:lnTo>
                  <a:lnTo>
                    <a:pt x="12435" y="6603"/>
                  </a:lnTo>
                  <a:lnTo>
                    <a:pt x="12242" y="6642"/>
                  </a:lnTo>
                  <a:lnTo>
                    <a:pt x="12010" y="6681"/>
                  </a:lnTo>
                  <a:lnTo>
                    <a:pt x="11778" y="6681"/>
                  </a:lnTo>
                  <a:lnTo>
                    <a:pt x="11315" y="6603"/>
                  </a:lnTo>
                  <a:lnTo>
                    <a:pt x="10929" y="6526"/>
                  </a:lnTo>
                  <a:lnTo>
                    <a:pt x="10156" y="6372"/>
                  </a:lnTo>
                  <a:lnTo>
                    <a:pt x="9423" y="6140"/>
                  </a:lnTo>
                  <a:lnTo>
                    <a:pt x="8805" y="5908"/>
                  </a:lnTo>
                  <a:lnTo>
                    <a:pt x="8226" y="5677"/>
                  </a:lnTo>
                  <a:lnTo>
                    <a:pt x="7067" y="5097"/>
                  </a:lnTo>
                  <a:close/>
                  <a:moveTo>
                    <a:pt x="8148" y="0"/>
                  </a:moveTo>
                  <a:lnTo>
                    <a:pt x="7917" y="39"/>
                  </a:lnTo>
                  <a:lnTo>
                    <a:pt x="7724" y="116"/>
                  </a:lnTo>
                  <a:lnTo>
                    <a:pt x="7492" y="271"/>
                  </a:lnTo>
                  <a:lnTo>
                    <a:pt x="7338" y="425"/>
                  </a:lnTo>
                  <a:lnTo>
                    <a:pt x="7183" y="618"/>
                  </a:lnTo>
                  <a:lnTo>
                    <a:pt x="6990" y="1043"/>
                  </a:lnTo>
                  <a:lnTo>
                    <a:pt x="6874" y="1506"/>
                  </a:lnTo>
                  <a:lnTo>
                    <a:pt x="6681" y="2433"/>
                  </a:lnTo>
                  <a:lnTo>
                    <a:pt x="6527" y="3591"/>
                  </a:lnTo>
                  <a:lnTo>
                    <a:pt x="6488" y="4171"/>
                  </a:lnTo>
                  <a:lnTo>
                    <a:pt x="6449" y="4750"/>
                  </a:lnTo>
                  <a:lnTo>
                    <a:pt x="6411" y="4866"/>
                  </a:lnTo>
                  <a:lnTo>
                    <a:pt x="6411" y="4982"/>
                  </a:lnTo>
                  <a:lnTo>
                    <a:pt x="5870" y="5020"/>
                  </a:lnTo>
                  <a:lnTo>
                    <a:pt x="5291" y="5059"/>
                  </a:lnTo>
                  <a:lnTo>
                    <a:pt x="2549" y="5059"/>
                  </a:lnTo>
                  <a:lnTo>
                    <a:pt x="2009" y="5097"/>
                  </a:lnTo>
                  <a:lnTo>
                    <a:pt x="1391" y="5175"/>
                  </a:lnTo>
                  <a:lnTo>
                    <a:pt x="1005" y="5213"/>
                  </a:lnTo>
                  <a:lnTo>
                    <a:pt x="657" y="5329"/>
                  </a:lnTo>
                  <a:lnTo>
                    <a:pt x="310" y="5484"/>
                  </a:lnTo>
                  <a:lnTo>
                    <a:pt x="194" y="5599"/>
                  </a:lnTo>
                  <a:lnTo>
                    <a:pt x="78" y="5677"/>
                  </a:lnTo>
                  <a:lnTo>
                    <a:pt x="1" y="5831"/>
                  </a:lnTo>
                  <a:lnTo>
                    <a:pt x="1" y="5947"/>
                  </a:lnTo>
                  <a:lnTo>
                    <a:pt x="1" y="6140"/>
                  </a:lnTo>
                  <a:lnTo>
                    <a:pt x="39" y="6294"/>
                  </a:lnTo>
                  <a:lnTo>
                    <a:pt x="117" y="6449"/>
                  </a:lnTo>
                  <a:lnTo>
                    <a:pt x="232" y="6603"/>
                  </a:lnTo>
                  <a:lnTo>
                    <a:pt x="348" y="6681"/>
                  </a:lnTo>
                  <a:lnTo>
                    <a:pt x="464" y="6796"/>
                  </a:lnTo>
                  <a:lnTo>
                    <a:pt x="773" y="6912"/>
                  </a:lnTo>
                  <a:lnTo>
                    <a:pt x="1082" y="6990"/>
                  </a:lnTo>
                  <a:lnTo>
                    <a:pt x="1777" y="6990"/>
                  </a:lnTo>
                  <a:lnTo>
                    <a:pt x="2395" y="6912"/>
                  </a:lnTo>
                  <a:lnTo>
                    <a:pt x="3476" y="6642"/>
                  </a:lnTo>
                  <a:lnTo>
                    <a:pt x="4519" y="6333"/>
                  </a:lnTo>
                  <a:lnTo>
                    <a:pt x="5600" y="5947"/>
                  </a:lnTo>
                  <a:lnTo>
                    <a:pt x="6102" y="5715"/>
                  </a:lnTo>
                  <a:lnTo>
                    <a:pt x="6565" y="5484"/>
                  </a:lnTo>
                  <a:lnTo>
                    <a:pt x="6604" y="5484"/>
                  </a:lnTo>
                  <a:lnTo>
                    <a:pt x="6681" y="5908"/>
                  </a:lnTo>
                  <a:lnTo>
                    <a:pt x="6758" y="6101"/>
                  </a:lnTo>
                  <a:lnTo>
                    <a:pt x="6836" y="6294"/>
                  </a:lnTo>
                  <a:lnTo>
                    <a:pt x="7106" y="6256"/>
                  </a:lnTo>
                  <a:lnTo>
                    <a:pt x="7106" y="6217"/>
                  </a:lnTo>
                  <a:lnTo>
                    <a:pt x="6990" y="5870"/>
                  </a:lnTo>
                  <a:lnTo>
                    <a:pt x="6951" y="5677"/>
                  </a:lnTo>
                  <a:lnTo>
                    <a:pt x="6990" y="5484"/>
                  </a:lnTo>
                  <a:lnTo>
                    <a:pt x="6990" y="5406"/>
                  </a:lnTo>
                  <a:lnTo>
                    <a:pt x="7762" y="5870"/>
                  </a:lnTo>
                  <a:lnTo>
                    <a:pt x="8612" y="6256"/>
                  </a:lnTo>
                  <a:lnTo>
                    <a:pt x="9461" y="6565"/>
                  </a:lnTo>
                  <a:lnTo>
                    <a:pt x="10349" y="6796"/>
                  </a:lnTo>
                  <a:lnTo>
                    <a:pt x="11045" y="6951"/>
                  </a:lnTo>
                  <a:lnTo>
                    <a:pt x="11469" y="7028"/>
                  </a:lnTo>
                  <a:lnTo>
                    <a:pt x="11933" y="7067"/>
                  </a:lnTo>
                  <a:lnTo>
                    <a:pt x="12396" y="7028"/>
                  </a:lnTo>
                  <a:lnTo>
                    <a:pt x="12589" y="6990"/>
                  </a:lnTo>
                  <a:lnTo>
                    <a:pt x="12782" y="6912"/>
                  </a:lnTo>
                  <a:lnTo>
                    <a:pt x="12937" y="6796"/>
                  </a:lnTo>
                  <a:lnTo>
                    <a:pt x="13053" y="6681"/>
                  </a:lnTo>
                  <a:lnTo>
                    <a:pt x="13130" y="6526"/>
                  </a:lnTo>
                  <a:lnTo>
                    <a:pt x="13207" y="6333"/>
                  </a:lnTo>
                  <a:lnTo>
                    <a:pt x="13207" y="6179"/>
                  </a:lnTo>
                  <a:lnTo>
                    <a:pt x="13168" y="6024"/>
                  </a:lnTo>
                  <a:lnTo>
                    <a:pt x="13130" y="5870"/>
                  </a:lnTo>
                  <a:lnTo>
                    <a:pt x="13053" y="5754"/>
                  </a:lnTo>
                  <a:lnTo>
                    <a:pt x="12975" y="5638"/>
                  </a:lnTo>
                  <a:lnTo>
                    <a:pt x="12821" y="5561"/>
                  </a:lnTo>
                  <a:lnTo>
                    <a:pt x="12551" y="5406"/>
                  </a:lnTo>
                  <a:lnTo>
                    <a:pt x="12242" y="5290"/>
                  </a:lnTo>
                  <a:lnTo>
                    <a:pt x="11894" y="5213"/>
                  </a:lnTo>
                  <a:lnTo>
                    <a:pt x="11315" y="5097"/>
                  </a:lnTo>
                  <a:lnTo>
                    <a:pt x="10311" y="4943"/>
                  </a:lnTo>
                  <a:lnTo>
                    <a:pt x="9268" y="4827"/>
                  </a:lnTo>
                  <a:lnTo>
                    <a:pt x="8264" y="4750"/>
                  </a:lnTo>
                  <a:lnTo>
                    <a:pt x="7260" y="4711"/>
                  </a:lnTo>
                  <a:lnTo>
                    <a:pt x="8071" y="3514"/>
                  </a:lnTo>
                  <a:lnTo>
                    <a:pt x="8496" y="2858"/>
                  </a:lnTo>
                  <a:lnTo>
                    <a:pt x="8844" y="2201"/>
                  </a:lnTo>
                  <a:lnTo>
                    <a:pt x="8921" y="1970"/>
                  </a:lnTo>
                  <a:lnTo>
                    <a:pt x="8998" y="1738"/>
                  </a:lnTo>
                  <a:lnTo>
                    <a:pt x="9037" y="1506"/>
                  </a:lnTo>
                  <a:lnTo>
                    <a:pt x="9075" y="1275"/>
                  </a:lnTo>
                  <a:lnTo>
                    <a:pt x="9037" y="1004"/>
                  </a:lnTo>
                  <a:lnTo>
                    <a:pt x="8959" y="811"/>
                  </a:lnTo>
                  <a:lnTo>
                    <a:pt x="8882" y="579"/>
                  </a:lnTo>
                  <a:lnTo>
                    <a:pt x="8728" y="348"/>
                  </a:lnTo>
                  <a:lnTo>
                    <a:pt x="8650" y="232"/>
                  </a:lnTo>
                  <a:lnTo>
                    <a:pt x="8573" y="155"/>
                  </a:lnTo>
                  <a:lnTo>
                    <a:pt x="8380" y="39"/>
                  </a:lnTo>
                  <a:lnTo>
                    <a:pt x="814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5" name="Google Shape;4195;p18"/>
            <p:cNvSpPr/>
            <p:nvPr/>
          </p:nvSpPr>
          <p:spPr>
            <a:xfrm>
              <a:off x="1437100" y="2381075"/>
              <a:ext cx="93675" cy="93650"/>
            </a:xfrm>
            <a:custGeom>
              <a:avLst/>
              <a:gdLst/>
              <a:ahLst/>
              <a:cxnLst/>
              <a:rect l="l" t="t" r="r" b="b"/>
              <a:pathLst>
                <a:path w="3747" h="3746" extrusionOk="0">
                  <a:moveTo>
                    <a:pt x="1584" y="463"/>
                  </a:moveTo>
                  <a:lnTo>
                    <a:pt x="2086" y="541"/>
                  </a:lnTo>
                  <a:lnTo>
                    <a:pt x="2318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5"/>
                  </a:lnTo>
                  <a:lnTo>
                    <a:pt x="3090" y="1197"/>
                  </a:lnTo>
                  <a:lnTo>
                    <a:pt x="3206" y="1429"/>
                  </a:lnTo>
                  <a:lnTo>
                    <a:pt x="3244" y="1699"/>
                  </a:lnTo>
                  <a:lnTo>
                    <a:pt x="3244" y="1969"/>
                  </a:lnTo>
                  <a:lnTo>
                    <a:pt x="3206" y="2201"/>
                  </a:lnTo>
                  <a:lnTo>
                    <a:pt x="3090" y="2471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86" y="3244"/>
                  </a:lnTo>
                  <a:lnTo>
                    <a:pt x="1777" y="3244"/>
                  </a:lnTo>
                  <a:lnTo>
                    <a:pt x="1507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9" y="2433"/>
                  </a:lnTo>
                  <a:lnTo>
                    <a:pt x="503" y="2163"/>
                  </a:lnTo>
                  <a:lnTo>
                    <a:pt x="503" y="1854"/>
                  </a:lnTo>
                  <a:lnTo>
                    <a:pt x="503" y="1583"/>
                  </a:lnTo>
                  <a:lnTo>
                    <a:pt x="619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79"/>
                  </a:lnTo>
                  <a:lnTo>
                    <a:pt x="1584" y="463"/>
                  </a:lnTo>
                  <a:close/>
                  <a:moveTo>
                    <a:pt x="1893" y="0"/>
                  </a:moveTo>
                  <a:lnTo>
                    <a:pt x="1700" y="39"/>
                  </a:lnTo>
                  <a:lnTo>
                    <a:pt x="1545" y="77"/>
                  </a:lnTo>
                  <a:lnTo>
                    <a:pt x="1352" y="155"/>
                  </a:lnTo>
                  <a:lnTo>
                    <a:pt x="1314" y="193"/>
                  </a:lnTo>
                  <a:lnTo>
                    <a:pt x="1082" y="270"/>
                  </a:lnTo>
                  <a:lnTo>
                    <a:pt x="850" y="386"/>
                  </a:lnTo>
                  <a:lnTo>
                    <a:pt x="619" y="579"/>
                  </a:lnTo>
                  <a:lnTo>
                    <a:pt x="425" y="772"/>
                  </a:lnTo>
                  <a:lnTo>
                    <a:pt x="271" y="965"/>
                  </a:lnTo>
                  <a:lnTo>
                    <a:pt x="155" y="1236"/>
                  </a:lnTo>
                  <a:lnTo>
                    <a:pt x="78" y="1467"/>
                  </a:lnTo>
                  <a:lnTo>
                    <a:pt x="1" y="1738"/>
                  </a:lnTo>
                  <a:lnTo>
                    <a:pt x="1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7" y="2510"/>
                  </a:lnTo>
                  <a:lnTo>
                    <a:pt x="310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8" y="3591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7" y="3437"/>
                  </a:lnTo>
                  <a:lnTo>
                    <a:pt x="3128" y="3244"/>
                  </a:lnTo>
                  <a:lnTo>
                    <a:pt x="3322" y="3012"/>
                  </a:lnTo>
                  <a:lnTo>
                    <a:pt x="3476" y="2780"/>
                  </a:lnTo>
                  <a:lnTo>
                    <a:pt x="3630" y="2510"/>
                  </a:lnTo>
                  <a:lnTo>
                    <a:pt x="3708" y="2201"/>
                  </a:lnTo>
                  <a:lnTo>
                    <a:pt x="3746" y="1931"/>
                  </a:lnTo>
                  <a:lnTo>
                    <a:pt x="3746" y="1583"/>
                  </a:lnTo>
                  <a:lnTo>
                    <a:pt x="3669" y="1313"/>
                  </a:lnTo>
                  <a:lnTo>
                    <a:pt x="3515" y="1004"/>
                  </a:lnTo>
                  <a:lnTo>
                    <a:pt x="3322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5" y="77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6" name="Google Shape;4196;p18"/>
            <p:cNvSpPr/>
            <p:nvPr/>
          </p:nvSpPr>
          <p:spPr>
            <a:xfrm>
              <a:off x="3476925" y="2391675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7" y="1159"/>
                  </a:lnTo>
                  <a:lnTo>
                    <a:pt x="1391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6" y="1816"/>
                  </a:lnTo>
                  <a:lnTo>
                    <a:pt x="387" y="1700"/>
                  </a:lnTo>
                  <a:lnTo>
                    <a:pt x="348" y="1584"/>
                  </a:lnTo>
                  <a:lnTo>
                    <a:pt x="387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2" y="1623"/>
                  </a:lnTo>
                  <a:lnTo>
                    <a:pt x="3669" y="1700"/>
                  </a:lnTo>
                  <a:lnTo>
                    <a:pt x="3747" y="1816"/>
                  </a:lnTo>
                  <a:lnTo>
                    <a:pt x="3747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9" y="2356"/>
                  </a:lnTo>
                  <a:lnTo>
                    <a:pt x="3206" y="2434"/>
                  </a:lnTo>
                  <a:lnTo>
                    <a:pt x="3013" y="2395"/>
                  </a:lnTo>
                  <a:lnTo>
                    <a:pt x="2820" y="2356"/>
                  </a:lnTo>
                  <a:lnTo>
                    <a:pt x="2627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1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90" y="1468"/>
                  </a:lnTo>
                  <a:close/>
                  <a:moveTo>
                    <a:pt x="3747" y="4750"/>
                  </a:moveTo>
                  <a:lnTo>
                    <a:pt x="3901" y="4789"/>
                  </a:lnTo>
                  <a:lnTo>
                    <a:pt x="4017" y="4828"/>
                  </a:lnTo>
                  <a:lnTo>
                    <a:pt x="4094" y="4944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3" y="5368"/>
                  </a:lnTo>
                  <a:lnTo>
                    <a:pt x="4094" y="5484"/>
                  </a:lnTo>
                  <a:lnTo>
                    <a:pt x="3978" y="5600"/>
                  </a:lnTo>
                  <a:lnTo>
                    <a:pt x="3785" y="5754"/>
                  </a:lnTo>
                  <a:lnTo>
                    <a:pt x="3515" y="5870"/>
                  </a:lnTo>
                  <a:lnTo>
                    <a:pt x="3129" y="5870"/>
                  </a:lnTo>
                  <a:lnTo>
                    <a:pt x="2743" y="5793"/>
                  </a:lnTo>
                  <a:lnTo>
                    <a:pt x="2936" y="5368"/>
                  </a:lnTo>
                  <a:lnTo>
                    <a:pt x="3051" y="5214"/>
                  </a:lnTo>
                  <a:lnTo>
                    <a:pt x="3206" y="5021"/>
                  </a:lnTo>
                  <a:lnTo>
                    <a:pt x="3476" y="4866"/>
                  </a:lnTo>
                  <a:lnTo>
                    <a:pt x="3631" y="4789"/>
                  </a:lnTo>
                  <a:lnTo>
                    <a:pt x="3747" y="4750"/>
                  </a:lnTo>
                  <a:close/>
                  <a:moveTo>
                    <a:pt x="1121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3" y="6102"/>
                  </a:lnTo>
                  <a:lnTo>
                    <a:pt x="1430" y="6256"/>
                  </a:lnTo>
                  <a:lnTo>
                    <a:pt x="1237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6" y="6334"/>
                  </a:lnTo>
                  <a:lnTo>
                    <a:pt x="503" y="6179"/>
                  </a:lnTo>
                  <a:lnTo>
                    <a:pt x="426" y="6025"/>
                  </a:lnTo>
                  <a:lnTo>
                    <a:pt x="426" y="5909"/>
                  </a:lnTo>
                  <a:lnTo>
                    <a:pt x="464" y="5754"/>
                  </a:lnTo>
                  <a:lnTo>
                    <a:pt x="580" y="5677"/>
                  </a:lnTo>
                  <a:lnTo>
                    <a:pt x="696" y="5600"/>
                  </a:lnTo>
                  <a:lnTo>
                    <a:pt x="850" y="5523"/>
                  </a:lnTo>
                  <a:close/>
                  <a:moveTo>
                    <a:pt x="5716" y="6218"/>
                  </a:moveTo>
                  <a:lnTo>
                    <a:pt x="5870" y="6334"/>
                  </a:lnTo>
                  <a:lnTo>
                    <a:pt x="5948" y="6411"/>
                  </a:lnTo>
                  <a:lnTo>
                    <a:pt x="5986" y="6527"/>
                  </a:lnTo>
                  <a:lnTo>
                    <a:pt x="6025" y="6681"/>
                  </a:lnTo>
                  <a:lnTo>
                    <a:pt x="5986" y="6797"/>
                  </a:lnTo>
                  <a:lnTo>
                    <a:pt x="5909" y="7067"/>
                  </a:lnTo>
                  <a:lnTo>
                    <a:pt x="5793" y="7260"/>
                  </a:lnTo>
                  <a:lnTo>
                    <a:pt x="5677" y="7492"/>
                  </a:lnTo>
                  <a:lnTo>
                    <a:pt x="5484" y="7647"/>
                  </a:lnTo>
                  <a:lnTo>
                    <a:pt x="5291" y="7801"/>
                  </a:lnTo>
                  <a:lnTo>
                    <a:pt x="5059" y="7917"/>
                  </a:lnTo>
                  <a:lnTo>
                    <a:pt x="5098" y="7878"/>
                  </a:lnTo>
                  <a:lnTo>
                    <a:pt x="5021" y="7415"/>
                  </a:lnTo>
                  <a:lnTo>
                    <a:pt x="4982" y="7183"/>
                  </a:lnTo>
                  <a:lnTo>
                    <a:pt x="5021" y="6952"/>
                  </a:lnTo>
                  <a:lnTo>
                    <a:pt x="5137" y="6681"/>
                  </a:lnTo>
                  <a:lnTo>
                    <a:pt x="5214" y="6527"/>
                  </a:lnTo>
                  <a:lnTo>
                    <a:pt x="5330" y="6372"/>
                  </a:lnTo>
                  <a:lnTo>
                    <a:pt x="5446" y="6256"/>
                  </a:lnTo>
                  <a:lnTo>
                    <a:pt x="5600" y="6218"/>
                  </a:lnTo>
                  <a:close/>
                  <a:moveTo>
                    <a:pt x="8960" y="8071"/>
                  </a:moveTo>
                  <a:lnTo>
                    <a:pt x="9153" y="8110"/>
                  </a:lnTo>
                  <a:lnTo>
                    <a:pt x="9268" y="8187"/>
                  </a:lnTo>
                  <a:lnTo>
                    <a:pt x="9346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1"/>
                  </a:lnTo>
                  <a:lnTo>
                    <a:pt x="9268" y="8921"/>
                  </a:lnTo>
                  <a:lnTo>
                    <a:pt x="9037" y="9153"/>
                  </a:lnTo>
                  <a:lnTo>
                    <a:pt x="8805" y="9346"/>
                  </a:lnTo>
                  <a:lnTo>
                    <a:pt x="8689" y="9384"/>
                  </a:lnTo>
                  <a:lnTo>
                    <a:pt x="8612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2" y="9346"/>
                  </a:lnTo>
                  <a:lnTo>
                    <a:pt x="8264" y="9346"/>
                  </a:lnTo>
                  <a:lnTo>
                    <a:pt x="8226" y="8960"/>
                  </a:lnTo>
                  <a:lnTo>
                    <a:pt x="8226" y="8766"/>
                  </a:lnTo>
                  <a:lnTo>
                    <a:pt x="8264" y="8573"/>
                  </a:lnTo>
                  <a:lnTo>
                    <a:pt x="8342" y="8342"/>
                  </a:lnTo>
                  <a:lnTo>
                    <a:pt x="8496" y="8187"/>
                  </a:lnTo>
                  <a:lnTo>
                    <a:pt x="8728" y="8110"/>
                  </a:lnTo>
                  <a:lnTo>
                    <a:pt x="8844" y="8071"/>
                  </a:lnTo>
                  <a:close/>
                  <a:moveTo>
                    <a:pt x="4944" y="8380"/>
                  </a:moveTo>
                  <a:lnTo>
                    <a:pt x="4944" y="8419"/>
                  </a:lnTo>
                  <a:lnTo>
                    <a:pt x="4751" y="8805"/>
                  </a:lnTo>
                  <a:lnTo>
                    <a:pt x="4596" y="8960"/>
                  </a:lnTo>
                  <a:lnTo>
                    <a:pt x="4442" y="9153"/>
                  </a:lnTo>
                  <a:lnTo>
                    <a:pt x="4210" y="9307"/>
                  </a:lnTo>
                  <a:lnTo>
                    <a:pt x="3940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9" y="9346"/>
                  </a:lnTo>
                  <a:lnTo>
                    <a:pt x="3322" y="9191"/>
                  </a:lnTo>
                  <a:lnTo>
                    <a:pt x="3322" y="9075"/>
                  </a:lnTo>
                  <a:lnTo>
                    <a:pt x="3322" y="8960"/>
                  </a:lnTo>
                  <a:lnTo>
                    <a:pt x="3399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5" y="8458"/>
                  </a:lnTo>
                  <a:lnTo>
                    <a:pt x="4055" y="8380"/>
                  </a:lnTo>
                  <a:lnTo>
                    <a:pt x="4326" y="8380"/>
                  </a:lnTo>
                  <a:lnTo>
                    <a:pt x="4905" y="8419"/>
                  </a:lnTo>
                  <a:lnTo>
                    <a:pt x="4944" y="8380"/>
                  </a:lnTo>
                  <a:close/>
                  <a:moveTo>
                    <a:pt x="7994" y="10002"/>
                  </a:moveTo>
                  <a:lnTo>
                    <a:pt x="7956" y="10195"/>
                  </a:lnTo>
                  <a:lnTo>
                    <a:pt x="7917" y="10350"/>
                  </a:lnTo>
                  <a:lnTo>
                    <a:pt x="7840" y="10543"/>
                  </a:lnTo>
                  <a:lnTo>
                    <a:pt x="7724" y="10697"/>
                  </a:lnTo>
                  <a:lnTo>
                    <a:pt x="7608" y="10813"/>
                  </a:lnTo>
                  <a:lnTo>
                    <a:pt x="7492" y="10929"/>
                  </a:lnTo>
                  <a:lnTo>
                    <a:pt x="7338" y="11045"/>
                  </a:lnTo>
                  <a:lnTo>
                    <a:pt x="7145" y="11083"/>
                  </a:lnTo>
                  <a:lnTo>
                    <a:pt x="6952" y="11122"/>
                  </a:lnTo>
                  <a:lnTo>
                    <a:pt x="6797" y="11083"/>
                  </a:lnTo>
                  <a:lnTo>
                    <a:pt x="6720" y="11045"/>
                  </a:lnTo>
                  <a:lnTo>
                    <a:pt x="6681" y="10967"/>
                  </a:lnTo>
                  <a:lnTo>
                    <a:pt x="6643" y="10890"/>
                  </a:lnTo>
                  <a:lnTo>
                    <a:pt x="6604" y="10813"/>
                  </a:lnTo>
                  <a:lnTo>
                    <a:pt x="6643" y="10620"/>
                  </a:lnTo>
                  <a:lnTo>
                    <a:pt x="6720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2" y="10157"/>
                  </a:lnTo>
                  <a:lnTo>
                    <a:pt x="7492" y="10079"/>
                  </a:lnTo>
                  <a:lnTo>
                    <a:pt x="7724" y="10041"/>
                  </a:lnTo>
                  <a:lnTo>
                    <a:pt x="7994" y="10002"/>
                  </a:lnTo>
                  <a:close/>
                  <a:moveTo>
                    <a:pt x="2202" y="1"/>
                  </a:moveTo>
                  <a:lnTo>
                    <a:pt x="2009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1" y="812"/>
                  </a:lnTo>
                  <a:lnTo>
                    <a:pt x="1237" y="773"/>
                  </a:lnTo>
                  <a:lnTo>
                    <a:pt x="1043" y="735"/>
                  </a:lnTo>
                  <a:lnTo>
                    <a:pt x="696" y="735"/>
                  </a:lnTo>
                  <a:lnTo>
                    <a:pt x="541" y="812"/>
                  </a:lnTo>
                  <a:lnTo>
                    <a:pt x="387" y="889"/>
                  </a:lnTo>
                  <a:lnTo>
                    <a:pt x="233" y="1005"/>
                  </a:lnTo>
                  <a:lnTo>
                    <a:pt x="117" y="1159"/>
                  </a:lnTo>
                  <a:lnTo>
                    <a:pt x="39" y="1314"/>
                  </a:lnTo>
                  <a:lnTo>
                    <a:pt x="1" y="1468"/>
                  </a:lnTo>
                  <a:lnTo>
                    <a:pt x="1" y="1623"/>
                  </a:lnTo>
                  <a:lnTo>
                    <a:pt x="1" y="1777"/>
                  </a:lnTo>
                  <a:lnTo>
                    <a:pt x="78" y="1932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6" y="2279"/>
                  </a:lnTo>
                  <a:lnTo>
                    <a:pt x="580" y="2356"/>
                  </a:lnTo>
                  <a:lnTo>
                    <a:pt x="735" y="2395"/>
                  </a:lnTo>
                  <a:lnTo>
                    <a:pt x="1043" y="2434"/>
                  </a:lnTo>
                  <a:lnTo>
                    <a:pt x="1391" y="2395"/>
                  </a:lnTo>
                  <a:lnTo>
                    <a:pt x="1700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9" y="4635"/>
                  </a:lnTo>
                  <a:lnTo>
                    <a:pt x="1777" y="5021"/>
                  </a:lnTo>
                  <a:lnTo>
                    <a:pt x="1893" y="5368"/>
                  </a:lnTo>
                  <a:lnTo>
                    <a:pt x="1584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3" y="5252"/>
                  </a:lnTo>
                  <a:lnTo>
                    <a:pt x="387" y="5330"/>
                  </a:lnTo>
                  <a:lnTo>
                    <a:pt x="271" y="5446"/>
                  </a:lnTo>
                  <a:lnTo>
                    <a:pt x="155" y="5561"/>
                  </a:lnTo>
                  <a:lnTo>
                    <a:pt x="78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8" y="6218"/>
                  </a:lnTo>
                  <a:lnTo>
                    <a:pt x="155" y="6334"/>
                  </a:lnTo>
                  <a:lnTo>
                    <a:pt x="233" y="6450"/>
                  </a:lnTo>
                  <a:lnTo>
                    <a:pt x="348" y="6565"/>
                  </a:lnTo>
                  <a:lnTo>
                    <a:pt x="503" y="6643"/>
                  </a:lnTo>
                  <a:lnTo>
                    <a:pt x="657" y="6720"/>
                  </a:lnTo>
                  <a:lnTo>
                    <a:pt x="812" y="6758"/>
                  </a:lnTo>
                  <a:lnTo>
                    <a:pt x="1121" y="6758"/>
                  </a:lnTo>
                  <a:lnTo>
                    <a:pt x="1430" y="6681"/>
                  </a:lnTo>
                  <a:lnTo>
                    <a:pt x="1700" y="6527"/>
                  </a:lnTo>
                  <a:lnTo>
                    <a:pt x="1932" y="6295"/>
                  </a:lnTo>
                  <a:lnTo>
                    <a:pt x="2125" y="6063"/>
                  </a:lnTo>
                  <a:lnTo>
                    <a:pt x="2395" y="6527"/>
                  </a:lnTo>
                  <a:lnTo>
                    <a:pt x="2743" y="6990"/>
                  </a:lnTo>
                  <a:lnTo>
                    <a:pt x="3129" y="7376"/>
                  </a:lnTo>
                  <a:lnTo>
                    <a:pt x="3592" y="7762"/>
                  </a:lnTo>
                  <a:lnTo>
                    <a:pt x="4017" y="7994"/>
                  </a:lnTo>
                  <a:lnTo>
                    <a:pt x="3824" y="8033"/>
                  </a:lnTo>
                  <a:lnTo>
                    <a:pt x="3631" y="8110"/>
                  </a:lnTo>
                  <a:lnTo>
                    <a:pt x="3438" y="8187"/>
                  </a:lnTo>
                  <a:lnTo>
                    <a:pt x="3283" y="8342"/>
                  </a:lnTo>
                  <a:lnTo>
                    <a:pt x="3167" y="8458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6" y="8882"/>
                  </a:lnTo>
                  <a:lnTo>
                    <a:pt x="2897" y="9075"/>
                  </a:lnTo>
                  <a:lnTo>
                    <a:pt x="2936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2" y="9770"/>
                  </a:lnTo>
                  <a:lnTo>
                    <a:pt x="3515" y="9848"/>
                  </a:lnTo>
                  <a:lnTo>
                    <a:pt x="3708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9" y="9770"/>
                  </a:lnTo>
                  <a:lnTo>
                    <a:pt x="4403" y="9693"/>
                  </a:lnTo>
                  <a:lnTo>
                    <a:pt x="4673" y="9461"/>
                  </a:lnTo>
                  <a:lnTo>
                    <a:pt x="4905" y="9153"/>
                  </a:lnTo>
                  <a:lnTo>
                    <a:pt x="5098" y="8844"/>
                  </a:lnTo>
                  <a:lnTo>
                    <a:pt x="5214" y="8496"/>
                  </a:lnTo>
                  <a:lnTo>
                    <a:pt x="6527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6" y="9655"/>
                  </a:lnTo>
                  <a:lnTo>
                    <a:pt x="7762" y="9655"/>
                  </a:lnTo>
                  <a:lnTo>
                    <a:pt x="7569" y="9693"/>
                  </a:lnTo>
                  <a:lnTo>
                    <a:pt x="7145" y="9809"/>
                  </a:lnTo>
                  <a:lnTo>
                    <a:pt x="6797" y="9963"/>
                  </a:lnTo>
                  <a:lnTo>
                    <a:pt x="6643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5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5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6" y="11508"/>
                  </a:lnTo>
                  <a:lnTo>
                    <a:pt x="7029" y="11508"/>
                  </a:lnTo>
                  <a:lnTo>
                    <a:pt x="7222" y="11469"/>
                  </a:lnTo>
                  <a:lnTo>
                    <a:pt x="7415" y="11392"/>
                  </a:lnTo>
                  <a:lnTo>
                    <a:pt x="7569" y="11315"/>
                  </a:lnTo>
                  <a:lnTo>
                    <a:pt x="7724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10" y="10697"/>
                  </a:lnTo>
                  <a:lnTo>
                    <a:pt x="8226" y="10465"/>
                  </a:lnTo>
                  <a:lnTo>
                    <a:pt x="8264" y="10234"/>
                  </a:lnTo>
                  <a:lnTo>
                    <a:pt x="8303" y="9963"/>
                  </a:lnTo>
                  <a:lnTo>
                    <a:pt x="8342" y="9925"/>
                  </a:lnTo>
                  <a:lnTo>
                    <a:pt x="8728" y="10272"/>
                  </a:lnTo>
                  <a:lnTo>
                    <a:pt x="9075" y="10659"/>
                  </a:lnTo>
                  <a:lnTo>
                    <a:pt x="9346" y="11122"/>
                  </a:lnTo>
                  <a:lnTo>
                    <a:pt x="9462" y="11354"/>
                  </a:lnTo>
                  <a:lnTo>
                    <a:pt x="9539" y="11585"/>
                  </a:lnTo>
                  <a:lnTo>
                    <a:pt x="9655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5" y="12937"/>
                  </a:lnTo>
                  <a:lnTo>
                    <a:pt x="9577" y="13284"/>
                  </a:lnTo>
                  <a:lnTo>
                    <a:pt x="9462" y="13593"/>
                  </a:lnTo>
                  <a:lnTo>
                    <a:pt x="9191" y="14211"/>
                  </a:lnTo>
                  <a:lnTo>
                    <a:pt x="9153" y="14288"/>
                  </a:lnTo>
                  <a:lnTo>
                    <a:pt x="9153" y="14327"/>
                  </a:lnTo>
                  <a:lnTo>
                    <a:pt x="9230" y="14404"/>
                  </a:lnTo>
                  <a:lnTo>
                    <a:pt x="9307" y="14443"/>
                  </a:lnTo>
                  <a:lnTo>
                    <a:pt x="9423" y="14404"/>
                  </a:lnTo>
                  <a:lnTo>
                    <a:pt x="9577" y="14250"/>
                  </a:lnTo>
                  <a:lnTo>
                    <a:pt x="9732" y="14057"/>
                  </a:lnTo>
                  <a:lnTo>
                    <a:pt x="9848" y="13902"/>
                  </a:lnTo>
                  <a:lnTo>
                    <a:pt x="9925" y="13671"/>
                  </a:lnTo>
                  <a:lnTo>
                    <a:pt x="10079" y="13246"/>
                  </a:lnTo>
                  <a:lnTo>
                    <a:pt x="10118" y="12782"/>
                  </a:lnTo>
                  <a:lnTo>
                    <a:pt x="10118" y="12319"/>
                  </a:lnTo>
                  <a:lnTo>
                    <a:pt x="10041" y="11856"/>
                  </a:lnTo>
                  <a:lnTo>
                    <a:pt x="9925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7" y="10272"/>
                  </a:lnTo>
                  <a:lnTo>
                    <a:pt x="9037" y="9963"/>
                  </a:lnTo>
                  <a:lnTo>
                    <a:pt x="8728" y="9693"/>
                  </a:lnTo>
                  <a:lnTo>
                    <a:pt x="8960" y="9577"/>
                  </a:lnTo>
                  <a:lnTo>
                    <a:pt x="9230" y="9423"/>
                  </a:lnTo>
                  <a:lnTo>
                    <a:pt x="9462" y="9191"/>
                  </a:lnTo>
                  <a:lnTo>
                    <a:pt x="9616" y="8921"/>
                  </a:lnTo>
                  <a:lnTo>
                    <a:pt x="9732" y="8612"/>
                  </a:lnTo>
                  <a:lnTo>
                    <a:pt x="9732" y="8496"/>
                  </a:lnTo>
                  <a:lnTo>
                    <a:pt x="9732" y="8342"/>
                  </a:lnTo>
                  <a:lnTo>
                    <a:pt x="9693" y="8187"/>
                  </a:lnTo>
                  <a:lnTo>
                    <a:pt x="9616" y="8071"/>
                  </a:lnTo>
                  <a:lnTo>
                    <a:pt x="9500" y="7956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7" y="7724"/>
                  </a:lnTo>
                  <a:lnTo>
                    <a:pt x="8689" y="7724"/>
                  </a:lnTo>
                  <a:lnTo>
                    <a:pt x="8535" y="7762"/>
                  </a:lnTo>
                  <a:lnTo>
                    <a:pt x="8380" y="7840"/>
                  </a:lnTo>
                  <a:lnTo>
                    <a:pt x="8226" y="7956"/>
                  </a:lnTo>
                  <a:lnTo>
                    <a:pt x="8110" y="8071"/>
                  </a:lnTo>
                  <a:lnTo>
                    <a:pt x="7956" y="8264"/>
                  </a:lnTo>
                  <a:lnTo>
                    <a:pt x="7878" y="8535"/>
                  </a:lnTo>
                  <a:lnTo>
                    <a:pt x="7840" y="8766"/>
                  </a:lnTo>
                  <a:lnTo>
                    <a:pt x="7840" y="9037"/>
                  </a:lnTo>
                  <a:lnTo>
                    <a:pt x="7222" y="8766"/>
                  </a:lnTo>
                  <a:lnTo>
                    <a:pt x="6643" y="8496"/>
                  </a:lnTo>
                  <a:lnTo>
                    <a:pt x="5368" y="8033"/>
                  </a:lnTo>
                  <a:lnTo>
                    <a:pt x="5639" y="7878"/>
                  </a:lnTo>
                  <a:lnTo>
                    <a:pt x="5870" y="7685"/>
                  </a:lnTo>
                  <a:lnTo>
                    <a:pt x="6063" y="7454"/>
                  </a:lnTo>
                  <a:lnTo>
                    <a:pt x="6218" y="7183"/>
                  </a:lnTo>
                  <a:lnTo>
                    <a:pt x="6334" y="6874"/>
                  </a:lnTo>
                  <a:lnTo>
                    <a:pt x="6334" y="6720"/>
                  </a:lnTo>
                  <a:lnTo>
                    <a:pt x="6334" y="6527"/>
                  </a:lnTo>
                  <a:lnTo>
                    <a:pt x="6334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5" y="5948"/>
                  </a:lnTo>
                  <a:lnTo>
                    <a:pt x="5870" y="5870"/>
                  </a:lnTo>
                  <a:lnTo>
                    <a:pt x="5716" y="5832"/>
                  </a:lnTo>
                  <a:lnTo>
                    <a:pt x="5561" y="5870"/>
                  </a:lnTo>
                  <a:lnTo>
                    <a:pt x="5407" y="5909"/>
                  </a:lnTo>
                  <a:lnTo>
                    <a:pt x="5253" y="5986"/>
                  </a:lnTo>
                  <a:lnTo>
                    <a:pt x="5137" y="6063"/>
                  </a:lnTo>
                  <a:lnTo>
                    <a:pt x="4905" y="6334"/>
                  </a:lnTo>
                  <a:lnTo>
                    <a:pt x="4751" y="6643"/>
                  </a:lnTo>
                  <a:lnTo>
                    <a:pt x="4635" y="7029"/>
                  </a:lnTo>
                  <a:lnTo>
                    <a:pt x="4635" y="7222"/>
                  </a:lnTo>
                  <a:lnTo>
                    <a:pt x="4635" y="7415"/>
                  </a:lnTo>
                  <a:lnTo>
                    <a:pt x="4635" y="7608"/>
                  </a:lnTo>
                  <a:lnTo>
                    <a:pt x="4712" y="7762"/>
                  </a:lnTo>
                  <a:lnTo>
                    <a:pt x="4094" y="7454"/>
                  </a:lnTo>
                  <a:lnTo>
                    <a:pt x="3824" y="7299"/>
                  </a:lnTo>
                  <a:lnTo>
                    <a:pt x="3553" y="7106"/>
                  </a:lnTo>
                  <a:lnTo>
                    <a:pt x="3322" y="6874"/>
                  </a:lnTo>
                  <a:lnTo>
                    <a:pt x="3090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2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3" y="5986"/>
                  </a:lnTo>
                  <a:lnTo>
                    <a:pt x="4249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9" y="5407"/>
                  </a:lnTo>
                  <a:lnTo>
                    <a:pt x="4557" y="5214"/>
                  </a:lnTo>
                  <a:lnTo>
                    <a:pt x="4519" y="5059"/>
                  </a:lnTo>
                  <a:lnTo>
                    <a:pt x="4480" y="4866"/>
                  </a:lnTo>
                  <a:lnTo>
                    <a:pt x="4403" y="4712"/>
                  </a:lnTo>
                  <a:lnTo>
                    <a:pt x="4287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1" y="4364"/>
                  </a:lnTo>
                  <a:lnTo>
                    <a:pt x="3708" y="4364"/>
                  </a:lnTo>
                  <a:lnTo>
                    <a:pt x="3553" y="4403"/>
                  </a:lnTo>
                  <a:lnTo>
                    <a:pt x="3399" y="4442"/>
                  </a:lnTo>
                  <a:lnTo>
                    <a:pt x="3245" y="4519"/>
                  </a:lnTo>
                  <a:lnTo>
                    <a:pt x="3090" y="4635"/>
                  </a:lnTo>
                  <a:lnTo>
                    <a:pt x="2820" y="4905"/>
                  </a:lnTo>
                  <a:lnTo>
                    <a:pt x="2588" y="5214"/>
                  </a:lnTo>
                  <a:lnTo>
                    <a:pt x="2434" y="5561"/>
                  </a:lnTo>
                  <a:lnTo>
                    <a:pt x="2395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6" y="4326"/>
                  </a:lnTo>
                  <a:lnTo>
                    <a:pt x="2047" y="3940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5" y="2318"/>
                  </a:lnTo>
                  <a:lnTo>
                    <a:pt x="2356" y="2511"/>
                  </a:lnTo>
                  <a:lnTo>
                    <a:pt x="2588" y="2627"/>
                  </a:lnTo>
                  <a:lnTo>
                    <a:pt x="2820" y="2743"/>
                  </a:lnTo>
                  <a:lnTo>
                    <a:pt x="3129" y="2781"/>
                  </a:lnTo>
                  <a:lnTo>
                    <a:pt x="3283" y="2743"/>
                  </a:lnTo>
                  <a:lnTo>
                    <a:pt x="3476" y="2704"/>
                  </a:lnTo>
                  <a:lnTo>
                    <a:pt x="3631" y="2627"/>
                  </a:lnTo>
                  <a:lnTo>
                    <a:pt x="3785" y="2549"/>
                  </a:lnTo>
                  <a:lnTo>
                    <a:pt x="3901" y="2434"/>
                  </a:lnTo>
                  <a:lnTo>
                    <a:pt x="4017" y="2279"/>
                  </a:lnTo>
                  <a:lnTo>
                    <a:pt x="4094" y="2125"/>
                  </a:lnTo>
                  <a:lnTo>
                    <a:pt x="4133" y="1970"/>
                  </a:lnTo>
                  <a:lnTo>
                    <a:pt x="4094" y="1777"/>
                  </a:lnTo>
                  <a:lnTo>
                    <a:pt x="4055" y="1623"/>
                  </a:lnTo>
                  <a:lnTo>
                    <a:pt x="4017" y="1507"/>
                  </a:lnTo>
                  <a:lnTo>
                    <a:pt x="3901" y="1352"/>
                  </a:lnTo>
                  <a:lnTo>
                    <a:pt x="3785" y="1237"/>
                  </a:lnTo>
                  <a:lnTo>
                    <a:pt x="3631" y="1159"/>
                  </a:lnTo>
                  <a:lnTo>
                    <a:pt x="3515" y="1121"/>
                  </a:lnTo>
                  <a:lnTo>
                    <a:pt x="3322" y="1082"/>
                  </a:lnTo>
                  <a:lnTo>
                    <a:pt x="3167" y="1043"/>
                  </a:lnTo>
                  <a:lnTo>
                    <a:pt x="3013" y="1082"/>
                  </a:lnTo>
                  <a:lnTo>
                    <a:pt x="2743" y="1159"/>
                  </a:lnTo>
                  <a:lnTo>
                    <a:pt x="2472" y="1314"/>
                  </a:lnTo>
                  <a:lnTo>
                    <a:pt x="2241" y="1545"/>
                  </a:lnTo>
                  <a:lnTo>
                    <a:pt x="2511" y="78"/>
                  </a:lnTo>
                  <a:lnTo>
                    <a:pt x="220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7" name="Google Shape;4197;p18"/>
            <p:cNvSpPr/>
            <p:nvPr/>
          </p:nvSpPr>
          <p:spPr>
            <a:xfrm>
              <a:off x="3971200" y="2394575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32" y="1"/>
                  </a:moveTo>
                  <a:lnTo>
                    <a:pt x="117" y="39"/>
                  </a:lnTo>
                  <a:lnTo>
                    <a:pt x="1" y="155"/>
                  </a:lnTo>
                  <a:lnTo>
                    <a:pt x="1" y="271"/>
                  </a:lnTo>
                  <a:lnTo>
                    <a:pt x="1" y="387"/>
                  </a:lnTo>
                  <a:lnTo>
                    <a:pt x="310" y="889"/>
                  </a:lnTo>
                  <a:lnTo>
                    <a:pt x="657" y="1391"/>
                  </a:lnTo>
                  <a:lnTo>
                    <a:pt x="1005" y="1893"/>
                  </a:lnTo>
                  <a:lnTo>
                    <a:pt x="1352" y="2356"/>
                  </a:lnTo>
                  <a:lnTo>
                    <a:pt x="1777" y="2781"/>
                  </a:lnTo>
                  <a:lnTo>
                    <a:pt x="2202" y="3206"/>
                  </a:lnTo>
                  <a:lnTo>
                    <a:pt x="2665" y="3592"/>
                  </a:lnTo>
                  <a:lnTo>
                    <a:pt x="3167" y="3901"/>
                  </a:lnTo>
                  <a:lnTo>
                    <a:pt x="3515" y="3785"/>
                  </a:lnTo>
                  <a:lnTo>
                    <a:pt x="2742" y="3013"/>
                  </a:lnTo>
                  <a:lnTo>
                    <a:pt x="2009" y="2240"/>
                  </a:lnTo>
                  <a:lnTo>
                    <a:pt x="1314" y="1429"/>
                  </a:lnTo>
                  <a:lnTo>
                    <a:pt x="1005" y="1005"/>
                  </a:lnTo>
                  <a:lnTo>
                    <a:pt x="696" y="580"/>
                  </a:lnTo>
                  <a:lnTo>
                    <a:pt x="1584" y="696"/>
                  </a:lnTo>
                  <a:lnTo>
                    <a:pt x="2472" y="889"/>
                  </a:lnTo>
                  <a:lnTo>
                    <a:pt x="2974" y="1043"/>
                  </a:lnTo>
                  <a:lnTo>
                    <a:pt x="3476" y="1236"/>
                  </a:lnTo>
                  <a:lnTo>
                    <a:pt x="3978" y="1391"/>
                  </a:lnTo>
                  <a:lnTo>
                    <a:pt x="4480" y="1507"/>
                  </a:lnTo>
                  <a:lnTo>
                    <a:pt x="4557" y="1507"/>
                  </a:lnTo>
                  <a:lnTo>
                    <a:pt x="4634" y="1584"/>
                  </a:lnTo>
                  <a:lnTo>
                    <a:pt x="4789" y="1584"/>
                  </a:lnTo>
                  <a:lnTo>
                    <a:pt x="4866" y="1507"/>
                  </a:lnTo>
                  <a:lnTo>
                    <a:pt x="4943" y="1429"/>
                  </a:lnTo>
                  <a:lnTo>
                    <a:pt x="4596" y="1159"/>
                  </a:lnTo>
                  <a:lnTo>
                    <a:pt x="4132" y="889"/>
                  </a:lnTo>
                  <a:lnTo>
                    <a:pt x="3592" y="657"/>
                  </a:lnTo>
                  <a:lnTo>
                    <a:pt x="3051" y="464"/>
                  </a:lnTo>
                  <a:lnTo>
                    <a:pt x="2511" y="310"/>
                  </a:lnTo>
                  <a:lnTo>
                    <a:pt x="1893" y="194"/>
                  </a:lnTo>
                  <a:lnTo>
                    <a:pt x="1314" y="117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8" name="Google Shape;4198;p18"/>
            <p:cNvSpPr/>
            <p:nvPr/>
          </p:nvSpPr>
          <p:spPr>
            <a:xfrm>
              <a:off x="591450" y="239845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26"/>
                  </a:lnTo>
                  <a:lnTo>
                    <a:pt x="0" y="3012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52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30"/>
                  </a:lnTo>
                  <a:lnTo>
                    <a:pt x="463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776"/>
                  </a:lnTo>
                  <a:lnTo>
                    <a:pt x="888" y="1545"/>
                  </a:lnTo>
                  <a:lnTo>
                    <a:pt x="1043" y="1313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2"/>
                  </a:lnTo>
                  <a:lnTo>
                    <a:pt x="1854" y="657"/>
                  </a:lnTo>
                  <a:lnTo>
                    <a:pt x="2124" y="541"/>
                  </a:lnTo>
                  <a:lnTo>
                    <a:pt x="2433" y="502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2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1" y="1390"/>
                  </a:lnTo>
                  <a:lnTo>
                    <a:pt x="3668" y="1661"/>
                  </a:lnTo>
                  <a:lnTo>
                    <a:pt x="4132" y="1545"/>
                  </a:lnTo>
                  <a:lnTo>
                    <a:pt x="4016" y="1159"/>
                  </a:lnTo>
                  <a:lnTo>
                    <a:pt x="3823" y="811"/>
                  </a:lnTo>
                  <a:lnTo>
                    <a:pt x="3630" y="502"/>
                  </a:lnTo>
                  <a:lnTo>
                    <a:pt x="3398" y="270"/>
                  </a:lnTo>
                  <a:lnTo>
                    <a:pt x="3244" y="155"/>
                  </a:lnTo>
                  <a:lnTo>
                    <a:pt x="3089" y="77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9" name="Google Shape;4199;p18"/>
            <p:cNvSpPr/>
            <p:nvPr/>
          </p:nvSpPr>
          <p:spPr>
            <a:xfrm>
              <a:off x="456275" y="2399400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80"/>
                  </a:lnTo>
                  <a:lnTo>
                    <a:pt x="12280" y="657"/>
                  </a:lnTo>
                  <a:lnTo>
                    <a:pt x="12628" y="850"/>
                  </a:lnTo>
                  <a:lnTo>
                    <a:pt x="12898" y="1159"/>
                  </a:lnTo>
                  <a:lnTo>
                    <a:pt x="13130" y="1507"/>
                  </a:lnTo>
                  <a:lnTo>
                    <a:pt x="13323" y="1854"/>
                  </a:lnTo>
                  <a:lnTo>
                    <a:pt x="13478" y="2240"/>
                  </a:lnTo>
                  <a:lnTo>
                    <a:pt x="13632" y="2665"/>
                  </a:lnTo>
                  <a:lnTo>
                    <a:pt x="13825" y="3438"/>
                  </a:lnTo>
                  <a:lnTo>
                    <a:pt x="13825" y="3438"/>
                  </a:lnTo>
                  <a:lnTo>
                    <a:pt x="13091" y="3013"/>
                  </a:lnTo>
                  <a:lnTo>
                    <a:pt x="12705" y="2781"/>
                  </a:lnTo>
                  <a:lnTo>
                    <a:pt x="12358" y="2472"/>
                  </a:lnTo>
                  <a:lnTo>
                    <a:pt x="12010" y="2125"/>
                  </a:lnTo>
                  <a:lnTo>
                    <a:pt x="11817" y="1932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734"/>
                  </a:lnTo>
                  <a:lnTo>
                    <a:pt x="11740" y="619"/>
                  </a:lnTo>
                  <a:lnTo>
                    <a:pt x="11856" y="541"/>
                  </a:lnTo>
                  <a:lnTo>
                    <a:pt x="11972" y="503"/>
                  </a:lnTo>
                  <a:close/>
                  <a:moveTo>
                    <a:pt x="16219" y="1584"/>
                  </a:moveTo>
                  <a:lnTo>
                    <a:pt x="16296" y="1623"/>
                  </a:lnTo>
                  <a:lnTo>
                    <a:pt x="16412" y="1661"/>
                  </a:lnTo>
                  <a:lnTo>
                    <a:pt x="16490" y="1738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56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74"/>
                  </a:lnTo>
                  <a:lnTo>
                    <a:pt x="15949" y="3206"/>
                  </a:lnTo>
                  <a:lnTo>
                    <a:pt x="15563" y="3399"/>
                  </a:lnTo>
                  <a:lnTo>
                    <a:pt x="15138" y="3553"/>
                  </a:lnTo>
                  <a:lnTo>
                    <a:pt x="14713" y="3669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2" y="3360"/>
                  </a:lnTo>
                  <a:lnTo>
                    <a:pt x="14636" y="2974"/>
                  </a:lnTo>
                  <a:lnTo>
                    <a:pt x="14829" y="2627"/>
                  </a:lnTo>
                  <a:lnTo>
                    <a:pt x="15099" y="2279"/>
                  </a:lnTo>
                  <a:lnTo>
                    <a:pt x="15408" y="1970"/>
                  </a:lnTo>
                  <a:lnTo>
                    <a:pt x="15640" y="1816"/>
                  </a:lnTo>
                  <a:lnTo>
                    <a:pt x="15872" y="1661"/>
                  </a:lnTo>
                  <a:lnTo>
                    <a:pt x="16103" y="1623"/>
                  </a:lnTo>
                  <a:lnTo>
                    <a:pt x="16219" y="1584"/>
                  </a:lnTo>
                  <a:close/>
                  <a:moveTo>
                    <a:pt x="13825" y="4287"/>
                  </a:moveTo>
                  <a:lnTo>
                    <a:pt x="13671" y="4557"/>
                  </a:lnTo>
                  <a:lnTo>
                    <a:pt x="13478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5" y="5870"/>
                  </a:lnTo>
                  <a:lnTo>
                    <a:pt x="10968" y="5793"/>
                  </a:lnTo>
                  <a:lnTo>
                    <a:pt x="10929" y="5716"/>
                  </a:lnTo>
                  <a:lnTo>
                    <a:pt x="10890" y="5639"/>
                  </a:lnTo>
                  <a:lnTo>
                    <a:pt x="10890" y="5445"/>
                  </a:lnTo>
                  <a:lnTo>
                    <a:pt x="10968" y="5252"/>
                  </a:lnTo>
                  <a:lnTo>
                    <a:pt x="11122" y="5098"/>
                  </a:lnTo>
                  <a:lnTo>
                    <a:pt x="11277" y="4943"/>
                  </a:lnTo>
                  <a:lnTo>
                    <a:pt x="11547" y="4750"/>
                  </a:lnTo>
                  <a:lnTo>
                    <a:pt x="11817" y="4635"/>
                  </a:lnTo>
                  <a:lnTo>
                    <a:pt x="12087" y="4557"/>
                  </a:lnTo>
                  <a:lnTo>
                    <a:pt x="12628" y="4480"/>
                  </a:lnTo>
                  <a:lnTo>
                    <a:pt x="13246" y="4403"/>
                  </a:lnTo>
                  <a:lnTo>
                    <a:pt x="13555" y="4364"/>
                  </a:lnTo>
                  <a:lnTo>
                    <a:pt x="13825" y="4287"/>
                  </a:lnTo>
                  <a:close/>
                  <a:moveTo>
                    <a:pt x="14404" y="4248"/>
                  </a:moveTo>
                  <a:lnTo>
                    <a:pt x="15099" y="4596"/>
                  </a:lnTo>
                  <a:lnTo>
                    <a:pt x="15408" y="4789"/>
                  </a:lnTo>
                  <a:lnTo>
                    <a:pt x="15717" y="4982"/>
                  </a:lnTo>
                  <a:lnTo>
                    <a:pt x="15910" y="5137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44" y="5986"/>
                  </a:lnTo>
                  <a:lnTo>
                    <a:pt x="16876" y="6334"/>
                  </a:lnTo>
                  <a:lnTo>
                    <a:pt x="16992" y="6681"/>
                  </a:lnTo>
                  <a:lnTo>
                    <a:pt x="16992" y="6836"/>
                  </a:lnTo>
                  <a:lnTo>
                    <a:pt x="16992" y="6990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8"/>
                  </a:lnTo>
                  <a:lnTo>
                    <a:pt x="16374" y="7338"/>
                  </a:lnTo>
                  <a:lnTo>
                    <a:pt x="16142" y="7222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370" y="6565"/>
                  </a:lnTo>
                  <a:lnTo>
                    <a:pt x="15061" y="6141"/>
                  </a:lnTo>
                  <a:lnTo>
                    <a:pt x="14829" y="5716"/>
                  </a:lnTo>
                  <a:lnTo>
                    <a:pt x="14636" y="5252"/>
                  </a:lnTo>
                  <a:lnTo>
                    <a:pt x="14520" y="4750"/>
                  </a:lnTo>
                  <a:lnTo>
                    <a:pt x="14404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70" y="117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06" y="619"/>
                  </a:lnTo>
                  <a:lnTo>
                    <a:pt x="10929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68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33" y="2742"/>
                  </a:lnTo>
                  <a:lnTo>
                    <a:pt x="12396" y="3090"/>
                  </a:lnTo>
                  <a:lnTo>
                    <a:pt x="12860" y="3399"/>
                  </a:lnTo>
                  <a:lnTo>
                    <a:pt x="12860" y="3399"/>
                  </a:lnTo>
                  <a:lnTo>
                    <a:pt x="12049" y="3283"/>
                  </a:lnTo>
                  <a:lnTo>
                    <a:pt x="11199" y="3283"/>
                  </a:lnTo>
                  <a:lnTo>
                    <a:pt x="10388" y="3322"/>
                  </a:lnTo>
                  <a:lnTo>
                    <a:pt x="9616" y="3476"/>
                  </a:lnTo>
                  <a:lnTo>
                    <a:pt x="9655" y="3013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623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90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87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52"/>
                  </a:lnTo>
                  <a:lnTo>
                    <a:pt x="5407" y="5561"/>
                  </a:lnTo>
                  <a:lnTo>
                    <a:pt x="4596" y="6218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082" y="10156"/>
                  </a:lnTo>
                  <a:lnTo>
                    <a:pt x="503" y="10967"/>
                  </a:lnTo>
                  <a:lnTo>
                    <a:pt x="1" y="11778"/>
                  </a:lnTo>
                  <a:lnTo>
                    <a:pt x="348" y="12049"/>
                  </a:lnTo>
                  <a:lnTo>
                    <a:pt x="1546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79"/>
                  </a:lnTo>
                  <a:lnTo>
                    <a:pt x="6257" y="5561"/>
                  </a:lnTo>
                  <a:lnTo>
                    <a:pt x="7106" y="5059"/>
                  </a:lnTo>
                  <a:lnTo>
                    <a:pt x="7994" y="4596"/>
                  </a:lnTo>
                  <a:lnTo>
                    <a:pt x="8458" y="4441"/>
                  </a:lnTo>
                  <a:lnTo>
                    <a:pt x="8921" y="4248"/>
                  </a:lnTo>
                  <a:lnTo>
                    <a:pt x="9423" y="4133"/>
                  </a:lnTo>
                  <a:lnTo>
                    <a:pt x="9886" y="4017"/>
                  </a:lnTo>
                  <a:lnTo>
                    <a:pt x="10388" y="3901"/>
                  </a:lnTo>
                  <a:lnTo>
                    <a:pt x="10852" y="3862"/>
                  </a:lnTo>
                  <a:lnTo>
                    <a:pt x="11354" y="3824"/>
                  </a:lnTo>
                  <a:lnTo>
                    <a:pt x="11856" y="3824"/>
                  </a:lnTo>
                  <a:lnTo>
                    <a:pt x="12358" y="3862"/>
                  </a:lnTo>
                  <a:lnTo>
                    <a:pt x="12860" y="3901"/>
                  </a:lnTo>
                  <a:lnTo>
                    <a:pt x="12319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57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6" y="5291"/>
                  </a:lnTo>
                  <a:lnTo>
                    <a:pt x="10388" y="5523"/>
                  </a:lnTo>
                  <a:lnTo>
                    <a:pt x="10388" y="5754"/>
                  </a:lnTo>
                  <a:lnTo>
                    <a:pt x="10427" y="5947"/>
                  </a:lnTo>
                  <a:lnTo>
                    <a:pt x="10581" y="6179"/>
                  </a:lnTo>
                  <a:lnTo>
                    <a:pt x="10659" y="6256"/>
                  </a:lnTo>
                  <a:lnTo>
                    <a:pt x="10775" y="6334"/>
                  </a:lnTo>
                  <a:lnTo>
                    <a:pt x="11006" y="6411"/>
                  </a:lnTo>
                  <a:lnTo>
                    <a:pt x="11277" y="6449"/>
                  </a:lnTo>
                  <a:lnTo>
                    <a:pt x="11585" y="6411"/>
                  </a:lnTo>
                  <a:lnTo>
                    <a:pt x="11856" y="6372"/>
                  </a:lnTo>
                  <a:lnTo>
                    <a:pt x="12165" y="6256"/>
                  </a:lnTo>
                  <a:lnTo>
                    <a:pt x="12628" y="6063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716"/>
                  </a:lnTo>
                  <a:lnTo>
                    <a:pt x="14057" y="4866"/>
                  </a:lnTo>
                  <a:lnTo>
                    <a:pt x="14211" y="5407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4" y="6874"/>
                  </a:lnTo>
                  <a:lnTo>
                    <a:pt x="15177" y="7067"/>
                  </a:lnTo>
                  <a:lnTo>
                    <a:pt x="15408" y="7299"/>
                  </a:lnTo>
                  <a:lnTo>
                    <a:pt x="15679" y="7492"/>
                  </a:lnTo>
                  <a:lnTo>
                    <a:pt x="15988" y="7685"/>
                  </a:lnTo>
                  <a:lnTo>
                    <a:pt x="16296" y="7801"/>
                  </a:lnTo>
                  <a:lnTo>
                    <a:pt x="16605" y="7878"/>
                  </a:lnTo>
                  <a:lnTo>
                    <a:pt x="16760" y="7878"/>
                  </a:lnTo>
                  <a:lnTo>
                    <a:pt x="16876" y="7840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47"/>
                  </a:lnTo>
                  <a:lnTo>
                    <a:pt x="17378" y="7531"/>
                  </a:lnTo>
                  <a:lnTo>
                    <a:pt x="17416" y="7376"/>
                  </a:lnTo>
                  <a:lnTo>
                    <a:pt x="17455" y="7260"/>
                  </a:lnTo>
                  <a:lnTo>
                    <a:pt x="17493" y="6951"/>
                  </a:lnTo>
                  <a:lnTo>
                    <a:pt x="17416" y="6604"/>
                  </a:lnTo>
                  <a:lnTo>
                    <a:pt x="17300" y="6295"/>
                  </a:lnTo>
                  <a:lnTo>
                    <a:pt x="17185" y="5986"/>
                  </a:lnTo>
                  <a:lnTo>
                    <a:pt x="17030" y="5716"/>
                  </a:lnTo>
                  <a:lnTo>
                    <a:pt x="16876" y="5484"/>
                  </a:lnTo>
                  <a:lnTo>
                    <a:pt x="16683" y="5252"/>
                  </a:lnTo>
                  <a:lnTo>
                    <a:pt x="16490" y="5021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46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65"/>
                  </a:lnTo>
                  <a:lnTo>
                    <a:pt x="17107" y="2434"/>
                  </a:lnTo>
                  <a:lnTo>
                    <a:pt x="17146" y="2163"/>
                  </a:lnTo>
                  <a:lnTo>
                    <a:pt x="17107" y="1932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59"/>
                  </a:lnTo>
                  <a:lnTo>
                    <a:pt x="15910" y="1198"/>
                  </a:lnTo>
                  <a:lnTo>
                    <a:pt x="15679" y="1236"/>
                  </a:lnTo>
                  <a:lnTo>
                    <a:pt x="15447" y="1352"/>
                  </a:lnTo>
                  <a:lnTo>
                    <a:pt x="15254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7" y="2588"/>
                  </a:lnTo>
                  <a:lnTo>
                    <a:pt x="14095" y="3013"/>
                  </a:lnTo>
                  <a:lnTo>
                    <a:pt x="13941" y="2434"/>
                  </a:lnTo>
                  <a:lnTo>
                    <a:pt x="13748" y="1893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8" y="117"/>
                  </a:lnTo>
                  <a:lnTo>
                    <a:pt x="12087" y="39"/>
                  </a:lnTo>
                  <a:lnTo>
                    <a:pt x="118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0" name="Google Shape;4200;p18"/>
            <p:cNvSpPr/>
            <p:nvPr/>
          </p:nvSpPr>
          <p:spPr>
            <a:xfrm>
              <a:off x="5396100" y="2441875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6" y="1159"/>
                  </a:lnTo>
                  <a:lnTo>
                    <a:pt x="1390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5" y="1816"/>
                  </a:lnTo>
                  <a:lnTo>
                    <a:pt x="386" y="1700"/>
                  </a:lnTo>
                  <a:lnTo>
                    <a:pt x="348" y="1584"/>
                  </a:lnTo>
                  <a:lnTo>
                    <a:pt x="386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1" y="1623"/>
                  </a:lnTo>
                  <a:lnTo>
                    <a:pt x="3669" y="1700"/>
                  </a:lnTo>
                  <a:lnTo>
                    <a:pt x="3746" y="1816"/>
                  </a:lnTo>
                  <a:lnTo>
                    <a:pt x="3746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8" y="2356"/>
                  </a:lnTo>
                  <a:lnTo>
                    <a:pt x="3205" y="2434"/>
                  </a:lnTo>
                  <a:lnTo>
                    <a:pt x="3012" y="2395"/>
                  </a:lnTo>
                  <a:lnTo>
                    <a:pt x="2819" y="2356"/>
                  </a:lnTo>
                  <a:lnTo>
                    <a:pt x="2626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0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89" y="1468"/>
                  </a:lnTo>
                  <a:close/>
                  <a:moveTo>
                    <a:pt x="3746" y="4750"/>
                  </a:moveTo>
                  <a:lnTo>
                    <a:pt x="3900" y="4789"/>
                  </a:lnTo>
                  <a:lnTo>
                    <a:pt x="4016" y="4828"/>
                  </a:lnTo>
                  <a:lnTo>
                    <a:pt x="4093" y="4944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2" y="5368"/>
                  </a:lnTo>
                  <a:lnTo>
                    <a:pt x="4093" y="5484"/>
                  </a:lnTo>
                  <a:lnTo>
                    <a:pt x="3978" y="5600"/>
                  </a:lnTo>
                  <a:lnTo>
                    <a:pt x="3784" y="5754"/>
                  </a:lnTo>
                  <a:lnTo>
                    <a:pt x="3514" y="5870"/>
                  </a:lnTo>
                  <a:lnTo>
                    <a:pt x="3128" y="5870"/>
                  </a:lnTo>
                  <a:lnTo>
                    <a:pt x="2742" y="5793"/>
                  </a:lnTo>
                  <a:lnTo>
                    <a:pt x="2935" y="5368"/>
                  </a:lnTo>
                  <a:lnTo>
                    <a:pt x="3051" y="5214"/>
                  </a:lnTo>
                  <a:lnTo>
                    <a:pt x="3205" y="5021"/>
                  </a:lnTo>
                  <a:lnTo>
                    <a:pt x="3476" y="4866"/>
                  </a:lnTo>
                  <a:lnTo>
                    <a:pt x="3630" y="4789"/>
                  </a:lnTo>
                  <a:lnTo>
                    <a:pt x="3746" y="4750"/>
                  </a:lnTo>
                  <a:close/>
                  <a:moveTo>
                    <a:pt x="1120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2" y="6102"/>
                  </a:lnTo>
                  <a:lnTo>
                    <a:pt x="1429" y="6256"/>
                  </a:lnTo>
                  <a:lnTo>
                    <a:pt x="1236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5" y="6334"/>
                  </a:lnTo>
                  <a:lnTo>
                    <a:pt x="502" y="6179"/>
                  </a:lnTo>
                  <a:lnTo>
                    <a:pt x="425" y="6025"/>
                  </a:lnTo>
                  <a:lnTo>
                    <a:pt x="425" y="5909"/>
                  </a:lnTo>
                  <a:lnTo>
                    <a:pt x="464" y="5754"/>
                  </a:lnTo>
                  <a:lnTo>
                    <a:pt x="579" y="5677"/>
                  </a:lnTo>
                  <a:lnTo>
                    <a:pt x="695" y="5600"/>
                  </a:lnTo>
                  <a:lnTo>
                    <a:pt x="850" y="5523"/>
                  </a:lnTo>
                  <a:close/>
                  <a:moveTo>
                    <a:pt x="5715" y="6218"/>
                  </a:moveTo>
                  <a:lnTo>
                    <a:pt x="5870" y="6334"/>
                  </a:lnTo>
                  <a:lnTo>
                    <a:pt x="5947" y="6411"/>
                  </a:lnTo>
                  <a:lnTo>
                    <a:pt x="5986" y="6527"/>
                  </a:lnTo>
                  <a:lnTo>
                    <a:pt x="6024" y="6681"/>
                  </a:lnTo>
                  <a:lnTo>
                    <a:pt x="5986" y="6797"/>
                  </a:lnTo>
                  <a:lnTo>
                    <a:pt x="5908" y="7067"/>
                  </a:lnTo>
                  <a:lnTo>
                    <a:pt x="5792" y="7260"/>
                  </a:lnTo>
                  <a:lnTo>
                    <a:pt x="5677" y="7492"/>
                  </a:lnTo>
                  <a:lnTo>
                    <a:pt x="5484" y="7647"/>
                  </a:lnTo>
                  <a:lnTo>
                    <a:pt x="5290" y="7801"/>
                  </a:lnTo>
                  <a:lnTo>
                    <a:pt x="5059" y="7917"/>
                  </a:lnTo>
                  <a:lnTo>
                    <a:pt x="5097" y="7878"/>
                  </a:lnTo>
                  <a:lnTo>
                    <a:pt x="5020" y="7415"/>
                  </a:lnTo>
                  <a:lnTo>
                    <a:pt x="4982" y="7183"/>
                  </a:lnTo>
                  <a:lnTo>
                    <a:pt x="5020" y="6952"/>
                  </a:lnTo>
                  <a:lnTo>
                    <a:pt x="5136" y="6681"/>
                  </a:lnTo>
                  <a:lnTo>
                    <a:pt x="5213" y="6527"/>
                  </a:lnTo>
                  <a:lnTo>
                    <a:pt x="5329" y="6372"/>
                  </a:lnTo>
                  <a:lnTo>
                    <a:pt x="5445" y="6256"/>
                  </a:lnTo>
                  <a:lnTo>
                    <a:pt x="5599" y="6218"/>
                  </a:lnTo>
                  <a:close/>
                  <a:moveTo>
                    <a:pt x="8959" y="8071"/>
                  </a:moveTo>
                  <a:lnTo>
                    <a:pt x="9152" y="8110"/>
                  </a:lnTo>
                  <a:lnTo>
                    <a:pt x="9268" y="8187"/>
                  </a:lnTo>
                  <a:lnTo>
                    <a:pt x="9345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1"/>
                  </a:lnTo>
                  <a:lnTo>
                    <a:pt x="9268" y="8921"/>
                  </a:lnTo>
                  <a:lnTo>
                    <a:pt x="9036" y="9153"/>
                  </a:lnTo>
                  <a:lnTo>
                    <a:pt x="8804" y="9346"/>
                  </a:lnTo>
                  <a:lnTo>
                    <a:pt x="8689" y="9384"/>
                  </a:lnTo>
                  <a:lnTo>
                    <a:pt x="8611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1" y="9346"/>
                  </a:lnTo>
                  <a:lnTo>
                    <a:pt x="8264" y="9346"/>
                  </a:lnTo>
                  <a:lnTo>
                    <a:pt x="8225" y="8959"/>
                  </a:lnTo>
                  <a:lnTo>
                    <a:pt x="8225" y="8766"/>
                  </a:lnTo>
                  <a:lnTo>
                    <a:pt x="8264" y="8573"/>
                  </a:lnTo>
                  <a:lnTo>
                    <a:pt x="8341" y="8342"/>
                  </a:lnTo>
                  <a:lnTo>
                    <a:pt x="8496" y="8187"/>
                  </a:lnTo>
                  <a:lnTo>
                    <a:pt x="8727" y="8110"/>
                  </a:lnTo>
                  <a:lnTo>
                    <a:pt x="8843" y="8071"/>
                  </a:lnTo>
                  <a:close/>
                  <a:moveTo>
                    <a:pt x="4943" y="8380"/>
                  </a:moveTo>
                  <a:lnTo>
                    <a:pt x="4943" y="8419"/>
                  </a:lnTo>
                  <a:lnTo>
                    <a:pt x="4750" y="8805"/>
                  </a:lnTo>
                  <a:lnTo>
                    <a:pt x="4595" y="8959"/>
                  </a:lnTo>
                  <a:lnTo>
                    <a:pt x="4441" y="9153"/>
                  </a:lnTo>
                  <a:lnTo>
                    <a:pt x="4209" y="9307"/>
                  </a:lnTo>
                  <a:lnTo>
                    <a:pt x="3939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8" y="9346"/>
                  </a:lnTo>
                  <a:lnTo>
                    <a:pt x="3321" y="9191"/>
                  </a:lnTo>
                  <a:lnTo>
                    <a:pt x="3321" y="9075"/>
                  </a:lnTo>
                  <a:lnTo>
                    <a:pt x="3321" y="8959"/>
                  </a:lnTo>
                  <a:lnTo>
                    <a:pt x="3398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4" y="8457"/>
                  </a:lnTo>
                  <a:lnTo>
                    <a:pt x="4055" y="8380"/>
                  </a:lnTo>
                  <a:lnTo>
                    <a:pt x="4325" y="8380"/>
                  </a:lnTo>
                  <a:lnTo>
                    <a:pt x="4904" y="8419"/>
                  </a:lnTo>
                  <a:lnTo>
                    <a:pt x="4943" y="8380"/>
                  </a:lnTo>
                  <a:close/>
                  <a:moveTo>
                    <a:pt x="7994" y="10002"/>
                  </a:moveTo>
                  <a:lnTo>
                    <a:pt x="7955" y="10195"/>
                  </a:lnTo>
                  <a:lnTo>
                    <a:pt x="7916" y="10350"/>
                  </a:lnTo>
                  <a:lnTo>
                    <a:pt x="7839" y="10543"/>
                  </a:lnTo>
                  <a:lnTo>
                    <a:pt x="7723" y="10697"/>
                  </a:lnTo>
                  <a:lnTo>
                    <a:pt x="7607" y="10813"/>
                  </a:lnTo>
                  <a:lnTo>
                    <a:pt x="7492" y="10929"/>
                  </a:lnTo>
                  <a:lnTo>
                    <a:pt x="7337" y="11045"/>
                  </a:lnTo>
                  <a:lnTo>
                    <a:pt x="7144" y="11083"/>
                  </a:lnTo>
                  <a:lnTo>
                    <a:pt x="6951" y="11122"/>
                  </a:lnTo>
                  <a:lnTo>
                    <a:pt x="6796" y="11083"/>
                  </a:lnTo>
                  <a:lnTo>
                    <a:pt x="6719" y="11045"/>
                  </a:lnTo>
                  <a:lnTo>
                    <a:pt x="6681" y="10967"/>
                  </a:lnTo>
                  <a:lnTo>
                    <a:pt x="6642" y="10890"/>
                  </a:lnTo>
                  <a:lnTo>
                    <a:pt x="6603" y="10813"/>
                  </a:lnTo>
                  <a:lnTo>
                    <a:pt x="6642" y="10620"/>
                  </a:lnTo>
                  <a:lnTo>
                    <a:pt x="6719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1" y="10157"/>
                  </a:lnTo>
                  <a:lnTo>
                    <a:pt x="7492" y="10079"/>
                  </a:lnTo>
                  <a:lnTo>
                    <a:pt x="7723" y="10041"/>
                  </a:lnTo>
                  <a:lnTo>
                    <a:pt x="7994" y="10002"/>
                  </a:lnTo>
                  <a:close/>
                  <a:moveTo>
                    <a:pt x="2201" y="1"/>
                  </a:moveTo>
                  <a:lnTo>
                    <a:pt x="2008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0" y="812"/>
                  </a:lnTo>
                  <a:lnTo>
                    <a:pt x="1236" y="773"/>
                  </a:lnTo>
                  <a:lnTo>
                    <a:pt x="1043" y="735"/>
                  </a:lnTo>
                  <a:lnTo>
                    <a:pt x="695" y="735"/>
                  </a:lnTo>
                  <a:lnTo>
                    <a:pt x="541" y="812"/>
                  </a:lnTo>
                  <a:lnTo>
                    <a:pt x="386" y="889"/>
                  </a:lnTo>
                  <a:lnTo>
                    <a:pt x="232" y="1005"/>
                  </a:lnTo>
                  <a:lnTo>
                    <a:pt x="116" y="1159"/>
                  </a:lnTo>
                  <a:lnTo>
                    <a:pt x="39" y="1314"/>
                  </a:lnTo>
                  <a:lnTo>
                    <a:pt x="0" y="1468"/>
                  </a:lnTo>
                  <a:lnTo>
                    <a:pt x="0" y="1623"/>
                  </a:lnTo>
                  <a:lnTo>
                    <a:pt x="0" y="1777"/>
                  </a:lnTo>
                  <a:lnTo>
                    <a:pt x="77" y="1932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5" y="2279"/>
                  </a:lnTo>
                  <a:lnTo>
                    <a:pt x="579" y="2356"/>
                  </a:lnTo>
                  <a:lnTo>
                    <a:pt x="734" y="2395"/>
                  </a:lnTo>
                  <a:lnTo>
                    <a:pt x="1043" y="2434"/>
                  </a:lnTo>
                  <a:lnTo>
                    <a:pt x="1390" y="2395"/>
                  </a:lnTo>
                  <a:lnTo>
                    <a:pt x="1699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8" y="4635"/>
                  </a:lnTo>
                  <a:lnTo>
                    <a:pt x="1777" y="5021"/>
                  </a:lnTo>
                  <a:lnTo>
                    <a:pt x="1892" y="5368"/>
                  </a:lnTo>
                  <a:lnTo>
                    <a:pt x="1583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2" y="5252"/>
                  </a:lnTo>
                  <a:lnTo>
                    <a:pt x="386" y="5330"/>
                  </a:lnTo>
                  <a:lnTo>
                    <a:pt x="271" y="5446"/>
                  </a:lnTo>
                  <a:lnTo>
                    <a:pt x="155" y="5561"/>
                  </a:lnTo>
                  <a:lnTo>
                    <a:pt x="77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7" y="6218"/>
                  </a:lnTo>
                  <a:lnTo>
                    <a:pt x="155" y="6334"/>
                  </a:lnTo>
                  <a:lnTo>
                    <a:pt x="232" y="6450"/>
                  </a:lnTo>
                  <a:lnTo>
                    <a:pt x="348" y="6565"/>
                  </a:lnTo>
                  <a:lnTo>
                    <a:pt x="502" y="6643"/>
                  </a:lnTo>
                  <a:lnTo>
                    <a:pt x="657" y="6720"/>
                  </a:lnTo>
                  <a:lnTo>
                    <a:pt x="811" y="6758"/>
                  </a:lnTo>
                  <a:lnTo>
                    <a:pt x="1120" y="6758"/>
                  </a:lnTo>
                  <a:lnTo>
                    <a:pt x="1429" y="6681"/>
                  </a:lnTo>
                  <a:lnTo>
                    <a:pt x="1699" y="6527"/>
                  </a:lnTo>
                  <a:lnTo>
                    <a:pt x="1931" y="6295"/>
                  </a:lnTo>
                  <a:lnTo>
                    <a:pt x="2124" y="6063"/>
                  </a:lnTo>
                  <a:lnTo>
                    <a:pt x="2394" y="6527"/>
                  </a:lnTo>
                  <a:lnTo>
                    <a:pt x="2742" y="6990"/>
                  </a:lnTo>
                  <a:lnTo>
                    <a:pt x="3128" y="7376"/>
                  </a:lnTo>
                  <a:lnTo>
                    <a:pt x="3591" y="7762"/>
                  </a:lnTo>
                  <a:lnTo>
                    <a:pt x="4016" y="7994"/>
                  </a:lnTo>
                  <a:lnTo>
                    <a:pt x="3823" y="8033"/>
                  </a:lnTo>
                  <a:lnTo>
                    <a:pt x="3630" y="8110"/>
                  </a:lnTo>
                  <a:lnTo>
                    <a:pt x="3437" y="8187"/>
                  </a:lnTo>
                  <a:lnTo>
                    <a:pt x="3282" y="8342"/>
                  </a:lnTo>
                  <a:lnTo>
                    <a:pt x="3167" y="8457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5" y="8882"/>
                  </a:lnTo>
                  <a:lnTo>
                    <a:pt x="2896" y="9075"/>
                  </a:lnTo>
                  <a:lnTo>
                    <a:pt x="2935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1" y="9770"/>
                  </a:lnTo>
                  <a:lnTo>
                    <a:pt x="3514" y="9848"/>
                  </a:lnTo>
                  <a:lnTo>
                    <a:pt x="3707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8" y="9770"/>
                  </a:lnTo>
                  <a:lnTo>
                    <a:pt x="4402" y="9693"/>
                  </a:lnTo>
                  <a:lnTo>
                    <a:pt x="4673" y="9461"/>
                  </a:lnTo>
                  <a:lnTo>
                    <a:pt x="4904" y="9153"/>
                  </a:lnTo>
                  <a:lnTo>
                    <a:pt x="5097" y="8844"/>
                  </a:lnTo>
                  <a:lnTo>
                    <a:pt x="5213" y="8496"/>
                  </a:lnTo>
                  <a:lnTo>
                    <a:pt x="6526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5" y="9655"/>
                  </a:lnTo>
                  <a:lnTo>
                    <a:pt x="7762" y="9655"/>
                  </a:lnTo>
                  <a:lnTo>
                    <a:pt x="7569" y="9693"/>
                  </a:lnTo>
                  <a:lnTo>
                    <a:pt x="7144" y="9809"/>
                  </a:lnTo>
                  <a:lnTo>
                    <a:pt x="6796" y="9963"/>
                  </a:lnTo>
                  <a:lnTo>
                    <a:pt x="6642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4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4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5" y="11508"/>
                  </a:lnTo>
                  <a:lnTo>
                    <a:pt x="7028" y="11508"/>
                  </a:lnTo>
                  <a:lnTo>
                    <a:pt x="7221" y="11469"/>
                  </a:lnTo>
                  <a:lnTo>
                    <a:pt x="7414" y="11392"/>
                  </a:lnTo>
                  <a:lnTo>
                    <a:pt x="7569" y="11315"/>
                  </a:lnTo>
                  <a:lnTo>
                    <a:pt x="7723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09" y="10697"/>
                  </a:lnTo>
                  <a:lnTo>
                    <a:pt x="8225" y="10465"/>
                  </a:lnTo>
                  <a:lnTo>
                    <a:pt x="8264" y="10234"/>
                  </a:lnTo>
                  <a:lnTo>
                    <a:pt x="8302" y="9963"/>
                  </a:lnTo>
                  <a:lnTo>
                    <a:pt x="8341" y="9925"/>
                  </a:lnTo>
                  <a:lnTo>
                    <a:pt x="8727" y="10272"/>
                  </a:lnTo>
                  <a:lnTo>
                    <a:pt x="9075" y="10659"/>
                  </a:lnTo>
                  <a:lnTo>
                    <a:pt x="9345" y="11122"/>
                  </a:lnTo>
                  <a:lnTo>
                    <a:pt x="9461" y="11354"/>
                  </a:lnTo>
                  <a:lnTo>
                    <a:pt x="9538" y="11585"/>
                  </a:lnTo>
                  <a:lnTo>
                    <a:pt x="9654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4" y="12937"/>
                  </a:lnTo>
                  <a:lnTo>
                    <a:pt x="9577" y="13284"/>
                  </a:lnTo>
                  <a:lnTo>
                    <a:pt x="9461" y="13593"/>
                  </a:lnTo>
                  <a:lnTo>
                    <a:pt x="9191" y="14211"/>
                  </a:lnTo>
                  <a:lnTo>
                    <a:pt x="9152" y="14288"/>
                  </a:lnTo>
                  <a:lnTo>
                    <a:pt x="9152" y="14327"/>
                  </a:lnTo>
                  <a:lnTo>
                    <a:pt x="9229" y="14404"/>
                  </a:lnTo>
                  <a:lnTo>
                    <a:pt x="9306" y="14443"/>
                  </a:lnTo>
                  <a:lnTo>
                    <a:pt x="9422" y="14404"/>
                  </a:lnTo>
                  <a:lnTo>
                    <a:pt x="9577" y="14250"/>
                  </a:lnTo>
                  <a:lnTo>
                    <a:pt x="9731" y="14057"/>
                  </a:lnTo>
                  <a:lnTo>
                    <a:pt x="9847" y="13902"/>
                  </a:lnTo>
                  <a:lnTo>
                    <a:pt x="9924" y="13670"/>
                  </a:lnTo>
                  <a:lnTo>
                    <a:pt x="10079" y="13246"/>
                  </a:lnTo>
                  <a:lnTo>
                    <a:pt x="10117" y="12782"/>
                  </a:lnTo>
                  <a:lnTo>
                    <a:pt x="10117" y="12319"/>
                  </a:lnTo>
                  <a:lnTo>
                    <a:pt x="10040" y="11856"/>
                  </a:lnTo>
                  <a:lnTo>
                    <a:pt x="9924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6" y="10272"/>
                  </a:lnTo>
                  <a:lnTo>
                    <a:pt x="9036" y="9963"/>
                  </a:lnTo>
                  <a:lnTo>
                    <a:pt x="8727" y="9693"/>
                  </a:lnTo>
                  <a:lnTo>
                    <a:pt x="8959" y="9577"/>
                  </a:lnTo>
                  <a:lnTo>
                    <a:pt x="9229" y="9423"/>
                  </a:lnTo>
                  <a:lnTo>
                    <a:pt x="9461" y="9191"/>
                  </a:lnTo>
                  <a:lnTo>
                    <a:pt x="9615" y="8921"/>
                  </a:lnTo>
                  <a:lnTo>
                    <a:pt x="9731" y="8612"/>
                  </a:lnTo>
                  <a:lnTo>
                    <a:pt x="9731" y="8496"/>
                  </a:lnTo>
                  <a:lnTo>
                    <a:pt x="9731" y="8342"/>
                  </a:lnTo>
                  <a:lnTo>
                    <a:pt x="9693" y="8187"/>
                  </a:lnTo>
                  <a:lnTo>
                    <a:pt x="9615" y="8071"/>
                  </a:lnTo>
                  <a:lnTo>
                    <a:pt x="9499" y="7955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6" y="7724"/>
                  </a:lnTo>
                  <a:lnTo>
                    <a:pt x="8689" y="7724"/>
                  </a:lnTo>
                  <a:lnTo>
                    <a:pt x="8534" y="7762"/>
                  </a:lnTo>
                  <a:lnTo>
                    <a:pt x="8380" y="7840"/>
                  </a:lnTo>
                  <a:lnTo>
                    <a:pt x="8225" y="7955"/>
                  </a:lnTo>
                  <a:lnTo>
                    <a:pt x="8109" y="8071"/>
                  </a:lnTo>
                  <a:lnTo>
                    <a:pt x="7955" y="8264"/>
                  </a:lnTo>
                  <a:lnTo>
                    <a:pt x="7878" y="8535"/>
                  </a:lnTo>
                  <a:lnTo>
                    <a:pt x="7839" y="8766"/>
                  </a:lnTo>
                  <a:lnTo>
                    <a:pt x="7839" y="9037"/>
                  </a:lnTo>
                  <a:lnTo>
                    <a:pt x="7221" y="8766"/>
                  </a:lnTo>
                  <a:lnTo>
                    <a:pt x="6642" y="8496"/>
                  </a:lnTo>
                  <a:lnTo>
                    <a:pt x="5368" y="8033"/>
                  </a:lnTo>
                  <a:lnTo>
                    <a:pt x="5638" y="7878"/>
                  </a:lnTo>
                  <a:lnTo>
                    <a:pt x="5870" y="7685"/>
                  </a:lnTo>
                  <a:lnTo>
                    <a:pt x="6063" y="7453"/>
                  </a:lnTo>
                  <a:lnTo>
                    <a:pt x="6217" y="7183"/>
                  </a:lnTo>
                  <a:lnTo>
                    <a:pt x="6333" y="6874"/>
                  </a:lnTo>
                  <a:lnTo>
                    <a:pt x="6333" y="6720"/>
                  </a:lnTo>
                  <a:lnTo>
                    <a:pt x="6333" y="6527"/>
                  </a:lnTo>
                  <a:lnTo>
                    <a:pt x="6333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4" y="5948"/>
                  </a:lnTo>
                  <a:lnTo>
                    <a:pt x="5870" y="5870"/>
                  </a:lnTo>
                  <a:lnTo>
                    <a:pt x="5715" y="5832"/>
                  </a:lnTo>
                  <a:lnTo>
                    <a:pt x="5561" y="5870"/>
                  </a:lnTo>
                  <a:lnTo>
                    <a:pt x="5406" y="5909"/>
                  </a:lnTo>
                  <a:lnTo>
                    <a:pt x="5252" y="5986"/>
                  </a:lnTo>
                  <a:lnTo>
                    <a:pt x="5136" y="6063"/>
                  </a:lnTo>
                  <a:lnTo>
                    <a:pt x="4904" y="6334"/>
                  </a:lnTo>
                  <a:lnTo>
                    <a:pt x="4750" y="6643"/>
                  </a:lnTo>
                  <a:lnTo>
                    <a:pt x="4634" y="7029"/>
                  </a:lnTo>
                  <a:lnTo>
                    <a:pt x="4634" y="7222"/>
                  </a:lnTo>
                  <a:lnTo>
                    <a:pt x="4634" y="7415"/>
                  </a:lnTo>
                  <a:lnTo>
                    <a:pt x="4634" y="7608"/>
                  </a:lnTo>
                  <a:lnTo>
                    <a:pt x="4711" y="7762"/>
                  </a:lnTo>
                  <a:lnTo>
                    <a:pt x="4093" y="7453"/>
                  </a:lnTo>
                  <a:lnTo>
                    <a:pt x="3823" y="7299"/>
                  </a:lnTo>
                  <a:lnTo>
                    <a:pt x="3553" y="7106"/>
                  </a:lnTo>
                  <a:lnTo>
                    <a:pt x="3321" y="6874"/>
                  </a:lnTo>
                  <a:lnTo>
                    <a:pt x="3089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1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2" y="5986"/>
                  </a:lnTo>
                  <a:lnTo>
                    <a:pt x="4248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8" y="5407"/>
                  </a:lnTo>
                  <a:lnTo>
                    <a:pt x="4557" y="5214"/>
                  </a:lnTo>
                  <a:lnTo>
                    <a:pt x="4518" y="5059"/>
                  </a:lnTo>
                  <a:lnTo>
                    <a:pt x="4480" y="4866"/>
                  </a:lnTo>
                  <a:lnTo>
                    <a:pt x="4402" y="4712"/>
                  </a:lnTo>
                  <a:lnTo>
                    <a:pt x="4286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0" y="4364"/>
                  </a:lnTo>
                  <a:lnTo>
                    <a:pt x="3707" y="4364"/>
                  </a:lnTo>
                  <a:lnTo>
                    <a:pt x="3553" y="4403"/>
                  </a:lnTo>
                  <a:lnTo>
                    <a:pt x="3398" y="4442"/>
                  </a:lnTo>
                  <a:lnTo>
                    <a:pt x="3244" y="4519"/>
                  </a:lnTo>
                  <a:lnTo>
                    <a:pt x="3089" y="4635"/>
                  </a:lnTo>
                  <a:lnTo>
                    <a:pt x="2819" y="4905"/>
                  </a:lnTo>
                  <a:lnTo>
                    <a:pt x="2587" y="5214"/>
                  </a:lnTo>
                  <a:lnTo>
                    <a:pt x="2433" y="5561"/>
                  </a:lnTo>
                  <a:lnTo>
                    <a:pt x="2394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5" y="4326"/>
                  </a:lnTo>
                  <a:lnTo>
                    <a:pt x="2047" y="3940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4" y="2318"/>
                  </a:lnTo>
                  <a:lnTo>
                    <a:pt x="2356" y="2511"/>
                  </a:lnTo>
                  <a:lnTo>
                    <a:pt x="2587" y="2627"/>
                  </a:lnTo>
                  <a:lnTo>
                    <a:pt x="2819" y="2742"/>
                  </a:lnTo>
                  <a:lnTo>
                    <a:pt x="3128" y="2781"/>
                  </a:lnTo>
                  <a:lnTo>
                    <a:pt x="3282" y="2742"/>
                  </a:lnTo>
                  <a:lnTo>
                    <a:pt x="3476" y="2704"/>
                  </a:lnTo>
                  <a:lnTo>
                    <a:pt x="3630" y="2627"/>
                  </a:lnTo>
                  <a:lnTo>
                    <a:pt x="3784" y="2549"/>
                  </a:lnTo>
                  <a:lnTo>
                    <a:pt x="3900" y="2434"/>
                  </a:lnTo>
                  <a:lnTo>
                    <a:pt x="4016" y="2279"/>
                  </a:lnTo>
                  <a:lnTo>
                    <a:pt x="4093" y="2125"/>
                  </a:lnTo>
                  <a:lnTo>
                    <a:pt x="4132" y="1970"/>
                  </a:lnTo>
                  <a:lnTo>
                    <a:pt x="4093" y="1777"/>
                  </a:lnTo>
                  <a:lnTo>
                    <a:pt x="4055" y="1623"/>
                  </a:lnTo>
                  <a:lnTo>
                    <a:pt x="4016" y="1507"/>
                  </a:lnTo>
                  <a:lnTo>
                    <a:pt x="3900" y="1352"/>
                  </a:lnTo>
                  <a:lnTo>
                    <a:pt x="3784" y="1237"/>
                  </a:lnTo>
                  <a:lnTo>
                    <a:pt x="3630" y="1159"/>
                  </a:lnTo>
                  <a:lnTo>
                    <a:pt x="3514" y="1121"/>
                  </a:lnTo>
                  <a:lnTo>
                    <a:pt x="3321" y="1082"/>
                  </a:lnTo>
                  <a:lnTo>
                    <a:pt x="3167" y="1043"/>
                  </a:lnTo>
                  <a:lnTo>
                    <a:pt x="3012" y="1082"/>
                  </a:lnTo>
                  <a:lnTo>
                    <a:pt x="2742" y="1159"/>
                  </a:lnTo>
                  <a:lnTo>
                    <a:pt x="2472" y="1314"/>
                  </a:lnTo>
                  <a:lnTo>
                    <a:pt x="2240" y="1545"/>
                  </a:lnTo>
                  <a:lnTo>
                    <a:pt x="2510" y="78"/>
                  </a:lnTo>
                  <a:lnTo>
                    <a:pt x="220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1" name="Google Shape;4201;p18"/>
            <p:cNvSpPr/>
            <p:nvPr/>
          </p:nvSpPr>
          <p:spPr>
            <a:xfrm>
              <a:off x="4094775" y="2444775"/>
              <a:ext cx="126475" cy="70500"/>
            </a:xfrm>
            <a:custGeom>
              <a:avLst/>
              <a:gdLst/>
              <a:ahLst/>
              <a:cxnLst/>
              <a:rect l="l" t="t" r="r" b="b"/>
              <a:pathLst>
                <a:path w="5059" h="2820" extrusionOk="0">
                  <a:moveTo>
                    <a:pt x="4904" y="1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42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5"/>
                  </a:lnTo>
                  <a:lnTo>
                    <a:pt x="116" y="2433"/>
                  </a:lnTo>
                  <a:lnTo>
                    <a:pt x="39" y="2511"/>
                  </a:lnTo>
                  <a:lnTo>
                    <a:pt x="0" y="2588"/>
                  </a:lnTo>
                  <a:lnTo>
                    <a:pt x="39" y="2704"/>
                  </a:lnTo>
                  <a:lnTo>
                    <a:pt x="116" y="2781"/>
                  </a:lnTo>
                  <a:lnTo>
                    <a:pt x="387" y="2820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95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121"/>
                  </a:lnTo>
                  <a:lnTo>
                    <a:pt x="4596" y="734"/>
                  </a:lnTo>
                  <a:lnTo>
                    <a:pt x="5059" y="348"/>
                  </a:lnTo>
                  <a:lnTo>
                    <a:pt x="490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2" name="Google Shape;4202;p18"/>
            <p:cNvSpPr/>
            <p:nvPr/>
          </p:nvSpPr>
          <p:spPr>
            <a:xfrm>
              <a:off x="6880825" y="24872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5" y="1159"/>
                  </a:lnTo>
                  <a:lnTo>
                    <a:pt x="2897" y="1700"/>
                  </a:lnTo>
                  <a:lnTo>
                    <a:pt x="2511" y="2202"/>
                  </a:lnTo>
                  <a:lnTo>
                    <a:pt x="1932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96"/>
                  </a:lnTo>
                  <a:lnTo>
                    <a:pt x="40" y="4943"/>
                  </a:lnTo>
                  <a:lnTo>
                    <a:pt x="155" y="4943"/>
                  </a:lnTo>
                  <a:lnTo>
                    <a:pt x="542" y="4789"/>
                  </a:lnTo>
                  <a:lnTo>
                    <a:pt x="966" y="4519"/>
                  </a:lnTo>
                  <a:lnTo>
                    <a:pt x="1314" y="4248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897" y="2511"/>
                  </a:lnTo>
                  <a:lnTo>
                    <a:pt x="3322" y="1970"/>
                  </a:lnTo>
                  <a:lnTo>
                    <a:pt x="3669" y="1391"/>
                  </a:lnTo>
                  <a:lnTo>
                    <a:pt x="3978" y="812"/>
                  </a:lnTo>
                  <a:lnTo>
                    <a:pt x="4249" y="194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3" name="Google Shape;4203;p18"/>
            <p:cNvSpPr/>
            <p:nvPr/>
          </p:nvSpPr>
          <p:spPr>
            <a:xfrm>
              <a:off x="4037825" y="2489175"/>
              <a:ext cx="66625" cy="98500"/>
            </a:xfrm>
            <a:custGeom>
              <a:avLst/>
              <a:gdLst/>
              <a:ahLst/>
              <a:cxnLst/>
              <a:rect l="l" t="t" r="r" b="b"/>
              <a:pathLst>
                <a:path w="2665" h="3940" extrusionOk="0">
                  <a:moveTo>
                    <a:pt x="850" y="1"/>
                  </a:moveTo>
                  <a:lnTo>
                    <a:pt x="502" y="117"/>
                  </a:lnTo>
                  <a:lnTo>
                    <a:pt x="618" y="194"/>
                  </a:lnTo>
                  <a:lnTo>
                    <a:pt x="463" y="580"/>
                  </a:lnTo>
                  <a:lnTo>
                    <a:pt x="270" y="1082"/>
                  </a:lnTo>
                  <a:lnTo>
                    <a:pt x="155" y="1584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36"/>
                  </a:lnTo>
                  <a:lnTo>
                    <a:pt x="77" y="3167"/>
                  </a:lnTo>
                  <a:lnTo>
                    <a:pt x="193" y="3399"/>
                  </a:lnTo>
                  <a:lnTo>
                    <a:pt x="309" y="3554"/>
                  </a:lnTo>
                  <a:lnTo>
                    <a:pt x="463" y="3708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40"/>
                  </a:lnTo>
                  <a:lnTo>
                    <a:pt x="1313" y="3901"/>
                  </a:lnTo>
                  <a:lnTo>
                    <a:pt x="1506" y="3824"/>
                  </a:lnTo>
                  <a:lnTo>
                    <a:pt x="1661" y="3669"/>
                  </a:lnTo>
                  <a:lnTo>
                    <a:pt x="1815" y="3476"/>
                  </a:lnTo>
                  <a:lnTo>
                    <a:pt x="1969" y="3283"/>
                  </a:lnTo>
                  <a:lnTo>
                    <a:pt x="2124" y="3052"/>
                  </a:lnTo>
                  <a:lnTo>
                    <a:pt x="2317" y="2511"/>
                  </a:lnTo>
                  <a:lnTo>
                    <a:pt x="2510" y="1970"/>
                  </a:lnTo>
                  <a:lnTo>
                    <a:pt x="2626" y="1468"/>
                  </a:lnTo>
                  <a:lnTo>
                    <a:pt x="2665" y="1044"/>
                  </a:lnTo>
                  <a:lnTo>
                    <a:pt x="2394" y="1005"/>
                  </a:lnTo>
                  <a:lnTo>
                    <a:pt x="2008" y="2009"/>
                  </a:lnTo>
                  <a:lnTo>
                    <a:pt x="1738" y="2665"/>
                  </a:lnTo>
                  <a:lnTo>
                    <a:pt x="1545" y="3013"/>
                  </a:lnTo>
                  <a:lnTo>
                    <a:pt x="1467" y="3206"/>
                  </a:lnTo>
                  <a:lnTo>
                    <a:pt x="1352" y="3283"/>
                  </a:lnTo>
                  <a:lnTo>
                    <a:pt x="1159" y="3283"/>
                  </a:lnTo>
                  <a:lnTo>
                    <a:pt x="1004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897"/>
                  </a:lnTo>
                  <a:lnTo>
                    <a:pt x="541" y="2665"/>
                  </a:lnTo>
                  <a:lnTo>
                    <a:pt x="541" y="2356"/>
                  </a:lnTo>
                  <a:lnTo>
                    <a:pt x="579" y="2048"/>
                  </a:lnTo>
                  <a:lnTo>
                    <a:pt x="657" y="1623"/>
                  </a:lnTo>
                  <a:lnTo>
                    <a:pt x="734" y="1159"/>
                  </a:lnTo>
                  <a:lnTo>
                    <a:pt x="888" y="773"/>
                  </a:lnTo>
                  <a:lnTo>
                    <a:pt x="1043" y="349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5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4" name="Google Shape;4204;p18"/>
            <p:cNvSpPr/>
            <p:nvPr/>
          </p:nvSpPr>
          <p:spPr>
            <a:xfrm>
              <a:off x="6829675" y="248917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4" y="271"/>
                  </a:moveTo>
                  <a:lnTo>
                    <a:pt x="1236" y="387"/>
                  </a:lnTo>
                  <a:lnTo>
                    <a:pt x="1429" y="542"/>
                  </a:lnTo>
                  <a:lnTo>
                    <a:pt x="1545" y="735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4" y="1198"/>
                  </a:lnTo>
                  <a:lnTo>
                    <a:pt x="1545" y="1275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6"/>
                  </a:lnTo>
                  <a:lnTo>
                    <a:pt x="966" y="1584"/>
                  </a:lnTo>
                  <a:lnTo>
                    <a:pt x="773" y="1546"/>
                  </a:lnTo>
                  <a:lnTo>
                    <a:pt x="580" y="1391"/>
                  </a:lnTo>
                  <a:lnTo>
                    <a:pt x="502" y="1314"/>
                  </a:lnTo>
                  <a:lnTo>
                    <a:pt x="464" y="1198"/>
                  </a:lnTo>
                  <a:lnTo>
                    <a:pt x="425" y="966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387"/>
                  </a:lnTo>
                  <a:lnTo>
                    <a:pt x="734" y="349"/>
                  </a:lnTo>
                  <a:lnTo>
                    <a:pt x="734" y="271"/>
                  </a:lnTo>
                  <a:close/>
                  <a:moveTo>
                    <a:pt x="850" y="1"/>
                  </a:moveTo>
                  <a:lnTo>
                    <a:pt x="657" y="78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78"/>
                  </a:lnTo>
                  <a:lnTo>
                    <a:pt x="271" y="194"/>
                  </a:lnTo>
                  <a:lnTo>
                    <a:pt x="155" y="349"/>
                  </a:lnTo>
                  <a:lnTo>
                    <a:pt x="78" y="503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8" y="1430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893"/>
                  </a:lnTo>
                  <a:lnTo>
                    <a:pt x="1584" y="1816"/>
                  </a:lnTo>
                  <a:lnTo>
                    <a:pt x="1738" y="1661"/>
                  </a:lnTo>
                  <a:lnTo>
                    <a:pt x="1892" y="1546"/>
                  </a:lnTo>
                  <a:lnTo>
                    <a:pt x="1970" y="1352"/>
                  </a:lnTo>
                  <a:lnTo>
                    <a:pt x="2047" y="1159"/>
                  </a:lnTo>
                  <a:lnTo>
                    <a:pt x="2086" y="966"/>
                  </a:lnTo>
                  <a:lnTo>
                    <a:pt x="2047" y="773"/>
                  </a:lnTo>
                  <a:lnTo>
                    <a:pt x="1970" y="580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4" y="155"/>
                  </a:lnTo>
                  <a:lnTo>
                    <a:pt x="1429" y="40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5" name="Google Shape;4205;p18"/>
            <p:cNvSpPr/>
            <p:nvPr/>
          </p:nvSpPr>
          <p:spPr>
            <a:xfrm>
              <a:off x="2130250" y="2495950"/>
              <a:ext cx="246175" cy="107175"/>
            </a:xfrm>
            <a:custGeom>
              <a:avLst/>
              <a:gdLst/>
              <a:ahLst/>
              <a:cxnLst/>
              <a:rect l="l" t="t" r="r" b="b"/>
              <a:pathLst>
                <a:path w="9847" h="4287" extrusionOk="0">
                  <a:moveTo>
                    <a:pt x="8882" y="2742"/>
                  </a:moveTo>
                  <a:lnTo>
                    <a:pt x="9113" y="2819"/>
                  </a:lnTo>
                  <a:lnTo>
                    <a:pt x="9229" y="2896"/>
                  </a:lnTo>
                  <a:lnTo>
                    <a:pt x="9306" y="3012"/>
                  </a:lnTo>
                  <a:lnTo>
                    <a:pt x="9384" y="3089"/>
                  </a:lnTo>
                  <a:lnTo>
                    <a:pt x="9384" y="3205"/>
                  </a:lnTo>
                  <a:lnTo>
                    <a:pt x="9422" y="3321"/>
                  </a:lnTo>
                  <a:lnTo>
                    <a:pt x="9384" y="3437"/>
                  </a:lnTo>
                  <a:lnTo>
                    <a:pt x="9268" y="3630"/>
                  </a:lnTo>
                  <a:lnTo>
                    <a:pt x="9113" y="3785"/>
                  </a:lnTo>
                  <a:lnTo>
                    <a:pt x="8920" y="3862"/>
                  </a:lnTo>
                  <a:lnTo>
                    <a:pt x="8727" y="3862"/>
                  </a:lnTo>
                  <a:lnTo>
                    <a:pt x="8573" y="3785"/>
                  </a:lnTo>
                  <a:lnTo>
                    <a:pt x="8418" y="3630"/>
                  </a:lnTo>
                  <a:lnTo>
                    <a:pt x="8302" y="3437"/>
                  </a:lnTo>
                  <a:lnTo>
                    <a:pt x="8302" y="3244"/>
                  </a:lnTo>
                  <a:lnTo>
                    <a:pt x="8341" y="3051"/>
                  </a:lnTo>
                  <a:lnTo>
                    <a:pt x="8380" y="2858"/>
                  </a:lnTo>
                  <a:lnTo>
                    <a:pt x="8418" y="2819"/>
                  </a:lnTo>
                  <a:lnTo>
                    <a:pt x="8650" y="2742"/>
                  </a:lnTo>
                  <a:close/>
                  <a:moveTo>
                    <a:pt x="155" y="0"/>
                  </a:moveTo>
                  <a:lnTo>
                    <a:pt x="77" y="39"/>
                  </a:lnTo>
                  <a:lnTo>
                    <a:pt x="39" y="78"/>
                  </a:lnTo>
                  <a:lnTo>
                    <a:pt x="0" y="155"/>
                  </a:lnTo>
                  <a:lnTo>
                    <a:pt x="39" y="271"/>
                  </a:lnTo>
                  <a:lnTo>
                    <a:pt x="77" y="348"/>
                  </a:lnTo>
                  <a:lnTo>
                    <a:pt x="116" y="386"/>
                  </a:lnTo>
                  <a:lnTo>
                    <a:pt x="618" y="618"/>
                  </a:lnTo>
                  <a:lnTo>
                    <a:pt x="1120" y="773"/>
                  </a:lnTo>
                  <a:lnTo>
                    <a:pt x="2124" y="1081"/>
                  </a:lnTo>
                  <a:lnTo>
                    <a:pt x="4286" y="1738"/>
                  </a:lnTo>
                  <a:lnTo>
                    <a:pt x="6101" y="2317"/>
                  </a:lnTo>
                  <a:lnTo>
                    <a:pt x="7028" y="2587"/>
                  </a:lnTo>
                  <a:lnTo>
                    <a:pt x="7993" y="2819"/>
                  </a:lnTo>
                  <a:lnTo>
                    <a:pt x="7916" y="2974"/>
                  </a:lnTo>
                  <a:lnTo>
                    <a:pt x="7878" y="3089"/>
                  </a:lnTo>
                  <a:lnTo>
                    <a:pt x="7878" y="3398"/>
                  </a:lnTo>
                  <a:lnTo>
                    <a:pt x="7993" y="3707"/>
                  </a:lnTo>
                  <a:lnTo>
                    <a:pt x="8109" y="3939"/>
                  </a:lnTo>
                  <a:lnTo>
                    <a:pt x="8225" y="4093"/>
                  </a:lnTo>
                  <a:lnTo>
                    <a:pt x="8380" y="4171"/>
                  </a:lnTo>
                  <a:lnTo>
                    <a:pt x="8573" y="4248"/>
                  </a:lnTo>
                  <a:lnTo>
                    <a:pt x="8727" y="4287"/>
                  </a:lnTo>
                  <a:lnTo>
                    <a:pt x="8920" y="4287"/>
                  </a:lnTo>
                  <a:lnTo>
                    <a:pt x="9075" y="4248"/>
                  </a:lnTo>
                  <a:lnTo>
                    <a:pt x="9268" y="4209"/>
                  </a:lnTo>
                  <a:lnTo>
                    <a:pt x="9422" y="4093"/>
                  </a:lnTo>
                  <a:lnTo>
                    <a:pt x="9538" y="3978"/>
                  </a:lnTo>
                  <a:lnTo>
                    <a:pt x="9654" y="3823"/>
                  </a:lnTo>
                  <a:lnTo>
                    <a:pt x="9770" y="3669"/>
                  </a:lnTo>
                  <a:lnTo>
                    <a:pt x="9808" y="3514"/>
                  </a:lnTo>
                  <a:lnTo>
                    <a:pt x="9847" y="3321"/>
                  </a:lnTo>
                  <a:lnTo>
                    <a:pt x="9847" y="3128"/>
                  </a:lnTo>
                  <a:lnTo>
                    <a:pt x="9770" y="2974"/>
                  </a:lnTo>
                  <a:lnTo>
                    <a:pt x="9692" y="2781"/>
                  </a:lnTo>
                  <a:lnTo>
                    <a:pt x="9577" y="2665"/>
                  </a:lnTo>
                  <a:lnTo>
                    <a:pt x="9422" y="2549"/>
                  </a:lnTo>
                  <a:lnTo>
                    <a:pt x="9229" y="2433"/>
                  </a:lnTo>
                  <a:lnTo>
                    <a:pt x="9075" y="2394"/>
                  </a:lnTo>
                  <a:lnTo>
                    <a:pt x="8688" y="2394"/>
                  </a:lnTo>
                  <a:lnTo>
                    <a:pt x="8495" y="2472"/>
                  </a:lnTo>
                  <a:lnTo>
                    <a:pt x="8341" y="2549"/>
                  </a:lnTo>
                  <a:lnTo>
                    <a:pt x="7298" y="2163"/>
                  </a:lnTo>
                  <a:lnTo>
                    <a:pt x="6294" y="1815"/>
                  </a:lnTo>
                  <a:lnTo>
                    <a:pt x="4209" y="1159"/>
                  </a:lnTo>
                  <a:lnTo>
                    <a:pt x="3244" y="850"/>
                  </a:lnTo>
                  <a:lnTo>
                    <a:pt x="2240" y="502"/>
                  </a:lnTo>
                  <a:lnTo>
                    <a:pt x="1236" y="193"/>
                  </a:lnTo>
                  <a:lnTo>
                    <a:pt x="734" y="78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6" name="Google Shape;4206;p18"/>
            <p:cNvSpPr/>
            <p:nvPr/>
          </p:nvSpPr>
          <p:spPr>
            <a:xfrm>
              <a:off x="4737700" y="2534550"/>
              <a:ext cx="459550" cy="296400"/>
            </a:xfrm>
            <a:custGeom>
              <a:avLst/>
              <a:gdLst/>
              <a:ahLst/>
              <a:cxnLst/>
              <a:rect l="l" t="t" r="r" b="b"/>
              <a:pathLst>
                <a:path w="18382" h="11856" extrusionOk="0">
                  <a:moveTo>
                    <a:pt x="17648" y="2936"/>
                  </a:moveTo>
                  <a:lnTo>
                    <a:pt x="17725" y="2974"/>
                  </a:lnTo>
                  <a:lnTo>
                    <a:pt x="17802" y="3051"/>
                  </a:lnTo>
                  <a:lnTo>
                    <a:pt x="17841" y="3129"/>
                  </a:lnTo>
                  <a:lnTo>
                    <a:pt x="17880" y="3322"/>
                  </a:lnTo>
                  <a:lnTo>
                    <a:pt x="17918" y="3553"/>
                  </a:lnTo>
                  <a:lnTo>
                    <a:pt x="17880" y="3746"/>
                  </a:lnTo>
                  <a:lnTo>
                    <a:pt x="17764" y="3940"/>
                  </a:lnTo>
                  <a:lnTo>
                    <a:pt x="17648" y="4133"/>
                  </a:lnTo>
                  <a:lnTo>
                    <a:pt x="17300" y="4403"/>
                  </a:lnTo>
                  <a:lnTo>
                    <a:pt x="17030" y="4596"/>
                  </a:lnTo>
                  <a:lnTo>
                    <a:pt x="16721" y="4750"/>
                  </a:lnTo>
                  <a:lnTo>
                    <a:pt x="16412" y="4866"/>
                  </a:lnTo>
                  <a:lnTo>
                    <a:pt x="16065" y="4944"/>
                  </a:lnTo>
                  <a:lnTo>
                    <a:pt x="16181" y="4364"/>
                  </a:lnTo>
                  <a:lnTo>
                    <a:pt x="16296" y="4055"/>
                  </a:lnTo>
                  <a:lnTo>
                    <a:pt x="16412" y="3785"/>
                  </a:lnTo>
                  <a:lnTo>
                    <a:pt x="16528" y="3515"/>
                  </a:lnTo>
                  <a:lnTo>
                    <a:pt x="16721" y="3283"/>
                  </a:lnTo>
                  <a:lnTo>
                    <a:pt x="16953" y="3129"/>
                  </a:lnTo>
                  <a:lnTo>
                    <a:pt x="17223" y="2974"/>
                  </a:lnTo>
                  <a:lnTo>
                    <a:pt x="17493" y="2936"/>
                  </a:lnTo>
                  <a:close/>
                  <a:moveTo>
                    <a:pt x="14211" y="4866"/>
                  </a:moveTo>
                  <a:lnTo>
                    <a:pt x="14481" y="4905"/>
                  </a:lnTo>
                  <a:lnTo>
                    <a:pt x="14752" y="4982"/>
                  </a:lnTo>
                  <a:lnTo>
                    <a:pt x="15022" y="5059"/>
                  </a:lnTo>
                  <a:lnTo>
                    <a:pt x="15254" y="5175"/>
                  </a:lnTo>
                  <a:lnTo>
                    <a:pt x="15177" y="5330"/>
                  </a:lnTo>
                  <a:lnTo>
                    <a:pt x="14752" y="5523"/>
                  </a:lnTo>
                  <a:lnTo>
                    <a:pt x="14288" y="5677"/>
                  </a:lnTo>
                  <a:lnTo>
                    <a:pt x="14018" y="5716"/>
                  </a:lnTo>
                  <a:lnTo>
                    <a:pt x="13748" y="5754"/>
                  </a:lnTo>
                  <a:lnTo>
                    <a:pt x="13477" y="5754"/>
                  </a:lnTo>
                  <a:lnTo>
                    <a:pt x="13169" y="5677"/>
                  </a:lnTo>
                  <a:lnTo>
                    <a:pt x="13053" y="5677"/>
                  </a:lnTo>
                  <a:lnTo>
                    <a:pt x="12975" y="5600"/>
                  </a:lnTo>
                  <a:lnTo>
                    <a:pt x="12975" y="5484"/>
                  </a:lnTo>
                  <a:lnTo>
                    <a:pt x="13053" y="5368"/>
                  </a:lnTo>
                  <a:lnTo>
                    <a:pt x="13091" y="5137"/>
                  </a:lnTo>
                  <a:lnTo>
                    <a:pt x="13169" y="5021"/>
                  </a:lnTo>
                  <a:lnTo>
                    <a:pt x="13323" y="4944"/>
                  </a:lnTo>
                  <a:lnTo>
                    <a:pt x="13555" y="4905"/>
                  </a:lnTo>
                  <a:lnTo>
                    <a:pt x="13864" y="4866"/>
                  </a:lnTo>
                  <a:close/>
                  <a:moveTo>
                    <a:pt x="15756" y="5523"/>
                  </a:moveTo>
                  <a:lnTo>
                    <a:pt x="16374" y="5832"/>
                  </a:lnTo>
                  <a:lnTo>
                    <a:pt x="16644" y="5986"/>
                  </a:lnTo>
                  <a:lnTo>
                    <a:pt x="16953" y="6179"/>
                  </a:lnTo>
                  <a:lnTo>
                    <a:pt x="17185" y="6372"/>
                  </a:lnTo>
                  <a:lnTo>
                    <a:pt x="17416" y="6604"/>
                  </a:lnTo>
                  <a:lnTo>
                    <a:pt x="17571" y="6913"/>
                  </a:lnTo>
                  <a:lnTo>
                    <a:pt x="17609" y="7067"/>
                  </a:lnTo>
                  <a:lnTo>
                    <a:pt x="17609" y="7222"/>
                  </a:lnTo>
                  <a:lnTo>
                    <a:pt x="17609" y="7454"/>
                  </a:lnTo>
                  <a:lnTo>
                    <a:pt x="17532" y="7569"/>
                  </a:lnTo>
                  <a:lnTo>
                    <a:pt x="17455" y="7685"/>
                  </a:lnTo>
                  <a:lnTo>
                    <a:pt x="17300" y="7724"/>
                  </a:lnTo>
                  <a:lnTo>
                    <a:pt x="17146" y="7724"/>
                  </a:lnTo>
                  <a:lnTo>
                    <a:pt x="16953" y="7685"/>
                  </a:lnTo>
                  <a:lnTo>
                    <a:pt x="16798" y="7608"/>
                  </a:lnTo>
                  <a:lnTo>
                    <a:pt x="16644" y="7492"/>
                  </a:lnTo>
                  <a:lnTo>
                    <a:pt x="16412" y="7183"/>
                  </a:lnTo>
                  <a:lnTo>
                    <a:pt x="16181" y="6797"/>
                  </a:lnTo>
                  <a:lnTo>
                    <a:pt x="16026" y="6488"/>
                  </a:lnTo>
                  <a:lnTo>
                    <a:pt x="15910" y="6179"/>
                  </a:lnTo>
                  <a:lnTo>
                    <a:pt x="15833" y="5832"/>
                  </a:lnTo>
                  <a:lnTo>
                    <a:pt x="15756" y="5523"/>
                  </a:lnTo>
                  <a:close/>
                  <a:moveTo>
                    <a:pt x="4944" y="464"/>
                  </a:moveTo>
                  <a:lnTo>
                    <a:pt x="5561" y="503"/>
                  </a:lnTo>
                  <a:lnTo>
                    <a:pt x="6141" y="657"/>
                  </a:lnTo>
                  <a:lnTo>
                    <a:pt x="6681" y="889"/>
                  </a:lnTo>
                  <a:lnTo>
                    <a:pt x="7222" y="1198"/>
                  </a:lnTo>
                  <a:lnTo>
                    <a:pt x="7685" y="1545"/>
                  </a:lnTo>
                  <a:lnTo>
                    <a:pt x="8149" y="1970"/>
                  </a:lnTo>
                  <a:lnTo>
                    <a:pt x="8496" y="2395"/>
                  </a:lnTo>
                  <a:lnTo>
                    <a:pt x="8766" y="2781"/>
                  </a:lnTo>
                  <a:lnTo>
                    <a:pt x="9037" y="3206"/>
                  </a:lnTo>
                  <a:lnTo>
                    <a:pt x="9268" y="3669"/>
                  </a:lnTo>
                  <a:lnTo>
                    <a:pt x="9693" y="4596"/>
                  </a:lnTo>
                  <a:lnTo>
                    <a:pt x="10079" y="5523"/>
                  </a:lnTo>
                  <a:lnTo>
                    <a:pt x="10272" y="5909"/>
                  </a:lnTo>
                  <a:lnTo>
                    <a:pt x="10504" y="6295"/>
                  </a:lnTo>
                  <a:lnTo>
                    <a:pt x="10736" y="6643"/>
                  </a:lnTo>
                  <a:lnTo>
                    <a:pt x="11006" y="6913"/>
                  </a:lnTo>
                  <a:lnTo>
                    <a:pt x="11354" y="7183"/>
                  </a:lnTo>
                  <a:lnTo>
                    <a:pt x="11701" y="7376"/>
                  </a:lnTo>
                  <a:lnTo>
                    <a:pt x="12087" y="7492"/>
                  </a:lnTo>
                  <a:lnTo>
                    <a:pt x="12551" y="7569"/>
                  </a:lnTo>
                  <a:lnTo>
                    <a:pt x="12898" y="7531"/>
                  </a:lnTo>
                  <a:lnTo>
                    <a:pt x="13207" y="7492"/>
                  </a:lnTo>
                  <a:lnTo>
                    <a:pt x="13516" y="7415"/>
                  </a:lnTo>
                  <a:lnTo>
                    <a:pt x="13825" y="7260"/>
                  </a:lnTo>
                  <a:lnTo>
                    <a:pt x="14095" y="7106"/>
                  </a:lnTo>
                  <a:lnTo>
                    <a:pt x="14366" y="6952"/>
                  </a:lnTo>
                  <a:lnTo>
                    <a:pt x="14597" y="6720"/>
                  </a:lnTo>
                  <a:lnTo>
                    <a:pt x="14829" y="6488"/>
                  </a:lnTo>
                  <a:lnTo>
                    <a:pt x="14829" y="6488"/>
                  </a:lnTo>
                  <a:lnTo>
                    <a:pt x="14404" y="7222"/>
                  </a:lnTo>
                  <a:lnTo>
                    <a:pt x="13941" y="7878"/>
                  </a:lnTo>
                  <a:lnTo>
                    <a:pt x="13439" y="8535"/>
                  </a:lnTo>
                  <a:lnTo>
                    <a:pt x="12860" y="9114"/>
                  </a:lnTo>
                  <a:lnTo>
                    <a:pt x="12242" y="9616"/>
                  </a:lnTo>
                  <a:lnTo>
                    <a:pt x="11547" y="10079"/>
                  </a:lnTo>
                  <a:lnTo>
                    <a:pt x="10813" y="10504"/>
                  </a:lnTo>
                  <a:lnTo>
                    <a:pt x="10041" y="10813"/>
                  </a:lnTo>
                  <a:lnTo>
                    <a:pt x="9462" y="11006"/>
                  </a:lnTo>
                  <a:lnTo>
                    <a:pt x="8882" y="11161"/>
                  </a:lnTo>
                  <a:lnTo>
                    <a:pt x="8303" y="11276"/>
                  </a:lnTo>
                  <a:lnTo>
                    <a:pt x="7724" y="11315"/>
                  </a:lnTo>
                  <a:lnTo>
                    <a:pt x="7145" y="11354"/>
                  </a:lnTo>
                  <a:lnTo>
                    <a:pt x="6604" y="11315"/>
                  </a:lnTo>
                  <a:lnTo>
                    <a:pt x="6025" y="11238"/>
                  </a:lnTo>
                  <a:lnTo>
                    <a:pt x="5484" y="11122"/>
                  </a:lnTo>
                  <a:lnTo>
                    <a:pt x="4944" y="10967"/>
                  </a:lnTo>
                  <a:lnTo>
                    <a:pt x="4442" y="10736"/>
                  </a:lnTo>
                  <a:lnTo>
                    <a:pt x="3940" y="10504"/>
                  </a:lnTo>
                  <a:lnTo>
                    <a:pt x="3476" y="10195"/>
                  </a:lnTo>
                  <a:lnTo>
                    <a:pt x="3013" y="9848"/>
                  </a:lnTo>
                  <a:lnTo>
                    <a:pt x="2549" y="9461"/>
                  </a:lnTo>
                  <a:lnTo>
                    <a:pt x="2163" y="9037"/>
                  </a:lnTo>
                  <a:lnTo>
                    <a:pt x="1777" y="8573"/>
                  </a:lnTo>
                  <a:lnTo>
                    <a:pt x="1430" y="8033"/>
                  </a:lnTo>
                  <a:lnTo>
                    <a:pt x="1121" y="7492"/>
                  </a:lnTo>
                  <a:lnTo>
                    <a:pt x="850" y="6913"/>
                  </a:lnTo>
                  <a:lnTo>
                    <a:pt x="657" y="6334"/>
                  </a:lnTo>
                  <a:lnTo>
                    <a:pt x="503" y="5754"/>
                  </a:lnTo>
                  <a:lnTo>
                    <a:pt x="426" y="5137"/>
                  </a:lnTo>
                  <a:lnTo>
                    <a:pt x="426" y="4519"/>
                  </a:lnTo>
                  <a:lnTo>
                    <a:pt x="503" y="3862"/>
                  </a:lnTo>
                  <a:lnTo>
                    <a:pt x="696" y="3283"/>
                  </a:lnTo>
                  <a:lnTo>
                    <a:pt x="928" y="2743"/>
                  </a:lnTo>
                  <a:lnTo>
                    <a:pt x="1275" y="2241"/>
                  </a:lnTo>
                  <a:lnTo>
                    <a:pt x="1661" y="1777"/>
                  </a:lnTo>
                  <a:lnTo>
                    <a:pt x="2086" y="1352"/>
                  </a:lnTo>
                  <a:lnTo>
                    <a:pt x="2588" y="1043"/>
                  </a:lnTo>
                  <a:lnTo>
                    <a:pt x="3129" y="773"/>
                  </a:lnTo>
                  <a:lnTo>
                    <a:pt x="3708" y="580"/>
                  </a:lnTo>
                  <a:lnTo>
                    <a:pt x="4326" y="464"/>
                  </a:lnTo>
                  <a:close/>
                  <a:moveTo>
                    <a:pt x="4519" y="1"/>
                  </a:moveTo>
                  <a:lnTo>
                    <a:pt x="4249" y="39"/>
                  </a:lnTo>
                  <a:lnTo>
                    <a:pt x="3901" y="78"/>
                  </a:lnTo>
                  <a:lnTo>
                    <a:pt x="3515" y="155"/>
                  </a:lnTo>
                  <a:lnTo>
                    <a:pt x="3167" y="271"/>
                  </a:lnTo>
                  <a:lnTo>
                    <a:pt x="2820" y="426"/>
                  </a:lnTo>
                  <a:lnTo>
                    <a:pt x="2472" y="580"/>
                  </a:lnTo>
                  <a:lnTo>
                    <a:pt x="2125" y="773"/>
                  </a:lnTo>
                  <a:lnTo>
                    <a:pt x="1777" y="1043"/>
                  </a:lnTo>
                  <a:lnTo>
                    <a:pt x="1468" y="1314"/>
                  </a:lnTo>
                  <a:lnTo>
                    <a:pt x="1082" y="1700"/>
                  </a:lnTo>
                  <a:lnTo>
                    <a:pt x="773" y="2163"/>
                  </a:lnTo>
                  <a:lnTo>
                    <a:pt x="503" y="2627"/>
                  </a:lnTo>
                  <a:lnTo>
                    <a:pt x="310" y="3090"/>
                  </a:lnTo>
                  <a:lnTo>
                    <a:pt x="155" y="3592"/>
                  </a:lnTo>
                  <a:lnTo>
                    <a:pt x="40" y="4094"/>
                  </a:lnTo>
                  <a:lnTo>
                    <a:pt x="1" y="4596"/>
                  </a:lnTo>
                  <a:lnTo>
                    <a:pt x="1" y="5137"/>
                  </a:lnTo>
                  <a:lnTo>
                    <a:pt x="78" y="5639"/>
                  </a:lnTo>
                  <a:lnTo>
                    <a:pt x="155" y="6179"/>
                  </a:lnTo>
                  <a:lnTo>
                    <a:pt x="310" y="6681"/>
                  </a:lnTo>
                  <a:lnTo>
                    <a:pt x="464" y="7183"/>
                  </a:lnTo>
                  <a:lnTo>
                    <a:pt x="696" y="7685"/>
                  </a:lnTo>
                  <a:lnTo>
                    <a:pt x="966" y="8149"/>
                  </a:lnTo>
                  <a:lnTo>
                    <a:pt x="1237" y="8612"/>
                  </a:lnTo>
                  <a:lnTo>
                    <a:pt x="1545" y="9037"/>
                  </a:lnTo>
                  <a:lnTo>
                    <a:pt x="2009" y="9577"/>
                  </a:lnTo>
                  <a:lnTo>
                    <a:pt x="2472" y="10041"/>
                  </a:lnTo>
                  <a:lnTo>
                    <a:pt x="2974" y="10427"/>
                  </a:lnTo>
                  <a:lnTo>
                    <a:pt x="3476" y="10813"/>
                  </a:lnTo>
                  <a:lnTo>
                    <a:pt x="4055" y="11083"/>
                  </a:lnTo>
                  <a:lnTo>
                    <a:pt x="4596" y="11354"/>
                  </a:lnTo>
                  <a:lnTo>
                    <a:pt x="5214" y="11547"/>
                  </a:lnTo>
                  <a:lnTo>
                    <a:pt x="5832" y="11701"/>
                  </a:lnTo>
                  <a:lnTo>
                    <a:pt x="5870" y="11856"/>
                  </a:lnTo>
                  <a:lnTo>
                    <a:pt x="6218" y="11778"/>
                  </a:lnTo>
                  <a:lnTo>
                    <a:pt x="7029" y="11817"/>
                  </a:lnTo>
                  <a:lnTo>
                    <a:pt x="7840" y="11817"/>
                  </a:lnTo>
                  <a:lnTo>
                    <a:pt x="8689" y="11701"/>
                  </a:lnTo>
                  <a:lnTo>
                    <a:pt x="9539" y="11508"/>
                  </a:lnTo>
                  <a:lnTo>
                    <a:pt x="10272" y="11238"/>
                  </a:lnTo>
                  <a:lnTo>
                    <a:pt x="11006" y="10929"/>
                  </a:lnTo>
                  <a:lnTo>
                    <a:pt x="11315" y="10813"/>
                  </a:lnTo>
                  <a:lnTo>
                    <a:pt x="11315" y="10774"/>
                  </a:lnTo>
                  <a:lnTo>
                    <a:pt x="12049" y="10350"/>
                  </a:lnTo>
                  <a:lnTo>
                    <a:pt x="12705" y="9848"/>
                  </a:lnTo>
                  <a:lnTo>
                    <a:pt x="13362" y="9307"/>
                  </a:lnTo>
                  <a:lnTo>
                    <a:pt x="13941" y="8689"/>
                  </a:lnTo>
                  <a:lnTo>
                    <a:pt x="14481" y="8033"/>
                  </a:lnTo>
                  <a:lnTo>
                    <a:pt x="14713" y="7685"/>
                  </a:lnTo>
                  <a:lnTo>
                    <a:pt x="14906" y="7299"/>
                  </a:lnTo>
                  <a:lnTo>
                    <a:pt x="15099" y="6952"/>
                  </a:lnTo>
                  <a:lnTo>
                    <a:pt x="15254" y="6565"/>
                  </a:lnTo>
                  <a:lnTo>
                    <a:pt x="15408" y="6179"/>
                  </a:lnTo>
                  <a:lnTo>
                    <a:pt x="15524" y="5754"/>
                  </a:lnTo>
                  <a:lnTo>
                    <a:pt x="15601" y="6256"/>
                  </a:lnTo>
                  <a:lnTo>
                    <a:pt x="15756" y="6720"/>
                  </a:lnTo>
                  <a:lnTo>
                    <a:pt x="15987" y="7145"/>
                  </a:lnTo>
                  <a:lnTo>
                    <a:pt x="16258" y="7569"/>
                  </a:lnTo>
                  <a:lnTo>
                    <a:pt x="16374" y="7762"/>
                  </a:lnTo>
                  <a:lnTo>
                    <a:pt x="16567" y="7917"/>
                  </a:lnTo>
                  <a:lnTo>
                    <a:pt x="16760" y="8071"/>
                  </a:lnTo>
                  <a:lnTo>
                    <a:pt x="16953" y="8187"/>
                  </a:lnTo>
                  <a:lnTo>
                    <a:pt x="17146" y="8264"/>
                  </a:lnTo>
                  <a:lnTo>
                    <a:pt x="17378" y="8264"/>
                  </a:lnTo>
                  <a:lnTo>
                    <a:pt x="17571" y="8187"/>
                  </a:lnTo>
                  <a:lnTo>
                    <a:pt x="17802" y="8033"/>
                  </a:lnTo>
                  <a:lnTo>
                    <a:pt x="17918" y="7878"/>
                  </a:lnTo>
                  <a:lnTo>
                    <a:pt x="17995" y="7685"/>
                  </a:lnTo>
                  <a:lnTo>
                    <a:pt x="18034" y="7454"/>
                  </a:lnTo>
                  <a:lnTo>
                    <a:pt x="18034" y="7260"/>
                  </a:lnTo>
                  <a:lnTo>
                    <a:pt x="17995" y="7029"/>
                  </a:lnTo>
                  <a:lnTo>
                    <a:pt x="17918" y="6836"/>
                  </a:lnTo>
                  <a:lnTo>
                    <a:pt x="17841" y="6643"/>
                  </a:lnTo>
                  <a:lnTo>
                    <a:pt x="17725" y="6450"/>
                  </a:lnTo>
                  <a:lnTo>
                    <a:pt x="17571" y="6256"/>
                  </a:lnTo>
                  <a:lnTo>
                    <a:pt x="17416" y="6063"/>
                  </a:lnTo>
                  <a:lnTo>
                    <a:pt x="17030" y="5716"/>
                  </a:lnTo>
                  <a:lnTo>
                    <a:pt x="16567" y="5446"/>
                  </a:lnTo>
                  <a:lnTo>
                    <a:pt x="16103" y="5252"/>
                  </a:lnTo>
                  <a:lnTo>
                    <a:pt x="16605" y="5175"/>
                  </a:lnTo>
                  <a:lnTo>
                    <a:pt x="17030" y="4982"/>
                  </a:lnTo>
                  <a:lnTo>
                    <a:pt x="17455" y="4750"/>
                  </a:lnTo>
                  <a:lnTo>
                    <a:pt x="17841" y="4442"/>
                  </a:lnTo>
                  <a:lnTo>
                    <a:pt x="17995" y="4248"/>
                  </a:lnTo>
                  <a:lnTo>
                    <a:pt x="18150" y="4055"/>
                  </a:lnTo>
                  <a:lnTo>
                    <a:pt x="18266" y="3824"/>
                  </a:lnTo>
                  <a:lnTo>
                    <a:pt x="18343" y="3553"/>
                  </a:lnTo>
                  <a:lnTo>
                    <a:pt x="18382" y="3322"/>
                  </a:lnTo>
                  <a:lnTo>
                    <a:pt x="18343" y="3090"/>
                  </a:lnTo>
                  <a:lnTo>
                    <a:pt x="18227" y="2858"/>
                  </a:lnTo>
                  <a:lnTo>
                    <a:pt x="18150" y="2781"/>
                  </a:lnTo>
                  <a:lnTo>
                    <a:pt x="18034" y="2704"/>
                  </a:lnTo>
                  <a:lnTo>
                    <a:pt x="17841" y="2588"/>
                  </a:lnTo>
                  <a:lnTo>
                    <a:pt x="17609" y="2549"/>
                  </a:lnTo>
                  <a:lnTo>
                    <a:pt x="17416" y="2549"/>
                  </a:lnTo>
                  <a:lnTo>
                    <a:pt x="17185" y="2588"/>
                  </a:lnTo>
                  <a:lnTo>
                    <a:pt x="16953" y="2704"/>
                  </a:lnTo>
                  <a:lnTo>
                    <a:pt x="16760" y="2781"/>
                  </a:lnTo>
                  <a:lnTo>
                    <a:pt x="16567" y="2936"/>
                  </a:lnTo>
                  <a:lnTo>
                    <a:pt x="16412" y="3090"/>
                  </a:lnTo>
                  <a:lnTo>
                    <a:pt x="16258" y="3283"/>
                  </a:lnTo>
                  <a:lnTo>
                    <a:pt x="16103" y="3476"/>
                  </a:lnTo>
                  <a:lnTo>
                    <a:pt x="15872" y="3978"/>
                  </a:lnTo>
                  <a:lnTo>
                    <a:pt x="15717" y="4480"/>
                  </a:lnTo>
                  <a:lnTo>
                    <a:pt x="15640" y="4982"/>
                  </a:lnTo>
                  <a:lnTo>
                    <a:pt x="15601" y="4982"/>
                  </a:lnTo>
                  <a:lnTo>
                    <a:pt x="15563" y="5021"/>
                  </a:lnTo>
                  <a:lnTo>
                    <a:pt x="15524" y="5021"/>
                  </a:lnTo>
                  <a:lnTo>
                    <a:pt x="15099" y="4789"/>
                  </a:lnTo>
                  <a:lnTo>
                    <a:pt x="14675" y="4635"/>
                  </a:lnTo>
                  <a:lnTo>
                    <a:pt x="14211" y="4519"/>
                  </a:lnTo>
                  <a:lnTo>
                    <a:pt x="13748" y="4519"/>
                  </a:lnTo>
                  <a:lnTo>
                    <a:pt x="13362" y="4596"/>
                  </a:lnTo>
                  <a:lnTo>
                    <a:pt x="13169" y="4635"/>
                  </a:lnTo>
                  <a:lnTo>
                    <a:pt x="12975" y="4712"/>
                  </a:lnTo>
                  <a:lnTo>
                    <a:pt x="12782" y="4789"/>
                  </a:lnTo>
                  <a:lnTo>
                    <a:pt x="12628" y="4944"/>
                  </a:lnTo>
                  <a:lnTo>
                    <a:pt x="12512" y="5098"/>
                  </a:lnTo>
                  <a:lnTo>
                    <a:pt x="12435" y="5252"/>
                  </a:lnTo>
                  <a:lnTo>
                    <a:pt x="12396" y="5446"/>
                  </a:lnTo>
                  <a:lnTo>
                    <a:pt x="12473" y="5639"/>
                  </a:lnTo>
                  <a:lnTo>
                    <a:pt x="12551" y="5793"/>
                  </a:lnTo>
                  <a:lnTo>
                    <a:pt x="12705" y="5909"/>
                  </a:lnTo>
                  <a:lnTo>
                    <a:pt x="12860" y="5986"/>
                  </a:lnTo>
                  <a:lnTo>
                    <a:pt x="13053" y="6063"/>
                  </a:lnTo>
                  <a:lnTo>
                    <a:pt x="13439" y="6141"/>
                  </a:lnTo>
                  <a:lnTo>
                    <a:pt x="13786" y="6141"/>
                  </a:lnTo>
                  <a:lnTo>
                    <a:pt x="14134" y="6102"/>
                  </a:lnTo>
                  <a:lnTo>
                    <a:pt x="14481" y="5986"/>
                  </a:lnTo>
                  <a:lnTo>
                    <a:pt x="14790" y="5870"/>
                  </a:lnTo>
                  <a:lnTo>
                    <a:pt x="14481" y="6256"/>
                  </a:lnTo>
                  <a:lnTo>
                    <a:pt x="14095" y="6565"/>
                  </a:lnTo>
                  <a:lnTo>
                    <a:pt x="13902" y="6720"/>
                  </a:lnTo>
                  <a:lnTo>
                    <a:pt x="13671" y="6836"/>
                  </a:lnTo>
                  <a:lnTo>
                    <a:pt x="13439" y="6952"/>
                  </a:lnTo>
                  <a:lnTo>
                    <a:pt x="13207" y="7029"/>
                  </a:lnTo>
                  <a:lnTo>
                    <a:pt x="12821" y="7067"/>
                  </a:lnTo>
                  <a:lnTo>
                    <a:pt x="12435" y="7067"/>
                  </a:lnTo>
                  <a:lnTo>
                    <a:pt x="12087" y="6990"/>
                  </a:lnTo>
                  <a:lnTo>
                    <a:pt x="11778" y="6874"/>
                  </a:lnTo>
                  <a:lnTo>
                    <a:pt x="11470" y="6681"/>
                  </a:lnTo>
                  <a:lnTo>
                    <a:pt x="11199" y="6411"/>
                  </a:lnTo>
                  <a:lnTo>
                    <a:pt x="10968" y="6141"/>
                  </a:lnTo>
                  <a:lnTo>
                    <a:pt x="10774" y="5793"/>
                  </a:lnTo>
                  <a:lnTo>
                    <a:pt x="10504" y="5330"/>
                  </a:lnTo>
                  <a:lnTo>
                    <a:pt x="10311" y="4828"/>
                  </a:lnTo>
                  <a:lnTo>
                    <a:pt x="9886" y="3862"/>
                  </a:lnTo>
                  <a:lnTo>
                    <a:pt x="9655" y="3399"/>
                  </a:lnTo>
                  <a:lnTo>
                    <a:pt x="9423" y="2936"/>
                  </a:lnTo>
                  <a:lnTo>
                    <a:pt x="9153" y="2472"/>
                  </a:lnTo>
                  <a:lnTo>
                    <a:pt x="8844" y="2047"/>
                  </a:lnTo>
                  <a:lnTo>
                    <a:pt x="8380" y="1545"/>
                  </a:lnTo>
                  <a:lnTo>
                    <a:pt x="7917" y="1159"/>
                  </a:lnTo>
                  <a:lnTo>
                    <a:pt x="7415" y="812"/>
                  </a:lnTo>
                  <a:lnTo>
                    <a:pt x="6874" y="503"/>
                  </a:lnTo>
                  <a:lnTo>
                    <a:pt x="6295" y="271"/>
                  </a:lnTo>
                  <a:lnTo>
                    <a:pt x="5716" y="117"/>
                  </a:lnTo>
                  <a:lnTo>
                    <a:pt x="5137" y="39"/>
                  </a:lnTo>
                  <a:lnTo>
                    <a:pt x="451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7" name="Google Shape;4207;p18"/>
            <p:cNvSpPr/>
            <p:nvPr/>
          </p:nvSpPr>
          <p:spPr>
            <a:xfrm>
              <a:off x="6767875" y="2536500"/>
              <a:ext cx="44450" cy="43450"/>
            </a:xfrm>
            <a:custGeom>
              <a:avLst/>
              <a:gdLst/>
              <a:ahLst/>
              <a:cxnLst/>
              <a:rect l="l" t="t" r="r" b="b"/>
              <a:pathLst>
                <a:path w="1778" h="1738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25"/>
                  </a:lnTo>
                  <a:lnTo>
                    <a:pt x="1314" y="579"/>
                  </a:lnTo>
                  <a:lnTo>
                    <a:pt x="1391" y="772"/>
                  </a:lnTo>
                  <a:lnTo>
                    <a:pt x="1391" y="965"/>
                  </a:lnTo>
                  <a:lnTo>
                    <a:pt x="1352" y="1043"/>
                  </a:lnTo>
                  <a:lnTo>
                    <a:pt x="1275" y="1120"/>
                  </a:lnTo>
                  <a:lnTo>
                    <a:pt x="1198" y="1197"/>
                  </a:lnTo>
                  <a:lnTo>
                    <a:pt x="1082" y="1274"/>
                  </a:lnTo>
                  <a:lnTo>
                    <a:pt x="889" y="1352"/>
                  </a:lnTo>
                  <a:lnTo>
                    <a:pt x="696" y="1313"/>
                  </a:lnTo>
                  <a:lnTo>
                    <a:pt x="542" y="1236"/>
                  </a:lnTo>
                  <a:lnTo>
                    <a:pt x="426" y="1081"/>
                  </a:lnTo>
                  <a:lnTo>
                    <a:pt x="387" y="888"/>
                  </a:lnTo>
                  <a:lnTo>
                    <a:pt x="387" y="734"/>
                  </a:lnTo>
                  <a:lnTo>
                    <a:pt x="464" y="541"/>
                  </a:lnTo>
                  <a:lnTo>
                    <a:pt x="542" y="386"/>
                  </a:lnTo>
                  <a:lnTo>
                    <a:pt x="542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9" y="39"/>
                  </a:lnTo>
                  <a:lnTo>
                    <a:pt x="464" y="116"/>
                  </a:lnTo>
                  <a:lnTo>
                    <a:pt x="426" y="155"/>
                  </a:lnTo>
                  <a:lnTo>
                    <a:pt x="348" y="155"/>
                  </a:lnTo>
                  <a:lnTo>
                    <a:pt x="233" y="232"/>
                  </a:lnTo>
                  <a:lnTo>
                    <a:pt x="117" y="348"/>
                  </a:lnTo>
                  <a:lnTo>
                    <a:pt x="40" y="502"/>
                  </a:lnTo>
                  <a:lnTo>
                    <a:pt x="1" y="657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40" y="1159"/>
                  </a:lnTo>
                  <a:lnTo>
                    <a:pt x="117" y="1313"/>
                  </a:lnTo>
                  <a:lnTo>
                    <a:pt x="194" y="1467"/>
                  </a:lnTo>
                  <a:lnTo>
                    <a:pt x="348" y="1583"/>
                  </a:lnTo>
                  <a:lnTo>
                    <a:pt x="464" y="1661"/>
                  </a:lnTo>
                  <a:lnTo>
                    <a:pt x="619" y="1699"/>
                  </a:lnTo>
                  <a:lnTo>
                    <a:pt x="812" y="1738"/>
                  </a:lnTo>
                  <a:lnTo>
                    <a:pt x="966" y="1738"/>
                  </a:lnTo>
                  <a:lnTo>
                    <a:pt x="1121" y="1699"/>
                  </a:lnTo>
                  <a:lnTo>
                    <a:pt x="1275" y="1622"/>
                  </a:lnTo>
                  <a:lnTo>
                    <a:pt x="1430" y="1506"/>
                  </a:lnTo>
                  <a:lnTo>
                    <a:pt x="1584" y="1390"/>
                  </a:lnTo>
                  <a:lnTo>
                    <a:pt x="1661" y="1236"/>
                  </a:lnTo>
                  <a:lnTo>
                    <a:pt x="1739" y="1081"/>
                  </a:lnTo>
                  <a:lnTo>
                    <a:pt x="1777" y="927"/>
                  </a:lnTo>
                  <a:lnTo>
                    <a:pt x="1777" y="772"/>
                  </a:lnTo>
                  <a:lnTo>
                    <a:pt x="1739" y="579"/>
                  </a:lnTo>
                  <a:lnTo>
                    <a:pt x="1661" y="425"/>
                  </a:lnTo>
                  <a:lnTo>
                    <a:pt x="1546" y="270"/>
                  </a:lnTo>
                  <a:lnTo>
                    <a:pt x="1430" y="155"/>
                  </a:lnTo>
                  <a:lnTo>
                    <a:pt x="1275" y="77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8" name="Google Shape;4208;p18"/>
            <p:cNvSpPr/>
            <p:nvPr/>
          </p:nvSpPr>
          <p:spPr>
            <a:xfrm>
              <a:off x="694725" y="25374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59"/>
                  </a:lnTo>
                  <a:lnTo>
                    <a:pt x="2897" y="1700"/>
                  </a:lnTo>
                  <a:lnTo>
                    <a:pt x="2511" y="2202"/>
                  </a:lnTo>
                  <a:lnTo>
                    <a:pt x="1932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96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41" y="4789"/>
                  </a:lnTo>
                  <a:lnTo>
                    <a:pt x="966" y="4519"/>
                  </a:lnTo>
                  <a:lnTo>
                    <a:pt x="1314" y="4248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897" y="2511"/>
                  </a:lnTo>
                  <a:lnTo>
                    <a:pt x="3322" y="1970"/>
                  </a:lnTo>
                  <a:lnTo>
                    <a:pt x="3669" y="1391"/>
                  </a:lnTo>
                  <a:lnTo>
                    <a:pt x="3978" y="812"/>
                  </a:lnTo>
                  <a:lnTo>
                    <a:pt x="4248" y="194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9" name="Google Shape;4209;p18"/>
            <p:cNvSpPr/>
            <p:nvPr/>
          </p:nvSpPr>
          <p:spPr>
            <a:xfrm>
              <a:off x="643575" y="253937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4" y="271"/>
                  </a:moveTo>
                  <a:lnTo>
                    <a:pt x="1236" y="387"/>
                  </a:lnTo>
                  <a:lnTo>
                    <a:pt x="1429" y="542"/>
                  </a:lnTo>
                  <a:lnTo>
                    <a:pt x="1545" y="735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3" y="1198"/>
                  </a:lnTo>
                  <a:lnTo>
                    <a:pt x="1545" y="1275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6"/>
                  </a:lnTo>
                  <a:lnTo>
                    <a:pt x="966" y="1584"/>
                  </a:lnTo>
                  <a:lnTo>
                    <a:pt x="773" y="1546"/>
                  </a:lnTo>
                  <a:lnTo>
                    <a:pt x="657" y="1468"/>
                  </a:lnTo>
                  <a:lnTo>
                    <a:pt x="579" y="1391"/>
                  </a:lnTo>
                  <a:lnTo>
                    <a:pt x="502" y="1314"/>
                  </a:lnTo>
                  <a:lnTo>
                    <a:pt x="464" y="1198"/>
                  </a:lnTo>
                  <a:lnTo>
                    <a:pt x="425" y="966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387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850" y="1"/>
                  </a:moveTo>
                  <a:lnTo>
                    <a:pt x="657" y="78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78"/>
                  </a:lnTo>
                  <a:lnTo>
                    <a:pt x="271" y="194"/>
                  </a:lnTo>
                  <a:lnTo>
                    <a:pt x="155" y="348"/>
                  </a:lnTo>
                  <a:lnTo>
                    <a:pt x="77" y="503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7" y="1430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893"/>
                  </a:lnTo>
                  <a:lnTo>
                    <a:pt x="1583" y="1816"/>
                  </a:lnTo>
                  <a:lnTo>
                    <a:pt x="1738" y="1661"/>
                  </a:lnTo>
                  <a:lnTo>
                    <a:pt x="1892" y="1546"/>
                  </a:lnTo>
                  <a:lnTo>
                    <a:pt x="1970" y="1352"/>
                  </a:lnTo>
                  <a:lnTo>
                    <a:pt x="2047" y="1159"/>
                  </a:lnTo>
                  <a:lnTo>
                    <a:pt x="2085" y="966"/>
                  </a:lnTo>
                  <a:lnTo>
                    <a:pt x="2047" y="773"/>
                  </a:lnTo>
                  <a:lnTo>
                    <a:pt x="1970" y="580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3" y="155"/>
                  </a:lnTo>
                  <a:lnTo>
                    <a:pt x="1429" y="40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0" name="Google Shape;4210;p18"/>
            <p:cNvSpPr/>
            <p:nvPr/>
          </p:nvSpPr>
          <p:spPr>
            <a:xfrm>
              <a:off x="2323325" y="2542275"/>
              <a:ext cx="309900" cy="249100"/>
            </a:xfrm>
            <a:custGeom>
              <a:avLst/>
              <a:gdLst/>
              <a:ahLst/>
              <a:cxnLst/>
              <a:rect l="l" t="t" r="r" b="b"/>
              <a:pathLst>
                <a:path w="12396" h="9964" extrusionOk="0">
                  <a:moveTo>
                    <a:pt x="10079" y="426"/>
                  </a:moveTo>
                  <a:lnTo>
                    <a:pt x="10272" y="464"/>
                  </a:lnTo>
                  <a:lnTo>
                    <a:pt x="10465" y="503"/>
                  </a:lnTo>
                  <a:lnTo>
                    <a:pt x="10581" y="541"/>
                  </a:lnTo>
                  <a:lnTo>
                    <a:pt x="10735" y="657"/>
                  </a:lnTo>
                  <a:lnTo>
                    <a:pt x="10851" y="850"/>
                  </a:lnTo>
                  <a:lnTo>
                    <a:pt x="10928" y="1043"/>
                  </a:lnTo>
                  <a:lnTo>
                    <a:pt x="10928" y="1236"/>
                  </a:lnTo>
                  <a:lnTo>
                    <a:pt x="10928" y="1430"/>
                  </a:lnTo>
                  <a:lnTo>
                    <a:pt x="10890" y="1661"/>
                  </a:lnTo>
                  <a:lnTo>
                    <a:pt x="10812" y="1854"/>
                  </a:lnTo>
                  <a:lnTo>
                    <a:pt x="10619" y="2202"/>
                  </a:lnTo>
                  <a:lnTo>
                    <a:pt x="10310" y="2588"/>
                  </a:lnTo>
                  <a:lnTo>
                    <a:pt x="9963" y="2936"/>
                  </a:lnTo>
                  <a:lnTo>
                    <a:pt x="9422" y="3476"/>
                  </a:lnTo>
                  <a:lnTo>
                    <a:pt x="8843" y="3978"/>
                  </a:lnTo>
                  <a:lnTo>
                    <a:pt x="8186" y="4480"/>
                  </a:lnTo>
                  <a:lnTo>
                    <a:pt x="7569" y="4982"/>
                  </a:lnTo>
                  <a:lnTo>
                    <a:pt x="6912" y="5484"/>
                  </a:lnTo>
                  <a:lnTo>
                    <a:pt x="6256" y="5947"/>
                  </a:lnTo>
                  <a:lnTo>
                    <a:pt x="5483" y="6411"/>
                  </a:lnTo>
                  <a:lnTo>
                    <a:pt x="4711" y="6874"/>
                  </a:lnTo>
                  <a:lnTo>
                    <a:pt x="3939" y="7299"/>
                  </a:lnTo>
                  <a:lnTo>
                    <a:pt x="3128" y="7724"/>
                  </a:lnTo>
                  <a:lnTo>
                    <a:pt x="2471" y="7994"/>
                  </a:lnTo>
                  <a:lnTo>
                    <a:pt x="2163" y="8110"/>
                  </a:lnTo>
                  <a:lnTo>
                    <a:pt x="1815" y="8226"/>
                  </a:lnTo>
                  <a:lnTo>
                    <a:pt x="1506" y="8264"/>
                  </a:lnTo>
                  <a:lnTo>
                    <a:pt x="1159" y="8303"/>
                  </a:lnTo>
                  <a:lnTo>
                    <a:pt x="811" y="8303"/>
                  </a:lnTo>
                  <a:lnTo>
                    <a:pt x="463" y="8226"/>
                  </a:lnTo>
                  <a:lnTo>
                    <a:pt x="502" y="8148"/>
                  </a:lnTo>
                  <a:lnTo>
                    <a:pt x="463" y="8033"/>
                  </a:lnTo>
                  <a:lnTo>
                    <a:pt x="463" y="7917"/>
                  </a:lnTo>
                  <a:lnTo>
                    <a:pt x="463" y="7801"/>
                  </a:lnTo>
                  <a:lnTo>
                    <a:pt x="502" y="7569"/>
                  </a:lnTo>
                  <a:lnTo>
                    <a:pt x="618" y="7299"/>
                  </a:lnTo>
                  <a:lnTo>
                    <a:pt x="772" y="7029"/>
                  </a:lnTo>
                  <a:lnTo>
                    <a:pt x="1159" y="6565"/>
                  </a:lnTo>
                  <a:lnTo>
                    <a:pt x="1467" y="6179"/>
                  </a:lnTo>
                  <a:lnTo>
                    <a:pt x="2008" y="5561"/>
                  </a:lnTo>
                  <a:lnTo>
                    <a:pt x="2549" y="4982"/>
                  </a:lnTo>
                  <a:lnTo>
                    <a:pt x="3128" y="4441"/>
                  </a:lnTo>
                  <a:lnTo>
                    <a:pt x="3746" y="3862"/>
                  </a:lnTo>
                  <a:lnTo>
                    <a:pt x="4364" y="3360"/>
                  </a:lnTo>
                  <a:lnTo>
                    <a:pt x="5020" y="2858"/>
                  </a:lnTo>
                  <a:lnTo>
                    <a:pt x="5715" y="2434"/>
                  </a:lnTo>
                  <a:lnTo>
                    <a:pt x="6410" y="1970"/>
                  </a:lnTo>
                  <a:lnTo>
                    <a:pt x="7105" y="1584"/>
                  </a:lnTo>
                  <a:lnTo>
                    <a:pt x="7839" y="1236"/>
                  </a:lnTo>
                  <a:lnTo>
                    <a:pt x="8457" y="928"/>
                  </a:lnTo>
                  <a:lnTo>
                    <a:pt x="8843" y="734"/>
                  </a:lnTo>
                  <a:lnTo>
                    <a:pt x="9268" y="580"/>
                  </a:lnTo>
                  <a:lnTo>
                    <a:pt x="9692" y="464"/>
                  </a:lnTo>
                  <a:lnTo>
                    <a:pt x="10079" y="426"/>
                  </a:lnTo>
                  <a:close/>
                  <a:moveTo>
                    <a:pt x="11237" y="464"/>
                  </a:moveTo>
                  <a:lnTo>
                    <a:pt x="11430" y="580"/>
                  </a:lnTo>
                  <a:lnTo>
                    <a:pt x="11585" y="773"/>
                  </a:lnTo>
                  <a:lnTo>
                    <a:pt x="11700" y="966"/>
                  </a:lnTo>
                  <a:lnTo>
                    <a:pt x="11778" y="1236"/>
                  </a:lnTo>
                  <a:lnTo>
                    <a:pt x="11778" y="1468"/>
                  </a:lnTo>
                  <a:lnTo>
                    <a:pt x="11778" y="1738"/>
                  </a:lnTo>
                  <a:lnTo>
                    <a:pt x="11739" y="1970"/>
                  </a:lnTo>
                  <a:lnTo>
                    <a:pt x="11662" y="2240"/>
                  </a:lnTo>
                  <a:lnTo>
                    <a:pt x="11430" y="2627"/>
                  </a:lnTo>
                  <a:lnTo>
                    <a:pt x="11160" y="3013"/>
                  </a:lnTo>
                  <a:lnTo>
                    <a:pt x="10851" y="3399"/>
                  </a:lnTo>
                  <a:lnTo>
                    <a:pt x="10542" y="3746"/>
                  </a:lnTo>
                  <a:lnTo>
                    <a:pt x="9847" y="4480"/>
                  </a:lnTo>
                  <a:lnTo>
                    <a:pt x="9075" y="5137"/>
                  </a:lnTo>
                  <a:lnTo>
                    <a:pt x="8264" y="5793"/>
                  </a:lnTo>
                  <a:lnTo>
                    <a:pt x="7453" y="6372"/>
                  </a:lnTo>
                  <a:lnTo>
                    <a:pt x="6603" y="6990"/>
                  </a:lnTo>
                  <a:lnTo>
                    <a:pt x="5754" y="7569"/>
                  </a:lnTo>
                  <a:lnTo>
                    <a:pt x="4866" y="8110"/>
                  </a:lnTo>
                  <a:lnTo>
                    <a:pt x="3977" y="8612"/>
                  </a:lnTo>
                  <a:lnTo>
                    <a:pt x="3128" y="9037"/>
                  </a:lnTo>
                  <a:lnTo>
                    <a:pt x="2703" y="9191"/>
                  </a:lnTo>
                  <a:lnTo>
                    <a:pt x="2240" y="9346"/>
                  </a:lnTo>
                  <a:lnTo>
                    <a:pt x="1969" y="9384"/>
                  </a:lnTo>
                  <a:lnTo>
                    <a:pt x="1661" y="9423"/>
                  </a:lnTo>
                  <a:lnTo>
                    <a:pt x="1313" y="9384"/>
                  </a:lnTo>
                  <a:lnTo>
                    <a:pt x="1004" y="9346"/>
                  </a:lnTo>
                  <a:lnTo>
                    <a:pt x="734" y="9191"/>
                  </a:lnTo>
                  <a:lnTo>
                    <a:pt x="541" y="9037"/>
                  </a:lnTo>
                  <a:lnTo>
                    <a:pt x="463" y="8921"/>
                  </a:lnTo>
                  <a:lnTo>
                    <a:pt x="386" y="8805"/>
                  </a:lnTo>
                  <a:lnTo>
                    <a:pt x="348" y="8650"/>
                  </a:lnTo>
                  <a:lnTo>
                    <a:pt x="309" y="8496"/>
                  </a:lnTo>
                  <a:lnTo>
                    <a:pt x="579" y="8612"/>
                  </a:lnTo>
                  <a:lnTo>
                    <a:pt x="888" y="8728"/>
                  </a:lnTo>
                  <a:lnTo>
                    <a:pt x="1197" y="8766"/>
                  </a:lnTo>
                  <a:lnTo>
                    <a:pt x="1506" y="8766"/>
                  </a:lnTo>
                  <a:lnTo>
                    <a:pt x="1815" y="8728"/>
                  </a:lnTo>
                  <a:lnTo>
                    <a:pt x="2124" y="8650"/>
                  </a:lnTo>
                  <a:lnTo>
                    <a:pt x="2742" y="8457"/>
                  </a:lnTo>
                  <a:lnTo>
                    <a:pt x="3321" y="8187"/>
                  </a:lnTo>
                  <a:lnTo>
                    <a:pt x="3939" y="7917"/>
                  </a:lnTo>
                  <a:lnTo>
                    <a:pt x="4981" y="7299"/>
                  </a:lnTo>
                  <a:lnTo>
                    <a:pt x="6526" y="6372"/>
                  </a:lnTo>
                  <a:lnTo>
                    <a:pt x="7298" y="5832"/>
                  </a:lnTo>
                  <a:lnTo>
                    <a:pt x="8071" y="5291"/>
                  </a:lnTo>
                  <a:lnTo>
                    <a:pt x="8804" y="4750"/>
                  </a:lnTo>
                  <a:lnTo>
                    <a:pt x="9499" y="4133"/>
                  </a:lnTo>
                  <a:lnTo>
                    <a:pt x="10156" y="3515"/>
                  </a:lnTo>
                  <a:lnTo>
                    <a:pt x="10774" y="2820"/>
                  </a:lnTo>
                  <a:lnTo>
                    <a:pt x="10967" y="2588"/>
                  </a:lnTo>
                  <a:lnTo>
                    <a:pt x="11121" y="2356"/>
                  </a:lnTo>
                  <a:lnTo>
                    <a:pt x="11276" y="2047"/>
                  </a:lnTo>
                  <a:lnTo>
                    <a:pt x="11391" y="1777"/>
                  </a:lnTo>
                  <a:lnTo>
                    <a:pt x="11469" y="1468"/>
                  </a:lnTo>
                  <a:lnTo>
                    <a:pt x="11507" y="1159"/>
                  </a:lnTo>
                  <a:lnTo>
                    <a:pt x="11430" y="889"/>
                  </a:lnTo>
                  <a:lnTo>
                    <a:pt x="11314" y="580"/>
                  </a:lnTo>
                  <a:lnTo>
                    <a:pt x="11237" y="464"/>
                  </a:lnTo>
                  <a:close/>
                  <a:moveTo>
                    <a:pt x="9924" y="1"/>
                  </a:moveTo>
                  <a:lnTo>
                    <a:pt x="9654" y="39"/>
                  </a:lnTo>
                  <a:lnTo>
                    <a:pt x="9306" y="117"/>
                  </a:lnTo>
                  <a:lnTo>
                    <a:pt x="8920" y="194"/>
                  </a:lnTo>
                  <a:lnTo>
                    <a:pt x="8186" y="503"/>
                  </a:lnTo>
                  <a:lnTo>
                    <a:pt x="7491" y="850"/>
                  </a:lnTo>
                  <a:lnTo>
                    <a:pt x="6835" y="1198"/>
                  </a:lnTo>
                  <a:lnTo>
                    <a:pt x="6101" y="1584"/>
                  </a:lnTo>
                  <a:lnTo>
                    <a:pt x="5406" y="2009"/>
                  </a:lnTo>
                  <a:lnTo>
                    <a:pt x="4750" y="2472"/>
                  </a:lnTo>
                  <a:lnTo>
                    <a:pt x="4093" y="2974"/>
                  </a:lnTo>
                  <a:lnTo>
                    <a:pt x="3360" y="3553"/>
                  </a:lnTo>
                  <a:lnTo>
                    <a:pt x="2665" y="4210"/>
                  </a:lnTo>
                  <a:lnTo>
                    <a:pt x="1969" y="4866"/>
                  </a:lnTo>
                  <a:lnTo>
                    <a:pt x="1352" y="5600"/>
                  </a:lnTo>
                  <a:lnTo>
                    <a:pt x="888" y="6141"/>
                  </a:lnTo>
                  <a:lnTo>
                    <a:pt x="618" y="6449"/>
                  </a:lnTo>
                  <a:lnTo>
                    <a:pt x="348" y="6797"/>
                  </a:lnTo>
                  <a:lnTo>
                    <a:pt x="155" y="7145"/>
                  </a:lnTo>
                  <a:lnTo>
                    <a:pt x="0" y="7492"/>
                  </a:lnTo>
                  <a:lnTo>
                    <a:pt x="0" y="7685"/>
                  </a:lnTo>
                  <a:lnTo>
                    <a:pt x="0" y="7840"/>
                  </a:lnTo>
                  <a:lnTo>
                    <a:pt x="0" y="8033"/>
                  </a:lnTo>
                  <a:lnTo>
                    <a:pt x="77" y="8187"/>
                  </a:lnTo>
                  <a:lnTo>
                    <a:pt x="77" y="8264"/>
                  </a:lnTo>
                  <a:lnTo>
                    <a:pt x="77" y="8342"/>
                  </a:lnTo>
                  <a:lnTo>
                    <a:pt x="39" y="8496"/>
                  </a:lnTo>
                  <a:lnTo>
                    <a:pt x="39" y="8650"/>
                  </a:lnTo>
                  <a:lnTo>
                    <a:pt x="77" y="8805"/>
                  </a:lnTo>
                  <a:lnTo>
                    <a:pt x="116" y="8959"/>
                  </a:lnTo>
                  <a:lnTo>
                    <a:pt x="309" y="9230"/>
                  </a:lnTo>
                  <a:lnTo>
                    <a:pt x="541" y="9500"/>
                  </a:lnTo>
                  <a:lnTo>
                    <a:pt x="734" y="9616"/>
                  </a:lnTo>
                  <a:lnTo>
                    <a:pt x="965" y="9732"/>
                  </a:lnTo>
                  <a:lnTo>
                    <a:pt x="1236" y="9770"/>
                  </a:lnTo>
                  <a:lnTo>
                    <a:pt x="1467" y="9809"/>
                  </a:lnTo>
                  <a:lnTo>
                    <a:pt x="1583" y="9963"/>
                  </a:lnTo>
                  <a:lnTo>
                    <a:pt x="1815" y="9770"/>
                  </a:lnTo>
                  <a:lnTo>
                    <a:pt x="1892" y="9770"/>
                  </a:lnTo>
                  <a:lnTo>
                    <a:pt x="1892" y="9848"/>
                  </a:lnTo>
                  <a:lnTo>
                    <a:pt x="1931" y="9848"/>
                  </a:lnTo>
                  <a:lnTo>
                    <a:pt x="2008" y="9770"/>
                  </a:lnTo>
                  <a:lnTo>
                    <a:pt x="2394" y="9654"/>
                  </a:lnTo>
                  <a:lnTo>
                    <a:pt x="2935" y="9500"/>
                  </a:lnTo>
                  <a:lnTo>
                    <a:pt x="3514" y="9268"/>
                  </a:lnTo>
                  <a:lnTo>
                    <a:pt x="4055" y="9037"/>
                  </a:lnTo>
                  <a:lnTo>
                    <a:pt x="4557" y="8766"/>
                  </a:lnTo>
                  <a:lnTo>
                    <a:pt x="5599" y="8148"/>
                  </a:lnTo>
                  <a:lnTo>
                    <a:pt x="6603" y="7492"/>
                  </a:lnTo>
                  <a:lnTo>
                    <a:pt x="6758" y="7376"/>
                  </a:lnTo>
                  <a:lnTo>
                    <a:pt x="7839" y="6643"/>
                  </a:lnTo>
                  <a:lnTo>
                    <a:pt x="8688" y="5986"/>
                  </a:lnTo>
                  <a:lnTo>
                    <a:pt x="9538" y="5330"/>
                  </a:lnTo>
                  <a:lnTo>
                    <a:pt x="10388" y="4596"/>
                  </a:lnTo>
                  <a:lnTo>
                    <a:pt x="10774" y="4171"/>
                  </a:lnTo>
                  <a:lnTo>
                    <a:pt x="11121" y="3785"/>
                  </a:lnTo>
                  <a:lnTo>
                    <a:pt x="11160" y="3901"/>
                  </a:lnTo>
                  <a:lnTo>
                    <a:pt x="11430" y="3824"/>
                  </a:lnTo>
                  <a:lnTo>
                    <a:pt x="11932" y="4094"/>
                  </a:lnTo>
                  <a:lnTo>
                    <a:pt x="12087" y="3824"/>
                  </a:lnTo>
                  <a:lnTo>
                    <a:pt x="11353" y="3476"/>
                  </a:lnTo>
                  <a:lnTo>
                    <a:pt x="11662" y="3051"/>
                  </a:lnTo>
                  <a:lnTo>
                    <a:pt x="11932" y="2588"/>
                  </a:lnTo>
                  <a:lnTo>
                    <a:pt x="12087" y="2202"/>
                  </a:lnTo>
                  <a:lnTo>
                    <a:pt x="12164" y="1816"/>
                  </a:lnTo>
                  <a:lnTo>
                    <a:pt x="12395" y="1623"/>
                  </a:lnTo>
                  <a:lnTo>
                    <a:pt x="12164" y="1391"/>
                  </a:lnTo>
                  <a:lnTo>
                    <a:pt x="12125" y="1082"/>
                  </a:lnTo>
                  <a:lnTo>
                    <a:pt x="12048" y="812"/>
                  </a:lnTo>
                  <a:lnTo>
                    <a:pt x="11932" y="580"/>
                  </a:lnTo>
                  <a:lnTo>
                    <a:pt x="11778" y="387"/>
                  </a:lnTo>
                  <a:lnTo>
                    <a:pt x="11585" y="194"/>
                  </a:lnTo>
                  <a:lnTo>
                    <a:pt x="11353" y="78"/>
                  </a:lnTo>
                  <a:lnTo>
                    <a:pt x="11044" y="39"/>
                  </a:lnTo>
                  <a:lnTo>
                    <a:pt x="10735" y="39"/>
                  </a:lnTo>
                  <a:lnTo>
                    <a:pt x="10619" y="78"/>
                  </a:lnTo>
                  <a:lnTo>
                    <a:pt x="1038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1" name="Google Shape;4211;p18"/>
            <p:cNvSpPr/>
            <p:nvPr/>
          </p:nvSpPr>
          <p:spPr>
            <a:xfrm>
              <a:off x="6773675" y="254227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4" y="3129"/>
                  </a:lnTo>
                  <a:lnTo>
                    <a:pt x="3939" y="4248"/>
                  </a:lnTo>
                  <a:lnTo>
                    <a:pt x="4017" y="5368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878"/>
                  </a:lnTo>
                  <a:lnTo>
                    <a:pt x="3901" y="8535"/>
                  </a:lnTo>
                  <a:lnTo>
                    <a:pt x="3746" y="9114"/>
                  </a:lnTo>
                  <a:lnTo>
                    <a:pt x="3515" y="9693"/>
                  </a:lnTo>
                  <a:lnTo>
                    <a:pt x="3244" y="10234"/>
                  </a:lnTo>
                  <a:lnTo>
                    <a:pt x="3013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52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465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54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57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580" y="2742"/>
                  </a:lnTo>
                  <a:lnTo>
                    <a:pt x="1352" y="2356"/>
                  </a:lnTo>
                  <a:lnTo>
                    <a:pt x="2163" y="1932"/>
                  </a:lnTo>
                  <a:lnTo>
                    <a:pt x="2935" y="1430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01" y="1"/>
                  </a:moveTo>
                  <a:lnTo>
                    <a:pt x="3476" y="310"/>
                  </a:lnTo>
                  <a:lnTo>
                    <a:pt x="3051" y="619"/>
                  </a:lnTo>
                  <a:lnTo>
                    <a:pt x="2626" y="966"/>
                  </a:lnTo>
                  <a:lnTo>
                    <a:pt x="2202" y="1275"/>
                  </a:lnTo>
                  <a:lnTo>
                    <a:pt x="1314" y="1893"/>
                  </a:lnTo>
                  <a:lnTo>
                    <a:pt x="425" y="2434"/>
                  </a:lnTo>
                  <a:lnTo>
                    <a:pt x="348" y="2511"/>
                  </a:lnTo>
                  <a:lnTo>
                    <a:pt x="348" y="2627"/>
                  </a:lnTo>
                  <a:lnTo>
                    <a:pt x="271" y="2665"/>
                  </a:lnTo>
                  <a:lnTo>
                    <a:pt x="232" y="2781"/>
                  </a:lnTo>
                  <a:lnTo>
                    <a:pt x="194" y="3785"/>
                  </a:lnTo>
                  <a:lnTo>
                    <a:pt x="155" y="4828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577"/>
                  </a:lnTo>
                  <a:lnTo>
                    <a:pt x="503" y="10041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391" y="11160"/>
                  </a:lnTo>
                  <a:lnTo>
                    <a:pt x="1622" y="11276"/>
                  </a:lnTo>
                  <a:lnTo>
                    <a:pt x="1816" y="11354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20" y="11315"/>
                  </a:lnTo>
                  <a:lnTo>
                    <a:pt x="3051" y="11199"/>
                  </a:lnTo>
                  <a:lnTo>
                    <a:pt x="3283" y="11045"/>
                  </a:lnTo>
                  <a:lnTo>
                    <a:pt x="3476" y="10852"/>
                  </a:lnTo>
                  <a:lnTo>
                    <a:pt x="3669" y="10620"/>
                  </a:lnTo>
                  <a:lnTo>
                    <a:pt x="3824" y="10388"/>
                  </a:lnTo>
                  <a:lnTo>
                    <a:pt x="3978" y="10118"/>
                  </a:lnTo>
                  <a:lnTo>
                    <a:pt x="4171" y="9539"/>
                  </a:lnTo>
                  <a:lnTo>
                    <a:pt x="4326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183"/>
                  </a:lnTo>
                  <a:lnTo>
                    <a:pt x="4596" y="6643"/>
                  </a:lnTo>
                  <a:lnTo>
                    <a:pt x="4596" y="6102"/>
                  </a:lnTo>
                  <a:lnTo>
                    <a:pt x="4519" y="4982"/>
                  </a:lnTo>
                  <a:lnTo>
                    <a:pt x="4441" y="3862"/>
                  </a:lnTo>
                  <a:lnTo>
                    <a:pt x="4326" y="2742"/>
                  </a:lnTo>
                  <a:lnTo>
                    <a:pt x="4287" y="2395"/>
                  </a:lnTo>
                  <a:lnTo>
                    <a:pt x="4210" y="1430"/>
                  </a:lnTo>
                  <a:lnTo>
                    <a:pt x="4132" y="503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2" name="Google Shape;4212;p18"/>
            <p:cNvSpPr/>
            <p:nvPr/>
          </p:nvSpPr>
          <p:spPr>
            <a:xfrm>
              <a:off x="4769575" y="2562550"/>
              <a:ext cx="144825" cy="164150"/>
            </a:xfrm>
            <a:custGeom>
              <a:avLst/>
              <a:gdLst/>
              <a:ahLst/>
              <a:cxnLst/>
              <a:rect l="l" t="t" r="r" b="b"/>
              <a:pathLst>
                <a:path w="5793" h="6566" extrusionOk="0">
                  <a:moveTo>
                    <a:pt x="2858" y="464"/>
                  </a:moveTo>
                  <a:lnTo>
                    <a:pt x="3360" y="619"/>
                  </a:lnTo>
                  <a:lnTo>
                    <a:pt x="3823" y="812"/>
                  </a:lnTo>
                  <a:lnTo>
                    <a:pt x="4248" y="1082"/>
                  </a:lnTo>
                  <a:lnTo>
                    <a:pt x="4634" y="1429"/>
                  </a:lnTo>
                  <a:lnTo>
                    <a:pt x="4943" y="1854"/>
                  </a:lnTo>
                  <a:lnTo>
                    <a:pt x="5059" y="2047"/>
                  </a:lnTo>
                  <a:lnTo>
                    <a:pt x="5175" y="2279"/>
                  </a:lnTo>
                  <a:lnTo>
                    <a:pt x="5252" y="2511"/>
                  </a:lnTo>
                  <a:lnTo>
                    <a:pt x="5290" y="2781"/>
                  </a:lnTo>
                  <a:lnTo>
                    <a:pt x="5329" y="3051"/>
                  </a:lnTo>
                  <a:lnTo>
                    <a:pt x="5329" y="3322"/>
                  </a:lnTo>
                  <a:lnTo>
                    <a:pt x="5290" y="3785"/>
                  </a:lnTo>
                  <a:lnTo>
                    <a:pt x="5175" y="4248"/>
                  </a:lnTo>
                  <a:lnTo>
                    <a:pt x="4982" y="4712"/>
                  </a:lnTo>
                  <a:lnTo>
                    <a:pt x="4711" y="5098"/>
                  </a:lnTo>
                  <a:lnTo>
                    <a:pt x="4364" y="5445"/>
                  </a:lnTo>
                  <a:lnTo>
                    <a:pt x="4016" y="5716"/>
                  </a:lnTo>
                  <a:lnTo>
                    <a:pt x="3784" y="5832"/>
                  </a:lnTo>
                  <a:lnTo>
                    <a:pt x="3553" y="5947"/>
                  </a:lnTo>
                  <a:lnTo>
                    <a:pt x="3321" y="6025"/>
                  </a:lnTo>
                  <a:lnTo>
                    <a:pt x="3089" y="6063"/>
                  </a:lnTo>
                  <a:lnTo>
                    <a:pt x="2780" y="6102"/>
                  </a:lnTo>
                  <a:lnTo>
                    <a:pt x="2510" y="6102"/>
                  </a:lnTo>
                  <a:lnTo>
                    <a:pt x="2201" y="6063"/>
                  </a:lnTo>
                  <a:lnTo>
                    <a:pt x="1970" y="5986"/>
                  </a:lnTo>
                  <a:lnTo>
                    <a:pt x="1738" y="5870"/>
                  </a:lnTo>
                  <a:lnTo>
                    <a:pt x="1506" y="5754"/>
                  </a:lnTo>
                  <a:lnTo>
                    <a:pt x="1313" y="5600"/>
                  </a:lnTo>
                  <a:lnTo>
                    <a:pt x="1159" y="5445"/>
                  </a:lnTo>
                  <a:lnTo>
                    <a:pt x="1004" y="5252"/>
                  </a:lnTo>
                  <a:lnTo>
                    <a:pt x="850" y="5021"/>
                  </a:lnTo>
                  <a:lnTo>
                    <a:pt x="734" y="4789"/>
                  </a:lnTo>
                  <a:lnTo>
                    <a:pt x="618" y="4557"/>
                  </a:lnTo>
                  <a:lnTo>
                    <a:pt x="502" y="4055"/>
                  </a:lnTo>
                  <a:lnTo>
                    <a:pt x="425" y="3515"/>
                  </a:lnTo>
                  <a:lnTo>
                    <a:pt x="464" y="2974"/>
                  </a:lnTo>
                  <a:lnTo>
                    <a:pt x="541" y="2433"/>
                  </a:lnTo>
                  <a:lnTo>
                    <a:pt x="734" y="1931"/>
                  </a:lnTo>
                  <a:lnTo>
                    <a:pt x="850" y="1700"/>
                  </a:lnTo>
                  <a:lnTo>
                    <a:pt x="966" y="1507"/>
                  </a:lnTo>
                  <a:lnTo>
                    <a:pt x="1120" y="1275"/>
                  </a:lnTo>
                  <a:lnTo>
                    <a:pt x="1313" y="1121"/>
                  </a:lnTo>
                  <a:lnTo>
                    <a:pt x="1506" y="927"/>
                  </a:lnTo>
                  <a:lnTo>
                    <a:pt x="1738" y="812"/>
                  </a:lnTo>
                  <a:lnTo>
                    <a:pt x="1970" y="696"/>
                  </a:lnTo>
                  <a:lnTo>
                    <a:pt x="2201" y="580"/>
                  </a:lnTo>
                  <a:lnTo>
                    <a:pt x="2472" y="541"/>
                  </a:lnTo>
                  <a:lnTo>
                    <a:pt x="2780" y="503"/>
                  </a:lnTo>
                  <a:lnTo>
                    <a:pt x="2819" y="503"/>
                  </a:lnTo>
                  <a:lnTo>
                    <a:pt x="2858" y="464"/>
                  </a:lnTo>
                  <a:close/>
                  <a:moveTo>
                    <a:pt x="2665" y="1"/>
                  </a:moveTo>
                  <a:lnTo>
                    <a:pt x="2587" y="39"/>
                  </a:lnTo>
                  <a:lnTo>
                    <a:pt x="2510" y="78"/>
                  </a:lnTo>
                  <a:lnTo>
                    <a:pt x="2472" y="155"/>
                  </a:lnTo>
                  <a:lnTo>
                    <a:pt x="2433" y="232"/>
                  </a:lnTo>
                  <a:lnTo>
                    <a:pt x="2163" y="271"/>
                  </a:lnTo>
                  <a:lnTo>
                    <a:pt x="1854" y="310"/>
                  </a:lnTo>
                  <a:lnTo>
                    <a:pt x="1622" y="387"/>
                  </a:lnTo>
                  <a:lnTo>
                    <a:pt x="1390" y="503"/>
                  </a:lnTo>
                  <a:lnTo>
                    <a:pt x="1159" y="657"/>
                  </a:lnTo>
                  <a:lnTo>
                    <a:pt x="966" y="850"/>
                  </a:lnTo>
                  <a:lnTo>
                    <a:pt x="772" y="1043"/>
                  </a:lnTo>
                  <a:lnTo>
                    <a:pt x="618" y="1236"/>
                  </a:lnTo>
                  <a:lnTo>
                    <a:pt x="464" y="1507"/>
                  </a:lnTo>
                  <a:lnTo>
                    <a:pt x="348" y="1738"/>
                  </a:lnTo>
                  <a:lnTo>
                    <a:pt x="155" y="2279"/>
                  </a:lnTo>
                  <a:lnTo>
                    <a:pt x="39" y="2858"/>
                  </a:lnTo>
                  <a:lnTo>
                    <a:pt x="0" y="3399"/>
                  </a:lnTo>
                  <a:lnTo>
                    <a:pt x="39" y="4055"/>
                  </a:lnTo>
                  <a:lnTo>
                    <a:pt x="116" y="4364"/>
                  </a:lnTo>
                  <a:lnTo>
                    <a:pt x="193" y="4673"/>
                  </a:lnTo>
                  <a:lnTo>
                    <a:pt x="309" y="4943"/>
                  </a:lnTo>
                  <a:lnTo>
                    <a:pt x="425" y="5214"/>
                  </a:lnTo>
                  <a:lnTo>
                    <a:pt x="579" y="5445"/>
                  </a:lnTo>
                  <a:lnTo>
                    <a:pt x="734" y="5677"/>
                  </a:lnTo>
                  <a:lnTo>
                    <a:pt x="927" y="5870"/>
                  </a:lnTo>
                  <a:lnTo>
                    <a:pt x="1120" y="6063"/>
                  </a:lnTo>
                  <a:lnTo>
                    <a:pt x="1390" y="6218"/>
                  </a:lnTo>
                  <a:lnTo>
                    <a:pt x="1622" y="6372"/>
                  </a:lnTo>
                  <a:lnTo>
                    <a:pt x="1892" y="6449"/>
                  </a:lnTo>
                  <a:lnTo>
                    <a:pt x="2201" y="6527"/>
                  </a:lnTo>
                  <a:lnTo>
                    <a:pt x="2549" y="6565"/>
                  </a:lnTo>
                  <a:lnTo>
                    <a:pt x="2896" y="6565"/>
                  </a:lnTo>
                  <a:lnTo>
                    <a:pt x="3205" y="6527"/>
                  </a:lnTo>
                  <a:lnTo>
                    <a:pt x="3476" y="6449"/>
                  </a:lnTo>
                  <a:lnTo>
                    <a:pt x="3784" y="6334"/>
                  </a:lnTo>
                  <a:lnTo>
                    <a:pt x="4055" y="6218"/>
                  </a:lnTo>
                  <a:lnTo>
                    <a:pt x="4325" y="6063"/>
                  </a:lnTo>
                  <a:lnTo>
                    <a:pt x="4557" y="5909"/>
                  </a:lnTo>
                  <a:lnTo>
                    <a:pt x="4788" y="5716"/>
                  </a:lnTo>
                  <a:lnTo>
                    <a:pt x="4982" y="5484"/>
                  </a:lnTo>
                  <a:lnTo>
                    <a:pt x="5175" y="5252"/>
                  </a:lnTo>
                  <a:lnTo>
                    <a:pt x="5329" y="4982"/>
                  </a:lnTo>
                  <a:lnTo>
                    <a:pt x="5483" y="4750"/>
                  </a:lnTo>
                  <a:lnTo>
                    <a:pt x="5599" y="4441"/>
                  </a:lnTo>
                  <a:lnTo>
                    <a:pt x="5677" y="4171"/>
                  </a:lnTo>
                  <a:lnTo>
                    <a:pt x="5754" y="3862"/>
                  </a:lnTo>
                  <a:lnTo>
                    <a:pt x="5792" y="3553"/>
                  </a:lnTo>
                  <a:lnTo>
                    <a:pt x="5792" y="3244"/>
                  </a:lnTo>
                  <a:lnTo>
                    <a:pt x="5792" y="2935"/>
                  </a:lnTo>
                  <a:lnTo>
                    <a:pt x="5715" y="2626"/>
                  </a:lnTo>
                  <a:lnTo>
                    <a:pt x="5638" y="2318"/>
                  </a:lnTo>
                  <a:lnTo>
                    <a:pt x="5561" y="2047"/>
                  </a:lnTo>
                  <a:lnTo>
                    <a:pt x="5406" y="1777"/>
                  </a:lnTo>
                  <a:lnTo>
                    <a:pt x="5252" y="1507"/>
                  </a:lnTo>
                  <a:lnTo>
                    <a:pt x="5059" y="1275"/>
                  </a:lnTo>
                  <a:lnTo>
                    <a:pt x="4866" y="1043"/>
                  </a:lnTo>
                  <a:lnTo>
                    <a:pt x="4634" y="812"/>
                  </a:lnTo>
                  <a:lnTo>
                    <a:pt x="4402" y="619"/>
                  </a:lnTo>
                  <a:lnTo>
                    <a:pt x="4132" y="464"/>
                  </a:lnTo>
                  <a:lnTo>
                    <a:pt x="3862" y="310"/>
                  </a:lnTo>
                  <a:lnTo>
                    <a:pt x="3591" y="194"/>
                  </a:lnTo>
                  <a:lnTo>
                    <a:pt x="3282" y="117"/>
                  </a:lnTo>
                  <a:lnTo>
                    <a:pt x="2974" y="39"/>
                  </a:lnTo>
                  <a:lnTo>
                    <a:pt x="266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3" name="Google Shape;4213;p18"/>
            <p:cNvSpPr/>
            <p:nvPr/>
          </p:nvSpPr>
          <p:spPr>
            <a:xfrm>
              <a:off x="2452675" y="2582825"/>
              <a:ext cx="296400" cy="356250"/>
            </a:xfrm>
            <a:custGeom>
              <a:avLst/>
              <a:gdLst/>
              <a:ahLst/>
              <a:cxnLst/>
              <a:rect l="l" t="t" r="r" b="b"/>
              <a:pathLst>
                <a:path w="11856" h="14250" extrusionOk="0">
                  <a:moveTo>
                    <a:pt x="7221" y="1"/>
                  </a:moveTo>
                  <a:lnTo>
                    <a:pt x="6990" y="194"/>
                  </a:lnTo>
                  <a:lnTo>
                    <a:pt x="8032" y="1777"/>
                  </a:lnTo>
                  <a:lnTo>
                    <a:pt x="9114" y="3283"/>
                  </a:lnTo>
                  <a:lnTo>
                    <a:pt x="8032" y="2704"/>
                  </a:lnTo>
                  <a:lnTo>
                    <a:pt x="6913" y="2202"/>
                  </a:lnTo>
                  <a:lnTo>
                    <a:pt x="6758" y="2472"/>
                  </a:lnTo>
                  <a:lnTo>
                    <a:pt x="8225" y="3283"/>
                  </a:lnTo>
                  <a:lnTo>
                    <a:pt x="9731" y="4094"/>
                  </a:lnTo>
                  <a:lnTo>
                    <a:pt x="10388" y="4905"/>
                  </a:lnTo>
                  <a:lnTo>
                    <a:pt x="10388" y="4943"/>
                  </a:lnTo>
                  <a:lnTo>
                    <a:pt x="10697" y="4827"/>
                  </a:lnTo>
                  <a:lnTo>
                    <a:pt x="10658" y="4712"/>
                  </a:lnTo>
                  <a:lnTo>
                    <a:pt x="10620" y="4596"/>
                  </a:lnTo>
                  <a:lnTo>
                    <a:pt x="10620" y="4596"/>
                  </a:lnTo>
                  <a:lnTo>
                    <a:pt x="10929" y="4712"/>
                  </a:lnTo>
                  <a:lnTo>
                    <a:pt x="11160" y="4827"/>
                  </a:lnTo>
                  <a:lnTo>
                    <a:pt x="11315" y="5021"/>
                  </a:lnTo>
                  <a:lnTo>
                    <a:pt x="11431" y="5252"/>
                  </a:lnTo>
                  <a:lnTo>
                    <a:pt x="11469" y="5484"/>
                  </a:lnTo>
                  <a:lnTo>
                    <a:pt x="11469" y="5754"/>
                  </a:lnTo>
                  <a:lnTo>
                    <a:pt x="11431" y="6063"/>
                  </a:lnTo>
                  <a:lnTo>
                    <a:pt x="11353" y="6372"/>
                  </a:lnTo>
                  <a:lnTo>
                    <a:pt x="11083" y="7028"/>
                  </a:lnTo>
                  <a:lnTo>
                    <a:pt x="10813" y="7646"/>
                  </a:lnTo>
                  <a:lnTo>
                    <a:pt x="10504" y="8148"/>
                  </a:lnTo>
                  <a:lnTo>
                    <a:pt x="10233" y="8573"/>
                  </a:lnTo>
                  <a:lnTo>
                    <a:pt x="9654" y="9345"/>
                  </a:lnTo>
                  <a:lnTo>
                    <a:pt x="9036" y="10079"/>
                  </a:lnTo>
                  <a:lnTo>
                    <a:pt x="8380" y="10736"/>
                  </a:lnTo>
                  <a:lnTo>
                    <a:pt x="7646" y="11353"/>
                  </a:lnTo>
                  <a:lnTo>
                    <a:pt x="6874" y="11933"/>
                  </a:lnTo>
                  <a:lnTo>
                    <a:pt x="6024" y="12435"/>
                  </a:lnTo>
                  <a:lnTo>
                    <a:pt x="5175" y="12898"/>
                  </a:lnTo>
                  <a:lnTo>
                    <a:pt x="4287" y="13284"/>
                  </a:lnTo>
                  <a:lnTo>
                    <a:pt x="3862" y="13439"/>
                  </a:lnTo>
                  <a:lnTo>
                    <a:pt x="3283" y="13632"/>
                  </a:lnTo>
                  <a:lnTo>
                    <a:pt x="2665" y="13786"/>
                  </a:lnTo>
                  <a:lnTo>
                    <a:pt x="1970" y="13941"/>
                  </a:lnTo>
                  <a:lnTo>
                    <a:pt x="1043" y="13941"/>
                  </a:lnTo>
                  <a:lnTo>
                    <a:pt x="811" y="13863"/>
                  </a:lnTo>
                  <a:lnTo>
                    <a:pt x="580" y="13709"/>
                  </a:lnTo>
                  <a:lnTo>
                    <a:pt x="425" y="13554"/>
                  </a:lnTo>
                  <a:lnTo>
                    <a:pt x="309" y="13323"/>
                  </a:lnTo>
                  <a:lnTo>
                    <a:pt x="232" y="13052"/>
                  </a:lnTo>
                  <a:lnTo>
                    <a:pt x="1" y="13130"/>
                  </a:lnTo>
                  <a:lnTo>
                    <a:pt x="1" y="13400"/>
                  </a:lnTo>
                  <a:lnTo>
                    <a:pt x="39" y="13632"/>
                  </a:lnTo>
                  <a:lnTo>
                    <a:pt x="155" y="13825"/>
                  </a:lnTo>
                  <a:lnTo>
                    <a:pt x="271" y="13941"/>
                  </a:lnTo>
                  <a:lnTo>
                    <a:pt x="464" y="14056"/>
                  </a:lnTo>
                  <a:lnTo>
                    <a:pt x="657" y="14172"/>
                  </a:lnTo>
                  <a:lnTo>
                    <a:pt x="889" y="14211"/>
                  </a:lnTo>
                  <a:lnTo>
                    <a:pt x="1120" y="14249"/>
                  </a:lnTo>
                  <a:lnTo>
                    <a:pt x="1661" y="14249"/>
                  </a:lnTo>
                  <a:lnTo>
                    <a:pt x="2163" y="14211"/>
                  </a:lnTo>
                  <a:lnTo>
                    <a:pt x="2665" y="14134"/>
                  </a:lnTo>
                  <a:lnTo>
                    <a:pt x="3051" y="14056"/>
                  </a:lnTo>
                  <a:lnTo>
                    <a:pt x="3708" y="13863"/>
                  </a:lnTo>
                  <a:lnTo>
                    <a:pt x="4364" y="13632"/>
                  </a:lnTo>
                  <a:lnTo>
                    <a:pt x="5020" y="13361"/>
                  </a:lnTo>
                  <a:lnTo>
                    <a:pt x="5638" y="13091"/>
                  </a:lnTo>
                  <a:lnTo>
                    <a:pt x="6256" y="12743"/>
                  </a:lnTo>
                  <a:lnTo>
                    <a:pt x="6835" y="12396"/>
                  </a:lnTo>
                  <a:lnTo>
                    <a:pt x="7415" y="12010"/>
                  </a:lnTo>
                  <a:lnTo>
                    <a:pt x="7955" y="11585"/>
                  </a:lnTo>
                  <a:lnTo>
                    <a:pt x="8457" y="11160"/>
                  </a:lnTo>
                  <a:lnTo>
                    <a:pt x="8959" y="10697"/>
                  </a:lnTo>
                  <a:lnTo>
                    <a:pt x="9423" y="10234"/>
                  </a:lnTo>
                  <a:lnTo>
                    <a:pt x="9847" y="9732"/>
                  </a:lnTo>
                  <a:lnTo>
                    <a:pt x="10272" y="9191"/>
                  </a:lnTo>
                  <a:lnTo>
                    <a:pt x="10620" y="8650"/>
                  </a:lnTo>
                  <a:lnTo>
                    <a:pt x="11006" y="8071"/>
                  </a:lnTo>
                  <a:lnTo>
                    <a:pt x="11315" y="7492"/>
                  </a:lnTo>
                  <a:lnTo>
                    <a:pt x="11546" y="6951"/>
                  </a:lnTo>
                  <a:lnTo>
                    <a:pt x="11778" y="6411"/>
                  </a:lnTo>
                  <a:lnTo>
                    <a:pt x="11817" y="6102"/>
                  </a:lnTo>
                  <a:lnTo>
                    <a:pt x="11855" y="5831"/>
                  </a:lnTo>
                  <a:lnTo>
                    <a:pt x="11855" y="5523"/>
                  </a:lnTo>
                  <a:lnTo>
                    <a:pt x="11778" y="5252"/>
                  </a:lnTo>
                  <a:lnTo>
                    <a:pt x="11701" y="5021"/>
                  </a:lnTo>
                  <a:lnTo>
                    <a:pt x="11585" y="4866"/>
                  </a:lnTo>
                  <a:lnTo>
                    <a:pt x="11469" y="4673"/>
                  </a:lnTo>
                  <a:lnTo>
                    <a:pt x="11315" y="4519"/>
                  </a:lnTo>
                  <a:lnTo>
                    <a:pt x="11122" y="4403"/>
                  </a:lnTo>
                  <a:lnTo>
                    <a:pt x="10929" y="4325"/>
                  </a:lnTo>
                  <a:lnTo>
                    <a:pt x="10735" y="4248"/>
                  </a:lnTo>
                  <a:lnTo>
                    <a:pt x="10504" y="4210"/>
                  </a:lnTo>
                  <a:lnTo>
                    <a:pt x="10465" y="4248"/>
                  </a:lnTo>
                  <a:lnTo>
                    <a:pt x="10388" y="4248"/>
                  </a:lnTo>
                  <a:lnTo>
                    <a:pt x="9654" y="3167"/>
                  </a:lnTo>
                  <a:lnTo>
                    <a:pt x="8882" y="2086"/>
                  </a:lnTo>
                  <a:lnTo>
                    <a:pt x="8032" y="1043"/>
                  </a:lnTo>
                  <a:lnTo>
                    <a:pt x="72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4" name="Google Shape;4214;p18"/>
            <p:cNvSpPr/>
            <p:nvPr/>
          </p:nvSpPr>
          <p:spPr>
            <a:xfrm>
              <a:off x="581775" y="2586700"/>
              <a:ext cx="44450" cy="43450"/>
            </a:xfrm>
            <a:custGeom>
              <a:avLst/>
              <a:gdLst/>
              <a:ahLst/>
              <a:cxnLst/>
              <a:rect l="l" t="t" r="r" b="b"/>
              <a:pathLst>
                <a:path w="1778" h="1738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25"/>
                  </a:lnTo>
                  <a:lnTo>
                    <a:pt x="1314" y="579"/>
                  </a:lnTo>
                  <a:lnTo>
                    <a:pt x="1391" y="772"/>
                  </a:lnTo>
                  <a:lnTo>
                    <a:pt x="1391" y="965"/>
                  </a:lnTo>
                  <a:lnTo>
                    <a:pt x="1352" y="1043"/>
                  </a:lnTo>
                  <a:lnTo>
                    <a:pt x="1275" y="1120"/>
                  </a:lnTo>
                  <a:lnTo>
                    <a:pt x="1198" y="1197"/>
                  </a:lnTo>
                  <a:lnTo>
                    <a:pt x="1082" y="1274"/>
                  </a:lnTo>
                  <a:lnTo>
                    <a:pt x="889" y="1352"/>
                  </a:lnTo>
                  <a:lnTo>
                    <a:pt x="696" y="1313"/>
                  </a:lnTo>
                  <a:lnTo>
                    <a:pt x="542" y="1236"/>
                  </a:lnTo>
                  <a:lnTo>
                    <a:pt x="426" y="1081"/>
                  </a:lnTo>
                  <a:lnTo>
                    <a:pt x="387" y="888"/>
                  </a:lnTo>
                  <a:lnTo>
                    <a:pt x="387" y="734"/>
                  </a:lnTo>
                  <a:lnTo>
                    <a:pt x="464" y="541"/>
                  </a:lnTo>
                  <a:lnTo>
                    <a:pt x="542" y="386"/>
                  </a:lnTo>
                  <a:lnTo>
                    <a:pt x="542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9" y="39"/>
                  </a:lnTo>
                  <a:lnTo>
                    <a:pt x="464" y="116"/>
                  </a:lnTo>
                  <a:lnTo>
                    <a:pt x="426" y="155"/>
                  </a:lnTo>
                  <a:lnTo>
                    <a:pt x="348" y="155"/>
                  </a:lnTo>
                  <a:lnTo>
                    <a:pt x="233" y="232"/>
                  </a:lnTo>
                  <a:lnTo>
                    <a:pt x="117" y="348"/>
                  </a:lnTo>
                  <a:lnTo>
                    <a:pt x="40" y="502"/>
                  </a:lnTo>
                  <a:lnTo>
                    <a:pt x="1" y="657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40" y="1159"/>
                  </a:lnTo>
                  <a:lnTo>
                    <a:pt x="117" y="1313"/>
                  </a:lnTo>
                  <a:lnTo>
                    <a:pt x="194" y="1467"/>
                  </a:lnTo>
                  <a:lnTo>
                    <a:pt x="348" y="1583"/>
                  </a:lnTo>
                  <a:lnTo>
                    <a:pt x="464" y="1660"/>
                  </a:lnTo>
                  <a:lnTo>
                    <a:pt x="619" y="1699"/>
                  </a:lnTo>
                  <a:lnTo>
                    <a:pt x="812" y="1738"/>
                  </a:lnTo>
                  <a:lnTo>
                    <a:pt x="966" y="1738"/>
                  </a:lnTo>
                  <a:lnTo>
                    <a:pt x="1121" y="1699"/>
                  </a:lnTo>
                  <a:lnTo>
                    <a:pt x="1275" y="1622"/>
                  </a:lnTo>
                  <a:lnTo>
                    <a:pt x="1430" y="1506"/>
                  </a:lnTo>
                  <a:lnTo>
                    <a:pt x="1584" y="1390"/>
                  </a:lnTo>
                  <a:lnTo>
                    <a:pt x="1661" y="1236"/>
                  </a:lnTo>
                  <a:lnTo>
                    <a:pt x="1739" y="1081"/>
                  </a:lnTo>
                  <a:lnTo>
                    <a:pt x="1777" y="927"/>
                  </a:lnTo>
                  <a:lnTo>
                    <a:pt x="1777" y="772"/>
                  </a:lnTo>
                  <a:lnTo>
                    <a:pt x="1739" y="579"/>
                  </a:lnTo>
                  <a:lnTo>
                    <a:pt x="1661" y="425"/>
                  </a:lnTo>
                  <a:lnTo>
                    <a:pt x="1545" y="270"/>
                  </a:lnTo>
                  <a:lnTo>
                    <a:pt x="1430" y="155"/>
                  </a:lnTo>
                  <a:lnTo>
                    <a:pt x="1275" y="77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5" name="Google Shape;4215;p18"/>
            <p:cNvSpPr/>
            <p:nvPr/>
          </p:nvSpPr>
          <p:spPr>
            <a:xfrm>
              <a:off x="6717675" y="2588625"/>
              <a:ext cx="42525" cy="41525"/>
            </a:xfrm>
            <a:custGeom>
              <a:avLst/>
              <a:gdLst/>
              <a:ahLst/>
              <a:cxnLst/>
              <a:rect l="l" t="t" r="r" b="b"/>
              <a:pathLst>
                <a:path w="1701" h="1661" extrusionOk="0">
                  <a:moveTo>
                    <a:pt x="1121" y="386"/>
                  </a:moveTo>
                  <a:lnTo>
                    <a:pt x="1198" y="464"/>
                  </a:lnTo>
                  <a:lnTo>
                    <a:pt x="1237" y="541"/>
                  </a:lnTo>
                  <a:lnTo>
                    <a:pt x="1314" y="695"/>
                  </a:lnTo>
                  <a:lnTo>
                    <a:pt x="1314" y="927"/>
                  </a:lnTo>
                  <a:lnTo>
                    <a:pt x="1237" y="1082"/>
                  </a:lnTo>
                  <a:lnTo>
                    <a:pt x="1159" y="1159"/>
                  </a:lnTo>
                  <a:lnTo>
                    <a:pt x="1082" y="1197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2" y="1120"/>
                  </a:lnTo>
                  <a:lnTo>
                    <a:pt x="464" y="1043"/>
                  </a:lnTo>
                  <a:lnTo>
                    <a:pt x="426" y="966"/>
                  </a:lnTo>
                  <a:lnTo>
                    <a:pt x="387" y="850"/>
                  </a:lnTo>
                  <a:lnTo>
                    <a:pt x="387" y="773"/>
                  </a:lnTo>
                  <a:lnTo>
                    <a:pt x="426" y="541"/>
                  </a:lnTo>
                  <a:lnTo>
                    <a:pt x="542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735" y="0"/>
                  </a:moveTo>
                  <a:lnTo>
                    <a:pt x="619" y="39"/>
                  </a:lnTo>
                  <a:lnTo>
                    <a:pt x="503" y="116"/>
                  </a:lnTo>
                  <a:lnTo>
                    <a:pt x="349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41"/>
                  </a:lnTo>
                  <a:lnTo>
                    <a:pt x="40" y="695"/>
                  </a:lnTo>
                  <a:lnTo>
                    <a:pt x="1" y="850"/>
                  </a:lnTo>
                  <a:lnTo>
                    <a:pt x="40" y="1004"/>
                  </a:lnTo>
                  <a:lnTo>
                    <a:pt x="78" y="1159"/>
                  </a:lnTo>
                  <a:lnTo>
                    <a:pt x="194" y="1313"/>
                  </a:lnTo>
                  <a:lnTo>
                    <a:pt x="310" y="1468"/>
                  </a:lnTo>
                  <a:lnTo>
                    <a:pt x="464" y="1545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583"/>
                  </a:lnTo>
                  <a:lnTo>
                    <a:pt x="1353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2"/>
                  </a:lnTo>
                  <a:lnTo>
                    <a:pt x="1700" y="888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8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6" name="Google Shape;4216;p18"/>
            <p:cNvSpPr/>
            <p:nvPr/>
          </p:nvSpPr>
          <p:spPr>
            <a:xfrm>
              <a:off x="587575" y="259247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29"/>
                  </a:lnTo>
                  <a:lnTo>
                    <a:pt x="3939" y="4248"/>
                  </a:lnTo>
                  <a:lnTo>
                    <a:pt x="4017" y="5368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878"/>
                  </a:lnTo>
                  <a:lnTo>
                    <a:pt x="3901" y="8535"/>
                  </a:lnTo>
                  <a:lnTo>
                    <a:pt x="3746" y="9114"/>
                  </a:lnTo>
                  <a:lnTo>
                    <a:pt x="3515" y="9693"/>
                  </a:lnTo>
                  <a:lnTo>
                    <a:pt x="3244" y="10234"/>
                  </a:lnTo>
                  <a:lnTo>
                    <a:pt x="3013" y="10543"/>
                  </a:lnTo>
                  <a:lnTo>
                    <a:pt x="2781" y="10736"/>
                  </a:lnTo>
                  <a:lnTo>
                    <a:pt x="2472" y="10851"/>
                  </a:lnTo>
                  <a:lnTo>
                    <a:pt x="2202" y="10851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465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54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57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580" y="2742"/>
                  </a:lnTo>
                  <a:lnTo>
                    <a:pt x="1352" y="2356"/>
                  </a:lnTo>
                  <a:lnTo>
                    <a:pt x="2163" y="1931"/>
                  </a:lnTo>
                  <a:lnTo>
                    <a:pt x="2935" y="1429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01" y="1"/>
                  </a:moveTo>
                  <a:lnTo>
                    <a:pt x="3476" y="310"/>
                  </a:lnTo>
                  <a:lnTo>
                    <a:pt x="3051" y="619"/>
                  </a:lnTo>
                  <a:lnTo>
                    <a:pt x="2626" y="966"/>
                  </a:lnTo>
                  <a:lnTo>
                    <a:pt x="2202" y="1275"/>
                  </a:lnTo>
                  <a:lnTo>
                    <a:pt x="1313" y="1893"/>
                  </a:lnTo>
                  <a:lnTo>
                    <a:pt x="425" y="2433"/>
                  </a:lnTo>
                  <a:lnTo>
                    <a:pt x="348" y="2511"/>
                  </a:lnTo>
                  <a:lnTo>
                    <a:pt x="348" y="2627"/>
                  </a:lnTo>
                  <a:lnTo>
                    <a:pt x="271" y="2665"/>
                  </a:lnTo>
                  <a:lnTo>
                    <a:pt x="232" y="2781"/>
                  </a:lnTo>
                  <a:lnTo>
                    <a:pt x="194" y="3785"/>
                  </a:lnTo>
                  <a:lnTo>
                    <a:pt x="155" y="4828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577"/>
                  </a:lnTo>
                  <a:lnTo>
                    <a:pt x="503" y="10041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391" y="11160"/>
                  </a:lnTo>
                  <a:lnTo>
                    <a:pt x="1622" y="11276"/>
                  </a:lnTo>
                  <a:lnTo>
                    <a:pt x="1815" y="11353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19" y="11315"/>
                  </a:lnTo>
                  <a:lnTo>
                    <a:pt x="3051" y="11199"/>
                  </a:lnTo>
                  <a:lnTo>
                    <a:pt x="3283" y="11045"/>
                  </a:lnTo>
                  <a:lnTo>
                    <a:pt x="3476" y="10851"/>
                  </a:lnTo>
                  <a:lnTo>
                    <a:pt x="3669" y="10620"/>
                  </a:lnTo>
                  <a:lnTo>
                    <a:pt x="3823" y="10388"/>
                  </a:lnTo>
                  <a:lnTo>
                    <a:pt x="3978" y="10118"/>
                  </a:lnTo>
                  <a:lnTo>
                    <a:pt x="4171" y="9539"/>
                  </a:lnTo>
                  <a:lnTo>
                    <a:pt x="4325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183"/>
                  </a:lnTo>
                  <a:lnTo>
                    <a:pt x="4596" y="6642"/>
                  </a:lnTo>
                  <a:lnTo>
                    <a:pt x="4596" y="6102"/>
                  </a:lnTo>
                  <a:lnTo>
                    <a:pt x="4519" y="4982"/>
                  </a:lnTo>
                  <a:lnTo>
                    <a:pt x="4441" y="3862"/>
                  </a:lnTo>
                  <a:lnTo>
                    <a:pt x="4325" y="2742"/>
                  </a:lnTo>
                  <a:lnTo>
                    <a:pt x="4287" y="2395"/>
                  </a:lnTo>
                  <a:lnTo>
                    <a:pt x="4210" y="1429"/>
                  </a:lnTo>
                  <a:lnTo>
                    <a:pt x="4132" y="503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7" name="Google Shape;4217;p18"/>
            <p:cNvSpPr/>
            <p:nvPr/>
          </p:nvSpPr>
          <p:spPr>
            <a:xfrm>
              <a:off x="6526550" y="261565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116" y="1"/>
                  </a:moveTo>
                  <a:lnTo>
                    <a:pt x="39" y="116"/>
                  </a:lnTo>
                  <a:lnTo>
                    <a:pt x="0" y="232"/>
                  </a:lnTo>
                  <a:lnTo>
                    <a:pt x="39" y="348"/>
                  </a:lnTo>
                  <a:lnTo>
                    <a:pt x="348" y="850"/>
                  </a:lnTo>
                  <a:lnTo>
                    <a:pt x="657" y="1352"/>
                  </a:lnTo>
                  <a:lnTo>
                    <a:pt x="1004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3" y="3553"/>
                  </a:lnTo>
                  <a:lnTo>
                    <a:pt x="3205" y="3901"/>
                  </a:lnTo>
                  <a:lnTo>
                    <a:pt x="3553" y="3746"/>
                  </a:lnTo>
                  <a:lnTo>
                    <a:pt x="2781" y="2974"/>
                  </a:lnTo>
                  <a:lnTo>
                    <a:pt x="2047" y="2202"/>
                  </a:lnTo>
                  <a:lnTo>
                    <a:pt x="1352" y="1429"/>
                  </a:lnTo>
                  <a:lnTo>
                    <a:pt x="1043" y="966"/>
                  </a:lnTo>
                  <a:lnTo>
                    <a:pt x="734" y="541"/>
                  </a:lnTo>
                  <a:lnTo>
                    <a:pt x="1622" y="657"/>
                  </a:lnTo>
                  <a:lnTo>
                    <a:pt x="2510" y="850"/>
                  </a:lnTo>
                  <a:lnTo>
                    <a:pt x="3012" y="1004"/>
                  </a:lnTo>
                  <a:lnTo>
                    <a:pt x="3514" y="1198"/>
                  </a:lnTo>
                  <a:lnTo>
                    <a:pt x="4016" y="1352"/>
                  </a:lnTo>
                  <a:lnTo>
                    <a:pt x="4480" y="1506"/>
                  </a:lnTo>
                  <a:lnTo>
                    <a:pt x="4595" y="1468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4" y="1506"/>
                  </a:lnTo>
                  <a:lnTo>
                    <a:pt x="4982" y="1391"/>
                  </a:lnTo>
                  <a:lnTo>
                    <a:pt x="4634" y="1120"/>
                  </a:lnTo>
                  <a:lnTo>
                    <a:pt x="4171" y="850"/>
                  </a:lnTo>
                  <a:lnTo>
                    <a:pt x="3630" y="618"/>
                  </a:lnTo>
                  <a:lnTo>
                    <a:pt x="3089" y="425"/>
                  </a:lnTo>
                  <a:lnTo>
                    <a:pt x="2510" y="309"/>
                  </a:lnTo>
                  <a:lnTo>
                    <a:pt x="1931" y="194"/>
                  </a:lnTo>
                  <a:lnTo>
                    <a:pt x="1352" y="116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8" name="Google Shape;4218;p18"/>
            <p:cNvSpPr/>
            <p:nvPr/>
          </p:nvSpPr>
          <p:spPr>
            <a:xfrm>
              <a:off x="1725750" y="2629175"/>
              <a:ext cx="67600" cy="76275"/>
            </a:xfrm>
            <a:custGeom>
              <a:avLst/>
              <a:gdLst/>
              <a:ahLst/>
              <a:cxnLst/>
              <a:rect l="l" t="t" r="r" b="b"/>
              <a:pathLst>
                <a:path w="2704" h="3051" extrusionOk="0">
                  <a:moveTo>
                    <a:pt x="1159" y="425"/>
                  </a:moveTo>
                  <a:lnTo>
                    <a:pt x="1429" y="502"/>
                  </a:lnTo>
                  <a:lnTo>
                    <a:pt x="1661" y="618"/>
                  </a:lnTo>
                  <a:lnTo>
                    <a:pt x="1854" y="772"/>
                  </a:lnTo>
                  <a:lnTo>
                    <a:pt x="2008" y="965"/>
                  </a:lnTo>
                  <a:lnTo>
                    <a:pt x="2124" y="1120"/>
                  </a:lnTo>
                  <a:lnTo>
                    <a:pt x="2202" y="1313"/>
                  </a:lnTo>
                  <a:lnTo>
                    <a:pt x="2317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2" y="2394"/>
                  </a:lnTo>
                  <a:lnTo>
                    <a:pt x="2047" y="2278"/>
                  </a:lnTo>
                  <a:lnTo>
                    <a:pt x="1622" y="2047"/>
                  </a:lnTo>
                  <a:lnTo>
                    <a:pt x="1236" y="1892"/>
                  </a:lnTo>
                  <a:lnTo>
                    <a:pt x="1004" y="1776"/>
                  </a:lnTo>
                  <a:lnTo>
                    <a:pt x="811" y="1661"/>
                  </a:lnTo>
                  <a:lnTo>
                    <a:pt x="618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1"/>
                  </a:lnTo>
                  <a:lnTo>
                    <a:pt x="541" y="657"/>
                  </a:lnTo>
                  <a:lnTo>
                    <a:pt x="618" y="579"/>
                  </a:lnTo>
                  <a:lnTo>
                    <a:pt x="696" y="502"/>
                  </a:lnTo>
                  <a:lnTo>
                    <a:pt x="811" y="463"/>
                  </a:lnTo>
                  <a:lnTo>
                    <a:pt x="927" y="425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0"/>
                  </a:lnTo>
                  <a:lnTo>
                    <a:pt x="194" y="425"/>
                  </a:lnTo>
                  <a:lnTo>
                    <a:pt x="78" y="618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1" y="1236"/>
                  </a:lnTo>
                  <a:lnTo>
                    <a:pt x="39" y="1429"/>
                  </a:lnTo>
                  <a:lnTo>
                    <a:pt x="155" y="1622"/>
                  </a:lnTo>
                  <a:lnTo>
                    <a:pt x="387" y="1854"/>
                  </a:lnTo>
                  <a:lnTo>
                    <a:pt x="618" y="2047"/>
                  </a:lnTo>
                  <a:lnTo>
                    <a:pt x="889" y="2201"/>
                  </a:lnTo>
                  <a:lnTo>
                    <a:pt x="1198" y="2317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8" y="2742"/>
                  </a:lnTo>
                  <a:lnTo>
                    <a:pt x="2202" y="2973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0" y="3012"/>
                  </a:lnTo>
                  <a:lnTo>
                    <a:pt x="2588" y="2973"/>
                  </a:lnTo>
                  <a:lnTo>
                    <a:pt x="2626" y="2896"/>
                  </a:lnTo>
                  <a:lnTo>
                    <a:pt x="2704" y="2317"/>
                  </a:lnTo>
                  <a:lnTo>
                    <a:pt x="2704" y="2008"/>
                  </a:lnTo>
                  <a:lnTo>
                    <a:pt x="2704" y="1699"/>
                  </a:lnTo>
                  <a:lnTo>
                    <a:pt x="2626" y="1429"/>
                  </a:lnTo>
                  <a:lnTo>
                    <a:pt x="2549" y="1120"/>
                  </a:lnTo>
                  <a:lnTo>
                    <a:pt x="2433" y="850"/>
                  </a:lnTo>
                  <a:lnTo>
                    <a:pt x="2279" y="579"/>
                  </a:lnTo>
                  <a:lnTo>
                    <a:pt x="2124" y="425"/>
                  </a:lnTo>
                  <a:lnTo>
                    <a:pt x="1931" y="270"/>
                  </a:lnTo>
                  <a:lnTo>
                    <a:pt x="1700" y="116"/>
                  </a:lnTo>
                  <a:lnTo>
                    <a:pt x="1506" y="39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9" name="Google Shape;4219;p18"/>
            <p:cNvSpPr/>
            <p:nvPr/>
          </p:nvSpPr>
          <p:spPr>
            <a:xfrm>
              <a:off x="2602300" y="2637850"/>
              <a:ext cx="63750" cy="173800"/>
            </a:xfrm>
            <a:custGeom>
              <a:avLst/>
              <a:gdLst/>
              <a:ahLst/>
              <a:cxnLst/>
              <a:rect l="l" t="t" r="r" b="b"/>
              <a:pathLst>
                <a:path w="2550" h="6952" extrusionOk="0">
                  <a:moveTo>
                    <a:pt x="271" y="1"/>
                  </a:moveTo>
                  <a:lnTo>
                    <a:pt x="1" y="78"/>
                  </a:lnTo>
                  <a:lnTo>
                    <a:pt x="232" y="927"/>
                  </a:lnTo>
                  <a:lnTo>
                    <a:pt x="503" y="1816"/>
                  </a:lnTo>
                  <a:lnTo>
                    <a:pt x="1082" y="3515"/>
                  </a:lnTo>
                  <a:lnTo>
                    <a:pt x="2318" y="6951"/>
                  </a:lnTo>
                  <a:lnTo>
                    <a:pt x="2549" y="6874"/>
                  </a:lnTo>
                  <a:lnTo>
                    <a:pt x="2047" y="5136"/>
                  </a:lnTo>
                  <a:lnTo>
                    <a:pt x="1507" y="3399"/>
                  </a:lnTo>
                  <a:lnTo>
                    <a:pt x="928" y="1661"/>
                  </a:lnTo>
                  <a:lnTo>
                    <a:pt x="619" y="81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0" name="Google Shape;4220;p18"/>
            <p:cNvSpPr/>
            <p:nvPr/>
          </p:nvSpPr>
          <p:spPr>
            <a:xfrm>
              <a:off x="531575" y="263882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121" y="386"/>
                  </a:moveTo>
                  <a:lnTo>
                    <a:pt x="1198" y="464"/>
                  </a:lnTo>
                  <a:lnTo>
                    <a:pt x="1237" y="541"/>
                  </a:lnTo>
                  <a:lnTo>
                    <a:pt x="1314" y="695"/>
                  </a:lnTo>
                  <a:lnTo>
                    <a:pt x="1314" y="927"/>
                  </a:lnTo>
                  <a:lnTo>
                    <a:pt x="1237" y="1081"/>
                  </a:lnTo>
                  <a:lnTo>
                    <a:pt x="1159" y="1159"/>
                  </a:lnTo>
                  <a:lnTo>
                    <a:pt x="1082" y="1197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2" y="1120"/>
                  </a:lnTo>
                  <a:lnTo>
                    <a:pt x="464" y="1043"/>
                  </a:lnTo>
                  <a:lnTo>
                    <a:pt x="426" y="966"/>
                  </a:lnTo>
                  <a:lnTo>
                    <a:pt x="387" y="850"/>
                  </a:lnTo>
                  <a:lnTo>
                    <a:pt x="387" y="773"/>
                  </a:lnTo>
                  <a:lnTo>
                    <a:pt x="426" y="541"/>
                  </a:lnTo>
                  <a:lnTo>
                    <a:pt x="542" y="579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735" y="0"/>
                  </a:moveTo>
                  <a:lnTo>
                    <a:pt x="619" y="39"/>
                  </a:lnTo>
                  <a:lnTo>
                    <a:pt x="503" y="116"/>
                  </a:lnTo>
                  <a:lnTo>
                    <a:pt x="348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41"/>
                  </a:lnTo>
                  <a:lnTo>
                    <a:pt x="40" y="695"/>
                  </a:lnTo>
                  <a:lnTo>
                    <a:pt x="1" y="850"/>
                  </a:lnTo>
                  <a:lnTo>
                    <a:pt x="40" y="1004"/>
                  </a:lnTo>
                  <a:lnTo>
                    <a:pt x="78" y="1159"/>
                  </a:lnTo>
                  <a:lnTo>
                    <a:pt x="194" y="1313"/>
                  </a:lnTo>
                  <a:lnTo>
                    <a:pt x="310" y="1468"/>
                  </a:lnTo>
                  <a:lnTo>
                    <a:pt x="464" y="1545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583"/>
                  </a:lnTo>
                  <a:lnTo>
                    <a:pt x="1352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1"/>
                  </a:lnTo>
                  <a:lnTo>
                    <a:pt x="1700" y="888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7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1" name="Google Shape;4221;p18"/>
            <p:cNvSpPr/>
            <p:nvPr/>
          </p:nvSpPr>
          <p:spPr>
            <a:xfrm>
              <a:off x="340450" y="266585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116" y="0"/>
                  </a:moveTo>
                  <a:lnTo>
                    <a:pt x="39" y="116"/>
                  </a:lnTo>
                  <a:lnTo>
                    <a:pt x="0" y="232"/>
                  </a:lnTo>
                  <a:lnTo>
                    <a:pt x="39" y="348"/>
                  </a:lnTo>
                  <a:lnTo>
                    <a:pt x="348" y="850"/>
                  </a:lnTo>
                  <a:lnTo>
                    <a:pt x="657" y="1352"/>
                  </a:lnTo>
                  <a:lnTo>
                    <a:pt x="1004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3" y="3553"/>
                  </a:lnTo>
                  <a:lnTo>
                    <a:pt x="3205" y="3901"/>
                  </a:lnTo>
                  <a:lnTo>
                    <a:pt x="3553" y="3746"/>
                  </a:lnTo>
                  <a:lnTo>
                    <a:pt x="2780" y="2974"/>
                  </a:lnTo>
                  <a:lnTo>
                    <a:pt x="2047" y="2202"/>
                  </a:lnTo>
                  <a:lnTo>
                    <a:pt x="1352" y="1429"/>
                  </a:lnTo>
                  <a:lnTo>
                    <a:pt x="1043" y="966"/>
                  </a:lnTo>
                  <a:lnTo>
                    <a:pt x="734" y="541"/>
                  </a:lnTo>
                  <a:lnTo>
                    <a:pt x="1622" y="657"/>
                  </a:lnTo>
                  <a:lnTo>
                    <a:pt x="2510" y="850"/>
                  </a:lnTo>
                  <a:lnTo>
                    <a:pt x="3012" y="1004"/>
                  </a:lnTo>
                  <a:lnTo>
                    <a:pt x="3514" y="1198"/>
                  </a:lnTo>
                  <a:lnTo>
                    <a:pt x="4016" y="1352"/>
                  </a:lnTo>
                  <a:lnTo>
                    <a:pt x="4480" y="1506"/>
                  </a:lnTo>
                  <a:lnTo>
                    <a:pt x="4595" y="1468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4" y="1506"/>
                  </a:lnTo>
                  <a:lnTo>
                    <a:pt x="4981" y="1391"/>
                  </a:lnTo>
                  <a:lnTo>
                    <a:pt x="4634" y="1120"/>
                  </a:lnTo>
                  <a:lnTo>
                    <a:pt x="4171" y="850"/>
                  </a:lnTo>
                  <a:lnTo>
                    <a:pt x="3630" y="618"/>
                  </a:lnTo>
                  <a:lnTo>
                    <a:pt x="3089" y="425"/>
                  </a:lnTo>
                  <a:lnTo>
                    <a:pt x="2510" y="309"/>
                  </a:lnTo>
                  <a:lnTo>
                    <a:pt x="1931" y="194"/>
                  </a:lnTo>
                  <a:lnTo>
                    <a:pt x="1352" y="116"/>
                  </a:lnTo>
                  <a:lnTo>
                    <a:pt x="27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2" name="Google Shape;4222;p18"/>
            <p:cNvSpPr/>
            <p:nvPr/>
          </p:nvSpPr>
          <p:spPr>
            <a:xfrm>
              <a:off x="6651075" y="2665850"/>
              <a:ext cx="126500" cy="69525"/>
            </a:xfrm>
            <a:custGeom>
              <a:avLst/>
              <a:gdLst/>
              <a:ahLst/>
              <a:cxnLst/>
              <a:rect l="l" t="t" r="r" b="b"/>
              <a:pathLst>
                <a:path w="5060" h="2781" extrusionOk="0">
                  <a:moveTo>
                    <a:pt x="4905" y="0"/>
                  </a:moveTo>
                  <a:lnTo>
                    <a:pt x="3823" y="618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395"/>
                  </a:lnTo>
                  <a:lnTo>
                    <a:pt x="39" y="2472"/>
                  </a:lnTo>
                  <a:lnTo>
                    <a:pt x="1" y="2588"/>
                  </a:lnTo>
                  <a:lnTo>
                    <a:pt x="39" y="2665"/>
                  </a:lnTo>
                  <a:lnTo>
                    <a:pt x="116" y="2742"/>
                  </a:lnTo>
                  <a:lnTo>
                    <a:pt x="387" y="2781"/>
                  </a:lnTo>
                  <a:lnTo>
                    <a:pt x="1082" y="2588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2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3" name="Google Shape;4223;p18"/>
            <p:cNvSpPr/>
            <p:nvPr/>
          </p:nvSpPr>
          <p:spPr>
            <a:xfrm>
              <a:off x="1793325" y="2698675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313" y="387"/>
                  </a:moveTo>
                  <a:lnTo>
                    <a:pt x="1507" y="464"/>
                  </a:lnTo>
                  <a:lnTo>
                    <a:pt x="1661" y="580"/>
                  </a:lnTo>
                  <a:lnTo>
                    <a:pt x="1777" y="734"/>
                  </a:lnTo>
                  <a:lnTo>
                    <a:pt x="1777" y="889"/>
                  </a:lnTo>
                  <a:lnTo>
                    <a:pt x="1777" y="927"/>
                  </a:lnTo>
                  <a:lnTo>
                    <a:pt x="1738" y="1004"/>
                  </a:lnTo>
                  <a:lnTo>
                    <a:pt x="1661" y="1043"/>
                  </a:lnTo>
                  <a:lnTo>
                    <a:pt x="1584" y="1082"/>
                  </a:lnTo>
                  <a:lnTo>
                    <a:pt x="1275" y="1120"/>
                  </a:lnTo>
                  <a:lnTo>
                    <a:pt x="927" y="1120"/>
                  </a:lnTo>
                  <a:lnTo>
                    <a:pt x="618" y="1159"/>
                  </a:lnTo>
                  <a:lnTo>
                    <a:pt x="464" y="1197"/>
                  </a:lnTo>
                  <a:lnTo>
                    <a:pt x="348" y="1275"/>
                  </a:lnTo>
                  <a:lnTo>
                    <a:pt x="348" y="1120"/>
                  </a:lnTo>
                  <a:lnTo>
                    <a:pt x="348" y="1004"/>
                  </a:lnTo>
                  <a:lnTo>
                    <a:pt x="387" y="850"/>
                  </a:lnTo>
                  <a:lnTo>
                    <a:pt x="464" y="734"/>
                  </a:lnTo>
                  <a:lnTo>
                    <a:pt x="580" y="618"/>
                  </a:lnTo>
                  <a:lnTo>
                    <a:pt x="657" y="502"/>
                  </a:lnTo>
                  <a:lnTo>
                    <a:pt x="811" y="425"/>
                  </a:lnTo>
                  <a:lnTo>
                    <a:pt x="966" y="387"/>
                  </a:lnTo>
                  <a:close/>
                  <a:moveTo>
                    <a:pt x="1005" y="0"/>
                  </a:moveTo>
                  <a:lnTo>
                    <a:pt x="811" y="39"/>
                  </a:lnTo>
                  <a:lnTo>
                    <a:pt x="618" y="116"/>
                  </a:lnTo>
                  <a:lnTo>
                    <a:pt x="425" y="232"/>
                  </a:lnTo>
                  <a:lnTo>
                    <a:pt x="271" y="348"/>
                  </a:lnTo>
                  <a:lnTo>
                    <a:pt x="155" y="502"/>
                  </a:lnTo>
                  <a:lnTo>
                    <a:pt x="78" y="695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29"/>
                  </a:lnTo>
                  <a:lnTo>
                    <a:pt x="116" y="1622"/>
                  </a:lnTo>
                  <a:lnTo>
                    <a:pt x="155" y="1738"/>
                  </a:lnTo>
                  <a:lnTo>
                    <a:pt x="232" y="1777"/>
                  </a:lnTo>
                  <a:lnTo>
                    <a:pt x="348" y="1815"/>
                  </a:lnTo>
                  <a:lnTo>
                    <a:pt x="425" y="1738"/>
                  </a:lnTo>
                  <a:lnTo>
                    <a:pt x="580" y="1622"/>
                  </a:lnTo>
                  <a:lnTo>
                    <a:pt x="696" y="1545"/>
                  </a:lnTo>
                  <a:lnTo>
                    <a:pt x="889" y="1506"/>
                  </a:lnTo>
                  <a:lnTo>
                    <a:pt x="1429" y="1506"/>
                  </a:lnTo>
                  <a:lnTo>
                    <a:pt x="1584" y="1468"/>
                  </a:lnTo>
                  <a:lnTo>
                    <a:pt x="1777" y="1429"/>
                  </a:lnTo>
                  <a:lnTo>
                    <a:pt x="1931" y="1352"/>
                  </a:lnTo>
                  <a:lnTo>
                    <a:pt x="2047" y="1236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8"/>
                  </a:lnTo>
                  <a:lnTo>
                    <a:pt x="2086" y="464"/>
                  </a:lnTo>
                  <a:lnTo>
                    <a:pt x="1970" y="309"/>
                  </a:lnTo>
                  <a:lnTo>
                    <a:pt x="1815" y="193"/>
                  </a:lnTo>
                  <a:lnTo>
                    <a:pt x="1622" y="78"/>
                  </a:lnTo>
                  <a:lnTo>
                    <a:pt x="142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4" name="Google Shape;4224;p18"/>
            <p:cNvSpPr/>
            <p:nvPr/>
          </p:nvSpPr>
          <p:spPr>
            <a:xfrm>
              <a:off x="2371575" y="2703500"/>
              <a:ext cx="351425" cy="207575"/>
            </a:xfrm>
            <a:custGeom>
              <a:avLst/>
              <a:gdLst/>
              <a:ahLst/>
              <a:cxnLst/>
              <a:rect l="l" t="t" r="r" b="b"/>
              <a:pathLst>
                <a:path w="14057" h="8303" extrusionOk="0">
                  <a:moveTo>
                    <a:pt x="13941" y="0"/>
                  </a:moveTo>
                  <a:lnTo>
                    <a:pt x="13632" y="116"/>
                  </a:lnTo>
                  <a:lnTo>
                    <a:pt x="13632" y="155"/>
                  </a:lnTo>
                  <a:lnTo>
                    <a:pt x="13555" y="773"/>
                  </a:lnTo>
                  <a:lnTo>
                    <a:pt x="13439" y="1313"/>
                  </a:lnTo>
                  <a:lnTo>
                    <a:pt x="13284" y="1854"/>
                  </a:lnTo>
                  <a:lnTo>
                    <a:pt x="13053" y="2395"/>
                  </a:lnTo>
                  <a:lnTo>
                    <a:pt x="12782" y="2897"/>
                  </a:lnTo>
                  <a:lnTo>
                    <a:pt x="12473" y="3360"/>
                  </a:lnTo>
                  <a:lnTo>
                    <a:pt x="12126" y="3823"/>
                  </a:lnTo>
                  <a:lnTo>
                    <a:pt x="11778" y="4248"/>
                  </a:lnTo>
                  <a:lnTo>
                    <a:pt x="11547" y="4325"/>
                  </a:lnTo>
                  <a:lnTo>
                    <a:pt x="11585" y="4441"/>
                  </a:lnTo>
                  <a:lnTo>
                    <a:pt x="11547" y="4480"/>
                  </a:lnTo>
                  <a:lnTo>
                    <a:pt x="11392" y="4557"/>
                  </a:lnTo>
                  <a:lnTo>
                    <a:pt x="11469" y="4557"/>
                  </a:lnTo>
                  <a:lnTo>
                    <a:pt x="10967" y="5020"/>
                  </a:lnTo>
                  <a:lnTo>
                    <a:pt x="10427" y="5445"/>
                  </a:lnTo>
                  <a:lnTo>
                    <a:pt x="9539" y="6063"/>
                  </a:lnTo>
                  <a:lnTo>
                    <a:pt x="8612" y="6642"/>
                  </a:lnTo>
                  <a:lnTo>
                    <a:pt x="8149" y="6912"/>
                  </a:lnTo>
                  <a:lnTo>
                    <a:pt x="7647" y="7144"/>
                  </a:lnTo>
                  <a:lnTo>
                    <a:pt x="7145" y="7376"/>
                  </a:lnTo>
                  <a:lnTo>
                    <a:pt x="6643" y="7569"/>
                  </a:lnTo>
                  <a:lnTo>
                    <a:pt x="6604" y="7453"/>
                  </a:lnTo>
                  <a:lnTo>
                    <a:pt x="6411" y="7492"/>
                  </a:lnTo>
                  <a:lnTo>
                    <a:pt x="4905" y="6372"/>
                  </a:lnTo>
                  <a:lnTo>
                    <a:pt x="3322" y="5291"/>
                  </a:lnTo>
                  <a:lnTo>
                    <a:pt x="1739" y="4248"/>
                  </a:lnTo>
                  <a:lnTo>
                    <a:pt x="78" y="3321"/>
                  </a:lnTo>
                  <a:lnTo>
                    <a:pt x="1" y="3399"/>
                  </a:lnTo>
                  <a:lnTo>
                    <a:pt x="3051" y="5600"/>
                  </a:lnTo>
                  <a:lnTo>
                    <a:pt x="6141" y="7723"/>
                  </a:lnTo>
                  <a:lnTo>
                    <a:pt x="5639" y="7839"/>
                  </a:lnTo>
                  <a:lnTo>
                    <a:pt x="5175" y="7916"/>
                  </a:lnTo>
                  <a:lnTo>
                    <a:pt x="4673" y="7955"/>
                  </a:lnTo>
                  <a:lnTo>
                    <a:pt x="4210" y="7994"/>
                  </a:lnTo>
                  <a:lnTo>
                    <a:pt x="4094" y="7994"/>
                  </a:lnTo>
                  <a:lnTo>
                    <a:pt x="4055" y="8071"/>
                  </a:lnTo>
                  <a:lnTo>
                    <a:pt x="4248" y="8303"/>
                  </a:lnTo>
                  <a:lnTo>
                    <a:pt x="5098" y="8303"/>
                  </a:lnTo>
                  <a:lnTo>
                    <a:pt x="5523" y="8264"/>
                  </a:lnTo>
                  <a:lnTo>
                    <a:pt x="5948" y="8187"/>
                  </a:lnTo>
                  <a:lnTo>
                    <a:pt x="6372" y="8110"/>
                  </a:lnTo>
                  <a:lnTo>
                    <a:pt x="6797" y="7955"/>
                  </a:lnTo>
                  <a:lnTo>
                    <a:pt x="7647" y="7646"/>
                  </a:lnTo>
                  <a:lnTo>
                    <a:pt x="8458" y="7221"/>
                  </a:lnTo>
                  <a:lnTo>
                    <a:pt x="9230" y="6758"/>
                  </a:lnTo>
                  <a:lnTo>
                    <a:pt x="10002" y="6295"/>
                  </a:lnTo>
                  <a:lnTo>
                    <a:pt x="10659" y="5793"/>
                  </a:lnTo>
                  <a:lnTo>
                    <a:pt x="11315" y="5252"/>
                  </a:lnTo>
                  <a:lnTo>
                    <a:pt x="11933" y="4673"/>
                  </a:lnTo>
                  <a:lnTo>
                    <a:pt x="12512" y="4055"/>
                  </a:lnTo>
                  <a:lnTo>
                    <a:pt x="12975" y="3360"/>
                  </a:lnTo>
                  <a:lnTo>
                    <a:pt x="13207" y="3012"/>
                  </a:lnTo>
                  <a:lnTo>
                    <a:pt x="13400" y="2665"/>
                  </a:lnTo>
                  <a:lnTo>
                    <a:pt x="13555" y="2279"/>
                  </a:lnTo>
                  <a:lnTo>
                    <a:pt x="13709" y="1893"/>
                  </a:lnTo>
                  <a:lnTo>
                    <a:pt x="13864" y="1506"/>
                  </a:lnTo>
                  <a:lnTo>
                    <a:pt x="13941" y="1082"/>
                  </a:lnTo>
                  <a:lnTo>
                    <a:pt x="14018" y="657"/>
                  </a:lnTo>
                  <a:lnTo>
                    <a:pt x="14057" y="232"/>
                  </a:lnTo>
                  <a:lnTo>
                    <a:pt x="14018" y="116"/>
                  </a:lnTo>
                  <a:lnTo>
                    <a:pt x="13941" y="39"/>
                  </a:lnTo>
                  <a:lnTo>
                    <a:pt x="1394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5" name="Google Shape;4225;p18"/>
            <p:cNvSpPr/>
            <p:nvPr/>
          </p:nvSpPr>
          <p:spPr>
            <a:xfrm>
              <a:off x="6594125" y="2709300"/>
              <a:ext cx="66625" cy="99450"/>
            </a:xfrm>
            <a:custGeom>
              <a:avLst/>
              <a:gdLst/>
              <a:ahLst/>
              <a:cxnLst/>
              <a:rect l="l" t="t" r="r" b="b"/>
              <a:pathLst>
                <a:path w="2665" h="3978" extrusionOk="0">
                  <a:moveTo>
                    <a:pt x="850" y="0"/>
                  </a:moveTo>
                  <a:lnTo>
                    <a:pt x="502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1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0" y="2703"/>
                  </a:lnTo>
                  <a:lnTo>
                    <a:pt x="39" y="2935"/>
                  </a:lnTo>
                  <a:lnTo>
                    <a:pt x="78" y="3167"/>
                  </a:lnTo>
                  <a:lnTo>
                    <a:pt x="155" y="3398"/>
                  </a:lnTo>
                  <a:lnTo>
                    <a:pt x="309" y="3591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8" y="3939"/>
                  </a:lnTo>
                  <a:lnTo>
                    <a:pt x="1120" y="3977"/>
                  </a:lnTo>
                  <a:lnTo>
                    <a:pt x="1313" y="3900"/>
                  </a:lnTo>
                  <a:lnTo>
                    <a:pt x="1506" y="3823"/>
                  </a:lnTo>
                  <a:lnTo>
                    <a:pt x="1661" y="3669"/>
                  </a:lnTo>
                  <a:lnTo>
                    <a:pt x="1815" y="3514"/>
                  </a:lnTo>
                  <a:lnTo>
                    <a:pt x="1970" y="3282"/>
                  </a:lnTo>
                  <a:lnTo>
                    <a:pt x="2085" y="3051"/>
                  </a:lnTo>
                  <a:lnTo>
                    <a:pt x="2317" y="2549"/>
                  </a:lnTo>
                  <a:lnTo>
                    <a:pt x="2472" y="2008"/>
                  </a:lnTo>
                  <a:lnTo>
                    <a:pt x="2626" y="1467"/>
                  </a:lnTo>
                  <a:lnTo>
                    <a:pt x="2665" y="1043"/>
                  </a:lnTo>
                  <a:lnTo>
                    <a:pt x="2394" y="1004"/>
                  </a:lnTo>
                  <a:lnTo>
                    <a:pt x="2008" y="2008"/>
                  </a:lnTo>
                  <a:lnTo>
                    <a:pt x="1738" y="2665"/>
                  </a:lnTo>
                  <a:lnTo>
                    <a:pt x="1545" y="3012"/>
                  </a:lnTo>
                  <a:lnTo>
                    <a:pt x="1468" y="3205"/>
                  </a:lnTo>
                  <a:lnTo>
                    <a:pt x="1313" y="3282"/>
                  </a:lnTo>
                  <a:lnTo>
                    <a:pt x="1159" y="3282"/>
                  </a:lnTo>
                  <a:lnTo>
                    <a:pt x="966" y="3205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3"/>
                  </a:lnTo>
                  <a:lnTo>
                    <a:pt x="541" y="2356"/>
                  </a:lnTo>
                  <a:lnTo>
                    <a:pt x="580" y="2047"/>
                  </a:lnTo>
                  <a:lnTo>
                    <a:pt x="618" y="1622"/>
                  </a:lnTo>
                  <a:lnTo>
                    <a:pt x="734" y="1197"/>
                  </a:lnTo>
                  <a:lnTo>
                    <a:pt x="888" y="772"/>
                  </a:lnTo>
                  <a:lnTo>
                    <a:pt x="1043" y="348"/>
                  </a:lnTo>
                  <a:lnTo>
                    <a:pt x="1082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6" name="Google Shape;4226;p18"/>
            <p:cNvSpPr/>
            <p:nvPr/>
          </p:nvSpPr>
          <p:spPr>
            <a:xfrm>
              <a:off x="464975" y="2716050"/>
              <a:ext cx="126500" cy="69525"/>
            </a:xfrm>
            <a:custGeom>
              <a:avLst/>
              <a:gdLst/>
              <a:ahLst/>
              <a:cxnLst/>
              <a:rect l="l" t="t" r="r" b="b"/>
              <a:pathLst>
                <a:path w="5060" h="2781" extrusionOk="0">
                  <a:moveTo>
                    <a:pt x="4905" y="0"/>
                  </a:moveTo>
                  <a:lnTo>
                    <a:pt x="3823" y="618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395"/>
                  </a:lnTo>
                  <a:lnTo>
                    <a:pt x="39" y="2472"/>
                  </a:lnTo>
                  <a:lnTo>
                    <a:pt x="0" y="2588"/>
                  </a:lnTo>
                  <a:lnTo>
                    <a:pt x="39" y="2665"/>
                  </a:lnTo>
                  <a:lnTo>
                    <a:pt x="116" y="2742"/>
                  </a:lnTo>
                  <a:lnTo>
                    <a:pt x="387" y="2781"/>
                  </a:lnTo>
                  <a:lnTo>
                    <a:pt x="1082" y="2588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2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7" name="Google Shape;4227;p18"/>
            <p:cNvSpPr/>
            <p:nvPr/>
          </p:nvSpPr>
          <p:spPr>
            <a:xfrm>
              <a:off x="2488400" y="2725700"/>
              <a:ext cx="48275" cy="165100"/>
            </a:xfrm>
            <a:custGeom>
              <a:avLst/>
              <a:gdLst/>
              <a:ahLst/>
              <a:cxnLst/>
              <a:rect l="l" t="t" r="r" b="b"/>
              <a:pathLst>
                <a:path w="1931" h="6604" extrusionOk="0">
                  <a:moveTo>
                    <a:pt x="271" y="1"/>
                  </a:moveTo>
                  <a:lnTo>
                    <a:pt x="193" y="39"/>
                  </a:lnTo>
                  <a:lnTo>
                    <a:pt x="155" y="39"/>
                  </a:lnTo>
                  <a:lnTo>
                    <a:pt x="0" y="155"/>
                  </a:lnTo>
                  <a:lnTo>
                    <a:pt x="0" y="194"/>
                  </a:lnTo>
                  <a:lnTo>
                    <a:pt x="348" y="1815"/>
                  </a:lnTo>
                  <a:lnTo>
                    <a:pt x="773" y="3437"/>
                  </a:lnTo>
                  <a:lnTo>
                    <a:pt x="1236" y="5021"/>
                  </a:lnTo>
                  <a:lnTo>
                    <a:pt x="1738" y="6604"/>
                  </a:lnTo>
                  <a:lnTo>
                    <a:pt x="1931" y="6565"/>
                  </a:lnTo>
                  <a:lnTo>
                    <a:pt x="1622" y="4982"/>
                  </a:lnTo>
                  <a:lnTo>
                    <a:pt x="1236" y="3360"/>
                  </a:lnTo>
                  <a:lnTo>
                    <a:pt x="773" y="1777"/>
                  </a:lnTo>
                  <a:lnTo>
                    <a:pt x="271" y="194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8" name="Google Shape;4228;p18"/>
            <p:cNvSpPr/>
            <p:nvPr/>
          </p:nvSpPr>
          <p:spPr>
            <a:xfrm>
              <a:off x="2495150" y="2725700"/>
              <a:ext cx="165100" cy="91725"/>
            </a:xfrm>
            <a:custGeom>
              <a:avLst/>
              <a:gdLst/>
              <a:ahLst/>
              <a:cxnLst/>
              <a:rect l="l" t="t" r="r" b="b"/>
              <a:pathLst>
                <a:path w="6604" h="3669" extrusionOk="0">
                  <a:moveTo>
                    <a:pt x="116" y="1"/>
                  </a:moveTo>
                  <a:lnTo>
                    <a:pt x="1" y="194"/>
                  </a:lnTo>
                  <a:lnTo>
                    <a:pt x="1622" y="1043"/>
                  </a:lnTo>
                  <a:lnTo>
                    <a:pt x="3244" y="1893"/>
                  </a:lnTo>
                  <a:lnTo>
                    <a:pt x="4017" y="2356"/>
                  </a:lnTo>
                  <a:lnTo>
                    <a:pt x="4827" y="2819"/>
                  </a:lnTo>
                  <a:lnTo>
                    <a:pt x="5638" y="3283"/>
                  </a:lnTo>
                  <a:lnTo>
                    <a:pt x="6024" y="3476"/>
                  </a:lnTo>
                  <a:lnTo>
                    <a:pt x="6449" y="3669"/>
                  </a:lnTo>
                  <a:lnTo>
                    <a:pt x="6604" y="3592"/>
                  </a:lnTo>
                  <a:lnTo>
                    <a:pt x="6604" y="3515"/>
                  </a:lnTo>
                  <a:lnTo>
                    <a:pt x="6565" y="3437"/>
                  </a:lnTo>
                  <a:lnTo>
                    <a:pt x="6218" y="3167"/>
                  </a:lnTo>
                  <a:lnTo>
                    <a:pt x="5870" y="2935"/>
                  </a:lnTo>
                  <a:lnTo>
                    <a:pt x="5098" y="2472"/>
                  </a:lnTo>
                  <a:lnTo>
                    <a:pt x="3515" y="1622"/>
                  </a:lnTo>
                  <a:lnTo>
                    <a:pt x="1815" y="773"/>
                  </a:lnTo>
                  <a:lnTo>
                    <a:pt x="966" y="387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9" name="Google Shape;4229;p18"/>
            <p:cNvSpPr/>
            <p:nvPr/>
          </p:nvSpPr>
          <p:spPr>
            <a:xfrm>
              <a:off x="4212550" y="2732450"/>
              <a:ext cx="315700" cy="477900"/>
            </a:xfrm>
            <a:custGeom>
              <a:avLst/>
              <a:gdLst/>
              <a:ahLst/>
              <a:cxnLst/>
              <a:rect l="l" t="t" r="r" b="b"/>
              <a:pathLst>
                <a:path w="12628" h="19116" extrusionOk="0">
                  <a:moveTo>
                    <a:pt x="1004" y="619"/>
                  </a:moveTo>
                  <a:lnTo>
                    <a:pt x="1661" y="850"/>
                  </a:lnTo>
                  <a:lnTo>
                    <a:pt x="2317" y="1121"/>
                  </a:lnTo>
                  <a:lnTo>
                    <a:pt x="2742" y="1352"/>
                  </a:lnTo>
                  <a:lnTo>
                    <a:pt x="3167" y="1584"/>
                  </a:lnTo>
                  <a:lnTo>
                    <a:pt x="3321" y="1700"/>
                  </a:lnTo>
                  <a:lnTo>
                    <a:pt x="3476" y="1854"/>
                  </a:lnTo>
                  <a:lnTo>
                    <a:pt x="3669" y="2125"/>
                  </a:lnTo>
                  <a:lnTo>
                    <a:pt x="3862" y="2472"/>
                  </a:lnTo>
                  <a:lnTo>
                    <a:pt x="4016" y="2820"/>
                  </a:lnTo>
                  <a:lnTo>
                    <a:pt x="5677" y="6797"/>
                  </a:lnTo>
                  <a:lnTo>
                    <a:pt x="9075" y="15022"/>
                  </a:lnTo>
                  <a:lnTo>
                    <a:pt x="9152" y="15099"/>
                  </a:lnTo>
                  <a:lnTo>
                    <a:pt x="9191" y="15138"/>
                  </a:lnTo>
                  <a:lnTo>
                    <a:pt x="9345" y="15138"/>
                  </a:lnTo>
                  <a:lnTo>
                    <a:pt x="8920" y="15370"/>
                  </a:lnTo>
                  <a:lnTo>
                    <a:pt x="7955" y="13516"/>
                  </a:lnTo>
                  <a:lnTo>
                    <a:pt x="6990" y="11663"/>
                  </a:lnTo>
                  <a:lnTo>
                    <a:pt x="5020" y="7956"/>
                  </a:lnTo>
                  <a:lnTo>
                    <a:pt x="3012" y="4287"/>
                  </a:lnTo>
                  <a:lnTo>
                    <a:pt x="1004" y="619"/>
                  </a:lnTo>
                  <a:close/>
                  <a:moveTo>
                    <a:pt x="657" y="503"/>
                  </a:moveTo>
                  <a:lnTo>
                    <a:pt x="657" y="541"/>
                  </a:lnTo>
                  <a:lnTo>
                    <a:pt x="4673" y="8033"/>
                  </a:lnTo>
                  <a:lnTo>
                    <a:pt x="6719" y="11740"/>
                  </a:lnTo>
                  <a:lnTo>
                    <a:pt x="7762" y="13593"/>
                  </a:lnTo>
                  <a:lnTo>
                    <a:pt x="8805" y="15447"/>
                  </a:lnTo>
                  <a:lnTo>
                    <a:pt x="8650" y="15524"/>
                  </a:lnTo>
                  <a:lnTo>
                    <a:pt x="7414" y="13748"/>
                  </a:lnTo>
                  <a:lnTo>
                    <a:pt x="6179" y="12010"/>
                  </a:lnTo>
                  <a:lnTo>
                    <a:pt x="3592" y="8535"/>
                  </a:lnTo>
                  <a:lnTo>
                    <a:pt x="2317" y="6758"/>
                  </a:lnTo>
                  <a:lnTo>
                    <a:pt x="1004" y="4944"/>
                  </a:lnTo>
                  <a:lnTo>
                    <a:pt x="850" y="4712"/>
                  </a:lnTo>
                  <a:lnTo>
                    <a:pt x="734" y="4480"/>
                  </a:lnTo>
                  <a:lnTo>
                    <a:pt x="618" y="4210"/>
                  </a:lnTo>
                  <a:lnTo>
                    <a:pt x="541" y="3940"/>
                  </a:lnTo>
                  <a:lnTo>
                    <a:pt x="464" y="3399"/>
                  </a:lnTo>
                  <a:lnTo>
                    <a:pt x="425" y="2820"/>
                  </a:lnTo>
                  <a:lnTo>
                    <a:pt x="464" y="2241"/>
                  </a:lnTo>
                  <a:lnTo>
                    <a:pt x="502" y="1661"/>
                  </a:lnTo>
                  <a:lnTo>
                    <a:pt x="657" y="503"/>
                  </a:lnTo>
                  <a:close/>
                  <a:moveTo>
                    <a:pt x="11508" y="12280"/>
                  </a:moveTo>
                  <a:lnTo>
                    <a:pt x="11662" y="12358"/>
                  </a:lnTo>
                  <a:lnTo>
                    <a:pt x="11817" y="12435"/>
                  </a:lnTo>
                  <a:lnTo>
                    <a:pt x="12164" y="12860"/>
                  </a:lnTo>
                  <a:lnTo>
                    <a:pt x="12241" y="13053"/>
                  </a:lnTo>
                  <a:lnTo>
                    <a:pt x="12280" y="13246"/>
                  </a:lnTo>
                  <a:lnTo>
                    <a:pt x="12241" y="13439"/>
                  </a:lnTo>
                  <a:lnTo>
                    <a:pt x="12203" y="13632"/>
                  </a:lnTo>
                  <a:lnTo>
                    <a:pt x="12048" y="14018"/>
                  </a:lnTo>
                  <a:lnTo>
                    <a:pt x="11855" y="14366"/>
                  </a:lnTo>
                  <a:lnTo>
                    <a:pt x="11508" y="14790"/>
                  </a:lnTo>
                  <a:lnTo>
                    <a:pt x="11121" y="15176"/>
                  </a:lnTo>
                  <a:lnTo>
                    <a:pt x="10697" y="15524"/>
                  </a:lnTo>
                  <a:lnTo>
                    <a:pt x="10272" y="15872"/>
                  </a:lnTo>
                  <a:lnTo>
                    <a:pt x="10156" y="15872"/>
                  </a:lnTo>
                  <a:lnTo>
                    <a:pt x="10118" y="15987"/>
                  </a:lnTo>
                  <a:lnTo>
                    <a:pt x="9770" y="16180"/>
                  </a:lnTo>
                  <a:lnTo>
                    <a:pt x="9114" y="16605"/>
                  </a:lnTo>
                  <a:lnTo>
                    <a:pt x="8457" y="16953"/>
                  </a:lnTo>
                  <a:lnTo>
                    <a:pt x="7723" y="17262"/>
                  </a:lnTo>
                  <a:lnTo>
                    <a:pt x="6990" y="17493"/>
                  </a:lnTo>
                  <a:lnTo>
                    <a:pt x="6642" y="17609"/>
                  </a:lnTo>
                  <a:lnTo>
                    <a:pt x="6295" y="17648"/>
                  </a:lnTo>
                  <a:lnTo>
                    <a:pt x="5754" y="17648"/>
                  </a:lnTo>
                  <a:lnTo>
                    <a:pt x="5561" y="17571"/>
                  </a:lnTo>
                  <a:lnTo>
                    <a:pt x="5445" y="17493"/>
                  </a:lnTo>
                  <a:lnTo>
                    <a:pt x="5329" y="17416"/>
                  </a:lnTo>
                  <a:lnTo>
                    <a:pt x="5098" y="17184"/>
                  </a:lnTo>
                  <a:lnTo>
                    <a:pt x="4982" y="16876"/>
                  </a:lnTo>
                  <a:lnTo>
                    <a:pt x="4904" y="16605"/>
                  </a:lnTo>
                  <a:lnTo>
                    <a:pt x="4943" y="16412"/>
                  </a:lnTo>
                  <a:lnTo>
                    <a:pt x="4982" y="16219"/>
                  </a:lnTo>
                  <a:lnTo>
                    <a:pt x="5059" y="16065"/>
                  </a:lnTo>
                  <a:lnTo>
                    <a:pt x="5175" y="15949"/>
                  </a:lnTo>
                  <a:lnTo>
                    <a:pt x="5291" y="15833"/>
                  </a:lnTo>
                  <a:lnTo>
                    <a:pt x="5406" y="15756"/>
                  </a:lnTo>
                  <a:lnTo>
                    <a:pt x="5522" y="15717"/>
                  </a:lnTo>
                  <a:lnTo>
                    <a:pt x="5638" y="15756"/>
                  </a:lnTo>
                  <a:lnTo>
                    <a:pt x="5793" y="15833"/>
                  </a:lnTo>
                  <a:lnTo>
                    <a:pt x="5947" y="15949"/>
                  </a:lnTo>
                  <a:lnTo>
                    <a:pt x="6063" y="16142"/>
                  </a:lnTo>
                  <a:lnTo>
                    <a:pt x="6256" y="16374"/>
                  </a:lnTo>
                  <a:lnTo>
                    <a:pt x="6102" y="16412"/>
                  </a:lnTo>
                  <a:lnTo>
                    <a:pt x="6024" y="16451"/>
                  </a:lnTo>
                  <a:lnTo>
                    <a:pt x="6024" y="16567"/>
                  </a:lnTo>
                  <a:lnTo>
                    <a:pt x="6063" y="16644"/>
                  </a:lnTo>
                  <a:lnTo>
                    <a:pt x="6140" y="16644"/>
                  </a:lnTo>
                  <a:lnTo>
                    <a:pt x="6912" y="16567"/>
                  </a:lnTo>
                  <a:lnTo>
                    <a:pt x="7685" y="16374"/>
                  </a:lnTo>
                  <a:lnTo>
                    <a:pt x="8496" y="16065"/>
                  </a:lnTo>
                  <a:lnTo>
                    <a:pt x="9229" y="15717"/>
                  </a:lnTo>
                  <a:lnTo>
                    <a:pt x="9616" y="15485"/>
                  </a:lnTo>
                  <a:lnTo>
                    <a:pt x="9963" y="15254"/>
                  </a:lnTo>
                  <a:lnTo>
                    <a:pt x="10272" y="15022"/>
                  </a:lnTo>
                  <a:lnTo>
                    <a:pt x="10581" y="14752"/>
                  </a:lnTo>
                  <a:lnTo>
                    <a:pt x="10890" y="14481"/>
                  </a:lnTo>
                  <a:lnTo>
                    <a:pt x="11121" y="14173"/>
                  </a:lnTo>
                  <a:lnTo>
                    <a:pt x="11353" y="13825"/>
                  </a:lnTo>
                  <a:lnTo>
                    <a:pt x="11546" y="13516"/>
                  </a:lnTo>
                  <a:lnTo>
                    <a:pt x="11546" y="13439"/>
                  </a:lnTo>
                  <a:lnTo>
                    <a:pt x="11546" y="13362"/>
                  </a:lnTo>
                  <a:lnTo>
                    <a:pt x="11508" y="13284"/>
                  </a:lnTo>
                  <a:lnTo>
                    <a:pt x="11430" y="13246"/>
                  </a:lnTo>
                  <a:lnTo>
                    <a:pt x="11237" y="13246"/>
                  </a:lnTo>
                  <a:lnTo>
                    <a:pt x="11160" y="13323"/>
                  </a:lnTo>
                  <a:lnTo>
                    <a:pt x="10967" y="13671"/>
                  </a:lnTo>
                  <a:lnTo>
                    <a:pt x="10774" y="13555"/>
                  </a:lnTo>
                  <a:lnTo>
                    <a:pt x="10658" y="13439"/>
                  </a:lnTo>
                  <a:lnTo>
                    <a:pt x="10619" y="13284"/>
                  </a:lnTo>
                  <a:lnTo>
                    <a:pt x="10581" y="13169"/>
                  </a:lnTo>
                  <a:lnTo>
                    <a:pt x="10619" y="13014"/>
                  </a:lnTo>
                  <a:lnTo>
                    <a:pt x="10658" y="12860"/>
                  </a:lnTo>
                  <a:lnTo>
                    <a:pt x="10851" y="12628"/>
                  </a:lnTo>
                  <a:lnTo>
                    <a:pt x="10928" y="12473"/>
                  </a:lnTo>
                  <a:lnTo>
                    <a:pt x="11044" y="12358"/>
                  </a:lnTo>
                  <a:lnTo>
                    <a:pt x="11121" y="12319"/>
                  </a:lnTo>
                  <a:lnTo>
                    <a:pt x="11237" y="12280"/>
                  </a:lnTo>
                  <a:close/>
                  <a:moveTo>
                    <a:pt x="425" y="1"/>
                  </a:moveTo>
                  <a:lnTo>
                    <a:pt x="348" y="40"/>
                  </a:lnTo>
                  <a:lnTo>
                    <a:pt x="271" y="117"/>
                  </a:lnTo>
                  <a:lnTo>
                    <a:pt x="232" y="194"/>
                  </a:lnTo>
                  <a:lnTo>
                    <a:pt x="78" y="2588"/>
                  </a:lnTo>
                  <a:lnTo>
                    <a:pt x="39" y="3013"/>
                  </a:lnTo>
                  <a:lnTo>
                    <a:pt x="0" y="3476"/>
                  </a:lnTo>
                  <a:lnTo>
                    <a:pt x="39" y="3901"/>
                  </a:lnTo>
                  <a:lnTo>
                    <a:pt x="116" y="4326"/>
                  </a:lnTo>
                  <a:lnTo>
                    <a:pt x="232" y="4519"/>
                  </a:lnTo>
                  <a:lnTo>
                    <a:pt x="348" y="4751"/>
                  </a:lnTo>
                  <a:lnTo>
                    <a:pt x="618" y="5175"/>
                  </a:lnTo>
                  <a:lnTo>
                    <a:pt x="1236" y="5986"/>
                  </a:lnTo>
                  <a:lnTo>
                    <a:pt x="2665" y="7956"/>
                  </a:lnTo>
                  <a:lnTo>
                    <a:pt x="5445" y="11817"/>
                  </a:lnTo>
                  <a:lnTo>
                    <a:pt x="6874" y="13748"/>
                  </a:lnTo>
                  <a:lnTo>
                    <a:pt x="8341" y="15640"/>
                  </a:lnTo>
                  <a:lnTo>
                    <a:pt x="7492" y="15987"/>
                  </a:lnTo>
                  <a:lnTo>
                    <a:pt x="6642" y="16258"/>
                  </a:lnTo>
                  <a:lnTo>
                    <a:pt x="6681" y="16103"/>
                  </a:lnTo>
                  <a:lnTo>
                    <a:pt x="6681" y="15949"/>
                  </a:lnTo>
                  <a:lnTo>
                    <a:pt x="6642" y="15756"/>
                  </a:lnTo>
                  <a:lnTo>
                    <a:pt x="6565" y="15640"/>
                  </a:lnTo>
                  <a:lnTo>
                    <a:pt x="6488" y="15485"/>
                  </a:lnTo>
                  <a:lnTo>
                    <a:pt x="6333" y="15370"/>
                  </a:lnTo>
                  <a:lnTo>
                    <a:pt x="6179" y="15292"/>
                  </a:lnTo>
                  <a:lnTo>
                    <a:pt x="6024" y="15254"/>
                  </a:lnTo>
                  <a:lnTo>
                    <a:pt x="5715" y="15254"/>
                  </a:lnTo>
                  <a:lnTo>
                    <a:pt x="5484" y="15292"/>
                  </a:lnTo>
                  <a:lnTo>
                    <a:pt x="5213" y="15408"/>
                  </a:lnTo>
                  <a:lnTo>
                    <a:pt x="5020" y="15601"/>
                  </a:lnTo>
                  <a:lnTo>
                    <a:pt x="4827" y="15794"/>
                  </a:lnTo>
                  <a:lnTo>
                    <a:pt x="4711" y="16026"/>
                  </a:lnTo>
                  <a:lnTo>
                    <a:pt x="4596" y="16296"/>
                  </a:lnTo>
                  <a:lnTo>
                    <a:pt x="4596" y="16567"/>
                  </a:lnTo>
                  <a:lnTo>
                    <a:pt x="4634" y="16991"/>
                  </a:lnTo>
                  <a:lnTo>
                    <a:pt x="4750" y="17300"/>
                  </a:lnTo>
                  <a:lnTo>
                    <a:pt x="4904" y="17532"/>
                  </a:lnTo>
                  <a:lnTo>
                    <a:pt x="5098" y="17725"/>
                  </a:lnTo>
                  <a:lnTo>
                    <a:pt x="5368" y="17841"/>
                  </a:lnTo>
                  <a:lnTo>
                    <a:pt x="5677" y="17918"/>
                  </a:lnTo>
                  <a:lnTo>
                    <a:pt x="6024" y="17957"/>
                  </a:lnTo>
                  <a:lnTo>
                    <a:pt x="6372" y="17918"/>
                  </a:lnTo>
                  <a:lnTo>
                    <a:pt x="6719" y="17841"/>
                  </a:lnTo>
                  <a:lnTo>
                    <a:pt x="7106" y="17764"/>
                  </a:lnTo>
                  <a:lnTo>
                    <a:pt x="7878" y="17532"/>
                  </a:lnTo>
                  <a:lnTo>
                    <a:pt x="8573" y="17223"/>
                  </a:lnTo>
                  <a:lnTo>
                    <a:pt x="9152" y="16953"/>
                  </a:lnTo>
                  <a:lnTo>
                    <a:pt x="9229" y="16876"/>
                  </a:lnTo>
                  <a:lnTo>
                    <a:pt x="9461" y="16760"/>
                  </a:lnTo>
                  <a:lnTo>
                    <a:pt x="10233" y="16258"/>
                  </a:lnTo>
                  <a:lnTo>
                    <a:pt x="10813" y="17107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5"/>
                  </a:lnTo>
                  <a:lnTo>
                    <a:pt x="12280" y="19038"/>
                  </a:lnTo>
                  <a:lnTo>
                    <a:pt x="12203" y="18884"/>
                  </a:lnTo>
                  <a:lnTo>
                    <a:pt x="11817" y="18150"/>
                  </a:lnTo>
                  <a:lnTo>
                    <a:pt x="11392" y="17455"/>
                  </a:lnTo>
                  <a:lnTo>
                    <a:pt x="10928" y="16760"/>
                  </a:lnTo>
                  <a:lnTo>
                    <a:pt x="10465" y="16103"/>
                  </a:lnTo>
                  <a:lnTo>
                    <a:pt x="10967" y="15717"/>
                  </a:lnTo>
                  <a:lnTo>
                    <a:pt x="11469" y="15254"/>
                  </a:lnTo>
                  <a:lnTo>
                    <a:pt x="11894" y="14790"/>
                  </a:lnTo>
                  <a:lnTo>
                    <a:pt x="12125" y="14559"/>
                  </a:lnTo>
                  <a:lnTo>
                    <a:pt x="12280" y="14288"/>
                  </a:lnTo>
                  <a:lnTo>
                    <a:pt x="12434" y="14057"/>
                  </a:lnTo>
                  <a:lnTo>
                    <a:pt x="12512" y="13786"/>
                  </a:lnTo>
                  <a:lnTo>
                    <a:pt x="12589" y="13555"/>
                  </a:lnTo>
                  <a:lnTo>
                    <a:pt x="12627" y="13284"/>
                  </a:lnTo>
                  <a:lnTo>
                    <a:pt x="12589" y="13053"/>
                  </a:lnTo>
                  <a:lnTo>
                    <a:pt x="12512" y="12821"/>
                  </a:lnTo>
                  <a:lnTo>
                    <a:pt x="12357" y="12589"/>
                  </a:lnTo>
                  <a:lnTo>
                    <a:pt x="12164" y="12358"/>
                  </a:lnTo>
                  <a:lnTo>
                    <a:pt x="11971" y="12203"/>
                  </a:lnTo>
                  <a:lnTo>
                    <a:pt x="11739" y="12087"/>
                  </a:lnTo>
                  <a:lnTo>
                    <a:pt x="11469" y="12010"/>
                  </a:lnTo>
                  <a:lnTo>
                    <a:pt x="11237" y="12010"/>
                  </a:lnTo>
                  <a:lnTo>
                    <a:pt x="10967" y="12049"/>
                  </a:lnTo>
                  <a:lnTo>
                    <a:pt x="10735" y="12126"/>
                  </a:lnTo>
                  <a:lnTo>
                    <a:pt x="10542" y="12280"/>
                  </a:lnTo>
                  <a:lnTo>
                    <a:pt x="10388" y="12512"/>
                  </a:lnTo>
                  <a:lnTo>
                    <a:pt x="10311" y="12705"/>
                  </a:lnTo>
                  <a:lnTo>
                    <a:pt x="10272" y="12898"/>
                  </a:lnTo>
                  <a:lnTo>
                    <a:pt x="10272" y="13091"/>
                  </a:lnTo>
                  <a:lnTo>
                    <a:pt x="10311" y="13284"/>
                  </a:lnTo>
                  <a:lnTo>
                    <a:pt x="10388" y="13477"/>
                  </a:lnTo>
                  <a:lnTo>
                    <a:pt x="10504" y="13632"/>
                  </a:lnTo>
                  <a:lnTo>
                    <a:pt x="10619" y="13786"/>
                  </a:lnTo>
                  <a:lnTo>
                    <a:pt x="10813" y="13902"/>
                  </a:lnTo>
                  <a:lnTo>
                    <a:pt x="10504" y="14250"/>
                  </a:lnTo>
                  <a:lnTo>
                    <a:pt x="10156" y="14597"/>
                  </a:lnTo>
                  <a:lnTo>
                    <a:pt x="9770" y="14868"/>
                  </a:lnTo>
                  <a:lnTo>
                    <a:pt x="9430" y="15084"/>
                  </a:lnTo>
                  <a:lnTo>
                    <a:pt x="9461" y="15022"/>
                  </a:lnTo>
                  <a:lnTo>
                    <a:pt x="9500" y="14945"/>
                  </a:lnTo>
                  <a:lnTo>
                    <a:pt x="9461" y="14829"/>
                  </a:lnTo>
                  <a:lnTo>
                    <a:pt x="5715" y="5754"/>
                  </a:lnTo>
                  <a:lnTo>
                    <a:pt x="4789" y="3476"/>
                  </a:lnTo>
                  <a:lnTo>
                    <a:pt x="4364" y="2472"/>
                  </a:lnTo>
                  <a:lnTo>
                    <a:pt x="4132" y="1970"/>
                  </a:lnTo>
                  <a:lnTo>
                    <a:pt x="3978" y="1739"/>
                  </a:lnTo>
                  <a:lnTo>
                    <a:pt x="3823" y="1545"/>
                  </a:lnTo>
                  <a:lnTo>
                    <a:pt x="3514" y="1237"/>
                  </a:lnTo>
                  <a:lnTo>
                    <a:pt x="3128" y="966"/>
                  </a:lnTo>
                  <a:lnTo>
                    <a:pt x="2742" y="773"/>
                  </a:lnTo>
                  <a:lnTo>
                    <a:pt x="2279" y="541"/>
                  </a:lnTo>
                  <a:lnTo>
                    <a:pt x="1815" y="387"/>
                  </a:lnTo>
                  <a:lnTo>
                    <a:pt x="1391" y="233"/>
                  </a:lnTo>
                  <a:lnTo>
                    <a:pt x="54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0" name="Google Shape;4230;p18"/>
            <p:cNvSpPr/>
            <p:nvPr/>
          </p:nvSpPr>
          <p:spPr>
            <a:xfrm>
              <a:off x="3419975" y="2751775"/>
              <a:ext cx="68575" cy="77250"/>
            </a:xfrm>
            <a:custGeom>
              <a:avLst/>
              <a:gdLst/>
              <a:ahLst/>
              <a:cxnLst/>
              <a:rect l="l" t="t" r="r" b="b"/>
              <a:pathLst>
                <a:path w="2743" h="3090" extrusionOk="0">
                  <a:moveTo>
                    <a:pt x="1198" y="464"/>
                  </a:moveTo>
                  <a:lnTo>
                    <a:pt x="1429" y="502"/>
                  </a:lnTo>
                  <a:lnTo>
                    <a:pt x="1700" y="618"/>
                  </a:lnTo>
                  <a:lnTo>
                    <a:pt x="1893" y="772"/>
                  </a:lnTo>
                  <a:lnTo>
                    <a:pt x="2047" y="966"/>
                  </a:lnTo>
                  <a:lnTo>
                    <a:pt x="2163" y="1159"/>
                  </a:lnTo>
                  <a:lnTo>
                    <a:pt x="2240" y="1352"/>
                  </a:lnTo>
                  <a:lnTo>
                    <a:pt x="2356" y="1738"/>
                  </a:lnTo>
                  <a:lnTo>
                    <a:pt x="2395" y="2163"/>
                  </a:lnTo>
                  <a:lnTo>
                    <a:pt x="2395" y="2587"/>
                  </a:lnTo>
                  <a:lnTo>
                    <a:pt x="2240" y="2433"/>
                  </a:lnTo>
                  <a:lnTo>
                    <a:pt x="2047" y="2278"/>
                  </a:lnTo>
                  <a:lnTo>
                    <a:pt x="1661" y="2085"/>
                  </a:lnTo>
                  <a:lnTo>
                    <a:pt x="1275" y="1931"/>
                  </a:lnTo>
                  <a:lnTo>
                    <a:pt x="1043" y="1815"/>
                  </a:lnTo>
                  <a:lnTo>
                    <a:pt x="850" y="1699"/>
                  </a:lnTo>
                  <a:lnTo>
                    <a:pt x="657" y="1545"/>
                  </a:lnTo>
                  <a:lnTo>
                    <a:pt x="503" y="1390"/>
                  </a:lnTo>
                  <a:lnTo>
                    <a:pt x="425" y="1197"/>
                  </a:lnTo>
                  <a:lnTo>
                    <a:pt x="425" y="1081"/>
                  </a:lnTo>
                  <a:lnTo>
                    <a:pt x="425" y="966"/>
                  </a:lnTo>
                  <a:lnTo>
                    <a:pt x="503" y="811"/>
                  </a:lnTo>
                  <a:lnTo>
                    <a:pt x="541" y="695"/>
                  </a:lnTo>
                  <a:lnTo>
                    <a:pt x="618" y="618"/>
                  </a:lnTo>
                  <a:lnTo>
                    <a:pt x="734" y="541"/>
                  </a:lnTo>
                  <a:lnTo>
                    <a:pt x="850" y="464"/>
                  </a:lnTo>
                  <a:close/>
                  <a:moveTo>
                    <a:pt x="1043" y="0"/>
                  </a:moveTo>
                  <a:lnTo>
                    <a:pt x="812" y="77"/>
                  </a:lnTo>
                  <a:lnTo>
                    <a:pt x="580" y="155"/>
                  </a:lnTo>
                  <a:lnTo>
                    <a:pt x="387" y="309"/>
                  </a:lnTo>
                  <a:lnTo>
                    <a:pt x="232" y="464"/>
                  </a:lnTo>
                  <a:lnTo>
                    <a:pt x="116" y="618"/>
                  </a:lnTo>
                  <a:lnTo>
                    <a:pt x="39" y="811"/>
                  </a:lnTo>
                  <a:lnTo>
                    <a:pt x="1" y="1043"/>
                  </a:lnTo>
                  <a:lnTo>
                    <a:pt x="39" y="1236"/>
                  </a:lnTo>
                  <a:lnTo>
                    <a:pt x="78" y="1468"/>
                  </a:lnTo>
                  <a:lnTo>
                    <a:pt x="194" y="1661"/>
                  </a:lnTo>
                  <a:lnTo>
                    <a:pt x="387" y="1892"/>
                  </a:lnTo>
                  <a:lnTo>
                    <a:pt x="657" y="2085"/>
                  </a:lnTo>
                  <a:lnTo>
                    <a:pt x="927" y="2201"/>
                  </a:lnTo>
                  <a:lnTo>
                    <a:pt x="1236" y="2317"/>
                  </a:lnTo>
                  <a:lnTo>
                    <a:pt x="1507" y="2433"/>
                  </a:lnTo>
                  <a:lnTo>
                    <a:pt x="1777" y="2587"/>
                  </a:lnTo>
                  <a:lnTo>
                    <a:pt x="2009" y="2780"/>
                  </a:lnTo>
                  <a:lnTo>
                    <a:pt x="2240" y="3012"/>
                  </a:lnTo>
                  <a:lnTo>
                    <a:pt x="2317" y="3051"/>
                  </a:lnTo>
                  <a:lnTo>
                    <a:pt x="2395" y="3089"/>
                  </a:lnTo>
                  <a:lnTo>
                    <a:pt x="2472" y="3051"/>
                  </a:lnTo>
                  <a:lnTo>
                    <a:pt x="2549" y="3012"/>
                  </a:lnTo>
                  <a:lnTo>
                    <a:pt x="2588" y="3012"/>
                  </a:lnTo>
                  <a:lnTo>
                    <a:pt x="2626" y="2935"/>
                  </a:lnTo>
                  <a:lnTo>
                    <a:pt x="2704" y="2356"/>
                  </a:lnTo>
                  <a:lnTo>
                    <a:pt x="2742" y="2047"/>
                  </a:lnTo>
                  <a:lnTo>
                    <a:pt x="2704" y="1738"/>
                  </a:lnTo>
                  <a:lnTo>
                    <a:pt x="2665" y="1429"/>
                  </a:lnTo>
                  <a:lnTo>
                    <a:pt x="2588" y="1159"/>
                  </a:lnTo>
                  <a:lnTo>
                    <a:pt x="2472" y="888"/>
                  </a:lnTo>
                  <a:lnTo>
                    <a:pt x="2317" y="618"/>
                  </a:lnTo>
                  <a:lnTo>
                    <a:pt x="2124" y="425"/>
                  </a:lnTo>
                  <a:lnTo>
                    <a:pt x="1931" y="270"/>
                  </a:lnTo>
                  <a:lnTo>
                    <a:pt x="1738" y="155"/>
                  </a:lnTo>
                  <a:lnTo>
                    <a:pt x="1507" y="77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1" name="Google Shape;4231;p18"/>
            <p:cNvSpPr/>
            <p:nvPr/>
          </p:nvSpPr>
          <p:spPr>
            <a:xfrm>
              <a:off x="408025" y="2759500"/>
              <a:ext cx="66625" cy="99450"/>
            </a:xfrm>
            <a:custGeom>
              <a:avLst/>
              <a:gdLst/>
              <a:ahLst/>
              <a:cxnLst/>
              <a:rect l="l" t="t" r="r" b="b"/>
              <a:pathLst>
                <a:path w="2665" h="3978" extrusionOk="0">
                  <a:moveTo>
                    <a:pt x="850" y="0"/>
                  </a:moveTo>
                  <a:lnTo>
                    <a:pt x="502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1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0" y="2703"/>
                  </a:lnTo>
                  <a:lnTo>
                    <a:pt x="39" y="2935"/>
                  </a:lnTo>
                  <a:lnTo>
                    <a:pt x="77" y="3167"/>
                  </a:lnTo>
                  <a:lnTo>
                    <a:pt x="155" y="3398"/>
                  </a:lnTo>
                  <a:lnTo>
                    <a:pt x="309" y="3591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8" y="3939"/>
                  </a:lnTo>
                  <a:lnTo>
                    <a:pt x="1120" y="3977"/>
                  </a:lnTo>
                  <a:lnTo>
                    <a:pt x="1313" y="3900"/>
                  </a:lnTo>
                  <a:lnTo>
                    <a:pt x="1506" y="3823"/>
                  </a:lnTo>
                  <a:lnTo>
                    <a:pt x="1661" y="3669"/>
                  </a:lnTo>
                  <a:lnTo>
                    <a:pt x="1815" y="3514"/>
                  </a:lnTo>
                  <a:lnTo>
                    <a:pt x="1970" y="3282"/>
                  </a:lnTo>
                  <a:lnTo>
                    <a:pt x="2085" y="3051"/>
                  </a:lnTo>
                  <a:lnTo>
                    <a:pt x="2317" y="2549"/>
                  </a:lnTo>
                  <a:lnTo>
                    <a:pt x="2472" y="2008"/>
                  </a:lnTo>
                  <a:lnTo>
                    <a:pt x="2626" y="1467"/>
                  </a:lnTo>
                  <a:lnTo>
                    <a:pt x="2665" y="1043"/>
                  </a:lnTo>
                  <a:lnTo>
                    <a:pt x="2394" y="1004"/>
                  </a:lnTo>
                  <a:lnTo>
                    <a:pt x="2008" y="2008"/>
                  </a:lnTo>
                  <a:lnTo>
                    <a:pt x="1738" y="2665"/>
                  </a:lnTo>
                  <a:lnTo>
                    <a:pt x="1545" y="3012"/>
                  </a:lnTo>
                  <a:lnTo>
                    <a:pt x="1468" y="3205"/>
                  </a:lnTo>
                  <a:lnTo>
                    <a:pt x="1313" y="3282"/>
                  </a:lnTo>
                  <a:lnTo>
                    <a:pt x="1159" y="3282"/>
                  </a:lnTo>
                  <a:lnTo>
                    <a:pt x="966" y="3205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3"/>
                  </a:lnTo>
                  <a:lnTo>
                    <a:pt x="541" y="2356"/>
                  </a:lnTo>
                  <a:lnTo>
                    <a:pt x="579" y="2047"/>
                  </a:lnTo>
                  <a:lnTo>
                    <a:pt x="618" y="1622"/>
                  </a:lnTo>
                  <a:lnTo>
                    <a:pt x="734" y="1197"/>
                  </a:lnTo>
                  <a:lnTo>
                    <a:pt x="888" y="772"/>
                  </a:lnTo>
                  <a:lnTo>
                    <a:pt x="1043" y="348"/>
                  </a:lnTo>
                  <a:lnTo>
                    <a:pt x="1081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2" name="Google Shape;4232;p18"/>
            <p:cNvSpPr/>
            <p:nvPr/>
          </p:nvSpPr>
          <p:spPr>
            <a:xfrm>
              <a:off x="1650450" y="2767225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0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0"/>
                  </a:lnTo>
                  <a:lnTo>
                    <a:pt x="3862" y="502"/>
                  </a:lnTo>
                  <a:lnTo>
                    <a:pt x="3321" y="772"/>
                  </a:lnTo>
                  <a:lnTo>
                    <a:pt x="2781" y="1081"/>
                  </a:lnTo>
                  <a:lnTo>
                    <a:pt x="2279" y="1429"/>
                  </a:lnTo>
                  <a:lnTo>
                    <a:pt x="1815" y="1854"/>
                  </a:lnTo>
                  <a:lnTo>
                    <a:pt x="1429" y="2278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3" y="3746"/>
                  </a:lnTo>
                  <a:lnTo>
                    <a:pt x="271" y="4248"/>
                  </a:lnTo>
                  <a:lnTo>
                    <a:pt x="116" y="4788"/>
                  </a:lnTo>
                  <a:lnTo>
                    <a:pt x="1" y="5367"/>
                  </a:lnTo>
                  <a:lnTo>
                    <a:pt x="348" y="5406"/>
                  </a:lnTo>
                  <a:lnTo>
                    <a:pt x="464" y="4981"/>
                  </a:lnTo>
                  <a:lnTo>
                    <a:pt x="580" y="4595"/>
                  </a:lnTo>
                  <a:lnTo>
                    <a:pt x="811" y="3977"/>
                  </a:lnTo>
                  <a:lnTo>
                    <a:pt x="1120" y="3398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6"/>
                  </a:lnTo>
                  <a:lnTo>
                    <a:pt x="3399" y="1158"/>
                  </a:lnTo>
                  <a:lnTo>
                    <a:pt x="3978" y="888"/>
                  </a:lnTo>
                  <a:lnTo>
                    <a:pt x="4634" y="656"/>
                  </a:lnTo>
                  <a:lnTo>
                    <a:pt x="5252" y="463"/>
                  </a:lnTo>
                  <a:lnTo>
                    <a:pt x="5909" y="386"/>
                  </a:lnTo>
                  <a:lnTo>
                    <a:pt x="6565" y="386"/>
                  </a:lnTo>
                  <a:lnTo>
                    <a:pt x="7222" y="463"/>
                  </a:lnTo>
                  <a:lnTo>
                    <a:pt x="7878" y="579"/>
                  </a:lnTo>
                  <a:lnTo>
                    <a:pt x="8496" y="811"/>
                  </a:lnTo>
                  <a:lnTo>
                    <a:pt x="9114" y="1081"/>
                  </a:lnTo>
                  <a:lnTo>
                    <a:pt x="9423" y="1274"/>
                  </a:lnTo>
                  <a:lnTo>
                    <a:pt x="9731" y="1506"/>
                  </a:lnTo>
                  <a:lnTo>
                    <a:pt x="10040" y="1699"/>
                  </a:lnTo>
                  <a:lnTo>
                    <a:pt x="10311" y="1931"/>
                  </a:lnTo>
                  <a:lnTo>
                    <a:pt x="10774" y="2471"/>
                  </a:lnTo>
                  <a:lnTo>
                    <a:pt x="11199" y="3012"/>
                  </a:lnTo>
                  <a:lnTo>
                    <a:pt x="11546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5" y="5638"/>
                  </a:lnTo>
                  <a:lnTo>
                    <a:pt x="12628" y="6217"/>
                  </a:lnTo>
                  <a:lnTo>
                    <a:pt x="12859" y="6796"/>
                  </a:lnTo>
                  <a:lnTo>
                    <a:pt x="13130" y="7375"/>
                  </a:lnTo>
                  <a:lnTo>
                    <a:pt x="13439" y="7955"/>
                  </a:lnTo>
                  <a:lnTo>
                    <a:pt x="13825" y="8495"/>
                  </a:lnTo>
                  <a:lnTo>
                    <a:pt x="14249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499"/>
                  </a:lnTo>
                  <a:lnTo>
                    <a:pt x="15292" y="9654"/>
                  </a:lnTo>
                  <a:lnTo>
                    <a:pt x="15755" y="9808"/>
                  </a:lnTo>
                  <a:lnTo>
                    <a:pt x="16219" y="9885"/>
                  </a:lnTo>
                  <a:lnTo>
                    <a:pt x="16721" y="9885"/>
                  </a:lnTo>
                  <a:lnTo>
                    <a:pt x="17184" y="9808"/>
                  </a:lnTo>
                  <a:lnTo>
                    <a:pt x="17609" y="9615"/>
                  </a:lnTo>
                  <a:lnTo>
                    <a:pt x="17841" y="9499"/>
                  </a:lnTo>
                  <a:lnTo>
                    <a:pt x="18034" y="9383"/>
                  </a:lnTo>
                  <a:lnTo>
                    <a:pt x="18188" y="9229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2" y="8611"/>
                  </a:lnTo>
                  <a:lnTo>
                    <a:pt x="18652" y="8534"/>
                  </a:lnTo>
                  <a:lnTo>
                    <a:pt x="18652" y="8457"/>
                  </a:lnTo>
                  <a:lnTo>
                    <a:pt x="18652" y="8379"/>
                  </a:lnTo>
                  <a:lnTo>
                    <a:pt x="18652" y="8341"/>
                  </a:lnTo>
                  <a:lnTo>
                    <a:pt x="18304" y="8341"/>
                  </a:lnTo>
                  <a:lnTo>
                    <a:pt x="18265" y="8418"/>
                  </a:lnTo>
                  <a:lnTo>
                    <a:pt x="18072" y="8727"/>
                  </a:lnTo>
                  <a:lnTo>
                    <a:pt x="17802" y="8997"/>
                  </a:lnTo>
                  <a:lnTo>
                    <a:pt x="17493" y="9190"/>
                  </a:lnTo>
                  <a:lnTo>
                    <a:pt x="17184" y="9345"/>
                  </a:lnTo>
                  <a:lnTo>
                    <a:pt x="16837" y="9422"/>
                  </a:lnTo>
                  <a:lnTo>
                    <a:pt x="16450" y="9461"/>
                  </a:lnTo>
                  <a:lnTo>
                    <a:pt x="16103" y="9422"/>
                  </a:lnTo>
                  <a:lnTo>
                    <a:pt x="15717" y="9345"/>
                  </a:lnTo>
                  <a:lnTo>
                    <a:pt x="15369" y="9190"/>
                  </a:lnTo>
                  <a:lnTo>
                    <a:pt x="15022" y="8997"/>
                  </a:lnTo>
                  <a:lnTo>
                    <a:pt x="14713" y="8766"/>
                  </a:lnTo>
                  <a:lnTo>
                    <a:pt x="14404" y="8495"/>
                  </a:lnTo>
                  <a:lnTo>
                    <a:pt x="14172" y="8186"/>
                  </a:lnTo>
                  <a:lnTo>
                    <a:pt x="13941" y="7839"/>
                  </a:lnTo>
                  <a:lnTo>
                    <a:pt x="13709" y="7530"/>
                  </a:lnTo>
                  <a:lnTo>
                    <a:pt x="13554" y="7182"/>
                  </a:lnTo>
                  <a:lnTo>
                    <a:pt x="13245" y="6526"/>
                  </a:lnTo>
                  <a:lnTo>
                    <a:pt x="12975" y="5831"/>
                  </a:lnTo>
                  <a:lnTo>
                    <a:pt x="12473" y="4479"/>
                  </a:lnTo>
                  <a:lnTo>
                    <a:pt x="12164" y="3823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278"/>
                  </a:lnTo>
                  <a:lnTo>
                    <a:pt x="11006" y="2008"/>
                  </a:lnTo>
                  <a:lnTo>
                    <a:pt x="10542" y="1583"/>
                  </a:lnTo>
                  <a:lnTo>
                    <a:pt x="10079" y="1197"/>
                  </a:lnTo>
                  <a:lnTo>
                    <a:pt x="9577" y="850"/>
                  </a:lnTo>
                  <a:lnTo>
                    <a:pt x="9036" y="579"/>
                  </a:lnTo>
                  <a:lnTo>
                    <a:pt x="8496" y="348"/>
                  </a:lnTo>
                  <a:lnTo>
                    <a:pt x="7917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3" name="Google Shape;4233;p18"/>
            <p:cNvSpPr/>
            <p:nvPr/>
          </p:nvSpPr>
          <p:spPr>
            <a:xfrm>
              <a:off x="4802400" y="2781700"/>
              <a:ext cx="320525" cy="97525"/>
            </a:xfrm>
            <a:custGeom>
              <a:avLst/>
              <a:gdLst/>
              <a:ahLst/>
              <a:cxnLst/>
              <a:rect l="l" t="t" r="r" b="b"/>
              <a:pathLst>
                <a:path w="12821" h="3901" extrusionOk="0">
                  <a:moveTo>
                    <a:pt x="12550" y="0"/>
                  </a:moveTo>
                  <a:lnTo>
                    <a:pt x="12434" y="39"/>
                  </a:lnTo>
                  <a:lnTo>
                    <a:pt x="12357" y="77"/>
                  </a:lnTo>
                  <a:lnTo>
                    <a:pt x="12318" y="155"/>
                  </a:lnTo>
                  <a:lnTo>
                    <a:pt x="12280" y="271"/>
                  </a:lnTo>
                  <a:lnTo>
                    <a:pt x="12318" y="348"/>
                  </a:lnTo>
                  <a:lnTo>
                    <a:pt x="12357" y="541"/>
                  </a:lnTo>
                  <a:lnTo>
                    <a:pt x="12318" y="734"/>
                  </a:lnTo>
                  <a:lnTo>
                    <a:pt x="12280" y="888"/>
                  </a:lnTo>
                  <a:lnTo>
                    <a:pt x="12164" y="1043"/>
                  </a:lnTo>
                  <a:lnTo>
                    <a:pt x="12009" y="1197"/>
                  </a:lnTo>
                  <a:lnTo>
                    <a:pt x="11855" y="1313"/>
                  </a:lnTo>
                  <a:lnTo>
                    <a:pt x="11430" y="1545"/>
                  </a:lnTo>
                  <a:lnTo>
                    <a:pt x="11005" y="1699"/>
                  </a:lnTo>
                  <a:lnTo>
                    <a:pt x="10542" y="1854"/>
                  </a:lnTo>
                  <a:lnTo>
                    <a:pt x="9808" y="2047"/>
                  </a:lnTo>
                  <a:lnTo>
                    <a:pt x="9422" y="2163"/>
                  </a:lnTo>
                  <a:lnTo>
                    <a:pt x="9384" y="2085"/>
                  </a:lnTo>
                  <a:lnTo>
                    <a:pt x="9345" y="2008"/>
                  </a:lnTo>
                  <a:lnTo>
                    <a:pt x="8997" y="1468"/>
                  </a:lnTo>
                  <a:lnTo>
                    <a:pt x="8727" y="927"/>
                  </a:lnTo>
                  <a:lnTo>
                    <a:pt x="8418" y="1043"/>
                  </a:lnTo>
                  <a:lnTo>
                    <a:pt x="8495" y="1390"/>
                  </a:lnTo>
                  <a:lnTo>
                    <a:pt x="8611" y="1699"/>
                  </a:lnTo>
                  <a:lnTo>
                    <a:pt x="8804" y="2008"/>
                  </a:lnTo>
                  <a:lnTo>
                    <a:pt x="8997" y="2279"/>
                  </a:lnTo>
                  <a:lnTo>
                    <a:pt x="7839" y="2587"/>
                  </a:lnTo>
                  <a:lnTo>
                    <a:pt x="6719" y="2819"/>
                  </a:lnTo>
                  <a:lnTo>
                    <a:pt x="5329" y="3051"/>
                  </a:lnTo>
                  <a:lnTo>
                    <a:pt x="3939" y="3244"/>
                  </a:lnTo>
                  <a:lnTo>
                    <a:pt x="3669" y="3282"/>
                  </a:lnTo>
                  <a:lnTo>
                    <a:pt x="3746" y="2935"/>
                  </a:lnTo>
                  <a:lnTo>
                    <a:pt x="3784" y="2587"/>
                  </a:lnTo>
                  <a:lnTo>
                    <a:pt x="3707" y="2240"/>
                  </a:lnTo>
                  <a:lnTo>
                    <a:pt x="3630" y="1892"/>
                  </a:lnTo>
                  <a:lnTo>
                    <a:pt x="3282" y="1970"/>
                  </a:lnTo>
                  <a:lnTo>
                    <a:pt x="3321" y="2279"/>
                  </a:lnTo>
                  <a:lnTo>
                    <a:pt x="3360" y="2587"/>
                  </a:lnTo>
                  <a:lnTo>
                    <a:pt x="3282" y="2974"/>
                  </a:lnTo>
                  <a:lnTo>
                    <a:pt x="3205" y="3321"/>
                  </a:lnTo>
                  <a:lnTo>
                    <a:pt x="2278" y="3398"/>
                  </a:lnTo>
                  <a:lnTo>
                    <a:pt x="1815" y="3437"/>
                  </a:lnTo>
                  <a:lnTo>
                    <a:pt x="1352" y="3398"/>
                  </a:lnTo>
                  <a:lnTo>
                    <a:pt x="965" y="3360"/>
                  </a:lnTo>
                  <a:lnTo>
                    <a:pt x="772" y="3282"/>
                  </a:lnTo>
                  <a:lnTo>
                    <a:pt x="618" y="3244"/>
                  </a:lnTo>
                  <a:lnTo>
                    <a:pt x="502" y="3128"/>
                  </a:lnTo>
                  <a:lnTo>
                    <a:pt x="425" y="3051"/>
                  </a:lnTo>
                  <a:lnTo>
                    <a:pt x="386" y="2935"/>
                  </a:lnTo>
                  <a:lnTo>
                    <a:pt x="348" y="2781"/>
                  </a:lnTo>
                  <a:lnTo>
                    <a:pt x="348" y="2703"/>
                  </a:lnTo>
                  <a:lnTo>
                    <a:pt x="309" y="2665"/>
                  </a:lnTo>
                  <a:lnTo>
                    <a:pt x="232" y="2587"/>
                  </a:lnTo>
                  <a:lnTo>
                    <a:pt x="116" y="2626"/>
                  </a:lnTo>
                  <a:lnTo>
                    <a:pt x="77" y="2626"/>
                  </a:lnTo>
                  <a:lnTo>
                    <a:pt x="39" y="2703"/>
                  </a:lnTo>
                  <a:lnTo>
                    <a:pt x="0" y="2858"/>
                  </a:lnTo>
                  <a:lnTo>
                    <a:pt x="0" y="3012"/>
                  </a:lnTo>
                  <a:lnTo>
                    <a:pt x="0" y="3167"/>
                  </a:lnTo>
                  <a:lnTo>
                    <a:pt x="39" y="3282"/>
                  </a:lnTo>
                  <a:lnTo>
                    <a:pt x="116" y="3398"/>
                  </a:lnTo>
                  <a:lnTo>
                    <a:pt x="193" y="3514"/>
                  </a:lnTo>
                  <a:lnTo>
                    <a:pt x="386" y="3669"/>
                  </a:lnTo>
                  <a:lnTo>
                    <a:pt x="657" y="3746"/>
                  </a:lnTo>
                  <a:lnTo>
                    <a:pt x="927" y="3823"/>
                  </a:lnTo>
                  <a:lnTo>
                    <a:pt x="1236" y="3862"/>
                  </a:lnTo>
                  <a:lnTo>
                    <a:pt x="1506" y="3900"/>
                  </a:lnTo>
                  <a:lnTo>
                    <a:pt x="2780" y="3823"/>
                  </a:lnTo>
                  <a:lnTo>
                    <a:pt x="4016" y="3746"/>
                  </a:lnTo>
                  <a:lnTo>
                    <a:pt x="5252" y="3553"/>
                  </a:lnTo>
                  <a:lnTo>
                    <a:pt x="6487" y="3360"/>
                  </a:lnTo>
                  <a:lnTo>
                    <a:pt x="7646" y="3128"/>
                  </a:lnTo>
                  <a:lnTo>
                    <a:pt x="8766" y="2858"/>
                  </a:lnTo>
                  <a:lnTo>
                    <a:pt x="9885" y="2510"/>
                  </a:lnTo>
                  <a:lnTo>
                    <a:pt x="11005" y="2163"/>
                  </a:lnTo>
                  <a:lnTo>
                    <a:pt x="11353" y="2047"/>
                  </a:lnTo>
                  <a:lnTo>
                    <a:pt x="11700" y="1892"/>
                  </a:lnTo>
                  <a:lnTo>
                    <a:pt x="12048" y="1699"/>
                  </a:lnTo>
                  <a:lnTo>
                    <a:pt x="12357" y="1506"/>
                  </a:lnTo>
                  <a:lnTo>
                    <a:pt x="12627" y="1236"/>
                  </a:lnTo>
                  <a:lnTo>
                    <a:pt x="12704" y="1081"/>
                  </a:lnTo>
                  <a:lnTo>
                    <a:pt x="12782" y="927"/>
                  </a:lnTo>
                  <a:lnTo>
                    <a:pt x="12820" y="773"/>
                  </a:lnTo>
                  <a:lnTo>
                    <a:pt x="12820" y="579"/>
                  </a:lnTo>
                  <a:lnTo>
                    <a:pt x="12820" y="386"/>
                  </a:lnTo>
                  <a:lnTo>
                    <a:pt x="12743" y="155"/>
                  </a:lnTo>
                  <a:lnTo>
                    <a:pt x="12704" y="77"/>
                  </a:lnTo>
                  <a:lnTo>
                    <a:pt x="12627" y="39"/>
                  </a:lnTo>
                  <a:lnTo>
                    <a:pt x="125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4" name="Google Shape;4234;p18"/>
            <p:cNvSpPr/>
            <p:nvPr/>
          </p:nvSpPr>
          <p:spPr>
            <a:xfrm>
              <a:off x="2362900" y="2786525"/>
              <a:ext cx="114900" cy="130350"/>
            </a:xfrm>
            <a:custGeom>
              <a:avLst/>
              <a:gdLst/>
              <a:ahLst/>
              <a:cxnLst/>
              <a:rect l="l" t="t" r="r" b="b"/>
              <a:pathLst>
                <a:path w="4596" h="5214" extrusionOk="0">
                  <a:moveTo>
                    <a:pt x="232" y="0"/>
                  </a:moveTo>
                  <a:lnTo>
                    <a:pt x="0" y="193"/>
                  </a:lnTo>
                  <a:lnTo>
                    <a:pt x="502" y="888"/>
                  </a:lnTo>
                  <a:lnTo>
                    <a:pt x="1004" y="1622"/>
                  </a:lnTo>
                  <a:lnTo>
                    <a:pt x="1545" y="2279"/>
                  </a:lnTo>
                  <a:lnTo>
                    <a:pt x="2124" y="2974"/>
                  </a:lnTo>
                  <a:lnTo>
                    <a:pt x="3283" y="4248"/>
                  </a:lnTo>
                  <a:lnTo>
                    <a:pt x="3746" y="4789"/>
                  </a:lnTo>
                  <a:lnTo>
                    <a:pt x="3630" y="4789"/>
                  </a:lnTo>
                  <a:lnTo>
                    <a:pt x="3592" y="4866"/>
                  </a:lnTo>
                  <a:lnTo>
                    <a:pt x="3592" y="4982"/>
                  </a:lnTo>
                  <a:lnTo>
                    <a:pt x="3823" y="4904"/>
                  </a:lnTo>
                  <a:lnTo>
                    <a:pt x="4055" y="5059"/>
                  </a:lnTo>
                  <a:lnTo>
                    <a:pt x="4287" y="5213"/>
                  </a:lnTo>
                  <a:lnTo>
                    <a:pt x="4441" y="5213"/>
                  </a:lnTo>
                  <a:lnTo>
                    <a:pt x="4518" y="5175"/>
                  </a:lnTo>
                  <a:lnTo>
                    <a:pt x="4557" y="5097"/>
                  </a:lnTo>
                  <a:lnTo>
                    <a:pt x="4557" y="5059"/>
                  </a:lnTo>
                  <a:lnTo>
                    <a:pt x="4595" y="4982"/>
                  </a:lnTo>
                  <a:lnTo>
                    <a:pt x="4402" y="4750"/>
                  </a:lnTo>
                  <a:lnTo>
                    <a:pt x="4325" y="4750"/>
                  </a:lnTo>
                  <a:lnTo>
                    <a:pt x="4016" y="4480"/>
                  </a:lnTo>
                  <a:lnTo>
                    <a:pt x="3746" y="4171"/>
                  </a:lnTo>
                  <a:lnTo>
                    <a:pt x="3244" y="3553"/>
                  </a:lnTo>
                  <a:lnTo>
                    <a:pt x="2201" y="2394"/>
                  </a:lnTo>
                  <a:lnTo>
                    <a:pt x="1197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5" name="Google Shape;4235;p18"/>
            <p:cNvSpPr/>
            <p:nvPr/>
          </p:nvSpPr>
          <p:spPr>
            <a:xfrm>
              <a:off x="2090650" y="2821275"/>
              <a:ext cx="200825" cy="230750"/>
            </a:xfrm>
            <a:custGeom>
              <a:avLst/>
              <a:gdLst/>
              <a:ahLst/>
              <a:cxnLst/>
              <a:rect l="l" t="t" r="r" b="b"/>
              <a:pathLst>
                <a:path w="8033" h="9230" extrusionOk="0">
                  <a:moveTo>
                    <a:pt x="2048" y="0"/>
                  </a:moveTo>
                  <a:lnTo>
                    <a:pt x="1893" y="78"/>
                  </a:lnTo>
                  <a:lnTo>
                    <a:pt x="1739" y="155"/>
                  </a:lnTo>
                  <a:lnTo>
                    <a:pt x="1430" y="425"/>
                  </a:lnTo>
                  <a:lnTo>
                    <a:pt x="1198" y="734"/>
                  </a:lnTo>
                  <a:lnTo>
                    <a:pt x="966" y="1004"/>
                  </a:lnTo>
                  <a:lnTo>
                    <a:pt x="735" y="1352"/>
                  </a:lnTo>
                  <a:lnTo>
                    <a:pt x="503" y="1738"/>
                  </a:lnTo>
                  <a:lnTo>
                    <a:pt x="348" y="2124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40" y="3476"/>
                  </a:lnTo>
                  <a:lnTo>
                    <a:pt x="1" y="3939"/>
                  </a:lnTo>
                  <a:lnTo>
                    <a:pt x="78" y="4441"/>
                  </a:lnTo>
                  <a:lnTo>
                    <a:pt x="155" y="4905"/>
                  </a:lnTo>
                  <a:lnTo>
                    <a:pt x="271" y="5329"/>
                  </a:lnTo>
                  <a:lnTo>
                    <a:pt x="464" y="5793"/>
                  </a:lnTo>
                  <a:lnTo>
                    <a:pt x="696" y="6179"/>
                  </a:lnTo>
                  <a:lnTo>
                    <a:pt x="1044" y="6179"/>
                  </a:lnTo>
                  <a:lnTo>
                    <a:pt x="889" y="5831"/>
                  </a:lnTo>
                  <a:lnTo>
                    <a:pt x="735" y="5484"/>
                  </a:lnTo>
                  <a:lnTo>
                    <a:pt x="657" y="5136"/>
                  </a:lnTo>
                  <a:lnTo>
                    <a:pt x="542" y="4789"/>
                  </a:lnTo>
                  <a:lnTo>
                    <a:pt x="503" y="4403"/>
                  </a:lnTo>
                  <a:lnTo>
                    <a:pt x="464" y="4055"/>
                  </a:lnTo>
                  <a:lnTo>
                    <a:pt x="464" y="3669"/>
                  </a:lnTo>
                  <a:lnTo>
                    <a:pt x="464" y="3321"/>
                  </a:lnTo>
                  <a:lnTo>
                    <a:pt x="542" y="2974"/>
                  </a:lnTo>
                  <a:lnTo>
                    <a:pt x="619" y="2626"/>
                  </a:lnTo>
                  <a:lnTo>
                    <a:pt x="735" y="2279"/>
                  </a:lnTo>
                  <a:lnTo>
                    <a:pt x="850" y="1931"/>
                  </a:lnTo>
                  <a:lnTo>
                    <a:pt x="1044" y="1622"/>
                  </a:lnTo>
                  <a:lnTo>
                    <a:pt x="1237" y="1313"/>
                  </a:lnTo>
                  <a:lnTo>
                    <a:pt x="1468" y="1004"/>
                  </a:lnTo>
                  <a:lnTo>
                    <a:pt x="1777" y="734"/>
                  </a:lnTo>
                  <a:lnTo>
                    <a:pt x="1970" y="580"/>
                  </a:lnTo>
                  <a:lnTo>
                    <a:pt x="2086" y="502"/>
                  </a:lnTo>
                  <a:lnTo>
                    <a:pt x="2202" y="464"/>
                  </a:lnTo>
                  <a:lnTo>
                    <a:pt x="2318" y="580"/>
                  </a:lnTo>
                  <a:lnTo>
                    <a:pt x="2434" y="811"/>
                  </a:lnTo>
                  <a:lnTo>
                    <a:pt x="2588" y="1198"/>
                  </a:lnTo>
                  <a:lnTo>
                    <a:pt x="2743" y="1584"/>
                  </a:lnTo>
                  <a:lnTo>
                    <a:pt x="2858" y="1931"/>
                  </a:lnTo>
                  <a:lnTo>
                    <a:pt x="2974" y="2317"/>
                  </a:lnTo>
                  <a:lnTo>
                    <a:pt x="3052" y="2703"/>
                  </a:lnTo>
                  <a:lnTo>
                    <a:pt x="3090" y="3090"/>
                  </a:lnTo>
                  <a:lnTo>
                    <a:pt x="3090" y="3437"/>
                  </a:lnTo>
                  <a:lnTo>
                    <a:pt x="3052" y="3785"/>
                  </a:lnTo>
                  <a:lnTo>
                    <a:pt x="3013" y="4132"/>
                  </a:lnTo>
                  <a:lnTo>
                    <a:pt x="2897" y="4480"/>
                  </a:lnTo>
                  <a:lnTo>
                    <a:pt x="2781" y="4789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22"/>
                  </a:lnTo>
                  <a:lnTo>
                    <a:pt x="2395" y="5638"/>
                  </a:lnTo>
                  <a:lnTo>
                    <a:pt x="2356" y="5715"/>
                  </a:lnTo>
                  <a:lnTo>
                    <a:pt x="2356" y="5754"/>
                  </a:lnTo>
                  <a:lnTo>
                    <a:pt x="2395" y="5793"/>
                  </a:lnTo>
                  <a:lnTo>
                    <a:pt x="2472" y="5793"/>
                  </a:lnTo>
                  <a:lnTo>
                    <a:pt x="2627" y="5715"/>
                  </a:lnTo>
                  <a:lnTo>
                    <a:pt x="2820" y="5677"/>
                  </a:lnTo>
                  <a:lnTo>
                    <a:pt x="3206" y="5677"/>
                  </a:lnTo>
                  <a:lnTo>
                    <a:pt x="3631" y="5715"/>
                  </a:lnTo>
                  <a:lnTo>
                    <a:pt x="4055" y="5793"/>
                  </a:lnTo>
                  <a:lnTo>
                    <a:pt x="4442" y="5947"/>
                  </a:lnTo>
                  <a:lnTo>
                    <a:pt x="4866" y="6102"/>
                  </a:lnTo>
                  <a:lnTo>
                    <a:pt x="5214" y="6256"/>
                  </a:lnTo>
                  <a:lnTo>
                    <a:pt x="5523" y="6449"/>
                  </a:lnTo>
                  <a:lnTo>
                    <a:pt x="5832" y="6642"/>
                  </a:lnTo>
                  <a:lnTo>
                    <a:pt x="6141" y="6835"/>
                  </a:lnTo>
                  <a:lnTo>
                    <a:pt x="6411" y="7067"/>
                  </a:lnTo>
                  <a:lnTo>
                    <a:pt x="6681" y="7337"/>
                  </a:lnTo>
                  <a:lnTo>
                    <a:pt x="6913" y="7608"/>
                  </a:lnTo>
                  <a:lnTo>
                    <a:pt x="7145" y="7878"/>
                  </a:lnTo>
                  <a:lnTo>
                    <a:pt x="7338" y="8187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95" y="8766"/>
                  </a:lnTo>
                  <a:lnTo>
                    <a:pt x="5870" y="8805"/>
                  </a:lnTo>
                  <a:lnTo>
                    <a:pt x="5484" y="8805"/>
                  </a:lnTo>
                  <a:lnTo>
                    <a:pt x="5059" y="8727"/>
                  </a:lnTo>
                  <a:lnTo>
                    <a:pt x="4673" y="8612"/>
                  </a:lnTo>
                  <a:lnTo>
                    <a:pt x="4249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72" y="7106"/>
                  </a:lnTo>
                  <a:lnTo>
                    <a:pt x="1932" y="6565"/>
                  </a:lnTo>
                  <a:lnTo>
                    <a:pt x="1854" y="6526"/>
                  </a:lnTo>
                  <a:lnTo>
                    <a:pt x="1816" y="6488"/>
                  </a:lnTo>
                  <a:lnTo>
                    <a:pt x="1661" y="6526"/>
                  </a:lnTo>
                  <a:lnTo>
                    <a:pt x="1623" y="6526"/>
                  </a:lnTo>
                  <a:lnTo>
                    <a:pt x="1584" y="6565"/>
                  </a:lnTo>
                  <a:lnTo>
                    <a:pt x="1430" y="6835"/>
                  </a:lnTo>
                  <a:lnTo>
                    <a:pt x="1661" y="6874"/>
                  </a:lnTo>
                  <a:lnTo>
                    <a:pt x="2279" y="7492"/>
                  </a:lnTo>
                  <a:lnTo>
                    <a:pt x="2897" y="8071"/>
                  </a:lnTo>
                  <a:lnTo>
                    <a:pt x="3245" y="8341"/>
                  </a:lnTo>
                  <a:lnTo>
                    <a:pt x="3631" y="8573"/>
                  </a:lnTo>
                  <a:lnTo>
                    <a:pt x="3978" y="8766"/>
                  </a:lnTo>
                  <a:lnTo>
                    <a:pt x="4364" y="8959"/>
                  </a:lnTo>
                  <a:lnTo>
                    <a:pt x="4828" y="9114"/>
                  </a:lnTo>
                  <a:lnTo>
                    <a:pt x="5253" y="9191"/>
                  </a:lnTo>
                  <a:lnTo>
                    <a:pt x="5677" y="9229"/>
                  </a:lnTo>
                  <a:lnTo>
                    <a:pt x="6141" y="9229"/>
                  </a:lnTo>
                  <a:lnTo>
                    <a:pt x="6565" y="9152"/>
                  </a:lnTo>
                  <a:lnTo>
                    <a:pt x="6990" y="9075"/>
                  </a:lnTo>
                  <a:lnTo>
                    <a:pt x="7878" y="8843"/>
                  </a:lnTo>
                  <a:lnTo>
                    <a:pt x="7956" y="8805"/>
                  </a:lnTo>
                  <a:lnTo>
                    <a:pt x="7994" y="8727"/>
                  </a:lnTo>
                  <a:lnTo>
                    <a:pt x="8033" y="8650"/>
                  </a:lnTo>
                  <a:lnTo>
                    <a:pt x="7994" y="8534"/>
                  </a:lnTo>
                  <a:lnTo>
                    <a:pt x="7763" y="8110"/>
                  </a:lnTo>
                  <a:lnTo>
                    <a:pt x="7492" y="7685"/>
                  </a:lnTo>
                  <a:lnTo>
                    <a:pt x="7222" y="7299"/>
                  </a:lnTo>
                  <a:lnTo>
                    <a:pt x="6874" y="6912"/>
                  </a:lnTo>
                  <a:lnTo>
                    <a:pt x="6527" y="6604"/>
                  </a:lnTo>
                  <a:lnTo>
                    <a:pt x="6141" y="6295"/>
                  </a:lnTo>
                  <a:lnTo>
                    <a:pt x="5716" y="6024"/>
                  </a:lnTo>
                  <a:lnTo>
                    <a:pt x="5253" y="5793"/>
                  </a:lnTo>
                  <a:lnTo>
                    <a:pt x="4828" y="5638"/>
                  </a:lnTo>
                  <a:lnTo>
                    <a:pt x="4249" y="5445"/>
                  </a:lnTo>
                  <a:lnTo>
                    <a:pt x="3940" y="5368"/>
                  </a:lnTo>
                  <a:lnTo>
                    <a:pt x="3592" y="5291"/>
                  </a:lnTo>
                  <a:lnTo>
                    <a:pt x="3013" y="5291"/>
                  </a:lnTo>
                  <a:lnTo>
                    <a:pt x="3167" y="4982"/>
                  </a:lnTo>
                  <a:lnTo>
                    <a:pt x="3322" y="4634"/>
                  </a:lnTo>
                  <a:lnTo>
                    <a:pt x="3399" y="4287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05"/>
                  </a:lnTo>
                  <a:lnTo>
                    <a:pt x="3515" y="2858"/>
                  </a:lnTo>
                  <a:lnTo>
                    <a:pt x="3438" y="2472"/>
                  </a:lnTo>
                  <a:lnTo>
                    <a:pt x="3322" y="1970"/>
                  </a:lnTo>
                  <a:lnTo>
                    <a:pt x="3167" y="1468"/>
                  </a:lnTo>
                  <a:lnTo>
                    <a:pt x="2936" y="966"/>
                  </a:lnTo>
                  <a:lnTo>
                    <a:pt x="2704" y="502"/>
                  </a:lnTo>
                  <a:lnTo>
                    <a:pt x="2588" y="271"/>
                  </a:lnTo>
                  <a:lnTo>
                    <a:pt x="2472" y="116"/>
                  </a:lnTo>
                  <a:lnTo>
                    <a:pt x="2356" y="39"/>
                  </a:lnTo>
                  <a:lnTo>
                    <a:pt x="227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6" name="Google Shape;4236;p18"/>
            <p:cNvSpPr/>
            <p:nvPr/>
          </p:nvSpPr>
          <p:spPr>
            <a:xfrm>
              <a:off x="3488525" y="2821275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120" y="387"/>
                  </a:moveTo>
                  <a:lnTo>
                    <a:pt x="1313" y="425"/>
                  </a:lnTo>
                  <a:lnTo>
                    <a:pt x="1506" y="464"/>
                  </a:lnTo>
                  <a:lnTo>
                    <a:pt x="1661" y="580"/>
                  </a:lnTo>
                  <a:lnTo>
                    <a:pt x="1738" y="734"/>
                  </a:lnTo>
                  <a:lnTo>
                    <a:pt x="1777" y="889"/>
                  </a:lnTo>
                  <a:lnTo>
                    <a:pt x="1738" y="966"/>
                  </a:lnTo>
                  <a:lnTo>
                    <a:pt x="1699" y="1004"/>
                  </a:lnTo>
                  <a:lnTo>
                    <a:pt x="1661" y="1082"/>
                  </a:lnTo>
                  <a:lnTo>
                    <a:pt x="1545" y="1120"/>
                  </a:lnTo>
                  <a:lnTo>
                    <a:pt x="1236" y="1159"/>
                  </a:lnTo>
                  <a:lnTo>
                    <a:pt x="927" y="1159"/>
                  </a:lnTo>
                  <a:lnTo>
                    <a:pt x="579" y="1198"/>
                  </a:lnTo>
                  <a:lnTo>
                    <a:pt x="464" y="1236"/>
                  </a:lnTo>
                  <a:lnTo>
                    <a:pt x="309" y="1313"/>
                  </a:lnTo>
                  <a:lnTo>
                    <a:pt x="309" y="1159"/>
                  </a:lnTo>
                  <a:lnTo>
                    <a:pt x="348" y="1004"/>
                  </a:lnTo>
                  <a:lnTo>
                    <a:pt x="386" y="850"/>
                  </a:lnTo>
                  <a:lnTo>
                    <a:pt x="464" y="734"/>
                  </a:lnTo>
                  <a:lnTo>
                    <a:pt x="541" y="618"/>
                  </a:lnTo>
                  <a:lnTo>
                    <a:pt x="657" y="541"/>
                  </a:lnTo>
                  <a:lnTo>
                    <a:pt x="811" y="464"/>
                  </a:lnTo>
                  <a:lnTo>
                    <a:pt x="927" y="425"/>
                  </a:lnTo>
                  <a:lnTo>
                    <a:pt x="1120" y="387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79" y="116"/>
                  </a:lnTo>
                  <a:lnTo>
                    <a:pt x="425" y="232"/>
                  </a:lnTo>
                  <a:lnTo>
                    <a:pt x="271" y="387"/>
                  </a:lnTo>
                  <a:lnTo>
                    <a:pt x="155" y="541"/>
                  </a:lnTo>
                  <a:lnTo>
                    <a:pt x="77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0" y="1275"/>
                  </a:lnTo>
                  <a:lnTo>
                    <a:pt x="39" y="1468"/>
                  </a:lnTo>
                  <a:lnTo>
                    <a:pt x="116" y="1661"/>
                  </a:lnTo>
                  <a:lnTo>
                    <a:pt x="155" y="1738"/>
                  </a:lnTo>
                  <a:lnTo>
                    <a:pt x="232" y="1815"/>
                  </a:lnTo>
                  <a:lnTo>
                    <a:pt x="309" y="1815"/>
                  </a:lnTo>
                  <a:lnTo>
                    <a:pt x="425" y="1777"/>
                  </a:lnTo>
                  <a:lnTo>
                    <a:pt x="541" y="1661"/>
                  </a:lnTo>
                  <a:lnTo>
                    <a:pt x="695" y="1584"/>
                  </a:lnTo>
                  <a:lnTo>
                    <a:pt x="850" y="1545"/>
                  </a:lnTo>
                  <a:lnTo>
                    <a:pt x="1043" y="1545"/>
                  </a:lnTo>
                  <a:lnTo>
                    <a:pt x="1390" y="1506"/>
                  </a:lnTo>
                  <a:lnTo>
                    <a:pt x="1583" y="1506"/>
                  </a:lnTo>
                  <a:lnTo>
                    <a:pt x="1738" y="1468"/>
                  </a:lnTo>
                  <a:lnTo>
                    <a:pt x="1931" y="1391"/>
                  </a:lnTo>
                  <a:lnTo>
                    <a:pt x="2047" y="1275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811"/>
                  </a:lnTo>
                  <a:lnTo>
                    <a:pt x="2124" y="657"/>
                  </a:lnTo>
                  <a:lnTo>
                    <a:pt x="2047" y="502"/>
                  </a:lnTo>
                  <a:lnTo>
                    <a:pt x="1970" y="348"/>
                  </a:lnTo>
                  <a:lnTo>
                    <a:pt x="1777" y="194"/>
                  </a:lnTo>
                  <a:lnTo>
                    <a:pt x="1622" y="116"/>
                  </a:lnTo>
                  <a:lnTo>
                    <a:pt x="1429" y="39"/>
                  </a:lnTo>
                  <a:lnTo>
                    <a:pt x="11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7" name="Google Shape;4237;p18"/>
            <p:cNvSpPr/>
            <p:nvPr/>
          </p:nvSpPr>
          <p:spPr>
            <a:xfrm>
              <a:off x="3345650" y="2889825"/>
              <a:ext cx="466300" cy="248125"/>
            </a:xfrm>
            <a:custGeom>
              <a:avLst/>
              <a:gdLst/>
              <a:ahLst/>
              <a:cxnLst/>
              <a:rect l="l" t="t" r="r" b="b"/>
              <a:pathLst>
                <a:path w="18652" h="9925" extrusionOk="0">
                  <a:moveTo>
                    <a:pt x="6140" y="0"/>
                  </a:moveTo>
                  <a:lnTo>
                    <a:pt x="5561" y="39"/>
                  </a:lnTo>
                  <a:lnTo>
                    <a:pt x="4982" y="155"/>
                  </a:lnTo>
                  <a:lnTo>
                    <a:pt x="4402" y="309"/>
                  </a:lnTo>
                  <a:lnTo>
                    <a:pt x="3862" y="502"/>
                  </a:lnTo>
                  <a:lnTo>
                    <a:pt x="3283" y="772"/>
                  </a:lnTo>
                  <a:lnTo>
                    <a:pt x="2781" y="1081"/>
                  </a:lnTo>
                  <a:lnTo>
                    <a:pt x="2279" y="1467"/>
                  </a:lnTo>
                  <a:lnTo>
                    <a:pt x="1815" y="1892"/>
                  </a:lnTo>
                  <a:lnTo>
                    <a:pt x="1390" y="2317"/>
                  </a:lnTo>
                  <a:lnTo>
                    <a:pt x="1043" y="2780"/>
                  </a:lnTo>
                  <a:lnTo>
                    <a:pt x="734" y="3244"/>
                  </a:lnTo>
                  <a:lnTo>
                    <a:pt x="464" y="3746"/>
                  </a:lnTo>
                  <a:lnTo>
                    <a:pt x="271" y="4286"/>
                  </a:lnTo>
                  <a:lnTo>
                    <a:pt x="116" y="4827"/>
                  </a:lnTo>
                  <a:lnTo>
                    <a:pt x="0" y="5368"/>
                  </a:lnTo>
                  <a:lnTo>
                    <a:pt x="348" y="5445"/>
                  </a:lnTo>
                  <a:lnTo>
                    <a:pt x="425" y="5020"/>
                  </a:lnTo>
                  <a:lnTo>
                    <a:pt x="541" y="4595"/>
                  </a:lnTo>
                  <a:lnTo>
                    <a:pt x="773" y="4016"/>
                  </a:lnTo>
                  <a:lnTo>
                    <a:pt x="1081" y="3437"/>
                  </a:lnTo>
                  <a:lnTo>
                    <a:pt x="1468" y="2896"/>
                  </a:lnTo>
                  <a:lnTo>
                    <a:pt x="1892" y="2394"/>
                  </a:lnTo>
                  <a:lnTo>
                    <a:pt x="2356" y="1931"/>
                  </a:lnTo>
                  <a:lnTo>
                    <a:pt x="2858" y="1545"/>
                  </a:lnTo>
                  <a:lnTo>
                    <a:pt x="3398" y="1197"/>
                  </a:lnTo>
                  <a:lnTo>
                    <a:pt x="3978" y="888"/>
                  </a:lnTo>
                  <a:lnTo>
                    <a:pt x="4595" y="657"/>
                  </a:lnTo>
                  <a:lnTo>
                    <a:pt x="5252" y="502"/>
                  </a:lnTo>
                  <a:lnTo>
                    <a:pt x="5908" y="425"/>
                  </a:lnTo>
                  <a:lnTo>
                    <a:pt x="6565" y="386"/>
                  </a:lnTo>
                  <a:lnTo>
                    <a:pt x="7221" y="463"/>
                  </a:lnTo>
                  <a:lnTo>
                    <a:pt x="7839" y="618"/>
                  </a:lnTo>
                  <a:lnTo>
                    <a:pt x="8457" y="811"/>
                  </a:lnTo>
                  <a:lnTo>
                    <a:pt x="9075" y="1120"/>
                  </a:lnTo>
                  <a:lnTo>
                    <a:pt x="9422" y="1313"/>
                  </a:lnTo>
                  <a:lnTo>
                    <a:pt x="9731" y="1506"/>
                  </a:lnTo>
                  <a:lnTo>
                    <a:pt x="10002" y="1738"/>
                  </a:lnTo>
                  <a:lnTo>
                    <a:pt x="10272" y="1969"/>
                  </a:lnTo>
                  <a:lnTo>
                    <a:pt x="10774" y="2471"/>
                  </a:lnTo>
                  <a:lnTo>
                    <a:pt x="11199" y="3051"/>
                  </a:lnTo>
                  <a:lnTo>
                    <a:pt x="11546" y="3630"/>
                  </a:lnTo>
                  <a:lnTo>
                    <a:pt x="11855" y="4286"/>
                  </a:lnTo>
                  <a:lnTo>
                    <a:pt x="12164" y="4943"/>
                  </a:lnTo>
                  <a:lnTo>
                    <a:pt x="12396" y="5638"/>
                  </a:lnTo>
                  <a:lnTo>
                    <a:pt x="12627" y="6217"/>
                  </a:lnTo>
                  <a:lnTo>
                    <a:pt x="12859" y="6835"/>
                  </a:lnTo>
                  <a:lnTo>
                    <a:pt x="13129" y="7414"/>
                  </a:lnTo>
                  <a:lnTo>
                    <a:pt x="13438" y="7993"/>
                  </a:lnTo>
                  <a:lnTo>
                    <a:pt x="13786" y="8495"/>
                  </a:lnTo>
                  <a:lnTo>
                    <a:pt x="14211" y="8959"/>
                  </a:lnTo>
                  <a:lnTo>
                    <a:pt x="14442" y="9190"/>
                  </a:lnTo>
                  <a:lnTo>
                    <a:pt x="14713" y="9383"/>
                  </a:lnTo>
                  <a:lnTo>
                    <a:pt x="14983" y="9538"/>
                  </a:lnTo>
                  <a:lnTo>
                    <a:pt x="15253" y="9692"/>
                  </a:lnTo>
                  <a:lnTo>
                    <a:pt x="15717" y="9847"/>
                  </a:lnTo>
                  <a:lnTo>
                    <a:pt x="16219" y="9924"/>
                  </a:lnTo>
                  <a:lnTo>
                    <a:pt x="16682" y="9885"/>
                  </a:lnTo>
                  <a:lnTo>
                    <a:pt x="17145" y="9808"/>
                  </a:lnTo>
                  <a:lnTo>
                    <a:pt x="17609" y="9654"/>
                  </a:lnTo>
                  <a:lnTo>
                    <a:pt x="17802" y="9538"/>
                  </a:lnTo>
                  <a:lnTo>
                    <a:pt x="17995" y="9383"/>
                  </a:lnTo>
                  <a:lnTo>
                    <a:pt x="18188" y="9229"/>
                  </a:lnTo>
                  <a:lnTo>
                    <a:pt x="18342" y="9075"/>
                  </a:lnTo>
                  <a:lnTo>
                    <a:pt x="18497" y="8881"/>
                  </a:lnTo>
                  <a:lnTo>
                    <a:pt x="18613" y="8650"/>
                  </a:lnTo>
                  <a:lnTo>
                    <a:pt x="18651" y="8573"/>
                  </a:lnTo>
                  <a:lnTo>
                    <a:pt x="18613" y="8457"/>
                  </a:lnTo>
                  <a:lnTo>
                    <a:pt x="18651" y="8418"/>
                  </a:lnTo>
                  <a:lnTo>
                    <a:pt x="18613" y="8341"/>
                  </a:lnTo>
                  <a:lnTo>
                    <a:pt x="18304" y="8380"/>
                  </a:lnTo>
                  <a:lnTo>
                    <a:pt x="18265" y="8418"/>
                  </a:lnTo>
                  <a:lnTo>
                    <a:pt x="18033" y="8766"/>
                  </a:lnTo>
                  <a:lnTo>
                    <a:pt x="17802" y="8997"/>
                  </a:lnTo>
                  <a:lnTo>
                    <a:pt x="17493" y="9229"/>
                  </a:lnTo>
                  <a:lnTo>
                    <a:pt x="17184" y="9345"/>
                  </a:lnTo>
                  <a:lnTo>
                    <a:pt x="16798" y="9461"/>
                  </a:lnTo>
                  <a:lnTo>
                    <a:pt x="16064" y="9461"/>
                  </a:lnTo>
                  <a:lnTo>
                    <a:pt x="15717" y="9383"/>
                  </a:lnTo>
                  <a:lnTo>
                    <a:pt x="15330" y="9229"/>
                  </a:lnTo>
                  <a:lnTo>
                    <a:pt x="15021" y="9036"/>
                  </a:lnTo>
                  <a:lnTo>
                    <a:pt x="14674" y="8766"/>
                  </a:lnTo>
                  <a:lnTo>
                    <a:pt x="14404" y="8495"/>
                  </a:lnTo>
                  <a:lnTo>
                    <a:pt x="14133" y="8186"/>
                  </a:lnTo>
                  <a:lnTo>
                    <a:pt x="13902" y="7878"/>
                  </a:lnTo>
                  <a:lnTo>
                    <a:pt x="13709" y="7530"/>
                  </a:lnTo>
                  <a:lnTo>
                    <a:pt x="13515" y="7182"/>
                  </a:lnTo>
                  <a:lnTo>
                    <a:pt x="13207" y="6526"/>
                  </a:lnTo>
                  <a:lnTo>
                    <a:pt x="12936" y="5870"/>
                  </a:lnTo>
                  <a:lnTo>
                    <a:pt x="12434" y="4518"/>
                  </a:lnTo>
                  <a:lnTo>
                    <a:pt x="12164" y="3862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317"/>
                  </a:lnTo>
                  <a:lnTo>
                    <a:pt x="11005" y="2047"/>
                  </a:lnTo>
                  <a:lnTo>
                    <a:pt x="10542" y="1583"/>
                  </a:lnTo>
                  <a:lnTo>
                    <a:pt x="10040" y="1197"/>
                  </a:lnTo>
                  <a:lnTo>
                    <a:pt x="9538" y="888"/>
                  </a:lnTo>
                  <a:lnTo>
                    <a:pt x="9036" y="579"/>
                  </a:lnTo>
                  <a:lnTo>
                    <a:pt x="8457" y="386"/>
                  </a:lnTo>
                  <a:lnTo>
                    <a:pt x="7916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8" name="Google Shape;4238;p18"/>
            <p:cNvSpPr/>
            <p:nvPr/>
          </p:nvSpPr>
          <p:spPr>
            <a:xfrm>
              <a:off x="6719625" y="2898500"/>
              <a:ext cx="625575" cy="344675"/>
            </a:xfrm>
            <a:custGeom>
              <a:avLst/>
              <a:gdLst/>
              <a:ahLst/>
              <a:cxnLst/>
              <a:rect l="l" t="t" r="r" b="b"/>
              <a:pathLst>
                <a:path w="25023" h="13787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41" y="2009"/>
                  </a:lnTo>
                  <a:lnTo>
                    <a:pt x="23787" y="2163"/>
                  </a:lnTo>
                  <a:lnTo>
                    <a:pt x="23633" y="2202"/>
                  </a:lnTo>
                  <a:lnTo>
                    <a:pt x="23478" y="2202"/>
                  </a:lnTo>
                  <a:lnTo>
                    <a:pt x="23324" y="2163"/>
                  </a:lnTo>
                  <a:lnTo>
                    <a:pt x="23208" y="2086"/>
                  </a:lnTo>
                  <a:lnTo>
                    <a:pt x="23092" y="1970"/>
                  </a:lnTo>
                  <a:lnTo>
                    <a:pt x="23015" y="1816"/>
                  </a:lnTo>
                  <a:lnTo>
                    <a:pt x="22976" y="1661"/>
                  </a:lnTo>
                  <a:lnTo>
                    <a:pt x="22976" y="1429"/>
                  </a:lnTo>
                  <a:lnTo>
                    <a:pt x="23053" y="1275"/>
                  </a:lnTo>
                  <a:lnTo>
                    <a:pt x="23169" y="1120"/>
                  </a:lnTo>
                  <a:lnTo>
                    <a:pt x="23285" y="966"/>
                  </a:lnTo>
                  <a:close/>
                  <a:moveTo>
                    <a:pt x="24096" y="2433"/>
                  </a:moveTo>
                  <a:lnTo>
                    <a:pt x="24212" y="2781"/>
                  </a:lnTo>
                  <a:lnTo>
                    <a:pt x="24328" y="3090"/>
                  </a:lnTo>
                  <a:lnTo>
                    <a:pt x="24366" y="3437"/>
                  </a:lnTo>
                  <a:lnTo>
                    <a:pt x="24443" y="3823"/>
                  </a:lnTo>
                  <a:lnTo>
                    <a:pt x="24173" y="3746"/>
                  </a:lnTo>
                  <a:lnTo>
                    <a:pt x="23941" y="3592"/>
                  </a:lnTo>
                  <a:lnTo>
                    <a:pt x="23864" y="3515"/>
                  </a:lnTo>
                  <a:lnTo>
                    <a:pt x="23787" y="3399"/>
                  </a:lnTo>
                  <a:lnTo>
                    <a:pt x="23748" y="3283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7" y="2742"/>
                  </a:lnTo>
                  <a:lnTo>
                    <a:pt x="23941" y="2588"/>
                  </a:lnTo>
                  <a:lnTo>
                    <a:pt x="24096" y="2433"/>
                  </a:lnTo>
                  <a:close/>
                  <a:moveTo>
                    <a:pt x="16296" y="4982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6" y="5291"/>
                  </a:lnTo>
                  <a:lnTo>
                    <a:pt x="16566" y="5407"/>
                  </a:lnTo>
                  <a:lnTo>
                    <a:pt x="16296" y="5445"/>
                  </a:lnTo>
                  <a:lnTo>
                    <a:pt x="15639" y="5523"/>
                  </a:lnTo>
                  <a:lnTo>
                    <a:pt x="15639" y="5484"/>
                  </a:lnTo>
                  <a:lnTo>
                    <a:pt x="15678" y="5368"/>
                  </a:lnTo>
                  <a:lnTo>
                    <a:pt x="15716" y="5252"/>
                  </a:lnTo>
                  <a:lnTo>
                    <a:pt x="15755" y="5175"/>
                  </a:lnTo>
                  <a:lnTo>
                    <a:pt x="15832" y="5098"/>
                  </a:lnTo>
                  <a:lnTo>
                    <a:pt x="15948" y="5021"/>
                  </a:lnTo>
                  <a:lnTo>
                    <a:pt x="16064" y="4982"/>
                  </a:lnTo>
                  <a:close/>
                  <a:moveTo>
                    <a:pt x="24443" y="4248"/>
                  </a:moveTo>
                  <a:lnTo>
                    <a:pt x="24443" y="4673"/>
                  </a:lnTo>
                  <a:lnTo>
                    <a:pt x="24366" y="5098"/>
                  </a:lnTo>
                  <a:lnTo>
                    <a:pt x="24250" y="5523"/>
                  </a:lnTo>
                  <a:lnTo>
                    <a:pt x="24057" y="5445"/>
                  </a:lnTo>
                  <a:lnTo>
                    <a:pt x="23903" y="5291"/>
                  </a:lnTo>
                  <a:lnTo>
                    <a:pt x="23826" y="5098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50"/>
                  </a:lnTo>
                  <a:lnTo>
                    <a:pt x="23864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48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1"/>
                  </a:lnTo>
                  <a:lnTo>
                    <a:pt x="18111" y="5214"/>
                  </a:lnTo>
                  <a:lnTo>
                    <a:pt x="18111" y="5407"/>
                  </a:lnTo>
                  <a:lnTo>
                    <a:pt x="18072" y="5638"/>
                  </a:lnTo>
                  <a:lnTo>
                    <a:pt x="17570" y="5523"/>
                  </a:lnTo>
                  <a:lnTo>
                    <a:pt x="17029" y="5445"/>
                  </a:lnTo>
                  <a:lnTo>
                    <a:pt x="17068" y="5291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5"/>
                  </a:lnTo>
                  <a:lnTo>
                    <a:pt x="17531" y="4866"/>
                  </a:lnTo>
                  <a:lnTo>
                    <a:pt x="17647" y="4827"/>
                  </a:lnTo>
                  <a:close/>
                  <a:moveTo>
                    <a:pt x="14712" y="5329"/>
                  </a:moveTo>
                  <a:lnTo>
                    <a:pt x="14828" y="5368"/>
                  </a:lnTo>
                  <a:lnTo>
                    <a:pt x="14906" y="5445"/>
                  </a:lnTo>
                  <a:lnTo>
                    <a:pt x="15021" y="5561"/>
                  </a:lnTo>
                  <a:lnTo>
                    <a:pt x="15060" y="5677"/>
                  </a:lnTo>
                  <a:lnTo>
                    <a:pt x="14558" y="5870"/>
                  </a:lnTo>
                  <a:lnTo>
                    <a:pt x="14056" y="6102"/>
                  </a:lnTo>
                  <a:lnTo>
                    <a:pt x="14017" y="6063"/>
                  </a:lnTo>
                  <a:lnTo>
                    <a:pt x="14056" y="5831"/>
                  </a:lnTo>
                  <a:lnTo>
                    <a:pt x="14133" y="5600"/>
                  </a:lnTo>
                  <a:lnTo>
                    <a:pt x="14249" y="5445"/>
                  </a:lnTo>
                  <a:lnTo>
                    <a:pt x="14365" y="5368"/>
                  </a:lnTo>
                  <a:lnTo>
                    <a:pt x="14442" y="5329"/>
                  </a:lnTo>
                  <a:close/>
                  <a:moveTo>
                    <a:pt x="18999" y="5484"/>
                  </a:moveTo>
                  <a:lnTo>
                    <a:pt x="19115" y="5523"/>
                  </a:lnTo>
                  <a:lnTo>
                    <a:pt x="19192" y="5561"/>
                  </a:lnTo>
                  <a:lnTo>
                    <a:pt x="19308" y="5677"/>
                  </a:lnTo>
                  <a:lnTo>
                    <a:pt x="19385" y="5831"/>
                  </a:lnTo>
                  <a:lnTo>
                    <a:pt x="19385" y="5986"/>
                  </a:lnTo>
                  <a:lnTo>
                    <a:pt x="19346" y="6179"/>
                  </a:lnTo>
                  <a:lnTo>
                    <a:pt x="18613" y="5831"/>
                  </a:lnTo>
                  <a:lnTo>
                    <a:pt x="18651" y="5754"/>
                  </a:lnTo>
                  <a:lnTo>
                    <a:pt x="18690" y="5677"/>
                  </a:lnTo>
                  <a:lnTo>
                    <a:pt x="18844" y="5523"/>
                  </a:lnTo>
                  <a:lnTo>
                    <a:pt x="18999" y="5484"/>
                  </a:lnTo>
                  <a:close/>
                  <a:moveTo>
                    <a:pt x="20196" y="6063"/>
                  </a:moveTo>
                  <a:lnTo>
                    <a:pt x="20350" y="6102"/>
                  </a:lnTo>
                  <a:lnTo>
                    <a:pt x="20466" y="6140"/>
                  </a:lnTo>
                  <a:lnTo>
                    <a:pt x="20543" y="6179"/>
                  </a:lnTo>
                  <a:lnTo>
                    <a:pt x="20698" y="6333"/>
                  </a:lnTo>
                  <a:lnTo>
                    <a:pt x="20775" y="6527"/>
                  </a:lnTo>
                  <a:lnTo>
                    <a:pt x="20814" y="6720"/>
                  </a:lnTo>
                  <a:lnTo>
                    <a:pt x="20891" y="6951"/>
                  </a:lnTo>
                  <a:lnTo>
                    <a:pt x="20466" y="6758"/>
                  </a:lnTo>
                  <a:lnTo>
                    <a:pt x="20080" y="6565"/>
                  </a:lnTo>
                  <a:lnTo>
                    <a:pt x="19810" y="6411"/>
                  </a:lnTo>
                  <a:lnTo>
                    <a:pt x="19848" y="6295"/>
                  </a:lnTo>
                  <a:lnTo>
                    <a:pt x="19887" y="6179"/>
                  </a:lnTo>
                  <a:lnTo>
                    <a:pt x="20003" y="6140"/>
                  </a:lnTo>
                  <a:lnTo>
                    <a:pt x="20080" y="6102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9"/>
                  </a:lnTo>
                  <a:lnTo>
                    <a:pt x="23941" y="5986"/>
                  </a:lnTo>
                  <a:lnTo>
                    <a:pt x="24019" y="6025"/>
                  </a:lnTo>
                  <a:lnTo>
                    <a:pt x="24096" y="6025"/>
                  </a:lnTo>
                  <a:lnTo>
                    <a:pt x="23941" y="6295"/>
                  </a:lnTo>
                  <a:lnTo>
                    <a:pt x="23748" y="6565"/>
                  </a:lnTo>
                  <a:lnTo>
                    <a:pt x="23517" y="6797"/>
                  </a:lnTo>
                  <a:lnTo>
                    <a:pt x="23246" y="6990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7"/>
                  </a:lnTo>
                  <a:lnTo>
                    <a:pt x="23015" y="6295"/>
                  </a:lnTo>
                  <a:lnTo>
                    <a:pt x="23053" y="6179"/>
                  </a:lnTo>
                  <a:lnTo>
                    <a:pt x="23131" y="6102"/>
                  </a:lnTo>
                  <a:lnTo>
                    <a:pt x="23208" y="6025"/>
                  </a:lnTo>
                  <a:lnTo>
                    <a:pt x="23285" y="5947"/>
                  </a:lnTo>
                  <a:lnTo>
                    <a:pt x="23517" y="5870"/>
                  </a:lnTo>
                  <a:close/>
                  <a:moveTo>
                    <a:pt x="13245" y="6102"/>
                  </a:moveTo>
                  <a:lnTo>
                    <a:pt x="13477" y="6179"/>
                  </a:lnTo>
                  <a:lnTo>
                    <a:pt x="13593" y="6256"/>
                  </a:lnTo>
                  <a:lnTo>
                    <a:pt x="13708" y="6333"/>
                  </a:lnTo>
                  <a:lnTo>
                    <a:pt x="13168" y="6720"/>
                  </a:lnTo>
                  <a:lnTo>
                    <a:pt x="12782" y="7106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7" y="6797"/>
                  </a:lnTo>
                  <a:lnTo>
                    <a:pt x="12627" y="6681"/>
                  </a:lnTo>
                  <a:lnTo>
                    <a:pt x="12666" y="6527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59" y="6218"/>
                  </a:lnTo>
                  <a:lnTo>
                    <a:pt x="13013" y="6140"/>
                  </a:lnTo>
                  <a:lnTo>
                    <a:pt x="13129" y="6102"/>
                  </a:lnTo>
                  <a:close/>
                  <a:moveTo>
                    <a:pt x="22165" y="6565"/>
                  </a:moveTo>
                  <a:lnTo>
                    <a:pt x="22281" y="6604"/>
                  </a:lnTo>
                  <a:lnTo>
                    <a:pt x="22474" y="6720"/>
                  </a:lnTo>
                  <a:lnTo>
                    <a:pt x="22629" y="6874"/>
                  </a:lnTo>
                  <a:lnTo>
                    <a:pt x="22783" y="7029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6"/>
                  </a:lnTo>
                  <a:lnTo>
                    <a:pt x="22937" y="7144"/>
                  </a:lnTo>
                  <a:lnTo>
                    <a:pt x="22551" y="7222"/>
                  </a:lnTo>
                  <a:lnTo>
                    <a:pt x="22165" y="7260"/>
                  </a:lnTo>
                  <a:lnTo>
                    <a:pt x="21779" y="7222"/>
                  </a:lnTo>
                  <a:lnTo>
                    <a:pt x="21393" y="7106"/>
                  </a:lnTo>
                  <a:lnTo>
                    <a:pt x="21470" y="6913"/>
                  </a:lnTo>
                  <a:lnTo>
                    <a:pt x="21625" y="6758"/>
                  </a:lnTo>
                  <a:lnTo>
                    <a:pt x="21818" y="6604"/>
                  </a:lnTo>
                  <a:lnTo>
                    <a:pt x="22049" y="6565"/>
                  </a:lnTo>
                  <a:close/>
                  <a:moveTo>
                    <a:pt x="12280" y="7415"/>
                  </a:moveTo>
                  <a:lnTo>
                    <a:pt x="12473" y="7453"/>
                  </a:lnTo>
                  <a:lnTo>
                    <a:pt x="12125" y="7994"/>
                  </a:lnTo>
                  <a:lnTo>
                    <a:pt x="11816" y="8573"/>
                  </a:lnTo>
                  <a:lnTo>
                    <a:pt x="11701" y="8341"/>
                  </a:lnTo>
                  <a:lnTo>
                    <a:pt x="11662" y="8110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39" y="7724"/>
                  </a:lnTo>
                  <a:lnTo>
                    <a:pt x="11816" y="7608"/>
                  </a:lnTo>
                  <a:lnTo>
                    <a:pt x="11894" y="7531"/>
                  </a:lnTo>
                  <a:lnTo>
                    <a:pt x="12009" y="7453"/>
                  </a:lnTo>
                  <a:lnTo>
                    <a:pt x="12164" y="7415"/>
                  </a:lnTo>
                  <a:close/>
                  <a:moveTo>
                    <a:pt x="2240" y="9384"/>
                  </a:moveTo>
                  <a:lnTo>
                    <a:pt x="2356" y="9423"/>
                  </a:lnTo>
                  <a:lnTo>
                    <a:pt x="2472" y="9500"/>
                  </a:lnTo>
                  <a:lnTo>
                    <a:pt x="2549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10002"/>
                  </a:lnTo>
                  <a:lnTo>
                    <a:pt x="2124" y="9886"/>
                  </a:lnTo>
                  <a:lnTo>
                    <a:pt x="1661" y="9886"/>
                  </a:lnTo>
                  <a:lnTo>
                    <a:pt x="1699" y="9770"/>
                  </a:lnTo>
                  <a:lnTo>
                    <a:pt x="1738" y="9654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close/>
                  <a:moveTo>
                    <a:pt x="11662" y="8998"/>
                  </a:moveTo>
                  <a:lnTo>
                    <a:pt x="11469" y="9500"/>
                  </a:lnTo>
                  <a:lnTo>
                    <a:pt x="11353" y="10040"/>
                  </a:lnTo>
                  <a:lnTo>
                    <a:pt x="11276" y="10272"/>
                  </a:lnTo>
                  <a:lnTo>
                    <a:pt x="11237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8" y="9693"/>
                  </a:lnTo>
                  <a:lnTo>
                    <a:pt x="10928" y="9577"/>
                  </a:lnTo>
                  <a:lnTo>
                    <a:pt x="10967" y="9461"/>
                  </a:lnTo>
                  <a:lnTo>
                    <a:pt x="11005" y="9345"/>
                  </a:lnTo>
                  <a:lnTo>
                    <a:pt x="11121" y="9152"/>
                  </a:lnTo>
                  <a:lnTo>
                    <a:pt x="11276" y="9075"/>
                  </a:lnTo>
                  <a:lnTo>
                    <a:pt x="11469" y="8998"/>
                  </a:lnTo>
                  <a:close/>
                  <a:moveTo>
                    <a:pt x="3784" y="9770"/>
                  </a:moveTo>
                  <a:lnTo>
                    <a:pt x="3900" y="9809"/>
                  </a:lnTo>
                  <a:lnTo>
                    <a:pt x="4016" y="9886"/>
                  </a:lnTo>
                  <a:lnTo>
                    <a:pt x="4093" y="10002"/>
                  </a:lnTo>
                  <a:lnTo>
                    <a:pt x="4132" y="10118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3" y="10542"/>
                  </a:lnTo>
                  <a:lnTo>
                    <a:pt x="4016" y="10658"/>
                  </a:lnTo>
                  <a:lnTo>
                    <a:pt x="3862" y="10542"/>
                  </a:lnTo>
                  <a:lnTo>
                    <a:pt x="3514" y="10349"/>
                  </a:lnTo>
                  <a:lnTo>
                    <a:pt x="3089" y="10156"/>
                  </a:lnTo>
                  <a:lnTo>
                    <a:pt x="3128" y="10040"/>
                  </a:lnTo>
                  <a:lnTo>
                    <a:pt x="3244" y="9925"/>
                  </a:lnTo>
                  <a:lnTo>
                    <a:pt x="3360" y="9847"/>
                  </a:lnTo>
                  <a:lnTo>
                    <a:pt x="3514" y="9770"/>
                  </a:lnTo>
                  <a:close/>
                  <a:moveTo>
                    <a:pt x="4943" y="10658"/>
                  </a:moveTo>
                  <a:lnTo>
                    <a:pt x="5020" y="10736"/>
                  </a:lnTo>
                  <a:lnTo>
                    <a:pt x="5097" y="10774"/>
                  </a:lnTo>
                  <a:lnTo>
                    <a:pt x="5136" y="10890"/>
                  </a:lnTo>
                  <a:lnTo>
                    <a:pt x="5175" y="11044"/>
                  </a:lnTo>
                  <a:lnTo>
                    <a:pt x="5136" y="11238"/>
                  </a:lnTo>
                  <a:lnTo>
                    <a:pt x="5097" y="11431"/>
                  </a:lnTo>
                  <a:lnTo>
                    <a:pt x="4402" y="10929"/>
                  </a:lnTo>
                  <a:lnTo>
                    <a:pt x="4441" y="10813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20"/>
                  </a:moveTo>
                  <a:lnTo>
                    <a:pt x="10967" y="11199"/>
                  </a:lnTo>
                  <a:lnTo>
                    <a:pt x="10735" y="11740"/>
                  </a:lnTo>
                  <a:lnTo>
                    <a:pt x="10658" y="11701"/>
                  </a:lnTo>
                  <a:lnTo>
                    <a:pt x="10503" y="11546"/>
                  </a:lnTo>
                  <a:lnTo>
                    <a:pt x="10426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3"/>
                  </a:lnTo>
                  <a:lnTo>
                    <a:pt x="10735" y="10697"/>
                  </a:lnTo>
                  <a:lnTo>
                    <a:pt x="10928" y="10620"/>
                  </a:lnTo>
                  <a:close/>
                  <a:moveTo>
                    <a:pt x="5986" y="11469"/>
                  </a:moveTo>
                  <a:lnTo>
                    <a:pt x="6063" y="11508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3" y="11778"/>
                  </a:lnTo>
                  <a:lnTo>
                    <a:pt x="6372" y="12010"/>
                  </a:lnTo>
                  <a:lnTo>
                    <a:pt x="6410" y="12242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1"/>
                  </a:lnTo>
                  <a:lnTo>
                    <a:pt x="5445" y="11624"/>
                  </a:lnTo>
                  <a:lnTo>
                    <a:pt x="5561" y="11546"/>
                  </a:lnTo>
                  <a:lnTo>
                    <a:pt x="5638" y="11508"/>
                  </a:lnTo>
                  <a:lnTo>
                    <a:pt x="5754" y="11469"/>
                  </a:lnTo>
                  <a:close/>
                  <a:moveTo>
                    <a:pt x="10542" y="12048"/>
                  </a:moveTo>
                  <a:lnTo>
                    <a:pt x="10388" y="12319"/>
                  </a:lnTo>
                  <a:lnTo>
                    <a:pt x="10195" y="12550"/>
                  </a:lnTo>
                  <a:lnTo>
                    <a:pt x="10001" y="12744"/>
                  </a:lnTo>
                  <a:lnTo>
                    <a:pt x="9770" y="12937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8" y="12242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76" y="12512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1"/>
                  </a:lnTo>
                  <a:lnTo>
                    <a:pt x="7878" y="13014"/>
                  </a:lnTo>
                  <a:lnTo>
                    <a:pt x="7878" y="13207"/>
                  </a:lnTo>
                  <a:lnTo>
                    <a:pt x="7839" y="13207"/>
                  </a:lnTo>
                  <a:lnTo>
                    <a:pt x="7337" y="13014"/>
                  </a:lnTo>
                  <a:lnTo>
                    <a:pt x="6835" y="12744"/>
                  </a:lnTo>
                  <a:lnTo>
                    <a:pt x="6990" y="12628"/>
                  </a:lnTo>
                  <a:lnTo>
                    <a:pt x="7183" y="12550"/>
                  </a:lnTo>
                  <a:lnTo>
                    <a:pt x="7376" y="12512"/>
                  </a:lnTo>
                  <a:close/>
                  <a:moveTo>
                    <a:pt x="8843" y="12628"/>
                  </a:moveTo>
                  <a:lnTo>
                    <a:pt x="8959" y="12666"/>
                  </a:lnTo>
                  <a:lnTo>
                    <a:pt x="9113" y="12782"/>
                  </a:lnTo>
                  <a:lnTo>
                    <a:pt x="9191" y="12937"/>
                  </a:lnTo>
                  <a:lnTo>
                    <a:pt x="9229" y="13130"/>
                  </a:lnTo>
                  <a:lnTo>
                    <a:pt x="9268" y="13207"/>
                  </a:lnTo>
                  <a:lnTo>
                    <a:pt x="9036" y="13284"/>
                  </a:lnTo>
                  <a:lnTo>
                    <a:pt x="8804" y="13323"/>
                  </a:lnTo>
                  <a:lnTo>
                    <a:pt x="8573" y="13323"/>
                  </a:lnTo>
                  <a:lnTo>
                    <a:pt x="8302" y="13284"/>
                  </a:lnTo>
                  <a:lnTo>
                    <a:pt x="8302" y="13207"/>
                  </a:lnTo>
                  <a:lnTo>
                    <a:pt x="8341" y="13014"/>
                  </a:lnTo>
                  <a:lnTo>
                    <a:pt x="8418" y="12821"/>
                  </a:lnTo>
                  <a:lnTo>
                    <a:pt x="8573" y="12705"/>
                  </a:lnTo>
                  <a:lnTo>
                    <a:pt x="8650" y="12666"/>
                  </a:lnTo>
                  <a:lnTo>
                    <a:pt x="8766" y="12628"/>
                  </a:lnTo>
                  <a:close/>
                  <a:moveTo>
                    <a:pt x="22976" y="1"/>
                  </a:moveTo>
                  <a:lnTo>
                    <a:pt x="22899" y="39"/>
                  </a:lnTo>
                  <a:lnTo>
                    <a:pt x="22822" y="78"/>
                  </a:lnTo>
                  <a:lnTo>
                    <a:pt x="22783" y="155"/>
                  </a:lnTo>
                  <a:lnTo>
                    <a:pt x="22744" y="232"/>
                  </a:lnTo>
                  <a:lnTo>
                    <a:pt x="22744" y="310"/>
                  </a:lnTo>
                  <a:lnTo>
                    <a:pt x="22822" y="425"/>
                  </a:lnTo>
                  <a:lnTo>
                    <a:pt x="22860" y="464"/>
                  </a:lnTo>
                  <a:lnTo>
                    <a:pt x="23015" y="657"/>
                  </a:lnTo>
                  <a:lnTo>
                    <a:pt x="22899" y="773"/>
                  </a:lnTo>
                  <a:lnTo>
                    <a:pt x="22783" y="966"/>
                  </a:lnTo>
                  <a:lnTo>
                    <a:pt x="22706" y="1120"/>
                  </a:lnTo>
                  <a:lnTo>
                    <a:pt x="22629" y="1314"/>
                  </a:lnTo>
                  <a:lnTo>
                    <a:pt x="22590" y="1507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60" y="2279"/>
                  </a:lnTo>
                  <a:lnTo>
                    <a:pt x="23053" y="2395"/>
                  </a:lnTo>
                  <a:lnTo>
                    <a:pt x="23246" y="2511"/>
                  </a:lnTo>
                  <a:lnTo>
                    <a:pt x="23478" y="2511"/>
                  </a:lnTo>
                  <a:lnTo>
                    <a:pt x="23401" y="2704"/>
                  </a:lnTo>
                  <a:lnTo>
                    <a:pt x="23362" y="2897"/>
                  </a:lnTo>
                  <a:lnTo>
                    <a:pt x="23324" y="3090"/>
                  </a:lnTo>
                  <a:lnTo>
                    <a:pt x="23362" y="3283"/>
                  </a:lnTo>
                  <a:lnTo>
                    <a:pt x="23439" y="3515"/>
                  </a:lnTo>
                  <a:lnTo>
                    <a:pt x="23555" y="3708"/>
                  </a:lnTo>
                  <a:lnTo>
                    <a:pt x="23748" y="3901"/>
                  </a:lnTo>
                  <a:lnTo>
                    <a:pt x="23980" y="4017"/>
                  </a:lnTo>
                  <a:lnTo>
                    <a:pt x="23748" y="4210"/>
                  </a:lnTo>
                  <a:lnTo>
                    <a:pt x="23555" y="4480"/>
                  </a:lnTo>
                  <a:lnTo>
                    <a:pt x="23478" y="4750"/>
                  </a:lnTo>
                  <a:lnTo>
                    <a:pt x="23439" y="4905"/>
                  </a:lnTo>
                  <a:lnTo>
                    <a:pt x="23439" y="5021"/>
                  </a:lnTo>
                  <a:lnTo>
                    <a:pt x="23517" y="5291"/>
                  </a:lnTo>
                  <a:lnTo>
                    <a:pt x="23633" y="5484"/>
                  </a:lnTo>
                  <a:lnTo>
                    <a:pt x="23401" y="5523"/>
                  </a:lnTo>
                  <a:lnTo>
                    <a:pt x="23169" y="5561"/>
                  </a:lnTo>
                  <a:lnTo>
                    <a:pt x="22976" y="5716"/>
                  </a:lnTo>
                  <a:lnTo>
                    <a:pt x="22783" y="5870"/>
                  </a:lnTo>
                  <a:lnTo>
                    <a:pt x="22706" y="6102"/>
                  </a:lnTo>
                  <a:lnTo>
                    <a:pt x="22629" y="6372"/>
                  </a:lnTo>
                  <a:lnTo>
                    <a:pt x="22474" y="6295"/>
                  </a:lnTo>
                  <a:lnTo>
                    <a:pt x="22320" y="6256"/>
                  </a:lnTo>
                  <a:lnTo>
                    <a:pt x="22165" y="6218"/>
                  </a:lnTo>
                  <a:lnTo>
                    <a:pt x="21972" y="6218"/>
                  </a:lnTo>
                  <a:lnTo>
                    <a:pt x="21740" y="6295"/>
                  </a:lnTo>
                  <a:lnTo>
                    <a:pt x="21509" y="6411"/>
                  </a:lnTo>
                  <a:lnTo>
                    <a:pt x="21354" y="6565"/>
                  </a:lnTo>
                  <a:lnTo>
                    <a:pt x="21200" y="6797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6025"/>
                  </a:lnTo>
                  <a:lnTo>
                    <a:pt x="20736" y="5909"/>
                  </a:lnTo>
                  <a:lnTo>
                    <a:pt x="20582" y="5831"/>
                  </a:lnTo>
                  <a:lnTo>
                    <a:pt x="20427" y="5754"/>
                  </a:lnTo>
                  <a:lnTo>
                    <a:pt x="20234" y="5754"/>
                  </a:lnTo>
                  <a:lnTo>
                    <a:pt x="20080" y="5793"/>
                  </a:lnTo>
                  <a:lnTo>
                    <a:pt x="19887" y="5870"/>
                  </a:lnTo>
                  <a:lnTo>
                    <a:pt x="19771" y="5947"/>
                  </a:lnTo>
                  <a:lnTo>
                    <a:pt x="19732" y="5716"/>
                  </a:lnTo>
                  <a:lnTo>
                    <a:pt x="19617" y="5484"/>
                  </a:lnTo>
                  <a:lnTo>
                    <a:pt x="19462" y="5329"/>
                  </a:lnTo>
                  <a:lnTo>
                    <a:pt x="19385" y="5252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91"/>
                  </a:lnTo>
                  <a:lnTo>
                    <a:pt x="18497" y="5407"/>
                  </a:lnTo>
                  <a:lnTo>
                    <a:pt x="18458" y="5252"/>
                  </a:lnTo>
                  <a:lnTo>
                    <a:pt x="18420" y="5136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73"/>
                  </a:lnTo>
                  <a:lnTo>
                    <a:pt x="17956" y="4596"/>
                  </a:lnTo>
                  <a:lnTo>
                    <a:pt x="17802" y="4557"/>
                  </a:lnTo>
                  <a:lnTo>
                    <a:pt x="17647" y="4519"/>
                  </a:lnTo>
                  <a:lnTo>
                    <a:pt x="17493" y="4557"/>
                  </a:lnTo>
                  <a:lnTo>
                    <a:pt x="17377" y="4596"/>
                  </a:lnTo>
                  <a:lnTo>
                    <a:pt x="17261" y="4634"/>
                  </a:lnTo>
                  <a:lnTo>
                    <a:pt x="17145" y="4750"/>
                  </a:lnTo>
                  <a:lnTo>
                    <a:pt x="17029" y="4827"/>
                  </a:lnTo>
                  <a:lnTo>
                    <a:pt x="16875" y="5098"/>
                  </a:lnTo>
                  <a:lnTo>
                    <a:pt x="16759" y="4943"/>
                  </a:lnTo>
                  <a:lnTo>
                    <a:pt x="16605" y="4789"/>
                  </a:lnTo>
                  <a:lnTo>
                    <a:pt x="16450" y="4712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66"/>
                  </a:lnTo>
                  <a:lnTo>
                    <a:pt x="15523" y="4982"/>
                  </a:lnTo>
                  <a:lnTo>
                    <a:pt x="15446" y="5136"/>
                  </a:lnTo>
                  <a:lnTo>
                    <a:pt x="15408" y="5329"/>
                  </a:lnTo>
                  <a:lnTo>
                    <a:pt x="15408" y="5484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68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2"/>
                  </a:lnTo>
                  <a:lnTo>
                    <a:pt x="14635" y="4943"/>
                  </a:lnTo>
                  <a:lnTo>
                    <a:pt x="14442" y="4982"/>
                  </a:lnTo>
                  <a:lnTo>
                    <a:pt x="14288" y="5021"/>
                  </a:lnTo>
                  <a:lnTo>
                    <a:pt x="14133" y="5098"/>
                  </a:lnTo>
                  <a:lnTo>
                    <a:pt x="14056" y="5175"/>
                  </a:lnTo>
                  <a:lnTo>
                    <a:pt x="13940" y="5291"/>
                  </a:lnTo>
                  <a:lnTo>
                    <a:pt x="13824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6"/>
                  </a:lnTo>
                  <a:lnTo>
                    <a:pt x="13168" y="5716"/>
                  </a:lnTo>
                  <a:lnTo>
                    <a:pt x="12936" y="5754"/>
                  </a:lnTo>
                  <a:lnTo>
                    <a:pt x="12743" y="5831"/>
                  </a:lnTo>
                  <a:lnTo>
                    <a:pt x="12589" y="5947"/>
                  </a:lnTo>
                  <a:lnTo>
                    <a:pt x="12511" y="6063"/>
                  </a:lnTo>
                  <a:lnTo>
                    <a:pt x="12434" y="6218"/>
                  </a:lnTo>
                  <a:lnTo>
                    <a:pt x="12357" y="6372"/>
                  </a:lnTo>
                  <a:lnTo>
                    <a:pt x="12357" y="6527"/>
                  </a:lnTo>
                  <a:lnTo>
                    <a:pt x="12357" y="6681"/>
                  </a:lnTo>
                  <a:lnTo>
                    <a:pt x="12357" y="6835"/>
                  </a:lnTo>
                  <a:lnTo>
                    <a:pt x="12434" y="6990"/>
                  </a:lnTo>
                  <a:lnTo>
                    <a:pt x="12164" y="7029"/>
                  </a:lnTo>
                  <a:lnTo>
                    <a:pt x="11894" y="7106"/>
                  </a:lnTo>
                  <a:lnTo>
                    <a:pt x="11662" y="7222"/>
                  </a:lnTo>
                  <a:lnTo>
                    <a:pt x="11507" y="7415"/>
                  </a:lnTo>
                  <a:lnTo>
                    <a:pt x="11392" y="7531"/>
                  </a:lnTo>
                  <a:lnTo>
                    <a:pt x="11353" y="7685"/>
                  </a:lnTo>
                  <a:lnTo>
                    <a:pt x="11314" y="7839"/>
                  </a:lnTo>
                  <a:lnTo>
                    <a:pt x="11276" y="7994"/>
                  </a:lnTo>
                  <a:lnTo>
                    <a:pt x="11314" y="8148"/>
                  </a:lnTo>
                  <a:lnTo>
                    <a:pt x="11353" y="8303"/>
                  </a:lnTo>
                  <a:lnTo>
                    <a:pt x="11392" y="8457"/>
                  </a:lnTo>
                  <a:lnTo>
                    <a:pt x="11469" y="8612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58" y="9230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1" y="10234"/>
                  </a:lnTo>
                  <a:lnTo>
                    <a:pt x="10619" y="10311"/>
                  </a:lnTo>
                  <a:lnTo>
                    <a:pt x="10426" y="10427"/>
                  </a:lnTo>
                  <a:lnTo>
                    <a:pt x="10233" y="10581"/>
                  </a:lnTo>
                  <a:lnTo>
                    <a:pt x="10117" y="10774"/>
                  </a:lnTo>
                  <a:lnTo>
                    <a:pt x="10079" y="11006"/>
                  </a:lnTo>
                  <a:lnTo>
                    <a:pt x="10040" y="11238"/>
                  </a:lnTo>
                  <a:lnTo>
                    <a:pt x="10079" y="11469"/>
                  </a:lnTo>
                  <a:lnTo>
                    <a:pt x="10195" y="11701"/>
                  </a:lnTo>
                  <a:lnTo>
                    <a:pt x="9924" y="11740"/>
                  </a:lnTo>
                  <a:lnTo>
                    <a:pt x="9693" y="11855"/>
                  </a:lnTo>
                  <a:lnTo>
                    <a:pt x="9499" y="12010"/>
                  </a:lnTo>
                  <a:lnTo>
                    <a:pt x="9422" y="12087"/>
                  </a:lnTo>
                  <a:lnTo>
                    <a:pt x="9384" y="12203"/>
                  </a:lnTo>
                  <a:lnTo>
                    <a:pt x="9345" y="12319"/>
                  </a:lnTo>
                  <a:lnTo>
                    <a:pt x="9306" y="12473"/>
                  </a:lnTo>
                  <a:lnTo>
                    <a:pt x="9191" y="12396"/>
                  </a:lnTo>
                  <a:lnTo>
                    <a:pt x="9036" y="12319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57"/>
                  </a:lnTo>
                  <a:lnTo>
                    <a:pt x="8380" y="12435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09" y="12550"/>
                  </a:lnTo>
                  <a:lnTo>
                    <a:pt x="7993" y="12435"/>
                  </a:lnTo>
                  <a:lnTo>
                    <a:pt x="7878" y="12319"/>
                  </a:lnTo>
                  <a:lnTo>
                    <a:pt x="7723" y="12242"/>
                  </a:lnTo>
                  <a:lnTo>
                    <a:pt x="7492" y="12164"/>
                  </a:lnTo>
                  <a:lnTo>
                    <a:pt x="7221" y="12203"/>
                  </a:lnTo>
                  <a:lnTo>
                    <a:pt x="6990" y="12280"/>
                  </a:lnTo>
                  <a:lnTo>
                    <a:pt x="6796" y="12435"/>
                  </a:lnTo>
                  <a:lnTo>
                    <a:pt x="6796" y="12048"/>
                  </a:lnTo>
                  <a:lnTo>
                    <a:pt x="6758" y="11894"/>
                  </a:lnTo>
                  <a:lnTo>
                    <a:pt x="6681" y="11701"/>
                  </a:lnTo>
                  <a:lnTo>
                    <a:pt x="6603" y="11546"/>
                  </a:lnTo>
                  <a:lnTo>
                    <a:pt x="6526" y="11431"/>
                  </a:lnTo>
                  <a:lnTo>
                    <a:pt x="6372" y="11315"/>
                  </a:lnTo>
                  <a:lnTo>
                    <a:pt x="6217" y="11199"/>
                  </a:lnTo>
                  <a:lnTo>
                    <a:pt x="6063" y="11160"/>
                  </a:lnTo>
                  <a:lnTo>
                    <a:pt x="5715" y="11160"/>
                  </a:lnTo>
                  <a:lnTo>
                    <a:pt x="5522" y="11238"/>
                  </a:lnTo>
                  <a:lnTo>
                    <a:pt x="5522" y="10967"/>
                  </a:lnTo>
                  <a:lnTo>
                    <a:pt x="5445" y="10736"/>
                  </a:lnTo>
                  <a:lnTo>
                    <a:pt x="5329" y="10504"/>
                  </a:lnTo>
                  <a:lnTo>
                    <a:pt x="5213" y="10427"/>
                  </a:lnTo>
                  <a:lnTo>
                    <a:pt x="5097" y="10388"/>
                  </a:lnTo>
                  <a:lnTo>
                    <a:pt x="4943" y="10311"/>
                  </a:lnTo>
                  <a:lnTo>
                    <a:pt x="4827" y="10311"/>
                  </a:lnTo>
                  <a:lnTo>
                    <a:pt x="4673" y="10349"/>
                  </a:lnTo>
                  <a:lnTo>
                    <a:pt x="4518" y="10388"/>
                  </a:lnTo>
                  <a:lnTo>
                    <a:pt x="4518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09" y="9577"/>
                  </a:lnTo>
                  <a:lnTo>
                    <a:pt x="4055" y="9500"/>
                  </a:lnTo>
                  <a:lnTo>
                    <a:pt x="3900" y="9461"/>
                  </a:lnTo>
                  <a:lnTo>
                    <a:pt x="3746" y="9423"/>
                  </a:lnTo>
                  <a:lnTo>
                    <a:pt x="3591" y="9423"/>
                  </a:lnTo>
                  <a:lnTo>
                    <a:pt x="3398" y="9461"/>
                  </a:lnTo>
                  <a:lnTo>
                    <a:pt x="3282" y="9538"/>
                  </a:lnTo>
                  <a:lnTo>
                    <a:pt x="3128" y="9616"/>
                  </a:lnTo>
                  <a:lnTo>
                    <a:pt x="3012" y="9770"/>
                  </a:lnTo>
                  <a:lnTo>
                    <a:pt x="2974" y="9616"/>
                  </a:lnTo>
                  <a:lnTo>
                    <a:pt x="2896" y="9461"/>
                  </a:lnTo>
                  <a:lnTo>
                    <a:pt x="2780" y="9268"/>
                  </a:lnTo>
                  <a:lnTo>
                    <a:pt x="2626" y="9152"/>
                  </a:lnTo>
                  <a:lnTo>
                    <a:pt x="2433" y="9036"/>
                  </a:lnTo>
                  <a:lnTo>
                    <a:pt x="2240" y="8998"/>
                  </a:lnTo>
                  <a:lnTo>
                    <a:pt x="2047" y="9036"/>
                  </a:lnTo>
                  <a:lnTo>
                    <a:pt x="1854" y="9114"/>
                  </a:lnTo>
                  <a:lnTo>
                    <a:pt x="1699" y="9191"/>
                  </a:lnTo>
                  <a:lnTo>
                    <a:pt x="1545" y="9345"/>
                  </a:lnTo>
                  <a:lnTo>
                    <a:pt x="1429" y="9538"/>
                  </a:lnTo>
                  <a:lnTo>
                    <a:pt x="1390" y="9732"/>
                  </a:lnTo>
                  <a:lnTo>
                    <a:pt x="1352" y="9925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311"/>
                  </a:lnTo>
                  <a:lnTo>
                    <a:pt x="386" y="10427"/>
                  </a:lnTo>
                  <a:lnTo>
                    <a:pt x="271" y="10581"/>
                  </a:lnTo>
                  <a:lnTo>
                    <a:pt x="116" y="10890"/>
                  </a:lnTo>
                  <a:lnTo>
                    <a:pt x="0" y="11238"/>
                  </a:lnTo>
                  <a:lnTo>
                    <a:pt x="0" y="11585"/>
                  </a:lnTo>
                  <a:lnTo>
                    <a:pt x="77" y="11933"/>
                  </a:lnTo>
                  <a:lnTo>
                    <a:pt x="193" y="12242"/>
                  </a:lnTo>
                  <a:lnTo>
                    <a:pt x="386" y="12550"/>
                  </a:lnTo>
                  <a:lnTo>
                    <a:pt x="618" y="12821"/>
                  </a:lnTo>
                  <a:lnTo>
                    <a:pt x="811" y="12937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52" y="13130"/>
                  </a:lnTo>
                  <a:lnTo>
                    <a:pt x="1738" y="13168"/>
                  </a:lnTo>
                  <a:lnTo>
                    <a:pt x="2085" y="13130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50"/>
                  </a:lnTo>
                  <a:lnTo>
                    <a:pt x="3360" y="12242"/>
                  </a:lnTo>
                  <a:lnTo>
                    <a:pt x="3591" y="12010"/>
                  </a:lnTo>
                  <a:lnTo>
                    <a:pt x="3553" y="11933"/>
                  </a:lnTo>
                  <a:lnTo>
                    <a:pt x="3514" y="11817"/>
                  </a:lnTo>
                  <a:lnTo>
                    <a:pt x="3437" y="11778"/>
                  </a:lnTo>
                  <a:lnTo>
                    <a:pt x="3321" y="11740"/>
                  </a:lnTo>
                  <a:lnTo>
                    <a:pt x="3282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19" y="12242"/>
                  </a:lnTo>
                  <a:lnTo>
                    <a:pt x="2587" y="12435"/>
                  </a:lnTo>
                  <a:lnTo>
                    <a:pt x="2317" y="12589"/>
                  </a:lnTo>
                  <a:lnTo>
                    <a:pt x="2047" y="12666"/>
                  </a:lnTo>
                  <a:lnTo>
                    <a:pt x="1738" y="12705"/>
                  </a:lnTo>
                  <a:lnTo>
                    <a:pt x="1429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1" y="12357"/>
                  </a:lnTo>
                  <a:lnTo>
                    <a:pt x="695" y="12203"/>
                  </a:lnTo>
                  <a:lnTo>
                    <a:pt x="618" y="12048"/>
                  </a:lnTo>
                  <a:lnTo>
                    <a:pt x="541" y="11894"/>
                  </a:lnTo>
                  <a:lnTo>
                    <a:pt x="502" y="11740"/>
                  </a:lnTo>
                  <a:lnTo>
                    <a:pt x="502" y="11546"/>
                  </a:lnTo>
                  <a:lnTo>
                    <a:pt x="502" y="11392"/>
                  </a:lnTo>
                  <a:lnTo>
                    <a:pt x="541" y="11199"/>
                  </a:lnTo>
                  <a:lnTo>
                    <a:pt x="579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8" y="10620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008" y="10349"/>
                  </a:lnTo>
                  <a:lnTo>
                    <a:pt x="2317" y="10388"/>
                  </a:lnTo>
                  <a:lnTo>
                    <a:pt x="2587" y="10427"/>
                  </a:lnTo>
                  <a:lnTo>
                    <a:pt x="2858" y="10542"/>
                  </a:lnTo>
                  <a:lnTo>
                    <a:pt x="3128" y="10658"/>
                  </a:lnTo>
                  <a:lnTo>
                    <a:pt x="3669" y="10929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6"/>
                  </a:lnTo>
                  <a:lnTo>
                    <a:pt x="5870" y="12705"/>
                  </a:lnTo>
                  <a:lnTo>
                    <a:pt x="6256" y="12975"/>
                  </a:lnTo>
                  <a:lnTo>
                    <a:pt x="6681" y="13207"/>
                  </a:lnTo>
                  <a:lnTo>
                    <a:pt x="7105" y="13439"/>
                  </a:lnTo>
                  <a:lnTo>
                    <a:pt x="7530" y="13593"/>
                  </a:lnTo>
                  <a:lnTo>
                    <a:pt x="7993" y="13747"/>
                  </a:lnTo>
                  <a:lnTo>
                    <a:pt x="8457" y="13786"/>
                  </a:lnTo>
                  <a:lnTo>
                    <a:pt x="8920" y="13786"/>
                  </a:lnTo>
                  <a:lnTo>
                    <a:pt x="9345" y="13709"/>
                  </a:lnTo>
                  <a:lnTo>
                    <a:pt x="9731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73"/>
                  </a:lnTo>
                  <a:lnTo>
                    <a:pt x="11121" y="12126"/>
                  </a:lnTo>
                  <a:lnTo>
                    <a:pt x="11314" y="11740"/>
                  </a:lnTo>
                  <a:lnTo>
                    <a:pt x="11507" y="11238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5" y="9114"/>
                  </a:lnTo>
                  <a:lnTo>
                    <a:pt x="12357" y="8612"/>
                  </a:lnTo>
                  <a:lnTo>
                    <a:pt x="12589" y="8110"/>
                  </a:lnTo>
                  <a:lnTo>
                    <a:pt x="12936" y="7646"/>
                  </a:lnTo>
                  <a:lnTo>
                    <a:pt x="13284" y="7299"/>
                  </a:lnTo>
                  <a:lnTo>
                    <a:pt x="13631" y="6990"/>
                  </a:lnTo>
                  <a:lnTo>
                    <a:pt x="14017" y="6720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2"/>
                  </a:lnTo>
                  <a:lnTo>
                    <a:pt x="15832" y="5986"/>
                  </a:lnTo>
                  <a:lnTo>
                    <a:pt x="16296" y="5947"/>
                  </a:lnTo>
                  <a:lnTo>
                    <a:pt x="16605" y="5909"/>
                  </a:lnTo>
                  <a:lnTo>
                    <a:pt x="16914" y="5909"/>
                  </a:lnTo>
                  <a:lnTo>
                    <a:pt x="17454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4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29" y="7492"/>
                  </a:lnTo>
                  <a:lnTo>
                    <a:pt x="21316" y="7646"/>
                  </a:lnTo>
                  <a:lnTo>
                    <a:pt x="21740" y="7724"/>
                  </a:lnTo>
                  <a:lnTo>
                    <a:pt x="22165" y="7762"/>
                  </a:lnTo>
                  <a:lnTo>
                    <a:pt x="22590" y="7724"/>
                  </a:lnTo>
                  <a:lnTo>
                    <a:pt x="22976" y="7646"/>
                  </a:lnTo>
                  <a:lnTo>
                    <a:pt x="23362" y="7531"/>
                  </a:lnTo>
                  <a:lnTo>
                    <a:pt x="23710" y="7299"/>
                  </a:lnTo>
                  <a:lnTo>
                    <a:pt x="24057" y="6990"/>
                  </a:lnTo>
                  <a:lnTo>
                    <a:pt x="24366" y="6642"/>
                  </a:lnTo>
                  <a:lnTo>
                    <a:pt x="24598" y="6295"/>
                  </a:lnTo>
                  <a:lnTo>
                    <a:pt x="24752" y="5909"/>
                  </a:lnTo>
                  <a:lnTo>
                    <a:pt x="24868" y="5484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210"/>
                  </a:lnTo>
                  <a:lnTo>
                    <a:pt x="24945" y="3746"/>
                  </a:lnTo>
                  <a:lnTo>
                    <a:pt x="24868" y="3283"/>
                  </a:lnTo>
                  <a:lnTo>
                    <a:pt x="24791" y="2858"/>
                  </a:lnTo>
                  <a:lnTo>
                    <a:pt x="24637" y="2395"/>
                  </a:lnTo>
                  <a:lnTo>
                    <a:pt x="24443" y="1970"/>
                  </a:lnTo>
                  <a:lnTo>
                    <a:pt x="24250" y="1584"/>
                  </a:lnTo>
                  <a:lnTo>
                    <a:pt x="24057" y="1198"/>
                  </a:lnTo>
                  <a:lnTo>
                    <a:pt x="23787" y="812"/>
                  </a:lnTo>
                  <a:lnTo>
                    <a:pt x="23941" y="387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69" y="78"/>
                  </a:lnTo>
                  <a:lnTo>
                    <a:pt x="230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9" name="Google Shape;4239;p18"/>
            <p:cNvSpPr/>
            <p:nvPr/>
          </p:nvSpPr>
          <p:spPr>
            <a:xfrm>
              <a:off x="1648525" y="2901400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8" y="0"/>
                  </a:moveTo>
                  <a:lnTo>
                    <a:pt x="0" y="580"/>
                  </a:lnTo>
                  <a:lnTo>
                    <a:pt x="0" y="1198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9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70" y="5947"/>
                  </a:lnTo>
                  <a:lnTo>
                    <a:pt x="2433" y="6411"/>
                  </a:lnTo>
                  <a:lnTo>
                    <a:pt x="2974" y="6874"/>
                  </a:lnTo>
                  <a:lnTo>
                    <a:pt x="3514" y="7260"/>
                  </a:lnTo>
                  <a:lnTo>
                    <a:pt x="4093" y="7646"/>
                  </a:lnTo>
                  <a:lnTo>
                    <a:pt x="4711" y="7955"/>
                  </a:lnTo>
                  <a:lnTo>
                    <a:pt x="5329" y="8225"/>
                  </a:lnTo>
                  <a:lnTo>
                    <a:pt x="5986" y="8496"/>
                  </a:lnTo>
                  <a:lnTo>
                    <a:pt x="6642" y="8689"/>
                  </a:lnTo>
                  <a:lnTo>
                    <a:pt x="7299" y="8843"/>
                  </a:lnTo>
                  <a:lnTo>
                    <a:pt x="7994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4"/>
                  </a:lnTo>
                  <a:lnTo>
                    <a:pt x="10774" y="9075"/>
                  </a:lnTo>
                  <a:lnTo>
                    <a:pt x="11392" y="8998"/>
                  </a:lnTo>
                  <a:lnTo>
                    <a:pt x="12048" y="8920"/>
                  </a:lnTo>
                  <a:lnTo>
                    <a:pt x="12705" y="8766"/>
                  </a:lnTo>
                  <a:lnTo>
                    <a:pt x="13361" y="8612"/>
                  </a:lnTo>
                  <a:lnTo>
                    <a:pt x="14018" y="8380"/>
                  </a:lnTo>
                  <a:lnTo>
                    <a:pt x="14635" y="8148"/>
                  </a:lnTo>
                  <a:lnTo>
                    <a:pt x="15253" y="7878"/>
                  </a:lnTo>
                  <a:lnTo>
                    <a:pt x="15871" y="7569"/>
                  </a:lnTo>
                  <a:lnTo>
                    <a:pt x="16450" y="7221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5"/>
                  </a:lnTo>
                  <a:lnTo>
                    <a:pt x="19076" y="4287"/>
                  </a:lnTo>
                  <a:lnTo>
                    <a:pt x="19346" y="3669"/>
                  </a:lnTo>
                  <a:lnTo>
                    <a:pt x="19115" y="3630"/>
                  </a:lnTo>
                  <a:lnTo>
                    <a:pt x="18767" y="4171"/>
                  </a:lnTo>
                  <a:lnTo>
                    <a:pt x="18420" y="4634"/>
                  </a:lnTo>
                  <a:lnTo>
                    <a:pt x="18033" y="5098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1" y="6333"/>
                  </a:lnTo>
                  <a:lnTo>
                    <a:pt x="16257" y="6681"/>
                  </a:lnTo>
                  <a:lnTo>
                    <a:pt x="15755" y="7028"/>
                  </a:lnTo>
                  <a:lnTo>
                    <a:pt x="15215" y="7299"/>
                  </a:lnTo>
                  <a:lnTo>
                    <a:pt x="14713" y="7569"/>
                  </a:lnTo>
                  <a:lnTo>
                    <a:pt x="14133" y="7801"/>
                  </a:lnTo>
                  <a:lnTo>
                    <a:pt x="13593" y="8032"/>
                  </a:lnTo>
                  <a:lnTo>
                    <a:pt x="13014" y="8187"/>
                  </a:lnTo>
                  <a:lnTo>
                    <a:pt x="12434" y="8341"/>
                  </a:lnTo>
                  <a:lnTo>
                    <a:pt x="11816" y="8457"/>
                  </a:lnTo>
                  <a:lnTo>
                    <a:pt x="11199" y="8534"/>
                  </a:lnTo>
                  <a:lnTo>
                    <a:pt x="10504" y="8612"/>
                  </a:lnTo>
                  <a:lnTo>
                    <a:pt x="9113" y="8612"/>
                  </a:lnTo>
                  <a:lnTo>
                    <a:pt x="8380" y="8534"/>
                  </a:lnTo>
                  <a:lnTo>
                    <a:pt x="7685" y="8418"/>
                  </a:lnTo>
                  <a:lnTo>
                    <a:pt x="6990" y="8303"/>
                  </a:lnTo>
                  <a:lnTo>
                    <a:pt x="6333" y="8110"/>
                  </a:lnTo>
                  <a:lnTo>
                    <a:pt x="5638" y="7878"/>
                  </a:lnTo>
                  <a:lnTo>
                    <a:pt x="5020" y="7608"/>
                  </a:lnTo>
                  <a:lnTo>
                    <a:pt x="4364" y="7260"/>
                  </a:lnTo>
                  <a:lnTo>
                    <a:pt x="3785" y="6913"/>
                  </a:lnTo>
                  <a:lnTo>
                    <a:pt x="3205" y="6488"/>
                  </a:lnTo>
                  <a:lnTo>
                    <a:pt x="2703" y="6063"/>
                  </a:lnTo>
                  <a:lnTo>
                    <a:pt x="2201" y="5561"/>
                  </a:lnTo>
                  <a:lnTo>
                    <a:pt x="1777" y="4982"/>
                  </a:lnTo>
                  <a:lnTo>
                    <a:pt x="1390" y="4403"/>
                  </a:lnTo>
                  <a:lnTo>
                    <a:pt x="1120" y="3901"/>
                  </a:lnTo>
                  <a:lnTo>
                    <a:pt x="850" y="3360"/>
                  </a:lnTo>
                  <a:lnTo>
                    <a:pt x="695" y="2858"/>
                  </a:lnTo>
                  <a:lnTo>
                    <a:pt x="541" y="2279"/>
                  </a:lnTo>
                  <a:lnTo>
                    <a:pt x="425" y="1738"/>
                  </a:lnTo>
                  <a:lnTo>
                    <a:pt x="386" y="1159"/>
                  </a:lnTo>
                  <a:lnTo>
                    <a:pt x="386" y="618"/>
                  </a:lnTo>
                  <a:lnTo>
                    <a:pt x="425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0" name="Google Shape;4240;p18"/>
            <p:cNvSpPr/>
            <p:nvPr/>
          </p:nvSpPr>
          <p:spPr>
            <a:xfrm>
              <a:off x="7229325" y="290815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1"/>
                  </a:moveTo>
                  <a:lnTo>
                    <a:pt x="3399" y="426"/>
                  </a:lnTo>
                  <a:lnTo>
                    <a:pt x="3785" y="619"/>
                  </a:lnTo>
                  <a:lnTo>
                    <a:pt x="4094" y="889"/>
                  </a:lnTo>
                  <a:lnTo>
                    <a:pt x="4364" y="1121"/>
                  </a:lnTo>
                  <a:lnTo>
                    <a:pt x="4635" y="1430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4" y="2434"/>
                  </a:lnTo>
                  <a:lnTo>
                    <a:pt x="5368" y="2820"/>
                  </a:lnTo>
                  <a:lnTo>
                    <a:pt x="5484" y="3206"/>
                  </a:lnTo>
                  <a:lnTo>
                    <a:pt x="5523" y="3592"/>
                  </a:lnTo>
                  <a:lnTo>
                    <a:pt x="5600" y="3978"/>
                  </a:lnTo>
                  <a:lnTo>
                    <a:pt x="5600" y="4403"/>
                  </a:lnTo>
                  <a:lnTo>
                    <a:pt x="5561" y="4789"/>
                  </a:lnTo>
                  <a:lnTo>
                    <a:pt x="5523" y="5214"/>
                  </a:lnTo>
                  <a:lnTo>
                    <a:pt x="5446" y="5600"/>
                  </a:lnTo>
                  <a:lnTo>
                    <a:pt x="5330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7"/>
                  </a:lnTo>
                  <a:lnTo>
                    <a:pt x="4210" y="8033"/>
                  </a:lnTo>
                  <a:lnTo>
                    <a:pt x="3940" y="8380"/>
                  </a:lnTo>
                  <a:lnTo>
                    <a:pt x="3631" y="8728"/>
                  </a:lnTo>
                  <a:lnTo>
                    <a:pt x="3283" y="9037"/>
                  </a:lnTo>
                  <a:lnTo>
                    <a:pt x="2936" y="9307"/>
                  </a:lnTo>
                  <a:lnTo>
                    <a:pt x="2549" y="9577"/>
                  </a:lnTo>
                  <a:lnTo>
                    <a:pt x="2163" y="9809"/>
                  </a:lnTo>
                  <a:lnTo>
                    <a:pt x="1739" y="10041"/>
                  </a:lnTo>
                  <a:lnTo>
                    <a:pt x="1314" y="10234"/>
                  </a:lnTo>
                  <a:lnTo>
                    <a:pt x="889" y="10388"/>
                  </a:lnTo>
                  <a:lnTo>
                    <a:pt x="464" y="10543"/>
                  </a:lnTo>
                  <a:lnTo>
                    <a:pt x="1" y="10658"/>
                  </a:lnTo>
                  <a:lnTo>
                    <a:pt x="78" y="11045"/>
                  </a:lnTo>
                  <a:lnTo>
                    <a:pt x="619" y="10967"/>
                  </a:lnTo>
                  <a:lnTo>
                    <a:pt x="1121" y="10813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5"/>
                  </a:lnTo>
                  <a:lnTo>
                    <a:pt x="3399" y="9616"/>
                  </a:lnTo>
                  <a:lnTo>
                    <a:pt x="3785" y="9268"/>
                  </a:lnTo>
                  <a:lnTo>
                    <a:pt x="4171" y="8921"/>
                  </a:lnTo>
                  <a:lnTo>
                    <a:pt x="4480" y="8535"/>
                  </a:lnTo>
                  <a:lnTo>
                    <a:pt x="4828" y="8110"/>
                  </a:lnTo>
                  <a:lnTo>
                    <a:pt x="5098" y="7685"/>
                  </a:lnTo>
                  <a:lnTo>
                    <a:pt x="5368" y="7222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55"/>
                  </a:lnTo>
                  <a:lnTo>
                    <a:pt x="6063" y="3631"/>
                  </a:lnTo>
                  <a:lnTo>
                    <a:pt x="5986" y="3244"/>
                  </a:lnTo>
                  <a:lnTo>
                    <a:pt x="5870" y="2820"/>
                  </a:lnTo>
                  <a:lnTo>
                    <a:pt x="5754" y="2434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7" y="1314"/>
                  </a:lnTo>
                  <a:lnTo>
                    <a:pt x="4905" y="1005"/>
                  </a:lnTo>
                  <a:lnTo>
                    <a:pt x="4596" y="696"/>
                  </a:lnTo>
                  <a:lnTo>
                    <a:pt x="4287" y="426"/>
                  </a:lnTo>
                  <a:lnTo>
                    <a:pt x="3940" y="194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1" name="Google Shape;4241;p18"/>
            <p:cNvSpPr/>
            <p:nvPr/>
          </p:nvSpPr>
          <p:spPr>
            <a:xfrm>
              <a:off x="1734450" y="2911050"/>
              <a:ext cx="35725" cy="29000"/>
            </a:xfrm>
            <a:custGeom>
              <a:avLst/>
              <a:gdLst/>
              <a:ahLst/>
              <a:cxnLst/>
              <a:rect l="l" t="t" r="r" b="b"/>
              <a:pathLst>
                <a:path w="1429" h="1160" extrusionOk="0">
                  <a:moveTo>
                    <a:pt x="502" y="1"/>
                  </a:moveTo>
                  <a:lnTo>
                    <a:pt x="309" y="116"/>
                  </a:lnTo>
                  <a:lnTo>
                    <a:pt x="193" y="232"/>
                  </a:lnTo>
                  <a:lnTo>
                    <a:pt x="77" y="387"/>
                  </a:lnTo>
                  <a:lnTo>
                    <a:pt x="39" y="541"/>
                  </a:lnTo>
                  <a:lnTo>
                    <a:pt x="0" y="734"/>
                  </a:lnTo>
                  <a:lnTo>
                    <a:pt x="39" y="927"/>
                  </a:lnTo>
                  <a:lnTo>
                    <a:pt x="116" y="1082"/>
                  </a:lnTo>
                  <a:lnTo>
                    <a:pt x="193" y="1159"/>
                  </a:lnTo>
                  <a:lnTo>
                    <a:pt x="348" y="1159"/>
                  </a:lnTo>
                  <a:lnTo>
                    <a:pt x="425" y="1043"/>
                  </a:lnTo>
                  <a:lnTo>
                    <a:pt x="425" y="1005"/>
                  </a:lnTo>
                  <a:lnTo>
                    <a:pt x="386" y="927"/>
                  </a:lnTo>
                  <a:lnTo>
                    <a:pt x="386" y="850"/>
                  </a:lnTo>
                  <a:lnTo>
                    <a:pt x="348" y="773"/>
                  </a:lnTo>
                  <a:lnTo>
                    <a:pt x="425" y="580"/>
                  </a:lnTo>
                  <a:lnTo>
                    <a:pt x="541" y="425"/>
                  </a:lnTo>
                  <a:lnTo>
                    <a:pt x="618" y="387"/>
                  </a:lnTo>
                  <a:lnTo>
                    <a:pt x="772" y="387"/>
                  </a:lnTo>
                  <a:lnTo>
                    <a:pt x="850" y="425"/>
                  </a:lnTo>
                  <a:lnTo>
                    <a:pt x="965" y="580"/>
                  </a:lnTo>
                  <a:lnTo>
                    <a:pt x="1004" y="657"/>
                  </a:lnTo>
                  <a:lnTo>
                    <a:pt x="1004" y="734"/>
                  </a:lnTo>
                  <a:lnTo>
                    <a:pt x="965" y="927"/>
                  </a:lnTo>
                  <a:lnTo>
                    <a:pt x="965" y="1005"/>
                  </a:lnTo>
                  <a:lnTo>
                    <a:pt x="965" y="1082"/>
                  </a:lnTo>
                  <a:lnTo>
                    <a:pt x="1004" y="1120"/>
                  </a:lnTo>
                  <a:lnTo>
                    <a:pt x="1081" y="1159"/>
                  </a:lnTo>
                  <a:lnTo>
                    <a:pt x="1197" y="1159"/>
                  </a:lnTo>
                  <a:lnTo>
                    <a:pt x="1274" y="1120"/>
                  </a:lnTo>
                  <a:lnTo>
                    <a:pt x="1313" y="1082"/>
                  </a:lnTo>
                  <a:lnTo>
                    <a:pt x="1390" y="889"/>
                  </a:lnTo>
                  <a:lnTo>
                    <a:pt x="1429" y="734"/>
                  </a:lnTo>
                  <a:lnTo>
                    <a:pt x="1390" y="541"/>
                  </a:lnTo>
                  <a:lnTo>
                    <a:pt x="1313" y="348"/>
                  </a:lnTo>
                  <a:lnTo>
                    <a:pt x="1197" y="194"/>
                  </a:lnTo>
                  <a:lnTo>
                    <a:pt x="1043" y="78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2" name="Google Shape;4242;p18"/>
            <p:cNvSpPr/>
            <p:nvPr/>
          </p:nvSpPr>
          <p:spPr>
            <a:xfrm>
              <a:off x="6320925" y="2913950"/>
              <a:ext cx="315700" cy="477875"/>
            </a:xfrm>
            <a:custGeom>
              <a:avLst/>
              <a:gdLst/>
              <a:ahLst/>
              <a:cxnLst/>
              <a:rect l="l" t="t" r="r" b="b"/>
              <a:pathLst>
                <a:path w="12628" h="19115" extrusionOk="0">
                  <a:moveTo>
                    <a:pt x="1004" y="618"/>
                  </a:moveTo>
                  <a:lnTo>
                    <a:pt x="1661" y="850"/>
                  </a:lnTo>
                  <a:lnTo>
                    <a:pt x="2317" y="1120"/>
                  </a:lnTo>
                  <a:lnTo>
                    <a:pt x="2742" y="1352"/>
                  </a:lnTo>
                  <a:lnTo>
                    <a:pt x="3167" y="1584"/>
                  </a:lnTo>
                  <a:lnTo>
                    <a:pt x="3321" y="1700"/>
                  </a:lnTo>
                  <a:lnTo>
                    <a:pt x="3476" y="1854"/>
                  </a:lnTo>
                  <a:lnTo>
                    <a:pt x="3669" y="2124"/>
                  </a:lnTo>
                  <a:lnTo>
                    <a:pt x="3862" y="2472"/>
                  </a:lnTo>
                  <a:lnTo>
                    <a:pt x="4016" y="2819"/>
                  </a:lnTo>
                  <a:lnTo>
                    <a:pt x="5677" y="6797"/>
                  </a:lnTo>
                  <a:lnTo>
                    <a:pt x="9075" y="15022"/>
                  </a:lnTo>
                  <a:lnTo>
                    <a:pt x="9152" y="15099"/>
                  </a:lnTo>
                  <a:lnTo>
                    <a:pt x="9191" y="15137"/>
                  </a:lnTo>
                  <a:lnTo>
                    <a:pt x="9345" y="15137"/>
                  </a:lnTo>
                  <a:lnTo>
                    <a:pt x="8920" y="15369"/>
                  </a:lnTo>
                  <a:lnTo>
                    <a:pt x="7955" y="13516"/>
                  </a:lnTo>
                  <a:lnTo>
                    <a:pt x="6990" y="11662"/>
                  </a:lnTo>
                  <a:lnTo>
                    <a:pt x="5020" y="7955"/>
                  </a:lnTo>
                  <a:lnTo>
                    <a:pt x="3012" y="4287"/>
                  </a:lnTo>
                  <a:lnTo>
                    <a:pt x="1004" y="618"/>
                  </a:lnTo>
                  <a:close/>
                  <a:moveTo>
                    <a:pt x="657" y="502"/>
                  </a:moveTo>
                  <a:lnTo>
                    <a:pt x="657" y="541"/>
                  </a:lnTo>
                  <a:lnTo>
                    <a:pt x="4673" y="8032"/>
                  </a:lnTo>
                  <a:lnTo>
                    <a:pt x="6719" y="11739"/>
                  </a:lnTo>
                  <a:lnTo>
                    <a:pt x="7762" y="13593"/>
                  </a:lnTo>
                  <a:lnTo>
                    <a:pt x="8804" y="15446"/>
                  </a:lnTo>
                  <a:lnTo>
                    <a:pt x="8650" y="15524"/>
                  </a:lnTo>
                  <a:lnTo>
                    <a:pt x="7414" y="13747"/>
                  </a:lnTo>
                  <a:lnTo>
                    <a:pt x="6179" y="12010"/>
                  </a:lnTo>
                  <a:lnTo>
                    <a:pt x="3591" y="8534"/>
                  </a:lnTo>
                  <a:lnTo>
                    <a:pt x="2317" y="6758"/>
                  </a:lnTo>
                  <a:lnTo>
                    <a:pt x="1004" y="4943"/>
                  </a:lnTo>
                  <a:lnTo>
                    <a:pt x="850" y="4711"/>
                  </a:lnTo>
                  <a:lnTo>
                    <a:pt x="734" y="4480"/>
                  </a:lnTo>
                  <a:lnTo>
                    <a:pt x="618" y="4209"/>
                  </a:lnTo>
                  <a:lnTo>
                    <a:pt x="541" y="3939"/>
                  </a:lnTo>
                  <a:lnTo>
                    <a:pt x="464" y="3399"/>
                  </a:lnTo>
                  <a:lnTo>
                    <a:pt x="425" y="2819"/>
                  </a:lnTo>
                  <a:lnTo>
                    <a:pt x="464" y="2240"/>
                  </a:lnTo>
                  <a:lnTo>
                    <a:pt x="502" y="1661"/>
                  </a:lnTo>
                  <a:lnTo>
                    <a:pt x="657" y="502"/>
                  </a:lnTo>
                  <a:close/>
                  <a:moveTo>
                    <a:pt x="11508" y="12280"/>
                  </a:moveTo>
                  <a:lnTo>
                    <a:pt x="11662" y="12357"/>
                  </a:lnTo>
                  <a:lnTo>
                    <a:pt x="11816" y="12434"/>
                  </a:lnTo>
                  <a:lnTo>
                    <a:pt x="12164" y="12859"/>
                  </a:lnTo>
                  <a:lnTo>
                    <a:pt x="12241" y="13052"/>
                  </a:lnTo>
                  <a:lnTo>
                    <a:pt x="12280" y="13245"/>
                  </a:lnTo>
                  <a:lnTo>
                    <a:pt x="12241" y="13438"/>
                  </a:lnTo>
                  <a:lnTo>
                    <a:pt x="12203" y="13631"/>
                  </a:lnTo>
                  <a:lnTo>
                    <a:pt x="12048" y="14018"/>
                  </a:lnTo>
                  <a:lnTo>
                    <a:pt x="11855" y="14365"/>
                  </a:lnTo>
                  <a:lnTo>
                    <a:pt x="11508" y="14790"/>
                  </a:lnTo>
                  <a:lnTo>
                    <a:pt x="11121" y="15176"/>
                  </a:lnTo>
                  <a:lnTo>
                    <a:pt x="10697" y="15524"/>
                  </a:lnTo>
                  <a:lnTo>
                    <a:pt x="10272" y="15871"/>
                  </a:lnTo>
                  <a:lnTo>
                    <a:pt x="10156" y="15871"/>
                  </a:lnTo>
                  <a:lnTo>
                    <a:pt x="10117" y="15987"/>
                  </a:lnTo>
                  <a:lnTo>
                    <a:pt x="9770" y="16180"/>
                  </a:lnTo>
                  <a:lnTo>
                    <a:pt x="9113" y="16605"/>
                  </a:lnTo>
                  <a:lnTo>
                    <a:pt x="8457" y="16952"/>
                  </a:lnTo>
                  <a:lnTo>
                    <a:pt x="7723" y="17261"/>
                  </a:lnTo>
                  <a:lnTo>
                    <a:pt x="6990" y="17493"/>
                  </a:lnTo>
                  <a:lnTo>
                    <a:pt x="6642" y="17609"/>
                  </a:lnTo>
                  <a:lnTo>
                    <a:pt x="6294" y="17647"/>
                  </a:lnTo>
                  <a:lnTo>
                    <a:pt x="5754" y="17647"/>
                  </a:lnTo>
                  <a:lnTo>
                    <a:pt x="5561" y="17570"/>
                  </a:lnTo>
                  <a:lnTo>
                    <a:pt x="5445" y="17493"/>
                  </a:lnTo>
                  <a:lnTo>
                    <a:pt x="5329" y="17416"/>
                  </a:lnTo>
                  <a:lnTo>
                    <a:pt x="5097" y="17184"/>
                  </a:lnTo>
                  <a:lnTo>
                    <a:pt x="4982" y="16875"/>
                  </a:lnTo>
                  <a:lnTo>
                    <a:pt x="4904" y="16605"/>
                  </a:lnTo>
                  <a:lnTo>
                    <a:pt x="4943" y="16412"/>
                  </a:lnTo>
                  <a:lnTo>
                    <a:pt x="4982" y="16219"/>
                  </a:lnTo>
                  <a:lnTo>
                    <a:pt x="5059" y="16064"/>
                  </a:lnTo>
                  <a:lnTo>
                    <a:pt x="5175" y="15948"/>
                  </a:lnTo>
                  <a:lnTo>
                    <a:pt x="5291" y="15833"/>
                  </a:lnTo>
                  <a:lnTo>
                    <a:pt x="5406" y="15755"/>
                  </a:lnTo>
                  <a:lnTo>
                    <a:pt x="5522" y="15717"/>
                  </a:lnTo>
                  <a:lnTo>
                    <a:pt x="5638" y="15755"/>
                  </a:lnTo>
                  <a:lnTo>
                    <a:pt x="5793" y="15833"/>
                  </a:lnTo>
                  <a:lnTo>
                    <a:pt x="5947" y="15948"/>
                  </a:lnTo>
                  <a:lnTo>
                    <a:pt x="6063" y="16141"/>
                  </a:lnTo>
                  <a:lnTo>
                    <a:pt x="6256" y="16373"/>
                  </a:lnTo>
                  <a:lnTo>
                    <a:pt x="6101" y="16412"/>
                  </a:lnTo>
                  <a:lnTo>
                    <a:pt x="6024" y="16450"/>
                  </a:lnTo>
                  <a:lnTo>
                    <a:pt x="6024" y="16566"/>
                  </a:lnTo>
                  <a:lnTo>
                    <a:pt x="6063" y="16643"/>
                  </a:lnTo>
                  <a:lnTo>
                    <a:pt x="6140" y="16643"/>
                  </a:lnTo>
                  <a:lnTo>
                    <a:pt x="6912" y="16566"/>
                  </a:lnTo>
                  <a:lnTo>
                    <a:pt x="7685" y="16373"/>
                  </a:lnTo>
                  <a:lnTo>
                    <a:pt x="8496" y="16064"/>
                  </a:lnTo>
                  <a:lnTo>
                    <a:pt x="9229" y="15717"/>
                  </a:lnTo>
                  <a:lnTo>
                    <a:pt x="9615" y="15485"/>
                  </a:lnTo>
                  <a:lnTo>
                    <a:pt x="9963" y="15253"/>
                  </a:lnTo>
                  <a:lnTo>
                    <a:pt x="10272" y="15022"/>
                  </a:lnTo>
                  <a:lnTo>
                    <a:pt x="10581" y="14751"/>
                  </a:lnTo>
                  <a:lnTo>
                    <a:pt x="10890" y="14481"/>
                  </a:lnTo>
                  <a:lnTo>
                    <a:pt x="11121" y="14172"/>
                  </a:lnTo>
                  <a:lnTo>
                    <a:pt x="11353" y="13825"/>
                  </a:lnTo>
                  <a:lnTo>
                    <a:pt x="11546" y="13516"/>
                  </a:lnTo>
                  <a:lnTo>
                    <a:pt x="11546" y="13438"/>
                  </a:lnTo>
                  <a:lnTo>
                    <a:pt x="11546" y="13361"/>
                  </a:lnTo>
                  <a:lnTo>
                    <a:pt x="11508" y="13284"/>
                  </a:lnTo>
                  <a:lnTo>
                    <a:pt x="11430" y="13245"/>
                  </a:lnTo>
                  <a:lnTo>
                    <a:pt x="11237" y="13245"/>
                  </a:lnTo>
                  <a:lnTo>
                    <a:pt x="11160" y="13323"/>
                  </a:lnTo>
                  <a:lnTo>
                    <a:pt x="10967" y="13670"/>
                  </a:lnTo>
                  <a:lnTo>
                    <a:pt x="10774" y="13554"/>
                  </a:lnTo>
                  <a:lnTo>
                    <a:pt x="10658" y="13438"/>
                  </a:lnTo>
                  <a:lnTo>
                    <a:pt x="10619" y="13284"/>
                  </a:lnTo>
                  <a:lnTo>
                    <a:pt x="10581" y="13168"/>
                  </a:lnTo>
                  <a:lnTo>
                    <a:pt x="10619" y="13014"/>
                  </a:lnTo>
                  <a:lnTo>
                    <a:pt x="10658" y="12859"/>
                  </a:lnTo>
                  <a:lnTo>
                    <a:pt x="10851" y="12627"/>
                  </a:lnTo>
                  <a:lnTo>
                    <a:pt x="10928" y="12473"/>
                  </a:lnTo>
                  <a:lnTo>
                    <a:pt x="11044" y="12357"/>
                  </a:lnTo>
                  <a:lnTo>
                    <a:pt x="11121" y="12319"/>
                  </a:lnTo>
                  <a:lnTo>
                    <a:pt x="11237" y="12280"/>
                  </a:lnTo>
                  <a:close/>
                  <a:moveTo>
                    <a:pt x="425" y="0"/>
                  </a:moveTo>
                  <a:lnTo>
                    <a:pt x="348" y="39"/>
                  </a:lnTo>
                  <a:lnTo>
                    <a:pt x="271" y="116"/>
                  </a:lnTo>
                  <a:lnTo>
                    <a:pt x="232" y="194"/>
                  </a:lnTo>
                  <a:lnTo>
                    <a:pt x="78" y="2588"/>
                  </a:lnTo>
                  <a:lnTo>
                    <a:pt x="39" y="3012"/>
                  </a:lnTo>
                  <a:lnTo>
                    <a:pt x="0" y="3476"/>
                  </a:lnTo>
                  <a:lnTo>
                    <a:pt x="39" y="3901"/>
                  </a:lnTo>
                  <a:lnTo>
                    <a:pt x="116" y="4325"/>
                  </a:lnTo>
                  <a:lnTo>
                    <a:pt x="232" y="4518"/>
                  </a:lnTo>
                  <a:lnTo>
                    <a:pt x="348" y="4750"/>
                  </a:lnTo>
                  <a:lnTo>
                    <a:pt x="618" y="5175"/>
                  </a:lnTo>
                  <a:lnTo>
                    <a:pt x="1236" y="5986"/>
                  </a:lnTo>
                  <a:lnTo>
                    <a:pt x="2665" y="7955"/>
                  </a:lnTo>
                  <a:lnTo>
                    <a:pt x="5445" y="11817"/>
                  </a:lnTo>
                  <a:lnTo>
                    <a:pt x="6874" y="13747"/>
                  </a:lnTo>
                  <a:lnTo>
                    <a:pt x="8341" y="15639"/>
                  </a:lnTo>
                  <a:lnTo>
                    <a:pt x="7492" y="15987"/>
                  </a:lnTo>
                  <a:lnTo>
                    <a:pt x="6642" y="16257"/>
                  </a:lnTo>
                  <a:lnTo>
                    <a:pt x="6642" y="16257"/>
                  </a:lnTo>
                  <a:lnTo>
                    <a:pt x="6681" y="16103"/>
                  </a:lnTo>
                  <a:lnTo>
                    <a:pt x="6681" y="15948"/>
                  </a:lnTo>
                  <a:lnTo>
                    <a:pt x="6642" y="15755"/>
                  </a:lnTo>
                  <a:lnTo>
                    <a:pt x="6565" y="15639"/>
                  </a:lnTo>
                  <a:lnTo>
                    <a:pt x="6488" y="15485"/>
                  </a:lnTo>
                  <a:lnTo>
                    <a:pt x="6333" y="15369"/>
                  </a:lnTo>
                  <a:lnTo>
                    <a:pt x="6179" y="15292"/>
                  </a:lnTo>
                  <a:lnTo>
                    <a:pt x="6024" y="15253"/>
                  </a:lnTo>
                  <a:lnTo>
                    <a:pt x="5715" y="15253"/>
                  </a:lnTo>
                  <a:lnTo>
                    <a:pt x="5484" y="15292"/>
                  </a:lnTo>
                  <a:lnTo>
                    <a:pt x="5213" y="15408"/>
                  </a:lnTo>
                  <a:lnTo>
                    <a:pt x="5020" y="15601"/>
                  </a:lnTo>
                  <a:lnTo>
                    <a:pt x="4827" y="15794"/>
                  </a:lnTo>
                  <a:lnTo>
                    <a:pt x="4711" y="16026"/>
                  </a:lnTo>
                  <a:lnTo>
                    <a:pt x="4595" y="16296"/>
                  </a:lnTo>
                  <a:lnTo>
                    <a:pt x="4595" y="16566"/>
                  </a:lnTo>
                  <a:lnTo>
                    <a:pt x="4634" y="16991"/>
                  </a:lnTo>
                  <a:lnTo>
                    <a:pt x="4750" y="17300"/>
                  </a:lnTo>
                  <a:lnTo>
                    <a:pt x="4904" y="17532"/>
                  </a:lnTo>
                  <a:lnTo>
                    <a:pt x="5097" y="17725"/>
                  </a:lnTo>
                  <a:lnTo>
                    <a:pt x="5368" y="17840"/>
                  </a:lnTo>
                  <a:lnTo>
                    <a:pt x="5677" y="17918"/>
                  </a:lnTo>
                  <a:lnTo>
                    <a:pt x="6024" y="17956"/>
                  </a:lnTo>
                  <a:lnTo>
                    <a:pt x="6372" y="17918"/>
                  </a:lnTo>
                  <a:lnTo>
                    <a:pt x="6719" y="17840"/>
                  </a:lnTo>
                  <a:lnTo>
                    <a:pt x="7105" y="17763"/>
                  </a:lnTo>
                  <a:lnTo>
                    <a:pt x="7878" y="17532"/>
                  </a:lnTo>
                  <a:lnTo>
                    <a:pt x="8573" y="17223"/>
                  </a:lnTo>
                  <a:lnTo>
                    <a:pt x="9152" y="16952"/>
                  </a:lnTo>
                  <a:lnTo>
                    <a:pt x="9229" y="16875"/>
                  </a:lnTo>
                  <a:lnTo>
                    <a:pt x="9461" y="16759"/>
                  </a:lnTo>
                  <a:lnTo>
                    <a:pt x="10233" y="16257"/>
                  </a:lnTo>
                  <a:lnTo>
                    <a:pt x="10812" y="17107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5"/>
                  </a:lnTo>
                  <a:lnTo>
                    <a:pt x="12280" y="19038"/>
                  </a:lnTo>
                  <a:lnTo>
                    <a:pt x="12203" y="18883"/>
                  </a:lnTo>
                  <a:lnTo>
                    <a:pt x="11816" y="18149"/>
                  </a:lnTo>
                  <a:lnTo>
                    <a:pt x="11392" y="17454"/>
                  </a:lnTo>
                  <a:lnTo>
                    <a:pt x="10928" y="16759"/>
                  </a:lnTo>
                  <a:lnTo>
                    <a:pt x="10465" y="16103"/>
                  </a:lnTo>
                  <a:lnTo>
                    <a:pt x="10967" y="15717"/>
                  </a:lnTo>
                  <a:lnTo>
                    <a:pt x="11469" y="15253"/>
                  </a:lnTo>
                  <a:lnTo>
                    <a:pt x="11894" y="14790"/>
                  </a:lnTo>
                  <a:lnTo>
                    <a:pt x="12125" y="14558"/>
                  </a:lnTo>
                  <a:lnTo>
                    <a:pt x="12280" y="14288"/>
                  </a:lnTo>
                  <a:lnTo>
                    <a:pt x="12434" y="14056"/>
                  </a:lnTo>
                  <a:lnTo>
                    <a:pt x="12511" y="13786"/>
                  </a:lnTo>
                  <a:lnTo>
                    <a:pt x="12589" y="13554"/>
                  </a:lnTo>
                  <a:lnTo>
                    <a:pt x="12627" y="13284"/>
                  </a:lnTo>
                  <a:lnTo>
                    <a:pt x="12589" y="13052"/>
                  </a:lnTo>
                  <a:lnTo>
                    <a:pt x="12511" y="12821"/>
                  </a:lnTo>
                  <a:lnTo>
                    <a:pt x="12357" y="12589"/>
                  </a:lnTo>
                  <a:lnTo>
                    <a:pt x="12164" y="12357"/>
                  </a:lnTo>
                  <a:lnTo>
                    <a:pt x="11971" y="12203"/>
                  </a:lnTo>
                  <a:lnTo>
                    <a:pt x="11739" y="12087"/>
                  </a:lnTo>
                  <a:lnTo>
                    <a:pt x="11469" y="12010"/>
                  </a:lnTo>
                  <a:lnTo>
                    <a:pt x="11237" y="12010"/>
                  </a:lnTo>
                  <a:lnTo>
                    <a:pt x="10967" y="12048"/>
                  </a:lnTo>
                  <a:lnTo>
                    <a:pt x="10735" y="12126"/>
                  </a:lnTo>
                  <a:lnTo>
                    <a:pt x="10542" y="12280"/>
                  </a:lnTo>
                  <a:lnTo>
                    <a:pt x="10388" y="12512"/>
                  </a:lnTo>
                  <a:lnTo>
                    <a:pt x="10310" y="12705"/>
                  </a:lnTo>
                  <a:lnTo>
                    <a:pt x="10272" y="12898"/>
                  </a:lnTo>
                  <a:lnTo>
                    <a:pt x="10272" y="13091"/>
                  </a:lnTo>
                  <a:lnTo>
                    <a:pt x="10310" y="13284"/>
                  </a:lnTo>
                  <a:lnTo>
                    <a:pt x="10388" y="13477"/>
                  </a:lnTo>
                  <a:lnTo>
                    <a:pt x="10504" y="13631"/>
                  </a:lnTo>
                  <a:lnTo>
                    <a:pt x="10619" y="13786"/>
                  </a:lnTo>
                  <a:lnTo>
                    <a:pt x="10812" y="13902"/>
                  </a:lnTo>
                  <a:lnTo>
                    <a:pt x="10504" y="14249"/>
                  </a:lnTo>
                  <a:lnTo>
                    <a:pt x="10156" y="14597"/>
                  </a:lnTo>
                  <a:lnTo>
                    <a:pt x="9770" y="14867"/>
                  </a:lnTo>
                  <a:lnTo>
                    <a:pt x="9430" y="15083"/>
                  </a:lnTo>
                  <a:lnTo>
                    <a:pt x="9461" y="15022"/>
                  </a:lnTo>
                  <a:lnTo>
                    <a:pt x="9500" y="14944"/>
                  </a:lnTo>
                  <a:lnTo>
                    <a:pt x="9461" y="14829"/>
                  </a:lnTo>
                  <a:lnTo>
                    <a:pt x="5715" y="5754"/>
                  </a:lnTo>
                  <a:lnTo>
                    <a:pt x="4789" y="3476"/>
                  </a:lnTo>
                  <a:lnTo>
                    <a:pt x="4364" y="2472"/>
                  </a:lnTo>
                  <a:lnTo>
                    <a:pt x="4132" y="1970"/>
                  </a:lnTo>
                  <a:lnTo>
                    <a:pt x="3978" y="1738"/>
                  </a:lnTo>
                  <a:lnTo>
                    <a:pt x="3823" y="1545"/>
                  </a:lnTo>
                  <a:lnTo>
                    <a:pt x="3514" y="1236"/>
                  </a:lnTo>
                  <a:lnTo>
                    <a:pt x="3128" y="966"/>
                  </a:lnTo>
                  <a:lnTo>
                    <a:pt x="2742" y="773"/>
                  </a:lnTo>
                  <a:lnTo>
                    <a:pt x="2279" y="541"/>
                  </a:lnTo>
                  <a:lnTo>
                    <a:pt x="1815" y="387"/>
                  </a:lnTo>
                  <a:lnTo>
                    <a:pt x="1390" y="232"/>
                  </a:lnTo>
                  <a:lnTo>
                    <a:pt x="54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3" name="Google Shape;4243;p18"/>
            <p:cNvSpPr/>
            <p:nvPr/>
          </p:nvSpPr>
          <p:spPr>
            <a:xfrm>
              <a:off x="1681350" y="2914925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0"/>
                  </a:moveTo>
                  <a:lnTo>
                    <a:pt x="425" y="39"/>
                  </a:lnTo>
                  <a:lnTo>
                    <a:pt x="232" y="116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1"/>
                  </a:lnTo>
                  <a:lnTo>
                    <a:pt x="77" y="965"/>
                  </a:lnTo>
                  <a:lnTo>
                    <a:pt x="232" y="1081"/>
                  </a:lnTo>
                  <a:lnTo>
                    <a:pt x="386" y="1197"/>
                  </a:lnTo>
                  <a:lnTo>
                    <a:pt x="464" y="1197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4" y="1004"/>
                  </a:lnTo>
                  <a:lnTo>
                    <a:pt x="386" y="927"/>
                  </a:lnTo>
                  <a:lnTo>
                    <a:pt x="348" y="811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6" y="502"/>
                  </a:lnTo>
                  <a:lnTo>
                    <a:pt x="464" y="463"/>
                  </a:lnTo>
                  <a:lnTo>
                    <a:pt x="541" y="386"/>
                  </a:lnTo>
                  <a:lnTo>
                    <a:pt x="773" y="386"/>
                  </a:lnTo>
                  <a:lnTo>
                    <a:pt x="850" y="463"/>
                  </a:lnTo>
                  <a:lnTo>
                    <a:pt x="927" y="541"/>
                  </a:lnTo>
                  <a:lnTo>
                    <a:pt x="966" y="657"/>
                  </a:lnTo>
                  <a:lnTo>
                    <a:pt x="1004" y="850"/>
                  </a:lnTo>
                  <a:lnTo>
                    <a:pt x="1043" y="965"/>
                  </a:lnTo>
                  <a:lnTo>
                    <a:pt x="1081" y="1043"/>
                  </a:lnTo>
                  <a:lnTo>
                    <a:pt x="1159" y="1081"/>
                  </a:lnTo>
                  <a:lnTo>
                    <a:pt x="1197" y="1081"/>
                  </a:lnTo>
                  <a:lnTo>
                    <a:pt x="1275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5" y="386"/>
                  </a:lnTo>
                  <a:lnTo>
                    <a:pt x="1159" y="232"/>
                  </a:lnTo>
                  <a:lnTo>
                    <a:pt x="1004" y="77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4" name="Google Shape;4244;p18"/>
            <p:cNvSpPr/>
            <p:nvPr/>
          </p:nvSpPr>
          <p:spPr>
            <a:xfrm>
              <a:off x="3785850" y="2943875"/>
              <a:ext cx="199850" cy="231725"/>
            </a:xfrm>
            <a:custGeom>
              <a:avLst/>
              <a:gdLst/>
              <a:ahLst/>
              <a:cxnLst/>
              <a:rect l="l" t="t" r="r" b="b"/>
              <a:pathLst>
                <a:path w="7994" h="9269" extrusionOk="0">
                  <a:moveTo>
                    <a:pt x="2163" y="1"/>
                  </a:moveTo>
                  <a:lnTo>
                    <a:pt x="2009" y="39"/>
                  </a:lnTo>
                  <a:lnTo>
                    <a:pt x="1854" y="78"/>
                  </a:lnTo>
                  <a:lnTo>
                    <a:pt x="1700" y="194"/>
                  </a:lnTo>
                  <a:lnTo>
                    <a:pt x="1429" y="425"/>
                  </a:lnTo>
                  <a:lnTo>
                    <a:pt x="1159" y="734"/>
                  </a:lnTo>
                  <a:lnTo>
                    <a:pt x="966" y="1005"/>
                  </a:lnTo>
                  <a:lnTo>
                    <a:pt x="696" y="1391"/>
                  </a:lnTo>
                  <a:lnTo>
                    <a:pt x="503" y="1777"/>
                  </a:lnTo>
                  <a:lnTo>
                    <a:pt x="310" y="2163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1" y="3514"/>
                  </a:lnTo>
                  <a:lnTo>
                    <a:pt x="1" y="3978"/>
                  </a:lnTo>
                  <a:lnTo>
                    <a:pt x="39" y="4441"/>
                  </a:lnTo>
                  <a:lnTo>
                    <a:pt x="155" y="4905"/>
                  </a:lnTo>
                  <a:lnTo>
                    <a:pt x="271" y="5368"/>
                  </a:lnTo>
                  <a:lnTo>
                    <a:pt x="464" y="5793"/>
                  </a:lnTo>
                  <a:lnTo>
                    <a:pt x="696" y="6218"/>
                  </a:lnTo>
                  <a:lnTo>
                    <a:pt x="1005" y="6179"/>
                  </a:lnTo>
                  <a:lnTo>
                    <a:pt x="850" y="5870"/>
                  </a:lnTo>
                  <a:lnTo>
                    <a:pt x="734" y="5522"/>
                  </a:lnTo>
                  <a:lnTo>
                    <a:pt x="618" y="5175"/>
                  </a:lnTo>
                  <a:lnTo>
                    <a:pt x="541" y="4789"/>
                  </a:lnTo>
                  <a:lnTo>
                    <a:pt x="503" y="4441"/>
                  </a:lnTo>
                  <a:lnTo>
                    <a:pt x="464" y="4055"/>
                  </a:lnTo>
                  <a:lnTo>
                    <a:pt x="464" y="3708"/>
                  </a:lnTo>
                  <a:lnTo>
                    <a:pt x="464" y="3360"/>
                  </a:lnTo>
                  <a:lnTo>
                    <a:pt x="503" y="2974"/>
                  </a:lnTo>
                  <a:lnTo>
                    <a:pt x="580" y="2626"/>
                  </a:lnTo>
                  <a:lnTo>
                    <a:pt x="696" y="2279"/>
                  </a:lnTo>
                  <a:lnTo>
                    <a:pt x="850" y="1931"/>
                  </a:lnTo>
                  <a:lnTo>
                    <a:pt x="1005" y="1622"/>
                  </a:lnTo>
                  <a:lnTo>
                    <a:pt x="1236" y="1313"/>
                  </a:lnTo>
                  <a:lnTo>
                    <a:pt x="1468" y="1043"/>
                  </a:lnTo>
                  <a:lnTo>
                    <a:pt x="1738" y="773"/>
                  </a:lnTo>
                  <a:lnTo>
                    <a:pt x="1970" y="580"/>
                  </a:lnTo>
                  <a:lnTo>
                    <a:pt x="2086" y="503"/>
                  </a:lnTo>
                  <a:lnTo>
                    <a:pt x="2202" y="503"/>
                  </a:lnTo>
                  <a:lnTo>
                    <a:pt x="2279" y="618"/>
                  </a:lnTo>
                  <a:lnTo>
                    <a:pt x="2395" y="850"/>
                  </a:lnTo>
                  <a:lnTo>
                    <a:pt x="2588" y="1236"/>
                  </a:lnTo>
                  <a:lnTo>
                    <a:pt x="2742" y="1584"/>
                  </a:lnTo>
                  <a:lnTo>
                    <a:pt x="2858" y="1970"/>
                  </a:lnTo>
                  <a:lnTo>
                    <a:pt x="2974" y="2356"/>
                  </a:lnTo>
                  <a:lnTo>
                    <a:pt x="3051" y="2742"/>
                  </a:lnTo>
                  <a:lnTo>
                    <a:pt x="3090" y="3090"/>
                  </a:lnTo>
                  <a:lnTo>
                    <a:pt x="3090" y="3476"/>
                  </a:lnTo>
                  <a:lnTo>
                    <a:pt x="3051" y="3823"/>
                  </a:lnTo>
                  <a:lnTo>
                    <a:pt x="2974" y="4171"/>
                  </a:lnTo>
                  <a:lnTo>
                    <a:pt x="2897" y="4480"/>
                  </a:lnTo>
                  <a:lnTo>
                    <a:pt x="2742" y="4827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61"/>
                  </a:lnTo>
                  <a:lnTo>
                    <a:pt x="2395" y="5638"/>
                  </a:lnTo>
                  <a:lnTo>
                    <a:pt x="2356" y="5716"/>
                  </a:lnTo>
                  <a:lnTo>
                    <a:pt x="2356" y="5754"/>
                  </a:lnTo>
                  <a:lnTo>
                    <a:pt x="2356" y="5793"/>
                  </a:lnTo>
                  <a:lnTo>
                    <a:pt x="2395" y="5831"/>
                  </a:lnTo>
                  <a:lnTo>
                    <a:pt x="2433" y="5793"/>
                  </a:lnTo>
                  <a:lnTo>
                    <a:pt x="2626" y="5754"/>
                  </a:lnTo>
                  <a:lnTo>
                    <a:pt x="2781" y="5716"/>
                  </a:lnTo>
                  <a:lnTo>
                    <a:pt x="3167" y="5677"/>
                  </a:lnTo>
                  <a:lnTo>
                    <a:pt x="3592" y="5716"/>
                  </a:lnTo>
                  <a:lnTo>
                    <a:pt x="4017" y="5831"/>
                  </a:lnTo>
                  <a:lnTo>
                    <a:pt x="4441" y="5947"/>
                  </a:lnTo>
                  <a:lnTo>
                    <a:pt x="4827" y="6102"/>
                  </a:lnTo>
                  <a:lnTo>
                    <a:pt x="5214" y="6295"/>
                  </a:lnTo>
                  <a:lnTo>
                    <a:pt x="5523" y="6449"/>
                  </a:lnTo>
                  <a:lnTo>
                    <a:pt x="5831" y="6642"/>
                  </a:lnTo>
                  <a:lnTo>
                    <a:pt x="6140" y="6874"/>
                  </a:lnTo>
                  <a:lnTo>
                    <a:pt x="6411" y="7106"/>
                  </a:lnTo>
                  <a:lnTo>
                    <a:pt x="6681" y="7337"/>
                  </a:lnTo>
                  <a:lnTo>
                    <a:pt x="6913" y="7646"/>
                  </a:lnTo>
                  <a:lnTo>
                    <a:pt x="7144" y="7917"/>
                  </a:lnTo>
                  <a:lnTo>
                    <a:pt x="7337" y="8225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56" y="8805"/>
                  </a:lnTo>
                  <a:lnTo>
                    <a:pt x="5870" y="8843"/>
                  </a:lnTo>
                  <a:lnTo>
                    <a:pt x="5445" y="8805"/>
                  </a:lnTo>
                  <a:lnTo>
                    <a:pt x="5059" y="8766"/>
                  </a:lnTo>
                  <a:lnTo>
                    <a:pt x="4634" y="8650"/>
                  </a:lnTo>
                  <a:lnTo>
                    <a:pt x="4248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33" y="7106"/>
                  </a:lnTo>
                  <a:lnTo>
                    <a:pt x="1931" y="6604"/>
                  </a:lnTo>
                  <a:lnTo>
                    <a:pt x="1854" y="6526"/>
                  </a:lnTo>
                  <a:lnTo>
                    <a:pt x="1777" y="6526"/>
                  </a:lnTo>
                  <a:lnTo>
                    <a:pt x="1661" y="6565"/>
                  </a:lnTo>
                  <a:lnTo>
                    <a:pt x="1622" y="6565"/>
                  </a:lnTo>
                  <a:lnTo>
                    <a:pt x="1584" y="6604"/>
                  </a:lnTo>
                  <a:lnTo>
                    <a:pt x="1429" y="6874"/>
                  </a:lnTo>
                  <a:lnTo>
                    <a:pt x="1622" y="6913"/>
                  </a:lnTo>
                  <a:lnTo>
                    <a:pt x="2240" y="7492"/>
                  </a:lnTo>
                  <a:lnTo>
                    <a:pt x="2897" y="8071"/>
                  </a:lnTo>
                  <a:lnTo>
                    <a:pt x="3244" y="8341"/>
                  </a:lnTo>
                  <a:lnTo>
                    <a:pt x="3592" y="8573"/>
                  </a:lnTo>
                  <a:lnTo>
                    <a:pt x="3978" y="8805"/>
                  </a:lnTo>
                  <a:lnTo>
                    <a:pt x="4364" y="8998"/>
                  </a:lnTo>
                  <a:lnTo>
                    <a:pt x="4789" y="9152"/>
                  </a:lnTo>
                  <a:lnTo>
                    <a:pt x="5252" y="9229"/>
                  </a:lnTo>
                  <a:lnTo>
                    <a:pt x="5677" y="9268"/>
                  </a:lnTo>
                  <a:lnTo>
                    <a:pt x="6102" y="9229"/>
                  </a:lnTo>
                  <a:lnTo>
                    <a:pt x="6565" y="9191"/>
                  </a:lnTo>
                  <a:lnTo>
                    <a:pt x="6990" y="9114"/>
                  </a:lnTo>
                  <a:lnTo>
                    <a:pt x="7878" y="8882"/>
                  </a:lnTo>
                  <a:lnTo>
                    <a:pt x="7955" y="8805"/>
                  </a:lnTo>
                  <a:lnTo>
                    <a:pt x="7994" y="8727"/>
                  </a:lnTo>
                  <a:lnTo>
                    <a:pt x="7994" y="8650"/>
                  </a:lnTo>
                  <a:lnTo>
                    <a:pt x="7994" y="8573"/>
                  </a:lnTo>
                  <a:lnTo>
                    <a:pt x="7762" y="8110"/>
                  </a:lnTo>
                  <a:lnTo>
                    <a:pt x="7492" y="7685"/>
                  </a:lnTo>
                  <a:lnTo>
                    <a:pt x="7183" y="7299"/>
                  </a:lnTo>
                  <a:lnTo>
                    <a:pt x="6874" y="6951"/>
                  </a:lnTo>
                  <a:lnTo>
                    <a:pt x="6488" y="6604"/>
                  </a:lnTo>
                  <a:lnTo>
                    <a:pt x="6102" y="6295"/>
                  </a:lnTo>
                  <a:lnTo>
                    <a:pt x="5677" y="6063"/>
                  </a:lnTo>
                  <a:lnTo>
                    <a:pt x="5252" y="5831"/>
                  </a:lnTo>
                  <a:lnTo>
                    <a:pt x="4827" y="5638"/>
                  </a:lnTo>
                  <a:lnTo>
                    <a:pt x="4248" y="5445"/>
                  </a:lnTo>
                  <a:lnTo>
                    <a:pt x="3901" y="5368"/>
                  </a:lnTo>
                  <a:lnTo>
                    <a:pt x="3592" y="5329"/>
                  </a:lnTo>
                  <a:lnTo>
                    <a:pt x="3283" y="5291"/>
                  </a:lnTo>
                  <a:lnTo>
                    <a:pt x="2974" y="5291"/>
                  </a:lnTo>
                  <a:lnTo>
                    <a:pt x="3167" y="4982"/>
                  </a:lnTo>
                  <a:lnTo>
                    <a:pt x="3283" y="4673"/>
                  </a:lnTo>
                  <a:lnTo>
                    <a:pt x="3399" y="4325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44"/>
                  </a:lnTo>
                  <a:lnTo>
                    <a:pt x="3476" y="2858"/>
                  </a:lnTo>
                  <a:lnTo>
                    <a:pt x="3437" y="2510"/>
                  </a:lnTo>
                  <a:lnTo>
                    <a:pt x="3322" y="1970"/>
                  </a:lnTo>
                  <a:lnTo>
                    <a:pt x="3128" y="1468"/>
                  </a:lnTo>
                  <a:lnTo>
                    <a:pt x="2935" y="1005"/>
                  </a:lnTo>
                  <a:lnTo>
                    <a:pt x="2704" y="503"/>
                  </a:lnTo>
                  <a:lnTo>
                    <a:pt x="2588" y="309"/>
                  </a:lnTo>
                  <a:lnTo>
                    <a:pt x="2433" y="116"/>
                  </a:lnTo>
                  <a:lnTo>
                    <a:pt x="2356" y="78"/>
                  </a:lnTo>
                  <a:lnTo>
                    <a:pt x="227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5" name="Google Shape;4245;p18"/>
            <p:cNvSpPr/>
            <p:nvPr/>
          </p:nvSpPr>
          <p:spPr>
            <a:xfrm>
              <a:off x="1264300" y="2944850"/>
              <a:ext cx="455675" cy="657425"/>
            </a:xfrm>
            <a:custGeom>
              <a:avLst/>
              <a:gdLst/>
              <a:ahLst/>
              <a:cxnLst/>
              <a:rect l="l" t="t" r="r" b="b"/>
              <a:pathLst>
                <a:path w="18227" h="26297" extrusionOk="0">
                  <a:moveTo>
                    <a:pt x="310" y="348"/>
                  </a:moveTo>
                  <a:lnTo>
                    <a:pt x="425" y="386"/>
                  </a:lnTo>
                  <a:lnTo>
                    <a:pt x="1700" y="1429"/>
                  </a:lnTo>
                  <a:lnTo>
                    <a:pt x="2974" y="2510"/>
                  </a:lnTo>
                  <a:lnTo>
                    <a:pt x="4210" y="3591"/>
                  </a:lnTo>
                  <a:lnTo>
                    <a:pt x="5445" y="4673"/>
                  </a:lnTo>
                  <a:lnTo>
                    <a:pt x="5098" y="5290"/>
                  </a:lnTo>
                  <a:lnTo>
                    <a:pt x="4943" y="5599"/>
                  </a:lnTo>
                  <a:lnTo>
                    <a:pt x="4712" y="5831"/>
                  </a:lnTo>
                  <a:lnTo>
                    <a:pt x="4519" y="6101"/>
                  </a:lnTo>
                  <a:lnTo>
                    <a:pt x="4248" y="6294"/>
                  </a:lnTo>
                  <a:lnTo>
                    <a:pt x="3978" y="6526"/>
                  </a:lnTo>
                  <a:lnTo>
                    <a:pt x="3669" y="6680"/>
                  </a:lnTo>
                  <a:lnTo>
                    <a:pt x="3360" y="6835"/>
                  </a:lnTo>
                  <a:lnTo>
                    <a:pt x="3051" y="6989"/>
                  </a:lnTo>
                  <a:lnTo>
                    <a:pt x="2395" y="7182"/>
                  </a:lnTo>
                  <a:lnTo>
                    <a:pt x="1738" y="7298"/>
                  </a:lnTo>
                  <a:lnTo>
                    <a:pt x="1082" y="7414"/>
                  </a:lnTo>
                  <a:lnTo>
                    <a:pt x="889" y="6526"/>
                  </a:lnTo>
                  <a:lnTo>
                    <a:pt x="734" y="5677"/>
                  </a:lnTo>
                  <a:lnTo>
                    <a:pt x="580" y="4788"/>
                  </a:lnTo>
                  <a:lnTo>
                    <a:pt x="464" y="3900"/>
                  </a:lnTo>
                  <a:lnTo>
                    <a:pt x="387" y="3012"/>
                  </a:lnTo>
                  <a:lnTo>
                    <a:pt x="348" y="2124"/>
                  </a:lnTo>
                  <a:lnTo>
                    <a:pt x="310" y="1236"/>
                  </a:lnTo>
                  <a:lnTo>
                    <a:pt x="310" y="348"/>
                  </a:lnTo>
                  <a:close/>
                  <a:moveTo>
                    <a:pt x="12357" y="12318"/>
                  </a:moveTo>
                  <a:lnTo>
                    <a:pt x="13014" y="12473"/>
                  </a:lnTo>
                  <a:lnTo>
                    <a:pt x="13709" y="12550"/>
                  </a:lnTo>
                  <a:lnTo>
                    <a:pt x="14404" y="12589"/>
                  </a:lnTo>
                  <a:lnTo>
                    <a:pt x="15060" y="12550"/>
                  </a:lnTo>
                  <a:lnTo>
                    <a:pt x="15640" y="13901"/>
                  </a:lnTo>
                  <a:lnTo>
                    <a:pt x="16296" y="15214"/>
                  </a:lnTo>
                  <a:lnTo>
                    <a:pt x="17648" y="17840"/>
                  </a:lnTo>
                  <a:lnTo>
                    <a:pt x="16644" y="17686"/>
                  </a:lnTo>
                  <a:lnTo>
                    <a:pt x="15640" y="17647"/>
                  </a:lnTo>
                  <a:lnTo>
                    <a:pt x="15331" y="17608"/>
                  </a:lnTo>
                  <a:lnTo>
                    <a:pt x="15099" y="17531"/>
                  </a:lnTo>
                  <a:lnTo>
                    <a:pt x="14983" y="17493"/>
                  </a:lnTo>
                  <a:lnTo>
                    <a:pt x="14906" y="17415"/>
                  </a:lnTo>
                  <a:lnTo>
                    <a:pt x="14751" y="17106"/>
                  </a:lnTo>
                  <a:lnTo>
                    <a:pt x="14365" y="16489"/>
                  </a:lnTo>
                  <a:lnTo>
                    <a:pt x="13979" y="15832"/>
                  </a:lnTo>
                  <a:lnTo>
                    <a:pt x="13941" y="15794"/>
                  </a:lnTo>
                  <a:lnTo>
                    <a:pt x="13902" y="15755"/>
                  </a:lnTo>
                  <a:lnTo>
                    <a:pt x="13747" y="15755"/>
                  </a:lnTo>
                  <a:lnTo>
                    <a:pt x="13670" y="15214"/>
                  </a:lnTo>
                  <a:lnTo>
                    <a:pt x="13516" y="14712"/>
                  </a:lnTo>
                  <a:lnTo>
                    <a:pt x="13323" y="14172"/>
                  </a:lnTo>
                  <a:lnTo>
                    <a:pt x="13091" y="13670"/>
                  </a:lnTo>
                  <a:lnTo>
                    <a:pt x="12744" y="13013"/>
                  </a:lnTo>
                  <a:lnTo>
                    <a:pt x="12357" y="12318"/>
                  </a:lnTo>
                  <a:close/>
                  <a:moveTo>
                    <a:pt x="5677" y="4904"/>
                  </a:moveTo>
                  <a:lnTo>
                    <a:pt x="6720" y="5947"/>
                  </a:lnTo>
                  <a:lnTo>
                    <a:pt x="7762" y="6989"/>
                  </a:lnTo>
                  <a:lnTo>
                    <a:pt x="8612" y="7916"/>
                  </a:lnTo>
                  <a:lnTo>
                    <a:pt x="9423" y="8920"/>
                  </a:lnTo>
                  <a:lnTo>
                    <a:pt x="10234" y="9886"/>
                  </a:lnTo>
                  <a:lnTo>
                    <a:pt x="10967" y="10928"/>
                  </a:lnTo>
                  <a:lnTo>
                    <a:pt x="11701" y="12009"/>
                  </a:lnTo>
                  <a:lnTo>
                    <a:pt x="12087" y="12550"/>
                  </a:lnTo>
                  <a:lnTo>
                    <a:pt x="12396" y="13129"/>
                  </a:lnTo>
                  <a:lnTo>
                    <a:pt x="12705" y="13708"/>
                  </a:lnTo>
                  <a:lnTo>
                    <a:pt x="12975" y="14326"/>
                  </a:lnTo>
                  <a:lnTo>
                    <a:pt x="13207" y="14944"/>
                  </a:lnTo>
                  <a:lnTo>
                    <a:pt x="13361" y="15562"/>
                  </a:lnTo>
                  <a:lnTo>
                    <a:pt x="13439" y="16180"/>
                  </a:lnTo>
                  <a:lnTo>
                    <a:pt x="13400" y="16759"/>
                  </a:lnTo>
                  <a:lnTo>
                    <a:pt x="13361" y="17068"/>
                  </a:lnTo>
                  <a:lnTo>
                    <a:pt x="13284" y="17338"/>
                  </a:lnTo>
                  <a:lnTo>
                    <a:pt x="13207" y="17608"/>
                  </a:lnTo>
                  <a:lnTo>
                    <a:pt x="13091" y="17879"/>
                  </a:lnTo>
                  <a:lnTo>
                    <a:pt x="12975" y="18149"/>
                  </a:lnTo>
                  <a:lnTo>
                    <a:pt x="12821" y="18381"/>
                  </a:lnTo>
                  <a:lnTo>
                    <a:pt x="12628" y="18612"/>
                  </a:lnTo>
                  <a:lnTo>
                    <a:pt x="12435" y="18806"/>
                  </a:lnTo>
                  <a:lnTo>
                    <a:pt x="12203" y="18999"/>
                  </a:lnTo>
                  <a:lnTo>
                    <a:pt x="11971" y="19153"/>
                  </a:lnTo>
                  <a:lnTo>
                    <a:pt x="11662" y="19308"/>
                  </a:lnTo>
                  <a:lnTo>
                    <a:pt x="11392" y="19423"/>
                  </a:lnTo>
                  <a:lnTo>
                    <a:pt x="10813" y="19539"/>
                  </a:lnTo>
                  <a:lnTo>
                    <a:pt x="10234" y="19616"/>
                  </a:lnTo>
                  <a:lnTo>
                    <a:pt x="9693" y="19578"/>
                  </a:lnTo>
                  <a:lnTo>
                    <a:pt x="9114" y="19462"/>
                  </a:lnTo>
                  <a:lnTo>
                    <a:pt x="8573" y="19308"/>
                  </a:lnTo>
                  <a:lnTo>
                    <a:pt x="8032" y="19076"/>
                  </a:lnTo>
                  <a:lnTo>
                    <a:pt x="7531" y="18767"/>
                  </a:lnTo>
                  <a:lnTo>
                    <a:pt x="7067" y="18458"/>
                  </a:lnTo>
                  <a:lnTo>
                    <a:pt x="6642" y="18072"/>
                  </a:lnTo>
                  <a:lnTo>
                    <a:pt x="6256" y="17686"/>
                  </a:lnTo>
                  <a:lnTo>
                    <a:pt x="5870" y="17261"/>
                  </a:lnTo>
                  <a:lnTo>
                    <a:pt x="5484" y="16798"/>
                  </a:lnTo>
                  <a:lnTo>
                    <a:pt x="4827" y="15871"/>
                  </a:lnTo>
                  <a:lnTo>
                    <a:pt x="4210" y="14944"/>
                  </a:lnTo>
                  <a:lnTo>
                    <a:pt x="3592" y="13901"/>
                  </a:lnTo>
                  <a:lnTo>
                    <a:pt x="3051" y="12859"/>
                  </a:lnTo>
                  <a:lnTo>
                    <a:pt x="2549" y="11778"/>
                  </a:lnTo>
                  <a:lnTo>
                    <a:pt x="2086" y="10696"/>
                  </a:lnTo>
                  <a:lnTo>
                    <a:pt x="1816" y="9963"/>
                  </a:lnTo>
                  <a:lnTo>
                    <a:pt x="1584" y="9190"/>
                  </a:lnTo>
                  <a:lnTo>
                    <a:pt x="1352" y="8457"/>
                  </a:lnTo>
                  <a:lnTo>
                    <a:pt x="1159" y="7723"/>
                  </a:lnTo>
                  <a:lnTo>
                    <a:pt x="1816" y="7646"/>
                  </a:lnTo>
                  <a:lnTo>
                    <a:pt x="2549" y="7491"/>
                  </a:lnTo>
                  <a:lnTo>
                    <a:pt x="3244" y="7298"/>
                  </a:lnTo>
                  <a:lnTo>
                    <a:pt x="3592" y="7144"/>
                  </a:lnTo>
                  <a:lnTo>
                    <a:pt x="3901" y="6989"/>
                  </a:lnTo>
                  <a:lnTo>
                    <a:pt x="4248" y="6796"/>
                  </a:lnTo>
                  <a:lnTo>
                    <a:pt x="4519" y="6603"/>
                  </a:lnTo>
                  <a:lnTo>
                    <a:pt x="4789" y="6410"/>
                  </a:lnTo>
                  <a:lnTo>
                    <a:pt x="5059" y="6140"/>
                  </a:lnTo>
                  <a:lnTo>
                    <a:pt x="5252" y="5870"/>
                  </a:lnTo>
                  <a:lnTo>
                    <a:pt x="5445" y="5599"/>
                  </a:lnTo>
                  <a:lnTo>
                    <a:pt x="5561" y="5252"/>
                  </a:lnTo>
                  <a:lnTo>
                    <a:pt x="5677" y="4904"/>
                  </a:lnTo>
                  <a:close/>
                  <a:moveTo>
                    <a:pt x="13284" y="18381"/>
                  </a:moveTo>
                  <a:lnTo>
                    <a:pt x="13593" y="18612"/>
                  </a:lnTo>
                  <a:lnTo>
                    <a:pt x="13902" y="18844"/>
                  </a:lnTo>
                  <a:lnTo>
                    <a:pt x="13632" y="19230"/>
                  </a:lnTo>
                  <a:lnTo>
                    <a:pt x="13323" y="19578"/>
                  </a:lnTo>
                  <a:lnTo>
                    <a:pt x="12975" y="19887"/>
                  </a:lnTo>
                  <a:lnTo>
                    <a:pt x="12589" y="20157"/>
                  </a:lnTo>
                  <a:lnTo>
                    <a:pt x="12164" y="20350"/>
                  </a:lnTo>
                  <a:lnTo>
                    <a:pt x="11701" y="20505"/>
                  </a:lnTo>
                  <a:lnTo>
                    <a:pt x="11238" y="20582"/>
                  </a:lnTo>
                  <a:lnTo>
                    <a:pt x="10736" y="20620"/>
                  </a:lnTo>
                  <a:lnTo>
                    <a:pt x="10697" y="20620"/>
                  </a:lnTo>
                  <a:lnTo>
                    <a:pt x="10581" y="19964"/>
                  </a:lnTo>
                  <a:lnTo>
                    <a:pt x="10967" y="19887"/>
                  </a:lnTo>
                  <a:lnTo>
                    <a:pt x="11392" y="19810"/>
                  </a:lnTo>
                  <a:lnTo>
                    <a:pt x="11740" y="19694"/>
                  </a:lnTo>
                  <a:lnTo>
                    <a:pt x="12126" y="19501"/>
                  </a:lnTo>
                  <a:lnTo>
                    <a:pt x="12473" y="19308"/>
                  </a:lnTo>
                  <a:lnTo>
                    <a:pt x="12782" y="19037"/>
                  </a:lnTo>
                  <a:lnTo>
                    <a:pt x="13052" y="18728"/>
                  </a:lnTo>
                  <a:lnTo>
                    <a:pt x="13284" y="18381"/>
                  </a:lnTo>
                  <a:close/>
                  <a:moveTo>
                    <a:pt x="14172" y="18999"/>
                  </a:moveTo>
                  <a:lnTo>
                    <a:pt x="14636" y="19230"/>
                  </a:lnTo>
                  <a:lnTo>
                    <a:pt x="14327" y="19732"/>
                  </a:lnTo>
                  <a:lnTo>
                    <a:pt x="13941" y="20157"/>
                  </a:lnTo>
                  <a:lnTo>
                    <a:pt x="13516" y="20543"/>
                  </a:lnTo>
                  <a:lnTo>
                    <a:pt x="13091" y="20852"/>
                  </a:lnTo>
                  <a:lnTo>
                    <a:pt x="12589" y="21122"/>
                  </a:lnTo>
                  <a:lnTo>
                    <a:pt x="12087" y="21315"/>
                  </a:lnTo>
                  <a:lnTo>
                    <a:pt x="11508" y="21470"/>
                  </a:lnTo>
                  <a:lnTo>
                    <a:pt x="10929" y="21624"/>
                  </a:lnTo>
                  <a:lnTo>
                    <a:pt x="10929" y="21393"/>
                  </a:lnTo>
                  <a:lnTo>
                    <a:pt x="10851" y="21200"/>
                  </a:lnTo>
                  <a:lnTo>
                    <a:pt x="10736" y="20814"/>
                  </a:lnTo>
                  <a:lnTo>
                    <a:pt x="11276" y="20852"/>
                  </a:lnTo>
                  <a:lnTo>
                    <a:pt x="11778" y="20775"/>
                  </a:lnTo>
                  <a:lnTo>
                    <a:pt x="12280" y="20659"/>
                  </a:lnTo>
                  <a:lnTo>
                    <a:pt x="12744" y="20427"/>
                  </a:lnTo>
                  <a:lnTo>
                    <a:pt x="13168" y="20157"/>
                  </a:lnTo>
                  <a:lnTo>
                    <a:pt x="13554" y="19810"/>
                  </a:lnTo>
                  <a:lnTo>
                    <a:pt x="13863" y="19423"/>
                  </a:lnTo>
                  <a:lnTo>
                    <a:pt x="14172" y="18999"/>
                  </a:lnTo>
                  <a:close/>
                  <a:moveTo>
                    <a:pt x="14018" y="20659"/>
                  </a:moveTo>
                  <a:lnTo>
                    <a:pt x="14172" y="20852"/>
                  </a:lnTo>
                  <a:lnTo>
                    <a:pt x="14288" y="20968"/>
                  </a:lnTo>
                  <a:lnTo>
                    <a:pt x="14134" y="21007"/>
                  </a:lnTo>
                  <a:lnTo>
                    <a:pt x="14056" y="21045"/>
                  </a:lnTo>
                  <a:lnTo>
                    <a:pt x="14018" y="21122"/>
                  </a:lnTo>
                  <a:lnTo>
                    <a:pt x="13979" y="21200"/>
                  </a:lnTo>
                  <a:lnTo>
                    <a:pt x="14018" y="21277"/>
                  </a:lnTo>
                  <a:lnTo>
                    <a:pt x="14404" y="21663"/>
                  </a:lnTo>
                  <a:lnTo>
                    <a:pt x="14751" y="22049"/>
                  </a:lnTo>
                  <a:lnTo>
                    <a:pt x="15099" y="22435"/>
                  </a:lnTo>
                  <a:lnTo>
                    <a:pt x="15408" y="22860"/>
                  </a:lnTo>
                  <a:lnTo>
                    <a:pt x="15678" y="23285"/>
                  </a:lnTo>
                  <a:lnTo>
                    <a:pt x="15910" y="23748"/>
                  </a:lnTo>
                  <a:lnTo>
                    <a:pt x="16142" y="24250"/>
                  </a:lnTo>
                  <a:lnTo>
                    <a:pt x="16335" y="24714"/>
                  </a:lnTo>
                  <a:lnTo>
                    <a:pt x="15871" y="24636"/>
                  </a:lnTo>
                  <a:lnTo>
                    <a:pt x="15485" y="24521"/>
                  </a:lnTo>
                  <a:lnTo>
                    <a:pt x="15099" y="24327"/>
                  </a:lnTo>
                  <a:lnTo>
                    <a:pt x="14790" y="24096"/>
                  </a:lnTo>
                  <a:lnTo>
                    <a:pt x="14481" y="23825"/>
                  </a:lnTo>
                  <a:lnTo>
                    <a:pt x="14211" y="23517"/>
                  </a:lnTo>
                  <a:lnTo>
                    <a:pt x="13979" y="23169"/>
                  </a:lnTo>
                  <a:lnTo>
                    <a:pt x="13747" y="22744"/>
                  </a:lnTo>
                  <a:lnTo>
                    <a:pt x="13593" y="22397"/>
                  </a:lnTo>
                  <a:lnTo>
                    <a:pt x="13400" y="22126"/>
                  </a:lnTo>
                  <a:lnTo>
                    <a:pt x="13284" y="22011"/>
                  </a:lnTo>
                  <a:lnTo>
                    <a:pt x="13130" y="21895"/>
                  </a:lnTo>
                  <a:lnTo>
                    <a:pt x="12975" y="21856"/>
                  </a:lnTo>
                  <a:lnTo>
                    <a:pt x="12821" y="21895"/>
                  </a:lnTo>
                  <a:lnTo>
                    <a:pt x="12821" y="21702"/>
                  </a:lnTo>
                  <a:lnTo>
                    <a:pt x="12898" y="21470"/>
                  </a:lnTo>
                  <a:lnTo>
                    <a:pt x="13207" y="21315"/>
                  </a:lnTo>
                  <a:lnTo>
                    <a:pt x="13477" y="21122"/>
                  </a:lnTo>
                  <a:lnTo>
                    <a:pt x="13786" y="20891"/>
                  </a:lnTo>
                  <a:lnTo>
                    <a:pt x="14018" y="20659"/>
                  </a:lnTo>
                  <a:close/>
                  <a:moveTo>
                    <a:pt x="5291" y="17145"/>
                  </a:moveTo>
                  <a:lnTo>
                    <a:pt x="5677" y="17608"/>
                  </a:lnTo>
                  <a:lnTo>
                    <a:pt x="6102" y="18072"/>
                  </a:lnTo>
                  <a:lnTo>
                    <a:pt x="6565" y="18497"/>
                  </a:lnTo>
                  <a:lnTo>
                    <a:pt x="7029" y="18883"/>
                  </a:lnTo>
                  <a:lnTo>
                    <a:pt x="7531" y="19192"/>
                  </a:lnTo>
                  <a:lnTo>
                    <a:pt x="7531" y="19230"/>
                  </a:lnTo>
                  <a:lnTo>
                    <a:pt x="7917" y="19964"/>
                  </a:lnTo>
                  <a:lnTo>
                    <a:pt x="8380" y="20698"/>
                  </a:lnTo>
                  <a:lnTo>
                    <a:pt x="8573" y="20968"/>
                  </a:lnTo>
                  <a:lnTo>
                    <a:pt x="8805" y="21238"/>
                  </a:lnTo>
                  <a:lnTo>
                    <a:pt x="8998" y="21509"/>
                  </a:lnTo>
                  <a:lnTo>
                    <a:pt x="9036" y="21663"/>
                  </a:lnTo>
                  <a:lnTo>
                    <a:pt x="9075" y="21817"/>
                  </a:lnTo>
                  <a:lnTo>
                    <a:pt x="9075" y="22011"/>
                  </a:lnTo>
                  <a:lnTo>
                    <a:pt x="9036" y="22204"/>
                  </a:lnTo>
                  <a:lnTo>
                    <a:pt x="8882" y="22590"/>
                  </a:lnTo>
                  <a:lnTo>
                    <a:pt x="8496" y="23362"/>
                  </a:lnTo>
                  <a:lnTo>
                    <a:pt x="7955" y="24868"/>
                  </a:lnTo>
                  <a:lnTo>
                    <a:pt x="7608" y="24173"/>
                  </a:lnTo>
                  <a:lnTo>
                    <a:pt x="7260" y="23555"/>
                  </a:lnTo>
                  <a:lnTo>
                    <a:pt x="6874" y="22899"/>
                  </a:lnTo>
                  <a:lnTo>
                    <a:pt x="6488" y="22281"/>
                  </a:lnTo>
                  <a:lnTo>
                    <a:pt x="5716" y="21315"/>
                  </a:lnTo>
                  <a:lnTo>
                    <a:pt x="5214" y="20736"/>
                  </a:lnTo>
                  <a:lnTo>
                    <a:pt x="4982" y="20389"/>
                  </a:lnTo>
                  <a:lnTo>
                    <a:pt x="4789" y="20080"/>
                  </a:lnTo>
                  <a:lnTo>
                    <a:pt x="4827" y="20003"/>
                  </a:lnTo>
                  <a:lnTo>
                    <a:pt x="4827" y="19925"/>
                  </a:lnTo>
                  <a:lnTo>
                    <a:pt x="4827" y="19887"/>
                  </a:lnTo>
                  <a:lnTo>
                    <a:pt x="4750" y="19810"/>
                  </a:lnTo>
                  <a:lnTo>
                    <a:pt x="5021" y="18458"/>
                  </a:lnTo>
                  <a:lnTo>
                    <a:pt x="5291" y="17145"/>
                  </a:lnTo>
                  <a:close/>
                  <a:moveTo>
                    <a:pt x="14481" y="20157"/>
                  </a:moveTo>
                  <a:lnTo>
                    <a:pt x="15022" y="20273"/>
                  </a:lnTo>
                  <a:lnTo>
                    <a:pt x="15485" y="20466"/>
                  </a:lnTo>
                  <a:lnTo>
                    <a:pt x="15987" y="20659"/>
                  </a:lnTo>
                  <a:lnTo>
                    <a:pt x="16451" y="20891"/>
                  </a:lnTo>
                  <a:lnTo>
                    <a:pt x="16180" y="21007"/>
                  </a:lnTo>
                  <a:lnTo>
                    <a:pt x="15949" y="21007"/>
                  </a:lnTo>
                  <a:lnTo>
                    <a:pt x="15678" y="20968"/>
                  </a:lnTo>
                  <a:lnTo>
                    <a:pt x="15447" y="20891"/>
                  </a:lnTo>
                  <a:lnTo>
                    <a:pt x="15292" y="20891"/>
                  </a:lnTo>
                  <a:lnTo>
                    <a:pt x="15176" y="20968"/>
                  </a:lnTo>
                  <a:lnTo>
                    <a:pt x="15176" y="21045"/>
                  </a:lnTo>
                  <a:lnTo>
                    <a:pt x="15176" y="21084"/>
                  </a:lnTo>
                  <a:lnTo>
                    <a:pt x="15215" y="21161"/>
                  </a:lnTo>
                  <a:lnTo>
                    <a:pt x="15253" y="21200"/>
                  </a:lnTo>
                  <a:lnTo>
                    <a:pt x="15794" y="21547"/>
                  </a:lnTo>
                  <a:lnTo>
                    <a:pt x="16257" y="21972"/>
                  </a:lnTo>
                  <a:lnTo>
                    <a:pt x="16489" y="22204"/>
                  </a:lnTo>
                  <a:lnTo>
                    <a:pt x="16682" y="22435"/>
                  </a:lnTo>
                  <a:lnTo>
                    <a:pt x="16837" y="22706"/>
                  </a:lnTo>
                  <a:lnTo>
                    <a:pt x="16991" y="22976"/>
                  </a:lnTo>
                  <a:lnTo>
                    <a:pt x="17223" y="23517"/>
                  </a:lnTo>
                  <a:lnTo>
                    <a:pt x="17339" y="23825"/>
                  </a:lnTo>
                  <a:lnTo>
                    <a:pt x="17416" y="24173"/>
                  </a:lnTo>
                  <a:lnTo>
                    <a:pt x="17493" y="24482"/>
                  </a:lnTo>
                  <a:lnTo>
                    <a:pt x="17532" y="24791"/>
                  </a:lnTo>
                  <a:lnTo>
                    <a:pt x="17493" y="25100"/>
                  </a:lnTo>
                  <a:lnTo>
                    <a:pt x="17455" y="25409"/>
                  </a:lnTo>
                  <a:lnTo>
                    <a:pt x="17339" y="25602"/>
                  </a:lnTo>
                  <a:lnTo>
                    <a:pt x="17223" y="25756"/>
                  </a:lnTo>
                  <a:lnTo>
                    <a:pt x="17068" y="25833"/>
                  </a:lnTo>
                  <a:lnTo>
                    <a:pt x="16914" y="25872"/>
                  </a:lnTo>
                  <a:lnTo>
                    <a:pt x="16528" y="25872"/>
                  </a:lnTo>
                  <a:lnTo>
                    <a:pt x="16103" y="25756"/>
                  </a:lnTo>
                  <a:lnTo>
                    <a:pt x="15447" y="25563"/>
                  </a:lnTo>
                  <a:lnTo>
                    <a:pt x="15099" y="25409"/>
                  </a:lnTo>
                  <a:lnTo>
                    <a:pt x="14790" y="25254"/>
                  </a:lnTo>
                  <a:lnTo>
                    <a:pt x="14443" y="25061"/>
                  </a:lnTo>
                  <a:lnTo>
                    <a:pt x="14095" y="24829"/>
                  </a:lnTo>
                  <a:lnTo>
                    <a:pt x="13786" y="24559"/>
                  </a:lnTo>
                  <a:lnTo>
                    <a:pt x="13516" y="24250"/>
                  </a:lnTo>
                  <a:lnTo>
                    <a:pt x="13284" y="23903"/>
                  </a:lnTo>
                  <a:lnTo>
                    <a:pt x="13091" y="23555"/>
                  </a:lnTo>
                  <a:lnTo>
                    <a:pt x="12937" y="23208"/>
                  </a:lnTo>
                  <a:lnTo>
                    <a:pt x="12821" y="22783"/>
                  </a:lnTo>
                  <a:lnTo>
                    <a:pt x="12744" y="22706"/>
                  </a:lnTo>
                  <a:lnTo>
                    <a:pt x="12666" y="22667"/>
                  </a:lnTo>
                  <a:lnTo>
                    <a:pt x="12589" y="22706"/>
                  </a:lnTo>
                  <a:lnTo>
                    <a:pt x="12512" y="22744"/>
                  </a:lnTo>
                  <a:lnTo>
                    <a:pt x="12048" y="23439"/>
                  </a:lnTo>
                  <a:lnTo>
                    <a:pt x="11933" y="23053"/>
                  </a:lnTo>
                  <a:lnTo>
                    <a:pt x="11855" y="22628"/>
                  </a:lnTo>
                  <a:lnTo>
                    <a:pt x="11855" y="22242"/>
                  </a:lnTo>
                  <a:lnTo>
                    <a:pt x="11894" y="21817"/>
                  </a:lnTo>
                  <a:lnTo>
                    <a:pt x="12280" y="21740"/>
                  </a:lnTo>
                  <a:lnTo>
                    <a:pt x="12666" y="21586"/>
                  </a:lnTo>
                  <a:lnTo>
                    <a:pt x="12589" y="21817"/>
                  </a:lnTo>
                  <a:lnTo>
                    <a:pt x="12589" y="22049"/>
                  </a:lnTo>
                  <a:lnTo>
                    <a:pt x="12589" y="22126"/>
                  </a:lnTo>
                  <a:lnTo>
                    <a:pt x="12628" y="22165"/>
                  </a:lnTo>
                  <a:lnTo>
                    <a:pt x="12937" y="22165"/>
                  </a:lnTo>
                  <a:lnTo>
                    <a:pt x="13130" y="22319"/>
                  </a:lnTo>
                  <a:lnTo>
                    <a:pt x="13323" y="22551"/>
                  </a:lnTo>
                  <a:lnTo>
                    <a:pt x="13516" y="22821"/>
                  </a:lnTo>
                  <a:lnTo>
                    <a:pt x="13863" y="23439"/>
                  </a:lnTo>
                  <a:lnTo>
                    <a:pt x="14095" y="23825"/>
                  </a:lnTo>
                  <a:lnTo>
                    <a:pt x="14404" y="24173"/>
                  </a:lnTo>
                  <a:lnTo>
                    <a:pt x="14751" y="24482"/>
                  </a:lnTo>
                  <a:lnTo>
                    <a:pt x="15176" y="24752"/>
                  </a:lnTo>
                  <a:lnTo>
                    <a:pt x="15640" y="24907"/>
                  </a:lnTo>
                  <a:lnTo>
                    <a:pt x="15871" y="24945"/>
                  </a:lnTo>
                  <a:lnTo>
                    <a:pt x="16103" y="24984"/>
                  </a:lnTo>
                  <a:lnTo>
                    <a:pt x="16566" y="24984"/>
                  </a:lnTo>
                  <a:lnTo>
                    <a:pt x="16644" y="24945"/>
                  </a:lnTo>
                  <a:lnTo>
                    <a:pt x="16644" y="24907"/>
                  </a:lnTo>
                  <a:lnTo>
                    <a:pt x="16644" y="24829"/>
                  </a:lnTo>
                  <a:lnTo>
                    <a:pt x="16605" y="24791"/>
                  </a:lnTo>
                  <a:lnTo>
                    <a:pt x="16605" y="24752"/>
                  </a:lnTo>
                  <a:lnTo>
                    <a:pt x="16451" y="24250"/>
                  </a:lnTo>
                  <a:lnTo>
                    <a:pt x="16257" y="23748"/>
                  </a:lnTo>
                  <a:lnTo>
                    <a:pt x="16026" y="23285"/>
                  </a:lnTo>
                  <a:lnTo>
                    <a:pt x="15755" y="22821"/>
                  </a:lnTo>
                  <a:lnTo>
                    <a:pt x="15485" y="22397"/>
                  </a:lnTo>
                  <a:lnTo>
                    <a:pt x="15176" y="22011"/>
                  </a:lnTo>
                  <a:lnTo>
                    <a:pt x="14829" y="21586"/>
                  </a:lnTo>
                  <a:lnTo>
                    <a:pt x="14443" y="21238"/>
                  </a:lnTo>
                  <a:lnTo>
                    <a:pt x="14597" y="21161"/>
                  </a:lnTo>
                  <a:lnTo>
                    <a:pt x="14713" y="21045"/>
                  </a:lnTo>
                  <a:lnTo>
                    <a:pt x="14751" y="20968"/>
                  </a:lnTo>
                  <a:lnTo>
                    <a:pt x="14751" y="20929"/>
                  </a:lnTo>
                  <a:lnTo>
                    <a:pt x="14713" y="20852"/>
                  </a:lnTo>
                  <a:lnTo>
                    <a:pt x="14674" y="20814"/>
                  </a:lnTo>
                  <a:lnTo>
                    <a:pt x="14211" y="20505"/>
                  </a:lnTo>
                  <a:lnTo>
                    <a:pt x="14481" y="20157"/>
                  </a:lnTo>
                  <a:close/>
                  <a:moveTo>
                    <a:pt x="155" y="0"/>
                  </a:moveTo>
                  <a:lnTo>
                    <a:pt x="116" y="39"/>
                  </a:lnTo>
                  <a:lnTo>
                    <a:pt x="78" y="77"/>
                  </a:lnTo>
                  <a:lnTo>
                    <a:pt x="116" y="155"/>
                  </a:lnTo>
                  <a:lnTo>
                    <a:pt x="78" y="193"/>
                  </a:lnTo>
                  <a:lnTo>
                    <a:pt x="39" y="270"/>
                  </a:lnTo>
                  <a:lnTo>
                    <a:pt x="1" y="1583"/>
                  </a:lnTo>
                  <a:lnTo>
                    <a:pt x="39" y="2896"/>
                  </a:lnTo>
                  <a:lnTo>
                    <a:pt x="116" y="4171"/>
                  </a:lnTo>
                  <a:lnTo>
                    <a:pt x="310" y="5483"/>
                  </a:lnTo>
                  <a:lnTo>
                    <a:pt x="541" y="6758"/>
                  </a:lnTo>
                  <a:lnTo>
                    <a:pt x="850" y="8032"/>
                  </a:lnTo>
                  <a:lnTo>
                    <a:pt x="1198" y="9306"/>
                  </a:lnTo>
                  <a:lnTo>
                    <a:pt x="1622" y="10542"/>
                  </a:lnTo>
                  <a:lnTo>
                    <a:pt x="2124" y="11739"/>
                  </a:lnTo>
                  <a:lnTo>
                    <a:pt x="2665" y="12936"/>
                  </a:lnTo>
                  <a:lnTo>
                    <a:pt x="3283" y="14095"/>
                  </a:lnTo>
                  <a:lnTo>
                    <a:pt x="3978" y="15214"/>
                  </a:lnTo>
                  <a:lnTo>
                    <a:pt x="4519" y="16064"/>
                  </a:lnTo>
                  <a:lnTo>
                    <a:pt x="5098" y="16913"/>
                  </a:lnTo>
                  <a:lnTo>
                    <a:pt x="4827" y="17686"/>
                  </a:lnTo>
                  <a:lnTo>
                    <a:pt x="4596" y="18458"/>
                  </a:lnTo>
                  <a:lnTo>
                    <a:pt x="4441" y="19269"/>
                  </a:lnTo>
                  <a:lnTo>
                    <a:pt x="4325" y="20080"/>
                  </a:lnTo>
                  <a:lnTo>
                    <a:pt x="4325" y="20157"/>
                  </a:lnTo>
                  <a:lnTo>
                    <a:pt x="4364" y="20196"/>
                  </a:lnTo>
                  <a:lnTo>
                    <a:pt x="4480" y="20273"/>
                  </a:lnTo>
                  <a:lnTo>
                    <a:pt x="4596" y="20543"/>
                  </a:lnTo>
                  <a:lnTo>
                    <a:pt x="4712" y="20775"/>
                  </a:lnTo>
                  <a:lnTo>
                    <a:pt x="4905" y="21045"/>
                  </a:lnTo>
                  <a:lnTo>
                    <a:pt x="5059" y="21277"/>
                  </a:lnTo>
                  <a:lnTo>
                    <a:pt x="5484" y="21702"/>
                  </a:lnTo>
                  <a:lnTo>
                    <a:pt x="5831" y="22165"/>
                  </a:lnTo>
                  <a:lnTo>
                    <a:pt x="6333" y="22860"/>
                  </a:lnTo>
                  <a:lnTo>
                    <a:pt x="6835" y="23594"/>
                  </a:lnTo>
                  <a:lnTo>
                    <a:pt x="7260" y="24366"/>
                  </a:lnTo>
                  <a:lnTo>
                    <a:pt x="7646" y="25138"/>
                  </a:lnTo>
                  <a:lnTo>
                    <a:pt x="7724" y="25216"/>
                  </a:lnTo>
                  <a:lnTo>
                    <a:pt x="7878" y="25216"/>
                  </a:lnTo>
                  <a:lnTo>
                    <a:pt x="7917" y="25177"/>
                  </a:lnTo>
                  <a:lnTo>
                    <a:pt x="7994" y="25216"/>
                  </a:lnTo>
                  <a:lnTo>
                    <a:pt x="8110" y="25216"/>
                  </a:lnTo>
                  <a:lnTo>
                    <a:pt x="8187" y="25138"/>
                  </a:lnTo>
                  <a:lnTo>
                    <a:pt x="8534" y="24327"/>
                  </a:lnTo>
                  <a:lnTo>
                    <a:pt x="8921" y="23478"/>
                  </a:lnTo>
                  <a:lnTo>
                    <a:pt x="9577" y="21779"/>
                  </a:lnTo>
                  <a:lnTo>
                    <a:pt x="9577" y="21663"/>
                  </a:lnTo>
                  <a:lnTo>
                    <a:pt x="9538" y="21586"/>
                  </a:lnTo>
                  <a:lnTo>
                    <a:pt x="8766" y="20543"/>
                  </a:lnTo>
                  <a:lnTo>
                    <a:pt x="8071" y="19462"/>
                  </a:lnTo>
                  <a:lnTo>
                    <a:pt x="8612" y="19694"/>
                  </a:lnTo>
                  <a:lnTo>
                    <a:pt x="9152" y="19848"/>
                  </a:lnTo>
                  <a:lnTo>
                    <a:pt x="9732" y="19925"/>
                  </a:lnTo>
                  <a:lnTo>
                    <a:pt x="10311" y="19964"/>
                  </a:lnTo>
                  <a:lnTo>
                    <a:pt x="10311" y="20389"/>
                  </a:lnTo>
                  <a:lnTo>
                    <a:pt x="10349" y="20852"/>
                  </a:lnTo>
                  <a:lnTo>
                    <a:pt x="10465" y="21315"/>
                  </a:lnTo>
                  <a:lnTo>
                    <a:pt x="10542" y="21547"/>
                  </a:lnTo>
                  <a:lnTo>
                    <a:pt x="10697" y="21740"/>
                  </a:lnTo>
                  <a:lnTo>
                    <a:pt x="10736" y="21779"/>
                  </a:lnTo>
                  <a:lnTo>
                    <a:pt x="10813" y="21779"/>
                  </a:lnTo>
                  <a:lnTo>
                    <a:pt x="10851" y="21856"/>
                  </a:lnTo>
                  <a:lnTo>
                    <a:pt x="10929" y="21856"/>
                  </a:lnTo>
                  <a:lnTo>
                    <a:pt x="11315" y="21895"/>
                  </a:lnTo>
                  <a:lnTo>
                    <a:pt x="11662" y="21856"/>
                  </a:lnTo>
                  <a:lnTo>
                    <a:pt x="11624" y="22126"/>
                  </a:lnTo>
                  <a:lnTo>
                    <a:pt x="11585" y="22358"/>
                  </a:lnTo>
                  <a:lnTo>
                    <a:pt x="11546" y="22590"/>
                  </a:lnTo>
                  <a:lnTo>
                    <a:pt x="11585" y="22860"/>
                  </a:lnTo>
                  <a:lnTo>
                    <a:pt x="11624" y="23092"/>
                  </a:lnTo>
                  <a:lnTo>
                    <a:pt x="11662" y="23323"/>
                  </a:lnTo>
                  <a:lnTo>
                    <a:pt x="11778" y="23594"/>
                  </a:lnTo>
                  <a:lnTo>
                    <a:pt x="11894" y="23825"/>
                  </a:lnTo>
                  <a:lnTo>
                    <a:pt x="11933" y="23903"/>
                  </a:lnTo>
                  <a:lnTo>
                    <a:pt x="12010" y="23903"/>
                  </a:lnTo>
                  <a:lnTo>
                    <a:pt x="12087" y="23864"/>
                  </a:lnTo>
                  <a:lnTo>
                    <a:pt x="12164" y="23825"/>
                  </a:lnTo>
                  <a:lnTo>
                    <a:pt x="12589" y="23208"/>
                  </a:lnTo>
                  <a:lnTo>
                    <a:pt x="12744" y="23594"/>
                  </a:lnTo>
                  <a:lnTo>
                    <a:pt x="12937" y="23941"/>
                  </a:lnTo>
                  <a:lnTo>
                    <a:pt x="13168" y="24289"/>
                  </a:lnTo>
                  <a:lnTo>
                    <a:pt x="13439" y="24598"/>
                  </a:lnTo>
                  <a:lnTo>
                    <a:pt x="13709" y="24907"/>
                  </a:lnTo>
                  <a:lnTo>
                    <a:pt x="14018" y="25177"/>
                  </a:lnTo>
                  <a:lnTo>
                    <a:pt x="14365" y="25409"/>
                  </a:lnTo>
                  <a:lnTo>
                    <a:pt x="14713" y="25602"/>
                  </a:lnTo>
                  <a:lnTo>
                    <a:pt x="15331" y="25911"/>
                  </a:lnTo>
                  <a:lnTo>
                    <a:pt x="15717" y="26027"/>
                  </a:lnTo>
                  <a:lnTo>
                    <a:pt x="16142" y="26181"/>
                  </a:lnTo>
                  <a:lnTo>
                    <a:pt x="16566" y="26258"/>
                  </a:lnTo>
                  <a:lnTo>
                    <a:pt x="16953" y="26297"/>
                  </a:lnTo>
                  <a:lnTo>
                    <a:pt x="17146" y="26297"/>
                  </a:lnTo>
                  <a:lnTo>
                    <a:pt x="17300" y="26258"/>
                  </a:lnTo>
                  <a:lnTo>
                    <a:pt x="17416" y="26181"/>
                  </a:lnTo>
                  <a:lnTo>
                    <a:pt x="17570" y="26104"/>
                  </a:lnTo>
                  <a:lnTo>
                    <a:pt x="17648" y="25949"/>
                  </a:lnTo>
                  <a:lnTo>
                    <a:pt x="17725" y="25833"/>
                  </a:lnTo>
                  <a:lnTo>
                    <a:pt x="17841" y="25486"/>
                  </a:lnTo>
                  <a:lnTo>
                    <a:pt x="17879" y="25100"/>
                  </a:lnTo>
                  <a:lnTo>
                    <a:pt x="17841" y="24675"/>
                  </a:lnTo>
                  <a:lnTo>
                    <a:pt x="17802" y="24289"/>
                  </a:lnTo>
                  <a:lnTo>
                    <a:pt x="17686" y="23903"/>
                  </a:lnTo>
                  <a:lnTo>
                    <a:pt x="17493" y="23246"/>
                  </a:lnTo>
                  <a:lnTo>
                    <a:pt x="17223" y="22706"/>
                  </a:lnTo>
                  <a:lnTo>
                    <a:pt x="16914" y="22204"/>
                  </a:lnTo>
                  <a:lnTo>
                    <a:pt x="16528" y="21740"/>
                  </a:lnTo>
                  <a:lnTo>
                    <a:pt x="16103" y="21354"/>
                  </a:lnTo>
                  <a:lnTo>
                    <a:pt x="16296" y="21315"/>
                  </a:lnTo>
                  <a:lnTo>
                    <a:pt x="16489" y="21277"/>
                  </a:lnTo>
                  <a:lnTo>
                    <a:pt x="16682" y="21161"/>
                  </a:lnTo>
                  <a:lnTo>
                    <a:pt x="16875" y="21045"/>
                  </a:lnTo>
                  <a:lnTo>
                    <a:pt x="16914" y="21007"/>
                  </a:lnTo>
                  <a:lnTo>
                    <a:pt x="16953" y="20929"/>
                  </a:lnTo>
                  <a:lnTo>
                    <a:pt x="16914" y="20814"/>
                  </a:lnTo>
                  <a:lnTo>
                    <a:pt x="16875" y="20775"/>
                  </a:lnTo>
                  <a:lnTo>
                    <a:pt x="16335" y="20466"/>
                  </a:lnTo>
                  <a:lnTo>
                    <a:pt x="15833" y="20196"/>
                  </a:lnTo>
                  <a:lnTo>
                    <a:pt x="15292" y="20003"/>
                  </a:lnTo>
                  <a:lnTo>
                    <a:pt x="14713" y="19848"/>
                  </a:lnTo>
                  <a:lnTo>
                    <a:pt x="14983" y="19346"/>
                  </a:lnTo>
                  <a:lnTo>
                    <a:pt x="14983" y="19230"/>
                  </a:lnTo>
                  <a:lnTo>
                    <a:pt x="14983" y="19114"/>
                  </a:lnTo>
                  <a:lnTo>
                    <a:pt x="14983" y="19076"/>
                  </a:lnTo>
                  <a:lnTo>
                    <a:pt x="14945" y="19037"/>
                  </a:lnTo>
                  <a:lnTo>
                    <a:pt x="14172" y="18574"/>
                  </a:lnTo>
                  <a:lnTo>
                    <a:pt x="13825" y="18342"/>
                  </a:lnTo>
                  <a:lnTo>
                    <a:pt x="13477" y="18033"/>
                  </a:lnTo>
                  <a:lnTo>
                    <a:pt x="13554" y="17879"/>
                  </a:lnTo>
                  <a:lnTo>
                    <a:pt x="13670" y="17493"/>
                  </a:lnTo>
                  <a:lnTo>
                    <a:pt x="13747" y="17106"/>
                  </a:lnTo>
                  <a:lnTo>
                    <a:pt x="13786" y="16720"/>
                  </a:lnTo>
                  <a:lnTo>
                    <a:pt x="13825" y="16334"/>
                  </a:lnTo>
                  <a:lnTo>
                    <a:pt x="14249" y="17106"/>
                  </a:lnTo>
                  <a:lnTo>
                    <a:pt x="14674" y="17956"/>
                  </a:lnTo>
                  <a:lnTo>
                    <a:pt x="14751" y="18033"/>
                  </a:lnTo>
                  <a:lnTo>
                    <a:pt x="14867" y="18033"/>
                  </a:lnTo>
                  <a:lnTo>
                    <a:pt x="15640" y="18072"/>
                  </a:lnTo>
                  <a:lnTo>
                    <a:pt x="16412" y="18110"/>
                  </a:lnTo>
                  <a:lnTo>
                    <a:pt x="17184" y="18188"/>
                  </a:lnTo>
                  <a:lnTo>
                    <a:pt x="17957" y="18304"/>
                  </a:lnTo>
                  <a:lnTo>
                    <a:pt x="18111" y="18304"/>
                  </a:lnTo>
                  <a:lnTo>
                    <a:pt x="18188" y="18226"/>
                  </a:lnTo>
                  <a:lnTo>
                    <a:pt x="18227" y="18110"/>
                  </a:lnTo>
                  <a:lnTo>
                    <a:pt x="18188" y="17995"/>
                  </a:lnTo>
                  <a:lnTo>
                    <a:pt x="16798" y="15099"/>
                  </a:lnTo>
                  <a:lnTo>
                    <a:pt x="16064" y="13631"/>
                  </a:lnTo>
                  <a:lnTo>
                    <a:pt x="15678" y="12936"/>
                  </a:lnTo>
                  <a:lnTo>
                    <a:pt x="15253" y="12241"/>
                  </a:lnTo>
                  <a:lnTo>
                    <a:pt x="15176" y="12202"/>
                  </a:lnTo>
                  <a:lnTo>
                    <a:pt x="15099" y="12202"/>
                  </a:lnTo>
                  <a:lnTo>
                    <a:pt x="14713" y="12164"/>
                  </a:lnTo>
                  <a:lnTo>
                    <a:pt x="14288" y="12164"/>
                  </a:lnTo>
                  <a:lnTo>
                    <a:pt x="13516" y="12125"/>
                  </a:lnTo>
                  <a:lnTo>
                    <a:pt x="12164" y="12009"/>
                  </a:lnTo>
                  <a:lnTo>
                    <a:pt x="11662" y="11198"/>
                  </a:lnTo>
                  <a:lnTo>
                    <a:pt x="11122" y="10465"/>
                  </a:lnTo>
                  <a:lnTo>
                    <a:pt x="10542" y="9731"/>
                  </a:lnTo>
                  <a:lnTo>
                    <a:pt x="10002" y="8997"/>
                  </a:lnTo>
                  <a:lnTo>
                    <a:pt x="8959" y="7762"/>
                  </a:lnTo>
                  <a:lnTo>
                    <a:pt x="7839" y="6565"/>
                  </a:lnTo>
                  <a:lnTo>
                    <a:pt x="6720" y="5406"/>
                  </a:lnTo>
                  <a:lnTo>
                    <a:pt x="5561" y="4286"/>
                  </a:lnTo>
                  <a:lnTo>
                    <a:pt x="4325" y="3205"/>
                  </a:lnTo>
                  <a:lnTo>
                    <a:pt x="3128" y="2163"/>
                  </a:lnTo>
                  <a:lnTo>
                    <a:pt x="1854" y="1120"/>
                  </a:lnTo>
                  <a:lnTo>
                    <a:pt x="580" y="116"/>
                  </a:lnTo>
                  <a:lnTo>
                    <a:pt x="541" y="77"/>
                  </a:lnTo>
                  <a:lnTo>
                    <a:pt x="464" y="77"/>
                  </a:lnTo>
                  <a:lnTo>
                    <a:pt x="348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6" name="Google Shape;4246;p18"/>
            <p:cNvSpPr/>
            <p:nvPr/>
          </p:nvSpPr>
          <p:spPr>
            <a:xfrm>
              <a:off x="668675" y="2948700"/>
              <a:ext cx="256800" cy="152550"/>
            </a:xfrm>
            <a:custGeom>
              <a:avLst/>
              <a:gdLst/>
              <a:ahLst/>
              <a:cxnLst/>
              <a:rect l="l" t="t" r="r" b="b"/>
              <a:pathLst>
                <a:path w="10272" h="6102" extrusionOk="0">
                  <a:moveTo>
                    <a:pt x="541" y="1"/>
                  </a:moveTo>
                  <a:lnTo>
                    <a:pt x="425" y="39"/>
                  </a:lnTo>
                  <a:lnTo>
                    <a:pt x="348" y="116"/>
                  </a:lnTo>
                  <a:lnTo>
                    <a:pt x="232" y="194"/>
                  </a:lnTo>
                  <a:lnTo>
                    <a:pt x="155" y="348"/>
                  </a:lnTo>
                  <a:lnTo>
                    <a:pt x="77" y="503"/>
                  </a:lnTo>
                  <a:lnTo>
                    <a:pt x="0" y="889"/>
                  </a:lnTo>
                  <a:lnTo>
                    <a:pt x="0" y="1275"/>
                  </a:lnTo>
                  <a:lnTo>
                    <a:pt x="0" y="1622"/>
                  </a:lnTo>
                  <a:lnTo>
                    <a:pt x="0" y="2047"/>
                  </a:lnTo>
                  <a:lnTo>
                    <a:pt x="77" y="2511"/>
                  </a:lnTo>
                  <a:lnTo>
                    <a:pt x="155" y="2935"/>
                  </a:lnTo>
                  <a:lnTo>
                    <a:pt x="309" y="3321"/>
                  </a:lnTo>
                  <a:lnTo>
                    <a:pt x="502" y="3785"/>
                  </a:lnTo>
                  <a:lnTo>
                    <a:pt x="734" y="4171"/>
                  </a:lnTo>
                  <a:lnTo>
                    <a:pt x="1004" y="4557"/>
                  </a:lnTo>
                  <a:lnTo>
                    <a:pt x="1313" y="4905"/>
                  </a:lnTo>
                  <a:lnTo>
                    <a:pt x="1699" y="5214"/>
                  </a:lnTo>
                  <a:lnTo>
                    <a:pt x="2047" y="5523"/>
                  </a:lnTo>
                  <a:lnTo>
                    <a:pt x="2472" y="5754"/>
                  </a:lnTo>
                  <a:lnTo>
                    <a:pt x="2896" y="5947"/>
                  </a:lnTo>
                  <a:lnTo>
                    <a:pt x="3167" y="5716"/>
                  </a:lnTo>
                  <a:lnTo>
                    <a:pt x="2819" y="5561"/>
                  </a:lnTo>
                  <a:lnTo>
                    <a:pt x="2510" y="5368"/>
                  </a:lnTo>
                  <a:lnTo>
                    <a:pt x="2240" y="5136"/>
                  </a:lnTo>
                  <a:lnTo>
                    <a:pt x="1931" y="4905"/>
                  </a:lnTo>
                  <a:lnTo>
                    <a:pt x="1661" y="4634"/>
                  </a:lnTo>
                  <a:lnTo>
                    <a:pt x="1429" y="4364"/>
                  </a:lnTo>
                  <a:lnTo>
                    <a:pt x="1197" y="4094"/>
                  </a:lnTo>
                  <a:lnTo>
                    <a:pt x="1004" y="3785"/>
                  </a:lnTo>
                  <a:lnTo>
                    <a:pt x="811" y="3476"/>
                  </a:lnTo>
                  <a:lnTo>
                    <a:pt x="657" y="3128"/>
                  </a:lnTo>
                  <a:lnTo>
                    <a:pt x="541" y="2781"/>
                  </a:lnTo>
                  <a:lnTo>
                    <a:pt x="464" y="2433"/>
                  </a:lnTo>
                  <a:lnTo>
                    <a:pt x="425" y="2086"/>
                  </a:lnTo>
                  <a:lnTo>
                    <a:pt x="386" y="1700"/>
                  </a:lnTo>
                  <a:lnTo>
                    <a:pt x="425" y="1352"/>
                  </a:lnTo>
                  <a:lnTo>
                    <a:pt x="464" y="966"/>
                  </a:lnTo>
                  <a:lnTo>
                    <a:pt x="541" y="696"/>
                  </a:lnTo>
                  <a:lnTo>
                    <a:pt x="579" y="541"/>
                  </a:lnTo>
                  <a:lnTo>
                    <a:pt x="657" y="464"/>
                  </a:lnTo>
                  <a:lnTo>
                    <a:pt x="811" y="503"/>
                  </a:lnTo>
                  <a:lnTo>
                    <a:pt x="1043" y="618"/>
                  </a:lnTo>
                  <a:lnTo>
                    <a:pt x="1429" y="812"/>
                  </a:lnTo>
                  <a:lnTo>
                    <a:pt x="1738" y="1005"/>
                  </a:lnTo>
                  <a:lnTo>
                    <a:pt x="2085" y="1236"/>
                  </a:lnTo>
                  <a:lnTo>
                    <a:pt x="2394" y="1468"/>
                  </a:lnTo>
                  <a:lnTo>
                    <a:pt x="2665" y="1738"/>
                  </a:lnTo>
                  <a:lnTo>
                    <a:pt x="2935" y="2009"/>
                  </a:lnTo>
                  <a:lnTo>
                    <a:pt x="3167" y="2279"/>
                  </a:lnTo>
                  <a:lnTo>
                    <a:pt x="3360" y="2588"/>
                  </a:lnTo>
                  <a:lnTo>
                    <a:pt x="3514" y="2897"/>
                  </a:lnTo>
                  <a:lnTo>
                    <a:pt x="3630" y="3244"/>
                  </a:lnTo>
                  <a:lnTo>
                    <a:pt x="3707" y="3592"/>
                  </a:lnTo>
                  <a:lnTo>
                    <a:pt x="3784" y="3939"/>
                  </a:lnTo>
                  <a:lnTo>
                    <a:pt x="3784" y="4325"/>
                  </a:lnTo>
                  <a:lnTo>
                    <a:pt x="3823" y="4403"/>
                  </a:lnTo>
                  <a:lnTo>
                    <a:pt x="3939" y="4480"/>
                  </a:lnTo>
                  <a:lnTo>
                    <a:pt x="3939" y="4557"/>
                  </a:lnTo>
                  <a:lnTo>
                    <a:pt x="3978" y="4596"/>
                  </a:lnTo>
                  <a:lnTo>
                    <a:pt x="4016" y="4596"/>
                  </a:lnTo>
                  <a:lnTo>
                    <a:pt x="4055" y="4557"/>
                  </a:lnTo>
                  <a:lnTo>
                    <a:pt x="4171" y="4403"/>
                  </a:lnTo>
                  <a:lnTo>
                    <a:pt x="4286" y="4287"/>
                  </a:lnTo>
                  <a:lnTo>
                    <a:pt x="4595" y="4017"/>
                  </a:lnTo>
                  <a:lnTo>
                    <a:pt x="4943" y="3785"/>
                  </a:lnTo>
                  <a:lnTo>
                    <a:pt x="5329" y="3630"/>
                  </a:lnTo>
                  <a:lnTo>
                    <a:pt x="5754" y="3476"/>
                  </a:lnTo>
                  <a:lnTo>
                    <a:pt x="6179" y="3360"/>
                  </a:lnTo>
                  <a:lnTo>
                    <a:pt x="6565" y="3283"/>
                  </a:lnTo>
                  <a:lnTo>
                    <a:pt x="6912" y="3206"/>
                  </a:lnTo>
                  <a:lnTo>
                    <a:pt x="7260" y="3167"/>
                  </a:lnTo>
                  <a:lnTo>
                    <a:pt x="7646" y="3167"/>
                  </a:lnTo>
                  <a:lnTo>
                    <a:pt x="7994" y="3206"/>
                  </a:lnTo>
                  <a:lnTo>
                    <a:pt x="8380" y="3244"/>
                  </a:lnTo>
                  <a:lnTo>
                    <a:pt x="8727" y="3321"/>
                  </a:lnTo>
                  <a:lnTo>
                    <a:pt x="9075" y="3399"/>
                  </a:lnTo>
                  <a:lnTo>
                    <a:pt x="9422" y="3553"/>
                  </a:lnTo>
                  <a:lnTo>
                    <a:pt x="9770" y="3669"/>
                  </a:lnTo>
                  <a:lnTo>
                    <a:pt x="9499" y="4017"/>
                  </a:lnTo>
                  <a:lnTo>
                    <a:pt x="9229" y="4364"/>
                  </a:lnTo>
                  <a:lnTo>
                    <a:pt x="8920" y="4634"/>
                  </a:lnTo>
                  <a:lnTo>
                    <a:pt x="8611" y="4905"/>
                  </a:lnTo>
                  <a:lnTo>
                    <a:pt x="8264" y="5136"/>
                  </a:lnTo>
                  <a:lnTo>
                    <a:pt x="7916" y="5329"/>
                  </a:lnTo>
                  <a:lnTo>
                    <a:pt x="7530" y="5484"/>
                  </a:lnTo>
                  <a:lnTo>
                    <a:pt x="7105" y="5600"/>
                  </a:lnTo>
                  <a:lnTo>
                    <a:pt x="6719" y="5638"/>
                  </a:lnTo>
                  <a:lnTo>
                    <a:pt x="6333" y="5677"/>
                  </a:lnTo>
                  <a:lnTo>
                    <a:pt x="5599" y="5677"/>
                  </a:lnTo>
                  <a:lnTo>
                    <a:pt x="4866" y="5600"/>
                  </a:lnTo>
                  <a:lnTo>
                    <a:pt x="4093" y="5484"/>
                  </a:lnTo>
                  <a:lnTo>
                    <a:pt x="4016" y="5484"/>
                  </a:lnTo>
                  <a:lnTo>
                    <a:pt x="3978" y="5523"/>
                  </a:lnTo>
                  <a:lnTo>
                    <a:pt x="3900" y="5638"/>
                  </a:lnTo>
                  <a:lnTo>
                    <a:pt x="3862" y="5638"/>
                  </a:lnTo>
                  <a:lnTo>
                    <a:pt x="3862" y="5716"/>
                  </a:lnTo>
                  <a:lnTo>
                    <a:pt x="3900" y="6025"/>
                  </a:lnTo>
                  <a:lnTo>
                    <a:pt x="4093" y="5909"/>
                  </a:lnTo>
                  <a:lnTo>
                    <a:pt x="4943" y="6025"/>
                  </a:lnTo>
                  <a:lnTo>
                    <a:pt x="5792" y="6102"/>
                  </a:lnTo>
                  <a:lnTo>
                    <a:pt x="6217" y="6102"/>
                  </a:lnTo>
                  <a:lnTo>
                    <a:pt x="6642" y="6063"/>
                  </a:lnTo>
                  <a:lnTo>
                    <a:pt x="7105" y="6025"/>
                  </a:lnTo>
                  <a:lnTo>
                    <a:pt x="7530" y="5947"/>
                  </a:lnTo>
                  <a:lnTo>
                    <a:pt x="7955" y="5793"/>
                  </a:lnTo>
                  <a:lnTo>
                    <a:pt x="8341" y="5600"/>
                  </a:lnTo>
                  <a:lnTo>
                    <a:pt x="8727" y="5368"/>
                  </a:lnTo>
                  <a:lnTo>
                    <a:pt x="9075" y="5098"/>
                  </a:lnTo>
                  <a:lnTo>
                    <a:pt x="9384" y="4789"/>
                  </a:lnTo>
                  <a:lnTo>
                    <a:pt x="9654" y="4441"/>
                  </a:lnTo>
                  <a:lnTo>
                    <a:pt x="10233" y="3746"/>
                  </a:lnTo>
                  <a:lnTo>
                    <a:pt x="10272" y="3630"/>
                  </a:lnTo>
                  <a:lnTo>
                    <a:pt x="10272" y="3553"/>
                  </a:lnTo>
                  <a:lnTo>
                    <a:pt x="10233" y="3476"/>
                  </a:lnTo>
                  <a:lnTo>
                    <a:pt x="10156" y="3399"/>
                  </a:lnTo>
                  <a:lnTo>
                    <a:pt x="9693" y="3206"/>
                  </a:lnTo>
                  <a:lnTo>
                    <a:pt x="9229" y="3013"/>
                  </a:lnTo>
                  <a:lnTo>
                    <a:pt x="8766" y="2897"/>
                  </a:lnTo>
                  <a:lnTo>
                    <a:pt x="8264" y="2781"/>
                  </a:lnTo>
                  <a:lnTo>
                    <a:pt x="7800" y="2742"/>
                  </a:lnTo>
                  <a:lnTo>
                    <a:pt x="7298" y="2742"/>
                  </a:lnTo>
                  <a:lnTo>
                    <a:pt x="6796" y="2781"/>
                  </a:lnTo>
                  <a:lnTo>
                    <a:pt x="6294" y="2858"/>
                  </a:lnTo>
                  <a:lnTo>
                    <a:pt x="5870" y="3013"/>
                  </a:lnTo>
                  <a:lnTo>
                    <a:pt x="5290" y="3206"/>
                  </a:lnTo>
                  <a:lnTo>
                    <a:pt x="4982" y="3321"/>
                  </a:lnTo>
                  <a:lnTo>
                    <a:pt x="4673" y="3476"/>
                  </a:lnTo>
                  <a:lnTo>
                    <a:pt x="4402" y="3630"/>
                  </a:lnTo>
                  <a:lnTo>
                    <a:pt x="4209" y="3823"/>
                  </a:lnTo>
                  <a:lnTo>
                    <a:pt x="4132" y="3476"/>
                  </a:lnTo>
                  <a:lnTo>
                    <a:pt x="4055" y="3128"/>
                  </a:lnTo>
                  <a:lnTo>
                    <a:pt x="3939" y="2781"/>
                  </a:lnTo>
                  <a:lnTo>
                    <a:pt x="3784" y="2472"/>
                  </a:lnTo>
                  <a:lnTo>
                    <a:pt x="3591" y="2163"/>
                  </a:lnTo>
                  <a:lnTo>
                    <a:pt x="3360" y="1854"/>
                  </a:lnTo>
                  <a:lnTo>
                    <a:pt x="3128" y="1584"/>
                  </a:lnTo>
                  <a:lnTo>
                    <a:pt x="2858" y="1314"/>
                  </a:lnTo>
                  <a:lnTo>
                    <a:pt x="2472" y="966"/>
                  </a:lnTo>
                  <a:lnTo>
                    <a:pt x="2008" y="696"/>
                  </a:lnTo>
                  <a:lnTo>
                    <a:pt x="1545" y="425"/>
                  </a:lnTo>
                  <a:lnTo>
                    <a:pt x="1081" y="194"/>
                  </a:lnTo>
                  <a:lnTo>
                    <a:pt x="850" y="78"/>
                  </a:lnTo>
                  <a:lnTo>
                    <a:pt x="657" y="39"/>
                  </a:lnTo>
                  <a:lnTo>
                    <a:pt x="54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7" name="Google Shape;4247;p18"/>
            <p:cNvSpPr/>
            <p:nvPr/>
          </p:nvSpPr>
          <p:spPr>
            <a:xfrm>
              <a:off x="3343725" y="3024000"/>
              <a:ext cx="482700" cy="227850"/>
            </a:xfrm>
            <a:custGeom>
              <a:avLst/>
              <a:gdLst/>
              <a:ahLst/>
              <a:cxnLst/>
              <a:rect l="l" t="t" r="r" b="b"/>
              <a:pathLst>
                <a:path w="19308" h="9114" extrusionOk="0">
                  <a:moveTo>
                    <a:pt x="77" y="1"/>
                  </a:moveTo>
                  <a:lnTo>
                    <a:pt x="0" y="618"/>
                  </a:lnTo>
                  <a:lnTo>
                    <a:pt x="0" y="1236"/>
                  </a:lnTo>
                  <a:lnTo>
                    <a:pt x="39" y="1854"/>
                  </a:lnTo>
                  <a:lnTo>
                    <a:pt x="154" y="2472"/>
                  </a:lnTo>
                  <a:lnTo>
                    <a:pt x="309" y="3090"/>
                  </a:lnTo>
                  <a:lnTo>
                    <a:pt x="502" y="3669"/>
                  </a:lnTo>
                  <a:lnTo>
                    <a:pt x="772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69" y="5947"/>
                  </a:lnTo>
                  <a:lnTo>
                    <a:pt x="2433" y="6449"/>
                  </a:lnTo>
                  <a:lnTo>
                    <a:pt x="2935" y="6913"/>
                  </a:lnTo>
                  <a:lnTo>
                    <a:pt x="3514" y="7299"/>
                  </a:lnTo>
                  <a:lnTo>
                    <a:pt x="4093" y="7646"/>
                  </a:lnTo>
                  <a:lnTo>
                    <a:pt x="4672" y="7994"/>
                  </a:lnTo>
                  <a:lnTo>
                    <a:pt x="5329" y="8264"/>
                  </a:lnTo>
                  <a:lnTo>
                    <a:pt x="5947" y="8496"/>
                  </a:lnTo>
                  <a:lnTo>
                    <a:pt x="6642" y="8689"/>
                  </a:lnTo>
                  <a:lnTo>
                    <a:pt x="7298" y="8843"/>
                  </a:lnTo>
                  <a:lnTo>
                    <a:pt x="7993" y="8998"/>
                  </a:lnTo>
                  <a:lnTo>
                    <a:pt x="8688" y="9075"/>
                  </a:lnTo>
                  <a:lnTo>
                    <a:pt x="9383" y="9114"/>
                  </a:lnTo>
                  <a:lnTo>
                    <a:pt x="10079" y="9114"/>
                  </a:lnTo>
                  <a:lnTo>
                    <a:pt x="10735" y="9075"/>
                  </a:lnTo>
                  <a:lnTo>
                    <a:pt x="11391" y="9036"/>
                  </a:lnTo>
                  <a:lnTo>
                    <a:pt x="12048" y="8921"/>
                  </a:lnTo>
                  <a:lnTo>
                    <a:pt x="12704" y="8805"/>
                  </a:lnTo>
                  <a:lnTo>
                    <a:pt x="13361" y="8612"/>
                  </a:lnTo>
                  <a:lnTo>
                    <a:pt x="14017" y="8419"/>
                  </a:lnTo>
                  <a:lnTo>
                    <a:pt x="14635" y="8187"/>
                  </a:lnTo>
                  <a:lnTo>
                    <a:pt x="15253" y="7917"/>
                  </a:lnTo>
                  <a:lnTo>
                    <a:pt x="15871" y="7569"/>
                  </a:lnTo>
                  <a:lnTo>
                    <a:pt x="16411" y="7222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28" y="4905"/>
                  </a:lnTo>
                  <a:lnTo>
                    <a:pt x="19076" y="4325"/>
                  </a:lnTo>
                  <a:lnTo>
                    <a:pt x="19307" y="3708"/>
                  </a:lnTo>
                  <a:lnTo>
                    <a:pt x="19114" y="3669"/>
                  </a:lnTo>
                  <a:lnTo>
                    <a:pt x="18767" y="4171"/>
                  </a:lnTo>
                  <a:lnTo>
                    <a:pt x="18381" y="4673"/>
                  </a:lnTo>
                  <a:lnTo>
                    <a:pt x="17995" y="5136"/>
                  </a:lnTo>
                  <a:lnTo>
                    <a:pt x="17608" y="5561"/>
                  </a:lnTo>
                  <a:lnTo>
                    <a:pt x="17145" y="5986"/>
                  </a:lnTo>
                  <a:lnTo>
                    <a:pt x="16720" y="6372"/>
                  </a:lnTo>
                  <a:lnTo>
                    <a:pt x="16218" y="6720"/>
                  </a:lnTo>
                  <a:lnTo>
                    <a:pt x="15716" y="7028"/>
                  </a:lnTo>
                  <a:lnTo>
                    <a:pt x="15214" y="7337"/>
                  </a:lnTo>
                  <a:lnTo>
                    <a:pt x="14674" y="7608"/>
                  </a:lnTo>
                  <a:lnTo>
                    <a:pt x="14133" y="7839"/>
                  </a:lnTo>
                  <a:lnTo>
                    <a:pt x="13554" y="8032"/>
                  </a:lnTo>
                  <a:lnTo>
                    <a:pt x="12975" y="8225"/>
                  </a:lnTo>
                  <a:lnTo>
                    <a:pt x="12395" y="8380"/>
                  </a:lnTo>
                  <a:lnTo>
                    <a:pt x="11816" y="8496"/>
                  </a:lnTo>
                  <a:lnTo>
                    <a:pt x="11198" y="8573"/>
                  </a:lnTo>
                  <a:lnTo>
                    <a:pt x="10503" y="8612"/>
                  </a:lnTo>
                  <a:lnTo>
                    <a:pt x="9808" y="8650"/>
                  </a:lnTo>
                  <a:lnTo>
                    <a:pt x="9075" y="8612"/>
                  </a:lnTo>
                  <a:lnTo>
                    <a:pt x="8379" y="8573"/>
                  </a:lnTo>
                  <a:lnTo>
                    <a:pt x="7684" y="8457"/>
                  </a:lnTo>
                  <a:lnTo>
                    <a:pt x="6989" y="8303"/>
                  </a:lnTo>
                  <a:lnTo>
                    <a:pt x="6294" y="8110"/>
                  </a:lnTo>
                  <a:lnTo>
                    <a:pt x="5638" y="7878"/>
                  </a:lnTo>
                  <a:lnTo>
                    <a:pt x="4981" y="7608"/>
                  </a:lnTo>
                  <a:lnTo>
                    <a:pt x="4364" y="7299"/>
                  </a:lnTo>
                  <a:lnTo>
                    <a:pt x="3784" y="6951"/>
                  </a:lnTo>
                  <a:lnTo>
                    <a:pt x="3205" y="6526"/>
                  </a:lnTo>
                  <a:lnTo>
                    <a:pt x="2664" y="6063"/>
                  </a:lnTo>
                  <a:lnTo>
                    <a:pt x="2201" y="5561"/>
                  </a:lnTo>
                  <a:lnTo>
                    <a:pt x="1738" y="5020"/>
                  </a:lnTo>
                  <a:lnTo>
                    <a:pt x="1352" y="4403"/>
                  </a:lnTo>
                  <a:lnTo>
                    <a:pt x="1081" y="3901"/>
                  </a:lnTo>
                  <a:lnTo>
                    <a:pt x="850" y="3399"/>
                  </a:lnTo>
                  <a:lnTo>
                    <a:pt x="656" y="2858"/>
                  </a:lnTo>
                  <a:lnTo>
                    <a:pt x="502" y="2317"/>
                  </a:lnTo>
                  <a:lnTo>
                    <a:pt x="425" y="1777"/>
                  </a:lnTo>
                  <a:lnTo>
                    <a:pt x="348" y="1198"/>
                  </a:lnTo>
                  <a:lnTo>
                    <a:pt x="386" y="618"/>
                  </a:lnTo>
                  <a:lnTo>
                    <a:pt x="425" y="78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8" name="Google Shape;4248;p18"/>
            <p:cNvSpPr/>
            <p:nvPr/>
          </p:nvSpPr>
          <p:spPr>
            <a:xfrm>
              <a:off x="238125" y="3026900"/>
              <a:ext cx="84975" cy="55050"/>
            </a:xfrm>
            <a:custGeom>
              <a:avLst/>
              <a:gdLst/>
              <a:ahLst/>
              <a:cxnLst/>
              <a:rect l="l" t="t" r="r" b="b"/>
              <a:pathLst>
                <a:path w="3399" h="2202" extrusionOk="0">
                  <a:moveTo>
                    <a:pt x="1506" y="425"/>
                  </a:moveTo>
                  <a:lnTo>
                    <a:pt x="1738" y="502"/>
                  </a:lnTo>
                  <a:lnTo>
                    <a:pt x="1931" y="580"/>
                  </a:lnTo>
                  <a:lnTo>
                    <a:pt x="2124" y="657"/>
                  </a:lnTo>
                  <a:lnTo>
                    <a:pt x="2433" y="927"/>
                  </a:lnTo>
                  <a:lnTo>
                    <a:pt x="2742" y="1236"/>
                  </a:lnTo>
                  <a:lnTo>
                    <a:pt x="2973" y="1545"/>
                  </a:lnTo>
                  <a:lnTo>
                    <a:pt x="2549" y="1545"/>
                  </a:lnTo>
                  <a:lnTo>
                    <a:pt x="2085" y="1584"/>
                  </a:lnTo>
                  <a:lnTo>
                    <a:pt x="1699" y="1699"/>
                  </a:lnTo>
                  <a:lnTo>
                    <a:pt x="1467" y="1777"/>
                  </a:lnTo>
                  <a:lnTo>
                    <a:pt x="965" y="1777"/>
                  </a:lnTo>
                  <a:lnTo>
                    <a:pt x="772" y="1738"/>
                  </a:lnTo>
                  <a:lnTo>
                    <a:pt x="579" y="1622"/>
                  </a:lnTo>
                  <a:lnTo>
                    <a:pt x="502" y="1545"/>
                  </a:lnTo>
                  <a:lnTo>
                    <a:pt x="463" y="1429"/>
                  </a:lnTo>
                  <a:lnTo>
                    <a:pt x="386" y="1313"/>
                  </a:lnTo>
                  <a:lnTo>
                    <a:pt x="386" y="1159"/>
                  </a:lnTo>
                  <a:lnTo>
                    <a:pt x="386" y="1043"/>
                  </a:lnTo>
                  <a:lnTo>
                    <a:pt x="425" y="927"/>
                  </a:lnTo>
                  <a:lnTo>
                    <a:pt x="463" y="811"/>
                  </a:lnTo>
                  <a:lnTo>
                    <a:pt x="541" y="734"/>
                  </a:lnTo>
                  <a:lnTo>
                    <a:pt x="734" y="580"/>
                  </a:lnTo>
                  <a:lnTo>
                    <a:pt x="1004" y="502"/>
                  </a:lnTo>
                  <a:lnTo>
                    <a:pt x="1236" y="425"/>
                  </a:lnTo>
                  <a:close/>
                  <a:moveTo>
                    <a:pt x="1004" y="0"/>
                  </a:moveTo>
                  <a:lnTo>
                    <a:pt x="772" y="78"/>
                  </a:lnTo>
                  <a:lnTo>
                    <a:pt x="541" y="193"/>
                  </a:lnTo>
                  <a:lnTo>
                    <a:pt x="386" y="309"/>
                  </a:lnTo>
                  <a:lnTo>
                    <a:pt x="193" y="502"/>
                  </a:lnTo>
                  <a:lnTo>
                    <a:pt x="77" y="734"/>
                  </a:lnTo>
                  <a:lnTo>
                    <a:pt x="0" y="927"/>
                  </a:lnTo>
                  <a:lnTo>
                    <a:pt x="0" y="1159"/>
                  </a:lnTo>
                  <a:lnTo>
                    <a:pt x="0" y="1391"/>
                  </a:lnTo>
                  <a:lnTo>
                    <a:pt x="77" y="1584"/>
                  </a:lnTo>
                  <a:lnTo>
                    <a:pt x="154" y="1777"/>
                  </a:lnTo>
                  <a:lnTo>
                    <a:pt x="309" y="1931"/>
                  </a:lnTo>
                  <a:lnTo>
                    <a:pt x="463" y="2047"/>
                  </a:lnTo>
                  <a:lnTo>
                    <a:pt x="695" y="2163"/>
                  </a:lnTo>
                  <a:lnTo>
                    <a:pt x="1004" y="2201"/>
                  </a:lnTo>
                  <a:lnTo>
                    <a:pt x="1274" y="2201"/>
                  </a:lnTo>
                  <a:lnTo>
                    <a:pt x="1583" y="2163"/>
                  </a:lnTo>
                  <a:lnTo>
                    <a:pt x="1892" y="2086"/>
                  </a:lnTo>
                  <a:lnTo>
                    <a:pt x="2201" y="2008"/>
                  </a:lnTo>
                  <a:lnTo>
                    <a:pt x="2510" y="1931"/>
                  </a:lnTo>
                  <a:lnTo>
                    <a:pt x="2819" y="1931"/>
                  </a:lnTo>
                  <a:lnTo>
                    <a:pt x="3089" y="2008"/>
                  </a:lnTo>
                  <a:lnTo>
                    <a:pt x="3205" y="2008"/>
                  </a:lnTo>
                  <a:lnTo>
                    <a:pt x="3282" y="1970"/>
                  </a:lnTo>
                  <a:lnTo>
                    <a:pt x="3359" y="1893"/>
                  </a:lnTo>
                  <a:lnTo>
                    <a:pt x="3359" y="1815"/>
                  </a:lnTo>
                  <a:lnTo>
                    <a:pt x="3398" y="1777"/>
                  </a:lnTo>
                  <a:lnTo>
                    <a:pt x="3398" y="1699"/>
                  </a:lnTo>
                  <a:lnTo>
                    <a:pt x="3089" y="1159"/>
                  </a:lnTo>
                  <a:lnTo>
                    <a:pt x="2935" y="927"/>
                  </a:lnTo>
                  <a:lnTo>
                    <a:pt x="2742" y="695"/>
                  </a:lnTo>
                  <a:lnTo>
                    <a:pt x="2510" y="464"/>
                  </a:lnTo>
                  <a:lnTo>
                    <a:pt x="2278" y="309"/>
                  </a:lnTo>
                  <a:lnTo>
                    <a:pt x="2008" y="155"/>
                  </a:lnTo>
                  <a:lnTo>
                    <a:pt x="1738" y="39"/>
                  </a:lnTo>
                  <a:lnTo>
                    <a:pt x="150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9" name="Google Shape;4249;p18"/>
            <p:cNvSpPr/>
            <p:nvPr/>
          </p:nvSpPr>
          <p:spPr>
            <a:xfrm>
              <a:off x="3429625" y="3033650"/>
              <a:ext cx="35750" cy="29950"/>
            </a:xfrm>
            <a:custGeom>
              <a:avLst/>
              <a:gdLst/>
              <a:ahLst/>
              <a:cxnLst/>
              <a:rect l="l" t="t" r="r" b="b"/>
              <a:pathLst>
                <a:path w="1430" h="1198" extrusionOk="0">
                  <a:moveTo>
                    <a:pt x="657" y="1"/>
                  </a:moveTo>
                  <a:lnTo>
                    <a:pt x="464" y="39"/>
                  </a:lnTo>
                  <a:lnTo>
                    <a:pt x="310" y="117"/>
                  </a:lnTo>
                  <a:lnTo>
                    <a:pt x="194" y="232"/>
                  </a:lnTo>
                  <a:lnTo>
                    <a:pt x="78" y="387"/>
                  </a:lnTo>
                  <a:lnTo>
                    <a:pt x="1" y="580"/>
                  </a:lnTo>
                  <a:lnTo>
                    <a:pt x="1" y="773"/>
                  </a:lnTo>
                  <a:lnTo>
                    <a:pt x="39" y="927"/>
                  </a:lnTo>
                  <a:lnTo>
                    <a:pt x="117" y="1121"/>
                  </a:lnTo>
                  <a:lnTo>
                    <a:pt x="155" y="1159"/>
                  </a:lnTo>
                  <a:lnTo>
                    <a:pt x="232" y="1198"/>
                  </a:lnTo>
                  <a:lnTo>
                    <a:pt x="348" y="1159"/>
                  </a:lnTo>
                  <a:lnTo>
                    <a:pt x="387" y="1082"/>
                  </a:lnTo>
                  <a:lnTo>
                    <a:pt x="426" y="1005"/>
                  </a:lnTo>
                  <a:lnTo>
                    <a:pt x="387" y="966"/>
                  </a:lnTo>
                  <a:lnTo>
                    <a:pt x="348" y="850"/>
                  </a:lnTo>
                  <a:lnTo>
                    <a:pt x="348" y="773"/>
                  </a:lnTo>
                  <a:lnTo>
                    <a:pt x="387" y="580"/>
                  </a:lnTo>
                  <a:lnTo>
                    <a:pt x="503" y="464"/>
                  </a:lnTo>
                  <a:lnTo>
                    <a:pt x="580" y="425"/>
                  </a:lnTo>
                  <a:lnTo>
                    <a:pt x="696" y="387"/>
                  </a:lnTo>
                  <a:lnTo>
                    <a:pt x="773" y="425"/>
                  </a:lnTo>
                  <a:lnTo>
                    <a:pt x="850" y="464"/>
                  </a:lnTo>
                  <a:lnTo>
                    <a:pt x="966" y="580"/>
                  </a:lnTo>
                  <a:lnTo>
                    <a:pt x="1005" y="696"/>
                  </a:lnTo>
                  <a:lnTo>
                    <a:pt x="1005" y="773"/>
                  </a:lnTo>
                  <a:lnTo>
                    <a:pt x="966" y="966"/>
                  </a:lnTo>
                  <a:lnTo>
                    <a:pt x="928" y="1043"/>
                  </a:lnTo>
                  <a:lnTo>
                    <a:pt x="966" y="1082"/>
                  </a:lnTo>
                  <a:lnTo>
                    <a:pt x="1005" y="1121"/>
                  </a:lnTo>
                  <a:lnTo>
                    <a:pt x="1043" y="1159"/>
                  </a:lnTo>
                  <a:lnTo>
                    <a:pt x="1236" y="1159"/>
                  </a:lnTo>
                  <a:lnTo>
                    <a:pt x="1314" y="1082"/>
                  </a:lnTo>
                  <a:lnTo>
                    <a:pt x="1391" y="927"/>
                  </a:lnTo>
                  <a:lnTo>
                    <a:pt x="1430" y="734"/>
                  </a:lnTo>
                  <a:lnTo>
                    <a:pt x="1391" y="541"/>
                  </a:lnTo>
                  <a:lnTo>
                    <a:pt x="1314" y="387"/>
                  </a:lnTo>
                  <a:lnTo>
                    <a:pt x="1159" y="232"/>
                  </a:lnTo>
                  <a:lnTo>
                    <a:pt x="1005" y="117"/>
                  </a:lnTo>
                  <a:lnTo>
                    <a:pt x="850" y="39"/>
                  </a:lnTo>
                  <a:lnTo>
                    <a:pt x="65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0" name="Google Shape;4250;p18"/>
            <p:cNvSpPr/>
            <p:nvPr/>
          </p:nvSpPr>
          <p:spPr>
            <a:xfrm>
              <a:off x="3375575" y="3037525"/>
              <a:ext cx="34775" cy="29950"/>
            </a:xfrm>
            <a:custGeom>
              <a:avLst/>
              <a:gdLst/>
              <a:ahLst/>
              <a:cxnLst/>
              <a:rect l="l" t="t" r="r" b="b"/>
              <a:pathLst>
                <a:path w="1391" h="1198" extrusionOk="0">
                  <a:moveTo>
                    <a:pt x="657" y="0"/>
                  </a:moveTo>
                  <a:lnTo>
                    <a:pt x="425" y="39"/>
                  </a:lnTo>
                  <a:lnTo>
                    <a:pt x="271" y="116"/>
                  </a:lnTo>
                  <a:lnTo>
                    <a:pt x="116" y="270"/>
                  </a:lnTo>
                  <a:lnTo>
                    <a:pt x="39" y="425"/>
                  </a:lnTo>
                  <a:lnTo>
                    <a:pt x="0" y="618"/>
                  </a:lnTo>
                  <a:lnTo>
                    <a:pt x="39" y="811"/>
                  </a:lnTo>
                  <a:lnTo>
                    <a:pt x="116" y="1004"/>
                  </a:lnTo>
                  <a:lnTo>
                    <a:pt x="232" y="1120"/>
                  </a:lnTo>
                  <a:lnTo>
                    <a:pt x="425" y="1197"/>
                  </a:lnTo>
                  <a:lnTo>
                    <a:pt x="502" y="1197"/>
                  </a:lnTo>
                  <a:lnTo>
                    <a:pt x="541" y="1159"/>
                  </a:lnTo>
                  <a:lnTo>
                    <a:pt x="541" y="1081"/>
                  </a:lnTo>
                  <a:lnTo>
                    <a:pt x="502" y="1004"/>
                  </a:lnTo>
                  <a:lnTo>
                    <a:pt x="425" y="927"/>
                  </a:lnTo>
                  <a:lnTo>
                    <a:pt x="386" y="850"/>
                  </a:lnTo>
                  <a:lnTo>
                    <a:pt x="386" y="734"/>
                  </a:lnTo>
                  <a:lnTo>
                    <a:pt x="386" y="618"/>
                  </a:lnTo>
                  <a:lnTo>
                    <a:pt x="425" y="541"/>
                  </a:lnTo>
                  <a:lnTo>
                    <a:pt x="464" y="464"/>
                  </a:lnTo>
                  <a:lnTo>
                    <a:pt x="580" y="425"/>
                  </a:lnTo>
                  <a:lnTo>
                    <a:pt x="695" y="386"/>
                  </a:lnTo>
                  <a:lnTo>
                    <a:pt x="811" y="425"/>
                  </a:lnTo>
                  <a:lnTo>
                    <a:pt x="888" y="464"/>
                  </a:lnTo>
                  <a:lnTo>
                    <a:pt x="927" y="579"/>
                  </a:lnTo>
                  <a:lnTo>
                    <a:pt x="966" y="657"/>
                  </a:lnTo>
                  <a:lnTo>
                    <a:pt x="1043" y="888"/>
                  </a:lnTo>
                  <a:lnTo>
                    <a:pt x="1082" y="966"/>
                  </a:lnTo>
                  <a:lnTo>
                    <a:pt x="1120" y="1081"/>
                  </a:lnTo>
                  <a:lnTo>
                    <a:pt x="1159" y="1120"/>
                  </a:lnTo>
                  <a:lnTo>
                    <a:pt x="1236" y="1120"/>
                  </a:lnTo>
                  <a:lnTo>
                    <a:pt x="1313" y="1043"/>
                  </a:lnTo>
                  <a:lnTo>
                    <a:pt x="1352" y="966"/>
                  </a:lnTo>
                  <a:lnTo>
                    <a:pt x="1390" y="850"/>
                  </a:lnTo>
                  <a:lnTo>
                    <a:pt x="1352" y="618"/>
                  </a:lnTo>
                  <a:lnTo>
                    <a:pt x="1313" y="425"/>
                  </a:lnTo>
                  <a:lnTo>
                    <a:pt x="1197" y="232"/>
                  </a:lnTo>
                  <a:lnTo>
                    <a:pt x="1043" y="116"/>
                  </a:lnTo>
                  <a:lnTo>
                    <a:pt x="850" y="39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1" name="Google Shape;4251;p18"/>
            <p:cNvSpPr/>
            <p:nvPr/>
          </p:nvSpPr>
          <p:spPr>
            <a:xfrm>
              <a:off x="333675" y="3041375"/>
              <a:ext cx="49275" cy="56025"/>
            </a:xfrm>
            <a:custGeom>
              <a:avLst/>
              <a:gdLst/>
              <a:ahLst/>
              <a:cxnLst/>
              <a:rect l="l" t="t" r="r" b="b"/>
              <a:pathLst>
                <a:path w="1971" h="2241" extrusionOk="0">
                  <a:moveTo>
                    <a:pt x="1237" y="425"/>
                  </a:moveTo>
                  <a:lnTo>
                    <a:pt x="1391" y="464"/>
                  </a:lnTo>
                  <a:lnTo>
                    <a:pt x="1507" y="580"/>
                  </a:lnTo>
                  <a:lnTo>
                    <a:pt x="1545" y="657"/>
                  </a:lnTo>
                  <a:lnTo>
                    <a:pt x="1545" y="734"/>
                  </a:lnTo>
                  <a:lnTo>
                    <a:pt x="1507" y="812"/>
                  </a:lnTo>
                  <a:lnTo>
                    <a:pt x="1468" y="889"/>
                  </a:lnTo>
                  <a:lnTo>
                    <a:pt x="1275" y="1082"/>
                  </a:lnTo>
                  <a:lnTo>
                    <a:pt x="1005" y="1314"/>
                  </a:lnTo>
                  <a:lnTo>
                    <a:pt x="773" y="1507"/>
                  </a:lnTo>
                  <a:lnTo>
                    <a:pt x="657" y="1661"/>
                  </a:lnTo>
                  <a:lnTo>
                    <a:pt x="619" y="1777"/>
                  </a:lnTo>
                  <a:lnTo>
                    <a:pt x="503" y="1661"/>
                  </a:lnTo>
                  <a:lnTo>
                    <a:pt x="464" y="1545"/>
                  </a:lnTo>
                  <a:lnTo>
                    <a:pt x="387" y="1391"/>
                  </a:lnTo>
                  <a:lnTo>
                    <a:pt x="387" y="1236"/>
                  </a:lnTo>
                  <a:lnTo>
                    <a:pt x="387" y="1082"/>
                  </a:lnTo>
                  <a:lnTo>
                    <a:pt x="426" y="966"/>
                  </a:lnTo>
                  <a:lnTo>
                    <a:pt x="464" y="812"/>
                  </a:lnTo>
                  <a:lnTo>
                    <a:pt x="580" y="696"/>
                  </a:lnTo>
                  <a:lnTo>
                    <a:pt x="696" y="580"/>
                  </a:lnTo>
                  <a:lnTo>
                    <a:pt x="850" y="464"/>
                  </a:lnTo>
                  <a:lnTo>
                    <a:pt x="1043" y="425"/>
                  </a:lnTo>
                  <a:close/>
                  <a:moveTo>
                    <a:pt x="1121" y="1"/>
                  </a:moveTo>
                  <a:lnTo>
                    <a:pt x="928" y="39"/>
                  </a:lnTo>
                  <a:lnTo>
                    <a:pt x="735" y="116"/>
                  </a:lnTo>
                  <a:lnTo>
                    <a:pt x="541" y="232"/>
                  </a:lnTo>
                  <a:lnTo>
                    <a:pt x="348" y="348"/>
                  </a:lnTo>
                  <a:lnTo>
                    <a:pt x="233" y="503"/>
                  </a:lnTo>
                  <a:lnTo>
                    <a:pt x="117" y="696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68"/>
                  </a:lnTo>
                  <a:lnTo>
                    <a:pt x="117" y="1622"/>
                  </a:lnTo>
                  <a:lnTo>
                    <a:pt x="233" y="1816"/>
                  </a:lnTo>
                  <a:lnTo>
                    <a:pt x="348" y="1931"/>
                  </a:lnTo>
                  <a:lnTo>
                    <a:pt x="503" y="2086"/>
                  </a:lnTo>
                  <a:lnTo>
                    <a:pt x="657" y="2163"/>
                  </a:lnTo>
                  <a:lnTo>
                    <a:pt x="735" y="2240"/>
                  </a:lnTo>
                  <a:lnTo>
                    <a:pt x="850" y="2240"/>
                  </a:lnTo>
                  <a:lnTo>
                    <a:pt x="928" y="2202"/>
                  </a:lnTo>
                  <a:lnTo>
                    <a:pt x="966" y="2086"/>
                  </a:lnTo>
                  <a:lnTo>
                    <a:pt x="1005" y="1931"/>
                  </a:lnTo>
                  <a:lnTo>
                    <a:pt x="1082" y="1777"/>
                  </a:lnTo>
                  <a:lnTo>
                    <a:pt x="1198" y="1661"/>
                  </a:lnTo>
                  <a:lnTo>
                    <a:pt x="1314" y="1507"/>
                  </a:lnTo>
                  <a:lnTo>
                    <a:pt x="1623" y="1314"/>
                  </a:lnTo>
                  <a:lnTo>
                    <a:pt x="1739" y="1198"/>
                  </a:lnTo>
                  <a:lnTo>
                    <a:pt x="1854" y="1043"/>
                  </a:lnTo>
                  <a:lnTo>
                    <a:pt x="1932" y="889"/>
                  </a:lnTo>
                  <a:lnTo>
                    <a:pt x="1970" y="696"/>
                  </a:lnTo>
                  <a:lnTo>
                    <a:pt x="1932" y="541"/>
                  </a:lnTo>
                  <a:lnTo>
                    <a:pt x="1893" y="387"/>
                  </a:lnTo>
                  <a:lnTo>
                    <a:pt x="1777" y="271"/>
                  </a:lnTo>
                  <a:lnTo>
                    <a:pt x="1661" y="155"/>
                  </a:lnTo>
                  <a:lnTo>
                    <a:pt x="1507" y="78"/>
                  </a:lnTo>
                  <a:lnTo>
                    <a:pt x="1352" y="39"/>
                  </a:lnTo>
                  <a:lnTo>
                    <a:pt x="11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2" name="Google Shape;4252;p18"/>
            <p:cNvSpPr/>
            <p:nvPr/>
          </p:nvSpPr>
          <p:spPr>
            <a:xfrm>
              <a:off x="312450" y="3078050"/>
              <a:ext cx="440225" cy="234625"/>
            </a:xfrm>
            <a:custGeom>
              <a:avLst/>
              <a:gdLst/>
              <a:ahLst/>
              <a:cxnLst/>
              <a:rect l="l" t="t" r="r" b="b"/>
              <a:pathLst>
                <a:path w="17609" h="9385" extrusionOk="0">
                  <a:moveTo>
                    <a:pt x="6256" y="1"/>
                  </a:moveTo>
                  <a:lnTo>
                    <a:pt x="5638" y="40"/>
                  </a:lnTo>
                  <a:lnTo>
                    <a:pt x="5059" y="155"/>
                  </a:lnTo>
                  <a:lnTo>
                    <a:pt x="4480" y="271"/>
                  </a:lnTo>
                  <a:lnTo>
                    <a:pt x="3939" y="503"/>
                  </a:lnTo>
                  <a:lnTo>
                    <a:pt x="3398" y="735"/>
                  </a:lnTo>
                  <a:lnTo>
                    <a:pt x="2896" y="1044"/>
                  </a:lnTo>
                  <a:lnTo>
                    <a:pt x="2433" y="1391"/>
                  </a:lnTo>
                  <a:lnTo>
                    <a:pt x="1970" y="1777"/>
                  </a:lnTo>
                  <a:lnTo>
                    <a:pt x="1584" y="2202"/>
                  </a:lnTo>
                  <a:lnTo>
                    <a:pt x="1197" y="2665"/>
                  </a:lnTo>
                  <a:lnTo>
                    <a:pt x="888" y="3206"/>
                  </a:lnTo>
                  <a:lnTo>
                    <a:pt x="618" y="3747"/>
                  </a:lnTo>
                  <a:lnTo>
                    <a:pt x="386" y="4287"/>
                  </a:lnTo>
                  <a:lnTo>
                    <a:pt x="193" y="4905"/>
                  </a:lnTo>
                  <a:lnTo>
                    <a:pt x="78" y="5484"/>
                  </a:lnTo>
                  <a:lnTo>
                    <a:pt x="0" y="6102"/>
                  </a:lnTo>
                  <a:lnTo>
                    <a:pt x="0" y="6681"/>
                  </a:lnTo>
                  <a:lnTo>
                    <a:pt x="39" y="7261"/>
                  </a:lnTo>
                  <a:lnTo>
                    <a:pt x="155" y="7801"/>
                  </a:lnTo>
                  <a:lnTo>
                    <a:pt x="309" y="8342"/>
                  </a:lnTo>
                  <a:lnTo>
                    <a:pt x="502" y="8882"/>
                  </a:lnTo>
                  <a:lnTo>
                    <a:pt x="734" y="9384"/>
                  </a:lnTo>
                  <a:lnTo>
                    <a:pt x="1043" y="9230"/>
                  </a:lnTo>
                  <a:lnTo>
                    <a:pt x="888" y="8844"/>
                  </a:lnTo>
                  <a:lnTo>
                    <a:pt x="734" y="8458"/>
                  </a:lnTo>
                  <a:lnTo>
                    <a:pt x="541" y="7801"/>
                  </a:lnTo>
                  <a:lnTo>
                    <a:pt x="425" y="7183"/>
                  </a:lnTo>
                  <a:lnTo>
                    <a:pt x="425" y="6527"/>
                  </a:lnTo>
                  <a:lnTo>
                    <a:pt x="425" y="5870"/>
                  </a:lnTo>
                  <a:lnTo>
                    <a:pt x="541" y="5253"/>
                  </a:lnTo>
                  <a:lnTo>
                    <a:pt x="695" y="4596"/>
                  </a:lnTo>
                  <a:lnTo>
                    <a:pt x="927" y="3978"/>
                  </a:lnTo>
                  <a:lnTo>
                    <a:pt x="1236" y="3399"/>
                  </a:lnTo>
                  <a:lnTo>
                    <a:pt x="1584" y="2858"/>
                  </a:lnTo>
                  <a:lnTo>
                    <a:pt x="2008" y="2318"/>
                  </a:lnTo>
                  <a:lnTo>
                    <a:pt x="2472" y="1854"/>
                  </a:lnTo>
                  <a:lnTo>
                    <a:pt x="2974" y="1468"/>
                  </a:lnTo>
                  <a:lnTo>
                    <a:pt x="3553" y="1121"/>
                  </a:lnTo>
                  <a:lnTo>
                    <a:pt x="4132" y="851"/>
                  </a:lnTo>
                  <a:lnTo>
                    <a:pt x="4750" y="657"/>
                  </a:lnTo>
                  <a:lnTo>
                    <a:pt x="5406" y="503"/>
                  </a:lnTo>
                  <a:lnTo>
                    <a:pt x="5793" y="464"/>
                  </a:lnTo>
                  <a:lnTo>
                    <a:pt x="6912" y="464"/>
                  </a:lnTo>
                  <a:lnTo>
                    <a:pt x="7607" y="580"/>
                  </a:lnTo>
                  <a:lnTo>
                    <a:pt x="8264" y="773"/>
                  </a:lnTo>
                  <a:lnTo>
                    <a:pt x="8920" y="1044"/>
                  </a:lnTo>
                  <a:lnTo>
                    <a:pt x="9538" y="1352"/>
                  </a:lnTo>
                  <a:lnTo>
                    <a:pt x="10195" y="1739"/>
                  </a:lnTo>
                  <a:lnTo>
                    <a:pt x="10813" y="2125"/>
                  </a:lnTo>
                  <a:lnTo>
                    <a:pt x="11315" y="2472"/>
                  </a:lnTo>
                  <a:lnTo>
                    <a:pt x="11894" y="2781"/>
                  </a:lnTo>
                  <a:lnTo>
                    <a:pt x="12434" y="3090"/>
                  </a:lnTo>
                  <a:lnTo>
                    <a:pt x="13052" y="3360"/>
                  </a:lnTo>
                  <a:lnTo>
                    <a:pt x="13631" y="3554"/>
                  </a:lnTo>
                  <a:lnTo>
                    <a:pt x="14249" y="3708"/>
                  </a:lnTo>
                  <a:lnTo>
                    <a:pt x="14867" y="3708"/>
                  </a:lnTo>
                  <a:lnTo>
                    <a:pt x="15215" y="3669"/>
                  </a:lnTo>
                  <a:lnTo>
                    <a:pt x="15524" y="3631"/>
                  </a:lnTo>
                  <a:lnTo>
                    <a:pt x="15987" y="3476"/>
                  </a:lnTo>
                  <a:lnTo>
                    <a:pt x="16412" y="3245"/>
                  </a:lnTo>
                  <a:lnTo>
                    <a:pt x="16798" y="2936"/>
                  </a:lnTo>
                  <a:lnTo>
                    <a:pt x="17107" y="2588"/>
                  </a:lnTo>
                  <a:lnTo>
                    <a:pt x="17377" y="2202"/>
                  </a:lnTo>
                  <a:lnTo>
                    <a:pt x="17454" y="1970"/>
                  </a:lnTo>
                  <a:lnTo>
                    <a:pt x="17531" y="1739"/>
                  </a:lnTo>
                  <a:lnTo>
                    <a:pt x="17609" y="1507"/>
                  </a:lnTo>
                  <a:lnTo>
                    <a:pt x="17609" y="1275"/>
                  </a:lnTo>
                  <a:lnTo>
                    <a:pt x="17609" y="1044"/>
                  </a:lnTo>
                  <a:lnTo>
                    <a:pt x="17570" y="773"/>
                  </a:lnTo>
                  <a:lnTo>
                    <a:pt x="17531" y="696"/>
                  </a:lnTo>
                  <a:lnTo>
                    <a:pt x="17493" y="657"/>
                  </a:lnTo>
                  <a:lnTo>
                    <a:pt x="17454" y="580"/>
                  </a:lnTo>
                  <a:lnTo>
                    <a:pt x="17416" y="542"/>
                  </a:lnTo>
                  <a:lnTo>
                    <a:pt x="17145" y="773"/>
                  </a:lnTo>
                  <a:lnTo>
                    <a:pt x="17145" y="851"/>
                  </a:lnTo>
                  <a:lnTo>
                    <a:pt x="17184" y="1198"/>
                  </a:lnTo>
                  <a:lnTo>
                    <a:pt x="17145" y="1584"/>
                  </a:lnTo>
                  <a:lnTo>
                    <a:pt x="17030" y="1893"/>
                  </a:lnTo>
                  <a:lnTo>
                    <a:pt x="16836" y="2241"/>
                  </a:lnTo>
                  <a:lnTo>
                    <a:pt x="16605" y="2511"/>
                  </a:lnTo>
                  <a:lnTo>
                    <a:pt x="16334" y="2743"/>
                  </a:lnTo>
                  <a:lnTo>
                    <a:pt x="16026" y="2936"/>
                  </a:lnTo>
                  <a:lnTo>
                    <a:pt x="15678" y="3090"/>
                  </a:lnTo>
                  <a:lnTo>
                    <a:pt x="15292" y="3206"/>
                  </a:lnTo>
                  <a:lnTo>
                    <a:pt x="14906" y="3245"/>
                  </a:lnTo>
                  <a:lnTo>
                    <a:pt x="14520" y="3245"/>
                  </a:lnTo>
                  <a:lnTo>
                    <a:pt x="14133" y="3206"/>
                  </a:lnTo>
                  <a:lnTo>
                    <a:pt x="13747" y="3129"/>
                  </a:lnTo>
                  <a:lnTo>
                    <a:pt x="13361" y="3013"/>
                  </a:lnTo>
                  <a:lnTo>
                    <a:pt x="12975" y="2858"/>
                  </a:lnTo>
                  <a:lnTo>
                    <a:pt x="12627" y="2704"/>
                  </a:lnTo>
                  <a:lnTo>
                    <a:pt x="12010" y="2356"/>
                  </a:lnTo>
                  <a:lnTo>
                    <a:pt x="11353" y="1970"/>
                  </a:lnTo>
                  <a:lnTo>
                    <a:pt x="10156" y="1198"/>
                  </a:lnTo>
                  <a:lnTo>
                    <a:pt x="9538" y="851"/>
                  </a:lnTo>
                  <a:lnTo>
                    <a:pt x="8882" y="542"/>
                  </a:lnTo>
                  <a:lnTo>
                    <a:pt x="8225" y="271"/>
                  </a:lnTo>
                  <a:lnTo>
                    <a:pt x="7878" y="155"/>
                  </a:lnTo>
                  <a:lnTo>
                    <a:pt x="7492" y="78"/>
                  </a:lnTo>
                  <a:lnTo>
                    <a:pt x="687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3" name="Google Shape;4253;p18"/>
            <p:cNvSpPr/>
            <p:nvPr/>
          </p:nvSpPr>
          <p:spPr>
            <a:xfrm>
              <a:off x="330800" y="3096400"/>
              <a:ext cx="446975" cy="310875"/>
            </a:xfrm>
            <a:custGeom>
              <a:avLst/>
              <a:gdLst/>
              <a:ahLst/>
              <a:cxnLst/>
              <a:rect l="l" t="t" r="r" b="b"/>
              <a:pathLst>
                <a:path w="17879" h="12435" extrusionOk="0">
                  <a:moveTo>
                    <a:pt x="17608" y="1"/>
                  </a:moveTo>
                  <a:lnTo>
                    <a:pt x="17415" y="117"/>
                  </a:lnTo>
                  <a:lnTo>
                    <a:pt x="17454" y="734"/>
                  </a:lnTo>
                  <a:lnTo>
                    <a:pt x="17454" y="1352"/>
                  </a:lnTo>
                  <a:lnTo>
                    <a:pt x="17415" y="1931"/>
                  </a:lnTo>
                  <a:lnTo>
                    <a:pt x="17338" y="2549"/>
                  </a:lnTo>
                  <a:lnTo>
                    <a:pt x="17261" y="3128"/>
                  </a:lnTo>
                  <a:lnTo>
                    <a:pt x="17106" y="3708"/>
                  </a:lnTo>
                  <a:lnTo>
                    <a:pt x="16952" y="4287"/>
                  </a:lnTo>
                  <a:lnTo>
                    <a:pt x="16720" y="4828"/>
                  </a:lnTo>
                  <a:lnTo>
                    <a:pt x="16489" y="5368"/>
                  </a:lnTo>
                  <a:lnTo>
                    <a:pt x="16257" y="5909"/>
                  </a:lnTo>
                  <a:lnTo>
                    <a:pt x="15948" y="6449"/>
                  </a:lnTo>
                  <a:lnTo>
                    <a:pt x="15600" y="6951"/>
                  </a:lnTo>
                  <a:lnTo>
                    <a:pt x="15253" y="7415"/>
                  </a:lnTo>
                  <a:lnTo>
                    <a:pt x="14867" y="7917"/>
                  </a:lnTo>
                  <a:lnTo>
                    <a:pt x="14481" y="8341"/>
                  </a:lnTo>
                  <a:lnTo>
                    <a:pt x="14017" y="8805"/>
                  </a:lnTo>
                  <a:lnTo>
                    <a:pt x="13515" y="9268"/>
                  </a:lnTo>
                  <a:lnTo>
                    <a:pt x="12975" y="9693"/>
                  </a:lnTo>
                  <a:lnTo>
                    <a:pt x="12395" y="10118"/>
                  </a:lnTo>
                  <a:lnTo>
                    <a:pt x="11778" y="10465"/>
                  </a:lnTo>
                  <a:lnTo>
                    <a:pt x="11160" y="10813"/>
                  </a:lnTo>
                  <a:lnTo>
                    <a:pt x="10503" y="11122"/>
                  </a:lnTo>
                  <a:lnTo>
                    <a:pt x="9847" y="11392"/>
                  </a:lnTo>
                  <a:lnTo>
                    <a:pt x="9190" y="11585"/>
                  </a:lnTo>
                  <a:lnTo>
                    <a:pt x="8495" y="11778"/>
                  </a:lnTo>
                  <a:lnTo>
                    <a:pt x="7839" y="11894"/>
                  </a:lnTo>
                  <a:lnTo>
                    <a:pt x="7144" y="11971"/>
                  </a:lnTo>
                  <a:lnTo>
                    <a:pt x="6449" y="11971"/>
                  </a:lnTo>
                  <a:lnTo>
                    <a:pt x="5754" y="11933"/>
                  </a:lnTo>
                  <a:lnTo>
                    <a:pt x="5059" y="11817"/>
                  </a:lnTo>
                  <a:lnTo>
                    <a:pt x="4364" y="11624"/>
                  </a:lnTo>
                  <a:lnTo>
                    <a:pt x="3668" y="11392"/>
                  </a:lnTo>
                  <a:lnTo>
                    <a:pt x="3166" y="11160"/>
                  </a:lnTo>
                  <a:lnTo>
                    <a:pt x="2664" y="10890"/>
                  </a:lnTo>
                  <a:lnTo>
                    <a:pt x="2201" y="10581"/>
                  </a:lnTo>
                  <a:lnTo>
                    <a:pt x="1738" y="10234"/>
                  </a:lnTo>
                  <a:lnTo>
                    <a:pt x="1352" y="9847"/>
                  </a:lnTo>
                  <a:lnTo>
                    <a:pt x="965" y="9423"/>
                  </a:lnTo>
                  <a:lnTo>
                    <a:pt x="618" y="8959"/>
                  </a:lnTo>
                  <a:lnTo>
                    <a:pt x="309" y="8496"/>
                  </a:lnTo>
                  <a:lnTo>
                    <a:pt x="0" y="8650"/>
                  </a:lnTo>
                  <a:lnTo>
                    <a:pt x="309" y="9191"/>
                  </a:lnTo>
                  <a:lnTo>
                    <a:pt x="695" y="9693"/>
                  </a:lnTo>
                  <a:lnTo>
                    <a:pt x="1081" y="10156"/>
                  </a:lnTo>
                  <a:lnTo>
                    <a:pt x="1545" y="10581"/>
                  </a:lnTo>
                  <a:lnTo>
                    <a:pt x="2047" y="10967"/>
                  </a:lnTo>
                  <a:lnTo>
                    <a:pt x="2549" y="11315"/>
                  </a:lnTo>
                  <a:lnTo>
                    <a:pt x="3128" y="11624"/>
                  </a:lnTo>
                  <a:lnTo>
                    <a:pt x="3746" y="11894"/>
                  </a:lnTo>
                  <a:lnTo>
                    <a:pt x="4402" y="12126"/>
                  </a:lnTo>
                  <a:lnTo>
                    <a:pt x="5097" y="12280"/>
                  </a:lnTo>
                  <a:lnTo>
                    <a:pt x="5754" y="12357"/>
                  </a:lnTo>
                  <a:lnTo>
                    <a:pt x="6449" y="12435"/>
                  </a:lnTo>
                  <a:lnTo>
                    <a:pt x="7144" y="12396"/>
                  </a:lnTo>
                  <a:lnTo>
                    <a:pt x="7800" y="12357"/>
                  </a:lnTo>
                  <a:lnTo>
                    <a:pt x="8495" y="12242"/>
                  </a:lnTo>
                  <a:lnTo>
                    <a:pt x="9152" y="12087"/>
                  </a:lnTo>
                  <a:lnTo>
                    <a:pt x="9808" y="11894"/>
                  </a:lnTo>
                  <a:lnTo>
                    <a:pt x="10465" y="11662"/>
                  </a:lnTo>
                  <a:lnTo>
                    <a:pt x="11121" y="11353"/>
                  </a:lnTo>
                  <a:lnTo>
                    <a:pt x="11739" y="11044"/>
                  </a:lnTo>
                  <a:lnTo>
                    <a:pt x="12318" y="10697"/>
                  </a:lnTo>
                  <a:lnTo>
                    <a:pt x="12897" y="10311"/>
                  </a:lnTo>
                  <a:lnTo>
                    <a:pt x="13477" y="9925"/>
                  </a:lnTo>
                  <a:lnTo>
                    <a:pt x="13979" y="9461"/>
                  </a:lnTo>
                  <a:lnTo>
                    <a:pt x="14481" y="9037"/>
                  </a:lnTo>
                  <a:lnTo>
                    <a:pt x="14944" y="8573"/>
                  </a:lnTo>
                  <a:lnTo>
                    <a:pt x="15369" y="8071"/>
                  </a:lnTo>
                  <a:lnTo>
                    <a:pt x="15794" y="7531"/>
                  </a:lnTo>
                  <a:lnTo>
                    <a:pt x="16180" y="6990"/>
                  </a:lnTo>
                  <a:lnTo>
                    <a:pt x="16566" y="6411"/>
                  </a:lnTo>
                  <a:lnTo>
                    <a:pt x="16875" y="5793"/>
                  </a:lnTo>
                  <a:lnTo>
                    <a:pt x="17184" y="5214"/>
                  </a:lnTo>
                  <a:lnTo>
                    <a:pt x="17415" y="4557"/>
                  </a:lnTo>
                  <a:lnTo>
                    <a:pt x="17608" y="3939"/>
                  </a:lnTo>
                  <a:lnTo>
                    <a:pt x="17763" y="3283"/>
                  </a:lnTo>
                  <a:lnTo>
                    <a:pt x="17840" y="2626"/>
                  </a:lnTo>
                  <a:lnTo>
                    <a:pt x="17879" y="1970"/>
                  </a:lnTo>
                  <a:lnTo>
                    <a:pt x="17840" y="1314"/>
                  </a:lnTo>
                  <a:lnTo>
                    <a:pt x="17763" y="657"/>
                  </a:lnTo>
                  <a:lnTo>
                    <a:pt x="1760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4" name="Google Shape;4254;p18"/>
            <p:cNvSpPr/>
            <p:nvPr/>
          </p:nvSpPr>
          <p:spPr>
            <a:xfrm>
              <a:off x="4441350" y="3154325"/>
              <a:ext cx="84975" cy="94625"/>
            </a:xfrm>
            <a:custGeom>
              <a:avLst/>
              <a:gdLst/>
              <a:ahLst/>
              <a:cxnLst/>
              <a:rect l="l" t="t" r="r" b="b"/>
              <a:pathLst>
                <a:path w="3399" h="3785" extrusionOk="0">
                  <a:moveTo>
                    <a:pt x="77" y="1"/>
                  </a:moveTo>
                  <a:lnTo>
                    <a:pt x="0" y="78"/>
                  </a:lnTo>
                  <a:lnTo>
                    <a:pt x="0" y="116"/>
                  </a:lnTo>
                  <a:lnTo>
                    <a:pt x="348" y="889"/>
                  </a:lnTo>
                  <a:lnTo>
                    <a:pt x="811" y="1661"/>
                  </a:lnTo>
                  <a:lnTo>
                    <a:pt x="1274" y="2395"/>
                  </a:lnTo>
                  <a:lnTo>
                    <a:pt x="1738" y="3090"/>
                  </a:lnTo>
                  <a:lnTo>
                    <a:pt x="2008" y="3437"/>
                  </a:lnTo>
                  <a:lnTo>
                    <a:pt x="2201" y="3553"/>
                  </a:lnTo>
                  <a:lnTo>
                    <a:pt x="2394" y="3669"/>
                  </a:lnTo>
                  <a:lnTo>
                    <a:pt x="2587" y="3746"/>
                  </a:lnTo>
                  <a:lnTo>
                    <a:pt x="2780" y="3785"/>
                  </a:lnTo>
                  <a:lnTo>
                    <a:pt x="3012" y="3708"/>
                  </a:lnTo>
                  <a:lnTo>
                    <a:pt x="3205" y="3592"/>
                  </a:lnTo>
                  <a:lnTo>
                    <a:pt x="3321" y="3437"/>
                  </a:lnTo>
                  <a:lnTo>
                    <a:pt x="3398" y="3244"/>
                  </a:lnTo>
                  <a:lnTo>
                    <a:pt x="3398" y="3090"/>
                  </a:lnTo>
                  <a:lnTo>
                    <a:pt x="3398" y="2897"/>
                  </a:lnTo>
                  <a:lnTo>
                    <a:pt x="3360" y="2704"/>
                  </a:lnTo>
                  <a:lnTo>
                    <a:pt x="3282" y="2511"/>
                  </a:lnTo>
                  <a:lnTo>
                    <a:pt x="3128" y="2163"/>
                  </a:lnTo>
                  <a:lnTo>
                    <a:pt x="2935" y="2240"/>
                  </a:lnTo>
                  <a:lnTo>
                    <a:pt x="3051" y="2588"/>
                  </a:lnTo>
                  <a:lnTo>
                    <a:pt x="3089" y="2742"/>
                  </a:lnTo>
                  <a:lnTo>
                    <a:pt x="3128" y="2858"/>
                  </a:lnTo>
                  <a:lnTo>
                    <a:pt x="2896" y="3012"/>
                  </a:lnTo>
                  <a:lnTo>
                    <a:pt x="2665" y="3128"/>
                  </a:lnTo>
                  <a:lnTo>
                    <a:pt x="2510" y="3206"/>
                  </a:lnTo>
                  <a:lnTo>
                    <a:pt x="2317" y="3206"/>
                  </a:lnTo>
                  <a:lnTo>
                    <a:pt x="2201" y="3167"/>
                  </a:lnTo>
                  <a:lnTo>
                    <a:pt x="2047" y="3090"/>
                  </a:lnTo>
                  <a:lnTo>
                    <a:pt x="1931" y="2935"/>
                  </a:lnTo>
                  <a:lnTo>
                    <a:pt x="1854" y="2742"/>
                  </a:lnTo>
                  <a:lnTo>
                    <a:pt x="1699" y="2511"/>
                  </a:lnTo>
                  <a:lnTo>
                    <a:pt x="1081" y="1507"/>
                  </a:lnTo>
                  <a:lnTo>
                    <a:pt x="618" y="773"/>
                  </a:lnTo>
                  <a:lnTo>
                    <a:pt x="386" y="387"/>
                  </a:lnTo>
                  <a:lnTo>
                    <a:pt x="116" y="39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5" name="Google Shape;4255;p18"/>
            <p:cNvSpPr/>
            <p:nvPr/>
          </p:nvSpPr>
          <p:spPr>
            <a:xfrm>
              <a:off x="7199400" y="3174600"/>
              <a:ext cx="61825" cy="89800"/>
            </a:xfrm>
            <a:custGeom>
              <a:avLst/>
              <a:gdLst/>
              <a:ahLst/>
              <a:cxnLst/>
              <a:rect l="l" t="t" r="r" b="b"/>
              <a:pathLst>
                <a:path w="2473" h="3592" extrusionOk="0">
                  <a:moveTo>
                    <a:pt x="1082" y="0"/>
                  </a:moveTo>
                  <a:lnTo>
                    <a:pt x="1005" y="39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2"/>
                  </a:lnTo>
                  <a:lnTo>
                    <a:pt x="850" y="232"/>
                  </a:lnTo>
                  <a:lnTo>
                    <a:pt x="773" y="271"/>
                  </a:lnTo>
                  <a:lnTo>
                    <a:pt x="734" y="348"/>
                  </a:lnTo>
                  <a:lnTo>
                    <a:pt x="696" y="425"/>
                  </a:lnTo>
                  <a:lnTo>
                    <a:pt x="696" y="502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1"/>
                  </a:lnTo>
                  <a:lnTo>
                    <a:pt x="1275" y="927"/>
                  </a:lnTo>
                  <a:lnTo>
                    <a:pt x="1468" y="1082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1"/>
                  </a:lnTo>
                  <a:lnTo>
                    <a:pt x="1932" y="2163"/>
                  </a:lnTo>
                  <a:lnTo>
                    <a:pt x="1932" y="2433"/>
                  </a:lnTo>
                  <a:lnTo>
                    <a:pt x="1816" y="2742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1"/>
                  </a:lnTo>
                  <a:lnTo>
                    <a:pt x="1391" y="3128"/>
                  </a:lnTo>
                  <a:lnTo>
                    <a:pt x="1198" y="3128"/>
                  </a:lnTo>
                  <a:lnTo>
                    <a:pt x="1043" y="3090"/>
                  </a:lnTo>
                  <a:lnTo>
                    <a:pt x="928" y="3012"/>
                  </a:lnTo>
                  <a:lnTo>
                    <a:pt x="850" y="2897"/>
                  </a:lnTo>
                  <a:lnTo>
                    <a:pt x="812" y="2742"/>
                  </a:lnTo>
                  <a:lnTo>
                    <a:pt x="850" y="2588"/>
                  </a:lnTo>
                  <a:lnTo>
                    <a:pt x="928" y="2433"/>
                  </a:lnTo>
                  <a:lnTo>
                    <a:pt x="1043" y="2317"/>
                  </a:lnTo>
                  <a:lnTo>
                    <a:pt x="1159" y="2240"/>
                  </a:lnTo>
                  <a:lnTo>
                    <a:pt x="1159" y="2124"/>
                  </a:lnTo>
                  <a:lnTo>
                    <a:pt x="1121" y="2008"/>
                  </a:lnTo>
                  <a:lnTo>
                    <a:pt x="1043" y="1931"/>
                  </a:lnTo>
                  <a:lnTo>
                    <a:pt x="657" y="1622"/>
                  </a:lnTo>
                  <a:lnTo>
                    <a:pt x="426" y="1468"/>
                  </a:lnTo>
                  <a:lnTo>
                    <a:pt x="194" y="1313"/>
                  </a:lnTo>
                  <a:lnTo>
                    <a:pt x="1" y="1622"/>
                  </a:lnTo>
                  <a:lnTo>
                    <a:pt x="271" y="1893"/>
                  </a:lnTo>
                  <a:lnTo>
                    <a:pt x="580" y="2124"/>
                  </a:lnTo>
                  <a:lnTo>
                    <a:pt x="426" y="2356"/>
                  </a:lnTo>
                  <a:lnTo>
                    <a:pt x="348" y="2626"/>
                  </a:lnTo>
                  <a:lnTo>
                    <a:pt x="310" y="2897"/>
                  </a:lnTo>
                  <a:lnTo>
                    <a:pt x="348" y="3051"/>
                  </a:lnTo>
                  <a:lnTo>
                    <a:pt x="426" y="3167"/>
                  </a:lnTo>
                  <a:lnTo>
                    <a:pt x="541" y="3321"/>
                  </a:lnTo>
                  <a:lnTo>
                    <a:pt x="696" y="3476"/>
                  </a:lnTo>
                  <a:lnTo>
                    <a:pt x="889" y="3553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3"/>
                  </a:lnTo>
                  <a:lnTo>
                    <a:pt x="1700" y="3514"/>
                  </a:lnTo>
                  <a:lnTo>
                    <a:pt x="1854" y="3399"/>
                  </a:lnTo>
                  <a:lnTo>
                    <a:pt x="2047" y="3244"/>
                  </a:lnTo>
                  <a:lnTo>
                    <a:pt x="2202" y="3051"/>
                  </a:lnTo>
                  <a:lnTo>
                    <a:pt x="2318" y="2858"/>
                  </a:lnTo>
                  <a:lnTo>
                    <a:pt x="2395" y="2665"/>
                  </a:lnTo>
                  <a:lnTo>
                    <a:pt x="2434" y="2472"/>
                  </a:lnTo>
                  <a:lnTo>
                    <a:pt x="2472" y="2240"/>
                  </a:lnTo>
                  <a:lnTo>
                    <a:pt x="2434" y="2008"/>
                  </a:lnTo>
                  <a:lnTo>
                    <a:pt x="2395" y="1815"/>
                  </a:lnTo>
                  <a:lnTo>
                    <a:pt x="2318" y="1584"/>
                  </a:lnTo>
                  <a:lnTo>
                    <a:pt x="2202" y="1391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6" name="Google Shape;4256;p18"/>
            <p:cNvSpPr/>
            <p:nvPr/>
          </p:nvSpPr>
          <p:spPr>
            <a:xfrm>
              <a:off x="6803600" y="3198725"/>
              <a:ext cx="310875" cy="124575"/>
            </a:xfrm>
            <a:custGeom>
              <a:avLst/>
              <a:gdLst/>
              <a:ahLst/>
              <a:cxnLst/>
              <a:rect l="l" t="t" r="r" b="b"/>
              <a:pathLst>
                <a:path w="12435" h="4983" extrusionOk="0">
                  <a:moveTo>
                    <a:pt x="232" y="1"/>
                  </a:moveTo>
                  <a:lnTo>
                    <a:pt x="1" y="233"/>
                  </a:lnTo>
                  <a:lnTo>
                    <a:pt x="503" y="966"/>
                  </a:lnTo>
                  <a:lnTo>
                    <a:pt x="1043" y="1623"/>
                  </a:lnTo>
                  <a:lnTo>
                    <a:pt x="1700" y="2279"/>
                  </a:lnTo>
                  <a:lnTo>
                    <a:pt x="2356" y="2858"/>
                  </a:lnTo>
                  <a:lnTo>
                    <a:pt x="3090" y="3399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44"/>
                  </a:lnTo>
                  <a:lnTo>
                    <a:pt x="7685" y="4982"/>
                  </a:lnTo>
                  <a:lnTo>
                    <a:pt x="8535" y="4982"/>
                  </a:lnTo>
                  <a:lnTo>
                    <a:pt x="8998" y="4944"/>
                  </a:lnTo>
                  <a:lnTo>
                    <a:pt x="9423" y="4866"/>
                  </a:lnTo>
                  <a:lnTo>
                    <a:pt x="9848" y="4789"/>
                  </a:lnTo>
                  <a:lnTo>
                    <a:pt x="10272" y="4673"/>
                  </a:lnTo>
                  <a:lnTo>
                    <a:pt x="10658" y="4519"/>
                  </a:lnTo>
                  <a:lnTo>
                    <a:pt x="11083" y="4326"/>
                  </a:lnTo>
                  <a:lnTo>
                    <a:pt x="11469" y="4133"/>
                  </a:lnTo>
                  <a:lnTo>
                    <a:pt x="11855" y="3862"/>
                  </a:lnTo>
                  <a:lnTo>
                    <a:pt x="12242" y="3592"/>
                  </a:lnTo>
                  <a:lnTo>
                    <a:pt x="12319" y="3553"/>
                  </a:lnTo>
                  <a:lnTo>
                    <a:pt x="12435" y="3206"/>
                  </a:lnTo>
                  <a:lnTo>
                    <a:pt x="12357" y="3167"/>
                  </a:lnTo>
                  <a:lnTo>
                    <a:pt x="12280" y="3206"/>
                  </a:lnTo>
                  <a:lnTo>
                    <a:pt x="12203" y="3129"/>
                  </a:lnTo>
                  <a:lnTo>
                    <a:pt x="12010" y="3129"/>
                  </a:lnTo>
                  <a:lnTo>
                    <a:pt x="11933" y="3206"/>
                  </a:lnTo>
                  <a:lnTo>
                    <a:pt x="11585" y="3438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7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2"/>
                  </a:lnTo>
                  <a:lnTo>
                    <a:pt x="8342" y="4480"/>
                  </a:lnTo>
                  <a:lnTo>
                    <a:pt x="7917" y="4480"/>
                  </a:lnTo>
                  <a:lnTo>
                    <a:pt x="7492" y="4442"/>
                  </a:lnTo>
                  <a:lnTo>
                    <a:pt x="7067" y="4403"/>
                  </a:lnTo>
                  <a:lnTo>
                    <a:pt x="6642" y="4364"/>
                  </a:lnTo>
                  <a:lnTo>
                    <a:pt x="6218" y="4248"/>
                  </a:lnTo>
                  <a:lnTo>
                    <a:pt x="5793" y="4171"/>
                  </a:lnTo>
                  <a:lnTo>
                    <a:pt x="5368" y="4017"/>
                  </a:lnTo>
                  <a:lnTo>
                    <a:pt x="4596" y="3708"/>
                  </a:lnTo>
                  <a:lnTo>
                    <a:pt x="3901" y="3283"/>
                  </a:lnTo>
                  <a:lnTo>
                    <a:pt x="3206" y="2820"/>
                  </a:lnTo>
                  <a:lnTo>
                    <a:pt x="2588" y="2318"/>
                  </a:lnTo>
                  <a:lnTo>
                    <a:pt x="1970" y="1777"/>
                  </a:lnTo>
                  <a:lnTo>
                    <a:pt x="1391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7" name="Google Shape;4257;p18"/>
            <p:cNvSpPr/>
            <p:nvPr/>
          </p:nvSpPr>
          <p:spPr>
            <a:xfrm>
              <a:off x="7111550" y="3205500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0"/>
                  </a:moveTo>
                  <a:lnTo>
                    <a:pt x="3360" y="77"/>
                  </a:lnTo>
                  <a:lnTo>
                    <a:pt x="3245" y="77"/>
                  </a:lnTo>
                  <a:lnTo>
                    <a:pt x="3013" y="270"/>
                  </a:lnTo>
                  <a:lnTo>
                    <a:pt x="2781" y="502"/>
                  </a:lnTo>
                  <a:lnTo>
                    <a:pt x="2549" y="772"/>
                  </a:lnTo>
                  <a:lnTo>
                    <a:pt x="2356" y="1004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5"/>
                  </a:lnTo>
                  <a:lnTo>
                    <a:pt x="1082" y="1854"/>
                  </a:lnTo>
                  <a:lnTo>
                    <a:pt x="1043" y="1931"/>
                  </a:lnTo>
                  <a:lnTo>
                    <a:pt x="1082" y="2008"/>
                  </a:lnTo>
                  <a:lnTo>
                    <a:pt x="1121" y="2085"/>
                  </a:lnTo>
                  <a:lnTo>
                    <a:pt x="1005" y="2085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2" y="2240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471"/>
                  </a:lnTo>
                  <a:lnTo>
                    <a:pt x="966" y="2510"/>
                  </a:lnTo>
                  <a:lnTo>
                    <a:pt x="1198" y="2587"/>
                  </a:lnTo>
                  <a:lnTo>
                    <a:pt x="1430" y="2703"/>
                  </a:lnTo>
                  <a:lnTo>
                    <a:pt x="1623" y="2819"/>
                  </a:lnTo>
                  <a:lnTo>
                    <a:pt x="1816" y="2973"/>
                  </a:lnTo>
                  <a:lnTo>
                    <a:pt x="1970" y="3167"/>
                  </a:lnTo>
                  <a:lnTo>
                    <a:pt x="2047" y="3398"/>
                  </a:lnTo>
                  <a:lnTo>
                    <a:pt x="2125" y="3630"/>
                  </a:lnTo>
                  <a:lnTo>
                    <a:pt x="2125" y="3900"/>
                  </a:lnTo>
                  <a:lnTo>
                    <a:pt x="2086" y="4093"/>
                  </a:lnTo>
                  <a:lnTo>
                    <a:pt x="2009" y="4325"/>
                  </a:lnTo>
                  <a:lnTo>
                    <a:pt x="1893" y="4518"/>
                  </a:lnTo>
                  <a:lnTo>
                    <a:pt x="1739" y="4711"/>
                  </a:lnTo>
                  <a:lnTo>
                    <a:pt x="1545" y="4827"/>
                  </a:lnTo>
                  <a:lnTo>
                    <a:pt x="1314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5"/>
                  </a:lnTo>
                  <a:lnTo>
                    <a:pt x="657" y="4441"/>
                  </a:lnTo>
                  <a:lnTo>
                    <a:pt x="735" y="4286"/>
                  </a:lnTo>
                  <a:lnTo>
                    <a:pt x="812" y="4209"/>
                  </a:lnTo>
                  <a:lnTo>
                    <a:pt x="889" y="4132"/>
                  </a:lnTo>
                  <a:lnTo>
                    <a:pt x="966" y="4093"/>
                  </a:lnTo>
                  <a:lnTo>
                    <a:pt x="1121" y="4093"/>
                  </a:lnTo>
                  <a:lnTo>
                    <a:pt x="1237" y="4016"/>
                  </a:lnTo>
                  <a:lnTo>
                    <a:pt x="1314" y="3900"/>
                  </a:lnTo>
                  <a:lnTo>
                    <a:pt x="1314" y="3784"/>
                  </a:lnTo>
                  <a:lnTo>
                    <a:pt x="1275" y="3707"/>
                  </a:lnTo>
                  <a:lnTo>
                    <a:pt x="1198" y="3669"/>
                  </a:lnTo>
                  <a:lnTo>
                    <a:pt x="117" y="2935"/>
                  </a:lnTo>
                  <a:lnTo>
                    <a:pt x="1" y="3282"/>
                  </a:lnTo>
                  <a:lnTo>
                    <a:pt x="657" y="3784"/>
                  </a:lnTo>
                  <a:lnTo>
                    <a:pt x="503" y="3862"/>
                  </a:lnTo>
                  <a:lnTo>
                    <a:pt x="387" y="3977"/>
                  </a:lnTo>
                  <a:lnTo>
                    <a:pt x="310" y="4093"/>
                  </a:lnTo>
                  <a:lnTo>
                    <a:pt x="233" y="4248"/>
                  </a:lnTo>
                  <a:lnTo>
                    <a:pt x="194" y="4402"/>
                  </a:lnTo>
                  <a:lnTo>
                    <a:pt x="194" y="4557"/>
                  </a:lnTo>
                  <a:lnTo>
                    <a:pt x="194" y="4711"/>
                  </a:lnTo>
                  <a:lnTo>
                    <a:pt x="271" y="4866"/>
                  </a:lnTo>
                  <a:lnTo>
                    <a:pt x="387" y="5097"/>
                  </a:lnTo>
                  <a:lnTo>
                    <a:pt x="541" y="5252"/>
                  </a:lnTo>
                  <a:lnTo>
                    <a:pt x="735" y="5368"/>
                  </a:lnTo>
                  <a:lnTo>
                    <a:pt x="966" y="5406"/>
                  </a:lnTo>
                  <a:lnTo>
                    <a:pt x="1198" y="5406"/>
                  </a:lnTo>
                  <a:lnTo>
                    <a:pt x="1430" y="5368"/>
                  </a:lnTo>
                  <a:lnTo>
                    <a:pt x="1623" y="5329"/>
                  </a:lnTo>
                  <a:lnTo>
                    <a:pt x="1854" y="5213"/>
                  </a:lnTo>
                  <a:lnTo>
                    <a:pt x="2086" y="5020"/>
                  </a:lnTo>
                  <a:lnTo>
                    <a:pt x="2241" y="4827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09"/>
                  </a:lnTo>
                  <a:lnTo>
                    <a:pt x="2588" y="3977"/>
                  </a:lnTo>
                  <a:lnTo>
                    <a:pt x="2588" y="3746"/>
                  </a:lnTo>
                  <a:lnTo>
                    <a:pt x="2549" y="3514"/>
                  </a:lnTo>
                  <a:lnTo>
                    <a:pt x="2472" y="3282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471"/>
                  </a:lnTo>
                  <a:lnTo>
                    <a:pt x="1739" y="2356"/>
                  </a:lnTo>
                  <a:lnTo>
                    <a:pt x="1507" y="2201"/>
                  </a:lnTo>
                  <a:lnTo>
                    <a:pt x="1275" y="2124"/>
                  </a:lnTo>
                  <a:lnTo>
                    <a:pt x="1623" y="1969"/>
                  </a:lnTo>
                  <a:lnTo>
                    <a:pt x="1932" y="1815"/>
                  </a:lnTo>
                  <a:lnTo>
                    <a:pt x="2241" y="1622"/>
                  </a:lnTo>
                  <a:lnTo>
                    <a:pt x="2549" y="1390"/>
                  </a:lnTo>
                  <a:lnTo>
                    <a:pt x="2820" y="1197"/>
                  </a:lnTo>
                  <a:lnTo>
                    <a:pt x="3090" y="965"/>
                  </a:lnTo>
                  <a:lnTo>
                    <a:pt x="3360" y="657"/>
                  </a:lnTo>
                  <a:lnTo>
                    <a:pt x="3438" y="541"/>
                  </a:lnTo>
                  <a:lnTo>
                    <a:pt x="3515" y="386"/>
                  </a:lnTo>
                  <a:lnTo>
                    <a:pt x="3708" y="77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8" name="Google Shape;4258;p18"/>
            <p:cNvSpPr/>
            <p:nvPr/>
          </p:nvSpPr>
          <p:spPr>
            <a:xfrm>
              <a:off x="1402350" y="3219000"/>
              <a:ext cx="106225" cy="103325"/>
            </a:xfrm>
            <a:custGeom>
              <a:avLst/>
              <a:gdLst/>
              <a:ahLst/>
              <a:cxnLst/>
              <a:rect l="l" t="t" r="r" b="b"/>
              <a:pathLst>
                <a:path w="4249" h="4133" extrusionOk="0">
                  <a:moveTo>
                    <a:pt x="2317" y="387"/>
                  </a:moveTo>
                  <a:lnTo>
                    <a:pt x="2588" y="425"/>
                  </a:lnTo>
                  <a:lnTo>
                    <a:pt x="2858" y="503"/>
                  </a:lnTo>
                  <a:lnTo>
                    <a:pt x="3128" y="619"/>
                  </a:lnTo>
                  <a:lnTo>
                    <a:pt x="3321" y="812"/>
                  </a:lnTo>
                  <a:lnTo>
                    <a:pt x="3553" y="1043"/>
                  </a:lnTo>
                  <a:lnTo>
                    <a:pt x="3708" y="1352"/>
                  </a:lnTo>
                  <a:lnTo>
                    <a:pt x="3823" y="1700"/>
                  </a:lnTo>
                  <a:lnTo>
                    <a:pt x="3862" y="2047"/>
                  </a:lnTo>
                  <a:lnTo>
                    <a:pt x="3785" y="2395"/>
                  </a:lnTo>
                  <a:lnTo>
                    <a:pt x="3708" y="2742"/>
                  </a:lnTo>
                  <a:lnTo>
                    <a:pt x="3514" y="3051"/>
                  </a:lnTo>
                  <a:lnTo>
                    <a:pt x="3283" y="3322"/>
                  </a:lnTo>
                  <a:lnTo>
                    <a:pt x="3012" y="3515"/>
                  </a:lnTo>
                  <a:lnTo>
                    <a:pt x="2704" y="3669"/>
                  </a:lnTo>
                  <a:lnTo>
                    <a:pt x="2395" y="3746"/>
                  </a:lnTo>
                  <a:lnTo>
                    <a:pt x="2047" y="3785"/>
                  </a:lnTo>
                  <a:lnTo>
                    <a:pt x="1738" y="3746"/>
                  </a:lnTo>
                  <a:lnTo>
                    <a:pt x="1391" y="3631"/>
                  </a:lnTo>
                  <a:lnTo>
                    <a:pt x="1120" y="3476"/>
                  </a:lnTo>
                  <a:lnTo>
                    <a:pt x="850" y="3283"/>
                  </a:lnTo>
                  <a:lnTo>
                    <a:pt x="618" y="3013"/>
                  </a:lnTo>
                  <a:lnTo>
                    <a:pt x="464" y="2665"/>
                  </a:lnTo>
                  <a:lnTo>
                    <a:pt x="348" y="2318"/>
                  </a:lnTo>
                  <a:lnTo>
                    <a:pt x="348" y="1931"/>
                  </a:lnTo>
                  <a:lnTo>
                    <a:pt x="387" y="1545"/>
                  </a:lnTo>
                  <a:lnTo>
                    <a:pt x="541" y="1236"/>
                  </a:lnTo>
                  <a:lnTo>
                    <a:pt x="618" y="1082"/>
                  </a:lnTo>
                  <a:lnTo>
                    <a:pt x="734" y="927"/>
                  </a:lnTo>
                  <a:lnTo>
                    <a:pt x="889" y="812"/>
                  </a:lnTo>
                  <a:lnTo>
                    <a:pt x="1043" y="696"/>
                  </a:lnTo>
                  <a:lnTo>
                    <a:pt x="1236" y="619"/>
                  </a:lnTo>
                  <a:lnTo>
                    <a:pt x="1429" y="541"/>
                  </a:lnTo>
                  <a:lnTo>
                    <a:pt x="1468" y="503"/>
                  </a:lnTo>
                  <a:lnTo>
                    <a:pt x="1777" y="425"/>
                  </a:lnTo>
                  <a:lnTo>
                    <a:pt x="2047" y="387"/>
                  </a:lnTo>
                  <a:close/>
                  <a:moveTo>
                    <a:pt x="1931" y="1"/>
                  </a:moveTo>
                  <a:lnTo>
                    <a:pt x="1738" y="39"/>
                  </a:lnTo>
                  <a:lnTo>
                    <a:pt x="1507" y="117"/>
                  </a:lnTo>
                  <a:lnTo>
                    <a:pt x="1313" y="232"/>
                  </a:lnTo>
                  <a:lnTo>
                    <a:pt x="1159" y="348"/>
                  </a:lnTo>
                  <a:lnTo>
                    <a:pt x="1120" y="387"/>
                  </a:lnTo>
                  <a:lnTo>
                    <a:pt x="966" y="387"/>
                  </a:lnTo>
                  <a:lnTo>
                    <a:pt x="773" y="464"/>
                  </a:lnTo>
                  <a:lnTo>
                    <a:pt x="657" y="541"/>
                  </a:lnTo>
                  <a:lnTo>
                    <a:pt x="503" y="657"/>
                  </a:lnTo>
                  <a:lnTo>
                    <a:pt x="387" y="773"/>
                  </a:lnTo>
                  <a:lnTo>
                    <a:pt x="309" y="927"/>
                  </a:lnTo>
                  <a:lnTo>
                    <a:pt x="155" y="1236"/>
                  </a:lnTo>
                  <a:lnTo>
                    <a:pt x="39" y="1623"/>
                  </a:lnTo>
                  <a:lnTo>
                    <a:pt x="1" y="2009"/>
                  </a:lnTo>
                  <a:lnTo>
                    <a:pt x="39" y="2356"/>
                  </a:lnTo>
                  <a:lnTo>
                    <a:pt x="78" y="2704"/>
                  </a:lnTo>
                  <a:lnTo>
                    <a:pt x="155" y="2897"/>
                  </a:lnTo>
                  <a:lnTo>
                    <a:pt x="271" y="3090"/>
                  </a:lnTo>
                  <a:lnTo>
                    <a:pt x="387" y="3283"/>
                  </a:lnTo>
                  <a:lnTo>
                    <a:pt x="541" y="3437"/>
                  </a:lnTo>
                  <a:lnTo>
                    <a:pt x="850" y="3746"/>
                  </a:lnTo>
                  <a:lnTo>
                    <a:pt x="1236" y="3939"/>
                  </a:lnTo>
                  <a:lnTo>
                    <a:pt x="1661" y="4094"/>
                  </a:lnTo>
                  <a:lnTo>
                    <a:pt x="2086" y="4133"/>
                  </a:lnTo>
                  <a:lnTo>
                    <a:pt x="2510" y="4094"/>
                  </a:lnTo>
                  <a:lnTo>
                    <a:pt x="2742" y="4055"/>
                  </a:lnTo>
                  <a:lnTo>
                    <a:pt x="2974" y="3978"/>
                  </a:lnTo>
                  <a:lnTo>
                    <a:pt x="3321" y="3746"/>
                  </a:lnTo>
                  <a:lnTo>
                    <a:pt x="3630" y="3476"/>
                  </a:lnTo>
                  <a:lnTo>
                    <a:pt x="3862" y="3167"/>
                  </a:lnTo>
                  <a:lnTo>
                    <a:pt x="4055" y="2781"/>
                  </a:lnTo>
                  <a:lnTo>
                    <a:pt x="4171" y="2395"/>
                  </a:lnTo>
                  <a:lnTo>
                    <a:pt x="4248" y="2009"/>
                  </a:lnTo>
                  <a:lnTo>
                    <a:pt x="4210" y="1584"/>
                  </a:lnTo>
                  <a:lnTo>
                    <a:pt x="4094" y="1198"/>
                  </a:lnTo>
                  <a:lnTo>
                    <a:pt x="3978" y="1005"/>
                  </a:lnTo>
                  <a:lnTo>
                    <a:pt x="3862" y="812"/>
                  </a:lnTo>
                  <a:lnTo>
                    <a:pt x="3708" y="657"/>
                  </a:lnTo>
                  <a:lnTo>
                    <a:pt x="3553" y="503"/>
                  </a:lnTo>
                  <a:lnTo>
                    <a:pt x="3206" y="232"/>
                  </a:lnTo>
                  <a:lnTo>
                    <a:pt x="2781" y="78"/>
                  </a:lnTo>
                  <a:lnTo>
                    <a:pt x="23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9" name="Google Shape;4259;p18"/>
            <p:cNvSpPr/>
            <p:nvPr/>
          </p:nvSpPr>
          <p:spPr>
            <a:xfrm>
              <a:off x="4924025" y="3220925"/>
              <a:ext cx="335975" cy="782950"/>
            </a:xfrm>
            <a:custGeom>
              <a:avLst/>
              <a:gdLst/>
              <a:ahLst/>
              <a:cxnLst/>
              <a:rect l="l" t="t" r="r" b="b"/>
              <a:pathLst>
                <a:path w="13439" h="31318" extrusionOk="0">
                  <a:moveTo>
                    <a:pt x="6488" y="387"/>
                  </a:moveTo>
                  <a:lnTo>
                    <a:pt x="6526" y="464"/>
                  </a:lnTo>
                  <a:lnTo>
                    <a:pt x="7144" y="2009"/>
                  </a:lnTo>
                  <a:lnTo>
                    <a:pt x="7685" y="3554"/>
                  </a:lnTo>
                  <a:lnTo>
                    <a:pt x="8226" y="5137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2"/>
                  </a:lnTo>
                  <a:lnTo>
                    <a:pt x="7530" y="7338"/>
                  </a:lnTo>
                  <a:lnTo>
                    <a:pt x="7222" y="7454"/>
                  </a:lnTo>
                  <a:lnTo>
                    <a:pt x="6913" y="7531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1"/>
                  </a:lnTo>
                  <a:lnTo>
                    <a:pt x="5522" y="7492"/>
                  </a:lnTo>
                  <a:lnTo>
                    <a:pt x="4866" y="7338"/>
                  </a:lnTo>
                  <a:lnTo>
                    <a:pt x="4210" y="7106"/>
                  </a:lnTo>
                  <a:lnTo>
                    <a:pt x="3592" y="6874"/>
                  </a:lnTo>
                  <a:lnTo>
                    <a:pt x="3862" y="6025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4"/>
                  </a:lnTo>
                  <a:lnTo>
                    <a:pt x="5214" y="2743"/>
                  </a:lnTo>
                  <a:lnTo>
                    <a:pt x="5600" y="1932"/>
                  </a:lnTo>
                  <a:lnTo>
                    <a:pt x="6024" y="1159"/>
                  </a:lnTo>
                  <a:lnTo>
                    <a:pt x="6488" y="387"/>
                  </a:lnTo>
                  <a:close/>
                  <a:moveTo>
                    <a:pt x="8805" y="7029"/>
                  </a:moveTo>
                  <a:lnTo>
                    <a:pt x="9230" y="8419"/>
                  </a:lnTo>
                  <a:lnTo>
                    <a:pt x="9577" y="9848"/>
                  </a:lnTo>
                  <a:lnTo>
                    <a:pt x="9847" y="11083"/>
                  </a:lnTo>
                  <a:lnTo>
                    <a:pt x="10079" y="12358"/>
                  </a:lnTo>
                  <a:lnTo>
                    <a:pt x="10234" y="13632"/>
                  </a:lnTo>
                  <a:lnTo>
                    <a:pt x="10388" y="14906"/>
                  </a:lnTo>
                  <a:lnTo>
                    <a:pt x="10465" y="16181"/>
                  </a:lnTo>
                  <a:lnTo>
                    <a:pt x="10504" y="16837"/>
                  </a:lnTo>
                  <a:lnTo>
                    <a:pt x="10504" y="17493"/>
                  </a:lnTo>
                  <a:lnTo>
                    <a:pt x="10504" y="18189"/>
                  </a:lnTo>
                  <a:lnTo>
                    <a:pt x="10427" y="18845"/>
                  </a:lnTo>
                  <a:lnTo>
                    <a:pt x="10311" y="19463"/>
                  </a:lnTo>
                  <a:lnTo>
                    <a:pt x="10118" y="20081"/>
                  </a:lnTo>
                  <a:lnTo>
                    <a:pt x="9886" y="20660"/>
                  </a:lnTo>
                  <a:lnTo>
                    <a:pt x="9538" y="21162"/>
                  </a:lnTo>
                  <a:lnTo>
                    <a:pt x="9384" y="21394"/>
                  </a:lnTo>
                  <a:lnTo>
                    <a:pt x="9152" y="21587"/>
                  </a:lnTo>
                  <a:lnTo>
                    <a:pt x="8959" y="21780"/>
                  </a:lnTo>
                  <a:lnTo>
                    <a:pt x="8728" y="21973"/>
                  </a:lnTo>
                  <a:lnTo>
                    <a:pt x="8496" y="22127"/>
                  </a:lnTo>
                  <a:lnTo>
                    <a:pt x="8226" y="22243"/>
                  </a:lnTo>
                  <a:lnTo>
                    <a:pt x="7955" y="22359"/>
                  </a:lnTo>
                  <a:lnTo>
                    <a:pt x="7685" y="22436"/>
                  </a:lnTo>
                  <a:lnTo>
                    <a:pt x="7415" y="22475"/>
                  </a:lnTo>
                  <a:lnTo>
                    <a:pt x="6797" y="22475"/>
                  </a:lnTo>
                  <a:lnTo>
                    <a:pt x="6488" y="22436"/>
                  </a:lnTo>
                  <a:lnTo>
                    <a:pt x="5909" y="22282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5"/>
                  </a:lnTo>
                  <a:lnTo>
                    <a:pt x="4094" y="20930"/>
                  </a:lnTo>
                  <a:lnTo>
                    <a:pt x="3785" y="20467"/>
                  </a:lnTo>
                  <a:lnTo>
                    <a:pt x="3476" y="19965"/>
                  </a:lnTo>
                  <a:lnTo>
                    <a:pt x="3244" y="19424"/>
                  </a:lnTo>
                  <a:lnTo>
                    <a:pt x="3051" y="18884"/>
                  </a:lnTo>
                  <a:lnTo>
                    <a:pt x="2897" y="18343"/>
                  </a:lnTo>
                  <a:lnTo>
                    <a:pt x="2781" y="17802"/>
                  </a:lnTo>
                  <a:lnTo>
                    <a:pt x="2704" y="17223"/>
                  </a:lnTo>
                  <a:lnTo>
                    <a:pt x="2588" y="16103"/>
                  </a:lnTo>
                  <a:lnTo>
                    <a:pt x="2511" y="14945"/>
                  </a:lnTo>
                  <a:lnTo>
                    <a:pt x="2511" y="13748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3"/>
                  </a:lnTo>
                  <a:lnTo>
                    <a:pt x="3128" y="8689"/>
                  </a:lnTo>
                  <a:lnTo>
                    <a:pt x="3283" y="7917"/>
                  </a:lnTo>
                  <a:lnTo>
                    <a:pt x="3515" y="7183"/>
                  </a:lnTo>
                  <a:lnTo>
                    <a:pt x="4132" y="7454"/>
                  </a:lnTo>
                  <a:lnTo>
                    <a:pt x="4827" y="7685"/>
                  </a:lnTo>
                  <a:lnTo>
                    <a:pt x="5522" y="7840"/>
                  </a:lnTo>
                  <a:lnTo>
                    <a:pt x="5909" y="7917"/>
                  </a:lnTo>
                  <a:lnTo>
                    <a:pt x="6256" y="7917"/>
                  </a:lnTo>
                  <a:lnTo>
                    <a:pt x="6604" y="7956"/>
                  </a:lnTo>
                  <a:lnTo>
                    <a:pt x="6990" y="7917"/>
                  </a:lnTo>
                  <a:lnTo>
                    <a:pt x="7299" y="7878"/>
                  </a:lnTo>
                  <a:lnTo>
                    <a:pt x="7646" y="7763"/>
                  </a:lnTo>
                  <a:lnTo>
                    <a:pt x="7955" y="7647"/>
                  </a:lnTo>
                  <a:lnTo>
                    <a:pt x="8264" y="7492"/>
                  </a:lnTo>
                  <a:lnTo>
                    <a:pt x="8573" y="7261"/>
                  </a:lnTo>
                  <a:lnTo>
                    <a:pt x="8805" y="7029"/>
                  </a:lnTo>
                  <a:close/>
                  <a:moveTo>
                    <a:pt x="8650" y="22475"/>
                  </a:moveTo>
                  <a:lnTo>
                    <a:pt x="8766" y="22822"/>
                  </a:lnTo>
                  <a:lnTo>
                    <a:pt x="8921" y="23170"/>
                  </a:lnTo>
                  <a:lnTo>
                    <a:pt x="8496" y="23402"/>
                  </a:lnTo>
                  <a:lnTo>
                    <a:pt x="8071" y="23556"/>
                  </a:lnTo>
                  <a:lnTo>
                    <a:pt x="7608" y="23633"/>
                  </a:lnTo>
                  <a:lnTo>
                    <a:pt x="7144" y="23672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3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5"/>
                  </a:lnTo>
                  <a:lnTo>
                    <a:pt x="5870" y="22629"/>
                  </a:lnTo>
                  <a:lnTo>
                    <a:pt x="6256" y="22784"/>
                  </a:lnTo>
                  <a:lnTo>
                    <a:pt x="6681" y="22861"/>
                  </a:lnTo>
                  <a:lnTo>
                    <a:pt x="7067" y="22900"/>
                  </a:lnTo>
                  <a:lnTo>
                    <a:pt x="7453" y="22861"/>
                  </a:lnTo>
                  <a:lnTo>
                    <a:pt x="7878" y="22822"/>
                  </a:lnTo>
                  <a:lnTo>
                    <a:pt x="8264" y="22668"/>
                  </a:lnTo>
                  <a:lnTo>
                    <a:pt x="8650" y="22475"/>
                  </a:lnTo>
                  <a:close/>
                  <a:moveTo>
                    <a:pt x="10890" y="16798"/>
                  </a:moveTo>
                  <a:lnTo>
                    <a:pt x="11392" y="17262"/>
                  </a:lnTo>
                  <a:lnTo>
                    <a:pt x="11933" y="17648"/>
                  </a:lnTo>
                  <a:lnTo>
                    <a:pt x="12512" y="18034"/>
                  </a:lnTo>
                  <a:lnTo>
                    <a:pt x="13091" y="18343"/>
                  </a:lnTo>
                  <a:lnTo>
                    <a:pt x="12937" y="19772"/>
                  </a:lnTo>
                  <a:lnTo>
                    <a:pt x="12821" y="21239"/>
                  </a:lnTo>
                  <a:lnTo>
                    <a:pt x="12705" y="24212"/>
                  </a:lnTo>
                  <a:lnTo>
                    <a:pt x="11894" y="23595"/>
                  </a:lnTo>
                  <a:lnTo>
                    <a:pt x="11044" y="23015"/>
                  </a:lnTo>
                  <a:lnTo>
                    <a:pt x="10813" y="22861"/>
                  </a:lnTo>
                  <a:lnTo>
                    <a:pt x="10620" y="22668"/>
                  </a:lnTo>
                  <a:lnTo>
                    <a:pt x="10581" y="22591"/>
                  </a:lnTo>
                  <a:lnTo>
                    <a:pt x="10542" y="22436"/>
                  </a:lnTo>
                  <a:lnTo>
                    <a:pt x="10542" y="22127"/>
                  </a:lnTo>
                  <a:lnTo>
                    <a:pt x="10542" y="21394"/>
                  </a:lnTo>
                  <a:lnTo>
                    <a:pt x="10504" y="20660"/>
                  </a:lnTo>
                  <a:lnTo>
                    <a:pt x="10504" y="20583"/>
                  </a:lnTo>
                  <a:lnTo>
                    <a:pt x="10465" y="20544"/>
                  </a:lnTo>
                  <a:lnTo>
                    <a:pt x="10388" y="20467"/>
                  </a:lnTo>
                  <a:lnTo>
                    <a:pt x="10542" y="19965"/>
                  </a:lnTo>
                  <a:lnTo>
                    <a:pt x="10697" y="19424"/>
                  </a:lnTo>
                  <a:lnTo>
                    <a:pt x="10774" y="18884"/>
                  </a:lnTo>
                  <a:lnTo>
                    <a:pt x="10851" y="18304"/>
                  </a:lnTo>
                  <a:lnTo>
                    <a:pt x="10890" y="17571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5"/>
                  </a:lnTo>
                  <a:lnTo>
                    <a:pt x="6140" y="23826"/>
                  </a:lnTo>
                  <a:lnTo>
                    <a:pt x="6642" y="23942"/>
                  </a:lnTo>
                  <a:lnTo>
                    <a:pt x="7144" y="23981"/>
                  </a:lnTo>
                  <a:lnTo>
                    <a:pt x="7646" y="23981"/>
                  </a:lnTo>
                  <a:lnTo>
                    <a:pt x="8148" y="23865"/>
                  </a:lnTo>
                  <a:lnTo>
                    <a:pt x="8612" y="23710"/>
                  </a:lnTo>
                  <a:lnTo>
                    <a:pt x="9075" y="23440"/>
                  </a:lnTo>
                  <a:lnTo>
                    <a:pt x="9384" y="23904"/>
                  </a:lnTo>
                  <a:lnTo>
                    <a:pt x="8843" y="24174"/>
                  </a:lnTo>
                  <a:lnTo>
                    <a:pt x="8303" y="24367"/>
                  </a:lnTo>
                  <a:lnTo>
                    <a:pt x="7762" y="24483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4"/>
                  </a:lnTo>
                  <a:lnTo>
                    <a:pt x="5561" y="24290"/>
                  </a:lnTo>
                  <a:lnTo>
                    <a:pt x="4982" y="24097"/>
                  </a:lnTo>
                  <a:lnTo>
                    <a:pt x="5059" y="23904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8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3"/>
                  </a:lnTo>
                  <a:lnTo>
                    <a:pt x="2974" y="19772"/>
                  </a:lnTo>
                  <a:lnTo>
                    <a:pt x="3244" y="20312"/>
                  </a:lnTo>
                  <a:lnTo>
                    <a:pt x="3244" y="20351"/>
                  </a:lnTo>
                  <a:lnTo>
                    <a:pt x="3206" y="21200"/>
                  </a:lnTo>
                  <a:lnTo>
                    <a:pt x="3244" y="22050"/>
                  </a:lnTo>
                  <a:lnTo>
                    <a:pt x="3283" y="22359"/>
                  </a:lnTo>
                  <a:lnTo>
                    <a:pt x="3321" y="22706"/>
                  </a:lnTo>
                  <a:lnTo>
                    <a:pt x="3321" y="23054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9"/>
                  </a:lnTo>
                  <a:lnTo>
                    <a:pt x="3051" y="23633"/>
                  </a:lnTo>
                  <a:lnTo>
                    <a:pt x="2704" y="23904"/>
                  </a:lnTo>
                  <a:lnTo>
                    <a:pt x="2009" y="24406"/>
                  </a:lnTo>
                  <a:lnTo>
                    <a:pt x="773" y="25409"/>
                  </a:lnTo>
                  <a:lnTo>
                    <a:pt x="811" y="24676"/>
                  </a:lnTo>
                  <a:lnTo>
                    <a:pt x="850" y="23942"/>
                  </a:lnTo>
                  <a:lnTo>
                    <a:pt x="811" y="23170"/>
                  </a:lnTo>
                  <a:lnTo>
                    <a:pt x="773" y="22436"/>
                  </a:lnTo>
                  <a:lnTo>
                    <a:pt x="657" y="21239"/>
                  </a:lnTo>
                  <a:lnTo>
                    <a:pt x="503" y="20467"/>
                  </a:lnTo>
                  <a:lnTo>
                    <a:pt x="425" y="20081"/>
                  </a:lnTo>
                  <a:lnTo>
                    <a:pt x="464" y="19695"/>
                  </a:lnTo>
                  <a:lnTo>
                    <a:pt x="503" y="19656"/>
                  </a:lnTo>
                  <a:lnTo>
                    <a:pt x="541" y="19579"/>
                  </a:lnTo>
                  <a:lnTo>
                    <a:pt x="541" y="19540"/>
                  </a:lnTo>
                  <a:lnTo>
                    <a:pt x="541" y="19463"/>
                  </a:lnTo>
                  <a:lnTo>
                    <a:pt x="1429" y="18420"/>
                  </a:lnTo>
                  <a:lnTo>
                    <a:pt x="2356" y="17378"/>
                  </a:lnTo>
                  <a:close/>
                  <a:moveTo>
                    <a:pt x="8148" y="24830"/>
                  </a:moveTo>
                  <a:lnTo>
                    <a:pt x="8148" y="25062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8"/>
                  </a:lnTo>
                  <a:lnTo>
                    <a:pt x="7878" y="25216"/>
                  </a:lnTo>
                  <a:lnTo>
                    <a:pt x="7839" y="25294"/>
                  </a:lnTo>
                  <a:lnTo>
                    <a:pt x="7839" y="25371"/>
                  </a:lnTo>
                  <a:lnTo>
                    <a:pt x="7994" y="25873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60"/>
                  </a:lnTo>
                  <a:lnTo>
                    <a:pt x="8148" y="28962"/>
                  </a:lnTo>
                  <a:lnTo>
                    <a:pt x="8071" y="29503"/>
                  </a:lnTo>
                  <a:lnTo>
                    <a:pt x="7762" y="29194"/>
                  </a:lnTo>
                  <a:lnTo>
                    <a:pt x="7453" y="28885"/>
                  </a:lnTo>
                  <a:lnTo>
                    <a:pt x="7260" y="28537"/>
                  </a:lnTo>
                  <a:lnTo>
                    <a:pt x="7067" y="28190"/>
                  </a:lnTo>
                  <a:lnTo>
                    <a:pt x="6951" y="27804"/>
                  </a:lnTo>
                  <a:lnTo>
                    <a:pt x="6874" y="27417"/>
                  </a:lnTo>
                  <a:lnTo>
                    <a:pt x="6835" y="26954"/>
                  </a:lnTo>
                  <a:lnTo>
                    <a:pt x="6835" y="26491"/>
                  </a:lnTo>
                  <a:lnTo>
                    <a:pt x="6874" y="26105"/>
                  </a:lnTo>
                  <a:lnTo>
                    <a:pt x="6874" y="25757"/>
                  </a:lnTo>
                  <a:lnTo>
                    <a:pt x="6835" y="25603"/>
                  </a:lnTo>
                  <a:lnTo>
                    <a:pt x="6758" y="25487"/>
                  </a:lnTo>
                  <a:lnTo>
                    <a:pt x="6642" y="25371"/>
                  </a:lnTo>
                  <a:lnTo>
                    <a:pt x="6488" y="25294"/>
                  </a:lnTo>
                  <a:lnTo>
                    <a:pt x="6604" y="25101"/>
                  </a:lnTo>
                  <a:lnTo>
                    <a:pt x="6720" y="24985"/>
                  </a:lnTo>
                  <a:lnTo>
                    <a:pt x="7106" y="24985"/>
                  </a:lnTo>
                  <a:lnTo>
                    <a:pt x="7453" y="24946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5"/>
                  </a:lnTo>
                  <a:lnTo>
                    <a:pt x="9500" y="25409"/>
                  </a:lnTo>
                  <a:lnTo>
                    <a:pt x="9809" y="25796"/>
                  </a:lnTo>
                  <a:lnTo>
                    <a:pt x="10118" y="26259"/>
                  </a:lnTo>
                  <a:lnTo>
                    <a:pt x="9847" y="26220"/>
                  </a:lnTo>
                  <a:lnTo>
                    <a:pt x="9616" y="26105"/>
                  </a:lnTo>
                  <a:lnTo>
                    <a:pt x="9423" y="25950"/>
                  </a:lnTo>
                  <a:lnTo>
                    <a:pt x="9230" y="25757"/>
                  </a:lnTo>
                  <a:lnTo>
                    <a:pt x="9191" y="25680"/>
                  </a:lnTo>
                  <a:lnTo>
                    <a:pt x="8998" y="25680"/>
                  </a:lnTo>
                  <a:lnTo>
                    <a:pt x="8959" y="25718"/>
                  </a:lnTo>
                  <a:lnTo>
                    <a:pt x="8921" y="25796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1"/>
                  </a:lnTo>
                  <a:lnTo>
                    <a:pt x="9423" y="27070"/>
                  </a:lnTo>
                  <a:lnTo>
                    <a:pt x="9500" y="27379"/>
                  </a:lnTo>
                  <a:lnTo>
                    <a:pt x="9538" y="27688"/>
                  </a:lnTo>
                  <a:lnTo>
                    <a:pt x="9538" y="27997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80"/>
                  </a:lnTo>
                  <a:lnTo>
                    <a:pt x="9230" y="29889"/>
                  </a:lnTo>
                  <a:lnTo>
                    <a:pt x="9075" y="30159"/>
                  </a:lnTo>
                  <a:lnTo>
                    <a:pt x="8921" y="30429"/>
                  </a:lnTo>
                  <a:lnTo>
                    <a:pt x="8728" y="30661"/>
                  </a:lnTo>
                  <a:lnTo>
                    <a:pt x="8534" y="30777"/>
                  </a:lnTo>
                  <a:lnTo>
                    <a:pt x="8341" y="30854"/>
                  </a:lnTo>
                  <a:lnTo>
                    <a:pt x="8187" y="30854"/>
                  </a:lnTo>
                  <a:lnTo>
                    <a:pt x="7994" y="30777"/>
                  </a:lnTo>
                  <a:lnTo>
                    <a:pt x="7839" y="30700"/>
                  </a:lnTo>
                  <a:lnTo>
                    <a:pt x="7685" y="30584"/>
                  </a:lnTo>
                  <a:lnTo>
                    <a:pt x="7376" y="30275"/>
                  </a:lnTo>
                  <a:lnTo>
                    <a:pt x="6874" y="29773"/>
                  </a:lnTo>
                  <a:lnTo>
                    <a:pt x="6681" y="29503"/>
                  </a:lnTo>
                  <a:lnTo>
                    <a:pt x="6488" y="29194"/>
                  </a:lnTo>
                  <a:lnTo>
                    <a:pt x="6295" y="28846"/>
                  </a:lnTo>
                  <a:lnTo>
                    <a:pt x="6102" y="28460"/>
                  </a:lnTo>
                  <a:lnTo>
                    <a:pt x="5986" y="28074"/>
                  </a:lnTo>
                  <a:lnTo>
                    <a:pt x="5909" y="27688"/>
                  </a:lnTo>
                  <a:lnTo>
                    <a:pt x="5870" y="27263"/>
                  </a:lnTo>
                  <a:lnTo>
                    <a:pt x="5870" y="26877"/>
                  </a:lnTo>
                  <a:lnTo>
                    <a:pt x="5909" y="26491"/>
                  </a:lnTo>
                  <a:lnTo>
                    <a:pt x="6024" y="26066"/>
                  </a:lnTo>
                  <a:lnTo>
                    <a:pt x="6024" y="25950"/>
                  </a:lnTo>
                  <a:lnTo>
                    <a:pt x="5947" y="25911"/>
                  </a:lnTo>
                  <a:lnTo>
                    <a:pt x="5870" y="25873"/>
                  </a:lnTo>
                  <a:lnTo>
                    <a:pt x="5793" y="25873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8"/>
                  </a:lnTo>
                  <a:lnTo>
                    <a:pt x="5445" y="25101"/>
                  </a:lnTo>
                  <a:lnTo>
                    <a:pt x="5716" y="24753"/>
                  </a:lnTo>
                  <a:lnTo>
                    <a:pt x="6102" y="24869"/>
                  </a:lnTo>
                  <a:lnTo>
                    <a:pt x="6488" y="24946"/>
                  </a:lnTo>
                  <a:lnTo>
                    <a:pt x="6333" y="25101"/>
                  </a:lnTo>
                  <a:lnTo>
                    <a:pt x="6179" y="25294"/>
                  </a:lnTo>
                  <a:lnTo>
                    <a:pt x="6179" y="25371"/>
                  </a:lnTo>
                  <a:lnTo>
                    <a:pt x="6179" y="25448"/>
                  </a:lnTo>
                  <a:lnTo>
                    <a:pt x="6256" y="25487"/>
                  </a:lnTo>
                  <a:lnTo>
                    <a:pt x="6295" y="25487"/>
                  </a:lnTo>
                  <a:lnTo>
                    <a:pt x="6372" y="25525"/>
                  </a:lnTo>
                  <a:lnTo>
                    <a:pt x="6449" y="25603"/>
                  </a:lnTo>
                  <a:lnTo>
                    <a:pt x="6526" y="25796"/>
                  </a:lnTo>
                  <a:lnTo>
                    <a:pt x="6565" y="26105"/>
                  </a:lnTo>
                  <a:lnTo>
                    <a:pt x="6604" y="26452"/>
                  </a:lnTo>
                  <a:lnTo>
                    <a:pt x="6604" y="27147"/>
                  </a:lnTo>
                  <a:lnTo>
                    <a:pt x="6604" y="27611"/>
                  </a:lnTo>
                  <a:lnTo>
                    <a:pt x="6681" y="28074"/>
                  </a:lnTo>
                  <a:lnTo>
                    <a:pt x="6835" y="28499"/>
                  </a:lnTo>
                  <a:lnTo>
                    <a:pt x="7067" y="28923"/>
                  </a:lnTo>
                  <a:lnTo>
                    <a:pt x="7376" y="29310"/>
                  </a:lnTo>
                  <a:lnTo>
                    <a:pt x="7569" y="29464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50"/>
                  </a:lnTo>
                  <a:lnTo>
                    <a:pt x="8264" y="29850"/>
                  </a:lnTo>
                  <a:lnTo>
                    <a:pt x="8303" y="29812"/>
                  </a:lnTo>
                  <a:lnTo>
                    <a:pt x="8303" y="29734"/>
                  </a:lnTo>
                  <a:lnTo>
                    <a:pt x="8303" y="29696"/>
                  </a:lnTo>
                  <a:lnTo>
                    <a:pt x="8303" y="29657"/>
                  </a:lnTo>
                  <a:lnTo>
                    <a:pt x="8419" y="29155"/>
                  </a:lnTo>
                  <a:lnTo>
                    <a:pt x="8496" y="28615"/>
                  </a:lnTo>
                  <a:lnTo>
                    <a:pt x="8534" y="28113"/>
                  </a:lnTo>
                  <a:lnTo>
                    <a:pt x="8534" y="27572"/>
                  </a:lnTo>
                  <a:lnTo>
                    <a:pt x="8534" y="27070"/>
                  </a:lnTo>
                  <a:lnTo>
                    <a:pt x="8457" y="26568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7"/>
                  </a:lnTo>
                  <a:lnTo>
                    <a:pt x="8650" y="25409"/>
                  </a:lnTo>
                  <a:lnTo>
                    <a:pt x="8650" y="25371"/>
                  </a:lnTo>
                  <a:lnTo>
                    <a:pt x="8612" y="25294"/>
                  </a:lnTo>
                  <a:lnTo>
                    <a:pt x="8380" y="24792"/>
                  </a:lnTo>
                  <a:lnTo>
                    <a:pt x="8805" y="24637"/>
                  </a:lnTo>
                  <a:close/>
                  <a:moveTo>
                    <a:pt x="6449" y="1"/>
                  </a:moveTo>
                  <a:lnTo>
                    <a:pt x="6411" y="40"/>
                  </a:lnTo>
                  <a:lnTo>
                    <a:pt x="6411" y="117"/>
                  </a:lnTo>
                  <a:lnTo>
                    <a:pt x="6333" y="117"/>
                  </a:lnTo>
                  <a:lnTo>
                    <a:pt x="6295" y="194"/>
                  </a:lnTo>
                  <a:lnTo>
                    <a:pt x="5600" y="1275"/>
                  </a:lnTo>
                  <a:lnTo>
                    <a:pt x="4943" y="2434"/>
                  </a:lnTo>
                  <a:lnTo>
                    <a:pt x="4403" y="3592"/>
                  </a:lnTo>
                  <a:lnTo>
                    <a:pt x="3901" y="4828"/>
                  </a:lnTo>
                  <a:lnTo>
                    <a:pt x="3437" y="6063"/>
                  </a:lnTo>
                  <a:lnTo>
                    <a:pt x="3090" y="7299"/>
                  </a:lnTo>
                  <a:lnTo>
                    <a:pt x="2742" y="8573"/>
                  </a:lnTo>
                  <a:lnTo>
                    <a:pt x="2511" y="9848"/>
                  </a:lnTo>
                  <a:lnTo>
                    <a:pt x="2317" y="11161"/>
                  </a:lnTo>
                  <a:lnTo>
                    <a:pt x="2202" y="12474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9"/>
                  </a:lnTo>
                  <a:lnTo>
                    <a:pt x="541" y="18806"/>
                  </a:lnTo>
                  <a:lnTo>
                    <a:pt x="39" y="19463"/>
                  </a:lnTo>
                  <a:lnTo>
                    <a:pt x="1" y="19501"/>
                  </a:lnTo>
                  <a:lnTo>
                    <a:pt x="1" y="19579"/>
                  </a:lnTo>
                  <a:lnTo>
                    <a:pt x="78" y="19695"/>
                  </a:lnTo>
                  <a:lnTo>
                    <a:pt x="39" y="19965"/>
                  </a:lnTo>
                  <a:lnTo>
                    <a:pt x="39" y="20274"/>
                  </a:lnTo>
                  <a:lnTo>
                    <a:pt x="39" y="20544"/>
                  </a:lnTo>
                  <a:lnTo>
                    <a:pt x="78" y="20853"/>
                  </a:lnTo>
                  <a:lnTo>
                    <a:pt x="194" y="21432"/>
                  </a:lnTo>
                  <a:lnTo>
                    <a:pt x="309" y="22011"/>
                  </a:lnTo>
                  <a:lnTo>
                    <a:pt x="387" y="22900"/>
                  </a:lnTo>
                  <a:lnTo>
                    <a:pt x="425" y="23749"/>
                  </a:lnTo>
                  <a:lnTo>
                    <a:pt x="425" y="24637"/>
                  </a:lnTo>
                  <a:lnTo>
                    <a:pt x="387" y="25487"/>
                  </a:lnTo>
                  <a:lnTo>
                    <a:pt x="387" y="25603"/>
                  </a:lnTo>
                  <a:lnTo>
                    <a:pt x="464" y="25641"/>
                  </a:lnTo>
                  <a:lnTo>
                    <a:pt x="503" y="25680"/>
                  </a:lnTo>
                  <a:lnTo>
                    <a:pt x="580" y="25680"/>
                  </a:lnTo>
                  <a:lnTo>
                    <a:pt x="618" y="25757"/>
                  </a:lnTo>
                  <a:lnTo>
                    <a:pt x="696" y="25796"/>
                  </a:lnTo>
                  <a:lnTo>
                    <a:pt x="811" y="25796"/>
                  </a:lnTo>
                  <a:lnTo>
                    <a:pt x="1584" y="25255"/>
                  </a:lnTo>
                  <a:lnTo>
                    <a:pt x="2279" y="24714"/>
                  </a:lnTo>
                  <a:lnTo>
                    <a:pt x="3746" y="23595"/>
                  </a:lnTo>
                  <a:lnTo>
                    <a:pt x="3785" y="23479"/>
                  </a:lnTo>
                  <a:lnTo>
                    <a:pt x="3785" y="23363"/>
                  </a:lnTo>
                  <a:lnTo>
                    <a:pt x="3630" y="22089"/>
                  </a:lnTo>
                  <a:lnTo>
                    <a:pt x="3592" y="20814"/>
                  </a:lnTo>
                  <a:lnTo>
                    <a:pt x="3939" y="21278"/>
                  </a:lnTo>
                  <a:lnTo>
                    <a:pt x="4364" y="21664"/>
                  </a:lnTo>
                  <a:lnTo>
                    <a:pt x="4789" y="22050"/>
                  </a:lnTo>
                  <a:lnTo>
                    <a:pt x="5252" y="22359"/>
                  </a:lnTo>
                  <a:lnTo>
                    <a:pt x="5059" y="22745"/>
                  </a:lnTo>
                  <a:lnTo>
                    <a:pt x="4866" y="23170"/>
                  </a:lnTo>
                  <a:lnTo>
                    <a:pt x="4712" y="23633"/>
                  </a:lnTo>
                  <a:lnTo>
                    <a:pt x="4673" y="23865"/>
                  </a:lnTo>
                  <a:lnTo>
                    <a:pt x="4712" y="24097"/>
                  </a:lnTo>
                  <a:lnTo>
                    <a:pt x="4750" y="24174"/>
                  </a:lnTo>
                  <a:lnTo>
                    <a:pt x="4789" y="24212"/>
                  </a:lnTo>
                  <a:lnTo>
                    <a:pt x="4827" y="24251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6"/>
                  </a:lnTo>
                  <a:lnTo>
                    <a:pt x="5329" y="24869"/>
                  </a:lnTo>
                  <a:lnTo>
                    <a:pt x="5175" y="25062"/>
                  </a:lnTo>
                  <a:lnTo>
                    <a:pt x="5020" y="25255"/>
                  </a:lnTo>
                  <a:lnTo>
                    <a:pt x="4905" y="25487"/>
                  </a:lnTo>
                  <a:lnTo>
                    <a:pt x="4827" y="25718"/>
                  </a:lnTo>
                  <a:lnTo>
                    <a:pt x="4750" y="25950"/>
                  </a:lnTo>
                  <a:lnTo>
                    <a:pt x="4712" y="26220"/>
                  </a:lnTo>
                  <a:lnTo>
                    <a:pt x="4712" y="26491"/>
                  </a:lnTo>
                  <a:lnTo>
                    <a:pt x="4712" y="26568"/>
                  </a:lnTo>
                  <a:lnTo>
                    <a:pt x="4789" y="26645"/>
                  </a:lnTo>
                  <a:lnTo>
                    <a:pt x="4943" y="26645"/>
                  </a:lnTo>
                  <a:lnTo>
                    <a:pt x="5638" y="26298"/>
                  </a:lnTo>
                  <a:lnTo>
                    <a:pt x="5561" y="26722"/>
                  </a:lnTo>
                  <a:lnTo>
                    <a:pt x="5561" y="27147"/>
                  </a:lnTo>
                  <a:lnTo>
                    <a:pt x="5561" y="27533"/>
                  </a:lnTo>
                  <a:lnTo>
                    <a:pt x="5638" y="27958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7"/>
                  </a:lnTo>
                  <a:lnTo>
                    <a:pt x="6256" y="29464"/>
                  </a:lnTo>
                  <a:lnTo>
                    <a:pt x="6642" y="30005"/>
                  </a:lnTo>
                  <a:lnTo>
                    <a:pt x="6913" y="30352"/>
                  </a:lnTo>
                  <a:lnTo>
                    <a:pt x="7183" y="30661"/>
                  </a:lnTo>
                  <a:lnTo>
                    <a:pt x="7530" y="30970"/>
                  </a:lnTo>
                  <a:lnTo>
                    <a:pt x="7839" y="31163"/>
                  </a:lnTo>
                  <a:lnTo>
                    <a:pt x="7994" y="31240"/>
                  </a:lnTo>
                  <a:lnTo>
                    <a:pt x="8148" y="31318"/>
                  </a:lnTo>
                  <a:lnTo>
                    <a:pt x="8303" y="31318"/>
                  </a:lnTo>
                  <a:lnTo>
                    <a:pt x="8457" y="31279"/>
                  </a:lnTo>
                  <a:lnTo>
                    <a:pt x="8612" y="31240"/>
                  </a:lnTo>
                  <a:lnTo>
                    <a:pt x="8766" y="31163"/>
                  </a:lnTo>
                  <a:lnTo>
                    <a:pt x="8998" y="30893"/>
                  </a:lnTo>
                  <a:lnTo>
                    <a:pt x="9230" y="30584"/>
                  </a:lnTo>
                  <a:lnTo>
                    <a:pt x="9423" y="30236"/>
                  </a:lnTo>
                  <a:lnTo>
                    <a:pt x="9577" y="29850"/>
                  </a:lnTo>
                  <a:lnTo>
                    <a:pt x="9693" y="29464"/>
                  </a:lnTo>
                  <a:lnTo>
                    <a:pt x="9847" y="28808"/>
                  </a:lnTo>
                  <a:lnTo>
                    <a:pt x="9886" y="28228"/>
                  </a:lnTo>
                  <a:lnTo>
                    <a:pt x="9847" y="27611"/>
                  </a:lnTo>
                  <a:lnTo>
                    <a:pt x="9770" y="27031"/>
                  </a:lnTo>
                  <a:lnTo>
                    <a:pt x="9577" y="26491"/>
                  </a:lnTo>
                  <a:lnTo>
                    <a:pt x="9770" y="26529"/>
                  </a:lnTo>
                  <a:lnTo>
                    <a:pt x="9963" y="26568"/>
                  </a:lnTo>
                  <a:lnTo>
                    <a:pt x="10156" y="26607"/>
                  </a:lnTo>
                  <a:lnTo>
                    <a:pt x="10388" y="26607"/>
                  </a:lnTo>
                  <a:lnTo>
                    <a:pt x="10465" y="26568"/>
                  </a:lnTo>
                  <a:lnTo>
                    <a:pt x="10542" y="26529"/>
                  </a:lnTo>
                  <a:lnTo>
                    <a:pt x="10542" y="26452"/>
                  </a:lnTo>
                  <a:lnTo>
                    <a:pt x="10542" y="26336"/>
                  </a:lnTo>
                  <a:lnTo>
                    <a:pt x="10234" y="25834"/>
                  </a:lnTo>
                  <a:lnTo>
                    <a:pt x="9925" y="25332"/>
                  </a:lnTo>
                  <a:lnTo>
                    <a:pt x="9538" y="24869"/>
                  </a:lnTo>
                  <a:lnTo>
                    <a:pt x="9114" y="24483"/>
                  </a:lnTo>
                  <a:lnTo>
                    <a:pt x="9616" y="24135"/>
                  </a:lnTo>
                  <a:lnTo>
                    <a:pt x="9693" y="24058"/>
                  </a:lnTo>
                  <a:lnTo>
                    <a:pt x="9732" y="23981"/>
                  </a:lnTo>
                  <a:lnTo>
                    <a:pt x="9770" y="23942"/>
                  </a:lnTo>
                  <a:lnTo>
                    <a:pt x="9732" y="23865"/>
                  </a:lnTo>
                  <a:lnTo>
                    <a:pt x="9307" y="23093"/>
                  </a:lnTo>
                  <a:lnTo>
                    <a:pt x="9114" y="22706"/>
                  </a:lnTo>
                  <a:lnTo>
                    <a:pt x="8959" y="22282"/>
                  </a:lnTo>
                  <a:lnTo>
                    <a:pt x="9114" y="22204"/>
                  </a:lnTo>
                  <a:lnTo>
                    <a:pt x="9423" y="21934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9"/>
                  </a:lnTo>
                  <a:lnTo>
                    <a:pt x="10118" y="21896"/>
                  </a:lnTo>
                  <a:lnTo>
                    <a:pt x="10040" y="22822"/>
                  </a:lnTo>
                  <a:lnTo>
                    <a:pt x="10079" y="22900"/>
                  </a:lnTo>
                  <a:lnTo>
                    <a:pt x="10156" y="22977"/>
                  </a:lnTo>
                  <a:lnTo>
                    <a:pt x="10813" y="23402"/>
                  </a:lnTo>
                  <a:lnTo>
                    <a:pt x="11469" y="23826"/>
                  </a:lnTo>
                  <a:lnTo>
                    <a:pt x="12126" y="24290"/>
                  </a:lnTo>
                  <a:lnTo>
                    <a:pt x="12743" y="24753"/>
                  </a:lnTo>
                  <a:lnTo>
                    <a:pt x="12859" y="24830"/>
                  </a:lnTo>
                  <a:lnTo>
                    <a:pt x="12975" y="24792"/>
                  </a:lnTo>
                  <a:lnTo>
                    <a:pt x="13052" y="24753"/>
                  </a:lnTo>
                  <a:lnTo>
                    <a:pt x="13091" y="24637"/>
                  </a:lnTo>
                  <a:lnTo>
                    <a:pt x="13323" y="21394"/>
                  </a:lnTo>
                  <a:lnTo>
                    <a:pt x="13400" y="19772"/>
                  </a:lnTo>
                  <a:lnTo>
                    <a:pt x="13439" y="18961"/>
                  </a:lnTo>
                  <a:lnTo>
                    <a:pt x="13400" y="18189"/>
                  </a:lnTo>
                  <a:lnTo>
                    <a:pt x="13361" y="18073"/>
                  </a:lnTo>
                  <a:lnTo>
                    <a:pt x="13323" y="18034"/>
                  </a:lnTo>
                  <a:lnTo>
                    <a:pt x="13284" y="18034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5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5" y="14559"/>
                  </a:lnTo>
                  <a:lnTo>
                    <a:pt x="10620" y="13632"/>
                  </a:lnTo>
                  <a:lnTo>
                    <a:pt x="10504" y="12705"/>
                  </a:lnTo>
                  <a:lnTo>
                    <a:pt x="10234" y="11122"/>
                  </a:lnTo>
                  <a:lnTo>
                    <a:pt x="9886" y="9539"/>
                  </a:lnTo>
                  <a:lnTo>
                    <a:pt x="9500" y="7956"/>
                  </a:lnTo>
                  <a:lnTo>
                    <a:pt x="9036" y="6411"/>
                  </a:lnTo>
                  <a:lnTo>
                    <a:pt x="8534" y="4866"/>
                  </a:lnTo>
                  <a:lnTo>
                    <a:pt x="7994" y="3322"/>
                  </a:lnTo>
                  <a:lnTo>
                    <a:pt x="7415" y="1816"/>
                  </a:lnTo>
                  <a:lnTo>
                    <a:pt x="6835" y="310"/>
                  </a:lnTo>
                  <a:lnTo>
                    <a:pt x="6797" y="233"/>
                  </a:lnTo>
                  <a:lnTo>
                    <a:pt x="6720" y="194"/>
                  </a:lnTo>
                  <a:lnTo>
                    <a:pt x="6642" y="155"/>
                  </a:lnTo>
                  <a:lnTo>
                    <a:pt x="6604" y="40"/>
                  </a:lnTo>
                  <a:lnTo>
                    <a:pt x="65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0" name="Google Shape;4260;p18"/>
            <p:cNvSpPr/>
            <p:nvPr/>
          </p:nvSpPr>
          <p:spPr>
            <a:xfrm>
              <a:off x="2672775" y="3239275"/>
              <a:ext cx="330175" cy="176700"/>
            </a:xfrm>
            <a:custGeom>
              <a:avLst/>
              <a:gdLst/>
              <a:ahLst/>
              <a:cxnLst/>
              <a:rect l="l" t="t" r="r" b="b"/>
              <a:pathLst>
                <a:path w="13207" h="7068" extrusionOk="0">
                  <a:moveTo>
                    <a:pt x="8110" y="310"/>
                  </a:moveTo>
                  <a:lnTo>
                    <a:pt x="8226" y="348"/>
                  </a:lnTo>
                  <a:lnTo>
                    <a:pt x="8380" y="425"/>
                  </a:lnTo>
                  <a:lnTo>
                    <a:pt x="8535" y="541"/>
                  </a:lnTo>
                  <a:lnTo>
                    <a:pt x="8612" y="580"/>
                  </a:lnTo>
                  <a:lnTo>
                    <a:pt x="8728" y="889"/>
                  </a:lnTo>
                  <a:lnTo>
                    <a:pt x="8766" y="1198"/>
                  </a:lnTo>
                  <a:lnTo>
                    <a:pt x="8728" y="1468"/>
                  </a:lnTo>
                  <a:lnTo>
                    <a:pt x="8650" y="1777"/>
                  </a:lnTo>
                  <a:lnTo>
                    <a:pt x="8496" y="2047"/>
                  </a:lnTo>
                  <a:lnTo>
                    <a:pt x="8380" y="2318"/>
                  </a:lnTo>
                  <a:lnTo>
                    <a:pt x="8033" y="2858"/>
                  </a:lnTo>
                  <a:lnTo>
                    <a:pt x="6836" y="4712"/>
                  </a:lnTo>
                  <a:lnTo>
                    <a:pt x="6681" y="4712"/>
                  </a:lnTo>
                  <a:lnTo>
                    <a:pt x="6797" y="3746"/>
                  </a:lnTo>
                  <a:lnTo>
                    <a:pt x="6990" y="2781"/>
                  </a:lnTo>
                  <a:lnTo>
                    <a:pt x="7222" y="1661"/>
                  </a:lnTo>
                  <a:lnTo>
                    <a:pt x="7338" y="1198"/>
                  </a:lnTo>
                  <a:lnTo>
                    <a:pt x="7453" y="889"/>
                  </a:lnTo>
                  <a:lnTo>
                    <a:pt x="7608" y="618"/>
                  </a:lnTo>
                  <a:lnTo>
                    <a:pt x="7762" y="425"/>
                  </a:lnTo>
                  <a:lnTo>
                    <a:pt x="7878" y="348"/>
                  </a:lnTo>
                  <a:lnTo>
                    <a:pt x="7994" y="310"/>
                  </a:lnTo>
                  <a:close/>
                  <a:moveTo>
                    <a:pt x="5909" y="5407"/>
                  </a:moveTo>
                  <a:lnTo>
                    <a:pt x="4673" y="5831"/>
                  </a:lnTo>
                  <a:lnTo>
                    <a:pt x="3437" y="6218"/>
                  </a:lnTo>
                  <a:lnTo>
                    <a:pt x="2781" y="6372"/>
                  </a:lnTo>
                  <a:lnTo>
                    <a:pt x="2125" y="6527"/>
                  </a:lnTo>
                  <a:lnTo>
                    <a:pt x="1700" y="6565"/>
                  </a:lnTo>
                  <a:lnTo>
                    <a:pt x="1314" y="6604"/>
                  </a:lnTo>
                  <a:lnTo>
                    <a:pt x="1043" y="6565"/>
                  </a:lnTo>
                  <a:lnTo>
                    <a:pt x="812" y="6488"/>
                  </a:lnTo>
                  <a:lnTo>
                    <a:pt x="734" y="6449"/>
                  </a:lnTo>
                  <a:lnTo>
                    <a:pt x="696" y="6333"/>
                  </a:lnTo>
                  <a:lnTo>
                    <a:pt x="696" y="6218"/>
                  </a:lnTo>
                  <a:lnTo>
                    <a:pt x="696" y="6063"/>
                  </a:lnTo>
                  <a:lnTo>
                    <a:pt x="696" y="5909"/>
                  </a:lnTo>
                  <a:lnTo>
                    <a:pt x="734" y="5793"/>
                  </a:lnTo>
                  <a:lnTo>
                    <a:pt x="812" y="5716"/>
                  </a:lnTo>
                  <a:lnTo>
                    <a:pt x="889" y="5677"/>
                  </a:lnTo>
                  <a:lnTo>
                    <a:pt x="1082" y="5600"/>
                  </a:lnTo>
                  <a:lnTo>
                    <a:pt x="1391" y="5561"/>
                  </a:lnTo>
                  <a:lnTo>
                    <a:pt x="2047" y="5484"/>
                  </a:lnTo>
                  <a:lnTo>
                    <a:pt x="2897" y="5445"/>
                  </a:lnTo>
                  <a:lnTo>
                    <a:pt x="5368" y="5445"/>
                  </a:lnTo>
                  <a:lnTo>
                    <a:pt x="5909" y="5407"/>
                  </a:lnTo>
                  <a:close/>
                  <a:moveTo>
                    <a:pt x="7067" y="5098"/>
                  </a:moveTo>
                  <a:lnTo>
                    <a:pt x="8342" y="5136"/>
                  </a:lnTo>
                  <a:lnTo>
                    <a:pt x="9577" y="5252"/>
                  </a:lnTo>
                  <a:lnTo>
                    <a:pt x="10272" y="5329"/>
                  </a:lnTo>
                  <a:lnTo>
                    <a:pt x="11006" y="5445"/>
                  </a:lnTo>
                  <a:lnTo>
                    <a:pt x="11701" y="5561"/>
                  </a:lnTo>
                  <a:lnTo>
                    <a:pt x="12164" y="5677"/>
                  </a:lnTo>
                  <a:lnTo>
                    <a:pt x="12280" y="5716"/>
                  </a:lnTo>
                  <a:lnTo>
                    <a:pt x="12396" y="5754"/>
                  </a:lnTo>
                  <a:lnTo>
                    <a:pt x="12473" y="5831"/>
                  </a:lnTo>
                  <a:lnTo>
                    <a:pt x="12551" y="5909"/>
                  </a:lnTo>
                  <a:lnTo>
                    <a:pt x="12589" y="6025"/>
                  </a:lnTo>
                  <a:lnTo>
                    <a:pt x="12628" y="6179"/>
                  </a:lnTo>
                  <a:lnTo>
                    <a:pt x="12589" y="6527"/>
                  </a:lnTo>
                  <a:lnTo>
                    <a:pt x="12435" y="6604"/>
                  </a:lnTo>
                  <a:lnTo>
                    <a:pt x="12242" y="6642"/>
                  </a:lnTo>
                  <a:lnTo>
                    <a:pt x="12010" y="6681"/>
                  </a:lnTo>
                  <a:lnTo>
                    <a:pt x="11778" y="6681"/>
                  </a:lnTo>
                  <a:lnTo>
                    <a:pt x="11315" y="6604"/>
                  </a:lnTo>
                  <a:lnTo>
                    <a:pt x="10929" y="6527"/>
                  </a:lnTo>
                  <a:lnTo>
                    <a:pt x="10156" y="6372"/>
                  </a:lnTo>
                  <a:lnTo>
                    <a:pt x="9423" y="6140"/>
                  </a:lnTo>
                  <a:lnTo>
                    <a:pt x="8805" y="5909"/>
                  </a:lnTo>
                  <a:lnTo>
                    <a:pt x="8226" y="5677"/>
                  </a:lnTo>
                  <a:lnTo>
                    <a:pt x="7067" y="5098"/>
                  </a:lnTo>
                  <a:close/>
                  <a:moveTo>
                    <a:pt x="8148" y="1"/>
                  </a:moveTo>
                  <a:lnTo>
                    <a:pt x="7917" y="39"/>
                  </a:lnTo>
                  <a:lnTo>
                    <a:pt x="7724" y="116"/>
                  </a:lnTo>
                  <a:lnTo>
                    <a:pt x="7492" y="271"/>
                  </a:lnTo>
                  <a:lnTo>
                    <a:pt x="7338" y="425"/>
                  </a:lnTo>
                  <a:lnTo>
                    <a:pt x="7183" y="618"/>
                  </a:lnTo>
                  <a:lnTo>
                    <a:pt x="6990" y="1043"/>
                  </a:lnTo>
                  <a:lnTo>
                    <a:pt x="6874" y="1507"/>
                  </a:lnTo>
                  <a:lnTo>
                    <a:pt x="6681" y="2433"/>
                  </a:lnTo>
                  <a:lnTo>
                    <a:pt x="6527" y="3592"/>
                  </a:lnTo>
                  <a:lnTo>
                    <a:pt x="6488" y="4171"/>
                  </a:lnTo>
                  <a:lnTo>
                    <a:pt x="6449" y="4750"/>
                  </a:lnTo>
                  <a:lnTo>
                    <a:pt x="6411" y="4866"/>
                  </a:lnTo>
                  <a:lnTo>
                    <a:pt x="6411" y="4982"/>
                  </a:lnTo>
                  <a:lnTo>
                    <a:pt x="5870" y="5021"/>
                  </a:lnTo>
                  <a:lnTo>
                    <a:pt x="5291" y="5059"/>
                  </a:lnTo>
                  <a:lnTo>
                    <a:pt x="2549" y="5059"/>
                  </a:lnTo>
                  <a:lnTo>
                    <a:pt x="2009" y="5098"/>
                  </a:lnTo>
                  <a:lnTo>
                    <a:pt x="1391" y="5175"/>
                  </a:lnTo>
                  <a:lnTo>
                    <a:pt x="1005" y="5214"/>
                  </a:lnTo>
                  <a:lnTo>
                    <a:pt x="657" y="5329"/>
                  </a:lnTo>
                  <a:lnTo>
                    <a:pt x="310" y="5484"/>
                  </a:lnTo>
                  <a:lnTo>
                    <a:pt x="194" y="5600"/>
                  </a:lnTo>
                  <a:lnTo>
                    <a:pt x="78" y="5677"/>
                  </a:lnTo>
                  <a:lnTo>
                    <a:pt x="1" y="5831"/>
                  </a:lnTo>
                  <a:lnTo>
                    <a:pt x="1" y="5947"/>
                  </a:lnTo>
                  <a:lnTo>
                    <a:pt x="1" y="6140"/>
                  </a:lnTo>
                  <a:lnTo>
                    <a:pt x="39" y="6295"/>
                  </a:lnTo>
                  <a:lnTo>
                    <a:pt x="117" y="6449"/>
                  </a:lnTo>
                  <a:lnTo>
                    <a:pt x="232" y="6604"/>
                  </a:lnTo>
                  <a:lnTo>
                    <a:pt x="348" y="6681"/>
                  </a:lnTo>
                  <a:lnTo>
                    <a:pt x="464" y="6797"/>
                  </a:lnTo>
                  <a:lnTo>
                    <a:pt x="773" y="6913"/>
                  </a:lnTo>
                  <a:lnTo>
                    <a:pt x="1082" y="6990"/>
                  </a:lnTo>
                  <a:lnTo>
                    <a:pt x="1777" y="6990"/>
                  </a:lnTo>
                  <a:lnTo>
                    <a:pt x="2395" y="6913"/>
                  </a:lnTo>
                  <a:lnTo>
                    <a:pt x="3476" y="6642"/>
                  </a:lnTo>
                  <a:lnTo>
                    <a:pt x="4519" y="6333"/>
                  </a:lnTo>
                  <a:lnTo>
                    <a:pt x="5600" y="5947"/>
                  </a:lnTo>
                  <a:lnTo>
                    <a:pt x="6102" y="5716"/>
                  </a:lnTo>
                  <a:lnTo>
                    <a:pt x="6565" y="5484"/>
                  </a:lnTo>
                  <a:lnTo>
                    <a:pt x="6604" y="5484"/>
                  </a:lnTo>
                  <a:lnTo>
                    <a:pt x="6681" y="5909"/>
                  </a:lnTo>
                  <a:lnTo>
                    <a:pt x="6758" y="6102"/>
                  </a:lnTo>
                  <a:lnTo>
                    <a:pt x="6836" y="6295"/>
                  </a:lnTo>
                  <a:lnTo>
                    <a:pt x="7106" y="6256"/>
                  </a:lnTo>
                  <a:lnTo>
                    <a:pt x="7106" y="6218"/>
                  </a:lnTo>
                  <a:lnTo>
                    <a:pt x="6990" y="5870"/>
                  </a:lnTo>
                  <a:lnTo>
                    <a:pt x="6951" y="5677"/>
                  </a:lnTo>
                  <a:lnTo>
                    <a:pt x="6990" y="5484"/>
                  </a:lnTo>
                  <a:lnTo>
                    <a:pt x="6990" y="5407"/>
                  </a:lnTo>
                  <a:lnTo>
                    <a:pt x="7762" y="5870"/>
                  </a:lnTo>
                  <a:lnTo>
                    <a:pt x="8612" y="6256"/>
                  </a:lnTo>
                  <a:lnTo>
                    <a:pt x="9461" y="6565"/>
                  </a:lnTo>
                  <a:lnTo>
                    <a:pt x="10349" y="6797"/>
                  </a:lnTo>
                  <a:lnTo>
                    <a:pt x="11045" y="6951"/>
                  </a:lnTo>
                  <a:lnTo>
                    <a:pt x="11469" y="7029"/>
                  </a:lnTo>
                  <a:lnTo>
                    <a:pt x="11933" y="7067"/>
                  </a:lnTo>
                  <a:lnTo>
                    <a:pt x="12396" y="7029"/>
                  </a:lnTo>
                  <a:lnTo>
                    <a:pt x="12589" y="6990"/>
                  </a:lnTo>
                  <a:lnTo>
                    <a:pt x="12782" y="6913"/>
                  </a:lnTo>
                  <a:lnTo>
                    <a:pt x="12937" y="6797"/>
                  </a:lnTo>
                  <a:lnTo>
                    <a:pt x="13053" y="6681"/>
                  </a:lnTo>
                  <a:lnTo>
                    <a:pt x="13130" y="6527"/>
                  </a:lnTo>
                  <a:lnTo>
                    <a:pt x="13207" y="6333"/>
                  </a:lnTo>
                  <a:lnTo>
                    <a:pt x="13207" y="6179"/>
                  </a:lnTo>
                  <a:lnTo>
                    <a:pt x="13168" y="6025"/>
                  </a:lnTo>
                  <a:lnTo>
                    <a:pt x="13130" y="5870"/>
                  </a:lnTo>
                  <a:lnTo>
                    <a:pt x="13053" y="5754"/>
                  </a:lnTo>
                  <a:lnTo>
                    <a:pt x="12975" y="5638"/>
                  </a:lnTo>
                  <a:lnTo>
                    <a:pt x="12821" y="5561"/>
                  </a:lnTo>
                  <a:lnTo>
                    <a:pt x="12551" y="5407"/>
                  </a:lnTo>
                  <a:lnTo>
                    <a:pt x="12242" y="5291"/>
                  </a:lnTo>
                  <a:lnTo>
                    <a:pt x="11894" y="5214"/>
                  </a:lnTo>
                  <a:lnTo>
                    <a:pt x="11315" y="5098"/>
                  </a:lnTo>
                  <a:lnTo>
                    <a:pt x="10311" y="4943"/>
                  </a:lnTo>
                  <a:lnTo>
                    <a:pt x="9268" y="4827"/>
                  </a:lnTo>
                  <a:lnTo>
                    <a:pt x="8264" y="4750"/>
                  </a:lnTo>
                  <a:lnTo>
                    <a:pt x="7260" y="4712"/>
                  </a:lnTo>
                  <a:lnTo>
                    <a:pt x="8071" y="3515"/>
                  </a:lnTo>
                  <a:lnTo>
                    <a:pt x="8496" y="2858"/>
                  </a:lnTo>
                  <a:lnTo>
                    <a:pt x="8843" y="2202"/>
                  </a:lnTo>
                  <a:lnTo>
                    <a:pt x="8921" y="1970"/>
                  </a:lnTo>
                  <a:lnTo>
                    <a:pt x="8998" y="1738"/>
                  </a:lnTo>
                  <a:lnTo>
                    <a:pt x="9037" y="1507"/>
                  </a:lnTo>
                  <a:lnTo>
                    <a:pt x="9075" y="1275"/>
                  </a:lnTo>
                  <a:lnTo>
                    <a:pt x="9037" y="1005"/>
                  </a:lnTo>
                  <a:lnTo>
                    <a:pt x="8959" y="812"/>
                  </a:lnTo>
                  <a:lnTo>
                    <a:pt x="8882" y="580"/>
                  </a:lnTo>
                  <a:lnTo>
                    <a:pt x="8728" y="348"/>
                  </a:lnTo>
                  <a:lnTo>
                    <a:pt x="8650" y="232"/>
                  </a:lnTo>
                  <a:lnTo>
                    <a:pt x="8573" y="155"/>
                  </a:lnTo>
                  <a:lnTo>
                    <a:pt x="8380" y="39"/>
                  </a:lnTo>
                  <a:lnTo>
                    <a:pt x="814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1" name="Google Shape;4261;p18"/>
            <p:cNvSpPr/>
            <p:nvPr/>
          </p:nvSpPr>
          <p:spPr>
            <a:xfrm>
              <a:off x="410925" y="3256650"/>
              <a:ext cx="35725" cy="33825"/>
            </a:xfrm>
            <a:custGeom>
              <a:avLst/>
              <a:gdLst/>
              <a:ahLst/>
              <a:cxnLst/>
              <a:rect l="l" t="t" r="r" b="b"/>
              <a:pathLst>
                <a:path w="1429" h="1353" extrusionOk="0">
                  <a:moveTo>
                    <a:pt x="579" y="1"/>
                  </a:moveTo>
                  <a:lnTo>
                    <a:pt x="425" y="39"/>
                  </a:lnTo>
                  <a:lnTo>
                    <a:pt x="232" y="117"/>
                  </a:lnTo>
                  <a:lnTo>
                    <a:pt x="116" y="271"/>
                  </a:lnTo>
                  <a:lnTo>
                    <a:pt x="39" y="425"/>
                  </a:lnTo>
                  <a:lnTo>
                    <a:pt x="0" y="619"/>
                  </a:lnTo>
                  <a:lnTo>
                    <a:pt x="0" y="812"/>
                  </a:lnTo>
                  <a:lnTo>
                    <a:pt x="77" y="966"/>
                  </a:lnTo>
                  <a:lnTo>
                    <a:pt x="155" y="1121"/>
                  </a:lnTo>
                  <a:lnTo>
                    <a:pt x="309" y="1275"/>
                  </a:lnTo>
                  <a:lnTo>
                    <a:pt x="463" y="1352"/>
                  </a:lnTo>
                  <a:lnTo>
                    <a:pt x="618" y="1352"/>
                  </a:lnTo>
                  <a:lnTo>
                    <a:pt x="695" y="1236"/>
                  </a:lnTo>
                  <a:lnTo>
                    <a:pt x="695" y="1121"/>
                  </a:lnTo>
                  <a:lnTo>
                    <a:pt x="657" y="1082"/>
                  </a:lnTo>
                  <a:lnTo>
                    <a:pt x="579" y="1043"/>
                  </a:lnTo>
                  <a:lnTo>
                    <a:pt x="502" y="1005"/>
                  </a:lnTo>
                  <a:lnTo>
                    <a:pt x="463" y="927"/>
                  </a:lnTo>
                  <a:lnTo>
                    <a:pt x="386" y="773"/>
                  </a:lnTo>
                  <a:lnTo>
                    <a:pt x="386" y="580"/>
                  </a:lnTo>
                  <a:lnTo>
                    <a:pt x="425" y="503"/>
                  </a:lnTo>
                  <a:lnTo>
                    <a:pt x="502" y="425"/>
                  </a:lnTo>
                  <a:lnTo>
                    <a:pt x="579" y="387"/>
                  </a:lnTo>
                  <a:lnTo>
                    <a:pt x="657" y="387"/>
                  </a:lnTo>
                  <a:lnTo>
                    <a:pt x="850" y="425"/>
                  </a:lnTo>
                  <a:lnTo>
                    <a:pt x="927" y="464"/>
                  </a:lnTo>
                  <a:lnTo>
                    <a:pt x="965" y="541"/>
                  </a:lnTo>
                  <a:lnTo>
                    <a:pt x="1043" y="696"/>
                  </a:lnTo>
                  <a:lnTo>
                    <a:pt x="1081" y="773"/>
                  </a:lnTo>
                  <a:lnTo>
                    <a:pt x="1120" y="812"/>
                  </a:lnTo>
                  <a:lnTo>
                    <a:pt x="1274" y="812"/>
                  </a:lnTo>
                  <a:lnTo>
                    <a:pt x="1352" y="734"/>
                  </a:lnTo>
                  <a:lnTo>
                    <a:pt x="1390" y="696"/>
                  </a:lnTo>
                  <a:lnTo>
                    <a:pt x="1429" y="619"/>
                  </a:lnTo>
                  <a:lnTo>
                    <a:pt x="1390" y="425"/>
                  </a:lnTo>
                  <a:lnTo>
                    <a:pt x="1274" y="271"/>
                  </a:lnTo>
                  <a:lnTo>
                    <a:pt x="1159" y="117"/>
                  </a:lnTo>
                  <a:lnTo>
                    <a:pt x="965" y="39"/>
                  </a:lnTo>
                  <a:lnTo>
                    <a:pt x="77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2" name="Google Shape;4262;p18"/>
            <p:cNvSpPr/>
            <p:nvPr/>
          </p:nvSpPr>
          <p:spPr>
            <a:xfrm>
              <a:off x="5445325" y="3267275"/>
              <a:ext cx="624625" cy="344650"/>
            </a:xfrm>
            <a:custGeom>
              <a:avLst/>
              <a:gdLst/>
              <a:ahLst/>
              <a:cxnLst/>
              <a:rect l="l" t="t" r="r" b="b"/>
              <a:pathLst>
                <a:path w="24985" h="13786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03" y="2008"/>
                  </a:lnTo>
                  <a:lnTo>
                    <a:pt x="23787" y="2124"/>
                  </a:lnTo>
                  <a:lnTo>
                    <a:pt x="23633" y="2202"/>
                  </a:lnTo>
                  <a:lnTo>
                    <a:pt x="23478" y="2202"/>
                  </a:lnTo>
                  <a:lnTo>
                    <a:pt x="23324" y="2163"/>
                  </a:lnTo>
                  <a:lnTo>
                    <a:pt x="23170" y="2086"/>
                  </a:lnTo>
                  <a:lnTo>
                    <a:pt x="23054" y="1970"/>
                  </a:lnTo>
                  <a:lnTo>
                    <a:pt x="22976" y="1815"/>
                  </a:lnTo>
                  <a:lnTo>
                    <a:pt x="22938" y="1622"/>
                  </a:lnTo>
                  <a:lnTo>
                    <a:pt x="22976" y="1429"/>
                  </a:lnTo>
                  <a:lnTo>
                    <a:pt x="23015" y="1236"/>
                  </a:lnTo>
                  <a:lnTo>
                    <a:pt x="23131" y="1082"/>
                  </a:lnTo>
                  <a:lnTo>
                    <a:pt x="23285" y="966"/>
                  </a:lnTo>
                  <a:close/>
                  <a:moveTo>
                    <a:pt x="24096" y="2433"/>
                  </a:moveTo>
                  <a:lnTo>
                    <a:pt x="24212" y="2742"/>
                  </a:lnTo>
                  <a:lnTo>
                    <a:pt x="24289" y="3090"/>
                  </a:lnTo>
                  <a:lnTo>
                    <a:pt x="24367" y="3437"/>
                  </a:lnTo>
                  <a:lnTo>
                    <a:pt x="24405" y="3785"/>
                  </a:lnTo>
                  <a:lnTo>
                    <a:pt x="24173" y="3707"/>
                  </a:lnTo>
                  <a:lnTo>
                    <a:pt x="23942" y="3592"/>
                  </a:lnTo>
                  <a:lnTo>
                    <a:pt x="23826" y="3514"/>
                  </a:lnTo>
                  <a:lnTo>
                    <a:pt x="23787" y="3399"/>
                  </a:lnTo>
                  <a:lnTo>
                    <a:pt x="23710" y="3283"/>
                  </a:lnTo>
                  <a:lnTo>
                    <a:pt x="23672" y="3128"/>
                  </a:lnTo>
                  <a:lnTo>
                    <a:pt x="23710" y="2897"/>
                  </a:lnTo>
                  <a:lnTo>
                    <a:pt x="23787" y="2704"/>
                  </a:lnTo>
                  <a:lnTo>
                    <a:pt x="23903" y="2549"/>
                  </a:lnTo>
                  <a:lnTo>
                    <a:pt x="24096" y="2433"/>
                  </a:lnTo>
                  <a:close/>
                  <a:moveTo>
                    <a:pt x="16142" y="4943"/>
                  </a:moveTo>
                  <a:lnTo>
                    <a:pt x="16257" y="4982"/>
                  </a:lnTo>
                  <a:lnTo>
                    <a:pt x="16412" y="5059"/>
                  </a:lnTo>
                  <a:lnTo>
                    <a:pt x="16489" y="5136"/>
                  </a:lnTo>
                  <a:lnTo>
                    <a:pt x="16528" y="5252"/>
                  </a:lnTo>
                  <a:lnTo>
                    <a:pt x="16566" y="5407"/>
                  </a:lnTo>
                  <a:lnTo>
                    <a:pt x="16296" y="5407"/>
                  </a:lnTo>
                  <a:lnTo>
                    <a:pt x="15640" y="5522"/>
                  </a:lnTo>
                  <a:lnTo>
                    <a:pt x="15640" y="5484"/>
                  </a:lnTo>
                  <a:lnTo>
                    <a:pt x="15640" y="5368"/>
                  </a:lnTo>
                  <a:lnTo>
                    <a:pt x="15678" y="5252"/>
                  </a:lnTo>
                  <a:lnTo>
                    <a:pt x="15755" y="5136"/>
                  </a:lnTo>
                  <a:lnTo>
                    <a:pt x="15833" y="5059"/>
                  </a:lnTo>
                  <a:lnTo>
                    <a:pt x="15949" y="5020"/>
                  </a:lnTo>
                  <a:lnTo>
                    <a:pt x="16026" y="4982"/>
                  </a:lnTo>
                  <a:lnTo>
                    <a:pt x="16142" y="4943"/>
                  </a:lnTo>
                  <a:close/>
                  <a:moveTo>
                    <a:pt x="24444" y="4248"/>
                  </a:moveTo>
                  <a:lnTo>
                    <a:pt x="24405" y="4673"/>
                  </a:lnTo>
                  <a:lnTo>
                    <a:pt x="24367" y="5098"/>
                  </a:lnTo>
                  <a:lnTo>
                    <a:pt x="24251" y="5522"/>
                  </a:lnTo>
                  <a:lnTo>
                    <a:pt x="24058" y="5407"/>
                  </a:lnTo>
                  <a:lnTo>
                    <a:pt x="23903" y="5252"/>
                  </a:lnTo>
                  <a:lnTo>
                    <a:pt x="23787" y="5059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11"/>
                  </a:lnTo>
                  <a:lnTo>
                    <a:pt x="23865" y="4596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763" y="4866"/>
                  </a:lnTo>
                  <a:lnTo>
                    <a:pt x="17879" y="4905"/>
                  </a:lnTo>
                  <a:lnTo>
                    <a:pt x="17957" y="4982"/>
                  </a:lnTo>
                  <a:lnTo>
                    <a:pt x="18072" y="5175"/>
                  </a:lnTo>
                  <a:lnTo>
                    <a:pt x="18111" y="5407"/>
                  </a:lnTo>
                  <a:lnTo>
                    <a:pt x="18072" y="5638"/>
                  </a:lnTo>
                  <a:lnTo>
                    <a:pt x="17570" y="5484"/>
                  </a:lnTo>
                  <a:lnTo>
                    <a:pt x="17030" y="5407"/>
                  </a:lnTo>
                  <a:lnTo>
                    <a:pt x="17030" y="5291"/>
                  </a:lnTo>
                  <a:lnTo>
                    <a:pt x="17107" y="5136"/>
                  </a:lnTo>
                  <a:lnTo>
                    <a:pt x="17184" y="5059"/>
                  </a:lnTo>
                  <a:lnTo>
                    <a:pt x="17261" y="4943"/>
                  </a:lnTo>
                  <a:lnTo>
                    <a:pt x="17377" y="4866"/>
                  </a:lnTo>
                  <a:lnTo>
                    <a:pt x="17493" y="4827"/>
                  </a:lnTo>
                  <a:close/>
                  <a:moveTo>
                    <a:pt x="14558" y="5291"/>
                  </a:moveTo>
                  <a:lnTo>
                    <a:pt x="14674" y="5329"/>
                  </a:lnTo>
                  <a:lnTo>
                    <a:pt x="14790" y="5368"/>
                  </a:lnTo>
                  <a:lnTo>
                    <a:pt x="14906" y="5445"/>
                  </a:lnTo>
                  <a:lnTo>
                    <a:pt x="14983" y="5522"/>
                  </a:lnTo>
                  <a:lnTo>
                    <a:pt x="15060" y="5677"/>
                  </a:lnTo>
                  <a:lnTo>
                    <a:pt x="14520" y="5870"/>
                  </a:lnTo>
                  <a:lnTo>
                    <a:pt x="14056" y="6102"/>
                  </a:lnTo>
                  <a:lnTo>
                    <a:pt x="14018" y="6024"/>
                  </a:lnTo>
                  <a:lnTo>
                    <a:pt x="14018" y="5793"/>
                  </a:lnTo>
                  <a:lnTo>
                    <a:pt x="14095" y="5600"/>
                  </a:lnTo>
                  <a:lnTo>
                    <a:pt x="14249" y="5445"/>
                  </a:lnTo>
                  <a:lnTo>
                    <a:pt x="14327" y="5368"/>
                  </a:lnTo>
                  <a:lnTo>
                    <a:pt x="14443" y="5329"/>
                  </a:lnTo>
                  <a:lnTo>
                    <a:pt x="14558" y="5291"/>
                  </a:lnTo>
                  <a:close/>
                  <a:moveTo>
                    <a:pt x="19076" y="5484"/>
                  </a:moveTo>
                  <a:lnTo>
                    <a:pt x="19192" y="5522"/>
                  </a:lnTo>
                  <a:lnTo>
                    <a:pt x="19308" y="5638"/>
                  </a:lnTo>
                  <a:lnTo>
                    <a:pt x="19347" y="5793"/>
                  </a:lnTo>
                  <a:lnTo>
                    <a:pt x="19385" y="5986"/>
                  </a:lnTo>
                  <a:lnTo>
                    <a:pt x="19347" y="6140"/>
                  </a:lnTo>
                  <a:lnTo>
                    <a:pt x="18574" y="5831"/>
                  </a:lnTo>
                  <a:lnTo>
                    <a:pt x="18613" y="5715"/>
                  </a:lnTo>
                  <a:lnTo>
                    <a:pt x="18652" y="5638"/>
                  </a:lnTo>
                  <a:lnTo>
                    <a:pt x="18806" y="5522"/>
                  </a:lnTo>
                  <a:lnTo>
                    <a:pt x="18999" y="5484"/>
                  </a:lnTo>
                  <a:close/>
                  <a:moveTo>
                    <a:pt x="20312" y="6063"/>
                  </a:moveTo>
                  <a:lnTo>
                    <a:pt x="20428" y="6102"/>
                  </a:lnTo>
                  <a:lnTo>
                    <a:pt x="20544" y="6179"/>
                  </a:lnTo>
                  <a:lnTo>
                    <a:pt x="20660" y="6333"/>
                  </a:lnTo>
                  <a:lnTo>
                    <a:pt x="20775" y="6526"/>
                  </a:lnTo>
                  <a:lnTo>
                    <a:pt x="20814" y="6719"/>
                  </a:lnTo>
                  <a:lnTo>
                    <a:pt x="20853" y="6913"/>
                  </a:lnTo>
                  <a:lnTo>
                    <a:pt x="20466" y="6719"/>
                  </a:lnTo>
                  <a:lnTo>
                    <a:pt x="20080" y="6526"/>
                  </a:lnTo>
                  <a:lnTo>
                    <a:pt x="19810" y="6372"/>
                  </a:lnTo>
                  <a:lnTo>
                    <a:pt x="19810" y="6256"/>
                  </a:lnTo>
                  <a:lnTo>
                    <a:pt x="19887" y="6179"/>
                  </a:lnTo>
                  <a:lnTo>
                    <a:pt x="19964" y="6102"/>
                  </a:lnTo>
                  <a:lnTo>
                    <a:pt x="20080" y="6063"/>
                  </a:lnTo>
                  <a:close/>
                  <a:moveTo>
                    <a:pt x="23710" y="5870"/>
                  </a:moveTo>
                  <a:lnTo>
                    <a:pt x="23942" y="5986"/>
                  </a:lnTo>
                  <a:lnTo>
                    <a:pt x="24058" y="5986"/>
                  </a:lnTo>
                  <a:lnTo>
                    <a:pt x="23903" y="6295"/>
                  </a:lnTo>
                  <a:lnTo>
                    <a:pt x="23710" y="6565"/>
                  </a:lnTo>
                  <a:lnTo>
                    <a:pt x="23478" y="6797"/>
                  </a:lnTo>
                  <a:lnTo>
                    <a:pt x="23247" y="6990"/>
                  </a:lnTo>
                  <a:lnTo>
                    <a:pt x="23208" y="6913"/>
                  </a:lnTo>
                  <a:lnTo>
                    <a:pt x="23054" y="6758"/>
                  </a:lnTo>
                  <a:lnTo>
                    <a:pt x="23015" y="6526"/>
                  </a:lnTo>
                  <a:lnTo>
                    <a:pt x="23015" y="6295"/>
                  </a:lnTo>
                  <a:lnTo>
                    <a:pt x="23054" y="6179"/>
                  </a:lnTo>
                  <a:lnTo>
                    <a:pt x="23092" y="6063"/>
                  </a:lnTo>
                  <a:lnTo>
                    <a:pt x="23170" y="5986"/>
                  </a:lnTo>
                  <a:lnTo>
                    <a:pt x="23285" y="5947"/>
                  </a:lnTo>
                  <a:lnTo>
                    <a:pt x="23478" y="5870"/>
                  </a:lnTo>
                  <a:close/>
                  <a:moveTo>
                    <a:pt x="13207" y="6102"/>
                  </a:moveTo>
                  <a:lnTo>
                    <a:pt x="13477" y="6140"/>
                  </a:lnTo>
                  <a:lnTo>
                    <a:pt x="13593" y="6217"/>
                  </a:lnTo>
                  <a:lnTo>
                    <a:pt x="13670" y="6333"/>
                  </a:lnTo>
                  <a:lnTo>
                    <a:pt x="13130" y="6719"/>
                  </a:lnTo>
                  <a:lnTo>
                    <a:pt x="12782" y="7067"/>
                  </a:lnTo>
                  <a:lnTo>
                    <a:pt x="12705" y="7028"/>
                  </a:lnTo>
                  <a:lnTo>
                    <a:pt x="12666" y="6913"/>
                  </a:lnTo>
                  <a:lnTo>
                    <a:pt x="12628" y="6797"/>
                  </a:lnTo>
                  <a:lnTo>
                    <a:pt x="12628" y="6642"/>
                  </a:lnTo>
                  <a:lnTo>
                    <a:pt x="12666" y="6526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59" y="6179"/>
                  </a:lnTo>
                  <a:lnTo>
                    <a:pt x="12975" y="6140"/>
                  </a:lnTo>
                  <a:lnTo>
                    <a:pt x="13091" y="6102"/>
                  </a:lnTo>
                  <a:close/>
                  <a:moveTo>
                    <a:pt x="22166" y="6565"/>
                  </a:moveTo>
                  <a:lnTo>
                    <a:pt x="22281" y="6604"/>
                  </a:lnTo>
                  <a:lnTo>
                    <a:pt x="22436" y="6681"/>
                  </a:lnTo>
                  <a:lnTo>
                    <a:pt x="22629" y="6874"/>
                  </a:lnTo>
                  <a:lnTo>
                    <a:pt x="22783" y="7028"/>
                  </a:lnTo>
                  <a:lnTo>
                    <a:pt x="22861" y="7067"/>
                  </a:lnTo>
                  <a:lnTo>
                    <a:pt x="22899" y="7067"/>
                  </a:lnTo>
                  <a:lnTo>
                    <a:pt x="22976" y="7106"/>
                  </a:lnTo>
                  <a:lnTo>
                    <a:pt x="22938" y="7106"/>
                  </a:lnTo>
                  <a:lnTo>
                    <a:pt x="22552" y="7221"/>
                  </a:lnTo>
                  <a:lnTo>
                    <a:pt x="22166" y="7221"/>
                  </a:lnTo>
                  <a:lnTo>
                    <a:pt x="21779" y="7183"/>
                  </a:lnTo>
                  <a:lnTo>
                    <a:pt x="21393" y="7106"/>
                  </a:lnTo>
                  <a:lnTo>
                    <a:pt x="21470" y="6913"/>
                  </a:lnTo>
                  <a:lnTo>
                    <a:pt x="21625" y="6719"/>
                  </a:lnTo>
                  <a:lnTo>
                    <a:pt x="21779" y="6604"/>
                  </a:lnTo>
                  <a:lnTo>
                    <a:pt x="22011" y="6565"/>
                  </a:lnTo>
                  <a:close/>
                  <a:moveTo>
                    <a:pt x="12280" y="7376"/>
                  </a:moveTo>
                  <a:lnTo>
                    <a:pt x="12473" y="7415"/>
                  </a:lnTo>
                  <a:lnTo>
                    <a:pt x="12087" y="7955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24" y="8071"/>
                  </a:lnTo>
                  <a:lnTo>
                    <a:pt x="11624" y="7955"/>
                  </a:lnTo>
                  <a:lnTo>
                    <a:pt x="11662" y="7839"/>
                  </a:lnTo>
                  <a:lnTo>
                    <a:pt x="11701" y="7723"/>
                  </a:lnTo>
                  <a:lnTo>
                    <a:pt x="11778" y="7608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26" y="7415"/>
                  </a:lnTo>
                  <a:lnTo>
                    <a:pt x="12280" y="7376"/>
                  </a:lnTo>
                  <a:close/>
                  <a:moveTo>
                    <a:pt x="2240" y="9345"/>
                  </a:moveTo>
                  <a:lnTo>
                    <a:pt x="2356" y="9422"/>
                  </a:lnTo>
                  <a:lnTo>
                    <a:pt x="2433" y="9461"/>
                  </a:lnTo>
                  <a:lnTo>
                    <a:pt x="2511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588" y="10002"/>
                  </a:lnTo>
                  <a:lnTo>
                    <a:pt x="2124" y="9886"/>
                  </a:lnTo>
                  <a:lnTo>
                    <a:pt x="1622" y="9886"/>
                  </a:lnTo>
                  <a:lnTo>
                    <a:pt x="1661" y="9731"/>
                  </a:lnTo>
                  <a:lnTo>
                    <a:pt x="1738" y="9616"/>
                  </a:lnTo>
                  <a:lnTo>
                    <a:pt x="1815" y="9538"/>
                  </a:lnTo>
                  <a:lnTo>
                    <a:pt x="1893" y="9461"/>
                  </a:lnTo>
                  <a:lnTo>
                    <a:pt x="2009" y="9384"/>
                  </a:lnTo>
                  <a:lnTo>
                    <a:pt x="2124" y="9345"/>
                  </a:lnTo>
                  <a:close/>
                  <a:moveTo>
                    <a:pt x="11624" y="8998"/>
                  </a:moveTo>
                  <a:lnTo>
                    <a:pt x="11469" y="9500"/>
                  </a:lnTo>
                  <a:lnTo>
                    <a:pt x="11315" y="10002"/>
                  </a:lnTo>
                  <a:lnTo>
                    <a:pt x="11238" y="10272"/>
                  </a:lnTo>
                  <a:lnTo>
                    <a:pt x="11044" y="10079"/>
                  </a:lnTo>
                  <a:lnTo>
                    <a:pt x="10967" y="9809"/>
                  </a:lnTo>
                  <a:lnTo>
                    <a:pt x="10929" y="9693"/>
                  </a:lnTo>
                  <a:lnTo>
                    <a:pt x="10929" y="9577"/>
                  </a:lnTo>
                  <a:lnTo>
                    <a:pt x="10929" y="9422"/>
                  </a:lnTo>
                  <a:lnTo>
                    <a:pt x="11006" y="9307"/>
                  </a:lnTo>
                  <a:lnTo>
                    <a:pt x="11122" y="9152"/>
                  </a:lnTo>
                  <a:lnTo>
                    <a:pt x="11276" y="9036"/>
                  </a:lnTo>
                  <a:lnTo>
                    <a:pt x="11469" y="8998"/>
                  </a:lnTo>
                  <a:close/>
                  <a:moveTo>
                    <a:pt x="3746" y="9731"/>
                  </a:moveTo>
                  <a:lnTo>
                    <a:pt x="3901" y="9809"/>
                  </a:lnTo>
                  <a:lnTo>
                    <a:pt x="4017" y="9886"/>
                  </a:lnTo>
                  <a:lnTo>
                    <a:pt x="4094" y="10002"/>
                  </a:lnTo>
                  <a:lnTo>
                    <a:pt x="4132" y="10118"/>
                  </a:lnTo>
                  <a:lnTo>
                    <a:pt x="4171" y="10233"/>
                  </a:lnTo>
                  <a:lnTo>
                    <a:pt x="4132" y="10388"/>
                  </a:lnTo>
                  <a:lnTo>
                    <a:pt x="4094" y="10504"/>
                  </a:lnTo>
                  <a:lnTo>
                    <a:pt x="4017" y="10620"/>
                  </a:lnTo>
                  <a:lnTo>
                    <a:pt x="3862" y="10542"/>
                  </a:lnTo>
                  <a:lnTo>
                    <a:pt x="3476" y="10311"/>
                  </a:lnTo>
                  <a:lnTo>
                    <a:pt x="3051" y="10156"/>
                  </a:lnTo>
                  <a:lnTo>
                    <a:pt x="3128" y="10002"/>
                  </a:lnTo>
                  <a:lnTo>
                    <a:pt x="3244" y="9924"/>
                  </a:lnTo>
                  <a:lnTo>
                    <a:pt x="3360" y="9809"/>
                  </a:lnTo>
                  <a:lnTo>
                    <a:pt x="3476" y="9770"/>
                  </a:lnTo>
                  <a:lnTo>
                    <a:pt x="3630" y="9731"/>
                  </a:lnTo>
                  <a:close/>
                  <a:moveTo>
                    <a:pt x="4827" y="10620"/>
                  </a:moveTo>
                  <a:lnTo>
                    <a:pt x="4905" y="10658"/>
                  </a:lnTo>
                  <a:lnTo>
                    <a:pt x="4982" y="10697"/>
                  </a:lnTo>
                  <a:lnTo>
                    <a:pt x="5059" y="10774"/>
                  </a:lnTo>
                  <a:lnTo>
                    <a:pt x="5136" y="10851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59" y="11430"/>
                  </a:lnTo>
                  <a:lnTo>
                    <a:pt x="4403" y="10890"/>
                  </a:lnTo>
                  <a:lnTo>
                    <a:pt x="4441" y="10813"/>
                  </a:lnTo>
                  <a:lnTo>
                    <a:pt x="4480" y="10735"/>
                  </a:lnTo>
                  <a:lnTo>
                    <a:pt x="4634" y="10658"/>
                  </a:lnTo>
                  <a:lnTo>
                    <a:pt x="4827" y="10620"/>
                  </a:lnTo>
                  <a:close/>
                  <a:moveTo>
                    <a:pt x="11160" y="10620"/>
                  </a:moveTo>
                  <a:lnTo>
                    <a:pt x="10929" y="11199"/>
                  </a:lnTo>
                  <a:lnTo>
                    <a:pt x="10697" y="11739"/>
                  </a:lnTo>
                  <a:lnTo>
                    <a:pt x="10658" y="11701"/>
                  </a:lnTo>
                  <a:lnTo>
                    <a:pt x="10465" y="11508"/>
                  </a:lnTo>
                  <a:lnTo>
                    <a:pt x="10388" y="11315"/>
                  </a:lnTo>
                  <a:lnTo>
                    <a:pt x="10388" y="11122"/>
                  </a:lnTo>
                  <a:lnTo>
                    <a:pt x="10427" y="10967"/>
                  </a:lnTo>
                  <a:lnTo>
                    <a:pt x="10542" y="10774"/>
                  </a:lnTo>
                  <a:lnTo>
                    <a:pt x="10697" y="10658"/>
                  </a:lnTo>
                  <a:lnTo>
                    <a:pt x="10929" y="10620"/>
                  </a:lnTo>
                  <a:close/>
                  <a:moveTo>
                    <a:pt x="5947" y="11469"/>
                  </a:moveTo>
                  <a:lnTo>
                    <a:pt x="6063" y="11508"/>
                  </a:lnTo>
                  <a:lnTo>
                    <a:pt x="6140" y="11546"/>
                  </a:lnTo>
                  <a:lnTo>
                    <a:pt x="6218" y="11662"/>
                  </a:lnTo>
                  <a:lnTo>
                    <a:pt x="6295" y="11739"/>
                  </a:lnTo>
                  <a:lnTo>
                    <a:pt x="6372" y="11971"/>
                  </a:lnTo>
                  <a:lnTo>
                    <a:pt x="6411" y="12203"/>
                  </a:lnTo>
                  <a:lnTo>
                    <a:pt x="6372" y="12473"/>
                  </a:lnTo>
                  <a:lnTo>
                    <a:pt x="5870" y="12087"/>
                  </a:lnTo>
                  <a:lnTo>
                    <a:pt x="5407" y="11701"/>
                  </a:lnTo>
                  <a:lnTo>
                    <a:pt x="5445" y="11585"/>
                  </a:lnTo>
                  <a:lnTo>
                    <a:pt x="5523" y="11508"/>
                  </a:lnTo>
                  <a:lnTo>
                    <a:pt x="5638" y="11469"/>
                  </a:lnTo>
                  <a:close/>
                  <a:moveTo>
                    <a:pt x="10542" y="12048"/>
                  </a:moveTo>
                  <a:lnTo>
                    <a:pt x="10388" y="12280"/>
                  </a:lnTo>
                  <a:lnTo>
                    <a:pt x="10195" y="12550"/>
                  </a:lnTo>
                  <a:lnTo>
                    <a:pt x="9963" y="12743"/>
                  </a:lnTo>
                  <a:lnTo>
                    <a:pt x="9770" y="12936"/>
                  </a:lnTo>
                  <a:lnTo>
                    <a:pt x="9732" y="12859"/>
                  </a:lnTo>
                  <a:lnTo>
                    <a:pt x="9654" y="12666"/>
                  </a:lnTo>
                  <a:lnTo>
                    <a:pt x="9616" y="12473"/>
                  </a:lnTo>
                  <a:lnTo>
                    <a:pt x="9693" y="12319"/>
                  </a:lnTo>
                  <a:lnTo>
                    <a:pt x="9809" y="12203"/>
                  </a:lnTo>
                  <a:lnTo>
                    <a:pt x="9963" y="12126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37" y="12473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01" y="12821"/>
                  </a:lnTo>
                  <a:lnTo>
                    <a:pt x="7878" y="13014"/>
                  </a:lnTo>
                  <a:lnTo>
                    <a:pt x="7839" y="13207"/>
                  </a:lnTo>
                  <a:lnTo>
                    <a:pt x="7299" y="13014"/>
                  </a:lnTo>
                  <a:lnTo>
                    <a:pt x="6835" y="12743"/>
                  </a:lnTo>
                  <a:lnTo>
                    <a:pt x="6990" y="12589"/>
                  </a:lnTo>
                  <a:lnTo>
                    <a:pt x="7144" y="12512"/>
                  </a:lnTo>
                  <a:lnTo>
                    <a:pt x="7337" y="12473"/>
                  </a:lnTo>
                  <a:close/>
                  <a:moveTo>
                    <a:pt x="8843" y="12628"/>
                  </a:moveTo>
                  <a:lnTo>
                    <a:pt x="8921" y="12666"/>
                  </a:lnTo>
                  <a:lnTo>
                    <a:pt x="9075" y="12743"/>
                  </a:lnTo>
                  <a:lnTo>
                    <a:pt x="9191" y="12936"/>
                  </a:lnTo>
                  <a:lnTo>
                    <a:pt x="9230" y="13130"/>
                  </a:lnTo>
                  <a:lnTo>
                    <a:pt x="9230" y="13207"/>
                  </a:lnTo>
                  <a:lnTo>
                    <a:pt x="9036" y="13245"/>
                  </a:lnTo>
                  <a:lnTo>
                    <a:pt x="8805" y="13284"/>
                  </a:lnTo>
                  <a:lnTo>
                    <a:pt x="8303" y="13284"/>
                  </a:lnTo>
                  <a:lnTo>
                    <a:pt x="8303" y="13207"/>
                  </a:lnTo>
                  <a:lnTo>
                    <a:pt x="8303" y="13014"/>
                  </a:lnTo>
                  <a:lnTo>
                    <a:pt x="8419" y="12821"/>
                  </a:lnTo>
                  <a:lnTo>
                    <a:pt x="8534" y="12666"/>
                  </a:lnTo>
                  <a:lnTo>
                    <a:pt x="8650" y="12628"/>
                  </a:lnTo>
                  <a:close/>
                  <a:moveTo>
                    <a:pt x="22861" y="0"/>
                  </a:moveTo>
                  <a:lnTo>
                    <a:pt x="22822" y="78"/>
                  </a:lnTo>
                  <a:lnTo>
                    <a:pt x="22745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783" y="387"/>
                  </a:lnTo>
                  <a:lnTo>
                    <a:pt x="22822" y="387"/>
                  </a:lnTo>
                  <a:lnTo>
                    <a:pt x="22861" y="464"/>
                  </a:lnTo>
                  <a:lnTo>
                    <a:pt x="23015" y="618"/>
                  </a:lnTo>
                  <a:lnTo>
                    <a:pt x="22899" y="773"/>
                  </a:lnTo>
                  <a:lnTo>
                    <a:pt x="22783" y="927"/>
                  </a:lnTo>
                  <a:lnTo>
                    <a:pt x="22668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22" y="2240"/>
                  </a:lnTo>
                  <a:lnTo>
                    <a:pt x="23015" y="2395"/>
                  </a:lnTo>
                  <a:lnTo>
                    <a:pt x="23247" y="2472"/>
                  </a:lnTo>
                  <a:lnTo>
                    <a:pt x="23478" y="2510"/>
                  </a:lnTo>
                  <a:lnTo>
                    <a:pt x="23401" y="2704"/>
                  </a:lnTo>
                  <a:lnTo>
                    <a:pt x="23363" y="2897"/>
                  </a:lnTo>
                  <a:lnTo>
                    <a:pt x="23324" y="3090"/>
                  </a:lnTo>
                  <a:lnTo>
                    <a:pt x="23324" y="3244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862"/>
                  </a:lnTo>
                  <a:lnTo>
                    <a:pt x="23942" y="4016"/>
                  </a:lnTo>
                  <a:lnTo>
                    <a:pt x="23710" y="4209"/>
                  </a:lnTo>
                  <a:lnTo>
                    <a:pt x="23556" y="4480"/>
                  </a:lnTo>
                  <a:lnTo>
                    <a:pt x="23440" y="4750"/>
                  </a:lnTo>
                  <a:lnTo>
                    <a:pt x="23440" y="4866"/>
                  </a:lnTo>
                  <a:lnTo>
                    <a:pt x="23440" y="5020"/>
                  </a:lnTo>
                  <a:lnTo>
                    <a:pt x="23478" y="5252"/>
                  </a:lnTo>
                  <a:lnTo>
                    <a:pt x="23633" y="5484"/>
                  </a:lnTo>
                  <a:lnTo>
                    <a:pt x="23401" y="5484"/>
                  </a:lnTo>
                  <a:lnTo>
                    <a:pt x="23170" y="5561"/>
                  </a:lnTo>
                  <a:lnTo>
                    <a:pt x="22938" y="5677"/>
                  </a:lnTo>
                  <a:lnTo>
                    <a:pt x="22783" y="5870"/>
                  </a:lnTo>
                  <a:lnTo>
                    <a:pt x="22668" y="6102"/>
                  </a:lnTo>
                  <a:lnTo>
                    <a:pt x="22629" y="6333"/>
                  </a:lnTo>
                  <a:lnTo>
                    <a:pt x="22474" y="6256"/>
                  </a:lnTo>
                  <a:lnTo>
                    <a:pt x="22320" y="6217"/>
                  </a:lnTo>
                  <a:lnTo>
                    <a:pt x="21972" y="6217"/>
                  </a:lnTo>
                  <a:lnTo>
                    <a:pt x="21741" y="6256"/>
                  </a:lnTo>
                  <a:lnTo>
                    <a:pt x="21509" y="6411"/>
                  </a:lnTo>
                  <a:lnTo>
                    <a:pt x="21316" y="6565"/>
                  </a:lnTo>
                  <a:lnTo>
                    <a:pt x="21200" y="6758"/>
                  </a:lnTo>
                  <a:lnTo>
                    <a:pt x="21084" y="6449"/>
                  </a:lnTo>
                  <a:lnTo>
                    <a:pt x="20930" y="6140"/>
                  </a:lnTo>
                  <a:lnTo>
                    <a:pt x="20853" y="5986"/>
                  </a:lnTo>
                  <a:lnTo>
                    <a:pt x="20698" y="5870"/>
                  </a:lnTo>
                  <a:lnTo>
                    <a:pt x="20582" y="5793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42" y="5793"/>
                  </a:lnTo>
                  <a:lnTo>
                    <a:pt x="19887" y="5831"/>
                  </a:lnTo>
                  <a:lnTo>
                    <a:pt x="19733" y="5947"/>
                  </a:lnTo>
                  <a:lnTo>
                    <a:pt x="19694" y="5715"/>
                  </a:lnTo>
                  <a:lnTo>
                    <a:pt x="19617" y="5484"/>
                  </a:lnTo>
                  <a:lnTo>
                    <a:pt x="19462" y="5291"/>
                  </a:lnTo>
                  <a:lnTo>
                    <a:pt x="19347" y="5213"/>
                  </a:lnTo>
                  <a:lnTo>
                    <a:pt x="19231" y="5175"/>
                  </a:lnTo>
                  <a:lnTo>
                    <a:pt x="19038" y="5136"/>
                  </a:lnTo>
                  <a:lnTo>
                    <a:pt x="18806" y="5175"/>
                  </a:lnTo>
                  <a:lnTo>
                    <a:pt x="18613" y="5252"/>
                  </a:lnTo>
                  <a:lnTo>
                    <a:pt x="18458" y="5407"/>
                  </a:lnTo>
                  <a:lnTo>
                    <a:pt x="18458" y="5252"/>
                  </a:lnTo>
                  <a:lnTo>
                    <a:pt x="18420" y="5098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34"/>
                  </a:lnTo>
                  <a:lnTo>
                    <a:pt x="17957" y="4557"/>
                  </a:lnTo>
                  <a:lnTo>
                    <a:pt x="17802" y="4518"/>
                  </a:lnTo>
                  <a:lnTo>
                    <a:pt x="17493" y="4518"/>
                  </a:lnTo>
                  <a:lnTo>
                    <a:pt x="17377" y="4557"/>
                  </a:lnTo>
                  <a:lnTo>
                    <a:pt x="17223" y="4634"/>
                  </a:lnTo>
                  <a:lnTo>
                    <a:pt x="17107" y="4711"/>
                  </a:lnTo>
                  <a:lnTo>
                    <a:pt x="17030" y="4827"/>
                  </a:lnTo>
                  <a:lnTo>
                    <a:pt x="16875" y="5059"/>
                  </a:lnTo>
                  <a:lnTo>
                    <a:pt x="16759" y="4905"/>
                  </a:lnTo>
                  <a:lnTo>
                    <a:pt x="16605" y="4789"/>
                  </a:lnTo>
                  <a:lnTo>
                    <a:pt x="16451" y="4673"/>
                  </a:lnTo>
                  <a:lnTo>
                    <a:pt x="16257" y="4634"/>
                  </a:lnTo>
                  <a:lnTo>
                    <a:pt x="16103" y="4634"/>
                  </a:lnTo>
                  <a:lnTo>
                    <a:pt x="15910" y="4673"/>
                  </a:lnTo>
                  <a:lnTo>
                    <a:pt x="15755" y="4750"/>
                  </a:lnTo>
                  <a:lnTo>
                    <a:pt x="15640" y="4827"/>
                  </a:lnTo>
                  <a:lnTo>
                    <a:pt x="15524" y="4982"/>
                  </a:lnTo>
                  <a:lnTo>
                    <a:pt x="15447" y="5136"/>
                  </a:lnTo>
                  <a:lnTo>
                    <a:pt x="15408" y="5291"/>
                  </a:lnTo>
                  <a:lnTo>
                    <a:pt x="15374" y="5460"/>
                  </a:lnTo>
                  <a:lnTo>
                    <a:pt x="15331" y="5329"/>
                  </a:lnTo>
                  <a:lnTo>
                    <a:pt x="15176" y="5175"/>
                  </a:lnTo>
                  <a:lnTo>
                    <a:pt x="15022" y="5059"/>
                  </a:lnTo>
                  <a:lnTo>
                    <a:pt x="14829" y="4982"/>
                  </a:lnTo>
                  <a:lnTo>
                    <a:pt x="14597" y="4943"/>
                  </a:lnTo>
                  <a:lnTo>
                    <a:pt x="14404" y="4943"/>
                  </a:lnTo>
                  <a:lnTo>
                    <a:pt x="14249" y="5020"/>
                  </a:lnTo>
                  <a:lnTo>
                    <a:pt x="14134" y="5098"/>
                  </a:lnTo>
                  <a:lnTo>
                    <a:pt x="14018" y="5175"/>
                  </a:lnTo>
                  <a:lnTo>
                    <a:pt x="13941" y="5291"/>
                  </a:lnTo>
                  <a:lnTo>
                    <a:pt x="13825" y="5522"/>
                  </a:lnTo>
                  <a:lnTo>
                    <a:pt x="13747" y="5831"/>
                  </a:lnTo>
                  <a:lnTo>
                    <a:pt x="13593" y="5754"/>
                  </a:lnTo>
                  <a:lnTo>
                    <a:pt x="13361" y="5677"/>
                  </a:lnTo>
                  <a:lnTo>
                    <a:pt x="13130" y="5677"/>
                  </a:lnTo>
                  <a:lnTo>
                    <a:pt x="12937" y="5715"/>
                  </a:lnTo>
                  <a:lnTo>
                    <a:pt x="12705" y="5831"/>
                  </a:lnTo>
                  <a:lnTo>
                    <a:pt x="12589" y="5947"/>
                  </a:lnTo>
                  <a:lnTo>
                    <a:pt x="12473" y="6063"/>
                  </a:lnTo>
                  <a:lnTo>
                    <a:pt x="12396" y="6217"/>
                  </a:lnTo>
                  <a:lnTo>
                    <a:pt x="12357" y="6333"/>
                  </a:lnTo>
                  <a:lnTo>
                    <a:pt x="12319" y="6526"/>
                  </a:lnTo>
                  <a:lnTo>
                    <a:pt x="12319" y="6681"/>
                  </a:lnTo>
                  <a:lnTo>
                    <a:pt x="12357" y="6835"/>
                  </a:lnTo>
                  <a:lnTo>
                    <a:pt x="12396" y="6990"/>
                  </a:lnTo>
                  <a:lnTo>
                    <a:pt x="12126" y="7028"/>
                  </a:lnTo>
                  <a:lnTo>
                    <a:pt x="11894" y="7106"/>
                  </a:lnTo>
                  <a:lnTo>
                    <a:pt x="11662" y="7221"/>
                  </a:lnTo>
                  <a:lnTo>
                    <a:pt x="11469" y="7376"/>
                  </a:lnTo>
                  <a:lnTo>
                    <a:pt x="11392" y="7530"/>
                  </a:lnTo>
                  <a:lnTo>
                    <a:pt x="11315" y="7685"/>
                  </a:lnTo>
                  <a:lnTo>
                    <a:pt x="11276" y="7839"/>
                  </a:lnTo>
                  <a:lnTo>
                    <a:pt x="11276" y="7994"/>
                  </a:lnTo>
                  <a:lnTo>
                    <a:pt x="11276" y="8148"/>
                  </a:lnTo>
                  <a:lnTo>
                    <a:pt x="11315" y="8303"/>
                  </a:lnTo>
                  <a:lnTo>
                    <a:pt x="11392" y="8457"/>
                  </a:lnTo>
                  <a:lnTo>
                    <a:pt x="11469" y="8573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20" y="9229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02"/>
                  </a:lnTo>
                  <a:lnTo>
                    <a:pt x="10851" y="10233"/>
                  </a:lnTo>
                  <a:lnTo>
                    <a:pt x="10620" y="10272"/>
                  </a:lnTo>
                  <a:lnTo>
                    <a:pt x="10388" y="10388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40" y="11006"/>
                  </a:lnTo>
                  <a:lnTo>
                    <a:pt x="10040" y="11237"/>
                  </a:lnTo>
                  <a:lnTo>
                    <a:pt x="10079" y="11469"/>
                  </a:lnTo>
                  <a:lnTo>
                    <a:pt x="10156" y="11701"/>
                  </a:lnTo>
                  <a:lnTo>
                    <a:pt x="9925" y="11739"/>
                  </a:lnTo>
                  <a:lnTo>
                    <a:pt x="9693" y="11817"/>
                  </a:lnTo>
                  <a:lnTo>
                    <a:pt x="9500" y="11971"/>
                  </a:lnTo>
                  <a:lnTo>
                    <a:pt x="9423" y="12087"/>
                  </a:lnTo>
                  <a:lnTo>
                    <a:pt x="9345" y="12203"/>
                  </a:lnTo>
                  <a:lnTo>
                    <a:pt x="9307" y="12319"/>
                  </a:lnTo>
                  <a:lnTo>
                    <a:pt x="9307" y="12473"/>
                  </a:lnTo>
                  <a:lnTo>
                    <a:pt x="9152" y="12357"/>
                  </a:lnTo>
                  <a:lnTo>
                    <a:pt x="9036" y="12319"/>
                  </a:lnTo>
                  <a:lnTo>
                    <a:pt x="8882" y="12280"/>
                  </a:lnTo>
                  <a:lnTo>
                    <a:pt x="8689" y="12280"/>
                  </a:lnTo>
                  <a:lnTo>
                    <a:pt x="8534" y="12319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48" y="12705"/>
                  </a:lnTo>
                  <a:lnTo>
                    <a:pt x="8071" y="12550"/>
                  </a:lnTo>
                  <a:lnTo>
                    <a:pt x="7994" y="12434"/>
                  </a:lnTo>
                  <a:lnTo>
                    <a:pt x="7839" y="12319"/>
                  </a:lnTo>
                  <a:lnTo>
                    <a:pt x="7724" y="12241"/>
                  </a:lnTo>
                  <a:lnTo>
                    <a:pt x="7453" y="12164"/>
                  </a:lnTo>
                  <a:lnTo>
                    <a:pt x="7222" y="12164"/>
                  </a:lnTo>
                  <a:lnTo>
                    <a:pt x="6990" y="12241"/>
                  </a:lnTo>
                  <a:lnTo>
                    <a:pt x="6758" y="12396"/>
                  </a:lnTo>
                  <a:lnTo>
                    <a:pt x="6758" y="12048"/>
                  </a:lnTo>
                  <a:lnTo>
                    <a:pt x="6720" y="11855"/>
                  </a:lnTo>
                  <a:lnTo>
                    <a:pt x="6681" y="11701"/>
                  </a:lnTo>
                  <a:lnTo>
                    <a:pt x="6604" y="11546"/>
                  </a:lnTo>
                  <a:lnTo>
                    <a:pt x="6488" y="11392"/>
                  </a:lnTo>
                  <a:lnTo>
                    <a:pt x="6372" y="11276"/>
                  </a:lnTo>
                  <a:lnTo>
                    <a:pt x="6218" y="11199"/>
                  </a:lnTo>
                  <a:lnTo>
                    <a:pt x="6063" y="11160"/>
                  </a:lnTo>
                  <a:lnTo>
                    <a:pt x="5870" y="11122"/>
                  </a:lnTo>
                  <a:lnTo>
                    <a:pt x="5677" y="11160"/>
                  </a:lnTo>
                  <a:lnTo>
                    <a:pt x="5523" y="11199"/>
                  </a:lnTo>
                  <a:lnTo>
                    <a:pt x="5523" y="10967"/>
                  </a:lnTo>
                  <a:lnTo>
                    <a:pt x="5445" y="10697"/>
                  </a:lnTo>
                  <a:lnTo>
                    <a:pt x="5291" y="10504"/>
                  </a:lnTo>
                  <a:lnTo>
                    <a:pt x="5214" y="10426"/>
                  </a:lnTo>
                  <a:lnTo>
                    <a:pt x="5098" y="10349"/>
                  </a:lnTo>
                  <a:lnTo>
                    <a:pt x="4943" y="10311"/>
                  </a:lnTo>
                  <a:lnTo>
                    <a:pt x="4673" y="10311"/>
                  </a:lnTo>
                  <a:lnTo>
                    <a:pt x="4519" y="10349"/>
                  </a:lnTo>
                  <a:lnTo>
                    <a:pt x="4519" y="10156"/>
                  </a:lnTo>
                  <a:lnTo>
                    <a:pt x="4480" y="9924"/>
                  </a:lnTo>
                  <a:lnTo>
                    <a:pt x="4364" y="9731"/>
                  </a:lnTo>
                  <a:lnTo>
                    <a:pt x="4210" y="9577"/>
                  </a:lnTo>
                  <a:lnTo>
                    <a:pt x="4055" y="9500"/>
                  </a:lnTo>
                  <a:lnTo>
                    <a:pt x="3901" y="9422"/>
                  </a:lnTo>
                  <a:lnTo>
                    <a:pt x="3553" y="9422"/>
                  </a:lnTo>
                  <a:lnTo>
                    <a:pt x="3399" y="9461"/>
                  </a:lnTo>
                  <a:lnTo>
                    <a:pt x="3244" y="9538"/>
                  </a:lnTo>
                  <a:lnTo>
                    <a:pt x="3128" y="9616"/>
                  </a:lnTo>
                  <a:lnTo>
                    <a:pt x="2974" y="9731"/>
                  </a:lnTo>
                  <a:lnTo>
                    <a:pt x="2974" y="9616"/>
                  </a:lnTo>
                  <a:lnTo>
                    <a:pt x="2897" y="9422"/>
                  </a:lnTo>
                  <a:lnTo>
                    <a:pt x="2742" y="9268"/>
                  </a:lnTo>
                  <a:lnTo>
                    <a:pt x="2588" y="9114"/>
                  </a:lnTo>
                  <a:lnTo>
                    <a:pt x="2433" y="9036"/>
                  </a:lnTo>
                  <a:lnTo>
                    <a:pt x="2202" y="8998"/>
                  </a:lnTo>
                  <a:lnTo>
                    <a:pt x="2009" y="8998"/>
                  </a:lnTo>
                  <a:lnTo>
                    <a:pt x="1815" y="9075"/>
                  </a:lnTo>
                  <a:lnTo>
                    <a:pt x="1661" y="9191"/>
                  </a:lnTo>
                  <a:lnTo>
                    <a:pt x="1545" y="9345"/>
                  </a:lnTo>
                  <a:lnTo>
                    <a:pt x="1429" y="9500"/>
                  </a:lnTo>
                  <a:lnTo>
                    <a:pt x="1352" y="9693"/>
                  </a:lnTo>
                  <a:lnTo>
                    <a:pt x="1352" y="9886"/>
                  </a:lnTo>
                  <a:lnTo>
                    <a:pt x="1120" y="9963"/>
                  </a:lnTo>
                  <a:lnTo>
                    <a:pt x="889" y="10040"/>
                  </a:lnTo>
                  <a:lnTo>
                    <a:pt x="696" y="10156"/>
                  </a:lnTo>
                  <a:lnTo>
                    <a:pt x="503" y="10311"/>
                  </a:lnTo>
                  <a:lnTo>
                    <a:pt x="348" y="10426"/>
                  </a:lnTo>
                  <a:lnTo>
                    <a:pt x="232" y="10581"/>
                  </a:lnTo>
                  <a:lnTo>
                    <a:pt x="78" y="10890"/>
                  </a:lnTo>
                  <a:lnTo>
                    <a:pt x="1" y="11199"/>
                  </a:lnTo>
                  <a:lnTo>
                    <a:pt x="1" y="11546"/>
                  </a:lnTo>
                  <a:lnTo>
                    <a:pt x="39" y="11894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8" y="12782"/>
                  </a:lnTo>
                  <a:lnTo>
                    <a:pt x="773" y="12898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13" y="13130"/>
                  </a:lnTo>
                  <a:lnTo>
                    <a:pt x="1700" y="13168"/>
                  </a:lnTo>
                  <a:lnTo>
                    <a:pt x="2086" y="13091"/>
                  </a:lnTo>
                  <a:lnTo>
                    <a:pt x="2472" y="12975"/>
                  </a:lnTo>
                  <a:lnTo>
                    <a:pt x="2781" y="12782"/>
                  </a:lnTo>
                  <a:lnTo>
                    <a:pt x="3090" y="12512"/>
                  </a:lnTo>
                  <a:lnTo>
                    <a:pt x="3360" y="12241"/>
                  </a:lnTo>
                  <a:lnTo>
                    <a:pt x="3592" y="12010"/>
                  </a:lnTo>
                  <a:lnTo>
                    <a:pt x="3515" y="11932"/>
                  </a:lnTo>
                  <a:lnTo>
                    <a:pt x="3515" y="11817"/>
                  </a:lnTo>
                  <a:lnTo>
                    <a:pt x="3437" y="11739"/>
                  </a:lnTo>
                  <a:lnTo>
                    <a:pt x="3321" y="11739"/>
                  </a:lnTo>
                  <a:lnTo>
                    <a:pt x="3283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8" y="12434"/>
                  </a:lnTo>
                  <a:lnTo>
                    <a:pt x="2317" y="12550"/>
                  </a:lnTo>
                  <a:lnTo>
                    <a:pt x="2009" y="12666"/>
                  </a:lnTo>
                  <a:lnTo>
                    <a:pt x="1738" y="12705"/>
                  </a:lnTo>
                  <a:lnTo>
                    <a:pt x="1429" y="12666"/>
                  </a:lnTo>
                  <a:lnTo>
                    <a:pt x="1120" y="12550"/>
                  </a:lnTo>
                  <a:lnTo>
                    <a:pt x="966" y="12434"/>
                  </a:lnTo>
                  <a:lnTo>
                    <a:pt x="812" y="12319"/>
                  </a:lnTo>
                  <a:lnTo>
                    <a:pt x="696" y="12203"/>
                  </a:lnTo>
                  <a:lnTo>
                    <a:pt x="580" y="12048"/>
                  </a:lnTo>
                  <a:lnTo>
                    <a:pt x="541" y="11855"/>
                  </a:lnTo>
                  <a:lnTo>
                    <a:pt x="503" y="11701"/>
                  </a:lnTo>
                  <a:lnTo>
                    <a:pt x="464" y="11546"/>
                  </a:lnTo>
                  <a:lnTo>
                    <a:pt x="464" y="11353"/>
                  </a:lnTo>
                  <a:lnTo>
                    <a:pt x="503" y="11199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35"/>
                  </a:lnTo>
                  <a:lnTo>
                    <a:pt x="889" y="10620"/>
                  </a:lnTo>
                  <a:lnTo>
                    <a:pt x="1043" y="10504"/>
                  </a:lnTo>
                  <a:lnTo>
                    <a:pt x="1236" y="10426"/>
                  </a:lnTo>
                  <a:lnTo>
                    <a:pt x="1429" y="10388"/>
                  </a:lnTo>
                  <a:lnTo>
                    <a:pt x="1700" y="10349"/>
                  </a:lnTo>
                  <a:lnTo>
                    <a:pt x="2279" y="10349"/>
                  </a:lnTo>
                  <a:lnTo>
                    <a:pt x="2588" y="10426"/>
                  </a:lnTo>
                  <a:lnTo>
                    <a:pt x="2858" y="10504"/>
                  </a:lnTo>
                  <a:lnTo>
                    <a:pt x="3128" y="10620"/>
                  </a:lnTo>
                  <a:lnTo>
                    <a:pt x="3630" y="10928"/>
                  </a:lnTo>
                  <a:lnTo>
                    <a:pt x="4132" y="11276"/>
                  </a:lnTo>
                  <a:lnTo>
                    <a:pt x="4634" y="11662"/>
                  </a:lnTo>
                  <a:lnTo>
                    <a:pt x="5523" y="12396"/>
                  </a:lnTo>
                  <a:lnTo>
                    <a:pt x="5870" y="12666"/>
                  </a:lnTo>
                  <a:lnTo>
                    <a:pt x="6256" y="12936"/>
                  </a:lnTo>
                  <a:lnTo>
                    <a:pt x="6681" y="13207"/>
                  </a:lnTo>
                  <a:lnTo>
                    <a:pt x="7106" y="13400"/>
                  </a:lnTo>
                  <a:lnTo>
                    <a:pt x="7530" y="13593"/>
                  </a:lnTo>
                  <a:lnTo>
                    <a:pt x="7994" y="13709"/>
                  </a:lnTo>
                  <a:lnTo>
                    <a:pt x="8419" y="13786"/>
                  </a:lnTo>
                  <a:lnTo>
                    <a:pt x="8921" y="13786"/>
                  </a:lnTo>
                  <a:lnTo>
                    <a:pt x="9345" y="13670"/>
                  </a:lnTo>
                  <a:lnTo>
                    <a:pt x="9693" y="13554"/>
                  </a:lnTo>
                  <a:lnTo>
                    <a:pt x="10040" y="13323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890" y="12473"/>
                  </a:lnTo>
                  <a:lnTo>
                    <a:pt x="11122" y="12087"/>
                  </a:lnTo>
                  <a:lnTo>
                    <a:pt x="11315" y="11739"/>
                  </a:lnTo>
                  <a:lnTo>
                    <a:pt x="11508" y="11199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6" y="9075"/>
                  </a:lnTo>
                  <a:lnTo>
                    <a:pt x="12319" y="8573"/>
                  </a:lnTo>
                  <a:lnTo>
                    <a:pt x="12589" y="8110"/>
                  </a:lnTo>
                  <a:lnTo>
                    <a:pt x="12937" y="7646"/>
                  </a:lnTo>
                  <a:lnTo>
                    <a:pt x="13245" y="7299"/>
                  </a:lnTo>
                  <a:lnTo>
                    <a:pt x="13632" y="6951"/>
                  </a:lnTo>
                  <a:lnTo>
                    <a:pt x="14018" y="6681"/>
                  </a:lnTo>
                  <a:lnTo>
                    <a:pt x="14443" y="6449"/>
                  </a:lnTo>
                  <a:lnTo>
                    <a:pt x="14867" y="6256"/>
                  </a:lnTo>
                  <a:lnTo>
                    <a:pt x="15331" y="6102"/>
                  </a:lnTo>
                  <a:lnTo>
                    <a:pt x="15794" y="5986"/>
                  </a:lnTo>
                  <a:lnTo>
                    <a:pt x="16296" y="5909"/>
                  </a:lnTo>
                  <a:lnTo>
                    <a:pt x="16875" y="5909"/>
                  </a:lnTo>
                  <a:lnTo>
                    <a:pt x="17455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565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2"/>
                  </a:lnTo>
                  <a:lnTo>
                    <a:pt x="21316" y="7608"/>
                  </a:lnTo>
                  <a:lnTo>
                    <a:pt x="21741" y="7723"/>
                  </a:lnTo>
                  <a:lnTo>
                    <a:pt x="22127" y="7762"/>
                  </a:lnTo>
                  <a:lnTo>
                    <a:pt x="22552" y="7723"/>
                  </a:lnTo>
                  <a:lnTo>
                    <a:pt x="22976" y="7646"/>
                  </a:lnTo>
                  <a:lnTo>
                    <a:pt x="23363" y="7492"/>
                  </a:lnTo>
                  <a:lnTo>
                    <a:pt x="23710" y="7260"/>
                  </a:lnTo>
                  <a:lnTo>
                    <a:pt x="24058" y="6990"/>
                  </a:lnTo>
                  <a:lnTo>
                    <a:pt x="24328" y="6642"/>
                  </a:lnTo>
                  <a:lnTo>
                    <a:pt x="24560" y="6295"/>
                  </a:lnTo>
                  <a:lnTo>
                    <a:pt x="24753" y="5909"/>
                  </a:lnTo>
                  <a:lnTo>
                    <a:pt x="24869" y="5484"/>
                  </a:lnTo>
                  <a:lnTo>
                    <a:pt x="24946" y="5059"/>
                  </a:lnTo>
                  <a:lnTo>
                    <a:pt x="24984" y="4634"/>
                  </a:lnTo>
                  <a:lnTo>
                    <a:pt x="24984" y="4171"/>
                  </a:lnTo>
                  <a:lnTo>
                    <a:pt x="24946" y="3707"/>
                  </a:lnTo>
                  <a:lnTo>
                    <a:pt x="24869" y="3283"/>
                  </a:lnTo>
                  <a:lnTo>
                    <a:pt x="24753" y="2819"/>
                  </a:lnTo>
                  <a:lnTo>
                    <a:pt x="24637" y="2395"/>
                  </a:lnTo>
                  <a:lnTo>
                    <a:pt x="24444" y="1970"/>
                  </a:lnTo>
                  <a:lnTo>
                    <a:pt x="24251" y="1545"/>
                  </a:lnTo>
                  <a:lnTo>
                    <a:pt x="24019" y="1159"/>
                  </a:lnTo>
                  <a:lnTo>
                    <a:pt x="23787" y="811"/>
                  </a:lnTo>
                  <a:lnTo>
                    <a:pt x="23942" y="348"/>
                  </a:lnTo>
                  <a:lnTo>
                    <a:pt x="23556" y="232"/>
                  </a:lnTo>
                  <a:lnTo>
                    <a:pt x="23170" y="78"/>
                  </a:lnTo>
                  <a:lnTo>
                    <a:pt x="23131" y="39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3" name="Google Shape;4263;p18"/>
            <p:cNvSpPr/>
            <p:nvPr/>
          </p:nvSpPr>
          <p:spPr>
            <a:xfrm>
              <a:off x="5955050" y="3275975"/>
              <a:ext cx="152550" cy="277075"/>
            </a:xfrm>
            <a:custGeom>
              <a:avLst/>
              <a:gdLst/>
              <a:ahLst/>
              <a:cxnLst/>
              <a:rect l="l" t="t" r="r" b="b"/>
              <a:pathLst>
                <a:path w="6102" h="11083" extrusionOk="0">
                  <a:moveTo>
                    <a:pt x="3553" y="0"/>
                  </a:moveTo>
                  <a:lnTo>
                    <a:pt x="3398" y="463"/>
                  </a:lnTo>
                  <a:lnTo>
                    <a:pt x="3746" y="656"/>
                  </a:lnTo>
                  <a:lnTo>
                    <a:pt x="4093" y="888"/>
                  </a:lnTo>
                  <a:lnTo>
                    <a:pt x="4364" y="1158"/>
                  </a:lnTo>
                  <a:lnTo>
                    <a:pt x="4634" y="1467"/>
                  </a:lnTo>
                  <a:lnTo>
                    <a:pt x="4866" y="1776"/>
                  </a:lnTo>
                  <a:lnTo>
                    <a:pt x="5059" y="2124"/>
                  </a:lnTo>
                  <a:lnTo>
                    <a:pt x="5213" y="2471"/>
                  </a:lnTo>
                  <a:lnTo>
                    <a:pt x="5368" y="2819"/>
                  </a:lnTo>
                  <a:lnTo>
                    <a:pt x="5445" y="3205"/>
                  </a:lnTo>
                  <a:lnTo>
                    <a:pt x="5522" y="3630"/>
                  </a:lnTo>
                  <a:lnTo>
                    <a:pt x="5561" y="4016"/>
                  </a:lnTo>
                  <a:lnTo>
                    <a:pt x="5561" y="4441"/>
                  </a:lnTo>
                  <a:lnTo>
                    <a:pt x="5561" y="4827"/>
                  </a:lnTo>
                  <a:lnTo>
                    <a:pt x="5522" y="5252"/>
                  </a:lnTo>
                  <a:lnTo>
                    <a:pt x="5406" y="5638"/>
                  </a:lnTo>
                  <a:lnTo>
                    <a:pt x="5290" y="6024"/>
                  </a:lnTo>
                  <a:lnTo>
                    <a:pt x="5136" y="6449"/>
                  </a:lnTo>
                  <a:lnTo>
                    <a:pt x="4943" y="6873"/>
                  </a:lnTo>
                  <a:lnTo>
                    <a:pt x="4711" y="7298"/>
                  </a:lnTo>
                  <a:lnTo>
                    <a:pt x="4480" y="7684"/>
                  </a:lnTo>
                  <a:lnTo>
                    <a:pt x="4209" y="8070"/>
                  </a:lnTo>
                  <a:lnTo>
                    <a:pt x="3900" y="8418"/>
                  </a:lnTo>
                  <a:lnTo>
                    <a:pt x="3591" y="8727"/>
                  </a:lnTo>
                  <a:lnTo>
                    <a:pt x="3244" y="9036"/>
                  </a:lnTo>
                  <a:lnTo>
                    <a:pt x="2896" y="9345"/>
                  </a:lnTo>
                  <a:lnTo>
                    <a:pt x="2549" y="9615"/>
                  </a:lnTo>
                  <a:lnTo>
                    <a:pt x="2124" y="9847"/>
                  </a:lnTo>
                  <a:lnTo>
                    <a:pt x="1738" y="10078"/>
                  </a:lnTo>
                  <a:lnTo>
                    <a:pt x="1313" y="10272"/>
                  </a:lnTo>
                  <a:lnTo>
                    <a:pt x="888" y="10426"/>
                  </a:lnTo>
                  <a:lnTo>
                    <a:pt x="464" y="10542"/>
                  </a:lnTo>
                  <a:lnTo>
                    <a:pt x="0" y="10658"/>
                  </a:lnTo>
                  <a:lnTo>
                    <a:pt x="77" y="11082"/>
                  </a:lnTo>
                  <a:lnTo>
                    <a:pt x="579" y="10967"/>
                  </a:lnTo>
                  <a:lnTo>
                    <a:pt x="1081" y="10851"/>
                  </a:lnTo>
                  <a:lnTo>
                    <a:pt x="1583" y="10696"/>
                  </a:lnTo>
                  <a:lnTo>
                    <a:pt x="2047" y="10465"/>
                  </a:lnTo>
                  <a:lnTo>
                    <a:pt x="2510" y="10233"/>
                  </a:lnTo>
                  <a:lnTo>
                    <a:pt x="2935" y="9963"/>
                  </a:lnTo>
                  <a:lnTo>
                    <a:pt x="3360" y="9654"/>
                  </a:lnTo>
                  <a:lnTo>
                    <a:pt x="3784" y="9306"/>
                  </a:lnTo>
                  <a:lnTo>
                    <a:pt x="4132" y="8959"/>
                  </a:lnTo>
                  <a:lnTo>
                    <a:pt x="4480" y="8572"/>
                  </a:lnTo>
                  <a:lnTo>
                    <a:pt x="4788" y="8148"/>
                  </a:lnTo>
                  <a:lnTo>
                    <a:pt x="5097" y="7723"/>
                  </a:lnTo>
                  <a:lnTo>
                    <a:pt x="5329" y="7260"/>
                  </a:lnTo>
                  <a:lnTo>
                    <a:pt x="5561" y="6796"/>
                  </a:lnTo>
                  <a:lnTo>
                    <a:pt x="5754" y="6294"/>
                  </a:lnTo>
                  <a:lnTo>
                    <a:pt x="5908" y="5792"/>
                  </a:lnTo>
                  <a:lnTo>
                    <a:pt x="5986" y="5367"/>
                  </a:lnTo>
                  <a:lnTo>
                    <a:pt x="6063" y="4943"/>
                  </a:lnTo>
                  <a:lnTo>
                    <a:pt x="6101" y="4518"/>
                  </a:lnTo>
                  <a:lnTo>
                    <a:pt x="6063" y="4093"/>
                  </a:lnTo>
                  <a:lnTo>
                    <a:pt x="6024" y="3668"/>
                  </a:lnTo>
                  <a:lnTo>
                    <a:pt x="5986" y="3244"/>
                  </a:lnTo>
                  <a:lnTo>
                    <a:pt x="5870" y="2858"/>
                  </a:lnTo>
                  <a:lnTo>
                    <a:pt x="5715" y="2433"/>
                  </a:lnTo>
                  <a:lnTo>
                    <a:pt x="5561" y="2047"/>
                  </a:lnTo>
                  <a:lnTo>
                    <a:pt x="5368" y="1699"/>
                  </a:lnTo>
                  <a:lnTo>
                    <a:pt x="5136" y="1352"/>
                  </a:lnTo>
                  <a:lnTo>
                    <a:pt x="4866" y="1043"/>
                  </a:lnTo>
                  <a:lnTo>
                    <a:pt x="4595" y="734"/>
                  </a:lnTo>
                  <a:lnTo>
                    <a:pt x="4286" y="463"/>
                  </a:lnTo>
                  <a:lnTo>
                    <a:pt x="3939" y="232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4" name="Google Shape;4264;p18"/>
            <p:cNvSpPr/>
            <p:nvPr/>
          </p:nvSpPr>
          <p:spPr>
            <a:xfrm>
              <a:off x="369400" y="3292375"/>
              <a:ext cx="35750" cy="31875"/>
            </a:xfrm>
            <a:custGeom>
              <a:avLst/>
              <a:gdLst/>
              <a:ahLst/>
              <a:cxnLst/>
              <a:rect l="l" t="t" r="r" b="b"/>
              <a:pathLst>
                <a:path w="1430" h="1275" extrusionOk="0">
                  <a:moveTo>
                    <a:pt x="618" y="0"/>
                  </a:moveTo>
                  <a:lnTo>
                    <a:pt x="425" y="39"/>
                  </a:lnTo>
                  <a:lnTo>
                    <a:pt x="271" y="116"/>
                  </a:lnTo>
                  <a:lnTo>
                    <a:pt x="116" y="271"/>
                  </a:lnTo>
                  <a:lnTo>
                    <a:pt x="39" y="464"/>
                  </a:lnTo>
                  <a:lnTo>
                    <a:pt x="1" y="657"/>
                  </a:lnTo>
                  <a:lnTo>
                    <a:pt x="39" y="850"/>
                  </a:lnTo>
                  <a:lnTo>
                    <a:pt x="116" y="1004"/>
                  </a:lnTo>
                  <a:lnTo>
                    <a:pt x="271" y="1159"/>
                  </a:lnTo>
                  <a:lnTo>
                    <a:pt x="425" y="1236"/>
                  </a:lnTo>
                  <a:lnTo>
                    <a:pt x="618" y="1275"/>
                  </a:lnTo>
                  <a:lnTo>
                    <a:pt x="812" y="1236"/>
                  </a:lnTo>
                  <a:lnTo>
                    <a:pt x="850" y="1198"/>
                  </a:lnTo>
                  <a:lnTo>
                    <a:pt x="889" y="1120"/>
                  </a:lnTo>
                  <a:lnTo>
                    <a:pt x="812" y="1043"/>
                  </a:lnTo>
                  <a:lnTo>
                    <a:pt x="734" y="1004"/>
                  </a:lnTo>
                  <a:lnTo>
                    <a:pt x="657" y="1004"/>
                  </a:lnTo>
                  <a:lnTo>
                    <a:pt x="541" y="966"/>
                  </a:lnTo>
                  <a:lnTo>
                    <a:pt x="464" y="889"/>
                  </a:lnTo>
                  <a:lnTo>
                    <a:pt x="425" y="811"/>
                  </a:lnTo>
                  <a:lnTo>
                    <a:pt x="387" y="696"/>
                  </a:lnTo>
                  <a:lnTo>
                    <a:pt x="425" y="618"/>
                  </a:lnTo>
                  <a:lnTo>
                    <a:pt x="464" y="502"/>
                  </a:lnTo>
                  <a:lnTo>
                    <a:pt x="541" y="425"/>
                  </a:lnTo>
                  <a:lnTo>
                    <a:pt x="618" y="387"/>
                  </a:lnTo>
                  <a:lnTo>
                    <a:pt x="812" y="387"/>
                  </a:lnTo>
                  <a:lnTo>
                    <a:pt x="927" y="464"/>
                  </a:lnTo>
                  <a:lnTo>
                    <a:pt x="1082" y="618"/>
                  </a:lnTo>
                  <a:lnTo>
                    <a:pt x="1198" y="657"/>
                  </a:lnTo>
                  <a:lnTo>
                    <a:pt x="1275" y="696"/>
                  </a:lnTo>
                  <a:lnTo>
                    <a:pt x="1352" y="696"/>
                  </a:lnTo>
                  <a:lnTo>
                    <a:pt x="1391" y="657"/>
                  </a:lnTo>
                  <a:lnTo>
                    <a:pt x="1429" y="541"/>
                  </a:lnTo>
                  <a:lnTo>
                    <a:pt x="1391" y="464"/>
                  </a:lnTo>
                  <a:lnTo>
                    <a:pt x="1352" y="348"/>
                  </a:lnTo>
                  <a:lnTo>
                    <a:pt x="1198" y="194"/>
                  </a:lnTo>
                  <a:lnTo>
                    <a:pt x="1005" y="78"/>
                  </a:lnTo>
                  <a:lnTo>
                    <a:pt x="81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5" name="Google Shape;4265;p18"/>
            <p:cNvSpPr/>
            <p:nvPr/>
          </p:nvSpPr>
          <p:spPr>
            <a:xfrm>
              <a:off x="6549700" y="3335825"/>
              <a:ext cx="85000" cy="94625"/>
            </a:xfrm>
            <a:custGeom>
              <a:avLst/>
              <a:gdLst/>
              <a:ahLst/>
              <a:cxnLst/>
              <a:rect l="l" t="t" r="r" b="b"/>
              <a:pathLst>
                <a:path w="3400" h="3785" extrusionOk="0">
                  <a:moveTo>
                    <a:pt x="78" y="0"/>
                  </a:moveTo>
                  <a:lnTo>
                    <a:pt x="1" y="77"/>
                  </a:lnTo>
                  <a:lnTo>
                    <a:pt x="1" y="116"/>
                  </a:lnTo>
                  <a:lnTo>
                    <a:pt x="349" y="888"/>
                  </a:lnTo>
                  <a:lnTo>
                    <a:pt x="812" y="1661"/>
                  </a:lnTo>
                  <a:lnTo>
                    <a:pt x="1275" y="2394"/>
                  </a:lnTo>
                  <a:lnTo>
                    <a:pt x="1739" y="3089"/>
                  </a:lnTo>
                  <a:lnTo>
                    <a:pt x="2009" y="3437"/>
                  </a:lnTo>
                  <a:lnTo>
                    <a:pt x="2202" y="3553"/>
                  </a:lnTo>
                  <a:lnTo>
                    <a:pt x="2395" y="3669"/>
                  </a:lnTo>
                  <a:lnTo>
                    <a:pt x="2588" y="3746"/>
                  </a:lnTo>
                  <a:lnTo>
                    <a:pt x="2781" y="3784"/>
                  </a:lnTo>
                  <a:lnTo>
                    <a:pt x="3013" y="3707"/>
                  </a:lnTo>
                  <a:lnTo>
                    <a:pt x="3206" y="3591"/>
                  </a:lnTo>
                  <a:lnTo>
                    <a:pt x="3322" y="3437"/>
                  </a:lnTo>
                  <a:lnTo>
                    <a:pt x="3399" y="3244"/>
                  </a:lnTo>
                  <a:lnTo>
                    <a:pt x="3399" y="3089"/>
                  </a:lnTo>
                  <a:lnTo>
                    <a:pt x="3399" y="2896"/>
                  </a:lnTo>
                  <a:lnTo>
                    <a:pt x="3360" y="2703"/>
                  </a:lnTo>
                  <a:lnTo>
                    <a:pt x="3283" y="2510"/>
                  </a:lnTo>
                  <a:lnTo>
                    <a:pt x="3129" y="2163"/>
                  </a:lnTo>
                  <a:lnTo>
                    <a:pt x="2936" y="2240"/>
                  </a:lnTo>
                  <a:lnTo>
                    <a:pt x="3052" y="2587"/>
                  </a:lnTo>
                  <a:lnTo>
                    <a:pt x="3090" y="2742"/>
                  </a:lnTo>
                  <a:lnTo>
                    <a:pt x="3129" y="2858"/>
                  </a:lnTo>
                  <a:lnTo>
                    <a:pt x="2897" y="3012"/>
                  </a:lnTo>
                  <a:lnTo>
                    <a:pt x="2665" y="3128"/>
                  </a:lnTo>
                  <a:lnTo>
                    <a:pt x="2511" y="3205"/>
                  </a:lnTo>
                  <a:lnTo>
                    <a:pt x="2318" y="3205"/>
                  </a:lnTo>
                  <a:lnTo>
                    <a:pt x="2202" y="3167"/>
                  </a:lnTo>
                  <a:lnTo>
                    <a:pt x="2048" y="3089"/>
                  </a:lnTo>
                  <a:lnTo>
                    <a:pt x="1932" y="2935"/>
                  </a:lnTo>
                  <a:lnTo>
                    <a:pt x="1855" y="2742"/>
                  </a:lnTo>
                  <a:lnTo>
                    <a:pt x="1700" y="2510"/>
                  </a:lnTo>
                  <a:lnTo>
                    <a:pt x="1082" y="1506"/>
                  </a:lnTo>
                  <a:lnTo>
                    <a:pt x="619" y="772"/>
                  </a:lnTo>
                  <a:lnTo>
                    <a:pt x="387" y="386"/>
                  </a:lnTo>
                  <a:lnTo>
                    <a:pt x="117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6" name="Google Shape;4266;p18"/>
            <p:cNvSpPr/>
            <p:nvPr/>
          </p:nvSpPr>
          <p:spPr>
            <a:xfrm>
              <a:off x="2268300" y="338120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70"/>
                  </a:lnTo>
                  <a:lnTo>
                    <a:pt x="1120" y="463"/>
                  </a:lnTo>
                  <a:lnTo>
                    <a:pt x="850" y="656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64"/>
                  </a:lnTo>
                  <a:lnTo>
                    <a:pt x="0" y="3051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90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68"/>
                  </a:lnTo>
                  <a:lnTo>
                    <a:pt x="502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815"/>
                  </a:lnTo>
                  <a:lnTo>
                    <a:pt x="888" y="1583"/>
                  </a:lnTo>
                  <a:lnTo>
                    <a:pt x="1043" y="1352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2"/>
                  </a:lnTo>
                  <a:lnTo>
                    <a:pt x="1892" y="656"/>
                  </a:lnTo>
                  <a:lnTo>
                    <a:pt x="2124" y="579"/>
                  </a:lnTo>
                  <a:lnTo>
                    <a:pt x="2433" y="541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2"/>
                  </a:lnTo>
                  <a:lnTo>
                    <a:pt x="3360" y="965"/>
                  </a:lnTo>
                  <a:lnTo>
                    <a:pt x="3514" y="1158"/>
                  </a:lnTo>
                  <a:lnTo>
                    <a:pt x="3591" y="1390"/>
                  </a:lnTo>
                  <a:lnTo>
                    <a:pt x="3668" y="1660"/>
                  </a:lnTo>
                  <a:lnTo>
                    <a:pt x="4132" y="1583"/>
                  </a:lnTo>
                  <a:lnTo>
                    <a:pt x="4016" y="1197"/>
                  </a:lnTo>
                  <a:lnTo>
                    <a:pt x="3823" y="811"/>
                  </a:lnTo>
                  <a:lnTo>
                    <a:pt x="3630" y="541"/>
                  </a:lnTo>
                  <a:lnTo>
                    <a:pt x="3398" y="270"/>
                  </a:lnTo>
                  <a:lnTo>
                    <a:pt x="3244" y="193"/>
                  </a:lnTo>
                  <a:lnTo>
                    <a:pt x="3089" y="116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7" name="Google Shape;4267;p18"/>
            <p:cNvSpPr/>
            <p:nvPr/>
          </p:nvSpPr>
          <p:spPr>
            <a:xfrm>
              <a:off x="2133125" y="3382150"/>
              <a:ext cx="437350" cy="302200"/>
            </a:xfrm>
            <a:custGeom>
              <a:avLst/>
              <a:gdLst/>
              <a:ahLst/>
              <a:cxnLst/>
              <a:rect l="l" t="t" r="r" b="b"/>
              <a:pathLst>
                <a:path w="17494" h="12088" extrusionOk="0">
                  <a:moveTo>
                    <a:pt x="12087" y="541"/>
                  </a:moveTo>
                  <a:lnTo>
                    <a:pt x="12203" y="580"/>
                  </a:lnTo>
                  <a:lnTo>
                    <a:pt x="12319" y="657"/>
                  </a:lnTo>
                  <a:lnTo>
                    <a:pt x="12628" y="889"/>
                  </a:lnTo>
                  <a:lnTo>
                    <a:pt x="12898" y="1159"/>
                  </a:lnTo>
                  <a:lnTo>
                    <a:pt x="13130" y="1507"/>
                  </a:lnTo>
                  <a:lnTo>
                    <a:pt x="13323" y="1893"/>
                  </a:lnTo>
                  <a:lnTo>
                    <a:pt x="13478" y="2279"/>
                  </a:lnTo>
                  <a:lnTo>
                    <a:pt x="13632" y="2665"/>
                  </a:lnTo>
                  <a:lnTo>
                    <a:pt x="13825" y="3476"/>
                  </a:lnTo>
                  <a:lnTo>
                    <a:pt x="13091" y="3013"/>
                  </a:lnTo>
                  <a:lnTo>
                    <a:pt x="12705" y="2781"/>
                  </a:lnTo>
                  <a:lnTo>
                    <a:pt x="12358" y="2511"/>
                  </a:lnTo>
                  <a:lnTo>
                    <a:pt x="12010" y="2124"/>
                  </a:lnTo>
                  <a:lnTo>
                    <a:pt x="11817" y="1931"/>
                  </a:lnTo>
                  <a:lnTo>
                    <a:pt x="11663" y="1738"/>
                  </a:lnTo>
                  <a:lnTo>
                    <a:pt x="11508" y="1429"/>
                  </a:lnTo>
                  <a:lnTo>
                    <a:pt x="11431" y="1082"/>
                  </a:lnTo>
                  <a:lnTo>
                    <a:pt x="11663" y="734"/>
                  </a:lnTo>
                  <a:lnTo>
                    <a:pt x="11779" y="618"/>
                  </a:lnTo>
                  <a:lnTo>
                    <a:pt x="11856" y="541"/>
                  </a:lnTo>
                  <a:close/>
                  <a:moveTo>
                    <a:pt x="16296" y="1622"/>
                  </a:moveTo>
                  <a:lnTo>
                    <a:pt x="16412" y="1661"/>
                  </a:lnTo>
                  <a:lnTo>
                    <a:pt x="16490" y="1738"/>
                  </a:lnTo>
                  <a:lnTo>
                    <a:pt x="16567" y="1854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56"/>
                  </a:lnTo>
                  <a:lnTo>
                    <a:pt x="16605" y="2511"/>
                  </a:lnTo>
                  <a:lnTo>
                    <a:pt x="16528" y="2704"/>
                  </a:lnTo>
                  <a:lnTo>
                    <a:pt x="16412" y="2820"/>
                  </a:lnTo>
                  <a:lnTo>
                    <a:pt x="16296" y="2974"/>
                  </a:lnTo>
                  <a:lnTo>
                    <a:pt x="15949" y="3206"/>
                  </a:lnTo>
                  <a:lnTo>
                    <a:pt x="15563" y="3399"/>
                  </a:lnTo>
                  <a:lnTo>
                    <a:pt x="15138" y="3553"/>
                  </a:lnTo>
                  <a:lnTo>
                    <a:pt x="14713" y="3669"/>
                  </a:lnTo>
                  <a:lnTo>
                    <a:pt x="14366" y="3746"/>
                  </a:lnTo>
                  <a:lnTo>
                    <a:pt x="14482" y="3360"/>
                  </a:lnTo>
                  <a:lnTo>
                    <a:pt x="14636" y="2974"/>
                  </a:lnTo>
                  <a:lnTo>
                    <a:pt x="14829" y="2626"/>
                  </a:lnTo>
                  <a:lnTo>
                    <a:pt x="15099" y="2279"/>
                  </a:lnTo>
                  <a:lnTo>
                    <a:pt x="15408" y="1970"/>
                  </a:lnTo>
                  <a:lnTo>
                    <a:pt x="15640" y="1816"/>
                  </a:lnTo>
                  <a:lnTo>
                    <a:pt x="15872" y="1700"/>
                  </a:lnTo>
                  <a:lnTo>
                    <a:pt x="16103" y="1622"/>
                  </a:lnTo>
                  <a:close/>
                  <a:moveTo>
                    <a:pt x="13864" y="4287"/>
                  </a:moveTo>
                  <a:lnTo>
                    <a:pt x="13671" y="4557"/>
                  </a:lnTo>
                  <a:lnTo>
                    <a:pt x="13478" y="4789"/>
                  </a:lnTo>
                  <a:lnTo>
                    <a:pt x="13246" y="5021"/>
                  </a:lnTo>
                  <a:lnTo>
                    <a:pt x="13014" y="5252"/>
                  </a:lnTo>
                  <a:lnTo>
                    <a:pt x="12667" y="5484"/>
                  </a:lnTo>
                  <a:lnTo>
                    <a:pt x="12165" y="5793"/>
                  </a:lnTo>
                  <a:lnTo>
                    <a:pt x="11894" y="5909"/>
                  </a:lnTo>
                  <a:lnTo>
                    <a:pt x="11624" y="5986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5" y="5870"/>
                  </a:lnTo>
                  <a:lnTo>
                    <a:pt x="10968" y="5793"/>
                  </a:lnTo>
                  <a:lnTo>
                    <a:pt x="10929" y="5716"/>
                  </a:lnTo>
                  <a:lnTo>
                    <a:pt x="10890" y="5638"/>
                  </a:lnTo>
                  <a:lnTo>
                    <a:pt x="10890" y="5445"/>
                  </a:lnTo>
                  <a:lnTo>
                    <a:pt x="10968" y="5291"/>
                  </a:lnTo>
                  <a:lnTo>
                    <a:pt x="11122" y="5098"/>
                  </a:lnTo>
                  <a:lnTo>
                    <a:pt x="11277" y="4982"/>
                  </a:lnTo>
                  <a:lnTo>
                    <a:pt x="11547" y="4750"/>
                  </a:lnTo>
                  <a:lnTo>
                    <a:pt x="11817" y="4673"/>
                  </a:lnTo>
                  <a:lnTo>
                    <a:pt x="12087" y="4557"/>
                  </a:lnTo>
                  <a:lnTo>
                    <a:pt x="12628" y="4480"/>
                  </a:lnTo>
                  <a:lnTo>
                    <a:pt x="13246" y="4403"/>
                  </a:lnTo>
                  <a:lnTo>
                    <a:pt x="13555" y="4364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96"/>
                  </a:lnTo>
                  <a:lnTo>
                    <a:pt x="15408" y="4789"/>
                  </a:lnTo>
                  <a:lnTo>
                    <a:pt x="15717" y="4982"/>
                  </a:lnTo>
                  <a:lnTo>
                    <a:pt x="15910" y="5136"/>
                  </a:lnTo>
                  <a:lnTo>
                    <a:pt x="16142" y="5407"/>
                  </a:lnTo>
                  <a:lnTo>
                    <a:pt x="16412" y="5677"/>
                  </a:lnTo>
                  <a:lnTo>
                    <a:pt x="16644" y="6025"/>
                  </a:lnTo>
                  <a:lnTo>
                    <a:pt x="16876" y="6333"/>
                  </a:lnTo>
                  <a:lnTo>
                    <a:pt x="16992" y="6681"/>
                  </a:lnTo>
                  <a:lnTo>
                    <a:pt x="16992" y="6835"/>
                  </a:lnTo>
                  <a:lnTo>
                    <a:pt x="16992" y="6990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374" y="7337"/>
                  </a:lnTo>
                  <a:lnTo>
                    <a:pt x="16142" y="7222"/>
                  </a:lnTo>
                  <a:lnTo>
                    <a:pt x="15872" y="7029"/>
                  </a:lnTo>
                  <a:lnTo>
                    <a:pt x="15601" y="6835"/>
                  </a:lnTo>
                  <a:lnTo>
                    <a:pt x="15370" y="6565"/>
                  </a:lnTo>
                  <a:lnTo>
                    <a:pt x="15061" y="6179"/>
                  </a:lnTo>
                  <a:lnTo>
                    <a:pt x="14829" y="5716"/>
                  </a:lnTo>
                  <a:lnTo>
                    <a:pt x="14636" y="5252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78"/>
                  </a:lnTo>
                  <a:lnTo>
                    <a:pt x="11470" y="116"/>
                  </a:lnTo>
                  <a:lnTo>
                    <a:pt x="11354" y="232"/>
                  </a:lnTo>
                  <a:lnTo>
                    <a:pt x="11161" y="425"/>
                  </a:lnTo>
                  <a:lnTo>
                    <a:pt x="11006" y="618"/>
                  </a:lnTo>
                  <a:lnTo>
                    <a:pt x="10929" y="812"/>
                  </a:lnTo>
                  <a:lnTo>
                    <a:pt x="10929" y="1043"/>
                  </a:lnTo>
                  <a:lnTo>
                    <a:pt x="10929" y="1236"/>
                  </a:lnTo>
                  <a:lnTo>
                    <a:pt x="11006" y="1468"/>
                  </a:lnTo>
                  <a:lnTo>
                    <a:pt x="11083" y="1700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2" y="2742"/>
                  </a:lnTo>
                  <a:lnTo>
                    <a:pt x="12396" y="3090"/>
                  </a:lnTo>
                  <a:lnTo>
                    <a:pt x="12860" y="3437"/>
                  </a:lnTo>
                  <a:lnTo>
                    <a:pt x="12860" y="3437"/>
                  </a:lnTo>
                  <a:lnTo>
                    <a:pt x="12049" y="3322"/>
                  </a:lnTo>
                  <a:lnTo>
                    <a:pt x="11199" y="3283"/>
                  </a:lnTo>
                  <a:lnTo>
                    <a:pt x="10388" y="3360"/>
                  </a:lnTo>
                  <a:lnTo>
                    <a:pt x="9616" y="3476"/>
                  </a:lnTo>
                  <a:lnTo>
                    <a:pt x="9655" y="3013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45"/>
                  </a:lnTo>
                  <a:lnTo>
                    <a:pt x="9075" y="1622"/>
                  </a:lnTo>
                  <a:lnTo>
                    <a:pt x="9153" y="2124"/>
                  </a:lnTo>
                  <a:lnTo>
                    <a:pt x="9153" y="2626"/>
                  </a:lnTo>
                  <a:lnTo>
                    <a:pt x="9153" y="3090"/>
                  </a:lnTo>
                  <a:lnTo>
                    <a:pt x="9075" y="3515"/>
                  </a:lnTo>
                  <a:lnTo>
                    <a:pt x="9075" y="3630"/>
                  </a:lnTo>
                  <a:lnTo>
                    <a:pt x="8226" y="3901"/>
                  </a:lnTo>
                  <a:lnTo>
                    <a:pt x="7415" y="4287"/>
                  </a:lnTo>
                  <a:lnTo>
                    <a:pt x="6604" y="4750"/>
                  </a:lnTo>
                  <a:lnTo>
                    <a:pt x="5832" y="5252"/>
                  </a:lnTo>
                  <a:lnTo>
                    <a:pt x="5407" y="5252"/>
                  </a:lnTo>
                  <a:lnTo>
                    <a:pt x="5407" y="5561"/>
                  </a:lnTo>
                  <a:lnTo>
                    <a:pt x="4596" y="6218"/>
                  </a:lnTo>
                  <a:lnTo>
                    <a:pt x="3824" y="6951"/>
                  </a:lnTo>
                  <a:lnTo>
                    <a:pt x="3090" y="7724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56"/>
                  </a:lnTo>
                  <a:lnTo>
                    <a:pt x="542" y="10967"/>
                  </a:lnTo>
                  <a:lnTo>
                    <a:pt x="1" y="11817"/>
                  </a:lnTo>
                  <a:lnTo>
                    <a:pt x="349" y="12087"/>
                  </a:lnTo>
                  <a:lnTo>
                    <a:pt x="1546" y="10542"/>
                  </a:lnTo>
                  <a:lnTo>
                    <a:pt x="2743" y="8998"/>
                  </a:lnTo>
                  <a:lnTo>
                    <a:pt x="3360" y="8226"/>
                  </a:lnTo>
                  <a:lnTo>
                    <a:pt x="4017" y="7531"/>
                  </a:lnTo>
                  <a:lnTo>
                    <a:pt x="4712" y="6835"/>
                  </a:lnTo>
                  <a:lnTo>
                    <a:pt x="5484" y="6179"/>
                  </a:lnTo>
                  <a:lnTo>
                    <a:pt x="6257" y="5600"/>
                  </a:lnTo>
                  <a:lnTo>
                    <a:pt x="7106" y="5059"/>
                  </a:lnTo>
                  <a:lnTo>
                    <a:pt x="7994" y="4634"/>
                  </a:lnTo>
                  <a:lnTo>
                    <a:pt x="8458" y="4441"/>
                  </a:lnTo>
                  <a:lnTo>
                    <a:pt x="8921" y="4287"/>
                  </a:lnTo>
                  <a:lnTo>
                    <a:pt x="9423" y="4132"/>
                  </a:lnTo>
                  <a:lnTo>
                    <a:pt x="9886" y="4017"/>
                  </a:lnTo>
                  <a:lnTo>
                    <a:pt x="10388" y="3939"/>
                  </a:lnTo>
                  <a:lnTo>
                    <a:pt x="10852" y="3862"/>
                  </a:lnTo>
                  <a:lnTo>
                    <a:pt x="11354" y="3823"/>
                  </a:lnTo>
                  <a:lnTo>
                    <a:pt x="11856" y="3823"/>
                  </a:lnTo>
                  <a:lnTo>
                    <a:pt x="12358" y="3862"/>
                  </a:lnTo>
                  <a:lnTo>
                    <a:pt x="12860" y="3939"/>
                  </a:lnTo>
                  <a:lnTo>
                    <a:pt x="12358" y="4017"/>
                  </a:lnTo>
                  <a:lnTo>
                    <a:pt x="11856" y="4132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57"/>
                  </a:lnTo>
                  <a:lnTo>
                    <a:pt x="10852" y="4712"/>
                  </a:lnTo>
                  <a:lnTo>
                    <a:pt x="10697" y="4866"/>
                  </a:lnTo>
                  <a:lnTo>
                    <a:pt x="10543" y="5098"/>
                  </a:lnTo>
                  <a:lnTo>
                    <a:pt x="10466" y="5291"/>
                  </a:lnTo>
                  <a:lnTo>
                    <a:pt x="10388" y="5523"/>
                  </a:lnTo>
                  <a:lnTo>
                    <a:pt x="10388" y="5754"/>
                  </a:lnTo>
                  <a:lnTo>
                    <a:pt x="10427" y="5986"/>
                  </a:lnTo>
                  <a:lnTo>
                    <a:pt x="10581" y="6179"/>
                  </a:lnTo>
                  <a:lnTo>
                    <a:pt x="10659" y="6256"/>
                  </a:lnTo>
                  <a:lnTo>
                    <a:pt x="10775" y="6333"/>
                  </a:lnTo>
                  <a:lnTo>
                    <a:pt x="11006" y="6449"/>
                  </a:lnTo>
                  <a:lnTo>
                    <a:pt x="11585" y="6449"/>
                  </a:lnTo>
                  <a:lnTo>
                    <a:pt x="11894" y="6372"/>
                  </a:lnTo>
                  <a:lnTo>
                    <a:pt x="12165" y="6295"/>
                  </a:lnTo>
                  <a:lnTo>
                    <a:pt x="12628" y="6063"/>
                  </a:lnTo>
                  <a:lnTo>
                    <a:pt x="13053" y="5831"/>
                  </a:lnTo>
                  <a:lnTo>
                    <a:pt x="13439" y="5523"/>
                  </a:lnTo>
                  <a:lnTo>
                    <a:pt x="13400" y="5561"/>
                  </a:lnTo>
                  <a:lnTo>
                    <a:pt x="13786" y="5716"/>
                  </a:lnTo>
                  <a:lnTo>
                    <a:pt x="14057" y="4866"/>
                  </a:lnTo>
                  <a:lnTo>
                    <a:pt x="14211" y="5407"/>
                  </a:lnTo>
                  <a:lnTo>
                    <a:pt x="14404" y="5947"/>
                  </a:lnTo>
                  <a:lnTo>
                    <a:pt x="14675" y="6411"/>
                  </a:lnTo>
                  <a:lnTo>
                    <a:pt x="14984" y="6874"/>
                  </a:lnTo>
                  <a:lnTo>
                    <a:pt x="15177" y="7067"/>
                  </a:lnTo>
                  <a:lnTo>
                    <a:pt x="15408" y="7299"/>
                  </a:lnTo>
                  <a:lnTo>
                    <a:pt x="15679" y="7492"/>
                  </a:lnTo>
                  <a:lnTo>
                    <a:pt x="15988" y="7685"/>
                  </a:lnTo>
                  <a:lnTo>
                    <a:pt x="16296" y="7801"/>
                  </a:lnTo>
                  <a:lnTo>
                    <a:pt x="16605" y="7878"/>
                  </a:lnTo>
                  <a:lnTo>
                    <a:pt x="16876" y="7878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46"/>
                  </a:lnTo>
                  <a:lnTo>
                    <a:pt x="17378" y="7531"/>
                  </a:lnTo>
                  <a:lnTo>
                    <a:pt x="17416" y="7415"/>
                  </a:lnTo>
                  <a:lnTo>
                    <a:pt x="17455" y="7260"/>
                  </a:lnTo>
                  <a:lnTo>
                    <a:pt x="17494" y="6951"/>
                  </a:lnTo>
                  <a:lnTo>
                    <a:pt x="17416" y="6642"/>
                  </a:lnTo>
                  <a:lnTo>
                    <a:pt x="17300" y="6295"/>
                  </a:lnTo>
                  <a:lnTo>
                    <a:pt x="17185" y="5986"/>
                  </a:lnTo>
                  <a:lnTo>
                    <a:pt x="17030" y="5716"/>
                  </a:lnTo>
                  <a:lnTo>
                    <a:pt x="16876" y="5484"/>
                  </a:lnTo>
                  <a:lnTo>
                    <a:pt x="16683" y="5252"/>
                  </a:lnTo>
                  <a:lnTo>
                    <a:pt x="16490" y="5021"/>
                  </a:lnTo>
                  <a:lnTo>
                    <a:pt x="16258" y="4827"/>
                  </a:lnTo>
                  <a:lnTo>
                    <a:pt x="16026" y="4634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39"/>
                  </a:lnTo>
                  <a:lnTo>
                    <a:pt x="15833" y="3746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90"/>
                  </a:lnTo>
                  <a:lnTo>
                    <a:pt x="16914" y="2897"/>
                  </a:lnTo>
                  <a:lnTo>
                    <a:pt x="17030" y="2665"/>
                  </a:lnTo>
                  <a:lnTo>
                    <a:pt x="17107" y="2433"/>
                  </a:lnTo>
                  <a:lnTo>
                    <a:pt x="17146" y="2202"/>
                  </a:lnTo>
                  <a:lnTo>
                    <a:pt x="17107" y="1931"/>
                  </a:lnTo>
                  <a:lnTo>
                    <a:pt x="17069" y="1700"/>
                  </a:lnTo>
                  <a:lnTo>
                    <a:pt x="16914" y="1507"/>
                  </a:lnTo>
                  <a:lnTo>
                    <a:pt x="16760" y="1352"/>
                  </a:lnTo>
                  <a:lnTo>
                    <a:pt x="16567" y="1236"/>
                  </a:lnTo>
                  <a:lnTo>
                    <a:pt x="16335" y="1159"/>
                  </a:lnTo>
                  <a:lnTo>
                    <a:pt x="16103" y="1159"/>
                  </a:lnTo>
                  <a:lnTo>
                    <a:pt x="15910" y="1198"/>
                  </a:lnTo>
                  <a:lnTo>
                    <a:pt x="15679" y="1275"/>
                  </a:lnTo>
                  <a:lnTo>
                    <a:pt x="15447" y="1352"/>
                  </a:lnTo>
                  <a:lnTo>
                    <a:pt x="15254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7" y="2588"/>
                  </a:lnTo>
                  <a:lnTo>
                    <a:pt x="14095" y="3013"/>
                  </a:lnTo>
                  <a:lnTo>
                    <a:pt x="13980" y="2472"/>
                  </a:lnTo>
                  <a:lnTo>
                    <a:pt x="13748" y="1893"/>
                  </a:lnTo>
                  <a:lnTo>
                    <a:pt x="13516" y="1352"/>
                  </a:lnTo>
                  <a:lnTo>
                    <a:pt x="13169" y="889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8" y="155"/>
                  </a:lnTo>
                  <a:lnTo>
                    <a:pt x="12087" y="39"/>
                  </a:lnTo>
                  <a:lnTo>
                    <a:pt x="118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8" name="Google Shape;4268;p18"/>
            <p:cNvSpPr/>
            <p:nvPr/>
          </p:nvSpPr>
          <p:spPr>
            <a:xfrm>
              <a:off x="2737450" y="3395675"/>
              <a:ext cx="459550" cy="296375"/>
            </a:xfrm>
            <a:custGeom>
              <a:avLst/>
              <a:gdLst/>
              <a:ahLst/>
              <a:cxnLst/>
              <a:rect l="l" t="t" r="r" b="b"/>
              <a:pathLst>
                <a:path w="18382" h="11855" extrusionOk="0">
                  <a:moveTo>
                    <a:pt x="17648" y="2935"/>
                  </a:moveTo>
                  <a:lnTo>
                    <a:pt x="17725" y="2974"/>
                  </a:lnTo>
                  <a:lnTo>
                    <a:pt x="17802" y="3051"/>
                  </a:lnTo>
                  <a:lnTo>
                    <a:pt x="17841" y="3128"/>
                  </a:lnTo>
                  <a:lnTo>
                    <a:pt x="17880" y="3321"/>
                  </a:lnTo>
                  <a:lnTo>
                    <a:pt x="17918" y="3553"/>
                  </a:lnTo>
                  <a:lnTo>
                    <a:pt x="17880" y="3746"/>
                  </a:lnTo>
                  <a:lnTo>
                    <a:pt x="17764" y="3939"/>
                  </a:lnTo>
                  <a:lnTo>
                    <a:pt x="17648" y="4132"/>
                  </a:lnTo>
                  <a:lnTo>
                    <a:pt x="17300" y="4402"/>
                  </a:lnTo>
                  <a:lnTo>
                    <a:pt x="17030" y="4595"/>
                  </a:lnTo>
                  <a:lnTo>
                    <a:pt x="16721" y="4750"/>
                  </a:lnTo>
                  <a:lnTo>
                    <a:pt x="16412" y="4866"/>
                  </a:lnTo>
                  <a:lnTo>
                    <a:pt x="16065" y="4943"/>
                  </a:lnTo>
                  <a:lnTo>
                    <a:pt x="16181" y="4364"/>
                  </a:lnTo>
                  <a:lnTo>
                    <a:pt x="16296" y="4055"/>
                  </a:lnTo>
                  <a:lnTo>
                    <a:pt x="16412" y="3784"/>
                  </a:lnTo>
                  <a:lnTo>
                    <a:pt x="16528" y="3514"/>
                  </a:lnTo>
                  <a:lnTo>
                    <a:pt x="16721" y="3282"/>
                  </a:lnTo>
                  <a:lnTo>
                    <a:pt x="16953" y="3128"/>
                  </a:lnTo>
                  <a:lnTo>
                    <a:pt x="17223" y="2974"/>
                  </a:lnTo>
                  <a:lnTo>
                    <a:pt x="17493" y="2935"/>
                  </a:lnTo>
                  <a:close/>
                  <a:moveTo>
                    <a:pt x="14211" y="4866"/>
                  </a:moveTo>
                  <a:lnTo>
                    <a:pt x="14481" y="4904"/>
                  </a:lnTo>
                  <a:lnTo>
                    <a:pt x="14752" y="4982"/>
                  </a:lnTo>
                  <a:lnTo>
                    <a:pt x="15022" y="5059"/>
                  </a:lnTo>
                  <a:lnTo>
                    <a:pt x="15254" y="5175"/>
                  </a:lnTo>
                  <a:lnTo>
                    <a:pt x="15177" y="5329"/>
                  </a:lnTo>
                  <a:lnTo>
                    <a:pt x="14752" y="5522"/>
                  </a:lnTo>
                  <a:lnTo>
                    <a:pt x="14288" y="5677"/>
                  </a:lnTo>
                  <a:lnTo>
                    <a:pt x="14018" y="5715"/>
                  </a:lnTo>
                  <a:lnTo>
                    <a:pt x="13748" y="5754"/>
                  </a:lnTo>
                  <a:lnTo>
                    <a:pt x="13477" y="5754"/>
                  </a:lnTo>
                  <a:lnTo>
                    <a:pt x="13169" y="5677"/>
                  </a:lnTo>
                  <a:lnTo>
                    <a:pt x="13053" y="5677"/>
                  </a:lnTo>
                  <a:lnTo>
                    <a:pt x="12975" y="5599"/>
                  </a:lnTo>
                  <a:lnTo>
                    <a:pt x="12975" y="5484"/>
                  </a:lnTo>
                  <a:lnTo>
                    <a:pt x="13053" y="5368"/>
                  </a:lnTo>
                  <a:lnTo>
                    <a:pt x="13091" y="5136"/>
                  </a:lnTo>
                  <a:lnTo>
                    <a:pt x="13169" y="5020"/>
                  </a:lnTo>
                  <a:lnTo>
                    <a:pt x="13323" y="4943"/>
                  </a:lnTo>
                  <a:lnTo>
                    <a:pt x="13555" y="4904"/>
                  </a:lnTo>
                  <a:lnTo>
                    <a:pt x="13864" y="4866"/>
                  </a:lnTo>
                  <a:close/>
                  <a:moveTo>
                    <a:pt x="15756" y="5522"/>
                  </a:moveTo>
                  <a:lnTo>
                    <a:pt x="16374" y="5831"/>
                  </a:lnTo>
                  <a:lnTo>
                    <a:pt x="16644" y="5986"/>
                  </a:lnTo>
                  <a:lnTo>
                    <a:pt x="16953" y="6179"/>
                  </a:lnTo>
                  <a:lnTo>
                    <a:pt x="17185" y="6372"/>
                  </a:lnTo>
                  <a:lnTo>
                    <a:pt x="17416" y="6603"/>
                  </a:lnTo>
                  <a:lnTo>
                    <a:pt x="17571" y="6912"/>
                  </a:lnTo>
                  <a:lnTo>
                    <a:pt x="17609" y="7067"/>
                  </a:lnTo>
                  <a:lnTo>
                    <a:pt x="17609" y="7221"/>
                  </a:lnTo>
                  <a:lnTo>
                    <a:pt x="17609" y="7453"/>
                  </a:lnTo>
                  <a:lnTo>
                    <a:pt x="17532" y="7569"/>
                  </a:lnTo>
                  <a:lnTo>
                    <a:pt x="17455" y="7685"/>
                  </a:lnTo>
                  <a:lnTo>
                    <a:pt x="17300" y="7723"/>
                  </a:lnTo>
                  <a:lnTo>
                    <a:pt x="17146" y="7723"/>
                  </a:lnTo>
                  <a:lnTo>
                    <a:pt x="16953" y="7685"/>
                  </a:lnTo>
                  <a:lnTo>
                    <a:pt x="16798" y="7607"/>
                  </a:lnTo>
                  <a:lnTo>
                    <a:pt x="16644" y="7492"/>
                  </a:lnTo>
                  <a:lnTo>
                    <a:pt x="16412" y="7183"/>
                  </a:lnTo>
                  <a:lnTo>
                    <a:pt x="16181" y="6796"/>
                  </a:lnTo>
                  <a:lnTo>
                    <a:pt x="16026" y="6488"/>
                  </a:lnTo>
                  <a:lnTo>
                    <a:pt x="15910" y="6179"/>
                  </a:lnTo>
                  <a:lnTo>
                    <a:pt x="15833" y="5831"/>
                  </a:lnTo>
                  <a:lnTo>
                    <a:pt x="15756" y="5522"/>
                  </a:lnTo>
                  <a:close/>
                  <a:moveTo>
                    <a:pt x="4944" y="464"/>
                  </a:moveTo>
                  <a:lnTo>
                    <a:pt x="5561" y="502"/>
                  </a:lnTo>
                  <a:lnTo>
                    <a:pt x="6141" y="657"/>
                  </a:lnTo>
                  <a:lnTo>
                    <a:pt x="6681" y="888"/>
                  </a:lnTo>
                  <a:lnTo>
                    <a:pt x="7222" y="1197"/>
                  </a:lnTo>
                  <a:lnTo>
                    <a:pt x="7685" y="1545"/>
                  </a:lnTo>
                  <a:lnTo>
                    <a:pt x="8149" y="1970"/>
                  </a:lnTo>
                  <a:lnTo>
                    <a:pt x="8496" y="2394"/>
                  </a:lnTo>
                  <a:lnTo>
                    <a:pt x="8766" y="2781"/>
                  </a:lnTo>
                  <a:lnTo>
                    <a:pt x="9037" y="3205"/>
                  </a:lnTo>
                  <a:lnTo>
                    <a:pt x="9268" y="3669"/>
                  </a:lnTo>
                  <a:lnTo>
                    <a:pt x="9693" y="4595"/>
                  </a:lnTo>
                  <a:lnTo>
                    <a:pt x="10079" y="5522"/>
                  </a:lnTo>
                  <a:lnTo>
                    <a:pt x="10272" y="5908"/>
                  </a:lnTo>
                  <a:lnTo>
                    <a:pt x="10504" y="6294"/>
                  </a:lnTo>
                  <a:lnTo>
                    <a:pt x="10736" y="6642"/>
                  </a:lnTo>
                  <a:lnTo>
                    <a:pt x="11006" y="6912"/>
                  </a:lnTo>
                  <a:lnTo>
                    <a:pt x="11354" y="7183"/>
                  </a:lnTo>
                  <a:lnTo>
                    <a:pt x="11701" y="7376"/>
                  </a:lnTo>
                  <a:lnTo>
                    <a:pt x="12087" y="7492"/>
                  </a:lnTo>
                  <a:lnTo>
                    <a:pt x="12551" y="7569"/>
                  </a:lnTo>
                  <a:lnTo>
                    <a:pt x="12898" y="7530"/>
                  </a:lnTo>
                  <a:lnTo>
                    <a:pt x="13207" y="7492"/>
                  </a:lnTo>
                  <a:lnTo>
                    <a:pt x="13516" y="7414"/>
                  </a:lnTo>
                  <a:lnTo>
                    <a:pt x="13825" y="7260"/>
                  </a:lnTo>
                  <a:lnTo>
                    <a:pt x="14095" y="7105"/>
                  </a:lnTo>
                  <a:lnTo>
                    <a:pt x="14366" y="6951"/>
                  </a:lnTo>
                  <a:lnTo>
                    <a:pt x="14597" y="6719"/>
                  </a:lnTo>
                  <a:lnTo>
                    <a:pt x="14829" y="6488"/>
                  </a:lnTo>
                  <a:lnTo>
                    <a:pt x="14404" y="7221"/>
                  </a:lnTo>
                  <a:lnTo>
                    <a:pt x="13941" y="7878"/>
                  </a:lnTo>
                  <a:lnTo>
                    <a:pt x="13439" y="8534"/>
                  </a:lnTo>
                  <a:lnTo>
                    <a:pt x="12860" y="9113"/>
                  </a:lnTo>
                  <a:lnTo>
                    <a:pt x="12242" y="9615"/>
                  </a:lnTo>
                  <a:lnTo>
                    <a:pt x="11547" y="10079"/>
                  </a:lnTo>
                  <a:lnTo>
                    <a:pt x="10813" y="10503"/>
                  </a:lnTo>
                  <a:lnTo>
                    <a:pt x="10041" y="10812"/>
                  </a:lnTo>
                  <a:lnTo>
                    <a:pt x="9462" y="11005"/>
                  </a:lnTo>
                  <a:lnTo>
                    <a:pt x="8882" y="11160"/>
                  </a:lnTo>
                  <a:lnTo>
                    <a:pt x="8303" y="11276"/>
                  </a:lnTo>
                  <a:lnTo>
                    <a:pt x="7724" y="11314"/>
                  </a:lnTo>
                  <a:lnTo>
                    <a:pt x="7145" y="11353"/>
                  </a:lnTo>
                  <a:lnTo>
                    <a:pt x="6604" y="11314"/>
                  </a:lnTo>
                  <a:lnTo>
                    <a:pt x="6025" y="11237"/>
                  </a:lnTo>
                  <a:lnTo>
                    <a:pt x="5484" y="11121"/>
                  </a:lnTo>
                  <a:lnTo>
                    <a:pt x="4944" y="10967"/>
                  </a:lnTo>
                  <a:lnTo>
                    <a:pt x="4442" y="10735"/>
                  </a:lnTo>
                  <a:lnTo>
                    <a:pt x="3940" y="10503"/>
                  </a:lnTo>
                  <a:lnTo>
                    <a:pt x="3476" y="10195"/>
                  </a:lnTo>
                  <a:lnTo>
                    <a:pt x="3013" y="9847"/>
                  </a:lnTo>
                  <a:lnTo>
                    <a:pt x="2549" y="9461"/>
                  </a:lnTo>
                  <a:lnTo>
                    <a:pt x="2163" y="9036"/>
                  </a:lnTo>
                  <a:lnTo>
                    <a:pt x="1777" y="8573"/>
                  </a:lnTo>
                  <a:lnTo>
                    <a:pt x="1430" y="8032"/>
                  </a:lnTo>
                  <a:lnTo>
                    <a:pt x="1121" y="7492"/>
                  </a:lnTo>
                  <a:lnTo>
                    <a:pt x="850" y="6912"/>
                  </a:lnTo>
                  <a:lnTo>
                    <a:pt x="657" y="6333"/>
                  </a:lnTo>
                  <a:lnTo>
                    <a:pt x="503" y="5754"/>
                  </a:lnTo>
                  <a:lnTo>
                    <a:pt x="426" y="5136"/>
                  </a:lnTo>
                  <a:lnTo>
                    <a:pt x="426" y="4518"/>
                  </a:lnTo>
                  <a:lnTo>
                    <a:pt x="503" y="3862"/>
                  </a:lnTo>
                  <a:lnTo>
                    <a:pt x="696" y="3282"/>
                  </a:lnTo>
                  <a:lnTo>
                    <a:pt x="928" y="2742"/>
                  </a:lnTo>
                  <a:lnTo>
                    <a:pt x="1275" y="2240"/>
                  </a:lnTo>
                  <a:lnTo>
                    <a:pt x="1661" y="1777"/>
                  </a:lnTo>
                  <a:lnTo>
                    <a:pt x="2086" y="1352"/>
                  </a:lnTo>
                  <a:lnTo>
                    <a:pt x="2588" y="1043"/>
                  </a:lnTo>
                  <a:lnTo>
                    <a:pt x="3129" y="773"/>
                  </a:lnTo>
                  <a:lnTo>
                    <a:pt x="3708" y="579"/>
                  </a:lnTo>
                  <a:lnTo>
                    <a:pt x="4326" y="464"/>
                  </a:lnTo>
                  <a:close/>
                  <a:moveTo>
                    <a:pt x="4519" y="0"/>
                  </a:moveTo>
                  <a:lnTo>
                    <a:pt x="4249" y="39"/>
                  </a:lnTo>
                  <a:lnTo>
                    <a:pt x="3901" y="77"/>
                  </a:lnTo>
                  <a:lnTo>
                    <a:pt x="3515" y="155"/>
                  </a:lnTo>
                  <a:lnTo>
                    <a:pt x="3167" y="271"/>
                  </a:lnTo>
                  <a:lnTo>
                    <a:pt x="2820" y="425"/>
                  </a:lnTo>
                  <a:lnTo>
                    <a:pt x="2472" y="579"/>
                  </a:lnTo>
                  <a:lnTo>
                    <a:pt x="2125" y="773"/>
                  </a:lnTo>
                  <a:lnTo>
                    <a:pt x="1777" y="1043"/>
                  </a:lnTo>
                  <a:lnTo>
                    <a:pt x="1468" y="1313"/>
                  </a:lnTo>
                  <a:lnTo>
                    <a:pt x="1082" y="1699"/>
                  </a:lnTo>
                  <a:lnTo>
                    <a:pt x="773" y="2163"/>
                  </a:lnTo>
                  <a:lnTo>
                    <a:pt x="503" y="2626"/>
                  </a:lnTo>
                  <a:lnTo>
                    <a:pt x="310" y="3089"/>
                  </a:lnTo>
                  <a:lnTo>
                    <a:pt x="155" y="3591"/>
                  </a:lnTo>
                  <a:lnTo>
                    <a:pt x="40" y="4093"/>
                  </a:lnTo>
                  <a:lnTo>
                    <a:pt x="1" y="4595"/>
                  </a:lnTo>
                  <a:lnTo>
                    <a:pt x="1" y="5136"/>
                  </a:lnTo>
                  <a:lnTo>
                    <a:pt x="78" y="5638"/>
                  </a:lnTo>
                  <a:lnTo>
                    <a:pt x="155" y="6179"/>
                  </a:lnTo>
                  <a:lnTo>
                    <a:pt x="310" y="6681"/>
                  </a:lnTo>
                  <a:lnTo>
                    <a:pt x="464" y="7183"/>
                  </a:lnTo>
                  <a:lnTo>
                    <a:pt x="696" y="7685"/>
                  </a:lnTo>
                  <a:lnTo>
                    <a:pt x="966" y="8148"/>
                  </a:lnTo>
                  <a:lnTo>
                    <a:pt x="1237" y="8611"/>
                  </a:lnTo>
                  <a:lnTo>
                    <a:pt x="1545" y="9036"/>
                  </a:lnTo>
                  <a:lnTo>
                    <a:pt x="2009" y="9577"/>
                  </a:lnTo>
                  <a:lnTo>
                    <a:pt x="2472" y="10040"/>
                  </a:lnTo>
                  <a:lnTo>
                    <a:pt x="2974" y="10426"/>
                  </a:lnTo>
                  <a:lnTo>
                    <a:pt x="3476" y="10812"/>
                  </a:lnTo>
                  <a:lnTo>
                    <a:pt x="4055" y="11083"/>
                  </a:lnTo>
                  <a:lnTo>
                    <a:pt x="4596" y="11353"/>
                  </a:lnTo>
                  <a:lnTo>
                    <a:pt x="5214" y="11546"/>
                  </a:lnTo>
                  <a:lnTo>
                    <a:pt x="5832" y="11701"/>
                  </a:lnTo>
                  <a:lnTo>
                    <a:pt x="5870" y="11855"/>
                  </a:lnTo>
                  <a:lnTo>
                    <a:pt x="6218" y="11778"/>
                  </a:lnTo>
                  <a:lnTo>
                    <a:pt x="7029" y="11816"/>
                  </a:lnTo>
                  <a:lnTo>
                    <a:pt x="7840" y="11816"/>
                  </a:lnTo>
                  <a:lnTo>
                    <a:pt x="8689" y="11701"/>
                  </a:lnTo>
                  <a:lnTo>
                    <a:pt x="9539" y="11507"/>
                  </a:lnTo>
                  <a:lnTo>
                    <a:pt x="10272" y="11237"/>
                  </a:lnTo>
                  <a:lnTo>
                    <a:pt x="11006" y="10928"/>
                  </a:lnTo>
                  <a:lnTo>
                    <a:pt x="11315" y="10812"/>
                  </a:lnTo>
                  <a:lnTo>
                    <a:pt x="11315" y="10774"/>
                  </a:lnTo>
                  <a:lnTo>
                    <a:pt x="12049" y="10349"/>
                  </a:lnTo>
                  <a:lnTo>
                    <a:pt x="12705" y="9847"/>
                  </a:lnTo>
                  <a:lnTo>
                    <a:pt x="13362" y="9306"/>
                  </a:lnTo>
                  <a:lnTo>
                    <a:pt x="13941" y="8689"/>
                  </a:lnTo>
                  <a:lnTo>
                    <a:pt x="14481" y="8032"/>
                  </a:lnTo>
                  <a:lnTo>
                    <a:pt x="14713" y="7685"/>
                  </a:lnTo>
                  <a:lnTo>
                    <a:pt x="14906" y="7298"/>
                  </a:lnTo>
                  <a:lnTo>
                    <a:pt x="15099" y="6951"/>
                  </a:lnTo>
                  <a:lnTo>
                    <a:pt x="15254" y="6565"/>
                  </a:lnTo>
                  <a:lnTo>
                    <a:pt x="15408" y="6179"/>
                  </a:lnTo>
                  <a:lnTo>
                    <a:pt x="15524" y="5754"/>
                  </a:lnTo>
                  <a:lnTo>
                    <a:pt x="15601" y="6256"/>
                  </a:lnTo>
                  <a:lnTo>
                    <a:pt x="15756" y="6719"/>
                  </a:lnTo>
                  <a:lnTo>
                    <a:pt x="15987" y="7144"/>
                  </a:lnTo>
                  <a:lnTo>
                    <a:pt x="16258" y="7569"/>
                  </a:lnTo>
                  <a:lnTo>
                    <a:pt x="16374" y="7762"/>
                  </a:lnTo>
                  <a:lnTo>
                    <a:pt x="16567" y="7916"/>
                  </a:lnTo>
                  <a:lnTo>
                    <a:pt x="16760" y="8071"/>
                  </a:lnTo>
                  <a:lnTo>
                    <a:pt x="16953" y="8187"/>
                  </a:lnTo>
                  <a:lnTo>
                    <a:pt x="17146" y="8264"/>
                  </a:lnTo>
                  <a:lnTo>
                    <a:pt x="17378" y="8264"/>
                  </a:lnTo>
                  <a:lnTo>
                    <a:pt x="17571" y="8187"/>
                  </a:lnTo>
                  <a:lnTo>
                    <a:pt x="17802" y="8032"/>
                  </a:lnTo>
                  <a:lnTo>
                    <a:pt x="17918" y="7878"/>
                  </a:lnTo>
                  <a:lnTo>
                    <a:pt x="17995" y="7685"/>
                  </a:lnTo>
                  <a:lnTo>
                    <a:pt x="18034" y="7453"/>
                  </a:lnTo>
                  <a:lnTo>
                    <a:pt x="18034" y="7260"/>
                  </a:lnTo>
                  <a:lnTo>
                    <a:pt x="17995" y="7028"/>
                  </a:lnTo>
                  <a:lnTo>
                    <a:pt x="17918" y="6835"/>
                  </a:lnTo>
                  <a:lnTo>
                    <a:pt x="17841" y="6642"/>
                  </a:lnTo>
                  <a:lnTo>
                    <a:pt x="17725" y="6449"/>
                  </a:lnTo>
                  <a:lnTo>
                    <a:pt x="17571" y="6256"/>
                  </a:lnTo>
                  <a:lnTo>
                    <a:pt x="17416" y="6063"/>
                  </a:lnTo>
                  <a:lnTo>
                    <a:pt x="17030" y="5715"/>
                  </a:lnTo>
                  <a:lnTo>
                    <a:pt x="16567" y="5445"/>
                  </a:lnTo>
                  <a:lnTo>
                    <a:pt x="16103" y="5252"/>
                  </a:lnTo>
                  <a:lnTo>
                    <a:pt x="16605" y="5175"/>
                  </a:lnTo>
                  <a:lnTo>
                    <a:pt x="17030" y="4982"/>
                  </a:lnTo>
                  <a:lnTo>
                    <a:pt x="17455" y="4750"/>
                  </a:lnTo>
                  <a:lnTo>
                    <a:pt x="17841" y="4441"/>
                  </a:lnTo>
                  <a:lnTo>
                    <a:pt x="17995" y="4248"/>
                  </a:lnTo>
                  <a:lnTo>
                    <a:pt x="18150" y="4055"/>
                  </a:lnTo>
                  <a:lnTo>
                    <a:pt x="18266" y="3823"/>
                  </a:lnTo>
                  <a:lnTo>
                    <a:pt x="18343" y="3553"/>
                  </a:lnTo>
                  <a:lnTo>
                    <a:pt x="18382" y="3321"/>
                  </a:lnTo>
                  <a:lnTo>
                    <a:pt x="18343" y="3089"/>
                  </a:lnTo>
                  <a:lnTo>
                    <a:pt x="18227" y="2858"/>
                  </a:lnTo>
                  <a:lnTo>
                    <a:pt x="18150" y="2781"/>
                  </a:lnTo>
                  <a:lnTo>
                    <a:pt x="18034" y="2703"/>
                  </a:lnTo>
                  <a:lnTo>
                    <a:pt x="17841" y="2587"/>
                  </a:lnTo>
                  <a:lnTo>
                    <a:pt x="17609" y="2549"/>
                  </a:lnTo>
                  <a:lnTo>
                    <a:pt x="17416" y="2549"/>
                  </a:lnTo>
                  <a:lnTo>
                    <a:pt x="17185" y="2587"/>
                  </a:lnTo>
                  <a:lnTo>
                    <a:pt x="16953" y="2703"/>
                  </a:lnTo>
                  <a:lnTo>
                    <a:pt x="16760" y="2781"/>
                  </a:lnTo>
                  <a:lnTo>
                    <a:pt x="16567" y="2935"/>
                  </a:lnTo>
                  <a:lnTo>
                    <a:pt x="16412" y="3089"/>
                  </a:lnTo>
                  <a:lnTo>
                    <a:pt x="16258" y="3282"/>
                  </a:lnTo>
                  <a:lnTo>
                    <a:pt x="16103" y="3476"/>
                  </a:lnTo>
                  <a:lnTo>
                    <a:pt x="15872" y="3978"/>
                  </a:lnTo>
                  <a:lnTo>
                    <a:pt x="15717" y="4480"/>
                  </a:lnTo>
                  <a:lnTo>
                    <a:pt x="15640" y="4982"/>
                  </a:lnTo>
                  <a:lnTo>
                    <a:pt x="15601" y="4982"/>
                  </a:lnTo>
                  <a:lnTo>
                    <a:pt x="15563" y="5020"/>
                  </a:lnTo>
                  <a:lnTo>
                    <a:pt x="15524" y="5020"/>
                  </a:lnTo>
                  <a:lnTo>
                    <a:pt x="15099" y="4788"/>
                  </a:lnTo>
                  <a:lnTo>
                    <a:pt x="14675" y="4634"/>
                  </a:lnTo>
                  <a:lnTo>
                    <a:pt x="14211" y="4518"/>
                  </a:lnTo>
                  <a:lnTo>
                    <a:pt x="13748" y="4518"/>
                  </a:lnTo>
                  <a:lnTo>
                    <a:pt x="13362" y="4595"/>
                  </a:lnTo>
                  <a:lnTo>
                    <a:pt x="13169" y="4634"/>
                  </a:lnTo>
                  <a:lnTo>
                    <a:pt x="12975" y="4711"/>
                  </a:lnTo>
                  <a:lnTo>
                    <a:pt x="12782" y="4788"/>
                  </a:lnTo>
                  <a:lnTo>
                    <a:pt x="12628" y="4943"/>
                  </a:lnTo>
                  <a:lnTo>
                    <a:pt x="12512" y="5097"/>
                  </a:lnTo>
                  <a:lnTo>
                    <a:pt x="12435" y="5252"/>
                  </a:lnTo>
                  <a:lnTo>
                    <a:pt x="12396" y="5445"/>
                  </a:lnTo>
                  <a:lnTo>
                    <a:pt x="12473" y="5638"/>
                  </a:lnTo>
                  <a:lnTo>
                    <a:pt x="12551" y="5792"/>
                  </a:lnTo>
                  <a:lnTo>
                    <a:pt x="12705" y="5908"/>
                  </a:lnTo>
                  <a:lnTo>
                    <a:pt x="12860" y="5986"/>
                  </a:lnTo>
                  <a:lnTo>
                    <a:pt x="13053" y="6063"/>
                  </a:lnTo>
                  <a:lnTo>
                    <a:pt x="13439" y="6140"/>
                  </a:lnTo>
                  <a:lnTo>
                    <a:pt x="13786" y="6140"/>
                  </a:lnTo>
                  <a:lnTo>
                    <a:pt x="14134" y="6101"/>
                  </a:lnTo>
                  <a:lnTo>
                    <a:pt x="14481" y="5986"/>
                  </a:lnTo>
                  <a:lnTo>
                    <a:pt x="14790" y="5870"/>
                  </a:lnTo>
                  <a:lnTo>
                    <a:pt x="14481" y="6256"/>
                  </a:lnTo>
                  <a:lnTo>
                    <a:pt x="14095" y="6565"/>
                  </a:lnTo>
                  <a:lnTo>
                    <a:pt x="13902" y="6719"/>
                  </a:lnTo>
                  <a:lnTo>
                    <a:pt x="13671" y="6835"/>
                  </a:lnTo>
                  <a:lnTo>
                    <a:pt x="13439" y="6951"/>
                  </a:lnTo>
                  <a:lnTo>
                    <a:pt x="13207" y="7028"/>
                  </a:lnTo>
                  <a:lnTo>
                    <a:pt x="12821" y="7067"/>
                  </a:lnTo>
                  <a:lnTo>
                    <a:pt x="12435" y="7067"/>
                  </a:lnTo>
                  <a:lnTo>
                    <a:pt x="12087" y="6990"/>
                  </a:lnTo>
                  <a:lnTo>
                    <a:pt x="11778" y="6874"/>
                  </a:lnTo>
                  <a:lnTo>
                    <a:pt x="11470" y="6681"/>
                  </a:lnTo>
                  <a:lnTo>
                    <a:pt x="11199" y="6410"/>
                  </a:lnTo>
                  <a:lnTo>
                    <a:pt x="10968" y="6140"/>
                  </a:lnTo>
                  <a:lnTo>
                    <a:pt x="10774" y="5792"/>
                  </a:lnTo>
                  <a:lnTo>
                    <a:pt x="10504" y="5329"/>
                  </a:lnTo>
                  <a:lnTo>
                    <a:pt x="10311" y="4827"/>
                  </a:lnTo>
                  <a:lnTo>
                    <a:pt x="9886" y="3862"/>
                  </a:lnTo>
                  <a:lnTo>
                    <a:pt x="9655" y="3398"/>
                  </a:lnTo>
                  <a:lnTo>
                    <a:pt x="9423" y="2935"/>
                  </a:lnTo>
                  <a:lnTo>
                    <a:pt x="9153" y="2472"/>
                  </a:lnTo>
                  <a:lnTo>
                    <a:pt x="8844" y="2047"/>
                  </a:lnTo>
                  <a:lnTo>
                    <a:pt x="8380" y="1545"/>
                  </a:lnTo>
                  <a:lnTo>
                    <a:pt x="7917" y="1159"/>
                  </a:lnTo>
                  <a:lnTo>
                    <a:pt x="7415" y="811"/>
                  </a:lnTo>
                  <a:lnTo>
                    <a:pt x="6874" y="502"/>
                  </a:lnTo>
                  <a:lnTo>
                    <a:pt x="6295" y="271"/>
                  </a:lnTo>
                  <a:lnTo>
                    <a:pt x="5716" y="116"/>
                  </a:lnTo>
                  <a:lnTo>
                    <a:pt x="5137" y="39"/>
                  </a:lnTo>
                  <a:lnTo>
                    <a:pt x="451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9" name="Google Shape;4269;p18"/>
            <p:cNvSpPr/>
            <p:nvPr/>
          </p:nvSpPr>
          <p:spPr>
            <a:xfrm>
              <a:off x="2769325" y="3423675"/>
              <a:ext cx="144825" cy="164125"/>
            </a:xfrm>
            <a:custGeom>
              <a:avLst/>
              <a:gdLst/>
              <a:ahLst/>
              <a:cxnLst/>
              <a:rect l="l" t="t" r="r" b="b"/>
              <a:pathLst>
                <a:path w="5793" h="6565" extrusionOk="0">
                  <a:moveTo>
                    <a:pt x="2858" y="463"/>
                  </a:moveTo>
                  <a:lnTo>
                    <a:pt x="3360" y="618"/>
                  </a:lnTo>
                  <a:lnTo>
                    <a:pt x="3823" y="811"/>
                  </a:lnTo>
                  <a:lnTo>
                    <a:pt x="4248" y="1081"/>
                  </a:lnTo>
                  <a:lnTo>
                    <a:pt x="4634" y="1429"/>
                  </a:lnTo>
                  <a:lnTo>
                    <a:pt x="4943" y="1854"/>
                  </a:lnTo>
                  <a:lnTo>
                    <a:pt x="5059" y="2047"/>
                  </a:lnTo>
                  <a:lnTo>
                    <a:pt x="5175" y="2278"/>
                  </a:lnTo>
                  <a:lnTo>
                    <a:pt x="5252" y="2510"/>
                  </a:lnTo>
                  <a:lnTo>
                    <a:pt x="5290" y="2780"/>
                  </a:lnTo>
                  <a:lnTo>
                    <a:pt x="5329" y="3051"/>
                  </a:lnTo>
                  <a:lnTo>
                    <a:pt x="5329" y="3321"/>
                  </a:lnTo>
                  <a:lnTo>
                    <a:pt x="5290" y="3784"/>
                  </a:lnTo>
                  <a:lnTo>
                    <a:pt x="5175" y="4248"/>
                  </a:lnTo>
                  <a:lnTo>
                    <a:pt x="4981" y="4711"/>
                  </a:lnTo>
                  <a:lnTo>
                    <a:pt x="4711" y="5097"/>
                  </a:lnTo>
                  <a:lnTo>
                    <a:pt x="4364" y="5445"/>
                  </a:lnTo>
                  <a:lnTo>
                    <a:pt x="4016" y="5715"/>
                  </a:lnTo>
                  <a:lnTo>
                    <a:pt x="3784" y="5831"/>
                  </a:lnTo>
                  <a:lnTo>
                    <a:pt x="3553" y="5947"/>
                  </a:lnTo>
                  <a:lnTo>
                    <a:pt x="3321" y="6024"/>
                  </a:lnTo>
                  <a:lnTo>
                    <a:pt x="3089" y="6063"/>
                  </a:lnTo>
                  <a:lnTo>
                    <a:pt x="2780" y="6101"/>
                  </a:lnTo>
                  <a:lnTo>
                    <a:pt x="2510" y="6101"/>
                  </a:lnTo>
                  <a:lnTo>
                    <a:pt x="2201" y="6063"/>
                  </a:lnTo>
                  <a:lnTo>
                    <a:pt x="1970" y="5985"/>
                  </a:lnTo>
                  <a:lnTo>
                    <a:pt x="1738" y="5870"/>
                  </a:lnTo>
                  <a:lnTo>
                    <a:pt x="1506" y="5754"/>
                  </a:lnTo>
                  <a:lnTo>
                    <a:pt x="1313" y="5599"/>
                  </a:lnTo>
                  <a:lnTo>
                    <a:pt x="1159" y="5445"/>
                  </a:lnTo>
                  <a:lnTo>
                    <a:pt x="1004" y="5252"/>
                  </a:lnTo>
                  <a:lnTo>
                    <a:pt x="850" y="5020"/>
                  </a:lnTo>
                  <a:lnTo>
                    <a:pt x="734" y="4788"/>
                  </a:lnTo>
                  <a:lnTo>
                    <a:pt x="618" y="4557"/>
                  </a:lnTo>
                  <a:lnTo>
                    <a:pt x="502" y="4055"/>
                  </a:lnTo>
                  <a:lnTo>
                    <a:pt x="425" y="3514"/>
                  </a:lnTo>
                  <a:lnTo>
                    <a:pt x="464" y="2973"/>
                  </a:lnTo>
                  <a:lnTo>
                    <a:pt x="541" y="2433"/>
                  </a:lnTo>
                  <a:lnTo>
                    <a:pt x="734" y="1931"/>
                  </a:lnTo>
                  <a:lnTo>
                    <a:pt x="850" y="1699"/>
                  </a:lnTo>
                  <a:lnTo>
                    <a:pt x="966" y="1506"/>
                  </a:lnTo>
                  <a:lnTo>
                    <a:pt x="1120" y="1274"/>
                  </a:lnTo>
                  <a:lnTo>
                    <a:pt x="1313" y="1120"/>
                  </a:lnTo>
                  <a:lnTo>
                    <a:pt x="1506" y="927"/>
                  </a:lnTo>
                  <a:lnTo>
                    <a:pt x="1738" y="811"/>
                  </a:lnTo>
                  <a:lnTo>
                    <a:pt x="1970" y="695"/>
                  </a:lnTo>
                  <a:lnTo>
                    <a:pt x="2201" y="579"/>
                  </a:lnTo>
                  <a:lnTo>
                    <a:pt x="2472" y="541"/>
                  </a:lnTo>
                  <a:lnTo>
                    <a:pt x="2780" y="502"/>
                  </a:lnTo>
                  <a:lnTo>
                    <a:pt x="2819" y="502"/>
                  </a:lnTo>
                  <a:lnTo>
                    <a:pt x="2858" y="463"/>
                  </a:lnTo>
                  <a:close/>
                  <a:moveTo>
                    <a:pt x="2665" y="0"/>
                  </a:moveTo>
                  <a:lnTo>
                    <a:pt x="2587" y="39"/>
                  </a:lnTo>
                  <a:lnTo>
                    <a:pt x="2510" y="77"/>
                  </a:lnTo>
                  <a:lnTo>
                    <a:pt x="2472" y="155"/>
                  </a:lnTo>
                  <a:lnTo>
                    <a:pt x="2433" y="232"/>
                  </a:lnTo>
                  <a:lnTo>
                    <a:pt x="2163" y="270"/>
                  </a:lnTo>
                  <a:lnTo>
                    <a:pt x="1854" y="309"/>
                  </a:lnTo>
                  <a:lnTo>
                    <a:pt x="1622" y="386"/>
                  </a:lnTo>
                  <a:lnTo>
                    <a:pt x="1390" y="502"/>
                  </a:lnTo>
                  <a:lnTo>
                    <a:pt x="1159" y="657"/>
                  </a:lnTo>
                  <a:lnTo>
                    <a:pt x="966" y="850"/>
                  </a:lnTo>
                  <a:lnTo>
                    <a:pt x="772" y="1043"/>
                  </a:lnTo>
                  <a:lnTo>
                    <a:pt x="618" y="1236"/>
                  </a:lnTo>
                  <a:lnTo>
                    <a:pt x="464" y="1506"/>
                  </a:lnTo>
                  <a:lnTo>
                    <a:pt x="348" y="1738"/>
                  </a:lnTo>
                  <a:lnTo>
                    <a:pt x="155" y="2278"/>
                  </a:lnTo>
                  <a:lnTo>
                    <a:pt x="39" y="2858"/>
                  </a:lnTo>
                  <a:lnTo>
                    <a:pt x="0" y="3398"/>
                  </a:lnTo>
                  <a:lnTo>
                    <a:pt x="39" y="4055"/>
                  </a:lnTo>
                  <a:lnTo>
                    <a:pt x="116" y="4364"/>
                  </a:lnTo>
                  <a:lnTo>
                    <a:pt x="193" y="4672"/>
                  </a:lnTo>
                  <a:lnTo>
                    <a:pt x="309" y="4943"/>
                  </a:lnTo>
                  <a:lnTo>
                    <a:pt x="425" y="5213"/>
                  </a:lnTo>
                  <a:lnTo>
                    <a:pt x="579" y="5445"/>
                  </a:lnTo>
                  <a:lnTo>
                    <a:pt x="734" y="5676"/>
                  </a:lnTo>
                  <a:lnTo>
                    <a:pt x="927" y="5870"/>
                  </a:lnTo>
                  <a:lnTo>
                    <a:pt x="1120" y="6063"/>
                  </a:lnTo>
                  <a:lnTo>
                    <a:pt x="1390" y="6217"/>
                  </a:lnTo>
                  <a:lnTo>
                    <a:pt x="1622" y="6372"/>
                  </a:lnTo>
                  <a:lnTo>
                    <a:pt x="1892" y="6449"/>
                  </a:lnTo>
                  <a:lnTo>
                    <a:pt x="2201" y="6526"/>
                  </a:lnTo>
                  <a:lnTo>
                    <a:pt x="2549" y="6565"/>
                  </a:lnTo>
                  <a:lnTo>
                    <a:pt x="2896" y="6565"/>
                  </a:lnTo>
                  <a:lnTo>
                    <a:pt x="3205" y="6526"/>
                  </a:lnTo>
                  <a:lnTo>
                    <a:pt x="3476" y="6449"/>
                  </a:lnTo>
                  <a:lnTo>
                    <a:pt x="3784" y="6333"/>
                  </a:lnTo>
                  <a:lnTo>
                    <a:pt x="4055" y="6217"/>
                  </a:lnTo>
                  <a:lnTo>
                    <a:pt x="4325" y="6063"/>
                  </a:lnTo>
                  <a:lnTo>
                    <a:pt x="4557" y="5908"/>
                  </a:lnTo>
                  <a:lnTo>
                    <a:pt x="4788" y="5715"/>
                  </a:lnTo>
                  <a:lnTo>
                    <a:pt x="4981" y="5483"/>
                  </a:lnTo>
                  <a:lnTo>
                    <a:pt x="5175" y="5252"/>
                  </a:lnTo>
                  <a:lnTo>
                    <a:pt x="5329" y="4981"/>
                  </a:lnTo>
                  <a:lnTo>
                    <a:pt x="5483" y="4750"/>
                  </a:lnTo>
                  <a:lnTo>
                    <a:pt x="5599" y="4441"/>
                  </a:lnTo>
                  <a:lnTo>
                    <a:pt x="5677" y="4170"/>
                  </a:lnTo>
                  <a:lnTo>
                    <a:pt x="5754" y="3862"/>
                  </a:lnTo>
                  <a:lnTo>
                    <a:pt x="5792" y="3553"/>
                  </a:lnTo>
                  <a:lnTo>
                    <a:pt x="5792" y="3244"/>
                  </a:lnTo>
                  <a:lnTo>
                    <a:pt x="5792" y="2935"/>
                  </a:lnTo>
                  <a:lnTo>
                    <a:pt x="5715" y="2626"/>
                  </a:lnTo>
                  <a:lnTo>
                    <a:pt x="5638" y="2317"/>
                  </a:lnTo>
                  <a:lnTo>
                    <a:pt x="5561" y="2047"/>
                  </a:lnTo>
                  <a:lnTo>
                    <a:pt x="5406" y="1776"/>
                  </a:lnTo>
                  <a:lnTo>
                    <a:pt x="5252" y="1506"/>
                  </a:lnTo>
                  <a:lnTo>
                    <a:pt x="5059" y="1274"/>
                  </a:lnTo>
                  <a:lnTo>
                    <a:pt x="4866" y="1043"/>
                  </a:lnTo>
                  <a:lnTo>
                    <a:pt x="4634" y="811"/>
                  </a:lnTo>
                  <a:lnTo>
                    <a:pt x="4402" y="618"/>
                  </a:lnTo>
                  <a:lnTo>
                    <a:pt x="4132" y="463"/>
                  </a:lnTo>
                  <a:lnTo>
                    <a:pt x="3862" y="309"/>
                  </a:lnTo>
                  <a:lnTo>
                    <a:pt x="3591" y="193"/>
                  </a:lnTo>
                  <a:lnTo>
                    <a:pt x="3282" y="116"/>
                  </a:lnTo>
                  <a:lnTo>
                    <a:pt x="2974" y="39"/>
                  </a:lnTo>
                  <a:lnTo>
                    <a:pt x="266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0" name="Google Shape;4270;p18"/>
            <p:cNvSpPr/>
            <p:nvPr/>
          </p:nvSpPr>
          <p:spPr>
            <a:xfrm>
              <a:off x="3889150" y="344490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6" y="1005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8"/>
                  </a:lnTo>
                  <a:lnTo>
                    <a:pt x="8573" y="3708"/>
                  </a:lnTo>
                  <a:lnTo>
                    <a:pt x="7723" y="3823"/>
                  </a:lnTo>
                  <a:lnTo>
                    <a:pt x="6874" y="3901"/>
                  </a:lnTo>
                  <a:lnTo>
                    <a:pt x="6410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5"/>
                  </a:lnTo>
                  <a:lnTo>
                    <a:pt x="2588" y="3708"/>
                  </a:lnTo>
                  <a:lnTo>
                    <a:pt x="2510" y="3862"/>
                  </a:lnTo>
                  <a:lnTo>
                    <a:pt x="2433" y="4017"/>
                  </a:lnTo>
                  <a:lnTo>
                    <a:pt x="2317" y="4132"/>
                  </a:lnTo>
                  <a:lnTo>
                    <a:pt x="2124" y="4210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7" y="4017"/>
                  </a:lnTo>
                  <a:lnTo>
                    <a:pt x="502" y="3515"/>
                  </a:lnTo>
                  <a:lnTo>
                    <a:pt x="657" y="3013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6" y="1738"/>
                  </a:lnTo>
                  <a:lnTo>
                    <a:pt x="1893" y="1429"/>
                  </a:lnTo>
                  <a:lnTo>
                    <a:pt x="2317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4" y="5986"/>
                  </a:lnTo>
                  <a:lnTo>
                    <a:pt x="11430" y="6140"/>
                  </a:lnTo>
                  <a:lnTo>
                    <a:pt x="11353" y="6218"/>
                  </a:lnTo>
                  <a:lnTo>
                    <a:pt x="11237" y="6256"/>
                  </a:lnTo>
                  <a:lnTo>
                    <a:pt x="11083" y="6295"/>
                  </a:lnTo>
                  <a:lnTo>
                    <a:pt x="10928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20" y="5523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1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2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8" y="2009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69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9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2" y="3630"/>
                  </a:lnTo>
                  <a:lnTo>
                    <a:pt x="3012" y="2974"/>
                  </a:lnTo>
                  <a:lnTo>
                    <a:pt x="3128" y="773"/>
                  </a:lnTo>
                  <a:lnTo>
                    <a:pt x="3514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0" y="1661"/>
                  </a:lnTo>
                  <a:lnTo>
                    <a:pt x="5059" y="2704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3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70" y="4325"/>
                  </a:lnTo>
                  <a:lnTo>
                    <a:pt x="6217" y="4325"/>
                  </a:lnTo>
                  <a:lnTo>
                    <a:pt x="6565" y="4287"/>
                  </a:lnTo>
                  <a:lnTo>
                    <a:pt x="7608" y="4210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1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3" y="5754"/>
                  </a:lnTo>
                  <a:lnTo>
                    <a:pt x="10233" y="5909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6"/>
                  </a:lnTo>
                  <a:lnTo>
                    <a:pt x="11739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3"/>
                  </a:lnTo>
                  <a:lnTo>
                    <a:pt x="12396" y="7222"/>
                  </a:lnTo>
                  <a:lnTo>
                    <a:pt x="12473" y="7569"/>
                  </a:lnTo>
                  <a:lnTo>
                    <a:pt x="12550" y="7917"/>
                  </a:lnTo>
                  <a:lnTo>
                    <a:pt x="12550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4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5" y="9654"/>
                  </a:lnTo>
                  <a:lnTo>
                    <a:pt x="12821" y="9616"/>
                  </a:lnTo>
                  <a:lnTo>
                    <a:pt x="12936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724"/>
                  </a:lnTo>
                  <a:lnTo>
                    <a:pt x="12936" y="7183"/>
                  </a:lnTo>
                  <a:lnTo>
                    <a:pt x="12743" y="6681"/>
                  </a:lnTo>
                  <a:lnTo>
                    <a:pt x="12434" y="6218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29" y="3515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4" y="1931"/>
                  </a:lnTo>
                  <a:lnTo>
                    <a:pt x="8225" y="1584"/>
                  </a:lnTo>
                  <a:lnTo>
                    <a:pt x="7839" y="1275"/>
                  </a:lnTo>
                  <a:lnTo>
                    <a:pt x="7453" y="1005"/>
                  </a:lnTo>
                  <a:lnTo>
                    <a:pt x="7067" y="734"/>
                  </a:lnTo>
                  <a:lnTo>
                    <a:pt x="6642" y="503"/>
                  </a:lnTo>
                  <a:lnTo>
                    <a:pt x="6179" y="348"/>
                  </a:lnTo>
                  <a:lnTo>
                    <a:pt x="5715" y="194"/>
                  </a:lnTo>
                  <a:lnTo>
                    <a:pt x="5291" y="78"/>
                  </a:lnTo>
                  <a:lnTo>
                    <a:pt x="4827" y="39"/>
                  </a:lnTo>
                  <a:lnTo>
                    <a:pt x="44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1" name="Google Shape;4271;p18"/>
            <p:cNvSpPr/>
            <p:nvPr/>
          </p:nvSpPr>
          <p:spPr>
            <a:xfrm>
              <a:off x="4428800" y="3447800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0" y="2317"/>
                  </a:lnTo>
                  <a:lnTo>
                    <a:pt x="6449" y="3901"/>
                  </a:lnTo>
                  <a:lnTo>
                    <a:pt x="6526" y="6990"/>
                  </a:lnTo>
                  <a:lnTo>
                    <a:pt x="3514" y="6758"/>
                  </a:lnTo>
                  <a:lnTo>
                    <a:pt x="2008" y="6642"/>
                  </a:lnTo>
                  <a:lnTo>
                    <a:pt x="502" y="6604"/>
                  </a:lnTo>
                  <a:lnTo>
                    <a:pt x="1352" y="5986"/>
                  </a:lnTo>
                  <a:lnTo>
                    <a:pt x="2201" y="5291"/>
                  </a:lnTo>
                  <a:lnTo>
                    <a:pt x="2973" y="4557"/>
                  </a:lnTo>
                  <a:lnTo>
                    <a:pt x="3707" y="3823"/>
                  </a:lnTo>
                  <a:lnTo>
                    <a:pt x="4441" y="3090"/>
                  </a:lnTo>
                  <a:lnTo>
                    <a:pt x="5136" y="2356"/>
                  </a:lnTo>
                  <a:lnTo>
                    <a:pt x="5792" y="1584"/>
                  </a:lnTo>
                  <a:lnTo>
                    <a:pt x="6449" y="773"/>
                  </a:lnTo>
                  <a:close/>
                  <a:moveTo>
                    <a:pt x="6719" y="0"/>
                  </a:moveTo>
                  <a:lnTo>
                    <a:pt x="6642" y="39"/>
                  </a:lnTo>
                  <a:lnTo>
                    <a:pt x="6565" y="39"/>
                  </a:lnTo>
                  <a:lnTo>
                    <a:pt x="6487" y="116"/>
                  </a:lnTo>
                  <a:lnTo>
                    <a:pt x="4981" y="1854"/>
                  </a:lnTo>
                  <a:lnTo>
                    <a:pt x="4209" y="2703"/>
                  </a:lnTo>
                  <a:lnTo>
                    <a:pt x="3437" y="3514"/>
                  </a:lnTo>
                  <a:lnTo>
                    <a:pt x="2587" y="4287"/>
                  </a:lnTo>
                  <a:lnTo>
                    <a:pt x="1738" y="5059"/>
                  </a:lnTo>
                  <a:lnTo>
                    <a:pt x="888" y="5793"/>
                  </a:lnTo>
                  <a:lnTo>
                    <a:pt x="39" y="6604"/>
                  </a:lnTo>
                  <a:lnTo>
                    <a:pt x="0" y="6642"/>
                  </a:lnTo>
                  <a:lnTo>
                    <a:pt x="0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0" y="6912"/>
                  </a:lnTo>
                  <a:lnTo>
                    <a:pt x="39" y="6990"/>
                  </a:lnTo>
                  <a:lnTo>
                    <a:pt x="116" y="7144"/>
                  </a:lnTo>
                  <a:lnTo>
                    <a:pt x="386" y="6990"/>
                  </a:lnTo>
                  <a:lnTo>
                    <a:pt x="1892" y="7144"/>
                  </a:lnTo>
                  <a:lnTo>
                    <a:pt x="3437" y="7299"/>
                  </a:lnTo>
                  <a:lnTo>
                    <a:pt x="6526" y="7453"/>
                  </a:lnTo>
                  <a:lnTo>
                    <a:pt x="6565" y="9307"/>
                  </a:lnTo>
                  <a:lnTo>
                    <a:pt x="6526" y="12627"/>
                  </a:lnTo>
                  <a:lnTo>
                    <a:pt x="6951" y="12627"/>
                  </a:lnTo>
                  <a:lnTo>
                    <a:pt x="6989" y="9461"/>
                  </a:lnTo>
                  <a:lnTo>
                    <a:pt x="6989" y="7492"/>
                  </a:lnTo>
                  <a:lnTo>
                    <a:pt x="8650" y="7569"/>
                  </a:lnTo>
                  <a:lnTo>
                    <a:pt x="10310" y="7646"/>
                  </a:lnTo>
                  <a:lnTo>
                    <a:pt x="10310" y="7183"/>
                  </a:lnTo>
                  <a:lnTo>
                    <a:pt x="8650" y="7106"/>
                  </a:lnTo>
                  <a:lnTo>
                    <a:pt x="6989" y="7028"/>
                  </a:lnTo>
                  <a:lnTo>
                    <a:pt x="7028" y="5368"/>
                  </a:lnTo>
                  <a:lnTo>
                    <a:pt x="6989" y="3707"/>
                  </a:lnTo>
                  <a:lnTo>
                    <a:pt x="6951" y="2047"/>
                  </a:lnTo>
                  <a:lnTo>
                    <a:pt x="6796" y="387"/>
                  </a:lnTo>
                  <a:lnTo>
                    <a:pt x="6989" y="194"/>
                  </a:lnTo>
                  <a:lnTo>
                    <a:pt x="6835" y="39"/>
                  </a:lnTo>
                  <a:lnTo>
                    <a:pt x="679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2" name="Google Shape;4272;p18"/>
            <p:cNvSpPr/>
            <p:nvPr/>
          </p:nvSpPr>
          <p:spPr>
            <a:xfrm>
              <a:off x="4598700" y="3452625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4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7" y="7492"/>
                  </a:lnTo>
                  <a:lnTo>
                    <a:pt x="6372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60" y="12087"/>
                  </a:lnTo>
                  <a:lnTo>
                    <a:pt x="1584" y="14983"/>
                  </a:lnTo>
                  <a:lnTo>
                    <a:pt x="773" y="16450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49"/>
                  </a:lnTo>
                  <a:lnTo>
                    <a:pt x="1159" y="16759"/>
                  </a:lnTo>
                  <a:lnTo>
                    <a:pt x="1970" y="15369"/>
                  </a:lnTo>
                  <a:lnTo>
                    <a:pt x="2781" y="13979"/>
                  </a:lnTo>
                  <a:lnTo>
                    <a:pt x="3592" y="12589"/>
                  </a:lnTo>
                  <a:lnTo>
                    <a:pt x="4441" y="11199"/>
                  </a:lnTo>
                  <a:lnTo>
                    <a:pt x="5291" y="9809"/>
                  </a:lnTo>
                  <a:lnTo>
                    <a:pt x="5715" y="9191"/>
                  </a:lnTo>
                  <a:lnTo>
                    <a:pt x="6179" y="8612"/>
                  </a:lnTo>
                  <a:lnTo>
                    <a:pt x="6603" y="8032"/>
                  </a:lnTo>
                  <a:lnTo>
                    <a:pt x="6990" y="7453"/>
                  </a:lnTo>
                  <a:lnTo>
                    <a:pt x="6990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90" y="7067"/>
                  </a:lnTo>
                  <a:lnTo>
                    <a:pt x="6874" y="7028"/>
                  </a:lnTo>
                  <a:lnTo>
                    <a:pt x="6835" y="7028"/>
                  </a:lnTo>
                  <a:lnTo>
                    <a:pt x="6102" y="6102"/>
                  </a:lnTo>
                  <a:lnTo>
                    <a:pt x="5291" y="5175"/>
                  </a:lnTo>
                  <a:lnTo>
                    <a:pt x="3669" y="3437"/>
                  </a:lnTo>
                  <a:lnTo>
                    <a:pt x="1970" y="1700"/>
                  </a:lnTo>
                  <a:lnTo>
                    <a:pt x="1082" y="811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3" name="Google Shape;4273;p18"/>
            <p:cNvSpPr/>
            <p:nvPr/>
          </p:nvSpPr>
          <p:spPr>
            <a:xfrm>
              <a:off x="3921000" y="345842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4" y="7298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59" y="7569"/>
                  </a:lnTo>
                  <a:lnTo>
                    <a:pt x="9152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59" y="10040"/>
                  </a:lnTo>
                  <a:lnTo>
                    <a:pt x="8689" y="10117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40" y="10079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7"/>
                  </a:lnTo>
                  <a:lnTo>
                    <a:pt x="7029" y="9345"/>
                  </a:lnTo>
                  <a:lnTo>
                    <a:pt x="6951" y="9075"/>
                  </a:lnTo>
                  <a:lnTo>
                    <a:pt x="6913" y="8804"/>
                  </a:lnTo>
                  <a:lnTo>
                    <a:pt x="6951" y="8534"/>
                  </a:lnTo>
                  <a:lnTo>
                    <a:pt x="7029" y="8264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8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5" y="8457"/>
                  </a:lnTo>
                  <a:lnTo>
                    <a:pt x="2974" y="8611"/>
                  </a:lnTo>
                  <a:lnTo>
                    <a:pt x="3051" y="8766"/>
                  </a:lnTo>
                  <a:lnTo>
                    <a:pt x="1545" y="8727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5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7"/>
                  </a:lnTo>
                  <a:lnTo>
                    <a:pt x="6990" y="10079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6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2"/>
                  </a:lnTo>
                  <a:lnTo>
                    <a:pt x="10156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6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0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8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4" y="7337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49" y="8534"/>
                  </a:lnTo>
                  <a:lnTo>
                    <a:pt x="6449" y="8843"/>
                  </a:lnTo>
                  <a:lnTo>
                    <a:pt x="5716" y="8804"/>
                  </a:lnTo>
                  <a:lnTo>
                    <a:pt x="4943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7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80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5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4" name="Google Shape;4274;p18"/>
            <p:cNvSpPr/>
            <p:nvPr/>
          </p:nvSpPr>
          <p:spPr>
            <a:xfrm>
              <a:off x="1220850" y="3492200"/>
              <a:ext cx="274200" cy="516500"/>
            </a:xfrm>
            <a:custGeom>
              <a:avLst/>
              <a:gdLst/>
              <a:ahLst/>
              <a:cxnLst/>
              <a:rect l="l" t="t" r="r" b="b"/>
              <a:pathLst>
                <a:path w="10968" h="20660" extrusionOk="0">
                  <a:moveTo>
                    <a:pt x="1468" y="657"/>
                  </a:moveTo>
                  <a:lnTo>
                    <a:pt x="2086" y="1005"/>
                  </a:lnTo>
                  <a:lnTo>
                    <a:pt x="2665" y="1391"/>
                  </a:lnTo>
                  <a:lnTo>
                    <a:pt x="3052" y="1661"/>
                  </a:lnTo>
                  <a:lnTo>
                    <a:pt x="3438" y="1970"/>
                  </a:lnTo>
                  <a:lnTo>
                    <a:pt x="3592" y="2125"/>
                  </a:lnTo>
                  <a:lnTo>
                    <a:pt x="3708" y="2279"/>
                  </a:lnTo>
                  <a:lnTo>
                    <a:pt x="3862" y="2588"/>
                  </a:lnTo>
                  <a:lnTo>
                    <a:pt x="3978" y="2935"/>
                  </a:lnTo>
                  <a:lnTo>
                    <a:pt x="4055" y="3322"/>
                  </a:lnTo>
                  <a:lnTo>
                    <a:pt x="5098" y="7492"/>
                  </a:lnTo>
                  <a:lnTo>
                    <a:pt x="7222" y="16180"/>
                  </a:lnTo>
                  <a:lnTo>
                    <a:pt x="7261" y="16258"/>
                  </a:lnTo>
                  <a:lnTo>
                    <a:pt x="7299" y="16296"/>
                  </a:lnTo>
                  <a:lnTo>
                    <a:pt x="7369" y="16331"/>
                  </a:lnTo>
                  <a:lnTo>
                    <a:pt x="7369" y="16331"/>
                  </a:lnTo>
                  <a:lnTo>
                    <a:pt x="6990" y="16489"/>
                  </a:lnTo>
                  <a:lnTo>
                    <a:pt x="6334" y="14481"/>
                  </a:lnTo>
                  <a:lnTo>
                    <a:pt x="5677" y="12512"/>
                  </a:lnTo>
                  <a:lnTo>
                    <a:pt x="4287" y="8573"/>
                  </a:lnTo>
                  <a:lnTo>
                    <a:pt x="2858" y="4634"/>
                  </a:lnTo>
                  <a:lnTo>
                    <a:pt x="1468" y="657"/>
                  </a:lnTo>
                  <a:close/>
                  <a:moveTo>
                    <a:pt x="1121" y="503"/>
                  </a:moveTo>
                  <a:lnTo>
                    <a:pt x="1121" y="580"/>
                  </a:lnTo>
                  <a:lnTo>
                    <a:pt x="3940" y="8573"/>
                  </a:lnTo>
                  <a:lnTo>
                    <a:pt x="5368" y="12551"/>
                  </a:lnTo>
                  <a:lnTo>
                    <a:pt x="6102" y="14558"/>
                  </a:lnTo>
                  <a:lnTo>
                    <a:pt x="6874" y="16528"/>
                  </a:lnTo>
                  <a:lnTo>
                    <a:pt x="6681" y="16566"/>
                  </a:lnTo>
                  <a:lnTo>
                    <a:pt x="5755" y="14636"/>
                  </a:lnTo>
                  <a:lnTo>
                    <a:pt x="4789" y="12705"/>
                  </a:lnTo>
                  <a:lnTo>
                    <a:pt x="2820" y="8882"/>
                  </a:lnTo>
                  <a:lnTo>
                    <a:pt x="1777" y="6951"/>
                  </a:lnTo>
                  <a:lnTo>
                    <a:pt x="773" y="4982"/>
                  </a:lnTo>
                  <a:lnTo>
                    <a:pt x="657" y="4712"/>
                  </a:lnTo>
                  <a:lnTo>
                    <a:pt x="580" y="4441"/>
                  </a:lnTo>
                  <a:lnTo>
                    <a:pt x="542" y="4171"/>
                  </a:lnTo>
                  <a:lnTo>
                    <a:pt x="503" y="3901"/>
                  </a:lnTo>
                  <a:lnTo>
                    <a:pt x="503" y="3322"/>
                  </a:lnTo>
                  <a:lnTo>
                    <a:pt x="542" y="2781"/>
                  </a:lnTo>
                  <a:lnTo>
                    <a:pt x="657" y="2202"/>
                  </a:lnTo>
                  <a:lnTo>
                    <a:pt x="812" y="1623"/>
                  </a:lnTo>
                  <a:lnTo>
                    <a:pt x="1121" y="503"/>
                  </a:lnTo>
                  <a:close/>
                  <a:moveTo>
                    <a:pt x="9886" y="13786"/>
                  </a:moveTo>
                  <a:lnTo>
                    <a:pt x="10041" y="13825"/>
                  </a:lnTo>
                  <a:lnTo>
                    <a:pt x="10157" y="13902"/>
                  </a:lnTo>
                  <a:lnTo>
                    <a:pt x="10311" y="14018"/>
                  </a:lnTo>
                  <a:lnTo>
                    <a:pt x="10581" y="14481"/>
                  </a:lnTo>
                  <a:lnTo>
                    <a:pt x="10620" y="14674"/>
                  </a:lnTo>
                  <a:lnTo>
                    <a:pt x="10620" y="14906"/>
                  </a:lnTo>
                  <a:lnTo>
                    <a:pt x="10581" y="15099"/>
                  </a:lnTo>
                  <a:lnTo>
                    <a:pt x="10504" y="15254"/>
                  </a:lnTo>
                  <a:lnTo>
                    <a:pt x="10311" y="15640"/>
                  </a:lnTo>
                  <a:lnTo>
                    <a:pt x="10041" y="15910"/>
                  </a:lnTo>
                  <a:lnTo>
                    <a:pt x="9655" y="16296"/>
                  </a:lnTo>
                  <a:lnTo>
                    <a:pt x="9191" y="16605"/>
                  </a:lnTo>
                  <a:lnTo>
                    <a:pt x="8728" y="16914"/>
                  </a:lnTo>
                  <a:lnTo>
                    <a:pt x="8265" y="17184"/>
                  </a:lnTo>
                  <a:lnTo>
                    <a:pt x="8149" y="17184"/>
                  </a:lnTo>
                  <a:lnTo>
                    <a:pt x="8071" y="17262"/>
                  </a:lnTo>
                  <a:lnTo>
                    <a:pt x="7724" y="17416"/>
                  </a:lnTo>
                  <a:lnTo>
                    <a:pt x="7029" y="17725"/>
                  </a:lnTo>
                  <a:lnTo>
                    <a:pt x="6295" y="17995"/>
                  </a:lnTo>
                  <a:lnTo>
                    <a:pt x="5523" y="18150"/>
                  </a:lnTo>
                  <a:lnTo>
                    <a:pt x="4789" y="18304"/>
                  </a:lnTo>
                  <a:lnTo>
                    <a:pt x="4403" y="18343"/>
                  </a:lnTo>
                  <a:lnTo>
                    <a:pt x="4055" y="18343"/>
                  </a:lnTo>
                  <a:lnTo>
                    <a:pt x="3669" y="18266"/>
                  </a:lnTo>
                  <a:lnTo>
                    <a:pt x="3515" y="18227"/>
                  </a:lnTo>
                  <a:lnTo>
                    <a:pt x="3360" y="18150"/>
                  </a:lnTo>
                  <a:lnTo>
                    <a:pt x="3245" y="18034"/>
                  </a:lnTo>
                  <a:lnTo>
                    <a:pt x="3129" y="17957"/>
                  </a:lnTo>
                  <a:lnTo>
                    <a:pt x="2974" y="17686"/>
                  </a:lnTo>
                  <a:lnTo>
                    <a:pt x="2858" y="17377"/>
                  </a:lnTo>
                  <a:lnTo>
                    <a:pt x="2858" y="17068"/>
                  </a:lnTo>
                  <a:lnTo>
                    <a:pt x="2897" y="16875"/>
                  </a:lnTo>
                  <a:lnTo>
                    <a:pt x="2974" y="16721"/>
                  </a:lnTo>
                  <a:lnTo>
                    <a:pt x="3090" y="16566"/>
                  </a:lnTo>
                  <a:lnTo>
                    <a:pt x="3206" y="16451"/>
                  </a:lnTo>
                  <a:lnTo>
                    <a:pt x="3322" y="16373"/>
                  </a:lnTo>
                  <a:lnTo>
                    <a:pt x="3476" y="16296"/>
                  </a:lnTo>
                  <a:lnTo>
                    <a:pt x="3592" y="16296"/>
                  </a:lnTo>
                  <a:lnTo>
                    <a:pt x="3708" y="16335"/>
                  </a:lnTo>
                  <a:lnTo>
                    <a:pt x="3824" y="16451"/>
                  </a:lnTo>
                  <a:lnTo>
                    <a:pt x="3940" y="16605"/>
                  </a:lnTo>
                  <a:lnTo>
                    <a:pt x="4094" y="16798"/>
                  </a:lnTo>
                  <a:lnTo>
                    <a:pt x="4210" y="17068"/>
                  </a:lnTo>
                  <a:lnTo>
                    <a:pt x="4055" y="17068"/>
                  </a:lnTo>
                  <a:lnTo>
                    <a:pt x="3978" y="17107"/>
                  </a:lnTo>
                  <a:lnTo>
                    <a:pt x="3940" y="17184"/>
                  </a:lnTo>
                  <a:lnTo>
                    <a:pt x="3978" y="17300"/>
                  </a:lnTo>
                  <a:lnTo>
                    <a:pt x="4055" y="17339"/>
                  </a:lnTo>
                  <a:lnTo>
                    <a:pt x="4828" y="17339"/>
                  </a:lnTo>
                  <a:lnTo>
                    <a:pt x="5639" y="17262"/>
                  </a:lnTo>
                  <a:lnTo>
                    <a:pt x="6450" y="17107"/>
                  </a:lnTo>
                  <a:lnTo>
                    <a:pt x="7261" y="16875"/>
                  </a:lnTo>
                  <a:lnTo>
                    <a:pt x="7647" y="16721"/>
                  </a:lnTo>
                  <a:lnTo>
                    <a:pt x="8033" y="16528"/>
                  </a:lnTo>
                  <a:lnTo>
                    <a:pt x="8419" y="16335"/>
                  </a:lnTo>
                  <a:lnTo>
                    <a:pt x="8728" y="16103"/>
                  </a:lnTo>
                  <a:lnTo>
                    <a:pt x="9075" y="15871"/>
                  </a:lnTo>
                  <a:lnTo>
                    <a:pt x="9384" y="15601"/>
                  </a:lnTo>
                  <a:lnTo>
                    <a:pt x="9616" y="15331"/>
                  </a:lnTo>
                  <a:lnTo>
                    <a:pt x="9886" y="15022"/>
                  </a:lnTo>
                  <a:lnTo>
                    <a:pt x="9886" y="14945"/>
                  </a:lnTo>
                  <a:lnTo>
                    <a:pt x="9886" y="14906"/>
                  </a:lnTo>
                  <a:lnTo>
                    <a:pt x="9848" y="14829"/>
                  </a:lnTo>
                  <a:lnTo>
                    <a:pt x="9809" y="14790"/>
                  </a:lnTo>
                  <a:lnTo>
                    <a:pt x="9732" y="14752"/>
                  </a:lnTo>
                  <a:lnTo>
                    <a:pt x="9616" y="14752"/>
                  </a:lnTo>
                  <a:lnTo>
                    <a:pt x="9539" y="14790"/>
                  </a:lnTo>
                  <a:lnTo>
                    <a:pt x="9307" y="15099"/>
                  </a:lnTo>
                  <a:lnTo>
                    <a:pt x="9114" y="14945"/>
                  </a:lnTo>
                  <a:lnTo>
                    <a:pt x="9037" y="14829"/>
                  </a:lnTo>
                  <a:lnTo>
                    <a:pt x="8998" y="14674"/>
                  </a:lnTo>
                  <a:lnTo>
                    <a:pt x="8998" y="14558"/>
                  </a:lnTo>
                  <a:lnTo>
                    <a:pt x="9037" y="14404"/>
                  </a:lnTo>
                  <a:lnTo>
                    <a:pt x="9114" y="14288"/>
                  </a:lnTo>
                  <a:lnTo>
                    <a:pt x="9346" y="14056"/>
                  </a:lnTo>
                  <a:lnTo>
                    <a:pt x="9462" y="13941"/>
                  </a:lnTo>
                  <a:lnTo>
                    <a:pt x="9539" y="13825"/>
                  </a:lnTo>
                  <a:lnTo>
                    <a:pt x="9655" y="13786"/>
                  </a:lnTo>
                  <a:close/>
                  <a:moveTo>
                    <a:pt x="889" y="1"/>
                  </a:moveTo>
                  <a:lnTo>
                    <a:pt x="812" y="78"/>
                  </a:lnTo>
                  <a:lnTo>
                    <a:pt x="773" y="155"/>
                  </a:lnTo>
                  <a:lnTo>
                    <a:pt x="194" y="2511"/>
                  </a:lnTo>
                  <a:lnTo>
                    <a:pt x="117" y="2897"/>
                  </a:lnTo>
                  <a:lnTo>
                    <a:pt x="40" y="3322"/>
                  </a:lnTo>
                  <a:lnTo>
                    <a:pt x="1" y="3746"/>
                  </a:lnTo>
                  <a:lnTo>
                    <a:pt x="1" y="4210"/>
                  </a:lnTo>
                  <a:lnTo>
                    <a:pt x="78" y="4441"/>
                  </a:lnTo>
                  <a:lnTo>
                    <a:pt x="155" y="4673"/>
                  </a:lnTo>
                  <a:lnTo>
                    <a:pt x="348" y="5136"/>
                  </a:lnTo>
                  <a:lnTo>
                    <a:pt x="850" y="6025"/>
                  </a:lnTo>
                  <a:lnTo>
                    <a:pt x="1970" y="8187"/>
                  </a:lnTo>
                  <a:lnTo>
                    <a:pt x="4133" y="12435"/>
                  </a:lnTo>
                  <a:lnTo>
                    <a:pt x="5253" y="14558"/>
                  </a:lnTo>
                  <a:lnTo>
                    <a:pt x="6411" y="16682"/>
                  </a:lnTo>
                  <a:lnTo>
                    <a:pt x="5484" y="16875"/>
                  </a:lnTo>
                  <a:lnTo>
                    <a:pt x="4596" y="16991"/>
                  </a:lnTo>
                  <a:lnTo>
                    <a:pt x="4596" y="16991"/>
                  </a:lnTo>
                  <a:lnTo>
                    <a:pt x="4673" y="16837"/>
                  </a:lnTo>
                  <a:lnTo>
                    <a:pt x="4712" y="16682"/>
                  </a:lnTo>
                  <a:lnTo>
                    <a:pt x="4712" y="16528"/>
                  </a:lnTo>
                  <a:lnTo>
                    <a:pt x="4635" y="16373"/>
                  </a:lnTo>
                  <a:lnTo>
                    <a:pt x="4557" y="16219"/>
                  </a:lnTo>
                  <a:lnTo>
                    <a:pt x="4442" y="16103"/>
                  </a:lnTo>
                  <a:lnTo>
                    <a:pt x="4326" y="15987"/>
                  </a:lnTo>
                  <a:lnTo>
                    <a:pt x="4133" y="15910"/>
                  </a:lnTo>
                  <a:lnTo>
                    <a:pt x="3862" y="15871"/>
                  </a:lnTo>
                  <a:lnTo>
                    <a:pt x="3592" y="15871"/>
                  </a:lnTo>
                  <a:lnTo>
                    <a:pt x="3322" y="15949"/>
                  </a:lnTo>
                  <a:lnTo>
                    <a:pt x="3090" y="16103"/>
                  </a:lnTo>
                  <a:lnTo>
                    <a:pt x="2897" y="16258"/>
                  </a:lnTo>
                  <a:lnTo>
                    <a:pt x="2743" y="16489"/>
                  </a:lnTo>
                  <a:lnTo>
                    <a:pt x="2588" y="16721"/>
                  </a:lnTo>
                  <a:lnTo>
                    <a:pt x="2550" y="16991"/>
                  </a:lnTo>
                  <a:lnTo>
                    <a:pt x="2511" y="17416"/>
                  </a:lnTo>
                  <a:lnTo>
                    <a:pt x="2550" y="17725"/>
                  </a:lnTo>
                  <a:lnTo>
                    <a:pt x="2704" y="17995"/>
                  </a:lnTo>
                  <a:lnTo>
                    <a:pt x="2858" y="18227"/>
                  </a:lnTo>
                  <a:lnTo>
                    <a:pt x="3129" y="18381"/>
                  </a:lnTo>
                  <a:lnTo>
                    <a:pt x="3399" y="18497"/>
                  </a:lnTo>
                  <a:lnTo>
                    <a:pt x="3747" y="18574"/>
                  </a:lnTo>
                  <a:lnTo>
                    <a:pt x="4094" y="18613"/>
                  </a:lnTo>
                  <a:lnTo>
                    <a:pt x="4442" y="18613"/>
                  </a:lnTo>
                  <a:lnTo>
                    <a:pt x="4828" y="18574"/>
                  </a:lnTo>
                  <a:lnTo>
                    <a:pt x="5639" y="18420"/>
                  </a:lnTo>
                  <a:lnTo>
                    <a:pt x="6334" y="18266"/>
                  </a:lnTo>
                  <a:lnTo>
                    <a:pt x="6952" y="18072"/>
                  </a:lnTo>
                  <a:lnTo>
                    <a:pt x="7067" y="18034"/>
                  </a:lnTo>
                  <a:lnTo>
                    <a:pt x="7299" y="17957"/>
                  </a:lnTo>
                  <a:lnTo>
                    <a:pt x="8149" y="17570"/>
                  </a:lnTo>
                  <a:lnTo>
                    <a:pt x="8612" y="18497"/>
                  </a:lnTo>
                  <a:lnTo>
                    <a:pt x="9037" y="19463"/>
                  </a:lnTo>
                  <a:lnTo>
                    <a:pt x="9269" y="20003"/>
                  </a:lnTo>
                  <a:lnTo>
                    <a:pt x="9423" y="20351"/>
                  </a:lnTo>
                  <a:lnTo>
                    <a:pt x="9539" y="20660"/>
                  </a:lnTo>
                  <a:lnTo>
                    <a:pt x="9770" y="20621"/>
                  </a:lnTo>
                  <a:lnTo>
                    <a:pt x="9693" y="20428"/>
                  </a:lnTo>
                  <a:lnTo>
                    <a:pt x="9423" y="19656"/>
                  </a:lnTo>
                  <a:lnTo>
                    <a:pt x="9114" y="18922"/>
                  </a:lnTo>
                  <a:lnTo>
                    <a:pt x="8767" y="18150"/>
                  </a:lnTo>
                  <a:lnTo>
                    <a:pt x="8419" y="17416"/>
                  </a:lnTo>
                  <a:lnTo>
                    <a:pt x="8960" y="17107"/>
                  </a:lnTo>
                  <a:lnTo>
                    <a:pt x="9539" y="16760"/>
                  </a:lnTo>
                  <a:lnTo>
                    <a:pt x="10041" y="16373"/>
                  </a:lnTo>
                  <a:lnTo>
                    <a:pt x="10272" y="16180"/>
                  </a:lnTo>
                  <a:lnTo>
                    <a:pt x="10466" y="15949"/>
                  </a:lnTo>
                  <a:lnTo>
                    <a:pt x="10659" y="15717"/>
                  </a:lnTo>
                  <a:lnTo>
                    <a:pt x="10813" y="15485"/>
                  </a:lnTo>
                  <a:lnTo>
                    <a:pt x="10929" y="15254"/>
                  </a:lnTo>
                  <a:lnTo>
                    <a:pt x="10968" y="14983"/>
                  </a:lnTo>
                  <a:lnTo>
                    <a:pt x="10968" y="14752"/>
                  </a:lnTo>
                  <a:lnTo>
                    <a:pt x="10929" y="14520"/>
                  </a:lnTo>
                  <a:lnTo>
                    <a:pt x="10852" y="14250"/>
                  </a:lnTo>
                  <a:lnTo>
                    <a:pt x="10659" y="13979"/>
                  </a:lnTo>
                  <a:lnTo>
                    <a:pt x="10504" y="13825"/>
                  </a:lnTo>
                  <a:lnTo>
                    <a:pt x="10272" y="13670"/>
                  </a:lnTo>
                  <a:lnTo>
                    <a:pt x="10041" y="13555"/>
                  </a:lnTo>
                  <a:lnTo>
                    <a:pt x="9809" y="13516"/>
                  </a:lnTo>
                  <a:lnTo>
                    <a:pt x="9539" y="13516"/>
                  </a:lnTo>
                  <a:lnTo>
                    <a:pt x="9307" y="13555"/>
                  </a:lnTo>
                  <a:lnTo>
                    <a:pt x="9075" y="13670"/>
                  </a:lnTo>
                  <a:lnTo>
                    <a:pt x="8882" y="13863"/>
                  </a:lnTo>
                  <a:lnTo>
                    <a:pt x="8767" y="14056"/>
                  </a:lnTo>
                  <a:lnTo>
                    <a:pt x="8728" y="14250"/>
                  </a:lnTo>
                  <a:lnTo>
                    <a:pt x="8689" y="14443"/>
                  </a:lnTo>
                  <a:lnTo>
                    <a:pt x="8689" y="14636"/>
                  </a:lnTo>
                  <a:lnTo>
                    <a:pt x="8728" y="14829"/>
                  </a:lnTo>
                  <a:lnTo>
                    <a:pt x="8805" y="15022"/>
                  </a:lnTo>
                  <a:lnTo>
                    <a:pt x="8921" y="15176"/>
                  </a:lnTo>
                  <a:lnTo>
                    <a:pt x="9075" y="15331"/>
                  </a:lnTo>
                  <a:lnTo>
                    <a:pt x="8728" y="15640"/>
                  </a:lnTo>
                  <a:lnTo>
                    <a:pt x="8342" y="15871"/>
                  </a:lnTo>
                  <a:lnTo>
                    <a:pt x="7917" y="16103"/>
                  </a:lnTo>
                  <a:lnTo>
                    <a:pt x="7454" y="16296"/>
                  </a:lnTo>
                  <a:lnTo>
                    <a:pt x="7531" y="16258"/>
                  </a:lnTo>
                  <a:lnTo>
                    <a:pt x="7608" y="16219"/>
                  </a:lnTo>
                  <a:lnTo>
                    <a:pt x="7608" y="16142"/>
                  </a:lnTo>
                  <a:lnTo>
                    <a:pt x="7608" y="16026"/>
                  </a:lnTo>
                  <a:lnTo>
                    <a:pt x="5330" y="6488"/>
                  </a:lnTo>
                  <a:lnTo>
                    <a:pt x="4712" y="4094"/>
                  </a:lnTo>
                  <a:lnTo>
                    <a:pt x="4480" y="3013"/>
                  </a:lnTo>
                  <a:lnTo>
                    <a:pt x="4326" y="2511"/>
                  </a:lnTo>
                  <a:lnTo>
                    <a:pt x="4249" y="2240"/>
                  </a:lnTo>
                  <a:lnTo>
                    <a:pt x="4094" y="2009"/>
                  </a:lnTo>
                  <a:lnTo>
                    <a:pt x="3824" y="1700"/>
                  </a:lnTo>
                  <a:lnTo>
                    <a:pt x="3515" y="1352"/>
                  </a:lnTo>
                  <a:lnTo>
                    <a:pt x="3129" y="1082"/>
                  </a:lnTo>
                  <a:lnTo>
                    <a:pt x="2704" y="812"/>
                  </a:lnTo>
                  <a:lnTo>
                    <a:pt x="2318" y="580"/>
                  </a:lnTo>
                  <a:lnTo>
                    <a:pt x="1854" y="387"/>
                  </a:lnTo>
                  <a:lnTo>
                    <a:pt x="108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5" name="Google Shape;4275;p18"/>
            <p:cNvSpPr/>
            <p:nvPr/>
          </p:nvSpPr>
          <p:spPr>
            <a:xfrm>
              <a:off x="319200" y="3515375"/>
              <a:ext cx="324400" cy="208550"/>
            </a:xfrm>
            <a:custGeom>
              <a:avLst/>
              <a:gdLst/>
              <a:ahLst/>
              <a:cxnLst/>
              <a:rect l="l" t="t" r="r" b="b"/>
              <a:pathLst>
                <a:path w="12976" h="8342" extrusionOk="0">
                  <a:moveTo>
                    <a:pt x="6758" y="309"/>
                  </a:moveTo>
                  <a:lnTo>
                    <a:pt x="6874" y="348"/>
                  </a:lnTo>
                  <a:lnTo>
                    <a:pt x="7029" y="387"/>
                  </a:lnTo>
                  <a:lnTo>
                    <a:pt x="7222" y="502"/>
                  </a:lnTo>
                  <a:lnTo>
                    <a:pt x="7299" y="502"/>
                  </a:lnTo>
                  <a:lnTo>
                    <a:pt x="7453" y="773"/>
                  </a:lnTo>
                  <a:lnTo>
                    <a:pt x="7569" y="1043"/>
                  </a:lnTo>
                  <a:lnTo>
                    <a:pt x="7608" y="1352"/>
                  </a:lnTo>
                  <a:lnTo>
                    <a:pt x="7569" y="1661"/>
                  </a:lnTo>
                  <a:lnTo>
                    <a:pt x="7492" y="1970"/>
                  </a:lnTo>
                  <a:lnTo>
                    <a:pt x="7415" y="2240"/>
                  </a:lnTo>
                  <a:lnTo>
                    <a:pt x="7222" y="2858"/>
                  </a:lnTo>
                  <a:lnTo>
                    <a:pt x="6411" y="4905"/>
                  </a:lnTo>
                  <a:lnTo>
                    <a:pt x="6411" y="4943"/>
                  </a:lnTo>
                  <a:lnTo>
                    <a:pt x="6295" y="4943"/>
                  </a:lnTo>
                  <a:lnTo>
                    <a:pt x="6218" y="3978"/>
                  </a:lnTo>
                  <a:lnTo>
                    <a:pt x="6140" y="2974"/>
                  </a:lnTo>
                  <a:lnTo>
                    <a:pt x="6140" y="1854"/>
                  </a:lnTo>
                  <a:lnTo>
                    <a:pt x="6179" y="1352"/>
                  </a:lnTo>
                  <a:lnTo>
                    <a:pt x="6218" y="1043"/>
                  </a:lnTo>
                  <a:lnTo>
                    <a:pt x="6295" y="734"/>
                  </a:lnTo>
                  <a:lnTo>
                    <a:pt x="6449" y="502"/>
                  </a:lnTo>
                  <a:lnTo>
                    <a:pt x="6527" y="425"/>
                  </a:lnTo>
                  <a:lnTo>
                    <a:pt x="6642" y="348"/>
                  </a:lnTo>
                  <a:lnTo>
                    <a:pt x="6758" y="309"/>
                  </a:lnTo>
                  <a:close/>
                  <a:moveTo>
                    <a:pt x="11971" y="4711"/>
                  </a:moveTo>
                  <a:lnTo>
                    <a:pt x="12087" y="4750"/>
                  </a:lnTo>
                  <a:lnTo>
                    <a:pt x="12164" y="4827"/>
                  </a:lnTo>
                  <a:lnTo>
                    <a:pt x="12280" y="4905"/>
                  </a:lnTo>
                  <a:lnTo>
                    <a:pt x="12319" y="4982"/>
                  </a:lnTo>
                  <a:lnTo>
                    <a:pt x="12396" y="5136"/>
                  </a:lnTo>
                  <a:lnTo>
                    <a:pt x="12435" y="5484"/>
                  </a:lnTo>
                  <a:lnTo>
                    <a:pt x="12319" y="5600"/>
                  </a:lnTo>
                  <a:lnTo>
                    <a:pt x="12126" y="5677"/>
                  </a:lnTo>
                  <a:lnTo>
                    <a:pt x="11933" y="5754"/>
                  </a:lnTo>
                  <a:lnTo>
                    <a:pt x="11701" y="5793"/>
                  </a:lnTo>
                  <a:lnTo>
                    <a:pt x="11199" y="5831"/>
                  </a:lnTo>
                  <a:lnTo>
                    <a:pt x="10041" y="5831"/>
                  </a:lnTo>
                  <a:lnTo>
                    <a:pt x="9230" y="5754"/>
                  </a:lnTo>
                  <a:lnTo>
                    <a:pt x="8612" y="5677"/>
                  </a:lnTo>
                  <a:lnTo>
                    <a:pt x="7994" y="5561"/>
                  </a:lnTo>
                  <a:lnTo>
                    <a:pt x="6758" y="5252"/>
                  </a:lnTo>
                  <a:lnTo>
                    <a:pt x="7955" y="5020"/>
                  </a:lnTo>
                  <a:lnTo>
                    <a:pt x="9191" y="4866"/>
                  </a:lnTo>
                  <a:lnTo>
                    <a:pt x="9925" y="4789"/>
                  </a:lnTo>
                  <a:lnTo>
                    <a:pt x="10658" y="4750"/>
                  </a:lnTo>
                  <a:lnTo>
                    <a:pt x="11353" y="4711"/>
                  </a:lnTo>
                  <a:close/>
                  <a:moveTo>
                    <a:pt x="5638" y="5754"/>
                  </a:moveTo>
                  <a:lnTo>
                    <a:pt x="4557" y="6449"/>
                  </a:lnTo>
                  <a:lnTo>
                    <a:pt x="3437" y="7106"/>
                  </a:lnTo>
                  <a:lnTo>
                    <a:pt x="2820" y="7376"/>
                  </a:lnTo>
                  <a:lnTo>
                    <a:pt x="2202" y="7685"/>
                  </a:lnTo>
                  <a:lnTo>
                    <a:pt x="1816" y="7801"/>
                  </a:lnTo>
                  <a:lnTo>
                    <a:pt x="1429" y="7917"/>
                  </a:lnTo>
                  <a:lnTo>
                    <a:pt x="1120" y="7955"/>
                  </a:lnTo>
                  <a:lnTo>
                    <a:pt x="927" y="7917"/>
                  </a:lnTo>
                  <a:lnTo>
                    <a:pt x="850" y="7878"/>
                  </a:lnTo>
                  <a:lnTo>
                    <a:pt x="773" y="7801"/>
                  </a:lnTo>
                  <a:lnTo>
                    <a:pt x="734" y="7685"/>
                  </a:lnTo>
                  <a:lnTo>
                    <a:pt x="696" y="7530"/>
                  </a:lnTo>
                  <a:lnTo>
                    <a:pt x="696" y="7376"/>
                  </a:lnTo>
                  <a:lnTo>
                    <a:pt x="696" y="7221"/>
                  </a:lnTo>
                  <a:lnTo>
                    <a:pt x="734" y="7144"/>
                  </a:lnTo>
                  <a:lnTo>
                    <a:pt x="812" y="7067"/>
                  </a:lnTo>
                  <a:lnTo>
                    <a:pt x="1005" y="6990"/>
                  </a:lnTo>
                  <a:lnTo>
                    <a:pt x="1275" y="6874"/>
                  </a:lnTo>
                  <a:lnTo>
                    <a:pt x="1893" y="6642"/>
                  </a:lnTo>
                  <a:lnTo>
                    <a:pt x="2742" y="6449"/>
                  </a:lnTo>
                  <a:lnTo>
                    <a:pt x="3592" y="6295"/>
                  </a:lnTo>
                  <a:lnTo>
                    <a:pt x="4634" y="6063"/>
                  </a:lnTo>
                  <a:lnTo>
                    <a:pt x="5136" y="5909"/>
                  </a:lnTo>
                  <a:lnTo>
                    <a:pt x="5638" y="5754"/>
                  </a:lnTo>
                  <a:close/>
                  <a:moveTo>
                    <a:pt x="6951" y="0"/>
                  </a:moveTo>
                  <a:lnTo>
                    <a:pt x="6720" y="39"/>
                  </a:lnTo>
                  <a:lnTo>
                    <a:pt x="6527" y="116"/>
                  </a:lnTo>
                  <a:lnTo>
                    <a:pt x="6333" y="232"/>
                  </a:lnTo>
                  <a:lnTo>
                    <a:pt x="6140" y="425"/>
                  </a:lnTo>
                  <a:lnTo>
                    <a:pt x="5986" y="618"/>
                  </a:lnTo>
                  <a:lnTo>
                    <a:pt x="5909" y="811"/>
                  </a:lnTo>
                  <a:lnTo>
                    <a:pt x="5793" y="1275"/>
                  </a:lnTo>
                  <a:lnTo>
                    <a:pt x="5793" y="1777"/>
                  </a:lnTo>
                  <a:lnTo>
                    <a:pt x="5831" y="2742"/>
                  </a:lnTo>
                  <a:lnTo>
                    <a:pt x="5909" y="3901"/>
                  </a:lnTo>
                  <a:lnTo>
                    <a:pt x="5986" y="4480"/>
                  </a:lnTo>
                  <a:lnTo>
                    <a:pt x="6063" y="5020"/>
                  </a:lnTo>
                  <a:lnTo>
                    <a:pt x="6025" y="5136"/>
                  </a:lnTo>
                  <a:lnTo>
                    <a:pt x="6063" y="5252"/>
                  </a:lnTo>
                  <a:lnTo>
                    <a:pt x="5523" y="5445"/>
                  </a:lnTo>
                  <a:lnTo>
                    <a:pt x="4982" y="5561"/>
                  </a:lnTo>
                  <a:lnTo>
                    <a:pt x="3939" y="5831"/>
                  </a:lnTo>
                  <a:lnTo>
                    <a:pt x="2858" y="6024"/>
                  </a:lnTo>
                  <a:lnTo>
                    <a:pt x="2318" y="6179"/>
                  </a:lnTo>
                  <a:lnTo>
                    <a:pt x="1777" y="6295"/>
                  </a:lnTo>
                  <a:lnTo>
                    <a:pt x="1198" y="6488"/>
                  </a:lnTo>
                  <a:lnTo>
                    <a:pt x="850" y="6642"/>
                  </a:lnTo>
                  <a:lnTo>
                    <a:pt x="503" y="6835"/>
                  </a:lnTo>
                  <a:lnTo>
                    <a:pt x="232" y="7028"/>
                  </a:lnTo>
                  <a:lnTo>
                    <a:pt x="116" y="7144"/>
                  </a:lnTo>
                  <a:lnTo>
                    <a:pt x="39" y="7299"/>
                  </a:lnTo>
                  <a:lnTo>
                    <a:pt x="1" y="7415"/>
                  </a:lnTo>
                  <a:lnTo>
                    <a:pt x="1" y="7569"/>
                  </a:lnTo>
                  <a:lnTo>
                    <a:pt x="39" y="7723"/>
                  </a:lnTo>
                  <a:lnTo>
                    <a:pt x="116" y="7917"/>
                  </a:lnTo>
                  <a:lnTo>
                    <a:pt x="232" y="8032"/>
                  </a:lnTo>
                  <a:lnTo>
                    <a:pt x="348" y="8148"/>
                  </a:lnTo>
                  <a:lnTo>
                    <a:pt x="503" y="8225"/>
                  </a:lnTo>
                  <a:lnTo>
                    <a:pt x="618" y="8264"/>
                  </a:lnTo>
                  <a:lnTo>
                    <a:pt x="927" y="8341"/>
                  </a:lnTo>
                  <a:lnTo>
                    <a:pt x="1275" y="8341"/>
                  </a:lnTo>
                  <a:lnTo>
                    <a:pt x="1622" y="8303"/>
                  </a:lnTo>
                  <a:lnTo>
                    <a:pt x="1931" y="8187"/>
                  </a:lnTo>
                  <a:lnTo>
                    <a:pt x="2549" y="7994"/>
                  </a:lnTo>
                  <a:lnTo>
                    <a:pt x="3553" y="7530"/>
                  </a:lnTo>
                  <a:lnTo>
                    <a:pt x="4519" y="6990"/>
                  </a:lnTo>
                  <a:lnTo>
                    <a:pt x="5445" y="6372"/>
                  </a:lnTo>
                  <a:lnTo>
                    <a:pt x="5909" y="6063"/>
                  </a:lnTo>
                  <a:lnTo>
                    <a:pt x="6333" y="5715"/>
                  </a:lnTo>
                  <a:lnTo>
                    <a:pt x="6527" y="6102"/>
                  </a:lnTo>
                  <a:lnTo>
                    <a:pt x="6642" y="6295"/>
                  </a:lnTo>
                  <a:lnTo>
                    <a:pt x="6758" y="6449"/>
                  </a:lnTo>
                  <a:lnTo>
                    <a:pt x="7029" y="6372"/>
                  </a:lnTo>
                  <a:lnTo>
                    <a:pt x="7029" y="6333"/>
                  </a:lnTo>
                  <a:lnTo>
                    <a:pt x="6835" y="5986"/>
                  </a:lnTo>
                  <a:lnTo>
                    <a:pt x="6758" y="5831"/>
                  </a:lnTo>
                  <a:lnTo>
                    <a:pt x="6720" y="5638"/>
                  </a:lnTo>
                  <a:lnTo>
                    <a:pt x="6720" y="5561"/>
                  </a:lnTo>
                  <a:lnTo>
                    <a:pt x="7569" y="5831"/>
                  </a:lnTo>
                  <a:lnTo>
                    <a:pt x="8496" y="6063"/>
                  </a:lnTo>
                  <a:lnTo>
                    <a:pt x="9384" y="6179"/>
                  </a:lnTo>
                  <a:lnTo>
                    <a:pt x="10311" y="6217"/>
                  </a:lnTo>
                  <a:lnTo>
                    <a:pt x="11006" y="6217"/>
                  </a:lnTo>
                  <a:lnTo>
                    <a:pt x="11469" y="6179"/>
                  </a:lnTo>
                  <a:lnTo>
                    <a:pt x="11933" y="6140"/>
                  </a:lnTo>
                  <a:lnTo>
                    <a:pt x="12357" y="5986"/>
                  </a:lnTo>
                  <a:lnTo>
                    <a:pt x="12512" y="5909"/>
                  </a:lnTo>
                  <a:lnTo>
                    <a:pt x="12666" y="5793"/>
                  </a:lnTo>
                  <a:lnTo>
                    <a:pt x="12821" y="5677"/>
                  </a:lnTo>
                  <a:lnTo>
                    <a:pt x="12898" y="5522"/>
                  </a:lnTo>
                  <a:lnTo>
                    <a:pt x="12975" y="5368"/>
                  </a:lnTo>
                  <a:lnTo>
                    <a:pt x="12975" y="5175"/>
                  </a:lnTo>
                  <a:lnTo>
                    <a:pt x="12975" y="4982"/>
                  </a:lnTo>
                  <a:lnTo>
                    <a:pt x="12898" y="4827"/>
                  </a:lnTo>
                  <a:lnTo>
                    <a:pt x="12821" y="4711"/>
                  </a:lnTo>
                  <a:lnTo>
                    <a:pt x="12744" y="4634"/>
                  </a:lnTo>
                  <a:lnTo>
                    <a:pt x="12628" y="4518"/>
                  </a:lnTo>
                  <a:lnTo>
                    <a:pt x="12473" y="4480"/>
                  </a:lnTo>
                  <a:lnTo>
                    <a:pt x="12164" y="4364"/>
                  </a:lnTo>
                  <a:lnTo>
                    <a:pt x="11817" y="4325"/>
                  </a:lnTo>
                  <a:lnTo>
                    <a:pt x="11469" y="4325"/>
                  </a:lnTo>
                  <a:lnTo>
                    <a:pt x="10890" y="4364"/>
                  </a:lnTo>
                  <a:lnTo>
                    <a:pt x="9847" y="4403"/>
                  </a:lnTo>
                  <a:lnTo>
                    <a:pt x="8843" y="4480"/>
                  </a:lnTo>
                  <a:lnTo>
                    <a:pt x="7839" y="4634"/>
                  </a:lnTo>
                  <a:lnTo>
                    <a:pt x="6835" y="4827"/>
                  </a:lnTo>
                  <a:lnTo>
                    <a:pt x="7376" y="3476"/>
                  </a:lnTo>
                  <a:lnTo>
                    <a:pt x="7646" y="2742"/>
                  </a:lnTo>
                  <a:lnTo>
                    <a:pt x="7839" y="2047"/>
                  </a:lnTo>
                  <a:lnTo>
                    <a:pt x="7917" y="1815"/>
                  </a:lnTo>
                  <a:lnTo>
                    <a:pt x="7917" y="1545"/>
                  </a:lnTo>
                  <a:lnTo>
                    <a:pt x="7917" y="1313"/>
                  </a:lnTo>
                  <a:lnTo>
                    <a:pt x="7878" y="1082"/>
                  </a:lnTo>
                  <a:lnTo>
                    <a:pt x="7801" y="850"/>
                  </a:lnTo>
                  <a:lnTo>
                    <a:pt x="7685" y="618"/>
                  </a:lnTo>
                  <a:lnTo>
                    <a:pt x="7531" y="425"/>
                  </a:lnTo>
                  <a:lnTo>
                    <a:pt x="7337" y="271"/>
                  </a:lnTo>
                  <a:lnTo>
                    <a:pt x="7260" y="155"/>
                  </a:lnTo>
                  <a:lnTo>
                    <a:pt x="7144" y="78"/>
                  </a:lnTo>
                  <a:lnTo>
                    <a:pt x="695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6" name="Google Shape;4276;p18"/>
            <p:cNvSpPr/>
            <p:nvPr/>
          </p:nvSpPr>
          <p:spPr>
            <a:xfrm>
              <a:off x="2371575" y="3521175"/>
              <a:ext cx="106225" cy="123575"/>
            </a:xfrm>
            <a:custGeom>
              <a:avLst/>
              <a:gdLst/>
              <a:ahLst/>
              <a:cxnLst/>
              <a:rect l="l" t="t" r="r" b="b"/>
              <a:pathLst>
                <a:path w="4249" h="4943" extrusionOk="0">
                  <a:moveTo>
                    <a:pt x="3862" y="0"/>
                  </a:moveTo>
                  <a:lnTo>
                    <a:pt x="3592" y="541"/>
                  </a:lnTo>
                  <a:lnTo>
                    <a:pt x="3245" y="1120"/>
                  </a:lnTo>
                  <a:lnTo>
                    <a:pt x="2897" y="1661"/>
                  </a:lnTo>
                  <a:lnTo>
                    <a:pt x="2511" y="2163"/>
                  </a:lnTo>
                  <a:lnTo>
                    <a:pt x="1932" y="2858"/>
                  </a:lnTo>
                  <a:lnTo>
                    <a:pt x="1314" y="3475"/>
                  </a:lnTo>
                  <a:lnTo>
                    <a:pt x="1005" y="3746"/>
                  </a:lnTo>
                  <a:lnTo>
                    <a:pt x="657" y="4016"/>
                  </a:lnTo>
                  <a:lnTo>
                    <a:pt x="310" y="4248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41" y="4750"/>
                  </a:lnTo>
                  <a:lnTo>
                    <a:pt x="966" y="4518"/>
                  </a:lnTo>
                  <a:lnTo>
                    <a:pt x="1314" y="4209"/>
                  </a:lnTo>
                  <a:lnTo>
                    <a:pt x="1700" y="3900"/>
                  </a:lnTo>
                  <a:lnTo>
                    <a:pt x="2009" y="3553"/>
                  </a:lnTo>
                  <a:lnTo>
                    <a:pt x="2356" y="3167"/>
                  </a:lnTo>
                  <a:lnTo>
                    <a:pt x="2897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2"/>
                  </a:lnTo>
                  <a:lnTo>
                    <a:pt x="4248" y="155"/>
                  </a:lnTo>
                  <a:lnTo>
                    <a:pt x="386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7" name="Google Shape;4277;p18"/>
            <p:cNvSpPr/>
            <p:nvPr/>
          </p:nvSpPr>
          <p:spPr>
            <a:xfrm>
              <a:off x="2320425" y="35221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1"/>
                  </a:moveTo>
                  <a:lnTo>
                    <a:pt x="1004" y="310"/>
                  </a:lnTo>
                  <a:lnTo>
                    <a:pt x="1236" y="387"/>
                  </a:lnTo>
                  <a:lnTo>
                    <a:pt x="1429" y="541"/>
                  </a:lnTo>
                  <a:lnTo>
                    <a:pt x="1545" y="773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3" y="1198"/>
                  </a:lnTo>
                  <a:lnTo>
                    <a:pt x="1545" y="1314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5"/>
                  </a:lnTo>
                  <a:lnTo>
                    <a:pt x="966" y="1584"/>
                  </a:lnTo>
                  <a:lnTo>
                    <a:pt x="773" y="1545"/>
                  </a:lnTo>
                  <a:lnTo>
                    <a:pt x="657" y="1507"/>
                  </a:lnTo>
                  <a:lnTo>
                    <a:pt x="579" y="1430"/>
                  </a:lnTo>
                  <a:lnTo>
                    <a:pt x="502" y="1314"/>
                  </a:lnTo>
                  <a:lnTo>
                    <a:pt x="464" y="1236"/>
                  </a:lnTo>
                  <a:lnTo>
                    <a:pt x="425" y="1005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426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1043" y="1"/>
                  </a:moveTo>
                  <a:lnTo>
                    <a:pt x="850" y="39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117"/>
                  </a:lnTo>
                  <a:lnTo>
                    <a:pt x="271" y="232"/>
                  </a:lnTo>
                  <a:lnTo>
                    <a:pt x="155" y="348"/>
                  </a:lnTo>
                  <a:lnTo>
                    <a:pt x="77" y="541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7" y="1468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932"/>
                  </a:lnTo>
                  <a:lnTo>
                    <a:pt x="1622" y="1816"/>
                  </a:lnTo>
                  <a:lnTo>
                    <a:pt x="1777" y="1700"/>
                  </a:lnTo>
                  <a:lnTo>
                    <a:pt x="1892" y="1545"/>
                  </a:lnTo>
                  <a:lnTo>
                    <a:pt x="1970" y="1352"/>
                  </a:lnTo>
                  <a:lnTo>
                    <a:pt x="2047" y="1198"/>
                  </a:lnTo>
                  <a:lnTo>
                    <a:pt x="2085" y="1005"/>
                  </a:lnTo>
                  <a:lnTo>
                    <a:pt x="2047" y="812"/>
                  </a:lnTo>
                  <a:lnTo>
                    <a:pt x="1970" y="619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3" y="155"/>
                  </a:lnTo>
                  <a:lnTo>
                    <a:pt x="1429" y="78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8" name="Google Shape;4278;p18"/>
            <p:cNvSpPr/>
            <p:nvPr/>
          </p:nvSpPr>
          <p:spPr>
            <a:xfrm>
              <a:off x="5925125" y="3542400"/>
              <a:ext cx="60825" cy="90775"/>
            </a:xfrm>
            <a:custGeom>
              <a:avLst/>
              <a:gdLst/>
              <a:ahLst/>
              <a:cxnLst/>
              <a:rect l="l" t="t" r="r" b="b"/>
              <a:pathLst>
                <a:path w="2433" h="3631" extrusionOk="0">
                  <a:moveTo>
                    <a:pt x="1197" y="1"/>
                  </a:moveTo>
                  <a:lnTo>
                    <a:pt x="1081" y="39"/>
                  </a:lnTo>
                  <a:lnTo>
                    <a:pt x="1004" y="78"/>
                  </a:lnTo>
                  <a:lnTo>
                    <a:pt x="966" y="117"/>
                  </a:lnTo>
                  <a:lnTo>
                    <a:pt x="927" y="194"/>
                  </a:lnTo>
                  <a:lnTo>
                    <a:pt x="927" y="271"/>
                  </a:lnTo>
                  <a:lnTo>
                    <a:pt x="850" y="271"/>
                  </a:lnTo>
                  <a:lnTo>
                    <a:pt x="772" y="310"/>
                  </a:lnTo>
                  <a:lnTo>
                    <a:pt x="734" y="348"/>
                  </a:lnTo>
                  <a:lnTo>
                    <a:pt x="695" y="425"/>
                  </a:lnTo>
                  <a:lnTo>
                    <a:pt x="695" y="541"/>
                  </a:lnTo>
                  <a:lnTo>
                    <a:pt x="695" y="619"/>
                  </a:lnTo>
                  <a:lnTo>
                    <a:pt x="772" y="696"/>
                  </a:lnTo>
                  <a:lnTo>
                    <a:pt x="850" y="734"/>
                  </a:lnTo>
                  <a:lnTo>
                    <a:pt x="1081" y="812"/>
                  </a:lnTo>
                  <a:lnTo>
                    <a:pt x="1274" y="966"/>
                  </a:lnTo>
                  <a:lnTo>
                    <a:pt x="1468" y="1121"/>
                  </a:lnTo>
                  <a:lnTo>
                    <a:pt x="1622" y="1275"/>
                  </a:lnTo>
                  <a:lnTo>
                    <a:pt x="1738" y="1507"/>
                  </a:lnTo>
                  <a:lnTo>
                    <a:pt x="1854" y="1700"/>
                  </a:lnTo>
                  <a:lnTo>
                    <a:pt x="1892" y="1931"/>
                  </a:lnTo>
                  <a:lnTo>
                    <a:pt x="1931" y="2163"/>
                  </a:lnTo>
                  <a:lnTo>
                    <a:pt x="1892" y="2472"/>
                  </a:lnTo>
                  <a:lnTo>
                    <a:pt x="1815" y="2742"/>
                  </a:lnTo>
                  <a:lnTo>
                    <a:pt x="1738" y="2897"/>
                  </a:lnTo>
                  <a:lnTo>
                    <a:pt x="1622" y="2974"/>
                  </a:lnTo>
                  <a:lnTo>
                    <a:pt x="1506" y="3090"/>
                  </a:lnTo>
                  <a:lnTo>
                    <a:pt x="1390" y="3128"/>
                  </a:lnTo>
                  <a:lnTo>
                    <a:pt x="1197" y="3167"/>
                  </a:lnTo>
                  <a:lnTo>
                    <a:pt x="1043" y="3128"/>
                  </a:lnTo>
                  <a:lnTo>
                    <a:pt x="927" y="3013"/>
                  </a:lnTo>
                  <a:lnTo>
                    <a:pt x="850" y="2897"/>
                  </a:lnTo>
                  <a:lnTo>
                    <a:pt x="811" y="2781"/>
                  </a:lnTo>
                  <a:lnTo>
                    <a:pt x="811" y="2626"/>
                  </a:lnTo>
                  <a:lnTo>
                    <a:pt x="888" y="2472"/>
                  </a:lnTo>
                  <a:lnTo>
                    <a:pt x="1043" y="2356"/>
                  </a:lnTo>
                  <a:lnTo>
                    <a:pt x="1120" y="2279"/>
                  </a:lnTo>
                  <a:lnTo>
                    <a:pt x="1159" y="2163"/>
                  </a:lnTo>
                  <a:lnTo>
                    <a:pt x="1120" y="2047"/>
                  </a:lnTo>
                  <a:lnTo>
                    <a:pt x="1043" y="1970"/>
                  </a:lnTo>
                  <a:lnTo>
                    <a:pt x="618" y="1623"/>
                  </a:lnTo>
                  <a:lnTo>
                    <a:pt x="425" y="1468"/>
                  </a:lnTo>
                  <a:lnTo>
                    <a:pt x="193" y="1352"/>
                  </a:lnTo>
                  <a:lnTo>
                    <a:pt x="0" y="1623"/>
                  </a:lnTo>
                  <a:lnTo>
                    <a:pt x="270" y="1893"/>
                  </a:lnTo>
                  <a:lnTo>
                    <a:pt x="541" y="2163"/>
                  </a:lnTo>
                  <a:lnTo>
                    <a:pt x="386" y="2395"/>
                  </a:lnTo>
                  <a:lnTo>
                    <a:pt x="309" y="2626"/>
                  </a:lnTo>
                  <a:lnTo>
                    <a:pt x="309" y="2935"/>
                  </a:lnTo>
                  <a:lnTo>
                    <a:pt x="348" y="3051"/>
                  </a:lnTo>
                  <a:lnTo>
                    <a:pt x="425" y="3206"/>
                  </a:lnTo>
                  <a:lnTo>
                    <a:pt x="541" y="3360"/>
                  </a:lnTo>
                  <a:lnTo>
                    <a:pt x="695" y="3476"/>
                  </a:lnTo>
                  <a:lnTo>
                    <a:pt x="850" y="3592"/>
                  </a:lnTo>
                  <a:lnTo>
                    <a:pt x="1081" y="3630"/>
                  </a:lnTo>
                  <a:lnTo>
                    <a:pt x="1274" y="3630"/>
                  </a:lnTo>
                  <a:lnTo>
                    <a:pt x="1468" y="3592"/>
                  </a:lnTo>
                  <a:lnTo>
                    <a:pt x="1661" y="3515"/>
                  </a:lnTo>
                  <a:lnTo>
                    <a:pt x="1854" y="3437"/>
                  </a:lnTo>
                  <a:lnTo>
                    <a:pt x="2047" y="3283"/>
                  </a:lnTo>
                  <a:lnTo>
                    <a:pt x="2201" y="3090"/>
                  </a:lnTo>
                  <a:lnTo>
                    <a:pt x="2317" y="2897"/>
                  </a:lnTo>
                  <a:lnTo>
                    <a:pt x="2394" y="2704"/>
                  </a:lnTo>
                  <a:lnTo>
                    <a:pt x="2433" y="2472"/>
                  </a:lnTo>
                  <a:lnTo>
                    <a:pt x="2433" y="2279"/>
                  </a:lnTo>
                  <a:lnTo>
                    <a:pt x="2433" y="2047"/>
                  </a:lnTo>
                  <a:lnTo>
                    <a:pt x="2356" y="1816"/>
                  </a:lnTo>
                  <a:lnTo>
                    <a:pt x="2317" y="1623"/>
                  </a:lnTo>
                  <a:lnTo>
                    <a:pt x="2201" y="1391"/>
                  </a:lnTo>
                  <a:lnTo>
                    <a:pt x="1931" y="1005"/>
                  </a:lnTo>
                  <a:lnTo>
                    <a:pt x="1622" y="657"/>
                  </a:lnTo>
                  <a:lnTo>
                    <a:pt x="1274" y="425"/>
                  </a:lnTo>
                  <a:lnTo>
                    <a:pt x="11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9" name="Google Shape;4279;p18"/>
            <p:cNvSpPr/>
            <p:nvPr/>
          </p:nvSpPr>
          <p:spPr>
            <a:xfrm>
              <a:off x="5032150" y="3545300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3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7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0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5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8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4"/>
                  </a:lnTo>
                  <a:lnTo>
                    <a:pt x="1159" y="541"/>
                  </a:lnTo>
                  <a:lnTo>
                    <a:pt x="1352" y="425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8"/>
                  </a:lnTo>
                  <a:lnTo>
                    <a:pt x="309" y="927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5"/>
                  </a:lnTo>
                  <a:lnTo>
                    <a:pt x="0" y="2009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4" y="2858"/>
                  </a:lnTo>
                  <a:lnTo>
                    <a:pt x="425" y="3244"/>
                  </a:lnTo>
                  <a:lnTo>
                    <a:pt x="695" y="3553"/>
                  </a:lnTo>
                  <a:lnTo>
                    <a:pt x="1043" y="3823"/>
                  </a:lnTo>
                  <a:lnTo>
                    <a:pt x="1468" y="4016"/>
                  </a:lnTo>
                  <a:lnTo>
                    <a:pt x="1661" y="4094"/>
                  </a:lnTo>
                  <a:lnTo>
                    <a:pt x="1893" y="4132"/>
                  </a:lnTo>
                  <a:lnTo>
                    <a:pt x="2317" y="4132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2"/>
                  </a:lnTo>
                  <a:lnTo>
                    <a:pt x="4171" y="1429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6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0" name="Google Shape;4280;p18"/>
            <p:cNvSpPr/>
            <p:nvPr/>
          </p:nvSpPr>
          <p:spPr>
            <a:xfrm>
              <a:off x="3784900" y="3554950"/>
              <a:ext cx="112950" cy="132275"/>
            </a:xfrm>
            <a:custGeom>
              <a:avLst/>
              <a:gdLst/>
              <a:ahLst/>
              <a:cxnLst/>
              <a:rect l="l" t="t" r="r" b="b"/>
              <a:pathLst>
                <a:path w="4518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0" y="78"/>
                  </a:lnTo>
                  <a:lnTo>
                    <a:pt x="2510" y="194"/>
                  </a:lnTo>
                  <a:lnTo>
                    <a:pt x="2240" y="310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3" y="2163"/>
                  </a:lnTo>
                  <a:lnTo>
                    <a:pt x="270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0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5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8" y="4866"/>
                  </a:lnTo>
                  <a:lnTo>
                    <a:pt x="888" y="4828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6" y="3167"/>
                  </a:lnTo>
                  <a:lnTo>
                    <a:pt x="772" y="2742"/>
                  </a:lnTo>
                  <a:lnTo>
                    <a:pt x="965" y="2318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79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1" name="Google Shape;4281;p18"/>
            <p:cNvSpPr/>
            <p:nvPr/>
          </p:nvSpPr>
          <p:spPr>
            <a:xfrm>
              <a:off x="5529325" y="356750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1"/>
                  </a:moveTo>
                  <a:lnTo>
                    <a:pt x="0" y="232"/>
                  </a:lnTo>
                  <a:lnTo>
                    <a:pt x="463" y="927"/>
                  </a:lnTo>
                  <a:lnTo>
                    <a:pt x="1043" y="1622"/>
                  </a:lnTo>
                  <a:lnTo>
                    <a:pt x="1661" y="2279"/>
                  </a:lnTo>
                  <a:lnTo>
                    <a:pt x="2356" y="2858"/>
                  </a:lnTo>
                  <a:lnTo>
                    <a:pt x="3089" y="3360"/>
                  </a:lnTo>
                  <a:lnTo>
                    <a:pt x="3862" y="3824"/>
                  </a:lnTo>
                  <a:lnTo>
                    <a:pt x="4672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21" y="4905"/>
                  </a:lnTo>
                  <a:lnTo>
                    <a:pt x="7684" y="4943"/>
                  </a:lnTo>
                  <a:lnTo>
                    <a:pt x="8109" y="4982"/>
                  </a:lnTo>
                  <a:lnTo>
                    <a:pt x="8534" y="4943"/>
                  </a:lnTo>
                  <a:lnTo>
                    <a:pt x="8959" y="4905"/>
                  </a:lnTo>
                  <a:lnTo>
                    <a:pt x="9383" y="4866"/>
                  </a:lnTo>
                  <a:lnTo>
                    <a:pt x="9808" y="4750"/>
                  </a:lnTo>
                  <a:lnTo>
                    <a:pt x="10233" y="4634"/>
                  </a:lnTo>
                  <a:lnTo>
                    <a:pt x="10658" y="4480"/>
                  </a:lnTo>
                  <a:lnTo>
                    <a:pt x="11044" y="4326"/>
                  </a:lnTo>
                  <a:lnTo>
                    <a:pt x="11469" y="4094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280" y="3553"/>
                  </a:lnTo>
                  <a:lnTo>
                    <a:pt x="12434" y="3167"/>
                  </a:lnTo>
                  <a:lnTo>
                    <a:pt x="12241" y="3167"/>
                  </a:lnTo>
                  <a:lnTo>
                    <a:pt x="12202" y="3128"/>
                  </a:lnTo>
                  <a:lnTo>
                    <a:pt x="12009" y="3128"/>
                  </a:lnTo>
                  <a:lnTo>
                    <a:pt x="11893" y="3167"/>
                  </a:lnTo>
                  <a:lnTo>
                    <a:pt x="11546" y="3437"/>
                  </a:lnTo>
                  <a:lnTo>
                    <a:pt x="11198" y="3669"/>
                  </a:lnTo>
                  <a:lnTo>
                    <a:pt x="10812" y="3862"/>
                  </a:lnTo>
                  <a:lnTo>
                    <a:pt x="10426" y="4017"/>
                  </a:lnTo>
                  <a:lnTo>
                    <a:pt x="10001" y="4171"/>
                  </a:lnTo>
                  <a:lnTo>
                    <a:pt x="9615" y="4287"/>
                  </a:lnTo>
                  <a:lnTo>
                    <a:pt x="9190" y="4364"/>
                  </a:lnTo>
                  <a:lnTo>
                    <a:pt x="8766" y="4403"/>
                  </a:lnTo>
                  <a:lnTo>
                    <a:pt x="8341" y="4441"/>
                  </a:lnTo>
                  <a:lnTo>
                    <a:pt x="7916" y="4480"/>
                  </a:lnTo>
                  <a:lnTo>
                    <a:pt x="7453" y="4441"/>
                  </a:lnTo>
                  <a:lnTo>
                    <a:pt x="7028" y="4403"/>
                  </a:lnTo>
                  <a:lnTo>
                    <a:pt x="6603" y="4326"/>
                  </a:lnTo>
                  <a:lnTo>
                    <a:pt x="6178" y="4248"/>
                  </a:lnTo>
                  <a:lnTo>
                    <a:pt x="5792" y="4132"/>
                  </a:lnTo>
                  <a:lnTo>
                    <a:pt x="5368" y="4017"/>
                  </a:lnTo>
                  <a:lnTo>
                    <a:pt x="4595" y="3669"/>
                  </a:lnTo>
                  <a:lnTo>
                    <a:pt x="3862" y="3283"/>
                  </a:lnTo>
                  <a:lnTo>
                    <a:pt x="3205" y="2820"/>
                  </a:lnTo>
                  <a:lnTo>
                    <a:pt x="2549" y="2318"/>
                  </a:lnTo>
                  <a:lnTo>
                    <a:pt x="1969" y="1777"/>
                  </a:lnTo>
                  <a:lnTo>
                    <a:pt x="1352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2" name="Google Shape;4282;p18"/>
            <p:cNvSpPr/>
            <p:nvPr/>
          </p:nvSpPr>
          <p:spPr>
            <a:xfrm>
              <a:off x="2258625" y="3569425"/>
              <a:ext cx="44450" cy="43475"/>
            </a:xfrm>
            <a:custGeom>
              <a:avLst/>
              <a:gdLst/>
              <a:ahLst/>
              <a:cxnLst/>
              <a:rect l="l" t="t" r="r" b="b"/>
              <a:pathLst>
                <a:path w="1778" h="1739" extrusionOk="0">
                  <a:moveTo>
                    <a:pt x="773" y="310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9"/>
                  </a:lnTo>
                  <a:lnTo>
                    <a:pt x="1391" y="773"/>
                  </a:lnTo>
                  <a:lnTo>
                    <a:pt x="1391" y="966"/>
                  </a:lnTo>
                  <a:lnTo>
                    <a:pt x="1352" y="1044"/>
                  </a:lnTo>
                  <a:lnTo>
                    <a:pt x="1275" y="1159"/>
                  </a:lnTo>
                  <a:lnTo>
                    <a:pt x="1198" y="1237"/>
                  </a:lnTo>
                  <a:lnTo>
                    <a:pt x="1082" y="1314"/>
                  </a:lnTo>
                  <a:lnTo>
                    <a:pt x="889" y="1352"/>
                  </a:lnTo>
                  <a:lnTo>
                    <a:pt x="696" y="1352"/>
                  </a:lnTo>
                  <a:lnTo>
                    <a:pt x="542" y="1237"/>
                  </a:lnTo>
                  <a:lnTo>
                    <a:pt x="426" y="1082"/>
                  </a:lnTo>
                  <a:lnTo>
                    <a:pt x="387" y="889"/>
                  </a:lnTo>
                  <a:lnTo>
                    <a:pt x="387" y="735"/>
                  </a:lnTo>
                  <a:lnTo>
                    <a:pt x="464" y="580"/>
                  </a:lnTo>
                  <a:lnTo>
                    <a:pt x="542" y="387"/>
                  </a:lnTo>
                  <a:lnTo>
                    <a:pt x="542" y="348"/>
                  </a:lnTo>
                  <a:lnTo>
                    <a:pt x="773" y="310"/>
                  </a:lnTo>
                  <a:close/>
                  <a:moveTo>
                    <a:pt x="773" y="1"/>
                  </a:moveTo>
                  <a:lnTo>
                    <a:pt x="619" y="40"/>
                  </a:lnTo>
                  <a:lnTo>
                    <a:pt x="464" y="117"/>
                  </a:lnTo>
                  <a:lnTo>
                    <a:pt x="426" y="155"/>
                  </a:lnTo>
                  <a:lnTo>
                    <a:pt x="348" y="194"/>
                  </a:lnTo>
                  <a:lnTo>
                    <a:pt x="233" y="271"/>
                  </a:lnTo>
                  <a:lnTo>
                    <a:pt x="117" y="387"/>
                  </a:lnTo>
                  <a:lnTo>
                    <a:pt x="40" y="503"/>
                  </a:lnTo>
                  <a:lnTo>
                    <a:pt x="1" y="657"/>
                  </a:lnTo>
                  <a:lnTo>
                    <a:pt x="1" y="850"/>
                  </a:lnTo>
                  <a:lnTo>
                    <a:pt x="1" y="1005"/>
                  </a:lnTo>
                  <a:lnTo>
                    <a:pt x="40" y="1159"/>
                  </a:lnTo>
                  <a:lnTo>
                    <a:pt x="117" y="1314"/>
                  </a:lnTo>
                  <a:lnTo>
                    <a:pt x="194" y="1468"/>
                  </a:lnTo>
                  <a:lnTo>
                    <a:pt x="348" y="1584"/>
                  </a:lnTo>
                  <a:lnTo>
                    <a:pt x="464" y="1661"/>
                  </a:lnTo>
                  <a:lnTo>
                    <a:pt x="619" y="1739"/>
                  </a:lnTo>
                  <a:lnTo>
                    <a:pt x="966" y="1739"/>
                  </a:lnTo>
                  <a:lnTo>
                    <a:pt x="1121" y="1700"/>
                  </a:lnTo>
                  <a:lnTo>
                    <a:pt x="1275" y="1623"/>
                  </a:lnTo>
                  <a:lnTo>
                    <a:pt x="1430" y="1545"/>
                  </a:lnTo>
                  <a:lnTo>
                    <a:pt x="1584" y="1430"/>
                  </a:lnTo>
                  <a:lnTo>
                    <a:pt x="1661" y="1275"/>
                  </a:lnTo>
                  <a:lnTo>
                    <a:pt x="1739" y="1121"/>
                  </a:lnTo>
                  <a:lnTo>
                    <a:pt x="1777" y="928"/>
                  </a:lnTo>
                  <a:lnTo>
                    <a:pt x="1777" y="773"/>
                  </a:lnTo>
                  <a:lnTo>
                    <a:pt x="1739" y="580"/>
                  </a:lnTo>
                  <a:lnTo>
                    <a:pt x="1661" y="426"/>
                  </a:lnTo>
                  <a:lnTo>
                    <a:pt x="1546" y="271"/>
                  </a:lnTo>
                  <a:lnTo>
                    <a:pt x="1430" y="155"/>
                  </a:lnTo>
                  <a:lnTo>
                    <a:pt x="1275" y="78"/>
                  </a:lnTo>
                  <a:lnTo>
                    <a:pt x="1121" y="40"/>
                  </a:lnTo>
                  <a:lnTo>
                    <a:pt x="96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3" name="Google Shape;4283;p18"/>
            <p:cNvSpPr/>
            <p:nvPr/>
          </p:nvSpPr>
          <p:spPr>
            <a:xfrm>
              <a:off x="5836300" y="3573300"/>
              <a:ext cx="93675" cy="136150"/>
            </a:xfrm>
            <a:custGeom>
              <a:avLst/>
              <a:gdLst/>
              <a:ahLst/>
              <a:cxnLst/>
              <a:rect l="l" t="t" r="r" b="b"/>
              <a:pathLst>
                <a:path w="3747" h="5446" extrusionOk="0">
                  <a:moveTo>
                    <a:pt x="3515" y="0"/>
                  </a:moveTo>
                  <a:lnTo>
                    <a:pt x="3437" y="39"/>
                  </a:lnTo>
                  <a:lnTo>
                    <a:pt x="3360" y="78"/>
                  </a:lnTo>
                  <a:lnTo>
                    <a:pt x="3283" y="116"/>
                  </a:lnTo>
                  <a:lnTo>
                    <a:pt x="3013" y="309"/>
                  </a:lnTo>
                  <a:lnTo>
                    <a:pt x="2781" y="541"/>
                  </a:lnTo>
                  <a:lnTo>
                    <a:pt x="2588" y="773"/>
                  </a:lnTo>
                  <a:lnTo>
                    <a:pt x="2356" y="1004"/>
                  </a:lnTo>
                  <a:lnTo>
                    <a:pt x="2086" y="1236"/>
                  </a:lnTo>
                  <a:lnTo>
                    <a:pt x="1777" y="1468"/>
                  </a:lnTo>
                  <a:lnTo>
                    <a:pt x="1159" y="1815"/>
                  </a:lnTo>
                  <a:lnTo>
                    <a:pt x="1120" y="1892"/>
                  </a:lnTo>
                  <a:lnTo>
                    <a:pt x="1082" y="1970"/>
                  </a:lnTo>
                  <a:lnTo>
                    <a:pt x="1082" y="2047"/>
                  </a:lnTo>
                  <a:lnTo>
                    <a:pt x="1120" y="2086"/>
                  </a:lnTo>
                  <a:lnTo>
                    <a:pt x="1005" y="2086"/>
                  </a:lnTo>
                  <a:lnTo>
                    <a:pt x="927" y="2124"/>
                  </a:lnTo>
                  <a:lnTo>
                    <a:pt x="850" y="2201"/>
                  </a:lnTo>
                  <a:lnTo>
                    <a:pt x="812" y="2279"/>
                  </a:lnTo>
                  <a:lnTo>
                    <a:pt x="812" y="2356"/>
                  </a:lnTo>
                  <a:lnTo>
                    <a:pt x="850" y="2433"/>
                  </a:lnTo>
                  <a:lnTo>
                    <a:pt x="889" y="2510"/>
                  </a:lnTo>
                  <a:lnTo>
                    <a:pt x="1005" y="2549"/>
                  </a:lnTo>
                  <a:lnTo>
                    <a:pt x="1236" y="2626"/>
                  </a:lnTo>
                  <a:lnTo>
                    <a:pt x="1468" y="2703"/>
                  </a:lnTo>
                  <a:lnTo>
                    <a:pt x="1661" y="2858"/>
                  </a:lnTo>
                  <a:lnTo>
                    <a:pt x="1854" y="3012"/>
                  </a:lnTo>
                  <a:lnTo>
                    <a:pt x="1970" y="3205"/>
                  </a:lnTo>
                  <a:lnTo>
                    <a:pt x="2086" y="3398"/>
                  </a:lnTo>
                  <a:lnTo>
                    <a:pt x="2163" y="3669"/>
                  </a:lnTo>
                  <a:lnTo>
                    <a:pt x="2163" y="3900"/>
                  </a:lnTo>
                  <a:lnTo>
                    <a:pt x="2124" y="4132"/>
                  </a:lnTo>
                  <a:lnTo>
                    <a:pt x="2047" y="4364"/>
                  </a:lnTo>
                  <a:lnTo>
                    <a:pt x="1931" y="4557"/>
                  </a:lnTo>
                  <a:lnTo>
                    <a:pt x="1777" y="4711"/>
                  </a:lnTo>
                  <a:lnTo>
                    <a:pt x="1584" y="4866"/>
                  </a:lnTo>
                  <a:lnTo>
                    <a:pt x="1352" y="4943"/>
                  </a:lnTo>
                  <a:lnTo>
                    <a:pt x="1236" y="4982"/>
                  </a:lnTo>
                  <a:lnTo>
                    <a:pt x="1120" y="4982"/>
                  </a:lnTo>
                  <a:lnTo>
                    <a:pt x="927" y="4904"/>
                  </a:lnTo>
                  <a:lnTo>
                    <a:pt x="773" y="4789"/>
                  </a:lnTo>
                  <a:lnTo>
                    <a:pt x="696" y="4634"/>
                  </a:lnTo>
                  <a:lnTo>
                    <a:pt x="696" y="4441"/>
                  </a:lnTo>
                  <a:lnTo>
                    <a:pt x="773" y="4287"/>
                  </a:lnTo>
                  <a:lnTo>
                    <a:pt x="812" y="4209"/>
                  </a:lnTo>
                  <a:lnTo>
                    <a:pt x="889" y="4171"/>
                  </a:lnTo>
                  <a:lnTo>
                    <a:pt x="1005" y="4132"/>
                  </a:lnTo>
                  <a:lnTo>
                    <a:pt x="1120" y="4094"/>
                  </a:lnTo>
                  <a:lnTo>
                    <a:pt x="1275" y="4055"/>
                  </a:lnTo>
                  <a:lnTo>
                    <a:pt x="1352" y="3939"/>
                  </a:lnTo>
                  <a:lnTo>
                    <a:pt x="1314" y="3823"/>
                  </a:lnTo>
                  <a:lnTo>
                    <a:pt x="1314" y="3746"/>
                  </a:lnTo>
                  <a:lnTo>
                    <a:pt x="1236" y="3669"/>
                  </a:lnTo>
                  <a:lnTo>
                    <a:pt x="155" y="2935"/>
                  </a:lnTo>
                  <a:lnTo>
                    <a:pt x="1" y="3321"/>
                  </a:lnTo>
                  <a:lnTo>
                    <a:pt x="657" y="3785"/>
                  </a:lnTo>
                  <a:lnTo>
                    <a:pt x="541" y="3900"/>
                  </a:lnTo>
                  <a:lnTo>
                    <a:pt x="425" y="4016"/>
                  </a:lnTo>
                  <a:lnTo>
                    <a:pt x="310" y="4132"/>
                  </a:lnTo>
                  <a:lnTo>
                    <a:pt x="271" y="4248"/>
                  </a:lnTo>
                  <a:lnTo>
                    <a:pt x="232" y="4402"/>
                  </a:lnTo>
                  <a:lnTo>
                    <a:pt x="194" y="4557"/>
                  </a:lnTo>
                  <a:lnTo>
                    <a:pt x="232" y="4750"/>
                  </a:lnTo>
                  <a:lnTo>
                    <a:pt x="271" y="4904"/>
                  </a:lnTo>
                  <a:lnTo>
                    <a:pt x="425" y="5136"/>
                  </a:lnTo>
                  <a:lnTo>
                    <a:pt x="580" y="5291"/>
                  </a:lnTo>
                  <a:lnTo>
                    <a:pt x="773" y="5368"/>
                  </a:lnTo>
                  <a:lnTo>
                    <a:pt x="966" y="5445"/>
                  </a:lnTo>
                  <a:lnTo>
                    <a:pt x="1198" y="5445"/>
                  </a:lnTo>
                  <a:lnTo>
                    <a:pt x="1429" y="5406"/>
                  </a:lnTo>
                  <a:lnTo>
                    <a:pt x="1661" y="5329"/>
                  </a:lnTo>
                  <a:lnTo>
                    <a:pt x="1854" y="5213"/>
                  </a:lnTo>
                  <a:lnTo>
                    <a:pt x="2086" y="5059"/>
                  </a:lnTo>
                  <a:lnTo>
                    <a:pt x="2279" y="4866"/>
                  </a:lnTo>
                  <a:lnTo>
                    <a:pt x="2433" y="4673"/>
                  </a:lnTo>
                  <a:lnTo>
                    <a:pt x="2511" y="4441"/>
                  </a:lnTo>
                  <a:lnTo>
                    <a:pt x="2588" y="4209"/>
                  </a:lnTo>
                  <a:lnTo>
                    <a:pt x="2626" y="3978"/>
                  </a:lnTo>
                  <a:lnTo>
                    <a:pt x="2626" y="3746"/>
                  </a:lnTo>
                  <a:lnTo>
                    <a:pt x="2588" y="3514"/>
                  </a:lnTo>
                  <a:lnTo>
                    <a:pt x="2511" y="3283"/>
                  </a:lnTo>
                  <a:lnTo>
                    <a:pt x="2395" y="3090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70" y="2510"/>
                  </a:lnTo>
                  <a:lnTo>
                    <a:pt x="1777" y="2356"/>
                  </a:lnTo>
                  <a:lnTo>
                    <a:pt x="1545" y="2240"/>
                  </a:lnTo>
                  <a:lnTo>
                    <a:pt x="1314" y="2124"/>
                  </a:lnTo>
                  <a:lnTo>
                    <a:pt x="1661" y="2008"/>
                  </a:lnTo>
                  <a:lnTo>
                    <a:pt x="1970" y="1854"/>
                  </a:lnTo>
                  <a:lnTo>
                    <a:pt x="2279" y="1661"/>
                  </a:lnTo>
                  <a:lnTo>
                    <a:pt x="2588" y="1429"/>
                  </a:lnTo>
                  <a:lnTo>
                    <a:pt x="2858" y="1236"/>
                  </a:lnTo>
                  <a:lnTo>
                    <a:pt x="3128" y="966"/>
                  </a:lnTo>
                  <a:lnTo>
                    <a:pt x="3360" y="695"/>
                  </a:lnTo>
                  <a:lnTo>
                    <a:pt x="3476" y="541"/>
                  </a:lnTo>
                  <a:lnTo>
                    <a:pt x="3553" y="387"/>
                  </a:lnTo>
                  <a:lnTo>
                    <a:pt x="3746" y="116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4" name="Google Shape;4284;p18"/>
            <p:cNvSpPr/>
            <p:nvPr/>
          </p:nvSpPr>
          <p:spPr>
            <a:xfrm>
              <a:off x="2264425" y="357522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28"/>
                  </a:lnTo>
                  <a:lnTo>
                    <a:pt x="3939" y="4248"/>
                  </a:lnTo>
                  <a:lnTo>
                    <a:pt x="4017" y="5407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917"/>
                  </a:lnTo>
                  <a:lnTo>
                    <a:pt x="3901" y="8534"/>
                  </a:lnTo>
                  <a:lnTo>
                    <a:pt x="3746" y="9152"/>
                  </a:lnTo>
                  <a:lnTo>
                    <a:pt x="3515" y="9732"/>
                  </a:lnTo>
                  <a:lnTo>
                    <a:pt x="3244" y="10272"/>
                  </a:lnTo>
                  <a:lnTo>
                    <a:pt x="3013" y="10542"/>
                  </a:lnTo>
                  <a:lnTo>
                    <a:pt x="2781" y="10735"/>
                  </a:lnTo>
                  <a:lnTo>
                    <a:pt x="2472" y="10851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93"/>
                  </a:lnTo>
                  <a:lnTo>
                    <a:pt x="773" y="9384"/>
                  </a:lnTo>
                  <a:lnTo>
                    <a:pt x="696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29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618" y="2742"/>
                  </a:lnTo>
                  <a:lnTo>
                    <a:pt x="1391" y="2395"/>
                  </a:lnTo>
                  <a:lnTo>
                    <a:pt x="2163" y="1931"/>
                  </a:lnTo>
                  <a:lnTo>
                    <a:pt x="2935" y="1429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39"/>
                  </a:lnTo>
                  <a:lnTo>
                    <a:pt x="3476" y="310"/>
                  </a:lnTo>
                  <a:lnTo>
                    <a:pt x="3051" y="657"/>
                  </a:lnTo>
                  <a:lnTo>
                    <a:pt x="2626" y="966"/>
                  </a:lnTo>
                  <a:lnTo>
                    <a:pt x="2202" y="1313"/>
                  </a:lnTo>
                  <a:lnTo>
                    <a:pt x="1314" y="1893"/>
                  </a:lnTo>
                  <a:lnTo>
                    <a:pt x="425" y="2472"/>
                  </a:lnTo>
                  <a:lnTo>
                    <a:pt x="348" y="2549"/>
                  </a:lnTo>
                  <a:lnTo>
                    <a:pt x="348" y="2626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3"/>
                  </a:lnTo>
                  <a:lnTo>
                    <a:pt x="155" y="4866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616"/>
                  </a:lnTo>
                  <a:lnTo>
                    <a:pt x="503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4"/>
                  </a:lnTo>
                  <a:lnTo>
                    <a:pt x="1391" y="11199"/>
                  </a:lnTo>
                  <a:lnTo>
                    <a:pt x="1622" y="11315"/>
                  </a:lnTo>
                  <a:lnTo>
                    <a:pt x="1816" y="11392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19" y="11353"/>
                  </a:lnTo>
                  <a:lnTo>
                    <a:pt x="3051" y="11237"/>
                  </a:lnTo>
                  <a:lnTo>
                    <a:pt x="3283" y="11044"/>
                  </a:lnTo>
                  <a:lnTo>
                    <a:pt x="3476" y="10890"/>
                  </a:lnTo>
                  <a:lnTo>
                    <a:pt x="3669" y="10658"/>
                  </a:lnTo>
                  <a:lnTo>
                    <a:pt x="3823" y="10388"/>
                  </a:lnTo>
                  <a:lnTo>
                    <a:pt x="3978" y="10156"/>
                  </a:lnTo>
                  <a:lnTo>
                    <a:pt x="4171" y="9538"/>
                  </a:lnTo>
                  <a:lnTo>
                    <a:pt x="4325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222"/>
                  </a:lnTo>
                  <a:lnTo>
                    <a:pt x="4596" y="6642"/>
                  </a:lnTo>
                  <a:lnTo>
                    <a:pt x="4596" y="6102"/>
                  </a:lnTo>
                  <a:lnTo>
                    <a:pt x="4557" y="4982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1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39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5" name="Google Shape;4285;p18"/>
            <p:cNvSpPr/>
            <p:nvPr/>
          </p:nvSpPr>
          <p:spPr>
            <a:xfrm>
              <a:off x="4033950" y="358970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39" y="233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3"/>
                  </a:lnTo>
                  <a:lnTo>
                    <a:pt x="1005" y="155"/>
                  </a:lnTo>
                  <a:lnTo>
                    <a:pt x="966" y="117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6" name="Google Shape;4286;p18"/>
            <p:cNvSpPr/>
            <p:nvPr/>
          </p:nvSpPr>
          <p:spPr>
            <a:xfrm>
              <a:off x="3935475" y="3595500"/>
              <a:ext cx="21275" cy="8725"/>
            </a:xfrm>
            <a:custGeom>
              <a:avLst/>
              <a:gdLst/>
              <a:ahLst/>
              <a:cxnLst/>
              <a:rect l="l" t="t" r="r" b="b"/>
              <a:pathLst>
                <a:path w="851" h="349" extrusionOk="0">
                  <a:moveTo>
                    <a:pt x="426" y="1"/>
                  </a:moveTo>
                  <a:lnTo>
                    <a:pt x="155" y="39"/>
                  </a:lnTo>
                  <a:lnTo>
                    <a:pt x="117" y="39"/>
                  </a:lnTo>
                  <a:lnTo>
                    <a:pt x="40" y="78"/>
                  </a:lnTo>
                  <a:lnTo>
                    <a:pt x="1" y="194"/>
                  </a:lnTo>
                  <a:lnTo>
                    <a:pt x="40" y="271"/>
                  </a:lnTo>
                  <a:lnTo>
                    <a:pt x="117" y="309"/>
                  </a:lnTo>
                  <a:lnTo>
                    <a:pt x="155" y="348"/>
                  </a:lnTo>
                  <a:lnTo>
                    <a:pt x="735" y="348"/>
                  </a:lnTo>
                  <a:lnTo>
                    <a:pt x="812" y="271"/>
                  </a:lnTo>
                  <a:lnTo>
                    <a:pt x="850" y="194"/>
                  </a:lnTo>
                  <a:lnTo>
                    <a:pt x="812" y="78"/>
                  </a:lnTo>
                  <a:lnTo>
                    <a:pt x="73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7" name="Google Shape;4287;p18"/>
            <p:cNvSpPr/>
            <p:nvPr/>
          </p:nvSpPr>
          <p:spPr>
            <a:xfrm>
              <a:off x="6924275" y="3599350"/>
              <a:ext cx="335975" cy="782950"/>
            </a:xfrm>
            <a:custGeom>
              <a:avLst/>
              <a:gdLst/>
              <a:ahLst/>
              <a:cxnLst/>
              <a:rect l="l" t="t" r="r" b="b"/>
              <a:pathLst>
                <a:path w="13439" h="31318" extrusionOk="0">
                  <a:moveTo>
                    <a:pt x="6488" y="387"/>
                  </a:moveTo>
                  <a:lnTo>
                    <a:pt x="6526" y="464"/>
                  </a:lnTo>
                  <a:lnTo>
                    <a:pt x="7144" y="2009"/>
                  </a:lnTo>
                  <a:lnTo>
                    <a:pt x="7685" y="3554"/>
                  </a:lnTo>
                  <a:lnTo>
                    <a:pt x="8226" y="5137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2"/>
                  </a:lnTo>
                  <a:lnTo>
                    <a:pt x="7530" y="7338"/>
                  </a:lnTo>
                  <a:lnTo>
                    <a:pt x="7222" y="7454"/>
                  </a:lnTo>
                  <a:lnTo>
                    <a:pt x="6913" y="7531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1"/>
                  </a:lnTo>
                  <a:lnTo>
                    <a:pt x="5522" y="7492"/>
                  </a:lnTo>
                  <a:lnTo>
                    <a:pt x="4866" y="7338"/>
                  </a:lnTo>
                  <a:lnTo>
                    <a:pt x="4210" y="7106"/>
                  </a:lnTo>
                  <a:lnTo>
                    <a:pt x="3592" y="6874"/>
                  </a:lnTo>
                  <a:lnTo>
                    <a:pt x="3862" y="6025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4"/>
                  </a:lnTo>
                  <a:lnTo>
                    <a:pt x="5214" y="2743"/>
                  </a:lnTo>
                  <a:lnTo>
                    <a:pt x="5600" y="1932"/>
                  </a:lnTo>
                  <a:lnTo>
                    <a:pt x="6024" y="1159"/>
                  </a:lnTo>
                  <a:lnTo>
                    <a:pt x="6488" y="387"/>
                  </a:lnTo>
                  <a:close/>
                  <a:moveTo>
                    <a:pt x="8805" y="7029"/>
                  </a:moveTo>
                  <a:lnTo>
                    <a:pt x="9230" y="8419"/>
                  </a:lnTo>
                  <a:lnTo>
                    <a:pt x="9577" y="9848"/>
                  </a:lnTo>
                  <a:lnTo>
                    <a:pt x="9847" y="11083"/>
                  </a:lnTo>
                  <a:lnTo>
                    <a:pt x="10079" y="12358"/>
                  </a:lnTo>
                  <a:lnTo>
                    <a:pt x="10234" y="13632"/>
                  </a:lnTo>
                  <a:lnTo>
                    <a:pt x="10388" y="14906"/>
                  </a:lnTo>
                  <a:lnTo>
                    <a:pt x="10465" y="16181"/>
                  </a:lnTo>
                  <a:lnTo>
                    <a:pt x="10504" y="16837"/>
                  </a:lnTo>
                  <a:lnTo>
                    <a:pt x="10504" y="17493"/>
                  </a:lnTo>
                  <a:lnTo>
                    <a:pt x="10504" y="18189"/>
                  </a:lnTo>
                  <a:lnTo>
                    <a:pt x="10427" y="18845"/>
                  </a:lnTo>
                  <a:lnTo>
                    <a:pt x="10311" y="19463"/>
                  </a:lnTo>
                  <a:lnTo>
                    <a:pt x="10118" y="20081"/>
                  </a:lnTo>
                  <a:lnTo>
                    <a:pt x="9886" y="20660"/>
                  </a:lnTo>
                  <a:lnTo>
                    <a:pt x="9538" y="21162"/>
                  </a:lnTo>
                  <a:lnTo>
                    <a:pt x="9384" y="21394"/>
                  </a:lnTo>
                  <a:lnTo>
                    <a:pt x="9152" y="21587"/>
                  </a:lnTo>
                  <a:lnTo>
                    <a:pt x="8959" y="21780"/>
                  </a:lnTo>
                  <a:lnTo>
                    <a:pt x="8728" y="21973"/>
                  </a:lnTo>
                  <a:lnTo>
                    <a:pt x="8496" y="22127"/>
                  </a:lnTo>
                  <a:lnTo>
                    <a:pt x="8226" y="22243"/>
                  </a:lnTo>
                  <a:lnTo>
                    <a:pt x="7955" y="22359"/>
                  </a:lnTo>
                  <a:lnTo>
                    <a:pt x="7685" y="22436"/>
                  </a:lnTo>
                  <a:lnTo>
                    <a:pt x="7415" y="22475"/>
                  </a:lnTo>
                  <a:lnTo>
                    <a:pt x="6797" y="22475"/>
                  </a:lnTo>
                  <a:lnTo>
                    <a:pt x="6488" y="22436"/>
                  </a:lnTo>
                  <a:lnTo>
                    <a:pt x="5909" y="22282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5"/>
                  </a:lnTo>
                  <a:lnTo>
                    <a:pt x="4094" y="20930"/>
                  </a:lnTo>
                  <a:lnTo>
                    <a:pt x="3785" y="20467"/>
                  </a:lnTo>
                  <a:lnTo>
                    <a:pt x="3476" y="19965"/>
                  </a:lnTo>
                  <a:lnTo>
                    <a:pt x="3244" y="19424"/>
                  </a:lnTo>
                  <a:lnTo>
                    <a:pt x="3051" y="18884"/>
                  </a:lnTo>
                  <a:lnTo>
                    <a:pt x="2897" y="18343"/>
                  </a:lnTo>
                  <a:lnTo>
                    <a:pt x="2781" y="17802"/>
                  </a:lnTo>
                  <a:lnTo>
                    <a:pt x="2704" y="17223"/>
                  </a:lnTo>
                  <a:lnTo>
                    <a:pt x="2588" y="16103"/>
                  </a:lnTo>
                  <a:lnTo>
                    <a:pt x="2511" y="14945"/>
                  </a:lnTo>
                  <a:lnTo>
                    <a:pt x="2511" y="13748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3"/>
                  </a:lnTo>
                  <a:lnTo>
                    <a:pt x="3128" y="8689"/>
                  </a:lnTo>
                  <a:lnTo>
                    <a:pt x="3283" y="7917"/>
                  </a:lnTo>
                  <a:lnTo>
                    <a:pt x="3515" y="7183"/>
                  </a:lnTo>
                  <a:lnTo>
                    <a:pt x="4132" y="7454"/>
                  </a:lnTo>
                  <a:lnTo>
                    <a:pt x="4827" y="7685"/>
                  </a:lnTo>
                  <a:lnTo>
                    <a:pt x="5522" y="7840"/>
                  </a:lnTo>
                  <a:lnTo>
                    <a:pt x="5909" y="7917"/>
                  </a:lnTo>
                  <a:lnTo>
                    <a:pt x="6256" y="7917"/>
                  </a:lnTo>
                  <a:lnTo>
                    <a:pt x="6604" y="7956"/>
                  </a:lnTo>
                  <a:lnTo>
                    <a:pt x="6990" y="7917"/>
                  </a:lnTo>
                  <a:lnTo>
                    <a:pt x="7299" y="7878"/>
                  </a:lnTo>
                  <a:lnTo>
                    <a:pt x="7646" y="7763"/>
                  </a:lnTo>
                  <a:lnTo>
                    <a:pt x="7955" y="7647"/>
                  </a:lnTo>
                  <a:lnTo>
                    <a:pt x="8264" y="7492"/>
                  </a:lnTo>
                  <a:lnTo>
                    <a:pt x="8573" y="7261"/>
                  </a:lnTo>
                  <a:lnTo>
                    <a:pt x="8805" y="7029"/>
                  </a:lnTo>
                  <a:close/>
                  <a:moveTo>
                    <a:pt x="8650" y="22475"/>
                  </a:moveTo>
                  <a:lnTo>
                    <a:pt x="8766" y="22822"/>
                  </a:lnTo>
                  <a:lnTo>
                    <a:pt x="8921" y="23170"/>
                  </a:lnTo>
                  <a:lnTo>
                    <a:pt x="8496" y="23402"/>
                  </a:lnTo>
                  <a:lnTo>
                    <a:pt x="8071" y="23556"/>
                  </a:lnTo>
                  <a:lnTo>
                    <a:pt x="7608" y="23633"/>
                  </a:lnTo>
                  <a:lnTo>
                    <a:pt x="7144" y="23672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3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5"/>
                  </a:lnTo>
                  <a:lnTo>
                    <a:pt x="5870" y="22629"/>
                  </a:lnTo>
                  <a:lnTo>
                    <a:pt x="6256" y="22784"/>
                  </a:lnTo>
                  <a:lnTo>
                    <a:pt x="6681" y="22861"/>
                  </a:lnTo>
                  <a:lnTo>
                    <a:pt x="7067" y="22900"/>
                  </a:lnTo>
                  <a:lnTo>
                    <a:pt x="7453" y="22861"/>
                  </a:lnTo>
                  <a:lnTo>
                    <a:pt x="7878" y="22822"/>
                  </a:lnTo>
                  <a:lnTo>
                    <a:pt x="8264" y="22668"/>
                  </a:lnTo>
                  <a:lnTo>
                    <a:pt x="8650" y="22475"/>
                  </a:lnTo>
                  <a:close/>
                  <a:moveTo>
                    <a:pt x="10890" y="16798"/>
                  </a:moveTo>
                  <a:lnTo>
                    <a:pt x="11392" y="17262"/>
                  </a:lnTo>
                  <a:lnTo>
                    <a:pt x="11933" y="17648"/>
                  </a:lnTo>
                  <a:lnTo>
                    <a:pt x="12512" y="18034"/>
                  </a:lnTo>
                  <a:lnTo>
                    <a:pt x="13091" y="18343"/>
                  </a:lnTo>
                  <a:lnTo>
                    <a:pt x="12937" y="19772"/>
                  </a:lnTo>
                  <a:lnTo>
                    <a:pt x="12821" y="21239"/>
                  </a:lnTo>
                  <a:lnTo>
                    <a:pt x="12705" y="24212"/>
                  </a:lnTo>
                  <a:lnTo>
                    <a:pt x="11894" y="23595"/>
                  </a:lnTo>
                  <a:lnTo>
                    <a:pt x="11044" y="23015"/>
                  </a:lnTo>
                  <a:lnTo>
                    <a:pt x="10813" y="22861"/>
                  </a:lnTo>
                  <a:lnTo>
                    <a:pt x="10620" y="22668"/>
                  </a:lnTo>
                  <a:lnTo>
                    <a:pt x="10581" y="22591"/>
                  </a:lnTo>
                  <a:lnTo>
                    <a:pt x="10542" y="22436"/>
                  </a:lnTo>
                  <a:lnTo>
                    <a:pt x="10542" y="22127"/>
                  </a:lnTo>
                  <a:lnTo>
                    <a:pt x="10542" y="21394"/>
                  </a:lnTo>
                  <a:lnTo>
                    <a:pt x="10504" y="20660"/>
                  </a:lnTo>
                  <a:lnTo>
                    <a:pt x="10504" y="20583"/>
                  </a:lnTo>
                  <a:lnTo>
                    <a:pt x="10465" y="20544"/>
                  </a:lnTo>
                  <a:lnTo>
                    <a:pt x="10388" y="20467"/>
                  </a:lnTo>
                  <a:lnTo>
                    <a:pt x="10542" y="19965"/>
                  </a:lnTo>
                  <a:lnTo>
                    <a:pt x="10697" y="19424"/>
                  </a:lnTo>
                  <a:lnTo>
                    <a:pt x="10774" y="18884"/>
                  </a:lnTo>
                  <a:lnTo>
                    <a:pt x="10851" y="18304"/>
                  </a:lnTo>
                  <a:lnTo>
                    <a:pt x="10890" y="17571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5"/>
                  </a:lnTo>
                  <a:lnTo>
                    <a:pt x="6140" y="23826"/>
                  </a:lnTo>
                  <a:lnTo>
                    <a:pt x="6642" y="23942"/>
                  </a:lnTo>
                  <a:lnTo>
                    <a:pt x="7144" y="23981"/>
                  </a:lnTo>
                  <a:lnTo>
                    <a:pt x="7646" y="23981"/>
                  </a:lnTo>
                  <a:lnTo>
                    <a:pt x="8148" y="23865"/>
                  </a:lnTo>
                  <a:lnTo>
                    <a:pt x="8612" y="23710"/>
                  </a:lnTo>
                  <a:lnTo>
                    <a:pt x="9075" y="23440"/>
                  </a:lnTo>
                  <a:lnTo>
                    <a:pt x="9384" y="23904"/>
                  </a:lnTo>
                  <a:lnTo>
                    <a:pt x="8843" y="24174"/>
                  </a:lnTo>
                  <a:lnTo>
                    <a:pt x="8303" y="24367"/>
                  </a:lnTo>
                  <a:lnTo>
                    <a:pt x="7762" y="24483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4"/>
                  </a:lnTo>
                  <a:lnTo>
                    <a:pt x="5561" y="24290"/>
                  </a:lnTo>
                  <a:lnTo>
                    <a:pt x="4982" y="24097"/>
                  </a:lnTo>
                  <a:lnTo>
                    <a:pt x="5059" y="23904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8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3"/>
                  </a:lnTo>
                  <a:lnTo>
                    <a:pt x="2974" y="19772"/>
                  </a:lnTo>
                  <a:lnTo>
                    <a:pt x="3244" y="20312"/>
                  </a:lnTo>
                  <a:lnTo>
                    <a:pt x="3244" y="20351"/>
                  </a:lnTo>
                  <a:lnTo>
                    <a:pt x="3206" y="21200"/>
                  </a:lnTo>
                  <a:lnTo>
                    <a:pt x="3244" y="22050"/>
                  </a:lnTo>
                  <a:lnTo>
                    <a:pt x="3283" y="22359"/>
                  </a:lnTo>
                  <a:lnTo>
                    <a:pt x="3321" y="22706"/>
                  </a:lnTo>
                  <a:lnTo>
                    <a:pt x="3321" y="23054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9"/>
                  </a:lnTo>
                  <a:lnTo>
                    <a:pt x="3051" y="23633"/>
                  </a:lnTo>
                  <a:lnTo>
                    <a:pt x="2704" y="23904"/>
                  </a:lnTo>
                  <a:lnTo>
                    <a:pt x="2009" y="24405"/>
                  </a:lnTo>
                  <a:lnTo>
                    <a:pt x="773" y="25409"/>
                  </a:lnTo>
                  <a:lnTo>
                    <a:pt x="811" y="24676"/>
                  </a:lnTo>
                  <a:lnTo>
                    <a:pt x="850" y="23942"/>
                  </a:lnTo>
                  <a:lnTo>
                    <a:pt x="811" y="23170"/>
                  </a:lnTo>
                  <a:lnTo>
                    <a:pt x="773" y="22436"/>
                  </a:lnTo>
                  <a:lnTo>
                    <a:pt x="657" y="21239"/>
                  </a:lnTo>
                  <a:lnTo>
                    <a:pt x="503" y="20467"/>
                  </a:lnTo>
                  <a:lnTo>
                    <a:pt x="425" y="20081"/>
                  </a:lnTo>
                  <a:lnTo>
                    <a:pt x="464" y="19694"/>
                  </a:lnTo>
                  <a:lnTo>
                    <a:pt x="503" y="19656"/>
                  </a:lnTo>
                  <a:lnTo>
                    <a:pt x="541" y="19579"/>
                  </a:lnTo>
                  <a:lnTo>
                    <a:pt x="541" y="19540"/>
                  </a:lnTo>
                  <a:lnTo>
                    <a:pt x="541" y="19463"/>
                  </a:lnTo>
                  <a:lnTo>
                    <a:pt x="1429" y="18420"/>
                  </a:lnTo>
                  <a:lnTo>
                    <a:pt x="2356" y="17378"/>
                  </a:lnTo>
                  <a:close/>
                  <a:moveTo>
                    <a:pt x="8148" y="24830"/>
                  </a:moveTo>
                  <a:lnTo>
                    <a:pt x="8148" y="25062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8"/>
                  </a:lnTo>
                  <a:lnTo>
                    <a:pt x="7878" y="25216"/>
                  </a:lnTo>
                  <a:lnTo>
                    <a:pt x="7839" y="25294"/>
                  </a:lnTo>
                  <a:lnTo>
                    <a:pt x="7839" y="25371"/>
                  </a:lnTo>
                  <a:lnTo>
                    <a:pt x="7994" y="25873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60"/>
                  </a:lnTo>
                  <a:lnTo>
                    <a:pt x="8148" y="28962"/>
                  </a:lnTo>
                  <a:lnTo>
                    <a:pt x="8071" y="29503"/>
                  </a:lnTo>
                  <a:lnTo>
                    <a:pt x="7762" y="29194"/>
                  </a:lnTo>
                  <a:lnTo>
                    <a:pt x="7453" y="28885"/>
                  </a:lnTo>
                  <a:lnTo>
                    <a:pt x="7260" y="28537"/>
                  </a:lnTo>
                  <a:lnTo>
                    <a:pt x="7067" y="28190"/>
                  </a:lnTo>
                  <a:lnTo>
                    <a:pt x="6951" y="27804"/>
                  </a:lnTo>
                  <a:lnTo>
                    <a:pt x="6874" y="27417"/>
                  </a:lnTo>
                  <a:lnTo>
                    <a:pt x="6835" y="26954"/>
                  </a:lnTo>
                  <a:lnTo>
                    <a:pt x="6835" y="26491"/>
                  </a:lnTo>
                  <a:lnTo>
                    <a:pt x="6874" y="26105"/>
                  </a:lnTo>
                  <a:lnTo>
                    <a:pt x="6874" y="25757"/>
                  </a:lnTo>
                  <a:lnTo>
                    <a:pt x="6835" y="25603"/>
                  </a:lnTo>
                  <a:lnTo>
                    <a:pt x="6758" y="25487"/>
                  </a:lnTo>
                  <a:lnTo>
                    <a:pt x="6642" y="25371"/>
                  </a:lnTo>
                  <a:lnTo>
                    <a:pt x="6488" y="25294"/>
                  </a:lnTo>
                  <a:lnTo>
                    <a:pt x="6604" y="25101"/>
                  </a:lnTo>
                  <a:lnTo>
                    <a:pt x="6720" y="24985"/>
                  </a:lnTo>
                  <a:lnTo>
                    <a:pt x="7106" y="24985"/>
                  </a:lnTo>
                  <a:lnTo>
                    <a:pt x="7453" y="24946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5"/>
                  </a:lnTo>
                  <a:lnTo>
                    <a:pt x="9500" y="25409"/>
                  </a:lnTo>
                  <a:lnTo>
                    <a:pt x="9809" y="25796"/>
                  </a:lnTo>
                  <a:lnTo>
                    <a:pt x="10118" y="26259"/>
                  </a:lnTo>
                  <a:lnTo>
                    <a:pt x="9847" y="26220"/>
                  </a:lnTo>
                  <a:lnTo>
                    <a:pt x="9616" y="26105"/>
                  </a:lnTo>
                  <a:lnTo>
                    <a:pt x="9423" y="25950"/>
                  </a:lnTo>
                  <a:lnTo>
                    <a:pt x="9230" y="25757"/>
                  </a:lnTo>
                  <a:lnTo>
                    <a:pt x="9191" y="25680"/>
                  </a:lnTo>
                  <a:lnTo>
                    <a:pt x="8998" y="25680"/>
                  </a:lnTo>
                  <a:lnTo>
                    <a:pt x="8959" y="25718"/>
                  </a:lnTo>
                  <a:lnTo>
                    <a:pt x="8921" y="25796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1"/>
                  </a:lnTo>
                  <a:lnTo>
                    <a:pt x="9423" y="27070"/>
                  </a:lnTo>
                  <a:lnTo>
                    <a:pt x="9500" y="27379"/>
                  </a:lnTo>
                  <a:lnTo>
                    <a:pt x="9538" y="27688"/>
                  </a:lnTo>
                  <a:lnTo>
                    <a:pt x="9538" y="27997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80"/>
                  </a:lnTo>
                  <a:lnTo>
                    <a:pt x="9230" y="29889"/>
                  </a:lnTo>
                  <a:lnTo>
                    <a:pt x="9075" y="30159"/>
                  </a:lnTo>
                  <a:lnTo>
                    <a:pt x="8921" y="30429"/>
                  </a:lnTo>
                  <a:lnTo>
                    <a:pt x="8728" y="30661"/>
                  </a:lnTo>
                  <a:lnTo>
                    <a:pt x="8534" y="30777"/>
                  </a:lnTo>
                  <a:lnTo>
                    <a:pt x="8341" y="30854"/>
                  </a:lnTo>
                  <a:lnTo>
                    <a:pt x="8187" y="30854"/>
                  </a:lnTo>
                  <a:lnTo>
                    <a:pt x="7994" y="30777"/>
                  </a:lnTo>
                  <a:lnTo>
                    <a:pt x="7839" y="30700"/>
                  </a:lnTo>
                  <a:lnTo>
                    <a:pt x="7685" y="30584"/>
                  </a:lnTo>
                  <a:lnTo>
                    <a:pt x="7376" y="30275"/>
                  </a:lnTo>
                  <a:lnTo>
                    <a:pt x="6874" y="29773"/>
                  </a:lnTo>
                  <a:lnTo>
                    <a:pt x="6681" y="29503"/>
                  </a:lnTo>
                  <a:lnTo>
                    <a:pt x="6488" y="29194"/>
                  </a:lnTo>
                  <a:lnTo>
                    <a:pt x="6295" y="28846"/>
                  </a:lnTo>
                  <a:lnTo>
                    <a:pt x="6102" y="28460"/>
                  </a:lnTo>
                  <a:lnTo>
                    <a:pt x="5986" y="28074"/>
                  </a:lnTo>
                  <a:lnTo>
                    <a:pt x="5909" y="27688"/>
                  </a:lnTo>
                  <a:lnTo>
                    <a:pt x="5870" y="27263"/>
                  </a:lnTo>
                  <a:lnTo>
                    <a:pt x="5870" y="26877"/>
                  </a:lnTo>
                  <a:lnTo>
                    <a:pt x="5909" y="26491"/>
                  </a:lnTo>
                  <a:lnTo>
                    <a:pt x="6024" y="26066"/>
                  </a:lnTo>
                  <a:lnTo>
                    <a:pt x="6024" y="25950"/>
                  </a:lnTo>
                  <a:lnTo>
                    <a:pt x="5947" y="25911"/>
                  </a:lnTo>
                  <a:lnTo>
                    <a:pt x="5870" y="25873"/>
                  </a:lnTo>
                  <a:lnTo>
                    <a:pt x="5793" y="25873"/>
                  </a:lnTo>
                  <a:lnTo>
                    <a:pt x="5059" y="26220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8"/>
                  </a:lnTo>
                  <a:lnTo>
                    <a:pt x="5445" y="25101"/>
                  </a:lnTo>
                  <a:lnTo>
                    <a:pt x="5716" y="24753"/>
                  </a:lnTo>
                  <a:lnTo>
                    <a:pt x="6102" y="24869"/>
                  </a:lnTo>
                  <a:lnTo>
                    <a:pt x="6488" y="24946"/>
                  </a:lnTo>
                  <a:lnTo>
                    <a:pt x="6333" y="25101"/>
                  </a:lnTo>
                  <a:lnTo>
                    <a:pt x="6179" y="25294"/>
                  </a:lnTo>
                  <a:lnTo>
                    <a:pt x="6179" y="25371"/>
                  </a:lnTo>
                  <a:lnTo>
                    <a:pt x="6179" y="25448"/>
                  </a:lnTo>
                  <a:lnTo>
                    <a:pt x="6256" y="25487"/>
                  </a:lnTo>
                  <a:lnTo>
                    <a:pt x="6295" y="25487"/>
                  </a:lnTo>
                  <a:lnTo>
                    <a:pt x="6372" y="25525"/>
                  </a:lnTo>
                  <a:lnTo>
                    <a:pt x="6449" y="25603"/>
                  </a:lnTo>
                  <a:lnTo>
                    <a:pt x="6526" y="25796"/>
                  </a:lnTo>
                  <a:lnTo>
                    <a:pt x="6565" y="26105"/>
                  </a:lnTo>
                  <a:lnTo>
                    <a:pt x="6604" y="26452"/>
                  </a:lnTo>
                  <a:lnTo>
                    <a:pt x="6604" y="27147"/>
                  </a:lnTo>
                  <a:lnTo>
                    <a:pt x="6604" y="27611"/>
                  </a:lnTo>
                  <a:lnTo>
                    <a:pt x="6681" y="28074"/>
                  </a:lnTo>
                  <a:lnTo>
                    <a:pt x="6835" y="28499"/>
                  </a:lnTo>
                  <a:lnTo>
                    <a:pt x="7067" y="28923"/>
                  </a:lnTo>
                  <a:lnTo>
                    <a:pt x="7376" y="29310"/>
                  </a:lnTo>
                  <a:lnTo>
                    <a:pt x="7569" y="29464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50"/>
                  </a:lnTo>
                  <a:lnTo>
                    <a:pt x="8264" y="29850"/>
                  </a:lnTo>
                  <a:lnTo>
                    <a:pt x="8303" y="29812"/>
                  </a:lnTo>
                  <a:lnTo>
                    <a:pt x="8303" y="29734"/>
                  </a:lnTo>
                  <a:lnTo>
                    <a:pt x="8303" y="29696"/>
                  </a:lnTo>
                  <a:lnTo>
                    <a:pt x="8303" y="29657"/>
                  </a:lnTo>
                  <a:lnTo>
                    <a:pt x="8419" y="29155"/>
                  </a:lnTo>
                  <a:lnTo>
                    <a:pt x="8496" y="28615"/>
                  </a:lnTo>
                  <a:lnTo>
                    <a:pt x="8534" y="28113"/>
                  </a:lnTo>
                  <a:lnTo>
                    <a:pt x="8534" y="27572"/>
                  </a:lnTo>
                  <a:lnTo>
                    <a:pt x="8534" y="27070"/>
                  </a:lnTo>
                  <a:lnTo>
                    <a:pt x="8457" y="26568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7"/>
                  </a:lnTo>
                  <a:lnTo>
                    <a:pt x="8650" y="25409"/>
                  </a:lnTo>
                  <a:lnTo>
                    <a:pt x="8650" y="25371"/>
                  </a:lnTo>
                  <a:lnTo>
                    <a:pt x="8612" y="25294"/>
                  </a:lnTo>
                  <a:lnTo>
                    <a:pt x="8380" y="24792"/>
                  </a:lnTo>
                  <a:lnTo>
                    <a:pt x="8805" y="24637"/>
                  </a:lnTo>
                  <a:close/>
                  <a:moveTo>
                    <a:pt x="6449" y="1"/>
                  </a:moveTo>
                  <a:lnTo>
                    <a:pt x="6411" y="40"/>
                  </a:lnTo>
                  <a:lnTo>
                    <a:pt x="6411" y="117"/>
                  </a:lnTo>
                  <a:lnTo>
                    <a:pt x="6333" y="117"/>
                  </a:lnTo>
                  <a:lnTo>
                    <a:pt x="6295" y="194"/>
                  </a:lnTo>
                  <a:lnTo>
                    <a:pt x="5600" y="1275"/>
                  </a:lnTo>
                  <a:lnTo>
                    <a:pt x="4943" y="2434"/>
                  </a:lnTo>
                  <a:lnTo>
                    <a:pt x="4403" y="3592"/>
                  </a:lnTo>
                  <a:lnTo>
                    <a:pt x="3901" y="4828"/>
                  </a:lnTo>
                  <a:lnTo>
                    <a:pt x="3437" y="6063"/>
                  </a:lnTo>
                  <a:lnTo>
                    <a:pt x="3090" y="7299"/>
                  </a:lnTo>
                  <a:lnTo>
                    <a:pt x="2742" y="8573"/>
                  </a:lnTo>
                  <a:lnTo>
                    <a:pt x="2511" y="9848"/>
                  </a:lnTo>
                  <a:lnTo>
                    <a:pt x="2317" y="11161"/>
                  </a:lnTo>
                  <a:lnTo>
                    <a:pt x="2202" y="12474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9"/>
                  </a:lnTo>
                  <a:lnTo>
                    <a:pt x="541" y="18806"/>
                  </a:lnTo>
                  <a:lnTo>
                    <a:pt x="39" y="19463"/>
                  </a:lnTo>
                  <a:lnTo>
                    <a:pt x="1" y="19501"/>
                  </a:lnTo>
                  <a:lnTo>
                    <a:pt x="1" y="19579"/>
                  </a:lnTo>
                  <a:lnTo>
                    <a:pt x="78" y="19694"/>
                  </a:lnTo>
                  <a:lnTo>
                    <a:pt x="39" y="19965"/>
                  </a:lnTo>
                  <a:lnTo>
                    <a:pt x="39" y="20274"/>
                  </a:lnTo>
                  <a:lnTo>
                    <a:pt x="39" y="20544"/>
                  </a:lnTo>
                  <a:lnTo>
                    <a:pt x="78" y="20853"/>
                  </a:lnTo>
                  <a:lnTo>
                    <a:pt x="194" y="21432"/>
                  </a:lnTo>
                  <a:lnTo>
                    <a:pt x="309" y="22011"/>
                  </a:lnTo>
                  <a:lnTo>
                    <a:pt x="387" y="22900"/>
                  </a:lnTo>
                  <a:lnTo>
                    <a:pt x="425" y="23749"/>
                  </a:lnTo>
                  <a:lnTo>
                    <a:pt x="425" y="24637"/>
                  </a:lnTo>
                  <a:lnTo>
                    <a:pt x="387" y="25487"/>
                  </a:lnTo>
                  <a:lnTo>
                    <a:pt x="387" y="25603"/>
                  </a:lnTo>
                  <a:lnTo>
                    <a:pt x="464" y="25641"/>
                  </a:lnTo>
                  <a:lnTo>
                    <a:pt x="503" y="25680"/>
                  </a:lnTo>
                  <a:lnTo>
                    <a:pt x="580" y="25680"/>
                  </a:lnTo>
                  <a:lnTo>
                    <a:pt x="618" y="25757"/>
                  </a:lnTo>
                  <a:lnTo>
                    <a:pt x="696" y="25796"/>
                  </a:lnTo>
                  <a:lnTo>
                    <a:pt x="811" y="25796"/>
                  </a:lnTo>
                  <a:lnTo>
                    <a:pt x="1584" y="25255"/>
                  </a:lnTo>
                  <a:lnTo>
                    <a:pt x="2279" y="24714"/>
                  </a:lnTo>
                  <a:lnTo>
                    <a:pt x="3746" y="23595"/>
                  </a:lnTo>
                  <a:lnTo>
                    <a:pt x="3785" y="23479"/>
                  </a:lnTo>
                  <a:lnTo>
                    <a:pt x="3785" y="23363"/>
                  </a:lnTo>
                  <a:lnTo>
                    <a:pt x="3630" y="22089"/>
                  </a:lnTo>
                  <a:lnTo>
                    <a:pt x="3592" y="20814"/>
                  </a:lnTo>
                  <a:lnTo>
                    <a:pt x="3939" y="21278"/>
                  </a:lnTo>
                  <a:lnTo>
                    <a:pt x="4364" y="21664"/>
                  </a:lnTo>
                  <a:lnTo>
                    <a:pt x="4789" y="22050"/>
                  </a:lnTo>
                  <a:lnTo>
                    <a:pt x="5252" y="22359"/>
                  </a:lnTo>
                  <a:lnTo>
                    <a:pt x="5059" y="22745"/>
                  </a:lnTo>
                  <a:lnTo>
                    <a:pt x="4866" y="23170"/>
                  </a:lnTo>
                  <a:lnTo>
                    <a:pt x="4712" y="23633"/>
                  </a:lnTo>
                  <a:lnTo>
                    <a:pt x="4673" y="23865"/>
                  </a:lnTo>
                  <a:lnTo>
                    <a:pt x="4712" y="24097"/>
                  </a:lnTo>
                  <a:lnTo>
                    <a:pt x="4750" y="24174"/>
                  </a:lnTo>
                  <a:lnTo>
                    <a:pt x="4789" y="24212"/>
                  </a:lnTo>
                  <a:lnTo>
                    <a:pt x="4827" y="24251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6"/>
                  </a:lnTo>
                  <a:lnTo>
                    <a:pt x="5329" y="24869"/>
                  </a:lnTo>
                  <a:lnTo>
                    <a:pt x="5175" y="25062"/>
                  </a:lnTo>
                  <a:lnTo>
                    <a:pt x="5021" y="25255"/>
                  </a:lnTo>
                  <a:lnTo>
                    <a:pt x="4905" y="25487"/>
                  </a:lnTo>
                  <a:lnTo>
                    <a:pt x="4827" y="25718"/>
                  </a:lnTo>
                  <a:lnTo>
                    <a:pt x="4750" y="25950"/>
                  </a:lnTo>
                  <a:lnTo>
                    <a:pt x="4712" y="26220"/>
                  </a:lnTo>
                  <a:lnTo>
                    <a:pt x="4712" y="26491"/>
                  </a:lnTo>
                  <a:lnTo>
                    <a:pt x="4712" y="26568"/>
                  </a:lnTo>
                  <a:lnTo>
                    <a:pt x="4789" y="26645"/>
                  </a:lnTo>
                  <a:lnTo>
                    <a:pt x="4943" y="26645"/>
                  </a:lnTo>
                  <a:lnTo>
                    <a:pt x="5638" y="26298"/>
                  </a:lnTo>
                  <a:lnTo>
                    <a:pt x="5561" y="26722"/>
                  </a:lnTo>
                  <a:lnTo>
                    <a:pt x="5561" y="27147"/>
                  </a:lnTo>
                  <a:lnTo>
                    <a:pt x="5561" y="27533"/>
                  </a:lnTo>
                  <a:lnTo>
                    <a:pt x="5638" y="27958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6"/>
                  </a:lnTo>
                  <a:lnTo>
                    <a:pt x="6256" y="29464"/>
                  </a:lnTo>
                  <a:lnTo>
                    <a:pt x="6642" y="30005"/>
                  </a:lnTo>
                  <a:lnTo>
                    <a:pt x="6913" y="30352"/>
                  </a:lnTo>
                  <a:lnTo>
                    <a:pt x="7183" y="30661"/>
                  </a:lnTo>
                  <a:lnTo>
                    <a:pt x="7530" y="30970"/>
                  </a:lnTo>
                  <a:lnTo>
                    <a:pt x="7839" y="31163"/>
                  </a:lnTo>
                  <a:lnTo>
                    <a:pt x="7994" y="31240"/>
                  </a:lnTo>
                  <a:lnTo>
                    <a:pt x="8148" y="31318"/>
                  </a:lnTo>
                  <a:lnTo>
                    <a:pt x="8303" y="31318"/>
                  </a:lnTo>
                  <a:lnTo>
                    <a:pt x="8457" y="31279"/>
                  </a:lnTo>
                  <a:lnTo>
                    <a:pt x="8612" y="31240"/>
                  </a:lnTo>
                  <a:lnTo>
                    <a:pt x="8766" y="31163"/>
                  </a:lnTo>
                  <a:lnTo>
                    <a:pt x="8998" y="30893"/>
                  </a:lnTo>
                  <a:lnTo>
                    <a:pt x="9230" y="30584"/>
                  </a:lnTo>
                  <a:lnTo>
                    <a:pt x="9423" y="30236"/>
                  </a:lnTo>
                  <a:lnTo>
                    <a:pt x="9577" y="29850"/>
                  </a:lnTo>
                  <a:lnTo>
                    <a:pt x="9693" y="29464"/>
                  </a:lnTo>
                  <a:lnTo>
                    <a:pt x="9847" y="28808"/>
                  </a:lnTo>
                  <a:lnTo>
                    <a:pt x="9886" y="28228"/>
                  </a:lnTo>
                  <a:lnTo>
                    <a:pt x="9847" y="27611"/>
                  </a:lnTo>
                  <a:lnTo>
                    <a:pt x="9770" y="27031"/>
                  </a:lnTo>
                  <a:lnTo>
                    <a:pt x="9577" y="26491"/>
                  </a:lnTo>
                  <a:lnTo>
                    <a:pt x="9770" y="26529"/>
                  </a:lnTo>
                  <a:lnTo>
                    <a:pt x="9963" y="26568"/>
                  </a:lnTo>
                  <a:lnTo>
                    <a:pt x="10156" y="26607"/>
                  </a:lnTo>
                  <a:lnTo>
                    <a:pt x="10388" y="26607"/>
                  </a:lnTo>
                  <a:lnTo>
                    <a:pt x="10465" y="26568"/>
                  </a:lnTo>
                  <a:lnTo>
                    <a:pt x="10542" y="26529"/>
                  </a:lnTo>
                  <a:lnTo>
                    <a:pt x="10542" y="26452"/>
                  </a:lnTo>
                  <a:lnTo>
                    <a:pt x="10542" y="26336"/>
                  </a:lnTo>
                  <a:lnTo>
                    <a:pt x="10234" y="25834"/>
                  </a:lnTo>
                  <a:lnTo>
                    <a:pt x="9925" y="25332"/>
                  </a:lnTo>
                  <a:lnTo>
                    <a:pt x="9538" y="24869"/>
                  </a:lnTo>
                  <a:lnTo>
                    <a:pt x="9114" y="24483"/>
                  </a:lnTo>
                  <a:lnTo>
                    <a:pt x="9616" y="24135"/>
                  </a:lnTo>
                  <a:lnTo>
                    <a:pt x="9693" y="24058"/>
                  </a:lnTo>
                  <a:lnTo>
                    <a:pt x="9732" y="23981"/>
                  </a:lnTo>
                  <a:lnTo>
                    <a:pt x="9770" y="23942"/>
                  </a:lnTo>
                  <a:lnTo>
                    <a:pt x="9732" y="23865"/>
                  </a:lnTo>
                  <a:lnTo>
                    <a:pt x="9307" y="23093"/>
                  </a:lnTo>
                  <a:lnTo>
                    <a:pt x="9114" y="22706"/>
                  </a:lnTo>
                  <a:lnTo>
                    <a:pt x="8959" y="22282"/>
                  </a:lnTo>
                  <a:lnTo>
                    <a:pt x="9114" y="22204"/>
                  </a:lnTo>
                  <a:lnTo>
                    <a:pt x="9423" y="21934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9"/>
                  </a:lnTo>
                  <a:lnTo>
                    <a:pt x="10118" y="21896"/>
                  </a:lnTo>
                  <a:lnTo>
                    <a:pt x="10040" y="22822"/>
                  </a:lnTo>
                  <a:lnTo>
                    <a:pt x="10079" y="22900"/>
                  </a:lnTo>
                  <a:lnTo>
                    <a:pt x="10156" y="22977"/>
                  </a:lnTo>
                  <a:lnTo>
                    <a:pt x="10813" y="23402"/>
                  </a:lnTo>
                  <a:lnTo>
                    <a:pt x="11469" y="23826"/>
                  </a:lnTo>
                  <a:lnTo>
                    <a:pt x="12126" y="24290"/>
                  </a:lnTo>
                  <a:lnTo>
                    <a:pt x="12743" y="24753"/>
                  </a:lnTo>
                  <a:lnTo>
                    <a:pt x="12859" y="24830"/>
                  </a:lnTo>
                  <a:lnTo>
                    <a:pt x="12975" y="24792"/>
                  </a:lnTo>
                  <a:lnTo>
                    <a:pt x="13052" y="24753"/>
                  </a:lnTo>
                  <a:lnTo>
                    <a:pt x="13091" y="24637"/>
                  </a:lnTo>
                  <a:lnTo>
                    <a:pt x="13323" y="21394"/>
                  </a:lnTo>
                  <a:lnTo>
                    <a:pt x="13400" y="19772"/>
                  </a:lnTo>
                  <a:lnTo>
                    <a:pt x="13439" y="18961"/>
                  </a:lnTo>
                  <a:lnTo>
                    <a:pt x="13400" y="18189"/>
                  </a:lnTo>
                  <a:lnTo>
                    <a:pt x="13361" y="18073"/>
                  </a:lnTo>
                  <a:lnTo>
                    <a:pt x="13323" y="18034"/>
                  </a:lnTo>
                  <a:lnTo>
                    <a:pt x="13284" y="18034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5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6" y="14559"/>
                  </a:lnTo>
                  <a:lnTo>
                    <a:pt x="10620" y="13632"/>
                  </a:lnTo>
                  <a:lnTo>
                    <a:pt x="10504" y="12705"/>
                  </a:lnTo>
                  <a:lnTo>
                    <a:pt x="10234" y="11122"/>
                  </a:lnTo>
                  <a:lnTo>
                    <a:pt x="9886" y="9539"/>
                  </a:lnTo>
                  <a:lnTo>
                    <a:pt x="9500" y="7956"/>
                  </a:lnTo>
                  <a:lnTo>
                    <a:pt x="9036" y="6411"/>
                  </a:lnTo>
                  <a:lnTo>
                    <a:pt x="8534" y="4866"/>
                  </a:lnTo>
                  <a:lnTo>
                    <a:pt x="7994" y="3322"/>
                  </a:lnTo>
                  <a:lnTo>
                    <a:pt x="7415" y="1816"/>
                  </a:lnTo>
                  <a:lnTo>
                    <a:pt x="6835" y="310"/>
                  </a:lnTo>
                  <a:lnTo>
                    <a:pt x="6797" y="233"/>
                  </a:lnTo>
                  <a:lnTo>
                    <a:pt x="6720" y="194"/>
                  </a:lnTo>
                  <a:lnTo>
                    <a:pt x="6642" y="155"/>
                  </a:lnTo>
                  <a:lnTo>
                    <a:pt x="6604" y="40"/>
                  </a:lnTo>
                  <a:lnTo>
                    <a:pt x="65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8" name="Google Shape;4288;p18"/>
            <p:cNvSpPr/>
            <p:nvPr/>
          </p:nvSpPr>
          <p:spPr>
            <a:xfrm>
              <a:off x="2208425" y="362157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4" y="386"/>
                  </a:moveTo>
                  <a:lnTo>
                    <a:pt x="1121" y="425"/>
                  </a:lnTo>
                  <a:lnTo>
                    <a:pt x="1198" y="463"/>
                  </a:lnTo>
                  <a:lnTo>
                    <a:pt x="1237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7" y="1120"/>
                  </a:lnTo>
                  <a:lnTo>
                    <a:pt x="1159" y="1159"/>
                  </a:lnTo>
                  <a:lnTo>
                    <a:pt x="1082" y="1236"/>
                  </a:lnTo>
                  <a:lnTo>
                    <a:pt x="889" y="1274"/>
                  </a:lnTo>
                  <a:lnTo>
                    <a:pt x="696" y="1236"/>
                  </a:lnTo>
                  <a:lnTo>
                    <a:pt x="542" y="1159"/>
                  </a:lnTo>
                  <a:lnTo>
                    <a:pt x="464" y="1081"/>
                  </a:lnTo>
                  <a:lnTo>
                    <a:pt x="426" y="965"/>
                  </a:lnTo>
                  <a:lnTo>
                    <a:pt x="387" y="888"/>
                  </a:lnTo>
                  <a:lnTo>
                    <a:pt x="387" y="772"/>
                  </a:lnTo>
                  <a:lnTo>
                    <a:pt x="426" y="579"/>
                  </a:lnTo>
                  <a:lnTo>
                    <a:pt x="542" y="579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850" y="0"/>
                  </a:moveTo>
                  <a:lnTo>
                    <a:pt x="735" y="39"/>
                  </a:lnTo>
                  <a:lnTo>
                    <a:pt x="619" y="77"/>
                  </a:lnTo>
                  <a:lnTo>
                    <a:pt x="503" y="116"/>
                  </a:lnTo>
                  <a:lnTo>
                    <a:pt x="348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79"/>
                  </a:lnTo>
                  <a:lnTo>
                    <a:pt x="40" y="734"/>
                  </a:lnTo>
                  <a:lnTo>
                    <a:pt x="1" y="888"/>
                  </a:lnTo>
                  <a:lnTo>
                    <a:pt x="40" y="1043"/>
                  </a:lnTo>
                  <a:lnTo>
                    <a:pt x="78" y="1197"/>
                  </a:lnTo>
                  <a:lnTo>
                    <a:pt x="194" y="1352"/>
                  </a:lnTo>
                  <a:lnTo>
                    <a:pt x="310" y="1467"/>
                  </a:lnTo>
                  <a:lnTo>
                    <a:pt x="464" y="1583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1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7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9" name="Google Shape;4289;p18"/>
            <p:cNvSpPr/>
            <p:nvPr/>
          </p:nvSpPr>
          <p:spPr>
            <a:xfrm>
              <a:off x="4431675" y="3622525"/>
              <a:ext cx="174775" cy="292525"/>
            </a:xfrm>
            <a:custGeom>
              <a:avLst/>
              <a:gdLst/>
              <a:ahLst/>
              <a:cxnLst/>
              <a:rect l="l" t="t" r="r" b="b"/>
              <a:pathLst>
                <a:path w="6991" h="11701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4" y="6256"/>
                  </a:lnTo>
                  <a:lnTo>
                    <a:pt x="4403" y="7801"/>
                  </a:lnTo>
                  <a:lnTo>
                    <a:pt x="5214" y="9345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4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2" y="11508"/>
                  </a:lnTo>
                  <a:lnTo>
                    <a:pt x="6952" y="11392"/>
                  </a:lnTo>
                  <a:lnTo>
                    <a:pt x="6990" y="11353"/>
                  </a:lnTo>
                  <a:lnTo>
                    <a:pt x="6681" y="11122"/>
                  </a:lnTo>
                  <a:lnTo>
                    <a:pt x="6759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6" y="5638"/>
                  </a:lnTo>
                  <a:lnTo>
                    <a:pt x="6411" y="5638"/>
                  </a:lnTo>
                  <a:lnTo>
                    <a:pt x="6411" y="6758"/>
                  </a:lnTo>
                  <a:lnTo>
                    <a:pt x="6334" y="8573"/>
                  </a:lnTo>
                  <a:lnTo>
                    <a:pt x="6295" y="9500"/>
                  </a:lnTo>
                  <a:lnTo>
                    <a:pt x="6257" y="10427"/>
                  </a:lnTo>
                  <a:lnTo>
                    <a:pt x="5986" y="9886"/>
                  </a:lnTo>
                  <a:lnTo>
                    <a:pt x="5253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2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0" name="Google Shape;4290;p18"/>
            <p:cNvSpPr/>
            <p:nvPr/>
          </p:nvSpPr>
          <p:spPr>
            <a:xfrm>
              <a:off x="3827375" y="363605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3" y="464"/>
                  </a:moveTo>
                  <a:lnTo>
                    <a:pt x="2085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89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89" y="2472"/>
                  </a:lnTo>
                  <a:lnTo>
                    <a:pt x="2973" y="2665"/>
                  </a:lnTo>
                  <a:lnTo>
                    <a:pt x="2780" y="2896"/>
                  </a:lnTo>
                  <a:lnTo>
                    <a:pt x="2587" y="3051"/>
                  </a:lnTo>
                  <a:lnTo>
                    <a:pt x="2356" y="3167"/>
                  </a:lnTo>
                  <a:lnTo>
                    <a:pt x="2085" y="3244"/>
                  </a:lnTo>
                  <a:lnTo>
                    <a:pt x="1776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5" y="2896"/>
                  </a:lnTo>
                  <a:lnTo>
                    <a:pt x="772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4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80"/>
                  </a:lnTo>
                  <a:lnTo>
                    <a:pt x="1583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8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1" y="271"/>
                  </a:lnTo>
                  <a:lnTo>
                    <a:pt x="850" y="386"/>
                  </a:lnTo>
                  <a:lnTo>
                    <a:pt x="618" y="580"/>
                  </a:lnTo>
                  <a:lnTo>
                    <a:pt x="425" y="773"/>
                  </a:lnTo>
                  <a:lnTo>
                    <a:pt x="270" y="966"/>
                  </a:lnTo>
                  <a:lnTo>
                    <a:pt x="155" y="1236"/>
                  </a:lnTo>
                  <a:lnTo>
                    <a:pt x="77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1"/>
                  </a:lnTo>
                  <a:lnTo>
                    <a:pt x="1583" y="3707"/>
                  </a:lnTo>
                  <a:lnTo>
                    <a:pt x="1969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5" y="2781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4"/>
                  </a:lnTo>
                  <a:lnTo>
                    <a:pt x="3668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1" name="Google Shape;4291;p18"/>
            <p:cNvSpPr/>
            <p:nvPr/>
          </p:nvSpPr>
          <p:spPr>
            <a:xfrm>
              <a:off x="2802150" y="3642800"/>
              <a:ext cx="320525" cy="97525"/>
            </a:xfrm>
            <a:custGeom>
              <a:avLst/>
              <a:gdLst/>
              <a:ahLst/>
              <a:cxnLst/>
              <a:rect l="l" t="t" r="r" b="b"/>
              <a:pathLst>
                <a:path w="12821" h="3901" extrusionOk="0">
                  <a:moveTo>
                    <a:pt x="12550" y="1"/>
                  </a:moveTo>
                  <a:lnTo>
                    <a:pt x="12434" y="39"/>
                  </a:lnTo>
                  <a:lnTo>
                    <a:pt x="12357" y="78"/>
                  </a:lnTo>
                  <a:lnTo>
                    <a:pt x="12318" y="155"/>
                  </a:lnTo>
                  <a:lnTo>
                    <a:pt x="12280" y="271"/>
                  </a:lnTo>
                  <a:lnTo>
                    <a:pt x="12318" y="348"/>
                  </a:lnTo>
                  <a:lnTo>
                    <a:pt x="12357" y="541"/>
                  </a:lnTo>
                  <a:lnTo>
                    <a:pt x="12318" y="734"/>
                  </a:lnTo>
                  <a:lnTo>
                    <a:pt x="12280" y="889"/>
                  </a:lnTo>
                  <a:lnTo>
                    <a:pt x="12164" y="1043"/>
                  </a:lnTo>
                  <a:lnTo>
                    <a:pt x="12009" y="1198"/>
                  </a:lnTo>
                  <a:lnTo>
                    <a:pt x="11855" y="1314"/>
                  </a:lnTo>
                  <a:lnTo>
                    <a:pt x="11430" y="1545"/>
                  </a:lnTo>
                  <a:lnTo>
                    <a:pt x="11005" y="1700"/>
                  </a:lnTo>
                  <a:lnTo>
                    <a:pt x="10542" y="1854"/>
                  </a:lnTo>
                  <a:lnTo>
                    <a:pt x="9808" y="2047"/>
                  </a:lnTo>
                  <a:lnTo>
                    <a:pt x="9422" y="2163"/>
                  </a:lnTo>
                  <a:lnTo>
                    <a:pt x="9383" y="2086"/>
                  </a:lnTo>
                  <a:lnTo>
                    <a:pt x="9345" y="2009"/>
                  </a:lnTo>
                  <a:lnTo>
                    <a:pt x="8997" y="1468"/>
                  </a:lnTo>
                  <a:lnTo>
                    <a:pt x="8727" y="927"/>
                  </a:lnTo>
                  <a:lnTo>
                    <a:pt x="8418" y="1043"/>
                  </a:lnTo>
                  <a:lnTo>
                    <a:pt x="8495" y="1391"/>
                  </a:lnTo>
                  <a:lnTo>
                    <a:pt x="8611" y="1700"/>
                  </a:lnTo>
                  <a:lnTo>
                    <a:pt x="8804" y="2009"/>
                  </a:lnTo>
                  <a:lnTo>
                    <a:pt x="8997" y="2279"/>
                  </a:lnTo>
                  <a:lnTo>
                    <a:pt x="7839" y="2588"/>
                  </a:lnTo>
                  <a:lnTo>
                    <a:pt x="6719" y="2820"/>
                  </a:lnTo>
                  <a:lnTo>
                    <a:pt x="5329" y="3051"/>
                  </a:lnTo>
                  <a:lnTo>
                    <a:pt x="3939" y="3244"/>
                  </a:lnTo>
                  <a:lnTo>
                    <a:pt x="3668" y="3283"/>
                  </a:lnTo>
                  <a:lnTo>
                    <a:pt x="3746" y="2935"/>
                  </a:lnTo>
                  <a:lnTo>
                    <a:pt x="3784" y="2588"/>
                  </a:lnTo>
                  <a:lnTo>
                    <a:pt x="3707" y="2240"/>
                  </a:lnTo>
                  <a:lnTo>
                    <a:pt x="3630" y="1893"/>
                  </a:lnTo>
                  <a:lnTo>
                    <a:pt x="3282" y="1970"/>
                  </a:lnTo>
                  <a:lnTo>
                    <a:pt x="3321" y="2279"/>
                  </a:lnTo>
                  <a:lnTo>
                    <a:pt x="3360" y="2588"/>
                  </a:lnTo>
                  <a:lnTo>
                    <a:pt x="3282" y="2974"/>
                  </a:lnTo>
                  <a:lnTo>
                    <a:pt x="3205" y="3321"/>
                  </a:lnTo>
                  <a:lnTo>
                    <a:pt x="2278" y="3399"/>
                  </a:lnTo>
                  <a:lnTo>
                    <a:pt x="1815" y="3437"/>
                  </a:lnTo>
                  <a:lnTo>
                    <a:pt x="1352" y="3399"/>
                  </a:lnTo>
                  <a:lnTo>
                    <a:pt x="965" y="3360"/>
                  </a:lnTo>
                  <a:lnTo>
                    <a:pt x="772" y="3283"/>
                  </a:lnTo>
                  <a:lnTo>
                    <a:pt x="618" y="3244"/>
                  </a:lnTo>
                  <a:lnTo>
                    <a:pt x="502" y="3128"/>
                  </a:lnTo>
                  <a:lnTo>
                    <a:pt x="425" y="3051"/>
                  </a:lnTo>
                  <a:lnTo>
                    <a:pt x="386" y="2935"/>
                  </a:lnTo>
                  <a:lnTo>
                    <a:pt x="348" y="2781"/>
                  </a:lnTo>
                  <a:lnTo>
                    <a:pt x="348" y="2704"/>
                  </a:lnTo>
                  <a:lnTo>
                    <a:pt x="309" y="2665"/>
                  </a:lnTo>
                  <a:lnTo>
                    <a:pt x="232" y="2588"/>
                  </a:lnTo>
                  <a:lnTo>
                    <a:pt x="116" y="2626"/>
                  </a:lnTo>
                  <a:lnTo>
                    <a:pt x="77" y="2626"/>
                  </a:lnTo>
                  <a:lnTo>
                    <a:pt x="39" y="2704"/>
                  </a:lnTo>
                  <a:lnTo>
                    <a:pt x="0" y="2858"/>
                  </a:lnTo>
                  <a:lnTo>
                    <a:pt x="0" y="3013"/>
                  </a:lnTo>
                  <a:lnTo>
                    <a:pt x="0" y="3167"/>
                  </a:lnTo>
                  <a:lnTo>
                    <a:pt x="39" y="3283"/>
                  </a:lnTo>
                  <a:lnTo>
                    <a:pt x="116" y="3399"/>
                  </a:lnTo>
                  <a:lnTo>
                    <a:pt x="193" y="3515"/>
                  </a:lnTo>
                  <a:lnTo>
                    <a:pt x="386" y="3669"/>
                  </a:lnTo>
                  <a:lnTo>
                    <a:pt x="657" y="3746"/>
                  </a:lnTo>
                  <a:lnTo>
                    <a:pt x="927" y="3823"/>
                  </a:lnTo>
                  <a:lnTo>
                    <a:pt x="1236" y="3862"/>
                  </a:lnTo>
                  <a:lnTo>
                    <a:pt x="1506" y="3901"/>
                  </a:lnTo>
                  <a:lnTo>
                    <a:pt x="2780" y="3823"/>
                  </a:lnTo>
                  <a:lnTo>
                    <a:pt x="4016" y="3746"/>
                  </a:lnTo>
                  <a:lnTo>
                    <a:pt x="5252" y="3553"/>
                  </a:lnTo>
                  <a:lnTo>
                    <a:pt x="6487" y="3360"/>
                  </a:lnTo>
                  <a:lnTo>
                    <a:pt x="7646" y="3128"/>
                  </a:lnTo>
                  <a:lnTo>
                    <a:pt x="8766" y="2858"/>
                  </a:lnTo>
                  <a:lnTo>
                    <a:pt x="9885" y="2511"/>
                  </a:lnTo>
                  <a:lnTo>
                    <a:pt x="11005" y="2163"/>
                  </a:lnTo>
                  <a:lnTo>
                    <a:pt x="11353" y="2047"/>
                  </a:lnTo>
                  <a:lnTo>
                    <a:pt x="11700" y="1893"/>
                  </a:lnTo>
                  <a:lnTo>
                    <a:pt x="12048" y="1700"/>
                  </a:lnTo>
                  <a:lnTo>
                    <a:pt x="12357" y="1507"/>
                  </a:lnTo>
                  <a:lnTo>
                    <a:pt x="12627" y="1236"/>
                  </a:lnTo>
                  <a:lnTo>
                    <a:pt x="12704" y="1082"/>
                  </a:lnTo>
                  <a:lnTo>
                    <a:pt x="12782" y="927"/>
                  </a:lnTo>
                  <a:lnTo>
                    <a:pt x="12820" y="773"/>
                  </a:lnTo>
                  <a:lnTo>
                    <a:pt x="12820" y="580"/>
                  </a:lnTo>
                  <a:lnTo>
                    <a:pt x="12820" y="387"/>
                  </a:lnTo>
                  <a:lnTo>
                    <a:pt x="12743" y="155"/>
                  </a:lnTo>
                  <a:lnTo>
                    <a:pt x="12704" y="78"/>
                  </a:lnTo>
                  <a:lnTo>
                    <a:pt x="12627" y="39"/>
                  </a:lnTo>
                  <a:lnTo>
                    <a:pt x="125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2" name="Google Shape;4292;p18"/>
            <p:cNvSpPr/>
            <p:nvPr/>
          </p:nvSpPr>
          <p:spPr>
            <a:xfrm>
              <a:off x="2017300" y="364860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271" y="0"/>
                  </a:moveTo>
                  <a:lnTo>
                    <a:pt x="155" y="39"/>
                  </a:lnTo>
                  <a:lnTo>
                    <a:pt x="39" y="116"/>
                  </a:lnTo>
                  <a:lnTo>
                    <a:pt x="0" y="232"/>
                  </a:lnTo>
                  <a:lnTo>
                    <a:pt x="39" y="386"/>
                  </a:lnTo>
                  <a:lnTo>
                    <a:pt x="348" y="888"/>
                  </a:lnTo>
                  <a:lnTo>
                    <a:pt x="657" y="1390"/>
                  </a:lnTo>
                  <a:lnTo>
                    <a:pt x="1043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205"/>
                  </a:lnTo>
                  <a:lnTo>
                    <a:pt x="2703" y="3553"/>
                  </a:lnTo>
                  <a:lnTo>
                    <a:pt x="3205" y="3900"/>
                  </a:lnTo>
                  <a:lnTo>
                    <a:pt x="3553" y="3746"/>
                  </a:lnTo>
                  <a:lnTo>
                    <a:pt x="2780" y="3012"/>
                  </a:lnTo>
                  <a:lnTo>
                    <a:pt x="2047" y="2240"/>
                  </a:lnTo>
                  <a:lnTo>
                    <a:pt x="1352" y="1429"/>
                  </a:lnTo>
                  <a:lnTo>
                    <a:pt x="1043" y="1004"/>
                  </a:lnTo>
                  <a:lnTo>
                    <a:pt x="734" y="541"/>
                  </a:lnTo>
                  <a:lnTo>
                    <a:pt x="1622" y="695"/>
                  </a:lnTo>
                  <a:lnTo>
                    <a:pt x="2510" y="888"/>
                  </a:lnTo>
                  <a:lnTo>
                    <a:pt x="3012" y="1043"/>
                  </a:lnTo>
                  <a:lnTo>
                    <a:pt x="3514" y="1197"/>
                  </a:lnTo>
                  <a:lnTo>
                    <a:pt x="4016" y="1390"/>
                  </a:lnTo>
                  <a:lnTo>
                    <a:pt x="4518" y="1506"/>
                  </a:lnTo>
                  <a:lnTo>
                    <a:pt x="4595" y="1506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84"/>
                  </a:lnTo>
                  <a:lnTo>
                    <a:pt x="4904" y="1506"/>
                  </a:lnTo>
                  <a:lnTo>
                    <a:pt x="4982" y="1429"/>
                  </a:lnTo>
                  <a:lnTo>
                    <a:pt x="4634" y="1159"/>
                  </a:lnTo>
                  <a:lnTo>
                    <a:pt x="4171" y="888"/>
                  </a:lnTo>
                  <a:lnTo>
                    <a:pt x="3630" y="657"/>
                  </a:lnTo>
                  <a:lnTo>
                    <a:pt x="3089" y="464"/>
                  </a:lnTo>
                  <a:lnTo>
                    <a:pt x="2510" y="309"/>
                  </a:lnTo>
                  <a:lnTo>
                    <a:pt x="1931" y="193"/>
                  </a:lnTo>
                  <a:lnTo>
                    <a:pt x="1352" y="116"/>
                  </a:lnTo>
                  <a:lnTo>
                    <a:pt x="27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3" name="Google Shape;4293;p18"/>
            <p:cNvSpPr/>
            <p:nvPr/>
          </p:nvSpPr>
          <p:spPr>
            <a:xfrm>
              <a:off x="1564525" y="3658250"/>
              <a:ext cx="248125" cy="295425"/>
            </a:xfrm>
            <a:custGeom>
              <a:avLst/>
              <a:gdLst/>
              <a:ahLst/>
              <a:cxnLst/>
              <a:rect l="l" t="t" r="r" b="b"/>
              <a:pathLst>
                <a:path w="9925" h="11817" extrusionOk="0">
                  <a:moveTo>
                    <a:pt x="3785" y="850"/>
                  </a:moveTo>
                  <a:lnTo>
                    <a:pt x="4326" y="2279"/>
                  </a:lnTo>
                  <a:lnTo>
                    <a:pt x="4944" y="3746"/>
                  </a:lnTo>
                  <a:lnTo>
                    <a:pt x="6179" y="6565"/>
                  </a:lnTo>
                  <a:lnTo>
                    <a:pt x="3322" y="7492"/>
                  </a:lnTo>
                  <a:lnTo>
                    <a:pt x="1893" y="7955"/>
                  </a:lnTo>
                  <a:lnTo>
                    <a:pt x="464" y="8457"/>
                  </a:lnTo>
                  <a:lnTo>
                    <a:pt x="464" y="8457"/>
                  </a:lnTo>
                  <a:lnTo>
                    <a:pt x="1043" y="7569"/>
                  </a:lnTo>
                  <a:lnTo>
                    <a:pt x="1507" y="6604"/>
                  </a:lnTo>
                  <a:lnTo>
                    <a:pt x="1970" y="5638"/>
                  </a:lnTo>
                  <a:lnTo>
                    <a:pt x="2395" y="4673"/>
                  </a:lnTo>
                  <a:lnTo>
                    <a:pt x="2781" y="3746"/>
                  </a:lnTo>
                  <a:lnTo>
                    <a:pt x="3167" y="2781"/>
                  </a:lnTo>
                  <a:lnTo>
                    <a:pt x="3476" y="1815"/>
                  </a:lnTo>
                  <a:lnTo>
                    <a:pt x="3785" y="850"/>
                  </a:lnTo>
                  <a:close/>
                  <a:moveTo>
                    <a:pt x="3824" y="0"/>
                  </a:moveTo>
                  <a:lnTo>
                    <a:pt x="3746" y="39"/>
                  </a:lnTo>
                  <a:lnTo>
                    <a:pt x="3708" y="78"/>
                  </a:lnTo>
                  <a:lnTo>
                    <a:pt x="3592" y="116"/>
                  </a:lnTo>
                  <a:lnTo>
                    <a:pt x="3553" y="194"/>
                  </a:lnTo>
                  <a:lnTo>
                    <a:pt x="2820" y="2395"/>
                  </a:lnTo>
                  <a:lnTo>
                    <a:pt x="2434" y="3476"/>
                  </a:lnTo>
                  <a:lnTo>
                    <a:pt x="2009" y="4518"/>
                  </a:lnTo>
                  <a:lnTo>
                    <a:pt x="1545" y="5561"/>
                  </a:lnTo>
                  <a:lnTo>
                    <a:pt x="1043" y="6604"/>
                  </a:lnTo>
                  <a:lnTo>
                    <a:pt x="503" y="7608"/>
                  </a:lnTo>
                  <a:lnTo>
                    <a:pt x="39" y="8650"/>
                  </a:lnTo>
                  <a:lnTo>
                    <a:pt x="1" y="8689"/>
                  </a:lnTo>
                  <a:lnTo>
                    <a:pt x="39" y="8766"/>
                  </a:lnTo>
                  <a:lnTo>
                    <a:pt x="117" y="8805"/>
                  </a:lnTo>
                  <a:lnTo>
                    <a:pt x="117" y="8843"/>
                  </a:lnTo>
                  <a:lnTo>
                    <a:pt x="117" y="8920"/>
                  </a:lnTo>
                  <a:lnTo>
                    <a:pt x="155" y="8998"/>
                  </a:lnTo>
                  <a:lnTo>
                    <a:pt x="310" y="9114"/>
                  </a:lnTo>
                  <a:lnTo>
                    <a:pt x="464" y="8882"/>
                  </a:lnTo>
                  <a:lnTo>
                    <a:pt x="1970" y="8457"/>
                  </a:lnTo>
                  <a:lnTo>
                    <a:pt x="3438" y="7994"/>
                  </a:lnTo>
                  <a:lnTo>
                    <a:pt x="6372" y="7028"/>
                  </a:lnTo>
                  <a:lnTo>
                    <a:pt x="7106" y="8689"/>
                  </a:lnTo>
                  <a:lnTo>
                    <a:pt x="8303" y="11817"/>
                  </a:lnTo>
                  <a:lnTo>
                    <a:pt x="8689" y="11662"/>
                  </a:lnTo>
                  <a:lnTo>
                    <a:pt x="7531" y="8689"/>
                  </a:lnTo>
                  <a:lnTo>
                    <a:pt x="6797" y="6874"/>
                  </a:lnTo>
                  <a:lnTo>
                    <a:pt x="8380" y="6333"/>
                  </a:lnTo>
                  <a:lnTo>
                    <a:pt x="9925" y="5754"/>
                  </a:lnTo>
                  <a:lnTo>
                    <a:pt x="9770" y="5329"/>
                  </a:lnTo>
                  <a:lnTo>
                    <a:pt x="8187" y="5909"/>
                  </a:lnTo>
                  <a:lnTo>
                    <a:pt x="6643" y="6449"/>
                  </a:lnTo>
                  <a:lnTo>
                    <a:pt x="6025" y="4905"/>
                  </a:lnTo>
                  <a:lnTo>
                    <a:pt x="5407" y="3360"/>
                  </a:lnTo>
                  <a:lnTo>
                    <a:pt x="4712" y="1854"/>
                  </a:lnTo>
                  <a:lnTo>
                    <a:pt x="3978" y="348"/>
                  </a:lnTo>
                  <a:lnTo>
                    <a:pt x="4055" y="78"/>
                  </a:lnTo>
                  <a:lnTo>
                    <a:pt x="3862" y="39"/>
                  </a:lnTo>
                  <a:lnTo>
                    <a:pt x="382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4" name="Google Shape;4294;p18"/>
            <p:cNvSpPr/>
            <p:nvPr/>
          </p:nvSpPr>
          <p:spPr>
            <a:xfrm>
              <a:off x="1663975" y="3660175"/>
              <a:ext cx="229775" cy="419975"/>
            </a:xfrm>
            <a:custGeom>
              <a:avLst/>
              <a:gdLst/>
              <a:ahLst/>
              <a:cxnLst/>
              <a:rect l="l" t="t" r="r" b="b"/>
              <a:pathLst>
                <a:path w="9191" h="16799" extrusionOk="0">
                  <a:moveTo>
                    <a:pt x="77" y="1"/>
                  </a:moveTo>
                  <a:lnTo>
                    <a:pt x="0" y="271"/>
                  </a:lnTo>
                  <a:lnTo>
                    <a:pt x="2124" y="1275"/>
                  </a:lnTo>
                  <a:lnTo>
                    <a:pt x="4286" y="2240"/>
                  </a:lnTo>
                  <a:lnTo>
                    <a:pt x="5290" y="2742"/>
                  </a:lnTo>
                  <a:lnTo>
                    <a:pt x="6294" y="3244"/>
                  </a:lnTo>
                  <a:lnTo>
                    <a:pt x="7298" y="3746"/>
                  </a:lnTo>
                  <a:lnTo>
                    <a:pt x="8302" y="4248"/>
                  </a:lnTo>
                  <a:lnTo>
                    <a:pt x="7028" y="4750"/>
                  </a:lnTo>
                  <a:lnTo>
                    <a:pt x="5792" y="5252"/>
                  </a:lnTo>
                  <a:lnTo>
                    <a:pt x="5947" y="5677"/>
                  </a:lnTo>
                  <a:lnTo>
                    <a:pt x="7298" y="5175"/>
                  </a:lnTo>
                  <a:lnTo>
                    <a:pt x="7955" y="4905"/>
                  </a:lnTo>
                  <a:lnTo>
                    <a:pt x="8611" y="4596"/>
                  </a:lnTo>
                  <a:lnTo>
                    <a:pt x="8457" y="5136"/>
                  </a:lnTo>
                  <a:lnTo>
                    <a:pt x="8341" y="5638"/>
                  </a:lnTo>
                  <a:lnTo>
                    <a:pt x="8148" y="6681"/>
                  </a:lnTo>
                  <a:lnTo>
                    <a:pt x="7839" y="8380"/>
                  </a:lnTo>
                  <a:lnTo>
                    <a:pt x="7569" y="10041"/>
                  </a:lnTo>
                  <a:lnTo>
                    <a:pt x="7028" y="13361"/>
                  </a:lnTo>
                  <a:lnTo>
                    <a:pt x="6796" y="15060"/>
                  </a:lnTo>
                  <a:lnTo>
                    <a:pt x="6681" y="15871"/>
                  </a:lnTo>
                  <a:lnTo>
                    <a:pt x="6642" y="16721"/>
                  </a:lnTo>
                  <a:lnTo>
                    <a:pt x="6989" y="16798"/>
                  </a:lnTo>
                  <a:lnTo>
                    <a:pt x="7298" y="15215"/>
                  </a:lnTo>
                  <a:lnTo>
                    <a:pt x="7530" y="13593"/>
                  </a:lnTo>
                  <a:lnTo>
                    <a:pt x="7723" y="12010"/>
                  </a:lnTo>
                  <a:lnTo>
                    <a:pt x="7955" y="10427"/>
                  </a:lnTo>
                  <a:lnTo>
                    <a:pt x="8225" y="8805"/>
                  </a:lnTo>
                  <a:lnTo>
                    <a:pt x="8495" y="7183"/>
                  </a:lnTo>
                  <a:lnTo>
                    <a:pt x="8689" y="6488"/>
                  </a:lnTo>
                  <a:lnTo>
                    <a:pt x="8882" y="5793"/>
                  </a:lnTo>
                  <a:lnTo>
                    <a:pt x="9036" y="5059"/>
                  </a:lnTo>
                  <a:lnTo>
                    <a:pt x="9152" y="4364"/>
                  </a:lnTo>
                  <a:lnTo>
                    <a:pt x="9152" y="4287"/>
                  </a:lnTo>
                  <a:lnTo>
                    <a:pt x="9190" y="4210"/>
                  </a:lnTo>
                  <a:lnTo>
                    <a:pt x="9113" y="4094"/>
                  </a:lnTo>
                  <a:lnTo>
                    <a:pt x="9036" y="4017"/>
                  </a:lnTo>
                  <a:lnTo>
                    <a:pt x="8920" y="4017"/>
                  </a:lnTo>
                  <a:lnTo>
                    <a:pt x="8882" y="4055"/>
                  </a:lnTo>
                  <a:lnTo>
                    <a:pt x="7839" y="3437"/>
                  </a:lnTo>
                  <a:lnTo>
                    <a:pt x="6758" y="2897"/>
                  </a:lnTo>
                  <a:lnTo>
                    <a:pt x="4595" y="1893"/>
                  </a:lnTo>
                  <a:lnTo>
                    <a:pt x="2356" y="927"/>
                  </a:lnTo>
                  <a:lnTo>
                    <a:pt x="1236" y="464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5" name="Google Shape;4295;p18"/>
            <p:cNvSpPr/>
            <p:nvPr/>
          </p:nvSpPr>
          <p:spPr>
            <a:xfrm>
              <a:off x="406075" y="3667900"/>
              <a:ext cx="458600" cy="289650"/>
            </a:xfrm>
            <a:custGeom>
              <a:avLst/>
              <a:gdLst/>
              <a:ahLst/>
              <a:cxnLst/>
              <a:rect l="l" t="t" r="r" b="b"/>
              <a:pathLst>
                <a:path w="18344" h="11586" extrusionOk="0">
                  <a:moveTo>
                    <a:pt x="17069" y="387"/>
                  </a:moveTo>
                  <a:lnTo>
                    <a:pt x="17146" y="425"/>
                  </a:lnTo>
                  <a:lnTo>
                    <a:pt x="17223" y="503"/>
                  </a:lnTo>
                  <a:lnTo>
                    <a:pt x="17300" y="734"/>
                  </a:lnTo>
                  <a:lnTo>
                    <a:pt x="17378" y="927"/>
                  </a:lnTo>
                  <a:lnTo>
                    <a:pt x="17378" y="1120"/>
                  </a:lnTo>
                  <a:lnTo>
                    <a:pt x="17339" y="1314"/>
                  </a:lnTo>
                  <a:lnTo>
                    <a:pt x="17223" y="1545"/>
                  </a:lnTo>
                  <a:lnTo>
                    <a:pt x="16953" y="1893"/>
                  </a:lnTo>
                  <a:lnTo>
                    <a:pt x="16721" y="2124"/>
                  </a:lnTo>
                  <a:lnTo>
                    <a:pt x="16451" y="2356"/>
                  </a:lnTo>
                  <a:lnTo>
                    <a:pt x="16181" y="2549"/>
                  </a:lnTo>
                  <a:lnTo>
                    <a:pt x="15872" y="2665"/>
                  </a:lnTo>
                  <a:lnTo>
                    <a:pt x="15872" y="2086"/>
                  </a:lnTo>
                  <a:lnTo>
                    <a:pt x="15910" y="1777"/>
                  </a:lnTo>
                  <a:lnTo>
                    <a:pt x="15949" y="1468"/>
                  </a:lnTo>
                  <a:lnTo>
                    <a:pt x="16026" y="1198"/>
                  </a:lnTo>
                  <a:lnTo>
                    <a:pt x="16181" y="927"/>
                  </a:lnTo>
                  <a:lnTo>
                    <a:pt x="16335" y="696"/>
                  </a:lnTo>
                  <a:lnTo>
                    <a:pt x="16605" y="503"/>
                  </a:lnTo>
                  <a:lnTo>
                    <a:pt x="16837" y="425"/>
                  </a:lnTo>
                  <a:lnTo>
                    <a:pt x="16992" y="387"/>
                  </a:lnTo>
                  <a:close/>
                  <a:moveTo>
                    <a:pt x="14597" y="2974"/>
                  </a:moveTo>
                  <a:lnTo>
                    <a:pt x="14868" y="3013"/>
                  </a:lnTo>
                  <a:lnTo>
                    <a:pt x="15138" y="3090"/>
                  </a:lnTo>
                  <a:lnTo>
                    <a:pt x="15099" y="3206"/>
                  </a:lnTo>
                  <a:lnTo>
                    <a:pt x="14713" y="3515"/>
                  </a:lnTo>
                  <a:lnTo>
                    <a:pt x="14288" y="3746"/>
                  </a:lnTo>
                  <a:lnTo>
                    <a:pt x="14057" y="3862"/>
                  </a:lnTo>
                  <a:lnTo>
                    <a:pt x="13786" y="3939"/>
                  </a:lnTo>
                  <a:lnTo>
                    <a:pt x="13478" y="4017"/>
                  </a:lnTo>
                  <a:lnTo>
                    <a:pt x="13053" y="4017"/>
                  </a:lnTo>
                  <a:lnTo>
                    <a:pt x="12976" y="3939"/>
                  </a:lnTo>
                  <a:lnTo>
                    <a:pt x="12976" y="3862"/>
                  </a:lnTo>
                  <a:lnTo>
                    <a:pt x="12976" y="3708"/>
                  </a:lnTo>
                  <a:lnTo>
                    <a:pt x="13014" y="3476"/>
                  </a:lnTo>
                  <a:lnTo>
                    <a:pt x="13053" y="3360"/>
                  </a:lnTo>
                  <a:lnTo>
                    <a:pt x="13207" y="3244"/>
                  </a:lnTo>
                  <a:lnTo>
                    <a:pt x="13400" y="3167"/>
                  </a:lnTo>
                  <a:lnTo>
                    <a:pt x="13709" y="3051"/>
                  </a:lnTo>
                  <a:lnTo>
                    <a:pt x="14018" y="3013"/>
                  </a:lnTo>
                  <a:lnTo>
                    <a:pt x="14327" y="2974"/>
                  </a:lnTo>
                  <a:close/>
                  <a:moveTo>
                    <a:pt x="15679" y="3283"/>
                  </a:moveTo>
                  <a:lnTo>
                    <a:pt x="16335" y="3476"/>
                  </a:lnTo>
                  <a:lnTo>
                    <a:pt x="16644" y="3553"/>
                  </a:lnTo>
                  <a:lnTo>
                    <a:pt x="16992" y="3669"/>
                  </a:lnTo>
                  <a:lnTo>
                    <a:pt x="17262" y="3823"/>
                  </a:lnTo>
                  <a:lnTo>
                    <a:pt x="17532" y="4017"/>
                  </a:lnTo>
                  <a:lnTo>
                    <a:pt x="17725" y="4287"/>
                  </a:lnTo>
                  <a:lnTo>
                    <a:pt x="17802" y="4403"/>
                  </a:lnTo>
                  <a:lnTo>
                    <a:pt x="17880" y="4596"/>
                  </a:lnTo>
                  <a:lnTo>
                    <a:pt x="17918" y="4789"/>
                  </a:lnTo>
                  <a:lnTo>
                    <a:pt x="17880" y="4943"/>
                  </a:lnTo>
                  <a:lnTo>
                    <a:pt x="17802" y="5059"/>
                  </a:lnTo>
                  <a:lnTo>
                    <a:pt x="17648" y="5136"/>
                  </a:lnTo>
                  <a:lnTo>
                    <a:pt x="17494" y="5175"/>
                  </a:lnTo>
                  <a:lnTo>
                    <a:pt x="17339" y="5175"/>
                  </a:lnTo>
                  <a:lnTo>
                    <a:pt x="17146" y="5136"/>
                  </a:lnTo>
                  <a:lnTo>
                    <a:pt x="16992" y="5059"/>
                  </a:lnTo>
                  <a:lnTo>
                    <a:pt x="16644" y="4789"/>
                  </a:lnTo>
                  <a:lnTo>
                    <a:pt x="16374" y="4480"/>
                  </a:lnTo>
                  <a:lnTo>
                    <a:pt x="16181" y="4210"/>
                  </a:lnTo>
                  <a:lnTo>
                    <a:pt x="15988" y="3901"/>
                  </a:lnTo>
                  <a:lnTo>
                    <a:pt x="15833" y="3592"/>
                  </a:lnTo>
                  <a:lnTo>
                    <a:pt x="15679" y="3283"/>
                  </a:lnTo>
                  <a:close/>
                  <a:moveTo>
                    <a:pt x="4635" y="541"/>
                  </a:moveTo>
                  <a:lnTo>
                    <a:pt x="5253" y="580"/>
                  </a:lnTo>
                  <a:lnTo>
                    <a:pt x="5832" y="696"/>
                  </a:lnTo>
                  <a:lnTo>
                    <a:pt x="6411" y="850"/>
                  </a:lnTo>
                  <a:lnTo>
                    <a:pt x="6990" y="1120"/>
                  </a:lnTo>
                  <a:lnTo>
                    <a:pt x="7492" y="1429"/>
                  </a:lnTo>
                  <a:lnTo>
                    <a:pt x="7917" y="1738"/>
                  </a:lnTo>
                  <a:lnTo>
                    <a:pt x="8303" y="2086"/>
                  </a:lnTo>
                  <a:lnTo>
                    <a:pt x="8651" y="2472"/>
                  </a:lnTo>
                  <a:lnTo>
                    <a:pt x="8960" y="2858"/>
                  </a:lnTo>
                  <a:lnTo>
                    <a:pt x="9539" y="3669"/>
                  </a:lnTo>
                  <a:lnTo>
                    <a:pt x="10157" y="4480"/>
                  </a:lnTo>
                  <a:lnTo>
                    <a:pt x="10388" y="4827"/>
                  </a:lnTo>
                  <a:lnTo>
                    <a:pt x="10697" y="5136"/>
                  </a:lnTo>
                  <a:lnTo>
                    <a:pt x="11006" y="5445"/>
                  </a:lnTo>
                  <a:lnTo>
                    <a:pt x="11354" y="5677"/>
                  </a:lnTo>
                  <a:lnTo>
                    <a:pt x="11701" y="5870"/>
                  </a:lnTo>
                  <a:lnTo>
                    <a:pt x="12126" y="5986"/>
                  </a:lnTo>
                  <a:lnTo>
                    <a:pt x="12512" y="6025"/>
                  </a:lnTo>
                  <a:lnTo>
                    <a:pt x="12976" y="5986"/>
                  </a:lnTo>
                  <a:lnTo>
                    <a:pt x="13323" y="5870"/>
                  </a:lnTo>
                  <a:lnTo>
                    <a:pt x="13632" y="5754"/>
                  </a:lnTo>
                  <a:lnTo>
                    <a:pt x="13902" y="5600"/>
                  </a:lnTo>
                  <a:lnTo>
                    <a:pt x="14173" y="5407"/>
                  </a:lnTo>
                  <a:lnTo>
                    <a:pt x="14404" y="5214"/>
                  </a:lnTo>
                  <a:lnTo>
                    <a:pt x="14597" y="4982"/>
                  </a:lnTo>
                  <a:lnTo>
                    <a:pt x="14829" y="4712"/>
                  </a:lnTo>
                  <a:lnTo>
                    <a:pt x="14984" y="4441"/>
                  </a:lnTo>
                  <a:lnTo>
                    <a:pt x="14752" y="5252"/>
                  </a:lnTo>
                  <a:lnTo>
                    <a:pt x="14443" y="5986"/>
                  </a:lnTo>
                  <a:lnTo>
                    <a:pt x="14057" y="6720"/>
                  </a:lnTo>
                  <a:lnTo>
                    <a:pt x="13593" y="7415"/>
                  </a:lnTo>
                  <a:lnTo>
                    <a:pt x="13091" y="8071"/>
                  </a:lnTo>
                  <a:lnTo>
                    <a:pt x="12512" y="8650"/>
                  </a:lnTo>
                  <a:lnTo>
                    <a:pt x="11894" y="9191"/>
                  </a:lnTo>
                  <a:lnTo>
                    <a:pt x="11199" y="9693"/>
                  </a:lnTo>
                  <a:lnTo>
                    <a:pt x="10697" y="10002"/>
                  </a:lnTo>
                  <a:lnTo>
                    <a:pt x="10157" y="10272"/>
                  </a:lnTo>
                  <a:lnTo>
                    <a:pt x="9616" y="10465"/>
                  </a:lnTo>
                  <a:lnTo>
                    <a:pt x="9075" y="10658"/>
                  </a:lnTo>
                  <a:lnTo>
                    <a:pt x="8496" y="10774"/>
                  </a:lnTo>
                  <a:lnTo>
                    <a:pt x="7956" y="10890"/>
                  </a:lnTo>
                  <a:lnTo>
                    <a:pt x="7376" y="10929"/>
                  </a:lnTo>
                  <a:lnTo>
                    <a:pt x="6836" y="10929"/>
                  </a:lnTo>
                  <a:lnTo>
                    <a:pt x="6257" y="10890"/>
                  </a:lnTo>
                  <a:lnTo>
                    <a:pt x="5716" y="10774"/>
                  </a:lnTo>
                  <a:lnTo>
                    <a:pt x="5175" y="10620"/>
                  </a:lnTo>
                  <a:lnTo>
                    <a:pt x="4635" y="10465"/>
                  </a:lnTo>
                  <a:lnTo>
                    <a:pt x="4133" y="10195"/>
                  </a:lnTo>
                  <a:lnTo>
                    <a:pt x="3631" y="9925"/>
                  </a:lnTo>
                  <a:lnTo>
                    <a:pt x="3129" y="9577"/>
                  </a:lnTo>
                  <a:lnTo>
                    <a:pt x="2665" y="9191"/>
                  </a:lnTo>
                  <a:lnTo>
                    <a:pt x="2202" y="8766"/>
                  </a:lnTo>
                  <a:lnTo>
                    <a:pt x="1777" y="8303"/>
                  </a:lnTo>
                  <a:lnTo>
                    <a:pt x="1430" y="7801"/>
                  </a:lnTo>
                  <a:lnTo>
                    <a:pt x="1082" y="7260"/>
                  </a:lnTo>
                  <a:lnTo>
                    <a:pt x="812" y="6720"/>
                  </a:lnTo>
                  <a:lnTo>
                    <a:pt x="619" y="6140"/>
                  </a:lnTo>
                  <a:lnTo>
                    <a:pt x="464" y="5523"/>
                  </a:lnTo>
                  <a:lnTo>
                    <a:pt x="426" y="4905"/>
                  </a:lnTo>
                  <a:lnTo>
                    <a:pt x="464" y="4287"/>
                  </a:lnTo>
                  <a:lnTo>
                    <a:pt x="619" y="3708"/>
                  </a:lnTo>
                  <a:lnTo>
                    <a:pt x="812" y="3128"/>
                  </a:lnTo>
                  <a:lnTo>
                    <a:pt x="1121" y="2588"/>
                  </a:lnTo>
                  <a:lnTo>
                    <a:pt x="1468" y="2086"/>
                  </a:lnTo>
                  <a:lnTo>
                    <a:pt x="1893" y="1661"/>
                  </a:lnTo>
                  <a:lnTo>
                    <a:pt x="2356" y="1275"/>
                  </a:lnTo>
                  <a:lnTo>
                    <a:pt x="2897" y="1005"/>
                  </a:lnTo>
                  <a:lnTo>
                    <a:pt x="3476" y="773"/>
                  </a:lnTo>
                  <a:lnTo>
                    <a:pt x="4056" y="618"/>
                  </a:lnTo>
                  <a:lnTo>
                    <a:pt x="4635" y="541"/>
                  </a:lnTo>
                  <a:close/>
                  <a:moveTo>
                    <a:pt x="16876" y="1"/>
                  </a:moveTo>
                  <a:lnTo>
                    <a:pt x="16683" y="39"/>
                  </a:lnTo>
                  <a:lnTo>
                    <a:pt x="16451" y="155"/>
                  </a:lnTo>
                  <a:lnTo>
                    <a:pt x="16258" y="271"/>
                  </a:lnTo>
                  <a:lnTo>
                    <a:pt x="16103" y="425"/>
                  </a:lnTo>
                  <a:lnTo>
                    <a:pt x="15949" y="580"/>
                  </a:lnTo>
                  <a:lnTo>
                    <a:pt x="15833" y="773"/>
                  </a:lnTo>
                  <a:lnTo>
                    <a:pt x="15717" y="1005"/>
                  </a:lnTo>
                  <a:lnTo>
                    <a:pt x="15601" y="1236"/>
                  </a:lnTo>
                  <a:lnTo>
                    <a:pt x="15486" y="1738"/>
                  </a:lnTo>
                  <a:lnTo>
                    <a:pt x="15447" y="2279"/>
                  </a:lnTo>
                  <a:lnTo>
                    <a:pt x="15486" y="2819"/>
                  </a:lnTo>
                  <a:lnTo>
                    <a:pt x="15370" y="2819"/>
                  </a:lnTo>
                  <a:lnTo>
                    <a:pt x="15331" y="2858"/>
                  </a:lnTo>
                  <a:lnTo>
                    <a:pt x="14906" y="2742"/>
                  </a:lnTo>
                  <a:lnTo>
                    <a:pt x="14443" y="2665"/>
                  </a:lnTo>
                  <a:lnTo>
                    <a:pt x="13980" y="2665"/>
                  </a:lnTo>
                  <a:lnTo>
                    <a:pt x="13516" y="2742"/>
                  </a:lnTo>
                  <a:lnTo>
                    <a:pt x="13169" y="2858"/>
                  </a:lnTo>
                  <a:lnTo>
                    <a:pt x="12976" y="2974"/>
                  </a:lnTo>
                  <a:lnTo>
                    <a:pt x="12783" y="3090"/>
                  </a:lnTo>
                  <a:lnTo>
                    <a:pt x="12628" y="3206"/>
                  </a:lnTo>
                  <a:lnTo>
                    <a:pt x="12512" y="3360"/>
                  </a:lnTo>
                  <a:lnTo>
                    <a:pt x="12396" y="3553"/>
                  </a:lnTo>
                  <a:lnTo>
                    <a:pt x="12396" y="3746"/>
                  </a:lnTo>
                  <a:lnTo>
                    <a:pt x="12396" y="3939"/>
                  </a:lnTo>
                  <a:lnTo>
                    <a:pt x="12474" y="4094"/>
                  </a:lnTo>
                  <a:lnTo>
                    <a:pt x="12628" y="4210"/>
                  </a:lnTo>
                  <a:lnTo>
                    <a:pt x="12783" y="4287"/>
                  </a:lnTo>
                  <a:lnTo>
                    <a:pt x="12976" y="4364"/>
                  </a:lnTo>
                  <a:lnTo>
                    <a:pt x="13169" y="4403"/>
                  </a:lnTo>
                  <a:lnTo>
                    <a:pt x="13516" y="4364"/>
                  </a:lnTo>
                  <a:lnTo>
                    <a:pt x="13864" y="4325"/>
                  </a:lnTo>
                  <a:lnTo>
                    <a:pt x="14211" y="4210"/>
                  </a:lnTo>
                  <a:lnTo>
                    <a:pt x="14520" y="4017"/>
                  </a:lnTo>
                  <a:lnTo>
                    <a:pt x="14829" y="3823"/>
                  </a:lnTo>
                  <a:lnTo>
                    <a:pt x="14597" y="4287"/>
                  </a:lnTo>
                  <a:lnTo>
                    <a:pt x="14288" y="4673"/>
                  </a:lnTo>
                  <a:lnTo>
                    <a:pt x="14134" y="4866"/>
                  </a:lnTo>
                  <a:lnTo>
                    <a:pt x="13941" y="5021"/>
                  </a:lnTo>
                  <a:lnTo>
                    <a:pt x="13709" y="5175"/>
                  </a:lnTo>
                  <a:lnTo>
                    <a:pt x="13516" y="5291"/>
                  </a:lnTo>
                  <a:lnTo>
                    <a:pt x="13130" y="5445"/>
                  </a:lnTo>
                  <a:lnTo>
                    <a:pt x="12744" y="5523"/>
                  </a:lnTo>
                  <a:lnTo>
                    <a:pt x="12396" y="5523"/>
                  </a:lnTo>
                  <a:lnTo>
                    <a:pt x="12049" y="5445"/>
                  </a:lnTo>
                  <a:lnTo>
                    <a:pt x="11740" y="5329"/>
                  </a:lnTo>
                  <a:lnTo>
                    <a:pt x="11431" y="5136"/>
                  </a:lnTo>
                  <a:lnTo>
                    <a:pt x="11122" y="4905"/>
                  </a:lnTo>
                  <a:lnTo>
                    <a:pt x="10852" y="4634"/>
                  </a:lnTo>
                  <a:lnTo>
                    <a:pt x="10543" y="4210"/>
                  </a:lnTo>
                  <a:lnTo>
                    <a:pt x="10195" y="3785"/>
                  </a:lnTo>
                  <a:lnTo>
                    <a:pt x="9616" y="2935"/>
                  </a:lnTo>
                  <a:lnTo>
                    <a:pt x="9307" y="2511"/>
                  </a:lnTo>
                  <a:lnTo>
                    <a:pt x="8960" y="2086"/>
                  </a:lnTo>
                  <a:lnTo>
                    <a:pt x="8573" y="1700"/>
                  </a:lnTo>
                  <a:lnTo>
                    <a:pt x="8187" y="1352"/>
                  </a:lnTo>
                  <a:lnTo>
                    <a:pt x="7647" y="966"/>
                  </a:lnTo>
                  <a:lnTo>
                    <a:pt x="7106" y="657"/>
                  </a:lnTo>
                  <a:lnTo>
                    <a:pt x="6527" y="425"/>
                  </a:lnTo>
                  <a:lnTo>
                    <a:pt x="5948" y="271"/>
                  </a:lnTo>
                  <a:lnTo>
                    <a:pt x="5330" y="155"/>
                  </a:lnTo>
                  <a:lnTo>
                    <a:pt x="4751" y="116"/>
                  </a:lnTo>
                  <a:lnTo>
                    <a:pt x="4133" y="155"/>
                  </a:lnTo>
                  <a:lnTo>
                    <a:pt x="3554" y="271"/>
                  </a:lnTo>
                  <a:lnTo>
                    <a:pt x="3283" y="348"/>
                  </a:lnTo>
                  <a:lnTo>
                    <a:pt x="2936" y="464"/>
                  </a:lnTo>
                  <a:lnTo>
                    <a:pt x="2588" y="618"/>
                  </a:lnTo>
                  <a:lnTo>
                    <a:pt x="2279" y="812"/>
                  </a:lnTo>
                  <a:lnTo>
                    <a:pt x="1932" y="1005"/>
                  </a:lnTo>
                  <a:lnTo>
                    <a:pt x="1661" y="1275"/>
                  </a:lnTo>
                  <a:lnTo>
                    <a:pt x="1353" y="1545"/>
                  </a:lnTo>
                  <a:lnTo>
                    <a:pt x="1082" y="1854"/>
                  </a:lnTo>
                  <a:lnTo>
                    <a:pt x="851" y="2163"/>
                  </a:lnTo>
                  <a:lnTo>
                    <a:pt x="542" y="2665"/>
                  </a:lnTo>
                  <a:lnTo>
                    <a:pt x="310" y="3167"/>
                  </a:lnTo>
                  <a:lnTo>
                    <a:pt x="155" y="3669"/>
                  </a:lnTo>
                  <a:lnTo>
                    <a:pt x="78" y="4171"/>
                  </a:lnTo>
                  <a:lnTo>
                    <a:pt x="1" y="4712"/>
                  </a:lnTo>
                  <a:lnTo>
                    <a:pt x="40" y="5214"/>
                  </a:lnTo>
                  <a:lnTo>
                    <a:pt x="78" y="5716"/>
                  </a:lnTo>
                  <a:lnTo>
                    <a:pt x="194" y="6218"/>
                  </a:lnTo>
                  <a:lnTo>
                    <a:pt x="387" y="6720"/>
                  </a:lnTo>
                  <a:lnTo>
                    <a:pt x="580" y="7222"/>
                  </a:lnTo>
                  <a:lnTo>
                    <a:pt x="812" y="7685"/>
                  </a:lnTo>
                  <a:lnTo>
                    <a:pt x="1082" y="8110"/>
                  </a:lnTo>
                  <a:lnTo>
                    <a:pt x="1430" y="8573"/>
                  </a:lnTo>
                  <a:lnTo>
                    <a:pt x="1777" y="8959"/>
                  </a:lnTo>
                  <a:lnTo>
                    <a:pt x="2125" y="9384"/>
                  </a:lnTo>
                  <a:lnTo>
                    <a:pt x="2550" y="9732"/>
                  </a:lnTo>
                  <a:lnTo>
                    <a:pt x="3090" y="10156"/>
                  </a:lnTo>
                  <a:lnTo>
                    <a:pt x="3631" y="10504"/>
                  </a:lnTo>
                  <a:lnTo>
                    <a:pt x="4210" y="10774"/>
                  </a:lnTo>
                  <a:lnTo>
                    <a:pt x="4789" y="11044"/>
                  </a:lnTo>
                  <a:lnTo>
                    <a:pt x="5407" y="11199"/>
                  </a:lnTo>
                  <a:lnTo>
                    <a:pt x="6025" y="11353"/>
                  </a:lnTo>
                  <a:lnTo>
                    <a:pt x="6643" y="11392"/>
                  </a:lnTo>
                  <a:lnTo>
                    <a:pt x="7261" y="11431"/>
                  </a:lnTo>
                  <a:lnTo>
                    <a:pt x="7338" y="11585"/>
                  </a:lnTo>
                  <a:lnTo>
                    <a:pt x="7647" y="11392"/>
                  </a:lnTo>
                  <a:lnTo>
                    <a:pt x="8458" y="11315"/>
                  </a:lnTo>
                  <a:lnTo>
                    <a:pt x="9269" y="11122"/>
                  </a:lnTo>
                  <a:lnTo>
                    <a:pt x="10079" y="10813"/>
                  </a:lnTo>
                  <a:lnTo>
                    <a:pt x="10852" y="10465"/>
                  </a:lnTo>
                  <a:lnTo>
                    <a:pt x="11547" y="10040"/>
                  </a:lnTo>
                  <a:lnTo>
                    <a:pt x="12165" y="9577"/>
                  </a:lnTo>
                  <a:lnTo>
                    <a:pt x="12435" y="9384"/>
                  </a:lnTo>
                  <a:lnTo>
                    <a:pt x="13053" y="8805"/>
                  </a:lnTo>
                  <a:lnTo>
                    <a:pt x="13632" y="8187"/>
                  </a:lnTo>
                  <a:lnTo>
                    <a:pt x="14134" y="7492"/>
                  </a:lnTo>
                  <a:lnTo>
                    <a:pt x="14597" y="6797"/>
                  </a:lnTo>
                  <a:lnTo>
                    <a:pt x="14945" y="6025"/>
                  </a:lnTo>
                  <a:lnTo>
                    <a:pt x="15099" y="5638"/>
                  </a:lnTo>
                  <a:lnTo>
                    <a:pt x="15254" y="5214"/>
                  </a:lnTo>
                  <a:lnTo>
                    <a:pt x="15331" y="4827"/>
                  </a:lnTo>
                  <a:lnTo>
                    <a:pt x="15408" y="4403"/>
                  </a:lnTo>
                  <a:lnTo>
                    <a:pt x="15486" y="4017"/>
                  </a:lnTo>
                  <a:lnTo>
                    <a:pt x="15486" y="3592"/>
                  </a:lnTo>
                  <a:lnTo>
                    <a:pt x="15679" y="4055"/>
                  </a:lnTo>
                  <a:lnTo>
                    <a:pt x="15949" y="4480"/>
                  </a:lnTo>
                  <a:lnTo>
                    <a:pt x="16258" y="4866"/>
                  </a:lnTo>
                  <a:lnTo>
                    <a:pt x="16605" y="5214"/>
                  </a:lnTo>
                  <a:lnTo>
                    <a:pt x="16760" y="5368"/>
                  </a:lnTo>
                  <a:lnTo>
                    <a:pt x="16992" y="5484"/>
                  </a:lnTo>
                  <a:lnTo>
                    <a:pt x="17185" y="5561"/>
                  </a:lnTo>
                  <a:lnTo>
                    <a:pt x="17416" y="5638"/>
                  </a:lnTo>
                  <a:lnTo>
                    <a:pt x="17609" y="5677"/>
                  </a:lnTo>
                  <a:lnTo>
                    <a:pt x="17841" y="5638"/>
                  </a:lnTo>
                  <a:lnTo>
                    <a:pt x="18034" y="5523"/>
                  </a:lnTo>
                  <a:lnTo>
                    <a:pt x="18189" y="5329"/>
                  </a:lnTo>
                  <a:lnTo>
                    <a:pt x="18304" y="5136"/>
                  </a:lnTo>
                  <a:lnTo>
                    <a:pt x="18343" y="4943"/>
                  </a:lnTo>
                  <a:lnTo>
                    <a:pt x="18304" y="4712"/>
                  </a:lnTo>
                  <a:lnTo>
                    <a:pt x="18266" y="4519"/>
                  </a:lnTo>
                  <a:lnTo>
                    <a:pt x="18189" y="4287"/>
                  </a:lnTo>
                  <a:lnTo>
                    <a:pt x="18073" y="4132"/>
                  </a:lnTo>
                  <a:lnTo>
                    <a:pt x="17957" y="3939"/>
                  </a:lnTo>
                  <a:lnTo>
                    <a:pt x="17802" y="3785"/>
                  </a:lnTo>
                  <a:lnTo>
                    <a:pt x="17648" y="3630"/>
                  </a:lnTo>
                  <a:lnTo>
                    <a:pt x="17416" y="3476"/>
                  </a:lnTo>
                  <a:lnTo>
                    <a:pt x="16953" y="3244"/>
                  </a:lnTo>
                  <a:lnTo>
                    <a:pt x="16490" y="3051"/>
                  </a:lnTo>
                  <a:lnTo>
                    <a:pt x="15988" y="2935"/>
                  </a:lnTo>
                  <a:lnTo>
                    <a:pt x="16412" y="2781"/>
                  </a:lnTo>
                  <a:lnTo>
                    <a:pt x="16837" y="2511"/>
                  </a:lnTo>
                  <a:lnTo>
                    <a:pt x="17185" y="2202"/>
                  </a:lnTo>
                  <a:lnTo>
                    <a:pt x="17494" y="1816"/>
                  </a:lnTo>
                  <a:lnTo>
                    <a:pt x="17609" y="1584"/>
                  </a:lnTo>
                  <a:lnTo>
                    <a:pt x="17725" y="1352"/>
                  </a:lnTo>
                  <a:lnTo>
                    <a:pt x="17764" y="1082"/>
                  </a:lnTo>
                  <a:lnTo>
                    <a:pt x="17802" y="850"/>
                  </a:lnTo>
                  <a:lnTo>
                    <a:pt x="17802" y="580"/>
                  </a:lnTo>
                  <a:lnTo>
                    <a:pt x="17725" y="387"/>
                  </a:lnTo>
                  <a:lnTo>
                    <a:pt x="17571" y="194"/>
                  </a:lnTo>
                  <a:lnTo>
                    <a:pt x="17455" y="116"/>
                  </a:lnTo>
                  <a:lnTo>
                    <a:pt x="17339" y="39"/>
                  </a:lnTo>
                  <a:lnTo>
                    <a:pt x="171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6" name="Google Shape;4296;p18"/>
            <p:cNvSpPr/>
            <p:nvPr/>
          </p:nvSpPr>
          <p:spPr>
            <a:xfrm>
              <a:off x="2141825" y="3698800"/>
              <a:ext cx="126500" cy="70500"/>
            </a:xfrm>
            <a:custGeom>
              <a:avLst/>
              <a:gdLst/>
              <a:ahLst/>
              <a:cxnLst/>
              <a:rect l="l" t="t" r="r" b="b"/>
              <a:pathLst>
                <a:path w="5060" h="2820" extrusionOk="0">
                  <a:moveTo>
                    <a:pt x="4905" y="0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3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433"/>
                  </a:lnTo>
                  <a:lnTo>
                    <a:pt x="39" y="2510"/>
                  </a:lnTo>
                  <a:lnTo>
                    <a:pt x="1" y="2587"/>
                  </a:lnTo>
                  <a:lnTo>
                    <a:pt x="39" y="2703"/>
                  </a:lnTo>
                  <a:lnTo>
                    <a:pt x="116" y="2781"/>
                  </a:lnTo>
                  <a:lnTo>
                    <a:pt x="387" y="2819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1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7" name="Google Shape;4297;p18"/>
            <p:cNvSpPr/>
            <p:nvPr/>
          </p:nvSpPr>
          <p:spPr>
            <a:xfrm>
              <a:off x="436975" y="3704575"/>
              <a:ext cx="144825" cy="162225"/>
            </a:xfrm>
            <a:custGeom>
              <a:avLst/>
              <a:gdLst/>
              <a:ahLst/>
              <a:cxnLst/>
              <a:rect l="l" t="t" r="r" b="b"/>
              <a:pathLst>
                <a:path w="5793" h="6489" extrusionOk="0">
                  <a:moveTo>
                    <a:pt x="2240" y="426"/>
                  </a:moveTo>
                  <a:lnTo>
                    <a:pt x="2781" y="464"/>
                  </a:lnTo>
                  <a:lnTo>
                    <a:pt x="3283" y="580"/>
                  </a:lnTo>
                  <a:lnTo>
                    <a:pt x="3746" y="735"/>
                  </a:lnTo>
                  <a:lnTo>
                    <a:pt x="4171" y="1005"/>
                  </a:lnTo>
                  <a:lnTo>
                    <a:pt x="4557" y="1314"/>
                  </a:lnTo>
                  <a:lnTo>
                    <a:pt x="4750" y="1507"/>
                  </a:lnTo>
                  <a:lnTo>
                    <a:pt x="4905" y="1739"/>
                  </a:lnTo>
                  <a:lnTo>
                    <a:pt x="5021" y="1932"/>
                  </a:lnTo>
                  <a:lnTo>
                    <a:pt x="5136" y="2163"/>
                  </a:lnTo>
                  <a:lnTo>
                    <a:pt x="5214" y="2434"/>
                  </a:lnTo>
                  <a:lnTo>
                    <a:pt x="5291" y="2704"/>
                  </a:lnTo>
                  <a:lnTo>
                    <a:pt x="5330" y="3167"/>
                  </a:lnTo>
                  <a:lnTo>
                    <a:pt x="5330" y="3631"/>
                  </a:lnTo>
                  <a:lnTo>
                    <a:pt x="5214" y="4133"/>
                  </a:lnTo>
                  <a:lnTo>
                    <a:pt x="5021" y="4558"/>
                  </a:lnTo>
                  <a:lnTo>
                    <a:pt x="4789" y="4982"/>
                  </a:lnTo>
                  <a:lnTo>
                    <a:pt x="4480" y="5330"/>
                  </a:lnTo>
                  <a:lnTo>
                    <a:pt x="4287" y="5484"/>
                  </a:lnTo>
                  <a:lnTo>
                    <a:pt x="4094" y="5639"/>
                  </a:lnTo>
                  <a:lnTo>
                    <a:pt x="3901" y="5755"/>
                  </a:lnTo>
                  <a:lnTo>
                    <a:pt x="3669" y="5832"/>
                  </a:lnTo>
                  <a:lnTo>
                    <a:pt x="3360" y="5948"/>
                  </a:lnTo>
                  <a:lnTo>
                    <a:pt x="3090" y="5986"/>
                  </a:lnTo>
                  <a:lnTo>
                    <a:pt x="2820" y="6025"/>
                  </a:lnTo>
                  <a:lnTo>
                    <a:pt x="2549" y="5986"/>
                  </a:lnTo>
                  <a:lnTo>
                    <a:pt x="2279" y="5948"/>
                  </a:lnTo>
                  <a:lnTo>
                    <a:pt x="2047" y="5870"/>
                  </a:lnTo>
                  <a:lnTo>
                    <a:pt x="1854" y="5755"/>
                  </a:lnTo>
                  <a:lnTo>
                    <a:pt x="1622" y="5639"/>
                  </a:lnTo>
                  <a:lnTo>
                    <a:pt x="1429" y="5484"/>
                  </a:lnTo>
                  <a:lnTo>
                    <a:pt x="1275" y="5291"/>
                  </a:lnTo>
                  <a:lnTo>
                    <a:pt x="1082" y="5098"/>
                  </a:lnTo>
                  <a:lnTo>
                    <a:pt x="966" y="4905"/>
                  </a:lnTo>
                  <a:lnTo>
                    <a:pt x="696" y="4442"/>
                  </a:lnTo>
                  <a:lnTo>
                    <a:pt x="541" y="3901"/>
                  </a:lnTo>
                  <a:lnTo>
                    <a:pt x="425" y="3399"/>
                  </a:lnTo>
                  <a:lnTo>
                    <a:pt x="425" y="2858"/>
                  </a:lnTo>
                  <a:lnTo>
                    <a:pt x="503" y="2318"/>
                  </a:lnTo>
                  <a:lnTo>
                    <a:pt x="541" y="2048"/>
                  </a:lnTo>
                  <a:lnTo>
                    <a:pt x="657" y="1816"/>
                  </a:lnTo>
                  <a:lnTo>
                    <a:pt x="734" y="1584"/>
                  </a:lnTo>
                  <a:lnTo>
                    <a:pt x="889" y="1352"/>
                  </a:lnTo>
                  <a:lnTo>
                    <a:pt x="1043" y="1159"/>
                  </a:lnTo>
                  <a:lnTo>
                    <a:pt x="1236" y="1005"/>
                  </a:lnTo>
                  <a:lnTo>
                    <a:pt x="1429" y="812"/>
                  </a:lnTo>
                  <a:lnTo>
                    <a:pt x="1661" y="696"/>
                  </a:lnTo>
                  <a:lnTo>
                    <a:pt x="1893" y="580"/>
                  </a:lnTo>
                  <a:lnTo>
                    <a:pt x="2202" y="503"/>
                  </a:lnTo>
                  <a:lnTo>
                    <a:pt x="2240" y="464"/>
                  </a:lnTo>
                  <a:lnTo>
                    <a:pt x="2240" y="426"/>
                  </a:lnTo>
                  <a:close/>
                  <a:moveTo>
                    <a:pt x="2279" y="1"/>
                  </a:moveTo>
                  <a:lnTo>
                    <a:pt x="1970" y="40"/>
                  </a:lnTo>
                  <a:lnTo>
                    <a:pt x="1893" y="78"/>
                  </a:lnTo>
                  <a:lnTo>
                    <a:pt x="1816" y="117"/>
                  </a:lnTo>
                  <a:lnTo>
                    <a:pt x="1816" y="194"/>
                  </a:lnTo>
                  <a:lnTo>
                    <a:pt x="1816" y="271"/>
                  </a:lnTo>
                  <a:lnTo>
                    <a:pt x="1507" y="349"/>
                  </a:lnTo>
                  <a:lnTo>
                    <a:pt x="1275" y="464"/>
                  </a:lnTo>
                  <a:lnTo>
                    <a:pt x="1043" y="619"/>
                  </a:lnTo>
                  <a:lnTo>
                    <a:pt x="812" y="773"/>
                  </a:lnTo>
                  <a:lnTo>
                    <a:pt x="619" y="966"/>
                  </a:lnTo>
                  <a:lnTo>
                    <a:pt x="464" y="1198"/>
                  </a:lnTo>
                  <a:lnTo>
                    <a:pt x="348" y="1430"/>
                  </a:lnTo>
                  <a:lnTo>
                    <a:pt x="232" y="1661"/>
                  </a:lnTo>
                  <a:lnTo>
                    <a:pt x="117" y="1932"/>
                  </a:lnTo>
                  <a:lnTo>
                    <a:pt x="78" y="2202"/>
                  </a:lnTo>
                  <a:lnTo>
                    <a:pt x="1" y="2781"/>
                  </a:lnTo>
                  <a:lnTo>
                    <a:pt x="1" y="3360"/>
                  </a:lnTo>
                  <a:lnTo>
                    <a:pt x="78" y="3901"/>
                  </a:lnTo>
                  <a:lnTo>
                    <a:pt x="271" y="4519"/>
                  </a:lnTo>
                  <a:lnTo>
                    <a:pt x="387" y="4828"/>
                  </a:lnTo>
                  <a:lnTo>
                    <a:pt x="541" y="5098"/>
                  </a:lnTo>
                  <a:lnTo>
                    <a:pt x="696" y="5330"/>
                  </a:lnTo>
                  <a:lnTo>
                    <a:pt x="850" y="5561"/>
                  </a:lnTo>
                  <a:lnTo>
                    <a:pt x="1082" y="5793"/>
                  </a:lnTo>
                  <a:lnTo>
                    <a:pt x="1275" y="5986"/>
                  </a:lnTo>
                  <a:lnTo>
                    <a:pt x="1507" y="6141"/>
                  </a:lnTo>
                  <a:lnTo>
                    <a:pt x="1738" y="6257"/>
                  </a:lnTo>
                  <a:lnTo>
                    <a:pt x="2009" y="6372"/>
                  </a:lnTo>
                  <a:lnTo>
                    <a:pt x="2279" y="6450"/>
                  </a:lnTo>
                  <a:lnTo>
                    <a:pt x="2588" y="6488"/>
                  </a:lnTo>
                  <a:lnTo>
                    <a:pt x="2897" y="6488"/>
                  </a:lnTo>
                  <a:lnTo>
                    <a:pt x="3206" y="6450"/>
                  </a:lnTo>
                  <a:lnTo>
                    <a:pt x="3553" y="6372"/>
                  </a:lnTo>
                  <a:lnTo>
                    <a:pt x="3862" y="6257"/>
                  </a:lnTo>
                  <a:lnTo>
                    <a:pt x="4132" y="6141"/>
                  </a:lnTo>
                  <a:lnTo>
                    <a:pt x="4403" y="5986"/>
                  </a:lnTo>
                  <a:lnTo>
                    <a:pt x="4634" y="5793"/>
                  </a:lnTo>
                  <a:lnTo>
                    <a:pt x="4866" y="5600"/>
                  </a:lnTo>
                  <a:lnTo>
                    <a:pt x="5059" y="5368"/>
                  </a:lnTo>
                  <a:lnTo>
                    <a:pt x="5214" y="5137"/>
                  </a:lnTo>
                  <a:lnTo>
                    <a:pt x="5368" y="4866"/>
                  </a:lnTo>
                  <a:lnTo>
                    <a:pt x="5523" y="4635"/>
                  </a:lnTo>
                  <a:lnTo>
                    <a:pt x="5638" y="4326"/>
                  </a:lnTo>
                  <a:lnTo>
                    <a:pt x="5716" y="4056"/>
                  </a:lnTo>
                  <a:lnTo>
                    <a:pt x="5754" y="3747"/>
                  </a:lnTo>
                  <a:lnTo>
                    <a:pt x="5793" y="3438"/>
                  </a:lnTo>
                  <a:lnTo>
                    <a:pt x="5793" y="3129"/>
                  </a:lnTo>
                  <a:lnTo>
                    <a:pt x="5793" y="2858"/>
                  </a:lnTo>
                  <a:lnTo>
                    <a:pt x="5716" y="2550"/>
                  </a:lnTo>
                  <a:lnTo>
                    <a:pt x="5638" y="2241"/>
                  </a:lnTo>
                  <a:lnTo>
                    <a:pt x="5523" y="1932"/>
                  </a:lnTo>
                  <a:lnTo>
                    <a:pt x="5368" y="1661"/>
                  </a:lnTo>
                  <a:lnTo>
                    <a:pt x="5214" y="1391"/>
                  </a:lnTo>
                  <a:lnTo>
                    <a:pt x="5021" y="1159"/>
                  </a:lnTo>
                  <a:lnTo>
                    <a:pt x="4828" y="928"/>
                  </a:lnTo>
                  <a:lnTo>
                    <a:pt x="4596" y="735"/>
                  </a:lnTo>
                  <a:lnTo>
                    <a:pt x="4326" y="542"/>
                  </a:lnTo>
                  <a:lnTo>
                    <a:pt x="4094" y="387"/>
                  </a:lnTo>
                  <a:lnTo>
                    <a:pt x="3824" y="271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8" name="Google Shape;4298;p18"/>
            <p:cNvSpPr/>
            <p:nvPr/>
          </p:nvSpPr>
          <p:spPr>
            <a:xfrm>
              <a:off x="6171275" y="3733550"/>
              <a:ext cx="103325" cy="132275"/>
            </a:xfrm>
            <a:custGeom>
              <a:avLst/>
              <a:gdLst/>
              <a:ahLst/>
              <a:cxnLst/>
              <a:rect l="l" t="t" r="r" b="b"/>
              <a:pathLst>
                <a:path w="4133" h="5291" extrusionOk="0">
                  <a:moveTo>
                    <a:pt x="2511" y="0"/>
                  </a:moveTo>
                  <a:lnTo>
                    <a:pt x="2279" y="39"/>
                  </a:lnTo>
                  <a:lnTo>
                    <a:pt x="2048" y="39"/>
                  </a:lnTo>
                  <a:lnTo>
                    <a:pt x="1816" y="116"/>
                  </a:lnTo>
                  <a:lnTo>
                    <a:pt x="1430" y="271"/>
                  </a:lnTo>
                  <a:lnTo>
                    <a:pt x="1121" y="464"/>
                  </a:lnTo>
                  <a:lnTo>
                    <a:pt x="850" y="695"/>
                  </a:lnTo>
                  <a:lnTo>
                    <a:pt x="619" y="966"/>
                  </a:lnTo>
                  <a:lnTo>
                    <a:pt x="464" y="1236"/>
                  </a:lnTo>
                  <a:lnTo>
                    <a:pt x="310" y="1584"/>
                  </a:lnTo>
                  <a:lnTo>
                    <a:pt x="194" y="1931"/>
                  </a:lnTo>
                  <a:lnTo>
                    <a:pt x="117" y="2279"/>
                  </a:lnTo>
                  <a:lnTo>
                    <a:pt x="40" y="2665"/>
                  </a:lnTo>
                  <a:lnTo>
                    <a:pt x="1" y="3051"/>
                  </a:lnTo>
                  <a:lnTo>
                    <a:pt x="1" y="3823"/>
                  </a:lnTo>
                  <a:lnTo>
                    <a:pt x="1" y="5291"/>
                  </a:lnTo>
                  <a:lnTo>
                    <a:pt x="426" y="5291"/>
                  </a:lnTo>
                  <a:lnTo>
                    <a:pt x="464" y="4750"/>
                  </a:lnTo>
                  <a:lnTo>
                    <a:pt x="464" y="4209"/>
                  </a:lnTo>
                  <a:lnTo>
                    <a:pt x="464" y="3669"/>
                  </a:lnTo>
                  <a:lnTo>
                    <a:pt x="503" y="3128"/>
                  </a:lnTo>
                  <a:lnTo>
                    <a:pt x="542" y="2588"/>
                  </a:lnTo>
                  <a:lnTo>
                    <a:pt x="696" y="2047"/>
                  </a:lnTo>
                  <a:lnTo>
                    <a:pt x="773" y="1815"/>
                  </a:lnTo>
                  <a:lnTo>
                    <a:pt x="889" y="1584"/>
                  </a:lnTo>
                  <a:lnTo>
                    <a:pt x="1044" y="1352"/>
                  </a:lnTo>
                  <a:lnTo>
                    <a:pt x="1198" y="1159"/>
                  </a:lnTo>
                  <a:lnTo>
                    <a:pt x="1391" y="966"/>
                  </a:lnTo>
                  <a:lnTo>
                    <a:pt x="1623" y="811"/>
                  </a:lnTo>
                  <a:lnTo>
                    <a:pt x="1893" y="657"/>
                  </a:lnTo>
                  <a:lnTo>
                    <a:pt x="2163" y="580"/>
                  </a:lnTo>
                  <a:lnTo>
                    <a:pt x="2434" y="541"/>
                  </a:lnTo>
                  <a:lnTo>
                    <a:pt x="2704" y="580"/>
                  </a:lnTo>
                  <a:lnTo>
                    <a:pt x="2974" y="657"/>
                  </a:lnTo>
                  <a:lnTo>
                    <a:pt x="3206" y="811"/>
                  </a:lnTo>
                  <a:lnTo>
                    <a:pt x="3360" y="966"/>
                  </a:lnTo>
                  <a:lnTo>
                    <a:pt x="3515" y="1197"/>
                  </a:lnTo>
                  <a:lnTo>
                    <a:pt x="3592" y="1429"/>
                  </a:lnTo>
                  <a:lnTo>
                    <a:pt x="3669" y="1661"/>
                  </a:lnTo>
                  <a:lnTo>
                    <a:pt x="4133" y="1584"/>
                  </a:lnTo>
                  <a:lnTo>
                    <a:pt x="4017" y="1197"/>
                  </a:lnTo>
                  <a:lnTo>
                    <a:pt x="3862" y="850"/>
                  </a:lnTo>
                  <a:lnTo>
                    <a:pt x="3631" y="541"/>
                  </a:lnTo>
                  <a:lnTo>
                    <a:pt x="3399" y="309"/>
                  </a:lnTo>
                  <a:lnTo>
                    <a:pt x="3245" y="193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4" y="39"/>
                  </a:lnTo>
                  <a:lnTo>
                    <a:pt x="25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9" name="Google Shape;4299;p18"/>
            <p:cNvSpPr/>
            <p:nvPr/>
          </p:nvSpPr>
          <p:spPr>
            <a:xfrm>
              <a:off x="6036125" y="3735475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41"/>
                  </a:lnTo>
                  <a:lnTo>
                    <a:pt x="12319" y="618"/>
                  </a:lnTo>
                  <a:lnTo>
                    <a:pt x="12628" y="850"/>
                  </a:lnTo>
                  <a:lnTo>
                    <a:pt x="12898" y="1120"/>
                  </a:lnTo>
                  <a:lnTo>
                    <a:pt x="13130" y="1468"/>
                  </a:lnTo>
                  <a:lnTo>
                    <a:pt x="13323" y="1854"/>
                  </a:lnTo>
                  <a:lnTo>
                    <a:pt x="13477" y="2240"/>
                  </a:lnTo>
                  <a:lnTo>
                    <a:pt x="13632" y="2665"/>
                  </a:lnTo>
                  <a:lnTo>
                    <a:pt x="13864" y="3437"/>
                  </a:lnTo>
                  <a:lnTo>
                    <a:pt x="13091" y="3013"/>
                  </a:lnTo>
                  <a:lnTo>
                    <a:pt x="12705" y="2742"/>
                  </a:lnTo>
                  <a:lnTo>
                    <a:pt x="12358" y="2472"/>
                  </a:lnTo>
                  <a:lnTo>
                    <a:pt x="12010" y="2124"/>
                  </a:lnTo>
                  <a:lnTo>
                    <a:pt x="11817" y="1893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696"/>
                  </a:lnTo>
                  <a:lnTo>
                    <a:pt x="11778" y="618"/>
                  </a:lnTo>
                  <a:lnTo>
                    <a:pt x="11856" y="541"/>
                  </a:lnTo>
                  <a:lnTo>
                    <a:pt x="11971" y="503"/>
                  </a:lnTo>
                  <a:close/>
                  <a:moveTo>
                    <a:pt x="16296" y="1584"/>
                  </a:moveTo>
                  <a:lnTo>
                    <a:pt x="16412" y="1661"/>
                  </a:lnTo>
                  <a:lnTo>
                    <a:pt x="16489" y="1700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18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35"/>
                  </a:lnTo>
                  <a:lnTo>
                    <a:pt x="15949" y="3167"/>
                  </a:lnTo>
                  <a:lnTo>
                    <a:pt x="15563" y="3360"/>
                  </a:lnTo>
                  <a:lnTo>
                    <a:pt x="15138" y="3515"/>
                  </a:lnTo>
                  <a:lnTo>
                    <a:pt x="14713" y="3630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1" y="3322"/>
                  </a:lnTo>
                  <a:lnTo>
                    <a:pt x="14636" y="2974"/>
                  </a:lnTo>
                  <a:lnTo>
                    <a:pt x="14829" y="2588"/>
                  </a:lnTo>
                  <a:lnTo>
                    <a:pt x="15099" y="2279"/>
                  </a:lnTo>
                  <a:lnTo>
                    <a:pt x="15408" y="1931"/>
                  </a:lnTo>
                  <a:lnTo>
                    <a:pt x="15640" y="1777"/>
                  </a:lnTo>
                  <a:lnTo>
                    <a:pt x="15872" y="1661"/>
                  </a:lnTo>
                  <a:lnTo>
                    <a:pt x="16103" y="1584"/>
                  </a:lnTo>
                  <a:close/>
                  <a:moveTo>
                    <a:pt x="13864" y="4287"/>
                  </a:moveTo>
                  <a:lnTo>
                    <a:pt x="13671" y="4519"/>
                  </a:lnTo>
                  <a:lnTo>
                    <a:pt x="13477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09"/>
                  </a:lnTo>
                  <a:lnTo>
                    <a:pt x="11083" y="5870"/>
                  </a:lnTo>
                  <a:lnTo>
                    <a:pt x="10968" y="5793"/>
                  </a:lnTo>
                  <a:lnTo>
                    <a:pt x="10929" y="5677"/>
                  </a:lnTo>
                  <a:lnTo>
                    <a:pt x="10890" y="5600"/>
                  </a:lnTo>
                  <a:lnTo>
                    <a:pt x="10890" y="5445"/>
                  </a:lnTo>
                  <a:lnTo>
                    <a:pt x="11006" y="5252"/>
                  </a:lnTo>
                  <a:lnTo>
                    <a:pt x="11122" y="5098"/>
                  </a:lnTo>
                  <a:lnTo>
                    <a:pt x="11276" y="4943"/>
                  </a:lnTo>
                  <a:lnTo>
                    <a:pt x="11547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8" y="4441"/>
                  </a:lnTo>
                  <a:lnTo>
                    <a:pt x="13246" y="4403"/>
                  </a:lnTo>
                  <a:lnTo>
                    <a:pt x="13555" y="4325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57"/>
                  </a:lnTo>
                  <a:lnTo>
                    <a:pt x="15408" y="4750"/>
                  </a:lnTo>
                  <a:lnTo>
                    <a:pt x="15717" y="4943"/>
                  </a:lnTo>
                  <a:lnTo>
                    <a:pt x="15910" y="5136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83" y="5986"/>
                  </a:lnTo>
                  <a:lnTo>
                    <a:pt x="16876" y="6333"/>
                  </a:lnTo>
                  <a:lnTo>
                    <a:pt x="16991" y="6642"/>
                  </a:lnTo>
                  <a:lnTo>
                    <a:pt x="16991" y="6797"/>
                  </a:lnTo>
                  <a:lnTo>
                    <a:pt x="16991" y="6951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528" y="7337"/>
                  </a:lnTo>
                  <a:lnTo>
                    <a:pt x="16374" y="7299"/>
                  </a:lnTo>
                  <a:lnTo>
                    <a:pt x="16142" y="7183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408" y="6565"/>
                  </a:lnTo>
                  <a:lnTo>
                    <a:pt x="15061" y="6140"/>
                  </a:lnTo>
                  <a:lnTo>
                    <a:pt x="14829" y="5677"/>
                  </a:lnTo>
                  <a:lnTo>
                    <a:pt x="14636" y="5214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70" y="116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45" y="580"/>
                  </a:lnTo>
                  <a:lnTo>
                    <a:pt x="10968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29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1" y="2704"/>
                  </a:lnTo>
                  <a:lnTo>
                    <a:pt x="12396" y="3090"/>
                  </a:lnTo>
                  <a:lnTo>
                    <a:pt x="12898" y="3399"/>
                  </a:lnTo>
                  <a:lnTo>
                    <a:pt x="12049" y="3283"/>
                  </a:lnTo>
                  <a:lnTo>
                    <a:pt x="11199" y="3244"/>
                  </a:lnTo>
                  <a:lnTo>
                    <a:pt x="10427" y="3322"/>
                  </a:lnTo>
                  <a:lnTo>
                    <a:pt x="9616" y="3476"/>
                  </a:lnTo>
                  <a:lnTo>
                    <a:pt x="9616" y="3476"/>
                  </a:lnTo>
                  <a:lnTo>
                    <a:pt x="9655" y="2974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584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51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48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14"/>
                  </a:lnTo>
                  <a:lnTo>
                    <a:pt x="5407" y="5523"/>
                  </a:lnTo>
                  <a:lnTo>
                    <a:pt x="4596" y="6179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18"/>
                  </a:lnTo>
                  <a:lnTo>
                    <a:pt x="541" y="10967"/>
                  </a:lnTo>
                  <a:lnTo>
                    <a:pt x="1" y="11778"/>
                  </a:lnTo>
                  <a:lnTo>
                    <a:pt x="348" y="12048"/>
                  </a:lnTo>
                  <a:lnTo>
                    <a:pt x="1545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40"/>
                  </a:lnTo>
                  <a:lnTo>
                    <a:pt x="6256" y="5561"/>
                  </a:lnTo>
                  <a:lnTo>
                    <a:pt x="7106" y="5059"/>
                  </a:lnTo>
                  <a:lnTo>
                    <a:pt x="8033" y="4596"/>
                  </a:lnTo>
                  <a:lnTo>
                    <a:pt x="8458" y="4403"/>
                  </a:lnTo>
                  <a:lnTo>
                    <a:pt x="8960" y="4248"/>
                  </a:lnTo>
                  <a:lnTo>
                    <a:pt x="9423" y="4094"/>
                  </a:lnTo>
                  <a:lnTo>
                    <a:pt x="9886" y="3978"/>
                  </a:lnTo>
                  <a:lnTo>
                    <a:pt x="10388" y="3901"/>
                  </a:lnTo>
                  <a:lnTo>
                    <a:pt x="10852" y="3824"/>
                  </a:lnTo>
                  <a:lnTo>
                    <a:pt x="12358" y="3824"/>
                  </a:lnTo>
                  <a:lnTo>
                    <a:pt x="12860" y="3901"/>
                  </a:lnTo>
                  <a:lnTo>
                    <a:pt x="12358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19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6" y="5252"/>
                  </a:lnTo>
                  <a:lnTo>
                    <a:pt x="10388" y="5484"/>
                  </a:lnTo>
                  <a:lnTo>
                    <a:pt x="10388" y="5716"/>
                  </a:lnTo>
                  <a:lnTo>
                    <a:pt x="10466" y="5947"/>
                  </a:lnTo>
                  <a:lnTo>
                    <a:pt x="10581" y="6140"/>
                  </a:lnTo>
                  <a:lnTo>
                    <a:pt x="10659" y="6256"/>
                  </a:lnTo>
                  <a:lnTo>
                    <a:pt x="10774" y="6333"/>
                  </a:lnTo>
                  <a:lnTo>
                    <a:pt x="11006" y="6411"/>
                  </a:lnTo>
                  <a:lnTo>
                    <a:pt x="11276" y="6449"/>
                  </a:lnTo>
                  <a:lnTo>
                    <a:pt x="11585" y="6411"/>
                  </a:lnTo>
                  <a:lnTo>
                    <a:pt x="11894" y="6333"/>
                  </a:lnTo>
                  <a:lnTo>
                    <a:pt x="12165" y="6256"/>
                  </a:lnTo>
                  <a:lnTo>
                    <a:pt x="12628" y="6025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677"/>
                  </a:lnTo>
                  <a:lnTo>
                    <a:pt x="14057" y="4866"/>
                  </a:lnTo>
                  <a:lnTo>
                    <a:pt x="14211" y="5368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3" y="6835"/>
                  </a:lnTo>
                  <a:lnTo>
                    <a:pt x="15177" y="7067"/>
                  </a:lnTo>
                  <a:lnTo>
                    <a:pt x="15408" y="7260"/>
                  </a:lnTo>
                  <a:lnTo>
                    <a:pt x="15679" y="7492"/>
                  </a:lnTo>
                  <a:lnTo>
                    <a:pt x="15987" y="7646"/>
                  </a:lnTo>
                  <a:lnTo>
                    <a:pt x="16296" y="7801"/>
                  </a:lnTo>
                  <a:lnTo>
                    <a:pt x="16605" y="7839"/>
                  </a:lnTo>
                  <a:lnTo>
                    <a:pt x="16876" y="7839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08"/>
                  </a:lnTo>
                  <a:lnTo>
                    <a:pt x="17378" y="7492"/>
                  </a:lnTo>
                  <a:lnTo>
                    <a:pt x="17455" y="7376"/>
                  </a:lnTo>
                  <a:lnTo>
                    <a:pt x="17455" y="7222"/>
                  </a:lnTo>
                  <a:lnTo>
                    <a:pt x="17493" y="6913"/>
                  </a:lnTo>
                  <a:lnTo>
                    <a:pt x="17416" y="6604"/>
                  </a:lnTo>
                  <a:lnTo>
                    <a:pt x="17339" y="6256"/>
                  </a:lnTo>
                  <a:lnTo>
                    <a:pt x="17185" y="5947"/>
                  </a:lnTo>
                  <a:lnTo>
                    <a:pt x="17030" y="5677"/>
                  </a:lnTo>
                  <a:lnTo>
                    <a:pt x="16914" y="5484"/>
                  </a:lnTo>
                  <a:lnTo>
                    <a:pt x="16721" y="5214"/>
                  </a:lnTo>
                  <a:lnTo>
                    <a:pt x="16489" y="4982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08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26"/>
                  </a:lnTo>
                  <a:lnTo>
                    <a:pt x="17107" y="2395"/>
                  </a:lnTo>
                  <a:lnTo>
                    <a:pt x="17146" y="2163"/>
                  </a:lnTo>
                  <a:lnTo>
                    <a:pt x="17146" y="1931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20"/>
                  </a:lnTo>
                  <a:lnTo>
                    <a:pt x="15910" y="1159"/>
                  </a:lnTo>
                  <a:lnTo>
                    <a:pt x="15679" y="1236"/>
                  </a:lnTo>
                  <a:lnTo>
                    <a:pt x="15485" y="1314"/>
                  </a:lnTo>
                  <a:lnTo>
                    <a:pt x="15292" y="1429"/>
                  </a:lnTo>
                  <a:lnTo>
                    <a:pt x="14906" y="1777"/>
                  </a:lnTo>
                  <a:lnTo>
                    <a:pt x="14597" y="2124"/>
                  </a:lnTo>
                  <a:lnTo>
                    <a:pt x="14327" y="2549"/>
                  </a:lnTo>
                  <a:lnTo>
                    <a:pt x="14095" y="3013"/>
                  </a:lnTo>
                  <a:lnTo>
                    <a:pt x="13979" y="2433"/>
                  </a:lnTo>
                  <a:lnTo>
                    <a:pt x="13748" y="1854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25"/>
                  </a:lnTo>
                  <a:lnTo>
                    <a:pt x="12589" y="271"/>
                  </a:lnTo>
                  <a:lnTo>
                    <a:pt x="12358" y="116"/>
                  </a:lnTo>
                  <a:lnTo>
                    <a:pt x="121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0" name="Google Shape;4300;p18"/>
            <p:cNvSpPr/>
            <p:nvPr/>
          </p:nvSpPr>
          <p:spPr>
            <a:xfrm>
              <a:off x="2084875" y="3742225"/>
              <a:ext cx="66625" cy="99475"/>
            </a:xfrm>
            <a:custGeom>
              <a:avLst/>
              <a:gdLst/>
              <a:ahLst/>
              <a:cxnLst/>
              <a:rect l="l" t="t" r="r" b="b"/>
              <a:pathLst>
                <a:path w="2665" h="3979" extrusionOk="0">
                  <a:moveTo>
                    <a:pt x="850" y="1"/>
                  </a:moveTo>
                  <a:lnTo>
                    <a:pt x="502" y="155"/>
                  </a:lnTo>
                  <a:lnTo>
                    <a:pt x="618" y="233"/>
                  </a:lnTo>
                  <a:lnTo>
                    <a:pt x="464" y="619"/>
                  </a:lnTo>
                  <a:lnTo>
                    <a:pt x="271" y="1082"/>
                  </a:lnTo>
                  <a:lnTo>
                    <a:pt x="116" y="1623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74"/>
                  </a:lnTo>
                  <a:lnTo>
                    <a:pt x="77" y="3206"/>
                  </a:lnTo>
                  <a:lnTo>
                    <a:pt x="155" y="3399"/>
                  </a:lnTo>
                  <a:lnTo>
                    <a:pt x="309" y="3592"/>
                  </a:lnTo>
                  <a:lnTo>
                    <a:pt x="464" y="3747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78"/>
                  </a:lnTo>
                  <a:lnTo>
                    <a:pt x="1313" y="3940"/>
                  </a:lnTo>
                  <a:lnTo>
                    <a:pt x="1506" y="3824"/>
                  </a:lnTo>
                  <a:lnTo>
                    <a:pt x="1661" y="3708"/>
                  </a:lnTo>
                  <a:lnTo>
                    <a:pt x="1815" y="3515"/>
                  </a:lnTo>
                  <a:lnTo>
                    <a:pt x="1970" y="3322"/>
                  </a:lnTo>
                  <a:lnTo>
                    <a:pt x="2085" y="3090"/>
                  </a:lnTo>
                  <a:lnTo>
                    <a:pt x="2317" y="2550"/>
                  </a:lnTo>
                  <a:lnTo>
                    <a:pt x="2510" y="2009"/>
                  </a:lnTo>
                  <a:lnTo>
                    <a:pt x="2626" y="1507"/>
                  </a:lnTo>
                  <a:lnTo>
                    <a:pt x="2665" y="1082"/>
                  </a:lnTo>
                  <a:lnTo>
                    <a:pt x="2394" y="1044"/>
                  </a:lnTo>
                  <a:lnTo>
                    <a:pt x="2008" y="2048"/>
                  </a:lnTo>
                  <a:lnTo>
                    <a:pt x="1738" y="2704"/>
                  </a:lnTo>
                  <a:lnTo>
                    <a:pt x="1545" y="3052"/>
                  </a:lnTo>
                  <a:lnTo>
                    <a:pt x="1468" y="3206"/>
                  </a:lnTo>
                  <a:lnTo>
                    <a:pt x="1313" y="3322"/>
                  </a:lnTo>
                  <a:lnTo>
                    <a:pt x="1159" y="3322"/>
                  </a:lnTo>
                  <a:lnTo>
                    <a:pt x="966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936"/>
                  </a:lnTo>
                  <a:lnTo>
                    <a:pt x="541" y="2704"/>
                  </a:lnTo>
                  <a:lnTo>
                    <a:pt x="541" y="2395"/>
                  </a:lnTo>
                  <a:lnTo>
                    <a:pt x="579" y="2086"/>
                  </a:lnTo>
                  <a:lnTo>
                    <a:pt x="618" y="1623"/>
                  </a:lnTo>
                  <a:lnTo>
                    <a:pt x="734" y="1198"/>
                  </a:lnTo>
                  <a:lnTo>
                    <a:pt x="888" y="773"/>
                  </a:lnTo>
                  <a:lnTo>
                    <a:pt x="1043" y="348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6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1" name="Google Shape;4301;p18"/>
            <p:cNvSpPr/>
            <p:nvPr/>
          </p:nvSpPr>
          <p:spPr>
            <a:xfrm>
              <a:off x="3315725" y="3754775"/>
              <a:ext cx="374575" cy="387150"/>
            </a:xfrm>
            <a:custGeom>
              <a:avLst/>
              <a:gdLst/>
              <a:ahLst/>
              <a:cxnLst/>
              <a:rect l="l" t="t" r="r" b="b"/>
              <a:pathLst>
                <a:path w="14983" h="15486" extrusionOk="0">
                  <a:moveTo>
                    <a:pt x="7453" y="503"/>
                  </a:moveTo>
                  <a:lnTo>
                    <a:pt x="8032" y="542"/>
                  </a:lnTo>
                  <a:lnTo>
                    <a:pt x="8611" y="580"/>
                  </a:lnTo>
                  <a:lnTo>
                    <a:pt x="9152" y="696"/>
                  </a:lnTo>
                  <a:lnTo>
                    <a:pt x="9693" y="850"/>
                  </a:lnTo>
                  <a:lnTo>
                    <a:pt x="10195" y="1044"/>
                  </a:lnTo>
                  <a:lnTo>
                    <a:pt x="10697" y="1275"/>
                  </a:lnTo>
                  <a:lnTo>
                    <a:pt x="11160" y="1546"/>
                  </a:lnTo>
                  <a:lnTo>
                    <a:pt x="11623" y="1816"/>
                  </a:lnTo>
                  <a:lnTo>
                    <a:pt x="10812" y="2202"/>
                  </a:lnTo>
                  <a:lnTo>
                    <a:pt x="10040" y="2627"/>
                  </a:lnTo>
                  <a:lnTo>
                    <a:pt x="9306" y="3090"/>
                  </a:lnTo>
                  <a:lnTo>
                    <a:pt x="8611" y="3631"/>
                  </a:lnTo>
                  <a:lnTo>
                    <a:pt x="7955" y="4171"/>
                  </a:lnTo>
                  <a:lnTo>
                    <a:pt x="7298" y="4789"/>
                  </a:lnTo>
                  <a:lnTo>
                    <a:pt x="6719" y="5446"/>
                  </a:lnTo>
                  <a:lnTo>
                    <a:pt x="6140" y="6141"/>
                  </a:lnTo>
                  <a:lnTo>
                    <a:pt x="5638" y="6874"/>
                  </a:lnTo>
                  <a:lnTo>
                    <a:pt x="5213" y="7647"/>
                  </a:lnTo>
                  <a:lnTo>
                    <a:pt x="4788" y="8419"/>
                  </a:lnTo>
                  <a:lnTo>
                    <a:pt x="4480" y="9230"/>
                  </a:lnTo>
                  <a:lnTo>
                    <a:pt x="4171" y="10041"/>
                  </a:lnTo>
                  <a:lnTo>
                    <a:pt x="3978" y="10890"/>
                  </a:lnTo>
                  <a:lnTo>
                    <a:pt x="3823" y="11778"/>
                  </a:lnTo>
                  <a:lnTo>
                    <a:pt x="3746" y="12667"/>
                  </a:lnTo>
                  <a:lnTo>
                    <a:pt x="3553" y="12667"/>
                  </a:lnTo>
                  <a:lnTo>
                    <a:pt x="3282" y="11856"/>
                  </a:lnTo>
                  <a:lnTo>
                    <a:pt x="3051" y="11045"/>
                  </a:lnTo>
                  <a:lnTo>
                    <a:pt x="2858" y="10195"/>
                  </a:lnTo>
                  <a:lnTo>
                    <a:pt x="2703" y="9346"/>
                  </a:lnTo>
                  <a:lnTo>
                    <a:pt x="2587" y="8535"/>
                  </a:lnTo>
                  <a:lnTo>
                    <a:pt x="2549" y="7685"/>
                  </a:lnTo>
                  <a:lnTo>
                    <a:pt x="2587" y="6797"/>
                  </a:lnTo>
                  <a:lnTo>
                    <a:pt x="2703" y="5948"/>
                  </a:lnTo>
                  <a:lnTo>
                    <a:pt x="2858" y="5214"/>
                  </a:lnTo>
                  <a:lnTo>
                    <a:pt x="3051" y="4519"/>
                  </a:lnTo>
                  <a:lnTo>
                    <a:pt x="3321" y="3824"/>
                  </a:lnTo>
                  <a:lnTo>
                    <a:pt x="3669" y="3206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30"/>
                  </a:lnTo>
                  <a:lnTo>
                    <a:pt x="5406" y="889"/>
                  </a:lnTo>
                  <a:lnTo>
                    <a:pt x="5908" y="735"/>
                  </a:lnTo>
                  <a:lnTo>
                    <a:pt x="6410" y="619"/>
                  </a:lnTo>
                  <a:lnTo>
                    <a:pt x="6951" y="542"/>
                  </a:lnTo>
                  <a:lnTo>
                    <a:pt x="7453" y="503"/>
                  </a:lnTo>
                  <a:close/>
                  <a:moveTo>
                    <a:pt x="11932" y="2086"/>
                  </a:moveTo>
                  <a:lnTo>
                    <a:pt x="12357" y="2434"/>
                  </a:lnTo>
                  <a:lnTo>
                    <a:pt x="12704" y="2820"/>
                  </a:lnTo>
                  <a:lnTo>
                    <a:pt x="13013" y="3206"/>
                  </a:lnTo>
                  <a:lnTo>
                    <a:pt x="13322" y="3669"/>
                  </a:lnTo>
                  <a:lnTo>
                    <a:pt x="13593" y="4094"/>
                  </a:lnTo>
                  <a:lnTo>
                    <a:pt x="13863" y="4596"/>
                  </a:lnTo>
                  <a:lnTo>
                    <a:pt x="14056" y="5098"/>
                  </a:lnTo>
                  <a:lnTo>
                    <a:pt x="14210" y="5600"/>
                  </a:lnTo>
                  <a:lnTo>
                    <a:pt x="14326" y="6102"/>
                  </a:lnTo>
                  <a:lnTo>
                    <a:pt x="14442" y="6643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64" y="6952"/>
                  </a:lnTo>
                  <a:lnTo>
                    <a:pt x="11392" y="7145"/>
                  </a:lnTo>
                  <a:lnTo>
                    <a:pt x="10658" y="7415"/>
                  </a:lnTo>
                  <a:lnTo>
                    <a:pt x="9924" y="7724"/>
                  </a:lnTo>
                  <a:lnTo>
                    <a:pt x="9229" y="8033"/>
                  </a:lnTo>
                  <a:lnTo>
                    <a:pt x="8534" y="8419"/>
                  </a:lnTo>
                  <a:lnTo>
                    <a:pt x="7878" y="8844"/>
                  </a:lnTo>
                  <a:lnTo>
                    <a:pt x="7260" y="9307"/>
                  </a:lnTo>
                  <a:lnTo>
                    <a:pt x="6642" y="9809"/>
                  </a:lnTo>
                  <a:lnTo>
                    <a:pt x="6101" y="10350"/>
                  </a:lnTo>
                  <a:lnTo>
                    <a:pt x="5561" y="10890"/>
                  </a:lnTo>
                  <a:lnTo>
                    <a:pt x="5097" y="11508"/>
                  </a:lnTo>
                  <a:lnTo>
                    <a:pt x="4634" y="12126"/>
                  </a:lnTo>
                  <a:lnTo>
                    <a:pt x="4248" y="12821"/>
                  </a:lnTo>
                  <a:lnTo>
                    <a:pt x="4132" y="12744"/>
                  </a:lnTo>
                  <a:lnTo>
                    <a:pt x="3978" y="12667"/>
                  </a:lnTo>
                  <a:lnTo>
                    <a:pt x="4093" y="11817"/>
                  </a:lnTo>
                  <a:lnTo>
                    <a:pt x="4325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3" y="8496"/>
                  </a:lnTo>
                  <a:lnTo>
                    <a:pt x="5599" y="7724"/>
                  </a:lnTo>
                  <a:lnTo>
                    <a:pt x="6024" y="6990"/>
                  </a:lnTo>
                  <a:lnTo>
                    <a:pt x="6526" y="6295"/>
                  </a:lnTo>
                  <a:lnTo>
                    <a:pt x="7067" y="5600"/>
                  </a:lnTo>
                  <a:lnTo>
                    <a:pt x="7607" y="4982"/>
                  </a:lnTo>
                  <a:lnTo>
                    <a:pt x="8225" y="4403"/>
                  </a:lnTo>
                  <a:lnTo>
                    <a:pt x="8920" y="3824"/>
                  </a:lnTo>
                  <a:lnTo>
                    <a:pt x="9615" y="3322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32" y="2086"/>
                  </a:lnTo>
                  <a:close/>
                  <a:moveTo>
                    <a:pt x="14481" y="6990"/>
                  </a:moveTo>
                  <a:lnTo>
                    <a:pt x="14481" y="7840"/>
                  </a:lnTo>
                  <a:lnTo>
                    <a:pt x="14442" y="8689"/>
                  </a:lnTo>
                  <a:lnTo>
                    <a:pt x="14288" y="9539"/>
                  </a:lnTo>
                  <a:lnTo>
                    <a:pt x="14172" y="9964"/>
                  </a:lnTo>
                  <a:lnTo>
                    <a:pt x="14056" y="10350"/>
                  </a:lnTo>
                  <a:lnTo>
                    <a:pt x="13902" y="10774"/>
                  </a:lnTo>
                  <a:lnTo>
                    <a:pt x="13708" y="11161"/>
                  </a:lnTo>
                  <a:lnTo>
                    <a:pt x="13515" y="11547"/>
                  </a:lnTo>
                  <a:lnTo>
                    <a:pt x="13284" y="11894"/>
                  </a:lnTo>
                  <a:lnTo>
                    <a:pt x="13052" y="12242"/>
                  </a:lnTo>
                  <a:lnTo>
                    <a:pt x="12782" y="12589"/>
                  </a:lnTo>
                  <a:lnTo>
                    <a:pt x="12511" y="12898"/>
                  </a:lnTo>
                  <a:lnTo>
                    <a:pt x="12202" y="13207"/>
                  </a:lnTo>
                  <a:lnTo>
                    <a:pt x="11971" y="13053"/>
                  </a:lnTo>
                  <a:lnTo>
                    <a:pt x="11701" y="12937"/>
                  </a:lnTo>
                  <a:lnTo>
                    <a:pt x="11121" y="12782"/>
                  </a:lnTo>
                  <a:lnTo>
                    <a:pt x="10542" y="12628"/>
                  </a:lnTo>
                  <a:lnTo>
                    <a:pt x="10001" y="12551"/>
                  </a:lnTo>
                  <a:lnTo>
                    <a:pt x="9422" y="12512"/>
                  </a:lnTo>
                  <a:lnTo>
                    <a:pt x="8843" y="12474"/>
                  </a:lnTo>
                  <a:lnTo>
                    <a:pt x="8302" y="12474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681" y="12667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62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40"/>
                  </a:lnTo>
                  <a:lnTo>
                    <a:pt x="5870" y="11161"/>
                  </a:lnTo>
                  <a:lnTo>
                    <a:pt x="6410" y="10620"/>
                  </a:lnTo>
                  <a:lnTo>
                    <a:pt x="6989" y="10118"/>
                  </a:lnTo>
                  <a:lnTo>
                    <a:pt x="7530" y="9655"/>
                  </a:lnTo>
                  <a:lnTo>
                    <a:pt x="8148" y="9230"/>
                  </a:lnTo>
                  <a:lnTo>
                    <a:pt x="8766" y="8805"/>
                  </a:lnTo>
                  <a:lnTo>
                    <a:pt x="9422" y="8458"/>
                  </a:lnTo>
                  <a:lnTo>
                    <a:pt x="10079" y="8110"/>
                  </a:lnTo>
                  <a:lnTo>
                    <a:pt x="10735" y="7840"/>
                  </a:lnTo>
                  <a:lnTo>
                    <a:pt x="11469" y="7569"/>
                  </a:lnTo>
                  <a:lnTo>
                    <a:pt x="12164" y="7376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7"/>
                  </a:moveTo>
                  <a:lnTo>
                    <a:pt x="4055" y="1854"/>
                  </a:lnTo>
                  <a:lnTo>
                    <a:pt x="3630" y="2472"/>
                  </a:lnTo>
                  <a:lnTo>
                    <a:pt x="3244" y="3129"/>
                  </a:lnTo>
                  <a:lnTo>
                    <a:pt x="2935" y="3824"/>
                  </a:lnTo>
                  <a:lnTo>
                    <a:pt x="2665" y="4519"/>
                  </a:lnTo>
                  <a:lnTo>
                    <a:pt x="2472" y="5291"/>
                  </a:lnTo>
                  <a:lnTo>
                    <a:pt x="2317" y="6025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2"/>
                  </a:lnTo>
                  <a:lnTo>
                    <a:pt x="2278" y="9114"/>
                  </a:lnTo>
                  <a:lnTo>
                    <a:pt x="2394" y="9886"/>
                  </a:lnTo>
                  <a:lnTo>
                    <a:pt x="2549" y="10620"/>
                  </a:lnTo>
                  <a:lnTo>
                    <a:pt x="2742" y="11354"/>
                  </a:lnTo>
                  <a:lnTo>
                    <a:pt x="3012" y="12087"/>
                  </a:lnTo>
                  <a:lnTo>
                    <a:pt x="3321" y="12744"/>
                  </a:lnTo>
                  <a:lnTo>
                    <a:pt x="3128" y="12898"/>
                  </a:lnTo>
                  <a:lnTo>
                    <a:pt x="2935" y="13053"/>
                  </a:lnTo>
                  <a:lnTo>
                    <a:pt x="2819" y="13246"/>
                  </a:lnTo>
                  <a:lnTo>
                    <a:pt x="2742" y="13439"/>
                  </a:lnTo>
                  <a:lnTo>
                    <a:pt x="2394" y="13014"/>
                  </a:lnTo>
                  <a:lnTo>
                    <a:pt x="2085" y="12551"/>
                  </a:lnTo>
                  <a:lnTo>
                    <a:pt x="1776" y="12087"/>
                  </a:lnTo>
                  <a:lnTo>
                    <a:pt x="1506" y="11624"/>
                  </a:lnTo>
                  <a:lnTo>
                    <a:pt x="1274" y="11122"/>
                  </a:lnTo>
                  <a:lnTo>
                    <a:pt x="1081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114"/>
                  </a:lnTo>
                  <a:lnTo>
                    <a:pt x="541" y="8573"/>
                  </a:lnTo>
                  <a:lnTo>
                    <a:pt x="502" y="8033"/>
                  </a:lnTo>
                  <a:lnTo>
                    <a:pt x="502" y="7492"/>
                  </a:lnTo>
                  <a:lnTo>
                    <a:pt x="541" y="6952"/>
                  </a:lnTo>
                  <a:lnTo>
                    <a:pt x="618" y="6411"/>
                  </a:lnTo>
                  <a:lnTo>
                    <a:pt x="772" y="5870"/>
                  </a:lnTo>
                  <a:lnTo>
                    <a:pt x="927" y="5330"/>
                  </a:lnTo>
                  <a:lnTo>
                    <a:pt x="1197" y="4673"/>
                  </a:lnTo>
                  <a:lnTo>
                    <a:pt x="1545" y="4055"/>
                  </a:lnTo>
                  <a:lnTo>
                    <a:pt x="1931" y="3476"/>
                  </a:lnTo>
                  <a:lnTo>
                    <a:pt x="2356" y="2936"/>
                  </a:lnTo>
                  <a:lnTo>
                    <a:pt x="2819" y="2434"/>
                  </a:lnTo>
                  <a:lnTo>
                    <a:pt x="3360" y="2009"/>
                  </a:lnTo>
                  <a:lnTo>
                    <a:pt x="3939" y="1584"/>
                  </a:lnTo>
                  <a:lnTo>
                    <a:pt x="4518" y="1237"/>
                  </a:lnTo>
                  <a:close/>
                  <a:moveTo>
                    <a:pt x="3862" y="12976"/>
                  </a:moveTo>
                  <a:lnTo>
                    <a:pt x="4016" y="13053"/>
                  </a:lnTo>
                  <a:lnTo>
                    <a:pt x="4171" y="13169"/>
                  </a:lnTo>
                  <a:lnTo>
                    <a:pt x="4286" y="13284"/>
                  </a:lnTo>
                  <a:lnTo>
                    <a:pt x="4325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286" y="13941"/>
                  </a:lnTo>
                  <a:lnTo>
                    <a:pt x="4209" y="14095"/>
                  </a:lnTo>
                  <a:lnTo>
                    <a:pt x="3784" y="13825"/>
                  </a:lnTo>
                  <a:lnTo>
                    <a:pt x="3360" y="13477"/>
                  </a:lnTo>
                  <a:lnTo>
                    <a:pt x="3244" y="13439"/>
                  </a:lnTo>
                  <a:lnTo>
                    <a:pt x="3167" y="13439"/>
                  </a:lnTo>
                  <a:lnTo>
                    <a:pt x="3051" y="13477"/>
                  </a:lnTo>
                  <a:lnTo>
                    <a:pt x="2974" y="13516"/>
                  </a:lnTo>
                  <a:lnTo>
                    <a:pt x="3051" y="13362"/>
                  </a:lnTo>
                  <a:lnTo>
                    <a:pt x="3167" y="13207"/>
                  </a:lnTo>
                  <a:lnTo>
                    <a:pt x="3321" y="13130"/>
                  </a:lnTo>
                  <a:lnTo>
                    <a:pt x="3476" y="13014"/>
                  </a:lnTo>
                  <a:lnTo>
                    <a:pt x="3669" y="12976"/>
                  </a:lnTo>
                  <a:close/>
                  <a:moveTo>
                    <a:pt x="9152" y="12860"/>
                  </a:moveTo>
                  <a:lnTo>
                    <a:pt x="9615" y="12898"/>
                  </a:lnTo>
                  <a:lnTo>
                    <a:pt x="10117" y="12976"/>
                  </a:lnTo>
                  <a:lnTo>
                    <a:pt x="10503" y="13014"/>
                  </a:lnTo>
                  <a:lnTo>
                    <a:pt x="11005" y="13130"/>
                  </a:lnTo>
                  <a:lnTo>
                    <a:pt x="11507" y="13246"/>
                  </a:lnTo>
                  <a:lnTo>
                    <a:pt x="11701" y="13362"/>
                  </a:lnTo>
                  <a:lnTo>
                    <a:pt x="11894" y="13477"/>
                  </a:lnTo>
                  <a:lnTo>
                    <a:pt x="11507" y="13786"/>
                  </a:lnTo>
                  <a:lnTo>
                    <a:pt x="11083" y="14018"/>
                  </a:lnTo>
                  <a:lnTo>
                    <a:pt x="10658" y="14250"/>
                  </a:lnTo>
                  <a:lnTo>
                    <a:pt x="10233" y="14443"/>
                  </a:lnTo>
                  <a:lnTo>
                    <a:pt x="9770" y="14636"/>
                  </a:lnTo>
                  <a:lnTo>
                    <a:pt x="9306" y="14752"/>
                  </a:lnTo>
                  <a:lnTo>
                    <a:pt x="8843" y="14868"/>
                  </a:lnTo>
                  <a:lnTo>
                    <a:pt x="8341" y="14945"/>
                  </a:lnTo>
                  <a:lnTo>
                    <a:pt x="7878" y="14983"/>
                  </a:lnTo>
                  <a:lnTo>
                    <a:pt x="7376" y="14983"/>
                  </a:lnTo>
                  <a:lnTo>
                    <a:pt x="6912" y="14945"/>
                  </a:lnTo>
                  <a:lnTo>
                    <a:pt x="6410" y="14868"/>
                  </a:lnTo>
                  <a:lnTo>
                    <a:pt x="5947" y="14790"/>
                  </a:lnTo>
                  <a:lnTo>
                    <a:pt x="5484" y="14636"/>
                  </a:lnTo>
                  <a:lnTo>
                    <a:pt x="5020" y="14481"/>
                  </a:lnTo>
                  <a:lnTo>
                    <a:pt x="4595" y="14288"/>
                  </a:lnTo>
                  <a:lnTo>
                    <a:pt x="4711" y="14018"/>
                  </a:lnTo>
                  <a:lnTo>
                    <a:pt x="4711" y="13748"/>
                  </a:lnTo>
                  <a:lnTo>
                    <a:pt x="4711" y="13593"/>
                  </a:lnTo>
                  <a:lnTo>
                    <a:pt x="5561" y="13323"/>
                  </a:lnTo>
                  <a:lnTo>
                    <a:pt x="6410" y="13091"/>
                  </a:lnTo>
                  <a:lnTo>
                    <a:pt x="7298" y="12937"/>
                  </a:lnTo>
                  <a:lnTo>
                    <a:pt x="8187" y="12860"/>
                  </a:lnTo>
                  <a:close/>
                  <a:moveTo>
                    <a:pt x="7569" y="1"/>
                  </a:moveTo>
                  <a:lnTo>
                    <a:pt x="6989" y="40"/>
                  </a:lnTo>
                  <a:lnTo>
                    <a:pt x="6449" y="117"/>
                  </a:lnTo>
                  <a:lnTo>
                    <a:pt x="5870" y="233"/>
                  </a:lnTo>
                  <a:lnTo>
                    <a:pt x="5329" y="387"/>
                  </a:lnTo>
                  <a:lnTo>
                    <a:pt x="4788" y="580"/>
                  </a:lnTo>
                  <a:lnTo>
                    <a:pt x="4248" y="812"/>
                  </a:lnTo>
                  <a:lnTo>
                    <a:pt x="3746" y="1121"/>
                  </a:lnTo>
                  <a:lnTo>
                    <a:pt x="3282" y="1430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2008" y="2588"/>
                  </a:lnTo>
                  <a:lnTo>
                    <a:pt x="1622" y="3013"/>
                  </a:lnTo>
                  <a:lnTo>
                    <a:pt x="1274" y="3515"/>
                  </a:lnTo>
                  <a:lnTo>
                    <a:pt x="966" y="4017"/>
                  </a:lnTo>
                  <a:lnTo>
                    <a:pt x="695" y="4596"/>
                  </a:lnTo>
                  <a:lnTo>
                    <a:pt x="425" y="5253"/>
                  </a:lnTo>
                  <a:lnTo>
                    <a:pt x="232" y="5909"/>
                  </a:lnTo>
                  <a:lnTo>
                    <a:pt x="116" y="6565"/>
                  </a:lnTo>
                  <a:lnTo>
                    <a:pt x="39" y="7222"/>
                  </a:lnTo>
                  <a:lnTo>
                    <a:pt x="0" y="7917"/>
                  </a:lnTo>
                  <a:lnTo>
                    <a:pt x="39" y="8612"/>
                  </a:lnTo>
                  <a:lnTo>
                    <a:pt x="116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5" y="11238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0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4" y="14520"/>
                  </a:lnTo>
                  <a:lnTo>
                    <a:pt x="4093" y="14597"/>
                  </a:lnTo>
                  <a:lnTo>
                    <a:pt x="4518" y="14829"/>
                  </a:lnTo>
                  <a:lnTo>
                    <a:pt x="4982" y="14983"/>
                  </a:lnTo>
                  <a:lnTo>
                    <a:pt x="5406" y="15138"/>
                  </a:lnTo>
                  <a:lnTo>
                    <a:pt x="5870" y="15292"/>
                  </a:lnTo>
                  <a:lnTo>
                    <a:pt x="6333" y="15370"/>
                  </a:lnTo>
                  <a:lnTo>
                    <a:pt x="6796" y="15447"/>
                  </a:lnTo>
                  <a:lnTo>
                    <a:pt x="7260" y="15485"/>
                  </a:lnTo>
                  <a:lnTo>
                    <a:pt x="7762" y="15485"/>
                  </a:lnTo>
                  <a:lnTo>
                    <a:pt x="8225" y="15447"/>
                  </a:lnTo>
                  <a:lnTo>
                    <a:pt x="8689" y="15408"/>
                  </a:lnTo>
                  <a:lnTo>
                    <a:pt x="9152" y="15331"/>
                  </a:lnTo>
                  <a:lnTo>
                    <a:pt x="9615" y="15215"/>
                  </a:lnTo>
                  <a:lnTo>
                    <a:pt x="10079" y="15061"/>
                  </a:lnTo>
                  <a:lnTo>
                    <a:pt x="10542" y="14868"/>
                  </a:lnTo>
                  <a:lnTo>
                    <a:pt x="10967" y="14675"/>
                  </a:lnTo>
                  <a:lnTo>
                    <a:pt x="11392" y="14443"/>
                  </a:lnTo>
                  <a:lnTo>
                    <a:pt x="11855" y="14134"/>
                  </a:lnTo>
                  <a:lnTo>
                    <a:pt x="12318" y="13786"/>
                  </a:lnTo>
                  <a:lnTo>
                    <a:pt x="12743" y="13400"/>
                  </a:lnTo>
                  <a:lnTo>
                    <a:pt x="13129" y="12976"/>
                  </a:lnTo>
                  <a:lnTo>
                    <a:pt x="13477" y="12551"/>
                  </a:lnTo>
                  <a:lnTo>
                    <a:pt x="13786" y="12049"/>
                  </a:lnTo>
                  <a:lnTo>
                    <a:pt x="14056" y="11585"/>
                  </a:lnTo>
                  <a:lnTo>
                    <a:pt x="14288" y="11045"/>
                  </a:lnTo>
                  <a:lnTo>
                    <a:pt x="14519" y="10543"/>
                  </a:lnTo>
                  <a:lnTo>
                    <a:pt x="14674" y="10002"/>
                  </a:lnTo>
                  <a:lnTo>
                    <a:pt x="14828" y="9423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4983" y="7724"/>
                  </a:lnTo>
                  <a:lnTo>
                    <a:pt x="14983" y="7145"/>
                  </a:lnTo>
                  <a:lnTo>
                    <a:pt x="14944" y="6604"/>
                  </a:lnTo>
                  <a:lnTo>
                    <a:pt x="14828" y="5986"/>
                  </a:lnTo>
                  <a:lnTo>
                    <a:pt x="14674" y="5407"/>
                  </a:lnTo>
                  <a:lnTo>
                    <a:pt x="14481" y="4828"/>
                  </a:lnTo>
                  <a:lnTo>
                    <a:pt x="14249" y="4287"/>
                  </a:lnTo>
                  <a:lnTo>
                    <a:pt x="13979" y="3747"/>
                  </a:lnTo>
                  <a:lnTo>
                    <a:pt x="13670" y="3245"/>
                  </a:lnTo>
                  <a:lnTo>
                    <a:pt x="13322" y="2743"/>
                  </a:lnTo>
                  <a:lnTo>
                    <a:pt x="12936" y="2318"/>
                  </a:lnTo>
                  <a:lnTo>
                    <a:pt x="12511" y="1893"/>
                  </a:lnTo>
                  <a:lnTo>
                    <a:pt x="12048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2" y="619"/>
                  </a:lnTo>
                  <a:lnTo>
                    <a:pt x="9963" y="387"/>
                  </a:lnTo>
                  <a:lnTo>
                    <a:pt x="9384" y="233"/>
                  </a:lnTo>
                  <a:lnTo>
                    <a:pt x="8766" y="117"/>
                  </a:lnTo>
                  <a:lnTo>
                    <a:pt x="8187" y="40"/>
                  </a:lnTo>
                  <a:lnTo>
                    <a:pt x="756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2" name="Google Shape;4302;p18"/>
            <p:cNvSpPr/>
            <p:nvPr/>
          </p:nvSpPr>
          <p:spPr>
            <a:xfrm>
              <a:off x="514200" y="3860000"/>
              <a:ext cx="302200" cy="155450"/>
            </a:xfrm>
            <a:custGeom>
              <a:avLst/>
              <a:gdLst/>
              <a:ahLst/>
              <a:cxnLst/>
              <a:rect l="l" t="t" r="r" b="b"/>
              <a:pathLst>
                <a:path w="12088" h="6218" extrusionOk="0">
                  <a:moveTo>
                    <a:pt x="11740" y="1"/>
                  </a:moveTo>
                  <a:lnTo>
                    <a:pt x="11663" y="40"/>
                  </a:lnTo>
                  <a:lnTo>
                    <a:pt x="11585" y="78"/>
                  </a:lnTo>
                  <a:lnTo>
                    <a:pt x="11508" y="117"/>
                  </a:lnTo>
                  <a:lnTo>
                    <a:pt x="11469" y="233"/>
                  </a:lnTo>
                  <a:lnTo>
                    <a:pt x="11469" y="310"/>
                  </a:lnTo>
                  <a:lnTo>
                    <a:pt x="11508" y="426"/>
                  </a:lnTo>
                  <a:lnTo>
                    <a:pt x="11585" y="580"/>
                  </a:lnTo>
                  <a:lnTo>
                    <a:pt x="11624" y="773"/>
                  </a:lnTo>
                  <a:lnTo>
                    <a:pt x="11585" y="966"/>
                  </a:lnTo>
                  <a:lnTo>
                    <a:pt x="11508" y="1121"/>
                  </a:lnTo>
                  <a:lnTo>
                    <a:pt x="11392" y="1275"/>
                  </a:lnTo>
                  <a:lnTo>
                    <a:pt x="11276" y="1430"/>
                  </a:lnTo>
                  <a:lnTo>
                    <a:pt x="10929" y="1739"/>
                  </a:lnTo>
                  <a:lnTo>
                    <a:pt x="10504" y="2009"/>
                  </a:lnTo>
                  <a:lnTo>
                    <a:pt x="10079" y="2241"/>
                  </a:lnTo>
                  <a:lnTo>
                    <a:pt x="9423" y="2588"/>
                  </a:lnTo>
                  <a:lnTo>
                    <a:pt x="9037" y="2781"/>
                  </a:lnTo>
                  <a:lnTo>
                    <a:pt x="9037" y="2704"/>
                  </a:lnTo>
                  <a:lnTo>
                    <a:pt x="8960" y="2627"/>
                  </a:lnTo>
                  <a:lnTo>
                    <a:pt x="8496" y="2202"/>
                  </a:lnTo>
                  <a:lnTo>
                    <a:pt x="8110" y="1700"/>
                  </a:lnTo>
                  <a:lnTo>
                    <a:pt x="7840" y="1893"/>
                  </a:lnTo>
                  <a:lnTo>
                    <a:pt x="7994" y="2202"/>
                  </a:lnTo>
                  <a:lnTo>
                    <a:pt x="8187" y="2511"/>
                  </a:lnTo>
                  <a:lnTo>
                    <a:pt x="8419" y="2781"/>
                  </a:lnTo>
                  <a:lnTo>
                    <a:pt x="8651" y="2974"/>
                  </a:lnTo>
                  <a:lnTo>
                    <a:pt x="7608" y="3515"/>
                  </a:lnTo>
                  <a:lnTo>
                    <a:pt x="6565" y="3978"/>
                  </a:lnTo>
                  <a:lnTo>
                    <a:pt x="5252" y="4519"/>
                  </a:lnTo>
                  <a:lnTo>
                    <a:pt x="3940" y="4982"/>
                  </a:lnTo>
                  <a:lnTo>
                    <a:pt x="3669" y="5059"/>
                  </a:lnTo>
                  <a:lnTo>
                    <a:pt x="3708" y="4712"/>
                  </a:lnTo>
                  <a:lnTo>
                    <a:pt x="3631" y="4364"/>
                  </a:lnTo>
                  <a:lnTo>
                    <a:pt x="3515" y="4055"/>
                  </a:lnTo>
                  <a:lnTo>
                    <a:pt x="3322" y="3708"/>
                  </a:lnTo>
                  <a:lnTo>
                    <a:pt x="3013" y="3901"/>
                  </a:lnTo>
                  <a:lnTo>
                    <a:pt x="3129" y="4171"/>
                  </a:lnTo>
                  <a:lnTo>
                    <a:pt x="3206" y="4442"/>
                  </a:lnTo>
                  <a:lnTo>
                    <a:pt x="3245" y="4866"/>
                  </a:lnTo>
                  <a:lnTo>
                    <a:pt x="3245" y="5253"/>
                  </a:lnTo>
                  <a:lnTo>
                    <a:pt x="2356" y="5523"/>
                  </a:lnTo>
                  <a:lnTo>
                    <a:pt x="1893" y="5639"/>
                  </a:lnTo>
                  <a:lnTo>
                    <a:pt x="1430" y="5677"/>
                  </a:lnTo>
                  <a:lnTo>
                    <a:pt x="1043" y="5716"/>
                  </a:lnTo>
                  <a:lnTo>
                    <a:pt x="850" y="5716"/>
                  </a:lnTo>
                  <a:lnTo>
                    <a:pt x="696" y="5677"/>
                  </a:lnTo>
                  <a:lnTo>
                    <a:pt x="580" y="5600"/>
                  </a:lnTo>
                  <a:lnTo>
                    <a:pt x="464" y="5523"/>
                  </a:lnTo>
                  <a:lnTo>
                    <a:pt x="387" y="5407"/>
                  </a:lnTo>
                  <a:lnTo>
                    <a:pt x="348" y="5291"/>
                  </a:lnTo>
                  <a:lnTo>
                    <a:pt x="310" y="5214"/>
                  </a:lnTo>
                  <a:lnTo>
                    <a:pt x="271" y="5175"/>
                  </a:lnTo>
                  <a:lnTo>
                    <a:pt x="155" y="5137"/>
                  </a:lnTo>
                  <a:lnTo>
                    <a:pt x="78" y="5175"/>
                  </a:lnTo>
                  <a:lnTo>
                    <a:pt x="39" y="5214"/>
                  </a:lnTo>
                  <a:lnTo>
                    <a:pt x="1" y="5291"/>
                  </a:lnTo>
                  <a:lnTo>
                    <a:pt x="1" y="5446"/>
                  </a:lnTo>
                  <a:lnTo>
                    <a:pt x="39" y="5600"/>
                  </a:lnTo>
                  <a:lnTo>
                    <a:pt x="78" y="5755"/>
                  </a:lnTo>
                  <a:lnTo>
                    <a:pt x="155" y="5870"/>
                  </a:lnTo>
                  <a:lnTo>
                    <a:pt x="233" y="5948"/>
                  </a:lnTo>
                  <a:lnTo>
                    <a:pt x="310" y="6025"/>
                  </a:lnTo>
                  <a:lnTo>
                    <a:pt x="541" y="6141"/>
                  </a:lnTo>
                  <a:lnTo>
                    <a:pt x="812" y="6179"/>
                  </a:lnTo>
                  <a:lnTo>
                    <a:pt x="1121" y="6218"/>
                  </a:lnTo>
                  <a:lnTo>
                    <a:pt x="1430" y="6179"/>
                  </a:lnTo>
                  <a:lnTo>
                    <a:pt x="1700" y="6141"/>
                  </a:lnTo>
                  <a:lnTo>
                    <a:pt x="2897" y="5832"/>
                  </a:lnTo>
                  <a:lnTo>
                    <a:pt x="4094" y="5446"/>
                  </a:lnTo>
                  <a:lnTo>
                    <a:pt x="5291" y="5021"/>
                  </a:lnTo>
                  <a:lnTo>
                    <a:pt x="6450" y="4557"/>
                  </a:lnTo>
                  <a:lnTo>
                    <a:pt x="7531" y="4094"/>
                  </a:lnTo>
                  <a:lnTo>
                    <a:pt x="8573" y="3592"/>
                  </a:lnTo>
                  <a:lnTo>
                    <a:pt x="9616" y="3052"/>
                  </a:lnTo>
                  <a:lnTo>
                    <a:pt x="10620" y="2472"/>
                  </a:lnTo>
                  <a:lnTo>
                    <a:pt x="10929" y="2279"/>
                  </a:lnTo>
                  <a:lnTo>
                    <a:pt x="11276" y="2048"/>
                  </a:lnTo>
                  <a:lnTo>
                    <a:pt x="11547" y="1777"/>
                  </a:lnTo>
                  <a:lnTo>
                    <a:pt x="11817" y="1507"/>
                  </a:lnTo>
                  <a:lnTo>
                    <a:pt x="12010" y="1198"/>
                  </a:lnTo>
                  <a:lnTo>
                    <a:pt x="12049" y="1044"/>
                  </a:lnTo>
                  <a:lnTo>
                    <a:pt x="12087" y="889"/>
                  </a:lnTo>
                  <a:lnTo>
                    <a:pt x="12087" y="696"/>
                  </a:lnTo>
                  <a:lnTo>
                    <a:pt x="12049" y="503"/>
                  </a:lnTo>
                  <a:lnTo>
                    <a:pt x="12010" y="310"/>
                  </a:lnTo>
                  <a:lnTo>
                    <a:pt x="11894" y="117"/>
                  </a:lnTo>
                  <a:lnTo>
                    <a:pt x="11817" y="40"/>
                  </a:lnTo>
                  <a:lnTo>
                    <a:pt x="1174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3" name="Google Shape;4303;p18"/>
            <p:cNvSpPr/>
            <p:nvPr/>
          </p:nvSpPr>
          <p:spPr>
            <a:xfrm>
              <a:off x="6274575" y="3873525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20"/>
                  </a:lnTo>
                  <a:lnTo>
                    <a:pt x="2897" y="1661"/>
                  </a:lnTo>
                  <a:lnTo>
                    <a:pt x="2511" y="2202"/>
                  </a:lnTo>
                  <a:lnTo>
                    <a:pt x="1970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6"/>
                  </a:lnTo>
                  <a:lnTo>
                    <a:pt x="310" y="4287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80" y="4750"/>
                  </a:lnTo>
                  <a:lnTo>
                    <a:pt x="966" y="4518"/>
                  </a:lnTo>
                  <a:lnTo>
                    <a:pt x="1314" y="4210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935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3"/>
                  </a:lnTo>
                  <a:lnTo>
                    <a:pt x="4248" y="155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4" name="Google Shape;4304;p18"/>
            <p:cNvSpPr/>
            <p:nvPr/>
          </p:nvSpPr>
          <p:spPr>
            <a:xfrm>
              <a:off x="6223425" y="3874500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0"/>
                  </a:moveTo>
                  <a:lnTo>
                    <a:pt x="1004" y="309"/>
                  </a:lnTo>
                  <a:lnTo>
                    <a:pt x="1236" y="386"/>
                  </a:lnTo>
                  <a:lnTo>
                    <a:pt x="1429" y="579"/>
                  </a:lnTo>
                  <a:lnTo>
                    <a:pt x="1583" y="772"/>
                  </a:lnTo>
                  <a:lnTo>
                    <a:pt x="1622" y="1004"/>
                  </a:lnTo>
                  <a:lnTo>
                    <a:pt x="1622" y="1120"/>
                  </a:lnTo>
                  <a:lnTo>
                    <a:pt x="1583" y="1197"/>
                  </a:lnTo>
                  <a:lnTo>
                    <a:pt x="1545" y="1313"/>
                  </a:lnTo>
                  <a:lnTo>
                    <a:pt x="1468" y="1390"/>
                  </a:lnTo>
                  <a:lnTo>
                    <a:pt x="1352" y="1506"/>
                  </a:lnTo>
                  <a:lnTo>
                    <a:pt x="1197" y="1545"/>
                  </a:lnTo>
                  <a:lnTo>
                    <a:pt x="966" y="1583"/>
                  </a:lnTo>
                  <a:lnTo>
                    <a:pt x="772" y="1545"/>
                  </a:lnTo>
                  <a:lnTo>
                    <a:pt x="657" y="1506"/>
                  </a:lnTo>
                  <a:lnTo>
                    <a:pt x="579" y="1429"/>
                  </a:lnTo>
                  <a:lnTo>
                    <a:pt x="502" y="1352"/>
                  </a:lnTo>
                  <a:lnTo>
                    <a:pt x="464" y="1236"/>
                  </a:lnTo>
                  <a:lnTo>
                    <a:pt x="425" y="1004"/>
                  </a:lnTo>
                  <a:lnTo>
                    <a:pt x="464" y="811"/>
                  </a:lnTo>
                  <a:lnTo>
                    <a:pt x="541" y="618"/>
                  </a:lnTo>
                  <a:lnTo>
                    <a:pt x="695" y="425"/>
                  </a:lnTo>
                  <a:lnTo>
                    <a:pt x="734" y="348"/>
                  </a:lnTo>
                  <a:lnTo>
                    <a:pt x="734" y="309"/>
                  </a:lnTo>
                  <a:lnTo>
                    <a:pt x="888" y="270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116"/>
                  </a:lnTo>
                  <a:lnTo>
                    <a:pt x="541" y="77"/>
                  </a:lnTo>
                  <a:lnTo>
                    <a:pt x="464" y="116"/>
                  </a:lnTo>
                  <a:lnTo>
                    <a:pt x="270" y="232"/>
                  </a:lnTo>
                  <a:lnTo>
                    <a:pt x="155" y="386"/>
                  </a:lnTo>
                  <a:lnTo>
                    <a:pt x="77" y="541"/>
                  </a:lnTo>
                  <a:lnTo>
                    <a:pt x="39" y="734"/>
                  </a:lnTo>
                  <a:lnTo>
                    <a:pt x="0" y="888"/>
                  </a:lnTo>
                  <a:lnTo>
                    <a:pt x="0" y="1081"/>
                  </a:lnTo>
                  <a:lnTo>
                    <a:pt x="39" y="1274"/>
                  </a:lnTo>
                  <a:lnTo>
                    <a:pt x="77" y="1468"/>
                  </a:lnTo>
                  <a:lnTo>
                    <a:pt x="193" y="1661"/>
                  </a:lnTo>
                  <a:lnTo>
                    <a:pt x="309" y="1776"/>
                  </a:lnTo>
                  <a:lnTo>
                    <a:pt x="502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236" y="2008"/>
                  </a:lnTo>
                  <a:lnTo>
                    <a:pt x="1429" y="1931"/>
                  </a:lnTo>
                  <a:lnTo>
                    <a:pt x="1622" y="1815"/>
                  </a:lnTo>
                  <a:lnTo>
                    <a:pt x="1776" y="1699"/>
                  </a:lnTo>
                  <a:lnTo>
                    <a:pt x="1892" y="1545"/>
                  </a:lnTo>
                  <a:lnTo>
                    <a:pt x="1970" y="1390"/>
                  </a:lnTo>
                  <a:lnTo>
                    <a:pt x="2047" y="1197"/>
                  </a:lnTo>
                  <a:lnTo>
                    <a:pt x="2085" y="1004"/>
                  </a:lnTo>
                  <a:lnTo>
                    <a:pt x="2047" y="811"/>
                  </a:lnTo>
                  <a:lnTo>
                    <a:pt x="1970" y="618"/>
                  </a:lnTo>
                  <a:lnTo>
                    <a:pt x="1892" y="425"/>
                  </a:lnTo>
                  <a:lnTo>
                    <a:pt x="1738" y="270"/>
                  </a:lnTo>
                  <a:lnTo>
                    <a:pt x="1583" y="155"/>
                  </a:lnTo>
                  <a:lnTo>
                    <a:pt x="1429" y="77"/>
                  </a:lnTo>
                  <a:lnTo>
                    <a:pt x="1236" y="39"/>
                  </a:lnTo>
                  <a:lnTo>
                    <a:pt x="104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5" name="Google Shape;4305;p18"/>
            <p:cNvSpPr/>
            <p:nvPr/>
          </p:nvSpPr>
          <p:spPr>
            <a:xfrm>
              <a:off x="1572250" y="3880275"/>
              <a:ext cx="267450" cy="210475"/>
            </a:xfrm>
            <a:custGeom>
              <a:avLst/>
              <a:gdLst/>
              <a:ahLst/>
              <a:cxnLst/>
              <a:rect l="l" t="t" r="r" b="b"/>
              <a:pathLst>
                <a:path w="10698" h="8419" extrusionOk="0">
                  <a:moveTo>
                    <a:pt x="155" y="1"/>
                  </a:moveTo>
                  <a:lnTo>
                    <a:pt x="1" y="233"/>
                  </a:lnTo>
                  <a:lnTo>
                    <a:pt x="1391" y="1314"/>
                  </a:lnTo>
                  <a:lnTo>
                    <a:pt x="2781" y="2395"/>
                  </a:lnTo>
                  <a:lnTo>
                    <a:pt x="4210" y="3476"/>
                  </a:lnTo>
                  <a:lnTo>
                    <a:pt x="5600" y="4596"/>
                  </a:lnTo>
                  <a:lnTo>
                    <a:pt x="6951" y="5677"/>
                  </a:lnTo>
                  <a:lnTo>
                    <a:pt x="8303" y="6797"/>
                  </a:lnTo>
                  <a:lnTo>
                    <a:pt x="9616" y="7917"/>
                  </a:lnTo>
                  <a:lnTo>
                    <a:pt x="9963" y="8226"/>
                  </a:lnTo>
                  <a:lnTo>
                    <a:pt x="10118" y="8342"/>
                  </a:lnTo>
                  <a:lnTo>
                    <a:pt x="10311" y="8419"/>
                  </a:lnTo>
                  <a:lnTo>
                    <a:pt x="10658" y="8380"/>
                  </a:lnTo>
                  <a:lnTo>
                    <a:pt x="10697" y="8264"/>
                  </a:lnTo>
                  <a:lnTo>
                    <a:pt x="10697" y="8149"/>
                  </a:lnTo>
                  <a:lnTo>
                    <a:pt x="10658" y="8033"/>
                  </a:lnTo>
                  <a:lnTo>
                    <a:pt x="10658" y="7994"/>
                  </a:lnTo>
                  <a:lnTo>
                    <a:pt x="10311" y="7917"/>
                  </a:lnTo>
                  <a:lnTo>
                    <a:pt x="10002" y="6952"/>
                  </a:lnTo>
                  <a:lnTo>
                    <a:pt x="9654" y="5986"/>
                  </a:lnTo>
                  <a:lnTo>
                    <a:pt x="8882" y="4094"/>
                  </a:lnTo>
                  <a:lnTo>
                    <a:pt x="8380" y="2781"/>
                  </a:lnTo>
                  <a:lnTo>
                    <a:pt x="7994" y="2936"/>
                  </a:lnTo>
                  <a:lnTo>
                    <a:pt x="8419" y="3940"/>
                  </a:lnTo>
                  <a:lnTo>
                    <a:pt x="9037" y="5677"/>
                  </a:lnTo>
                  <a:lnTo>
                    <a:pt x="9346" y="6565"/>
                  </a:lnTo>
                  <a:lnTo>
                    <a:pt x="9654" y="7415"/>
                  </a:lnTo>
                  <a:lnTo>
                    <a:pt x="9230" y="7029"/>
                  </a:lnTo>
                  <a:lnTo>
                    <a:pt x="7994" y="5986"/>
                  </a:lnTo>
                  <a:lnTo>
                    <a:pt x="6720" y="4905"/>
                  </a:lnTo>
                  <a:lnTo>
                    <a:pt x="5407" y="3862"/>
                  </a:lnTo>
                  <a:lnTo>
                    <a:pt x="4133" y="2858"/>
                  </a:lnTo>
                  <a:lnTo>
                    <a:pt x="2820" y="1854"/>
                  </a:lnTo>
                  <a:lnTo>
                    <a:pt x="1507" y="928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6" name="Google Shape;4306;p18"/>
            <p:cNvSpPr/>
            <p:nvPr/>
          </p:nvSpPr>
          <p:spPr>
            <a:xfrm>
              <a:off x="4538850" y="3913100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6" y="1159"/>
                  </a:lnTo>
                  <a:lnTo>
                    <a:pt x="1390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5" y="1816"/>
                  </a:lnTo>
                  <a:lnTo>
                    <a:pt x="386" y="1700"/>
                  </a:lnTo>
                  <a:lnTo>
                    <a:pt x="348" y="1584"/>
                  </a:lnTo>
                  <a:lnTo>
                    <a:pt x="386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1" y="1623"/>
                  </a:lnTo>
                  <a:lnTo>
                    <a:pt x="3669" y="1700"/>
                  </a:lnTo>
                  <a:lnTo>
                    <a:pt x="3746" y="1816"/>
                  </a:lnTo>
                  <a:lnTo>
                    <a:pt x="3746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8" y="2356"/>
                  </a:lnTo>
                  <a:lnTo>
                    <a:pt x="3205" y="2433"/>
                  </a:lnTo>
                  <a:lnTo>
                    <a:pt x="3012" y="2395"/>
                  </a:lnTo>
                  <a:lnTo>
                    <a:pt x="2819" y="2356"/>
                  </a:lnTo>
                  <a:lnTo>
                    <a:pt x="2626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0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89" y="1468"/>
                  </a:lnTo>
                  <a:close/>
                  <a:moveTo>
                    <a:pt x="3746" y="4750"/>
                  </a:moveTo>
                  <a:lnTo>
                    <a:pt x="3900" y="4789"/>
                  </a:lnTo>
                  <a:lnTo>
                    <a:pt x="4016" y="4828"/>
                  </a:lnTo>
                  <a:lnTo>
                    <a:pt x="4093" y="4943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2" y="5368"/>
                  </a:lnTo>
                  <a:lnTo>
                    <a:pt x="4093" y="5484"/>
                  </a:lnTo>
                  <a:lnTo>
                    <a:pt x="3978" y="5600"/>
                  </a:lnTo>
                  <a:lnTo>
                    <a:pt x="3784" y="5754"/>
                  </a:lnTo>
                  <a:lnTo>
                    <a:pt x="3514" y="5870"/>
                  </a:lnTo>
                  <a:lnTo>
                    <a:pt x="3128" y="5870"/>
                  </a:lnTo>
                  <a:lnTo>
                    <a:pt x="2742" y="5793"/>
                  </a:lnTo>
                  <a:lnTo>
                    <a:pt x="2935" y="5368"/>
                  </a:lnTo>
                  <a:lnTo>
                    <a:pt x="3051" y="5214"/>
                  </a:lnTo>
                  <a:lnTo>
                    <a:pt x="3205" y="5021"/>
                  </a:lnTo>
                  <a:lnTo>
                    <a:pt x="3476" y="4866"/>
                  </a:lnTo>
                  <a:lnTo>
                    <a:pt x="3630" y="4789"/>
                  </a:lnTo>
                  <a:lnTo>
                    <a:pt x="3746" y="4750"/>
                  </a:lnTo>
                  <a:close/>
                  <a:moveTo>
                    <a:pt x="1120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2" y="6102"/>
                  </a:lnTo>
                  <a:lnTo>
                    <a:pt x="1429" y="6256"/>
                  </a:lnTo>
                  <a:lnTo>
                    <a:pt x="1236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5" y="6334"/>
                  </a:lnTo>
                  <a:lnTo>
                    <a:pt x="502" y="6179"/>
                  </a:lnTo>
                  <a:lnTo>
                    <a:pt x="425" y="6025"/>
                  </a:lnTo>
                  <a:lnTo>
                    <a:pt x="425" y="5909"/>
                  </a:lnTo>
                  <a:lnTo>
                    <a:pt x="464" y="5754"/>
                  </a:lnTo>
                  <a:lnTo>
                    <a:pt x="579" y="5677"/>
                  </a:lnTo>
                  <a:lnTo>
                    <a:pt x="695" y="5600"/>
                  </a:lnTo>
                  <a:lnTo>
                    <a:pt x="850" y="5523"/>
                  </a:lnTo>
                  <a:close/>
                  <a:moveTo>
                    <a:pt x="5715" y="6218"/>
                  </a:moveTo>
                  <a:lnTo>
                    <a:pt x="5870" y="6334"/>
                  </a:lnTo>
                  <a:lnTo>
                    <a:pt x="5947" y="6411"/>
                  </a:lnTo>
                  <a:lnTo>
                    <a:pt x="5986" y="6527"/>
                  </a:lnTo>
                  <a:lnTo>
                    <a:pt x="6024" y="6681"/>
                  </a:lnTo>
                  <a:lnTo>
                    <a:pt x="5986" y="6797"/>
                  </a:lnTo>
                  <a:lnTo>
                    <a:pt x="5908" y="7067"/>
                  </a:lnTo>
                  <a:lnTo>
                    <a:pt x="5792" y="7260"/>
                  </a:lnTo>
                  <a:lnTo>
                    <a:pt x="5677" y="7492"/>
                  </a:lnTo>
                  <a:lnTo>
                    <a:pt x="5484" y="7646"/>
                  </a:lnTo>
                  <a:lnTo>
                    <a:pt x="5290" y="7801"/>
                  </a:lnTo>
                  <a:lnTo>
                    <a:pt x="5059" y="7917"/>
                  </a:lnTo>
                  <a:lnTo>
                    <a:pt x="5097" y="7878"/>
                  </a:lnTo>
                  <a:lnTo>
                    <a:pt x="5020" y="7415"/>
                  </a:lnTo>
                  <a:lnTo>
                    <a:pt x="4982" y="7183"/>
                  </a:lnTo>
                  <a:lnTo>
                    <a:pt x="5020" y="6951"/>
                  </a:lnTo>
                  <a:lnTo>
                    <a:pt x="5136" y="6681"/>
                  </a:lnTo>
                  <a:lnTo>
                    <a:pt x="5213" y="6527"/>
                  </a:lnTo>
                  <a:lnTo>
                    <a:pt x="5329" y="6372"/>
                  </a:lnTo>
                  <a:lnTo>
                    <a:pt x="5445" y="6256"/>
                  </a:lnTo>
                  <a:lnTo>
                    <a:pt x="5599" y="6218"/>
                  </a:lnTo>
                  <a:close/>
                  <a:moveTo>
                    <a:pt x="8959" y="8071"/>
                  </a:moveTo>
                  <a:lnTo>
                    <a:pt x="9152" y="8110"/>
                  </a:lnTo>
                  <a:lnTo>
                    <a:pt x="9268" y="8187"/>
                  </a:lnTo>
                  <a:lnTo>
                    <a:pt x="9345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0"/>
                  </a:lnTo>
                  <a:lnTo>
                    <a:pt x="9268" y="8921"/>
                  </a:lnTo>
                  <a:lnTo>
                    <a:pt x="9036" y="9152"/>
                  </a:lnTo>
                  <a:lnTo>
                    <a:pt x="8804" y="9346"/>
                  </a:lnTo>
                  <a:lnTo>
                    <a:pt x="8689" y="9384"/>
                  </a:lnTo>
                  <a:lnTo>
                    <a:pt x="8611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1" y="9346"/>
                  </a:lnTo>
                  <a:lnTo>
                    <a:pt x="8264" y="9346"/>
                  </a:lnTo>
                  <a:lnTo>
                    <a:pt x="8225" y="8959"/>
                  </a:lnTo>
                  <a:lnTo>
                    <a:pt x="8225" y="8766"/>
                  </a:lnTo>
                  <a:lnTo>
                    <a:pt x="8264" y="8573"/>
                  </a:lnTo>
                  <a:lnTo>
                    <a:pt x="8341" y="8342"/>
                  </a:lnTo>
                  <a:lnTo>
                    <a:pt x="8496" y="8187"/>
                  </a:lnTo>
                  <a:lnTo>
                    <a:pt x="8727" y="8110"/>
                  </a:lnTo>
                  <a:lnTo>
                    <a:pt x="8843" y="8071"/>
                  </a:lnTo>
                  <a:close/>
                  <a:moveTo>
                    <a:pt x="4943" y="8380"/>
                  </a:moveTo>
                  <a:lnTo>
                    <a:pt x="4943" y="8419"/>
                  </a:lnTo>
                  <a:lnTo>
                    <a:pt x="4750" y="8805"/>
                  </a:lnTo>
                  <a:lnTo>
                    <a:pt x="4595" y="8959"/>
                  </a:lnTo>
                  <a:lnTo>
                    <a:pt x="4441" y="9152"/>
                  </a:lnTo>
                  <a:lnTo>
                    <a:pt x="4209" y="9307"/>
                  </a:lnTo>
                  <a:lnTo>
                    <a:pt x="3939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8" y="9346"/>
                  </a:lnTo>
                  <a:lnTo>
                    <a:pt x="3321" y="9191"/>
                  </a:lnTo>
                  <a:lnTo>
                    <a:pt x="3321" y="9075"/>
                  </a:lnTo>
                  <a:lnTo>
                    <a:pt x="3321" y="8959"/>
                  </a:lnTo>
                  <a:lnTo>
                    <a:pt x="3398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4" y="8457"/>
                  </a:lnTo>
                  <a:lnTo>
                    <a:pt x="4055" y="8380"/>
                  </a:lnTo>
                  <a:lnTo>
                    <a:pt x="4325" y="8380"/>
                  </a:lnTo>
                  <a:lnTo>
                    <a:pt x="4904" y="8419"/>
                  </a:lnTo>
                  <a:lnTo>
                    <a:pt x="4943" y="8380"/>
                  </a:lnTo>
                  <a:close/>
                  <a:moveTo>
                    <a:pt x="7994" y="10002"/>
                  </a:moveTo>
                  <a:lnTo>
                    <a:pt x="7955" y="10195"/>
                  </a:lnTo>
                  <a:lnTo>
                    <a:pt x="7916" y="10350"/>
                  </a:lnTo>
                  <a:lnTo>
                    <a:pt x="7839" y="10543"/>
                  </a:lnTo>
                  <a:lnTo>
                    <a:pt x="7723" y="10697"/>
                  </a:lnTo>
                  <a:lnTo>
                    <a:pt x="7607" y="10813"/>
                  </a:lnTo>
                  <a:lnTo>
                    <a:pt x="7492" y="10929"/>
                  </a:lnTo>
                  <a:lnTo>
                    <a:pt x="7337" y="11045"/>
                  </a:lnTo>
                  <a:lnTo>
                    <a:pt x="7144" y="11083"/>
                  </a:lnTo>
                  <a:lnTo>
                    <a:pt x="6951" y="11122"/>
                  </a:lnTo>
                  <a:lnTo>
                    <a:pt x="6796" y="11083"/>
                  </a:lnTo>
                  <a:lnTo>
                    <a:pt x="6719" y="11045"/>
                  </a:lnTo>
                  <a:lnTo>
                    <a:pt x="6681" y="10967"/>
                  </a:lnTo>
                  <a:lnTo>
                    <a:pt x="6642" y="10890"/>
                  </a:lnTo>
                  <a:lnTo>
                    <a:pt x="6603" y="10813"/>
                  </a:lnTo>
                  <a:lnTo>
                    <a:pt x="6642" y="10620"/>
                  </a:lnTo>
                  <a:lnTo>
                    <a:pt x="6719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1" y="10156"/>
                  </a:lnTo>
                  <a:lnTo>
                    <a:pt x="7492" y="10079"/>
                  </a:lnTo>
                  <a:lnTo>
                    <a:pt x="7723" y="10041"/>
                  </a:lnTo>
                  <a:lnTo>
                    <a:pt x="7994" y="10002"/>
                  </a:lnTo>
                  <a:close/>
                  <a:moveTo>
                    <a:pt x="2201" y="1"/>
                  </a:moveTo>
                  <a:lnTo>
                    <a:pt x="2008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0" y="812"/>
                  </a:lnTo>
                  <a:lnTo>
                    <a:pt x="1236" y="773"/>
                  </a:lnTo>
                  <a:lnTo>
                    <a:pt x="1043" y="734"/>
                  </a:lnTo>
                  <a:lnTo>
                    <a:pt x="695" y="734"/>
                  </a:lnTo>
                  <a:lnTo>
                    <a:pt x="541" y="812"/>
                  </a:lnTo>
                  <a:lnTo>
                    <a:pt x="386" y="889"/>
                  </a:lnTo>
                  <a:lnTo>
                    <a:pt x="232" y="1005"/>
                  </a:lnTo>
                  <a:lnTo>
                    <a:pt x="116" y="1159"/>
                  </a:lnTo>
                  <a:lnTo>
                    <a:pt x="39" y="1314"/>
                  </a:lnTo>
                  <a:lnTo>
                    <a:pt x="0" y="1468"/>
                  </a:lnTo>
                  <a:lnTo>
                    <a:pt x="0" y="1623"/>
                  </a:lnTo>
                  <a:lnTo>
                    <a:pt x="0" y="1777"/>
                  </a:lnTo>
                  <a:lnTo>
                    <a:pt x="77" y="1931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5" y="2279"/>
                  </a:lnTo>
                  <a:lnTo>
                    <a:pt x="579" y="2356"/>
                  </a:lnTo>
                  <a:lnTo>
                    <a:pt x="734" y="2395"/>
                  </a:lnTo>
                  <a:lnTo>
                    <a:pt x="1043" y="2433"/>
                  </a:lnTo>
                  <a:lnTo>
                    <a:pt x="1390" y="2395"/>
                  </a:lnTo>
                  <a:lnTo>
                    <a:pt x="1699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8" y="4635"/>
                  </a:lnTo>
                  <a:lnTo>
                    <a:pt x="1777" y="5021"/>
                  </a:lnTo>
                  <a:lnTo>
                    <a:pt x="1892" y="5368"/>
                  </a:lnTo>
                  <a:lnTo>
                    <a:pt x="1583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2" y="5252"/>
                  </a:lnTo>
                  <a:lnTo>
                    <a:pt x="386" y="5330"/>
                  </a:lnTo>
                  <a:lnTo>
                    <a:pt x="271" y="5445"/>
                  </a:lnTo>
                  <a:lnTo>
                    <a:pt x="155" y="5561"/>
                  </a:lnTo>
                  <a:lnTo>
                    <a:pt x="77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7" y="6218"/>
                  </a:lnTo>
                  <a:lnTo>
                    <a:pt x="155" y="6334"/>
                  </a:lnTo>
                  <a:lnTo>
                    <a:pt x="232" y="6449"/>
                  </a:lnTo>
                  <a:lnTo>
                    <a:pt x="348" y="6565"/>
                  </a:lnTo>
                  <a:lnTo>
                    <a:pt x="502" y="6643"/>
                  </a:lnTo>
                  <a:lnTo>
                    <a:pt x="657" y="6720"/>
                  </a:lnTo>
                  <a:lnTo>
                    <a:pt x="811" y="6758"/>
                  </a:lnTo>
                  <a:lnTo>
                    <a:pt x="1120" y="6758"/>
                  </a:lnTo>
                  <a:lnTo>
                    <a:pt x="1429" y="6681"/>
                  </a:lnTo>
                  <a:lnTo>
                    <a:pt x="1699" y="6527"/>
                  </a:lnTo>
                  <a:lnTo>
                    <a:pt x="1931" y="6295"/>
                  </a:lnTo>
                  <a:lnTo>
                    <a:pt x="2124" y="6063"/>
                  </a:lnTo>
                  <a:lnTo>
                    <a:pt x="2394" y="6527"/>
                  </a:lnTo>
                  <a:lnTo>
                    <a:pt x="2742" y="6990"/>
                  </a:lnTo>
                  <a:lnTo>
                    <a:pt x="3128" y="7376"/>
                  </a:lnTo>
                  <a:lnTo>
                    <a:pt x="3591" y="7762"/>
                  </a:lnTo>
                  <a:lnTo>
                    <a:pt x="4016" y="7994"/>
                  </a:lnTo>
                  <a:lnTo>
                    <a:pt x="3823" y="8033"/>
                  </a:lnTo>
                  <a:lnTo>
                    <a:pt x="3630" y="8110"/>
                  </a:lnTo>
                  <a:lnTo>
                    <a:pt x="3437" y="8187"/>
                  </a:lnTo>
                  <a:lnTo>
                    <a:pt x="3282" y="8342"/>
                  </a:lnTo>
                  <a:lnTo>
                    <a:pt x="3167" y="8457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5" y="8882"/>
                  </a:lnTo>
                  <a:lnTo>
                    <a:pt x="2896" y="9075"/>
                  </a:lnTo>
                  <a:lnTo>
                    <a:pt x="2935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1" y="9770"/>
                  </a:lnTo>
                  <a:lnTo>
                    <a:pt x="3514" y="9848"/>
                  </a:lnTo>
                  <a:lnTo>
                    <a:pt x="3707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8" y="9770"/>
                  </a:lnTo>
                  <a:lnTo>
                    <a:pt x="4402" y="9693"/>
                  </a:lnTo>
                  <a:lnTo>
                    <a:pt x="4673" y="9461"/>
                  </a:lnTo>
                  <a:lnTo>
                    <a:pt x="4904" y="9152"/>
                  </a:lnTo>
                  <a:lnTo>
                    <a:pt x="5097" y="8844"/>
                  </a:lnTo>
                  <a:lnTo>
                    <a:pt x="5213" y="8496"/>
                  </a:lnTo>
                  <a:lnTo>
                    <a:pt x="6526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5" y="9654"/>
                  </a:lnTo>
                  <a:lnTo>
                    <a:pt x="7762" y="9654"/>
                  </a:lnTo>
                  <a:lnTo>
                    <a:pt x="7569" y="9693"/>
                  </a:lnTo>
                  <a:lnTo>
                    <a:pt x="7144" y="9809"/>
                  </a:lnTo>
                  <a:lnTo>
                    <a:pt x="6796" y="9963"/>
                  </a:lnTo>
                  <a:lnTo>
                    <a:pt x="6642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4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4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5" y="11508"/>
                  </a:lnTo>
                  <a:lnTo>
                    <a:pt x="7028" y="11508"/>
                  </a:lnTo>
                  <a:lnTo>
                    <a:pt x="7221" y="11469"/>
                  </a:lnTo>
                  <a:lnTo>
                    <a:pt x="7414" y="11392"/>
                  </a:lnTo>
                  <a:lnTo>
                    <a:pt x="7569" y="11315"/>
                  </a:lnTo>
                  <a:lnTo>
                    <a:pt x="7723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09" y="10697"/>
                  </a:lnTo>
                  <a:lnTo>
                    <a:pt x="8225" y="10465"/>
                  </a:lnTo>
                  <a:lnTo>
                    <a:pt x="8264" y="10234"/>
                  </a:lnTo>
                  <a:lnTo>
                    <a:pt x="8302" y="9963"/>
                  </a:lnTo>
                  <a:lnTo>
                    <a:pt x="8341" y="9925"/>
                  </a:lnTo>
                  <a:lnTo>
                    <a:pt x="8727" y="10272"/>
                  </a:lnTo>
                  <a:lnTo>
                    <a:pt x="9075" y="10658"/>
                  </a:lnTo>
                  <a:lnTo>
                    <a:pt x="9345" y="11122"/>
                  </a:lnTo>
                  <a:lnTo>
                    <a:pt x="9461" y="11354"/>
                  </a:lnTo>
                  <a:lnTo>
                    <a:pt x="9538" y="11585"/>
                  </a:lnTo>
                  <a:lnTo>
                    <a:pt x="9654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4" y="12937"/>
                  </a:lnTo>
                  <a:lnTo>
                    <a:pt x="9577" y="13284"/>
                  </a:lnTo>
                  <a:lnTo>
                    <a:pt x="9461" y="13593"/>
                  </a:lnTo>
                  <a:lnTo>
                    <a:pt x="9191" y="14211"/>
                  </a:lnTo>
                  <a:lnTo>
                    <a:pt x="9152" y="14288"/>
                  </a:lnTo>
                  <a:lnTo>
                    <a:pt x="9152" y="14327"/>
                  </a:lnTo>
                  <a:lnTo>
                    <a:pt x="9229" y="14404"/>
                  </a:lnTo>
                  <a:lnTo>
                    <a:pt x="9306" y="14443"/>
                  </a:lnTo>
                  <a:lnTo>
                    <a:pt x="9422" y="14404"/>
                  </a:lnTo>
                  <a:lnTo>
                    <a:pt x="9577" y="14250"/>
                  </a:lnTo>
                  <a:lnTo>
                    <a:pt x="9731" y="14057"/>
                  </a:lnTo>
                  <a:lnTo>
                    <a:pt x="9847" y="13902"/>
                  </a:lnTo>
                  <a:lnTo>
                    <a:pt x="9924" y="13670"/>
                  </a:lnTo>
                  <a:lnTo>
                    <a:pt x="10079" y="13246"/>
                  </a:lnTo>
                  <a:lnTo>
                    <a:pt x="10117" y="12782"/>
                  </a:lnTo>
                  <a:lnTo>
                    <a:pt x="10117" y="12319"/>
                  </a:lnTo>
                  <a:lnTo>
                    <a:pt x="10040" y="11855"/>
                  </a:lnTo>
                  <a:lnTo>
                    <a:pt x="9924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6" y="10272"/>
                  </a:lnTo>
                  <a:lnTo>
                    <a:pt x="9036" y="9963"/>
                  </a:lnTo>
                  <a:lnTo>
                    <a:pt x="8727" y="9693"/>
                  </a:lnTo>
                  <a:lnTo>
                    <a:pt x="8959" y="9577"/>
                  </a:lnTo>
                  <a:lnTo>
                    <a:pt x="9229" y="9423"/>
                  </a:lnTo>
                  <a:lnTo>
                    <a:pt x="9461" y="9191"/>
                  </a:lnTo>
                  <a:lnTo>
                    <a:pt x="9615" y="8921"/>
                  </a:lnTo>
                  <a:lnTo>
                    <a:pt x="9731" y="8612"/>
                  </a:lnTo>
                  <a:lnTo>
                    <a:pt x="9731" y="8496"/>
                  </a:lnTo>
                  <a:lnTo>
                    <a:pt x="9731" y="8342"/>
                  </a:lnTo>
                  <a:lnTo>
                    <a:pt x="9693" y="8187"/>
                  </a:lnTo>
                  <a:lnTo>
                    <a:pt x="9615" y="8071"/>
                  </a:lnTo>
                  <a:lnTo>
                    <a:pt x="9499" y="7955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6" y="7724"/>
                  </a:lnTo>
                  <a:lnTo>
                    <a:pt x="8689" y="7724"/>
                  </a:lnTo>
                  <a:lnTo>
                    <a:pt x="8534" y="7762"/>
                  </a:lnTo>
                  <a:lnTo>
                    <a:pt x="8380" y="7840"/>
                  </a:lnTo>
                  <a:lnTo>
                    <a:pt x="8225" y="7955"/>
                  </a:lnTo>
                  <a:lnTo>
                    <a:pt x="8109" y="8071"/>
                  </a:lnTo>
                  <a:lnTo>
                    <a:pt x="7955" y="8264"/>
                  </a:lnTo>
                  <a:lnTo>
                    <a:pt x="7878" y="8535"/>
                  </a:lnTo>
                  <a:lnTo>
                    <a:pt x="7839" y="8766"/>
                  </a:lnTo>
                  <a:lnTo>
                    <a:pt x="7839" y="9037"/>
                  </a:lnTo>
                  <a:lnTo>
                    <a:pt x="7221" y="8766"/>
                  </a:lnTo>
                  <a:lnTo>
                    <a:pt x="6642" y="8496"/>
                  </a:lnTo>
                  <a:lnTo>
                    <a:pt x="5368" y="8033"/>
                  </a:lnTo>
                  <a:lnTo>
                    <a:pt x="5638" y="7878"/>
                  </a:lnTo>
                  <a:lnTo>
                    <a:pt x="5870" y="7685"/>
                  </a:lnTo>
                  <a:lnTo>
                    <a:pt x="6063" y="7453"/>
                  </a:lnTo>
                  <a:lnTo>
                    <a:pt x="6217" y="7183"/>
                  </a:lnTo>
                  <a:lnTo>
                    <a:pt x="6333" y="6874"/>
                  </a:lnTo>
                  <a:lnTo>
                    <a:pt x="6333" y="6720"/>
                  </a:lnTo>
                  <a:lnTo>
                    <a:pt x="6333" y="6527"/>
                  </a:lnTo>
                  <a:lnTo>
                    <a:pt x="6333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4" y="5947"/>
                  </a:lnTo>
                  <a:lnTo>
                    <a:pt x="5870" y="5870"/>
                  </a:lnTo>
                  <a:lnTo>
                    <a:pt x="5715" y="5832"/>
                  </a:lnTo>
                  <a:lnTo>
                    <a:pt x="5561" y="5870"/>
                  </a:lnTo>
                  <a:lnTo>
                    <a:pt x="5406" y="5909"/>
                  </a:lnTo>
                  <a:lnTo>
                    <a:pt x="5252" y="5986"/>
                  </a:lnTo>
                  <a:lnTo>
                    <a:pt x="5136" y="6063"/>
                  </a:lnTo>
                  <a:lnTo>
                    <a:pt x="4904" y="6334"/>
                  </a:lnTo>
                  <a:lnTo>
                    <a:pt x="4750" y="6643"/>
                  </a:lnTo>
                  <a:lnTo>
                    <a:pt x="4634" y="7029"/>
                  </a:lnTo>
                  <a:lnTo>
                    <a:pt x="4634" y="7222"/>
                  </a:lnTo>
                  <a:lnTo>
                    <a:pt x="4634" y="7415"/>
                  </a:lnTo>
                  <a:lnTo>
                    <a:pt x="4634" y="7608"/>
                  </a:lnTo>
                  <a:lnTo>
                    <a:pt x="4711" y="7762"/>
                  </a:lnTo>
                  <a:lnTo>
                    <a:pt x="4093" y="7453"/>
                  </a:lnTo>
                  <a:lnTo>
                    <a:pt x="3823" y="7299"/>
                  </a:lnTo>
                  <a:lnTo>
                    <a:pt x="3553" y="7106"/>
                  </a:lnTo>
                  <a:lnTo>
                    <a:pt x="3321" y="6874"/>
                  </a:lnTo>
                  <a:lnTo>
                    <a:pt x="3089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1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2" y="5986"/>
                  </a:lnTo>
                  <a:lnTo>
                    <a:pt x="4248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8" y="5407"/>
                  </a:lnTo>
                  <a:lnTo>
                    <a:pt x="4557" y="5214"/>
                  </a:lnTo>
                  <a:lnTo>
                    <a:pt x="4518" y="5059"/>
                  </a:lnTo>
                  <a:lnTo>
                    <a:pt x="4480" y="4866"/>
                  </a:lnTo>
                  <a:lnTo>
                    <a:pt x="4402" y="4712"/>
                  </a:lnTo>
                  <a:lnTo>
                    <a:pt x="4286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0" y="4364"/>
                  </a:lnTo>
                  <a:lnTo>
                    <a:pt x="3707" y="4364"/>
                  </a:lnTo>
                  <a:lnTo>
                    <a:pt x="3553" y="4403"/>
                  </a:lnTo>
                  <a:lnTo>
                    <a:pt x="3398" y="4441"/>
                  </a:lnTo>
                  <a:lnTo>
                    <a:pt x="3244" y="4519"/>
                  </a:lnTo>
                  <a:lnTo>
                    <a:pt x="3089" y="4635"/>
                  </a:lnTo>
                  <a:lnTo>
                    <a:pt x="2819" y="4905"/>
                  </a:lnTo>
                  <a:lnTo>
                    <a:pt x="2587" y="5214"/>
                  </a:lnTo>
                  <a:lnTo>
                    <a:pt x="2433" y="5561"/>
                  </a:lnTo>
                  <a:lnTo>
                    <a:pt x="2394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5" y="4326"/>
                  </a:lnTo>
                  <a:lnTo>
                    <a:pt x="2047" y="3939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4" y="2318"/>
                  </a:lnTo>
                  <a:lnTo>
                    <a:pt x="2356" y="2511"/>
                  </a:lnTo>
                  <a:lnTo>
                    <a:pt x="2587" y="2627"/>
                  </a:lnTo>
                  <a:lnTo>
                    <a:pt x="2819" y="2742"/>
                  </a:lnTo>
                  <a:lnTo>
                    <a:pt x="3128" y="2781"/>
                  </a:lnTo>
                  <a:lnTo>
                    <a:pt x="3282" y="2742"/>
                  </a:lnTo>
                  <a:lnTo>
                    <a:pt x="3476" y="2704"/>
                  </a:lnTo>
                  <a:lnTo>
                    <a:pt x="3630" y="2627"/>
                  </a:lnTo>
                  <a:lnTo>
                    <a:pt x="3784" y="2549"/>
                  </a:lnTo>
                  <a:lnTo>
                    <a:pt x="3900" y="2433"/>
                  </a:lnTo>
                  <a:lnTo>
                    <a:pt x="4016" y="2279"/>
                  </a:lnTo>
                  <a:lnTo>
                    <a:pt x="4093" y="2125"/>
                  </a:lnTo>
                  <a:lnTo>
                    <a:pt x="4132" y="1970"/>
                  </a:lnTo>
                  <a:lnTo>
                    <a:pt x="4093" y="1777"/>
                  </a:lnTo>
                  <a:lnTo>
                    <a:pt x="4055" y="1623"/>
                  </a:lnTo>
                  <a:lnTo>
                    <a:pt x="4016" y="1507"/>
                  </a:lnTo>
                  <a:lnTo>
                    <a:pt x="3900" y="1352"/>
                  </a:lnTo>
                  <a:lnTo>
                    <a:pt x="3784" y="1236"/>
                  </a:lnTo>
                  <a:lnTo>
                    <a:pt x="3630" y="1159"/>
                  </a:lnTo>
                  <a:lnTo>
                    <a:pt x="3514" y="1121"/>
                  </a:lnTo>
                  <a:lnTo>
                    <a:pt x="3321" y="1082"/>
                  </a:lnTo>
                  <a:lnTo>
                    <a:pt x="3167" y="1043"/>
                  </a:lnTo>
                  <a:lnTo>
                    <a:pt x="3012" y="1082"/>
                  </a:lnTo>
                  <a:lnTo>
                    <a:pt x="2742" y="1159"/>
                  </a:lnTo>
                  <a:lnTo>
                    <a:pt x="2472" y="1314"/>
                  </a:lnTo>
                  <a:lnTo>
                    <a:pt x="2240" y="1545"/>
                  </a:lnTo>
                  <a:lnTo>
                    <a:pt x="2510" y="78"/>
                  </a:lnTo>
                  <a:lnTo>
                    <a:pt x="220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7" name="Google Shape;4307;p18"/>
            <p:cNvSpPr/>
            <p:nvPr/>
          </p:nvSpPr>
          <p:spPr>
            <a:xfrm>
              <a:off x="6161625" y="3921800"/>
              <a:ext cx="44450" cy="44425"/>
            </a:xfrm>
            <a:custGeom>
              <a:avLst/>
              <a:gdLst/>
              <a:ahLst/>
              <a:cxnLst/>
              <a:rect l="l" t="t" r="r" b="b"/>
              <a:pathLst>
                <a:path w="1778" h="1777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8"/>
                  </a:lnTo>
                  <a:lnTo>
                    <a:pt x="1391" y="811"/>
                  </a:lnTo>
                  <a:lnTo>
                    <a:pt x="1391" y="966"/>
                  </a:lnTo>
                  <a:lnTo>
                    <a:pt x="1352" y="1082"/>
                  </a:lnTo>
                  <a:lnTo>
                    <a:pt x="1275" y="1159"/>
                  </a:lnTo>
                  <a:lnTo>
                    <a:pt x="1198" y="1236"/>
                  </a:lnTo>
                  <a:lnTo>
                    <a:pt x="1082" y="1313"/>
                  </a:lnTo>
                  <a:lnTo>
                    <a:pt x="889" y="1390"/>
                  </a:lnTo>
                  <a:lnTo>
                    <a:pt x="735" y="1352"/>
                  </a:lnTo>
                  <a:lnTo>
                    <a:pt x="541" y="1275"/>
                  </a:lnTo>
                  <a:lnTo>
                    <a:pt x="426" y="1082"/>
                  </a:lnTo>
                  <a:lnTo>
                    <a:pt x="387" y="927"/>
                  </a:lnTo>
                  <a:lnTo>
                    <a:pt x="387" y="734"/>
                  </a:lnTo>
                  <a:lnTo>
                    <a:pt x="464" y="580"/>
                  </a:lnTo>
                  <a:lnTo>
                    <a:pt x="541" y="386"/>
                  </a:lnTo>
                  <a:lnTo>
                    <a:pt x="541" y="348"/>
                  </a:lnTo>
                  <a:lnTo>
                    <a:pt x="580" y="348"/>
                  </a:lnTo>
                  <a:lnTo>
                    <a:pt x="773" y="309"/>
                  </a:lnTo>
                  <a:close/>
                  <a:moveTo>
                    <a:pt x="966" y="0"/>
                  </a:moveTo>
                  <a:lnTo>
                    <a:pt x="773" y="39"/>
                  </a:lnTo>
                  <a:lnTo>
                    <a:pt x="619" y="78"/>
                  </a:lnTo>
                  <a:lnTo>
                    <a:pt x="464" y="155"/>
                  </a:lnTo>
                  <a:lnTo>
                    <a:pt x="426" y="193"/>
                  </a:lnTo>
                  <a:lnTo>
                    <a:pt x="387" y="193"/>
                  </a:lnTo>
                  <a:lnTo>
                    <a:pt x="233" y="271"/>
                  </a:lnTo>
                  <a:lnTo>
                    <a:pt x="117" y="386"/>
                  </a:lnTo>
                  <a:lnTo>
                    <a:pt x="39" y="541"/>
                  </a:lnTo>
                  <a:lnTo>
                    <a:pt x="1" y="695"/>
                  </a:lnTo>
                  <a:lnTo>
                    <a:pt x="1" y="850"/>
                  </a:lnTo>
                  <a:lnTo>
                    <a:pt x="1" y="1004"/>
                  </a:lnTo>
                  <a:lnTo>
                    <a:pt x="39" y="1197"/>
                  </a:lnTo>
                  <a:lnTo>
                    <a:pt x="117" y="1313"/>
                  </a:lnTo>
                  <a:lnTo>
                    <a:pt x="194" y="1468"/>
                  </a:lnTo>
                  <a:lnTo>
                    <a:pt x="348" y="1583"/>
                  </a:lnTo>
                  <a:lnTo>
                    <a:pt x="464" y="1699"/>
                  </a:lnTo>
                  <a:lnTo>
                    <a:pt x="619" y="1738"/>
                  </a:lnTo>
                  <a:lnTo>
                    <a:pt x="812" y="1777"/>
                  </a:lnTo>
                  <a:lnTo>
                    <a:pt x="966" y="1777"/>
                  </a:lnTo>
                  <a:lnTo>
                    <a:pt x="1121" y="1738"/>
                  </a:lnTo>
                  <a:lnTo>
                    <a:pt x="1314" y="1661"/>
                  </a:lnTo>
                  <a:lnTo>
                    <a:pt x="1430" y="1545"/>
                  </a:lnTo>
                  <a:lnTo>
                    <a:pt x="1584" y="1429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66"/>
                  </a:lnTo>
                  <a:lnTo>
                    <a:pt x="1777" y="773"/>
                  </a:lnTo>
                  <a:lnTo>
                    <a:pt x="1738" y="618"/>
                  </a:lnTo>
                  <a:lnTo>
                    <a:pt x="1661" y="425"/>
                  </a:lnTo>
                  <a:lnTo>
                    <a:pt x="1545" y="309"/>
                  </a:lnTo>
                  <a:lnTo>
                    <a:pt x="1430" y="193"/>
                  </a:lnTo>
                  <a:lnTo>
                    <a:pt x="1275" y="116"/>
                  </a:lnTo>
                  <a:lnTo>
                    <a:pt x="1121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8" name="Google Shape;4308;p18"/>
            <p:cNvSpPr/>
            <p:nvPr/>
          </p:nvSpPr>
          <p:spPr>
            <a:xfrm>
              <a:off x="7032400" y="3923725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3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7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0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6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8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4"/>
                  </a:lnTo>
                  <a:lnTo>
                    <a:pt x="1159" y="541"/>
                  </a:lnTo>
                  <a:lnTo>
                    <a:pt x="1352" y="425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8"/>
                  </a:lnTo>
                  <a:lnTo>
                    <a:pt x="309" y="927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5"/>
                  </a:lnTo>
                  <a:lnTo>
                    <a:pt x="0" y="2008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4" y="2858"/>
                  </a:lnTo>
                  <a:lnTo>
                    <a:pt x="425" y="3244"/>
                  </a:lnTo>
                  <a:lnTo>
                    <a:pt x="696" y="3553"/>
                  </a:lnTo>
                  <a:lnTo>
                    <a:pt x="1043" y="3823"/>
                  </a:lnTo>
                  <a:lnTo>
                    <a:pt x="1468" y="4016"/>
                  </a:lnTo>
                  <a:lnTo>
                    <a:pt x="1661" y="4094"/>
                  </a:lnTo>
                  <a:lnTo>
                    <a:pt x="1893" y="4132"/>
                  </a:lnTo>
                  <a:lnTo>
                    <a:pt x="2317" y="4132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2"/>
                  </a:lnTo>
                  <a:lnTo>
                    <a:pt x="4171" y="1429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6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9" name="Google Shape;4309;p18"/>
            <p:cNvSpPr/>
            <p:nvPr/>
          </p:nvSpPr>
          <p:spPr>
            <a:xfrm>
              <a:off x="6167425" y="3927575"/>
              <a:ext cx="114900" cy="286750"/>
            </a:xfrm>
            <a:custGeom>
              <a:avLst/>
              <a:gdLst/>
              <a:ahLst/>
              <a:cxnLst/>
              <a:rect l="l" t="t" r="r" b="b"/>
              <a:pathLst>
                <a:path w="4596" h="11470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67"/>
                  </a:lnTo>
                  <a:lnTo>
                    <a:pt x="3939" y="4287"/>
                  </a:lnTo>
                  <a:lnTo>
                    <a:pt x="4016" y="5407"/>
                  </a:lnTo>
                  <a:lnTo>
                    <a:pt x="4055" y="6643"/>
                  </a:lnTo>
                  <a:lnTo>
                    <a:pt x="4055" y="7261"/>
                  </a:lnTo>
                  <a:lnTo>
                    <a:pt x="3978" y="7917"/>
                  </a:lnTo>
                  <a:lnTo>
                    <a:pt x="3901" y="8535"/>
                  </a:lnTo>
                  <a:lnTo>
                    <a:pt x="3746" y="9153"/>
                  </a:lnTo>
                  <a:lnTo>
                    <a:pt x="3553" y="9732"/>
                  </a:lnTo>
                  <a:lnTo>
                    <a:pt x="3244" y="10273"/>
                  </a:lnTo>
                  <a:lnTo>
                    <a:pt x="3012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4"/>
                  </a:lnTo>
                  <a:lnTo>
                    <a:pt x="850" y="9693"/>
                  </a:lnTo>
                  <a:lnTo>
                    <a:pt x="773" y="9423"/>
                  </a:lnTo>
                  <a:lnTo>
                    <a:pt x="734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6"/>
                  </a:lnTo>
                  <a:lnTo>
                    <a:pt x="580" y="2781"/>
                  </a:lnTo>
                  <a:lnTo>
                    <a:pt x="618" y="2781"/>
                  </a:lnTo>
                  <a:lnTo>
                    <a:pt x="1391" y="2395"/>
                  </a:lnTo>
                  <a:lnTo>
                    <a:pt x="2163" y="1970"/>
                  </a:lnTo>
                  <a:lnTo>
                    <a:pt x="2935" y="1468"/>
                  </a:lnTo>
                  <a:lnTo>
                    <a:pt x="3283" y="1198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40"/>
                  </a:lnTo>
                  <a:lnTo>
                    <a:pt x="3476" y="349"/>
                  </a:lnTo>
                  <a:lnTo>
                    <a:pt x="3051" y="657"/>
                  </a:lnTo>
                  <a:lnTo>
                    <a:pt x="2626" y="1005"/>
                  </a:lnTo>
                  <a:lnTo>
                    <a:pt x="2202" y="1314"/>
                  </a:lnTo>
                  <a:lnTo>
                    <a:pt x="1313" y="1893"/>
                  </a:lnTo>
                  <a:lnTo>
                    <a:pt x="425" y="2472"/>
                  </a:lnTo>
                  <a:lnTo>
                    <a:pt x="348" y="2550"/>
                  </a:lnTo>
                  <a:lnTo>
                    <a:pt x="348" y="2665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4"/>
                  </a:lnTo>
                  <a:lnTo>
                    <a:pt x="155" y="4866"/>
                  </a:lnTo>
                  <a:lnTo>
                    <a:pt x="1" y="4944"/>
                  </a:lnTo>
                  <a:lnTo>
                    <a:pt x="155" y="5291"/>
                  </a:lnTo>
                  <a:lnTo>
                    <a:pt x="155" y="6257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3"/>
                  </a:lnTo>
                  <a:lnTo>
                    <a:pt x="309" y="9616"/>
                  </a:lnTo>
                  <a:lnTo>
                    <a:pt x="503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429" y="11199"/>
                  </a:lnTo>
                  <a:lnTo>
                    <a:pt x="1622" y="11315"/>
                  </a:lnTo>
                  <a:lnTo>
                    <a:pt x="1815" y="11392"/>
                  </a:lnTo>
                  <a:lnTo>
                    <a:pt x="2047" y="11431"/>
                  </a:lnTo>
                  <a:lnTo>
                    <a:pt x="2279" y="11470"/>
                  </a:lnTo>
                  <a:lnTo>
                    <a:pt x="2549" y="11431"/>
                  </a:lnTo>
                  <a:lnTo>
                    <a:pt x="2819" y="11354"/>
                  </a:lnTo>
                  <a:lnTo>
                    <a:pt x="3051" y="11238"/>
                  </a:lnTo>
                  <a:lnTo>
                    <a:pt x="3283" y="11083"/>
                  </a:lnTo>
                  <a:lnTo>
                    <a:pt x="3476" y="10890"/>
                  </a:lnTo>
                  <a:lnTo>
                    <a:pt x="3669" y="10659"/>
                  </a:lnTo>
                  <a:lnTo>
                    <a:pt x="3823" y="10427"/>
                  </a:lnTo>
                  <a:lnTo>
                    <a:pt x="3978" y="10157"/>
                  </a:lnTo>
                  <a:lnTo>
                    <a:pt x="4171" y="9577"/>
                  </a:lnTo>
                  <a:lnTo>
                    <a:pt x="4325" y="8960"/>
                  </a:lnTo>
                  <a:lnTo>
                    <a:pt x="4441" y="8342"/>
                  </a:lnTo>
                  <a:lnTo>
                    <a:pt x="4518" y="7763"/>
                  </a:lnTo>
                  <a:lnTo>
                    <a:pt x="4557" y="7222"/>
                  </a:lnTo>
                  <a:lnTo>
                    <a:pt x="4596" y="6681"/>
                  </a:lnTo>
                  <a:lnTo>
                    <a:pt x="4596" y="6102"/>
                  </a:lnTo>
                  <a:lnTo>
                    <a:pt x="4557" y="5021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2"/>
                  </a:lnTo>
                  <a:lnTo>
                    <a:pt x="4094" y="426"/>
                  </a:lnTo>
                  <a:lnTo>
                    <a:pt x="4171" y="349"/>
                  </a:lnTo>
                  <a:lnTo>
                    <a:pt x="4210" y="271"/>
                  </a:lnTo>
                  <a:lnTo>
                    <a:pt x="4210" y="233"/>
                  </a:lnTo>
                  <a:lnTo>
                    <a:pt x="4171" y="78"/>
                  </a:lnTo>
                  <a:lnTo>
                    <a:pt x="4132" y="40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0" name="Google Shape;4310;p18"/>
            <p:cNvSpPr/>
            <p:nvPr/>
          </p:nvSpPr>
          <p:spPr>
            <a:xfrm>
              <a:off x="1394625" y="3943025"/>
              <a:ext cx="74350" cy="103325"/>
            </a:xfrm>
            <a:custGeom>
              <a:avLst/>
              <a:gdLst/>
              <a:ahLst/>
              <a:cxnLst/>
              <a:rect l="l" t="t" r="r" b="b"/>
              <a:pathLst>
                <a:path w="2974" h="4133" extrusionOk="0">
                  <a:moveTo>
                    <a:pt x="116" y="1"/>
                  </a:moveTo>
                  <a:lnTo>
                    <a:pt x="1" y="39"/>
                  </a:lnTo>
                  <a:lnTo>
                    <a:pt x="1" y="78"/>
                  </a:lnTo>
                  <a:lnTo>
                    <a:pt x="271" y="928"/>
                  </a:lnTo>
                  <a:lnTo>
                    <a:pt x="580" y="1738"/>
                  </a:lnTo>
                  <a:lnTo>
                    <a:pt x="927" y="2549"/>
                  </a:lnTo>
                  <a:lnTo>
                    <a:pt x="1275" y="3283"/>
                  </a:lnTo>
                  <a:lnTo>
                    <a:pt x="1507" y="3669"/>
                  </a:lnTo>
                  <a:lnTo>
                    <a:pt x="1661" y="3824"/>
                  </a:lnTo>
                  <a:lnTo>
                    <a:pt x="1854" y="3978"/>
                  </a:lnTo>
                  <a:lnTo>
                    <a:pt x="2009" y="4055"/>
                  </a:lnTo>
                  <a:lnTo>
                    <a:pt x="2240" y="4133"/>
                  </a:lnTo>
                  <a:lnTo>
                    <a:pt x="2433" y="4094"/>
                  </a:lnTo>
                  <a:lnTo>
                    <a:pt x="2665" y="4017"/>
                  </a:lnTo>
                  <a:lnTo>
                    <a:pt x="2781" y="3862"/>
                  </a:lnTo>
                  <a:lnTo>
                    <a:pt x="2897" y="3708"/>
                  </a:lnTo>
                  <a:lnTo>
                    <a:pt x="2935" y="3515"/>
                  </a:lnTo>
                  <a:lnTo>
                    <a:pt x="2974" y="3360"/>
                  </a:lnTo>
                  <a:lnTo>
                    <a:pt x="2935" y="3129"/>
                  </a:lnTo>
                  <a:lnTo>
                    <a:pt x="2897" y="2936"/>
                  </a:lnTo>
                  <a:lnTo>
                    <a:pt x="2819" y="2588"/>
                  </a:lnTo>
                  <a:lnTo>
                    <a:pt x="2588" y="2627"/>
                  </a:lnTo>
                  <a:lnTo>
                    <a:pt x="2665" y="2974"/>
                  </a:lnTo>
                  <a:lnTo>
                    <a:pt x="2704" y="3129"/>
                  </a:lnTo>
                  <a:lnTo>
                    <a:pt x="2665" y="3283"/>
                  </a:lnTo>
                  <a:lnTo>
                    <a:pt x="2433" y="3399"/>
                  </a:lnTo>
                  <a:lnTo>
                    <a:pt x="2202" y="3476"/>
                  </a:lnTo>
                  <a:lnTo>
                    <a:pt x="2009" y="3515"/>
                  </a:lnTo>
                  <a:lnTo>
                    <a:pt x="1854" y="3476"/>
                  </a:lnTo>
                  <a:lnTo>
                    <a:pt x="1700" y="3438"/>
                  </a:lnTo>
                  <a:lnTo>
                    <a:pt x="1584" y="3322"/>
                  </a:lnTo>
                  <a:lnTo>
                    <a:pt x="1507" y="3167"/>
                  </a:lnTo>
                  <a:lnTo>
                    <a:pt x="1468" y="2974"/>
                  </a:lnTo>
                  <a:lnTo>
                    <a:pt x="1352" y="2704"/>
                  </a:lnTo>
                  <a:lnTo>
                    <a:pt x="889" y="1623"/>
                  </a:lnTo>
                  <a:lnTo>
                    <a:pt x="541" y="812"/>
                  </a:lnTo>
                  <a:lnTo>
                    <a:pt x="348" y="426"/>
                  </a:lnTo>
                  <a:lnTo>
                    <a:pt x="155" y="39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1" name="Google Shape;4311;p18"/>
            <p:cNvSpPr/>
            <p:nvPr/>
          </p:nvSpPr>
          <p:spPr>
            <a:xfrm>
              <a:off x="2923775" y="3946900"/>
              <a:ext cx="335975" cy="782925"/>
            </a:xfrm>
            <a:custGeom>
              <a:avLst/>
              <a:gdLst/>
              <a:ahLst/>
              <a:cxnLst/>
              <a:rect l="l" t="t" r="r" b="b"/>
              <a:pathLst>
                <a:path w="13439" h="31317" extrusionOk="0">
                  <a:moveTo>
                    <a:pt x="6488" y="386"/>
                  </a:moveTo>
                  <a:lnTo>
                    <a:pt x="6526" y="464"/>
                  </a:lnTo>
                  <a:lnTo>
                    <a:pt x="7144" y="2008"/>
                  </a:lnTo>
                  <a:lnTo>
                    <a:pt x="7685" y="3553"/>
                  </a:lnTo>
                  <a:lnTo>
                    <a:pt x="8226" y="5136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1"/>
                  </a:lnTo>
                  <a:lnTo>
                    <a:pt x="7530" y="7337"/>
                  </a:lnTo>
                  <a:lnTo>
                    <a:pt x="7222" y="7453"/>
                  </a:lnTo>
                  <a:lnTo>
                    <a:pt x="6913" y="7530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0"/>
                  </a:lnTo>
                  <a:lnTo>
                    <a:pt x="5522" y="7492"/>
                  </a:lnTo>
                  <a:lnTo>
                    <a:pt x="4866" y="7337"/>
                  </a:lnTo>
                  <a:lnTo>
                    <a:pt x="4210" y="7105"/>
                  </a:lnTo>
                  <a:lnTo>
                    <a:pt x="3592" y="6874"/>
                  </a:lnTo>
                  <a:lnTo>
                    <a:pt x="3862" y="6024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3"/>
                  </a:lnTo>
                  <a:lnTo>
                    <a:pt x="5214" y="2742"/>
                  </a:lnTo>
                  <a:lnTo>
                    <a:pt x="5600" y="1931"/>
                  </a:lnTo>
                  <a:lnTo>
                    <a:pt x="6024" y="1159"/>
                  </a:lnTo>
                  <a:lnTo>
                    <a:pt x="6488" y="386"/>
                  </a:lnTo>
                  <a:close/>
                  <a:moveTo>
                    <a:pt x="8805" y="7028"/>
                  </a:moveTo>
                  <a:lnTo>
                    <a:pt x="9230" y="8418"/>
                  </a:lnTo>
                  <a:lnTo>
                    <a:pt x="9577" y="9847"/>
                  </a:lnTo>
                  <a:lnTo>
                    <a:pt x="9847" y="11083"/>
                  </a:lnTo>
                  <a:lnTo>
                    <a:pt x="10079" y="12357"/>
                  </a:lnTo>
                  <a:lnTo>
                    <a:pt x="10233" y="13631"/>
                  </a:lnTo>
                  <a:lnTo>
                    <a:pt x="10388" y="14906"/>
                  </a:lnTo>
                  <a:lnTo>
                    <a:pt x="10465" y="16180"/>
                  </a:lnTo>
                  <a:lnTo>
                    <a:pt x="10504" y="16836"/>
                  </a:lnTo>
                  <a:lnTo>
                    <a:pt x="10504" y="17493"/>
                  </a:lnTo>
                  <a:lnTo>
                    <a:pt x="10504" y="18188"/>
                  </a:lnTo>
                  <a:lnTo>
                    <a:pt x="10427" y="18844"/>
                  </a:lnTo>
                  <a:lnTo>
                    <a:pt x="10311" y="19462"/>
                  </a:lnTo>
                  <a:lnTo>
                    <a:pt x="10118" y="20080"/>
                  </a:lnTo>
                  <a:lnTo>
                    <a:pt x="9886" y="20659"/>
                  </a:lnTo>
                  <a:lnTo>
                    <a:pt x="9538" y="21161"/>
                  </a:lnTo>
                  <a:lnTo>
                    <a:pt x="9384" y="21393"/>
                  </a:lnTo>
                  <a:lnTo>
                    <a:pt x="9152" y="21586"/>
                  </a:lnTo>
                  <a:lnTo>
                    <a:pt x="8959" y="21779"/>
                  </a:lnTo>
                  <a:lnTo>
                    <a:pt x="8728" y="21972"/>
                  </a:lnTo>
                  <a:lnTo>
                    <a:pt x="8496" y="22127"/>
                  </a:lnTo>
                  <a:lnTo>
                    <a:pt x="8226" y="22242"/>
                  </a:lnTo>
                  <a:lnTo>
                    <a:pt x="7955" y="22358"/>
                  </a:lnTo>
                  <a:lnTo>
                    <a:pt x="7685" y="22435"/>
                  </a:lnTo>
                  <a:lnTo>
                    <a:pt x="7415" y="22474"/>
                  </a:lnTo>
                  <a:lnTo>
                    <a:pt x="6797" y="22474"/>
                  </a:lnTo>
                  <a:lnTo>
                    <a:pt x="6488" y="22435"/>
                  </a:lnTo>
                  <a:lnTo>
                    <a:pt x="5909" y="22281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4"/>
                  </a:lnTo>
                  <a:lnTo>
                    <a:pt x="4094" y="20929"/>
                  </a:lnTo>
                  <a:lnTo>
                    <a:pt x="3785" y="20466"/>
                  </a:lnTo>
                  <a:lnTo>
                    <a:pt x="3476" y="19964"/>
                  </a:lnTo>
                  <a:lnTo>
                    <a:pt x="3244" y="19424"/>
                  </a:lnTo>
                  <a:lnTo>
                    <a:pt x="3051" y="18883"/>
                  </a:lnTo>
                  <a:lnTo>
                    <a:pt x="2897" y="18342"/>
                  </a:lnTo>
                  <a:lnTo>
                    <a:pt x="2781" y="17802"/>
                  </a:lnTo>
                  <a:lnTo>
                    <a:pt x="2704" y="17222"/>
                  </a:lnTo>
                  <a:lnTo>
                    <a:pt x="2588" y="16103"/>
                  </a:lnTo>
                  <a:lnTo>
                    <a:pt x="2511" y="14944"/>
                  </a:lnTo>
                  <a:lnTo>
                    <a:pt x="2511" y="13747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2"/>
                  </a:lnTo>
                  <a:lnTo>
                    <a:pt x="3128" y="8689"/>
                  </a:lnTo>
                  <a:lnTo>
                    <a:pt x="3283" y="7916"/>
                  </a:lnTo>
                  <a:lnTo>
                    <a:pt x="3515" y="7183"/>
                  </a:lnTo>
                  <a:lnTo>
                    <a:pt x="4132" y="7453"/>
                  </a:lnTo>
                  <a:lnTo>
                    <a:pt x="4827" y="7685"/>
                  </a:lnTo>
                  <a:lnTo>
                    <a:pt x="5522" y="7839"/>
                  </a:lnTo>
                  <a:lnTo>
                    <a:pt x="5909" y="7916"/>
                  </a:lnTo>
                  <a:lnTo>
                    <a:pt x="6256" y="7916"/>
                  </a:lnTo>
                  <a:lnTo>
                    <a:pt x="6604" y="7955"/>
                  </a:lnTo>
                  <a:lnTo>
                    <a:pt x="6990" y="7916"/>
                  </a:lnTo>
                  <a:lnTo>
                    <a:pt x="7299" y="7878"/>
                  </a:lnTo>
                  <a:lnTo>
                    <a:pt x="7646" y="7762"/>
                  </a:lnTo>
                  <a:lnTo>
                    <a:pt x="7955" y="7646"/>
                  </a:lnTo>
                  <a:lnTo>
                    <a:pt x="8264" y="7492"/>
                  </a:lnTo>
                  <a:lnTo>
                    <a:pt x="8573" y="7260"/>
                  </a:lnTo>
                  <a:lnTo>
                    <a:pt x="8805" y="7028"/>
                  </a:lnTo>
                  <a:close/>
                  <a:moveTo>
                    <a:pt x="8650" y="22474"/>
                  </a:moveTo>
                  <a:lnTo>
                    <a:pt x="8766" y="22822"/>
                  </a:lnTo>
                  <a:lnTo>
                    <a:pt x="8921" y="23169"/>
                  </a:lnTo>
                  <a:lnTo>
                    <a:pt x="8496" y="23401"/>
                  </a:lnTo>
                  <a:lnTo>
                    <a:pt x="8071" y="23555"/>
                  </a:lnTo>
                  <a:lnTo>
                    <a:pt x="7608" y="23633"/>
                  </a:lnTo>
                  <a:lnTo>
                    <a:pt x="7144" y="23671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2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4"/>
                  </a:lnTo>
                  <a:lnTo>
                    <a:pt x="5870" y="22629"/>
                  </a:lnTo>
                  <a:lnTo>
                    <a:pt x="6256" y="22783"/>
                  </a:lnTo>
                  <a:lnTo>
                    <a:pt x="6681" y="22860"/>
                  </a:lnTo>
                  <a:lnTo>
                    <a:pt x="7067" y="22899"/>
                  </a:lnTo>
                  <a:lnTo>
                    <a:pt x="7453" y="22860"/>
                  </a:lnTo>
                  <a:lnTo>
                    <a:pt x="7878" y="22822"/>
                  </a:lnTo>
                  <a:lnTo>
                    <a:pt x="8264" y="22667"/>
                  </a:lnTo>
                  <a:lnTo>
                    <a:pt x="8650" y="22474"/>
                  </a:lnTo>
                  <a:close/>
                  <a:moveTo>
                    <a:pt x="10890" y="16798"/>
                  </a:moveTo>
                  <a:lnTo>
                    <a:pt x="11392" y="17261"/>
                  </a:lnTo>
                  <a:lnTo>
                    <a:pt x="11933" y="17647"/>
                  </a:lnTo>
                  <a:lnTo>
                    <a:pt x="12512" y="18033"/>
                  </a:lnTo>
                  <a:lnTo>
                    <a:pt x="13091" y="18342"/>
                  </a:lnTo>
                  <a:lnTo>
                    <a:pt x="12937" y="19771"/>
                  </a:lnTo>
                  <a:lnTo>
                    <a:pt x="12821" y="21238"/>
                  </a:lnTo>
                  <a:lnTo>
                    <a:pt x="12705" y="24212"/>
                  </a:lnTo>
                  <a:lnTo>
                    <a:pt x="11894" y="23594"/>
                  </a:lnTo>
                  <a:lnTo>
                    <a:pt x="11044" y="23015"/>
                  </a:lnTo>
                  <a:lnTo>
                    <a:pt x="10813" y="22860"/>
                  </a:lnTo>
                  <a:lnTo>
                    <a:pt x="10620" y="22667"/>
                  </a:lnTo>
                  <a:lnTo>
                    <a:pt x="10581" y="22590"/>
                  </a:lnTo>
                  <a:lnTo>
                    <a:pt x="10542" y="22435"/>
                  </a:lnTo>
                  <a:lnTo>
                    <a:pt x="10542" y="22127"/>
                  </a:lnTo>
                  <a:lnTo>
                    <a:pt x="10542" y="21393"/>
                  </a:lnTo>
                  <a:lnTo>
                    <a:pt x="10504" y="20659"/>
                  </a:lnTo>
                  <a:lnTo>
                    <a:pt x="10504" y="20582"/>
                  </a:lnTo>
                  <a:lnTo>
                    <a:pt x="10465" y="20543"/>
                  </a:lnTo>
                  <a:lnTo>
                    <a:pt x="10388" y="20466"/>
                  </a:lnTo>
                  <a:lnTo>
                    <a:pt x="10542" y="19964"/>
                  </a:lnTo>
                  <a:lnTo>
                    <a:pt x="10697" y="19424"/>
                  </a:lnTo>
                  <a:lnTo>
                    <a:pt x="10774" y="18883"/>
                  </a:lnTo>
                  <a:lnTo>
                    <a:pt x="10851" y="18304"/>
                  </a:lnTo>
                  <a:lnTo>
                    <a:pt x="10890" y="17570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4"/>
                  </a:lnTo>
                  <a:lnTo>
                    <a:pt x="6140" y="23826"/>
                  </a:lnTo>
                  <a:lnTo>
                    <a:pt x="6642" y="23941"/>
                  </a:lnTo>
                  <a:lnTo>
                    <a:pt x="7144" y="23980"/>
                  </a:lnTo>
                  <a:lnTo>
                    <a:pt x="7646" y="23980"/>
                  </a:lnTo>
                  <a:lnTo>
                    <a:pt x="8148" y="23864"/>
                  </a:lnTo>
                  <a:lnTo>
                    <a:pt x="8612" y="23710"/>
                  </a:lnTo>
                  <a:lnTo>
                    <a:pt x="9075" y="23439"/>
                  </a:lnTo>
                  <a:lnTo>
                    <a:pt x="9384" y="23903"/>
                  </a:lnTo>
                  <a:lnTo>
                    <a:pt x="8843" y="24173"/>
                  </a:lnTo>
                  <a:lnTo>
                    <a:pt x="8303" y="24366"/>
                  </a:lnTo>
                  <a:lnTo>
                    <a:pt x="7762" y="24482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3"/>
                  </a:lnTo>
                  <a:lnTo>
                    <a:pt x="5561" y="24289"/>
                  </a:lnTo>
                  <a:lnTo>
                    <a:pt x="4982" y="24096"/>
                  </a:lnTo>
                  <a:lnTo>
                    <a:pt x="5059" y="23903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7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2"/>
                  </a:lnTo>
                  <a:lnTo>
                    <a:pt x="2974" y="19771"/>
                  </a:lnTo>
                  <a:lnTo>
                    <a:pt x="3244" y="20312"/>
                  </a:lnTo>
                  <a:lnTo>
                    <a:pt x="3244" y="20350"/>
                  </a:lnTo>
                  <a:lnTo>
                    <a:pt x="3206" y="21200"/>
                  </a:lnTo>
                  <a:lnTo>
                    <a:pt x="3244" y="22049"/>
                  </a:lnTo>
                  <a:lnTo>
                    <a:pt x="3283" y="22358"/>
                  </a:lnTo>
                  <a:lnTo>
                    <a:pt x="3321" y="22706"/>
                  </a:lnTo>
                  <a:lnTo>
                    <a:pt x="3321" y="23053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8"/>
                  </a:lnTo>
                  <a:lnTo>
                    <a:pt x="3051" y="23633"/>
                  </a:lnTo>
                  <a:lnTo>
                    <a:pt x="2704" y="23903"/>
                  </a:lnTo>
                  <a:lnTo>
                    <a:pt x="2009" y="24405"/>
                  </a:lnTo>
                  <a:lnTo>
                    <a:pt x="773" y="25409"/>
                  </a:lnTo>
                  <a:lnTo>
                    <a:pt x="811" y="24675"/>
                  </a:lnTo>
                  <a:lnTo>
                    <a:pt x="850" y="23941"/>
                  </a:lnTo>
                  <a:lnTo>
                    <a:pt x="811" y="23169"/>
                  </a:lnTo>
                  <a:lnTo>
                    <a:pt x="773" y="22435"/>
                  </a:lnTo>
                  <a:lnTo>
                    <a:pt x="657" y="21238"/>
                  </a:lnTo>
                  <a:lnTo>
                    <a:pt x="503" y="20466"/>
                  </a:lnTo>
                  <a:lnTo>
                    <a:pt x="425" y="20080"/>
                  </a:lnTo>
                  <a:lnTo>
                    <a:pt x="464" y="19694"/>
                  </a:lnTo>
                  <a:lnTo>
                    <a:pt x="503" y="19655"/>
                  </a:lnTo>
                  <a:lnTo>
                    <a:pt x="541" y="19578"/>
                  </a:lnTo>
                  <a:lnTo>
                    <a:pt x="541" y="19539"/>
                  </a:lnTo>
                  <a:lnTo>
                    <a:pt x="541" y="19462"/>
                  </a:lnTo>
                  <a:lnTo>
                    <a:pt x="1429" y="18420"/>
                  </a:lnTo>
                  <a:lnTo>
                    <a:pt x="2356" y="17377"/>
                  </a:lnTo>
                  <a:close/>
                  <a:moveTo>
                    <a:pt x="8148" y="24830"/>
                  </a:moveTo>
                  <a:lnTo>
                    <a:pt x="8148" y="25061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7"/>
                  </a:lnTo>
                  <a:lnTo>
                    <a:pt x="7878" y="25216"/>
                  </a:lnTo>
                  <a:lnTo>
                    <a:pt x="7839" y="25293"/>
                  </a:lnTo>
                  <a:lnTo>
                    <a:pt x="7839" y="25370"/>
                  </a:lnTo>
                  <a:lnTo>
                    <a:pt x="7994" y="25872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59"/>
                  </a:lnTo>
                  <a:lnTo>
                    <a:pt x="8148" y="28961"/>
                  </a:lnTo>
                  <a:lnTo>
                    <a:pt x="8071" y="29502"/>
                  </a:lnTo>
                  <a:lnTo>
                    <a:pt x="7762" y="29193"/>
                  </a:lnTo>
                  <a:lnTo>
                    <a:pt x="7453" y="28884"/>
                  </a:lnTo>
                  <a:lnTo>
                    <a:pt x="7260" y="28537"/>
                  </a:lnTo>
                  <a:lnTo>
                    <a:pt x="7067" y="28189"/>
                  </a:lnTo>
                  <a:lnTo>
                    <a:pt x="6951" y="27803"/>
                  </a:lnTo>
                  <a:lnTo>
                    <a:pt x="6874" y="27417"/>
                  </a:lnTo>
                  <a:lnTo>
                    <a:pt x="6835" y="26953"/>
                  </a:lnTo>
                  <a:lnTo>
                    <a:pt x="6835" y="26490"/>
                  </a:lnTo>
                  <a:lnTo>
                    <a:pt x="6874" y="26104"/>
                  </a:lnTo>
                  <a:lnTo>
                    <a:pt x="6874" y="25756"/>
                  </a:lnTo>
                  <a:lnTo>
                    <a:pt x="6835" y="25602"/>
                  </a:lnTo>
                  <a:lnTo>
                    <a:pt x="6758" y="25486"/>
                  </a:lnTo>
                  <a:lnTo>
                    <a:pt x="6642" y="25370"/>
                  </a:lnTo>
                  <a:lnTo>
                    <a:pt x="6488" y="25293"/>
                  </a:lnTo>
                  <a:lnTo>
                    <a:pt x="6604" y="25100"/>
                  </a:lnTo>
                  <a:lnTo>
                    <a:pt x="6720" y="24984"/>
                  </a:lnTo>
                  <a:lnTo>
                    <a:pt x="7106" y="24984"/>
                  </a:lnTo>
                  <a:lnTo>
                    <a:pt x="7453" y="24945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4"/>
                  </a:lnTo>
                  <a:lnTo>
                    <a:pt x="9500" y="25409"/>
                  </a:lnTo>
                  <a:lnTo>
                    <a:pt x="9809" y="25795"/>
                  </a:lnTo>
                  <a:lnTo>
                    <a:pt x="10118" y="26258"/>
                  </a:lnTo>
                  <a:lnTo>
                    <a:pt x="9847" y="26220"/>
                  </a:lnTo>
                  <a:lnTo>
                    <a:pt x="9616" y="26104"/>
                  </a:lnTo>
                  <a:lnTo>
                    <a:pt x="9423" y="25949"/>
                  </a:lnTo>
                  <a:lnTo>
                    <a:pt x="9230" y="25756"/>
                  </a:lnTo>
                  <a:lnTo>
                    <a:pt x="9191" y="25679"/>
                  </a:lnTo>
                  <a:lnTo>
                    <a:pt x="8998" y="25679"/>
                  </a:lnTo>
                  <a:lnTo>
                    <a:pt x="8959" y="25718"/>
                  </a:lnTo>
                  <a:lnTo>
                    <a:pt x="8921" y="25795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0"/>
                  </a:lnTo>
                  <a:lnTo>
                    <a:pt x="9423" y="27069"/>
                  </a:lnTo>
                  <a:lnTo>
                    <a:pt x="9500" y="27378"/>
                  </a:lnTo>
                  <a:lnTo>
                    <a:pt x="9538" y="27687"/>
                  </a:lnTo>
                  <a:lnTo>
                    <a:pt x="9538" y="27996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79"/>
                  </a:lnTo>
                  <a:lnTo>
                    <a:pt x="9230" y="29888"/>
                  </a:lnTo>
                  <a:lnTo>
                    <a:pt x="9075" y="30158"/>
                  </a:lnTo>
                  <a:lnTo>
                    <a:pt x="8921" y="30429"/>
                  </a:lnTo>
                  <a:lnTo>
                    <a:pt x="8728" y="30660"/>
                  </a:lnTo>
                  <a:lnTo>
                    <a:pt x="8534" y="30776"/>
                  </a:lnTo>
                  <a:lnTo>
                    <a:pt x="8341" y="30853"/>
                  </a:lnTo>
                  <a:lnTo>
                    <a:pt x="8187" y="30853"/>
                  </a:lnTo>
                  <a:lnTo>
                    <a:pt x="7994" y="30776"/>
                  </a:lnTo>
                  <a:lnTo>
                    <a:pt x="7839" y="30699"/>
                  </a:lnTo>
                  <a:lnTo>
                    <a:pt x="7685" y="30583"/>
                  </a:lnTo>
                  <a:lnTo>
                    <a:pt x="7376" y="30274"/>
                  </a:lnTo>
                  <a:lnTo>
                    <a:pt x="6874" y="29772"/>
                  </a:lnTo>
                  <a:lnTo>
                    <a:pt x="6681" y="29502"/>
                  </a:lnTo>
                  <a:lnTo>
                    <a:pt x="6488" y="29193"/>
                  </a:lnTo>
                  <a:lnTo>
                    <a:pt x="6295" y="28846"/>
                  </a:lnTo>
                  <a:lnTo>
                    <a:pt x="6102" y="28459"/>
                  </a:lnTo>
                  <a:lnTo>
                    <a:pt x="5986" y="28073"/>
                  </a:lnTo>
                  <a:lnTo>
                    <a:pt x="5909" y="27687"/>
                  </a:lnTo>
                  <a:lnTo>
                    <a:pt x="5870" y="27262"/>
                  </a:lnTo>
                  <a:lnTo>
                    <a:pt x="5870" y="26876"/>
                  </a:lnTo>
                  <a:lnTo>
                    <a:pt x="5909" y="26490"/>
                  </a:lnTo>
                  <a:lnTo>
                    <a:pt x="6024" y="26065"/>
                  </a:lnTo>
                  <a:lnTo>
                    <a:pt x="6024" y="25949"/>
                  </a:lnTo>
                  <a:lnTo>
                    <a:pt x="5947" y="25911"/>
                  </a:lnTo>
                  <a:lnTo>
                    <a:pt x="5870" y="25872"/>
                  </a:lnTo>
                  <a:lnTo>
                    <a:pt x="5793" y="25872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7"/>
                  </a:lnTo>
                  <a:lnTo>
                    <a:pt x="5445" y="25100"/>
                  </a:lnTo>
                  <a:lnTo>
                    <a:pt x="5716" y="24752"/>
                  </a:lnTo>
                  <a:lnTo>
                    <a:pt x="6102" y="24868"/>
                  </a:lnTo>
                  <a:lnTo>
                    <a:pt x="6488" y="24945"/>
                  </a:lnTo>
                  <a:lnTo>
                    <a:pt x="6333" y="25100"/>
                  </a:lnTo>
                  <a:lnTo>
                    <a:pt x="6179" y="25293"/>
                  </a:lnTo>
                  <a:lnTo>
                    <a:pt x="6179" y="25370"/>
                  </a:lnTo>
                  <a:lnTo>
                    <a:pt x="6179" y="25447"/>
                  </a:lnTo>
                  <a:lnTo>
                    <a:pt x="6256" y="25486"/>
                  </a:lnTo>
                  <a:lnTo>
                    <a:pt x="6295" y="25486"/>
                  </a:lnTo>
                  <a:lnTo>
                    <a:pt x="6372" y="25525"/>
                  </a:lnTo>
                  <a:lnTo>
                    <a:pt x="6449" y="25602"/>
                  </a:lnTo>
                  <a:lnTo>
                    <a:pt x="6526" y="25795"/>
                  </a:lnTo>
                  <a:lnTo>
                    <a:pt x="6565" y="26104"/>
                  </a:lnTo>
                  <a:lnTo>
                    <a:pt x="6604" y="26451"/>
                  </a:lnTo>
                  <a:lnTo>
                    <a:pt x="6604" y="27146"/>
                  </a:lnTo>
                  <a:lnTo>
                    <a:pt x="6604" y="27610"/>
                  </a:lnTo>
                  <a:lnTo>
                    <a:pt x="6681" y="28073"/>
                  </a:lnTo>
                  <a:lnTo>
                    <a:pt x="6835" y="28498"/>
                  </a:lnTo>
                  <a:lnTo>
                    <a:pt x="7067" y="28923"/>
                  </a:lnTo>
                  <a:lnTo>
                    <a:pt x="7376" y="29309"/>
                  </a:lnTo>
                  <a:lnTo>
                    <a:pt x="7569" y="29463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49"/>
                  </a:lnTo>
                  <a:lnTo>
                    <a:pt x="8264" y="29849"/>
                  </a:lnTo>
                  <a:lnTo>
                    <a:pt x="8303" y="29811"/>
                  </a:lnTo>
                  <a:lnTo>
                    <a:pt x="8303" y="29734"/>
                  </a:lnTo>
                  <a:lnTo>
                    <a:pt x="8303" y="29695"/>
                  </a:lnTo>
                  <a:lnTo>
                    <a:pt x="8303" y="29656"/>
                  </a:lnTo>
                  <a:lnTo>
                    <a:pt x="8419" y="29154"/>
                  </a:lnTo>
                  <a:lnTo>
                    <a:pt x="8496" y="28614"/>
                  </a:lnTo>
                  <a:lnTo>
                    <a:pt x="8534" y="28112"/>
                  </a:lnTo>
                  <a:lnTo>
                    <a:pt x="8534" y="27571"/>
                  </a:lnTo>
                  <a:lnTo>
                    <a:pt x="8534" y="27069"/>
                  </a:lnTo>
                  <a:lnTo>
                    <a:pt x="8457" y="26567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6"/>
                  </a:lnTo>
                  <a:lnTo>
                    <a:pt x="8650" y="25409"/>
                  </a:lnTo>
                  <a:lnTo>
                    <a:pt x="8650" y="25370"/>
                  </a:lnTo>
                  <a:lnTo>
                    <a:pt x="8612" y="25293"/>
                  </a:lnTo>
                  <a:lnTo>
                    <a:pt x="8380" y="24791"/>
                  </a:lnTo>
                  <a:lnTo>
                    <a:pt x="8805" y="24637"/>
                  </a:lnTo>
                  <a:close/>
                  <a:moveTo>
                    <a:pt x="6449" y="0"/>
                  </a:moveTo>
                  <a:lnTo>
                    <a:pt x="6411" y="39"/>
                  </a:lnTo>
                  <a:lnTo>
                    <a:pt x="6411" y="116"/>
                  </a:lnTo>
                  <a:lnTo>
                    <a:pt x="6333" y="116"/>
                  </a:lnTo>
                  <a:lnTo>
                    <a:pt x="6295" y="193"/>
                  </a:lnTo>
                  <a:lnTo>
                    <a:pt x="5600" y="1275"/>
                  </a:lnTo>
                  <a:lnTo>
                    <a:pt x="4943" y="2433"/>
                  </a:lnTo>
                  <a:lnTo>
                    <a:pt x="4403" y="3591"/>
                  </a:lnTo>
                  <a:lnTo>
                    <a:pt x="3901" y="4827"/>
                  </a:lnTo>
                  <a:lnTo>
                    <a:pt x="3437" y="6063"/>
                  </a:lnTo>
                  <a:lnTo>
                    <a:pt x="3090" y="7298"/>
                  </a:lnTo>
                  <a:lnTo>
                    <a:pt x="2742" y="8573"/>
                  </a:lnTo>
                  <a:lnTo>
                    <a:pt x="2511" y="9847"/>
                  </a:lnTo>
                  <a:lnTo>
                    <a:pt x="2317" y="11160"/>
                  </a:lnTo>
                  <a:lnTo>
                    <a:pt x="2202" y="12473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8"/>
                  </a:lnTo>
                  <a:lnTo>
                    <a:pt x="541" y="18806"/>
                  </a:lnTo>
                  <a:lnTo>
                    <a:pt x="39" y="19462"/>
                  </a:lnTo>
                  <a:lnTo>
                    <a:pt x="1" y="19501"/>
                  </a:lnTo>
                  <a:lnTo>
                    <a:pt x="1" y="19578"/>
                  </a:lnTo>
                  <a:lnTo>
                    <a:pt x="78" y="19694"/>
                  </a:lnTo>
                  <a:lnTo>
                    <a:pt x="39" y="19964"/>
                  </a:lnTo>
                  <a:lnTo>
                    <a:pt x="39" y="20273"/>
                  </a:lnTo>
                  <a:lnTo>
                    <a:pt x="39" y="20543"/>
                  </a:lnTo>
                  <a:lnTo>
                    <a:pt x="78" y="20852"/>
                  </a:lnTo>
                  <a:lnTo>
                    <a:pt x="194" y="21431"/>
                  </a:lnTo>
                  <a:lnTo>
                    <a:pt x="309" y="22011"/>
                  </a:lnTo>
                  <a:lnTo>
                    <a:pt x="387" y="22899"/>
                  </a:lnTo>
                  <a:lnTo>
                    <a:pt x="425" y="23748"/>
                  </a:lnTo>
                  <a:lnTo>
                    <a:pt x="425" y="24637"/>
                  </a:lnTo>
                  <a:lnTo>
                    <a:pt x="387" y="25486"/>
                  </a:lnTo>
                  <a:lnTo>
                    <a:pt x="387" y="25602"/>
                  </a:lnTo>
                  <a:lnTo>
                    <a:pt x="464" y="25640"/>
                  </a:lnTo>
                  <a:lnTo>
                    <a:pt x="503" y="25679"/>
                  </a:lnTo>
                  <a:lnTo>
                    <a:pt x="580" y="25679"/>
                  </a:lnTo>
                  <a:lnTo>
                    <a:pt x="618" y="25756"/>
                  </a:lnTo>
                  <a:lnTo>
                    <a:pt x="696" y="25795"/>
                  </a:lnTo>
                  <a:lnTo>
                    <a:pt x="811" y="25795"/>
                  </a:lnTo>
                  <a:lnTo>
                    <a:pt x="1584" y="25254"/>
                  </a:lnTo>
                  <a:lnTo>
                    <a:pt x="2279" y="24714"/>
                  </a:lnTo>
                  <a:lnTo>
                    <a:pt x="3746" y="23594"/>
                  </a:lnTo>
                  <a:lnTo>
                    <a:pt x="3785" y="23478"/>
                  </a:lnTo>
                  <a:lnTo>
                    <a:pt x="3785" y="23362"/>
                  </a:lnTo>
                  <a:lnTo>
                    <a:pt x="3630" y="22088"/>
                  </a:lnTo>
                  <a:lnTo>
                    <a:pt x="3592" y="20814"/>
                  </a:lnTo>
                  <a:lnTo>
                    <a:pt x="3939" y="21277"/>
                  </a:lnTo>
                  <a:lnTo>
                    <a:pt x="4364" y="21663"/>
                  </a:lnTo>
                  <a:lnTo>
                    <a:pt x="4789" y="22049"/>
                  </a:lnTo>
                  <a:lnTo>
                    <a:pt x="5252" y="22358"/>
                  </a:lnTo>
                  <a:lnTo>
                    <a:pt x="5059" y="22744"/>
                  </a:lnTo>
                  <a:lnTo>
                    <a:pt x="4866" y="23169"/>
                  </a:lnTo>
                  <a:lnTo>
                    <a:pt x="4712" y="23633"/>
                  </a:lnTo>
                  <a:lnTo>
                    <a:pt x="4673" y="23864"/>
                  </a:lnTo>
                  <a:lnTo>
                    <a:pt x="4712" y="24096"/>
                  </a:lnTo>
                  <a:lnTo>
                    <a:pt x="4750" y="24173"/>
                  </a:lnTo>
                  <a:lnTo>
                    <a:pt x="4789" y="24212"/>
                  </a:lnTo>
                  <a:lnTo>
                    <a:pt x="4827" y="24250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5"/>
                  </a:lnTo>
                  <a:lnTo>
                    <a:pt x="5329" y="24868"/>
                  </a:lnTo>
                  <a:lnTo>
                    <a:pt x="5175" y="25061"/>
                  </a:lnTo>
                  <a:lnTo>
                    <a:pt x="5020" y="25254"/>
                  </a:lnTo>
                  <a:lnTo>
                    <a:pt x="4905" y="25486"/>
                  </a:lnTo>
                  <a:lnTo>
                    <a:pt x="4827" y="25718"/>
                  </a:lnTo>
                  <a:lnTo>
                    <a:pt x="4750" y="25949"/>
                  </a:lnTo>
                  <a:lnTo>
                    <a:pt x="4712" y="26220"/>
                  </a:lnTo>
                  <a:lnTo>
                    <a:pt x="4712" y="26490"/>
                  </a:lnTo>
                  <a:lnTo>
                    <a:pt x="4712" y="26567"/>
                  </a:lnTo>
                  <a:lnTo>
                    <a:pt x="4789" y="26644"/>
                  </a:lnTo>
                  <a:lnTo>
                    <a:pt x="4943" y="26644"/>
                  </a:lnTo>
                  <a:lnTo>
                    <a:pt x="5638" y="26297"/>
                  </a:lnTo>
                  <a:lnTo>
                    <a:pt x="5638" y="26297"/>
                  </a:lnTo>
                  <a:lnTo>
                    <a:pt x="5561" y="26722"/>
                  </a:lnTo>
                  <a:lnTo>
                    <a:pt x="5561" y="27146"/>
                  </a:lnTo>
                  <a:lnTo>
                    <a:pt x="5561" y="27533"/>
                  </a:lnTo>
                  <a:lnTo>
                    <a:pt x="5638" y="27957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6"/>
                  </a:lnTo>
                  <a:lnTo>
                    <a:pt x="6256" y="29463"/>
                  </a:lnTo>
                  <a:lnTo>
                    <a:pt x="6642" y="30004"/>
                  </a:lnTo>
                  <a:lnTo>
                    <a:pt x="6913" y="30351"/>
                  </a:lnTo>
                  <a:lnTo>
                    <a:pt x="7183" y="30660"/>
                  </a:lnTo>
                  <a:lnTo>
                    <a:pt x="7530" y="30969"/>
                  </a:lnTo>
                  <a:lnTo>
                    <a:pt x="7839" y="31162"/>
                  </a:lnTo>
                  <a:lnTo>
                    <a:pt x="7994" y="31240"/>
                  </a:lnTo>
                  <a:lnTo>
                    <a:pt x="8148" y="31317"/>
                  </a:lnTo>
                  <a:lnTo>
                    <a:pt x="8303" y="31317"/>
                  </a:lnTo>
                  <a:lnTo>
                    <a:pt x="8457" y="31278"/>
                  </a:lnTo>
                  <a:lnTo>
                    <a:pt x="8612" y="31240"/>
                  </a:lnTo>
                  <a:lnTo>
                    <a:pt x="8766" y="31162"/>
                  </a:lnTo>
                  <a:lnTo>
                    <a:pt x="8998" y="30892"/>
                  </a:lnTo>
                  <a:lnTo>
                    <a:pt x="9230" y="30583"/>
                  </a:lnTo>
                  <a:lnTo>
                    <a:pt x="9423" y="30236"/>
                  </a:lnTo>
                  <a:lnTo>
                    <a:pt x="9577" y="29849"/>
                  </a:lnTo>
                  <a:lnTo>
                    <a:pt x="9693" y="29463"/>
                  </a:lnTo>
                  <a:lnTo>
                    <a:pt x="9847" y="28807"/>
                  </a:lnTo>
                  <a:lnTo>
                    <a:pt x="9886" y="28228"/>
                  </a:lnTo>
                  <a:lnTo>
                    <a:pt x="9847" y="27610"/>
                  </a:lnTo>
                  <a:lnTo>
                    <a:pt x="9770" y="27031"/>
                  </a:lnTo>
                  <a:lnTo>
                    <a:pt x="9577" y="26490"/>
                  </a:lnTo>
                  <a:lnTo>
                    <a:pt x="9770" y="26529"/>
                  </a:lnTo>
                  <a:lnTo>
                    <a:pt x="9963" y="26567"/>
                  </a:lnTo>
                  <a:lnTo>
                    <a:pt x="10156" y="26606"/>
                  </a:lnTo>
                  <a:lnTo>
                    <a:pt x="10388" y="26606"/>
                  </a:lnTo>
                  <a:lnTo>
                    <a:pt x="10465" y="26567"/>
                  </a:lnTo>
                  <a:lnTo>
                    <a:pt x="10542" y="26529"/>
                  </a:lnTo>
                  <a:lnTo>
                    <a:pt x="10542" y="26451"/>
                  </a:lnTo>
                  <a:lnTo>
                    <a:pt x="10542" y="26336"/>
                  </a:lnTo>
                  <a:lnTo>
                    <a:pt x="10233" y="25834"/>
                  </a:lnTo>
                  <a:lnTo>
                    <a:pt x="9925" y="25332"/>
                  </a:lnTo>
                  <a:lnTo>
                    <a:pt x="9538" y="24868"/>
                  </a:lnTo>
                  <a:lnTo>
                    <a:pt x="9114" y="24482"/>
                  </a:lnTo>
                  <a:lnTo>
                    <a:pt x="9616" y="24135"/>
                  </a:lnTo>
                  <a:lnTo>
                    <a:pt x="9693" y="24057"/>
                  </a:lnTo>
                  <a:lnTo>
                    <a:pt x="9732" y="23980"/>
                  </a:lnTo>
                  <a:lnTo>
                    <a:pt x="9770" y="23941"/>
                  </a:lnTo>
                  <a:lnTo>
                    <a:pt x="9732" y="23864"/>
                  </a:lnTo>
                  <a:lnTo>
                    <a:pt x="9307" y="23092"/>
                  </a:lnTo>
                  <a:lnTo>
                    <a:pt x="9114" y="22706"/>
                  </a:lnTo>
                  <a:lnTo>
                    <a:pt x="8959" y="22281"/>
                  </a:lnTo>
                  <a:lnTo>
                    <a:pt x="9114" y="22204"/>
                  </a:lnTo>
                  <a:lnTo>
                    <a:pt x="9423" y="21933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8"/>
                  </a:lnTo>
                  <a:lnTo>
                    <a:pt x="10118" y="21895"/>
                  </a:lnTo>
                  <a:lnTo>
                    <a:pt x="10040" y="22822"/>
                  </a:lnTo>
                  <a:lnTo>
                    <a:pt x="10079" y="22899"/>
                  </a:lnTo>
                  <a:lnTo>
                    <a:pt x="10156" y="22976"/>
                  </a:lnTo>
                  <a:lnTo>
                    <a:pt x="10813" y="23401"/>
                  </a:lnTo>
                  <a:lnTo>
                    <a:pt x="11469" y="23826"/>
                  </a:lnTo>
                  <a:lnTo>
                    <a:pt x="12126" y="24289"/>
                  </a:lnTo>
                  <a:lnTo>
                    <a:pt x="12743" y="24752"/>
                  </a:lnTo>
                  <a:lnTo>
                    <a:pt x="12859" y="24830"/>
                  </a:lnTo>
                  <a:lnTo>
                    <a:pt x="12975" y="24791"/>
                  </a:lnTo>
                  <a:lnTo>
                    <a:pt x="13052" y="24752"/>
                  </a:lnTo>
                  <a:lnTo>
                    <a:pt x="13091" y="24637"/>
                  </a:lnTo>
                  <a:lnTo>
                    <a:pt x="13323" y="21393"/>
                  </a:lnTo>
                  <a:lnTo>
                    <a:pt x="13400" y="19771"/>
                  </a:lnTo>
                  <a:lnTo>
                    <a:pt x="13439" y="18960"/>
                  </a:lnTo>
                  <a:lnTo>
                    <a:pt x="13400" y="18188"/>
                  </a:lnTo>
                  <a:lnTo>
                    <a:pt x="13361" y="18072"/>
                  </a:lnTo>
                  <a:lnTo>
                    <a:pt x="13323" y="18033"/>
                  </a:lnTo>
                  <a:lnTo>
                    <a:pt x="13284" y="18033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4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5" y="14558"/>
                  </a:lnTo>
                  <a:lnTo>
                    <a:pt x="10620" y="13631"/>
                  </a:lnTo>
                  <a:lnTo>
                    <a:pt x="10504" y="12705"/>
                  </a:lnTo>
                  <a:lnTo>
                    <a:pt x="10233" y="11121"/>
                  </a:lnTo>
                  <a:lnTo>
                    <a:pt x="9886" y="9538"/>
                  </a:lnTo>
                  <a:lnTo>
                    <a:pt x="9500" y="7955"/>
                  </a:lnTo>
                  <a:lnTo>
                    <a:pt x="9036" y="6410"/>
                  </a:lnTo>
                  <a:lnTo>
                    <a:pt x="8534" y="4866"/>
                  </a:lnTo>
                  <a:lnTo>
                    <a:pt x="7994" y="3321"/>
                  </a:lnTo>
                  <a:lnTo>
                    <a:pt x="7415" y="1815"/>
                  </a:lnTo>
                  <a:lnTo>
                    <a:pt x="6835" y="309"/>
                  </a:lnTo>
                  <a:lnTo>
                    <a:pt x="6797" y="232"/>
                  </a:lnTo>
                  <a:lnTo>
                    <a:pt x="6720" y="193"/>
                  </a:lnTo>
                  <a:lnTo>
                    <a:pt x="6642" y="155"/>
                  </a:lnTo>
                  <a:lnTo>
                    <a:pt x="6604" y="39"/>
                  </a:lnTo>
                  <a:lnTo>
                    <a:pt x="652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2" name="Google Shape;4312;p18"/>
            <p:cNvSpPr/>
            <p:nvPr/>
          </p:nvSpPr>
          <p:spPr>
            <a:xfrm>
              <a:off x="6111425" y="397392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3" y="387"/>
                  </a:moveTo>
                  <a:lnTo>
                    <a:pt x="1121" y="425"/>
                  </a:lnTo>
                  <a:lnTo>
                    <a:pt x="1198" y="464"/>
                  </a:lnTo>
                  <a:lnTo>
                    <a:pt x="1237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7" y="1120"/>
                  </a:lnTo>
                  <a:lnTo>
                    <a:pt x="1159" y="1198"/>
                  </a:lnTo>
                  <a:lnTo>
                    <a:pt x="1082" y="1236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1" y="1159"/>
                  </a:lnTo>
                  <a:lnTo>
                    <a:pt x="464" y="1082"/>
                  </a:lnTo>
                  <a:lnTo>
                    <a:pt x="426" y="1004"/>
                  </a:lnTo>
                  <a:lnTo>
                    <a:pt x="387" y="889"/>
                  </a:lnTo>
                  <a:lnTo>
                    <a:pt x="387" y="773"/>
                  </a:lnTo>
                  <a:lnTo>
                    <a:pt x="464" y="580"/>
                  </a:lnTo>
                  <a:lnTo>
                    <a:pt x="541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7"/>
                  </a:lnTo>
                  <a:close/>
                  <a:moveTo>
                    <a:pt x="889" y="0"/>
                  </a:moveTo>
                  <a:lnTo>
                    <a:pt x="735" y="39"/>
                  </a:lnTo>
                  <a:lnTo>
                    <a:pt x="619" y="78"/>
                  </a:lnTo>
                  <a:lnTo>
                    <a:pt x="503" y="155"/>
                  </a:lnTo>
                  <a:lnTo>
                    <a:pt x="348" y="232"/>
                  </a:lnTo>
                  <a:lnTo>
                    <a:pt x="233" y="309"/>
                  </a:lnTo>
                  <a:lnTo>
                    <a:pt x="155" y="464"/>
                  </a:lnTo>
                  <a:lnTo>
                    <a:pt x="78" y="580"/>
                  </a:lnTo>
                  <a:lnTo>
                    <a:pt x="39" y="734"/>
                  </a:lnTo>
                  <a:lnTo>
                    <a:pt x="1" y="889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4" y="1352"/>
                  </a:lnTo>
                  <a:lnTo>
                    <a:pt x="310" y="1468"/>
                  </a:lnTo>
                  <a:lnTo>
                    <a:pt x="464" y="1584"/>
                  </a:lnTo>
                  <a:lnTo>
                    <a:pt x="657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45"/>
                  </a:lnTo>
                  <a:lnTo>
                    <a:pt x="1507" y="1429"/>
                  </a:lnTo>
                  <a:lnTo>
                    <a:pt x="1584" y="1275"/>
                  </a:lnTo>
                  <a:lnTo>
                    <a:pt x="1661" y="1120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80"/>
                  </a:lnTo>
                  <a:lnTo>
                    <a:pt x="1584" y="387"/>
                  </a:lnTo>
                  <a:lnTo>
                    <a:pt x="1507" y="271"/>
                  </a:lnTo>
                  <a:lnTo>
                    <a:pt x="1391" y="194"/>
                  </a:lnTo>
                  <a:lnTo>
                    <a:pt x="1275" y="116"/>
                  </a:lnTo>
                  <a:lnTo>
                    <a:pt x="1005" y="39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3" name="Google Shape;4313;p18"/>
            <p:cNvSpPr/>
            <p:nvPr/>
          </p:nvSpPr>
          <p:spPr>
            <a:xfrm>
              <a:off x="5921250" y="4000950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32" y="1"/>
                  </a:moveTo>
                  <a:lnTo>
                    <a:pt x="117" y="39"/>
                  </a:lnTo>
                  <a:lnTo>
                    <a:pt x="1" y="155"/>
                  </a:lnTo>
                  <a:lnTo>
                    <a:pt x="1" y="271"/>
                  </a:lnTo>
                  <a:lnTo>
                    <a:pt x="1" y="387"/>
                  </a:lnTo>
                  <a:lnTo>
                    <a:pt x="310" y="889"/>
                  </a:lnTo>
                  <a:lnTo>
                    <a:pt x="657" y="1391"/>
                  </a:lnTo>
                  <a:lnTo>
                    <a:pt x="1005" y="1893"/>
                  </a:lnTo>
                  <a:lnTo>
                    <a:pt x="1352" y="2356"/>
                  </a:lnTo>
                  <a:lnTo>
                    <a:pt x="1777" y="2781"/>
                  </a:lnTo>
                  <a:lnTo>
                    <a:pt x="2202" y="3206"/>
                  </a:lnTo>
                  <a:lnTo>
                    <a:pt x="2665" y="3592"/>
                  </a:lnTo>
                  <a:lnTo>
                    <a:pt x="3167" y="3901"/>
                  </a:lnTo>
                  <a:lnTo>
                    <a:pt x="3515" y="3785"/>
                  </a:lnTo>
                  <a:lnTo>
                    <a:pt x="2742" y="3013"/>
                  </a:lnTo>
                  <a:lnTo>
                    <a:pt x="2009" y="2240"/>
                  </a:lnTo>
                  <a:lnTo>
                    <a:pt x="1314" y="1429"/>
                  </a:lnTo>
                  <a:lnTo>
                    <a:pt x="1005" y="1005"/>
                  </a:lnTo>
                  <a:lnTo>
                    <a:pt x="696" y="580"/>
                  </a:lnTo>
                  <a:lnTo>
                    <a:pt x="1584" y="696"/>
                  </a:lnTo>
                  <a:lnTo>
                    <a:pt x="2472" y="889"/>
                  </a:lnTo>
                  <a:lnTo>
                    <a:pt x="2974" y="1043"/>
                  </a:lnTo>
                  <a:lnTo>
                    <a:pt x="3476" y="1236"/>
                  </a:lnTo>
                  <a:lnTo>
                    <a:pt x="3978" y="1391"/>
                  </a:lnTo>
                  <a:lnTo>
                    <a:pt x="4480" y="1507"/>
                  </a:lnTo>
                  <a:lnTo>
                    <a:pt x="4557" y="1507"/>
                  </a:lnTo>
                  <a:lnTo>
                    <a:pt x="4635" y="1584"/>
                  </a:lnTo>
                  <a:lnTo>
                    <a:pt x="4789" y="1584"/>
                  </a:lnTo>
                  <a:lnTo>
                    <a:pt x="4866" y="1507"/>
                  </a:lnTo>
                  <a:lnTo>
                    <a:pt x="4943" y="1429"/>
                  </a:lnTo>
                  <a:lnTo>
                    <a:pt x="4596" y="1159"/>
                  </a:lnTo>
                  <a:lnTo>
                    <a:pt x="4133" y="889"/>
                  </a:lnTo>
                  <a:lnTo>
                    <a:pt x="3592" y="657"/>
                  </a:lnTo>
                  <a:lnTo>
                    <a:pt x="3051" y="464"/>
                  </a:lnTo>
                  <a:lnTo>
                    <a:pt x="2511" y="310"/>
                  </a:lnTo>
                  <a:lnTo>
                    <a:pt x="1893" y="194"/>
                  </a:lnTo>
                  <a:lnTo>
                    <a:pt x="1314" y="117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4" name="Google Shape;4314;p18"/>
            <p:cNvSpPr/>
            <p:nvPr/>
          </p:nvSpPr>
          <p:spPr>
            <a:xfrm>
              <a:off x="6044825" y="4051150"/>
              <a:ext cx="126475" cy="70500"/>
            </a:xfrm>
            <a:custGeom>
              <a:avLst/>
              <a:gdLst/>
              <a:ahLst/>
              <a:cxnLst/>
              <a:rect l="l" t="t" r="r" b="b"/>
              <a:pathLst>
                <a:path w="5059" h="2820" extrusionOk="0">
                  <a:moveTo>
                    <a:pt x="4905" y="1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42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433"/>
                  </a:lnTo>
                  <a:lnTo>
                    <a:pt x="39" y="2511"/>
                  </a:lnTo>
                  <a:lnTo>
                    <a:pt x="0" y="2588"/>
                  </a:lnTo>
                  <a:lnTo>
                    <a:pt x="39" y="2704"/>
                  </a:lnTo>
                  <a:lnTo>
                    <a:pt x="116" y="2781"/>
                  </a:lnTo>
                  <a:lnTo>
                    <a:pt x="387" y="2820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95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121"/>
                  </a:lnTo>
                  <a:lnTo>
                    <a:pt x="4596" y="734"/>
                  </a:lnTo>
                  <a:lnTo>
                    <a:pt x="5059" y="348"/>
                  </a:lnTo>
                  <a:lnTo>
                    <a:pt x="490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5" name="Google Shape;4315;p18"/>
            <p:cNvSpPr/>
            <p:nvPr/>
          </p:nvSpPr>
          <p:spPr>
            <a:xfrm>
              <a:off x="1792350" y="4089775"/>
              <a:ext cx="345650" cy="269350"/>
            </a:xfrm>
            <a:custGeom>
              <a:avLst/>
              <a:gdLst/>
              <a:ahLst/>
              <a:cxnLst/>
              <a:rect l="l" t="t" r="r" b="b"/>
              <a:pathLst>
                <a:path w="13826" h="10774" extrusionOk="0">
                  <a:moveTo>
                    <a:pt x="3438" y="1004"/>
                  </a:moveTo>
                  <a:lnTo>
                    <a:pt x="3515" y="1081"/>
                  </a:lnTo>
                  <a:lnTo>
                    <a:pt x="3631" y="1159"/>
                  </a:lnTo>
                  <a:lnTo>
                    <a:pt x="3669" y="1275"/>
                  </a:lnTo>
                  <a:lnTo>
                    <a:pt x="3669" y="1429"/>
                  </a:lnTo>
                  <a:lnTo>
                    <a:pt x="3592" y="1661"/>
                  </a:lnTo>
                  <a:lnTo>
                    <a:pt x="3515" y="1815"/>
                  </a:lnTo>
                  <a:lnTo>
                    <a:pt x="3360" y="1931"/>
                  </a:lnTo>
                  <a:lnTo>
                    <a:pt x="3167" y="1970"/>
                  </a:lnTo>
                  <a:lnTo>
                    <a:pt x="2974" y="2008"/>
                  </a:lnTo>
                  <a:lnTo>
                    <a:pt x="2781" y="2008"/>
                  </a:lnTo>
                  <a:lnTo>
                    <a:pt x="2356" y="1931"/>
                  </a:lnTo>
                  <a:lnTo>
                    <a:pt x="2395" y="1892"/>
                  </a:lnTo>
                  <a:lnTo>
                    <a:pt x="2472" y="1661"/>
                  </a:lnTo>
                  <a:lnTo>
                    <a:pt x="2588" y="1429"/>
                  </a:lnTo>
                  <a:lnTo>
                    <a:pt x="2704" y="1236"/>
                  </a:lnTo>
                  <a:lnTo>
                    <a:pt x="2897" y="1081"/>
                  </a:lnTo>
                  <a:lnTo>
                    <a:pt x="3013" y="1004"/>
                  </a:lnTo>
                  <a:close/>
                  <a:moveTo>
                    <a:pt x="1044" y="1468"/>
                  </a:moveTo>
                  <a:lnTo>
                    <a:pt x="1237" y="1545"/>
                  </a:lnTo>
                  <a:lnTo>
                    <a:pt x="1430" y="1622"/>
                  </a:lnTo>
                  <a:lnTo>
                    <a:pt x="1623" y="1777"/>
                  </a:lnTo>
                  <a:lnTo>
                    <a:pt x="1816" y="1892"/>
                  </a:lnTo>
                  <a:lnTo>
                    <a:pt x="1507" y="2201"/>
                  </a:lnTo>
                  <a:lnTo>
                    <a:pt x="1314" y="2356"/>
                  </a:lnTo>
                  <a:lnTo>
                    <a:pt x="1121" y="2433"/>
                  </a:lnTo>
                  <a:lnTo>
                    <a:pt x="966" y="2472"/>
                  </a:lnTo>
                  <a:lnTo>
                    <a:pt x="812" y="2472"/>
                  </a:lnTo>
                  <a:lnTo>
                    <a:pt x="696" y="2433"/>
                  </a:lnTo>
                  <a:lnTo>
                    <a:pt x="580" y="2394"/>
                  </a:lnTo>
                  <a:lnTo>
                    <a:pt x="464" y="2317"/>
                  </a:lnTo>
                  <a:lnTo>
                    <a:pt x="387" y="2201"/>
                  </a:lnTo>
                  <a:lnTo>
                    <a:pt x="387" y="2085"/>
                  </a:lnTo>
                  <a:lnTo>
                    <a:pt x="426" y="1892"/>
                  </a:lnTo>
                  <a:lnTo>
                    <a:pt x="503" y="1699"/>
                  </a:lnTo>
                  <a:lnTo>
                    <a:pt x="657" y="1545"/>
                  </a:lnTo>
                  <a:lnTo>
                    <a:pt x="850" y="1468"/>
                  </a:lnTo>
                  <a:close/>
                  <a:moveTo>
                    <a:pt x="4866" y="3823"/>
                  </a:moveTo>
                  <a:lnTo>
                    <a:pt x="5021" y="3862"/>
                  </a:lnTo>
                  <a:lnTo>
                    <a:pt x="5137" y="3939"/>
                  </a:lnTo>
                  <a:lnTo>
                    <a:pt x="5253" y="4055"/>
                  </a:lnTo>
                  <a:lnTo>
                    <a:pt x="5330" y="4171"/>
                  </a:lnTo>
                  <a:lnTo>
                    <a:pt x="5330" y="4325"/>
                  </a:lnTo>
                  <a:lnTo>
                    <a:pt x="5330" y="4441"/>
                  </a:lnTo>
                  <a:lnTo>
                    <a:pt x="5291" y="4557"/>
                  </a:lnTo>
                  <a:lnTo>
                    <a:pt x="5137" y="4788"/>
                  </a:lnTo>
                  <a:lnTo>
                    <a:pt x="4944" y="4982"/>
                  </a:lnTo>
                  <a:lnTo>
                    <a:pt x="4751" y="5097"/>
                  </a:lnTo>
                  <a:lnTo>
                    <a:pt x="4557" y="5136"/>
                  </a:lnTo>
                  <a:lnTo>
                    <a:pt x="4171" y="5213"/>
                  </a:lnTo>
                  <a:lnTo>
                    <a:pt x="4171" y="5213"/>
                  </a:lnTo>
                  <a:lnTo>
                    <a:pt x="4210" y="4750"/>
                  </a:lnTo>
                  <a:lnTo>
                    <a:pt x="4287" y="4557"/>
                  </a:lnTo>
                  <a:lnTo>
                    <a:pt x="4364" y="4325"/>
                  </a:lnTo>
                  <a:lnTo>
                    <a:pt x="4519" y="4055"/>
                  </a:lnTo>
                  <a:lnTo>
                    <a:pt x="4635" y="3978"/>
                  </a:lnTo>
                  <a:lnTo>
                    <a:pt x="4751" y="3900"/>
                  </a:lnTo>
                  <a:lnTo>
                    <a:pt x="4866" y="3823"/>
                  </a:lnTo>
                  <a:close/>
                  <a:moveTo>
                    <a:pt x="7299" y="4518"/>
                  </a:moveTo>
                  <a:lnTo>
                    <a:pt x="7415" y="4595"/>
                  </a:lnTo>
                  <a:lnTo>
                    <a:pt x="7492" y="4673"/>
                  </a:lnTo>
                  <a:lnTo>
                    <a:pt x="7531" y="4788"/>
                  </a:lnTo>
                  <a:lnTo>
                    <a:pt x="7569" y="4943"/>
                  </a:lnTo>
                  <a:lnTo>
                    <a:pt x="7608" y="5175"/>
                  </a:lnTo>
                  <a:lnTo>
                    <a:pt x="7569" y="5445"/>
                  </a:lnTo>
                  <a:lnTo>
                    <a:pt x="7531" y="5677"/>
                  </a:lnTo>
                  <a:lnTo>
                    <a:pt x="7454" y="5908"/>
                  </a:lnTo>
                  <a:lnTo>
                    <a:pt x="7299" y="6101"/>
                  </a:lnTo>
                  <a:lnTo>
                    <a:pt x="7145" y="6294"/>
                  </a:lnTo>
                  <a:lnTo>
                    <a:pt x="6913" y="5870"/>
                  </a:lnTo>
                  <a:lnTo>
                    <a:pt x="6797" y="5677"/>
                  </a:lnTo>
                  <a:lnTo>
                    <a:pt x="6759" y="5445"/>
                  </a:lnTo>
                  <a:lnTo>
                    <a:pt x="6720" y="5136"/>
                  </a:lnTo>
                  <a:lnTo>
                    <a:pt x="6759" y="4943"/>
                  </a:lnTo>
                  <a:lnTo>
                    <a:pt x="6797" y="4788"/>
                  </a:lnTo>
                  <a:lnTo>
                    <a:pt x="6874" y="4634"/>
                  </a:lnTo>
                  <a:lnTo>
                    <a:pt x="6990" y="4557"/>
                  </a:lnTo>
                  <a:lnTo>
                    <a:pt x="7106" y="4518"/>
                  </a:lnTo>
                  <a:close/>
                  <a:moveTo>
                    <a:pt x="11161" y="4982"/>
                  </a:moveTo>
                  <a:lnTo>
                    <a:pt x="11276" y="5059"/>
                  </a:lnTo>
                  <a:lnTo>
                    <a:pt x="11354" y="5136"/>
                  </a:lnTo>
                  <a:lnTo>
                    <a:pt x="11392" y="5252"/>
                  </a:lnTo>
                  <a:lnTo>
                    <a:pt x="11431" y="5368"/>
                  </a:lnTo>
                  <a:lnTo>
                    <a:pt x="11392" y="5677"/>
                  </a:lnTo>
                  <a:lnTo>
                    <a:pt x="11315" y="5986"/>
                  </a:lnTo>
                  <a:lnTo>
                    <a:pt x="11161" y="6217"/>
                  </a:lnTo>
                  <a:lnTo>
                    <a:pt x="11083" y="6333"/>
                  </a:lnTo>
                  <a:lnTo>
                    <a:pt x="10968" y="6372"/>
                  </a:lnTo>
                  <a:lnTo>
                    <a:pt x="10890" y="6410"/>
                  </a:lnTo>
                  <a:lnTo>
                    <a:pt x="10736" y="6410"/>
                  </a:lnTo>
                  <a:lnTo>
                    <a:pt x="10697" y="6449"/>
                  </a:lnTo>
                  <a:lnTo>
                    <a:pt x="10659" y="6449"/>
                  </a:lnTo>
                  <a:lnTo>
                    <a:pt x="10466" y="6101"/>
                  </a:lnTo>
                  <a:lnTo>
                    <a:pt x="10388" y="5947"/>
                  </a:lnTo>
                  <a:lnTo>
                    <a:pt x="10350" y="5715"/>
                  </a:lnTo>
                  <a:lnTo>
                    <a:pt x="10350" y="5484"/>
                  </a:lnTo>
                  <a:lnTo>
                    <a:pt x="10427" y="5252"/>
                  </a:lnTo>
                  <a:lnTo>
                    <a:pt x="10581" y="5097"/>
                  </a:lnTo>
                  <a:lnTo>
                    <a:pt x="10697" y="5059"/>
                  </a:lnTo>
                  <a:lnTo>
                    <a:pt x="10813" y="4982"/>
                  </a:lnTo>
                  <a:close/>
                  <a:moveTo>
                    <a:pt x="3052" y="5522"/>
                  </a:moveTo>
                  <a:lnTo>
                    <a:pt x="3476" y="5561"/>
                  </a:lnTo>
                  <a:lnTo>
                    <a:pt x="3283" y="5947"/>
                  </a:lnTo>
                  <a:lnTo>
                    <a:pt x="3167" y="6140"/>
                  </a:lnTo>
                  <a:lnTo>
                    <a:pt x="3013" y="6294"/>
                  </a:lnTo>
                  <a:lnTo>
                    <a:pt x="2858" y="6410"/>
                  </a:lnTo>
                  <a:lnTo>
                    <a:pt x="2704" y="6488"/>
                  </a:lnTo>
                  <a:lnTo>
                    <a:pt x="2472" y="6488"/>
                  </a:lnTo>
                  <a:lnTo>
                    <a:pt x="2279" y="6410"/>
                  </a:lnTo>
                  <a:lnTo>
                    <a:pt x="2125" y="6294"/>
                  </a:lnTo>
                  <a:lnTo>
                    <a:pt x="2086" y="6179"/>
                  </a:lnTo>
                  <a:lnTo>
                    <a:pt x="2086" y="6063"/>
                  </a:lnTo>
                  <a:lnTo>
                    <a:pt x="2125" y="5908"/>
                  </a:lnTo>
                  <a:lnTo>
                    <a:pt x="2241" y="5792"/>
                  </a:lnTo>
                  <a:lnTo>
                    <a:pt x="2356" y="5677"/>
                  </a:lnTo>
                  <a:lnTo>
                    <a:pt x="2472" y="5599"/>
                  </a:lnTo>
                  <a:lnTo>
                    <a:pt x="2588" y="5561"/>
                  </a:lnTo>
                  <a:lnTo>
                    <a:pt x="2820" y="5522"/>
                  </a:lnTo>
                  <a:close/>
                  <a:moveTo>
                    <a:pt x="7222" y="6796"/>
                  </a:moveTo>
                  <a:lnTo>
                    <a:pt x="7183" y="7260"/>
                  </a:lnTo>
                  <a:lnTo>
                    <a:pt x="7106" y="7453"/>
                  </a:lnTo>
                  <a:lnTo>
                    <a:pt x="7029" y="7685"/>
                  </a:lnTo>
                  <a:lnTo>
                    <a:pt x="6874" y="7916"/>
                  </a:lnTo>
                  <a:lnTo>
                    <a:pt x="6681" y="8148"/>
                  </a:lnTo>
                  <a:lnTo>
                    <a:pt x="6565" y="8225"/>
                  </a:lnTo>
                  <a:lnTo>
                    <a:pt x="6450" y="8264"/>
                  </a:lnTo>
                  <a:lnTo>
                    <a:pt x="6295" y="8302"/>
                  </a:lnTo>
                  <a:lnTo>
                    <a:pt x="6141" y="8225"/>
                  </a:lnTo>
                  <a:lnTo>
                    <a:pt x="6025" y="8148"/>
                  </a:lnTo>
                  <a:lnTo>
                    <a:pt x="5948" y="8032"/>
                  </a:lnTo>
                  <a:lnTo>
                    <a:pt x="5909" y="7916"/>
                  </a:lnTo>
                  <a:lnTo>
                    <a:pt x="5909" y="7800"/>
                  </a:lnTo>
                  <a:lnTo>
                    <a:pt x="5948" y="7646"/>
                  </a:lnTo>
                  <a:lnTo>
                    <a:pt x="6025" y="7530"/>
                  </a:lnTo>
                  <a:lnTo>
                    <a:pt x="6179" y="7298"/>
                  </a:lnTo>
                  <a:lnTo>
                    <a:pt x="6411" y="7144"/>
                  </a:lnTo>
                  <a:lnTo>
                    <a:pt x="6643" y="7028"/>
                  </a:lnTo>
                  <a:lnTo>
                    <a:pt x="7183" y="6835"/>
                  </a:lnTo>
                  <a:lnTo>
                    <a:pt x="7183" y="6796"/>
                  </a:lnTo>
                  <a:close/>
                  <a:moveTo>
                    <a:pt x="10620" y="7144"/>
                  </a:moveTo>
                  <a:lnTo>
                    <a:pt x="10659" y="7337"/>
                  </a:lnTo>
                  <a:lnTo>
                    <a:pt x="10697" y="7530"/>
                  </a:lnTo>
                  <a:lnTo>
                    <a:pt x="10697" y="7685"/>
                  </a:lnTo>
                  <a:lnTo>
                    <a:pt x="10659" y="7878"/>
                  </a:lnTo>
                  <a:lnTo>
                    <a:pt x="10620" y="8032"/>
                  </a:lnTo>
                  <a:lnTo>
                    <a:pt x="10504" y="8187"/>
                  </a:lnTo>
                  <a:lnTo>
                    <a:pt x="10427" y="8341"/>
                  </a:lnTo>
                  <a:lnTo>
                    <a:pt x="10272" y="8457"/>
                  </a:lnTo>
                  <a:lnTo>
                    <a:pt x="10118" y="8573"/>
                  </a:lnTo>
                  <a:lnTo>
                    <a:pt x="9925" y="8611"/>
                  </a:lnTo>
                  <a:lnTo>
                    <a:pt x="9848" y="8573"/>
                  </a:lnTo>
                  <a:lnTo>
                    <a:pt x="9770" y="8573"/>
                  </a:lnTo>
                  <a:lnTo>
                    <a:pt x="9732" y="8496"/>
                  </a:lnTo>
                  <a:lnTo>
                    <a:pt x="9655" y="8418"/>
                  </a:lnTo>
                  <a:lnTo>
                    <a:pt x="9616" y="8225"/>
                  </a:lnTo>
                  <a:lnTo>
                    <a:pt x="9655" y="8071"/>
                  </a:lnTo>
                  <a:lnTo>
                    <a:pt x="9732" y="7916"/>
                  </a:lnTo>
                  <a:lnTo>
                    <a:pt x="9809" y="7762"/>
                  </a:lnTo>
                  <a:lnTo>
                    <a:pt x="10002" y="7569"/>
                  </a:lnTo>
                  <a:lnTo>
                    <a:pt x="10195" y="7414"/>
                  </a:lnTo>
                  <a:lnTo>
                    <a:pt x="10388" y="7260"/>
                  </a:lnTo>
                  <a:lnTo>
                    <a:pt x="10620" y="7144"/>
                  </a:lnTo>
                  <a:close/>
                  <a:moveTo>
                    <a:pt x="1854" y="0"/>
                  </a:moveTo>
                  <a:lnTo>
                    <a:pt x="1507" y="39"/>
                  </a:lnTo>
                  <a:lnTo>
                    <a:pt x="1584" y="734"/>
                  </a:lnTo>
                  <a:lnTo>
                    <a:pt x="1700" y="1429"/>
                  </a:lnTo>
                  <a:lnTo>
                    <a:pt x="1584" y="1313"/>
                  </a:lnTo>
                  <a:lnTo>
                    <a:pt x="1430" y="1236"/>
                  </a:lnTo>
                  <a:lnTo>
                    <a:pt x="1275" y="1159"/>
                  </a:lnTo>
                  <a:lnTo>
                    <a:pt x="1082" y="1120"/>
                  </a:lnTo>
                  <a:lnTo>
                    <a:pt x="889" y="1120"/>
                  </a:lnTo>
                  <a:lnTo>
                    <a:pt x="735" y="1159"/>
                  </a:lnTo>
                  <a:lnTo>
                    <a:pt x="542" y="1236"/>
                  </a:lnTo>
                  <a:lnTo>
                    <a:pt x="387" y="1313"/>
                  </a:lnTo>
                  <a:lnTo>
                    <a:pt x="271" y="1429"/>
                  </a:lnTo>
                  <a:lnTo>
                    <a:pt x="155" y="1545"/>
                  </a:lnTo>
                  <a:lnTo>
                    <a:pt x="78" y="1738"/>
                  </a:lnTo>
                  <a:lnTo>
                    <a:pt x="40" y="1892"/>
                  </a:lnTo>
                  <a:lnTo>
                    <a:pt x="1" y="2085"/>
                  </a:lnTo>
                  <a:lnTo>
                    <a:pt x="40" y="2240"/>
                  </a:lnTo>
                  <a:lnTo>
                    <a:pt x="78" y="2394"/>
                  </a:lnTo>
                  <a:lnTo>
                    <a:pt x="155" y="2549"/>
                  </a:lnTo>
                  <a:lnTo>
                    <a:pt x="271" y="2665"/>
                  </a:lnTo>
                  <a:lnTo>
                    <a:pt x="387" y="2742"/>
                  </a:lnTo>
                  <a:lnTo>
                    <a:pt x="542" y="2819"/>
                  </a:lnTo>
                  <a:lnTo>
                    <a:pt x="735" y="2858"/>
                  </a:lnTo>
                  <a:lnTo>
                    <a:pt x="1044" y="2858"/>
                  </a:lnTo>
                  <a:lnTo>
                    <a:pt x="1352" y="2742"/>
                  </a:lnTo>
                  <a:lnTo>
                    <a:pt x="1661" y="2587"/>
                  </a:lnTo>
                  <a:lnTo>
                    <a:pt x="1932" y="2356"/>
                  </a:lnTo>
                  <a:lnTo>
                    <a:pt x="2163" y="3089"/>
                  </a:lnTo>
                  <a:lnTo>
                    <a:pt x="2434" y="3823"/>
                  </a:lnTo>
                  <a:lnTo>
                    <a:pt x="2820" y="4518"/>
                  </a:lnTo>
                  <a:lnTo>
                    <a:pt x="3013" y="4827"/>
                  </a:lnTo>
                  <a:lnTo>
                    <a:pt x="3245" y="5136"/>
                  </a:lnTo>
                  <a:lnTo>
                    <a:pt x="2936" y="5136"/>
                  </a:lnTo>
                  <a:lnTo>
                    <a:pt x="2588" y="5175"/>
                  </a:lnTo>
                  <a:lnTo>
                    <a:pt x="2318" y="5252"/>
                  </a:lnTo>
                  <a:lnTo>
                    <a:pt x="2048" y="5445"/>
                  </a:lnTo>
                  <a:lnTo>
                    <a:pt x="1932" y="5561"/>
                  </a:lnTo>
                  <a:lnTo>
                    <a:pt x="1854" y="5677"/>
                  </a:lnTo>
                  <a:lnTo>
                    <a:pt x="1777" y="5831"/>
                  </a:lnTo>
                  <a:lnTo>
                    <a:pt x="1739" y="5986"/>
                  </a:lnTo>
                  <a:lnTo>
                    <a:pt x="1700" y="6140"/>
                  </a:lnTo>
                  <a:lnTo>
                    <a:pt x="1739" y="6294"/>
                  </a:lnTo>
                  <a:lnTo>
                    <a:pt x="1777" y="6449"/>
                  </a:lnTo>
                  <a:lnTo>
                    <a:pt x="1893" y="6603"/>
                  </a:lnTo>
                  <a:lnTo>
                    <a:pt x="2009" y="6681"/>
                  </a:lnTo>
                  <a:lnTo>
                    <a:pt x="2125" y="6758"/>
                  </a:lnTo>
                  <a:lnTo>
                    <a:pt x="2279" y="6835"/>
                  </a:lnTo>
                  <a:lnTo>
                    <a:pt x="2434" y="6874"/>
                  </a:lnTo>
                  <a:lnTo>
                    <a:pt x="2588" y="6874"/>
                  </a:lnTo>
                  <a:lnTo>
                    <a:pt x="2743" y="6835"/>
                  </a:lnTo>
                  <a:lnTo>
                    <a:pt x="2897" y="6796"/>
                  </a:lnTo>
                  <a:lnTo>
                    <a:pt x="3052" y="6719"/>
                  </a:lnTo>
                  <a:lnTo>
                    <a:pt x="3283" y="6526"/>
                  </a:lnTo>
                  <a:lnTo>
                    <a:pt x="3476" y="6294"/>
                  </a:lnTo>
                  <a:lnTo>
                    <a:pt x="3631" y="5986"/>
                  </a:lnTo>
                  <a:lnTo>
                    <a:pt x="3747" y="5677"/>
                  </a:lnTo>
                  <a:lnTo>
                    <a:pt x="4171" y="6024"/>
                  </a:lnTo>
                  <a:lnTo>
                    <a:pt x="4635" y="6333"/>
                  </a:lnTo>
                  <a:lnTo>
                    <a:pt x="5137" y="6565"/>
                  </a:lnTo>
                  <a:lnTo>
                    <a:pt x="5716" y="6719"/>
                  </a:lnTo>
                  <a:lnTo>
                    <a:pt x="6218" y="6796"/>
                  </a:lnTo>
                  <a:lnTo>
                    <a:pt x="6025" y="6912"/>
                  </a:lnTo>
                  <a:lnTo>
                    <a:pt x="5870" y="7028"/>
                  </a:lnTo>
                  <a:lnTo>
                    <a:pt x="5755" y="7183"/>
                  </a:lnTo>
                  <a:lnTo>
                    <a:pt x="5639" y="7376"/>
                  </a:lnTo>
                  <a:lnTo>
                    <a:pt x="5561" y="7530"/>
                  </a:lnTo>
                  <a:lnTo>
                    <a:pt x="5523" y="7685"/>
                  </a:lnTo>
                  <a:lnTo>
                    <a:pt x="5523" y="7878"/>
                  </a:lnTo>
                  <a:lnTo>
                    <a:pt x="5523" y="8032"/>
                  </a:lnTo>
                  <a:lnTo>
                    <a:pt x="5561" y="8187"/>
                  </a:lnTo>
                  <a:lnTo>
                    <a:pt x="5639" y="8341"/>
                  </a:lnTo>
                  <a:lnTo>
                    <a:pt x="5755" y="8457"/>
                  </a:lnTo>
                  <a:lnTo>
                    <a:pt x="5909" y="8573"/>
                  </a:lnTo>
                  <a:lnTo>
                    <a:pt x="6063" y="8650"/>
                  </a:lnTo>
                  <a:lnTo>
                    <a:pt x="6257" y="8689"/>
                  </a:lnTo>
                  <a:lnTo>
                    <a:pt x="6411" y="8689"/>
                  </a:lnTo>
                  <a:lnTo>
                    <a:pt x="6604" y="8650"/>
                  </a:lnTo>
                  <a:lnTo>
                    <a:pt x="6759" y="8573"/>
                  </a:lnTo>
                  <a:lnTo>
                    <a:pt x="6952" y="8457"/>
                  </a:lnTo>
                  <a:lnTo>
                    <a:pt x="7067" y="8341"/>
                  </a:lnTo>
                  <a:lnTo>
                    <a:pt x="7183" y="8187"/>
                  </a:lnTo>
                  <a:lnTo>
                    <a:pt x="7376" y="7878"/>
                  </a:lnTo>
                  <a:lnTo>
                    <a:pt x="7492" y="7530"/>
                  </a:lnTo>
                  <a:lnTo>
                    <a:pt x="7531" y="7183"/>
                  </a:lnTo>
                  <a:lnTo>
                    <a:pt x="7531" y="6796"/>
                  </a:lnTo>
                  <a:lnTo>
                    <a:pt x="8882" y="6719"/>
                  </a:lnTo>
                  <a:lnTo>
                    <a:pt x="9577" y="6719"/>
                  </a:lnTo>
                  <a:lnTo>
                    <a:pt x="10272" y="6796"/>
                  </a:lnTo>
                  <a:lnTo>
                    <a:pt x="10466" y="6835"/>
                  </a:lnTo>
                  <a:lnTo>
                    <a:pt x="10311" y="6912"/>
                  </a:lnTo>
                  <a:lnTo>
                    <a:pt x="10118" y="7028"/>
                  </a:lnTo>
                  <a:lnTo>
                    <a:pt x="9809" y="7260"/>
                  </a:lnTo>
                  <a:lnTo>
                    <a:pt x="9539" y="7569"/>
                  </a:lnTo>
                  <a:lnTo>
                    <a:pt x="9423" y="7723"/>
                  </a:lnTo>
                  <a:lnTo>
                    <a:pt x="9346" y="7916"/>
                  </a:lnTo>
                  <a:lnTo>
                    <a:pt x="9307" y="8109"/>
                  </a:lnTo>
                  <a:lnTo>
                    <a:pt x="9269" y="8264"/>
                  </a:lnTo>
                  <a:lnTo>
                    <a:pt x="9307" y="8457"/>
                  </a:lnTo>
                  <a:lnTo>
                    <a:pt x="9384" y="8611"/>
                  </a:lnTo>
                  <a:lnTo>
                    <a:pt x="9462" y="8766"/>
                  </a:lnTo>
                  <a:lnTo>
                    <a:pt x="9616" y="8882"/>
                  </a:lnTo>
                  <a:lnTo>
                    <a:pt x="9770" y="8959"/>
                  </a:lnTo>
                  <a:lnTo>
                    <a:pt x="9964" y="8998"/>
                  </a:lnTo>
                  <a:lnTo>
                    <a:pt x="10157" y="8959"/>
                  </a:lnTo>
                  <a:lnTo>
                    <a:pt x="10311" y="8882"/>
                  </a:lnTo>
                  <a:lnTo>
                    <a:pt x="10466" y="8804"/>
                  </a:lnTo>
                  <a:lnTo>
                    <a:pt x="10620" y="8650"/>
                  </a:lnTo>
                  <a:lnTo>
                    <a:pt x="10736" y="8534"/>
                  </a:lnTo>
                  <a:lnTo>
                    <a:pt x="10852" y="8341"/>
                  </a:lnTo>
                  <a:lnTo>
                    <a:pt x="10929" y="8187"/>
                  </a:lnTo>
                  <a:lnTo>
                    <a:pt x="11006" y="7994"/>
                  </a:lnTo>
                  <a:lnTo>
                    <a:pt x="11045" y="7762"/>
                  </a:lnTo>
                  <a:lnTo>
                    <a:pt x="11045" y="7492"/>
                  </a:lnTo>
                  <a:lnTo>
                    <a:pt x="10968" y="7221"/>
                  </a:lnTo>
                  <a:lnTo>
                    <a:pt x="10890" y="6990"/>
                  </a:lnTo>
                  <a:lnTo>
                    <a:pt x="10929" y="6951"/>
                  </a:lnTo>
                  <a:lnTo>
                    <a:pt x="11431" y="7105"/>
                  </a:lnTo>
                  <a:lnTo>
                    <a:pt x="11894" y="7376"/>
                  </a:lnTo>
                  <a:lnTo>
                    <a:pt x="12319" y="7685"/>
                  </a:lnTo>
                  <a:lnTo>
                    <a:pt x="12512" y="7839"/>
                  </a:lnTo>
                  <a:lnTo>
                    <a:pt x="12705" y="8032"/>
                  </a:lnTo>
                  <a:lnTo>
                    <a:pt x="12898" y="8341"/>
                  </a:lnTo>
                  <a:lnTo>
                    <a:pt x="13091" y="8650"/>
                  </a:lnTo>
                  <a:lnTo>
                    <a:pt x="13207" y="8920"/>
                  </a:lnTo>
                  <a:lnTo>
                    <a:pt x="13284" y="9268"/>
                  </a:lnTo>
                  <a:lnTo>
                    <a:pt x="13323" y="9577"/>
                  </a:lnTo>
                  <a:lnTo>
                    <a:pt x="13362" y="9924"/>
                  </a:lnTo>
                  <a:lnTo>
                    <a:pt x="13323" y="10619"/>
                  </a:lnTo>
                  <a:lnTo>
                    <a:pt x="13323" y="10658"/>
                  </a:lnTo>
                  <a:lnTo>
                    <a:pt x="13362" y="10735"/>
                  </a:lnTo>
                  <a:lnTo>
                    <a:pt x="13439" y="10774"/>
                  </a:lnTo>
                  <a:lnTo>
                    <a:pt x="13555" y="10774"/>
                  </a:lnTo>
                  <a:lnTo>
                    <a:pt x="13632" y="10697"/>
                  </a:lnTo>
                  <a:lnTo>
                    <a:pt x="13709" y="10465"/>
                  </a:lnTo>
                  <a:lnTo>
                    <a:pt x="13786" y="10272"/>
                  </a:lnTo>
                  <a:lnTo>
                    <a:pt x="13825" y="10040"/>
                  </a:lnTo>
                  <a:lnTo>
                    <a:pt x="13825" y="9808"/>
                  </a:lnTo>
                  <a:lnTo>
                    <a:pt x="13786" y="9384"/>
                  </a:lnTo>
                  <a:lnTo>
                    <a:pt x="13671" y="8920"/>
                  </a:lnTo>
                  <a:lnTo>
                    <a:pt x="13478" y="8496"/>
                  </a:lnTo>
                  <a:lnTo>
                    <a:pt x="13246" y="8109"/>
                  </a:lnTo>
                  <a:lnTo>
                    <a:pt x="12976" y="7723"/>
                  </a:lnTo>
                  <a:lnTo>
                    <a:pt x="12667" y="7414"/>
                  </a:lnTo>
                  <a:lnTo>
                    <a:pt x="12319" y="7144"/>
                  </a:lnTo>
                  <a:lnTo>
                    <a:pt x="11972" y="6912"/>
                  </a:lnTo>
                  <a:lnTo>
                    <a:pt x="11585" y="6719"/>
                  </a:lnTo>
                  <a:lnTo>
                    <a:pt x="11199" y="6565"/>
                  </a:lnTo>
                  <a:lnTo>
                    <a:pt x="11392" y="6410"/>
                  </a:lnTo>
                  <a:lnTo>
                    <a:pt x="11585" y="6140"/>
                  </a:lnTo>
                  <a:lnTo>
                    <a:pt x="11701" y="5831"/>
                  </a:lnTo>
                  <a:lnTo>
                    <a:pt x="11740" y="5522"/>
                  </a:lnTo>
                  <a:lnTo>
                    <a:pt x="11740" y="5213"/>
                  </a:lnTo>
                  <a:lnTo>
                    <a:pt x="11701" y="5059"/>
                  </a:lnTo>
                  <a:lnTo>
                    <a:pt x="11624" y="4943"/>
                  </a:lnTo>
                  <a:lnTo>
                    <a:pt x="11547" y="4827"/>
                  </a:lnTo>
                  <a:lnTo>
                    <a:pt x="11431" y="4750"/>
                  </a:lnTo>
                  <a:lnTo>
                    <a:pt x="11276" y="4673"/>
                  </a:lnTo>
                  <a:lnTo>
                    <a:pt x="11122" y="4634"/>
                  </a:lnTo>
                  <a:lnTo>
                    <a:pt x="10774" y="4634"/>
                  </a:lnTo>
                  <a:lnTo>
                    <a:pt x="10581" y="4711"/>
                  </a:lnTo>
                  <a:lnTo>
                    <a:pt x="10427" y="4788"/>
                  </a:lnTo>
                  <a:lnTo>
                    <a:pt x="10311" y="4866"/>
                  </a:lnTo>
                  <a:lnTo>
                    <a:pt x="10195" y="5020"/>
                  </a:lnTo>
                  <a:lnTo>
                    <a:pt x="10079" y="5136"/>
                  </a:lnTo>
                  <a:lnTo>
                    <a:pt x="10002" y="5329"/>
                  </a:lnTo>
                  <a:lnTo>
                    <a:pt x="9964" y="5561"/>
                  </a:lnTo>
                  <a:lnTo>
                    <a:pt x="9964" y="5831"/>
                  </a:lnTo>
                  <a:lnTo>
                    <a:pt x="10041" y="6063"/>
                  </a:lnTo>
                  <a:lnTo>
                    <a:pt x="10118" y="6333"/>
                  </a:lnTo>
                  <a:lnTo>
                    <a:pt x="9462" y="6256"/>
                  </a:lnTo>
                  <a:lnTo>
                    <a:pt x="8805" y="6256"/>
                  </a:lnTo>
                  <a:lnTo>
                    <a:pt x="7492" y="6333"/>
                  </a:lnTo>
                  <a:lnTo>
                    <a:pt x="7685" y="6063"/>
                  </a:lnTo>
                  <a:lnTo>
                    <a:pt x="7801" y="5792"/>
                  </a:lnTo>
                  <a:lnTo>
                    <a:pt x="7878" y="5522"/>
                  </a:lnTo>
                  <a:lnTo>
                    <a:pt x="7956" y="5213"/>
                  </a:lnTo>
                  <a:lnTo>
                    <a:pt x="7917" y="4866"/>
                  </a:lnTo>
                  <a:lnTo>
                    <a:pt x="7878" y="4711"/>
                  </a:lnTo>
                  <a:lnTo>
                    <a:pt x="7801" y="4557"/>
                  </a:lnTo>
                  <a:lnTo>
                    <a:pt x="7724" y="4402"/>
                  </a:lnTo>
                  <a:lnTo>
                    <a:pt x="7608" y="4287"/>
                  </a:lnTo>
                  <a:lnTo>
                    <a:pt x="7492" y="4209"/>
                  </a:lnTo>
                  <a:lnTo>
                    <a:pt x="7299" y="4132"/>
                  </a:lnTo>
                  <a:lnTo>
                    <a:pt x="6990" y="4132"/>
                  </a:lnTo>
                  <a:lnTo>
                    <a:pt x="6836" y="4209"/>
                  </a:lnTo>
                  <a:lnTo>
                    <a:pt x="6720" y="4325"/>
                  </a:lnTo>
                  <a:lnTo>
                    <a:pt x="6604" y="4441"/>
                  </a:lnTo>
                  <a:lnTo>
                    <a:pt x="6527" y="4595"/>
                  </a:lnTo>
                  <a:lnTo>
                    <a:pt x="6411" y="4904"/>
                  </a:lnTo>
                  <a:lnTo>
                    <a:pt x="6372" y="5252"/>
                  </a:lnTo>
                  <a:lnTo>
                    <a:pt x="6411" y="5638"/>
                  </a:lnTo>
                  <a:lnTo>
                    <a:pt x="6450" y="5831"/>
                  </a:lnTo>
                  <a:lnTo>
                    <a:pt x="6527" y="6024"/>
                  </a:lnTo>
                  <a:lnTo>
                    <a:pt x="6643" y="6179"/>
                  </a:lnTo>
                  <a:lnTo>
                    <a:pt x="6759" y="6333"/>
                  </a:lnTo>
                  <a:lnTo>
                    <a:pt x="6102" y="6256"/>
                  </a:lnTo>
                  <a:lnTo>
                    <a:pt x="5755" y="6217"/>
                  </a:lnTo>
                  <a:lnTo>
                    <a:pt x="5446" y="6140"/>
                  </a:lnTo>
                  <a:lnTo>
                    <a:pt x="5137" y="6024"/>
                  </a:lnTo>
                  <a:lnTo>
                    <a:pt x="4828" y="5870"/>
                  </a:lnTo>
                  <a:lnTo>
                    <a:pt x="4519" y="5715"/>
                  </a:lnTo>
                  <a:lnTo>
                    <a:pt x="4210" y="5522"/>
                  </a:lnTo>
                  <a:lnTo>
                    <a:pt x="4557" y="5484"/>
                  </a:lnTo>
                  <a:lnTo>
                    <a:pt x="4905" y="5406"/>
                  </a:lnTo>
                  <a:lnTo>
                    <a:pt x="5175" y="5252"/>
                  </a:lnTo>
                  <a:lnTo>
                    <a:pt x="5446" y="5020"/>
                  </a:lnTo>
                  <a:lnTo>
                    <a:pt x="5561" y="4866"/>
                  </a:lnTo>
                  <a:lnTo>
                    <a:pt x="5639" y="4711"/>
                  </a:lnTo>
                  <a:lnTo>
                    <a:pt x="5677" y="4518"/>
                  </a:lnTo>
                  <a:lnTo>
                    <a:pt x="5716" y="4364"/>
                  </a:lnTo>
                  <a:lnTo>
                    <a:pt x="5716" y="4171"/>
                  </a:lnTo>
                  <a:lnTo>
                    <a:pt x="5639" y="4016"/>
                  </a:lnTo>
                  <a:lnTo>
                    <a:pt x="5561" y="3862"/>
                  </a:lnTo>
                  <a:lnTo>
                    <a:pt x="5446" y="3707"/>
                  </a:lnTo>
                  <a:lnTo>
                    <a:pt x="5330" y="3591"/>
                  </a:lnTo>
                  <a:lnTo>
                    <a:pt x="5175" y="3514"/>
                  </a:lnTo>
                  <a:lnTo>
                    <a:pt x="5021" y="3476"/>
                  </a:lnTo>
                  <a:lnTo>
                    <a:pt x="4866" y="3437"/>
                  </a:lnTo>
                  <a:lnTo>
                    <a:pt x="4712" y="3476"/>
                  </a:lnTo>
                  <a:lnTo>
                    <a:pt x="4557" y="3514"/>
                  </a:lnTo>
                  <a:lnTo>
                    <a:pt x="4442" y="3630"/>
                  </a:lnTo>
                  <a:lnTo>
                    <a:pt x="4287" y="3707"/>
                  </a:lnTo>
                  <a:lnTo>
                    <a:pt x="4171" y="3862"/>
                  </a:lnTo>
                  <a:lnTo>
                    <a:pt x="4055" y="4016"/>
                  </a:lnTo>
                  <a:lnTo>
                    <a:pt x="3940" y="4364"/>
                  </a:lnTo>
                  <a:lnTo>
                    <a:pt x="3824" y="4750"/>
                  </a:lnTo>
                  <a:lnTo>
                    <a:pt x="3785" y="5097"/>
                  </a:lnTo>
                  <a:lnTo>
                    <a:pt x="3515" y="4788"/>
                  </a:lnTo>
                  <a:lnTo>
                    <a:pt x="3283" y="4441"/>
                  </a:lnTo>
                  <a:lnTo>
                    <a:pt x="3052" y="4093"/>
                  </a:lnTo>
                  <a:lnTo>
                    <a:pt x="2858" y="3746"/>
                  </a:lnTo>
                  <a:lnTo>
                    <a:pt x="2704" y="3398"/>
                  </a:lnTo>
                  <a:lnTo>
                    <a:pt x="2550" y="3012"/>
                  </a:lnTo>
                  <a:lnTo>
                    <a:pt x="2318" y="2240"/>
                  </a:lnTo>
                  <a:lnTo>
                    <a:pt x="2318" y="2240"/>
                  </a:lnTo>
                  <a:lnTo>
                    <a:pt x="2588" y="2317"/>
                  </a:lnTo>
                  <a:lnTo>
                    <a:pt x="2858" y="2356"/>
                  </a:lnTo>
                  <a:lnTo>
                    <a:pt x="3129" y="2356"/>
                  </a:lnTo>
                  <a:lnTo>
                    <a:pt x="3399" y="2279"/>
                  </a:lnTo>
                  <a:lnTo>
                    <a:pt x="3554" y="2201"/>
                  </a:lnTo>
                  <a:lnTo>
                    <a:pt x="3708" y="2085"/>
                  </a:lnTo>
                  <a:lnTo>
                    <a:pt x="3824" y="1970"/>
                  </a:lnTo>
                  <a:lnTo>
                    <a:pt x="3940" y="1815"/>
                  </a:lnTo>
                  <a:lnTo>
                    <a:pt x="4017" y="1661"/>
                  </a:lnTo>
                  <a:lnTo>
                    <a:pt x="4055" y="1506"/>
                  </a:lnTo>
                  <a:lnTo>
                    <a:pt x="4055" y="1313"/>
                  </a:lnTo>
                  <a:lnTo>
                    <a:pt x="4017" y="1159"/>
                  </a:lnTo>
                  <a:lnTo>
                    <a:pt x="3978" y="1004"/>
                  </a:lnTo>
                  <a:lnTo>
                    <a:pt x="3862" y="850"/>
                  </a:lnTo>
                  <a:lnTo>
                    <a:pt x="3747" y="773"/>
                  </a:lnTo>
                  <a:lnTo>
                    <a:pt x="3592" y="695"/>
                  </a:lnTo>
                  <a:lnTo>
                    <a:pt x="3438" y="618"/>
                  </a:lnTo>
                  <a:lnTo>
                    <a:pt x="3283" y="579"/>
                  </a:lnTo>
                  <a:lnTo>
                    <a:pt x="3129" y="579"/>
                  </a:lnTo>
                  <a:lnTo>
                    <a:pt x="2974" y="618"/>
                  </a:lnTo>
                  <a:lnTo>
                    <a:pt x="2820" y="657"/>
                  </a:lnTo>
                  <a:lnTo>
                    <a:pt x="2665" y="734"/>
                  </a:lnTo>
                  <a:lnTo>
                    <a:pt x="2434" y="927"/>
                  </a:lnTo>
                  <a:lnTo>
                    <a:pt x="2241" y="1159"/>
                  </a:lnTo>
                  <a:lnTo>
                    <a:pt x="2125" y="1468"/>
                  </a:lnTo>
                  <a:lnTo>
                    <a:pt x="18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6" name="Google Shape;4316;p18"/>
            <p:cNvSpPr/>
            <p:nvPr/>
          </p:nvSpPr>
          <p:spPr>
            <a:xfrm>
              <a:off x="5987875" y="4095550"/>
              <a:ext cx="66625" cy="98500"/>
            </a:xfrm>
            <a:custGeom>
              <a:avLst/>
              <a:gdLst/>
              <a:ahLst/>
              <a:cxnLst/>
              <a:rect l="l" t="t" r="r" b="b"/>
              <a:pathLst>
                <a:path w="2665" h="3940" extrusionOk="0">
                  <a:moveTo>
                    <a:pt x="850" y="1"/>
                  </a:moveTo>
                  <a:lnTo>
                    <a:pt x="502" y="117"/>
                  </a:lnTo>
                  <a:lnTo>
                    <a:pt x="618" y="194"/>
                  </a:lnTo>
                  <a:lnTo>
                    <a:pt x="464" y="580"/>
                  </a:lnTo>
                  <a:lnTo>
                    <a:pt x="270" y="1082"/>
                  </a:lnTo>
                  <a:lnTo>
                    <a:pt x="155" y="1584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36"/>
                  </a:lnTo>
                  <a:lnTo>
                    <a:pt x="77" y="3167"/>
                  </a:lnTo>
                  <a:lnTo>
                    <a:pt x="193" y="3399"/>
                  </a:lnTo>
                  <a:lnTo>
                    <a:pt x="309" y="3554"/>
                  </a:lnTo>
                  <a:lnTo>
                    <a:pt x="464" y="3708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40"/>
                  </a:lnTo>
                  <a:lnTo>
                    <a:pt x="1313" y="3901"/>
                  </a:lnTo>
                  <a:lnTo>
                    <a:pt x="1506" y="3824"/>
                  </a:lnTo>
                  <a:lnTo>
                    <a:pt x="1661" y="3669"/>
                  </a:lnTo>
                  <a:lnTo>
                    <a:pt x="1815" y="3476"/>
                  </a:lnTo>
                  <a:lnTo>
                    <a:pt x="1970" y="3283"/>
                  </a:lnTo>
                  <a:lnTo>
                    <a:pt x="2124" y="3052"/>
                  </a:lnTo>
                  <a:lnTo>
                    <a:pt x="2317" y="2511"/>
                  </a:lnTo>
                  <a:lnTo>
                    <a:pt x="2510" y="1970"/>
                  </a:lnTo>
                  <a:lnTo>
                    <a:pt x="2626" y="1468"/>
                  </a:lnTo>
                  <a:lnTo>
                    <a:pt x="2665" y="1044"/>
                  </a:lnTo>
                  <a:lnTo>
                    <a:pt x="2394" y="1005"/>
                  </a:lnTo>
                  <a:lnTo>
                    <a:pt x="2008" y="2009"/>
                  </a:lnTo>
                  <a:lnTo>
                    <a:pt x="1738" y="2665"/>
                  </a:lnTo>
                  <a:lnTo>
                    <a:pt x="1545" y="3013"/>
                  </a:lnTo>
                  <a:lnTo>
                    <a:pt x="1468" y="3206"/>
                  </a:lnTo>
                  <a:lnTo>
                    <a:pt x="1352" y="3283"/>
                  </a:lnTo>
                  <a:lnTo>
                    <a:pt x="1159" y="3283"/>
                  </a:lnTo>
                  <a:lnTo>
                    <a:pt x="1004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897"/>
                  </a:lnTo>
                  <a:lnTo>
                    <a:pt x="541" y="2665"/>
                  </a:lnTo>
                  <a:lnTo>
                    <a:pt x="541" y="2356"/>
                  </a:lnTo>
                  <a:lnTo>
                    <a:pt x="579" y="2048"/>
                  </a:lnTo>
                  <a:lnTo>
                    <a:pt x="657" y="1623"/>
                  </a:lnTo>
                  <a:lnTo>
                    <a:pt x="734" y="1159"/>
                  </a:lnTo>
                  <a:lnTo>
                    <a:pt x="888" y="773"/>
                  </a:lnTo>
                  <a:lnTo>
                    <a:pt x="1043" y="348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6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7" name="Google Shape;4317;p18"/>
            <p:cNvSpPr/>
            <p:nvPr/>
          </p:nvSpPr>
          <p:spPr>
            <a:xfrm>
              <a:off x="4079325" y="4191125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9" y="5909"/>
                  </a:moveTo>
                  <a:lnTo>
                    <a:pt x="1082" y="5986"/>
                  </a:lnTo>
                  <a:lnTo>
                    <a:pt x="1236" y="6025"/>
                  </a:lnTo>
                  <a:lnTo>
                    <a:pt x="1391" y="6179"/>
                  </a:lnTo>
                  <a:lnTo>
                    <a:pt x="1468" y="6334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1" y="6797"/>
                  </a:lnTo>
                  <a:lnTo>
                    <a:pt x="1236" y="6951"/>
                  </a:lnTo>
                  <a:lnTo>
                    <a:pt x="1159" y="7029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90"/>
                  </a:lnTo>
                  <a:lnTo>
                    <a:pt x="464" y="6836"/>
                  </a:lnTo>
                  <a:lnTo>
                    <a:pt x="425" y="6720"/>
                  </a:lnTo>
                  <a:lnTo>
                    <a:pt x="387" y="6643"/>
                  </a:lnTo>
                  <a:lnTo>
                    <a:pt x="348" y="6488"/>
                  </a:lnTo>
                  <a:lnTo>
                    <a:pt x="387" y="6372"/>
                  </a:lnTo>
                  <a:lnTo>
                    <a:pt x="425" y="6256"/>
                  </a:lnTo>
                  <a:lnTo>
                    <a:pt x="503" y="6179"/>
                  </a:lnTo>
                  <a:lnTo>
                    <a:pt x="696" y="6025"/>
                  </a:lnTo>
                  <a:lnTo>
                    <a:pt x="889" y="5909"/>
                  </a:lnTo>
                  <a:close/>
                  <a:moveTo>
                    <a:pt x="5909" y="1"/>
                  </a:moveTo>
                  <a:lnTo>
                    <a:pt x="5831" y="39"/>
                  </a:lnTo>
                  <a:lnTo>
                    <a:pt x="5522" y="310"/>
                  </a:lnTo>
                  <a:lnTo>
                    <a:pt x="5175" y="619"/>
                  </a:lnTo>
                  <a:lnTo>
                    <a:pt x="4596" y="1314"/>
                  </a:lnTo>
                  <a:lnTo>
                    <a:pt x="4017" y="2047"/>
                  </a:lnTo>
                  <a:lnTo>
                    <a:pt x="3437" y="2781"/>
                  </a:lnTo>
                  <a:lnTo>
                    <a:pt x="2279" y="4133"/>
                  </a:lnTo>
                  <a:lnTo>
                    <a:pt x="1738" y="4866"/>
                  </a:lnTo>
                  <a:lnTo>
                    <a:pt x="1198" y="5561"/>
                  </a:lnTo>
                  <a:lnTo>
                    <a:pt x="1043" y="5523"/>
                  </a:lnTo>
                  <a:lnTo>
                    <a:pt x="889" y="5523"/>
                  </a:lnTo>
                  <a:lnTo>
                    <a:pt x="773" y="5561"/>
                  </a:lnTo>
                  <a:lnTo>
                    <a:pt x="618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1" y="6334"/>
                  </a:lnTo>
                  <a:lnTo>
                    <a:pt x="1" y="6488"/>
                  </a:lnTo>
                  <a:lnTo>
                    <a:pt x="1" y="6604"/>
                  </a:lnTo>
                  <a:lnTo>
                    <a:pt x="39" y="6797"/>
                  </a:lnTo>
                  <a:lnTo>
                    <a:pt x="116" y="6990"/>
                  </a:lnTo>
                  <a:lnTo>
                    <a:pt x="194" y="7145"/>
                  </a:lnTo>
                  <a:lnTo>
                    <a:pt x="348" y="7260"/>
                  </a:lnTo>
                  <a:lnTo>
                    <a:pt x="503" y="7376"/>
                  </a:lnTo>
                  <a:lnTo>
                    <a:pt x="696" y="7453"/>
                  </a:lnTo>
                  <a:lnTo>
                    <a:pt x="1082" y="7453"/>
                  </a:lnTo>
                  <a:lnTo>
                    <a:pt x="1275" y="7415"/>
                  </a:lnTo>
                  <a:lnTo>
                    <a:pt x="1429" y="7299"/>
                  </a:lnTo>
                  <a:lnTo>
                    <a:pt x="1584" y="7183"/>
                  </a:lnTo>
                  <a:lnTo>
                    <a:pt x="1700" y="7067"/>
                  </a:lnTo>
                  <a:lnTo>
                    <a:pt x="1815" y="6874"/>
                  </a:lnTo>
                  <a:lnTo>
                    <a:pt x="1854" y="6681"/>
                  </a:lnTo>
                  <a:lnTo>
                    <a:pt x="1893" y="6527"/>
                  </a:lnTo>
                  <a:lnTo>
                    <a:pt x="1854" y="6334"/>
                  </a:lnTo>
                  <a:lnTo>
                    <a:pt x="1815" y="6179"/>
                  </a:lnTo>
                  <a:lnTo>
                    <a:pt x="1738" y="6025"/>
                  </a:lnTo>
                  <a:lnTo>
                    <a:pt x="1661" y="5909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2" y="4403"/>
                  </a:lnTo>
                  <a:lnTo>
                    <a:pt x="3939" y="3013"/>
                  </a:lnTo>
                  <a:lnTo>
                    <a:pt x="4480" y="2395"/>
                  </a:lnTo>
                  <a:lnTo>
                    <a:pt x="5098" y="1700"/>
                  </a:lnTo>
                  <a:lnTo>
                    <a:pt x="5638" y="1043"/>
                  </a:lnTo>
                  <a:lnTo>
                    <a:pt x="5909" y="657"/>
                  </a:lnTo>
                  <a:lnTo>
                    <a:pt x="6102" y="310"/>
                  </a:lnTo>
                  <a:lnTo>
                    <a:pt x="6140" y="194"/>
                  </a:lnTo>
                  <a:lnTo>
                    <a:pt x="6063" y="78"/>
                  </a:lnTo>
                  <a:lnTo>
                    <a:pt x="598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8" name="Google Shape;4318;p18"/>
            <p:cNvSpPr/>
            <p:nvPr/>
          </p:nvSpPr>
          <p:spPr>
            <a:xfrm>
              <a:off x="3825425" y="421912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5"/>
                  </a:lnTo>
                  <a:lnTo>
                    <a:pt x="7531" y="6140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1" y="6565"/>
                  </a:lnTo>
                  <a:lnTo>
                    <a:pt x="7492" y="6681"/>
                  </a:lnTo>
                  <a:lnTo>
                    <a:pt x="7338" y="6797"/>
                  </a:lnTo>
                  <a:lnTo>
                    <a:pt x="7106" y="6913"/>
                  </a:lnTo>
                  <a:lnTo>
                    <a:pt x="6913" y="6913"/>
                  </a:lnTo>
                  <a:lnTo>
                    <a:pt x="6720" y="6835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7" y="6102"/>
                  </a:lnTo>
                  <a:lnTo>
                    <a:pt x="6643" y="5909"/>
                  </a:lnTo>
                  <a:lnTo>
                    <a:pt x="6797" y="5754"/>
                  </a:lnTo>
                  <a:close/>
                  <a:moveTo>
                    <a:pt x="233" y="1"/>
                  </a:moveTo>
                  <a:lnTo>
                    <a:pt x="155" y="39"/>
                  </a:lnTo>
                  <a:lnTo>
                    <a:pt x="78" y="39"/>
                  </a:lnTo>
                  <a:lnTo>
                    <a:pt x="39" y="116"/>
                  </a:lnTo>
                  <a:lnTo>
                    <a:pt x="1" y="232"/>
                  </a:lnTo>
                  <a:lnTo>
                    <a:pt x="1" y="310"/>
                  </a:lnTo>
                  <a:lnTo>
                    <a:pt x="39" y="387"/>
                  </a:lnTo>
                  <a:lnTo>
                    <a:pt x="426" y="773"/>
                  </a:lnTo>
                  <a:lnTo>
                    <a:pt x="812" y="1120"/>
                  </a:lnTo>
                  <a:lnTo>
                    <a:pt x="1623" y="1777"/>
                  </a:lnTo>
                  <a:lnTo>
                    <a:pt x="3399" y="3206"/>
                  </a:lnTo>
                  <a:lnTo>
                    <a:pt x="4866" y="4441"/>
                  </a:lnTo>
                  <a:lnTo>
                    <a:pt x="5639" y="5021"/>
                  </a:lnTo>
                  <a:lnTo>
                    <a:pt x="6411" y="5600"/>
                  </a:lnTo>
                  <a:lnTo>
                    <a:pt x="6295" y="5677"/>
                  </a:lnTo>
                  <a:lnTo>
                    <a:pt x="6218" y="5793"/>
                  </a:lnTo>
                  <a:lnTo>
                    <a:pt x="6102" y="6102"/>
                  </a:lnTo>
                  <a:lnTo>
                    <a:pt x="6063" y="6411"/>
                  </a:lnTo>
                  <a:lnTo>
                    <a:pt x="6102" y="6681"/>
                  </a:lnTo>
                  <a:lnTo>
                    <a:pt x="6179" y="6835"/>
                  </a:lnTo>
                  <a:lnTo>
                    <a:pt x="6295" y="6990"/>
                  </a:lnTo>
                  <a:lnTo>
                    <a:pt x="6411" y="7144"/>
                  </a:lnTo>
                  <a:lnTo>
                    <a:pt x="6565" y="7222"/>
                  </a:lnTo>
                  <a:lnTo>
                    <a:pt x="6720" y="7299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9"/>
                  </a:lnTo>
                  <a:lnTo>
                    <a:pt x="7454" y="7260"/>
                  </a:lnTo>
                  <a:lnTo>
                    <a:pt x="7608" y="7144"/>
                  </a:lnTo>
                  <a:lnTo>
                    <a:pt x="7724" y="7029"/>
                  </a:lnTo>
                  <a:lnTo>
                    <a:pt x="7840" y="6913"/>
                  </a:lnTo>
                  <a:lnTo>
                    <a:pt x="7956" y="6758"/>
                  </a:lnTo>
                  <a:lnTo>
                    <a:pt x="7994" y="6565"/>
                  </a:lnTo>
                  <a:lnTo>
                    <a:pt x="8033" y="6411"/>
                  </a:lnTo>
                  <a:lnTo>
                    <a:pt x="8033" y="6218"/>
                  </a:lnTo>
                  <a:lnTo>
                    <a:pt x="7956" y="6025"/>
                  </a:lnTo>
                  <a:lnTo>
                    <a:pt x="7840" y="5870"/>
                  </a:lnTo>
                  <a:lnTo>
                    <a:pt x="7724" y="5716"/>
                  </a:lnTo>
                  <a:lnTo>
                    <a:pt x="7569" y="5600"/>
                  </a:lnTo>
                  <a:lnTo>
                    <a:pt x="7415" y="5523"/>
                  </a:lnTo>
                  <a:lnTo>
                    <a:pt x="7222" y="5445"/>
                  </a:lnTo>
                  <a:lnTo>
                    <a:pt x="7029" y="5445"/>
                  </a:lnTo>
                  <a:lnTo>
                    <a:pt x="6836" y="5484"/>
                  </a:lnTo>
                  <a:lnTo>
                    <a:pt x="6025" y="4712"/>
                  </a:lnTo>
                  <a:lnTo>
                    <a:pt x="5214" y="4017"/>
                  </a:lnTo>
                  <a:lnTo>
                    <a:pt x="3515" y="2626"/>
                  </a:lnTo>
                  <a:lnTo>
                    <a:pt x="2743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5" y="310"/>
                  </a:lnTo>
                  <a:lnTo>
                    <a:pt x="310" y="39"/>
                  </a:lnTo>
                  <a:lnTo>
                    <a:pt x="23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9" name="Google Shape;4319;p18"/>
            <p:cNvSpPr/>
            <p:nvPr/>
          </p:nvSpPr>
          <p:spPr>
            <a:xfrm>
              <a:off x="3401625" y="4223000"/>
              <a:ext cx="240425" cy="634250"/>
            </a:xfrm>
            <a:custGeom>
              <a:avLst/>
              <a:gdLst/>
              <a:ahLst/>
              <a:cxnLst/>
              <a:rect l="l" t="t" r="r" b="b"/>
              <a:pathLst>
                <a:path w="9617" h="25370" extrusionOk="0">
                  <a:moveTo>
                    <a:pt x="4751" y="463"/>
                  </a:moveTo>
                  <a:lnTo>
                    <a:pt x="5291" y="502"/>
                  </a:lnTo>
                  <a:lnTo>
                    <a:pt x="5755" y="579"/>
                  </a:lnTo>
                  <a:lnTo>
                    <a:pt x="6218" y="772"/>
                  </a:lnTo>
                  <a:lnTo>
                    <a:pt x="6681" y="965"/>
                  </a:lnTo>
                  <a:lnTo>
                    <a:pt x="7067" y="1236"/>
                  </a:lnTo>
                  <a:lnTo>
                    <a:pt x="7454" y="1583"/>
                  </a:lnTo>
                  <a:lnTo>
                    <a:pt x="7801" y="1931"/>
                  </a:lnTo>
                  <a:lnTo>
                    <a:pt x="8149" y="2356"/>
                  </a:lnTo>
                  <a:lnTo>
                    <a:pt x="8419" y="2780"/>
                  </a:lnTo>
                  <a:lnTo>
                    <a:pt x="8651" y="3244"/>
                  </a:lnTo>
                  <a:lnTo>
                    <a:pt x="8844" y="3707"/>
                  </a:lnTo>
                  <a:lnTo>
                    <a:pt x="8998" y="4209"/>
                  </a:lnTo>
                  <a:lnTo>
                    <a:pt x="9075" y="4711"/>
                  </a:lnTo>
                  <a:lnTo>
                    <a:pt x="9114" y="5213"/>
                  </a:lnTo>
                  <a:lnTo>
                    <a:pt x="9114" y="5754"/>
                  </a:lnTo>
                  <a:lnTo>
                    <a:pt x="9075" y="6256"/>
                  </a:lnTo>
                  <a:lnTo>
                    <a:pt x="8998" y="6758"/>
                  </a:lnTo>
                  <a:lnTo>
                    <a:pt x="8882" y="7260"/>
                  </a:lnTo>
                  <a:lnTo>
                    <a:pt x="8689" y="7723"/>
                  </a:lnTo>
                  <a:lnTo>
                    <a:pt x="8496" y="8225"/>
                  </a:lnTo>
                  <a:lnTo>
                    <a:pt x="8303" y="8650"/>
                  </a:lnTo>
                  <a:lnTo>
                    <a:pt x="8033" y="9113"/>
                  </a:lnTo>
                  <a:lnTo>
                    <a:pt x="7763" y="9538"/>
                  </a:lnTo>
                  <a:lnTo>
                    <a:pt x="7454" y="9924"/>
                  </a:lnTo>
                  <a:lnTo>
                    <a:pt x="7106" y="10349"/>
                  </a:lnTo>
                  <a:lnTo>
                    <a:pt x="6759" y="10735"/>
                  </a:lnTo>
                  <a:lnTo>
                    <a:pt x="6025" y="11469"/>
                  </a:lnTo>
                  <a:lnTo>
                    <a:pt x="5253" y="12125"/>
                  </a:lnTo>
                  <a:lnTo>
                    <a:pt x="5098" y="12125"/>
                  </a:lnTo>
                  <a:lnTo>
                    <a:pt x="5059" y="12202"/>
                  </a:lnTo>
                  <a:lnTo>
                    <a:pt x="5021" y="12241"/>
                  </a:lnTo>
                  <a:lnTo>
                    <a:pt x="5021" y="12280"/>
                  </a:lnTo>
                  <a:lnTo>
                    <a:pt x="4210" y="11816"/>
                  </a:lnTo>
                  <a:lnTo>
                    <a:pt x="3476" y="11314"/>
                  </a:lnTo>
                  <a:lnTo>
                    <a:pt x="2781" y="10735"/>
                  </a:lnTo>
                  <a:lnTo>
                    <a:pt x="2472" y="10426"/>
                  </a:lnTo>
                  <a:lnTo>
                    <a:pt x="2163" y="10117"/>
                  </a:lnTo>
                  <a:lnTo>
                    <a:pt x="1893" y="9770"/>
                  </a:lnTo>
                  <a:lnTo>
                    <a:pt x="1661" y="9422"/>
                  </a:lnTo>
                  <a:lnTo>
                    <a:pt x="1430" y="9036"/>
                  </a:lnTo>
                  <a:lnTo>
                    <a:pt x="1198" y="8650"/>
                  </a:lnTo>
                  <a:lnTo>
                    <a:pt x="1005" y="8264"/>
                  </a:lnTo>
                  <a:lnTo>
                    <a:pt x="850" y="7839"/>
                  </a:lnTo>
                  <a:lnTo>
                    <a:pt x="735" y="7376"/>
                  </a:lnTo>
                  <a:lnTo>
                    <a:pt x="619" y="6912"/>
                  </a:lnTo>
                  <a:lnTo>
                    <a:pt x="542" y="6449"/>
                  </a:lnTo>
                  <a:lnTo>
                    <a:pt x="503" y="5985"/>
                  </a:lnTo>
                  <a:lnTo>
                    <a:pt x="503" y="5522"/>
                  </a:lnTo>
                  <a:lnTo>
                    <a:pt x="542" y="5020"/>
                  </a:lnTo>
                  <a:lnTo>
                    <a:pt x="619" y="4557"/>
                  </a:lnTo>
                  <a:lnTo>
                    <a:pt x="696" y="4055"/>
                  </a:lnTo>
                  <a:lnTo>
                    <a:pt x="850" y="3591"/>
                  </a:lnTo>
                  <a:lnTo>
                    <a:pt x="1005" y="3167"/>
                  </a:lnTo>
                  <a:lnTo>
                    <a:pt x="1237" y="2742"/>
                  </a:lnTo>
                  <a:lnTo>
                    <a:pt x="1468" y="2317"/>
                  </a:lnTo>
                  <a:lnTo>
                    <a:pt x="1739" y="1931"/>
                  </a:lnTo>
                  <a:lnTo>
                    <a:pt x="2086" y="1583"/>
                  </a:lnTo>
                  <a:lnTo>
                    <a:pt x="2434" y="1274"/>
                  </a:lnTo>
                  <a:lnTo>
                    <a:pt x="2820" y="1004"/>
                  </a:lnTo>
                  <a:lnTo>
                    <a:pt x="3245" y="811"/>
                  </a:lnTo>
                  <a:lnTo>
                    <a:pt x="3708" y="618"/>
                  </a:lnTo>
                  <a:lnTo>
                    <a:pt x="4249" y="502"/>
                  </a:lnTo>
                  <a:lnTo>
                    <a:pt x="4751" y="463"/>
                  </a:lnTo>
                  <a:close/>
                  <a:moveTo>
                    <a:pt x="5137" y="12627"/>
                  </a:moveTo>
                  <a:lnTo>
                    <a:pt x="5214" y="12666"/>
                  </a:lnTo>
                  <a:lnTo>
                    <a:pt x="5484" y="13129"/>
                  </a:lnTo>
                  <a:lnTo>
                    <a:pt x="4751" y="13052"/>
                  </a:lnTo>
                  <a:lnTo>
                    <a:pt x="5059" y="12627"/>
                  </a:lnTo>
                  <a:close/>
                  <a:moveTo>
                    <a:pt x="3167" y="13979"/>
                  </a:moveTo>
                  <a:lnTo>
                    <a:pt x="3476" y="14403"/>
                  </a:lnTo>
                  <a:lnTo>
                    <a:pt x="3708" y="14828"/>
                  </a:lnTo>
                  <a:lnTo>
                    <a:pt x="3669" y="14867"/>
                  </a:lnTo>
                  <a:lnTo>
                    <a:pt x="3438" y="14944"/>
                  </a:lnTo>
                  <a:lnTo>
                    <a:pt x="3167" y="15021"/>
                  </a:lnTo>
                  <a:lnTo>
                    <a:pt x="2936" y="15060"/>
                  </a:lnTo>
                  <a:lnTo>
                    <a:pt x="2665" y="15021"/>
                  </a:lnTo>
                  <a:lnTo>
                    <a:pt x="2936" y="14519"/>
                  </a:lnTo>
                  <a:lnTo>
                    <a:pt x="3167" y="13979"/>
                  </a:lnTo>
                  <a:close/>
                  <a:moveTo>
                    <a:pt x="5330" y="14867"/>
                  </a:moveTo>
                  <a:lnTo>
                    <a:pt x="5021" y="15987"/>
                  </a:lnTo>
                  <a:lnTo>
                    <a:pt x="4789" y="15794"/>
                  </a:lnTo>
                  <a:lnTo>
                    <a:pt x="4557" y="15562"/>
                  </a:lnTo>
                  <a:lnTo>
                    <a:pt x="4364" y="15330"/>
                  </a:lnTo>
                  <a:lnTo>
                    <a:pt x="4210" y="15098"/>
                  </a:lnTo>
                  <a:lnTo>
                    <a:pt x="4171" y="15060"/>
                  </a:lnTo>
                  <a:lnTo>
                    <a:pt x="5330" y="14867"/>
                  </a:lnTo>
                  <a:close/>
                  <a:moveTo>
                    <a:pt x="4055" y="15407"/>
                  </a:moveTo>
                  <a:lnTo>
                    <a:pt x="4249" y="15678"/>
                  </a:lnTo>
                  <a:lnTo>
                    <a:pt x="4480" y="15948"/>
                  </a:lnTo>
                  <a:lnTo>
                    <a:pt x="4712" y="16218"/>
                  </a:lnTo>
                  <a:lnTo>
                    <a:pt x="4982" y="16450"/>
                  </a:lnTo>
                  <a:lnTo>
                    <a:pt x="5098" y="16489"/>
                  </a:lnTo>
                  <a:lnTo>
                    <a:pt x="4905" y="16991"/>
                  </a:lnTo>
                  <a:lnTo>
                    <a:pt x="4789" y="17531"/>
                  </a:lnTo>
                  <a:lnTo>
                    <a:pt x="4480" y="17145"/>
                  </a:lnTo>
                  <a:lnTo>
                    <a:pt x="4249" y="16759"/>
                  </a:lnTo>
                  <a:lnTo>
                    <a:pt x="4133" y="16527"/>
                  </a:lnTo>
                  <a:lnTo>
                    <a:pt x="4055" y="16296"/>
                  </a:lnTo>
                  <a:lnTo>
                    <a:pt x="4017" y="16064"/>
                  </a:lnTo>
                  <a:lnTo>
                    <a:pt x="4017" y="15794"/>
                  </a:lnTo>
                  <a:lnTo>
                    <a:pt x="4055" y="15407"/>
                  </a:lnTo>
                  <a:close/>
                  <a:moveTo>
                    <a:pt x="5291" y="16798"/>
                  </a:moveTo>
                  <a:lnTo>
                    <a:pt x="5600" y="17145"/>
                  </a:lnTo>
                  <a:lnTo>
                    <a:pt x="5870" y="17531"/>
                  </a:lnTo>
                  <a:lnTo>
                    <a:pt x="5446" y="17570"/>
                  </a:lnTo>
                  <a:lnTo>
                    <a:pt x="5021" y="17647"/>
                  </a:lnTo>
                  <a:lnTo>
                    <a:pt x="5291" y="16798"/>
                  </a:lnTo>
                  <a:close/>
                  <a:moveTo>
                    <a:pt x="4557" y="17879"/>
                  </a:moveTo>
                  <a:lnTo>
                    <a:pt x="4635" y="17995"/>
                  </a:lnTo>
                  <a:lnTo>
                    <a:pt x="4519" y="18149"/>
                  </a:lnTo>
                  <a:lnTo>
                    <a:pt x="4403" y="18381"/>
                  </a:lnTo>
                  <a:lnTo>
                    <a:pt x="4287" y="18805"/>
                  </a:lnTo>
                  <a:lnTo>
                    <a:pt x="3901" y="18381"/>
                  </a:lnTo>
                  <a:lnTo>
                    <a:pt x="3553" y="17917"/>
                  </a:lnTo>
                  <a:lnTo>
                    <a:pt x="4557" y="17879"/>
                  </a:lnTo>
                  <a:close/>
                  <a:moveTo>
                    <a:pt x="7917" y="20003"/>
                  </a:moveTo>
                  <a:lnTo>
                    <a:pt x="7878" y="20736"/>
                  </a:lnTo>
                  <a:lnTo>
                    <a:pt x="7763" y="21509"/>
                  </a:lnTo>
                  <a:lnTo>
                    <a:pt x="6797" y="20775"/>
                  </a:lnTo>
                  <a:lnTo>
                    <a:pt x="6759" y="20736"/>
                  </a:lnTo>
                  <a:lnTo>
                    <a:pt x="6681" y="20466"/>
                  </a:lnTo>
                  <a:lnTo>
                    <a:pt x="6990" y="20273"/>
                  </a:lnTo>
                  <a:lnTo>
                    <a:pt x="7299" y="20118"/>
                  </a:lnTo>
                  <a:lnTo>
                    <a:pt x="7608" y="20041"/>
                  </a:lnTo>
                  <a:lnTo>
                    <a:pt x="7917" y="20003"/>
                  </a:lnTo>
                  <a:close/>
                  <a:moveTo>
                    <a:pt x="5330" y="20389"/>
                  </a:moveTo>
                  <a:lnTo>
                    <a:pt x="6179" y="20813"/>
                  </a:lnTo>
                  <a:lnTo>
                    <a:pt x="5755" y="21200"/>
                  </a:lnTo>
                  <a:lnTo>
                    <a:pt x="5368" y="21663"/>
                  </a:lnTo>
                  <a:lnTo>
                    <a:pt x="5291" y="21007"/>
                  </a:lnTo>
                  <a:lnTo>
                    <a:pt x="5330" y="20389"/>
                  </a:lnTo>
                  <a:close/>
                  <a:moveTo>
                    <a:pt x="4905" y="0"/>
                  </a:moveTo>
                  <a:lnTo>
                    <a:pt x="4519" y="39"/>
                  </a:lnTo>
                  <a:lnTo>
                    <a:pt x="4171" y="39"/>
                  </a:lnTo>
                  <a:lnTo>
                    <a:pt x="3785" y="116"/>
                  </a:lnTo>
                  <a:lnTo>
                    <a:pt x="3438" y="232"/>
                  </a:lnTo>
                  <a:lnTo>
                    <a:pt x="3090" y="348"/>
                  </a:lnTo>
                  <a:lnTo>
                    <a:pt x="2743" y="502"/>
                  </a:lnTo>
                  <a:lnTo>
                    <a:pt x="2434" y="695"/>
                  </a:lnTo>
                  <a:lnTo>
                    <a:pt x="2086" y="927"/>
                  </a:lnTo>
                  <a:lnTo>
                    <a:pt x="1816" y="1197"/>
                  </a:lnTo>
                  <a:lnTo>
                    <a:pt x="1507" y="1506"/>
                  </a:lnTo>
                  <a:lnTo>
                    <a:pt x="1275" y="1815"/>
                  </a:lnTo>
                  <a:lnTo>
                    <a:pt x="1044" y="2124"/>
                  </a:lnTo>
                  <a:lnTo>
                    <a:pt x="812" y="2471"/>
                  </a:lnTo>
                  <a:lnTo>
                    <a:pt x="619" y="2858"/>
                  </a:lnTo>
                  <a:lnTo>
                    <a:pt x="464" y="3205"/>
                  </a:lnTo>
                  <a:lnTo>
                    <a:pt x="310" y="3591"/>
                  </a:lnTo>
                  <a:lnTo>
                    <a:pt x="233" y="3977"/>
                  </a:lnTo>
                  <a:lnTo>
                    <a:pt x="117" y="4364"/>
                  </a:lnTo>
                  <a:lnTo>
                    <a:pt x="78" y="4750"/>
                  </a:lnTo>
                  <a:lnTo>
                    <a:pt x="1" y="5174"/>
                  </a:lnTo>
                  <a:lnTo>
                    <a:pt x="1" y="5561"/>
                  </a:lnTo>
                  <a:lnTo>
                    <a:pt x="1" y="5985"/>
                  </a:lnTo>
                  <a:lnTo>
                    <a:pt x="40" y="6372"/>
                  </a:lnTo>
                  <a:lnTo>
                    <a:pt x="78" y="6796"/>
                  </a:lnTo>
                  <a:lnTo>
                    <a:pt x="155" y="7182"/>
                  </a:lnTo>
                  <a:lnTo>
                    <a:pt x="271" y="7569"/>
                  </a:lnTo>
                  <a:lnTo>
                    <a:pt x="387" y="7993"/>
                  </a:lnTo>
                  <a:lnTo>
                    <a:pt x="542" y="8380"/>
                  </a:lnTo>
                  <a:lnTo>
                    <a:pt x="928" y="9152"/>
                  </a:lnTo>
                  <a:lnTo>
                    <a:pt x="1121" y="9538"/>
                  </a:lnTo>
                  <a:lnTo>
                    <a:pt x="1352" y="9924"/>
                  </a:lnTo>
                  <a:lnTo>
                    <a:pt x="1623" y="10272"/>
                  </a:lnTo>
                  <a:lnTo>
                    <a:pt x="1893" y="10619"/>
                  </a:lnTo>
                  <a:lnTo>
                    <a:pt x="2202" y="10928"/>
                  </a:lnTo>
                  <a:lnTo>
                    <a:pt x="2511" y="11237"/>
                  </a:lnTo>
                  <a:lnTo>
                    <a:pt x="2820" y="11546"/>
                  </a:lnTo>
                  <a:lnTo>
                    <a:pt x="3167" y="11778"/>
                  </a:lnTo>
                  <a:lnTo>
                    <a:pt x="3553" y="12009"/>
                  </a:lnTo>
                  <a:lnTo>
                    <a:pt x="3940" y="12241"/>
                  </a:lnTo>
                  <a:lnTo>
                    <a:pt x="4326" y="12395"/>
                  </a:lnTo>
                  <a:lnTo>
                    <a:pt x="4712" y="12550"/>
                  </a:lnTo>
                  <a:lnTo>
                    <a:pt x="4171" y="13091"/>
                  </a:lnTo>
                  <a:lnTo>
                    <a:pt x="4133" y="13206"/>
                  </a:lnTo>
                  <a:lnTo>
                    <a:pt x="4133" y="13322"/>
                  </a:lnTo>
                  <a:lnTo>
                    <a:pt x="4210" y="13399"/>
                  </a:lnTo>
                  <a:lnTo>
                    <a:pt x="4326" y="13438"/>
                  </a:lnTo>
                  <a:lnTo>
                    <a:pt x="4789" y="13477"/>
                  </a:lnTo>
                  <a:lnTo>
                    <a:pt x="4519" y="13747"/>
                  </a:lnTo>
                  <a:lnTo>
                    <a:pt x="4287" y="13979"/>
                  </a:lnTo>
                  <a:lnTo>
                    <a:pt x="4094" y="14288"/>
                  </a:lnTo>
                  <a:lnTo>
                    <a:pt x="3940" y="14596"/>
                  </a:lnTo>
                  <a:lnTo>
                    <a:pt x="3785" y="14288"/>
                  </a:lnTo>
                  <a:lnTo>
                    <a:pt x="3631" y="14017"/>
                  </a:lnTo>
                  <a:lnTo>
                    <a:pt x="3438" y="13747"/>
                  </a:lnTo>
                  <a:lnTo>
                    <a:pt x="3206" y="13477"/>
                  </a:lnTo>
                  <a:lnTo>
                    <a:pt x="3129" y="13438"/>
                  </a:lnTo>
                  <a:lnTo>
                    <a:pt x="3051" y="13438"/>
                  </a:lnTo>
                  <a:lnTo>
                    <a:pt x="2974" y="13477"/>
                  </a:lnTo>
                  <a:lnTo>
                    <a:pt x="2897" y="13593"/>
                  </a:lnTo>
                  <a:lnTo>
                    <a:pt x="2588" y="14326"/>
                  </a:lnTo>
                  <a:lnTo>
                    <a:pt x="2241" y="15098"/>
                  </a:lnTo>
                  <a:lnTo>
                    <a:pt x="2202" y="15176"/>
                  </a:lnTo>
                  <a:lnTo>
                    <a:pt x="2202" y="15253"/>
                  </a:lnTo>
                  <a:lnTo>
                    <a:pt x="2241" y="15330"/>
                  </a:lnTo>
                  <a:lnTo>
                    <a:pt x="2318" y="15369"/>
                  </a:lnTo>
                  <a:lnTo>
                    <a:pt x="2665" y="15407"/>
                  </a:lnTo>
                  <a:lnTo>
                    <a:pt x="3013" y="15407"/>
                  </a:lnTo>
                  <a:lnTo>
                    <a:pt x="3360" y="15369"/>
                  </a:lnTo>
                  <a:lnTo>
                    <a:pt x="3669" y="15253"/>
                  </a:lnTo>
                  <a:lnTo>
                    <a:pt x="3669" y="15253"/>
                  </a:lnTo>
                  <a:lnTo>
                    <a:pt x="3631" y="15562"/>
                  </a:lnTo>
                  <a:lnTo>
                    <a:pt x="3592" y="15909"/>
                  </a:lnTo>
                  <a:lnTo>
                    <a:pt x="3631" y="16141"/>
                  </a:lnTo>
                  <a:lnTo>
                    <a:pt x="3669" y="16373"/>
                  </a:lnTo>
                  <a:lnTo>
                    <a:pt x="3785" y="16798"/>
                  </a:lnTo>
                  <a:lnTo>
                    <a:pt x="4017" y="17184"/>
                  </a:lnTo>
                  <a:lnTo>
                    <a:pt x="4287" y="17570"/>
                  </a:lnTo>
                  <a:lnTo>
                    <a:pt x="3245" y="17570"/>
                  </a:lnTo>
                  <a:lnTo>
                    <a:pt x="3167" y="17608"/>
                  </a:lnTo>
                  <a:lnTo>
                    <a:pt x="3090" y="17647"/>
                  </a:lnTo>
                  <a:lnTo>
                    <a:pt x="3051" y="17763"/>
                  </a:lnTo>
                  <a:lnTo>
                    <a:pt x="3090" y="17840"/>
                  </a:lnTo>
                  <a:lnTo>
                    <a:pt x="3322" y="18265"/>
                  </a:lnTo>
                  <a:lnTo>
                    <a:pt x="3592" y="18612"/>
                  </a:lnTo>
                  <a:lnTo>
                    <a:pt x="3901" y="18960"/>
                  </a:lnTo>
                  <a:lnTo>
                    <a:pt x="4249" y="19307"/>
                  </a:lnTo>
                  <a:lnTo>
                    <a:pt x="4326" y="19346"/>
                  </a:lnTo>
                  <a:lnTo>
                    <a:pt x="4442" y="19346"/>
                  </a:lnTo>
                  <a:lnTo>
                    <a:pt x="4519" y="19307"/>
                  </a:lnTo>
                  <a:lnTo>
                    <a:pt x="4557" y="19230"/>
                  </a:lnTo>
                  <a:lnTo>
                    <a:pt x="4751" y="18767"/>
                  </a:lnTo>
                  <a:lnTo>
                    <a:pt x="4828" y="18497"/>
                  </a:lnTo>
                  <a:lnTo>
                    <a:pt x="4905" y="18265"/>
                  </a:lnTo>
                  <a:lnTo>
                    <a:pt x="5021" y="18381"/>
                  </a:lnTo>
                  <a:lnTo>
                    <a:pt x="5446" y="18883"/>
                  </a:lnTo>
                  <a:lnTo>
                    <a:pt x="5793" y="19385"/>
                  </a:lnTo>
                  <a:lnTo>
                    <a:pt x="6063" y="19964"/>
                  </a:lnTo>
                  <a:lnTo>
                    <a:pt x="6257" y="20543"/>
                  </a:lnTo>
                  <a:lnTo>
                    <a:pt x="5253" y="19964"/>
                  </a:lnTo>
                  <a:lnTo>
                    <a:pt x="5175" y="19925"/>
                  </a:lnTo>
                  <a:lnTo>
                    <a:pt x="5098" y="19925"/>
                  </a:lnTo>
                  <a:lnTo>
                    <a:pt x="5021" y="20003"/>
                  </a:lnTo>
                  <a:lnTo>
                    <a:pt x="4982" y="20041"/>
                  </a:lnTo>
                  <a:lnTo>
                    <a:pt x="4944" y="20582"/>
                  </a:lnTo>
                  <a:lnTo>
                    <a:pt x="4944" y="21084"/>
                  </a:lnTo>
                  <a:lnTo>
                    <a:pt x="4982" y="21586"/>
                  </a:lnTo>
                  <a:lnTo>
                    <a:pt x="5059" y="22088"/>
                  </a:lnTo>
                  <a:lnTo>
                    <a:pt x="5098" y="22204"/>
                  </a:lnTo>
                  <a:lnTo>
                    <a:pt x="5214" y="22242"/>
                  </a:lnTo>
                  <a:lnTo>
                    <a:pt x="5291" y="22242"/>
                  </a:lnTo>
                  <a:lnTo>
                    <a:pt x="5368" y="22165"/>
                  </a:lnTo>
                  <a:lnTo>
                    <a:pt x="5870" y="21663"/>
                  </a:lnTo>
                  <a:lnTo>
                    <a:pt x="6372" y="21161"/>
                  </a:lnTo>
                  <a:lnTo>
                    <a:pt x="6411" y="21547"/>
                  </a:lnTo>
                  <a:lnTo>
                    <a:pt x="6372" y="21933"/>
                  </a:lnTo>
                  <a:lnTo>
                    <a:pt x="6295" y="22474"/>
                  </a:lnTo>
                  <a:lnTo>
                    <a:pt x="6102" y="23053"/>
                  </a:lnTo>
                  <a:lnTo>
                    <a:pt x="5870" y="23671"/>
                  </a:lnTo>
                  <a:lnTo>
                    <a:pt x="5677" y="23941"/>
                  </a:lnTo>
                  <a:lnTo>
                    <a:pt x="5523" y="24173"/>
                  </a:lnTo>
                  <a:lnTo>
                    <a:pt x="5330" y="24405"/>
                  </a:lnTo>
                  <a:lnTo>
                    <a:pt x="5098" y="24598"/>
                  </a:lnTo>
                  <a:lnTo>
                    <a:pt x="4866" y="24752"/>
                  </a:lnTo>
                  <a:lnTo>
                    <a:pt x="4635" y="24868"/>
                  </a:lnTo>
                  <a:lnTo>
                    <a:pt x="4364" y="24945"/>
                  </a:lnTo>
                  <a:lnTo>
                    <a:pt x="4094" y="24907"/>
                  </a:lnTo>
                  <a:lnTo>
                    <a:pt x="3785" y="24868"/>
                  </a:lnTo>
                  <a:lnTo>
                    <a:pt x="3476" y="24714"/>
                  </a:lnTo>
                  <a:lnTo>
                    <a:pt x="3399" y="24675"/>
                  </a:lnTo>
                  <a:lnTo>
                    <a:pt x="3360" y="24675"/>
                  </a:lnTo>
                  <a:lnTo>
                    <a:pt x="3283" y="24752"/>
                  </a:lnTo>
                  <a:lnTo>
                    <a:pt x="3245" y="24868"/>
                  </a:lnTo>
                  <a:lnTo>
                    <a:pt x="3245" y="24907"/>
                  </a:lnTo>
                  <a:lnTo>
                    <a:pt x="3283" y="24945"/>
                  </a:lnTo>
                  <a:lnTo>
                    <a:pt x="3438" y="25100"/>
                  </a:lnTo>
                  <a:lnTo>
                    <a:pt x="3592" y="25216"/>
                  </a:lnTo>
                  <a:lnTo>
                    <a:pt x="3785" y="25293"/>
                  </a:lnTo>
                  <a:lnTo>
                    <a:pt x="3940" y="25331"/>
                  </a:lnTo>
                  <a:lnTo>
                    <a:pt x="4133" y="25370"/>
                  </a:lnTo>
                  <a:lnTo>
                    <a:pt x="4287" y="25370"/>
                  </a:lnTo>
                  <a:lnTo>
                    <a:pt x="4635" y="25293"/>
                  </a:lnTo>
                  <a:lnTo>
                    <a:pt x="4982" y="25138"/>
                  </a:lnTo>
                  <a:lnTo>
                    <a:pt x="5330" y="24945"/>
                  </a:lnTo>
                  <a:lnTo>
                    <a:pt x="5600" y="24714"/>
                  </a:lnTo>
                  <a:lnTo>
                    <a:pt x="5870" y="24443"/>
                  </a:lnTo>
                  <a:lnTo>
                    <a:pt x="6141" y="24057"/>
                  </a:lnTo>
                  <a:lnTo>
                    <a:pt x="6334" y="23671"/>
                  </a:lnTo>
                  <a:lnTo>
                    <a:pt x="6527" y="23285"/>
                  </a:lnTo>
                  <a:lnTo>
                    <a:pt x="6643" y="22860"/>
                  </a:lnTo>
                  <a:lnTo>
                    <a:pt x="6759" y="22435"/>
                  </a:lnTo>
                  <a:lnTo>
                    <a:pt x="6797" y="21972"/>
                  </a:lnTo>
                  <a:lnTo>
                    <a:pt x="6836" y="21547"/>
                  </a:lnTo>
                  <a:lnTo>
                    <a:pt x="6797" y="21084"/>
                  </a:lnTo>
                  <a:lnTo>
                    <a:pt x="7763" y="21933"/>
                  </a:lnTo>
                  <a:lnTo>
                    <a:pt x="7840" y="21972"/>
                  </a:lnTo>
                  <a:lnTo>
                    <a:pt x="7917" y="21972"/>
                  </a:lnTo>
                  <a:lnTo>
                    <a:pt x="7994" y="21933"/>
                  </a:lnTo>
                  <a:lnTo>
                    <a:pt x="8071" y="21856"/>
                  </a:lnTo>
                  <a:lnTo>
                    <a:pt x="8149" y="21354"/>
                  </a:lnTo>
                  <a:lnTo>
                    <a:pt x="8226" y="20852"/>
                  </a:lnTo>
                  <a:lnTo>
                    <a:pt x="8303" y="19809"/>
                  </a:lnTo>
                  <a:lnTo>
                    <a:pt x="8303" y="19732"/>
                  </a:lnTo>
                  <a:lnTo>
                    <a:pt x="8265" y="19694"/>
                  </a:lnTo>
                  <a:lnTo>
                    <a:pt x="8187" y="19655"/>
                  </a:lnTo>
                  <a:lnTo>
                    <a:pt x="8149" y="19616"/>
                  </a:lnTo>
                  <a:lnTo>
                    <a:pt x="7724" y="19655"/>
                  </a:lnTo>
                  <a:lnTo>
                    <a:pt x="7299" y="19732"/>
                  </a:lnTo>
                  <a:lnTo>
                    <a:pt x="6952" y="19848"/>
                  </a:lnTo>
                  <a:lnTo>
                    <a:pt x="6604" y="20080"/>
                  </a:lnTo>
                  <a:lnTo>
                    <a:pt x="6334" y="19539"/>
                  </a:lnTo>
                  <a:lnTo>
                    <a:pt x="6025" y="18999"/>
                  </a:lnTo>
                  <a:lnTo>
                    <a:pt x="5677" y="18497"/>
                  </a:lnTo>
                  <a:lnTo>
                    <a:pt x="5253" y="18033"/>
                  </a:lnTo>
                  <a:lnTo>
                    <a:pt x="5214" y="17995"/>
                  </a:lnTo>
                  <a:lnTo>
                    <a:pt x="5716" y="17956"/>
                  </a:lnTo>
                  <a:lnTo>
                    <a:pt x="6179" y="17879"/>
                  </a:lnTo>
                  <a:lnTo>
                    <a:pt x="6257" y="17840"/>
                  </a:lnTo>
                  <a:lnTo>
                    <a:pt x="6295" y="17763"/>
                  </a:lnTo>
                  <a:lnTo>
                    <a:pt x="6295" y="17686"/>
                  </a:lnTo>
                  <a:lnTo>
                    <a:pt x="6257" y="17608"/>
                  </a:lnTo>
                  <a:lnTo>
                    <a:pt x="6102" y="17261"/>
                  </a:lnTo>
                  <a:lnTo>
                    <a:pt x="5870" y="16952"/>
                  </a:lnTo>
                  <a:lnTo>
                    <a:pt x="5639" y="16682"/>
                  </a:lnTo>
                  <a:lnTo>
                    <a:pt x="5368" y="16411"/>
                  </a:lnTo>
                  <a:lnTo>
                    <a:pt x="5291" y="16373"/>
                  </a:lnTo>
                  <a:lnTo>
                    <a:pt x="5793" y="14674"/>
                  </a:lnTo>
                  <a:lnTo>
                    <a:pt x="5793" y="14558"/>
                  </a:lnTo>
                  <a:lnTo>
                    <a:pt x="5755" y="14481"/>
                  </a:lnTo>
                  <a:lnTo>
                    <a:pt x="5677" y="14442"/>
                  </a:lnTo>
                  <a:lnTo>
                    <a:pt x="5561" y="14442"/>
                  </a:lnTo>
                  <a:lnTo>
                    <a:pt x="4326" y="14674"/>
                  </a:lnTo>
                  <a:lnTo>
                    <a:pt x="4326" y="14674"/>
                  </a:lnTo>
                  <a:lnTo>
                    <a:pt x="4519" y="14326"/>
                  </a:lnTo>
                  <a:lnTo>
                    <a:pt x="4751" y="14056"/>
                  </a:lnTo>
                  <a:lnTo>
                    <a:pt x="4982" y="13786"/>
                  </a:lnTo>
                  <a:lnTo>
                    <a:pt x="5214" y="13515"/>
                  </a:lnTo>
                  <a:lnTo>
                    <a:pt x="5870" y="13554"/>
                  </a:lnTo>
                  <a:lnTo>
                    <a:pt x="5986" y="13515"/>
                  </a:lnTo>
                  <a:lnTo>
                    <a:pt x="6025" y="13438"/>
                  </a:lnTo>
                  <a:lnTo>
                    <a:pt x="6063" y="13361"/>
                  </a:lnTo>
                  <a:lnTo>
                    <a:pt x="6025" y="13245"/>
                  </a:lnTo>
                  <a:lnTo>
                    <a:pt x="5832" y="12820"/>
                  </a:lnTo>
                  <a:lnTo>
                    <a:pt x="5561" y="12434"/>
                  </a:lnTo>
                  <a:lnTo>
                    <a:pt x="6257" y="11893"/>
                  </a:lnTo>
                  <a:lnTo>
                    <a:pt x="6913" y="11276"/>
                  </a:lnTo>
                  <a:lnTo>
                    <a:pt x="7531" y="10619"/>
                  </a:lnTo>
                  <a:lnTo>
                    <a:pt x="8110" y="9885"/>
                  </a:lnTo>
                  <a:lnTo>
                    <a:pt x="8573" y="9152"/>
                  </a:lnTo>
                  <a:lnTo>
                    <a:pt x="8805" y="8766"/>
                  </a:lnTo>
                  <a:lnTo>
                    <a:pt x="8998" y="8341"/>
                  </a:lnTo>
                  <a:lnTo>
                    <a:pt x="9153" y="7916"/>
                  </a:lnTo>
                  <a:lnTo>
                    <a:pt x="9307" y="7491"/>
                  </a:lnTo>
                  <a:lnTo>
                    <a:pt x="9423" y="7067"/>
                  </a:lnTo>
                  <a:lnTo>
                    <a:pt x="9500" y="6642"/>
                  </a:lnTo>
                  <a:lnTo>
                    <a:pt x="9577" y="6217"/>
                  </a:lnTo>
                  <a:lnTo>
                    <a:pt x="9616" y="5754"/>
                  </a:lnTo>
                  <a:lnTo>
                    <a:pt x="9616" y="5329"/>
                  </a:lnTo>
                  <a:lnTo>
                    <a:pt x="9577" y="4904"/>
                  </a:lnTo>
                  <a:lnTo>
                    <a:pt x="9539" y="4479"/>
                  </a:lnTo>
                  <a:lnTo>
                    <a:pt x="9462" y="4093"/>
                  </a:lnTo>
                  <a:lnTo>
                    <a:pt x="9346" y="3669"/>
                  </a:lnTo>
                  <a:lnTo>
                    <a:pt x="9230" y="3282"/>
                  </a:lnTo>
                  <a:lnTo>
                    <a:pt x="9037" y="2896"/>
                  </a:lnTo>
                  <a:lnTo>
                    <a:pt x="8882" y="2510"/>
                  </a:lnTo>
                  <a:lnTo>
                    <a:pt x="8651" y="2163"/>
                  </a:lnTo>
                  <a:lnTo>
                    <a:pt x="8380" y="1815"/>
                  </a:lnTo>
                  <a:lnTo>
                    <a:pt x="8110" y="1506"/>
                  </a:lnTo>
                  <a:lnTo>
                    <a:pt x="7801" y="1197"/>
                  </a:lnTo>
                  <a:lnTo>
                    <a:pt x="7492" y="927"/>
                  </a:lnTo>
                  <a:lnTo>
                    <a:pt x="7106" y="695"/>
                  </a:lnTo>
                  <a:lnTo>
                    <a:pt x="6759" y="502"/>
                  </a:lnTo>
                  <a:lnTo>
                    <a:pt x="6411" y="348"/>
                  </a:lnTo>
                  <a:lnTo>
                    <a:pt x="6025" y="193"/>
                  </a:lnTo>
                  <a:lnTo>
                    <a:pt x="5639" y="116"/>
                  </a:lnTo>
                  <a:lnTo>
                    <a:pt x="5291" y="3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0" name="Google Shape;4320;p18"/>
            <p:cNvSpPr/>
            <p:nvPr/>
          </p:nvSpPr>
          <p:spPr>
            <a:xfrm>
              <a:off x="3031900" y="4271250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4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8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1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5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9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5"/>
                  </a:lnTo>
                  <a:lnTo>
                    <a:pt x="1159" y="541"/>
                  </a:lnTo>
                  <a:lnTo>
                    <a:pt x="1352" y="426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9"/>
                  </a:lnTo>
                  <a:lnTo>
                    <a:pt x="309" y="928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6"/>
                  </a:lnTo>
                  <a:lnTo>
                    <a:pt x="0" y="2009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3" y="2858"/>
                  </a:lnTo>
                  <a:lnTo>
                    <a:pt x="425" y="3244"/>
                  </a:lnTo>
                  <a:lnTo>
                    <a:pt x="695" y="3553"/>
                  </a:lnTo>
                  <a:lnTo>
                    <a:pt x="1043" y="3824"/>
                  </a:lnTo>
                  <a:lnTo>
                    <a:pt x="1468" y="4017"/>
                  </a:lnTo>
                  <a:lnTo>
                    <a:pt x="1661" y="4094"/>
                  </a:lnTo>
                  <a:lnTo>
                    <a:pt x="1893" y="4133"/>
                  </a:lnTo>
                  <a:lnTo>
                    <a:pt x="2317" y="4133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3"/>
                  </a:lnTo>
                  <a:lnTo>
                    <a:pt x="4171" y="1430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7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1" name="Google Shape;4321;p18"/>
            <p:cNvSpPr/>
            <p:nvPr/>
          </p:nvSpPr>
          <p:spPr>
            <a:xfrm>
              <a:off x="5567925" y="4274150"/>
              <a:ext cx="67600" cy="76300"/>
            </a:xfrm>
            <a:custGeom>
              <a:avLst/>
              <a:gdLst/>
              <a:ahLst/>
              <a:cxnLst/>
              <a:rect l="l" t="t" r="r" b="b"/>
              <a:pathLst>
                <a:path w="2704" h="3052" extrusionOk="0">
                  <a:moveTo>
                    <a:pt x="1159" y="425"/>
                  </a:moveTo>
                  <a:lnTo>
                    <a:pt x="1429" y="503"/>
                  </a:lnTo>
                  <a:lnTo>
                    <a:pt x="1661" y="619"/>
                  </a:lnTo>
                  <a:lnTo>
                    <a:pt x="1854" y="773"/>
                  </a:lnTo>
                  <a:lnTo>
                    <a:pt x="2009" y="966"/>
                  </a:lnTo>
                  <a:lnTo>
                    <a:pt x="2124" y="1121"/>
                  </a:lnTo>
                  <a:lnTo>
                    <a:pt x="2202" y="1314"/>
                  </a:lnTo>
                  <a:lnTo>
                    <a:pt x="2318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2" y="2395"/>
                  </a:lnTo>
                  <a:lnTo>
                    <a:pt x="2047" y="2279"/>
                  </a:lnTo>
                  <a:lnTo>
                    <a:pt x="1623" y="2047"/>
                  </a:lnTo>
                  <a:lnTo>
                    <a:pt x="1236" y="1893"/>
                  </a:lnTo>
                  <a:lnTo>
                    <a:pt x="1005" y="1777"/>
                  </a:lnTo>
                  <a:lnTo>
                    <a:pt x="812" y="1661"/>
                  </a:lnTo>
                  <a:lnTo>
                    <a:pt x="619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2"/>
                  </a:lnTo>
                  <a:lnTo>
                    <a:pt x="541" y="657"/>
                  </a:lnTo>
                  <a:lnTo>
                    <a:pt x="619" y="580"/>
                  </a:lnTo>
                  <a:lnTo>
                    <a:pt x="696" y="503"/>
                  </a:lnTo>
                  <a:lnTo>
                    <a:pt x="812" y="464"/>
                  </a:lnTo>
                  <a:lnTo>
                    <a:pt x="927" y="425"/>
                  </a:lnTo>
                  <a:close/>
                  <a:moveTo>
                    <a:pt x="1005" y="1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1"/>
                  </a:lnTo>
                  <a:lnTo>
                    <a:pt x="194" y="425"/>
                  </a:lnTo>
                  <a:lnTo>
                    <a:pt x="78" y="619"/>
                  </a:lnTo>
                  <a:lnTo>
                    <a:pt x="1" y="812"/>
                  </a:lnTo>
                  <a:lnTo>
                    <a:pt x="1" y="1005"/>
                  </a:lnTo>
                  <a:lnTo>
                    <a:pt x="1" y="1236"/>
                  </a:lnTo>
                  <a:lnTo>
                    <a:pt x="39" y="1429"/>
                  </a:lnTo>
                  <a:lnTo>
                    <a:pt x="155" y="1623"/>
                  </a:lnTo>
                  <a:lnTo>
                    <a:pt x="387" y="1854"/>
                  </a:lnTo>
                  <a:lnTo>
                    <a:pt x="619" y="2047"/>
                  </a:lnTo>
                  <a:lnTo>
                    <a:pt x="889" y="2202"/>
                  </a:lnTo>
                  <a:lnTo>
                    <a:pt x="1198" y="2318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9" y="2742"/>
                  </a:lnTo>
                  <a:lnTo>
                    <a:pt x="2202" y="2974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1" y="3013"/>
                  </a:lnTo>
                  <a:lnTo>
                    <a:pt x="2588" y="2974"/>
                  </a:lnTo>
                  <a:lnTo>
                    <a:pt x="2626" y="2897"/>
                  </a:lnTo>
                  <a:lnTo>
                    <a:pt x="2704" y="2318"/>
                  </a:lnTo>
                  <a:lnTo>
                    <a:pt x="2704" y="2009"/>
                  </a:lnTo>
                  <a:lnTo>
                    <a:pt x="2704" y="1700"/>
                  </a:lnTo>
                  <a:lnTo>
                    <a:pt x="2626" y="1429"/>
                  </a:lnTo>
                  <a:lnTo>
                    <a:pt x="2549" y="1121"/>
                  </a:lnTo>
                  <a:lnTo>
                    <a:pt x="2433" y="850"/>
                  </a:lnTo>
                  <a:lnTo>
                    <a:pt x="2279" y="580"/>
                  </a:lnTo>
                  <a:lnTo>
                    <a:pt x="2124" y="425"/>
                  </a:lnTo>
                  <a:lnTo>
                    <a:pt x="1931" y="271"/>
                  </a:lnTo>
                  <a:lnTo>
                    <a:pt x="1700" y="117"/>
                  </a:lnTo>
                  <a:lnTo>
                    <a:pt x="1507" y="39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2" name="Google Shape;4322;p18"/>
            <p:cNvSpPr/>
            <p:nvPr/>
          </p:nvSpPr>
          <p:spPr>
            <a:xfrm>
              <a:off x="2254775" y="4312775"/>
              <a:ext cx="326325" cy="190200"/>
            </a:xfrm>
            <a:custGeom>
              <a:avLst/>
              <a:gdLst/>
              <a:ahLst/>
              <a:cxnLst/>
              <a:rect l="l" t="t" r="r" b="b"/>
              <a:pathLst>
                <a:path w="13053" h="7608" extrusionOk="0">
                  <a:moveTo>
                    <a:pt x="8920" y="271"/>
                  </a:moveTo>
                  <a:lnTo>
                    <a:pt x="9036" y="348"/>
                  </a:lnTo>
                  <a:lnTo>
                    <a:pt x="9191" y="464"/>
                  </a:lnTo>
                  <a:lnTo>
                    <a:pt x="9307" y="618"/>
                  </a:lnTo>
                  <a:lnTo>
                    <a:pt x="9384" y="657"/>
                  </a:lnTo>
                  <a:lnTo>
                    <a:pt x="9422" y="966"/>
                  </a:lnTo>
                  <a:lnTo>
                    <a:pt x="9422" y="1275"/>
                  </a:lnTo>
                  <a:lnTo>
                    <a:pt x="9345" y="1545"/>
                  </a:lnTo>
                  <a:lnTo>
                    <a:pt x="9229" y="1815"/>
                  </a:lnTo>
                  <a:lnTo>
                    <a:pt x="9036" y="2085"/>
                  </a:lnTo>
                  <a:lnTo>
                    <a:pt x="8882" y="2317"/>
                  </a:lnTo>
                  <a:lnTo>
                    <a:pt x="8457" y="2781"/>
                  </a:lnTo>
                  <a:lnTo>
                    <a:pt x="6990" y="4441"/>
                  </a:lnTo>
                  <a:lnTo>
                    <a:pt x="6835" y="4441"/>
                  </a:lnTo>
                  <a:lnTo>
                    <a:pt x="7106" y="3476"/>
                  </a:lnTo>
                  <a:lnTo>
                    <a:pt x="7415" y="2549"/>
                  </a:lnTo>
                  <a:lnTo>
                    <a:pt x="7801" y="1506"/>
                  </a:lnTo>
                  <a:lnTo>
                    <a:pt x="8032" y="1043"/>
                  </a:lnTo>
                  <a:lnTo>
                    <a:pt x="8187" y="773"/>
                  </a:lnTo>
                  <a:lnTo>
                    <a:pt x="8380" y="502"/>
                  </a:lnTo>
                  <a:lnTo>
                    <a:pt x="8573" y="348"/>
                  </a:lnTo>
                  <a:lnTo>
                    <a:pt x="8689" y="271"/>
                  </a:lnTo>
                  <a:close/>
                  <a:moveTo>
                    <a:pt x="2124" y="4441"/>
                  </a:moveTo>
                  <a:lnTo>
                    <a:pt x="2974" y="4557"/>
                  </a:lnTo>
                  <a:lnTo>
                    <a:pt x="3823" y="4711"/>
                  </a:lnTo>
                  <a:lnTo>
                    <a:pt x="4905" y="4866"/>
                  </a:lnTo>
                  <a:lnTo>
                    <a:pt x="5407" y="4943"/>
                  </a:lnTo>
                  <a:lnTo>
                    <a:pt x="5947" y="4982"/>
                  </a:lnTo>
                  <a:lnTo>
                    <a:pt x="4673" y="5213"/>
                  </a:lnTo>
                  <a:lnTo>
                    <a:pt x="3399" y="5406"/>
                  </a:lnTo>
                  <a:lnTo>
                    <a:pt x="2703" y="5484"/>
                  </a:lnTo>
                  <a:lnTo>
                    <a:pt x="1622" y="5484"/>
                  </a:lnTo>
                  <a:lnTo>
                    <a:pt x="1236" y="5445"/>
                  </a:lnTo>
                  <a:lnTo>
                    <a:pt x="966" y="5368"/>
                  </a:lnTo>
                  <a:lnTo>
                    <a:pt x="773" y="5291"/>
                  </a:lnTo>
                  <a:lnTo>
                    <a:pt x="696" y="5213"/>
                  </a:lnTo>
                  <a:lnTo>
                    <a:pt x="657" y="5097"/>
                  </a:lnTo>
                  <a:lnTo>
                    <a:pt x="657" y="4982"/>
                  </a:lnTo>
                  <a:lnTo>
                    <a:pt x="696" y="4827"/>
                  </a:lnTo>
                  <a:lnTo>
                    <a:pt x="734" y="4673"/>
                  </a:lnTo>
                  <a:lnTo>
                    <a:pt x="811" y="4557"/>
                  </a:lnTo>
                  <a:lnTo>
                    <a:pt x="889" y="4480"/>
                  </a:lnTo>
                  <a:lnTo>
                    <a:pt x="966" y="4441"/>
                  </a:lnTo>
                  <a:close/>
                  <a:moveTo>
                    <a:pt x="7183" y="4866"/>
                  </a:moveTo>
                  <a:lnTo>
                    <a:pt x="8380" y="5097"/>
                  </a:lnTo>
                  <a:lnTo>
                    <a:pt x="9616" y="5406"/>
                  </a:lnTo>
                  <a:lnTo>
                    <a:pt x="10272" y="5599"/>
                  </a:lnTo>
                  <a:lnTo>
                    <a:pt x="10967" y="5792"/>
                  </a:lnTo>
                  <a:lnTo>
                    <a:pt x="11662" y="6024"/>
                  </a:lnTo>
                  <a:lnTo>
                    <a:pt x="12087" y="6217"/>
                  </a:lnTo>
                  <a:lnTo>
                    <a:pt x="12203" y="6256"/>
                  </a:lnTo>
                  <a:lnTo>
                    <a:pt x="12319" y="6333"/>
                  </a:lnTo>
                  <a:lnTo>
                    <a:pt x="12396" y="6410"/>
                  </a:lnTo>
                  <a:lnTo>
                    <a:pt x="12434" y="6526"/>
                  </a:lnTo>
                  <a:lnTo>
                    <a:pt x="12473" y="6642"/>
                  </a:lnTo>
                  <a:lnTo>
                    <a:pt x="12473" y="6796"/>
                  </a:lnTo>
                  <a:lnTo>
                    <a:pt x="12396" y="7144"/>
                  </a:lnTo>
                  <a:lnTo>
                    <a:pt x="12241" y="7183"/>
                  </a:lnTo>
                  <a:lnTo>
                    <a:pt x="12010" y="7221"/>
                  </a:lnTo>
                  <a:lnTo>
                    <a:pt x="11817" y="7183"/>
                  </a:lnTo>
                  <a:lnTo>
                    <a:pt x="11585" y="7144"/>
                  </a:lnTo>
                  <a:lnTo>
                    <a:pt x="11122" y="7028"/>
                  </a:lnTo>
                  <a:lnTo>
                    <a:pt x="10735" y="6874"/>
                  </a:lnTo>
                  <a:lnTo>
                    <a:pt x="10002" y="6603"/>
                  </a:lnTo>
                  <a:lnTo>
                    <a:pt x="9307" y="6256"/>
                  </a:lnTo>
                  <a:lnTo>
                    <a:pt x="8766" y="5947"/>
                  </a:lnTo>
                  <a:lnTo>
                    <a:pt x="8225" y="5599"/>
                  </a:lnTo>
                  <a:lnTo>
                    <a:pt x="7183" y="4866"/>
                  </a:lnTo>
                  <a:close/>
                  <a:moveTo>
                    <a:pt x="8805" y="0"/>
                  </a:moveTo>
                  <a:lnTo>
                    <a:pt x="8573" y="39"/>
                  </a:lnTo>
                  <a:lnTo>
                    <a:pt x="8341" y="155"/>
                  </a:lnTo>
                  <a:lnTo>
                    <a:pt x="8110" y="271"/>
                  </a:lnTo>
                  <a:lnTo>
                    <a:pt x="7955" y="464"/>
                  </a:lnTo>
                  <a:lnTo>
                    <a:pt x="7723" y="850"/>
                  </a:lnTo>
                  <a:lnTo>
                    <a:pt x="7492" y="1275"/>
                  </a:lnTo>
                  <a:lnTo>
                    <a:pt x="7183" y="2201"/>
                  </a:lnTo>
                  <a:lnTo>
                    <a:pt x="6835" y="3321"/>
                  </a:lnTo>
                  <a:lnTo>
                    <a:pt x="6719" y="3862"/>
                  </a:lnTo>
                  <a:lnTo>
                    <a:pt x="6604" y="4441"/>
                  </a:lnTo>
                  <a:lnTo>
                    <a:pt x="6526" y="4518"/>
                  </a:lnTo>
                  <a:lnTo>
                    <a:pt x="6526" y="4634"/>
                  </a:lnTo>
                  <a:lnTo>
                    <a:pt x="5947" y="4595"/>
                  </a:lnTo>
                  <a:lnTo>
                    <a:pt x="5407" y="4557"/>
                  </a:lnTo>
                  <a:lnTo>
                    <a:pt x="4325" y="4402"/>
                  </a:lnTo>
                  <a:lnTo>
                    <a:pt x="3244" y="4209"/>
                  </a:lnTo>
                  <a:lnTo>
                    <a:pt x="2703" y="4132"/>
                  </a:lnTo>
                  <a:lnTo>
                    <a:pt x="2124" y="4093"/>
                  </a:lnTo>
                  <a:lnTo>
                    <a:pt x="1545" y="4055"/>
                  </a:lnTo>
                  <a:lnTo>
                    <a:pt x="1159" y="4055"/>
                  </a:lnTo>
                  <a:lnTo>
                    <a:pt x="773" y="4093"/>
                  </a:lnTo>
                  <a:lnTo>
                    <a:pt x="425" y="4209"/>
                  </a:lnTo>
                  <a:lnTo>
                    <a:pt x="271" y="4287"/>
                  </a:lnTo>
                  <a:lnTo>
                    <a:pt x="155" y="4364"/>
                  </a:lnTo>
                  <a:lnTo>
                    <a:pt x="78" y="4480"/>
                  </a:lnTo>
                  <a:lnTo>
                    <a:pt x="0" y="4634"/>
                  </a:lnTo>
                  <a:lnTo>
                    <a:pt x="0" y="4789"/>
                  </a:lnTo>
                  <a:lnTo>
                    <a:pt x="39" y="4982"/>
                  </a:lnTo>
                  <a:lnTo>
                    <a:pt x="78" y="5136"/>
                  </a:lnTo>
                  <a:lnTo>
                    <a:pt x="155" y="5252"/>
                  </a:lnTo>
                  <a:lnTo>
                    <a:pt x="232" y="5406"/>
                  </a:lnTo>
                  <a:lnTo>
                    <a:pt x="348" y="5522"/>
                  </a:lnTo>
                  <a:lnTo>
                    <a:pt x="618" y="5677"/>
                  </a:lnTo>
                  <a:lnTo>
                    <a:pt x="927" y="5792"/>
                  </a:lnTo>
                  <a:lnTo>
                    <a:pt x="1275" y="5870"/>
                  </a:lnTo>
                  <a:lnTo>
                    <a:pt x="1622" y="5908"/>
                  </a:lnTo>
                  <a:lnTo>
                    <a:pt x="2240" y="5908"/>
                  </a:lnTo>
                  <a:lnTo>
                    <a:pt x="3360" y="5831"/>
                  </a:lnTo>
                  <a:lnTo>
                    <a:pt x="4441" y="5715"/>
                  </a:lnTo>
                  <a:lnTo>
                    <a:pt x="5561" y="5484"/>
                  </a:lnTo>
                  <a:lnTo>
                    <a:pt x="6102" y="5329"/>
                  </a:lnTo>
                  <a:lnTo>
                    <a:pt x="6604" y="5136"/>
                  </a:lnTo>
                  <a:lnTo>
                    <a:pt x="6604" y="5175"/>
                  </a:lnTo>
                  <a:lnTo>
                    <a:pt x="6642" y="5599"/>
                  </a:lnTo>
                  <a:lnTo>
                    <a:pt x="6681" y="5792"/>
                  </a:lnTo>
                  <a:lnTo>
                    <a:pt x="6758" y="5986"/>
                  </a:lnTo>
                  <a:lnTo>
                    <a:pt x="7028" y="6024"/>
                  </a:lnTo>
                  <a:lnTo>
                    <a:pt x="7028" y="5986"/>
                  </a:lnTo>
                  <a:lnTo>
                    <a:pt x="6951" y="5599"/>
                  </a:lnTo>
                  <a:lnTo>
                    <a:pt x="6951" y="5406"/>
                  </a:lnTo>
                  <a:lnTo>
                    <a:pt x="6990" y="5213"/>
                  </a:lnTo>
                  <a:lnTo>
                    <a:pt x="7028" y="5175"/>
                  </a:lnTo>
                  <a:lnTo>
                    <a:pt x="7723" y="5754"/>
                  </a:lnTo>
                  <a:lnTo>
                    <a:pt x="8496" y="6256"/>
                  </a:lnTo>
                  <a:lnTo>
                    <a:pt x="9307" y="6681"/>
                  </a:lnTo>
                  <a:lnTo>
                    <a:pt x="10118" y="7067"/>
                  </a:lnTo>
                  <a:lnTo>
                    <a:pt x="10774" y="7337"/>
                  </a:lnTo>
                  <a:lnTo>
                    <a:pt x="11237" y="7453"/>
                  </a:lnTo>
                  <a:lnTo>
                    <a:pt x="11662" y="7569"/>
                  </a:lnTo>
                  <a:lnTo>
                    <a:pt x="12126" y="7607"/>
                  </a:lnTo>
                  <a:lnTo>
                    <a:pt x="12319" y="7569"/>
                  </a:lnTo>
                  <a:lnTo>
                    <a:pt x="12512" y="7530"/>
                  </a:lnTo>
                  <a:lnTo>
                    <a:pt x="12666" y="7453"/>
                  </a:lnTo>
                  <a:lnTo>
                    <a:pt x="12821" y="7376"/>
                  </a:lnTo>
                  <a:lnTo>
                    <a:pt x="12936" y="7221"/>
                  </a:lnTo>
                  <a:lnTo>
                    <a:pt x="13014" y="7028"/>
                  </a:lnTo>
                  <a:lnTo>
                    <a:pt x="13052" y="6874"/>
                  </a:lnTo>
                  <a:lnTo>
                    <a:pt x="13052" y="6719"/>
                  </a:lnTo>
                  <a:lnTo>
                    <a:pt x="13014" y="6565"/>
                  </a:lnTo>
                  <a:lnTo>
                    <a:pt x="12975" y="6449"/>
                  </a:lnTo>
                  <a:lnTo>
                    <a:pt x="12898" y="6333"/>
                  </a:lnTo>
                  <a:lnTo>
                    <a:pt x="12782" y="6217"/>
                  </a:lnTo>
                  <a:lnTo>
                    <a:pt x="12512" y="6024"/>
                  </a:lnTo>
                  <a:lnTo>
                    <a:pt x="12241" y="5870"/>
                  </a:lnTo>
                  <a:lnTo>
                    <a:pt x="11894" y="5715"/>
                  </a:lnTo>
                  <a:lnTo>
                    <a:pt x="11353" y="5522"/>
                  </a:lnTo>
                  <a:lnTo>
                    <a:pt x="10388" y="5213"/>
                  </a:lnTo>
                  <a:lnTo>
                    <a:pt x="9384" y="4943"/>
                  </a:lnTo>
                  <a:lnTo>
                    <a:pt x="8380" y="4711"/>
                  </a:lnTo>
                  <a:lnTo>
                    <a:pt x="7376" y="4518"/>
                  </a:lnTo>
                  <a:lnTo>
                    <a:pt x="8418" y="3437"/>
                  </a:lnTo>
                  <a:lnTo>
                    <a:pt x="8882" y="2896"/>
                  </a:lnTo>
                  <a:lnTo>
                    <a:pt x="9345" y="2279"/>
                  </a:lnTo>
                  <a:lnTo>
                    <a:pt x="9461" y="2085"/>
                  </a:lnTo>
                  <a:lnTo>
                    <a:pt x="9577" y="1854"/>
                  </a:lnTo>
                  <a:lnTo>
                    <a:pt x="9654" y="1622"/>
                  </a:lnTo>
                  <a:lnTo>
                    <a:pt x="9731" y="1390"/>
                  </a:lnTo>
                  <a:lnTo>
                    <a:pt x="9731" y="1159"/>
                  </a:lnTo>
                  <a:lnTo>
                    <a:pt x="9693" y="927"/>
                  </a:lnTo>
                  <a:lnTo>
                    <a:pt x="9654" y="657"/>
                  </a:lnTo>
                  <a:lnTo>
                    <a:pt x="9500" y="464"/>
                  </a:lnTo>
                  <a:lnTo>
                    <a:pt x="9461" y="309"/>
                  </a:lnTo>
                  <a:lnTo>
                    <a:pt x="9384" y="232"/>
                  </a:lnTo>
                  <a:lnTo>
                    <a:pt x="9229" y="78"/>
                  </a:lnTo>
                  <a:lnTo>
                    <a:pt x="903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3" name="Google Shape;4323;p18"/>
            <p:cNvSpPr/>
            <p:nvPr/>
          </p:nvSpPr>
          <p:spPr>
            <a:xfrm>
              <a:off x="1058675" y="4315675"/>
              <a:ext cx="594700" cy="534825"/>
            </a:xfrm>
            <a:custGeom>
              <a:avLst/>
              <a:gdLst/>
              <a:ahLst/>
              <a:cxnLst/>
              <a:rect l="l" t="t" r="r" b="b"/>
              <a:pathLst>
                <a:path w="23788" h="21393" extrusionOk="0">
                  <a:moveTo>
                    <a:pt x="23478" y="270"/>
                  </a:moveTo>
                  <a:lnTo>
                    <a:pt x="23401" y="386"/>
                  </a:lnTo>
                  <a:lnTo>
                    <a:pt x="22590" y="1815"/>
                  </a:lnTo>
                  <a:lnTo>
                    <a:pt x="21741" y="3205"/>
                  </a:lnTo>
                  <a:lnTo>
                    <a:pt x="20853" y="4595"/>
                  </a:lnTo>
                  <a:lnTo>
                    <a:pt x="19926" y="5985"/>
                  </a:lnTo>
                  <a:lnTo>
                    <a:pt x="19269" y="5754"/>
                  </a:lnTo>
                  <a:lnTo>
                    <a:pt x="18999" y="5638"/>
                  </a:lnTo>
                  <a:lnTo>
                    <a:pt x="18690" y="5483"/>
                  </a:lnTo>
                  <a:lnTo>
                    <a:pt x="18420" y="5290"/>
                  </a:lnTo>
                  <a:lnTo>
                    <a:pt x="18150" y="5059"/>
                  </a:lnTo>
                  <a:lnTo>
                    <a:pt x="17918" y="4827"/>
                  </a:lnTo>
                  <a:lnTo>
                    <a:pt x="17686" y="4557"/>
                  </a:lnTo>
                  <a:lnTo>
                    <a:pt x="17493" y="4286"/>
                  </a:lnTo>
                  <a:lnTo>
                    <a:pt x="17339" y="3977"/>
                  </a:lnTo>
                  <a:lnTo>
                    <a:pt x="17030" y="3360"/>
                  </a:lnTo>
                  <a:lnTo>
                    <a:pt x="16798" y="2742"/>
                  </a:lnTo>
                  <a:lnTo>
                    <a:pt x="16605" y="2085"/>
                  </a:lnTo>
                  <a:lnTo>
                    <a:pt x="17416" y="1776"/>
                  </a:lnTo>
                  <a:lnTo>
                    <a:pt x="18265" y="1467"/>
                  </a:lnTo>
                  <a:lnTo>
                    <a:pt x="19115" y="1197"/>
                  </a:lnTo>
                  <a:lnTo>
                    <a:pt x="19965" y="965"/>
                  </a:lnTo>
                  <a:lnTo>
                    <a:pt x="20853" y="772"/>
                  </a:lnTo>
                  <a:lnTo>
                    <a:pt x="21702" y="579"/>
                  </a:lnTo>
                  <a:lnTo>
                    <a:pt x="22590" y="425"/>
                  </a:lnTo>
                  <a:lnTo>
                    <a:pt x="23478" y="270"/>
                  </a:lnTo>
                  <a:close/>
                  <a:moveTo>
                    <a:pt x="4866" y="7607"/>
                  </a:moveTo>
                  <a:lnTo>
                    <a:pt x="6256" y="7646"/>
                  </a:lnTo>
                  <a:lnTo>
                    <a:pt x="7608" y="7723"/>
                  </a:lnTo>
                  <a:lnTo>
                    <a:pt x="7222" y="8186"/>
                  </a:lnTo>
                  <a:lnTo>
                    <a:pt x="6835" y="8650"/>
                  </a:lnTo>
                  <a:lnTo>
                    <a:pt x="6488" y="9190"/>
                  </a:lnTo>
                  <a:lnTo>
                    <a:pt x="6140" y="9692"/>
                  </a:lnTo>
                  <a:lnTo>
                    <a:pt x="5909" y="10233"/>
                  </a:lnTo>
                  <a:lnTo>
                    <a:pt x="5870" y="10272"/>
                  </a:lnTo>
                  <a:lnTo>
                    <a:pt x="5214" y="10774"/>
                  </a:lnTo>
                  <a:lnTo>
                    <a:pt x="4557" y="11314"/>
                  </a:lnTo>
                  <a:lnTo>
                    <a:pt x="4326" y="11546"/>
                  </a:lnTo>
                  <a:lnTo>
                    <a:pt x="4094" y="11816"/>
                  </a:lnTo>
                  <a:lnTo>
                    <a:pt x="3824" y="12048"/>
                  </a:lnTo>
                  <a:lnTo>
                    <a:pt x="3708" y="12125"/>
                  </a:lnTo>
                  <a:lnTo>
                    <a:pt x="3553" y="12164"/>
                  </a:lnTo>
                  <a:lnTo>
                    <a:pt x="3399" y="12202"/>
                  </a:lnTo>
                  <a:lnTo>
                    <a:pt x="3206" y="12164"/>
                  </a:lnTo>
                  <a:lnTo>
                    <a:pt x="2742" y="12087"/>
                  </a:lnTo>
                  <a:lnTo>
                    <a:pt x="1970" y="11855"/>
                  </a:lnTo>
                  <a:lnTo>
                    <a:pt x="387" y="11507"/>
                  </a:lnTo>
                  <a:lnTo>
                    <a:pt x="1005" y="11083"/>
                  </a:lnTo>
                  <a:lnTo>
                    <a:pt x="1584" y="10658"/>
                  </a:lnTo>
                  <a:lnTo>
                    <a:pt x="2163" y="10156"/>
                  </a:lnTo>
                  <a:lnTo>
                    <a:pt x="2704" y="9654"/>
                  </a:lnTo>
                  <a:lnTo>
                    <a:pt x="3553" y="8804"/>
                  </a:lnTo>
                  <a:lnTo>
                    <a:pt x="4055" y="8186"/>
                  </a:lnTo>
                  <a:lnTo>
                    <a:pt x="4326" y="7916"/>
                  </a:lnTo>
                  <a:lnTo>
                    <a:pt x="4634" y="7684"/>
                  </a:lnTo>
                  <a:lnTo>
                    <a:pt x="4789" y="7684"/>
                  </a:lnTo>
                  <a:lnTo>
                    <a:pt x="4827" y="7646"/>
                  </a:lnTo>
                  <a:lnTo>
                    <a:pt x="4866" y="7607"/>
                  </a:lnTo>
                  <a:close/>
                  <a:moveTo>
                    <a:pt x="16296" y="2201"/>
                  </a:moveTo>
                  <a:lnTo>
                    <a:pt x="16489" y="2858"/>
                  </a:lnTo>
                  <a:lnTo>
                    <a:pt x="16721" y="3553"/>
                  </a:lnTo>
                  <a:lnTo>
                    <a:pt x="17030" y="4209"/>
                  </a:lnTo>
                  <a:lnTo>
                    <a:pt x="17223" y="4518"/>
                  </a:lnTo>
                  <a:lnTo>
                    <a:pt x="17455" y="4827"/>
                  </a:lnTo>
                  <a:lnTo>
                    <a:pt x="17648" y="5136"/>
                  </a:lnTo>
                  <a:lnTo>
                    <a:pt x="17879" y="5368"/>
                  </a:lnTo>
                  <a:lnTo>
                    <a:pt x="18150" y="5599"/>
                  </a:lnTo>
                  <a:lnTo>
                    <a:pt x="18420" y="5831"/>
                  </a:lnTo>
                  <a:lnTo>
                    <a:pt x="18729" y="5985"/>
                  </a:lnTo>
                  <a:lnTo>
                    <a:pt x="19038" y="6140"/>
                  </a:lnTo>
                  <a:lnTo>
                    <a:pt x="19385" y="6217"/>
                  </a:lnTo>
                  <a:lnTo>
                    <a:pt x="19771" y="6256"/>
                  </a:lnTo>
                  <a:lnTo>
                    <a:pt x="18922" y="7453"/>
                  </a:lnTo>
                  <a:lnTo>
                    <a:pt x="18034" y="8611"/>
                  </a:lnTo>
                  <a:lnTo>
                    <a:pt x="17223" y="9615"/>
                  </a:lnTo>
                  <a:lnTo>
                    <a:pt x="16373" y="10581"/>
                  </a:lnTo>
                  <a:lnTo>
                    <a:pt x="15524" y="11507"/>
                  </a:lnTo>
                  <a:lnTo>
                    <a:pt x="14597" y="12395"/>
                  </a:lnTo>
                  <a:lnTo>
                    <a:pt x="13670" y="13284"/>
                  </a:lnTo>
                  <a:lnTo>
                    <a:pt x="13168" y="13747"/>
                  </a:lnTo>
                  <a:lnTo>
                    <a:pt x="12628" y="14172"/>
                  </a:lnTo>
                  <a:lnTo>
                    <a:pt x="12126" y="14558"/>
                  </a:lnTo>
                  <a:lnTo>
                    <a:pt x="11546" y="14905"/>
                  </a:lnTo>
                  <a:lnTo>
                    <a:pt x="10967" y="15214"/>
                  </a:lnTo>
                  <a:lnTo>
                    <a:pt x="10388" y="15446"/>
                  </a:lnTo>
                  <a:lnTo>
                    <a:pt x="9809" y="15600"/>
                  </a:lnTo>
                  <a:lnTo>
                    <a:pt x="9191" y="15678"/>
                  </a:lnTo>
                  <a:lnTo>
                    <a:pt x="8612" y="15678"/>
                  </a:lnTo>
                  <a:lnTo>
                    <a:pt x="8341" y="15639"/>
                  </a:lnTo>
                  <a:lnTo>
                    <a:pt x="8033" y="15562"/>
                  </a:lnTo>
                  <a:lnTo>
                    <a:pt x="7762" y="15446"/>
                  </a:lnTo>
                  <a:lnTo>
                    <a:pt x="7531" y="15330"/>
                  </a:lnTo>
                  <a:lnTo>
                    <a:pt x="7260" y="15214"/>
                  </a:lnTo>
                  <a:lnTo>
                    <a:pt x="7029" y="15021"/>
                  </a:lnTo>
                  <a:lnTo>
                    <a:pt x="6835" y="14828"/>
                  </a:lnTo>
                  <a:lnTo>
                    <a:pt x="6642" y="14597"/>
                  </a:lnTo>
                  <a:lnTo>
                    <a:pt x="6449" y="14365"/>
                  </a:lnTo>
                  <a:lnTo>
                    <a:pt x="6295" y="14095"/>
                  </a:lnTo>
                  <a:lnTo>
                    <a:pt x="6063" y="13554"/>
                  </a:lnTo>
                  <a:lnTo>
                    <a:pt x="5909" y="13013"/>
                  </a:lnTo>
                  <a:lnTo>
                    <a:pt x="5870" y="12434"/>
                  </a:lnTo>
                  <a:lnTo>
                    <a:pt x="5870" y="11855"/>
                  </a:lnTo>
                  <a:lnTo>
                    <a:pt x="5986" y="11314"/>
                  </a:lnTo>
                  <a:lnTo>
                    <a:pt x="6140" y="10735"/>
                  </a:lnTo>
                  <a:lnTo>
                    <a:pt x="6333" y="10194"/>
                  </a:lnTo>
                  <a:lnTo>
                    <a:pt x="6604" y="9692"/>
                  </a:lnTo>
                  <a:lnTo>
                    <a:pt x="6913" y="9229"/>
                  </a:lnTo>
                  <a:lnTo>
                    <a:pt x="7222" y="8766"/>
                  </a:lnTo>
                  <a:lnTo>
                    <a:pt x="7569" y="8302"/>
                  </a:lnTo>
                  <a:lnTo>
                    <a:pt x="7955" y="7878"/>
                  </a:lnTo>
                  <a:lnTo>
                    <a:pt x="8766" y="7067"/>
                  </a:lnTo>
                  <a:lnTo>
                    <a:pt x="9616" y="6333"/>
                  </a:lnTo>
                  <a:lnTo>
                    <a:pt x="10542" y="5561"/>
                  </a:lnTo>
                  <a:lnTo>
                    <a:pt x="11508" y="4866"/>
                  </a:lnTo>
                  <a:lnTo>
                    <a:pt x="12473" y="4209"/>
                  </a:lnTo>
                  <a:lnTo>
                    <a:pt x="13516" y="3591"/>
                  </a:lnTo>
                  <a:lnTo>
                    <a:pt x="14211" y="3205"/>
                  </a:lnTo>
                  <a:lnTo>
                    <a:pt x="14906" y="2858"/>
                  </a:lnTo>
                  <a:lnTo>
                    <a:pt x="15601" y="2510"/>
                  </a:lnTo>
                  <a:lnTo>
                    <a:pt x="16296" y="2201"/>
                  </a:lnTo>
                  <a:close/>
                  <a:moveTo>
                    <a:pt x="5638" y="13361"/>
                  </a:moveTo>
                  <a:lnTo>
                    <a:pt x="5754" y="13747"/>
                  </a:lnTo>
                  <a:lnTo>
                    <a:pt x="5870" y="14133"/>
                  </a:lnTo>
                  <a:lnTo>
                    <a:pt x="6063" y="14519"/>
                  </a:lnTo>
                  <a:lnTo>
                    <a:pt x="6295" y="14828"/>
                  </a:lnTo>
                  <a:lnTo>
                    <a:pt x="6565" y="15137"/>
                  </a:lnTo>
                  <a:lnTo>
                    <a:pt x="6874" y="15407"/>
                  </a:lnTo>
                  <a:lnTo>
                    <a:pt x="7222" y="15639"/>
                  </a:lnTo>
                  <a:lnTo>
                    <a:pt x="7608" y="15832"/>
                  </a:lnTo>
                  <a:lnTo>
                    <a:pt x="7415" y="16141"/>
                  </a:lnTo>
                  <a:lnTo>
                    <a:pt x="7260" y="16489"/>
                  </a:lnTo>
                  <a:lnTo>
                    <a:pt x="6797" y="16296"/>
                  </a:lnTo>
                  <a:lnTo>
                    <a:pt x="6411" y="16025"/>
                  </a:lnTo>
                  <a:lnTo>
                    <a:pt x="6025" y="15716"/>
                  </a:lnTo>
                  <a:lnTo>
                    <a:pt x="5716" y="15369"/>
                  </a:lnTo>
                  <a:lnTo>
                    <a:pt x="5484" y="14983"/>
                  </a:lnTo>
                  <a:lnTo>
                    <a:pt x="5252" y="14558"/>
                  </a:lnTo>
                  <a:lnTo>
                    <a:pt x="5098" y="14133"/>
                  </a:lnTo>
                  <a:lnTo>
                    <a:pt x="5021" y="13631"/>
                  </a:lnTo>
                  <a:lnTo>
                    <a:pt x="4982" y="13593"/>
                  </a:lnTo>
                  <a:lnTo>
                    <a:pt x="5638" y="13361"/>
                  </a:lnTo>
                  <a:close/>
                  <a:moveTo>
                    <a:pt x="4827" y="13670"/>
                  </a:moveTo>
                  <a:lnTo>
                    <a:pt x="4866" y="14210"/>
                  </a:lnTo>
                  <a:lnTo>
                    <a:pt x="4982" y="14712"/>
                  </a:lnTo>
                  <a:lnTo>
                    <a:pt x="5214" y="15176"/>
                  </a:lnTo>
                  <a:lnTo>
                    <a:pt x="5484" y="15600"/>
                  </a:lnTo>
                  <a:lnTo>
                    <a:pt x="5831" y="15948"/>
                  </a:lnTo>
                  <a:lnTo>
                    <a:pt x="6218" y="16296"/>
                  </a:lnTo>
                  <a:lnTo>
                    <a:pt x="6642" y="16566"/>
                  </a:lnTo>
                  <a:lnTo>
                    <a:pt x="7106" y="16759"/>
                  </a:lnTo>
                  <a:lnTo>
                    <a:pt x="6951" y="17300"/>
                  </a:lnTo>
                  <a:lnTo>
                    <a:pt x="6411" y="17029"/>
                  </a:lnTo>
                  <a:lnTo>
                    <a:pt x="5909" y="16720"/>
                  </a:lnTo>
                  <a:lnTo>
                    <a:pt x="5484" y="16373"/>
                  </a:lnTo>
                  <a:lnTo>
                    <a:pt x="5098" y="15987"/>
                  </a:lnTo>
                  <a:lnTo>
                    <a:pt x="4789" y="15562"/>
                  </a:lnTo>
                  <a:lnTo>
                    <a:pt x="4480" y="15060"/>
                  </a:lnTo>
                  <a:lnTo>
                    <a:pt x="4248" y="14558"/>
                  </a:lnTo>
                  <a:lnTo>
                    <a:pt x="4055" y="13979"/>
                  </a:lnTo>
                  <a:lnTo>
                    <a:pt x="4248" y="13940"/>
                  </a:lnTo>
                  <a:lnTo>
                    <a:pt x="4441" y="13863"/>
                  </a:lnTo>
                  <a:lnTo>
                    <a:pt x="4827" y="13670"/>
                  </a:lnTo>
                  <a:close/>
                  <a:moveTo>
                    <a:pt x="4441" y="15871"/>
                  </a:moveTo>
                  <a:lnTo>
                    <a:pt x="4673" y="16180"/>
                  </a:lnTo>
                  <a:lnTo>
                    <a:pt x="4905" y="16450"/>
                  </a:lnTo>
                  <a:lnTo>
                    <a:pt x="5175" y="16682"/>
                  </a:lnTo>
                  <a:lnTo>
                    <a:pt x="5445" y="16913"/>
                  </a:lnTo>
                  <a:lnTo>
                    <a:pt x="5291" y="17029"/>
                  </a:lnTo>
                  <a:lnTo>
                    <a:pt x="5214" y="17222"/>
                  </a:lnTo>
                  <a:lnTo>
                    <a:pt x="5098" y="17068"/>
                  </a:lnTo>
                  <a:lnTo>
                    <a:pt x="5059" y="16991"/>
                  </a:lnTo>
                  <a:lnTo>
                    <a:pt x="4982" y="16952"/>
                  </a:lnTo>
                  <a:lnTo>
                    <a:pt x="4905" y="16952"/>
                  </a:lnTo>
                  <a:lnTo>
                    <a:pt x="4827" y="16991"/>
                  </a:lnTo>
                  <a:lnTo>
                    <a:pt x="4519" y="17415"/>
                  </a:lnTo>
                  <a:lnTo>
                    <a:pt x="4210" y="17840"/>
                  </a:lnTo>
                  <a:lnTo>
                    <a:pt x="3862" y="18226"/>
                  </a:lnTo>
                  <a:lnTo>
                    <a:pt x="3476" y="18574"/>
                  </a:lnTo>
                  <a:lnTo>
                    <a:pt x="3090" y="18921"/>
                  </a:lnTo>
                  <a:lnTo>
                    <a:pt x="2665" y="19230"/>
                  </a:lnTo>
                  <a:lnTo>
                    <a:pt x="2240" y="19501"/>
                  </a:lnTo>
                  <a:lnTo>
                    <a:pt x="1777" y="19771"/>
                  </a:lnTo>
                  <a:lnTo>
                    <a:pt x="1777" y="19771"/>
                  </a:lnTo>
                  <a:lnTo>
                    <a:pt x="1816" y="19346"/>
                  </a:lnTo>
                  <a:lnTo>
                    <a:pt x="1854" y="18921"/>
                  </a:lnTo>
                  <a:lnTo>
                    <a:pt x="2009" y="18535"/>
                  </a:lnTo>
                  <a:lnTo>
                    <a:pt x="2163" y="18188"/>
                  </a:lnTo>
                  <a:lnTo>
                    <a:pt x="2395" y="17840"/>
                  </a:lnTo>
                  <a:lnTo>
                    <a:pt x="2665" y="17531"/>
                  </a:lnTo>
                  <a:lnTo>
                    <a:pt x="2974" y="17222"/>
                  </a:lnTo>
                  <a:lnTo>
                    <a:pt x="3360" y="16913"/>
                  </a:lnTo>
                  <a:lnTo>
                    <a:pt x="3669" y="16720"/>
                  </a:lnTo>
                  <a:lnTo>
                    <a:pt x="3939" y="16489"/>
                  </a:lnTo>
                  <a:lnTo>
                    <a:pt x="4017" y="16334"/>
                  </a:lnTo>
                  <a:lnTo>
                    <a:pt x="4094" y="16218"/>
                  </a:lnTo>
                  <a:lnTo>
                    <a:pt x="4094" y="16064"/>
                  </a:lnTo>
                  <a:lnTo>
                    <a:pt x="4055" y="15871"/>
                  </a:lnTo>
                  <a:close/>
                  <a:moveTo>
                    <a:pt x="13439" y="13979"/>
                  </a:moveTo>
                  <a:lnTo>
                    <a:pt x="13400" y="14674"/>
                  </a:lnTo>
                  <a:lnTo>
                    <a:pt x="13400" y="15369"/>
                  </a:lnTo>
                  <a:lnTo>
                    <a:pt x="13477" y="16025"/>
                  </a:lnTo>
                  <a:lnTo>
                    <a:pt x="13632" y="16682"/>
                  </a:lnTo>
                  <a:lnTo>
                    <a:pt x="12396" y="17454"/>
                  </a:lnTo>
                  <a:lnTo>
                    <a:pt x="11160" y="18304"/>
                  </a:lnTo>
                  <a:lnTo>
                    <a:pt x="8805" y="20041"/>
                  </a:lnTo>
                  <a:lnTo>
                    <a:pt x="8766" y="19037"/>
                  </a:lnTo>
                  <a:lnTo>
                    <a:pt x="8689" y="18033"/>
                  </a:lnTo>
                  <a:lnTo>
                    <a:pt x="8650" y="17724"/>
                  </a:lnTo>
                  <a:lnTo>
                    <a:pt x="8689" y="17493"/>
                  </a:lnTo>
                  <a:lnTo>
                    <a:pt x="8728" y="17377"/>
                  </a:lnTo>
                  <a:lnTo>
                    <a:pt x="8805" y="17261"/>
                  </a:lnTo>
                  <a:lnTo>
                    <a:pt x="9037" y="17068"/>
                  </a:lnTo>
                  <a:lnTo>
                    <a:pt x="9654" y="16604"/>
                  </a:lnTo>
                  <a:lnTo>
                    <a:pt x="10195" y="16141"/>
                  </a:lnTo>
                  <a:lnTo>
                    <a:pt x="10234" y="16064"/>
                  </a:lnTo>
                  <a:lnTo>
                    <a:pt x="10272" y="16025"/>
                  </a:lnTo>
                  <a:lnTo>
                    <a:pt x="10234" y="15909"/>
                  </a:lnTo>
                  <a:lnTo>
                    <a:pt x="10774" y="15716"/>
                  </a:lnTo>
                  <a:lnTo>
                    <a:pt x="11276" y="15485"/>
                  </a:lnTo>
                  <a:lnTo>
                    <a:pt x="11740" y="15214"/>
                  </a:lnTo>
                  <a:lnTo>
                    <a:pt x="12203" y="14905"/>
                  </a:lnTo>
                  <a:lnTo>
                    <a:pt x="12821" y="14481"/>
                  </a:lnTo>
                  <a:lnTo>
                    <a:pt x="13439" y="13979"/>
                  </a:lnTo>
                  <a:close/>
                  <a:moveTo>
                    <a:pt x="3978" y="14944"/>
                  </a:moveTo>
                  <a:lnTo>
                    <a:pt x="4132" y="15330"/>
                  </a:lnTo>
                  <a:lnTo>
                    <a:pt x="4326" y="15678"/>
                  </a:lnTo>
                  <a:lnTo>
                    <a:pt x="3862" y="15678"/>
                  </a:lnTo>
                  <a:lnTo>
                    <a:pt x="3785" y="15716"/>
                  </a:lnTo>
                  <a:lnTo>
                    <a:pt x="3746" y="15755"/>
                  </a:lnTo>
                  <a:lnTo>
                    <a:pt x="3746" y="15832"/>
                  </a:lnTo>
                  <a:lnTo>
                    <a:pt x="3785" y="15871"/>
                  </a:lnTo>
                  <a:lnTo>
                    <a:pt x="3785" y="15948"/>
                  </a:lnTo>
                  <a:lnTo>
                    <a:pt x="3785" y="16064"/>
                  </a:lnTo>
                  <a:lnTo>
                    <a:pt x="3669" y="16257"/>
                  </a:lnTo>
                  <a:lnTo>
                    <a:pt x="3476" y="16489"/>
                  </a:lnTo>
                  <a:lnTo>
                    <a:pt x="3206" y="16720"/>
                  </a:lnTo>
                  <a:lnTo>
                    <a:pt x="2665" y="17145"/>
                  </a:lnTo>
                  <a:lnTo>
                    <a:pt x="2318" y="17415"/>
                  </a:lnTo>
                  <a:lnTo>
                    <a:pt x="2009" y="17802"/>
                  </a:lnTo>
                  <a:lnTo>
                    <a:pt x="1777" y="18188"/>
                  </a:lnTo>
                  <a:lnTo>
                    <a:pt x="1584" y="18651"/>
                  </a:lnTo>
                  <a:lnTo>
                    <a:pt x="1507" y="19114"/>
                  </a:lnTo>
                  <a:lnTo>
                    <a:pt x="1468" y="19346"/>
                  </a:lnTo>
                  <a:lnTo>
                    <a:pt x="1468" y="19578"/>
                  </a:lnTo>
                  <a:lnTo>
                    <a:pt x="1507" y="19848"/>
                  </a:lnTo>
                  <a:lnTo>
                    <a:pt x="1545" y="20080"/>
                  </a:lnTo>
                  <a:lnTo>
                    <a:pt x="1622" y="20118"/>
                  </a:lnTo>
                  <a:lnTo>
                    <a:pt x="1738" y="20118"/>
                  </a:lnTo>
                  <a:lnTo>
                    <a:pt x="1777" y="20041"/>
                  </a:lnTo>
                  <a:lnTo>
                    <a:pt x="2279" y="19809"/>
                  </a:lnTo>
                  <a:lnTo>
                    <a:pt x="2742" y="19578"/>
                  </a:lnTo>
                  <a:lnTo>
                    <a:pt x="3167" y="19269"/>
                  </a:lnTo>
                  <a:lnTo>
                    <a:pt x="3553" y="18960"/>
                  </a:lnTo>
                  <a:lnTo>
                    <a:pt x="3939" y="18612"/>
                  </a:lnTo>
                  <a:lnTo>
                    <a:pt x="4287" y="18226"/>
                  </a:lnTo>
                  <a:lnTo>
                    <a:pt x="4634" y="17802"/>
                  </a:lnTo>
                  <a:lnTo>
                    <a:pt x="4943" y="17377"/>
                  </a:lnTo>
                  <a:lnTo>
                    <a:pt x="5059" y="17531"/>
                  </a:lnTo>
                  <a:lnTo>
                    <a:pt x="5175" y="17647"/>
                  </a:lnTo>
                  <a:lnTo>
                    <a:pt x="5291" y="17647"/>
                  </a:lnTo>
                  <a:lnTo>
                    <a:pt x="5368" y="17608"/>
                  </a:lnTo>
                  <a:lnTo>
                    <a:pt x="5368" y="17531"/>
                  </a:lnTo>
                  <a:lnTo>
                    <a:pt x="5638" y="17068"/>
                  </a:lnTo>
                  <a:lnTo>
                    <a:pt x="6025" y="17300"/>
                  </a:lnTo>
                  <a:lnTo>
                    <a:pt x="5986" y="17802"/>
                  </a:lnTo>
                  <a:lnTo>
                    <a:pt x="5870" y="18304"/>
                  </a:lnTo>
                  <a:lnTo>
                    <a:pt x="5754" y="18806"/>
                  </a:lnTo>
                  <a:lnTo>
                    <a:pt x="5561" y="19308"/>
                  </a:lnTo>
                  <a:lnTo>
                    <a:pt x="5445" y="19076"/>
                  </a:lnTo>
                  <a:lnTo>
                    <a:pt x="5407" y="18844"/>
                  </a:lnTo>
                  <a:lnTo>
                    <a:pt x="5368" y="18574"/>
                  </a:lnTo>
                  <a:lnTo>
                    <a:pt x="5407" y="18304"/>
                  </a:lnTo>
                  <a:lnTo>
                    <a:pt x="5445" y="18226"/>
                  </a:lnTo>
                  <a:lnTo>
                    <a:pt x="5407" y="18188"/>
                  </a:lnTo>
                  <a:lnTo>
                    <a:pt x="5329" y="18110"/>
                  </a:lnTo>
                  <a:lnTo>
                    <a:pt x="5252" y="18072"/>
                  </a:lnTo>
                  <a:lnTo>
                    <a:pt x="5214" y="18110"/>
                  </a:lnTo>
                  <a:lnTo>
                    <a:pt x="5136" y="18110"/>
                  </a:lnTo>
                  <a:lnTo>
                    <a:pt x="5098" y="18188"/>
                  </a:lnTo>
                  <a:lnTo>
                    <a:pt x="4827" y="18767"/>
                  </a:lnTo>
                  <a:lnTo>
                    <a:pt x="4519" y="19308"/>
                  </a:lnTo>
                  <a:lnTo>
                    <a:pt x="4326" y="19539"/>
                  </a:lnTo>
                  <a:lnTo>
                    <a:pt x="4094" y="19771"/>
                  </a:lnTo>
                  <a:lnTo>
                    <a:pt x="3862" y="19964"/>
                  </a:lnTo>
                  <a:lnTo>
                    <a:pt x="3592" y="20196"/>
                  </a:lnTo>
                  <a:lnTo>
                    <a:pt x="3090" y="20505"/>
                  </a:lnTo>
                  <a:lnTo>
                    <a:pt x="2820" y="20659"/>
                  </a:lnTo>
                  <a:lnTo>
                    <a:pt x="2511" y="20775"/>
                  </a:lnTo>
                  <a:lnTo>
                    <a:pt x="2202" y="20891"/>
                  </a:lnTo>
                  <a:lnTo>
                    <a:pt x="1893" y="20968"/>
                  </a:lnTo>
                  <a:lnTo>
                    <a:pt x="1584" y="21007"/>
                  </a:lnTo>
                  <a:lnTo>
                    <a:pt x="1275" y="20968"/>
                  </a:lnTo>
                  <a:lnTo>
                    <a:pt x="1043" y="20929"/>
                  </a:lnTo>
                  <a:lnTo>
                    <a:pt x="889" y="20813"/>
                  </a:lnTo>
                  <a:lnTo>
                    <a:pt x="773" y="20698"/>
                  </a:lnTo>
                  <a:lnTo>
                    <a:pt x="734" y="20543"/>
                  </a:lnTo>
                  <a:lnTo>
                    <a:pt x="696" y="20350"/>
                  </a:lnTo>
                  <a:lnTo>
                    <a:pt x="696" y="20157"/>
                  </a:lnTo>
                  <a:lnTo>
                    <a:pt x="734" y="19732"/>
                  </a:lnTo>
                  <a:lnTo>
                    <a:pt x="812" y="19037"/>
                  </a:lnTo>
                  <a:lnTo>
                    <a:pt x="889" y="18690"/>
                  </a:lnTo>
                  <a:lnTo>
                    <a:pt x="1005" y="18342"/>
                  </a:lnTo>
                  <a:lnTo>
                    <a:pt x="1159" y="17956"/>
                  </a:lnTo>
                  <a:lnTo>
                    <a:pt x="1352" y="17608"/>
                  </a:lnTo>
                  <a:lnTo>
                    <a:pt x="1584" y="17261"/>
                  </a:lnTo>
                  <a:lnTo>
                    <a:pt x="1854" y="16952"/>
                  </a:lnTo>
                  <a:lnTo>
                    <a:pt x="2124" y="16682"/>
                  </a:lnTo>
                  <a:lnTo>
                    <a:pt x="2433" y="16411"/>
                  </a:lnTo>
                  <a:lnTo>
                    <a:pt x="2781" y="16180"/>
                  </a:lnTo>
                  <a:lnTo>
                    <a:pt x="3167" y="16025"/>
                  </a:lnTo>
                  <a:lnTo>
                    <a:pt x="3244" y="15948"/>
                  </a:lnTo>
                  <a:lnTo>
                    <a:pt x="3244" y="15871"/>
                  </a:lnTo>
                  <a:lnTo>
                    <a:pt x="3206" y="15794"/>
                  </a:lnTo>
                  <a:lnTo>
                    <a:pt x="3167" y="15716"/>
                  </a:lnTo>
                  <a:lnTo>
                    <a:pt x="2433" y="15369"/>
                  </a:lnTo>
                  <a:lnTo>
                    <a:pt x="2781" y="15176"/>
                  </a:lnTo>
                  <a:lnTo>
                    <a:pt x="3167" y="15021"/>
                  </a:lnTo>
                  <a:lnTo>
                    <a:pt x="3553" y="14983"/>
                  </a:lnTo>
                  <a:lnTo>
                    <a:pt x="3978" y="14944"/>
                  </a:lnTo>
                  <a:close/>
                  <a:moveTo>
                    <a:pt x="23478" y="0"/>
                  </a:moveTo>
                  <a:lnTo>
                    <a:pt x="22204" y="155"/>
                  </a:lnTo>
                  <a:lnTo>
                    <a:pt x="20891" y="386"/>
                  </a:lnTo>
                  <a:lnTo>
                    <a:pt x="19617" y="657"/>
                  </a:lnTo>
                  <a:lnTo>
                    <a:pt x="18381" y="1043"/>
                  </a:lnTo>
                  <a:lnTo>
                    <a:pt x="17146" y="1467"/>
                  </a:lnTo>
                  <a:lnTo>
                    <a:pt x="15949" y="1969"/>
                  </a:lnTo>
                  <a:lnTo>
                    <a:pt x="14752" y="2510"/>
                  </a:lnTo>
                  <a:lnTo>
                    <a:pt x="13593" y="3128"/>
                  </a:lnTo>
                  <a:lnTo>
                    <a:pt x="12473" y="3784"/>
                  </a:lnTo>
                  <a:lnTo>
                    <a:pt x="11353" y="4518"/>
                  </a:lnTo>
                  <a:lnTo>
                    <a:pt x="10311" y="5290"/>
                  </a:lnTo>
                  <a:lnTo>
                    <a:pt x="9307" y="6140"/>
                  </a:lnTo>
                  <a:lnTo>
                    <a:pt x="8535" y="6796"/>
                  </a:lnTo>
                  <a:lnTo>
                    <a:pt x="7801" y="7491"/>
                  </a:lnTo>
                  <a:lnTo>
                    <a:pt x="7029" y="7337"/>
                  </a:lnTo>
                  <a:lnTo>
                    <a:pt x="6218" y="7221"/>
                  </a:lnTo>
                  <a:lnTo>
                    <a:pt x="5407" y="7182"/>
                  </a:lnTo>
                  <a:lnTo>
                    <a:pt x="4557" y="7221"/>
                  </a:lnTo>
                  <a:lnTo>
                    <a:pt x="4519" y="7221"/>
                  </a:lnTo>
                  <a:lnTo>
                    <a:pt x="4441" y="7260"/>
                  </a:lnTo>
                  <a:lnTo>
                    <a:pt x="4403" y="7414"/>
                  </a:lnTo>
                  <a:lnTo>
                    <a:pt x="4171" y="7530"/>
                  </a:lnTo>
                  <a:lnTo>
                    <a:pt x="3939" y="7723"/>
                  </a:lnTo>
                  <a:lnTo>
                    <a:pt x="3708" y="7916"/>
                  </a:lnTo>
                  <a:lnTo>
                    <a:pt x="3515" y="8148"/>
                  </a:lnTo>
                  <a:lnTo>
                    <a:pt x="3128" y="8611"/>
                  </a:lnTo>
                  <a:lnTo>
                    <a:pt x="2742" y="9036"/>
                  </a:lnTo>
                  <a:lnTo>
                    <a:pt x="2124" y="9654"/>
                  </a:lnTo>
                  <a:lnTo>
                    <a:pt x="1468" y="10194"/>
                  </a:lnTo>
                  <a:lnTo>
                    <a:pt x="773" y="10774"/>
                  </a:lnTo>
                  <a:lnTo>
                    <a:pt x="78" y="11276"/>
                  </a:lnTo>
                  <a:lnTo>
                    <a:pt x="1" y="11353"/>
                  </a:lnTo>
                  <a:lnTo>
                    <a:pt x="1" y="11430"/>
                  </a:lnTo>
                  <a:lnTo>
                    <a:pt x="1" y="11507"/>
                  </a:lnTo>
                  <a:lnTo>
                    <a:pt x="39" y="11546"/>
                  </a:lnTo>
                  <a:lnTo>
                    <a:pt x="39" y="11623"/>
                  </a:lnTo>
                  <a:lnTo>
                    <a:pt x="39" y="11700"/>
                  </a:lnTo>
                  <a:lnTo>
                    <a:pt x="78" y="11739"/>
                  </a:lnTo>
                  <a:lnTo>
                    <a:pt x="116" y="11778"/>
                  </a:lnTo>
                  <a:lnTo>
                    <a:pt x="1005" y="12048"/>
                  </a:lnTo>
                  <a:lnTo>
                    <a:pt x="1893" y="12280"/>
                  </a:lnTo>
                  <a:lnTo>
                    <a:pt x="3669" y="12666"/>
                  </a:lnTo>
                  <a:lnTo>
                    <a:pt x="3785" y="12666"/>
                  </a:lnTo>
                  <a:lnTo>
                    <a:pt x="3862" y="12589"/>
                  </a:lnTo>
                  <a:lnTo>
                    <a:pt x="4750" y="11700"/>
                  </a:lnTo>
                  <a:lnTo>
                    <a:pt x="5716" y="10851"/>
                  </a:lnTo>
                  <a:lnTo>
                    <a:pt x="5600" y="11391"/>
                  </a:lnTo>
                  <a:lnTo>
                    <a:pt x="5523" y="11971"/>
                  </a:lnTo>
                  <a:lnTo>
                    <a:pt x="5523" y="12550"/>
                  </a:lnTo>
                  <a:lnTo>
                    <a:pt x="5600" y="13091"/>
                  </a:lnTo>
                  <a:lnTo>
                    <a:pt x="5136" y="13168"/>
                  </a:lnTo>
                  <a:lnTo>
                    <a:pt x="4712" y="13284"/>
                  </a:lnTo>
                  <a:lnTo>
                    <a:pt x="4248" y="13477"/>
                  </a:lnTo>
                  <a:lnTo>
                    <a:pt x="4017" y="13593"/>
                  </a:lnTo>
                  <a:lnTo>
                    <a:pt x="3862" y="13747"/>
                  </a:lnTo>
                  <a:lnTo>
                    <a:pt x="3824" y="13824"/>
                  </a:lnTo>
                  <a:lnTo>
                    <a:pt x="3862" y="13901"/>
                  </a:lnTo>
                  <a:lnTo>
                    <a:pt x="3824" y="13940"/>
                  </a:lnTo>
                  <a:lnTo>
                    <a:pt x="3785" y="14017"/>
                  </a:lnTo>
                  <a:lnTo>
                    <a:pt x="3824" y="14403"/>
                  </a:lnTo>
                  <a:lnTo>
                    <a:pt x="3901" y="14751"/>
                  </a:lnTo>
                  <a:lnTo>
                    <a:pt x="3669" y="14712"/>
                  </a:lnTo>
                  <a:lnTo>
                    <a:pt x="3399" y="14712"/>
                  </a:lnTo>
                  <a:lnTo>
                    <a:pt x="3167" y="14751"/>
                  </a:lnTo>
                  <a:lnTo>
                    <a:pt x="2935" y="14790"/>
                  </a:lnTo>
                  <a:lnTo>
                    <a:pt x="2665" y="14867"/>
                  </a:lnTo>
                  <a:lnTo>
                    <a:pt x="2433" y="14983"/>
                  </a:lnTo>
                  <a:lnTo>
                    <a:pt x="2240" y="15098"/>
                  </a:lnTo>
                  <a:lnTo>
                    <a:pt x="2009" y="15253"/>
                  </a:lnTo>
                  <a:lnTo>
                    <a:pt x="1931" y="15330"/>
                  </a:lnTo>
                  <a:lnTo>
                    <a:pt x="1931" y="15407"/>
                  </a:lnTo>
                  <a:lnTo>
                    <a:pt x="1970" y="15485"/>
                  </a:lnTo>
                  <a:lnTo>
                    <a:pt x="2047" y="15523"/>
                  </a:lnTo>
                  <a:lnTo>
                    <a:pt x="2704" y="15871"/>
                  </a:lnTo>
                  <a:lnTo>
                    <a:pt x="2356" y="16064"/>
                  </a:lnTo>
                  <a:lnTo>
                    <a:pt x="2047" y="16334"/>
                  </a:lnTo>
                  <a:lnTo>
                    <a:pt x="1738" y="16604"/>
                  </a:lnTo>
                  <a:lnTo>
                    <a:pt x="1468" y="16875"/>
                  </a:lnTo>
                  <a:lnTo>
                    <a:pt x="1198" y="17222"/>
                  </a:lnTo>
                  <a:lnTo>
                    <a:pt x="1005" y="17570"/>
                  </a:lnTo>
                  <a:lnTo>
                    <a:pt x="812" y="17956"/>
                  </a:lnTo>
                  <a:lnTo>
                    <a:pt x="657" y="18342"/>
                  </a:lnTo>
                  <a:lnTo>
                    <a:pt x="464" y="18960"/>
                  </a:lnTo>
                  <a:lnTo>
                    <a:pt x="387" y="19385"/>
                  </a:lnTo>
                  <a:lnTo>
                    <a:pt x="310" y="19809"/>
                  </a:lnTo>
                  <a:lnTo>
                    <a:pt x="271" y="20234"/>
                  </a:lnTo>
                  <a:lnTo>
                    <a:pt x="310" y="20659"/>
                  </a:lnTo>
                  <a:lnTo>
                    <a:pt x="348" y="20813"/>
                  </a:lnTo>
                  <a:lnTo>
                    <a:pt x="425" y="20968"/>
                  </a:lnTo>
                  <a:lnTo>
                    <a:pt x="503" y="21084"/>
                  </a:lnTo>
                  <a:lnTo>
                    <a:pt x="618" y="21200"/>
                  </a:lnTo>
                  <a:lnTo>
                    <a:pt x="773" y="21277"/>
                  </a:lnTo>
                  <a:lnTo>
                    <a:pt x="927" y="21315"/>
                  </a:lnTo>
                  <a:lnTo>
                    <a:pt x="1275" y="21393"/>
                  </a:lnTo>
                  <a:lnTo>
                    <a:pt x="1661" y="21354"/>
                  </a:lnTo>
                  <a:lnTo>
                    <a:pt x="2047" y="21277"/>
                  </a:lnTo>
                  <a:lnTo>
                    <a:pt x="2433" y="21161"/>
                  </a:lnTo>
                  <a:lnTo>
                    <a:pt x="2820" y="21007"/>
                  </a:lnTo>
                  <a:lnTo>
                    <a:pt x="3437" y="20698"/>
                  </a:lnTo>
                  <a:lnTo>
                    <a:pt x="3901" y="20389"/>
                  </a:lnTo>
                  <a:lnTo>
                    <a:pt x="4364" y="20003"/>
                  </a:lnTo>
                  <a:lnTo>
                    <a:pt x="4750" y="19539"/>
                  </a:lnTo>
                  <a:lnTo>
                    <a:pt x="5098" y="19037"/>
                  </a:lnTo>
                  <a:lnTo>
                    <a:pt x="5136" y="19230"/>
                  </a:lnTo>
                  <a:lnTo>
                    <a:pt x="5214" y="19423"/>
                  </a:lnTo>
                  <a:lnTo>
                    <a:pt x="5329" y="19578"/>
                  </a:lnTo>
                  <a:lnTo>
                    <a:pt x="5484" y="19771"/>
                  </a:lnTo>
                  <a:lnTo>
                    <a:pt x="5561" y="19809"/>
                  </a:lnTo>
                  <a:lnTo>
                    <a:pt x="5638" y="19809"/>
                  </a:lnTo>
                  <a:lnTo>
                    <a:pt x="5716" y="19771"/>
                  </a:lnTo>
                  <a:lnTo>
                    <a:pt x="5793" y="19694"/>
                  </a:lnTo>
                  <a:lnTo>
                    <a:pt x="5986" y="19153"/>
                  </a:lnTo>
                  <a:lnTo>
                    <a:pt x="6179" y="18612"/>
                  </a:lnTo>
                  <a:lnTo>
                    <a:pt x="6295" y="18033"/>
                  </a:lnTo>
                  <a:lnTo>
                    <a:pt x="6372" y="17454"/>
                  </a:lnTo>
                  <a:lnTo>
                    <a:pt x="6913" y="17608"/>
                  </a:lnTo>
                  <a:lnTo>
                    <a:pt x="7183" y="17608"/>
                  </a:lnTo>
                  <a:lnTo>
                    <a:pt x="7183" y="17531"/>
                  </a:lnTo>
                  <a:lnTo>
                    <a:pt x="7531" y="16720"/>
                  </a:lnTo>
                  <a:lnTo>
                    <a:pt x="7724" y="16334"/>
                  </a:lnTo>
                  <a:lnTo>
                    <a:pt x="7955" y="15948"/>
                  </a:lnTo>
                  <a:lnTo>
                    <a:pt x="8110" y="15987"/>
                  </a:lnTo>
                  <a:lnTo>
                    <a:pt x="8535" y="16064"/>
                  </a:lnTo>
                  <a:lnTo>
                    <a:pt x="8921" y="16102"/>
                  </a:lnTo>
                  <a:lnTo>
                    <a:pt x="9307" y="16064"/>
                  </a:lnTo>
                  <a:lnTo>
                    <a:pt x="9693" y="16025"/>
                  </a:lnTo>
                  <a:lnTo>
                    <a:pt x="9693" y="16025"/>
                  </a:lnTo>
                  <a:lnTo>
                    <a:pt x="8998" y="16604"/>
                  </a:lnTo>
                  <a:lnTo>
                    <a:pt x="8226" y="17106"/>
                  </a:lnTo>
                  <a:lnTo>
                    <a:pt x="8148" y="17222"/>
                  </a:lnTo>
                  <a:lnTo>
                    <a:pt x="8148" y="17300"/>
                  </a:lnTo>
                  <a:lnTo>
                    <a:pt x="8264" y="18110"/>
                  </a:lnTo>
                  <a:lnTo>
                    <a:pt x="8341" y="18883"/>
                  </a:lnTo>
                  <a:lnTo>
                    <a:pt x="8380" y="19655"/>
                  </a:lnTo>
                  <a:lnTo>
                    <a:pt x="8380" y="20427"/>
                  </a:lnTo>
                  <a:lnTo>
                    <a:pt x="8419" y="20543"/>
                  </a:lnTo>
                  <a:lnTo>
                    <a:pt x="8496" y="20620"/>
                  </a:lnTo>
                  <a:lnTo>
                    <a:pt x="8612" y="20659"/>
                  </a:lnTo>
                  <a:lnTo>
                    <a:pt x="8728" y="20620"/>
                  </a:lnTo>
                  <a:lnTo>
                    <a:pt x="11392" y="18806"/>
                  </a:lnTo>
                  <a:lnTo>
                    <a:pt x="12705" y="17840"/>
                  </a:lnTo>
                  <a:lnTo>
                    <a:pt x="13323" y="17338"/>
                  </a:lnTo>
                  <a:lnTo>
                    <a:pt x="13941" y="16836"/>
                  </a:lnTo>
                  <a:lnTo>
                    <a:pt x="13979" y="16759"/>
                  </a:lnTo>
                  <a:lnTo>
                    <a:pt x="13979" y="16682"/>
                  </a:lnTo>
                  <a:lnTo>
                    <a:pt x="13979" y="16643"/>
                  </a:lnTo>
                  <a:lnTo>
                    <a:pt x="13941" y="16257"/>
                  </a:lnTo>
                  <a:lnTo>
                    <a:pt x="13902" y="15871"/>
                  </a:lnTo>
                  <a:lnTo>
                    <a:pt x="13825" y="15098"/>
                  </a:lnTo>
                  <a:lnTo>
                    <a:pt x="13748" y="13747"/>
                  </a:lnTo>
                  <a:lnTo>
                    <a:pt x="14443" y="13129"/>
                  </a:lnTo>
                  <a:lnTo>
                    <a:pt x="15099" y="12473"/>
                  </a:lnTo>
                  <a:lnTo>
                    <a:pt x="15756" y="11816"/>
                  </a:lnTo>
                  <a:lnTo>
                    <a:pt x="16373" y="11121"/>
                  </a:lnTo>
                  <a:lnTo>
                    <a:pt x="17455" y="9924"/>
                  </a:lnTo>
                  <a:lnTo>
                    <a:pt x="18459" y="8650"/>
                  </a:lnTo>
                  <a:lnTo>
                    <a:pt x="19424" y="7376"/>
                  </a:lnTo>
                  <a:lnTo>
                    <a:pt x="20351" y="6024"/>
                  </a:lnTo>
                  <a:lnTo>
                    <a:pt x="21239" y="4673"/>
                  </a:lnTo>
                  <a:lnTo>
                    <a:pt x="22088" y="3321"/>
                  </a:lnTo>
                  <a:lnTo>
                    <a:pt x="22938" y="1931"/>
                  </a:lnTo>
                  <a:lnTo>
                    <a:pt x="23749" y="502"/>
                  </a:lnTo>
                  <a:lnTo>
                    <a:pt x="23749" y="425"/>
                  </a:lnTo>
                  <a:lnTo>
                    <a:pt x="23749" y="348"/>
                  </a:lnTo>
                  <a:lnTo>
                    <a:pt x="23749" y="270"/>
                  </a:lnTo>
                  <a:lnTo>
                    <a:pt x="23787" y="155"/>
                  </a:lnTo>
                  <a:lnTo>
                    <a:pt x="23787" y="77"/>
                  </a:lnTo>
                  <a:lnTo>
                    <a:pt x="23749" y="39"/>
                  </a:lnTo>
                  <a:lnTo>
                    <a:pt x="23672" y="0"/>
                  </a:lnTo>
                  <a:lnTo>
                    <a:pt x="23633" y="39"/>
                  </a:lnTo>
                  <a:lnTo>
                    <a:pt x="23633" y="77"/>
                  </a:lnTo>
                  <a:lnTo>
                    <a:pt x="2355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4" name="Google Shape;4324;p18"/>
            <p:cNvSpPr/>
            <p:nvPr/>
          </p:nvSpPr>
          <p:spPr>
            <a:xfrm>
              <a:off x="5635500" y="4343650"/>
              <a:ext cx="54100" cy="45400"/>
            </a:xfrm>
            <a:custGeom>
              <a:avLst/>
              <a:gdLst/>
              <a:ahLst/>
              <a:cxnLst/>
              <a:rect l="l" t="t" r="r" b="b"/>
              <a:pathLst>
                <a:path w="2164" h="1816" extrusionOk="0">
                  <a:moveTo>
                    <a:pt x="1314" y="387"/>
                  </a:moveTo>
                  <a:lnTo>
                    <a:pt x="1507" y="464"/>
                  </a:lnTo>
                  <a:lnTo>
                    <a:pt x="1661" y="580"/>
                  </a:lnTo>
                  <a:lnTo>
                    <a:pt x="1777" y="735"/>
                  </a:lnTo>
                  <a:lnTo>
                    <a:pt x="1777" y="889"/>
                  </a:lnTo>
                  <a:lnTo>
                    <a:pt x="1777" y="928"/>
                  </a:lnTo>
                  <a:lnTo>
                    <a:pt x="1738" y="1005"/>
                  </a:lnTo>
                  <a:lnTo>
                    <a:pt x="1661" y="1044"/>
                  </a:lnTo>
                  <a:lnTo>
                    <a:pt x="1584" y="1082"/>
                  </a:lnTo>
                  <a:lnTo>
                    <a:pt x="1275" y="1121"/>
                  </a:lnTo>
                  <a:lnTo>
                    <a:pt x="927" y="1121"/>
                  </a:lnTo>
                  <a:lnTo>
                    <a:pt x="619" y="1159"/>
                  </a:lnTo>
                  <a:lnTo>
                    <a:pt x="464" y="1198"/>
                  </a:lnTo>
                  <a:lnTo>
                    <a:pt x="348" y="1275"/>
                  </a:lnTo>
                  <a:lnTo>
                    <a:pt x="348" y="1121"/>
                  </a:lnTo>
                  <a:lnTo>
                    <a:pt x="348" y="1005"/>
                  </a:lnTo>
                  <a:lnTo>
                    <a:pt x="387" y="850"/>
                  </a:lnTo>
                  <a:lnTo>
                    <a:pt x="464" y="735"/>
                  </a:lnTo>
                  <a:lnTo>
                    <a:pt x="580" y="619"/>
                  </a:lnTo>
                  <a:lnTo>
                    <a:pt x="657" y="503"/>
                  </a:lnTo>
                  <a:lnTo>
                    <a:pt x="812" y="426"/>
                  </a:lnTo>
                  <a:lnTo>
                    <a:pt x="966" y="387"/>
                  </a:lnTo>
                  <a:close/>
                  <a:moveTo>
                    <a:pt x="1005" y="1"/>
                  </a:moveTo>
                  <a:lnTo>
                    <a:pt x="812" y="40"/>
                  </a:lnTo>
                  <a:lnTo>
                    <a:pt x="619" y="117"/>
                  </a:lnTo>
                  <a:lnTo>
                    <a:pt x="425" y="233"/>
                  </a:lnTo>
                  <a:lnTo>
                    <a:pt x="271" y="348"/>
                  </a:lnTo>
                  <a:lnTo>
                    <a:pt x="155" y="503"/>
                  </a:lnTo>
                  <a:lnTo>
                    <a:pt x="78" y="696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30"/>
                  </a:lnTo>
                  <a:lnTo>
                    <a:pt x="117" y="1623"/>
                  </a:lnTo>
                  <a:lnTo>
                    <a:pt x="155" y="1739"/>
                  </a:lnTo>
                  <a:lnTo>
                    <a:pt x="232" y="1777"/>
                  </a:lnTo>
                  <a:lnTo>
                    <a:pt x="348" y="1816"/>
                  </a:lnTo>
                  <a:lnTo>
                    <a:pt x="425" y="1739"/>
                  </a:lnTo>
                  <a:lnTo>
                    <a:pt x="580" y="1623"/>
                  </a:lnTo>
                  <a:lnTo>
                    <a:pt x="696" y="1546"/>
                  </a:lnTo>
                  <a:lnTo>
                    <a:pt x="889" y="1507"/>
                  </a:lnTo>
                  <a:lnTo>
                    <a:pt x="1429" y="1507"/>
                  </a:lnTo>
                  <a:lnTo>
                    <a:pt x="1584" y="1468"/>
                  </a:lnTo>
                  <a:lnTo>
                    <a:pt x="1777" y="1430"/>
                  </a:lnTo>
                  <a:lnTo>
                    <a:pt x="1931" y="1352"/>
                  </a:lnTo>
                  <a:lnTo>
                    <a:pt x="2047" y="1237"/>
                  </a:lnTo>
                  <a:lnTo>
                    <a:pt x="2125" y="1121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9"/>
                  </a:lnTo>
                  <a:lnTo>
                    <a:pt x="2086" y="464"/>
                  </a:lnTo>
                  <a:lnTo>
                    <a:pt x="1970" y="310"/>
                  </a:lnTo>
                  <a:lnTo>
                    <a:pt x="1816" y="194"/>
                  </a:lnTo>
                  <a:lnTo>
                    <a:pt x="1623" y="78"/>
                  </a:lnTo>
                  <a:lnTo>
                    <a:pt x="142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5" name="Google Shape;4325;p18"/>
            <p:cNvSpPr/>
            <p:nvPr/>
          </p:nvSpPr>
          <p:spPr>
            <a:xfrm>
              <a:off x="4572625" y="4377450"/>
              <a:ext cx="625600" cy="344650"/>
            </a:xfrm>
            <a:custGeom>
              <a:avLst/>
              <a:gdLst/>
              <a:ahLst/>
              <a:cxnLst/>
              <a:rect l="l" t="t" r="r" b="b"/>
              <a:pathLst>
                <a:path w="25024" h="13786" extrusionOk="0">
                  <a:moveTo>
                    <a:pt x="23286" y="966"/>
                  </a:moveTo>
                  <a:lnTo>
                    <a:pt x="23633" y="1468"/>
                  </a:lnTo>
                  <a:lnTo>
                    <a:pt x="23942" y="2008"/>
                  </a:lnTo>
                  <a:lnTo>
                    <a:pt x="23788" y="2163"/>
                  </a:lnTo>
                  <a:lnTo>
                    <a:pt x="23633" y="2202"/>
                  </a:lnTo>
                  <a:lnTo>
                    <a:pt x="23479" y="2202"/>
                  </a:lnTo>
                  <a:lnTo>
                    <a:pt x="23324" y="2163"/>
                  </a:lnTo>
                  <a:lnTo>
                    <a:pt x="23208" y="2086"/>
                  </a:lnTo>
                  <a:lnTo>
                    <a:pt x="23092" y="1970"/>
                  </a:lnTo>
                  <a:lnTo>
                    <a:pt x="23015" y="1815"/>
                  </a:lnTo>
                  <a:lnTo>
                    <a:pt x="22977" y="1661"/>
                  </a:lnTo>
                  <a:lnTo>
                    <a:pt x="22977" y="1429"/>
                  </a:lnTo>
                  <a:lnTo>
                    <a:pt x="23054" y="1275"/>
                  </a:lnTo>
                  <a:lnTo>
                    <a:pt x="23170" y="1120"/>
                  </a:lnTo>
                  <a:lnTo>
                    <a:pt x="23286" y="966"/>
                  </a:lnTo>
                  <a:close/>
                  <a:moveTo>
                    <a:pt x="24096" y="2433"/>
                  </a:moveTo>
                  <a:lnTo>
                    <a:pt x="24212" y="2781"/>
                  </a:lnTo>
                  <a:lnTo>
                    <a:pt x="24328" y="3090"/>
                  </a:lnTo>
                  <a:lnTo>
                    <a:pt x="24367" y="3437"/>
                  </a:lnTo>
                  <a:lnTo>
                    <a:pt x="24444" y="3823"/>
                  </a:lnTo>
                  <a:lnTo>
                    <a:pt x="24174" y="3746"/>
                  </a:lnTo>
                  <a:lnTo>
                    <a:pt x="23942" y="3592"/>
                  </a:lnTo>
                  <a:lnTo>
                    <a:pt x="23865" y="3514"/>
                  </a:lnTo>
                  <a:lnTo>
                    <a:pt x="23788" y="3399"/>
                  </a:lnTo>
                  <a:lnTo>
                    <a:pt x="23749" y="3283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8" y="2742"/>
                  </a:lnTo>
                  <a:lnTo>
                    <a:pt x="23942" y="2588"/>
                  </a:lnTo>
                  <a:lnTo>
                    <a:pt x="24096" y="2433"/>
                  </a:lnTo>
                  <a:close/>
                  <a:moveTo>
                    <a:pt x="16296" y="4982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7" y="5291"/>
                  </a:lnTo>
                  <a:lnTo>
                    <a:pt x="16567" y="5407"/>
                  </a:lnTo>
                  <a:lnTo>
                    <a:pt x="16296" y="5445"/>
                  </a:lnTo>
                  <a:lnTo>
                    <a:pt x="15640" y="5522"/>
                  </a:lnTo>
                  <a:lnTo>
                    <a:pt x="15640" y="5484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56" y="5175"/>
                  </a:lnTo>
                  <a:lnTo>
                    <a:pt x="15833" y="5098"/>
                  </a:lnTo>
                  <a:lnTo>
                    <a:pt x="15949" y="5020"/>
                  </a:lnTo>
                  <a:lnTo>
                    <a:pt x="16065" y="4982"/>
                  </a:lnTo>
                  <a:close/>
                  <a:moveTo>
                    <a:pt x="24444" y="4248"/>
                  </a:moveTo>
                  <a:lnTo>
                    <a:pt x="24444" y="4673"/>
                  </a:lnTo>
                  <a:lnTo>
                    <a:pt x="24367" y="5098"/>
                  </a:lnTo>
                  <a:lnTo>
                    <a:pt x="24251" y="5522"/>
                  </a:lnTo>
                  <a:lnTo>
                    <a:pt x="24058" y="5445"/>
                  </a:lnTo>
                  <a:lnTo>
                    <a:pt x="23903" y="5291"/>
                  </a:lnTo>
                  <a:lnTo>
                    <a:pt x="23826" y="5098"/>
                  </a:lnTo>
                  <a:lnTo>
                    <a:pt x="23788" y="4982"/>
                  </a:lnTo>
                  <a:lnTo>
                    <a:pt x="23788" y="4866"/>
                  </a:lnTo>
                  <a:lnTo>
                    <a:pt x="23826" y="4750"/>
                  </a:lnTo>
                  <a:lnTo>
                    <a:pt x="23865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7"/>
                  </a:lnTo>
                  <a:lnTo>
                    <a:pt x="18073" y="5638"/>
                  </a:lnTo>
                  <a:lnTo>
                    <a:pt x="17571" y="5522"/>
                  </a:lnTo>
                  <a:lnTo>
                    <a:pt x="17030" y="5445"/>
                  </a:lnTo>
                  <a:lnTo>
                    <a:pt x="17069" y="5291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5"/>
                  </a:lnTo>
                  <a:lnTo>
                    <a:pt x="17532" y="4866"/>
                  </a:lnTo>
                  <a:lnTo>
                    <a:pt x="17648" y="4827"/>
                  </a:lnTo>
                  <a:close/>
                  <a:moveTo>
                    <a:pt x="14713" y="5329"/>
                  </a:moveTo>
                  <a:lnTo>
                    <a:pt x="14829" y="5368"/>
                  </a:lnTo>
                  <a:lnTo>
                    <a:pt x="14906" y="5445"/>
                  </a:lnTo>
                  <a:lnTo>
                    <a:pt x="15022" y="5561"/>
                  </a:lnTo>
                  <a:lnTo>
                    <a:pt x="15061" y="5677"/>
                  </a:lnTo>
                  <a:lnTo>
                    <a:pt x="14559" y="5870"/>
                  </a:lnTo>
                  <a:lnTo>
                    <a:pt x="14057" y="6102"/>
                  </a:lnTo>
                  <a:lnTo>
                    <a:pt x="14018" y="6063"/>
                  </a:lnTo>
                  <a:lnTo>
                    <a:pt x="14057" y="5831"/>
                  </a:lnTo>
                  <a:lnTo>
                    <a:pt x="14134" y="5600"/>
                  </a:lnTo>
                  <a:lnTo>
                    <a:pt x="14250" y="5445"/>
                  </a:lnTo>
                  <a:lnTo>
                    <a:pt x="14365" y="5368"/>
                  </a:lnTo>
                  <a:lnTo>
                    <a:pt x="14443" y="5329"/>
                  </a:lnTo>
                  <a:close/>
                  <a:moveTo>
                    <a:pt x="18999" y="5484"/>
                  </a:moveTo>
                  <a:lnTo>
                    <a:pt x="19115" y="5522"/>
                  </a:lnTo>
                  <a:lnTo>
                    <a:pt x="19192" y="5561"/>
                  </a:lnTo>
                  <a:lnTo>
                    <a:pt x="19308" y="5677"/>
                  </a:lnTo>
                  <a:lnTo>
                    <a:pt x="19385" y="5831"/>
                  </a:lnTo>
                  <a:lnTo>
                    <a:pt x="19385" y="5986"/>
                  </a:lnTo>
                  <a:lnTo>
                    <a:pt x="19347" y="6179"/>
                  </a:lnTo>
                  <a:lnTo>
                    <a:pt x="18613" y="5831"/>
                  </a:lnTo>
                  <a:lnTo>
                    <a:pt x="18652" y="5754"/>
                  </a:lnTo>
                  <a:lnTo>
                    <a:pt x="18690" y="5677"/>
                  </a:lnTo>
                  <a:lnTo>
                    <a:pt x="18845" y="5522"/>
                  </a:lnTo>
                  <a:lnTo>
                    <a:pt x="18999" y="5484"/>
                  </a:lnTo>
                  <a:close/>
                  <a:moveTo>
                    <a:pt x="20196" y="6063"/>
                  </a:moveTo>
                  <a:lnTo>
                    <a:pt x="20351" y="6102"/>
                  </a:lnTo>
                  <a:lnTo>
                    <a:pt x="20467" y="6140"/>
                  </a:lnTo>
                  <a:lnTo>
                    <a:pt x="20544" y="6179"/>
                  </a:lnTo>
                  <a:lnTo>
                    <a:pt x="20698" y="6333"/>
                  </a:lnTo>
                  <a:lnTo>
                    <a:pt x="20776" y="6526"/>
                  </a:lnTo>
                  <a:lnTo>
                    <a:pt x="20814" y="6719"/>
                  </a:lnTo>
                  <a:lnTo>
                    <a:pt x="20891" y="6951"/>
                  </a:lnTo>
                  <a:lnTo>
                    <a:pt x="20891" y="6951"/>
                  </a:lnTo>
                  <a:lnTo>
                    <a:pt x="20467" y="6758"/>
                  </a:lnTo>
                  <a:lnTo>
                    <a:pt x="20080" y="6565"/>
                  </a:lnTo>
                  <a:lnTo>
                    <a:pt x="19810" y="6411"/>
                  </a:lnTo>
                  <a:lnTo>
                    <a:pt x="19849" y="6295"/>
                  </a:lnTo>
                  <a:lnTo>
                    <a:pt x="19887" y="6179"/>
                  </a:lnTo>
                  <a:lnTo>
                    <a:pt x="20003" y="6140"/>
                  </a:lnTo>
                  <a:lnTo>
                    <a:pt x="20080" y="6102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9"/>
                  </a:lnTo>
                  <a:lnTo>
                    <a:pt x="23942" y="5986"/>
                  </a:lnTo>
                  <a:lnTo>
                    <a:pt x="24019" y="6024"/>
                  </a:lnTo>
                  <a:lnTo>
                    <a:pt x="24096" y="6024"/>
                  </a:lnTo>
                  <a:lnTo>
                    <a:pt x="23942" y="6295"/>
                  </a:lnTo>
                  <a:lnTo>
                    <a:pt x="23749" y="6565"/>
                  </a:lnTo>
                  <a:lnTo>
                    <a:pt x="23517" y="6797"/>
                  </a:lnTo>
                  <a:lnTo>
                    <a:pt x="23247" y="6990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6"/>
                  </a:lnTo>
                  <a:lnTo>
                    <a:pt x="23015" y="6295"/>
                  </a:lnTo>
                  <a:lnTo>
                    <a:pt x="23054" y="6179"/>
                  </a:lnTo>
                  <a:lnTo>
                    <a:pt x="23131" y="6102"/>
                  </a:lnTo>
                  <a:lnTo>
                    <a:pt x="23208" y="6024"/>
                  </a:lnTo>
                  <a:lnTo>
                    <a:pt x="23286" y="5947"/>
                  </a:lnTo>
                  <a:lnTo>
                    <a:pt x="23517" y="5870"/>
                  </a:lnTo>
                  <a:close/>
                  <a:moveTo>
                    <a:pt x="13246" y="6102"/>
                  </a:moveTo>
                  <a:lnTo>
                    <a:pt x="13477" y="6179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106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8" y="6797"/>
                  </a:lnTo>
                  <a:lnTo>
                    <a:pt x="12628" y="6681"/>
                  </a:lnTo>
                  <a:lnTo>
                    <a:pt x="12666" y="6526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60" y="6217"/>
                  </a:lnTo>
                  <a:lnTo>
                    <a:pt x="13014" y="6140"/>
                  </a:lnTo>
                  <a:lnTo>
                    <a:pt x="13130" y="6102"/>
                  </a:lnTo>
                  <a:close/>
                  <a:moveTo>
                    <a:pt x="22166" y="6565"/>
                  </a:moveTo>
                  <a:lnTo>
                    <a:pt x="22282" y="6604"/>
                  </a:lnTo>
                  <a:lnTo>
                    <a:pt x="22475" y="6719"/>
                  </a:lnTo>
                  <a:lnTo>
                    <a:pt x="22629" y="6874"/>
                  </a:lnTo>
                  <a:lnTo>
                    <a:pt x="22784" y="7028"/>
                  </a:lnTo>
                  <a:lnTo>
                    <a:pt x="22861" y="7067"/>
                  </a:lnTo>
                  <a:lnTo>
                    <a:pt x="22938" y="7067"/>
                  </a:lnTo>
                  <a:lnTo>
                    <a:pt x="22977" y="7106"/>
                  </a:lnTo>
                  <a:lnTo>
                    <a:pt x="22938" y="7144"/>
                  </a:lnTo>
                  <a:lnTo>
                    <a:pt x="22552" y="7221"/>
                  </a:lnTo>
                  <a:lnTo>
                    <a:pt x="22166" y="7260"/>
                  </a:lnTo>
                  <a:lnTo>
                    <a:pt x="21780" y="7221"/>
                  </a:lnTo>
                  <a:lnTo>
                    <a:pt x="21393" y="7106"/>
                  </a:lnTo>
                  <a:lnTo>
                    <a:pt x="21471" y="6913"/>
                  </a:lnTo>
                  <a:lnTo>
                    <a:pt x="21625" y="6758"/>
                  </a:lnTo>
                  <a:lnTo>
                    <a:pt x="21818" y="6604"/>
                  </a:lnTo>
                  <a:lnTo>
                    <a:pt x="22050" y="6565"/>
                  </a:lnTo>
                  <a:close/>
                  <a:moveTo>
                    <a:pt x="12280" y="7415"/>
                  </a:moveTo>
                  <a:lnTo>
                    <a:pt x="12473" y="7453"/>
                  </a:lnTo>
                  <a:lnTo>
                    <a:pt x="12126" y="7994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62" y="8110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40" y="7723"/>
                  </a:lnTo>
                  <a:lnTo>
                    <a:pt x="11817" y="7608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64" y="7415"/>
                  </a:lnTo>
                  <a:close/>
                  <a:moveTo>
                    <a:pt x="2240" y="9384"/>
                  </a:moveTo>
                  <a:lnTo>
                    <a:pt x="2356" y="9422"/>
                  </a:lnTo>
                  <a:lnTo>
                    <a:pt x="2472" y="9500"/>
                  </a:lnTo>
                  <a:lnTo>
                    <a:pt x="2549" y="9577"/>
                  </a:lnTo>
                  <a:lnTo>
                    <a:pt x="2627" y="9770"/>
                  </a:lnTo>
                  <a:lnTo>
                    <a:pt x="2627" y="9886"/>
                  </a:lnTo>
                  <a:lnTo>
                    <a:pt x="2627" y="10002"/>
                  </a:lnTo>
                  <a:lnTo>
                    <a:pt x="2125" y="9886"/>
                  </a:lnTo>
                  <a:lnTo>
                    <a:pt x="1661" y="9886"/>
                  </a:lnTo>
                  <a:lnTo>
                    <a:pt x="1700" y="9770"/>
                  </a:lnTo>
                  <a:lnTo>
                    <a:pt x="1738" y="9654"/>
                  </a:lnTo>
                  <a:lnTo>
                    <a:pt x="1816" y="9538"/>
                  </a:lnTo>
                  <a:lnTo>
                    <a:pt x="1893" y="9461"/>
                  </a:lnTo>
                  <a:lnTo>
                    <a:pt x="2009" y="9384"/>
                  </a:lnTo>
                  <a:close/>
                  <a:moveTo>
                    <a:pt x="11662" y="8998"/>
                  </a:moveTo>
                  <a:lnTo>
                    <a:pt x="11469" y="9500"/>
                  </a:lnTo>
                  <a:lnTo>
                    <a:pt x="11354" y="10040"/>
                  </a:lnTo>
                  <a:lnTo>
                    <a:pt x="11276" y="10272"/>
                  </a:lnTo>
                  <a:lnTo>
                    <a:pt x="11238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9" y="9693"/>
                  </a:lnTo>
                  <a:lnTo>
                    <a:pt x="10929" y="9577"/>
                  </a:lnTo>
                  <a:lnTo>
                    <a:pt x="10967" y="9461"/>
                  </a:lnTo>
                  <a:lnTo>
                    <a:pt x="11006" y="9345"/>
                  </a:lnTo>
                  <a:lnTo>
                    <a:pt x="11122" y="9152"/>
                  </a:lnTo>
                  <a:lnTo>
                    <a:pt x="11276" y="9075"/>
                  </a:lnTo>
                  <a:lnTo>
                    <a:pt x="11469" y="8998"/>
                  </a:lnTo>
                  <a:close/>
                  <a:moveTo>
                    <a:pt x="3785" y="9770"/>
                  </a:moveTo>
                  <a:lnTo>
                    <a:pt x="3901" y="9809"/>
                  </a:lnTo>
                  <a:lnTo>
                    <a:pt x="4017" y="9886"/>
                  </a:lnTo>
                  <a:lnTo>
                    <a:pt x="4094" y="10002"/>
                  </a:lnTo>
                  <a:lnTo>
                    <a:pt x="4133" y="10118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4" y="10542"/>
                  </a:lnTo>
                  <a:lnTo>
                    <a:pt x="4017" y="10658"/>
                  </a:lnTo>
                  <a:lnTo>
                    <a:pt x="3862" y="10542"/>
                  </a:lnTo>
                  <a:lnTo>
                    <a:pt x="3515" y="10349"/>
                  </a:lnTo>
                  <a:lnTo>
                    <a:pt x="3090" y="10156"/>
                  </a:lnTo>
                  <a:lnTo>
                    <a:pt x="3129" y="10040"/>
                  </a:lnTo>
                  <a:lnTo>
                    <a:pt x="3244" y="9924"/>
                  </a:lnTo>
                  <a:lnTo>
                    <a:pt x="3360" y="9847"/>
                  </a:lnTo>
                  <a:lnTo>
                    <a:pt x="3515" y="9770"/>
                  </a:lnTo>
                  <a:close/>
                  <a:moveTo>
                    <a:pt x="4943" y="10658"/>
                  </a:moveTo>
                  <a:lnTo>
                    <a:pt x="5021" y="10735"/>
                  </a:lnTo>
                  <a:lnTo>
                    <a:pt x="5098" y="10774"/>
                  </a:lnTo>
                  <a:lnTo>
                    <a:pt x="5137" y="10890"/>
                  </a:lnTo>
                  <a:lnTo>
                    <a:pt x="5175" y="11044"/>
                  </a:lnTo>
                  <a:lnTo>
                    <a:pt x="5137" y="11237"/>
                  </a:lnTo>
                  <a:lnTo>
                    <a:pt x="5098" y="11430"/>
                  </a:lnTo>
                  <a:lnTo>
                    <a:pt x="4403" y="10928"/>
                  </a:lnTo>
                  <a:lnTo>
                    <a:pt x="4441" y="10813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20"/>
                  </a:moveTo>
                  <a:lnTo>
                    <a:pt x="10967" y="11199"/>
                  </a:lnTo>
                  <a:lnTo>
                    <a:pt x="10736" y="11739"/>
                  </a:lnTo>
                  <a:lnTo>
                    <a:pt x="10658" y="11701"/>
                  </a:lnTo>
                  <a:lnTo>
                    <a:pt x="10504" y="11546"/>
                  </a:lnTo>
                  <a:lnTo>
                    <a:pt x="10427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3"/>
                  </a:lnTo>
                  <a:lnTo>
                    <a:pt x="10736" y="10697"/>
                  </a:lnTo>
                  <a:lnTo>
                    <a:pt x="10929" y="10620"/>
                  </a:lnTo>
                  <a:close/>
                  <a:moveTo>
                    <a:pt x="5986" y="11469"/>
                  </a:moveTo>
                  <a:lnTo>
                    <a:pt x="6063" y="11508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4" y="11778"/>
                  </a:lnTo>
                  <a:lnTo>
                    <a:pt x="6372" y="12010"/>
                  </a:lnTo>
                  <a:lnTo>
                    <a:pt x="6411" y="12241"/>
                  </a:lnTo>
                  <a:lnTo>
                    <a:pt x="6372" y="12473"/>
                  </a:lnTo>
                  <a:lnTo>
                    <a:pt x="5909" y="12087"/>
                  </a:lnTo>
                  <a:lnTo>
                    <a:pt x="5407" y="11701"/>
                  </a:lnTo>
                  <a:lnTo>
                    <a:pt x="5445" y="11624"/>
                  </a:lnTo>
                  <a:lnTo>
                    <a:pt x="5561" y="11546"/>
                  </a:lnTo>
                  <a:lnTo>
                    <a:pt x="5639" y="11508"/>
                  </a:lnTo>
                  <a:lnTo>
                    <a:pt x="5754" y="11469"/>
                  </a:lnTo>
                  <a:close/>
                  <a:moveTo>
                    <a:pt x="10543" y="12048"/>
                  </a:moveTo>
                  <a:lnTo>
                    <a:pt x="10388" y="12319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9" y="12241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3" y="12048"/>
                  </a:lnTo>
                  <a:close/>
                  <a:moveTo>
                    <a:pt x="7376" y="12512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40" y="12821"/>
                  </a:lnTo>
                  <a:lnTo>
                    <a:pt x="7878" y="13014"/>
                  </a:lnTo>
                  <a:lnTo>
                    <a:pt x="7878" y="13207"/>
                  </a:lnTo>
                  <a:lnTo>
                    <a:pt x="7840" y="13207"/>
                  </a:lnTo>
                  <a:lnTo>
                    <a:pt x="7338" y="13014"/>
                  </a:lnTo>
                  <a:lnTo>
                    <a:pt x="6836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2"/>
                  </a:lnTo>
                  <a:close/>
                  <a:moveTo>
                    <a:pt x="8844" y="12627"/>
                  </a:moveTo>
                  <a:lnTo>
                    <a:pt x="8959" y="12666"/>
                  </a:lnTo>
                  <a:lnTo>
                    <a:pt x="9114" y="12782"/>
                  </a:lnTo>
                  <a:lnTo>
                    <a:pt x="9191" y="12936"/>
                  </a:lnTo>
                  <a:lnTo>
                    <a:pt x="9230" y="13129"/>
                  </a:lnTo>
                  <a:lnTo>
                    <a:pt x="9268" y="13207"/>
                  </a:lnTo>
                  <a:lnTo>
                    <a:pt x="9037" y="13284"/>
                  </a:lnTo>
                  <a:lnTo>
                    <a:pt x="8805" y="13323"/>
                  </a:lnTo>
                  <a:lnTo>
                    <a:pt x="8573" y="13323"/>
                  </a:lnTo>
                  <a:lnTo>
                    <a:pt x="8303" y="13284"/>
                  </a:lnTo>
                  <a:lnTo>
                    <a:pt x="8303" y="13207"/>
                  </a:lnTo>
                  <a:lnTo>
                    <a:pt x="8342" y="13014"/>
                  </a:lnTo>
                  <a:lnTo>
                    <a:pt x="8419" y="12821"/>
                  </a:lnTo>
                  <a:lnTo>
                    <a:pt x="8573" y="12705"/>
                  </a:lnTo>
                  <a:lnTo>
                    <a:pt x="8650" y="12666"/>
                  </a:lnTo>
                  <a:lnTo>
                    <a:pt x="8766" y="12627"/>
                  </a:lnTo>
                  <a:close/>
                  <a:moveTo>
                    <a:pt x="22977" y="0"/>
                  </a:moveTo>
                  <a:lnTo>
                    <a:pt x="22899" y="39"/>
                  </a:lnTo>
                  <a:lnTo>
                    <a:pt x="22822" y="78"/>
                  </a:lnTo>
                  <a:lnTo>
                    <a:pt x="22784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822" y="425"/>
                  </a:lnTo>
                  <a:lnTo>
                    <a:pt x="22861" y="464"/>
                  </a:lnTo>
                  <a:lnTo>
                    <a:pt x="23015" y="657"/>
                  </a:lnTo>
                  <a:lnTo>
                    <a:pt x="22899" y="773"/>
                  </a:lnTo>
                  <a:lnTo>
                    <a:pt x="22784" y="966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61" y="2279"/>
                  </a:lnTo>
                  <a:lnTo>
                    <a:pt x="23054" y="2395"/>
                  </a:lnTo>
                  <a:lnTo>
                    <a:pt x="23247" y="2510"/>
                  </a:lnTo>
                  <a:lnTo>
                    <a:pt x="23479" y="2510"/>
                  </a:lnTo>
                  <a:lnTo>
                    <a:pt x="23401" y="2704"/>
                  </a:lnTo>
                  <a:lnTo>
                    <a:pt x="23363" y="2897"/>
                  </a:lnTo>
                  <a:lnTo>
                    <a:pt x="23324" y="3090"/>
                  </a:lnTo>
                  <a:lnTo>
                    <a:pt x="23363" y="3283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901"/>
                  </a:lnTo>
                  <a:lnTo>
                    <a:pt x="23981" y="4016"/>
                  </a:lnTo>
                  <a:lnTo>
                    <a:pt x="23749" y="4209"/>
                  </a:lnTo>
                  <a:lnTo>
                    <a:pt x="23556" y="4480"/>
                  </a:lnTo>
                  <a:lnTo>
                    <a:pt x="23479" y="4750"/>
                  </a:lnTo>
                  <a:lnTo>
                    <a:pt x="23440" y="4905"/>
                  </a:lnTo>
                  <a:lnTo>
                    <a:pt x="23440" y="5020"/>
                  </a:lnTo>
                  <a:lnTo>
                    <a:pt x="23517" y="5291"/>
                  </a:lnTo>
                  <a:lnTo>
                    <a:pt x="23633" y="5484"/>
                  </a:lnTo>
                  <a:lnTo>
                    <a:pt x="23401" y="5522"/>
                  </a:lnTo>
                  <a:lnTo>
                    <a:pt x="23170" y="5561"/>
                  </a:lnTo>
                  <a:lnTo>
                    <a:pt x="22977" y="5715"/>
                  </a:lnTo>
                  <a:lnTo>
                    <a:pt x="22784" y="5870"/>
                  </a:lnTo>
                  <a:lnTo>
                    <a:pt x="22706" y="6102"/>
                  </a:lnTo>
                  <a:lnTo>
                    <a:pt x="22629" y="6372"/>
                  </a:lnTo>
                  <a:lnTo>
                    <a:pt x="22475" y="6295"/>
                  </a:lnTo>
                  <a:lnTo>
                    <a:pt x="22320" y="6256"/>
                  </a:lnTo>
                  <a:lnTo>
                    <a:pt x="22166" y="6217"/>
                  </a:lnTo>
                  <a:lnTo>
                    <a:pt x="21973" y="6217"/>
                  </a:lnTo>
                  <a:lnTo>
                    <a:pt x="21741" y="6295"/>
                  </a:lnTo>
                  <a:lnTo>
                    <a:pt x="21509" y="6411"/>
                  </a:lnTo>
                  <a:lnTo>
                    <a:pt x="21355" y="6565"/>
                  </a:lnTo>
                  <a:lnTo>
                    <a:pt x="21200" y="6797"/>
                  </a:lnTo>
                  <a:lnTo>
                    <a:pt x="21123" y="6449"/>
                  </a:lnTo>
                  <a:lnTo>
                    <a:pt x="20969" y="6140"/>
                  </a:lnTo>
                  <a:lnTo>
                    <a:pt x="20853" y="6024"/>
                  </a:lnTo>
                  <a:lnTo>
                    <a:pt x="20737" y="5909"/>
                  </a:lnTo>
                  <a:lnTo>
                    <a:pt x="20582" y="5831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80" y="5793"/>
                  </a:lnTo>
                  <a:lnTo>
                    <a:pt x="19887" y="5870"/>
                  </a:lnTo>
                  <a:lnTo>
                    <a:pt x="19772" y="5947"/>
                  </a:lnTo>
                  <a:lnTo>
                    <a:pt x="19733" y="5715"/>
                  </a:lnTo>
                  <a:lnTo>
                    <a:pt x="19617" y="5484"/>
                  </a:lnTo>
                  <a:lnTo>
                    <a:pt x="19463" y="5329"/>
                  </a:lnTo>
                  <a:lnTo>
                    <a:pt x="19385" y="5252"/>
                  </a:lnTo>
                  <a:lnTo>
                    <a:pt x="19270" y="5175"/>
                  </a:lnTo>
                  <a:lnTo>
                    <a:pt x="19038" y="5136"/>
                  </a:lnTo>
                  <a:lnTo>
                    <a:pt x="18845" y="5175"/>
                  </a:lnTo>
                  <a:lnTo>
                    <a:pt x="18652" y="5291"/>
                  </a:lnTo>
                  <a:lnTo>
                    <a:pt x="18497" y="5407"/>
                  </a:lnTo>
                  <a:lnTo>
                    <a:pt x="18459" y="5252"/>
                  </a:lnTo>
                  <a:lnTo>
                    <a:pt x="18420" y="5136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3" y="4673"/>
                  </a:lnTo>
                  <a:lnTo>
                    <a:pt x="17957" y="4596"/>
                  </a:lnTo>
                  <a:lnTo>
                    <a:pt x="17802" y="4557"/>
                  </a:lnTo>
                  <a:lnTo>
                    <a:pt x="17648" y="4518"/>
                  </a:lnTo>
                  <a:lnTo>
                    <a:pt x="17493" y="4557"/>
                  </a:lnTo>
                  <a:lnTo>
                    <a:pt x="17377" y="4596"/>
                  </a:lnTo>
                  <a:lnTo>
                    <a:pt x="17262" y="4634"/>
                  </a:lnTo>
                  <a:lnTo>
                    <a:pt x="17146" y="4750"/>
                  </a:lnTo>
                  <a:lnTo>
                    <a:pt x="17030" y="4827"/>
                  </a:lnTo>
                  <a:lnTo>
                    <a:pt x="16875" y="5098"/>
                  </a:lnTo>
                  <a:lnTo>
                    <a:pt x="16760" y="4943"/>
                  </a:lnTo>
                  <a:lnTo>
                    <a:pt x="16605" y="4789"/>
                  </a:lnTo>
                  <a:lnTo>
                    <a:pt x="16451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9" y="4673"/>
                  </a:lnTo>
                  <a:lnTo>
                    <a:pt x="15794" y="4750"/>
                  </a:lnTo>
                  <a:lnTo>
                    <a:pt x="15640" y="4866"/>
                  </a:lnTo>
                  <a:lnTo>
                    <a:pt x="15524" y="4982"/>
                  </a:lnTo>
                  <a:lnTo>
                    <a:pt x="15447" y="5136"/>
                  </a:lnTo>
                  <a:lnTo>
                    <a:pt x="15408" y="5329"/>
                  </a:lnTo>
                  <a:lnTo>
                    <a:pt x="15408" y="5484"/>
                  </a:lnTo>
                  <a:lnTo>
                    <a:pt x="15447" y="5561"/>
                  </a:lnTo>
                  <a:lnTo>
                    <a:pt x="15408" y="5561"/>
                  </a:lnTo>
                  <a:lnTo>
                    <a:pt x="15331" y="5368"/>
                  </a:lnTo>
                  <a:lnTo>
                    <a:pt x="15176" y="5175"/>
                  </a:lnTo>
                  <a:lnTo>
                    <a:pt x="15022" y="5059"/>
                  </a:lnTo>
                  <a:lnTo>
                    <a:pt x="14829" y="4982"/>
                  </a:lnTo>
                  <a:lnTo>
                    <a:pt x="14636" y="4943"/>
                  </a:lnTo>
                  <a:lnTo>
                    <a:pt x="14443" y="4982"/>
                  </a:lnTo>
                  <a:lnTo>
                    <a:pt x="14288" y="5020"/>
                  </a:lnTo>
                  <a:lnTo>
                    <a:pt x="14134" y="5098"/>
                  </a:lnTo>
                  <a:lnTo>
                    <a:pt x="14057" y="5175"/>
                  </a:lnTo>
                  <a:lnTo>
                    <a:pt x="13941" y="5291"/>
                  </a:lnTo>
                  <a:lnTo>
                    <a:pt x="13825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5"/>
                  </a:lnTo>
                  <a:lnTo>
                    <a:pt x="13168" y="5715"/>
                  </a:lnTo>
                  <a:lnTo>
                    <a:pt x="12937" y="5754"/>
                  </a:lnTo>
                  <a:lnTo>
                    <a:pt x="12744" y="5831"/>
                  </a:lnTo>
                  <a:lnTo>
                    <a:pt x="12589" y="5947"/>
                  </a:lnTo>
                  <a:lnTo>
                    <a:pt x="12512" y="6063"/>
                  </a:lnTo>
                  <a:lnTo>
                    <a:pt x="12435" y="6217"/>
                  </a:lnTo>
                  <a:lnTo>
                    <a:pt x="12358" y="6372"/>
                  </a:lnTo>
                  <a:lnTo>
                    <a:pt x="12358" y="6526"/>
                  </a:lnTo>
                  <a:lnTo>
                    <a:pt x="12358" y="6681"/>
                  </a:lnTo>
                  <a:lnTo>
                    <a:pt x="12358" y="6835"/>
                  </a:lnTo>
                  <a:lnTo>
                    <a:pt x="12435" y="6990"/>
                  </a:lnTo>
                  <a:lnTo>
                    <a:pt x="12164" y="7028"/>
                  </a:lnTo>
                  <a:lnTo>
                    <a:pt x="11894" y="7106"/>
                  </a:lnTo>
                  <a:lnTo>
                    <a:pt x="11662" y="7221"/>
                  </a:lnTo>
                  <a:lnTo>
                    <a:pt x="11508" y="7415"/>
                  </a:lnTo>
                  <a:lnTo>
                    <a:pt x="11392" y="7530"/>
                  </a:lnTo>
                  <a:lnTo>
                    <a:pt x="11354" y="7685"/>
                  </a:lnTo>
                  <a:lnTo>
                    <a:pt x="11315" y="7839"/>
                  </a:lnTo>
                  <a:lnTo>
                    <a:pt x="11276" y="7994"/>
                  </a:lnTo>
                  <a:lnTo>
                    <a:pt x="11315" y="8148"/>
                  </a:lnTo>
                  <a:lnTo>
                    <a:pt x="11354" y="8303"/>
                  </a:lnTo>
                  <a:lnTo>
                    <a:pt x="11392" y="8457"/>
                  </a:lnTo>
                  <a:lnTo>
                    <a:pt x="11469" y="8612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58" y="9229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2" y="10233"/>
                  </a:lnTo>
                  <a:lnTo>
                    <a:pt x="10620" y="10311"/>
                  </a:lnTo>
                  <a:lnTo>
                    <a:pt x="10427" y="10426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79" y="11006"/>
                  </a:lnTo>
                  <a:lnTo>
                    <a:pt x="10041" y="11237"/>
                  </a:lnTo>
                  <a:lnTo>
                    <a:pt x="10079" y="11469"/>
                  </a:lnTo>
                  <a:lnTo>
                    <a:pt x="10195" y="11701"/>
                  </a:lnTo>
                  <a:lnTo>
                    <a:pt x="9925" y="11739"/>
                  </a:lnTo>
                  <a:lnTo>
                    <a:pt x="9693" y="11855"/>
                  </a:lnTo>
                  <a:lnTo>
                    <a:pt x="9500" y="12010"/>
                  </a:lnTo>
                  <a:lnTo>
                    <a:pt x="9423" y="12087"/>
                  </a:lnTo>
                  <a:lnTo>
                    <a:pt x="9384" y="12203"/>
                  </a:lnTo>
                  <a:lnTo>
                    <a:pt x="9346" y="12319"/>
                  </a:lnTo>
                  <a:lnTo>
                    <a:pt x="9307" y="12473"/>
                  </a:lnTo>
                  <a:lnTo>
                    <a:pt x="9191" y="12396"/>
                  </a:lnTo>
                  <a:lnTo>
                    <a:pt x="9037" y="12319"/>
                  </a:lnTo>
                  <a:lnTo>
                    <a:pt x="8882" y="12280"/>
                  </a:lnTo>
                  <a:lnTo>
                    <a:pt x="8728" y="12280"/>
                  </a:lnTo>
                  <a:lnTo>
                    <a:pt x="8535" y="12357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10" y="12550"/>
                  </a:lnTo>
                  <a:lnTo>
                    <a:pt x="7994" y="12434"/>
                  </a:lnTo>
                  <a:lnTo>
                    <a:pt x="7878" y="12319"/>
                  </a:lnTo>
                  <a:lnTo>
                    <a:pt x="7724" y="12241"/>
                  </a:lnTo>
                  <a:lnTo>
                    <a:pt x="7492" y="12164"/>
                  </a:lnTo>
                  <a:lnTo>
                    <a:pt x="7222" y="12203"/>
                  </a:lnTo>
                  <a:lnTo>
                    <a:pt x="6990" y="12280"/>
                  </a:lnTo>
                  <a:lnTo>
                    <a:pt x="6797" y="12434"/>
                  </a:lnTo>
                  <a:lnTo>
                    <a:pt x="6797" y="12048"/>
                  </a:lnTo>
                  <a:lnTo>
                    <a:pt x="6758" y="11894"/>
                  </a:lnTo>
                  <a:lnTo>
                    <a:pt x="6681" y="11701"/>
                  </a:lnTo>
                  <a:lnTo>
                    <a:pt x="6604" y="11546"/>
                  </a:lnTo>
                  <a:lnTo>
                    <a:pt x="6527" y="11430"/>
                  </a:lnTo>
                  <a:lnTo>
                    <a:pt x="6372" y="11315"/>
                  </a:lnTo>
                  <a:lnTo>
                    <a:pt x="6218" y="11199"/>
                  </a:lnTo>
                  <a:lnTo>
                    <a:pt x="6063" y="11160"/>
                  </a:lnTo>
                  <a:lnTo>
                    <a:pt x="5716" y="11160"/>
                  </a:lnTo>
                  <a:lnTo>
                    <a:pt x="5523" y="11237"/>
                  </a:lnTo>
                  <a:lnTo>
                    <a:pt x="5523" y="10967"/>
                  </a:lnTo>
                  <a:lnTo>
                    <a:pt x="5445" y="10735"/>
                  </a:lnTo>
                  <a:lnTo>
                    <a:pt x="5330" y="10504"/>
                  </a:lnTo>
                  <a:lnTo>
                    <a:pt x="5214" y="10426"/>
                  </a:lnTo>
                  <a:lnTo>
                    <a:pt x="5098" y="10388"/>
                  </a:lnTo>
                  <a:lnTo>
                    <a:pt x="4943" y="10311"/>
                  </a:lnTo>
                  <a:lnTo>
                    <a:pt x="4828" y="10311"/>
                  </a:lnTo>
                  <a:lnTo>
                    <a:pt x="4673" y="10349"/>
                  </a:lnTo>
                  <a:lnTo>
                    <a:pt x="4519" y="10388"/>
                  </a:lnTo>
                  <a:lnTo>
                    <a:pt x="4519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10" y="9577"/>
                  </a:lnTo>
                  <a:lnTo>
                    <a:pt x="4055" y="9500"/>
                  </a:lnTo>
                  <a:lnTo>
                    <a:pt x="3901" y="9461"/>
                  </a:lnTo>
                  <a:lnTo>
                    <a:pt x="3746" y="9422"/>
                  </a:lnTo>
                  <a:lnTo>
                    <a:pt x="3592" y="9422"/>
                  </a:lnTo>
                  <a:lnTo>
                    <a:pt x="3399" y="9461"/>
                  </a:lnTo>
                  <a:lnTo>
                    <a:pt x="3283" y="9538"/>
                  </a:lnTo>
                  <a:lnTo>
                    <a:pt x="3129" y="9616"/>
                  </a:lnTo>
                  <a:lnTo>
                    <a:pt x="3013" y="9770"/>
                  </a:lnTo>
                  <a:lnTo>
                    <a:pt x="2974" y="9616"/>
                  </a:lnTo>
                  <a:lnTo>
                    <a:pt x="2897" y="9461"/>
                  </a:lnTo>
                  <a:lnTo>
                    <a:pt x="2781" y="9268"/>
                  </a:lnTo>
                  <a:lnTo>
                    <a:pt x="2627" y="9152"/>
                  </a:lnTo>
                  <a:lnTo>
                    <a:pt x="2433" y="9036"/>
                  </a:lnTo>
                  <a:lnTo>
                    <a:pt x="2240" y="8998"/>
                  </a:lnTo>
                  <a:lnTo>
                    <a:pt x="2047" y="9036"/>
                  </a:lnTo>
                  <a:lnTo>
                    <a:pt x="1854" y="9114"/>
                  </a:lnTo>
                  <a:lnTo>
                    <a:pt x="1700" y="9191"/>
                  </a:lnTo>
                  <a:lnTo>
                    <a:pt x="1545" y="9345"/>
                  </a:lnTo>
                  <a:lnTo>
                    <a:pt x="1430" y="9538"/>
                  </a:lnTo>
                  <a:lnTo>
                    <a:pt x="1391" y="9731"/>
                  </a:lnTo>
                  <a:lnTo>
                    <a:pt x="1352" y="9924"/>
                  </a:lnTo>
                  <a:lnTo>
                    <a:pt x="1121" y="9963"/>
                  </a:lnTo>
                  <a:lnTo>
                    <a:pt x="928" y="10040"/>
                  </a:lnTo>
                  <a:lnTo>
                    <a:pt x="696" y="10156"/>
                  </a:lnTo>
                  <a:lnTo>
                    <a:pt x="503" y="10311"/>
                  </a:lnTo>
                  <a:lnTo>
                    <a:pt x="387" y="10426"/>
                  </a:lnTo>
                  <a:lnTo>
                    <a:pt x="271" y="10581"/>
                  </a:lnTo>
                  <a:lnTo>
                    <a:pt x="117" y="10890"/>
                  </a:lnTo>
                  <a:lnTo>
                    <a:pt x="1" y="11237"/>
                  </a:lnTo>
                  <a:lnTo>
                    <a:pt x="1" y="11585"/>
                  </a:lnTo>
                  <a:lnTo>
                    <a:pt x="78" y="11932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9" y="12821"/>
                  </a:lnTo>
                  <a:lnTo>
                    <a:pt x="812" y="12936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086" y="13129"/>
                  </a:lnTo>
                  <a:lnTo>
                    <a:pt x="2472" y="12975"/>
                  </a:lnTo>
                  <a:lnTo>
                    <a:pt x="2820" y="12782"/>
                  </a:lnTo>
                  <a:lnTo>
                    <a:pt x="3129" y="12550"/>
                  </a:lnTo>
                  <a:lnTo>
                    <a:pt x="3360" y="12241"/>
                  </a:lnTo>
                  <a:lnTo>
                    <a:pt x="3592" y="12010"/>
                  </a:lnTo>
                  <a:lnTo>
                    <a:pt x="3553" y="11932"/>
                  </a:lnTo>
                  <a:lnTo>
                    <a:pt x="3515" y="11817"/>
                  </a:lnTo>
                  <a:lnTo>
                    <a:pt x="3437" y="11778"/>
                  </a:lnTo>
                  <a:lnTo>
                    <a:pt x="3322" y="11739"/>
                  </a:lnTo>
                  <a:lnTo>
                    <a:pt x="3283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20" y="12241"/>
                  </a:lnTo>
                  <a:lnTo>
                    <a:pt x="2588" y="12434"/>
                  </a:lnTo>
                  <a:lnTo>
                    <a:pt x="2318" y="12589"/>
                  </a:lnTo>
                  <a:lnTo>
                    <a:pt x="2047" y="12666"/>
                  </a:lnTo>
                  <a:lnTo>
                    <a:pt x="1738" y="12705"/>
                  </a:lnTo>
                  <a:lnTo>
                    <a:pt x="1430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2" y="12357"/>
                  </a:lnTo>
                  <a:lnTo>
                    <a:pt x="696" y="12203"/>
                  </a:lnTo>
                  <a:lnTo>
                    <a:pt x="619" y="12048"/>
                  </a:lnTo>
                  <a:lnTo>
                    <a:pt x="541" y="11894"/>
                  </a:lnTo>
                  <a:lnTo>
                    <a:pt x="503" y="11739"/>
                  </a:lnTo>
                  <a:lnTo>
                    <a:pt x="503" y="11546"/>
                  </a:lnTo>
                  <a:lnTo>
                    <a:pt x="503" y="11392"/>
                  </a:lnTo>
                  <a:lnTo>
                    <a:pt x="541" y="11199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9" y="10620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30" y="10388"/>
                  </a:lnTo>
                  <a:lnTo>
                    <a:pt x="1738" y="10349"/>
                  </a:lnTo>
                  <a:lnTo>
                    <a:pt x="2009" y="10349"/>
                  </a:lnTo>
                  <a:lnTo>
                    <a:pt x="2318" y="10388"/>
                  </a:lnTo>
                  <a:lnTo>
                    <a:pt x="2588" y="10426"/>
                  </a:lnTo>
                  <a:lnTo>
                    <a:pt x="2858" y="10542"/>
                  </a:lnTo>
                  <a:lnTo>
                    <a:pt x="3129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5" y="11662"/>
                  </a:lnTo>
                  <a:lnTo>
                    <a:pt x="5523" y="12396"/>
                  </a:lnTo>
                  <a:lnTo>
                    <a:pt x="5870" y="12705"/>
                  </a:lnTo>
                  <a:lnTo>
                    <a:pt x="6256" y="12975"/>
                  </a:lnTo>
                  <a:lnTo>
                    <a:pt x="6681" y="13207"/>
                  </a:lnTo>
                  <a:lnTo>
                    <a:pt x="7106" y="13438"/>
                  </a:lnTo>
                  <a:lnTo>
                    <a:pt x="7531" y="13593"/>
                  </a:lnTo>
                  <a:lnTo>
                    <a:pt x="7994" y="13747"/>
                  </a:lnTo>
                  <a:lnTo>
                    <a:pt x="8457" y="13786"/>
                  </a:lnTo>
                  <a:lnTo>
                    <a:pt x="8921" y="13786"/>
                  </a:lnTo>
                  <a:lnTo>
                    <a:pt x="9346" y="13709"/>
                  </a:lnTo>
                  <a:lnTo>
                    <a:pt x="9732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9" y="12473"/>
                  </a:lnTo>
                  <a:lnTo>
                    <a:pt x="11122" y="12126"/>
                  </a:lnTo>
                  <a:lnTo>
                    <a:pt x="11315" y="11739"/>
                  </a:lnTo>
                  <a:lnTo>
                    <a:pt x="11508" y="11237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6" y="9114"/>
                  </a:lnTo>
                  <a:lnTo>
                    <a:pt x="12358" y="8612"/>
                  </a:lnTo>
                  <a:lnTo>
                    <a:pt x="12589" y="8110"/>
                  </a:lnTo>
                  <a:lnTo>
                    <a:pt x="12937" y="7646"/>
                  </a:lnTo>
                  <a:lnTo>
                    <a:pt x="13284" y="7299"/>
                  </a:lnTo>
                  <a:lnTo>
                    <a:pt x="13632" y="6990"/>
                  </a:lnTo>
                  <a:lnTo>
                    <a:pt x="14018" y="6719"/>
                  </a:lnTo>
                  <a:lnTo>
                    <a:pt x="14443" y="6449"/>
                  </a:lnTo>
                  <a:lnTo>
                    <a:pt x="14906" y="6256"/>
                  </a:lnTo>
                  <a:lnTo>
                    <a:pt x="15369" y="6102"/>
                  </a:lnTo>
                  <a:lnTo>
                    <a:pt x="15833" y="5986"/>
                  </a:lnTo>
                  <a:lnTo>
                    <a:pt x="16296" y="5947"/>
                  </a:lnTo>
                  <a:lnTo>
                    <a:pt x="16605" y="5909"/>
                  </a:lnTo>
                  <a:lnTo>
                    <a:pt x="16914" y="5909"/>
                  </a:lnTo>
                  <a:lnTo>
                    <a:pt x="17455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4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2"/>
                  </a:lnTo>
                  <a:lnTo>
                    <a:pt x="21316" y="7646"/>
                  </a:lnTo>
                  <a:lnTo>
                    <a:pt x="21741" y="7723"/>
                  </a:lnTo>
                  <a:lnTo>
                    <a:pt x="22166" y="7762"/>
                  </a:lnTo>
                  <a:lnTo>
                    <a:pt x="22590" y="7723"/>
                  </a:lnTo>
                  <a:lnTo>
                    <a:pt x="22977" y="7646"/>
                  </a:lnTo>
                  <a:lnTo>
                    <a:pt x="23363" y="7530"/>
                  </a:lnTo>
                  <a:lnTo>
                    <a:pt x="23710" y="7299"/>
                  </a:lnTo>
                  <a:lnTo>
                    <a:pt x="24058" y="6990"/>
                  </a:lnTo>
                  <a:lnTo>
                    <a:pt x="24367" y="6642"/>
                  </a:lnTo>
                  <a:lnTo>
                    <a:pt x="24598" y="6295"/>
                  </a:lnTo>
                  <a:lnTo>
                    <a:pt x="24753" y="5909"/>
                  </a:lnTo>
                  <a:lnTo>
                    <a:pt x="24869" y="5484"/>
                  </a:lnTo>
                  <a:lnTo>
                    <a:pt x="24985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6" y="3746"/>
                  </a:lnTo>
                  <a:lnTo>
                    <a:pt x="24869" y="3283"/>
                  </a:lnTo>
                  <a:lnTo>
                    <a:pt x="24791" y="2858"/>
                  </a:lnTo>
                  <a:lnTo>
                    <a:pt x="24637" y="2395"/>
                  </a:lnTo>
                  <a:lnTo>
                    <a:pt x="24444" y="1970"/>
                  </a:lnTo>
                  <a:lnTo>
                    <a:pt x="24251" y="1584"/>
                  </a:lnTo>
                  <a:lnTo>
                    <a:pt x="24058" y="1198"/>
                  </a:lnTo>
                  <a:lnTo>
                    <a:pt x="23788" y="811"/>
                  </a:lnTo>
                  <a:lnTo>
                    <a:pt x="23942" y="387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70" y="78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6" name="Google Shape;4326;p18"/>
            <p:cNvSpPr/>
            <p:nvPr/>
          </p:nvSpPr>
          <p:spPr>
            <a:xfrm>
              <a:off x="5082350" y="438710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1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9"/>
                  </a:lnTo>
                  <a:lnTo>
                    <a:pt x="4364" y="1120"/>
                  </a:lnTo>
                  <a:lnTo>
                    <a:pt x="4634" y="1429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3" y="2433"/>
                  </a:lnTo>
                  <a:lnTo>
                    <a:pt x="5368" y="2819"/>
                  </a:lnTo>
                  <a:lnTo>
                    <a:pt x="5484" y="3206"/>
                  </a:lnTo>
                  <a:lnTo>
                    <a:pt x="5522" y="3592"/>
                  </a:lnTo>
                  <a:lnTo>
                    <a:pt x="5600" y="3978"/>
                  </a:lnTo>
                  <a:lnTo>
                    <a:pt x="5600" y="4403"/>
                  </a:lnTo>
                  <a:lnTo>
                    <a:pt x="5561" y="4789"/>
                  </a:lnTo>
                  <a:lnTo>
                    <a:pt x="5522" y="5214"/>
                  </a:lnTo>
                  <a:lnTo>
                    <a:pt x="5445" y="5600"/>
                  </a:lnTo>
                  <a:lnTo>
                    <a:pt x="5329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6"/>
                  </a:lnTo>
                  <a:lnTo>
                    <a:pt x="4209" y="8032"/>
                  </a:lnTo>
                  <a:lnTo>
                    <a:pt x="3939" y="8380"/>
                  </a:lnTo>
                  <a:lnTo>
                    <a:pt x="3630" y="8728"/>
                  </a:lnTo>
                  <a:lnTo>
                    <a:pt x="3283" y="9036"/>
                  </a:lnTo>
                  <a:lnTo>
                    <a:pt x="2935" y="9307"/>
                  </a:lnTo>
                  <a:lnTo>
                    <a:pt x="2549" y="9577"/>
                  </a:lnTo>
                  <a:lnTo>
                    <a:pt x="2163" y="9809"/>
                  </a:lnTo>
                  <a:lnTo>
                    <a:pt x="1738" y="10040"/>
                  </a:lnTo>
                  <a:lnTo>
                    <a:pt x="1313" y="10234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0" y="10658"/>
                  </a:lnTo>
                  <a:lnTo>
                    <a:pt x="78" y="11044"/>
                  </a:lnTo>
                  <a:lnTo>
                    <a:pt x="618" y="10967"/>
                  </a:lnTo>
                  <a:lnTo>
                    <a:pt x="1120" y="10813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0" y="10195"/>
                  </a:lnTo>
                  <a:lnTo>
                    <a:pt x="2974" y="9925"/>
                  </a:lnTo>
                  <a:lnTo>
                    <a:pt x="3399" y="9616"/>
                  </a:lnTo>
                  <a:lnTo>
                    <a:pt x="3785" y="9268"/>
                  </a:lnTo>
                  <a:lnTo>
                    <a:pt x="4171" y="8921"/>
                  </a:lnTo>
                  <a:lnTo>
                    <a:pt x="4480" y="8534"/>
                  </a:lnTo>
                  <a:lnTo>
                    <a:pt x="4827" y="8110"/>
                  </a:lnTo>
                  <a:lnTo>
                    <a:pt x="5098" y="7685"/>
                  </a:lnTo>
                  <a:lnTo>
                    <a:pt x="5368" y="7222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8" y="5793"/>
                  </a:lnTo>
                  <a:lnTo>
                    <a:pt x="6024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4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6" y="1314"/>
                  </a:lnTo>
                  <a:lnTo>
                    <a:pt x="4904" y="1005"/>
                  </a:lnTo>
                  <a:lnTo>
                    <a:pt x="4596" y="696"/>
                  </a:lnTo>
                  <a:lnTo>
                    <a:pt x="4287" y="425"/>
                  </a:lnTo>
                  <a:lnTo>
                    <a:pt x="3939" y="194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7" name="Google Shape;4327;p18"/>
            <p:cNvSpPr/>
            <p:nvPr/>
          </p:nvSpPr>
          <p:spPr>
            <a:xfrm>
              <a:off x="5492625" y="4412200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1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1"/>
                  </a:lnTo>
                  <a:lnTo>
                    <a:pt x="3862" y="503"/>
                  </a:lnTo>
                  <a:lnTo>
                    <a:pt x="3322" y="773"/>
                  </a:lnTo>
                  <a:lnTo>
                    <a:pt x="2781" y="1082"/>
                  </a:lnTo>
                  <a:lnTo>
                    <a:pt x="2279" y="1429"/>
                  </a:lnTo>
                  <a:lnTo>
                    <a:pt x="1816" y="1854"/>
                  </a:lnTo>
                  <a:lnTo>
                    <a:pt x="1429" y="2279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3" y="3746"/>
                  </a:lnTo>
                  <a:lnTo>
                    <a:pt x="271" y="4248"/>
                  </a:lnTo>
                  <a:lnTo>
                    <a:pt x="117" y="4789"/>
                  </a:lnTo>
                  <a:lnTo>
                    <a:pt x="1" y="5368"/>
                  </a:lnTo>
                  <a:lnTo>
                    <a:pt x="348" y="5407"/>
                  </a:lnTo>
                  <a:lnTo>
                    <a:pt x="464" y="4982"/>
                  </a:lnTo>
                  <a:lnTo>
                    <a:pt x="580" y="4596"/>
                  </a:lnTo>
                  <a:lnTo>
                    <a:pt x="812" y="3978"/>
                  </a:lnTo>
                  <a:lnTo>
                    <a:pt x="1121" y="3399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7"/>
                  </a:lnTo>
                  <a:lnTo>
                    <a:pt x="3399" y="1159"/>
                  </a:lnTo>
                  <a:lnTo>
                    <a:pt x="3978" y="889"/>
                  </a:lnTo>
                  <a:lnTo>
                    <a:pt x="4635" y="657"/>
                  </a:lnTo>
                  <a:lnTo>
                    <a:pt x="5252" y="464"/>
                  </a:lnTo>
                  <a:lnTo>
                    <a:pt x="5909" y="387"/>
                  </a:lnTo>
                  <a:lnTo>
                    <a:pt x="6565" y="387"/>
                  </a:lnTo>
                  <a:lnTo>
                    <a:pt x="7222" y="464"/>
                  </a:lnTo>
                  <a:lnTo>
                    <a:pt x="7878" y="580"/>
                  </a:lnTo>
                  <a:lnTo>
                    <a:pt x="8496" y="812"/>
                  </a:lnTo>
                  <a:lnTo>
                    <a:pt x="9114" y="1082"/>
                  </a:lnTo>
                  <a:lnTo>
                    <a:pt x="9423" y="1275"/>
                  </a:lnTo>
                  <a:lnTo>
                    <a:pt x="9732" y="1507"/>
                  </a:lnTo>
                  <a:lnTo>
                    <a:pt x="10041" y="1700"/>
                  </a:lnTo>
                  <a:lnTo>
                    <a:pt x="10311" y="1931"/>
                  </a:lnTo>
                  <a:lnTo>
                    <a:pt x="10774" y="2472"/>
                  </a:lnTo>
                  <a:lnTo>
                    <a:pt x="11199" y="3013"/>
                  </a:lnTo>
                  <a:lnTo>
                    <a:pt x="11547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5" y="5638"/>
                  </a:lnTo>
                  <a:lnTo>
                    <a:pt x="12628" y="6218"/>
                  </a:lnTo>
                  <a:lnTo>
                    <a:pt x="12859" y="6797"/>
                  </a:lnTo>
                  <a:lnTo>
                    <a:pt x="13130" y="7376"/>
                  </a:lnTo>
                  <a:lnTo>
                    <a:pt x="13439" y="7955"/>
                  </a:lnTo>
                  <a:lnTo>
                    <a:pt x="13825" y="8496"/>
                  </a:lnTo>
                  <a:lnTo>
                    <a:pt x="14250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500"/>
                  </a:lnTo>
                  <a:lnTo>
                    <a:pt x="15292" y="9654"/>
                  </a:lnTo>
                  <a:lnTo>
                    <a:pt x="15756" y="9809"/>
                  </a:lnTo>
                  <a:lnTo>
                    <a:pt x="16219" y="9886"/>
                  </a:lnTo>
                  <a:lnTo>
                    <a:pt x="16721" y="9886"/>
                  </a:lnTo>
                  <a:lnTo>
                    <a:pt x="17184" y="9809"/>
                  </a:lnTo>
                  <a:lnTo>
                    <a:pt x="17609" y="9616"/>
                  </a:lnTo>
                  <a:lnTo>
                    <a:pt x="17841" y="9500"/>
                  </a:lnTo>
                  <a:lnTo>
                    <a:pt x="18034" y="9384"/>
                  </a:lnTo>
                  <a:lnTo>
                    <a:pt x="18188" y="9230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2" y="8612"/>
                  </a:lnTo>
                  <a:lnTo>
                    <a:pt x="18652" y="8534"/>
                  </a:lnTo>
                  <a:lnTo>
                    <a:pt x="18652" y="8457"/>
                  </a:lnTo>
                  <a:lnTo>
                    <a:pt x="18652" y="8380"/>
                  </a:lnTo>
                  <a:lnTo>
                    <a:pt x="18652" y="8341"/>
                  </a:lnTo>
                  <a:lnTo>
                    <a:pt x="18304" y="8341"/>
                  </a:lnTo>
                  <a:lnTo>
                    <a:pt x="18266" y="8419"/>
                  </a:lnTo>
                  <a:lnTo>
                    <a:pt x="18072" y="8728"/>
                  </a:lnTo>
                  <a:lnTo>
                    <a:pt x="17802" y="8998"/>
                  </a:lnTo>
                  <a:lnTo>
                    <a:pt x="17493" y="9191"/>
                  </a:lnTo>
                  <a:lnTo>
                    <a:pt x="17184" y="9345"/>
                  </a:lnTo>
                  <a:lnTo>
                    <a:pt x="16837" y="9423"/>
                  </a:lnTo>
                  <a:lnTo>
                    <a:pt x="16451" y="9461"/>
                  </a:lnTo>
                  <a:lnTo>
                    <a:pt x="16103" y="9423"/>
                  </a:lnTo>
                  <a:lnTo>
                    <a:pt x="15717" y="9345"/>
                  </a:lnTo>
                  <a:lnTo>
                    <a:pt x="15369" y="9191"/>
                  </a:lnTo>
                  <a:lnTo>
                    <a:pt x="15022" y="8998"/>
                  </a:lnTo>
                  <a:lnTo>
                    <a:pt x="14713" y="8766"/>
                  </a:lnTo>
                  <a:lnTo>
                    <a:pt x="14404" y="8496"/>
                  </a:lnTo>
                  <a:lnTo>
                    <a:pt x="14172" y="8187"/>
                  </a:lnTo>
                  <a:lnTo>
                    <a:pt x="13941" y="7839"/>
                  </a:lnTo>
                  <a:lnTo>
                    <a:pt x="13709" y="7530"/>
                  </a:lnTo>
                  <a:lnTo>
                    <a:pt x="13555" y="7183"/>
                  </a:lnTo>
                  <a:lnTo>
                    <a:pt x="13246" y="6526"/>
                  </a:lnTo>
                  <a:lnTo>
                    <a:pt x="12975" y="5831"/>
                  </a:lnTo>
                  <a:lnTo>
                    <a:pt x="12473" y="4480"/>
                  </a:lnTo>
                  <a:lnTo>
                    <a:pt x="12164" y="3823"/>
                  </a:lnTo>
                  <a:lnTo>
                    <a:pt x="11855" y="3206"/>
                  </a:lnTo>
                  <a:lnTo>
                    <a:pt x="11469" y="2588"/>
                  </a:lnTo>
                  <a:lnTo>
                    <a:pt x="11238" y="2279"/>
                  </a:lnTo>
                  <a:lnTo>
                    <a:pt x="11006" y="2009"/>
                  </a:lnTo>
                  <a:lnTo>
                    <a:pt x="10543" y="1584"/>
                  </a:lnTo>
                  <a:lnTo>
                    <a:pt x="10079" y="1198"/>
                  </a:lnTo>
                  <a:lnTo>
                    <a:pt x="9577" y="850"/>
                  </a:lnTo>
                  <a:lnTo>
                    <a:pt x="9037" y="580"/>
                  </a:lnTo>
                  <a:lnTo>
                    <a:pt x="8496" y="348"/>
                  </a:lnTo>
                  <a:lnTo>
                    <a:pt x="7917" y="194"/>
                  </a:lnTo>
                  <a:lnTo>
                    <a:pt x="7338" y="78"/>
                  </a:lnTo>
                  <a:lnTo>
                    <a:pt x="67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8" name="Google Shape;4328;p18"/>
            <p:cNvSpPr/>
            <p:nvPr/>
          </p:nvSpPr>
          <p:spPr>
            <a:xfrm>
              <a:off x="3907500" y="4422825"/>
              <a:ext cx="353350" cy="159300"/>
            </a:xfrm>
            <a:custGeom>
              <a:avLst/>
              <a:gdLst/>
              <a:ahLst/>
              <a:cxnLst/>
              <a:rect l="l" t="t" r="r" b="b"/>
              <a:pathLst>
                <a:path w="14134" h="6372" extrusionOk="0">
                  <a:moveTo>
                    <a:pt x="11160" y="464"/>
                  </a:moveTo>
                  <a:lnTo>
                    <a:pt x="11623" y="502"/>
                  </a:lnTo>
                  <a:lnTo>
                    <a:pt x="12048" y="541"/>
                  </a:lnTo>
                  <a:lnTo>
                    <a:pt x="12434" y="657"/>
                  </a:lnTo>
                  <a:lnTo>
                    <a:pt x="12627" y="734"/>
                  </a:lnTo>
                  <a:lnTo>
                    <a:pt x="12743" y="811"/>
                  </a:lnTo>
                  <a:lnTo>
                    <a:pt x="12859" y="966"/>
                  </a:lnTo>
                  <a:lnTo>
                    <a:pt x="12936" y="1082"/>
                  </a:lnTo>
                  <a:lnTo>
                    <a:pt x="12975" y="1313"/>
                  </a:lnTo>
                  <a:lnTo>
                    <a:pt x="12975" y="1506"/>
                  </a:lnTo>
                  <a:lnTo>
                    <a:pt x="12936" y="1699"/>
                  </a:lnTo>
                  <a:lnTo>
                    <a:pt x="12820" y="1892"/>
                  </a:lnTo>
                  <a:lnTo>
                    <a:pt x="12704" y="2086"/>
                  </a:lnTo>
                  <a:lnTo>
                    <a:pt x="12589" y="2240"/>
                  </a:lnTo>
                  <a:lnTo>
                    <a:pt x="12241" y="2472"/>
                  </a:lnTo>
                  <a:lnTo>
                    <a:pt x="11816" y="2742"/>
                  </a:lnTo>
                  <a:lnTo>
                    <a:pt x="11391" y="2935"/>
                  </a:lnTo>
                  <a:lnTo>
                    <a:pt x="10658" y="3205"/>
                  </a:lnTo>
                  <a:lnTo>
                    <a:pt x="9924" y="3437"/>
                  </a:lnTo>
                  <a:lnTo>
                    <a:pt x="9152" y="3707"/>
                  </a:lnTo>
                  <a:lnTo>
                    <a:pt x="8380" y="3900"/>
                  </a:lnTo>
                  <a:lnTo>
                    <a:pt x="7607" y="4094"/>
                  </a:lnTo>
                  <a:lnTo>
                    <a:pt x="6796" y="4287"/>
                  </a:lnTo>
                  <a:lnTo>
                    <a:pt x="5908" y="4441"/>
                  </a:lnTo>
                  <a:lnTo>
                    <a:pt x="5020" y="4596"/>
                  </a:lnTo>
                  <a:lnTo>
                    <a:pt x="4132" y="4711"/>
                  </a:lnTo>
                  <a:lnTo>
                    <a:pt x="3244" y="4789"/>
                  </a:lnTo>
                  <a:lnTo>
                    <a:pt x="2201" y="4789"/>
                  </a:lnTo>
                  <a:lnTo>
                    <a:pt x="1854" y="4750"/>
                  </a:lnTo>
                  <a:lnTo>
                    <a:pt x="1506" y="4673"/>
                  </a:lnTo>
                  <a:lnTo>
                    <a:pt x="1197" y="4557"/>
                  </a:lnTo>
                  <a:lnTo>
                    <a:pt x="888" y="4441"/>
                  </a:lnTo>
                  <a:lnTo>
                    <a:pt x="579" y="4248"/>
                  </a:lnTo>
                  <a:lnTo>
                    <a:pt x="657" y="4171"/>
                  </a:lnTo>
                  <a:lnTo>
                    <a:pt x="695" y="4055"/>
                  </a:lnTo>
                  <a:lnTo>
                    <a:pt x="695" y="3939"/>
                  </a:lnTo>
                  <a:lnTo>
                    <a:pt x="734" y="3823"/>
                  </a:lnTo>
                  <a:lnTo>
                    <a:pt x="850" y="3630"/>
                  </a:lnTo>
                  <a:lnTo>
                    <a:pt x="1081" y="3437"/>
                  </a:lnTo>
                  <a:lnTo>
                    <a:pt x="1313" y="3244"/>
                  </a:lnTo>
                  <a:lnTo>
                    <a:pt x="1854" y="2935"/>
                  </a:lnTo>
                  <a:lnTo>
                    <a:pt x="2278" y="2703"/>
                  </a:lnTo>
                  <a:lnTo>
                    <a:pt x="3012" y="2356"/>
                  </a:lnTo>
                  <a:lnTo>
                    <a:pt x="3707" y="2008"/>
                  </a:lnTo>
                  <a:lnTo>
                    <a:pt x="4479" y="1699"/>
                  </a:lnTo>
                  <a:lnTo>
                    <a:pt x="5252" y="1429"/>
                  </a:lnTo>
                  <a:lnTo>
                    <a:pt x="6024" y="1197"/>
                  </a:lnTo>
                  <a:lnTo>
                    <a:pt x="6835" y="1004"/>
                  </a:lnTo>
                  <a:lnTo>
                    <a:pt x="7607" y="811"/>
                  </a:lnTo>
                  <a:lnTo>
                    <a:pt x="8418" y="695"/>
                  </a:lnTo>
                  <a:lnTo>
                    <a:pt x="9229" y="580"/>
                  </a:lnTo>
                  <a:lnTo>
                    <a:pt x="10040" y="541"/>
                  </a:lnTo>
                  <a:lnTo>
                    <a:pt x="10735" y="502"/>
                  </a:lnTo>
                  <a:lnTo>
                    <a:pt x="11160" y="464"/>
                  </a:lnTo>
                  <a:close/>
                  <a:moveTo>
                    <a:pt x="13477" y="1120"/>
                  </a:moveTo>
                  <a:lnTo>
                    <a:pt x="13631" y="1313"/>
                  </a:lnTo>
                  <a:lnTo>
                    <a:pt x="13708" y="1506"/>
                  </a:lnTo>
                  <a:lnTo>
                    <a:pt x="13747" y="1738"/>
                  </a:lnTo>
                  <a:lnTo>
                    <a:pt x="13708" y="2008"/>
                  </a:lnTo>
                  <a:lnTo>
                    <a:pt x="13631" y="2240"/>
                  </a:lnTo>
                  <a:lnTo>
                    <a:pt x="13515" y="2472"/>
                  </a:lnTo>
                  <a:lnTo>
                    <a:pt x="13399" y="2703"/>
                  </a:lnTo>
                  <a:lnTo>
                    <a:pt x="13206" y="2896"/>
                  </a:lnTo>
                  <a:lnTo>
                    <a:pt x="12859" y="3205"/>
                  </a:lnTo>
                  <a:lnTo>
                    <a:pt x="12473" y="3437"/>
                  </a:lnTo>
                  <a:lnTo>
                    <a:pt x="12048" y="3669"/>
                  </a:lnTo>
                  <a:lnTo>
                    <a:pt x="11623" y="3900"/>
                  </a:lnTo>
                  <a:lnTo>
                    <a:pt x="10658" y="4287"/>
                  </a:lnTo>
                  <a:lnTo>
                    <a:pt x="9731" y="4634"/>
                  </a:lnTo>
                  <a:lnTo>
                    <a:pt x="8766" y="4904"/>
                  </a:lnTo>
                  <a:lnTo>
                    <a:pt x="7762" y="5175"/>
                  </a:lnTo>
                  <a:lnTo>
                    <a:pt x="6758" y="5406"/>
                  </a:lnTo>
                  <a:lnTo>
                    <a:pt x="5754" y="5600"/>
                  </a:lnTo>
                  <a:lnTo>
                    <a:pt x="4711" y="5793"/>
                  </a:lnTo>
                  <a:lnTo>
                    <a:pt x="3707" y="5908"/>
                  </a:lnTo>
                  <a:lnTo>
                    <a:pt x="2780" y="5986"/>
                  </a:lnTo>
                  <a:lnTo>
                    <a:pt x="2278" y="5986"/>
                  </a:lnTo>
                  <a:lnTo>
                    <a:pt x="1815" y="5947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8"/>
                  </a:lnTo>
                  <a:lnTo>
                    <a:pt x="695" y="5484"/>
                  </a:lnTo>
                  <a:lnTo>
                    <a:pt x="502" y="5252"/>
                  </a:lnTo>
                  <a:lnTo>
                    <a:pt x="348" y="5020"/>
                  </a:lnTo>
                  <a:lnTo>
                    <a:pt x="309" y="4866"/>
                  </a:lnTo>
                  <a:lnTo>
                    <a:pt x="309" y="4750"/>
                  </a:lnTo>
                  <a:lnTo>
                    <a:pt x="309" y="4596"/>
                  </a:lnTo>
                  <a:lnTo>
                    <a:pt x="348" y="4441"/>
                  </a:lnTo>
                  <a:lnTo>
                    <a:pt x="541" y="4673"/>
                  </a:lnTo>
                  <a:lnTo>
                    <a:pt x="811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2" y="5213"/>
                  </a:lnTo>
                  <a:lnTo>
                    <a:pt x="1931" y="5252"/>
                  </a:lnTo>
                  <a:lnTo>
                    <a:pt x="2587" y="5329"/>
                  </a:lnTo>
                  <a:lnTo>
                    <a:pt x="3244" y="5291"/>
                  </a:lnTo>
                  <a:lnTo>
                    <a:pt x="3939" y="5252"/>
                  </a:lnTo>
                  <a:lnTo>
                    <a:pt x="5136" y="5059"/>
                  </a:lnTo>
                  <a:lnTo>
                    <a:pt x="6912" y="4789"/>
                  </a:lnTo>
                  <a:lnTo>
                    <a:pt x="7839" y="4596"/>
                  </a:lnTo>
                  <a:lnTo>
                    <a:pt x="8727" y="4402"/>
                  </a:lnTo>
                  <a:lnTo>
                    <a:pt x="9615" y="4132"/>
                  </a:lnTo>
                  <a:lnTo>
                    <a:pt x="10503" y="3862"/>
                  </a:lnTo>
                  <a:lnTo>
                    <a:pt x="11353" y="3514"/>
                  </a:lnTo>
                  <a:lnTo>
                    <a:pt x="12164" y="3128"/>
                  </a:lnTo>
                  <a:lnTo>
                    <a:pt x="12434" y="2974"/>
                  </a:lnTo>
                  <a:lnTo>
                    <a:pt x="12704" y="2819"/>
                  </a:lnTo>
                  <a:lnTo>
                    <a:pt x="12936" y="2588"/>
                  </a:lnTo>
                  <a:lnTo>
                    <a:pt x="13129" y="2394"/>
                  </a:lnTo>
                  <a:lnTo>
                    <a:pt x="13322" y="2124"/>
                  </a:lnTo>
                  <a:lnTo>
                    <a:pt x="13438" y="1854"/>
                  </a:lnTo>
                  <a:lnTo>
                    <a:pt x="13515" y="1584"/>
                  </a:lnTo>
                  <a:lnTo>
                    <a:pt x="13515" y="1236"/>
                  </a:lnTo>
                  <a:lnTo>
                    <a:pt x="13477" y="1120"/>
                  </a:lnTo>
                  <a:close/>
                  <a:moveTo>
                    <a:pt x="10658" y="0"/>
                  </a:moveTo>
                  <a:lnTo>
                    <a:pt x="9886" y="39"/>
                  </a:lnTo>
                  <a:lnTo>
                    <a:pt x="9113" y="116"/>
                  </a:lnTo>
                  <a:lnTo>
                    <a:pt x="8302" y="232"/>
                  </a:lnTo>
                  <a:lnTo>
                    <a:pt x="7530" y="348"/>
                  </a:lnTo>
                  <a:lnTo>
                    <a:pt x="6719" y="541"/>
                  </a:lnTo>
                  <a:lnTo>
                    <a:pt x="5908" y="734"/>
                  </a:lnTo>
                  <a:lnTo>
                    <a:pt x="5020" y="1004"/>
                  </a:lnTo>
                  <a:lnTo>
                    <a:pt x="4132" y="1352"/>
                  </a:lnTo>
                  <a:lnTo>
                    <a:pt x="3244" y="1699"/>
                  </a:lnTo>
                  <a:lnTo>
                    <a:pt x="2394" y="2124"/>
                  </a:lnTo>
                  <a:lnTo>
                    <a:pt x="1776" y="2433"/>
                  </a:lnTo>
                  <a:lnTo>
                    <a:pt x="1390" y="2626"/>
                  </a:lnTo>
                  <a:lnTo>
                    <a:pt x="1043" y="2858"/>
                  </a:lnTo>
                  <a:lnTo>
                    <a:pt x="695" y="3090"/>
                  </a:lnTo>
                  <a:lnTo>
                    <a:pt x="463" y="3398"/>
                  </a:lnTo>
                  <a:lnTo>
                    <a:pt x="348" y="3553"/>
                  </a:lnTo>
                  <a:lnTo>
                    <a:pt x="270" y="3707"/>
                  </a:lnTo>
                  <a:lnTo>
                    <a:pt x="232" y="3862"/>
                  </a:lnTo>
                  <a:lnTo>
                    <a:pt x="232" y="4055"/>
                  </a:lnTo>
                  <a:lnTo>
                    <a:pt x="193" y="4132"/>
                  </a:lnTo>
                  <a:lnTo>
                    <a:pt x="193" y="4171"/>
                  </a:lnTo>
                  <a:lnTo>
                    <a:pt x="116" y="4325"/>
                  </a:lnTo>
                  <a:lnTo>
                    <a:pt x="39" y="4480"/>
                  </a:lnTo>
                  <a:lnTo>
                    <a:pt x="0" y="4634"/>
                  </a:lnTo>
                  <a:lnTo>
                    <a:pt x="0" y="4789"/>
                  </a:lnTo>
                  <a:lnTo>
                    <a:pt x="39" y="5136"/>
                  </a:lnTo>
                  <a:lnTo>
                    <a:pt x="193" y="5445"/>
                  </a:lnTo>
                  <a:lnTo>
                    <a:pt x="348" y="5638"/>
                  </a:lnTo>
                  <a:lnTo>
                    <a:pt x="502" y="5831"/>
                  </a:lnTo>
                  <a:lnTo>
                    <a:pt x="695" y="5947"/>
                  </a:lnTo>
                  <a:lnTo>
                    <a:pt x="927" y="6063"/>
                  </a:lnTo>
                  <a:lnTo>
                    <a:pt x="965" y="6256"/>
                  </a:lnTo>
                  <a:lnTo>
                    <a:pt x="1274" y="6179"/>
                  </a:lnTo>
                  <a:lnTo>
                    <a:pt x="1313" y="6217"/>
                  </a:lnTo>
                  <a:lnTo>
                    <a:pt x="1313" y="6256"/>
                  </a:lnTo>
                  <a:lnTo>
                    <a:pt x="1352" y="6295"/>
                  </a:lnTo>
                  <a:lnTo>
                    <a:pt x="1467" y="6256"/>
                  </a:lnTo>
                  <a:lnTo>
                    <a:pt x="1815" y="6295"/>
                  </a:lnTo>
                  <a:lnTo>
                    <a:pt x="2394" y="6333"/>
                  </a:lnTo>
                  <a:lnTo>
                    <a:pt x="3012" y="6372"/>
                  </a:lnTo>
                  <a:lnTo>
                    <a:pt x="3591" y="6333"/>
                  </a:lnTo>
                  <a:lnTo>
                    <a:pt x="4171" y="6295"/>
                  </a:lnTo>
                  <a:lnTo>
                    <a:pt x="5368" y="6101"/>
                  </a:lnTo>
                  <a:lnTo>
                    <a:pt x="6565" y="5870"/>
                  </a:lnTo>
                  <a:lnTo>
                    <a:pt x="6758" y="5831"/>
                  </a:lnTo>
                  <a:lnTo>
                    <a:pt x="7993" y="5522"/>
                  </a:lnTo>
                  <a:lnTo>
                    <a:pt x="9036" y="5252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5" y="4132"/>
                  </a:lnTo>
                  <a:lnTo>
                    <a:pt x="12125" y="4248"/>
                  </a:lnTo>
                  <a:lnTo>
                    <a:pt x="12395" y="4287"/>
                  </a:lnTo>
                  <a:lnTo>
                    <a:pt x="12782" y="4711"/>
                  </a:lnTo>
                  <a:lnTo>
                    <a:pt x="13013" y="4518"/>
                  </a:lnTo>
                  <a:lnTo>
                    <a:pt x="12434" y="3939"/>
                  </a:lnTo>
                  <a:lnTo>
                    <a:pt x="12897" y="3669"/>
                  </a:lnTo>
                  <a:lnTo>
                    <a:pt x="13361" y="3321"/>
                  </a:lnTo>
                  <a:lnTo>
                    <a:pt x="13631" y="3051"/>
                  </a:lnTo>
                  <a:lnTo>
                    <a:pt x="13824" y="2703"/>
                  </a:lnTo>
                  <a:lnTo>
                    <a:pt x="14133" y="2626"/>
                  </a:lnTo>
                  <a:lnTo>
                    <a:pt x="14017" y="2317"/>
                  </a:lnTo>
                  <a:lnTo>
                    <a:pt x="14095" y="2008"/>
                  </a:lnTo>
                  <a:lnTo>
                    <a:pt x="14133" y="1738"/>
                  </a:lnTo>
                  <a:lnTo>
                    <a:pt x="14095" y="1468"/>
                  </a:lnTo>
                  <a:lnTo>
                    <a:pt x="14017" y="1236"/>
                  </a:lnTo>
                  <a:lnTo>
                    <a:pt x="13901" y="1004"/>
                  </a:lnTo>
                  <a:lnTo>
                    <a:pt x="13747" y="811"/>
                  </a:lnTo>
                  <a:lnTo>
                    <a:pt x="13477" y="618"/>
                  </a:lnTo>
                  <a:lnTo>
                    <a:pt x="13168" y="502"/>
                  </a:lnTo>
                  <a:lnTo>
                    <a:pt x="13091" y="502"/>
                  </a:lnTo>
                  <a:lnTo>
                    <a:pt x="12897" y="387"/>
                  </a:lnTo>
                  <a:lnTo>
                    <a:pt x="12666" y="271"/>
                  </a:lnTo>
                  <a:lnTo>
                    <a:pt x="12434" y="155"/>
                  </a:lnTo>
                  <a:lnTo>
                    <a:pt x="12202" y="116"/>
                  </a:lnTo>
                  <a:lnTo>
                    <a:pt x="11816" y="39"/>
                  </a:lnTo>
                  <a:lnTo>
                    <a:pt x="1143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9" name="Google Shape;4329;p18"/>
            <p:cNvSpPr/>
            <p:nvPr/>
          </p:nvSpPr>
          <p:spPr>
            <a:xfrm>
              <a:off x="299900" y="4449850"/>
              <a:ext cx="375550" cy="386175"/>
            </a:xfrm>
            <a:custGeom>
              <a:avLst/>
              <a:gdLst/>
              <a:ahLst/>
              <a:cxnLst/>
              <a:rect l="l" t="t" r="r" b="b"/>
              <a:pathLst>
                <a:path w="15022" h="15447" extrusionOk="0">
                  <a:moveTo>
                    <a:pt x="8032" y="503"/>
                  </a:moveTo>
                  <a:lnTo>
                    <a:pt x="8611" y="580"/>
                  </a:lnTo>
                  <a:lnTo>
                    <a:pt x="9152" y="696"/>
                  </a:lnTo>
                  <a:lnTo>
                    <a:pt x="9693" y="850"/>
                  </a:lnTo>
                  <a:lnTo>
                    <a:pt x="10195" y="1005"/>
                  </a:lnTo>
                  <a:lnTo>
                    <a:pt x="10697" y="1236"/>
                  </a:lnTo>
                  <a:lnTo>
                    <a:pt x="11160" y="1507"/>
                  </a:lnTo>
                  <a:lnTo>
                    <a:pt x="11623" y="1815"/>
                  </a:lnTo>
                  <a:lnTo>
                    <a:pt x="10813" y="2163"/>
                  </a:lnTo>
                  <a:lnTo>
                    <a:pt x="10079" y="2588"/>
                  </a:lnTo>
                  <a:lnTo>
                    <a:pt x="9307" y="3090"/>
                  </a:lnTo>
                  <a:lnTo>
                    <a:pt x="8611" y="3592"/>
                  </a:lnTo>
                  <a:lnTo>
                    <a:pt x="7955" y="4171"/>
                  </a:lnTo>
                  <a:lnTo>
                    <a:pt x="7299" y="4789"/>
                  </a:lnTo>
                  <a:lnTo>
                    <a:pt x="6719" y="5445"/>
                  </a:lnTo>
                  <a:lnTo>
                    <a:pt x="6140" y="6140"/>
                  </a:lnTo>
                  <a:lnTo>
                    <a:pt x="5638" y="6835"/>
                  </a:lnTo>
                  <a:lnTo>
                    <a:pt x="5213" y="7608"/>
                  </a:lnTo>
                  <a:lnTo>
                    <a:pt x="4789" y="8380"/>
                  </a:lnTo>
                  <a:lnTo>
                    <a:pt x="4480" y="9191"/>
                  </a:lnTo>
                  <a:lnTo>
                    <a:pt x="4171" y="10040"/>
                  </a:lnTo>
                  <a:lnTo>
                    <a:pt x="3978" y="10890"/>
                  </a:lnTo>
                  <a:lnTo>
                    <a:pt x="3823" y="11739"/>
                  </a:lnTo>
                  <a:lnTo>
                    <a:pt x="3746" y="12628"/>
                  </a:lnTo>
                  <a:lnTo>
                    <a:pt x="3592" y="12666"/>
                  </a:lnTo>
                  <a:lnTo>
                    <a:pt x="3283" y="11817"/>
                  </a:lnTo>
                  <a:lnTo>
                    <a:pt x="3051" y="11006"/>
                  </a:lnTo>
                  <a:lnTo>
                    <a:pt x="2858" y="10195"/>
                  </a:lnTo>
                  <a:lnTo>
                    <a:pt x="2703" y="9345"/>
                  </a:lnTo>
                  <a:lnTo>
                    <a:pt x="2588" y="8496"/>
                  </a:lnTo>
                  <a:lnTo>
                    <a:pt x="2549" y="7646"/>
                  </a:lnTo>
                  <a:lnTo>
                    <a:pt x="2588" y="6797"/>
                  </a:lnTo>
                  <a:lnTo>
                    <a:pt x="2703" y="5909"/>
                  </a:lnTo>
                  <a:lnTo>
                    <a:pt x="2858" y="5214"/>
                  </a:lnTo>
                  <a:lnTo>
                    <a:pt x="3051" y="4480"/>
                  </a:lnTo>
                  <a:lnTo>
                    <a:pt x="3321" y="3823"/>
                  </a:lnTo>
                  <a:lnTo>
                    <a:pt x="3669" y="3167"/>
                  </a:lnTo>
                  <a:lnTo>
                    <a:pt x="4016" y="2549"/>
                  </a:lnTo>
                  <a:lnTo>
                    <a:pt x="4441" y="1970"/>
                  </a:lnTo>
                  <a:lnTo>
                    <a:pt x="4904" y="1391"/>
                  </a:lnTo>
                  <a:lnTo>
                    <a:pt x="5406" y="850"/>
                  </a:lnTo>
                  <a:lnTo>
                    <a:pt x="5908" y="696"/>
                  </a:lnTo>
                  <a:lnTo>
                    <a:pt x="6410" y="618"/>
                  </a:lnTo>
                  <a:lnTo>
                    <a:pt x="6951" y="541"/>
                  </a:lnTo>
                  <a:lnTo>
                    <a:pt x="7492" y="503"/>
                  </a:lnTo>
                  <a:close/>
                  <a:moveTo>
                    <a:pt x="11971" y="2086"/>
                  </a:moveTo>
                  <a:lnTo>
                    <a:pt x="12357" y="2433"/>
                  </a:lnTo>
                  <a:lnTo>
                    <a:pt x="12705" y="2781"/>
                  </a:lnTo>
                  <a:lnTo>
                    <a:pt x="13052" y="3206"/>
                  </a:lnTo>
                  <a:lnTo>
                    <a:pt x="13322" y="3630"/>
                  </a:lnTo>
                  <a:lnTo>
                    <a:pt x="13593" y="4094"/>
                  </a:lnTo>
                  <a:lnTo>
                    <a:pt x="13863" y="4557"/>
                  </a:lnTo>
                  <a:lnTo>
                    <a:pt x="14056" y="5059"/>
                  </a:lnTo>
                  <a:lnTo>
                    <a:pt x="14211" y="5600"/>
                  </a:lnTo>
                  <a:lnTo>
                    <a:pt x="14326" y="6102"/>
                  </a:lnTo>
                  <a:lnTo>
                    <a:pt x="14442" y="6604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64" y="6951"/>
                  </a:lnTo>
                  <a:lnTo>
                    <a:pt x="11392" y="7144"/>
                  </a:lnTo>
                  <a:lnTo>
                    <a:pt x="10658" y="7376"/>
                  </a:lnTo>
                  <a:lnTo>
                    <a:pt x="9963" y="7685"/>
                  </a:lnTo>
                  <a:lnTo>
                    <a:pt x="9229" y="8032"/>
                  </a:lnTo>
                  <a:lnTo>
                    <a:pt x="8534" y="8419"/>
                  </a:lnTo>
                  <a:lnTo>
                    <a:pt x="7878" y="8843"/>
                  </a:lnTo>
                  <a:lnTo>
                    <a:pt x="7260" y="9268"/>
                  </a:lnTo>
                  <a:lnTo>
                    <a:pt x="6642" y="9770"/>
                  </a:lnTo>
                  <a:lnTo>
                    <a:pt x="6102" y="10311"/>
                  </a:lnTo>
                  <a:lnTo>
                    <a:pt x="5561" y="10890"/>
                  </a:lnTo>
                  <a:lnTo>
                    <a:pt x="5098" y="11469"/>
                  </a:lnTo>
                  <a:lnTo>
                    <a:pt x="4634" y="12126"/>
                  </a:lnTo>
                  <a:lnTo>
                    <a:pt x="4248" y="12782"/>
                  </a:lnTo>
                  <a:lnTo>
                    <a:pt x="4132" y="12705"/>
                  </a:lnTo>
                  <a:lnTo>
                    <a:pt x="3978" y="12666"/>
                  </a:lnTo>
                  <a:lnTo>
                    <a:pt x="4094" y="11778"/>
                  </a:lnTo>
                  <a:lnTo>
                    <a:pt x="4325" y="10929"/>
                  </a:lnTo>
                  <a:lnTo>
                    <a:pt x="4557" y="10079"/>
                  </a:lnTo>
                  <a:lnTo>
                    <a:pt x="4866" y="9268"/>
                  </a:lnTo>
                  <a:lnTo>
                    <a:pt x="5213" y="8496"/>
                  </a:lnTo>
                  <a:lnTo>
                    <a:pt x="5600" y="7724"/>
                  </a:lnTo>
                  <a:lnTo>
                    <a:pt x="6024" y="6990"/>
                  </a:lnTo>
                  <a:lnTo>
                    <a:pt x="6526" y="6256"/>
                  </a:lnTo>
                  <a:lnTo>
                    <a:pt x="7067" y="5600"/>
                  </a:lnTo>
                  <a:lnTo>
                    <a:pt x="7607" y="4943"/>
                  </a:lnTo>
                  <a:lnTo>
                    <a:pt x="8225" y="4364"/>
                  </a:lnTo>
                  <a:lnTo>
                    <a:pt x="8920" y="3823"/>
                  </a:lnTo>
                  <a:lnTo>
                    <a:pt x="9615" y="3321"/>
                  </a:lnTo>
                  <a:lnTo>
                    <a:pt x="10349" y="2858"/>
                  </a:lnTo>
                  <a:lnTo>
                    <a:pt x="11121" y="2433"/>
                  </a:lnTo>
                  <a:lnTo>
                    <a:pt x="11971" y="2086"/>
                  </a:lnTo>
                  <a:close/>
                  <a:moveTo>
                    <a:pt x="14481" y="6990"/>
                  </a:moveTo>
                  <a:lnTo>
                    <a:pt x="14481" y="7839"/>
                  </a:lnTo>
                  <a:lnTo>
                    <a:pt x="14442" y="8689"/>
                  </a:lnTo>
                  <a:lnTo>
                    <a:pt x="14288" y="9538"/>
                  </a:lnTo>
                  <a:lnTo>
                    <a:pt x="14172" y="9925"/>
                  </a:lnTo>
                  <a:lnTo>
                    <a:pt x="14056" y="10349"/>
                  </a:lnTo>
                  <a:lnTo>
                    <a:pt x="13902" y="10735"/>
                  </a:lnTo>
                  <a:lnTo>
                    <a:pt x="13709" y="11122"/>
                  </a:lnTo>
                  <a:lnTo>
                    <a:pt x="13516" y="11508"/>
                  </a:lnTo>
                  <a:lnTo>
                    <a:pt x="13284" y="11894"/>
                  </a:lnTo>
                  <a:lnTo>
                    <a:pt x="13052" y="12241"/>
                  </a:lnTo>
                  <a:lnTo>
                    <a:pt x="12782" y="12550"/>
                  </a:lnTo>
                  <a:lnTo>
                    <a:pt x="12512" y="12898"/>
                  </a:lnTo>
                  <a:lnTo>
                    <a:pt x="12203" y="13207"/>
                  </a:lnTo>
                  <a:lnTo>
                    <a:pt x="11971" y="13014"/>
                  </a:lnTo>
                  <a:lnTo>
                    <a:pt x="11701" y="12898"/>
                  </a:lnTo>
                  <a:lnTo>
                    <a:pt x="11121" y="12743"/>
                  </a:lnTo>
                  <a:lnTo>
                    <a:pt x="10542" y="12628"/>
                  </a:lnTo>
                  <a:lnTo>
                    <a:pt x="10002" y="12550"/>
                  </a:lnTo>
                  <a:lnTo>
                    <a:pt x="9422" y="12473"/>
                  </a:lnTo>
                  <a:lnTo>
                    <a:pt x="8843" y="12435"/>
                  </a:lnTo>
                  <a:lnTo>
                    <a:pt x="8303" y="12435"/>
                  </a:lnTo>
                  <a:lnTo>
                    <a:pt x="7762" y="12473"/>
                  </a:lnTo>
                  <a:lnTo>
                    <a:pt x="7221" y="12550"/>
                  </a:lnTo>
                  <a:lnTo>
                    <a:pt x="6719" y="12666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23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01"/>
                  </a:lnTo>
                  <a:lnTo>
                    <a:pt x="5870" y="11160"/>
                  </a:lnTo>
                  <a:lnTo>
                    <a:pt x="6410" y="10620"/>
                  </a:lnTo>
                  <a:lnTo>
                    <a:pt x="6990" y="10118"/>
                  </a:lnTo>
                  <a:lnTo>
                    <a:pt x="7569" y="9616"/>
                  </a:lnTo>
                  <a:lnTo>
                    <a:pt x="8148" y="9191"/>
                  </a:lnTo>
                  <a:lnTo>
                    <a:pt x="8766" y="8805"/>
                  </a:lnTo>
                  <a:lnTo>
                    <a:pt x="9422" y="8419"/>
                  </a:lnTo>
                  <a:lnTo>
                    <a:pt x="10079" y="8110"/>
                  </a:lnTo>
                  <a:lnTo>
                    <a:pt x="10735" y="7801"/>
                  </a:lnTo>
                  <a:lnTo>
                    <a:pt x="11469" y="7569"/>
                  </a:lnTo>
                  <a:lnTo>
                    <a:pt x="12164" y="7337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6"/>
                  </a:moveTo>
                  <a:lnTo>
                    <a:pt x="4055" y="1815"/>
                  </a:lnTo>
                  <a:lnTo>
                    <a:pt x="3630" y="2433"/>
                  </a:lnTo>
                  <a:lnTo>
                    <a:pt x="3244" y="3090"/>
                  </a:lnTo>
                  <a:lnTo>
                    <a:pt x="2935" y="3785"/>
                  </a:lnTo>
                  <a:lnTo>
                    <a:pt x="2665" y="4519"/>
                  </a:lnTo>
                  <a:lnTo>
                    <a:pt x="2472" y="5252"/>
                  </a:lnTo>
                  <a:lnTo>
                    <a:pt x="2317" y="6024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1"/>
                  </a:lnTo>
                  <a:lnTo>
                    <a:pt x="2279" y="9114"/>
                  </a:lnTo>
                  <a:lnTo>
                    <a:pt x="2394" y="9847"/>
                  </a:lnTo>
                  <a:lnTo>
                    <a:pt x="2549" y="10620"/>
                  </a:lnTo>
                  <a:lnTo>
                    <a:pt x="2781" y="11353"/>
                  </a:lnTo>
                  <a:lnTo>
                    <a:pt x="3012" y="12048"/>
                  </a:lnTo>
                  <a:lnTo>
                    <a:pt x="3321" y="12743"/>
                  </a:lnTo>
                  <a:lnTo>
                    <a:pt x="3128" y="12859"/>
                  </a:lnTo>
                  <a:lnTo>
                    <a:pt x="2935" y="13014"/>
                  </a:lnTo>
                  <a:lnTo>
                    <a:pt x="2819" y="13207"/>
                  </a:lnTo>
                  <a:lnTo>
                    <a:pt x="2742" y="13439"/>
                  </a:lnTo>
                  <a:lnTo>
                    <a:pt x="2394" y="12975"/>
                  </a:lnTo>
                  <a:lnTo>
                    <a:pt x="2086" y="12550"/>
                  </a:lnTo>
                  <a:lnTo>
                    <a:pt x="1777" y="12087"/>
                  </a:lnTo>
                  <a:lnTo>
                    <a:pt x="1506" y="11585"/>
                  </a:lnTo>
                  <a:lnTo>
                    <a:pt x="1275" y="11122"/>
                  </a:lnTo>
                  <a:lnTo>
                    <a:pt x="1082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075"/>
                  </a:lnTo>
                  <a:lnTo>
                    <a:pt x="541" y="8534"/>
                  </a:lnTo>
                  <a:lnTo>
                    <a:pt x="502" y="8032"/>
                  </a:lnTo>
                  <a:lnTo>
                    <a:pt x="502" y="7492"/>
                  </a:lnTo>
                  <a:lnTo>
                    <a:pt x="541" y="6951"/>
                  </a:lnTo>
                  <a:lnTo>
                    <a:pt x="618" y="6411"/>
                  </a:lnTo>
                  <a:lnTo>
                    <a:pt x="773" y="5870"/>
                  </a:lnTo>
                  <a:lnTo>
                    <a:pt x="927" y="5291"/>
                  </a:lnTo>
                  <a:lnTo>
                    <a:pt x="1197" y="4673"/>
                  </a:lnTo>
                  <a:lnTo>
                    <a:pt x="1545" y="4055"/>
                  </a:lnTo>
                  <a:lnTo>
                    <a:pt x="1931" y="3476"/>
                  </a:lnTo>
                  <a:lnTo>
                    <a:pt x="2356" y="2935"/>
                  </a:lnTo>
                  <a:lnTo>
                    <a:pt x="2858" y="2433"/>
                  </a:lnTo>
                  <a:lnTo>
                    <a:pt x="3360" y="1970"/>
                  </a:lnTo>
                  <a:lnTo>
                    <a:pt x="3939" y="1584"/>
                  </a:lnTo>
                  <a:lnTo>
                    <a:pt x="4518" y="1236"/>
                  </a:lnTo>
                  <a:close/>
                  <a:moveTo>
                    <a:pt x="3862" y="12975"/>
                  </a:moveTo>
                  <a:lnTo>
                    <a:pt x="4016" y="13014"/>
                  </a:lnTo>
                  <a:lnTo>
                    <a:pt x="4171" y="13130"/>
                  </a:lnTo>
                  <a:lnTo>
                    <a:pt x="4287" y="13284"/>
                  </a:lnTo>
                  <a:lnTo>
                    <a:pt x="4325" y="13439"/>
                  </a:lnTo>
                  <a:lnTo>
                    <a:pt x="4364" y="13593"/>
                  </a:lnTo>
                  <a:lnTo>
                    <a:pt x="4364" y="13786"/>
                  </a:lnTo>
                  <a:lnTo>
                    <a:pt x="4325" y="13941"/>
                  </a:lnTo>
                  <a:lnTo>
                    <a:pt x="4209" y="14095"/>
                  </a:lnTo>
                  <a:lnTo>
                    <a:pt x="3785" y="13786"/>
                  </a:lnTo>
                  <a:lnTo>
                    <a:pt x="3360" y="13477"/>
                  </a:lnTo>
                  <a:lnTo>
                    <a:pt x="3244" y="13439"/>
                  </a:lnTo>
                  <a:lnTo>
                    <a:pt x="3167" y="13400"/>
                  </a:lnTo>
                  <a:lnTo>
                    <a:pt x="3051" y="13439"/>
                  </a:lnTo>
                  <a:lnTo>
                    <a:pt x="2974" y="13516"/>
                  </a:lnTo>
                  <a:lnTo>
                    <a:pt x="3051" y="13361"/>
                  </a:lnTo>
                  <a:lnTo>
                    <a:pt x="3167" y="13207"/>
                  </a:lnTo>
                  <a:lnTo>
                    <a:pt x="3321" y="13091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8187" y="12821"/>
                  </a:moveTo>
                  <a:lnTo>
                    <a:pt x="9152" y="12859"/>
                  </a:lnTo>
                  <a:lnTo>
                    <a:pt x="9615" y="12898"/>
                  </a:lnTo>
                  <a:lnTo>
                    <a:pt x="10117" y="12937"/>
                  </a:lnTo>
                  <a:lnTo>
                    <a:pt x="10504" y="13014"/>
                  </a:lnTo>
                  <a:lnTo>
                    <a:pt x="11006" y="13091"/>
                  </a:lnTo>
                  <a:lnTo>
                    <a:pt x="11508" y="13245"/>
                  </a:lnTo>
                  <a:lnTo>
                    <a:pt x="11701" y="13323"/>
                  </a:lnTo>
                  <a:lnTo>
                    <a:pt x="11894" y="13439"/>
                  </a:lnTo>
                  <a:lnTo>
                    <a:pt x="11508" y="13747"/>
                  </a:lnTo>
                  <a:lnTo>
                    <a:pt x="11083" y="14018"/>
                  </a:lnTo>
                  <a:lnTo>
                    <a:pt x="10658" y="14249"/>
                  </a:lnTo>
                  <a:lnTo>
                    <a:pt x="10233" y="14442"/>
                  </a:lnTo>
                  <a:lnTo>
                    <a:pt x="9770" y="14597"/>
                  </a:lnTo>
                  <a:lnTo>
                    <a:pt x="9307" y="14751"/>
                  </a:lnTo>
                  <a:lnTo>
                    <a:pt x="8843" y="14829"/>
                  </a:lnTo>
                  <a:lnTo>
                    <a:pt x="8341" y="14906"/>
                  </a:lnTo>
                  <a:lnTo>
                    <a:pt x="7878" y="14944"/>
                  </a:lnTo>
                  <a:lnTo>
                    <a:pt x="7376" y="14944"/>
                  </a:lnTo>
                  <a:lnTo>
                    <a:pt x="6912" y="14906"/>
                  </a:lnTo>
                  <a:lnTo>
                    <a:pt x="6410" y="14867"/>
                  </a:lnTo>
                  <a:lnTo>
                    <a:pt x="5947" y="14751"/>
                  </a:lnTo>
                  <a:lnTo>
                    <a:pt x="5484" y="14636"/>
                  </a:lnTo>
                  <a:lnTo>
                    <a:pt x="5020" y="14481"/>
                  </a:lnTo>
                  <a:lnTo>
                    <a:pt x="4596" y="14288"/>
                  </a:lnTo>
                  <a:lnTo>
                    <a:pt x="4711" y="14018"/>
                  </a:lnTo>
                  <a:lnTo>
                    <a:pt x="4750" y="13709"/>
                  </a:lnTo>
                  <a:lnTo>
                    <a:pt x="4711" y="13593"/>
                  </a:lnTo>
                  <a:lnTo>
                    <a:pt x="5561" y="13284"/>
                  </a:lnTo>
                  <a:lnTo>
                    <a:pt x="6410" y="13091"/>
                  </a:lnTo>
                  <a:lnTo>
                    <a:pt x="7299" y="12937"/>
                  </a:lnTo>
                  <a:lnTo>
                    <a:pt x="8187" y="12821"/>
                  </a:lnTo>
                  <a:close/>
                  <a:moveTo>
                    <a:pt x="6990" y="1"/>
                  </a:moveTo>
                  <a:lnTo>
                    <a:pt x="6449" y="78"/>
                  </a:lnTo>
                  <a:lnTo>
                    <a:pt x="5870" y="194"/>
                  </a:lnTo>
                  <a:lnTo>
                    <a:pt x="5329" y="348"/>
                  </a:lnTo>
                  <a:lnTo>
                    <a:pt x="4789" y="580"/>
                  </a:lnTo>
                  <a:lnTo>
                    <a:pt x="4248" y="811"/>
                  </a:lnTo>
                  <a:lnTo>
                    <a:pt x="3785" y="1082"/>
                  </a:lnTo>
                  <a:lnTo>
                    <a:pt x="3283" y="1391"/>
                  </a:lnTo>
                  <a:lnTo>
                    <a:pt x="2819" y="1738"/>
                  </a:lnTo>
                  <a:lnTo>
                    <a:pt x="2394" y="2124"/>
                  </a:lnTo>
                  <a:lnTo>
                    <a:pt x="2008" y="2549"/>
                  </a:lnTo>
                  <a:lnTo>
                    <a:pt x="1622" y="3013"/>
                  </a:lnTo>
                  <a:lnTo>
                    <a:pt x="1275" y="3476"/>
                  </a:lnTo>
                  <a:lnTo>
                    <a:pt x="966" y="3978"/>
                  </a:lnTo>
                  <a:lnTo>
                    <a:pt x="695" y="4596"/>
                  </a:lnTo>
                  <a:lnTo>
                    <a:pt x="425" y="5214"/>
                  </a:lnTo>
                  <a:lnTo>
                    <a:pt x="232" y="5870"/>
                  </a:lnTo>
                  <a:lnTo>
                    <a:pt x="116" y="6526"/>
                  </a:lnTo>
                  <a:lnTo>
                    <a:pt x="39" y="7222"/>
                  </a:lnTo>
                  <a:lnTo>
                    <a:pt x="0" y="7878"/>
                  </a:lnTo>
                  <a:lnTo>
                    <a:pt x="39" y="8573"/>
                  </a:lnTo>
                  <a:lnTo>
                    <a:pt x="116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5" y="11199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1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5" y="14481"/>
                  </a:lnTo>
                  <a:lnTo>
                    <a:pt x="4132" y="14597"/>
                  </a:lnTo>
                  <a:lnTo>
                    <a:pt x="4557" y="14790"/>
                  </a:lnTo>
                  <a:lnTo>
                    <a:pt x="4982" y="14983"/>
                  </a:lnTo>
                  <a:lnTo>
                    <a:pt x="5406" y="15138"/>
                  </a:lnTo>
                  <a:lnTo>
                    <a:pt x="5870" y="15253"/>
                  </a:lnTo>
                  <a:lnTo>
                    <a:pt x="6333" y="15369"/>
                  </a:lnTo>
                  <a:lnTo>
                    <a:pt x="6797" y="15408"/>
                  </a:lnTo>
                  <a:lnTo>
                    <a:pt x="7299" y="15446"/>
                  </a:lnTo>
                  <a:lnTo>
                    <a:pt x="8225" y="15446"/>
                  </a:lnTo>
                  <a:lnTo>
                    <a:pt x="8689" y="15369"/>
                  </a:lnTo>
                  <a:lnTo>
                    <a:pt x="9152" y="15292"/>
                  </a:lnTo>
                  <a:lnTo>
                    <a:pt x="9615" y="15176"/>
                  </a:lnTo>
                  <a:lnTo>
                    <a:pt x="10079" y="15022"/>
                  </a:lnTo>
                  <a:lnTo>
                    <a:pt x="10542" y="14867"/>
                  </a:lnTo>
                  <a:lnTo>
                    <a:pt x="10967" y="14674"/>
                  </a:lnTo>
                  <a:lnTo>
                    <a:pt x="11392" y="14442"/>
                  </a:lnTo>
                  <a:lnTo>
                    <a:pt x="11855" y="14134"/>
                  </a:lnTo>
                  <a:lnTo>
                    <a:pt x="12318" y="13747"/>
                  </a:lnTo>
                  <a:lnTo>
                    <a:pt x="12743" y="13361"/>
                  </a:lnTo>
                  <a:lnTo>
                    <a:pt x="13129" y="12975"/>
                  </a:lnTo>
                  <a:lnTo>
                    <a:pt x="13477" y="12512"/>
                  </a:lnTo>
                  <a:lnTo>
                    <a:pt x="13786" y="12048"/>
                  </a:lnTo>
                  <a:lnTo>
                    <a:pt x="14056" y="11546"/>
                  </a:lnTo>
                  <a:lnTo>
                    <a:pt x="14288" y="11044"/>
                  </a:lnTo>
                  <a:lnTo>
                    <a:pt x="14520" y="10504"/>
                  </a:lnTo>
                  <a:lnTo>
                    <a:pt x="14674" y="9963"/>
                  </a:lnTo>
                  <a:lnTo>
                    <a:pt x="14828" y="9423"/>
                  </a:lnTo>
                  <a:lnTo>
                    <a:pt x="14906" y="8843"/>
                  </a:lnTo>
                  <a:lnTo>
                    <a:pt x="14983" y="8264"/>
                  </a:lnTo>
                  <a:lnTo>
                    <a:pt x="15022" y="7724"/>
                  </a:lnTo>
                  <a:lnTo>
                    <a:pt x="14983" y="7144"/>
                  </a:lnTo>
                  <a:lnTo>
                    <a:pt x="14944" y="6565"/>
                  </a:lnTo>
                  <a:lnTo>
                    <a:pt x="14828" y="5986"/>
                  </a:lnTo>
                  <a:lnTo>
                    <a:pt x="14674" y="5368"/>
                  </a:lnTo>
                  <a:lnTo>
                    <a:pt x="14481" y="4789"/>
                  </a:lnTo>
                  <a:lnTo>
                    <a:pt x="14249" y="4248"/>
                  </a:lnTo>
                  <a:lnTo>
                    <a:pt x="13979" y="3708"/>
                  </a:lnTo>
                  <a:lnTo>
                    <a:pt x="13670" y="3206"/>
                  </a:lnTo>
                  <a:lnTo>
                    <a:pt x="13322" y="2742"/>
                  </a:lnTo>
                  <a:lnTo>
                    <a:pt x="12936" y="2279"/>
                  </a:lnTo>
                  <a:lnTo>
                    <a:pt x="12512" y="1893"/>
                  </a:lnTo>
                  <a:lnTo>
                    <a:pt x="12048" y="1507"/>
                  </a:lnTo>
                  <a:lnTo>
                    <a:pt x="11585" y="1159"/>
                  </a:lnTo>
                  <a:lnTo>
                    <a:pt x="11083" y="850"/>
                  </a:lnTo>
                  <a:lnTo>
                    <a:pt x="10542" y="580"/>
                  </a:lnTo>
                  <a:lnTo>
                    <a:pt x="9963" y="387"/>
                  </a:lnTo>
                  <a:lnTo>
                    <a:pt x="9384" y="194"/>
                  </a:lnTo>
                  <a:lnTo>
                    <a:pt x="8766" y="78"/>
                  </a:lnTo>
                  <a:lnTo>
                    <a:pt x="81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0" name="Google Shape;4330;p18"/>
            <p:cNvSpPr/>
            <p:nvPr/>
          </p:nvSpPr>
          <p:spPr>
            <a:xfrm>
              <a:off x="2298225" y="4462400"/>
              <a:ext cx="461475" cy="306050"/>
            </a:xfrm>
            <a:custGeom>
              <a:avLst/>
              <a:gdLst/>
              <a:ahLst/>
              <a:cxnLst/>
              <a:rect l="l" t="t" r="r" b="b"/>
              <a:pathLst>
                <a:path w="18459" h="12242" extrusionOk="0">
                  <a:moveTo>
                    <a:pt x="17609" y="4943"/>
                  </a:moveTo>
                  <a:lnTo>
                    <a:pt x="17763" y="4982"/>
                  </a:lnTo>
                  <a:lnTo>
                    <a:pt x="17879" y="5020"/>
                  </a:lnTo>
                  <a:lnTo>
                    <a:pt x="17917" y="5098"/>
                  </a:lnTo>
                  <a:lnTo>
                    <a:pt x="17956" y="5175"/>
                  </a:lnTo>
                  <a:lnTo>
                    <a:pt x="17956" y="5407"/>
                  </a:lnTo>
                  <a:lnTo>
                    <a:pt x="17956" y="5638"/>
                  </a:lnTo>
                  <a:lnTo>
                    <a:pt x="17879" y="5793"/>
                  </a:lnTo>
                  <a:lnTo>
                    <a:pt x="17763" y="5986"/>
                  </a:lnTo>
                  <a:lnTo>
                    <a:pt x="17570" y="6140"/>
                  </a:lnTo>
                  <a:lnTo>
                    <a:pt x="17222" y="6372"/>
                  </a:lnTo>
                  <a:lnTo>
                    <a:pt x="16913" y="6526"/>
                  </a:lnTo>
                  <a:lnTo>
                    <a:pt x="16566" y="6642"/>
                  </a:lnTo>
                  <a:lnTo>
                    <a:pt x="16257" y="6681"/>
                  </a:lnTo>
                  <a:lnTo>
                    <a:pt x="15909" y="6720"/>
                  </a:lnTo>
                  <a:lnTo>
                    <a:pt x="16141" y="6140"/>
                  </a:lnTo>
                  <a:lnTo>
                    <a:pt x="16257" y="5870"/>
                  </a:lnTo>
                  <a:lnTo>
                    <a:pt x="16411" y="5600"/>
                  </a:lnTo>
                  <a:lnTo>
                    <a:pt x="16605" y="5368"/>
                  </a:lnTo>
                  <a:lnTo>
                    <a:pt x="16798" y="5175"/>
                  </a:lnTo>
                  <a:lnTo>
                    <a:pt x="17068" y="5059"/>
                  </a:lnTo>
                  <a:lnTo>
                    <a:pt x="17377" y="4943"/>
                  </a:lnTo>
                  <a:close/>
                  <a:moveTo>
                    <a:pt x="13747" y="6295"/>
                  </a:moveTo>
                  <a:lnTo>
                    <a:pt x="14056" y="6333"/>
                  </a:lnTo>
                  <a:lnTo>
                    <a:pt x="14365" y="6411"/>
                  </a:lnTo>
                  <a:lnTo>
                    <a:pt x="14597" y="6526"/>
                  </a:lnTo>
                  <a:lnTo>
                    <a:pt x="14828" y="6681"/>
                  </a:lnTo>
                  <a:lnTo>
                    <a:pt x="15060" y="6835"/>
                  </a:lnTo>
                  <a:lnTo>
                    <a:pt x="14983" y="6951"/>
                  </a:lnTo>
                  <a:lnTo>
                    <a:pt x="14519" y="7067"/>
                  </a:lnTo>
                  <a:lnTo>
                    <a:pt x="14056" y="7144"/>
                  </a:lnTo>
                  <a:lnTo>
                    <a:pt x="13515" y="7144"/>
                  </a:lnTo>
                  <a:lnTo>
                    <a:pt x="13206" y="7106"/>
                  </a:lnTo>
                  <a:lnTo>
                    <a:pt x="12936" y="6990"/>
                  </a:lnTo>
                  <a:lnTo>
                    <a:pt x="12820" y="6951"/>
                  </a:lnTo>
                  <a:lnTo>
                    <a:pt x="12782" y="6874"/>
                  </a:lnTo>
                  <a:lnTo>
                    <a:pt x="12782" y="6758"/>
                  </a:lnTo>
                  <a:lnTo>
                    <a:pt x="12859" y="6642"/>
                  </a:lnTo>
                  <a:lnTo>
                    <a:pt x="12936" y="6449"/>
                  </a:lnTo>
                  <a:lnTo>
                    <a:pt x="13052" y="6333"/>
                  </a:lnTo>
                  <a:lnTo>
                    <a:pt x="13206" y="6295"/>
                  </a:lnTo>
                  <a:close/>
                  <a:moveTo>
                    <a:pt x="15523" y="7222"/>
                  </a:moveTo>
                  <a:lnTo>
                    <a:pt x="16064" y="7608"/>
                  </a:lnTo>
                  <a:lnTo>
                    <a:pt x="16334" y="7839"/>
                  </a:lnTo>
                  <a:lnTo>
                    <a:pt x="16566" y="8071"/>
                  </a:lnTo>
                  <a:lnTo>
                    <a:pt x="16798" y="8303"/>
                  </a:lnTo>
                  <a:lnTo>
                    <a:pt x="16991" y="8573"/>
                  </a:lnTo>
                  <a:lnTo>
                    <a:pt x="17068" y="8882"/>
                  </a:lnTo>
                  <a:lnTo>
                    <a:pt x="17107" y="9036"/>
                  </a:lnTo>
                  <a:lnTo>
                    <a:pt x="17107" y="9229"/>
                  </a:lnTo>
                  <a:lnTo>
                    <a:pt x="17068" y="9423"/>
                  </a:lnTo>
                  <a:lnTo>
                    <a:pt x="16952" y="9538"/>
                  </a:lnTo>
                  <a:lnTo>
                    <a:pt x="16836" y="9616"/>
                  </a:lnTo>
                  <a:lnTo>
                    <a:pt x="16682" y="9654"/>
                  </a:lnTo>
                  <a:lnTo>
                    <a:pt x="16527" y="9654"/>
                  </a:lnTo>
                  <a:lnTo>
                    <a:pt x="16373" y="9577"/>
                  </a:lnTo>
                  <a:lnTo>
                    <a:pt x="16218" y="9461"/>
                  </a:lnTo>
                  <a:lnTo>
                    <a:pt x="16103" y="9307"/>
                  </a:lnTo>
                  <a:lnTo>
                    <a:pt x="15909" y="8959"/>
                  </a:lnTo>
                  <a:lnTo>
                    <a:pt x="15716" y="8573"/>
                  </a:lnTo>
                  <a:lnTo>
                    <a:pt x="15639" y="8226"/>
                  </a:lnTo>
                  <a:lnTo>
                    <a:pt x="15562" y="7917"/>
                  </a:lnTo>
                  <a:lnTo>
                    <a:pt x="15523" y="7569"/>
                  </a:lnTo>
                  <a:lnTo>
                    <a:pt x="15523" y="7222"/>
                  </a:lnTo>
                  <a:close/>
                  <a:moveTo>
                    <a:pt x="5020" y="464"/>
                  </a:moveTo>
                  <a:lnTo>
                    <a:pt x="5638" y="541"/>
                  </a:lnTo>
                  <a:lnTo>
                    <a:pt x="6217" y="696"/>
                  </a:lnTo>
                  <a:lnTo>
                    <a:pt x="6758" y="927"/>
                  </a:lnTo>
                  <a:lnTo>
                    <a:pt x="7260" y="1236"/>
                  </a:lnTo>
                  <a:lnTo>
                    <a:pt x="7723" y="1622"/>
                  </a:lnTo>
                  <a:lnTo>
                    <a:pt x="8186" y="2047"/>
                  </a:lnTo>
                  <a:lnTo>
                    <a:pt x="8534" y="2549"/>
                  </a:lnTo>
                  <a:lnTo>
                    <a:pt x="8804" y="3013"/>
                  </a:lnTo>
                  <a:lnTo>
                    <a:pt x="9036" y="3437"/>
                  </a:lnTo>
                  <a:lnTo>
                    <a:pt x="9229" y="3901"/>
                  </a:lnTo>
                  <a:lnTo>
                    <a:pt x="9384" y="4403"/>
                  </a:lnTo>
                  <a:lnTo>
                    <a:pt x="9654" y="5368"/>
                  </a:lnTo>
                  <a:lnTo>
                    <a:pt x="9924" y="6333"/>
                  </a:lnTo>
                  <a:lnTo>
                    <a:pt x="10040" y="6758"/>
                  </a:lnTo>
                  <a:lnTo>
                    <a:pt x="10194" y="7144"/>
                  </a:lnTo>
                  <a:lnTo>
                    <a:pt x="10388" y="7530"/>
                  </a:lnTo>
                  <a:lnTo>
                    <a:pt x="10619" y="7878"/>
                  </a:lnTo>
                  <a:lnTo>
                    <a:pt x="10890" y="8187"/>
                  </a:lnTo>
                  <a:lnTo>
                    <a:pt x="11198" y="8419"/>
                  </a:lnTo>
                  <a:lnTo>
                    <a:pt x="11585" y="8612"/>
                  </a:lnTo>
                  <a:lnTo>
                    <a:pt x="12009" y="8766"/>
                  </a:lnTo>
                  <a:lnTo>
                    <a:pt x="12357" y="8805"/>
                  </a:lnTo>
                  <a:lnTo>
                    <a:pt x="12704" y="8766"/>
                  </a:lnTo>
                  <a:lnTo>
                    <a:pt x="13013" y="8728"/>
                  </a:lnTo>
                  <a:lnTo>
                    <a:pt x="13322" y="8650"/>
                  </a:lnTo>
                  <a:lnTo>
                    <a:pt x="13631" y="8534"/>
                  </a:lnTo>
                  <a:lnTo>
                    <a:pt x="13901" y="8419"/>
                  </a:lnTo>
                  <a:lnTo>
                    <a:pt x="14172" y="8226"/>
                  </a:lnTo>
                  <a:lnTo>
                    <a:pt x="14442" y="8071"/>
                  </a:lnTo>
                  <a:lnTo>
                    <a:pt x="13940" y="8689"/>
                  </a:lnTo>
                  <a:lnTo>
                    <a:pt x="13361" y="9307"/>
                  </a:lnTo>
                  <a:lnTo>
                    <a:pt x="12743" y="9847"/>
                  </a:lnTo>
                  <a:lnTo>
                    <a:pt x="12087" y="10311"/>
                  </a:lnTo>
                  <a:lnTo>
                    <a:pt x="11392" y="10735"/>
                  </a:lnTo>
                  <a:lnTo>
                    <a:pt x="10658" y="11083"/>
                  </a:lnTo>
                  <a:lnTo>
                    <a:pt x="9847" y="11353"/>
                  </a:lnTo>
                  <a:lnTo>
                    <a:pt x="9036" y="11585"/>
                  </a:lnTo>
                  <a:lnTo>
                    <a:pt x="8418" y="11662"/>
                  </a:lnTo>
                  <a:lnTo>
                    <a:pt x="7839" y="11739"/>
                  </a:lnTo>
                  <a:lnTo>
                    <a:pt x="7260" y="11739"/>
                  </a:lnTo>
                  <a:lnTo>
                    <a:pt x="6680" y="11701"/>
                  </a:lnTo>
                  <a:lnTo>
                    <a:pt x="6101" y="11624"/>
                  </a:lnTo>
                  <a:lnTo>
                    <a:pt x="5561" y="11508"/>
                  </a:lnTo>
                  <a:lnTo>
                    <a:pt x="5020" y="11353"/>
                  </a:lnTo>
                  <a:lnTo>
                    <a:pt x="4518" y="11160"/>
                  </a:lnTo>
                  <a:lnTo>
                    <a:pt x="4016" y="10929"/>
                  </a:lnTo>
                  <a:lnTo>
                    <a:pt x="3514" y="10620"/>
                  </a:lnTo>
                  <a:lnTo>
                    <a:pt x="3089" y="10311"/>
                  </a:lnTo>
                  <a:lnTo>
                    <a:pt x="2626" y="9925"/>
                  </a:lnTo>
                  <a:lnTo>
                    <a:pt x="2240" y="9538"/>
                  </a:lnTo>
                  <a:lnTo>
                    <a:pt x="1854" y="9075"/>
                  </a:lnTo>
                  <a:lnTo>
                    <a:pt x="1545" y="8573"/>
                  </a:lnTo>
                  <a:lnTo>
                    <a:pt x="1236" y="8071"/>
                  </a:lnTo>
                  <a:lnTo>
                    <a:pt x="965" y="7492"/>
                  </a:lnTo>
                  <a:lnTo>
                    <a:pt x="734" y="6913"/>
                  </a:lnTo>
                  <a:lnTo>
                    <a:pt x="579" y="6295"/>
                  </a:lnTo>
                  <a:lnTo>
                    <a:pt x="464" y="5677"/>
                  </a:lnTo>
                  <a:lnTo>
                    <a:pt x="425" y="5059"/>
                  </a:lnTo>
                  <a:lnTo>
                    <a:pt x="425" y="4441"/>
                  </a:lnTo>
                  <a:lnTo>
                    <a:pt x="541" y="3823"/>
                  </a:lnTo>
                  <a:lnTo>
                    <a:pt x="695" y="3244"/>
                  </a:lnTo>
                  <a:lnTo>
                    <a:pt x="965" y="2704"/>
                  </a:lnTo>
                  <a:lnTo>
                    <a:pt x="1313" y="2163"/>
                  </a:lnTo>
                  <a:lnTo>
                    <a:pt x="1699" y="1738"/>
                  </a:lnTo>
                  <a:lnTo>
                    <a:pt x="2163" y="1313"/>
                  </a:lnTo>
                  <a:lnTo>
                    <a:pt x="2665" y="1005"/>
                  </a:lnTo>
                  <a:lnTo>
                    <a:pt x="3205" y="734"/>
                  </a:lnTo>
                  <a:lnTo>
                    <a:pt x="3784" y="580"/>
                  </a:lnTo>
                  <a:lnTo>
                    <a:pt x="4402" y="464"/>
                  </a:lnTo>
                  <a:close/>
                  <a:moveTo>
                    <a:pt x="4634" y="1"/>
                  </a:moveTo>
                  <a:lnTo>
                    <a:pt x="4248" y="39"/>
                  </a:lnTo>
                  <a:lnTo>
                    <a:pt x="3900" y="78"/>
                  </a:lnTo>
                  <a:lnTo>
                    <a:pt x="3514" y="155"/>
                  </a:lnTo>
                  <a:lnTo>
                    <a:pt x="3128" y="271"/>
                  </a:lnTo>
                  <a:lnTo>
                    <a:pt x="2780" y="425"/>
                  </a:lnTo>
                  <a:lnTo>
                    <a:pt x="2433" y="618"/>
                  </a:lnTo>
                  <a:lnTo>
                    <a:pt x="2085" y="850"/>
                  </a:lnTo>
                  <a:lnTo>
                    <a:pt x="1622" y="1198"/>
                  </a:lnTo>
                  <a:lnTo>
                    <a:pt x="1236" y="1584"/>
                  </a:lnTo>
                  <a:lnTo>
                    <a:pt x="888" y="2009"/>
                  </a:lnTo>
                  <a:lnTo>
                    <a:pt x="618" y="2433"/>
                  </a:lnTo>
                  <a:lnTo>
                    <a:pt x="386" y="2897"/>
                  </a:lnTo>
                  <a:lnTo>
                    <a:pt x="232" y="3399"/>
                  </a:lnTo>
                  <a:lnTo>
                    <a:pt x="77" y="3901"/>
                  </a:lnTo>
                  <a:lnTo>
                    <a:pt x="0" y="4403"/>
                  </a:lnTo>
                  <a:lnTo>
                    <a:pt x="0" y="4905"/>
                  </a:lnTo>
                  <a:lnTo>
                    <a:pt x="0" y="5445"/>
                  </a:lnTo>
                  <a:lnTo>
                    <a:pt x="77" y="5986"/>
                  </a:lnTo>
                  <a:lnTo>
                    <a:pt x="155" y="6488"/>
                  </a:lnTo>
                  <a:lnTo>
                    <a:pt x="309" y="7028"/>
                  </a:lnTo>
                  <a:lnTo>
                    <a:pt x="464" y="7530"/>
                  </a:lnTo>
                  <a:lnTo>
                    <a:pt x="695" y="8032"/>
                  </a:lnTo>
                  <a:lnTo>
                    <a:pt x="927" y="8496"/>
                  </a:lnTo>
                  <a:lnTo>
                    <a:pt x="1274" y="9075"/>
                  </a:lnTo>
                  <a:lnTo>
                    <a:pt x="1661" y="9616"/>
                  </a:lnTo>
                  <a:lnTo>
                    <a:pt x="2124" y="10079"/>
                  </a:lnTo>
                  <a:lnTo>
                    <a:pt x="2587" y="10542"/>
                  </a:lnTo>
                  <a:lnTo>
                    <a:pt x="3089" y="10929"/>
                  </a:lnTo>
                  <a:lnTo>
                    <a:pt x="3591" y="11276"/>
                  </a:lnTo>
                  <a:lnTo>
                    <a:pt x="4171" y="11546"/>
                  </a:lnTo>
                  <a:lnTo>
                    <a:pt x="4750" y="11778"/>
                  </a:lnTo>
                  <a:lnTo>
                    <a:pt x="4750" y="11933"/>
                  </a:lnTo>
                  <a:lnTo>
                    <a:pt x="5097" y="11894"/>
                  </a:lnTo>
                  <a:lnTo>
                    <a:pt x="5908" y="12087"/>
                  </a:lnTo>
                  <a:lnTo>
                    <a:pt x="6719" y="12203"/>
                  </a:lnTo>
                  <a:lnTo>
                    <a:pt x="7569" y="12241"/>
                  </a:lnTo>
                  <a:lnTo>
                    <a:pt x="8418" y="12164"/>
                  </a:lnTo>
                  <a:lnTo>
                    <a:pt x="9190" y="12048"/>
                  </a:lnTo>
                  <a:lnTo>
                    <a:pt x="9963" y="11855"/>
                  </a:lnTo>
                  <a:lnTo>
                    <a:pt x="10310" y="11739"/>
                  </a:lnTo>
                  <a:lnTo>
                    <a:pt x="10272" y="11739"/>
                  </a:lnTo>
                  <a:lnTo>
                    <a:pt x="11083" y="11431"/>
                  </a:lnTo>
                  <a:lnTo>
                    <a:pt x="11855" y="11044"/>
                  </a:lnTo>
                  <a:lnTo>
                    <a:pt x="12550" y="10581"/>
                  </a:lnTo>
                  <a:lnTo>
                    <a:pt x="13245" y="10079"/>
                  </a:lnTo>
                  <a:lnTo>
                    <a:pt x="13863" y="9500"/>
                  </a:lnTo>
                  <a:lnTo>
                    <a:pt x="14133" y="9191"/>
                  </a:lnTo>
                  <a:lnTo>
                    <a:pt x="14403" y="8882"/>
                  </a:lnTo>
                  <a:lnTo>
                    <a:pt x="14635" y="8534"/>
                  </a:lnTo>
                  <a:lnTo>
                    <a:pt x="14867" y="8187"/>
                  </a:lnTo>
                  <a:lnTo>
                    <a:pt x="15060" y="7801"/>
                  </a:lnTo>
                  <a:lnTo>
                    <a:pt x="15253" y="7415"/>
                  </a:lnTo>
                  <a:lnTo>
                    <a:pt x="15253" y="7917"/>
                  </a:lnTo>
                  <a:lnTo>
                    <a:pt x="15330" y="8419"/>
                  </a:lnTo>
                  <a:lnTo>
                    <a:pt x="15485" y="8882"/>
                  </a:lnTo>
                  <a:lnTo>
                    <a:pt x="15678" y="9345"/>
                  </a:lnTo>
                  <a:lnTo>
                    <a:pt x="15794" y="9538"/>
                  </a:lnTo>
                  <a:lnTo>
                    <a:pt x="15948" y="9731"/>
                  </a:lnTo>
                  <a:lnTo>
                    <a:pt x="16103" y="9886"/>
                  </a:lnTo>
                  <a:lnTo>
                    <a:pt x="16257" y="10040"/>
                  </a:lnTo>
                  <a:lnTo>
                    <a:pt x="16489" y="10156"/>
                  </a:lnTo>
                  <a:lnTo>
                    <a:pt x="16682" y="10195"/>
                  </a:lnTo>
                  <a:lnTo>
                    <a:pt x="16913" y="10156"/>
                  </a:lnTo>
                  <a:lnTo>
                    <a:pt x="17107" y="10040"/>
                  </a:lnTo>
                  <a:lnTo>
                    <a:pt x="17300" y="9886"/>
                  </a:lnTo>
                  <a:lnTo>
                    <a:pt x="17377" y="9693"/>
                  </a:lnTo>
                  <a:lnTo>
                    <a:pt x="17454" y="9500"/>
                  </a:lnTo>
                  <a:lnTo>
                    <a:pt x="17493" y="9268"/>
                  </a:lnTo>
                  <a:lnTo>
                    <a:pt x="17493" y="9075"/>
                  </a:lnTo>
                  <a:lnTo>
                    <a:pt x="17454" y="8843"/>
                  </a:lnTo>
                  <a:lnTo>
                    <a:pt x="17415" y="8650"/>
                  </a:lnTo>
                  <a:lnTo>
                    <a:pt x="17338" y="8457"/>
                  </a:lnTo>
                  <a:lnTo>
                    <a:pt x="17222" y="8226"/>
                  </a:lnTo>
                  <a:lnTo>
                    <a:pt x="17068" y="8032"/>
                  </a:lnTo>
                  <a:lnTo>
                    <a:pt x="16720" y="7646"/>
                  </a:lnTo>
                  <a:lnTo>
                    <a:pt x="16334" y="7299"/>
                  </a:lnTo>
                  <a:lnTo>
                    <a:pt x="15909" y="6990"/>
                  </a:lnTo>
                  <a:lnTo>
                    <a:pt x="16373" y="6990"/>
                  </a:lnTo>
                  <a:lnTo>
                    <a:pt x="16875" y="6913"/>
                  </a:lnTo>
                  <a:lnTo>
                    <a:pt x="17338" y="6720"/>
                  </a:lnTo>
                  <a:lnTo>
                    <a:pt x="17763" y="6488"/>
                  </a:lnTo>
                  <a:lnTo>
                    <a:pt x="17917" y="6333"/>
                  </a:lnTo>
                  <a:lnTo>
                    <a:pt x="18110" y="6140"/>
                  </a:lnTo>
                  <a:lnTo>
                    <a:pt x="18265" y="5947"/>
                  </a:lnTo>
                  <a:lnTo>
                    <a:pt x="18381" y="5716"/>
                  </a:lnTo>
                  <a:lnTo>
                    <a:pt x="18458" y="5484"/>
                  </a:lnTo>
                  <a:lnTo>
                    <a:pt x="18458" y="5214"/>
                  </a:lnTo>
                  <a:lnTo>
                    <a:pt x="18381" y="4982"/>
                  </a:lnTo>
                  <a:lnTo>
                    <a:pt x="18304" y="4905"/>
                  </a:lnTo>
                  <a:lnTo>
                    <a:pt x="18226" y="4789"/>
                  </a:lnTo>
                  <a:lnTo>
                    <a:pt x="18033" y="4673"/>
                  </a:lnTo>
                  <a:lnTo>
                    <a:pt x="17802" y="4596"/>
                  </a:lnTo>
                  <a:lnTo>
                    <a:pt x="17609" y="4557"/>
                  </a:lnTo>
                  <a:lnTo>
                    <a:pt x="17377" y="4557"/>
                  </a:lnTo>
                  <a:lnTo>
                    <a:pt x="17145" y="4634"/>
                  </a:lnTo>
                  <a:lnTo>
                    <a:pt x="16913" y="4712"/>
                  </a:lnTo>
                  <a:lnTo>
                    <a:pt x="16720" y="4789"/>
                  </a:lnTo>
                  <a:lnTo>
                    <a:pt x="16566" y="4905"/>
                  </a:lnTo>
                  <a:lnTo>
                    <a:pt x="16373" y="5098"/>
                  </a:lnTo>
                  <a:lnTo>
                    <a:pt x="16180" y="5291"/>
                  </a:lnTo>
                  <a:lnTo>
                    <a:pt x="15871" y="5716"/>
                  </a:lnTo>
                  <a:lnTo>
                    <a:pt x="15639" y="6179"/>
                  </a:lnTo>
                  <a:lnTo>
                    <a:pt x="15485" y="6681"/>
                  </a:lnTo>
                  <a:lnTo>
                    <a:pt x="15407" y="6681"/>
                  </a:lnTo>
                  <a:lnTo>
                    <a:pt x="15330" y="6720"/>
                  </a:lnTo>
                  <a:lnTo>
                    <a:pt x="14983" y="6411"/>
                  </a:lnTo>
                  <a:lnTo>
                    <a:pt x="14597" y="6179"/>
                  </a:lnTo>
                  <a:lnTo>
                    <a:pt x="14172" y="6024"/>
                  </a:lnTo>
                  <a:lnTo>
                    <a:pt x="13708" y="5947"/>
                  </a:lnTo>
                  <a:lnTo>
                    <a:pt x="13322" y="5909"/>
                  </a:lnTo>
                  <a:lnTo>
                    <a:pt x="13091" y="5947"/>
                  </a:lnTo>
                  <a:lnTo>
                    <a:pt x="12897" y="5986"/>
                  </a:lnTo>
                  <a:lnTo>
                    <a:pt x="12704" y="6063"/>
                  </a:lnTo>
                  <a:lnTo>
                    <a:pt x="12511" y="6140"/>
                  </a:lnTo>
                  <a:lnTo>
                    <a:pt x="12357" y="6295"/>
                  </a:lnTo>
                  <a:lnTo>
                    <a:pt x="12280" y="6449"/>
                  </a:lnTo>
                  <a:lnTo>
                    <a:pt x="12202" y="6642"/>
                  </a:lnTo>
                  <a:lnTo>
                    <a:pt x="12241" y="6835"/>
                  </a:lnTo>
                  <a:lnTo>
                    <a:pt x="12318" y="6990"/>
                  </a:lnTo>
                  <a:lnTo>
                    <a:pt x="12434" y="7106"/>
                  </a:lnTo>
                  <a:lnTo>
                    <a:pt x="12589" y="7260"/>
                  </a:lnTo>
                  <a:lnTo>
                    <a:pt x="12782" y="7337"/>
                  </a:lnTo>
                  <a:lnTo>
                    <a:pt x="13129" y="7453"/>
                  </a:lnTo>
                  <a:lnTo>
                    <a:pt x="13477" y="7530"/>
                  </a:lnTo>
                  <a:lnTo>
                    <a:pt x="13824" y="7530"/>
                  </a:lnTo>
                  <a:lnTo>
                    <a:pt x="14172" y="7492"/>
                  </a:lnTo>
                  <a:lnTo>
                    <a:pt x="14519" y="7415"/>
                  </a:lnTo>
                  <a:lnTo>
                    <a:pt x="14133" y="7762"/>
                  </a:lnTo>
                  <a:lnTo>
                    <a:pt x="13708" y="8032"/>
                  </a:lnTo>
                  <a:lnTo>
                    <a:pt x="13477" y="8110"/>
                  </a:lnTo>
                  <a:lnTo>
                    <a:pt x="13245" y="8226"/>
                  </a:lnTo>
                  <a:lnTo>
                    <a:pt x="13013" y="8264"/>
                  </a:lnTo>
                  <a:lnTo>
                    <a:pt x="12743" y="8303"/>
                  </a:lnTo>
                  <a:lnTo>
                    <a:pt x="12357" y="8303"/>
                  </a:lnTo>
                  <a:lnTo>
                    <a:pt x="11971" y="8264"/>
                  </a:lnTo>
                  <a:lnTo>
                    <a:pt x="11662" y="8110"/>
                  </a:lnTo>
                  <a:lnTo>
                    <a:pt x="11353" y="7955"/>
                  </a:lnTo>
                  <a:lnTo>
                    <a:pt x="11083" y="7685"/>
                  </a:lnTo>
                  <a:lnTo>
                    <a:pt x="10890" y="7415"/>
                  </a:lnTo>
                  <a:lnTo>
                    <a:pt x="10696" y="7106"/>
                  </a:lnTo>
                  <a:lnTo>
                    <a:pt x="10542" y="6720"/>
                  </a:lnTo>
                  <a:lnTo>
                    <a:pt x="10388" y="6218"/>
                  </a:lnTo>
                  <a:lnTo>
                    <a:pt x="10233" y="5716"/>
                  </a:lnTo>
                  <a:lnTo>
                    <a:pt x="9963" y="4673"/>
                  </a:lnTo>
                  <a:lnTo>
                    <a:pt x="9847" y="4171"/>
                  </a:lnTo>
                  <a:lnTo>
                    <a:pt x="9654" y="3669"/>
                  </a:lnTo>
                  <a:lnTo>
                    <a:pt x="9461" y="3167"/>
                  </a:lnTo>
                  <a:lnTo>
                    <a:pt x="9229" y="2704"/>
                  </a:lnTo>
                  <a:lnTo>
                    <a:pt x="8843" y="2163"/>
                  </a:lnTo>
                  <a:lnTo>
                    <a:pt x="8457" y="1700"/>
                  </a:lnTo>
                  <a:lnTo>
                    <a:pt x="7993" y="1275"/>
                  </a:lnTo>
                  <a:lnTo>
                    <a:pt x="7530" y="889"/>
                  </a:lnTo>
                  <a:lnTo>
                    <a:pt x="6989" y="580"/>
                  </a:lnTo>
                  <a:lnTo>
                    <a:pt x="6449" y="348"/>
                  </a:lnTo>
                  <a:lnTo>
                    <a:pt x="5870" y="155"/>
                  </a:lnTo>
                  <a:lnTo>
                    <a:pt x="5290" y="39"/>
                  </a:lnTo>
                  <a:lnTo>
                    <a:pt x="502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1" name="Google Shape;4331;p18"/>
            <p:cNvSpPr/>
            <p:nvPr/>
          </p:nvSpPr>
          <p:spPr>
            <a:xfrm>
              <a:off x="5932850" y="4466275"/>
              <a:ext cx="200800" cy="230725"/>
            </a:xfrm>
            <a:custGeom>
              <a:avLst/>
              <a:gdLst/>
              <a:ahLst/>
              <a:cxnLst/>
              <a:rect l="l" t="t" r="r" b="b"/>
              <a:pathLst>
                <a:path w="8032" h="9229" extrusionOk="0">
                  <a:moveTo>
                    <a:pt x="2047" y="0"/>
                  </a:moveTo>
                  <a:lnTo>
                    <a:pt x="1892" y="77"/>
                  </a:lnTo>
                  <a:lnTo>
                    <a:pt x="1738" y="154"/>
                  </a:lnTo>
                  <a:lnTo>
                    <a:pt x="1429" y="425"/>
                  </a:lnTo>
                  <a:lnTo>
                    <a:pt x="1197" y="734"/>
                  </a:lnTo>
                  <a:lnTo>
                    <a:pt x="965" y="1004"/>
                  </a:lnTo>
                  <a:lnTo>
                    <a:pt x="734" y="1352"/>
                  </a:lnTo>
                  <a:lnTo>
                    <a:pt x="502" y="1738"/>
                  </a:lnTo>
                  <a:lnTo>
                    <a:pt x="348" y="2124"/>
                  </a:lnTo>
                  <a:lnTo>
                    <a:pt x="193" y="2549"/>
                  </a:lnTo>
                  <a:lnTo>
                    <a:pt x="77" y="3012"/>
                  </a:lnTo>
                  <a:lnTo>
                    <a:pt x="39" y="3475"/>
                  </a:lnTo>
                  <a:lnTo>
                    <a:pt x="0" y="3939"/>
                  </a:lnTo>
                  <a:lnTo>
                    <a:pt x="77" y="4441"/>
                  </a:lnTo>
                  <a:lnTo>
                    <a:pt x="155" y="4904"/>
                  </a:lnTo>
                  <a:lnTo>
                    <a:pt x="270" y="5329"/>
                  </a:lnTo>
                  <a:lnTo>
                    <a:pt x="463" y="5792"/>
                  </a:lnTo>
                  <a:lnTo>
                    <a:pt x="695" y="6178"/>
                  </a:lnTo>
                  <a:lnTo>
                    <a:pt x="1043" y="6178"/>
                  </a:lnTo>
                  <a:lnTo>
                    <a:pt x="888" y="5831"/>
                  </a:lnTo>
                  <a:lnTo>
                    <a:pt x="734" y="5483"/>
                  </a:lnTo>
                  <a:lnTo>
                    <a:pt x="657" y="5136"/>
                  </a:lnTo>
                  <a:lnTo>
                    <a:pt x="541" y="4788"/>
                  </a:lnTo>
                  <a:lnTo>
                    <a:pt x="502" y="4402"/>
                  </a:lnTo>
                  <a:lnTo>
                    <a:pt x="463" y="4055"/>
                  </a:lnTo>
                  <a:lnTo>
                    <a:pt x="463" y="3668"/>
                  </a:lnTo>
                  <a:lnTo>
                    <a:pt x="463" y="3321"/>
                  </a:lnTo>
                  <a:lnTo>
                    <a:pt x="541" y="2973"/>
                  </a:lnTo>
                  <a:lnTo>
                    <a:pt x="618" y="2626"/>
                  </a:lnTo>
                  <a:lnTo>
                    <a:pt x="734" y="2278"/>
                  </a:lnTo>
                  <a:lnTo>
                    <a:pt x="850" y="1931"/>
                  </a:lnTo>
                  <a:lnTo>
                    <a:pt x="1043" y="1622"/>
                  </a:lnTo>
                  <a:lnTo>
                    <a:pt x="1236" y="1313"/>
                  </a:lnTo>
                  <a:lnTo>
                    <a:pt x="1467" y="1004"/>
                  </a:lnTo>
                  <a:lnTo>
                    <a:pt x="1776" y="734"/>
                  </a:lnTo>
                  <a:lnTo>
                    <a:pt x="1969" y="579"/>
                  </a:lnTo>
                  <a:lnTo>
                    <a:pt x="2085" y="502"/>
                  </a:lnTo>
                  <a:lnTo>
                    <a:pt x="2201" y="463"/>
                  </a:lnTo>
                  <a:lnTo>
                    <a:pt x="2317" y="579"/>
                  </a:lnTo>
                  <a:lnTo>
                    <a:pt x="2433" y="811"/>
                  </a:lnTo>
                  <a:lnTo>
                    <a:pt x="2587" y="1197"/>
                  </a:lnTo>
                  <a:lnTo>
                    <a:pt x="2742" y="1583"/>
                  </a:lnTo>
                  <a:lnTo>
                    <a:pt x="2858" y="1931"/>
                  </a:lnTo>
                  <a:lnTo>
                    <a:pt x="2973" y="2317"/>
                  </a:lnTo>
                  <a:lnTo>
                    <a:pt x="3051" y="2703"/>
                  </a:lnTo>
                  <a:lnTo>
                    <a:pt x="3089" y="3089"/>
                  </a:lnTo>
                  <a:lnTo>
                    <a:pt x="3089" y="3437"/>
                  </a:lnTo>
                  <a:lnTo>
                    <a:pt x="3051" y="3784"/>
                  </a:lnTo>
                  <a:lnTo>
                    <a:pt x="3012" y="4132"/>
                  </a:lnTo>
                  <a:lnTo>
                    <a:pt x="2896" y="4479"/>
                  </a:lnTo>
                  <a:lnTo>
                    <a:pt x="2780" y="4788"/>
                  </a:lnTo>
                  <a:lnTo>
                    <a:pt x="2587" y="5136"/>
                  </a:lnTo>
                  <a:lnTo>
                    <a:pt x="2394" y="5445"/>
                  </a:lnTo>
                  <a:lnTo>
                    <a:pt x="2356" y="5522"/>
                  </a:lnTo>
                  <a:lnTo>
                    <a:pt x="2394" y="5638"/>
                  </a:lnTo>
                  <a:lnTo>
                    <a:pt x="2356" y="5715"/>
                  </a:lnTo>
                  <a:lnTo>
                    <a:pt x="2356" y="5754"/>
                  </a:lnTo>
                  <a:lnTo>
                    <a:pt x="2394" y="5792"/>
                  </a:lnTo>
                  <a:lnTo>
                    <a:pt x="2471" y="5792"/>
                  </a:lnTo>
                  <a:lnTo>
                    <a:pt x="2626" y="5715"/>
                  </a:lnTo>
                  <a:lnTo>
                    <a:pt x="2819" y="5676"/>
                  </a:lnTo>
                  <a:lnTo>
                    <a:pt x="3205" y="5676"/>
                  </a:lnTo>
                  <a:lnTo>
                    <a:pt x="3630" y="5715"/>
                  </a:lnTo>
                  <a:lnTo>
                    <a:pt x="4055" y="5792"/>
                  </a:lnTo>
                  <a:lnTo>
                    <a:pt x="4441" y="5947"/>
                  </a:lnTo>
                  <a:lnTo>
                    <a:pt x="4866" y="6101"/>
                  </a:lnTo>
                  <a:lnTo>
                    <a:pt x="5213" y="6256"/>
                  </a:lnTo>
                  <a:lnTo>
                    <a:pt x="5522" y="6449"/>
                  </a:lnTo>
                  <a:lnTo>
                    <a:pt x="5831" y="6642"/>
                  </a:lnTo>
                  <a:lnTo>
                    <a:pt x="6140" y="6835"/>
                  </a:lnTo>
                  <a:lnTo>
                    <a:pt x="6410" y="7067"/>
                  </a:lnTo>
                  <a:lnTo>
                    <a:pt x="6680" y="7337"/>
                  </a:lnTo>
                  <a:lnTo>
                    <a:pt x="6912" y="7607"/>
                  </a:lnTo>
                  <a:lnTo>
                    <a:pt x="7144" y="7877"/>
                  </a:lnTo>
                  <a:lnTo>
                    <a:pt x="7337" y="8186"/>
                  </a:lnTo>
                  <a:lnTo>
                    <a:pt x="7530" y="8534"/>
                  </a:lnTo>
                  <a:lnTo>
                    <a:pt x="7105" y="8650"/>
                  </a:lnTo>
                  <a:lnTo>
                    <a:pt x="6680" y="8727"/>
                  </a:lnTo>
                  <a:lnTo>
                    <a:pt x="6294" y="8766"/>
                  </a:lnTo>
                  <a:lnTo>
                    <a:pt x="5870" y="8804"/>
                  </a:lnTo>
                  <a:lnTo>
                    <a:pt x="5483" y="8804"/>
                  </a:lnTo>
                  <a:lnTo>
                    <a:pt x="5059" y="8727"/>
                  </a:lnTo>
                  <a:lnTo>
                    <a:pt x="4672" y="8611"/>
                  </a:lnTo>
                  <a:lnTo>
                    <a:pt x="4248" y="8457"/>
                  </a:lnTo>
                  <a:lnTo>
                    <a:pt x="3900" y="8264"/>
                  </a:lnTo>
                  <a:lnTo>
                    <a:pt x="3591" y="8071"/>
                  </a:lnTo>
                  <a:lnTo>
                    <a:pt x="3012" y="7607"/>
                  </a:lnTo>
                  <a:lnTo>
                    <a:pt x="2471" y="7105"/>
                  </a:lnTo>
                  <a:lnTo>
                    <a:pt x="1931" y="6565"/>
                  </a:lnTo>
                  <a:lnTo>
                    <a:pt x="1854" y="6526"/>
                  </a:lnTo>
                  <a:lnTo>
                    <a:pt x="1815" y="6487"/>
                  </a:lnTo>
                  <a:lnTo>
                    <a:pt x="1661" y="6526"/>
                  </a:lnTo>
                  <a:lnTo>
                    <a:pt x="1622" y="6526"/>
                  </a:lnTo>
                  <a:lnTo>
                    <a:pt x="1583" y="6565"/>
                  </a:lnTo>
                  <a:lnTo>
                    <a:pt x="1429" y="6835"/>
                  </a:lnTo>
                  <a:lnTo>
                    <a:pt x="1661" y="6873"/>
                  </a:lnTo>
                  <a:lnTo>
                    <a:pt x="2278" y="7491"/>
                  </a:lnTo>
                  <a:lnTo>
                    <a:pt x="2896" y="8071"/>
                  </a:lnTo>
                  <a:lnTo>
                    <a:pt x="3244" y="8341"/>
                  </a:lnTo>
                  <a:lnTo>
                    <a:pt x="3630" y="8573"/>
                  </a:lnTo>
                  <a:lnTo>
                    <a:pt x="3977" y="8766"/>
                  </a:lnTo>
                  <a:lnTo>
                    <a:pt x="4364" y="8959"/>
                  </a:lnTo>
                  <a:lnTo>
                    <a:pt x="4827" y="9113"/>
                  </a:lnTo>
                  <a:lnTo>
                    <a:pt x="5252" y="9190"/>
                  </a:lnTo>
                  <a:lnTo>
                    <a:pt x="5676" y="9229"/>
                  </a:lnTo>
                  <a:lnTo>
                    <a:pt x="6140" y="9229"/>
                  </a:lnTo>
                  <a:lnTo>
                    <a:pt x="6565" y="9152"/>
                  </a:lnTo>
                  <a:lnTo>
                    <a:pt x="6989" y="9074"/>
                  </a:lnTo>
                  <a:lnTo>
                    <a:pt x="7878" y="8843"/>
                  </a:lnTo>
                  <a:lnTo>
                    <a:pt x="7955" y="8804"/>
                  </a:lnTo>
                  <a:lnTo>
                    <a:pt x="7993" y="8727"/>
                  </a:lnTo>
                  <a:lnTo>
                    <a:pt x="8032" y="8650"/>
                  </a:lnTo>
                  <a:lnTo>
                    <a:pt x="7993" y="8534"/>
                  </a:lnTo>
                  <a:lnTo>
                    <a:pt x="7762" y="8109"/>
                  </a:lnTo>
                  <a:lnTo>
                    <a:pt x="7491" y="7684"/>
                  </a:lnTo>
                  <a:lnTo>
                    <a:pt x="7221" y="7298"/>
                  </a:lnTo>
                  <a:lnTo>
                    <a:pt x="6874" y="6912"/>
                  </a:lnTo>
                  <a:lnTo>
                    <a:pt x="6526" y="6603"/>
                  </a:lnTo>
                  <a:lnTo>
                    <a:pt x="6140" y="6294"/>
                  </a:lnTo>
                  <a:lnTo>
                    <a:pt x="5715" y="6024"/>
                  </a:lnTo>
                  <a:lnTo>
                    <a:pt x="5252" y="5792"/>
                  </a:lnTo>
                  <a:lnTo>
                    <a:pt x="4827" y="5638"/>
                  </a:lnTo>
                  <a:lnTo>
                    <a:pt x="4248" y="5445"/>
                  </a:lnTo>
                  <a:lnTo>
                    <a:pt x="3939" y="5367"/>
                  </a:lnTo>
                  <a:lnTo>
                    <a:pt x="3591" y="5290"/>
                  </a:lnTo>
                  <a:lnTo>
                    <a:pt x="3012" y="5290"/>
                  </a:lnTo>
                  <a:lnTo>
                    <a:pt x="3167" y="4981"/>
                  </a:lnTo>
                  <a:lnTo>
                    <a:pt x="3321" y="4634"/>
                  </a:lnTo>
                  <a:lnTo>
                    <a:pt x="3398" y="4286"/>
                  </a:lnTo>
                  <a:lnTo>
                    <a:pt x="3475" y="3939"/>
                  </a:lnTo>
                  <a:lnTo>
                    <a:pt x="3514" y="3591"/>
                  </a:lnTo>
                  <a:lnTo>
                    <a:pt x="3514" y="3205"/>
                  </a:lnTo>
                  <a:lnTo>
                    <a:pt x="3514" y="2858"/>
                  </a:lnTo>
                  <a:lnTo>
                    <a:pt x="3437" y="2471"/>
                  </a:lnTo>
                  <a:lnTo>
                    <a:pt x="3321" y="1969"/>
                  </a:lnTo>
                  <a:lnTo>
                    <a:pt x="3167" y="1467"/>
                  </a:lnTo>
                  <a:lnTo>
                    <a:pt x="2935" y="965"/>
                  </a:lnTo>
                  <a:lnTo>
                    <a:pt x="2703" y="502"/>
                  </a:lnTo>
                  <a:lnTo>
                    <a:pt x="2587" y="270"/>
                  </a:lnTo>
                  <a:lnTo>
                    <a:pt x="2471" y="116"/>
                  </a:lnTo>
                  <a:lnTo>
                    <a:pt x="2356" y="39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2" name="Google Shape;4332;p18"/>
            <p:cNvSpPr/>
            <p:nvPr/>
          </p:nvSpPr>
          <p:spPr>
            <a:xfrm>
              <a:off x="2331050" y="4488475"/>
              <a:ext cx="145775" cy="163175"/>
            </a:xfrm>
            <a:custGeom>
              <a:avLst/>
              <a:gdLst/>
              <a:ahLst/>
              <a:cxnLst/>
              <a:rect l="l" t="t" r="r" b="b"/>
              <a:pathLst>
                <a:path w="5831" h="6527" extrusionOk="0">
                  <a:moveTo>
                    <a:pt x="3321" y="502"/>
                  </a:moveTo>
                  <a:lnTo>
                    <a:pt x="3784" y="695"/>
                  </a:lnTo>
                  <a:lnTo>
                    <a:pt x="4248" y="1004"/>
                  </a:lnTo>
                  <a:lnTo>
                    <a:pt x="4595" y="1313"/>
                  </a:lnTo>
                  <a:lnTo>
                    <a:pt x="4904" y="1738"/>
                  </a:lnTo>
                  <a:lnTo>
                    <a:pt x="5174" y="2163"/>
                  </a:lnTo>
                  <a:lnTo>
                    <a:pt x="5252" y="2394"/>
                  </a:lnTo>
                  <a:lnTo>
                    <a:pt x="5329" y="2665"/>
                  </a:lnTo>
                  <a:lnTo>
                    <a:pt x="5367" y="2896"/>
                  </a:lnTo>
                  <a:lnTo>
                    <a:pt x="5367" y="3167"/>
                  </a:lnTo>
                  <a:lnTo>
                    <a:pt x="5367" y="3437"/>
                  </a:lnTo>
                  <a:lnTo>
                    <a:pt x="5329" y="3707"/>
                  </a:lnTo>
                  <a:lnTo>
                    <a:pt x="5213" y="4171"/>
                  </a:lnTo>
                  <a:lnTo>
                    <a:pt x="5020" y="4595"/>
                  </a:lnTo>
                  <a:lnTo>
                    <a:pt x="4750" y="4981"/>
                  </a:lnTo>
                  <a:lnTo>
                    <a:pt x="4441" y="5368"/>
                  </a:lnTo>
                  <a:lnTo>
                    <a:pt x="4055" y="5638"/>
                  </a:lnTo>
                  <a:lnTo>
                    <a:pt x="3630" y="5870"/>
                  </a:lnTo>
                  <a:lnTo>
                    <a:pt x="3398" y="5947"/>
                  </a:lnTo>
                  <a:lnTo>
                    <a:pt x="3166" y="6024"/>
                  </a:lnTo>
                  <a:lnTo>
                    <a:pt x="2935" y="6024"/>
                  </a:lnTo>
                  <a:lnTo>
                    <a:pt x="2703" y="6063"/>
                  </a:lnTo>
                  <a:lnTo>
                    <a:pt x="2394" y="6024"/>
                  </a:lnTo>
                  <a:lnTo>
                    <a:pt x="2085" y="5985"/>
                  </a:lnTo>
                  <a:lnTo>
                    <a:pt x="1815" y="5908"/>
                  </a:lnTo>
                  <a:lnTo>
                    <a:pt x="1583" y="5792"/>
                  </a:lnTo>
                  <a:lnTo>
                    <a:pt x="1390" y="5677"/>
                  </a:lnTo>
                  <a:lnTo>
                    <a:pt x="1197" y="5522"/>
                  </a:lnTo>
                  <a:lnTo>
                    <a:pt x="1004" y="5329"/>
                  </a:lnTo>
                  <a:lnTo>
                    <a:pt x="850" y="5136"/>
                  </a:lnTo>
                  <a:lnTo>
                    <a:pt x="734" y="4904"/>
                  </a:lnTo>
                  <a:lnTo>
                    <a:pt x="656" y="4673"/>
                  </a:lnTo>
                  <a:lnTo>
                    <a:pt x="541" y="4441"/>
                  </a:lnTo>
                  <a:lnTo>
                    <a:pt x="502" y="4209"/>
                  </a:lnTo>
                  <a:lnTo>
                    <a:pt x="425" y="3669"/>
                  </a:lnTo>
                  <a:lnTo>
                    <a:pt x="463" y="3128"/>
                  </a:lnTo>
                  <a:lnTo>
                    <a:pt x="579" y="2587"/>
                  </a:lnTo>
                  <a:lnTo>
                    <a:pt x="734" y="2085"/>
                  </a:lnTo>
                  <a:lnTo>
                    <a:pt x="1004" y="1622"/>
                  </a:lnTo>
                  <a:lnTo>
                    <a:pt x="1158" y="1390"/>
                  </a:lnTo>
                  <a:lnTo>
                    <a:pt x="1313" y="1197"/>
                  </a:lnTo>
                  <a:lnTo>
                    <a:pt x="1506" y="1043"/>
                  </a:lnTo>
                  <a:lnTo>
                    <a:pt x="1699" y="888"/>
                  </a:lnTo>
                  <a:lnTo>
                    <a:pt x="1931" y="734"/>
                  </a:lnTo>
                  <a:lnTo>
                    <a:pt x="2162" y="657"/>
                  </a:lnTo>
                  <a:lnTo>
                    <a:pt x="2394" y="579"/>
                  </a:lnTo>
                  <a:lnTo>
                    <a:pt x="2664" y="502"/>
                  </a:lnTo>
                  <a:lnTo>
                    <a:pt x="2935" y="502"/>
                  </a:lnTo>
                  <a:lnTo>
                    <a:pt x="3244" y="541"/>
                  </a:lnTo>
                  <a:lnTo>
                    <a:pt x="3282" y="502"/>
                  </a:lnTo>
                  <a:close/>
                  <a:moveTo>
                    <a:pt x="3128" y="0"/>
                  </a:moveTo>
                  <a:lnTo>
                    <a:pt x="3051" y="39"/>
                  </a:lnTo>
                  <a:lnTo>
                    <a:pt x="2973" y="116"/>
                  </a:lnTo>
                  <a:lnTo>
                    <a:pt x="2973" y="193"/>
                  </a:lnTo>
                  <a:lnTo>
                    <a:pt x="2664" y="155"/>
                  </a:lnTo>
                  <a:lnTo>
                    <a:pt x="2394" y="193"/>
                  </a:lnTo>
                  <a:lnTo>
                    <a:pt x="2124" y="232"/>
                  </a:lnTo>
                  <a:lnTo>
                    <a:pt x="1854" y="309"/>
                  </a:lnTo>
                  <a:lnTo>
                    <a:pt x="1622" y="425"/>
                  </a:lnTo>
                  <a:lnTo>
                    <a:pt x="1390" y="579"/>
                  </a:lnTo>
                  <a:lnTo>
                    <a:pt x="1197" y="734"/>
                  </a:lnTo>
                  <a:lnTo>
                    <a:pt x="965" y="927"/>
                  </a:lnTo>
                  <a:lnTo>
                    <a:pt x="811" y="1120"/>
                  </a:lnTo>
                  <a:lnTo>
                    <a:pt x="656" y="1352"/>
                  </a:lnTo>
                  <a:lnTo>
                    <a:pt x="386" y="1854"/>
                  </a:lnTo>
                  <a:lnTo>
                    <a:pt x="154" y="2394"/>
                  </a:lnTo>
                  <a:lnTo>
                    <a:pt x="39" y="2974"/>
                  </a:lnTo>
                  <a:lnTo>
                    <a:pt x="0" y="3591"/>
                  </a:lnTo>
                  <a:lnTo>
                    <a:pt x="0" y="3900"/>
                  </a:lnTo>
                  <a:lnTo>
                    <a:pt x="39" y="4209"/>
                  </a:lnTo>
                  <a:lnTo>
                    <a:pt x="116" y="4518"/>
                  </a:lnTo>
                  <a:lnTo>
                    <a:pt x="193" y="4788"/>
                  </a:lnTo>
                  <a:lnTo>
                    <a:pt x="270" y="5059"/>
                  </a:lnTo>
                  <a:lnTo>
                    <a:pt x="425" y="5329"/>
                  </a:lnTo>
                  <a:lnTo>
                    <a:pt x="579" y="5561"/>
                  </a:lnTo>
                  <a:lnTo>
                    <a:pt x="772" y="5754"/>
                  </a:lnTo>
                  <a:lnTo>
                    <a:pt x="965" y="5947"/>
                  </a:lnTo>
                  <a:lnTo>
                    <a:pt x="1197" y="6101"/>
                  </a:lnTo>
                  <a:lnTo>
                    <a:pt x="1467" y="6256"/>
                  </a:lnTo>
                  <a:lnTo>
                    <a:pt x="1738" y="6372"/>
                  </a:lnTo>
                  <a:lnTo>
                    <a:pt x="2085" y="6449"/>
                  </a:lnTo>
                  <a:lnTo>
                    <a:pt x="2394" y="6487"/>
                  </a:lnTo>
                  <a:lnTo>
                    <a:pt x="2742" y="6526"/>
                  </a:lnTo>
                  <a:lnTo>
                    <a:pt x="3012" y="6487"/>
                  </a:lnTo>
                  <a:lnTo>
                    <a:pt x="3321" y="6449"/>
                  </a:lnTo>
                  <a:lnTo>
                    <a:pt x="3630" y="6372"/>
                  </a:lnTo>
                  <a:lnTo>
                    <a:pt x="3900" y="6256"/>
                  </a:lnTo>
                  <a:lnTo>
                    <a:pt x="4170" y="6101"/>
                  </a:lnTo>
                  <a:lnTo>
                    <a:pt x="4402" y="5947"/>
                  </a:lnTo>
                  <a:lnTo>
                    <a:pt x="4634" y="5792"/>
                  </a:lnTo>
                  <a:lnTo>
                    <a:pt x="4866" y="5561"/>
                  </a:lnTo>
                  <a:lnTo>
                    <a:pt x="5059" y="5368"/>
                  </a:lnTo>
                  <a:lnTo>
                    <a:pt x="5252" y="5097"/>
                  </a:lnTo>
                  <a:lnTo>
                    <a:pt x="5406" y="4866"/>
                  </a:lnTo>
                  <a:lnTo>
                    <a:pt x="5522" y="4595"/>
                  </a:lnTo>
                  <a:lnTo>
                    <a:pt x="5638" y="4286"/>
                  </a:lnTo>
                  <a:lnTo>
                    <a:pt x="5754" y="4016"/>
                  </a:lnTo>
                  <a:lnTo>
                    <a:pt x="5792" y="3707"/>
                  </a:lnTo>
                  <a:lnTo>
                    <a:pt x="5831" y="3398"/>
                  </a:lnTo>
                  <a:lnTo>
                    <a:pt x="5831" y="3089"/>
                  </a:lnTo>
                  <a:lnTo>
                    <a:pt x="5792" y="2780"/>
                  </a:lnTo>
                  <a:lnTo>
                    <a:pt x="5754" y="2472"/>
                  </a:lnTo>
                  <a:lnTo>
                    <a:pt x="5638" y="2163"/>
                  </a:lnTo>
                  <a:lnTo>
                    <a:pt x="5522" y="1892"/>
                  </a:lnTo>
                  <a:lnTo>
                    <a:pt x="5406" y="1622"/>
                  </a:lnTo>
                  <a:lnTo>
                    <a:pt x="5213" y="1352"/>
                  </a:lnTo>
                  <a:lnTo>
                    <a:pt x="5020" y="1120"/>
                  </a:lnTo>
                  <a:lnTo>
                    <a:pt x="4827" y="888"/>
                  </a:lnTo>
                  <a:lnTo>
                    <a:pt x="4595" y="695"/>
                  </a:lnTo>
                  <a:lnTo>
                    <a:pt x="4364" y="502"/>
                  </a:lnTo>
                  <a:lnTo>
                    <a:pt x="4093" y="348"/>
                  </a:lnTo>
                  <a:lnTo>
                    <a:pt x="3823" y="193"/>
                  </a:lnTo>
                  <a:lnTo>
                    <a:pt x="3514" y="116"/>
                  </a:lnTo>
                  <a:lnTo>
                    <a:pt x="32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3" name="Google Shape;4333;p18"/>
            <p:cNvSpPr/>
            <p:nvPr/>
          </p:nvSpPr>
          <p:spPr>
            <a:xfrm>
              <a:off x="3966375" y="4488475"/>
              <a:ext cx="350450" cy="288650"/>
            </a:xfrm>
            <a:custGeom>
              <a:avLst/>
              <a:gdLst/>
              <a:ahLst/>
              <a:cxnLst/>
              <a:rect l="l" t="t" r="r" b="b"/>
              <a:pathLst>
                <a:path w="14018" h="11546" extrusionOk="0">
                  <a:moveTo>
                    <a:pt x="11778" y="0"/>
                  </a:moveTo>
                  <a:lnTo>
                    <a:pt x="11469" y="77"/>
                  </a:lnTo>
                  <a:lnTo>
                    <a:pt x="11855" y="1931"/>
                  </a:lnTo>
                  <a:lnTo>
                    <a:pt x="12280" y="3746"/>
                  </a:lnTo>
                  <a:lnTo>
                    <a:pt x="11508" y="2780"/>
                  </a:lnTo>
                  <a:lnTo>
                    <a:pt x="10658" y="1892"/>
                  </a:lnTo>
                  <a:lnTo>
                    <a:pt x="10427" y="2085"/>
                  </a:lnTo>
                  <a:lnTo>
                    <a:pt x="11469" y="3437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8"/>
                  </a:lnTo>
                  <a:lnTo>
                    <a:pt x="13168" y="5522"/>
                  </a:lnTo>
                  <a:lnTo>
                    <a:pt x="13168" y="5522"/>
                  </a:lnTo>
                  <a:lnTo>
                    <a:pt x="13439" y="5715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0"/>
                  </a:lnTo>
                  <a:lnTo>
                    <a:pt x="13632" y="6681"/>
                  </a:lnTo>
                  <a:lnTo>
                    <a:pt x="13516" y="6912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4" y="7955"/>
                  </a:lnTo>
                  <a:lnTo>
                    <a:pt x="12203" y="8418"/>
                  </a:lnTo>
                  <a:lnTo>
                    <a:pt x="11740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1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1" y="11160"/>
                  </a:lnTo>
                  <a:lnTo>
                    <a:pt x="3630" y="11160"/>
                  </a:lnTo>
                  <a:lnTo>
                    <a:pt x="3013" y="11121"/>
                  </a:lnTo>
                  <a:lnTo>
                    <a:pt x="2356" y="11044"/>
                  </a:lnTo>
                  <a:lnTo>
                    <a:pt x="1661" y="10928"/>
                  </a:lnTo>
                  <a:lnTo>
                    <a:pt x="1352" y="10812"/>
                  </a:lnTo>
                  <a:lnTo>
                    <a:pt x="1082" y="10696"/>
                  </a:lnTo>
                  <a:lnTo>
                    <a:pt x="812" y="10542"/>
                  </a:lnTo>
                  <a:lnTo>
                    <a:pt x="618" y="10388"/>
                  </a:lnTo>
                  <a:lnTo>
                    <a:pt x="464" y="10194"/>
                  </a:lnTo>
                  <a:lnTo>
                    <a:pt x="348" y="9963"/>
                  </a:lnTo>
                  <a:lnTo>
                    <a:pt x="348" y="9731"/>
                  </a:lnTo>
                  <a:lnTo>
                    <a:pt x="387" y="9461"/>
                  </a:lnTo>
                  <a:lnTo>
                    <a:pt x="155" y="9422"/>
                  </a:lnTo>
                  <a:lnTo>
                    <a:pt x="39" y="9654"/>
                  </a:lnTo>
                  <a:lnTo>
                    <a:pt x="1" y="9886"/>
                  </a:lnTo>
                  <a:lnTo>
                    <a:pt x="39" y="10117"/>
                  </a:lnTo>
                  <a:lnTo>
                    <a:pt x="78" y="10310"/>
                  </a:lnTo>
                  <a:lnTo>
                    <a:pt x="194" y="10465"/>
                  </a:lnTo>
                  <a:lnTo>
                    <a:pt x="348" y="10619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7"/>
                  </a:lnTo>
                  <a:lnTo>
                    <a:pt x="2202" y="11353"/>
                  </a:lnTo>
                  <a:lnTo>
                    <a:pt x="2626" y="11430"/>
                  </a:lnTo>
                  <a:lnTo>
                    <a:pt x="3321" y="11507"/>
                  </a:lnTo>
                  <a:lnTo>
                    <a:pt x="3978" y="11546"/>
                  </a:lnTo>
                  <a:lnTo>
                    <a:pt x="4673" y="11546"/>
                  </a:lnTo>
                  <a:lnTo>
                    <a:pt x="5368" y="11507"/>
                  </a:lnTo>
                  <a:lnTo>
                    <a:pt x="6063" y="11430"/>
                  </a:lnTo>
                  <a:lnTo>
                    <a:pt x="6758" y="11314"/>
                  </a:lnTo>
                  <a:lnTo>
                    <a:pt x="7415" y="11160"/>
                  </a:lnTo>
                  <a:lnTo>
                    <a:pt x="8071" y="11005"/>
                  </a:lnTo>
                  <a:lnTo>
                    <a:pt x="8728" y="10774"/>
                  </a:lnTo>
                  <a:lnTo>
                    <a:pt x="9345" y="10542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2" y="9654"/>
                  </a:lnTo>
                  <a:lnTo>
                    <a:pt x="11701" y="9268"/>
                  </a:lnTo>
                  <a:lnTo>
                    <a:pt x="12242" y="8882"/>
                  </a:lnTo>
                  <a:lnTo>
                    <a:pt x="12744" y="8457"/>
                  </a:lnTo>
                  <a:lnTo>
                    <a:pt x="13168" y="8071"/>
                  </a:lnTo>
                  <a:lnTo>
                    <a:pt x="13554" y="7646"/>
                  </a:lnTo>
                  <a:lnTo>
                    <a:pt x="13748" y="7376"/>
                  </a:lnTo>
                  <a:lnTo>
                    <a:pt x="13863" y="7144"/>
                  </a:lnTo>
                  <a:lnTo>
                    <a:pt x="13979" y="6874"/>
                  </a:lnTo>
                  <a:lnTo>
                    <a:pt x="14018" y="6565"/>
                  </a:lnTo>
                  <a:lnTo>
                    <a:pt x="14018" y="6333"/>
                  </a:lnTo>
                  <a:lnTo>
                    <a:pt x="14018" y="6140"/>
                  </a:lnTo>
                  <a:lnTo>
                    <a:pt x="13941" y="5908"/>
                  </a:lnTo>
                  <a:lnTo>
                    <a:pt x="13863" y="5715"/>
                  </a:lnTo>
                  <a:lnTo>
                    <a:pt x="13748" y="5522"/>
                  </a:lnTo>
                  <a:lnTo>
                    <a:pt x="13593" y="5368"/>
                  </a:lnTo>
                  <a:lnTo>
                    <a:pt x="13439" y="5252"/>
                  </a:lnTo>
                  <a:lnTo>
                    <a:pt x="13246" y="5136"/>
                  </a:lnTo>
                  <a:lnTo>
                    <a:pt x="13091" y="5136"/>
                  </a:lnTo>
                  <a:lnTo>
                    <a:pt x="12821" y="3823"/>
                  </a:lnTo>
                  <a:lnTo>
                    <a:pt x="12512" y="2549"/>
                  </a:lnTo>
                  <a:lnTo>
                    <a:pt x="12164" y="1274"/>
                  </a:lnTo>
                  <a:lnTo>
                    <a:pt x="117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4" name="Google Shape;4334;p18"/>
            <p:cNvSpPr/>
            <p:nvPr/>
          </p:nvSpPr>
          <p:spPr>
            <a:xfrm>
              <a:off x="1307750" y="4498125"/>
              <a:ext cx="103325" cy="105250"/>
            </a:xfrm>
            <a:custGeom>
              <a:avLst/>
              <a:gdLst/>
              <a:ahLst/>
              <a:cxnLst/>
              <a:rect l="l" t="t" r="r" b="b"/>
              <a:pathLst>
                <a:path w="4133" h="4210" extrusionOk="0">
                  <a:moveTo>
                    <a:pt x="2317" y="348"/>
                  </a:moveTo>
                  <a:lnTo>
                    <a:pt x="2665" y="425"/>
                  </a:lnTo>
                  <a:lnTo>
                    <a:pt x="2819" y="502"/>
                  </a:lnTo>
                  <a:lnTo>
                    <a:pt x="2974" y="618"/>
                  </a:lnTo>
                  <a:lnTo>
                    <a:pt x="3128" y="734"/>
                  </a:lnTo>
                  <a:lnTo>
                    <a:pt x="3244" y="850"/>
                  </a:lnTo>
                  <a:lnTo>
                    <a:pt x="3360" y="1043"/>
                  </a:lnTo>
                  <a:lnTo>
                    <a:pt x="3476" y="1197"/>
                  </a:lnTo>
                  <a:lnTo>
                    <a:pt x="3514" y="1236"/>
                  </a:lnTo>
                  <a:lnTo>
                    <a:pt x="3630" y="1545"/>
                  </a:lnTo>
                  <a:lnTo>
                    <a:pt x="3707" y="1815"/>
                  </a:lnTo>
                  <a:lnTo>
                    <a:pt x="3746" y="2086"/>
                  </a:lnTo>
                  <a:lnTo>
                    <a:pt x="3746" y="2356"/>
                  </a:lnTo>
                  <a:lnTo>
                    <a:pt x="3707" y="2626"/>
                  </a:lnTo>
                  <a:lnTo>
                    <a:pt x="3630" y="2896"/>
                  </a:lnTo>
                  <a:lnTo>
                    <a:pt x="3514" y="3128"/>
                  </a:lnTo>
                  <a:lnTo>
                    <a:pt x="3283" y="3398"/>
                  </a:lnTo>
                  <a:lnTo>
                    <a:pt x="3012" y="3591"/>
                  </a:lnTo>
                  <a:lnTo>
                    <a:pt x="2703" y="3746"/>
                  </a:lnTo>
                  <a:lnTo>
                    <a:pt x="2356" y="3823"/>
                  </a:lnTo>
                  <a:lnTo>
                    <a:pt x="2008" y="3862"/>
                  </a:lnTo>
                  <a:lnTo>
                    <a:pt x="1661" y="3785"/>
                  </a:lnTo>
                  <a:lnTo>
                    <a:pt x="1313" y="3669"/>
                  </a:lnTo>
                  <a:lnTo>
                    <a:pt x="1004" y="3476"/>
                  </a:lnTo>
                  <a:lnTo>
                    <a:pt x="734" y="3244"/>
                  </a:lnTo>
                  <a:lnTo>
                    <a:pt x="579" y="2935"/>
                  </a:lnTo>
                  <a:lnTo>
                    <a:pt x="425" y="2665"/>
                  </a:lnTo>
                  <a:lnTo>
                    <a:pt x="386" y="2317"/>
                  </a:lnTo>
                  <a:lnTo>
                    <a:pt x="348" y="2008"/>
                  </a:lnTo>
                  <a:lnTo>
                    <a:pt x="386" y="1661"/>
                  </a:lnTo>
                  <a:lnTo>
                    <a:pt x="502" y="1352"/>
                  </a:lnTo>
                  <a:lnTo>
                    <a:pt x="657" y="1043"/>
                  </a:lnTo>
                  <a:lnTo>
                    <a:pt x="888" y="811"/>
                  </a:lnTo>
                  <a:lnTo>
                    <a:pt x="1197" y="580"/>
                  </a:lnTo>
                  <a:lnTo>
                    <a:pt x="1545" y="425"/>
                  </a:lnTo>
                  <a:lnTo>
                    <a:pt x="1931" y="348"/>
                  </a:lnTo>
                  <a:close/>
                  <a:moveTo>
                    <a:pt x="2201" y="0"/>
                  </a:moveTo>
                  <a:lnTo>
                    <a:pt x="1815" y="39"/>
                  </a:lnTo>
                  <a:lnTo>
                    <a:pt x="1468" y="116"/>
                  </a:lnTo>
                  <a:lnTo>
                    <a:pt x="1120" y="232"/>
                  </a:lnTo>
                  <a:lnTo>
                    <a:pt x="927" y="348"/>
                  </a:lnTo>
                  <a:lnTo>
                    <a:pt x="773" y="464"/>
                  </a:lnTo>
                  <a:lnTo>
                    <a:pt x="579" y="618"/>
                  </a:lnTo>
                  <a:lnTo>
                    <a:pt x="464" y="773"/>
                  </a:lnTo>
                  <a:lnTo>
                    <a:pt x="232" y="1159"/>
                  </a:lnTo>
                  <a:lnTo>
                    <a:pt x="78" y="1545"/>
                  </a:lnTo>
                  <a:lnTo>
                    <a:pt x="0" y="1970"/>
                  </a:lnTo>
                  <a:lnTo>
                    <a:pt x="0" y="2394"/>
                  </a:lnTo>
                  <a:lnTo>
                    <a:pt x="116" y="2858"/>
                  </a:lnTo>
                  <a:lnTo>
                    <a:pt x="193" y="3051"/>
                  </a:lnTo>
                  <a:lnTo>
                    <a:pt x="309" y="3244"/>
                  </a:lnTo>
                  <a:lnTo>
                    <a:pt x="579" y="3553"/>
                  </a:lnTo>
                  <a:lnTo>
                    <a:pt x="888" y="3823"/>
                  </a:lnTo>
                  <a:lnTo>
                    <a:pt x="1236" y="4016"/>
                  </a:lnTo>
                  <a:lnTo>
                    <a:pt x="1622" y="4171"/>
                  </a:lnTo>
                  <a:lnTo>
                    <a:pt x="2047" y="4209"/>
                  </a:lnTo>
                  <a:lnTo>
                    <a:pt x="2472" y="4209"/>
                  </a:lnTo>
                  <a:lnTo>
                    <a:pt x="2858" y="4093"/>
                  </a:lnTo>
                  <a:lnTo>
                    <a:pt x="3244" y="3939"/>
                  </a:lnTo>
                  <a:lnTo>
                    <a:pt x="3398" y="3823"/>
                  </a:lnTo>
                  <a:lnTo>
                    <a:pt x="3553" y="3669"/>
                  </a:lnTo>
                  <a:lnTo>
                    <a:pt x="3707" y="3514"/>
                  </a:lnTo>
                  <a:lnTo>
                    <a:pt x="3823" y="3321"/>
                  </a:lnTo>
                  <a:lnTo>
                    <a:pt x="4016" y="2935"/>
                  </a:lnTo>
                  <a:lnTo>
                    <a:pt x="4132" y="2510"/>
                  </a:lnTo>
                  <a:lnTo>
                    <a:pt x="4132" y="2047"/>
                  </a:lnTo>
                  <a:lnTo>
                    <a:pt x="4132" y="1854"/>
                  </a:lnTo>
                  <a:lnTo>
                    <a:pt x="4055" y="1622"/>
                  </a:lnTo>
                  <a:lnTo>
                    <a:pt x="4016" y="1429"/>
                  </a:lnTo>
                  <a:lnTo>
                    <a:pt x="3900" y="1236"/>
                  </a:lnTo>
                  <a:lnTo>
                    <a:pt x="3785" y="1082"/>
                  </a:lnTo>
                  <a:lnTo>
                    <a:pt x="3630" y="927"/>
                  </a:lnTo>
                  <a:lnTo>
                    <a:pt x="3591" y="888"/>
                  </a:lnTo>
                  <a:lnTo>
                    <a:pt x="3553" y="734"/>
                  </a:lnTo>
                  <a:lnTo>
                    <a:pt x="3437" y="580"/>
                  </a:lnTo>
                  <a:lnTo>
                    <a:pt x="3360" y="425"/>
                  </a:lnTo>
                  <a:lnTo>
                    <a:pt x="3244" y="348"/>
                  </a:lnTo>
                  <a:lnTo>
                    <a:pt x="3089" y="232"/>
                  </a:lnTo>
                  <a:lnTo>
                    <a:pt x="2935" y="155"/>
                  </a:lnTo>
                  <a:lnTo>
                    <a:pt x="2587" y="39"/>
                  </a:lnTo>
                  <a:lnTo>
                    <a:pt x="220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5" name="Google Shape;4335;p18"/>
            <p:cNvSpPr/>
            <p:nvPr/>
          </p:nvSpPr>
          <p:spPr>
            <a:xfrm>
              <a:off x="6468625" y="4526125"/>
              <a:ext cx="329200" cy="242325"/>
            </a:xfrm>
            <a:custGeom>
              <a:avLst/>
              <a:gdLst/>
              <a:ahLst/>
              <a:cxnLst/>
              <a:rect l="l" t="t" r="r" b="b"/>
              <a:pathLst>
                <a:path w="13168" h="9693" extrusionOk="0">
                  <a:moveTo>
                    <a:pt x="5368" y="618"/>
                  </a:moveTo>
                  <a:lnTo>
                    <a:pt x="5947" y="772"/>
                  </a:lnTo>
                  <a:lnTo>
                    <a:pt x="6526" y="1004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2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6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1" y="3707"/>
                  </a:lnTo>
                  <a:lnTo>
                    <a:pt x="8573" y="3707"/>
                  </a:lnTo>
                  <a:lnTo>
                    <a:pt x="7723" y="3823"/>
                  </a:lnTo>
                  <a:lnTo>
                    <a:pt x="6874" y="3900"/>
                  </a:lnTo>
                  <a:lnTo>
                    <a:pt x="6410" y="3939"/>
                  </a:lnTo>
                  <a:lnTo>
                    <a:pt x="6179" y="3939"/>
                  </a:lnTo>
                  <a:lnTo>
                    <a:pt x="5986" y="3900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6" y="2626"/>
                  </a:lnTo>
                  <a:lnTo>
                    <a:pt x="5368" y="1969"/>
                  </a:lnTo>
                  <a:lnTo>
                    <a:pt x="5368" y="618"/>
                  </a:lnTo>
                  <a:close/>
                  <a:moveTo>
                    <a:pt x="2781" y="888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8" y="3707"/>
                  </a:lnTo>
                  <a:lnTo>
                    <a:pt x="2510" y="3862"/>
                  </a:lnTo>
                  <a:lnTo>
                    <a:pt x="2433" y="4016"/>
                  </a:lnTo>
                  <a:lnTo>
                    <a:pt x="2317" y="4132"/>
                  </a:lnTo>
                  <a:lnTo>
                    <a:pt x="2124" y="4209"/>
                  </a:lnTo>
                  <a:lnTo>
                    <a:pt x="1892" y="4286"/>
                  </a:lnTo>
                  <a:lnTo>
                    <a:pt x="1545" y="4286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6" y="4016"/>
                  </a:lnTo>
                  <a:lnTo>
                    <a:pt x="502" y="3514"/>
                  </a:lnTo>
                  <a:lnTo>
                    <a:pt x="657" y="3012"/>
                  </a:lnTo>
                  <a:lnTo>
                    <a:pt x="888" y="2549"/>
                  </a:lnTo>
                  <a:lnTo>
                    <a:pt x="1159" y="2124"/>
                  </a:lnTo>
                  <a:lnTo>
                    <a:pt x="1506" y="1738"/>
                  </a:lnTo>
                  <a:lnTo>
                    <a:pt x="1892" y="1429"/>
                  </a:lnTo>
                  <a:lnTo>
                    <a:pt x="2317" y="1120"/>
                  </a:lnTo>
                  <a:lnTo>
                    <a:pt x="2781" y="888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3" y="5985"/>
                  </a:lnTo>
                  <a:lnTo>
                    <a:pt x="11430" y="6140"/>
                  </a:lnTo>
                  <a:lnTo>
                    <a:pt x="11353" y="6217"/>
                  </a:lnTo>
                  <a:lnTo>
                    <a:pt x="11237" y="6256"/>
                  </a:lnTo>
                  <a:lnTo>
                    <a:pt x="11083" y="6294"/>
                  </a:lnTo>
                  <a:lnTo>
                    <a:pt x="10928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19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2" y="0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5" y="386"/>
                  </a:lnTo>
                  <a:lnTo>
                    <a:pt x="2240" y="579"/>
                  </a:lnTo>
                  <a:lnTo>
                    <a:pt x="1854" y="811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8" y="1661"/>
                  </a:lnTo>
                  <a:lnTo>
                    <a:pt x="618" y="2008"/>
                  </a:lnTo>
                  <a:lnTo>
                    <a:pt x="425" y="2394"/>
                  </a:lnTo>
                  <a:lnTo>
                    <a:pt x="232" y="2780"/>
                  </a:lnTo>
                  <a:lnTo>
                    <a:pt x="116" y="3205"/>
                  </a:lnTo>
                  <a:lnTo>
                    <a:pt x="39" y="3669"/>
                  </a:lnTo>
                  <a:lnTo>
                    <a:pt x="0" y="4093"/>
                  </a:lnTo>
                  <a:lnTo>
                    <a:pt x="39" y="4557"/>
                  </a:lnTo>
                  <a:lnTo>
                    <a:pt x="348" y="4595"/>
                  </a:lnTo>
                  <a:lnTo>
                    <a:pt x="386" y="4286"/>
                  </a:lnTo>
                  <a:lnTo>
                    <a:pt x="966" y="4518"/>
                  </a:lnTo>
                  <a:lnTo>
                    <a:pt x="1313" y="4595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79"/>
                  </a:lnTo>
                  <a:lnTo>
                    <a:pt x="2742" y="4402"/>
                  </a:lnTo>
                  <a:lnTo>
                    <a:pt x="2858" y="4248"/>
                  </a:lnTo>
                  <a:lnTo>
                    <a:pt x="2896" y="4132"/>
                  </a:lnTo>
                  <a:lnTo>
                    <a:pt x="2974" y="3977"/>
                  </a:lnTo>
                  <a:lnTo>
                    <a:pt x="3012" y="3630"/>
                  </a:lnTo>
                  <a:lnTo>
                    <a:pt x="3012" y="2973"/>
                  </a:lnTo>
                  <a:lnTo>
                    <a:pt x="3128" y="772"/>
                  </a:lnTo>
                  <a:lnTo>
                    <a:pt x="3514" y="657"/>
                  </a:lnTo>
                  <a:lnTo>
                    <a:pt x="3939" y="579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8" y="579"/>
                  </a:lnTo>
                  <a:lnTo>
                    <a:pt x="5020" y="1661"/>
                  </a:lnTo>
                  <a:lnTo>
                    <a:pt x="5059" y="2703"/>
                  </a:lnTo>
                  <a:lnTo>
                    <a:pt x="5098" y="3398"/>
                  </a:lnTo>
                  <a:lnTo>
                    <a:pt x="5175" y="3746"/>
                  </a:lnTo>
                  <a:lnTo>
                    <a:pt x="5213" y="3900"/>
                  </a:lnTo>
                  <a:lnTo>
                    <a:pt x="5291" y="4055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6"/>
                  </a:lnTo>
                  <a:lnTo>
                    <a:pt x="5870" y="4325"/>
                  </a:lnTo>
                  <a:lnTo>
                    <a:pt x="6217" y="4325"/>
                  </a:lnTo>
                  <a:lnTo>
                    <a:pt x="6565" y="4286"/>
                  </a:lnTo>
                  <a:lnTo>
                    <a:pt x="7607" y="4209"/>
                  </a:lnTo>
                  <a:lnTo>
                    <a:pt x="8650" y="4093"/>
                  </a:lnTo>
                  <a:lnTo>
                    <a:pt x="8650" y="4479"/>
                  </a:lnTo>
                  <a:lnTo>
                    <a:pt x="8611" y="4866"/>
                  </a:lnTo>
                  <a:lnTo>
                    <a:pt x="8611" y="4904"/>
                  </a:lnTo>
                  <a:lnTo>
                    <a:pt x="8611" y="5020"/>
                  </a:lnTo>
                  <a:lnTo>
                    <a:pt x="8650" y="5097"/>
                  </a:lnTo>
                  <a:lnTo>
                    <a:pt x="8766" y="5097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6" y="4943"/>
                  </a:lnTo>
                  <a:lnTo>
                    <a:pt x="9191" y="4904"/>
                  </a:lnTo>
                  <a:lnTo>
                    <a:pt x="9384" y="4904"/>
                  </a:lnTo>
                  <a:lnTo>
                    <a:pt x="9809" y="4981"/>
                  </a:lnTo>
                  <a:lnTo>
                    <a:pt x="10195" y="5097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1" y="5445"/>
                  </a:lnTo>
                  <a:lnTo>
                    <a:pt x="10272" y="5599"/>
                  </a:lnTo>
                  <a:lnTo>
                    <a:pt x="10233" y="5754"/>
                  </a:lnTo>
                  <a:lnTo>
                    <a:pt x="10233" y="5908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7"/>
                  </a:lnTo>
                  <a:lnTo>
                    <a:pt x="10697" y="6603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3"/>
                  </a:lnTo>
                  <a:lnTo>
                    <a:pt x="11546" y="6526"/>
                  </a:lnTo>
                  <a:lnTo>
                    <a:pt x="11739" y="6410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2"/>
                  </a:lnTo>
                  <a:lnTo>
                    <a:pt x="12396" y="7221"/>
                  </a:lnTo>
                  <a:lnTo>
                    <a:pt x="12473" y="7569"/>
                  </a:lnTo>
                  <a:lnTo>
                    <a:pt x="12550" y="7916"/>
                  </a:lnTo>
                  <a:lnTo>
                    <a:pt x="12550" y="8264"/>
                  </a:lnTo>
                  <a:lnTo>
                    <a:pt x="12589" y="8997"/>
                  </a:lnTo>
                  <a:lnTo>
                    <a:pt x="12512" y="8997"/>
                  </a:lnTo>
                  <a:lnTo>
                    <a:pt x="12434" y="9075"/>
                  </a:lnTo>
                  <a:lnTo>
                    <a:pt x="12396" y="9113"/>
                  </a:lnTo>
                  <a:lnTo>
                    <a:pt x="12357" y="9190"/>
                  </a:lnTo>
                  <a:lnTo>
                    <a:pt x="11469" y="9306"/>
                  </a:lnTo>
                  <a:lnTo>
                    <a:pt x="11469" y="9692"/>
                  </a:lnTo>
                  <a:lnTo>
                    <a:pt x="12125" y="9654"/>
                  </a:lnTo>
                  <a:lnTo>
                    <a:pt x="12820" y="9615"/>
                  </a:lnTo>
                  <a:lnTo>
                    <a:pt x="12936" y="9577"/>
                  </a:lnTo>
                  <a:lnTo>
                    <a:pt x="13014" y="9499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7"/>
                  </a:lnTo>
                  <a:lnTo>
                    <a:pt x="13168" y="8766"/>
                  </a:lnTo>
                  <a:lnTo>
                    <a:pt x="13168" y="8495"/>
                  </a:lnTo>
                  <a:lnTo>
                    <a:pt x="13168" y="8225"/>
                  </a:lnTo>
                  <a:lnTo>
                    <a:pt x="13091" y="7723"/>
                  </a:lnTo>
                  <a:lnTo>
                    <a:pt x="12936" y="7182"/>
                  </a:lnTo>
                  <a:lnTo>
                    <a:pt x="12743" y="6680"/>
                  </a:lnTo>
                  <a:lnTo>
                    <a:pt x="12434" y="6217"/>
                  </a:lnTo>
                  <a:lnTo>
                    <a:pt x="12125" y="5792"/>
                  </a:lnTo>
                  <a:lnTo>
                    <a:pt x="11778" y="5445"/>
                  </a:lnTo>
                  <a:lnTo>
                    <a:pt x="11315" y="5097"/>
                  </a:lnTo>
                  <a:lnTo>
                    <a:pt x="10967" y="4904"/>
                  </a:lnTo>
                  <a:lnTo>
                    <a:pt x="10619" y="4750"/>
                  </a:lnTo>
                  <a:lnTo>
                    <a:pt x="10272" y="4595"/>
                  </a:lnTo>
                  <a:lnTo>
                    <a:pt x="9886" y="4479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7"/>
                  </a:lnTo>
                  <a:lnTo>
                    <a:pt x="9229" y="3514"/>
                  </a:lnTo>
                  <a:lnTo>
                    <a:pt x="9152" y="3089"/>
                  </a:lnTo>
                  <a:lnTo>
                    <a:pt x="8998" y="2665"/>
                  </a:lnTo>
                  <a:lnTo>
                    <a:pt x="8805" y="2278"/>
                  </a:lnTo>
                  <a:lnTo>
                    <a:pt x="8534" y="1931"/>
                  </a:lnTo>
                  <a:lnTo>
                    <a:pt x="8225" y="1583"/>
                  </a:lnTo>
                  <a:lnTo>
                    <a:pt x="7839" y="1274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9" y="348"/>
                  </a:lnTo>
                  <a:lnTo>
                    <a:pt x="5715" y="193"/>
                  </a:lnTo>
                  <a:lnTo>
                    <a:pt x="5291" y="77"/>
                  </a:lnTo>
                  <a:lnTo>
                    <a:pt x="4827" y="39"/>
                  </a:lnTo>
                  <a:lnTo>
                    <a:pt x="440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6" name="Google Shape;4336;p18"/>
            <p:cNvSpPr/>
            <p:nvPr/>
          </p:nvSpPr>
          <p:spPr>
            <a:xfrm>
              <a:off x="4200000" y="4529000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5" y="1"/>
                  </a:moveTo>
                  <a:lnTo>
                    <a:pt x="348" y="889"/>
                  </a:lnTo>
                  <a:lnTo>
                    <a:pt x="232" y="1816"/>
                  </a:lnTo>
                  <a:lnTo>
                    <a:pt x="155" y="3631"/>
                  </a:lnTo>
                  <a:lnTo>
                    <a:pt x="0" y="7261"/>
                  </a:lnTo>
                  <a:lnTo>
                    <a:pt x="193" y="7261"/>
                  </a:lnTo>
                  <a:lnTo>
                    <a:pt x="425" y="5484"/>
                  </a:lnTo>
                  <a:lnTo>
                    <a:pt x="580" y="3669"/>
                  </a:lnTo>
                  <a:lnTo>
                    <a:pt x="695" y="1854"/>
                  </a:lnTo>
                  <a:lnTo>
                    <a:pt x="695" y="928"/>
                  </a:lnTo>
                  <a:lnTo>
                    <a:pt x="695" y="40"/>
                  </a:lnTo>
                  <a:lnTo>
                    <a:pt x="42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7" name="Google Shape;4337;p18"/>
            <p:cNvSpPr/>
            <p:nvPr/>
          </p:nvSpPr>
          <p:spPr>
            <a:xfrm>
              <a:off x="6500475" y="4539625"/>
              <a:ext cx="254875" cy="267450"/>
            </a:xfrm>
            <a:custGeom>
              <a:avLst/>
              <a:gdLst/>
              <a:ahLst/>
              <a:cxnLst/>
              <a:rect l="l" t="t" r="r" b="b"/>
              <a:pathLst>
                <a:path w="10195" h="10698" extrusionOk="0">
                  <a:moveTo>
                    <a:pt x="8264" y="7299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59" y="7569"/>
                  </a:lnTo>
                  <a:lnTo>
                    <a:pt x="9152" y="7724"/>
                  </a:lnTo>
                  <a:lnTo>
                    <a:pt x="9345" y="7917"/>
                  </a:lnTo>
                  <a:lnTo>
                    <a:pt x="9500" y="8110"/>
                  </a:lnTo>
                  <a:lnTo>
                    <a:pt x="9616" y="8342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2"/>
                  </a:lnTo>
                  <a:lnTo>
                    <a:pt x="9539" y="9423"/>
                  </a:lnTo>
                  <a:lnTo>
                    <a:pt x="9384" y="9654"/>
                  </a:lnTo>
                  <a:lnTo>
                    <a:pt x="9191" y="9848"/>
                  </a:lnTo>
                  <a:lnTo>
                    <a:pt x="8959" y="10041"/>
                  </a:lnTo>
                  <a:lnTo>
                    <a:pt x="8689" y="10118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39" y="10079"/>
                  </a:lnTo>
                  <a:lnTo>
                    <a:pt x="7608" y="9963"/>
                  </a:lnTo>
                  <a:lnTo>
                    <a:pt x="7376" y="9809"/>
                  </a:lnTo>
                  <a:lnTo>
                    <a:pt x="7183" y="9577"/>
                  </a:lnTo>
                  <a:lnTo>
                    <a:pt x="7029" y="9346"/>
                  </a:lnTo>
                  <a:lnTo>
                    <a:pt x="6951" y="9075"/>
                  </a:lnTo>
                  <a:lnTo>
                    <a:pt x="6913" y="8805"/>
                  </a:lnTo>
                  <a:lnTo>
                    <a:pt x="6951" y="8535"/>
                  </a:lnTo>
                  <a:lnTo>
                    <a:pt x="7029" y="8264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4"/>
                  </a:lnTo>
                  <a:lnTo>
                    <a:pt x="7724" y="7569"/>
                  </a:lnTo>
                  <a:lnTo>
                    <a:pt x="8148" y="7338"/>
                  </a:lnTo>
                  <a:lnTo>
                    <a:pt x="8226" y="7299"/>
                  </a:lnTo>
                  <a:close/>
                  <a:moveTo>
                    <a:pt x="2858" y="1"/>
                  </a:moveTo>
                  <a:lnTo>
                    <a:pt x="2665" y="39"/>
                  </a:lnTo>
                  <a:lnTo>
                    <a:pt x="2665" y="78"/>
                  </a:lnTo>
                  <a:lnTo>
                    <a:pt x="2626" y="1352"/>
                  </a:lnTo>
                  <a:lnTo>
                    <a:pt x="2626" y="2588"/>
                  </a:lnTo>
                  <a:lnTo>
                    <a:pt x="2665" y="3824"/>
                  </a:lnTo>
                  <a:lnTo>
                    <a:pt x="2704" y="5098"/>
                  </a:lnTo>
                  <a:lnTo>
                    <a:pt x="2897" y="7492"/>
                  </a:lnTo>
                  <a:lnTo>
                    <a:pt x="2897" y="8148"/>
                  </a:lnTo>
                  <a:lnTo>
                    <a:pt x="2935" y="8457"/>
                  </a:lnTo>
                  <a:lnTo>
                    <a:pt x="2974" y="8612"/>
                  </a:lnTo>
                  <a:lnTo>
                    <a:pt x="3051" y="8766"/>
                  </a:lnTo>
                  <a:lnTo>
                    <a:pt x="1545" y="8728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7"/>
                  </a:lnTo>
                  <a:lnTo>
                    <a:pt x="773" y="9114"/>
                  </a:lnTo>
                  <a:lnTo>
                    <a:pt x="1545" y="9152"/>
                  </a:lnTo>
                  <a:lnTo>
                    <a:pt x="3128" y="9230"/>
                  </a:lnTo>
                  <a:lnTo>
                    <a:pt x="4828" y="9307"/>
                  </a:lnTo>
                  <a:lnTo>
                    <a:pt x="5677" y="9307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8"/>
                  </a:lnTo>
                  <a:lnTo>
                    <a:pt x="6990" y="10079"/>
                  </a:lnTo>
                  <a:lnTo>
                    <a:pt x="7222" y="10311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7"/>
                  </a:lnTo>
                  <a:lnTo>
                    <a:pt x="8728" y="10620"/>
                  </a:lnTo>
                  <a:lnTo>
                    <a:pt x="9037" y="10543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3"/>
                  </a:lnTo>
                  <a:lnTo>
                    <a:pt x="10156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6" y="8419"/>
                  </a:lnTo>
                  <a:lnTo>
                    <a:pt x="10041" y="8071"/>
                  </a:lnTo>
                  <a:lnTo>
                    <a:pt x="9847" y="7762"/>
                  </a:lnTo>
                  <a:lnTo>
                    <a:pt x="9616" y="7492"/>
                  </a:lnTo>
                  <a:lnTo>
                    <a:pt x="9307" y="7260"/>
                  </a:lnTo>
                  <a:lnTo>
                    <a:pt x="8998" y="7106"/>
                  </a:lnTo>
                  <a:lnTo>
                    <a:pt x="8650" y="7029"/>
                  </a:lnTo>
                  <a:lnTo>
                    <a:pt x="8303" y="7029"/>
                  </a:lnTo>
                  <a:lnTo>
                    <a:pt x="8187" y="7067"/>
                  </a:lnTo>
                  <a:lnTo>
                    <a:pt x="8148" y="7029"/>
                  </a:lnTo>
                  <a:lnTo>
                    <a:pt x="8071" y="6990"/>
                  </a:lnTo>
                  <a:lnTo>
                    <a:pt x="7917" y="6990"/>
                  </a:lnTo>
                  <a:lnTo>
                    <a:pt x="7724" y="7029"/>
                  </a:lnTo>
                  <a:lnTo>
                    <a:pt x="7415" y="7144"/>
                  </a:lnTo>
                  <a:lnTo>
                    <a:pt x="7144" y="7338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49" y="8535"/>
                  </a:lnTo>
                  <a:lnTo>
                    <a:pt x="6449" y="8844"/>
                  </a:lnTo>
                  <a:lnTo>
                    <a:pt x="5716" y="8805"/>
                  </a:lnTo>
                  <a:lnTo>
                    <a:pt x="4943" y="8766"/>
                  </a:lnTo>
                  <a:lnTo>
                    <a:pt x="3476" y="8766"/>
                  </a:lnTo>
                  <a:lnTo>
                    <a:pt x="3476" y="8728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7" y="8535"/>
                  </a:lnTo>
                  <a:lnTo>
                    <a:pt x="3360" y="8496"/>
                  </a:lnTo>
                  <a:lnTo>
                    <a:pt x="3283" y="8496"/>
                  </a:lnTo>
                  <a:lnTo>
                    <a:pt x="3206" y="8535"/>
                  </a:lnTo>
                  <a:lnTo>
                    <a:pt x="3206" y="8535"/>
                  </a:lnTo>
                  <a:lnTo>
                    <a:pt x="3283" y="8380"/>
                  </a:lnTo>
                  <a:lnTo>
                    <a:pt x="3283" y="8226"/>
                  </a:lnTo>
                  <a:lnTo>
                    <a:pt x="3283" y="8110"/>
                  </a:lnTo>
                  <a:lnTo>
                    <a:pt x="3283" y="7955"/>
                  </a:lnTo>
                  <a:lnTo>
                    <a:pt x="3206" y="7338"/>
                  </a:lnTo>
                  <a:lnTo>
                    <a:pt x="3128" y="6449"/>
                  </a:lnTo>
                  <a:lnTo>
                    <a:pt x="3013" y="4326"/>
                  </a:lnTo>
                  <a:lnTo>
                    <a:pt x="2935" y="2202"/>
                  </a:lnTo>
                  <a:lnTo>
                    <a:pt x="2897" y="78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8" name="Google Shape;4338;p18"/>
            <p:cNvSpPr/>
            <p:nvPr/>
          </p:nvSpPr>
          <p:spPr>
            <a:xfrm>
              <a:off x="5490700" y="4546400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8" y="0"/>
                  </a:moveTo>
                  <a:lnTo>
                    <a:pt x="0" y="579"/>
                  </a:lnTo>
                  <a:lnTo>
                    <a:pt x="0" y="1197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8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6"/>
                  </a:lnTo>
                  <a:lnTo>
                    <a:pt x="1970" y="5947"/>
                  </a:lnTo>
                  <a:lnTo>
                    <a:pt x="2433" y="6410"/>
                  </a:lnTo>
                  <a:lnTo>
                    <a:pt x="2974" y="6873"/>
                  </a:lnTo>
                  <a:lnTo>
                    <a:pt x="3514" y="7260"/>
                  </a:lnTo>
                  <a:lnTo>
                    <a:pt x="4094" y="7646"/>
                  </a:lnTo>
                  <a:lnTo>
                    <a:pt x="4712" y="7955"/>
                  </a:lnTo>
                  <a:lnTo>
                    <a:pt x="5329" y="8225"/>
                  </a:lnTo>
                  <a:lnTo>
                    <a:pt x="5986" y="8495"/>
                  </a:lnTo>
                  <a:lnTo>
                    <a:pt x="6642" y="8688"/>
                  </a:lnTo>
                  <a:lnTo>
                    <a:pt x="7299" y="8843"/>
                  </a:lnTo>
                  <a:lnTo>
                    <a:pt x="7994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3"/>
                  </a:lnTo>
                  <a:lnTo>
                    <a:pt x="10774" y="9075"/>
                  </a:lnTo>
                  <a:lnTo>
                    <a:pt x="11392" y="8997"/>
                  </a:lnTo>
                  <a:lnTo>
                    <a:pt x="12048" y="8920"/>
                  </a:lnTo>
                  <a:lnTo>
                    <a:pt x="12705" y="8766"/>
                  </a:lnTo>
                  <a:lnTo>
                    <a:pt x="13361" y="8611"/>
                  </a:lnTo>
                  <a:lnTo>
                    <a:pt x="14018" y="8379"/>
                  </a:lnTo>
                  <a:lnTo>
                    <a:pt x="14636" y="8148"/>
                  </a:lnTo>
                  <a:lnTo>
                    <a:pt x="15253" y="7877"/>
                  </a:lnTo>
                  <a:lnTo>
                    <a:pt x="15871" y="7569"/>
                  </a:lnTo>
                  <a:lnTo>
                    <a:pt x="16450" y="7221"/>
                  </a:lnTo>
                  <a:lnTo>
                    <a:pt x="16991" y="6835"/>
                  </a:lnTo>
                  <a:lnTo>
                    <a:pt x="17493" y="6410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4"/>
                  </a:lnTo>
                  <a:lnTo>
                    <a:pt x="19076" y="4286"/>
                  </a:lnTo>
                  <a:lnTo>
                    <a:pt x="19347" y="3668"/>
                  </a:lnTo>
                  <a:lnTo>
                    <a:pt x="19115" y="3630"/>
                  </a:lnTo>
                  <a:lnTo>
                    <a:pt x="18767" y="4170"/>
                  </a:lnTo>
                  <a:lnTo>
                    <a:pt x="18420" y="4634"/>
                  </a:lnTo>
                  <a:lnTo>
                    <a:pt x="18034" y="5097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1" y="6333"/>
                  </a:lnTo>
                  <a:lnTo>
                    <a:pt x="16257" y="6680"/>
                  </a:lnTo>
                  <a:lnTo>
                    <a:pt x="15755" y="7028"/>
                  </a:lnTo>
                  <a:lnTo>
                    <a:pt x="15215" y="7298"/>
                  </a:lnTo>
                  <a:lnTo>
                    <a:pt x="14713" y="7569"/>
                  </a:lnTo>
                  <a:lnTo>
                    <a:pt x="14134" y="7800"/>
                  </a:lnTo>
                  <a:lnTo>
                    <a:pt x="13593" y="8032"/>
                  </a:lnTo>
                  <a:lnTo>
                    <a:pt x="13014" y="8186"/>
                  </a:lnTo>
                  <a:lnTo>
                    <a:pt x="12434" y="8341"/>
                  </a:lnTo>
                  <a:lnTo>
                    <a:pt x="11817" y="8457"/>
                  </a:lnTo>
                  <a:lnTo>
                    <a:pt x="11199" y="8534"/>
                  </a:lnTo>
                  <a:lnTo>
                    <a:pt x="10504" y="8611"/>
                  </a:lnTo>
                  <a:lnTo>
                    <a:pt x="9114" y="8611"/>
                  </a:lnTo>
                  <a:lnTo>
                    <a:pt x="8380" y="8534"/>
                  </a:lnTo>
                  <a:lnTo>
                    <a:pt x="7685" y="8418"/>
                  </a:lnTo>
                  <a:lnTo>
                    <a:pt x="6990" y="8302"/>
                  </a:lnTo>
                  <a:lnTo>
                    <a:pt x="6333" y="8109"/>
                  </a:lnTo>
                  <a:lnTo>
                    <a:pt x="5638" y="7877"/>
                  </a:lnTo>
                  <a:lnTo>
                    <a:pt x="5020" y="7607"/>
                  </a:lnTo>
                  <a:lnTo>
                    <a:pt x="4364" y="7260"/>
                  </a:lnTo>
                  <a:lnTo>
                    <a:pt x="3785" y="6912"/>
                  </a:lnTo>
                  <a:lnTo>
                    <a:pt x="3206" y="6487"/>
                  </a:lnTo>
                  <a:lnTo>
                    <a:pt x="2704" y="6063"/>
                  </a:lnTo>
                  <a:lnTo>
                    <a:pt x="2202" y="5561"/>
                  </a:lnTo>
                  <a:lnTo>
                    <a:pt x="1777" y="4981"/>
                  </a:lnTo>
                  <a:lnTo>
                    <a:pt x="1391" y="4402"/>
                  </a:lnTo>
                  <a:lnTo>
                    <a:pt x="1120" y="3900"/>
                  </a:lnTo>
                  <a:lnTo>
                    <a:pt x="850" y="3360"/>
                  </a:lnTo>
                  <a:lnTo>
                    <a:pt x="696" y="2858"/>
                  </a:lnTo>
                  <a:lnTo>
                    <a:pt x="541" y="2278"/>
                  </a:lnTo>
                  <a:lnTo>
                    <a:pt x="425" y="1738"/>
                  </a:lnTo>
                  <a:lnTo>
                    <a:pt x="387" y="1158"/>
                  </a:lnTo>
                  <a:lnTo>
                    <a:pt x="387" y="618"/>
                  </a:lnTo>
                  <a:lnTo>
                    <a:pt x="425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9" name="Google Shape;4339;p18"/>
            <p:cNvSpPr/>
            <p:nvPr/>
          </p:nvSpPr>
          <p:spPr>
            <a:xfrm>
              <a:off x="5576625" y="4556050"/>
              <a:ext cx="35725" cy="28975"/>
            </a:xfrm>
            <a:custGeom>
              <a:avLst/>
              <a:gdLst/>
              <a:ahLst/>
              <a:cxnLst/>
              <a:rect l="l" t="t" r="r" b="b"/>
              <a:pathLst>
                <a:path w="1429" h="1159" extrusionOk="0">
                  <a:moveTo>
                    <a:pt x="502" y="0"/>
                  </a:moveTo>
                  <a:lnTo>
                    <a:pt x="309" y="116"/>
                  </a:lnTo>
                  <a:lnTo>
                    <a:pt x="193" y="232"/>
                  </a:lnTo>
                  <a:lnTo>
                    <a:pt x="77" y="386"/>
                  </a:lnTo>
                  <a:lnTo>
                    <a:pt x="39" y="541"/>
                  </a:lnTo>
                  <a:lnTo>
                    <a:pt x="0" y="734"/>
                  </a:lnTo>
                  <a:lnTo>
                    <a:pt x="39" y="927"/>
                  </a:lnTo>
                  <a:lnTo>
                    <a:pt x="116" y="1081"/>
                  </a:lnTo>
                  <a:lnTo>
                    <a:pt x="193" y="1159"/>
                  </a:lnTo>
                  <a:lnTo>
                    <a:pt x="348" y="1159"/>
                  </a:lnTo>
                  <a:lnTo>
                    <a:pt x="425" y="1043"/>
                  </a:lnTo>
                  <a:lnTo>
                    <a:pt x="425" y="1004"/>
                  </a:lnTo>
                  <a:lnTo>
                    <a:pt x="386" y="927"/>
                  </a:lnTo>
                  <a:lnTo>
                    <a:pt x="386" y="850"/>
                  </a:lnTo>
                  <a:lnTo>
                    <a:pt x="348" y="772"/>
                  </a:lnTo>
                  <a:lnTo>
                    <a:pt x="425" y="579"/>
                  </a:lnTo>
                  <a:lnTo>
                    <a:pt x="541" y="425"/>
                  </a:lnTo>
                  <a:lnTo>
                    <a:pt x="618" y="386"/>
                  </a:lnTo>
                  <a:lnTo>
                    <a:pt x="773" y="386"/>
                  </a:lnTo>
                  <a:lnTo>
                    <a:pt x="850" y="425"/>
                  </a:lnTo>
                  <a:lnTo>
                    <a:pt x="966" y="579"/>
                  </a:lnTo>
                  <a:lnTo>
                    <a:pt x="1004" y="657"/>
                  </a:lnTo>
                  <a:lnTo>
                    <a:pt x="1004" y="734"/>
                  </a:lnTo>
                  <a:lnTo>
                    <a:pt x="966" y="927"/>
                  </a:lnTo>
                  <a:lnTo>
                    <a:pt x="966" y="1004"/>
                  </a:lnTo>
                  <a:lnTo>
                    <a:pt x="966" y="1081"/>
                  </a:lnTo>
                  <a:lnTo>
                    <a:pt x="1004" y="1120"/>
                  </a:lnTo>
                  <a:lnTo>
                    <a:pt x="1081" y="1159"/>
                  </a:lnTo>
                  <a:lnTo>
                    <a:pt x="1197" y="1159"/>
                  </a:lnTo>
                  <a:lnTo>
                    <a:pt x="1275" y="1120"/>
                  </a:lnTo>
                  <a:lnTo>
                    <a:pt x="1313" y="1081"/>
                  </a:lnTo>
                  <a:lnTo>
                    <a:pt x="1390" y="888"/>
                  </a:lnTo>
                  <a:lnTo>
                    <a:pt x="1429" y="734"/>
                  </a:lnTo>
                  <a:lnTo>
                    <a:pt x="1390" y="541"/>
                  </a:lnTo>
                  <a:lnTo>
                    <a:pt x="1313" y="348"/>
                  </a:lnTo>
                  <a:lnTo>
                    <a:pt x="1197" y="193"/>
                  </a:lnTo>
                  <a:lnTo>
                    <a:pt x="1043" y="77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0" name="Google Shape;4340;p18"/>
            <p:cNvSpPr/>
            <p:nvPr/>
          </p:nvSpPr>
          <p:spPr>
            <a:xfrm>
              <a:off x="5523525" y="4559900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1"/>
                  </a:moveTo>
                  <a:lnTo>
                    <a:pt x="425" y="39"/>
                  </a:lnTo>
                  <a:lnTo>
                    <a:pt x="232" y="117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2"/>
                  </a:lnTo>
                  <a:lnTo>
                    <a:pt x="78" y="966"/>
                  </a:lnTo>
                  <a:lnTo>
                    <a:pt x="232" y="1082"/>
                  </a:lnTo>
                  <a:lnTo>
                    <a:pt x="387" y="1198"/>
                  </a:lnTo>
                  <a:lnTo>
                    <a:pt x="464" y="1198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4" y="1005"/>
                  </a:lnTo>
                  <a:lnTo>
                    <a:pt x="387" y="927"/>
                  </a:lnTo>
                  <a:lnTo>
                    <a:pt x="348" y="812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7" y="503"/>
                  </a:lnTo>
                  <a:lnTo>
                    <a:pt x="464" y="464"/>
                  </a:lnTo>
                  <a:lnTo>
                    <a:pt x="541" y="387"/>
                  </a:lnTo>
                  <a:lnTo>
                    <a:pt x="773" y="387"/>
                  </a:lnTo>
                  <a:lnTo>
                    <a:pt x="850" y="464"/>
                  </a:lnTo>
                  <a:lnTo>
                    <a:pt x="927" y="541"/>
                  </a:lnTo>
                  <a:lnTo>
                    <a:pt x="966" y="657"/>
                  </a:lnTo>
                  <a:lnTo>
                    <a:pt x="1004" y="850"/>
                  </a:lnTo>
                  <a:lnTo>
                    <a:pt x="1043" y="966"/>
                  </a:lnTo>
                  <a:lnTo>
                    <a:pt x="1082" y="1043"/>
                  </a:lnTo>
                  <a:lnTo>
                    <a:pt x="1159" y="1082"/>
                  </a:lnTo>
                  <a:lnTo>
                    <a:pt x="1197" y="1082"/>
                  </a:lnTo>
                  <a:lnTo>
                    <a:pt x="1275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5" y="387"/>
                  </a:lnTo>
                  <a:lnTo>
                    <a:pt x="1159" y="232"/>
                  </a:lnTo>
                  <a:lnTo>
                    <a:pt x="1004" y="78"/>
                  </a:lnTo>
                  <a:lnTo>
                    <a:pt x="81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1" name="Google Shape;4341;p18"/>
            <p:cNvSpPr/>
            <p:nvPr/>
          </p:nvSpPr>
          <p:spPr>
            <a:xfrm>
              <a:off x="4050375" y="4567625"/>
              <a:ext cx="30900" cy="168975"/>
            </a:xfrm>
            <a:custGeom>
              <a:avLst/>
              <a:gdLst/>
              <a:ahLst/>
              <a:cxnLst/>
              <a:rect l="l" t="t" r="r" b="b"/>
              <a:pathLst>
                <a:path w="1236" h="6759" extrusionOk="0">
                  <a:moveTo>
                    <a:pt x="1120" y="1"/>
                  </a:moveTo>
                  <a:lnTo>
                    <a:pt x="1081" y="39"/>
                  </a:lnTo>
                  <a:lnTo>
                    <a:pt x="1043" y="39"/>
                  </a:lnTo>
                  <a:lnTo>
                    <a:pt x="850" y="78"/>
                  </a:lnTo>
                  <a:lnTo>
                    <a:pt x="850" y="116"/>
                  </a:lnTo>
                  <a:lnTo>
                    <a:pt x="541" y="1738"/>
                  </a:lnTo>
                  <a:lnTo>
                    <a:pt x="309" y="3399"/>
                  </a:lnTo>
                  <a:lnTo>
                    <a:pt x="116" y="5059"/>
                  </a:lnTo>
                  <a:lnTo>
                    <a:pt x="0" y="6720"/>
                  </a:lnTo>
                  <a:lnTo>
                    <a:pt x="232" y="6758"/>
                  </a:lnTo>
                  <a:lnTo>
                    <a:pt x="502" y="5136"/>
                  </a:lnTo>
                  <a:lnTo>
                    <a:pt x="772" y="3515"/>
                  </a:lnTo>
                  <a:lnTo>
                    <a:pt x="965" y="1854"/>
                  </a:lnTo>
                  <a:lnTo>
                    <a:pt x="1081" y="232"/>
                  </a:lnTo>
                  <a:lnTo>
                    <a:pt x="1236" y="78"/>
                  </a:lnTo>
                  <a:lnTo>
                    <a:pt x="1236" y="39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2" name="Google Shape;4342;p18"/>
            <p:cNvSpPr/>
            <p:nvPr/>
          </p:nvSpPr>
          <p:spPr>
            <a:xfrm>
              <a:off x="4077400" y="4569550"/>
              <a:ext cx="121650" cy="144850"/>
            </a:xfrm>
            <a:custGeom>
              <a:avLst/>
              <a:gdLst/>
              <a:ahLst/>
              <a:cxnLst/>
              <a:rect l="l" t="t" r="r" b="b"/>
              <a:pathLst>
                <a:path w="4866" h="5794" extrusionOk="0">
                  <a:moveTo>
                    <a:pt x="155" y="1"/>
                  </a:moveTo>
                  <a:lnTo>
                    <a:pt x="0" y="155"/>
                  </a:lnTo>
                  <a:lnTo>
                    <a:pt x="1197" y="1545"/>
                  </a:lnTo>
                  <a:lnTo>
                    <a:pt x="2356" y="2936"/>
                  </a:lnTo>
                  <a:lnTo>
                    <a:pt x="2896" y="3631"/>
                  </a:lnTo>
                  <a:lnTo>
                    <a:pt x="3476" y="4403"/>
                  </a:lnTo>
                  <a:lnTo>
                    <a:pt x="4055" y="5098"/>
                  </a:lnTo>
                  <a:lnTo>
                    <a:pt x="4325" y="5445"/>
                  </a:lnTo>
                  <a:lnTo>
                    <a:pt x="4634" y="5793"/>
                  </a:lnTo>
                  <a:lnTo>
                    <a:pt x="4827" y="5754"/>
                  </a:lnTo>
                  <a:lnTo>
                    <a:pt x="4866" y="5716"/>
                  </a:lnTo>
                  <a:lnTo>
                    <a:pt x="4866" y="5639"/>
                  </a:lnTo>
                  <a:lnTo>
                    <a:pt x="4634" y="5252"/>
                  </a:lnTo>
                  <a:lnTo>
                    <a:pt x="4402" y="4866"/>
                  </a:lnTo>
                  <a:lnTo>
                    <a:pt x="3862" y="4171"/>
                  </a:lnTo>
                  <a:lnTo>
                    <a:pt x="2703" y="2781"/>
                  </a:lnTo>
                  <a:lnTo>
                    <a:pt x="1468" y="1352"/>
                  </a:lnTo>
                  <a:lnTo>
                    <a:pt x="811" y="657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3" name="Google Shape;4343;p18"/>
            <p:cNvSpPr/>
            <p:nvPr/>
          </p:nvSpPr>
          <p:spPr>
            <a:xfrm>
              <a:off x="3931625" y="4577275"/>
              <a:ext cx="61800" cy="160275"/>
            </a:xfrm>
            <a:custGeom>
              <a:avLst/>
              <a:gdLst/>
              <a:ahLst/>
              <a:cxnLst/>
              <a:rect l="l" t="t" r="r" b="b"/>
              <a:pathLst>
                <a:path w="2472" h="6411" extrusionOk="0">
                  <a:moveTo>
                    <a:pt x="309" y="1"/>
                  </a:moveTo>
                  <a:lnTo>
                    <a:pt x="0" y="78"/>
                  </a:lnTo>
                  <a:lnTo>
                    <a:pt x="194" y="927"/>
                  </a:lnTo>
                  <a:lnTo>
                    <a:pt x="425" y="1777"/>
                  </a:lnTo>
                  <a:lnTo>
                    <a:pt x="657" y="2627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4"/>
                  </a:lnTo>
                  <a:lnTo>
                    <a:pt x="1661" y="5716"/>
                  </a:lnTo>
                  <a:lnTo>
                    <a:pt x="1584" y="5793"/>
                  </a:lnTo>
                  <a:lnTo>
                    <a:pt x="1545" y="5870"/>
                  </a:lnTo>
                  <a:lnTo>
                    <a:pt x="1777" y="5909"/>
                  </a:lnTo>
                  <a:lnTo>
                    <a:pt x="1931" y="6140"/>
                  </a:lnTo>
                  <a:lnTo>
                    <a:pt x="2086" y="6334"/>
                  </a:lnTo>
                  <a:lnTo>
                    <a:pt x="2124" y="6411"/>
                  </a:lnTo>
                  <a:lnTo>
                    <a:pt x="2317" y="6411"/>
                  </a:lnTo>
                  <a:lnTo>
                    <a:pt x="2356" y="6334"/>
                  </a:lnTo>
                  <a:lnTo>
                    <a:pt x="2433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4" y="5600"/>
                  </a:lnTo>
                  <a:lnTo>
                    <a:pt x="1970" y="5214"/>
                  </a:lnTo>
                  <a:lnTo>
                    <a:pt x="1738" y="4441"/>
                  </a:lnTo>
                  <a:lnTo>
                    <a:pt x="1198" y="2935"/>
                  </a:lnTo>
                  <a:lnTo>
                    <a:pt x="734" y="1468"/>
                  </a:lnTo>
                  <a:lnTo>
                    <a:pt x="30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4" name="Google Shape;4344;p18"/>
            <p:cNvSpPr/>
            <p:nvPr/>
          </p:nvSpPr>
          <p:spPr>
            <a:xfrm>
              <a:off x="3941275" y="4579200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1"/>
                  </a:moveTo>
                  <a:lnTo>
                    <a:pt x="1" y="40"/>
                  </a:lnTo>
                  <a:lnTo>
                    <a:pt x="1970" y="3206"/>
                  </a:lnTo>
                  <a:lnTo>
                    <a:pt x="4055" y="6334"/>
                  </a:lnTo>
                  <a:lnTo>
                    <a:pt x="4055" y="6334"/>
                  </a:lnTo>
                  <a:lnTo>
                    <a:pt x="3553" y="6295"/>
                  </a:lnTo>
                  <a:lnTo>
                    <a:pt x="3051" y="6179"/>
                  </a:lnTo>
                  <a:lnTo>
                    <a:pt x="2588" y="6025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7"/>
                  </a:lnTo>
                  <a:lnTo>
                    <a:pt x="3283" y="6643"/>
                  </a:lnTo>
                  <a:lnTo>
                    <a:pt x="3708" y="6720"/>
                  </a:lnTo>
                  <a:lnTo>
                    <a:pt x="4132" y="6797"/>
                  </a:lnTo>
                  <a:lnTo>
                    <a:pt x="4596" y="6836"/>
                  </a:lnTo>
                  <a:lnTo>
                    <a:pt x="5484" y="6836"/>
                  </a:lnTo>
                  <a:lnTo>
                    <a:pt x="6372" y="6759"/>
                  </a:lnTo>
                  <a:lnTo>
                    <a:pt x="7299" y="6643"/>
                  </a:lnTo>
                  <a:lnTo>
                    <a:pt x="8148" y="6488"/>
                  </a:lnTo>
                  <a:lnTo>
                    <a:pt x="8959" y="6295"/>
                  </a:lnTo>
                  <a:lnTo>
                    <a:pt x="9770" y="6025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7" y="4673"/>
                  </a:lnTo>
                  <a:lnTo>
                    <a:pt x="12666" y="4403"/>
                  </a:lnTo>
                  <a:lnTo>
                    <a:pt x="12975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9"/>
                  </a:lnTo>
                  <a:lnTo>
                    <a:pt x="13979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2" y="2163"/>
                  </a:lnTo>
                  <a:lnTo>
                    <a:pt x="14172" y="2125"/>
                  </a:lnTo>
                  <a:lnTo>
                    <a:pt x="13863" y="2125"/>
                  </a:lnTo>
                  <a:lnTo>
                    <a:pt x="13825" y="2163"/>
                  </a:lnTo>
                  <a:lnTo>
                    <a:pt x="13554" y="2704"/>
                  </a:lnTo>
                  <a:lnTo>
                    <a:pt x="13207" y="3167"/>
                  </a:lnTo>
                  <a:lnTo>
                    <a:pt x="12859" y="3631"/>
                  </a:lnTo>
                  <a:lnTo>
                    <a:pt x="12473" y="4017"/>
                  </a:lnTo>
                  <a:lnTo>
                    <a:pt x="12010" y="4364"/>
                  </a:lnTo>
                  <a:lnTo>
                    <a:pt x="11546" y="4712"/>
                  </a:lnTo>
                  <a:lnTo>
                    <a:pt x="11083" y="4982"/>
                  </a:lnTo>
                  <a:lnTo>
                    <a:pt x="10542" y="5253"/>
                  </a:lnTo>
                  <a:lnTo>
                    <a:pt x="10349" y="5253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7"/>
                  </a:lnTo>
                  <a:lnTo>
                    <a:pt x="10156" y="5446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2"/>
                  </a:lnTo>
                  <a:lnTo>
                    <a:pt x="6758" y="6295"/>
                  </a:lnTo>
                  <a:lnTo>
                    <a:pt x="6218" y="6334"/>
                  </a:lnTo>
                  <a:lnTo>
                    <a:pt x="5677" y="6411"/>
                  </a:lnTo>
                  <a:lnTo>
                    <a:pt x="4557" y="6411"/>
                  </a:lnTo>
                  <a:lnTo>
                    <a:pt x="4596" y="6295"/>
                  </a:lnTo>
                  <a:lnTo>
                    <a:pt x="4364" y="6257"/>
                  </a:lnTo>
                  <a:lnTo>
                    <a:pt x="3399" y="4635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5" name="Google Shape;4345;p18"/>
            <p:cNvSpPr/>
            <p:nvPr/>
          </p:nvSpPr>
          <p:spPr>
            <a:xfrm>
              <a:off x="6364350" y="4636175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0"/>
                  </a:moveTo>
                  <a:lnTo>
                    <a:pt x="3052" y="39"/>
                  </a:lnTo>
                  <a:lnTo>
                    <a:pt x="2781" y="77"/>
                  </a:lnTo>
                  <a:lnTo>
                    <a:pt x="2511" y="193"/>
                  </a:lnTo>
                  <a:lnTo>
                    <a:pt x="2241" y="309"/>
                  </a:lnTo>
                  <a:lnTo>
                    <a:pt x="2009" y="425"/>
                  </a:lnTo>
                  <a:lnTo>
                    <a:pt x="1739" y="579"/>
                  </a:lnTo>
                  <a:lnTo>
                    <a:pt x="1507" y="773"/>
                  </a:lnTo>
                  <a:lnTo>
                    <a:pt x="1121" y="1197"/>
                  </a:lnTo>
                  <a:lnTo>
                    <a:pt x="735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8"/>
                  </a:lnTo>
                  <a:lnTo>
                    <a:pt x="40" y="3746"/>
                  </a:lnTo>
                  <a:lnTo>
                    <a:pt x="1" y="4055"/>
                  </a:lnTo>
                  <a:lnTo>
                    <a:pt x="1" y="4402"/>
                  </a:lnTo>
                  <a:lnTo>
                    <a:pt x="40" y="4673"/>
                  </a:lnTo>
                  <a:lnTo>
                    <a:pt x="117" y="4904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5" y="5252"/>
                  </a:lnTo>
                  <a:lnTo>
                    <a:pt x="966" y="5290"/>
                  </a:lnTo>
                  <a:lnTo>
                    <a:pt x="1700" y="5290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827"/>
                  </a:lnTo>
                  <a:lnTo>
                    <a:pt x="735" y="4711"/>
                  </a:lnTo>
                  <a:lnTo>
                    <a:pt x="580" y="4595"/>
                  </a:lnTo>
                  <a:lnTo>
                    <a:pt x="542" y="4441"/>
                  </a:lnTo>
                  <a:lnTo>
                    <a:pt x="542" y="4248"/>
                  </a:lnTo>
                  <a:lnTo>
                    <a:pt x="542" y="4055"/>
                  </a:lnTo>
                  <a:lnTo>
                    <a:pt x="580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54" y="1159"/>
                  </a:lnTo>
                  <a:lnTo>
                    <a:pt x="2202" y="888"/>
                  </a:lnTo>
                  <a:lnTo>
                    <a:pt x="2627" y="695"/>
                  </a:lnTo>
                  <a:lnTo>
                    <a:pt x="3090" y="579"/>
                  </a:lnTo>
                  <a:lnTo>
                    <a:pt x="3592" y="541"/>
                  </a:lnTo>
                  <a:lnTo>
                    <a:pt x="4094" y="579"/>
                  </a:lnTo>
                  <a:lnTo>
                    <a:pt x="4249" y="541"/>
                  </a:lnTo>
                  <a:lnTo>
                    <a:pt x="4326" y="464"/>
                  </a:lnTo>
                  <a:lnTo>
                    <a:pt x="4403" y="502"/>
                  </a:lnTo>
                  <a:lnTo>
                    <a:pt x="4480" y="464"/>
                  </a:lnTo>
                  <a:lnTo>
                    <a:pt x="4519" y="425"/>
                  </a:lnTo>
                  <a:lnTo>
                    <a:pt x="4519" y="348"/>
                  </a:lnTo>
                  <a:lnTo>
                    <a:pt x="4519" y="193"/>
                  </a:lnTo>
                  <a:lnTo>
                    <a:pt x="4210" y="155"/>
                  </a:lnTo>
                  <a:lnTo>
                    <a:pt x="3940" y="77"/>
                  </a:lnTo>
                  <a:lnTo>
                    <a:pt x="3631" y="39"/>
                  </a:lnTo>
                  <a:lnTo>
                    <a:pt x="336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6" name="Google Shape;4346;p18"/>
            <p:cNvSpPr/>
            <p:nvPr/>
          </p:nvSpPr>
          <p:spPr>
            <a:xfrm>
              <a:off x="5052425" y="4653550"/>
              <a:ext cx="61800" cy="89800"/>
            </a:xfrm>
            <a:custGeom>
              <a:avLst/>
              <a:gdLst/>
              <a:ahLst/>
              <a:cxnLst/>
              <a:rect l="l" t="t" r="r" b="b"/>
              <a:pathLst>
                <a:path w="2472" h="3592" extrusionOk="0">
                  <a:moveTo>
                    <a:pt x="1082" y="0"/>
                  </a:moveTo>
                  <a:lnTo>
                    <a:pt x="1004" y="39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2"/>
                  </a:lnTo>
                  <a:lnTo>
                    <a:pt x="850" y="232"/>
                  </a:lnTo>
                  <a:lnTo>
                    <a:pt x="773" y="271"/>
                  </a:lnTo>
                  <a:lnTo>
                    <a:pt x="734" y="348"/>
                  </a:lnTo>
                  <a:lnTo>
                    <a:pt x="695" y="425"/>
                  </a:lnTo>
                  <a:lnTo>
                    <a:pt x="695" y="502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5"/>
                  </a:lnTo>
                  <a:lnTo>
                    <a:pt x="1082" y="811"/>
                  </a:lnTo>
                  <a:lnTo>
                    <a:pt x="1275" y="927"/>
                  </a:lnTo>
                  <a:lnTo>
                    <a:pt x="1468" y="1082"/>
                  </a:lnTo>
                  <a:lnTo>
                    <a:pt x="1622" y="1275"/>
                  </a:lnTo>
                  <a:lnTo>
                    <a:pt x="1777" y="1468"/>
                  </a:lnTo>
                  <a:lnTo>
                    <a:pt x="1854" y="1699"/>
                  </a:lnTo>
                  <a:lnTo>
                    <a:pt x="1931" y="1931"/>
                  </a:lnTo>
                  <a:lnTo>
                    <a:pt x="1931" y="2163"/>
                  </a:lnTo>
                  <a:lnTo>
                    <a:pt x="1931" y="2433"/>
                  </a:lnTo>
                  <a:lnTo>
                    <a:pt x="1815" y="2742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1"/>
                  </a:lnTo>
                  <a:lnTo>
                    <a:pt x="1390" y="3128"/>
                  </a:lnTo>
                  <a:lnTo>
                    <a:pt x="1197" y="3128"/>
                  </a:lnTo>
                  <a:lnTo>
                    <a:pt x="1043" y="3089"/>
                  </a:lnTo>
                  <a:lnTo>
                    <a:pt x="927" y="3012"/>
                  </a:lnTo>
                  <a:lnTo>
                    <a:pt x="850" y="2896"/>
                  </a:lnTo>
                  <a:lnTo>
                    <a:pt x="811" y="2742"/>
                  </a:lnTo>
                  <a:lnTo>
                    <a:pt x="850" y="2587"/>
                  </a:lnTo>
                  <a:lnTo>
                    <a:pt x="927" y="2433"/>
                  </a:lnTo>
                  <a:lnTo>
                    <a:pt x="1043" y="2317"/>
                  </a:lnTo>
                  <a:lnTo>
                    <a:pt x="1159" y="2240"/>
                  </a:lnTo>
                  <a:lnTo>
                    <a:pt x="1159" y="2124"/>
                  </a:lnTo>
                  <a:lnTo>
                    <a:pt x="1120" y="2008"/>
                  </a:lnTo>
                  <a:lnTo>
                    <a:pt x="1043" y="1931"/>
                  </a:lnTo>
                  <a:lnTo>
                    <a:pt x="657" y="1622"/>
                  </a:lnTo>
                  <a:lnTo>
                    <a:pt x="425" y="1468"/>
                  </a:lnTo>
                  <a:lnTo>
                    <a:pt x="193" y="1313"/>
                  </a:lnTo>
                  <a:lnTo>
                    <a:pt x="0" y="1622"/>
                  </a:lnTo>
                  <a:lnTo>
                    <a:pt x="271" y="1892"/>
                  </a:lnTo>
                  <a:lnTo>
                    <a:pt x="580" y="2124"/>
                  </a:lnTo>
                  <a:lnTo>
                    <a:pt x="425" y="2356"/>
                  </a:lnTo>
                  <a:lnTo>
                    <a:pt x="348" y="2626"/>
                  </a:lnTo>
                  <a:lnTo>
                    <a:pt x="309" y="2896"/>
                  </a:lnTo>
                  <a:lnTo>
                    <a:pt x="348" y="3051"/>
                  </a:lnTo>
                  <a:lnTo>
                    <a:pt x="425" y="3167"/>
                  </a:lnTo>
                  <a:lnTo>
                    <a:pt x="541" y="3321"/>
                  </a:lnTo>
                  <a:lnTo>
                    <a:pt x="695" y="3476"/>
                  </a:lnTo>
                  <a:lnTo>
                    <a:pt x="888" y="3553"/>
                  </a:lnTo>
                  <a:lnTo>
                    <a:pt x="1082" y="3591"/>
                  </a:lnTo>
                  <a:lnTo>
                    <a:pt x="1275" y="3591"/>
                  </a:lnTo>
                  <a:lnTo>
                    <a:pt x="1506" y="3553"/>
                  </a:lnTo>
                  <a:lnTo>
                    <a:pt x="1699" y="3514"/>
                  </a:lnTo>
                  <a:lnTo>
                    <a:pt x="1854" y="3398"/>
                  </a:lnTo>
                  <a:lnTo>
                    <a:pt x="2047" y="3244"/>
                  </a:lnTo>
                  <a:lnTo>
                    <a:pt x="2201" y="3051"/>
                  </a:lnTo>
                  <a:lnTo>
                    <a:pt x="2317" y="2858"/>
                  </a:lnTo>
                  <a:lnTo>
                    <a:pt x="2394" y="2665"/>
                  </a:lnTo>
                  <a:lnTo>
                    <a:pt x="2433" y="2472"/>
                  </a:lnTo>
                  <a:lnTo>
                    <a:pt x="2472" y="2240"/>
                  </a:lnTo>
                  <a:lnTo>
                    <a:pt x="2433" y="2008"/>
                  </a:lnTo>
                  <a:lnTo>
                    <a:pt x="2394" y="1815"/>
                  </a:lnTo>
                  <a:lnTo>
                    <a:pt x="2317" y="1583"/>
                  </a:lnTo>
                  <a:lnTo>
                    <a:pt x="2201" y="1390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6"/>
                  </a:lnTo>
                  <a:lnTo>
                    <a:pt x="11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7" name="Google Shape;4347;p18"/>
            <p:cNvSpPr/>
            <p:nvPr/>
          </p:nvSpPr>
          <p:spPr>
            <a:xfrm>
              <a:off x="6613425" y="4670925"/>
              <a:ext cx="26100" cy="11600"/>
            </a:xfrm>
            <a:custGeom>
              <a:avLst/>
              <a:gdLst/>
              <a:ahLst/>
              <a:cxnLst/>
              <a:rect l="l" t="t" r="r" b="b"/>
              <a:pathLst>
                <a:path w="1044" h="464" extrusionOk="0">
                  <a:moveTo>
                    <a:pt x="773" y="0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3"/>
                  </a:lnTo>
                  <a:lnTo>
                    <a:pt x="39" y="232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2"/>
                  </a:lnTo>
                  <a:lnTo>
                    <a:pt x="1005" y="155"/>
                  </a:lnTo>
                  <a:lnTo>
                    <a:pt x="966" y="116"/>
                  </a:lnTo>
                  <a:lnTo>
                    <a:pt x="889" y="39"/>
                  </a:lnTo>
                  <a:lnTo>
                    <a:pt x="77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8" name="Google Shape;4348;p18"/>
            <p:cNvSpPr/>
            <p:nvPr/>
          </p:nvSpPr>
          <p:spPr>
            <a:xfrm>
              <a:off x="6514950" y="4676725"/>
              <a:ext cx="21275" cy="8700"/>
            </a:xfrm>
            <a:custGeom>
              <a:avLst/>
              <a:gdLst/>
              <a:ahLst/>
              <a:cxnLst/>
              <a:rect l="l" t="t" r="r" b="b"/>
              <a:pathLst>
                <a:path w="851" h="348" extrusionOk="0">
                  <a:moveTo>
                    <a:pt x="426" y="0"/>
                  </a:moveTo>
                  <a:lnTo>
                    <a:pt x="155" y="39"/>
                  </a:lnTo>
                  <a:lnTo>
                    <a:pt x="117" y="39"/>
                  </a:lnTo>
                  <a:lnTo>
                    <a:pt x="39" y="77"/>
                  </a:lnTo>
                  <a:lnTo>
                    <a:pt x="1" y="193"/>
                  </a:lnTo>
                  <a:lnTo>
                    <a:pt x="39" y="270"/>
                  </a:lnTo>
                  <a:lnTo>
                    <a:pt x="117" y="309"/>
                  </a:lnTo>
                  <a:lnTo>
                    <a:pt x="155" y="348"/>
                  </a:lnTo>
                  <a:lnTo>
                    <a:pt x="735" y="348"/>
                  </a:lnTo>
                  <a:lnTo>
                    <a:pt x="812" y="270"/>
                  </a:lnTo>
                  <a:lnTo>
                    <a:pt x="850" y="193"/>
                  </a:lnTo>
                  <a:lnTo>
                    <a:pt x="812" y="77"/>
                  </a:lnTo>
                  <a:lnTo>
                    <a:pt x="73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9" name="Google Shape;4349;p18"/>
            <p:cNvSpPr/>
            <p:nvPr/>
          </p:nvSpPr>
          <p:spPr>
            <a:xfrm>
              <a:off x="4656625" y="4677675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1"/>
                  </a:moveTo>
                  <a:lnTo>
                    <a:pt x="0" y="232"/>
                  </a:lnTo>
                  <a:lnTo>
                    <a:pt x="502" y="966"/>
                  </a:lnTo>
                  <a:lnTo>
                    <a:pt x="1043" y="1622"/>
                  </a:lnTo>
                  <a:lnTo>
                    <a:pt x="1699" y="2279"/>
                  </a:lnTo>
                  <a:lnTo>
                    <a:pt x="2356" y="2858"/>
                  </a:lnTo>
                  <a:lnTo>
                    <a:pt x="3089" y="3399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4" y="4982"/>
                  </a:lnTo>
                  <a:lnTo>
                    <a:pt x="8998" y="4943"/>
                  </a:lnTo>
                  <a:lnTo>
                    <a:pt x="9422" y="4866"/>
                  </a:lnTo>
                  <a:lnTo>
                    <a:pt x="9847" y="4789"/>
                  </a:lnTo>
                  <a:lnTo>
                    <a:pt x="10272" y="4673"/>
                  </a:lnTo>
                  <a:lnTo>
                    <a:pt x="10658" y="4519"/>
                  </a:lnTo>
                  <a:lnTo>
                    <a:pt x="11083" y="4326"/>
                  </a:lnTo>
                  <a:lnTo>
                    <a:pt x="11469" y="4132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318" y="3553"/>
                  </a:lnTo>
                  <a:lnTo>
                    <a:pt x="12434" y="3206"/>
                  </a:lnTo>
                  <a:lnTo>
                    <a:pt x="12357" y="3167"/>
                  </a:lnTo>
                  <a:lnTo>
                    <a:pt x="12280" y="3206"/>
                  </a:lnTo>
                  <a:lnTo>
                    <a:pt x="12203" y="3128"/>
                  </a:lnTo>
                  <a:lnTo>
                    <a:pt x="12009" y="3128"/>
                  </a:lnTo>
                  <a:lnTo>
                    <a:pt x="11932" y="3206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2" y="3862"/>
                  </a:lnTo>
                  <a:lnTo>
                    <a:pt x="10426" y="4017"/>
                  </a:lnTo>
                  <a:lnTo>
                    <a:pt x="10040" y="4171"/>
                  </a:lnTo>
                  <a:lnTo>
                    <a:pt x="9615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1" y="4480"/>
                  </a:lnTo>
                  <a:lnTo>
                    <a:pt x="7916" y="4480"/>
                  </a:lnTo>
                  <a:lnTo>
                    <a:pt x="7492" y="4441"/>
                  </a:lnTo>
                  <a:lnTo>
                    <a:pt x="7067" y="4403"/>
                  </a:lnTo>
                  <a:lnTo>
                    <a:pt x="6642" y="4364"/>
                  </a:lnTo>
                  <a:lnTo>
                    <a:pt x="6217" y="4248"/>
                  </a:lnTo>
                  <a:lnTo>
                    <a:pt x="5792" y="4171"/>
                  </a:lnTo>
                  <a:lnTo>
                    <a:pt x="5368" y="4017"/>
                  </a:lnTo>
                  <a:lnTo>
                    <a:pt x="4595" y="3708"/>
                  </a:lnTo>
                  <a:lnTo>
                    <a:pt x="3900" y="3283"/>
                  </a:lnTo>
                  <a:lnTo>
                    <a:pt x="3205" y="2820"/>
                  </a:lnTo>
                  <a:lnTo>
                    <a:pt x="2587" y="2318"/>
                  </a:lnTo>
                  <a:lnTo>
                    <a:pt x="1970" y="1777"/>
                  </a:lnTo>
                  <a:lnTo>
                    <a:pt x="1390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0" name="Google Shape;4350;p18"/>
            <p:cNvSpPr/>
            <p:nvPr/>
          </p:nvSpPr>
          <p:spPr>
            <a:xfrm>
              <a:off x="4964575" y="4684425"/>
              <a:ext cx="92700" cy="135200"/>
            </a:xfrm>
            <a:custGeom>
              <a:avLst/>
              <a:gdLst/>
              <a:ahLst/>
              <a:cxnLst/>
              <a:rect l="l" t="t" r="r" b="b"/>
              <a:pathLst>
                <a:path w="3708" h="5408" extrusionOk="0">
                  <a:moveTo>
                    <a:pt x="3398" y="1"/>
                  </a:moveTo>
                  <a:lnTo>
                    <a:pt x="3360" y="78"/>
                  </a:lnTo>
                  <a:lnTo>
                    <a:pt x="3244" y="78"/>
                  </a:lnTo>
                  <a:lnTo>
                    <a:pt x="3012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7"/>
                  </a:lnTo>
                  <a:lnTo>
                    <a:pt x="1777" y="1430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3" y="1932"/>
                  </a:lnTo>
                  <a:lnTo>
                    <a:pt x="1082" y="2009"/>
                  </a:lnTo>
                  <a:lnTo>
                    <a:pt x="1120" y="2086"/>
                  </a:lnTo>
                  <a:lnTo>
                    <a:pt x="1004" y="2086"/>
                  </a:lnTo>
                  <a:lnTo>
                    <a:pt x="889" y="2125"/>
                  </a:lnTo>
                  <a:lnTo>
                    <a:pt x="850" y="2163"/>
                  </a:lnTo>
                  <a:lnTo>
                    <a:pt x="811" y="2241"/>
                  </a:lnTo>
                  <a:lnTo>
                    <a:pt x="811" y="2356"/>
                  </a:lnTo>
                  <a:lnTo>
                    <a:pt x="811" y="2434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7" y="2588"/>
                  </a:lnTo>
                  <a:lnTo>
                    <a:pt x="1429" y="2704"/>
                  </a:lnTo>
                  <a:lnTo>
                    <a:pt x="1622" y="2820"/>
                  </a:lnTo>
                  <a:lnTo>
                    <a:pt x="1815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4" y="3631"/>
                  </a:lnTo>
                  <a:lnTo>
                    <a:pt x="2124" y="3901"/>
                  </a:lnTo>
                  <a:lnTo>
                    <a:pt x="2086" y="4094"/>
                  </a:lnTo>
                  <a:lnTo>
                    <a:pt x="2008" y="4326"/>
                  </a:lnTo>
                  <a:lnTo>
                    <a:pt x="1893" y="4519"/>
                  </a:lnTo>
                  <a:lnTo>
                    <a:pt x="1738" y="4712"/>
                  </a:lnTo>
                  <a:lnTo>
                    <a:pt x="1545" y="4828"/>
                  </a:lnTo>
                  <a:lnTo>
                    <a:pt x="1313" y="4944"/>
                  </a:lnTo>
                  <a:lnTo>
                    <a:pt x="1082" y="4944"/>
                  </a:lnTo>
                  <a:lnTo>
                    <a:pt x="889" y="4866"/>
                  </a:lnTo>
                  <a:lnTo>
                    <a:pt x="773" y="4751"/>
                  </a:lnTo>
                  <a:lnTo>
                    <a:pt x="695" y="4596"/>
                  </a:lnTo>
                  <a:lnTo>
                    <a:pt x="657" y="4442"/>
                  </a:lnTo>
                  <a:lnTo>
                    <a:pt x="734" y="4287"/>
                  </a:lnTo>
                  <a:lnTo>
                    <a:pt x="811" y="4210"/>
                  </a:lnTo>
                  <a:lnTo>
                    <a:pt x="889" y="4133"/>
                  </a:lnTo>
                  <a:lnTo>
                    <a:pt x="966" y="4094"/>
                  </a:lnTo>
                  <a:lnTo>
                    <a:pt x="1120" y="4094"/>
                  </a:lnTo>
                  <a:lnTo>
                    <a:pt x="1236" y="4017"/>
                  </a:lnTo>
                  <a:lnTo>
                    <a:pt x="1313" y="3901"/>
                  </a:lnTo>
                  <a:lnTo>
                    <a:pt x="1313" y="3785"/>
                  </a:lnTo>
                  <a:lnTo>
                    <a:pt x="1275" y="3708"/>
                  </a:lnTo>
                  <a:lnTo>
                    <a:pt x="1197" y="3669"/>
                  </a:lnTo>
                  <a:lnTo>
                    <a:pt x="116" y="2936"/>
                  </a:lnTo>
                  <a:lnTo>
                    <a:pt x="0" y="3283"/>
                  </a:lnTo>
                  <a:lnTo>
                    <a:pt x="657" y="3785"/>
                  </a:lnTo>
                  <a:lnTo>
                    <a:pt x="502" y="3862"/>
                  </a:lnTo>
                  <a:lnTo>
                    <a:pt x="387" y="3978"/>
                  </a:lnTo>
                  <a:lnTo>
                    <a:pt x="309" y="4094"/>
                  </a:lnTo>
                  <a:lnTo>
                    <a:pt x="232" y="4249"/>
                  </a:lnTo>
                  <a:lnTo>
                    <a:pt x="193" y="4403"/>
                  </a:lnTo>
                  <a:lnTo>
                    <a:pt x="193" y="4558"/>
                  </a:lnTo>
                  <a:lnTo>
                    <a:pt x="193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1" y="5253"/>
                  </a:lnTo>
                  <a:lnTo>
                    <a:pt x="734" y="5368"/>
                  </a:lnTo>
                  <a:lnTo>
                    <a:pt x="966" y="5407"/>
                  </a:lnTo>
                  <a:lnTo>
                    <a:pt x="1197" y="5407"/>
                  </a:lnTo>
                  <a:lnTo>
                    <a:pt x="1429" y="5368"/>
                  </a:lnTo>
                  <a:lnTo>
                    <a:pt x="1622" y="5330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0" y="4828"/>
                  </a:lnTo>
                  <a:lnTo>
                    <a:pt x="2395" y="4635"/>
                  </a:lnTo>
                  <a:lnTo>
                    <a:pt x="2510" y="4442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7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2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31" y="2472"/>
                  </a:lnTo>
                  <a:lnTo>
                    <a:pt x="1738" y="2356"/>
                  </a:lnTo>
                  <a:lnTo>
                    <a:pt x="1506" y="2202"/>
                  </a:lnTo>
                  <a:lnTo>
                    <a:pt x="1275" y="2125"/>
                  </a:lnTo>
                  <a:lnTo>
                    <a:pt x="1622" y="1970"/>
                  </a:lnTo>
                  <a:lnTo>
                    <a:pt x="1931" y="1816"/>
                  </a:lnTo>
                  <a:lnTo>
                    <a:pt x="2240" y="1623"/>
                  </a:lnTo>
                  <a:lnTo>
                    <a:pt x="2549" y="1391"/>
                  </a:lnTo>
                  <a:lnTo>
                    <a:pt x="2819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7" y="542"/>
                  </a:lnTo>
                  <a:lnTo>
                    <a:pt x="3514" y="387"/>
                  </a:lnTo>
                  <a:lnTo>
                    <a:pt x="3707" y="78"/>
                  </a:lnTo>
                  <a:lnTo>
                    <a:pt x="351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1" name="Google Shape;4351;p18"/>
            <p:cNvSpPr/>
            <p:nvPr/>
          </p:nvSpPr>
          <p:spPr>
            <a:xfrm>
              <a:off x="6406825" y="4717250"/>
              <a:ext cx="93675" cy="93675"/>
            </a:xfrm>
            <a:custGeom>
              <a:avLst/>
              <a:gdLst/>
              <a:ahLst/>
              <a:cxnLst/>
              <a:rect l="l" t="t" r="r" b="b"/>
              <a:pathLst>
                <a:path w="3747" h="3747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8" y="619"/>
                  </a:lnTo>
                  <a:lnTo>
                    <a:pt x="2550" y="696"/>
                  </a:lnTo>
                  <a:lnTo>
                    <a:pt x="2743" y="812"/>
                  </a:lnTo>
                  <a:lnTo>
                    <a:pt x="2936" y="966"/>
                  </a:lnTo>
                  <a:lnTo>
                    <a:pt x="3090" y="1198"/>
                  </a:lnTo>
                  <a:lnTo>
                    <a:pt x="3206" y="1430"/>
                  </a:lnTo>
                  <a:lnTo>
                    <a:pt x="3245" y="1700"/>
                  </a:lnTo>
                  <a:lnTo>
                    <a:pt x="3245" y="1970"/>
                  </a:lnTo>
                  <a:lnTo>
                    <a:pt x="3206" y="2202"/>
                  </a:lnTo>
                  <a:lnTo>
                    <a:pt x="3090" y="2472"/>
                  </a:lnTo>
                  <a:lnTo>
                    <a:pt x="2974" y="2665"/>
                  </a:lnTo>
                  <a:lnTo>
                    <a:pt x="2781" y="2897"/>
                  </a:lnTo>
                  <a:lnTo>
                    <a:pt x="2588" y="3051"/>
                  </a:lnTo>
                  <a:lnTo>
                    <a:pt x="2357" y="3167"/>
                  </a:lnTo>
                  <a:lnTo>
                    <a:pt x="2086" y="3245"/>
                  </a:lnTo>
                  <a:lnTo>
                    <a:pt x="1777" y="3245"/>
                  </a:lnTo>
                  <a:lnTo>
                    <a:pt x="1507" y="3167"/>
                  </a:lnTo>
                  <a:lnTo>
                    <a:pt x="1237" y="3051"/>
                  </a:lnTo>
                  <a:lnTo>
                    <a:pt x="966" y="2897"/>
                  </a:lnTo>
                  <a:lnTo>
                    <a:pt x="773" y="2665"/>
                  </a:lnTo>
                  <a:lnTo>
                    <a:pt x="619" y="2434"/>
                  </a:lnTo>
                  <a:lnTo>
                    <a:pt x="503" y="2163"/>
                  </a:lnTo>
                  <a:lnTo>
                    <a:pt x="503" y="1854"/>
                  </a:lnTo>
                  <a:lnTo>
                    <a:pt x="503" y="1584"/>
                  </a:lnTo>
                  <a:lnTo>
                    <a:pt x="619" y="1352"/>
                  </a:lnTo>
                  <a:lnTo>
                    <a:pt x="735" y="1121"/>
                  </a:lnTo>
                  <a:lnTo>
                    <a:pt x="928" y="928"/>
                  </a:lnTo>
                  <a:lnTo>
                    <a:pt x="1121" y="735"/>
                  </a:lnTo>
                  <a:lnTo>
                    <a:pt x="1353" y="580"/>
                  </a:lnTo>
                  <a:lnTo>
                    <a:pt x="1584" y="464"/>
                  </a:lnTo>
                  <a:close/>
                  <a:moveTo>
                    <a:pt x="1893" y="1"/>
                  </a:moveTo>
                  <a:lnTo>
                    <a:pt x="1700" y="39"/>
                  </a:lnTo>
                  <a:lnTo>
                    <a:pt x="1546" y="78"/>
                  </a:lnTo>
                  <a:lnTo>
                    <a:pt x="1353" y="155"/>
                  </a:lnTo>
                  <a:lnTo>
                    <a:pt x="1314" y="194"/>
                  </a:lnTo>
                  <a:lnTo>
                    <a:pt x="1082" y="271"/>
                  </a:lnTo>
                  <a:lnTo>
                    <a:pt x="851" y="387"/>
                  </a:lnTo>
                  <a:lnTo>
                    <a:pt x="619" y="580"/>
                  </a:lnTo>
                  <a:lnTo>
                    <a:pt x="426" y="773"/>
                  </a:lnTo>
                  <a:lnTo>
                    <a:pt x="271" y="966"/>
                  </a:lnTo>
                  <a:lnTo>
                    <a:pt x="155" y="1237"/>
                  </a:lnTo>
                  <a:lnTo>
                    <a:pt x="78" y="1468"/>
                  </a:lnTo>
                  <a:lnTo>
                    <a:pt x="1" y="1739"/>
                  </a:lnTo>
                  <a:lnTo>
                    <a:pt x="1" y="2047"/>
                  </a:lnTo>
                  <a:lnTo>
                    <a:pt x="40" y="2125"/>
                  </a:lnTo>
                  <a:lnTo>
                    <a:pt x="40" y="2318"/>
                  </a:lnTo>
                  <a:lnTo>
                    <a:pt x="117" y="2511"/>
                  </a:lnTo>
                  <a:lnTo>
                    <a:pt x="310" y="2858"/>
                  </a:lnTo>
                  <a:lnTo>
                    <a:pt x="542" y="3167"/>
                  </a:lnTo>
                  <a:lnTo>
                    <a:pt x="851" y="3399"/>
                  </a:lnTo>
                  <a:lnTo>
                    <a:pt x="1198" y="3592"/>
                  </a:lnTo>
                  <a:lnTo>
                    <a:pt x="1584" y="3708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7" y="3669"/>
                  </a:lnTo>
                  <a:lnTo>
                    <a:pt x="2627" y="3592"/>
                  </a:lnTo>
                  <a:lnTo>
                    <a:pt x="2897" y="3438"/>
                  </a:lnTo>
                  <a:lnTo>
                    <a:pt x="3129" y="3245"/>
                  </a:lnTo>
                  <a:lnTo>
                    <a:pt x="3322" y="3013"/>
                  </a:lnTo>
                  <a:lnTo>
                    <a:pt x="3476" y="2781"/>
                  </a:lnTo>
                  <a:lnTo>
                    <a:pt x="3631" y="2511"/>
                  </a:lnTo>
                  <a:lnTo>
                    <a:pt x="3708" y="2202"/>
                  </a:lnTo>
                  <a:lnTo>
                    <a:pt x="3747" y="1932"/>
                  </a:lnTo>
                  <a:lnTo>
                    <a:pt x="3747" y="1584"/>
                  </a:lnTo>
                  <a:lnTo>
                    <a:pt x="3669" y="1314"/>
                  </a:lnTo>
                  <a:lnTo>
                    <a:pt x="3515" y="1005"/>
                  </a:lnTo>
                  <a:lnTo>
                    <a:pt x="3322" y="696"/>
                  </a:lnTo>
                  <a:lnTo>
                    <a:pt x="3052" y="426"/>
                  </a:lnTo>
                  <a:lnTo>
                    <a:pt x="2743" y="233"/>
                  </a:lnTo>
                  <a:lnTo>
                    <a:pt x="2395" y="78"/>
                  </a:lnTo>
                  <a:lnTo>
                    <a:pt x="204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2" name="Google Shape;4352;p18"/>
            <p:cNvSpPr/>
            <p:nvPr/>
          </p:nvSpPr>
          <p:spPr>
            <a:xfrm>
              <a:off x="2332000" y="4749125"/>
              <a:ext cx="326325" cy="58900"/>
            </a:xfrm>
            <a:custGeom>
              <a:avLst/>
              <a:gdLst/>
              <a:ahLst/>
              <a:cxnLst/>
              <a:rect l="l" t="t" r="r" b="b"/>
              <a:pathLst>
                <a:path w="13053" h="2356" extrusionOk="0">
                  <a:moveTo>
                    <a:pt x="12782" y="0"/>
                  </a:moveTo>
                  <a:lnTo>
                    <a:pt x="12705" y="39"/>
                  </a:lnTo>
                  <a:lnTo>
                    <a:pt x="12628" y="116"/>
                  </a:lnTo>
                  <a:lnTo>
                    <a:pt x="12589" y="193"/>
                  </a:lnTo>
                  <a:lnTo>
                    <a:pt x="12589" y="309"/>
                  </a:lnTo>
                  <a:lnTo>
                    <a:pt x="12589" y="502"/>
                  </a:lnTo>
                  <a:lnTo>
                    <a:pt x="12550" y="657"/>
                  </a:lnTo>
                  <a:lnTo>
                    <a:pt x="12435" y="811"/>
                  </a:lnTo>
                  <a:lnTo>
                    <a:pt x="12319" y="966"/>
                  </a:lnTo>
                  <a:lnTo>
                    <a:pt x="12164" y="1081"/>
                  </a:lnTo>
                  <a:lnTo>
                    <a:pt x="11971" y="1159"/>
                  </a:lnTo>
                  <a:lnTo>
                    <a:pt x="11546" y="1313"/>
                  </a:lnTo>
                  <a:lnTo>
                    <a:pt x="11083" y="1429"/>
                  </a:lnTo>
                  <a:lnTo>
                    <a:pt x="10581" y="1506"/>
                  </a:lnTo>
                  <a:lnTo>
                    <a:pt x="9847" y="1583"/>
                  </a:lnTo>
                  <a:lnTo>
                    <a:pt x="9423" y="1622"/>
                  </a:lnTo>
                  <a:lnTo>
                    <a:pt x="9423" y="1545"/>
                  </a:lnTo>
                  <a:lnTo>
                    <a:pt x="9423" y="1468"/>
                  </a:lnTo>
                  <a:lnTo>
                    <a:pt x="9152" y="888"/>
                  </a:lnTo>
                  <a:lnTo>
                    <a:pt x="8959" y="270"/>
                  </a:lnTo>
                  <a:lnTo>
                    <a:pt x="8612" y="386"/>
                  </a:lnTo>
                  <a:lnTo>
                    <a:pt x="8650" y="695"/>
                  </a:lnTo>
                  <a:lnTo>
                    <a:pt x="8728" y="1043"/>
                  </a:lnTo>
                  <a:lnTo>
                    <a:pt x="8843" y="1390"/>
                  </a:lnTo>
                  <a:lnTo>
                    <a:pt x="8998" y="1661"/>
                  </a:lnTo>
                  <a:lnTo>
                    <a:pt x="7839" y="1776"/>
                  </a:lnTo>
                  <a:lnTo>
                    <a:pt x="6681" y="1854"/>
                  </a:lnTo>
                  <a:lnTo>
                    <a:pt x="5252" y="1892"/>
                  </a:lnTo>
                  <a:lnTo>
                    <a:pt x="3862" y="1854"/>
                  </a:lnTo>
                  <a:lnTo>
                    <a:pt x="3592" y="1815"/>
                  </a:lnTo>
                  <a:lnTo>
                    <a:pt x="3746" y="1506"/>
                  </a:lnTo>
                  <a:lnTo>
                    <a:pt x="3785" y="1159"/>
                  </a:lnTo>
                  <a:lnTo>
                    <a:pt x="3785" y="811"/>
                  </a:lnTo>
                  <a:lnTo>
                    <a:pt x="3746" y="425"/>
                  </a:lnTo>
                  <a:lnTo>
                    <a:pt x="3399" y="464"/>
                  </a:lnTo>
                  <a:lnTo>
                    <a:pt x="3399" y="772"/>
                  </a:lnTo>
                  <a:lnTo>
                    <a:pt x="3360" y="1081"/>
                  </a:lnTo>
                  <a:lnTo>
                    <a:pt x="3244" y="1468"/>
                  </a:lnTo>
                  <a:lnTo>
                    <a:pt x="3128" y="1815"/>
                  </a:lnTo>
                  <a:lnTo>
                    <a:pt x="2202" y="1738"/>
                  </a:lnTo>
                  <a:lnTo>
                    <a:pt x="1738" y="1699"/>
                  </a:lnTo>
                  <a:lnTo>
                    <a:pt x="1275" y="1622"/>
                  </a:lnTo>
                  <a:lnTo>
                    <a:pt x="889" y="1468"/>
                  </a:lnTo>
                  <a:lnTo>
                    <a:pt x="734" y="1390"/>
                  </a:lnTo>
                  <a:lnTo>
                    <a:pt x="618" y="1313"/>
                  </a:lnTo>
                  <a:lnTo>
                    <a:pt x="503" y="1197"/>
                  </a:lnTo>
                  <a:lnTo>
                    <a:pt x="425" y="1081"/>
                  </a:lnTo>
                  <a:lnTo>
                    <a:pt x="387" y="966"/>
                  </a:lnTo>
                  <a:lnTo>
                    <a:pt x="387" y="811"/>
                  </a:lnTo>
                  <a:lnTo>
                    <a:pt x="387" y="772"/>
                  </a:lnTo>
                  <a:lnTo>
                    <a:pt x="387" y="695"/>
                  </a:lnTo>
                  <a:lnTo>
                    <a:pt x="310" y="618"/>
                  </a:lnTo>
                  <a:lnTo>
                    <a:pt x="194" y="618"/>
                  </a:lnTo>
                  <a:lnTo>
                    <a:pt x="155" y="657"/>
                  </a:lnTo>
                  <a:lnTo>
                    <a:pt x="116" y="695"/>
                  </a:lnTo>
                  <a:lnTo>
                    <a:pt x="39" y="850"/>
                  </a:lnTo>
                  <a:lnTo>
                    <a:pt x="1" y="1004"/>
                  </a:lnTo>
                  <a:lnTo>
                    <a:pt x="1" y="1159"/>
                  </a:lnTo>
                  <a:lnTo>
                    <a:pt x="1" y="1274"/>
                  </a:lnTo>
                  <a:lnTo>
                    <a:pt x="39" y="1390"/>
                  </a:lnTo>
                  <a:lnTo>
                    <a:pt x="116" y="1506"/>
                  </a:lnTo>
                  <a:lnTo>
                    <a:pt x="310" y="1699"/>
                  </a:lnTo>
                  <a:lnTo>
                    <a:pt x="541" y="1854"/>
                  </a:lnTo>
                  <a:lnTo>
                    <a:pt x="812" y="1970"/>
                  </a:lnTo>
                  <a:lnTo>
                    <a:pt x="1082" y="2047"/>
                  </a:lnTo>
                  <a:lnTo>
                    <a:pt x="1352" y="2085"/>
                  </a:lnTo>
                  <a:lnTo>
                    <a:pt x="2626" y="2240"/>
                  </a:lnTo>
                  <a:lnTo>
                    <a:pt x="3862" y="2317"/>
                  </a:lnTo>
                  <a:lnTo>
                    <a:pt x="5136" y="2356"/>
                  </a:lnTo>
                  <a:lnTo>
                    <a:pt x="6372" y="2356"/>
                  </a:lnTo>
                  <a:lnTo>
                    <a:pt x="7531" y="2278"/>
                  </a:lnTo>
                  <a:lnTo>
                    <a:pt x="8689" y="2201"/>
                  </a:lnTo>
                  <a:lnTo>
                    <a:pt x="9847" y="2047"/>
                  </a:lnTo>
                  <a:lnTo>
                    <a:pt x="11006" y="1892"/>
                  </a:lnTo>
                  <a:lnTo>
                    <a:pt x="11392" y="1815"/>
                  </a:lnTo>
                  <a:lnTo>
                    <a:pt x="11740" y="1738"/>
                  </a:lnTo>
                  <a:lnTo>
                    <a:pt x="12126" y="1583"/>
                  </a:lnTo>
                  <a:lnTo>
                    <a:pt x="12473" y="1429"/>
                  </a:lnTo>
                  <a:lnTo>
                    <a:pt x="12744" y="1236"/>
                  </a:lnTo>
                  <a:lnTo>
                    <a:pt x="12859" y="1081"/>
                  </a:lnTo>
                  <a:lnTo>
                    <a:pt x="12937" y="927"/>
                  </a:lnTo>
                  <a:lnTo>
                    <a:pt x="13014" y="772"/>
                  </a:lnTo>
                  <a:lnTo>
                    <a:pt x="13052" y="579"/>
                  </a:lnTo>
                  <a:lnTo>
                    <a:pt x="13052" y="386"/>
                  </a:lnTo>
                  <a:lnTo>
                    <a:pt x="13052" y="155"/>
                  </a:lnTo>
                  <a:lnTo>
                    <a:pt x="13014" y="77"/>
                  </a:lnTo>
                  <a:lnTo>
                    <a:pt x="1293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53" name="Google Shape;4353;p18"/>
          <p:cNvSpPr txBox="1">
            <a:spLocks noGrp="1"/>
          </p:cNvSpPr>
          <p:nvPr>
            <p:ph type="title"/>
          </p:nvPr>
        </p:nvSpPr>
        <p:spPr>
          <a:xfrm>
            <a:off x="714314" y="1892175"/>
            <a:ext cx="24363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 b="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354" name="Google Shape;4354;p18"/>
          <p:cNvSpPr txBox="1">
            <a:spLocks noGrp="1"/>
          </p:cNvSpPr>
          <p:nvPr>
            <p:ph type="subTitle" idx="1"/>
          </p:nvPr>
        </p:nvSpPr>
        <p:spPr>
          <a:xfrm>
            <a:off x="714314" y="2259625"/>
            <a:ext cx="243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355" name="Google Shape;4355;p18"/>
          <p:cNvSpPr txBox="1">
            <a:spLocks noGrp="1"/>
          </p:cNvSpPr>
          <p:nvPr>
            <p:ph type="title" idx="2"/>
          </p:nvPr>
        </p:nvSpPr>
        <p:spPr>
          <a:xfrm>
            <a:off x="3353850" y="1892175"/>
            <a:ext cx="24363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 b="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356" name="Google Shape;4356;p18"/>
          <p:cNvSpPr txBox="1">
            <a:spLocks noGrp="1"/>
          </p:cNvSpPr>
          <p:nvPr>
            <p:ph type="subTitle" idx="3"/>
          </p:nvPr>
        </p:nvSpPr>
        <p:spPr>
          <a:xfrm>
            <a:off x="3353850" y="2259625"/>
            <a:ext cx="243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357" name="Google Shape;4357;p18"/>
          <p:cNvSpPr txBox="1">
            <a:spLocks noGrp="1"/>
          </p:cNvSpPr>
          <p:nvPr>
            <p:ph type="title" idx="4"/>
          </p:nvPr>
        </p:nvSpPr>
        <p:spPr>
          <a:xfrm>
            <a:off x="714314" y="3644200"/>
            <a:ext cx="24363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 b="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358" name="Google Shape;4358;p18"/>
          <p:cNvSpPr txBox="1">
            <a:spLocks noGrp="1"/>
          </p:cNvSpPr>
          <p:nvPr>
            <p:ph type="subTitle" idx="5"/>
          </p:nvPr>
        </p:nvSpPr>
        <p:spPr>
          <a:xfrm>
            <a:off x="714314" y="4011650"/>
            <a:ext cx="243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359" name="Google Shape;4359;p18"/>
          <p:cNvSpPr txBox="1">
            <a:spLocks noGrp="1"/>
          </p:cNvSpPr>
          <p:nvPr>
            <p:ph type="title" idx="6"/>
          </p:nvPr>
        </p:nvSpPr>
        <p:spPr>
          <a:xfrm>
            <a:off x="3353850" y="3644200"/>
            <a:ext cx="24363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 b="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360" name="Google Shape;4360;p18"/>
          <p:cNvSpPr txBox="1">
            <a:spLocks noGrp="1"/>
          </p:cNvSpPr>
          <p:nvPr>
            <p:ph type="subTitle" idx="7"/>
          </p:nvPr>
        </p:nvSpPr>
        <p:spPr>
          <a:xfrm>
            <a:off x="3353850" y="4011650"/>
            <a:ext cx="243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361" name="Google Shape;4361;p18"/>
          <p:cNvSpPr txBox="1">
            <a:spLocks noGrp="1"/>
          </p:cNvSpPr>
          <p:nvPr>
            <p:ph type="title" idx="8"/>
          </p:nvPr>
        </p:nvSpPr>
        <p:spPr>
          <a:xfrm>
            <a:off x="5993386" y="1892175"/>
            <a:ext cx="24363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 b="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362" name="Google Shape;4362;p18"/>
          <p:cNvSpPr txBox="1">
            <a:spLocks noGrp="1"/>
          </p:cNvSpPr>
          <p:nvPr>
            <p:ph type="subTitle" idx="9"/>
          </p:nvPr>
        </p:nvSpPr>
        <p:spPr>
          <a:xfrm>
            <a:off x="5993386" y="2259625"/>
            <a:ext cx="243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363" name="Google Shape;4363;p18"/>
          <p:cNvSpPr txBox="1">
            <a:spLocks noGrp="1"/>
          </p:cNvSpPr>
          <p:nvPr>
            <p:ph type="title" idx="13"/>
          </p:nvPr>
        </p:nvSpPr>
        <p:spPr>
          <a:xfrm>
            <a:off x="5993386" y="3644200"/>
            <a:ext cx="24363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 b="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364" name="Google Shape;4364;p18"/>
          <p:cNvSpPr txBox="1">
            <a:spLocks noGrp="1"/>
          </p:cNvSpPr>
          <p:nvPr>
            <p:ph type="subTitle" idx="14"/>
          </p:nvPr>
        </p:nvSpPr>
        <p:spPr>
          <a:xfrm>
            <a:off x="5993386" y="4011650"/>
            <a:ext cx="243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365" name="Google Shape;4365;p18"/>
          <p:cNvSpPr txBox="1">
            <a:spLocks noGrp="1"/>
          </p:cNvSpPr>
          <p:nvPr>
            <p:ph type="title" idx="15"/>
          </p:nvPr>
        </p:nvSpPr>
        <p:spPr>
          <a:xfrm>
            <a:off x="720000" y="539500"/>
            <a:ext cx="7704000" cy="457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4366" name="Google Shape;4366;p18"/>
          <p:cNvGrpSpPr/>
          <p:nvPr/>
        </p:nvGrpSpPr>
        <p:grpSpPr>
          <a:xfrm>
            <a:off x="8584050" y="-153575"/>
            <a:ext cx="297100" cy="2315550"/>
            <a:chOff x="8234700" y="-1175"/>
            <a:chExt cx="297100" cy="2315550"/>
          </a:xfrm>
        </p:grpSpPr>
        <p:grpSp>
          <p:nvGrpSpPr>
            <p:cNvPr id="4367" name="Google Shape;4367;p18"/>
            <p:cNvGrpSpPr/>
            <p:nvPr/>
          </p:nvGrpSpPr>
          <p:grpSpPr>
            <a:xfrm>
              <a:off x="8234700" y="-1175"/>
              <a:ext cx="297100" cy="2315550"/>
              <a:chOff x="8234700" y="-5937"/>
              <a:chExt cx="297100" cy="2315550"/>
            </a:xfrm>
          </p:grpSpPr>
          <p:sp>
            <p:nvSpPr>
              <p:cNvPr id="4368" name="Google Shape;4368;p18"/>
              <p:cNvSpPr/>
              <p:nvPr/>
            </p:nvSpPr>
            <p:spPr>
              <a:xfrm>
                <a:off x="8384650" y="-5937"/>
                <a:ext cx="25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1" h="86894" extrusionOk="0">
                    <a:moveTo>
                      <a:pt x="0" y="86893"/>
                    </a:move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9" name="Google Shape;4369;p18"/>
              <p:cNvSpPr/>
              <p:nvPr/>
            </p:nvSpPr>
            <p:spPr>
              <a:xfrm>
                <a:off x="8384650" y="-5937"/>
                <a:ext cx="25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1" h="86894" fill="none" extrusionOk="0">
                    <a:moveTo>
                      <a:pt x="0" y="86893"/>
                    </a:moveTo>
                    <a:lnTo>
                      <a:pt x="0" y="0"/>
                    </a:lnTo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0" name="Google Shape;4370;p18"/>
              <p:cNvSpPr/>
              <p:nvPr/>
            </p:nvSpPr>
            <p:spPr>
              <a:xfrm>
                <a:off x="8374525" y="-5937"/>
                <a:ext cx="19700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788" h="86894" extrusionOk="0">
                    <a:moveTo>
                      <a:pt x="1" y="0"/>
                    </a:moveTo>
                    <a:lnTo>
                      <a:pt x="1" y="86893"/>
                    </a:lnTo>
                    <a:lnTo>
                      <a:pt x="787" y="86893"/>
                    </a:lnTo>
                    <a:lnTo>
                      <a:pt x="78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1" name="Google Shape;4371;p18"/>
              <p:cNvSpPr/>
              <p:nvPr/>
            </p:nvSpPr>
            <p:spPr>
              <a:xfrm>
                <a:off x="8234700" y="2027088"/>
                <a:ext cx="297100" cy="282525"/>
              </a:xfrm>
              <a:custGeom>
                <a:avLst/>
                <a:gdLst/>
                <a:ahLst/>
                <a:cxnLst/>
                <a:rect l="l" t="t" r="r" b="b"/>
                <a:pathLst>
                  <a:path w="11884" h="11301" extrusionOk="0">
                    <a:moveTo>
                      <a:pt x="5931" y="1"/>
                    </a:moveTo>
                    <a:lnTo>
                      <a:pt x="3707" y="3191"/>
                    </a:lnTo>
                    <a:lnTo>
                      <a:pt x="0" y="4314"/>
                    </a:lnTo>
                    <a:lnTo>
                      <a:pt x="2337" y="7437"/>
                    </a:lnTo>
                    <a:lnTo>
                      <a:pt x="2269" y="11301"/>
                    </a:lnTo>
                    <a:lnTo>
                      <a:pt x="5931" y="10043"/>
                    </a:lnTo>
                    <a:lnTo>
                      <a:pt x="9615" y="11301"/>
                    </a:lnTo>
                    <a:lnTo>
                      <a:pt x="9548" y="7437"/>
                    </a:lnTo>
                    <a:lnTo>
                      <a:pt x="11884" y="4314"/>
                    </a:lnTo>
                    <a:lnTo>
                      <a:pt x="8155" y="3191"/>
                    </a:lnTo>
                    <a:lnTo>
                      <a:pt x="5931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372" name="Google Shape;4372;p18"/>
            <p:cNvSpPr/>
            <p:nvPr/>
          </p:nvSpPr>
          <p:spPr>
            <a:xfrm>
              <a:off x="8309450" y="2109800"/>
              <a:ext cx="147595" cy="140545"/>
            </a:xfrm>
            <a:custGeom>
              <a:avLst/>
              <a:gdLst/>
              <a:ahLst/>
              <a:cxnLst/>
              <a:rect l="l" t="t" r="r" b="b"/>
              <a:pathLst>
                <a:path w="23970" h="22825" extrusionOk="0">
                  <a:moveTo>
                    <a:pt x="11996" y="0"/>
                  </a:moveTo>
                  <a:lnTo>
                    <a:pt x="7503" y="6425"/>
                  </a:lnTo>
                  <a:lnTo>
                    <a:pt x="0" y="8716"/>
                  </a:lnTo>
                  <a:lnTo>
                    <a:pt x="4718" y="14984"/>
                  </a:lnTo>
                  <a:lnTo>
                    <a:pt x="4560" y="22824"/>
                  </a:lnTo>
                  <a:lnTo>
                    <a:pt x="11996" y="20286"/>
                  </a:lnTo>
                  <a:lnTo>
                    <a:pt x="19409" y="22824"/>
                  </a:lnTo>
                  <a:lnTo>
                    <a:pt x="19252" y="14984"/>
                  </a:lnTo>
                  <a:lnTo>
                    <a:pt x="23970" y="8716"/>
                  </a:lnTo>
                  <a:lnTo>
                    <a:pt x="16489" y="6425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424242">
                <a:alpha val="61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73" name="Google Shape;4373;p18"/>
          <p:cNvGrpSpPr/>
          <p:nvPr/>
        </p:nvGrpSpPr>
        <p:grpSpPr>
          <a:xfrm>
            <a:off x="262850" y="-153575"/>
            <a:ext cx="297100" cy="2315550"/>
            <a:chOff x="8234700" y="-1175"/>
            <a:chExt cx="297100" cy="2315550"/>
          </a:xfrm>
        </p:grpSpPr>
        <p:grpSp>
          <p:nvGrpSpPr>
            <p:cNvPr id="4374" name="Google Shape;4374;p18"/>
            <p:cNvGrpSpPr/>
            <p:nvPr/>
          </p:nvGrpSpPr>
          <p:grpSpPr>
            <a:xfrm>
              <a:off x="8234700" y="-1175"/>
              <a:ext cx="297100" cy="2315550"/>
              <a:chOff x="8234700" y="-5937"/>
              <a:chExt cx="297100" cy="2315550"/>
            </a:xfrm>
          </p:grpSpPr>
          <p:sp>
            <p:nvSpPr>
              <p:cNvPr id="4375" name="Google Shape;4375;p18"/>
              <p:cNvSpPr/>
              <p:nvPr/>
            </p:nvSpPr>
            <p:spPr>
              <a:xfrm>
                <a:off x="8384650" y="-5937"/>
                <a:ext cx="25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1" h="86894" extrusionOk="0">
                    <a:moveTo>
                      <a:pt x="0" y="86893"/>
                    </a:move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6" name="Google Shape;4376;p18"/>
              <p:cNvSpPr/>
              <p:nvPr/>
            </p:nvSpPr>
            <p:spPr>
              <a:xfrm>
                <a:off x="8384650" y="-5937"/>
                <a:ext cx="25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1" h="86894" fill="none" extrusionOk="0">
                    <a:moveTo>
                      <a:pt x="0" y="86893"/>
                    </a:moveTo>
                    <a:lnTo>
                      <a:pt x="0" y="0"/>
                    </a:lnTo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7" name="Google Shape;4377;p18"/>
              <p:cNvSpPr/>
              <p:nvPr/>
            </p:nvSpPr>
            <p:spPr>
              <a:xfrm>
                <a:off x="8374525" y="-5937"/>
                <a:ext cx="19700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788" h="86894" extrusionOk="0">
                    <a:moveTo>
                      <a:pt x="1" y="0"/>
                    </a:moveTo>
                    <a:lnTo>
                      <a:pt x="1" y="86893"/>
                    </a:lnTo>
                    <a:lnTo>
                      <a:pt x="787" y="86893"/>
                    </a:lnTo>
                    <a:lnTo>
                      <a:pt x="78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8" name="Google Shape;4378;p18"/>
              <p:cNvSpPr/>
              <p:nvPr/>
            </p:nvSpPr>
            <p:spPr>
              <a:xfrm>
                <a:off x="8234700" y="2027088"/>
                <a:ext cx="297100" cy="282525"/>
              </a:xfrm>
              <a:custGeom>
                <a:avLst/>
                <a:gdLst/>
                <a:ahLst/>
                <a:cxnLst/>
                <a:rect l="l" t="t" r="r" b="b"/>
                <a:pathLst>
                  <a:path w="11884" h="11301" extrusionOk="0">
                    <a:moveTo>
                      <a:pt x="5931" y="1"/>
                    </a:moveTo>
                    <a:lnTo>
                      <a:pt x="3707" y="3191"/>
                    </a:lnTo>
                    <a:lnTo>
                      <a:pt x="0" y="4314"/>
                    </a:lnTo>
                    <a:lnTo>
                      <a:pt x="2337" y="7437"/>
                    </a:lnTo>
                    <a:lnTo>
                      <a:pt x="2269" y="11301"/>
                    </a:lnTo>
                    <a:lnTo>
                      <a:pt x="5931" y="10043"/>
                    </a:lnTo>
                    <a:lnTo>
                      <a:pt x="9615" y="11301"/>
                    </a:lnTo>
                    <a:lnTo>
                      <a:pt x="9548" y="7437"/>
                    </a:lnTo>
                    <a:lnTo>
                      <a:pt x="11884" y="4314"/>
                    </a:lnTo>
                    <a:lnTo>
                      <a:pt x="8155" y="3191"/>
                    </a:lnTo>
                    <a:lnTo>
                      <a:pt x="5931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379" name="Google Shape;4379;p18"/>
            <p:cNvSpPr/>
            <p:nvPr/>
          </p:nvSpPr>
          <p:spPr>
            <a:xfrm>
              <a:off x="8309450" y="2109800"/>
              <a:ext cx="147595" cy="140545"/>
            </a:xfrm>
            <a:custGeom>
              <a:avLst/>
              <a:gdLst/>
              <a:ahLst/>
              <a:cxnLst/>
              <a:rect l="l" t="t" r="r" b="b"/>
              <a:pathLst>
                <a:path w="23970" h="22825" extrusionOk="0">
                  <a:moveTo>
                    <a:pt x="11996" y="0"/>
                  </a:moveTo>
                  <a:lnTo>
                    <a:pt x="7503" y="6425"/>
                  </a:lnTo>
                  <a:lnTo>
                    <a:pt x="0" y="8716"/>
                  </a:lnTo>
                  <a:lnTo>
                    <a:pt x="4718" y="14984"/>
                  </a:lnTo>
                  <a:lnTo>
                    <a:pt x="4560" y="22824"/>
                  </a:lnTo>
                  <a:lnTo>
                    <a:pt x="11996" y="20286"/>
                  </a:lnTo>
                  <a:lnTo>
                    <a:pt x="19409" y="22824"/>
                  </a:lnTo>
                  <a:lnTo>
                    <a:pt x="19252" y="14984"/>
                  </a:lnTo>
                  <a:lnTo>
                    <a:pt x="23970" y="8716"/>
                  </a:lnTo>
                  <a:lnTo>
                    <a:pt x="16489" y="6425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424242">
                <a:alpha val="61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4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42" name="Google Shape;4942;p21"/>
          <p:cNvGrpSpPr/>
          <p:nvPr/>
        </p:nvGrpSpPr>
        <p:grpSpPr>
          <a:xfrm>
            <a:off x="162878" y="103243"/>
            <a:ext cx="8818245" cy="4937014"/>
            <a:chOff x="238125" y="857725"/>
            <a:chExt cx="7143750" cy="3999525"/>
          </a:xfrm>
        </p:grpSpPr>
        <p:sp>
          <p:nvSpPr>
            <p:cNvPr id="4943" name="Google Shape;4943;p21"/>
            <p:cNvSpPr/>
            <p:nvPr/>
          </p:nvSpPr>
          <p:spPr>
            <a:xfrm>
              <a:off x="3447000" y="857725"/>
              <a:ext cx="309925" cy="605300"/>
            </a:xfrm>
            <a:custGeom>
              <a:avLst/>
              <a:gdLst/>
              <a:ahLst/>
              <a:cxnLst/>
              <a:rect l="l" t="t" r="r" b="b"/>
              <a:pathLst>
                <a:path w="12397" h="24212" extrusionOk="0">
                  <a:moveTo>
                    <a:pt x="7955" y="463"/>
                  </a:moveTo>
                  <a:lnTo>
                    <a:pt x="8496" y="502"/>
                  </a:lnTo>
                  <a:lnTo>
                    <a:pt x="9037" y="618"/>
                  </a:lnTo>
                  <a:lnTo>
                    <a:pt x="9500" y="811"/>
                  </a:lnTo>
                  <a:lnTo>
                    <a:pt x="9925" y="1043"/>
                  </a:lnTo>
                  <a:lnTo>
                    <a:pt x="10311" y="1352"/>
                  </a:lnTo>
                  <a:lnTo>
                    <a:pt x="10659" y="1699"/>
                  </a:lnTo>
                  <a:lnTo>
                    <a:pt x="10967" y="2085"/>
                  </a:lnTo>
                  <a:lnTo>
                    <a:pt x="11238" y="2510"/>
                  </a:lnTo>
                  <a:lnTo>
                    <a:pt x="11469" y="2973"/>
                  </a:lnTo>
                  <a:lnTo>
                    <a:pt x="11663" y="3437"/>
                  </a:lnTo>
                  <a:lnTo>
                    <a:pt x="11778" y="3939"/>
                  </a:lnTo>
                  <a:lnTo>
                    <a:pt x="11856" y="4441"/>
                  </a:lnTo>
                  <a:lnTo>
                    <a:pt x="11894" y="4981"/>
                  </a:lnTo>
                  <a:lnTo>
                    <a:pt x="11894" y="5483"/>
                  </a:lnTo>
                  <a:lnTo>
                    <a:pt x="11817" y="5985"/>
                  </a:lnTo>
                  <a:lnTo>
                    <a:pt x="11701" y="6487"/>
                  </a:lnTo>
                  <a:lnTo>
                    <a:pt x="11547" y="6989"/>
                  </a:lnTo>
                  <a:lnTo>
                    <a:pt x="11315" y="7453"/>
                  </a:lnTo>
                  <a:lnTo>
                    <a:pt x="11083" y="7916"/>
                  </a:lnTo>
                  <a:lnTo>
                    <a:pt x="10813" y="8341"/>
                  </a:lnTo>
                  <a:lnTo>
                    <a:pt x="10504" y="8766"/>
                  </a:lnTo>
                  <a:lnTo>
                    <a:pt x="10195" y="9152"/>
                  </a:lnTo>
                  <a:lnTo>
                    <a:pt x="9848" y="9499"/>
                  </a:lnTo>
                  <a:lnTo>
                    <a:pt x="9461" y="9847"/>
                  </a:lnTo>
                  <a:lnTo>
                    <a:pt x="9037" y="10156"/>
                  </a:lnTo>
                  <a:lnTo>
                    <a:pt x="8651" y="10465"/>
                  </a:lnTo>
                  <a:lnTo>
                    <a:pt x="8187" y="10735"/>
                  </a:lnTo>
                  <a:lnTo>
                    <a:pt x="7762" y="11005"/>
                  </a:lnTo>
                  <a:lnTo>
                    <a:pt x="6836" y="11469"/>
                  </a:lnTo>
                  <a:lnTo>
                    <a:pt x="5870" y="11855"/>
                  </a:lnTo>
                  <a:lnTo>
                    <a:pt x="5677" y="11855"/>
                  </a:lnTo>
                  <a:lnTo>
                    <a:pt x="5639" y="11932"/>
                  </a:lnTo>
                  <a:lnTo>
                    <a:pt x="5600" y="11932"/>
                  </a:lnTo>
                  <a:lnTo>
                    <a:pt x="4982" y="11276"/>
                  </a:lnTo>
                  <a:lnTo>
                    <a:pt x="4442" y="10542"/>
                  </a:lnTo>
                  <a:lnTo>
                    <a:pt x="3978" y="9808"/>
                  </a:lnTo>
                  <a:lnTo>
                    <a:pt x="3746" y="9383"/>
                  </a:lnTo>
                  <a:lnTo>
                    <a:pt x="3592" y="8997"/>
                  </a:lnTo>
                  <a:lnTo>
                    <a:pt x="3438" y="8611"/>
                  </a:lnTo>
                  <a:lnTo>
                    <a:pt x="3283" y="8186"/>
                  </a:lnTo>
                  <a:lnTo>
                    <a:pt x="3167" y="7762"/>
                  </a:lnTo>
                  <a:lnTo>
                    <a:pt x="3090" y="7298"/>
                  </a:lnTo>
                  <a:lnTo>
                    <a:pt x="3051" y="6873"/>
                  </a:lnTo>
                  <a:lnTo>
                    <a:pt x="3013" y="6410"/>
                  </a:lnTo>
                  <a:lnTo>
                    <a:pt x="3051" y="5947"/>
                  </a:lnTo>
                  <a:lnTo>
                    <a:pt x="3090" y="5483"/>
                  </a:lnTo>
                  <a:lnTo>
                    <a:pt x="3167" y="5020"/>
                  </a:lnTo>
                  <a:lnTo>
                    <a:pt x="3244" y="4557"/>
                  </a:lnTo>
                  <a:lnTo>
                    <a:pt x="3399" y="4093"/>
                  </a:lnTo>
                  <a:lnTo>
                    <a:pt x="3592" y="3668"/>
                  </a:lnTo>
                  <a:lnTo>
                    <a:pt x="3785" y="3205"/>
                  </a:lnTo>
                  <a:lnTo>
                    <a:pt x="4055" y="2819"/>
                  </a:lnTo>
                  <a:lnTo>
                    <a:pt x="4326" y="2394"/>
                  </a:lnTo>
                  <a:lnTo>
                    <a:pt x="4635" y="2047"/>
                  </a:lnTo>
                  <a:lnTo>
                    <a:pt x="4944" y="1699"/>
                  </a:lnTo>
                  <a:lnTo>
                    <a:pt x="5330" y="1390"/>
                  </a:lnTo>
                  <a:lnTo>
                    <a:pt x="5716" y="1081"/>
                  </a:lnTo>
                  <a:lnTo>
                    <a:pt x="6102" y="850"/>
                  </a:lnTo>
                  <a:lnTo>
                    <a:pt x="6527" y="695"/>
                  </a:lnTo>
                  <a:lnTo>
                    <a:pt x="6990" y="541"/>
                  </a:lnTo>
                  <a:lnTo>
                    <a:pt x="7453" y="463"/>
                  </a:lnTo>
                  <a:close/>
                  <a:moveTo>
                    <a:pt x="5561" y="12279"/>
                  </a:moveTo>
                  <a:lnTo>
                    <a:pt x="5600" y="12318"/>
                  </a:lnTo>
                  <a:lnTo>
                    <a:pt x="5677" y="12357"/>
                  </a:lnTo>
                  <a:lnTo>
                    <a:pt x="5793" y="12897"/>
                  </a:lnTo>
                  <a:lnTo>
                    <a:pt x="5793" y="12897"/>
                  </a:lnTo>
                  <a:lnTo>
                    <a:pt x="5098" y="12588"/>
                  </a:lnTo>
                  <a:lnTo>
                    <a:pt x="5561" y="12279"/>
                  </a:lnTo>
                  <a:close/>
                  <a:moveTo>
                    <a:pt x="3322" y="12975"/>
                  </a:moveTo>
                  <a:lnTo>
                    <a:pt x="3476" y="13477"/>
                  </a:lnTo>
                  <a:lnTo>
                    <a:pt x="3553" y="13979"/>
                  </a:lnTo>
                  <a:lnTo>
                    <a:pt x="3013" y="13979"/>
                  </a:lnTo>
                  <a:lnTo>
                    <a:pt x="2781" y="13940"/>
                  </a:lnTo>
                  <a:lnTo>
                    <a:pt x="2511" y="13824"/>
                  </a:lnTo>
                  <a:lnTo>
                    <a:pt x="2936" y="13399"/>
                  </a:lnTo>
                  <a:lnTo>
                    <a:pt x="3322" y="12975"/>
                  </a:lnTo>
                  <a:close/>
                  <a:moveTo>
                    <a:pt x="3940" y="14326"/>
                  </a:moveTo>
                  <a:lnTo>
                    <a:pt x="5098" y="14519"/>
                  </a:lnTo>
                  <a:lnTo>
                    <a:pt x="4442" y="15485"/>
                  </a:lnTo>
                  <a:lnTo>
                    <a:pt x="4287" y="15214"/>
                  </a:lnTo>
                  <a:lnTo>
                    <a:pt x="4171" y="14944"/>
                  </a:lnTo>
                  <a:lnTo>
                    <a:pt x="4055" y="14635"/>
                  </a:lnTo>
                  <a:lnTo>
                    <a:pt x="3978" y="14365"/>
                  </a:lnTo>
                  <a:lnTo>
                    <a:pt x="3940" y="14326"/>
                  </a:lnTo>
                  <a:close/>
                  <a:moveTo>
                    <a:pt x="3746" y="14596"/>
                  </a:moveTo>
                  <a:lnTo>
                    <a:pt x="3824" y="14944"/>
                  </a:lnTo>
                  <a:lnTo>
                    <a:pt x="3978" y="15291"/>
                  </a:lnTo>
                  <a:lnTo>
                    <a:pt x="4133" y="15600"/>
                  </a:lnTo>
                  <a:lnTo>
                    <a:pt x="4287" y="15909"/>
                  </a:lnTo>
                  <a:lnTo>
                    <a:pt x="4364" y="15987"/>
                  </a:lnTo>
                  <a:lnTo>
                    <a:pt x="4055" y="16411"/>
                  </a:lnTo>
                  <a:lnTo>
                    <a:pt x="3746" y="16875"/>
                  </a:lnTo>
                  <a:lnTo>
                    <a:pt x="3592" y="16411"/>
                  </a:lnTo>
                  <a:lnTo>
                    <a:pt x="3476" y="15948"/>
                  </a:lnTo>
                  <a:lnTo>
                    <a:pt x="3476" y="15716"/>
                  </a:lnTo>
                  <a:lnTo>
                    <a:pt x="3476" y="15446"/>
                  </a:lnTo>
                  <a:lnTo>
                    <a:pt x="3515" y="15214"/>
                  </a:lnTo>
                  <a:lnTo>
                    <a:pt x="3553" y="14983"/>
                  </a:lnTo>
                  <a:lnTo>
                    <a:pt x="3746" y="14596"/>
                  </a:lnTo>
                  <a:close/>
                  <a:moveTo>
                    <a:pt x="4480" y="16334"/>
                  </a:moveTo>
                  <a:lnTo>
                    <a:pt x="4673" y="16759"/>
                  </a:lnTo>
                  <a:lnTo>
                    <a:pt x="4789" y="17222"/>
                  </a:lnTo>
                  <a:lnTo>
                    <a:pt x="4789" y="17222"/>
                  </a:lnTo>
                  <a:lnTo>
                    <a:pt x="4364" y="17106"/>
                  </a:lnTo>
                  <a:lnTo>
                    <a:pt x="3940" y="17029"/>
                  </a:lnTo>
                  <a:lnTo>
                    <a:pt x="4480" y="16334"/>
                  </a:lnTo>
                  <a:close/>
                  <a:moveTo>
                    <a:pt x="2472" y="16875"/>
                  </a:moveTo>
                  <a:lnTo>
                    <a:pt x="3399" y="17106"/>
                  </a:lnTo>
                  <a:lnTo>
                    <a:pt x="3476" y="17261"/>
                  </a:lnTo>
                  <a:lnTo>
                    <a:pt x="3322" y="17377"/>
                  </a:lnTo>
                  <a:lnTo>
                    <a:pt x="3167" y="17570"/>
                  </a:lnTo>
                  <a:lnTo>
                    <a:pt x="2897" y="17917"/>
                  </a:lnTo>
                  <a:lnTo>
                    <a:pt x="2665" y="17415"/>
                  </a:lnTo>
                  <a:lnTo>
                    <a:pt x="2472" y="16875"/>
                  </a:lnTo>
                  <a:close/>
                  <a:moveTo>
                    <a:pt x="3360" y="19732"/>
                  </a:moveTo>
                  <a:lnTo>
                    <a:pt x="4055" y="20427"/>
                  </a:lnTo>
                  <a:lnTo>
                    <a:pt x="3553" y="20659"/>
                  </a:lnTo>
                  <a:lnTo>
                    <a:pt x="3013" y="20968"/>
                  </a:lnTo>
                  <a:lnTo>
                    <a:pt x="3167" y="20350"/>
                  </a:lnTo>
                  <a:lnTo>
                    <a:pt x="3360" y="19732"/>
                  </a:lnTo>
                  <a:close/>
                  <a:moveTo>
                    <a:pt x="5677" y="20118"/>
                  </a:moveTo>
                  <a:lnTo>
                    <a:pt x="5986" y="20196"/>
                  </a:lnTo>
                  <a:lnTo>
                    <a:pt x="5716" y="20891"/>
                  </a:lnTo>
                  <a:lnTo>
                    <a:pt x="5368" y="21547"/>
                  </a:lnTo>
                  <a:lnTo>
                    <a:pt x="4673" y="20582"/>
                  </a:lnTo>
                  <a:lnTo>
                    <a:pt x="4635" y="20543"/>
                  </a:lnTo>
                  <a:lnTo>
                    <a:pt x="4673" y="20234"/>
                  </a:lnTo>
                  <a:lnTo>
                    <a:pt x="5021" y="20157"/>
                  </a:lnTo>
                  <a:lnTo>
                    <a:pt x="5330" y="20118"/>
                  </a:lnTo>
                  <a:close/>
                  <a:moveTo>
                    <a:pt x="7453" y="0"/>
                  </a:moveTo>
                  <a:lnTo>
                    <a:pt x="7067" y="39"/>
                  </a:lnTo>
                  <a:lnTo>
                    <a:pt x="6720" y="154"/>
                  </a:lnTo>
                  <a:lnTo>
                    <a:pt x="6334" y="270"/>
                  </a:lnTo>
                  <a:lnTo>
                    <a:pt x="5986" y="425"/>
                  </a:lnTo>
                  <a:lnTo>
                    <a:pt x="5639" y="579"/>
                  </a:lnTo>
                  <a:lnTo>
                    <a:pt x="5291" y="811"/>
                  </a:lnTo>
                  <a:lnTo>
                    <a:pt x="4944" y="1043"/>
                  </a:lnTo>
                  <a:lnTo>
                    <a:pt x="4635" y="1313"/>
                  </a:lnTo>
                  <a:lnTo>
                    <a:pt x="4364" y="1622"/>
                  </a:lnTo>
                  <a:lnTo>
                    <a:pt x="4094" y="1892"/>
                  </a:lnTo>
                  <a:lnTo>
                    <a:pt x="3824" y="2240"/>
                  </a:lnTo>
                  <a:lnTo>
                    <a:pt x="3592" y="2549"/>
                  </a:lnTo>
                  <a:lnTo>
                    <a:pt x="3399" y="2896"/>
                  </a:lnTo>
                  <a:lnTo>
                    <a:pt x="3206" y="3282"/>
                  </a:lnTo>
                  <a:lnTo>
                    <a:pt x="3051" y="3630"/>
                  </a:lnTo>
                  <a:lnTo>
                    <a:pt x="2897" y="4016"/>
                  </a:lnTo>
                  <a:lnTo>
                    <a:pt x="2781" y="4402"/>
                  </a:lnTo>
                  <a:lnTo>
                    <a:pt x="2704" y="4788"/>
                  </a:lnTo>
                  <a:lnTo>
                    <a:pt x="2627" y="5174"/>
                  </a:lnTo>
                  <a:lnTo>
                    <a:pt x="2588" y="5599"/>
                  </a:lnTo>
                  <a:lnTo>
                    <a:pt x="2549" y="5985"/>
                  </a:lnTo>
                  <a:lnTo>
                    <a:pt x="2549" y="6410"/>
                  </a:lnTo>
                  <a:lnTo>
                    <a:pt x="2549" y="6835"/>
                  </a:lnTo>
                  <a:lnTo>
                    <a:pt x="2665" y="7723"/>
                  </a:lnTo>
                  <a:lnTo>
                    <a:pt x="2742" y="8148"/>
                  </a:lnTo>
                  <a:lnTo>
                    <a:pt x="2858" y="8572"/>
                  </a:lnTo>
                  <a:lnTo>
                    <a:pt x="3013" y="8997"/>
                  </a:lnTo>
                  <a:lnTo>
                    <a:pt x="3167" y="9383"/>
                  </a:lnTo>
                  <a:lnTo>
                    <a:pt x="3322" y="9808"/>
                  </a:lnTo>
                  <a:lnTo>
                    <a:pt x="3553" y="10194"/>
                  </a:lnTo>
                  <a:lnTo>
                    <a:pt x="3746" y="10542"/>
                  </a:lnTo>
                  <a:lnTo>
                    <a:pt x="4017" y="10928"/>
                  </a:lnTo>
                  <a:lnTo>
                    <a:pt x="4287" y="11237"/>
                  </a:lnTo>
                  <a:lnTo>
                    <a:pt x="4596" y="11546"/>
                  </a:lnTo>
                  <a:lnTo>
                    <a:pt x="4905" y="11855"/>
                  </a:lnTo>
                  <a:lnTo>
                    <a:pt x="5252" y="12086"/>
                  </a:lnTo>
                  <a:lnTo>
                    <a:pt x="4557" y="12473"/>
                  </a:lnTo>
                  <a:lnTo>
                    <a:pt x="4480" y="12550"/>
                  </a:lnTo>
                  <a:lnTo>
                    <a:pt x="4442" y="12666"/>
                  </a:lnTo>
                  <a:lnTo>
                    <a:pt x="4480" y="12781"/>
                  </a:lnTo>
                  <a:lnTo>
                    <a:pt x="4596" y="12859"/>
                  </a:lnTo>
                  <a:lnTo>
                    <a:pt x="5021" y="13013"/>
                  </a:lnTo>
                  <a:lnTo>
                    <a:pt x="4673" y="13168"/>
                  </a:lnTo>
                  <a:lnTo>
                    <a:pt x="4403" y="13361"/>
                  </a:lnTo>
                  <a:lnTo>
                    <a:pt x="4094" y="13554"/>
                  </a:lnTo>
                  <a:lnTo>
                    <a:pt x="3862" y="13785"/>
                  </a:lnTo>
                  <a:lnTo>
                    <a:pt x="3824" y="13477"/>
                  </a:lnTo>
                  <a:lnTo>
                    <a:pt x="3746" y="13168"/>
                  </a:lnTo>
                  <a:lnTo>
                    <a:pt x="3631" y="12859"/>
                  </a:lnTo>
                  <a:lnTo>
                    <a:pt x="3515" y="12550"/>
                  </a:lnTo>
                  <a:lnTo>
                    <a:pt x="3476" y="12473"/>
                  </a:lnTo>
                  <a:lnTo>
                    <a:pt x="3360" y="12434"/>
                  </a:lnTo>
                  <a:lnTo>
                    <a:pt x="3283" y="12473"/>
                  </a:lnTo>
                  <a:lnTo>
                    <a:pt x="3206" y="12511"/>
                  </a:lnTo>
                  <a:lnTo>
                    <a:pt x="2665" y="13168"/>
                  </a:lnTo>
                  <a:lnTo>
                    <a:pt x="2086" y="13747"/>
                  </a:lnTo>
                  <a:lnTo>
                    <a:pt x="2047" y="13824"/>
                  </a:lnTo>
                  <a:lnTo>
                    <a:pt x="2009" y="13901"/>
                  </a:lnTo>
                  <a:lnTo>
                    <a:pt x="2047" y="13979"/>
                  </a:lnTo>
                  <a:lnTo>
                    <a:pt x="2086" y="14056"/>
                  </a:lnTo>
                  <a:lnTo>
                    <a:pt x="2395" y="14210"/>
                  </a:lnTo>
                  <a:lnTo>
                    <a:pt x="2742" y="14287"/>
                  </a:lnTo>
                  <a:lnTo>
                    <a:pt x="3051" y="14365"/>
                  </a:lnTo>
                  <a:lnTo>
                    <a:pt x="3399" y="14365"/>
                  </a:lnTo>
                  <a:lnTo>
                    <a:pt x="3244" y="14635"/>
                  </a:lnTo>
                  <a:lnTo>
                    <a:pt x="3129" y="14944"/>
                  </a:lnTo>
                  <a:lnTo>
                    <a:pt x="3090" y="15176"/>
                  </a:lnTo>
                  <a:lnTo>
                    <a:pt x="3051" y="15407"/>
                  </a:lnTo>
                  <a:lnTo>
                    <a:pt x="3051" y="15871"/>
                  </a:lnTo>
                  <a:lnTo>
                    <a:pt x="3129" y="16295"/>
                  </a:lnTo>
                  <a:lnTo>
                    <a:pt x="3244" y="16759"/>
                  </a:lnTo>
                  <a:lnTo>
                    <a:pt x="2781" y="16566"/>
                  </a:lnTo>
                  <a:lnTo>
                    <a:pt x="2279" y="16411"/>
                  </a:lnTo>
                  <a:lnTo>
                    <a:pt x="2202" y="16411"/>
                  </a:lnTo>
                  <a:lnTo>
                    <a:pt x="2125" y="16450"/>
                  </a:lnTo>
                  <a:lnTo>
                    <a:pt x="2047" y="16527"/>
                  </a:lnTo>
                  <a:lnTo>
                    <a:pt x="2047" y="16643"/>
                  </a:lnTo>
                  <a:lnTo>
                    <a:pt x="2163" y="17106"/>
                  </a:lnTo>
                  <a:lnTo>
                    <a:pt x="2279" y="17531"/>
                  </a:lnTo>
                  <a:lnTo>
                    <a:pt x="2472" y="17956"/>
                  </a:lnTo>
                  <a:lnTo>
                    <a:pt x="2704" y="18381"/>
                  </a:lnTo>
                  <a:lnTo>
                    <a:pt x="2781" y="18458"/>
                  </a:lnTo>
                  <a:lnTo>
                    <a:pt x="2858" y="18496"/>
                  </a:lnTo>
                  <a:lnTo>
                    <a:pt x="2936" y="18458"/>
                  </a:lnTo>
                  <a:lnTo>
                    <a:pt x="3013" y="18381"/>
                  </a:lnTo>
                  <a:lnTo>
                    <a:pt x="3322" y="18033"/>
                  </a:lnTo>
                  <a:lnTo>
                    <a:pt x="3515" y="17801"/>
                  </a:lnTo>
                  <a:lnTo>
                    <a:pt x="3631" y="17608"/>
                  </a:lnTo>
                  <a:lnTo>
                    <a:pt x="3708" y="17763"/>
                  </a:lnTo>
                  <a:lnTo>
                    <a:pt x="3978" y="18342"/>
                  </a:lnTo>
                  <a:lnTo>
                    <a:pt x="4133" y="18960"/>
                  </a:lnTo>
                  <a:lnTo>
                    <a:pt x="4248" y="19539"/>
                  </a:lnTo>
                  <a:lnTo>
                    <a:pt x="4248" y="20157"/>
                  </a:lnTo>
                  <a:lnTo>
                    <a:pt x="3438" y="19307"/>
                  </a:lnTo>
                  <a:lnTo>
                    <a:pt x="3399" y="19269"/>
                  </a:lnTo>
                  <a:lnTo>
                    <a:pt x="3206" y="19269"/>
                  </a:lnTo>
                  <a:lnTo>
                    <a:pt x="3167" y="19346"/>
                  </a:lnTo>
                  <a:lnTo>
                    <a:pt x="2974" y="19809"/>
                  </a:lnTo>
                  <a:lnTo>
                    <a:pt x="2781" y="20273"/>
                  </a:lnTo>
                  <a:lnTo>
                    <a:pt x="2665" y="20775"/>
                  </a:lnTo>
                  <a:lnTo>
                    <a:pt x="2627" y="21315"/>
                  </a:lnTo>
                  <a:lnTo>
                    <a:pt x="2627" y="21393"/>
                  </a:lnTo>
                  <a:lnTo>
                    <a:pt x="2704" y="21470"/>
                  </a:lnTo>
                  <a:lnTo>
                    <a:pt x="2781" y="21508"/>
                  </a:lnTo>
                  <a:lnTo>
                    <a:pt x="2897" y="21470"/>
                  </a:lnTo>
                  <a:lnTo>
                    <a:pt x="3515" y="21161"/>
                  </a:lnTo>
                  <a:lnTo>
                    <a:pt x="4171" y="20775"/>
                  </a:lnTo>
                  <a:lnTo>
                    <a:pt x="4055" y="21161"/>
                  </a:lnTo>
                  <a:lnTo>
                    <a:pt x="3901" y="21547"/>
                  </a:lnTo>
                  <a:lnTo>
                    <a:pt x="3669" y="22049"/>
                  </a:lnTo>
                  <a:lnTo>
                    <a:pt x="3322" y="22551"/>
                  </a:lnTo>
                  <a:lnTo>
                    <a:pt x="2897" y="23014"/>
                  </a:lnTo>
                  <a:lnTo>
                    <a:pt x="2627" y="23246"/>
                  </a:lnTo>
                  <a:lnTo>
                    <a:pt x="2395" y="23401"/>
                  </a:lnTo>
                  <a:lnTo>
                    <a:pt x="2125" y="23594"/>
                  </a:lnTo>
                  <a:lnTo>
                    <a:pt x="1854" y="23709"/>
                  </a:lnTo>
                  <a:lnTo>
                    <a:pt x="1584" y="23787"/>
                  </a:lnTo>
                  <a:lnTo>
                    <a:pt x="1314" y="23787"/>
                  </a:lnTo>
                  <a:lnTo>
                    <a:pt x="1082" y="23748"/>
                  </a:lnTo>
                  <a:lnTo>
                    <a:pt x="812" y="23671"/>
                  </a:lnTo>
                  <a:lnTo>
                    <a:pt x="541" y="23516"/>
                  </a:lnTo>
                  <a:lnTo>
                    <a:pt x="310" y="23285"/>
                  </a:lnTo>
                  <a:lnTo>
                    <a:pt x="233" y="23246"/>
                  </a:lnTo>
                  <a:lnTo>
                    <a:pt x="78" y="23246"/>
                  </a:lnTo>
                  <a:lnTo>
                    <a:pt x="39" y="23362"/>
                  </a:lnTo>
                  <a:lnTo>
                    <a:pt x="1" y="23401"/>
                  </a:lnTo>
                  <a:lnTo>
                    <a:pt x="39" y="23478"/>
                  </a:lnTo>
                  <a:lnTo>
                    <a:pt x="155" y="23632"/>
                  </a:lnTo>
                  <a:lnTo>
                    <a:pt x="271" y="23787"/>
                  </a:lnTo>
                  <a:lnTo>
                    <a:pt x="387" y="23903"/>
                  </a:lnTo>
                  <a:lnTo>
                    <a:pt x="541" y="24018"/>
                  </a:lnTo>
                  <a:lnTo>
                    <a:pt x="696" y="24096"/>
                  </a:lnTo>
                  <a:lnTo>
                    <a:pt x="889" y="24134"/>
                  </a:lnTo>
                  <a:lnTo>
                    <a:pt x="1236" y="24211"/>
                  </a:lnTo>
                  <a:lnTo>
                    <a:pt x="1584" y="24173"/>
                  </a:lnTo>
                  <a:lnTo>
                    <a:pt x="1970" y="24096"/>
                  </a:lnTo>
                  <a:lnTo>
                    <a:pt x="2318" y="23941"/>
                  </a:lnTo>
                  <a:lnTo>
                    <a:pt x="2665" y="23748"/>
                  </a:lnTo>
                  <a:lnTo>
                    <a:pt x="3013" y="23478"/>
                  </a:lnTo>
                  <a:lnTo>
                    <a:pt x="3322" y="23207"/>
                  </a:lnTo>
                  <a:lnTo>
                    <a:pt x="3631" y="22860"/>
                  </a:lnTo>
                  <a:lnTo>
                    <a:pt x="3901" y="22512"/>
                  </a:lnTo>
                  <a:lnTo>
                    <a:pt x="4133" y="22126"/>
                  </a:lnTo>
                  <a:lnTo>
                    <a:pt x="4326" y="21702"/>
                  </a:lnTo>
                  <a:lnTo>
                    <a:pt x="4480" y="21315"/>
                  </a:lnTo>
                  <a:lnTo>
                    <a:pt x="4596" y="20852"/>
                  </a:lnTo>
                  <a:lnTo>
                    <a:pt x="5214" y="21972"/>
                  </a:lnTo>
                  <a:lnTo>
                    <a:pt x="5291" y="22049"/>
                  </a:lnTo>
                  <a:lnTo>
                    <a:pt x="5368" y="22088"/>
                  </a:lnTo>
                  <a:lnTo>
                    <a:pt x="5446" y="22049"/>
                  </a:lnTo>
                  <a:lnTo>
                    <a:pt x="5523" y="22010"/>
                  </a:lnTo>
                  <a:lnTo>
                    <a:pt x="5793" y="21547"/>
                  </a:lnTo>
                  <a:lnTo>
                    <a:pt x="6025" y="21084"/>
                  </a:lnTo>
                  <a:lnTo>
                    <a:pt x="6411" y="20118"/>
                  </a:lnTo>
                  <a:lnTo>
                    <a:pt x="6411" y="20041"/>
                  </a:lnTo>
                  <a:lnTo>
                    <a:pt x="6411" y="19964"/>
                  </a:lnTo>
                  <a:lnTo>
                    <a:pt x="6372" y="19925"/>
                  </a:lnTo>
                  <a:lnTo>
                    <a:pt x="6295" y="19887"/>
                  </a:lnTo>
                  <a:lnTo>
                    <a:pt x="5909" y="19771"/>
                  </a:lnTo>
                  <a:lnTo>
                    <a:pt x="5484" y="19732"/>
                  </a:lnTo>
                  <a:lnTo>
                    <a:pt x="5098" y="19732"/>
                  </a:lnTo>
                  <a:lnTo>
                    <a:pt x="4673" y="19848"/>
                  </a:lnTo>
                  <a:lnTo>
                    <a:pt x="4635" y="19230"/>
                  </a:lnTo>
                  <a:lnTo>
                    <a:pt x="4519" y="18651"/>
                  </a:lnTo>
                  <a:lnTo>
                    <a:pt x="4287" y="18033"/>
                  </a:lnTo>
                  <a:lnTo>
                    <a:pt x="4055" y="17454"/>
                  </a:lnTo>
                  <a:lnTo>
                    <a:pt x="4055" y="17454"/>
                  </a:lnTo>
                  <a:lnTo>
                    <a:pt x="4519" y="17531"/>
                  </a:lnTo>
                  <a:lnTo>
                    <a:pt x="4982" y="17608"/>
                  </a:lnTo>
                  <a:lnTo>
                    <a:pt x="5059" y="17608"/>
                  </a:lnTo>
                  <a:lnTo>
                    <a:pt x="5098" y="17531"/>
                  </a:lnTo>
                  <a:lnTo>
                    <a:pt x="5137" y="17492"/>
                  </a:lnTo>
                  <a:lnTo>
                    <a:pt x="5137" y="17377"/>
                  </a:lnTo>
                  <a:lnTo>
                    <a:pt x="5098" y="17029"/>
                  </a:lnTo>
                  <a:lnTo>
                    <a:pt x="4982" y="16643"/>
                  </a:lnTo>
                  <a:lnTo>
                    <a:pt x="4828" y="16295"/>
                  </a:lnTo>
                  <a:lnTo>
                    <a:pt x="4673" y="15987"/>
                  </a:lnTo>
                  <a:lnTo>
                    <a:pt x="4596" y="15909"/>
                  </a:lnTo>
                  <a:lnTo>
                    <a:pt x="4635" y="15909"/>
                  </a:lnTo>
                  <a:lnTo>
                    <a:pt x="5600" y="14481"/>
                  </a:lnTo>
                  <a:lnTo>
                    <a:pt x="5639" y="14365"/>
                  </a:lnTo>
                  <a:lnTo>
                    <a:pt x="5600" y="14287"/>
                  </a:lnTo>
                  <a:lnTo>
                    <a:pt x="5561" y="14210"/>
                  </a:lnTo>
                  <a:lnTo>
                    <a:pt x="5446" y="14172"/>
                  </a:lnTo>
                  <a:lnTo>
                    <a:pt x="4210" y="13979"/>
                  </a:lnTo>
                  <a:lnTo>
                    <a:pt x="4480" y="13747"/>
                  </a:lnTo>
                  <a:lnTo>
                    <a:pt x="4789" y="13554"/>
                  </a:lnTo>
                  <a:lnTo>
                    <a:pt x="5098" y="13361"/>
                  </a:lnTo>
                  <a:lnTo>
                    <a:pt x="5407" y="13168"/>
                  </a:lnTo>
                  <a:lnTo>
                    <a:pt x="6025" y="13399"/>
                  </a:lnTo>
                  <a:lnTo>
                    <a:pt x="6141" y="13438"/>
                  </a:lnTo>
                  <a:lnTo>
                    <a:pt x="6218" y="13361"/>
                  </a:lnTo>
                  <a:lnTo>
                    <a:pt x="6256" y="13283"/>
                  </a:lnTo>
                  <a:lnTo>
                    <a:pt x="6295" y="13168"/>
                  </a:lnTo>
                  <a:lnTo>
                    <a:pt x="6179" y="12704"/>
                  </a:lnTo>
                  <a:lnTo>
                    <a:pt x="6063" y="12241"/>
                  </a:lnTo>
                  <a:lnTo>
                    <a:pt x="6913" y="11932"/>
                  </a:lnTo>
                  <a:lnTo>
                    <a:pt x="7724" y="11584"/>
                  </a:lnTo>
                  <a:lnTo>
                    <a:pt x="8535" y="11121"/>
                  </a:lnTo>
                  <a:lnTo>
                    <a:pt x="9268" y="10619"/>
                  </a:lnTo>
                  <a:lnTo>
                    <a:pt x="9963" y="10078"/>
                  </a:lnTo>
                  <a:lnTo>
                    <a:pt x="10311" y="9770"/>
                  </a:lnTo>
                  <a:lnTo>
                    <a:pt x="10620" y="9422"/>
                  </a:lnTo>
                  <a:lnTo>
                    <a:pt x="10890" y="9074"/>
                  </a:lnTo>
                  <a:lnTo>
                    <a:pt x="11161" y="8727"/>
                  </a:lnTo>
                  <a:lnTo>
                    <a:pt x="11392" y="8341"/>
                  </a:lnTo>
                  <a:lnTo>
                    <a:pt x="11624" y="7955"/>
                  </a:lnTo>
                  <a:lnTo>
                    <a:pt x="11817" y="7568"/>
                  </a:lnTo>
                  <a:lnTo>
                    <a:pt x="11971" y="7182"/>
                  </a:lnTo>
                  <a:lnTo>
                    <a:pt x="12126" y="6758"/>
                  </a:lnTo>
                  <a:lnTo>
                    <a:pt x="12242" y="6333"/>
                  </a:lnTo>
                  <a:lnTo>
                    <a:pt x="12319" y="5947"/>
                  </a:lnTo>
                  <a:lnTo>
                    <a:pt x="12358" y="5522"/>
                  </a:lnTo>
                  <a:lnTo>
                    <a:pt x="12396" y="5097"/>
                  </a:lnTo>
                  <a:lnTo>
                    <a:pt x="12396" y="4672"/>
                  </a:lnTo>
                  <a:lnTo>
                    <a:pt x="12358" y="4248"/>
                  </a:lnTo>
                  <a:lnTo>
                    <a:pt x="12280" y="3823"/>
                  </a:lnTo>
                  <a:lnTo>
                    <a:pt x="12203" y="3437"/>
                  </a:lnTo>
                  <a:lnTo>
                    <a:pt x="12049" y="3051"/>
                  </a:lnTo>
                  <a:lnTo>
                    <a:pt x="11894" y="2664"/>
                  </a:lnTo>
                  <a:lnTo>
                    <a:pt x="11701" y="2278"/>
                  </a:lnTo>
                  <a:lnTo>
                    <a:pt x="11469" y="1892"/>
                  </a:lnTo>
                  <a:lnTo>
                    <a:pt x="11161" y="1545"/>
                  </a:lnTo>
                  <a:lnTo>
                    <a:pt x="10890" y="1274"/>
                  </a:lnTo>
                  <a:lnTo>
                    <a:pt x="10620" y="1004"/>
                  </a:lnTo>
                  <a:lnTo>
                    <a:pt x="10311" y="772"/>
                  </a:lnTo>
                  <a:lnTo>
                    <a:pt x="9963" y="579"/>
                  </a:lnTo>
                  <a:lnTo>
                    <a:pt x="9655" y="386"/>
                  </a:lnTo>
                  <a:lnTo>
                    <a:pt x="9307" y="232"/>
                  </a:lnTo>
                  <a:lnTo>
                    <a:pt x="8921" y="116"/>
                  </a:lnTo>
                  <a:lnTo>
                    <a:pt x="8573" y="39"/>
                  </a:lnTo>
                  <a:lnTo>
                    <a:pt x="818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4" name="Google Shape;4944;p21"/>
            <p:cNvSpPr/>
            <p:nvPr/>
          </p:nvSpPr>
          <p:spPr>
            <a:xfrm>
              <a:off x="5860425" y="885700"/>
              <a:ext cx="324400" cy="208550"/>
            </a:xfrm>
            <a:custGeom>
              <a:avLst/>
              <a:gdLst/>
              <a:ahLst/>
              <a:cxnLst/>
              <a:rect l="l" t="t" r="r" b="b"/>
              <a:pathLst>
                <a:path w="12976" h="8342" extrusionOk="0">
                  <a:moveTo>
                    <a:pt x="6759" y="310"/>
                  </a:moveTo>
                  <a:lnTo>
                    <a:pt x="6874" y="348"/>
                  </a:lnTo>
                  <a:lnTo>
                    <a:pt x="7029" y="387"/>
                  </a:lnTo>
                  <a:lnTo>
                    <a:pt x="7222" y="503"/>
                  </a:lnTo>
                  <a:lnTo>
                    <a:pt x="7299" y="503"/>
                  </a:lnTo>
                  <a:lnTo>
                    <a:pt x="7454" y="773"/>
                  </a:lnTo>
                  <a:lnTo>
                    <a:pt x="7569" y="1043"/>
                  </a:lnTo>
                  <a:lnTo>
                    <a:pt x="7608" y="1352"/>
                  </a:lnTo>
                  <a:lnTo>
                    <a:pt x="7569" y="1661"/>
                  </a:lnTo>
                  <a:lnTo>
                    <a:pt x="7492" y="1970"/>
                  </a:lnTo>
                  <a:lnTo>
                    <a:pt x="7415" y="2240"/>
                  </a:lnTo>
                  <a:lnTo>
                    <a:pt x="7222" y="2858"/>
                  </a:lnTo>
                  <a:lnTo>
                    <a:pt x="6411" y="4905"/>
                  </a:lnTo>
                  <a:lnTo>
                    <a:pt x="6411" y="4944"/>
                  </a:lnTo>
                  <a:lnTo>
                    <a:pt x="6295" y="4944"/>
                  </a:lnTo>
                  <a:lnTo>
                    <a:pt x="6218" y="3978"/>
                  </a:lnTo>
                  <a:lnTo>
                    <a:pt x="6141" y="2974"/>
                  </a:lnTo>
                  <a:lnTo>
                    <a:pt x="6141" y="1854"/>
                  </a:lnTo>
                  <a:lnTo>
                    <a:pt x="6179" y="1352"/>
                  </a:lnTo>
                  <a:lnTo>
                    <a:pt x="6218" y="1043"/>
                  </a:lnTo>
                  <a:lnTo>
                    <a:pt x="6295" y="735"/>
                  </a:lnTo>
                  <a:lnTo>
                    <a:pt x="6450" y="503"/>
                  </a:lnTo>
                  <a:lnTo>
                    <a:pt x="6527" y="426"/>
                  </a:lnTo>
                  <a:lnTo>
                    <a:pt x="6643" y="348"/>
                  </a:lnTo>
                  <a:lnTo>
                    <a:pt x="6759" y="310"/>
                  </a:lnTo>
                  <a:close/>
                  <a:moveTo>
                    <a:pt x="11972" y="4712"/>
                  </a:moveTo>
                  <a:lnTo>
                    <a:pt x="12087" y="4750"/>
                  </a:lnTo>
                  <a:lnTo>
                    <a:pt x="12165" y="4828"/>
                  </a:lnTo>
                  <a:lnTo>
                    <a:pt x="12281" y="4905"/>
                  </a:lnTo>
                  <a:lnTo>
                    <a:pt x="12319" y="4982"/>
                  </a:lnTo>
                  <a:lnTo>
                    <a:pt x="12396" y="5137"/>
                  </a:lnTo>
                  <a:lnTo>
                    <a:pt x="12435" y="5484"/>
                  </a:lnTo>
                  <a:lnTo>
                    <a:pt x="12319" y="5600"/>
                  </a:lnTo>
                  <a:lnTo>
                    <a:pt x="12126" y="5677"/>
                  </a:lnTo>
                  <a:lnTo>
                    <a:pt x="11933" y="5754"/>
                  </a:lnTo>
                  <a:lnTo>
                    <a:pt x="11701" y="5793"/>
                  </a:lnTo>
                  <a:lnTo>
                    <a:pt x="11199" y="5832"/>
                  </a:lnTo>
                  <a:lnTo>
                    <a:pt x="10041" y="5832"/>
                  </a:lnTo>
                  <a:lnTo>
                    <a:pt x="9230" y="5754"/>
                  </a:lnTo>
                  <a:lnTo>
                    <a:pt x="8612" y="5677"/>
                  </a:lnTo>
                  <a:lnTo>
                    <a:pt x="7994" y="5561"/>
                  </a:lnTo>
                  <a:lnTo>
                    <a:pt x="6759" y="5252"/>
                  </a:lnTo>
                  <a:lnTo>
                    <a:pt x="7956" y="5021"/>
                  </a:lnTo>
                  <a:lnTo>
                    <a:pt x="9191" y="4866"/>
                  </a:lnTo>
                  <a:lnTo>
                    <a:pt x="9925" y="4789"/>
                  </a:lnTo>
                  <a:lnTo>
                    <a:pt x="10659" y="4750"/>
                  </a:lnTo>
                  <a:lnTo>
                    <a:pt x="11354" y="4712"/>
                  </a:lnTo>
                  <a:close/>
                  <a:moveTo>
                    <a:pt x="5639" y="5754"/>
                  </a:moveTo>
                  <a:lnTo>
                    <a:pt x="4558" y="6449"/>
                  </a:lnTo>
                  <a:lnTo>
                    <a:pt x="3438" y="7106"/>
                  </a:lnTo>
                  <a:lnTo>
                    <a:pt x="2820" y="7376"/>
                  </a:lnTo>
                  <a:lnTo>
                    <a:pt x="2202" y="7685"/>
                  </a:lnTo>
                  <a:lnTo>
                    <a:pt x="1816" y="7801"/>
                  </a:lnTo>
                  <a:lnTo>
                    <a:pt x="1430" y="7917"/>
                  </a:lnTo>
                  <a:lnTo>
                    <a:pt x="1121" y="7955"/>
                  </a:lnTo>
                  <a:lnTo>
                    <a:pt x="928" y="7917"/>
                  </a:lnTo>
                  <a:lnTo>
                    <a:pt x="851" y="7878"/>
                  </a:lnTo>
                  <a:lnTo>
                    <a:pt x="773" y="7801"/>
                  </a:lnTo>
                  <a:lnTo>
                    <a:pt x="735" y="7685"/>
                  </a:lnTo>
                  <a:lnTo>
                    <a:pt x="696" y="7531"/>
                  </a:lnTo>
                  <a:lnTo>
                    <a:pt x="696" y="7376"/>
                  </a:lnTo>
                  <a:lnTo>
                    <a:pt x="696" y="7222"/>
                  </a:lnTo>
                  <a:lnTo>
                    <a:pt x="735" y="7145"/>
                  </a:lnTo>
                  <a:lnTo>
                    <a:pt x="812" y="7067"/>
                  </a:lnTo>
                  <a:lnTo>
                    <a:pt x="1005" y="6990"/>
                  </a:lnTo>
                  <a:lnTo>
                    <a:pt x="1275" y="6874"/>
                  </a:lnTo>
                  <a:lnTo>
                    <a:pt x="1893" y="6643"/>
                  </a:lnTo>
                  <a:lnTo>
                    <a:pt x="2743" y="6449"/>
                  </a:lnTo>
                  <a:lnTo>
                    <a:pt x="3592" y="6295"/>
                  </a:lnTo>
                  <a:lnTo>
                    <a:pt x="4635" y="6063"/>
                  </a:lnTo>
                  <a:lnTo>
                    <a:pt x="5137" y="5909"/>
                  </a:lnTo>
                  <a:lnTo>
                    <a:pt x="5639" y="5754"/>
                  </a:lnTo>
                  <a:close/>
                  <a:moveTo>
                    <a:pt x="6952" y="1"/>
                  </a:moveTo>
                  <a:lnTo>
                    <a:pt x="6720" y="39"/>
                  </a:lnTo>
                  <a:lnTo>
                    <a:pt x="6527" y="117"/>
                  </a:lnTo>
                  <a:lnTo>
                    <a:pt x="6334" y="233"/>
                  </a:lnTo>
                  <a:lnTo>
                    <a:pt x="6141" y="426"/>
                  </a:lnTo>
                  <a:lnTo>
                    <a:pt x="5986" y="619"/>
                  </a:lnTo>
                  <a:lnTo>
                    <a:pt x="5909" y="812"/>
                  </a:lnTo>
                  <a:lnTo>
                    <a:pt x="5793" y="1275"/>
                  </a:lnTo>
                  <a:lnTo>
                    <a:pt x="5793" y="1777"/>
                  </a:lnTo>
                  <a:lnTo>
                    <a:pt x="5832" y="2742"/>
                  </a:lnTo>
                  <a:lnTo>
                    <a:pt x="5909" y="3901"/>
                  </a:lnTo>
                  <a:lnTo>
                    <a:pt x="5986" y="4480"/>
                  </a:lnTo>
                  <a:lnTo>
                    <a:pt x="6064" y="5021"/>
                  </a:lnTo>
                  <a:lnTo>
                    <a:pt x="6025" y="5137"/>
                  </a:lnTo>
                  <a:lnTo>
                    <a:pt x="6064" y="5252"/>
                  </a:lnTo>
                  <a:lnTo>
                    <a:pt x="5523" y="5446"/>
                  </a:lnTo>
                  <a:lnTo>
                    <a:pt x="4982" y="5561"/>
                  </a:lnTo>
                  <a:lnTo>
                    <a:pt x="3940" y="5832"/>
                  </a:lnTo>
                  <a:lnTo>
                    <a:pt x="2858" y="6025"/>
                  </a:lnTo>
                  <a:lnTo>
                    <a:pt x="2318" y="6179"/>
                  </a:lnTo>
                  <a:lnTo>
                    <a:pt x="1777" y="6295"/>
                  </a:lnTo>
                  <a:lnTo>
                    <a:pt x="1198" y="6488"/>
                  </a:lnTo>
                  <a:lnTo>
                    <a:pt x="851" y="6643"/>
                  </a:lnTo>
                  <a:lnTo>
                    <a:pt x="503" y="6836"/>
                  </a:lnTo>
                  <a:lnTo>
                    <a:pt x="233" y="7029"/>
                  </a:lnTo>
                  <a:lnTo>
                    <a:pt x="117" y="7145"/>
                  </a:lnTo>
                  <a:lnTo>
                    <a:pt x="40" y="7299"/>
                  </a:lnTo>
                  <a:lnTo>
                    <a:pt x="1" y="7415"/>
                  </a:lnTo>
                  <a:lnTo>
                    <a:pt x="1" y="7569"/>
                  </a:lnTo>
                  <a:lnTo>
                    <a:pt x="40" y="7724"/>
                  </a:lnTo>
                  <a:lnTo>
                    <a:pt x="117" y="7917"/>
                  </a:lnTo>
                  <a:lnTo>
                    <a:pt x="233" y="8033"/>
                  </a:lnTo>
                  <a:lnTo>
                    <a:pt x="349" y="8149"/>
                  </a:lnTo>
                  <a:lnTo>
                    <a:pt x="503" y="8226"/>
                  </a:lnTo>
                  <a:lnTo>
                    <a:pt x="619" y="8264"/>
                  </a:lnTo>
                  <a:lnTo>
                    <a:pt x="928" y="8342"/>
                  </a:lnTo>
                  <a:lnTo>
                    <a:pt x="1275" y="8342"/>
                  </a:lnTo>
                  <a:lnTo>
                    <a:pt x="1623" y="8303"/>
                  </a:lnTo>
                  <a:lnTo>
                    <a:pt x="1932" y="8187"/>
                  </a:lnTo>
                  <a:lnTo>
                    <a:pt x="2550" y="7994"/>
                  </a:lnTo>
                  <a:lnTo>
                    <a:pt x="3554" y="7531"/>
                  </a:lnTo>
                  <a:lnTo>
                    <a:pt x="4519" y="6990"/>
                  </a:lnTo>
                  <a:lnTo>
                    <a:pt x="5446" y="6372"/>
                  </a:lnTo>
                  <a:lnTo>
                    <a:pt x="5909" y="6063"/>
                  </a:lnTo>
                  <a:lnTo>
                    <a:pt x="6334" y="5716"/>
                  </a:lnTo>
                  <a:lnTo>
                    <a:pt x="6527" y="6102"/>
                  </a:lnTo>
                  <a:lnTo>
                    <a:pt x="6643" y="6295"/>
                  </a:lnTo>
                  <a:lnTo>
                    <a:pt x="6759" y="6449"/>
                  </a:lnTo>
                  <a:lnTo>
                    <a:pt x="7029" y="6372"/>
                  </a:lnTo>
                  <a:lnTo>
                    <a:pt x="7029" y="6334"/>
                  </a:lnTo>
                  <a:lnTo>
                    <a:pt x="6836" y="5986"/>
                  </a:lnTo>
                  <a:lnTo>
                    <a:pt x="6759" y="5832"/>
                  </a:lnTo>
                  <a:lnTo>
                    <a:pt x="6720" y="5639"/>
                  </a:lnTo>
                  <a:lnTo>
                    <a:pt x="6720" y="5561"/>
                  </a:lnTo>
                  <a:lnTo>
                    <a:pt x="7569" y="5832"/>
                  </a:lnTo>
                  <a:lnTo>
                    <a:pt x="8496" y="6063"/>
                  </a:lnTo>
                  <a:lnTo>
                    <a:pt x="9384" y="6179"/>
                  </a:lnTo>
                  <a:lnTo>
                    <a:pt x="10311" y="6218"/>
                  </a:lnTo>
                  <a:lnTo>
                    <a:pt x="11006" y="6218"/>
                  </a:lnTo>
                  <a:lnTo>
                    <a:pt x="11470" y="6179"/>
                  </a:lnTo>
                  <a:lnTo>
                    <a:pt x="11933" y="6141"/>
                  </a:lnTo>
                  <a:lnTo>
                    <a:pt x="12358" y="5986"/>
                  </a:lnTo>
                  <a:lnTo>
                    <a:pt x="12512" y="5909"/>
                  </a:lnTo>
                  <a:lnTo>
                    <a:pt x="12667" y="5793"/>
                  </a:lnTo>
                  <a:lnTo>
                    <a:pt x="12821" y="5677"/>
                  </a:lnTo>
                  <a:lnTo>
                    <a:pt x="12898" y="5523"/>
                  </a:lnTo>
                  <a:lnTo>
                    <a:pt x="12976" y="5368"/>
                  </a:lnTo>
                  <a:lnTo>
                    <a:pt x="12976" y="5175"/>
                  </a:lnTo>
                  <a:lnTo>
                    <a:pt x="12976" y="4982"/>
                  </a:lnTo>
                  <a:lnTo>
                    <a:pt x="12898" y="4828"/>
                  </a:lnTo>
                  <a:lnTo>
                    <a:pt x="12821" y="4712"/>
                  </a:lnTo>
                  <a:lnTo>
                    <a:pt x="12744" y="4635"/>
                  </a:lnTo>
                  <a:lnTo>
                    <a:pt x="12628" y="4519"/>
                  </a:lnTo>
                  <a:lnTo>
                    <a:pt x="12474" y="4480"/>
                  </a:lnTo>
                  <a:lnTo>
                    <a:pt x="12165" y="4364"/>
                  </a:lnTo>
                  <a:lnTo>
                    <a:pt x="11817" y="4326"/>
                  </a:lnTo>
                  <a:lnTo>
                    <a:pt x="11470" y="4326"/>
                  </a:lnTo>
                  <a:lnTo>
                    <a:pt x="10890" y="4364"/>
                  </a:lnTo>
                  <a:lnTo>
                    <a:pt x="9848" y="4403"/>
                  </a:lnTo>
                  <a:lnTo>
                    <a:pt x="8844" y="4480"/>
                  </a:lnTo>
                  <a:lnTo>
                    <a:pt x="7840" y="4635"/>
                  </a:lnTo>
                  <a:lnTo>
                    <a:pt x="6836" y="4828"/>
                  </a:lnTo>
                  <a:lnTo>
                    <a:pt x="7376" y="3476"/>
                  </a:lnTo>
                  <a:lnTo>
                    <a:pt x="7647" y="2742"/>
                  </a:lnTo>
                  <a:lnTo>
                    <a:pt x="7840" y="2047"/>
                  </a:lnTo>
                  <a:lnTo>
                    <a:pt x="7917" y="1816"/>
                  </a:lnTo>
                  <a:lnTo>
                    <a:pt x="7917" y="1545"/>
                  </a:lnTo>
                  <a:lnTo>
                    <a:pt x="7917" y="1314"/>
                  </a:lnTo>
                  <a:lnTo>
                    <a:pt x="7878" y="1082"/>
                  </a:lnTo>
                  <a:lnTo>
                    <a:pt x="7801" y="850"/>
                  </a:lnTo>
                  <a:lnTo>
                    <a:pt x="7685" y="619"/>
                  </a:lnTo>
                  <a:lnTo>
                    <a:pt x="7531" y="426"/>
                  </a:lnTo>
                  <a:lnTo>
                    <a:pt x="7338" y="271"/>
                  </a:lnTo>
                  <a:lnTo>
                    <a:pt x="7261" y="155"/>
                  </a:lnTo>
                  <a:lnTo>
                    <a:pt x="7145" y="78"/>
                  </a:lnTo>
                  <a:lnTo>
                    <a:pt x="695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5" name="Google Shape;4945;p21"/>
            <p:cNvSpPr/>
            <p:nvPr/>
          </p:nvSpPr>
          <p:spPr>
            <a:xfrm>
              <a:off x="6760175" y="920450"/>
              <a:ext cx="375550" cy="387150"/>
            </a:xfrm>
            <a:custGeom>
              <a:avLst/>
              <a:gdLst/>
              <a:ahLst/>
              <a:cxnLst/>
              <a:rect l="l" t="t" r="r" b="b"/>
              <a:pathLst>
                <a:path w="15022" h="15486" extrusionOk="0">
                  <a:moveTo>
                    <a:pt x="7491" y="503"/>
                  </a:moveTo>
                  <a:lnTo>
                    <a:pt x="8032" y="542"/>
                  </a:lnTo>
                  <a:lnTo>
                    <a:pt x="8611" y="580"/>
                  </a:lnTo>
                  <a:lnTo>
                    <a:pt x="9152" y="696"/>
                  </a:lnTo>
                  <a:lnTo>
                    <a:pt x="9692" y="850"/>
                  </a:lnTo>
                  <a:lnTo>
                    <a:pt x="10194" y="1044"/>
                  </a:lnTo>
                  <a:lnTo>
                    <a:pt x="10696" y="1275"/>
                  </a:lnTo>
                  <a:lnTo>
                    <a:pt x="11160" y="1546"/>
                  </a:lnTo>
                  <a:lnTo>
                    <a:pt x="11623" y="1816"/>
                  </a:lnTo>
                  <a:lnTo>
                    <a:pt x="10812" y="2202"/>
                  </a:lnTo>
                  <a:lnTo>
                    <a:pt x="10079" y="2627"/>
                  </a:lnTo>
                  <a:lnTo>
                    <a:pt x="9306" y="3090"/>
                  </a:lnTo>
                  <a:lnTo>
                    <a:pt x="8611" y="3631"/>
                  </a:lnTo>
                  <a:lnTo>
                    <a:pt x="7955" y="4171"/>
                  </a:lnTo>
                  <a:lnTo>
                    <a:pt x="7298" y="4789"/>
                  </a:lnTo>
                  <a:lnTo>
                    <a:pt x="6719" y="5446"/>
                  </a:lnTo>
                  <a:lnTo>
                    <a:pt x="6140" y="6141"/>
                  </a:lnTo>
                  <a:lnTo>
                    <a:pt x="5638" y="6874"/>
                  </a:lnTo>
                  <a:lnTo>
                    <a:pt x="5213" y="7647"/>
                  </a:lnTo>
                  <a:lnTo>
                    <a:pt x="4788" y="8419"/>
                  </a:lnTo>
                  <a:lnTo>
                    <a:pt x="4479" y="9230"/>
                  </a:lnTo>
                  <a:lnTo>
                    <a:pt x="4170" y="10041"/>
                  </a:lnTo>
                  <a:lnTo>
                    <a:pt x="3977" y="10890"/>
                  </a:lnTo>
                  <a:lnTo>
                    <a:pt x="3823" y="11778"/>
                  </a:lnTo>
                  <a:lnTo>
                    <a:pt x="3746" y="12667"/>
                  </a:lnTo>
                  <a:lnTo>
                    <a:pt x="3591" y="12667"/>
                  </a:lnTo>
                  <a:lnTo>
                    <a:pt x="3282" y="11856"/>
                  </a:lnTo>
                  <a:lnTo>
                    <a:pt x="3051" y="11045"/>
                  </a:lnTo>
                  <a:lnTo>
                    <a:pt x="2858" y="10195"/>
                  </a:lnTo>
                  <a:lnTo>
                    <a:pt x="2703" y="9346"/>
                  </a:lnTo>
                  <a:lnTo>
                    <a:pt x="2587" y="8535"/>
                  </a:lnTo>
                  <a:lnTo>
                    <a:pt x="2549" y="7685"/>
                  </a:lnTo>
                  <a:lnTo>
                    <a:pt x="2587" y="6797"/>
                  </a:lnTo>
                  <a:lnTo>
                    <a:pt x="2703" y="5948"/>
                  </a:lnTo>
                  <a:lnTo>
                    <a:pt x="2858" y="5214"/>
                  </a:lnTo>
                  <a:lnTo>
                    <a:pt x="3051" y="4519"/>
                  </a:lnTo>
                  <a:lnTo>
                    <a:pt x="3321" y="3824"/>
                  </a:lnTo>
                  <a:lnTo>
                    <a:pt x="3668" y="3206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30"/>
                  </a:lnTo>
                  <a:lnTo>
                    <a:pt x="5406" y="889"/>
                  </a:lnTo>
                  <a:lnTo>
                    <a:pt x="5908" y="735"/>
                  </a:lnTo>
                  <a:lnTo>
                    <a:pt x="6410" y="619"/>
                  </a:lnTo>
                  <a:lnTo>
                    <a:pt x="6951" y="542"/>
                  </a:lnTo>
                  <a:lnTo>
                    <a:pt x="7491" y="503"/>
                  </a:lnTo>
                  <a:close/>
                  <a:moveTo>
                    <a:pt x="11971" y="2086"/>
                  </a:moveTo>
                  <a:lnTo>
                    <a:pt x="12357" y="2434"/>
                  </a:lnTo>
                  <a:lnTo>
                    <a:pt x="12704" y="2820"/>
                  </a:lnTo>
                  <a:lnTo>
                    <a:pt x="13052" y="3206"/>
                  </a:lnTo>
                  <a:lnTo>
                    <a:pt x="13322" y="3669"/>
                  </a:lnTo>
                  <a:lnTo>
                    <a:pt x="13592" y="4094"/>
                  </a:lnTo>
                  <a:lnTo>
                    <a:pt x="13863" y="4596"/>
                  </a:lnTo>
                  <a:lnTo>
                    <a:pt x="14056" y="5098"/>
                  </a:lnTo>
                  <a:lnTo>
                    <a:pt x="14210" y="5600"/>
                  </a:lnTo>
                  <a:lnTo>
                    <a:pt x="14326" y="6102"/>
                  </a:lnTo>
                  <a:lnTo>
                    <a:pt x="14442" y="6643"/>
                  </a:lnTo>
                  <a:lnTo>
                    <a:pt x="13670" y="6681"/>
                  </a:lnTo>
                  <a:lnTo>
                    <a:pt x="12897" y="6797"/>
                  </a:lnTo>
                  <a:lnTo>
                    <a:pt x="12164" y="6952"/>
                  </a:lnTo>
                  <a:lnTo>
                    <a:pt x="11391" y="7145"/>
                  </a:lnTo>
                  <a:lnTo>
                    <a:pt x="10658" y="7415"/>
                  </a:lnTo>
                  <a:lnTo>
                    <a:pt x="9963" y="7724"/>
                  </a:lnTo>
                  <a:lnTo>
                    <a:pt x="9229" y="8033"/>
                  </a:lnTo>
                  <a:lnTo>
                    <a:pt x="8534" y="8419"/>
                  </a:lnTo>
                  <a:lnTo>
                    <a:pt x="7877" y="8844"/>
                  </a:lnTo>
                  <a:lnTo>
                    <a:pt x="7260" y="9307"/>
                  </a:lnTo>
                  <a:lnTo>
                    <a:pt x="6642" y="9809"/>
                  </a:lnTo>
                  <a:lnTo>
                    <a:pt x="6101" y="10350"/>
                  </a:lnTo>
                  <a:lnTo>
                    <a:pt x="5561" y="10890"/>
                  </a:lnTo>
                  <a:lnTo>
                    <a:pt x="5097" y="11508"/>
                  </a:lnTo>
                  <a:lnTo>
                    <a:pt x="4634" y="12126"/>
                  </a:lnTo>
                  <a:lnTo>
                    <a:pt x="4248" y="12821"/>
                  </a:lnTo>
                  <a:lnTo>
                    <a:pt x="4132" y="12744"/>
                  </a:lnTo>
                  <a:lnTo>
                    <a:pt x="3977" y="12667"/>
                  </a:lnTo>
                  <a:lnTo>
                    <a:pt x="4093" y="11817"/>
                  </a:lnTo>
                  <a:lnTo>
                    <a:pt x="4325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3" y="8496"/>
                  </a:lnTo>
                  <a:lnTo>
                    <a:pt x="5599" y="7724"/>
                  </a:lnTo>
                  <a:lnTo>
                    <a:pt x="6024" y="6990"/>
                  </a:lnTo>
                  <a:lnTo>
                    <a:pt x="6526" y="6295"/>
                  </a:lnTo>
                  <a:lnTo>
                    <a:pt x="7067" y="5600"/>
                  </a:lnTo>
                  <a:lnTo>
                    <a:pt x="7607" y="4982"/>
                  </a:lnTo>
                  <a:lnTo>
                    <a:pt x="8225" y="4403"/>
                  </a:lnTo>
                  <a:lnTo>
                    <a:pt x="8920" y="3824"/>
                  </a:lnTo>
                  <a:lnTo>
                    <a:pt x="9615" y="3322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71" y="2086"/>
                  </a:lnTo>
                  <a:close/>
                  <a:moveTo>
                    <a:pt x="14481" y="6990"/>
                  </a:moveTo>
                  <a:lnTo>
                    <a:pt x="14481" y="7840"/>
                  </a:lnTo>
                  <a:lnTo>
                    <a:pt x="14442" y="8689"/>
                  </a:lnTo>
                  <a:lnTo>
                    <a:pt x="14288" y="9539"/>
                  </a:lnTo>
                  <a:lnTo>
                    <a:pt x="14172" y="9964"/>
                  </a:lnTo>
                  <a:lnTo>
                    <a:pt x="14056" y="10350"/>
                  </a:lnTo>
                  <a:lnTo>
                    <a:pt x="13901" y="10774"/>
                  </a:lnTo>
                  <a:lnTo>
                    <a:pt x="13708" y="11161"/>
                  </a:lnTo>
                  <a:lnTo>
                    <a:pt x="13515" y="11547"/>
                  </a:lnTo>
                  <a:lnTo>
                    <a:pt x="13284" y="11894"/>
                  </a:lnTo>
                  <a:lnTo>
                    <a:pt x="13052" y="12242"/>
                  </a:lnTo>
                  <a:lnTo>
                    <a:pt x="12782" y="12589"/>
                  </a:lnTo>
                  <a:lnTo>
                    <a:pt x="12511" y="12898"/>
                  </a:lnTo>
                  <a:lnTo>
                    <a:pt x="12202" y="13207"/>
                  </a:lnTo>
                  <a:lnTo>
                    <a:pt x="11971" y="13053"/>
                  </a:lnTo>
                  <a:lnTo>
                    <a:pt x="11700" y="12937"/>
                  </a:lnTo>
                  <a:lnTo>
                    <a:pt x="11121" y="12782"/>
                  </a:lnTo>
                  <a:lnTo>
                    <a:pt x="10542" y="12628"/>
                  </a:lnTo>
                  <a:lnTo>
                    <a:pt x="10001" y="12551"/>
                  </a:lnTo>
                  <a:lnTo>
                    <a:pt x="9422" y="12512"/>
                  </a:lnTo>
                  <a:lnTo>
                    <a:pt x="8843" y="12474"/>
                  </a:lnTo>
                  <a:lnTo>
                    <a:pt x="8302" y="12474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719" y="12667"/>
                  </a:lnTo>
                  <a:lnTo>
                    <a:pt x="6178" y="12782"/>
                  </a:lnTo>
                  <a:lnTo>
                    <a:pt x="5676" y="12937"/>
                  </a:lnTo>
                  <a:lnTo>
                    <a:pt x="5174" y="13130"/>
                  </a:lnTo>
                  <a:lnTo>
                    <a:pt x="4672" y="13362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40"/>
                  </a:lnTo>
                  <a:lnTo>
                    <a:pt x="5870" y="11161"/>
                  </a:lnTo>
                  <a:lnTo>
                    <a:pt x="6410" y="10620"/>
                  </a:lnTo>
                  <a:lnTo>
                    <a:pt x="6989" y="10118"/>
                  </a:lnTo>
                  <a:lnTo>
                    <a:pt x="7569" y="9655"/>
                  </a:lnTo>
                  <a:lnTo>
                    <a:pt x="8148" y="9230"/>
                  </a:lnTo>
                  <a:lnTo>
                    <a:pt x="8766" y="8805"/>
                  </a:lnTo>
                  <a:lnTo>
                    <a:pt x="9422" y="8458"/>
                  </a:lnTo>
                  <a:lnTo>
                    <a:pt x="10079" y="8110"/>
                  </a:lnTo>
                  <a:lnTo>
                    <a:pt x="10735" y="7840"/>
                  </a:lnTo>
                  <a:lnTo>
                    <a:pt x="11469" y="7569"/>
                  </a:lnTo>
                  <a:lnTo>
                    <a:pt x="12164" y="7376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7"/>
                  </a:moveTo>
                  <a:lnTo>
                    <a:pt x="4055" y="1854"/>
                  </a:lnTo>
                  <a:lnTo>
                    <a:pt x="3630" y="2472"/>
                  </a:lnTo>
                  <a:lnTo>
                    <a:pt x="3244" y="3129"/>
                  </a:lnTo>
                  <a:lnTo>
                    <a:pt x="2935" y="3824"/>
                  </a:lnTo>
                  <a:lnTo>
                    <a:pt x="2664" y="4519"/>
                  </a:lnTo>
                  <a:lnTo>
                    <a:pt x="2471" y="5291"/>
                  </a:lnTo>
                  <a:lnTo>
                    <a:pt x="2317" y="6025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2"/>
                  </a:lnTo>
                  <a:lnTo>
                    <a:pt x="2278" y="9114"/>
                  </a:lnTo>
                  <a:lnTo>
                    <a:pt x="2394" y="9886"/>
                  </a:lnTo>
                  <a:lnTo>
                    <a:pt x="2549" y="10620"/>
                  </a:lnTo>
                  <a:lnTo>
                    <a:pt x="2780" y="11354"/>
                  </a:lnTo>
                  <a:lnTo>
                    <a:pt x="3012" y="12087"/>
                  </a:lnTo>
                  <a:lnTo>
                    <a:pt x="3321" y="12744"/>
                  </a:lnTo>
                  <a:lnTo>
                    <a:pt x="3128" y="12898"/>
                  </a:lnTo>
                  <a:lnTo>
                    <a:pt x="2935" y="13053"/>
                  </a:lnTo>
                  <a:lnTo>
                    <a:pt x="2819" y="13246"/>
                  </a:lnTo>
                  <a:lnTo>
                    <a:pt x="2742" y="13439"/>
                  </a:lnTo>
                  <a:lnTo>
                    <a:pt x="2394" y="13014"/>
                  </a:lnTo>
                  <a:lnTo>
                    <a:pt x="2085" y="12551"/>
                  </a:lnTo>
                  <a:lnTo>
                    <a:pt x="1776" y="12087"/>
                  </a:lnTo>
                  <a:lnTo>
                    <a:pt x="1506" y="11624"/>
                  </a:lnTo>
                  <a:lnTo>
                    <a:pt x="1274" y="11122"/>
                  </a:lnTo>
                  <a:lnTo>
                    <a:pt x="1081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114"/>
                  </a:lnTo>
                  <a:lnTo>
                    <a:pt x="541" y="8573"/>
                  </a:lnTo>
                  <a:lnTo>
                    <a:pt x="502" y="8033"/>
                  </a:lnTo>
                  <a:lnTo>
                    <a:pt x="502" y="7492"/>
                  </a:lnTo>
                  <a:lnTo>
                    <a:pt x="541" y="6952"/>
                  </a:lnTo>
                  <a:lnTo>
                    <a:pt x="618" y="6411"/>
                  </a:lnTo>
                  <a:lnTo>
                    <a:pt x="772" y="5870"/>
                  </a:lnTo>
                  <a:lnTo>
                    <a:pt x="927" y="5330"/>
                  </a:lnTo>
                  <a:lnTo>
                    <a:pt x="1197" y="4673"/>
                  </a:lnTo>
                  <a:lnTo>
                    <a:pt x="1545" y="4056"/>
                  </a:lnTo>
                  <a:lnTo>
                    <a:pt x="1931" y="3476"/>
                  </a:lnTo>
                  <a:lnTo>
                    <a:pt x="2356" y="2936"/>
                  </a:lnTo>
                  <a:lnTo>
                    <a:pt x="2858" y="2434"/>
                  </a:lnTo>
                  <a:lnTo>
                    <a:pt x="3360" y="2009"/>
                  </a:lnTo>
                  <a:lnTo>
                    <a:pt x="3939" y="1584"/>
                  </a:lnTo>
                  <a:lnTo>
                    <a:pt x="4518" y="1237"/>
                  </a:lnTo>
                  <a:close/>
                  <a:moveTo>
                    <a:pt x="3862" y="12976"/>
                  </a:moveTo>
                  <a:lnTo>
                    <a:pt x="4016" y="13053"/>
                  </a:lnTo>
                  <a:lnTo>
                    <a:pt x="4170" y="13169"/>
                  </a:lnTo>
                  <a:lnTo>
                    <a:pt x="4286" y="13284"/>
                  </a:lnTo>
                  <a:lnTo>
                    <a:pt x="4325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325" y="13941"/>
                  </a:lnTo>
                  <a:lnTo>
                    <a:pt x="4209" y="14095"/>
                  </a:lnTo>
                  <a:lnTo>
                    <a:pt x="3784" y="13825"/>
                  </a:lnTo>
                  <a:lnTo>
                    <a:pt x="3360" y="13478"/>
                  </a:lnTo>
                  <a:lnTo>
                    <a:pt x="3244" y="13439"/>
                  </a:lnTo>
                  <a:lnTo>
                    <a:pt x="3166" y="13439"/>
                  </a:lnTo>
                  <a:lnTo>
                    <a:pt x="3051" y="13478"/>
                  </a:lnTo>
                  <a:lnTo>
                    <a:pt x="2973" y="13516"/>
                  </a:lnTo>
                  <a:lnTo>
                    <a:pt x="3051" y="13362"/>
                  </a:lnTo>
                  <a:lnTo>
                    <a:pt x="3166" y="13207"/>
                  </a:lnTo>
                  <a:lnTo>
                    <a:pt x="3321" y="13130"/>
                  </a:lnTo>
                  <a:lnTo>
                    <a:pt x="3475" y="13014"/>
                  </a:lnTo>
                  <a:lnTo>
                    <a:pt x="3668" y="12976"/>
                  </a:lnTo>
                  <a:close/>
                  <a:moveTo>
                    <a:pt x="9152" y="12860"/>
                  </a:moveTo>
                  <a:lnTo>
                    <a:pt x="9615" y="12898"/>
                  </a:lnTo>
                  <a:lnTo>
                    <a:pt x="10117" y="12976"/>
                  </a:lnTo>
                  <a:lnTo>
                    <a:pt x="10503" y="13014"/>
                  </a:lnTo>
                  <a:lnTo>
                    <a:pt x="11005" y="13130"/>
                  </a:lnTo>
                  <a:lnTo>
                    <a:pt x="11507" y="13246"/>
                  </a:lnTo>
                  <a:lnTo>
                    <a:pt x="11700" y="13362"/>
                  </a:lnTo>
                  <a:lnTo>
                    <a:pt x="11893" y="13478"/>
                  </a:lnTo>
                  <a:lnTo>
                    <a:pt x="11507" y="13786"/>
                  </a:lnTo>
                  <a:lnTo>
                    <a:pt x="11083" y="14018"/>
                  </a:lnTo>
                  <a:lnTo>
                    <a:pt x="10658" y="14250"/>
                  </a:lnTo>
                  <a:lnTo>
                    <a:pt x="10233" y="14443"/>
                  </a:lnTo>
                  <a:lnTo>
                    <a:pt x="9770" y="14636"/>
                  </a:lnTo>
                  <a:lnTo>
                    <a:pt x="9306" y="14752"/>
                  </a:lnTo>
                  <a:lnTo>
                    <a:pt x="8843" y="14868"/>
                  </a:lnTo>
                  <a:lnTo>
                    <a:pt x="8341" y="14945"/>
                  </a:lnTo>
                  <a:lnTo>
                    <a:pt x="7877" y="14983"/>
                  </a:lnTo>
                  <a:lnTo>
                    <a:pt x="7375" y="14983"/>
                  </a:lnTo>
                  <a:lnTo>
                    <a:pt x="6912" y="14945"/>
                  </a:lnTo>
                  <a:lnTo>
                    <a:pt x="6410" y="14868"/>
                  </a:lnTo>
                  <a:lnTo>
                    <a:pt x="5947" y="14790"/>
                  </a:lnTo>
                  <a:lnTo>
                    <a:pt x="5483" y="14636"/>
                  </a:lnTo>
                  <a:lnTo>
                    <a:pt x="5020" y="14482"/>
                  </a:lnTo>
                  <a:lnTo>
                    <a:pt x="4595" y="14288"/>
                  </a:lnTo>
                  <a:lnTo>
                    <a:pt x="4711" y="14018"/>
                  </a:lnTo>
                  <a:lnTo>
                    <a:pt x="4750" y="13748"/>
                  </a:lnTo>
                  <a:lnTo>
                    <a:pt x="4711" y="13593"/>
                  </a:lnTo>
                  <a:lnTo>
                    <a:pt x="5561" y="13323"/>
                  </a:lnTo>
                  <a:lnTo>
                    <a:pt x="6410" y="13091"/>
                  </a:lnTo>
                  <a:lnTo>
                    <a:pt x="7298" y="12937"/>
                  </a:lnTo>
                  <a:lnTo>
                    <a:pt x="8186" y="12860"/>
                  </a:lnTo>
                  <a:close/>
                  <a:moveTo>
                    <a:pt x="7607" y="1"/>
                  </a:moveTo>
                  <a:lnTo>
                    <a:pt x="6989" y="40"/>
                  </a:lnTo>
                  <a:lnTo>
                    <a:pt x="6449" y="117"/>
                  </a:lnTo>
                  <a:lnTo>
                    <a:pt x="5870" y="233"/>
                  </a:lnTo>
                  <a:lnTo>
                    <a:pt x="5329" y="387"/>
                  </a:lnTo>
                  <a:lnTo>
                    <a:pt x="4788" y="580"/>
                  </a:lnTo>
                  <a:lnTo>
                    <a:pt x="4248" y="812"/>
                  </a:lnTo>
                  <a:lnTo>
                    <a:pt x="3784" y="1121"/>
                  </a:lnTo>
                  <a:lnTo>
                    <a:pt x="3282" y="1430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2008" y="2588"/>
                  </a:lnTo>
                  <a:lnTo>
                    <a:pt x="1622" y="3013"/>
                  </a:lnTo>
                  <a:lnTo>
                    <a:pt x="1274" y="3515"/>
                  </a:lnTo>
                  <a:lnTo>
                    <a:pt x="965" y="4017"/>
                  </a:lnTo>
                  <a:lnTo>
                    <a:pt x="695" y="4596"/>
                  </a:lnTo>
                  <a:lnTo>
                    <a:pt x="425" y="5253"/>
                  </a:lnTo>
                  <a:lnTo>
                    <a:pt x="232" y="5909"/>
                  </a:lnTo>
                  <a:lnTo>
                    <a:pt x="116" y="6565"/>
                  </a:lnTo>
                  <a:lnTo>
                    <a:pt x="39" y="7222"/>
                  </a:lnTo>
                  <a:lnTo>
                    <a:pt x="0" y="7917"/>
                  </a:lnTo>
                  <a:lnTo>
                    <a:pt x="39" y="8612"/>
                  </a:lnTo>
                  <a:lnTo>
                    <a:pt x="116" y="9269"/>
                  </a:lnTo>
                  <a:lnTo>
                    <a:pt x="270" y="9925"/>
                  </a:lnTo>
                  <a:lnTo>
                    <a:pt x="463" y="10581"/>
                  </a:lnTo>
                  <a:lnTo>
                    <a:pt x="695" y="11238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0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6" y="14134"/>
                  </a:lnTo>
                  <a:lnTo>
                    <a:pt x="3475" y="14327"/>
                  </a:lnTo>
                  <a:lnTo>
                    <a:pt x="3784" y="14520"/>
                  </a:lnTo>
                  <a:lnTo>
                    <a:pt x="4132" y="14597"/>
                  </a:lnTo>
                  <a:lnTo>
                    <a:pt x="4557" y="14829"/>
                  </a:lnTo>
                  <a:lnTo>
                    <a:pt x="4981" y="14983"/>
                  </a:lnTo>
                  <a:lnTo>
                    <a:pt x="5406" y="15138"/>
                  </a:lnTo>
                  <a:lnTo>
                    <a:pt x="5870" y="15292"/>
                  </a:lnTo>
                  <a:lnTo>
                    <a:pt x="6333" y="15370"/>
                  </a:lnTo>
                  <a:lnTo>
                    <a:pt x="6796" y="15447"/>
                  </a:lnTo>
                  <a:lnTo>
                    <a:pt x="7298" y="15485"/>
                  </a:lnTo>
                  <a:lnTo>
                    <a:pt x="7762" y="15485"/>
                  </a:lnTo>
                  <a:lnTo>
                    <a:pt x="8225" y="15447"/>
                  </a:lnTo>
                  <a:lnTo>
                    <a:pt x="8688" y="15408"/>
                  </a:lnTo>
                  <a:lnTo>
                    <a:pt x="9152" y="15331"/>
                  </a:lnTo>
                  <a:lnTo>
                    <a:pt x="9615" y="15215"/>
                  </a:lnTo>
                  <a:lnTo>
                    <a:pt x="10079" y="15061"/>
                  </a:lnTo>
                  <a:lnTo>
                    <a:pt x="10542" y="14868"/>
                  </a:lnTo>
                  <a:lnTo>
                    <a:pt x="10967" y="14675"/>
                  </a:lnTo>
                  <a:lnTo>
                    <a:pt x="11391" y="14443"/>
                  </a:lnTo>
                  <a:lnTo>
                    <a:pt x="11855" y="14134"/>
                  </a:lnTo>
                  <a:lnTo>
                    <a:pt x="12318" y="13786"/>
                  </a:lnTo>
                  <a:lnTo>
                    <a:pt x="12743" y="13400"/>
                  </a:lnTo>
                  <a:lnTo>
                    <a:pt x="13129" y="12976"/>
                  </a:lnTo>
                  <a:lnTo>
                    <a:pt x="13477" y="12551"/>
                  </a:lnTo>
                  <a:lnTo>
                    <a:pt x="13786" y="12049"/>
                  </a:lnTo>
                  <a:lnTo>
                    <a:pt x="14056" y="11585"/>
                  </a:lnTo>
                  <a:lnTo>
                    <a:pt x="14288" y="11045"/>
                  </a:lnTo>
                  <a:lnTo>
                    <a:pt x="14519" y="10543"/>
                  </a:lnTo>
                  <a:lnTo>
                    <a:pt x="14674" y="10002"/>
                  </a:lnTo>
                  <a:lnTo>
                    <a:pt x="14828" y="9423"/>
                  </a:lnTo>
                  <a:lnTo>
                    <a:pt x="14905" y="8882"/>
                  </a:lnTo>
                  <a:lnTo>
                    <a:pt x="14983" y="8303"/>
                  </a:lnTo>
                  <a:lnTo>
                    <a:pt x="15021" y="7724"/>
                  </a:lnTo>
                  <a:lnTo>
                    <a:pt x="14983" y="7145"/>
                  </a:lnTo>
                  <a:lnTo>
                    <a:pt x="14944" y="6604"/>
                  </a:lnTo>
                  <a:lnTo>
                    <a:pt x="14828" y="5986"/>
                  </a:lnTo>
                  <a:lnTo>
                    <a:pt x="14674" y="5407"/>
                  </a:lnTo>
                  <a:lnTo>
                    <a:pt x="14481" y="4828"/>
                  </a:lnTo>
                  <a:lnTo>
                    <a:pt x="14249" y="4287"/>
                  </a:lnTo>
                  <a:lnTo>
                    <a:pt x="13979" y="3747"/>
                  </a:lnTo>
                  <a:lnTo>
                    <a:pt x="13670" y="3245"/>
                  </a:lnTo>
                  <a:lnTo>
                    <a:pt x="13322" y="2743"/>
                  </a:lnTo>
                  <a:lnTo>
                    <a:pt x="12936" y="2318"/>
                  </a:lnTo>
                  <a:lnTo>
                    <a:pt x="12511" y="1893"/>
                  </a:lnTo>
                  <a:lnTo>
                    <a:pt x="12048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2" y="619"/>
                  </a:lnTo>
                  <a:lnTo>
                    <a:pt x="9963" y="387"/>
                  </a:lnTo>
                  <a:lnTo>
                    <a:pt x="9383" y="233"/>
                  </a:lnTo>
                  <a:lnTo>
                    <a:pt x="8766" y="117"/>
                  </a:lnTo>
                  <a:lnTo>
                    <a:pt x="8186" y="40"/>
                  </a:lnTo>
                  <a:lnTo>
                    <a:pt x="76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6" name="Google Shape;4946;p21"/>
            <p:cNvSpPr/>
            <p:nvPr/>
          </p:nvSpPr>
          <p:spPr>
            <a:xfrm>
              <a:off x="1177425" y="952325"/>
              <a:ext cx="625575" cy="344650"/>
            </a:xfrm>
            <a:custGeom>
              <a:avLst/>
              <a:gdLst/>
              <a:ahLst/>
              <a:cxnLst/>
              <a:rect l="l" t="t" r="r" b="b"/>
              <a:pathLst>
                <a:path w="25023" h="13786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41" y="2008"/>
                  </a:lnTo>
                  <a:lnTo>
                    <a:pt x="23787" y="2124"/>
                  </a:lnTo>
                  <a:lnTo>
                    <a:pt x="23633" y="2201"/>
                  </a:lnTo>
                  <a:lnTo>
                    <a:pt x="23478" y="2201"/>
                  </a:lnTo>
                  <a:lnTo>
                    <a:pt x="23324" y="2163"/>
                  </a:lnTo>
                  <a:lnTo>
                    <a:pt x="23208" y="2047"/>
                  </a:lnTo>
                  <a:lnTo>
                    <a:pt x="23092" y="1931"/>
                  </a:lnTo>
                  <a:lnTo>
                    <a:pt x="23015" y="1815"/>
                  </a:lnTo>
                  <a:lnTo>
                    <a:pt x="22976" y="1622"/>
                  </a:lnTo>
                  <a:lnTo>
                    <a:pt x="22976" y="1429"/>
                  </a:lnTo>
                  <a:lnTo>
                    <a:pt x="23053" y="1236"/>
                  </a:lnTo>
                  <a:lnTo>
                    <a:pt x="23169" y="1081"/>
                  </a:lnTo>
                  <a:lnTo>
                    <a:pt x="23285" y="966"/>
                  </a:lnTo>
                  <a:close/>
                  <a:moveTo>
                    <a:pt x="24096" y="2394"/>
                  </a:moveTo>
                  <a:lnTo>
                    <a:pt x="24212" y="2742"/>
                  </a:lnTo>
                  <a:lnTo>
                    <a:pt x="24328" y="3089"/>
                  </a:lnTo>
                  <a:lnTo>
                    <a:pt x="24366" y="3437"/>
                  </a:lnTo>
                  <a:lnTo>
                    <a:pt x="24443" y="3784"/>
                  </a:lnTo>
                  <a:lnTo>
                    <a:pt x="24173" y="3707"/>
                  </a:lnTo>
                  <a:lnTo>
                    <a:pt x="23941" y="3591"/>
                  </a:lnTo>
                  <a:lnTo>
                    <a:pt x="23864" y="3514"/>
                  </a:lnTo>
                  <a:lnTo>
                    <a:pt x="23787" y="3398"/>
                  </a:lnTo>
                  <a:lnTo>
                    <a:pt x="23748" y="3283"/>
                  </a:lnTo>
                  <a:lnTo>
                    <a:pt x="23710" y="3128"/>
                  </a:lnTo>
                  <a:lnTo>
                    <a:pt x="23710" y="2896"/>
                  </a:lnTo>
                  <a:lnTo>
                    <a:pt x="23787" y="2703"/>
                  </a:lnTo>
                  <a:lnTo>
                    <a:pt x="23941" y="2549"/>
                  </a:lnTo>
                  <a:lnTo>
                    <a:pt x="24096" y="2394"/>
                  </a:lnTo>
                  <a:close/>
                  <a:moveTo>
                    <a:pt x="16180" y="4943"/>
                  </a:moveTo>
                  <a:lnTo>
                    <a:pt x="16296" y="4982"/>
                  </a:lnTo>
                  <a:lnTo>
                    <a:pt x="16412" y="5059"/>
                  </a:lnTo>
                  <a:lnTo>
                    <a:pt x="16489" y="5136"/>
                  </a:lnTo>
                  <a:lnTo>
                    <a:pt x="16566" y="5252"/>
                  </a:lnTo>
                  <a:lnTo>
                    <a:pt x="16566" y="5406"/>
                  </a:lnTo>
                  <a:lnTo>
                    <a:pt x="16296" y="5406"/>
                  </a:lnTo>
                  <a:lnTo>
                    <a:pt x="15678" y="5479"/>
                  </a:lnTo>
                  <a:lnTo>
                    <a:pt x="15678" y="5479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94" y="5136"/>
                  </a:lnTo>
                  <a:lnTo>
                    <a:pt x="15871" y="5059"/>
                  </a:lnTo>
                  <a:lnTo>
                    <a:pt x="15948" y="5020"/>
                  </a:lnTo>
                  <a:lnTo>
                    <a:pt x="16064" y="4943"/>
                  </a:lnTo>
                  <a:close/>
                  <a:moveTo>
                    <a:pt x="24443" y="4209"/>
                  </a:moveTo>
                  <a:lnTo>
                    <a:pt x="24443" y="4673"/>
                  </a:lnTo>
                  <a:lnTo>
                    <a:pt x="24366" y="5097"/>
                  </a:lnTo>
                  <a:lnTo>
                    <a:pt x="24250" y="5484"/>
                  </a:lnTo>
                  <a:lnTo>
                    <a:pt x="24057" y="5406"/>
                  </a:lnTo>
                  <a:lnTo>
                    <a:pt x="23903" y="5252"/>
                  </a:lnTo>
                  <a:lnTo>
                    <a:pt x="23826" y="5059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11"/>
                  </a:lnTo>
                  <a:lnTo>
                    <a:pt x="23903" y="4595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09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04"/>
                  </a:lnTo>
                  <a:lnTo>
                    <a:pt x="17995" y="4982"/>
                  </a:lnTo>
                  <a:lnTo>
                    <a:pt x="18111" y="5175"/>
                  </a:lnTo>
                  <a:lnTo>
                    <a:pt x="18149" y="5406"/>
                  </a:lnTo>
                  <a:lnTo>
                    <a:pt x="18072" y="5599"/>
                  </a:lnTo>
                  <a:lnTo>
                    <a:pt x="17570" y="5484"/>
                  </a:lnTo>
                  <a:lnTo>
                    <a:pt x="17029" y="5406"/>
                  </a:lnTo>
                  <a:lnTo>
                    <a:pt x="17068" y="5290"/>
                  </a:lnTo>
                  <a:lnTo>
                    <a:pt x="17107" y="5136"/>
                  </a:lnTo>
                  <a:lnTo>
                    <a:pt x="17184" y="5020"/>
                  </a:lnTo>
                  <a:lnTo>
                    <a:pt x="17300" y="4943"/>
                  </a:lnTo>
                  <a:lnTo>
                    <a:pt x="17416" y="4866"/>
                  </a:lnTo>
                  <a:lnTo>
                    <a:pt x="17531" y="4827"/>
                  </a:lnTo>
                  <a:close/>
                  <a:moveTo>
                    <a:pt x="14597" y="5290"/>
                  </a:moveTo>
                  <a:lnTo>
                    <a:pt x="14713" y="5329"/>
                  </a:lnTo>
                  <a:lnTo>
                    <a:pt x="14828" y="5368"/>
                  </a:lnTo>
                  <a:lnTo>
                    <a:pt x="14944" y="5445"/>
                  </a:lnTo>
                  <a:lnTo>
                    <a:pt x="15021" y="5522"/>
                  </a:lnTo>
                  <a:lnTo>
                    <a:pt x="15060" y="5638"/>
                  </a:lnTo>
                  <a:lnTo>
                    <a:pt x="14558" y="5870"/>
                  </a:lnTo>
                  <a:lnTo>
                    <a:pt x="14056" y="6101"/>
                  </a:lnTo>
                  <a:lnTo>
                    <a:pt x="14017" y="6024"/>
                  </a:lnTo>
                  <a:lnTo>
                    <a:pt x="14056" y="5792"/>
                  </a:lnTo>
                  <a:lnTo>
                    <a:pt x="14133" y="5599"/>
                  </a:lnTo>
                  <a:lnTo>
                    <a:pt x="14249" y="5406"/>
                  </a:lnTo>
                  <a:lnTo>
                    <a:pt x="14365" y="5368"/>
                  </a:lnTo>
                  <a:lnTo>
                    <a:pt x="14481" y="5329"/>
                  </a:lnTo>
                  <a:lnTo>
                    <a:pt x="14597" y="5290"/>
                  </a:lnTo>
                  <a:close/>
                  <a:moveTo>
                    <a:pt x="19115" y="5484"/>
                  </a:moveTo>
                  <a:lnTo>
                    <a:pt x="19192" y="5522"/>
                  </a:lnTo>
                  <a:lnTo>
                    <a:pt x="19308" y="5638"/>
                  </a:lnTo>
                  <a:lnTo>
                    <a:pt x="19385" y="5792"/>
                  </a:lnTo>
                  <a:lnTo>
                    <a:pt x="19385" y="5986"/>
                  </a:lnTo>
                  <a:lnTo>
                    <a:pt x="19346" y="6140"/>
                  </a:lnTo>
                  <a:lnTo>
                    <a:pt x="18613" y="5792"/>
                  </a:lnTo>
                  <a:lnTo>
                    <a:pt x="18651" y="5715"/>
                  </a:lnTo>
                  <a:lnTo>
                    <a:pt x="18690" y="5638"/>
                  </a:lnTo>
                  <a:lnTo>
                    <a:pt x="18844" y="5522"/>
                  </a:lnTo>
                  <a:lnTo>
                    <a:pt x="18999" y="5484"/>
                  </a:lnTo>
                  <a:close/>
                  <a:moveTo>
                    <a:pt x="20350" y="6063"/>
                  </a:moveTo>
                  <a:lnTo>
                    <a:pt x="20466" y="6101"/>
                  </a:lnTo>
                  <a:lnTo>
                    <a:pt x="20543" y="6179"/>
                  </a:lnTo>
                  <a:lnTo>
                    <a:pt x="20698" y="6333"/>
                  </a:lnTo>
                  <a:lnTo>
                    <a:pt x="20775" y="6526"/>
                  </a:lnTo>
                  <a:lnTo>
                    <a:pt x="20852" y="6719"/>
                  </a:lnTo>
                  <a:lnTo>
                    <a:pt x="20891" y="6912"/>
                  </a:lnTo>
                  <a:lnTo>
                    <a:pt x="20891" y="6912"/>
                  </a:lnTo>
                  <a:lnTo>
                    <a:pt x="20466" y="6719"/>
                  </a:lnTo>
                  <a:lnTo>
                    <a:pt x="20080" y="6526"/>
                  </a:lnTo>
                  <a:lnTo>
                    <a:pt x="19810" y="6372"/>
                  </a:lnTo>
                  <a:lnTo>
                    <a:pt x="19848" y="6256"/>
                  </a:lnTo>
                  <a:lnTo>
                    <a:pt x="19887" y="6179"/>
                  </a:lnTo>
                  <a:lnTo>
                    <a:pt x="20003" y="6101"/>
                  </a:lnTo>
                  <a:lnTo>
                    <a:pt x="20080" y="6063"/>
                  </a:lnTo>
                  <a:close/>
                  <a:moveTo>
                    <a:pt x="23748" y="5870"/>
                  </a:moveTo>
                  <a:lnTo>
                    <a:pt x="23941" y="5947"/>
                  </a:lnTo>
                  <a:lnTo>
                    <a:pt x="24019" y="5986"/>
                  </a:lnTo>
                  <a:lnTo>
                    <a:pt x="24096" y="5986"/>
                  </a:lnTo>
                  <a:lnTo>
                    <a:pt x="23941" y="6294"/>
                  </a:lnTo>
                  <a:lnTo>
                    <a:pt x="23748" y="6526"/>
                  </a:lnTo>
                  <a:lnTo>
                    <a:pt x="23517" y="6758"/>
                  </a:lnTo>
                  <a:lnTo>
                    <a:pt x="23246" y="6951"/>
                  </a:lnTo>
                  <a:lnTo>
                    <a:pt x="23208" y="6912"/>
                  </a:lnTo>
                  <a:lnTo>
                    <a:pt x="23092" y="6719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3" y="6179"/>
                  </a:lnTo>
                  <a:lnTo>
                    <a:pt x="23131" y="6063"/>
                  </a:lnTo>
                  <a:lnTo>
                    <a:pt x="23208" y="5986"/>
                  </a:lnTo>
                  <a:lnTo>
                    <a:pt x="23285" y="5908"/>
                  </a:lnTo>
                  <a:lnTo>
                    <a:pt x="23517" y="5870"/>
                  </a:lnTo>
                  <a:close/>
                  <a:moveTo>
                    <a:pt x="13245" y="6101"/>
                  </a:moveTo>
                  <a:lnTo>
                    <a:pt x="13477" y="6140"/>
                  </a:lnTo>
                  <a:lnTo>
                    <a:pt x="13593" y="6217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067"/>
                  </a:lnTo>
                  <a:lnTo>
                    <a:pt x="12705" y="7028"/>
                  </a:lnTo>
                  <a:lnTo>
                    <a:pt x="12666" y="6912"/>
                  </a:lnTo>
                  <a:lnTo>
                    <a:pt x="12627" y="6796"/>
                  </a:lnTo>
                  <a:lnTo>
                    <a:pt x="12627" y="6642"/>
                  </a:lnTo>
                  <a:lnTo>
                    <a:pt x="12666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98" y="6179"/>
                  </a:lnTo>
                  <a:lnTo>
                    <a:pt x="13013" y="6140"/>
                  </a:lnTo>
                  <a:lnTo>
                    <a:pt x="13129" y="6101"/>
                  </a:lnTo>
                  <a:close/>
                  <a:moveTo>
                    <a:pt x="22165" y="6565"/>
                  </a:moveTo>
                  <a:lnTo>
                    <a:pt x="22281" y="6603"/>
                  </a:lnTo>
                  <a:lnTo>
                    <a:pt x="22474" y="6681"/>
                  </a:lnTo>
                  <a:lnTo>
                    <a:pt x="22629" y="6835"/>
                  </a:lnTo>
                  <a:lnTo>
                    <a:pt x="22783" y="7028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5"/>
                  </a:lnTo>
                  <a:lnTo>
                    <a:pt x="22937" y="7105"/>
                  </a:lnTo>
                  <a:lnTo>
                    <a:pt x="22551" y="7221"/>
                  </a:lnTo>
                  <a:lnTo>
                    <a:pt x="22165" y="7221"/>
                  </a:lnTo>
                  <a:lnTo>
                    <a:pt x="21779" y="7183"/>
                  </a:lnTo>
                  <a:lnTo>
                    <a:pt x="21393" y="7105"/>
                  </a:lnTo>
                  <a:lnTo>
                    <a:pt x="21509" y="6912"/>
                  </a:lnTo>
                  <a:lnTo>
                    <a:pt x="21625" y="6719"/>
                  </a:lnTo>
                  <a:lnTo>
                    <a:pt x="21818" y="6603"/>
                  </a:lnTo>
                  <a:lnTo>
                    <a:pt x="22049" y="6565"/>
                  </a:lnTo>
                  <a:close/>
                  <a:moveTo>
                    <a:pt x="12280" y="7376"/>
                  </a:moveTo>
                  <a:lnTo>
                    <a:pt x="12473" y="7414"/>
                  </a:lnTo>
                  <a:lnTo>
                    <a:pt x="12125" y="7955"/>
                  </a:lnTo>
                  <a:lnTo>
                    <a:pt x="11816" y="8534"/>
                  </a:lnTo>
                  <a:lnTo>
                    <a:pt x="11701" y="8341"/>
                  </a:lnTo>
                  <a:lnTo>
                    <a:pt x="11662" y="8071"/>
                  </a:lnTo>
                  <a:lnTo>
                    <a:pt x="11662" y="7955"/>
                  </a:lnTo>
                  <a:lnTo>
                    <a:pt x="11701" y="7800"/>
                  </a:lnTo>
                  <a:lnTo>
                    <a:pt x="11739" y="7685"/>
                  </a:lnTo>
                  <a:lnTo>
                    <a:pt x="11816" y="7607"/>
                  </a:lnTo>
                  <a:lnTo>
                    <a:pt x="11932" y="7492"/>
                  </a:lnTo>
                  <a:lnTo>
                    <a:pt x="12048" y="7453"/>
                  </a:lnTo>
                  <a:lnTo>
                    <a:pt x="12164" y="7414"/>
                  </a:lnTo>
                  <a:lnTo>
                    <a:pt x="12280" y="7376"/>
                  </a:lnTo>
                  <a:close/>
                  <a:moveTo>
                    <a:pt x="2240" y="9345"/>
                  </a:moveTo>
                  <a:lnTo>
                    <a:pt x="2394" y="9384"/>
                  </a:lnTo>
                  <a:lnTo>
                    <a:pt x="2472" y="9461"/>
                  </a:lnTo>
                  <a:lnTo>
                    <a:pt x="2549" y="9538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9963"/>
                  </a:lnTo>
                  <a:lnTo>
                    <a:pt x="2124" y="9886"/>
                  </a:lnTo>
                  <a:lnTo>
                    <a:pt x="1661" y="9847"/>
                  </a:lnTo>
                  <a:lnTo>
                    <a:pt x="1699" y="9731"/>
                  </a:lnTo>
                  <a:lnTo>
                    <a:pt x="1738" y="9615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lnTo>
                    <a:pt x="2124" y="9345"/>
                  </a:lnTo>
                  <a:close/>
                  <a:moveTo>
                    <a:pt x="11662" y="8997"/>
                  </a:moveTo>
                  <a:lnTo>
                    <a:pt x="11469" y="9499"/>
                  </a:lnTo>
                  <a:lnTo>
                    <a:pt x="11353" y="10001"/>
                  </a:lnTo>
                  <a:lnTo>
                    <a:pt x="11276" y="10272"/>
                  </a:lnTo>
                  <a:lnTo>
                    <a:pt x="11237" y="10233"/>
                  </a:lnTo>
                  <a:lnTo>
                    <a:pt x="11083" y="10040"/>
                  </a:lnTo>
                  <a:lnTo>
                    <a:pt x="10967" y="9808"/>
                  </a:lnTo>
                  <a:lnTo>
                    <a:pt x="10928" y="9693"/>
                  </a:lnTo>
                  <a:lnTo>
                    <a:pt x="10928" y="9538"/>
                  </a:lnTo>
                  <a:lnTo>
                    <a:pt x="10967" y="9422"/>
                  </a:lnTo>
                  <a:lnTo>
                    <a:pt x="11006" y="9306"/>
                  </a:lnTo>
                  <a:lnTo>
                    <a:pt x="11121" y="9152"/>
                  </a:lnTo>
                  <a:lnTo>
                    <a:pt x="11276" y="9036"/>
                  </a:lnTo>
                  <a:lnTo>
                    <a:pt x="11469" y="8997"/>
                  </a:lnTo>
                  <a:close/>
                  <a:moveTo>
                    <a:pt x="3785" y="9731"/>
                  </a:moveTo>
                  <a:lnTo>
                    <a:pt x="3900" y="9770"/>
                  </a:lnTo>
                  <a:lnTo>
                    <a:pt x="4016" y="9886"/>
                  </a:lnTo>
                  <a:lnTo>
                    <a:pt x="4093" y="10001"/>
                  </a:lnTo>
                  <a:lnTo>
                    <a:pt x="4171" y="10117"/>
                  </a:lnTo>
                  <a:lnTo>
                    <a:pt x="4171" y="10233"/>
                  </a:lnTo>
                  <a:lnTo>
                    <a:pt x="4171" y="10388"/>
                  </a:lnTo>
                  <a:lnTo>
                    <a:pt x="4132" y="10503"/>
                  </a:lnTo>
                  <a:lnTo>
                    <a:pt x="4055" y="10619"/>
                  </a:lnTo>
                  <a:lnTo>
                    <a:pt x="3900" y="10542"/>
                  </a:lnTo>
                  <a:lnTo>
                    <a:pt x="3514" y="10310"/>
                  </a:lnTo>
                  <a:lnTo>
                    <a:pt x="3089" y="10117"/>
                  </a:lnTo>
                  <a:lnTo>
                    <a:pt x="3167" y="10001"/>
                  </a:lnTo>
                  <a:lnTo>
                    <a:pt x="3244" y="9886"/>
                  </a:lnTo>
                  <a:lnTo>
                    <a:pt x="3360" y="9808"/>
                  </a:lnTo>
                  <a:lnTo>
                    <a:pt x="3514" y="9770"/>
                  </a:lnTo>
                  <a:lnTo>
                    <a:pt x="3630" y="9731"/>
                  </a:lnTo>
                  <a:close/>
                  <a:moveTo>
                    <a:pt x="4827" y="10619"/>
                  </a:moveTo>
                  <a:lnTo>
                    <a:pt x="4943" y="10658"/>
                  </a:lnTo>
                  <a:lnTo>
                    <a:pt x="5020" y="10697"/>
                  </a:lnTo>
                  <a:lnTo>
                    <a:pt x="5097" y="10774"/>
                  </a:lnTo>
                  <a:lnTo>
                    <a:pt x="5136" y="10851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97" y="11430"/>
                  </a:lnTo>
                  <a:lnTo>
                    <a:pt x="4402" y="10890"/>
                  </a:lnTo>
                  <a:lnTo>
                    <a:pt x="4441" y="10812"/>
                  </a:lnTo>
                  <a:lnTo>
                    <a:pt x="4518" y="10735"/>
                  </a:lnTo>
                  <a:lnTo>
                    <a:pt x="4673" y="10658"/>
                  </a:lnTo>
                  <a:lnTo>
                    <a:pt x="4827" y="10619"/>
                  </a:lnTo>
                  <a:close/>
                  <a:moveTo>
                    <a:pt x="11160" y="10619"/>
                  </a:moveTo>
                  <a:lnTo>
                    <a:pt x="10967" y="11199"/>
                  </a:lnTo>
                  <a:lnTo>
                    <a:pt x="10735" y="11739"/>
                  </a:lnTo>
                  <a:lnTo>
                    <a:pt x="10697" y="11662"/>
                  </a:lnTo>
                  <a:lnTo>
                    <a:pt x="10504" y="11507"/>
                  </a:lnTo>
                  <a:lnTo>
                    <a:pt x="10426" y="11314"/>
                  </a:lnTo>
                  <a:lnTo>
                    <a:pt x="10388" y="11121"/>
                  </a:lnTo>
                  <a:lnTo>
                    <a:pt x="10465" y="10928"/>
                  </a:lnTo>
                  <a:lnTo>
                    <a:pt x="10581" y="10774"/>
                  </a:lnTo>
                  <a:lnTo>
                    <a:pt x="10735" y="10658"/>
                  </a:lnTo>
                  <a:lnTo>
                    <a:pt x="10928" y="10619"/>
                  </a:lnTo>
                  <a:close/>
                  <a:moveTo>
                    <a:pt x="5754" y="11430"/>
                  </a:moveTo>
                  <a:lnTo>
                    <a:pt x="5986" y="11469"/>
                  </a:lnTo>
                  <a:lnTo>
                    <a:pt x="6063" y="11507"/>
                  </a:lnTo>
                  <a:lnTo>
                    <a:pt x="6179" y="11546"/>
                  </a:lnTo>
                  <a:lnTo>
                    <a:pt x="6256" y="11662"/>
                  </a:lnTo>
                  <a:lnTo>
                    <a:pt x="6333" y="11739"/>
                  </a:lnTo>
                  <a:lnTo>
                    <a:pt x="6410" y="11971"/>
                  </a:lnTo>
                  <a:lnTo>
                    <a:pt x="6410" y="12203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1"/>
                  </a:lnTo>
                  <a:lnTo>
                    <a:pt x="5484" y="11585"/>
                  </a:lnTo>
                  <a:lnTo>
                    <a:pt x="5561" y="11507"/>
                  </a:lnTo>
                  <a:lnTo>
                    <a:pt x="5638" y="11469"/>
                  </a:lnTo>
                  <a:lnTo>
                    <a:pt x="5754" y="11430"/>
                  </a:lnTo>
                  <a:close/>
                  <a:moveTo>
                    <a:pt x="10542" y="12009"/>
                  </a:moveTo>
                  <a:lnTo>
                    <a:pt x="10388" y="12280"/>
                  </a:lnTo>
                  <a:lnTo>
                    <a:pt x="10195" y="12511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27"/>
                  </a:lnTo>
                  <a:lnTo>
                    <a:pt x="9654" y="12473"/>
                  </a:lnTo>
                  <a:lnTo>
                    <a:pt x="9693" y="12318"/>
                  </a:lnTo>
                  <a:lnTo>
                    <a:pt x="9808" y="12203"/>
                  </a:lnTo>
                  <a:lnTo>
                    <a:pt x="9963" y="12125"/>
                  </a:lnTo>
                  <a:lnTo>
                    <a:pt x="10156" y="12087"/>
                  </a:lnTo>
                  <a:lnTo>
                    <a:pt x="10542" y="12009"/>
                  </a:lnTo>
                  <a:close/>
                  <a:moveTo>
                    <a:pt x="7376" y="12473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0"/>
                  </a:lnTo>
                  <a:lnTo>
                    <a:pt x="7878" y="13013"/>
                  </a:lnTo>
                  <a:lnTo>
                    <a:pt x="7878" y="13168"/>
                  </a:lnTo>
                  <a:lnTo>
                    <a:pt x="7337" y="12975"/>
                  </a:lnTo>
                  <a:lnTo>
                    <a:pt x="6835" y="12743"/>
                  </a:lnTo>
                  <a:lnTo>
                    <a:pt x="6990" y="12589"/>
                  </a:lnTo>
                  <a:lnTo>
                    <a:pt x="7183" y="12511"/>
                  </a:lnTo>
                  <a:lnTo>
                    <a:pt x="7376" y="12473"/>
                  </a:lnTo>
                  <a:close/>
                  <a:moveTo>
                    <a:pt x="8959" y="12627"/>
                  </a:moveTo>
                  <a:lnTo>
                    <a:pt x="9113" y="12743"/>
                  </a:lnTo>
                  <a:lnTo>
                    <a:pt x="9229" y="12936"/>
                  </a:lnTo>
                  <a:lnTo>
                    <a:pt x="9268" y="13091"/>
                  </a:lnTo>
                  <a:lnTo>
                    <a:pt x="9268" y="13207"/>
                  </a:lnTo>
                  <a:lnTo>
                    <a:pt x="9036" y="13245"/>
                  </a:lnTo>
                  <a:lnTo>
                    <a:pt x="8804" y="13284"/>
                  </a:lnTo>
                  <a:lnTo>
                    <a:pt x="8302" y="13284"/>
                  </a:lnTo>
                  <a:lnTo>
                    <a:pt x="8341" y="13207"/>
                  </a:lnTo>
                  <a:lnTo>
                    <a:pt x="8341" y="13013"/>
                  </a:lnTo>
                  <a:lnTo>
                    <a:pt x="8418" y="12820"/>
                  </a:lnTo>
                  <a:lnTo>
                    <a:pt x="8573" y="12666"/>
                  </a:lnTo>
                  <a:lnTo>
                    <a:pt x="8650" y="12627"/>
                  </a:lnTo>
                  <a:close/>
                  <a:moveTo>
                    <a:pt x="22899" y="0"/>
                  </a:moveTo>
                  <a:lnTo>
                    <a:pt x="22822" y="77"/>
                  </a:lnTo>
                  <a:lnTo>
                    <a:pt x="22783" y="116"/>
                  </a:lnTo>
                  <a:lnTo>
                    <a:pt x="22744" y="232"/>
                  </a:lnTo>
                  <a:lnTo>
                    <a:pt x="22744" y="309"/>
                  </a:lnTo>
                  <a:lnTo>
                    <a:pt x="22822" y="386"/>
                  </a:lnTo>
                  <a:lnTo>
                    <a:pt x="22860" y="425"/>
                  </a:lnTo>
                  <a:lnTo>
                    <a:pt x="23015" y="618"/>
                  </a:lnTo>
                  <a:lnTo>
                    <a:pt x="22899" y="773"/>
                  </a:lnTo>
                  <a:lnTo>
                    <a:pt x="22783" y="927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629" y="1506"/>
                  </a:lnTo>
                  <a:lnTo>
                    <a:pt x="22629" y="1699"/>
                  </a:lnTo>
                  <a:lnTo>
                    <a:pt x="22629" y="1854"/>
                  </a:lnTo>
                  <a:lnTo>
                    <a:pt x="22706" y="2047"/>
                  </a:lnTo>
                  <a:lnTo>
                    <a:pt x="22860" y="2240"/>
                  </a:lnTo>
                  <a:lnTo>
                    <a:pt x="23053" y="2394"/>
                  </a:lnTo>
                  <a:lnTo>
                    <a:pt x="23285" y="2472"/>
                  </a:lnTo>
                  <a:lnTo>
                    <a:pt x="23517" y="2510"/>
                  </a:lnTo>
                  <a:lnTo>
                    <a:pt x="23401" y="2703"/>
                  </a:lnTo>
                  <a:lnTo>
                    <a:pt x="23362" y="2896"/>
                  </a:lnTo>
                  <a:lnTo>
                    <a:pt x="23324" y="3089"/>
                  </a:lnTo>
                  <a:lnTo>
                    <a:pt x="23362" y="3244"/>
                  </a:lnTo>
                  <a:lnTo>
                    <a:pt x="23439" y="3476"/>
                  </a:lnTo>
                  <a:lnTo>
                    <a:pt x="23594" y="3707"/>
                  </a:lnTo>
                  <a:lnTo>
                    <a:pt x="23748" y="3862"/>
                  </a:lnTo>
                  <a:lnTo>
                    <a:pt x="23980" y="3978"/>
                  </a:lnTo>
                  <a:lnTo>
                    <a:pt x="23748" y="4209"/>
                  </a:lnTo>
                  <a:lnTo>
                    <a:pt x="23555" y="4441"/>
                  </a:lnTo>
                  <a:lnTo>
                    <a:pt x="23478" y="4750"/>
                  </a:lnTo>
                  <a:lnTo>
                    <a:pt x="23439" y="4866"/>
                  </a:lnTo>
                  <a:lnTo>
                    <a:pt x="23439" y="5020"/>
                  </a:lnTo>
                  <a:lnTo>
                    <a:pt x="23517" y="5252"/>
                  </a:lnTo>
                  <a:lnTo>
                    <a:pt x="23633" y="5484"/>
                  </a:lnTo>
                  <a:lnTo>
                    <a:pt x="23401" y="5484"/>
                  </a:lnTo>
                  <a:lnTo>
                    <a:pt x="23169" y="5561"/>
                  </a:lnTo>
                  <a:lnTo>
                    <a:pt x="22976" y="5677"/>
                  </a:lnTo>
                  <a:lnTo>
                    <a:pt x="22822" y="5870"/>
                  </a:lnTo>
                  <a:lnTo>
                    <a:pt x="22706" y="6101"/>
                  </a:lnTo>
                  <a:lnTo>
                    <a:pt x="22629" y="6333"/>
                  </a:lnTo>
                  <a:lnTo>
                    <a:pt x="22474" y="6256"/>
                  </a:lnTo>
                  <a:lnTo>
                    <a:pt x="22320" y="6217"/>
                  </a:lnTo>
                  <a:lnTo>
                    <a:pt x="22165" y="6179"/>
                  </a:lnTo>
                  <a:lnTo>
                    <a:pt x="21972" y="6217"/>
                  </a:lnTo>
                  <a:lnTo>
                    <a:pt x="21740" y="6256"/>
                  </a:lnTo>
                  <a:lnTo>
                    <a:pt x="21547" y="6372"/>
                  </a:lnTo>
                  <a:lnTo>
                    <a:pt x="21354" y="6565"/>
                  </a:lnTo>
                  <a:lnTo>
                    <a:pt x="21200" y="6758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5986"/>
                  </a:lnTo>
                  <a:lnTo>
                    <a:pt x="20736" y="5870"/>
                  </a:lnTo>
                  <a:lnTo>
                    <a:pt x="20582" y="5792"/>
                  </a:lnTo>
                  <a:lnTo>
                    <a:pt x="20428" y="5754"/>
                  </a:lnTo>
                  <a:lnTo>
                    <a:pt x="20080" y="5754"/>
                  </a:lnTo>
                  <a:lnTo>
                    <a:pt x="19887" y="5831"/>
                  </a:lnTo>
                  <a:lnTo>
                    <a:pt x="19771" y="5947"/>
                  </a:lnTo>
                  <a:lnTo>
                    <a:pt x="19732" y="5715"/>
                  </a:lnTo>
                  <a:lnTo>
                    <a:pt x="19617" y="5484"/>
                  </a:lnTo>
                  <a:lnTo>
                    <a:pt x="19462" y="5290"/>
                  </a:lnTo>
                  <a:lnTo>
                    <a:pt x="19385" y="5213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52"/>
                  </a:lnTo>
                  <a:lnTo>
                    <a:pt x="18497" y="5406"/>
                  </a:lnTo>
                  <a:lnTo>
                    <a:pt x="18458" y="5252"/>
                  </a:lnTo>
                  <a:lnTo>
                    <a:pt x="18458" y="5097"/>
                  </a:lnTo>
                  <a:lnTo>
                    <a:pt x="18381" y="4982"/>
                  </a:lnTo>
                  <a:lnTo>
                    <a:pt x="18304" y="4827"/>
                  </a:lnTo>
                  <a:lnTo>
                    <a:pt x="18188" y="4750"/>
                  </a:lnTo>
                  <a:lnTo>
                    <a:pt x="18072" y="4634"/>
                  </a:lnTo>
                  <a:lnTo>
                    <a:pt x="17956" y="4557"/>
                  </a:lnTo>
                  <a:lnTo>
                    <a:pt x="17802" y="4518"/>
                  </a:lnTo>
                  <a:lnTo>
                    <a:pt x="17531" y="4518"/>
                  </a:lnTo>
                  <a:lnTo>
                    <a:pt x="17377" y="4557"/>
                  </a:lnTo>
                  <a:lnTo>
                    <a:pt x="17261" y="4634"/>
                  </a:lnTo>
                  <a:lnTo>
                    <a:pt x="17145" y="4711"/>
                  </a:lnTo>
                  <a:lnTo>
                    <a:pt x="17029" y="4827"/>
                  </a:lnTo>
                  <a:lnTo>
                    <a:pt x="16875" y="5059"/>
                  </a:lnTo>
                  <a:lnTo>
                    <a:pt x="16759" y="4904"/>
                  </a:lnTo>
                  <a:lnTo>
                    <a:pt x="16605" y="4788"/>
                  </a:lnTo>
                  <a:lnTo>
                    <a:pt x="16450" y="4673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27"/>
                  </a:lnTo>
                  <a:lnTo>
                    <a:pt x="15523" y="4982"/>
                  </a:lnTo>
                  <a:lnTo>
                    <a:pt x="15446" y="5136"/>
                  </a:lnTo>
                  <a:lnTo>
                    <a:pt x="15408" y="5290"/>
                  </a:lnTo>
                  <a:lnTo>
                    <a:pt x="15408" y="5484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29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2"/>
                  </a:lnTo>
                  <a:lnTo>
                    <a:pt x="14635" y="4943"/>
                  </a:lnTo>
                  <a:lnTo>
                    <a:pt x="14442" y="4943"/>
                  </a:lnTo>
                  <a:lnTo>
                    <a:pt x="14288" y="5020"/>
                  </a:lnTo>
                  <a:lnTo>
                    <a:pt x="14172" y="5059"/>
                  </a:lnTo>
                  <a:lnTo>
                    <a:pt x="14056" y="5175"/>
                  </a:lnTo>
                  <a:lnTo>
                    <a:pt x="13940" y="5290"/>
                  </a:lnTo>
                  <a:lnTo>
                    <a:pt x="13824" y="5522"/>
                  </a:lnTo>
                  <a:lnTo>
                    <a:pt x="13786" y="5831"/>
                  </a:lnTo>
                  <a:lnTo>
                    <a:pt x="13593" y="5715"/>
                  </a:lnTo>
                  <a:lnTo>
                    <a:pt x="13361" y="5677"/>
                  </a:lnTo>
                  <a:lnTo>
                    <a:pt x="13168" y="5677"/>
                  </a:lnTo>
                  <a:lnTo>
                    <a:pt x="12936" y="5715"/>
                  </a:lnTo>
                  <a:lnTo>
                    <a:pt x="12743" y="5831"/>
                  </a:lnTo>
                  <a:lnTo>
                    <a:pt x="12627" y="5908"/>
                  </a:lnTo>
                  <a:lnTo>
                    <a:pt x="12511" y="6063"/>
                  </a:lnTo>
                  <a:lnTo>
                    <a:pt x="12434" y="6179"/>
                  </a:lnTo>
                  <a:lnTo>
                    <a:pt x="12357" y="6333"/>
                  </a:lnTo>
                  <a:lnTo>
                    <a:pt x="12357" y="6488"/>
                  </a:lnTo>
                  <a:lnTo>
                    <a:pt x="12357" y="6681"/>
                  </a:lnTo>
                  <a:lnTo>
                    <a:pt x="12357" y="6835"/>
                  </a:lnTo>
                  <a:lnTo>
                    <a:pt x="12434" y="6990"/>
                  </a:lnTo>
                  <a:lnTo>
                    <a:pt x="12164" y="6990"/>
                  </a:lnTo>
                  <a:lnTo>
                    <a:pt x="11894" y="7105"/>
                  </a:lnTo>
                  <a:lnTo>
                    <a:pt x="11662" y="7221"/>
                  </a:lnTo>
                  <a:lnTo>
                    <a:pt x="11507" y="7376"/>
                  </a:lnTo>
                  <a:lnTo>
                    <a:pt x="11430" y="7530"/>
                  </a:lnTo>
                  <a:lnTo>
                    <a:pt x="11353" y="7685"/>
                  </a:lnTo>
                  <a:lnTo>
                    <a:pt x="11314" y="7839"/>
                  </a:lnTo>
                  <a:lnTo>
                    <a:pt x="11314" y="7994"/>
                  </a:lnTo>
                  <a:lnTo>
                    <a:pt x="11314" y="8148"/>
                  </a:lnTo>
                  <a:lnTo>
                    <a:pt x="11353" y="8302"/>
                  </a:lnTo>
                  <a:lnTo>
                    <a:pt x="11392" y="8418"/>
                  </a:lnTo>
                  <a:lnTo>
                    <a:pt x="11507" y="8573"/>
                  </a:lnTo>
                  <a:lnTo>
                    <a:pt x="11237" y="8650"/>
                  </a:lnTo>
                  <a:lnTo>
                    <a:pt x="10967" y="8766"/>
                  </a:lnTo>
                  <a:lnTo>
                    <a:pt x="10774" y="8997"/>
                  </a:lnTo>
                  <a:lnTo>
                    <a:pt x="10658" y="9229"/>
                  </a:lnTo>
                  <a:lnTo>
                    <a:pt x="10581" y="9499"/>
                  </a:lnTo>
                  <a:lnTo>
                    <a:pt x="10619" y="9770"/>
                  </a:lnTo>
                  <a:lnTo>
                    <a:pt x="10697" y="10001"/>
                  </a:lnTo>
                  <a:lnTo>
                    <a:pt x="10851" y="10233"/>
                  </a:lnTo>
                  <a:lnTo>
                    <a:pt x="10619" y="10272"/>
                  </a:lnTo>
                  <a:lnTo>
                    <a:pt x="10426" y="10388"/>
                  </a:lnTo>
                  <a:lnTo>
                    <a:pt x="10272" y="10581"/>
                  </a:lnTo>
                  <a:lnTo>
                    <a:pt x="10117" y="10774"/>
                  </a:lnTo>
                  <a:lnTo>
                    <a:pt x="10079" y="10967"/>
                  </a:lnTo>
                  <a:lnTo>
                    <a:pt x="10040" y="11199"/>
                  </a:lnTo>
                  <a:lnTo>
                    <a:pt x="10079" y="11469"/>
                  </a:lnTo>
                  <a:lnTo>
                    <a:pt x="10195" y="11662"/>
                  </a:lnTo>
                  <a:lnTo>
                    <a:pt x="9924" y="11739"/>
                  </a:lnTo>
                  <a:lnTo>
                    <a:pt x="9693" y="11816"/>
                  </a:lnTo>
                  <a:lnTo>
                    <a:pt x="9500" y="11971"/>
                  </a:lnTo>
                  <a:lnTo>
                    <a:pt x="9422" y="12087"/>
                  </a:lnTo>
                  <a:lnTo>
                    <a:pt x="9384" y="12203"/>
                  </a:lnTo>
                  <a:lnTo>
                    <a:pt x="9345" y="12318"/>
                  </a:lnTo>
                  <a:lnTo>
                    <a:pt x="9306" y="12473"/>
                  </a:lnTo>
                  <a:lnTo>
                    <a:pt x="9191" y="12357"/>
                  </a:lnTo>
                  <a:lnTo>
                    <a:pt x="9036" y="12318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18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09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3" y="12241"/>
                  </a:lnTo>
                  <a:lnTo>
                    <a:pt x="7492" y="12164"/>
                  </a:lnTo>
                  <a:lnTo>
                    <a:pt x="7221" y="12164"/>
                  </a:lnTo>
                  <a:lnTo>
                    <a:pt x="6990" y="12241"/>
                  </a:lnTo>
                  <a:lnTo>
                    <a:pt x="6796" y="12396"/>
                  </a:lnTo>
                  <a:lnTo>
                    <a:pt x="6796" y="12048"/>
                  </a:lnTo>
                  <a:lnTo>
                    <a:pt x="6758" y="11855"/>
                  </a:lnTo>
                  <a:lnTo>
                    <a:pt x="6681" y="11701"/>
                  </a:lnTo>
                  <a:lnTo>
                    <a:pt x="6603" y="11546"/>
                  </a:lnTo>
                  <a:lnTo>
                    <a:pt x="6526" y="11392"/>
                  </a:lnTo>
                  <a:lnTo>
                    <a:pt x="6410" y="11276"/>
                  </a:lnTo>
                  <a:lnTo>
                    <a:pt x="6256" y="11199"/>
                  </a:lnTo>
                  <a:lnTo>
                    <a:pt x="6063" y="11160"/>
                  </a:lnTo>
                  <a:lnTo>
                    <a:pt x="5870" y="11121"/>
                  </a:lnTo>
                  <a:lnTo>
                    <a:pt x="5715" y="11160"/>
                  </a:lnTo>
                  <a:lnTo>
                    <a:pt x="5522" y="11199"/>
                  </a:lnTo>
                  <a:lnTo>
                    <a:pt x="5522" y="10928"/>
                  </a:lnTo>
                  <a:lnTo>
                    <a:pt x="5445" y="10697"/>
                  </a:lnTo>
                  <a:lnTo>
                    <a:pt x="5329" y="10503"/>
                  </a:lnTo>
                  <a:lnTo>
                    <a:pt x="5213" y="10426"/>
                  </a:lnTo>
                  <a:lnTo>
                    <a:pt x="5097" y="10349"/>
                  </a:lnTo>
                  <a:lnTo>
                    <a:pt x="4943" y="10310"/>
                  </a:lnTo>
                  <a:lnTo>
                    <a:pt x="4673" y="10310"/>
                  </a:lnTo>
                  <a:lnTo>
                    <a:pt x="4557" y="10349"/>
                  </a:lnTo>
                  <a:lnTo>
                    <a:pt x="4518" y="10156"/>
                  </a:lnTo>
                  <a:lnTo>
                    <a:pt x="4480" y="9924"/>
                  </a:lnTo>
                  <a:lnTo>
                    <a:pt x="4364" y="9731"/>
                  </a:lnTo>
                  <a:lnTo>
                    <a:pt x="4209" y="9577"/>
                  </a:lnTo>
                  <a:lnTo>
                    <a:pt x="4093" y="9461"/>
                  </a:lnTo>
                  <a:lnTo>
                    <a:pt x="3900" y="9422"/>
                  </a:lnTo>
                  <a:lnTo>
                    <a:pt x="3746" y="9384"/>
                  </a:lnTo>
                  <a:lnTo>
                    <a:pt x="3591" y="9422"/>
                  </a:lnTo>
                  <a:lnTo>
                    <a:pt x="3437" y="9461"/>
                  </a:lnTo>
                  <a:lnTo>
                    <a:pt x="3283" y="9538"/>
                  </a:lnTo>
                  <a:lnTo>
                    <a:pt x="3128" y="9615"/>
                  </a:lnTo>
                  <a:lnTo>
                    <a:pt x="3012" y="9731"/>
                  </a:lnTo>
                  <a:lnTo>
                    <a:pt x="2974" y="9615"/>
                  </a:lnTo>
                  <a:lnTo>
                    <a:pt x="2896" y="9422"/>
                  </a:lnTo>
                  <a:lnTo>
                    <a:pt x="2781" y="9268"/>
                  </a:lnTo>
                  <a:lnTo>
                    <a:pt x="2626" y="9113"/>
                  </a:lnTo>
                  <a:lnTo>
                    <a:pt x="2433" y="9036"/>
                  </a:lnTo>
                  <a:lnTo>
                    <a:pt x="2240" y="8997"/>
                  </a:lnTo>
                  <a:lnTo>
                    <a:pt x="2047" y="8997"/>
                  </a:lnTo>
                  <a:lnTo>
                    <a:pt x="1854" y="9075"/>
                  </a:lnTo>
                  <a:lnTo>
                    <a:pt x="1699" y="9191"/>
                  </a:lnTo>
                  <a:lnTo>
                    <a:pt x="1545" y="9345"/>
                  </a:lnTo>
                  <a:lnTo>
                    <a:pt x="1429" y="9499"/>
                  </a:lnTo>
                  <a:lnTo>
                    <a:pt x="1390" y="9693"/>
                  </a:lnTo>
                  <a:lnTo>
                    <a:pt x="1352" y="9886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272"/>
                  </a:lnTo>
                  <a:lnTo>
                    <a:pt x="386" y="10426"/>
                  </a:lnTo>
                  <a:lnTo>
                    <a:pt x="271" y="10542"/>
                  </a:lnTo>
                  <a:lnTo>
                    <a:pt x="116" y="10851"/>
                  </a:lnTo>
                  <a:lnTo>
                    <a:pt x="39" y="11199"/>
                  </a:lnTo>
                  <a:lnTo>
                    <a:pt x="0" y="11546"/>
                  </a:lnTo>
                  <a:lnTo>
                    <a:pt x="77" y="11894"/>
                  </a:lnTo>
                  <a:lnTo>
                    <a:pt x="193" y="12241"/>
                  </a:lnTo>
                  <a:lnTo>
                    <a:pt x="386" y="12511"/>
                  </a:lnTo>
                  <a:lnTo>
                    <a:pt x="618" y="12782"/>
                  </a:lnTo>
                  <a:lnTo>
                    <a:pt x="811" y="12898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124" y="13091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11"/>
                  </a:lnTo>
                  <a:lnTo>
                    <a:pt x="3360" y="12203"/>
                  </a:lnTo>
                  <a:lnTo>
                    <a:pt x="3591" y="12009"/>
                  </a:lnTo>
                  <a:lnTo>
                    <a:pt x="3553" y="11932"/>
                  </a:lnTo>
                  <a:lnTo>
                    <a:pt x="3514" y="11816"/>
                  </a:lnTo>
                  <a:lnTo>
                    <a:pt x="3437" y="11739"/>
                  </a:lnTo>
                  <a:lnTo>
                    <a:pt x="3283" y="11739"/>
                  </a:lnTo>
                  <a:lnTo>
                    <a:pt x="3244" y="11816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7" y="12434"/>
                  </a:lnTo>
                  <a:lnTo>
                    <a:pt x="2317" y="12550"/>
                  </a:lnTo>
                  <a:lnTo>
                    <a:pt x="2047" y="12666"/>
                  </a:lnTo>
                  <a:lnTo>
                    <a:pt x="1429" y="12666"/>
                  </a:lnTo>
                  <a:lnTo>
                    <a:pt x="1159" y="12550"/>
                  </a:lnTo>
                  <a:lnTo>
                    <a:pt x="966" y="12434"/>
                  </a:lnTo>
                  <a:lnTo>
                    <a:pt x="811" y="12318"/>
                  </a:lnTo>
                  <a:lnTo>
                    <a:pt x="695" y="12203"/>
                  </a:lnTo>
                  <a:lnTo>
                    <a:pt x="618" y="12048"/>
                  </a:lnTo>
                  <a:lnTo>
                    <a:pt x="541" y="11855"/>
                  </a:lnTo>
                  <a:lnTo>
                    <a:pt x="502" y="11701"/>
                  </a:lnTo>
                  <a:lnTo>
                    <a:pt x="502" y="11546"/>
                  </a:lnTo>
                  <a:lnTo>
                    <a:pt x="502" y="11353"/>
                  </a:lnTo>
                  <a:lnTo>
                    <a:pt x="541" y="11199"/>
                  </a:lnTo>
                  <a:lnTo>
                    <a:pt x="579" y="11044"/>
                  </a:lnTo>
                  <a:lnTo>
                    <a:pt x="657" y="10890"/>
                  </a:lnTo>
                  <a:lnTo>
                    <a:pt x="773" y="10735"/>
                  </a:lnTo>
                  <a:lnTo>
                    <a:pt x="927" y="10619"/>
                  </a:lnTo>
                  <a:lnTo>
                    <a:pt x="1043" y="10503"/>
                  </a:lnTo>
                  <a:lnTo>
                    <a:pt x="1236" y="10426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317" y="10349"/>
                  </a:lnTo>
                  <a:lnTo>
                    <a:pt x="2587" y="10426"/>
                  </a:lnTo>
                  <a:lnTo>
                    <a:pt x="2858" y="10503"/>
                  </a:lnTo>
                  <a:lnTo>
                    <a:pt x="3128" y="10619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6"/>
                  </a:lnTo>
                  <a:lnTo>
                    <a:pt x="5908" y="12666"/>
                  </a:lnTo>
                  <a:lnTo>
                    <a:pt x="6294" y="12936"/>
                  </a:lnTo>
                  <a:lnTo>
                    <a:pt x="6681" y="13207"/>
                  </a:lnTo>
                  <a:lnTo>
                    <a:pt x="7105" y="13400"/>
                  </a:lnTo>
                  <a:lnTo>
                    <a:pt x="7530" y="13593"/>
                  </a:lnTo>
                  <a:lnTo>
                    <a:pt x="7994" y="13708"/>
                  </a:lnTo>
                  <a:lnTo>
                    <a:pt x="8457" y="13786"/>
                  </a:lnTo>
                  <a:lnTo>
                    <a:pt x="8920" y="13747"/>
                  </a:lnTo>
                  <a:lnTo>
                    <a:pt x="9345" y="13670"/>
                  </a:lnTo>
                  <a:lnTo>
                    <a:pt x="9731" y="13515"/>
                  </a:lnTo>
                  <a:lnTo>
                    <a:pt x="10079" y="13322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34"/>
                  </a:lnTo>
                  <a:lnTo>
                    <a:pt x="11121" y="12087"/>
                  </a:lnTo>
                  <a:lnTo>
                    <a:pt x="11314" y="11739"/>
                  </a:lnTo>
                  <a:lnTo>
                    <a:pt x="11507" y="11199"/>
                  </a:lnTo>
                  <a:lnTo>
                    <a:pt x="11662" y="10658"/>
                  </a:lnTo>
                  <a:lnTo>
                    <a:pt x="11971" y="9615"/>
                  </a:lnTo>
                  <a:lnTo>
                    <a:pt x="12164" y="9075"/>
                  </a:lnTo>
                  <a:lnTo>
                    <a:pt x="12357" y="8573"/>
                  </a:lnTo>
                  <a:lnTo>
                    <a:pt x="12627" y="8109"/>
                  </a:lnTo>
                  <a:lnTo>
                    <a:pt x="12936" y="7646"/>
                  </a:lnTo>
                  <a:lnTo>
                    <a:pt x="13284" y="7298"/>
                  </a:lnTo>
                  <a:lnTo>
                    <a:pt x="13631" y="6951"/>
                  </a:lnTo>
                  <a:lnTo>
                    <a:pt x="14017" y="6681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1"/>
                  </a:lnTo>
                  <a:lnTo>
                    <a:pt x="15832" y="5986"/>
                  </a:lnTo>
                  <a:lnTo>
                    <a:pt x="16296" y="5908"/>
                  </a:lnTo>
                  <a:lnTo>
                    <a:pt x="16914" y="5908"/>
                  </a:lnTo>
                  <a:lnTo>
                    <a:pt x="17454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565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30" y="7492"/>
                  </a:lnTo>
                  <a:lnTo>
                    <a:pt x="21316" y="7607"/>
                  </a:lnTo>
                  <a:lnTo>
                    <a:pt x="21740" y="7685"/>
                  </a:lnTo>
                  <a:lnTo>
                    <a:pt x="22165" y="7723"/>
                  </a:lnTo>
                  <a:lnTo>
                    <a:pt x="22590" y="7723"/>
                  </a:lnTo>
                  <a:lnTo>
                    <a:pt x="22976" y="7646"/>
                  </a:lnTo>
                  <a:lnTo>
                    <a:pt x="23362" y="7492"/>
                  </a:lnTo>
                  <a:lnTo>
                    <a:pt x="23748" y="7260"/>
                  </a:lnTo>
                  <a:lnTo>
                    <a:pt x="24057" y="6990"/>
                  </a:lnTo>
                  <a:lnTo>
                    <a:pt x="24366" y="6642"/>
                  </a:lnTo>
                  <a:lnTo>
                    <a:pt x="24598" y="6294"/>
                  </a:lnTo>
                  <a:lnTo>
                    <a:pt x="24752" y="5870"/>
                  </a:lnTo>
                  <a:lnTo>
                    <a:pt x="24907" y="5484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171"/>
                  </a:lnTo>
                  <a:lnTo>
                    <a:pt x="24984" y="3707"/>
                  </a:lnTo>
                  <a:lnTo>
                    <a:pt x="24907" y="3283"/>
                  </a:lnTo>
                  <a:lnTo>
                    <a:pt x="24791" y="2819"/>
                  </a:lnTo>
                  <a:lnTo>
                    <a:pt x="24637" y="2394"/>
                  </a:lnTo>
                  <a:lnTo>
                    <a:pt x="24482" y="1970"/>
                  </a:lnTo>
                  <a:lnTo>
                    <a:pt x="24250" y="1545"/>
                  </a:lnTo>
                  <a:lnTo>
                    <a:pt x="24057" y="1159"/>
                  </a:lnTo>
                  <a:lnTo>
                    <a:pt x="23826" y="811"/>
                  </a:lnTo>
                  <a:lnTo>
                    <a:pt x="23941" y="348"/>
                  </a:lnTo>
                  <a:lnTo>
                    <a:pt x="23594" y="193"/>
                  </a:lnTo>
                  <a:lnTo>
                    <a:pt x="23208" y="77"/>
                  </a:lnTo>
                  <a:lnTo>
                    <a:pt x="23169" y="39"/>
                  </a:lnTo>
                  <a:lnTo>
                    <a:pt x="2309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7" name="Google Shape;4947;p21"/>
            <p:cNvSpPr/>
            <p:nvPr/>
          </p:nvSpPr>
          <p:spPr>
            <a:xfrm>
              <a:off x="3792600" y="960050"/>
              <a:ext cx="625600" cy="344650"/>
            </a:xfrm>
            <a:custGeom>
              <a:avLst/>
              <a:gdLst/>
              <a:ahLst/>
              <a:cxnLst/>
              <a:rect l="l" t="t" r="r" b="b"/>
              <a:pathLst>
                <a:path w="25024" h="13786" extrusionOk="0">
                  <a:moveTo>
                    <a:pt x="23286" y="966"/>
                  </a:moveTo>
                  <a:lnTo>
                    <a:pt x="23633" y="1468"/>
                  </a:lnTo>
                  <a:lnTo>
                    <a:pt x="23942" y="2008"/>
                  </a:lnTo>
                  <a:lnTo>
                    <a:pt x="23788" y="2163"/>
                  </a:lnTo>
                  <a:lnTo>
                    <a:pt x="23633" y="2201"/>
                  </a:lnTo>
                  <a:lnTo>
                    <a:pt x="23479" y="2201"/>
                  </a:lnTo>
                  <a:lnTo>
                    <a:pt x="23324" y="2163"/>
                  </a:lnTo>
                  <a:lnTo>
                    <a:pt x="23208" y="2085"/>
                  </a:lnTo>
                  <a:lnTo>
                    <a:pt x="23093" y="1970"/>
                  </a:lnTo>
                  <a:lnTo>
                    <a:pt x="23015" y="1815"/>
                  </a:lnTo>
                  <a:lnTo>
                    <a:pt x="22977" y="1661"/>
                  </a:lnTo>
                  <a:lnTo>
                    <a:pt x="22977" y="1429"/>
                  </a:lnTo>
                  <a:lnTo>
                    <a:pt x="23054" y="1274"/>
                  </a:lnTo>
                  <a:lnTo>
                    <a:pt x="23170" y="1120"/>
                  </a:lnTo>
                  <a:lnTo>
                    <a:pt x="23286" y="966"/>
                  </a:lnTo>
                  <a:close/>
                  <a:moveTo>
                    <a:pt x="24097" y="2433"/>
                  </a:moveTo>
                  <a:lnTo>
                    <a:pt x="24212" y="2780"/>
                  </a:lnTo>
                  <a:lnTo>
                    <a:pt x="24328" y="3089"/>
                  </a:lnTo>
                  <a:lnTo>
                    <a:pt x="24367" y="3437"/>
                  </a:lnTo>
                  <a:lnTo>
                    <a:pt x="24444" y="3823"/>
                  </a:lnTo>
                  <a:lnTo>
                    <a:pt x="24174" y="3746"/>
                  </a:lnTo>
                  <a:lnTo>
                    <a:pt x="23942" y="3591"/>
                  </a:lnTo>
                  <a:lnTo>
                    <a:pt x="23865" y="3514"/>
                  </a:lnTo>
                  <a:lnTo>
                    <a:pt x="23788" y="3398"/>
                  </a:lnTo>
                  <a:lnTo>
                    <a:pt x="23749" y="3282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8" y="2742"/>
                  </a:lnTo>
                  <a:lnTo>
                    <a:pt x="23942" y="2587"/>
                  </a:lnTo>
                  <a:lnTo>
                    <a:pt x="24097" y="2433"/>
                  </a:lnTo>
                  <a:close/>
                  <a:moveTo>
                    <a:pt x="16296" y="4981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7" y="5290"/>
                  </a:lnTo>
                  <a:lnTo>
                    <a:pt x="16567" y="5406"/>
                  </a:lnTo>
                  <a:lnTo>
                    <a:pt x="16296" y="5445"/>
                  </a:lnTo>
                  <a:lnTo>
                    <a:pt x="15640" y="5522"/>
                  </a:lnTo>
                  <a:lnTo>
                    <a:pt x="15640" y="5483"/>
                  </a:lnTo>
                  <a:lnTo>
                    <a:pt x="15679" y="5368"/>
                  </a:lnTo>
                  <a:lnTo>
                    <a:pt x="15717" y="5252"/>
                  </a:lnTo>
                  <a:lnTo>
                    <a:pt x="15756" y="5175"/>
                  </a:lnTo>
                  <a:lnTo>
                    <a:pt x="15833" y="5097"/>
                  </a:lnTo>
                  <a:lnTo>
                    <a:pt x="15949" y="5020"/>
                  </a:lnTo>
                  <a:lnTo>
                    <a:pt x="16065" y="4981"/>
                  </a:lnTo>
                  <a:close/>
                  <a:moveTo>
                    <a:pt x="24444" y="4248"/>
                  </a:moveTo>
                  <a:lnTo>
                    <a:pt x="24444" y="4673"/>
                  </a:lnTo>
                  <a:lnTo>
                    <a:pt x="24367" y="5097"/>
                  </a:lnTo>
                  <a:lnTo>
                    <a:pt x="24251" y="5522"/>
                  </a:lnTo>
                  <a:lnTo>
                    <a:pt x="24058" y="5445"/>
                  </a:lnTo>
                  <a:lnTo>
                    <a:pt x="23904" y="5290"/>
                  </a:lnTo>
                  <a:lnTo>
                    <a:pt x="23826" y="5097"/>
                  </a:lnTo>
                  <a:lnTo>
                    <a:pt x="23788" y="4981"/>
                  </a:lnTo>
                  <a:lnTo>
                    <a:pt x="23788" y="4866"/>
                  </a:lnTo>
                  <a:lnTo>
                    <a:pt x="23826" y="4750"/>
                  </a:lnTo>
                  <a:lnTo>
                    <a:pt x="23865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6"/>
                  </a:lnTo>
                  <a:lnTo>
                    <a:pt x="18073" y="5638"/>
                  </a:lnTo>
                  <a:lnTo>
                    <a:pt x="17571" y="5522"/>
                  </a:lnTo>
                  <a:lnTo>
                    <a:pt x="17030" y="5445"/>
                  </a:lnTo>
                  <a:lnTo>
                    <a:pt x="17069" y="5290"/>
                  </a:lnTo>
                  <a:lnTo>
                    <a:pt x="17107" y="5175"/>
                  </a:lnTo>
                  <a:lnTo>
                    <a:pt x="17185" y="5059"/>
                  </a:lnTo>
                  <a:lnTo>
                    <a:pt x="17300" y="4943"/>
                  </a:lnTo>
                  <a:lnTo>
                    <a:pt x="17416" y="4904"/>
                  </a:lnTo>
                  <a:lnTo>
                    <a:pt x="17532" y="4866"/>
                  </a:lnTo>
                  <a:lnTo>
                    <a:pt x="17648" y="4827"/>
                  </a:lnTo>
                  <a:close/>
                  <a:moveTo>
                    <a:pt x="14713" y="5329"/>
                  </a:moveTo>
                  <a:lnTo>
                    <a:pt x="14829" y="5368"/>
                  </a:lnTo>
                  <a:lnTo>
                    <a:pt x="14906" y="5445"/>
                  </a:lnTo>
                  <a:lnTo>
                    <a:pt x="15022" y="5561"/>
                  </a:lnTo>
                  <a:lnTo>
                    <a:pt x="15061" y="5677"/>
                  </a:lnTo>
                  <a:lnTo>
                    <a:pt x="14559" y="5870"/>
                  </a:lnTo>
                  <a:lnTo>
                    <a:pt x="14057" y="6101"/>
                  </a:lnTo>
                  <a:lnTo>
                    <a:pt x="14018" y="6063"/>
                  </a:lnTo>
                  <a:lnTo>
                    <a:pt x="14057" y="5831"/>
                  </a:lnTo>
                  <a:lnTo>
                    <a:pt x="14134" y="5599"/>
                  </a:lnTo>
                  <a:lnTo>
                    <a:pt x="14250" y="5445"/>
                  </a:lnTo>
                  <a:lnTo>
                    <a:pt x="14366" y="5368"/>
                  </a:lnTo>
                  <a:lnTo>
                    <a:pt x="14443" y="5329"/>
                  </a:lnTo>
                  <a:close/>
                  <a:moveTo>
                    <a:pt x="18999" y="5483"/>
                  </a:moveTo>
                  <a:lnTo>
                    <a:pt x="19115" y="5522"/>
                  </a:lnTo>
                  <a:lnTo>
                    <a:pt x="19193" y="5561"/>
                  </a:lnTo>
                  <a:lnTo>
                    <a:pt x="19308" y="5677"/>
                  </a:lnTo>
                  <a:lnTo>
                    <a:pt x="19386" y="5831"/>
                  </a:lnTo>
                  <a:lnTo>
                    <a:pt x="19386" y="5985"/>
                  </a:lnTo>
                  <a:lnTo>
                    <a:pt x="19347" y="6179"/>
                  </a:lnTo>
                  <a:lnTo>
                    <a:pt x="18613" y="5831"/>
                  </a:lnTo>
                  <a:lnTo>
                    <a:pt x="18652" y="5754"/>
                  </a:lnTo>
                  <a:lnTo>
                    <a:pt x="18691" y="5677"/>
                  </a:lnTo>
                  <a:lnTo>
                    <a:pt x="18845" y="5522"/>
                  </a:lnTo>
                  <a:lnTo>
                    <a:pt x="18999" y="5483"/>
                  </a:lnTo>
                  <a:close/>
                  <a:moveTo>
                    <a:pt x="20197" y="6063"/>
                  </a:moveTo>
                  <a:lnTo>
                    <a:pt x="20351" y="6101"/>
                  </a:lnTo>
                  <a:lnTo>
                    <a:pt x="20467" y="6140"/>
                  </a:lnTo>
                  <a:lnTo>
                    <a:pt x="20544" y="6179"/>
                  </a:lnTo>
                  <a:lnTo>
                    <a:pt x="20699" y="6333"/>
                  </a:lnTo>
                  <a:lnTo>
                    <a:pt x="20776" y="6526"/>
                  </a:lnTo>
                  <a:lnTo>
                    <a:pt x="20814" y="6719"/>
                  </a:lnTo>
                  <a:lnTo>
                    <a:pt x="20892" y="6951"/>
                  </a:lnTo>
                  <a:lnTo>
                    <a:pt x="20467" y="6758"/>
                  </a:lnTo>
                  <a:lnTo>
                    <a:pt x="20081" y="6565"/>
                  </a:lnTo>
                  <a:lnTo>
                    <a:pt x="19810" y="6410"/>
                  </a:lnTo>
                  <a:lnTo>
                    <a:pt x="19849" y="6294"/>
                  </a:lnTo>
                  <a:lnTo>
                    <a:pt x="19888" y="6179"/>
                  </a:lnTo>
                  <a:lnTo>
                    <a:pt x="20003" y="6140"/>
                  </a:lnTo>
                  <a:lnTo>
                    <a:pt x="20081" y="6101"/>
                  </a:lnTo>
                  <a:lnTo>
                    <a:pt x="20197" y="6063"/>
                  </a:lnTo>
                  <a:close/>
                  <a:moveTo>
                    <a:pt x="23517" y="5870"/>
                  </a:moveTo>
                  <a:lnTo>
                    <a:pt x="23710" y="5908"/>
                  </a:lnTo>
                  <a:lnTo>
                    <a:pt x="23942" y="5985"/>
                  </a:lnTo>
                  <a:lnTo>
                    <a:pt x="24019" y="6024"/>
                  </a:lnTo>
                  <a:lnTo>
                    <a:pt x="24097" y="6024"/>
                  </a:lnTo>
                  <a:lnTo>
                    <a:pt x="23942" y="6294"/>
                  </a:lnTo>
                  <a:lnTo>
                    <a:pt x="23749" y="6565"/>
                  </a:lnTo>
                  <a:lnTo>
                    <a:pt x="23517" y="6796"/>
                  </a:lnTo>
                  <a:lnTo>
                    <a:pt x="23247" y="6989"/>
                  </a:lnTo>
                  <a:lnTo>
                    <a:pt x="23208" y="6951"/>
                  </a:lnTo>
                  <a:lnTo>
                    <a:pt x="23093" y="6758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4" y="6179"/>
                  </a:lnTo>
                  <a:lnTo>
                    <a:pt x="23131" y="6101"/>
                  </a:lnTo>
                  <a:lnTo>
                    <a:pt x="23208" y="6024"/>
                  </a:lnTo>
                  <a:lnTo>
                    <a:pt x="23286" y="5947"/>
                  </a:lnTo>
                  <a:lnTo>
                    <a:pt x="23517" y="5870"/>
                  </a:lnTo>
                  <a:close/>
                  <a:moveTo>
                    <a:pt x="13246" y="6101"/>
                  </a:moveTo>
                  <a:lnTo>
                    <a:pt x="13478" y="6179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9" y="6719"/>
                  </a:lnTo>
                  <a:lnTo>
                    <a:pt x="12782" y="7105"/>
                  </a:lnTo>
                  <a:lnTo>
                    <a:pt x="12705" y="7067"/>
                  </a:lnTo>
                  <a:lnTo>
                    <a:pt x="12667" y="6951"/>
                  </a:lnTo>
                  <a:lnTo>
                    <a:pt x="12628" y="6796"/>
                  </a:lnTo>
                  <a:lnTo>
                    <a:pt x="12628" y="6681"/>
                  </a:lnTo>
                  <a:lnTo>
                    <a:pt x="12667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60" y="6217"/>
                  </a:lnTo>
                  <a:lnTo>
                    <a:pt x="13014" y="6140"/>
                  </a:lnTo>
                  <a:lnTo>
                    <a:pt x="13130" y="6101"/>
                  </a:lnTo>
                  <a:close/>
                  <a:moveTo>
                    <a:pt x="22166" y="6565"/>
                  </a:moveTo>
                  <a:lnTo>
                    <a:pt x="22282" y="6603"/>
                  </a:lnTo>
                  <a:lnTo>
                    <a:pt x="22475" y="6719"/>
                  </a:lnTo>
                  <a:lnTo>
                    <a:pt x="22629" y="6874"/>
                  </a:lnTo>
                  <a:lnTo>
                    <a:pt x="22784" y="7028"/>
                  </a:lnTo>
                  <a:lnTo>
                    <a:pt x="22861" y="7067"/>
                  </a:lnTo>
                  <a:lnTo>
                    <a:pt x="22938" y="7067"/>
                  </a:lnTo>
                  <a:lnTo>
                    <a:pt x="22977" y="7105"/>
                  </a:lnTo>
                  <a:lnTo>
                    <a:pt x="22938" y="7144"/>
                  </a:lnTo>
                  <a:lnTo>
                    <a:pt x="22552" y="7221"/>
                  </a:lnTo>
                  <a:lnTo>
                    <a:pt x="22166" y="7260"/>
                  </a:lnTo>
                  <a:lnTo>
                    <a:pt x="21780" y="7221"/>
                  </a:lnTo>
                  <a:lnTo>
                    <a:pt x="21394" y="7105"/>
                  </a:lnTo>
                  <a:lnTo>
                    <a:pt x="21471" y="6912"/>
                  </a:lnTo>
                  <a:lnTo>
                    <a:pt x="21625" y="6758"/>
                  </a:lnTo>
                  <a:lnTo>
                    <a:pt x="21818" y="6603"/>
                  </a:lnTo>
                  <a:lnTo>
                    <a:pt x="22050" y="6565"/>
                  </a:lnTo>
                  <a:close/>
                  <a:moveTo>
                    <a:pt x="12280" y="7414"/>
                  </a:moveTo>
                  <a:lnTo>
                    <a:pt x="12474" y="7453"/>
                  </a:lnTo>
                  <a:lnTo>
                    <a:pt x="12126" y="7993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63" y="8109"/>
                  </a:lnTo>
                  <a:lnTo>
                    <a:pt x="11663" y="7955"/>
                  </a:lnTo>
                  <a:lnTo>
                    <a:pt x="11663" y="7839"/>
                  </a:lnTo>
                  <a:lnTo>
                    <a:pt x="11740" y="7723"/>
                  </a:lnTo>
                  <a:lnTo>
                    <a:pt x="11817" y="7607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65" y="7414"/>
                  </a:lnTo>
                  <a:close/>
                  <a:moveTo>
                    <a:pt x="2241" y="9384"/>
                  </a:moveTo>
                  <a:lnTo>
                    <a:pt x="2356" y="9422"/>
                  </a:lnTo>
                  <a:lnTo>
                    <a:pt x="2472" y="9499"/>
                  </a:lnTo>
                  <a:lnTo>
                    <a:pt x="2550" y="9577"/>
                  </a:lnTo>
                  <a:lnTo>
                    <a:pt x="2627" y="9770"/>
                  </a:lnTo>
                  <a:lnTo>
                    <a:pt x="2627" y="9886"/>
                  </a:lnTo>
                  <a:lnTo>
                    <a:pt x="2627" y="10001"/>
                  </a:lnTo>
                  <a:lnTo>
                    <a:pt x="2125" y="9886"/>
                  </a:lnTo>
                  <a:lnTo>
                    <a:pt x="1661" y="9886"/>
                  </a:lnTo>
                  <a:lnTo>
                    <a:pt x="1700" y="9770"/>
                  </a:lnTo>
                  <a:lnTo>
                    <a:pt x="1739" y="9654"/>
                  </a:lnTo>
                  <a:lnTo>
                    <a:pt x="1816" y="9538"/>
                  </a:lnTo>
                  <a:lnTo>
                    <a:pt x="1893" y="9461"/>
                  </a:lnTo>
                  <a:lnTo>
                    <a:pt x="2009" y="9384"/>
                  </a:lnTo>
                  <a:close/>
                  <a:moveTo>
                    <a:pt x="11663" y="8997"/>
                  </a:moveTo>
                  <a:lnTo>
                    <a:pt x="11470" y="9499"/>
                  </a:lnTo>
                  <a:lnTo>
                    <a:pt x="11354" y="10040"/>
                  </a:lnTo>
                  <a:lnTo>
                    <a:pt x="11276" y="10272"/>
                  </a:lnTo>
                  <a:lnTo>
                    <a:pt x="11238" y="10272"/>
                  </a:lnTo>
                  <a:lnTo>
                    <a:pt x="11083" y="10079"/>
                  </a:lnTo>
                  <a:lnTo>
                    <a:pt x="10968" y="9847"/>
                  </a:lnTo>
                  <a:lnTo>
                    <a:pt x="10929" y="9692"/>
                  </a:lnTo>
                  <a:lnTo>
                    <a:pt x="10929" y="9577"/>
                  </a:lnTo>
                  <a:lnTo>
                    <a:pt x="10968" y="9461"/>
                  </a:lnTo>
                  <a:lnTo>
                    <a:pt x="11006" y="9345"/>
                  </a:lnTo>
                  <a:lnTo>
                    <a:pt x="11122" y="9152"/>
                  </a:lnTo>
                  <a:lnTo>
                    <a:pt x="11276" y="9075"/>
                  </a:lnTo>
                  <a:lnTo>
                    <a:pt x="11470" y="8997"/>
                  </a:lnTo>
                  <a:close/>
                  <a:moveTo>
                    <a:pt x="3785" y="9770"/>
                  </a:moveTo>
                  <a:lnTo>
                    <a:pt x="3901" y="9808"/>
                  </a:lnTo>
                  <a:lnTo>
                    <a:pt x="4017" y="9886"/>
                  </a:lnTo>
                  <a:lnTo>
                    <a:pt x="4094" y="10001"/>
                  </a:lnTo>
                  <a:lnTo>
                    <a:pt x="4133" y="10117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4" y="10542"/>
                  </a:lnTo>
                  <a:lnTo>
                    <a:pt x="4017" y="10658"/>
                  </a:lnTo>
                  <a:lnTo>
                    <a:pt x="3862" y="10542"/>
                  </a:lnTo>
                  <a:lnTo>
                    <a:pt x="3515" y="10349"/>
                  </a:lnTo>
                  <a:lnTo>
                    <a:pt x="3090" y="10156"/>
                  </a:lnTo>
                  <a:lnTo>
                    <a:pt x="3129" y="10040"/>
                  </a:lnTo>
                  <a:lnTo>
                    <a:pt x="3245" y="9924"/>
                  </a:lnTo>
                  <a:lnTo>
                    <a:pt x="3360" y="9847"/>
                  </a:lnTo>
                  <a:lnTo>
                    <a:pt x="3515" y="9770"/>
                  </a:lnTo>
                  <a:close/>
                  <a:moveTo>
                    <a:pt x="4944" y="10658"/>
                  </a:moveTo>
                  <a:lnTo>
                    <a:pt x="5021" y="10735"/>
                  </a:lnTo>
                  <a:lnTo>
                    <a:pt x="5098" y="10774"/>
                  </a:lnTo>
                  <a:lnTo>
                    <a:pt x="5137" y="10890"/>
                  </a:lnTo>
                  <a:lnTo>
                    <a:pt x="5175" y="11044"/>
                  </a:lnTo>
                  <a:lnTo>
                    <a:pt x="5137" y="11237"/>
                  </a:lnTo>
                  <a:lnTo>
                    <a:pt x="5098" y="11430"/>
                  </a:lnTo>
                  <a:lnTo>
                    <a:pt x="4403" y="10928"/>
                  </a:lnTo>
                  <a:lnTo>
                    <a:pt x="4442" y="10812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1" y="10619"/>
                  </a:moveTo>
                  <a:lnTo>
                    <a:pt x="10968" y="11198"/>
                  </a:lnTo>
                  <a:lnTo>
                    <a:pt x="10736" y="11739"/>
                  </a:lnTo>
                  <a:lnTo>
                    <a:pt x="10659" y="11700"/>
                  </a:lnTo>
                  <a:lnTo>
                    <a:pt x="10504" y="11546"/>
                  </a:lnTo>
                  <a:lnTo>
                    <a:pt x="10427" y="11353"/>
                  </a:lnTo>
                  <a:lnTo>
                    <a:pt x="10388" y="11160"/>
                  </a:lnTo>
                  <a:lnTo>
                    <a:pt x="10466" y="10967"/>
                  </a:lnTo>
                  <a:lnTo>
                    <a:pt x="10581" y="10812"/>
                  </a:lnTo>
                  <a:lnTo>
                    <a:pt x="10736" y="10696"/>
                  </a:lnTo>
                  <a:lnTo>
                    <a:pt x="10929" y="10619"/>
                  </a:lnTo>
                  <a:close/>
                  <a:moveTo>
                    <a:pt x="5986" y="11469"/>
                  </a:moveTo>
                  <a:lnTo>
                    <a:pt x="6063" y="11507"/>
                  </a:lnTo>
                  <a:lnTo>
                    <a:pt x="6179" y="11585"/>
                  </a:lnTo>
                  <a:lnTo>
                    <a:pt x="6257" y="11662"/>
                  </a:lnTo>
                  <a:lnTo>
                    <a:pt x="6334" y="11778"/>
                  </a:lnTo>
                  <a:lnTo>
                    <a:pt x="6372" y="12009"/>
                  </a:lnTo>
                  <a:lnTo>
                    <a:pt x="6411" y="12241"/>
                  </a:lnTo>
                  <a:lnTo>
                    <a:pt x="6372" y="12473"/>
                  </a:lnTo>
                  <a:lnTo>
                    <a:pt x="5909" y="12087"/>
                  </a:lnTo>
                  <a:lnTo>
                    <a:pt x="5407" y="11700"/>
                  </a:lnTo>
                  <a:lnTo>
                    <a:pt x="5446" y="11623"/>
                  </a:lnTo>
                  <a:lnTo>
                    <a:pt x="5561" y="11546"/>
                  </a:lnTo>
                  <a:lnTo>
                    <a:pt x="5639" y="11507"/>
                  </a:lnTo>
                  <a:lnTo>
                    <a:pt x="5755" y="11469"/>
                  </a:lnTo>
                  <a:close/>
                  <a:moveTo>
                    <a:pt x="10543" y="12048"/>
                  </a:moveTo>
                  <a:lnTo>
                    <a:pt x="10388" y="12318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1" y="12936"/>
                  </a:lnTo>
                  <a:lnTo>
                    <a:pt x="9771" y="12859"/>
                  </a:lnTo>
                  <a:lnTo>
                    <a:pt x="9655" y="12666"/>
                  </a:lnTo>
                  <a:lnTo>
                    <a:pt x="9655" y="12473"/>
                  </a:lnTo>
                  <a:lnTo>
                    <a:pt x="9693" y="12357"/>
                  </a:lnTo>
                  <a:lnTo>
                    <a:pt x="9809" y="12241"/>
                  </a:lnTo>
                  <a:lnTo>
                    <a:pt x="9964" y="12164"/>
                  </a:lnTo>
                  <a:lnTo>
                    <a:pt x="10157" y="12087"/>
                  </a:lnTo>
                  <a:lnTo>
                    <a:pt x="10543" y="12048"/>
                  </a:lnTo>
                  <a:close/>
                  <a:moveTo>
                    <a:pt x="7376" y="12511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40" y="12820"/>
                  </a:lnTo>
                  <a:lnTo>
                    <a:pt x="7878" y="13013"/>
                  </a:lnTo>
                  <a:lnTo>
                    <a:pt x="7878" y="13206"/>
                  </a:lnTo>
                  <a:lnTo>
                    <a:pt x="7840" y="13206"/>
                  </a:lnTo>
                  <a:lnTo>
                    <a:pt x="7338" y="13013"/>
                  </a:lnTo>
                  <a:lnTo>
                    <a:pt x="6836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1"/>
                  </a:lnTo>
                  <a:close/>
                  <a:moveTo>
                    <a:pt x="8844" y="12627"/>
                  </a:moveTo>
                  <a:lnTo>
                    <a:pt x="8960" y="12666"/>
                  </a:lnTo>
                  <a:lnTo>
                    <a:pt x="9114" y="12782"/>
                  </a:lnTo>
                  <a:lnTo>
                    <a:pt x="9191" y="12936"/>
                  </a:lnTo>
                  <a:lnTo>
                    <a:pt x="9230" y="13129"/>
                  </a:lnTo>
                  <a:lnTo>
                    <a:pt x="9269" y="13206"/>
                  </a:lnTo>
                  <a:lnTo>
                    <a:pt x="9037" y="13284"/>
                  </a:lnTo>
                  <a:lnTo>
                    <a:pt x="8805" y="13322"/>
                  </a:lnTo>
                  <a:lnTo>
                    <a:pt x="8573" y="13322"/>
                  </a:lnTo>
                  <a:lnTo>
                    <a:pt x="8303" y="13284"/>
                  </a:lnTo>
                  <a:lnTo>
                    <a:pt x="8303" y="13206"/>
                  </a:lnTo>
                  <a:lnTo>
                    <a:pt x="8342" y="13013"/>
                  </a:lnTo>
                  <a:lnTo>
                    <a:pt x="8419" y="12820"/>
                  </a:lnTo>
                  <a:lnTo>
                    <a:pt x="8573" y="12704"/>
                  </a:lnTo>
                  <a:lnTo>
                    <a:pt x="8651" y="12666"/>
                  </a:lnTo>
                  <a:lnTo>
                    <a:pt x="8767" y="12627"/>
                  </a:lnTo>
                  <a:close/>
                  <a:moveTo>
                    <a:pt x="22977" y="0"/>
                  </a:moveTo>
                  <a:lnTo>
                    <a:pt x="22900" y="39"/>
                  </a:lnTo>
                  <a:lnTo>
                    <a:pt x="22822" y="77"/>
                  </a:lnTo>
                  <a:lnTo>
                    <a:pt x="22784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822" y="425"/>
                  </a:lnTo>
                  <a:lnTo>
                    <a:pt x="22861" y="464"/>
                  </a:lnTo>
                  <a:lnTo>
                    <a:pt x="23015" y="657"/>
                  </a:lnTo>
                  <a:lnTo>
                    <a:pt x="22900" y="772"/>
                  </a:lnTo>
                  <a:lnTo>
                    <a:pt x="22784" y="966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1" y="1506"/>
                  </a:lnTo>
                  <a:lnTo>
                    <a:pt x="22591" y="1699"/>
                  </a:lnTo>
                  <a:lnTo>
                    <a:pt x="22629" y="1892"/>
                  </a:lnTo>
                  <a:lnTo>
                    <a:pt x="22706" y="2047"/>
                  </a:lnTo>
                  <a:lnTo>
                    <a:pt x="22861" y="2278"/>
                  </a:lnTo>
                  <a:lnTo>
                    <a:pt x="23054" y="2394"/>
                  </a:lnTo>
                  <a:lnTo>
                    <a:pt x="23247" y="2510"/>
                  </a:lnTo>
                  <a:lnTo>
                    <a:pt x="23479" y="2510"/>
                  </a:lnTo>
                  <a:lnTo>
                    <a:pt x="23402" y="2703"/>
                  </a:lnTo>
                  <a:lnTo>
                    <a:pt x="23363" y="2896"/>
                  </a:lnTo>
                  <a:lnTo>
                    <a:pt x="23324" y="3089"/>
                  </a:lnTo>
                  <a:lnTo>
                    <a:pt x="23363" y="3282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900"/>
                  </a:lnTo>
                  <a:lnTo>
                    <a:pt x="23981" y="4016"/>
                  </a:lnTo>
                  <a:lnTo>
                    <a:pt x="23749" y="4209"/>
                  </a:lnTo>
                  <a:lnTo>
                    <a:pt x="23556" y="4479"/>
                  </a:lnTo>
                  <a:lnTo>
                    <a:pt x="23479" y="4750"/>
                  </a:lnTo>
                  <a:lnTo>
                    <a:pt x="23440" y="4904"/>
                  </a:lnTo>
                  <a:lnTo>
                    <a:pt x="23440" y="5020"/>
                  </a:lnTo>
                  <a:lnTo>
                    <a:pt x="23517" y="5290"/>
                  </a:lnTo>
                  <a:lnTo>
                    <a:pt x="23633" y="5483"/>
                  </a:lnTo>
                  <a:lnTo>
                    <a:pt x="23402" y="5522"/>
                  </a:lnTo>
                  <a:lnTo>
                    <a:pt x="23170" y="5561"/>
                  </a:lnTo>
                  <a:lnTo>
                    <a:pt x="22977" y="5715"/>
                  </a:lnTo>
                  <a:lnTo>
                    <a:pt x="22784" y="5870"/>
                  </a:lnTo>
                  <a:lnTo>
                    <a:pt x="22706" y="6101"/>
                  </a:lnTo>
                  <a:lnTo>
                    <a:pt x="22629" y="6372"/>
                  </a:lnTo>
                  <a:lnTo>
                    <a:pt x="22475" y="6294"/>
                  </a:lnTo>
                  <a:lnTo>
                    <a:pt x="22320" y="6256"/>
                  </a:lnTo>
                  <a:lnTo>
                    <a:pt x="22166" y="6217"/>
                  </a:lnTo>
                  <a:lnTo>
                    <a:pt x="21973" y="6217"/>
                  </a:lnTo>
                  <a:lnTo>
                    <a:pt x="21741" y="6294"/>
                  </a:lnTo>
                  <a:lnTo>
                    <a:pt x="21509" y="6410"/>
                  </a:lnTo>
                  <a:lnTo>
                    <a:pt x="21355" y="6565"/>
                  </a:lnTo>
                  <a:lnTo>
                    <a:pt x="21201" y="6796"/>
                  </a:lnTo>
                  <a:lnTo>
                    <a:pt x="21123" y="6449"/>
                  </a:lnTo>
                  <a:lnTo>
                    <a:pt x="20969" y="6140"/>
                  </a:lnTo>
                  <a:lnTo>
                    <a:pt x="20853" y="6024"/>
                  </a:lnTo>
                  <a:lnTo>
                    <a:pt x="20737" y="5908"/>
                  </a:lnTo>
                  <a:lnTo>
                    <a:pt x="20583" y="5831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81" y="5792"/>
                  </a:lnTo>
                  <a:lnTo>
                    <a:pt x="19888" y="5870"/>
                  </a:lnTo>
                  <a:lnTo>
                    <a:pt x="19772" y="5947"/>
                  </a:lnTo>
                  <a:lnTo>
                    <a:pt x="19733" y="5715"/>
                  </a:lnTo>
                  <a:lnTo>
                    <a:pt x="19617" y="5483"/>
                  </a:lnTo>
                  <a:lnTo>
                    <a:pt x="19463" y="5329"/>
                  </a:lnTo>
                  <a:lnTo>
                    <a:pt x="19386" y="5252"/>
                  </a:lnTo>
                  <a:lnTo>
                    <a:pt x="19270" y="5175"/>
                  </a:lnTo>
                  <a:lnTo>
                    <a:pt x="19038" y="5136"/>
                  </a:lnTo>
                  <a:lnTo>
                    <a:pt x="18845" y="5175"/>
                  </a:lnTo>
                  <a:lnTo>
                    <a:pt x="18652" y="5290"/>
                  </a:lnTo>
                  <a:lnTo>
                    <a:pt x="18497" y="5406"/>
                  </a:lnTo>
                  <a:lnTo>
                    <a:pt x="18459" y="5252"/>
                  </a:lnTo>
                  <a:lnTo>
                    <a:pt x="18420" y="5136"/>
                  </a:lnTo>
                  <a:lnTo>
                    <a:pt x="18382" y="4981"/>
                  </a:lnTo>
                  <a:lnTo>
                    <a:pt x="18304" y="4866"/>
                  </a:lnTo>
                  <a:lnTo>
                    <a:pt x="18189" y="4750"/>
                  </a:lnTo>
                  <a:lnTo>
                    <a:pt x="18073" y="4673"/>
                  </a:lnTo>
                  <a:lnTo>
                    <a:pt x="17957" y="4595"/>
                  </a:lnTo>
                  <a:lnTo>
                    <a:pt x="17802" y="4557"/>
                  </a:lnTo>
                  <a:lnTo>
                    <a:pt x="17648" y="4518"/>
                  </a:lnTo>
                  <a:lnTo>
                    <a:pt x="17493" y="4557"/>
                  </a:lnTo>
                  <a:lnTo>
                    <a:pt x="17378" y="4595"/>
                  </a:lnTo>
                  <a:lnTo>
                    <a:pt x="17262" y="4634"/>
                  </a:lnTo>
                  <a:lnTo>
                    <a:pt x="17146" y="4750"/>
                  </a:lnTo>
                  <a:lnTo>
                    <a:pt x="17030" y="4827"/>
                  </a:lnTo>
                  <a:lnTo>
                    <a:pt x="16876" y="5097"/>
                  </a:lnTo>
                  <a:lnTo>
                    <a:pt x="16760" y="4943"/>
                  </a:lnTo>
                  <a:lnTo>
                    <a:pt x="16605" y="4788"/>
                  </a:lnTo>
                  <a:lnTo>
                    <a:pt x="16451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9" y="4673"/>
                  </a:lnTo>
                  <a:lnTo>
                    <a:pt x="15794" y="4750"/>
                  </a:lnTo>
                  <a:lnTo>
                    <a:pt x="15640" y="4866"/>
                  </a:lnTo>
                  <a:lnTo>
                    <a:pt x="15524" y="4981"/>
                  </a:lnTo>
                  <a:lnTo>
                    <a:pt x="15447" y="5136"/>
                  </a:lnTo>
                  <a:lnTo>
                    <a:pt x="15408" y="5329"/>
                  </a:lnTo>
                  <a:lnTo>
                    <a:pt x="15408" y="5483"/>
                  </a:lnTo>
                  <a:lnTo>
                    <a:pt x="15447" y="5561"/>
                  </a:lnTo>
                  <a:lnTo>
                    <a:pt x="15408" y="5561"/>
                  </a:lnTo>
                  <a:lnTo>
                    <a:pt x="15331" y="5368"/>
                  </a:lnTo>
                  <a:lnTo>
                    <a:pt x="15177" y="5175"/>
                  </a:lnTo>
                  <a:lnTo>
                    <a:pt x="15022" y="5059"/>
                  </a:lnTo>
                  <a:lnTo>
                    <a:pt x="14829" y="4981"/>
                  </a:lnTo>
                  <a:lnTo>
                    <a:pt x="14636" y="4943"/>
                  </a:lnTo>
                  <a:lnTo>
                    <a:pt x="14443" y="4981"/>
                  </a:lnTo>
                  <a:lnTo>
                    <a:pt x="14288" y="5020"/>
                  </a:lnTo>
                  <a:lnTo>
                    <a:pt x="14134" y="5097"/>
                  </a:lnTo>
                  <a:lnTo>
                    <a:pt x="14057" y="5175"/>
                  </a:lnTo>
                  <a:lnTo>
                    <a:pt x="13941" y="5290"/>
                  </a:lnTo>
                  <a:lnTo>
                    <a:pt x="13825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2" y="5715"/>
                  </a:lnTo>
                  <a:lnTo>
                    <a:pt x="13169" y="5715"/>
                  </a:lnTo>
                  <a:lnTo>
                    <a:pt x="12937" y="5754"/>
                  </a:lnTo>
                  <a:lnTo>
                    <a:pt x="12744" y="5831"/>
                  </a:lnTo>
                  <a:lnTo>
                    <a:pt x="12589" y="5947"/>
                  </a:lnTo>
                  <a:lnTo>
                    <a:pt x="12512" y="6063"/>
                  </a:lnTo>
                  <a:lnTo>
                    <a:pt x="12435" y="6217"/>
                  </a:lnTo>
                  <a:lnTo>
                    <a:pt x="12358" y="6372"/>
                  </a:lnTo>
                  <a:lnTo>
                    <a:pt x="12358" y="6526"/>
                  </a:lnTo>
                  <a:lnTo>
                    <a:pt x="12358" y="6681"/>
                  </a:lnTo>
                  <a:lnTo>
                    <a:pt x="12358" y="6835"/>
                  </a:lnTo>
                  <a:lnTo>
                    <a:pt x="12435" y="6989"/>
                  </a:lnTo>
                  <a:lnTo>
                    <a:pt x="12165" y="7028"/>
                  </a:lnTo>
                  <a:lnTo>
                    <a:pt x="11894" y="7105"/>
                  </a:lnTo>
                  <a:lnTo>
                    <a:pt x="11663" y="7221"/>
                  </a:lnTo>
                  <a:lnTo>
                    <a:pt x="11508" y="7414"/>
                  </a:lnTo>
                  <a:lnTo>
                    <a:pt x="11392" y="7530"/>
                  </a:lnTo>
                  <a:lnTo>
                    <a:pt x="11354" y="7685"/>
                  </a:lnTo>
                  <a:lnTo>
                    <a:pt x="11315" y="7839"/>
                  </a:lnTo>
                  <a:lnTo>
                    <a:pt x="11276" y="7993"/>
                  </a:lnTo>
                  <a:lnTo>
                    <a:pt x="11315" y="8148"/>
                  </a:lnTo>
                  <a:lnTo>
                    <a:pt x="11354" y="8302"/>
                  </a:lnTo>
                  <a:lnTo>
                    <a:pt x="11392" y="8457"/>
                  </a:lnTo>
                  <a:lnTo>
                    <a:pt x="11470" y="8611"/>
                  </a:lnTo>
                  <a:lnTo>
                    <a:pt x="11199" y="8650"/>
                  </a:lnTo>
                  <a:lnTo>
                    <a:pt x="10968" y="8804"/>
                  </a:lnTo>
                  <a:lnTo>
                    <a:pt x="10774" y="8997"/>
                  </a:lnTo>
                  <a:lnTo>
                    <a:pt x="10659" y="9229"/>
                  </a:lnTo>
                  <a:lnTo>
                    <a:pt x="10581" y="9499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2" y="10233"/>
                  </a:lnTo>
                  <a:lnTo>
                    <a:pt x="10620" y="10310"/>
                  </a:lnTo>
                  <a:lnTo>
                    <a:pt x="10427" y="10426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79" y="11005"/>
                  </a:lnTo>
                  <a:lnTo>
                    <a:pt x="10041" y="11237"/>
                  </a:lnTo>
                  <a:lnTo>
                    <a:pt x="10079" y="11469"/>
                  </a:lnTo>
                  <a:lnTo>
                    <a:pt x="10195" y="11700"/>
                  </a:lnTo>
                  <a:lnTo>
                    <a:pt x="9925" y="11739"/>
                  </a:lnTo>
                  <a:lnTo>
                    <a:pt x="9693" y="11855"/>
                  </a:lnTo>
                  <a:lnTo>
                    <a:pt x="9500" y="12009"/>
                  </a:lnTo>
                  <a:lnTo>
                    <a:pt x="9423" y="12087"/>
                  </a:lnTo>
                  <a:lnTo>
                    <a:pt x="9384" y="12202"/>
                  </a:lnTo>
                  <a:lnTo>
                    <a:pt x="9346" y="12318"/>
                  </a:lnTo>
                  <a:lnTo>
                    <a:pt x="9307" y="12473"/>
                  </a:lnTo>
                  <a:lnTo>
                    <a:pt x="9191" y="12396"/>
                  </a:lnTo>
                  <a:lnTo>
                    <a:pt x="9037" y="12318"/>
                  </a:lnTo>
                  <a:lnTo>
                    <a:pt x="8882" y="12280"/>
                  </a:lnTo>
                  <a:lnTo>
                    <a:pt x="8728" y="12280"/>
                  </a:lnTo>
                  <a:lnTo>
                    <a:pt x="8535" y="12357"/>
                  </a:lnTo>
                  <a:lnTo>
                    <a:pt x="8380" y="12434"/>
                  </a:lnTo>
                  <a:lnTo>
                    <a:pt x="8265" y="12550"/>
                  </a:lnTo>
                  <a:lnTo>
                    <a:pt x="8187" y="12704"/>
                  </a:lnTo>
                  <a:lnTo>
                    <a:pt x="8110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4" y="12241"/>
                  </a:lnTo>
                  <a:lnTo>
                    <a:pt x="7492" y="12164"/>
                  </a:lnTo>
                  <a:lnTo>
                    <a:pt x="7222" y="12202"/>
                  </a:lnTo>
                  <a:lnTo>
                    <a:pt x="6990" y="12280"/>
                  </a:lnTo>
                  <a:lnTo>
                    <a:pt x="6797" y="12434"/>
                  </a:lnTo>
                  <a:lnTo>
                    <a:pt x="6797" y="12048"/>
                  </a:lnTo>
                  <a:lnTo>
                    <a:pt x="6759" y="11894"/>
                  </a:lnTo>
                  <a:lnTo>
                    <a:pt x="6681" y="11700"/>
                  </a:lnTo>
                  <a:lnTo>
                    <a:pt x="6604" y="11546"/>
                  </a:lnTo>
                  <a:lnTo>
                    <a:pt x="6527" y="11430"/>
                  </a:lnTo>
                  <a:lnTo>
                    <a:pt x="6372" y="11314"/>
                  </a:lnTo>
                  <a:lnTo>
                    <a:pt x="6218" y="11198"/>
                  </a:lnTo>
                  <a:lnTo>
                    <a:pt x="6063" y="11160"/>
                  </a:lnTo>
                  <a:lnTo>
                    <a:pt x="5716" y="11160"/>
                  </a:lnTo>
                  <a:lnTo>
                    <a:pt x="5523" y="11237"/>
                  </a:lnTo>
                  <a:lnTo>
                    <a:pt x="5523" y="10967"/>
                  </a:lnTo>
                  <a:lnTo>
                    <a:pt x="5446" y="10735"/>
                  </a:lnTo>
                  <a:lnTo>
                    <a:pt x="5330" y="10503"/>
                  </a:lnTo>
                  <a:lnTo>
                    <a:pt x="5214" y="10426"/>
                  </a:lnTo>
                  <a:lnTo>
                    <a:pt x="5098" y="10388"/>
                  </a:lnTo>
                  <a:lnTo>
                    <a:pt x="4944" y="10310"/>
                  </a:lnTo>
                  <a:lnTo>
                    <a:pt x="4828" y="10310"/>
                  </a:lnTo>
                  <a:lnTo>
                    <a:pt x="4673" y="10349"/>
                  </a:lnTo>
                  <a:lnTo>
                    <a:pt x="4519" y="10388"/>
                  </a:lnTo>
                  <a:lnTo>
                    <a:pt x="4519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10" y="9577"/>
                  </a:lnTo>
                  <a:lnTo>
                    <a:pt x="4056" y="9499"/>
                  </a:lnTo>
                  <a:lnTo>
                    <a:pt x="3901" y="9461"/>
                  </a:lnTo>
                  <a:lnTo>
                    <a:pt x="3747" y="9422"/>
                  </a:lnTo>
                  <a:lnTo>
                    <a:pt x="3592" y="9422"/>
                  </a:lnTo>
                  <a:lnTo>
                    <a:pt x="3399" y="9461"/>
                  </a:lnTo>
                  <a:lnTo>
                    <a:pt x="3283" y="9538"/>
                  </a:lnTo>
                  <a:lnTo>
                    <a:pt x="3129" y="9615"/>
                  </a:lnTo>
                  <a:lnTo>
                    <a:pt x="3013" y="9770"/>
                  </a:lnTo>
                  <a:lnTo>
                    <a:pt x="2974" y="9615"/>
                  </a:lnTo>
                  <a:lnTo>
                    <a:pt x="2897" y="9461"/>
                  </a:lnTo>
                  <a:lnTo>
                    <a:pt x="2781" y="9268"/>
                  </a:lnTo>
                  <a:lnTo>
                    <a:pt x="2627" y="9152"/>
                  </a:lnTo>
                  <a:lnTo>
                    <a:pt x="2434" y="9036"/>
                  </a:lnTo>
                  <a:lnTo>
                    <a:pt x="2241" y="8997"/>
                  </a:lnTo>
                  <a:lnTo>
                    <a:pt x="2048" y="9036"/>
                  </a:lnTo>
                  <a:lnTo>
                    <a:pt x="1854" y="9113"/>
                  </a:lnTo>
                  <a:lnTo>
                    <a:pt x="1700" y="9190"/>
                  </a:lnTo>
                  <a:lnTo>
                    <a:pt x="1546" y="9345"/>
                  </a:lnTo>
                  <a:lnTo>
                    <a:pt x="1430" y="9538"/>
                  </a:lnTo>
                  <a:lnTo>
                    <a:pt x="1391" y="9731"/>
                  </a:lnTo>
                  <a:lnTo>
                    <a:pt x="1352" y="9924"/>
                  </a:lnTo>
                  <a:lnTo>
                    <a:pt x="1121" y="9963"/>
                  </a:lnTo>
                  <a:lnTo>
                    <a:pt x="928" y="10040"/>
                  </a:lnTo>
                  <a:lnTo>
                    <a:pt x="696" y="10156"/>
                  </a:lnTo>
                  <a:lnTo>
                    <a:pt x="503" y="10310"/>
                  </a:lnTo>
                  <a:lnTo>
                    <a:pt x="387" y="10426"/>
                  </a:lnTo>
                  <a:lnTo>
                    <a:pt x="271" y="10581"/>
                  </a:lnTo>
                  <a:lnTo>
                    <a:pt x="117" y="10890"/>
                  </a:lnTo>
                  <a:lnTo>
                    <a:pt x="1" y="11237"/>
                  </a:lnTo>
                  <a:lnTo>
                    <a:pt x="1" y="11585"/>
                  </a:lnTo>
                  <a:lnTo>
                    <a:pt x="78" y="11932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9" y="12820"/>
                  </a:lnTo>
                  <a:lnTo>
                    <a:pt x="812" y="12936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9" y="13168"/>
                  </a:lnTo>
                  <a:lnTo>
                    <a:pt x="2086" y="13129"/>
                  </a:lnTo>
                  <a:lnTo>
                    <a:pt x="2472" y="12975"/>
                  </a:lnTo>
                  <a:lnTo>
                    <a:pt x="2820" y="12782"/>
                  </a:lnTo>
                  <a:lnTo>
                    <a:pt x="3129" y="12550"/>
                  </a:lnTo>
                  <a:lnTo>
                    <a:pt x="3360" y="12241"/>
                  </a:lnTo>
                  <a:lnTo>
                    <a:pt x="3592" y="12009"/>
                  </a:lnTo>
                  <a:lnTo>
                    <a:pt x="3554" y="11932"/>
                  </a:lnTo>
                  <a:lnTo>
                    <a:pt x="3515" y="11816"/>
                  </a:lnTo>
                  <a:lnTo>
                    <a:pt x="3438" y="11778"/>
                  </a:lnTo>
                  <a:lnTo>
                    <a:pt x="3322" y="11739"/>
                  </a:lnTo>
                  <a:lnTo>
                    <a:pt x="3283" y="11778"/>
                  </a:lnTo>
                  <a:lnTo>
                    <a:pt x="3245" y="11816"/>
                  </a:lnTo>
                  <a:lnTo>
                    <a:pt x="3052" y="12048"/>
                  </a:lnTo>
                  <a:lnTo>
                    <a:pt x="2820" y="12241"/>
                  </a:lnTo>
                  <a:lnTo>
                    <a:pt x="2588" y="12434"/>
                  </a:lnTo>
                  <a:lnTo>
                    <a:pt x="2318" y="12589"/>
                  </a:lnTo>
                  <a:lnTo>
                    <a:pt x="2048" y="12666"/>
                  </a:lnTo>
                  <a:lnTo>
                    <a:pt x="1739" y="12704"/>
                  </a:lnTo>
                  <a:lnTo>
                    <a:pt x="1430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2" y="12357"/>
                  </a:lnTo>
                  <a:lnTo>
                    <a:pt x="696" y="12202"/>
                  </a:lnTo>
                  <a:lnTo>
                    <a:pt x="619" y="12048"/>
                  </a:lnTo>
                  <a:lnTo>
                    <a:pt x="542" y="11894"/>
                  </a:lnTo>
                  <a:lnTo>
                    <a:pt x="503" y="11739"/>
                  </a:lnTo>
                  <a:lnTo>
                    <a:pt x="503" y="11546"/>
                  </a:lnTo>
                  <a:lnTo>
                    <a:pt x="503" y="11392"/>
                  </a:lnTo>
                  <a:lnTo>
                    <a:pt x="542" y="11198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9" y="10619"/>
                  </a:lnTo>
                  <a:lnTo>
                    <a:pt x="1044" y="10542"/>
                  </a:lnTo>
                  <a:lnTo>
                    <a:pt x="1237" y="10465"/>
                  </a:lnTo>
                  <a:lnTo>
                    <a:pt x="1430" y="10388"/>
                  </a:lnTo>
                  <a:lnTo>
                    <a:pt x="1739" y="10349"/>
                  </a:lnTo>
                  <a:lnTo>
                    <a:pt x="2009" y="10349"/>
                  </a:lnTo>
                  <a:lnTo>
                    <a:pt x="2318" y="10388"/>
                  </a:lnTo>
                  <a:lnTo>
                    <a:pt x="2588" y="10426"/>
                  </a:lnTo>
                  <a:lnTo>
                    <a:pt x="2858" y="10542"/>
                  </a:lnTo>
                  <a:lnTo>
                    <a:pt x="3129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5" y="11662"/>
                  </a:lnTo>
                  <a:lnTo>
                    <a:pt x="5523" y="12396"/>
                  </a:lnTo>
                  <a:lnTo>
                    <a:pt x="5870" y="12704"/>
                  </a:lnTo>
                  <a:lnTo>
                    <a:pt x="6257" y="12975"/>
                  </a:lnTo>
                  <a:lnTo>
                    <a:pt x="6681" y="13206"/>
                  </a:lnTo>
                  <a:lnTo>
                    <a:pt x="7106" y="13438"/>
                  </a:lnTo>
                  <a:lnTo>
                    <a:pt x="7531" y="13593"/>
                  </a:lnTo>
                  <a:lnTo>
                    <a:pt x="7994" y="13747"/>
                  </a:lnTo>
                  <a:lnTo>
                    <a:pt x="8458" y="13786"/>
                  </a:lnTo>
                  <a:lnTo>
                    <a:pt x="8921" y="13786"/>
                  </a:lnTo>
                  <a:lnTo>
                    <a:pt x="9346" y="13708"/>
                  </a:lnTo>
                  <a:lnTo>
                    <a:pt x="9732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9" y="12782"/>
                  </a:lnTo>
                  <a:lnTo>
                    <a:pt x="10929" y="12473"/>
                  </a:lnTo>
                  <a:lnTo>
                    <a:pt x="11122" y="12125"/>
                  </a:lnTo>
                  <a:lnTo>
                    <a:pt x="11315" y="11739"/>
                  </a:lnTo>
                  <a:lnTo>
                    <a:pt x="11508" y="11237"/>
                  </a:lnTo>
                  <a:lnTo>
                    <a:pt x="11663" y="10696"/>
                  </a:lnTo>
                  <a:lnTo>
                    <a:pt x="11972" y="9615"/>
                  </a:lnTo>
                  <a:lnTo>
                    <a:pt x="12126" y="9113"/>
                  </a:lnTo>
                  <a:lnTo>
                    <a:pt x="12358" y="8611"/>
                  </a:lnTo>
                  <a:lnTo>
                    <a:pt x="12589" y="8109"/>
                  </a:lnTo>
                  <a:lnTo>
                    <a:pt x="12937" y="7646"/>
                  </a:lnTo>
                  <a:lnTo>
                    <a:pt x="13284" y="7298"/>
                  </a:lnTo>
                  <a:lnTo>
                    <a:pt x="13632" y="6989"/>
                  </a:lnTo>
                  <a:lnTo>
                    <a:pt x="14018" y="6719"/>
                  </a:lnTo>
                  <a:lnTo>
                    <a:pt x="14443" y="6449"/>
                  </a:lnTo>
                  <a:lnTo>
                    <a:pt x="14906" y="6256"/>
                  </a:lnTo>
                  <a:lnTo>
                    <a:pt x="15370" y="6101"/>
                  </a:lnTo>
                  <a:lnTo>
                    <a:pt x="15833" y="5985"/>
                  </a:lnTo>
                  <a:lnTo>
                    <a:pt x="16296" y="5947"/>
                  </a:lnTo>
                  <a:lnTo>
                    <a:pt x="16605" y="5908"/>
                  </a:lnTo>
                  <a:lnTo>
                    <a:pt x="16914" y="5908"/>
                  </a:lnTo>
                  <a:lnTo>
                    <a:pt x="17455" y="5985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3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1"/>
                  </a:lnTo>
                  <a:lnTo>
                    <a:pt x="21316" y="7646"/>
                  </a:lnTo>
                  <a:lnTo>
                    <a:pt x="21741" y="7723"/>
                  </a:lnTo>
                  <a:lnTo>
                    <a:pt x="22166" y="7762"/>
                  </a:lnTo>
                  <a:lnTo>
                    <a:pt x="22591" y="7723"/>
                  </a:lnTo>
                  <a:lnTo>
                    <a:pt x="22977" y="7646"/>
                  </a:lnTo>
                  <a:lnTo>
                    <a:pt x="23363" y="7530"/>
                  </a:lnTo>
                  <a:lnTo>
                    <a:pt x="23710" y="7298"/>
                  </a:lnTo>
                  <a:lnTo>
                    <a:pt x="24058" y="6989"/>
                  </a:lnTo>
                  <a:lnTo>
                    <a:pt x="24367" y="6642"/>
                  </a:lnTo>
                  <a:lnTo>
                    <a:pt x="24599" y="6294"/>
                  </a:lnTo>
                  <a:lnTo>
                    <a:pt x="24753" y="5908"/>
                  </a:lnTo>
                  <a:lnTo>
                    <a:pt x="24869" y="5483"/>
                  </a:lnTo>
                  <a:lnTo>
                    <a:pt x="24985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6" y="3746"/>
                  </a:lnTo>
                  <a:lnTo>
                    <a:pt x="24869" y="3282"/>
                  </a:lnTo>
                  <a:lnTo>
                    <a:pt x="24792" y="2858"/>
                  </a:lnTo>
                  <a:lnTo>
                    <a:pt x="24637" y="2394"/>
                  </a:lnTo>
                  <a:lnTo>
                    <a:pt x="24444" y="1970"/>
                  </a:lnTo>
                  <a:lnTo>
                    <a:pt x="24251" y="1583"/>
                  </a:lnTo>
                  <a:lnTo>
                    <a:pt x="24058" y="1197"/>
                  </a:lnTo>
                  <a:lnTo>
                    <a:pt x="23788" y="811"/>
                  </a:lnTo>
                  <a:lnTo>
                    <a:pt x="23942" y="386"/>
                  </a:lnTo>
                  <a:lnTo>
                    <a:pt x="23595" y="232"/>
                  </a:lnTo>
                  <a:lnTo>
                    <a:pt x="23208" y="116"/>
                  </a:lnTo>
                  <a:lnTo>
                    <a:pt x="23170" y="77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8" name="Google Shape;4948;p21"/>
            <p:cNvSpPr/>
            <p:nvPr/>
          </p:nvSpPr>
          <p:spPr>
            <a:xfrm>
              <a:off x="1687125" y="961000"/>
              <a:ext cx="152575" cy="276125"/>
            </a:xfrm>
            <a:custGeom>
              <a:avLst/>
              <a:gdLst/>
              <a:ahLst/>
              <a:cxnLst/>
              <a:rect l="l" t="t" r="r" b="b"/>
              <a:pathLst>
                <a:path w="6103" h="11045" extrusionOk="0">
                  <a:moveTo>
                    <a:pt x="3553" y="1"/>
                  </a:moveTo>
                  <a:lnTo>
                    <a:pt x="3438" y="464"/>
                  </a:lnTo>
                  <a:lnTo>
                    <a:pt x="3785" y="657"/>
                  </a:lnTo>
                  <a:lnTo>
                    <a:pt x="4094" y="889"/>
                  </a:lnTo>
                  <a:lnTo>
                    <a:pt x="4364" y="1159"/>
                  </a:lnTo>
                  <a:lnTo>
                    <a:pt x="4635" y="1468"/>
                  </a:lnTo>
                  <a:lnTo>
                    <a:pt x="4866" y="1777"/>
                  </a:lnTo>
                  <a:lnTo>
                    <a:pt x="5059" y="2086"/>
                  </a:lnTo>
                  <a:lnTo>
                    <a:pt x="5253" y="2472"/>
                  </a:lnTo>
                  <a:lnTo>
                    <a:pt x="5368" y="2820"/>
                  </a:lnTo>
                  <a:lnTo>
                    <a:pt x="5484" y="3206"/>
                  </a:lnTo>
                  <a:lnTo>
                    <a:pt x="5561" y="3592"/>
                  </a:lnTo>
                  <a:lnTo>
                    <a:pt x="5600" y="4017"/>
                  </a:lnTo>
                  <a:lnTo>
                    <a:pt x="5600" y="4403"/>
                  </a:lnTo>
                  <a:lnTo>
                    <a:pt x="5561" y="4828"/>
                  </a:lnTo>
                  <a:lnTo>
                    <a:pt x="5523" y="5214"/>
                  </a:lnTo>
                  <a:lnTo>
                    <a:pt x="5446" y="5639"/>
                  </a:lnTo>
                  <a:lnTo>
                    <a:pt x="5330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1" y="7299"/>
                  </a:lnTo>
                  <a:lnTo>
                    <a:pt x="4519" y="7685"/>
                  </a:lnTo>
                  <a:lnTo>
                    <a:pt x="4249" y="8033"/>
                  </a:lnTo>
                  <a:lnTo>
                    <a:pt x="3940" y="8419"/>
                  </a:lnTo>
                  <a:lnTo>
                    <a:pt x="3631" y="8728"/>
                  </a:lnTo>
                  <a:lnTo>
                    <a:pt x="3283" y="9037"/>
                  </a:lnTo>
                  <a:lnTo>
                    <a:pt x="2936" y="9346"/>
                  </a:lnTo>
                  <a:lnTo>
                    <a:pt x="2549" y="9616"/>
                  </a:lnTo>
                  <a:lnTo>
                    <a:pt x="2163" y="9848"/>
                  </a:lnTo>
                  <a:lnTo>
                    <a:pt x="1739" y="10041"/>
                  </a:lnTo>
                  <a:lnTo>
                    <a:pt x="1352" y="10234"/>
                  </a:lnTo>
                  <a:lnTo>
                    <a:pt x="889" y="10427"/>
                  </a:lnTo>
                  <a:lnTo>
                    <a:pt x="464" y="10543"/>
                  </a:lnTo>
                  <a:lnTo>
                    <a:pt x="1" y="10658"/>
                  </a:lnTo>
                  <a:lnTo>
                    <a:pt x="78" y="11045"/>
                  </a:lnTo>
                  <a:lnTo>
                    <a:pt x="619" y="10967"/>
                  </a:lnTo>
                  <a:lnTo>
                    <a:pt x="1121" y="1085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49" y="10234"/>
                  </a:lnTo>
                  <a:lnTo>
                    <a:pt x="2974" y="9963"/>
                  </a:lnTo>
                  <a:lnTo>
                    <a:pt x="3399" y="9654"/>
                  </a:lnTo>
                  <a:lnTo>
                    <a:pt x="3785" y="9307"/>
                  </a:lnTo>
                  <a:lnTo>
                    <a:pt x="4171" y="8921"/>
                  </a:lnTo>
                  <a:lnTo>
                    <a:pt x="4519" y="8535"/>
                  </a:lnTo>
                  <a:lnTo>
                    <a:pt x="4828" y="8148"/>
                  </a:lnTo>
                  <a:lnTo>
                    <a:pt x="5098" y="7685"/>
                  </a:lnTo>
                  <a:lnTo>
                    <a:pt x="5368" y="7260"/>
                  </a:lnTo>
                  <a:lnTo>
                    <a:pt x="5600" y="6797"/>
                  </a:lnTo>
                  <a:lnTo>
                    <a:pt x="5793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94"/>
                  </a:lnTo>
                  <a:lnTo>
                    <a:pt x="6063" y="3669"/>
                  </a:lnTo>
                  <a:lnTo>
                    <a:pt x="5986" y="3244"/>
                  </a:lnTo>
                  <a:lnTo>
                    <a:pt x="5870" y="2820"/>
                  </a:lnTo>
                  <a:lnTo>
                    <a:pt x="5755" y="2434"/>
                  </a:lnTo>
                  <a:lnTo>
                    <a:pt x="5561" y="2047"/>
                  </a:lnTo>
                  <a:lnTo>
                    <a:pt x="5368" y="1700"/>
                  </a:lnTo>
                  <a:lnTo>
                    <a:pt x="5137" y="1352"/>
                  </a:lnTo>
                  <a:lnTo>
                    <a:pt x="4905" y="1005"/>
                  </a:lnTo>
                  <a:lnTo>
                    <a:pt x="4596" y="734"/>
                  </a:lnTo>
                  <a:lnTo>
                    <a:pt x="4287" y="464"/>
                  </a:lnTo>
                  <a:lnTo>
                    <a:pt x="3940" y="232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9" name="Google Shape;4949;p21"/>
            <p:cNvSpPr/>
            <p:nvPr/>
          </p:nvSpPr>
          <p:spPr>
            <a:xfrm>
              <a:off x="4302325" y="96970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0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8"/>
                  </a:lnTo>
                  <a:lnTo>
                    <a:pt x="4364" y="1120"/>
                  </a:lnTo>
                  <a:lnTo>
                    <a:pt x="4634" y="1429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4" y="2433"/>
                  </a:lnTo>
                  <a:lnTo>
                    <a:pt x="5368" y="2819"/>
                  </a:lnTo>
                  <a:lnTo>
                    <a:pt x="5484" y="3205"/>
                  </a:lnTo>
                  <a:lnTo>
                    <a:pt x="5523" y="3591"/>
                  </a:lnTo>
                  <a:lnTo>
                    <a:pt x="5600" y="3978"/>
                  </a:lnTo>
                  <a:lnTo>
                    <a:pt x="5600" y="4402"/>
                  </a:lnTo>
                  <a:lnTo>
                    <a:pt x="5561" y="4789"/>
                  </a:lnTo>
                  <a:lnTo>
                    <a:pt x="5523" y="5213"/>
                  </a:lnTo>
                  <a:lnTo>
                    <a:pt x="5445" y="5599"/>
                  </a:lnTo>
                  <a:lnTo>
                    <a:pt x="5329" y="6024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6"/>
                  </a:lnTo>
                  <a:lnTo>
                    <a:pt x="4210" y="8032"/>
                  </a:lnTo>
                  <a:lnTo>
                    <a:pt x="3939" y="8380"/>
                  </a:lnTo>
                  <a:lnTo>
                    <a:pt x="3630" y="8727"/>
                  </a:lnTo>
                  <a:lnTo>
                    <a:pt x="3283" y="9036"/>
                  </a:lnTo>
                  <a:lnTo>
                    <a:pt x="2935" y="9306"/>
                  </a:lnTo>
                  <a:lnTo>
                    <a:pt x="2549" y="9577"/>
                  </a:lnTo>
                  <a:lnTo>
                    <a:pt x="2163" y="9808"/>
                  </a:lnTo>
                  <a:lnTo>
                    <a:pt x="1738" y="10040"/>
                  </a:lnTo>
                  <a:lnTo>
                    <a:pt x="1313" y="10233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1" y="10658"/>
                  </a:lnTo>
                  <a:lnTo>
                    <a:pt x="78" y="11044"/>
                  </a:lnTo>
                  <a:lnTo>
                    <a:pt x="618" y="10967"/>
                  </a:lnTo>
                  <a:lnTo>
                    <a:pt x="1120" y="1081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4"/>
                  </a:lnTo>
                  <a:lnTo>
                    <a:pt x="3399" y="9615"/>
                  </a:lnTo>
                  <a:lnTo>
                    <a:pt x="3785" y="9268"/>
                  </a:lnTo>
                  <a:lnTo>
                    <a:pt x="4171" y="8920"/>
                  </a:lnTo>
                  <a:lnTo>
                    <a:pt x="4480" y="8534"/>
                  </a:lnTo>
                  <a:lnTo>
                    <a:pt x="4827" y="8109"/>
                  </a:lnTo>
                  <a:lnTo>
                    <a:pt x="5098" y="7685"/>
                  </a:lnTo>
                  <a:lnTo>
                    <a:pt x="5368" y="7221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8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4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6" y="1313"/>
                  </a:lnTo>
                  <a:lnTo>
                    <a:pt x="4905" y="1004"/>
                  </a:lnTo>
                  <a:lnTo>
                    <a:pt x="4596" y="695"/>
                  </a:lnTo>
                  <a:lnTo>
                    <a:pt x="4287" y="425"/>
                  </a:lnTo>
                  <a:lnTo>
                    <a:pt x="3939" y="193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0" name="Google Shape;4950;p21"/>
            <p:cNvSpPr/>
            <p:nvPr/>
          </p:nvSpPr>
          <p:spPr>
            <a:xfrm>
              <a:off x="5445325" y="98900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7" y="1005"/>
                  </a:lnTo>
                  <a:lnTo>
                    <a:pt x="7028" y="1314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9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8"/>
                  </a:lnTo>
                  <a:lnTo>
                    <a:pt x="8573" y="3708"/>
                  </a:lnTo>
                  <a:lnTo>
                    <a:pt x="7724" y="3823"/>
                  </a:lnTo>
                  <a:lnTo>
                    <a:pt x="6874" y="3901"/>
                  </a:lnTo>
                  <a:lnTo>
                    <a:pt x="6411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5"/>
                  </a:lnTo>
                  <a:lnTo>
                    <a:pt x="2588" y="3708"/>
                  </a:lnTo>
                  <a:lnTo>
                    <a:pt x="2511" y="3862"/>
                  </a:lnTo>
                  <a:lnTo>
                    <a:pt x="2433" y="4017"/>
                  </a:lnTo>
                  <a:lnTo>
                    <a:pt x="2317" y="4132"/>
                  </a:lnTo>
                  <a:lnTo>
                    <a:pt x="2124" y="4210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7" y="4017"/>
                  </a:lnTo>
                  <a:lnTo>
                    <a:pt x="503" y="3515"/>
                  </a:lnTo>
                  <a:lnTo>
                    <a:pt x="657" y="3013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7" y="1738"/>
                  </a:lnTo>
                  <a:lnTo>
                    <a:pt x="1893" y="1429"/>
                  </a:lnTo>
                  <a:lnTo>
                    <a:pt x="2317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8" y="5638"/>
                  </a:lnTo>
                  <a:lnTo>
                    <a:pt x="11624" y="5986"/>
                  </a:lnTo>
                  <a:lnTo>
                    <a:pt x="11431" y="6140"/>
                  </a:lnTo>
                  <a:lnTo>
                    <a:pt x="11353" y="6218"/>
                  </a:lnTo>
                  <a:lnTo>
                    <a:pt x="11238" y="6256"/>
                  </a:lnTo>
                  <a:lnTo>
                    <a:pt x="11083" y="6295"/>
                  </a:lnTo>
                  <a:lnTo>
                    <a:pt x="10929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20" y="5523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1"/>
                  </a:moveTo>
                  <a:lnTo>
                    <a:pt x="3939" y="39"/>
                  </a:lnTo>
                  <a:lnTo>
                    <a:pt x="3515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2"/>
                  </a:lnTo>
                  <a:lnTo>
                    <a:pt x="1507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8" y="2009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69"/>
                  </a:lnTo>
                  <a:lnTo>
                    <a:pt x="1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9"/>
                  </a:lnTo>
                  <a:lnTo>
                    <a:pt x="1313" y="4596"/>
                  </a:lnTo>
                  <a:lnTo>
                    <a:pt x="1700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1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3" y="3630"/>
                  </a:lnTo>
                  <a:lnTo>
                    <a:pt x="3013" y="2974"/>
                  </a:lnTo>
                  <a:lnTo>
                    <a:pt x="3128" y="773"/>
                  </a:lnTo>
                  <a:lnTo>
                    <a:pt x="3515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1" y="1661"/>
                  </a:lnTo>
                  <a:lnTo>
                    <a:pt x="5059" y="2704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4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6" y="4287"/>
                  </a:lnTo>
                  <a:lnTo>
                    <a:pt x="5870" y="4325"/>
                  </a:lnTo>
                  <a:lnTo>
                    <a:pt x="6218" y="4325"/>
                  </a:lnTo>
                  <a:lnTo>
                    <a:pt x="6565" y="4287"/>
                  </a:lnTo>
                  <a:lnTo>
                    <a:pt x="7608" y="4210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1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2" y="5252"/>
                  </a:lnTo>
                  <a:lnTo>
                    <a:pt x="10427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4" y="5754"/>
                  </a:lnTo>
                  <a:lnTo>
                    <a:pt x="10234" y="5909"/>
                  </a:lnTo>
                  <a:lnTo>
                    <a:pt x="10234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9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7"/>
                  </a:lnTo>
                  <a:lnTo>
                    <a:pt x="11740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3"/>
                  </a:lnTo>
                  <a:lnTo>
                    <a:pt x="12396" y="7222"/>
                  </a:lnTo>
                  <a:lnTo>
                    <a:pt x="12473" y="7569"/>
                  </a:lnTo>
                  <a:lnTo>
                    <a:pt x="12550" y="7917"/>
                  </a:lnTo>
                  <a:lnTo>
                    <a:pt x="12550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5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6" y="9654"/>
                  </a:lnTo>
                  <a:lnTo>
                    <a:pt x="12821" y="9616"/>
                  </a:lnTo>
                  <a:lnTo>
                    <a:pt x="12937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30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724"/>
                  </a:lnTo>
                  <a:lnTo>
                    <a:pt x="12937" y="7183"/>
                  </a:lnTo>
                  <a:lnTo>
                    <a:pt x="12743" y="6681"/>
                  </a:lnTo>
                  <a:lnTo>
                    <a:pt x="12435" y="6218"/>
                  </a:lnTo>
                  <a:lnTo>
                    <a:pt x="12126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30" y="3515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4" y="1931"/>
                  </a:lnTo>
                  <a:lnTo>
                    <a:pt x="8226" y="1584"/>
                  </a:lnTo>
                  <a:lnTo>
                    <a:pt x="7839" y="1275"/>
                  </a:lnTo>
                  <a:lnTo>
                    <a:pt x="7453" y="1005"/>
                  </a:lnTo>
                  <a:lnTo>
                    <a:pt x="7067" y="734"/>
                  </a:lnTo>
                  <a:lnTo>
                    <a:pt x="6642" y="503"/>
                  </a:lnTo>
                  <a:lnTo>
                    <a:pt x="6179" y="348"/>
                  </a:lnTo>
                  <a:lnTo>
                    <a:pt x="5716" y="194"/>
                  </a:lnTo>
                  <a:lnTo>
                    <a:pt x="5291" y="78"/>
                  </a:lnTo>
                  <a:lnTo>
                    <a:pt x="4827" y="39"/>
                  </a:lnTo>
                  <a:lnTo>
                    <a:pt x="44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1" name="Google Shape;4951;p21"/>
            <p:cNvSpPr/>
            <p:nvPr/>
          </p:nvSpPr>
          <p:spPr>
            <a:xfrm>
              <a:off x="4674950" y="1001550"/>
              <a:ext cx="375575" cy="387150"/>
            </a:xfrm>
            <a:custGeom>
              <a:avLst/>
              <a:gdLst/>
              <a:ahLst/>
              <a:cxnLst/>
              <a:rect l="l" t="t" r="r" b="b"/>
              <a:pathLst>
                <a:path w="15023" h="15486" extrusionOk="0">
                  <a:moveTo>
                    <a:pt x="7492" y="503"/>
                  </a:moveTo>
                  <a:lnTo>
                    <a:pt x="8033" y="541"/>
                  </a:lnTo>
                  <a:lnTo>
                    <a:pt x="8612" y="580"/>
                  </a:lnTo>
                  <a:lnTo>
                    <a:pt x="9153" y="696"/>
                  </a:lnTo>
                  <a:lnTo>
                    <a:pt x="9693" y="850"/>
                  </a:lnTo>
                  <a:lnTo>
                    <a:pt x="10195" y="1043"/>
                  </a:lnTo>
                  <a:lnTo>
                    <a:pt x="10697" y="1275"/>
                  </a:lnTo>
                  <a:lnTo>
                    <a:pt x="11161" y="1545"/>
                  </a:lnTo>
                  <a:lnTo>
                    <a:pt x="11624" y="1815"/>
                  </a:lnTo>
                  <a:lnTo>
                    <a:pt x="10813" y="2202"/>
                  </a:lnTo>
                  <a:lnTo>
                    <a:pt x="10079" y="2626"/>
                  </a:lnTo>
                  <a:lnTo>
                    <a:pt x="9307" y="3090"/>
                  </a:lnTo>
                  <a:lnTo>
                    <a:pt x="8612" y="3630"/>
                  </a:lnTo>
                  <a:lnTo>
                    <a:pt x="7956" y="4171"/>
                  </a:lnTo>
                  <a:lnTo>
                    <a:pt x="7299" y="4789"/>
                  </a:lnTo>
                  <a:lnTo>
                    <a:pt x="6720" y="5445"/>
                  </a:lnTo>
                  <a:lnTo>
                    <a:pt x="6141" y="6140"/>
                  </a:lnTo>
                  <a:lnTo>
                    <a:pt x="5639" y="6874"/>
                  </a:lnTo>
                  <a:lnTo>
                    <a:pt x="5214" y="7646"/>
                  </a:lnTo>
                  <a:lnTo>
                    <a:pt x="4789" y="8419"/>
                  </a:lnTo>
                  <a:lnTo>
                    <a:pt x="4480" y="9230"/>
                  </a:lnTo>
                  <a:lnTo>
                    <a:pt x="4171" y="10040"/>
                  </a:lnTo>
                  <a:lnTo>
                    <a:pt x="3978" y="10890"/>
                  </a:lnTo>
                  <a:lnTo>
                    <a:pt x="3824" y="11778"/>
                  </a:lnTo>
                  <a:lnTo>
                    <a:pt x="3747" y="12666"/>
                  </a:lnTo>
                  <a:lnTo>
                    <a:pt x="3592" y="12666"/>
                  </a:lnTo>
                  <a:lnTo>
                    <a:pt x="3283" y="11855"/>
                  </a:lnTo>
                  <a:lnTo>
                    <a:pt x="3052" y="11044"/>
                  </a:lnTo>
                  <a:lnTo>
                    <a:pt x="2858" y="10195"/>
                  </a:lnTo>
                  <a:lnTo>
                    <a:pt x="2704" y="9345"/>
                  </a:lnTo>
                  <a:lnTo>
                    <a:pt x="2588" y="8534"/>
                  </a:lnTo>
                  <a:lnTo>
                    <a:pt x="2550" y="7685"/>
                  </a:lnTo>
                  <a:lnTo>
                    <a:pt x="2588" y="6797"/>
                  </a:lnTo>
                  <a:lnTo>
                    <a:pt x="2704" y="5947"/>
                  </a:lnTo>
                  <a:lnTo>
                    <a:pt x="2858" y="5214"/>
                  </a:lnTo>
                  <a:lnTo>
                    <a:pt x="3052" y="4519"/>
                  </a:lnTo>
                  <a:lnTo>
                    <a:pt x="3322" y="3823"/>
                  </a:lnTo>
                  <a:lnTo>
                    <a:pt x="3669" y="3206"/>
                  </a:lnTo>
                  <a:lnTo>
                    <a:pt x="4017" y="2588"/>
                  </a:lnTo>
                  <a:lnTo>
                    <a:pt x="4442" y="1970"/>
                  </a:lnTo>
                  <a:lnTo>
                    <a:pt x="4905" y="1429"/>
                  </a:lnTo>
                  <a:lnTo>
                    <a:pt x="5407" y="889"/>
                  </a:lnTo>
                  <a:lnTo>
                    <a:pt x="5909" y="734"/>
                  </a:lnTo>
                  <a:lnTo>
                    <a:pt x="6411" y="618"/>
                  </a:lnTo>
                  <a:lnTo>
                    <a:pt x="6952" y="541"/>
                  </a:lnTo>
                  <a:lnTo>
                    <a:pt x="7492" y="503"/>
                  </a:lnTo>
                  <a:close/>
                  <a:moveTo>
                    <a:pt x="11972" y="2086"/>
                  </a:moveTo>
                  <a:lnTo>
                    <a:pt x="12358" y="2433"/>
                  </a:lnTo>
                  <a:lnTo>
                    <a:pt x="12705" y="2819"/>
                  </a:lnTo>
                  <a:lnTo>
                    <a:pt x="13053" y="3206"/>
                  </a:lnTo>
                  <a:lnTo>
                    <a:pt x="13323" y="3669"/>
                  </a:lnTo>
                  <a:lnTo>
                    <a:pt x="13593" y="4094"/>
                  </a:lnTo>
                  <a:lnTo>
                    <a:pt x="13864" y="4596"/>
                  </a:lnTo>
                  <a:lnTo>
                    <a:pt x="14057" y="5098"/>
                  </a:lnTo>
                  <a:lnTo>
                    <a:pt x="14211" y="5600"/>
                  </a:lnTo>
                  <a:lnTo>
                    <a:pt x="14327" y="6102"/>
                  </a:lnTo>
                  <a:lnTo>
                    <a:pt x="14443" y="6642"/>
                  </a:lnTo>
                  <a:lnTo>
                    <a:pt x="13671" y="6681"/>
                  </a:lnTo>
                  <a:lnTo>
                    <a:pt x="12898" y="6797"/>
                  </a:lnTo>
                  <a:lnTo>
                    <a:pt x="12165" y="6951"/>
                  </a:lnTo>
                  <a:lnTo>
                    <a:pt x="11392" y="7144"/>
                  </a:lnTo>
                  <a:lnTo>
                    <a:pt x="10659" y="7415"/>
                  </a:lnTo>
                  <a:lnTo>
                    <a:pt x="9964" y="7724"/>
                  </a:lnTo>
                  <a:lnTo>
                    <a:pt x="9230" y="8032"/>
                  </a:lnTo>
                  <a:lnTo>
                    <a:pt x="8535" y="8419"/>
                  </a:lnTo>
                  <a:lnTo>
                    <a:pt x="7878" y="8843"/>
                  </a:lnTo>
                  <a:lnTo>
                    <a:pt x="7261" y="9307"/>
                  </a:lnTo>
                  <a:lnTo>
                    <a:pt x="6643" y="9809"/>
                  </a:lnTo>
                  <a:lnTo>
                    <a:pt x="6102" y="10349"/>
                  </a:lnTo>
                  <a:lnTo>
                    <a:pt x="5561" y="10890"/>
                  </a:lnTo>
                  <a:lnTo>
                    <a:pt x="5098" y="11508"/>
                  </a:lnTo>
                  <a:lnTo>
                    <a:pt x="4635" y="12126"/>
                  </a:lnTo>
                  <a:lnTo>
                    <a:pt x="4249" y="12821"/>
                  </a:lnTo>
                  <a:lnTo>
                    <a:pt x="4133" y="12743"/>
                  </a:lnTo>
                  <a:lnTo>
                    <a:pt x="3978" y="12666"/>
                  </a:lnTo>
                  <a:lnTo>
                    <a:pt x="4094" y="11817"/>
                  </a:lnTo>
                  <a:lnTo>
                    <a:pt x="4326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4" y="8496"/>
                  </a:lnTo>
                  <a:lnTo>
                    <a:pt x="5600" y="7724"/>
                  </a:lnTo>
                  <a:lnTo>
                    <a:pt x="6025" y="6990"/>
                  </a:lnTo>
                  <a:lnTo>
                    <a:pt x="6527" y="6295"/>
                  </a:lnTo>
                  <a:lnTo>
                    <a:pt x="7067" y="5600"/>
                  </a:lnTo>
                  <a:lnTo>
                    <a:pt x="7608" y="4982"/>
                  </a:lnTo>
                  <a:lnTo>
                    <a:pt x="8226" y="4403"/>
                  </a:lnTo>
                  <a:lnTo>
                    <a:pt x="8921" y="3823"/>
                  </a:lnTo>
                  <a:lnTo>
                    <a:pt x="9616" y="3321"/>
                  </a:lnTo>
                  <a:lnTo>
                    <a:pt x="10350" y="2858"/>
                  </a:lnTo>
                  <a:lnTo>
                    <a:pt x="11122" y="2472"/>
                  </a:lnTo>
                  <a:lnTo>
                    <a:pt x="11972" y="2086"/>
                  </a:lnTo>
                  <a:close/>
                  <a:moveTo>
                    <a:pt x="14482" y="6990"/>
                  </a:moveTo>
                  <a:lnTo>
                    <a:pt x="14482" y="7839"/>
                  </a:lnTo>
                  <a:lnTo>
                    <a:pt x="14443" y="8689"/>
                  </a:lnTo>
                  <a:lnTo>
                    <a:pt x="14288" y="9538"/>
                  </a:lnTo>
                  <a:lnTo>
                    <a:pt x="14173" y="9963"/>
                  </a:lnTo>
                  <a:lnTo>
                    <a:pt x="14057" y="10349"/>
                  </a:lnTo>
                  <a:lnTo>
                    <a:pt x="13902" y="10774"/>
                  </a:lnTo>
                  <a:lnTo>
                    <a:pt x="13709" y="11160"/>
                  </a:lnTo>
                  <a:lnTo>
                    <a:pt x="13516" y="11546"/>
                  </a:lnTo>
                  <a:lnTo>
                    <a:pt x="13284" y="11894"/>
                  </a:lnTo>
                  <a:lnTo>
                    <a:pt x="13053" y="12241"/>
                  </a:lnTo>
                  <a:lnTo>
                    <a:pt x="12782" y="12589"/>
                  </a:lnTo>
                  <a:lnTo>
                    <a:pt x="12512" y="12898"/>
                  </a:lnTo>
                  <a:lnTo>
                    <a:pt x="12203" y="13207"/>
                  </a:lnTo>
                  <a:lnTo>
                    <a:pt x="11972" y="13052"/>
                  </a:lnTo>
                  <a:lnTo>
                    <a:pt x="11701" y="12937"/>
                  </a:lnTo>
                  <a:lnTo>
                    <a:pt x="11122" y="12782"/>
                  </a:lnTo>
                  <a:lnTo>
                    <a:pt x="10543" y="12628"/>
                  </a:lnTo>
                  <a:lnTo>
                    <a:pt x="10002" y="12550"/>
                  </a:lnTo>
                  <a:lnTo>
                    <a:pt x="9423" y="12512"/>
                  </a:lnTo>
                  <a:lnTo>
                    <a:pt x="8844" y="12473"/>
                  </a:lnTo>
                  <a:lnTo>
                    <a:pt x="8303" y="12473"/>
                  </a:lnTo>
                  <a:lnTo>
                    <a:pt x="7763" y="12512"/>
                  </a:lnTo>
                  <a:lnTo>
                    <a:pt x="7222" y="12589"/>
                  </a:lnTo>
                  <a:lnTo>
                    <a:pt x="6720" y="12666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61"/>
                  </a:lnTo>
                  <a:lnTo>
                    <a:pt x="4557" y="13130"/>
                  </a:lnTo>
                  <a:lnTo>
                    <a:pt x="4442" y="12937"/>
                  </a:lnTo>
                  <a:lnTo>
                    <a:pt x="4905" y="12319"/>
                  </a:lnTo>
                  <a:lnTo>
                    <a:pt x="5368" y="11739"/>
                  </a:lnTo>
                  <a:lnTo>
                    <a:pt x="5870" y="11160"/>
                  </a:lnTo>
                  <a:lnTo>
                    <a:pt x="6411" y="10620"/>
                  </a:lnTo>
                  <a:lnTo>
                    <a:pt x="6990" y="10118"/>
                  </a:lnTo>
                  <a:lnTo>
                    <a:pt x="7569" y="9654"/>
                  </a:lnTo>
                  <a:lnTo>
                    <a:pt x="8149" y="9230"/>
                  </a:lnTo>
                  <a:lnTo>
                    <a:pt x="8767" y="8805"/>
                  </a:lnTo>
                  <a:lnTo>
                    <a:pt x="9423" y="8457"/>
                  </a:lnTo>
                  <a:lnTo>
                    <a:pt x="10079" y="8110"/>
                  </a:lnTo>
                  <a:lnTo>
                    <a:pt x="10736" y="7839"/>
                  </a:lnTo>
                  <a:lnTo>
                    <a:pt x="11470" y="7569"/>
                  </a:lnTo>
                  <a:lnTo>
                    <a:pt x="12165" y="7376"/>
                  </a:lnTo>
                  <a:lnTo>
                    <a:pt x="12937" y="7183"/>
                  </a:lnTo>
                  <a:lnTo>
                    <a:pt x="13671" y="7067"/>
                  </a:lnTo>
                  <a:lnTo>
                    <a:pt x="14482" y="6990"/>
                  </a:lnTo>
                  <a:close/>
                  <a:moveTo>
                    <a:pt x="4519" y="1236"/>
                  </a:moveTo>
                  <a:lnTo>
                    <a:pt x="4055" y="1854"/>
                  </a:lnTo>
                  <a:lnTo>
                    <a:pt x="3631" y="2472"/>
                  </a:lnTo>
                  <a:lnTo>
                    <a:pt x="3245" y="3128"/>
                  </a:lnTo>
                  <a:lnTo>
                    <a:pt x="2936" y="3823"/>
                  </a:lnTo>
                  <a:lnTo>
                    <a:pt x="2665" y="4519"/>
                  </a:lnTo>
                  <a:lnTo>
                    <a:pt x="2472" y="5291"/>
                  </a:lnTo>
                  <a:lnTo>
                    <a:pt x="2318" y="6025"/>
                  </a:lnTo>
                  <a:lnTo>
                    <a:pt x="2241" y="6797"/>
                  </a:lnTo>
                  <a:lnTo>
                    <a:pt x="2202" y="7569"/>
                  </a:lnTo>
                  <a:lnTo>
                    <a:pt x="2202" y="8341"/>
                  </a:lnTo>
                  <a:lnTo>
                    <a:pt x="2279" y="9114"/>
                  </a:lnTo>
                  <a:lnTo>
                    <a:pt x="2395" y="9886"/>
                  </a:lnTo>
                  <a:lnTo>
                    <a:pt x="2550" y="10620"/>
                  </a:lnTo>
                  <a:lnTo>
                    <a:pt x="2781" y="11353"/>
                  </a:lnTo>
                  <a:lnTo>
                    <a:pt x="3013" y="12087"/>
                  </a:lnTo>
                  <a:lnTo>
                    <a:pt x="3322" y="12743"/>
                  </a:lnTo>
                  <a:lnTo>
                    <a:pt x="3129" y="12898"/>
                  </a:lnTo>
                  <a:lnTo>
                    <a:pt x="2936" y="13052"/>
                  </a:lnTo>
                  <a:lnTo>
                    <a:pt x="2820" y="13245"/>
                  </a:lnTo>
                  <a:lnTo>
                    <a:pt x="2743" y="13439"/>
                  </a:lnTo>
                  <a:lnTo>
                    <a:pt x="2395" y="13014"/>
                  </a:lnTo>
                  <a:lnTo>
                    <a:pt x="2086" y="12550"/>
                  </a:lnTo>
                  <a:lnTo>
                    <a:pt x="1777" y="12087"/>
                  </a:lnTo>
                  <a:lnTo>
                    <a:pt x="1507" y="11624"/>
                  </a:lnTo>
                  <a:lnTo>
                    <a:pt x="1275" y="11122"/>
                  </a:lnTo>
                  <a:lnTo>
                    <a:pt x="1082" y="10620"/>
                  </a:lnTo>
                  <a:lnTo>
                    <a:pt x="889" y="10118"/>
                  </a:lnTo>
                  <a:lnTo>
                    <a:pt x="735" y="9616"/>
                  </a:lnTo>
                  <a:lnTo>
                    <a:pt x="619" y="9114"/>
                  </a:lnTo>
                  <a:lnTo>
                    <a:pt x="542" y="8573"/>
                  </a:lnTo>
                  <a:lnTo>
                    <a:pt x="503" y="8032"/>
                  </a:lnTo>
                  <a:lnTo>
                    <a:pt x="503" y="7492"/>
                  </a:lnTo>
                  <a:lnTo>
                    <a:pt x="542" y="6951"/>
                  </a:lnTo>
                  <a:lnTo>
                    <a:pt x="619" y="6411"/>
                  </a:lnTo>
                  <a:lnTo>
                    <a:pt x="773" y="5870"/>
                  </a:lnTo>
                  <a:lnTo>
                    <a:pt x="928" y="5329"/>
                  </a:lnTo>
                  <a:lnTo>
                    <a:pt x="1198" y="4673"/>
                  </a:lnTo>
                  <a:lnTo>
                    <a:pt x="1546" y="4055"/>
                  </a:lnTo>
                  <a:lnTo>
                    <a:pt x="1932" y="3476"/>
                  </a:lnTo>
                  <a:lnTo>
                    <a:pt x="2356" y="2935"/>
                  </a:lnTo>
                  <a:lnTo>
                    <a:pt x="2858" y="2433"/>
                  </a:lnTo>
                  <a:lnTo>
                    <a:pt x="3360" y="2009"/>
                  </a:lnTo>
                  <a:lnTo>
                    <a:pt x="3940" y="1584"/>
                  </a:lnTo>
                  <a:lnTo>
                    <a:pt x="4519" y="1236"/>
                  </a:lnTo>
                  <a:close/>
                  <a:moveTo>
                    <a:pt x="3862" y="12975"/>
                  </a:moveTo>
                  <a:lnTo>
                    <a:pt x="4017" y="13052"/>
                  </a:lnTo>
                  <a:lnTo>
                    <a:pt x="4171" y="13168"/>
                  </a:lnTo>
                  <a:lnTo>
                    <a:pt x="4287" y="13284"/>
                  </a:lnTo>
                  <a:lnTo>
                    <a:pt x="4326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326" y="13941"/>
                  </a:lnTo>
                  <a:lnTo>
                    <a:pt x="4210" y="14095"/>
                  </a:lnTo>
                  <a:lnTo>
                    <a:pt x="3785" y="13825"/>
                  </a:lnTo>
                  <a:lnTo>
                    <a:pt x="3360" y="13477"/>
                  </a:lnTo>
                  <a:lnTo>
                    <a:pt x="3245" y="13439"/>
                  </a:lnTo>
                  <a:lnTo>
                    <a:pt x="3167" y="13439"/>
                  </a:lnTo>
                  <a:lnTo>
                    <a:pt x="3052" y="13477"/>
                  </a:lnTo>
                  <a:lnTo>
                    <a:pt x="2974" y="13516"/>
                  </a:lnTo>
                  <a:lnTo>
                    <a:pt x="3052" y="13361"/>
                  </a:lnTo>
                  <a:lnTo>
                    <a:pt x="3167" y="13207"/>
                  </a:lnTo>
                  <a:lnTo>
                    <a:pt x="3322" y="13130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9153" y="12859"/>
                  </a:moveTo>
                  <a:lnTo>
                    <a:pt x="9616" y="12898"/>
                  </a:lnTo>
                  <a:lnTo>
                    <a:pt x="10118" y="12975"/>
                  </a:lnTo>
                  <a:lnTo>
                    <a:pt x="10504" y="13014"/>
                  </a:lnTo>
                  <a:lnTo>
                    <a:pt x="11006" y="13130"/>
                  </a:lnTo>
                  <a:lnTo>
                    <a:pt x="11508" y="13245"/>
                  </a:lnTo>
                  <a:lnTo>
                    <a:pt x="11701" y="13361"/>
                  </a:lnTo>
                  <a:lnTo>
                    <a:pt x="11894" y="13477"/>
                  </a:lnTo>
                  <a:lnTo>
                    <a:pt x="11508" y="13786"/>
                  </a:lnTo>
                  <a:lnTo>
                    <a:pt x="11083" y="14018"/>
                  </a:lnTo>
                  <a:lnTo>
                    <a:pt x="10659" y="14249"/>
                  </a:lnTo>
                  <a:lnTo>
                    <a:pt x="10234" y="14443"/>
                  </a:lnTo>
                  <a:lnTo>
                    <a:pt x="9770" y="14636"/>
                  </a:lnTo>
                  <a:lnTo>
                    <a:pt x="9307" y="14751"/>
                  </a:lnTo>
                  <a:lnTo>
                    <a:pt x="8844" y="14867"/>
                  </a:lnTo>
                  <a:lnTo>
                    <a:pt x="8342" y="14945"/>
                  </a:lnTo>
                  <a:lnTo>
                    <a:pt x="7878" y="14983"/>
                  </a:lnTo>
                  <a:lnTo>
                    <a:pt x="7376" y="14983"/>
                  </a:lnTo>
                  <a:lnTo>
                    <a:pt x="6913" y="14945"/>
                  </a:lnTo>
                  <a:lnTo>
                    <a:pt x="6411" y="14867"/>
                  </a:lnTo>
                  <a:lnTo>
                    <a:pt x="5948" y="14790"/>
                  </a:lnTo>
                  <a:lnTo>
                    <a:pt x="5484" y="14636"/>
                  </a:lnTo>
                  <a:lnTo>
                    <a:pt x="5021" y="14481"/>
                  </a:lnTo>
                  <a:lnTo>
                    <a:pt x="4596" y="14288"/>
                  </a:lnTo>
                  <a:lnTo>
                    <a:pt x="4712" y="14018"/>
                  </a:lnTo>
                  <a:lnTo>
                    <a:pt x="4751" y="13747"/>
                  </a:lnTo>
                  <a:lnTo>
                    <a:pt x="4712" y="13593"/>
                  </a:lnTo>
                  <a:lnTo>
                    <a:pt x="5561" y="13323"/>
                  </a:lnTo>
                  <a:lnTo>
                    <a:pt x="6411" y="13091"/>
                  </a:lnTo>
                  <a:lnTo>
                    <a:pt x="7299" y="12937"/>
                  </a:lnTo>
                  <a:lnTo>
                    <a:pt x="8187" y="12859"/>
                  </a:lnTo>
                  <a:close/>
                  <a:moveTo>
                    <a:pt x="7608" y="1"/>
                  </a:moveTo>
                  <a:lnTo>
                    <a:pt x="6990" y="39"/>
                  </a:lnTo>
                  <a:lnTo>
                    <a:pt x="6450" y="116"/>
                  </a:lnTo>
                  <a:lnTo>
                    <a:pt x="5870" y="232"/>
                  </a:lnTo>
                  <a:lnTo>
                    <a:pt x="5330" y="387"/>
                  </a:lnTo>
                  <a:lnTo>
                    <a:pt x="4789" y="580"/>
                  </a:lnTo>
                  <a:lnTo>
                    <a:pt x="4249" y="812"/>
                  </a:lnTo>
                  <a:lnTo>
                    <a:pt x="3785" y="1120"/>
                  </a:lnTo>
                  <a:lnTo>
                    <a:pt x="3283" y="1429"/>
                  </a:lnTo>
                  <a:lnTo>
                    <a:pt x="2820" y="1777"/>
                  </a:lnTo>
                  <a:lnTo>
                    <a:pt x="2395" y="2163"/>
                  </a:lnTo>
                  <a:lnTo>
                    <a:pt x="2009" y="2588"/>
                  </a:lnTo>
                  <a:lnTo>
                    <a:pt x="1623" y="3013"/>
                  </a:lnTo>
                  <a:lnTo>
                    <a:pt x="1275" y="3515"/>
                  </a:lnTo>
                  <a:lnTo>
                    <a:pt x="966" y="4017"/>
                  </a:lnTo>
                  <a:lnTo>
                    <a:pt x="696" y="4596"/>
                  </a:lnTo>
                  <a:lnTo>
                    <a:pt x="426" y="5252"/>
                  </a:lnTo>
                  <a:lnTo>
                    <a:pt x="233" y="5909"/>
                  </a:lnTo>
                  <a:lnTo>
                    <a:pt x="117" y="6565"/>
                  </a:lnTo>
                  <a:lnTo>
                    <a:pt x="40" y="7222"/>
                  </a:lnTo>
                  <a:lnTo>
                    <a:pt x="1" y="7917"/>
                  </a:lnTo>
                  <a:lnTo>
                    <a:pt x="40" y="8612"/>
                  </a:lnTo>
                  <a:lnTo>
                    <a:pt x="117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6" y="11238"/>
                  </a:lnTo>
                  <a:lnTo>
                    <a:pt x="1005" y="11817"/>
                  </a:lnTo>
                  <a:lnTo>
                    <a:pt x="1352" y="12396"/>
                  </a:lnTo>
                  <a:lnTo>
                    <a:pt x="1739" y="12937"/>
                  </a:lnTo>
                  <a:lnTo>
                    <a:pt x="2202" y="13439"/>
                  </a:lnTo>
                  <a:lnTo>
                    <a:pt x="2704" y="13902"/>
                  </a:lnTo>
                  <a:lnTo>
                    <a:pt x="2781" y="13941"/>
                  </a:lnTo>
                  <a:lnTo>
                    <a:pt x="2820" y="13941"/>
                  </a:lnTo>
                  <a:lnTo>
                    <a:pt x="2936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5" y="14520"/>
                  </a:lnTo>
                  <a:lnTo>
                    <a:pt x="4133" y="14597"/>
                  </a:lnTo>
                  <a:lnTo>
                    <a:pt x="4557" y="14829"/>
                  </a:lnTo>
                  <a:lnTo>
                    <a:pt x="4982" y="14983"/>
                  </a:lnTo>
                  <a:lnTo>
                    <a:pt x="5407" y="15138"/>
                  </a:lnTo>
                  <a:lnTo>
                    <a:pt x="5870" y="15292"/>
                  </a:lnTo>
                  <a:lnTo>
                    <a:pt x="6334" y="15369"/>
                  </a:lnTo>
                  <a:lnTo>
                    <a:pt x="6797" y="15447"/>
                  </a:lnTo>
                  <a:lnTo>
                    <a:pt x="7299" y="15485"/>
                  </a:lnTo>
                  <a:lnTo>
                    <a:pt x="7763" y="15485"/>
                  </a:lnTo>
                  <a:lnTo>
                    <a:pt x="8226" y="15447"/>
                  </a:lnTo>
                  <a:lnTo>
                    <a:pt x="8689" y="15408"/>
                  </a:lnTo>
                  <a:lnTo>
                    <a:pt x="9153" y="15331"/>
                  </a:lnTo>
                  <a:lnTo>
                    <a:pt x="9616" y="15215"/>
                  </a:lnTo>
                  <a:lnTo>
                    <a:pt x="10079" y="15060"/>
                  </a:lnTo>
                  <a:lnTo>
                    <a:pt x="10543" y="14867"/>
                  </a:lnTo>
                  <a:lnTo>
                    <a:pt x="10968" y="14674"/>
                  </a:lnTo>
                  <a:lnTo>
                    <a:pt x="11392" y="14443"/>
                  </a:lnTo>
                  <a:lnTo>
                    <a:pt x="11856" y="14134"/>
                  </a:lnTo>
                  <a:lnTo>
                    <a:pt x="12319" y="13786"/>
                  </a:lnTo>
                  <a:lnTo>
                    <a:pt x="12744" y="13400"/>
                  </a:lnTo>
                  <a:lnTo>
                    <a:pt x="13130" y="12975"/>
                  </a:lnTo>
                  <a:lnTo>
                    <a:pt x="13478" y="12550"/>
                  </a:lnTo>
                  <a:lnTo>
                    <a:pt x="13786" y="12048"/>
                  </a:lnTo>
                  <a:lnTo>
                    <a:pt x="14057" y="11585"/>
                  </a:lnTo>
                  <a:lnTo>
                    <a:pt x="14288" y="11044"/>
                  </a:lnTo>
                  <a:lnTo>
                    <a:pt x="14520" y="10542"/>
                  </a:lnTo>
                  <a:lnTo>
                    <a:pt x="14675" y="10002"/>
                  </a:lnTo>
                  <a:lnTo>
                    <a:pt x="14829" y="9423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5022" y="7724"/>
                  </a:lnTo>
                  <a:lnTo>
                    <a:pt x="14983" y="7144"/>
                  </a:lnTo>
                  <a:lnTo>
                    <a:pt x="14945" y="6604"/>
                  </a:lnTo>
                  <a:lnTo>
                    <a:pt x="14829" y="5986"/>
                  </a:lnTo>
                  <a:lnTo>
                    <a:pt x="14675" y="5407"/>
                  </a:lnTo>
                  <a:lnTo>
                    <a:pt x="14482" y="4827"/>
                  </a:lnTo>
                  <a:lnTo>
                    <a:pt x="14250" y="4287"/>
                  </a:lnTo>
                  <a:lnTo>
                    <a:pt x="13980" y="3746"/>
                  </a:lnTo>
                  <a:lnTo>
                    <a:pt x="13671" y="3244"/>
                  </a:lnTo>
                  <a:lnTo>
                    <a:pt x="13323" y="2742"/>
                  </a:lnTo>
                  <a:lnTo>
                    <a:pt x="12937" y="2317"/>
                  </a:lnTo>
                  <a:lnTo>
                    <a:pt x="12512" y="1893"/>
                  </a:lnTo>
                  <a:lnTo>
                    <a:pt x="12049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3" y="618"/>
                  </a:lnTo>
                  <a:lnTo>
                    <a:pt x="9964" y="387"/>
                  </a:lnTo>
                  <a:lnTo>
                    <a:pt x="9384" y="232"/>
                  </a:lnTo>
                  <a:lnTo>
                    <a:pt x="8767" y="116"/>
                  </a:lnTo>
                  <a:lnTo>
                    <a:pt x="8187" y="39"/>
                  </a:lnTo>
                  <a:lnTo>
                    <a:pt x="760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2" name="Google Shape;4952;p21"/>
            <p:cNvSpPr/>
            <p:nvPr/>
          </p:nvSpPr>
          <p:spPr>
            <a:xfrm>
              <a:off x="5477175" y="100252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4" y="7298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60" y="7569"/>
                  </a:lnTo>
                  <a:lnTo>
                    <a:pt x="9153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5" y="8573"/>
                  </a:lnTo>
                  <a:lnTo>
                    <a:pt x="9693" y="8882"/>
                  </a:lnTo>
                  <a:lnTo>
                    <a:pt x="9655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60" y="10040"/>
                  </a:lnTo>
                  <a:lnTo>
                    <a:pt x="8689" y="10117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40" y="10079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7"/>
                  </a:lnTo>
                  <a:lnTo>
                    <a:pt x="7029" y="9345"/>
                  </a:lnTo>
                  <a:lnTo>
                    <a:pt x="6952" y="9075"/>
                  </a:lnTo>
                  <a:lnTo>
                    <a:pt x="6913" y="8804"/>
                  </a:lnTo>
                  <a:lnTo>
                    <a:pt x="6952" y="8534"/>
                  </a:lnTo>
                  <a:lnTo>
                    <a:pt x="7029" y="8264"/>
                  </a:lnTo>
                  <a:lnTo>
                    <a:pt x="7145" y="8071"/>
                  </a:lnTo>
                  <a:lnTo>
                    <a:pt x="7299" y="7878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9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6" y="8457"/>
                  </a:lnTo>
                  <a:lnTo>
                    <a:pt x="2974" y="8611"/>
                  </a:lnTo>
                  <a:lnTo>
                    <a:pt x="3051" y="8766"/>
                  </a:lnTo>
                  <a:lnTo>
                    <a:pt x="1545" y="8727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5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7"/>
                  </a:lnTo>
                  <a:lnTo>
                    <a:pt x="6990" y="10079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7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2"/>
                  </a:lnTo>
                  <a:lnTo>
                    <a:pt x="10157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7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1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9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5" y="7337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50" y="8534"/>
                  </a:lnTo>
                  <a:lnTo>
                    <a:pt x="6450" y="8843"/>
                  </a:lnTo>
                  <a:lnTo>
                    <a:pt x="5716" y="8804"/>
                  </a:lnTo>
                  <a:lnTo>
                    <a:pt x="4944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8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80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6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3" name="Google Shape;4953;p21"/>
            <p:cNvSpPr/>
            <p:nvPr/>
          </p:nvSpPr>
          <p:spPr>
            <a:xfrm>
              <a:off x="2850400" y="1030525"/>
              <a:ext cx="475950" cy="686400"/>
            </a:xfrm>
            <a:custGeom>
              <a:avLst/>
              <a:gdLst/>
              <a:ahLst/>
              <a:cxnLst/>
              <a:rect l="l" t="t" r="r" b="b"/>
              <a:pathLst>
                <a:path w="19038" h="27456" extrusionOk="0">
                  <a:moveTo>
                    <a:pt x="18690" y="309"/>
                  </a:moveTo>
                  <a:lnTo>
                    <a:pt x="18690" y="463"/>
                  </a:lnTo>
                  <a:lnTo>
                    <a:pt x="18382" y="2047"/>
                  </a:lnTo>
                  <a:lnTo>
                    <a:pt x="17995" y="3668"/>
                  </a:lnTo>
                  <a:lnTo>
                    <a:pt x="17609" y="5252"/>
                  </a:lnTo>
                  <a:lnTo>
                    <a:pt x="17184" y="6873"/>
                  </a:lnTo>
                  <a:lnTo>
                    <a:pt x="16489" y="6873"/>
                  </a:lnTo>
                  <a:lnTo>
                    <a:pt x="16180" y="6835"/>
                  </a:lnTo>
                  <a:lnTo>
                    <a:pt x="15833" y="6758"/>
                  </a:lnTo>
                  <a:lnTo>
                    <a:pt x="15524" y="6680"/>
                  </a:lnTo>
                  <a:lnTo>
                    <a:pt x="15215" y="6565"/>
                  </a:lnTo>
                  <a:lnTo>
                    <a:pt x="14906" y="6410"/>
                  </a:lnTo>
                  <a:lnTo>
                    <a:pt x="14597" y="6217"/>
                  </a:lnTo>
                  <a:lnTo>
                    <a:pt x="14327" y="6024"/>
                  </a:lnTo>
                  <a:lnTo>
                    <a:pt x="14057" y="5792"/>
                  </a:lnTo>
                  <a:lnTo>
                    <a:pt x="13593" y="5329"/>
                  </a:lnTo>
                  <a:lnTo>
                    <a:pt x="13168" y="4788"/>
                  </a:lnTo>
                  <a:lnTo>
                    <a:pt x="12782" y="4248"/>
                  </a:lnTo>
                  <a:lnTo>
                    <a:pt x="13477" y="3668"/>
                  </a:lnTo>
                  <a:lnTo>
                    <a:pt x="14172" y="3128"/>
                  </a:lnTo>
                  <a:lnTo>
                    <a:pt x="14868" y="2587"/>
                  </a:lnTo>
                  <a:lnTo>
                    <a:pt x="15601" y="2085"/>
                  </a:lnTo>
                  <a:lnTo>
                    <a:pt x="16374" y="1622"/>
                  </a:lnTo>
                  <a:lnTo>
                    <a:pt x="17146" y="1158"/>
                  </a:lnTo>
                  <a:lnTo>
                    <a:pt x="17918" y="734"/>
                  </a:lnTo>
                  <a:lnTo>
                    <a:pt x="18690" y="309"/>
                  </a:lnTo>
                  <a:close/>
                  <a:moveTo>
                    <a:pt x="6063" y="12434"/>
                  </a:moveTo>
                  <a:lnTo>
                    <a:pt x="5793" y="13013"/>
                  </a:lnTo>
                  <a:lnTo>
                    <a:pt x="5600" y="13592"/>
                  </a:lnTo>
                  <a:lnTo>
                    <a:pt x="5446" y="14172"/>
                  </a:lnTo>
                  <a:lnTo>
                    <a:pt x="5291" y="14790"/>
                  </a:lnTo>
                  <a:lnTo>
                    <a:pt x="5252" y="15369"/>
                  </a:lnTo>
                  <a:lnTo>
                    <a:pt x="5214" y="15407"/>
                  </a:lnTo>
                  <a:lnTo>
                    <a:pt x="4750" y="16102"/>
                  </a:lnTo>
                  <a:lnTo>
                    <a:pt x="4287" y="16797"/>
                  </a:lnTo>
                  <a:lnTo>
                    <a:pt x="4171" y="17106"/>
                  </a:lnTo>
                  <a:lnTo>
                    <a:pt x="4017" y="17415"/>
                  </a:lnTo>
                  <a:lnTo>
                    <a:pt x="3824" y="17724"/>
                  </a:lnTo>
                  <a:lnTo>
                    <a:pt x="3746" y="17840"/>
                  </a:lnTo>
                  <a:lnTo>
                    <a:pt x="3631" y="17956"/>
                  </a:lnTo>
                  <a:lnTo>
                    <a:pt x="3476" y="18033"/>
                  </a:lnTo>
                  <a:lnTo>
                    <a:pt x="3283" y="18072"/>
                  </a:lnTo>
                  <a:lnTo>
                    <a:pt x="2858" y="18110"/>
                  </a:lnTo>
                  <a:lnTo>
                    <a:pt x="2009" y="18149"/>
                  </a:lnTo>
                  <a:lnTo>
                    <a:pt x="426" y="18342"/>
                  </a:lnTo>
                  <a:lnTo>
                    <a:pt x="426" y="18342"/>
                  </a:lnTo>
                  <a:lnTo>
                    <a:pt x="850" y="17724"/>
                  </a:lnTo>
                  <a:lnTo>
                    <a:pt x="1275" y="17106"/>
                  </a:lnTo>
                  <a:lnTo>
                    <a:pt x="1661" y="16489"/>
                  </a:lnTo>
                  <a:lnTo>
                    <a:pt x="2009" y="15832"/>
                  </a:lnTo>
                  <a:lnTo>
                    <a:pt x="2549" y="14751"/>
                  </a:lnTo>
                  <a:lnTo>
                    <a:pt x="2820" y="14017"/>
                  </a:lnTo>
                  <a:lnTo>
                    <a:pt x="3013" y="13670"/>
                  </a:lnTo>
                  <a:lnTo>
                    <a:pt x="3206" y="13322"/>
                  </a:lnTo>
                  <a:lnTo>
                    <a:pt x="3360" y="13322"/>
                  </a:lnTo>
                  <a:lnTo>
                    <a:pt x="3399" y="13245"/>
                  </a:lnTo>
                  <a:lnTo>
                    <a:pt x="3438" y="13206"/>
                  </a:lnTo>
                  <a:lnTo>
                    <a:pt x="4750" y="12782"/>
                  </a:lnTo>
                  <a:lnTo>
                    <a:pt x="6063" y="12434"/>
                  </a:lnTo>
                  <a:close/>
                  <a:moveTo>
                    <a:pt x="12551" y="4441"/>
                  </a:moveTo>
                  <a:lnTo>
                    <a:pt x="12898" y="5020"/>
                  </a:lnTo>
                  <a:lnTo>
                    <a:pt x="13362" y="5561"/>
                  </a:lnTo>
                  <a:lnTo>
                    <a:pt x="13864" y="6101"/>
                  </a:lnTo>
                  <a:lnTo>
                    <a:pt x="14172" y="6333"/>
                  </a:lnTo>
                  <a:lnTo>
                    <a:pt x="14443" y="6565"/>
                  </a:lnTo>
                  <a:lnTo>
                    <a:pt x="14752" y="6758"/>
                  </a:lnTo>
                  <a:lnTo>
                    <a:pt x="15061" y="6951"/>
                  </a:lnTo>
                  <a:lnTo>
                    <a:pt x="15370" y="7067"/>
                  </a:lnTo>
                  <a:lnTo>
                    <a:pt x="15717" y="7182"/>
                  </a:lnTo>
                  <a:lnTo>
                    <a:pt x="16026" y="7260"/>
                  </a:lnTo>
                  <a:lnTo>
                    <a:pt x="16721" y="7260"/>
                  </a:lnTo>
                  <a:lnTo>
                    <a:pt x="17107" y="7182"/>
                  </a:lnTo>
                  <a:lnTo>
                    <a:pt x="16682" y="8573"/>
                  </a:lnTo>
                  <a:lnTo>
                    <a:pt x="16180" y="9963"/>
                  </a:lnTo>
                  <a:lnTo>
                    <a:pt x="15756" y="11160"/>
                  </a:lnTo>
                  <a:lnTo>
                    <a:pt x="15254" y="12357"/>
                  </a:lnTo>
                  <a:lnTo>
                    <a:pt x="14752" y="13515"/>
                  </a:lnTo>
                  <a:lnTo>
                    <a:pt x="14172" y="14635"/>
                  </a:lnTo>
                  <a:lnTo>
                    <a:pt x="13555" y="15793"/>
                  </a:lnTo>
                  <a:lnTo>
                    <a:pt x="13207" y="16373"/>
                  </a:lnTo>
                  <a:lnTo>
                    <a:pt x="12860" y="16952"/>
                  </a:lnTo>
                  <a:lnTo>
                    <a:pt x="12473" y="17493"/>
                  </a:lnTo>
                  <a:lnTo>
                    <a:pt x="12087" y="17995"/>
                  </a:lnTo>
                  <a:lnTo>
                    <a:pt x="11624" y="18458"/>
                  </a:lnTo>
                  <a:lnTo>
                    <a:pt x="11161" y="18883"/>
                  </a:lnTo>
                  <a:lnTo>
                    <a:pt x="10620" y="19230"/>
                  </a:lnTo>
                  <a:lnTo>
                    <a:pt x="10079" y="19462"/>
                  </a:lnTo>
                  <a:lnTo>
                    <a:pt x="9809" y="19578"/>
                  </a:lnTo>
                  <a:lnTo>
                    <a:pt x="9539" y="19655"/>
                  </a:lnTo>
                  <a:lnTo>
                    <a:pt x="9230" y="19694"/>
                  </a:lnTo>
                  <a:lnTo>
                    <a:pt x="8959" y="19732"/>
                  </a:lnTo>
                  <a:lnTo>
                    <a:pt x="8689" y="19732"/>
                  </a:lnTo>
                  <a:lnTo>
                    <a:pt x="8380" y="19694"/>
                  </a:lnTo>
                  <a:lnTo>
                    <a:pt x="8110" y="19616"/>
                  </a:lnTo>
                  <a:lnTo>
                    <a:pt x="7840" y="19539"/>
                  </a:lnTo>
                  <a:lnTo>
                    <a:pt x="7569" y="19423"/>
                  </a:lnTo>
                  <a:lnTo>
                    <a:pt x="7299" y="19269"/>
                  </a:lnTo>
                  <a:lnTo>
                    <a:pt x="7067" y="19114"/>
                  </a:lnTo>
                  <a:lnTo>
                    <a:pt x="6836" y="18883"/>
                  </a:lnTo>
                  <a:lnTo>
                    <a:pt x="6450" y="18458"/>
                  </a:lnTo>
                  <a:lnTo>
                    <a:pt x="6141" y="17956"/>
                  </a:lnTo>
                  <a:lnTo>
                    <a:pt x="5870" y="17454"/>
                  </a:lnTo>
                  <a:lnTo>
                    <a:pt x="5716" y="16913"/>
                  </a:lnTo>
                  <a:lnTo>
                    <a:pt x="5639" y="16334"/>
                  </a:lnTo>
                  <a:lnTo>
                    <a:pt x="5600" y="15755"/>
                  </a:lnTo>
                  <a:lnTo>
                    <a:pt x="5639" y="15214"/>
                  </a:lnTo>
                  <a:lnTo>
                    <a:pt x="5716" y="14635"/>
                  </a:lnTo>
                  <a:lnTo>
                    <a:pt x="5832" y="14056"/>
                  </a:lnTo>
                  <a:lnTo>
                    <a:pt x="6025" y="13515"/>
                  </a:lnTo>
                  <a:lnTo>
                    <a:pt x="6218" y="13013"/>
                  </a:lnTo>
                  <a:lnTo>
                    <a:pt x="6450" y="12473"/>
                  </a:lnTo>
                  <a:lnTo>
                    <a:pt x="6952" y="11469"/>
                  </a:lnTo>
                  <a:lnTo>
                    <a:pt x="7531" y="10465"/>
                  </a:lnTo>
                  <a:lnTo>
                    <a:pt x="8149" y="9461"/>
                  </a:lnTo>
                  <a:lnTo>
                    <a:pt x="8844" y="8495"/>
                  </a:lnTo>
                  <a:lnTo>
                    <a:pt x="9539" y="7530"/>
                  </a:lnTo>
                  <a:lnTo>
                    <a:pt x="10311" y="6642"/>
                  </a:lnTo>
                  <a:lnTo>
                    <a:pt x="10852" y="6063"/>
                  </a:lnTo>
                  <a:lnTo>
                    <a:pt x="11392" y="5522"/>
                  </a:lnTo>
                  <a:lnTo>
                    <a:pt x="11971" y="4981"/>
                  </a:lnTo>
                  <a:lnTo>
                    <a:pt x="12551" y="4441"/>
                  </a:lnTo>
                  <a:close/>
                  <a:moveTo>
                    <a:pt x="5986" y="18419"/>
                  </a:moveTo>
                  <a:lnTo>
                    <a:pt x="6218" y="18767"/>
                  </a:lnTo>
                  <a:lnTo>
                    <a:pt x="6450" y="19076"/>
                  </a:lnTo>
                  <a:lnTo>
                    <a:pt x="6758" y="19346"/>
                  </a:lnTo>
                  <a:lnTo>
                    <a:pt x="7067" y="19616"/>
                  </a:lnTo>
                  <a:lnTo>
                    <a:pt x="7415" y="19809"/>
                  </a:lnTo>
                  <a:lnTo>
                    <a:pt x="7801" y="19964"/>
                  </a:lnTo>
                  <a:lnTo>
                    <a:pt x="8187" y="20080"/>
                  </a:lnTo>
                  <a:lnTo>
                    <a:pt x="8612" y="20118"/>
                  </a:lnTo>
                  <a:lnTo>
                    <a:pt x="8535" y="20466"/>
                  </a:lnTo>
                  <a:lnTo>
                    <a:pt x="8496" y="20852"/>
                  </a:lnTo>
                  <a:lnTo>
                    <a:pt x="7994" y="20813"/>
                  </a:lnTo>
                  <a:lnTo>
                    <a:pt x="7531" y="20698"/>
                  </a:lnTo>
                  <a:lnTo>
                    <a:pt x="7106" y="20504"/>
                  </a:lnTo>
                  <a:lnTo>
                    <a:pt x="6720" y="20273"/>
                  </a:lnTo>
                  <a:lnTo>
                    <a:pt x="6334" y="20002"/>
                  </a:lnTo>
                  <a:lnTo>
                    <a:pt x="6025" y="19655"/>
                  </a:lnTo>
                  <a:lnTo>
                    <a:pt x="5716" y="19307"/>
                  </a:lnTo>
                  <a:lnTo>
                    <a:pt x="5446" y="18883"/>
                  </a:lnTo>
                  <a:lnTo>
                    <a:pt x="5446" y="18844"/>
                  </a:lnTo>
                  <a:lnTo>
                    <a:pt x="5986" y="18419"/>
                  </a:lnTo>
                  <a:close/>
                  <a:moveTo>
                    <a:pt x="5291" y="18960"/>
                  </a:moveTo>
                  <a:lnTo>
                    <a:pt x="5523" y="19462"/>
                  </a:lnTo>
                  <a:lnTo>
                    <a:pt x="5793" y="19887"/>
                  </a:lnTo>
                  <a:lnTo>
                    <a:pt x="6141" y="20234"/>
                  </a:lnTo>
                  <a:lnTo>
                    <a:pt x="6527" y="20582"/>
                  </a:lnTo>
                  <a:lnTo>
                    <a:pt x="6952" y="20813"/>
                  </a:lnTo>
                  <a:lnTo>
                    <a:pt x="7453" y="21006"/>
                  </a:lnTo>
                  <a:lnTo>
                    <a:pt x="7955" y="21122"/>
                  </a:lnTo>
                  <a:lnTo>
                    <a:pt x="8457" y="21161"/>
                  </a:lnTo>
                  <a:lnTo>
                    <a:pt x="8496" y="21702"/>
                  </a:lnTo>
                  <a:lnTo>
                    <a:pt x="7878" y="21624"/>
                  </a:lnTo>
                  <a:lnTo>
                    <a:pt x="7299" y="21508"/>
                  </a:lnTo>
                  <a:lnTo>
                    <a:pt x="6797" y="21315"/>
                  </a:lnTo>
                  <a:lnTo>
                    <a:pt x="6295" y="21084"/>
                  </a:lnTo>
                  <a:lnTo>
                    <a:pt x="5870" y="20775"/>
                  </a:lnTo>
                  <a:lnTo>
                    <a:pt x="5446" y="20389"/>
                  </a:lnTo>
                  <a:lnTo>
                    <a:pt x="5021" y="19964"/>
                  </a:lnTo>
                  <a:lnTo>
                    <a:pt x="4673" y="19501"/>
                  </a:lnTo>
                  <a:lnTo>
                    <a:pt x="4828" y="19385"/>
                  </a:lnTo>
                  <a:lnTo>
                    <a:pt x="4982" y="19269"/>
                  </a:lnTo>
                  <a:lnTo>
                    <a:pt x="5291" y="18960"/>
                  </a:lnTo>
                  <a:close/>
                  <a:moveTo>
                    <a:pt x="13555" y="16527"/>
                  </a:moveTo>
                  <a:lnTo>
                    <a:pt x="13748" y="17184"/>
                  </a:lnTo>
                  <a:lnTo>
                    <a:pt x="13979" y="17840"/>
                  </a:lnTo>
                  <a:lnTo>
                    <a:pt x="14250" y="18458"/>
                  </a:lnTo>
                  <a:lnTo>
                    <a:pt x="14597" y="19037"/>
                  </a:lnTo>
                  <a:lnTo>
                    <a:pt x="13670" y="20157"/>
                  </a:lnTo>
                  <a:lnTo>
                    <a:pt x="12782" y="21315"/>
                  </a:lnTo>
                  <a:lnTo>
                    <a:pt x="11083" y="23748"/>
                  </a:lnTo>
                  <a:lnTo>
                    <a:pt x="10736" y="22783"/>
                  </a:lnTo>
                  <a:lnTo>
                    <a:pt x="10350" y="21856"/>
                  </a:lnTo>
                  <a:lnTo>
                    <a:pt x="10234" y="21586"/>
                  </a:lnTo>
                  <a:lnTo>
                    <a:pt x="10195" y="21354"/>
                  </a:lnTo>
                  <a:lnTo>
                    <a:pt x="10195" y="21238"/>
                  </a:lnTo>
                  <a:lnTo>
                    <a:pt x="10234" y="21122"/>
                  </a:lnTo>
                  <a:lnTo>
                    <a:pt x="10388" y="20813"/>
                  </a:lnTo>
                  <a:lnTo>
                    <a:pt x="10813" y="20234"/>
                  </a:lnTo>
                  <a:lnTo>
                    <a:pt x="11199" y="19578"/>
                  </a:lnTo>
                  <a:lnTo>
                    <a:pt x="11199" y="19501"/>
                  </a:lnTo>
                  <a:lnTo>
                    <a:pt x="11199" y="19462"/>
                  </a:lnTo>
                  <a:lnTo>
                    <a:pt x="11161" y="19346"/>
                  </a:lnTo>
                  <a:lnTo>
                    <a:pt x="11585" y="18999"/>
                  </a:lnTo>
                  <a:lnTo>
                    <a:pt x="11971" y="18612"/>
                  </a:lnTo>
                  <a:lnTo>
                    <a:pt x="12358" y="18226"/>
                  </a:lnTo>
                  <a:lnTo>
                    <a:pt x="12705" y="17801"/>
                  </a:lnTo>
                  <a:lnTo>
                    <a:pt x="13130" y="17184"/>
                  </a:lnTo>
                  <a:lnTo>
                    <a:pt x="13555" y="16527"/>
                  </a:lnTo>
                  <a:close/>
                  <a:moveTo>
                    <a:pt x="5677" y="21161"/>
                  </a:moveTo>
                  <a:lnTo>
                    <a:pt x="5948" y="21393"/>
                  </a:lnTo>
                  <a:lnTo>
                    <a:pt x="6256" y="21547"/>
                  </a:lnTo>
                  <a:lnTo>
                    <a:pt x="6565" y="21702"/>
                  </a:lnTo>
                  <a:lnTo>
                    <a:pt x="6913" y="21817"/>
                  </a:lnTo>
                  <a:lnTo>
                    <a:pt x="6836" y="22010"/>
                  </a:lnTo>
                  <a:lnTo>
                    <a:pt x="6797" y="22204"/>
                  </a:lnTo>
                  <a:lnTo>
                    <a:pt x="6643" y="22088"/>
                  </a:lnTo>
                  <a:lnTo>
                    <a:pt x="6604" y="22010"/>
                  </a:lnTo>
                  <a:lnTo>
                    <a:pt x="6411" y="22010"/>
                  </a:lnTo>
                  <a:lnTo>
                    <a:pt x="6372" y="22088"/>
                  </a:lnTo>
                  <a:lnTo>
                    <a:pt x="6218" y="22628"/>
                  </a:lnTo>
                  <a:lnTo>
                    <a:pt x="6025" y="23092"/>
                  </a:lnTo>
                  <a:lnTo>
                    <a:pt x="5832" y="23594"/>
                  </a:lnTo>
                  <a:lnTo>
                    <a:pt x="5600" y="24057"/>
                  </a:lnTo>
                  <a:lnTo>
                    <a:pt x="5330" y="24482"/>
                  </a:lnTo>
                  <a:lnTo>
                    <a:pt x="5021" y="24907"/>
                  </a:lnTo>
                  <a:lnTo>
                    <a:pt x="4712" y="25331"/>
                  </a:lnTo>
                  <a:lnTo>
                    <a:pt x="4364" y="25717"/>
                  </a:lnTo>
                  <a:lnTo>
                    <a:pt x="4248" y="25293"/>
                  </a:lnTo>
                  <a:lnTo>
                    <a:pt x="4171" y="24868"/>
                  </a:lnTo>
                  <a:lnTo>
                    <a:pt x="4171" y="24482"/>
                  </a:lnTo>
                  <a:lnTo>
                    <a:pt x="4210" y="24057"/>
                  </a:lnTo>
                  <a:lnTo>
                    <a:pt x="4326" y="23671"/>
                  </a:lnTo>
                  <a:lnTo>
                    <a:pt x="4480" y="23285"/>
                  </a:lnTo>
                  <a:lnTo>
                    <a:pt x="4673" y="22899"/>
                  </a:lnTo>
                  <a:lnTo>
                    <a:pt x="4944" y="22512"/>
                  </a:lnTo>
                  <a:lnTo>
                    <a:pt x="5175" y="22204"/>
                  </a:lnTo>
                  <a:lnTo>
                    <a:pt x="5330" y="21895"/>
                  </a:lnTo>
                  <a:lnTo>
                    <a:pt x="5407" y="21740"/>
                  </a:lnTo>
                  <a:lnTo>
                    <a:pt x="5407" y="21586"/>
                  </a:lnTo>
                  <a:lnTo>
                    <a:pt x="5368" y="21470"/>
                  </a:lnTo>
                  <a:lnTo>
                    <a:pt x="5291" y="21315"/>
                  </a:lnTo>
                  <a:lnTo>
                    <a:pt x="5446" y="21238"/>
                  </a:lnTo>
                  <a:lnTo>
                    <a:pt x="5677" y="21161"/>
                  </a:lnTo>
                  <a:close/>
                  <a:moveTo>
                    <a:pt x="4905" y="20466"/>
                  </a:moveTo>
                  <a:lnTo>
                    <a:pt x="5175" y="20736"/>
                  </a:lnTo>
                  <a:lnTo>
                    <a:pt x="5484" y="21006"/>
                  </a:lnTo>
                  <a:lnTo>
                    <a:pt x="5252" y="21084"/>
                  </a:lnTo>
                  <a:lnTo>
                    <a:pt x="5021" y="21161"/>
                  </a:lnTo>
                  <a:lnTo>
                    <a:pt x="4982" y="21200"/>
                  </a:lnTo>
                  <a:lnTo>
                    <a:pt x="4944" y="21277"/>
                  </a:lnTo>
                  <a:lnTo>
                    <a:pt x="4982" y="21354"/>
                  </a:lnTo>
                  <a:lnTo>
                    <a:pt x="5021" y="21393"/>
                  </a:lnTo>
                  <a:lnTo>
                    <a:pt x="5059" y="21470"/>
                  </a:lnTo>
                  <a:lnTo>
                    <a:pt x="5098" y="21547"/>
                  </a:lnTo>
                  <a:lnTo>
                    <a:pt x="5059" y="21779"/>
                  </a:lnTo>
                  <a:lnTo>
                    <a:pt x="4905" y="22049"/>
                  </a:lnTo>
                  <a:lnTo>
                    <a:pt x="4750" y="22358"/>
                  </a:lnTo>
                  <a:lnTo>
                    <a:pt x="4364" y="22937"/>
                  </a:lnTo>
                  <a:lnTo>
                    <a:pt x="4133" y="23323"/>
                  </a:lnTo>
                  <a:lnTo>
                    <a:pt x="3940" y="23748"/>
                  </a:lnTo>
                  <a:lnTo>
                    <a:pt x="3862" y="24212"/>
                  </a:lnTo>
                  <a:lnTo>
                    <a:pt x="3824" y="24714"/>
                  </a:lnTo>
                  <a:lnTo>
                    <a:pt x="3862" y="25177"/>
                  </a:lnTo>
                  <a:lnTo>
                    <a:pt x="3940" y="25409"/>
                  </a:lnTo>
                  <a:lnTo>
                    <a:pt x="4017" y="25640"/>
                  </a:lnTo>
                  <a:lnTo>
                    <a:pt x="4133" y="25872"/>
                  </a:lnTo>
                  <a:lnTo>
                    <a:pt x="4248" y="26065"/>
                  </a:lnTo>
                  <a:lnTo>
                    <a:pt x="4287" y="26104"/>
                  </a:lnTo>
                  <a:lnTo>
                    <a:pt x="4364" y="26104"/>
                  </a:lnTo>
                  <a:lnTo>
                    <a:pt x="4403" y="26065"/>
                  </a:lnTo>
                  <a:lnTo>
                    <a:pt x="4442" y="25988"/>
                  </a:lnTo>
                  <a:lnTo>
                    <a:pt x="4480" y="25988"/>
                  </a:lnTo>
                  <a:lnTo>
                    <a:pt x="4828" y="25602"/>
                  </a:lnTo>
                  <a:lnTo>
                    <a:pt x="5175" y="25215"/>
                  </a:lnTo>
                  <a:lnTo>
                    <a:pt x="5484" y="24791"/>
                  </a:lnTo>
                  <a:lnTo>
                    <a:pt x="5793" y="24366"/>
                  </a:lnTo>
                  <a:lnTo>
                    <a:pt x="6025" y="23903"/>
                  </a:lnTo>
                  <a:lnTo>
                    <a:pt x="6256" y="23439"/>
                  </a:lnTo>
                  <a:lnTo>
                    <a:pt x="6450" y="22937"/>
                  </a:lnTo>
                  <a:lnTo>
                    <a:pt x="6604" y="22435"/>
                  </a:lnTo>
                  <a:lnTo>
                    <a:pt x="6720" y="22551"/>
                  </a:lnTo>
                  <a:lnTo>
                    <a:pt x="6913" y="22590"/>
                  </a:lnTo>
                  <a:lnTo>
                    <a:pt x="6952" y="22628"/>
                  </a:lnTo>
                  <a:lnTo>
                    <a:pt x="7029" y="22590"/>
                  </a:lnTo>
                  <a:lnTo>
                    <a:pt x="7067" y="22512"/>
                  </a:lnTo>
                  <a:lnTo>
                    <a:pt x="7067" y="22474"/>
                  </a:lnTo>
                  <a:lnTo>
                    <a:pt x="7145" y="21895"/>
                  </a:lnTo>
                  <a:lnTo>
                    <a:pt x="7608" y="22010"/>
                  </a:lnTo>
                  <a:lnTo>
                    <a:pt x="7724" y="22512"/>
                  </a:lnTo>
                  <a:lnTo>
                    <a:pt x="7762" y="23014"/>
                  </a:lnTo>
                  <a:lnTo>
                    <a:pt x="7801" y="23555"/>
                  </a:lnTo>
                  <a:lnTo>
                    <a:pt x="7801" y="24057"/>
                  </a:lnTo>
                  <a:lnTo>
                    <a:pt x="7608" y="23903"/>
                  </a:lnTo>
                  <a:lnTo>
                    <a:pt x="7492" y="23671"/>
                  </a:lnTo>
                  <a:lnTo>
                    <a:pt x="7376" y="23439"/>
                  </a:lnTo>
                  <a:lnTo>
                    <a:pt x="7338" y="23169"/>
                  </a:lnTo>
                  <a:lnTo>
                    <a:pt x="7338" y="23092"/>
                  </a:lnTo>
                  <a:lnTo>
                    <a:pt x="7299" y="23053"/>
                  </a:lnTo>
                  <a:lnTo>
                    <a:pt x="7183" y="23014"/>
                  </a:lnTo>
                  <a:lnTo>
                    <a:pt x="7106" y="23014"/>
                  </a:lnTo>
                  <a:lnTo>
                    <a:pt x="7067" y="23053"/>
                  </a:lnTo>
                  <a:lnTo>
                    <a:pt x="7029" y="23092"/>
                  </a:lnTo>
                  <a:lnTo>
                    <a:pt x="6990" y="23169"/>
                  </a:lnTo>
                  <a:lnTo>
                    <a:pt x="6952" y="23787"/>
                  </a:lnTo>
                  <a:lnTo>
                    <a:pt x="6797" y="24405"/>
                  </a:lnTo>
                  <a:lnTo>
                    <a:pt x="6681" y="24675"/>
                  </a:lnTo>
                  <a:lnTo>
                    <a:pt x="6565" y="24984"/>
                  </a:lnTo>
                  <a:lnTo>
                    <a:pt x="6411" y="25254"/>
                  </a:lnTo>
                  <a:lnTo>
                    <a:pt x="6218" y="25524"/>
                  </a:lnTo>
                  <a:lnTo>
                    <a:pt x="5832" y="25988"/>
                  </a:lnTo>
                  <a:lnTo>
                    <a:pt x="5600" y="26219"/>
                  </a:lnTo>
                  <a:lnTo>
                    <a:pt x="5368" y="26451"/>
                  </a:lnTo>
                  <a:lnTo>
                    <a:pt x="5098" y="26644"/>
                  </a:lnTo>
                  <a:lnTo>
                    <a:pt x="4828" y="26799"/>
                  </a:lnTo>
                  <a:lnTo>
                    <a:pt x="4557" y="26953"/>
                  </a:lnTo>
                  <a:lnTo>
                    <a:pt x="4248" y="27030"/>
                  </a:lnTo>
                  <a:lnTo>
                    <a:pt x="4017" y="27030"/>
                  </a:lnTo>
                  <a:lnTo>
                    <a:pt x="3862" y="26992"/>
                  </a:lnTo>
                  <a:lnTo>
                    <a:pt x="3708" y="26915"/>
                  </a:lnTo>
                  <a:lnTo>
                    <a:pt x="3592" y="26760"/>
                  </a:lnTo>
                  <a:lnTo>
                    <a:pt x="3515" y="26606"/>
                  </a:lnTo>
                  <a:lnTo>
                    <a:pt x="3438" y="26413"/>
                  </a:lnTo>
                  <a:lnTo>
                    <a:pt x="3322" y="25988"/>
                  </a:lnTo>
                  <a:lnTo>
                    <a:pt x="3206" y="25293"/>
                  </a:lnTo>
                  <a:lnTo>
                    <a:pt x="3167" y="24945"/>
                  </a:lnTo>
                  <a:lnTo>
                    <a:pt x="3167" y="24598"/>
                  </a:lnTo>
                  <a:lnTo>
                    <a:pt x="3206" y="24173"/>
                  </a:lnTo>
                  <a:lnTo>
                    <a:pt x="3283" y="23787"/>
                  </a:lnTo>
                  <a:lnTo>
                    <a:pt x="3360" y="23401"/>
                  </a:lnTo>
                  <a:lnTo>
                    <a:pt x="3515" y="23014"/>
                  </a:lnTo>
                  <a:lnTo>
                    <a:pt x="3708" y="22667"/>
                  </a:lnTo>
                  <a:lnTo>
                    <a:pt x="3901" y="22319"/>
                  </a:lnTo>
                  <a:lnTo>
                    <a:pt x="4171" y="22010"/>
                  </a:lnTo>
                  <a:lnTo>
                    <a:pt x="4480" y="21702"/>
                  </a:lnTo>
                  <a:lnTo>
                    <a:pt x="4519" y="21624"/>
                  </a:lnTo>
                  <a:lnTo>
                    <a:pt x="4519" y="21547"/>
                  </a:lnTo>
                  <a:lnTo>
                    <a:pt x="4442" y="21470"/>
                  </a:lnTo>
                  <a:lnTo>
                    <a:pt x="4364" y="21431"/>
                  </a:lnTo>
                  <a:lnTo>
                    <a:pt x="3553" y="21315"/>
                  </a:lnTo>
                  <a:lnTo>
                    <a:pt x="3862" y="21045"/>
                  </a:lnTo>
                  <a:lnTo>
                    <a:pt x="4171" y="20775"/>
                  </a:lnTo>
                  <a:lnTo>
                    <a:pt x="4519" y="20582"/>
                  </a:lnTo>
                  <a:lnTo>
                    <a:pt x="4905" y="20466"/>
                  </a:lnTo>
                  <a:close/>
                  <a:moveTo>
                    <a:pt x="18845" y="0"/>
                  </a:moveTo>
                  <a:lnTo>
                    <a:pt x="18806" y="77"/>
                  </a:lnTo>
                  <a:lnTo>
                    <a:pt x="18729" y="39"/>
                  </a:lnTo>
                  <a:lnTo>
                    <a:pt x="18652" y="39"/>
                  </a:lnTo>
                  <a:lnTo>
                    <a:pt x="17455" y="618"/>
                  </a:lnTo>
                  <a:lnTo>
                    <a:pt x="16296" y="1236"/>
                  </a:lnTo>
                  <a:lnTo>
                    <a:pt x="15215" y="1931"/>
                  </a:lnTo>
                  <a:lnTo>
                    <a:pt x="14134" y="2664"/>
                  </a:lnTo>
                  <a:lnTo>
                    <a:pt x="13091" y="3475"/>
                  </a:lnTo>
                  <a:lnTo>
                    <a:pt x="12087" y="4325"/>
                  </a:lnTo>
                  <a:lnTo>
                    <a:pt x="11161" y="5213"/>
                  </a:lnTo>
                  <a:lnTo>
                    <a:pt x="10272" y="6178"/>
                  </a:lnTo>
                  <a:lnTo>
                    <a:pt x="9384" y="7144"/>
                  </a:lnTo>
                  <a:lnTo>
                    <a:pt x="8573" y="8186"/>
                  </a:lnTo>
                  <a:lnTo>
                    <a:pt x="7840" y="9268"/>
                  </a:lnTo>
                  <a:lnTo>
                    <a:pt x="7145" y="10387"/>
                  </a:lnTo>
                  <a:lnTo>
                    <a:pt x="6643" y="11276"/>
                  </a:lnTo>
                  <a:lnTo>
                    <a:pt x="6179" y="12164"/>
                  </a:lnTo>
                  <a:lnTo>
                    <a:pt x="5368" y="12241"/>
                  </a:lnTo>
                  <a:lnTo>
                    <a:pt x="4557" y="12395"/>
                  </a:lnTo>
                  <a:lnTo>
                    <a:pt x="3785" y="12627"/>
                  </a:lnTo>
                  <a:lnTo>
                    <a:pt x="3013" y="12936"/>
                  </a:lnTo>
                  <a:lnTo>
                    <a:pt x="2936" y="12975"/>
                  </a:lnTo>
                  <a:lnTo>
                    <a:pt x="2897" y="13013"/>
                  </a:lnTo>
                  <a:lnTo>
                    <a:pt x="2897" y="13168"/>
                  </a:lnTo>
                  <a:lnTo>
                    <a:pt x="2704" y="13361"/>
                  </a:lnTo>
                  <a:lnTo>
                    <a:pt x="2549" y="13592"/>
                  </a:lnTo>
                  <a:lnTo>
                    <a:pt x="2395" y="13863"/>
                  </a:lnTo>
                  <a:lnTo>
                    <a:pt x="2279" y="14133"/>
                  </a:lnTo>
                  <a:lnTo>
                    <a:pt x="2086" y="14712"/>
                  </a:lnTo>
                  <a:lnTo>
                    <a:pt x="1854" y="15214"/>
                  </a:lnTo>
                  <a:lnTo>
                    <a:pt x="1430" y="15987"/>
                  </a:lnTo>
                  <a:lnTo>
                    <a:pt x="1005" y="16759"/>
                  </a:lnTo>
                  <a:lnTo>
                    <a:pt x="541" y="17493"/>
                  </a:lnTo>
                  <a:lnTo>
                    <a:pt x="39" y="18226"/>
                  </a:lnTo>
                  <a:lnTo>
                    <a:pt x="1" y="18303"/>
                  </a:lnTo>
                  <a:lnTo>
                    <a:pt x="1" y="18381"/>
                  </a:lnTo>
                  <a:lnTo>
                    <a:pt x="39" y="18419"/>
                  </a:lnTo>
                  <a:lnTo>
                    <a:pt x="117" y="18458"/>
                  </a:lnTo>
                  <a:lnTo>
                    <a:pt x="117" y="18535"/>
                  </a:lnTo>
                  <a:lnTo>
                    <a:pt x="117" y="18612"/>
                  </a:lnTo>
                  <a:lnTo>
                    <a:pt x="155" y="18651"/>
                  </a:lnTo>
                  <a:lnTo>
                    <a:pt x="233" y="18690"/>
                  </a:lnTo>
                  <a:lnTo>
                    <a:pt x="1159" y="18612"/>
                  </a:lnTo>
                  <a:lnTo>
                    <a:pt x="2086" y="18574"/>
                  </a:lnTo>
                  <a:lnTo>
                    <a:pt x="3901" y="18381"/>
                  </a:lnTo>
                  <a:lnTo>
                    <a:pt x="3978" y="18342"/>
                  </a:lnTo>
                  <a:lnTo>
                    <a:pt x="4055" y="18265"/>
                  </a:lnTo>
                  <a:lnTo>
                    <a:pt x="4596" y="17106"/>
                  </a:lnTo>
                  <a:lnTo>
                    <a:pt x="5252" y="15987"/>
                  </a:lnTo>
                  <a:lnTo>
                    <a:pt x="5291" y="16566"/>
                  </a:lnTo>
                  <a:lnTo>
                    <a:pt x="5446" y="17106"/>
                  </a:lnTo>
                  <a:lnTo>
                    <a:pt x="5600" y="17647"/>
                  </a:lnTo>
                  <a:lnTo>
                    <a:pt x="5832" y="18188"/>
                  </a:lnTo>
                  <a:lnTo>
                    <a:pt x="5446" y="18381"/>
                  </a:lnTo>
                  <a:lnTo>
                    <a:pt x="5059" y="18651"/>
                  </a:lnTo>
                  <a:lnTo>
                    <a:pt x="4673" y="18960"/>
                  </a:lnTo>
                  <a:lnTo>
                    <a:pt x="4519" y="19153"/>
                  </a:lnTo>
                  <a:lnTo>
                    <a:pt x="4403" y="19346"/>
                  </a:lnTo>
                  <a:lnTo>
                    <a:pt x="4403" y="19423"/>
                  </a:lnTo>
                  <a:lnTo>
                    <a:pt x="4442" y="19501"/>
                  </a:lnTo>
                  <a:lnTo>
                    <a:pt x="4442" y="19539"/>
                  </a:lnTo>
                  <a:lnTo>
                    <a:pt x="4442" y="19616"/>
                  </a:lnTo>
                  <a:lnTo>
                    <a:pt x="4596" y="19964"/>
                  </a:lnTo>
                  <a:lnTo>
                    <a:pt x="4789" y="20273"/>
                  </a:lnTo>
                  <a:lnTo>
                    <a:pt x="4519" y="20311"/>
                  </a:lnTo>
                  <a:lnTo>
                    <a:pt x="4287" y="20389"/>
                  </a:lnTo>
                  <a:lnTo>
                    <a:pt x="4055" y="20504"/>
                  </a:lnTo>
                  <a:lnTo>
                    <a:pt x="3862" y="20620"/>
                  </a:lnTo>
                  <a:lnTo>
                    <a:pt x="3669" y="20775"/>
                  </a:lnTo>
                  <a:lnTo>
                    <a:pt x="3476" y="20968"/>
                  </a:lnTo>
                  <a:lnTo>
                    <a:pt x="3283" y="21161"/>
                  </a:lnTo>
                  <a:lnTo>
                    <a:pt x="3129" y="21354"/>
                  </a:lnTo>
                  <a:lnTo>
                    <a:pt x="3090" y="21431"/>
                  </a:lnTo>
                  <a:lnTo>
                    <a:pt x="3129" y="21508"/>
                  </a:lnTo>
                  <a:lnTo>
                    <a:pt x="3167" y="21586"/>
                  </a:lnTo>
                  <a:lnTo>
                    <a:pt x="3244" y="21624"/>
                  </a:lnTo>
                  <a:lnTo>
                    <a:pt x="4017" y="21702"/>
                  </a:lnTo>
                  <a:lnTo>
                    <a:pt x="3746" y="22010"/>
                  </a:lnTo>
                  <a:lnTo>
                    <a:pt x="3476" y="22358"/>
                  </a:lnTo>
                  <a:lnTo>
                    <a:pt x="3283" y="22706"/>
                  </a:lnTo>
                  <a:lnTo>
                    <a:pt x="3129" y="23092"/>
                  </a:lnTo>
                  <a:lnTo>
                    <a:pt x="3013" y="23478"/>
                  </a:lnTo>
                  <a:lnTo>
                    <a:pt x="2897" y="23864"/>
                  </a:lnTo>
                  <a:lnTo>
                    <a:pt x="2858" y="24289"/>
                  </a:lnTo>
                  <a:lnTo>
                    <a:pt x="2858" y="24714"/>
                  </a:lnTo>
                  <a:lnTo>
                    <a:pt x="2858" y="25370"/>
                  </a:lnTo>
                  <a:lnTo>
                    <a:pt x="2897" y="25795"/>
                  </a:lnTo>
                  <a:lnTo>
                    <a:pt x="2974" y="26219"/>
                  </a:lnTo>
                  <a:lnTo>
                    <a:pt x="3090" y="26644"/>
                  </a:lnTo>
                  <a:lnTo>
                    <a:pt x="3244" y="26992"/>
                  </a:lnTo>
                  <a:lnTo>
                    <a:pt x="3360" y="27146"/>
                  </a:lnTo>
                  <a:lnTo>
                    <a:pt x="3438" y="27262"/>
                  </a:lnTo>
                  <a:lnTo>
                    <a:pt x="3553" y="27378"/>
                  </a:lnTo>
                  <a:lnTo>
                    <a:pt x="3708" y="27417"/>
                  </a:lnTo>
                  <a:lnTo>
                    <a:pt x="3862" y="27455"/>
                  </a:lnTo>
                  <a:lnTo>
                    <a:pt x="4017" y="27455"/>
                  </a:lnTo>
                  <a:lnTo>
                    <a:pt x="4364" y="27417"/>
                  </a:lnTo>
                  <a:lnTo>
                    <a:pt x="4750" y="27262"/>
                  </a:lnTo>
                  <a:lnTo>
                    <a:pt x="5098" y="27069"/>
                  </a:lnTo>
                  <a:lnTo>
                    <a:pt x="5407" y="26837"/>
                  </a:lnTo>
                  <a:lnTo>
                    <a:pt x="5716" y="26567"/>
                  </a:lnTo>
                  <a:lnTo>
                    <a:pt x="6218" y="26065"/>
                  </a:lnTo>
                  <a:lnTo>
                    <a:pt x="6565" y="25602"/>
                  </a:lnTo>
                  <a:lnTo>
                    <a:pt x="6874" y="25100"/>
                  </a:lnTo>
                  <a:lnTo>
                    <a:pt x="7106" y="24559"/>
                  </a:lnTo>
                  <a:lnTo>
                    <a:pt x="7260" y="23980"/>
                  </a:lnTo>
                  <a:lnTo>
                    <a:pt x="7376" y="24134"/>
                  </a:lnTo>
                  <a:lnTo>
                    <a:pt x="7531" y="24289"/>
                  </a:lnTo>
                  <a:lnTo>
                    <a:pt x="7685" y="24405"/>
                  </a:lnTo>
                  <a:lnTo>
                    <a:pt x="7878" y="24520"/>
                  </a:lnTo>
                  <a:lnTo>
                    <a:pt x="7955" y="24559"/>
                  </a:lnTo>
                  <a:lnTo>
                    <a:pt x="8033" y="24520"/>
                  </a:lnTo>
                  <a:lnTo>
                    <a:pt x="8110" y="24482"/>
                  </a:lnTo>
                  <a:lnTo>
                    <a:pt x="8110" y="24366"/>
                  </a:lnTo>
                  <a:lnTo>
                    <a:pt x="8149" y="23787"/>
                  </a:lnTo>
                  <a:lnTo>
                    <a:pt x="8149" y="23208"/>
                  </a:lnTo>
                  <a:lnTo>
                    <a:pt x="8071" y="22628"/>
                  </a:lnTo>
                  <a:lnTo>
                    <a:pt x="7955" y="22049"/>
                  </a:lnTo>
                  <a:lnTo>
                    <a:pt x="8535" y="22049"/>
                  </a:lnTo>
                  <a:lnTo>
                    <a:pt x="8651" y="22010"/>
                  </a:lnTo>
                  <a:lnTo>
                    <a:pt x="8728" y="21972"/>
                  </a:lnTo>
                  <a:lnTo>
                    <a:pt x="8766" y="21933"/>
                  </a:lnTo>
                  <a:lnTo>
                    <a:pt x="8766" y="21895"/>
                  </a:lnTo>
                  <a:lnTo>
                    <a:pt x="8844" y="21006"/>
                  </a:lnTo>
                  <a:lnTo>
                    <a:pt x="8921" y="20543"/>
                  </a:lnTo>
                  <a:lnTo>
                    <a:pt x="8998" y="20118"/>
                  </a:lnTo>
                  <a:lnTo>
                    <a:pt x="9153" y="20118"/>
                  </a:lnTo>
                  <a:lnTo>
                    <a:pt x="9577" y="20041"/>
                  </a:lnTo>
                  <a:lnTo>
                    <a:pt x="9963" y="19964"/>
                  </a:lnTo>
                  <a:lnTo>
                    <a:pt x="10311" y="19809"/>
                  </a:lnTo>
                  <a:lnTo>
                    <a:pt x="10659" y="19655"/>
                  </a:lnTo>
                  <a:lnTo>
                    <a:pt x="10157" y="20389"/>
                  </a:lnTo>
                  <a:lnTo>
                    <a:pt x="9616" y="21161"/>
                  </a:lnTo>
                  <a:lnTo>
                    <a:pt x="9577" y="21238"/>
                  </a:lnTo>
                  <a:lnTo>
                    <a:pt x="9616" y="21354"/>
                  </a:lnTo>
                  <a:lnTo>
                    <a:pt x="9963" y="22049"/>
                  </a:lnTo>
                  <a:lnTo>
                    <a:pt x="10272" y="22783"/>
                  </a:lnTo>
                  <a:lnTo>
                    <a:pt x="10581" y="23516"/>
                  </a:lnTo>
                  <a:lnTo>
                    <a:pt x="10813" y="24250"/>
                  </a:lnTo>
                  <a:lnTo>
                    <a:pt x="10890" y="24327"/>
                  </a:lnTo>
                  <a:lnTo>
                    <a:pt x="11006" y="24405"/>
                  </a:lnTo>
                  <a:lnTo>
                    <a:pt x="11122" y="24405"/>
                  </a:lnTo>
                  <a:lnTo>
                    <a:pt x="11199" y="24289"/>
                  </a:lnTo>
                  <a:lnTo>
                    <a:pt x="13130" y="21740"/>
                  </a:lnTo>
                  <a:lnTo>
                    <a:pt x="14095" y="20389"/>
                  </a:lnTo>
                  <a:lnTo>
                    <a:pt x="14520" y="19732"/>
                  </a:lnTo>
                  <a:lnTo>
                    <a:pt x="14945" y="19037"/>
                  </a:lnTo>
                  <a:lnTo>
                    <a:pt x="14983" y="18960"/>
                  </a:lnTo>
                  <a:lnTo>
                    <a:pt x="14945" y="18883"/>
                  </a:lnTo>
                  <a:lnTo>
                    <a:pt x="14790" y="18535"/>
                  </a:lnTo>
                  <a:lnTo>
                    <a:pt x="14597" y="18149"/>
                  </a:lnTo>
                  <a:lnTo>
                    <a:pt x="14288" y="17454"/>
                  </a:lnTo>
                  <a:lnTo>
                    <a:pt x="13786" y="16180"/>
                  </a:lnTo>
                  <a:lnTo>
                    <a:pt x="14211" y="15369"/>
                  </a:lnTo>
                  <a:lnTo>
                    <a:pt x="14674" y="14558"/>
                  </a:lnTo>
                  <a:lnTo>
                    <a:pt x="15061" y="13708"/>
                  </a:lnTo>
                  <a:lnTo>
                    <a:pt x="15447" y="12897"/>
                  </a:lnTo>
                  <a:lnTo>
                    <a:pt x="16065" y="11391"/>
                  </a:lnTo>
                  <a:lnTo>
                    <a:pt x="16644" y="9885"/>
                  </a:lnTo>
                  <a:lnTo>
                    <a:pt x="17146" y="8341"/>
                  </a:lnTo>
                  <a:lnTo>
                    <a:pt x="17609" y="6796"/>
                  </a:lnTo>
                  <a:lnTo>
                    <a:pt x="17995" y="5213"/>
                  </a:lnTo>
                  <a:lnTo>
                    <a:pt x="18382" y="3630"/>
                  </a:lnTo>
                  <a:lnTo>
                    <a:pt x="18729" y="2047"/>
                  </a:lnTo>
                  <a:lnTo>
                    <a:pt x="19038" y="463"/>
                  </a:lnTo>
                  <a:lnTo>
                    <a:pt x="19038" y="386"/>
                  </a:lnTo>
                  <a:lnTo>
                    <a:pt x="18999" y="309"/>
                  </a:lnTo>
                  <a:lnTo>
                    <a:pt x="18999" y="232"/>
                  </a:lnTo>
                  <a:lnTo>
                    <a:pt x="18999" y="77"/>
                  </a:lnTo>
                  <a:lnTo>
                    <a:pt x="18961" y="39"/>
                  </a:lnTo>
                  <a:lnTo>
                    <a:pt x="1888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4" name="Google Shape;4954;p21"/>
            <p:cNvSpPr/>
            <p:nvPr/>
          </p:nvSpPr>
          <p:spPr>
            <a:xfrm>
              <a:off x="5947325" y="1038225"/>
              <a:ext cx="458575" cy="289650"/>
            </a:xfrm>
            <a:custGeom>
              <a:avLst/>
              <a:gdLst/>
              <a:ahLst/>
              <a:cxnLst/>
              <a:rect l="l" t="t" r="r" b="b"/>
              <a:pathLst>
                <a:path w="18343" h="11586" extrusionOk="0">
                  <a:moveTo>
                    <a:pt x="17068" y="387"/>
                  </a:moveTo>
                  <a:lnTo>
                    <a:pt x="17145" y="426"/>
                  </a:lnTo>
                  <a:lnTo>
                    <a:pt x="17223" y="503"/>
                  </a:lnTo>
                  <a:lnTo>
                    <a:pt x="17300" y="735"/>
                  </a:lnTo>
                  <a:lnTo>
                    <a:pt x="17377" y="928"/>
                  </a:lnTo>
                  <a:lnTo>
                    <a:pt x="17377" y="1121"/>
                  </a:lnTo>
                  <a:lnTo>
                    <a:pt x="17338" y="1314"/>
                  </a:lnTo>
                  <a:lnTo>
                    <a:pt x="17223" y="1546"/>
                  </a:lnTo>
                  <a:lnTo>
                    <a:pt x="16952" y="1893"/>
                  </a:lnTo>
                  <a:lnTo>
                    <a:pt x="16721" y="2125"/>
                  </a:lnTo>
                  <a:lnTo>
                    <a:pt x="16450" y="2356"/>
                  </a:lnTo>
                  <a:lnTo>
                    <a:pt x="16180" y="2550"/>
                  </a:lnTo>
                  <a:lnTo>
                    <a:pt x="15871" y="2665"/>
                  </a:lnTo>
                  <a:lnTo>
                    <a:pt x="15871" y="2086"/>
                  </a:lnTo>
                  <a:lnTo>
                    <a:pt x="15910" y="1777"/>
                  </a:lnTo>
                  <a:lnTo>
                    <a:pt x="15948" y="1468"/>
                  </a:lnTo>
                  <a:lnTo>
                    <a:pt x="16025" y="1198"/>
                  </a:lnTo>
                  <a:lnTo>
                    <a:pt x="16180" y="928"/>
                  </a:lnTo>
                  <a:lnTo>
                    <a:pt x="16334" y="696"/>
                  </a:lnTo>
                  <a:lnTo>
                    <a:pt x="16605" y="503"/>
                  </a:lnTo>
                  <a:lnTo>
                    <a:pt x="16836" y="426"/>
                  </a:lnTo>
                  <a:lnTo>
                    <a:pt x="16991" y="387"/>
                  </a:lnTo>
                  <a:close/>
                  <a:moveTo>
                    <a:pt x="14597" y="2974"/>
                  </a:moveTo>
                  <a:lnTo>
                    <a:pt x="14867" y="3013"/>
                  </a:lnTo>
                  <a:lnTo>
                    <a:pt x="15137" y="3090"/>
                  </a:lnTo>
                  <a:lnTo>
                    <a:pt x="15099" y="3206"/>
                  </a:lnTo>
                  <a:lnTo>
                    <a:pt x="14713" y="3515"/>
                  </a:lnTo>
                  <a:lnTo>
                    <a:pt x="14288" y="3747"/>
                  </a:lnTo>
                  <a:lnTo>
                    <a:pt x="14056" y="3862"/>
                  </a:lnTo>
                  <a:lnTo>
                    <a:pt x="13786" y="3940"/>
                  </a:lnTo>
                  <a:lnTo>
                    <a:pt x="13477" y="4017"/>
                  </a:lnTo>
                  <a:lnTo>
                    <a:pt x="13052" y="4017"/>
                  </a:lnTo>
                  <a:lnTo>
                    <a:pt x="12975" y="3940"/>
                  </a:lnTo>
                  <a:lnTo>
                    <a:pt x="12975" y="3862"/>
                  </a:lnTo>
                  <a:lnTo>
                    <a:pt x="12975" y="3708"/>
                  </a:lnTo>
                  <a:lnTo>
                    <a:pt x="13014" y="3476"/>
                  </a:lnTo>
                  <a:lnTo>
                    <a:pt x="13052" y="3360"/>
                  </a:lnTo>
                  <a:lnTo>
                    <a:pt x="13207" y="3245"/>
                  </a:lnTo>
                  <a:lnTo>
                    <a:pt x="13400" y="3167"/>
                  </a:lnTo>
                  <a:lnTo>
                    <a:pt x="13709" y="3052"/>
                  </a:lnTo>
                  <a:lnTo>
                    <a:pt x="14018" y="3013"/>
                  </a:lnTo>
                  <a:lnTo>
                    <a:pt x="14326" y="2974"/>
                  </a:lnTo>
                  <a:close/>
                  <a:moveTo>
                    <a:pt x="15678" y="3283"/>
                  </a:moveTo>
                  <a:lnTo>
                    <a:pt x="16334" y="3476"/>
                  </a:lnTo>
                  <a:lnTo>
                    <a:pt x="16643" y="3554"/>
                  </a:lnTo>
                  <a:lnTo>
                    <a:pt x="16991" y="3669"/>
                  </a:lnTo>
                  <a:lnTo>
                    <a:pt x="17261" y="3824"/>
                  </a:lnTo>
                  <a:lnTo>
                    <a:pt x="17531" y="4017"/>
                  </a:lnTo>
                  <a:lnTo>
                    <a:pt x="17725" y="4287"/>
                  </a:lnTo>
                  <a:lnTo>
                    <a:pt x="17802" y="4403"/>
                  </a:lnTo>
                  <a:lnTo>
                    <a:pt x="17879" y="4596"/>
                  </a:lnTo>
                  <a:lnTo>
                    <a:pt x="17918" y="4789"/>
                  </a:lnTo>
                  <a:lnTo>
                    <a:pt x="17879" y="4944"/>
                  </a:lnTo>
                  <a:lnTo>
                    <a:pt x="17802" y="5059"/>
                  </a:lnTo>
                  <a:lnTo>
                    <a:pt x="17647" y="5137"/>
                  </a:lnTo>
                  <a:lnTo>
                    <a:pt x="17493" y="5175"/>
                  </a:lnTo>
                  <a:lnTo>
                    <a:pt x="17338" y="5175"/>
                  </a:lnTo>
                  <a:lnTo>
                    <a:pt x="17145" y="5137"/>
                  </a:lnTo>
                  <a:lnTo>
                    <a:pt x="16991" y="5059"/>
                  </a:lnTo>
                  <a:lnTo>
                    <a:pt x="16643" y="4789"/>
                  </a:lnTo>
                  <a:lnTo>
                    <a:pt x="16373" y="4480"/>
                  </a:lnTo>
                  <a:lnTo>
                    <a:pt x="16180" y="4210"/>
                  </a:lnTo>
                  <a:lnTo>
                    <a:pt x="15987" y="3901"/>
                  </a:lnTo>
                  <a:lnTo>
                    <a:pt x="15832" y="3592"/>
                  </a:lnTo>
                  <a:lnTo>
                    <a:pt x="15678" y="3283"/>
                  </a:lnTo>
                  <a:close/>
                  <a:moveTo>
                    <a:pt x="4634" y="542"/>
                  </a:moveTo>
                  <a:lnTo>
                    <a:pt x="5252" y="580"/>
                  </a:lnTo>
                  <a:lnTo>
                    <a:pt x="5831" y="696"/>
                  </a:lnTo>
                  <a:lnTo>
                    <a:pt x="6410" y="850"/>
                  </a:lnTo>
                  <a:lnTo>
                    <a:pt x="6990" y="1121"/>
                  </a:lnTo>
                  <a:lnTo>
                    <a:pt x="7492" y="1430"/>
                  </a:lnTo>
                  <a:lnTo>
                    <a:pt x="7916" y="1739"/>
                  </a:lnTo>
                  <a:lnTo>
                    <a:pt x="8303" y="2086"/>
                  </a:lnTo>
                  <a:lnTo>
                    <a:pt x="8650" y="2472"/>
                  </a:lnTo>
                  <a:lnTo>
                    <a:pt x="8959" y="2858"/>
                  </a:lnTo>
                  <a:lnTo>
                    <a:pt x="9538" y="3669"/>
                  </a:lnTo>
                  <a:lnTo>
                    <a:pt x="10156" y="4480"/>
                  </a:lnTo>
                  <a:lnTo>
                    <a:pt x="10388" y="4828"/>
                  </a:lnTo>
                  <a:lnTo>
                    <a:pt x="10697" y="5137"/>
                  </a:lnTo>
                  <a:lnTo>
                    <a:pt x="11006" y="5446"/>
                  </a:lnTo>
                  <a:lnTo>
                    <a:pt x="11353" y="5677"/>
                  </a:lnTo>
                  <a:lnTo>
                    <a:pt x="11701" y="5870"/>
                  </a:lnTo>
                  <a:lnTo>
                    <a:pt x="12125" y="5986"/>
                  </a:lnTo>
                  <a:lnTo>
                    <a:pt x="12512" y="6025"/>
                  </a:lnTo>
                  <a:lnTo>
                    <a:pt x="12975" y="5986"/>
                  </a:lnTo>
                  <a:lnTo>
                    <a:pt x="13322" y="5870"/>
                  </a:lnTo>
                  <a:lnTo>
                    <a:pt x="13631" y="5755"/>
                  </a:lnTo>
                  <a:lnTo>
                    <a:pt x="13902" y="5600"/>
                  </a:lnTo>
                  <a:lnTo>
                    <a:pt x="14172" y="5407"/>
                  </a:lnTo>
                  <a:lnTo>
                    <a:pt x="14404" y="5214"/>
                  </a:lnTo>
                  <a:lnTo>
                    <a:pt x="14597" y="4982"/>
                  </a:lnTo>
                  <a:lnTo>
                    <a:pt x="14828" y="4712"/>
                  </a:lnTo>
                  <a:lnTo>
                    <a:pt x="14983" y="4442"/>
                  </a:lnTo>
                  <a:lnTo>
                    <a:pt x="14751" y="5253"/>
                  </a:lnTo>
                  <a:lnTo>
                    <a:pt x="14442" y="5986"/>
                  </a:lnTo>
                  <a:lnTo>
                    <a:pt x="14056" y="6720"/>
                  </a:lnTo>
                  <a:lnTo>
                    <a:pt x="13593" y="7415"/>
                  </a:lnTo>
                  <a:lnTo>
                    <a:pt x="13091" y="8071"/>
                  </a:lnTo>
                  <a:lnTo>
                    <a:pt x="12512" y="8651"/>
                  </a:lnTo>
                  <a:lnTo>
                    <a:pt x="11894" y="9191"/>
                  </a:lnTo>
                  <a:lnTo>
                    <a:pt x="11199" y="9693"/>
                  </a:lnTo>
                  <a:lnTo>
                    <a:pt x="10697" y="10002"/>
                  </a:lnTo>
                  <a:lnTo>
                    <a:pt x="10156" y="10272"/>
                  </a:lnTo>
                  <a:lnTo>
                    <a:pt x="9615" y="10466"/>
                  </a:lnTo>
                  <a:lnTo>
                    <a:pt x="9075" y="10659"/>
                  </a:lnTo>
                  <a:lnTo>
                    <a:pt x="8496" y="10774"/>
                  </a:lnTo>
                  <a:lnTo>
                    <a:pt x="7955" y="10890"/>
                  </a:lnTo>
                  <a:lnTo>
                    <a:pt x="7376" y="10929"/>
                  </a:lnTo>
                  <a:lnTo>
                    <a:pt x="6835" y="10929"/>
                  </a:lnTo>
                  <a:lnTo>
                    <a:pt x="6256" y="10890"/>
                  </a:lnTo>
                  <a:lnTo>
                    <a:pt x="5715" y="10774"/>
                  </a:lnTo>
                  <a:lnTo>
                    <a:pt x="5175" y="10620"/>
                  </a:lnTo>
                  <a:lnTo>
                    <a:pt x="4634" y="10466"/>
                  </a:lnTo>
                  <a:lnTo>
                    <a:pt x="4132" y="10195"/>
                  </a:lnTo>
                  <a:lnTo>
                    <a:pt x="3630" y="9925"/>
                  </a:lnTo>
                  <a:lnTo>
                    <a:pt x="3128" y="9577"/>
                  </a:lnTo>
                  <a:lnTo>
                    <a:pt x="2665" y="9191"/>
                  </a:lnTo>
                  <a:lnTo>
                    <a:pt x="2201" y="8767"/>
                  </a:lnTo>
                  <a:lnTo>
                    <a:pt x="1777" y="8303"/>
                  </a:lnTo>
                  <a:lnTo>
                    <a:pt x="1429" y="7801"/>
                  </a:lnTo>
                  <a:lnTo>
                    <a:pt x="1082" y="7261"/>
                  </a:lnTo>
                  <a:lnTo>
                    <a:pt x="811" y="6720"/>
                  </a:lnTo>
                  <a:lnTo>
                    <a:pt x="618" y="6141"/>
                  </a:lnTo>
                  <a:lnTo>
                    <a:pt x="464" y="5523"/>
                  </a:lnTo>
                  <a:lnTo>
                    <a:pt x="425" y="4905"/>
                  </a:lnTo>
                  <a:lnTo>
                    <a:pt x="464" y="4287"/>
                  </a:lnTo>
                  <a:lnTo>
                    <a:pt x="618" y="3708"/>
                  </a:lnTo>
                  <a:lnTo>
                    <a:pt x="811" y="3129"/>
                  </a:lnTo>
                  <a:lnTo>
                    <a:pt x="1120" y="2588"/>
                  </a:lnTo>
                  <a:lnTo>
                    <a:pt x="1468" y="2086"/>
                  </a:lnTo>
                  <a:lnTo>
                    <a:pt x="1892" y="1661"/>
                  </a:lnTo>
                  <a:lnTo>
                    <a:pt x="2356" y="1275"/>
                  </a:lnTo>
                  <a:lnTo>
                    <a:pt x="2896" y="1005"/>
                  </a:lnTo>
                  <a:lnTo>
                    <a:pt x="3476" y="773"/>
                  </a:lnTo>
                  <a:lnTo>
                    <a:pt x="4055" y="619"/>
                  </a:lnTo>
                  <a:lnTo>
                    <a:pt x="4634" y="542"/>
                  </a:lnTo>
                  <a:close/>
                  <a:moveTo>
                    <a:pt x="16875" y="1"/>
                  </a:moveTo>
                  <a:lnTo>
                    <a:pt x="16682" y="40"/>
                  </a:lnTo>
                  <a:lnTo>
                    <a:pt x="16450" y="155"/>
                  </a:lnTo>
                  <a:lnTo>
                    <a:pt x="16257" y="271"/>
                  </a:lnTo>
                  <a:lnTo>
                    <a:pt x="16103" y="426"/>
                  </a:lnTo>
                  <a:lnTo>
                    <a:pt x="15948" y="580"/>
                  </a:lnTo>
                  <a:lnTo>
                    <a:pt x="15832" y="773"/>
                  </a:lnTo>
                  <a:lnTo>
                    <a:pt x="15717" y="1005"/>
                  </a:lnTo>
                  <a:lnTo>
                    <a:pt x="15601" y="1237"/>
                  </a:lnTo>
                  <a:lnTo>
                    <a:pt x="15485" y="1739"/>
                  </a:lnTo>
                  <a:lnTo>
                    <a:pt x="15446" y="2279"/>
                  </a:lnTo>
                  <a:lnTo>
                    <a:pt x="15485" y="2820"/>
                  </a:lnTo>
                  <a:lnTo>
                    <a:pt x="15369" y="2820"/>
                  </a:lnTo>
                  <a:lnTo>
                    <a:pt x="15330" y="2858"/>
                  </a:lnTo>
                  <a:lnTo>
                    <a:pt x="14906" y="2743"/>
                  </a:lnTo>
                  <a:lnTo>
                    <a:pt x="14442" y="2665"/>
                  </a:lnTo>
                  <a:lnTo>
                    <a:pt x="13979" y="2665"/>
                  </a:lnTo>
                  <a:lnTo>
                    <a:pt x="13516" y="2743"/>
                  </a:lnTo>
                  <a:lnTo>
                    <a:pt x="13168" y="2858"/>
                  </a:lnTo>
                  <a:lnTo>
                    <a:pt x="12975" y="2974"/>
                  </a:lnTo>
                  <a:lnTo>
                    <a:pt x="12782" y="3090"/>
                  </a:lnTo>
                  <a:lnTo>
                    <a:pt x="12627" y="3206"/>
                  </a:lnTo>
                  <a:lnTo>
                    <a:pt x="12512" y="3360"/>
                  </a:lnTo>
                  <a:lnTo>
                    <a:pt x="12396" y="3554"/>
                  </a:lnTo>
                  <a:lnTo>
                    <a:pt x="12396" y="3747"/>
                  </a:lnTo>
                  <a:lnTo>
                    <a:pt x="12396" y="3940"/>
                  </a:lnTo>
                  <a:lnTo>
                    <a:pt x="12473" y="4094"/>
                  </a:lnTo>
                  <a:lnTo>
                    <a:pt x="12627" y="4210"/>
                  </a:lnTo>
                  <a:lnTo>
                    <a:pt x="12782" y="4287"/>
                  </a:lnTo>
                  <a:lnTo>
                    <a:pt x="12975" y="4364"/>
                  </a:lnTo>
                  <a:lnTo>
                    <a:pt x="13168" y="4403"/>
                  </a:lnTo>
                  <a:lnTo>
                    <a:pt x="13516" y="4364"/>
                  </a:lnTo>
                  <a:lnTo>
                    <a:pt x="13863" y="4326"/>
                  </a:lnTo>
                  <a:lnTo>
                    <a:pt x="14211" y="4210"/>
                  </a:lnTo>
                  <a:lnTo>
                    <a:pt x="14520" y="4017"/>
                  </a:lnTo>
                  <a:lnTo>
                    <a:pt x="14828" y="3824"/>
                  </a:lnTo>
                  <a:lnTo>
                    <a:pt x="14597" y="4287"/>
                  </a:lnTo>
                  <a:lnTo>
                    <a:pt x="14288" y="4673"/>
                  </a:lnTo>
                  <a:lnTo>
                    <a:pt x="14133" y="4866"/>
                  </a:lnTo>
                  <a:lnTo>
                    <a:pt x="13940" y="5021"/>
                  </a:lnTo>
                  <a:lnTo>
                    <a:pt x="13709" y="5175"/>
                  </a:lnTo>
                  <a:lnTo>
                    <a:pt x="13516" y="5291"/>
                  </a:lnTo>
                  <a:lnTo>
                    <a:pt x="13129" y="5446"/>
                  </a:lnTo>
                  <a:lnTo>
                    <a:pt x="12743" y="5523"/>
                  </a:lnTo>
                  <a:lnTo>
                    <a:pt x="12396" y="5523"/>
                  </a:lnTo>
                  <a:lnTo>
                    <a:pt x="12048" y="5446"/>
                  </a:lnTo>
                  <a:lnTo>
                    <a:pt x="11739" y="5330"/>
                  </a:lnTo>
                  <a:lnTo>
                    <a:pt x="11430" y="5137"/>
                  </a:lnTo>
                  <a:lnTo>
                    <a:pt x="11121" y="4905"/>
                  </a:lnTo>
                  <a:lnTo>
                    <a:pt x="10851" y="4635"/>
                  </a:lnTo>
                  <a:lnTo>
                    <a:pt x="10542" y="4210"/>
                  </a:lnTo>
                  <a:lnTo>
                    <a:pt x="10195" y="3785"/>
                  </a:lnTo>
                  <a:lnTo>
                    <a:pt x="9615" y="2936"/>
                  </a:lnTo>
                  <a:lnTo>
                    <a:pt x="9307" y="2511"/>
                  </a:lnTo>
                  <a:lnTo>
                    <a:pt x="8959" y="2086"/>
                  </a:lnTo>
                  <a:lnTo>
                    <a:pt x="8573" y="1700"/>
                  </a:lnTo>
                  <a:lnTo>
                    <a:pt x="8187" y="1352"/>
                  </a:lnTo>
                  <a:lnTo>
                    <a:pt x="7646" y="966"/>
                  </a:lnTo>
                  <a:lnTo>
                    <a:pt x="7105" y="657"/>
                  </a:lnTo>
                  <a:lnTo>
                    <a:pt x="6526" y="426"/>
                  </a:lnTo>
                  <a:lnTo>
                    <a:pt x="5947" y="271"/>
                  </a:lnTo>
                  <a:lnTo>
                    <a:pt x="5329" y="155"/>
                  </a:lnTo>
                  <a:lnTo>
                    <a:pt x="4750" y="117"/>
                  </a:lnTo>
                  <a:lnTo>
                    <a:pt x="4132" y="155"/>
                  </a:lnTo>
                  <a:lnTo>
                    <a:pt x="3553" y="271"/>
                  </a:lnTo>
                  <a:lnTo>
                    <a:pt x="3283" y="348"/>
                  </a:lnTo>
                  <a:lnTo>
                    <a:pt x="2935" y="464"/>
                  </a:lnTo>
                  <a:lnTo>
                    <a:pt x="2588" y="619"/>
                  </a:lnTo>
                  <a:lnTo>
                    <a:pt x="2279" y="812"/>
                  </a:lnTo>
                  <a:lnTo>
                    <a:pt x="1931" y="1005"/>
                  </a:lnTo>
                  <a:lnTo>
                    <a:pt x="1661" y="1275"/>
                  </a:lnTo>
                  <a:lnTo>
                    <a:pt x="1352" y="1546"/>
                  </a:lnTo>
                  <a:lnTo>
                    <a:pt x="1082" y="1854"/>
                  </a:lnTo>
                  <a:lnTo>
                    <a:pt x="850" y="2163"/>
                  </a:lnTo>
                  <a:lnTo>
                    <a:pt x="541" y="2665"/>
                  </a:lnTo>
                  <a:lnTo>
                    <a:pt x="309" y="3167"/>
                  </a:lnTo>
                  <a:lnTo>
                    <a:pt x="155" y="3669"/>
                  </a:lnTo>
                  <a:lnTo>
                    <a:pt x="78" y="4171"/>
                  </a:lnTo>
                  <a:lnTo>
                    <a:pt x="0" y="4712"/>
                  </a:lnTo>
                  <a:lnTo>
                    <a:pt x="39" y="5214"/>
                  </a:lnTo>
                  <a:lnTo>
                    <a:pt x="78" y="5716"/>
                  </a:lnTo>
                  <a:lnTo>
                    <a:pt x="193" y="6218"/>
                  </a:lnTo>
                  <a:lnTo>
                    <a:pt x="386" y="6720"/>
                  </a:lnTo>
                  <a:lnTo>
                    <a:pt x="580" y="7222"/>
                  </a:lnTo>
                  <a:lnTo>
                    <a:pt x="811" y="7685"/>
                  </a:lnTo>
                  <a:lnTo>
                    <a:pt x="1082" y="8110"/>
                  </a:lnTo>
                  <a:lnTo>
                    <a:pt x="1429" y="8573"/>
                  </a:lnTo>
                  <a:lnTo>
                    <a:pt x="1777" y="8960"/>
                  </a:lnTo>
                  <a:lnTo>
                    <a:pt x="2124" y="9384"/>
                  </a:lnTo>
                  <a:lnTo>
                    <a:pt x="2549" y="9732"/>
                  </a:lnTo>
                  <a:lnTo>
                    <a:pt x="3090" y="10157"/>
                  </a:lnTo>
                  <a:lnTo>
                    <a:pt x="3630" y="10504"/>
                  </a:lnTo>
                  <a:lnTo>
                    <a:pt x="4209" y="10774"/>
                  </a:lnTo>
                  <a:lnTo>
                    <a:pt x="4789" y="11045"/>
                  </a:lnTo>
                  <a:lnTo>
                    <a:pt x="5406" y="11199"/>
                  </a:lnTo>
                  <a:lnTo>
                    <a:pt x="6024" y="11354"/>
                  </a:lnTo>
                  <a:lnTo>
                    <a:pt x="6642" y="11392"/>
                  </a:lnTo>
                  <a:lnTo>
                    <a:pt x="7260" y="11431"/>
                  </a:lnTo>
                  <a:lnTo>
                    <a:pt x="7337" y="11585"/>
                  </a:lnTo>
                  <a:lnTo>
                    <a:pt x="7646" y="11392"/>
                  </a:lnTo>
                  <a:lnTo>
                    <a:pt x="8457" y="11315"/>
                  </a:lnTo>
                  <a:lnTo>
                    <a:pt x="9268" y="11122"/>
                  </a:lnTo>
                  <a:lnTo>
                    <a:pt x="10079" y="10813"/>
                  </a:lnTo>
                  <a:lnTo>
                    <a:pt x="10851" y="10466"/>
                  </a:lnTo>
                  <a:lnTo>
                    <a:pt x="11546" y="10041"/>
                  </a:lnTo>
                  <a:lnTo>
                    <a:pt x="12164" y="9577"/>
                  </a:lnTo>
                  <a:lnTo>
                    <a:pt x="12434" y="9384"/>
                  </a:lnTo>
                  <a:lnTo>
                    <a:pt x="13052" y="8805"/>
                  </a:lnTo>
                  <a:lnTo>
                    <a:pt x="13631" y="8187"/>
                  </a:lnTo>
                  <a:lnTo>
                    <a:pt x="14133" y="7492"/>
                  </a:lnTo>
                  <a:lnTo>
                    <a:pt x="14597" y="6797"/>
                  </a:lnTo>
                  <a:lnTo>
                    <a:pt x="14944" y="6025"/>
                  </a:lnTo>
                  <a:lnTo>
                    <a:pt x="15099" y="5639"/>
                  </a:lnTo>
                  <a:lnTo>
                    <a:pt x="15253" y="5214"/>
                  </a:lnTo>
                  <a:lnTo>
                    <a:pt x="15330" y="4828"/>
                  </a:lnTo>
                  <a:lnTo>
                    <a:pt x="15408" y="4403"/>
                  </a:lnTo>
                  <a:lnTo>
                    <a:pt x="15485" y="4017"/>
                  </a:lnTo>
                  <a:lnTo>
                    <a:pt x="15485" y="3592"/>
                  </a:lnTo>
                  <a:lnTo>
                    <a:pt x="15678" y="4056"/>
                  </a:lnTo>
                  <a:lnTo>
                    <a:pt x="15948" y="4480"/>
                  </a:lnTo>
                  <a:lnTo>
                    <a:pt x="16257" y="4866"/>
                  </a:lnTo>
                  <a:lnTo>
                    <a:pt x="16605" y="5214"/>
                  </a:lnTo>
                  <a:lnTo>
                    <a:pt x="16759" y="5368"/>
                  </a:lnTo>
                  <a:lnTo>
                    <a:pt x="16991" y="5484"/>
                  </a:lnTo>
                  <a:lnTo>
                    <a:pt x="17184" y="5561"/>
                  </a:lnTo>
                  <a:lnTo>
                    <a:pt x="17416" y="5639"/>
                  </a:lnTo>
                  <a:lnTo>
                    <a:pt x="17609" y="5677"/>
                  </a:lnTo>
                  <a:lnTo>
                    <a:pt x="17840" y="5639"/>
                  </a:lnTo>
                  <a:lnTo>
                    <a:pt x="18033" y="5523"/>
                  </a:lnTo>
                  <a:lnTo>
                    <a:pt x="18188" y="5330"/>
                  </a:lnTo>
                  <a:lnTo>
                    <a:pt x="18304" y="5137"/>
                  </a:lnTo>
                  <a:lnTo>
                    <a:pt x="18342" y="4944"/>
                  </a:lnTo>
                  <a:lnTo>
                    <a:pt x="18304" y="4712"/>
                  </a:lnTo>
                  <a:lnTo>
                    <a:pt x="18265" y="4519"/>
                  </a:lnTo>
                  <a:lnTo>
                    <a:pt x="18188" y="4287"/>
                  </a:lnTo>
                  <a:lnTo>
                    <a:pt x="18072" y="4133"/>
                  </a:lnTo>
                  <a:lnTo>
                    <a:pt x="17956" y="3940"/>
                  </a:lnTo>
                  <a:lnTo>
                    <a:pt x="17802" y="3785"/>
                  </a:lnTo>
                  <a:lnTo>
                    <a:pt x="17647" y="3631"/>
                  </a:lnTo>
                  <a:lnTo>
                    <a:pt x="17416" y="3476"/>
                  </a:lnTo>
                  <a:lnTo>
                    <a:pt x="16952" y="3245"/>
                  </a:lnTo>
                  <a:lnTo>
                    <a:pt x="16489" y="3052"/>
                  </a:lnTo>
                  <a:lnTo>
                    <a:pt x="15987" y="2936"/>
                  </a:lnTo>
                  <a:lnTo>
                    <a:pt x="16412" y="2781"/>
                  </a:lnTo>
                  <a:lnTo>
                    <a:pt x="16836" y="2511"/>
                  </a:lnTo>
                  <a:lnTo>
                    <a:pt x="17184" y="2202"/>
                  </a:lnTo>
                  <a:lnTo>
                    <a:pt x="17493" y="1816"/>
                  </a:lnTo>
                  <a:lnTo>
                    <a:pt x="17609" y="1584"/>
                  </a:lnTo>
                  <a:lnTo>
                    <a:pt x="17725" y="1352"/>
                  </a:lnTo>
                  <a:lnTo>
                    <a:pt x="17763" y="1082"/>
                  </a:lnTo>
                  <a:lnTo>
                    <a:pt x="17802" y="850"/>
                  </a:lnTo>
                  <a:lnTo>
                    <a:pt x="17802" y="580"/>
                  </a:lnTo>
                  <a:lnTo>
                    <a:pt x="17725" y="387"/>
                  </a:lnTo>
                  <a:lnTo>
                    <a:pt x="17570" y="194"/>
                  </a:lnTo>
                  <a:lnTo>
                    <a:pt x="17454" y="117"/>
                  </a:lnTo>
                  <a:lnTo>
                    <a:pt x="17338" y="40"/>
                  </a:lnTo>
                  <a:lnTo>
                    <a:pt x="171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5" name="Google Shape;4955;p21"/>
            <p:cNvSpPr/>
            <p:nvPr/>
          </p:nvSpPr>
          <p:spPr>
            <a:xfrm>
              <a:off x="5978200" y="1074925"/>
              <a:ext cx="144850" cy="162200"/>
            </a:xfrm>
            <a:custGeom>
              <a:avLst/>
              <a:gdLst/>
              <a:ahLst/>
              <a:cxnLst/>
              <a:rect l="l" t="t" r="r" b="b"/>
              <a:pathLst>
                <a:path w="5794" h="6488" extrusionOk="0">
                  <a:moveTo>
                    <a:pt x="2241" y="425"/>
                  </a:moveTo>
                  <a:lnTo>
                    <a:pt x="2781" y="464"/>
                  </a:lnTo>
                  <a:lnTo>
                    <a:pt x="3283" y="580"/>
                  </a:lnTo>
                  <a:lnTo>
                    <a:pt x="3747" y="734"/>
                  </a:lnTo>
                  <a:lnTo>
                    <a:pt x="4171" y="1004"/>
                  </a:lnTo>
                  <a:lnTo>
                    <a:pt x="4558" y="1313"/>
                  </a:lnTo>
                  <a:lnTo>
                    <a:pt x="4751" y="1506"/>
                  </a:lnTo>
                  <a:lnTo>
                    <a:pt x="4905" y="1738"/>
                  </a:lnTo>
                  <a:lnTo>
                    <a:pt x="5021" y="1931"/>
                  </a:lnTo>
                  <a:lnTo>
                    <a:pt x="5137" y="2163"/>
                  </a:lnTo>
                  <a:lnTo>
                    <a:pt x="5214" y="2433"/>
                  </a:lnTo>
                  <a:lnTo>
                    <a:pt x="5291" y="2703"/>
                  </a:lnTo>
                  <a:lnTo>
                    <a:pt x="5330" y="3167"/>
                  </a:lnTo>
                  <a:lnTo>
                    <a:pt x="5330" y="3630"/>
                  </a:lnTo>
                  <a:lnTo>
                    <a:pt x="5214" y="4132"/>
                  </a:lnTo>
                  <a:lnTo>
                    <a:pt x="5021" y="4557"/>
                  </a:lnTo>
                  <a:lnTo>
                    <a:pt x="4789" y="4982"/>
                  </a:lnTo>
                  <a:lnTo>
                    <a:pt x="4480" y="5329"/>
                  </a:lnTo>
                  <a:lnTo>
                    <a:pt x="4287" y="5484"/>
                  </a:lnTo>
                  <a:lnTo>
                    <a:pt x="4094" y="5638"/>
                  </a:lnTo>
                  <a:lnTo>
                    <a:pt x="3901" y="5754"/>
                  </a:lnTo>
                  <a:lnTo>
                    <a:pt x="3669" y="5831"/>
                  </a:lnTo>
                  <a:lnTo>
                    <a:pt x="3360" y="5947"/>
                  </a:lnTo>
                  <a:lnTo>
                    <a:pt x="3090" y="5986"/>
                  </a:lnTo>
                  <a:lnTo>
                    <a:pt x="2820" y="6024"/>
                  </a:lnTo>
                  <a:lnTo>
                    <a:pt x="2550" y="5986"/>
                  </a:lnTo>
                  <a:lnTo>
                    <a:pt x="2279" y="5947"/>
                  </a:lnTo>
                  <a:lnTo>
                    <a:pt x="2048" y="5870"/>
                  </a:lnTo>
                  <a:lnTo>
                    <a:pt x="1855" y="5754"/>
                  </a:lnTo>
                  <a:lnTo>
                    <a:pt x="1623" y="5638"/>
                  </a:lnTo>
                  <a:lnTo>
                    <a:pt x="1430" y="5484"/>
                  </a:lnTo>
                  <a:lnTo>
                    <a:pt x="1275" y="5291"/>
                  </a:lnTo>
                  <a:lnTo>
                    <a:pt x="1082" y="5097"/>
                  </a:lnTo>
                  <a:lnTo>
                    <a:pt x="966" y="4904"/>
                  </a:lnTo>
                  <a:lnTo>
                    <a:pt x="696" y="4441"/>
                  </a:lnTo>
                  <a:lnTo>
                    <a:pt x="542" y="3900"/>
                  </a:lnTo>
                  <a:lnTo>
                    <a:pt x="426" y="3398"/>
                  </a:lnTo>
                  <a:lnTo>
                    <a:pt x="426" y="2858"/>
                  </a:lnTo>
                  <a:lnTo>
                    <a:pt x="503" y="2317"/>
                  </a:lnTo>
                  <a:lnTo>
                    <a:pt x="542" y="2047"/>
                  </a:lnTo>
                  <a:lnTo>
                    <a:pt x="657" y="1815"/>
                  </a:lnTo>
                  <a:lnTo>
                    <a:pt x="735" y="1584"/>
                  </a:lnTo>
                  <a:lnTo>
                    <a:pt x="889" y="1352"/>
                  </a:lnTo>
                  <a:lnTo>
                    <a:pt x="1044" y="1159"/>
                  </a:lnTo>
                  <a:lnTo>
                    <a:pt x="1237" y="1004"/>
                  </a:lnTo>
                  <a:lnTo>
                    <a:pt x="1430" y="811"/>
                  </a:lnTo>
                  <a:lnTo>
                    <a:pt x="1661" y="695"/>
                  </a:lnTo>
                  <a:lnTo>
                    <a:pt x="1893" y="580"/>
                  </a:lnTo>
                  <a:lnTo>
                    <a:pt x="2202" y="502"/>
                  </a:lnTo>
                  <a:lnTo>
                    <a:pt x="2241" y="464"/>
                  </a:lnTo>
                  <a:lnTo>
                    <a:pt x="2241" y="425"/>
                  </a:lnTo>
                  <a:close/>
                  <a:moveTo>
                    <a:pt x="2279" y="0"/>
                  </a:moveTo>
                  <a:lnTo>
                    <a:pt x="1970" y="39"/>
                  </a:lnTo>
                  <a:lnTo>
                    <a:pt x="1893" y="78"/>
                  </a:lnTo>
                  <a:lnTo>
                    <a:pt x="1816" y="116"/>
                  </a:lnTo>
                  <a:lnTo>
                    <a:pt x="1816" y="193"/>
                  </a:lnTo>
                  <a:lnTo>
                    <a:pt x="1816" y="271"/>
                  </a:lnTo>
                  <a:lnTo>
                    <a:pt x="1507" y="348"/>
                  </a:lnTo>
                  <a:lnTo>
                    <a:pt x="1275" y="464"/>
                  </a:lnTo>
                  <a:lnTo>
                    <a:pt x="1044" y="618"/>
                  </a:lnTo>
                  <a:lnTo>
                    <a:pt x="812" y="773"/>
                  </a:lnTo>
                  <a:lnTo>
                    <a:pt x="619" y="966"/>
                  </a:lnTo>
                  <a:lnTo>
                    <a:pt x="464" y="1197"/>
                  </a:lnTo>
                  <a:lnTo>
                    <a:pt x="349" y="1429"/>
                  </a:lnTo>
                  <a:lnTo>
                    <a:pt x="233" y="1661"/>
                  </a:lnTo>
                  <a:lnTo>
                    <a:pt x="117" y="1931"/>
                  </a:lnTo>
                  <a:lnTo>
                    <a:pt x="78" y="2201"/>
                  </a:lnTo>
                  <a:lnTo>
                    <a:pt x="1" y="2781"/>
                  </a:lnTo>
                  <a:lnTo>
                    <a:pt x="1" y="3360"/>
                  </a:lnTo>
                  <a:lnTo>
                    <a:pt x="78" y="3900"/>
                  </a:lnTo>
                  <a:lnTo>
                    <a:pt x="271" y="4518"/>
                  </a:lnTo>
                  <a:lnTo>
                    <a:pt x="387" y="4827"/>
                  </a:lnTo>
                  <a:lnTo>
                    <a:pt x="542" y="5097"/>
                  </a:lnTo>
                  <a:lnTo>
                    <a:pt x="696" y="5329"/>
                  </a:lnTo>
                  <a:lnTo>
                    <a:pt x="851" y="5561"/>
                  </a:lnTo>
                  <a:lnTo>
                    <a:pt x="1082" y="5793"/>
                  </a:lnTo>
                  <a:lnTo>
                    <a:pt x="1275" y="5986"/>
                  </a:lnTo>
                  <a:lnTo>
                    <a:pt x="1507" y="6140"/>
                  </a:lnTo>
                  <a:lnTo>
                    <a:pt x="1739" y="6256"/>
                  </a:lnTo>
                  <a:lnTo>
                    <a:pt x="2009" y="6372"/>
                  </a:lnTo>
                  <a:lnTo>
                    <a:pt x="2279" y="6449"/>
                  </a:lnTo>
                  <a:lnTo>
                    <a:pt x="2588" y="6488"/>
                  </a:lnTo>
                  <a:lnTo>
                    <a:pt x="2897" y="6488"/>
                  </a:lnTo>
                  <a:lnTo>
                    <a:pt x="3206" y="6449"/>
                  </a:lnTo>
                  <a:lnTo>
                    <a:pt x="3554" y="6372"/>
                  </a:lnTo>
                  <a:lnTo>
                    <a:pt x="3862" y="6256"/>
                  </a:lnTo>
                  <a:lnTo>
                    <a:pt x="4133" y="6140"/>
                  </a:lnTo>
                  <a:lnTo>
                    <a:pt x="4403" y="5986"/>
                  </a:lnTo>
                  <a:lnTo>
                    <a:pt x="4635" y="5793"/>
                  </a:lnTo>
                  <a:lnTo>
                    <a:pt x="4866" y="5599"/>
                  </a:lnTo>
                  <a:lnTo>
                    <a:pt x="5060" y="5368"/>
                  </a:lnTo>
                  <a:lnTo>
                    <a:pt x="5214" y="5136"/>
                  </a:lnTo>
                  <a:lnTo>
                    <a:pt x="5368" y="4866"/>
                  </a:lnTo>
                  <a:lnTo>
                    <a:pt x="5523" y="4634"/>
                  </a:lnTo>
                  <a:lnTo>
                    <a:pt x="5639" y="4325"/>
                  </a:lnTo>
                  <a:lnTo>
                    <a:pt x="5716" y="4055"/>
                  </a:lnTo>
                  <a:lnTo>
                    <a:pt x="5755" y="3746"/>
                  </a:lnTo>
                  <a:lnTo>
                    <a:pt x="5793" y="3437"/>
                  </a:lnTo>
                  <a:lnTo>
                    <a:pt x="5793" y="3128"/>
                  </a:lnTo>
                  <a:lnTo>
                    <a:pt x="5793" y="2858"/>
                  </a:lnTo>
                  <a:lnTo>
                    <a:pt x="5716" y="2549"/>
                  </a:lnTo>
                  <a:lnTo>
                    <a:pt x="5639" y="2240"/>
                  </a:lnTo>
                  <a:lnTo>
                    <a:pt x="5523" y="1931"/>
                  </a:lnTo>
                  <a:lnTo>
                    <a:pt x="5368" y="1661"/>
                  </a:lnTo>
                  <a:lnTo>
                    <a:pt x="5214" y="1390"/>
                  </a:lnTo>
                  <a:lnTo>
                    <a:pt x="5021" y="1159"/>
                  </a:lnTo>
                  <a:lnTo>
                    <a:pt x="4828" y="927"/>
                  </a:lnTo>
                  <a:lnTo>
                    <a:pt x="4596" y="734"/>
                  </a:lnTo>
                  <a:lnTo>
                    <a:pt x="4326" y="541"/>
                  </a:lnTo>
                  <a:lnTo>
                    <a:pt x="4094" y="386"/>
                  </a:lnTo>
                  <a:lnTo>
                    <a:pt x="3824" y="271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6" name="Google Shape;4956;p21"/>
            <p:cNvSpPr/>
            <p:nvPr/>
          </p:nvSpPr>
          <p:spPr>
            <a:xfrm>
              <a:off x="5341075" y="1099050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0" y="78"/>
                  </a:lnTo>
                  <a:lnTo>
                    <a:pt x="2510" y="194"/>
                  </a:lnTo>
                  <a:lnTo>
                    <a:pt x="2240" y="310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0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0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9" y="4866"/>
                  </a:lnTo>
                  <a:lnTo>
                    <a:pt x="888" y="4828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7" y="3167"/>
                  </a:lnTo>
                  <a:lnTo>
                    <a:pt x="772" y="2742"/>
                  </a:lnTo>
                  <a:lnTo>
                    <a:pt x="966" y="2318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80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7" name="Google Shape;4957;p21"/>
            <p:cNvSpPr/>
            <p:nvPr/>
          </p:nvSpPr>
          <p:spPr>
            <a:xfrm>
              <a:off x="695700" y="1106775"/>
              <a:ext cx="102350" cy="132275"/>
            </a:xfrm>
            <a:custGeom>
              <a:avLst/>
              <a:gdLst/>
              <a:ahLst/>
              <a:cxnLst/>
              <a:rect l="l" t="t" r="r" b="b"/>
              <a:pathLst>
                <a:path w="4094" h="5291" extrusionOk="0">
                  <a:moveTo>
                    <a:pt x="2279" y="1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4" y="1893"/>
                  </a:lnTo>
                  <a:lnTo>
                    <a:pt x="116" y="2279"/>
                  </a:lnTo>
                  <a:lnTo>
                    <a:pt x="39" y="2665"/>
                  </a:lnTo>
                  <a:lnTo>
                    <a:pt x="0" y="3051"/>
                  </a:lnTo>
                  <a:lnTo>
                    <a:pt x="0" y="3823"/>
                  </a:lnTo>
                  <a:lnTo>
                    <a:pt x="0" y="5291"/>
                  </a:lnTo>
                  <a:lnTo>
                    <a:pt x="425" y="5291"/>
                  </a:lnTo>
                  <a:lnTo>
                    <a:pt x="464" y="4750"/>
                  </a:lnTo>
                  <a:lnTo>
                    <a:pt x="464" y="4210"/>
                  </a:lnTo>
                  <a:lnTo>
                    <a:pt x="464" y="3630"/>
                  </a:lnTo>
                  <a:lnTo>
                    <a:pt x="464" y="3090"/>
                  </a:lnTo>
                  <a:lnTo>
                    <a:pt x="541" y="2549"/>
                  </a:lnTo>
                  <a:lnTo>
                    <a:pt x="657" y="2047"/>
                  </a:lnTo>
                  <a:lnTo>
                    <a:pt x="773" y="1816"/>
                  </a:lnTo>
                  <a:lnTo>
                    <a:pt x="889" y="1545"/>
                  </a:lnTo>
                  <a:lnTo>
                    <a:pt x="1043" y="1352"/>
                  </a:lnTo>
                  <a:lnTo>
                    <a:pt x="1198" y="1120"/>
                  </a:lnTo>
                  <a:lnTo>
                    <a:pt x="1391" y="927"/>
                  </a:lnTo>
                  <a:lnTo>
                    <a:pt x="1622" y="773"/>
                  </a:lnTo>
                  <a:lnTo>
                    <a:pt x="1854" y="657"/>
                  </a:lnTo>
                  <a:lnTo>
                    <a:pt x="2124" y="580"/>
                  </a:lnTo>
                  <a:lnTo>
                    <a:pt x="2433" y="541"/>
                  </a:lnTo>
                  <a:lnTo>
                    <a:pt x="2703" y="541"/>
                  </a:lnTo>
                  <a:lnTo>
                    <a:pt x="2974" y="618"/>
                  </a:lnTo>
                  <a:lnTo>
                    <a:pt x="3205" y="773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2" y="1391"/>
                  </a:lnTo>
                  <a:lnTo>
                    <a:pt x="3669" y="1661"/>
                  </a:lnTo>
                  <a:lnTo>
                    <a:pt x="4094" y="1545"/>
                  </a:lnTo>
                  <a:lnTo>
                    <a:pt x="3978" y="1159"/>
                  </a:lnTo>
                  <a:lnTo>
                    <a:pt x="3823" y="812"/>
                  </a:lnTo>
                  <a:lnTo>
                    <a:pt x="3630" y="503"/>
                  </a:lnTo>
                  <a:lnTo>
                    <a:pt x="3399" y="271"/>
                  </a:lnTo>
                  <a:lnTo>
                    <a:pt x="3244" y="194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8" name="Google Shape;4958;p21"/>
            <p:cNvSpPr/>
            <p:nvPr/>
          </p:nvSpPr>
          <p:spPr>
            <a:xfrm>
              <a:off x="560550" y="1107750"/>
              <a:ext cx="437325" cy="302175"/>
            </a:xfrm>
            <a:custGeom>
              <a:avLst/>
              <a:gdLst/>
              <a:ahLst/>
              <a:cxnLst/>
              <a:rect l="l" t="t" r="r" b="b"/>
              <a:pathLst>
                <a:path w="17493" h="12087" extrusionOk="0">
                  <a:moveTo>
                    <a:pt x="11971" y="502"/>
                  </a:moveTo>
                  <a:lnTo>
                    <a:pt x="12087" y="541"/>
                  </a:lnTo>
                  <a:lnTo>
                    <a:pt x="12203" y="579"/>
                  </a:lnTo>
                  <a:lnTo>
                    <a:pt x="12280" y="657"/>
                  </a:lnTo>
                  <a:lnTo>
                    <a:pt x="12627" y="888"/>
                  </a:lnTo>
                  <a:lnTo>
                    <a:pt x="12898" y="1159"/>
                  </a:lnTo>
                  <a:lnTo>
                    <a:pt x="13129" y="1506"/>
                  </a:lnTo>
                  <a:lnTo>
                    <a:pt x="13322" y="1854"/>
                  </a:lnTo>
                  <a:lnTo>
                    <a:pt x="13477" y="2278"/>
                  </a:lnTo>
                  <a:lnTo>
                    <a:pt x="13593" y="2665"/>
                  </a:lnTo>
                  <a:lnTo>
                    <a:pt x="13824" y="3437"/>
                  </a:lnTo>
                  <a:lnTo>
                    <a:pt x="13824" y="3437"/>
                  </a:lnTo>
                  <a:lnTo>
                    <a:pt x="13091" y="3012"/>
                  </a:lnTo>
                  <a:lnTo>
                    <a:pt x="12705" y="2780"/>
                  </a:lnTo>
                  <a:lnTo>
                    <a:pt x="12357" y="2510"/>
                  </a:lnTo>
                  <a:lnTo>
                    <a:pt x="12010" y="2124"/>
                  </a:lnTo>
                  <a:lnTo>
                    <a:pt x="11817" y="1931"/>
                  </a:lnTo>
                  <a:lnTo>
                    <a:pt x="11662" y="1738"/>
                  </a:lnTo>
                  <a:lnTo>
                    <a:pt x="11508" y="1429"/>
                  </a:lnTo>
                  <a:lnTo>
                    <a:pt x="11430" y="1081"/>
                  </a:lnTo>
                  <a:lnTo>
                    <a:pt x="11662" y="734"/>
                  </a:lnTo>
                  <a:lnTo>
                    <a:pt x="11739" y="618"/>
                  </a:lnTo>
                  <a:lnTo>
                    <a:pt x="11855" y="541"/>
                  </a:lnTo>
                  <a:lnTo>
                    <a:pt x="11971" y="502"/>
                  </a:lnTo>
                  <a:close/>
                  <a:moveTo>
                    <a:pt x="16296" y="1622"/>
                  </a:moveTo>
                  <a:lnTo>
                    <a:pt x="16412" y="1661"/>
                  </a:lnTo>
                  <a:lnTo>
                    <a:pt x="16489" y="1738"/>
                  </a:lnTo>
                  <a:lnTo>
                    <a:pt x="16566" y="1854"/>
                  </a:lnTo>
                  <a:lnTo>
                    <a:pt x="16605" y="1970"/>
                  </a:lnTo>
                  <a:lnTo>
                    <a:pt x="16643" y="2163"/>
                  </a:lnTo>
                  <a:lnTo>
                    <a:pt x="16643" y="2356"/>
                  </a:lnTo>
                  <a:lnTo>
                    <a:pt x="16605" y="2510"/>
                  </a:lnTo>
                  <a:lnTo>
                    <a:pt x="16528" y="2665"/>
                  </a:lnTo>
                  <a:lnTo>
                    <a:pt x="16412" y="2819"/>
                  </a:lnTo>
                  <a:lnTo>
                    <a:pt x="16296" y="2974"/>
                  </a:lnTo>
                  <a:lnTo>
                    <a:pt x="15948" y="3205"/>
                  </a:lnTo>
                  <a:lnTo>
                    <a:pt x="15524" y="3398"/>
                  </a:lnTo>
                  <a:lnTo>
                    <a:pt x="15137" y="3553"/>
                  </a:lnTo>
                  <a:lnTo>
                    <a:pt x="14713" y="3669"/>
                  </a:lnTo>
                  <a:lnTo>
                    <a:pt x="14365" y="3746"/>
                  </a:lnTo>
                  <a:lnTo>
                    <a:pt x="14481" y="3360"/>
                  </a:lnTo>
                  <a:lnTo>
                    <a:pt x="14635" y="2974"/>
                  </a:lnTo>
                  <a:lnTo>
                    <a:pt x="14828" y="2626"/>
                  </a:lnTo>
                  <a:lnTo>
                    <a:pt x="15060" y="2278"/>
                  </a:lnTo>
                  <a:lnTo>
                    <a:pt x="15408" y="1970"/>
                  </a:lnTo>
                  <a:lnTo>
                    <a:pt x="15639" y="1815"/>
                  </a:lnTo>
                  <a:lnTo>
                    <a:pt x="15871" y="1699"/>
                  </a:lnTo>
                  <a:lnTo>
                    <a:pt x="16103" y="1622"/>
                  </a:lnTo>
                  <a:close/>
                  <a:moveTo>
                    <a:pt x="13824" y="4286"/>
                  </a:moveTo>
                  <a:lnTo>
                    <a:pt x="13670" y="4557"/>
                  </a:lnTo>
                  <a:lnTo>
                    <a:pt x="13477" y="4788"/>
                  </a:lnTo>
                  <a:lnTo>
                    <a:pt x="13245" y="5020"/>
                  </a:lnTo>
                  <a:lnTo>
                    <a:pt x="13014" y="5252"/>
                  </a:lnTo>
                  <a:lnTo>
                    <a:pt x="12666" y="5484"/>
                  </a:lnTo>
                  <a:lnTo>
                    <a:pt x="12125" y="5792"/>
                  </a:lnTo>
                  <a:lnTo>
                    <a:pt x="11855" y="5908"/>
                  </a:lnTo>
                  <a:lnTo>
                    <a:pt x="11623" y="5986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4" y="5870"/>
                  </a:lnTo>
                  <a:lnTo>
                    <a:pt x="10967" y="5792"/>
                  </a:lnTo>
                  <a:lnTo>
                    <a:pt x="10928" y="5715"/>
                  </a:lnTo>
                  <a:lnTo>
                    <a:pt x="10890" y="5638"/>
                  </a:lnTo>
                  <a:lnTo>
                    <a:pt x="10890" y="5445"/>
                  </a:lnTo>
                  <a:lnTo>
                    <a:pt x="10967" y="5290"/>
                  </a:lnTo>
                  <a:lnTo>
                    <a:pt x="11121" y="5097"/>
                  </a:lnTo>
                  <a:lnTo>
                    <a:pt x="11276" y="4943"/>
                  </a:lnTo>
                  <a:lnTo>
                    <a:pt x="11546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7" y="4480"/>
                  </a:lnTo>
                  <a:lnTo>
                    <a:pt x="13245" y="4402"/>
                  </a:lnTo>
                  <a:lnTo>
                    <a:pt x="13554" y="4364"/>
                  </a:lnTo>
                  <a:lnTo>
                    <a:pt x="13824" y="4286"/>
                  </a:lnTo>
                  <a:close/>
                  <a:moveTo>
                    <a:pt x="14404" y="4248"/>
                  </a:moveTo>
                  <a:lnTo>
                    <a:pt x="15060" y="4595"/>
                  </a:lnTo>
                  <a:lnTo>
                    <a:pt x="15408" y="4788"/>
                  </a:lnTo>
                  <a:lnTo>
                    <a:pt x="15717" y="4982"/>
                  </a:lnTo>
                  <a:lnTo>
                    <a:pt x="15910" y="5136"/>
                  </a:lnTo>
                  <a:lnTo>
                    <a:pt x="16141" y="5368"/>
                  </a:lnTo>
                  <a:lnTo>
                    <a:pt x="16412" y="5677"/>
                  </a:lnTo>
                  <a:lnTo>
                    <a:pt x="16643" y="6024"/>
                  </a:lnTo>
                  <a:lnTo>
                    <a:pt x="16875" y="6333"/>
                  </a:lnTo>
                  <a:lnTo>
                    <a:pt x="16991" y="6681"/>
                  </a:lnTo>
                  <a:lnTo>
                    <a:pt x="16991" y="6835"/>
                  </a:lnTo>
                  <a:lnTo>
                    <a:pt x="16991" y="6990"/>
                  </a:lnTo>
                  <a:lnTo>
                    <a:pt x="16952" y="7105"/>
                  </a:lnTo>
                  <a:lnTo>
                    <a:pt x="16836" y="7221"/>
                  </a:lnTo>
                  <a:lnTo>
                    <a:pt x="16759" y="7298"/>
                  </a:lnTo>
                  <a:lnTo>
                    <a:pt x="16643" y="7337"/>
                  </a:lnTo>
                  <a:lnTo>
                    <a:pt x="16373" y="7337"/>
                  </a:lnTo>
                  <a:lnTo>
                    <a:pt x="16141" y="7221"/>
                  </a:lnTo>
                  <a:lnTo>
                    <a:pt x="15871" y="7028"/>
                  </a:lnTo>
                  <a:lnTo>
                    <a:pt x="15601" y="6835"/>
                  </a:lnTo>
                  <a:lnTo>
                    <a:pt x="15369" y="6565"/>
                  </a:lnTo>
                  <a:lnTo>
                    <a:pt x="15060" y="6179"/>
                  </a:lnTo>
                  <a:lnTo>
                    <a:pt x="14828" y="5715"/>
                  </a:lnTo>
                  <a:lnTo>
                    <a:pt x="14635" y="5252"/>
                  </a:lnTo>
                  <a:lnTo>
                    <a:pt x="14520" y="4750"/>
                  </a:lnTo>
                  <a:lnTo>
                    <a:pt x="14404" y="4248"/>
                  </a:lnTo>
                  <a:close/>
                  <a:moveTo>
                    <a:pt x="11855" y="0"/>
                  </a:moveTo>
                  <a:lnTo>
                    <a:pt x="11585" y="77"/>
                  </a:lnTo>
                  <a:lnTo>
                    <a:pt x="11469" y="116"/>
                  </a:lnTo>
                  <a:lnTo>
                    <a:pt x="11353" y="232"/>
                  </a:lnTo>
                  <a:lnTo>
                    <a:pt x="11160" y="425"/>
                  </a:lnTo>
                  <a:lnTo>
                    <a:pt x="11006" y="618"/>
                  </a:lnTo>
                  <a:lnTo>
                    <a:pt x="10928" y="811"/>
                  </a:lnTo>
                  <a:lnTo>
                    <a:pt x="10928" y="1043"/>
                  </a:lnTo>
                  <a:lnTo>
                    <a:pt x="10928" y="1236"/>
                  </a:lnTo>
                  <a:lnTo>
                    <a:pt x="10967" y="1468"/>
                  </a:lnTo>
                  <a:lnTo>
                    <a:pt x="11083" y="1699"/>
                  </a:lnTo>
                  <a:lnTo>
                    <a:pt x="11199" y="1892"/>
                  </a:lnTo>
                  <a:lnTo>
                    <a:pt x="11546" y="2317"/>
                  </a:lnTo>
                  <a:lnTo>
                    <a:pt x="11932" y="2742"/>
                  </a:lnTo>
                  <a:lnTo>
                    <a:pt x="12396" y="3089"/>
                  </a:lnTo>
                  <a:lnTo>
                    <a:pt x="12859" y="3437"/>
                  </a:lnTo>
                  <a:lnTo>
                    <a:pt x="12048" y="3321"/>
                  </a:lnTo>
                  <a:lnTo>
                    <a:pt x="11199" y="3282"/>
                  </a:lnTo>
                  <a:lnTo>
                    <a:pt x="10388" y="3360"/>
                  </a:lnTo>
                  <a:lnTo>
                    <a:pt x="9615" y="3476"/>
                  </a:lnTo>
                  <a:lnTo>
                    <a:pt x="9654" y="3012"/>
                  </a:lnTo>
                  <a:lnTo>
                    <a:pt x="9654" y="2510"/>
                  </a:lnTo>
                  <a:lnTo>
                    <a:pt x="9615" y="2008"/>
                  </a:lnTo>
                  <a:lnTo>
                    <a:pt x="9500" y="1506"/>
                  </a:lnTo>
                  <a:lnTo>
                    <a:pt x="9075" y="1622"/>
                  </a:lnTo>
                  <a:lnTo>
                    <a:pt x="9152" y="2085"/>
                  </a:lnTo>
                  <a:lnTo>
                    <a:pt x="9152" y="2587"/>
                  </a:lnTo>
                  <a:lnTo>
                    <a:pt x="9113" y="3089"/>
                  </a:lnTo>
                  <a:lnTo>
                    <a:pt x="9075" y="3514"/>
                  </a:lnTo>
                  <a:lnTo>
                    <a:pt x="9075" y="3630"/>
                  </a:lnTo>
                  <a:lnTo>
                    <a:pt x="8225" y="3900"/>
                  </a:lnTo>
                  <a:lnTo>
                    <a:pt x="7414" y="4286"/>
                  </a:lnTo>
                  <a:lnTo>
                    <a:pt x="6604" y="4711"/>
                  </a:lnTo>
                  <a:lnTo>
                    <a:pt x="5831" y="5252"/>
                  </a:lnTo>
                  <a:lnTo>
                    <a:pt x="5406" y="5252"/>
                  </a:lnTo>
                  <a:lnTo>
                    <a:pt x="5406" y="5561"/>
                  </a:lnTo>
                  <a:lnTo>
                    <a:pt x="4596" y="6217"/>
                  </a:lnTo>
                  <a:lnTo>
                    <a:pt x="3823" y="6951"/>
                  </a:lnTo>
                  <a:lnTo>
                    <a:pt x="3090" y="7685"/>
                  </a:lnTo>
                  <a:lnTo>
                    <a:pt x="2394" y="8495"/>
                  </a:lnTo>
                  <a:lnTo>
                    <a:pt x="1738" y="9306"/>
                  </a:lnTo>
                  <a:lnTo>
                    <a:pt x="1082" y="10156"/>
                  </a:lnTo>
                  <a:lnTo>
                    <a:pt x="502" y="10967"/>
                  </a:lnTo>
                  <a:lnTo>
                    <a:pt x="0" y="11816"/>
                  </a:lnTo>
                  <a:lnTo>
                    <a:pt x="309" y="12087"/>
                  </a:lnTo>
                  <a:lnTo>
                    <a:pt x="1545" y="10503"/>
                  </a:lnTo>
                  <a:lnTo>
                    <a:pt x="2742" y="8959"/>
                  </a:lnTo>
                  <a:lnTo>
                    <a:pt x="3360" y="8225"/>
                  </a:lnTo>
                  <a:lnTo>
                    <a:pt x="4016" y="7491"/>
                  </a:lnTo>
                  <a:lnTo>
                    <a:pt x="4711" y="6835"/>
                  </a:lnTo>
                  <a:lnTo>
                    <a:pt x="5484" y="6179"/>
                  </a:lnTo>
                  <a:lnTo>
                    <a:pt x="6256" y="5599"/>
                  </a:lnTo>
                  <a:lnTo>
                    <a:pt x="7106" y="5059"/>
                  </a:lnTo>
                  <a:lnTo>
                    <a:pt x="7994" y="4634"/>
                  </a:lnTo>
                  <a:lnTo>
                    <a:pt x="8457" y="4441"/>
                  </a:lnTo>
                  <a:lnTo>
                    <a:pt x="8920" y="4248"/>
                  </a:lnTo>
                  <a:lnTo>
                    <a:pt x="9422" y="4132"/>
                  </a:lnTo>
                  <a:lnTo>
                    <a:pt x="9886" y="4016"/>
                  </a:lnTo>
                  <a:lnTo>
                    <a:pt x="10388" y="3939"/>
                  </a:lnTo>
                  <a:lnTo>
                    <a:pt x="10851" y="3862"/>
                  </a:lnTo>
                  <a:lnTo>
                    <a:pt x="11353" y="3823"/>
                  </a:lnTo>
                  <a:lnTo>
                    <a:pt x="11855" y="3823"/>
                  </a:lnTo>
                  <a:lnTo>
                    <a:pt x="12357" y="3862"/>
                  </a:lnTo>
                  <a:lnTo>
                    <a:pt x="12821" y="3939"/>
                  </a:lnTo>
                  <a:lnTo>
                    <a:pt x="12319" y="4016"/>
                  </a:lnTo>
                  <a:lnTo>
                    <a:pt x="11855" y="4132"/>
                  </a:lnTo>
                  <a:lnTo>
                    <a:pt x="11392" y="4286"/>
                  </a:lnTo>
                  <a:lnTo>
                    <a:pt x="11199" y="4402"/>
                  </a:lnTo>
                  <a:lnTo>
                    <a:pt x="11006" y="4557"/>
                  </a:lnTo>
                  <a:lnTo>
                    <a:pt x="10813" y="4711"/>
                  </a:lnTo>
                  <a:lnTo>
                    <a:pt x="10697" y="4866"/>
                  </a:lnTo>
                  <a:lnTo>
                    <a:pt x="10542" y="5059"/>
                  </a:lnTo>
                  <a:lnTo>
                    <a:pt x="10465" y="5290"/>
                  </a:lnTo>
                  <a:lnTo>
                    <a:pt x="10388" y="5522"/>
                  </a:lnTo>
                  <a:lnTo>
                    <a:pt x="10388" y="5754"/>
                  </a:lnTo>
                  <a:lnTo>
                    <a:pt x="10426" y="5947"/>
                  </a:lnTo>
                  <a:lnTo>
                    <a:pt x="10581" y="6179"/>
                  </a:lnTo>
                  <a:lnTo>
                    <a:pt x="10658" y="6256"/>
                  </a:lnTo>
                  <a:lnTo>
                    <a:pt x="10774" y="6333"/>
                  </a:lnTo>
                  <a:lnTo>
                    <a:pt x="11006" y="6410"/>
                  </a:lnTo>
                  <a:lnTo>
                    <a:pt x="11276" y="6449"/>
                  </a:lnTo>
                  <a:lnTo>
                    <a:pt x="11585" y="6410"/>
                  </a:lnTo>
                  <a:lnTo>
                    <a:pt x="11855" y="6372"/>
                  </a:lnTo>
                  <a:lnTo>
                    <a:pt x="12164" y="6256"/>
                  </a:lnTo>
                  <a:lnTo>
                    <a:pt x="12627" y="6063"/>
                  </a:lnTo>
                  <a:lnTo>
                    <a:pt x="13052" y="5792"/>
                  </a:lnTo>
                  <a:lnTo>
                    <a:pt x="13422" y="5533"/>
                  </a:lnTo>
                  <a:lnTo>
                    <a:pt x="13422" y="5533"/>
                  </a:lnTo>
                  <a:lnTo>
                    <a:pt x="13786" y="5715"/>
                  </a:lnTo>
                  <a:lnTo>
                    <a:pt x="14056" y="4866"/>
                  </a:lnTo>
                  <a:lnTo>
                    <a:pt x="14211" y="5406"/>
                  </a:lnTo>
                  <a:lnTo>
                    <a:pt x="14404" y="5908"/>
                  </a:lnTo>
                  <a:lnTo>
                    <a:pt x="14674" y="6410"/>
                  </a:lnTo>
                  <a:lnTo>
                    <a:pt x="14983" y="6874"/>
                  </a:lnTo>
                  <a:lnTo>
                    <a:pt x="15176" y="7067"/>
                  </a:lnTo>
                  <a:lnTo>
                    <a:pt x="15408" y="7298"/>
                  </a:lnTo>
                  <a:lnTo>
                    <a:pt x="15678" y="7491"/>
                  </a:lnTo>
                  <a:lnTo>
                    <a:pt x="15987" y="7685"/>
                  </a:lnTo>
                  <a:lnTo>
                    <a:pt x="16296" y="7800"/>
                  </a:lnTo>
                  <a:lnTo>
                    <a:pt x="16605" y="7878"/>
                  </a:lnTo>
                  <a:lnTo>
                    <a:pt x="16875" y="7878"/>
                  </a:lnTo>
                  <a:lnTo>
                    <a:pt x="17030" y="7800"/>
                  </a:lnTo>
                  <a:lnTo>
                    <a:pt x="17184" y="7723"/>
                  </a:lnTo>
                  <a:lnTo>
                    <a:pt x="17300" y="7646"/>
                  </a:lnTo>
                  <a:lnTo>
                    <a:pt x="17377" y="7530"/>
                  </a:lnTo>
                  <a:lnTo>
                    <a:pt x="17416" y="7414"/>
                  </a:lnTo>
                  <a:lnTo>
                    <a:pt x="17454" y="7260"/>
                  </a:lnTo>
                  <a:lnTo>
                    <a:pt x="17493" y="6951"/>
                  </a:lnTo>
                  <a:lnTo>
                    <a:pt x="17416" y="6603"/>
                  </a:lnTo>
                  <a:lnTo>
                    <a:pt x="17300" y="6294"/>
                  </a:lnTo>
                  <a:lnTo>
                    <a:pt x="17184" y="5986"/>
                  </a:lnTo>
                  <a:lnTo>
                    <a:pt x="17030" y="5715"/>
                  </a:lnTo>
                  <a:lnTo>
                    <a:pt x="16875" y="5484"/>
                  </a:lnTo>
                  <a:lnTo>
                    <a:pt x="16682" y="5252"/>
                  </a:lnTo>
                  <a:lnTo>
                    <a:pt x="16489" y="5020"/>
                  </a:lnTo>
                  <a:lnTo>
                    <a:pt x="16257" y="4788"/>
                  </a:lnTo>
                  <a:lnTo>
                    <a:pt x="16026" y="4634"/>
                  </a:lnTo>
                  <a:lnTo>
                    <a:pt x="15524" y="4286"/>
                  </a:lnTo>
                  <a:lnTo>
                    <a:pt x="14944" y="4016"/>
                  </a:lnTo>
                  <a:lnTo>
                    <a:pt x="15408" y="3900"/>
                  </a:lnTo>
                  <a:lnTo>
                    <a:pt x="15832" y="3746"/>
                  </a:lnTo>
                  <a:lnTo>
                    <a:pt x="16219" y="3514"/>
                  </a:lnTo>
                  <a:lnTo>
                    <a:pt x="16605" y="3244"/>
                  </a:lnTo>
                  <a:lnTo>
                    <a:pt x="16759" y="3089"/>
                  </a:lnTo>
                  <a:lnTo>
                    <a:pt x="16914" y="2858"/>
                  </a:lnTo>
                  <a:lnTo>
                    <a:pt x="17030" y="2665"/>
                  </a:lnTo>
                  <a:lnTo>
                    <a:pt x="17107" y="2433"/>
                  </a:lnTo>
                  <a:lnTo>
                    <a:pt x="17145" y="2201"/>
                  </a:lnTo>
                  <a:lnTo>
                    <a:pt x="17107" y="1931"/>
                  </a:lnTo>
                  <a:lnTo>
                    <a:pt x="17068" y="1699"/>
                  </a:lnTo>
                  <a:lnTo>
                    <a:pt x="16914" y="1506"/>
                  </a:lnTo>
                  <a:lnTo>
                    <a:pt x="16759" y="1313"/>
                  </a:lnTo>
                  <a:lnTo>
                    <a:pt x="16528" y="1236"/>
                  </a:lnTo>
                  <a:lnTo>
                    <a:pt x="16334" y="1159"/>
                  </a:lnTo>
                  <a:lnTo>
                    <a:pt x="16103" y="1159"/>
                  </a:lnTo>
                  <a:lnTo>
                    <a:pt x="15910" y="1197"/>
                  </a:lnTo>
                  <a:lnTo>
                    <a:pt x="15678" y="1275"/>
                  </a:lnTo>
                  <a:lnTo>
                    <a:pt x="15446" y="1352"/>
                  </a:lnTo>
                  <a:lnTo>
                    <a:pt x="15253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6" y="2587"/>
                  </a:lnTo>
                  <a:lnTo>
                    <a:pt x="14095" y="3012"/>
                  </a:lnTo>
                  <a:lnTo>
                    <a:pt x="13940" y="2433"/>
                  </a:lnTo>
                  <a:lnTo>
                    <a:pt x="13747" y="1892"/>
                  </a:lnTo>
                  <a:lnTo>
                    <a:pt x="13516" y="1352"/>
                  </a:lnTo>
                  <a:lnTo>
                    <a:pt x="13168" y="850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7" y="155"/>
                  </a:lnTo>
                  <a:lnTo>
                    <a:pt x="12087" y="39"/>
                  </a:lnTo>
                  <a:lnTo>
                    <a:pt x="118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9" name="Google Shape;4959;p21"/>
            <p:cNvSpPr/>
            <p:nvPr/>
          </p:nvSpPr>
          <p:spPr>
            <a:xfrm>
              <a:off x="5590125" y="113380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39" y="233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3"/>
                  </a:lnTo>
                  <a:lnTo>
                    <a:pt x="1005" y="155"/>
                  </a:lnTo>
                  <a:lnTo>
                    <a:pt x="966" y="117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0" name="Google Shape;4960;p21"/>
            <p:cNvSpPr/>
            <p:nvPr/>
          </p:nvSpPr>
          <p:spPr>
            <a:xfrm>
              <a:off x="5491675" y="1139600"/>
              <a:ext cx="21250" cy="8725"/>
            </a:xfrm>
            <a:custGeom>
              <a:avLst/>
              <a:gdLst/>
              <a:ahLst/>
              <a:cxnLst/>
              <a:rect l="l" t="t" r="r" b="b"/>
              <a:pathLst>
                <a:path w="850" h="349" extrusionOk="0">
                  <a:moveTo>
                    <a:pt x="425" y="1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0" y="194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4"/>
                  </a:lnTo>
                  <a:lnTo>
                    <a:pt x="811" y="78"/>
                  </a:lnTo>
                  <a:lnTo>
                    <a:pt x="73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1" name="Google Shape;4961;p21"/>
            <p:cNvSpPr/>
            <p:nvPr/>
          </p:nvSpPr>
          <p:spPr>
            <a:xfrm>
              <a:off x="2443975" y="1153125"/>
              <a:ext cx="315725" cy="477875"/>
            </a:xfrm>
            <a:custGeom>
              <a:avLst/>
              <a:gdLst/>
              <a:ahLst/>
              <a:cxnLst/>
              <a:rect l="l" t="t" r="r" b="b"/>
              <a:pathLst>
                <a:path w="12629" h="19115" extrusionOk="0">
                  <a:moveTo>
                    <a:pt x="1005" y="618"/>
                  </a:moveTo>
                  <a:lnTo>
                    <a:pt x="1661" y="850"/>
                  </a:lnTo>
                  <a:lnTo>
                    <a:pt x="2318" y="1120"/>
                  </a:lnTo>
                  <a:lnTo>
                    <a:pt x="2743" y="1352"/>
                  </a:lnTo>
                  <a:lnTo>
                    <a:pt x="3167" y="1583"/>
                  </a:lnTo>
                  <a:lnTo>
                    <a:pt x="3322" y="1699"/>
                  </a:lnTo>
                  <a:lnTo>
                    <a:pt x="3476" y="1854"/>
                  </a:lnTo>
                  <a:lnTo>
                    <a:pt x="3669" y="2124"/>
                  </a:lnTo>
                  <a:lnTo>
                    <a:pt x="3862" y="2471"/>
                  </a:lnTo>
                  <a:lnTo>
                    <a:pt x="4017" y="2819"/>
                  </a:lnTo>
                  <a:lnTo>
                    <a:pt x="5677" y="6796"/>
                  </a:lnTo>
                  <a:lnTo>
                    <a:pt x="9075" y="15021"/>
                  </a:lnTo>
                  <a:lnTo>
                    <a:pt x="9153" y="15098"/>
                  </a:lnTo>
                  <a:lnTo>
                    <a:pt x="9191" y="15137"/>
                  </a:lnTo>
                  <a:lnTo>
                    <a:pt x="9346" y="15137"/>
                  </a:lnTo>
                  <a:lnTo>
                    <a:pt x="8921" y="15369"/>
                  </a:lnTo>
                  <a:lnTo>
                    <a:pt x="7956" y="13515"/>
                  </a:lnTo>
                  <a:lnTo>
                    <a:pt x="6990" y="11662"/>
                  </a:lnTo>
                  <a:lnTo>
                    <a:pt x="5021" y="7955"/>
                  </a:lnTo>
                  <a:lnTo>
                    <a:pt x="3013" y="4286"/>
                  </a:lnTo>
                  <a:lnTo>
                    <a:pt x="1005" y="618"/>
                  </a:lnTo>
                  <a:close/>
                  <a:moveTo>
                    <a:pt x="657" y="502"/>
                  </a:moveTo>
                  <a:lnTo>
                    <a:pt x="657" y="541"/>
                  </a:lnTo>
                  <a:lnTo>
                    <a:pt x="4673" y="8032"/>
                  </a:lnTo>
                  <a:lnTo>
                    <a:pt x="6720" y="11739"/>
                  </a:lnTo>
                  <a:lnTo>
                    <a:pt x="7763" y="13593"/>
                  </a:lnTo>
                  <a:lnTo>
                    <a:pt x="8805" y="15446"/>
                  </a:lnTo>
                  <a:lnTo>
                    <a:pt x="8651" y="15523"/>
                  </a:lnTo>
                  <a:lnTo>
                    <a:pt x="7415" y="13747"/>
                  </a:lnTo>
                  <a:lnTo>
                    <a:pt x="6179" y="12009"/>
                  </a:lnTo>
                  <a:lnTo>
                    <a:pt x="3592" y="8534"/>
                  </a:lnTo>
                  <a:lnTo>
                    <a:pt x="2318" y="6758"/>
                  </a:lnTo>
                  <a:lnTo>
                    <a:pt x="1005" y="4943"/>
                  </a:lnTo>
                  <a:lnTo>
                    <a:pt x="850" y="4711"/>
                  </a:lnTo>
                  <a:lnTo>
                    <a:pt x="735" y="4479"/>
                  </a:lnTo>
                  <a:lnTo>
                    <a:pt x="619" y="4209"/>
                  </a:lnTo>
                  <a:lnTo>
                    <a:pt x="542" y="3939"/>
                  </a:lnTo>
                  <a:lnTo>
                    <a:pt x="464" y="3398"/>
                  </a:lnTo>
                  <a:lnTo>
                    <a:pt x="426" y="2819"/>
                  </a:lnTo>
                  <a:lnTo>
                    <a:pt x="464" y="2240"/>
                  </a:lnTo>
                  <a:lnTo>
                    <a:pt x="503" y="1661"/>
                  </a:lnTo>
                  <a:lnTo>
                    <a:pt x="657" y="502"/>
                  </a:lnTo>
                  <a:close/>
                  <a:moveTo>
                    <a:pt x="11508" y="12280"/>
                  </a:moveTo>
                  <a:lnTo>
                    <a:pt x="11663" y="12357"/>
                  </a:lnTo>
                  <a:lnTo>
                    <a:pt x="11817" y="12434"/>
                  </a:lnTo>
                  <a:lnTo>
                    <a:pt x="12165" y="12859"/>
                  </a:lnTo>
                  <a:lnTo>
                    <a:pt x="12242" y="13052"/>
                  </a:lnTo>
                  <a:lnTo>
                    <a:pt x="12280" y="13245"/>
                  </a:lnTo>
                  <a:lnTo>
                    <a:pt x="12242" y="13438"/>
                  </a:lnTo>
                  <a:lnTo>
                    <a:pt x="12203" y="13631"/>
                  </a:lnTo>
                  <a:lnTo>
                    <a:pt x="12049" y="14017"/>
                  </a:lnTo>
                  <a:lnTo>
                    <a:pt x="11856" y="14365"/>
                  </a:lnTo>
                  <a:lnTo>
                    <a:pt x="11508" y="14790"/>
                  </a:lnTo>
                  <a:lnTo>
                    <a:pt x="11122" y="15176"/>
                  </a:lnTo>
                  <a:lnTo>
                    <a:pt x="10697" y="15523"/>
                  </a:lnTo>
                  <a:lnTo>
                    <a:pt x="10273" y="15871"/>
                  </a:lnTo>
                  <a:lnTo>
                    <a:pt x="10157" y="15871"/>
                  </a:lnTo>
                  <a:lnTo>
                    <a:pt x="10118" y="15987"/>
                  </a:lnTo>
                  <a:lnTo>
                    <a:pt x="9771" y="16180"/>
                  </a:lnTo>
                  <a:lnTo>
                    <a:pt x="9114" y="16604"/>
                  </a:lnTo>
                  <a:lnTo>
                    <a:pt x="8458" y="16952"/>
                  </a:lnTo>
                  <a:lnTo>
                    <a:pt x="7724" y="17261"/>
                  </a:lnTo>
                  <a:lnTo>
                    <a:pt x="6990" y="17493"/>
                  </a:lnTo>
                  <a:lnTo>
                    <a:pt x="6643" y="17608"/>
                  </a:lnTo>
                  <a:lnTo>
                    <a:pt x="6295" y="17647"/>
                  </a:lnTo>
                  <a:lnTo>
                    <a:pt x="5755" y="17647"/>
                  </a:lnTo>
                  <a:lnTo>
                    <a:pt x="5562" y="17570"/>
                  </a:lnTo>
                  <a:lnTo>
                    <a:pt x="5446" y="17493"/>
                  </a:lnTo>
                  <a:lnTo>
                    <a:pt x="5330" y="17415"/>
                  </a:lnTo>
                  <a:lnTo>
                    <a:pt x="5098" y="17184"/>
                  </a:lnTo>
                  <a:lnTo>
                    <a:pt x="4982" y="16875"/>
                  </a:lnTo>
                  <a:lnTo>
                    <a:pt x="4905" y="16604"/>
                  </a:lnTo>
                  <a:lnTo>
                    <a:pt x="4944" y="16411"/>
                  </a:lnTo>
                  <a:lnTo>
                    <a:pt x="4982" y="16218"/>
                  </a:lnTo>
                  <a:lnTo>
                    <a:pt x="5060" y="16064"/>
                  </a:lnTo>
                  <a:lnTo>
                    <a:pt x="5175" y="15948"/>
                  </a:lnTo>
                  <a:lnTo>
                    <a:pt x="5291" y="15832"/>
                  </a:lnTo>
                  <a:lnTo>
                    <a:pt x="5407" y="15755"/>
                  </a:lnTo>
                  <a:lnTo>
                    <a:pt x="5523" y="15716"/>
                  </a:lnTo>
                  <a:lnTo>
                    <a:pt x="5639" y="15755"/>
                  </a:lnTo>
                  <a:lnTo>
                    <a:pt x="5793" y="15832"/>
                  </a:lnTo>
                  <a:lnTo>
                    <a:pt x="5948" y="15948"/>
                  </a:lnTo>
                  <a:lnTo>
                    <a:pt x="6064" y="16141"/>
                  </a:lnTo>
                  <a:lnTo>
                    <a:pt x="6257" y="16373"/>
                  </a:lnTo>
                  <a:lnTo>
                    <a:pt x="6102" y="16411"/>
                  </a:lnTo>
                  <a:lnTo>
                    <a:pt x="6025" y="16450"/>
                  </a:lnTo>
                  <a:lnTo>
                    <a:pt x="6025" y="16566"/>
                  </a:lnTo>
                  <a:lnTo>
                    <a:pt x="6064" y="16643"/>
                  </a:lnTo>
                  <a:lnTo>
                    <a:pt x="6141" y="16643"/>
                  </a:lnTo>
                  <a:lnTo>
                    <a:pt x="6913" y="16566"/>
                  </a:lnTo>
                  <a:lnTo>
                    <a:pt x="7685" y="16373"/>
                  </a:lnTo>
                  <a:lnTo>
                    <a:pt x="8496" y="16064"/>
                  </a:lnTo>
                  <a:lnTo>
                    <a:pt x="9230" y="15716"/>
                  </a:lnTo>
                  <a:lnTo>
                    <a:pt x="9616" y="15485"/>
                  </a:lnTo>
                  <a:lnTo>
                    <a:pt x="9964" y="15253"/>
                  </a:lnTo>
                  <a:lnTo>
                    <a:pt x="10273" y="15021"/>
                  </a:lnTo>
                  <a:lnTo>
                    <a:pt x="10581" y="14751"/>
                  </a:lnTo>
                  <a:lnTo>
                    <a:pt x="10890" y="14481"/>
                  </a:lnTo>
                  <a:lnTo>
                    <a:pt x="11122" y="14172"/>
                  </a:lnTo>
                  <a:lnTo>
                    <a:pt x="11354" y="13824"/>
                  </a:lnTo>
                  <a:lnTo>
                    <a:pt x="11547" y="13515"/>
                  </a:lnTo>
                  <a:lnTo>
                    <a:pt x="11547" y="13438"/>
                  </a:lnTo>
                  <a:lnTo>
                    <a:pt x="11547" y="13361"/>
                  </a:lnTo>
                  <a:lnTo>
                    <a:pt x="11508" y="13284"/>
                  </a:lnTo>
                  <a:lnTo>
                    <a:pt x="11431" y="13245"/>
                  </a:lnTo>
                  <a:lnTo>
                    <a:pt x="11238" y="13245"/>
                  </a:lnTo>
                  <a:lnTo>
                    <a:pt x="11161" y="13322"/>
                  </a:lnTo>
                  <a:lnTo>
                    <a:pt x="10968" y="13670"/>
                  </a:lnTo>
                  <a:lnTo>
                    <a:pt x="10775" y="13554"/>
                  </a:lnTo>
                  <a:lnTo>
                    <a:pt x="10659" y="13438"/>
                  </a:lnTo>
                  <a:lnTo>
                    <a:pt x="10620" y="13284"/>
                  </a:lnTo>
                  <a:lnTo>
                    <a:pt x="10581" y="13168"/>
                  </a:lnTo>
                  <a:lnTo>
                    <a:pt x="10620" y="13013"/>
                  </a:lnTo>
                  <a:lnTo>
                    <a:pt x="10659" y="12859"/>
                  </a:lnTo>
                  <a:lnTo>
                    <a:pt x="10852" y="12627"/>
                  </a:lnTo>
                  <a:lnTo>
                    <a:pt x="10929" y="12473"/>
                  </a:lnTo>
                  <a:lnTo>
                    <a:pt x="11045" y="12357"/>
                  </a:lnTo>
                  <a:lnTo>
                    <a:pt x="11122" y="12318"/>
                  </a:lnTo>
                  <a:lnTo>
                    <a:pt x="11238" y="12280"/>
                  </a:lnTo>
                  <a:close/>
                  <a:moveTo>
                    <a:pt x="426" y="0"/>
                  </a:moveTo>
                  <a:lnTo>
                    <a:pt x="349" y="39"/>
                  </a:lnTo>
                  <a:lnTo>
                    <a:pt x="271" y="116"/>
                  </a:lnTo>
                  <a:lnTo>
                    <a:pt x="233" y="193"/>
                  </a:lnTo>
                  <a:lnTo>
                    <a:pt x="78" y="2587"/>
                  </a:lnTo>
                  <a:lnTo>
                    <a:pt x="40" y="3012"/>
                  </a:lnTo>
                  <a:lnTo>
                    <a:pt x="1" y="3475"/>
                  </a:lnTo>
                  <a:lnTo>
                    <a:pt x="40" y="3900"/>
                  </a:lnTo>
                  <a:lnTo>
                    <a:pt x="117" y="4325"/>
                  </a:lnTo>
                  <a:lnTo>
                    <a:pt x="233" y="4518"/>
                  </a:lnTo>
                  <a:lnTo>
                    <a:pt x="349" y="4750"/>
                  </a:lnTo>
                  <a:lnTo>
                    <a:pt x="619" y="5175"/>
                  </a:lnTo>
                  <a:lnTo>
                    <a:pt x="1237" y="5985"/>
                  </a:lnTo>
                  <a:lnTo>
                    <a:pt x="2665" y="7955"/>
                  </a:lnTo>
                  <a:lnTo>
                    <a:pt x="5446" y="11816"/>
                  </a:lnTo>
                  <a:lnTo>
                    <a:pt x="6874" y="13747"/>
                  </a:lnTo>
                  <a:lnTo>
                    <a:pt x="8342" y="15639"/>
                  </a:lnTo>
                  <a:lnTo>
                    <a:pt x="7492" y="15987"/>
                  </a:lnTo>
                  <a:lnTo>
                    <a:pt x="6643" y="16257"/>
                  </a:lnTo>
                  <a:lnTo>
                    <a:pt x="6643" y="16257"/>
                  </a:lnTo>
                  <a:lnTo>
                    <a:pt x="6681" y="16102"/>
                  </a:lnTo>
                  <a:lnTo>
                    <a:pt x="6681" y="15948"/>
                  </a:lnTo>
                  <a:lnTo>
                    <a:pt x="6643" y="15755"/>
                  </a:lnTo>
                  <a:lnTo>
                    <a:pt x="6565" y="15639"/>
                  </a:lnTo>
                  <a:lnTo>
                    <a:pt x="6488" y="15485"/>
                  </a:lnTo>
                  <a:lnTo>
                    <a:pt x="6334" y="15369"/>
                  </a:lnTo>
                  <a:lnTo>
                    <a:pt x="6179" y="15292"/>
                  </a:lnTo>
                  <a:lnTo>
                    <a:pt x="6025" y="15253"/>
                  </a:lnTo>
                  <a:lnTo>
                    <a:pt x="5716" y="15253"/>
                  </a:lnTo>
                  <a:lnTo>
                    <a:pt x="5484" y="15292"/>
                  </a:lnTo>
                  <a:lnTo>
                    <a:pt x="5214" y="15407"/>
                  </a:lnTo>
                  <a:lnTo>
                    <a:pt x="5021" y="15600"/>
                  </a:lnTo>
                  <a:lnTo>
                    <a:pt x="4828" y="15794"/>
                  </a:lnTo>
                  <a:lnTo>
                    <a:pt x="4712" y="16025"/>
                  </a:lnTo>
                  <a:lnTo>
                    <a:pt x="4596" y="16296"/>
                  </a:lnTo>
                  <a:lnTo>
                    <a:pt x="4596" y="16566"/>
                  </a:lnTo>
                  <a:lnTo>
                    <a:pt x="4635" y="16991"/>
                  </a:lnTo>
                  <a:lnTo>
                    <a:pt x="4751" y="17300"/>
                  </a:lnTo>
                  <a:lnTo>
                    <a:pt x="4905" y="17531"/>
                  </a:lnTo>
                  <a:lnTo>
                    <a:pt x="5098" y="17724"/>
                  </a:lnTo>
                  <a:lnTo>
                    <a:pt x="5368" y="17840"/>
                  </a:lnTo>
                  <a:lnTo>
                    <a:pt x="5677" y="17917"/>
                  </a:lnTo>
                  <a:lnTo>
                    <a:pt x="6025" y="17956"/>
                  </a:lnTo>
                  <a:lnTo>
                    <a:pt x="6372" y="17917"/>
                  </a:lnTo>
                  <a:lnTo>
                    <a:pt x="6720" y="17840"/>
                  </a:lnTo>
                  <a:lnTo>
                    <a:pt x="7106" y="17763"/>
                  </a:lnTo>
                  <a:lnTo>
                    <a:pt x="7878" y="17531"/>
                  </a:lnTo>
                  <a:lnTo>
                    <a:pt x="8573" y="17222"/>
                  </a:lnTo>
                  <a:lnTo>
                    <a:pt x="9153" y="16952"/>
                  </a:lnTo>
                  <a:lnTo>
                    <a:pt x="9230" y="16875"/>
                  </a:lnTo>
                  <a:lnTo>
                    <a:pt x="9462" y="16759"/>
                  </a:lnTo>
                  <a:lnTo>
                    <a:pt x="10234" y="16257"/>
                  </a:lnTo>
                  <a:lnTo>
                    <a:pt x="10813" y="17106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4"/>
                  </a:lnTo>
                  <a:lnTo>
                    <a:pt x="12280" y="19037"/>
                  </a:lnTo>
                  <a:lnTo>
                    <a:pt x="12203" y="18883"/>
                  </a:lnTo>
                  <a:lnTo>
                    <a:pt x="11817" y="18149"/>
                  </a:lnTo>
                  <a:lnTo>
                    <a:pt x="11392" y="17454"/>
                  </a:lnTo>
                  <a:lnTo>
                    <a:pt x="10929" y="16759"/>
                  </a:lnTo>
                  <a:lnTo>
                    <a:pt x="10466" y="16102"/>
                  </a:lnTo>
                  <a:lnTo>
                    <a:pt x="10968" y="15716"/>
                  </a:lnTo>
                  <a:lnTo>
                    <a:pt x="11470" y="15253"/>
                  </a:lnTo>
                  <a:lnTo>
                    <a:pt x="11894" y="14790"/>
                  </a:lnTo>
                  <a:lnTo>
                    <a:pt x="12126" y="14558"/>
                  </a:lnTo>
                  <a:lnTo>
                    <a:pt x="12280" y="14288"/>
                  </a:lnTo>
                  <a:lnTo>
                    <a:pt x="12435" y="14056"/>
                  </a:lnTo>
                  <a:lnTo>
                    <a:pt x="12512" y="13786"/>
                  </a:lnTo>
                  <a:lnTo>
                    <a:pt x="12589" y="13554"/>
                  </a:lnTo>
                  <a:lnTo>
                    <a:pt x="12628" y="13284"/>
                  </a:lnTo>
                  <a:lnTo>
                    <a:pt x="12589" y="13052"/>
                  </a:lnTo>
                  <a:lnTo>
                    <a:pt x="12512" y="12820"/>
                  </a:lnTo>
                  <a:lnTo>
                    <a:pt x="12358" y="12589"/>
                  </a:lnTo>
                  <a:lnTo>
                    <a:pt x="12165" y="12357"/>
                  </a:lnTo>
                  <a:lnTo>
                    <a:pt x="11972" y="12202"/>
                  </a:lnTo>
                  <a:lnTo>
                    <a:pt x="11740" y="12087"/>
                  </a:lnTo>
                  <a:lnTo>
                    <a:pt x="11470" y="12009"/>
                  </a:lnTo>
                  <a:lnTo>
                    <a:pt x="11238" y="12009"/>
                  </a:lnTo>
                  <a:lnTo>
                    <a:pt x="10968" y="12048"/>
                  </a:lnTo>
                  <a:lnTo>
                    <a:pt x="10736" y="12125"/>
                  </a:lnTo>
                  <a:lnTo>
                    <a:pt x="10543" y="12280"/>
                  </a:lnTo>
                  <a:lnTo>
                    <a:pt x="10388" y="12511"/>
                  </a:lnTo>
                  <a:lnTo>
                    <a:pt x="10311" y="12704"/>
                  </a:lnTo>
                  <a:lnTo>
                    <a:pt x="10273" y="12897"/>
                  </a:lnTo>
                  <a:lnTo>
                    <a:pt x="10273" y="13091"/>
                  </a:lnTo>
                  <a:lnTo>
                    <a:pt x="10311" y="13284"/>
                  </a:lnTo>
                  <a:lnTo>
                    <a:pt x="10388" y="13477"/>
                  </a:lnTo>
                  <a:lnTo>
                    <a:pt x="10504" y="13631"/>
                  </a:lnTo>
                  <a:lnTo>
                    <a:pt x="10620" y="13786"/>
                  </a:lnTo>
                  <a:lnTo>
                    <a:pt x="10813" y="13901"/>
                  </a:lnTo>
                  <a:lnTo>
                    <a:pt x="10504" y="14249"/>
                  </a:lnTo>
                  <a:lnTo>
                    <a:pt x="10157" y="14597"/>
                  </a:lnTo>
                  <a:lnTo>
                    <a:pt x="9771" y="14867"/>
                  </a:lnTo>
                  <a:lnTo>
                    <a:pt x="9431" y="15083"/>
                  </a:lnTo>
                  <a:lnTo>
                    <a:pt x="9431" y="15083"/>
                  </a:lnTo>
                  <a:lnTo>
                    <a:pt x="9462" y="15021"/>
                  </a:lnTo>
                  <a:lnTo>
                    <a:pt x="9500" y="14944"/>
                  </a:lnTo>
                  <a:lnTo>
                    <a:pt x="9462" y="14828"/>
                  </a:lnTo>
                  <a:lnTo>
                    <a:pt x="5716" y="5754"/>
                  </a:lnTo>
                  <a:lnTo>
                    <a:pt x="4789" y="3475"/>
                  </a:lnTo>
                  <a:lnTo>
                    <a:pt x="4364" y="2471"/>
                  </a:lnTo>
                  <a:lnTo>
                    <a:pt x="4133" y="1969"/>
                  </a:lnTo>
                  <a:lnTo>
                    <a:pt x="3978" y="1738"/>
                  </a:lnTo>
                  <a:lnTo>
                    <a:pt x="3824" y="1545"/>
                  </a:lnTo>
                  <a:lnTo>
                    <a:pt x="3515" y="1236"/>
                  </a:lnTo>
                  <a:lnTo>
                    <a:pt x="3129" y="965"/>
                  </a:lnTo>
                  <a:lnTo>
                    <a:pt x="2743" y="772"/>
                  </a:lnTo>
                  <a:lnTo>
                    <a:pt x="2279" y="541"/>
                  </a:lnTo>
                  <a:lnTo>
                    <a:pt x="1816" y="386"/>
                  </a:lnTo>
                  <a:lnTo>
                    <a:pt x="1391" y="232"/>
                  </a:lnTo>
                  <a:lnTo>
                    <a:pt x="54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2" name="Google Shape;4962;p21"/>
            <p:cNvSpPr/>
            <p:nvPr/>
          </p:nvSpPr>
          <p:spPr>
            <a:xfrm>
              <a:off x="5383550" y="118015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3" y="464"/>
                  </a:moveTo>
                  <a:lnTo>
                    <a:pt x="2085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89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89" y="2472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7" y="3051"/>
                  </a:lnTo>
                  <a:lnTo>
                    <a:pt x="2356" y="3167"/>
                  </a:lnTo>
                  <a:lnTo>
                    <a:pt x="2085" y="3244"/>
                  </a:lnTo>
                  <a:lnTo>
                    <a:pt x="1777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4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80"/>
                  </a:lnTo>
                  <a:lnTo>
                    <a:pt x="1583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8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1" y="271"/>
                  </a:lnTo>
                  <a:lnTo>
                    <a:pt x="850" y="386"/>
                  </a:lnTo>
                  <a:lnTo>
                    <a:pt x="618" y="580"/>
                  </a:lnTo>
                  <a:lnTo>
                    <a:pt x="425" y="773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7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2"/>
                  </a:lnTo>
                  <a:lnTo>
                    <a:pt x="1583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2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6" y="2781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4"/>
                  </a:lnTo>
                  <a:lnTo>
                    <a:pt x="3669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3" name="Google Shape;4963;p21"/>
            <p:cNvSpPr/>
            <p:nvPr/>
          </p:nvSpPr>
          <p:spPr>
            <a:xfrm>
              <a:off x="1657200" y="1227450"/>
              <a:ext cx="61825" cy="90775"/>
            </a:xfrm>
            <a:custGeom>
              <a:avLst/>
              <a:gdLst/>
              <a:ahLst/>
              <a:cxnLst/>
              <a:rect l="l" t="t" r="r" b="b"/>
              <a:pathLst>
                <a:path w="2473" h="3631" extrusionOk="0">
                  <a:moveTo>
                    <a:pt x="1198" y="0"/>
                  </a:moveTo>
                  <a:lnTo>
                    <a:pt x="1082" y="39"/>
                  </a:lnTo>
                  <a:lnTo>
                    <a:pt x="1005" y="39"/>
                  </a:lnTo>
                  <a:lnTo>
                    <a:pt x="966" y="116"/>
                  </a:lnTo>
                  <a:lnTo>
                    <a:pt x="966" y="194"/>
                  </a:lnTo>
                  <a:lnTo>
                    <a:pt x="966" y="232"/>
                  </a:lnTo>
                  <a:lnTo>
                    <a:pt x="850" y="271"/>
                  </a:lnTo>
                  <a:lnTo>
                    <a:pt x="773" y="271"/>
                  </a:lnTo>
                  <a:lnTo>
                    <a:pt x="735" y="348"/>
                  </a:lnTo>
                  <a:lnTo>
                    <a:pt x="696" y="425"/>
                  </a:lnTo>
                  <a:lnTo>
                    <a:pt x="696" y="502"/>
                  </a:lnTo>
                  <a:lnTo>
                    <a:pt x="735" y="618"/>
                  </a:lnTo>
                  <a:lnTo>
                    <a:pt x="773" y="657"/>
                  </a:lnTo>
                  <a:lnTo>
                    <a:pt x="850" y="734"/>
                  </a:lnTo>
                  <a:lnTo>
                    <a:pt x="1082" y="811"/>
                  </a:lnTo>
                  <a:lnTo>
                    <a:pt x="1275" y="966"/>
                  </a:lnTo>
                  <a:lnTo>
                    <a:pt x="1468" y="1120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1"/>
                  </a:lnTo>
                  <a:lnTo>
                    <a:pt x="1970" y="2163"/>
                  </a:lnTo>
                  <a:lnTo>
                    <a:pt x="1932" y="2472"/>
                  </a:lnTo>
                  <a:lnTo>
                    <a:pt x="1816" y="2742"/>
                  </a:lnTo>
                  <a:lnTo>
                    <a:pt x="1739" y="2897"/>
                  </a:lnTo>
                  <a:lnTo>
                    <a:pt x="1661" y="2974"/>
                  </a:lnTo>
                  <a:lnTo>
                    <a:pt x="1545" y="3090"/>
                  </a:lnTo>
                  <a:lnTo>
                    <a:pt x="1391" y="3128"/>
                  </a:lnTo>
                  <a:lnTo>
                    <a:pt x="1237" y="3167"/>
                  </a:lnTo>
                  <a:lnTo>
                    <a:pt x="1043" y="3128"/>
                  </a:lnTo>
                  <a:lnTo>
                    <a:pt x="928" y="3012"/>
                  </a:lnTo>
                  <a:lnTo>
                    <a:pt x="850" y="2897"/>
                  </a:lnTo>
                  <a:lnTo>
                    <a:pt x="812" y="2742"/>
                  </a:lnTo>
                  <a:lnTo>
                    <a:pt x="850" y="2626"/>
                  </a:lnTo>
                  <a:lnTo>
                    <a:pt x="928" y="2472"/>
                  </a:lnTo>
                  <a:lnTo>
                    <a:pt x="1082" y="2356"/>
                  </a:lnTo>
                  <a:lnTo>
                    <a:pt x="1159" y="2279"/>
                  </a:lnTo>
                  <a:lnTo>
                    <a:pt x="1159" y="2163"/>
                  </a:lnTo>
                  <a:lnTo>
                    <a:pt x="1159" y="2047"/>
                  </a:lnTo>
                  <a:lnTo>
                    <a:pt x="1082" y="1970"/>
                  </a:lnTo>
                  <a:lnTo>
                    <a:pt x="657" y="1622"/>
                  </a:lnTo>
                  <a:lnTo>
                    <a:pt x="426" y="1468"/>
                  </a:lnTo>
                  <a:lnTo>
                    <a:pt x="194" y="1352"/>
                  </a:lnTo>
                  <a:lnTo>
                    <a:pt x="1" y="1622"/>
                  </a:lnTo>
                  <a:lnTo>
                    <a:pt x="271" y="1893"/>
                  </a:lnTo>
                  <a:lnTo>
                    <a:pt x="580" y="2163"/>
                  </a:lnTo>
                  <a:lnTo>
                    <a:pt x="426" y="2356"/>
                  </a:lnTo>
                  <a:lnTo>
                    <a:pt x="348" y="2626"/>
                  </a:lnTo>
                  <a:lnTo>
                    <a:pt x="348" y="2897"/>
                  </a:lnTo>
                  <a:lnTo>
                    <a:pt x="348" y="3051"/>
                  </a:lnTo>
                  <a:lnTo>
                    <a:pt x="426" y="3167"/>
                  </a:lnTo>
                  <a:lnTo>
                    <a:pt x="541" y="3360"/>
                  </a:lnTo>
                  <a:lnTo>
                    <a:pt x="696" y="3476"/>
                  </a:lnTo>
                  <a:lnTo>
                    <a:pt x="889" y="3553"/>
                  </a:lnTo>
                  <a:lnTo>
                    <a:pt x="1082" y="3630"/>
                  </a:lnTo>
                  <a:lnTo>
                    <a:pt x="1275" y="3630"/>
                  </a:lnTo>
                  <a:lnTo>
                    <a:pt x="1507" y="3592"/>
                  </a:lnTo>
                  <a:lnTo>
                    <a:pt x="1700" y="3514"/>
                  </a:lnTo>
                  <a:lnTo>
                    <a:pt x="1854" y="3437"/>
                  </a:lnTo>
                  <a:lnTo>
                    <a:pt x="2047" y="3244"/>
                  </a:lnTo>
                  <a:lnTo>
                    <a:pt x="2202" y="3090"/>
                  </a:lnTo>
                  <a:lnTo>
                    <a:pt x="2318" y="2897"/>
                  </a:lnTo>
                  <a:lnTo>
                    <a:pt x="2395" y="2703"/>
                  </a:lnTo>
                  <a:lnTo>
                    <a:pt x="2434" y="2472"/>
                  </a:lnTo>
                  <a:lnTo>
                    <a:pt x="2472" y="2279"/>
                  </a:lnTo>
                  <a:lnTo>
                    <a:pt x="2434" y="2047"/>
                  </a:lnTo>
                  <a:lnTo>
                    <a:pt x="2395" y="1815"/>
                  </a:lnTo>
                  <a:lnTo>
                    <a:pt x="2318" y="1622"/>
                  </a:lnTo>
                  <a:lnTo>
                    <a:pt x="2202" y="1391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4" name="Google Shape;4964;p21"/>
            <p:cNvSpPr/>
            <p:nvPr/>
          </p:nvSpPr>
          <p:spPr>
            <a:xfrm>
              <a:off x="6055450" y="1230350"/>
              <a:ext cx="302175" cy="155450"/>
            </a:xfrm>
            <a:custGeom>
              <a:avLst/>
              <a:gdLst/>
              <a:ahLst/>
              <a:cxnLst/>
              <a:rect l="l" t="t" r="r" b="b"/>
              <a:pathLst>
                <a:path w="12087" h="6218" extrusionOk="0">
                  <a:moveTo>
                    <a:pt x="11739" y="0"/>
                  </a:moveTo>
                  <a:lnTo>
                    <a:pt x="11662" y="39"/>
                  </a:lnTo>
                  <a:lnTo>
                    <a:pt x="11585" y="78"/>
                  </a:lnTo>
                  <a:lnTo>
                    <a:pt x="11507" y="116"/>
                  </a:lnTo>
                  <a:lnTo>
                    <a:pt x="11469" y="232"/>
                  </a:lnTo>
                  <a:lnTo>
                    <a:pt x="11469" y="309"/>
                  </a:lnTo>
                  <a:lnTo>
                    <a:pt x="11507" y="425"/>
                  </a:lnTo>
                  <a:lnTo>
                    <a:pt x="11585" y="580"/>
                  </a:lnTo>
                  <a:lnTo>
                    <a:pt x="11623" y="773"/>
                  </a:lnTo>
                  <a:lnTo>
                    <a:pt x="11585" y="966"/>
                  </a:lnTo>
                  <a:lnTo>
                    <a:pt x="11507" y="1120"/>
                  </a:lnTo>
                  <a:lnTo>
                    <a:pt x="11392" y="1275"/>
                  </a:lnTo>
                  <a:lnTo>
                    <a:pt x="11276" y="1429"/>
                  </a:lnTo>
                  <a:lnTo>
                    <a:pt x="10928" y="1738"/>
                  </a:lnTo>
                  <a:lnTo>
                    <a:pt x="10503" y="2008"/>
                  </a:lnTo>
                  <a:lnTo>
                    <a:pt x="10079" y="2240"/>
                  </a:lnTo>
                  <a:lnTo>
                    <a:pt x="9422" y="2587"/>
                  </a:lnTo>
                  <a:lnTo>
                    <a:pt x="9036" y="2781"/>
                  </a:lnTo>
                  <a:lnTo>
                    <a:pt x="9036" y="2703"/>
                  </a:lnTo>
                  <a:lnTo>
                    <a:pt x="8959" y="2626"/>
                  </a:lnTo>
                  <a:lnTo>
                    <a:pt x="8495" y="2201"/>
                  </a:lnTo>
                  <a:lnTo>
                    <a:pt x="8109" y="1699"/>
                  </a:lnTo>
                  <a:lnTo>
                    <a:pt x="7839" y="1892"/>
                  </a:lnTo>
                  <a:lnTo>
                    <a:pt x="7993" y="2201"/>
                  </a:lnTo>
                  <a:lnTo>
                    <a:pt x="8187" y="2510"/>
                  </a:lnTo>
                  <a:lnTo>
                    <a:pt x="8418" y="2781"/>
                  </a:lnTo>
                  <a:lnTo>
                    <a:pt x="8650" y="2974"/>
                  </a:lnTo>
                  <a:lnTo>
                    <a:pt x="7607" y="3514"/>
                  </a:lnTo>
                  <a:lnTo>
                    <a:pt x="6565" y="3978"/>
                  </a:lnTo>
                  <a:lnTo>
                    <a:pt x="5252" y="4518"/>
                  </a:lnTo>
                  <a:lnTo>
                    <a:pt x="3939" y="4982"/>
                  </a:lnTo>
                  <a:lnTo>
                    <a:pt x="3669" y="5059"/>
                  </a:lnTo>
                  <a:lnTo>
                    <a:pt x="3707" y="4711"/>
                  </a:lnTo>
                  <a:lnTo>
                    <a:pt x="3630" y="4364"/>
                  </a:lnTo>
                  <a:lnTo>
                    <a:pt x="3514" y="4055"/>
                  </a:lnTo>
                  <a:lnTo>
                    <a:pt x="3321" y="3707"/>
                  </a:lnTo>
                  <a:lnTo>
                    <a:pt x="3012" y="3900"/>
                  </a:lnTo>
                  <a:lnTo>
                    <a:pt x="3128" y="4171"/>
                  </a:lnTo>
                  <a:lnTo>
                    <a:pt x="3205" y="4441"/>
                  </a:lnTo>
                  <a:lnTo>
                    <a:pt x="3244" y="4866"/>
                  </a:lnTo>
                  <a:lnTo>
                    <a:pt x="3244" y="5252"/>
                  </a:lnTo>
                  <a:lnTo>
                    <a:pt x="2356" y="5522"/>
                  </a:lnTo>
                  <a:lnTo>
                    <a:pt x="1892" y="5638"/>
                  </a:lnTo>
                  <a:lnTo>
                    <a:pt x="1429" y="5677"/>
                  </a:lnTo>
                  <a:lnTo>
                    <a:pt x="1043" y="5715"/>
                  </a:lnTo>
                  <a:lnTo>
                    <a:pt x="850" y="5715"/>
                  </a:lnTo>
                  <a:lnTo>
                    <a:pt x="695" y="5677"/>
                  </a:lnTo>
                  <a:lnTo>
                    <a:pt x="579" y="5599"/>
                  </a:lnTo>
                  <a:lnTo>
                    <a:pt x="464" y="5522"/>
                  </a:lnTo>
                  <a:lnTo>
                    <a:pt x="386" y="5406"/>
                  </a:lnTo>
                  <a:lnTo>
                    <a:pt x="348" y="5291"/>
                  </a:lnTo>
                  <a:lnTo>
                    <a:pt x="309" y="5213"/>
                  </a:lnTo>
                  <a:lnTo>
                    <a:pt x="270" y="5175"/>
                  </a:lnTo>
                  <a:lnTo>
                    <a:pt x="155" y="5136"/>
                  </a:lnTo>
                  <a:lnTo>
                    <a:pt x="77" y="5175"/>
                  </a:lnTo>
                  <a:lnTo>
                    <a:pt x="39" y="5213"/>
                  </a:lnTo>
                  <a:lnTo>
                    <a:pt x="0" y="5291"/>
                  </a:lnTo>
                  <a:lnTo>
                    <a:pt x="0" y="5445"/>
                  </a:lnTo>
                  <a:lnTo>
                    <a:pt x="39" y="5599"/>
                  </a:lnTo>
                  <a:lnTo>
                    <a:pt x="77" y="5754"/>
                  </a:lnTo>
                  <a:lnTo>
                    <a:pt x="155" y="5870"/>
                  </a:lnTo>
                  <a:lnTo>
                    <a:pt x="232" y="5947"/>
                  </a:lnTo>
                  <a:lnTo>
                    <a:pt x="309" y="6024"/>
                  </a:lnTo>
                  <a:lnTo>
                    <a:pt x="541" y="6140"/>
                  </a:lnTo>
                  <a:lnTo>
                    <a:pt x="811" y="6179"/>
                  </a:lnTo>
                  <a:lnTo>
                    <a:pt x="1120" y="6217"/>
                  </a:lnTo>
                  <a:lnTo>
                    <a:pt x="1429" y="6179"/>
                  </a:lnTo>
                  <a:lnTo>
                    <a:pt x="1699" y="6140"/>
                  </a:lnTo>
                  <a:lnTo>
                    <a:pt x="2896" y="5831"/>
                  </a:lnTo>
                  <a:lnTo>
                    <a:pt x="4093" y="5445"/>
                  </a:lnTo>
                  <a:lnTo>
                    <a:pt x="5290" y="5020"/>
                  </a:lnTo>
                  <a:lnTo>
                    <a:pt x="6449" y="4557"/>
                  </a:lnTo>
                  <a:lnTo>
                    <a:pt x="7530" y="4093"/>
                  </a:lnTo>
                  <a:lnTo>
                    <a:pt x="8573" y="3591"/>
                  </a:lnTo>
                  <a:lnTo>
                    <a:pt x="9615" y="3051"/>
                  </a:lnTo>
                  <a:lnTo>
                    <a:pt x="10619" y="2472"/>
                  </a:lnTo>
                  <a:lnTo>
                    <a:pt x="10928" y="2279"/>
                  </a:lnTo>
                  <a:lnTo>
                    <a:pt x="11276" y="2047"/>
                  </a:lnTo>
                  <a:lnTo>
                    <a:pt x="11546" y="1777"/>
                  </a:lnTo>
                  <a:lnTo>
                    <a:pt x="11816" y="1506"/>
                  </a:lnTo>
                  <a:lnTo>
                    <a:pt x="12009" y="1197"/>
                  </a:lnTo>
                  <a:lnTo>
                    <a:pt x="12048" y="1043"/>
                  </a:lnTo>
                  <a:lnTo>
                    <a:pt x="12087" y="888"/>
                  </a:lnTo>
                  <a:lnTo>
                    <a:pt x="12087" y="695"/>
                  </a:lnTo>
                  <a:lnTo>
                    <a:pt x="12048" y="502"/>
                  </a:lnTo>
                  <a:lnTo>
                    <a:pt x="12009" y="309"/>
                  </a:lnTo>
                  <a:lnTo>
                    <a:pt x="11894" y="116"/>
                  </a:lnTo>
                  <a:lnTo>
                    <a:pt x="11816" y="39"/>
                  </a:lnTo>
                  <a:lnTo>
                    <a:pt x="1173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5" name="Google Shape;4965;p21"/>
            <p:cNvSpPr/>
            <p:nvPr/>
          </p:nvSpPr>
          <p:spPr>
            <a:xfrm>
              <a:off x="4272400" y="1236125"/>
              <a:ext cx="61800" cy="89825"/>
            </a:xfrm>
            <a:custGeom>
              <a:avLst/>
              <a:gdLst/>
              <a:ahLst/>
              <a:cxnLst/>
              <a:rect l="l" t="t" r="r" b="b"/>
              <a:pathLst>
                <a:path w="2472" h="3593" extrusionOk="0">
                  <a:moveTo>
                    <a:pt x="1082" y="1"/>
                  </a:moveTo>
                  <a:lnTo>
                    <a:pt x="1005" y="40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3"/>
                  </a:lnTo>
                  <a:lnTo>
                    <a:pt x="850" y="233"/>
                  </a:lnTo>
                  <a:lnTo>
                    <a:pt x="773" y="271"/>
                  </a:lnTo>
                  <a:lnTo>
                    <a:pt x="734" y="349"/>
                  </a:lnTo>
                  <a:lnTo>
                    <a:pt x="696" y="426"/>
                  </a:lnTo>
                  <a:lnTo>
                    <a:pt x="696" y="503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2"/>
                  </a:lnTo>
                  <a:lnTo>
                    <a:pt x="1275" y="928"/>
                  </a:lnTo>
                  <a:lnTo>
                    <a:pt x="1468" y="1082"/>
                  </a:lnTo>
                  <a:lnTo>
                    <a:pt x="1622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1" y="1932"/>
                  </a:lnTo>
                  <a:lnTo>
                    <a:pt x="1931" y="2163"/>
                  </a:lnTo>
                  <a:lnTo>
                    <a:pt x="1931" y="2434"/>
                  </a:lnTo>
                  <a:lnTo>
                    <a:pt x="1815" y="2743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2"/>
                  </a:lnTo>
                  <a:lnTo>
                    <a:pt x="1391" y="3129"/>
                  </a:lnTo>
                  <a:lnTo>
                    <a:pt x="1198" y="3129"/>
                  </a:lnTo>
                  <a:lnTo>
                    <a:pt x="1043" y="3090"/>
                  </a:lnTo>
                  <a:lnTo>
                    <a:pt x="927" y="3013"/>
                  </a:lnTo>
                  <a:lnTo>
                    <a:pt x="850" y="2897"/>
                  </a:lnTo>
                  <a:lnTo>
                    <a:pt x="811" y="2743"/>
                  </a:lnTo>
                  <a:lnTo>
                    <a:pt x="850" y="2588"/>
                  </a:lnTo>
                  <a:lnTo>
                    <a:pt x="927" y="2434"/>
                  </a:lnTo>
                  <a:lnTo>
                    <a:pt x="1043" y="2318"/>
                  </a:lnTo>
                  <a:lnTo>
                    <a:pt x="1159" y="2241"/>
                  </a:lnTo>
                  <a:lnTo>
                    <a:pt x="1159" y="2125"/>
                  </a:lnTo>
                  <a:lnTo>
                    <a:pt x="1120" y="2009"/>
                  </a:lnTo>
                  <a:lnTo>
                    <a:pt x="1043" y="1932"/>
                  </a:lnTo>
                  <a:lnTo>
                    <a:pt x="657" y="1623"/>
                  </a:lnTo>
                  <a:lnTo>
                    <a:pt x="425" y="1468"/>
                  </a:lnTo>
                  <a:lnTo>
                    <a:pt x="194" y="1314"/>
                  </a:lnTo>
                  <a:lnTo>
                    <a:pt x="1" y="1623"/>
                  </a:lnTo>
                  <a:lnTo>
                    <a:pt x="271" y="1893"/>
                  </a:lnTo>
                  <a:lnTo>
                    <a:pt x="580" y="2125"/>
                  </a:lnTo>
                  <a:lnTo>
                    <a:pt x="425" y="2356"/>
                  </a:lnTo>
                  <a:lnTo>
                    <a:pt x="348" y="2627"/>
                  </a:lnTo>
                  <a:lnTo>
                    <a:pt x="309" y="2897"/>
                  </a:lnTo>
                  <a:lnTo>
                    <a:pt x="348" y="3052"/>
                  </a:lnTo>
                  <a:lnTo>
                    <a:pt x="425" y="3167"/>
                  </a:lnTo>
                  <a:lnTo>
                    <a:pt x="541" y="3322"/>
                  </a:lnTo>
                  <a:lnTo>
                    <a:pt x="696" y="3476"/>
                  </a:lnTo>
                  <a:lnTo>
                    <a:pt x="889" y="3554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4"/>
                  </a:lnTo>
                  <a:lnTo>
                    <a:pt x="1700" y="3515"/>
                  </a:lnTo>
                  <a:lnTo>
                    <a:pt x="1854" y="3399"/>
                  </a:lnTo>
                  <a:lnTo>
                    <a:pt x="2047" y="3245"/>
                  </a:lnTo>
                  <a:lnTo>
                    <a:pt x="2202" y="3052"/>
                  </a:lnTo>
                  <a:lnTo>
                    <a:pt x="2317" y="2858"/>
                  </a:lnTo>
                  <a:lnTo>
                    <a:pt x="2395" y="2665"/>
                  </a:lnTo>
                  <a:lnTo>
                    <a:pt x="2433" y="2472"/>
                  </a:lnTo>
                  <a:lnTo>
                    <a:pt x="2472" y="2241"/>
                  </a:lnTo>
                  <a:lnTo>
                    <a:pt x="2433" y="2009"/>
                  </a:lnTo>
                  <a:lnTo>
                    <a:pt x="2395" y="1816"/>
                  </a:lnTo>
                  <a:lnTo>
                    <a:pt x="2317" y="1584"/>
                  </a:lnTo>
                  <a:lnTo>
                    <a:pt x="2202" y="1391"/>
                  </a:lnTo>
                  <a:lnTo>
                    <a:pt x="1970" y="1005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6" name="Google Shape;4966;p21"/>
            <p:cNvSpPr/>
            <p:nvPr/>
          </p:nvSpPr>
          <p:spPr>
            <a:xfrm>
              <a:off x="799000" y="1245800"/>
              <a:ext cx="106200" cy="124550"/>
            </a:xfrm>
            <a:custGeom>
              <a:avLst/>
              <a:gdLst/>
              <a:ahLst/>
              <a:cxnLst/>
              <a:rect l="l" t="t" r="r" b="b"/>
              <a:pathLst>
                <a:path w="4248" h="4982" extrusionOk="0">
                  <a:moveTo>
                    <a:pt x="3862" y="0"/>
                  </a:moveTo>
                  <a:lnTo>
                    <a:pt x="3591" y="579"/>
                  </a:lnTo>
                  <a:lnTo>
                    <a:pt x="3244" y="1159"/>
                  </a:lnTo>
                  <a:lnTo>
                    <a:pt x="2896" y="1699"/>
                  </a:lnTo>
                  <a:lnTo>
                    <a:pt x="2510" y="2201"/>
                  </a:lnTo>
                  <a:lnTo>
                    <a:pt x="1931" y="2858"/>
                  </a:lnTo>
                  <a:lnTo>
                    <a:pt x="1313" y="3475"/>
                  </a:lnTo>
                  <a:lnTo>
                    <a:pt x="1004" y="3784"/>
                  </a:lnTo>
                  <a:lnTo>
                    <a:pt x="657" y="4016"/>
                  </a:lnTo>
                  <a:lnTo>
                    <a:pt x="309" y="4286"/>
                  </a:lnTo>
                  <a:lnTo>
                    <a:pt x="0" y="4595"/>
                  </a:lnTo>
                  <a:lnTo>
                    <a:pt x="39" y="4981"/>
                  </a:lnTo>
                  <a:lnTo>
                    <a:pt x="155" y="4981"/>
                  </a:lnTo>
                  <a:lnTo>
                    <a:pt x="541" y="4788"/>
                  </a:lnTo>
                  <a:lnTo>
                    <a:pt x="927" y="4557"/>
                  </a:lnTo>
                  <a:lnTo>
                    <a:pt x="1313" y="4248"/>
                  </a:lnTo>
                  <a:lnTo>
                    <a:pt x="1699" y="3939"/>
                  </a:lnTo>
                  <a:lnTo>
                    <a:pt x="2008" y="3591"/>
                  </a:lnTo>
                  <a:lnTo>
                    <a:pt x="2356" y="3205"/>
                  </a:lnTo>
                  <a:lnTo>
                    <a:pt x="2896" y="2510"/>
                  </a:lnTo>
                  <a:lnTo>
                    <a:pt x="3321" y="1969"/>
                  </a:lnTo>
                  <a:lnTo>
                    <a:pt x="3669" y="1390"/>
                  </a:lnTo>
                  <a:lnTo>
                    <a:pt x="3978" y="811"/>
                  </a:lnTo>
                  <a:lnTo>
                    <a:pt x="4248" y="193"/>
                  </a:lnTo>
                  <a:lnTo>
                    <a:pt x="386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7" name="Google Shape;4967;p21"/>
            <p:cNvSpPr/>
            <p:nvPr/>
          </p:nvSpPr>
          <p:spPr>
            <a:xfrm>
              <a:off x="747825" y="12477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5" y="271"/>
                  </a:moveTo>
                  <a:lnTo>
                    <a:pt x="1236" y="387"/>
                  </a:lnTo>
                  <a:lnTo>
                    <a:pt x="1429" y="541"/>
                  </a:lnTo>
                  <a:lnTo>
                    <a:pt x="1545" y="773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4" y="1197"/>
                  </a:lnTo>
                  <a:lnTo>
                    <a:pt x="1545" y="1313"/>
                  </a:lnTo>
                  <a:lnTo>
                    <a:pt x="1429" y="1391"/>
                  </a:lnTo>
                  <a:lnTo>
                    <a:pt x="1352" y="1468"/>
                  </a:lnTo>
                  <a:lnTo>
                    <a:pt x="1198" y="1545"/>
                  </a:lnTo>
                  <a:lnTo>
                    <a:pt x="966" y="1584"/>
                  </a:lnTo>
                  <a:lnTo>
                    <a:pt x="773" y="1545"/>
                  </a:lnTo>
                  <a:lnTo>
                    <a:pt x="657" y="1468"/>
                  </a:lnTo>
                  <a:lnTo>
                    <a:pt x="580" y="1429"/>
                  </a:lnTo>
                  <a:lnTo>
                    <a:pt x="503" y="1313"/>
                  </a:lnTo>
                  <a:lnTo>
                    <a:pt x="464" y="1197"/>
                  </a:lnTo>
                  <a:lnTo>
                    <a:pt x="425" y="1004"/>
                  </a:lnTo>
                  <a:lnTo>
                    <a:pt x="425" y="773"/>
                  </a:lnTo>
                  <a:lnTo>
                    <a:pt x="541" y="580"/>
                  </a:lnTo>
                  <a:lnTo>
                    <a:pt x="696" y="425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78"/>
                  </a:lnTo>
                  <a:lnTo>
                    <a:pt x="657" y="116"/>
                  </a:lnTo>
                  <a:lnTo>
                    <a:pt x="541" y="78"/>
                  </a:lnTo>
                  <a:lnTo>
                    <a:pt x="425" y="116"/>
                  </a:lnTo>
                  <a:lnTo>
                    <a:pt x="271" y="193"/>
                  </a:lnTo>
                  <a:lnTo>
                    <a:pt x="155" y="348"/>
                  </a:lnTo>
                  <a:lnTo>
                    <a:pt x="78" y="502"/>
                  </a:lnTo>
                  <a:lnTo>
                    <a:pt x="1" y="695"/>
                  </a:lnTo>
                  <a:lnTo>
                    <a:pt x="1" y="889"/>
                  </a:lnTo>
                  <a:lnTo>
                    <a:pt x="1" y="1082"/>
                  </a:lnTo>
                  <a:lnTo>
                    <a:pt x="39" y="1275"/>
                  </a:lnTo>
                  <a:lnTo>
                    <a:pt x="78" y="1429"/>
                  </a:lnTo>
                  <a:lnTo>
                    <a:pt x="194" y="1622"/>
                  </a:lnTo>
                  <a:lnTo>
                    <a:pt x="310" y="1777"/>
                  </a:lnTo>
                  <a:lnTo>
                    <a:pt x="464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043" y="2008"/>
                  </a:lnTo>
                  <a:lnTo>
                    <a:pt x="1236" y="1970"/>
                  </a:lnTo>
                  <a:lnTo>
                    <a:pt x="1429" y="1892"/>
                  </a:lnTo>
                  <a:lnTo>
                    <a:pt x="1584" y="1815"/>
                  </a:lnTo>
                  <a:lnTo>
                    <a:pt x="1738" y="1699"/>
                  </a:lnTo>
                  <a:lnTo>
                    <a:pt x="1893" y="1545"/>
                  </a:lnTo>
                  <a:lnTo>
                    <a:pt x="1970" y="1352"/>
                  </a:lnTo>
                  <a:lnTo>
                    <a:pt x="2047" y="1197"/>
                  </a:lnTo>
                  <a:lnTo>
                    <a:pt x="2086" y="1004"/>
                  </a:lnTo>
                  <a:lnTo>
                    <a:pt x="2047" y="811"/>
                  </a:lnTo>
                  <a:lnTo>
                    <a:pt x="1970" y="580"/>
                  </a:lnTo>
                  <a:lnTo>
                    <a:pt x="1893" y="425"/>
                  </a:lnTo>
                  <a:lnTo>
                    <a:pt x="1738" y="271"/>
                  </a:lnTo>
                  <a:lnTo>
                    <a:pt x="1584" y="155"/>
                  </a:lnTo>
                  <a:lnTo>
                    <a:pt x="1429" y="78"/>
                  </a:lnTo>
                  <a:lnTo>
                    <a:pt x="123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8" name="Google Shape;4968;p21"/>
            <p:cNvSpPr/>
            <p:nvPr/>
          </p:nvSpPr>
          <p:spPr>
            <a:xfrm>
              <a:off x="1261400" y="125255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1" y="194"/>
                  </a:lnTo>
                  <a:lnTo>
                    <a:pt x="503" y="927"/>
                  </a:lnTo>
                  <a:lnTo>
                    <a:pt x="1043" y="1622"/>
                  </a:lnTo>
                  <a:lnTo>
                    <a:pt x="1700" y="2240"/>
                  </a:lnTo>
                  <a:lnTo>
                    <a:pt x="2356" y="2858"/>
                  </a:lnTo>
                  <a:lnTo>
                    <a:pt x="3090" y="3360"/>
                  </a:lnTo>
                  <a:lnTo>
                    <a:pt x="3901" y="3823"/>
                  </a:lnTo>
                  <a:lnTo>
                    <a:pt x="4673" y="4209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05"/>
                  </a:lnTo>
                  <a:lnTo>
                    <a:pt x="7685" y="4943"/>
                  </a:lnTo>
                  <a:lnTo>
                    <a:pt x="8110" y="4982"/>
                  </a:lnTo>
                  <a:lnTo>
                    <a:pt x="8535" y="4943"/>
                  </a:lnTo>
                  <a:lnTo>
                    <a:pt x="8998" y="4905"/>
                  </a:lnTo>
                  <a:lnTo>
                    <a:pt x="9423" y="4866"/>
                  </a:lnTo>
                  <a:lnTo>
                    <a:pt x="9848" y="4750"/>
                  </a:lnTo>
                  <a:lnTo>
                    <a:pt x="10272" y="4634"/>
                  </a:lnTo>
                  <a:lnTo>
                    <a:pt x="10658" y="4480"/>
                  </a:lnTo>
                  <a:lnTo>
                    <a:pt x="11083" y="4325"/>
                  </a:lnTo>
                  <a:lnTo>
                    <a:pt x="11469" y="4094"/>
                  </a:lnTo>
                  <a:lnTo>
                    <a:pt x="11856" y="3862"/>
                  </a:lnTo>
                  <a:lnTo>
                    <a:pt x="12242" y="3592"/>
                  </a:lnTo>
                  <a:lnTo>
                    <a:pt x="12319" y="3514"/>
                  </a:lnTo>
                  <a:lnTo>
                    <a:pt x="12435" y="3167"/>
                  </a:lnTo>
                  <a:lnTo>
                    <a:pt x="12280" y="3167"/>
                  </a:lnTo>
                  <a:lnTo>
                    <a:pt x="12203" y="3128"/>
                  </a:lnTo>
                  <a:lnTo>
                    <a:pt x="12126" y="3090"/>
                  </a:lnTo>
                  <a:lnTo>
                    <a:pt x="12010" y="3128"/>
                  </a:lnTo>
                  <a:lnTo>
                    <a:pt x="11933" y="3167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6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03"/>
                  </a:lnTo>
                  <a:lnTo>
                    <a:pt x="8342" y="4441"/>
                  </a:lnTo>
                  <a:lnTo>
                    <a:pt x="7492" y="4441"/>
                  </a:lnTo>
                  <a:lnTo>
                    <a:pt x="7067" y="4403"/>
                  </a:lnTo>
                  <a:lnTo>
                    <a:pt x="6643" y="4325"/>
                  </a:lnTo>
                  <a:lnTo>
                    <a:pt x="6218" y="4248"/>
                  </a:lnTo>
                  <a:lnTo>
                    <a:pt x="5793" y="4132"/>
                  </a:lnTo>
                  <a:lnTo>
                    <a:pt x="5407" y="4016"/>
                  </a:lnTo>
                  <a:lnTo>
                    <a:pt x="4596" y="3669"/>
                  </a:lnTo>
                  <a:lnTo>
                    <a:pt x="3901" y="3283"/>
                  </a:lnTo>
                  <a:lnTo>
                    <a:pt x="3206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8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9" name="Google Shape;4969;p21"/>
            <p:cNvSpPr/>
            <p:nvPr/>
          </p:nvSpPr>
          <p:spPr>
            <a:xfrm>
              <a:off x="1569350" y="1258350"/>
              <a:ext cx="92700" cy="136125"/>
            </a:xfrm>
            <a:custGeom>
              <a:avLst/>
              <a:gdLst/>
              <a:ahLst/>
              <a:cxnLst/>
              <a:rect l="l" t="t" r="r" b="b"/>
              <a:pathLst>
                <a:path w="3708" h="5445" extrusionOk="0">
                  <a:moveTo>
                    <a:pt x="3399" y="0"/>
                  </a:moveTo>
                  <a:lnTo>
                    <a:pt x="3360" y="77"/>
                  </a:lnTo>
                  <a:lnTo>
                    <a:pt x="3245" y="116"/>
                  </a:lnTo>
                  <a:lnTo>
                    <a:pt x="3013" y="309"/>
                  </a:lnTo>
                  <a:lnTo>
                    <a:pt x="2781" y="541"/>
                  </a:lnTo>
                  <a:lnTo>
                    <a:pt x="2549" y="772"/>
                  </a:lnTo>
                  <a:lnTo>
                    <a:pt x="2356" y="1004"/>
                  </a:lnTo>
                  <a:lnTo>
                    <a:pt x="2047" y="1236"/>
                  </a:lnTo>
                  <a:lnTo>
                    <a:pt x="1777" y="1467"/>
                  </a:lnTo>
                  <a:lnTo>
                    <a:pt x="1159" y="1815"/>
                  </a:lnTo>
                  <a:lnTo>
                    <a:pt x="1082" y="1892"/>
                  </a:lnTo>
                  <a:lnTo>
                    <a:pt x="1082" y="1969"/>
                  </a:lnTo>
                  <a:lnTo>
                    <a:pt x="1082" y="2008"/>
                  </a:lnTo>
                  <a:lnTo>
                    <a:pt x="1121" y="2085"/>
                  </a:lnTo>
                  <a:lnTo>
                    <a:pt x="1005" y="2085"/>
                  </a:lnTo>
                  <a:lnTo>
                    <a:pt x="889" y="2124"/>
                  </a:lnTo>
                  <a:lnTo>
                    <a:pt x="850" y="2201"/>
                  </a:lnTo>
                  <a:lnTo>
                    <a:pt x="812" y="2278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510"/>
                  </a:lnTo>
                  <a:lnTo>
                    <a:pt x="966" y="2549"/>
                  </a:lnTo>
                  <a:lnTo>
                    <a:pt x="1198" y="2626"/>
                  </a:lnTo>
                  <a:lnTo>
                    <a:pt x="1430" y="2703"/>
                  </a:lnTo>
                  <a:lnTo>
                    <a:pt x="1623" y="2858"/>
                  </a:lnTo>
                  <a:lnTo>
                    <a:pt x="1816" y="3012"/>
                  </a:lnTo>
                  <a:lnTo>
                    <a:pt x="1970" y="3205"/>
                  </a:lnTo>
                  <a:lnTo>
                    <a:pt x="2086" y="3398"/>
                  </a:lnTo>
                  <a:lnTo>
                    <a:pt x="2125" y="3630"/>
                  </a:lnTo>
                  <a:lnTo>
                    <a:pt x="2125" y="3900"/>
                  </a:lnTo>
                  <a:lnTo>
                    <a:pt x="2086" y="4132"/>
                  </a:lnTo>
                  <a:lnTo>
                    <a:pt x="2009" y="4364"/>
                  </a:lnTo>
                  <a:lnTo>
                    <a:pt x="1893" y="4557"/>
                  </a:lnTo>
                  <a:lnTo>
                    <a:pt x="1739" y="4711"/>
                  </a:lnTo>
                  <a:lnTo>
                    <a:pt x="1545" y="4866"/>
                  </a:lnTo>
                  <a:lnTo>
                    <a:pt x="1314" y="4943"/>
                  </a:lnTo>
                  <a:lnTo>
                    <a:pt x="1198" y="4981"/>
                  </a:lnTo>
                  <a:lnTo>
                    <a:pt x="1082" y="4981"/>
                  </a:lnTo>
                  <a:lnTo>
                    <a:pt x="889" y="4904"/>
                  </a:lnTo>
                  <a:lnTo>
                    <a:pt x="773" y="4788"/>
                  </a:lnTo>
                  <a:lnTo>
                    <a:pt x="696" y="4634"/>
                  </a:lnTo>
                  <a:lnTo>
                    <a:pt x="696" y="4441"/>
                  </a:lnTo>
                  <a:lnTo>
                    <a:pt x="735" y="4286"/>
                  </a:lnTo>
                  <a:lnTo>
                    <a:pt x="812" y="4209"/>
                  </a:lnTo>
                  <a:lnTo>
                    <a:pt x="889" y="4171"/>
                  </a:lnTo>
                  <a:lnTo>
                    <a:pt x="966" y="4132"/>
                  </a:lnTo>
                  <a:lnTo>
                    <a:pt x="1121" y="4093"/>
                  </a:lnTo>
                  <a:lnTo>
                    <a:pt x="1237" y="4055"/>
                  </a:lnTo>
                  <a:lnTo>
                    <a:pt x="1314" y="3939"/>
                  </a:lnTo>
                  <a:lnTo>
                    <a:pt x="1314" y="3784"/>
                  </a:lnTo>
                  <a:lnTo>
                    <a:pt x="1275" y="3746"/>
                  </a:lnTo>
                  <a:lnTo>
                    <a:pt x="1237" y="3669"/>
                  </a:lnTo>
                  <a:lnTo>
                    <a:pt x="117" y="2935"/>
                  </a:lnTo>
                  <a:lnTo>
                    <a:pt x="1" y="3282"/>
                  </a:lnTo>
                  <a:lnTo>
                    <a:pt x="657" y="3784"/>
                  </a:lnTo>
                  <a:lnTo>
                    <a:pt x="503" y="3900"/>
                  </a:lnTo>
                  <a:lnTo>
                    <a:pt x="387" y="3977"/>
                  </a:lnTo>
                  <a:lnTo>
                    <a:pt x="310" y="4132"/>
                  </a:lnTo>
                  <a:lnTo>
                    <a:pt x="233" y="4248"/>
                  </a:lnTo>
                  <a:lnTo>
                    <a:pt x="194" y="4402"/>
                  </a:lnTo>
                  <a:lnTo>
                    <a:pt x="194" y="4557"/>
                  </a:lnTo>
                  <a:lnTo>
                    <a:pt x="194" y="4711"/>
                  </a:lnTo>
                  <a:lnTo>
                    <a:pt x="271" y="4904"/>
                  </a:lnTo>
                  <a:lnTo>
                    <a:pt x="387" y="5097"/>
                  </a:lnTo>
                  <a:lnTo>
                    <a:pt x="542" y="5252"/>
                  </a:lnTo>
                  <a:lnTo>
                    <a:pt x="735" y="5368"/>
                  </a:lnTo>
                  <a:lnTo>
                    <a:pt x="966" y="5445"/>
                  </a:lnTo>
                  <a:lnTo>
                    <a:pt x="1198" y="5445"/>
                  </a:lnTo>
                  <a:lnTo>
                    <a:pt x="1430" y="5406"/>
                  </a:lnTo>
                  <a:lnTo>
                    <a:pt x="1623" y="5329"/>
                  </a:lnTo>
                  <a:lnTo>
                    <a:pt x="1854" y="5213"/>
                  </a:lnTo>
                  <a:lnTo>
                    <a:pt x="2086" y="5059"/>
                  </a:lnTo>
                  <a:lnTo>
                    <a:pt x="2241" y="4866"/>
                  </a:lnTo>
                  <a:lnTo>
                    <a:pt x="2395" y="4673"/>
                  </a:lnTo>
                  <a:lnTo>
                    <a:pt x="2511" y="4441"/>
                  </a:lnTo>
                  <a:lnTo>
                    <a:pt x="2588" y="4209"/>
                  </a:lnTo>
                  <a:lnTo>
                    <a:pt x="2588" y="3977"/>
                  </a:lnTo>
                  <a:lnTo>
                    <a:pt x="2588" y="3746"/>
                  </a:lnTo>
                  <a:lnTo>
                    <a:pt x="2549" y="3514"/>
                  </a:lnTo>
                  <a:lnTo>
                    <a:pt x="2472" y="3282"/>
                  </a:lnTo>
                  <a:lnTo>
                    <a:pt x="2395" y="3089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510"/>
                  </a:lnTo>
                  <a:lnTo>
                    <a:pt x="1739" y="2356"/>
                  </a:lnTo>
                  <a:lnTo>
                    <a:pt x="1507" y="2240"/>
                  </a:lnTo>
                  <a:lnTo>
                    <a:pt x="1275" y="2124"/>
                  </a:lnTo>
                  <a:lnTo>
                    <a:pt x="1623" y="2008"/>
                  </a:lnTo>
                  <a:lnTo>
                    <a:pt x="1932" y="1815"/>
                  </a:lnTo>
                  <a:lnTo>
                    <a:pt x="2279" y="1661"/>
                  </a:lnTo>
                  <a:lnTo>
                    <a:pt x="2549" y="1429"/>
                  </a:lnTo>
                  <a:lnTo>
                    <a:pt x="2820" y="1197"/>
                  </a:lnTo>
                  <a:lnTo>
                    <a:pt x="3129" y="966"/>
                  </a:lnTo>
                  <a:lnTo>
                    <a:pt x="3360" y="695"/>
                  </a:lnTo>
                  <a:lnTo>
                    <a:pt x="3438" y="541"/>
                  </a:lnTo>
                  <a:lnTo>
                    <a:pt x="3515" y="386"/>
                  </a:lnTo>
                  <a:lnTo>
                    <a:pt x="3708" y="116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0" name="Google Shape;4970;p21"/>
            <p:cNvSpPr/>
            <p:nvPr/>
          </p:nvSpPr>
          <p:spPr>
            <a:xfrm>
              <a:off x="3876600" y="1260275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0" y="232"/>
                  </a:lnTo>
                  <a:lnTo>
                    <a:pt x="502" y="966"/>
                  </a:lnTo>
                  <a:lnTo>
                    <a:pt x="1043" y="1622"/>
                  </a:lnTo>
                  <a:lnTo>
                    <a:pt x="1699" y="2279"/>
                  </a:lnTo>
                  <a:lnTo>
                    <a:pt x="2356" y="2858"/>
                  </a:lnTo>
                  <a:lnTo>
                    <a:pt x="3090" y="3398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4" y="4982"/>
                  </a:lnTo>
                  <a:lnTo>
                    <a:pt x="8998" y="4943"/>
                  </a:lnTo>
                  <a:lnTo>
                    <a:pt x="9422" y="4866"/>
                  </a:lnTo>
                  <a:lnTo>
                    <a:pt x="9847" y="4789"/>
                  </a:lnTo>
                  <a:lnTo>
                    <a:pt x="10272" y="4673"/>
                  </a:lnTo>
                  <a:lnTo>
                    <a:pt x="10658" y="4518"/>
                  </a:lnTo>
                  <a:lnTo>
                    <a:pt x="11083" y="4325"/>
                  </a:lnTo>
                  <a:lnTo>
                    <a:pt x="11469" y="4132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319" y="3553"/>
                  </a:lnTo>
                  <a:lnTo>
                    <a:pt x="12434" y="3205"/>
                  </a:lnTo>
                  <a:lnTo>
                    <a:pt x="12357" y="3167"/>
                  </a:lnTo>
                  <a:lnTo>
                    <a:pt x="12280" y="3205"/>
                  </a:lnTo>
                  <a:lnTo>
                    <a:pt x="12203" y="3128"/>
                  </a:lnTo>
                  <a:lnTo>
                    <a:pt x="12010" y="3128"/>
                  </a:lnTo>
                  <a:lnTo>
                    <a:pt x="11932" y="3205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6" y="4016"/>
                  </a:lnTo>
                  <a:lnTo>
                    <a:pt x="10040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1" y="4480"/>
                  </a:lnTo>
                  <a:lnTo>
                    <a:pt x="7916" y="4480"/>
                  </a:lnTo>
                  <a:lnTo>
                    <a:pt x="7492" y="4441"/>
                  </a:lnTo>
                  <a:lnTo>
                    <a:pt x="7067" y="4402"/>
                  </a:lnTo>
                  <a:lnTo>
                    <a:pt x="6642" y="4364"/>
                  </a:lnTo>
                  <a:lnTo>
                    <a:pt x="6217" y="4248"/>
                  </a:lnTo>
                  <a:lnTo>
                    <a:pt x="5793" y="4171"/>
                  </a:lnTo>
                  <a:lnTo>
                    <a:pt x="5368" y="4016"/>
                  </a:lnTo>
                  <a:lnTo>
                    <a:pt x="4596" y="3707"/>
                  </a:lnTo>
                  <a:lnTo>
                    <a:pt x="3901" y="3283"/>
                  </a:lnTo>
                  <a:lnTo>
                    <a:pt x="3205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1" name="Google Shape;4971;p21"/>
            <p:cNvSpPr/>
            <p:nvPr/>
          </p:nvSpPr>
          <p:spPr>
            <a:xfrm>
              <a:off x="4184550" y="1267025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1"/>
                  </a:moveTo>
                  <a:lnTo>
                    <a:pt x="3360" y="78"/>
                  </a:lnTo>
                  <a:lnTo>
                    <a:pt x="3244" y="78"/>
                  </a:lnTo>
                  <a:lnTo>
                    <a:pt x="3013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3" y="1931"/>
                  </a:lnTo>
                  <a:lnTo>
                    <a:pt x="1082" y="2009"/>
                  </a:lnTo>
                  <a:lnTo>
                    <a:pt x="1120" y="2086"/>
                  </a:lnTo>
                  <a:lnTo>
                    <a:pt x="1005" y="2086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1" y="2240"/>
                  </a:lnTo>
                  <a:lnTo>
                    <a:pt x="811" y="2356"/>
                  </a:lnTo>
                  <a:lnTo>
                    <a:pt x="811" y="2433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8" y="2588"/>
                  </a:lnTo>
                  <a:lnTo>
                    <a:pt x="1429" y="2704"/>
                  </a:lnTo>
                  <a:lnTo>
                    <a:pt x="1622" y="2820"/>
                  </a:lnTo>
                  <a:lnTo>
                    <a:pt x="1815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4" y="3630"/>
                  </a:lnTo>
                  <a:lnTo>
                    <a:pt x="2124" y="3901"/>
                  </a:lnTo>
                  <a:lnTo>
                    <a:pt x="2086" y="4094"/>
                  </a:lnTo>
                  <a:lnTo>
                    <a:pt x="2009" y="4326"/>
                  </a:lnTo>
                  <a:lnTo>
                    <a:pt x="1893" y="4519"/>
                  </a:lnTo>
                  <a:lnTo>
                    <a:pt x="1738" y="4712"/>
                  </a:lnTo>
                  <a:lnTo>
                    <a:pt x="1545" y="4828"/>
                  </a:lnTo>
                  <a:lnTo>
                    <a:pt x="1313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6"/>
                  </a:lnTo>
                  <a:lnTo>
                    <a:pt x="657" y="4441"/>
                  </a:lnTo>
                  <a:lnTo>
                    <a:pt x="734" y="4287"/>
                  </a:lnTo>
                  <a:lnTo>
                    <a:pt x="811" y="4210"/>
                  </a:lnTo>
                  <a:lnTo>
                    <a:pt x="889" y="4132"/>
                  </a:lnTo>
                  <a:lnTo>
                    <a:pt x="966" y="4094"/>
                  </a:lnTo>
                  <a:lnTo>
                    <a:pt x="1120" y="4094"/>
                  </a:lnTo>
                  <a:lnTo>
                    <a:pt x="1236" y="4017"/>
                  </a:lnTo>
                  <a:lnTo>
                    <a:pt x="1313" y="3901"/>
                  </a:lnTo>
                  <a:lnTo>
                    <a:pt x="1313" y="3785"/>
                  </a:lnTo>
                  <a:lnTo>
                    <a:pt x="1275" y="3708"/>
                  </a:lnTo>
                  <a:lnTo>
                    <a:pt x="1198" y="3669"/>
                  </a:lnTo>
                  <a:lnTo>
                    <a:pt x="116" y="2935"/>
                  </a:lnTo>
                  <a:lnTo>
                    <a:pt x="1" y="3283"/>
                  </a:lnTo>
                  <a:lnTo>
                    <a:pt x="657" y="3785"/>
                  </a:lnTo>
                  <a:lnTo>
                    <a:pt x="503" y="3862"/>
                  </a:lnTo>
                  <a:lnTo>
                    <a:pt x="387" y="3978"/>
                  </a:lnTo>
                  <a:lnTo>
                    <a:pt x="309" y="4094"/>
                  </a:lnTo>
                  <a:lnTo>
                    <a:pt x="232" y="4248"/>
                  </a:lnTo>
                  <a:lnTo>
                    <a:pt x="194" y="4403"/>
                  </a:lnTo>
                  <a:lnTo>
                    <a:pt x="194" y="4557"/>
                  </a:lnTo>
                  <a:lnTo>
                    <a:pt x="194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1" y="5252"/>
                  </a:lnTo>
                  <a:lnTo>
                    <a:pt x="734" y="5368"/>
                  </a:lnTo>
                  <a:lnTo>
                    <a:pt x="966" y="5407"/>
                  </a:lnTo>
                  <a:lnTo>
                    <a:pt x="1198" y="5407"/>
                  </a:lnTo>
                  <a:lnTo>
                    <a:pt x="1429" y="5368"/>
                  </a:lnTo>
                  <a:lnTo>
                    <a:pt x="1622" y="5330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0" y="4828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6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31" y="2472"/>
                  </a:lnTo>
                  <a:lnTo>
                    <a:pt x="1738" y="2356"/>
                  </a:lnTo>
                  <a:lnTo>
                    <a:pt x="1507" y="2202"/>
                  </a:lnTo>
                  <a:lnTo>
                    <a:pt x="1275" y="2124"/>
                  </a:lnTo>
                  <a:lnTo>
                    <a:pt x="1622" y="1970"/>
                  </a:lnTo>
                  <a:lnTo>
                    <a:pt x="1931" y="1816"/>
                  </a:lnTo>
                  <a:lnTo>
                    <a:pt x="2240" y="1622"/>
                  </a:lnTo>
                  <a:lnTo>
                    <a:pt x="2549" y="1391"/>
                  </a:lnTo>
                  <a:lnTo>
                    <a:pt x="2819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7" y="541"/>
                  </a:lnTo>
                  <a:lnTo>
                    <a:pt x="3515" y="387"/>
                  </a:lnTo>
                  <a:lnTo>
                    <a:pt x="3708" y="78"/>
                  </a:lnTo>
                  <a:lnTo>
                    <a:pt x="351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2" name="Google Shape;4972;p21"/>
            <p:cNvSpPr/>
            <p:nvPr/>
          </p:nvSpPr>
          <p:spPr>
            <a:xfrm>
              <a:off x="3067625" y="1293100"/>
              <a:ext cx="105250" cy="105250"/>
            </a:xfrm>
            <a:custGeom>
              <a:avLst/>
              <a:gdLst/>
              <a:ahLst/>
              <a:cxnLst/>
              <a:rect l="l" t="t" r="r" b="b"/>
              <a:pathLst>
                <a:path w="4210" h="4210" extrusionOk="0">
                  <a:moveTo>
                    <a:pt x="2317" y="348"/>
                  </a:moveTo>
                  <a:lnTo>
                    <a:pt x="2472" y="425"/>
                  </a:lnTo>
                  <a:lnTo>
                    <a:pt x="2665" y="464"/>
                  </a:lnTo>
                  <a:lnTo>
                    <a:pt x="2819" y="579"/>
                  </a:lnTo>
                  <a:lnTo>
                    <a:pt x="2974" y="695"/>
                  </a:lnTo>
                  <a:lnTo>
                    <a:pt x="3128" y="811"/>
                  </a:lnTo>
                  <a:lnTo>
                    <a:pt x="3205" y="850"/>
                  </a:lnTo>
                  <a:lnTo>
                    <a:pt x="3360" y="1081"/>
                  </a:lnTo>
                  <a:lnTo>
                    <a:pt x="3553" y="1313"/>
                  </a:lnTo>
                  <a:lnTo>
                    <a:pt x="3669" y="1545"/>
                  </a:lnTo>
                  <a:lnTo>
                    <a:pt x="3784" y="1815"/>
                  </a:lnTo>
                  <a:lnTo>
                    <a:pt x="3823" y="2085"/>
                  </a:lnTo>
                  <a:lnTo>
                    <a:pt x="3823" y="2356"/>
                  </a:lnTo>
                  <a:lnTo>
                    <a:pt x="3784" y="2665"/>
                  </a:lnTo>
                  <a:lnTo>
                    <a:pt x="3669" y="2935"/>
                  </a:lnTo>
                  <a:lnTo>
                    <a:pt x="3476" y="3244"/>
                  </a:lnTo>
                  <a:lnTo>
                    <a:pt x="3205" y="3476"/>
                  </a:lnTo>
                  <a:lnTo>
                    <a:pt x="2896" y="3669"/>
                  </a:lnTo>
                  <a:lnTo>
                    <a:pt x="2587" y="3785"/>
                  </a:lnTo>
                  <a:lnTo>
                    <a:pt x="2201" y="3862"/>
                  </a:lnTo>
                  <a:lnTo>
                    <a:pt x="1854" y="3823"/>
                  </a:lnTo>
                  <a:lnTo>
                    <a:pt x="1506" y="3746"/>
                  </a:lnTo>
                  <a:lnTo>
                    <a:pt x="1197" y="3591"/>
                  </a:lnTo>
                  <a:lnTo>
                    <a:pt x="927" y="3398"/>
                  </a:lnTo>
                  <a:lnTo>
                    <a:pt x="695" y="3167"/>
                  </a:lnTo>
                  <a:lnTo>
                    <a:pt x="541" y="2858"/>
                  </a:lnTo>
                  <a:lnTo>
                    <a:pt x="425" y="2549"/>
                  </a:lnTo>
                  <a:lnTo>
                    <a:pt x="348" y="2240"/>
                  </a:lnTo>
                  <a:lnTo>
                    <a:pt x="348" y="1892"/>
                  </a:lnTo>
                  <a:lnTo>
                    <a:pt x="425" y="1583"/>
                  </a:lnTo>
                  <a:lnTo>
                    <a:pt x="541" y="1275"/>
                  </a:lnTo>
                  <a:lnTo>
                    <a:pt x="772" y="966"/>
                  </a:lnTo>
                  <a:lnTo>
                    <a:pt x="1081" y="695"/>
                  </a:lnTo>
                  <a:lnTo>
                    <a:pt x="1390" y="502"/>
                  </a:lnTo>
                  <a:lnTo>
                    <a:pt x="1738" y="386"/>
                  </a:lnTo>
                  <a:lnTo>
                    <a:pt x="2124" y="348"/>
                  </a:lnTo>
                  <a:close/>
                  <a:moveTo>
                    <a:pt x="1892" y="0"/>
                  </a:moveTo>
                  <a:lnTo>
                    <a:pt x="1545" y="77"/>
                  </a:lnTo>
                  <a:lnTo>
                    <a:pt x="1197" y="232"/>
                  </a:lnTo>
                  <a:lnTo>
                    <a:pt x="850" y="425"/>
                  </a:lnTo>
                  <a:lnTo>
                    <a:pt x="618" y="618"/>
                  </a:lnTo>
                  <a:lnTo>
                    <a:pt x="464" y="811"/>
                  </a:lnTo>
                  <a:lnTo>
                    <a:pt x="309" y="966"/>
                  </a:lnTo>
                  <a:lnTo>
                    <a:pt x="232" y="1159"/>
                  </a:lnTo>
                  <a:lnTo>
                    <a:pt x="116" y="1390"/>
                  </a:lnTo>
                  <a:lnTo>
                    <a:pt x="39" y="1815"/>
                  </a:lnTo>
                  <a:lnTo>
                    <a:pt x="0" y="2240"/>
                  </a:lnTo>
                  <a:lnTo>
                    <a:pt x="77" y="2665"/>
                  </a:lnTo>
                  <a:lnTo>
                    <a:pt x="232" y="3051"/>
                  </a:lnTo>
                  <a:lnTo>
                    <a:pt x="464" y="3437"/>
                  </a:lnTo>
                  <a:lnTo>
                    <a:pt x="618" y="3591"/>
                  </a:lnTo>
                  <a:lnTo>
                    <a:pt x="772" y="3746"/>
                  </a:lnTo>
                  <a:lnTo>
                    <a:pt x="1120" y="3978"/>
                  </a:lnTo>
                  <a:lnTo>
                    <a:pt x="1506" y="4132"/>
                  </a:lnTo>
                  <a:lnTo>
                    <a:pt x="1931" y="4209"/>
                  </a:lnTo>
                  <a:lnTo>
                    <a:pt x="2317" y="4209"/>
                  </a:lnTo>
                  <a:lnTo>
                    <a:pt x="2742" y="4132"/>
                  </a:lnTo>
                  <a:lnTo>
                    <a:pt x="3128" y="3978"/>
                  </a:lnTo>
                  <a:lnTo>
                    <a:pt x="3476" y="3785"/>
                  </a:lnTo>
                  <a:lnTo>
                    <a:pt x="3784" y="3476"/>
                  </a:lnTo>
                  <a:lnTo>
                    <a:pt x="3900" y="3321"/>
                  </a:lnTo>
                  <a:lnTo>
                    <a:pt x="4016" y="3128"/>
                  </a:lnTo>
                  <a:lnTo>
                    <a:pt x="4093" y="2935"/>
                  </a:lnTo>
                  <a:lnTo>
                    <a:pt x="4132" y="2703"/>
                  </a:lnTo>
                  <a:lnTo>
                    <a:pt x="4209" y="2279"/>
                  </a:lnTo>
                  <a:lnTo>
                    <a:pt x="4171" y="1854"/>
                  </a:lnTo>
                  <a:lnTo>
                    <a:pt x="4055" y="1429"/>
                  </a:lnTo>
                  <a:lnTo>
                    <a:pt x="3939" y="1236"/>
                  </a:lnTo>
                  <a:lnTo>
                    <a:pt x="3823" y="1043"/>
                  </a:lnTo>
                  <a:lnTo>
                    <a:pt x="3707" y="888"/>
                  </a:lnTo>
                  <a:lnTo>
                    <a:pt x="3553" y="734"/>
                  </a:lnTo>
                  <a:lnTo>
                    <a:pt x="3360" y="579"/>
                  </a:lnTo>
                  <a:lnTo>
                    <a:pt x="3167" y="502"/>
                  </a:lnTo>
                  <a:lnTo>
                    <a:pt x="3128" y="502"/>
                  </a:lnTo>
                  <a:lnTo>
                    <a:pt x="3051" y="348"/>
                  </a:lnTo>
                  <a:lnTo>
                    <a:pt x="2896" y="232"/>
                  </a:lnTo>
                  <a:lnTo>
                    <a:pt x="2780" y="116"/>
                  </a:lnTo>
                  <a:lnTo>
                    <a:pt x="2626" y="77"/>
                  </a:lnTo>
                  <a:lnTo>
                    <a:pt x="2433" y="39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3" name="Google Shape;4973;p21"/>
            <p:cNvSpPr/>
            <p:nvPr/>
          </p:nvSpPr>
          <p:spPr>
            <a:xfrm>
              <a:off x="686050" y="1295025"/>
              <a:ext cx="44425" cy="43475"/>
            </a:xfrm>
            <a:custGeom>
              <a:avLst/>
              <a:gdLst/>
              <a:ahLst/>
              <a:cxnLst/>
              <a:rect l="l" t="t" r="r" b="b"/>
              <a:pathLst>
                <a:path w="1777" h="1739" extrusionOk="0">
                  <a:moveTo>
                    <a:pt x="773" y="309"/>
                  </a:moveTo>
                  <a:lnTo>
                    <a:pt x="966" y="348"/>
                  </a:lnTo>
                  <a:lnTo>
                    <a:pt x="1159" y="464"/>
                  </a:lnTo>
                  <a:lnTo>
                    <a:pt x="1313" y="580"/>
                  </a:lnTo>
                  <a:lnTo>
                    <a:pt x="1390" y="773"/>
                  </a:lnTo>
                  <a:lnTo>
                    <a:pt x="1390" y="966"/>
                  </a:lnTo>
                  <a:lnTo>
                    <a:pt x="1352" y="1043"/>
                  </a:lnTo>
                  <a:lnTo>
                    <a:pt x="1275" y="1159"/>
                  </a:lnTo>
                  <a:lnTo>
                    <a:pt x="1197" y="1236"/>
                  </a:lnTo>
                  <a:lnTo>
                    <a:pt x="1082" y="1275"/>
                  </a:lnTo>
                  <a:lnTo>
                    <a:pt x="888" y="1352"/>
                  </a:lnTo>
                  <a:lnTo>
                    <a:pt x="695" y="1352"/>
                  </a:lnTo>
                  <a:lnTo>
                    <a:pt x="541" y="1236"/>
                  </a:lnTo>
                  <a:lnTo>
                    <a:pt x="425" y="1082"/>
                  </a:lnTo>
                  <a:lnTo>
                    <a:pt x="386" y="889"/>
                  </a:lnTo>
                  <a:lnTo>
                    <a:pt x="386" y="734"/>
                  </a:lnTo>
                  <a:lnTo>
                    <a:pt x="464" y="541"/>
                  </a:lnTo>
                  <a:lnTo>
                    <a:pt x="541" y="387"/>
                  </a:lnTo>
                  <a:lnTo>
                    <a:pt x="541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8" y="39"/>
                  </a:lnTo>
                  <a:lnTo>
                    <a:pt x="464" y="116"/>
                  </a:lnTo>
                  <a:lnTo>
                    <a:pt x="425" y="155"/>
                  </a:lnTo>
                  <a:lnTo>
                    <a:pt x="348" y="155"/>
                  </a:lnTo>
                  <a:lnTo>
                    <a:pt x="232" y="271"/>
                  </a:lnTo>
                  <a:lnTo>
                    <a:pt x="116" y="387"/>
                  </a:lnTo>
                  <a:lnTo>
                    <a:pt x="39" y="502"/>
                  </a:lnTo>
                  <a:lnTo>
                    <a:pt x="0" y="657"/>
                  </a:lnTo>
                  <a:lnTo>
                    <a:pt x="0" y="850"/>
                  </a:lnTo>
                  <a:lnTo>
                    <a:pt x="0" y="1004"/>
                  </a:lnTo>
                  <a:lnTo>
                    <a:pt x="39" y="1159"/>
                  </a:lnTo>
                  <a:lnTo>
                    <a:pt x="116" y="1313"/>
                  </a:lnTo>
                  <a:lnTo>
                    <a:pt x="193" y="1468"/>
                  </a:lnTo>
                  <a:lnTo>
                    <a:pt x="348" y="1584"/>
                  </a:lnTo>
                  <a:lnTo>
                    <a:pt x="464" y="1661"/>
                  </a:lnTo>
                  <a:lnTo>
                    <a:pt x="618" y="1738"/>
                  </a:lnTo>
                  <a:lnTo>
                    <a:pt x="966" y="1738"/>
                  </a:lnTo>
                  <a:lnTo>
                    <a:pt x="1120" y="1700"/>
                  </a:lnTo>
                  <a:lnTo>
                    <a:pt x="1275" y="1622"/>
                  </a:lnTo>
                  <a:lnTo>
                    <a:pt x="1429" y="1545"/>
                  </a:lnTo>
                  <a:lnTo>
                    <a:pt x="1584" y="1391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27"/>
                  </a:lnTo>
                  <a:lnTo>
                    <a:pt x="1777" y="773"/>
                  </a:lnTo>
                  <a:lnTo>
                    <a:pt x="1738" y="580"/>
                  </a:lnTo>
                  <a:lnTo>
                    <a:pt x="1661" y="425"/>
                  </a:lnTo>
                  <a:lnTo>
                    <a:pt x="1545" y="271"/>
                  </a:lnTo>
                  <a:lnTo>
                    <a:pt x="1429" y="155"/>
                  </a:lnTo>
                  <a:lnTo>
                    <a:pt x="1275" y="78"/>
                  </a:lnTo>
                  <a:lnTo>
                    <a:pt x="1120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4" name="Google Shape;4974;p21"/>
            <p:cNvSpPr/>
            <p:nvPr/>
          </p:nvSpPr>
          <p:spPr>
            <a:xfrm>
              <a:off x="691825" y="1300825"/>
              <a:ext cx="114925" cy="285775"/>
            </a:xfrm>
            <a:custGeom>
              <a:avLst/>
              <a:gdLst/>
              <a:ahLst/>
              <a:cxnLst/>
              <a:rect l="l" t="t" r="r" b="b"/>
              <a:pathLst>
                <a:path w="4597" h="11431" extrusionOk="0">
                  <a:moveTo>
                    <a:pt x="3631" y="888"/>
                  </a:moveTo>
                  <a:lnTo>
                    <a:pt x="3708" y="2008"/>
                  </a:lnTo>
                  <a:lnTo>
                    <a:pt x="3824" y="3128"/>
                  </a:lnTo>
                  <a:lnTo>
                    <a:pt x="3940" y="4248"/>
                  </a:lnTo>
                  <a:lnTo>
                    <a:pt x="4017" y="5406"/>
                  </a:lnTo>
                  <a:lnTo>
                    <a:pt x="4056" y="6603"/>
                  </a:lnTo>
                  <a:lnTo>
                    <a:pt x="4056" y="7260"/>
                  </a:lnTo>
                  <a:lnTo>
                    <a:pt x="3978" y="7878"/>
                  </a:lnTo>
                  <a:lnTo>
                    <a:pt x="3901" y="8534"/>
                  </a:lnTo>
                  <a:lnTo>
                    <a:pt x="3747" y="9152"/>
                  </a:lnTo>
                  <a:lnTo>
                    <a:pt x="3515" y="9731"/>
                  </a:lnTo>
                  <a:lnTo>
                    <a:pt x="3245" y="10272"/>
                  </a:lnTo>
                  <a:lnTo>
                    <a:pt x="3013" y="10542"/>
                  </a:lnTo>
                  <a:lnTo>
                    <a:pt x="2781" y="10735"/>
                  </a:lnTo>
                  <a:lnTo>
                    <a:pt x="2472" y="10851"/>
                  </a:lnTo>
                  <a:lnTo>
                    <a:pt x="2202" y="10851"/>
                  </a:lnTo>
                  <a:lnTo>
                    <a:pt x="1893" y="10812"/>
                  </a:lnTo>
                  <a:lnTo>
                    <a:pt x="1623" y="10696"/>
                  </a:lnTo>
                  <a:lnTo>
                    <a:pt x="1353" y="10503"/>
                  </a:lnTo>
                  <a:lnTo>
                    <a:pt x="1121" y="10233"/>
                  </a:lnTo>
                  <a:lnTo>
                    <a:pt x="966" y="9963"/>
                  </a:lnTo>
                  <a:lnTo>
                    <a:pt x="851" y="9692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95"/>
                  </a:lnTo>
                  <a:lnTo>
                    <a:pt x="657" y="7878"/>
                  </a:lnTo>
                  <a:lnTo>
                    <a:pt x="657" y="5329"/>
                  </a:lnTo>
                  <a:lnTo>
                    <a:pt x="619" y="4055"/>
                  </a:lnTo>
                  <a:lnTo>
                    <a:pt x="580" y="2780"/>
                  </a:lnTo>
                  <a:lnTo>
                    <a:pt x="542" y="2742"/>
                  </a:lnTo>
                  <a:lnTo>
                    <a:pt x="580" y="2742"/>
                  </a:lnTo>
                  <a:lnTo>
                    <a:pt x="1353" y="2356"/>
                  </a:lnTo>
                  <a:lnTo>
                    <a:pt x="2163" y="1931"/>
                  </a:lnTo>
                  <a:lnTo>
                    <a:pt x="2936" y="1429"/>
                  </a:lnTo>
                  <a:lnTo>
                    <a:pt x="3283" y="1159"/>
                  </a:lnTo>
                  <a:lnTo>
                    <a:pt x="3631" y="888"/>
                  </a:lnTo>
                  <a:close/>
                  <a:moveTo>
                    <a:pt x="3978" y="0"/>
                  </a:moveTo>
                  <a:lnTo>
                    <a:pt x="3901" y="39"/>
                  </a:lnTo>
                  <a:lnTo>
                    <a:pt x="3476" y="309"/>
                  </a:lnTo>
                  <a:lnTo>
                    <a:pt x="3052" y="657"/>
                  </a:lnTo>
                  <a:lnTo>
                    <a:pt x="2627" y="966"/>
                  </a:lnTo>
                  <a:lnTo>
                    <a:pt x="2202" y="1313"/>
                  </a:lnTo>
                  <a:lnTo>
                    <a:pt x="1314" y="1892"/>
                  </a:lnTo>
                  <a:lnTo>
                    <a:pt x="426" y="2472"/>
                  </a:lnTo>
                  <a:lnTo>
                    <a:pt x="349" y="2549"/>
                  </a:lnTo>
                  <a:lnTo>
                    <a:pt x="349" y="2626"/>
                  </a:lnTo>
                  <a:lnTo>
                    <a:pt x="271" y="2665"/>
                  </a:lnTo>
                  <a:lnTo>
                    <a:pt x="233" y="2780"/>
                  </a:lnTo>
                  <a:lnTo>
                    <a:pt x="194" y="3823"/>
                  </a:lnTo>
                  <a:lnTo>
                    <a:pt x="155" y="4827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7"/>
                  </a:lnTo>
                  <a:lnTo>
                    <a:pt x="155" y="7685"/>
                  </a:lnTo>
                  <a:lnTo>
                    <a:pt x="155" y="8418"/>
                  </a:lnTo>
                  <a:lnTo>
                    <a:pt x="233" y="9152"/>
                  </a:lnTo>
                  <a:lnTo>
                    <a:pt x="310" y="9615"/>
                  </a:lnTo>
                  <a:lnTo>
                    <a:pt x="503" y="10079"/>
                  </a:lnTo>
                  <a:lnTo>
                    <a:pt x="735" y="10503"/>
                  </a:lnTo>
                  <a:lnTo>
                    <a:pt x="1044" y="10890"/>
                  </a:lnTo>
                  <a:lnTo>
                    <a:pt x="1198" y="11044"/>
                  </a:lnTo>
                  <a:lnTo>
                    <a:pt x="1391" y="11198"/>
                  </a:lnTo>
                  <a:lnTo>
                    <a:pt x="1623" y="11314"/>
                  </a:lnTo>
                  <a:lnTo>
                    <a:pt x="1816" y="11392"/>
                  </a:lnTo>
                  <a:lnTo>
                    <a:pt x="2048" y="11430"/>
                  </a:lnTo>
                  <a:lnTo>
                    <a:pt x="2279" y="11430"/>
                  </a:lnTo>
                  <a:lnTo>
                    <a:pt x="2550" y="11392"/>
                  </a:lnTo>
                  <a:lnTo>
                    <a:pt x="2820" y="11314"/>
                  </a:lnTo>
                  <a:lnTo>
                    <a:pt x="3052" y="11198"/>
                  </a:lnTo>
                  <a:lnTo>
                    <a:pt x="3283" y="11044"/>
                  </a:lnTo>
                  <a:lnTo>
                    <a:pt x="3476" y="10851"/>
                  </a:lnTo>
                  <a:lnTo>
                    <a:pt x="3669" y="10658"/>
                  </a:lnTo>
                  <a:lnTo>
                    <a:pt x="3824" y="10388"/>
                  </a:lnTo>
                  <a:lnTo>
                    <a:pt x="3978" y="10117"/>
                  </a:lnTo>
                  <a:lnTo>
                    <a:pt x="4171" y="9538"/>
                  </a:lnTo>
                  <a:lnTo>
                    <a:pt x="4326" y="8920"/>
                  </a:lnTo>
                  <a:lnTo>
                    <a:pt x="4442" y="8302"/>
                  </a:lnTo>
                  <a:lnTo>
                    <a:pt x="4519" y="7723"/>
                  </a:lnTo>
                  <a:lnTo>
                    <a:pt x="4558" y="7221"/>
                  </a:lnTo>
                  <a:lnTo>
                    <a:pt x="4596" y="6642"/>
                  </a:lnTo>
                  <a:lnTo>
                    <a:pt x="4596" y="6101"/>
                  </a:lnTo>
                  <a:lnTo>
                    <a:pt x="4519" y="4981"/>
                  </a:lnTo>
                  <a:lnTo>
                    <a:pt x="4442" y="3862"/>
                  </a:lnTo>
                  <a:lnTo>
                    <a:pt x="4326" y="2780"/>
                  </a:lnTo>
                  <a:lnTo>
                    <a:pt x="4287" y="2394"/>
                  </a:lnTo>
                  <a:lnTo>
                    <a:pt x="4210" y="1468"/>
                  </a:lnTo>
                  <a:lnTo>
                    <a:pt x="4133" y="541"/>
                  </a:lnTo>
                  <a:lnTo>
                    <a:pt x="4094" y="386"/>
                  </a:lnTo>
                  <a:lnTo>
                    <a:pt x="4133" y="348"/>
                  </a:lnTo>
                  <a:lnTo>
                    <a:pt x="4171" y="270"/>
                  </a:lnTo>
                  <a:lnTo>
                    <a:pt x="4210" y="193"/>
                  </a:lnTo>
                  <a:lnTo>
                    <a:pt x="4171" y="77"/>
                  </a:lnTo>
                  <a:lnTo>
                    <a:pt x="4094" y="39"/>
                  </a:lnTo>
                  <a:lnTo>
                    <a:pt x="405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5" name="Google Shape;4975;p21"/>
            <p:cNvSpPr/>
            <p:nvPr/>
          </p:nvSpPr>
          <p:spPr>
            <a:xfrm>
              <a:off x="635850" y="1347150"/>
              <a:ext cx="42500" cy="41550"/>
            </a:xfrm>
            <a:custGeom>
              <a:avLst/>
              <a:gdLst/>
              <a:ahLst/>
              <a:cxnLst/>
              <a:rect l="l" t="t" r="r" b="b"/>
              <a:pathLst>
                <a:path w="1700" h="1662" extrusionOk="0">
                  <a:moveTo>
                    <a:pt x="1004" y="387"/>
                  </a:moveTo>
                  <a:lnTo>
                    <a:pt x="1120" y="425"/>
                  </a:lnTo>
                  <a:lnTo>
                    <a:pt x="1159" y="464"/>
                  </a:lnTo>
                  <a:lnTo>
                    <a:pt x="1236" y="541"/>
                  </a:lnTo>
                  <a:lnTo>
                    <a:pt x="1313" y="734"/>
                  </a:lnTo>
                  <a:lnTo>
                    <a:pt x="1313" y="927"/>
                  </a:lnTo>
                  <a:lnTo>
                    <a:pt x="1236" y="1082"/>
                  </a:lnTo>
                  <a:lnTo>
                    <a:pt x="1159" y="1159"/>
                  </a:lnTo>
                  <a:lnTo>
                    <a:pt x="1082" y="1236"/>
                  </a:lnTo>
                  <a:lnTo>
                    <a:pt x="888" y="1275"/>
                  </a:lnTo>
                  <a:lnTo>
                    <a:pt x="695" y="1236"/>
                  </a:lnTo>
                  <a:lnTo>
                    <a:pt x="541" y="1121"/>
                  </a:lnTo>
                  <a:lnTo>
                    <a:pt x="464" y="1082"/>
                  </a:lnTo>
                  <a:lnTo>
                    <a:pt x="425" y="966"/>
                  </a:lnTo>
                  <a:lnTo>
                    <a:pt x="386" y="889"/>
                  </a:lnTo>
                  <a:lnTo>
                    <a:pt x="386" y="773"/>
                  </a:lnTo>
                  <a:lnTo>
                    <a:pt x="425" y="541"/>
                  </a:lnTo>
                  <a:lnTo>
                    <a:pt x="541" y="580"/>
                  </a:lnTo>
                  <a:lnTo>
                    <a:pt x="618" y="541"/>
                  </a:lnTo>
                  <a:lnTo>
                    <a:pt x="773" y="425"/>
                  </a:lnTo>
                  <a:lnTo>
                    <a:pt x="927" y="387"/>
                  </a:lnTo>
                  <a:close/>
                  <a:moveTo>
                    <a:pt x="734" y="1"/>
                  </a:moveTo>
                  <a:lnTo>
                    <a:pt x="618" y="39"/>
                  </a:lnTo>
                  <a:lnTo>
                    <a:pt x="502" y="117"/>
                  </a:lnTo>
                  <a:lnTo>
                    <a:pt x="348" y="194"/>
                  </a:lnTo>
                  <a:lnTo>
                    <a:pt x="232" y="310"/>
                  </a:lnTo>
                  <a:lnTo>
                    <a:pt x="155" y="425"/>
                  </a:lnTo>
                  <a:lnTo>
                    <a:pt x="78" y="580"/>
                  </a:lnTo>
                  <a:lnTo>
                    <a:pt x="39" y="696"/>
                  </a:lnTo>
                  <a:lnTo>
                    <a:pt x="0" y="850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3" y="1352"/>
                  </a:lnTo>
                  <a:lnTo>
                    <a:pt x="309" y="1468"/>
                  </a:lnTo>
                  <a:lnTo>
                    <a:pt x="464" y="1584"/>
                  </a:lnTo>
                  <a:lnTo>
                    <a:pt x="657" y="1623"/>
                  </a:lnTo>
                  <a:lnTo>
                    <a:pt x="811" y="1661"/>
                  </a:lnTo>
                  <a:lnTo>
                    <a:pt x="1004" y="1661"/>
                  </a:lnTo>
                  <a:lnTo>
                    <a:pt x="1197" y="1584"/>
                  </a:lnTo>
                  <a:lnTo>
                    <a:pt x="1352" y="1507"/>
                  </a:lnTo>
                  <a:lnTo>
                    <a:pt x="1468" y="1391"/>
                  </a:lnTo>
                  <a:lnTo>
                    <a:pt x="1584" y="1236"/>
                  </a:lnTo>
                  <a:lnTo>
                    <a:pt x="1661" y="1082"/>
                  </a:lnTo>
                  <a:lnTo>
                    <a:pt x="1699" y="927"/>
                  </a:lnTo>
                  <a:lnTo>
                    <a:pt x="1699" y="734"/>
                  </a:lnTo>
                  <a:lnTo>
                    <a:pt x="1661" y="541"/>
                  </a:lnTo>
                  <a:lnTo>
                    <a:pt x="1584" y="387"/>
                  </a:lnTo>
                  <a:lnTo>
                    <a:pt x="1506" y="232"/>
                  </a:lnTo>
                  <a:lnTo>
                    <a:pt x="1390" y="155"/>
                  </a:lnTo>
                  <a:lnTo>
                    <a:pt x="1275" y="78"/>
                  </a:lnTo>
                  <a:lnTo>
                    <a:pt x="100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6" name="Google Shape;4976;p21"/>
            <p:cNvSpPr/>
            <p:nvPr/>
          </p:nvSpPr>
          <p:spPr>
            <a:xfrm>
              <a:off x="444700" y="1374175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71" y="1"/>
                  </a:moveTo>
                  <a:lnTo>
                    <a:pt x="116" y="40"/>
                  </a:lnTo>
                  <a:lnTo>
                    <a:pt x="39" y="117"/>
                  </a:lnTo>
                  <a:lnTo>
                    <a:pt x="1" y="233"/>
                  </a:lnTo>
                  <a:lnTo>
                    <a:pt x="39" y="387"/>
                  </a:lnTo>
                  <a:lnTo>
                    <a:pt x="348" y="889"/>
                  </a:lnTo>
                  <a:lnTo>
                    <a:pt x="657" y="1391"/>
                  </a:lnTo>
                  <a:lnTo>
                    <a:pt x="1005" y="1854"/>
                  </a:lnTo>
                  <a:lnTo>
                    <a:pt x="1391" y="2318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4" y="3553"/>
                  </a:lnTo>
                  <a:lnTo>
                    <a:pt x="3167" y="3901"/>
                  </a:lnTo>
                  <a:lnTo>
                    <a:pt x="3553" y="3747"/>
                  </a:lnTo>
                  <a:lnTo>
                    <a:pt x="2781" y="3013"/>
                  </a:lnTo>
                  <a:lnTo>
                    <a:pt x="2047" y="2241"/>
                  </a:lnTo>
                  <a:lnTo>
                    <a:pt x="1352" y="1430"/>
                  </a:lnTo>
                  <a:lnTo>
                    <a:pt x="1043" y="1005"/>
                  </a:lnTo>
                  <a:lnTo>
                    <a:pt x="734" y="542"/>
                  </a:lnTo>
                  <a:lnTo>
                    <a:pt x="1622" y="696"/>
                  </a:lnTo>
                  <a:lnTo>
                    <a:pt x="2511" y="889"/>
                  </a:lnTo>
                  <a:lnTo>
                    <a:pt x="3013" y="1044"/>
                  </a:lnTo>
                  <a:lnTo>
                    <a:pt x="3515" y="1198"/>
                  </a:lnTo>
                  <a:lnTo>
                    <a:pt x="4017" y="1352"/>
                  </a:lnTo>
                  <a:lnTo>
                    <a:pt x="4480" y="1507"/>
                  </a:lnTo>
                  <a:lnTo>
                    <a:pt x="4596" y="1507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5" y="1507"/>
                  </a:lnTo>
                  <a:lnTo>
                    <a:pt x="4943" y="1430"/>
                  </a:lnTo>
                  <a:lnTo>
                    <a:pt x="4634" y="1159"/>
                  </a:lnTo>
                  <a:lnTo>
                    <a:pt x="4171" y="850"/>
                  </a:lnTo>
                  <a:lnTo>
                    <a:pt x="3630" y="619"/>
                  </a:lnTo>
                  <a:lnTo>
                    <a:pt x="3090" y="464"/>
                  </a:lnTo>
                  <a:lnTo>
                    <a:pt x="2511" y="310"/>
                  </a:lnTo>
                  <a:lnTo>
                    <a:pt x="1931" y="194"/>
                  </a:lnTo>
                  <a:lnTo>
                    <a:pt x="1352" y="117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7" name="Google Shape;4977;p21"/>
            <p:cNvSpPr/>
            <p:nvPr/>
          </p:nvSpPr>
          <p:spPr>
            <a:xfrm>
              <a:off x="5333350" y="1388675"/>
              <a:ext cx="625575" cy="344650"/>
            </a:xfrm>
            <a:custGeom>
              <a:avLst/>
              <a:gdLst/>
              <a:ahLst/>
              <a:cxnLst/>
              <a:rect l="l" t="t" r="r" b="b"/>
              <a:pathLst>
                <a:path w="25023" h="13786" extrusionOk="0">
                  <a:moveTo>
                    <a:pt x="23285" y="965"/>
                  </a:moveTo>
                  <a:lnTo>
                    <a:pt x="23633" y="1467"/>
                  </a:lnTo>
                  <a:lnTo>
                    <a:pt x="23941" y="2008"/>
                  </a:lnTo>
                  <a:lnTo>
                    <a:pt x="23787" y="2163"/>
                  </a:lnTo>
                  <a:lnTo>
                    <a:pt x="23633" y="2201"/>
                  </a:lnTo>
                  <a:lnTo>
                    <a:pt x="23478" y="2201"/>
                  </a:lnTo>
                  <a:lnTo>
                    <a:pt x="23324" y="2163"/>
                  </a:lnTo>
                  <a:lnTo>
                    <a:pt x="23208" y="2085"/>
                  </a:lnTo>
                  <a:lnTo>
                    <a:pt x="23092" y="1969"/>
                  </a:lnTo>
                  <a:lnTo>
                    <a:pt x="23015" y="1815"/>
                  </a:lnTo>
                  <a:lnTo>
                    <a:pt x="22976" y="1661"/>
                  </a:lnTo>
                  <a:lnTo>
                    <a:pt x="22976" y="1429"/>
                  </a:lnTo>
                  <a:lnTo>
                    <a:pt x="23053" y="1274"/>
                  </a:lnTo>
                  <a:lnTo>
                    <a:pt x="23169" y="1120"/>
                  </a:lnTo>
                  <a:lnTo>
                    <a:pt x="23285" y="965"/>
                  </a:lnTo>
                  <a:close/>
                  <a:moveTo>
                    <a:pt x="24096" y="2433"/>
                  </a:moveTo>
                  <a:lnTo>
                    <a:pt x="24212" y="2780"/>
                  </a:lnTo>
                  <a:lnTo>
                    <a:pt x="24328" y="3089"/>
                  </a:lnTo>
                  <a:lnTo>
                    <a:pt x="24366" y="3437"/>
                  </a:lnTo>
                  <a:lnTo>
                    <a:pt x="24443" y="3823"/>
                  </a:lnTo>
                  <a:lnTo>
                    <a:pt x="24443" y="3823"/>
                  </a:lnTo>
                  <a:lnTo>
                    <a:pt x="24173" y="3746"/>
                  </a:lnTo>
                  <a:lnTo>
                    <a:pt x="23941" y="3591"/>
                  </a:lnTo>
                  <a:lnTo>
                    <a:pt x="23864" y="3514"/>
                  </a:lnTo>
                  <a:lnTo>
                    <a:pt x="23787" y="3398"/>
                  </a:lnTo>
                  <a:lnTo>
                    <a:pt x="23748" y="3282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7" y="2742"/>
                  </a:lnTo>
                  <a:lnTo>
                    <a:pt x="23941" y="2587"/>
                  </a:lnTo>
                  <a:lnTo>
                    <a:pt x="24096" y="2433"/>
                  </a:lnTo>
                  <a:close/>
                  <a:moveTo>
                    <a:pt x="16296" y="4981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6" y="5290"/>
                  </a:lnTo>
                  <a:lnTo>
                    <a:pt x="16566" y="5406"/>
                  </a:lnTo>
                  <a:lnTo>
                    <a:pt x="16296" y="5445"/>
                  </a:lnTo>
                  <a:lnTo>
                    <a:pt x="15639" y="5522"/>
                  </a:lnTo>
                  <a:lnTo>
                    <a:pt x="15639" y="5483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55" y="5175"/>
                  </a:lnTo>
                  <a:lnTo>
                    <a:pt x="15832" y="5097"/>
                  </a:lnTo>
                  <a:lnTo>
                    <a:pt x="15948" y="5020"/>
                  </a:lnTo>
                  <a:lnTo>
                    <a:pt x="16064" y="4981"/>
                  </a:lnTo>
                  <a:close/>
                  <a:moveTo>
                    <a:pt x="24443" y="4248"/>
                  </a:moveTo>
                  <a:lnTo>
                    <a:pt x="24443" y="4673"/>
                  </a:lnTo>
                  <a:lnTo>
                    <a:pt x="24366" y="5097"/>
                  </a:lnTo>
                  <a:lnTo>
                    <a:pt x="24250" y="5522"/>
                  </a:lnTo>
                  <a:lnTo>
                    <a:pt x="24057" y="5445"/>
                  </a:lnTo>
                  <a:lnTo>
                    <a:pt x="23903" y="5290"/>
                  </a:lnTo>
                  <a:lnTo>
                    <a:pt x="23826" y="5097"/>
                  </a:lnTo>
                  <a:lnTo>
                    <a:pt x="23787" y="4981"/>
                  </a:lnTo>
                  <a:lnTo>
                    <a:pt x="23787" y="4866"/>
                  </a:lnTo>
                  <a:lnTo>
                    <a:pt x="23826" y="4750"/>
                  </a:lnTo>
                  <a:lnTo>
                    <a:pt x="23864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48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6"/>
                  </a:lnTo>
                  <a:lnTo>
                    <a:pt x="18072" y="5638"/>
                  </a:lnTo>
                  <a:lnTo>
                    <a:pt x="17570" y="5522"/>
                  </a:lnTo>
                  <a:lnTo>
                    <a:pt x="17029" y="5445"/>
                  </a:lnTo>
                  <a:lnTo>
                    <a:pt x="17068" y="5290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4"/>
                  </a:lnTo>
                  <a:lnTo>
                    <a:pt x="17531" y="4866"/>
                  </a:lnTo>
                  <a:lnTo>
                    <a:pt x="17647" y="4827"/>
                  </a:lnTo>
                  <a:close/>
                  <a:moveTo>
                    <a:pt x="14713" y="5329"/>
                  </a:moveTo>
                  <a:lnTo>
                    <a:pt x="14828" y="5368"/>
                  </a:lnTo>
                  <a:lnTo>
                    <a:pt x="14906" y="5445"/>
                  </a:lnTo>
                  <a:lnTo>
                    <a:pt x="15021" y="5561"/>
                  </a:lnTo>
                  <a:lnTo>
                    <a:pt x="15060" y="5676"/>
                  </a:lnTo>
                  <a:lnTo>
                    <a:pt x="14558" y="5870"/>
                  </a:lnTo>
                  <a:lnTo>
                    <a:pt x="14056" y="6101"/>
                  </a:lnTo>
                  <a:lnTo>
                    <a:pt x="14017" y="6063"/>
                  </a:lnTo>
                  <a:lnTo>
                    <a:pt x="14056" y="5831"/>
                  </a:lnTo>
                  <a:lnTo>
                    <a:pt x="14133" y="5599"/>
                  </a:lnTo>
                  <a:lnTo>
                    <a:pt x="14249" y="5445"/>
                  </a:lnTo>
                  <a:lnTo>
                    <a:pt x="14365" y="5368"/>
                  </a:lnTo>
                  <a:lnTo>
                    <a:pt x="14442" y="5329"/>
                  </a:lnTo>
                  <a:close/>
                  <a:moveTo>
                    <a:pt x="18999" y="5483"/>
                  </a:moveTo>
                  <a:lnTo>
                    <a:pt x="19115" y="5522"/>
                  </a:lnTo>
                  <a:lnTo>
                    <a:pt x="19192" y="5561"/>
                  </a:lnTo>
                  <a:lnTo>
                    <a:pt x="19308" y="5676"/>
                  </a:lnTo>
                  <a:lnTo>
                    <a:pt x="19385" y="5831"/>
                  </a:lnTo>
                  <a:lnTo>
                    <a:pt x="19385" y="5985"/>
                  </a:lnTo>
                  <a:lnTo>
                    <a:pt x="19346" y="6178"/>
                  </a:lnTo>
                  <a:lnTo>
                    <a:pt x="18613" y="5831"/>
                  </a:lnTo>
                  <a:lnTo>
                    <a:pt x="18651" y="5754"/>
                  </a:lnTo>
                  <a:lnTo>
                    <a:pt x="18690" y="5676"/>
                  </a:lnTo>
                  <a:lnTo>
                    <a:pt x="18844" y="5522"/>
                  </a:lnTo>
                  <a:lnTo>
                    <a:pt x="18999" y="5483"/>
                  </a:lnTo>
                  <a:close/>
                  <a:moveTo>
                    <a:pt x="20196" y="6063"/>
                  </a:moveTo>
                  <a:lnTo>
                    <a:pt x="20350" y="6101"/>
                  </a:lnTo>
                  <a:lnTo>
                    <a:pt x="20466" y="6140"/>
                  </a:lnTo>
                  <a:lnTo>
                    <a:pt x="20543" y="6178"/>
                  </a:lnTo>
                  <a:lnTo>
                    <a:pt x="20698" y="6333"/>
                  </a:lnTo>
                  <a:lnTo>
                    <a:pt x="20775" y="6526"/>
                  </a:lnTo>
                  <a:lnTo>
                    <a:pt x="20814" y="6719"/>
                  </a:lnTo>
                  <a:lnTo>
                    <a:pt x="20891" y="6951"/>
                  </a:lnTo>
                  <a:lnTo>
                    <a:pt x="20466" y="6758"/>
                  </a:lnTo>
                  <a:lnTo>
                    <a:pt x="20080" y="6565"/>
                  </a:lnTo>
                  <a:lnTo>
                    <a:pt x="19810" y="6410"/>
                  </a:lnTo>
                  <a:lnTo>
                    <a:pt x="19848" y="6294"/>
                  </a:lnTo>
                  <a:lnTo>
                    <a:pt x="19887" y="6178"/>
                  </a:lnTo>
                  <a:lnTo>
                    <a:pt x="20003" y="6140"/>
                  </a:lnTo>
                  <a:lnTo>
                    <a:pt x="20080" y="6101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8"/>
                  </a:lnTo>
                  <a:lnTo>
                    <a:pt x="23941" y="5985"/>
                  </a:lnTo>
                  <a:lnTo>
                    <a:pt x="24019" y="6024"/>
                  </a:lnTo>
                  <a:lnTo>
                    <a:pt x="24096" y="6024"/>
                  </a:lnTo>
                  <a:lnTo>
                    <a:pt x="23941" y="6294"/>
                  </a:lnTo>
                  <a:lnTo>
                    <a:pt x="23748" y="6565"/>
                  </a:lnTo>
                  <a:lnTo>
                    <a:pt x="23517" y="6796"/>
                  </a:lnTo>
                  <a:lnTo>
                    <a:pt x="23246" y="6989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3" y="6178"/>
                  </a:lnTo>
                  <a:lnTo>
                    <a:pt x="23131" y="6101"/>
                  </a:lnTo>
                  <a:lnTo>
                    <a:pt x="23208" y="6024"/>
                  </a:lnTo>
                  <a:lnTo>
                    <a:pt x="23285" y="5947"/>
                  </a:lnTo>
                  <a:lnTo>
                    <a:pt x="23517" y="5870"/>
                  </a:lnTo>
                  <a:close/>
                  <a:moveTo>
                    <a:pt x="13245" y="6101"/>
                  </a:moveTo>
                  <a:lnTo>
                    <a:pt x="13477" y="6178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105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7" y="6796"/>
                  </a:lnTo>
                  <a:lnTo>
                    <a:pt x="12627" y="6680"/>
                  </a:lnTo>
                  <a:lnTo>
                    <a:pt x="12666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59" y="6217"/>
                  </a:lnTo>
                  <a:lnTo>
                    <a:pt x="13013" y="6140"/>
                  </a:lnTo>
                  <a:lnTo>
                    <a:pt x="13129" y="6101"/>
                  </a:lnTo>
                  <a:close/>
                  <a:moveTo>
                    <a:pt x="22165" y="6565"/>
                  </a:moveTo>
                  <a:lnTo>
                    <a:pt x="22281" y="6603"/>
                  </a:lnTo>
                  <a:lnTo>
                    <a:pt x="22474" y="6719"/>
                  </a:lnTo>
                  <a:lnTo>
                    <a:pt x="22629" y="6874"/>
                  </a:lnTo>
                  <a:lnTo>
                    <a:pt x="22783" y="7028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5"/>
                  </a:lnTo>
                  <a:lnTo>
                    <a:pt x="22937" y="7144"/>
                  </a:lnTo>
                  <a:lnTo>
                    <a:pt x="22551" y="7221"/>
                  </a:lnTo>
                  <a:lnTo>
                    <a:pt x="22165" y="7260"/>
                  </a:lnTo>
                  <a:lnTo>
                    <a:pt x="21779" y="7221"/>
                  </a:lnTo>
                  <a:lnTo>
                    <a:pt x="21393" y="7105"/>
                  </a:lnTo>
                  <a:lnTo>
                    <a:pt x="21470" y="6912"/>
                  </a:lnTo>
                  <a:lnTo>
                    <a:pt x="21625" y="6758"/>
                  </a:lnTo>
                  <a:lnTo>
                    <a:pt x="21818" y="6603"/>
                  </a:lnTo>
                  <a:lnTo>
                    <a:pt x="22049" y="6565"/>
                  </a:lnTo>
                  <a:close/>
                  <a:moveTo>
                    <a:pt x="12280" y="7414"/>
                  </a:moveTo>
                  <a:lnTo>
                    <a:pt x="12473" y="7453"/>
                  </a:lnTo>
                  <a:lnTo>
                    <a:pt x="12125" y="7993"/>
                  </a:lnTo>
                  <a:lnTo>
                    <a:pt x="11816" y="8573"/>
                  </a:lnTo>
                  <a:lnTo>
                    <a:pt x="11701" y="8341"/>
                  </a:lnTo>
                  <a:lnTo>
                    <a:pt x="11662" y="8109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39" y="7723"/>
                  </a:lnTo>
                  <a:lnTo>
                    <a:pt x="11816" y="7607"/>
                  </a:lnTo>
                  <a:lnTo>
                    <a:pt x="11894" y="7530"/>
                  </a:lnTo>
                  <a:lnTo>
                    <a:pt x="12009" y="7453"/>
                  </a:lnTo>
                  <a:lnTo>
                    <a:pt x="12164" y="7414"/>
                  </a:lnTo>
                  <a:close/>
                  <a:moveTo>
                    <a:pt x="2240" y="9384"/>
                  </a:moveTo>
                  <a:lnTo>
                    <a:pt x="2356" y="9422"/>
                  </a:lnTo>
                  <a:lnTo>
                    <a:pt x="2472" y="9499"/>
                  </a:lnTo>
                  <a:lnTo>
                    <a:pt x="2549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10001"/>
                  </a:lnTo>
                  <a:lnTo>
                    <a:pt x="2124" y="9886"/>
                  </a:lnTo>
                  <a:lnTo>
                    <a:pt x="1661" y="9886"/>
                  </a:lnTo>
                  <a:lnTo>
                    <a:pt x="1699" y="9770"/>
                  </a:lnTo>
                  <a:lnTo>
                    <a:pt x="1738" y="9654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close/>
                  <a:moveTo>
                    <a:pt x="11662" y="8997"/>
                  </a:moveTo>
                  <a:lnTo>
                    <a:pt x="11469" y="9499"/>
                  </a:lnTo>
                  <a:lnTo>
                    <a:pt x="11353" y="10040"/>
                  </a:lnTo>
                  <a:lnTo>
                    <a:pt x="11276" y="10272"/>
                  </a:lnTo>
                  <a:lnTo>
                    <a:pt x="11237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8" y="9692"/>
                  </a:lnTo>
                  <a:lnTo>
                    <a:pt x="10928" y="9577"/>
                  </a:lnTo>
                  <a:lnTo>
                    <a:pt x="10967" y="9461"/>
                  </a:lnTo>
                  <a:lnTo>
                    <a:pt x="11006" y="9345"/>
                  </a:lnTo>
                  <a:lnTo>
                    <a:pt x="11121" y="9152"/>
                  </a:lnTo>
                  <a:lnTo>
                    <a:pt x="11276" y="9075"/>
                  </a:lnTo>
                  <a:lnTo>
                    <a:pt x="11469" y="8997"/>
                  </a:lnTo>
                  <a:close/>
                  <a:moveTo>
                    <a:pt x="3785" y="9770"/>
                  </a:moveTo>
                  <a:lnTo>
                    <a:pt x="3900" y="9808"/>
                  </a:lnTo>
                  <a:lnTo>
                    <a:pt x="4016" y="9886"/>
                  </a:lnTo>
                  <a:lnTo>
                    <a:pt x="4093" y="10001"/>
                  </a:lnTo>
                  <a:lnTo>
                    <a:pt x="4132" y="10117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3" y="10542"/>
                  </a:lnTo>
                  <a:lnTo>
                    <a:pt x="4016" y="10658"/>
                  </a:lnTo>
                  <a:lnTo>
                    <a:pt x="3862" y="10542"/>
                  </a:lnTo>
                  <a:lnTo>
                    <a:pt x="3514" y="10349"/>
                  </a:lnTo>
                  <a:lnTo>
                    <a:pt x="3089" y="10156"/>
                  </a:lnTo>
                  <a:lnTo>
                    <a:pt x="3128" y="10040"/>
                  </a:lnTo>
                  <a:lnTo>
                    <a:pt x="3244" y="9924"/>
                  </a:lnTo>
                  <a:lnTo>
                    <a:pt x="3360" y="9847"/>
                  </a:lnTo>
                  <a:lnTo>
                    <a:pt x="3514" y="9770"/>
                  </a:lnTo>
                  <a:close/>
                  <a:moveTo>
                    <a:pt x="4943" y="10658"/>
                  </a:moveTo>
                  <a:lnTo>
                    <a:pt x="5020" y="10735"/>
                  </a:lnTo>
                  <a:lnTo>
                    <a:pt x="5097" y="10774"/>
                  </a:lnTo>
                  <a:lnTo>
                    <a:pt x="5136" y="10889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97" y="11430"/>
                  </a:lnTo>
                  <a:lnTo>
                    <a:pt x="4402" y="10928"/>
                  </a:lnTo>
                  <a:lnTo>
                    <a:pt x="4441" y="10812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19"/>
                  </a:moveTo>
                  <a:lnTo>
                    <a:pt x="10967" y="11198"/>
                  </a:lnTo>
                  <a:lnTo>
                    <a:pt x="10735" y="11739"/>
                  </a:lnTo>
                  <a:lnTo>
                    <a:pt x="10658" y="11700"/>
                  </a:lnTo>
                  <a:lnTo>
                    <a:pt x="10504" y="11546"/>
                  </a:lnTo>
                  <a:lnTo>
                    <a:pt x="10426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2"/>
                  </a:lnTo>
                  <a:lnTo>
                    <a:pt x="10735" y="10696"/>
                  </a:lnTo>
                  <a:lnTo>
                    <a:pt x="10928" y="10619"/>
                  </a:lnTo>
                  <a:close/>
                  <a:moveTo>
                    <a:pt x="5986" y="11469"/>
                  </a:moveTo>
                  <a:lnTo>
                    <a:pt x="6063" y="11507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3" y="11778"/>
                  </a:lnTo>
                  <a:lnTo>
                    <a:pt x="6372" y="12009"/>
                  </a:lnTo>
                  <a:lnTo>
                    <a:pt x="6410" y="12241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0"/>
                  </a:lnTo>
                  <a:lnTo>
                    <a:pt x="5445" y="11623"/>
                  </a:lnTo>
                  <a:lnTo>
                    <a:pt x="5561" y="11546"/>
                  </a:lnTo>
                  <a:lnTo>
                    <a:pt x="5638" y="11507"/>
                  </a:lnTo>
                  <a:lnTo>
                    <a:pt x="5754" y="11469"/>
                  </a:lnTo>
                  <a:close/>
                  <a:moveTo>
                    <a:pt x="10542" y="12048"/>
                  </a:moveTo>
                  <a:lnTo>
                    <a:pt x="10388" y="12318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8" y="12241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76" y="12511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0"/>
                  </a:lnTo>
                  <a:lnTo>
                    <a:pt x="7878" y="13013"/>
                  </a:lnTo>
                  <a:lnTo>
                    <a:pt x="7878" y="13206"/>
                  </a:lnTo>
                  <a:lnTo>
                    <a:pt x="7839" y="13206"/>
                  </a:lnTo>
                  <a:lnTo>
                    <a:pt x="7337" y="13013"/>
                  </a:lnTo>
                  <a:lnTo>
                    <a:pt x="6835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1"/>
                  </a:lnTo>
                  <a:close/>
                  <a:moveTo>
                    <a:pt x="8843" y="12627"/>
                  </a:moveTo>
                  <a:lnTo>
                    <a:pt x="8959" y="12666"/>
                  </a:lnTo>
                  <a:lnTo>
                    <a:pt x="9113" y="12782"/>
                  </a:lnTo>
                  <a:lnTo>
                    <a:pt x="9191" y="12936"/>
                  </a:lnTo>
                  <a:lnTo>
                    <a:pt x="9229" y="13129"/>
                  </a:lnTo>
                  <a:lnTo>
                    <a:pt x="9268" y="13206"/>
                  </a:lnTo>
                  <a:lnTo>
                    <a:pt x="9036" y="13284"/>
                  </a:lnTo>
                  <a:lnTo>
                    <a:pt x="8804" y="13322"/>
                  </a:lnTo>
                  <a:lnTo>
                    <a:pt x="8573" y="13322"/>
                  </a:lnTo>
                  <a:lnTo>
                    <a:pt x="8302" y="13284"/>
                  </a:lnTo>
                  <a:lnTo>
                    <a:pt x="8302" y="13206"/>
                  </a:lnTo>
                  <a:lnTo>
                    <a:pt x="8341" y="13013"/>
                  </a:lnTo>
                  <a:lnTo>
                    <a:pt x="8418" y="12820"/>
                  </a:lnTo>
                  <a:lnTo>
                    <a:pt x="8573" y="12704"/>
                  </a:lnTo>
                  <a:lnTo>
                    <a:pt x="8650" y="12666"/>
                  </a:lnTo>
                  <a:lnTo>
                    <a:pt x="8766" y="12627"/>
                  </a:lnTo>
                  <a:close/>
                  <a:moveTo>
                    <a:pt x="22976" y="0"/>
                  </a:moveTo>
                  <a:lnTo>
                    <a:pt x="22899" y="39"/>
                  </a:lnTo>
                  <a:lnTo>
                    <a:pt x="22822" y="77"/>
                  </a:lnTo>
                  <a:lnTo>
                    <a:pt x="22783" y="155"/>
                  </a:lnTo>
                  <a:lnTo>
                    <a:pt x="22744" y="232"/>
                  </a:lnTo>
                  <a:lnTo>
                    <a:pt x="22744" y="309"/>
                  </a:lnTo>
                  <a:lnTo>
                    <a:pt x="22822" y="425"/>
                  </a:lnTo>
                  <a:lnTo>
                    <a:pt x="22860" y="464"/>
                  </a:lnTo>
                  <a:lnTo>
                    <a:pt x="23015" y="657"/>
                  </a:lnTo>
                  <a:lnTo>
                    <a:pt x="22899" y="772"/>
                  </a:lnTo>
                  <a:lnTo>
                    <a:pt x="22783" y="965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699"/>
                  </a:lnTo>
                  <a:lnTo>
                    <a:pt x="22629" y="1892"/>
                  </a:lnTo>
                  <a:lnTo>
                    <a:pt x="22706" y="2047"/>
                  </a:lnTo>
                  <a:lnTo>
                    <a:pt x="22860" y="2278"/>
                  </a:lnTo>
                  <a:lnTo>
                    <a:pt x="23053" y="2394"/>
                  </a:lnTo>
                  <a:lnTo>
                    <a:pt x="23246" y="2510"/>
                  </a:lnTo>
                  <a:lnTo>
                    <a:pt x="23478" y="2510"/>
                  </a:lnTo>
                  <a:lnTo>
                    <a:pt x="23401" y="2703"/>
                  </a:lnTo>
                  <a:lnTo>
                    <a:pt x="23362" y="2896"/>
                  </a:lnTo>
                  <a:lnTo>
                    <a:pt x="23324" y="3089"/>
                  </a:lnTo>
                  <a:lnTo>
                    <a:pt x="23362" y="3282"/>
                  </a:lnTo>
                  <a:lnTo>
                    <a:pt x="23439" y="3514"/>
                  </a:lnTo>
                  <a:lnTo>
                    <a:pt x="23555" y="3707"/>
                  </a:lnTo>
                  <a:lnTo>
                    <a:pt x="23748" y="3900"/>
                  </a:lnTo>
                  <a:lnTo>
                    <a:pt x="23980" y="4016"/>
                  </a:lnTo>
                  <a:lnTo>
                    <a:pt x="23748" y="4209"/>
                  </a:lnTo>
                  <a:lnTo>
                    <a:pt x="23555" y="4479"/>
                  </a:lnTo>
                  <a:lnTo>
                    <a:pt x="23478" y="4750"/>
                  </a:lnTo>
                  <a:lnTo>
                    <a:pt x="23439" y="4904"/>
                  </a:lnTo>
                  <a:lnTo>
                    <a:pt x="23439" y="5020"/>
                  </a:lnTo>
                  <a:lnTo>
                    <a:pt x="23517" y="5290"/>
                  </a:lnTo>
                  <a:lnTo>
                    <a:pt x="23633" y="5483"/>
                  </a:lnTo>
                  <a:lnTo>
                    <a:pt x="23401" y="5522"/>
                  </a:lnTo>
                  <a:lnTo>
                    <a:pt x="23169" y="5561"/>
                  </a:lnTo>
                  <a:lnTo>
                    <a:pt x="22976" y="5715"/>
                  </a:lnTo>
                  <a:lnTo>
                    <a:pt x="22783" y="5870"/>
                  </a:lnTo>
                  <a:lnTo>
                    <a:pt x="22706" y="6101"/>
                  </a:lnTo>
                  <a:lnTo>
                    <a:pt x="22629" y="6372"/>
                  </a:lnTo>
                  <a:lnTo>
                    <a:pt x="22474" y="6294"/>
                  </a:lnTo>
                  <a:lnTo>
                    <a:pt x="22320" y="6256"/>
                  </a:lnTo>
                  <a:lnTo>
                    <a:pt x="22165" y="6217"/>
                  </a:lnTo>
                  <a:lnTo>
                    <a:pt x="21972" y="6217"/>
                  </a:lnTo>
                  <a:lnTo>
                    <a:pt x="21740" y="6294"/>
                  </a:lnTo>
                  <a:lnTo>
                    <a:pt x="21509" y="6410"/>
                  </a:lnTo>
                  <a:lnTo>
                    <a:pt x="21354" y="6565"/>
                  </a:lnTo>
                  <a:lnTo>
                    <a:pt x="21200" y="6796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6024"/>
                  </a:lnTo>
                  <a:lnTo>
                    <a:pt x="20736" y="5908"/>
                  </a:lnTo>
                  <a:lnTo>
                    <a:pt x="20582" y="5831"/>
                  </a:lnTo>
                  <a:lnTo>
                    <a:pt x="20428" y="5754"/>
                  </a:lnTo>
                  <a:lnTo>
                    <a:pt x="20234" y="5754"/>
                  </a:lnTo>
                  <a:lnTo>
                    <a:pt x="20080" y="5792"/>
                  </a:lnTo>
                  <a:lnTo>
                    <a:pt x="19887" y="5870"/>
                  </a:lnTo>
                  <a:lnTo>
                    <a:pt x="19771" y="5947"/>
                  </a:lnTo>
                  <a:lnTo>
                    <a:pt x="19732" y="5715"/>
                  </a:lnTo>
                  <a:lnTo>
                    <a:pt x="19617" y="5483"/>
                  </a:lnTo>
                  <a:lnTo>
                    <a:pt x="19462" y="5329"/>
                  </a:lnTo>
                  <a:lnTo>
                    <a:pt x="19385" y="5252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90"/>
                  </a:lnTo>
                  <a:lnTo>
                    <a:pt x="18497" y="5406"/>
                  </a:lnTo>
                  <a:lnTo>
                    <a:pt x="18458" y="5252"/>
                  </a:lnTo>
                  <a:lnTo>
                    <a:pt x="18420" y="5136"/>
                  </a:lnTo>
                  <a:lnTo>
                    <a:pt x="18381" y="4981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73"/>
                  </a:lnTo>
                  <a:lnTo>
                    <a:pt x="17956" y="4595"/>
                  </a:lnTo>
                  <a:lnTo>
                    <a:pt x="17802" y="4557"/>
                  </a:lnTo>
                  <a:lnTo>
                    <a:pt x="17647" y="4518"/>
                  </a:lnTo>
                  <a:lnTo>
                    <a:pt x="17493" y="4557"/>
                  </a:lnTo>
                  <a:lnTo>
                    <a:pt x="17377" y="4595"/>
                  </a:lnTo>
                  <a:lnTo>
                    <a:pt x="17261" y="4634"/>
                  </a:lnTo>
                  <a:lnTo>
                    <a:pt x="17145" y="4750"/>
                  </a:lnTo>
                  <a:lnTo>
                    <a:pt x="17029" y="4827"/>
                  </a:lnTo>
                  <a:lnTo>
                    <a:pt x="16875" y="5097"/>
                  </a:lnTo>
                  <a:lnTo>
                    <a:pt x="16759" y="4943"/>
                  </a:lnTo>
                  <a:lnTo>
                    <a:pt x="16605" y="4788"/>
                  </a:lnTo>
                  <a:lnTo>
                    <a:pt x="16450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66"/>
                  </a:lnTo>
                  <a:lnTo>
                    <a:pt x="15523" y="4981"/>
                  </a:lnTo>
                  <a:lnTo>
                    <a:pt x="15446" y="5136"/>
                  </a:lnTo>
                  <a:lnTo>
                    <a:pt x="15408" y="5329"/>
                  </a:lnTo>
                  <a:lnTo>
                    <a:pt x="15408" y="5483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68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1"/>
                  </a:lnTo>
                  <a:lnTo>
                    <a:pt x="14635" y="4943"/>
                  </a:lnTo>
                  <a:lnTo>
                    <a:pt x="14442" y="4981"/>
                  </a:lnTo>
                  <a:lnTo>
                    <a:pt x="14288" y="5020"/>
                  </a:lnTo>
                  <a:lnTo>
                    <a:pt x="14133" y="5097"/>
                  </a:lnTo>
                  <a:lnTo>
                    <a:pt x="14056" y="5175"/>
                  </a:lnTo>
                  <a:lnTo>
                    <a:pt x="13940" y="5290"/>
                  </a:lnTo>
                  <a:lnTo>
                    <a:pt x="13824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5"/>
                  </a:lnTo>
                  <a:lnTo>
                    <a:pt x="13168" y="5715"/>
                  </a:lnTo>
                  <a:lnTo>
                    <a:pt x="12936" y="5754"/>
                  </a:lnTo>
                  <a:lnTo>
                    <a:pt x="12743" y="5831"/>
                  </a:lnTo>
                  <a:lnTo>
                    <a:pt x="12589" y="5947"/>
                  </a:lnTo>
                  <a:lnTo>
                    <a:pt x="12511" y="6063"/>
                  </a:lnTo>
                  <a:lnTo>
                    <a:pt x="12434" y="6217"/>
                  </a:lnTo>
                  <a:lnTo>
                    <a:pt x="12357" y="6372"/>
                  </a:lnTo>
                  <a:lnTo>
                    <a:pt x="12357" y="6526"/>
                  </a:lnTo>
                  <a:lnTo>
                    <a:pt x="12357" y="6680"/>
                  </a:lnTo>
                  <a:lnTo>
                    <a:pt x="12357" y="6835"/>
                  </a:lnTo>
                  <a:lnTo>
                    <a:pt x="12434" y="6989"/>
                  </a:lnTo>
                  <a:lnTo>
                    <a:pt x="12164" y="7028"/>
                  </a:lnTo>
                  <a:lnTo>
                    <a:pt x="11894" y="7105"/>
                  </a:lnTo>
                  <a:lnTo>
                    <a:pt x="11662" y="7221"/>
                  </a:lnTo>
                  <a:lnTo>
                    <a:pt x="11507" y="7414"/>
                  </a:lnTo>
                  <a:lnTo>
                    <a:pt x="11392" y="7530"/>
                  </a:lnTo>
                  <a:lnTo>
                    <a:pt x="11353" y="7684"/>
                  </a:lnTo>
                  <a:lnTo>
                    <a:pt x="11314" y="7839"/>
                  </a:lnTo>
                  <a:lnTo>
                    <a:pt x="11276" y="7993"/>
                  </a:lnTo>
                  <a:lnTo>
                    <a:pt x="11314" y="8148"/>
                  </a:lnTo>
                  <a:lnTo>
                    <a:pt x="11353" y="8302"/>
                  </a:lnTo>
                  <a:lnTo>
                    <a:pt x="11392" y="8457"/>
                  </a:lnTo>
                  <a:lnTo>
                    <a:pt x="11469" y="8611"/>
                  </a:lnTo>
                  <a:lnTo>
                    <a:pt x="11199" y="8650"/>
                  </a:lnTo>
                  <a:lnTo>
                    <a:pt x="10967" y="8804"/>
                  </a:lnTo>
                  <a:lnTo>
                    <a:pt x="10774" y="8997"/>
                  </a:lnTo>
                  <a:lnTo>
                    <a:pt x="10658" y="9229"/>
                  </a:lnTo>
                  <a:lnTo>
                    <a:pt x="10581" y="9499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1" y="10233"/>
                  </a:lnTo>
                  <a:lnTo>
                    <a:pt x="10619" y="10310"/>
                  </a:lnTo>
                  <a:lnTo>
                    <a:pt x="10426" y="10426"/>
                  </a:lnTo>
                  <a:lnTo>
                    <a:pt x="10233" y="10581"/>
                  </a:lnTo>
                  <a:lnTo>
                    <a:pt x="10117" y="10774"/>
                  </a:lnTo>
                  <a:lnTo>
                    <a:pt x="10079" y="11005"/>
                  </a:lnTo>
                  <a:lnTo>
                    <a:pt x="10040" y="11237"/>
                  </a:lnTo>
                  <a:lnTo>
                    <a:pt x="10079" y="11469"/>
                  </a:lnTo>
                  <a:lnTo>
                    <a:pt x="10195" y="11700"/>
                  </a:lnTo>
                  <a:lnTo>
                    <a:pt x="9924" y="11739"/>
                  </a:lnTo>
                  <a:lnTo>
                    <a:pt x="9693" y="11855"/>
                  </a:lnTo>
                  <a:lnTo>
                    <a:pt x="9500" y="12009"/>
                  </a:lnTo>
                  <a:lnTo>
                    <a:pt x="9422" y="12087"/>
                  </a:lnTo>
                  <a:lnTo>
                    <a:pt x="9384" y="12202"/>
                  </a:lnTo>
                  <a:lnTo>
                    <a:pt x="9345" y="12318"/>
                  </a:lnTo>
                  <a:lnTo>
                    <a:pt x="9306" y="12473"/>
                  </a:lnTo>
                  <a:lnTo>
                    <a:pt x="9191" y="12395"/>
                  </a:lnTo>
                  <a:lnTo>
                    <a:pt x="9036" y="12318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57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4"/>
                  </a:lnTo>
                  <a:lnTo>
                    <a:pt x="8109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3" y="12241"/>
                  </a:lnTo>
                  <a:lnTo>
                    <a:pt x="7492" y="12164"/>
                  </a:lnTo>
                  <a:lnTo>
                    <a:pt x="7221" y="12202"/>
                  </a:lnTo>
                  <a:lnTo>
                    <a:pt x="6990" y="12280"/>
                  </a:lnTo>
                  <a:lnTo>
                    <a:pt x="6796" y="12434"/>
                  </a:lnTo>
                  <a:lnTo>
                    <a:pt x="6796" y="12048"/>
                  </a:lnTo>
                  <a:lnTo>
                    <a:pt x="6758" y="11893"/>
                  </a:lnTo>
                  <a:lnTo>
                    <a:pt x="6681" y="11700"/>
                  </a:lnTo>
                  <a:lnTo>
                    <a:pt x="6603" y="11546"/>
                  </a:lnTo>
                  <a:lnTo>
                    <a:pt x="6526" y="11430"/>
                  </a:lnTo>
                  <a:lnTo>
                    <a:pt x="6372" y="11314"/>
                  </a:lnTo>
                  <a:lnTo>
                    <a:pt x="6217" y="11198"/>
                  </a:lnTo>
                  <a:lnTo>
                    <a:pt x="6063" y="11160"/>
                  </a:lnTo>
                  <a:lnTo>
                    <a:pt x="5715" y="11160"/>
                  </a:lnTo>
                  <a:lnTo>
                    <a:pt x="5522" y="11237"/>
                  </a:lnTo>
                  <a:lnTo>
                    <a:pt x="5522" y="10967"/>
                  </a:lnTo>
                  <a:lnTo>
                    <a:pt x="5445" y="10735"/>
                  </a:lnTo>
                  <a:lnTo>
                    <a:pt x="5329" y="10503"/>
                  </a:lnTo>
                  <a:lnTo>
                    <a:pt x="5213" y="10426"/>
                  </a:lnTo>
                  <a:lnTo>
                    <a:pt x="5097" y="10388"/>
                  </a:lnTo>
                  <a:lnTo>
                    <a:pt x="4943" y="10310"/>
                  </a:lnTo>
                  <a:lnTo>
                    <a:pt x="4827" y="10310"/>
                  </a:lnTo>
                  <a:lnTo>
                    <a:pt x="4673" y="10349"/>
                  </a:lnTo>
                  <a:lnTo>
                    <a:pt x="4518" y="10388"/>
                  </a:lnTo>
                  <a:lnTo>
                    <a:pt x="4518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09" y="9577"/>
                  </a:lnTo>
                  <a:lnTo>
                    <a:pt x="4055" y="9499"/>
                  </a:lnTo>
                  <a:lnTo>
                    <a:pt x="3900" y="9461"/>
                  </a:lnTo>
                  <a:lnTo>
                    <a:pt x="3746" y="9422"/>
                  </a:lnTo>
                  <a:lnTo>
                    <a:pt x="3591" y="9422"/>
                  </a:lnTo>
                  <a:lnTo>
                    <a:pt x="3398" y="9461"/>
                  </a:lnTo>
                  <a:lnTo>
                    <a:pt x="3283" y="9538"/>
                  </a:lnTo>
                  <a:lnTo>
                    <a:pt x="3128" y="9615"/>
                  </a:lnTo>
                  <a:lnTo>
                    <a:pt x="3012" y="9770"/>
                  </a:lnTo>
                  <a:lnTo>
                    <a:pt x="2974" y="9615"/>
                  </a:lnTo>
                  <a:lnTo>
                    <a:pt x="2896" y="9461"/>
                  </a:lnTo>
                  <a:lnTo>
                    <a:pt x="2781" y="9268"/>
                  </a:lnTo>
                  <a:lnTo>
                    <a:pt x="2626" y="9152"/>
                  </a:lnTo>
                  <a:lnTo>
                    <a:pt x="2433" y="9036"/>
                  </a:lnTo>
                  <a:lnTo>
                    <a:pt x="2240" y="8997"/>
                  </a:lnTo>
                  <a:lnTo>
                    <a:pt x="2047" y="9036"/>
                  </a:lnTo>
                  <a:lnTo>
                    <a:pt x="1854" y="9113"/>
                  </a:lnTo>
                  <a:lnTo>
                    <a:pt x="1699" y="9190"/>
                  </a:lnTo>
                  <a:lnTo>
                    <a:pt x="1545" y="9345"/>
                  </a:lnTo>
                  <a:lnTo>
                    <a:pt x="1429" y="9538"/>
                  </a:lnTo>
                  <a:lnTo>
                    <a:pt x="1390" y="9731"/>
                  </a:lnTo>
                  <a:lnTo>
                    <a:pt x="1352" y="9924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310"/>
                  </a:lnTo>
                  <a:lnTo>
                    <a:pt x="386" y="10426"/>
                  </a:lnTo>
                  <a:lnTo>
                    <a:pt x="271" y="10581"/>
                  </a:lnTo>
                  <a:lnTo>
                    <a:pt x="116" y="10889"/>
                  </a:lnTo>
                  <a:lnTo>
                    <a:pt x="0" y="11237"/>
                  </a:lnTo>
                  <a:lnTo>
                    <a:pt x="0" y="11585"/>
                  </a:lnTo>
                  <a:lnTo>
                    <a:pt x="77" y="11932"/>
                  </a:lnTo>
                  <a:lnTo>
                    <a:pt x="193" y="12241"/>
                  </a:lnTo>
                  <a:lnTo>
                    <a:pt x="386" y="12550"/>
                  </a:lnTo>
                  <a:lnTo>
                    <a:pt x="618" y="12820"/>
                  </a:lnTo>
                  <a:lnTo>
                    <a:pt x="811" y="12936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085" y="13129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50"/>
                  </a:lnTo>
                  <a:lnTo>
                    <a:pt x="3360" y="12241"/>
                  </a:lnTo>
                  <a:lnTo>
                    <a:pt x="3591" y="12009"/>
                  </a:lnTo>
                  <a:lnTo>
                    <a:pt x="3553" y="11932"/>
                  </a:lnTo>
                  <a:lnTo>
                    <a:pt x="3514" y="11816"/>
                  </a:lnTo>
                  <a:lnTo>
                    <a:pt x="3437" y="11778"/>
                  </a:lnTo>
                  <a:lnTo>
                    <a:pt x="3321" y="11739"/>
                  </a:lnTo>
                  <a:lnTo>
                    <a:pt x="3283" y="11778"/>
                  </a:lnTo>
                  <a:lnTo>
                    <a:pt x="3244" y="11816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7" y="12434"/>
                  </a:lnTo>
                  <a:lnTo>
                    <a:pt x="2317" y="12589"/>
                  </a:lnTo>
                  <a:lnTo>
                    <a:pt x="2047" y="12666"/>
                  </a:lnTo>
                  <a:lnTo>
                    <a:pt x="1738" y="12704"/>
                  </a:lnTo>
                  <a:lnTo>
                    <a:pt x="1429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1" y="12357"/>
                  </a:lnTo>
                  <a:lnTo>
                    <a:pt x="695" y="12202"/>
                  </a:lnTo>
                  <a:lnTo>
                    <a:pt x="618" y="12048"/>
                  </a:lnTo>
                  <a:lnTo>
                    <a:pt x="541" y="11893"/>
                  </a:lnTo>
                  <a:lnTo>
                    <a:pt x="502" y="11739"/>
                  </a:lnTo>
                  <a:lnTo>
                    <a:pt x="502" y="11546"/>
                  </a:lnTo>
                  <a:lnTo>
                    <a:pt x="502" y="11391"/>
                  </a:lnTo>
                  <a:lnTo>
                    <a:pt x="541" y="11198"/>
                  </a:lnTo>
                  <a:lnTo>
                    <a:pt x="579" y="11044"/>
                  </a:lnTo>
                  <a:lnTo>
                    <a:pt x="657" y="10889"/>
                  </a:lnTo>
                  <a:lnTo>
                    <a:pt x="773" y="10774"/>
                  </a:lnTo>
                  <a:lnTo>
                    <a:pt x="888" y="10619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008" y="10349"/>
                  </a:lnTo>
                  <a:lnTo>
                    <a:pt x="2317" y="10388"/>
                  </a:lnTo>
                  <a:lnTo>
                    <a:pt x="2587" y="10426"/>
                  </a:lnTo>
                  <a:lnTo>
                    <a:pt x="2858" y="10542"/>
                  </a:lnTo>
                  <a:lnTo>
                    <a:pt x="3128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5"/>
                  </a:lnTo>
                  <a:lnTo>
                    <a:pt x="5870" y="12704"/>
                  </a:lnTo>
                  <a:lnTo>
                    <a:pt x="6256" y="12975"/>
                  </a:lnTo>
                  <a:lnTo>
                    <a:pt x="6681" y="13206"/>
                  </a:lnTo>
                  <a:lnTo>
                    <a:pt x="7105" y="13438"/>
                  </a:lnTo>
                  <a:lnTo>
                    <a:pt x="7530" y="13593"/>
                  </a:lnTo>
                  <a:lnTo>
                    <a:pt x="7994" y="13747"/>
                  </a:lnTo>
                  <a:lnTo>
                    <a:pt x="8457" y="13786"/>
                  </a:lnTo>
                  <a:lnTo>
                    <a:pt x="8920" y="13786"/>
                  </a:lnTo>
                  <a:lnTo>
                    <a:pt x="9345" y="13708"/>
                  </a:lnTo>
                  <a:lnTo>
                    <a:pt x="9731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73"/>
                  </a:lnTo>
                  <a:lnTo>
                    <a:pt x="11121" y="12125"/>
                  </a:lnTo>
                  <a:lnTo>
                    <a:pt x="11314" y="11739"/>
                  </a:lnTo>
                  <a:lnTo>
                    <a:pt x="11507" y="11237"/>
                  </a:lnTo>
                  <a:lnTo>
                    <a:pt x="11662" y="10696"/>
                  </a:lnTo>
                  <a:lnTo>
                    <a:pt x="11971" y="9615"/>
                  </a:lnTo>
                  <a:lnTo>
                    <a:pt x="12125" y="9113"/>
                  </a:lnTo>
                  <a:lnTo>
                    <a:pt x="12357" y="8611"/>
                  </a:lnTo>
                  <a:lnTo>
                    <a:pt x="12589" y="8109"/>
                  </a:lnTo>
                  <a:lnTo>
                    <a:pt x="12936" y="7646"/>
                  </a:lnTo>
                  <a:lnTo>
                    <a:pt x="13284" y="7298"/>
                  </a:lnTo>
                  <a:lnTo>
                    <a:pt x="13631" y="6989"/>
                  </a:lnTo>
                  <a:lnTo>
                    <a:pt x="14017" y="6719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1"/>
                  </a:lnTo>
                  <a:lnTo>
                    <a:pt x="15832" y="5985"/>
                  </a:lnTo>
                  <a:lnTo>
                    <a:pt x="16296" y="5947"/>
                  </a:lnTo>
                  <a:lnTo>
                    <a:pt x="16605" y="5908"/>
                  </a:lnTo>
                  <a:lnTo>
                    <a:pt x="16914" y="5908"/>
                  </a:lnTo>
                  <a:lnTo>
                    <a:pt x="17454" y="5985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3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30" y="7491"/>
                  </a:lnTo>
                  <a:lnTo>
                    <a:pt x="21316" y="7646"/>
                  </a:lnTo>
                  <a:lnTo>
                    <a:pt x="21740" y="7723"/>
                  </a:lnTo>
                  <a:lnTo>
                    <a:pt x="22165" y="7762"/>
                  </a:lnTo>
                  <a:lnTo>
                    <a:pt x="22590" y="7723"/>
                  </a:lnTo>
                  <a:lnTo>
                    <a:pt x="22976" y="7646"/>
                  </a:lnTo>
                  <a:lnTo>
                    <a:pt x="23362" y="7530"/>
                  </a:lnTo>
                  <a:lnTo>
                    <a:pt x="23710" y="7298"/>
                  </a:lnTo>
                  <a:lnTo>
                    <a:pt x="24057" y="6989"/>
                  </a:lnTo>
                  <a:lnTo>
                    <a:pt x="24366" y="6642"/>
                  </a:lnTo>
                  <a:lnTo>
                    <a:pt x="24598" y="6294"/>
                  </a:lnTo>
                  <a:lnTo>
                    <a:pt x="24752" y="5908"/>
                  </a:lnTo>
                  <a:lnTo>
                    <a:pt x="24868" y="5483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5" y="3746"/>
                  </a:lnTo>
                  <a:lnTo>
                    <a:pt x="24868" y="3282"/>
                  </a:lnTo>
                  <a:lnTo>
                    <a:pt x="24791" y="2858"/>
                  </a:lnTo>
                  <a:lnTo>
                    <a:pt x="24637" y="2394"/>
                  </a:lnTo>
                  <a:lnTo>
                    <a:pt x="24443" y="1969"/>
                  </a:lnTo>
                  <a:lnTo>
                    <a:pt x="24250" y="1583"/>
                  </a:lnTo>
                  <a:lnTo>
                    <a:pt x="24057" y="1197"/>
                  </a:lnTo>
                  <a:lnTo>
                    <a:pt x="23787" y="811"/>
                  </a:lnTo>
                  <a:lnTo>
                    <a:pt x="23941" y="386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69" y="77"/>
                  </a:lnTo>
                  <a:lnTo>
                    <a:pt x="230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8" name="Google Shape;4978;p21"/>
            <p:cNvSpPr/>
            <p:nvPr/>
          </p:nvSpPr>
          <p:spPr>
            <a:xfrm>
              <a:off x="5843050" y="1398325"/>
              <a:ext cx="152575" cy="276125"/>
            </a:xfrm>
            <a:custGeom>
              <a:avLst/>
              <a:gdLst/>
              <a:ahLst/>
              <a:cxnLst/>
              <a:rect l="l" t="t" r="r" b="b"/>
              <a:pathLst>
                <a:path w="6103" h="11045" extrusionOk="0">
                  <a:moveTo>
                    <a:pt x="3553" y="0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8"/>
                  </a:lnTo>
                  <a:lnTo>
                    <a:pt x="4364" y="1120"/>
                  </a:lnTo>
                  <a:lnTo>
                    <a:pt x="4635" y="1429"/>
                  </a:lnTo>
                  <a:lnTo>
                    <a:pt x="4866" y="1738"/>
                  </a:lnTo>
                  <a:lnTo>
                    <a:pt x="5059" y="2085"/>
                  </a:lnTo>
                  <a:lnTo>
                    <a:pt x="5214" y="2433"/>
                  </a:lnTo>
                  <a:lnTo>
                    <a:pt x="5368" y="2819"/>
                  </a:lnTo>
                  <a:lnTo>
                    <a:pt x="5484" y="3205"/>
                  </a:lnTo>
                  <a:lnTo>
                    <a:pt x="5523" y="3591"/>
                  </a:lnTo>
                  <a:lnTo>
                    <a:pt x="5600" y="3978"/>
                  </a:lnTo>
                  <a:lnTo>
                    <a:pt x="5600" y="4402"/>
                  </a:lnTo>
                  <a:lnTo>
                    <a:pt x="5561" y="4789"/>
                  </a:lnTo>
                  <a:lnTo>
                    <a:pt x="5523" y="5213"/>
                  </a:lnTo>
                  <a:lnTo>
                    <a:pt x="5446" y="5599"/>
                  </a:lnTo>
                  <a:lnTo>
                    <a:pt x="5330" y="6024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1" y="7260"/>
                  </a:lnTo>
                  <a:lnTo>
                    <a:pt x="4480" y="7646"/>
                  </a:lnTo>
                  <a:lnTo>
                    <a:pt x="4210" y="8032"/>
                  </a:lnTo>
                  <a:lnTo>
                    <a:pt x="3940" y="8380"/>
                  </a:lnTo>
                  <a:lnTo>
                    <a:pt x="3631" y="8727"/>
                  </a:lnTo>
                  <a:lnTo>
                    <a:pt x="3283" y="9036"/>
                  </a:lnTo>
                  <a:lnTo>
                    <a:pt x="2936" y="9306"/>
                  </a:lnTo>
                  <a:lnTo>
                    <a:pt x="2549" y="9577"/>
                  </a:lnTo>
                  <a:lnTo>
                    <a:pt x="2163" y="9808"/>
                  </a:lnTo>
                  <a:lnTo>
                    <a:pt x="1739" y="10040"/>
                  </a:lnTo>
                  <a:lnTo>
                    <a:pt x="1314" y="10233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1" y="10658"/>
                  </a:lnTo>
                  <a:lnTo>
                    <a:pt x="78" y="11044"/>
                  </a:lnTo>
                  <a:lnTo>
                    <a:pt x="619" y="10967"/>
                  </a:lnTo>
                  <a:lnTo>
                    <a:pt x="1121" y="1081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4"/>
                  </a:lnTo>
                  <a:lnTo>
                    <a:pt x="3399" y="9615"/>
                  </a:lnTo>
                  <a:lnTo>
                    <a:pt x="3785" y="9268"/>
                  </a:lnTo>
                  <a:lnTo>
                    <a:pt x="4171" y="8920"/>
                  </a:lnTo>
                  <a:lnTo>
                    <a:pt x="4480" y="8534"/>
                  </a:lnTo>
                  <a:lnTo>
                    <a:pt x="4828" y="8109"/>
                  </a:lnTo>
                  <a:lnTo>
                    <a:pt x="5098" y="7685"/>
                  </a:lnTo>
                  <a:lnTo>
                    <a:pt x="5368" y="7221"/>
                  </a:lnTo>
                  <a:lnTo>
                    <a:pt x="5600" y="6758"/>
                  </a:lnTo>
                  <a:lnTo>
                    <a:pt x="5755" y="6294"/>
                  </a:lnTo>
                  <a:lnTo>
                    <a:pt x="5909" y="5792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8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5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7" y="1313"/>
                  </a:lnTo>
                  <a:lnTo>
                    <a:pt x="4905" y="1004"/>
                  </a:lnTo>
                  <a:lnTo>
                    <a:pt x="4596" y="695"/>
                  </a:lnTo>
                  <a:lnTo>
                    <a:pt x="4287" y="425"/>
                  </a:lnTo>
                  <a:lnTo>
                    <a:pt x="3940" y="193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9" name="Google Shape;4979;p21"/>
            <p:cNvSpPr/>
            <p:nvPr/>
          </p:nvSpPr>
          <p:spPr>
            <a:xfrm>
              <a:off x="569225" y="1424375"/>
              <a:ext cx="126500" cy="69550"/>
            </a:xfrm>
            <a:custGeom>
              <a:avLst/>
              <a:gdLst/>
              <a:ahLst/>
              <a:cxnLst/>
              <a:rect l="l" t="t" r="r" b="b"/>
              <a:pathLst>
                <a:path w="5060" h="2782" extrusionOk="0">
                  <a:moveTo>
                    <a:pt x="4905" y="1"/>
                  </a:moveTo>
                  <a:lnTo>
                    <a:pt x="3824" y="657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30" y="1854"/>
                  </a:lnTo>
                  <a:lnTo>
                    <a:pt x="773" y="2125"/>
                  </a:lnTo>
                  <a:lnTo>
                    <a:pt x="117" y="2395"/>
                  </a:lnTo>
                  <a:lnTo>
                    <a:pt x="40" y="2472"/>
                  </a:lnTo>
                  <a:lnTo>
                    <a:pt x="1" y="2588"/>
                  </a:lnTo>
                  <a:lnTo>
                    <a:pt x="40" y="2665"/>
                  </a:lnTo>
                  <a:lnTo>
                    <a:pt x="117" y="2781"/>
                  </a:lnTo>
                  <a:lnTo>
                    <a:pt x="387" y="2781"/>
                  </a:lnTo>
                  <a:lnTo>
                    <a:pt x="1082" y="2627"/>
                  </a:lnTo>
                  <a:lnTo>
                    <a:pt x="1739" y="2356"/>
                  </a:lnTo>
                  <a:lnTo>
                    <a:pt x="2356" y="2047"/>
                  </a:lnTo>
                  <a:lnTo>
                    <a:pt x="2974" y="1739"/>
                  </a:lnTo>
                  <a:lnTo>
                    <a:pt x="3553" y="1430"/>
                  </a:lnTo>
                  <a:lnTo>
                    <a:pt x="4094" y="1082"/>
                  </a:lnTo>
                  <a:lnTo>
                    <a:pt x="4596" y="735"/>
                  </a:lnTo>
                  <a:lnTo>
                    <a:pt x="5059" y="310"/>
                  </a:lnTo>
                  <a:lnTo>
                    <a:pt x="490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0" name="Google Shape;4980;p21"/>
            <p:cNvSpPr/>
            <p:nvPr/>
          </p:nvSpPr>
          <p:spPr>
            <a:xfrm>
              <a:off x="512275" y="1467825"/>
              <a:ext cx="66650" cy="99450"/>
            </a:xfrm>
            <a:custGeom>
              <a:avLst/>
              <a:gdLst/>
              <a:ahLst/>
              <a:cxnLst/>
              <a:rect l="l" t="t" r="r" b="b"/>
              <a:pathLst>
                <a:path w="2666" h="3978" extrusionOk="0">
                  <a:moveTo>
                    <a:pt x="850" y="1"/>
                  </a:moveTo>
                  <a:lnTo>
                    <a:pt x="464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2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1" y="2704"/>
                  </a:lnTo>
                  <a:lnTo>
                    <a:pt x="39" y="2974"/>
                  </a:lnTo>
                  <a:lnTo>
                    <a:pt x="78" y="3206"/>
                  </a:lnTo>
                  <a:lnTo>
                    <a:pt x="155" y="3399"/>
                  </a:lnTo>
                  <a:lnTo>
                    <a:pt x="271" y="3592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9" y="3939"/>
                  </a:lnTo>
                  <a:lnTo>
                    <a:pt x="1082" y="3978"/>
                  </a:lnTo>
                  <a:lnTo>
                    <a:pt x="1314" y="3939"/>
                  </a:lnTo>
                  <a:lnTo>
                    <a:pt x="1507" y="3823"/>
                  </a:lnTo>
                  <a:lnTo>
                    <a:pt x="1661" y="3708"/>
                  </a:lnTo>
                  <a:lnTo>
                    <a:pt x="1816" y="3514"/>
                  </a:lnTo>
                  <a:lnTo>
                    <a:pt x="1970" y="3321"/>
                  </a:lnTo>
                  <a:lnTo>
                    <a:pt x="2086" y="3090"/>
                  </a:lnTo>
                  <a:lnTo>
                    <a:pt x="2318" y="2549"/>
                  </a:lnTo>
                  <a:lnTo>
                    <a:pt x="2472" y="2009"/>
                  </a:lnTo>
                  <a:lnTo>
                    <a:pt x="2626" y="1507"/>
                  </a:lnTo>
                  <a:lnTo>
                    <a:pt x="2665" y="1043"/>
                  </a:lnTo>
                  <a:lnTo>
                    <a:pt x="2395" y="1043"/>
                  </a:lnTo>
                  <a:lnTo>
                    <a:pt x="2009" y="2009"/>
                  </a:lnTo>
                  <a:lnTo>
                    <a:pt x="1738" y="2665"/>
                  </a:lnTo>
                  <a:lnTo>
                    <a:pt x="1545" y="3051"/>
                  </a:lnTo>
                  <a:lnTo>
                    <a:pt x="1468" y="3206"/>
                  </a:lnTo>
                  <a:lnTo>
                    <a:pt x="1314" y="3283"/>
                  </a:lnTo>
                  <a:lnTo>
                    <a:pt x="1159" y="3283"/>
                  </a:lnTo>
                  <a:lnTo>
                    <a:pt x="966" y="3206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4"/>
                  </a:lnTo>
                  <a:lnTo>
                    <a:pt x="541" y="2395"/>
                  </a:lnTo>
                  <a:lnTo>
                    <a:pt x="580" y="2047"/>
                  </a:lnTo>
                  <a:lnTo>
                    <a:pt x="618" y="1622"/>
                  </a:lnTo>
                  <a:lnTo>
                    <a:pt x="734" y="1198"/>
                  </a:lnTo>
                  <a:lnTo>
                    <a:pt x="889" y="773"/>
                  </a:lnTo>
                  <a:lnTo>
                    <a:pt x="1043" y="348"/>
                  </a:lnTo>
                  <a:lnTo>
                    <a:pt x="1082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1" name="Google Shape;4981;p21"/>
            <p:cNvSpPr/>
            <p:nvPr/>
          </p:nvSpPr>
          <p:spPr>
            <a:xfrm>
              <a:off x="4008850" y="152575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7" y="1004"/>
                  </a:lnTo>
                  <a:lnTo>
                    <a:pt x="7029" y="1313"/>
                  </a:lnTo>
                  <a:lnTo>
                    <a:pt x="7531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9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7"/>
                  </a:lnTo>
                  <a:lnTo>
                    <a:pt x="8573" y="3707"/>
                  </a:lnTo>
                  <a:lnTo>
                    <a:pt x="7724" y="3823"/>
                  </a:lnTo>
                  <a:lnTo>
                    <a:pt x="6874" y="3901"/>
                  </a:lnTo>
                  <a:lnTo>
                    <a:pt x="6411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8" y="3707"/>
                  </a:lnTo>
                  <a:lnTo>
                    <a:pt x="2511" y="3862"/>
                  </a:lnTo>
                  <a:lnTo>
                    <a:pt x="2433" y="4016"/>
                  </a:lnTo>
                  <a:lnTo>
                    <a:pt x="2318" y="4132"/>
                  </a:lnTo>
                  <a:lnTo>
                    <a:pt x="2124" y="4209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1" y="4248"/>
                  </a:lnTo>
                  <a:lnTo>
                    <a:pt x="734" y="4132"/>
                  </a:lnTo>
                  <a:lnTo>
                    <a:pt x="387" y="4016"/>
                  </a:lnTo>
                  <a:lnTo>
                    <a:pt x="503" y="3514"/>
                  </a:lnTo>
                  <a:lnTo>
                    <a:pt x="657" y="3012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7" y="1738"/>
                  </a:lnTo>
                  <a:lnTo>
                    <a:pt x="1893" y="1429"/>
                  </a:lnTo>
                  <a:lnTo>
                    <a:pt x="2318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8" y="5638"/>
                  </a:lnTo>
                  <a:lnTo>
                    <a:pt x="11624" y="5986"/>
                  </a:lnTo>
                  <a:lnTo>
                    <a:pt x="11431" y="6140"/>
                  </a:lnTo>
                  <a:lnTo>
                    <a:pt x="11353" y="6217"/>
                  </a:lnTo>
                  <a:lnTo>
                    <a:pt x="11238" y="6256"/>
                  </a:lnTo>
                  <a:lnTo>
                    <a:pt x="11083" y="6295"/>
                  </a:lnTo>
                  <a:lnTo>
                    <a:pt x="10929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3" y="5947"/>
                  </a:lnTo>
                  <a:lnTo>
                    <a:pt x="10543" y="5870"/>
                  </a:lnTo>
                  <a:lnTo>
                    <a:pt x="10543" y="5754"/>
                  </a:lnTo>
                  <a:lnTo>
                    <a:pt x="10620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0"/>
                  </a:moveTo>
                  <a:lnTo>
                    <a:pt x="3939" y="39"/>
                  </a:lnTo>
                  <a:lnTo>
                    <a:pt x="3515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1"/>
                  </a:lnTo>
                  <a:lnTo>
                    <a:pt x="1507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9" y="2008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7" y="3205"/>
                  </a:lnTo>
                  <a:lnTo>
                    <a:pt x="39" y="3669"/>
                  </a:lnTo>
                  <a:lnTo>
                    <a:pt x="1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8"/>
                  </a:lnTo>
                  <a:lnTo>
                    <a:pt x="1314" y="4596"/>
                  </a:lnTo>
                  <a:lnTo>
                    <a:pt x="1700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1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3" y="3630"/>
                  </a:lnTo>
                  <a:lnTo>
                    <a:pt x="3013" y="2974"/>
                  </a:lnTo>
                  <a:lnTo>
                    <a:pt x="3128" y="773"/>
                  </a:lnTo>
                  <a:lnTo>
                    <a:pt x="3515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1" y="1661"/>
                  </a:lnTo>
                  <a:lnTo>
                    <a:pt x="5059" y="2703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4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6" y="4287"/>
                  </a:lnTo>
                  <a:lnTo>
                    <a:pt x="5870" y="4325"/>
                  </a:lnTo>
                  <a:lnTo>
                    <a:pt x="6218" y="4325"/>
                  </a:lnTo>
                  <a:lnTo>
                    <a:pt x="6565" y="4287"/>
                  </a:lnTo>
                  <a:lnTo>
                    <a:pt x="7608" y="4209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0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7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3" y="5252"/>
                  </a:lnTo>
                  <a:lnTo>
                    <a:pt x="10427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4" y="5754"/>
                  </a:lnTo>
                  <a:lnTo>
                    <a:pt x="10234" y="5908"/>
                  </a:lnTo>
                  <a:lnTo>
                    <a:pt x="10234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9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7" y="6526"/>
                  </a:lnTo>
                  <a:lnTo>
                    <a:pt x="11740" y="6410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2"/>
                  </a:lnTo>
                  <a:lnTo>
                    <a:pt x="12396" y="7221"/>
                  </a:lnTo>
                  <a:lnTo>
                    <a:pt x="12473" y="7569"/>
                  </a:lnTo>
                  <a:lnTo>
                    <a:pt x="12551" y="7916"/>
                  </a:lnTo>
                  <a:lnTo>
                    <a:pt x="12551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5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6" y="9654"/>
                  </a:lnTo>
                  <a:lnTo>
                    <a:pt x="12821" y="9616"/>
                  </a:lnTo>
                  <a:lnTo>
                    <a:pt x="12937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30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5"/>
                  </a:lnTo>
                  <a:lnTo>
                    <a:pt x="13091" y="7723"/>
                  </a:lnTo>
                  <a:lnTo>
                    <a:pt x="12937" y="7183"/>
                  </a:lnTo>
                  <a:lnTo>
                    <a:pt x="12744" y="6681"/>
                  </a:lnTo>
                  <a:lnTo>
                    <a:pt x="12435" y="6217"/>
                  </a:lnTo>
                  <a:lnTo>
                    <a:pt x="12126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9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30" y="3514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5" y="1931"/>
                  </a:lnTo>
                  <a:lnTo>
                    <a:pt x="8226" y="1584"/>
                  </a:lnTo>
                  <a:lnTo>
                    <a:pt x="7839" y="1275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9" y="348"/>
                  </a:lnTo>
                  <a:lnTo>
                    <a:pt x="5716" y="193"/>
                  </a:lnTo>
                  <a:lnTo>
                    <a:pt x="5291" y="78"/>
                  </a:lnTo>
                  <a:lnTo>
                    <a:pt x="4828" y="39"/>
                  </a:lnTo>
                  <a:lnTo>
                    <a:pt x="44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2" name="Google Shape;4982;p21"/>
            <p:cNvSpPr/>
            <p:nvPr/>
          </p:nvSpPr>
          <p:spPr>
            <a:xfrm>
              <a:off x="6763050" y="1538300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9" y="5908"/>
                  </a:moveTo>
                  <a:lnTo>
                    <a:pt x="1082" y="5986"/>
                  </a:lnTo>
                  <a:lnTo>
                    <a:pt x="1237" y="6024"/>
                  </a:lnTo>
                  <a:lnTo>
                    <a:pt x="1391" y="6179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1" y="6797"/>
                  </a:lnTo>
                  <a:lnTo>
                    <a:pt x="1237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9" y="6990"/>
                  </a:lnTo>
                  <a:lnTo>
                    <a:pt x="464" y="6835"/>
                  </a:lnTo>
                  <a:lnTo>
                    <a:pt x="426" y="6719"/>
                  </a:lnTo>
                  <a:lnTo>
                    <a:pt x="387" y="6642"/>
                  </a:lnTo>
                  <a:lnTo>
                    <a:pt x="348" y="6488"/>
                  </a:lnTo>
                  <a:lnTo>
                    <a:pt x="387" y="6372"/>
                  </a:lnTo>
                  <a:lnTo>
                    <a:pt x="426" y="6256"/>
                  </a:lnTo>
                  <a:lnTo>
                    <a:pt x="503" y="6179"/>
                  </a:lnTo>
                  <a:lnTo>
                    <a:pt x="696" y="6024"/>
                  </a:lnTo>
                  <a:lnTo>
                    <a:pt x="889" y="5908"/>
                  </a:lnTo>
                  <a:close/>
                  <a:moveTo>
                    <a:pt x="5909" y="0"/>
                  </a:moveTo>
                  <a:lnTo>
                    <a:pt x="5832" y="39"/>
                  </a:lnTo>
                  <a:lnTo>
                    <a:pt x="5523" y="309"/>
                  </a:lnTo>
                  <a:lnTo>
                    <a:pt x="5175" y="618"/>
                  </a:lnTo>
                  <a:lnTo>
                    <a:pt x="4596" y="1313"/>
                  </a:lnTo>
                  <a:lnTo>
                    <a:pt x="4017" y="2047"/>
                  </a:lnTo>
                  <a:lnTo>
                    <a:pt x="3438" y="2781"/>
                  </a:lnTo>
                  <a:lnTo>
                    <a:pt x="2279" y="4132"/>
                  </a:lnTo>
                  <a:lnTo>
                    <a:pt x="1739" y="4866"/>
                  </a:lnTo>
                  <a:lnTo>
                    <a:pt x="1198" y="5561"/>
                  </a:lnTo>
                  <a:lnTo>
                    <a:pt x="1043" y="5522"/>
                  </a:lnTo>
                  <a:lnTo>
                    <a:pt x="889" y="5522"/>
                  </a:lnTo>
                  <a:lnTo>
                    <a:pt x="773" y="5561"/>
                  </a:lnTo>
                  <a:lnTo>
                    <a:pt x="619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10" y="5870"/>
                  </a:lnTo>
                  <a:lnTo>
                    <a:pt x="117" y="6063"/>
                  </a:lnTo>
                  <a:lnTo>
                    <a:pt x="1" y="6333"/>
                  </a:lnTo>
                  <a:lnTo>
                    <a:pt x="1" y="6488"/>
                  </a:lnTo>
                  <a:lnTo>
                    <a:pt x="1" y="6604"/>
                  </a:lnTo>
                  <a:lnTo>
                    <a:pt x="40" y="6797"/>
                  </a:lnTo>
                  <a:lnTo>
                    <a:pt x="117" y="6990"/>
                  </a:lnTo>
                  <a:lnTo>
                    <a:pt x="194" y="7144"/>
                  </a:lnTo>
                  <a:lnTo>
                    <a:pt x="348" y="7260"/>
                  </a:lnTo>
                  <a:lnTo>
                    <a:pt x="503" y="7376"/>
                  </a:lnTo>
                  <a:lnTo>
                    <a:pt x="696" y="7453"/>
                  </a:lnTo>
                  <a:lnTo>
                    <a:pt x="1082" y="7453"/>
                  </a:lnTo>
                  <a:lnTo>
                    <a:pt x="1275" y="7414"/>
                  </a:lnTo>
                  <a:lnTo>
                    <a:pt x="1430" y="7299"/>
                  </a:lnTo>
                  <a:lnTo>
                    <a:pt x="1584" y="7183"/>
                  </a:lnTo>
                  <a:lnTo>
                    <a:pt x="1700" y="7067"/>
                  </a:lnTo>
                  <a:lnTo>
                    <a:pt x="1816" y="6874"/>
                  </a:lnTo>
                  <a:lnTo>
                    <a:pt x="1854" y="6681"/>
                  </a:lnTo>
                  <a:lnTo>
                    <a:pt x="1893" y="6526"/>
                  </a:lnTo>
                  <a:lnTo>
                    <a:pt x="1854" y="6333"/>
                  </a:lnTo>
                  <a:lnTo>
                    <a:pt x="1816" y="6179"/>
                  </a:lnTo>
                  <a:lnTo>
                    <a:pt x="1739" y="6024"/>
                  </a:lnTo>
                  <a:lnTo>
                    <a:pt x="1661" y="5908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3" y="4403"/>
                  </a:lnTo>
                  <a:lnTo>
                    <a:pt x="3940" y="3012"/>
                  </a:lnTo>
                  <a:lnTo>
                    <a:pt x="4480" y="2395"/>
                  </a:lnTo>
                  <a:lnTo>
                    <a:pt x="5098" y="1699"/>
                  </a:lnTo>
                  <a:lnTo>
                    <a:pt x="5639" y="1043"/>
                  </a:lnTo>
                  <a:lnTo>
                    <a:pt x="5909" y="657"/>
                  </a:lnTo>
                  <a:lnTo>
                    <a:pt x="6102" y="309"/>
                  </a:lnTo>
                  <a:lnTo>
                    <a:pt x="6141" y="193"/>
                  </a:lnTo>
                  <a:lnTo>
                    <a:pt x="6063" y="78"/>
                  </a:lnTo>
                  <a:lnTo>
                    <a:pt x="598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3" name="Google Shape;4983;p21"/>
            <p:cNvSpPr/>
            <p:nvPr/>
          </p:nvSpPr>
          <p:spPr>
            <a:xfrm>
              <a:off x="4040700" y="153927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5" y="7298"/>
                  </a:moveTo>
                  <a:lnTo>
                    <a:pt x="8496" y="7375"/>
                  </a:lnTo>
                  <a:lnTo>
                    <a:pt x="8728" y="7453"/>
                  </a:lnTo>
                  <a:lnTo>
                    <a:pt x="8960" y="7569"/>
                  </a:lnTo>
                  <a:lnTo>
                    <a:pt x="9153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5" y="8573"/>
                  </a:lnTo>
                  <a:lnTo>
                    <a:pt x="9693" y="8881"/>
                  </a:lnTo>
                  <a:lnTo>
                    <a:pt x="9655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60" y="10040"/>
                  </a:lnTo>
                  <a:lnTo>
                    <a:pt x="8689" y="10117"/>
                  </a:lnTo>
                  <a:lnTo>
                    <a:pt x="8419" y="10194"/>
                  </a:lnTo>
                  <a:lnTo>
                    <a:pt x="8110" y="10156"/>
                  </a:lnTo>
                  <a:lnTo>
                    <a:pt x="7840" y="10078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6"/>
                  </a:lnTo>
                  <a:lnTo>
                    <a:pt x="7029" y="9345"/>
                  </a:lnTo>
                  <a:lnTo>
                    <a:pt x="6952" y="9075"/>
                  </a:lnTo>
                  <a:lnTo>
                    <a:pt x="6913" y="8804"/>
                  </a:lnTo>
                  <a:lnTo>
                    <a:pt x="6952" y="8534"/>
                  </a:lnTo>
                  <a:lnTo>
                    <a:pt x="7029" y="8264"/>
                  </a:lnTo>
                  <a:lnTo>
                    <a:pt x="7145" y="8071"/>
                  </a:lnTo>
                  <a:lnTo>
                    <a:pt x="7299" y="7877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9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6" y="8457"/>
                  </a:lnTo>
                  <a:lnTo>
                    <a:pt x="2974" y="8611"/>
                  </a:lnTo>
                  <a:lnTo>
                    <a:pt x="3052" y="8766"/>
                  </a:lnTo>
                  <a:lnTo>
                    <a:pt x="1546" y="8727"/>
                  </a:lnTo>
                  <a:lnTo>
                    <a:pt x="40" y="8688"/>
                  </a:lnTo>
                  <a:lnTo>
                    <a:pt x="1" y="8688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6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6"/>
                  </a:lnTo>
                  <a:lnTo>
                    <a:pt x="6759" y="9847"/>
                  </a:lnTo>
                  <a:lnTo>
                    <a:pt x="6990" y="10078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0"/>
                  </a:lnTo>
                  <a:lnTo>
                    <a:pt x="8110" y="10658"/>
                  </a:lnTo>
                  <a:lnTo>
                    <a:pt x="8419" y="10696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7"/>
                  </a:lnTo>
                  <a:lnTo>
                    <a:pt x="9539" y="10194"/>
                  </a:lnTo>
                  <a:lnTo>
                    <a:pt x="9771" y="9963"/>
                  </a:lnTo>
                  <a:lnTo>
                    <a:pt x="9925" y="9692"/>
                  </a:lnTo>
                  <a:lnTo>
                    <a:pt x="10079" y="9422"/>
                  </a:lnTo>
                  <a:lnTo>
                    <a:pt x="10157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7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1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9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5" y="7337"/>
                  </a:lnTo>
                  <a:lnTo>
                    <a:pt x="6913" y="7569"/>
                  </a:lnTo>
                  <a:lnTo>
                    <a:pt x="6720" y="7877"/>
                  </a:lnTo>
                  <a:lnTo>
                    <a:pt x="6565" y="8186"/>
                  </a:lnTo>
                  <a:lnTo>
                    <a:pt x="6450" y="8534"/>
                  </a:lnTo>
                  <a:lnTo>
                    <a:pt x="6450" y="8843"/>
                  </a:lnTo>
                  <a:lnTo>
                    <a:pt x="5716" y="8804"/>
                  </a:lnTo>
                  <a:lnTo>
                    <a:pt x="4944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8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79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6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4" name="Google Shape;4984;p21"/>
            <p:cNvSpPr/>
            <p:nvPr/>
          </p:nvSpPr>
          <p:spPr>
            <a:xfrm>
              <a:off x="1387875" y="1558575"/>
              <a:ext cx="374575" cy="387125"/>
            </a:xfrm>
            <a:custGeom>
              <a:avLst/>
              <a:gdLst/>
              <a:ahLst/>
              <a:cxnLst/>
              <a:rect l="l" t="t" r="r" b="b"/>
              <a:pathLst>
                <a:path w="14983" h="15485" extrusionOk="0">
                  <a:moveTo>
                    <a:pt x="7453" y="502"/>
                  </a:moveTo>
                  <a:lnTo>
                    <a:pt x="8032" y="541"/>
                  </a:lnTo>
                  <a:lnTo>
                    <a:pt x="8573" y="580"/>
                  </a:lnTo>
                  <a:lnTo>
                    <a:pt x="9152" y="695"/>
                  </a:lnTo>
                  <a:lnTo>
                    <a:pt x="9654" y="850"/>
                  </a:lnTo>
                  <a:lnTo>
                    <a:pt x="10195" y="1043"/>
                  </a:lnTo>
                  <a:lnTo>
                    <a:pt x="10697" y="1275"/>
                  </a:lnTo>
                  <a:lnTo>
                    <a:pt x="11160" y="1545"/>
                  </a:lnTo>
                  <a:lnTo>
                    <a:pt x="11585" y="1854"/>
                  </a:lnTo>
                  <a:lnTo>
                    <a:pt x="10812" y="2201"/>
                  </a:lnTo>
                  <a:lnTo>
                    <a:pt x="10040" y="2626"/>
                  </a:lnTo>
                  <a:lnTo>
                    <a:pt x="9306" y="3090"/>
                  </a:lnTo>
                  <a:lnTo>
                    <a:pt x="8611" y="3630"/>
                  </a:lnTo>
                  <a:lnTo>
                    <a:pt x="7916" y="4171"/>
                  </a:lnTo>
                  <a:lnTo>
                    <a:pt x="7299" y="4789"/>
                  </a:lnTo>
                  <a:lnTo>
                    <a:pt x="6681" y="5445"/>
                  </a:lnTo>
                  <a:lnTo>
                    <a:pt x="6140" y="6140"/>
                  </a:lnTo>
                  <a:lnTo>
                    <a:pt x="5638" y="6874"/>
                  </a:lnTo>
                  <a:lnTo>
                    <a:pt x="5175" y="7646"/>
                  </a:lnTo>
                  <a:lnTo>
                    <a:pt x="4789" y="8418"/>
                  </a:lnTo>
                  <a:lnTo>
                    <a:pt x="4441" y="9229"/>
                  </a:lnTo>
                  <a:lnTo>
                    <a:pt x="4171" y="10040"/>
                  </a:lnTo>
                  <a:lnTo>
                    <a:pt x="3939" y="10890"/>
                  </a:lnTo>
                  <a:lnTo>
                    <a:pt x="3823" y="11778"/>
                  </a:lnTo>
                  <a:lnTo>
                    <a:pt x="3746" y="12666"/>
                  </a:lnTo>
                  <a:lnTo>
                    <a:pt x="3553" y="12666"/>
                  </a:lnTo>
                  <a:lnTo>
                    <a:pt x="3283" y="11855"/>
                  </a:lnTo>
                  <a:lnTo>
                    <a:pt x="3051" y="11044"/>
                  </a:lnTo>
                  <a:lnTo>
                    <a:pt x="2819" y="10195"/>
                  </a:lnTo>
                  <a:lnTo>
                    <a:pt x="2665" y="9384"/>
                  </a:lnTo>
                  <a:lnTo>
                    <a:pt x="2588" y="8534"/>
                  </a:lnTo>
                  <a:lnTo>
                    <a:pt x="2549" y="7685"/>
                  </a:lnTo>
                  <a:lnTo>
                    <a:pt x="2588" y="6797"/>
                  </a:lnTo>
                  <a:lnTo>
                    <a:pt x="2665" y="5947"/>
                  </a:lnTo>
                  <a:lnTo>
                    <a:pt x="2858" y="5213"/>
                  </a:lnTo>
                  <a:lnTo>
                    <a:pt x="3051" y="4518"/>
                  </a:lnTo>
                  <a:lnTo>
                    <a:pt x="3321" y="3823"/>
                  </a:lnTo>
                  <a:lnTo>
                    <a:pt x="3630" y="3205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29"/>
                  </a:lnTo>
                  <a:lnTo>
                    <a:pt x="5406" y="888"/>
                  </a:lnTo>
                  <a:lnTo>
                    <a:pt x="5908" y="734"/>
                  </a:lnTo>
                  <a:lnTo>
                    <a:pt x="6410" y="618"/>
                  </a:lnTo>
                  <a:lnTo>
                    <a:pt x="6912" y="541"/>
                  </a:lnTo>
                  <a:lnTo>
                    <a:pt x="7453" y="502"/>
                  </a:lnTo>
                  <a:close/>
                  <a:moveTo>
                    <a:pt x="11932" y="2086"/>
                  </a:moveTo>
                  <a:lnTo>
                    <a:pt x="12318" y="2433"/>
                  </a:lnTo>
                  <a:lnTo>
                    <a:pt x="12666" y="2819"/>
                  </a:lnTo>
                  <a:lnTo>
                    <a:pt x="13014" y="3205"/>
                  </a:lnTo>
                  <a:lnTo>
                    <a:pt x="13322" y="3669"/>
                  </a:lnTo>
                  <a:lnTo>
                    <a:pt x="13593" y="4093"/>
                  </a:lnTo>
                  <a:lnTo>
                    <a:pt x="13824" y="4595"/>
                  </a:lnTo>
                  <a:lnTo>
                    <a:pt x="14018" y="5097"/>
                  </a:lnTo>
                  <a:lnTo>
                    <a:pt x="14211" y="5599"/>
                  </a:lnTo>
                  <a:lnTo>
                    <a:pt x="14326" y="6101"/>
                  </a:lnTo>
                  <a:lnTo>
                    <a:pt x="14404" y="6642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25" y="6951"/>
                  </a:lnTo>
                  <a:lnTo>
                    <a:pt x="11392" y="7144"/>
                  </a:lnTo>
                  <a:lnTo>
                    <a:pt x="10658" y="7414"/>
                  </a:lnTo>
                  <a:lnTo>
                    <a:pt x="9924" y="7723"/>
                  </a:lnTo>
                  <a:lnTo>
                    <a:pt x="9229" y="8032"/>
                  </a:lnTo>
                  <a:lnTo>
                    <a:pt x="8534" y="8418"/>
                  </a:lnTo>
                  <a:lnTo>
                    <a:pt x="7878" y="8843"/>
                  </a:lnTo>
                  <a:lnTo>
                    <a:pt x="7221" y="9306"/>
                  </a:lnTo>
                  <a:lnTo>
                    <a:pt x="6642" y="9808"/>
                  </a:lnTo>
                  <a:lnTo>
                    <a:pt x="6063" y="10349"/>
                  </a:lnTo>
                  <a:lnTo>
                    <a:pt x="5561" y="10890"/>
                  </a:lnTo>
                  <a:lnTo>
                    <a:pt x="5059" y="11508"/>
                  </a:lnTo>
                  <a:lnTo>
                    <a:pt x="4634" y="12125"/>
                  </a:lnTo>
                  <a:lnTo>
                    <a:pt x="4248" y="12820"/>
                  </a:lnTo>
                  <a:lnTo>
                    <a:pt x="4093" y="12743"/>
                  </a:lnTo>
                  <a:lnTo>
                    <a:pt x="3939" y="12666"/>
                  </a:lnTo>
                  <a:lnTo>
                    <a:pt x="4093" y="11816"/>
                  </a:lnTo>
                  <a:lnTo>
                    <a:pt x="4287" y="10928"/>
                  </a:lnTo>
                  <a:lnTo>
                    <a:pt x="4557" y="10117"/>
                  </a:lnTo>
                  <a:lnTo>
                    <a:pt x="4827" y="9306"/>
                  </a:lnTo>
                  <a:lnTo>
                    <a:pt x="5175" y="8496"/>
                  </a:lnTo>
                  <a:lnTo>
                    <a:pt x="5561" y="7723"/>
                  </a:lnTo>
                  <a:lnTo>
                    <a:pt x="6024" y="6990"/>
                  </a:lnTo>
                  <a:lnTo>
                    <a:pt x="6488" y="6295"/>
                  </a:lnTo>
                  <a:lnTo>
                    <a:pt x="7028" y="5599"/>
                  </a:lnTo>
                  <a:lnTo>
                    <a:pt x="7607" y="4982"/>
                  </a:lnTo>
                  <a:lnTo>
                    <a:pt x="8225" y="4402"/>
                  </a:lnTo>
                  <a:lnTo>
                    <a:pt x="8882" y="3823"/>
                  </a:lnTo>
                  <a:lnTo>
                    <a:pt x="9577" y="3321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32" y="2086"/>
                  </a:lnTo>
                  <a:close/>
                  <a:moveTo>
                    <a:pt x="14442" y="6990"/>
                  </a:moveTo>
                  <a:lnTo>
                    <a:pt x="14481" y="7839"/>
                  </a:lnTo>
                  <a:lnTo>
                    <a:pt x="14404" y="8689"/>
                  </a:lnTo>
                  <a:lnTo>
                    <a:pt x="14249" y="9538"/>
                  </a:lnTo>
                  <a:lnTo>
                    <a:pt x="14172" y="9963"/>
                  </a:lnTo>
                  <a:lnTo>
                    <a:pt x="14018" y="10388"/>
                  </a:lnTo>
                  <a:lnTo>
                    <a:pt x="13863" y="10774"/>
                  </a:lnTo>
                  <a:lnTo>
                    <a:pt x="13709" y="11160"/>
                  </a:lnTo>
                  <a:lnTo>
                    <a:pt x="13516" y="11546"/>
                  </a:lnTo>
                  <a:lnTo>
                    <a:pt x="13284" y="11894"/>
                  </a:lnTo>
                  <a:lnTo>
                    <a:pt x="13052" y="12241"/>
                  </a:lnTo>
                  <a:lnTo>
                    <a:pt x="12782" y="12589"/>
                  </a:lnTo>
                  <a:lnTo>
                    <a:pt x="12473" y="12898"/>
                  </a:lnTo>
                  <a:lnTo>
                    <a:pt x="12203" y="13207"/>
                  </a:lnTo>
                  <a:lnTo>
                    <a:pt x="11932" y="13052"/>
                  </a:lnTo>
                  <a:lnTo>
                    <a:pt x="11662" y="12936"/>
                  </a:lnTo>
                  <a:lnTo>
                    <a:pt x="11083" y="12782"/>
                  </a:lnTo>
                  <a:lnTo>
                    <a:pt x="10542" y="12627"/>
                  </a:lnTo>
                  <a:lnTo>
                    <a:pt x="9963" y="12550"/>
                  </a:lnTo>
                  <a:lnTo>
                    <a:pt x="9384" y="12512"/>
                  </a:lnTo>
                  <a:lnTo>
                    <a:pt x="8843" y="12473"/>
                  </a:lnTo>
                  <a:lnTo>
                    <a:pt x="8303" y="12473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681" y="12666"/>
                  </a:lnTo>
                  <a:lnTo>
                    <a:pt x="6179" y="12782"/>
                  </a:lnTo>
                  <a:lnTo>
                    <a:pt x="5638" y="12975"/>
                  </a:lnTo>
                  <a:lnTo>
                    <a:pt x="5136" y="13129"/>
                  </a:lnTo>
                  <a:lnTo>
                    <a:pt x="4673" y="13361"/>
                  </a:lnTo>
                  <a:lnTo>
                    <a:pt x="4557" y="13129"/>
                  </a:lnTo>
                  <a:lnTo>
                    <a:pt x="4402" y="12936"/>
                  </a:lnTo>
                  <a:lnTo>
                    <a:pt x="4866" y="12318"/>
                  </a:lnTo>
                  <a:lnTo>
                    <a:pt x="5368" y="11739"/>
                  </a:lnTo>
                  <a:lnTo>
                    <a:pt x="5870" y="11160"/>
                  </a:lnTo>
                  <a:lnTo>
                    <a:pt x="6410" y="10619"/>
                  </a:lnTo>
                  <a:lnTo>
                    <a:pt x="6951" y="10117"/>
                  </a:lnTo>
                  <a:lnTo>
                    <a:pt x="7530" y="9654"/>
                  </a:lnTo>
                  <a:lnTo>
                    <a:pt x="8148" y="9229"/>
                  </a:lnTo>
                  <a:lnTo>
                    <a:pt x="8766" y="8804"/>
                  </a:lnTo>
                  <a:lnTo>
                    <a:pt x="9384" y="8457"/>
                  </a:lnTo>
                  <a:lnTo>
                    <a:pt x="10040" y="8109"/>
                  </a:lnTo>
                  <a:lnTo>
                    <a:pt x="10735" y="7839"/>
                  </a:lnTo>
                  <a:lnTo>
                    <a:pt x="11430" y="7569"/>
                  </a:lnTo>
                  <a:lnTo>
                    <a:pt x="12164" y="7376"/>
                  </a:lnTo>
                  <a:lnTo>
                    <a:pt x="12898" y="7183"/>
                  </a:lnTo>
                  <a:lnTo>
                    <a:pt x="13670" y="7067"/>
                  </a:lnTo>
                  <a:lnTo>
                    <a:pt x="14442" y="6990"/>
                  </a:lnTo>
                  <a:close/>
                  <a:moveTo>
                    <a:pt x="4518" y="1275"/>
                  </a:moveTo>
                  <a:lnTo>
                    <a:pt x="4016" y="1854"/>
                  </a:lnTo>
                  <a:lnTo>
                    <a:pt x="3591" y="2472"/>
                  </a:lnTo>
                  <a:lnTo>
                    <a:pt x="3244" y="3128"/>
                  </a:lnTo>
                  <a:lnTo>
                    <a:pt x="2935" y="3823"/>
                  </a:lnTo>
                  <a:lnTo>
                    <a:pt x="2665" y="4518"/>
                  </a:lnTo>
                  <a:lnTo>
                    <a:pt x="2472" y="5291"/>
                  </a:lnTo>
                  <a:lnTo>
                    <a:pt x="2317" y="6024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1"/>
                  </a:lnTo>
                  <a:lnTo>
                    <a:pt x="2279" y="9113"/>
                  </a:lnTo>
                  <a:lnTo>
                    <a:pt x="2356" y="9886"/>
                  </a:lnTo>
                  <a:lnTo>
                    <a:pt x="2549" y="10619"/>
                  </a:lnTo>
                  <a:lnTo>
                    <a:pt x="2742" y="11353"/>
                  </a:lnTo>
                  <a:lnTo>
                    <a:pt x="3012" y="12087"/>
                  </a:lnTo>
                  <a:lnTo>
                    <a:pt x="3283" y="12782"/>
                  </a:lnTo>
                  <a:lnTo>
                    <a:pt x="3089" y="12898"/>
                  </a:lnTo>
                  <a:lnTo>
                    <a:pt x="2935" y="13052"/>
                  </a:lnTo>
                  <a:lnTo>
                    <a:pt x="2819" y="13245"/>
                  </a:lnTo>
                  <a:lnTo>
                    <a:pt x="2703" y="13438"/>
                  </a:lnTo>
                  <a:lnTo>
                    <a:pt x="2394" y="13014"/>
                  </a:lnTo>
                  <a:lnTo>
                    <a:pt x="2047" y="12550"/>
                  </a:lnTo>
                  <a:lnTo>
                    <a:pt x="1777" y="12087"/>
                  </a:lnTo>
                  <a:lnTo>
                    <a:pt x="1506" y="11623"/>
                  </a:lnTo>
                  <a:lnTo>
                    <a:pt x="1275" y="11121"/>
                  </a:lnTo>
                  <a:lnTo>
                    <a:pt x="1043" y="10619"/>
                  </a:lnTo>
                  <a:lnTo>
                    <a:pt x="850" y="10117"/>
                  </a:lnTo>
                  <a:lnTo>
                    <a:pt x="734" y="9615"/>
                  </a:lnTo>
                  <a:lnTo>
                    <a:pt x="618" y="9113"/>
                  </a:lnTo>
                  <a:lnTo>
                    <a:pt x="541" y="8573"/>
                  </a:lnTo>
                  <a:lnTo>
                    <a:pt x="502" y="8032"/>
                  </a:lnTo>
                  <a:lnTo>
                    <a:pt x="502" y="7492"/>
                  </a:lnTo>
                  <a:lnTo>
                    <a:pt x="541" y="6951"/>
                  </a:lnTo>
                  <a:lnTo>
                    <a:pt x="618" y="6410"/>
                  </a:lnTo>
                  <a:lnTo>
                    <a:pt x="734" y="5870"/>
                  </a:lnTo>
                  <a:lnTo>
                    <a:pt x="927" y="5329"/>
                  </a:lnTo>
                  <a:lnTo>
                    <a:pt x="1197" y="4673"/>
                  </a:lnTo>
                  <a:lnTo>
                    <a:pt x="1506" y="4055"/>
                  </a:lnTo>
                  <a:lnTo>
                    <a:pt x="1892" y="3476"/>
                  </a:lnTo>
                  <a:lnTo>
                    <a:pt x="2356" y="2935"/>
                  </a:lnTo>
                  <a:lnTo>
                    <a:pt x="2819" y="2433"/>
                  </a:lnTo>
                  <a:lnTo>
                    <a:pt x="3360" y="2008"/>
                  </a:lnTo>
                  <a:lnTo>
                    <a:pt x="3900" y="1584"/>
                  </a:lnTo>
                  <a:lnTo>
                    <a:pt x="4518" y="1275"/>
                  </a:lnTo>
                  <a:close/>
                  <a:moveTo>
                    <a:pt x="3823" y="12975"/>
                  </a:moveTo>
                  <a:lnTo>
                    <a:pt x="4016" y="13052"/>
                  </a:lnTo>
                  <a:lnTo>
                    <a:pt x="4132" y="13168"/>
                  </a:lnTo>
                  <a:lnTo>
                    <a:pt x="4248" y="13284"/>
                  </a:lnTo>
                  <a:lnTo>
                    <a:pt x="4325" y="13438"/>
                  </a:lnTo>
                  <a:lnTo>
                    <a:pt x="4364" y="13631"/>
                  </a:lnTo>
                  <a:lnTo>
                    <a:pt x="4325" y="13786"/>
                  </a:lnTo>
                  <a:lnTo>
                    <a:pt x="4287" y="13940"/>
                  </a:lnTo>
                  <a:lnTo>
                    <a:pt x="4209" y="14095"/>
                  </a:lnTo>
                  <a:lnTo>
                    <a:pt x="3746" y="13824"/>
                  </a:lnTo>
                  <a:lnTo>
                    <a:pt x="3321" y="13477"/>
                  </a:lnTo>
                  <a:lnTo>
                    <a:pt x="3244" y="13438"/>
                  </a:lnTo>
                  <a:lnTo>
                    <a:pt x="3128" y="13438"/>
                  </a:lnTo>
                  <a:lnTo>
                    <a:pt x="3051" y="13477"/>
                  </a:lnTo>
                  <a:lnTo>
                    <a:pt x="2974" y="13515"/>
                  </a:lnTo>
                  <a:lnTo>
                    <a:pt x="3051" y="13361"/>
                  </a:lnTo>
                  <a:lnTo>
                    <a:pt x="3167" y="13245"/>
                  </a:lnTo>
                  <a:lnTo>
                    <a:pt x="3321" y="13129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9113" y="12859"/>
                  </a:moveTo>
                  <a:lnTo>
                    <a:pt x="9615" y="12898"/>
                  </a:lnTo>
                  <a:lnTo>
                    <a:pt x="10079" y="12975"/>
                  </a:lnTo>
                  <a:lnTo>
                    <a:pt x="10504" y="13014"/>
                  </a:lnTo>
                  <a:lnTo>
                    <a:pt x="11006" y="13129"/>
                  </a:lnTo>
                  <a:lnTo>
                    <a:pt x="11469" y="13245"/>
                  </a:lnTo>
                  <a:lnTo>
                    <a:pt x="11701" y="13361"/>
                  </a:lnTo>
                  <a:lnTo>
                    <a:pt x="11894" y="13477"/>
                  </a:lnTo>
                  <a:lnTo>
                    <a:pt x="11508" y="13786"/>
                  </a:lnTo>
                  <a:lnTo>
                    <a:pt x="11083" y="14017"/>
                  </a:lnTo>
                  <a:lnTo>
                    <a:pt x="10658" y="14249"/>
                  </a:lnTo>
                  <a:lnTo>
                    <a:pt x="10195" y="14442"/>
                  </a:lnTo>
                  <a:lnTo>
                    <a:pt x="9770" y="14635"/>
                  </a:lnTo>
                  <a:lnTo>
                    <a:pt x="9306" y="14751"/>
                  </a:lnTo>
                  <a:lnTo>
                    <a:pt x="8804" y="14867"/>
                  </a:lnTo>
                  <a:lnTo>
                    <a:pt x="8341" y="14944"/>
                  </a:lnTo>
                  <a:lnTo>
                    <a:pt x="7839" y="14983"/>
                  </a:lnTo>
                  <a:lnTo>
                    <a:pt x="7376" y="14983"/>
                  </a:lnTo>
                  <a:lnTo>
                    <a:pt x="6874" y="14944"/>
                  </a:lnTo>
                  <a:lnTo>
                    <a:pt x="6410" y="14867"/>
                  </a:lnTo>
                  <a:lnTo>
                    <a:pt x="5947" y="14790"/>
                  </a:lnTo>
                  <a:lnTo>
                    <a:pt x="5484" y="14674"/>
                  </a:lnTo>
                  <a:lnTo>
                    <a:pt x="5020" y="14481"/>
                  </a:lnTo>
                  <a:lnTo>
                    <a:pt x="4557" y="14288"/>
                  </a:lnTo>
                  <a:lnTo>
                    <a:pt x="4673" y="14017"/>
                  </a:lnTo>
                  <a:lnTo>
                    <a:pt x="4711" y="13747"/>
                  </a:lnTo>
                  <a:lnTo>
                    <a:pt x="4711" y="13593"/>
                  </a:lnTo>
                  <a:lnTo>
                    <a:pt x="5561" y="13322"/>
                  </a:lnTo>
                  <a:lnTo>
                    <a:pt x="6410" y="13091"/>
                  </a:lnTo>
                  <a:lnTo>
                    <a:pt x="7260" y="12936"/>
                  </a:lnTo>
                  <a:lnTo>
                    <a:pt x="8148" y="12859"/>
                  </a:lnTo>
                  <a:close/>
                  <a:moveTo>
                    <a:pt x="7569" y="0"/>
                  </a:moveTo>
                  <a:lnTo>
                    <a:pt x="6990" y="39"/>
                  </a:lnTo>
                  <a:lnTo>
                    <a:pt x="6410" y="116"/>
                  </a:lnTo>
                  <a:lnTo>
                    <a:pt x="5870" y="232"/>
                  </a:lnTo>
                  <a:lnTo>
                    <a:pt x="5291" y="386"/>
                  </a:lnTo>
                  <a:lnTo>
                    <a:pt x="4750" y="580"/>
                  </a:lnTo>
                  <a:lnTo>
                    <a:pt x="4248" y="811"/>
                  </a:lnTo>
                  <a:lnTo>
                    <a:pt x="3746" y="1120"/>
                  </a:lnTo>
                  <a:lnTo>
                    <a:pt x="3283" y="1429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1970" y="2588"/>
                  </a:lnTo>
                  <a:lnTo>
                    <a:pt x="1622" y="3012"/>
                  </a:lnTo>
                  <a:lnTo>
                    <a:pt x="1275" y="3514"/>
                  </a:lnTo>
                  <a:lnTo>
                    <a:pt x="966" y="4016"/>
                  </a:lnTo>
                  <a:lnTo>
                    <a:pt x="657" y="4595"/>
                  </a:lnTo>
                  <a:lnTo>
                    <a:pt x="425" y="5252"/>
                  </a:lnTo>
                  <a:lnTo>
                    <a:pt x="232" y="5908"/>
                  </a:lnTo>
                  <a:lnTo>
                    <a:pt x="116" y="6565"/>
                  </a:lnTo>
                  <a:lnTo>
                    <a:pt x="0" y="7221"/>
                  </a:lnTo>
                  <a:lnTo>
                    <a:pt x="0" y="7916"/>
                  </a:lnTo>
                  <a:lnTo>
                    <a:pt x="39" y="8611"/>
                  </a:lnTo>
                  <a:lnTo>
                    <a:pt x="116" y="9268"/>
                  </a:lnTo>
                  <a:lnTo>
                    <a:pt x="232" y="9924"/>
                  </a:lnTo>
                  <a:lnTo>
                    <a:pt x="425" y="10581"/>
                  </a:lnTo>
                  <a:lnTo>
                    <a:pt x="695" y="11237"/>
                  </a:lnTo>
                  <a:lnTo>
                    <a:pt x="966" y="11855"/>
                  </a:lnTo>
                  <a:lnTo>
                    <a:pt x="1313" y="12396"/>
                  </a:lnTo>
                  <a:lnTo>
                    <a:pt x="1738" y="12975"/>
                  </a:lnTo>
                  <a:lnTo>
                    <a:pt x="2201" y="13477"/>
                  </a:lnTo>
                  <a:lnTo>
                    <a:pt x="2703" y="13902"/>
                  </a:lnTo>
                  <a:lnTo>
                    <a:pt x="2742" y="13940"/>
                  </a:lnTo>
                  <a:lnTo>
                    <a:pt x="2819" y="13940"/>
                  </a:lnTo>
                  <a:lnTo>
                    <a:pt x="2896" y="13902"/>
                  </a:lnTo>
                  <a:lnTo>
                    <a:pt x="3167" y="14133"/>
                  </a:lnTo>
                  <a:lnTo>
                    <a:pt x="3437" y="14326"/>
                  </a:lnTo>
                  <a:lnTo>
                    <a:pt x="3785" y="14519"/>
                  </a:lnTo>
                  <a:lnTo>
                    <a:pt x="4093" y="14597"/>
                  </a:lnTo>
                  <a:lnTo>
                    <a:pt x="4518" y="14828"/>
                  </a:lnTo>
                  <a:lnTo>
                    <a:pt x="4943" y="14983"/>
                  </a:lnTo>
                  <a:lnTo>
                    <a:pt x="5406" y="15137"/>
                  </a:lnTo>
                  <a:lnTo>
                    <a:pt x="5870" y="15292"/>
                  </a:lnTo>
                  <a:lnTo>
                    <a:pt x="6333" y="15369"/>
                  </a:lnTo>
                  <a:lnTo>
                    <a:pt x="6797" y="15446"/>
                  </a:lnTo>
                  <a:lnTo>
                    <a:pt x="7260" y="15485"/>
                  </a:lnTo>
                  <a:lnTo>
                    <a:pt x="7723" y="15485"/>
                  </a:lnTo>
                  <a:lnTo>
                    <a:pt x="8225" y="15446"/>
                  </a:lnTo>
                  <a:lnTo>
                    <a:pt x="8689" y="15408"/>
                  </a:lnTo>
                  <a:lnTo>
                    <a:pt x="9152" y="15330"/>
                  </a:lnTo>
                  <a:lnTo>
                    <a:pt x="9615" y="15215"/>
                  </a:lnTo>
                  <a:lnTo>
                    <a:pt x="10079" y="15060"/>
                  </a:lnTo>
                  <a:lnTo>
                    <a:pt x="10504" y="14906"/>
                  </a:lnTo>
                  <a:lnTo>
                    <a:pt x="10928" y="14674"/>
                  </a:lnTo>
                  <a:lnTo>
                    <a:pt x="11353" y="14442"/>
                  </a:lnTo>
                  <a:lnTo>
                    <a:pt x="11855" y="14133"/>
                  </a:lnTo>
                  <a:lnTo>
                    <a:pt x="12318" y="13786"/>
                  </a:lnTo>
                  <a:lnTo>
                    <a:pt x="12705" y="13400"/>
                  </a:lnTo>
                  <a:lnTo>
                    <a:pt x="13091" y="12975"/>
                  </a:lnTo>
                  <a:lnTo>
                    <a:pt x="13438" y="12550"/>
                  </a:lnTo>
                  <a:lnTo>
                    <a:pt x="13747" y="12048"/>
                  </a:lnTo>
                  <a:lnTo>
                    <a:pt x="14056" y="11585"/>
                  </a:lnTo>
                  <a:lnTo>
                    <a:pt x="14288" y="11044"/>
                  </a:lnTo>
                  <a:lnTo>
                    <a:pt x="14481" y="10542"/>
                  </a:lnTo>
                  <a:lnTo>
                    <a:pt x="14674" y="10002"/>
                  </a:lnTo>
                  <a:lnTo>
                    <a:pt x="14790" y="9422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4983" y="7723"/>
                  </a:lnTo>
                  <a:lnTo>
                    <a:pt x="14983" y="7144"/>
                  </a:lnTo>
                  <a:lnTo>
                    <a:pt x="14906" y="6603"/>
                  </a:lnTo>
                  <a:lnTo>
                    <a:pt x="14828" y="5986"/>
                  </a:lnTo>
                  <a:lnTo>
                    <a:pt x="14674" y="5406"/>
                  </a:lnTo>
                  <a:lnTo>
                    <a:pt x="14481" y="4827"/>
                  </a:lnTo>
                  <a:lnTo>
                    <a:pt x="14249" y="4287"/>
                  </a:lnTo>
                  <a:lnTo>
                    <a:pt x="13979" y="3746"/>
                  </a:lnTo>
                  <a:lnTo>
                    <a:pt x="13631" y="3244"/>
                  </a:lnTo>
                  <a:lnTo>
                    <a:pt x="13284" y="2742"/>
                  </a:lnTo>
                  <a:lnTo>
                    <a:pt x="12898" y="2317"/>
                  </a:lnTo>
                  <a:lnTo>
                    <a:pt x="12512" y="1892"/>
                  </a:lnTo>
                  <a:lnTo>
                    <a:pt x="12048" y="1506"/>
                  </a:lnTo>
                  <a:lnTo>
                    <a:pt x="11546" y="1197"/>
                  </a:lnTo>
                  <a:lnTo>
                    <a:pt x="11044" y="888"/>
                  </a:lnTo>
                  <a:lnTo>
                    <a:pt x="10504" y="618"/>
                  </a:lnTo>
                  <a:lnTo>
                    <a:pt x="9963" y="386"/>
                  </a:lnTo>
                  <a:lnTo>
                    <a:pt x="9345" y="232"/>
                  </a:lnTo>
                  <a:lnTo>
                    <a:pt x="8766" y="116"/>
                  </a:lnTo>
                  <a:lnTo>
                    <a:pt x="8148" y="39"/>
                  </a:lnTo>
                  <a:lnTo>
                    <a:pt x="756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5" name="Google Shape;4985;p21"/>
            <p:cNvSpPr/>
            <p:nvPr/>
          </p:nvSpPr>
          <p:spPr>
            <a:xfrm>
              <a:off x="6509175" y="1566300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8" y="5870"/>
                  </a:lnTo>
                  <a:lnTo>
                    <a:pt x="7491" y="6024"/>
                  </a:lnTo>
                  <a:lnTo>
                    <a:pt x="7530" y="6140"/>
                  </a:lnTo>
                  <a:lnTo>
                    <a:pt x="7569" y="6256"/>
                  </a:lnTo>
                  <a:lnTo>
                    <a:pt x="7607" y="6372"/>
                  </a:lnTo>
                  <a:lnTo>
                    <a:pt x="7569" y="6488"/>
                  </a:lnTo>
                  <a:lnTo>
                    <a:pt x="7530" y="6565"/>
                  </a:lnTo>
                  <a:lnTo>
                    <a:pt x="7491" y="6681"/>
                  </a:lnTo>
                  <a:lnTo>
                    <a:pt x="7337" y="6796"/>
                  </a:lnTo>
                  <a:lnTo>
                    <a:pt x="7105" y="6912"/>
                  </a:lnTo>
                  <a:lnTo>
                    <a:pt x="6912" y="6912"/>
                  </a:lnTo>
                  <a:lnTo>
                    <a:pt x="6719" y="6835"/>
                  </a:lnTo>
                  <a:lnTo>
                    <a:pt x="6565" y="6681"/>
                  </a:lnTo>
                  <a:lnTo>
                    <a:pt x="6487" y="6488"/>
                  </a:lnTo>
                  <a:lnTo>
                    <a:pt x="6487" y="6294"/>
                  </a:lnTo>
                  <a:lnTo>
                    <a:pt x="6526" y="6101"/>
                  </a:lnTo>
                  <a:lnTo>
                    <a:pt x="6642" y="5908"/>
                  </a:lnTo>
                  <a:lnTo>
                    <a:pt x="6796" y="5754"/>
                  </a:lnTo>
                  <a:close/>
                  <a:moveTo>
                    <a:pt x="232" y="0"/>
                  </a:moveTo>
                  <a:lnTo>
                    <a:pt x="155" y="39"/>
                  </a:lnTo>
                  <a:lnTo>
                    <a:pt x="77" y="39"/>
                  </a:lnTo>
                  <a:lnTo>
                    <a:pt x="39" y="116"/>
                  </a:lnTo>
                  <a:lnTo>
                    <a:pt x="0" y="232"/>
                  </a:lnTo>
                  <a:lnTo>
                    <a:pt x="0" y="309"/>
                  </a:lnTo>
                  <a:lnTo>
                    <a:pt x="39" y="386"/>
                  </a:lnTo>
                  <a:lnTo>
                    <a:pt x="425" y="773"/>
                  </a:lnTo>
                  <a:lnTo>
                    <a:pt x="811" y="1120"/>
                  </a:lnTo>
                  <a:lnTo>
                    <a:pt x="1622" y="1777"/>
                  </a:lnTo>
                  <a:lnTo>
                    <a:pt x="3398" y="3205"/>
                  </a:lnTo>
                  <a:lnTo>
                    <a:pt x="4866" y="4441"/>
                  </a:lnTo>
                  <a:lnTo>
                    <a:pt x="5638" y="5020"/>
                  </a:lnTo>
                  <a:lnTo>
                    <a:pt x="6410" y="5599"/>
                  </a:lnTo>
                  <a:lnTo>
                    <a:pt x="6294" y="5677"/>
                  </a:lnTo>
                  <a:lnTo>
                    <a:pt x="6217" y="5792"/>
                  </a:lnTo>
                  <a:lnTo>
                    <a:pt x="6101" y="6101"/>
                  </a:lnTo>
                  <a:lnTo>
                    <a:pt x="6063" y="6410"/>
                  </a:lnTo>
                  <a:lnTo>
                    <a:pt x="6101" y="6681"/>
                  </a:lnTo>
                  <a:lnTo>
                    <a:pt x="6179" y="6835"/>
                  </a:lnTo>
                  <a:lnTo>
                    <a:pt x="6294" y="6990"/>
                  </a:lnTo>
                  <a:lnTo>
                    <a:pt x="6410" y="7144"/>
                  </a:lnTo>
                  <a:lnTo>
                    <a:pt x="6565" y="7221"/>
                  </a:lnTo>
                  <a:lnTo>
                    <a:pt x="6719" y="7298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8"/>
                  </a:lnTo>
                  <a:lnTo>
                    <a:pt x="7453" y="7260"/>
                  </a:lnTo>
                  <a:lnTo>
                    <a:pt x="7607" y="7144"/>
                  </a:lnTo>
                  <a:lnTo>
                    <a:pt x="7723" y="7028"/>
                  </a:lnTo>
                  <a:lnTo>
                    <a:pt x="7839" y="6912"/>
                  </a:lnTo>
                  <a:lnTo>
                    <a:pt x="7955" y="6758"/>
                  </a:lnTo>
                  <a:lnTo>
                    <a:pt x="7993" y="6565"/>
                  </a:lnTo>
                  <a:lnTo>
                    <a:pt x="8032" y="6410"/>
                  </a:lnTo>
                  <a:lnTo>
                    <a:pt x="8032" y="6217"/>
                  </a:lnTo>
                  <a:lnTo>
                    <a:pt x="7955" y="6024"/>
                  </a:lnTo>
                  <a:lnTo>
                    <a:pt x="7839" y="5870"/>
                  </a:lnTo>
                  <a:lnTo>
                    <a:pt x="7723" y="5715"/>
                  </a:lnTo>
                  <a:lnTo>
                    <a:pt x="7569" y="5599"/>
                  </a:lnTo>
                  <a:lnTo>
                    <a:pt x="7414" y="5522"/>
                  </a:lnTo>
                  <a:lnTo>
                    <a:pt x="7221" y="5445"/>
                  </a:lnTo>
                  <a:lnTo>
                    <a:pt x="7028" y="5445"/>
                  </a:lnTo>
                  <a:lnTo>
                    <a:pt x="6835" y="5484"/>
                  </a:lnTo>
                  <a:lnTo>
                    <a:pt x="6024" y="4711"/>
                  </a:lnTo>
                  <a:lnTo>
                    <a:pt x="5213" y="4016"/>
                  </a:lnTo>
                  <a:lnTo>
                    <a:pt x="3514" y="2626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4" y="309"/>
                  </a:lnTo>
                  <a:lnTo>
                    <a:pt x="309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6" name="Google Shape;4986;p21"/>
            <p:cNvSpPr/>
            <p:nvPr/>
          </p:nvSpPr>
          <p:spPr>
            <a:xfrm>
              <a:off x="2672775" y="1574975"/>
              <a:ext cx="84975" cy="94650"/>
            </a:xfrm>
            <a:custGeom>
              <a:avLst/>
              <a:gdLst/>
              <a:ahLst/>
              <a:cxnLst/>
              <a:rect l="l" t="t" r="r" b="b"/>
              <a:pathLst>
                <a:path w="3399" h="3786" extrusionOk="0">
                  <a:moveTo>
                    <a:pt x="78" y="1"/>
                  </a:moveTo>
                  <a:lnTo>
                    <a:pt x="1" y="78"/>
                  </a:lnTo>
                  <a:lnTo>
                    <a:pt x="1" y="117"/>
                  </a:lnTo>
                  <a:lnTo>
                    <a:pt x="348" y="889"/>
                  </a:lnTo>
                  <a:lnTo>
                    <a:pt x="812" y="1661"/>
                  </a:lnTo>
                  <a:lnTo>
                    <a:pt x="1275" y="2395"/>
                  </a:lnTo>
                  <a:lnTo>
                    <a:pt x="1738" y="3090"/>
                  </a:lnTo>
                  <a:lnTo>
                    <a:pt x="2009" y="3437"/>
                  </a:lnTo>
                  <a:lnTo>
                    <a:pt x="2202" y="3553"/>
                  </a:lnTo>
                  <a:lnTo>
                    <a:pt x="2395" y="3669"/>
                  </a:lnTo>
                  <a:lnTo>
                    <a:pt x="2588" y="3746"/>
                  </a:lnTo>
                  <a:lnTo>
                    <a:pt x="2781" y="3785"/>
                  </a:lnTo>
                  <a:lnTo>
                    <a:pt x="3013" y="3708"/>
                  </a:lnTo>
                  <a:lnTo>
                    <a:pt x="3206" y="3592"/>
                  </a:lnTo>
                  <a:lnTo>
                    <a:pt x="3322" y="3437"/>
                  </a:lnTo>
                  <a:lnTo>
                    <a:pt x="3399" y="3244"/>
                  </a:lnTo>
                  <a:lnTo>
                    <a:pt x="3399" y="3090"/>
                  </a:lnTo>
                  <a:lnTo>
                    <a:pt x="3399" y="2897"/>
                  </a:lnTo>
                  <a:lnTo>
                    <a:pt x="3360" y="2704"/>
                  </a:lnTo>
                  <a:lnTo>
                    <a:pt x="3283" y="2511"/>
                  </a:lnTo>
                  <a:lnTo>
                    <a:pt x="3128" y="2163"/>
                  </a:lnTo>
                  <a:lnTo>
                    <a:pt x="2935" y="2240"/>
                  </a:lnTo>
                  <a:lnTo>
                    <a:pt x="3051" y="2588"/>
                  </a:lnTo>
                  <a:lnTo>
                    <a:pt x="3090" y="2742"/>
                  </a:lnTo>
                  <a:lnTo>
                    <a:pt x="3128" y="2858"/>
                  </a:lnTo>
                  <a:lnTo>
                    <a:pt x="2897" y="3013"/>
                  </a:lnTo>
                  <a:lnTo>
                    <a:pt x="2665" y="3129"/>
                  </a:lnTo>
                  <a:lnTo>
                    <a:pt x="2511" y="3206"/>
                  </a:lnTo>
                  <a:lnTo>
                    <a:pt x="2318" y="3206"/>
                  </a:lnTo>
                  <a:lnTo>
                    <a:pt x="2202" y="3167"/>
                  </a:lnTo>
                  <a:lnTo>
                    <a:pt x="2047" y="3090"/>
                  </a:lnTo>
                  <a:lnTo>
                    <a:pt x="1931" y="2936"/>
                  </a:lnTo>
                  <a:lnTo>
                    <a:pt x="1854" y="2742"/>
                  </a:lnTo>
                  <a:lnTo>
                    <a:pt x="1700" y="2511"/>
                  </a:lnTo>
                  <a:lnTo>
                    <a:pt x="1082" y="1507"/>
                  </a:lnTo>
                  <a:lnTo>
                    <a:pt x="619" y="773"/>
                  </a:lnTo>
                  <a:lnTo>
                    <a:pt x="387" y="387"/>
                  </a:lnTo>
                  <a:lnTo>
                    <a:pt x="117" y="39"/>
                  </a:lnTo>
                  <a:lnTo>
                    <a:pt x="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7" name="Google Shape;4987;p21"/>
            <p:cNvSpPr/>
            <p:nvPr/>
          </p:nvSpPr>
          <p:spPr>
            <a:xfrm>
              <a:off x="4909550" y="1580775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8" y="5909"/>
                  </a:moveTo>
                  <a:lnTo>
                    <a:pt x="1082" y="5986"/>
                  </a:lnTo>
                  <a:lnTo>
                    <a:pt x="1236" y="6024"/>
                  </a:lnTo>
                  <a:lnTo>
                    <a:pt x="1390" y="6179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0" y="6797"/>
                  </a:lnTo>
                  <a:lnTo>
                    <a:pt x="1236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90"/>
                  </a:lnTo>
                  <a:lnTo>
                    <a:pt x="464" y="6835"/>
                  </a:lnTo>
                  <a:lnTo>
                    <a:pt x="425" y="6719"/>
                  </a:lnTo>
                  <a:lnTo>
                    <a:pt x="386" y="6642"/>
                  </a:lnTo>
                  <a:lnTo>
                    <a:pt x="348" y="6488"/>
                  </a:lnTo>
                  <a:lnTo>
                    <a:pt x="386" y="6372"/>
                  </a:lnTo>
                  <a:lnTo>
                    <a:pt x="425" y="6256"/>
                  </a:lnTo>
                  <a:lnTo>
                    <a:pt x="502" y="6179"/>
                  </a:lnTo>
                  <a:lnTo>
                    <a:pt x="695" y="6024"/>
                  </a:lnTo>
                  <a:lnTo>
                    <a:pt x="888" y="5909"/>
                  </a:lnTo>
                  <a:close/>
                  <a:moveTo>
                    <a:pt x="5908" y="0"/>
                  </a:moveTo>
                  <a:lnTo>
                    <a:pt x="5831" y="39"/>
                  </a:lnTo>
                  <a:lnTo>
                    <a:pt x="5522" y="309"/>
                  </a:lnTo>
                  <a:lnTo>
                    <a:pt x="5175" y="618"/>
                  </a:lnTo>
                  <a:lnTo>
                    <a:pt x="4596" y="1313"/>
                  </a:lnTo>
                  <a:lnTo>
                    <a:pt x="4016" y="2047"/>
                  </a:lnTo>
                  <a:lnTo>
                    <a:pt x="3437" y="2781"/>
                  </a:lnTo>
                  <a:lnTo>
                    <a:pt x="2279" y="4132"/>
                  </a:lnTo>
                  <a:lnTo>
                    <a:pt x="1738" y="4866"/>
                  </a:lnTo>
                  <a:lnTo>
                    <a:pt x="1197" y="5561"/>
                  </a:lnTo>
                  <a:lnTo>
                    <a:pt x="1043" y="5522"/>
                  </a:lnTo>
                  <a:lnTo>
                    <a:pt x="888" y="5522"/>
                  </a:lnTo>
                  <a:lnTo>
                    <a:pt x="773" y="5561"/>
                  </a:lnTo>
                  <a:lnTo>
                    <a:pt x="618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0" y="6333"/>
                  </a:lnTo>
                  <a:lnTo>
                    <a:pt x="0" y="6488"/>
                  </a:lnTo>
                  <a:lnTo>
                    <a:pt x="0" y="6604"/>
                  </a:lnTo>
                  <a:lnTo>
                    <a:pt x="39" y="6797"/>
                  </a:lnTo>
                  <a:lnTo>
                    <a:pt x="116" y="6990"/>
                  </a:lnTo>
                  <a:lnTo>
                    <a:pt x="193" y="7144"/>
                  </a:lnTo>
                  <a:lnTo>
                    <a:pt x="348" y="7260"/>
                  </a:lnTo>
                  <a:lnTo>
                    <a:pt x="502" y="7376"/>
                  </a:lnTo>
                  <a:lnTo>
                    <a:pt x="695" y="7453"/>
                  </a:lnTo>
                  <a:lnTo>
                    <a:pt x="1082" y="7453"/>
                  </a:lnTo>
                  <a:lnTo>
                    <a:pt x="1275" y="7415"/>
                  </a:lnTo>
                  <a:lnTo>
                    <a:pt x="1429" y="7299"/>
                  </a:lnTo>
                  <a:lnTo>
                    <a:pt x="1584" y="7183"/>
                  </a:lnTo>
                  <a:lnTo>
                    <a:pt x="1699" y="7067"/>
                  </a:lnTo>
                  <a:lnTo>
                    <a:pt x="1815" y="6874"/>
                  </a:lnTo>
                  <a:lnTo>
                    <a:pt x="1854" y="6681"/>
                  </a:lnTo>
                  <a:lnTo>
                    <a:pt x="1892" y="6526"/>
                  </a:lnTo>
                  <a:lnTo>
                    <a:pt x="1854" y="6333"/>
                  </a:lnTo>
                  <a:lnTo>
                    <a:pt x="1815" y="6179"/>
                  </a:lnTo>
                  <a:lnTo>
                    <a:pt x="1738" y="6024"/>
                  </a:lnTo>
                  <a:lnTo>
                    <a:pt x="1661" y="5909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2" y="4403"/>
                  </a:lnTo>
                  <a:lnTo>
                    <a:pt x="3939" y="3012"/>
                  </a:lnTo>
                  <a:lnTo>
                    <a:pt x="4480" y="2395"/>
                  </a:lnTo>
                  <a:lnTo>
                    <a:pt x="5098" y="1700"/>
                  </a:lnTo>
                  <a:lnTo>
                    <a:pt x="5638" y="1043"/>
                  </a:lnTo>
                  <a:lnTo>
                    <a:pt x="5908" y="657"/>
                  </a:lnTo>
                  <a:lnTo>
                    <a:pt x="6101" y="309"/>
                  </a:lnTo>
                  <a:lnTo>
                    <a:pt x="6140" y="194"/>
                  </a:lnTo>
                  <a:lnTo>
                    <a:pt x="6063" y="78"/>
                  </a:lnTo>
                  <a:lnTo>
                    <a:pt x="598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8" name="Google Shape;4988;p21"/>
            <p:cNvSpPr/>
            <p:nvPr/>
          </p:nvSpPr>
          <p:spPr>
            <a:xfrm>
              <a:off x="4655650" y="160877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4"/>
                  </a:lnTo>
                  <a:lnTo>
                    <a:pt x="7531" y="6140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1" y="6565"/>
                  </a:lnTo>
                  <a:lnTo>
                    <a:pt x="7492" y="6681"/>
                  </a:lnTo>
                  <a:lnTo>
                    <a:pt x="7337" y="6796"/>
                  </a:lnTo>
                  <a:lnTo>
                    <a:pt x="7106" y="6912"/>
                  </a:lnTo>
                  <a:lnTo>
                    <a:pt x="6913" y="6912"/>
                  </a:lnTo>
                  <a:lnTo>
                    <a:pt x="6720" y="6835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7" y="6101"/>
                  </a:lnTo>
                  <a:lnTo>
                    <a:pt x="6642" y="5908"/>
                  </a:lnTo>
                  <a:lnTo>
                    <a:pt x="6797" y="5754"/>
                  </a:lnTo>
                  <a:close/>
                  <a:moveTo>
                    <a:pt x="232" y="0"/>
                  </a:moveTo>
                  <a:lnTo>
                    <a:pt x="155" y="39"/>
                  </a:lnTo>
                  <a:lnTo>
                    <a:pt x="78" y="39"/>
                  </a:lnTo>
                  <a:lnTo>
                    <a:pt x="39" y="116"/>
                  </a:lnTo>
                  <a:lnTo>
                    <a:pt x="1" y="232"/>
                  </a:lnTo>
                  <a:lnTo>
                    <a:pt x="1" y="309"/>
                  </a:lnTo>
                  <a:lnTo>
                    <a:pt x="39" y="386"/>
                  </a:lnTo>
                  <a:lnTo>
                    <a:pt x="425" y="773"/>
                  </a:lnTo>
                  <a:lnTo>
                    <a:pt x="812" y="1120"/>
                  </a:lnTo>
                  <a:lnTo>
                    <a:pt x="1622" y="1777"/>
                  </a:lnTo>
                  <a:lnTo>
                    <a:pt x="3399" y="3205"/>
                  </a:lnTo>
                  <a:lnTo>
                    <a:pt x="4866" y="4441"/>
                  </a:lnTo>
                  <a:lnTo>
                    <a:pt x="5638" y="5020"/>
                  </a:lnTo>
                  <a:lnTo>
                    <a:pt x="6411" y="5599"/>
                  </a:lnTo>
                  <a:lnTo>
                    <a:pt x="6295" y="5677"/>
                  </a:lnTo>
                  <a:lnTo>
                    <a:pt x="6218" y="5793"/>
                  </a:lnTo>
                  <a:lnTo>
                    <a:pt x="6102" y="6101"/>
                  </a:lnTo>
                  <a:lnTo>
                    <a:pt x="6063" y="6410"/>
                  </a:lnTo>
                  <a:lnTo>
                    <a:pt x="6102" y="6681"/>
                  </a:lnTo>
                  <a:lnTo>
                    <a:pt x="6179" y="6835"/>
                  </a:lnTo>
                  <a:lnTo>
                    <a:pt x="6295" y="6990"/>
                  </a:lnTo>
                  <a:lnTo>
                    <a:pt x="6411" y="7144"/>
                  </a:lnTo>
                  <a:lnTo>
                    <a:pt x="6565" y="7221"/>
                  </a:lnTo>
                  <a:lnTo>
                    <a:pt x="6720" y="7298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8"/>
                  </a:lnTo>
                  <a:lnTo>
                    <a:pt x="7453" y="7260"/>
                  </a:lnTo>
                  <a:lnTo>
                    <a:pt x="7608" y="7144"/>
                  </a:lnTo>
                  <a:lnTo>
                    <a:pt x="7724" y="7028"/>
                  </a:lnTo>
                  <a:lnTo>
                    <a:pt x="7839" y="6912"/>
                  </a:lnTo>
                  <a:lnTo>
                    <a:pt x="7955" y="6758"/>
                  </a:lnTo>
                  <a:lnTo>
                    <a:pt x="7994" y="6565"/>
                  </a:lnTo>
                  <a:lnTo>
                    <a:pt x="8033" y="6410"/>
                  </a:lnTo>
                  <a:lnTo>
                    <a:pt x="8033" y="6217"/>
                  </a:lnTo>
                  <a:lnTo>
                    <a:pt x="7955" y="6024"/>
                  </a:lnTo>
                  <a:lnTo>
                    <a:pt x="7839" y="5870"/>
                  </a:lnTo>
                  <a:lnTo>
                    <a:pt x="7724" y="5715"/>
                  </a:lnTo>
                  <a:lnTo>
                    <a:pt x="7569" y="5599"/>
                  </a:lnTo>
                  <a:lnTo>
                    <a:pt x="7415" y="5522"/>
                  </a:lnTo>
                  <a:lnTo>
                    <a:pt x="7222" y="5445"/>
                  </a:lnTo>
                  <a:lnTo>
                    <a:pt x="7029" y="5445"/>
                  </a:lnTo>
                  <a:lnTo>
                    <a:pt x="6835" y="5484"/>
                  </a:lnTo>
                  <a:lnTo>
                    <a:pt x="6025" y="4711"/>
                  </a:lnTo>
                  <a:lnTo>
                    <a:pt x="5214" y="4016"/>
                  </a:lnTo>
                  <a:lnTo>
                    <a:pt x="3515" y="2626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4" y="309"/>
                  </a:lnTo>
                  <a:lnTo>
                    <a:pt x="310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9" name="Google Shape;4989;p21"/>
            <p:cNvSpPr/>
            <p:nvPr/>
          </p:nvSpPr>
          <p:spPr>
            <a:xfrm>
              <a:off x="781625" y="1619400"/>
              <a:ext cx="153500" cy="186325"/>
            </a:xfrm>
            <a:custGeom>
              <a:avLst/>
              <a:gdLst/>
              <a:ahLst/>
              <a:cxnLst/>
              <a:rect l="l" t="t" r="r" b="b"/>
              <a:pathLst>
                <a:path w="6140" h="7453" extrusionOk="0">
                  <a:moveTo>
                    <a:pt x="888" y="5908"/>
                  </a:moveTo>
                  <a:lnTo>
                    <a:pt x="1081" y="5985"/>
                  </a:lnTo>
                  <a:lnTo>
                    <a:pt x="1236" y="6024"/>
                  </a:lnTo>
                  <a:lnTo>
                    <a:pt x="1390" y="6178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0" y="6796"/>
                  </a:lnTo>
                  <a:lnTo>
                    <a:pt x="1236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89"/>
                  </a:lnTo>
                  <a:lnTo>
                    <a:pt x="464" y="6835"/>
                  </a:lnTo>
                  <a:lnTo>
                    <a:pt x="425" y="6719"/>
                  </a:lnTo>
                  <a:lnTo>
                    <a:pt x="386" y="6642"/>
                  </a:lnTo>
                  <a:lnTo>
                    <a:pt x="348" y="6487"/>
                  </a:lnTo>
                  <a:lnTo>
                    <a:pt x="386" y="6371"/>
                  </a:lnTo>
                  <a:lnTo>
                    <a:pt x="425" y="6256"/>
                  </a:lnTo>
                  <a:lnTo>
                    <a:pt x="502" y="6178"/>
                  </a:lnTo>
                  <a:lnTo>
                    <a:pt x="695" y="6024"/>
                  </a:lnTo>
                  <a:lnTo>
                    <a:pt x="888" y="5908"/>
                  </a:lnTo>
                  <a:close/>
                  <a:moveTo>
                    <a:pt x="5908" y="0"/>
                  </a:moveTo>
                  <a:lnTo>
                    <a:pt x="5831" y="39"/>
                  </a:lnTo>
                  <a:lnTo>
                    <a:pt x="5522" y="309"/>
                  </a:lnTo>
                  <a:lnTo>
                    <a:pt x="5175" y="618"/>
                  </a:lnTo>
                  <a:lnTo>
                    <a:pt x="4595" y="1313"/>
                  </a:lnTo>
                  <a:lnTo>
                    <a:pt x="4016" y="2047"/>
                  </a:lnTo>
                  <a:lnTo>
                    <a:pt x="3437" y="2780"/>
                  </a:lnTo>
                  <a:lnTo>
                    <a:pt x="2278" y="4132"/>
                  </a:lnTo>
                  <a:lnTo>
                    <a:pt x="1738" y="4866"/>
                  </a:lnTo>
                  <a:lnTo>
                    <a:pt x="1197" y="5561"/>
                  </a:lnTo>
                  <a:lnTo>
                    <a:pt x="1043" y="5522"/>
                  </a:lnTo>
                  <a:lnTo>
                    <a:pt x="888" y="5522"/>
                  </a:lnTo>
                  <a:lnTo>
                    <a:pt x="772" y="5561"/>
                  </a:lnTo>
                  <a:lnTo>
                    <a:pt x="618" y="5599"/>
                  </a:lnTo>
                  <a:lnTo>
                    <a:pt x="541" y="5676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0" y="6333"/>
                  </a:lnTo>
                  <a:lnTo>
                    <a:pt x="0" y="6487"/>
                  </a:lnTo>
                  <a:lnTo>
                    <a:pt x="0" y="6603"/>
                  </a:lnTo>
                  <a:lnTo>
                    <a:pt x="39" y="6796"/>
                  </a:lnTo>
                  <a:lnTo>
                    <a:pt x="116" y="6989"/>
                  </a:lnTo>
                  <a:lnTo>
                    <a:pt x="193" y="7144"/>
                  </a:lnTo>
                  <a:lnTo>
                    <a:pt x="348" y="7260"/>
                  </a:lnTo>
                  <a:lnTo>
                    <a:pt x="502" y="7375"/>
                  </a:lnTo>
                  <a:lnTo>
                    <a:pt x="695" y="7453"/>
                  </a:lnTo>
                  <a:lnTo>
                    <a:pt x="1081" y="7453"/>
                  </a:lnTo>
                  <a:lnTo>
                    <a:pt x="1274" y="7414"/>
                  </a:lnTo>
                  <a:lnTo>
                    <a:pt x="1429" y="7298"/>
                  </a:lnTo>
                  <a:lnTo>
                    <a:pt x="1583" y="7182"/>
                  </a:lnTo>
                  <a:lnTo>
                    <a:pt x="1699" y="7067"/>
                  </a:lnTo>
                  <a:lnTo>
                    <a:pt x="1815" y="6873"/>
                  </a:lnTo>
                  <a:lnTo>
                    <a:pt x="1854" y="6680"/>
                  </a:lnTo>
                  <a:lnTo>
                    <a:pt x="1892" y="6526"/>
                  </a:lnTo>
                  <a:lnTo>
                    <a:pt x="1854" y="6333"/>
                  </a:lnTo>
                  <a:lnTo>
                    <a:pt x="1815" y="6178"/>
                  </a:lnTo>
                  <a:lnTo>
                    <a:pt x="1738" y="6024"/>
                  </a:lnTo>
                  <a:lnTo>
                    <a:pt x="1661" y="5908"/>
                  </a:lnTo>
                  <a:lnTo>
                    <a:pt x="1545" y="5792"/>
                  </a:lnTo>
                  <a:lnTo>
                    <a:pt x="2163" y="5097"/>
                  </a:lnTo>
                  <a:lnTo>
                    <a:pt x="2742" y="4402"/>
                  </a:lnTo>
                  <a:lnTo>
                    <a:pt x="3939" y="3012"/>
                  </a:lnTo>
                  <a:lnTo>
                    <a:pt x="4479" y="2394"/>
                  </a:lnTo>
                  <a:lnTo>
                    <a:pt x="5097" y="1699"/>
                  </a:lnTo>
                  <a:lnTo>
                    <a:pt x="5638" y="1043"/>
                  </a:lnTo>
                  <a:lnTo>
                    <a:pt x="5908" y="657"/>
                  </a:lnTo>
                  <a:lnTo>
                    <a:pt x="6101" y="309"/>
                  </a:lnTo>
                  <a:lnTo>
                    <a:pt x="6140" y="193"/>
                  </a:lnTo>
                  <a:lnTo>
                    <a:pt x="6063" y="77"/>
                  </a:lnTo>
                  <a:lnTo>
                    <a:pt x="598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0" name="Google Shape;4990;p21"/>
            <p:cNvSpPr/>
            <p:nvPr/>
          </p:nvSpPr>
          <p:spPr>
            <a:xfrm>
              <a:off x="1926550" y="1629050"/>
              <a:ext cx="67600" cy="76275"/>
            </a:xfrm>
            <a:custGeom>
              <a:avLst/>
              <a:gdLst/>
              <a:ahLst/>
              <a:cxnLst/>
              <a:rect l="l" t="t" r="r" b="b"/>
              <a:pathLst>
                <a:path w="2704" h="3051" extrusionOk="0">
                  <a:moveTo>
                    <a:pt x="1159" y="425"/>
                  </a:moveTo>
                  <a:lnTo>
                    <a:pt x="1429" y="502"/>
                  </a:lnTo>
                  <a:lnTo>
                    <a:pt x="1661" y="618"/>
                  </a:lnTo>
                  <a:lnTo>
                    <a:pt x="1854" y="773"/>
                  </a:lnTo>
                  <a:lnTo>
                    <a:pt x="2008" y="966"/>
                  </a:lnTo>
                  <a:lnTo>
                    <a:pt x="2124" y="1120"/>
                  </a:lnTo>
                  <a:lnTo>
                    <a:pt x="2201" y="1313"/>
                  </a:lnTo>
                  <a:lnTo>
                    <a:pt x="2317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1" y="2394"/>
                  </a:lnTo>
                  <a:lnTo>
                    <a:pt x="2047" y="2278"/>
                  </a:lnTo>
                  <a:lnTo>
                    <a:pt x="1622" y="2047"/>
                  </a:lnTo>
                  <a:lnTo>
                    <a:pt x="1236" y="1892"/>
                  </a:lnTo>
                  <a:lnTo>
                    <a:pt x="1004" y="1776"/>
                  </a:lnTo>
                  <a:lnTo>
                    <a:pt x="811" y="1661"/>
                  </a:lnTo>
                  <a:lnTo>
                    <a:pt x="618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1"/>
                  </a:lnTo>
                  <a:lnTo>
                    <a:pt x="541" y="657"/>
                  </a:lnTo>
                  <a:lnTo>
                    <a:pt x="618" y="579"/>
                  </a:lnTo>
                  <a:lnTo>
                    <a:pt x="695" y="502"/>
                  </a:lnTo>
                  <a:lnTo>
                    <a:pt x="811" y="464"/>
                  </a:lnTo>
                  <a:lnTo>
                    <a:pt x="927" y="425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1"/>
                  </a:lnTo>
                  <a:lnTo>
                    <a:pt x="193" y="425"/>
                  </a:lnTo>
                  <a:lnTo>
                    <a:pt x="78" y="618"/>
                  </a:lnTo>
                  <a:lnTo>
                    <a:pt x="0" y="811"/>
                  </a:lnTo>
                  <a:lnTo>
                    <a:pt x="0" y="1004"/>
                  </a:lnTo>
                  <a:lnTo>
                    <a:pt x="0" y="1236"/>
                  </a:lnTo>
                  <a:lnTo>
                    <a:pt x="39" y="1429"/>
                  </a:lnTo>
                  <a:lnTo>
                    <a:pt x="155" y="1622"/>
                  </a:lnTo>
                  <a:lnTo>
                    <a:pt x="387" y="1854"/>
                  </a:lnTo>
                  <a:lnTo>
                    <a:pt x="618" y="2047"/>
                  </a:lnTo>
                  <a:lnTo>
                    <a:pt x="889" y="2201"/>
                  </a:lnTo>
                  <a:lnTo>
                    <a:pt x="1197" y="2317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8" y="2742"/>
                  </a:lnTo>
                  <a:lnTo>
                    <a:pt x="2201" y="2974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0" y="3012"/>
                  </a:lnTo>
                  <a:lnTo>
                    <a:pt x="2588" y="2974"/>
                  </a:lnTo>
                  <a:lnTo>
                    <a:pt x="2626" y="2896"/>
                  </a:lnTo>
                  <a:lnTo>
                    <a:pt x="2703" y="2317"/>
                  </a:lnTo>
                  <a:lnTo>
                    <a:pt x="2703" y="2008"/>
                  </a:lnTo>
                  <a:lnTo>
                    <a:pt x="2703" y="1699"/>
                  </a:lnTo>
                  <a:lnTo>
                    <a:pt x="2626" y="1429"/>
                  </a:lnTo>
                  <a:lnTo>
                    <a:pt x="2549" y="1120"/>
                  </a:lnTo>
                  <a:lnTo>
                    <a:pt x="2433" y="850"/>
                  </a:lnTo>
                  <a:lnTo>
                    <a:pt x="2279" y="579"/>
                  </a:lnTo>
                  <a:lnTo>
                    <a:pt x="2124" y="425"/>
                  </a:lnTo>
                  <a:lnTo>
                    <a:pt x="1931" y="271"/>
                  </a:lnTo>
                  <a:lnTo>
                    <a:pt x="1699" y="116"/>
                  </a:lnTo>
                  <a:lnTo>
                    <a:pt x="1506" y="39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1" name="Google Shape;4991;p21"/>
            <p:cNvSpPr/>
            <p:nvPr/>
          </p:nvSpPr>
          <p:spPr>
            <a:xfrm>
              <a:off x="3904600" y="1635800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0" y="194"/>
                  </a:lnTo>
                  <a:lnTo>
                    <a:pt x="2240" y="309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1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9" y="4866"/>
                  </a:lnTo>
                  <a:lnTo>
                    <a:pt x="888" y="4827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80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2" name="Google Shape;4992;p21"/>
            <p:cNvSpPr/>
            <p:nvPr/>
          </p:nvSpPr>
          <p:spPr>
            <a:xfrm>
              <a:off x="527725" y="164737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5"/>
                  </a:lnTo>
                  <a:lnTo>
                    <a:pt x="7530" y="6141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0" y="6565"/>
                  </a:lnTo>
                  <a:lnTo>
                    <a:pt x="7492" y="6681"/>
                  </a:lnTo>
                  <a:lnTo>
                    <a:pt x="7337" y="6797"/>
                  </a:lnTo>
                  <a:lnTo>
                    <a:pt x="7106" y="6913"/>
                  </a:lnTo>
                  <a:lnTo>
                    <a:pt x="6913" y="6913"/>
                  </a:lnTo>
                  <a:lnTo>
                    <a:pt x="6719" y="6836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6" y="6102"/>
                  </a:lnTo>
                  <a:lnTo>
                    <a:pt x="6642" y="5909"/>
                  </a:lnTo>
                  <a:lnTo>
                    <a:pt x="6797" y="5754"/>
                  </a:lnTo>
                  <a:close/>
                  <a:moveTo>
                    <a:pt x="232" y="1"/>
                  </a:moveTo>
                  <a:lnTo>
                    <a:pt x="155" y="40"/>
                  </a:lnTo>
                  <a:lnTo>
                    <a:pt x="78" y="40"/>
                  </a:lnTo>
                  <a:lnTo>
                    <a:pt x="39" y="117"/>
                  </a:lnTo>
                  <a:lnTo>
                    <a:pt x="0" y="233"/>
                  </a:lnTo>
                  <a:lnTo>
                    <a:pt x="0" y="310"/>
                  </a:lnTo>
                  <a:lnTo>
                    <a:pt x="39" y="387"/>
                  </a:lnTo>
                  <a:lnTo>
                    <a:pt x="425" y="773"/>
                  </a:lnTo>
                  <a:lnTo>
                    <a:pt x="811" y="1121"/>
                  </a:lnTo>
                  <a:lnTo>
                    <a:pt x="1622" y="1777"/>
                  </a:lnTo>
                  <a:lnTo>
                    <a:pt x="3399" y="3206"/>
                  </a:lnTo>
                  <a:lnTo>
                    <a:pt x="4866" y="4442"/>
                  </a:lnTo>
                  <a:lnTo>
                    <a:pt x="5638" y="5021"/>
                  </a:lnTo>
                  <a:lnTo>
                    <a:pt x="6411" y="5600"/>
                  </a:lnTo>
                  <a:lnTo>
                    <a:pt x="6295" y="5677"/>
                  </a:lnTo>
                  <a:lnTo>
                    <a:pt x="6217" y="5793"/>
                  </a:lnTo>
                  <a:lnTo>
                    <a:pt x="6102" y="6102"/>
                  </a:lnTo>
                  <a:lnTo>
                    <a:pt x="6063" y="6411"/>
                  </a:lnTo>
                  <a:lnTo>
                    <a:pt x="6102" y="6681"/>
                  </a:lnTo>
                  <a:lnTo>
                    <a:pt x="6179" y="6836"/>
                  </a:lnTo>
                  <a:lnTo>
                    <a:pt x="6295" y="6990"/>
                  </a:lnTo>
                  <a:lnTo>
                    <a:pt x="6411" y="7145"/>
                  </a:lnTo>
                  <a:lnTo>
                    <a:pt x="6565" y="7222"/>
                  </a:lnTo>
                  <a:lnTo>
                    <a:pt x="6719" y="7299"/>
                  </a:lnTo>
                  <a:lnTo>
                    <a:pt x="6874" y="7338"/>
                  </a:lnTo>
                  <a:lnTo>
                    <a:pt x="7067" y="7338"/>
                  </a:lnTo>
                  <a:lnTo>
                    <a:pt x="7260" y="7299"/>
                  </a:lnTo>
                  <a:lnTo>
                    <a:pt x="7453" y="7260"/>
                  </a:lnTo>
                  <a:lnTo>
                    <a:pt x="7608" y="7145"/>
                  </a:lnTo>
                  <a:lnTo>
                    <a:pt x="7723" y="7029"/>
                  </a:lnTo>
                  <a:lnTo>
                    <a:pt x="7839" y="6913"/>
                  </a:lnTo>
                  <a:lnTo>
                    <a:pt x="7955" y="6758"/>
                  </a:lnTo>
                  <a:lnTo>
                    <a:pt x="7994" y="6565"/>
                  </a:lnTo>
                  <a:lnTo>
                    <a:pt x="8032" y="6411"/>
                  </a:lnTo>
                  <a:lnTo>
                    <a:pt x="8032" y="6218"/>
                  </a:lnTo>
                  <a:lnTo>
                    <a:pt x="7955" y="6025"/>
                  </a:lnTo>
                  <a:lnTo>
                    <a:pt x="7839" y="5870"/>
                  </a:lnTo>
                  <a:lnTo>
                    <a:pt x="7723" y="5716"/>
                  </a:lnTo>
                  <a:lnTo>
                    <a:pt x="7569" y="5600"/>
                  </a:lnTo>
                  <a:lnTo>
                    <a:pt x="7415" y="5523"/>
                  </a:lnTo>
                  <a:lnTo>
                    <a:pt x="7221" y="5446"/>
                  </a:lnTo>
                  <a:lnTo>
                    <a:pt x="7028" y="5446"/>
                  </a:lnTo>
                  <a:lnTo>
                    <a:pt x="6835" y="5484"/>
                  </a:lnTo>
                  <a:lnTo>
                    <a:pt x="6024" y="4712"/>
                  </a:lnTo>
                  <a:lnTo>
                    <a:pt x="5213" y="4017"/>
                  </a:lnTo>
                  <a:lnTo>
                    <a:pt x="3514" y="2627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9"/>
                  </a:lnTo>
                  <a:lnTo>
                    <a:pt x="734" y="310"/>
                  </a:lnTo>
                  <a:lnTo>
                    <a:pt x="309" y="40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3" name="Google Shape;4993;p21"/>
            <p:cNvSpPr/>
            <p:nvPr/>
          </p:nvSpPr>
          <p:spPr>
            <a:xfrm>
              <a:off x="5813125" y="1664750"/>
              <a:ext cx="61825" cy="89825"/>
            </a:xfrm>
            <a:custGeom>
              <a:avLst/>
              <a:gdLst/>
              <a:ahLst/>
              <a:cxnLst/>
              <a:rect l="l" t="t" r="r" b="b"/>
              <a:pathLst>
                <a:path w="2473" h="3593" extrusionOk="0">
                  <a:moveTo>
                    <a:pt x="1082" y="1"/>
                  </a:moveTo>
                  <a:lnTo>
                    <a:pt x="1005" y="40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3"/>
                  </a:lnTo>
                  <a:lnTo>
                    <a:pt x="850" y="233"/>
                  </a:lnTo>
                  <a:lnTo>
                    <a:pt x="773" y="271"/>
                  </a:lnTo>
                  <a:lnTo>
                    <a:pt x="735" y="348"/>
                  </a:lnTo>
                  <a:lnTo>
                    <a:pt x="696" y="426"/>
                  </a:lnTo>
                  <a:lnTo>
                    <a:pt x="696" y="503"/>
                  </a:lnTo>
                  <a:lnTo>
                    <a:pt x="735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2"/>
                  </a:lnTo>
                  <a:lnTo>
                    <a:pt x="1275" y="928"/>
                  </a:lnTo>
                  <a:lnTo>
                    <a:pt x="1468" y="1082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2"/>
                  </a:lnTo>
                  <a:lnTo>
                    <a:pt x="1932" y="2163"/>
                  </a:lnTo>
                  <a:lnTo>
                    <a:pt x="1932" y="2434"/>
                  </a:lnTo>
                  <a:lnTo>
                    <a:pt x="1816" y="2743"/>
                  </a:lnTo>
                  <a:lnTo>
                    <a:pt x="1739" y="2858"/>
                  </a:lnTo>
                  <a:lnTo>
                    <a:pt x="1661" y="2974"/>
                  </a:lnTo>
                  <a:lnTo>
                    <a:pt x="1545" y="3052"/>
                  </a:lnTo>
                  <a:lnTo>
                    <a:pt x="1391" y="3129"/>
                  </a:lnTo>
                  <a:lnTo>
                    <a:pt x="1198" y="3129"/>
                  </a:lnTo>
                  <a:lnTo>
                    <a:pt x="1043" y="3090"/>
                  </a:lnTo>
                  <a:lnTo>
                    <a:pt x="928" y="3013"/>
                  </a:lnTo>
                  <a:lnTo>
                    <a:pt x="850" y="2897"/>
                  </a:lnTo>
                  <a:lnTo>
                    <a:pt x="812" y="2743"/>
                  </a:lnTo>
                  <a:lnTo>
                    <a:pt x="850" y="2588"/>
                  </a:lnTo>
                  <a:lnTo>
                    <a:pt x="928" y="2434"/>
                  </a:lnTo>
                  <a:lnTo>
                    <a:pt x="1043" y="2318"/>
                  </a:lnTo>
                  <a:lnTo>
                    <a:pt x="1159" y="2241"/>
                  </a:lnTo>
                  <a:lnTo>
                    <a:pt x="1159" y="2125"/>
                  </a:lnTo>
                  <a:lnTo>
                    <a:pt x="1121" y="2009"/>
                  </a:lnTo>
                  <a:lnTo>
                    <a:pt x="1043" y="1932"/>
                  </a:lnTo>
                  <a:lnTo>
                    <a:pt x="657" y="1623"/>
                  </a:lnTo>
                  <a:lnTo>
                    <a:pt x="426" y="1468"/>
                  </a:lnTo>
                  <a:lnTo>
                    <a:pt x="194" y="1314"/>
                  </a:lnTo>
                  <a:lnTo>
                    <a:pt x="1" y="1623"/>
                  </a:lnTo>
                  <a:lnTo>
                    <a:pt x="271" y="1893"/>
                  </a:lnTo>
                  <a:lnTo>
                    <a:pt x="580" y="2125"/>
                  </a:lnTo>
                  <a:lnTo>
                    <a:pt x="426" y="2356"/>
                  </a:lnTo>
                  <a:lnTo>
                    <a:pt x="348" y="2627"/>
                  </a:lnTo>
                  <a:lnTo>
                    <a:pt x="310" y="2897"/>
                  </a:lnTo>
                  <a:lnTo>
                    <a:pt x="348" y="3052"/>
                  </a:lnTo>
                  <a:lnTo>
                    <a:pt x="426" y="3167"/>
                  </a:lnTo>
                  <a:lnTo>
                    <a:pt x="541" y="3322"/>
                  </a:lnTo>
                  <a:lnTo>
                    <a:pt x="696" y="3476"/>
                  </a:lnTo>
                  <a:lnTo>
                    <a:pt x="889" y="3554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4"/>
                  </a:lnTo>
                  <a:lnTo>
                    <a:pt x="1700" y="3515"/>
                  </a:lnTo>
                  <a:lnTo>
                    <a:pt x="1854" y="3399"/>
                  </a:lnTo>
                  <a:lnTo>
                    <a:pt x="2047" y="3245"/>
                  </a:lnTo>
                  <a:lnTo>
                    <a:pt x="2202" y="3052"/>
                  </a:lnTo>
                  <a:lnTo>
                    <a:pt x="2318" y="2858"/>
                  </a:lnTo>
                  <a:lnTo>
                    <a:pt x="2395" y="2665"/>
                  </a:lnTo>
                  <a:lnTo>
                    <a:pt x="2434" y="2472"/>
                  </a:lnTo>
                  <a:lnTo>
                    <a:pt x="2472" y="2241"/>
                  </a:lnTo>
                  <a:lnTo>
                    <a:pt x="2434" y="2009"/>
                  </a:lnTo>
                  <a:lnTo>
                    <a:pt x="2395" y="1816"/>
                  </a:lnTo>
                  <a:lnTo>
                    <a:pt x="2318" y="1584"/>
                  </a:lnTo>
                  <a:lnTo>
                    <a:pt x="2202" y="1391"/>
                  </a:lnTo>
                  <a:lnTo>
                    <a:pt x="1970" y="1005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4" name="Google Shape;4994;p21"/>
            <p:cNvSpPr/>
            <p:nvPr/>
          </p:nvSpPr>
          <p:spPr>
            <a:xfrm>
              <a:off x="4153650" y="167055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2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40" y="232"/>
                  </a:lnTo>
                  <a:lnTo>
                    <a:pt x="1" y="271"/>
                  </a:lnTo>
                  <a:lnTo>
                    <a:pt x="40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4" y="232"/>
                  </a:lnTo>
                  <a:lnTo>
                    <a:pt x="1005" y="155"/>
                  </a:lnTo>
                  <a:lnTo>
                    <a:pt x="966" y="116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5" name="Google Shape;4995;p21"/>
            <p:cNvSpPr/>
            <p:nvPr/>
          </p:nvSpPr>
          <p:spPr>
            <a:xfrm>
              <a:off x="4055200" y="1676350"/>
              <a:ext cx="21250" cy="8700"/>
            </a:xfrm>
            <a:custGeom>
              <a:avLst/>
              <a:gdLst/>
              <a:ahLst/>
              <a:cxnLst/>
              <a:rect l="l" t="t" r="r" b="b"/>
              <a:pathLst>
                <a:path w="850" h="348" extrusionOk="0">
                  <a:moveTo>
                    <a:pt x="425" y="0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0" y="193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3"/>
                  </a:lnTo>
                  <a:lnTo>
                    <a:pt x="811" y="78"/>
                  </a:lnTo>
                  <a:lnTo>
                    <a:pt x="73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6" name="Google Shape;4996;p21"/>
            <p:cNvSpPr/>
            <p:nvPr/>
          </p:nvSpPr>
          <p:spPr>
            <a:xfrm>
              <a:off x="5417325" y="168890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1" y="232"/>
                  </a:lnTo>
                  <a:lnTo>
                    <a:pt x="503" y="966"/>
                  </a:lnTo>
                  <a:lnTo>
                    <a:pt x="1043" y="1622"/>
                  </a:lnTo>
                  <a:lnTo>
                    <a:pt x="1700" y="2279"/>
                  </a:lnTo>
                  <a:lnTo>
                    <a:pt x="2356" y="2858"/>
                  </a:lnTo>
                  <a:lnTo>
                    <a:pt x="3090" y="3398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5" y="4982"/>
                  </a:lnTo>
                  <a:lnTo>
                    <a:pt x="8998" y="4943"/>
                  </a:lnTo>
                  <a:lnTo>
                    <a:pt x="9423" y="4866"/>
                  </a:lnTo>
                  <a:lnTo>
                    <a:pt x="9848" y="4789"/>
                  </a:lnTo>
                  <a:lnTo>
                    <a:pt x="10272" y="4673"/>
                  </a:lnTo>
                  <a:lnTo>
                    <a:pt x="10658" y="4518"/>
                  </a:lnTo>
                  <a:lnTo>
                    <a:pt x="11083" y="4325"/>
                  </a:lnTo>
                  <a:lnTo>
                    <a:pt x="11469" y="4132"/>
                  </a:lnTo>
                  <a:lnTo>
                    <a:pt x="11856" y="3862"/>
                  </a:lnTo>
                  <a:lnTo>
                    <a:pt x="12242" y="3591"/>
                  </a:lnTo>
                  <a:lnTo>
                    <a:pt x="12319" y="3553"/>
                  </a:lnTo>
                  <a:lnTo>
                    <a:pt x="12435" y="3205"/>
                  </a:lnTo>
                  <a:lnTo>
                    <a:pt x="12358" y="3167"/>
                  </a:lnTo>
                  <a:lnTo>
                    <a:pt x="12280" y="3205"/>
                  </a:lnTo>
                  <a:lnTo>
                    <a:pt x="12203" y="3128"/>
                  </a:lnTo>
                  <a:lnTo>
                    <a:pt x="12010" y="3128"/>
                  </a:lnTo>
                  <a:lnTo>
                    <a:pt x="11933" y="3205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6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2" y="4480"/>
                  </a:lnTo>
                  <a:lnTo>
                    <a:pt x="7917" y="4480"/>
                  </a:lnTo>
                  <a:lnTo>
                    <a:pt x="7492" y="4441"/>
                  </a:lnTo>
                  <a:lnTo>
                    <a:pt x="7067" y="4402"/>
                  </a:lnTo>
                  <a:lnTo>
                    <a:pt x="6643" y="4364"/>
                  </a:lnTo>
                  <a:lnTo>
                    <a:pt x="6218" y="4248"/>
                  </a:lnTo>
                  <a:lnTo>
                    <a:pt x="5793" y="4171"/>
                  </a:lnTo>
                  <a:lnTo>
                    <a:pt x="5368" y="4016"/>
                  </a:lnTo>
                  <a:lnTo>
                    <a:pt x="4596" y="3707"/>
                  </a:lnTo>
                  <a:lnTo>
                    <a:pt x="3901" y="3283"/>
                  </a:lnTo>
                  <a:lnTo>
                    <a:pt x="3206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7" name="Google Shape;4997;p21"/>
            <p:cNvSpPr/>
            <p:nvPr/>
          </p:nvSpPr>
          <p:spPr>
            <a:xfrm>
              <a:off x="5725275" y="1695650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1"/>
                  </a:moveTo>
                  <a:lnTo>
                    <a:pt x="3360" y="78"/>
                  </a:lnTo>
                  <a:lnTo>
                    <a:pt x="3245" y="78"/>
                  </a:lnTo>
                  <a:lnTo>
                    <a:pt x="3013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4" y="1931"/>
                  </a:lnTo>
                  <a:lnTo>
                    <a:pt x="1082" y="2009"/>
                  </a:lnTo>
                  <a:lnTo>
                    <a:pt x="1121" y="2086"/>
                  </a:lnTo>
                  <a:lnTo>
                    <a:pt x="1005" y="2086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2" y="2240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8" y="2588"/>
                  </a:lnTo>
                  <a:lnTo>
                    <a:pt x="1430" y="2704"/>
                  </a:lnTo>
                  <a:lnTo>
                    <a:pt x="1623" y="2820"/>
                  </a:lnTo>
                  <a:lnTo>
                    <a:pt x="1816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5" y="3630"/>
                  </a:lnTo>
                  <a:lnTo>
                    <a:pt x="2125" y="3901"/>
                  </a:lnTo>
                  <a:lnTo>
                    <a:pt x="2086" y="4094"/>
                  </a:lnTo>
                  <a:lnTo>
                    <a:pt x="2009" y="4325"/>
                  </a:lnTo>
                  <a:lnTo>
                    <a:pt x="1893" y="4519"/>
                  </a:lnTo>
                  <a:lnTo>
                    <a:pt x="1739" y="4712"/>
                  </a:lnTo>
                  <a:lnTo>
                    <a:pt x="1545" y="4827"/>
                  </a:lnTo>
                  <a:lnTo>
                    <a:pt x="1314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6"/>
                  </a:lnTo>
                  <a:lnTo>
                    <a:pt x="657" y="4441"/>
                  </a:lnTo>
                  <a:lnTo>
                    <a:pt x="735" y="4287"/>
                  </a:lnTo>
                  <a:lnTo>
                    <a:pt x="812" y="4210"/>
                  </a:lnTo>
                  <a:lnTo>
                    <a:pt x="889" y="4132"/>
                  </a:lnTo>
                  <a:lnTo>
                    <a:pt x="966" y="4094"/>
                  </a:lnTo>
                  <a:lnTo>
                    <a:pt x="1121" y="4094"/>
                  </a:lnTo>
                  <a:lnTo>
                    <a:pt x="1237" y="4017"/>
                  </a:lnTo>
                  <a:lnTo>
                    <a:pt x="1314" y="3901"/>
                  </a:lnTo>
                  <a:lnTo>
                    <a:pt x="1314" y="3785"/>
                  </a:lnTo>
                  <a:lnTo>
                    <a:pt x="1275" y="3708"/>
                  </a:lnTo>
                  <a:lnTo>
                    <a:pt x="1198" y="3669"/>
                  </a:lnTo>
                  <a:lnTo>
                    <a:pt x="117" y="2935"/>
                  </a:lnTo>
                  <a:lnTo>
                    <a:pt x="1" y="3283"/>
                  </a:lnTo>
                  <a:lnTo>
                    <a:pt x="657" y="3785"/>
                  </a:lnTo>
                  <a:lnTo>
                    <a:pt x="503" y="3862"/>
                  </a:lnTo>
                  <a:lnTo>
                    <a:pt x="387" y="3978"/>
                  </a:lnTo>
                  <a:lnTo>
                    <a:pt x="310" y="4094"/>
                  </a:lnTo>
                  <a:lnTo>
                    <a:pt x="233" y="4248"/>
                  </a:lnTo>
                  <a:lnTo>
                    <a:pt x="194" y="4403"/>
                  </a:lnTo>
                  <a:lnTo>
                    <a:pt x="194" y="4557"/>
                  </a:lnTo>
                  <a:lnTo>
                    <a:pt x="194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2" y="5252"/>
                  </a:lnTo>
                  <a:lnTo>
                    <a:pt x="735" y="5368"/>
                  </a:lnTo>
                  <a:lnTo>
                    <a:pt x="966" y="5407"/>
                  </a:lnTo>
                  <a:lnTo>
                    <a:pt x="1198" y="5407"/>
                  </a:lnTo>
                  <a:lnTo>
                    <a:pt x="1430" y="5368"/>
                  </a:lnTo>
                  <a:lnTo>
                    <a:pt x="1623" y="5329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1" y="4827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6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472"/>
                  </a:lnTo>
                  <a:lnTo>
                    <a:pt x="1739" y="2356"/>
                  </a:lnTo>
                  <a:lnTo>
                    <a:pt x="1507" y="2202"/>
                  </a:lnTo>
                  <a:lnTo>
                    <a:pt x="1275" y="2124"/>
                  </a:lnTo>
                  <a:lnTo>
                    <a:pt x="1623" y="1970"/>
                  </a:lnTo>
                  <a:lnTo>
                    <a:pt x="1932" y="1816"/>
                  </a:lnTo>
                  <a:lnTo>
                    <a:pt x="2241" y="1622"/>
                  </a:lnTo>
                  <a:lnTo>
                    <a:pt x="2549" y="1391"/>
                  </a:lnTo>
                  <a:lnTo>
                    <a:pt x="2820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8" y="541"/>
                  </a:lnTo>
                  <a:lnTo>
                    <a:pt x="3515" y="387"/>
                  </a:lnTo>
                  <a:lnTo>
                    <a:pt x="3708" y="78"/>
                  </a:lnTo>
                  <a:lnTo>
                    <a:pt x="351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8" name="Google Shape;4998;p21"/>
            <p:cNvSpPr/>
            <p:nvPr/>
          </p:nvSpPr>
          <p:spPr>
            <a:xfrm>
              <a:off x="1994125" y="1698550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313" y="387"/>
                  </a:moveTo>
                  <a:lnTo>
                    <a:pt x="1506" y="464"/>
                  </a:lnTo>
                  <a:lnTo>
                    <a:pt x="1661" y="580"/>
                  </a:lnTo>
                  <a:lnTo>
                    <a:pt x="1777" y="734"/>
                  </a:lnTo>
                  <a:lnTo>
                    <a:pt x="1777" y="889"/>
                  </a:lnTo>
                  <a:lnTo>
                    <a:pt x="1777" y="927"/>
                  </a:lnTo>
                  <a:lnTo>
                    <a:pt x="1738" y="1004"/>
                  </a:lnTo>
                  <a:lnTo>
                    <a:pt x="1661" y="1043"/>
                  </a:lnTo>
                  <a:lnTo>
                    <a:pt x="1584" y="1082"/>
                  </a:lnTo>
                  <a:lnTo>
                    <a:pt x="1275" y="1120"/>
                  </a:lnTo>
                  <a:lnTo>
                    <a:pt x="927" y="1120"/>
                  </a:lnTo>
                  <a:lnTo>
                    <a:pt x="618" y="1159"/>
                  </a:lnTo>
                  <a:lnTo>
                    <a:pt x="464" y="1198"/>
                  </a:lnTo>
                  <a:lnTo>
                    <a:pt x="348" y="1275"/>
                  </a:lnTo>
                  <a:lnTo>
                    <a:pt x="348" y="1120"/>
                  </a:lnTo>
                  <a:lnTo>
                    <a:pt x="348" y="1004"/>
                  </a:lnTo>
                  <a:lnTo>
                    <a:pt x="387" y="850"/>
                  </a:lnTo>
                  <a:lnTo>
                    <a:pt x="464" y="734"/>
                  </a:lnTo>
                  <a:lnTo>
                    <a:pt x="580" y="618"/>
                  </a:lnTo>
                  <a:lnTo>
                    <a:pt x="657" y="502"/>
                  </a:lnTo>
                  <a:lnTo>
                    <a:pt x="811" y="425"/>
                  </a:lnTo>
                  <a:lnTo>
                    <a:pt x="966" y="387"/>
                  </a:lnTo>
                  <a:close/>
                  <a:moveTo>
                    <a:pt x="1004" y="0"/>
                  </a:moveTo>
                  <a:lnTo>
                    <a:pt x="811" y="39"/>
                  </a:lnTo>
                  <a:lnTo>
                    <a:pt x="618" y="116"/>
                  </a:lnTo>
                  <a:lnTo>
                    <a:pt x="425" y="232"/>
                  </a:lnTo>
                  <a:lnTo>
                    <a:pt x="271" y="348"/>
                  </a:lnTo>
                  <a:lnTo>
                    <a:pt x="155" y="502"/>
                  </a:lnTo>
                  <a:lnTo>
                    <a:pt x="78" y="696"/>
                  </a:lnTo>
                  <a:lnTo>
                    <a:pt x="39" y="889"/>
                  </a:lnTo>
                  <a:lnTo>
                    <a:pt x="0" y="1082"/>
                  </a:lnTo>
                  <a:lnTo>
                    <a:pt x="0" y="1275"/>
                  </a:lnTo>
                  <a:lnTo>
                    <a:pt x="39" y="1429"/>
                  </a:lnTo>
                  <a:lnTo>
                    <a:pt x="116" y="1622"/>
                  </a:lnTo>
                  <a:lnTo>
                    <a:pt x="155" y="1738"/>
                  </a:lnTo>
                  <a:lnTo>
                    <a:pt x="232" y="1777"/>
                  </a:lnTo>
                  <a:lnTo>
                    <a:pt x="348" y="1815"/>
                  </a:lnTo>
                  <a:lnTo>
                    <a:pt x="425" y="1738"/>
                  </a:lnTo>
                  <a:lnTo>
                    <a:pt x="580" y="1622"/>
                  </a:lnTo>
                  <a:lnTo>
                    <a:pt x="696" y="1545"/>
                  </a:lnTo>
                  <a:lnTo>
                    <a:pt x="889" y="1506"/>
                  </a:lnTo>
                  <a:lnTo>
                    <a:pt x="1429" y="1506"/>
                  </a:lnTo>
                  <a:lnTo>
                    <a:pt x="1584" y="1468"/>
                  </a:lnTo>
                  <a:lnTo>
                    <a:pt x="1777" y="1429"/>
                  </a:lnTo>
                  <a:lnTo>
                    <a:pt x="1931" y="1352"/>
                  </a:lnTo>
                  <a:lnTo>
                    <a:pt x="2047" y="1236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8"/>
                  </a:lnTo>
                  <a:lnTo>
                    <a:pt x="2086" y="464"/>
                  </a:lnTo>
                  <a:lnTo>
                    <a:pt x="1970" y="309"/>
                  </a:lnTo>
                  <a:lnTo>
                    <a:pt x="1815" y="194"/>
                  </a:lnTo>
                  <a:lnTo>
                    <a:pt x="1622" y="78"/>
                  </a:lnTo>
                  <a:lnTo>
                    <a:pt x="142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9" name="Google Shape;4999;p21"/>
            <p:cNvSpPr/>
            <p:nvPr/>
          </p:nvSpPr>
          <p:spPr>
            <a:xfrm>
              <a:off x="3947075" y="171690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90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90" y="2471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86" y="3244"/>
                  </a:lnTo>
                  <a:lnTo>
                    <a:pt x="1777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3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79"/>
                  </a:lnTo>
                  <a:lnTo>
                    <a:pt x="1584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7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2" y="270"/>
                  </a:lnTo>
                  <a:lnTo>
                    <a:pt x="850" y="386"/>
                  </a:lnTo>
                  <a:lnTo>
                    <a:pt x="618" y="579"/>
                  </a:lnTo>
                  <a:lnTo>
                    <a:pt x="425" y="772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8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1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6" y="2780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3"/>
                  </a:lnTo>
                  <a:lnTo>
                    <a:pt x="3669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7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0" name="Google Shape;5000;p21"/>
            <p:cNvSpPr/>
            <p:nvPr/>
          </p:nvSpPr>
          <p:spPr>
            <a:xfrm>
              <a:off x="2585900" y="1732325"/>
              <a:ext cx="305075" cy="236550"/>
            </a:xfrm>
            <a:custGeom>
              <a:avLst/>
              <a:gdLst/>
              <a:ahLst/>
              <a:cxnLst/>
              <a:rect l="l" t="t" r="r" b="b"/>
              <a:pathLst>
                <a:path w="12203" h="9462" extrusionOk="0">
                  <a:moveTo>
                    <a:pt x="5329" y="349"/>
                  </a:moveTo>
                  <a:lnTo>
                    <a:pt x="5522" y="426"/>
                  </a:lnTo>
                  <a:lnTo>
                    <a:pt x="5600" y="426"/>
                  </a:lnTo>
                  <a:lnTo>
                    <a:pt x="5831" y="657"/>
                  </a:lnTo>
                  <a:lnTo>
                    <a:pt x="5986" y="889"/>
                  </a:lnTo>
                  <a:lnTo>
                    <a:pt x="6063" y="1198"/>
                  </a:lnTo>
                  <a:lnTo>
                    <a:pt x="6102" y="1468"/>
                  </a:lnTo>
                  <a:lnTo>
                    <a:pt x="6140" y="1777"/>
                  </a:lnTo>
                  <a:lnTo>
                    <a:pt x="6102" y="2086"/>
                  </a:lnTo>
                  <a:lnTo>
                    <a:pt x="6024" y="2704"/>
                  </a:lnTo>
                  <a:lnTo>
                    <a:pt x="5715" y="4866"/>
                  </a:lnTo>
                  <a:lnTo>
                    <a:pt x="5715" y="4905"/>
                  </a:lnTo>
                  <a:lnTo>
                    <a:pt x="5561" y="4982"/>
                  </a:lnTo>
                  <a:lnTo>
                    <a:pt x="5291" y="4017"/>
                  </a:lnTo>
                  <a:lnTo>
                    <a:pt x="5020" y="3090"/>
                  </a:lnTo>
                  <a:lnTo>
                    <a:pt x="4750" y="1970"/>
                  </a:lnTo>
                  <a:lnTo>
                    <a:pt x="4673" y="1468"/>
                  </a:lnTo>
                  <a:lnTo>
                    <a:pt x="4673" y="1159"/>
                  </a:lnTo>
                  <a:lnTo>
                    <a:pt x="4673" y="851"/>
                  </a:lnTo>
                  <a:lnTo>
                    <a:pt x="4750" y="619"/>
                  </a:lnTo>
                  <a:lnTo>
                    <a:pt x="4827" y="503"/>
                  </a:lnTo>
                  <a:lnTo>
                    <a:pt x="4904" y="426"/>
                  </a:lnTo>
                  <a:lnTo>
                    <a:pt x="5020" y="349"/>
                  </a:lnTo>
                  <a:close/>
                  <a:moveTo>
                    <a:pt x="11199" y="3515"/>
                  </a:moveTo>
                  <a:lnTo>
                    <a:pt x="11315" y="3554"/>
                  </a:lnTo>
                  <a:lnTo>
                    <a:pt x="11392" y="3592"/>
                  </a:lnTo>
                  <a:lnTo>
                    <a:pt x="11508" y="3708"/>
                  </a:lnTo>
                  <a:lnTo>
                    <a:pt x="11585" y="3824"/>
                  </a:lnTo>
                  <a:lnTo>
                    <a:pt x="11701" y="4133"/>
                  </a:lnTo>
                  <a:lnTo>
                    <a:pt x="11585" y="4287"/>
                  </a:lnTo>
                  <a:lnTo>
                    <a:pt x="11430" y="4403"/>
                  </a:lnTo>
                  <a:lnTo>
                    <a:pt x="11237" y="4519"/>
                  </a:lnTo>
                  <a:lnTo>
                    <a:pt x="11044" y="4596"/>
                  </a:lnTo>
                  <a:lnTo>
                    <a:pt x="10581" y="4751"/>
                  </a:lnTo>
                  <a:lnTo>
                    <a:pt x="10195" y="4866"/>
                  </a:lnTo>
                  <a:lnTo>
                    <a:pt x="9422" y="5021"/>
                  </a:lnTo>
                  <a:lnTo>
                    <a:pt x="8650" y="5137"/>
                  </a:lnTo>
                  <a:lnTo>
                    <a:pt x="7994" y="5175"/>
                  </a:lnTo>
                  <a:lnTo>
                    <a:pt x="7376" y="5175"/>
                  </a:lnTo>
                  <a:lnTo>
                    <a:pt x="6102" y="5137"/>
                  </a:lnTo>
                  <a:lnTo>
                    <a:pt x="7260" y="4673"/>
                  </a:lnTo>
                  <a:lnTo>
                    <a:pt x="8418" y="4249"/>
                  </a:lnTo>
                  <a:lnTo>
                    <a:pt x="9075" y="4017"/>
                  </a:lnTo>
                  <a:lnTo>
                    <a:pt x="9770" y="3824"/>
                  </a:lnTo>
                  <a:lnTo>
                    <a:pt x="10465" y="3631"/>
                  </a:lnTo>
                  <a:lnTo>
                    <a:pt x="10928" y="3554"/>
                  </a:lnTo>
                  <a:lnTo>
                    <a:pt x="11083" y="3515"/>
                  </a:lnTo>
                  <a:close/>
                  <a:moveTo>
                    <a:pt x="5136" y="5909"/>
                  </a:moveTo>
                  <a:lnTo>
                    <a:pt x="4209" y="6797"/>
                  </a:lnTo>
                  <a:lnTo>
                    <a:pt x="3244" y="7685"/>
                  </a:lnTo>
                  <a:lnTo>
                    <a:pt x="2742" y="8110"/>
                  </a:lnTo>
                  <a:lnTo>
                    <a:pt x="2163" y="8535"/>
                  </a:lnTo>
                  <a:lnTo>
                    <a:pt x="1854" y="8728"/>
                  </a:lnTo>
                  <a:lnTo>
                    <a:pt x="1468" y="8921"/>
                  </a:lnTo>
                  <a:lnTo>
                    <a:pt x="1197" y="8998"/>
                  </a:lnTo>
                  <a:lnTo>
                    <a:pt x="1004" y="9037"/>
                  </a:lnTo>
                  <a:lnTo>
                    <a:pt x="888" y="8998"/>
                  </a:lnTo>
                  <a:lnTo>
                    <a:pt x="811" y="8960"/>
                  </a:lnTo>
                  <a:lnTo>
                    <a:pt x="734" y="8844"/>
                  </a:lnTo>
                  <a:lnTo>
                    <a:pt x="695" y="8689"/>
                  </a:lnTo>
                  <a:lnTo>
                    <a:pt x="657" y="8535"/>
                  </a:lnTo>
                  <a:lnTo>
                    <a:pt x="618" y="8419"/>
                  </a:lnTo>
                  <a:lnTo>
                    <a:pt x="657" y="8342"/>
                  </a:lnTo>
                  <a:lnTo>
                    <a:pt x="695" y="8265"/>
                  </a:lnTo>
                  <a:lnTo>
                    <a:pt x="850" y="8110"/>
                  </a:lnTo>
                  <a:lnTo>
                    <a:pt x="1120" y="7956"/>
                  </a:lnTo>
                  <a:lnTo>
                    <a:pt x="1699" y="7608"/>
                  </a:lnTo>
                  <a:lnTo>
                    <a:pt x="2472" y="7222"/>
                  </a:lnTo>
                  <a:lnTo>
                    <a:pt x="3244" y="6874"/>
                  </a:lnTo>
                  <a:lnTo>
                    <a:pt x="4209" y="6411"/>
                  </a:lnTo>
                  <a:lnTo>
                    <a:pt x="4673" y="6179"/>
                  </a:lnTo>
                  <a:lnTo>
                    <a:pt x="5136" y="5909"/>
                  </a:lnTo>
                  <a:close/>
                  <a:moveTo>
                    <a:pt x="5136" y="1"/>
                  </a:moveTo>
                  <a:lnTo>
                    <a:pt x="4943" y="78"/>
                  </a:lnTo>
                  <a:lnTo>
                    <a:pt x="4750" y="194"/>
                  </a:lnTo>
                  <a:lnTo>
                    <a:pt x="4596" y="387"/>
                  </a:lnTo>
                  <a:lnTo>
                    <a:pt x="4441" y="580"/>
                  </a:lnTo>
                  <a:lnTo>
                    <a:pt x="4364" y="812"/>
                  </a:lnTo>
                  <a:lnTo>
                    <a:pt x="4325" y="1044"/>
                  </a:lnTo>
                  <a:lnTo>
                    <a:pt x="4325" y="1507"/>
                  </a:lnTo>
                  <a:lnTo>
                    <a:pt x="4402" y="1970"/>
                  </a:lnTo>
                  <a:lnTo>
                    <a:pt x="4634" y="2897"/>
                  </a:lnTo>
                  <a:lnTo>
                    <a:pt x="4982" y="4017"/>
                  </a:lnTo>
                  <a:lnTo>
                    <a:pt x="5175" y="4558"/>
                  </a:lnTo>
                  <a:lnTo>
                    <a:pt x="5368" y="5098"/>
                  </a:lnTo>
                  <a:lnTo>
                    <a:pt x="5368" y="5214"/>
                  </a:lnTo>
                  <a:lnTo>
                    <a:pt x="5406" y="5330"/>
                  </a:lnTo>
                  <a:lnTo>
                    <a:pt x="4943" y="5600"/>
                  </a:lnTo>
                  <a:lnTo>
                    <a:pt x="4480" y="5870"/>
                  </a:lnTo>
                  <a:lnTo>
                    <a:pt x="3476" y="6334"/>
                  </a:lnTo>
                  <a:lnTo>
                    <a:pt x="2472" y="6797"/>
                  </a:lnTo>
                  <a:lnTo>
                    <a:pt x="1970" y="7029"/>
                  </a:lnTo>
                  <a:lnTo>
                    <a:pt x="1468" y="7299"/>
                  </a:lnTo>
                  <a:lnTo>
                    <a:pt x="966" y="7608"/>
                  </a:lnTo>
                  <a:lnTo>
                    <a:pt x="657" y="7801"/>
                  </a:lnTo>
                  <a:lnTo>
                    <a:pt x="348" y="8071"/>
                  </a:lnTo>
                  <a:lnTo>
                    <a:pt x="116" y="8342"/>
                  </a:lnTo>
                  <a:lnTo>
                    <a:pt x="39" y="8458"/>
                  </a:lnTo>
                  <a:lnTo>
                    <a:pt x="0" y="8612"/>
                  </a:lnTo>
                  <a:lnTo>
                    <a:pt x="0" y="8767"/>
                  </a:lnTo>
                  <a:lnTo>
                    <a:pt x="0" y="8921"/>
                  </a:lnTo>
                  <a:lnTo>
                    <a:pt x="78" y="9037"/>
                  </a:lnTo>
                  <a:lnTo>
                    <a:pt x="232" y="9191"/>
                  </a:lnTo>
                  <a:lnTo>
                    <a:pt x="348" y="9307"/>
                  </a:lnTo>
                  <a:lnTo>
                    <a:pt x="502" y="9384"/>
                  </a:lnTo>
                  <a:lnTo>
                    <a:pt x="618" y="9423"/>
                  </a:lnTo>
                  <a:lnTo>
                    <a:pt x="773" y="9462"/>
                  </a:lnTo>
                  <a:lnTo>
                    <a:pt x="1120" y="9462"/>
                  </a:lnTo>
                  <a:lnTo>
                    <a:pt x="1429" y="9384"/>
                  </a:lnTo>
                  <a:lnTo>
                    <a:pt x="1738" y="9230"/>
                  </a:lnTo>
                  <a:lnTo>
                    <a:pt x="2047" y="9075"/>
                  </a:lnTo>
                  <a:lnTo>
                    <a:pt x="2588" y="8767"/>
                  </a:lnTo>
                  <a:lnTo>
                    <a:pt x="3476" y="8071"/>
                  </a:lnTo>
                  <a:lnTo>
                    <a:pt x="4287" y="7338"/>
                  </a:lnTo>
                  <a:lnTo>
                    <a:pt x="5098" y="6565"/>
                  </a:lnTo>
                  <a:lnTo>
                    <a:pt x="5445" y="6141"/>
                  </a:lnTo>
                  <a:lnTo>
                    <a:pt x="5793" y="5677"/>
                  </a:lnTo>
                  <a:lnTo>
                    <a:pt x="5793" y="5716"/>
                  </a:lnTo>
                  <a:lnTo>
                    <a:pt x="6063" y="6064"/>
                  </a:lnTo>
                  <a:lnTo>
                    <a:pt x="6217" y="6218"/>
                  </a:lnTo>
                  <a:lnTo>
                    <a:pt x="6372" y="6334"/>
                  </a:lnTo>
                  <a:lnTo>
                    <a:pt x="6603" y="6179"/>
                  </a:lnTo>
                  <a:lnTo>
                    <a:pt x="6603" y="6141"/>
                  </a:lnTo>
                  <a:lnTo>
                    <a:pt x="6333" y="5870"/>
                  </a:lnTo>
                  <a:lnTo>
                    <a:pt x="6217" y="5716"/>
                  </a:lnTo>
                  <a:lnTo>
                    <a:pt x="6179" y="5523"/>
                  </a:lnTo>
                  <a:lnTo>
                    <a:pt x="6140" y="5484"/>
                  </a:lnTo>
                  <a:lnTo>
                    <a:pt x="7028" y="5562"/>
                  </a:lnTo>
                  <a:lnTo>
                    <a:pt x="7955" y="5562"/>
                  </a:lnTo>
                  <a:lnTo>
                    <a:pt x="8882" y="5484"/>
                  </a:lnTo>
                  <a:lnTo>
                    <a:pt x="9770" y="5330"/>
                  </a:lnTo>
                  <a:lnTo>
                    <a:pt x="10465" y="5175"/>
                  </a:lnTo>
                  <a:lnTo>
                    <a:pt x="10890" y="5060"/>
                  </a:lnTo>
                  <a:lnTo>
                    <a:pt x="11315" y="4905"/>
                  </a:lnTo>
                  <a:lnTo>
                    <a:pt x="11701" y="4673"/>
                  </a:lnTo>
                  <a:lnTo>
                    <a:pt x="11894" y="4558"/>
                  </a:lnTo>
                  <a:lnTo>
                    <a:pt x="12010" y="4403"/>
                  </a:lnTo>
                  <a:lnTo>
                    <a:pt x="12125" y="4249"/>
                  </a:lnTo>
                  <a:lnTo>
                    <a:pt x="12164" y="4094"/>
                  </a:lnTo>
                  <a:lnTo>
                    <a:pt x="12203" y="3901"/>
                  </a:lnTo>
                  <a:lnTo>
                    <a:pt x="12164" y="3708"/>
                  </a:lnTo>
                  <a:lnTo>
                    <a:pt x="12125" y="3554"/>
                  </a:lnTo>
                  <a:lnTo>
                    <a:pt x="12010" y="3438"/>
                  </a:lnTo>
                  <a:lnTo>
                    <a:pt x="11932" y="3322"/>
                  </a:lnTo>
                  <a:lnTo>
                    <a:pt x="11817" y="3245"/>
                  </a:lnTo>
                  <a:lnTo>
                    <a:pt x="11662" y="3167"/>
                  </a:lnTo>
                  <a:lnTo>
                    <a:pt x="11508" y="3167"/>
                  </a:lnTo>
                  <a:lnTo>
                    <a:pt x="11199" y="3129"/>
                  </a:lnTo>
                  <a:lnTo>
                    <a:pt x="10851" y="3167"/>
                  </a:lnTo>
                  <a:lnTo>
                    <a:pt x="10504" y="3245"/>
                  </a:lnTo>
                  <a:lnTo>
                    <a:pt x="9924" y="3360"/>
                  </a:lnTo>
                  <a:lnTo>
                    <a:pt x="8959" y="3669"/>
                  </a:lnTo>
                  <a:lnTo>
                    <a:pt x="7994" y="3978"/>
                  </a:lnTo>
                  <a:lnTo>
                    <a:pt x="7028" y="4326"/>
                  </a:lnTo>
                  <a:lnTo>
                    <a:pt x="6102" y="4751"/>
                  </a:lnTo>
                  <a:lnTo>
                    <a:pt x="6333" y="3283"/>
                  </a:lnTo>
                  <a:lnTo>
                    <a:pt x="6449" y="2550"/>
                  </a:lnTo>
                  <a:lnTo>
                    <a:pt x="6488" y="1816"/>
                  </a:lnTo>
                  <a:lnTo>
                    <a:pt x="6488" y="1546"/>
                  </a:lnTo>
                  <a:lnTo>
                    <a:pt x="6449" y="1275"/>
                  </a:lnTo>
                  <a:lnTo>
                    <a:pt x="6372" y="1044"/>
                  </a:lnTo>
                  <a:lnTo>
                    <a:pt x="6295" y="851"/>
                  </a:lnTo>
                  <a:lnTo>
                    <a:pt x="6179" y="619"/>
                  </a:lnTo>
                  <a:lnTo>
                    <a:pt x="6024" y="464"/>
                  </a:lnTo>
                  <a:lnTo>
                    <a:pt x="5831" y="310"/>
                  </a:lnTo>
                  <a:lnTo>
                    <a:pt x="5600" y="155"/>
                  </a:lnTo>
                  <a:lnTo>
                    <a:pt x="5484" y="78"/>
                  </a:lnTo>
                  <a:lnTo>
                    <a:pt x="5368" y="40"/>
                  </a:lnTo>
                  <a:lnTo>
                    <a:pt x="51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1" name="Google Shape;5001;p21"/>
            <p:cNvSpPr/>
            <p:nvPr/>
          </p:nvSpPr>
          <p:spPr>
            <a:xfrm>
              <a:off x="1851250" y="1767100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0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0"/>
                  </a:lnTo>
                  <a:lnTo>
                    <a:pt x="3862" y="502"/>
                  </a:lnTo>
                  <a:lnTo>
                    <a:pt x="3321" y="772"/>
                  </a:lnTo>
                  <a:lnTo>
                    <a:pt x="2781" y="1081"/>
                  </a:lnTo>
                  <a:lnTo>
                    <a:pt x="2279" y="1429"/>
                  </a:lnTo>
                  <a:lnTo>
                    <a:pt x="1815" y="1854"/>
                  </a:lnTo>
                  <a:lnTo>
                    <a:pt x="1429" y="2278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2" y="3746"/>
                  </a:lnTo>
                  <a:lnTo>
                    <a:pt x="271" y="4248"/>
                  </a:lnTo>
                  <a:lnTo>
                    <a:pt x="116" y="4788"/>
                  </a:lnTo>
                  <a:lnTo>
                    <a:pt x="0" y="5368"/>
                  </a:lnTo>
                  <a:lnTo>
                    <a:pt x="348" y="5406"/>
                  </a:lnTo>
                  <a:lnTo>
                    <a:pt x="464" y="4981"/>
                  </a:lnTo>
                  <a:lnTo>
                    <a:pt x="580" y="4595"/>
                  </a:lnTo>
                  <a:lnTo>
                    <a:pt x="811" y="3977"/>
                  </a:lnTo>
                  <a:lnTo>
                    <a:pt x="1120" y="3398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6"/>
                  </a:lnTo>
                  <a:lnTo>
                    <a:pt x="3399" y="1159"/>
                  </a:lnTo>
                  <a:lnTo>
                    <a:pt x="3978" y="888"/>
                  </a:lnTo>
                  <a:lnTo>
                    <a:pt x="4634" y="657"/>
                  </a:lnTo>
                  <a:lnTo>
                    <a:pt x="5252" y="463"/>
                  </a:lnTo>
                  <a:lnTo>
                    <a:pt x="5909" y="386"/>
                  </a:lnTo>
                  <a:lnTo>
                    <a:pt x="6565" y="386"/>
                  </a:lnTo>
                  <a:lnTo>
                    <a:pt x="7221" y="463"/>
                  </a:lnTo>
                  <a:lnTo>
                    <a:pt x="7878" y="579"/>
                  </a:lnTo>
                  <a:lnTo>
                    <a:pt x="8496" y="811"/>
                  </a:lnTo>
                  <a:lnTo>
                    <a:pt x="9114" y="1081"/>
                  </a:lnTo>
                  <a:lnTo>
                    <a:pt x="9422" y="1274"/>
                  </a:lnTo>
                  <a:lnTo>
                    <a:pt x="9731" y="1506"/>
                  </a:lnTo>
                  <a:lnTo>
                    <a:pt x="10040" y="1699"/>
                  </a:lnTo>
                  <a:lnTo>
                    <a:pt x="10311" y="1931"/>
                  </a:lnTo>
                  <a:lnTo>
                    <a:pt x="10774" y="2471"/>
                  </a:lnTo>
                  <a:lnTo>
                    <a:pt x="11199" y="3012"/>
                  </a:lnTo>
                  <a:lnTo>
                    <a:pt x="11546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4" y="5638"/>
                  </a:lnTo>
                  <a:lnTo>
                    <a:pt x="12628" y="6217"/>
                  </a:lnTo>
                  <a:lnTo>
                    <a:pt x="12859" y="6796"/>
                  </a:lnTo>
                  <a:lnTo>
                    <a:pt x="13129" y="7376"/>
                  </a:lnTo>
                  <a:lnTo>
                    <a:pt x="13438" y="7955"/>
                  </a:lnTo>
                  <a:lnTo>
                    <a:pt x="13825" y="8495"/>
                  </a:lnTo>
                  <a:lnTo>
                    <a:pt x="14249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499"/>
                  </a:lnTo>
                  <a:lnTo>
                    <a:pt x="15292" y="9654"/>
                  </a:lnTo>
                  <a:lnTo>
                    <a:pt x="15755" y="9808"/>
                  </a:lnTo>
                  <a:lnTo>
                    <a:pt x="16219" y="9886"/>
                  </a:lnTo>
                  <a:lnTo>
                    <a:pt x="16721" y="9886"/>
                  </a:lnTo>
                  <a:lnTo>
                    <a:pt x="17184" y="9808"/>
                  </a:lnTo>
                  <a:lnTo>
                    <a:pt x="17609" y="9615"/>
                  </a:lnTo>
                  <a:lnTo>
                    <a:pt x="17841" y="9499"/>
                  </a:lnTo>
                  <a:lnTo>
                    <a:pt x="18034" y="9384"/>
                  </a:lnTo>
                  <a:lnTo>
                    <a:pt x="18188" y="9229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1" y="8611"/>
                  </a:lnTo>
                  <a:lnTo>
                    <a:pt x="18651" y="8534"/>
                  </a:lnTo>
                  <a:lnTo>
                    <a:pt x="18651" y="8457"/>
                  </a:lnTo>
                  <a:lnTo>
                    <a:pt x="18651" y="8380"/>
                  </a:lnTo>
                  <a:lnTo>
                    <a:pt x="18651" y="8341"/>
                  </a:lnTo>
                  <a:lnTo>
                    <a:pt x="18304" y="8341"/>
                  </a:lnTo>
                  <a:lnTo>
                    <a:pt x="18265" y="8418"/>
                  </a:lnTo>
                  <a:lnTo>
                    <a:pt x="18072" y="8727"/>
                  </a:lnTo>
                  <a:lnTo>
                    <a:pt x="17802" y="8997"/>
                  </a:lnTo>
                  <a:lnTo>
                    <a:pt x="17493" y="9190"/>
                  </a:lnTo>
                  <a:lnTo>
                    <a:pt x="17184" y="9345"/>
                  </a:lnTo>
                  <a:lnTo>
                    <a:pt x="16837" y="9422"/>
                  </a:lnTo>
                  <a:lnTo>
                    <a:pt x="16450" y="9461"/>
                  </a:lnTo>
                  <a:lnTo>
                    <a:pt x="16103" y="9422"/>
                  </a:lnTo>
                  <a:lnTo>
                    <a:pt x="15717" y="9345"/>
                  </a:lnTo>
                  <a:lnTo>
                    <a:pt x="15369" y="9190"/>
                  </a:lnTo>
                  <a:lnTo>
                    <a:pt x="15022" y="8997"/>
                  </a:lnTo>
                  <a:lnTo>
                    <a:pt x="14713" y="8766"/>
                  </a:lnTo>
                  <a:lnTo>
                    <a:pt x="14404" y="8495"/>
                  </a:lnTo>
                  <a:lnTo>
                    <a:pt x="14172" y="8186"/>
                  </a:lnTo>
                  <a:lnTo>
                    <a:pt x="13940" y="7839"/>
                  </a:lnTo>
                  <a:lnTo>
                    <a:pt x="13709" y="7530"/>
                  </a:lnTo>
                  <a:lnTo>
                    <a:pt x="13554" y="7182"/>
                  </a:lnTo>
                  <a:lnTo>
                    <a:pt x="13245" y="6526"/>
                  </a:lnTo>
                  <a:lnTo>
                    <a:pt x="12975" y="5831"/>
                  </a:lnTo>
                  <a:lnTo>
                    <a:pt x="12473" y="4479"/>
                  </a:lnTo>
                  <a:lnTo>
                    <a:pt x="12164" y="3823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278"/>
                  </a:lnTo>
                  <a:lnTo>
                    <a:pt x="11006" y="2008"/>
                  </a:lnTo>
                  <a:lnTo>
                    <a:pt x="10542" y="1583"/>
                  </a:lnTo>
                  <a:lnTo>
                    <a:pt x="10079" y="1197"/>
                  </a:lnTo>
                  <a:lnTo>
                    <a:pt x="9577" y="850"/>
                  </a:lnTo>
                  <a:lnTo>
                    <a:pt x="9036" y="579"/>
                  </a:lnTo>
                  <a:lnTo>
                    <a:pt x="8496" y="348"/>
                  </a:lnTo>
                  <a:lnTo>
                    <a:pt x="7916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2" name="Google Shape;5002;p21"/>
            <p:cNvSpPr/>
            <p:nvPr/>
          </p:nvSpPr>
          <p:spPr>
            <a:xfrm>
              <a:off x="6591225" y="1769975"/>
              <a:ext cx="353350" cy="159325"/>
            </a:xfrm>
            <a:custGeom>
              <a:avLst/>
              <a:gdLst/>
              <a:ahLst/>
              <a:cxnLst/>
              <a:rect l="l" t="t" r="r" b="b"/>
              <a:pathLst>
                <a:path w="14134" h="6373" extrusionOk="0">
                  <a:moveTo>
                    <a:pt x="11160" y="464"/>
                  </a:moveTo>
                  <a:lnTo>
                    <a:pt x="11624" y="503"/>
                  </a:lnTo>
                  <a:lnTo>
                    <a:pt x="12048" y="542"/>
                  </a:lnTo>
                  <a:lnTo>
                    <a:pt x="12434" y="657"/>
                  </a:lnTo>
                  <a:lnTo>
                    <a:pt x="12628" y="735"/>
                  </a:lnTo>
                  <a:lnTo>
                    <a:pt x="12743" y="812"/>
                  </a:lnTo>
                  <a:lnTo>
                    <a:pt x="12859" y="966"/>
                  </a:lnTo>
                  <a:lnTo>
                    <a:pt x="12936" y="1082"/>
                  </a:lnTo>
                  <a:lnTo>
                    <a:pt x="12975" y="1314"/>
                  </a:lnTo>
                  <a:lnTo>
                    <a:pt x="12975" y="1507"/>
                  </a:lnTo>
                  <a:lnTo>
                    <a:pt x="12936" y="1700"/>
                  </a:lnTo>
                  <a:lnTo>
                    <a:pt x="12821" y="1893"/>
                  </a:lnTo>
                  <a:lnTo>
                    <a:pt x="12705" y="2086"/>
                  </a:lnTo>
                  <a:lnTo>
                    <a:pt x="12589" y="2241"/>
                  </a:lnTo>
                  <a:lnTo>
                    <a:pt x="12241" y="2472"/>
                  </a:lnTo>
                  <a:lnTo>
                    <a:pt x="11817" y="2743"/>
                  </a:lnTo>
                  <a:lnTo>
                    <a:pt x="11392" y="2936"/>
                  </a:lnTo>
                  <a:lnTo>
                    <a:pt x="10658" y="3206"/>
                  </a:lnTo>
                  <a:lnTo>
                    <a:pt x="9924" y="3438"/>
                  </a:lnTo>
                  <a:lnTo>
                    <a:pt x="9152" y="3708"/>
                  </a:lnTo>
                  <a:lnTo>
                    <a:pt x="8380" y="3901"/>
                  </a:lnTo>
                  <a:lnTo>
                    <a:pt x="7608" y="4094"/>
                  </a:lnTo>
                  <a:lnTo>
                    <a:pt x="6797" y="4287"/>
                  </a:lnTo>
                  <a:lnTo>
                    <a:pt x="5909" y="4442"/>
                  </a:lnTo>
                  <a:lnTo>
                    <a:pt x="5020" y="4596"/>
                  </a:lnTo>
                  <a:lnTo>
                    <a:pt x="4132" y="4712"/>
                  </a:lnTo>
                  <a:lnTo>
                    <a:pt x="3244" y="4789"/>
                  </a:lnTo>
                  <a:lnTo>
                    <a:pt x="2201" y="4789"/>
                  </a:lnTo>
                  <a:lnTo>
                    <a:pt x="1854" y="4751"/>
                  </a:lnTo>
                  <a:lnTo>
                    <a:pt x="1506" y="4673"/>
                  </a:lnTo>
                  <a:lnTo>
                    <a:pt x="1198" y="4558"/>
                  </a:lnTo>
                  <a:lnTo>
                    <a:pt x="889" y="4442"/>
                  </a:lnTo>
                  <a:lnTo>
                    <a:pt x="580" y="4249"/>
                  </a:lnTo>
                  <a:lnTo>
                    <a:pt x="657" y="4171"/>
                  </a:lnTo>
                  <a:lnTo>
                    <a:pt x="696" y="4056"/>
                  </a:lnTo>
                  <a:lnTo>
                    <a:pt x="696" y="3940"/>
                  </a:lnTo>
                  <a:lnTo>
                    <a:pt x="734" y="3824"/>
                  </a:lnTo>
                  <a:lnTo>
                    <a:pt x="850" y="3631"/>
                  </a:lnTo>
                  <a:lnTo>
                    <a:pt x="1082" y="3438"/>
                  </a:lnTo>
                  <a:lnTo>
                    <a:pt x="1313" y="3245"/>
                  </a:lnTo>
                  <a:lnTo>
                    <a:pt x="1854" y="2936"/>
                  </a:lnTo>
                  <a:lnTo>
                    <a:pt x="2279" y="2704"/>
                  </a:lnTo>
                  <a:lnTo>
                    <a:pt x="3012" y="2356"/>
                  </a:lnTo>
                  <a:lnTo>
                    <a:pt x="3707" y="2009"/>
                  </a:lnTo>
                  <a:lnTo>
                    <a:pt x="4480" y="1700"/>
                  </a:lnTo>
                  <a:lnTo>
                    <a:pt x="5252" y="1430"/>
                  </a:lnTo>
                  <a:lnTo>
                    <a:pt x="6024" y="1198"/>
                  </a:lnTo>
                  <a:lnTo>
                    <a:pt x="6835" y="1005"/>
                  </a:lnTo>
                  <a:lnTo>
                    <a:pt x="7608" y="812"/>
                  </a:lnTo>
                  <a:lnTo>
                    <a:pt x="8418" y="696"/>
                  </a:lnTo>
                  <a:lnTo>
                    <a:pt x="9229" y="580"/>
                  </a:lnTo>
                  <a:lnTo>
                    <a:pt x="10040" y="542"/>
                  </a:lnTo>
                  <a:lnTo>
                    <a:pt x="10735" y="503"/>
                  </a:lnTo>
                  <a:lnTo>
                    <a:pt x="11160" y="464"/>
                  </a:lnTo>
                  <a:close/>
                  <a:moveTo>
                    <a:pt x="13477" y="1121"/>
                  </a:moveTo>
                  <a:lnTo>
                    <a:pt x="13631" y="1314"/>
                  </a:lnTo>
                  <a:lnTo>
                    <a:pt x="13709" y="1507"/>
                  </a:lnTo>
                  <a:lnTo>
                    <a:pt x="13747" y="1739"/>
                  </a:lnTo>
                  <a:lnTo>
                    <a:pt x="13709" y="2009"/>
                  </a:lnTo>
                  <a:lnTo>
                    <a:pt x="13631" y="2241"/>
                  </a:lnTo>
                  <a:lnTo>
                    <a:pt x="13516" y="2472"/>
                  </a:lnTo>
                  <a:lnTo>
                    <a:pt x="13400" y="2704"/>
                  </a:lnTo>
                  <a:lnTo>
                    <a:pt x="13207" y="2897"/>
                  </a:lnTo>
                  <a:lnTo>
                    <a:pt x="12859" y="3206"/>
                  </a:lnTo>
                  <a:lnTo>
                    <a:pt x="12473" y="3438"/>
                  </a:lnTo>
                  <a:lnTo>
                    <a:pt x="12048" y="3669"/>
                  </a:lnTo>
                  <a:lnTo>
                    <a:pt x="11624" y="3901"/>
                  </a:lnTo>
                  <a:lnTo>
                    <a:pt x="10658" y="4287"/>
                  </a:lnTo>
                  <a:lnTo>
                    <a:pt x="9731" y="4635"/>
                  </a:lnTo>
                  <a:lnTo>
                    <a:pt x="8766" y="4905"/>
                  </a:lnTo>
                  <a:lnTo>
                    <a:pt x="7762" y="5175"/>
                  </a:lnTo>
                  <a:lnTo>
                    <a:pt x="6758" y="5407"/>
                  </a:lnTo>
                  <a:lnTo>
                    <a:pt x="5754" y="5600"/>
                  </a:lnTo>
                  <a:lnTo>
                    <a:pt x="4711" y="5793"/>
                  </a:lnTo>
                  <a:lnTo>
                    <a:pt x="3707" y="5909"/>
                  </a:lnTo>
                  <a:lnTo>
                    <a:pt x="2781" y="5986"/>
                  </a:lnTo>
                  <a:lnTo>
                    <a:pt x="2279" y="5986"/>
                  </a:lnTo>
                  <a:lnTo>
                    <a:pt x="1815" y="5948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9"/>
                  </a:lnTo>
                  <a:lnTo>
                    <a:pt x="696" y="5484"/>
                  </a:lnTo>
                  <a:lnTo>
                    <a:pt x="502" y="5253"/>
                  </a:lnTo>
                  <a:lnTo>
                    <a:pt x="348" y="5021"/>
                  </a:lnTo>
                  <a:lnTo>
                    <a:pt x="309" y="4866"/>
                  </a:lnTo>
                  <a:lnTo>
                    <a:pt x="309" y="4751"/>
                  </a:lnTo>
                  <a:lnTo>
                    <a:pt x="309" y="4596"/>
                  </a:lnTo>
                  <a:lnTo>
                    <a:pt x="348" y="4442"/>
                  </a:lnTo>
                  <a:lnTo>
                    <a:pt x="541" y="4673"/>
                  </a:lnTo>
                  <a:lnTo>
                    <a:pt x="811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2" y="5214"/>
                  </a:lnTo>
                  <a:lnTo>
                    <a:pt x="1931" y="5253"/>
                  </a:lnTo>
                  <a:lnTo>
                    <a:pt x="2588" y="5330"/>
                  </a:lnTo>
                  <a:lnTo>
                    <a:pt x="3244" y="5291"/>
                  </a:lnTo>
                  <a:lnTo>
                    <a:pt x="3939" y="5253"/>
                  </a:lnTo>
                  <a:lnTo>
                    <a:pt x="5136" y="5059"/>
                  </a:lnTo>
                  <a:lnTo>
                    <a:pt x="6913" y="4789"/>
                  </a:lnTo>
                  <a:lnTo>
                    <a:pt x="7839" y="4596"/>
                  </a:lnTo>
                  <a:lnTo>
                    <a:pt x="8727" y="4403"/>
                  </a:lnTo>
                  <a:lnTo>
                    <a:pt x="9616" y="4133"/>
                  </a:lnTo>
                  <a:lnTo>
                    <a:pt x="10504" y="3862"/>
                  </a:lnTo>
                  <a:lnTo>
                    <a:pt x="11353" y="3515"/>
                  </a:lnTo>
                  <a:lnTo>
                    <a:pt x="12164" y="3129"/>
                  </a:lnTo>
                  <a:lnTo>
                    <a:pt x="12434" y="2974"/>
                  </a:lnTo>
                  <a:lnTo>
                    <a:pt x="12705" y="2820"/>
                  </a:lnTo>
                  <a:lnTo>
                    <a:pt x="12936" y="2588"/>
                  </a:lnTo>
                  <a:lnTo>
                    <a:pt x="13129" y="2395"/>
                  </a:lnTo>
                  <a:lnTo>
                    <a:pt x="13323" y="2125"/>
                  </a:lnTo>
                  <a:lnTo>
                    <a:pt x="13438" y="1854"/>
                  </a:lnTo>
                  <a:lnTo>
                    <a:pt x="13516" y="1584"/>
                  </a:lnTo>
                  <a:lnTo>
                    <a:pt x="13516" y="1237"/>
                  </a:lnTo>
                  <a:lnTo>
                    <a:pt x="13477" y="1121"/>
                  </a:lnTo>
                  <a:close/>
                  <a:moveTo>
                    <a:pt x="10658" y="1"/>
                  </a:moveTo>
                  <a:lnTo>
                    <a:pt x="9886" y="40"/>
                  </a:lnTo>
                  <a:lnTo>
                    <a:pt x="9114" y="117"/>
                  </a:lnTo>
                  <a:lnTo>
                    <a:pt x="8303" y="233"/>
                  </a:lnTo>
                  <a:lnTo>
                    <a:pt x="7530" y="348"/>
                  </a:lnTo>
                  <a:lnTo>
                    <a:pt x="6719" y="542"/>
                  </a:lnTo>
                  <a:lnTo>
                    <a:pt x="5909" y="735"/>
                  </a:lnTo>
                  <a:lnTo>
                    <a:pt x="5020" y="1005"/>
                  </a:lnTo>
                  <a:lnTo>
                    <a:pt x="4132" y="1352"/>
                  </a:lnTo>
                  <a:lnTo>
                    <a:pt x="3244" y="1700"/>
                  </a:lnTo>
                  <a:lnTo>
                    <a:pt x="2395" y="2125"/>
                  </a:lnTo>
                  <a:lnTo>
                    <a:pt x="1777" y="2434"/>
                  </a:lnTo>
                  <a:lnTo>
                    <a:pt x="1391" y="2627"/>
                  </a:lnTo>
                  <a:lnTo>
                    <a:pt x="1043" y="2858"/>
                  </a:lnTo>
                  <a:lnTo>
                    <a:pt x="696" y="3090"/>
                  </a:lnTo>
                  <a:lnTo>
                    <a:pt x="464" y="3399"/>
                  </a:lnTo>
                  <a:lnTo>
                    <a:pt x="348" y="3554"/>
                  </a:lnTo>
                  <a:lnTo>
                    <a:pt x="271" y="3708"/>
                  </a:lnTo>
                  <a:lnTo>
                    <a:pt x="232" y="3862"/>
                  </a:lnTo>
                  <a:lnTo>
                    <a:pt x="232" y="4056"/>
                  </a:lnTo>
                  <a:lnTo>
                    <a:pt x="194" y="4133"/>
                  </a:lnTo>
                  <a:lnTo>
                    <a:pt x="194" y="4171"/>
                  </a:lnTo>
                  <a:lnTo>
                    <a:pt x="116" y="4326"/>
                  </a:lnTo>
                  <a:lnTo>
                    <a:pt x="39" y="4480"/>
                  </a:lnTo>
                  <a:lnTo>
                    <a:pt x="0" y="4635"/>
                  </a:lnTo>
                  <a:lnTo>
                    <a:pt x="0" y="4789"/>
                  </a:lnTo>
                  <a:lnTo>
                    <a:pt x="39" y="5137"/>
                  </a:lnTo>
                  <a:lnTo>
                    <a:pt x="194" y="5446"/>
                  </a:lnTo>
                  <a:lnTo>
                    <a:pt x="348" y="5639"/>
                  </a:lnTo>
                  <a:lnTo>
                    <a:pt x="502" y="5832"/>
                  </a:lnTo>
                  <a:lnTo>
                    <a:pt x="696" y="5948"/>
                  </a:lnTo>
                  <a:lnTo>
                    <a:pt x="927" y="6063"/>
                  </a:lnTo>
                  <a:lnTo>
                    <a:pt x="966" y="6257"/>
                  </a:lnTo>
                  <a:lnTo>
                    <a:pt x="1275" y="6179"/>
                  </a:lnTo>
                  <a:lnTo>
                    <a:pt x="1313" y="6218"/>
                  </a:lnTo>
                  <a:lnTo>
                    <a:pt x="1313" y="6257"/>
                  </a:lnTo>
                  <a:lnTo>
                    <a:pt x="1352" y="6295"/>
                  </a:lnTo>
                  <a:lnTo>
                    <a:pt x="1468" y="6257"/>
                  </a:lnTo>
                  <a:lnTo>
                    <a:pt x="1815" y="6295"/>
                  </a:lnTo>
                  <a:lnTo>
                    <a:pt x="2395" y="6334"/>
                  </a:lnTo>
                  <a:lnTo>
                    <a:pt x="3012" y="6372"/>
                  </a:lnTo>
                  <a:lnTo>
                    <a:pt x="3592" y="6334"/>
                  </a:lnTo>
                  <a:lnTo>
                    <a:pt x="4171" y="6295"/>
                  </a:lnTo>
                  <a:lnTo>
                    <a:pt x="5368" y="6102"/>
                  </a:lnTo>
                  <a:lnTo>
                    <a:pt x="6565" y="5870"/>
                  </a:lnTo>
                  <a:lnTo>
                    <a:pt x="6758" y="5832"/>
                  </a:lnTo>
                  <a:lnTo>
                    <a:pt x="7994" y="5523"/>
                  </a:lnTo>
                  <a:lnTo>
                    <a:pt x="9036" y="5253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6" y="4133"/>
                  </a:lnTo>
                  <a:lnTo>
                    <a:pt x="12126" y="4249"/>
                  </a:lnTo>
                  <a:lnTo>
                    <a:pt x="12396" y="4287"/>
                  </a:lnTo>
                  <a:lnTo>
                    <a:pt x="12782" y="4712"/>
                  </a:lnTo>
                  <a:lnTo>
                    <a:pt x="13014" y="4519"/>
                  </a:lnTo>
                  <a:lnTo>
                    <a:pt x="12434" y="3940"/>
                  </a:lnTo>
                  <a:lnTo>
                    <a:pt x="12898" y="3669"/>
                  </a:lnTo>
                  <a:lnTo>
                    <a:pt x="13361" y="3322"/>
                  </a:lnTo>
                  <a:lnTo>
                    <a:pt x="13631" y="3052"/>
                  </a:lnTo>
                  <a:lnTo>
                    <a:pt x="13825" y="2704"/>
                  </a:lnTo>
                  <a:lnTo>
                    <a:pt x="14133" y="2627"/>
                  </a:lnTo>
                  <a:lnTo>
                    <a:pt x="14018" y="2318"/>
                  </a:lnTo>
                  <a:lnTo>
                    <a:pt x="14095" y="2009"/>
                  </a:lnTo>
                  <a:lnTo>
                    <a:pt x="14133" y="1739"/>
                  </a:lnTo>
                  <a:lnTo>
                    <a:pt x="14095" y="1468"/>
                  </a:lnTo>
                  <a:lnTo>
                    <a:pt x="14018" y="1237"/>
                  </a:lnTo>
                  <a:lnTo>
                    <a:pt x="13902" y="1005"/>
                  </a:lnTo>
                  <a:lnTo>
                    <a:pt x="13747" y="812"/>
                  </a:lnTo>
                  <a:lnTo>
                    <a:pt x="13477" y="619"/>
                  </a:lnTo>
                  <a:lnTo>
                    <a:pt x="13168" y="503"/>
                  </a:lnTo>
                  <a:lnTo>
                    <a:pt x="13091" y="503"/>
                  </a:lnTo>
                  <a:lnTo>
                    <a:pt x="12898" y="387"/>
                  </a:lnTo>
                  <a:lnTo>
                    <a:pt x="12666" y="271"/>
                  </a:lnTo>
                  <a:lnTo>
                    <a:pt x="12434" y="155"/>
                  </a:lnTo>
                  <a:lnTo>
                    <a:pt x="12203" y="117"/>
                  </a:lnTo>
                  <a:lnTo>
                    <a:pt x="11817" y="40"/>
                  </a:lnTo>
                  <a:lnTo>
                    <a:pt x="1143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3" name="Google Shape;5003;p21"/>
            <p:cNvSpPr/>
            <p:nvPr/>
          </p:nvSpPr>
          <p:spPr>
            <a:xfrm>
              <a:off x="2687250" y="1806675"/>
              <a:ext cx="449900" cy="337900"/>
            </a:xfrm>
            <a:custGeom>
              <a:avLst/>
              <a:gdLst/>
              <a:ahLst/>
              <a:cxnLst/>
              <a:rect l="l" t="t" r="r" b="b"/>
              <a:pathLst>
                <a:path w="17996" h="13516" extrusionOk="0">
                  <a:moveTo>
                    <a:pt x="15794" y="386"/>
                  </a:moveTo>
                  <a:lnTo>
                    <a:pt x="15872" y="425"/>
                  </a:lnTo>
                  <a:lnTo>
                    <a:pt x="15949" y="464"/>
                  </a:lnTo>
                  <a:lnTo>
                    <a:pt x="16103" y="657"/>
                  </a:lnTo>
                  <a:lnTo>
                    <a:pt x="16181" y="850"/>
                  </a:lnTo>
                  <a:lnTo>
                    <a:pt x="16258" y="1043"/>
                  </a:lnTo>
                  <a:lnTo>
                    <a:pt x="16219" y="1236"/>
                  </a:lnTo>
                  <a:lnTo>
                    <a:pt x="16181" y="1468"/>
                  </a:lnTo>
                  <a:lnTo>
                    <a:pt x="15987" y="1892"/>
                  </a:lnTo>
                  <a:lnTo>
                    <a:pt x="15833" y="2163"/>
                  </a:lnTo>
                  <a:lnTo>
                    <a:pt x="15601" y="2433"/>
                  </a:lnTo>
                  <a:lnTo>
                    <a:pt x="15370" y="2665"/>
                  </a:lnTo>
                  <a:lnTo>
                    <a:pt x="15099" y="2896"/>
                  </a:lnTo>
                  <a:lnTo>
                    <a:pt x="14983" y="2279"/>
                  </a:lnTo>
                  <a:lnTo>
                    <a:pt x="14945" y="1970"/>
                  </a:lnTo>
                  <a:lnTo>
                    <a:pt x="14906" y="1699"/>
                  </a:lnTo>
                  <a:lnTo>
                    <a:pt x="14945" y="1390"/>
                  </a:lnTo>
                  <a:lnTo>
                    <a:pt x="15022" y="1120"/>
                  </a:lnTo>
                  <a:lnTo>
                    <a:pt x="15138" y="850"/>
                  </a:lnTo>
                  <a:lnTo>
                    <a:pt x="15331" y="618"/>
                  </a:lnTo>
                  <a:lnTo>
                    <a:pt x="15563" y="464"/>
                  </a:lnTo>
                  <a:lnTo>
                    <a:pt x="15679" y="386"/>
                  </a:lnTo>
                  <a:close/>
                  <a:moveTo>
                    <a:pt x="14481" y="3437"/>
                  </a:moveTo>
                  <a:lnTo>
                    <a:pt x="14443" y="3591"/>
                  </a:lnTo>
                  <a:lnTo>
                    <a:pt x="14134" y="3939"/>
                  </a:lnTo>
                  <a:lnTo>
                    <a:pt x="13786" y="4287"/>
                  </a:lnTo>
                  <a:lnTo>
                    <a:pt x="13593" y="4441"/>
                  </a:lnTo>
                  <a:lnTo>
                    <a:pt x="13362" y="4595"/>
                  </a:lnTo>
                  <a:lnTo>
                    <a:pt x="13091" y="4711"/>
                  </a:lnTo>
                  <a:lnTo>
                    <a:pt x="12782" y="4750"/>
                  </a:lnTo>
                  <a:lnTo>
                    <a:pt x="12667" y="4789"/>
                  </a:lnTo>
                  <a:lnTo>
                    <a:pt x="12589" y="4750"/>
                  </a:lnTo>
                  <a:lnTo>
                    <a:pt x="12551" y="4673"/>
                  </a:lnTo>
                  <a:lnTo>
                    <a:pt x="12512" y="4518"/>
                  </a:lnTo>
                  <a:lnTo>
                    <a:pt x="12474" y="4287"/>
                  </a:lnTo>
                  <a:lnTo>
                    <a:pt x="12512" y="4171"/>
                  </a:lnTo>
                  <a:lnTo>
                    <a:pt x="12628" y="4055"/>
                  </a:lnTo>
                  <a:lnTo>
                    <a:pt x="12821" y="3900"/>
                  </a:lnTo>
                  <a:lnTo>
                    <a:pt x="13091" y="3746"/>
                  </a:lnTo>
                  <a:lnTo>
                    <a:pt x="13362" y="3591"/>
                  </a:lnTo>
                  <a:lnTo>
                    <a:pt x="13632" y="3514"/>
                  </a:lnTo>
                  <a:lnTo>
                    <a:pt x="13941" y="3437"/>
                  </a:lnTo>
                  <a:close/>
                  <a:moveTo>
                    <a:pt x="15061" y="3514"/>
                  </a:moveTo>
                  <a:lnTo>
                    <a:pt x="15717" y="3553"/>
                  </a:lnTo>
                  <a:lnTo>
                    <a:pt x="16065" y="3591"/>
                  </a:lnTo>
                  <a:lnTo>
                    <a:pt x="16412" y="3630"/>
                  </a:lnTo>
                  <a:lnTo>
                    <a:pt x="16721" y="3707"/>
                  </a:lnTo>
                  <a:lnTo>
                    <a:pt x="17030" y="3823"/>
                  </a:lnTo>
                  <a:lnTo>
                    <a:pt x="17262" y="4016"/>
                  </a:lnTo>
                  <a:lnTo>
                    <a:pt x="17378" y="4171"/>
                  </a:lnTo>
                  <a:lnTo>
                    <a:pt x="17493" y="4287"/>
                  </a:lnTo>
                  <a:lnTo>
                    <a:pt x="17571" y="4480"/>
                  </a:lnTo>
                  <a:lnTo>
                    <a:pt x="17571" y="4634"/>
                  </a:lnTo>
                  <a:lnTo>
                    <a:pt x="17493" y="4789"/>
                  </a:lnTo>
                  <a:lnTo>
                    <a:pt x="17378" y="4904"/>
                  </a:lnTo>
                  <a:lnTo>
                    <a:pt x="17262" y="4982"/>
                  </a:lnTo>
                  <a:lnTo>
                    <a:pt x="17069" y="5020"/>
                  </a:lnTo>
                  <a:lnTo>
                    <a:pt x="16914" y="4982"/>
                  </a:lnTo>
                  <a:lnTo>
                    <a:pt x="16721" y="4943"/>
                  </a:lnTo>
                  <a:lnTo>
                    <a:pt x="16335" y="4750"/>
                  </a:lnTo>
                  <a:lnTo>
                    <a:pt x="15987" y="4518"/>
                  </a:lnTo>
                  <a:lnTo>
                    <a:pt x="15717" y="4287"/>
                  </a:lnTo>
                  <a:lnTo>
                    <a:pt x="15485" y="4055"/>
                  </a:lnTo>
                  <a:lnTo>
                    <a:pt x="15254" y="3785"/>
                  </a:lnTo>
                  <a:lnTo>
                    <a:pt x="15061" y="3514"/>
                  </a:lnTo>
                  <a:close/>
                  <a:moveTo>
                    <a:pt x="4866" y="3128"/>
                  </a:moveTo>
                  <a:lnTo>
                    <a:pt x="5484" y="3167"/>
                  </a:lnTo>
                  <a:lnTo>
                    <a:pt x="6102" y="3283"/>
                  </a:lnTo>
                  <a:lnTo>
                    <a:pt x="6681" y="3514"/>
                  </a:lnTo>
                  <a:lnTo>
                    <a:pt x="7145" y="3707"/>
                  </a:lnTo>
                  <a:lnTo>
                    <a:pt x="7569" y="3978"/>
                  </a:lnTo>
                  <a:lnTo>
                    <a:pt x="7994" y="4248"/>
                  </a:lnTo>
                  <a:lnTo>
                    <a:pt x="8380" y="4557"/>
                  </a:lnTo>
                  <a:lnTo>
                    <a:pt x="9153" y="5213"/>
                  </a:lnTo>
                  <a:lnTo>
                    <a:pt x="9925" y="5908"/>
                  </a:lnTo>
                  <a:lnTo>
                    <a:pt x="10234" y="6179"/>
                  </a:lnTo>
                  <a:lnTo>
                    <a:pt x="10581" y="6410"/>
                  </a:lnTo>
                  <a:lnTo>
                    <a:pt x="10968" y="6642"/>
                  </a:lnTo>
                  <a:lnTo>
                    <a:pt x="11354" y="6797"/>
                  </a:lnTo>
                  <a:lnTo>
                    <a:pt x="11740" y="6874"/>
                  </a:lnTo>
                  <a:lnTo>
                    <a:pt x="12165" y="6912"/>
                  </a:lnTo>
                  <a:lnTo>
                    <a:pt x="12589" y="6874"/>
                  </a:lnTo>
                  <a:lnTo>
                    <a:pt x="13014" y="6719"/>
                  </a:lnTo>
                  <a:lnTo>
                    <a:pt x="13323" y="6565"/>
                  </a:lnTo>
                  <a:lnTo>
                    <a:pt x="13593" y="6372"/>
                  </a:lnTo>
                  <a:lnTo>
                    <a:pt x="13825" y="6179"/>
                  </a:lnTo>
                  <a:lnTo>
                    <a:pt x="14018" y="5947"/>
                  </a:lnTo>
                  <a:lnTo>
                    <a:pt x="14211" y="5677"/>
                  </a:lnTo>
                  <a:lnTo>
                    <a:pt x="14366" y="5406"/>
                  </a:lnTo>
                  <a:lnTo>
                    <a:pt x="14520" y="5097"/>
                  </a:lnTo>
                  <a:lnTo>
                    <a:pt x="14636" y="4789"/>
                  </a:lnTo>
                  <a:lnTo>
                    <a:pt x="14559" y="5638"/>
                  </a:lnTo>
                  <a:lnTo>
                    <a:pt x="14404" y="6449"/>
                  </a:lnTo>
                  <a:lnTo>
                    <a:pt x="14211" y="7221"/>
                  </a:lnTo>
                  <a:lnTo>
                    <a:pt x="13941" y="7994"/>
                  </a:lnTo>
                  <a:lnTo>
                    <a:pt x="13593" y="8727"/>
                  </a:lnTo>
                  <a:lnTo>
                    <a:pt x="13169" y="9422"/>
                  </a:lnTo>
                  <a:lnTo>
                    <a:pt x="12667" y="10117"/>
                  </a:lnTo>
                  <a:lnTo>
                    <a:pt x="12087" y="10735"/>
                  </a:lnTo>
                  <a:lnTo>
                    <a:pt x="11624" y="11160"/>
                  </a:lnTo>
                  <a:lnTo>
                    <a:pt x="11199" y="11546"/>
                  </a:lnTo>
                  <a:lnTo>
                    <a:pt x="10697" y="11855"/>
                  </a:lnTo>
                  <a:lnTo>
                    <a:pt x="10195" y="12164"/>
                  </a:lnTo>
                  <a:lnTo>
                    <a:pt x="9693" y="12396"/>
                  </a:lnTo>
                  <a:lnTo>
                    <a:pt x="9153" y="12627"/>
                  </a:lnTo>
                  <a:lnTo>
                    <a:pt x="8612" y="12782"/>
                  </a:lnTo>
                  <a:lnTo>
                    <a:pt x="8071" y="12898"/>
                  </a:lnTo>
                  <a:lnTo>
                    <a:pt x="7531" y="12975"/>
                  </a:lnTo>
                  <a:lnTo>
                    <a:pt x="6990" y="13014"/>
                  </a:lnTo>
                  <a:lnTo>
                    <a:pt x="6411" y="12975"/>
                  </a:lnTo>
                  <a:lnTo>
                    <a:pt x="5870" y="12898"/>
                  </a:lnTo>
                  <a:lnTo>
                    <a:pt x="5291" y="12782"/>
                  </a:lnTo>
                  <a:lnTo>
                    <a:pt x="4751" y="12627"/>
                  </a:lnTo>
                  <a:lnTo>
                    <a:pt x="4171" y="12396"/>
                  </a:lnTo>
                  <a:lnTo>
                    <a:pt x="3631" y="12125"/>
                  </a:lnTo>
                  <a:lnTo>
                    <a:pt x="3090" y="11816"/>
                  </a:lnTo>
                  <a:lnTo>
                    <a:pt x="2588" y="11469"/>
                  </a:lnTo>
                  <a:lnTo>
                    <a:pt x="2125" y="11044"/>
                  </a:lnTo>
                  <a:lnTo>
                    <a:pt x="1700" y="10581"/>
                  </a:lnTo>
                  <a:lnTo>
                    <a:pt x="1314" y="10117"/>
                  </a:lnTo>
                  <a:lnTo>
                    <a:pt x="966" y="9577"/>
                  </a:lnTo>
                  <a:lnTo>
                    <a:pt x="696" y="8998"/>
                  </a:lnTo>
                  <a:lnTo>
                    <a:pt x="542" y="8418"/>
                  </a:lnTo>
                  <a:lnTo>
                    <a:pt x="426" y="7801"/>
                  </a:lnTo>
                  <a:lnTo>
                    <a:pt x="426" y="7221"/>
                  </a:lnTo>
                  <a:lnTo>
                    <a:pt x="503" y="6603"/>
                  </a:lnTo>
                  <a:lnTo>
                    <a:pt x="696" y="6024"/>
                  </a:lnTo>
                  <a:lnTo>
                    <a:pt x="928" y="5484"/>
                  </a:lnTo>
                  <a:lnTo>
                    <a:pt x="1237" y="4943"/>
                  </a:lnTo>
                  <a:lnTo>
                    <a:pt x="1623" y="4480"/>
                  </a:lnTo>
                  <a:lnTo>
                    <a:pt x="2048" y="4055"/>
                  </a:lnTo>
                  <a:lnTo>
                    <a:pt x="2588" y="3707"/>
                  </a:lnTo>
                  <a:lnTo>
                    <a:pt x="3129" y="3437"/>
                  </a:lnTo>
                  <a:lnTo>
                    <a:pt x="3708" y="3244"/>
                  </a:lnTo>
                  <a:lnTo>
                    <a:pt x="4287" y="3167"/>
                  </a:lnTo>
                  <a:lnTo>
                    <a:pt x="4866" y="3128"/>
                  </a:lnTo>
                  <a:close/>
                  <a:moveTo>
                    <a:pt x="15717" y="0"/>
                  </a:moveTo>
                  <a:lnTo>
                    <a:pt x="15524" y="39"/>
                  </a:lnTo>
                  <a:lnTo>
                    <a:pt x="15331" y="155"/>
                  </a:lnTo>
                  <a:lnTo>
                    <a:pt x="15138" y="271"/>
                  </a:lnTo>
                  <a:lnTo>
                    <a:pt x="14983" y="464"/>
                  </a:lnTo>
                  <a:lnTo>
                    <a:pt x="14829" y="618"/>
                  </a:lnTo>
                  <a:lnTo>
                    <a:pt x="14713" y="850"/>
                  </a:lnTo>
                  <a:lnTo>
                    <a:pt x="14636" y="1043"/>
                  </a:lnTo>
                  <a:lnTo>
                    <a:pt x="14597" y="1275"/>
                  </a:lnTo>
                  <a:lnTo>
                    <a:pt x="14559" y="1545"/>
                  </a:lnTo>
                  <a:lnTo>
                    <a:pt x="14520" y="2047"/>
                  </a:lnTo>
                  <a:lnTo>
                    <a:pt x="14597" y="2588"/>
                  </a:lnTo>
                  <a:lnTo>
                    <a:pt x="14752" y="3090"/>
                  </a:lnTo>
                  <a:lnTo>
                    <a:pt x="14713" y="3128"/>
                  </a:lnTo>
                  <a:lnTo>
                    <a:pt x="14675" y="3167"/>
                  </a:lnTo>
                  <a:lnTo>
                    <a:pt x="14636" y="3205"/>
                  </a:lnTo>
                  <a:lnTo>
                    <a:pt x="14173" y="3128"/>
                  </a:lnTo>
                  <a:lnTo>
                    <a:pt x="13709" y="3167"/>
                  </a:lnTo>
                  <a:lnTo>
                    <a:pt x="13246" y="3283"/>
                  </a:lnTo>
                  <a:lnTo>
                    <a:pt x="12821" y="3476"/>
                  </a:lnTo>
                  <a:lnTo>
                    <a:pt x="12512" y="3669"/>
                  </a:lnTo>
                  <a:lnTo>
                    <a:pt x="12358" y="3785"/>
                  </a:lnTo>
                  <a:lnTo>
                    <a:pt x="12203" y="3939"/>
                  </a:lnTo>
                  <a:lnTo>
                    <a:pt x="12049" y="4132"/>
                  </a:lnTo>
                  <a:lnTo>
                    <a:pt x="11972" y="4287"/>
                  </a:lnTo>
                  <a:lnTo>
                    <a:pt x="11933" y="4480"/>
                  </a:lnTo>
                  <a:lnTo>
                    <a:pt x="11933" y="4673"/>
                  </a:lnTo>
                  <a:lnTo>
                    <a:pt x="12010" y="4866"/>
                  </a:lnTo>
                  <a:lnTo>
                    <a:pt x="12126" y="5020"/>
                  </a:lnTo>
                  <a:lnTo>
                    <a:pt x="12280" y="5097"/>
                  </a:lnTo>
                  <a:lnTo>
                    <a:pt x="12435" y="5136"/>
                  </a:lnTo>
                  <a:lnTo>
                    <a:pt x="12628" y="5175"/>
                  </a:lnTo>
                  <a:lnTo>
                    <a:pt x="12821" y="5136"/>
                  </a:lnTo>
                  <a:lnTo>
                    <a:pt x="13207" y="5059"/>
                  </a:lnTo>
                  <a:lnTo>
                    <a:pt x="13516" y="4904"/>
                  </a:lnTo>
                  <a:lnTo>
                    <a:pt x="13825" y="4711"/>
                  </a:lnTo>
                  <a:lnTo>
                    <a:pt x="14095" y="4480"/>
                  </a:lnTo>
                  <a:lnTo>
                    <a:pt x="14366" y="4248"/>
                  </a:lnTo>
                  <a:lnTo>
                    <a:pt x="14211" y="4711"/>
                  </a:lnTo>
                  <a:lnTo>
                    <a:pt x="14018" y="5175"/>
                  </a:lnTo>
                  <a:lnTo>
                    <a:pt x="13864" y="5406"/>
                  </a:lnTo>
                  <a:lnTo>
                    <a:pt x="13709" y="5599"/>
                  </a:lnTo>
                  <a:lnTo>
                    <a:pt x="13555" y="5793"/>
                  </a:lnTo>
                  <a:lnTo>
                    <a:pt x="13362" y="5947"/>
                  </a:lnTo>
                  <a:lnTo>
                    <a:pt x="13053" y="6179"/>
                  </a:lnTo>
                  <a:lnTo>
                    <a:pt x="12705" y="6333"/>
                  </a:lnTo>
                  <a:lnTo>
                    <a:pt x="12358" y="6410"/>
                  </a:lnTo>
                  <a:lnTo>
                    <a:pt x="12010" y="6410"/>
                  </a:lnTo>
                  <a:lnTo>
                    <a:pt x="11663" y="6372"/>
                  </a:lnTo>
                  <a:lnTo>
                    <a:pt x="11315" y="6256"/>
                  </a:lnTo>
                  <a:lnTo>
                    <a:pt x="10968" y="6101"/>
                  </a:lnTo>
                  <a:lnTo>
                    <a:pt x="10659" y="5870"/>
                  </a:lnTo>
                  <a:lnTo>
                    <a:pt x="10234" y="5561"/>
                  </a:lnTo>
                  <a:lnTo>
                    <a:pt x="9809" y="5213"/>
                  </a:lnTo>
                  <a:lnTo>
                    <a:pt x="9037" y="4480"/>
                  </a:lnTo>
                  <a:lnTo>
                    <a:pt x="8651" y="4132"/>
                  </a:lnTo>
                  <a:lnTo>
                    <a:pt x="8226" y="3823"/>
                  </a:lnTo>
                  <a:lnTo>
                    <a:pt x="7801" y="3514"/>
                  </a:lnTo>
                  <a:lnTo>
                    <a:pt x="7299" y="3244"/>
                  </a:lnTo>
                  <a:lnTo>
                    <a:pt x="6720" y="3012"/>
                  </a:lnTo>
                  <a:lnTo>
                    <a:pt x="6102" y="2819"/>
                  </a:lnTo>
                  <a:lnTo>
                    <a:pt x="5523" y="2742"/>
                  </a:lnTo>
                  <a:lnTo>
                    <a:pt x="4905" y="2703"/>
                  </a:lnTo>
                  <a:lnTo>
                    <a:pt x="4287" y="2703"/>
                  </a:lnTo>
                  <a:lnTo>
                    <a:pt x="3708" y="2819"/>
                  </a:lnTo>
                  <a:lnTo>
                    <a:pt x="3129" y="2974"/>
                  </a:lnTo>
                  <a:lnTo>
                    <a:pt x="2549" y="3205"/>
                  </a:lnTo>
                  <a:lnTo>
                    <a:pt x="2318" y="3360"/>
                  </a:lnTo>
                  <a:lnTo>
                    <a:pt x="2009" y="3553"/>
                  </a:lnTo>
                  <a:lnTo>
                    <a:pt x="1700" y="3785"/>
                  </a:lnTo>
                  <a:lnTo>
                    <a:pt x="1430" y="4016"/>
                  </a:lnTo>
                  <a:lnTo>
                    <a:pt x="1159" y="4325"/>
                  </a:lnTo>
                  <a:lnTo>
                    <a:pt x="928" y="4595"/>
                  </a:lnTo>
                  <a:lnTo>
                    <a:pt x="696" y="4943"/>
                  </a:lnTo>
                  <a:lnTo>
                    <a:pt x="503" y="5291"/>
                  </a:lnTo>
                  <a:lnTo>
                    <a:pt x="348" y="5677"/>
                  </a:lnTo>
                  <a:lnTo>
                    <a:pt x="155" y="6217"/>
                  </a:lnTo>
                  <a:lnTo>
                    <a:pt x="40" y="6758"/>
                  </a:lnTo>
                  <a:lnTo>
                    <a:pt x="1" y="7299"/>
                  </a:lnTo>
                  <a:lnTo>
                    <a:pt x="1" y="7801"/>
                  </a:lnTo>
                  <a:lnTo>
                    <a:pt x="78" y="8303"/>
                  </a:lnTo>
                  <a:lnTo>
                    <a:pt x="194" y="8804"/>
                  </a:lnTo>
                  <a:lnTo>
                    <a:pt x="387" y="9306"/>
                  </a:lnTo>
                  <a:lnTo>
                    <a:pt x="580" y="9770"/>
                  </a:lnTo>
                  <a:lnTo>
                    <a:pt x="850" y="10195"/>
                  </a:lnTo>
                  <a:lnTo>
                    <a:pt x="1159" y="10658"/>
                  </a:lnTo>
                  <a:lnTo>
                    <a:pt x="1507" y="11044"/>
                  </a:lnTo>
                  <a:lnTo>
                    <a:pt x="1893" y="11430"/>
                  </a:lnTo>
                  <a:lnTo>
                    <a:pt x="2279" y="11778"/>
                  </a:lnTo>
                  <a:lnTo>
                    <a:pt x="2704" y="12125"/>
                  </a:lnTo>
                  <a:lnTo>
                    <a:pt x="3167" y="12396"/>
                  </a:lnTo>
                  <a:lnTo>
                    <a:pt x="3631" y="12666"/>
                  </a:lnTo>
                  <a:lnTo>
                    <a:pt x="4249" y="12975"/>
                  </a:lnTo>
                  <a:lnTo>
                    <a:pt x="4866" y="13168"/>
                  </a:lnTo>
                  <a:lnTo>
                    <a:pt x="5484" y="13361"/>
                  </a:lnTo>
                  <a:lnTo>
                    <a:pt x="6141" y="13438"/>
                  </a:lnTo>
                  <a:lnTo>
                    <a:pt x="6759" y="13515"/>
                  </a:lnTo>
                  <a:lnTo>
                    <a:pt x="7376" y="13477"/>
                  </a:lnTo>
                  <a:lnTo>
                    <a:pt x="7994" y="13438"/>
                  </a:lnTo>
                  <a:lnTo>
                    <a:pt x="8612" y="13284"/>
                  </a:lnTo>
                  <a:lnTo>
                    <a:pt x="8728" y="13438"/>
                  </a:lnTo>
                  <a:lnTo>
                    <a:pt x="8998" y="13207"/>
                  </a:lnTo>
                  <a:lnTo>
                    <a:pt x="9770" y="12898"/>
                  </a:lnTo>
                  <a:lnTo>
                    <a:pt x="10504" y="12550"/>
                  </a:lnTo>
                  <a:lnTo>
                    <a:pt x="11238" y="12087"/>
                  </a:lnTo>
                  <a:lnTo>
                    <a:pt x="11933" y="11546"/>
                  </a:lnTo>
                  <a:lnTo>
                    <a:pt x="12474" y="11044"/>
                  </a:lnTo>
                  <a:lnTo>
                    <a:pt x="13014" y="10426"/>
                  </a:lnTo>
                  <a:lnTo>
                    <a:pt x="13246" y="10195"/>
                  </a:lnTo>
                  <a:lnTo>
                    <a:pt x="13207" y="10156"/>
                  </a:lnTo>
                  <a:lnTo>
                    <a:pt x="13709" y="9461"/>
                  </a:lnTo>
                  <a:lnTo>
                    <a:pt x="14134" y="8727"/>
                  </a:lnTo>
                  <a:lnTo>
                    <a:pt x="14481" y="7955"/>
                  </a:lnTo>
                  <a:lnTo>
                    <a:pt x="14752" y="7183"/>
                  </a:lnTo>
                  <a:lnTo>
                    <a:pt x="14945" y="6333"/>
                  </a:lnTo>
                  <a:lnTo>
                    <a:pt x="15022" y="5947"/>
                  </a:lnTo>
                  <a:lnTo>
                    <a:pt x="15061" y="5522"/>
                  </a:lnTo>
                  <a:lnTo>
                    <a:pt x="15061" y="5097"/>
                  </a:lnTo>
                  <a:lnTo>
                    <a:pt x="15061" y="4673"/>
                  </a:lnTo>
                  <a:lnTo>
                    <a:pt x="15022" y="4248"/>
                  </a:lnTo>
                  <a:lnTo>
                    <a:pt x="14945" y="3862"/>
                  </a:lnTo>
                  <a:lnTo>
                    <a:pt x="15215" y="4248"/>
                  </a:lnTo>
                  <a:lnTo>
                    <a:pt x="15563" y="4595"/>
                  </a:lnTo>
                  <a:lnTo>
                    <a:pt x="15949" y="4943"/>
                  </a:lnTo>
                  <a:lnTo>
                    <a:pt x="16374" y="5213"/>
                  </a:lnTo>
                  <a:lnTo>
                    <a:pt x="16567" y="5291"/>
                  </a:lnTo>
                  <a:lnTo>
                    <a:pt x="16798" y="5368"/>
                  </a:lnTo>
                  <a:lnTo>
                    <a:pt x="17030" y="5445"/>
                  </a:lnTo>
                  <a:lnTo>
                    <a:pt x="17262" y="5445"/>
                  </a:lnTo>
                  <a:lnTo>
                    <a:pt x="17493" y="5406"/>
                  </a:lnTo>
                  <a:lnTo>
                    <a:pt x="17687" y="5329"/>
                  </a:lnTo>
                  <a:lnTo>
                    <a:pt x="17841" y="5175"/>
                  </a:lnTo>
                  <a:lnTo>
                    <a:pt x="17957" y="4982"/>
                  </a:lnTo>
                  <a:lnTo>
                    <a:pt x="17995" y="4750"/>
                  </a:lnTo>
                  <a:lnTo>
                    <a:pt x="17995" y="4557"/>
                  </a:lnTo>
                  <a:lnTo>
                    <a:pt x="17957" y="4325"/>
                  </a:lnTo>
                  <a:lnTo>
                    <a:pt x="17841" y="4132"/>
                  </a:lnTo>
                  <a:lnTo>
                    <a:pt x="17725" y="3978"/>
                  </a:lnTo>
                  <a:lnTo>
                    <a:pt x="17571" y="3785"/>
                  </a:lnTo>
                  <a:lnTo>
                    <a:pt x="17416" y="3669"/>
                  </a:lnTo>
                  <a:lnTo>
                    <a:pt x="17262" y="3553"/>
                  </a:lnTo>
                  <a:lnTo>
                    <a:pt x="17030" y="3437"/>
                  </a:lnTo>
                  <a:lnTo>
                    <a:pt x="16798" y="3321"/>
                  </a:lnTo>
                  <a:lnTo>
                    <a:pt x="16296" y="3205"/>
                  </a:lnTo>
                  <a:lnTo>
                    <a:pt x="15794" y="3128"/>
                  </a:lnTo>
                  <a:lnTo>
                    <a:pt x="15254" y="3128"/>
                  </a:lnTo>
                  <a:lnTo>
                    <a:pt x="15679" y="2858"/>
                  </a:lnTo>
                  <a:lnTo>
                    <a:pt x="16026" y="2510"/>
                  </a:lnTo>
                  <a:lnTo>
                    <a:pt x="16296" y="2124"/>
                  </a:lnTo>
                  <a:lnTo>
                    <a:pt x="16528" y="1661"/>
                  </a:lnTo>
                  <a:lnTo>
                    <a:pt x="16567" y="1429"/>
                  </a:lnTo>
                  <a:lnTo>
                    <a:pt x="16605" y="1197"/>
                  </a:lnTo>
                  <a:lnTo>
                    <a:pt x="16644" y="927"/>
                  </a:lnTo>
                  <a:lnTo>
                    <a:pt x="16605" y="657"/>
                  </a:lnTo>
                  <a:lnTo>
                    <a:pt x="16528" y="425"/>
                  </a:lnTo>
                  <a:lnTo>
                    <a:pt x="16412" y="232"/>
                  </a:lnTo>
                  <a:lnTo>
                    <a:pt x="16219" y="78"/>
                  </a:lnTo>
                  <a:lnTo>
                    <a:pt x="16103" y="39"/>
                  </a:lnTo>
                  <a:lnTo>
                    <a:pt x="1594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4" name="Google Shape;5004;p21"/>
            <p:cNvSpPr/>
            <p:nvPr/>
          </p:nvSpPr>
          <p:spPr>
            <a:xfrm>
              <a:off x="4737700" y="1812475"/>
              <a:ext cx="353350" cy="159300"/>
            </a:xfrm>
            <a:custGeom>
              <a:avLst/>
              <a:gdLst/>
              <a:ahLst/>
              <a:cxnLst/>
              <a:rect l="l" t="t" r="r" b="b"/>
              <a:pathLst>
                <a:path w="14134" h="6372" extrusionOk="0">
                  <a:moveTo>
                    <a:pt x="11161" y="463"/>
                  </a:moveTo>
                  <a:lnTo>
                    <a:pt x="11624" y="502"/>
                  </a:lnTo>
                  <a:lnTo>
                    <a:pt x="12049" y="541"/>
                  </a:lnTo>
                  <a:lnTo>
                    <a:pt x="12435" y="656"/>
                  </a:lnTo>
                  <a:lnTo>
                    <a:pt x="12628" y="734"/>
                  </a:lnTo>
                  <a:lnTo>
                    <a:pt x="12744" y="811"/>
                  </a:lnTo>
                  <a:lnTo>
                    <a:pt x="12860" y="965"/>
                  </a:lnTo>
                  <a:lnTo>
                    <a:pt x="12937" y="1081"/>
                  </a:lnTo>
                  <a:lnTo>
                    <a:pt x="12975" y="1313"/>
                  </a:lnTo>
                  <a:lnTo>
                    <a:pt x="12975" y="1506"/>
                  </a:lnTo>
                  <a:lnTo>
                    <a:pt x="12937" y="1699"/>
                  </a:lnTo>
                  <a:lnTo>
                    <a:pt x="12821" y="1892"/>
                  </a:lnTo>
                  <a:lnTo>
                    <a:pt x="12705" y="2085"/>
                  </a:lnTo>
                  <a:lnTo>
                    <a:pt x="12589" y="2240"/>
                  </a:lnTo>
                  <a:lnTo>
                    <a:pt x="12242" y="2471"/>
                  </a:lnTo>
                  <a:lnTo>
                    <a:pt x="11817" y="2742"/>
                  </a:lnTo>
                  <a:lnTo>
                    <a:pt x="11392" y="2935"/>
                  </a:lnTo>
                  <a:lnTo>
                    <a:pt x="10659" y="3205"/>
                  </a:lnTo>
                  <a:lnTo>
                    <a:pt x="9925" y="3437"/>
                  </a:lnTo>
                  <a:lnTo>
                    <a:pt x="9153" y="3707"/>
                  </a:lnTo>
                  <a:lnTo>
                    <a:pt x="8380" y="3900"/>
                  </a:lnTo>
                  <a:lnTo>
                    <a:pt x="7608" y="4093"/>
                  </a:lnTo>
                  <a:lnTo>
                    <a:pt x="6797" y="4286"/>
                  </a:lnTo>
                  <a:lnTo>
                    <a:pt x="5909" y="4441"/>
                  </a:lnTo>
                  <a:lnTo>
                    <a:pt x="5021" y="4595"/>
                  </a:lnTo>
                  <a:lnTo>
                    <a:pt x="4133" y="4711"/>
                  </a:lnTo>
                  <a:lnTo>
                    <a:pt x="3245" y="4788"/>
                  </a:lnTo>
                  <a:lnTo>
                    <a:pt x="2202" y="4788"/>
                  </a:lnTo>
                  <a:lnTo>
                    <a:pt x="1854" y="4750"/>
                  </a:lnTo>
                  <a:lnTo>
                    <a:pt x="1507" y="4672"/>
                  </a:lnTo>
                  <a:lnTo>
                    <a:pt x="1198" y="4557"/>
                  </a:lnTo>
                  <a:lnTo>
                    <a:pt x="889" y="4441"/>
                  </a:lnTo>
                  <a:lnTo>
                    <a:pt x="580" y="4248"/>
                  </a:lnTo>
                  <a:lnTo>
                    <a:pt x="657" y="4170"/>
                  </a:lnTo>
                  <a:lnTo>
                    <a:pt x="696" y="4055"/>
                  </a:lnTo>
                  <a:lnTo>
                    <a:pt x="696" y="3939"/>
                  </a:lnTo>
                  <a:lnTo>
                    <a:pt x="735" y="3823"/>
                  </a:lnTo>
                  <a:lnTo>
                    <a:pt x="850" y="3630"/>
                  </a:lnTo>
                  <a:lnTo>
                    <a:pt x="1082" y="3437"/>
                  </a:lnTo>
                  <a:lnTo>
                    <a:pt x="1314" y="3244"/>
                  </a:lnTo>
                  <a:lnTo>
                    <a:pt x="1854" y="2935"/>
                  </a:lnTo>
                  <a:lnTo>
                    <a:pt x="2279" y="2703"/>
                  </a:lnTo>
                  <a:lnTo>
                    <a:pt x="3013" y="2356"/>
                  </a:lnTo>
                  <a:lnTo>
                    <a:pt x="3708" y="2008"/>
                  </a:lnTo>
                  <a:lnTo>
                    <a:pt x="4480" y="1699"/>
                  </a:lnTo>
                  <a:lnTo>
                    <a:pt x="5253" y="1429"/>
                  </a:lnTo>
                  <a:lnTo>
                    <a:pt x="6025" y="1197"/>
                  </a:lnTo>
                  <a:lnTo>
                    <a:pt x="6836" y="1004"/>
                  </a:lnTo>
                  <a:lnTo>
                    <a:pt x="7608" y="811"/>
                  </a:lnTo>
                  <a:lnTo>
                    <a:pt x="8419" y="695"/>
                  </a:lnTo>
                  <a:lnTo>
                    <a:pt x="9230" y="579"/>
                  </a:lnTo>
                  <a:lnTo>
                    <a:pt x="10041" y="541"/>
                  </a:lnTo>
                  <a:lnTo>
                    <a:pt x="10736" y="502"/>
                  </a:lnTo>
                  <a:lnTo>
                    <a:pt x="11161" y="463"/>
                  </a:lnTo>
                  <a:close/>
                  <a:moveTo>
                    <a:pt x="13477" y="1120"/>
                  </a:moveTo>
                  <a:lnTo>
                    <a:pt x="13632" y="1313"/>
                  </a:lnTo>
                  <a:lnTo>
                    <a:pt x="13709" y="1506"/>
                  </a:lnTo>
                  <a:lnTo>
                    <a:pt x="13748" y="1738"/>
                  </a:lnTo>
                  <a:lnTo>
                    <a:pt x="13709" y="2008"/>
                  </a:lnTo>
                  <a:lnTo>
                    <a:pt x="13632" y="2240"/>
                  </a:lnTo>
                  <a:lnTo>
                    <a:pt x="13516" y="2471"/>
                  </a:lnTo>
                  <a:lnTo>
                    <a:pt x="13400" y="2703"/>
                  </a:lnTo>
                  <a:lnTo>
                    <a:pt x="13207" y="2896"/>
                  </a:lnTo>
                  <a:lnTo>
                    <a:pt x="12860" y="3205"/>
                  </a:lnTo>
                  <a:lnTo>
                    <a:pt x="12473" y="3437"/>
                  </a:lnTo>
                  <a:lnTo>
                    <a:pt x="12049" y="3668"/>
                  </a:lnTo>
                  <a:lnTo>
                    <a:pt x="11624" y="3900"/>
                  </a:lnTo>
                  <a:lnTo>
                    <a:pt x="10659" y="4286"/>
                  </a:lnTo>
                  <a:lnTo>
                    <a:pt x="9732" y="4634"/>
                  </a:lnTo>
                  <a:lnTo>
                    <a:pt x="8766" y="4904"/>
                  </a:lnTo>
                  <a:lnTo>
                    <a:pt x="7762" y="5174"/>
                  </a:lnTo>
                  <a:lnTo>
                    <a:pt x="6758" y="5406"/>
                  </a:lnTo>
                  <a:lnTo>
                    <a:pt x="5755" y="5599"/>
                  </a:lnTo>
                  <a:lnTo>
                    <a:pt x="4712" y="5792"/>
                  </a:lnTo>
                  <a:lnTo>
                    <a:pt x="3708" y="5908"/>
                  </a:lnTo>
                  <a:lnTo>
                    <a:pt x="2781" y="5985"/>
                  </a:lnTo>
                  <a:lnTo>
                    <a:pt x="2279" y="5985"/>
                  </a:lnTo>
                  <a:lnTo>
                    <a:pt x="1816" y="5947"/>
                  </a:lnTo>
                  <a:lnTo>
                    <a:pt x="1545" y="5869"/>
                  </a:lnTo>
                  <a:lnTo>
                    <a:pt x="1237" y="5792"/>
                  </a:lnTo>
                  <a:lnTo>
                    <a:pt x="928" y="5638"/>
                  </a:lnTo>
                  <a:lnTo>
                    <a:pt x="696" y="5483"/>
                  </a:lnTo>
                  <a:lnTo>
                    <a:pt x="503" y="5252"/>
                  </a:lnTo>
                  <a:lnTo>
                    <a:pt x="348" y="5020"/>
                  </a:lnTo>
                  <a:lnTo>
                    <a:pt x="310" y="4865"/>
                  </a:lnTo>
                  <a:lnTo>
                    <a:pt x="310" y="4750"/>
                  </a:lnTo>
                  <a:lnTo>
                    <a:pt x="310" y="4595"/>
                  </a:lnTo>
                  <a:lnTo>
                    <a:pt x="348" y="4441"/>
                  </a:lnTo>
                  <a:lnTo>
                    <a:pt x="542" y="4672"/>
                  </a:lnTo>
                  <a:lnTo>
                    <a:pt x="812" y="4865"/>
                  </a:lnTo>
                  <a:lnTo>
                    <a:pt x="1043" y="4981"/>
                  </a:lnTo>
                  <a:lnTo>
                    <a:pt x="1352" y="5097"/>
                  </a:lnTo>
                  <a:lnTo>
                    <a:pt x="1623" y="5213"/>
                  </a:lnTo>
                  <a:lnTo>
                    <a:pt x="1932" y="5252"/>
                  </a:lnTo>
                  <a:lnTo>
                    <a:pt x="2588" y="5329"/>
                  </a:lnTo>
                  <a:lnTo>
                    <a:pt x="3245" y="5290"/>
                  </a:lnTo>
                  <a:lnTo>
                    <a:pt x="3940" y="5252"/>
                  </a:lnTo>
                  <a:lnTo>
                    <a:pt x="5137" y="5059"/>
                  </a:lnTo>
                  <a:lnTo>
                    <a:pt x="6913" y="4788"/>
                  </a:lnTo>
                  <a:lnTo>
                    <a:pt x="7840" y="4595"/>
                  </a:lnTo>
                  <a:lnTo>
                    <a:pt x="8728" y="4402"/>
                  </a:lnTo>
                  <a:lnTo>
                    <a:pt x="9616" y="4132"/>
                  </a:lnTo>
                  <a:lnTo>
                    <a:pt x="10504" y="3861"/>
                  </a:lnTo>
                  <a:lnTo>
                    <a:pt x="11354" y="3514"/>
                  </a:lnTo>
                  <a:lnTo>
                    <a:pt x="12165" y="3128"/>
                  </a:lnTo>
                  <a:lnTo>
                    <a:pt x="12435" y="2973"/>
                  </a:lnTo>
                  <a:lnTo>
                    <a:pt x="12705" y="2819"/>
                  </a:lnTo>
                  <a:lnTo>
                    <a:pt x="12937" y="2587"/>
                  </a:lnTo>
                  <a:lnTo>
                    <a:pt x="13130" y="2394"/>
                  </a:lnTo>
                  <a:lnTo>
                    <a:pt x="13323" y="2124"/>
                  </a:lnTo>
                  <a:lnTo>
                    <a:pt x="13439" y="1854"/>
                  </a:lnTo>
                  <a:lnTo>
                    <a:pt x="13516" y="1583"/>
                  </a:lnTo>
                  <a:lnTo>
                    <a:pt x="13516" y="1236"/>
                  </a:lnTo>
                  <a:lnTo>
                    <a:pt x="13477" y="1120"/>
                  </a:lnTo>
                  <a:close/>
                  <a:moveTo>
                    <a:pt x="10659" y="0"/>
                  </a:moveTo>
                  <a:lnTo>
                    <a:pt x="9886" y="39"/>
                  </a:lnTo>
                  <a:lnTo>
                    <a:pt x="9114" y="116"/>
                  </a:lnTo>
                  <a:lnTo>
                    <a:pt x="8303" y="232"/>
                  </a:lnTo>
                  <a:lnTo>
                    <a:pt x="7531" y="348"/>
                  </a:lnTo>
                  <a:lnTo>
                    <a:pt x="6720" y="541"/>
                  </a:lnTo>
                  <a:lnTo>
                    <a:pt x="5909" y="734"/>
                  </a:lnTo>
                  <a:lnTo>
                    <a:pt x="5021" y="1004"/>
                  </a:lnTo>
                  <a:lnTo>
                    <a:pt x="4133" y="1352"/>
                  </a:lnTo>
                  <a:lnTo>
                    <a:pt x="3245" y="1699"/>
                  </a:lnTo>
                  <a:lnTo>
                    <a:pt x="2395" y="2124"/>
                  </a:lnTo>
                  <a:lnTo>
                    <a:pt x="1777" y="2433"/>
                  </a:lnTo>
                  <a:lnTo>
                    <a:pt x="1391" y="2626"/>
                  </a:lnTo>
                  <a:lnTo>
                    <a:pt x="1043" y="2858"/>
                  </a:lnTo>
                  <a:lnTo>
                    <a:pt x="696" y="3089"/>
                  </a:lnTo>
                  <a:lnTo>
                    <a:pt x="464" y="3398"/>
                  </a:lnTo>
                  <a:lnTo>
                    <a:pt x="348" y="3553"/>
                  </a:lnTo>
                  <a:lnTo>
                    <a:pt x="271" y="3707"/>
                  </a:lnTo>
                  <a:lnTo>
                    <a:pt x="233" y="3861"/>
                  </a:lnTo>
                  <a:lnTo>
                    <a:pt x="233" y="4055"/>
                  </a:lnTo>
                  <a:lnTo>
                    <a:pt x="194" y="4132"/>
                  </a:lnTo>
                  <a:lnTo>
                    <a:pt x="194" y="4170"/>
                  </a:lnTo>
                  <a:lnTo>
                    <a:pt x="117" y="4325"/>
                  </a:lnTo>
                  <a:lnTo>
                    <a:pt x="40" y="4479"/>
                  </a:lnTo>
                  <a:lnTo>
                    <a:pt x="1" y="4634"/>
                  </a:lnTo>
                  <a:lnTo>
                    <a:pt x="1" y="4788"/>
                  </a:lnTo>
                  <a:lnTo>
                    <a:pt x="40" y="5136"/>
                  </a:lnTo>
                  <a:lnTo>
                    <a:pt x="194" y="5445"/>
                  </a:lnTo>
                  <a:lnTo>
                    <a:pt x="348" y="5638"/>
                  </a:lnTo>
                  <a:lnTo>
                    <a:pt x="503" y="5831"/>
                  </a:lnTo>
                  <a:lnTo>
                    <a:pt x="696" y="5947"/>
                  </a:lnTo>
                  <a:lnTo>
                    <a:pt x="928" y="6063"/>
                  </a:lnTo>
                  <a:lnTo>
                    <a:pt x="966" y="6256"/>
                  </a:lnTo>
                  <a:lnTo>
                    <a:pt x="1275" y="6178"/>
                  </a:lnTo>
                  <a:lnTo>
                    <a:pt x="1314" y="6217"/>
                  </a:lnTo>
                  <a:lnTo>
                    <a:pt x="1314" y="6256"/>
                  </a:lnTo>
                  <a:lnTo>
                    <a:pt x="1352" y="6294"/>
                  </a:lnTo>
                  <a:lnTo>
                    <a:pt x="1468" y="6256"/>
                  </a:lnTo>
                  <a:lnTo>
                    <a:pt x="1816" y="6294"/>
                  </a:lnTo>
                  <a:lnTo>
                    <a:pt x="2395" y="6333"/>
                  </a:lnTo>
                  <a:lnTo>
                    <a:pt x="3013" y="6371"/>
                  </a:lnTo>
                  <a:lnTo>
                    <a:pt x="3592" y="6333"/>
                  </a:lnTo>
                  <a:lnTo>
                    <a:pt x="4171" y="6294"/>
                  </a:lnTo>
                  <a:lnTo>
                    <a:pt x="5368" y="6101"/>
                  </a:lnTo>
                  <a:lnTo>
                    <a:pt x="6565" y="5869"/>
                  </a:lnTo>
                  <a:lnTo>
                    <a:pt x="6758" y="5831"/>
                  </a:lnTo>
                  <a:lnTo>
                    <a:pt x="7994" y="5522"/>
                  </a:lnTo>
                  <a:lnTo>
                    <a:pt x="9037" y="5252"/>
                  </a:lnTo>
                  <a:lnTo>
                    <a:pt x="10079" y="4981"/>
                  </a:lnTo>
                  <a:lnTo>
                    <a:pt x="11161" y="4595"/>
                  </a:lnTo>
                  <a:lnTo>
                    <a:pt x="11663" y="4363"/>
                  </a:lnTo>
                  <a:lnTo>
                    <a:pt x="12126" y="4132"/>
                  </a:lnTo>
                  <a:lnTo>
                    <a:pt x="12126" y="4248"/>
                  </a:lnTo>
                  <a:lnTo>
                    <a:pt x="12396" y="4286"/>
                  </a:lnTo>
                  <a:lnTo>
                    <a:pt x="12782" y="4711"/>
                  </a:lnTo>
                  <a:lnTo>
                    <a:pt x="13014" y="4518"/>
                  </a:lnTo>
                  <a:lnTo>
                    <a:pt x="12435" y="3939"/>
                  </a:lnTo>
                  <a:lnTo>
                    <a:pt x="12898" y="3668"/>
                  </a:lnTo>
                  <a:lnTo>
                    <a:pt x="13362" y="3321"/>
                  </a:lnTo>
                  <a:lnTo>
                    <a:pt x="13632" y="3051"/>
                  </a:lnTo>
                  <a:lnTo>
                    <a:pt x="13825" y="2703"/>
                  </a:lnTo>
                  <a:lnTo>
                    <a:pt x="14134" y="2626"/>
                  </a:lnTo>
                  <a:lnTo>
                    <a:pt x="14018" y="2317"/>
                  </a:lnTo>
                  <a:lnTo>
                    <a:pt x="14095" y="2008"/>
                  </a:lnTo>
                  <a:lnTo>
                    <a:pt x="14134" y="1738"/>
                  </a:lnTo>
                  <a:lnTo>
                    <a:pt x="14095" y="1467"/>
                  </a:lnTo>
                  <a:lnTo>
                    <a:pt x="14018" y="1236"/>
                  </a:lnTo>
                  <a:lnTo>
                    <a:pt x="13902" y="1004"/>
                  </a:lnTo>
                  <a:lnTo>
                    <a:pt x="13748" y="811"/>
                  </a:lnTo>
                  <a:lnTo>
                    <a:pt x="13477" y="618"/>
                  </a:lnTo>
                  <a:lnTo>
                    <a:pt x="13169" y="502"/>
                  </a:lnTo>
                  <a:lnTo>
                    <a:pt x="13091" y="502"/>
                  </a:lnTo>
                  <a:lnTo>
                    <a:pt x="12898" y="386"/>
                  </a:lnTo>
                  <a:lnTo>
                    <a:pt x="12667" y="270"/>
                  </a:lnTo>
                  <a:lnTo>
                    <a:pt x="12435" y="154"/>
                  </a:lnTo>
                  <a:lnTo>
                    <a:pt x="12203" y="116"/>
                  </a:lnTo>
                  <a:lnTo>
                    <a:pt x="11817" y="39"/>
                  </a:lnTo>
                  <a:lnTo>
                    <a:pt x="1143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5" name="Google Shape;5005;p21"/>
            <p:cNvSpPr/>
            <p:nvPr/>
          </p:nvSpPr>
          <p:spPr>
            <a:xfrm>
              <a:off x="2291450" y="1821150"/>
              <a:ext cx="200825" cy="230750"/>
            </a:xfrm>
            <a:custGeom>
              <a:avLst/>
              <a:gdLst/>
              <a:ahLst/>
              <a:cxnLst/>
              <a:rect l="l" t="t" r="r" b="b"/>
              <a:pathLst>
                <a:path w="8033" h="9230" extrusionOk="0">
                  <a:moveTo>
                    <a:pt x="2047" y="1"/>
                  </a:moveTo>
                  <a:lnTo>
                    <a:pt x="1893" y="78"/>
                  </a:lnTo>
                  <a:lnTo>
                    <a:pt x="1738" y="155"/>
                  </a:lnTo>
                  <a:lnTo>
                    <a:pt x="1430" y="425"/>
                  </a:lnTo>
                  <a:lnTo>
                    <a:pt x="1198" y="734"/>
                  </a:lnTo>
                  <a:lnTo>
                    <a:pt x="966" y="1005"/>
                  </a:lnTo>
                  <a:lnTo>
                    <a:pt x="735" y="1352"/>
                  </a:lnTo>
                  <a:lnTo>
                    <a:pt x="503" y="1738"/>
                  </a:lnTo>
                  <a:lnTo>
                    <a:pt x="348" y="2124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39" y="3476"/>
                  </a:lnTo>
                  <a:lnTo>
                    <a:pt x="1" y="3939"/>
                  </a:lnTo>
                  <a:lnTo>
                    <a:pt x="78" y="4441"/>
                  </a:lnTo>
                  <a:lnTo>
                    <a:pt x="155" y="4905"/>
                  </a:lnTo>
                  <a:lnTo>
                    <a:pt x="271" y="5329"/>
                  </a:lnTo>
                  <a:lnTo>
                    <a:pt x="464" y="5793"/>
                  </a:lnTo>
                  <a:lnTo>
                    <a:pt x="696" y="6179"/>
                  </a:lnTo>
                  <a:lnTo>
                    <a:pt x="1043" y="6179"/>
                  </a:lnTo>
                  <a:lnTo>
                    <a:pt x="889" y="5831"/>
                  </a:lnTo>
                  <a:lnTo>
                    <a:pt x="735" y="5484"/>
                  </a:lnTo>
                  <a:lnTo>
                    <a:pt x="657" y="5136"/>
                  </a:lnTo>
                  <a:lnTo>
                    <a:pt x="541" y="4789"/>
                  </a:lnTo>
                  <a:lnTo>
                    <a:pt x="503" y="4403"/>
                  </a:lnTo>
                  <a:lnTo>
                    <a:pt x="464" y="4055"/>
                  </a:lnTo>
                  <a:lnTo>
                    <a:pt x="464" y="3669"/>
                  </a:lnTo>
                  <a:lnTo>
                    <a:pt x="464" y="3321"/>
                  </a:lnTo>
                  <a:lnTo>
                    <a:pt x="541" y="2974"/>
                  </a:lnTo>
                  <a:lnTo>
                    <a:pt x="619" y="2626"/>
                  </a:lnTo>
                  <a:lnTo>
                    <a:pt x="735" y="2279"/>
                  </a:lnTo>
                  <a:lnTo>
                    <a:pt x="850" y="1931"/>
                  </a:lnTo>
                  <a:lnTo>
                    <a:pt x="1043" y="1622"/>
                  </a:lnTo>
                  <a:lnTo>
                    <a:pt x="1236" y="1313"/>
                  </a:lnTo>
                  <a:lnTo>
                    <a:pt x="1468" y="1005"/>
                  </a:lnTo>
                  <a:lnTo>
                    <a:pt x="1777" y="734"/>
                  </a:lnTo>
                  <a:lnTo>
                    <a:pt x="1970" y="580"/>
                  </a:lnTo>
                  <a:lnTo>
                    <a:pt x="2086" y="503"/>
                  </a:lnTo>
                  <a:lnTo>
                    <a:pt x="2202" y="464"/>
                  </a:lnTo>
                  <a:lnTo>
                    <a:pt x="2318" y="580"/>
                  </a:lnTo>
                  <a:lnTo>
                    <a:pt x="2434" y="811"/>
                  </a:lnTo>
                  <a:lnTo>
                    <a:pt x="2588" y="1198"/>
                  </a:lnTo>
                  <a:lnTo>
                    <a:pt x="2742" y="1584"/>
                  </a:lnTo>
                  <a:lnTo>
                    <a:pt x="2858" y="1931"/>
                  </a:lnTo>
                  <a:lnTo>
                    <a:pt x="2974" y="2317"/>
                  </a:lnTo>
                  <a:lnTo>
                    <a:pt x="3051" y="2704"/>
                  </a:lnTo>
                  <a:lnTo>
                    <a:pt x="3090" y="3090"/>
                  </a:lnTo>
                  <a:lnTo>
                    <a:pt x="3090" y="3437"/>
                  </a:lnTo>
                  <a:lnTo>
                    <a:pt x="3051" y="3785"/>
                  </a:lnTo>
                  <a:lnTo>
                    <a:pt x="3013" y="4132"/>
                  </a:lnTo>
                  <a:lnTo>
                    <a:pt x="2897" y="4480"/>
                  </a:lnTo>
                  <a:lnTo>
                    <a:pt x="2781" y="4789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22"/>
                  </a:lnTo>
                  <a:lnTo>
                    <a:pt x="2395" y="5638"/>
                  </a:lnTo>
                  <a:lnTo>
                    <a:pt x="2356" y="5716"/>
                  </a:lnTo>
                  <a:lnTo>
                    <a:pt x="2356" y="5754"/>
                  </a:lnTo>
                  <a:lnTo>
                    <a:pt x="2395" y="5793"/>
                  </a:lnTo>
                  <a:lnTo>
                    <a:pt x="2472" y="5793"/>
                  </a:lnTo>
                  <a:lnTo>
                    <a:pt x="2627" y="5716"/>
                  </a:lnTo>
                  <a:lnTo>
                    <a:pt x="2820" y="5677"/>
                  </a:lnTo>
                  <a:lnTo>
                    <a:pt x="3206" y="5677"/>
                  </a:lnTo>
                  <a:lnTo>
                    <a:pt x="3631" y="5716"/>
                  </a:lnTo>
                  <a:lnTo>
                    <a:pt x="4055" y="5793"/>
                  </a:lnTo>
                  <a:lnTo>
                    <a:pt x="4442" y="5947"/>
                  </a:lnTo>
                  <a:lnTo>
                    <a:pt x="4866" y="6102"/>
                  </a:lnTo>
                  <a:lnTo>
                    <a:pt x="5214" y="6256"/>
                  </a:lnTo>
                  <a:lnTo>
                    <a:pt x="5523" y="6449"/>
                  </a:lnTo>
                  <a:lnTo>
                    <a:pt x="5832" y="6642"/>
                  </a:lnTo>
                  <a:lnTo>
                    <a:pt x="6141" y="6835"/>
                  </a:lnTo>
                  <a:lnTo>
                    <a:pt x="6411" y="7067"/>
                  </a:lnTo>
                  <a:lnTo>
                    <a:pt x="6681" y="7337"/>
                  </a:lnTo>
                  <a:lnTo>
                    <a:pt x="6913" y="7608"/>
                  </a:lnTo>
                  <a:lnTo>
                    <a:pt x="7145" y="7878"/>
                  </a:lnTo>
                  <a:lnTo>
                    <a:pt x="7338" y="8187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95" y="8766"/>
                  </a:lnTo>
                  <a:lnTo>
                    <a:pt x="5870" y="8805"/>
                  </a:lnTo>
                  <a:lnTo>
                    <a:pt x="5484" y="8805"/>
                  </a:lnTo>
                  <a:lnTo>
                    <a:pt x="5059" y="8727"/>
                  </a:lnTo>
                  <a:lnTo>
                    <a:pt x="4673" y="8612"/>
                  </a:lnTo>
                  <a:lnTo>
                    <a:pt x="4248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72" y="7106"/>
                  </a:lnTo>
                  <a:lnTo>
                    <a:pt x="1932" y="6565"/>
                  </a:lnTo>
                  <a:lnTo>
                    <a:pt x="1854" y="6526"/>
                  </a:lnTo>
                  <a:lnTo>
                    <a:pt x="1816" y="6488"/>
                  </a:lnTo>
                  <a:lnTo>
                    <a:pt x="1661" y="6526"/>
                  </a:lnTo>
                  <a:lnTo>
                    <a:pt x="1623" y="6526"/>
                  </a:lnTo>
                  <a:lnTo>
                    <a:pt x="1584" y="6565"/>
                  </a:lnTo>
                  <a:lnTo>
                    <a:pt x="1430" y="6835"/>
                  </a:lnTo>
                  <a:lnTo>
                    <a:pt x="1661" y="6874"/>
                  </a:lnTo>
                  <a:lnTo>
                    <a:pt x="2279" y="7492"/>
                  </a:lnTo>
                  <a:lnTo>
                    <a:pt x="2897" y="8071"/>
                  </a:lnTo>
                  <a:lnTo>
                    <a:pt x="3244" y="8341"/>
                  </a:lnTo>
                  <a:lnTo>
                    <a:pt x="3631" y="8573"/>
                  </a:lnTo>
                  <a:lnTo>
                    <a:pt x="3978" y="8766"/>
                  </a:lnTo>
                  <a:lnTo>
                    <a:pt x="4364" y="8959"/>
                  </a:lnTo>
                  <a:lnTo>
                    <a:pt x="4828" y="9114"/>
                  </a:lnTo>
                  <a:lnTo>
                    <a:pt x="5252" y="9191"/>
                  </a:lnTo>
                  <a:lnTo>
                    <a:pt x="5677" y="9229"/>
                  </a:lnTo>
                  <a:lnTo>
                    <a:pt x="6141" y="9229"/>
                  </a:lnTo>
                  <a:lnTo>
                    <a:pt x="6565" y="9152"/>
                  </a:lnTo>
                  <a:lnTo>
                    <a:pt x="6990" y="9075"/>
                  </a:lnTo>
                  <a:lnTo>
                    <a:pt x="7878" y="8843"/>
                  </a:lnTo>
                  <a:lnTo>
                    <a:pt x="7955" y="8805"/>
                  </a:lnTo>
                  <a:lnTo>
                    <a:pt x="7994" y="8727"/>
                  </a:lnTo>
                  <a:lnTo>
                    <a:pt x="8033" y="8650"/>
                  </a:lnTo>
                  <a:lnTo>
                    <a:pt x="7994" y="8534"/>
                  </a:lnTo>
                  <a:lnTo>
                    <a:pt x="7762" y="8110"/>
                  </a:lnTo>
                  <a:lnTo>
                    <a:pt x="7492" y="7685"/>
                  </a:lnTo>
                  <a:lnTo>
                    <a:pt x="7222" y="7299"/>
                  </a:lnTo>
                  <a:lnTo>
                    <a:pt x="6874" y="6913"/>
                  </a:lnTo>
                  <a:lnTo>
                    <a:pt x="6527" y="6604"/>
                  </a:lnTo>
                  <a:lnTo>
                    <a:pt x="6141" y="6295"/>
                  </a:lnTo>
                  <a:lnTo>
                    <a:pt x="5716" y="6024"/>
                  </a:lnTo>
                  <a:lnTo>
                    <a:pt x="5252" y="5793"/>
                  </a:lnTo>
                  <a:lnTo>
                    <a:pt x="4828" y="5638"/>
                  </a:lnTo>
                  <a:lnTo>
                    <a:pt x="4248" y="5445"/>
                  </a:lnTo>
                  <a:lnTo>
                    <a:pt x="3940" y="5368"/>
                  </a:lnTo>
                  <a:lnTo>
                    <a:pt x="3592" y="5291"/>
                  </a:lnTo>
                  <a:lnTo>
                    <a:pt x="3013" y="5291"/>
                  </a:lnTo>
                  <a:lnTo>
                    <a:pt x="3167" y="4982"/>
                  </a:lnTo>
                  <a:lnTo>
                    <a:pt x="3322" y="4634"/>
                  </a:lnTo>
                  <a:lnTo>
                    <a:pt x="3399" y="4287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06"/>
                  </a:lnTo>
                  <a:lnTo>
                    <a:pt x="3515" y="2858"/>
                  </a:lnTo>
                  <a:lnTo>
                    <a:pt x="3438" y="2472"/>
                  </a:lnTo>
                  <a:lnTo>
                    <a:pt x="3322" y="1970"/>
                  </a:lnTo>
                  <a:lnTo>
                    <a:pt x="3167" y="1468"/>
                  </a:lnTo>
                  <a:lnTo>
                    <a:pt x="2936" y="966"/>
                  </a:lnTo>
                  <a:lnTo>
                    <a:pt x="2704" y="503"/>
                  </a:lnTo>
                  <a:lnTo>
                    <a:pt x="2588" y="271"/>
                  </a:lnTo>
                  <a:lnTo>
                    <a:pt x="2472" y="116"/>
                  </a:lnTo>
                  <a:lnTo>
                    <a:pt x="2356" y="39"/>
                  </a:lnTo>
                  <a:lnTo>
                    <a:pt x="227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6" name="Google Shape;5006;p21"/>
            <p:cNvSpPr/>
            <p:nvPr/>
          </p:nvSpPr>
          <p:spPr>
            <a:xfrm>
              <a:off x="6650100" y="1835625"/>
              <a:ext cx="350475" cy="288675"/>
            </a:xfrm>
            <a:custGeom>
              <a:avLst/>
              <a:gdLst/>
              <a:ahLst/>
              <a:cxnLst/>
              <a:rect l="l" t="t" r="r" b="b"/>
              <a:pathLst>
                <a:path w="14019" h="11547" extrusionOk="0">
                  <a:moveTo>
                    <a:pt x="11778" y="1"/>
                  </a:moveTo>
                  <a:lnTo>
                    <a:pt x="11470" y="78"/>
                  </a:lnTo>
                  <a:lnTo>
                    <a:pt x="11856" y="1932"/>
                  </a:lnTo>
                  <a:lnTo>
                    <a:pt x="12280" y="3746"/>
                  </a:lnTo>
                  <a:lnTo>
                    <a:pt x="11508" y="2781"/>
                  </a:lnTo>
                  <a:lnTo>
                    <a:pt x="10659" y="1893"/>
                  </a:lnTo>
                  <a:lnTo>
                    <a:pt x="10427" y="2086"/>
                  </a:lnTo>
                  <a:lnTo>
                    <a:pt x="11470" y="3437"/>
                  </a:lnTo>
                  <a:lnTo>
                    <a:pt x="12551" y="4750"/>
                  </a:lnTo>
                  <a:lnTo>
                    <a:pt x="12860" y="5754"/>
                  </a:lnTo>
                  <a:lnTo>
                    <a:pt x="13169" y="5754"/>
                  </a:lnTo>
                  <a:lnTo>
                    <a:pt x="13207" y="5639"/>
                  </a:lnTo>
                  <a:lnTo>
                    <a:pt x="13169" y="5523"/>
                  </a:lnTo>
                  <a:lnTo>
                    <a:pt x="13439" y="5716"/>
                  </a:lnTo>
                  <a:lnTo>
                    <a:pt x="13593" y="5947"/>
                  </a:lnTo>
                  <a:lnTo>
                    <a:pt x="13671" y="6179"/>
                  </a:lnTo>
                  <a:lnTo>
                    <a:pt x="13709" y="6411"/>
                  </a:lnTo>
                  <a:lnTo>
                    <a:pt x="13632" y="6681"/>
                  </a:lnTo>
                  <a:lnTo>
                    <a:pt x="13516" y="6913"/>
                  </a:lnTo>
                  <a:lnTo>
                    <a:pt x="13362" y="7183"/>
                  </a:lnTo>
                  <a:lnTo>
                    <a:pt x="13169" y="7453"/>
                  </a:lnTo>
                  <a:lnTo>
                    <a:pt x="12744" y="7955"/>
                  </a:lnTo>
                  <a:lnTo>
                    <a:pt x="12203" y="8419"/>
                  </a:lnTo>
                  <a:lnTo>
                    <a:pt x="11740" y="8766"/>
                  </a:lnTo>
                  <a:lnTo>
                    <a:pt x="11354" y="9075"/>
                  </a:lnTo>
                  <a:lnTo>
                    <a:pt x="10543" y="9577"/>
                  </a:lnTo>
                  <a:lnTo>
                    <a:pt x="9655" y="10002"/>
                  </a:lnTo>
                  <a:lnTo>
                    <a:pt x="8767" y="10388"/>
                  </a:lnTo>
                  <a:lnTo>
                    <a:pt x="7878" y="10658"/>
                  </a:lnTo>
                  <a:lnTo>
                    <a:pt x="6952" y="10890"/>
                  </a:lnTo>
                  <a:lnTo>
                    <a:pt x="5986" y="11083"/>
                  </a:lnTo>
                  <a:lnTo>
                    <a:pt x="5021" y="11160"/>
                  </a:lnTo>
                  <a:lnTo>
                    <a:pt x="3631" y="11160"/>
                  </a:lnTo>
                  <a:lnTo>
                    <a:pt x="3013" y="11122"/>
                  </a:lnTo>
                  <a:lnTo>
                    <a:pt x="2356" y="11045"/>
                  </a:lnTo>
                  <a:lnTo>
                    <a:pt x="1661" y="10929"/>
                  </a:lnTo>
                  <a:lnTo>
                    <a:pt x="1352" y="10813"/>
                  </a:lnTo>
                  <a:lnTo>
                    <a:pt x="1082" y="10697"/>
                  </a:lnTo>
                  <a:lnTo>
                    <a:pt x="812" y="10543"/>
                  </a:lnTo>
                  <a:lnTo>
                    <a:pt x="619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2"/>
                  </a:lnTo>
                  <a:lnTo>
                    <a:pt x="387" y="9461"/>
                  </a:lnTo>
                  <a:lnTo>
                    <a:pt x="155" y="9423"/>
                  </a:lnTo>
                  <a:lnTo>
                    <a:pt x="40" y="9654"/>
                  </a:lnTo>
                  <a:lnTo>
                    <a:pt x="1" y="9886"/>
                  </a:lnTo>
                  <a:lnTo>
                    <a:pt x="40" y="10118"/>
                  </a:lnTo>
                  <a:lnTo>
                    <a:pt x="78" y="10311"/>
                  </a:lnTo>
                  <a:lnTo>
                    <a:pt x="194" y="10465"/>
                  </a:lnTo>
                  <a:lnTo>
                    <a:pt x="348" y="10620"/>
                  </a:lnTo>
                  <a:lnTo>
                    <a:pt x="542" y="10774"/>
                  </a:lnTo>
                  <a:lnTo>
                    <a:pt x="773" y="10890"/>
                  </a:lnTo>
                  <a:lnTo>
                    <a:pt x="1237" y="11083"/>
                  </a:lnTo>
                  <a:lnTo>
                    <a:pt x="1739" y="11238"/>
                  </a:lnTo>
                  <a:lnTo>
                    <a:pt x="2202" y="11354"/>
                  </a:lnTo>
                  <a:lnTo>
                    <a:pt x="2627" y="11431"/>
                  </a:lnTo>
                  <a:lnTo>
                    <a:pt x="3322" y="11508"/>
                  </a:lnTo>
                  <a:lnTo>
                    <a:pt x="3978" y="11547"/>
                  </a:lnTo>
                  <a:lnTo>
                    <a:pt x="4673" y="11547"/>
                  </a:lnTo>
                  <a:lnTo>
                    <a:pt x="5368" y="11508"/>
                  </a:lnTo>
                  <a:lnTo>
                    <a:pt x="6063" y="11431"/>
                  </a:lnTo>
                  <a:lnTo>
                    <a:pt x="6759" y="11315"/>
                  </a:lnTo>
                  <a:lnTo>
                    <a:pt x="7415" y="11160"/>
                  </a:lnTo>
                  <a:lnTo>
                    <a:pt x="8071" y="11006"/>
                  </a:lnTo>
                  <a:lnTo>
                    <a:pt x="8728" y="10774"/>
                  </a:lnTo>
                  <a:lnTo>
                    <a:pt x="9346" y="10543"/>
                  </a:lnTo>
                  <a:lnTo>
                    <a:pt x="9964" y="10272"/>
                  </a:lnTo>
                  <a:lnTo>
                    <a:pt x="10543" y="9963"/>
                  </a:lnTo>
                  <a:lnTo>
                    <a:pt x="11122" y="9654"/>
                  </a:lnTo>
                  <a:lnTo>
                    <a:pt x="11701" y="9268"/>
                  </a:lnTo>
                  <a:lnTo>
                    <a:pt x="12242" y="8882"/>
                  </a:lnTo>
                  <a:lnTo>
                    <a:pt x="12744" y="8457"/>
                  </a:lnTo>
                  <a:lnTo>
                    <a:pt x="13169" y="8071"/>
                  </a:lnTo>
                  <a:lnTo>
                    <a:pt x="13555" y="7646"/>
                  </a:lnTo>
                  <a:lnTo>
                    <a:pt x="13748" y="7376"/>
                  </a:lnTo>
                  <a:lnTo>
                    <a:pt x="13864" y="7145"/>
                  </a:lnTo>
                  <a:lnTo>
                    <a:pt x="13980" y="6874"/>
                  </a:lnTo>
                  <a:lnTo>
                    <a:pt x="14018" y="6565"/>
                  </a:lnTo>
                  <a:lnTo>
                    <a:pt x="14018" y="6334"/>
                  </a:lnTo>
                  <a:lnTo>
                    <a:pt x="14018" y="6141"/>
                  </a:lnTo>
                  <a:lnTo>
                    <a:pt x="13941" y="5909"/>
                  </a:lnTo>
                  <a:lnTo>
                    <a:pt x="13864" y="5716"/>
                  </a:lnTo>
                  <a:lnTo>
                    <a:pt x="13748" y="5523"/>
                  </a:lnTo>
                  <a:lnTo>
                    <a:pt x="13593" y="5368"/>
                  </a:lnTo>
                  <a:lnTo>
                    <a:pt x="13439" y="5252"/>
                  </a:lnTo>
                  <a:lnTo>
                    <a:pt x="13246" y="5137"/>
                  </a:lnTo>
                  <a:lnTo>
                    <a:pt x="13091" y="5137"/>
                  </a:lnTo>
                  <a:lnTo>
                    <a:pt x="12821" y="3824"/>
                  </a:lnTo>
                  <a:lnTo>
                    <a:pt x="12512" y="2549"/>
                  </a:lnTo>
                  <a:lnTo>
                    <a:pt x="12165" y="1275"/>
                  </a:lnTo>
                  <a:lnTo>
                    <a:pt x="117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7" name="Google Shape;5007;p21"/>
            <p:cNvSpPr/>
            <p:nvPr/>
          </p:nvSpPr>
          <p:spPr>
            <a:xfrm>
              <a:off x="609775" y="1851075"/>
              <a:ext cx="353350" cy="159325"/>
            </a:xfrm>
            <a:custGeom>
              <a:avLst/>
              <a:gdLst/>
              <a:ahLst/>
              <a:cxnLst/>
              <a:rect l="l" t="t" r="r" b="b"/>
              <a:pathLst>
                <a:path w="14134" h="6373" extrusionOk="0">
                  <a:moveTo>
                    <a:pt x="11160" y="464"/>
                  </a:moveTo>
                  <a:lnTo>
                    <a:pt x="11624" y="503"/>
                  </a:lnTo>
                  <a:lnTo>
                    <a:pt x="12049" y="541"/>
                  </a:lnTo>
                  <a:lnTo>
                    <a:pt x="12435" y="657"/>
                  </a:lnTo>
                  <a:lnTo>
                    <a:pt x="12628" y="734"/>
                  </a:lnTo>
                  <a:lnTo>
                    <a:pt x="12744" y="812"/>
                  </a:lnTo>
                  <a:lnTo>
                    <a:pt x="12859" y="966"/>
                  </a:lnTo>
                  <a:lnTo>
                    <a:pt x="12937" y="1082"/>
                  </a:lnTo>
                  <a:lnTo>
                    <a:pt x="12975" y="1314"/>
                  </a:lnTo>
                  <a:lnTo>
                    <a:pt x="12975" y="1507"/>
                  </a:lnTo>
                  <a:lnTo>
                    <a:pt x="12937" y="1700"/>
                  </a:lnTo>
                  <a:lnTo>
                    <a:pt x="12821" y="1893"/>
                  </a:lnTo>
                  <a:lnTo>
                    <a:pt x="12705" y="2086"/>
                  </a:lnTo>
                  <a:lnTo>
                    <a:pt x="12589" y="2240"/>
                  </a:lnTo>
                  <a:lnTo>
                    <a:pt x="12242" y="2472"/>
                  </a:lnTo>
                  <a:lnTo>
                    <a:pt x="11817" y="2742"/>
                  </a:lnTo>
                  <a:lnTo>
                    <a:pt x="11392" y="2935"/>
                  </a:lnTo>
                  <a:lnTo>
                    <a:pt x="10658" y="3206"/>
                  </a:lnTo>
                  <a:lnTo>
                    <a:pt x="9925" y="3437"/>
                  </a:lnTo>
                  <a:lnTo>
                    <a:pt x="9152" y="3708"/>
                  </a:lnTo>
                  <a:lnTo>
                    <a:pt x="8380" y="3901"/>
                  </a:lnTo>
                  <a:lnTo>
                    <a:pt x="7608" y="4094"/>
                  </a:lnTo>
                  <a:lnTo>
                    <a:pt x="6797" y="4287"/>
                  </a:lnTo>
                  <a:lnTo>
                    <a:pt x="5909" y="4441"/>
                  </a:lnTo>
                  <a:lnTo>
                    <a:pt x="5021" y="4596"/>
                  </a:lnTo>
                  <a:lnTo>
                    <a:pt x="4133" y="4712"/>
                  </a:lnTo>
                  <a:lnTo>
                    <a:pt x="3244" y="4789"/>
                  </a:lnTo>
                  <a:lnTo>
                    <a:pt x="2202" y="4789"/>
                  </a:lnTo>
                  <a:lnTo>
                    <a:pt x="1854" y="4750"/>
                  </a:lnTo>
                  <a:lnTo>
                    <a:pt x="1507" y="4673"/>
                  </a:lnTo>
                  <a:lnTo>
                    <a:pt x="1198" y="4557"/>
                  </a:lnTo>
                  <a:lnTo>
                    <a:pt x="889" y="4441"/>
                  </a:lnTo>
                  <a:lnTo>
                    <a:pt x="580" y="4248"/>
                  </a:lnTo>
                  <a:lnTo>
                    <a:pt x="657" y="4171"/>
                  </a:lnTo>
                  <a:lnTo>
                    <a:pt x="696" y="4055"/>
                  </a:lnTo>
                  <a:lnTo>
                    <a:pt x="696" y="3939"/>
                  </a:lnTo>
                  <a:lnTo>
                    <a:pt x="734" y="3823"/>
                  </a:lnTo>
                  <a:lnTo>
                    <a:pt x="850" y="3630"/>
                  </a:lnTo>
                  <a:lnTo>
                    <a:pt x="1082" y="3437"/>
                  </a:lnTo>
                  <a:lnTo>
                    <a:pt x="1314" y="3244"/>
                  </a:lnTo>
                  <a:lnTo>
                    <a:pt x="1854" y="2935"/>
                  </a:lnTo>
                  <a:lnTo>
                    <a:pt x="2279" y="2704"/>
                  </a:lnTo>
                  <a:lnTo>
                    <a:pt x="3013" y="2356"/>
                  </a:lnTo>
                  <a:lnTo>
                    <a:pt x="3708" y="2009"/>
                  </a:lnTo>
                  <a:lnTo>
                    <a:pt x="4480" y="1700"/>
                  </a:lnTo>
                  <a:lnTo>
                    <a:pt x="5252" y="1429"/>
                  </a:lnTo>
                  <a:lnTo>
                    <a:pt x="6025" y="1198"/>
                  </a:lnTo>
                  <a:lnTo>
                    <a:pt x="6836" y="1005"/>
                  </a:lnTo>
                  <a:lnTo>
                    <a:pt x="7608" y="812"/>
                  </a:lnTo>
                  <a:lnTo>
                    <a:pt x="8419" y="696"/>
                  </a:lnTo>
                  <a:lnTo>
                    <a:pt x="9230" y="580"/>
                  </a:lnTo>
                  <a:lnTo>
                    <a:pt x="10041" y="541"/>
                  </a:lnTo>
                  <a:lnTo>
                    <a:pt x="10736" y="503"/>
                  </a:lnTo>
                  <a:lnTo>
                    <a:pt x="11160" y="464"/>
                  </a:lnTo>
                  <a:close/>
                  <a:moveTo>
                    <a:pt x="13477" y="1120"/>
                  </a:moveTo>
                  <a:lnTo>
                    <a:pt x="13632" y="1314"/>
                  </a:lnTo>
                  <a:lnTo>
                    <a:pt x="13709" y="1507"/>
                  </a:lnTo>
                  <a:lnTo>
                    <a:pt x="13748" y="1738"/>
                  </a:lnTo>
                  <a:lnTo>
                    <a:pt x="13709" y="2009"/>
                  </a:lnTo>
                  <a:lnTo>
                    <a:pt x="13632" y="2240"/>
                  </a:lnTo>
                  <a:lnTo>
                    <a:pt x="13516" y="2472"/>
                  </a:lnTo>
                  <a:lnTo>
                    <a:pt x="13400" y="2704"/>
                  </a:lnTo>
                  <a:lnTo>
                    <a:pt x="13207" y="2897"/>
                  </a:lnTo>
                  <a:lnTo>
                    <a:pt x="12859" y="3206"/>
                  </a:lnTo>
                  <a:lnTo>
                    <a:pt x="12473" y="3437"/>
                  </a:lnTo>
                  <a:lnTo>
                    <a:pt x="12049" y="3669"/>
                  </a:lnTo>
                  <a:lnTo>
                    <a:pt x="11624" y="3901"/>
                  </a:lnTo>
                  <a:lnTo>
                    <a:pt x="10658" y="4287"/>
                  </a:lnTo>
                  <a:lnTo>
                    <a:pt x="9732" y="4634"/>
                  </a:lnTo>
                  <a:lnTo>
                    <a:pt x="8766" y="4905"/>
                  </a:lnTo>
                  <a:lnTo>
                    <a:pt x="7762" y="5175"/>
                  </a:lnTo>
                  <a:lnTo>
                    <a:pt x="6758" y="5407"/>
                  </a:lnTo>
                  <a:lnTo>
                    <a:pt x="5754" y="5600"/>
                  </a:lnTo>
                  <a:lnTo>
                    <a:pt x="4712" y="5793"/>
                  </a:lnTo>
                  <a:lnTo>
                    <a:pt x="3708" y="5909"/>
                  </a:lnTo>
                  <a:lnTo>
                    <a:pt x="2781" y="5986"/>
                  </a:lnTo>
                  <a:lnTo>
                    <a:pt x="2279" y="5986"/>
                  </a:lnTo>
                  <a:lnTo>
                    <a:pt x="1816" y="5947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8"/>
                  </a:lnTo>
                  <a:lnTo>
                    <a:pt x="696" y="5484"/>
                  </a:lnTo>
                  <a:lnTo>
                    <a:pt x="503" y="5252"/>
                  </a:lnTo>
                  <a:lnTo>
                    <a:pt x="348" y="5021"/>
                  </a:lnTo>
                  <a:lnTo>
                    <a:pt x="310" y="4866"/>
                  </a:lnTo>
                  <a:lnTo>
                    <a:pt x="310" y="4750"/>
                  </a:lnTo>
                  <a:lnTo>
                    <a:pt x="310" y="4596"/>
                  </a:lnTo>
                  <a:lnTo>
                    <a:pt x="348" y="4441"/>
                  </a:lnTo>
                  <a:lnTo>
                    <a:pt x="541" y="4673"/>
                  </a:lnTo>
                  <a:lnTo>
                    <a:pt x="812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3" y="5214"/>
                  </a:lnTo>
                  <a:lnTo>
                    <a:pt x="1931" y="5252"/>
                  </a:lnTo>
                  <a:lnTo>
                    <a:pt x="2588" y="5329"/>
                  </a:lnTo>
                  <a:lnTo>
                    <a:pt x="3244" y="5291"/>
                  </a:lnTo>
                  <a:lnTo>
                    <a:pt x="3939" y="5252"/>
                  </a:lnTo>
                  <a:lnTo>
                    <a:pt x="5137" y="5059"/>
                  </a:lnTo>
                  <a:lnTo>
                    <a:pt x="6913" y="4789"/>
                  </a:lnTo>
                  <a:lnTo>
                    <a:pt x="7840" y="4596"/>
                  </a:lnTo>
                  <a:lnTo>
                    <a:pt x="8728" y="4403"/>
                  </a:lnTo>
                  <a:lnTo>
                    <a:pt x="9616" y="4132"/>
                  </a:lnTo>
                  <a:lnTo>
                    <a:pt x="10504" y="3862"/>
                  </a:lnTo>
                  <a:lnTo>
                    <a:pt x="11353" y="3515"/>
                  </a:lnTo>
                  <a:lnTo>
                    <a:pt x="12164" y="3128"/>
                  </a:lnTo>
                  <a:lnTo>
                    <a:pt x="12435" y="2974"/>
                  </a:lnTo>
                  <a:lnTo>
                    <a:pt x="12705" y="2819"/>
                  </a:lnTo>
                  <a:lnTo>
                    <a:pt x="12937" y="2588"/>
                  </a:lnTo>
                  <a:lnTo>
                    <a:pt x="13130" y="2395"/>
                  </a:lnTo>
                  <a:lnTo>
                    <a:pt x="13323" y="2124"/>
                  </a:lnTo>
                  <a:lnTo>
                    <a:pt x="13439" y="1854"/>
                  </a:lnTo>
                  <a:lnTo>
                    <a:pt x="13516" y="1584"/>
                  </a:lnTo>
                  <a:lnTo>
                    <a:pt x="13516" y="1236"/>
                  </a:lnTo>
                  <a:lnTo>
                    <a:pt x="13477" y="1120"/>
                  </a:lnTo>
                  <a:close/>
                  <a:moveTo>
                    <a:pt x="10658" y="1"/>
                  </a:moveTo>
                  <a:lnTo>
                    <a:pt x="9886" y="39"/>
                  </a:lnTo>
                  <a:lnTo>
                    <a:pt x="9114" y="116"/>
                  </a:lnTo>
                  <a:lnTo>
                    <a:pt x="8303" y="232"/>
                  </a:lnTo>
                  <a:lnTo>
                    <a:pt x="7531" y="348"/>
                  </a:lnTo>
                  <a:lnTo>
                    <a:pt x="6720" y="541"/>
                  </a:lnTo>
                  <a:lnTo>
                    <a:pt x="5909" y="734"/>
                  </a:lnTo>
                  <a:lnTo>
                    <a:pt x="5021" y="1005"/>
                  </a:lnTo>
                  <a:lnTo>
                    <a:pt x="4133" y="1352"/>
                  </a:lnTo>
                  <a:lnTo>
                    <a:pt x="3244" y="1700"/>
                  </a:lnTo>
                  <a:lnTo>
                    <a:pt x="2395" y="2124"/>
                  </a:lnTo>
                  <a:lnTo>
                    <a:pt x="1777" y="2433"/>
                  </a:lnTo>
                  <a:lnTo>
                    <a:pt x="1391" y="2626"/>
                  </a:lnTo>
                  <a:lnTo>
                    <a:pt x="1043" y="2858"/>
                  </a:lnTo>
                  <a:lnTo>
                    <a:pt x="696" y="3090"/>
                  </a:lnTo>
                  <a:lnTo>
                    <a:pt x="464" y="3399"/>
                  </a:lnTo>
                  <a:lnTo>
                    <a:pt x="348" y="3553"/>
                  </a:lnTo>
                  <a:lnTo>
                    <a:pt x="271" y="3708"/>
                  </a:lnTo>
                  <a:lnTo>
                    <a:pt x="232" y="3862"/>
                  </a:lnTo>
                  <a:lnTo>
                    <a:pt x="232" y="4055"/>
                  </a:lnTo>
                  <a:lnTo>
                    <a:pt x="194" y="4132"/>
                  </a:lnTo>
                  <a:lnTo>
                    <a:pt x="194" y="4171"/>
                  </a:lnTo>
                  <a:lnTo>
                    <a:pt x="117" y="4325"/>
                  </a:lnTo>
                  <a:lnTo>
                    <a:pt x="39" y="4480"/>
                  </a:lnTo>
                  <a:lnTo>
                    <a:pt x="1" y="4634"/>
                  </a:lnTo>
                  <a:lnTo>
                    <a:pt x="1" y="4789"/>
                  </a:lnTo>
                  <a:lnTo>
                    <a:pt x="39" y="5136"/>
                  </a:lnTo>
                  <a:lnTo>
                    <a:pt x="194" y="5445"/>
                  </a:lnTo>
                  <a:lnTo>
                    <a:pt x="348" y="5638"/>
                  </a:lnTo>
                  <a:lnTo>
                    <a:pt x="503" y="5831"/>
                  </a:lnTo>
                  <a:lnTo>
                    <a:pt x="696" y="5947"/>
                  </a:lnTo>
                  <a:lnTo>
                    <a:pt x="927" y="6063"/>
                  </a:lnTo>
                  <a:lnTo>
                    <a:pt x="966" y="6256"/>
                  </a:lnTo>
                  <a:lnTo>
                    <a:pt x="1275" y="6179"/>
                  </a:lnTo>
                  <a:lnTo>
                    <a:pt x="1314" y="6218"/>
                  </a:lnTo>
                  <a:lnTo>
                    <a:pt x="1314" y="6256"/>
                  </a:lnTo>
                  <a:lnTo>
                    <a:pt x="1352" y="6295"/>
                  </a:lnTo>
                  <a:lnTo>
                    <a:pt x="1468" y="6256"/>
                  </a:lnTo>
                  <a:lnTo>
                    <a:pt x="1816" y="6295"/>
                  </a:lnTo>
                  <a:lnTo>
                    <a:pt x="2395" y="6333"/>
                  </a:lnTo>
                  <a:lnTo>
                    <a:pt x="3013" y="6372"/>
                  </a:lnTo>
                  <a:lnTo>
                    <a:pt x="3592" y="6333"/>
                  </a:lnTo>
                  <a:lnTo>
                    <a:pt x="4171" y="6295"/>
                  </a:lnTo>
                  <a:lnTo>
                    <a:pt x="5368" y="6102"/>
                  </a:lnTo>
                  <a:lnTo>
                    <a:pt x="6565" y="5870"/>
                  </a:lnTo>
                  <a:lnTo>
                    <a:pt x="6758" y="5831"/>
                  </a:lnTo>
                  <a:lnTo>
                    <a:pt x="7994" y="5523"/>
                  </a:lnTo>
                  <a:lnTo>
                    <a:pt x="9037" y="5252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6" y="4132"/>
                  </a:lnTo>
                  <a:lnTo>
                    <a:pt x="12126" y="4248"/>
                  </a:lnTo>
                  <a:lnTo>
                    <a:pt x="12396" y="4287"/>
                  </a:lnTo>
                  <a:lnTo>
                    <a:pt x="12782" y="4712"/>
                  </a:lnTo>
                  <a:lnTo>
                    <a:pt x="13014" y="4519"/>
                  </a:lnTo>
                  <a:lnTo>
                    <a:pt x="12435" y="3939"/>
                  </a:lnTo>
                  <a:lnTo>
                    <a:pt x="12898" y="3669"/>
                  </a:lnTo>
                  <a:lnTo>
                    <a:pt x="13361" y="3321"/>
                  </a:lnTo>
                  <a:lnTo>
                    <a:pt x="13632" y="3051"/>
                  </a:lnTo>
                  <a:lnTo>
                    <a:pt x="13825" y="2704"/>
                  </a:lnTo>
                  <a:lnTo>
                    <a:pt x="14134" y="2626"/>
                  </a:lnTo>
                  <a:lnTo>
                    <a:pt x="14018" y="2317"/>
                  </a:lnTo>
                  <a:lnTo>
                    <a:pt x="14095" y="2009"/>
                  </a:lnTo>
                  <a:lnTo>
                    <a:pt x="14134" y="1738"/>
                  </a:lnTo>
                  <a:lnTo>
                    <a:pt x="14095" y="1468"/>
                  </a:lnTo>
                  <a:lnTo>
                    <a:pt x="14018" y="1236"/>
                  </a:lnTo>
                  <a:lnTo>
                    <a:pt x="13902" y="1005"/>
                  </a:lnTo>
                  <a:lnTo>
                    <a:pt x="13748" y="812"/>
                  </a:lnTo>
                  <a:lnTo>
                    <a:pt x="13477" y="618"/>
                  </a:lnTo>
                  <a:lnTo>
                    <a:pt x="13168" y="503"/>
                  </a:lnTo>
                  <a:lnTo>
                    <a:pt x="13091" y="503"/>
                  </a:lnTo>
                  <a:lnTo>
                    <a:pt x="12898" y="387"/>
                  </a:lnTo>
                  <a:lnTo>
                    <a:pt x="12666" y="271"/>
                  </a:lnTo>
                  <a:lnTo>
                    <a:pt x="12435" y="155"/>
                  </a:lnTo>
                  <a:lnTo>
                    <a:pt x="12203" y="116"/>
                  </a:lnTo>
                  <a:lnTo>
                    <a:pt x="11817" y="39"/>
                  </a:lnTo>
                  <a:lnTo>
                    <a:pt x="1143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8" name="Google Shape;5008;p21"/>
            <p:cNvSpPr/>
            <p:nvPr/>
          </p:nvSpPr>
          <p:spPr>
            <a:xfrm>
              <a:off x="6883725" y="1876175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6" y="1"/>
                  </a:moveTo>
                  <a:lnTo>
                    <a:pt x="348" y="889"/>
                  </a:lnTo>
                  <a:lnTo>
                    <a:pt x="232" y="1815"/>
                  </a:lnTo>
                  <a:lnTo>
                    <a:pt x="155" y="3630"/>
                  </a:lnTo>
                  <a:lnTo>
                    <a:pt x="1" y="7260"/>
                  </a:lnTo>
                  <a:lnTo>
                    <a:pt x="194" y="7260"/>
                  </a:lnTo>
                  <a:lnTo>
                    <a:pt x="426" y="5484"/>
                  </a:lnTo>
                  <a:lnTo>
                    <a:pt x="580" y="3669"/>
                  </a:lnTo>
                  <a:lnTo>
                    <a:pt x="696" y="1854"/>
                  </a:lnTo>
                  <a:lnTo>
                    <a:pt x="696" y="927"/>
                  </a:lnTo>
                  <a:lnTo>
                    <a:pt x="696" y="39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9" name="Google Shape;5009;p21"/>
            <p:cNvSpPr/>
            <p:nvPr/>
          </p:nvSpPr>
          <p:spPr>
            <a:xfrm>
              <a:off x="4796600" y="1878100"/>
              <a:ext cx="350450" cy="288675"/>
            </a:xfrm>
            <a:custGeom>
              <a:avLst/>
              <a:gdLst/>
              <a:ahLst/>
              <a:cxnLst/>
              <a:rect l="l" t="t" r="r" b="b"/>
              <a:pathLst>
                <a:path w="14018" h="11547" extrusionOk="0">
                  <a:moveTo>
                    <a:pt x="11778" y="1"/>
                  </a:moveTo>
                  <a:lnTo>
                    <a:pt x="11469" y="78"/>
                  </a:lnTo>
                  <a:lnTo>
                    <a:pt x="11855" y="1932"/>
                  </a:lnTo>
                  <a:lnTo>
                    <a:pt x="12280" y="3746"/>
                  </a:lnTo>
                  <a:lnTo>
                    <a:pt x="11508" y="2781"/>
                  </a:lnTo>
                  <a:lnTo>
                    <a:pt x="10658" y="1893"/>
                  </a:lnTo>
                  <a:lnTo>
                    <a:pt x="10426" y="2086"/>
                  </a:lnTo>
                  <a:lnTo>
                    <a:pt x="11469" y="3438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9"/>
                  </a:lnTo>
                  <a:lnTo>
                    <a:pt x="13168" y="5523"/>
                  </a:lnTo>
                  <a:lnTo>
                    <a:pt x="13438" y="5716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1"/>
                  </a:lnTo>
                  <a:lnTo>
                    <a:pt x="13631" y="6681"/>
                  </a:lnTo>
                  <a:lnTo>
                    <a:pt x="13516" y="6913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3" y="7955"/>
                  </a:lnTo>
                  <a:lnTo>
                    <a:pt x="12203" y="8419"/>
                  </a:lnTo>
                  <a:lnTo>
                    <a:pt x="11739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2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0" y="11160"/>
                  </a:lnTo>
                  <a:lnTo>
                    <a:pt x="3630" y="11160"/>
                  </a:lnTo>
                  <a:lnTo>
                    <a:pt x="3012" y="11122"/>
                  </a:lnTo>
                  <a:lnTo>
                    <a:pt x="2356" y="11045"/>
                  </a:lnTo>
                  <a:lnTo>
                    <a:pt x="1661" y="10929"/>
                  </a:lnTo>
                  <a:lnTo>
                    <a:pt x="1352" y="10813"/>
                  </a:lnTo>
                  <a:lnTo>
                    <a:pt x="1082" y="10697"/>
                  </a:lnTo>
                  <a:lnTo>
                    <a:pt x="811" y="10543"/>
                  </a:lnTo>
                  <a:lnTo>
                    <a:pt x="618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2"/>
                  </a:lnTo>
                  <a:lnTo>
                    <a:pt x="387" y="9461"/>
                  </a:lnTo>
                  <a:lnTo>
                    <a:pt x="155" y="9423"/>
                  </a:lnTo>
                  <a:lnTo>
                    <a:pt x="39" y="9655"/>
                  </a:lnTo>
                  <a:lnTo>
                    <a:pt x="0" y="9886"/>
                  </a:lnTo>
                  <a:lnTo>
                    <a:pt x="39" y="10118"/>
                  </a:lnTo>
                  <a:lnTo>
                    <a:pt x="78" y="10311"/>
                  </a:lnTo>
                  <a:lnTo>
                    <a:pt x="193" y="10465"/>
                  </a:lnTo>
                  <a:lnTo>
                    <a:pt x="348" y="10620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8"/>
                  </a:lnTo>
                  <a:lnTo>
                    <a:pt x="2201" y="11354"/>
                  </a:lnTo>
                  <a:lnTo>
                    <a:pt x="2626" y="11431"/>
                  </a:lnTo>
                  <a:lnTo>
                    <a:pt x="3321" y="11508"/>
                  </a:lnTo>
                  <a:lnTo>
                    <a:pt x="3978" y="11547"/>
                  </a:lnTo>
                  <a:lnTo>
                    <a:pt x="4673" y="11547"/>
                  </a:lnTo>
                  <a:lnTo>
                    <a:pt x="5368" y="11508"/>
                  </a:lnTo>
                  <a:lnTo>
                    <a:pt x="6063" y="11431"/>
                  </a:lnTo>
                  <a:lnTo>
                    <a:pt x="6758" y="11315"/>
                  </a:lnTo>
                  <a:lnTo>
                    <a:pt x="7414" y="11160"/>
                  </a:lnTo>
                  <a:lnTo>
                    <a:pt x="8071" y="11006"/>
                  </a:lnTo>
                  <a:lnTo>
                    <a:pt x="8727" y="10774"/>
                  </a:lnTo>
                  <a:lnTo>
                    <a:pt x="9345" y="10543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1" y="9655"/>
                  </a:lnTo>
                  <a:lnTo>
                    <a:pt x="11701" y="9268"/>
                  </a:lnTo>
                  <a:lnTo>
                    <a:pt x="12241" y="8882"/>
                  </a:lnTo>
                  <a:lnTo>
                    <a:pt x="12743" y="8457"/>
                  </a:lnTo>
                  <a:lnTo>
                    <a:pt x="13168" y="8071"/>
                  </a:lnTo>
                  <a:lnTo>
                    <a:pt x="13554" y="7647"/>
                  </a:lnTo>
                  <a:lnTo>
                    <a:pt x="13747" y="7376"/>
                  </a:lnTo>
                  <a:lnTo>
                    <a:pt x="13863" y="7145"/>
                  </a:lnTo>
                  <a:lnTo>
                    <a:pt x="13979" y="6874"/>
                  </a:lnTo>
                  <a:lnTo>
                    <a:pt x="14018" y="6565"/>
                  </a:lnTo>
                  <a:lnTo>
                    <a:pt x="14018" y="6334"/>
                  </a:lnTo>
                  <a:lnTo>
                    <a:pt x="14018" y="6141"/>
                  </a:lnTo>
                  <a:lnTo>
                    <a:pt x="13940" y="5909"/>
                  </a:lnTo>
                  <a:lnTo>
                    <a:pt x="13863" y="5716"/>
                  </a:lnTo>
                  <a:lnTo>
                    <a:pt x="13747" y="5523"/>
                  </a:lnTo>
                  <a:lnTo>
                    <a:pt x="13593" y="5368"/>
                  </a:lnTo>
                  <a:lnTo>
                    <a:pt x="13438" y="5252"/>
                  </a:lnTo>
                  <a:lnTo>
                    <a:pt x="13245" y="5137"/>
                  </a:lnTo>
                  <a:lnTo>
                    <a:pt x="13091" y="5137"/>
                  </a:lnTo>
                  <a:lnTo>
                    <a:pt x="12821" y="3824"/>
                  </a:lnTo>
                  <a:lnTo>
                    <a:pt x="12512" y="2549"/>
                  </a:lnTo>
                  <a:lnTo>
                    <a:pt x="12164" y="1275"/>
                  </a:lnTo>
                  <a:lnTo>
                    <a:pt x="117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0" name="Google Shape;5010;p21"/>
            <p:cNvSpPr/>
            <p:nvPr/>
          </p:nvSpPr>
          <p:spPr>
            <a:xfrm>
              <a:off x="6050625" y="1898375"/>
              <a:ext cx="329200" cy="241375"/>
            </a:xfrm>
            <a:custGeom>
              <a:avLst/>
              <a:gdLst/>
              <a:ahLst/>
              <a:cxnLst/>
              <a:rect l="l" t="t" r="r" b="b"/>
              <a:pathLst>
                <a:path w="13168" h="9655" extrusionOk="0">
                  <a:moveTo>
                    <a:pt x="5368" y="619"/>
                  </a:moveTo>
                  <a:lnTo>
                    <a:pt x="5947" y="773"/>
                  </a:lnTo>
                  <a:lnTo>
                    <a:pt x="6526" y="1005"/>
                  </a:lnTo>
                  <a:lnTo>
                    <a:pt x="7028" y="1314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5"/>
                  </a:lnTo>
                  <a:lnTo>
                    <a:pt x="8109" y="2356"/>
                  </a:lnTo>
                  <a:lnTo>
                    <a:pt x="8264" y="2627"/>
                  </a:lnTo>
                  <a:lnTo>
                    <a:pt x="8380" y="2858"/>
                  </a:lnTo>
                  <a:lnTo>
                    <a:pt x="8495" y="3129"/>
                  </a:lnTo>
                  <a:lnTo>
                    <a:pt x="8573" y="3437"/>
                  </a:lnTo>
                  <a:lnTo>
                    <a:pt x="8611" y="3708"/>
                  </a:lnTo>
                  <a:lnTo>
                    <a:pt x="8573" y="3708"/>
                  </a:lnTo>
                  <a:lnTo>
                    <a:pt x="7723" y="3824"/>
                  </a:lnTo>
                  <a:lnTo>
                    <a:pt x="6874" y="3901"/>
                  </a:lnTo>
                  <a:lnTo>
                    <a:pt x="6410" y="3939"/>
                  </a:lnTo>
                  <a:lnTo>
                    <a:pt x="6178" y="3939"/>
                  </a:lnTo>
                  <a:lnTo>
                    <a:pt x="5985" y="3901"/>
                  </a:lnTo>
                  <a:lnTo>
                    <a:pt x="5792" y="3862"/>
                  </a:lnTo>
                  <a:lnTo>
                    <a:pt x="5638" y="3746"/>
                  </a:lnTo>
                  <a:lnTo>
                    <a:pt x="5561" y="3553"/>
                  </a:lnTo>
                  <a:lnTo>
                    <a:pt x="5483" y="3283"/>
                  </a:lnTo>
                  <a:lnTo>
                    <a:pt x="5406" y="2627"/>
                  </a:lnTo>
                  <a:lnTo>
                    <a:pt x="5368" y="1970"/>
                  </a:lnTo>
                  <a:lnTo>
                    <a:pt x="5368" y="619"/>
                  </a:lnTo>
                  <a:close/>
                  <a:moveTo>
                    <a:pt x="2742" y="889"/>
                  </a:moveTo>
                  <a:lnTo>
                    <a:pt x="2626" y="3090"/>
                  </a:lnTo>
                  <a:lnTo>
                    <a:pt x="2626" y="3515"/>
                  </a:lnTo>
                  <a:lnTo>
                    <a:pt x="2587" y="3708"/>
                  </a:lnTo>
                  <a:lnTo>
                    <a:pt x="2510" y="3862"/>
                  </a:lnTo>
                  <a:lnTo>
                    <a:pt x="2433" y="3978"/>
                  </a:lnTo>
                  <a:lnTo>
                    <a:pt x="2278" y="4094"/>
                  </a:lnTo>
                  <a:lnTo>
                    <a:pt x="2124" y="4210"/>
                  </a:lnTo>
                  <a:lnTo>
                    <a:pt x="1892" y="4248"/>
                  </a:lnTo>
                  <a:lnTo>
                    <a:pt x="1699" y="4287"/>
                  </a:lnTo>
                  <a:lnTo>
                    <a:pt x="1506" y="4287"/>
                  </a:lnTo>
                  <a:lnTo>
                    <a:pt x="1120" y="4210"/>
                  </a:lnTo>
                  <a:lnTo>
                    <a:pt x="734" y="4133"/>
                  </a:lnTo>
                  <a:lnTo>
                    <a:pt x="386" y="4017"/>
                  </a:lnTo>
                  <a:lnTo>
                    <a:pt x="502" y="3515"/>
                  </a:lnTo>
                  <a:lnTo>
                    <a:pt x="657" y="3013"/>
                  </a:lnTo>
                  <a:lnTo>
                    <a:pt x="888" y="2549"/>
                  </a:lnTo>
                  <a:lnTo>
                    <a:pt x="1159" y="2125"/>
                  </a:lnTo>
                  <a:lnTo>
                    <a:pt x="1506" y="1738"/>
                  </a:lnTo>
                  <a:lnTo>
                    <a:pt x="1892" y="1391"/>
                  </a:lnTo>
                  <a:lnTo>
                    <a:pt x="2317" y="1121"/>
                  </a:lnTo>
                  <a:lnTo>
                    <a:pt x="2742" y="889"/>
                  </a:lnTo>
                  <a:close/>
                  <a:moveTo>
                    <a:pt x="10774" y="5368"/>
                  </a:moveTo>
                  <a:lnTo>
                    <a:pt x="11198" y="5638"/>
                  </a:lnTo>
                  <a:lnTo>
                    <a:pt x="11623" y="5986"/>
                  </a:lnTo>
                  <a:lnTo>
                    <a:pt x="11430" y="6140"/>
                  </a:lnTo>
                  <a:lnTo>
                    <a:pt x="11314" y="6179"/>
                  </a:lnTo>
                  <a:lnTo>
                    <a:pt x="11198" y="6256"/>
                  </a:lnTo>
                  <a:lnTo>
                    <a:pt x="10928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32"/>
                  </a:lnTo>
                  <a:lnTo>
                    <a:pt x="10542" y="5716"/>
                  </a:lnTo>
                  <a:lnTo>
                    <a:pt x="10619" y="5523"/>
                  </a:lnTo>
                  <a:lnTo>
                    <a:pt x="10658" y="5407"/>
                  </a:lnTo>
                  <a:lnTo>
                    <a:pt x="10774" y="5368"/>
                  </a:lnTo>
                  <a:close/>
                  <a:moveTo>
                    <a:pt x="4402" y="1"/>
                  </a:moveTo>
                  <a:lnTo>
                    <a:pt x="3939" y="39"/>
                  </a:lnTo>
                  <a:lnTo>
                    <a:pt x="3514" y="117"/>
                  </a:lnTo>
                  <a:lnTo>
                    <a:pt x="3051" y="194"/>
                  </a:lnTo>
                  <a:lnTo>
                    <a:pt x="2626" y="348"/>
                  </a:lnTo>
                  <a:lnTo>
                    <a:pt x="2240" y="541"/>
                  </a:lnTo>
                  <a:lnTo>
                    <a:pt x="1854" y="773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8" y="1661"/>
                  </a:lnTo>
                  <a:lnTo>
                    <a:pt x="618" y="2009"/>
                  </a:lnTo>
                  <a:lnTo>
                    <a:pt x="386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31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57"/>
                  </a:lnTo>
                  <a:lnTo>
                    <a:pt x="348" y="4287"/>
                  </a:lnTo>
                  <a:lnTo>
                    <a:pt x="965" y="4519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5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364"/>
                  </a:lnTo>
                  <a:lnTo>
                    <a:pt x="2858" y="4248"/>
                  </a:lnTo>
                  <a:lnTo>
                    <a:pt x="2896" y="4094"/>
                  </a:lnTo>
                  <a:lnTo>
                    <a:pt x="2973" y="3939"/>
                  </a:lnTo>
                  <a:lnTo>
                    <a:pt x="3012" y="3631"/>
                  </a:lnTo>
                  <a:lnTo>
                    <a:pt x="3012" y="2974"/>
                  </a:lnTo>
                  <a:lnTo>
                    <a:pt x="3089" y="734"/>
                  </a:lnTo>
                  <a:lnTo>
                    <a:pt x="3514" y="619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7" y="580"/>
                  </a:lnTo>
                  <a:lnTo>
                    <a:pt x="5020" y="1623"/>
                  </a:lnTo>
                  <a:lnTo>
                    <a:pt x="5059" y="2704"/>
                  </a:lnTo>
                  <a:lnTo>
                    <a:pt x="5097" y="3399"/>
                  </a:lnTo>
                  <a:lnTo>
                    <a:pt x="5175" y="3746"/>
                  </a:lnTo>
                  <a:lnTo>
                    <a:pt x="5213" y="3901"/>
                  </a:lnTo>
                  <a:lnTo>
                    <a:pt x="5290" y="4017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70" y="4326"/>
                  </a:lnTo>
                  <a:lnTo>
                    <a:pt x="6217" y="4326"/>
                  </a:lnTo>
                  <a:lnTo>
                    <a:pt x="6565" y="4287"/>
                  </a:lnTo>
                  <a:lnTo>
                    <a:pt x="7607" y="4210"/>
                  </a:lnTo>
                  <a:lnTo>
                    <a:pt x="8650" y="4055"/>
                  </a:lnTo>
                  <a:lnTo>
                    <a:pt x="8650" y="4441"/>
                  </a:lnTo>
                  <a:lnTo>
                    <a:pt x="8611" y="4866"/>
                  </a:lnTo>
                  <a:lnTo>
                    <a:pt x="8611" y="4905"/>
                  </a:lnTo>
                  <a:lnTo>
                    <a:pt x="8611" y="5021"/>
                  </a:lnTo>
                  <a:lnTo>
                    <a:pt x="8650" y="5059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0" y="4905"/>
                  </a:lnTo>
                  <a:lnTo>
                    <a:pt x="9384" y="4905"/>
                  </a:lnTo>
                  <a:lnTo>
                    <a:pt x="9808" y="4982"/>
                  </a:lnTo>
                  <a:lnTo>
                    <a:pt x="10194" y="5098"/>
                  </a:lnTo>
                  <a:lnTo>
                    <a:pt x="10503" y="5252"/>
                  </a:lnTo>
                  <a:lnTo>
                    <a:pt x="10426" y="5330"/>
                  </a:lnTo>
                  <a:lnTo>
                    <a:pt x="10310" y="5445"/>
                  </a:lnTo>
                  <a:lnTo>
                    <a:pt x="10272" y="5600"/>
                  </a:lnTo>
                  <a:lnTo>
                    <a:pt x="10233" y="5716"/>
                  </a:lnTo>
                  <a:lnTo>
                    <a:pt x="10233" y="5870"/>
                  </a:lnTo>
                  <a:lnTo>
                    <a:pt x="10233" y="6025"/>
                  </a:lnTo>
                  <a:lnTo>
                    <a:pt x="10272" y="6179"/>
                  </a:lnTo>
                  <a:lnTo>
                    <a:pt x="10349" y="6334"/>
                  </a:lnTo>
                  <a:lnTo>
                    <a:pt x="10503" y="6488"/>
                  </a:lnTo>
                  <a:lnTo>
                    <a:pt x="10696" y="6565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7"/>
                  </a:lnTo>
                  <a:lnTo>
                    <a:pt x="11739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41" y="6913"/>
                  </a:lnTo>
                  <a:lnTo>
                    <a:pt x="12395" y="7222"/>
                  </a:lnTo>
                  <a:lnTo>
                    <a:pt x="12473" y="7569"/>
                  </a:lnTo>
                  <a:lnTo>
                    <a:pt x="12511" y="7917"/>
                  </a:lnTo>
                  <a:lnTo>
                    <a:pt x="12550" y="8264"/>
                  </a:lnTo>
                  <a:lnTo>
                    <a:pt x="12550" y="8998"/>
                  </a:lnTo>
                  <a:lnTo>
                    <a:pt x="12473" y="8998"/>
                  </a:lnTo>
                  <a:lnTo>
                    <a:pt x="12434" y="9037"/>
                  </a:lnTo>
                  <a:lnTo>
                    <a:pt x="12357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54"/>
                  </a:lnTo>
                  <a:lnTo>
                    <a:pt x="12125" y="9654"/>
                  </a:lnTo>
                  <a:lnTo>
                    <a:pt x="12820" y="9616"/>
                  </a:lnTo>
                  <a:lnTo>
                    <a:pt x="12936" y="9577"/>
                  </a:lnTo>
                  <a:lnTo>
                    <a:pt x="13013" y="9461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091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685"/>
                  </a:lnTo>
                  <a:lnTo>
                    <a:pt x="12936" y="7183"/>
                  </a:lnTo>
                  <a:lnTo>
                    <a:pt x="12704" y="6681"/>
                  </a:lnTo>
                  <a:lnTo>
                    <a:pt x="12434" y="6218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276" y="5098"/>
                  </a:lnTo>
                  <a:lnTo>
                    <a:pt x="10967" y="4905"/>
                  </a:lnTo>
                  <a:lnTo>
                    <a:pt x="10619" y="4750"/>
                  </a:lnTo>
                  <a:lnTo>
                    <a:pt x="10233" y="4596"/>
                  </a:lnTo>
                  <a:lnTo>
                    <a:pt x="9886" y="4480"/>
                  </a:lnTo>
                  <a:lnTo>
                    <a:pt x="9499" y="4403"/>
                  </a:lnTo>
                  <a:lnTo>
                    <a:pt x="9190" y="4441"/>
                  </a:lnTo>
                  <a:lnTo>
                    <a:pt x="9268" y="3978"/>
                  </a:lnTo>
                  <a:lnTo>
                    <a:pt x="9229" y="3515"/>
                  </a:lnTo>
                  <a:lnTo>
                    <a:pt x="9152" y="3090"/>
                  </a:lnTo>
                  <a:lnTo>
                    <a:pt x="8997" y="2665"/>
                  </a:lnTo>
                  <a:lnTo>
                    <a:pt x="8804" y="2279"/>
                  </a:lnTo>
                  <a:lnTo>
                    <a:pt x="8534" y="1931"/>
                  </a:lnTo>
                  <a:lnTo>
                    <a:pt x="8186" y="1584"/>
                  </a:lnTo>
                  <a:lnTo>
                    <a:pt x="7839" y="1275"/>
                  </a:lnTo>
                  <a:lnTo>
                    <a:pt x="7453" y="966"/>
                  </a:lnTo>
                  <a:lnTo>
                    <a:pt x="7067" y="734"/>
                  </a:lnTo>
                  <a:lnTo>
                    <a:pt x="6603" y="503"/>
                  </a:lnTo>
                  <a:lnTo>
                    <a:pt x="6178" y="348"/>
                  </a:lnTo>
                  <a:lnTo>
                    <a:pt x="5715" y="194"/>
                  </a:lnTo>
                  <a:lnTo>
                    <a:pt x="5290" y="78"/>
                  </a:lnTo>
                  <a:lnTo>
                    <a:pt x="482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1" name="Google Shape;5011;p21"/>
            <p:cNvSpPr/>
            <p:nvPr/>
          </p:nvSpPr>
          <p:spPr>
            <a:xfrm>
              <a:off x="1849325" y="1901275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7" y="1"/>
                  </a:moveTo>
                  <a:lnTo>
                    <a:pt x="0" y="580"/>
                  </a:lnTo>
                  <a:lnTo>
                    <a:pt x="0" y="1198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9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70" y="5947"/>
                  </a:lnTo>
                  <a:lnTo>
                    <a:pt x="2433" y="6411"/>
                  </a:lnTo>
                  <a:lnTo>
                    <a:pt x="2974" y="6874"/>
                  </a:lnTo>
                  <a:lnTo>
                    <a:pt x="3514" y="7260"/>
                  </a:lnTo>
                  <a:lnTo>
                    <a:pt x="4093" y="7646"/>
                  </a:lnTo>
                  <a:lnTo>
                    <a:pt x="4711" y="7955"/>
                  </a:lnTo>
                  <a:lnTo>
                    <a:pt x="5329" y="8226"/>
                  </a:lnTo>
                  <a:lnTo>
                    <a:pt x="5986" y="8496"/>
                  </a:lnTo>
                  <a:lnTo>
                    <a:pt x="6642" y="8689"/>
                  </a:lnTo>
                  <a:lnTo>
                    <a:pt x="7298" y="8843"/>
                  </a:lnTo>
                  <a:lnTo>
                    <a:pt x="7993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4"/>
                  </a:lnTo>
                  <a:lnTo>
                    <a:pt x="10774" y="9075"/>
                  </a:lnTo>
                  <a:lnTo>
                    <a:pt x="11392" y="8998"/>
                  </a:lnTo>
                  <a:lnTo>
                    <a:pt x="12048" y="8921"/>
                  </a:lnTo>
                  <a:lnTo>
                    <a:pt x="12705" y="8766"/>
                  </a:lnTo>
                  <a:lnTo>
                    <a:pt x="13361" y="8612"/>
                  </a:lnTo>
                  <a:lnTo>
                    <a:pt x="14017" y="8380"/>
                  </a:lnTo>
                  <a:lnTo>
                    <a:pt x="14635" y="8148"/>
                  </a:lnTo>
                  <a:lnTo>
                    <a:pt x="15253" y="7878"/>
                  </a:lnTo>
                  <a:lnTo>
                    <a:pt x="15871" y="7569"/>
                  </a:lnTo>
                  <a:lnTo>
                    <a:pt x="16450" y="7222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5"/>
                  </a:lnTo>
                  <a:lnTo>
                    <a:pt x="19076" y="4287"/>
                  </a:lnTo>
                  <a:lnTo>
                    <a:pt x="19346" y="3669"/>
                  </a:lnTo>
                  <a:lnTo>
                    <a:pt x="19115" y="3630"/>
                  </a:lnTo>
                  <a:lnTo>
                    <a:pt x="18767" y="4171"/>
                  </a:lnTo>
                  <a:lnTo>
                    <a:pt x="18420" y="4634"/>
                  </a:lnTo>
                  <a:lnTo>
                    <a:pt x="18033" y="5098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0" y="6333"/>
                  </a:lnTo>
                  <a:lnTo>
                    <a:pt x="16257" y="6681"/>
                  </a:lnTo>
                  <a:lnTo>
                    <a:pt x="15755" y="7028"/>
                  </a:lnTo>
                  <a:lnTo>
                    <a:pt x="15214" y="7299"/>
                  </a:lnTo>
                  <a:lnTo>
                    <a:pt x="14712" y="7569"/>
                  </a:lnTo>
                  <a:lnTo>
                    <a:pt x="14133" y="7801"/>
                  </a:lnTo>
                  <a:lnTo>
                    <a:pt x="13593" y="8032"/>
                  </a:lnTo>
                  <a:lnTo>
                    <a:pt x="13013" y="8187"/>
                  </a:lnTo>
                  <a:lnTo>
                    <a:pt x="12434" y="8341"/>
                  </a:lnTo>
                  <a:lnTo>
                    <a:pt x="11816" y="8457"/>
                  </a:lnTo>
                  <a:lnTo>
                    <a:pt x="11199" y="8534"/>
                  </a:lnTo>
                  <a:lnTo>
                    <a:pt x="10503" y="8612"/>
                  </a:lnTo>
                  <a:lnTo>
                    <a:pt x="9113" y="8612"/>
                  </a:lnTo>
                  <a:lnTo>
                    <a:pt x="8380" y="8534"/>
                  </a:lnTo>
                  <a:lnTo>
                    <a:pt x="7685" y="8419"/>
                  </a:lnTo>
                  <a:lnTo>
                    <a:pt x="6990" y="8303"/>
                  </a:lnTo>
                  <a:lnTo>
                    <a:pt x="6333" y="8110"/>
                  </a:lnTo>
                  <a:lnTo>
                    <a:pt x="5638" y="7878"/>
                  </a:lnTo>
                  <a:lnTo>
                    <a:pt x="5020" y="7608"/>
                  </a:lnTo>
                  <a:lnTo>
                    <a:pt x="4364" y="7260"/>
                  </a:lnTo>
                  <a:lnTo>
                    <a:pt x="3784" y="6913"/>
                  </a:lnTo>
                  <a:lnTo>
                    <a:pt x="3205" y="6488"/>
                  </a:lnTo>
                  <a:lnTo>
                    <a:pt x="2703" y="6063"/>
                  </a:lnTo>
                  <a:lnTo>
                    <a:pt x="2201" y="5561"/>
                  </a:lnTo>
                  <a:lnTo>
                    <a:pt x="1776" y="4982"/>
                  </a:lnTo>
                  <a:lnTo>
                    <a:pt x="1390" y="4403"/>
                  </a:lnTo>
                  <a:lnTo>
                    <a:pt x="1120" y="3901"/>
                  </a:lnTo>
                  <a:lnTo>
                    <a:pt x="850" y="3360"/>
                  </a:lnTo>
                  <a:lnTo>
                    <a:pt x="695" y="2858"/>
                  </a:lnTo>
                  <a:lnTo>
                    <a:pt x="541" y="2279"/>
                  </a:lnTo>
                  <a:lnTo>
                    <a:pt x="425" y="1738"/>
                  </a:lnTo>
                  <a:lnTo>
                    <a:pt x="386" y="1159"/>
                  </a:lnTo>
                  <a:lnTo>
                    <a:pt x="386" y="618"/>
                  </a:lnTo>
                  <a:lnTo>
                    <a:pt x="425" y="39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2" name="Google Shape;5012;p21"/>
            <p:cNvSpPr/>
            <p:nvPr/>
          </p:nvSpPr>
          <p:spPr>
            <a:xfrm>
              <a:off x="1935225" y="1910925"/>
              <a:ext cx="35750" cy="29000"/>
            </a:xfrm>
            <a:custGeom>
              <a:avLst/>
              <a:gdLst/>
              <a:ahLst/>
              <a:cxnLst/>
              <a:rect l="l" t="t" r="r" b="b"/>
              <a:pathLst>
                <a:path w="1430" h="1160" extrusionOk="0">
                  <a:moveTo>
                    <a:pt x="503" y="1"/>
                  </a:moveTo>
                  <a:lnTo>
                    <a:pt x="310" y="117"/>
                  </a:lnTo>
                  <a:lnTo>
                    <a:pt x="194" y="232"/>
                  </a:lnTo>
                  <a:lnTo>
                    <a:pt x="78" y="387"/>
                  </a:lnTo>
                  <a:lnTo>
                    <a:pt x="40" y="541"/>
                  </a:lnTo>
                  <a:lnTo>
                    <a:pt x="1" y="734"/>
                  </a:lnTo>
                  <a:lnTo>
                    <a:pt x="40" y="927"/>
                  </a:lnTo>
                  <a:lnTo>
                    <a:pt x="117" y="1082"/>
                  </a:lnTo>
                  <a:lnTo>
                    <a:pt x="194" y="1159"/>
                  </a:lnTo>
                  <a:lnTo>
                    <a:pt x="348" y="1159"/>
                  </a:lnTo>
                  <a:lnTo>
                    <a:pt x="426" y="1043"/>
                  </a:lnTo>
                  <a:lnTo>
                    <a:pt x="426" y="1005"/>
                  </a:lnTo>
                  <a:lnTo>
                    <a:pt x="387" y="927"/>
                  </a:lnTo>
                  <a:lnTo>
                    <a:pt x="387" y="850"/>
                  </a:lnTo>
                  <a:lnTo>
                    <a:pt x="348" y="773"/>
                  </a:lnTo>
                  <a:lnTo>
                    <a:pt x="426" y="580"/>
                  </a:lnTo>
                  <a:lnTo>
                    <a:pt x="542" y="425"/>
                  </a:lnTo>
                  <a:lnTo>
                    <a:pt x="619" y="387"/>
                  </a:lnTo>
                  <a:lnTo>
                    <a:pt x="773" y="387"/>
                  </a:lnTo>
                  <a:lnTo>
                    <a:pt x="850" y="425"/>
                  </a:lnTo>
                  <a:lnTo>
                    <a:pt x="966" y="580"/>
                  </a:lnTo>
                  <a:lnTo>
                    <a:pt x="1005" y="657"/>
                  </a:lnTo>
                  <a:lnTo>
                    <a:pt x="1005" y="734"/>
                  </a:lnTo>
                  <a:lnTo>
                    <a:pt x="966" y="927"/>
                  </a:lnTo>
                  <a:lnTo>
                    <a:pt x="966" y="1005"/>
                  </a:lnTo>
                  <a:lnTo>
                    <a:pt x="966" y="1082"/>
                  </a:lnTo>
                  <a:lnTo>
                    <a:pt x="1005" y="1121"/>
                  </a:lnTo>
                  <a:lnTo>
                    <a:pt x="1082" y="1159"/>
                  </a:lnTo>
                  <a:lnTo>
                    <a:pt x="1198" y="1159"/>
                  </a:lnTo>
                  <a:lnTo>
                    <a:pt x="1275" y="1121"/>
                  </a:lnTo>
                  <a:lnTo>
                    <a:pt x="1314" y="1082"/>
                  </a:lnTo>
                  <a:lnTo>
                    <a:pt x="1391" y="889"/>
                  </a:lnTo>
                  <a:lnTo>
                    <a:pt x="1430" y="734"/>
                  </a:lnTo>
                  <a:lnTo>
                    <a:pt x="1391" y="541"/>
                  </a:lnTo>
                  <a:lnTo>
                    <a:pt x="1314" y="348"/>
                  </a:lnTo>
                  <a:lnTo>
                    <a:pt x="1198" y="194"/>
                  </a:lnTo>
                  <a:lnTo>
                    <a:pt x="1044" y="78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3" name="Google Shape;5013;p21"/>
            <p:cNvSpPr/>
            <p:nvPr/>
          </p:nvSpPr>
          <p:spPr>
            <a:xfrm>
              <a:off x="6081500" y="1911900"/>
              <a:ext cx="255850" cy="266475"/>
            </a:xfrm>
            <a:custGeom>
              <a:avLst/>
              <a:gdLst/>
              <a:ahLst/>
              <a:cxnLst/>
              <a:rect l="l" t="t" r="r" b="b"/>
              <a:pathLst>
                <a:path w="10234" h="10659" extrusionOk="0">
                  <a:moveTo>
                    <a:pt x="8303" y="7299"/>
                  </a:moveTo>
                  <a:lnTo>
                    <a:pt x="8535" y="7376"/>
                  </a:lnTo>
                  <a:lnTo>
                    <a:pt x="8766" y="7453"/>
                  </a:lnTo>
                  <a:lnTo>
                    <a:pt x="8998" y="7569"/>
                  </a:lnTo>
                  <a:lnTo>
                    <a:pt x="9191" y="7723"/>
                  </a:lnTo>
                  <a:lnTo>
                    <a:pt x="9384" y="7878"/>
                  </a:lnTo>
                  <a:lnTo>
                    <a:pt x="9539" y="8109"/>
                  </a:lnTo>
                  <a:lnTo>
                    <a:pt x="9655" y="8341"/>
                  </a:lnTo>
                  <a:lnTo>
                    <a:pt x="9693" y="8573"/>
                  </a:lnTo>
                  <a:lnTo>
                    <a:pt x="9732" y="8843"/>
                  </a:lnTo>
                  <a:lnTo>
                    <a:pt x="9693" y="9152"/>
                  </a:lnTo>
                  <a:lnTo>
                    <a:pt x="9577" y="9422"/>
                  </a:lnTo>
                  <a:lnTo>
                    <a:pt x="9423" y="9654"/>
                  </a:lnTo>
                  <a:lnTo>
                    <a:pt x="9230" y="9847"/>
                  </a:lnTo>
                  <a:lnTo>
                    <a:pt x="8959" y="10002"/>
                  </a:lnTo>
                  <a:lnTo>
                    <a:pt x="8728" y="10117"/>
                  </a:lnTo>
                  <a:lnTo>
                    <a:pt x="8419" y="10156"/>
                  </a:lnTo>
                  <a:lnTo>
                    <a:pt x="8149" y="10156"/>
                  </a:lnTo>
                  <a:lnTo>
                    <a:pt x="7878" y="10079"/>
                  </a:lnTo>
                  <a:lnTo>
                    <a:pt x="7647" y="9963"/>
                  </a:lnTo>
                  <a:lnTo>
                    <a:pt x="7415" y="9770"/>
                  </a:lnTo>
                  <a:lnTo>
                    <a:pt x="7222" y="9577"/>
                  </a:lnTo>
                  <a:lnTo>
                    <a:pt x="7067" y="9345"/>
                  </a:lnTo>
                  <a:lnTo>
                    <a:pt x="6990" y="9075"/>
                  </a:lnTo>
                  <a:lnTo>
                    <a:pt x="6951" y="8805"/>
                  </a:lnTo>
                  <a:lnTo>
                    <a:pt x="6990" y="8496"/>
                  </a:lnTo>
                  <a:lnTo>
                    <a:pt x="7067" y="8264"/>
                  </a:lnTo>
                  <a:lnTo>
                    <a:pt x="7183" y="8071"/>
                  </a:lnTo>
                  <a:lnTo>
                    <a:pt x="7338" y="7878"/>
                  </a:lnTo>
                  <a:lnTo>
                    <a:pt x="7531" y="7723"/>
                  </a:lnTo>
                  <a:lnTo>
                    <a:pt x="7762" y="7569"/>
                  </a:lnTo>
                  <a:lnTo>
                    <a:pt x="8187" y="7337"/>
                  </a:lnTo>
                  <a:lnTo>
                    <a:pt x="8264" y="7299"/>
                  </a:lnTo>
                  <a:close/>
                  <a:moveTo>
                    <a:pt x="2897" y="0"/>
                  </a:moveTo>
                  <a:lnTo>
                    <a:pt x="2704" y="39"/>
                  </a:lnTo>
                  <a:lnTo>
                    <a:pt x="2665" y="78"/>
                  </a:lnTo>
                  <a:lnTo>
                    <a:pt x="2665" y="1313"/>
                  </a:lnTo>
                  <a:lnTo>
                    <a:pt x="2665" y="2588"/>
                  </a:lnTo>
                  <a:lnTo>
                    <a:pt x="2704" y="3823"/>
                  </a:lnTo>
                  <a:lnTo>
                    <a:pt x="2742" y="5059"/>
                  </a:lnTo>
                  <a:lnTo>
                    <a:pt x="2936" y="7492"/>
                  </a:lnTo>
                  <a:lnTo>
                    <a:pt x="2936" y="8148"/>
                  </a:lnTo>
                  <a:lnTo>
                    <a:pt x="2974" y="8457"/>
                  </a:lnTo>
                  <a:lnTo>
                    <a:pt x="3013" y="8611"/>
                  </a:lnTo>
                  <a:lnTo>
                    <a:pt x="3090" y="8766"/>
                  </a:lnTo>
                  <a:lnTo>
                    <a:pt x="1584" y="8689"/>
                  </a:lnTo>
                  <a:lnTo>
                    <a:pt x="1" y="8689"/>
                  </a:lnTo>
                  <a:lnTo>
                    <a:pt x="39" y="8998"/>
                  </a:lnTo>
                  <a:lnTo>
                    <a:pt x="812" y="9113"/>
                  </a:lnTo>
                  <a:lnTo>
                    <a:pt x="1584" y="9152"/>
                  </a:lnTo>
                  <a:lnTo>
                    <a:pt x="3167" y="9229"/>
                  </a:lnTo>
                  <a:lnTo>
                    <a:pt x="4866" y="9306"/>
                  </a:lnTo>
                  <a:lnTo>
                    <a:pt x="5677" y="9306"/>
                  </a:lnTo>
                  <a:lnTo>
                    <a:pt x="6527" y="9229"/>
                  </a:lnTo>
                  <a:lnTo>
                    <a:pt x="6643" y="9538"/>
                  </a:lnTo>
                  <a:lnTo>
                    <a:pt x="6797" y="9847"/>
                  </a:lnTo>
                  <a:lnTo>
                    <a:pt x="6990" y="10079"/>
                  </a:lnTo>
                  <a:lnTo>
                    <a:pt x="7260" y="10310"/>
                  </a:lnTo>
                  <a:lnTo>
                    <a:pt x="7531" y="10465"/>
                  </a:lnTo>
                  <a:lnTo>
                    <a:pt x="7840" y="10581"/>
                  </a:lnTo>
                  <a:lnTo>
                    <a:pt x="8149" y="10658"/>
                  </a:lnTo>
                  <a:lnTo>
                    <a:pt x="8457" y="10658"/>
                  </a:lnTo>
                  <a:lnTo>
                    <a:pt x="8766" y="10619"/>
                  </a:lnTo>
                  <a:lnTo>
                    <a:pt x="9075" y="10504"/>
                  </a:lnTo>
                  <a:lnTo>
                    <a:pt x="9346" y="10388"/>
                  </a:lnTo>
                  <a:lnTo>
                    <a:pt x="9577" y="10195"/>
                  </a:lnTo>
                  <a:lnTo>
                    <a:pt x="9809" y="9963"/>
                  </a:lnTo>
                  <a:lnTo>
                    <a:pt x="9963" y="9693"/>
                  </a:lnTo>
                  <a:lnTo>
                    <a:pt x="10118" y="9422"/>
                  </a:lnTo>
                  <a:lnTo>
                    <a:pt x="10195" y="9113"/>
                  </a:lnTo>
                  <a:lnTo>
                    <a:pt x="10234" y="9113"/>
                  </a:lnTo>
                  <a:lnTo>
                    <a:pt x="10234" y="8766"/>
                  </a:lnTo>
                  <a:lnTo>
                    <a:pt x="10195" y="8380"/>
                  </a:lnTo>
                  <a:lnTo>
                    <a:pt x="10041" y="8071"/>
                  </a:lnTo>
                  <a:lnTo>
                    <a:pt x="9886" y="7762"/>
                  </a:lnTo>
                  <a:lnTo>
                    <a:pt x="9655" y="7492"/>
                  </a:lnTo>
                  <a:lnTo>
                    <a:pt x="9346" y="7260"/>
                  </a:lnTo>
                  <a:lnTo>
                    <a:pt x="9037" y="7105"/>
                  </a:lnTo>
                  <a:lnTo>
                    <a:pt x="8689" y="7028"/>
                  </a:lnTo>
                  <a:lnTo>
                    <a:pt x="8342" y="6990"/>
                  </a:lnTo>
                  <a:lnTo>
                    <a:pt x="8226" y="7067"/>
                  </a:lnTo>
                  <a:lnTo>
                    <a:pt x="8187" y="7028"/>
                  </a:lnTo>
                  <a:lnTo>
                    <a:pt x="8110" y="6990"/>
                  </a:lnTo>
                  <a:lnTo>
                    <a:pt x="7955" y="6990"/>
                  </a:lnTo>
                  <a:lnTo>
                    <a:pt x="7762" y="7028"/>
                  </a:lnTo>
                  <a:lnTo>
                    <a:pt x="7453" y="7144"/>
                  </a:lnTo>
                  <a:lnTo>
                    <a:pt x="7183" y="7337"/>
                  </a:lnTo>
                  <a:lnTo>
                    <a:pt x="6951" y="7569"/>
                  </a:lnTo>
                  <a:lnTo>
                    <a:pt x="6758" y="7878"/>
                  </a:lnTo>
                  <a:lnTo>
                    <a:pt x="6604" y="8187"/>
                  </a:lnTo>
                  <a:lnTo>
                    <a:pt x="6488" y="8496"/>
                  </a:lnTo>
                  <a:lnTo>
                    <a:pt x="6488" y="8843"/>
                  </a:lnTo>
                  <a:lnTo>
                    <a:pt x="5716" y="8766"/>
                  </a:lnTo>
                  <a:lnTo>
                    <a:pt x="3476" y="8766"/>
                  </a:lnTo>
                  <a:lnTo>
                    <a:pt x="3515" y="8689"/>
                  </a:lnTo>
                  <a:lnTo>
                    <a:pt x="3515" y="8650"/>
                  </a:lnTo>
                  <a:lnTo>
                    <a:pt x="3476" y="8573"/>
                  </a:lnTo>
                  <a:lnTo>
                    <a:pt x="3438" y="8496"/>
                  </a:lnTo>
                  <a:lnTo>
                    <a:pt x="3399" y="8457"/>
                  </a:lnTo>
                  <a:lnTo>
                    <a:pt x="3322" y="8457"/>
                  </a:lnTo>
                  <a:lnTo>
                    <a:pt x="3244" y="8496"/>
                  </a:lnTo>
                  <a:lnTo>
                    <a:pt x="3322" y="8380"/>
                  </a:lnTo>
                  <a:lnTo>
                    <a:pt x="3322" y="8225"/>
                  </a:lnTo>
                  <a:lnTo>
                    <a:pt x="3322" y="8071"/>
                  </a:lnTo>
                  <a:lnTo>
                    <a:pt x="3283" y="7955"/>
                  </a:lnTo>
                  <a:lnTo>
                    <a:pt x="3244" y="7337"/>
                  </a:lnTo>
                  <a:lnTo>
                    <a:pt x="3167" y="6410"/>
                  </a:lnTo>
                  <a:lnTo>
                    <a:pt x="3051" y="4325"/>
                  </a:lnTo>
                  <a:lnTo>
                    <a:pt x="2974" y="2201"/>
                  </a:lnTo>
                  <a:lnTo>
                    <a:pt x="2897" y="78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4" name="Google Shape;5014;p21"/>
            <p:cNvSpPr/>
            <p:nvPr/>
          </p:nvSpPr>
          <p:spPr>
            <a:xfrm>
              <a:off x="2715250" y="1912850"/>
              <a:ext cx="147725" cy="161250"/>
            </a:xfrm>
            <a:custGeom>
              <a:avLst/>
              <a:gdLst/>
              <a:ahLst/>
              <a:cxnLst/>
              <a:rect l="l" t="t" r="r" b="b"/>
              <a:pathLst>
                <a:path w="5909" h="6450" extrusionOk="0">
                  <a:moveTo>
                    <a:pt x="2781" y="503"/>
                  </a:moveTo>
                  <a:lnTo>
                    <a:pt x="3283" y="580"/>
                  </a:lnTo>
                  <a:lnTo>
                    <a:pt x="3746" y="735"/>
                  </a:lnTo>
                  <a:lnTo>
                    <a:pt x="4210" y="966"/>
                  </a:lnTo>
                  <a:lnTo>
                    <a:pt x="4403" y="1082"/>
                  </a:lnTo>
                  <a:lnTo>
                    <a:pt x="4596" y="1275"/>
                  </a:lnTo>
                  <a:lnTo>
                    <a:pt x="4750" y="1468"/>
                  </a:lnTo>
                  <a:lnTo>
                    <a:pt x="4943" y="1661"/>
                  </a:lnTo>
                  <a:lnTo>
                    <a:pt x="5059" y="1893"/>
                  </a:lnTo>
                  <a:lnTo>
                    <a:pt x="5175" y="2125"/>
                  </a:lnTo>
                  <a:lnTo>
                    <a:pt x="5330" y="2588"/>
                  </a:lnTo>
                  <a:lnTo>
                    <a:pt x="5407" y="3052"/>
                  </a:lnTo>
                  <a:lnTo>
                    <a:pt x="5407" y="3515"/>
                  </a:lnTo>
                  <a:lnTo>
                    <a:pt x="5368" y="4017"/>
                  </a:lnTo>
                  <a:lnTo>
                    <a:pt x="5214" y="4442"/>
                  </a:lnTo>
                  <a:lnTo>
                    <a:pt x="4982" y="4866"/>
                  </a:lnTo>
                  <a:lnTo>
                    <a:pt x="4828" y="5059"/>
                  </a:lnTo>
                  <a:lnTo>
                    <a:pt x="4673" y="5253"/>
                  </a:lnTo>
                  <a:lnTo>
                    <a:pt x="4480" y="5407"/>
                  </a:lnTo>
                  <a:lnTo>
                    <a:pt x="4287" y="5561"/>
                  </a:lnTo>
                  <a:lnTo>
                    <a:pt x="4017" y="5716"/>
                  </a:lnTo>
                  <a:lnTo>
                    <a:pt x="3746" y="5832"/>
                  </a:lnTo>
                  <a:lnTo>
                    <a:pt x="3515" y="5909"/>
                  </a:lnTo>
                  <a:lnTo>
                    <a:pt x="3244" y="5948"/>
                  </a:lnTo>
                  <a:lnTo>
                    <a:pt x="2742" y="5948"/>
                  </a:lnTo>
                  <a:lnTo>
                    <a:pt x="2511" y="5870"/>
                  </a:lnTo>
                  <a:lnTo>
                    <a:pt x="2279" y="5793"/>
                  </a:lnTo>
                  <a:lnTo>
                    <a:pt x="2047" y="5677"/>
                  </a:lnTo>
                  <a:lnTo>
                    <a:pt x="1816" y="5561"/>
                  </a:lnTo>
                  <a:lnTo>
                    <a:pt x="1623" y="5407"/>
                  </a:lnTo>
                  <a:lnTo>
                    <a:pt x="1429" y="5214"/>
                  </a:lnTo>
                  <a:lnTo>
                    <a:pt x="1082" y="4828"/>
                  </a:lnTo>
                  <a:lnTo>
                    <a:pt x="812" y="4364"/>
                  </a:lnTo>
                  <a:lnTo>
                    <a:pt x="619" y="3862"/>
                  </a:lnTo>
                  <a:lnTo>
                    <a:pt x="464" y="3322"/>
                  </a:lnTo>
                  <a:lnTo>
                    <a:pt x="426" y="2820"/>
                  </a:lnTo>
                  <a:lnTo>
                    <a:pt x="426" y="2550"/>
                  </a:lnTo>
                  <a:lnTo>
                    <a:pt x="464" y="2279"/>
                  </a:lnTo>
                  <a:lnTo>
                    <a:pt x="503" y="2048"/>
                  </a:lnTo>
                  <a:lnTo>
                    <a:pt x="619" y="1777"/>
                  </a:lnTo>
                  <a:lnTo>
                    <a:pt x="696" y="1584"/>
                  </a:lnTo>
                  <a:lnTo>
                    <a:pt x="850" y="1352"/>
                  </a:lnTo>
                  <a:lnTo>
                    <a:pt x="1005" y="1159"/>
                  </a:lnTo>
                  <a:lnTo>
                    <a:pt x="1198" y="966"/>
                  </a:lnTo>
                  <a:lnTo>
                    <a:pt x="1429" y="812"/>
                  </a:lnTo>
                  <a:lnTo>
                    <a:pt x="1700" y="657"/>
                  </a:lnTo>
                  <a:lnTo>
                    <a:pt x="1738" y="619"/>
                  </a:lnTo>
                  <a:lnTo>
                    <a:pt x="1738" y="580"/>
                  </a:lnTo>
                  <a:lnTo>
                    <a:pt x="2240" y="503"/>
                  </a:lnTo>
                  <a:close/>
                  <a:moveTo>
                    <a:pt x="2588" y="1"/>
                  </a:moveTo>
                  <a:lnTo>
                    <a:pt x="2279" y="40"/>
                  </a:lnTo>
                  <a:lnTo>
                    <a:pt x="1970" y="78"/>
                  </a:lnTo>
                  <a:lnTo>
                    <a:pt x="1661" y="155"/>
                  </a:lnTo>
                  <a:lnTo>
                    <a:pt x="1391" y="233"/>
                  </a:lnTo>
                  <a:lnTo>
                    <a:pt x="1314" y="310"/>
                  </a:lnTo>
                  <a:lnTo>
                    <a:pt x="1236" y="387"/>
                  </a:lnTo>
                  <a:lnTo>
                    <a:pt x="1236" y="464"/>
                  </a:lnTo>
                  <a:lnTo>
                    <a:pt x="1275" y="542"/>
                  </a:lnTo>
                  <a:lnTo>
                    <a:pt x="1005" y="657"/>
                  </a:lnTo>
                  <a:lnTo>
                    <a:pt x="773" y="850"/>
                  </a:lnTo>
                  <a:lnTo>
                    <a:pt x="580" y="1044"/>
                  </a:lnTo>
                  <a:lnTo>
                    <a:pt x="426" y="1237"/>
                  </a:lnTo>
                  <a:lnTo>
                    <a:pt x="271" y="1468"/>
                  </a:lnTo>
                  <a:lnTo>
                    <a:pt x="155" y="1700"/>
                  </a:lnTo>
                  <a:lnTo>
                    <a:pt x="78" y="1970"/>
                  </a:lnTo>
                  <a:lnTo>
                    <a:pt x="39" y="2241"/>
                  </a:lnTo>
                  <a:lnTo>
                    <a:pt x="1" y="2511"/>
                  </a:lnTo>
                  <a:lnTo>
                    <a:pt x="1" y="2781"/>
                  </a:lnTo>
                  <a:lnTo>
                    <a:pt x="39" y="3360"/>
                  </a:lnTo>
                  <a:lnTo>
                    <a:pt x="155" y="3901"/>
                  </a:lnTo>
                  <a:lnTo>
                    <a:pt x="387" y="4442"/>
                  </a:lnTo>
                  <a:lnTo>
                    <a:pt x="696" y="5021"/>
                  </a:lnTo>
                  <a:lnTo>
                    <a:pt x="889" y="5253"/>
                  </a:lnTo>
                  <a:lnTo>
                    <a:pt x="1082" y="5484"/>
                  </a:lnTo>
                  <a:lnTo>
                    <a:pt x="1275" y="5716"/>
                  </a:lnTo>
                  <a:lnTo>
                    <a:pt x="1507" y="5909"/>
                  </a:lnTo>
                  <a:lnTo>
                    <a:pt x="1738" y="6063"/>
                  </a:lnTo>
                  <a:lnTo>
                    <a:pt x="2009" y="6179"/>
                  </a:lnTo>
                  <a:lnTo>
                    <a:pt x="2240" y="6295"/>
                  </a:lnTo>
                  <a:lnTo>
                    <a:pt x="2511" y="6372"/>
                  </a:lnTo>
                  <a:lnTo>
                    <a:pt x="2820" y="6411"/>
                  </a:lnTo>
                  <a:lnTo>
                    <a:pt x="3090" y="6450"/>
                  </a:lnTo>
                  <a:lnTo>
                    <a:pt x="3399" y="6411"/>
                  </a:lnTo>
                  <a:lnTo>
                    <a:pt x="3669" y="6334"/>
                  </a:lnTo>
                  <a:lnTo>
                    <a:pt x="3978" y="6218"/>
                  </a:lnTo>
                  <a:lnTo>
                    <a:pt x="4326" y="6102"/>
                  </a:lnTo>
                  <a:lnTo>
                    <a:pt x="4557" y="5909"/>
                  </a:lnTo>
                  <a:lnTo>
                    <a:pt x="4828" y="5716"/>
                  </a:lnTo>
                  <a:lnTo>
                    <a:pt x="5021" y="5523"/>
                  </a:lnTo>
                  <a:lnTo>
                    <a:pt x="5214" y="5291"/>
                  </a:lnTo>
                  <a:lnTo>
                    <a:pt x="5407" y="5059"/>
                  </a:lnTo>
                  <a:lnTo>
                    <a:pt x="5561" y="4789"/>
                  </a:lnTo>
                  <a:lnTo>
                    <a:pt x="5677" y="4519"/>
                  </a:lnTo>
                  <a:lnTo>
                    <a:pt x="5754" y="4249"/>
                  </a:lnTo>
                  <a:lnTo>
                    <a:pt x="5832" y="3940"/>
                  </a:lnTo>
                  <a:lnTo>
                    <a:pt x="5870" y="3669"/>
                  </a:lnTo>
                  <a:lnTo>
                    <a:pt x="5909" y="3360"/>
                  </a:lnTo>
                  <a:lnTo>
                    <a:pt x="5870" y="3052"/>
                  </a:lnTo>
                  <a:lnTo>
                    <a:pt x="5832" y="2743"/>
                  </a:lnTo>
                  <a:lnTo>
                    <a:pt x="5793" y="2472"/>
                  </a:lnTo>
                  <a:lnTo>
                    <a:pt x="5716" y="2163"/>
                  </a:lnTo>
                  <a:lnTo>
                    <a:pt x="5600" y="1893"/>
                  </a:lnTo>
                  <a:lnTo>
                    <a:pt x="5445" y="1584"/>
                  </a:lnTo>
                  <a:lnTo>
                    <a:pt x="5252" y="1352"/>
                  </a:lnTo>
                  <a:lnTo>
                    <a:pt x="5059" y="1082"/>
                  </a:lnTo>
                  <a:lnTo>
                    <a:pt x="4828" y="889"/>
                  </a:lnTo>
                  <a:lnTo>
                    <a:pt x="4596" y="696"/>
                  </a:lnTo>
                  <a:lnTo>
                    <a:pt x="4364" y="503"/>
                  </a:lnTo>
                  <a:lnTo>
                    <a:pt x="4094" y="348"/>
                  </a:lnTo>
                  <a:lnTo>
                    <a:pt x="3785" y="233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40"/>
                  </a:lnTo>
                  <a:lnTo>
                    <a:pt x="258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5" name="Google Shape;5015;p21"/>
            <p:cNvSpPr/>
            <p:nvPr/>
          </p:nvSpPr>
          <p:spPr>
            <a:xfrm>
              <a:off x="1882150" y="1914800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0"/>
                  </a:moveTo>
                  <a:lnTo>
                    <a:pt x="425" y="39"/>
                  </a:lnTo>
                  <a:lnTo>
                    <a:pt x="232" y="116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1"/>
                  </a:lnTo>
                  <a:lnTo>
                    <a:pt x="77" y="966"/>
                  </a:lnTo>
                  <a:lnTo>
                    <a:pt x="232" y="1081"/>
                  </a:lnTo>
                  <a:lnTo>
                    <a:pt x="386" y="1197"/>
                  </a:lnTo>
                  <a:lnTo>
                    <a:pt x="463" y="1197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3" y="1004"/>
                  </a:lnTo>
                  <a:lnTo>
                    <a:pt x="386" y="927"/>
                  </a:lnTo>
                  <a:lnTo>
                    <a:pt x="348" y="811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6" y="502"/>
                  </a:lnTo>
                  <a:lnTo>
                    <a:pt x="463" y="464"/>
                  </a:lnTo>
                  <a:lnTo>
                    <a:pt x="541" y="386"/>
                  </a:lnTo>
                  <a:lnTo>
                    <a:pt x="772" y="386"/>
                  </a:lnTo>
                  <a:lnTo>
                    <a:pt x="850" y="464"/>
                  </a:lnTo>
                  <a:lnTo>
                    <a:pt x="927" y="541"/>
                  </a:lnTo>
                  <a:lnTo>
                    <a:pt x="965" y="657"/>
                  </a:lnTo>
                  <a:lnTo>
                    <a:pt x="1004" y="850"/>
                  </a:lnTo>
                  <a:lnTo>
                    <a:pt x="1043" y="966"/>
                  </a:lnTo>
                  <a:lnTo>
                    <a:pt x="1081" y="1043"/>
                  </a:lnTo>
                  <a:lnTo>
                    <a:pt x="1159" y="1081"/>
                  </a:lnTo>
                  <a:lnTo>
                    <a:pt x="1197" y="1081"/>
                  </a:lnTo>
                  <a:lnTo>
                    <a:pt x="1274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4" y="386"/>
                  </a:lnTo>
                  <a:lnTo>
                    <a:pt x="1159" y="232"/>
                  </a:lnTo>
                  <a:lnTo>
                    <a:pt x="1004" y="77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6" name="Google Shape;5016;p21"/>
            <p:cNvSpPr/>
            <p:nvPr/>
          </p:nvSpPr>
          <p:spPr>
            <a:xfrm>
              <a:off x="6734100" y="1914800"/>
              <a:ext cx="30925" cy="168950"/>
            </a:xfrm>
            <a:custGeom>
              <a:avLst/>
              <a:gdLst/>
              <a:ahLst/>
              <a:cxnLst/>
              <a:rect l="l" t="t" r="r" b="b"/>
              <a:pathLst>
                <a:path w="1237" h="6758" extrusionOk="0">
                  <a:moveTo>
                    <a:pt x="1120" y="0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7"/>
                  </a:lnTo>
                  <a:lnTo>
                    <a:pt x="850" y="116"/>
                  </a:lnTo>
                  <a:lnTo>
                    <a:pt x="541" y="1738"/>
                  </a:lnTo>
                  <a:lnTo>
                    <a:pt x="309" y="3398"/>
                  </a:lnTo>
                  <a:lnTo>
                    <a:pt x="116" y="5059"/>
                  </a:lnTo>
                  <a:lnTo>
                    <a:pt x="0" y="6719"/>
                  </a:lnTo>
                  <a:lnTo>
                    <a:pt x="232" y="6758"/>
                  </a:lnTo>
                  <a:lnTo>
                    <a:pt x="502" y="5136"/>
                  </a:lnTo>
                  <a:lnTo>
                    <a:pt x="773" y="3514"/>
                  </a:lnTo>
                  <a:lnTo>
                    <a:pt x="966" y="1854"/>
                  </a:lnTo>
                  <a:lnTo>
                    <a:pt x="1082" y="232"/>
                  </a:lnTo>
                  <a:lnTo>
                    <a:pt x="1236" y="77"/>
                  </a:lnTo>
                  <a:lnTo>
                    <a:pt x="1236" y="39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7" name="Google Shape;5017;p21"/>
            <p:cNvSpPr/>
            <p:nvPr/>
          </p:nvSpPr>
          <p:spPr>
            <a:xfrm>
              <a:off x="668675" y="1916725"/>
              <a:ext cx="350450" cy="288675"/>
            </a:xfrm>
            <a:custGeom>
              <a:avLst/>
              <a:gdLst/>
              <a:ahLst/>
              <a:cxnLst/>
              <a:rect l="l" t="t" r="r" b="b"/>
              <a:pathLst>
                <a:path w="14018" h="11547" extrusionOk="0">
                  <a:moveTo>
                    <a:pt x="11778" y="0"/>
                  </a:moveTo>
                  <a:lnTo>
                    <a:pt x="11469" y="78"/>
                  </a:lnTo>
                  <a:lnTo>
                    <a:pt x="11855" y="1931"/>
                  </a:lnTo>
                  <a:lnTo>
                    <a:pt x="12280" y="3746"/>
                  </a:lnTo>
                  <a:lnTo>
                    <a:pt x="11507" y="2781"/>
                  </a:lnTo>
                  <a:lnTo>
                    <a:pt x="10658" y="1893"/>
                  </a:lnTo>
                  <a:lnTo>
                    <a:pt x="10426" y="2086"/>
                  </a:lnTo>
                  <a:lnTo>
                    <a:pt x="11469" y="3437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8"/>
                  </a:lnTo>
                  <a:lnTo>
                    <a:pt x="13168" y="5522"/>
                  </a:lnTo>
                  <a:lnTo>
                    <a:pt x="13438" y="5715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0"/>
                  </a:lnTo>
                  <a:lnTo>
                    <a:pt x="13631" y="6681"/>
                  </a:lnTo>
                  <a:lnTo>
                    <a:pt x="13515" y="6912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3" y="7955"/>
                  </a:lnTo>
                  <a:lnTo>
                    <a:pt x="12203" y="8418"/>
                  </a:lnTo>
                  <a:lnTo>
                    <a:pt x="11739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2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0" y="11160"/>
                  </a:lnTo>
                  <a:lnTo>
                    <a:pt x="3630" y="11160"/>
                  </a:lnTo>
                  <a:lnTo>
                    <a:pt x="3012" y="11121"/>
                  </a:lnTo>
                  <a:lnTo>
                    <a:pt x="2356" y="11044"/>
                  </a:lnTo>
                  <a:lnTo>
                    <a:pt x="1661" y="10928"/>
                  </a:lnTo>
                  <a:lnTo>
                    <a:pt x="1352" y="10813"/>
                  </a:lnTo>
                  <a:lnTo>
                    <a:pt x="1081" y="10697"/>
                  </a:lnTo>
                  <a:lnTo>
                    <a:pt x="811" y="10542"/>
                  </a:lnTo>
                  <a:lnTo>
                    <a:pt x="618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1"/>
                  </a:lnTo>
                  <a:lnTo>
                    <a:pt x="386" y="9461"/>
                  </a:lnTo>
                  <a:lnTo>
                    <a:pt x="155" y="9422"/>
                  </a:lnTo>
                  <a:lnTo>
                    <a:pt x="39" y="9654"/>
                  </a:lnTo>
                  <a:lnTo>
                    <a:pt x="0" y="9886"/>
                  </a:lnTo>
                  <a:lnTo>
                    <a:pt x="39" y="10117"/>
                  </a:lnTo>
                  <a:lnTo>
                    <a:pt x="77" y="10311"/>
                  </a:lnTo>
                  <a:lnTo>
                    <a:pt x="193" y="10465"/>
                  </a:lnTo>
                  <a:lnTo>
                    <a:pt x="348" y="10619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7"/>
                  </a:lnTo>
                  <a:lnTo>
                    <a:pt x="2201" y="11353"/>
                  </a:lnTo>
                  <a:lnTo>
                    <a:pt x="2626" y="11430"/>
                  </a:lnTo>
                  <a:lnTo>
                    <a:pt x="3321" y="11508"/>
                  </a:lnTo>
                  <a:lnTo>
                    <a:pt x="3978" y="11546"/>
                  </a:lnTo>
                  <a:lnTo>
                    <a:pt x="4673" y="11546"/>
                  </a:lnTo>
                  <a:lnTo>
                    <a:pt x="5368" y="11508"/>
                  </a:lnTo>
                  <a:lnTo>
                    <a:pt x="6063" y="11430"/>
                  </a:lnTo>
                  <a:lnTo>
                    <a:pt x="6758" y="11315"/>
                  </a:lnTo>
                  <a:lnTo>
                    <a:pt x="7414" y="11160"/>
                  </a:lnTo>
                  <a:lnTo>
                    <a:pt x="8071" y="11006"/>
                  </a:lnTo>
                  <a:lnTo>
                    <a:pt x="8727" y="10774"/>
                  </a:lnTo>
                  <a:lnTo>
                    <a:pt x="9345" y="10542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1" y="9654"/>
                  </a:lnTo>
                  <a:lnTo>
                    <a:pt x="11701" y="9268"/>
                  </a:lnTo>
                  <a:lnTo>
                    <a:pt x="12241" y="8882"/>
                  </a:lnTo>
                  <a:lnTo>
                    <a:pt x="12743" y="8457"/>
                  </a:lnTo>
                  <a:lnTo>
                    <a:pt x="13168" y="8071"/>
                  </a:lnTo>
                  <a:lnTo>
                    <a:pt x="13554" y="7646"/>
                  </a:lnTo>
                  <a:lnTo>
                    <a:pt x="13747" y="7376"/>
                  </a:lnTo>
                  <a:lnTo>
                    <a:pt x="13863" y="7144"/>
                  </a:lnTo>
                  <a:lnTo>
                    <a:pt x="13979" y="6874"/>
                  </a:lnTo>
                  <a:lnTo>
                    <a:pt x="14017" y="6565"/>
                  </a:lnTo>
                  <a:lnTo>
                    <a:pt x="14017" y="6333"/>
                  </a:lnTo>
                  <a:lnTo>
                    <a:pt x="14017" y="6140"/>
                  </a:lnTo>
                  <a:lnTo>
                    <a:pt x="13940" y="5908"/>
                  </a:lnTo>
                  <a:lnTo>
                    <a:pt x="13863" y="5715"/>
                  </a:lnTo>
                  <a:lnTo>
                    <a:pt x="13747" y="5522"/>
                  </a:lnTo>
                  <a:lnTo>
                    <a:pt x="13593" y="5368"/>
                  </a:lnTo>
                  <a:lnTo>
                    <a:pt x="13438" y="5252"/>
                  </a:lnTo>
                  <a:lnTo>
                    <a:pt x="13245" y="5136"/>
                  </a:lnTo>
                  <a:lnTo>
                    <a:pt x="13091" y="5136"/>
                  </a:lnTo>
                  <a:lnTo>
                    <a:pt x="12820" y="3823"/>
                  </a:lnTo>
                  <a:lnTo>
                    <a:pt x="12511" y="2549"/>
                  </a:lnTo>
                  <a:lnTo>
                    <a:pt x="12164" y="1275"/>
                  </a:lnTo>
                  <a:lnTo>
                    <a:pt x="117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8" name="Google Shape;5018;p21"/>
            <p:cNvSpPr/>
            <p:nvPr/>
          </p:nvSpPr>
          <p:spPr>
            <a:xfrm>
              <a:off x="6761125" y="1916725"/>
              <a:ext cx="121675" cy="144825"/>
            </a:xfrm>
            <a:custGeom>
              <a:avLst/>
              <a:gdLst/>
              <a:ahLst/>
              <a:cxnLst/>
              <a:rect l="l" t="t" r="r" b="b"/>
              <a:pathLst>
                <a:path w="4867" h="5793" extrusionOk="0">
                  <a:moveTo>
                    <a:pt x="155" y="0"/>
                  </a:moveTo>
                  <a:lnTo>
                    <a:pt x="1" y="155"/>
                  </a:lnTo>
                  <a:lnTo>
                    <a:pt x="1198" y="1545"/>
                  </a:lnTo>
                  <a:lnTo>
                    <a:pt x="2356" y="2935"/>
                  </a:lnTo>
                  <a:lnTo>
                    <a:pt x="2897" y="3630"/>
                  </a:lnTo>
                  <a:lnTo>
                    <a:pt x="3476" y="4402"/>
                  </a:lnTo>
                  <a:lnTo>
                    <a:pt x="4055" y="5098"/>
                  </a:lnTo>
                  <a:lnTo>
                    <a:pt x="4326" y="5445"/>
                  </a:lnTo>
                  <a:lnTo>
                    <a:pt x="4634" y="5793"/>
                  </a:lnTo>
                  <a:lnTo>
                    <a:pt x="4828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4" y="5252"/>
                  </a:lnTo>
                  <a:lnTo>
                    <a:pt x="4403" y="4866"/>
                  </a:lnTo>
                  <a:lnTo>
                    <a:pt x="3862" y="4171"/>
                  </a:lnTo>
                  <a:lnTo>
                    <a:pt x="2704" y="2781"/>
                  </a:lnTo>
                  <a:lnTo>
                    <a:pt x="1468" y="1352"/>
                  </a:lnTo>
                  <a:lnTo>
                    <a:pt x="812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9" name="Google Shape;5019;p21"/>
            <p:cNvSpPr/>
            <p:nvPr/>
          </p:nvSpPr>
          <p:spPr>
            <a:xfrm>
              <a:off x="5030225" y="1918650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5" y="1"/>
                  </a:moveTo>
                  <a:lnTo>
                    <a:pt x="348" y="889"/>
                  </a:lnTo>
                  <a:lnTo>
                    <a:pt x="232" y="1816"/>
                  </a:lnTo>
                  <a:lnTo>
                    <a:pt x="155" y="3630"/>
                  </a:lnTo>
                  <a:lnTo>
                    <a:pt x="0" y="7260"/>
                  </a:lnTo>
                  <a:lnTo>
                    <a:pt x="193" y="7260"/>
                  </a:lnTo>
                  <a:lnTo>
                    <a:pt x="425" y="5484"/>
                  </a:lnTo>
                  <a:lnTo>
                    <a:pt x="579" y="3669"/>
                  </a:lnTo>
                  <a:lnTo>
                    <a:pt x="695" y="1854"/>
                  </a:lnTo>
                  <a:lnTo>
                    <a:pt x="695" y="927"/>
                  </a:lnTo>
                  <a:lnTo>
                    <a:pt x="695" y="39"/>
                  </a:lnTo>
                  <a:lnTo>
                    <a:pt x="42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0" name="Google Shape;5020;p21"/>
            <p:cNvSpPr/>
            <p:nvPr/>
          </p:nvSpPr>
          <p:spPr>
            <a:xfrm>
              <a:off x="6615350" y="1924450"/>
              <a:ext cx="61825" cy="160275"/>
            </a:xfrm>
            <a:custGeom>
              <a:avLst/>
              <a:gdLst/>
              <a:ahLst/>
              <a:cxnLst/>
              <a:rect l="l" t="t" r="r" b="b"/>
              <a:pathLst>
                <a:path w="2473" h="6411" extrusionOk="0">
                  <a:moveTo>
                    <a:pt x="310" y="0"/>
                  </a:moveTo>
                  <a:lnTo>
                    <a:pt x="1" y="78"/>
                  </a:lnTo>
                  <a:lnTo>
                    <a:pt x="194" y="927"/>
                  </a:lnTo>
                  <a:lnTo>
                    <a:pt x="426" y="1777"/>
                  </a:lnTo>
                  <a:lnTo>
                    <a:pt x="657" y="2626"/>
                  </a:lnTo>
                  <a:lnTo>
                    <a:pt x="928" y="3476"/>
                  </a:lnTo>
                  <a:lnTo>
                    <a:pt x="1507" y="5097"/>
                  </a:lnTo>
                  <a:lnTo>
                    <a:pt x="1738" y="5754"/>
                  </a:lnTo>
                  <a:lnTo>
                    <a:pt x="1661" y="5715"/>
                  </a:lnTo>
                  <a:lnTo>
                    <a:pt x="1584" y="5793"/>
                  </a:lnTo>
                  <a:lnTo>
                    <a:pt x="1545" y="5870"/>
                  </a:lnTo>
                  <a:lnTo>
                    <a:pt x="1777" y="5908"/>
                  </a:lnTo>
                  <a:lnTo>
                    <a:pt x="1932" y="6140"/>
                  </a:lnTo>
                  <a:lnTo>
                    <a:pt x="2086" y="6333"/>
                  </a:lnTo>
                  <a:lnTo>
                    <a:pt x="2125" y="6410"/>
                  </a:lnTo>
                  <a:lnTo>
                    <a:pt x="2318" y="6410"/>
                  </a:lnTo>
                  <a:lnTo>
                    <a:pt x="2356" y="6333"/>
                  </a:lnTo>
                  <a:lnTo>
                    <a:pt x="2434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5" y="5599"/>
                  </a:lnTo>
                  <a:lnTo>
                    <a:pt x="1970" y="5213"/>
                  </a:lnTo>
                  <a:lnTo>
                    <a:pt x="1738" y="4441"/>
                  </a:lnTo>
                  <a:lnTo>
                    <a:pt x="1198" y="2935"/>
                  </a:lnTo>
                  <a:lnTo>
                    <a:pt x="734" y="1468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1" name="Google Shape;5021;p21"/>
            <p:cNvSpPr/>
            <p:nvPr/>
          </p:nvSpPr>
          <p:spPr>
            <a:xfrm>
              <a:off x="3366875" y="1926375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1" y="2317"/>
                  </a:lnTo>
                  <a:lnTo>
                    <a:pt x="6449" y="3901"/>
                  </a:lnTo>
                  <a:lnTo>
                    <a:pt x="6527" y="6990"/>
                  </a:lnTo>
                  <a:lnTo>
                    <a:pt x="3515" y="6758"/>
                  </a:lnTo>
                  <a:lnTo>
                    <a:pt x="2009" y="6642"/>
                  </a:lnTo>
                  <a:lnTo>
                    <a:pt x="503" y="6604"/>
                  </a:lnTo>
                  <a:lnTo>
                    <a:pt x="1352" y="5986"/>
                  </a:lnTo>
                  <a:lnTo>
                    <a:pt x="2202" y="5291"/>
                  </a:lnTo>
                  <a:lnTo>
                    <a:pt x="2974" y="4557"/>
                  </a:lnTo>
                  <a:lnTo>
                    <a:pt x="3708" y="3823"/>
                  </a:lnTo>
                  <a:lnTo>
                    <a:pt x="4441" y="3090"/>
                  </a:lnTo>
                  <a:lnTo>
                    <a:pt x="5137" y="2356"/>
                  </a:lnTo>
                  <a:lnTo>
                    <a:pt x="5793" y="1584"/>
                  </a:lnTo>
                  <a:lnTo>
                    <a:pt x="6449" y="773"/>
                  </a:lnTo>
                  <a:close/>
                  <a:moveTo>
                    <a:pt x="6720" y="1"/>
                  </a:moveTo>
                  <a:lnTo>
                    <a:pt x="6643" y="39"/>
                  </a:lnTo>
                  <a:lnTo>
                    <a:pt x="6565" y="39"/>
                  </a:lnTo>
                  <a:lnTo>
                    <a:pt x="6488" y="116"/>
                  </a:lnTo>
                  <a:lnTo>
                    <a:pt x="4982" y="1854"/>
                  </a:lnTo>
                  <a:lnTo>
                    <a:pt x="4210" y="2704"/>
                  </a:lnTo>
                  <a:lnTo>
                    <a:pt x="3438" y="3515"/>
                  </a:lnTo>
                  <a:lnTo>
                    <a:pt x="2588" y="4287"/>
                  </a:lnTo>
                  <a:lnTo>
                    <a:pt x="1738" y="5059"/>
                  </a:lnTo>
                  <a:lnTo>
                    <a:pt x="889" y="5793"/>
                  </a:lnTo>
                  <a:lnTo>
                    <a:pt x="39" y="6604"/>
                  </a:lnTo>
                  <a:lnTo>
                    <a:pt x="1" y="6642"/>
                  </a:lnTo>
                  <a:lnTo>
                    <a:pt x="1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1" y="6913"/>
                  </a:lnTo>
                  <a:lnTo>
                    <a:pt x="39" y="6990"/>
                  </a:lnTo>
                  <a:lnTo>
                    <a:pt x="117" y="7144"/>
                  </a:lnTo>
                  <a:lnTo>
                    <a:pt x="387" y="6990"/>
                  </a:lnTo>
                  <a:lnTo>
                    <a:pt x="1893" y="7144"/>
                  </a:lnTo>
                  <a:lnTo>
                    <a:pt x="3438" y="7299"/>
                  </a:lnTo>
                  <a:lnTo>
                    <a:pt x="6527" y="7453"/>
                  </a:lnTo>
                  <a:lnTo>
                    <a:pt x="6565" y="9307"/>
                  </a:lnTo>
                  <a:lnTo>
                    <a:pt x="6527" y="12628"/>
                  </a:lnTo>
                  <a:lnTo>
                    <a:pt x="6951" y="12628"/>
                  </a:lnTo>
                  <a:lnTo>
                    <a:pt x="6990" y="9461"/>
                  </a:lnTo>
                  <a:lnTo>
                    <a:pt x="6990" y="7492"/>
                  </a:lnTo>
                  <a:lnTo>
                    <a:pt x="8651" y="7569"/>
                  </a:lnTo>
                  <a:lnTo>
                    <a:pt x="10311" y="7646"/>
                  </a:lnTo>
                  <a:lnTo>
                    <a:pt x="10311" y="7183"/>
                  </a:lnTo>
                  <a:lnTo>
                    <a:pt x="8651" y="7106"/>
                  </a:lnTo>
                  <a:lnTo>
                    <a:pt x="6990" y="7028"/>
                  </a:lnTo>
                  <a:lnTo>
                    <a:pt x="7029" y="5368"/>
                  </a:lnTo>
                  <a:lnTo>
                    <a:pt x="6990" y="3708"/>
                  </a:lnTo>
                  <a:lnTo>
                    <a:pt x="6951" y="2047"/>
                  </a:lnTo>
                  <a:lnTo>
                    <a:pt x="6797" y="387"/>
                  </a:lnTo>
                  <a:lnTo>
                    <a:pt x="6990" y="194"/>
                  </a:lnTo>
                  <a:lnTo>
                    <a:pt x="6836" y="39"/>
                  </a:lnTo>
                  <a:lnTo>
                    <a:pt x="67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2" name="Google Shape;5022;p21"/>
            <p:cNvSpPr/>
            <p:nvPr/>
          </p:nvSpPr>
          <p:spPr>
            <a:xfrm>
              <a:off x="6625000" y="1926375"/>
              <a:ext cx="355300" cy="170900"/>
            </a:xfrm>
            <a:custGeom>
              <a:avLst/>
              <a:gdLst/>
              <a:ahLst/>
              <a:cxnLst/>
              <a:rect l="l" t="t" r="r" b="b"/>
              <a:pathLst>
                <a:path w="14212" h="6836" extrusionOk="0">
                  <a:moveTo>
                    <a:pt x="117" y="1"/>
                  </a:moveTo>
                  <a:lnTo>
                    <a:pt x="1" y="39"/>
                  </a:lnTo>
                  <a:lnTo>
                    <a:pt x="1970" y="3206"/>
                  </a:lnTo>
                  <a:lnTo>
                    <a:pt x="4056" y="6333"/>
                  </a:lnTo>
                  <a:lnTo>
                    <a:pt x="3554" y="6295"/>
                  </a:lnTo>
                  <a:lnTo>
                    <a:pt x="3052" y="6179"/>
                  </a:lnTo>
                  <a:lnTo>
                    <a:pt x="2588" y="6024"/>
                  </a:lnTo>
                  <a:lnTo>
                    <a:pt x="2125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6"/>
                  </a:lnTo>
                  <a:lnTo>
                    <a:pt x="3283" y="6642"/>
                  </a:lnTo>
                  <a:lnTo>
                    <a:pt x="3708" y="6720"/>
                  </a:lnTo>
                  <a:lnTo>
                    <a:pt x="4133" y="6797"/>
                  </a:lnTo>
                  <a:lnTo>
                    <a:pt x="4596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9" y="6642"/>
                  </a:lnTo>
                  <a:lnTo>
                    <a:pt x="8149" y="6488"/>
                  </a:lnTo>
                  <a:lnTo>
                    <a:pt x="8960" y="6295"/>
                  </a:lnTo>
                  <a:lnTo>
                    <a:pt x="9771" y="6024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8" y="4673"/>
                  </a:lnTo>
                  <a:lnTo>
                    <a:pt x="12667" y="4403"/>
                  </a:lnTo>
                  <a:lnTo>
                    <a:pt x="12976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8"/>
                  </a:lnTo>
                  <a:lnTo>
                    <a:pt x="13980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3" y="2163"/>
                  </a:lnTo>
                  <a:lnTo>
                    <a:pt x="14173" y="2124"/>
                  </a:lnTo>
                  <a:lnTo>
                    <a:pt x="13864" y="2124"/>
                  </a:lnTo>
                  <a:lnTo>
                    <a:pt x="13825" y="2163"/>
                  </a:lnTo>
                  <a:lnTo>
                    <a:pt x="13555" y="2704"/>
                  </a:lnTo>
                  <a:lnTo>
                    <a:pt x="13207" y="3167"/>
                  </a:lnTo>
                  <a:lnTo>
                    <a:pt x="12860" y="3630"/>
                  </a:lnTo>
                  <a:lnTo>
                    <a:pt x="12474" y="4016"/>
                  </a:lnTo>
                  <a:lnTo>
                    <a:pt x="12010" y="4364"/>
                  </a:lnTo>
                  <a:lnTo>
                    <a:pt x="11547" y="4712"/>
                  </a:lnTo>
                  <a:lnTo>
                    <a:pt x="11083" y="4982"/>
                  </a:lnTo>
                  <a:lnTo>
                    <a:pt x="10543" y="5252"/>
                  </a:lnTo>
                  <a:lnTo>
                    <a:pt x="10350" y="5252"/>
                  </a:lnTo>
                  <a:lnTo>
                    <a:pt x="10350" y="5368"/>
                  </a:lnTo>
                  <a:lnTo>
                    <a:pt x="10273" y="5368"/>
                  </a:lnTo>
                  <a:lnTo>
                    <a:pt x="10079" y="5407"/>
                  </a:lnTo>
                  <a:lnTo>
                    <a:pt x="10157" y="5445"/>
                  </a:lnTo>
                  <a:lnTo>
                    <a:pt x="9500" y="5677"/>
                  </a:lnTo>
                  <a:lnTo>
                    <a:pt x="8844" y="5870"/>
                  </a:lnTo>
                  <a:lnTo>
                    <a:pt x="7840" y="6102"/>
                  </a:lnTo>
                  <a:lnTo>
                    <a:pt x="6759" y="6295"/>
                  </a:lnTo>
                  <a:lnTo>
                    <a:pt x="6218" y="6333"/>
                  </a:lnTo>
                  <a:lnTo>
                    <a:pt x="5677" y="6411"/>
                  </a:lnTo>
                  <a:lnTo>
                    <a:pt x="4558" y="6411"/>
                  </a:lnTo>
                  <a:lnTo>
                    <a:pt x="4596" y="6295"/>
                  </a:lnTo>
                  <a:lnTo>
                    <a:pt x="4364" y="6256"/>
                  </a:lnTo>
                  <a:lnTo>
                    <a:pt x="3399" y="4634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3" name="Google Shape;5023;p21"/>
            <p:cNvSpPr/>
            <p:nvPr/>
          </p:nvSpPr>
          <p:spPr>
            <a:xfrm>
              <a:off x="3536800" y="1931200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3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6" y="7492"/>
                  </a:lnTo>
                  <a:lnTo>
                    <a:pt x="6371" y="7453"/>
                  </a:lnTo>
                  <a:lnTo>
                    <a:pt x="6371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59" y="12087"/>
                  </a:lnTo>
                  <a:lnTo>
                    <a:pt x="1583" y="14983"/>
                  </a:lnTo>
                  <a:lnTo>
                    <a:pt x="772" y="16451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50"/>
                  </a:lnTo>
                  <a:lnTo>
                    <a:pt x="1158" y="16759"/>
                  </a:lnTo>
                  <a:lnTo>
                    <a:pt x="1969" y="15369"/>
                  </a:lnTo>
                  <a:lnTo>
                    <a:pt x="2780" y="13979"/>
                  </a:lnTo>
                  <a:lnTo>
                    <a:pt x="3591" y="12589"/>
                  </a:lnTo>
                  <a:lnTo>
                    <a:pt x="4441" y="11199"/>
                  </a:lnTo>
                  <a:lnTo>
                    <a:pt x="5290" y="9809"/>
                  </a:lnTo>
                  <a:lnTo>
                    <a:pt x="5715" y="9191"/>
                  </a:lnTo>
                  <a:lnTo>
                    <a:pt x="6178" y="8612"/>
                  </a:lnTo>
                  <a:lnTo>
                    <a:pt x="6603" y="8033"/>
                  </a:lnTo>
                  <a:lnTo>
                    <a:pt x="6989" y="7453"/>
                  </a:lnTo>
                  <a:lnTo>
                    <a:pt x="6989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89" y="7067"/>
                  </a:lnTo>
                  <a:lnTo>
                    <a:pt x="6873" y="7029"/>
                  </a:lnTo>
                  <a:lnTo>
                    <a:pt x="6835" y="7029"/>
                  </a:lnTo>
                  <a:lnTo>
                    <a:pt x="6101" y="6102"/>
                  </a:lnTo>
                  <a:lnTo>
                    <a:pt x="5290" y="5175"/>
                  </a:lnTo>
                  <a:lnTo>
                    <a:pt x="3668" y="3437"/>
                  </a:lnTo>
                  <a:lnTo>
                    <a:pt x="1969" y="1700"/>
                  </a:lnTo>
                  <a:lnTo>
                    <a:pt x="1081" y="812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4" name="Google Shape;5024;p21"/>
            <p:cNvSpPr/>
            <p:nvPr/>
          </p:nvSpPr>
          <p:spPr>
            <a:xfrm>
              <a:off x="902300" y="1957275"/>
              <a:ext cx="17400" cy="181500"/>
            </a:xfrm>
            <a:custGeom>
              <a:avLst/>
              <a:gdLst/>
              <a:ahLst/>
              <a:cxnLst/>
              <a:rect l="l" t="t" r="r" b="b"/>
              <a:pathLst>
                <a:path w="696" h="7260" extrusionOk="0">
                  <a:moveTo>
                    <a:pt x="425" y="0"/>
                  </a:moveTo>
                  <a:lnTo>
                    <a:pt x="348" y="888"/>
                  </a:lnTo>
                  <a:lnTo>
                    <a:pt x="232" y="1815"/>
                  </a:lnTo>
                  <a:lnTo>
                    <a:pt x="154" y="3630"/>
                  </a:lnTo>
                  <a:lnTo>
                    <a:pt x="0" y="7260"/>
                  </a:lnTo>
                  <a:lnTo>
                    <a:pt x="193" y="7260"/>
                  </a:lnTo>
                  <a:lnTo>
                    <a:pt x="425" y="5484"/>
                  </a:lnTo>
                  <a:lnTo>
                    <a:pt x="579" y="3669"/>
                  </a:lnTo>
                  <a:lnTo>
                    <a:pt x="695" y="1854"/>
                  </a:lnTo>
                  <a:lnTo>
                    <a:pt x="695" y="927"/>
                  </a:lnTo>
                  <a:lnTo>
                    <a:pt x="695" y="39"/>
                  </a:lnTo>
                  <a:lnTo>
                    <a:pt x="42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5" name="Google Shape;5025;p21"/>
            <p:cNvSpPr/>
            <p:nvPr/>
          </p:nvSpPr>
          <p:spPr>
            <a:xfrm>
              <a:off x="4880575" y="1957275"/>
              <a:ext cx="30925" cy="168950"/>
            </a:xfrm>
            <a:custGeom>
              <a:avLst/>
              <a:gdLst/>
              <a:ahLst/>
              <a:cxnLst/>
              <a:rect l="l" t="t" r="r" b="b"/>
              <a:pathLst>
                <a:path w="1237" h="6758" extrusionOk="0">
                  <a:moveTo>
                    <a:pt x="1121" y="0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7"/>
                  </a:lnTo>
                  <a:lnTo>
                    <a:pt x="850" y="116"/>
                  </a:lnTo>
                  <a:lnTo>
                    <a:pt x="542" y="1738"/>
                  </a:lnTo>
                  <a:lnTo>
                    <a:pt x="310" y="3398"/>
                  </a:lnTo>
                  <a:lnTo>
                    <a:pt x="117" y="5059"/>
                  </a:lnTo>
                  <a:lnTo>
                    <a:pt x="1" y="6719"/>
                  </a:lnTo>
                  <a:lnTo>
                    <a:pt x="233" y="6758"/>
                  </a:lnTo>
                  <a:lnTo>
                    <a:pt x="503" y="5136"/>
                  </a:lnTo>
                  <a:lnTo>
                    <a:pt x="773" y="3514"/>
                  </a:lnTo>
                  <a:lnTo>
                    <a:pt x="966" y="1854"/>
                  </a:lnTo>
                  <a:lnTo>
                    <a:pt x="1082" y="232"/>
                  </a:lnTo>
                  <a:lnTo>
                    <a:pt x="1237" y="77"/>
                  </a:lnTo>
                  <a:lnTo>
                    <a:pt x="1237" y="39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6" name="Google Shape;5026;p21"/>
            <p:cNvSpPr/>
            <p:nvPr/>
          </p:nvSpPr>
          <p:spPr>
            <a:xfrm>
              <a:off x="4907625" y="1959200"/>
              <a:ext cx="121650" cy="144825"/>
            </a:xfrm>
            <a:custGeom>
              <a:avLst/>
              <a:gdLst/>
              <a:ahLst/>
              <a:cxnLst/>
              <a:rect l="l" t="t" r="r" b="b"/>
              <a:pathLst>
                <a:path w="4866" h="5793" extrusionOk="0">
                  <a:moveTo>
                    <a:pt x="155" y="0"/>
                  </a:moveTo>
                  <a:lnTo>
                    <a:pt x="0" y="155"/>
                  </a:lnTo>
                  <a:lnTo>
                    <a:pt x="1197" y="1545"/>
                  </a:lnTo>
                  <a:lnTo>
                    <a:pt x="2356" y="2935"/>
                  </a:lnTo>
                  <a:lnTo>
                    <a:pt x="2896" y="3630"/>
                  </a:lnTo>
                  <a:lnTo>
                    <a:pt x="3475" y="4403"/>
                  </a:lnTo>
                  <a:lnTo>
                    <a:pt x="4055" y="5098"/>
                  </a:lnTo>
                  <a:lnTo>
                    <a:pt x="4325" y="5445"/>
                  </a:lnTo>
                  <a:lnTo>
                    <a:pt x="4634" y="5793"/>
                  </a:lnTo>
                  <a:lnTo>
                    <a:pt x="4827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4" y="5252"/>
                  </a:lnTo>
                  <a:lnTo>
                    <a:pt x="4402" y="4866"/>
                  </a:lnTo>
                  <a:lnTo>
                    <a:pt x="3862" y="4171"/>
                  </a:lnTo>
                  <a:lnTo>
                    <a:pt x="2703" y="2781"/>
                  </a:lnTo>
                  <a:lnTo>
                    <a:pt x="1467" y="1352"/>
                  </a:lnTo>
                  <a:lnTo>
                    <a:pt x="811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7" name="Google Shape;5027;p21"/>
            <p:cNvSpPr/>
            <p:nvPr/>
          </p:nvSpPr>
          <p:spPr>
            <a:xfrm>
              <a:off x="4761850" y="1966925"/>
              <a:ext cx="61800" cy="160275"/>
            </a:xfrm>
            <a:custGeom>
              <a:avLst/>
              <a:gdLst/>
              <a:ahLst/>
              <a:cxnLst/>
              <a:rect l="l" t="t" r="r" b="b"/>
              <a:pathLst>
                <a:path w="2472" h="6411" extrusionOk="0">
                  <a:moveTo>
                    <a:pt x="309" y="0"/>
                  </a:moveTo>
                  <a:lnTo>
                    <a:pt x="0" y="78"/>
                  </a:lnTo>
                  <a:lnTo>
                    <a:pt x="193" y="927"/>
                  </a:lnTo>
                  <a:lnTo>
                    <a:pt x="425" y="1777"/>
                  </a:lnTo>
                  <a:lnTo>
                    <a:pt x="657" y="2626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4"/>
                  </a:lnTo>
                  <a:lnTo>
                    <a:pt x="1661" y="5715"/>
                  </a:lnTo>
                  <a:lnTo>
                    <a:pt x="1583" y="5793"/>
                  </a:lnTo>
                  <a:lnTo>
                    <a:pt x="1545" y="5870"/>
                  </a:lnTo>
                  <a:lnTo>
                    <a:pt x="1777" y="5908"/>
                  </a:lnTo>
                  <a:lnTo>
                    <a:pt x="1931" y="6140"/>
                  </a:lnTo>
                  <a:lnTo>
                    <a:pt x="2085" y="6333"/>
                  </a:lnTo>
                  <a:lnTo>
                    <a:pt x="2124" y="6410"/>
                  </a:lnTo>
                  <a:lnTo>
                    <a:pt x="2317" y="6410"/>
                  </a:lnTo>
                  <a:lnTo>
                    <a:pt x="2356" y="6333"/>
                  </a:lnTo>
                  <a:lnTo>
                    <a:pt x="2433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4" y="5600"/>
                  </a:lnTo>
                  <a:lnTo>
                    <a:pt x="1970" y="5213"/>
                  </a:lnTo>
                  <a:lnTo>
                    <a:pt x="1738" y="4441"/>
                  </a:lnTo>
                  <a:lnTo>
                    <a:pt x="1197" y="2935"/>
                  </a:lnTo>
                  <a:lnTo>
                    <a:pt x="734" y="1468"/>
                  </a:lnTo>
                  <a:lnTo>
                    <a:pt x="30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8" name="Google Shape;5028;p21"/>
            <p:cNvSpPr/>
            <p:nvPr/>
          </p:nvSpPr>
          <p:spPr>
            <a:xfrm>
              <a:off x="4771500" y="1968850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1"/>
                  </a:moveTo>
                  <a:lnTo>
                    <a:pt x="0" y="39"/>
                  </a:lnTo>
                  <a:lnTo>
                    <a:pt x="1970" y="3206"/>
                  </a:lnTo>
                  <a:lnTo>
                    <a:pt x="4055" y="6333"/>
                  </a:lnTo>
                  <a:lnTo>
                    <a:pt x="3553" y="6295"/>
                  </a:lnTo>
                  <a:lnTo>
                    <a:pt x="3051" y="6179"/>
                  </a:lnTo>
                  <a:lnTo>
                    <a:pt x="2588" y="6025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7"/>
                  </a:lnTo>
                  <a:lnTo>
                    <a:pt x="3283" y="6642"/>
                  </a:lnTo>
                  <a:lnTo>
                    <a:pt x="3707" y="6720"/>
                  </a:lnTo>
                  <a:lnTo>
                    <a:pt x="4132" y="6797"/>
                  </a:lnTo>
                  <a:lnTo>
                    <a:pt x="4596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9" y="6642"/>
                  </a:lnTo>
                  <a:lnTo>
                    <a:pt x="8148" y="6488"/>
                  </a:lnTo>
                  <a:lnTo>
                    <a:pt x="8959" y="6295"/>
                  </a:lnTo>
                  <a:lnTo>
                    <a:pt x="9770" y="6025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7" y="4673"/>
                  </a:lnTo>
                  <a:lnTo>
                    <a:pt x="12666" y="4403"/>
                  </a:lnTo>
                  <a:lnTo>
                    <a:pt x="12975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8"/>
                  </a:lnTo>
                  <a:lnTo>
                    <a:pt x="13979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2" y="2163"/>
                  </a:lnTo>
                  <a:lnTo>
                    <a:pt x="14172" y="2124"/>
                  </a:lnTo>
                  <a:lnTo>
                    <a:pt x="13863" y="2124"/>
                  </a:lnTo>
                  <a:lnTo>
                    <a:pt x="13825" y="2163"/>
                  </a:lnTo>
                  <a:lnTo>
                    <a:pt x="13554" y="2704"/>
                  </a:lnTo>
                  <a:lnTo>
                    <a:pt x="13207" y="3167"/>
                  </a:lnTo>
                  <a:lnTo>
                    <a:pt x="12859" y="3630"/>
                  </a:lnTo>
                  <a:lnTo>
                    <a:pt x="12473" y="4017"/>
                  </a:lnTo>
                  <a:lnTo>
                    <a:pt x="12010" y="4364"/>
                  </a:lnTo>
                  <a:lnTo>
                    <a:pt x="11546" y="4712"/>
                  </a:lnTo>
                  <a:lnTo>
                    <a:pt x="11083" y="4982"/>
                  </a:lnTo>
                  <a:lnTo>
                    <a:pt x="10542" y="5252"/>
                  </a:lnTo>
                  <a:lnTo>
                    <a:pt x="10349" y="5252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7"/>
                  </a:lnTo>
                  <a:lnTo>
                    <a:pt x="10156" y="5445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2"/>
                  </a:lnTo>
                  <a:lnTo>
                    <a:pt x="6758" y="6295"/>
                  </a:lnTo>
                  <a:lnTo>
                    <a:pt x="6217" y="6333"/>
                  </a:lnTo>
                  <a:lnTo>
                    <a:pt x="5677" y="6411"/>
                  </a:lnTo>
                  <a:lnTo>
                    <a:pt x="4557" y="6411"/>
                  </a:lnTo>
                  <a:lnTo>
                    <a:pt x="4596" y="6295"/>
                  </a:lnTo>
                  <a:lnTo>
                    <a:pt x="4364" y="6256"/>
                  </a:lnTo>
                  <a:lnTo>
                    <a:pt x="3399" y="4634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9" name="Google Shape;5029;p21"/>
            <p:cNvSpPr/>
            <p:nvPr/>
          </p:nvSpPr>
          <p:spPr>
            <a:xfrm>
              <a:off x="5286050" y="1976575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0" y="2317"/>
                  </a:lnTo>
                  <a:lnTo>
                    <a:pt x="6449" y="3901"/>
                  </a:lnTo>
                  <a:lnTo>
                    <a:pt x="6526" y="6990"/>
                  </a:lnTo>
                  <a:lnTo>
                    <a:pt x="3514" y="6758"/>
                  </a:lnTo>
                  <a:lnTo>
                    <a:pt x="2008" y="6642"/>
                  </a:lnTo>
                  <a:lnTo>
                    <a:pt x="502" y="6604"/>
                  </a:lnTo>
                  <a:lnTo>
                    <a:pt x="1352" y="5986"/>
                  </a:lnTo>
                  <a:lnTo>
                    <a:pt x="2201" y="5291"/>
                  </a:lnTo>
                  <a:lnTo>
                    <a:pt x="2973" y="4557"/>
                  </a:lnTo>
                  <a:lnTo>
                    <a:pt x="3707" y="3823"/>
                  </a:lnTo>
                  <a:lnTo>
                    <a:pt x="4441" y="3090"/>
                  </a:lnTo>
                  <a:lnTo>
                    <a:pt x="5136" y="2356"/>
                  </a:lnTo>
                  <a:lnTo>
                    <a:pt x="5792" y="1584"/>
                  </a:lnTo>
                  <a:lnTo>
                    <a:pt x="6449" y="773"/>
                  </a:lnTo>
                  <a:close/>
                  <a:moveTo>
                    <a:pt x="6719" y="1"/>
                  </a:moveTo>
                  <a:lnTo>
                    <a:pt x="6642" y="39"/>
                  </a:lnTo>
                  <a:lnTo>
                    <a:pt x="6565" y="39"/>
                  </a:lnTo>
                  <a:lnTo>
                    <a:pt x="6487" y="116"/>
                  </a:lnTo>
                  <a:lnTo>
                    <a:pt x="4981" y="1854"/>
                  </a:lnTo>
                  <a:lnTo>
                    <a:pt x="4209" y="2704"/>
                  </a:lnTo>
                  <a:lnTo>
                    <a:pt x="3437" y="3514"/>
                  </a:lnTo>
                  <a:lnTo>
                    <a:pt x="2587" y="4287"/>
                  </a:lnTo>
                  <a:lnTo>
                    <a:pt x="1738" y="5059"/>
                  </a:lnTo>
                  <a:lnTo>
                    <a:pt x="888" y="5793"/>
                  </a:lnTo>
                  <a:lnTo>
                    <a:pt x="39" y="6604"/>
                  </a:lnTo>
                  <a:lnTo>
                    <a:pt x="0" y="6642"/>
                  </a:lnTo>
                  <a:lnTo>
                    <a:pt x="0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0" y="6913"/>
                  </a:lnTo>
                  <a:lnTo>
                    <a:pt x="39" y="6990"/>
                  </a:lnTo>
                  <a:lnTo>
                    <a:pt x="116" y="7144"/>
                  </a:lnTo>
                  <a:lnTo>
                    <a:pt x="386" y="6990"/>
                  </a:lnTo>
                  <a:lnTo>
                    <a:pt x="1892" y="7144"/>
                  </a:lnTo>
                  <a:lnTo>
                    <a:pt x="3437" y="7299"/>
                  </a:lnTo>
                  <a:lnTo>
                    <a:pt x="6526" y="7453"/>
                  </a:lnTo>
                  <a:lnTo>
                    <a:pt x="6565" y="9307"/>
                  </a:lnTo>
                  <a:lnTo>
                    <a:pt x="6526" y="12628"/>
                  </a:lnTo>
                  <a:lnTo>
                    <a:pt x="6951" y="12628"/>
                  </a:lnTo>
                  <a:lnTo>
                    <a:pt x="6989" y="9461"/>
                  </a:lnTo>
                  <a:lnTo>
                    <a:pt x="6989" y="7492"/>
                  </a:lnTo>
                  <a:lnTo>
                    <a:pt x="8650" y="7569"/>
                  </a:lnTo>
                  <a:lnTo>
                    <a:pt x="10310" y="7646"/>
                  </a:lnTo>
                  <a:lnTo>
                    <a:pt x="10310" y="7183"/>
                  </a:lnTo>
                  <a:lnTo>
                    <a:pt x="8650" y="7106"/>
                  </a:lnTo>
                  <a:lnTo>
                    <a:pt x="6989" y="7028"/>
                  </a:lnTo>
                  <a:lnTo>
                    <a:pt x="7028" y="5368"/>
                  </a:lnTo>
                  <a:lnTo>
                    <a:pt x="6989" y="3708"/>
                  </a:lnTo>
                  <a:lnTo>
                    <a:pt x="6951" y="2047"/>
                  </a:lnTo>
                  <a:lnTo>
                    <a:pt x="6796" y="387"/>
                  </a:lnTo>
                  <a:lnTo>
                    <a:pt x="6989" y="194"/>
                  </a:lnTo>
                  <a:lnTo>
                    <a:pt x="6835" y="39"/>
                  </a:lnTo>
                  <a:lnTo>
                    <a:pt x="679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0" name="Google Shape;5030;p21"/>
            <p:cNvSpPr/>
            <p:nvPr/>
          </p:nvSpPr>
          <p:spPr>
            <a:xfrm>
              <a:off x="5455950" y="1981400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4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7" y="7492"/>
                  </a:lnTo>
                  <a:lnTo>
                    <a:pt x="6372" y="7453"/>
                  </a:lnTo>
                  <a:lnTo>
                    <a:pt x="6372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60" y="12087"/>
                  </a:lnTo>
                  <a:lnTo>
                    <a:pt x="1584" y="14983"/>
                  </a:lnTo>
                  <a:lnTo>
                    <a:pt x="773" y="16450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50"/>
                  </a:lnTo>
                  <a:lnTo>
                    <a:pt x="1159" y="16759"/>
                  </a:lnTo>
                  <a:lnTo>
                    <a:pt x="1970" y="15369"/>
                  </a:lnTo>
                  <a:lnTo>
                    <a:pt x="2781" y="13979"/>
                  </a:lnTo>
                  <a:lnTo>
                    <a:pt x="3592" y="12589"/>
                  </a:lnTo>
                  <a:lnTo>
                    <a:pt x="4441" y="11199"/>
                  </a:lnTo>
                  <a:lnTo>
                    <a:pt x="5291" y="9809"/>
                  </a:lnTo>
                  <a:lnTo>
                    <a:pt x="5715" y="9191"/>
                  </a:lnTo>
                  <a:lnTo>
                    <a:pt x="6179" y="8612"/>
                  </a:lnTo>
                  <a:lnTo>
                    <a:pt x="6603" y="8032"/>
                  </a:lnTo>
                  <a:lnTo>
                    <a:pt x="6990" y="7453"/>
                  </a:lnTo>
                  <a:lnTo>
                    <a:pt x="6990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90" y="7067"/>
                  </a:lnTo>
                  <a:lnTo>
                    <a:pt x="6874" y="7028"/>
                  </a:lnTo>
                  <a:lnTo>
                    <a:pt x="6835" y="7028"/>
                  </a:lnTo>
                  <a:lnTo>
                    <a:pt x="6102" y="6102"/>
                  </a:lnTo>
                  <a:lnTo>
                    <a:pt x="5291" y="5175"/>
                  </a:lnTo>
                  <a:lnTo>
                    <a:pt x="3669" y="3437"/>
                  </a:lnTo>
                  <a:lnTo>
                    <a:pt x="1970" y="1700"/>
                  </a:lnTo>
                  <a:lnTo>
                    <a:pt x="1082" y="812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1" name="Google Shape;5031;p21"/>
            <p:cNvSpPr/>
            <p:nvPr/>
          </p:nvSpPr>
          <p:spPr>
            <a:xfrm>
              <a:off x="752650" y="1995875"/>
              <a:ext cx="30925" cy="168975"/>
            </a:xfrm>
            <a:custGeom>
              <a:avLst/>
              <a:gdLst/>
              <a:ahLst/>
              <a:cxnLst/>
              <a:rect l="l" t="t" r="r" b="b"/>
              <a:pathLst>
                <a:path w="1237" h="6759" extrusionOk="0">
                  <a:moveTo>
                    <a:pt x="1121" y="1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8"/>
                  </a:lnTo>
                  <a:lnTo>
                    <a:pt x="850" y="117"/>
                  </a:lnTo>
                  <a:lnTo>
                    <a:pt x="541" y="1738"/>
                  </a:lnTo>
                  <a:lnTo>
                    <a:pt x="310" y="3399"/>
                  </a:lnTo>
                  <a:lnTo>
                    <a:pt x="117" y="5059"/>
                  </a:lnTo>
                  <a:lnTo>
                    <a:pt x="1" y="6720"/>
                  </a:lnTo>
                  <a:lnTo>
                    <a:pt x="232" y="6758"/>
                  </a:lnTo>
                  <a:lnTo>
                    <a:pt x="503" y="5137"/>
                  </a:lnTo>
                  <a:lnTo>
                    <a:pt x="773" y="3515"/>
                  </a:lnTo>
                  <a:lnTo>
                    <a:pt x="966" y="1854"/>
                  </a:lnTo>
                  <a:lnTo>
                    <a:pt x="1082" y="233"/>
                  </a:lnTo>
                  <a:lnTo>
                    <a:pt x="1236" y="78"/>
                  </a:lnTo>
                  <a:lnTo>
                    <a:pt x="1236" y="39"/>
                  </a:lnTo>
                  <a:lnTo>
                    <a:pt x="11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2" name="Google Shape;5032;p21"/>
            <p:cNvSpPr/>
            <p:nvPr/>
          </p:nvSpPr>
          <p:spPr>
            <a:xfrm>
              <a:off x="779675" y="1997825"/>
              <a:ext cx="121675" cy="144825"/>
            </a:xfrm>
            <a:custGeom>
              <a:avLst/>
              <a:gdLst/>
              <a:ahLst/>
              <a:cxnLst/>
              <a:rect l="l" t="t" r="r" b="b"/>
              <a:pathLst>
                <a:path w="4867" h="5793" extrusionOk="0">
                  <a:moveTo>
                    <a:pt x="155" y="0"/>
                  </a:moveTo>
                  <a:lnTo>
                    <a:pt x="1" y="155"/>
                  </a:lnTo>
                  <a:lnTo>
                    <a:pt x="1198" y="1545"/>
                  </a:lnTo>
                  <a:lnTo>
                    <a:pt x="2356" y="2935"/>
                  </a:lnTo>
                  <a:lnTo>
                    <a:pt x="2897" y="3630"/>
                  </a:lnTo>
                  <a:lnTo>
                    <a:pt x="3476" y="4402"/>
                  </a:lnTo>
                  <a:lnTo>
                    <a:pt x="4056" y="5097"/>
                  </a:lnTo>
                  <a:lnTo>
                    <a:pt x="4326" y="5445"/>
                  </a:lnTo>
                  <a:lnTo>
                    <a:pt x="4635" y="5792"/>
                  </a:lnTo>
                  <a:lnTo>
                    <a:pt x="4828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5" y="5252"/>
                  </a:lnTo>
                  <a:lnTo>
                    <a:pt x="4403" y="4866"/>
                  </a:lnTo>
                  <a:lnTo>
                    <a:pt x="3862" y="4170"/>
                  </a:lnTo>
                  <a:lnTo>
                    <a:pt x="2704" y="2780"/>
                  </a:lnTo>
                  <a:lnTo>
                    <a:pt x="1468" y="1352"/>
                  </a:lnTo>
                  <a:lnTo>
                    <a:pt x="812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3" name="Google Shape;5033;p21"/>
            <p:cNvSpPr/>
            <p:nvPr/>
          </p:nvSpPr>
          <p:spPr>
            <a:xfrm>
              <a:off x="2839800" y="2000700"/>
              <a:ext cx="270325" cy="209525"/>
            </a:xfrm>
            <a:custGeom>
              <a:avLst/>
              <a:gdLst/>
              <a:ahLst/>
              <a:cxnLst/>
              <a:rect l="l" t="t" r="r" b="b"/>
              <a:pathLst>
                <a:path w="10813" h="8381" extrusionOk="0">
                  <a:moveTo>
                    <a:pt x="10233" y="1"/>
                  </a:moveTo>
                  <a:lnTo>
                    <a:pt x="10156" y="78"/>
                  </a:lnTo>
                  <a:lnTo>
                    <a:pt x="10117" y="155"/>
                  </a:lnTo>
                  <a:lnTo>
                    <a:pt x="10079" y="233"/>
                  </a:lnTo>
                  <a:lnTo>
                    <a:pt x="10079" y="348"/>
                  </a:lnTo>
                  <a:lnTo>
                    <a:pt x="10156" y="426"/>
                  </a:lnTo>
                  <a:lnTo>
                    <a:pt x="10272" y="580"/>
                  </a:lnTo>
                  <a:lnTo>
                    <a:pt x="10310" y="735"/>
                  </a:lnTo>
                  <a:lnTo>
                    <a:pt x="10349" y="928"/>
                  </a:lnTo>
                  <a:lnTo>
                    <a:pt x="10310" y="1121"/>
                  </a:lnTo>
                  <a:lnTo>
                    <a:pt x="10233" y="1275"/>
                  </a:lnTo>
                  <a:lnTo>
                    <a:pt x="10156" y="1468"/>
                  </a:lnTo>
                  <a:lnTo>
                    <a:pt x="9847" y="1854"/>
                  </a:lnTo>
                  <a:lnTo>
                    <a:pt x="9538" y="2202"/>
                  </a:lnTo>
                  <a:lnTo>
                    <a:pt x="9152" y="2511"/>
                  </a:lnTo>
                  <a:lnTo>
                    <a:pt x="8611" y="3013"/>
                  </a:lnTo>
                  <a:lnTo>
                    <a:pt x="8264" y="3283"/>
                  </a:lnTo>
                  <a:lnTo>
                    <a:pt x="8225" y="3206"/>
                  </a:lnTo>
                  <a:lnTo>
                    <a:pt x="8148" y="3129"/>
                  </a:lnTo>
                  <a:lnTo>
                    <a:pt x="7607" y="2820"/>
                  </a:lnTo>
                  <a:lnTo>
                    <a:pt x="7144" y="2434"/>
                  </a:lnTo>
                  <a:lnTo>
                    <a:pt x="6912" y="2665"/>
                  </a:lnTo>
                  <a:lnTo>
                    <a:pt x="7105" y="2936"/>
                  </a:lnTo>
                  <a:lnTo>
                    <a:pt x="7376" y="3167"/>
                  </a:lnTo>
                  <a:lnTo>
                    <a:pt x="7646" y="3399"/>
                  </a:lnTo>
                  <a:lnTo>
                    <a:pt x="7955" y="3553"/>
                  </a:lnTo>
                  <a:lnTo>
                    <a:pt x="7028" y="4287"/>
                  </a:lnTo>
                  <a:lnTo>
                    <a:pt x="6101" y="4982"/>
                  </a:lnTo>
                  <a:lnTo>
                    <a:pt x="4943" y="5793"/>
                  </a:lnTo>
                  <a:lnTo>
                    <a:pt x="3746" y="6527"/>
                  </a:lnTo>
                  <a:lnTo>
                    <a:pt x="3553" y="6681"/>
                  </a:lnTo>
                  <a:lnTo>
                    <a:pt x="3475" y="6334"/>
                  </a:lnTo>
                  <a:lnTo>
                    <a:pt x="3321" y="6025"/>
                  </a:lnTo>
                  <a:lnTo>
                    <a:pt x="3128" y="5716"/>
                  </a:lnTo>
                  <a:lnTo>
                    <a:pt x="2896" y="5446"/>
                  </a:lnTo>
                  <a:lnTo>
                    <a:pt x="2626" y="5677"/>
                  </a:lnTo>
                  <a:lnTo>
                    <a:pt x="2819" y="5909"/>
                  </a:lnTo>
                  <a:lnTo>
                    <a:pt x="2935" y="6179"/>
                  </a:lnTo>
                  <a:lnTo>
                    <a:pt x="3051" y="6565"/>
                  </a:lnTo>
                  <a:lnTo>
                    <a:pt x="3128" y="6952"/>
                  </a:lnTo>
                  <a:lnTo>
                    <a:pt x="2317" y="7376"/>
                  </a:lnTo>
                  <a:lnTo>
                    <a:pt x="1892" y="7608"/>
                  </a:lnTo>
                  <a:lnTo>
                    <a:pt x="1467" y="7762"/>
                  </a:lnTo>
                  <a:lnTo>
                    <a:pt x="1081" y="7878"/>
                  </a:lnTo>
                  <a:lnTo>
                    <a:pt x="927" y="7917"/>
                  </a:lnTo>
                  <a:lnTo>
                    <a:pt x="772" y="7917"/>
                  </a:lnTo>
                  <a:lnTo>
                    <a:pt x="618" y="7878"/>
                  </a:lnTo>
                  <a:lnTo>
                    <a:pt x="502" y="7840"/>
                  </a:lnTo>
                  <a:lnTo>
                    <a:pt x="386" y="7724"/>
                  </a:lnTo>
                  <a:lnTo>
                    <a:pt x="309" y="7608"/>
                  </a:lnTo>
                  <a:lnTo>
                    <a:pt x="270" y="7569"/>
                  </a:lnTo>
                  <a:lnTo>
                    <a:pt x="232" y="7531"/>
                  </a:lnTo>
                  <a:lnTo>
                    <a:pt x="116" y="7492"/>
                  </a:lnTo>
                  <a:lnTo>
                    <a:pt x="39" y="7569"/>
                  </a:lnTo>
                  <a:lnTo>
                    <a:pt x="0" y="7608"/>
                  </a:lnTo>
                  <a:lnTo>
                    <a:pt x="0" y="7685"/>
                  </a:lnTo>
                  <a:lnTo>
                    <a:pt x="39" y="7840"/>
                  </a:lnTo>
                  <a:lnTo>
                    <a:pt x="77" y="7994"/>
                  </a:lnTo>
                  <a:lnTo>
                    <a:pt x="155" y="8110"/>
                  </a:lnTo>
                  <a:lnTo>
                    <a:pt x="270" y="8226"/>
                  </a:lnTo>
                  <a:lnTo>
                    <a:pt x="348" y="8264"/>
                  </a:lnTo>
                  <a:lnTo>
                    <a:pt x="463" y="8342"/>
                  </a:lnTo>
                  <a:lnTo>
                    <a:pt x="734" y="8380"/>
                  </a:lnTo>
                  <a:lnTo>
                    <a:pt x="1004" y="8380"/>
                  </a:lnTo>
                  <a:lnTo>
                    <a:pt x="1274" y="8342"/>
                  </a:lnTo>
                  <a:lnTo>
                    <a:pt x="1545" y="8264"/>
                  </a:lnTo>
                  <a:lnTo>
                    <a:pt x="1815" y="8149"/>
                  </a:lnTo>
                  <a:lnTo>
                    <a:pt x="2935" y="7569"/>
                  </a:lnTo>
                  <a:lnTo>
                    <a:pt x="4055" y="6952"/>
                  </a:lnTo>
                  <a:lnTo>
                    <a:pt x="5097" y="6295"/>
                  </a:lnTo>
                  <a:lnTo>
                    <a:pt x="6140" y="5561"/>
                  </a:lnTo>
                  <a:lnTo>
                    <a:pt x="7067" y="4866"/>
                  </a:lnTo>
                  <a:lnTo>
                    <a:pt x="7993" y="4171"/>
                  </a:lnTo>
                  <a:lnTo>
                    <a:pt x="8881" y="3399"/>
                  </a:lnTo>
                  <a:lnTo>
                    <a:pt x="9731" y="2627"/>
                  </a:lnTo>
                  <a:lnTo>
                    <a:pt x="10001" y="2356"/>
                  </a:lnTo>
                  <a:lnTo>
                    <a:pt x="10272" y="2047"/>
                  </a:lnTo>
                  <a:lnTo>
                    <a:pt x="10503" y="1739"/>
                  </a:lnTo>
                  <a:lnTo>
                    <a:pt x="10696" y="1430"/>
                  </a:lnTo>
                  <a:lnTo>
                    <a:pt x="10812" y="1082"/>
                  </a:lnTo>
                  <a:lnTo>
                    <a:pt x="10812" y="928"/>
                  </a:lnTo>
                  <a:lnTo>
                    <a:pt x="10812" y="735"/>
                  </a:lnTo>
                  <a:lnTo>
                    <a:pt x="10774" y="580"/>
                  </a:lnTo>
                  <a:lnTo>
                    <a:pt x="10735" y="387"/>
                  </a:lnTo>
                  <a:lnTo>
                    <a:pt x="10619" y="233"/>
                  </a:lnTo>
                  <a:lnTo>
                    <a:pt x="10465" y="40"/>
                  </a:lnTo>
                  <a:lnTo>
                    <a:pt x="103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4" name="Google Shape;5034;p21"/>
            <p:cNvSpPr/>
            <p:nvPr/>
          </p:nvSpPr>
          <p:spPr>
            <a:xfrm>
              <a:off x="633925" y="2005525"/>
              <a:ext cx="61800" cy="160300"/>
            </a:xfrm>
            <a:custGeom>
              <a:avLst/>
              <a:gdLst/>
              <a:ahLst/>
              <a:cxnLst/>
              <a:rect l="l" t="t" r="r" b="b"/>
              <a:pathLst>
                <a:path w="2472" h="6412" extrusionOk="0">
                  <a:moveTo>
                    <a:pt x="309" y="1"/>
                  </a:moveTo>
                  <a:lnTo>
                    <a:pt x="0" y="78"/>
                  </a:lnTo>
                  <a:lnTo>
                    <a:pt x="193" y="928"/>
                  </a:lnTo>
                  <a:lnTo>
                    <a:pt x="425" y="1777"/>
                  </a:lnTo>
                  <a:lnTo>
                    <a:pt x="657" y="2627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5"/>
                  </a:lnTo>
                  <a:lnTo>
                    <a:pt x="1661" y="5716"/>
                  </a:lnTo>
                  <a:lnTo>
                    <a:pt x="1583" y="5793"/>
                  </a:lnTo>
                  <a:lnTo>
                    <a:pt x="1545" y="5870"/>
                  </a:lnTo>
                  <a:lnTo>
                    <a:pt x="1776" y="5909"/>
                  </a:lnTo>
                  <a:lnTo>
                    <a:pt x="1931" y="6141"/>
                  </a:lnTo>
                  <a:lnTo>
                    <a:pt x="2085" y="6334"/>
                  </a:lnTo>
                  <a:lnTo>
                    <a:pt x="2124" y="6411"/>
                  </a:lnTo>
                  <a:lnTo>
                    <a:pt x="2317" y="6411"/>
                  </a:lnTo>
                  <a:lnTo>
                    <a:pt x="2356" y="6334"/>
                  </a:lnTo>
                  <a:lnTo>
                    <a:pt x="2433" y="6295"/>
                  </a:lnTo>
                  <a:lnTo>
                    <a:pt x="2471" y="6257"/>
                  </a:lnTo>
                  <a:lnTo>
                    <a:pt x="2356" y="5948"/>
                  </a:lnTo>
                  <a:lnTo>
                    <a:pt x="2278" y="5948"/>
                  </a:lnTo>
                  <a:lnTo>
                    <a:pt x="2124" y="5600"/>
                  </a:lnTo>
                  <a:lnTo>
                    <a:pt x="1969" y="5214"/>
                  </a:lnTo>
                  <a:lnTo>
                    <a:pt x="1738" y="4442"/>
                  </a:lnTo>
                  <a:lnTo>
                    <a:pt x="1197" y="2936"/>
                  </a:lnTo>
                  <a:lnTo>
                    <a:pt x="734" y="1468"/>
                  </a:lnTo>
                  <a:lnTo>
                    <a:pt x="30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5" name="Google Shape;5035;p21"/>
            <p:cNvSpPr/>
            <p:nvPr/>
          </p:nvSpPr>
          <p:spPr>
            <a:xfrm>
              <a:off x="643575" y="2007475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0"/>
                  </a:moveTo>
                  <a:lnTo>
                    <a:pt x="0" y="39"/>
                  </a:lnTo>
                  <a:lnTo>
                    <a:pt x="1970" y="3205"/>
                  </a:lnTo>
                  <a:lnTo>
                    <a:pt x="4055" y="6333"/>
                  </a:lnTo>
                  <a:lnTo>
                    <a:pt x="3553" y="6294"/>
                  </a:lnTo>
                  <a:lnTo>
                    <a:pt x="3051" y="6179"/>
                  </a:lnTo>
                  <a:lnTo>
                    <a:pt x="2587" y="6024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5" y="6179"/>
                  </a:lnTo>
                  <a:lnTo>
                    <a:pt x="2472" y="6372"/>
                  </a:lnTo>
                  <a:lnTo>
                    <a:pt x="2858" y="6526"/>
                  </a:lnTo>
                  <a:lnTo>
                    <a:pt x="3283" y="6642"/>
                  </a:lnTo>
                  <a:lnTo>
                    <a:pt x="3707" y="6719"/>
                  </a:lnTo>
                  <a:lnTo>
                    <a:pt x="4132" y="6796"/>
                  </a:lnTo>
                  <a:lnTo>
                    <a:pt x="4595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8" y="6642"/>
                  </a:lnTo>
                  <a:lnTo>
                    <a:pt x="8148" y="6487"/>
                  </a:lnTo>
                  <a:lnTo>
                    <a:pt x="8959" y="6294"/>
                  </a:lnTo>
                  <a:lnTo>
                    <a:pt x="9770" y="6024"/>
                  </a:lnTo>
                  <a:lnTo>
                    <a:pt x="10581" y="5715"/>
                  </a:lnTo>
                  <a:lnTo>
                    <a:pt x="11314" y="5368"/>
                  </a:lnTo>
                  <a:lnTo>
                    <a:pt x="12009" y="4904"/>
                  </a:lnTo>
                  <a:lnTo>
                    <a:pt x="12357" y="4673"/>
                  </a:lnTo>
                  <a:lnTo>
                    <a:pt x="12666" y="4402"/>
                  </a:lnTo>
                  <a:lnTo>
                    <a:pt x="12975" y="4093"/>
                  </a:lnTo>
                  <a:lnTo>
                    <a:pt x="13284" y="3784"/>
                  </a:lnTo>
                  <a:lnTo>
                    <a:pt x="13515" y="3476"/>
                  </a:lnTo>
                  <a:lnTo>
                    <a:pt x="13786" y="3128"/>
                  </a:lnTo>
                  <a:lnTo>
                    <a:pt x="13979" y="2780"/>
                  </a:lnTo>
                  <a:lnTo>
                    <a:pt x="14211" y="2394"/>
                  </a:lnTo>
                  <a:lnTo>
                    <a:pt x="14211" y="2278"/>
                  </a:lnTo>
                  <a:lnTo>
                    <a:pt x="14172" y="2163"/>
                  </a:lnTo>
                  <a:lnTo>
                    <a:pt x="14172" y="2124"/>
                  </a:lnTo>
                  <a:lnTo>
                    <a:pt x="13863" y="2124"/>
                  </a:lnTo>
                  <a:lnTo>
                    <a:pt x="13824" y="2163"/>
                  </a:lnTo>
                  <a:lnTo>
                    <a:pt x="13554" y="2703"/>
                  </a:lnTo>
                  <a:lnTo>
                    <a:pt x="13207" y="3167"/>
                  </a:lnTo>
                  <a:lnTo>
                    <a:pt x="12859" y="3630"/>
                  </a:lnTo>
                  <a:lnTo>
                    <a:pt x="12473" y="4016"/>
                  </a:lnTo>
                  <a:lnTo>
                    <a:pt x="12009" y="4364"/>
                  </a:lnTo>
                  <a:lnTo>
                    <a:pt x="11546" y="4711"/>
                  </a:lnTo>
                  <a:lnTo>
                    <a:pt x="11083" y="4982"/>
                  </a:lnTo>
                  <a:lnTo>
                    <a:pt x="10542" y="5252"/>
                  </a:lnTo>
                  <a:lnTo>
                    <a:pt x="10349" y="5252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6"/>
                  </a:lnTo>
                  <a:lnTo>
                    <a:pt x="10156" y="5445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1"/>
                  </a:lnTo>
                  <a:lnTo>
                    <a:pt x="6758" y="6294"/>
                  </a:lnTo>
                  <a:lnTo>
                    <a:pt x="6217" y="6333"/>
                  </a:lnTo>
                  <a:lnTo>
                    <a:pt x="5677" y="6410"/>
                  </a:lnTo>
                  <a:lnTo>
                    <a:pt x="4557" y="6410"/>
                  </a:lnTo>
                  <a:lnTo>
                    <a:pt x="4595" y="6294"/>
                  </a:lnTo>
                  <a:lnTo>
                    <a:pt x="4364" y="6256"/>
                  </a:lnTo>
                  <a:lnTo>
                    <a:pt x="3398" y="4634"/>
                  </a:lnTo>
                  <a:lnTo>
                    <a:pt x="2356" y="3012"/>
                  </a:lnTo>
                  <a:lnTo>
                    <a:pt x="1275" y="1468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6" name="Google Shape;5036;p21"/>
            <p:cNvSpPr/>
            <p:nvPr/>
          </p:nvSpPr>
          <p:spPr>
            <a:xfrm>
              <a:off x="5946350" y="2008425"/>
              <a:ext cx="112975" cy="132300"/>
            </a:xfrm>
            <a:custGeom>
              <a:avLst/>
              <a:gdLst/>
              <a:ahLst/>
              <a:cxnLst/>
              <a:rect l="l" t="t" r="r" b="b"/>
              <a:pathLst>
                <a:path w="4519" h="5292" extrusionOk="0">
                  <a:moveTo>
                    <a:pt x="3360" y="1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1" y="155"/>
                  </a:lnTo>
                  <a:lnTo>
                    <a:pt x="2240" y="271"/>
                  </a:lnTo>
                  <a:lnTo>
                    <a:pt x="2009" y="426"/>
                  </a:lnTo>
                  <a:lnTo>
                    <a:pt x="1738" y="580"/>
                  </a:lnTo>
                  <a:lnTo>
                    <a:pt x="1507" y="773"/>
                  </a:lnTo>
                  <a:lnTo>
                    <a:pt x="1082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9"/>
                  </a:lnTo>
                  <a:lnTo>
                    <a:pt x="39" y="3708"/>
                  </a:lnTo>
                  <a:lnTo>
                    <a:pt x="1" y="4055"/>
                  </a:lnTo>
                  <a:lnTo>
                    <a:pt x="1" y="4364"/>
                  </a:lnTo>
                  <a:lnTo>
                    <a:pt x="39" y="4673"/>
                  </a:lnTo>
                  <a:lnTo>
                    <a:pt x="117" y="4905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700" y="5291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789"/>
                  </a:lnTo>
                  <a:lnTo>
                    <a:pt x="696" y="4712"/>
                  </a:lnTo>
                  <a:lnTo>
                    <a:pt x="580" y="4557"/>
                  </a:lnTo>
                  <a:lnTo>
                    <a:pt x="541" y="4442"/>
                  </a:lnTo>
                  <a:lnTo>
                    <a:pt x="503" y="4248"/>
                  </a:lnTo>
                  <a:lnTo>
                    <a:pt x="541" y="4055"/>
                  </a:lnTo>
                  <a:lnTo>
                    <a:pt x="580" y="3592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27" y="2318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16" y="1159"/>
                  </a:lnTo>
                  <a:lnTo>
                    <a:pt x="2202" y="889"/>
                  </a:lnTo>
                  <a:lnTo>
                    <a:pt x="2627" y="696"/>
                  </a:lnTo>
                  <a:lnTo>
                    <a:pt x="3090" y="580"/>
                  </a:lnTo>
                  <a:lnTo>
                    <a:pt x="3592" y="541"/>
                  </a:lnTo>
                  <a:lnTo>
                    <a:pt x="4094" y="580"/>
                  </a:lnTo>
                  <a:lnTo>
                    <a:pt x="4248" y="541"/>
                  </a:lnTo>
                  <a:lnTo>
                    <a:pt x="4326" y="464"/>
                  </a:lnTo>
                  <a:lnTo>
                    <a:pt x="4441" y="464"/>
                  </a:lnTo>
                  <a:lnTo>
                    <a:pt x="4519" y="426"/>
                  </a:lnTo>
                  <a:lnTo>
                    <a:pt x="4519" y="348"/>
                  </a:lnTo>
                  <a:lnTo>
                    <a:pt x="4519" y="155"/>
                  </a:lnTo>
                  <a:lnTo>
                    <a:pt x="4210" y="155"/>
                  </a:lnTo>
                  <a:lnTo>
                    <a:pt x="3901" y="78"/>
                  </a:lnTo>
                  <a:lnTo>
                    <a:pt x="363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7" name="Google Shape;5037;p21"/>
            <p:cNvSpPr/>
            <p:nvPr/>
          </p:nvSpPr>
          <p:spPr>
            <a:xfrm>
              <a:off x="6195425" y="2043175"/>
              <a:ext cx="25125" cy="11625"/>
            </a:xfrm>
            <a:custGeom>
              <a:avLst/>
              <a:gdLst/>
              <a:ahLst/>
              <a:cxnLst/>
              <a:rect l="l" t="t" r="r" b="b"/>
              <a:pathLst>
                <a:path w="1005" h="465" extrusionOk="0">
                  <a:moveTo>
                    <a:pt x="773" y="1"/>
                  </a:moveTo>
                  <a:lnTo>
                    <a:pt x="541" y="40"/>
                  </a:lnTo>
                  <a:lnTo>
                    <a:pt x="309" y="78"/>
                  </a:lnTo>
                  <a:lnTo>
                    <a:pt x="78" y="155"/>
                  </a:lnTo>
                  <a:lnTo>
                    <a:pt x="39" y="194"/>
                  </a:lnTo>
                  <a:lnTo>
                    <a:pt x="0" y="271"/>
                  </a:lnTo>
                  <a:lnTo>
                    <a:pt x="0" y="348"/>
                  </a:lnTo>
                  <a:lnTo>
                    <a:pt x="78" y="426"/>
                  </a:lnTo>
                  <a:lnTo>
                    <a:pt x="116" y="464"/>
                  </a:lnTo>
                  <a:lnTo>
                    <a:pt x="193" y="464"/>
                  </a:lnTo>
                  <a:lnTo>
                    <a:pt x="386" y="387"/>
                  </a:lnTo>
                  <a:lnTo>
                    <a:pt x="580" y="348"/>
                  </a:lnTo>
                  <a:lnTo>
                    <a:pt x="773" y="387"/>
                  </a:lnTo>
                  <a:lnTo>
                    <a:pt x="850" y="348"/>
                  </a:lnTo>
                  <a:lnTo>
                    <a:pt x="966" y="348"/>
                  </a:lnTo>
                  <a:lnTo>
                    <a:pt x="1004" y="271"/>
                  </a:lnTo>
                  <a:lnTo>
                    <a:pt x="1004" y="233"/>
                  </a:lnTo>
                  <a:lnTo>
                    <a:pt x="1004" y="155"/>
                  </a:lnTo>
                  <a:lnTo>
                    <a:pt x="966" y="78"/>
                  </a:lnTo>
                  <a:lnTo>
                    <a:pt x="888" y="40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8" name="Google Shape;5038;p21"/>
            <p:cNvSpPr/>
            <p:nvPr/>
          </p:nvSpPr>
          <p:spPr>
            <a:xfrm>
              <a:off x="6096950" y="2048975"/>
              <a:ext cx="21275" cy="8725"/>
            </a:xfrm>
            <a:custGeom>
              <a:avLst/>
              <a:gdLst/>
              <a:ahLst/>
              <a:cxnLst/>
              <a:rect l="l" t="t" r="r" b="b"/>
              <a:pathLst>
                <a:path w="851" h="349" extrusionOk="0">
                  <a:moveTo>
                    <a:pt x="155" y="1"/>
                  </a:moveTo>
                  <a:lnTo>
                    <a:pt x="116" y="39"/>
                  </a:lnTo>
                  <a:lnTo>
                    <a:pt x="39" y="78"/>
                  </a:lnTo>
                  <a:lnTo>
                    <a:pt x="1" y="155"/>
                  </a:lnTo>
                  <a:lnTo>
                    <a:pt x="39" y="271"/>
                  </a:lnTo>
                  <a:lnTo>
                    <a:pt x="116" y="310"/>
                  </a:lnTo>
                  <a:lnTo>
                    <a:pt x="155" y="310"/>
                  </a:lnTo>
                  <a:lnTo>
                    <a:pt x="425" y="348"/>
                  </a:lnTo>
                  <a:lnTo>
                    <a:pt x="734" y="348"/>
                  </a:lnTo>
                  <a:lnTo>
                    <a:pt x="812" y="271"/>
                  </a:lnTo>
                  <a:lnTo>
                    <a:pt x="850" y="155"/>
                  </a:lnTo>
                  <a:lnTo>
                    <a:pt x="812" y="78"/>
                  </a:lnTo>
                  <a:lnTo>
                    <a:pt x="73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9" name="Google Shape;5039;p21"/>
            <p:cNvSpPr/>
            <p:nvPr/>
          </p:nvSpPr>
          <p:spPr>
            <a:xfrm>
              <a:off x="5988825" y="2089525"/>
              <a:ext cx="93675" cy="93675"/>
            </a:xfrm>
            <a:custGeom>
              <a:avLst/>
              <a:gdLst/>
              <a:ahLst/>
              <a:cxnLst/>
              <a:rect l="l" t="t" r="r" b="b"/>
              <a:pathLst>
                <a:path w="3747" h="3747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8" y="580"/>
                  </a:lnTo>
                  <a:lnTo>
                    <a:pt x="2549" y="696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90" y="1159"/>
                  </a:lnTo>
                  <a:lnTo>
                    <a:pt x="3206" y="1429"/>
                  </a:lnTo>
                  <a:lnTo>
                    <a:pt x="3244" y="1661"/>
                  </a:lnTo>
                  <a:lnTo>
                    <a:pt x="3244" y="1931"/>
                  </a:lnTo>
                  <a:lnTo>
                    <a:pt x="3206" y="2201"/>
                  </a:lnTo>
                  <a:lnTo>
                    <a:pt x="3090" y="2433"/>
                  </a:lnTo>
                  <a:lnTo>
                    <a:pt x="2974" y="2665"/>
                  </a:lnTo>
                  <a:lnTo>
                    <a:pt x="2781" y="2858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47" y="3244"/>
                  </a:lnTo>
                  <a:lnTo>
                    <a:pt x="1777" y="3244"/>
                  </a:lnTo>
                  <a:lnTo>
                    <a:pt x="1468" y="3167"/>
                  </a:lnTo>
                  <a:lnTo>
                    <a:pt x="1198" y="3051"/>
                  </a:lnTo>
                  <a:lnTo>
                    <a:pt x="966" y="2897"/>
                  </a:lnTo>
                  <a:lnTo>
                    <a:pt x="773" y="2665"/>
                  </a:lnTo>
                  <a:lnTo>
                    <a:pt x="619" y="2433"/>
                  </a:lnTo>
                  <a:lnTo>
                    <a:pt x="503" y="2124"/>
                  </a:lnTo>
                  <a:lnTo>
                    <a:pt x="464" y="1854"/>
                  </a:lnTo>
                  <a:lnTo>
                    <a:pt x="503" y="1584"/>
                  </a:lnTo>
                  <a:lnTo>
                    <a:pt x="619" y="1352"/>
                  </a:lnTo>
                  <a:lnTo>
                    <a:pt x="734" y="1120"/>
                  </a:lnTo>
                  <a:lnTo>
                    <a:pt x="928" y="889"/>
                  </a:lnTo>
                  <a:lnTo>
                    <a:pt x="1121" y="734"/>
                  </a:lnTo>
                  <a:lnTo>
                    <a:pt x="1352" y="580"/>
                  </a:lnTo>
                  <a:lnTo>
                    <a:pt x="1584" y="464"/>
                  </a:lnTo>
                  <a:close/>
                  <a:moveTo>
                    <a:pt x="1700" y="0"/>
                  </a:moveTo>
                  <a:lnTo>
                    <a:pt x="1545" y="78"/>
                  </a:lnTo>
                  <a:lnTo>
                    <a:pt x="1352" y="116"/>
                  </a:lnTo>
                  <a:lnTo>
                    <a:pt x="1314" y="155"/>
                  </a:lnTo>
                  <a:lnTo>
                    <a:pt x="1082" y="271"/>
                  </a:lnTo>
                  <a:lnTo>
                    <a:pt x="812" y="387"/>
                  </a:lnTo>
                  <a:lnTo>
                    <a:pt x="619" y="541"/>
                  </a:lnTo>
                  <a:lnTo>
                    <a:pt x="426" y="734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8" y="1468"/>
                  </a:lnTo>
                  <a:lnTo>
                    <a:pt x="1" y="1738"/>
                  </a:lnTo>
                  <a:lnTo>
                    <a:pt x="1" y="2047"/>
                  </a:lnTo>
                  <a:lnTo>
                    <a:pt x="1" y="2086"/>
                  </a:lnTo>
                  <a:lnTo>
                    <a:pt x="39" y="2279"/>
                  </a:lnTo>
                  <a:lnTo>
                    <a:pt x="117" y="2472"/>
                  </a:lnTo>
                  <a:lnTo>
                    <a:pt x="310" y="2819"/>
                  </a:lnTo>
                  <a:lnTo>
                    <a:pt x="541" y="3128"/>
                  </a:lnTo>
                  <a:lnTo>
                    <a:pt x="850" y="3399"/>
                  </a:lnTo>
                  <a:lnTo>
                    <a:pt x="1198" y="3592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07"/>
                  </a:lnTo>
                  <a:lnTo>
                    <a:pt x="2356" y="3669"/>
                  </a:lnTo>
                  <a:lnTo>
                    <a:pt x="2627" y="3553"/>
                  </a:lnTo>
                  <a:lnTo>
                    <a:pt x="2897" y="3399"/>
                  </a:lnTo>
                  <a:lnTo>
                    <a:pt x="3129" y="3244"/>
                  </a:lnTo>
                  <a:lnTo>
                    <a:pt x="3322" y="3012"/>
                  </a:lnTo>
                  <a:lnTo>
                    <a:pt x="3476" y="2742"/>
                  </a:lnTo>
                  <a:lnTo>
                    <a:pt x="3631" y="2472"/>
                  </a:lnTo>
                  <a:lnTo>
                    <a:pt x="3708" y="2201"/>
                  </a:lnTo>
                  <a:lnTo>
                    <a:pt x="3746" y="1893"/>
                  </a:lnTo>
                  <a:lnTo>
                    <a:pt x="3708" y="1584"/>
                  </a:lnTo>
                  <a:lnTo>
                    <a:pt x="3669" y="1275"/>
                  </a:lnTo>
                  <a:lnTo>
                    <a:pt x="3515" y="966"/>
                  </a:lnTo>
                  <a:lnTo>
                    <a:pt x="3322" y="696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5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0" name="Google Shape;5040;p21"/>
            <p:cNvSpPr/>
            <p:nvPr/>
          </p:nvSpPr>
          <p:spPr>
            <a:xfrm>
              <a:off x="3369775" y="2101100"/>
              <a:ext cx="174750" cy="292550"/>
            </a:xfrm>
            <a:custGeom>
              <a:avLst/>
              <a:gdLst/>
              <a:ahLst/>
              <a:cxnLst/>
              <a:rect l="l" t="t" r="r" b="b"/>
              <a:pathLst>
                <a:path w="6990" h="11702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3" y="6256"/>
                  </a:lnTo>
                  <a:lnTo>
                    <a:pt x="5214" y="9346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3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1" y="11508"/>
                  </a:lnTo>
                  <a:lnTo>
                    <a:pt x="6951" y="11392"/>
                  </a:lnTo>
                  <a:lnTo>
                    <a:pt x="6990" y="11354"/>
                  </a:lnTo>
                  <a:lnTo>
                    <a:pt x="6681" y="11122"/>
                  </a:lnTo>
                  <a:lnTo>
                    <a:pt x="6758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5" y="5639"/>
                  </a:lnTo>
                  <a:lnTo>
                    <a:pt x="6411" y="5639"/>
                  </a:lnTo>
                  <a:lnTo>
                    <a:pt x="6411" y="6758"/>
                  </a:lnTo>
                  <a:lnTo>
                    <a:pt x="6333" y="8573"/>
                  </a:lnTo>
                  <a:lnTo>
                    <a:pt x="6295" y="9500"/>
                  </a:lnTo>
                  <a:lnTo>
                    <a:pt x="6256" y="10427"/>
                  </a:lnTo>
                  <a:lnTo>
                    <a:pt x="5986" y="9886"/>
                  </a:lnTo>
                  <a:lnTo>
                    <a:pt x="5252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3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1" name="Google Shape;5041;p21"/>
            <p:cNvSpPr/>
            <p:nvPr/>
          </p:nvSpPr>
          <p:spPr>
            <a:xfrm>
              <a:off x="4221225" y="2127175"/>
              <a:ext cx="103325" cy="132275"/>
            </a:xfrm>
            <a:custGeom>
              <a:avLst/>
              <a:gdLst/>
              <a:ahLst/>
              <a:cxnLst/>
              <a:rect l="l" t="t" r="r" b="b"/>
              <a:pathLst>
                <a:path w="4133" h="5291" extrusionOk="0">
                  <a:moveTo>
                    <a:pt x="2511" y="0"/>
                  </a:moveTo>
                  <a:lnTo>
                    <a:pt x="2279" y="39"/>
                  </a:lnTo>
                  <a:lnTo>
                    <a:pt x="2048" y="39"/>
                  </a:lnTo>
                  <a:lnTo>
                    <a:pt x="1816" y="116"/>
                  </a:lnTo>
                  <a:lnTo>
                    <a:pt x="1430" y="271"/>
                  </a:lnTo>
                  <a:lnTo>
                    <a:pt x="1121" y="464"/>
                  </a:lnTo>
                  <a:lnTo>
                    <a:pt x="850" y="695"/>
                  </a:lnTo>
                  <a:lnTo>
                    <a:pt x="619" y="966"/>
                  </a:lnTo>
                  <a:lnTo>
                    <a:pt x="464" y="1236"/>
                  </a:lnTo>
                  <a:lnTo>
                    <a:pt x="310" y="1584"/>
                  </a:lnTo>
                  <a:lnTo>
                    <a:pt x="194" y="1931"/>
                  </a:lnTo>
                  <a:lnTo>
                    <a:pt x="117" y="2279"/>
                  </a:lnTo>
                  <a:lnTo>
                    <a:pt x="40" y="2665"/>
                  </a:lnTo>
                  <a:lnTo>
                    <a:pt x="1" y="3051"/>
                  </a:lnTo>
                  <a:lnTo>
                    <a:pt x="1" y="3823"/>
                  </a:lnTo>
                  <a:lnTo>
                    <a:pt x="1" y="5291"/>
                  </a:lnTo>
                  <a:lnTo>
                    <a:pt x="426" y="5291"/>
                  </a:lnTo>
                  <a:lnTo>
                    <a:pt x="464" y="4750"/>
                  </a:lnTo>
                  <a:lnTo>
                    <a:pt x="464" y="4209"/>
                  </a:lnTo>
                  <a:lnTo>
                    <a:pt x="464" y="3669"/>
                  </a:lnTo>
                  <a:lnTo>
                    <a:pt x="503" y="3128"/>
                  </a:lnTo>
                  <a:lnTo>
                    <a:pt x="542" y="2588"/>
                  </a:lnTo>
                  <a:lnTo>
                    <a:pt x="696" y="2047"/>
                  </a:lnTo>
                  <a:lnTo>
                    <a:pt x="773" y="1815"/>
                  </a:lnTo>
                  <a:lnTo>
                    <a:pt x="889" y="1584"/>
                  </a:lnTo>
                  <a:lnTo>
                    <a:pt x="1044" y="1352"/>
                  </a:lnTo>
                  <a:lnTo>
                    <a:pt x="1198" y="1159"/>
                  </a:lnTo>
                  <a:lnTo>
                    <a:pt x="1391" y="966"/>
                  </a:lnTo>
                  <a:lnTo>
                    <a:pt x="1623" y="811"/>
                  </a:lnTo>
                  <a:lnTo>
                    <a:pt x="1893" y="657"/>
                  </a:lnTo>
                  <a:lnTo>
                    <a:pt x="2163" y="580"/>
                  </a:lnTo>
                  <a:lnTo>
                    <a:pt x="2434" y="541"/>
                  </a:lnTo>
                  <a:lnTo>
                    <a:pt x="2704" y="580"/>
                  </a:lnTo>
                  <a:lnTo>
                    <a:pt x="2974" y="657"/>
                  </a:lnTo>
                  <a:lnTo>
                    <a:pt x="3206" y="811"/>
                  </a:lnTo>
                  <a:lnTo>
                    <a:pt x="3360" y="966"/>
                  </a:lnTo>
                  <a:lnTo>
                    <a:pt x="3515" y="1197"/>
                  </a:lnTo>
                  <a:lnTo>
                    <a:pt x="3592" y="1429"/>
                  </a:lnTo>
                  <a:lnTo>
                    <a:pt x="3669" y="1661"/>
                  </a:lnTo>
                  <a:lnTo>
                    <a:pt x="4133" y="1584"/>
                  </a:lnTo>
                  <a:lnTo>
                    <a:pt x="4017" y="1197"/>
                  </a:lnTo>
                  <a:lnTo>
                    <a:pt x="3862" y="850"/>
                  </a:lnTo>
                  <a:lnTo>
                    <a:pt x="3631" y="541"/>
                  </a:lnTo>
                  <a:lnTo>
                    <a:pt x="3399" y="309"/>
                  </a:lnTo>
                  <a:lnTo>
                    <a:pt x="3245" y="194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4" y="39"/>
                  </a:lnTo>
                  <a:lnTo>
                    <a:pt x="25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2" name="Google Shape;5042;p21"/>
            <p:cNvSpPr/>
            <p:nvPr/>
          </p:nvSpPr>
          <p:spPr>
            <a:xfrm>
              <a:off x="4086075" y="2129100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41"/>
                  </a:lnTo>
                  <a:lnTo>
                    <a:pt x="12319" y="618"/>
                  </a:lnTo>
                  <a:lnTo>
                    <a:pt x="12628" y="850"/>
                  </a:lnTo>
                  <a:lnTo>
                    <a:pt x="12898" y="1120"/>
                  </a:lnTo>
                  <a:lnTo>
                    <a:pt x="13130" y="1468"/>
                  </a:lnTo>
                  <a:lnTo>
                    <a:pt x="13323" y="1854"/>
                  </a:lnTo>
                  <a:lnTo>
                    <a:pt x="13477" y="2240"/>
                  </a:lnTo>
                  <a:lnTo>
                    <a:pt x="13632" y="2665"/>
                  </a:lnTo>
                  <a:lnTo>
                    <a:pt x="13864" y="3437"/>
                  </a:lnTo>
                  <a:lnTo>
                    <a:pt x="13091" y="3013"/>
                  </a:lnTo>
                  <a:lnTo>
                    <a:pt x="12705" y="2742"/>
                  </a:lnTo>
                  <a:lnTo>
                    <a:pt x="12358" y="2472"/>
                  </a:lnTo>
                  <a:lnTo>
                    <a:pt x="12010" y="2124"/>
                  </a:lnTo>
                  <a:lnTo>
                    <a:pt x="11817" y="1893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696"/>
                  </a:lnTo>
                  <a:lnTo>
                    <a:pt x="11778" y="618"/>
                  </a:lnTo>
                  <a:lnTo>
                    <a:pt x="11856" y="541"/>
                  </a:lnTo>
                  <a:lnTo>
                    <a:pt x="11971" y="503"/>
                  </a:lnTo>
                  <a:close/>
                  <a:moveTo>
                    <a:pt x="16296" y="1584"/>
                  </a:moveTo>
                  <a:lnTo>
                    <a:pt x="16412" y="1661"/>
                  </a:lnTo>
                  <a:lnTo>
                    <a:pt x="16489" y="1700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18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35"/>
                  </a:lnTo>
                  <a:lnTo>
                    <a:pt x="15949" y="3167"/>
                  </a:lnTo>
                  <a:lnTo>
                    <a:pt x="15563" y="3360"/>
                  </a:lnTo>
                  <a:lnTo>
                    <a:pt x="15138" y="3515"/>
                  </a:lnTo>
                  <a:lnTo>
                    <a:pt x="14713" y="3630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1" y="3322"/>
                  </a:lnTo>
                  <a:lnTo>
                    <a:pt x="14636" y="2974"/>
                  </a:lnTo>
                  <a:lnTo>
                    <a:pt x="14829" y="2588"/>
                  </a:lnTo>
                  <a:lnTo>
                    <a:pt x="15099" y="2279"/>
                  </a:lnTo>
                  <a:lnTo>
                    <a:pt x="15408" y="1931"/>
                  </a:lnTo>
                  <a:lnTo>
                    <a:pt x="15640" y="1777"/>
                  </a:lnTo>
                  <a:lnTo>
                    <a:pt x="15872" y="1661"/>
                  </a:lnTo>
                  <a:lnTo>
                    <a:pt x="16103" y="1584"/>
                  </a:lnTo>
                  <a:close/>
                  <a:moveTo>
                    <a:pt x="13864" y="4287"/>
                  </a:moveTo>
                  <a:lnTo>
                    <a:pt x="13671" y="4519"/>
                  </a:lnTo>
                  <a:lnTo>
                    <a:pt x="13477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09"/>
                  </a:lnTo>
                  <a:lnTo>
                    <a:pt x="11083" y="5870"/>
                  </a:lnTo>
                  <a:lnTo>
                    <a:pt x="10967" y="5793"/>
                  </a:lnTo>
                  <a:lnTo>
                    <a:pt x="10929" y="5677"/>
                  </a:lnTo>
                  <a:lnTo>
                    <a:pt x="10890" y="5600"/>
                  </a:lnTo>
                  <a:lnTo>
                    <a:pt x="10890" y="5445"/>
                  </a:lnTo>
                  <a:lnTo>
                    <a:pt x="11006" y="5252"/>
                  </a:lnTo>
                  <a:lnTo>
                    <a:pt x="11122" y="5098"/>
                  </a:lnTo>
                  <a:lnTo>
                    <a:pt x="11276" y="4943"/>
                  </a:lnTo>
                  <a:lnTo>
                    <a:pt x="11547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8" y="4441"/>
                  </a:lnTo>
                  <a:lnTo>
                    <a:pt x="13246" y="4403"/>
                  </a:lnTo>
                  <a:lnTo>
                    <a:pt x="13555" y="4326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57"/>
                  </a:lnTo>
                  <a:lnTo>
                    <a:pt x="15408" y="4750"/>
                  </a:lnTo>
                  <a:lnTo>
                    <a:pt x="15717" y="4943"/>
                  </a:lnTo>
                  <a:lnTo>
                    <a:pt x="15910" y="5136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82" y="5986"/>
                  </a:lnTo>
                  <a:lnTo>
                    <a:pt x="16876" y="6333"/>
                  </a:lnTo>
                  <a:lnTo>
                    <a:pt x="16991" y="6642"/>
                  </a:lnTo>
                  <a:lnTo>
                    <a:pt x="16991" y="6797"/>
                  </a:lnTo>
                  <a:lnTo>
                    <a:pt x="16991" y="6951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528" y="7337"/>
                  </a:lnTo>
                  <a:lnTo>
                    <a:pt x="16374" y="7299"/>
                  </a:lnTo>
                  <a:lnTo>
                    <a:pt x="16142" y="7183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408" y="6565"/>
                  </a:lnTo>
                  <a:lnTo>
                    <a:pt x="15061" y="6140"/>
                  </a:lnTo>
                  <a:lnTo>
                    <a:pt x="14829" y="5677"/>
                  </a:lnTo>
                  <a:lnTo>
                    <a:pt x="14636" y="5214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69" y="117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45" y="580"/>
                  </a:lnTo>
                  <a:lnTo>
                    <a:pt x="10967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29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1" y="2704"/>
                  </a:lnTo>
                  <a:lnTo>
                    <a:pt x="12396" y="3090"/>
                  </a:lnTo>
                  <a:lnTo>
                    <a:pt x="12898" y="3399"/>
                  </a:lnTo>
                  <a:lnTo>
                    <a:pt x="12898" y="3399"/>
                  </a:lnTo>
                  <a:lnTo>
                    <a:pt x="12049" y="3283"/>
                  </a:lnTo>
                  <a:lnTo>
                    <a:pt x="11199" y="3244"/>
                  </a:lnTo>
                  <a:lnTo>
                    <a:pt x="10427" y="3322"/>
                  </a:lnTo>
                  <a:lnTo>
                    <a:pt x="9616" y="3476"/>
                  </a:lnTo>
                  <a:lnTo>
                    <a:pt x="9655" y="2974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584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51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48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14"/>
                  </a:lnTo>
                  <a:lnTo>
                    <a:pt x="5407" y="5523"/>
                  </a:lnTo>
                  <a:lnTo>
                    <a:pt x="4596" y="6179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18"/>
                  </a:lnTo>
                  <a:lnTo>
                    <a:pt x="541" y="10967"/>
                  </a:lnTo>
                  <a:lnTo>
                    <a:pt x="1" y="11778"/>
                  </a:lnTo>
                  <a:lnTo>
                    <a:pt x="348" y="12048"/>
                  </a:lnTo>
                  <a:lnTo>
                    <a:pt x="1545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40"/>
                  </a:lnTo>
                  <a:lnTo>
                    <a:pt x="6256" y="5561"/>
                  </a:lnTo>
                  <a:lnTo>
                    <a:pt x="7106" y="5059"/>
                  </a:lnTo>
                  <a:lnTo>
                    <a:pt x="8033" y="4596"/>
                  </a:lnTo>
                  <a:lnTo>
                    <a:pt x="8458" y="4403"/>
                  </a:lnTo>
                  <a:lnTo>
                    <a:pt x="8960" y="4248"/>
                  </a:lnTo>
                  <a:lnTo>
                    <a:pt x="9423" y="4094"/>
                  </a:lnTo>
                  <a:lnTo>
                    <a:pt x="9886" y="3978"/>
                  </a:lnTo>
                  <a:lnTo>
                    <a:pt x="10388" y="3901"/>
                  </a:lnTo>
                  <a:lnTo>
                    <a:pt x="10852" y="3824"/>
                  </a:lnTo>
                  <a:lnTo>
                    <a:pt x="12358" y="3824"/>
                  </a:lnTo>
                  <a:lnTo>
                    <a:pt x="12860" y="3901"/>
                  </a:lnTo>
                  <a:lnTo>
                    <a:pt x="12358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19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5" y="5252"/>
                  </a:lnTo>
                  <a:lnTo>
                    <a:pt x="10388" y="5484"/>
                  </a:lnTo>
                  <a:lnTo>
                    <a:pt x="10388" y="5716"/>
                  </a:lnTo>
                  <a:lnTo>
                    <a:pt x="10465" y="5947"/>
                  </a:lnTo>
                  <a:lnTo>
                    <a:pt x="10581" y="6140"/>
                  </a:lnTo>
                  <a:lnTo>
                    <a:pt x="10659" y="6256"/>
                  </a:lnTo>
                  <a:lnTo>
                    <a:pt x="10774" y="6333"/>
                  </a:lnTo>
                  <a:lnTo>
                    <a:pt x="11006" y="6411"/>
                  </a:lnTo>
                  <a:lnTo>
                    <a:pt x="11276" y="6449"/>
                  </a:lnTo>
                  <a:lnTo>
                    <a:pt x="11585" y="6411"/>
                  </a:lnTo>
                  <a:lnTo>
                    <a:pt x="11894" y="6333"/>
                  </a:lnTo>
                  <a:lnTo>
                    <a:pt x="12165" y="6256"/>
                  </a:lnTo>
                  <a:lnTo>
                    <a:pt x="12628" y="6025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677"/>
                  </a:lnTo>
                  <a:lnTo>
                    <a:pt x="14057" y="4866"/>
                  </a:lnTo>
                  <a:lnTo>
                    <a:pt x="14211" y="5368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3" y="6835"/>
                  </a:lnTo>
                  <a:lnTo>
                    <a:pt x="15177" y="7067"/>
                  </a:lnTo>
                  <a:lnTo>
                    <a:pt x="15408" y="7260"/>
                  </a:lnTo>
                  <a:lnTo>
                    <a:pt x="15678" y="7492"/>
                  </a:lnTo>
                  <a:lnTo>
                    <a:pt x="15987" y="7646"/>
                  </a:lnTo>
                  <a:lnTo>
                    <a:pt x="16296" y="7801"/>
                  </a:lnTo>
                  <a:lnTo>
                    <a:pt x="16605" y="7839"/>
                  </a:lnTo>
                  <a:lnTo>
                    <a:pt x="16876" y="7839"/>
                  </a:lnTo>
                  <a:lnTo>
                    <a:pt x="17030" y="7801"/>
                  </a:lnTo>
                  <a:lnTo>
                    <a:pt x="17184" y="7724"/>
                  </a:lnTo>
                  <a:lnTo>
                    <a:pt x="17300" y="7608"/>
                  </a:lnTo>
                  <a:lnTo>
                    <a:pt x="17378" y="7492"/>
                  </a:lnTo>
                  <a:lnTo>
                    <a:pt x="17455" y="7376"/>
                  </a:lnTo>
                  <a:lnTo>
                    <a:pt x="17455" y="7222"/>
                  </a:lnTo>
                  <a:lnTo>
                    <a:pt x="17493" y="6913"/>
                  </a:lnTo>
                  <a:lnTo>
                    <a:pt x="17416" y="6604"/>
                  </a:lnTo>
                  <a:lnTo>
                    <a:pt x="17339" y="6256"/>
                  </a:lnTo>
                  <a:lnTo>
                    <a:pt x="17184" y="5947"/>
                  </a:lnTo>
                  <a:lnTo>
                    <a:pt x="17030" y="5677"/>
                  </a:lnTo>
                  <a:lnTo>
                    <a:pt x="16914" y="5484"/>
                  </a:lnTo>
                  <a:lnTo>
                    <a:pt x="16721" y="5214"/>
                  </a:lnTo>
                  <a:lnTo>
                    <a:pt x="16489" y="4982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08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26"/>
                  </a:lnTo>
                  <a:lnTo>
                    <a:pt x="17107" y="2395"/>
                  </a:lnTo>
                  <a:lnTo>
                    <a:pt x="17146" y="2163"/>
                  </a:lnTo>
                  <a:lnTo>
                    <a:pt x="17146" y="1931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20"/>
                  </a:lnTo>
                  <a:lnTo>
                    <a:pt x="15910" y="1159"/>
                  </a:lnTo>
                  <a:lnTo>
                    <a:pt x="15678" y="1236"/>
                  </a:lnTo>
                  <a:lnTo>
                    <a:pt x="15485" y="1314"/>
                  </a:lnTo>
                  <a:lnTo>
                    <a:pt x="15292" y="1429"/>
                  </a:lnTo>
                  <a:lnTo>
                    <a:pt x="14906" y="1777"/>
                  </a:lnTo>
                  <a:lnTo>
                    <a:pt x="14597" y="2124"/>
                  </a:lnTo>
                  <a:lnTo>
                    <a:pt x="14327" y="2549"/>
                  </a:lnTo>
                  <a:lnTo>
                    <a:pt x="14095" y="3013"/>
                  </a:lnTo>
                  <a:lnTo>
                    <a:pt x="13979" y="2433"/>
                  </a:lnTo>
                  <a:lnTo>
                    <a:pt x="13748" y="1854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25"/>
                  </a:lnTo>
                  <a:lnTo>
                    <a:pt x="12589" y="271"/>
                  </a:lnTo>
                  <a:lnTo>
                    <a:pt x="12358" y="117"/>
                  </a:lnTo>
                  <a:lnTo>
                    <a:pt x="121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3" name="Google Shape;5043;p21"/>
            <p:cNvSpPr/>
            <p:nvPr/>
          </p:nvSpPr>
          <p:spPr>
            <a:xfrm>
              <a:off x="5288925" y="2151300"/>
              <a:ext cx="174775" cy="292550"/>
            </a:xfrm>
            <a:custGeom>
              <a:avLst/>
              <a:gdLst/>
              <a:ahLst/>
              <a:cxnLst/>
              <a:rect l="l" t="t" r="r" b="b"/>
              <a:pathLst>
                <a:path w="6991" h="11702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4" y="6256"/>
                  </a:lnTo>
                  <a:lnTo>
                    <a:pt x="4403" y="7801"/>
                  </a:lnTo>
                  <a:lnTo>
                    <a:pt x="5214" y="9346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4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2" y="11508"/>
                  </a:lnTo>
                  <a:lnTo>
                    <a:pt x="6952" y="11392"/>
                  </a:lnTo>
                  <a:lnTo>
                    <a:pt x="6990" y="11354"/>
                  </a:lnTo>
                  <a:lnTo>
                    <a:pt x="6681" y="11122"/>
                  </a:lnTo>
                  <a:lnTo>
                    <a:pt x="6759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6" y="5639"/>
                  </a:lnTo>
                  <a:lnTo>
                    <a:pt x="6411" y="5639"/>
                  </a:lnTo>
                  <a:lnTo>
                    <a:pt x="6411" y="6758"/>
                  </a:lnTo>
                  <a:lnTo>
                    <a:pt x="6334" y="8573"/>
                  </a:lnTo>
                  <a:lnTo>
                    <a:pt x="6295" y="9500"/>
                  </a:lnTo>
                  <a:lnTo>
                    <a:pt x="6257" y="10427"/>
                  </a:lnTo>
                  <a:lnTo>
                    <a:pt x="5986" y="9886"/>
                  </a:lnTo>
                  <a:lnTo>
                    <a:pt x="5253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3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4" name="Google Shape;5044;p21"/>
            <p:cNvSpPr/>
            <p:nvPr/>
          </p:nvSpPr>
          <p:spPr>
            <a:xfrm>
              <a:off x="1498900" y="2189925"/>
              <a:ext cx="329200" cy="242325"/>
            </a:xfrm>
            <a:custGeom>
              <a:avLst/>
              <a:gdLst/>
              <a:ahLst/>
              <a:cxnLst/>
              <a:rect l="l" t="t" r="r" b="b"/>
              <a:pathLst>
                <a:path w="13168" h="9693" extrusionOk="0">
                  <a:moveTo>
                    <a:pt x="5367" y="618"/>
                  </a:moveTo>
                  <a:lnTo>
                    <a:pt x="5947" y="773"/>
                  </a:lnTo>
                  <a:lnTo>
                    <a:pt x="6526" y="1004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6"/>
                  </a:lnTo>
                  <a:lnTo>
                    <a:pt x="8495" y="3167"/>
                  </a:lnTo>
                  <a:lnTo>
                    <a:pt x="8573" y="3437"/>
                  </a:lnTo>
                  <a:lnTo>
                    <a:pt x="8611" y="3707"/>
                  </a:lnTo>
                  <a:lnTo>
                    <a:pt x="8573" y="3707"/>
                  </a:lnTo>
                  <a:lnTo>
                    <a:pt x="7723" y="3823"/>
                  </a:lnTo>
                  <a:lnTo>
                    <a:pt x="6873" y="3900"/>
                  </a:lnTo>
                  <a:lnTo>
                    <a:pt x="6410" y="3939"/>
                  </a:lnTo>
                  <a:lnTo>
                    <a:pt x="6178" y="3939"/>
                  </a:lnTo>
                  <a:lnTo>
                    <a:pt x="5985" y="3900"/>
                  </a:lnTo>
                  <a:lnTo>
                    <a:pt x="5792" y="3862"/>
                  </a:lnTo>
                  <a:lnTo>
                    <a:pt x="5676" y="3746"/>
                  </a:lnTo>
                  <a:lnTo>
                    <a:pt x="5561" y="3553"/>
                  </a:lnTo>
                  <a:lnTo>
                    <a:pt x="5483" y="3321"/>
                  </a:lnTo>
                  <a:lnTo>
                    <a:pt x="5406" y="2626"/>
                  </a:lnTo>
                  <a:lnTo>
                    <a:pt x="5367" y="1970"/>
                  </a:lnTo>
                  <a:lnTo>
                    <a:pt x="5367" y="618"/>
                  </a:lnTo>
                  <a:close/>
                  <a:moveTo>
                    <a:pt x="2780" y="889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7" y="3707"/>
                  </a:lnTo>
                  <a:lnTo>
                    <a:pt x="2510" y="3862"/>
                  </a:lnTo>
                  <a:lnTo>
                    <a:pt x="2433" y="4016"/>
                  </a:lnTo>
                  <a:lnTo>
                    <a:pt x="2317" y="4132"/>
                  </a:lnTo>
                  <a:lnTo>
                    <a:pt x="2124" y="4209"/>
                  </a:lnTo>
                  <a:lnTo>
                    <a:pt x="1892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6" y="4016"/>
                  </a:lnTo>
                  <a:lnTo>
                    <a:pt x="502" y="3514"/>
                  </a:lnTo>
                  <a:lnTo>
                    <a:pt x="656" y="3012"/>
                  </a:lnTo>
                  <a:lnTo>
                    <a:pt x="888" y="2549"/>
                  </a:lnTo>
                  <a:lnTo>
                    <a:pt x="1158" y="2124"/>
                  </a:lnTo>
                  <a:lnTo>
                    <a:pt x="1506" y="1738"/>
                  </a:lnTo>
                  <a:lnTo>
                    <a:pt x="1892" y="1429"/>
                  </a:lnTo>
                  <a:lnTo>
                    <a:pt x="2317" y="1120"/>
                  </a:lnTo>
                  <a:lnTo>
                    <a:pt x="2780" y="889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3" y="5986"/>
                  </a:lnTo>
                  <a:lnTo>
                    <a:pt x="11430" y="6140"/>
                  </a:lnTo>
                  <a:lnTo>
                    <a:pt x="11353" y="6217"/>
                  </a:lnTo>
                  <a:lnTo>
                    <a:pt x="11237" y="6256"/>
                  </a:lnTo>
                  <a:lnTo>
                    <a:pt x="11082" y="6295"/>
                  </a:lnTo>
                  <a:lnTo>
                    <a:pt x="10928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0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19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2" y="0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4" y="387"/>
                  </a:lnTo>
                  <a:lnTo>
                    <a:pt x="2240" y="580"/>
                  </a:lnTo>
                  <a:lnTo>
                    <a:pt x="1854" y="811"/>
                  </a:lnTo>
                  <a:lnTo>
                    <a:pt x="1506" y="1043"/>
                  </a:lnTo>
                  <a:lnTo>
                    <a:pt x="1158" y="1352"/>
                  </a:lnTo>
                  <a:lnTo>
                    <a:pt x="888" y="1661"/>
                  </a:lnTo>
                  <a:lnTo>
                    <a:pt x="618" y="2008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5"/>
                  </a:lnTo>
                  <a:lnTo>
                    <a:pt x="39" y="3669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6" y="4287"/>
                  </a:lnTo>
                  <a:lnTo>
                    <a:pt x="965" y="4518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402"/>
                  </a:lnTo>
                  <a:lnTo>
                    <a:pt x="2858" y="4248"/>
                  </a:lnTo>
                  <a:lnTo>
                    <a:pt x="2896" y="4132"/>
                  </a:lnTo>
                  <a:lnTo>
                    <a:pt x="2973" y="3978"/>
                  </a:lnTo>
                  <a:lnTo>
                    <a:pt x="3012" y="3630"/>
                  </a:lnTo>
                  <a:lnTo>
                    <a:pt x="3012" y="2974"/>
                  </a:lnTo>
                  <a:lnTo>
                    <a:pt x="3128" y="773"/>
                  </a:lnTo>
                  <a:lnTo>
                    <a:pt x="3514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7" y="580"/>
                  </a:lnTo>
                  <a:lnTo>
                    <a:pt x="5020" y="1661"/>
                  </a:lnTo>
                  <a:lnTo>
                    <a:pt x="5059" y="2703"/>
                  </a:lnTo>
                  <a:lnTo>
                    <a:pt x="5097" y="3398"/>
                  </a:lnTo>
                  <a:lnTo>
                    <a:pt x="5174" y="3746"/>
                  </a:lnTo>
                  <a:lnTo>
                    <a:pt x="5213" y="3900"/>
                  </a:lnTo>
                  <a:lnTo>
                    <a:pt x="5290" y="4055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69" y="4325"/>
                  </a:lnTo>
                  <a:lnTo>
                    <a:pt x="6217" y="4325"/>
                  </a:lnTo>
                  <a:lnTo>
                    <a:pt x="6565" y="4287"/>
                  </a:lnTo>
                  <a:lnTo>
                    <a:pt x="7607" y="4209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1" y="4866"/>
                  </a:lnTo>
                  <a:lnTo>
                    <a:pt x="8611" y="4904"/>
                  </a:lnTo>
                  <a:lnTo>
                    <a:pt x="8611" y="5020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6" y="4943"/>
                  </a:lnTo>
                  <a:lnTo>
                    <a:pt x="9190" y="4904"/>
                  </a:lnTo>
                  <a:lnTo>
                    <a:pt x="9383" y="4904"/>
                  </a:lnTo>
                  <a:lnTo>
                    <a:pt x="9808" y="4982"/>
                  </a:lnTo>
                  <a:lnTo>
                    <a:pt x="10194" y="5098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0" y="5445"/>
                  </a:lnTo>
                  <a:lnTo>
                    <a:pt x="10272" y="5600"/>
                  </a:lnTo>
                  <a:lnTo>
                    <a:pt x="10233" y="5754"/>
                  </a:lnTo>
                  <a:lnTo>
                    <a:pt x="10233" y="5908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3" y="6488"/>
                  </a:lnTo>
                  <a:lnTo>
                    <a:pt x="10696" y="6604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6"/>
                  </a:lnTo>
                  <a:lnTo>
                    <a:pt x="11739" y="6410"/>
                  </a:lnTo>
                  <a:lnTo>
                    <a:pt x="11855" y="6256"/>
                  </a:lnTo>
                  <a:lnTo>
                    <a:pt x="12086" y="6565"/>
                  </a:lnTo>
                  <a:lnTo>
                    <a:pt x="12280" y="6912"/>
                  </a:lnTo>
                  <a:lnTo>
                    <a:pt x="12395" y="7221"/>
                  </a:lnTo>
                  <a:lnTo>
                    <a:pt x="12473" y="7569"/>
                  </a:lnTo>
                  <a:lnTo>
                    <a:pt x="12550" y="7916"/>
                  </a:lnTo>
                  <a:lnTo>
                    <a:pt x="12550" y="8264"/>
                  </a:lnTo>
                  <a:lnTo>
                    <a:pt x="12588" y="8998"/>
                  </a:lnTo>
                  <a:lnTo>
                    <a:pt x="12511" y="8998"/>
                  </a:lnTo>
                  <a:lnTo>
                    <a:pt x="12434" y="9075"/>
                  </a:lnTo>
                  <a:lnTo>
                    <a:pt x="12395" y="9113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5" y="9654"/>
                  </a:lnTo>
                  <a:lnTo>
                    <a:pt x="12820" y="9615"/>
                  </a:lnTo>
                  <a:lnTo>
                    <a:pt x="12936" y="9577"/>
                  </a:lnTo>
                  <a:lnTo>
                    <a:pt x="13013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5"/>
                  </a:lnTo>
                  <a:lnTo>
                    <a:pt x="13090" y="7723"/>
                  </a:lnTo>
                  <a:lnTo>
                    <a:pt x="12936" y="7183"/>
                  </a:lnTo>
                  <a:lnTo>
                    <a:pt x="12743" y="6681"/>
                  </a:lnTo>
                  <a:lnTo>
                    <a:pt x="12434" y="6217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314" y="5098"/>
                  </a:lnTo>
                  <a:lnTo>
                    <a:pt x="10967" y="4904"/>
                  </a:lnTo>
                  <a:lnTo>
                    <a:pt x="10619" y="4750"/>
                  </a:lnTo>
                  <a:lnTo>
                    <a:pt x="10272" y="4596"/>
                  </a:lnTo>
                  <a:lnTo>
                    <a:pt x="9885" y="4480"/>
                  </a:lnTo>
                  <a:lnTo>
                    <a:pt x="9538" y="4441"/>
                  </a:lnTo>
                  <a:lnTo>
                    <a:pt x="9190" y="4441"/>
                  </a:lnTo>
                  <a:lnTo>
                    <a:pt x="9268" y="3978"/>
                  </a:lnTo>
                  <a:lnTo>
                    <a:pt x="9229" y="3514"/>
                  </a:lnTo>
                  <a:lnTo>
                    <a:pt x="9152" y="3090"/>
                  </a:lnTo>
                  <a:lnTo>
                    <a:pt x="8997" y="2665"/>
                  </a:lnTo>
                  <a:lnTo>
                    <a:pt x="8804" y="2279"/>
                  </a:lnTo>
                  <a:lnTo>
                    <a:pt x="8534" y="1931"/>
                  </a:lnTo>
                  <a:lnTo>
                    <a:pt x="8225" y="1584"/>
                  </a:lnTo>
                  <a:lnTo>
                    <a:pt x="7839" y="1275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8" y="348"/>
                  </a:lnTo>
                  <a:lnTo>
                    <a:pt x="5715" y="193"/>
                  </a:lnTo>
                  <a:lnTo>
                    <a:pt x="5290" y="78"/>
                  </a:lnTo>
                  <a:lnTo>
                    <a:pt x="4827" y="39"/>
                  </a:lnTo>
                  <a:lnTo>
                    <a:pt x="440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5" name="Google Shape;5045;p21"/>
            <p:cNvSpPr/>
            <p:nvPr/>
          </p:nvSpPr>
          <p:spPr>
            <a:xfrm>
              <a:off x="1530750" y="2203425"/>
              <a:ext cx="254875" cy="267450"/>
            </a:xfrm>
            <a:custGeom>
              <a:avLst/>
              <a:gdLst/>
              <a:ahLst/>
              <a:cxnLst/>
              <a:rect l="l" t="t" r="r" b="b"/>
              <a:pathLst>
                <a:path w="10195" h="10698" extrusionOk="0">
                  <a:moveTo>
                    <a:pt x="8264" y="7299"/>
                  </a:moveTo>
                  <a:lnTo>
                    <a:pt x="8496" y="7376"/>
                  </a:lnTo>
                  <a:lnTo>
                    <a:pt x="8727" y="7454"/>
                  </a:lnTo>
                  <a:lnTo>
                    <a:pt x="8959" y="7569"/>
                  </a:lnTo>
                  <a:lnTo>
                    <a:pt x="9152" y="7724"/>
                  </a:lnTo>
                  <a:lnTo>
                    <a:pt x="9345" y="7917"/>
                  </a:lnTo>
                  <a:lnTo>
                    <a:pt x="9500" y="8110"/>
                  </a:lnTo>
                  <a:lnTo>
                    <a:pt x="9615" y="8342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3"/>
                  </a:lnTo>
                  <a:lnTo>
                    <a:pt x="9538" y="9423"/>
                  </a:lnTo>
                  <a:lnTo>
                    <a:pt x="9384" y="9655"/>
                  </a:lnTo>
                  <a:lnTo>
                    <a:pt x="9191" y="9848"/>
                  </a:lnTo>
                  <a:lnTo>
                    <a:pt x="8959" y="10041"/>
                  </a:lnTo>
                  <a:lnTo>
                    <a:pt x="8689" y="10118"/>
                  </a:lnTo>
                  <a:lnTo>
                    <a:pt x="8418" y="10195"/>
                  </a:lnTo>
                  <a:lnTo>
                    <a:pt x="8109" y="10157"/>
                  </a:lnTo>
                  <a:lnTo>
                    <a:pt x="7839" y="10079"/>
                  </a:lnTo>
                  <a:lnTo>
                    <a:pt x="7607" y="9964"/>
                  </a:lnTo>
                  <a:lnTo>
                    <a:pt x="7376" y="9809"/>
                  </a:lnTo>
                  <a:lnTo>
                    <a:pt x="7183" y="9577"/>
                  </a:lnTo>
                  <a:lnTo>
                    <a:pt x="7028" y="9346"/>
                  </a:lnTo>
                  <a:lnTo>
                    <a:pt x="6951" y="9075"/>
                  </a:lnTo>
                  <a:lnTo>
                    <a:pt x="6912" y="8805"/>
                  </a:lnTo>
                  <a:lnTo>
                    <a:pt x="6951" y="8535"/>
                  </a:lnTo>
                  <a:lnTo>
                    <a:pt x="7028" y="8265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4"/>
                  </a:lnTo>
                  <a:lnTo>
                    <a:pt x="7723" y="7569"/>
                  </a:lnTo>
                  <a:lnTo>
                    <a:pt x="8148" y="7338"/>
                  </a:lnTo>
                  <a:lnTo>
                    <a:pt x="8225" y="7299"/>
                  </a:lnTo>
                  <a:close/>
                  <a:moveTo>
                    <a:pt x="2858" y="1"/>
                  </a:moveTo>
                  <a:lnTo>
                    <a:pt x="2665" y="40"/>
                  </a:lnTo>
                  <a:lnTo>
                    <a:pt x="2665" y="78"/>
                  </a:lnTo>
                  <a:lnTo>
                    <a:pt x="2626" y="1353"/>
                  </a:lnTo>
                  <a:lnTo>
                    <a:pt x="2626" y="2588"/>
                  </a:lnTo>
                  <a:lnTo>
                    <a:pt x="2665" y="3824"/>
                  </a:lnTo>
                  <a:lnTo>
                    <a:pt x="2703" y="5098"/>
                  </a:lnTo>
                  <a:lnTo>
                    <a:pt x="2896" y="7492"/>
                  </a:lnTo>
                  <a:lnTo>
                    <a:pt x="2896" y="8149"/>
                  </a:lnTo>
                  <a:lnTo>
                    <a:pt x="2935" y="8458"/>
                  </a:lnTo>
                  <a:lnTo>
                    <a:pt x="2974" y="8612"/>
                  </a:lnTo>
                  <a:lnTo>
                    <a:pt x="3051" y="8767"/>
                  </a:lnTo>
                  <a:lnTo>
                    <a:pt x="1545" y="8728"/>
                  </a:lnTo>
                  <a:lnTo>
                    <a:pt x="39" y="8689"/>
                  </a:lnTo>
                  <a:lnTo>
                    <a:pt x="0" y="8689"/>
                  </a:lnTo>
                  <a:lnTo>
                    <a:pt x="0" y="9037"/>
                  </a:lnTo>
                  <a:lnTo>
                    <a:pt x="773" y="9114"/>
                  </a:lnTo>
                  <a:lnTo>
                    <a:pt x="1545" y="9153"/>
                  </a:lnTo>
                  <a:lnTo>
                    <a:pt x="3128" y="9230"/>
                  </a:lnTo>
                  <a:lnTo>
                    <a:pt x="4827" y="9307"/>
                  </a:lnTo>
                  <a:lnTo>
                    <a:pt x="5677" y="9307"/>
                  </a:lnTo>
                  <a:lnTo>
                    <a:pt x="6488" y="9269"/>
                  </a:lnTo>
                  <a:lnTo>
                    <a:pt x="6603" y="9577"/>
                  </a:lnTo>
                  <a:lnTo>
                    <a:pt x="6758" y="9848"/>
                  </a:lnTo>
                  <a:lnTo>
                    <a:pt x="6990" y="10079"/>
                  </a:lnTo>
                  <a:lnTo>
                    <a:pt x="7221" y="10311"/>
                  </a:lnTo>
                  <a:lnTo>
                    <a:pt x="7492" y="10466"/>
                  </a:lnTo>
                  <a:lnTo>
                    <a:pt x="7801" y="10581"/>
                  </a:lnTo>
                  <a:lnTo>
                    <a:pt x="8109" y="10659"/>
                  </a:lnTo>
                  <a:lnTo>
                    <a:pt x="8418" y="10697"/>
                  </a:lnTo>
                  <a:lnTo>
                    <a:pt x="8727" y="10620"/>
                  </a:lnTo>
                  <a:lnTo>
                    <a:pt x="9036" y="10543"/>
                  </a:lnTo>
                  <a:lnTo>
                    <a:pt x="9306" y="10388"/>
                  </a:lnTo>
                  <a:lnTo>
                    <a:pt x="9538" y="10195"/>
                  </a:lnTo>
                  <a:lnTo>
                    <a:pt x="9770" y="9964"/>
                  </a:lnTo>
                  <a:lnTo>
                    <a:pt x="9924" y="9693"/>
                  </a:lnTo>
                  <a:lnTo>
                    <a:pt x="10079" y="9423"/>
                  </a:lnTo>
                  <a:lnTo>
                    <a:pt x="10156" y="9153"/>
                  </a:lnTo>
                  <a:lnTo>
                    <a:pt x="10195" y="9153"/>
                  </a:lnTo>
                  <a:lnTo>
                    <a:pt x="10195" y="8767"/>
                  </a:lnTo>
                  <a:lnTo>
                    <a:pt x="10156" y="8419"/>
                  </a:lnTo>
                  <a:lnTo>
                    <a:pt x="10040" y="8071"/>
                  </a:lnTo>
                  <a:lnTo>
                    <a:pt x="9847" y="7763"/>
                  </a:lnTo>
                  <a:lnTo>
                    <a:pt x="9615" y="7492"/>
                  </a:lnTo>
                  <a:lnTo>
                    <a:pt x="9306" y="7261"/>
                  </a:lnTo>
                  <a:lnTo>
                    <a:pt x="8998" y="7106"/>
                  </a:lnTo>
                  <a:lnTo>
                    <a:pt x="8650" y="7029"/>
                  </a:lnTo>
                  <a:lnTo>
                    <a:pt x="8303" y="7029"/>
                  </a:lnTo>
                  <a:lnTo>
                    <a:pt x="8187" y="7067"/>
                  </a:lnTo>
                  <a:lnTo>
                    <a:pt x="8148" y="7029"/>
                  </a:lnTo>
                  <a:lnTo>
                    <a:pt x="8071" y="6990"/>
                  </a:lnTo>
                  <a:lnTo>
                    <a:pt x="7916" y="6990"/>
                  </a:lnTo>
                  <a:lnTo>
                    <a:pt x="7723" y="7029"/>
                  </a:lnTo>
                  <a:lnTo>
                    <a:pt x="7414" y="7145"/>
                  </a:lnTo>
                  <a:lnTo>
                    <a:pt x="7144" y="7338"/>
                  </a:lnTo>
                  <a:lnTo>
                    <a:pt x="6912" y="7569"/>
                  </a:lnTo>
                  <a:lnTo>
                    <a:pt x="6719" y="7878"/>
                  </a:lnTo>
                  <a:lnTo>
                    <a:pt x="6565" y="8187"/>
                  </a:lnTo>
                  <a:lnTo>
                    <a:pt x="6449" y="8535"/>
                  </a:lnTo>
                  <a:lnTo>
                    <a:pt x="6449" y="8844"/>
                  </a:lnTo>
                  <a:lnTo>
                    <a:pt x="5715" y="8805"/>
                  </a:lnTo>
                  <a:lnTo>
                    <a:pt x="4943" y="8767"/>
                  </a:lnTo>
                  <a:lnTo>
                    <a:pt x="3476" y="8767"/>
                  </a:lnTo>
                  <a:lnTo>
                    <a:pt x="3476" y="8728"/>
                  </a:lnTo>
                  <a:lnTo>
                    <a:pt x="3476" y="8651"/>
                  </a:lnTo>
                  <a:lnTo>
                    <a:pt x="3476" y="8573"/>
                  </a:lnTo>
                  <a:lnTo>
                    <a:pt x="3437" y="8535"/>
                  </a:lnTo>
                  <a:lnTo>
                    <a:pt x="3360" y="8496"/>
                  </a:lnTo>
                  <a:lnTo>
                    <a:pt x="3283" y="8496"/>
                  </a:lnTo>
                  <a:lnTo>
                    <a:pt x="3205" y="8535"/>
                  </a:lnTo>
                  <a:lnTo>
                    <a:pt x="3283" y="8380"/>
                  </a:lnTo>
                  <a:lnTo>
                    <a:pt x="3283" y="8226"/>
                  </a:lnTo>
                  <a:lnTo>
                    <a:pt x="3283" y="8110"/>
                  </a:lnTo>
                  <a:lnTo>
                    <a:pt x="3283" y="7956"/>
                  </a:lnTo>
                  <a:lnTo>
                    <a:pt x="3205" y="7338"/>
                  </a:lnTo>
                  <a:lnTo>
                    <a:pt x="3128" y="6450"/>
                  </a:lnTo>
                  <a:lnTo>
                    <a:pt x="3012" y="4326"/>
                  </a:lnTo>
                  <a:lnTo>
                    <a:pt x="2935" y="2202"/>
                  </a:lnTo>
                  <a:lnTo>
                    <a:pt x="2896" y="78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6" name="Google Shape;5046;p21"/>
            <p:cNvSpPr/>
            <p:nvPr/>
          </p:nvSpPr>
          <p:spPr>
            <a:xfrm>
              <a:off x="4324525" y="22671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20"/>
                  </a:lnTo>
                  <a:lnTo>
                    <a:pt x="2897" y="1661"/>
                  </a:lnTo>
                  <a:lnTo>
                    <a:pt x="2511" y="2202"/>
                  </a:lnTo>
                  <a:lnTo>
                    <a:pt x="1970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80" y="4750"/>
                  </a:lnTo>
                  <a:lnTo>
                    <a:pt x="966" y="4518"/>
                  </a:lnTo>
                  <a:lnTo>
                    <a:pt x="1314" y="4210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935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3"/>
                  </a:lnTo>
                  <a:lnTo>
                    <a:pt x="4248" y="155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7" name="Google Shape;5047;p21"/>
            <p:cNvSpPr/>
            <p:nvPr/>
          </p:nvSpPr>
          <p:spPr>
            <a:xfrm>
              <a:off x="4273375" y="22681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0"/>
                  </a:moveTo>
                  <a:lnTo>
                    <a:pt x="1004" y="309"/>
                  </a:lnTo>
                  <a:lnTo>
                    <a:pt x="1236" y="386"/>
                  </a:lnTo>
                  <a:lnTo>
                    <a:pt x="1429" y="579"/>
                  </a:lnTo>
                  <a:lnTo>
                    <a:pt x="1583" y="772"/>
                  </a:lnTo>
                  <a:lnTo>
                    <a:pt x="1622" y="1004"/>
                  </a:lnTo>
                  <a:lnTo>
                    <a:pt x="1622" y="1120"/>
                  </a:lnTo>
                  <a:lnTo>
                    <a:pt x="1583" y="1197"/>
                  </a:lnTo>
                  <a:lnTo>
                    <a:pt x="1545" y="1313"/>
                  </a:lnTo>
                  <a:lnTo>
                    <a:pt x="1468" y="1390"/>
                  </a:lnTo>
                  <a:lnTo>
                    <a:pt x="1352" y="1506"/>
                  </a:lnTo>
                  <a:lnTo>
                    <a:pt x="1197" y="1545"/>
                  </a:lnTo>
                  <a:lnTo>
                    <a:pt x="966" y="1583"/>
                  </a:lnTo>
                  <a:lnTo>
                    <a:pt x="772" y="1545"/>
                  </a:lnTo>
                  <a:lnTo>
                    <a:pt x="657" y="1506"/>
                  </a:lnTo>
                  <a:lnTo>
                    <a:pt x="579" y="1429"/>
                  </a:lnTo>
                  <a:lnTo>
                    <a:pt x="502" y="1352"/>
                  </a:lnTo>
                  <a:lnTo>
                    <a:pt x="464" y="1236"/>
                  </a:lnTo>
                  <a:lnTo>
                    <a:pt x="425" y="1004"/>
                  </a:lnTo>
                  <a:lnTo>
                    <a:pt x="464" y="811"/>
                  </a:lnTo>
                  <a:lnTo>
                    <a:pt x="541" y="618"/>
                  </a:lnTo>
                  <a:lnTo>
                    <a:pt x="695" y="425"/>
                  </a:lnTo>
                  <a:lnTo>
                    <a:pt x="734" y="348"/>
                  </a:lnTo>
                  <a:lnTo>
                    <a:pt x="734" y="309"/>
                  </a:lnTo>
                  <a:lnTo>
                    <a:pt x="888" y="270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116"/>
                  </a:lnTo>
                  <a:lnTo>
                    <a:pt x="541" y="77"/>
                  </a:lnTo>
                  <a:lnTo>
                    <a:pt x="464" y="116"/>
                  </a:lnTo>
                  <a:lnTo>
                    <a:pt x="270" y="232"/>
                  </a:lnTo>
                  <a:lnTo>
                    <a:pt x="155" y="386"/>
                  </a:lnTo>
                  <a:lnTo>
                    <a:pt x="77" y="541"/>
                  </a:lnTo>
                  <a:lnTo>
                    <a:pt x="39" y="734"/>
                  </a:lnTo>
                  <a:lnTo>
                    <a:pt x="0" y="888"/>
                  </a:lnTo>
                  <a:lnTo>
                    <a:pt x="0" y="1081"/>
                  </a:lnTo>
                  <a:lnTo>
                    <a:pt x="39" y="1274"/>
                  </a:lnTo>
                  <a:lnTo>
                    <a:pt x="77" y="1468"/>
                  </a:lnTo>
                  <a:lnTo>
                    <a:pt x="193" y="1661"/>
                  </a:lnTo>
                  <a:lnTo>
                    <a:pt x="309" y="1776"/>
                  </a:lnTo>
                  <a:lnTo>
                    <a:pt x="502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236" y="2008"/>
                  </a:lnTo>
                  <a:lnTo>
                    <a:pt x="1429" y="1931"/>
                  </a:lnTo>
                  <a:lnTo>
                    <a:pt x="1622" y="1815"/>
                  </a:lnTo>
                  <a:lnTo>
                    <a:pt x="1776" y="1699"/>
                  </a:lnTo>
                  <a:lnTo>
                    <a:pt x="1892" y="1545"/>
                  </a:lnTo>
                  <a:lnTo>
                    <a:pt x="1970" y="1390"/>
                  </a:lnTo>
                  <a:lnTo>
                    <a:pt x="2047" y="1197"/>
                  </a:lnTo>
                  <a:lnTo>
                    <a:pt x="2085" y="1004"/>
                  </a:lnTo>
                  <a:lnTo>
                    <a:pt x="2047" y="811"/>
                  </a:lnTo>
                  <a:lnTo>
                    <a:pt x="1970" y="618"/>
                  </a:lnTo>
                  <a:lnTo>
                    <a:pt x="1892" y="425"/>
                  </a:lnTo>
                  <a:lnTo>
                    <a:pt x="1738" y="270"/>
                  </a:lnTo>
                  <a:lnTo>
                    <a:pt x="1583" y="155"/>
                  </a:lnTo>
                  <a:lnTo>
                    <a:pt x="1429" y="77"/>
                  </a:lnTo>
                  <a:lnTo>
                    <a:pt x="1236" y="39"/>
                  </a:lnTo>
                  <a:lnTo>
                    <a:pt x="104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8" name="Google Shape;5048;p21"/>
            <p:cNvSpPr/>
            <p:nvPr/>
          </p:nvSpPr>
          <p:spPr>
            <a:xfrm>
              <a:off x="1394625" y="2299975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0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1" y="194"/>
                  </a:lnTo>
                  <a:lnTo>
                    <a:pt x="2240" y="309"/>
                  </a:lnTo>
                  <a:lnTo>
                    <a:pt x="2009" y="425"/>
                  </a:lnTo>
                  <a:lnTo>
                    <a:pt x="1738" y="580"/>
                  </a:lnTo>
                  <a:lnTo>
                    <a:pt x="1507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9"/>
                  </a:lnTo>
                  <a:lnTo>
                    <a:pt x="39" y="3746"/>
                  </a:lnTo>
                  <a:lnTo>
                    <a:pt x="1" y="4055"/>
                  </a:lnTo>
                  <a:lnTo>
                    <a:pt x="1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700" y="5291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827"/>
                  </a:lnTo>
                  <a:lnTo>
                    <a:pt x="734" y="4711"/>
                  </a:lnTo>
                  <a:lnTo>
                    <a:pt x="580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80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54" y="1159"/>
                  </a:lnTo>
                  <a:lnTo>
                    <a:pt x="2202" y="889"/>
                  </a:lnTo>
                  <a:lnTo>
                    <a:pt x="2626" y="696"/>
                  </a:lnTo>
                  <a:lnTo>
                    <a:pt x="3090" y="580"/>
                  </a:lnTo>
                  <a:lnTo>
                    <a:pt x="3592" y="541"/>
                  </a:lnTo>
                  <a:lnTo>
                    <a:pt x="4094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3" y="502"/>
                  </a:lnTo>
                  <a:lnTo>
                    <a:pt x="4480" y="464"/>
                  </a:lnTo>
                  <a:lnTo>
                    <a:pt x="4519" y="425"/>
                  </a:lnTo>
                  <a:lnTo>
                    <a:pt x="4519" y="348"/>
                  </a:lnTo>
                  <a:lnTo>
                    <a:pt x="4519" y="194"/>
                  </a:lnTo>
                  <a:lnTo>
                    <a:pt x="4210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9" name="Google Shape;5049;p21"/>
            <p:cNvSpPr/>
            <p:nvPr/>
          </p:nvSpPr>
          <p:spPr>
            <a:xfrm>
              <a:off x="4211575" y="2315425"/>
              <a:ext cx="44450" cy="44425"/>
            </a:xfrm>
            <a:custGeom>
              <a:avLst/>
              <a:gdLst/>
              <a:ahLst/>
              <a:cxnLst/>
              <a:rect l="l" t="t" r="r" b="b"/>
              <a:pathLst>
                <a:path w="1778" h="1777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8"/>
                  </a:lnTo>
                  <a:lnTo>
                    <a:pt x="1391" y="811"/>
                  </a:lnTo>
                  <a:lnTo>
                    <a:pt x="1391" y="966"/>
                  </a:lnTo>
                  <a:lnTo>
                    <a:pt x="1352" y="1082"/>
                  </a:lnTo>
                  <a:lnTo>
                    <a:pt x="1275" y="1159"/>
                  </a:lnTo>
                  <a:lnTo>
                    <a:pt x="1198" y="1236"/>
                  </a:lnTo>
                  <a:lnTo>
                    <a:pt x="1082" y="1313"/>
                  </a:lnTo>
                  <a:lnTo>
                    <a:pt x="889" y="1390"/>
                  </a:lnTo>
                  <a:lnTo>
                    <a:pt x="734" y="1352"/>
                  </a:lnTo>
                  <a:lnTo>
                    <a:pt x="541" y="1275"/>
                  </a:lnTo>
                  <a:lnTo>
                    <a:pt x="426" y="1082"/>
                  </a:lnTo>
                  <a:lnTo>
                    <a:pt x="387" y="927"/>
                  </a:lnTo>
                  <a:lnTo>
                    <a:pt x="387" y="734"/>
                  </a:lnTo>
                  <a:lnTo>
                    <a:pt x="464" y="580"/>
                  </a:lnTo>
                  <a:lnTo>
                    <a:pt x="541" y="386"/>
                  </a:lnTo>
                  <a:lnTo>
                    <a:pt x="541" y="348"/>
                  </a:lnTo>
                  <a:lnTo>
                    <a:pt x="580" y="348"/>
                  </a:lnTo>
                  <a:lnTo>
                    <a:pt x="773" y="309"/>
                  </a:lnTo>
                  <a:close/>
                  <a:moveTo>
                    <a:pt x="966" y="0"/>
                  </a:moveTo>
                  <a:lnTo>
                    <a:pt x="773" y="39"/>
                  </a:lnTo>
                  <a:lnTo>
                    <a:pt x="619" y="78"/>
                  </a:lnTo>
                  <a:lnTo>
                    <a:pt x="464" y="155"/>
                  </a:lnTo>
                  <a:lnTo>
                    <a:pt x="426" y="193"/>
                  </a:lnTo>
                  <a:lnTo>
                    <a:pt x="387" y="193"/>
                  </a:lnTo>
                  <a:lnTo>
                    <a:pt x="232" y="271"/>
                  </a:lnTo>
                  <a:lnTo>
                    <a:pt x="117" y="386"/>
                  </a:lnTo>
                  <a:lnTo>
                    <a:pt x="39" y="541"/>
                  </a:lnTo>
                  <a:lnTo>
                    <a:pt x="1" y="695"/>
                  </a:lnTo>
                  <a:lnTo>
                    <a:pt x="1" y="850"/>
                  </a:lnTo>
                  <a:lnTo>
                    <a:pt x="1" y="1004"/>
                  </a:lnTo>
                  <a:lnTo>
                    <a:pt x="39" y="1197"/>
                  </a:lnTo>
                  <a:lnTo>
                    <a:pt x="117" y="1313"/>
                  </a:lnTo>
                  <a:lnTo>
                    <a:pt x="194" y="1468"/>
                  </a:lnTo>
                  <a:lnTo>
                    <a:pt x="348" y="1584"/>
                  </a:lnTo>
                  <a:lnTo>
                    <a:pt x="464" y="1699"/>
                  </a:lnTo>
                  <a:lnTo>
                    <a:pt x="619" y="1738"/>
                  </a:lnTo>
                  <a:lnTo>
                    <a:pt x="812" y="1777"/>
                  </a:lnTo>
                  <a:lnTo>
                    <a:pt x="966" y="1777"/>
                  </a:lnTo>
                  <a:lnTo>
                    <a:pt x="1121" y="1738"/>
                  </a:lnTo>
                  <a:lnTo>
                    <a:pt x="1314" y="1661"/>
                  </a:lnTo>
                  <a:lnTo>
                    <a:pt x="1430" y="1545"/>
                  </a:lnTo>
                  <a:lnTo>
                    <a:pt x="1584" y="1429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66"/>
                  </a:lnTo>
                  <a:lnTo>
                    <a:pt x="1777" y="773"/>
                  </a:lnTo>
                  <a:lnTo>
                    <a:pt x="1738" y="618"/>
                  </a:lnTo>
                  <a:lnTo>
                    <a:pt x="1661" y="425"/>
                  </a:lnTo>
                  <a:lnTo>
                    <a:pt x="1545" y="309"/>
                  </a:lnTo>
                  <a:lnTo>
                    <a:pt x="1430" y="193"/>
                  </a:lnTo>
                  <a:lnTo>
                    <a:pt x="1275" y="116"/>
                  </a:lnTo>
                  <a:lnTo>
                    <a:pt x="1121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0" name="Google Shape;5050;p21"/>
            <p:cNvSpPr/>
            <p:nvPr/>
          </p:nvSpPr>
          <p:spPr>
            <a:xfrm>
              <a:off x="2413100" y="2319275"/>
              <a:ext cx="84975" cy="222075"/>
            </a:xfrm>
            <a:custGeom>
              <a:avLst/>
              <a:gdLst/>
              <a:ahLst/>
              <a:cxnLst/>
              <a:rect l="l" t="t" r="r" b="b"/>
              <a:pathLst>
                <a:path w="3399" h="8883" extrusionOk="0">
                  <a:moveTo>
                    <a:pt x="1043" y="7376"/>
                  </a:moveTo>
                  <a:lnTo>
                    <a:pt x="1197" y="7453"/>
                  </a:lnTo>
                  <a:lnTo>
                    <a:pt x="1352" y="7608"/>
                  </a:lnTo>
                  <a:lnTo>
                    <a:pt x="1429" y="7685"/>
                  </a:lnTo>
                  <a:lnTo>
                    <a:pt x="1468" y="7801"/>
                  </a:lnTo>
                  <a:lnTo>
                    <a:pt x="1468" y="8033"/>
                  </a:lnTo>
                  <a:lnTo>
                    <a:pt x="1390" y="8226"/>
                  </a:lnTo>
                  <a:lnTo>
                    <a:pt x="1313" y="8342"/>
                  </a:lnTo>
                  <a:lnTo>
                    <a:pt x="1236" y="8419"/>
                  </a:lnTo>
                  <a:lnTo>
                    <a:pt x="1159" y="8457"/>
                  </a:lnTo>
                  <a:lnTo>
                    <a:pt x="1043" y="8496"/>
                  </a:lnTo>
                  <a:lnTo>
                    <a:pt x="811" y="8496"/>
                  </a:lnTo>
                  <a:lnTo>
                    <a:pt x="618" y="8419"/>
                  </a:lnTo>
                  <a:lnTo>
                    <a:pt x="541" y="8342"/>
                  </a:lnTo>
                  <a:lnTo>
                    <a:pt x="464" y="8264"/>
                  </a:lnTo>
                  <a:lnTo>
                    <a:pt x="386" y="8148"/>
                  </a:lnTo>
                  <a:lnTo>
                    <a:pt x="386" y="8033"/>
                  </a:lnTo>
                  <a:lnTo>
                    <a:pt x="386" y="7917"/>
                  </a:lnTo>
                  <a:lnTo>
                    <a:pt x="386" y="7801"/>
                  </a:lnTo>
                  <a:lnTo>
                    <a:pt x="502" y="7569"/>
                  </a:lnTo>
                  <a:lnTo>
                    <a:pt x="695" y="7415"/>
                  </a:lnTo>
                  <a:lnTo>
                    <a:pt x="850" y="7376"/>
                  </a:lnTo>
                  <a:close/>
                  <a:moveTo>
                    <a:pt x="3128" y="1"/>
                  </a:moveTo>
                  <a:lnTo>
                    <a:pt x="3089" y="39"/>
                  </a:lnTo>
                  <a:lnTo>
                    <a:pt x="3051" y="78"/>
                  </a:lnTo>
                  <a:lnTo>
                    <a:pt x="2819" y="503"/>
                  </a:lnTo>
                  <a:lnTo>
                    <a:pt x="2665" y="889"/>
                  </a:lnTo>
                  <a:lnTo>
                    <a:pt x="2356" y="1777"/>
                  </a:lnTo>
                  <a:lnTo>
                    <a:pt x="2085" y="2665"/>
                  </a:lnTo>
                  <a:lnTo>
                    <a:pt x="1854" y="3515"/>
                  </a:lnTo>
                  <a:lnTo>
                    <a:pt x="1313" y="5252"/>
                  </a:lnTo>
                  <a:lnTo>
                    <a:pt x="1043" y="6102"/>
                  </a:lnTo>
                  <a:lnTo>
                    <a:pt x="811" y="6990"/>
                  </a:lnTo>
                  <a:lnTo>
                    <a:pt x="657" y="6990"/>
                  </a:lnTo>
                  <a:lnTo>
                    <a:pt x="541" y="7029"/>
                  </a:lnTo>
                  <a:lnTo>
                    <a:pt x="386" y="7106"/>
                  </a:lnTo>
                  <a:lnTo>
                    <a:pt x="309" y="7222"/>
                  </a:lnTo>
                  <a:lnTo>
                    <a:pt x="271" y="7299"/>
                  </a:lnTo>
                  <a:lnTo>
                    <a:pt x="271" y="7376"/>
                  </a:lnTo>
                  <a:lnTo>
                    <a:pt x="116" y="7608"/>
                  </a:lnTo>
                  <a:lnTo>
                    <a:pt x="0" y="7840"/>
                  </a:lnTo>
                  <a:lnTo>
                    <a:pt x="0" y="8110"/>
                  </a:lnTo>
                  <a:lnTo>
                    <a:pt x="39" y="8264"/>
                  </a:lnTo>
                  <a:lnTo>
                    <a:pt x="78" y="8419"/>
                  </a:lnTo>
                  <a:lnTo>
                    <a:pt x="193" y="8573"/>
                  </a:lnTo>
                  <a:lnTo>
                    <a:pt x="348" y="8689"/>
                  </a:lnTo>
                  <a:lnTo>
                    <a:pt x="502" y="8805"/>
                  </a:lnTo>
                  <a:lnTo>
                    <a:pt x="657" y="8882"/>
                  </a:lnTo>
                  <a:lnTo>
                    <a:pt x="1043" y="8882"/>
                  </a:lnTo>
                  <a:lnTo>
                    <a:pt x="1236" y="8844"/>
                  </a:lnTo>
                  <a:lnTo>
                    <a:pt x="1429" y="8766"/>
                  </a:lnTo>
                  <a:lnTo>
                    <a:pt x="1584" y="8650"/>
                  </a:lnTo>
                  <a:lnTo>
                    <a:pt x="1699" y="8496"/>
                  </a:lnTo>
                  <a:lnTo>
                    <a:pt x="1777" y="8342"/>
                  </a:lnTo>
                  <a:lnTo>
                    <a:pt x="1854" y="8148"/>
                  </a:lnTo>
                  <a:lnTo>
                    <a:pt x="1854" y="7955"/>
                  </a:lnTo>
                  <a:lnTo>
                    <a:pt x="1854" y="7762"/>
                  </a:lnTo>
                  <a:lnTo>
                    <a:pt x="1815" y="7608"/>
                  </a:lnTo>
                  <a:lnTo>
                    <a:pt x="1738" y="7415"/>
                  </a:lnTo>
                  <a:lnTo>
                    <a:pt x="1622" y="7299"/>
                  </a:lnTo>
                  <a:lnTo>
                    <a:pt x="1506" y="7183"/>
                  </a:lnTo>
                  <a:lnTo>
                    <a:pt x="1352" y="7106"/>
                  </a:lnTo>
                  <a:lnTo>
                    <a:pt x="1197" y="7029"/>
                  </a:lnTo>
                  <a:lnTo>
                    <a:pt x="1545" y="6179"/>
                  </a:lnTo>
                  <a:lnTo>
                    <a:pt x="1815" y="5330"/>
                  </a:lnTo>
                  <a:lnTo>
                    <a:pt x="2394" y="3592"/>
                  </a:lnTo>
                  <a:lnTo>
                    <a:pt x="2665" y="2781"/>
                  </a:lnTo>
                  <a:lnTo>
                    <a:pt x="2974" y="1932"/>
                  </a:lnTo>
                  <a:lnTo>
                    <a:pt x="3244" y="1082"/>
                  </a:lnTo>
                  <a:lnTo>
                    <a:pt x="3321" y="657"/>
                  </a:lnTo>
                  <a:lnTo>
                    <a:pt x="3398" y="232"/>
                  </a:lnTo>
                  <a:lnTo>
                    <a:pt x="3360" y="117"/>
                  </a:lnTo>
                  <a:lnTo>
                    <a:pt x="3244" y="39"/>
                  </a:lnTo>
                  <a:lnTo>
                    <a:pt x="312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1" name="Google Shape;5051;p21"/>
            <p:cNvSpPr/>
            <p:nvPr/>
          </p:nvSpPr>
          <p:spPr>
            <a:xfrm>
              <a:off x="4217375" y="2321200"/>
              <a:ext cx="114900" cy="286750"/>
            </a:xfrm>
            <a:custGeom>
              <a:avLst/>
              <a:gdLst/>
              <a:ahLst/>
              <a:cxnLst/>
              <a:rect l="l" t="t" r="r" b="b"/>
              <a:pathLst>
                <a:path w="4596" h="11470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67"/>
                  </a:lnTo>
                  <a:lnTo>
                    <a:pt x="3939" y="4287"/>
                  </a:lnTo>
                  <a:lnTo>
                    <a:pt x="4016" y="5407"/>
                  </a:lnTo>
                  <a:lnTo>
                    <a:pt x="4055" y="6643"/>
                  </a:lnTo>
                  <a:lnTo>
                    <a:pt x="4055" y="7261"/>
                  </a:lnTo>
                  <a:lnTo>
                    <a:pt x="3978" y="7917"/>
                  </a:lnTo>
                  <a:lnTo>
                    <a:pt x="3901" y="8535"/>
                  </a:lnTo>
                  <a:lnTo>
                    <a:pt x="3746" y="9153"/>
                  </a:lnTo>
                  <a:lnTo>
                    <a:pt x="3553" y="9732"/>
                  </a:lnTo>
                  <a:lnTo>
                    <a:pt x="3244" y="10273"/>
                  </a:lnTo>
                  <a:lnTo>
                    <a:pt x="3012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4"/>
                  </a:lnTo>
                  <a:lnTo>
                    <a:pt x="850" y="9693"/>
                  </a:lnTo>
                  <a:lnTo>
                    <a:pt x="773" y="9423"/>
                  </a:lnTo>
                  <a:lnTo>
                    <a:pt x="734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6"/>
                  </a:lnTo>
                  <a:lnTo>
                    <a:pt x="580" y="2781"/>
                  </a:lnTo>
                  <a:lnTo>
                    <a:pt x="618" y="2781"/>
                  </a:lnTo>
                  <a:lnTo>
                    <a:pt x="1391" y="2395"/>
                  </a:lnTo>
                  <a:lnTo>
                    <a:pt x="2163" y="1970"/>
                  </a:lnTo>
                  <a:lnTo>
                    <a:pt x="2935" y="1468"/>
                  </a:lnTo>
                  <a:lnTo>
                    <a:pt x="3283" y="1198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40"/>
                  </a:lnTo>
                  <a:lnTo>
                    <a:pt x="3476" y="349"/>
                  </a:lnTo>
                  <a:lnTo>
                    <a:pt x="3051" y="657"/>
                  </a:lnTo>
                  <a:lnTo>
                    <a:pt x="2626" y="1005"/>
                  </a:lnTo>
                  <a:lnTo>
                    <a:pt x="2202" y="1314"/>
                  </a:lnTo>
                  <a:lnTo>
                    <a:pt x="1313" y="1893"/>
                  </a:lnTo>
                  <a:lnTo>
                    <a:pt x="425" y="2472"/>
                  </a:lnTo>
                  <a:lnTo>
                    <a:pt x="348" y="2550"/>
                  </a:lnTo>
                  <a:lnTo>
                    <a:pt x="348" y="2665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4"/>
                  </a:lnTo>
                  <a:lnTo>
                    <a:pt x="155" y="4866"/>
                  </a:lnTo>
                  <a:lnTo>
                    <a:pt x="0" y="4944"/>
                  </a:lnTo>
                  <a:lnTo>
                    <a:pt x="155" y="5291"/>
                  </a:lnTo>
                  <a:lnTo>
                    <a:pt x="155" y="6257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3"/>
                  </a:lnTo>
                  <a:lnTo>
                    <a:pt x="309" y="9616"/>
                  </a:lnTo>
                  <a:lnTo>
                    <a:pt x="502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429" y="11199"/>
                  </a:lnTo>
                  <a:lnTo>
                    <a:pt x="1622" y="11315"/>
                  </a:lnTo>
                  <a:lnTo>
                    <a:pt x="1815" y="11392"/>
                  </a:lnTo>
                  <a:lnTo>
                    <a:pt x="2047" y="11431"/>
                  </a:lnTo>
                  <a:lnTo>
                    <a:pt x="2279" y="11470"/>
                  </a:lnTo>
                  <a:lnTo>
                    <a:pt x="2549" y="11431"/>
                  </a:lnTo>
                  <a:lnTo>
                    <a:pt x="2819" y="11354"/>
                  </a:lnTo>
                  <a:lnTo>
                    <a:pt x="3051" y="11238"/>
                  </a:lnTo>
                  <a:lnTo>
                    <a:pt x="3283" y="11083"/>
                  </a:lnTo>
                  <a:lnTo>
                    <a:pt x="3476" y="10890"/>
                  </a:lnTo>
                  <a:lnTo>
                    <a:pt x="3669" y="10659"/>
                  </a:lnTo>
                  <a:lnTo>
                    <a:pt x="3823" y="10427"/>
                  </a:lnTo>
                  <a:lnTo>
                    <a:pt x="3978" y="10157"/>
                  </a:lnTo>
                  <a:lnTo>
                    <a:pt x="4171" y="9577"/>
                  </a:lnTo>
                  <a:lnTo>
                    <a:pt x="4325" y="8960"/>
                  </a:lnTo>
                  <a:lnTo>
                    <a:pt x="4441" y="8342"/>
                  </a:lnTo>
                  <a:lnTo>
                    <a:pt x="4518" y="7763"/>
                  </a:lnTo>
                  <a:lnTo>
                    <a:pt x="4557" y="7222"/>
                  </a:lnTo>
                  <a:lnTo>
                    <a:pt x="4596" y="6681"/>
                  </a:lnTo>
                  <a:lnTo>
                    <a:pt x="4596" y="6102"/>
                  </a:lnTo>
                  <a:lnTo>
                    <a:pt x="4557" y="5021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2"/>
                  </a:lnTo>
                  <a:lnTo>
                    <a:pt x="4094" y="426"/>
                  </a:lnTo>
                  <a:lnTo>
                    <a:pt x="4171" y="349"/>
                  </a:lnTo>
                  <a:lnTo>
                    <a:pt x="4210" y="271"/>
                  </a:lnTo>
                  <a:lnTo>
                    <a:pt x="4210" y="233"/>
                  </a:lnTo>
                  <a:lnTo>
                    <a:pt x="4171" y="78"/>
                  </a:lnTo>
                  <a:lnTo>
                    <a:pt x="4132" y="40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2" name="Google Shape;5052;p21"/>
            <p:cNvSpPr/>
            <p:nvPr/>
          </p:nvSpPr>
          <p:spPr>
            <a:xfrm>
              <a:off x="1643700" y="2334725"/>
              <a:ext cx="26075" cy="11600"/>
            </a:xfrm>
            <a:custGeom>
              <a:avLst/>
              <a:gdLst/>
              <a:ahLst/>
              <a:cxnLst/>
              <a:rect l="l" t="t" r="r" b="b"/>
              <a:pathLst>
                <a:path w="1043" h="464" extrusionOk="0">
                  <a:moveTo>
                    <a:pt x="773" y="1"/>
                  </a:moveTo>
                  <a:lnTo>
                    <a:pt x="541" y="39"/>
                  </a:lnTo>
                  <a:lnTo>
                    <a:pt x="309" y="78"/>
                  </a:lnTo>
                  <a:lnTo>
                    <a:pt x="77" y="194"/>
                  </a:lnTo>
                  <a:lnTo>
                    <a:pt x="39" y="232"/>
                  </a:lnTo>
                  <a:lnTo>
                    <a:pt x="0" y="271"/>
                  </a:lnTo>
                  <a:lnTo>
                    <a:pt x="39" y="387"/>
                  </a:lnTo>
                  <a:lnTo>
                    <a:pt x="77" y="464"/>
                  </a:lnTo>
                  <a:lnTo>
                    <a:pt x="193" y="464"/>
                  </a:lnTo>
                  <a:lnTo>
                    <a:pt x="386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4" y="271"/>
                  </a:lnTo>
                  <a:lnTo>
                    <a:pt x="1043" y="232"/>
                  </a:lnTo>
                  <a:lnTo>
                    <a:pt x="1004" y="155"/>
                  </a:lnTo>
                  <a:lnTo>
                    <a:pt x="966" y="116"/>
                  </a:lnTo>
                  <a:lnTo>
                    <a:pt x="888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3" name="Google Shape;5053;p21"/>
            <p:cNvSpPr/>
            <p:nvPr/>
          </p:nvSpPr>
          <p:spPr>
            <a:xfrm>
              <a:off x="5914500" y="2336650"/>
              <a:ext cx="309900" cy="605325"/>
            </a:xfrm>
            <a:custGeom>
              <a:avLst/>
              <a:gdLst/>
              <a:ahLst/>
              <a:cxnLst/>
              <a:rect l="l" t="t" r="r" b="b"/>
              <a:pathLst>
                <a:path w="12396" h="24213" extrusionOk="0">
                  <a:moveTo>
                    <a:pt x="7955" y="464"/>
                  </a:moveTo>
                  <a:lnTo>
                    <a:pt x="8496" y="503"/>
                  </a:lnTo>
                  <a:lnTo>
                    <a:pt x="9036" y="619"/>
                  </a:lnTo>
                  <a:lnTo>
                    <a:pt x="9500" y="812"/>
                  </a:lnTo>
                  <a:lnTo>
                    <a:pt x="9924" y="1043"/>
                  </a:lnTo>
                  <a:lnTo>
                    <a:pt x="10311" y="1352"/>
                  </a:lnTo>
                  <a:lnTo>
                    <a:pt x="10658" y="1700"/>
                  </a:lnTo>
                  <a:lnTo>
                    <a:pt x="10967" y="2086"/>
                  </a:lnTo>
                  <a:lnTo>
                    <a:pt x="11237" y="2511"/>
                  </a:lnTo>
                  <a:lnTo>
                    <a:pt x="11469" y="2974"/>
                  </a:lnTo>
                  <a:lnTo>
                    <a:pt x="11662" y="3438"/>
                  </a:lnTo>
                  <a:lnTo>
                    <a:pt x="11778" y="3940"/>
                  </a:lnTo>
                  <a:lnTo>
                    <a:pt x="11855" y="4442"/>
                  </a:lnTo>
                  <a:lnTo>
                    <a:pt x="11894" y="4982"/>
                  </a:lnTo>
                  <a:lnTo>
                    <a:pt x="11894" y="5484"/>
                  </a:lnTo>
                  <a:lnTo>
                    <a:pt x="11817" y="5986"/>
                  </a:lnTo>
                  <a:lnTo>
                    <a:pt x="11701" y="6488"/>
                  </a:lnTo>
                  <a:lnTo>
                    <a:pt x="11546" y="6990"/>
                  </a:lnTo>
                  <a:lnTo>
                    <a:pt x="11315" y="7453"/>
                  </a:lnTo>
                  <a:lnTo>
                    <a:pt x="11083" y="7917"/>
                  </a:lnTo>
                  <a:lnTo>
                    <a:pt x="10813" y="8342"/>
                  </a:lnTo>
                  <a:lnTo>
                    <a:pt x="10504" y="8766"/>
                  </a:lnTo>
                  <a:lnTo>
                    <a:pt x="10195" y="9153"/>
                  </a:lnTo>
                  <a:lnTo>
                    <a:pt x="9847" y="9500"/>
                  </a:lnTo>
                  <a:lnTo>
                    <a:pt x="9461" y="9848"/>
                  </a:lnTo>
                  <a:lnTo>
                    <a:pt x="9036" y="10157"/>
                  </a:lnTo>
                  <a:lnTo>
                    <a:pt x="8650" y="10465"/>
                  </a:lnTo>
                  <a:lnTo>
                    <a:pt x="8187" y="10736"/>
                  </a:lnTo>
                  <a:lnTo>
                    <a:pt x="7762" y="11006"/>
                  </a:lnTo>
                  <a:lnTo>
                    <a:pt x="6835" y="11469"/>
                  </a:lnTo>
                  <a:lnTo>
                    <a:pt x="5870" y="11856"/>
                  </a:lnTo>
                  <a:lnTo>
                    <a:pt x="5677" y="11856"/>
                  </a:lnTo>
                  <a:lnTo>
                    <a:pt x="5638" y="11933"/>
                  </a:lnTo>
                  <a:lnTo>
                    <a:pt x="5600" y="11933"/>
                  </a:lnTo>
                  <a:lnTo>
                    <a:pt x="4982" y="11276"/>
                  </a:lnTo>
                  <a:lnTo>
                    <a:pt x="4441" y="10543"/>
                  </a:lnTo>
                  <a:lnTo>
                    <a:pt x="3978" y="9809"/>
                  </a:lnTo>
                  <a:lnTo>
                    <a:pt x="3746" y="9384"/>
                  </a:lnTo>
                  <a:lnTo>
                    <a:pt x="3592" y="8998"/>
                  </a:lnTo>
                  <a:lnTo>
                    <a:pt x="3437" y="8612"/>
                  </a:lnTo>
                  <a:lnTo>
                    <a:pt x="3283" y="8187"/>
                  </a:lnTo>
                  <a:lnTo>
                    <a:pt x="3167" y="7762"/>
                  </a:lnTo>
                  <a:lnTo>
                    <a:pt x="3090" y="7299"/>
                  </a:lnTo>
                  <a:lnTo>
                    <a:pt x="3051" y="6874"/>
                  </a:lnTo>
                  <a:lnTo>
                    <a:pt x="3012" y="6411"/>
                  </a:lnTo>
                  <a:lnTo>
                    <a:pt x="3051" y="5948"/>
                  </a:lnTo>
                  <a:lnTo>
                    <a:pt x="3090" y="5484"/>
                  </a:lnTo>
                  <a:lnTo>
                    <a:pt x="3167" y="5021"/>
                  </a:lnTo>
                  <a:lnTo>
                    <a:pt x="3244" y="4557"/>
                  </a:lnTo>
                  <a:lnTo>
                    <a:pt x="3399" y="4094"/>
                  </a:lnTo>
                  <a:lnTo>
                    <a:pt x="3592" y="3669"/>
                  </a:lnTo>
                  <a:lnTo>
                    <a:pt x="3785" y="3206"/>
                  </a:lnTo>
                  <a:lnTo>
                    <a:pt x="4055" y="2820"/>
                  </a:lnTo>
                  <a:lnTo>
                    <a:pt x="4325" y="2395"/>
                  </a:lnTo>
                  <a:lnTo>
                    <a:pt x="4634" y="2047"/>
                  </a:lnTo>
                  <a:lnTo>
                    <a:pt x="4943" y="1700"/>
                  </a:lnTo>
                  <a:lnTo>
                    <a:pt x="5329" y="1391"/>
                  </a:lnTo>
                  <a:lnTo>
                    <a:pt x="5715" y="1082"/>
                  </a:lnTo>
                  <a:lnTo>
                    <a:pt x="6102" y="850"/>
                  </a:lnTo>
                  <a:lnTo>
                    <a:pt x="6526" y="696"/>
                  </a:lnTo>
                  <a:lnTo>
                    <a:pt x="6990" y="541"/>
                  </a:lnTo>
                  <a:lnTo>
                    <a:pt x="7453" y="464"/>
                  </a:lnTo>
                  <a:close/>
                  <a:moveTo>
                    <a:pt x="5561" y="12280"/>
                  </a:moveTo>
                  <a:lnTo>
                    <a:pt x="5600" y="12319"/>
                  </a:lnTo>
                  <a:lnTo>
                    <a:pt x="5677" y="12358"/>
                  </a:lnTo>
                  <a:lnTo>
                    <a:pt x="5793" y="12898"/>
                  </a:lnTo>
                  <a:lnTo>
                    <a:pt x="5098" y="12589"/>
                  </a:lnTo>
                  <a:lnTo>
                    <a:pt x="5561" y="12280"/>
                  </a:lnTo>
                  <a:close/>
                  <a:moveTo>
                    <a:pt x="3321" y="12975"/>
                  </a:moveTo>
                  <a:lnTo>
                    <a:pt x="3476" y="13477"/>
                  </a:lnTo>
                  <a:lnTo>
                    <a:pt x="3553" y="13979"/>
                  </a:lnTo>
                  <a:lnTo>
                    <a:pt x="3012" y="13979"/>
                  </a:lnTo>
                  <a:lnTo>
                    <a:pt x="2781" y="13941"/>
                  </a:lnTo>
                  <a:lnTo>
                    <a:pt x="2510" y="13825"/>
                  </a:lnTo>
                  <a:lnTo>
                    <a:pt x="2935" y="13400"/>
                  </a:lnTo>
                  <a:lnTo>
                    <a:pt x="3321" y="12975"/>
                  </a:lnTo>
                  <a:close/>
                  <a:moveTo>
                    <a:pt x="3939" y="14327"/>
                  </a:moveTo>
                  <a:lnTo>
                    <a:pt x="5098" y="14520"/>
                  </a:lnTo>
                  <a:lnTo>
                    <a:pt x="4441" y="15485"/>
                  </a:lnTo>
                  <a:lnTo>
                    <a:pt x="4287" y="15215"/>
                  </a:lnTo>
                  <a:lnTo>
                    <a:pt x="4171" y="14945"/>
                  </a:lnTo>
                  <a:lnTo>
                    <a:pt x="4055" y="14636"/>
                  </a:lnTo>
                  <a:lnTo>
                    <a:pt x="3978" y="14366"/>
                  </a:lnTo>
                  <a:lnTo>
                    <a:pt x="3939" y="14327"/>
                  </a:lnTo>
                  <a:close/>
                  <a:moveTo>
                    <a:pt x="3746" y="14597"/>
                  </a:moveTo>
                  <a:lnTo>
                    <a:pt x="3823" y="14945"/>
                  </a:lnTo>
                  <a:lnTo>
                    <a:pt x="3978" y="15292"/>
                  </a:lnTo>
                  <a:lnTo>
                    <a:pt x="4132" y="15601"/>
                  </a:lnTo>
                  <a:lnTo>
                    <a:pt x="4287" y="15910"/>
                  </a:lnTo>
                  <a:lnTo>
                    <a:pt x="4364" y="15987"/>
                  </a:lnTo>
                  <a:lnTo>
                    <a:pt x="4055" y="16412"/>
                  </a:lnTo>
                  <a:lnTo>
                    <a:pt x="3746" y="16875"/>
                  </a:lnTo>
                  <a:lnTo>
                    <a:pt x="3592" y="16412"/>
                  </a:lnTo>
                  <a:lnTo>
                    <a:pt x="3476" y="15949"/>
                  </a:lnTo>
                  <a:lnTo>
                    <a:pt x="3476" y="15717"/>
                  </a:lnTo>
                  <a:lnTo>
                    <a:pt x="3476" y="15447"/>
                  </a:lnTo>
                  <a:lnTo>
                    <a:pt x="3514" y="15215"/>
                  </a:lnTo>
                  <a:lnTo>
                    <a:pt x="3553" y="14983"/>
                  </a:lnTo>
                  <a:lnTo>
                    <a:pt x="3746" y="14597"/>
                  </a:lnTo>
                  <a:close/>
                  <a:moveTo>
                    <a:pt x="4480" y="16335"/>
                  </a:moveTo>
                  <a:lnTo>
                    <a:pt x="4673" y="16760"/>
                  </a:lnTo>
                  <a:lnTo>
                    <a:pt x="4789" y="17223"/>
                  </a:lnTo>
                  <a:lnTo>
                    <a:pt x="4364" y="17107"/>
                  </a:lnTo>
                  <a:lnTo>
                    <a:pt x="3939" y="17030"/>
                  </a:lnTo>
                  <a:lnTo>
                    <a:pt x="4480" y="16335"/>
                  </a:lnTo>
                  <a:close/>
                  <a:moveTo>
                    <a:pt x="2472" y="16875"/>
                  </a:moveTo>
                  <a:lnTo>
                    <a:pt x="3399" y="17107"/>
                  </a:lnTo>
                  <a:lnTo>
                    <a:pt x="3476" y="17262"/>
                  </a:lnTo>
                  <a:lnTo>
                    <a:pt x="3321" y="17377"/>
                  </a:lnTo>
                  <a:lnTo>
                    <a:pt x="3167" y="17571"/>
                  </a:lnTo>
                  <a:lnTo>
                    <a:pt x="2897" y="17918"/>
                  </a:lnTo>
                  <a:lnTo>
                    <a:pt x="2665" y="17416"/>
                  </a:lnTo>
                  <a:lnTo>
                    <a:pt x="2472" y="16875"/>
                  </a:lnTo>
                  <a:close/>
                  <a:moveTo>
                    <a:pt x="3360" y="19733"/>
                  </a:moveTo>
                  <a:lnTo>
                    <a:pt x="4055" y="20428"/>
                  </a:lnTo>
                  <a:lnTo>
                    <a:pt x="3553" y="20660"/>
                  </a:lnTo>
                  <a:lnTo>
                    <a:pt x="3012" y="20969"/>
                  </a:lnTo>
                  <a:lnTo>
                    <a:pt x="3012" y="20969"/>
                  </a:lnTo>
                  <a:lnTo>
                    <a:pt x="3167" y="20351"/>
                  </a:lnTo>
                  <a:lnTo>
                    <a:pt x="3360" y="19733"/>
                  </a:lnTo>
                  <a:close/>
                  <a:moveTo>
                    <a:pt x="5677" y="20119"/>
                  </a:moveTo>
                  <a:lnTo>
                    <a:pt x="5986" y="20196"/>
                  </a:lnTo>
                  <a:lnTo>
                    <a:pt x="5715" y="20891"/>
                  </a:lnTo>
                  <a:lnTo>
                    <a:pt x="5368" y="21548"/>
                  </a:lnTo>
                  <a:lnTo>
                    <a:pt x="4673" y="20583"/>
                  </a:lnTo>
                  <a:lnTo>
                    <a:pt x="4634" y="20544"/>
                  </a:lnTo>
                  <a:lnTo>
                    <a:pt x="4673" y="20235"/>
                  </a:lnTo>
                  <a:lnTo>
                    <a:pt x="5020" y="20158"/>
                  </a:lnTo>
                  <a:lnTo>
                    <a:pt x="5329" y="20119"/>
                  </a:lnTo>
                  <a:close/>
                  <a:moveTo>
                    <a:pt x="7453" y="1"/>
                  </a:moveTo>
                  <a:lnTo>
                    <a:pt x="7067" y="39"/>
                  </a:lnTo>
                  <a:lnTo>
                    <a:pt x="6719" y="155"/>
                  </a:lnTo>
                  <a:lnTo>
                    <a:pt x="6333" y="271"/>
                  </a:lnTo>
                  <a:lnTo>
                    <a:pt x="5986" y="426"/>
                  </a:lnTo>
                  <a:lnTo>
                    <a:pt x="5638" y="580"/>
                  </a:lnTo>
                  <a:lnTo>
                    <a:pt x="5291" y="812"/>
                  </a:lnTo>
                  <a:lnTo>
                    <a:pt x="4943" y="1043"/>
                  </a:lnTo>
                  <a:lnTo>
                    <a:pt x="4634" y="1314"/>
                  </a:lnTo>
                  <a:lnTo>
                    <a:pt x="4364" y="1623"/>
                  </a:lnTo>
                  <a:lnTo>
                    <a:pt x="4094" y="1893"/>
                  </a:lnTo>
                  <a:lnTo>
                    <a:pt x="3823" y="2240"/>
                  </a:lnTo>
                  <a:lnTo>
                    <a:pt x="3592" y="2549"/>
                  </a:lnTo>
                  <a:lnTo>
                    <a:pt x="3399" y="2897"/>
                  </a:lnTo>
                  <a:lnTo>
                    <a:pt x="3205" y="3283"/>
                  </a:lnTo>
                  <a:lnTo>
                    <a:pt x="3051" y="3631"/>
                  </a:lnTo>
                  <a:lnTo>
                    <a:pt x="2897" y="4017"/>
                  </a:lnTo>
                  <a:lnTo>
                    <a:pt x="2781" y="4403"/>
                  </a:lnTo>
                  <a:lnTo>
                    <a:pt x="2703" y="4789"/>
                  </a:lnTo>
                  <a:lnTo>
                    <a:pt x="2626" y="5175"/>
                  </a:lnTo>
                  <a:lnTo>
                    <a:pt x="2588" y="5600"/>
                  </a:lnTo>
                  <a:lnTo>
                    <a:pt x="2549" y="5986"/>
                  </a:lnTo>
                  <a:lnTo>
                    <a:pt x="2549" y="6411"/>
                  </a:lnTo>
                  <a:lnTo>
                    <a:pt x="2549" y="6836"/>
                  </a:lnTo>
                  <a:lnTo>
                    <a:pt x="2665" y="7724"/>
                  </a:lnTo>
                  <a:lnTo>
                    <a:pt x="2742" y="8149"/>
                  </a:lnTo>
                  <a:lnTo>
                    <a:pt x="2858" y="8573"/>
                  </a:lnTo>
                  <a:lnTo>
                    <a:pt x="3012" y="8998"/>
                  </a:lnTo>
                  <a:lnTo>
                    <a:pt x="3167" y="9384"/>
                  </a:lnTo>
                  <a:lnTo>
                    <a:pt x="3321" y="9809"/>
                  </a:lnTo>
                  <a:lnTo>
                    <a:pt x="3553" y="10195"/>
                  </a:lnTo>
                  <a:lnTo>
                    <a:pt x="3746" y="10543"/>
                  </a:lnTo>
                  <a:lnTo>
                    <a:pt x="4016" y="10929"/>
                  </a:lnTo>
                  <a:lnTo>
                    <a:pt x="4287" y="11238"/>
                  </a:lnTo>
                  <a:lnTo>
                    <a:pt x="4596" y="11547"/>
                  </a:lnTo>
                  <a:lnTo>
                    <a:pt x="4905" y="11856"/>
                  </a:lnTo>
                  <a:lnTo>
                    <a:pt x="5252" y="12087"/>
                  </a:lnTo>
                  <a:lnTo>
                    <a:pt x="4557" y="12473"/>
                  </a:lnTo>
                  <a:lnTo>
                    <a:pt x="4480" y="12551"/>
                  </a:lnTo>
                  <a:lnTo>
                    <a:pt x="4441" y="12666"/>
                  </a:lnTo>
                  <a:lnTo>
                    <a:pt x="4480" y="12782"/>
                  </a:lnTo>
                  <a:lnTo>
                    <a:pt x="4596" y="12860"/>
                  </a:lnTo>
                  <a:lnTo>
                    <a:pt x="5020" y="13014"/>
                  </a:lnTo>
                  <a:lnTo>
                    <a:pt x="4673" y="13168"/>
                  </a:lnTo>
                  <a:lnTo>
                    <a:pt x="4403" y="13362"/>
                  </a:lnTo>
                  <a:lnTo>
                    <a:pt x="4094" y="13555"/>
                  </a:lnTo>
                  <a:lnTo>
                    <a:pt x="3862" y="13786"/>
                  </a:lnTo>
                  <a:lnTo>
                    <a:pt x="3823" y="13477"/>
                  </a:lnTo>
                  <a:lnTo>
                    <a:pt x="3746" y="13168"/>
                  </a:lnTo>
                  <a:lnTo>
                    <a:pt x="3630" y="12860"/>
                  </a:lnTo>
                  <a:lnTo>
                    <a:pt x="3514" y="12551"/>
                  </a:lnTo>
                  <a:lnTo>
                    <a:pt x="3476" y="12473"/>
                  </a:lnTo>
                  <a:lnTo>
                    <a:pt x="3360" y="12435"/>
                  </a:lnTo>
                  <a:lnTo>
                    <a:pt x="3283" y="12473"/>
                  </a:lnTo>
                  <a:lnTo>
                    <a:pt x="3205" y="12512"/>
                  </a:lnTo>
                  <a:lnTo>
                    <a:pt x="2665" y="13168"/>
                  </a:lnTo>
                  <a:lnTo>
                    <a:pt x="2086" y="13748"/>
                  </a:lnTo>
                  <a:lnTo>
                    <a:pt x="2047" y="13825"/>
                  </a:lnTo>
                  <a:lnTo>
                    <a:pt x="2008" y="13902"/>
                  </a:lnTo>
                  <a:lnTo>
                    <a:pt x="2047" y="13979"/>
                  </a:lnTo>
                  <a:lnTo>
                    <a:pt x="2086" y="14057"/>
                  </a:lnTo>
                  <a:lnTo>
                    <a:pt x="2395" y="14211"/>
                  </a:lnTo>
                  <a:lnTo>
                    <a:pt x="2742" y="14288"/>
                  </a:lnTo>
                  <a:lnTo>
                    <a:pt x="3051" y="14366"/>
                  </a:lnTo>
                  <a:lnTo>
                    <a:pt x="3399" y="14366"/>
                  </a:lnTo>
                  <a:lnTo>
                    <a:pt x="3244" y="14636"/>
                  </a:lnTo>
                  <a:lnTo>
                    <a:pt x="3128" y="14945"/>
                  </a:lnTo>
                  <a:lnTo>
                    <a:pt x="3090" y="15176"/>
                  </a:lnTo>
                  <a:lnTo>
                    <a:pt x="3051" y="15408"/>
                  </a:lnTo>
                  <a:lnTo>
                    <a:pt x="3051" y="15872"/>
                  </a:lnTo>
                  <a:lnTo>
                    <a:pt x="3128" y="16296"/>
                  </a:lnTo>
                  <a:lnTo>
                    <a:pt x="3244" y="16760"/>
                  </a:lnTo>
                  <a:lnTo>
                    <a:pt x="2781" y="16567"/>
                  </a:lnTo>
                  <a:lnTo>
                    <a:pt x="2279" y="16412"/>
                  </a:lnTo>
                  <a:lnTo>
                    <a:pt x="2201" y="16412"/>
                  </a:lnTo>
                  <a:lnTo>
                    <a:pt x="2124" y="16451"/>
                  </a:lnTo>
                  <a:lnTo>
                    <a:pt x="2047" y="16528"/>
                  </a:lnTo>
                  <a:lnTo>
                    <a:pt x="2047" y="16644"/>
                  </a:lnTo>
                  <a:lnTo>
                    <a:pt x="2163" y="17107"/>
                  </a:lnTo>
                  <a:lnTo>
                    <a:pt x="2279" y="17532"/>
                  </a:lnTo>
                  <a:lnTo>
                    <a:pt x="2472" y="17957"/>
                  </a:lnTo>
                  <a:lnTo>
                    <a:pt x="2703" y="18381"/>
                  </a:lnTo>
                  <a:lnTo>
                    <a:pt x="2781" y="18459"/>
                  </a:lnTo>
                  <a:lnTo>
                    <a:pt x="2858" y="18497"/>
                  </a:lnTo>
                  <a:lnTo>
                    <a:pt x="2935" y="18459"/>
                  </a:lnTo>
                  <a:lnTo>
                    <a:pt x="3012" y="18381"/>
                  </a:lnTo>
                  <a:lnTo>
                    <a:pt x="3321" y="18034"/>
                  </a:lnTo>
                  <a:lnTo>
                    <a:pt x="3514" y="17802"/>
                  </a:lnTo>
                  <a:lnTo>
                    <a:pt x="3630" y="17609"/>
                  </a:lnTo>
                  <a:lnTo>
                    <a:pt x="3707" y="17764"/>
                  </a:lnTo>
                  <a:lnTo>
                    <a:pt x="3978" y="18343"/>
                  </a:lnTo>
                  <a:lnTo>
                    <a:pt x="4132" y="18961"/>
                  </a:lnTo>
                  <a:lnTo>
                    <a:pt x="4248" y="19540"/>
                  </a:lnTo>
                  <a:lnTo>
                    <a:pt x="4248" y="20158"/>
                  </a:lnTo>
                  <a:lnTo>
                    <a:pt x="3437" y="19308"/>
                  </a:lnTo>
                  <a:lnTo>
                    <a:pt x="3399" y="19270"/>
                  </a:lnTo>
                  <a:lnTo>
                    <a:pt x="3205" y="19270"/>
                  </a:lnTo>
                  <a:lnTo>
                    <a:pt x="3167" y="19347"/>
                  </a:lnTo>
                  <a:lnTo>
                    <a:pt x="2974" y="19810"/>
                  </a:lnTo>
                  <a:lnTo>
                    <a:pt x="2781" y="20274"/>
                  </a:lnTo>
                  <a:lnTo>
                    <a:pt x="2665" y="20776"/>
                  </a:lnTo>
                  <a:lnTo>
                    <a:pt x="2626" y="21316"/>
                  </a:lnTo>
                  <a:lnTo>
                    <a:pt x="2626" y="21393"/>
                  </a:lnTo>
                  <a:lnTo>
                    <a:pt x="2703" y="21471"/>
                  </a:lnTo>
                  <a:lnTo>
                    <a:pt x="2781" y="21509"/>
                  </a:lnTo>
                  <a:lnTo>
                    <a:pt x="2897" y="21471"/>
                  </a:lnTo>
                  <a:lnTo>
                    <a:pt x="3514" y="21162"/>
                  </a:lnTo>
                  <a:lnTo>
                    <a:pt x="4171" y="20776"/>
                  </a:lnTo>
                  <a:lnTo>
                    <a:pt x="4171" y="20776"/>
                  </a:lnTo>
                  <a:lnTo>
                    <a:pt x="4055" y="21162"/>
                  </a:lnTo>
                  <a:lnTo>
                    <a:pt x="3901" y="21548"/>
                  </a:lnTo>
                  <a:lnTo>
                    <a:pt x="3669" y="22050"/>
                  </a:lnTo>
                  <a:lnTo>
                    <a:pt x="3321" y="22552"/>
                  </a:lnTo>
                  <a:lnTo>
                    <a:pt x="2897" y="23015"/>
                  </a:lnTo>
                  <a:lnTo>
                    <a:pt x="2626" y="23247"/>
                  </a:lnTo>
                  <a:lnTo>
                    <a:pt x="2395" y="23401"/>
                  </a:lnTo>
                  <a:lnTo>
                    <a:pt x="2124" y="23594"/>
                  </a:lnTo>
                  <a:lnTo>
                    <a:pt x="1854" y="23710"/>
                  </a:lnTo>
                  <a:lnTo>
                    <a:pt x="1584" y="23788"/>
                  </a:lnTo>
                  <a:lnTo>
                    <a:pt x="1313" y="23788"/>
                  </a:lnTo>
                  <a:lnTo>
                    <a:pt x="1082" y="23749"/>
                  </a:lnTo>
                  <a:lnTo>
                    <a:pt x="811" y="23672"/>
                  </a:lnTo>
                  <a:lnTo>
                    <a:pt x="541" y="23517"/>
                  </a:lnTo>
                  <a:lnTo>
                    <a:pt x="309" y="23286"/>
                  </a:lnTo>
                  <a:lnTo>
                    <a:pt x="232" y="23247"/>
                  </a:lnTo>
                  <a:lnTo>
                    <a:pt x="78" y="23247"/>
                  </a:lnTo>
                  <a:lnTo>
                    <a:pt x="39" y="23363"/>
                  </a:lnTo>
                  <a:lnTo>
                    <a:pt x="0" y="23401"/>
                  </a:lnTo>
                  <a:lnTo>
                    <a:pt x="39" y="23479"/>
                  </a:lnTo>
                  <a:lnTo>
                    <a:pt x="155" y="23633"/>
                  </a:lnTo>
                  <a:lnTo>
                    <a:pt x="271" y="23788"/>
                  </a:lnTo>
                  <a:lnTo>
                    <a:pt x="387" y="23903"/>
                  </a:lnTo>
                  <a:lnTo>
                    <a:pt x="541" y="24019"/>
                  </a:lnTo>
                  <a:lnTo>
                    <a:pt x="695" y="24096"/>
                  </a:lnTo>
                  <a:lnTo>
                    <a:pt x="889" y="24135"/>
                  </a:lnTo>
                  <a:lnTo>
                    <a:pt x="1236" y="24212"/>
                  </a:lnTo>
                  <a:lnTo>
                    <a:pt x="1584" y="24174"/>
                  </a:lnTo>
                  <a:lnTo>
                    <a:pt x="1970" y="24096"/>
                  </a:lnTo>
                  <a:lnTo>
                    <a:pt x="2317" y="23942"/>
                  </a:lnTo>
                  <a:lnTo>
                    <a:pt x="2665" y="23749"/>
                  </a:lnTo>
                  <a:lnTo>
                    <a:pt x="3012" y="23479"/>
                  </a:lnTo>
                  <a:lnTo>
                    <a:pt x="3321" y="23208"/>
                  </a:lnTo>
                  <a:lnTo>
                    <a:pt x="3630" y="22861"/>
                  </a:lnTo>
                  <a:lnTo>
                    <a:pt x="3901" y="22513"/>
                  </a:lnTo>
                  <a:lnTo>
                    <a:pt x="4132" y="22127"/>
                  </a:lnTo>
                  <a:lnTo>
                    <a:pt x="4325" y="21702"/>
                  </a:lnTo>
                  <a:lnTo>
                    <a:pt x="4480" y="21316"/>
                  </a:lnTo>
                  <a:lnTo>
                    <a:pt x="4596" y="20853"/>
                  </a:lnTo>
                  <a:lnTo>
                    <a:pt x="5213" y="21973"/>
                  </a:lnTo>
                  <a:lnTo>
                    <a:pt x="5291" y="22050"/>
                  </a:lnTo>
                  <a:lnTo>
                    <a:pt x="5368" y="22088"/>
                  </a:lnTo>
                  <a:lnTo>
                    <a:pt x="5445" y="22050"/>
                  </a:lnTo>
                  <a:lnTo>
                    <a:pt x="5522" y="22011"/>
                  </a:lnTo>
                  <a:lnTo>
                    <a:pt x="5793" y="21548"/>
                  </a:lnTo>
                  <a:lnTo>
                    <a:pt x="6024" y="21084"/>
                  </a:lnTo>
                  <a:lnTo>
                    <a:pt x="6410" y="20119"/>
                  </a:lnTo>
                  <a:lnTo>
                    <a:pt x="6410" y="20042"/>
                  </a:lnTo>
                  <a:lnTo>
                    <a:pt x="6410" y="19965"/>
                  </a:lnTo>
                  <a:lnTo>
                    <a:pt x="6372" y="19926"/>
                  </a:lnTo>
                  <a:lnTo>
                    <a:pt x="6295" y="19887"/>
                  </a:lnTo>
                  <a:lnTo>
                    <a:pt x="5908" y="19772"/>
                  </a:lnTo>
                  <a:lnTo>
                    <a:pt x="5484" y="19733"/>
                  </a:lnTo>
                  <a:lnTo>
                    <a:pt x="5098" y="19733"/>
                  </a:lnTo>
                  <a:lnTo>
                    <a:pt x="4673" y="19849"/>
                  </a:lnTo>
                  <a:lnTo>
                    <a:pt x="4634" y="19231"/>
                  </a:lnTo>
                  <a:lnTo>
                    <a:pt x="4518" y="18652"/>
                  </a:lnTo>
                  <a:lnTo>
                    <a:pt x="4287" y="18034"/>
                  </a:lnTo>
                  <a:lnTo>
                    <a:pt x="4055" y="17455"/>
                  </a:lnTo>
                  <a:lnTo>
                    <a:pt x="4518" y="17532"/>
                  </a:lnTo>
                  <a:lnTo>
                    <a:pt x="4982" y="17609"/>
                  </a:lnTo>
                  <a:lnTo>
                    <a:pt x="5059" y="17609"/>
                  </a:lnTo>
                  <a:lnTo>
                    <a:pt x="5098" y="17532"/>
                  </a:lnTo>
                  <a:lnTo>
                    <a:pt x="5136" y="17493"/>
                  </a:lnTo>
                  <a:lnTo>
                    <a:pt x="5136" y="17377"/>
                  </a:lnTo>
                  <a:lnTo>
                    <a:pt x="5098" y="17030"/>
                  </a:lnTo>
                  <a:lnTo>
                    <a:pt x="4982" y="16644"/>
                  </a:lnTo>
                  <a:lnTo>
                    <a:pt x="4827" y="16296"/>
                  </a:lnTo>
                  <a:lnTo>
                    <a:pt x="4673" y="15987"/>
                  </a:lnTo>
                  <a:lnTo>
                    <a:pt x="4596" y="15910"/>
                  </a:lnTo>
                  <a:lnTo>
                    <a:pt x="4634" y="15910"/>
                  </a:lnTo>
                  <a:lnTo>
                    <a:pt x="5600" y="14481"/>
                  </a:lnTo>
                  <a:lnTo>
                    <a:pt x="5638" y="14366"/>
                  </a:lnTo>
                  <a:lnTo>
                    <a:pt x="5600" y="14288"/>
                  </a:lnTo>
                  <a:lnTo>
                    <a:pt x="5561" y="14211"/>
                  </a:lnTo>
                  <a:lnTo>
                    <a:pt x="5445" y="14172"/>
                  </a:lnTo>
                  <a:lnTo>
                    <a:pt x="4209" y="13979"/>
                  </a:lnTo>
                  <a:lnTo>
                    <a:pt x="4480" y="13748"/>
                  </a:lnTo>
                  <a:lnTo>
                    <a:pt x="4789" y="13555"/>
                  </a:lnTo>
                  <a:lnTo>
                    <a:pt x="5098" y="13362"/>
                  </a:lnTo>
                  <a:lnTo>
                    <a:pt x="5406" y="13168"/>
                  </a:lnTo>
                  <a:lnTo>
                    <a:pt x="6024" y="13400"/>
                  </a:lnTo>
                  <a:lnTo>
                    <a:pt x="6140" y="13439"/>
                  </a:lnTo>
                  <a:lnTo>
                    <a:pt x="6217" y="13362"/>
                  </a:lnTo>
                  <a:lnTo>
                    <a:pt x="6256" y="13284"/>
                  </a:lnTo>
                  <a:lnTo>
                    <a:pt x="6295" y="13168"/>
                  </a:lnTo>
                  <a:lnTo>
                    <a:pt x="6179" y="12705"/>
                  </a:lnTo>
                  <a:lnTo>
                    <a:pt x="6063" y="12242"/>
                  </a:lnTo>
                  <a:lnTo>
                    <a:pt x="6912" y="11933"/>
                  </a:lnTo>
                  <a:lnTo>
                    <a:pt x="7723" y="11585"/>
                  </a:lnTo>
                  <a:lnTo>
                    <a:pt x="8534" y="11122"/>
                  </a:lnTo>
                  <a:lnTo>
                    <a:pt x="9268" y="10620"/>
                  </a:lnTo>
                  <a:lnTo>
                    <a:pt x="9963" y="10079"/>
                  </a:lnTo>
                  <a:lnTo>
                    <a:pt x="10311" y="9770"/>
                  </a:lnTo>
                  <a:lnTo>
                    <a:pt x="10620" y="9423"/>
                  </a:lnTo>
                  <a:lnTo>
                    <a:pt x="10890" y="9075"/>
                  </a:lnTo>
                  <a:lnTo>
                    <a:pt x="11160" y="8728"/>
                  </a:lnTo>
                  <a:lnTo>
                    <a:pt x="11392" y="8342"/>
                  </a:lnTo>
                  <a:lnTo>
                    <a:pt x="11623" y="7955"/>
                  </a:lnTo>
                  <a:lnTo>
                    <a:pt x="11817" y="7569"/>
                  </a:lnTo>
                  <a:lnTo>
                    <a:pt x="11971" y="7183"/>
                  </a:lnTo>
                  <a:lnTo>
                    <a:pt x="12125" y="6758"/>
                  </a:lnTo>
                  <a:lnTo>
                    <a:pt x="12241" y="6334"/>
                  </a:lnTo>
                  <a:lnTo>
                    <a:pt x="12319" y="5948"/>
                  </a:lnTo>
                  <a:lnTo>
                    <a:pt x="12357" y="5523"/>
                  </a:lnTo>
                  <a:lnTo>
                    <a:pt x="12396" y="5098"/>
                  </a:lnTo>
                  <a:lnTo>
                    <a:pt x="12396" y="4673"/>
                  </a:lnTo>
                  <a:lnTo>
                    <a:pt x="12357" y="4248"/>
                  </a:lnTo>
                  <a:lnTo>
                    <a:pt x="12280" y="3824"/>
                  </a:lnTo>
                  <a:lnTo>
                    <a:pt x="12203" y="3438"/>
                  </a:lnTo>
                  <a:lnTo>
                    <a:pt x="12048" y="3051"/>
                  </a:lnTo>
                  <a:lnTo>
                    <a:pt x="11894" y="2665"/>
                  </a:lnTo>
                  <a:lnTo>
                    <a:pt x="11701" y="2279"/>
                  </a:lnTo>
                  <a:lnTo>
                    <a:pt x="11469" y="1893"/>
                  </a:lnTo>
                  <a:lnTo>
                    <a:pt x="11160" y="1545"/>
                  </a:lnTo>
                  <a:lnTo>
                    <a:pt x="10890" y="1275"/>
                  </a:lnTo>
                  <a:lnTo>
                    <a:pt x="10620" y="1005"/>
                  </a:lnTo>
                  <a:lnTo>
                    <a:pt x="10311" y="773"/>
                  </a:lnTo>
                  <a:lnTo>
                    <a:pt x="9963" y="580"/>
                  </a:lnTo>
                  <a:lnTo>
                    <a:pt x="9654" y="387"/>
                  </a:lnTo>
                  <a:lnTo>
                    <a:pt x="9307" y="233"/>
                  </a:lnTo>
                  <a:lnTo>
                    <a:pt x="8920" y="117"/>
                  </a:lnTo>
                  <a:lnTo>
                    <a:pt x="8573" y="39"/>
                  </a:lnTo>
                  <a:lnTo>
                    <a:pt x="81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4" name="Google Shape;5054;p21"/>
            <p:cNvSpPr/>
            <p:nvPr/>
          </p:nvSpPr>
          <p:spPr>
            <a:xfrm>
              <a:off x="1545225" y="2340525"/>
              <a:ext cx="21275" cy="8700"/>
            </a:xfrm>
            <a:custGeom>
              <a:avLst/>
              <a:gdLst/>
              <a:ahLst/>
              <a:cxnLst/>
              <a:rect l="l" t="t" r="r" b="b"/>
              <a:pathLst>
                <a:path w="851" h="348" extrusionOk="0">
                  <a:moveTo>
                    <a:pt x="425" y="0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1" y="193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3"/>
                  </a:lnTo>
                  <a:lnTo>
                    <a:pt x="811" y="78"/>
                  </a:lnTo>
                  <a:lnTo>
                    <a:pt x="73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5" name="Google Shape;5055;p21"/>
            <p:cNvSpPr/>
            <p:nvPr/>
          </p:nvSpPr>
          <p:spPr>
            <a:xfrm>
              <a:off x="6777550" y="234825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26"/>
                  </a:lnTo>
                  <a:lnTo>
                    <a:pt x="0" y="3012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52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30"/>
                  </a:lnTo>
                  <a:lnTo>
                    <a:pt x="463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776"/>
                  </a:lnTo>
                  <a:lnTo>
                    <a:pt x="888" y="1545"/>
                  </a:lnTo>
                  <a:lnTo>
                    <a:pt x="1043" y="1313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3"/>
                  </a:lnTo>
                  <a:lnTo>
                    <a:pt x="1854" y="657"/>
                  </a:lnTo>
                  <a:lnTo>
                    <a:pt x="2124" y="541"/>
                  </a:lnTo>
                  <a:lnTo>
                    <a:pt x="2433" y="502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3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1" y="1390"/>
                  </a:lnTo>
                  <a:lnTo>
                    <a:pt x="3669" y="1661"/>
                  </a:lnTo>
                  <a:lnTo>
                    <a:pt x="4132" y="1545"/>
                  </a:lnTo>
                  <a:lnTo>
                    <a:pt x="4016" y="1159"/>
                  </a:lnTo>
                  <a:lnTo>
                    <a:pt x="3823" y="811"/>
                  </a:lnTo>
                  <a:lnTo>
                    <a:pt x="3630" y="502"/>
                  </a:lnTo>
                  <a:lnTo>
                    <a:pt x="3398" y="271"/>
                  </a:lnTo>
                  <a:lnTo>
                    <a:pt x="3244" y="155"/>
                  </a:lnTo>
                  <a:lnTo>
                    <a:pt x="3089" y="77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6" name="Google Shape;5056;p21"/>
            <p:cNvSpPr/>
            <p:nvPr/>
          </p:nvSpPr>
          <p:spPr>
            <a:xfrm>
              <a:off x="6642400" y="2349200"/>
              <a:ext cx="437325" cy="301225"/>
            </a:xfrm>
            <a:custGeom>
              <a:avLst/>
              <a:gdLst/>
              <a:ahLst/>
              <a:cxnLst/>
              <a:rect l="l" t="t" r="r" b="b"/>
              <a:pathLst>
                <a:path w="17493" h="12049" extrusionOk="0">
                  <a:moveTo>
                    <a:pt x="12086" y="503"/>
                  </a:moveTo>
                  <a:lnTo>
                    <a:pt x="12202" y="580"/>
                  </a:lnTo>
                  <a:lnTo>
                    <a:pt x="12280" y="657"/>
                  </a:lnTo>
                  <a:lnTo>
                    <a:pt x="12627" y="850"/>
                  </a:lnTo>
                  <a:lnTo>
                    <a:pt x="12897" y="1159"/>
                  </a:lnTo>
                  <a:lnTo>
                    <a:pt x="13129" y="1507"/>
                  </a:lnTo>
                  <a:lnTo>
                    <a:pt x="13322" y="1854"/>
                  </a:lnTo>
                  <a:lnTo>
                    <a:pt x="13477" y="2240"/>
                  </a:lnTo>
                  <a:lnTo>
                    <a:pt x="13631" y="2665"/>
                  </a:lnTo>
                  <a:lnTo>
                    <a:pt x="13824" y="3438"/>
                  </a:lnTo>
                  <a:lnTo>
                    <a:pt x="13090" y="3013"/>
                  </a:lnTo>
                  <a:lnTo>
                    <a:pt x="12704" y="2781"/>
                  </a:lnTo>
                  <a:lnTo>
                    <a:pt x="12357" y="2472"/>
                  </a:lnTo>
                  <a:lnTo>
                    <a:pt x="12009" y="2125"/>
                  </a:lnTo>
                  <a:lnTo>
                    <a:pt x="11816" y="1932"/>
                  </a:lnTo>
                  <a:lnTo>
                    <a:pt x="11662" y="1700"/>
                  </a:lnTo>
                  <a:lnTo>
                    <a:pt x="11507" y="1391"/>
                  </a:lnTo>
                  <a:lnTo>
                    <a:pt x="11430" y="1043"/>
                  </a:lnTo>
                  <a:lnTo>
                    <a:pt x="11662" y="735"/>
                  </a:lnTo>
                  <a:lnTo>
                    <a:pt x="11739" y="619"/>
                  </a:lnTo>
                  <a:lnTo>
                    <a:pt x="11855" y="541"/>
                  </a:lnTo>
                  <a:lnTo>
                    <a:pt x="11971" y="503"/>
                  </a:lnTo>
                  <a:close/>
                  <a:moveTo>
                    <a:pt x="16218" y="1584"/>
                  </a:moveTo>
                  <a:lnTo>
                    <a:pt x="16296" y="1623"/>
                  </a:lnTo>
                  <a:lnTo>
                    <a:pt x="16411" y="1661"/>
                  </a:lnTo>
                  <a:lnTo>
                    <a:pt x="16489" y="1738"/>
                  </a:lnTo>
                  <a:lnTo>
                    <a:pt x="16566" y="1816"/>
                  </a:lnTo>
                  <a:lnTo>
                    <a:pt x="16604" y="1970"/>
                  </a:lnTo>
                  <a:lnTo>
                    <a:pt x="16643" y="2163"/>
                  </a:lnTo>
                  <a:lnTo>
                    <a:pt x="16643" y="2356"/>
                  </a:lnTo>
                  <a:lnTo>
                    <a:pt x="16604" y="2511"/>
                  </a:lnTo>
                  <a:lnTo>
                    <a:pt x="16527" y="2665"/>
                  </a:lnTo>
                  <a:lnTo>
                    <a:pt x="16411" y="2820"/>
                  </a:lnTo>
                  <a:lnTo>
                    <a:pt x="16296" y="2974"/>
                  </a:lnTo>
                  <a:lnTo>
                    <a:pt x="15948" y="3206"/>
                  </a:lnTo>
                  <a:lnTo>
                    <a:pt x="15562" y="3399"/>
                  </a:lnTo>
                  <a:lnTo>
                    <a:pt x="15137" y="3553"/>
                  </a:lnTo>
                  <a:lnTo>
                    <a:pt x="14712" y="3669"/>
                  </a:lnTo>
                  <a:lnTo>
                    <a:pt x="14365" y="3746"/>
                  </a:lnTo>
                  <a:lnTo>
                    <a:pt x="14481" y="3360"/>
                  </a:lnTo>
                  <a:lnTo>
                    <a:pt x="14635" y="2974"/>
                  </a:lnTo>
                  <a:lnTo>
                    <a:pt x="14828" y="2627"/>
                  </a:lnTo>
                  <a:lnTo>
                    <a:pt x="15098" y="2279"/>
                  </a:lnTo>
                  <a:lnTo>
                    <a:pt x="15407" y="1970"/>
                  </a:lnTo>
                  <a:lnTo>
                    <a:pt x="15639" y="1816"/>
                  </a:lnTo>
                  <a:lnTo>
                    <a:pt x="15871" y="1661"/>
                  </a:lnTo>
                  <a:lnTo>
                    <a:pt x="16102" y="1623"/>
                  </a:lnTo>
                  <a:lnTo>
                    <a:pt x="16218" y="1584"/>
                  </a:lnTo>
                  <a:close/>
                  <a:moveTo>
                    <a:pt x="13824" y="4287"/>
                  </a:moveTo>
                  <a:lnTo>
                    <a:pt x="13670" y="4557"/>
                  </a:lnTo>
                  <a:lnTo>
                    <a:pt x="13477" y="4789"/>
                  </a:lnTo>
                  <a:lnTo>
                    <a:pt x="13245" y="5021"/>
                  </a:lnTo>
                  <a:lnTo>
                    <a:pt x="13013" y="5214"/>
                  </a:lnTo>
                  <a:lnTo>
                    <a:pt x="12666" y="5484"/>
                  </a:lnTo>
                  <a:lnTo>
                    <a:pt x="12164" y="5754"/>
                  </a:lnTo>
                  <a:lnTo>
                    <a:pt x="11893" y="5870"/>
                  </a:lnTo>
                  <a:lnTo>
                    <a:pt x="11623" y="5948"/>
                  </a:lnTo>
                  <a:lnTo>
                    <a:pt x="11391" y="5986"/>
                  </a:lnTo>
                  <a:lnTo>
                    <a:pt x="11198" y="5948"/>
                  </a:lnTo>
                  <a:lnTo>
                    <a:pt x="11044" y="5870"/>
                  </a:lnTo>
                  <a:lnTo>
                    <a:pt x="10967" y="5793"/>
                  </a:lnTo>
                  <a:lnTo>
                    <a:pt x="10928" y="5716"/>
                  </a:lnTo>
                  <a:lnTo>
                    <a:pt x="10889" y="5639"/>
                  </a:lnTo>
                  <a:lnTo>
                    <a:pt x="10889" y="5446"/>
                  </a:lnTo>
                  <a:lnTo>
                    <a:pt x="10967" y="5252"/>
                  </a:lnTo>
                  <a:lnTo>
                    <a:pt x="11121" y="5098"/>
                  </a:lnTo>
                  <a:lnTo>
                    <a:pt x="11276" y="4944"/>
                  </a:lnTo>
                  <a:lnTo>
                    <a:pt x="11546" y="4750"/>
                  </a:lnTo>
                  <a:lnTo>
                    <a:pt x="11816" y="4635"/>
                  </a:lnTo>
                  <a:lnTo>
                    <a:pt x="12086" y="4557"/>
                  </a:lnTo>
                  <a:lnTo>
                    <a:pt x="12627" y="4480"/>
                  </a:lnTo>
                  <a:lnTo>
                    <a:pt x="13245" y="4403"/>
                  </a:lnTo>
                  <a:lnTo>
                    <a:pt x="13554" y="4364"/>
                  </a:lnTo>
                  <a:lnTo>
                    <a:pt x="13824" y="4287"/>
                  </a:lnTo>
                  <a:close/>
                  <a:moveTo>
                    <a:pt x="14403" y="4248"/>
                  </a:moveTo>
                  <a:lnTo>
                    <a:pt x="15098" y="4596"/>
                  </a:lnTo>
                  <a:lnTo>
                    <a:pt x="15407" y="4789"/>
                  </a:lnTo>
                  <a:lnTo>
                    <a:pt x="15716" y="4982"/>
                  </a:lnTo>
                  <a:lnTo>
                    <a:pt x="15909" y="5137"/>
                  </a:lnTo>
                  <a:lnTo>
                    <a:pt x="16141" y="5368"/>
                  </a:lnTo>
                  <a:lnTo>
                    <a:pt x="16411" y="5677"/>
                  </a:lnTo>
                  <a:lnTo>
                    <a:pt x="16643" y="5986"/>
                  </a:lnTo>
                  <a:lnTo>
                    <a:pt x="16875" y="6334"/>
                  </a:lnTo>
                  <a:lnTo>
                    <a:pt x="16991" y="6681"/>
                  </a:lnTo>
                  <a:lnTo>
                    <a:pt x="16991" y="6836"/>
                  </a:lnTo>
                  <a:lnTo>
                    <a:pt x="16991" y="6990"/>
                  </a:lnTo>
                  <a:lnTo>
                    <a:pt x="16952" y="7106"/>
                  </a:lnTo>
                  <a:lnTo>
                    <a:pt x="16836" y="7222"/>
                  </a:lnTo>
                  <a:lnTo>
                    <a:pt x="16759" y="7299"/>
                  </a:lnTo>
                  <a:lnTo>
                    <a:pt x="16643" y="7338"/>
                  </a:lnTo>
                  <a:lnTo>
                    <a:pt x="16373" y="7338"/>
                  </a:lnTo>
                  <a:lnTo>
                    <a:pt x="16141" y="7222"/>
                  </a:lnTo>
                  <a:lnTo>
                    <a:pt x="15871" y="7029"/>
                  </a:lnTo>
                  <a:lnTo>
                    <a:pt x="15600" y="6797"/>
                  </a:lnTo>
                  <a:lnTo>
                    <a:pt x="15369" y="6565"/>
                  </a:lnTo>
                  <a:lnTo>
                    <a:pt x="15060" y="6141"/>
                  </a:lnTo>
                  <a:lnTo>
                    <a:pt x="14828" y="5716"/>
                  </a:lnTo>
                  <a:lnTo>
                    <a:pt x="14635" y="5252"/>
                  </a:lnTo>
                  <a:lnTo>
                    <a:pt x="14519" y="4750"/>
                  </a:lnTo>
                  <a:lnTo>
                    <a:pt x="14403" y="4248"/>
                  </a:lnTo>
                  <a:close/>
                  <a:moveTo>
                    <a:pt x="11855" y="1"/>
                  </a:moveTo>
                  <a:lnTo>
                    <a:pt x="11584" y="39"/>
                  </a:lnTo>
                  <a:lnTo>
                    <a:pt x="11469" y="117"/>
                  </a:lnTo>
                  <a:lnTo>
                    <a:pt x="11353" y="194"/>
                  </a:lnTo>
                  <a:lnTo>
                    <a:pt x="11160" y="387"/>
                  </a:lnTo>
                  <a:lnTo>
                    <a:pt x="11005" y="619"/>
                  </a:lnTo>
                  <a:lnTo>
                    <a:pt x="10928" y="812"/>
                  </a:lnTo>
                  <a:lnTo>
                    <a:pt x="10928" y="1005"/>
                  </a:lnTo>
                  <a:lnTo>
                    <a:pt x="10928" y="1236"/>
                  </a:lnTo>
                  <a:lnTo>
                    <a:pt x="11005" y="1468"/>
                  </a:lnTo>
                  <a:lnTo>
                    <a:pt x="11082" y="1661"/>
                  </a:lnTo>
                  <a:lnTo>
                    <a:pt x="11198" y="1893"/>
                  </a:lnTo>
                  <a:lnTo>
                    <a:pt x="11546" y="2318"/>
                  </a:lnTo>
                  <a:lnTo>
                    <a:pt x="11932" y="2742"/>
                  </a:lnTo>
                  <a:lnTo>
                    <a:pt x="12395" y="3090"/>
                  </a:lnTo>
                  <a:lnTo>
                    <a:pt x="12859" y="3399"/>
                  </a:lnTo>
                  <a:lnTo>
                    <a:pt x="12859" y="3399"/>
                  </a:lnTo>
                  <a:lnTo>
                    <a:pt x="12048" y="3283"/>
                  </a:lnTo>
                  <a:lnTo>
                    <a:pt x="11198" y="3283"/>
                  </a:lnTo>
                  <a:lnTo>
                    <a:pt x="10387" y="3322"/>
                  </a:lnTo>
                  <a:lnTo>
                    <a:pt x="9615" y="3476"/>
                  </a:lnTo>
                  <a:lnTo>
                    <a:pt x="9654" y="3013"/>
                  </a:lnTo>
                  <a:lnTo>
                    <a:pt x="9654" y="2511"/>
                  </a:lnTo>
                  <a:lnTo>
                    <a:pt x="9615" y="2009"/>
                  </a:lnTo>
                  <a:lnTo>
                    <a:pt x="9538" y="1507"/>
                  </a:lnTo>
                  <a:lnTo>
                    <a:pt x="9075" y="1623"/>
                  </a:lnTo>
                  <a:lnTo>
                    <a:pt x="9152" y="2086"/>
                  </a:lnTo>
                  <a:lnTo>
                    <a:pt x="9152" y="2588"/>
                  </a:lnTo>
                  <a:lnTo>
                    <a:pt x="9152" y="3090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5" y="3901"/>
                  </a:lnTo>
                  <a:lnTo>
                    <a:pt x="7414" y="4287"/>
                  </a:lnTo>
                  <a:lnTo>
                    <a:pt x="6603" y="4712"/>
                  </a:lnTo>
                  <a:lnTo>
                    <a:pt x="5831" y="5214"/>
                  </a:lnTo>
                  <a:lnTo>
                    <a:pt x="5406" y="5252"/>
                  </a:lnTo>
                  <a:lnTo>
                    <a:pt x="5406" y="5561"/>
                  </a:lnTo>
                  <a:lnTo>
                    <a:pt x="4595" y="6218"/>
                  </a:lnTo>
                  <a:lnTo>
                    <a:pt x="3823" y="6913"/>
                  </a:lnTo>
                  <a:lnTo>
                    <a:pt x="3089" y="7685"/>
                  </a:lnTo>
                  <a:lnTo>
                    <a:pt x="2394" y="8496"/>
                  </a:lnTo>
                  <a:lnTo>
                    <a:pt x="1738" y="9307"/>
                  </a:lnTo>
                  <a:lnTo>
                    <a:pt x="1081" y="10157"/>
                  </a:lnTo>
                  <a:lnTo>
                    <a:pt x="502" y="10967"/>
                  </a:lnTo>
                  <a:lnTo>
                    <a:pt x="0" y="11778"/>
                  </a:lnTo>
                  <a:lnTo>
                    <a:pt x="348" y="12049"/>
                  </a:lnTo>
                  <a:lnTo>
                    <a:pt x="1545" y="10504"/>
                  </a:lnTo>
                  <a:lnTo>
                    <a:pt x="2742" y="8959"/>
                  </a:lnTo>
                  <a:lnTo>
                    <a:pt x="3360" y="8226"/>
                  </a:lnTo>
                  <a:lnTo>
                    <a:pt x="4016" y="7492"/>
                  </a:lnTo>
                  <a:lnTo>
                    <a:pt x="4711" y="6797"/>
                  </a:lnTo>
                  <a:lnTo>
                    <a:pt x="5483" y="6179"/>
                  </a:lnTo>
                  <a:lnTo>
                    <a:pt x="6256" y="5561"/>
                  </a:lnTo>
                  <a:lnTo>
                    <a:pt x="7105" y="5059"/>
                  </a:lnTo>
                  <a:lnTo>
                    <a:pt x="7993" y="4596"/>
                  </a:lnTo>
                  <a:lnTo>
                    <a:pt x="8457" y="4442"/>
                  </a:lnTo>
                  <a:lnTo>
                    <a:pt x="8920" y="4248"/>
                  </a:lnTo>
                  <a:lnTo>
                    <a:pt x="9422" y="4133"/>
                  </a:lnTo>
                  <a:lnTo>
                    <a:pt x="9885" y="4017"/>
                  </a:lnTo>
                  <a:lnTo>
                    <a:pt x="10387" y="3901"/>
                  </a:lnTo>
                  <a:lnTo>
                    <a:pt x="10851" y="3862"/>
                  </a:lnTo>
                  <a:lnTo>
                    <a:pt x="11353" y="3824"/>
                  </a:lnTo>
                  <a:lnTo>
                    <a:pt x="11855" y="3824"/>
                  </a:lnTo>
                  <a:lnTo>
                    <a:pt x="12357" y="3862"/>
                  </a:lnTo>
                  <a:lnTo>
                    <a:pt x="12859" y="3901"/>
                  </a:lnTo>
                  <a:lnTo>
                    <a:pt x="12318" y="3978"/>
                  </a:lnTo>
                  <a:lnTo>
                    <a:pt x="11855" y="4094"/>
                  </a:lnTo>
                  <a:lnTo>
                    <a:pt x="11391" y="4287"/>
                  </a:lnTo>
                  <a:lnTo>
                    <a:pt x="11198" y="4403"/>
                  </a:lnTo>
                  <a:lnTo>
                    <a:pt x="11005" y="4557"/>
                  </a:lnTo>
                  <a:lnTo>
                    <a:pt x="10851" y="4673"/>
                  </a:lnTo>
                  <a:lnTo>
                    <a:pt x="10696" y="4866"/>
                  </a:lnTo>
                  <a:lnTo>
                    <a:pt x="10542" y="5059"/>
                  </a:lnTo>
                  <a:lnTo>
                    <a:pt x="10465" y="5291"/>
                  </a:lnTo>
                  <a:lnTo>
                    <a:pt x="10387" y="5523"/>
                  </a:lnTo>
                  <a:lnTo>
                    <a:pt x="10387" y="5754"/>
                  </a:lnTo>
                  <a:lnTo>
                    <a:pt x="10426" y="5948"/>
                  </a:lnTo>
                  <a:lnTo>
                    <a:pt x="10581" y="6179"/>
                  </a:lnTo>
                  <a:lnTo>
                    <a:pt x="10658" y="6256"/>
                  </a:lnTo>
                  <a:lnTo>
                    <a:pt x="10774" y="6334"/>
                  </a:lnTo>
                  <a:lnTo>
                    <a:pt x="11005" y="6411"/>
                  </a:lnTo>
                  <a:lnTo>
                    <a:pt x="11276" y="6449"/>
                  </a:lnTo>
                  <a:lnTo>
                    <a:pt x="11584" y="6411"/>
                  </a:lnTo>
                  <a:lnTo>
                    <a:pt x="11855" y="6372"/>
                  </a:lnTo>
                  <a:lnTo>
                    <a:pt x="12164" y="6256"/>
                  </a:lnTo>
                  <a:lnTo>
                    <a:pt x="12627" y="6063"/>
                  </a:lnTo>
                  <a:lnTo>
                    <a:pt x="13052" y="5793"/>
                  </a:lnTo>
                  <a:lnTo>
                    <a:pt x="13438" y="5484"/>
                  </a:lnTo>
                  <a:lnTo>
                    <a:pt x="13399" y="5523"/>
                  </a:lnTo>
                  <a:lnTo>
                    <a:pt x="13786" y="5716"/>
                  </a:lnTo>
                  <a:lnTo>
                    <a:pt x="14056" y="4866"/>
                  </a:lnTo>
                  <a:lnTo>
                    <a:pt x="14210" y="5407"/>
                  </a:lnTo>
                  <a:lnTo>
                    <a:pt x="14403" y="5909"/>
                  </a:lnTo>
                  <a:lnTo>
                    <a:pt x="14674" y="6411"/>
                  </a:lnTo>
                  <a:lnTo>
                    <a:pt x="14983" y="6874"/>
                  </a:lnTo>
                  <a:lnTo>
                    <a:pt x="15176" y="7067"/>
                  </a:lnTo>
                  <a:lnTo>
                    <a:pt x="15407" y="7299"/>
                  </a:lnTo>
                  <a:lnTo>
                    <a:pt x="15678" y="7492"/>
                  </a:lnTo>
                  <a:lnTo>
                    <a:pt x="15987" y="7685"/>
                  </a:lnTo>
                  <a:lnTo>
                    <a:pt x="16296" y="7801"/>
                  </a:lnTo>
                  <a:lnTo>
                    <a:pt x="16604" y="7878"/>
                  </a:lnTo>
                  <a:lnTo>
                    <a:pt x="16759" y="7878"/>
                  </a:lnTo>
                  <a:lnTo>
                    <a:pt x="16875" y="7840"/>
                  </a:lnTo>
                  <a:lnTo>
                    <a:pt x="17029" y="7801"/>
                  </a:lnTo>
                  <a:lnTo>
                    <a:pt x="17184" y="7724"/>
                  </a:lnTo>
                  <a:lnTo>
                    <a:pt x="17299" y="7647"/>
                  </a:lnTo>
                  <a:lnTo>
                    <a:pt x="17377" y="7531"/>
                  </a:lnTo>
                  <a:lnTo>
                    <a:pt x="17415" y="7376"/>
                  </a:lnTo>
                  <a:lnTo>
                    <a:pt x="17454" y="7260"/>
                  </a:lnTo>
                  <a:lnTo>
                    <a:pt x="17493" y="6951"/>
                  </a:lnTo>
                  <a:lnTo>
                    <a:pt x="17415" y="6604"/>
                  </a:lnTo>
                  <a:lnTo>
                    <a:pt x="17299" y="6295"/>
                  </a:lnTo>
                  <a:lnTo>
                    <a:pt x="17184" y="5986"/>
                  </a:lnTo>
                  <a:lnTo>
                    <a:pt x="17029" y="5716"/>
                  </a:lnTo>
                  <a:lnTo>
                    <a:pt x="16875" y="5484"/>
                  </a:lnTo>
                  <a:lnTo>
                    <a:pt x="16682" y="5252"/>
                  </a:lnTo>
                  <a:lnTo>
                    <a:pt x="16489" y="5021"/>
                  </a:lnTo>
                  <a:lnTo>
                    <a:pt x="16257" y="4789"/>
                  </a:lnTo>
                  <a:lnTo>
                    <a:pt x="16025" y="4596"/>
                  </a:lnTo>
                  <a:lnTo>
                    <a:pt x="15523" y="4287"/>
                  </a:lnTo>
                  <a:lnTo>
                    <a:pt x="14944" y="4017"/>
                  </a:lnTo>
                  <a:lnTo>
                    <a:pt x="15407" y="3901"/>
                  </a:lnTo>
                  <a:lnTo>
                    <a:pt x="15832" y="3746"/>
                  </a:lnTo>
                  <a:lnTo>
                    <a:pt x="16218" y="3515"/>
                  </a:lnTo>
                  <a:lnTo>
                    <a:pt x="16604" y="3244"/>
                  </a:lnTo>
                  <a:lnTo>
                    <a:pt x="16759" y="3051"/>
                  </a:lnTo>
                  <a:lnTo>
                    <a:pt x="16913" y="2858"/>
                  </a:lnTo>
                  <a:lnTo>
                    <a:pt x="17029" y="2665"/>
                  </a:lnTo>
                  <a:lnTo>
                    <a:pt x="17106" y="2434"/>
                  </a:lnTo>
                  <a:lnTo>
                    <a:pt x="17145" y="2163"/>
                  </a:lnTo>
                  <a:lnTo>
                    <a:pt x="17106" y="1932"/>
                  </a:lnTo>
                  <a:lnTo>
                    <a:pt x="17068" y="1700"/>
                  </a:lnTo>
                  <a:lnTo>
                    <a:pt x="16913" y="1468"/>
                  </a:lnTo>
                  <a:lnTo>
                    <a:pt x="16759" y="1314"/>
                  </a:lnTo>
                  <a:lnTo>
                    <a:pt x="16566" y="1198"/>
                  </a:lnTo>
                  <a:lnTo>
                    <a:pt x="16334" y="1159"/>
                  </a:lnTo>
                  <a:lnTo>
                    <a:pt x="16102" y="1159"/>
                  </a:lnTo>
                  <a:lnTo>
                    <a:pt x="15909" y="1198"/>
                  </a:lnTo>
                  <a:lnTo>
                    <a:pt x="15678" y="1236"/>
                  </a:lnTo>
                  <a:lnTo>
                    <a:pt x="15446" y="1352"/>
                  </a:lnTo>
                  <a:lnTo>
                    <a:pt x="15253" y="1468"/>
                  </a:lnTo>
                  <a:lnTo>
                    <a:pt x="14905" y="1777"/>
                  </a:lnTo>
                  <a:lnTo>
                    <a:pt x="14596" y="2163"/>
                  </a:lnTo>
                  <a:lnTo>
                    <a:pt x="14326" y="2588"/>
                  </a:lnTo>
                  <a:lnTo>
                    <a:pt x="14094" y="3013"/>
                  </a:lnTo>
                  <a:lnTo>
                    <a:pt x="13940" y="2434"/>
                  </a:lnTo>
                  <a:lnTo>
                    <a:pt x="13747" y="1893"/>
                  </a:lnTo>
                  <a:lnTo>
                    <a:pt x="13515" y="1352"/>
                  </a:lnTo>
                  <a:lnTo>
                    <a:pt x="13168" y="850"/>
                  </a:lnTo>
                  <a:lnTo>
                    <a:pt x="13013" y="657"/>
                  </a:lnTo>
                  <a:lnTo>
                    <a:pt x="12820" y="464"/>
                  </a:lnTo>
                  <a:lnTo>
                    <a:pt x="12588" y="271"/>
                  </a:lnTo>
                  <a:lnTo>
                    <a:pt x="12357" y="117"/>
                  </a:lnTo>
                  <a:lnTo>
                    <a:pt x="12086" y="39"/>
                  </a:lnTo>
                  <a:lnTo>
                    <a:pt x="118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7" name="Google Shape;5057;p21"/>
            <p:cNvSpPr/>
            <p:nvPr/>
          </p:nvSpPr>
          <p:spPr>
            <a:xfrm>
              <a:off x="4161375" y="2367550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3" y="387"/>
                  </a:moveTo>
                  <a:lnTo>
                    <a:pt x="1121" y="425"/>
                  </a:lnTo>
                  <a:lnTo>
                    <a:pt x="1198" y="464"/>
                  </a:lnTo>
                  <a:lnTo>
                    <a:pt x="1236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6" y="1120"/>
                  </a:lnTo>
                  <a:lnTo>
                    <a:pt x="1159" y="1198"/>
                  </a:lnTo>
                  <a:lnTo>
                    <a:pt x="1082" y="1236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1" y="1159"/>
                  </a:lnTo>
                  <a:lnTo>
                    <a:pt x="464" y="1082"/>
                  </a:lnTo>
                  <a:lnTo>
                    <a:pt x="426" y="1004"/>
                  </a:lnTo>
                  <a:lnTo>
                    <a:pt x="387" y="889"/>
                  </a:lnTo>
                  <a:lnTo>
                    <a:pt x="387" y="773"/>
                  </a:lnTo>
                  <a:lnTo>
                    <a:pt x="464" y="580"/>
                  </a:lnTo>
                  <a:lnTo>
                    <a:pt x="541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7"/>
                  </a:lnTo>
                  <a:close/>
                  <a:moveTo>
                    <a:pt x="889" y="1"/>
                  </a:moveTo>
                  <a:lnTo>
                    <a:pt x="735" y="39"/>
                  </a:lnTo>
                  <a:lnTo>
                    <a:pt x="619" y="78"/>
                  </a:lnTo>
                  <a:lnTo>
                    <a:pt x="503" y="155"/>
                  </a:lnTo>
                  <a:lnTo>
                    <a:pt x="348" y="232"/>
                  </a:lnTo>
                  <a:lnTo>
                    <a:pt x="233" y="309"/>
                  </a:lnTo>
                  <a:lnTo>
                    <a:pt x="155" y="464"/>
                  </a:lnTo>
                  <a:lnTo>
                    <a:pt x="78" y="580"/>
                  </a:lnTo>
                  <a:lnTo>
                    <a:pt x="39" y="734"/>
                  </a:lnTo>
                  <a:lnTo>
                    <a:pt x="1" y="889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4" y="1352"/>
                  </a:lnTo>
                  <a:lnTo>
                    <a:pt x="310" y="1468"/>
                  </a:lnTo>
                  <a:lnTo>
                    <a:pt x="464" y="1584"/>
                  </a:lnTo>
                  <a:lnTo>
                    <a:pt x="657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45"/>
                  </a:lnTo>
                  <a:lnTo>
                    <a:pt x="1507" y="1429"/>
                  </a:lnTo>
                  <a:lnTo>
                    <a:pt x="1584" y="1275"/>
                  </a:lnTo>
                  <a:lnTo>
                    <a:pt x="1661" y="1120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80"/>
                  </a:lnTo>
                  <a:lnTo>
                    <a:pt x="1584" y="387"/>
                  </a:lnTo>
                  <a:lnTo>
                    <a:pt x="1507" y="271"/>
                  </a:lnTo>
                  <a:lnTo>
                    <a:pt x="1391" y="194"/>
                  </a:lnTo>
                  <a:lnTo>
                    <a:pt x="1275" y="116"/>
                  </a:lnTo>
                  <a:lnTo>
                    <a:pt x="1005" y="39"/>
                  </a:lnTo>
                  <a:lnTo>
                    <a:pt x="88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8" name="Google Shape;5058;p21"/>
            <p:cNvSpPr/>
            <p:nvPr/>
          </p:nvSpPr>
          <p:spPr>
            <a:xfrm>
              <a:off x="4673025" y="2378175"/>
              <a:ext cx="330175" cy="176675"/>
            </a:xfrm>
            <a:custGeom>
              <a:avLst/>
              <a:gdLst/>
              <a:ahLst/>
              <a:cxnLst/>
              <a:rect l="l" t="t" r="r" b="b"/>
              <a:pathLst>
                <a:path w="13207" h="7067" extrusionOk="0">
                  <a:moveTo>
                    <a:pt x="8110" y="309"/>
                  </a:moveTo>
                  <a:lnTo>
                    <a:pt x="8226" y="348"/>
                  </a:lnTo>
                  <a:lnTo>
                    <a:pt x="8380" y="425"/>
                  </a:lnTo>
                  <a:lnTo>
                    <a:pt x="8535" y="541"/>
                  </a:lnTo>
                  <a:lnTo>
                    <a:pt x="8612" y="579"/>
                  </a:lnTo>
                  <a:lnTo>
                    <a:pt x="8728" y="888"/>
                  </a:lnTo>
                  <a:lnTo>
                    <a:pt x="8766" y="1197"/>
                  </a:lnTo>
                  <a:lnTo>
                    <a:pt x="8728" y="1468"/>
                  </a:lnTo>
                  <a:lnTo>
                    <a:pt x="8650" y="1777"/>
                  </a:lnTo>
                  <a:lnTo>
                    <a:pt x="8496" y="2047"/>
                  </a:lnTo>
                  <a:lnTo>
                    <a:pt x="8380" y="2317"/>
                  </a:lnTo>
                  <a:lnTo>
                    <a:pt x="8033" y="2858"/>
                  </a:lnTo>
                  <a:lnTo>
                    <a:pt x="6836" y="4711"/>
                  </a:lnTo>
                  <a:lnTo>
                    <a:pt x="6681" y="4711"/>
                  </a:lnTo>
                  <a:lnTo>
                    <a:pt x="6797" y="3746"/>
                  </a:lnTo>
                  <a:lnTo>
                    <a:pt x="6990" y="2781"/>
                  </a:lnTo>
                  <a:lnTo>
                    <a:pt x="7222" y="1661"/>
                  </a:lnTo>
                  <a:lnTo>
                    <a:pt x="7338" y="1197"/>
                  </a:lnTo>
                  <a:lnTo>
                    <a:pt x="7453" y="888"/>
                  </a:lnTo>
                  <a:lnTo>
                    <a:pt x="7608" y="618"/>
                  </a:lnTo>
                  <a:lnTo>
                    <a:pt x="7762" y="425"/>
                  </a:lnTo>
                  <a:lnTo>
                    <a:pt x="7878" y="348"/>
                  </a:lnTo>
                  <a:lnTo>
                    <a:pt x="7994" y="309"/>
                  </a:lnTo>
                  <a:close/>
                  <a:moveTo>
                    <a:pt x="5909" y="5406"/>
                  </a:moveTo>
                  <a:lnTo>
                    <a:pt x="4673" y="5831"/>
                  </a:lnTo>
                  <a:lnTo>
                    <a:pt x="3437" y="6217"/>
                  </a:lnTo>
                  <a:lnTo>
                    <a:pt x="2781" y="6372"/>
                  </a:lnTo>
                  <a:lnTo>
                    <a:pt x="2125" y="6526"/>
                  </a:lnTo>
                  <a:lnTo>
                    <a:pt x="1700" y="6565"/>
                  </a:lnTo>
                  <a:lnTo>
                    <a:pt x="1314" y="6603"/>
                  </a:lnTo>
                  <a:lnTo>
                    <a:pt x="1043" y="6565"/>
                  </a:lnTo>
                  <a:lnTo>
                    <a:pt x="812" y="6488"/>
                  </a:lnTo>
                  <a:lnTo>
                    <a:pt x="734" y="6449"/>
                  </a:lnTo>
                  <a:lnTo>
                    <a:pt x="696" y="6333"/>
                  </a:lnTo>
                  <a:lnTo>
                    <a:pt x="696" y="6217"/>
                  </a:lnTo>
                  <a:lnTo>
                    <a:pt x="696" y="6063"/>
                  </a:lnTo>
                  <a:lnTo>
                    <a:pt x="696" y="5908"/>
                  </a:lnTo>
                  <a:lnTo>
                    <a:pt x="734" y="5792"/>
                  </a:lnTo>
                  <a:lnTo>
                    <a:pt x="812" y="5715"/>
                  </a:lnTo>
                  <a:lnTo>
                    <a:pt x="889" y="5677"/>
                  </a:lnTo>
                  <a:lnTo>
                    <a:pt x="1082" y="5599"/>
                  </a:lnTo>
                  <a:lnTo>
                    <a:pt x="1391" y="5561"/>
                  </a:lnTo>
                  <a:lnTo>
                    <a:pt x="2047" y="5484"/>
                  </a:lnTo>
                  <a:lnTo>
                    <a:pt x="2897" y="5445"/>
                  </a:lnTo>
                  <a:lnTo>
                    <a:pt x="5368" y="5445"/>
                  </a:lnTo>
                  <a:lnTo>
                    <a:pt x="5909" y="5406"/>
                  </a:lnTo>
                  <a:close/>
                  <a:moveTo>
                    <a:pt x="7067" y="5097"/>
                  </a:moveTo>
                  <a:lnTo>
                    <a:pt x="8342" y="5136"/>
                  </a:lnTo>
                  <a:lnTo>
                    <a:pt x="9577" y="5252"/>
                  </a:lnTo>
                  <a:lnTo>
                    <a:pt x="10272" y="5329"/>
                  </a:lnTo>
                  <a:lnTo>
                    <a:pt x="11006" y="5445"/>
                  </a:lnTo>
                  <a:lnTo>
                    <a:pt x="11701" y="5561"/>
                  </a:lnTo>
                  <a:lnTo>
                    <a:pt x="12164" y="5677"/>
                  </a:lnTo>
                  <a:lnTo>
                    <a:pt x="12280" y="5715"/>
                  </a:lnTo>
                  <a:lnTo>
                    <a:pt x="12396" y="5754"/>
                  </a:lnTo>
                  <a:lnTo>
                    <a:pt x="12473" y="5831"/>
                  </a:lnTo>
                  <a:lnTo>
                    <a:pt x="12551" y="5908"/>
                  </a:lnTo>
                  <a:lnTo>
                    <a:pt x="12589" y="6024"/>
                  </a:lnTo>
                  <a:lnTo>
                    <a:pt x="12628" y="6179"/>
                  </a:lnTo>
                  <a:lnTo>
                    <a:pt x="12589" y="6526"/>
                  </a:lnTo>
                  <a:lnTo>
                    <a:pt x="12435" y="6603"/>
                  </a:lnTo>
                  <a:lnTo>
                    <a:pt x="12242" y="6642"/>
                  </a:lnTo>
                  <a:lnTo>
                    <a:pt x="12010" y="6681"/>
                  </a:lnTo>
                  <a:lnTo>
                    <a:pt x="11778" y="6681"/>
                  </a:lnTo>
                  <a:lnTo>
                    <a:pt x="11315" y="6603"/>
                  </a:lnTo>
                  <a:lnTo>
                    <a:pt x="10929" y="6526"/>
                  </a:lnTo>
                  <a:lnTo>
                    <a:pt x="10156" y="6372"/>
                  </a:lnTo>
                  <a:lnTo>
                    <a:pt x="9423" y="6140"/>
                  </a:lnTo>
                  <a:lnTo>
                    <a:pt x="8805" y="5908"/>
                  </a:lnTo>
                  <a:lnTo>
                    <a:pt x="8226" y="5677"/>
                  </a:lnTo>
                  <a:lnTo>
                    <a:pt x="7067" y="5097"/>
                  </a:lnTo>
                  <a:close/>
                  <a:moveTo>
                    <a:pt x="8148" y="0"/>
                  </a:moveTo>
                  <a:lnTo>
                    <a:pt x="7917" y="39"/>
                  </a:lnTo>
                  <a:lnTo>
                    <a:pt x="7724" y="116"/>
                  </a:lnTo>
                  <a:lnTo>
                    <a:pt x="7492" y="271"/>
                  </a:lnTo>
                  <a:lnTo>
                    <a:pt x="7338" y="425"/>
                  </a:lnTo>
                  <a:lnTo>
                    <a:pt x="7183" y="618"/>
                  </a:lnTo>
                  <a:lnTo>
                    <a:pt x="6990" y="1043"/>
                  </a:lnTo>
                  <a:lnTo>
                    <a:pt x="6874" y="1506"/>
                  </a:lnTo>
                  <a:lnTo>
                    <a:pt x="6681" y="2433"/>
                  </a:lnTo>
                  <a:lnTo>
                    <a:pt x="6527" y="3591"/>
                  </a:lnTo>
                  <a:lnTo>
                    <a:pt x="6488" y="4171"/>
                  </a:lnTo>
                  <a:lnTo>
                    <a:pt x="6449" y="4750"/>
                  </a:lnTo>
                  <a:lnTo>
                    <a:pt x="6411" y="4866"/>
                  </a:lnTo>
                  <a:lnTo>
                    <a:pt x="6411" y="4982"/>
                  </a:lnTo>
                  <a:lnTo>
                    <a:pt x="5870" y="5020"/>
                  </a:lnTo>
                  <a:lnTo>
                    <a:pt x="5291" y="5059"/>
                  </a:lnTo>
                  <a:lnTo>
                    <a:pt x="2549" y="5059"/>
                  </a:lnTo>
                  <a:lnTo>
                    <a:pt x="2009" y="5097"/>
                  </a:lnTo>
                  <a:lnTo>
                    <a:pt x="1391" y="5175"/>
                  </a:lnTo>
                  <a:lnTo>
                    <a:pt x="1005" y="5213"/>
                  </a:lnTo>
                  <a:lnTo>
                    <a:pt x="657" y="5329"/>
                  </a:lnTo>
                  <a:lnTo>
                    <a:pt x="310" y="5484"/>
                  </a:lnTo>
                  <a:lnTo>
                    <a:pt x="194" y="5599"/>
                  </a:lnTo>
                  <a:lnTo>
                    <a:pt x="78" y="5677"/>
                  </a:lnTo>
                  <a:lnTo>
                    <a:pt x="1" y="5831"/>
                  </a:lnTo>
                  <a:lnTo>
                    <a:pt x="1" y="5947"/>
                  </a:lnTo>
                  <a:lnTo>
                    <a:pt x="1" y="6140"/>
                  </a:lnTo>
                  <a:lnTo>
                    <a:pt x="39" y="6294"/>
                  </a:lnTo>
                  <a:lnTo>
                    <a:pt x="117" y="6449"/>
                  </a:lnTo>
                  <a:lnTo>
                    <a:pt x="232" y="6603"/>
                  </a:lnTo>
                  <a:lnTo>
                    <a:pt x="348" y="6681"/>
                  </a:lnTo>
                  <a:lnTo>
                    <a:pt x="464" y="6796"/>
                  </a:lnTo>
                  <a:lnTo>
                    <a:pt x="773" y="6912"/>
                  </a:lnTo>
                  <a:lnTo>
                    <a:pt x="1082" y="6990"/>
                  </a:lnTo>
                  <a:lnTo>
                    <a:pt x="1777" y="6990"/>
                  </a:lnTo>
                  <a:lnTo>
                    <a:pt x="2395" y="6912"/>
                  </a:lnTo>
                  <a:lnTo>
                    <a:pt x="3476" y="6642"/>
                  </a:lnTo>
                  <a:lnTo>
                    <a:pt x="4519" y="6333"/>
                  </a:lnTo>
                  <a:lnTo>
                    <a:pt x="5600" y="5947"/>
                  </a:lnTo>
                  <a:lnTo>
                    <a:pt x="6102" y="5715"/>
                  </a:lnTo>
                  <a:lnTo>
                    <a:pt x="6565" y="5484"/>
                  </a:lnTo>
                  <a:lnTo>
                    <a:pt x="6604" y="5484"/>
                  </a:lnTo>
                  <a:lnTo>
                    <a:pt x="6681" y="5908"/>
                  </a:lnTo>
                  <a:lnTo>
                    <a:pt x="6758" y="6101"/>
                  </a:lnTo>
                  <a:lnTo>
                    <a:pt x="6836" y="6294"/>
                  </a:lnTo>
                  <a:lnTo>
                    <a:pt x="7106" y="6256"/>
                  </a:lnTo>
                  <a:lnTo>
                    <a:pt x="7106" y="6217"/>
                  </a:lnTo>
                  <a:lnTo>
                    <a:pt x="6990" y="5870"/>
                  </a:lnTo>
                  <a:lnTo>
                    <a:pt x="6951" y="5677"/>
                  </a:lnTo>
                  <a:lnTo>
                    <a:pt x="6990" y="5484"/>
                  </a:lnTo>
                  <a:lnTo>
                    <a:pt x="6990" y="5406"/>
                  </a:lnTo>
                  <a:lnTo>
                    <a:pt x="7762" y="5870"/>
                  </a:lnTo>
                  <a:lnTo>
                    <a:pt x="8612" y="6256"/>
                  </a:lnTo>
                  <a:lnTo>
                    <a:pt x="9461" y="6565"/>
                  </a:lnTo>
                  <a:lnTo>
                    <a:pt x="10349" y="6796"/>
                  </a:lnTo>
                  <a:lnTo>
                    <a:pt x="11045" y="6951"/>
                  </a:lnTo>
                  <a:lnTo>
                    <a:pt x="11469" y="7028"/>
                  </a:lnTo>
                  <a:lnTo>
                    <a:pt x="11933" y="7067"/>
                  </a:lnTo>
                  <a:lnTo>
                    <a:pt x="12396" y="7028"/>
                  </a:lnTo>
                  <a:lnTo>
                    <a:pt x="12589" y="6990"/>
                  </a:lnTo>
                  <a:lnTo>
                    <a:pt x="12782" y="6912"/>
                  </a:lnTo>
                  <a:lnTo>
                    <a:pt x="12937" y="6796"/>
                  </a:lnTo>
                  <a:lnTo>
                    <a:pt x="13053" y="6681"/>
                  </a:lnTo>
                  <a:lnTo>
                    <a:pt x="13130" y="6526"/>
                  </a:lnTo>
                  <a:lnTo>
                    <a:pt x="13207" y="6333"/>
                  </a:lnTo>
                  <a:lnTo>
                    <a:pt x="13207" y="6179"/>
                  </a:lnTo>
                  <a:lnTo>
                    <a:pt x="13168" y="6024"/>
                  </a:lnTo>
                  <a:lnTo>
                    <a:pt x="13130" y="5870"/>
                  </a:lnTo>
                  <a:lnTo>
                    <a:pt x="13053" y="5754"/>
                  </a:lnTo>
                  <a:lnTo>
                    <a:pt x="12975" y="5638"/>
                  </a:lnTo>
                  <a:lnTo>
                    <a:pt x="12821" y="5561"/>
                  </a:lnTo>
                  <a:lnTo>
                    <a:pt x="12551" y="5406"/>
                  </a:lnTo>
                  <a:lnTo>
                    <a:pt x="12242" y="5290"/>
                  </a:lnTo>
                  <a:lnTo>
                    <a:pt x="11894" y="5213"/>
                  </a:lnTo>
                  <a:lnTo>
                    <a:pt x="11315" y="5097"/>
                  </a:lnTo>
                  <a:lnTo>
                    <a:pt x="10311" y="4943"/>
                  </a:lnTo>
                  <a:lnTo>
                    <a:pt x="9268" y="4827"/>
                  </a:lnTo>
                  <a:lnTo>
                    <a:pt x="8264" y="4750"/>
                  </a:lnTo>
                  <a:lnTo>
                    <a:pt x="7260" y="4711"/>
                  </a:lnTo>
                  <a:lnTo>
                    <a:pt x="8071" y="3514"/>
                  </a:lnTo>
                  <a:lnTo>
                    <a:pt x="8496" y="2858"/>
                  </a:lnTo>
                  <a:lnTo>
                    <a:pt x="8844" y="2201"/>
                  </a:lnTo>
                  <a:lnTo>
                    <a:pt x="8921" y="1970"/>
                  </a:lnTo>
                  <a:lnTo>
                    <a:pt x="8998" y="1738"/>
                  </a:lnTo>
                  <a:lnTo>
                    <a:pt x="9037" y="1506"/>
                  </a:lnTo>
                  <a:lnTo>
                    <a:pt x="9075" y="1275"/>
                  </a:lnTo>
                  <a:lnTo>
                    <a:pt x="9037" y="1004"/>
                  </a:lnTo>
                  <a:lnTo>
                    <a:pt x="8959" y="811"/>
                  </a:lnTo>
                  <a:lnTo>
                    <a:pt x="8882" y="579"/>
                  </a:lnTo>
                  <a:lnTo>
                    <a:pt x="8728" y="348"/>
                  </a:lnTo>
                  <a:lnTo>
                    <a:pt x="8650" y="232"/>
                  </a:lnTo>
                  <a:lnTo>
                    <a:pt x="8573" y="155"/>
                  </a:lnTo>
                  <a:lnTo>
                    <a:pt x="8380" y="39"/>
                  </a:lnTo>
                  <a:lnTo>
                    <a:pt x="814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9" name="Google Shape;5059;p21"/>
            <p:cNvSpPr/>
            <p:nvPr/>
          </p:nvSpPr>
          <p:spPr>
            <a:xfrm>
              <a:off x="1437100" y="2381075"/>
              <a:ext cx="93675" cy="93650"/>
            </a:xfrm>
            <a:custGeom>
              <a:avLst/>
              <a:gdLst/>
              <a:ahLst/>
              <a:cxnLst/>
              <a:rect l="l" t="t" r="r" b="b"/>
              <a:pathLst>
                <a:path w="3747" h="3746" extrusionOk="0">
                  <a:moveTo>
                    <a:pt x="1584" y="463"/>
                  </a:moveTo>
                  <a:lnTo>
                    <a:pt x="2086" y="541"/>
                  </a:lnTo>
                  <a:lnTo>
                    <a:pt x="2318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5"/>
                  </a:lnTo>
                  <a:lnTo>
                    <a:pt x="3090" y="1197"/>
                  </a:lnTo>
                  <a:lnTo>
                    <a:pt x="3206" y="1429"/>
                  </a:lnTo>
                  <a:lnTo>
                    <a:pt x="3244" y="1699"/>
                  </a:lnTo>
                  <a:lnTo>
                    <a:pt x="3244" y="1969"/>
                  </a:lnTo>
                  <a:lnTo>
                    <a:pt x="3206" y="2201"/>
                  </a:lnTo>
                  <a:lnTo>
                    <a:pt x="3090" y="2471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86" y="3244"/>
                  </a:lnTo>
                  <a:lnTo>
                    <a:pt x="1777" y="3244"/>
                  </a:lnTo>
                  <a:lnTo>
                    <a:pt x="1507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9" y="2433"/>
                  </a:lnTo>
                  <a:lnTo>
                    <a:pt x="503" y="2163"/>
                  </a:lnTo>
                  <a:lnTo>
                    <a:pt x="503" y="1854"/>
                  </a:lnTo>
                  <a:lnTo>
                    <a:pt x="503" y="1583"/>
                  </a:lnTo>
                  <a:lnTo>
                    <a:pt x="619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79"/>
                  </a:lnTo>
                  <a:lnTo>
                    <a:pt x="1584" y="463"/>
                  </a:lnTo>
                  <a:close/>
                  <a:moveTo>
                    <a:pt x="1893" y="0"/>
                  </a:moveTo>
                  <a:lnTo>
                    <a:pt x="1700" y="39"/>
                  </a:lnTo>
                  <a:lnTo>
                    <a:pt x="1545" y="77"/>
                  </a:lnTo>
                  <a:lnTo>
                    <a:pt x="1352" y="155"/>
                  </a:lnTo>
                  <a:lnTo>
                    <a:pt x="1314" y="193"/>
                  </a:lnTo>
                  <a:lnTo>
                    <a:pt x="1082" y="270"/>
                  </a:lnTo>
                  <a:lnTo>
                    <a:pt x="850" y="386"/>
                  </a:lnTo>
                  <a:lnTo>
                    <a:pt x="619" y="579"/>
                  </a:lnTo>
                  <a:lnTo>
                    <a:pt x="425" y="772"/>
                  </a:lnTo>
                  <a:lnTo>
                    <a:pt x="271" y="965"/>
                  </a:lnTo>
                  <a:lnTo>
                    <a:pt x="155" y="1236"/>
                  </a:lnTo>
                  <a:lnTo>
                    <a:pt x="78" y="1467"/>
                  </a:lnTo>
                  <a:lnTo>
                    <a:pt x="1" y="1738"/>
                  </a:lnTo>
                  <a:lnTo>
                    <a:pt x="1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7" y="2510"/>
                  </a:lnTo>
                  <a:lnTo>
                    <a:pt x="310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8" y="3591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7" y="3437"/>
                  </a:lnTo>
                  <a:lnTo>
                    <a:pt x="3128" y="3244"/>
                  </a:lnTo>
                  <a:lnTo>
                    <a:pt x="3322" y="3012"/>
                  </a:lnTo>
                  <a:lnTo>
                    <a:pt x="3476" y="2780"/>
                  </a:lnTo>
                  <a:lnTo>
                    <a:pt x="3630" y="2510"/>
                  </a:lnTo>
                  <a:lnTo>
                    <a:pt x="3708" y="2201"/>
                  </a:lnTo>
                  <a:lnTo>
                    <a:pt x="3746" y="1931"/>
                  </a:lnTo>
                  <a:lnTo>
                    <a:pt x="3746" y="1583"/>
                  </a:lnTo>
                  <a:lnTo>
                    <a:pt x="3669" y="1313"/>
                  </a:lnTo>
                  <a:lnTo>
                    <a:pt x="3515" y="1004"/>
                  </a:lnTo>
                  <a:lnTo>
                    <a:pt x="3322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5" y="77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0" name="Google Shape;5060;p21"/>
            <p:cNvSpPr/>
            <p:nvPr/>
          </p:nvSpPr>
          <p:spPr>
            <a:xfrm>
              <a:off x="3476925" y="2391675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7" y="1159"/>
                  </a:lnTo>
                  <a:lnTo>
                    <a:pt x="1391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6" y="1816"/>
                  </a:lnTo>
                  <a:lnTo>
                    <a:pt x="387" y="1700"/>
                  </a:lnTo>
                  <a:lnTo>
                    <a:pt x="348" y="1584"/>
                  </a:lnTo>
                  <a:lnTo>
                    <a:pt x="387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2" y="1623"/>
                  </a:lnTo>
                  <a:lnTo>
                    <a:pt x="3669" y="1700"/>
                  </a:lnTo>
                  <a:lnTo>
                    <a:pt x="3747" y="1816"/>
                  </a:lnTo>
                  <a:lnTo>
                    <a:pt x="3747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9" y="2356"/>
                  </a:lnTo>
                  <a:lnTo>
                    <a:pt x="3206" y="2434"/>
                  </a:lnTo>
                  <a:lnTo>
                    <a:pt x="3013" y="2395"/>
                  </a:lnTo>
                  <a:lnTo>
                    <a:pt x="2820" y="2356"/>
                  </a:lnTo>
                  <a:lnTo>
                    <a:pt x="2627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1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90" y="1468"/>
                  </a:lnTo>
                  <a:close/>
                  <a:moveTo>
                    <a:pt x="3747" y="4750"/>
                  </a:moveTo>
                  <a:lnTo>
                    <a:pt x="3901" y="4789"/>
                  </a:lnTo>
                  <a:lnTo>
                    <a:pt x="4017" y="4828"/>
                  </a:lnTo>
                  <a:lnTo>
                    <a:pt x="4094" y="4944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3" y="5368"/>
                  </a:lnTo>
                  <a:lnTo>
                    <a:pt x="4094" y="5484"/>
                  </a:lnTo>
                  <a:lnTo>
                    <a:pt x="3978" y="5600"/>
                  </a:lnTo>
                  <a:lnTo>
                    <a:pt x="3785" y="5754"/>
                  </a:lnTo>
                  <a:lnTo>
                    <a:pt x="3515" y="5870"/>
                  </a:lnTo>
                  <a:lnTo>
                    <a:pt x="3129" y="5870"/>
                  </a:lnTo>
                  <a:lnTo>
                    <a:pt x="2743" y="5793"/>
                  </a:lnTo>
                  <a:lnTo>
                    <a:pt x="2936" y="5368"/>
                  </a:lnTo>
                  <a:lnTo>
                    <a:pt x="3051" y="5214"/>
                  </a:lnTo>
                  <a:lnTo>
                    <a:pt x="3206" y="5021"/>
                  </a:lnTo>
                  <a:lnTo>
                    <a:pt x="3476" y="4866"/>
                  </a:lnTo>
                  <a:lnTo>
                    <a:pt x="3631" y="4789"/>
                  </a:lnTo>
                  <a:lnTo>
                    <a:pt x="3747" y="4750"/>
                  </a:lnTo>
                  <a:close/>
                  <a:moveTo>
                    <a:pt x="1121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3" y="6102"/>
                  </a:lnTo>
                  <a:lnTo>
                    <a:pt x="1430" y="6256"/>
                  </a:lnTo>
                  <a:lnTo>
                    <a:pt x="1237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6" y="6334"/>
                  </a:lnTo>
                  <a:lnTo>
                    <a:pt x="503" y="6179"/>
                  </a:lnTo>
                  <a:lnTo>
                    <a:pt x="426" y="6025"/>
                  </a:lnTo>
                  <a:lnTo>
                    <a:pt x="426" y="5909"/>
                  </a:lnTo>
                  <a:lnTo>
                    <a:pt x="464" y="5754"/>
                  </a:lnTo>
                  <a:lnTo>
                    <a:pt x="580" y="5677"/>
                  </a:lnTo>
                  <a:lnTo>
                    <a:pt x="696" y="5600"/>
                  </a:lnTo>
                  <a:lnTo>
                    <a:pt x="850" y="5523"/>
                  </a:lnTo>
                  <a:close/>
                  <a:moveTo>
                    <a:pt x="5716" y="6218"/>
                  </a:moveTo>
                  <a:lnTo>
                    <a:pt x="5870" y="6334"/>
                  </a:lnTo>
                  <a:lnTo>
                    <a:pt x="5948" y="6411"/>
                  </a:lnTo>
                  <a:lnTo>
                    <a:pt x="5986" y="6527"/>
                  </a:lnTo>
                  <a:lnTo>
                    <a:pt x="6025" y="6681"/>
                  </a:lnTo>
                  <a:lnTo>
                    <a:pt x="5986" y="6797"/>
                  </a:lnTo>
                  <a:lnTo>
                    <a:pt x="5909" y="7067"/>
                  </a:lnTo>
                  <a:lnTo>
                    <a:pt x="5793" y="7260"/>
                  </a:lnTo>
                  <a:lnTo>
                    <a:pt x="5677" y="7492"/>
                  </a:lnTo>
                  <a:lnTo>
                    <a:pt x="5484" y="7647"/>
                  </a:lnTo>
                  <a:lnTo>
                    <a:pt x="5291" y="7801"/>
                  </a:lnTo>
                  <a:lnTo>
                    <a:pt x="5059" y="7917"/>
                  </a:lnTo>
                  <a:lnTo>
                    <a:pt x="5098" y="7878"/>
                  </a:lnTo>
                  <a:lnTo>
                    <a:pt x="5021" y="7415"/>
                  </a:lnTo>
                  <a:lnTo>
                    <a:pt x="4982" y="7183"/>
                  </a:lnTo>
                  <a:lnTo>
                    <a:pt x="5021" y="6952"/>
                  </a:lnTo>
                  <a:lnTo>
                    <a:pt x="5137" y="6681"/>
                  </a:lnTo>
                  <a:lnTo>
                    <a:pt x="5214" y="6527"/>
                  </a:lnTo>
                  <a:lnTo>
                    <a:pt x="5330" y="6372"/>
                  </a:lnTo>
                  <a:lnTo>
                    <a:pt x="5446" y="6256"/>
                  </a:lnTo>
                  <a:lnTo>
                    <a:pt x="5600" y="6218"/>
                  </a:lnTo>
                  <a:close/>
                  <a:moveTo>
                    <a:pt x="8960" y="8071"/>
                  </a:moveTo>
                  <a:lnTo>
                    <a:pt x="9153" y="8110"/>
                  </a:lnTo>
                  <a:lnTo>
                    <a:pt x="9268" y="8187"/>
                  </a:lnTo>
                  <a:lnTo>
                    <a:pt x="9346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1"/>
                  </a:lnTo>
                  <a:lnTo>
                    <a:pt x="9268" y="8921"/>
                  </a:lnTo>
                  <a:lnTo>
                    <a:pt x="9037" y="9153"/>
                  </a:lnTo>
                  <a:lnTo>
                    <a:pt x="8805" y="9346"/>
                  </a:lnTo>
                  <a:lnTo>
                    <a:pt x="8689" y="9384"/>
                  </a:lnTo>
                  <a:lnTo>
                    <a:pt x="8612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2" y="9346"/>
                  </a:lnTo>
                  <a:lnTo>
                    <a:pt x="8264" y="9346"/>
                  </a:lnTo>
                  <a:lnTo>
                    <a:pt x="8226" y="8960"/>
                  </a:lnTo>
                  <a:lnTo>
                    <a:pt x="8226" y="8766"/>
                  </a:lnTo>
                  <a:lnTo>
                    <a:pt x="8264" y="8573"/>
                  </a:lnTo>
                  <a:lnTo>
                    <a:pt x="8342" y="8342"/>
                  </a:lnTo>
                  <a:lnTo>
                    <a:pt x="8496" y="8187"/>
                  </a:lnTo>
                  <a:lnTo>
                    <a:pt x="8728" y="8110"/>
                  </a:lnTo>
                  <a:lnTo>
                    <a:pt x="8844" y="8071"/>
                  </a:lnTo>
                  <a:close/>
                  <a:moveTo>
                    <a:pt x="4944" y="8380"/>
                  </a:moveTo>
                  <a:lnTo>
                    <a:pt x="4944" y="8419"/>
                  </a:lnTo>
                  <a:lnTo>
                    <a:pt x="4751" y="8805"/>
                  </a:lnTo>
                  <a:lnTo>
                    <a:pt x="4596" y="8960"/>
                  </a:lnTo>
                  <a:lnTo>
                    <a:pt x="4442" y="9153"/>
                  </a:lnTo>
                  <a:lnTo>
                    <a:pt x="4210" y="9307"/>
                  </a:lnTo>
                  <a:lnTo>
                    <a:pt x="3940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9" y="9346"/>
                  </a:lnTo>
                  <a:lnTo>
                    <a:pt x="3322" y="9191"/>
                  </a:lnTo>
                  <a:lnTo>
                    <a:pt x="3322" y="9075"/>
                  </a:lnTo>
                  <a:lnTo>
                    <a:pt x="3322" y="8960"/>
                  </a:lnTo>
                  <a:lnTo>
                    <a:pt x="3399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5" y="8458"/>
                  </a:lnTo>
                  <a:lnTo>
                    <a:pt x="4055" y="8380"/>
                  </a:lnTo>
                  <a:lnTo>
                    <a:pt x="4326" y="8380"/>
                  </a:lnTo>
                  <a:lnTo>
                    <a:pt x="4905" y="8419"/>
                  </a:lnTo>
                  <a:lnTo>
                    <a:pt x="4944" y="8380"/>
                  </a:lnTo>
                  <a:close/>
                  <a:moveTo>
                    <a:pt x="7994" y="10002"/>
                  </a:moveTo>
                  <a:lnTo>
                    <a:pt x="7956" y="10195"/>
                  </a:lnTo>
                  <a:lnTo>
                    <a:pt x="7917" y="10350"/>
                  </a:lnTo>
                  <a:lnTo>
                    <a:pt x="7840" y="10543"/>
                  </a:lnTo>
                  <a:lnTo>
                    <a:pt x="7724" y="10697"/>
                  </a:lnTo>
                  <a:lnTo>
                    <a:pt x="7608" y="10813"/>
                  </a:lnTo>
                  <a:lnTo>
                    <a:pt x="7492" y="10929"/>
                  </a:lnTo>
                  <a:lnTo>
                    <a:pt x="7338" y="11045"/>
                  </a:lnTo>
                  <a:lnTo>
                    <a:pt x="7145" y="11083"/>
                  </a:lnTo>
                  <a:lnTo>
                    <a:pt x="6952" y="11122"/>
                  </a:lnTo>
                  <a:lnTo>
                    <a:pt x="6797" y="11083"/>
                  </a:lnTo>
                  <a:lnTo>
                    <a:pt x="6720" y="11045"/>
                  </a:lnTo>
                  <a:lnTo>
                    <a:pt x="6681" y="10967"/>
                  </a:lnTo>
                  <a:lnTo>
                    <a:pt x="6643" y="10890"/>
                  </a:lnTo>
                  <a:lnTo>
                    <a:pt x="6604" y="10813"/>
                  </a:lnTo>
                  <a:lnTo>
                    <a:pt x="6643" y="10620"/>
                  </a:lnTo>
                  <a:lnTo>
                    <a:pt x="6720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2" y="10157"/>
                  </a:lnTo>
                  <a:lnTo>
                    <a:pt x="7492" y="10079"/>
                  </a:lnTo>
                  <a:lnTo>
                    <a:pt x="7724" y="10041"/>
                  </a:lnTo>
                  <a:lnTo>
                    <a:pt x="7994" y="10002"/>
                  </a:lnTo>
                  <a:close/>
                  <a:moveTo>
                    <a:pt x="2202" y="1"/>
                  </a:moveTo>
                  <a:lnTo>
                    <a:pt x="2009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1" y="812"/>
                  </a:lnTo>
                  <a:lnTo>
                    <a:pt x="1237" y="773"/>
                  </a:lnTo>
                  <a:lnTo>
                    <a:pt x="1043" y="735"/>
                  </a:lnTo>
                  <a:lnTo>
                    <a:pt x="696" y="735"/>
                  </a:lnTo>
                  <a:lnTo>
                    <a:pt x="541" y="812"/>
                  </a:lnTo>
                  <a:lnTo>
                    <a:pt x="387" y="889"/>
                  </a:lnTo>
                  <a:lnTo>
                    <a:pt x="233" y="1005"/>
                  </a:lnTo>
                  <a:lnTo>
                    <a:pt x="117" y="1159"/>
                  </a:lnTo>
                  <a:lnTo>
                    <a:pt x="39" y="1314"/>
                  </a:lnTo>
                  <a:lnTo>
                    <a:pt x="1" y="1468"/>
                  </a:lnTo>
                  <a:lnTo>
                    <a:pt x="1" y="1623"/>
                  </a:lnTo>
                  <a:lnTo>
                    <a:pt x="1" y="1777"/>
                  </a:lnTo>
                  <a:lnTo>
                    <a:pt x="78" y="1932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6" y="2279"/>
                  </a:lnTo>
                  <a:lnTo>
                    <a:pt x="580" y="2356"/>
                  </a:lnTo>
                  <a:lnTo>
                    <a:pt x="735" y="2395"/>
                  </a:lnTo>
                  <a:lnTo>
                    <a:pt x="1043" y="2434"/>
                  </a:lnTo>
                  <a:lnTo>
                    <a:pt x="1391" y="2395"/>
                  </a:lnTo>
                  <a:lnTo>
                    <a:pt x="1700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9" y="4635"/>
                  </a:lnTo>
                  <a:lnTo>
                    <a:pt x="1777" y="5021"/>
                  </a:lnTo>
                  <a:lnTo>
                    <a:pt x="1893" y="5368"/>
                  </a:lnTo>
                  <a:lnTo>
                    <a:pt x="1584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3" y="5252"/>
                  </a:lnTo>
                  <a:lnTo>
                    <a:pt x="387" y="5330"/>
                  </a:lnTo>
                  <a:lnTo>
                    <a:pt x="271" y="5446"/>
                  </a:lnTo>
                  <a:lnTo>
                    <a:pt x="155" y="5561"/>
                  </a:lnTo>
                  <a:lnTo>
                    <a:pt x="78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8" y="6218"/>
                  </a:lnTo>
                  <a:lnTo>
                    <a:pt x="155" y="6334"/>
                  </a:lnTo>
                  <a:lnTo>
                    <a:pt x="233" y="6450"/>
                  </a:lnTo>
                  <a:lnTo>
                    <a:pt x="348" y="6565"/>
                  </a:lnTo>
                  <a:lnTo>
                    <a:pt x="503" y="6643"/>
                  </a:lnTo>
                  <a:lnTo>
                    <a:pt x="657" y="6720"/>
                  </a:lnTo>
                  <a:lnTo>
                    <a:pt x="812" y="6758"/>
                  </a:lnTo>
                  <a:lnTo>
                    <a:pt x="1121" y="6758"/>
                  </a:lnTo>
                  <a:lnTo>
                    <a:pt x="1430" y="6681"/>
                  </a:lnTo>
                  <a:lnTo>
                    <a:pt x="1700" y="6527"/>
                  </a:lnTo>
                  <a:lnTo>
                    <a:pt x="1932" y="6295"/>
                  </a:lnTo>
                  <a:lnTo>
                    <a:pt x="2125" y="6063"/>
                  </a:lnTo>
                  <a:lnTo>
                    <a:pt x="2395" y="6527"/>
                  </a:lnTo>
                  <a:lnTo>
                    <a:pt x="2743" y="6990"/>
                  </a:lnTo>
                  <a:lnTo>
                    <a:pt x="3129" y="7376"/>
                  </a:lnTo>
                  <a:lnTo>
                    <a:pt x="3592" y="7762"/>
                  </a:lnTo>
                  <a:lnTo>
                    <a:pt x="4017" y="7994"/>
                  </a:lnTo>
                  <a:lnTo>
                    <a:pt x="3824" y="8033"/>
                  </a:lnTo>
                  <a:lnTo>
                    <a:pt x="3631" y="8110"/>
                  </a:lnTo>
                  <a:lnTo>
                    <a:pt x="3438" y="8187"/>
                  </a:lnTo>
                  <a:lnTo>
                    <a:pt x="3283" y="8342"/>
                  </a:lnTo>
                  <a:lnTo>
                    <a:pt x="3167" y="8458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6" y="8882"/>
                  </a:lnTo>
                  <a:lnTo>
                    <a:pt x="2897" y="9075"/>
                  </a:lnTo>
                  <a:lnTo>
                    <a:pt x="2936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2" y="9770"/>
                  </a:lnTo>
                  <a:lnTo>
                    <a:pt x="3515" y="9848"/>
                  </a:lnTo>
                  <a:lnTo>
                    <a:pt x="3708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9" y="9770"/>
                  </a:lnTo>
                  <a:lnTo>
                    <a:pt x="4403" y="9693"/>
                  </a:lnTo>
                  <a:lnTo>
                    <a:pt x="4673" y="9461"/>
                  </a:lnTo>
                  <a:lnTo>
                    <a:pt x="4905" y="9153"/>
                  </a:lnTo>
                  <a:lnTo>
                    <a:pt x="5098" y="8844"/>
                  </a:lnTo>
                  <a:lnTo>
                    <a:pt x="5214" y="8496"/>
                  </a:lnTo>
                  <a:lnTo>
                    <a:pt x="6527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6" y="9655"/>
                  </a:lnTo>
                  <a:lnTo>
                    <a:pt x="7762" y="9655"/>
                  </a:lnTo>
                  <a:lnTo>
                    <a:pt x="7569" y="9693"/>
                  </a:lnTo>
                  <a:lnTo>
                    <a:pt x="7145" y="9809"/>
                  </a:lnTo>
                  <a:lnTo>
                    <a:pt x="6797" y="9963"/>
                  </a:lnTo>
                  <a:lnTo>
                    <a:pt x="6643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5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5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6" y="11508"/>
                  </a:lnTo>
                  <a:lnTo>
                    <a:pt x="7029" y="11508"/>
                  </a:lnTo>
                  <a:lnTo>
                    <a:pt x="7222" y="11469"/>
                  </a:lnTo>
                  <a:lnTo>
                    <a:pt x="7415" y="11392"/>
                  </a:lnTo>
                  <a:lnTo>
                    <a:pt x="7569" y="11315"/>
                  </a:lnTo>
                  <a:lnTo>
                    <a:pt x="7724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10" y="10697"/>
                  </a:lnTo>
                  <a:lnTo>
                    <a:pt x="8226" y="10465"/>
                  </a:lnTo>
                  <a:lnTo>
                    <a:pt x="8264" y="10234"/>
                  </a:lnTo>
                  <a:lnTo>
                    <a:pt x="8303" y="9963"/>
                  </a:lnTo>
                  <a:lnTo>
                    <a:pt x="8342" y="9925"/>
                  </a:lnTo>
                  <a:lnTo>
                    <a:pt x="8728" y="10272"/>
                  </a:lnTo>
                  <a:lnTo>
                    <a:pt x="9075" y="10659"/>
                  </a:lnTo>
                  <a:lnTo>
                    <a:pt x="9346" y="11122"/>
                  </a:lnTo>
                  <a:lnTo>
                    <a:pt x="9462" y="11354"/>
                  </a:lnTo>
                  <a:lnTo>
                    <a:pt x="9539" y="11585"/>
                  </a:lnTo>
                  <a:lnTo>
                    <a:pt x="9655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5" y="12937"/>
                  </a:lnTo>
                  <a:lnTo>
                    <a:pt x="9577" y="13284"/>
                  </a:lnTo>
                  <a:lnTo>
                    <a:pt x="9462" y="13593"/>
                  </a:lnTo>
                  <a:lnTo>
                    <a:pt x="9191" y="14211"/>
                  </a:lnTo>
                  <a:lnTo>
                    <a:pt x="9153" y="14288"/>
                  </a:lnTo>
                  <a:lnTo>
                    <a:pt x="9153" y="14327"/>
                  </a:lnTo>
                  <a:lnTo>
                    <a:pt x="9230" y="14404"/>
                  </a:lnTo>
                  <a:lnTo>
                    <a:pt x="9307" y="14443"/>
                  </a:lnTo>
                  <a:lnTo>
                    <a:pt x="9423" y="14404"/>
                  </a:lnTo>
                  <a:lnTo>
                    <a:pt x="9577" y="14250"/>
                  </a:lnTo>
                  <a:lnTo>
                    <a:pt x="9732" y="14057"/>
                  </a:lnTo>
                  <a:lnTo>
                    <a:pt x="9848" y="13902"/>
                  </a:lnTo>
                  <a:lnTo>
                    <a:pt x="9925" y="13671"/>
                  </a:lnTo>
                  <a:lnTo>
                    <a:pt x="10079" y="13246"/>
                  </a:lnTo>
                  <a:lnTo>
                    <a:pt x="10118" y="12782"/>
                  </a:lnTo>
                  <a:lnTo>
                    <a:pt x="10118" y="12319"/>
                  </a:lnTo>
                  <a:lnTo>
                    <a:pt x="10041" y="11856"/>
                  </a:lnTo>
                  <a:lnTo>
                    <a:pt x="9925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7" y="10272"/>
                  </a:lnTo>
                  <a:lnTo>
                    <a:pt x="9037" y="9963"/>
                  </a:lnTo>
                  <a:lnTo>
                    <a:pt x="8728" y="9693"/>
                  </a:lnTo>
                  <a:lnTo>
                    <a:pt x="8960" y="9577"/>
                  </a:lnTo>
                  <a:lnTo>
                    <a:pt x="9230" y="9423"/>
                  </a:lnTo>
                  <a:lnTo>
                    <a:pt x="9462" y="9191"/>
                  </a:lnTo>
                  <a:lnTo>
                    <a:pt x="9616" y="8921"/>
                  </a:lnTo>
                  <a:lnTo>
                    <a:pt x="9732" y="8612"/>
                  </a:lnTo>
                  <a:lnTo>
                    <a:pt x="9732" y="8496"/>
                  </a:lnTo>
                  <a:lnTo>
                    <a:pt x="9732" y="8342"/>
                  </a:lnTo>
                  <a:lnTo>
                    <a:pt x="9693" y="8187"/>
                  </a:lnTo>
                  <a:lnTo>
                    <a:pt x="9616" y="8071"/>
                  </a:lnTo>
                  <a:lnTo>
                    <a:pt x="9500" y="7956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7" y="7724"/>
                  </a:lnTo>
                  <a:lnTo>
                    <a:pt x="8689" y="7724"/>
                  </a:lnTo>
                  <a:lnTo>
                    <a:pt x="8535" y="7762"/>
                  </a:lnTo>
                  <a:lnTo>
                    <a:pt x="8380" y="7840"/>
                  </a:lnTo>
                  <a:lnTo>
                    <a:pt x="8226" y="7956"/>
                  </a:lnTo>
                  <a:lnTo>
                    <a:pt x="8110" y="8071"/>
                  </a:lnTo>
                  <a:lnTo>
                    <a:pt x="7956" y="8264"/>
                  </a:lnTo>
                  <a:lnTo>
                    <a:pt x="7878" y="8535"/>
                  </a:lnTo>
                  <a:lnTo>
                    <a:pt x="7840" y="8766"/>
                  </a:lnTo>
                  <a:lnTo>
                    <a:pt x="7840" y="9037"/>
                  </a:lnTo>
                  <a:lnTo>
                    <a:pt x="7222" y="8766"/>
                  </a:lnTo>
                  <a:lnTo>
                    <a:pt x="6643" y="8496"/>
                  </a:lnTo>
                  <a:lnTo>
                    <a:pt x="5368" y="8033"/>
                  </a:lnTo>
                  <a:lnTo>
                    <a:pt x="5639" y="7878"/>
                  </a:lnTo>
                  <a:lnTo>
                    <a:pt x="5870" y="7685"/>
                  </a:lnTo>
                  <a:lnTo>
                    <a:pt x="6063" y="7454"/>
                  </a:lnTo>
                  <a:lnTo>
                    <a:pt x="6218" y="7183"/>
                  </a:lnTo>
                  <a:lnTo>
                    <a:pt x="6334" y="6874"/>
                  </a:lnTo>
                  <a:lnTo>
                    <a:pt x="6334" y="6720"/>
                  </a:lnTo>
                  <a:lnTo>
                    <a:pt x="6334" y="6527"/>
                  </a:lnTo>
                  <a:lnTo>
                    <a:pt x="6334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5" y="5948"/>
                  </a:lnTo>
                  <a:lnTo>
                    <a:pt x="5870" y="5870"/>
                  </a:lnTo>
                  <a:lnTo>
                    <a:pt x="5716" y="5832"/>
                  </a:lnTo>
                  <a:lnTo>
                    <a:pt x="5561" y="5870"/>
                  </a:lnTo>
                  <a:lnTo>
                    <a:pt x="5407" y="5909"/>
                  </a:lnTo>
                  <a:lnTo>
                    <a:pt x="5253" y="5986"/>
                  </a:lnTo>
                  <a:lnTo>
                    <a:pt x="5137" y="6063"/>
                  </a:lnTo>
                  <a:lnTo>
                    <a:pt x="4905" y="6334"/>
                  </a:lnTo>
                  <a:lnTo>
                    <a:pt x="4751" y="6643"/>
                  </a:lnTo>
                  <a:lnTo>
                    <a:pt x="4635" y="7029"/>
                  </a:lnTo>
                  <a:lnTo>
                    <a:pt x="4635" y="7222"/>
                  </a:lnTo>
                  <a:lnTo>
                    <a:pt x="4635" y="7415"/>
                  </a:lnTo>
                  <a:lnTo>
                    <a:pt x="4635" y="7608"/>
                  </a:lnTo>
                  <a:lnTo>
                    <a:pt x="4712" y="7762"/>
                  </a:lnTo>
                  <a:lnTo>
                    <a:pt x="4094" y="7454"/>
                  </a:lnTo>
                  <a:lnTo>
                    <a:pt x="3824" y="7299"/>
                  </a:lnTo>
                  <a:lnTo>
                    <a:pt x="3553" y="7106"/>
                  </a:lnTo>
                  <a:lnTo>
                    <a:pt x="3322" y="6874"/>
                  </a:lnTo>
                  <a:lnTo>
                    <a:pt x="3090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2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3" y="5986"/>
                  </a:lnTo>
                  <a:lnTo>
                    <a:pt x="4249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9" y="5407"/>
                  </a:lnTo>
                  <a:lnTo>
                    <a:pt x="4557" y="5214"/>
                  </a:lnTo>
                  <a:lnTo>
                    <a:pt x="4519" y="5059"/>
                  </a:lnTo>
                  <a:lnTo>
                    <a:pt x="4480" y="4866"/>
                  </a:lnTo>
                  <a:lnTo>
                    <a:pt x="4403" y="4712"/>
                  </a:lnTo>
                  <a:lnTo>
                    <a:pt x="4287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1" y="4364"/>
                  </a:lnTo>
                  <a:lnTo>
                    <a:pt x="3708" y="4364"/>
                  </a:lnTo>
                  <a:lnTo>
                    <a:pt x="3553" y="4403"/>
                  </a:lnTo>
                  <a:lnTo>
                    <a:pt x="3399" y="4442"/>
                  </a:lnTo>
                  <a:lnTo>
                    <a:pt x="3245" y="4519"/>
                  </a:lnTo>
                  <a:lnTo>
                    <a:pt x="3090" y="4635"/>
                  </a:lnTo>
                  <a:lnTo>
                    <a:pt x="2820" y="4905"/>
                  </a:lnTo>
                  <a:lnTo>
                    <a:pt x="2588" y="5214"/>
                  </a:lnTo>
                  <a:lnTo>
                    <a:pt x="2434" y="5561"/>
                  </a:lnTo>
                  <a:lnTo>
                    <a:pt x="2395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6" y="4326"/>
                  </a:lnTo>
                  <a:lnTo>
                    <a:pt x="2047" y="3940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5" y="2318"/>
                  </a:lnTo>
                  <a:lnTo>
                    <a:pt x="2356" y="2511"/>
                  </a:lnTo>
                  <a:lnTo>
                    <a:pt x="2588" y="2627"/>
                  </a:lnTo>
                  <a:lnTo>
                    <a:pt x="2820" y="2743"/>
                  </a:lnTo>
                  <a:lnTo>
                    <a:pt x="3129" y="2781"/>
                  </a:lnTo>
                  <a:lnTo>
                    <a:pt x="3283" y="2743"/>
                  </a:lnTo>
                  <a:lnTo>
                    <a:pt x="3476" y="2704"/>
                  </a:lnTo>
                  <a:lnTo>
                    <a:pt x="3631" y="2627"/>
                  </a:lnTo>
                  <a:lnTo>
                    <a:pt x="3785" y="2549"/>
                  </a:lnTo>
                  <a:lnTo>
                    <a:pt x="3901" y="2434"/>
                  </a:lnTo>
                  <a:lnTo>
                    <a:pt x="4017" y="2279"/>
                  </a:lnTo>
                  <a:lnTo>
                    <a:pt x="4094" y="2125"/>
                  </a:lnTo>
                  <a:lnTo>
                    <a:pt x="4133" y="1970"/>
                  </a:lnTo>
                  <a:lnTo>
                    <a:pt x="4094" y="1777"/>
                  </a:lnTo>
                  <a:lnTo>
                    <a:pt x="4055" y="1623"/>
                  </a:lnTo>
                  <a:lnTo>
                    <a:pt x="4017" y="1507"/>
                  </a:lnTo>
                  <a:lnTo>
                    <a:pt x="3901" y="1352"/>
                  </a:lnTo>
                  <a:lnTo>
                    <a:pt x="3785" y="1237"/>
                  </a:lnTo>
                  <a:lnTo>
                    <a:pt x="3631" y="1159"/>
                  </a:lnTo>
                  <a:lnTo>
                    <a:pt x="3515" y="1121"/>
                  </a:lnTo>
                  <a:lnTo>
                    <a:pt x="3322" y="1082"/>
                  </a:lnTo>
                  <a:lnTo>
                    <a:pt x="3167" y="1043"/>
                  </a:lnTo>
                  <a:lnTo>
                    <a:pt x="3013" y="1082"/>
                  </a:lnTo>
                  <a:lnTo>
                    <a:pt x="2743" y="1159"/>
                  </a:lnTo>
                  <a:lnTo>
                    <a:pt x="2472" y="1314"/>
                  </a:lnTo>
                  <a:lnTo>
                    <a:pt x="2241" y="1545"/>
                  </a:lnTo>
                  <a:lnTo>
                    <a:pt x="2511" y="78"/>
                  </a:lnTo>
                  <a:lnTo>
                    <a:pt x="220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1" name="Google Shape;5061;p21"/>
            <p:cNvSpPr/>
            <p:nvPr/>
          </p:nvSpPr>
          <p:spPr>
            <a:xfrm>
              <a:off x="3971200" y="2394575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32" y="1"/>
                  </a:moveTo>
                  <a:lnTo>
                    <a:pt x="117" y="39"/>
                  </a:lnTo>
                  <a:lnTo>
                    <a:pt x="1" y="155"/>
                  </a:lnTo>
                  <a:lnTo>
                    <a:pt x="1" y="271"/>
                  </a:lnTo>
                  <a:lnTo>
                    <a:pt x="1" y="387"/>
                  </a:lnTo>
                  <a:lnTo>
                    <a:pt x="310" y="889"/>
                  </a:lnTo>
                  <a:lnTo>
                    <a:pt x="657" y="1391"/>
                  </a:lnTo>
                  <a:lnTo>
                    <a:pt x="1005" y="1893"/>
                  </a:lnTo>
                  <a:lnTo>
                    <a:pt x="1352" y="2356"/>
                  </a:lnTo>
                  <a:lnTo>
                    <a:pt x="1777" y="2781"/>
                  </a:lnTo>
                  <a:lnTo>
                    <a:pt x="2202" y="3206"/>
                  </a:lnTo>
                  <a:lnTo>
                    <a:pt x="2665" y="3592"/>
                  </a:lnTo>
                  <a:lnTo>
                    <a:pt x="3167" y="3901"/>
                  </a:lnTo>
                  <a:lnTo>
                    <a:pt x="3515" y="3785"/>
                  </a:lnTo>
                  <a:lnTo>
                    <a:pt x="2742" y="3013"/>
                  </a:lnTo>
                  <a:lnTo>
                    <a:pt x="2009" y="2240"/>
                  </a:lnTo>
                  <a:lnTo>
                    <a:pt x="1314" y="1429"/>
                  </a:lnTo>
                  <a:lnTo>
                    <a:pt x="1005" y="1005"/>
                  </a:lnTo>
                  <a:lnTo>
                    <a:pt x="696" y="580"/>
                  </a:lnTo>
                  <a:lnTo>
                    <a:pt x="1584" y="696"/>
                  </a:lnTo>
                  <a:lnTo>
                    <a:pt x="2472" y="889"/>
                  </a:lnTo>
                  <a:lnTo>
                    <a:pt x="2974" y="1043"/>
                  </a:lnTo>
                  <a:lnTo>
                    <a:pt x="3476" y="1236"/>
                  </a:lnTo>
                  <a:lnTo>
                    <a:pt x="3978" y="1391"/>
                  </a:lnTo>
                  <a:lnTo>
                    <a:pt x="4480" y="1507"/>
                  </a:lnTo>
                  <a:lnTo>
                    <a:pt x="4557" y="1507"/>
                  </a:lnTo>
                  <a:lnTo>
                    <a:pt x="4634" y="1584"/>
                  </a:lnTo>
                  <a:lnTo>
                    <a:pt x="4789" y="1584"/>
                  </a:lnTo>
                  <a:lnTo>
                    <a:pt x="4866" y="1507"/>
                  </a:lnTo>
                  <a:lnTo>
                    <a:pt x="4943" y="1429"/>
                  </a:lnTo>
                  <a:lnTo>
                    <a:pt x="4596" y="1159"/>
                  </a:lnTo>
                  <a:lnTo>
                    <a:pt x="4132" y="889"/>
                  </a:lnTo>
                  <a:lnTo>
                    <a:pt x="3592" y="657"/>
                  </a:lnTo>
                  <a:lnTo>
                    <a:pt x="3051" y="464"/>
                  </a:lnTo>
                  <a:lnTo>
                    <a:pt x="2511" y="310"/>
                  </a:lnTo>
                  <a:lnTo>
                    <a:pt x="1893" y="194"/>
                  </a:lnTo>
                  <a:lnTo>
                    <a:pt x="1314" y="117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2" name="Google Shape;5062;p21"/>
            <p:cNvSpPr/>
            <p:nvPr/>
          </p:nvSpPr>
          <p:spPr>
            <a:xfrm>
              <a:off x="591450" y="239845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26"/>
                  </a:lnTo>
                  <a:lnTo>
                    <a:pt x="0" y="3012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52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30"/>
                  </a:lnTo>
                  <a:lnTo>
                    <a:pt x="463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776"/>
                  </a:lnTo>
                  <a:lnTo>
                    <a:pt x="888" y="1545"/>
                  </a:lnTo>
                  <a:lnTo>
                    <a:pt x="1043" y="1313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2"/>
                  </a:lnTo>
                  <a:lnTo>
                    <a:pt x="1854" y="657"/>
                  </a:lnTo>
                  <a:lnTo>
                    <a:pt x="2124" y="541"/>
                  </a:lnTo>
                  <a:lnTo>
                    <a:pt x="2433" y="502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2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1" y="1390"/>
                  </a:lnTo>
                  <a:lnTo>
                    <a:pt x="3668" y="1661"/>
                  </a:lnTo>
                  <a:lnTo>
                    <a:pt x="4132" y="1545"/>
                  </a:lnTo>
                  <a:lnTo>
                    <a:pt x="4016" y="1159"/>
                  </a:lnTo>
                  <a:lnTo>
                    <a:pt x="3823" y="811"/>
                  </a:lnTo>
                  <a:lnTo>
                    <a:pt x="3630" y="502"/>
                  </a:lnTo>
                  <a:lnTo>
                    <a:pt x="3398" y="270"/>
                  </a:lnTo>
                  <a:lnTo>
                    <a:pt x="3244" y="155"/>
                  </a:lnTo>
                  <a:lnTo>
                    <a:pt x="3089" y="77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3" name="Google Shape;5063;p21"/>
            <p:cNvSpPr/>
            <p:nvPr/>
          </p:nvSpPr>
          <p:spPr>
            <a:xfrm>
              <a:off x="456275" y="2399400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80"/>
                  </a:lnTo>
                  <a:lnTo>
                    <a:pt x="12280" y="657"/>
                  </a:lnTo>
                  <a:lnTo>
                    <a:pt x="12628" y="850"/>
                  </a:lnTo>
                  <a:lnTo>
                    <a:pt x="12898" y="1159"/>
                  </a:lnTo>
                  <a:lnTo>
                    <a:pt x="13130" y="1507"/>
                  </a:lnTo>
                  <a:lnTo>
                    <a:pt x="13323" y="1854"/>
                  </a:lnTo>
                  <a:lnTo>
                    <a:pt x="13478" y="2240"/>
                  </a:lnTo>
                  <a:lnTo>
                    <a:pt x="13632" y="2665"/>
                  </a:lnTo>
                  <a:lnTo>
                    <a:pt x="13825" y="3438"/>
                  </a:lnTo>
                  <a:lnTo>
                    <a:pt x="13825" y="3438"/>
                  </a:lnTo>
                  <a:lnTo>
                    <a:pt x="13091" y="3013"/>
                  </a:lnTo>
                  <a:lnTo>
                    <a:pt x="12705" y="2781"/>
                  </a:lnTo>
                  <a:lnTo>
                    <a:pt x="12358" y="2472"/>
                  </a:lnTo>
                  <a:lnTo>
                    <a:pt x="12010" y="2125"/>
                  </a:lnTo>
                  <a:lnTo>
                    <a:pt x="11817" y="1932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734"/>
                  </a:lnTo>
                  <a:lnTo>
                    <a:pt x="11740" y="619"/>
                  </a:lnTo>
                  <a:lnTo>
                    <a:pt x="11856" y="541"/>
                  </a:lnTo>
                  <a:lnTo>
                    <a:pt x="11972" y="503"/>
                  </a:lnTo>
                  <a:close/>
                  <a:moveTo>
                    <a:pt x="16219" y="1584"/>
                  </a:moveTo>
                  <a:lnTo>
                    <a:pt x="16296" y="1623"/>
                  </a:lnTo>
                  <a:lnTo>
                    <a:pt x="16412" y="1661"/>
                  </a:lnTo>
                  <a:lnTo>
                    <a:pt x="16490" y="1738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56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74"/>
                  </a:lnTo>
                  <a:lnTo>
                    <a:pt x="15949" y="3206"/>
                  </a:lnTo>
                  <a:lnTo>
                    <a:pt x="15563" y="3399"/>
                  </a:lnTo>
                  <a:lnTo>
                    <a:pt x="15138" y="3553"/>
                  </a:lnTo>
                  <a:lnTo>
                    <a:pt x="14713" y="3669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2" y="3360"/>
                  </a:lnTo>
                  <a:lnTo>
                    <a:pt x="14636" y="2974"/>
                  </a:lnTo>
                  <a:lnTo>
                    <a:pt x="14829" y="2627"/>
                  </a:lnTo>
                  <a:lnTo>
                    <a:pt x="15099" y="2279"/>
                  </a:lnTo>
                  <a:lnTo>
                    <a:pt x="15408" y="1970"/>
                  </a:lnTo>
                  <a:lnTo>
                    <a:pt x="15640" y="1816"/>
                  </a:lnTo>
                  <a:lnTo>
                    <a:pt x="15872" y="1661"/>
                  </a:lnTo>
                  <a:lnTo>
                    <a:pt x="16103" y="1623"/>
                  </a:lnTo>
                  <a:lnTo>
                    <a:pt x="16219" y="1584"/>
                  </a:lnTo>
                  <a:close/>
                  <a:moveTo>
                    <a:pt x="13825" y="4287"/>
                  </a:moveTo>
                  <a:lnTo>
                    <a:pt x="13671" y="4557"/>
                  </a:lnTo>
                  <a:lnTo>
                    <a:pt x="13478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5" y="5870"/>
                  </a:lnTo>
                  <a:lnTo>
                    <a:pt x="10968" y="5793"/>
                  </a:lnTo>
                  <a:lnTo>
                    <a:pt x="10929" y="5716"/>
                  </a:lnTo>
                  <a:lnTo>
                    <a:pt x="10890" y="5639"/>
                  </a:lnTo>
                  <a:lnTo>
                    <a:pt x="10890" y="5445"/>
                  </a:lnTo>
                  <a:lnTo>
                    <a:pt x="10968" y="5252"/>
                  </a:lnTo>
                  <a:lnTo>
                    <a:pt x="11122" y="5098"/>
                  </a:lnTo>
                  <a:lnTo>
                    <a:pt x="11277" y="4943"/>
                  </a:lnTo>
                  <a:lnTo>
                    <a:pt x="11547" y="4750"/>
                  </a:lnTo>
                  <a:lnTo>
                    <a:pt x="11817" y="4635"/>
                  </a:lnTo>
                  <a:lnTo>
                    <a:pt x="12087" y="4557"/>
                  </a:lnTo>
                  <a:lnTo>
                    <a:pt x="12628" y="4480"/>
                  </a:lnTo>
                  <a:lnTo>
                    <a:pt x="13246" y="4403"/>
                  </a:lnTo>
                  <a:lnTo>
                    <a:pt x="13555" y="4364"/>
                  </a:lnTo>
                  <a:lnTo>
                    <a:pt x="13825" y="4287"/>
                  </a:lnTo>
                  <a:close/>
                  <a:moveTo>
                    <a:pt x="14404" y="4248"/>
                  </a:moveTo>
                  <a:lnTo>
                    <a:pt x="15099" y="4596"/>
                  </a:lnTo>
                  <a:lnTo>
                    <a:pt x="15408" y="4789"/>
                  </a:lnTo>
                  <a:lnTo>
                    <a:pt x="15717" y="4982"/>
                  </a:lnTo>
                  <a:lnTo>
                    <a:pt x="15910" y="5137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44" y="5986"/>
                  </a:lnTo>
                  <a:lnTo>
                    <a:pt x="16876" y="6334"/>
                  </a:lnTo>
                  <a:lnTo>
                    <a:pt x="16992" y="6681"/>
                  </a:lnTo>
                  <a:lnTo>
                    <a:pt x="16992" y="6836"/>
                  </a:lnTo>
                  <a:lnTo>
                    <a:pt x="16992" y="6990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8"/>
                  </a:lnTo>
                  <a:lnTo>
                    <a:pt x="16374" y="7338"/>
                  </a:lnTo>
                  <a:lnTo>
                    <a:pt x="16142" y="7222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370" y="6565"/>
                  </a:lnTo>
                  <a:lnTo>
                    <a:pt x="15061" y="6141"/>
                  </a:lnTo>
                  <a:lnTo>
                    <a:pt x="14829" y="5716"/>
                  </a:lnTo>
                  <a:lnTo>
                    <a:pt x="14636" y="5252"/>
                  </a:lnTo>
                  <a:lnTo>
                    <a:pt x="14520" y="4750"/>
                  </a:lnTo>
                  <a:lnTo>
                    <a:pt x="14404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70" y="117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06" y="619"/>
                  </a:lnTo>
                  <a:lnTo>
                    <a:pt x="10929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68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33" y="2742"/>
                  </a:lnTo>
                  <a:lnTo>
                    <a:pt x="12396" y="3090"/>
                  </a:lnTo>
                  <a:lnTo>
                    <a:pt x="12860" y="3399"/>
                  </a:lnTo>
                  <a:lnTo>
                    <a:pt x="12860" y="3399"/>
                  </a:lnTo>
                  <a:lnTo>
                    <a:pt x="12049" y="3283"/>
                  </a:lnTo>
                  <a:lnTo>
                    <a:pt x="11199" y="3283"/>
                  </a:lnTo>
                  <a:lnTo>
                    <a:pt x="10388" y="3322"/>
                  </a:lnTo>
                  <a:lnTo>
                    <a:pt x="9616" y="3476"/>
                  </a:lnTo>
                  <a:lnTo>
                    <a:pt x="9655" y="3013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623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90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87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52"/>
                  </a:lnTo>
                  <a:lnTo>
                    <a:pt x="5407" y="5561"/>
                  </a:lnTo>
                  <a:lnTo>
                    <a:pt x="4596" y="6218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082" y="10156"/>
                  </a:lnTo>
                  <a:lnTo>
                    <a:pt x="503" y="10967"/>
                  </a:lnTo>
                  <a:lnTo>
                    <a:pt x="1" y="11778"/>
                  </a:lnTo>
                  <a:lnTo>
                    <a:pt x="348" y="12049"/>
                  </a:lnTo>
                  <a:lnTo>
                    <a:pt x="1546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79"/>
                  </a:lnTo>
                  <a:lnTo>
                    <a:pt x="6257" y="5561"/>
                  </a:lnTo>
                  <a:lnTo>
                    <a:pt x="7106" y="5059"/>
                  </a:lnTo>
                  <a:lnTo>
                    <a:pt x="7994" y="4596"/>
                  </a:lnTo>
                  <a:lnTo>
                    <a:pt x="8458" y="4441"/>
                  </a:lnTo>
                  <a:lnTo>
                    <a:pt x="8921" y="4248"/>
                  </a:lnTo>
                  <a:lnTo>
                    <a:pt x="9423" y="4133"/>
                  </a:lnTo>
                  <a:lnTo>
                    <a:pt x="9886" y="4017"/>
                  </a:lnTo>
                  <a:lnTo>
                    <a:pt x="10388" y="3901"/>
                  </a:lnTo>
                  <a:lnTo>
                    <a:pt x="10852" y="3862"/>
                  </a:lnTo>
                  <a:lnTo>
                    <a:pt x="11354" y="3824"/>
                  </a:lnTo>
                  <a:lnTo>
                    <a:pt x="11856" y="3824"/>
                  </a:lnTo>
                  <a:lnTo>
                    <a:pt x="12358" y="3862"/>
                  </a:lnTo>
                  <a:lnTo>
                    <a:pt x="12860" y="3901"/>
                  </a:lnTo>
                  <a:lnTo>
                    <a:pt x="12319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57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6" y="5291"/>
                  </a:lnTo>
                  <a:lnTo>
                    <a:pt x="10388" y="5523"/>
                  </a:lnTo>
                  <a:lnTo>
                    <a:pt x="10388" y="5754"/>
                  </a:lnTo>
                  <a:lnTo>
                    <a:pt x="10427" y="5947"/>
                  </a:lnTo>
                  <a:lnTo>
                    <a:pt x="10581" y="6179"/>
                  </a:lnTo>
                  <a:lnTo>
                    <a:pt x="10659" y="6256"/>
                  </a:lnTo>
                  <a:lnTo>
                    <a:pt x="10775" y="6334"/>
                  </a:lnTo>
                  <a:lnTo>
                    <a:pt x="11006" y="6411"/>
                  </a:lnTo>
                  <a:lnTo>
                    <a:pt x="11277" y="6449"/>
                  </a:lnTo>
                  <a:lnTo>
                    <a:pt x="11585" y="6411"/>
                  </a:lnTo>
                  <a:lnTo>
                    <a:pt x="11856" y="6372"/>
                  </a:lnTo>
                  <a:lnTo>
                    <a:pt x="12165" y="6256"/>
                  </a:lnTo>
                  <a:lnTo>
                    <a:pt x="12628" y="6063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716"/>
                  </a:lnTo>
                  <a:lnTo>
                    <a:pt x="14057" y="4866"/>
                  </a:lnTo>
                  <a:lnTo>
                    <a:pt x="14211" y="5407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4" y="6874"/>
                  </a:lnTo>
                  <a:lnTo>
                    <a:pt x="15177" y="7067"/>
                  </a:lnTo>
                  <a:lnTo>
                    <a:pt x="15408" y="7299"/>
                  </a:lnTo>
                  <a:lnTo>
                    <a:pt x="15679" y="7492"/>
                  </a:lnTo>
                  <a:lnTo>
                    <a:pt x="15988" y="7685"/>
                  </a:lnTo>
                  <a:lnTo>
                    <a:pt x="16296" y="7801"/>
                  </a:lnTo>
                  <a:lnTo>
                    <a:pt x="16605" y="7878"/>
                  </a:lnTo>
                  <a:lnTo>
                    <a:pt x="16760" y="7878"/>
                  </a:lnTo>
                  <a:lnTo>
                    <a:pt x="16876" y="7840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47"/>
                  </a:lnTo>
                  <a:lnTo>
                    <a:pt x="17378" y="7531"/>
                  </a:lnTo>
                  <a:lnTo>
                    <a:pt x="17416" y="7376"/>
                  </a:lnTo>
                  <a:lnTo>
                    <a:pt x="17455" y="7260"/>
                  </a:lnTo>
                  <a:lnTo>
                    <a:pt x="17493" y="6951"/>
                  </a:lnTo>
                  <a:lnTo>
                    <a:pt x="17416" y="6604"/>
                  </a:lnTo>
                  <a:lnTo>
                    <a:pt x="17300" y="6295"/>
                  </a:lnTo>
                  <a:lnTo>
                    <a:pt x="17185" y="5986"/>
                  </a:lnTo>
                  <a:lnTo>
                    <a:pt x="17030" y="5716"/>
                  </a:lnTo>
                  <a:lnTo>
                    <a:pt x="16876" y="5484"/>
                  </a:lnTo>
                  <a:lnTo>
                    <a:pt x="16683" y="5252"/>
                  </a:lnTo>
                  <a:lnTo>
                    <a:pt x="16490" y="5021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46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65"/>
                  </a:lnTo>
                  <a:lnTo>
                    <a:pt x="17107" y="2434"/>
                  </a:lnTo>
                  <a:lnTo>
                    <a:pt x="17146" y="2163"/>
                  </a:lnTo>
                  <a:lnTo>
                    <a:pt x="17107" y="1932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59"/>
                  </a:lnTo>
                  <a:lnTo>
                    <a:pt x="15910" y="1198"/>
                  </a:lnTo>
                  <a:lnTo>
                    <a:pt x="15679" y="1236"/>
                  </a:lnTo>
                  <a:lnTo>
                    <a:pt x="15447" y="1352"/>
                  </a:lnTo>
                  <a:lnTo>
                    <a:pt x="15254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7" y="2588"/>
                  </a:lnTo>
                  <a:lnTo>
                    <a:pt x="14095" y="3013"/>
                  </a:lnTo>
                  <a:lnTo>
                    <a:pt x="13941" y="2434"/>
                  </a:lnTo>
                  <a:lnTo>
                    <a:pt x="13748" y="1893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8" y="117"/>
                  </a:lnTo>
                  <a:lnTo>
                    <a:pt x="12087" y="39"/>
                  </a:lnTo>
                  <a:lnTo>
                    <a:pt x="118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4" name="Google Shape;5064;p21"/>
            <p:cNvSpPr/>
            <p:nvPr/>
          </p:nvSpPr>
          <p:spPr>
            <a:xfrm>
              <a:off x="5396100" y="2441875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6" y="1159"/>
                  </a:lnTo>
                  <a:lnTo>
                    <a:pt x="1390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5" y="1816"/>
                  </a:lnTo>
                  <a:lnTo>
                    <a:pt x="386" y="1700"/>
                  </a:lnTo>
                  <a:lnTo>
                    <a:pt x="348" y="1584"/>
                  </a:lnTo>
                  <a:lnTo>
                    <a:pt x="386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1" y="1623"/>
                  </a:lnTo>
                  <a:lnTo>
                    <a:pt x="3669" y="1700"/>
                  </a:lnTo>
                  <a:lnTo>
                    <a:pt x="3746" y="1816"/>
                  </a:lnTo>
                  <a:lnTo>
                    <a:pt x="3746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8" y="2356"/>
                  </a:lnTo>
                  <a:lnTo>
                    <a:pt x="3205" y="2434"/>
                  </a:lnTo>
                  <a:lnTo>
                    <a:pt x="3012" y="2395"/>
                  </a:lnTo>
                  <a:lnTo>
                    <a:pt x="2819" y="2356"/>
                  </a:lnTo>
                  <a:lnTo>
                    <a:pt x="2626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0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89" y="1468"/>
                  </a:lnTo>
                  <a:close/>
                  <a:moveTo>
                    <a:pt x="3746" y="4750"/>
                  </a:moveTo>
                  <a:lnTo>
                    <a:pt x="3900" y="4789"/>
                  </a:lnTo>
                  <a:lnTo>
                    <a:pt x="4016" y="4828"/>
                  </a:lnTo>
                  <a:lnTo>
                    <a:pt x="4093" y="4944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2" y="5368"/>
                  </a:lnTo>
                  <a:lnTo>
                    <a:pt x="4093" y="5484"/>
                  </a:lnTo>
                  <a:lnTo>
                    <a:pt x="3978" y="5600"/>
                  </a:lnTo>
                  <a:lnTo>
                    <a:pt x="3784" y="5754"/>
                  </a:lnTo>
                  <a:lnTo>
                    <a:pt x="3514" y="5870"/>
                  </a:lnTo>
                  <a:lnTo>
                    <a:pt x="3128" y="5870"/>
                  </a:lnTo>
                  <a:lnTo>
                    <a:pt x="2742" y="5793"/>
                  </a:lnTo>
                  <a:lnTo>
                    <a:pt x="2935" y="5368"/>
                  </a:lnTo>
                  <a:lnTo>
                    <a:pt x="3051" y="5214"/>
                  </a:lnTo>
                  <a:lnTo>
                    <a:pt x="3205" y="5021"/>
                  </a:lnTo>
                  <a:lnTo>
                    <a:pt x="3476" y="4866"/>
                  </a:lnTo>
                  <a:lnTo>
                    <a:pt x="3630" y="4789"/>
                  </a:lnTo>
                  <a:lnTo>
                    <a:pt x="3746" y="4750"/>
                  </a:lnTo>
                  <a:close/>
                  <a:moveTo>
                    <a:pt x="1120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2" y="6102"/>
                  </a:lnTo>
                  <a:lnTo>
                    <a:pt x="1429" y="6256"/>
                  </a:lnTo>
                  <a:lnTo>
                    <a:pt x="1236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5" y="6334"/>
                  </a:lnTo>
                  <a:lnTo>
                    <a:pt x="502" y="6179"/>
                  </a:lnTo>
                  <a:lnTo>
                    <a:pt x="425" y="6025"/>
                  </a:lnTo>
                  <a:lnTo>
                    <a:pt x="425" y="5909"/>
                  </a:lnTo>
                  <a:lnTo>
                    <a:pt x="464" y="5754"/>
                  </a:lnTo>
                  <a:lnTo>
                    <a:pt x="579" y="5677"/>
                  </a:lnTo>
                  <a:lnTo>
                    <a:pt x="695" y="5600"/>
                  </a:lnTo>
                  <a:lnTo>
                    <a:pt x="850" y="5523"/>
                  </a:lnTo>
                  <a:close/>
                  <a:moveTo>
                    <a:pt x="5715" y="6218"/>
                  </a:moveTo>
                  <a:lnTo>
                    <a:pt x="5870" y="6334"/>
                  </a:lnTo>
                  <a:lnTo>
                    <a:pt x="5947" y="6411"/>
                  </a:lnTo>
                  <a:lnTo>
                    <a:pt x="5986" y="6527"/>
                  </a:lnTo>
                  <a:lnTo>
                    <a:pt x="6024" y="6681"/>
                  </a:lnTo>
                  <a:lnTo>
                    <a:pt x="5986" y="6797"/>
                  </a:lnTo>
                  <a:lnTo>
                    <a:pt x="5908" y="7067"/>
                  </a:lnTo>
                  <a:lnTo>
                    <a:pt x="5792" y="7260"/>
                  </a:lnTo>
                  <a:lnTo>
                    <a:pt x="5677" y="7492"/>
                  </a:lnTo>
                  <a:lnTo>
                    <a:pt x="5484" y="7647"/>
                  </a:lnTo>
                  <a:lnTo>
                    <a:pt x="5290" y="7801"/>
                  </a:lnTo>
                  <a:lnTo>
                    <a:pt x="5059" y="7917"/>
                  </a:lnTo>
                  <a:lnTo>
                    <a:pt x="5097" y="7878"/>
                  </a:lnTo>
                  <a:lnTo>
                    <a:pt x="5020" y="7415"/>
                  </a:lnTo>
                  <a:lnTo>
                    <a:pt x="4982" y="7183"/>
                  </a:lnTo>
                  <a:lnTo>
                    <a:pt x="5020" y="6952"/>
                  </a:lnTo>
                  <a:lnTo>
                    <a:pt x="5136" y="6681"/>
                  </a:lnTo>
                  <a:lnTo>
                    <a:pt x="5213" y="6527"/>
                  </a:lnTo>
                  <a:lnTo>
                    <a:pt x="5329" y="6372"/>
                  </a:lnTo>
                  <a:lnTo>
                    <a:pt x="5445" y="6256"/>
                  </a:lnTo>
                  <a:lnTo>
                    <a:pt x="5599" y="6218"/>
                  </a:lnTo>
                  <a:close/>
                  <a:moveTo>
                    <a:pt x="8959" y="8071"/>
                  </a:moveTo>
                  <a:lnTo>
                    <a:pt x="9152" y="8110"/>
                  </a:lnTo>
                  <a:lnTo>
                    <a:pt x="9268" y="8187"/>
                  </a:lnTo>
                  <a:lnTo>
                    <a:pt x="9345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1"/>
                  </a:lnTo>
                  <a:lnTo>
                    <a:pt x="9268" y="8921"/>
                  </a:lnTo>
                  <a:lnTo>
                    <a:pt x="9036" y="9153"/>
                  </a:lnTo>
                  <a:lnTo>
                    <a:pt x="8804" y="9346"/>
                  </a:lnTo>
                  <a:lnTo>
                    <a:pt x="8689" y="9384"/>
                  </a:lnTo>
                  <a:lnTo>
                    <a:pt x="8611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1" y="9346"/>
                  </a:lnTo>
                  <a:lnTo>
                    <a:pt x="8264" y="9346"/>
                  </a:lnTo>
                  <a:lnTo>
                    <a:pt x="8225" y="8959"/>
                  </a:lnTo>
                  <a:lnTo>
                    <a:pt x="8225" y="8766"/>
                  </a:lnTo>
                  <a:lnTo>
                    <a:pt x="8264" y="8573"/>
                  </a:lnTo>
                  <a:lnTo>
                    <a:pt x="8341" y="8342"/>
                  </a:lnTo>
                  <a:lnTo>
                    <a:pt x="8496" y="8187"/>
                  </a:lnTo>
                  <a:lnTo>
                    <a:pt x="8727" y="8110"/>
                  </a:lnTo>
                  <a:lnTo>
                    <a:pt x="8843" y="8071"/>
                  </a:lnTo>
                  <a:close/>
                  <a:moveTo>
                    <a:pt x="4943" y="8380"/>
                  </a:moveTo>
                  <a:lnTo>
                    <a:pt x="4943" y="8419"/>
                  </a:lnTo>
                  <a:lnTo>
                    <a:pt x="4750" y="8805"/>
                  </a:lnTo>
                  <a:lnTo>
                    <a:pt x="4595" y="8959"/>
                  </a:lnTo>
                  <a:lnTo>
                    <a:pt x="4441" y="9153"/>
                  </a:lnTo>
                  <a:lnTo>
                    <a:pt x="4209" y="9307"/>
                  </a:lnTo>
                  <a:lnTo>
                    <a:pt x="3939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8" y="9346"/>
                  </a:lnTo>
                  <a:lnTo>
                    <a:pt x="3321" y="9191"/>
                  </a:lnTo>
                  <a:lnTo>
                    <a:pt x="3321" y="9075"/>
                  </a:lnTo>
                  <a:lnTo>
                    <a:pt x="3321" y="8959"/>
                  </a:lnTo>
                  <a:lnTo>
                    <a:pt x="3398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4" y="8457"/>
                  </a:lnTo>
                  <a:lnTo>
                    <a:pt x="4055" y="8380"/>
                  </a:lnTo>
                  <a:lnTo>
                    <a:pt x="4325" y="8380"/>
                  </a:lnTo>
                  <a:lnTo>
                    <a:pt x="4904" y="8419"/>
                  </a:lnTo>
                  <a:lnTo>
                    <a:pt x="4943" y="8380"/>
                  </a:lnTo>
                  <a:close/>
                  <a:moveTo>
                    <a:pt x="7994" y="10002"/>
                  </a:moveTo>
                  <a:lnTo>
                    <a:pt x="7955" y="10195"/>
                  </a:lnTo>
                  <a:lnTo>
                    <a:pt x="7916" y="10350"/>
                  </a:lnTo>
                  <a:lnTo>
                    <a:pt x="7839" y="10543"/>
                  </a:lnTo>
                  <a:lnTo>
                    <a:pt x="7723" y="10697"/>
                  </a:lnTo>
                  <a:lnTo>
                    <a:pt x="7607" y="10813"/>
                  </a:lnTo>
                  <a:lnTo>
                    <a:pt x="7492" y="10929"/>
                  </a:lnTo>
                  <a:lnTo>
                    <a:pt x="7337" y="11045"/>
                  </a:lnTo>
                  <a:lnTo>
                    <a:pt x="7144" y="11083"/>
                  </a:lnTo>
                  <a:lnTo>
                    <a:pt x="6951" y="11122"/>
                  </a:lnTo>
                  <a:lnTo>
                    <a:pt x="6796" y="11083"/>
                  </a:lnTo>
                  <a:lnTo>
                    <a:pt x="6719" y="11045"/>
                  </a:lnTo>
                  <a:lnTo>
                    <a:pt x="6681" y="10967"/>
                  </a:lnTo>
                  <a:lnTo>
                    <a:pt x="6642" y="10890"/>
                  </a:lnTo>
                  <a:lnTo>
                    <a:pt x="6603" y="10813"/>
                  </a:lnTo>
                  <a:lnTo>
                    <a:pt x="6642" y="10620"/>
                  </a:lnTo>
                  <a:lnTo>
                    <a:pt x="6719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1" y="10157"/>
                  </a:lnTo>
                  <a:lnTo>
                    <a:pt x="7492" y="10079"/>
                  </a:lnTo>
                  <a:lnTo>
                    <a:pt x="7723" y="10041"/>
                  </a:lnTo>
                  <a:lnTo>
                    <a:pt x="7994" y="10002"/>
                  </a:lnTo>
                  <a:close/>
                  <a:moveTo>
                    <a:pt x="2201" y="1"/>
                  </a:moveTo>
                  <a:lnTo>
                    <a:pt x="2008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0" y="812"/>
                  </a:lnTo>
                  <a:lnTo>
                    <a:pt x="1236" y="773"/>
                  </a:lnTo>
                  <a:lnTo>
                    <a:pt x="1043" y="735"/>
                  </a:lnTo>
                  <a:lnTo>
                    <a:pt x="695" y="735"/>
                  </a:lnTo>
                  <a:lnTo>
                    <a:pt x="541" y="812"/>
                  </a:lnTo>
                  <a:lnTo>
                    <a:pt x="386" y="889"/>
                  </a:lnTo>
                  <a:lnTo>
                    <a:pt x="232" y="1005"/>
                  </a:lnTo>
                  <a:lnTo>
                    <a:pt x="116" y="1159"/>
                  </a:lnTo>
                  <a:lnTo>
                    <a:pt x="39" y="1314"/>
                  </a:lnTo>
                  <a:lnTo>
                    <a:pt x="0" y="1468"/>
                  </a:lnTo>
                  <a:lnTo>
                    <a:pt x="0" y="1623"/>
                  </a:lnTo>
                  <a:lnTo>
                    <a:pt x="0" y="1777"/>
                  </a:lnTo>
                  <a:lnTo>
                    <a:pt x="77" y="1932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5" y="2279"/>
                  </a:lnTo>
                  <a:lnTo>
                    <a:pt x="579" y="2356"/>
                  </a:lnTo>
                  <a:lnTo>
                    <a:pt x="734" y="2395"/>
                  </a:lnTo>
                  <a:lnTo>
                    <a:pt x="1043" y="2434"/>
                  </a:lnTo>
                  <a:lnTo>
                    <a:pt x="1390" y="2395"/>
                  </a:lnTo>
                  <a:lnTo>
                    <a:pt x="1699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8" y="4635"/>
                  </a:lnTo>
                  <a:lnTo>
                    <a:pt x="1777" y="5021"/>
                  </a:lnTo>
                  <a:lnTo>
                    <a:pt x="1892" y="5368"/>
                  </a:lnTo>
                  <a:lnTo>
                    <a:pt x="1583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2" y="5252"/>
                  </a:lnTo>
                  <a:lnTo>
                    <a:pt x="386" y="5330"/>
                  </a:lnTo>
                  <a:lnTo>
                    <a:pt x="271" y="5446"/>
                  </a:lnTo>
                  <a:lnTo>
                    <a:pt x="155" y="5561"/>
                  </a:lnTo>
                  <a:lnTo>
                    <a:pt x="77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7" y="6218"/>
                  </a:lnTo>
                  <a:lnTo>
                    <a:pt x="155" y="6334"/>
                  </a:lnTo>
                  <a:lnTo>
                    <a:pt x="232" y="6450"/>
                  </a:lnTo>
                  <a:lnTo>
                    <a:pt x="348" y="6565"/>
                  </a:lnTo>
                  <a:lnTo>
                    <a:pt x="502" y="6643"/>
                  </a:lnTo>
                  <a:lnTo>
                    <a:pt x="657" y="6720"/>
                  </a:lnTo>
                  <a:lnTo>
                    <a:pt x="811" y="6758"/>
                  </a:lnTo>
                  <a:lnTo>
                    <a:pt x="1120" y="6758"/>
                  </a:lnTo>
                  <a:lnTo>
                    <a:pt x="1429" y="6681"/>
                  </a:lnTo>
                  <a:lnTo>
                    <a:pt x="1699" y="6527"/>
                  </a:lnTo>
                  <a:lnTo>
                    <a:pt x="1931" y="6295"/>
                  </a:lnTo>
                  <a:lnTo>
                    <a:pt x="2124" y="6063"/>
                  </a:lnTo>
                  <a:lnTo>
                    <a:pt x="2394" y="6527"/>
                  </a:lnTo>
                  <a:lnTo>
                    <a:pt x="2742" y="6990"/>
                  </a:lnTo>
                  <a:lnTo>
                    <a:pt x="3128" y="7376"/>
                  </a:lnTo>
                  <a:lnTo>
                    <a:pt x="3591" y="7762"/>
                  </a:lnTo>
                  <a:lnTo>
                    <a:pt x="4016" y="7994"/>
                  </a:lnTo>
                  <a:lnTo>
                    <a:pt x="3823" y="8033"/>
                  </a:lnTo>
                  <a:lnTo>
                    <a:pt x="3630" y="8110"/>
                  </a:lnTo>
                  <a:lnTo>
                    <a:pt x="3437" y="8187"/>
                  </a:lnTo>
                  <a:lnTo>
                    <a:pt x="3282" y="8342"/>
                  </a:lnTo>
                  <a:lnTo>
                    <a:pt x="3167" y="8457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5" y="8882"/>
                  </a:lnTo>
                  <a:lnTo>
                    <a:pt x="2896" y="9075"/>
                  </a:lnTo>
                  <a:lnTo>
                    <a:pt x="2935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1" y="9770"/>
                  </a:lnTo>
                  <a:lnTo>
                    <a:pt x="3514" y="9848"/>
                  </a:lnTo>
                  <a:lnTo>
                    <a:pt x="3707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8" y="9770"/>
                  </a:lnTo>
                  <a:lnTo>
                    <a:pt x="4402" y="9693"/>
                  </a:lnTo>
                  <a:lnTo>
                    <a:pt x="4673" y="9461"/>
                  </a:lnTo>
                  <a:lnTo>
                    <a:pt x="4904" y="9153"/>
                  </a:lnTo>
                  <a:lnTo>
                    <a:pt x="5097" y="8844"/>
                  </a:lnTo>
                  <a:lnTo>
                    <a:pt x="5213" y="8496"/>
                  </a:lnTo>
                  <a:lnTo>
                    <a:pt x="6526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5" y="9655"/>
                  </a:lnTo>
                  <a:lnTo>
                    <a:pt x="7762" y="9655"/>
                  </a:lnTo>
                  <a:lnTo>
                    <a:pt x="7569" y="9693"/>
                  </a:lnTo>
                  <a:lnTo>
                    <a:pt x="7144" y="9809"/>
                  </a:lnTo>
                  <a:lnTo>
                    <a:pt x="6796" y="9963"/>
                  </a:lnTo>
                  <a:lnTo>
                    <a:pt x="6642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4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4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5" y="11508"/>
                  </a:lnTo>
                  <a:lnTo>
                    <a:pt x="7028" y="11508"/>
                  </a:lnTo>
                  <a:lnTo>
                    <a:pt x="7221" y="11469"/>
                  </a:lnTo>
                  <a:lnTo>
                    <a:pt x="7414" y="11392"/>
                  </a:lnTo>
                  <a:lnTo>
                    <a:pt x="7569" y="11315"/>
                  </a:lnTo>
                  <a:lnTo>
                    <a:pt x="7723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09" y="10697"/>
                  </a:lnTo>
                  <a:lnTo>
                    <a:pt x="8225" y="10465"/>
                  </a:lnTo>
                  <a:lnTo>
                    <a:pt x="8264" y="10234"/>
                  </a:lnTo>
                  <a:lnTo>
                    <a:pt x="8302" y="9963"/>
                  </a:lnTo>
                  <a:lnTo>
                    <a:pt x="8341" y="9925"/>
                  </a:lnTo>
                  <a:lnTo>
                    <a:pt x="8727" y="10272"/>
                  </a:lnTo>
                  <a:lnTo>
                    <a:pt x="9075" y="10659"/>
                  </a:lnTo>
                  <a:lnTo>
                    <a:pt x="9345" y="11122"/>
                  </a:lnTo>
                  <a:lnTo>
                    <a:pt x="9461" y="11354"/>
                  </a:lnTo>
                  <a:lnTo>
                    <a:pt x="9538" y="11585"/>
                  </a:lnTo>
                  <a:lnTo>
                    <a:pt x="9654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4" y="12937"/>
                  </a:lnTo>
                  <a:lnTo>
                    <a:pt x="9577" y="13284"/>
                  </a:lnTo>
                  <a:lnTo>
                    <a:pt x="9461" y="13593"/>
                  </a:lnTo>
                  <a:lnTo>
                    <a:pt x="9191" y="14211"/>
                  </a:lnTo>
                  <a:lnTo>
                    <a:pt x="9152" y="14288"/>
                  </a:lnTo>
                  <a:lnTo>
                    <a:pt x="9152" y="14327"/>
                  </a:lnTo>
                  <a:lnTo>
                    <a:pt x="9229" y="14404"/>
                  </a:lnTo>
                  <a:lnTo>
                    <a:pt x="9306" y="14443"/>
                  </a:lnTo>
                  <a:lnTo>
                    <a:pt x="9422" y="14404"/>
                  </a:lnTo>
                  <a:lnTo>
                    <a:pt x="9577" y="14250"/>
                  </a:lnTo>
                  <a:lnTo>
                    <a:pt x="9731" y="14057"/>
                  </a:lnTo>
                  <a:lnTo>
                    <a:pt x="9847" y="13902"/>
                  </a:lnTo>
                  <a:lnTo>
                    <a:pt x="9924" y="13670"/>
                  </a:lnTo>
                  <a:lnTo>
                    <a:pt x="10079" y="13246"/>
                  </a:lnTo>
                  <a:lnTo>
                    <a:pt x="10117" y="12782"/>
                  </a:lnTo>
                  <a:lnTo>
                    <a:pt x="10117" y="12319"/>
                  </a:lnTo>
                  <a:lnTo>
                    <a:pt x="10040" y="11856"/>
                  </a:lnTo>
                  <a:lnTo>
                    <a:pt x="9924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6" y="10272"/>
                  </a:lnTo>
                  <a:lnTo>
                    <a:pt x="9036" y="9963"/>
                  </a:lnTo>
                  <a:lnTo>
                    <a:pt x="8727" y="9693"/>
                  </a:lnTo>
                  <a:lnTo>
                    <a:pt x="8959" y="9577"/>
                  </a:lnTo>
                  <a:lnTo>
                    <a:pt x="9229" y="9423"/>
                  </a:lnTo>
                  <a:lnTo>
                    <a:pt x="9461" y="9191"/>
                  </a:lnTo>
                  <a:lnTo>
                    <a:pt x="9615" y="8921"/>
                  </a:lnTo>
                  <a:lnTo>
                    <a:pt x="9731" y="8612"/>
                  </a:lnTo>
                  <a:lnTo>
                    <a:pt x="9731" y="8496"/>
                  </a:lnTo>
                  <a:lnTo>
                    <a:pt x="9731" y="8342"/>
                  </a:lnTo>
                  <a:lnTo>
                    <a:pt x="9693" y="8187"/>
                  </a:lnTo>
                  <a:lnTo>
                    <a:pt x="9615" y="8071"/>
                  </a:lnTo>
                  <a:lnTo>
                    <a:pt x="9499" y="7955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6" y="7724"/>
                  </a:lnTo>
                  <a:lnTo>
                    <a:pt x="8689" y="7724"/>
                  </a:lnTo>
                  <a:lnTo>
                    <a:pt x="8534" y="7762"/>
                  </a:lnTo>
                  <a:lnTo>
                    <a:pt x="8380" y="7840"/>
                  </a:lnTo>
                  <a:lnTo>
                    <a:pt x="8225" y="7955"/>
                  </a:lnTo>
                  <a:lnTo>
                    <a:pt x="8109" y="8071"/>
                  </a:lnTo>
                  <a:lnTo>
                    <a:pt x="7955" y="8264"/>
                  </a:lnTo>
                  <a:lnTo>
                    <a:pt x="7878" y="8535"/>
                  </a:lnTo>
                  <a:lnTo>
                    <a:pt x="7839" y="8766"/>
                  </a:lnTo>
                  <a:lnTo>
                    <a:pt x="7839" y="9037"/>
                  </a:lnTo>
                  <a:lnTo>
                    <a:pt x="7221" y="8766"/>
                  </a:lnTo>
                  <a:lnTo>
                    <a:pt x="6642" y="8496"/>
                  </a:lnTo>
                  <a:lnTo>
                    <a:pt x="5368" y="8033"/>
                  </a:lnTo>
                  <a:lnTo>
                    <a:pt x="5638" y="7878"/>
                  </a:lnTo>
                  <a:lnTo>
                    <a:pt x="5870" y="7685"/>
                  </a:lnTo>
                  <a:lnTo>
                    <a:pt x="6063" y="7453"/>
                  </a:lnTo>
                  <a:lnTo>
                    <a:pt x="6217" y="7183"/>
                  </a:lnTo>
                  <a:lnTo>
                    <a:pt x="6333" y="6874"/>
                  </a:lnTo>
                  <a:lnTo>
                    <a:pt x="6333" y="6720"/>
                  </a:lnTo>
                  <a:lnTo>
                    <a:pt x="6333" y="6527"/>
                  </a:lnTo>
                  <a:lnTo>
                    <a:pt x="6333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4" y="5948"/>
                  </a:lnTo>
                  <a:lnTo>
                    <a:pt x="5870" y="5870"/>
                  </a:lnTo>
                  <a:lnTo>
                    <a:pt x="5715" y="5832"/>
                  </a:lnTo>
                  <a:lnTo>
                    <a:pt x="5561" y="5870"/>
                  </a:lnTo>
                  <a:lnTo>
                    <a:pt x="5406" y="5909"/>
                  </a:lnTo>
                  <a:lnTo>
                    <a:pt x="5252" y="5986"/>
                  </a:lnTo>
                  <a:lnTo>
                    <a:pt x="5136" y="6063"/>
                  </a:lnTo>
                  <a:lnTo>
                    <a:pt x="4904" y="6334"/>
                  </a:lnTo>
                  <a:lnTo>
                    <a:pt x="4750" y="6643"/>
                  </a:lnTo>
                  <a:lnTo>
                    <a:pt x="4634" y="7029"/>
                  </a:lnTo>
                  <a:lnTo>
                    <a:pt x="4634" y="7222"/>
                  </a:lnTo>
                  <a:lnTo>
                    <a:pt x="4634" y="7415"/>
                  </a:lnTo>
                  <a:lnTo>
                    <a:pt x="4634" y="7608"/>
                  </a:lnTo>
                  <a:lnTo>
                    <a:pt x="4711" y="7762"/>
                  </a:lnTo>
                  <a:lnTo>
                    <a:pt x="4093" y="7453"/>
                  </a:lnTo>
                  <a:lnTo>
                    <a:pt x="3823" y="7299"/>
                  </a:lnTo>
                  <a:lnTo>
                    <a:pt x="3553" y="7106"/>
                  </a:lnTo>
                  <a:lnTo>
                    <a:pt x="3321" y="6874"/>
                  </a:lnTo>
                  <a:lnTo>
                    <a:pt x="3089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1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2" y="5986"/>
                  </a:lnTo>
                  <a:lnTo>
                    <a:pt x="4248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8" y="5407"/>
                  </a:lnTo>
                  <a:lnTo>
                    <a:pt x="4557" y="5214"/>
                  </a:lnTo>
                  <a:lnTo>
                    <a:pt x="4518" y="5059"/>
                  </a:lnTo>
                  <a:lnTo>
                    <a:pt x="4480" y="4866"/>
                  </a:lnTo>
                  <a:lnTo>
                    <a:pt x="4402" y="4712"/>
                  </a:lnTo>
                  <a:lnTo>
                    <a:pt x="4286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0" y="4364"/>
                  </a:lnTo>
                  <a:lnTo>
                    <a:pt x="3707" y="4364"/>
                  </a:lnTo>
                  <a:lnTo>
                    <a:pt x="3553" y="4403"/>
                  </a:lnTo>
                  <a:lnTo>
                    <a:pt x="3398" y="4442"/>
                  </a:lnTo>
                  <a:lnTo>
                    <a:pt x="3244" y="4519"/>
                  </a:lnTo>
                  <a:lnTo>
                    <a:pt x="3089" y="4635"/>
                  </a:lnTo>
                  <a:lnTo>
                    <a:pt x="2819" y="4905"/>
                  </a:lnTo>
                  <a:lnTo>
                    <a:pt x="2587" y="5214"/>
                  </a:lnTo>
                  <a:lnTo>
                    <a:pt x="2433" y="5561"/>
                  </a:lnTo>
                  <a:lnTo>
                    <a:pt x="2394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5" y="4326"/>
                  </a:lnTo>
                  <a:lnTo>
                    <a:pt x="2047" y="3940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4" y="2318"/>
                  </a:lnTo>
                  <a:lnTo>
                    <a:pt x="2356" y="2511"/>
                  </a:lnTo>
                  <a:lnTo>
                    <a:pt x="2587" y="2627"/>
                  </a:lnTo>
                  <a:lnTo>
                    <a:pt x="2819" y="2742"/>
                  </a:lnTo>
                  <a:lnTo>
                    <a:pt x="3128" y="2781"/>
                  </a:lnTo>
                  <a:lnTo>
                    <a:pt x="3282" y="2742"/>
                  </a:lnTo>
                  <a:lnTo>
                    <a:pt x="3476" y="2704"/>
                  </a:lnTo>
                  <a:lnTo>
                    <a:pt x="3630" y="2627"/>
                  </a:lnTo>
                  <a:lnTo>
                    <a:pt x="3784" y="2549"/>
                  </a:lnTo>
                  <a:lnTo>
                    <a:pt x="3900" y="2434"/>
                  </a:lnTo>
                  <a:lnTo>
                    <a:pt x="4016" y="2279"/>
                  </a:lnTo>
                  <a:lnTo>
                    <a:pt x="4093" y="2125"/>
                  </a:lnTo>
                  <a:lnTo>
                    <a:pt x="4132" y="1970"/>
                  </a:lnTo>
                  <a:lnTo>
                    <a:pt x="4093" y="1777"/>
                  </a:lnTo>
                  <a:lnTo>
                    <a:pt x="4055" y="1623"/>
                  </a:lnTo>
                  <a:lnTo>
                    <a:pt x="4016" y="1507"/>
                  </a:lnTo>
                  <a:lnTo>
                    <a:pt x="3900" y="1352"/>
                  </a:lnTo>
                  <a:lnTo>
                    <a:pt x="3784" y="1237"/>
                  </a:lnTo>
                  <a:lnTo>
                    <a:pt x="3630" y="1159"/>
                  </a:lnTo>
                  <a:lnTo>
                    <a:pt x="3514" y="1121"/>
                  </a:lnTo>
                  <a:lnTo>
                    <a:pt x="3321" y="1082"/>
                  </a:lnTo>
                  <a:lnTo>
                    <a:pt x="3167" y="1043"/>
                  </a:lnTo>
                  <a:lnTo>
                    <a:pt x="3012" y="1082"/>
                  </a:lnTo>
                  <a:lnTo>
                    <a:pt x="2742" y="1159"/>
                  </a:lnTo>
                  <a:lnTo>
                    <a:pt x="2472" y="1314"/>
                  </a:lnTo>
                  <a:lnTo>
                    <a:pt x="2240" y="1545"/>
                  </a:lnTo>
                  <a:lnTo>
                    <a:pt x="2510" y="78"/>
                  </a:lnTo>
                  <a:lnTo>
                    <a:pt x="220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5" name="Google Shape;5065;p21"/>
            <p:cNvSpPr/>
            <p:nvPr/>
          </p:nvSpPr>
          <p:spPr>
            <a:xfrm>
              <a:off x="4094775" y="2444775"/>
              <a:ext cx="126475" cy="70500"/>
            </a:xfrm>
            <a:custGeom>
              <a:avLst/>
              <a:gdLst/>
              <a:ahLst/>
              <a:cxnLst/>
              <a:rect l="l" t="t" r="r" b="b"/>
              <a:pathLst>
                <a:path w="5059" h="2820" extrusionOk="0">
                  <a:moveTo>
                    <a:pt x="4904" y="1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42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5"/>
                  </a:lnTo>
                  <a:lnTo>
                    <a:pt x="116" y="2433"/>
                  </a:lnTo>
                  <a:lnTo>
                    <a:pt x="39" y="2511"/>
                  </a:lnTo>
                  <a:lnTo>
                    <a:pt x="0" y="2588"/>
                  </a:lnTo>
                  <a:lnTo>
                    <a:pt x="39" y="2704"/>
                  </a:lnTo>
                  <a:lnTo>
                    <a:pt x="116" y="2781"/>
                  </a:lnTo>
                  <a:lnTo>
                    <a:pt x="387" y="2820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95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121"/>
                  </a:lnTo>
                  <a:lnTo>
                    <a:pt x="4596" y="734"/>
                  </a:lnTo>
                  <a:lnTo>
                    <a:pt x="5059" y="348"/>
                  </a:lnTo>
                  <a:lnTo>
                    <a:pt x="490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6" name="Google Shape;5066;p21"/>
            <p:cNvSpPr/>
            <p:nvPr/>
          </p:nvSpPr>
          <p:spPr>
            <a:xfrm>
              <a:off x="6880825" y="24872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5" y="1159"/>
                  </a:lnTo>
                  <a:lnTo>
                    <a:pt x="2897" y="1700"/>
                  </a:lnTo>
                  <a:lnTo>
                    <a:pt x="2511" y="2202"/>
                  </a:lnTo>
                  <a:lnTo>
                    <a:pt x="1932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96"/>
                  </a:lnTo>
                  <a:lnTo>
                    <a:pt x="40" y="4943"/>
                  </a:lnTo>
                  <a:lnTo>
                    <a:pt x="155" y="4943"/>
                  </a:lnTo>
                  <a:lnTo>
                    <a:pt x="542" y="4789"/>
                  </a:lnTo>
                  <a:lnTo>
                    <a:pt x="966" y="4519"/>
                  </a:lnTo>
                  <a:lnTo>
                    <a:pt x="1314" y="4248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897" y="2511"/>
                  </a:lnTo>
                  <a:lnTo>
                    <a:pt x="3322" y="1970"/>
                  </a:lnTo>
                  <a:lnTo>
                    <a:pt x="3669" y="1391"/>
                  </a:lnTo>
                  <a:lnTo>
                    <a:pt x="3978" y="812"/>
                  </a:lnTo>
                  <a:lnTo>
                    <a:pt x="4249" y="194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7" name="Google Shape;5067;p21"/>
            <p:cNvSpPr/>
            <p:nvPr/>
          </p:nvSpPr>
          <p:spPr>
            <a:xfrm>
              <a:off x="4037825" y="2489175"/>
              <a:ext cx="66625" cy="98500"/>
            </a:xfrm>
            <a:custGeom>
              <a:avLst/>
              <a:gdLst/>
              <a:ahLst/>
              <a:cxnLst/>
              <a:rect l="l" t="t" r="r" b="b"/>
              <a:pathLst>
                <a:path w="2665" h="3940" extrusionOk="0">
                  <a:moveTo>
                    <a:pt x="850" y="1"/>
                  </a:moveTo>
                  <a:lnTo>
                    <a:pt x="502" y="117"/>
                  </a:lnTo>
                  <a:lnTo>
                    <a:pt x="618" y="194"/>
                  </a:lnTo>
                  <a:lnTo>
                    <a:pt x="463" y="580"/>
                  </a:lnTo>
                  <a:lnTo>
                    <a:pt x="270" y="1082"/>
                  </a:lnTo>
                  <a:lnTo>
                    <a:pt x="155" y="1584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36"/>
                  </a:lnTo>
                  <a:lnTo>
                    <a:pt x="77" y="3167"/>
                  </a:lnTo>
                  <a:lnTo>
                    <a:pt x="193" y="3399"/>
                  </a:lnTo>
                  <a:lnTo>
                    <a:pt x="309" y="3554"/>
                  </a:lnTo>
                  <a:lnTo>
                    <a:pt x="463" y="3708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40"/>
                  </a:lnTo>
                  <a:lnTo>
                    <a:pt x="1313" y="3901"/>
                  </a:lnTo>
                  <a:lnTo>
                    <a:pt x="1506" y="3824"/>
                  </a:lnTo>
                  <a:lnTo>
                    <a:pt x="1661" y="3669"/>
                  </a:lnTo>
                  <a:lnTo>
                    <a:pt x="1815" y="3476"/>
                  </a:lnTo>
                  <a:lnTo>
                    <a:pt x="1969" y="3283"/>
                  </a:lnTo>
                  <a:lnTo>
                    <a:pt x="2124" y="3052"/>
                  </a:lnTo>
                  <a:lnTo>
                    <a:pt x="2317" y="2511"/>
                  </a:lnTo>
                  <a:lnTo>
                    <a:pt x="2510" y="1970"/>
                  </a:lnTo>
                  <a:lnTo>
                    <a:pt x="2626" y="1468"/>
                  </a:lnTo>
                  <a:lnTo>
                    <a:pt x="2665" y="1044"/>
                  </a:lnTo>
                  <a:lnTo>
                    <a:pt x="2394" y="1005"/>
                  </a:lnTo>
                  <a:lnTo>
                    <a:pt x="2008" y="2009"/>
                  </a:lnTo>
                  <a:lnTo>
                    <a:pt x="1738" y="2665"/>
                  </a:lnTo>
                  <a:lnTo>
                    <a:pt x="1545" y="3013"/>
                  </a:lnTo>
                  <a:lnTo>
                    <a:pt x="1467" y="3206"/>
                  </a:lnTo>
                  <a:lnTo>
                    <a:pt x="1352" y="3283"/>
                  </a:lnTo>
                  <a:lnTo>
                    <a:pt x="1159" y="3283"/>
                  </a:lnTo>
                  <a:lnTo>
                    <a:pt x="1004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897"/>
                  </a:lnTo>
                  <a:lnTo>
                    <a:pt x="541" y="2665"/>
                  </a:lnTo>
                  <a:lnTo>
                    <a:pt x="541" y="2356"/>
                  </a:lnTo>
                  <a:lnTo>
                    <a:pt x="579" y="2048"/>
                  </a:lnTo>
                  <a:lnTo>
                    <a:pt x="657" y="1623"/>
                  </a:lnTo>
                  <a:lnTo>
                    <a:pt x="734" y="1159"/>
                  </a:lnTo>
                  <a:lnTo>
                    <a:pt x="888" y="773"/>
                  </a:lnTo>
                  <a:lnTo>
                    <a:pt x="1043" y="349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5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8" name="Google Shape;5068;p21"/>
            <p:cNvSpPr/>
            <p:nvPr/>
          </p:nvSpPr>
          <p:spPr>
            <a:xfrm>
              <a:off x="6829675" y="248917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4" y="271"/>
                  </a:moveTo>
                  <a:lnTo>
                    <a:pt x="1236" y="387"/>
                  </a:lnTo>
                  <a:lnTo>
                    <a:pt x="1429" y="542"/>
                  </a:lnTo>
                  <a:lnTo>
                    <a:pt x="1545" y="735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4" y="1198"/>
                  </a:lnTo>
                  <a:lnTo>
                    <a:pt x="1545" y="1275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6"/>
                  </a:lnTo>
                  <a:lnTo>
                    <a:pt x="966" y="1584"/>
                  </a:lnTo>
                  <a:lnTo>
                    <a:pt x="773" y="1546"/>
                  </a:lnTo>
                  <a:lnTo>
                    <a:pt x="580" y="1391"/>
                  </a:lnTo>
                  <a:lnTo>
                    <a:pt x="502" y="1314"/>
                  </a:lnTo>
                  <a:lnTo>
                    <a:pt x="464" y="1198"/>
                  </a:lnTo>
                  <a:lnTo>
                    <a:pt x="425" y="966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387"/>
                  </a:lnTo>
                  <a:lnTo>
                    <a:pt x="734" y="349"/>
                  </a:lnTo>
                  <a:lnTo>
                    <a:pt x="734" y="271"/>
                  </a:lnTo>
                  <a:close/>
                  <a:moveTo>
                    <a:pt x="850" y="1"/>
                  </a:moveTo>
                  <a:lnTo>
                    <a:pt x="657" y="78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78"/>
                  </a:lnTo>
                  <a:lnTo>
                    <a:pt x="271" y="194"/>
                  </a:lnTo>
                  <a:lnTo>
                    <a:pt x="155" y="349"/>
                  </a:lnTo>
                  <a:lnTo>
                    <a:pt x="78" y="503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8" y="1430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893"/>
                  </a:lnTo>
                  <a:lnTo>
                    <a:pt x="1584" y="1816"/>
                  </a:lnTo>
                  <a:lnTo>
                    <a:pt x="1738" y="1661"/>
                  </a:lnTo>
                  <a:lnTo>
                    <a:pt x="1892" y="1546"/>
                  </a:lnTo>
                  <a:lnTo>
                    <a:pt x="1970" y="1352"/>
                  </a:lnTo>
                  <a:lnTo>
                    <a:pt x="2047" y="1159"/>
                  </a:lnTo>
                  <a:lnTo>
                    <a:pt x="2086" y="966"/>
                  </a:lnTo>
                  <a:lnTo>
                    <a:pt x="2047" y="773"/>
                  </a:lnTo>
                  <a:lnTo>
                    <a:pt x="1970" y="580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4" y="155"/>
                  </a:lnTo>
                  <a:lnTo>
                    <a:pt x="1429" y="40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9" name="Google Shape;5069;p21"/>
            <p:cNvSpPr/>
            <p:nvPr/>
          </p:nvSpPr>
          <p:spPr>
            <a:xfrm>
              <a:off x="2130250" y="2495950"/>
              <a:ext cx="246175" cy="107175"/>
            </a:xfrm>
            <a:custGeom>
              <a:avLst/>
              <a:gdLst/>
              <a:ahLst/>
              <a:cxnLst/>
              <a:rect l="l" t="t" r="r" b="b"/>
              <a:pathLst>
                <a:path w="9847" h="4287" extrusionOk="0">
                  <a:moveTo>
                    <a:pt x="8882" y="2742"/>
                  </a:moveTo>
                  <a:lnTo>
                    <a:pt x="9113" y="2819"/>
                  </a:lnTo>
                  <a:lnTo>
                    <a:pt x="9229" y="2896"/>
                  </a:lnTo>
                  <a:lnTo>
                    <a:pt x="9306" y="3012"/>
                  </a:lnTo>
                  <a:lnTo>
                    <a:pt x="9384" y="3089"/>
                  </a:lnTo>
                  <a:lnTo>
                    <a:pt x="9384" y="3205"/>
                  </a:lnTo>
                  <a:lnTo>
                    <a:pt x="9422" y="3321"/>
                  </a:lnTo>
                  <a:lnTo>
                    <a:pt x="9384" y="3437"/>
                  </a:lnTo>
                  <a:lnTo>
                    <a:pt x="9268" y="3630"/>
                  </a:lnTo>
                  <a:lnTo>
                    <a:pt x="9113" y="3785"/>
                  </a:lnTo>
                  <a:lnTo>
                    <a:pt x="8920" y="3862"/>
                  </a:lnTo>
                  <a:lnTo>
                    <a:pt x="8727" y="3862"/>
                  </a:lnTo>
                  <a:lnTo>
                    <a:pt x="8573" y="3785"/>
                  </a:lnTo>
                  <a:lnTo>
                    <a:pt x="8418" y="3630"/>
                  </a:lnTo>
                  <a:lnTo>
                    <a:pt x="8302" y="3437"/>
                  </a:lnTo>
                  <a:lnTo>
                    <a:pt x="8302" y="3244"/>
                  </a:lnTo>
                  <a:lnTo>
                    <a:pt x="8341" y="3051"/>
                  </a:lnTo>
                  <a:lnTo>
                    <a:pt x="8380" y="2858"/>
                  </a:lnTo>
                  <a:lnTo>
                    <a:pt x="8418" y="2819"/>
                  </a:lnTo>
                  <a:lnTo>
                    <a:pt x="8650" y="2742"/>
                  </a:lnTo>
                  <a:close/>
                  <a:moveTo>
                    <a:pt x="155" y="0"/>
                  </a:moveTo>
                  <a:lnTo>
                    <a:pt x="77" y="39"/>
                  </a:lnTo>
                  <a:lnTo>
                    <a:pt x="39" y="78"/>
                  </a:lnTo>
                  <a:lnTo>
                    <a:pt x="0" y="155"/>
                  </a:lnTo>
                  <a:lnTo>
                    <a:pt x="39" y="271"/>
                  </a:lnTo>
                  <a:lnTo>
                    <a:pt x="77" y="348"/>
                  </a:lnTo>
                  <a:lnTo>
                    <a:pt x="116" y="386"/>
                  </a:lnTo>
                  <a:lnTo>
                    <a:pt x="618" y="618"/>
                  </a:lnTo>
                  <a:lnTo>
                    <a:pt x="1120" y="773"/>
                  </a:lnTo>
                  <a:lnTo>
                    <a:pt x="2124" y="1081"/>
                  </a:lnTo>
                  <a:lnTo>
                    <a:pt x="4286" y="1738"/>
                  </a:lnTo>
                  <a:lnTo>
                    <a:pt x="6101" y="2317"/>
                  </a:lnTo>
                  <a:lnTo>
                    <a:pt x="7028" y="2587"/>
                  </a:lnTo>
                  <a:lnTo>
                    <a:pt x="7993" y="2819"/>
                  </a:lnTo>
                  <a:lnTo>
                    <a:pt x="7916" y="2974"/>
                  </a:lnTo>
                  <a:lnTo>
                    <a:pt x="7878" y="3089"/>
                  </a:lnTo>
                  <a:lnTo>
                    <a:pt x="7878" y="3398"/>
                  </a:lnTo>
                  <a:lnTo>
                    <a:pt x="7993" y="3707"/>
                  </a:lnTo>
                  <a:lnTo>
                    <a:pt x="8109" y="3939"/>
                  </a:lnTo>
                  <a:lnTo>
                    <a:pt x="8225" y="4093"/>
                  </a:lnTo>
                  <a:lnTo>
                    <a:pt x="8380" y="4171"/>
                  </a:lnTo>
                  <a:lnTo>
                    <a:pt x="8573" y="4248"/>
                  </a:lnTo>
                  <a:lnTo>
                    <a:pt x="8727" y="4287"/>
                  </a:lnTo>
                  <a:lnTo>
                    <a:pt x="8920" y="4287"/>
                  </a:lnTo>
                  <a:lnTo>
                    <a:pt x="9075" y="4248"/>
                  </a:lnTo>
                  <a:lnTo>
                    <a:pt x="9268" y="4209"/>
                  </a:lnTo>
                  <a:lnTo>
                    <a:pt x="9422" y="4093"/>
                  </a:lnTo>
                  <a:lnTo>
                    <a:pt x="9538" y="3978"/>
                  </a:lnTo>
                  <a:lnTo>
                    <a:pt x="9654" y="3823"/>
                  </a:lnTo>
                  <a:lnTo>
                    <a:pt x="9770" y="3669"/>
                  </a:lnTo>
                  <a:lnTo>
                    <a:pt x="9808" y="3514"/>
                  </a:lnTo>
                  <a:lnTo>
                    <a:pt x="9847" y="3321"/>
                  </a:lnTo>
                  <a:lnTo>
                    <a:pt x="9847" y="3128"/>
                  </a:lnTo>
                  <a:lnTo>
                    <a:pt x="9770" y="2974"/>
                  </a:lnTo>
                  <a:lnTo>
                    <a:pt x="9692" y="2781"/>
                  </a:lnTo>
                  <a:lnTo>
                    <a:pt x="9577" y="2665"/>
                  </a:lnTo>
                  <a:lnTo>
                    <a:pt x="9422" y="2549"/>
                  </a:lnTo>
                  <a:lnTo>
                    <a:pt x="9229" y="2433"/>
                  </a:lnTo>
                  <a:lnTo>
                    <a:pt x="9075" y="2394"/>
                  </a:lnTo>
                  <a:lnTo>
                    <a:pt x="8688" y="2394"/>
                  </a:lnTo>
                  <a:lnTo>
                    <a:pt x="8495" y="2472"/>
                  </a:lnTo>
                  <a:lnTo>
                    <a:pt x="8341" y="2549"/>
                  </a:lnTo>
                  <a:lnTo>
                    <a:pt x="7298" y="2163"/>
                  </a:lnTo>
                  <a:lnTo>
                    <a:pt x="6294" y="1815"/>
                  </a:lnTo>
                  <a:lnTo>
                    <a:pt x="4209" y="1159"/>
                  </a:lnTo>
                  <a:lnTo>
                    <a:pt x="3244" y="850"/>
                  </a:lnTo>
                  <a:lnTo>
                    <a:pt x="2240" y="502"/>
                  </a:lnTo>
                  <a:lnTo>
                    <a:pt x="1236" y="193"/>
                  </a:lnTo>
                  <a:lnTo>
                    <a:pt x="734" y="78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0" name="Google Shape;5070;p21"/>
            <p:cNvSpPr/>
            <p:nvPr/>
          </p:nvSpPr>
          <p:spPr>
            <a:xfrm>
              <a:off x="4737700" y="2534550"/>
              <a:ext cx="459550" cy="296400"/>
            </a:xfrm>
            <a:custGeom>
              <a:avLst/>
              <a:gdLst/>
              <a:ahLst/>
              <a:cxnLst/>
              <a:rect l="l" t="t" r="r" b="b"/>
              <a:pathLst>
                <a:path w="18382" h="11856" extrusionOk="0">
                  <a:moveTo>
                    <a:pt x="17648" y="2936"/>
                  </a:moveTo>
                  <a:lnTo>
                    <a:pt x="17725" y="2974"/>
                  </a:lnTo>
                  <a:lnTo>
                    <a:pt x="17802" y="3051"/>
                  </a:lnTo>
                  <a:lnTo>
                    <a:pt x="17841" y="3129"/>
                  </a:lnTo>
                  <a:lnTo>
                    <a:pt x="17880" y="3322"/>
                  </a:lnTo>
                  <a:lnTo>
                    <a:pt x="17918" y="3553"/>
                  </a:lnTo>
                  <a:lnTo>
                    <a:pt x="17880" y="3746"/>
                  </a:lnTo>
                  <a:lnTo>
                    <a:pt x="17764" y="3940"/>
                  </a:lnTo>
                  <a:lnTo>
                    <a:pt x="17648" y="4133"/>
                  </a:lnTo>
                  <a:lnTo>
                    <a:pt x="17300" y="4403"/>
                  </a:lnTo>
                  <a:lnTo>
                    <a:pt x="17030" y="4596"/>
                  </a:lnTo>
                  <a:lnTo>
                    <a:pt x="16721" y="4750"/>
                  </a:lnTo>
                  <a:lnTo>
                    <a:pt x="16412" y="4866"/>
                  </a:lnTo>
                  <a:lnTo>
                    <a:pt x="16065" y="4944"/>
                  </a:lnTo>
                  <a:lnTo>
                    <a:pt x="16181" y="4364"/>
                  </a:lnTo>
                  <a:lnTo>
                    <a:pt x="16296" y="4055"/>
                  </a:lnTo>
                  <a:lnTo>
                    <a:pt x="16412" y="3785"/>
                  </a:lnTo>
                  <a:lnTo>
                    <a:pt x="16528" y="3515"/>
                  </a:lnTo>
                  <a:lnTo>
                    <a:pt x="16721" y="3283"/>
                  </a:lnTo>
                  <a:lnTo>
                    <a:pt x="16953" y="3129"/>
                  </a:lnTo>
                  <a:lnTo>
                    <a:pt x="17223" y="2974"/>
                  </a:lnTo>
                  <a:lnTo>
                    <a:pt x="17493" y="2936"/>
                  </a:lnTo>
                  <a:close/>
                  <a:moveTo>
                    <a:pt x="14211" y="4866"/>
                  </a:moveTo>
                  <a:lnTo>
                    <a:pt x="14481" y="4905"/>
                  </a:lnTo>
                  <a:lnTo>
                    <a:pt x="14752" y="4982"/>
                  </a:lnTo>
                  <a:lnTo>
                    <a:pt x="15022" y="5059"/>
                  </a:lnTo>
                  <a:lnTo>
                    <a:pt x="15254" y="5175"/>
                  </a:lnTo>
                  <a:lnTo>
                    <a:pt x="15177" y="5330"/>
                  </a:lnTo>
                  <a:lnTo>
                    <a:pt x="14752" y="5523"/>
                  </a:lnTo>
                  <a:lnTo>
                    <a:pt x="14288" y="5677"/>
                  </a:lnTo>
                  <a:lnTo>
                    <a:pt x="14018" y="5716"/>
                  </a:lnTo>
                  <a:lnTo>
                    <a:pt x="13748" y="5754"/>
                  </a:lnTo>
                  <a:lnTo>
                    <a:pt x="13477" y="5754"/>
                  </a:lnTo>
                  <a:lnTo>
                    <a:pt x="13169" y="5677"/>
                  </a:lnTo>
                  <a:lnTo>
                    <a:pt x="13053" y="5677"/>
                  </a:lnTo>
                  <a:lnTo>
                    <a:pt x="12975" y="5600"/>
                  </a:lnTo>
                  <a:lnTo>
                    <a:pt x="12975" y="5484"/>
                  </a:lnTo>
                  <a:lnTo>
                    <a:pt x="13053" y="5368"/>
                  </a:lnTo>
                  <a:lnTo>
                    <a:pt x="13091" y="5137"/>
                  </a:lnTo>
                  <a:lnTo>
                    <a:pt x="13169" y="5021"/>
                  </a:lnTo>
                  <a:lnTo>
                    <a:pt x="13323" y="4944"/>
                  </a:lnTo>
                  <a:lnTo>
                    <a:pt x="13555" y="4905"/>
                  </a:lnTo>
                  <a:lnTo>
                    <a:pt x="13864" y="4866"/>
                  </a:lnTo>
                  <a:close/>
                  <a:moveTo>
                    <a:pt x="15756" y="5523"/>
                  </a:moveTo>
                  <a:lnTo>
                    <a:pt x="16374" y="5832"/>
                  </a:lnTo>
                  <a:lnTo>
                    <a:pt x="16644" y="5986"/>
                  </a:lnTo>
                  <a:lnTo>
                    <a:pt x="16953" y="6179"/>
                  </a:lnTo>
                  <a:lnTo>
                    <a:pt x="17185" y="6372"/>
                  </a:lnTo>
                  <a:lnTo>
                    <a:pt x="17416" y="6604"/>
                  </a:lnTo>
                  <a:lnTo>
                    <a:pt x="17571" y="6913"/>
                  </a:lnTo>
                  <a:lnTo>
                    <a:pt x="17609" y="7067"/>
                  </a:lnTo>
                  <a:lnTo>
                    <a:pt x="17609" y="7222"/>
                  </a:lnTo>
                  <a:lnTo>
                    <a:pt x="17609" y="7454"/>
                  </a:lnTo>
                  <a:lnTo>
                    <a:pt x="17532" y="7569"/>
                  </a:lnTo>
                  <a:lnTo>
                    <a:pt x="17455" y="7685"/>
                  </a:lnTo>
                  <a:lnTo>
                    <a:pt x="17300" y="7724"/>
                  </a:lnTo>
                  <a:lnTo>
                    <a:pt x="17146" y="7724"/>
                  </a:lnTo>
                  <a:lnTo>
                    <a:pt x="16953" y="7685"/>
                  </a:lnTo>
                  <a:lnTo>
                    <a:pt x="16798" y="7608"/>
                  </a:lnTo>
                  <a:lnTo>
                    <a:pt x="16644" y="7492"/>
                  </a:lnTo>
                  <a:lnTo>
                    <a:pt x="16412" y="7183"/>
                  </a:lnTo>
                  <a:lnTo>
                    <a:pt x="16181" y="6797"/>
                  </a:lnTo>
                  <a:lnTo>
                    <a:pt x="16026" y="6488"/>
                  </a:lnTo>
                  <a:lnTo>
                    <a:pt x="15910" y="6179"/>
                  </a:lnTo>
                  <a:lnTo>
                    <a:pt x="15833" y="5832"/>
                  </a:lnTo>
                  <a:lnTo>
                    <a:pt x="15756" y="5523"/>
                  </a:lnTo>
                  <a:close/>
                  <a:moveTo>
                    <a:pt x="4944" y="464"/>
                  </a:moveTo>
                  <a:lnTo>
                    <a:pt x="5561" y="503"/>
                  </a:lnTo>
                  <a:lnTo>
                    <a:pt x="6141" y="657"/>
                  </a:lnTo>
                  <a:lnTo>
                    <a:pt x="6681" y="889"/>
                  </a:lnTo>
                  <a:lnTo>
                    <a:pt x="7222" y="1198"/>
                  </a:lnTo>
                  <a:lnTo>
                    <a:pt x="7685" y="1545"/>
                  </a:lnTo>
                  <a:lnTo>
                    <a:pt x="8149" y="1970"/>
                  </a:lnTo>
                  <a:lnTo>
                    <a:pt x="8496" y="2395"/>
                  </a:lnTo>
                  <a:lnTo>
                    <a:pt x="8766" y="2781"/>
                  </a:lnTo>
                  <a:lnTo>
                    <a:pt x="9037" y="3206"/>
                  </a:lnTo>
                  <a:lnTo>
                    <a:pt x="9268" y="3669"/>
                  </a:lnTo>
                  <a:lnTo>
                    <a:pt x="9693" y="4596"/>
                  </a:lnTo>
                  <a:lnTo>
                    <a:pt x="10079" y="5523"/>
                  </a:lnTo>
                  <a:lnTo>
                    <a:pt x="10272" y="5909"/>
                  </a:lnTo>
                  <a:lnTo>
                    <a:pt x="10504" y="6295"/>
                  </a:lnTo>
                  <a:lnTo>
                    <a:pt x="10736" y="6643"/>
                  </a:lnTo>
                  <a:lnTo>
                    <a:pt x="11006" y="6913"/>
                  </a:lnTo>
                  <a:lnTo>
                    <a:pt x="11354" y="7183"/>
                  </a:lnTo>
                  <a:lnTo>
                    <a:pt x="11701" y="7376"/>
                  </a:lnTo>
                  <a:lnTo>
                    <a:pt x="12087" y="7492"/>
                  </a:lnTo>
                  <a:lnTo>
                    <a:pt x="12551" y="7569"/>
                  </a:lnTo>
                  <a:lnTo>
                    <a:pt x="12898" y="7531"/>
                  </a:lnTo>
                  <a:lnTo>
                    <a:pt x="13207" y="7492"/>
                  </a:lnTo>
                  <a:lnTo>
                    <a:pt x="13516" y="7415"/>
                  </a:lnTo>
                  <a:lnTo>
                    <a:pt x="13825" y="7260"/>
                  </a:lnTo>
                  <a:lnTo>
                    <a:pt x="14095" y="7106"/>
                  </a:lnTo>
                  <a:lnTo>
                    <a:pt x="14366" y="6952"/>
                  </a:lnTo>
                  <a:lnTo>
                    <a:pt x="14597" y="6720"/>
                  </a:lnTo>
                  <a:lnTo>
                    <a:pt x="14829" y="6488"/>
                  </a:lnTo>
                  <a:lnTo>
                    <a:pt x="14829" y="6488"/>
                  </a:lnTo>
                  <a:lnTo>
                    <a:pt x="14404" y="7222"/>
                  </a:lnTo>
                  <a:lnTo>
                    <a:pt x="13941" y="7878"/>
                  </a:lnTo>
                  <a:lnTo>
                    <a:pt x="13439" y="8535"/>
                  </a:lnTo>
                  <a:lnTo>
                    <a:pt x="12860" y="9114"/>
                  </a:lnTo>
                  <a:lnTo>
                    <a:pt x="12242" y="9616"/>
                  </a:lnTo>
                  <a:lnTo>
                    <a:pt x="11547" y="10079"/>
                  </a:lnTo>
                  <a:lnTo>
                    <a:pt x="10813" y="10504"/>
                  </a:lnTo>
                  <a:lnTo>
                    <a:pt x="10041" y="10813"/>
                  </a:lnTo>
                  <a:lnTo>
                    <a:pt x="9462" y="11006"/>
                  </a:lnTo>
                  <a:lnTo>
                    <a:pt x="8882" y="11161"/>
                  </a:lnTo>
                  <a:lnTo>
                    <a:pt x="8303" y="11276"/>
                  </a:lnTo>
                  <a:lnTo>
                    <a:pt x="7724" y="11315"/>
                  </a:lnTo>
                  <a:lnTo>
                    <a:pt x="7145" y="11354"/>
                  </a:lnTo>
                  <a:lnTo>
                    <a:pt x="6604" y="11315"/>
                  </a:lnTo>
                  <a:lnTo>
                    <a:pt x="6025" y="11238"/>
                  </a:lnTo>
                  <a:lnTo>
                    <a:pt x="5484" y="11122"/>
                  </a:lnTo>
                  <a:lnTo>
                    <a:pt x="4944" y="10967"/>
                  </a:lnTo>
                  <a:lnTo>
                    <a:pt x="4442" y="10736"/>
                  </a:lnTo>
                  <a:lnTo>
                    <a:pt x="3940" y="10504"/>
                  </a:lnTo>
                  <a:lnTo>
                    <a:pt x="3476" y="10195"/>
                  </a:lnTo>
                  <a:lnTo>
                    <a:pt x="3013" y="9848"/>
                  </a:lnTo>
                  <a:lnTo>
                    <a:pt x="2549" y="9461"/>
                  </a:lnTo>
                  <a:lnTo>
                    <a:pt x="2163" y="9037"/>
                  </a:lnTo>
                  <a:lnTo>
                    <a:pt x="1777" y="8573"/>
                  </a:lnTo>
                  <a:lnTo>
                    <a:pt x="1430" y="8033"/>
                  </a:lnTo>
                  <a:lnTo>
                    <a:pt x="1121" y="7492"/>
                  </a:lnTo>
                  <a:lnTo>
                    <a:pt x="850" y="6913"/>
                  </a:lnTo>
                  <a:lnTo>
                    <a:pt x="657" y="6334"/>
                  </a:lnTo>
                  <a:lnTo>
                    <a:pt x="503" y="5754"/>
                  </a:lnTo>
                  <a:lnTo>
                    <a:pt x="426" y="5137"/>
                  </a:lnTo>
                  <a:lnTo>
                    <a:pt x="426" y="4519"/>
                  </a:lnTo>
                  <a:lnTo>
                    <a:pt x="503" y="3862"/>
                  </a:lnTo>
                  <a:lnTo>
                    <a:pt x="696" y="3283"/>
                  </a:lnTo>
                  <a:lnTo>
                    <a:pt x="928" y="2743"/>
                  </a:lnTo>
                  <a:lnTo>
                    <a:pt x="1275" y="2241"/>
                  </a:lnTo>
                  <a:lnTo>
                    <a:pt x="1661" y="1777"/>
                  </a:lnTo>
                  <a:lnTo>
                    <a:pt x="2086" y="1352"/>
                  </a:lnTo>
                  <a:lnTo>
                    <a:pt x="2588" y="1043"/>
                  </a:lnTo>
                  <a:lnTo>
                    <a:pt x="3129" y="773"/>
                  </a:lnTo>
                  <a:lnTo>
                    <a:pt x="3708" y="580"/>
                  </a:lnTo>
                  <a:lnTo>
                    <a:pt x="4326" y="464"/>
                  </a:lnTo>
                  <a:close/>
                  <a:moveTo>
                    <a:pt x="4519" y="1"/>
                  </a:moveTo>
                  <a:lnTo>
                    <a:pt x="4249" y="39"/>
                  </a:lnTo>
                  <a:lnTo>
                    <a:pt x="3901" y="78"/>
                  </a:lnTo>
                  <a:lnTo>
                    <a:pt x="3515" y="155"/>
                  </a:lnTo>
                  <a:lnTo>
                    <a:pt x="3167" y="271"/>
                  </a:lnTo>
                  <a:lnTo>
                    <a:pt x="2820" y="426"/>
                  </a:lnTo>
                  <a:lnTo>
                    <a:pt x="2472" y="580"/>
                  </a:lnTo>
                  <a:lnTo>
                    <a:pt x="2125" y="773"/>
                  </a:lnTo>
                  <a:lnTo>
                    <a:pt x="1777" y="1043"/>
                  </a:lnTo>
                  <a:lnTo>
                    <a:pt x="1468" y="1314"/>
                  </a:lnTo>
                  <a:lnTo>
                    <a:pt x="1082" y="1700"/>
                  </a:lnTo>
                  <a:lnTo>
                    <a:pt x="773" y="2163"/>
                  </a:lnTo>
                  <a:lnTo>
                    <a:pt x="503" y="2627"/>
                  </a:lnTo>
                  <a:lnTo>
                    <a:pt x="310" y="3090"/>
                  </a:lnTo>
                  <a:lnTo>
                    <a:pt x="155" y="3592"/>
                  </a:lnTo>
                  <a:lnTo>
                    <a:pt x="40" y="4094"/>
                  </a:lnTo>
                  <a:lnTo>
                    <a:pt x="1" y="4596"/>
                  </a:lnTo>
                  <a:lnTo>
                    <a:pt x="1" y="5137"/>
                  </a:lnTo>
                  <a:lnTo>
                    <a:pt x="78" y="5639"/>
                  </a:lnTo>
                  <a:lnTo>
                    <a:pt x="155" y="6179"/>
                  </a:lnTo>
                  <a:lnTo>
                    <a:pt x="310" y="6681"/>
                  </a:lnTo>
                  <a:lnTo>
                    <a:pt x="464" y="7183"/>
                  </a:lnTo>
                  <a:lnTo>
                    <a:pt x="696" y="7685"/>
                  </a:lnTo>
                  <a:lnTo>
                    <a:pt x="966" y="8149"/>
                  </a:lnTo>
                  <a:lnTo>
                    <a:pt x="1237" y="8612"/>
                  </a:lnTo>
                  <a:lnTo>
                    <a:pt x="1545" y="9037"/>
                  </a:lnTo>
                  <a:lnTo>
                    <a:pt x="2009" y="9577"/>
                  </a:lnTo>
                  <a:lnTo>
                    <a:pt x="2472" y="10041"/>
                  </a:lnTo>
                  <a:lnTo>
                    <a:pt x="2974" y="10427"/>
                  </a:lnTo>
                  <a:lnTo>
                    <a:pt x="3476" y="10813"/>
                  </a:lnTo>
                  <a:lnTo>
                    <a:pt x="4055" y="11083"/>
                  </a:lnTo>
                  <a:lnTo>
                    <a:pt x="4596" y="11354"/>
                  </a:lnTo>
                  <a:lnTo>
                    <a:pt x="5214" y="11547"/>
                  </a:lnTo>
                  <a:lnTo>
                    <a:pt x="5832" y="11701"/>
                  </a:lnTo>
                  <a:lnTo>
                    <a:pt x="5870" y="11856"/>
                  </a:lnTo>
                  <a:lnTo>
                    <a:pt x="6218" y="11778"/>
                  </a:lnTo>
                  <a:lnTo>
                    <a:pt x="7029" y="11817"/>
                  </a:lnTo>
                  <a:lnTo>
                    <a:pt x="7840" y="11817"/>
                  </a:lnTo>
                  <a:lnTo>
                    <a:pt x="8689" y="11701"/>
                  </a:lnTo>
                  <a:lnTo>
                    <a:pt x="9539" y="11508"/>
                  </a:lnTo>
                  <a:lnTo>
                    <a:pt x="10272" y="11238"/>
                  </a:lnTo>
                  <a:lnTo>
                    <a:pt x="11006" y="10929"/>
                  </a:lnTo>
                  <a:lnTo>
                    <a:pt x="11315" y="10813"/>
                  </a:lnTo>
                  <a:lnTo>
                    <a:pt x="11315" y="10774"/>
                  </a:lnTo>
                  <a:lnTo>
                    <a:pt x="12049" y="10350"/>
                  </a:lnTo>
                  <a:lnTo>
                    <a:pt x="12705" y="9848"/>
                  </a:lnTo>
                  <a:lnTo>
                    <a:pt x="13362" y="9307"/>
                  </a:lnTo>
                  <a:lnTo>
                    <a:pt x="13941" y="8689"/>
                  </a:lnTo>
                  <a:lnTo>
                    <a:pt x="14481" y="8033"/>
                  </a:lnTo>
                  <a:lnTo>
                    <a:pt x="14713" y="7685"/>
                  </a:lnTo>
                  <a:lnTo>
                    <a:pt x="14906" y="7299"/>
                  </a:lnTo>
                  <a:lnTo>
                    <a:pt x="15099" y="6952"/>
                  </a:lnTo>
                  <a:lnTo>
                    <a:pt x="15254" y="6565"/>
                  </a:lnTo>
                  <a:lnTo>
                    <a:pt x="15408" y="6179"/>
                  </a:lnTo>
                  <a:lnTo>
                    <a:pt x="15524" y="5754"/>
                  </a:lnTo>
                  <a:lnTo>
                    <a:pt x="15601" y="6256"/>
                  </a:lnTo>
                  <a:lnTo>
                    <a:pt x="15756" y="6720"/>
                  </a:lnTo>
                  <a:lnTo>
                    <a:pt x="15987" y="7145"/>
                  </a:lnTo>
                  <a:lnTo>
                    <a:pt x="16258" y="7569"/>
                  </a:lnTo>
                  <a:lnTo>
                    <a:pt x="16374" y="7762"/>
                  </a:lnTo>
                  <a:lnTo>
                    <a:pt x="16567" y="7917"/>
                  </a:lnTo>
                  <a:lnTo>
                    <a:pt x="16760" y="8071"/>
                  </a:lnTo>
                  <a:lnTo>
                    <a:pt x="16953" y="8187"/>
                  </a:lnTo>
                  <a:lnTo>
                    <a:pt x="17146" y="8264"/>
                  </a:lnTo>
                  <a:lnTo>
                    <a:pt x="17378" y="8264"/>
                  </a:lnTo>
                  <a:lnTo>
                    <a:pt x="17571" y="8187"/>
                  </a:lnTo>
                  <a:lnTo>
                    <a:pt x="17802" y="8033"/>
                  </a:lnTo>
                  <a:lnTo>
                    <a:pt x="17918" y="7878"/>
                  </a:lnTo>
                  <a:lnTo>
                    <a:pt x="17995" y="7685"/>
                  </a:lnTo>
                  <a:lnTo>
                    <a:pt x="18034" y="7454"/>
                  </a:lnTo>
                  <a:lnTo>
                    <a:pt x="18034" y="7260"/>
                  </a:lnTo>
                  <a:lnTo>
                    <a:pt x="17995" y="7029"/>
                  </a:lnTo>
                  <a:lnTo>
                    <a:pt x="17918" y="6836"/>
                  </a:lnTo>
                  <a:lnTo>
                    <a:pt x="17841" y="6643"/>
                  </a:lnTo>
                  <a:lnTo>
                    <a:pt x="17725" y="6450"/>
                  </a:lnTo>
                  <a:lnTo>
                    <a:pt x="17571" y="6256"/>
                  </a:lnTo>
                  <a:lnTo>
                    <a:pt x="17416" y="6063"/>
                  </a:lnTo>
                  <a:lnTo>
                    <a:pt x="17030" y="5716"/>
                  </a:lnTo>
                  <a:lnTo>
                    <a:pt x="16567" y="5446"/>
                  </a:lnTo>
                  <a:lnTo>
                    <a:pt x="16103" y="5252"/>
                  </a:lnTo>
                  <a:lnTo>
                    <a:pt x="16605" y="5175"/>
                  </a:lnTo>
                  <a:lnTo>
                    <a:pt x="17030" y="4982"/>
                  </a:lnTo>
                  <a:lnTo>
                    <a:pt x="17455" y="4750"/>
                  </a:lnTo>
                  <a:lnTo>
                    <a:pt x="17841" y="4442"/>
                  </a:lnTo>
                  <a:lnTo>
                    <a:pt x="17995" y="4248"/>
                  </a:lnTo>
                  <a:lnTo>
                    <a:pt x="18150" y="4055"/>
                  </a:lnTo>
                  <a:lnTo>
                    <a:pt x="18266" y="3824"/>
                  </a:lnTo>
                  <a:lnTo>
                    <a:pt x="18343" y="3553"/>
                  </a:lnTo>
                  <a:lnTo>
                    <a:pt x="18382" y="3322"/>
                  </a:lnTo>
                  <a:lnTo>
                    <a:pt x="18343" y="3090"/>
                  </a:lnTo>
                  <a:lnTo>
                    <a:pt x="18227" y="2858"/>
                  </a:lnTo>
                  <a:lnTo>
                    <a:pt x="18150" y="2781"/>
                  </a:lnTo>
                  <a:lnTo>
                    <a:pt x="18034" y="2704"/>
                  </a:lnTo>
                  <a:lnTo>
                    <a:pt x="17841" y="2588"/>
                  </a:lnTo>
                  <a:lnTo>
                    <a:pt x="17609" y="2549"/>
                  </a:lnTo>
                  <a:lnTo>
                    <a:pt x="17416" y="2549"/>
                  </a:lnTo>
                  <a:lnTo>
                    <a:pt x="17185" y="2588"/>
                  </a:lnTo>
                  <a:lnTo>
                    <a:pt x="16953" y="2704"/>
                  </a:lnTo>
                  <a:lnTo>
                    <a:pt x="16760" y="2781"/>
                  </a:lnTo>
                  <a:lnTo>
                    <a:pt x="16567" y="2936"/>
                  </a:lnTo>
                  <a:lnTo>
                    <a:pt x="16412" y="3090"/>
                  </a:lnTo>
                  <a:lnTo>
                    <a:pt x="16258" y="3283"/>
                  </a:lnTo>
                  <a:lnTo>
                    <a:pt x="16103" y="3476"/>
                  </a:lnTo>
                  <a:lnTo>
                    <a:pt x="15872" y="3978"/>
                  </a:lnTo>
                  <a:lnTo>
                    <a:pt x="15717" y="4480"/>
                  </a:lnTo>
                  <a:lnTo>
                    <a:pt x="15640" y="4982"/>
                  </a:lnTo>
                  <a:lnTo>
                    <a:pt x="15601" y="4982"/>
                  </a:lnTo>
                  <a:lnTo>
                    <a:pt x="15563" y="5021"/>
                  </a:lnTo>
                  <a:lnTo>
                    <a:pt x="15524" y="5021"/>
                  </a:lnTo>
                  <a:lnTo>
                    <a:pt x="15099" y="4789"/>
                  </a:lnTo>
                  <a:lnTo>
                    <a:pt x="14675" y="4635"/>
                  </a:lnTo>
                  <a:lnTo>
                    <a:pt x="14211" y="4519"/>
                  </a:lnTo>
                  <a:lnTo>
                    <a:pt x="13748" y="4519"/>
                  </a:lnTo>
                  <a:lnTo>
                    <a:pt x="13362" y="4596"/>
                  </a:lnTo>
                  <a:lnTo>
                    <a:pt x="13169" y="4635"/>
                  </a:lnTo>
                  <a:lnTo>
                    <a:pt x="12975" y="4712"/>
                  </a:lnTo>
                  <a:lnTo>
                    <a:pt x="12782" y="4789"/>
                  </a:lnTo>
                  <a:lnTo>
                    <a:pt x="12628" y="4944"/>
                  </a:lnTo>
                  <a:lnTo>
                    <a:pt x="12512" y="5098"/>
                  </a:lnTo>
                  <a:lnTo>
                    <a:pt x="12435" y="5252"/>
                  </a:lnTo>
                  <a:lnTo>
                    <a:pt x="12396" y="5446"/>
                  </a:lnTo>
                  <a:lnTo>
                    <a:pt x="12473" y="5639"/>
                  </a:lnTo>
                  <a:lnTo>
                    <a:pt x="12551" y="5793"/>
                  </a:lnTo>
                  <a:lnTo>
                    <a:pt x="12705" y="5909"/>
                  </a:lnTo>
                  <a:lnTo>
                    <a:pt x="12860" y="5986"/>
                  </a:lnTo>
                  <a:lnTo>
                    <a:pt x="13053" y="6063"/>
                  </a:lnTo>
                  <a:lnTo>
                    <a:pt x="13439" y="6141"/>
                  </a:lnTo>
                  <a:lnTo>
                    <a:pt x="13786" y="6141"/>
                  </a:lnTo>
                  <a:lnTo>
                    <a:pt x="14134" y="6102"/>
                  </a:lnTo>
                  <a:lnTo>
                    <a:pt x="14481" y="5986"/>
                  </a:lnTo>
                  <a:lnTo>
                    <a:pt x="14790" y="5870"/>
                  </a:lnTo>
                  <a:lnTo>
                    <a:pt x="14481" y="6256"/>
                  </a:lnTo>
                  <a:lnTo>
                    <a:pt x="14095" y="6565"/>
                  </a:lnTo>
                  <a:lnTo>
                    <a:pt x="13902" y="6720"/>
                  </a:lnTo>
                  <a:lnTo>
                    <a:pt x="13671" y="6836"/>
                  </a:lnTo>
                  <a:lnTo>
                    <a:pt x="13439" y="6952"/>
                  </a:lnTo>
                  <a:lnTo>
                    <a:pt x="13207" y="7029"/>
                  </a:lnTo>
                  <a:lnTo>
                    <a:pt x="12821" y="7067"/>
                  </a:lnTo>
                  <a:lnTo>
                    <a:pt x="12435" y="7067"/>
                  </a:lnTo>
                  <a:lnTo>
                    <a:pt x="12087" y="6990"/>
                  </a:lnTo>
                  <a:lnTo>
                    <a:pt x="11778" y="6874"/>
                  </a:lnTo>
                  <a:lnTo>
                    <a:pt x="11470" y="6681"/>
                  </a:lnTo>
                  <a:lnTo>
                    <a:pt x="11199" y="6411"/>
                  </a:lnTo>
                  <a:lnTo>
                    <a:pt x="10968" y="6141"/>
                  </a:lnTo>
                  <a:lnTo>
                    <a:pt x="10774" y="5793"/>
                  </a:lnTo>
                  <a:lnTo>
                    <a:pt x="10504" y="5330"/>
                  </a:lnTo>
                  <a:lnTo>
                    <a:pt x="10311" y="4828"/>
                  </a:lnTo>
                  <a:lnTo>
                    <a:pt x="9886" y="3862"/>
                  </a:lnTo>
                  <a:lnTo>
                    <a:pt x="9655" y="3399"/>
                  </a:lnTo>
                  <a:lnTo>
                    <a:pt x="9423" y="2936"/>
                  </a:lnTo>
                  <a:lnTo>
                    <a:pt x="9153" y="2472"/>
                  </a:lnTo>
                  <a:lnTo>
                    <a:pt x="8844" y="2047"/>
                  </a:lnTo>
                  <a:lnTo>
                    <a:pt x="8380" y="1545"/>
                  </a:lnTo>
                  <a:lnTo>
                    <a:pt x="7917" y="1159"/>
                  </a:lnTo>
                  <a:lnTo>
                    <a:pt x="7415" y="812"/>
                  </a:lnTo>
                  <a:lnTo>
                    <a:pt x="6874" y="503"/>
                  </a:lnTo>
                  <a:lnTo>
                    <a:pt x="6295" y="271"/>
                  </a:lnTo>
                  <a:lnTo>
                    <a:pt x="5716" y="117"/>
                  </a:lnTo>
                  <a:lnTo>
                    <a:pt x="5137" y="39"/>
                  </a:lnTo>
                  <a:lnTo>
                    <a:pt x="451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1" name="Google Shape;5071;p21"/>
            <p:cNvSpPr/>
            <p:nvPr/>
          </p:nvSpPr>
          <p:spPr>
            <a:xfrm>
              <a:off x="6767875" y="2536500"/>
              <a:ext cx="44450" cy="43450"/>
            </a:xfrm>
            <a:custGeom>
              <a:avLst/>
              <a:gdLst/>
              <a:ahLst/>
              <a:cxnLst/>
              <a:rect l="l" t="t" r="r" b="b"/>
              <a:pathLst>
                <a:path w="1778" h="1738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25"/>
                  </a:lnTo>
                  <a:lnTo>
                    <a:pt x="1314" y="579"/>
                  </a:lnTo>
                  <a:lnTo>
                    <a:pt x="1391" y="772"/>
                  </a:lnTo>
                  <a:lnTo>
                    <a:pt x="1391" y="965"/>
                  </a:lnTo>
                  <a:lnTo>
                    <a:pt x="1352" y="1043"/>
                  </a:lnTo>
                  <a:lnTo>
                    <a:pt x="1275" y="1120"/>
                  </a:lnTo>
                  <a:lnTo>
                    <a:pt x="1198" y="1197"/>
                  </a:lnTo>
                  <a:lnTo>
                    <a:pt x="1082" y="1274"/>
                  </a:lnTo>
                  <a:lnTo>
                    <a:pt x="889" y="1352"/>
                  </a:lnTo>
                  <a:lnTo>
                    <a:pt x="696" y="1313"/>
                  </a:lnTo>
                  <a:lnTo>
                    <a:pt x="542" y="1236"/>
                  </a:lnTo>
                  <a:lnTo>
                    <a:pt x="426" y="1081"/>
                  </a:lnTo>
                  <a:lnTo>
                    <a:pt x="387" y="888"/>
                  </a:lnTo>
                  <a:lnTo>
                    <a:pt x="387" y="734"/>
                  </a:lnTo>
                  <a:lnTo>
                    <a:pt x="464" y="541"/>
                  </a:lnTo>
                  <a:lnTo>
                    <a:pt x="542" y="386"/>
                  </a:lnTo>
                  <a:lnTo>
                    <a:pt x="542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9" y="39"/>
                  </a:lnTo>
                  <a:lnTo>
                    <a:pt x="464" y="116"/>
                  </a:lnTo>
                  <a:lnTo>
                    <a:pt x="426" y="155"/>
                  </a:lnTo>
                  <a:lnTo>
                    <a:pt x="348" y="155"/>
                  </a:lnTo>
                  <a:lnTo>
                    <a:pt x="233" y="232"/>
                  </a:lnTo>
                  <a:lnTo>
                    <a:pt x="117" y="348"/>
                  </a:lnTo>
                  <a:lnTo>
                    <a:pt x="40" y="502"/>
                  </a:lnTo>
                  <a:lnTo>
                    <a:pt x="1" y="657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40" y="1159"/>
                  </a:lnTo>
                  <a:lnTo>
                    <a:pt x="117" y="1313"/>
                  </a:lnTo>
                  <a:lnTo>
                    <a:pt x="194" y="1467"/>
                  </a:lnTo>
                  <a:lnTo>
                    <a:pt x="348" y="1583"/>
                  </a:lnTo>
                  <a:lnTo>
                    <a:pt x="464" y="1661"/>
                  </a:lnTo>
                  <a:lnTo>
                    <a:pt x="619" y="1699"/>
                  </a:lnTo>
                  <a:lnTo>
                    <a:pt x="812" y="1738"/>
                  </a:lnTo>
                  <a:lnTo>
                    <a:pt x="966" y="1738"/>
                  </a:lnTo>
                  <a:lnTo>
                    <a:pt x="1121" y="1699"/>
                  </a:lnTo>
                  <a:lnTo>
                    <a:pt x="1275" y="1622"/>
                  </a:lnTo>
                  <a:lnTo>
                    <a:pt x="1430" y="1506"/>
                  </a:lnTo>
                  <a:lnTo>
                    <a:pt x="1584" y="1390"/>
                  </a:lnTo>
                  <a:lnTo>
                    <a:pt x="1661" y="1236"/>
                  </a:lnTo>
                  <a:lnTo>
                    <a:pt x="1739" y="1081"/>
                  </a:lnTo>
                  <a:lnTo>
                    <a:pt x="1777" y="927"/>
                  </a:lnTo>
                  <a:lnTo>
                    <a:pt x="1777" y="772"/>
                  </a:lnTo>
                  <a:lnTo>
                    <a:pt x="1739" y="579"/>
                  </a:lnTo>
                  <a:lnTo>
                    <a:pt x="1661" y="425"/>
                  </a:lnTo>
                  <a:lnTo>
                    <a:pt x="1546" y="270"/>
                  </a:lnTo>
                  <a:lnTo>
                    <a:pt x="1430" y="155"/>
                  </a:lnTo>
                  <a:lnTo>
                    <a:pt x="1275" y="77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2" name="Google Shape;5072;p21"/>
            <p:cNvSpPr/>
            <p:nvPr/>
          </p:nvSpPr>
          <p:spPr>
            <a:xfrm>
              <a:off x="694725" y="25374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59"/>
                  </a:lnTo>
                  <a:lnTo>
                    <a:pt x="2897" y="1700"/>
                  </a:lnTo>
                  <a:lnTo>
                    <a:pt x="2511" y="2202"/>
                  </a:lnTo>
                  <a:lnTo>
                    <a:pt x="1932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96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41" y="4789"/>
                  </a:lnTo>
                  <a:lnTo>
                    <a:pt x="966" y="4519"/>
                  </a:lnTo>
                  <a:lnTo>
                    <a:pt x="1314" y="4248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897" y="2511"/>
                  </a:lnTo>
                  <a:lnTo>
                    <a:pt x="3322" y="1970"/>
                  </a:lnTo>
                  <a:lnTo>
                    <a:pt x="3669" y="1391"/>
                  </a:lnTo>
                  <a:lnTo>
                    <a:pt x="3978" y="812"/>
                  </a:lnTo>
                  <a:lnTo>
                    <a:pt x="4248" y="194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3" name="Google Shape;5073;p21"/>
            <p:cNvSpPr/>
            <p:nvPr/>
          </p:nvSpPr>
          <p:spPr>
            <a:xfrm>
              <a:off x="643575" y="253937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4" y="271"/>
                  </a:moveTo>
                  <a:lnTo>
                    <a:pt x="1236" y="387"/>
                  </a:lnTo>
                  <a:lnTo>
                    <a:pt x="1429" y="542"/>
                  </a:lnTo>
                  <a:lnTo>
                    <a:pt x="1545" y="735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3" y="1198"/>
                  </a:lnTo>
                  <a:lnTo>
                    <a:pt x="1545" y="1275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6"/>
                  </a:lnTo>
                  <a:lnTo>
                    <a:pt x="966" y="1584"/>
                  </a:lnTo>
                  <a:lnTo>
                    <a:pt x="773" y="1546"/>
                  </a:lnTo>
                  <a:lnTo>
                    <a:pt x="657" y="1468"/>
                  </a:lnTo>
                  <a:lnTo>
                    <a:pt x="579" y="1391"/>
                  </a:lnTo>
                  <a:lnTo>
                    <a:pt x="502" y="1314"/>
                  </a:lnTo>
                  <a:lnTo>
                    <a:pt x="464" y="1198"/>
                  </a:lnTo>
                  <a:lnTo>
                    <a:pt x="425" y="966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387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850" y="1"/>
                  </a:moveTo>
                  <a:lnTo>
                    <a:pt x="657" y="78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78"/>
                  </a:lnTo>
                  <a:lnTo>
                    <a:pt x="271" y="194"/>
                  </a:lnTo>
                  <a:lnTo>
                    <a:pt x="155" y="348"/>
                  </a:lnTo>
                  <a:lnTo>
                    <a:pt x="77" y="503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7" y="1430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893"/>
                  </a:lnTo>
                  <a:lnTo>
                    <a:pt x="1583" y="1816"/>
                  </a:lnTo>
                  <a:lnTo>
                    <a:pt x="1738" y="1661"/>
                  </a:lnTo>
                  <a:lnTo>
                    <a:pt x="1892" y="1546"/>
                  </a:lnTo>
                  <a:lnTo>
                    <a:pt x="1970" y="1352"/>
                  </a:lnTo>
                  <a:lnTo>
                    <a:pt x="2047" y="1159"/>
                  </a:lnTo>
                  <a:lnTo>
                    <a:pt x="2085" y="966"/>
                  </a:lnTo>
                  <a:lnTo>
                    <a:pt x="2047" y="773"/>
                  </a:lnTo>
                  <a:lnTo>
                    <a:pt x="1970" y="580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3" y="155"/>
                  </a:lnTo>
                  <a:lnTo>
                    <a:pt x="1429" y="40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4" name="Google Shape;5074;p21"/>
            <p:cNvSpPr/>
            <p:nvPr/>
          </p:nvSpPr>
          <p:spPr>
            <a:xfrm>
              <a:off x="2323325" y="2542275"/>
              <a:ext cx="309900" cy="249100"/>
            </a:xfrm>
            <a:custGeom>
              <a:avLst/>
              <a:gdLst/>
              <a:ahLst/>
              <a:cxnLst/>
              <a:rect l="l" t="t" r="r" b="b"/>
              <a:pathLst>
                <a:path w="12396" h="9964" extrusionOk="0">
                  <a:moveTo>
                    <a:pt x="10079" y="426"/>
                  </a:moveTo>
                  <a:lnTo>
                    <a:pt x="10272" y="464"/>
                  </a:lnTo>
                  <a:lnTo>
                    <a:pt x="10465" y="503"/>
                  </a:lnTo>
                  <a:lnTo>
                    <a:pt x="10581" y="541"/>
                  </a:lnTo>
                  <a:lnTo>
                    <a:pt x="10735" y="657"/>
                  </a:lnTo>
                  <a:lnTo>
                    <a:pt x="10851" y="850"/>
                  </a:lnTo>
                  <a:lnTo>
                    <a:pt x="10928" y="1043"/>
                  </a:lnTo>
                  <a:lnTo>
                    <a:pt x="10928" y="1236"/>
                  </a:lnTo>
                  <a:lnTo>
                    <a:pt x="10928" y="1430"/>
                  </a:lnTo>
                  <a:lnTo>
                    <a:pt x="10890" y="1661"/>
                  </a:lnTo>
                  <a:lnTo>
                    <a:pt x="10812" y="1854"/>
                  </a:lnTo>
                  <a:lnTo>
                    <a:pt x="10619" y="2202"/>
                  </a:lnTo>
                  <a:lnTo>
                    <a:pt x="10310" y="2588"/>
                  </a:lnTo>
                  <a:lnTo>
                    <a:pt x="9963" y="2936"/>
                  </a:lnTo>
                  <a:lnTo>
                    <a:pt x="9422" y="3476"/>
                  </a:lnTo>
                  <a:lnTo>
                    <a:pt x="8843" y="3978"/>
                  </a:lnTo>
                  <a:lnTo>
                    <a:pt x="8186" y="4480"/>
                  </a:lnTo>
                  <a:lnTo>
                    <a:pt x="7569" y="4982"/>
                  </a:lnTo>
                  <a:lnTo>
                    <a:pt x="6912" y="5484"/>
                  </a:lnTo>
                  <a:lnTo>
                    <a:pt x="6256" y="5947"/>
                  </a:lnTo>
                  <a:lnTo>
                    <a:pt x="5483" y="6411"/>
                  </a:lnTo>
                  <a:lnTo>
                    <a:pt x="4711" y="6874"/>
                  </a:lnTo>
                  <a:lnTo>
                    <a:pt x="3939" y="7299"/>
                  </a:lnTo>
                  <a:lnTo>
                    <a:pt x="3128" y="7724"/>
                  </a:lnTo>
                  <a:lnTo>
                    <a:pt x="2471" y="7994"/>
                  </a:lnTo>
                  <a:lnTo>
                    <a:pt x="2163" y="8110"/>
                  </a:lnTo>
                  <a:lnTo>
                    <a:pt x="1815" y="8226"/>
                  </a:lnTo>
                  <a:lnTo>
                    <a:pt x="1506" y="8264"/>
                  </a:lnTo>
                  <a:lnTo>
                    <a:pt x="1159" y="8303"/>
                  </a:lnTo>
                  <a:lnTo>
                    <a:pt x="811" y="8303"/>
                  </a:lnTo>
                  <a:lnTo>
                    <a:pt x="463" y="8226"/>
                  </a:lnTo>
                  <a:lnTo>
                    <a:pt x="502" y="8148"/>
                  </a:lnTo>
                  <a:lnTo>
                    <a:pt x="463" y="8033"/>
                  </a:lnTo>
                  <a:lnTo>
                    <a:pt x="463" y="7917"/>
                  </a:lnTo>
                  <a:lnTo>
                    <a:pt x="463" y="7801"/>
                  </a:lnTo>
                  <a:lnTo>
                    <a:pt x="502" y="7569"/>
                  </a:lnTo>
                  <a:lnTo>
                    <a:pt x="618" y="7299"/>
                  </a:lnTo>
                  <a:lnTo>
                    <a:pt x="772" y="7029"/>
                  </a:lnTo>
                  <a:lnTo>
                    <a:pt x="1159" y="6565"/>
                  </a:lnTo>
                  <a:lnTo>
                    <a:pt x="1467" y="6179"/>
                  </a:lnTo>
                  <a:lnTo>
                    <a:pt x="2008" y="5561"/>
                  </a:lnTo>
                  <a:lnTo>
                    <a:pt x="2549" y="4982"/>
                  </a:lnTo>
                  <a:lnTo>
                    <a:pt x="3128" y="4441"/>
                  </a:lnTo>
                  <a:lnTo>
                    <a:pt x="3746" y="3862"/>
                  </a:lnTo>
                  <a:lnTo>
                    <a:pt x="4364" y="3360"/>
                  </a:lnTo>
                  <a:lnTo>
                    <a:pt x="5020" y="2858"/>
                  </a:lnTo>
                  <a:lnTo>
                    <a:pt x="5715" y="2434"/>
                  </a:lnTo>
                  <a:lnTo>
                    <a:pt x="6410" y="1970"/>
                  </a:lnTo>
                  <a:lnTo>
                    <a:pt x="7105" y="1584"/>
                  </a:lnTo>
                  <a:lnTo>
                    <a:pt x="7839" y="1236"/>
                  </a:lnTo>
                  <a:lnTo>
                    <a:pt x="8457" y="928"/>
                  </a:lnTo>
                  <a:lnTo>
                    <a:pt x="8843" y="734"/>
                  </a:lnTo>
                  <a:lnTo>
                    <a:pt x="9268" y="580"/>
                  </a:lnTo>
                  <a:lnTo>
                    <a:pt x="9692" y="464"/>
                  </a:lnTo>
                  <a:lnTo>
                    <a:pt x="10079" y="426"/>
                  </a:lnTo>
                  <a:close/>
                  <a:moveTo>
                    <a:pt x="11237" y="464"/>
                  </a:moveTo>
                  <a:lnTo>
                    <a:pt x="11430" y="580"/>
                  </a:lnTo>
                  <a:lnTo>
                    <a:pt x="11585" y="773"/>
                  </a:lnTo>
                  <a:lnTo>
                    <a:pt x="11700" y="966"/>
                  </a:lnTo>
                  <a:lnTo>
                    <a:pt x="11778" y="1236"/>
                  </a:lnTo>
                  <a:lnTo>
                    <a:pt x="11778" y="1468"/>
                  </a:lnTo>
                  <a:lnTo>
                    <a:pt x="11778" y="1738"/>
                  </a:lnTo>
                  <a:lnTo>
                    <a:pt x="11739" y="1970"/>
                  </a:lnTo>
                  <a:lnTo>
                    <a:pt x="11662" y="2240"/>
                  </a:lnTo>
                  <a:lnTo>
                    <a:pt x="11430" y="2627"/>
                  </a:lnTo>
                  <a:lnTo>
                    <a:pt x="11160" y="3013"/>
                  </a:lnTo>
                  <a:lnTo>
                    <a:pt x="10851" y="3399"/>
                  </a:lnTo>
                  <a:lnTo>
                    <a:pt x="10542" y="3746"/>
                  </a:lnTo>
                  <a:lnTo>
                    <a:pt x="9847" y="4480"/>
                  </a:lnTo>
                  <a:lnTo>
                    <a:pt x="9075" y="5137"/>
                  </a:lnTo>
                  <a:lnTo>
                    <a:pt x="8264" y="5793"/>
                  </a:lnTo>
                  <a:lnTo>
                    <a:pt x="7453" y="6372"/>
                  </a:lnTo>
                  <a:lnTo>
                    <a:pt x="6603" y="6990"/>
                  </a:lnTo>
                  <a:lnTo>
                    <a:pt x="5754" y="7569"/>
                  </a:lnTo>
                  <a:lnTo>
                    <a:pt x="4866" y="8110"/>
                  </a:lnTo>
                  <a:lnTo>
                    <a:pt x="3977" y="8612"/>
                  </a:lnTo>
                  <a:lnTo>
                    <a:pt x="3128" y="9037"/>
                  </a:lnTo>
                  <a:lnTo>
                    <a:pt x="2703" y="9191"/>
                  </a:lnTo>
                  <a:lnTo>
                    <a:pt x="2240" y="9346"/>
                  </a:lnTo>
                  <a:lnTo>
                    <a:pt x="1969" y="9384"/>
                  </a:lnTo>
                  <a:lnTo>
                    <a:pt x="1661" y="9423"/>
                  </a:lnTo>
                  <a:lnTo>
                    <a:pt x="1313" y="9384"/>
                  </a:lnTo>
                  <a:lnTo>
                    <a:pt x="1004" y="9346"/>
                  </a:lnTo>
                  <a:lnTo>
                    <a:pt x="734" y="9191"/>
                  </a:lnTo>
                  <a:lnTo>
                    <a:pt x="541" y="9037"/>
                  </a:lnTo>
                  <a:lnTo>
                    <a:pt x="463" y="8921"/>
                  </a:lnTo>
                  <a:lnTo>
                    <a:pt x="386" y="8805"/>
                  </a:lnTo>
                  <a:lnTo>
                    <a:pt x="348" y="8650"/>
                  </a:lnTo>
                  <a:lnTo>
                    <a:pt x="309" y="8496"/>
                  </a:lnTo>
                  <a:lnTo>
                    <a:pt x="579" y="8612"/>
                  </a:lnTo>
                  <a:lnTo>
                    <a:pt x="888" y="8728"/>
                  </a:lnTo>
                  <a:lnTo>
                    <a:pt x="1197" y="8766"/>
                  </a:lnTo>
                  <a:lnTo>
                    <a:pt x="1506" y="8766"/>
                  </a:lnTo>
                  <a:lnTo>
                    <a:pt x="1815" y="8728"/>
                  </a:lnTo>
                  <a:lnTo>
                    <a:pt x="2124" y="8650"/>
                  </a:lnTo>
                  <a:lnTo>
                    <a:pt x="2742" y="8457"/>
                  </a:lnTo>
                  <a:lnTo>
                    <a:pt x="3321" y="8187"/>
                  </a:lnTo>
                  <a:lnTo>
                    <a:pt x="3939" y="7917"/>
                  </a:lnTo>
                  <a:lnTo>
                    <a:pt x="4981" y="7299"/>
                  </a:lnTo>
                  <a:lnTo>
                    <a:pt x="6526" y="6372"/>
                  </a:lnTo>
                  <a:lnTo>
                    <a:pt x="7298" y="5832"/>
                  </a:lnTo>
                  <a:lnTo>
                    <a:pt x="8071" y="5291"/>
                  </a:lnTo>
                  <a:lnTo>
                    <a:pt x="8804" y="4750"/>
                  </a:lnTo>
                  <a:lnTo>
                    <a:pt x="9499" y="4133"/>
                  </a:lnTo>
                  <a:lnTo>
                    <a:pt x="10156" y="3515"/>
                  </a:lnTo>
                  <a:lnTo>
                    <a:pt x="10774" y="2820"/>
                  </a:lnTo>
                  <a:lnTo>
                    <a:pt x="10967" y="2588"/>
                  </a:lnTo>
                  <a:lnTo>
                    <a:pt x="11121" y="2356"/>
                  </a:lnTo>
                  <a:lnTo>
                    <a:pt x="11276" y="2047"/>
                  </a:lnTo>
                  <a:lnTo>
                    <a:pt x="11391" y="1777"/>
                  </a:lnTo>
                  <a:lnTo>
                    <a:pt x="11469" y="1468"/>
                  </a:lnTo>
                  <a:lnTo>
                    <a:pt x="11507" y="1159"/>
                  </a:lnTo>
                  <a:lnTo>
                    <a:pt x="11430" y="889"/>
                  </a:lnTo>
                  <a:lnTo>
                    <a:pt x="11314" y="580"/>
                  </a:lnTo>
                  <a:lnTo>
                    <a:pt x="11237" y="464"/>
                  </a:lnTo>
                  <a:close/>
                  <a:moveTo>
                    <a:pt x="9924" y="1"/>
                  </a:moveTo>
                  <a:lnTo>
                    <a:pt x="9654" y="39"/>
                  </a:lnTo>
                  <a:lnTo>
                    <a:pt x="9306" y="117"/>
                  </a:lnTo>
                  <a:lnTo>
                    <a:pt x="8920" y="194"/>
                  </a:lnTo>
                  <a:lnTo>
                    <a:pt x="8186" y="503"/>
                  </a:lnTo>
                  <a:lnTo>
                    <a:pt x="7491" y="850"/>
                  </a:lnTo>
                  <a:lnTo>
                    <a:pt x="6835" y="1198"/>
                  </a:lnTo>
                  <a:lnTo>
                    <a:pt x="6101" y="1584"/>
                  </a:lnTo>
                  <a:lnTo>
                    <a:pt x="5406" y="2009"/>
                  </a:lnTo>
                  <a:lnTo>
                    <a:pt x="4750" y="2472"/>
                  </a:lnTo>
                  <a:lnTo>
                    <a:pt x="4093" y="2974"/>
                  </a:lnTo>
                  <a:lnTo>
                    <a:pt x="3360" y="3553"/>
                  </a:lnTo>
                  <a:lnTo>
                    <a:pt x="2665" y="4210"/>
                  </a:lnTo>
                  <a:lnTo>
                    <a:pt x="1969" y="4866"/>
                  </a:lnTo>
                  <a:lnTo>
                    <a:pt x="1352" y="5600"/>
                  </a:lnTo>
                  <a:lnTo>
                    <a:pt x="888" y="6141"/>
                  </a:lnTo>
                  <a:lnTo>
                    <a:pt x="618" y="6449"/>
                  </a:lnTo>
                  <a:lnTo>
                    <a:pt x="348" y="6797"/>
                  </a:lnTo>
                  <a:lnTo>
                    <a:pt x="155" y="7145"/>
                  </a:lnTo>
                  <a:lnTo>
                    <a:pt x="0" y="7492"/>
                  </a:lnTo>
                  <a:lnTo>
                    <a:pt x="0" y="7685"/>
                  </a:lnTo>
                  <a:lnTo>
                    <a:pt x="0" y="7840"/>
                  </a:lnTo>
                  <a:lnTo>
                    <a:pt x="0" y="8033"/>
                  </a:lnTo>
                  <a:lnTo>
                    <a:pt x="77" y="8187"/>
                  </a:lnTo>
                  <a:lnTo>
                    <a:pt x="77" y="8264"/>
                  </a:lnTo>
                  <a:lnTo>
                    <a:pt x="77" y="8342"/>
                  </a:lnTo>
                  <a:lnTo>
                    <a:pt x="39" y="8496"/>
                  </a:lnTo>
                  <a:lnTo>
                    <a:pt x="39" y="8650"/>
                  </a:lnTo>
                  <a:lnTo>
                    <a:pt x="77" y="8805"/>
                  </a:lnTo>
                  <a:lnTo>
                    <a:pt x="116" y="8959"/>
                  </a:lnTo>
                  <a:lnTo>
                    <a:pt x="309" y="9230"/>
                  </a:lnTo>
                  <a:lnTo>
                    <a:pt x="541" y="9500"/>
                  </a:lnTo>
                  <a:lnTo>
                    <a:pt x="734" y="9616"/>
                  </a:lnTo>
                  <a:lnTo>
                    <a:pt x="965" y="9732"/>
                  </a:lnTo>
                  <a:lnTo>
                    <a:pt x="1236" y="9770"/>
                  </a:lnTo>
                  <a:lnTo>
                    <a:pt x="1467" y="9809"/>
                  </a:lnTo>
                  <a:lnTo>
                    <a:pt x="1583" y="9963"/>
                  </a:lnTo>
                  <a:lnTo>
                    <a:pt x="1815" y="9770"/>
                  </a:lnTo>
                  <a:lnTo>
                    <a:pt x="1892" y="9770"/>
                  </a:lnTo>
                  <a:lnTo>
                    <a:pt x="1892" y="9848"/>
                  </a:lnTo>
                  <a:lnTo>
                    <a:pt x="1931" y="9848"/>
                  </a:lnTo>
                  <a:lnTo>
                    <a:pt x="2008" y="9770"/>
                  </a:lnTo>
                  <a:lnTo>
                    <a:pt x="2394" y="9654"/>
                  </a:lnTo>
                  <a:lnTo>
                    <a:pt x="2935" y="9500"/>
                  </a:lnTo>
                  <a:lnTo>
                    <a:pt x="3514" y="9268"/>
                  </a:lnTo>
                  <a:lnTo>
                    <a:pt x="4055" y="9037"/>
                  </a:lnTo>
                  <a:lnTo>
                    <a:pt x="4557" y="8766"/>
                  </a:lnTo>
                  <a:lnTo>
                    <a:pt x="5599" y="8148"/>
                  </a:lnTo>
                  <a:lnTo>
                    <a:pt x="6603" y="7492"/>
                  </a:lnTo>
                  <a:lnTo>
                    <a:pt x="6758" y="7376"/>
                  </a:lnTo>
                  <a:lnTo>
                    <a:pt x="7839" y="6643"/>
                  </a:lnTo>
                  <a:lnTo>
                    <a:pt x="8688" y="5986"/>
                  </a:lnTo>
                  <a:lnTo>
                    <a:pt x="9538" y="5330"/>
                  </a:lnTo>
                  <a:lnTo>
                    <a:pt x="10388" y="4596"/>
                  </a:lnTo>
                  <a:lnTo>
                    <a:pt x="10774" y="4171"/>
                  </a:lnTo>
                  <a:lnTo>
                    <a:pt x="11121" y="3785"/>
                  </a:lnTo>
                  <a:lnTo>
                    <a:pt x="11160" y="3901"/>
                  </a:lnTo>
                  <a:lnTo>
                    <a:pt x="11430" y="3824"/>
                  </a:lnTo>
                  <a:lnTo>
                    <a:pt x="11932" y="4094"/>
                  </a:lnTo>
                  <a:lnTo>
                    <a:pt x="12087" y="3824"/>
                  </a:lnTo>
                  <a:lnTo>
                    <a:pt x="11353" y="3476"/>
                  </a:lnTo>
                  <a:lnTo>
                    <a:pt x="11662" y="3051"/>
                  </a:lnTo>
                  <a:lnTo>
                    <a:pt x="11932" y="2588"/>
                  </a:lnTo>
                  <a:lnTo>
                    <a:pt x="12087" y="2202"/>
                  </a:lnTo>
                  <a:lnTo>
                    <a:pt x="12164" y="1816"/>
                  </a:lnTo>
                  <a:lnTo>
                    <a:pt x="12395" y="1623"/>
                  </a:lnTo>
                  <a:lnTo>
                    <a:pt x="12164" y="1391"/>
                  </a:lnTo>
                  <a:lnTo>
                    <a:pt x="12125" y="1082"/>
                  </a:lnTo>
                  <a:lnTo>
                    <a:pt x="12048" y="812"/>
                  </a:lnTo>
                  <a:lnTo>
                    <a:pt x="11932" y="580"/>
                  </a:lnTo>
                  <a:lnTo>
                    <a:pt x="11778" y="387"/>
                  </a:lnTo>
                  <a:lnTo>
                    <a:pt x="11585" y="194"/>
                  </a:lnTo>
                  <a:lnTo>
                    <a:pt x="11353" y="78"/>
                  </a:lnTo>
                  <a:lnTo>
                    <a:pt x="11044" y="39"/>
                  </a:lnTo>
                  <a:lnTo>
                    <a:pt x="10735" y="39"/>
                  </a:lnTo>
                  <a:lnTo>
                    <a:pt x="10619" y="78"/>
                  </a:lnTo>
                  <a:lnTo>
                    <a:pt x="1038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5" name="Google Shape;5075;p21"/>
            <p:cNvSpPr/>
            <p:nvPr/>
          </p:nvSpPr>
          <p:spPr>
            <a:xfrm>
              <a:off x="6773675" y="254227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4" y="3129"/>
                  </a:lnTo>
                  <a:lnTo>
                    <a:pt x="3939" y="4248"/>
                  </a:lnTo>
                  <a:lnTo>
                    <a:pt x="4017" y="5368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878"/>
                  </a:lnTo>
                  <a:lnTo>
                    <a:pt x="3901" y="8535"/>
                  </a:lnTo>
                  <a:lnTo>
                    <a:pt x="3746" y="9114"/>
                  </a:lnTo>
                  <a:lnTo>
                    <a:pt x="3515" y="9693"/>
                  </a:lnTo>
                  <a:lnTo>
                    <a:pt x="3244" y="10234"/>
                  </a:lnTo>
                  <a:lnTo>
                    <a:pt x="3013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52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465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54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57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580" y="2742"/>
                  </a:lnTo>
                  <a:lnTo>
                    <a:pt x="1352" y="2356"/>
                  </a:lnTo>
                  <a:lnTo>
                    <a:pt x="2163" y="1932"/>
                  </a:lnTo>
                  <a:lnTo>
                    <a:pt x="2935" y="1430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01" y="1"/>
                  </a:moveTo>
                  <a:lnTo>
                    <a:pt x="3476" y="310"/>
                  </a:lnTo>
                  <a:lnTo>
                    <a:pt x="3051" y="619"/>
                  </a:lnTo>
                  <a:lnTo>
                    <a:pt x="2626" y="966"/>
                  </a:lnTo>
                  <a:lnTo>
                    <a:pt x="2202" y="1275"/>
                  </a:lnTo>
                  <a:lnTo>
                    <a:pt x="1314" y="1893"/>
                  </a:lnTo>
                  <a:lnTo>
                    <a:pt x="425" y="2434"/>
                  </a:lnTo>
                  <a:lnTo>
                    <a:pt x="348" y="2511"/>
                  </a:lnTo>
                  <a:lnTo>
                    <a:pt x="348" y="2627"/>
                  </a:lnTo>
                  <a:lnTo>
                    <a:pt x="271" y="2665"/>
                  </a:lnTo>
                  <a:lnTo>
                    <a:pt x="232" y="2781"/>
                  </a:lnTo>
                  <a:lnTo>
                    <a:pt x="194" y="3785"/>
                  </a:lnTo>
                  <a:lnTo>
                    <a:pt x="155" y="4828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577"/>
                  </a:lnTo>
                  <a:lnTo>
                    <a:pt x="503" y="10041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391" y="11160"/>
                  </a:lnTo>
                  <a:lnTo>
                    <a:pt x="1622" y="11276"/>
                  </a:lnTo>
                  <a:lnTo>
                    <a:pt x="1816" y="11354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20" y="11315"/>
                  </a:lnTo>
                  <a:lnTo>
                    <a:pt x="3051" y="11199"/>
                  </a:lnTo>
                  <a:lnTo>
                    <a:pt x="3283" y="11045"/>
                  </a:lnTo>
                  <a:lnTo>
                    <a:pt x="3476" y="10852"/>
                  </a:lnTo>
                  <a:lnTo>
                    <a:pt x="3669" y="10620"/>
                  </a:lnTo>
                  <a:lnTo>
                    <a:pt x="3824" y="10388"/>
                  </a:lnTo>
                  <a:lnTo>
                    <a:pt x="3978" y="10118"/>
                  </a:lnTo>
                  <a:lnTo>
                    <a:pt x="4171" y="9539"/>
                  </a:lnTo>
                  <a:lnTo>
                    <a:pt x="4326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183"/>
                  </a:lnTo>
                  <a:lnTo>
                    <a:pt x="4596" y="6643"/>
                  </a:lnTo>
                  <a:lnTo>
                    <a:pt x="4596" y="6102"/>
                  </a:lnTo>
                  <a:lnTo>
                    <a:pt x="4519" y="4982"/>
                  </a:lnTo>
                  <a:lnTo>
                    <a:pt x="4441" y="3862"/>
                  </a:lnTo>
                  <a:lnTo>
                    <a:pt x="4326" y="2742"/>
                  </a:lnTo>
                  <a:lnTo>
                    <a:pt x="4287" y="2395"/>
                  </a:lnTo>
                  <a:lnTo>
                    <a:pt x="4210" y="1430"/>
                  </a:lnTo>
                  <a:lnTo>
                    <a:pt x="4132" y="503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6" name="Google Shape;5076;p21"/>
            <p:cNvSpPr/>
            <p:nvPr/>
          </p:nvSpPr>
          <p:spPr>
            <a:xfrm>
              <a:off x="4769575" y="2562550"/>
              <a:ext cx="144825" cy="164150"/>
            </a:xfrm>
            <a:custGeom>
              <a:avLst/>
              <a:gdLst/>
              <a:ahLst/>
              <a:cxnLst/>
              <a:rect l="l" t="t" r="r" b="b"/>
              <a:pathLst>
                <a:path w="5793" h="6566" extrusionOk="0">
                  <a:moveTo>
                    <a:pt x="2858" y="464"/>
                  </a:moveTo>
                  <a:lnTo>
                    <a:pt x="3360" y="619"/>
                  </a:lnTo>
                  <a:lnTo>
                    <a:pt x="3823" y="812"/>
                  </a:lnTo>
                  <a:lnTo>
                    <a:pt x="4248" y="1082"/>
                  </a:lnTo>
                  <a:lnTo>
                    <a:pt x="4634" y="1429"/>
                  </a:lnTo>
                  <a:lnTo>
                    <a:pt x="4943" y="1854"/>
                  </a:lnTo>
                  <a:lnTo>
                    <a:pt x="5059" y="2047"/>
                  </a:lnTo>
                  <a:lnTo>
                    <a:pt x="5175" y="2279"/>
                  </a:lnTo>
                  <a:lnTo>
                    <a:pt x="5252" y="2511"/>
                  </a:lnTo>
                  <a:lnTo>
                    <a:pt x="5290" y="2781"/>
                  </a:lnTo>
                  <a:lnTo>
                    <a:pt x="5329" y="3051"/>
                  </a:lnTo>
                  <a:lnTo>
                    <a:pt x="5329" y="3322"/>
                  </a:lnTo>
                  <a:lnTo>
                    <a:pt x="5290" y="3785"/>
                  </a:lnTo>
                  <a:lnTo>
                    <a:pt x="5175" y="4248"/>
                  </a:lnTo>
                  <a:lnTo>
                    <a:pt x="4982" y="4712"/>
                  </a:lnTo>
                  <a:lnTo>
                    <a:pt x="4711" y="5098"/>
                  </a:lnTo>
                  <a:lnTo>
                    <a:pt x="4364" y="5445"/>
                  </a:lnTo>
                  <a:lnTo>
                    <a:pt x="4016" y="5716"/>
                  </a:lnTo>
                  <a:lnTo>
                    <a:pt x="3784" y="5832"/>
                  </a:lnTo>
                  <a:lnTo>
                    <a:pt x="3553" y="5947"/>
                  </a:lnTo>
                  <a:lnTo>
                    <a:pt x="3321" y="6025"/>
                  </a:lnTo>
                  <a:lnTo>
                    <a:pt x="3089" y="6063"/>
                  </a:lnTo>
                  <a:lnTo>
                    <a:pt x="2780" y="6102"/>
                  </a:lnTo>
                  <a:lnTo>
                    <a:pt x="2510" y="6102"/>
                  </a:lnTo>
                  <a:lnTo>
                    <a:pt x="2201" y="6063"/>
                  </a:lnTo>
                  <a:lnTo>
                    <a:pt x="1970" y="5986"/>
                  </a:lnTo>
                  <a:lnTo>
                    <a:pt x="1738" y="5870"/>
                  </a:lnTo>
                  <a:lnTo>
                    <a:pt x="1506" y="5754"/>
                  </a:lnTo>
                  <a:lnTo>
                    <a:pt x="1313" y="5600"/>
                  </a:lnTo>
                  <a:lnTo>
                    <a:pt x="1159" y="5445"/>
                  </a:lnTo>
                  <a:lnTo>
                    <a:pt x="1004" y="5252"/>
                  </a:lnTo>
                  <a:lnTo>
                    <a:pt x="850" y="5021"/>
                  </a:lnTo>
                  <a:lnTo>
                    <a:pt x="734" y="4789"/>
                  </a:lnTo>
                  <a:lnTo>
                    <a:pt x="618" y="4557"/>
                  </a:lnTo>
                  <a:lnTo>
                    <a:pt x="502" y="4055"/>
                  </a:lnTo>
                  <a:lnTo>
                    <a:pt x="425" y="3515"/>
                  </a:lnTo>
                  <a:lnTo>
                    <a:pt x="464" y="2974"/>
                  </a:lnTo>
                  <a:lnTo>
                    <a:pt x="541" y="2433"/>
                  </a:lnTo>
                  <a:lnTo>
                    <a:pt x="734" y="1931"/>
                  </a:lnTo>
                  <a:lnTo>
                    <a:pt x="850" y="1700"/>
                  </a:lnTo>
                  <a:lnTo>
                    <a:pt x="966" y="1507"/>
                  </a:lnTo>
                  <a:lnTo>
                    <a:pt x="1120" y="1275"/>
                  </a:lnTo>
                  <a:lnTo>
                    <a:pt x="1313" y="1121"/>
                  </a:lnTo>
                  <a:lnTo>
                    <a:pt x="1506" y="927"/>
                  </a:lnTo>
                  <a:lnTo>
                    <a:pt x="1738" y="812"/>
                  </a:lnTo>
                  <a:lnTo>
                    <a:pt x="1970" y="696"/>
                  </a:lnTo>
                  <a:lnTo>
                    <a:pt x="2201" y="580"/>
                  </a:lnTo>
                  <a:lnTo>
                    <a:pt x="2472" y="541"/>
                  </a:lnTo>
                  <a:lnTo>
                    <a:pt x="2780" y="503"/>
                  </a:lnTo>
                  <a:lnTo>
                    <a:pt x="2819" y="503"/>
                  </a:lnTo>
                  <a:lnTo>
                    <a:pt x="2858" y="464"/>
                  </a:lnTo>
                  <a:close/>
                  <a:moveTo>
                    <a:pt x="2665" y="1"/>
                  </a:moveTo>
                  <a:lnTo>
                    <a:pt x="2587" y="39"/>
                  </a:lnTo>
                  <a:lnTo>
                    <a:pt x="2510" y="78"/>
                  </a:lnTo>
                  <a:lnTo>
                    <a:pt x="2472" y="155"/>
                  </a:lnTo>
                  <a:lnTo>
                    <a:pt x="2433" y="232"/>
                  </a:lnTo>
                  <a:lnTo>
                    <a:pt x="2163" y="271"/>
                  </a:lnTo>
                  <a:lnTo>
                    <a:pt x="1854" y="310"/>
                  </a:lnTo>
                  <a:lnTo>
                    <a:pt x="1622" y="387"/>
                  </a:lnTo>
                  <a:lnTo>
                    <a:pt x="1390" y="503"/>
                  </a:lnTo>
                  <a:lnTo>
                    <a:pt x="1159" y="657"/>
                  </a:lnTo>
                  <a:lnTo>
                    <a:pt x="966" y="850"/>
                  </a:lnTo>
                  <a:lnTo>
                    <a:pt x="772" y="1043"/>
                  </a:lnTo>
                  <a:lnTo>
                    <a:pt x="618" y="1236"/>
                  </a:lnTo>
                  <a:lnTo>
                    <a:pt x="464" y="1507"/>
                  </a:lnTo>
                  <a:lnTo>
                    <a:pt x="348" y="1738"/>
                  </a:lnTo>
                  <a:lnTo>
                    <a:pt x="155" y="2279"/>
                  </a:lnTo>
                  <a:lnTo>
                    <a:pt x="39" y="2858"/>
                  </a:lnTo>
                  <a:lnTo>
                    <a:pt x="0" y="3399"/>
                  </a:lnTo>
                  <a:lnTo>
                    <a:pt x="39" y="4055"/>
                  </a:lnTo>
                  <a:lnTo>
                    <a:pt x="116" y="4364"/>
                  </a:lnTo>
                  <a:lnTo>
                    <a:pt x="193" y="4673"/>
                  </a:lnTo>
                  <a:lnTo>
                    <a:pt x="309" y="4943"/>
                  </a:lnTo>
                  <a:lnTo>
                    <a:pt x="425" y="5214"/>
                  </a:lnTo>
                  <a:lnTo>
                    <a:pt x="579" y="5445"/>
                  </a:lnTo>
                  <a:lnTo>
                    <a:pt x="734" y="5677"/>
                  </a:lnTo>
                  <a:lnTo>
                    <a:pt x="927" y="5870"/>
                  </a:lnTo>
                  <a:lnTo>
                    <a:pt x="1120" y="6063"/>
                  </a:lnTo>
                  <a:lnTo>
                    <a:pt x="1390" y="6218"/>
                  </a:lnTo>
                  <a:lnTo>
                    <a:pt x="1622" y="6372"/>
                  </a:lnTo>
                  <a:lnTo>
                    <a:pt x="1892" y="6449"/>
                  </a:lnTo>
                  <a:lnTo>
                    <a:pt x="2201" y="6527"/>
                  </a:lnTo>
                  <a:lnTo>
                    <a:pt x="2549" y="6565"/>
                  </a:lnTo>
                  <a:lnTo>
                    <a:pt x="2896" y="6565"/>
                  </a:lnTo>
                  <a:lnTo>
                    <a:pt x="3205" y="6527"/>
                  </a:lnTo>
                  <a:lnTo>
                    <a:pt x="3476" y="6449"/>
                  </a:lnTo>
                  <a:lnTo>
                    <a:pt x="3784" y="6334"/>
                  </a:lnTo>
                  <a:lnTo>
                    <a:pt x="4055" y="6218"/>
                  </a:lnTo>
                  <a:lnTo>
                    <a:pt x="4325" y="6063"/>
                  </a:lnTo>
                  <a:lnTo>
                    <a:pt x="4557" y="5909"/>
                  </a:lnTo>
                  <a:lnTo>
                    <a:pt x="4788" y="5716"/>
                  </a:lnTo>
                  <a:lnTo>
                    <a:pt x="4982" y="5484"/>
                  </a:lnTo>
                  <a:lnTo>
                    <a:pt x="5175" y="5252"/>
                  </a:lnTo>
                  <a:lnTo>
                    <a:pt x="5329" y="4982"/>
                  </a:lnTo>
                  <a:lnTo>
                    <a:pt x="5483" y="4750"/>
                  </a:lnTo>
                  <a:lnTo>
                    <a:pt x="5599" y="4441"/>
                  </a:lnTo>
                  <a:lnTo>
                    <a:pt x="5677" y="4171"/>
                  </a:lnTo>
                  <a:lnTo>
                    <a:pt x="5754" y="3862"/>
                  </a:lnTo>
                  <a:lnTo>
                    <a:pt x="5792" y="3553"/>
                  </a:lnTo>
                  <a:lnTo>
                    <a:pt x="5792" y="3244"/>
                  </a:lnTo>
                  <a:lnTo>
                    <a:pt x="5792" y="2935"/>
                  </a:lnTo>
                  <a:lnTo>
                    <a:pt x="5715" y="2626"/>
                  </a:lnTo>
                  <a:lnTo>
                    <a:pt x="5638" y="2318"/>
                  </a:lnTo>
                  <a:lnTo>
                    <a:pt x="5561" y="2047"/>
                  </a:lnTo>
                  <a:lnTo>
                    <a:pt x="5406" y="1777"/>
                  </a:lnTo>
                  <a:lnTo>
                    <a:pt x="5252" y="1507"/>
                  </a:lnTo>
                  <a:lnTo>
                    <a:pt x="5059" y="1275"/>
                  </a:lnTo>
                  <a:lnTo>
                    <a:pt x="4866" y="1043"/>
                  </a:lnTo>
                  <a:lnTo>
                    <a:pt x="4634" y="812"/>
                  </a:lnTo>
                  <a:lnTo>
                    <a:pt x="4402" y="619"/>
                  </a:lnTo>
                  <a:lnTo>
                    <a:pt x="4132" y="464"/>
                  </a:lnTo>
                  <a:lnTo>
                    <a:pt x="3862" y="310"/>
                  </a:lnTo>
                  <a:lnTo>
                    <a:pt x="3591" y="194"/>
                  </a:lnTo>
                  <a:lnTo>
                    <a:pt x="3282" y="117"/>
                  </a:lnTo>
                  <a:lnTo>
                    <a:pt x="2974" y="39"/>
                  </a:lnTo>
                  <a:lnTo>
                    <a:pt x="266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7" name="Google Shape;5077;p21"/>
            <p:cNvSpPr/>
            <p:nvPr/>
          </p:nvSpPr>
          <p:spPr>
            <a:xfrm>
              <a:off x="2452675" y="2582825"/>
              <a:ext cx="296400" cy="356250"/>
            </a:xfrm>
            <a:custGeom>
              <a:avLst/>
              <a:gdLst/>
              <a:ahLst/>
              <a:cxnLst/>
              <a:rect l="l" t="t" r="r" b="b"/>
              <a:pathLst>
                <a:path w="11856" h="14250" extrusionOk="0">
                  <a:moveTo>
                    <a:pt x="7221" y="1"/>
                  </a:moveTo>
                  <a:lnTo>
                    <a:pt x="6990" y="194"/>
                  </a:lnTo>
                  <a:lnTo>
                    <a:pt x="8032" y="1777"/>
                  </a:lnTo>
                  <a:lnTo>
                    <a:pt x="9114" y="3283"/>
                  </a:lnTo>
                  <a:lnTo>
                    <a:pt x="8032" y="2704"/>
                  </a:lnTo>
                  <a:lnTo>
                    <a:pt x="6913" y="2202"/>
                  </a:lnTo>
                  <a:lnTo>
                    <a:pt x="6758" y="2472"/>
                  </a:lnTo>
                  <a:lnTo>
                    <a:pt x="8225" y="3283"/>
                  </a:lnTo>
                  <a:lnTo>
                    <a:pt x="9731" y="4094"/>
                  </a:lnTo>
                  <a:lnTo>
                    <a:pt x="10388" y="4905"/>
                  </a:lnTo>
                  <a:lnTo>
                    <a:pt x="10388" y="4943"/>
                  </a:lnTo>
                  <a:lnTo>
                    <a:pt x="10697" y="4827"/>
                  </a:lnTo>
                  <a:lnTo>
                    <a:pt x="10658" y="4712"/>
                  </a:lnTo>
                  <a:lnTo>
                    <a:pt x="10620" y="4596"/>
                  </a:lnTo>
                  <a:lnTo>
                    <a:pt x="10620" y="4596"/>
                  </a:lnTo>
                  <a:lnTo>
                    <a:pt x="10929" y="4712"/>
                  </a:lnTo>
                  <a:lnTo>
                    <a:pt x="11160" y="4827"/>
                  </a:lnTo>
                  <a:lnTo>
                    <a:pt x="11315" y="5021"/>
                  </a:lnTo>
                  <a:lnTo>
                    <a:pt x="11431" y="5252"/>
                  </a:lnTo>
                  <a:lnTo>
                    <a:pt x="11469" y="5484"/>
                  </a:lnTo>
                  <a:lnTo>
                    <a:pt x="11469" y="5754"/>
                  </a:lnTo>
                  <a:lnTo>
                    <a:pt x="11431" y="6063"/>
                  </a:lnTo>
                  <a:lnTo>
                    <a:pt x="11353" y="6372"/>
                  </a:lnTo>
                  <a:lnTo>
                    <a:pt x="11083" y="7028"/>
                  </a:lnTo>
                  <a:lnTo>
                    <a:pt x="10813" y="7646"/>
                  </a:lnTo>
                  <a:lnTo>
                    <a:pt x="10504" y="8148"/>
                  </a:lnTo>
                  <a:lnTo>
                    <a:pt x="10233" y="8573"/>
                  </a:lnTo>
                  <a:lnTo>
                    <a:pt x="9654" y="9345"/>
                  </a:lnTo>
                  <a:lnTo>
                    <a:pt x="9036" y="10079"/>
                  </a:lnTo>
                  <a:lnTo>
                    <a:pt x="8380" y="10736"/>
                  </a:lnTo>
                  <a:lnTo>
                    <a:pt x="7646" y="11353"/>
                  </a:lnTo>
                  <a:lnTo>
                    <a:pt x="6874" y="11933"/>
                  </a:lnTo>
                  <a:lnTo>
                    <a:pt x="6024" y="12435"/>
                  </a:lnTo>
                  <a:lnTo>
                    <a:pt x="5175" y="12898"/>
                  </a:lnTo>
                  <a:lnTo>
                    <a:pt x="4287" y="13284"/>
                  </a:lnTo>
                  <a:lnTo>
                    <a:pt x="3862" y="13439"/>
                  </a:lnTo>
                  <a:lnTo>
                    <a:pt x="3283" y="13632"/>
                  </a:lnTo>
                  <a:lnTo>
                    <a:pt x="2665" y="13786"/>
                  </a:lnTo>
                  <a:lnTo>
                    <a:pt x="1970" y="13941"/>
                  </a:lnTo>
                  <a:lnTo>
                    <a:pt x="1043" y="13941"/>
                  </a:lnTo>
                  <a:lnTo>
                    <a:pt x="811" y="13863"/>
                  </a:lnTo>
                  <a:lnTo>
                    <a:pt x="580" y="13709"/>
                  </a:lnTo>
                  <a:lnTo>
                    <a:pt x="425" y="13554"/>
                  </a:lnTo>
                  <a:lnTo>
                    <a:pt x="309" y="13323"/>
                  </a:lnTo>
                  <a:lnTo>
                    <a:pt x="232" y="13052"/>
                  </a:lnTo>
                  <a:lnTo>
                    <a:pt x="1" y="13130"/>
                  </a:lnTo>
                  <a:lnTo>
                    <a:pt x="1" y="13400"/>
                  </a:lnTo>
                  <a:lnTo>
                    <a:pt x="39" y="13632"/>
                  </a:lnTo>
                  <a:lnTo>
                    <a:pt x="155" y="13825"/>
                  </a:lnTo>
                  <a:lnTo>
                    <a:pt x="271" y="13941"/>
                  </a:lnTo>
                  <a:lnTo>
                    <a:pt x="464" y="14056"/>
                  </a:lnTo>
                  <a:lnTo>
                    <a:pt x="657" y="14172"/>
                  </a:lnTo>
                  <a:lnTo>
                    <a:pt x="889" y="14211"/>
                  </a:lnTo>
                  <a:lnTo>
                    <a:pt x="1120" y="14249"/>
                  </a:lnTo>
                  <a:lnTo>
                    <a:pt x="1661" y="14249"/>
                  </a:lnTo>
                  <a:lnTo>
                    <a:pt x="2163" y="14211"/>
                  </a:lnTo>
                  <a:lnTo>
                    <a:pt x="2665" y="14134"/>
                  </a:lnTo>
                  <a:lnTo>
                    <a:pt x="3051" y="14056"/>
                  </a:lnTo>
                  <a:lnTo>
                    <a:pt x="3708" y="13863"/>
                  </a:lnTo>
                  <a:lnTo>
                    <a:pt x="4364" y="13632"/>
                  </a:lnTo>
                  <a:lnTo>
                    <a:pt x="5020" y="13361"/>
                  </a:lnTo>
                  <a:lnTo>
                    <a:pt x="5638" y="13091"/>
                  </a:lnTo>
                  <a:lnTo>
                    <a:pt x="6256" y="12743"/>
                  </a:lnTo>
                  <a:lnTo>
                    <a:pt x="6835" y="12396"/>
                  </a:lnTo>
                  <a:lnTo>
                    <a:pt x="7415" y="12010"/>
                  </a:lnTo>
                  <a:lnTo>
                    <a:pt x="7955" y="11585"/>
                  </a:lnTo>
                  <a:lnTo>
                    <a:pt x="8457" y="11160"/>
                  </a:lnTo>
                  <a:lnTo>
                    <a:pt x="8959" y="10697"/>
                  </a:lnTo>
                  <a:lnTo>
                    <a:pt x="9423" y="10234"/>
                  </a:lnTo>
                  <a:lnTo>
                    <a:pt x="9847" y="9732"/>
                  </a:lnTo>
                  <a:lnTo>
                    <a:pt x="10272" y="9191"/>
                  </a:lnTo>
                  <a:lnTo>
                    <a:pt x="10620" y="8650"/>
                  </a:lnTo>
                  <a:lnTo>
                    <a:pt x="11006" y="8071"/>
                  </a:lnTo>
                  <a:lnTo>
                    <a:pt x="11315" y="7492"/>
                  </a:lnTo>
                  <a:lnTo>
                    <a:pt x="11546" y="6951"/>
                  </a:lnTo>
                  <a:lnTo>
                    <a:pt x="11778" y="6411"/>
                  </a:lnTo>
                  <a:lnTo>
                    <a:pt x="11817" y="6102"/>
                  </a:lnTo>
                  <a:lnTo>
                    <a:pt x="11855" y="5831"/>
                  </a:lnTo>
                  <a:lnTo>
                    <a:pt x="11855" y="5523"/>
                  </a:lnTo>
                  <a:lnTo>
                    <a:pt x="11778" y="5252"/>
                  </a:lnTo>
                  <a:lnTo>
                    <a:pt x="11701" y="5021"/>
                  </a:lnTo>
                  <a:lnTo>
                    <a:pt x="11585" y="4866"/>
                  </a:lnTo>
                  <a:lnTo>
                    <a:pt x="11469" y="4673"/>
                  </a:lnTo>
                  <a:lnTo>
                    <a:pt x="11315" y="4519"/>
                  </a:lnTo>
                  <a:lnTo>
                    <a:pt x="11122" y="4403"/>
                  </a:lnTo>
                  <a:lnTo>
                    <a:pt x="10929" y="4325"/>
                  </a:lnTo>
                  <a:lnTo>
                    <a:pt x="10735" y="4248"/>
                  </a:lnTo>
                  <a:lnTo>
                    <a:pt x="10504" y="4210"/>
                  </a:lnTo>
                  <a:lnTo>
                    <a:pt x="10465" y="4248"/>
                  </a:lnTo>
                  <a:lnTo>
                    <a:pt x="10388" y="4248"/>
                  </a:lnTo>
                  <a:lnTo>
                    <a:pt x="9654" y="3167"/>
                  </a:lnTo>
                  <a:lnTo>
                    <a:pt x="8882" y="2086"/>
                  </a:lnTo>
                  <a:lnTo>
                    <a:pt x="8032" y="1043"/>
                  </a:lnTo>
                  <a:lnTo>
                    <a:pt x="72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8" name="Google Shape;5078;p21"/>
            <p:cNvSpPr/>
            <p:nvPr/>
          </p:nvSpPr>
          <p:spPr>
            <a:xfrm>
              <a:off x="581775" y="2586700"/>
              <a:ext cx="44450" cy="43450"/>
            </a:xfrm>
            <a:custGeom>
              <a:avLst/>
              <a:gdLst/>
              <a:ahLst/>
              <a:cxnLst/>
              <a:rect l="l" t="t" r="r" b="b"/>
              <a:pathLst>
                <a:path w="1778" h="1738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25"/>
                  </a:lnTo>
                  <a:lnTo>
                    <a:pt x="1314" y="579"/>
                  </a:lnTo>
                  <a:lnTo>
                    <a:pt x="1391" y="772"/>
                  </a:lnTo>
                  <a:lnTo>
                    <a:pt x="1391" y="965"/>
                  </a:lnTo>
                  <a:lnTo>
                    <a:pt x="1352" y="1043"/>
                  </a:lnTo>
                  <a:lnTo>
                    <a:pt x="1275" y="1120"/>
                  </a:lnTo>
                  <a:lnTo>
                    <a:pt x="1198" y="1197"/>
                  </a:lnTo>
                  <a:lnTo>
                    <a:pt x="1082" y="1274"/>
                  </a:lnTo>
                  <a:lnTo>
                    <a:pt x="889" y="1352"/>
                  </a:lnTo>
                  <a:lnTo>
                    <a:pt x="696" y="1313"/>
                  </a:lnTo>
                  <a:lnTo>
                    <a:pt x="542" y="1236"/>
                  </a:lnTo>
                  <a:lnTo>
                    <a:pt x="426" y="1081"/>
                  </a:lnTo>
                  <a:lnTo>
                    <a:pt x="387" y="888"/>
                  </a:lnTo>
                  <a:lnTo>
                    <a:pt x="387" y="734"/>
                  </a:lnTo>
                  <a:lnTo>
                    <a:pt x="464" y="541"/>
                  </a:lnTo>
                  <a:lnTo>
                    <a:pt x="542" y="386"/>
                  </a:lnTo>
                  <a:lnTo>
                    <a:pt x="542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9" y="39"/>
                  </a:lnTo>
                  <a:lnTo>
                    <a:pt x="464" y="116"/>
                  </a:lnTo>
                  <a:lnTo>
                    <a:pt x="426" y="155"/>
                  </a:lnTo>
                  <a:lnTo>
                    <a:pt x="348" y="155"/>
                  </a:lnTo>
                  <a:lnTo>
                    <a:pt x="233" y="232"/>
                  </a:lnTo>
                  <a:lnTo>
                    <a:pt x="117" y="348"/>
                  </a:lnTo>
                  <a:lnTo>
                    <a:pt x="40" y="502"/>
                  </a:lnTo>
                  <a:lnTo>
                    <a:pt x="1" y="657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40" y="1159"/>
                  </a:lnTo>
                  <a:lnTo>
                    <a:pt x="117" y="1313"/>
                  </a:lnTo>
                  <a:lnTo>
                    <a:pt x="194" y="1467"/>
                  </a:lnTo>
                  <a:lnTo>
                    <a:pt x="348" y="1583"/>
                  </a:lnTo>
                  <a:lnTo>
                    <a:pt x="464" y="1660"/>
                  </a:lnTo>
                  <a:lnTo>
                    <a:pt x="619" y="1699"/>
                  </a:lnTo>
                  <a:lnTo>
                    <a:pt x="812" y="1738"/>
                  </a:lnTo>
                  <a:lnTo>
                    <a:pt x="966" y="1738"/>
                  </a:lnTo>
                  <a:lnTo>
                    <a:pt x="1121" y="1699"/>
                  </a:lnTo>
                  <a:lnTo>
                    <a:pt x="1275" y="1622"/>
                  </a:lnTo>
                  <a:lnTo>
                    <a:pt x="1430" y="1506"/>
                  </a:lnTo>
                  <a:lnTo>
                    <a:pt x="1584" y="1390"/>
                  </a:lnTo>
                  <a:lnTo>
                    <a:pt x="1661" y="1236"/>
                  </a:lnTo>
                  <a:lnTo>
                    <a:pt x="1739" y="1081"/>
                  </a:lnTo>
                  <a:lnTo>
                    <a:pt x="1777" y="927"/>
                  </a:lnTo>
                  <a:lnTo>
                    <a:pt x="1777" y="772"/>
                  </a:lnTo>
                  <a:lnTo>
                    <a:pt x="1739" y="579"/>
                  </a:lnTo>
                  <a:lnTo>
                    <a:pt x="1661" y="425"/>
                  </a:lnTo>
                  <a:lnTo>
                    <a:pt x="1545" y="270"/>
                  </a:lnTo>
                  <a:lnTo>
                    <a:pt x="1430" y="155"/>
                  </a:lnTo>
                  <a:lnTo>
                    <a:pt x="1275" y="77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9" name="Google Shape;5079;p21"/>
            <p:cNvSpPr/>
            <p:nvPr/>
          </p:nvSpPr>
          <p:spPr>
            <a:xfrm>
              <a:off x="6717675" y="2588625"/>
              <a:ext cx="42525" cy="41525"/>
            </a:xfrm>
            <a:custGeom>
              <a:avLst/>
              <a:gdLst/>
              <a:ahLst/>
              <a:cxnLst/>
              <a:rect l="l" t="t" r="r" b="b"/>
              <a:pathLst>
                <a:path w="1701" h="1661" extrusionOk="0">
                  <a:moveTo>
                    <a:pt x="1121" y="386"/>
                  </a:moveTo>
                  <a:lnTo>
                    <a:pt x="1198" y="464"/>
                  </a:lnTo>
                  <a:lnTo>
                    <a:pt x="1237" y="541"/>
                  </a:lnTo>
                  <a:lnTo>
                    <a:pt x="1314" y="695"/>
                  </a:lnTo>
                  <a:lnTo>
                    <a:pt x="1314" y="927"/>
                  </a:lnTo>
                  <a:lnTo>
                    <a:pt x="1237" y="1082"/>
                  </a:lnTo>
                  <a:lnTo>
                    <a:pt x="1159" y="1159"/>
                  </a:lnTo>
                  <a:lnTo>
                    <a:pt x="1082" y="1197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2" y="1120"/>
                  </a:lnTo>
                  <a:lnTo>
                    <a:pt x="464" y="1043"/>
                  </a:lnTo>
                  <a:lnTo>
                    <a:pt x="426" y="966"/>
                  </a:lnTo>
                  <a:lnTo>
                    <a:pt x="387" y="850"/>
                  </a:lnTo>
                  <a:lnTo>
                    <a:pt x="387" y="773"/>
                  </a:lnTo>
                  <a:lnTo>
                    <a:pt x="426" y="541"/>
                  </a:lnTo>
                  <a:lnTo>
                    <a:pt x="542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735" y="0"/>
                  </a:moveTo>
                  <a:lnTo>
                    <a:pt x="619" y="39"/>
                  </a:lnTo>
                  <a:lnTo>
                    <a:pt x="503" y="116"/>
                  </a:lnTo>
                  <a:lnTo>
                    <a:pt x="349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41"/>
                  </a:lnTo>
                  <a:lnTo>
                    <a:pt x="40" y="695"/>
                  </a:lnTo>
                  <a:lnTo>
                    <a:pt x="1" y="850"/>
                  </a:lnTo>
                  <a:lnTo>
                    <a:pt x="40" y="1004"/>
                  </a:lnTo>
                  <a:lnTo>
                    <a:pt x="78" y="1159"/>
                  </a:lnTo>
                  <a:lnTo>
                    <a:pt x="194" y="1313"/>
                  </a:lnTo>
                  <a:lnTo>
                    <a:pt x="310" y="1468"/>
                  </a:lnTo>
                  <a:lnTo>
                    <a:pt x="464" y="1545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583"/>
                  </a:lnTo>
                  <a:lnTo>
                    <a:pt x="1353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2"/>
                  </a:lnTo>
                  <a:lnTo>
                    <a:pt x="1700" y="888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8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0" name="Google Shape;5080;p21"/>
            <p:cNvSpPr/>
            <p:nvPr/>
          </p:nvSpPr>
          <p:spPr>
            <a:xfrm>
              <a:off x="587575" y="259247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29"/>
                  </a:lnTo>
                  <a:lnTo>
                    <a:pt x="3939" y="4248"/>
                  </a:lnTo>
                  <a:lnTo>
                    <a:pt x="4017" y="5368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878"/>
                  </a:lnTo>
                  <a:lnTo>
                    <a:pt x="3901" y="8535"/>
                  </a:lnTo>
                  <a:lnTo>
                    <a:pt x="3746" y="9114"/>
                  </a:lnTo>
                  <a:lnTo>
                    <a:pt x="3515" y="9693"/>
                  </a:lnTo>
                  <a:lnTo>
                    <a:pt x="3244" y="10234"/>
                  </a:lnTo>
                  <a:lnTo>
                    <a:pt x="3013" y="10543"/>
                  </a:lnTo>
                  <a:lnTo>
                    <a:pt x="2781" y="10736"/>
                  </a:lnTo>
                  <a:lnTo>
                    <a:pt x="2472" y="10851"/>
                  </a:lnTo>
                  <a:lnTo>
                    <a:pt x="2202" y="10851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465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54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57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580" y="2742"/>
                  </a:lnTo>
                  <a:lnTo>
                    <a:pt x="1352" y="2356"/>
                  </a:lnTo>
                  <a:lnTo>
                    <a:pt x="2163" y="1931"/>
                  </a:lnTo>
                  <a:lnTo>
                    <a:pt x="2935" y="1429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01" y="1"/>
                  </a:moveTo>
                  <a:lnTo>
                    <a:pt x="3476" y="310"/>
                  </a:lnTo>
                  <a:lnTo>
                    <a:pt x="3051" y="619"/>
                  </a:lnTo>
                  <a:lnTo>
                    <a:pt x="2626" y="966"/>
                  </a:lnTo>
                  <a:lnTo>
                    <a:pt x="2202" y="1275"/>
                  </a:lnTo>
                  <a:lnTo>
                    <a:pt x="1313" y="1893"/>
                  </a:lnTo>
                  <a:lnTo>
                    <a:pt x="425" y="2433"/>
                  </a:lnTo>
                  <a:lnTo>
                    <a:pt x="348" y="2511"/>
                  </a:lnTo>
                  <a:lnTo>
                    <a:pt x="348" y="2627"/>
                  </a:lnTo>
                  <a:lnTo>
                    <a:pt x="271" y="2665"/>
                  </a:lnTo>
                  <a:lnTo>
                    <a:pt x="232" y="2781"/>
                  </a:lnTo>
                  <a:lnTo>
                    <a:pt x="194" y="3785"/>
                  </a:lnTo>
                  <a:lnTo>
                    <a:pt x="155" y="4828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577"/>
                  </a:lnTo>
                  <a:lnTo>
                    <a:pt x="503" y="10041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391" y="11160"/>
                  </a:lnTo>
                  <a:lnTo>
                    <a:pt x="1622" y="11276"/>
                  </a:lnTo>
                  <a:lnTo>
                    <a:pt x="1815" y="11353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19" y="11315"/>
                  </a:lnTo>
                  <a:lnTo>
                    <a:pt x="3051" y="11199"/>
                  </a:lnTo>
                  <a:lnTo>
                    <a:pt x="3283" y="11045"/>
                  </a:lnTo>
                  <a:lnTo>
                    <a:pt x="3476" y="10851"/>
                  </a:lnTo>
                  <a:lnTo>
                    <a:pt x="3669" y="10620"/>
                  </a:lnTo>
                  <a:lnTo>
                    <a:pt x="3823" y="10388"/>
                  </a:lnTo>
                  <a:lnTo>
                    <a:pt x="3978" y="10118"/>
                  </a:lnTo>
                  <a:lnTo>
                    <a:pt x="4171" y="9539"/>
                  </a:lnTo>
                  <a:lnTo>
                    <a:pt x="4325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183"/>
                  </a:lnTo>
                  <a:lnTo>
                    <a:pt x="4596" y="6642"/>
                  </a:lnTo>
                  <a:lnTo>
                    <a:pt x="4596" y="6102"/>
                  </a:lnTo>
                  <a:lnTo>
                    <a:pt x="4519" y="4982"/>
                  </a:lnTo>
                  <a:lnTo>
                    <a:pt x="4441" y="3862"/>
                  </a:lnTo>
                  <a:lnTo>
                    <a:pt x="4325" y="2742"/>
                  </a:lnTo>
                  <a:lnTo>
                    <a:pt x="4287" y="2395"/>
                  </a:lnTo>
                  <a:lnTo>
                    <a:pt x="4210" y="1429"/>
                  </a:lnTo>
                  <a:lnTo>
                    <a:pt x="4132" y="503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1" name="Google Shape;5081;p21"/>
            <p:cNvSpPr/>
            <p:nvPr/>
          </p:nvSpPr>
          <p:spPr>
            <a:xfrm>
              <a:off x="6526550" y="261565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116" y="1"/>
                  </a:moveTo>
                  <a:lnTo>
                    <a:pt x="39" y="116"/>
                  </a:lnTo>
                  <a:lnTo>
                    <a:pt x="0" y="232"/>
                  </a:lnTo>
                  <a:lnTo>
                    <a:pt x="39" y="348"/>
                  </a:lnTo>
                  <a:lnTo>
                    <a:pt x="348" y="850"/>
                  </a:lnTo>
                  <a:lnTo>
                    <a:pt x="657" y="1352"/>
                  </a:lnTo>
                  <a:lnTo>
                    <a:pt x="1004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3" y="3553"/>
                  </a:lnTo>
                  <a:lnTo>
                    <a:pt x="3205" y="3901"/>
                  </a:lnTo>
                  <a:lnTo>
                    <a:pt x="3553" y="3746"/>
                  </a:lnTo>
                  <a:lnTo>
                    <a:pt x="2781" y="2974"/>
                  </a:lnTo>
                  <a:lnTo>
                    <a:pt x="2047" y="2202"/>
                  </a:lnTo>
                  <a:lnTo>
                    <a:pt x="1352" y="1429"/>
                  </a:lnTo>
                  <a:lnTo>
                    <a:pt x="1043" y="966"/>
                  </a:lnTo>
                  <a:lnTo>
                    <a:pt x="734" y="541"/>
                  </a:lnTo>
                  <a:lnTo>
                    <a:pt x="1622" y="657"/>
                  </a:lnTo>
                  <a:lnTo>
                    <a:pt x="2510" y="850"/>
                  </a:lnTo>
                  <a:lnTo>
                    <a:pt x="3012" y="1004"/>
                  </a:lnTo>
                  <a:lnTo>
                    <a:pt x="3514" y="1198"/>
                  </a:lnTo>
                  <a:lnTo>
                    <a:pt x="4016" y="1352"/>
                  </a:lnTo>
                  <a:lnTo>
                    <a:pt x="4480" y="1506"/>
                  </a:lnTo>
                  <a:lnTo>
                    <a:pt x="4595" y="1468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4" y="1506"/>
                  </a:lnTo>
                  <a:lnTo>
                    <a:pt x="4982" y="1391"/>
                  </a:lnTo>
                  <a:lnTo>
                    <a:pt x="4634" y="1120"/>
                  </a:lnTo>
                  <a:lnTo>
                    <a:pt x="4171" y="850"/>
                  </a:lnTo>
                  <a:lnTo>
                    <a:pt x="3630" y="618"/>
                  </a:lnTo>
                  <a:lnTo>
                    <a:pt x="3089" y="425"/>
                  </a:lnTo>
                  <a:lnTo>
                    <a:pt x="2510" y="309"/>
                  </a:lnTo>
                  <a:lnTo>
                    <a:pt x="1931" y="194"/>
                  </a:lnTo>
                  <a:lnTo>
                    <a:pt x="1352" y="116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2" name="Google Shape;5082;p21"/>
            <p:cNvSpPr/>
            <p:nvPr/>
          </p:nvSpPr>
          <p:spPr>
            <a:xfrm>
              <a:off x="1725750" y="2629175"/>
              <a:ext cx="67600" cy="76275"/>
            </a:xfrm>
            <a:custGeom>
              <a:avLst/>
              <a:gdLst/>
              <a:ahLst/>
              <a:cxnLst/>
              <a:rect l="l" t="t" r="r" b="b"/>
              <a:pathLst>
                <a:path w="2704" h="3051" extrusionOk="0">
                  <a:moveTo>
                    <a:pt x="1159" y="425"/>
                  </a:moveTo>
                  <a:lnTo>
                    <a:pt x="1429" y="502"/>
                  </a:lnTo>
                  <a:lnTo>
                    <a:pt x="1661" y="618"/>
                  </a:lnTo>
                  <a:lnTo>
                    <a:pt x="1854" y="772"/>
                  </a:lnTo>
                  <a:lnTo>
                    <a:pt x="2008" y="965"/>
                  </a:lnTo>
                  <a:lnTo>
                    <a:pt x="2124" y="1120"/>
                  </a:lnTo>
                  <a:lnTo>
                    <a:pt x="2202" y="1313"/>
                  </a:lnTo>
                  <a:lnTo>
                    <a:pt x="2317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2" y="2394"/>
                  </a:lnTo>
                  <a:lnTo>
                    <a:pt x="2047" y="2278"/>
                  </a:lnTo>
                  <a:lnTo>
                    <a:pt x="1622" y="2047"/>
                  </a:lnTo>
                  <a:lnTo>
                    <a:pt x="1236" y="1892"/>
                  </a:lnTo>
                  <a:lnTo>
                    <a:pt x="1004" y="1776"/>
                  </a:lnTo>
                  <a:lnTo>
                    <a:pt x="811" y="1661"/>
                  </a:lnTo>
                  <a:lnTo>
                    <a:pt x="618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1"/>
                  </a:lnTo>
                  <a:lnTo>
                    <a:pt x="541" y="657"/>
                  </a:lnTo>
                  <a:lnTo>
                    <a:pt x="618" y="579"/>
                  </a:lnTo>
                  <a:lnTo>
                    <a:pt x="696" y="502"/>
                  </a:lnTo>
                  <a:lnTo>
                    <a:pt x="811" y="463"/>
                  </a:lnTo>
                  <a:lnTo>
                    <a:pt x="927" y="425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0"/>
                  </a:lnTo>
                  <a:lnTo>
                    <a:pt x="194" y="425"/>
                  </a:lnTo>
                  <a:lnTo>
                    <a:pt x="78" y="618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1" y="1236"/>
                  </a:lnTo>
                  <a:lnTo>
                    <a:pt x="39" y="1429"/>
                  </a:lnTo>
                  <a:lnTo>
                    <a:pt x="155" y="1622"/>
                  </a:lnTo>
                  <a:lnTo>
                    <a:pt x="387" y="1854"/>
                  </a:lnTo>
                  <a:lnTo>
                    <a:pt x="618" y="2047"/>
                  </a:lnTo>
                  <a:lnTo>
                    <a:pt x="889" y="2201"/>
                  </a:lnTo>
                  <a:lnTo>
                    <a:pt x="1198" y="2317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8" y="2742"/>
                  </a:lnTo>
                  <a:lnTo>
                    <a:pt x="2202" y="2973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0" y="3012"/>
                  </a:lnTo>
                  <a:lnTo>
                    <a:pt x="2588" y="2973"/>
                  </a:lnTo>
                  <a:lnTo>
                    <a:pt x="2626" y="2896"/>
                  </a:lnTo>
                  <a:lnTo>
                    <a:pt x="2704" y="2317"/>
                  </a:lnTo>
                  <a:lnTo>
                    <a:pt x="2704" y="2008"/>
                  </a:lnTo>
                  <a:lnTo>
                    <a:pt x="2704" y="1699"/>
                  </a:lnTo>
                  <a:lnTo>
                    <a:pt x="2626" y="1429"/>
                  </a:lnTo>
                  <a:lnTo>
                    <a:pt x="2549" y="1120"/>
                  </a:lnTo>
                  <a:lnTo>
                    <a:pt x="2433" y="850"/>
                  </a:lnTo>
                  <a:lnTo>
                    <a:pt x="2279" y="579"/>
                  </a:lnTo>
                  <a:lnTo>
                    <a:pt x="2124" y="425"/>
                  </a:lnTo>
                  <a:lnTo>
                    <a:pt x="1931" y="270"/>
                  </a:lnTo>
                  <a:lnTo>
                    <a:pt x="1700" y="116"/>
                  </a:lnTo>
                  <a:lnTo>
                    <a:pt x="1506" y="39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3" name="Google Shape;5083;p21"/>
            <p:cNvSpPr/>
            <p:nvPr/>
          </p:nvSpPr>
          <p:spPr>
            <a:xfrm>
              <a:off x="2602300" y="2637850"/>
              <a:ext cx="63750" cy="173800"/>
            </a:xfrm>
            <a:custGeom>
              <a:avLst/>
              <a:gdLst/>
              <a:ahLst/>
              <a:cxnLst/>
              <a:rect l="l" t="t" r="r" b="b"/>
              <a:pathLst>
                <a:path w="2550" h="6952" extrusionOk="0">
                  <a:moveTo>
                    <a:pt x="271" y="1"/>
                  </a:moveTo>
                  <a:lnTo>
                    <a:pt x="1" y="78"/>
                  </a:lnTo>
                  <a:lnTo>
                    <a:pt x="232" y="927"/>
                  </a:lnTo>
                  <a:lnTo>
                    <a:pt x="503" y="1816"/>
                  </a:lnTo>
                  <a:lnTo>
                    <a:pt x="1082" y="3515"/>
                  </a:lnTo>
                  <a:lnTo>
                    <a:pt x="2318" y="6951"/>
                  </a:lnTo>
                  <a:lnTo>
                    <a:pt x="2549" y="6874"/>
                  </a:lnTo>
                  <a:lnTo>
                    <a:pt x="2047" y="5136"/>
                  </a:lnTo>
                  <a:lnTo>
                    <a:pt x="1507" y="3399"/>
                  </a:lnTo>
                  <a:lnTo>
                    <a:pt x="928" y="1661"/>
                  </a:lnTo>
                  <a:lnTo>
                    <a:pt x="619" y="81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4" name="Google Shape;5084;p21"/>
            <p:cNvSpPr/>
            <p:nvPr/>
          </p:nvSpPr>
          <p:spPr>
            <a:xfrm>
              <a:off x="531575" y="263882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121" y="386"/>
                  </a:moveTo>
                  <a:lnTo>
                    <a:pt x="1198" y="464"/>
                  </a:lnTo>
                  <a:lnTo>
                    <a:pt x="1237" y="541"/>
                  </a:lnTo>
                  <a:lnTo>
                    <a:pt x="1314" y="695"/>
                  </a:lnTo>
                  <a:lnTo>
                    <a:pt x="1314" y="927"/>
                  </a:lnTo>
                  <a:lnTo>
                    <a:pt x="1237" y="1081"/>
                  </a:lnTo>
                  <a:lnTo>
                    <a:pt x="1159" y="1159"/>
                  </a:lnTo>
                  <a:lnTo>
                    <a:pt x="1082" y="1197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2" y="1120"/>
                  </a:lnTo>
                  <a:lnTo>
                    <a:pt x="464" y="1043"/>
                  </a:lnTo>
                  <a:lnTo>
                    <a:pt x="426" y="966"/>
                  </a:lnTo>
                  <a:lnTo>
                    <a:pt x="387" y="850"/>
                  </a:lnTo>
                  <a:lnTo>
                    <a:pt x="387" y="773"/>
                  </a:lnTo>
                  <a:lnTo>
                    <a:pt x="426" y="541"/>
                  </a:lnTo>
                  <a:lnTo>
                    <a:pt x="542" y="579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735" y="0"/>
                  </a:moveTo>
                  <a:lnTo>
                    <a:pt x="619" y="39"/>
                  </a:lnTo>
                  <a:lnTo>
                    <a:pt x="503" y="116"/>
                  </a:lnTo>
                  <a:lnTo>
                    <a:pt x="348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41"/>
                  </a:lnTo>
                  <a:lnTo>
                    <a:pt x="40" y="695"/>
                  </a:lnTo>
                  <a:lnTo>
                    <a:pt x="1" y="850"/>
                  </a:lnTo>
                  <a:lnTo>
                    <a:pt x="40" y="1004"/>
                  </a:lnTo>
                  <a:lnTo>
                    <a:pt x="78" y="1159"/>
                  </a:lnTo>
                  <a:lnTo>
                    <a:pt x="194" y="1313"/>
                  </a:lnTo>
                  <a:lnTo>
                    <a:pt x="310" y="1468"/>
                  </a:lnTo>
                  <a:lnTo>
                    <a:pt x="464" y="1545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583"/>
                  </a:lnTo>
                  <a:lnTo>
                    <a:pt x="1352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1"/>
                  </a:lnTo>
                  <a:lnTo>
                    <a:pt x="1700" y="888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7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5" name="Google Shape;5085;p21"/>
            <p:cNvSpPr/>
            <p:nvPr/>
          </p:nvSpPr>
          <p:spPr>
            <a:xfrm>
              <a:off x="340450" y="266585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116" y="0"/>
                  </a:moveTo>
                  <a:lnTo>
                    <a:pt x="39" y="116"/>
                  </a:lnTo>
                  <a:lnTo>
                    <a:pt x="0" y="232"/>
                  </a:lnTo>
                  <a:lnTo>
                    <a:pt x="39" y="348"/>
                  </a:lnTo>
                  <a:lnTo>
                    <a:pt x="348" y="850"/>
                  </a:lnTo>
                  <a:lnTo>
                    <a:pt x="657" y="1352"/>
                  </a:lnTo>
                  <a:lnTo>
                    <a:pt x="1004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3" y="3553"/>
                  </a:lnTo>
                  <a:lnTo>
                    <a:pt x="3205" y="3901"/>
                  </a:lnTo>
                  <a:lnTo>
                    <a:pt x="3553" y="3746"/>
                  </a:lnTo>
                  <a:lnTo>
                    <a:pt x="2780" y="2974"/>
                  </a:lnTo>
                  <a:lnTo>
                    <a:pt x="2047" y="2202"/>
                  </a:lnTo>
                  <a:lnTo>
                    <a:pt x="1352" y="1429"/>
                  </a:lnTo>
                  <a:lnTo>
                    <a:pt x="1043" y="966"/>
                  </a:lnTo>
                  <a:lnTo>
                    <a:pt x="734" y="541"/>
                  </a:lnTo>
                  <a:lnTo>
                    <a:pt x="1622" y="657"/>
                  </a:lnTo>
                  <a:lnTo>
                    <a:pt x="2510" y="850"/>
                  </a:lnTo>
                  <a:lnTo>
                    <a:pt x="3012" y="1004"/>
                  </a:lnTo>
                  <a:lnTo>
                    <a:pt x="3514" y="1198"/>
                  </a:lnTo>
                  <a:lnTo>
                    <a:pt x="4016" y="1352"/>
                  </a:lnTo>
                  <a:lnTo>
                    <a:pt x="4480" y="1506"/>
                  </a:lnTo>
                  <a:lnTo>
                    <a:pt x="4595" y="1468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4" y="1506"/>
                  </a:lnTo>
                  <a:lnTo>
                    <a:pt x="4981" y="1391"/>
                  </a:lnTo>
                  <a:lnTo>
                    <a:pt x="4634" y="1120"/>
                  </a:lnTo>
                  <a:lnTo>
                    <a:pt x="4171" y="850"/>
                  </a:lnTo>
                  <a:lnTo>
                    <a:pt x="3630" y="618"/>
                  </a:lnTo>
                  <a:lnTo>
                    <a:pt x="3089" y="425"/>
                  </a:lnTo>
                  <a:lnTo>
                    <a:pt x="2510" y="309"/>
                  </a:lnTo>
                  <a:lnTo>
                    <a:pt x="1931" y="194"/>
                  </a:lnTo>
                  <a:lnTo>
                    <a:pt x="1352" y="116"/>
                  </a:lnTo>
                  <a:lnTo>
                    <a:pt x="27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6" name="Google Shape;5086;p21"/>
            <p:cNvSpPr/>
            <p:nvPr/>
          </p:nvSpPr>
          <p:spPr>
            <a:xfrm>
              <a:off x="6651075" y="2665850"/>
              <a:ext cx="126500" cy="69525"/>
            </a:xfrm>
            <a:custGeom>
              <a:avLst/>
              <a:gdLst/>
              <a:ahLst/>
              <a:cxnLst/>
              <a:rect l="l" t="t" r="r" b="b"/>
              <a:pathLst>
                <a:path w="5060" h="2781" extrusionOk="0">
                  <a:moveTo>
                    <a:pt x="4905" y="0"/>
                  </a:moveTo>
                  <a:lnTo>
                    <a:pt x="3823" y="618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395"/>
                  </a:lnTo>
                  <a:lnTo>
                    <a:pt x="39" y="2472"/>
                  </a:lnTo>
                  <a:lnTo>
                    <a:pt x="1" y="2588"/>
                  </a:lnTo>
                  <a:lnTo>
                    <a:pt x="39" y="2665"/>
                  </a:lnTo>
                  <a:lnTo>
                    <a:pt x="116" y="2742"/>
                  </a:lnTo>
                  <a:lnTo>
                    <a:pt x="387" y="2781"/>
                  </a:lnTo>
                  <a:lnTo>
                    <a:pt x="1082" y="2588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2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7" name="Google Shape;5087;p21"/>
            <p:cNvSpPr/>
            <p:nvPr/>
          </p:nvSpPr>
          <p:spPr>
            <a:xfrm>
              <a:off x="1793325" y="2698675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313" y="387"/>
                  </a:moveTo>
                  <a:lnTo>
                    <a:pt x="1507" y="464"/>
                  </a:lnTo>
                  <a:lnTo>
                    <a:pt x="1661" y="580"/>
                  </a:lnTo>
                  <a:lnTo>
                    <a:pt x="1777" y="734"/>
                  </a:lnTo>
                  <a:lnTo>
                    <a:pt x="1777" y="889"/>
                  </a:lnTo>
                  <a:lnTo>
                    <a:pt x="1777" y="927"/>
                  </a:lnTo>
                  <a:lnTo>
                    <a:pt x="1738" y="1004"/>
                  </a:lnTo>
                  <a:lnTo>
                    <a:pt x="1661" y="1043"/>
                  </a:lnTo>
                  <a:lnTo>
                    <a:pt x="1584" y="1082"/>
                  </a:lnTo>
                  <a:lnTo>
                    <a:pt x="1275" y="1120"/>
                  </a:lnTo>
                  <a:lnTo>
                    <a:pt x="927" y="1120"/>
                  </a:lnTo>
                  <a:lnTo>
                    <a:pt x="618" y="1159"/>
                  </a:lnTo>
                  <a:lnTo>
                    <a:pt x="464" y="1197"/>
                  </a:lnTo>
                  <a:lnTo>
                    <a:pt x="348" y="1275"/>
                  </a:lnTo>
                  <a:lnTo>
                    <a:pt x="348" y="1120"/>
                  </a:lnTo>
                  <a:lnTo>
                    <a:pt x="348" y="1004"/>
                  </a:lnTo>
                  <a:lnTo>
                    <a:pt x="387" y="850"/>
                  </a:lnTo>
                  <a:lnTo>
                    <a:pt x="464" y="734"/>
                  </a:lnTo>
                  <a:lnTo>
                    <a:pt x="580" y="618"/>
                  </a:lnTo>
                  <a:lnTo>
                    <a:pt x="657" y="502"/>
                  </a:lnTo>
                  <a:lnTo>
                    <a:pt x="811" y="425"/>
                  </a:lnTo>
                  <a:lnTo>
                    <a:pt x="966" y="387"/>
                  </a:lnTo>
                  <a:close/>
                  <a:moveTo>
                    <a:pt x="1005" y="0"/>
                  </a:moveTo>
                  <a:lnTo>
                    <a:pt x="811" y="39"/>
                  </a:lnTo>
                  <a:lnTo>
                    <a:pt x="618" y="116"/>
                  </a:lnTo>
                  <a:lnTo>
                    <a:pt x="425" y="232"/>
                  </a:lnTo>
                  <a:lnTo>
                    <a:pt x="271" y="348"/>
                  </a:lnTo>
                  <a:lnTo>
                    <a:pt x="155" y="502"/>
                  </a:lnTo>
                  <a:lnTo>
                    <a:pt x="78" y="695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29"/>
                  </a:lnTo>
                  <a:lnTo>
                    <a:pt x="116" y="1622"/>
                  </a:lnTo>
                  <a:lnTo>
                    <a:pt x="155" y="1738"/>
                  </a:lnTo>
                  <a:lnTo>
                    <a:pt x="232" y="1777"/>
                  </a:lnTo>
                  <a:lnTo>
                    <a:pt x="348" y="1815"/>
                  </a:lnTo>
                  <a:lnTo>
                    <a:pt x="425" y="1738"/>
                  </a:lnTo>
                  <a:lnTo>
                    <a:pt x="580" y="1622"/>
                  </a:lnTo>
                  <a:lnTo>
                    <a:pt x="696" y="1545"/>
                  </a:lnTo>
                  <a:lnTo>
                    <a:pt x="889" y="1506"/>
                  </a:lnTo>
                  <a:lnTo>
                    <a:pt x="1429" y="1506"/>
                  </a:lnTo>
                  <a:lnTo>
                    <a:pt x="1584" y="1468"/>
                  </a:lnTo>
                  <a:lnTo>
                    <a:pt x="1777" y="1429"/>
                  </a:lnTo>
                  <a:lnTo>
                    <a:pt x="1931" y="1352"/>
                  </a:lnTo>
                  <a:lnTo>
                    <a:pt x="2047" y="1236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8"/>
                  </a:lnTo>
                  <a:lnTo>
                    <a:pt x="2086" y="464"/>
                  </a:lnTo>
                  <a:lnTo>
                    <a:pt x="1970" y="309"/>
                  </a:lnTo>
                  <a:lnTo>
                    <a:pt x="1815" y="193"/>
                  </a:lnTo>
                  <a:lnTo>
                    <a:pt x="1622" y="78"/>
                  </a:lnTo>
                  <a:lnTo>
                    <a:pt x="142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8" name="Google Shape;5088;p21"/>
            <p:cNvSpPr/>
            <p:nvPr/>
          </p:nvSpPr>
          <p:spPr>
            <a:xfrm>
              <a:off x="2371575" y="2703500"/>
              <a:ext cx="351425" cy="207575"/>
            </a:xfrm>
            <a:custGeom>
              <a:avLst/>
              <a:gdLst/>
              <a:ahLst/>
              <a:cxnLst/>
              <a:rect l="l" t="t" r="r" b="b"/>
              <a:pathLst>
                <a:path w="14057" h="8303" extrusionOk="0">
                  <a:moveTo>
                    <a:pt x="13941" y="0"/>
                  </a:moveTo>
                  <a:lnTo>
                    <a:pt x="13632" y="116"/>
                  </a:lnTo>
                  <a:lnTo>
                    <a:pt x="13632" y="155"/>
                  </a:lnTo>
                  <a:lnTo>
                    <a:pt x="13555" y="773"/>
                  </a:lnTo>
                  <a:lnTo>
                    <a:pt x="13439" y="1313"/>
                  </a:lnTo>
                  <a:lnTo>
                    <a:pt x="13284" y="1854"/>
                  </a:lnTo>
                  <a:lnTo>
                    <a:pt x="13053" y="2395"/>
                  </a:lnTo>
                  <a:lnTo>
                    <a:pt x="12782" y="2897"/>
                  </a:lnTo>
                  <a:lnTo>
                    <a:pt x="12473" y="3360"/>
                  </a:lnTo>
                  <a:lnTo>
                    <a:pt x="12126" y="3823"/>
                  </a:lnTo>
                  <a:lnTo>
                    <a:pt x="11778" y="4248"/>
                  </a:lnTo>
                  <a:lnTo>
                    <a:pt x="11547" y="4325"/>
                  </a:lnTo>
                  <a:lnTo>
                    <a:pt x="11585" y="4441"/>
                  </a:lnTo>
                  <a:lnTo>
                    <a:pt x="11547" y="4480"/>
                  </a:lnTo>
                  <a:lnTo>
                    <a:pt x="11392" y="4557"/>
                  </a:lnTo>
                  <a:lnTo>
                    <a:pt x="11469" y="4557"/>
                  </a:lnTo>
                  <a:lnTo>
                    <a:pt x="10967" y="5020"/>
                  </a:lnTo>
                  <a:lnTo>
                    <a:pt x="10427" y="5445"/>
                  </a:lnTo>
                  <a:lnTo>
                    <a:pt x="9539" y="6063"/>
                  </a:lnTo>
                  <a:lnTo>
                    <a:pt x="8612" y="6642"/>
                  </a:lnTo>
                  <a:lnTo>
                    <a:pt x="8149" y="6912"/>
                  </a:lnTo>
                  <a:lnTo>
                    <a:pt x="7647" y="7144"/>
                  </a:lnTo>
                  <a:lnTo>
                    <a:pt x="7145" y="7376"/>
                  </a:lnTo>
                  <a:lnTo>
                    <a:pt x="6643" y="7569"/>
                  </a:lnTo>
                  <a:lnTo>
                    <a:pt x="6604" y="7453"/>
                  </a:lnTo>
                  <a:lnTo>
                    <a:pt x="6411" y="7492"/>
                  </a:lnTo>
                  <a:lnTo>
                    <a:pt x="4905" y="6372"/>
                  </a:lnTo>
                  <a:lnTo>
                    <a:pt x="3322" y="5291"/>
                  </a:lnTo>
                  <a:lnTo>
                    <a:pt x="1739" y="4248"/>
                  </a:lnTo>
                  <a:lnTo>
                    <a:pt x="78" y="3321"/>
                  </a:lnTo>
                  <a:lnTo>
                    <a:pt x="1" y="3399"/>
                  </a:lnTo>
                  <a:lnTo>
                    <a:pt x="3051" y="5600"/>
                  </a:lnTo>
                  <a:lnTo>
                    <a:pt x="6141" y="7723"/>
                  </a:lnTo>
                  <a:lnTo>
                    <a:pt x="5639" y="7839"/>
                  </a:lnTo>
                  <a:lnTo>
                    <a:pt x="5175" y="7916"/>
                  </a:lnTo>
                  <a:lnTo>
                    <a:pt x="4673" y="7955"/>
                  </a:lnTo>
                  <a:lnTo>
                    <a:pt x="4210" y="7994"/>
                  </a:lnTo>
                  <a:lnTo>
                    <a:pt x="4094" y="7994"/>
                  </a:lnTo>
                  <a:lnTo>
                    <a:pt x="4055" y="8071"/>
                  </a:lnTo>
                  <a:lnTo>
                    <a:pt x="4248" y="8303"/>
                  </a:lnTo>
                  <a:lnTo>
                    <a:pt x="5098" y="8303"/>
                  </a:lnTo>
                  <a:lnTo>
                    <a:pt x="5523" y="8264"/>
                  </a:lnTo>
                  <a:lnTo>
                    <a:pt x="5948" y="8187"/>
                  </a:lnTo>
                  <a:lnTo>
                    <a:pt x="6372" y="8110"/>
                  </a:lnTo>
                  <a:lnTo>
                    <a:pt x="6797" y="7955"/>
                  </a:lnTo>
                  <a:lnTo>
                    <a:pt x="7647" y="7646"/>
                  </a:lnTo>
                  <a:lnTo>
                    <a:pt x="8458" y="7221"/>
                  </a:lnTo>
                  <a:lnTo>
                    <a:pt x="9230" y="6758"/>
                  </a:lnTo>
                  <a:lnTo>
                    <a:pt x="10002" y="6295"/>
                  </a:lnTo>
                  <a:lnTo>
                    <a:pt x="10659" y="5793"/>
                  </a:lnTo>
                  <a:lnTo>
                    <a:pt x="11315" y="5252"/>
                  </a:lnTo>
                  <a:lnTo>
                    <a:pt x="11933" y="4673"/>
                  </a:lnTo>
                  <a:lnTo>
                    <a:pt x="12512" y="4055"/>
                  </a:lnTo>
                  <a:lnTo>
                    <a:pt x="12975" y="3360"/>
                  </a:lnTo>
                  <a:lnTo>
                    <a:pt x="13207" y="3012"/>
                  </a:lnTo>
                  <a:lnTo>
                    <a:pt x="13400" y="2665"/>
                  </a:lnTo>
                  <a:lnTo>
                    <a:pt x="13555" y="2279"/>
                  </a:lnTo>
                  <a:lnTo>
                    <a:pt x="13709" y="1893"/>
                  </a:lnTo>
                  <a:lnTo>
                    <a:pt x="13864" y="1506"/>
                  </a:lnTo>
                  <a:lnTo>
                    <a:pt x="13941" y="1082"/>
                  </a:lnTo>
                  <a:lnTo>
                    <a:pt x="14018" y="657"/>
                  </a:lnTo>
                  <a:lnTo>
                    <a:pt x="14057" y="232"/>
                  </a:lnTo>
                  <a:lnTo>
                    <a:pt x="14018" y="116"/>
                  </a:lnTo>
                  <a:lnTo>
                    <a:pt x="13941" y="39"/>
                  </a:lnTo>
                  <a:lnTo>
                    <a:pt x="1394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9" name="Google Shape;5089;p21"/>
            <p:cNvSpPr/>
            <p:nvPr/>
          </p:nvSpPr>
          <p:spPr>
            <a:xfrm>
              <a:off x="6594125" y="2709300"/>
              <a:ext cx="66625" cy="99450"/>
            </a:xfrm>
            <a:custGeom>
              <a:avLst/>
              <a:gdLst/>
              <a:ahLst/>
              <a:cxnLst/>
              <a:rect l="l" t="t" r="r" b="b"/>
              <a:pathLst>
                <a:path w="2665" h="3978" extrusionOk="0">
                  <a:moveTo>
                    <a:pt x="850" y="0"/>
                  </a:moveTo>
                  <a:lnTo>
                    <a:pt x="502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1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0" y="2703"/>
                  </a:lnTo>
                  <a:lnTo>
                    <a:pt x="39" y="2935"/>
                  </a:lnTo>
                  <a:lnTo>
                    <a:pt x="78" y="3167"/>
                  </a:lnTo>
                  <a:lnTo>
                    <a:pt x="155" y="3398"/>
                  </a:lnTo>
                  <a:lnTo>
                    <a:pt x="309" y="3591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8" y="3939"/>
                  </a:lnTo>
                  <a:lnTo>
                    <a:pt x="1120" y="3977"/>
                  </a:lnTo>
                  <a:lnTo>
                    <a:pt x="1313" y="3900"/>
                  </a:lnTo>
                  <a:lnTo>
                    <a:pt x="1506" y="3823"/>
                  </a:lnTo>
                  <a:lnTo>
                    <a:pt x="1661" y="3669"/>
                  </a:lnTo>
                  <a:lnTo>
                    <a:pt x="1815" y="3514"/>
                  </a:lnTo>
                  <a:lnTo>
                    <a:pt x="1970" y="3282"/>
                  </a:lnTo>
                  <a:lnTo>
                    <a:pt x="2085" y="3051"/>
                  </a:lnTo>
                  <a:lnTo>
                    <a:pt x="2317" y="2549"/>
                  </a:lnTo>
                  <a:lnTo>
                    <a:pt x="2472" y="2008"/>
                  </a:lnTo>
                  <a:lnTo>
                    <a:pt x="2626" y="1467"/>
                  </a:lnTo>
                  <a:lnTo>
                    <a:pt x="2665" y="1043"/>
                  </a:lnTo>
                  <a:lnTo>
                    <a:pt x="2394" y="1004"/>
                  </a:lnTo>
                  <a:lnTo>
                    <a:pt x="2008" y="2008"/>
                  </a:lnTo>
                  <a:lnTo>
                    <a:pt x="1738" y="2665"/>
                  </a:lnTo>
                  <a:lnTo>
                    <a:pt x="1545" y="3012"/>
                  </a:lnTo>
                  <a:lnTo>
                    <a:pt x="1468" y="3205"/>
                  </a:lnTo>
                  <a:lnTo>
                    <a:pt x="1313" y="3282"/>
                  </a:lnTo>
                  <a:lnTo>
                    <a:pt x="1159" y="3282"/>
                  </a:lnTo>
                  <a:lnTo>
                    <a:pt x="966" y="3205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3"/>
                  </a:lnTo>
                  <a:lnTo>
                    <a:pt x="541" y="2356"/>
                  </a:lnTo>
                  <a:lnTo>
                    <a:pt x="580" y="2047"/>
                  </a:lnTo>
                  <a:lnTo>
                    <a:pt x="618" y="1622"/>
                  </a:lnTo>
                  <a:lnTo>
                    <a:pt x="734" y="1197"/>
                  </a:lnTo>
                  <a:lnTo>
                    <a:pt x="888" y="772"/>
                  </a:lnTo>
                  <a:lnTo>
                    <a:pt x="1043" y="348"/>
                  </a:lnTo>
                  <a:lnTo>
                    <a:pt x="1082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0" name="Google Shape;5090;p21"/>
            <p:cNvSpPr/>
            <p:nvPr/>
          </p:nvSpPr>
          <p:spPr>
            <a:xfrm>
              <a:off x="464975" y="2716050"/>
              <a:ext cx="126500" cy="69525"/>
            </a:xfrm>
            <a:custGeom>
              <a:avLst/>
              <a:gdLst/>
              <a:ahLst/>
              <a:cxnLst/>
              <a:rect l="l" t="t" r="r" b="b"/>
              <a:pathLst>
                <a:path w="5060" h="2781" extrusionOk="0">
                  <a:moveTo>
                    <a:pt x="4905" y="0"/>
                  </a:moveTo>
                  <a:lnTo>
                    <a:pt x="3823" y="618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395"/>
                  </a:lnTo>
                  <a:lnTo>
                    <a:pt x="39" y="2472"/>
                  </a:lnTo>
                  <a:lnTo>
                    <a:pt x="0" y="2588"/>
                  </a:lnTo>
                  <a:lnTo>
                    <a:pt x="39" y="2665"/>
                  </a:lnTo>
                  <a:lnTo>
                    <a:pt x="116" y="2742"/>
                  </a:lnTo>
                  <a:lnTo>
                    <a:pt x="387" y="2781"/>
                  </a:lnTo>
                  <a:lnTo>
                    <a:pt x="1082" y="2588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2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1" name="Google Shape;5091;p21"/>
            <p:cNvSpPr/>
            <p:nvPr/>
          </p:nvSpPr>
          <p:spPr>
            <a:xfrm>
              <a:off x="2488400" y="2725700"/>
              <a:ext cx="48275" cy="165100"/>
            </a:xfrm>
            <a:custGeom>
              <a:avLst/>
              <a:gdLst/>
              <a:ahLst/>
              <a:cxnLst/>
              <a:rect l="l" t="t" r="r" b="b"/>
              <a:pathLst>
                <a:path w="1931" h="6604" extrusionOk="0">
                  <a:moveTo>
                    <a:pt x="271" y="1"/>
                  </a:moveTo>
                  <a:lnTo>
                    <a:pt x="193" y="39"/>
                  </a:lnTo>
                  <a:lnTo>
                    <a:pt x="155" y="39"/>
                  </a:lnTo>
                  <a:lnTo>
                    <a:pt x="0" y="155"/>
                  </a:lnTo>
                  <a:lnTo>
                    <a:pt x="0" y="194"/>
                  </a:lnTo>
                  <a:lnTo>
                    <a:pt x="348" y="1815"/>
                  </a:lnTo>
                  <a:lnTo>
                    <a:pt x="773" y="3437"/>
                  </a:lnTo>
                  <a:lnTo>
                    <a:pt x="1236" y="5021"/>
                  </a:lnTo>
                  <a:lnTo>
                    <a:pt x="1738" y="6604"/>
                  </a:lnTo>
                  <a:lnTo>
                    <a:pt x="1931" y="6565"/>
                  </a:lnTo>
                  <a:lnTo>
                    <a:pt x="1622" y="4982"/>
                  </a:lnTo>
                  <a:lnTo>
                    <a:pt x="1236" y="3360"/>
                  </a:lnTo>
                  <a:lnTo>
                    <a:pt x="773" y="1777"/>
                  </a:lnTo>
                  <a:lnTo>
                    <a:pt x="271" y="194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2" name="Google Shape;5092;p21"/>
            <p:cNvSpPr/>
            <p:nvPr/>
          </p:nvSpPr>
          <p:spPr>
            <a:xfrm>
              <a:off x="2495150" y="2725700"/>
              <a:ext cx="165100" cy="91725"/>
            </a:xfrm>
            <a:custGeom>
              <a:avLst/>
              <a:gdLst/>
              <a:ahLst/>
              <a:cxnLst/>
              <a:rect l="l" t="t" r="r" b="b"/>
              <a:pathLst>
                <a:path w="6604" h="3669" extrusionOk="0">
                  <a:moveTo>
                    <a:pt x="116" y="1"/>
                  </a:moveTo>
                  <a:lnTo>
                    <a:pt x="1" y="194"/>
                  </a:lnTo>
                  <a:lnTo>
                    <a:pt x="1622" y="1043"/>
                  </a:lnTo>
                  <a:lnTo>
                    <a:pt x="3244" y="1893"/>
                  </a:lnTo>
                  <a:lnTo>
                    <a:pt x="4017" y="2356"/>
                  </a:lnTo>
                  <a:lnTo>
                    <a:pt x="4827" y="2819"/>
                  </a:lnTo>
                  <a:lnTo>
                    <a:pt x="5638" y="3283"/>
                  </a:lnTo>
                  <a:lnTo>
                    <a:pt x="6024" y="3476"/>
                  </a:lnTo>
                  <a:lnTo>
                    <a:pt x="6449" y="3669"/>
                  </a:lnTo>
                  <a:lnTo>
                    <a:pt x="6604" y="3592"/>
                  </a:lnTo>
                  <a:lnTo>
                    <a:pt x="6604" y="3515"/>
                  </a:lnTo>
                  <a:lnTo>
                    <a:pt x="6565" y="3437"/>
                  </a:lnTo>
                  <a:lnTo>
                    <a:pt x="6218" y="3167"/>
                  </a:lnTo>
                  <a:lnTo>
                    <a:pt x="5870" y="2935"/>
                  </a:lnTo>
                  <a:lnTo>
                    <a:pt x="5098" y="2472"/>
                  </a:lnTo>
                  <a:lnTo>
                    <a:pt x="3515" y="1622"/>
                  </a:lnTo>
                  <a:lnTo>
                    <a:pt x="1815" y="773"/>
                  </a:lnTo>
                  <a:lnTo>
                    <a:pt x="966" y="387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3" name="Google Shape;5093;p21"/>
            <p:cNvSpPr/>
            <p:nvPr/>
          </p:nvSpPr>
          <p:spPr>
            <a:xfrm>
              <a:off x="4212550" y="2732450"/>
              <a:ext cx="315700" cy="477900"/>
            </a:xfrm>
            <a:custGeom>
              <a:avLst/>
              <a:gdLst/>
              <a:ahLst/>
              <a:cxnLst/>
              <a:rect l="l" t="t" r="r" b="b"/>
              <a:pathLst>
                <a:path w="12628" h="19116" extrusionOk="0">
                  <a:moveTo>
                    <a:pt x="1004" y="619"/>
                  </a:moveTo>
                  <a:lnTo>
                    <a:pt x="1661" y="850"/>
                  </a:lnTo>
                  <a:lnTo>
                    <a:pt x="2317" y="1121"/>
                  </a:lnTo>
                  <a:lnTo>
                    <a:pt x="2742" y="1352"/>
                  </a:lnTo>
                  <a:lnTo>
                    <a:pt x="3167" y="1584"/>
                  </a:lnTo>
                  <a:lnTo>
                    <a:pt x="3321" y="1700"/>
                  </a:lnTo>
                  <a:lnTo>
                    <a:pt x="3476" y="1854"/>
                  </a:lnTo>
                  <a:lnTo>
                    <a:pt x="3669" y="2125"/>
                  </a:lnTo>
                  <a:lnTo>
                    <a:pt x="3862" y="2472"/>
                  </a:lnTo>
                  <a:lnTo>
                    <a:pt x="4016" y="2820"/>
                  </a:lnTo>
                  <a:lnTo>
                    <a:pt x="5677" y="6797"/>
                  </a:lnTo>
                  <a:lnTo>
                    <a:pt x="9075" y="15022"/>
                  </a:lnTo>
                  <a:lnTo>
                    <a:pt x="9152" y="15099"/>
                  </a:lnTo>
                  <a:lnTo>
                    <a:pt x="9191" y="15138"/>
                  </a:lnTo>
                  <a:lnTo>
                    <a:pt x="9345" y="15138"/>
                  </a:lnTo>
                  <a:lnTo>
                    <a:pt x="8920" y="15370"/>
                  </a:lnTo>
                  <a:lnTo>
                    <a:pt x="7955" y="13516"/>
                  </a:lnTo>
                  <a:lnTo>
                    <a:pt x="6990" y="11663"/>
                  </a:lnTo>
                  <a:lnTo>
                    <a:pt x="5020" y="7956"/>
                  </a:lnTo>
                  <a:lnTo>
                    <a:pt x="3012" y="4287"/>
                  </a:lnTo>
                  <a:lnTo>
                    <a:pt x="1004" y="619"/>
                  </a:lnTo>
                  <a:close/>
                  <a:moveTo>
                    <a:pt x="657" y="503"/>
                  </a:moveTo>
                  <a:lnTo>
                    <a:pt x="657" y="541"/>
                  </a:lnTo>
                  <a:lnTo>
                    <a:pt x="4673" y="8033"/>
                  </a:lnTo>
                  <a:lnTo>
                    <a:pt x="6719" y="11740"/>
                  </a:lnTo>
                  <a:lnTo>
                    <a:pt x="7762" y="13593"/>
                  </a:lnTo>
                  <a:lnTo>
                    <a:pt x="8805" y="15447"/>
                  </a:lnTo>
                  <a:lnTo>
                    <a:pt x="8650" y="15524"/>
                  </a:lnTo>
                  <a:lnTo>
                    <a:pt x="7414" y="13748"/>
                  </a:lnTo>
                  <a:lnTo>
                    <a:pt x="6179" y="12010"/>
                  </a:lnTo>
                  <a:lnTo>
                    <a:pt x="3592" y="8535"/>
                  </a:lnTo>
                  <a:lnTo>
                    <a:pt x="2317" y="6758"/>
                  </a:lnTo>
                  <a:lnTo>
                    <a:pt x="1004" y="4944"/>
                  </a:lnTo>
                  <a:lnTo>
                    <a:pt x="850" y="4712"/>
                  </a:lnTo>
                  <a:lnTo>
                    <a:pt x="734" y="4480"/>
                  </a:lnTo>
                  <a:lnTo>
                    <a:pt x="618" y="4210"/>
                  </a:lnTo>
                  <a:lnTo>
                    <a:pt x="541" y="3940"/>
                  </a:lnTo>
                  <a:lnTo>
                    <a:pt x="464" y="3399"/>
                  </a:lnTo>
                  <a:lnTo>
                    <a:pt x="425" y="2820"/>
                  </a:lnTo>
                  <a:lnTo>
                    <a:pt x="464" y="2241"/>
                  </a:lnTo>
                  <a:lnTo>
                    <a:pt x="502" y="1661"/>
                  </a:lnTo>
                  <a:lnTo>
                    <a:pt x="657" y="503"/>
                  </a:lnTo>
                  <a:close/>
                  <a:moveTo>
                    <a:pt x="11508" y="12280"/>
                  </a:moveTo>
                  <a:lnTo>
                    <a:pt x="11662" y="12358"/>
                  </a:lnTo>
                  <a:lnTo>
                    <a:pt x="11817" y="12435"/>
                  </a:lnTo>
                  <a:lnTo>
                    <a:pt x="12164" y="12860"/>
                  </a:lnTo>
                  <a:lnTo>
                    <a:pt x="12241" y="13053"/>
                  </a:lnTo>
                  <a:lnTo>
                    <a:pt x="12280" y="13246"/>
                  </a:lnTo>
                  <a:lnTo>
                    <a:pt x="12241" y="13439"/>
                  </a:lnTo>
                  <a:lnTo>
                    <a:pt x="12203" y="13632"/>
                  </a:lnTo>
                  <a:lnTo>
                    <a:pt x="12048" y="14018"/>
                  </a:lnTo>
                  <a:lnTo>
                    <a:pt x="11855" y="14366"/>
                  </a:lnTo>
                  <a:lnTo>
                    <a:pt x="11508" y="14790"/>
                  </a:lnTo>
                  <a:lnTo>
                    <a:pt x="11121" y="15176"/>
                  </a:lnTo>
                  <a:lnTo>
                    <a:pt x="10697" y="15524"/>
                  </a:lnTo>
                  <a:lnTo>
                    <a:pt x="10272" y="15872"/>
                  </a:lnTo>
                  <a:lnTo>
                    <a:pt x="10156" y="15872"/>
                  </a:lnTo>
                  <a:lnTo>
                    <a:pt x="10118" y="15987"/>
                  </a:lnTo>
                  <a:lnTo>
                    <a:pt x="9770" y="16180"/>
                  </a:lnTo>
                  <a:lnTo>
                    <a:pt x="9114" y="16605"/>
                  </a:lnTo>
                  <a:lnTo>
                    <a:pt x="8457" y="16953"/>
                  </a:lnTo>
                  <a:lnTo>
                    <a:pt x="7723" y="17262"/>
                  </a:lnTo>
                  <a:lnTo>
                    <a:pt x="6990" y="17493"/>
                  </a:lnTo>
                  <a:lnTo>
                    <a:pt x="6642" y="17609"/>
                  </a:lnTo>
                  <a:lnTo>
                    <a:pt x="6295" y="17648"/>
                  </a:lnTo>
                  <a:lnTo>
                    <a:pt x="5754" y="17648"/>
                  </a:lnTo>
                  <a:lnTo>
                    <a:pt x="5561" y="17571"/>
                  </a:lnTo>
                  <a:lnTo>
                    <a:pt x="5445" y="17493"/>
                  </a:lnTo>
                  <a:lnTo>
                    <a:pt x="5329" y="17416"/>
                  </a:lnTo>
                  <a:lnTo>
                    <a:pt x="5098" y="17184"/>
                  </a:lnTo>
                  <a:lnTo>
                    <a:pt x="4982" y="16876"/>
                  </a:lnTo>
                  <a:lnTo>
                    <a:pt x="4904" y="16605"/>
                  </a:lnTo>
                  <a:lnTo>
                    <a:pt x="4943" y="16412"/>
                  </a:lnTo>
                  <a:lnTo>
                    <a:pt x="4982" y="16219"/>
                  </a:lnTo>
                  <a:lnTo>
                    <a:pt x="5059" y="16065"/>
                  </a:lnTo>
                  <a:lnTo>
                    <a:pt x="5175" y="15949"/>
                  </a:lnTo>
                  <a:lnTo>
                    <a:pt x="5291" y="15833"/>
                  </a:lnTo>
                  <a:lnTo>
                    <a:pt x="5406" y="15756"/>
                  </a:lnTo>
                  <a:lnTo>
                    <a:pt x="5522" y="15717"/>
                  </a:lnTo>
                  <a:lnTo>
                    <a:pt x="5638" y="15756"/>
                  </a:lnTo>
                  <a:lnTo>
                    <a:pt x="5793" y="15833"/>
                  </a:lnTo>
                  <a:lnTo>
                    <a:pt x="5947" y="15949"/>
                  </a:lnTo>
                  <a:lnTo>
                    <a:pt x="6063" y="16142"/>
                  </a:lnTo>
                  <a:lnTo>
                    <a:pt x="6256" y="16374"/>
                  </a:lnTo>
                  <a:lnTo>
                    <a:pt x="6102" y="16412"/>
                  </a:lnTo>
                  <a:lnTo>
                    <a:pt x="6024" y="16451"/>
                  </a:lnTo>
                  <a:lnTo>
                    <a:pt x="6024" y="16567"/>
                  </a:lnTo>
                  <a:lnTo>
                    <a:pt x="6063" y="16644"/>
                  </a:lnTo>
                  <a:lnTo>
                    <a:pt x="6140" y="16644"/>
                  </a:lnTo>
                  <a:lnTo>
                    <a:pt x="6912" y="16567"/>
                  </a:lnTo>
                  <a:lnTo>
                    <a:pt x="7685" y="16374"/>
                  </a:lnTo>
                  <a:lnTo>
                    <a:pt x="8496" y="16065"/>
                  </a:lnTo>
                  <a:lnTo>
                    <a:pt x="9229" y="15717"/>
                  </a:lnTo>
                  <a:lnTo>
                    <a:pt x="9616" y="15485"/>
                  </a:lnTo>
                  <a:lnTo>
                    <a:pt x="9963" y="15254"/>
                  </a:lnTo>
                  <a:lnTo>
                    <a:pt x="10272" y="15022"/>
                  </a:lnTo>
                  <a:lnTo>
                    <a:pt x="10581" y="14752"/>
                  </a:lnTo>
                  <a:lnTo>
                    <a:pt x="10890" y="14481"/>
                  </a:lnTo>
                  <a:lnTo>
                    <a:pt x="11121" y="14173"/>
                  </a:lnTo>
                  <a:lnTo>
                    <a:pt x="11353" y="13825"/>
                  </a:lnTo>
                  <a:lnTo>
                    <a:pt x="11546" y="13516"/>
                  </a:lnTo>
                  <a:lnTo>
                    <a:pt x="11546" y="13439"/>
                  </a:lnTo>
                  <a:lnTo>
                    <a:pt x="11546" y="13362"/>
                  </a:lnTo>
                  <a:lnTo>
                    <a:pt x="11508" y="13284"/>
                  </a:lnTo>
                  <a:lnTo>
                    <a:pt x="11430" y="13246"/>
                  </a:lnTo>
                  <a:lnTo>
                    <a:pt x="11237" y="13246"/>
                  </a:lnTo>
                  <a:lnTo>
                    <a:pt x="11160" y="13323"/>
                  </a:lnTo>
                  <a:lnTo>
                    <a:pt x="10967" y="13671"/>
                  </a:lnTo>
                  <a:lnTo>
                    <a:pt x="10774" y="13555"/>
                  </a:lnTo>
                  <a:lnTo>
                    <a:pt x="10658" y="13439"/>
                  </a:lnTo>
                  <a:lnTo>
                    <a:pt x="10619" y="13284"/>
                  </a:lnTo>
                  <a:lnTo>
                    <a:pt x="10581" y="13169"/>
                  </a:lnTo>
                  <a:lnTo>
                    <a:pt x="10619" y="13014"/>
                  </a:lnTo>
                  <a:lnTo>
                    <a:pt x="10658" y="12860"/>
                  </a:lnTo>
                  <a:lnTo>
                    <a:pt x="10851" y="12628"/>
                  </a:lnTo>
                  <a:lnTo>
                    <a:pt x="10928" y="12473"/>
                  </a:lnTo>
                  <a:lnTo>
                    <a:pt x="11044" y="12358"/>
                  </a:lnTo>
                  <a:lnTo>
                    <a:pt x="11121" y="12319"/>
                  </a:lnTo>
                  <a:lnTo>
                    <a:pt x="11237" y="12280"/>
                  </a:lnTo>
                  <a:close/>
                  <a:moveTo>
                    <a:pt x="425" y="1"/>
                  </a:moveTo>
                  <a:lnTo>
                    <a:pt x="348" y="40"/>
                  </a:lnTo>
                  <a:lnTo>
                    <a:pt x="271" y="117"/>
                  </a:lnTo>
                  <a:lnTo>
                    <a:pt x="232" y="194"/>
                  </a:lnTo>
                  <a:lnTo>
                    <a:pt x="78" y="2588"/>
                  </a:lnTo>
                  <a:lnTo>
                    <a:pt x="39" y="3013"/>
                  </a:lnTo>
                  <a:lnTo>
                    <a:pt x="0" y="3476"/>
                  </a:lnTo>
                  <a:lnTo>
                    <a:pt x="39" y="3901"/>
                  </a:lnTo>
                  <a:lnTo>
                    <a:pt x="116" y="4326"/>
                  </a:lnTo>
                  <a:lnTo>
                    <a:pt x="232" y="4519"/>
                  </a:lnTo>
                  <a:lnTo>
                    <a:pt x="348" y="4751"/>
                  </a:lnTo>
                  <a:lnTo>
                    <a:pt x="618" y="5175"/>
                  </a:lnTo>
                  <a:lnTo>
                    <a:pt x="1236" y="5986"/>
                  </a:lnTo>
                  <a:lnTo>
                    <a:pt x="2665" y="7956"/>
                  </a:lnTo>
                  <a:lnTo>
                    <a:pt x="5445" y="11817"/>
                  </a:lnTo>
                  <a:lnTo>
                    <a:pt x="6874" y="13748"/>
                  </a:lnTo>
                  <a:lnTo>
                    <a:pt x="8341" y="15640"/>
                  </a:lnTo>
                  <a:lnTo>
                    <a:pt x="7492" y="15987"/>
                  </a:lnTo>
                  <a:lnTo>
                    <a:pt x="6642" y="16258"/>
                  </a:lnTo>
                  <a:lnTo>
                    <a:pt x="6681" y="16103"/>
                  </a:lnTo>
                  <a:lnTo>
                    <a:pt x="6681" y="15949"/>
                  </a:lnTo>
                  <a:lnTo>
                    <a:pt x="6642" y="15756"/>
                  </a:lnTo>
                  <a:lnTo>
                    <a:pt x="6565" y="15640"/>
                  </a:lnTo>
                  <a:lnTo>
                    <a:pt x="6488" y="15485"/>
                  </a:lnTo>
                  <a:lnTo>
                    <a:pt x="6333" y="15370"/>
                  </a:lnTo>
                  <a:lnTo>
                    <a:pt x="6179" y="15292"/>
                  </a:lnTo>
                  <a:lnTo>
                    <a:pt x="6024" y="15254"/>
                  </a:lnTo>
                  <a:lnTo>
                    <a:pt x="5715" y="15254"/>
                  </a:lnTo>
                  <a:lnTo>
                    <a:pt x="5484" y="15292"/>
                  </a:lnTo>
                  <a:lnTo>
                    <a:pt x="5213" y="15408"/>
                  </a:lnTo>
                  <a:lnTo>
                    <a:pt x="5020" y="15601"/>
                  </a:lnTo>
                  <a:lnTo>
                    <a:pt x="4827" y="15794"/>
                  </a:lnTo>
                  <a:lnTo>
                    <a:pt x="4711" y="16026"/>
                  </a:lnTo>
                  <a:lnTo>
                    <a:pt x="4596" y="16296"/>
                  </a:lnTo>
                  <a:lnTo>
                    <a:pt x="4596" y="16567"/>
                  </a:lnTo>
                  <a:lnTo>
                    <a:pt x="4634" y="16991"/>
                  </a:lnTo>
                  <a:lnTo>
                    <a:pt x="4750" y="17300"/>
                  </a:lnTo>
                  <a:lnTo>
                    <a:pt x="4904" y="17532"/>
                  </a:lnTo>
                  <a:lnTo>
                    <a:pt x="5098" y="17725"/>
                  </a:lnTo>
                  <a:lnTo>
                    <a:pt x="5368" y="17841"/>
                  </a:lnTo>
                  <a:lnTo>
                    <a:pt x="5677" y="17918"/>
                  </a:lnTo>
                  <a:lnTo>
                    <a:pt x="6024" y="17957"/>
                  </a:lnTo>
                  <a:lnTo>
                    <a:pt x="6372" y="17918"/>
                  </a:lnTo>
                  <a:lnTo>
                    <a:pt x="6719" y="17841"/>
                  </a:lnTo>
                  <a:lnTo>
                    <a:pt x="7106" y="17764"/>
                  </a:lnTo>
                  <a:lnTo>
                    <a:pt x="7878" y="17532"/>
                  </a:lnTo>
                  <a:lnTo>
                    <a:pt x="8573" y="17223"/>
                  </a:lnTo>
                  <a:lnTo>
                    <a:pt x="9152" y="16953"/>
                  </a:lnTo>
                  <a:lnTo>
                    <a:pt x="9229" y="16876"/>
                  </a:lnTo>
                  <a:lnTo>
                    <a:pt x="9461" y="16760"/>
                  </a:lnTo>
                  <a:lnTo>
                    <a:pt x="10233" y="16258"/>
                  </a:lnTo>
                  <a:lnTo>
                    <a:pt x="10813" y="17107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5"/>
                  </a:lnTo>
                  <a:lnTo>
                    <a:pt x="12280" y="19038"/>
                  </a:lnTo>
                  <a:lnTo>
                    <a:pt x="12203" y="18884"/>
                  </a:lnTo>
                  <a:lnTo>
                    <a:pt x="11817" y="18150"/>
                  </a:lnTo>
                  <a:lnTo>
                    <a:pt x="11392" y="17455"/>
                  </a:lnTo>
                  <a:lnTo>
                    <a:pt x="10928" y="16760"/>
                  </a:lnTo>
                  <a:lnTo>
                    <a:pt x="10465" y="16103"/>
                  </a:lnTo>
                  <a:lnTo>
                    <a:pt x="10967" y="15717"/>
                  </a:lnTo>
                  <a:lnTo>
                    <a:pt x="11469" y="15254"/>
                  </a:lnTo>
                  <a:lnTo>
                    <a:pt x="11894" y="14790"/>
                  </a:lnTo>
                  <a:lnTo>
                    <a:pt x="12125" y="14559"/>
                  </a:lnTo>
                  <a:lnTo>
                    <a:pt x="12280" y="14288"/>
                  </a:lnTo>
                  <a:lnTo>
                    <a:pt x="12434" y="14057"/>
                  </a:lnTo>
                  <a:lnTo>
                    <a:pt x="12512" y="13786"/>
                  </a:lnTo>
                  <a:lnTo>
                    <a:pt x="12589" y="13555"/>
                  </a:lnTo>
                  <a:lnTo>
                    <a:pt x="12627" y="13284"/>
                  </a:lnTo>
                  <a:lnTo>
                    <a:pt x="12589" y="13053"/>
                  </a:lnTo>
                  <a:lnTo>
                    <a:pt x="12512" y="12821"/>
                  </a:lnTo>
                  <a:lnTo>
                    <a:pt x="12357" y="12589"/>
                  </a:lnTo>
                  <a:lnTo>
                    <a:pt x="12164" y="12358"/>
                  </a:lnTo>
                  <a:lnTo>
                    <a:pt x="11971" y="12203"/>
                  </a:lnTo>
                  <a:lnTo>
                    <a:pt x="11739" y="12087"/>
                  </a:lnTo>
                  <a:lnTo>
                    <a:pt x="11469" y="12010"/>
                  </a:lnTo>
                  <a:lnTo>
                    <a:pt x="11237" y="12010"/>
                  </a:lnTo>
                  <a:lnTo>
                    <a:pt x="10967" y="12049"/>
                  </a:lnTo>
                  <a:lnTo>
                    <a:pt x="10735" y="12126"/>
                  </a:lnTo>
                  <a:lnTo>
                    <a:pt x="10542" y="12280"/>
                  </a:lnTo>
                  <a:lnTo>
                    <a:pt x="10388" y="12512"/>
                  </a:lnTo>
                  <a:lnTo>
                    <a:pt x="10311" y="12705"/>
                  </a:lnTo>
                  <a:lnTo>
                    <a:pt x="10272" y="12898"/>
                  </a:lnTo>
                  <a:lnTo>
                    <a:pt x="10272" y="13091"/>
                  </a:lnTo>
                  <a:lnTo>
                    <a:pt x="10311" y="13284"/>
                  </a:lnTo>
                  <a:lnTo>
                    <a:pt x="10388" y="13477"/>
                  </a:lnTo>
                  <a:lnTo>
                    <a:pt x="10504" y="13632"/>
                  </a:lnTo>
                  <a:lnTo>
                    <a:pt x="10619" y="13786"/>
                  </a:lnTo>
                  <a:lnTo>
                    <a:pt x="10813" y="13902"/>
                  </a:lnTo>
                  <a:lnTo>
                    <a:pt x="10504" y="14250"/>
                  </a:lnTo>
                  <a:lnTo>
                    <a:pt x="10156" y="14597"/>
                  </a:lnTo>
                  <a:lnTo>
                    <a:pt x="9770" y="14868"/>
                  </a:lnTo>
                  <a:lnTo>
                    <a:pt x="9430" y="15084"/>
                  </a:lnTo>
                  <a:lnTo>
                    <a:pt x="9461" y="15022"/>
                  </a:lnTo>
                  <a:lnTo>
                    <a:pt x="9500" y="14945"/>
                  </a:lnTo>
                  <a:lnTo>
                    <a:pt x="9461" y="14829"/>
                  </a:lnTo>
                  <a:lnTo>
                    <a:pt x="5715" y="5754"/>
                  </a:lnTo>
                  <a:lnTo>
                    <a:pt x="4789" y="3476"/>
                  </a:lnTo>
                  <a:lnTo>
                    <a:pt x="4364" y="2472"/>
                  </a:lnTo>
                  <a:lnTo>
                    <a:pt x="4132" y="1970"/>
                  </a:lnTo>
                  <a:lnTo>
                    <a:pt x="3978" y="1739"/>
                  </a:lnTo>
                  <a:lnTo>
                    <a:pt x="3823" y="1545"/>
                  </a:lnTo>
                  <a:lnTo>
                    <a:pt x="3514" y="1237"/>
                  </a:lnTo>
                  <a:lnTo>
                    <a:pt x="3128" y="966"/>
                  </a:lnTo>
                  <a:lnTo>
                    <a:pt x="2742" y="773"/>
                  </a:lnTo>
                  <a:lnTo>
                    <a:pt x="2279" y="541"/>
                  </a:lnTo>
                  <a:lnTo>
                    <a:pt x="1815" y="387"/>
                  </a:lnTo>
                  <a:lnTo>
                    <a:pt x="1391" y="233"/>
                  </a:lnTo>
                  <a:lnTo>
                    <a:pt x="54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4" name="Google Shape;5094;p21"/>
            <p:cNvSpPr/>
            <p:nvPr/>
          </p:nvSpPr>
          <p:spPr>
            <a:xfrm>
              <a:off x="3419975" y="2751775"/>
              <a:ext cx="68575" cy="77250"/>
            </a:xfrm>
            <a:custGeom>
              <a:avLst/>
              <a:gdLst/>
              <a:ahLst/>
              <a:cxnLst/>
              <a:rect l="l" t="t" r="r" b="b"/>
              <a:pathLst>
                <a:path w="2743" h="3090" extrusionOk="0">
                  <a:moveTo>
                    <a:pt x="1198" y="464"/>
                  </a:moveTo>
                  <a:lnTo>
                    <a:pt x="1429" y="502"/>
                  </a:lnTo>
                  <a:lnTo>
                    <a:pt x="1700" y="618"/>
                  </a:lnTo>
                  <a:lnTo>
                    <a:pt x="1893" y="772"/>
                  </a:lnTo>
                  <a:lnTo>
                    <a:pt x="2047" y="966"/>
                  </a:lnTo>
                  <a:lnTo>
                    <a:pt x="2163" y="1159"/>
                  </a:lnTo>
                  <a:lnTo>
                    <a:pt x="2240" y="1352"/>
                  </a:lnTo>
                  <a:lnTo>
                    <a:pt x="2356" y="1738"/>
                  </a:lnTo>
                  <a:lnTo>
                    <a:pt x="2395" y="2163"/>
                  </a:lnTo>
                  <a:lnTo>
                    <a:pt x="2395" y="2587"/>
                  </a:lnTo>
                  <a:lnTo>
                    <a:pt x="2240" y="2433"/>
                  </a:lnTo>
                  <a:lnTo>
                    <a:pt x="2047" y="2278"/>
                  </a:lnTo>
                  <a:lnTo>
                    <a:pt x="1661" y="2085"/>
                  </a:lnTo>
                  <a:lnTo>
                    <a:pt x="1275" y="1931"/>
                  </a:lnTo>
                  <a:lnTo>
                    <a:pt x="1043" y="1815"/>
                  </a:lnTo>
                  <a:lnTo>
                    <a:pt x="850" y="1699"/>
                  </a:lnTo>
                  <a:lnTo>
                    <a:pt x="657" y="1545"/>
                  </a:lnTo>
                  <a:lnTo>
                    <a:pt x="503" y="1390"/>
                  </a:lnTo>
                  <a:lnTo>
                    <a:pt x="425" y="1197"/>
                  </a:lnTo>
                  <a:lnTo>
                    <a:pt x="425" y="1081"/>
                  </a:lnTo>
                  <a:lnTo>
                    <a:pt x="425" y="966"/>
                  </a:lnTo>
                  <a:lnTo>
                    <a:pt x="503" y="811"/>
                  </a:lnTo>
                  <a:lnTo>
                    <a:pt x="541" y="695"/>
                  </a:lnTo>
                  <a:lnTo>
                    <a:pt x="618" y="618"/>
                  </a:lnTo>
                  <a:lnTo>
                    <a:pt x="734" y="541"/>
                  </a:lnTo>
                  <a:lnTo>
                    <a:pt x="850" y="464"/>
                  </a:lnTo>
                  <a:close/>
                  <a:moveTo>
                    <a:pt x="1043" y="0"/>
                  </a:moveTo>
                  <a:lnTo>
                    <a:pt x="812" y="77"/>
                  </a:lnTo>
                  <a:lnTo>
                    <a:pt x="580" y="155"/>
                  </a:lnTo>
                  <a:lnTo>
                    <a:pt x="387" y="309"/>
                  </a:lnTo>
                  <a:lnTo>
                    <a:pt x="232" y="464"/>
                  </a:lnTo>
                  <a:lnTo>
                    <a:pt x="116" y="618"/>
                  </a:lnTo>
                  <a:lnTo>
                    <a:pt x="39" y="811"/>
                  </a:lnTo>
                  <a:lnTo>
                    <a:pt x="1" y="1043"/>
                  </a:lnTo>
                  <a:lnTo>
                    <a:pt x="39" y="1236"/>
                  </a:lnTo>
                  <a:lnTo>
                    <a:pt x="78" y="1468"/>
                  </a:lnTo>
                  <a:lnTo>
                    <a:pt x="194" y="1661"/>
                  </a:lnTo>
                  <a:lnTo>
                    <a:pt x="387" y="1892"/>
                  </a:lnTo>
                  <a:lnTo>
                    <a:pt x="657" y="2085"/>
                  </a:lnTo>
                  <a:lnTo>
                    <a:pt x="927" y="2201"/>
                  </a:lnTo>
                  <a:lnTo>
                    <a:pt x="1236" y="2317"/>
                  </a:lnTo>
                  <a:lnTo>
                    <a:pt x="1507" y="2433"/>
                  </a:lnTo>
                  <a:lnTo>
                    <a:pt x="1777" y="2587"/>
                  </a:lnTo>
                  <a:lnTo>
                    <a:pt x="2009" y="2780"/>
                  </a:lnTo>
                  <a:lnTo>
                    <a:pt x="2240" y="3012"/>
                  </a:lnTo>
                  <a:lnTo>
                    <a:pt x="2317" y="3051"/>
                  </a:lnTo>
                  <a:lnTo>
                    <a:pt x="2395" y="3089"/>
                  </a:lnTo>
                  <a:lnTo>
                    <a:pt x="2472" y="3051"/>
                  </a:lnTo>
                  <a:lnTo>
                    <a:pt x="2549" y="3012"/>
                  </a:lnTo>
                  <a:lnTo>
                    <a:pt x="2588" y="3012"/>
                  </a:lnTo>
                  <a:lnTo>
                    <a:pt x="2626" y="2935"/>
                  </a:lnTo>
                  <a:lnTo>
                    <a:pt x="2704" y="2356"/>
                  </a:lnTo>
                  <a:lnTo>
                    <a:pt x="2742" y="2047"/>
                  </a:lnTo>
                  <a:lnTo>
                    <a:pt x="2704" y="1738"/>
                  </a:lnTo>
                  <a:lnTo>
                    <a:pt x="2665" y="1429"/>
                  </a:lnTo>
                  <a:lnTo>
                    <a:pt x="2588" y="1159"/>
                  </a:lnTo>
                  <a:lnTo>
                    <a:pt x="2472" y="888"/>
                  </a:lnTo>
                  <a:lnTo>
                    <a:pt x="2317" y="618"/>
                  </a:lnTo>
                  <a:lnTo>
                    <a:pt x="2124" y="425"/>
                  </a:lnTo>
                  <a:lnTo>
                    <a:pt x="1931" y="270"/>
                  </a:lnTo>
                  <a:lnTo>
                    <a:pt x="1738" y="155"/>
                  </a:lnTo>
                  <a:lnTo>
                    <a:pt x="1507" y="77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5" name="Google Shape;5095;p21"/>
            <p:cNvSpPr/>
            <p:nvPr/>
          </p:nvSpPr>
          <p:spPr>
            <a:xfrm>
              <a:off x="408025" y="2759500"/>
              <a:ext cx="66625" cy="99450"/>
            </a:xfrm>
            <a:custGeom>
              <a:avLst/>
              <a:gdLst/>
              <a:ahLst/>
              <a:cxnLst/>
              <a:rect l="l" t="t" r="r" b="b"/>
              <a:pathLst>
                <a:path w="2665" h="3978" extrusionOk="0">
                  <a:moveTo>
                    <a:pt x="850" y="0"/>
                  </a:moveTo>
                  <a:lnTo>
                    <a:pt x="502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1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0" y="2703"/>
                  </a:lnTo>
                  <a:lnTo>
                    <a:pt x="39" y="2935"/>
                  </a:lnTo>
                  <a:lnTo>
                    <a:pt x="77" y="3167"/>
                  </a:lnTo>
                  <a:lnTo>
                    <a:pt x="155" y="3398"/>
                  </a:lnTo>
                  <a:lnTo>
                    <a:pt x="309" y="3591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8" y="3939"/>
                  </a:lnTo>
                  <a:lnTo>
                    <a:pt x="1120" y="3977"/>
                  </a:lnTo>
                  <a:lnTo>
                    <a:pt x="1313" y="3900"/>
                  </a:lnTo>
                  <a:lnTo>
                    <a:pt x="1506" y="3823"/>
                  </a:lnTo>
                  <a:lnTo>
                    <a:pt x="1661" y="3669"/>
                  </a:lnTo>
                  <a:lnTo>
                    <a:pt x="1815" y="3514"/>
                  </a:lnTo>
                  <a:lnTo>
                    <a:pt x="1970" y="3282"/>
                  </a:lnTo>
                  <a:lnTo>
                    <a:pt x="2085" y="3051"/>
                  </a:lnTo>
                  <a:lnTo>
                    <a:pt x="2317" y="2549"/>
                  </a:lnTo>
                  <a:lnTo>
                    <a:pt x="2472" y="2008"/>
                  </a:lnTo>
                  <a:lnTo>
                    <a:pt x="2626" y="1467"/>
                  </a:lnTo>
                  <a:lnTo>
                    <a:pt x="2665" y="1043"/>
                  </a:lnTo>
                  <a:lnTo>
                    <a:pt x="2394" y="1004"/>
                  </a:lnTo>
                  <a:lnTo>
                    <a:pt x="2008" y="2008"/>
                  </a:lnTo>
                  <a:lnTo>
                    <a:pt x="1738" y="2665"/>
                  </a:lnTo>
                  <a:lnTo>
                    <a:pt x="1545" y="3012"/>
                  </a:lnTo>
                  <a:lnTo>
                    <a:pt x="1468" y="3205"/>
                  </a:lnTo>
                  <a:lnTo>
                    <a:pt x="1313" y="3282"/>
                  </a:lnTo>
                  <a:lnTo>
                    <a:pt x="1159" y="3282"/>
                  </a:lnTo>
                  <a:lnTo>
                    <a:pt x="966" y="3205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3"/>
                  </a:lnTo>
                  <a:lnTo>
                    <a:pt x="541" y="2356"/>
                  </a:lnTo>
                  <a:lnTo>
                    <a:pt x="579" y="2047"/>
                  </a:lnTo>
                  <a:lnTo>
                    <a:pt x="618" y="1622"/>
                  </a:lnTo>
                  <a:lnTo>
                    <a:pt x="734" y="1197"/>
                  </a:lnTo>
                  <a:lnTo>
                    <a:pt x="888" y="772"/>
                  </a:lnTo>
                  <a:lnTo>
                    <a:pt x="1043" y="348"/>
                  </a:lnTo>
                  <a:lnTo>
                    <a:pt x="1081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6" name="Google Shape;5096;p21"/>
            <p:cNvSpPr/>
            <p:nvPr/>
          </p:nvSpPr>
          <p:spPr>
            <a:xfrm>
              <a:off x="1650450" y="2767225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0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0"/>
                  </a:lnTo>
                  <a:lnTo>
                    <a:pt x="3862" y="502"/>
                  </a:lnTo>
                  <a:lnTo>
                    <a:pt x="3321" y="772"/>
                  </a:lnTo>
                  <a:lnTo>
                    <a:pt x="2781" y="1081"/>
                  </a:lnTo>
                  <a:lnTo>
                    <a:pt x="2279" y="1429"/>
                  </a:lnTo>
                  <a:lnTo>
                    <a:pt x="1815" y="1854"/>
                  </a:lnTo>
                  <a:lnTo>
                    <a:pt x="1429" y="2278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3" y="3746"/>
                  </a:lnTo>
                  <a:lnTo>
                    <a:pt x="271" y="4248"/>
                  </a:lnTo>
                  <a:lnTo>
                    <a:pt x="116" y="4788"/>
                  </a:lnTo>
                  <a:lnTo>
                    <a:pt x="1" y="5367"/>
                  </a:lnTo>
                  <a:lnTo>
                    <a:pt x="348" y="5406"/>
                  </a:lnTo>
                  <a:lnTo>
                    <a:pt x="464" y="4981"/>
                  </a:lnTo>
                  <a:lnTo>
                    <a:pt x="580" y="4595"/>
                  </a:lnTo>
                  <a:lnTo>
                    <a:pt x="811" y="3977"/>
                  </a:lnTo>
                  <a:lnTo>
                    <a:pt x="1120" y="3398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6"/>
                  </a:lnTo>
                  <a:lnTo>
                    <a:pt x="3399" y="1158"/>
                  </a:lnTo>
                  <a:lnTo>
                    <a:pt x="3978" y="888"/>
                  </a:lnTo>
                  <a:lnTo>
                    <a:pt x="4634" y="656"/>
                  </a:lnTo>
                  <a:lnTo>
                    <a:pt x="5252" y="463"/>
                  </a:lnTo>
                  <a:lnTo>
                    <a:pt x="5909" y="386"/>
                  </a:lnTo>
                  <a:lnTo>
                    <a:pt x="6565" y="386"/>
                  </a:lnTo>
                  <a:lnTo>
                    <a:pt x="7222" y="463"/>
                  </a:lnTo>
                  <a:lnTo>
                    <a:pt x="7878" y="579"/>
                  </a:lnTo>
                  <a:lnTo>
                    <a:pt x="8496" y="811"/>
                  </a:lnTo>
                  <a:lnTo>
                    <a:pt x="9114" y="1081"/>
                  </a:lnTo>
                  <a:lnTo>
                    <a:pt x="9423" y="1274"/>
                  </a:lnTo>
                  <a:lnTo>
                    <a:pt x="9731" y="1506"/>
                  </a:lnTo>
                  <a:lnTo>
                    <a:pt x="10040" y="1699"/>
                  </a:lnTo>
                  <a:lnTo>
                    <a:pt x="10311" y="1931"/>
                  </a:lnTo>
                  <a:lnTo>
                    <a:pt x="10774" y="2471"/>
                  </a:lnTo>
                  <a:lnTo>
                    <a:pt x="11199" y="3012"/>
                  </a:lnTo>
                  <a:lnTo>
                    <a:pt x="11546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5" y="5638"/>
                  </a:lnTo>
                  <a:lnTo>
                    <a:pt x="12628" y="6217"/>
                  </a:lnTo>
                  <a:lnTo>
                    <a:pt x="12859" y="6796"/>
                  </a:lnTo>
                  <a:lnTo>
                    <a:pt x="13130" y="7375"/>
                  </a:lnTo>
                  <a:lnTo>
                    <a:pt x="13439" y="7955"/>
                  </a:lnTo>
                  <a:lnTo>
                    <a:pt x="13825" y="8495"/>
                  </a:lnTo>
                  <a:lnTo>
                    <a:pt x="14249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499"/>
                  </a:lnTo>
                  <a:lnTo>
                    <a:pt x="15292" y="9654"/>
                  </a:lnTo>
                  <a:lnTo>
                    <a:pt x="15755" y="9808"/>
                  </a:lnTo>
                  <a:lnTo>
                    <a:pt x="16219" y="9885"/>
                  </a:lnTo>
                  <a:lnTo>
                    <a:pt x="16721" y="9885"/>
                  </a:lnTo>
                  <a:lnTo>
                    <a:pt x="17184" y="9808"/>
                  </a:lnTo>
                  <a:lnTo>
                    <a:pt x="17609" y="9615"/>
                  </a:lnTo>
                  <a:lnTo>
                    <a:pt x="17841" y="9499"/>
                  </a:lnTo>
                  <a:lnTo>
                    <a:pt x="18034" y="9383"/>
                  </a:lnTo>
                  <a:lnTo>
                    <a:pt x="18188" y="9229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2" y="8611"/>
                  </a:lnTo>
                  <a:lnTo>
                    <a:pt x="18652" y="8534"/>
                  </a:lnTo>
                  <a:lnTo>
                    <a:pt x="18652" y="8457"/>
                  </a:lnTo>
                  <a:lnTo>
                    <a:pt x="18652" y="8379"/>
                  </a:lnTo>
                  <a:lnTo>
                    <a:pt x="18652" y="8341"/>
                  </a:lnTo>
                  <a:lnTo>
                    <a:pt x="18304" y="8341"/>
                  </a:lnTo>
                  <a:lnTo>
                    <a:pt x="18265" y="8418"/>
                  </a:lnTo>
                  <a:lnTo>
                    <a:pt x="18072" y="8727"/>
                  </a:lnTo>
                  <a:lnTo>
                    <a:pt x="17802" y="8997"/>
                  </a:lnTo>
                  <a:lnTo>
                    <a:pt x="17493" y="9190"/>
                  </a:lnTo>
                  <a:lnTo>
                    <a:pt x="17184" y="9345"/>
                  </a:lnTo>
                  <a:lnTo>
                    <a:pt x="16837" y="9422"/>
                  </a:lnTo>
                  <a:lnTo>
                    <a:pt x="16450" y="9461"/>
                  </a:lnTo>
                  <a:lnTo>
                    <a:pt x="16103" y="9422"/>
                  </a:lnTo>
                  <a:lnTo>
                    <a:pt x="15717" y="9345"/>
                  </a:lnTo>
                  <a:lnTo>
                    <a:pt x="15369" y="9190"/>
                  </a:lnTo>
                  <a:lnTo>
                    <a:pt x="15022" y="8997"/>
                  </a:lnTo>
                  <a:lnTo>
                    <a:pt x="14713" y="8766"/>
                  </a:lnTo>
                  <a:lnTo>
                    <a:pt x="14404" y="8495"/>
                  </a:lnTo>
                  <a:lnTo>
                    <a:pt x="14172" y="8186"/>
                  </a:lnTo>
                  <a:lnTo>
                    <a:pt x="13941" y="7839"/>
                  </a:lnTo>
                  <a:lnTo>
                    <a:pt x="13709" y="7530"/>
                  </a:lnTo>
                  <a:lnTo>
                    <a:pt x="13554" y="7182"/>
                  </a:lnTo>
                  <a:lnTo>
                    <a:pt x="13245" y="6526"/>
                  </a:lnTo>
                  <a:lnTo>
                    <a:pt x="12975" y="5831"/>
                  </a:lnTo>
                  <a:lnTo>
                    <a:pt x="12473" y="4479"/>
                  </a:lnTo>
                  <a:lnTo>
                    <a:pt x="12164" y="3823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278"/>
                  </a:lnTo>
                  <a:lnTo>
                    <a:pt x="11006" y="2008"/>
                  </a:lnTo>
                  <a:lnTo>
                    <a:pt x="10542" y="1583"/>
                  </a:lnTo>
                  <a:lnTo>
                    <a:pt x="10079" y="1197"/>
                  </a:lnTo>
                  <a:lnTo>
                    <a:pt x="9577" y="850"/>
                  </a:lnTo>
                  <a:lnTo>
                    <a:pt x="9036" y="579"/>
                  </a:lnTo>
                  <a:lnTo>
                    <a:pt x="8496" y="348"/>
                  </a:lnTo>
                  <a:lnTo>
                    <a:pt x="7917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7" name="Google Shape;5097;p21"/>
            <p:cNvSpPr/>
            <p:nvPr/>
          </p:nvSpPr>
          <p:spPr>
            <a:xfrm>
              <a:off x="4802400" y="2781700"/>
              <a:ext cx="320525" cy="97525"/>
            </a:xfrm>
            <a:custGeom>
              <a:avLst/>
              <a:gdLst/>
              <a:ahLst/>
              <a:cxnLst/>
              <a:rect l="l" t="t" r="r" b="b"/>
              <a:pathLst>
                <a:path w="12821" h="3901" extrusionOk="0">
                  <a:moveTo>
                    <a:pt x="12550" y="0"/>
                  </a:moveTo>
                  <a:lnTo>
                    <a:pt x="12434" y="39"/>
                  </a:lnTo>
                  <a:lnTo>
                    <a:pt x="12357" y="77"/>
                  </a:lnTo>
                  <a:lnTo>
                    <a:pt x="12318" y="155"/>
                  </a:lnTo>
                  <a:lnTo>
                    <a:pt x="12280" y="271"/>
                  </a:lnTo>
                  <a:lnTo>
                    <a:pt x="12318" y="348"/>
                  </a:lnTo>
                  <a:lnTo>
                    <a:pt x="12357" y="541"/>
                  </a:lnTo>
                  <a:lnTo>
                    <a:pt x="12318" y="734"/>
                  </a:lnTo>
                  <a:lnTo>
                    <a:pt x="12280" y="888"/>
                  </a:lnTo>
                  <a:lnTo>
                    <a:pt x="12164" y="1043"/>
                  </a:lnTo>
                  <a:lnTo>
                    <a:pt x="12009" y="1197"/>
                  </a:lnTo>
                  <a:lnTo>
                    <a:pt x="11855" y="1313"/>
                  </a:lnTo>
                  <a:lnTo>
                    <a:pt x="11430" y="1545"/>
                  </a:lnTo>
                  <a:lnTo>
                    <a:pt x="11005" y="1699"/>
                  </a:lnTo>
                  <a:lnTo>
                    <a:pt x="10542" y="1854"/>
                  </a:lnTo>
                  <a:lnTo>
                    <a:pt x="9808" y="2047"/>
                  </a:lnTo>
                  <a:lnTo>
                    <a:pt x="9422" y="2163"/>
                  </a:lnTo>
                  <a:lnTo>
                    <a:pt x="9384" y="2085"/>
                  </a:lnTo>
                  <a:lnTo>
                    <a:pt x="9345" y="2008"/>
                  </a:lnTo>
                  <a:lnTo>
                    <a:pt x="8997" y="1468"/>
                  </a:lnTo>
                  <a:lnTo>
                    <a:pt x="8727" y="927"/>
                  </a:lnTo>
                  <a:lnTo>
                    <a:pt x="8418" y="1043"/>
                  </a:lnTo>
                  <a:lnTo>
                    <a:pt x="8495" y="1390"/>
                  </a:lnTo>
                  <a:lnTo>
                    <a:pt x="8611" y="1699"/>
                  </a:lnTo>
                  <a:lnTo>
                    <a:pt x="8804" y="2008"/>
                  </a:lnTo>
                  <a:lnTo>
                    <a:pt x="8997" y="2279"/>
                  </a:lnTo>
                  <a:lnTo>
                    <a:pt x="7839" y="2587"/>
                  </a:lnTo>
                  <a:lnTo>
                    <a:pt x="6719" y="2819"/>
                  </a:lnTo>
                  <a:lnTo>
                    <a:pt x="5329" y="3051"/>
                  </a:lnTo>
                  <a:lnTo>
                    <a:pt x="3939" y="3244"/>
                  </a:lnTo>
                  <a:lnTo>
                    <a:pt x="3669" y="3282"/>
                  </a:lnTo>
                  <a:lnTo>
                    <a:pt x="3746" y="2935"/>
                  </a:lnTo>
                  <a:lnTo>
                    <a:pt x="3784" y="2587"/>
                  </a:lnTo>
                  <a:lnTo>
                    <a:pt x="3707" y="2240"/>
                  </a:lnTo>
                  <a:lnTo>
                    <a:pt x="3630" y="1892"/>
                  </a:lnTo>
                  <a:lnTo>
                    <a:pt x="3282" y="1970"/>
                  </a:lnTo>
                  <a:lnTo>
                    <a:pt x="3321" y="2279"/>
                  </a:lnTo>
                  <a:lnTo>
                    <a:pt x="3360" y="2587"/>
                  </a:lnTo>
                  <a:lnTo>
                    <a:pt x="3282" y="2974"/>
                  </a:lnTo>
                  <a:lnTo>
                    <a:pt x="3205" y="3321"/>
                  </a:lnTo>
                  <a:lnTo>
                    <a:pt x="2278" y="3398"/>
                  </a:lnTo>
                  <a:lnTo>
                    <a:pt x="1815" y="3437"/>
                  </a:lnTo>
                  <a:lnTo>
                    <a:pt x="1352" y="3398"/>
                  </a:lnTo>
                  <a:lnTo>
                    <a:pt x="965" y="3360"/>
                  </a:lnTo>
                  <a:lnTo>
                    <a:pt x="772" y="3282"/>
                  </a:lnTo>
                  <a:lnTo>
                    <a:pt x="618" y="3244"/>
                  </a:lnTo>
                  <a:lnTo>
                    <a:pt x="502" y="3128"/>
                  </a:lnTo>
                  <a:lnTo>
                    <a:pt x="425" y="3051"/>
                  </a:lnTo>
                  <a:lnTo>
                    <a:pt x="386" y="2935"/>
                  </a:lnTo>
                  <a:lnTo>
                    <a:pt x="348" y="2781"/>
                  </a:lnTo>
                  <a:lnTo>
                    <a:pt x="348" y="2703"/>
                  </a:lnTo>
                  <a:lnTo>
                    <a:pt x="309" y="2665"/>
                  </a:lnTo>
                  <a:lnTo>
                    <a:pt x="232" y="2587"/>
                  </a:lnTo>
                  <a:lnTo>
                    <a:pt x="116" y="2626"/>
                  </a:lnTo>
                  <a:lnTo>
                    <a:pt x="77" y="2626"/>
                  </a:lnTo>
                  <a:lnTo>
                    <a:pt x="39" y="2703"/>
                  </a:lnTo>
                  <a:lnTo>
                    <a:pt x="0" y="2858"/>
                  </a:lnTo>
                  <a:lnTo>
                    <a:pt x="0" y="3012"/>
                  </a:lnTo>
                  <a:lnTo>
                    <a:pt x="0" y="3167"/>
                  </a:lnTo>
                  <a:lnTo>
                    <a:pt x="39" y="3282"/>
                  </a:lnTo>
                  <a:lnTo>
                    <a:pt x="116" y="3398"/>
                  </a:lnTo>
                  <a:lnTo>
                    <a:pt x="193" y="3514"/>
                  </a:lnTo>
                  <a:lnTo>
                    <a:pt x="386" y="3669"/>
                  </a:lnTo>
                  <a:lnTo>
                    <a:pt x="657" y="3746"/>
                  </a:lnTo>
                  <a:lnTo>
                    <a:pt x="927" y="3823"/>
                  </a:lnTo>
                  <a:lnTo>
                    <a:pt x="1236" y="3862"/>
                  </a:lnTo>
                  <a:lnTo>
                    <a:pt x="1506" y="3900"/>
                  </a:lnTo>
                  <a:lnTo>
                    <a:pt x="2780" y="3823"/>
                  </a:lnTo>
                  <a:lnTo>
                    <a:pt x="4016" y="3746"/>
                  </a:lnTo>
                  <a:lnTo>
                    <a:pt x="5252" y="3553"/>
                  </a:lnTo>
                  <a:lnTo>
                    <a:pt x="6487" y="3360"/>
                  </a:lnTo>
                  <a:lnTo>
                    <a:pt x="7646" y="3128"/>
                  </a:lnTo>
                  <a:lnTo>
                    <a:pt x="8766" y="2858"/>
                  </a:lnTo>
                  <a:lnTo>
                    <a:pt x="9885" y="2510"/>
                  </a:lnTo>
                  <a:lnTo>
                    <a:pt x="11005" y="2163"/>
                  </a:lnTo>
                  <a:lnTo>
                    <a:pt x="11353" y="2047"/>
                  </a:lnTo>
                  <a:lnTo>
                    <a:pt x="11700" y="1892"/>
                  </a:lnTo>
                  <a:lnTo>
                    <a:pt x="12048" y="1699"/>
                  </a:lnTo>
                  <a:lnTo>
                    <a:pt x="12357" y="1506"/>
                  </a:lnTo>
                  <a:lnTo>
                    <a:pt x="12627" y="1236"/>
                  </a:lnTo>
                  <a:lnTo>
                    <a:pt x="12704" y="1081"/>
                  </a:lnTo>
                  <a:lnTo>
                    <a:pt x="12782" y="927"/>
                  </a:lnTo>
                  <a:lnTo>
                    <a:pt x="12820" y="773"/>
                  </a:lnTo>
                  <a:lnTo>
                    <a:pt x="12820" y="579"/>
                  </a:lnTo>
                  <a:lnTo>
                    <a:pt x="12820" y="386"/>
                  </a:lnTo>
                  <a:lnTo>
                    <a:pt x="12743" y="155"/>
                  </a:lnTo>
                  <a:lnTo>
                    <a:pt x="12704" y="77"/>
                  </a:lnTo>
                  <a:lnTo>
                    <a:pt x="12627" y="39"/>
                  </a:lnTo>
                  <a:lnTo>
                    <a:pt x="125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8" name="Google Shape;5098;p21"/>
            <p:cNvSpPr/>
            <p:nvPr/>
          </p:nvSpPr>
          <p:spPr>
            <a:xfrm>
              <a:off x="2362900" y="2786525"/>
              <a:ext cx="114900" cy="130350"/>
            </a:xfrm>
            <a:custGeom>
              <a:avLst/>
              <a:gdLst/>
              <a:ahLst/>
              <a:cxnLst/>
              <a:rect l="l" t="t" r="r" b="b"/>
              <a:pathLst>
                <a:path w="4596" h="5214" extrusionOk="0">
                  <a:moveTo>
                    <a:pt x="232" y="0"/>
                  </a:moveTo>
                  <a:lnTo>
                    <a:pt x="0" y="193"/>
                  </a:lnTo>
                  <a:lnTo>
                    <a:pt x="502" y="888"/>
                  </a:lnTo>
                  <a:lnTo>
                    <a:pt x="1004" y="1622"/>
                  </a:lnTo>
                  <a:lnTo>
                    <a:pt x="1545" y="2279"/>
                  </a:lnTo>
                  <a:lnTo>
                    <a:pt x="2124" y="2974"/>
                  </a:lnTo>
                  <a:lnTo>
                    <a:pt x="3283" y="4248"/>
                  </a:lnTo>
                  <a:lnTo>
                    <a:pt x="3746" y="4789"/>
                  </a:lnTo>
                  <a:lnTo>
                    <a:pt x="3630" y="4789"/>
                  </a:lnTo>
                  <a:lnTo>
                    <a:pt x="3592" y="4866"/>
                  </a:lnTo>
                  <a:lnTo>
                    <a:pt x="3592" y="4982"/>
                  </a:lnTo>
                  <a:lnTo>
                    <a:pt x="3823" y="4904"/>
                  </a:lnTo>
                  <a:lnTo>
                    <a:pt x="4055" y="5059"/>
                  </a:lnTo>
                  <a:lnTo>
                    <a:pt x="4287" y="5213"/>
                  </a:lnTo>
                  <a:lnTo>
                    <a:pt x="4441" y="5213"/>
                  </a:lnTo>
                  <a:lnTo>
                    <a:pt x="4518" y="5175"/>
                  </a:lnTo>
                  <a:lnTo>
                    <a:pt x="4557" y="5097"/>
                  </a:lnTo>
                  <a:lnTo>
                    <a:pt x="4557" y="5059"/>
                  </a:lnTo>
                  <a:lnTo>
                    <a:pt x="4595" y="4982"/>
                  </a:lnTo>
                  <a:lnTo>
                    <a:pt x="4402" y="4750"/>
                  </a:lnTo>
                  <a:lnTo>
                    <a:pt x="4325" y="4750"/>
                  </a:lnTo>
                  <a:lnTo>
                    <a:pt x="4016" y="4480"/>
                  </a:lnTo>
                  <a:lnTo>
                    <a:pt x="3746" y="4171"/>
                  </a:lnTo>
                  <a:lnTo>
                    <a:pt x="3244" y="3553"/>
                  </a:lnTo>
                  <a:lnTo>
                    <a:pt x="2201" y="2394"/>
                  </a:lnTo>
                  <a:lnTo>
                    <a:pt x="1197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9" name="Google Shape;5099;p21"/>
            <p:cNvSpPr/>
            <p:nvPr/>
          </p:nvSpPr>
          <p:spPr>
            <a:xfrm>
              <a:off x="2090650" y="2821275"/>
              <a:ext cx="200825" cy="230750"/>
            </a:xfrm>
            <a:custGeom>
              <a:avLst/>
              <a:gdLst/>
              <a:ahLst/>
              <a:cxnLst/>
              <a:rect l="l" t="t" r="r" b="b"/>
              <a:pathLst>
                <a:path w="8033" h="9230" extrusionOk="0">
                  <a:moveTo>
                    <a:pt x="2048" y="0"/>
                  </a:moveTo>
                  <a:lnTo>
                    <a:pt x="1893" y="78"/>
                  </a:lnTo>
                  <a:lnTo>
                    <a:pt x="1739" y="155"/>
                  </a:lnTo>
                  <a:lnTo>
                    <a:pt x="1430" y="425"/>
                  </a:lnTo>
                  <a:lnTo>
                    <a:pt x="1198" y="734"/>
                  </a:lnTo>
                  <a:lnTo>
                    <a:pt x="966" y="1004"/>
                  </a:lnTo>
                  <a:lnTo>
                    <a:pt x="735" y="1352"/>
                  </a:lnTo>
                  <a:lnTo>
                    <a:pt x="503" y="1738"/>
                  </a:lnTo>
                  <a:lnTo>
                    <a:pt x="348" y="2124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40" y="3476"/>
                  </a:lnTo>
                  <a:lnTo>
                    <a:pt x="1" y="3939"/>
                  </a:lnTo>
                  <a:lnTo>
                    <a:pt x="78" y="4441"/>
                  </a:lnTo>
                  <a:lnTo>
                    <a:pt x="155" y="4905"/>
                  </a:lnTo>
                  <a:lnTo>
                    <a:pt x="271" y="5329"/>
                  </a:lnTo>
                  <a:lnTo>
                    <a:pt x="464" y="5793"/>
                  </a:lnTo>
                  <a:lnTo>
                    <a:pt x="696" y="6179"/>
                  </a:lnTo>
                  <a:lnTo>
                    <a:pt x="1044" y="6179"/>
                  </a:lnTo>
                  <a:lnTo>
                    <a:pt x="889" y="5831"/>
                  </a:lnTo>
                  <a:lnTo>
                    <a:pt x="735" y="5484"/>
                  </a:lnTo>
                  <a:lnTo>
                    <a:pt x="657" y="5136"/>
                  </a:lnTo>
                  <a:lnTo>
                    <a:pt x="542" y="4789"/>
                  </a:lnTo>
                  <a:lnTo>
                    <a:pt x="503" y="4403"/>
                  </a:lnTo>
                  <a:lnTo>
                    <a:pt x="464" y="4055"/>
                  </a:lnTo>
                  <a:lnTo>
                    <a:pt x="464" y="3669"/>
                  </a:lnTo>
                  <a:lnTo>
                    <a:pt x="464" y="3321"/>
                  </a:lnTo>
                  <a:lnTo>
                    <a:pt x="542" y="2974"/>
                  </a:lnTo>
                  <a:lnTo>
                    <a:pt x="619" y="2626"/>
                  </a:lnTo>
                  <a:lnTo>
                    <a:pt x="735" y="2279"/>
                  </a:lnTo>
                  <a:lnTo>
                    <a:pt x="850" y="1931"/>
                  </a:lnTo>
                  <a:lnTo>
                    <a:pt x="1044" y="1622"/>
                  </a:lnTo>
                  <a:lnTo>
                    <a:pt x="1237" y="1313"/>
                  </a:lnTo>
                  <a:lnTo>
                    <a:pt x="1468" y="1004"/>
                  </a:lnTo>
                  <a:lnTo>
                    <a:pt x="1777" y="734"/>
                  </a:lnTo>
                  <a:lnTo>
                    <a:pt x="1970" y="580"/>
                  </a:lnTo>
                  <a:lnTo>
                    <a:pt x="2086" y="502"/>
                  </a:lnTo>
                  <a:lnTo>
                    <a:pt x="2202" y="464"/>
                  </a:lnTo>
                  <a:lnTo>
                    <a:pt x="2318" y="580"/>
                  </a:lnTo>
                  <a:lnTo>
                    <a:pt x="2434" y="811"/>
                  </a:lnTo>
                  <a:lnTo>
                    <a:pt x="2588" y="1198"/>
                  </a:lnTo>
                  <a:lnTo>
                    <a:pt x="2743" y="1584"/>
                  </a:lnTo>
                  <a:lnTo>
                    <a:pt x="2858" y="1931"/>
                  </a:lnTo>
                  <a:lnTo>
                    <a:pt x="2974" y="2317"/>
                  </a:lnTo>
                  <a:lnTo>
                    <a:pt x="3052" y="2703"/>
                  </a:lnTo>
                  <a:lnTo>
                    <a:pt x="3090" y="3090"/>
                  </a:lnTo>
                  <a:lnTo>
                    <a:pt x="3090" y="3437"/>
                  </a:lnTo>
                  <a:lnTo>
                    <a:pt x="3052" y="3785"/>
                  </a:lnTo>
                  <a:lnTo>
                    <a:pt x="3013" y="4132"/>
                  </a:lnTo>
                  <a:lnTo>
                    <a:pt x="2897" y="4480"/>
                  </a:lnTo>
                  <a:lnTo>
                    <a:pt x="2781" y="4789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22"/>
                  </a:lnTo>
                  <a:lnTo>
                    <a:pt x="2395" y="5638"/>
                  </a:lnTo>
                  <a:lnTo>
                    <a:pt x="2356" y="5715"/>
                  </a:lnTo>
                  <a:lnTo>
                    <a:pt x="2356" y="5754"/>
                  </a:lnTo>
                  <a:lnTo>
                    <a:pt x="2395" y="5793"/>
                  </a:lnTo>
                  <a:lnTo>
                    <a:pt x="2472" y="5793"/>
                  </a:lnTo>
                  <a:lnTo>
                    <a:pt x="2627" y="5715"/>
                  </a:lnTo>
                  <a:lnTo>
                    <a:pt x="2820" y="5677"/>
                  </a:lnTo>
                  <a:lnTo>
                    <a:pt x="3206" y="5677"/>
                  </a:lnTo>
                  <a:lnTo>
                    <a:pt x="3631" y="5715"/>
                  </a:lnTo>
                  <a:lnTo>
                    <a:pt x="4055" y="5793"/>
                  </a:lnTo>
                  <a:lnTo>
                    <a:pt x="4442" y="5947"/>
                  </a:lnTo>
                  <a:lnTo>
                    <a:pt x="4866" y="6102"/>
                  </a:lnTo>
                  <a:lnTo>
                    <a:pt x="5214" y="6256"/>
                  </a:lnTo>
                  <a:lnTo>
                    <a:pt x="5523" y="6449"/>
                  </a:lnTo>
                  <a:lnTo>
                    <a:pt x="5832" y="6642"/>
                  </a:lnTo>
                  <a:lnTo>
                    <a:pt x="6141" y="6835"/>
                  </a:lnTo>
                  <a:lnTo>
                    <a:pt x="6411" y="7067"/>
                  </a:lnTo>
                  <a:lnTo>
                    <a:pt x="6681" y="7337"/>
                  </a:lnTo>
                  <a:lnTo>
                    <a:pt x="6913" y="7608"/>
                  </a:lnTo>
                  <a:lnTo>
                    <a:pt x="7145" y="7878"/>
                  </a:lnTo>
                  <a:lnTo>
                    <a:pt x="7338" y="8187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95" y="8766"/>
                  </a:lnTo>
                  <a:lnTo>
                    <a:pt x="5870" y="8805"/>
                  </a:lnTo>
                  <a:lnTo>
                    <a:pt x="5484" y="8805"/>
                  </a:lnTo>
                  <a:lnTo>
                    <a:pt x="5059" y="8727"/>
                  </a:lnTo>
                  <a:lnTo>
                    <a:pt x="4673" y="8612"/>
                  </a:lnTo>
                  <a:lnTo>
                    <a:pt x="4249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72" y="7106"/>
                  </a:lnTo>
                  <a:lnTo>
                    <a:pt x="1932" y="6565"/>
                  </a:lnTo>
                  <a:lnTo>
                    <a:pt x="1854" y="6526"/>
                  </a:lnTo>
                  <a:lnTo>
                    <a:pt x="1816" y="6488"/>
                  </a:lnTo>
                  <a:lnTo>
                    <a:pt x="1661" y="6526"/>
                  </a:lnTo>
                  <a:lnTo>
                    <a:pt x="1623" y="6526"/>
                  </a:lnTo>
                  <a:lnTo>
                    <a:pt x="1584" y="6565"/>
                  </a:lnTo>
                  <a:lnTo>
                    <a:pt x="1430" y="6835"/>
                  </a:lnTo>
                  <a:lnTo>
                    <a:pt x="1661" y="6874"/>
                  </a:lnTo>
                  <a:lnTo>
                    <a:pt x="2279" y="7492"/>
                  </a:lnTo>
                  <a:lnTo>
                    <a:pt x="2897" y="8071"/>
                  </a:lnTo>
                  <a:lnTo>
                    <a:pt x="3245" y="8341"/>
                  </a:lnTo>
                  <a:lnTo>
                    <a:pt x="3631" y="8573"/>
                  </a:lnTo>
                  <a:lnTo>
                    <a:pt x="3978" y="8766"/>
                  </a:lnTo>
                  <a:lnTo>
                    <a:pt x="4364" y="8959"/>
                  </a:lnTo>
                  <a:lnTo>
                    <a:pt x="4828" y="9114"/>
                  </a:lnTo>
                  <a:lnTo>
                    <a:pt x="5253" y="9191"/>
                  </a:lnTo>
                  <a:lnTo>
                    <a:pt x="5677" y="9229"/>
                  </a:lnTo>
                  <a:lnTo>
                    <a:pt x="6141" y="9229"/>
                  </a:lnTo>
                  <a:lnTo>
                    <a:pt x="6565" y="9152"/>
                  </a:lnTo>
                  <a:lnTo>
                    <a:pt x="6990" y="9075"/>
                  </a:lnTo>
                  <a:lnTo>
                    <a:pt x="7878" y="8843"/>
                  </a:lnTo>
                  <a:lnTo>
                    <a:pt x="7956" y="8805"/>
                  </a:lnTo>
                  <a:lnTo>
                    <a:pt x="7994" y="8727"/>
                  </a:lnTo>
                  <a:lnTo>
                    <a:pt x="8033" y="8650"/>
                  </a:lnTo>
                  <a:lnTo>
                    <a:pt x="7994" y="8534"/>
                  </a:lnTo>
                  <a:lnTo>
                    <a:pt x="7763" y="8110"/>
                  </a:lnTo>
                  <a:lnTo>
                    <a:pt x="7492" y="7685"/>
                  </a:lnTo>
                  <a:lnTo>
                    <a:pt x="7222" y="7299"/>
                  </a:lnTo>
                  <a:lnTo>
                    <a:pt x="6874" y="6912"/>
                  </a:lnTo>
                  <a:lnTo>
                    <a:pt x="6527" y="6604"/>
                  </a:lnTo>
                  <a:lnTo>
                    <a:pt x="6141" y="6295"/>
                  </a:lnTo>
                  <a:lnTo>
                    <a:pt x="5716" y="6024"/>
                  </a:lnTo>
                  <a:lnTo>
                    <a:pt x="5253" y="5793"/>
                  </a:lnTo>
                  <a:lnTo>
                    <a:pt x="4828" y="5638"/>
                  </a:lnTo>
                  <a:lnTo>
                    <a:pt x="4249" y="5445"/>
                  </a:lnTo>
                  <a:lnTo>
                    <a:pt x="3940" y="5368"/>
                  </a:lnTo>
                  <a:lnTo>
                    <a:pt x="3592" y="5291"/>
                  </a:lnTo>
                  <a:lnTo>
                    <a:pt x="3013" y="5291"/>
                  </a:lnTo>
                  <a:lnTo>
                    <a:pt x="3167" y="4982"/>
                  </a:lnTo>
                  <a:lnTo>
                    <a:pt x="3322" y="4634"/>
                  </a:lnTo>
                  <a:lnTo>
                    <a:pt x="3399" y="4287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05"/>
                  </a:lnTo>
                  <a:lnTo>
                    <a:pt x="3515" y="2858"/>
                  </a:lnTo>
                  <a:lnTo>
                    <a:pt x="3438" y="2472"/>
                  </a:lnTo>
                  <a:lnTo>
                    <a:pt x="3322" y="1970"/>
                  </a:lnTo>
                  <a:lnTo>
                    <a:pt x="3167" y="1468"/>
                  </a:lnTo>
                  <a:lnTo>
                    <a:pt x="2936" y="966"/>
                  </a:lnTo>
                  <a:lnTo>
                    <a:pt x="2704" y="502"/>
                  </a:lnTo>
                  <a:lnTo>
                    <a:pt x="2588" y="271"/>
                  </a:lnTo>
                  <a:lnTo>
                    <a:pt x="2472" y="116"/>
                  </a:lnTo>
                  <a:lnTo>
                    <a:pt x="2356" y="39"/>
                  </a:lnTo>
                  <a:lnTo>
                    <a:pt x="227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0" name="Google Shape;5100;p21"/>
            <p:cNvSpPr/>
            <p:nvPr/>
          </p:nvSpPr>
          <p:spPr>
            <a:xfrm>
              <a:off x="3488525" y="2821275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120" y="387"/>
                  </a:moveTo>
                  <a:lnTo>
                    <a:pt x="1313" y="425"/>
                  </a:lnTo>
                  <a:lnTo>
                    <a:pt x="1506" y="464"/>
                  </a:lnTo>
                  <a:lnTo>
                    <a:pt x="1661" y="580"/>
                  </a:lnTo>
                  <a:lnTo>
                    <a:pt x="1738" y="734"/>
                  </a:lnTo>
                  <a:lnTo>
                    <a:pt x="1777" y="889"/>
                  </a:lnTo>
                  <a:lnTo>
                    <a:pt x="1738" y="966"/>
                  </a:lnTo>
                  <a:lnTo>
                    <a:pt x="1699" y="1004"/>
                  </a:lnTo>
                  <a:lnTo>
                    <a:pt x="1661" y="1082"/>
                  </a:lnTo>
                  <a:lnTo>
                    <a:pt x="1545" y="1120"/>
                  </a:lnTo>
                  <a:lnTo>
                    <a:pt x="1236" y="1159"/>
                  </a:lnTo>
                  <a:lnTo>
                    <a:pt x="927" y="1159"/>
                  </a:lnTo>
                  <a:lnTo>
                    <a:pt x="579" y="1198"/>
                  </a:lnTo>
                  <a:lnTo>
                    <a:pt x="464" y="1236"/>
                  </a:lnTo>
                  <a:lnTo>
                    <a:pt x="309" y="1313"/>
                  </a:lnTo>
                  <a:lnTo>
                    <a:pt x="309" y="1159"/>
                  </a:lnTo>
                  <a:lnTo>
                    <a:pt x="348" y="1004"/>
                  </a:lnTo>
                  <a:lnTo>
                    <a:pt x="386" y="850"/>
                  </a:lnTo>
                  <a:lnTo>
                    <a:pt x="464" y="734"/>
                  </a:lnTo>
                  <a:lnTo>
                    <a:pt x="541" y="618"/>
                  </a:lnTo>
                  <a:lnTo>
                    <a:pt x="657" y="541"/>
                  </a:lnTo>
                  <a:lnTo>
                    <a:pt x="811" y="464"/>
                  </a:lnTo>
                  <a:lnTo>
                    <a:pt x="927" y="425"/>
                  </a:lnTo>
                  <a:lnTo>
                    <a:pt x="1120" y="387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79" y="116"/>
                  </a:lnTo>
                  <a:lnTo>
                    <a:pt x="425" y="232"/>
                  </a:lnTo>
                  <a:lnTo>
                    <a:pt x="271" y="387"/>
                  </a:lnTo>
                  <a:lnTo>
                    <a:pt x="155" y="541"/>
                  </a:lnTo>
                  <a:lnTo>
                    <a:pt x="77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0" y="1275"/>
                  </a:lnTo>
                  <a:lnTo>
                    <a:pt x="39" y="1468"/>
                  </a:lnTo>
                  <a:lnTo>
                    <a:pt x="116" y="1661"/>
                  </a:lnTo>
                  <a:lnTo>
                    <a:pt x="155" y="1738"/>
                  </a:lnTo>
                  <a:lnTo>
                    <a:pt x="232" y="1815"/>
                  </a:lnTo>
                  <a:lnTo>
                    <a:pt x="309" y="1815"/>
                  </a:lnTo>
                  <a:lnTo>
                    <a:pt x="425" y="1777"/>
                  </a:lnTo>
                  <a:lnTo>
                    <a:pt x="541" y="1661"/>
                  </a:lnTo>
                  <a:lnTo>
                    <a:pt x="695" y="1584"/>
                  </a:lnTo>
                  <a:lnTo>
                    <a:pt x="850" y="1545"/>
                  </a:lnTo>
                  <a:lnTo>
                    <a:pt x="1043" y="1545"/>
                  </a:lnTo>
                  <a:lnTo>
                    <a:pt x="1390" y="1506"/>
                  </a:lnTo>
                  <a:lnTo>
                    <a:pt x="1583" y="1506"/>
                  </a:lnTo>
                  <a:lnTo>
                    <a:pt x="1738" y="1468"/>
                  </a:lnTo>
                  <a:lnTo>
                    <a:pt x="1931" y="1391"/>
                  </a:lnTo>
                  <a:lnTo>
                    <a:pt x="2047" y="1275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811"/>
                  </a:lnTo>
                  <a:lnTo>
                    <a:pt x="2124" y="657"/>
                  </a:lnTo>
                  <a:lnTo>
                    <a:pt x="2047" y="502"/>
                  </a:lnTo>
                  <a:lnTo>
                    <a:pt x="1970" y="348"/>
                  </a:lnTo>
                  <a:lnTo>
                    <a:pt x="1777" y="194"/>
                  </a:lnTo>
                  <a:lnTo>
                    <a:pt x="1622" y="116"/>
                  </a:lnTo>
                  <a:lnTo>
                    <a:pt x="1429" y="39"/>
                  </a:lnTo>
                  <a:lnTo>
                    <a:pt x="11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1" name="Google Shape;5101;p21"/>
            <p:cNvSpPr/>
            <p:nvPr/>
          </p:nvSpPr>
          <p:spPr>
            <a:xfrm>
              <a:off x="3345650" y="2889825"/>
              <a:ext cx="466300" cy="248125"/>
            </a:xfrm>
            <a:custGeom>
              <a:avLst/>
              <a:gdLst/>
              <a:ahLst/>
              <a:cxnLst/>
              <a:rect l="l" t="t" r="r" b="b"/>
              <a:pathLst>
                <a:path w="18652" h="9925" extrusionOk="0">
                  <a:moveTo>
                    <a:pt x="6140" y="0"/>
                  </a:moveTo>
                  <a:lnTo>
                    <a:pt x="5561" y="39"/>
                  </a:lnTo>
                  <a:lnTo>
                    <a:pt x="4982" y="155"/>
                  </a:lnTo>
                  <a:lnTo>
                    <a:pt x="4402" y="309"/>
                  </a:lnTo>
                  <a:lnTo>
                    <a:pt x="3862" y="502"/>
                  </a:lnTo>
                  <a:lnTo>
                    <a:pt x="3283" y="772"/>
                  </a:lnTo>
                  <a:lnTo>
                    <a:pt x="2781" y="1081"/>
                  </a:lnTo>
                  <a:lnTo>
                    <a:pt x="2279" y="1467"/>
                  </a:lnTo>
                  <a:lnTo>
                    <a:pt x="1815" y="1892"/>
                  </a:lnTo>
                  <a:lnTo>
                    <a:pt x="1390" y="2317"/>
                  </a:lnTo>
                  <a:lnTo>
                    <a:pt x="1043" y="2780"/>
                  </a:lnTo>
                  <a:lnTo>
                    <a:pt x="734" y="3244"/>
                  </a:lnTo>
                  <a:lnTo>
                    <a:pt x="464" y="3746"/>
                  </a:lnTo>
                  <a:lnTo>
                    <a:pt x="271" y="4286"/>
                  </a:lnTo>
                  <a:lnTo>
                    <a:pt x="116" y="4827"/>
                  </a:lnTo>
                  <a:lnTo>
                    <a:pt x="0" y="5368"/>
                  </a:lnTo>
                  <a:lnTo>
                    <a:pt x="348" y="5445"/>
                  </a:lnTo>
                  <a:lnTo>
                    <a:pt x="425" y="5020"/>
                  </a:lnTo>
                  <a:lnTo>
                    <a:pt x="541" y="4595"/>
                  </a:lnTo>
                  <a:lnTo>
                    <a:pt x="773" y="4016"/>
                  </a:lnTo>
                  <a:lnTo>
                    <a:pt x="1081" y="3437"/>
                  </a:lnTo>
                  <a:lnTo>
                    <a:pt x="1468" y="2896"/>
                  </a:lnTo>
                  <a:lnTo>
                    <a:pt x="1892" y="2394"/>
                  </a:lnTo>
                  <a:lnTo>
                    <a:pt x="2356" y="1931"/>
                  </a:lnTo>
                  <a:lnTo>
                    <a:pt x="2858" y="1545"/>
                  </a:lnTo>
                  <a:lnTo>
                    <a:pt x="3398" y="1197"/>
                  </a:lnTo>
                  <a:lnTo>
                    <a:pt x="3978" y="888"/>
                  </a:lnTo>
                  <a:lnTo>
                    <a:pt x="4595" y="657"/>
                  </a:lnTo>
                  <a:lnTo>
                    <a:pt x="5252" y="502"/>
                  </a:lnTo>
                  <a:lnTo>
                    <a:pt x="5908" y="425"/>
                  </a:lnTo>
                  <a:lnTo>
                    <a:pt x="6565" y="386"/>
                  </a:lnTo>
                  <a:lnTo>
                    <a:pt x="7221" y="463"/>
                  </a:lnTo>
                  <a:lnTo>
                    <a:pt x="7839" y="618"/>
                  </a:lnTo>
                  <a:lnTo>
                    <a:pt x="8457" y="811"/>
                  </a:lnTo>
                  <a:lnTo>
                    <a:pt x="9075" y="1120"/>
                  </a:lnTo>
                  <a:lnTo>
                    <a:pt x="9422" y="1313"/>
                  </a:lnTo>
                  <a:lnTo>
                    <a:pt x="9731" y="1506"/>
                  </a:lnTo>
                  <a:lnTo>
                    <a:pt x="10002" y="1738"/>
                  </a:lnTo>
                  <a:lnTo>
                    <a:pt x="10272" y="1969"/>
                  </a:lnTo>
                  <a:lnTo>
                    <a:pt x="10774" y="2471"/>
                  </a:lnTo>
                  <a:lnTo>
                    <a:pt x="11199" y="3051"/>
                  </a:lnTo>
                  <a:lnTo>
                    <a:pt x="11546" y="3630"/>
                  </a:lnTo>
                  <a:lnTo>
                    <a:pt x="11855" y="4286"/>
                  </a:lnTo>
                  <a:lnTo>
                    <a:pt x="12164" y="4943"/>
                  </a:lnTo>
                  <a:lnTo>
                    <a:pt x="12396" y="5638"/>
                  </a:lnTo>
                  <a:lnTo>
                    <a:pt x="12627" y="6217"/>
                  </a:lnTo>
                  <a:lnTo>
                    <a:pt x="12859" y="6835"/>
                  </a:lnTo>
                  <a:lnTo>
                    <a:pt x="13129" y="7414"/>
                  </a:lnTo>
                  <a:lnTo>
                    <a:pt x="13438" y="7993"/>
                  </a:lnTo>
                  <a:lnTo>
                    <a:pt x="13786" y="8495"/>
                  </a:lnTo>
                  <a:lnTo>
                    <a:pt x="14211" y="8959"/>
                  </a:lnTo>
                  <a:lnTo>
                    <a:pt x="14442" y="9190"/>
                  </a:lnTo>
                  <a:lnTo>
                    <a:pt x="14713" y="9383"/>
                  </a:lnTo>
                  <a:lnTo>
                    <a:pt x="14983" y="9538"/>
                  </a:lnTo>
                  <a:lnTo>
                    <a:pt x="15253" y="9692"/>
                  </a:lnTo>
                  <a:lnTo>
                    <a:pt x="15717" y="9847"/>
                  </a:lnTo>
                  <a:lnTo>
                    <a:pt x="16219" y="9924"/>
                  </a:lnTo>
                  <a:lnTo>
                    <a:pt x="16682" y="9885"/>
                  </a:lnTo>
                  <a:lnTo>
                    <a:pt x="17145" y="9808"/>
                  </a:lnTo>
                  <a:lnTo>
                    <a:pt x="17609" y="9654"/>
                  </a:lnTo>
                  <a:lnTo>
                    <a:pt x="17802" y="9538"/>
                  </a:lnTo>
                  <a:lnTo>
                    <a:pt x="17995" y="9383"/>
                  </a:lnTo>
                  <a:lnTo>
                    <a:pt x="18188" y="9229"/>
                  </a:lnTo>
                  <a:lnTo>
                    <a:pt x="18342" y="9075"/>
                  </a:lnTo>
                  <a:lnTo>
                    <a:pt x="18497" y="8881"/>
                  </a:lnTo>
                  <a:lnTo>
                    <a:pt x="18613" y="8650"/>
                  </a:lnTo>
                  <a:lnTo>
                    <a:pt x="18651" y="8573"/>
                  </a:lnTo>
                  <a:lnTo>
                    <a:pt x="18613" y="8457"/>
                  </a:lnTo>
                  <a:lnTo>
                    <a:pt x="18651" y="8418"/>
                  </a:lnTo>
                  <a:lnTo>
                    <a:pt x="18613" y="8341"/>
                  </a:lnTo>
                  <a:lnTo>
                    <a:pt x="18304" y="8380"/>
                  </a:lnTo>
                  <a:lnTo>
                    <a:pt x="18265" y="8418"/>
                  </a:lnTo>
                  <a:lnTo>
                    <a:pt x="18033" y="8766"/>
                  </a:lnTo>
                  <a:lnTo>
                    <a:pt x="17802" y="8997"/>
                  </a:lnTo>
                  <a:lnTo>
                    <a:pt x="17493" y="9229"/>
                  </a:lnTo>
                  <a:lnTo>
                    <a:pt x="17184" y="9345"/>
                  </a:lnTo>
                  <a:lnTo>
                    <a:pt x="16798" y="9461"/>
                  </a:lnTo>
                  <a:lnTo>
                    <a:pt x="16064" y="9461"/>
                  </a:lnTo>
                  <a:lnTo>
                    <a:pt x="15717" y="9383"/>
                  </a:lnTo>
                  <a:lnTo>
                    <a:pt x="15330" y="9229"/>
                  </a:lnTo>
                  <a:lnTo>
                    <a:pt x="15021" y="9036"/>
                  </a:lnTo>
                  <a:lnTo>
                    <a:pt x="14674" y="8766"/>
                  </a:lnTo>
                  <a:lnTo>
                    <a:pt x="14404" y="8495"/>
                  </a:lnTo>
                  <a:lnTo>
                    <a:pt x="14133" y="8186"/>
                  </a:lnTo>
                  <a:lnTo>
                    <a:pt x="13902" y="7878"/>
                  </a:lnTo>
                  <a:lnTo>
                    <a:pt x="13709" y="7530"/>
                  </a:lnTo>
                  <a:lnTo>
                    <a:pt x="13515" y="7182"/>
                  </a:lnTo>
                  <a:lnTo>
                    <a:pt x="13207" y="6526"/>
                  </a:lnTo>
                  <a:lnTo>
                    <a:pt x="12936" y="5870"/>
                  </a:lnTo>
                  <a:lnTo>
                    <a:pt x="12434" y="4518"/>
                  </a:lnTo>
                  <a:lnTo>
                    <a:pt x="12164" y="3862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317"/>
                  </a:lnTo>
                  <a:lnTo>
                    <a:pt x="11005" y="2047"/>
                  </a:lnTo>
                  <a:lnTo>
                    <a:pt x="10542" y="1583"/>
                  </a:lnTo>
                  <a:lnTo>
                    <a:pt x="10040" y="1197"/>
                  </a:lnTo>
                  <a:lnTo>
                    <a:pt x="9538" y="888"/>
                  </a:lnTo>
                  <a:lnTo>
                    <a:pt x="9036" y="579"/>
                  </a:lnTo>
                  <a:lnTo>
                    <a:pt x="8457" y="386"/>
                  </a:lnTo>
                  <a:lnTo>
                    <a:pt x="7916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2" name="Google Shape;5102;p21"/>
            <p:cNvSpPr/>
            <p:nvPr/>
          </p:nvSpPr>
          <p:spPr>
            <a:xfrm>
              <a:off x="6719625" y="2898500"/>
              <a:ext cx="625575" cy="344675"/>
            </a:xfrm>
            <a:custGeom>
              <a:avLst/>
              <a:gdLst/>
              <a:ahLst/>
              <a:cxnLst/>
              <a:rect l="l" t="t" r="r" b="b"/>
              <a:pathLst>
                <a:path w="25023" h="13787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41" y="2009"/>
                  </a:lnTo>
                  <a:lnTo>
                    <a:pt x="23787" y="2163"/>
                  </a:lnTo>
                  <a:lnTo>
                    <a:pt x="23633" y="2202"/>
                  </a:lnTo>
                  <a:lnTo>
                    <a:pt x="23478" y="2202"/>
                  </a:lnTo>
                  <a:lnTo>
                    <a:pt x="23324" y="2163"/>
                  </a:lnTo>
                  <a:lnTo>
                    <a:pt x="23208" y="2086"/>
                  </a:lnTo>
                  <a:lnTo>
                    <a:pt x="23092" y="1970"/>
                  </a:lnTo>
                  <a:lnTo>
                    <a:pt x="23015" y="1816"/>
                  </a:lnTo>
                  <a:lnTo>
                    <a:pt x="22976" y="1661"/>
                  </a:lnTo>
                  <a:lnTo>
                    <a:pt x="22976" y="1429"/>
                  </a:lnTo>
                  <a:lnTo>
                    <a:pt x="23053" y="1275"/>
                  </a:lnTo>
                  <a:lnTo>
                    <a:pt x="23169" y="1120"/>
                  </a:lnTo>
                  <a:lnTo>
                    <a:pt x="23285" y="966"/>
                  </a:lnTo>
                  <a:close/>
                  <a:moveTo>
                    <a:pt x="24096" y="2433"/>
                  </a:moveTo>
                  <a:lnTo>
                    <a:pt x="24212" y="2781"/>
                  </a:lnTo>
                  <a:lnTo>
                    <a:pt x="24328" y="3090"/>
                  </a:lnTo>
                  <a:lnTo>
                    <a:pt x="24366" y="3437"/>
                  </a:lnTo>
                  <a:lnTo>
                    <a:pt x="24443" y="3823"/>
                  </a:lnTo>
                  <a:lnTo>
                    <a:pt x="24173" y="3746"/>
                  </a:lnTo>
                  <a:lnTo>
                    <a:pt x="23941" y="3592"/>
                  </a:lnTo>
                  <a:lnTo>
                    <a:pt x="23864" y="3515"/>
                  </a:lnTo>
                  <a:lnTo>
                    <a:pt x="23787" y="3399"/>
                  </a:lnTo>
                  <a:lnTo>
                    <a:pt x="23748" y="3283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7" y="2742"/>
                  </a:lnTo>
                  <a:lnTo>
                    <a:pt x="23941" y="2588"/>
                  </a:lnTo>
                  <a:lnTo>
                    <a:pt x="24096" y="2433"/>
                  </a:lnTo>
                  <a:close/>
                  <a:moveTo>
                    <a:pt x="16296" y="4982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6" y="5291"/>
                  </a:lnTo>
                  <a:lnTo>
                    <a:pt x="16566" y="5407"/>
                  </a:lnTo>
                  <a:lnTo>
                    <a:pt x="16296" y="5445"/>
                  </a:lnTo>
                  <a:lnTo>
                    <a:pt x="15639" y="5523"/>
                  </a:lnTo>
                  <a:lnTo>
                    <a:pt x="15639" y="5484"/>
                  </a:lnTo>
                  <a:lnTo>
                    <a:pt x="15678" y="5368"/>
                  </a:lnTo>
                  <a:lnTo>
                    <a:pt x="15716" y="5252"/>
                  </a:lnTo>
                  <a:lnTo>
                    <a:pt x="15755" y="5175"/>
                  </a:lnTo>
                  <a:lnTo>
                    <a:pt x="15832" y="5098"/>
                  </a:lnTo>
                  <a:lnTo>
                    <a:pt x="15948" y="5021"/>
                  </a:lnTo>
                  <a:lnTo>
                    <a:pt x="16064" y="4982"/>
                  </a:lnTo>
                  <a:close/>
                  <a:moveTo>
                    <a:pt x="24443" y="4248"/>
                  </a:moveTo>
                  <a:lnTo>
                    <a:pt x="24443" y="4673"/>
                  </a:lnTo>
                  <a:lnTo>
                    <a:pt x="24366" y="5098"/>
                  </a:lnTo>
                  <a:lnTo>
                    <a:pt x="24250" y="5523"/>
                  </a:lnTo>
                  <a:lnTo>
                    <a:pt x="24057" y="5445"/>
                  </a:lnTo>
                  <a:lnTo>
                    <a:pt x="23903" y="5291"/>
                  </a:lnTo>
                  <a:lnTo>
                    <a:pt x="23826" y="5098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50"/>
                  </a:lnTo>
                  <a:lnTo>
                    <a:pt x="23864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48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1"/>
                  </a:lnTo>
                  <a:lnTo>
                    <a:pt x="18111" y="5214"/>
                  </a:lnTo>
                  <a:lnTo>
                    <a:pt x="18111" y="5407"/>
                  </a:lnTo>
                  <a:lnTo>
                    <a:pt x="18072" y="5638"/>
                  </a:lnTo>
                  <a:lnTo>
                    <a:pt x="17570" y="5523"/>
                  </a:lnTo>
                  <a:lnTo>
                    <a:pt x="17029" y="5445"/>
                  </a:lnTo>
                  <a:lnTo>
                    <a:pt x="17068" y="5291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5"/>
                  </a:lnTo>
                  <a:lnTo>
                    <a:pt x="17531" y="4866"/>
                  </a:lnTo>
                  <a:lnTo>
                    <a:pt x="17647" y="4827"/>
                  </a:lnTo>
                  <a:close/>
                  <a:moveTo>
                    <a:pt x="14712" y="5329"/>
                  </a:moveTo>
                  <a:lnTo>
                    <a:pt x="14828" y="5368"/>
                  </a:lnTo>
                  <a:lnTo>
                    <a:pt x="14906" y="5445"/>
                  </a:lnTo>
                  <a:lnTo>
                    <a:pt x="15021" y="5561"/>
                  </a:lnTo>
                  <a:lnTo>
                    <a:pt x="15060" y="5677"/>
                  </a:lnTo>
                  <a:lnTo>
                    <a:pt x="14558" y="5870"/>
                  </a:lnTo>
                  <a:lnTo>
                    <a:pt x="14056" y="6102"/>
                  </a:lnTo>
                  <a:lnTo>
                    <a:pt x="14017" y="6063"/>
                  </a:lnTo>
                  <a:lnTo>
                    <a:pt x="14056" y="5831"/>
                  </a:lnTo>
                  <a:lnTo>
                    <a:pt x="14133" y="5600"/>
                  </a:lnTo>
                  <a:lnTo>
                    <a:pt x="14249" y="5445"/>
                  </a:lnTo>
                  <a:lnTo>
                    <a:pt x="14365" y="5368"/>
                  </a:lnTo>
                  <a:lnTo>
                    <a:pt x="14442" y="5329"/>
                  </a:lnTo>
                  <a:close/>
                  <a:moveTo>
                    <a:pt x="18999" y="5484"/>
                  </a:moveTo>
                  <a:lnTo>
                    <a:pt x="19115" y="5523"/>
                  </a:lnTo>
                  <a:lnTo>
                    <a:pt x="19192" y="5561"/>
                  </a:lnTo>
                  <a:lnTo>
                    <a:pt x="19308" y="5677"/>
                  </a:lnTo>
                  <a:lnTo>
                    <a:pt x="19385" y="5831"/>
                  </a:lnTo>
                  <a:lnTo>
                    <a:pt x="19385" y="5986"/>
                  </a:lnTo>
                  <a:lnTo>
                    <a:pt x="19346" y="6179"/>
                  </a:lnTo>
                  <a:lnTo>
                    <a:pt x="18613" y="5831"/>
                  </a:lnTo>
                  <a:lnTo>
                    <a:pt x="18651" y="5754"/>
                  </a:lnTo>
                  <a:lnTo>
                    <a:pt x="18690" y="5677"/>
                  </a:lnTo>
                  <a:lnTo>
                    <a:pt x="18844" y="5523"/>
                  </a:lnTo>
                  <a:lnTo>
                    <a:pt x="18999" y="5484"/>
                  </a:lnTo>
                  <a:close/>
                  <a:moveTo>
                    <a:pt x="20196" y="6063"/>
                  </a:moveTo>
                  <a:lnTo>
                    <a:pt x="20350" y="6102"/>
                  </a:lnTo>
                  <a:lnTo>
                    <a:pt x="20466" y="6140"/>
                  </a:lnTo>
                  <a:lnTo>
                    <a:pt x="20543" y="6179"/>
                  </a:lnTo>
                  <a:lnTo>
                    <a:pt x="20698" y="6333"/>
                  </a:lnTo>
                  <a:lnTo>
                    <a:pt x="20775" y="6527"/>
                  </a:lnTo>
                  <a:lnTo>
                    <a:pt x="20814" y="6720"/>
                  </a:lnTo>
                  <a:lnTo>
                    <a:pt x="20891" y="6951"/>
                  </a:lnTo>
                  <a:lnTo>
                    <a:pt x="20466" y="6758"/>
                  </a:lnTo>
                  <a:lnTo>
                    <a:pt x="20080" y="6565"/>
                  </a:lnTo>
                  <a:lnTo>
                    <a:pt x="19810" y="6411"/>
                  </a:lnTo>
                  <a:lnTo>
                    <a:pt x="19848" y="6295"/>
                  </a:lnTo>
                  <a:lnTo>
                    <a:pt x="19887" y="6179"/>
                  </a:lnTo>
                  <a:lnTo>
                    <a:pt x="20003" y="6140"/>
                  </a:lnTo>
                  <a:lnTo>
                    <a:pt x="20080" y="6102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9"/>
                  </a:lnTo>
                  <a:lnTo>
                    <a:pt x="23941" y="5986"/>
                  </a:lnTo>
                  <a:lnTo>
                    <a:pt x="24019" y="6025"/>
                  </a:lnTo>
                  <a:lnTo>
                    <a:pt x="24096" y="6025"/>
                  </a:lnTo>
                  <a:lnTo>
                    <a:pt x="23941" y="6295"/>
                  </a:lnTo>
                  <a:lnTo>
                    <a:pt x="23748" y="6565"/>
                  </a:lnTo>
                  <a:lnTo>
                    <a:pt x="23517" y="6797"/>
                  </a:lnTo>
                  <a:lnTo>
                    <a:pt x="23246" y="6990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7"/>
                  </a:lnTo>
                  <a:lnTo>
                    <a:pt x="23015" y="6295"/>
                  </a:lnTo>
                  <a:lnTo>
                    <a:pt x="23053" y="6179"/>
                  </a:lnTo>
                  <a:lnTo>
                    <a:pt x="23131" y="6102"/>
                  </a:lnTo>
                  <a:lnTo>
                    <a:pt x="23208" y="6025"/>
                  </a:lnTo>
                  <a:lnTo>
                    <a:pt x="23285" y="5947"/>
                  </a:lnTo>
                  <a:lnTo>
                    <a:pt x="23517" y="5870"/>
                  </a:lnTo>
                  <a:close/>
                  <a:moveTo>
                    <a:pt x="13245" y="6102"/>
                  </a:moveTo>
                  <a:lnTo>
                    <a:pt x="13477" y="6179"/>
                  </a:lnTo>
                  <a:lnTo>
                    <a:pt x="13593" y="6256"/>
                  </a:lnTo>
                  <a:lnTo>
                    <a:pt x="13708" y="6333"/>
                  </a:lnTo>
                  <a:lnTo>
                    <a:pt x="13168" y="6720"/>
                  </a:lnTo>
                  <a:lnTo>
                    <a:pt x="12782" y="7106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7" y="6797"/>
                  </a:lnTo>
                  <a:lnTo>
                    <a:pt x="12627" y="6681"/>
                  </a:lnTo>
                  <a:lnTo>
                    <a:pt x="12666" y="6527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59" y="6218"/>
                  </a:lnTo>
                  <a:lnTo>
                    <a:pt x="13013" y="6140"/>
                  </a:lnTo>
                  <a:lnTo>
                    <a:pt x="13129" y="6102"/>
                  </a:lnTo>
                  <a:close/>
                  <a:moveTo>
                    <a:pt x="22165" y="6565"/>
                  </a:moveTo>
                  <a:lnTo>
                    <a:pt x="22281" y="6604"/>
                  </a:lnTo>
                  <a:lnTo>
                    <a:pt x="22474" y="6720"/>
                  </a:lnTo>
                  <a:lnTo>
                    <a:pt x="22629" y="6874"/>
                  </a:lnTo>
                  <a:lnTo>
                    <a:pt x="22783" y="7029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6"/>
                  </a:lnTo>
                  <a:lnTo>
                    <a:pt x="22937" y="7144"/>
                  </a:lnTo>
                  <a:lnTo>
                    <a:pt x="22551" y="7222"/>
                  </a:lnTo>
                  <a:lnTo>
                    <a:pt x="22165" y="7260"/>
                  </a:lnTo>
                  <a:lnTo>
                    <a:pt x="21779" y="7222"/>
                  </a:lnTo>
                  <a:lnTo>
                    <a:pt x="21393" y="7106"/>
                  </a:lnTo>
                  <a:lnTo>
                    <a:pt x="21470" y="6913"/>
                  </a:lnTo>
                  <a:lnTo>
                    <a:pt x="21625" y="6758"/>
                  </a:lnTo>
                  <a:lnTo>
                    <a:pt x="21818" y="6604"/>
                  </a:lnTo>
                  <a:lnTo>
                    <a:pt x="22049" y="6565"/>
                  </a:lnTo>
                  <a:close/>
                  <a:moveTo>
                    <a:pt x="12280" y="7415"/>
                  </a:moveTo>
                  <a:lnTo>
                    <a:pt x="12473" y="7453"/>
                  </a:lnTo>
                  <a:lnTo>
                    <a:pt x="12125" y="7994"/>
                  </a:lnTo>
                  <a:lnTo>
                    <a:pt x="11816" y="8573"/>
                  </a:lnTo>
                  <a:lnTo>
                    <a:pt x="11701" y="8341"/>
                  </a:lnTo>
                  <a:lnTo>
                    <a:pt x="11662" y="8110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39" y="7724"/>
                  </a:lnTo>
                  <a:lnTo>
                    <a:pt x="11816" y="7608"/>
                  </a:lnTo>
                  <a:lnTo>
                    <a:pt x="11894" y="7531"/>
                  </a:lnTo>
                  <a:lnTo>
                    <a:pt x="12009" y="7453"/>
                  </a:lnTo>
                  <a:lnTo>
                    <a:pt x="12164" y="7415"/>
                  </a:lnTo>
                  <a:close/>
                  <a:moveTo>
                    <a:pt x="2240" y="9384"/>
                  </a:moveTo>
                  <a:lnTo>
                    <a:pt x="2356" y="9423"/>
                  </a:lnTo>
                  <a:lnTo>
                    <a:pt x="2472" y="9500"/>
                  </a:lnTo>
                  <a:lnTo>
                    <a:pt x="2549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10002"/>
                  </a:lnTo>
                  <a:lnTo>
                    <a:pt x="2124" y="9886"/>
                  </a:lnTo>
                  <a:lnTo>
                    <a:pt x="1661" y="9886"/>
                  </a:lnTo>
                  <a:lnTo>
                    <a:pt x="1699" y="9770"/>
                  </a:lnTo>
                  <a:lnTo>
                    <a:pt x="1738" y="9654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close/>
                  <a:moveTo>
                    <a:pt x="11662" y="8998"/>
                  </a:moveTo>
                  <a:lnTo>
                    <a:pt x="11469" y="9500"/>
                  </a:lnTo>
                  <a:lnTo>
                    <a:pt x="11353" y="10040"/>
                  </a:lnTo>
                  <a:lnTo>
                    <a:pt x="11276" y="10272"/>
                  </a:lnTo>
                  <a:lnTo>
                    <a:pt x="11237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8" y="9693"/>
                  </a:lnTo>
                  <a:lnTo>
                    <a:pt x="10928" y="9577"/>
                  </a:lnTo>
                  <a:lnTo>
                    <a:pt x="10967" y="9461"/>
                  </a:lnTo>
                  <a:lnTo>
                    <a:pt x="11005" y="9345"/>
                  </a:lnTo>
                  <a:lnTo>
                    <a:pt x="11121" y="9152"/>
                  </a:lnTo>
                  <a:lnTo>
                    <a:pt x="11276" y="9075"/>
                  </a:lnTo>
                  <a:lnTo>
                    <a:pt x="11469" y="8998"/>
                  </a:lnTo>
                  <a:close/>
                  <a:moveTo>
                    <a:pt x="3784" y="9770"/>
                  </a:moveTo>
                  <a:lnTo>
                    <a:pt x="3900" y="9809"/>
                  </a:lnTo>
                  <a:lnTo>
                    <a:pt x="4016" y="9886"/>
                  </a:lnTo>
                  <a:lnTo>
                    <a:pt x="4093" y="10002"/>
                  </a:lnTo>
                  <a:lnTo>
                    <a:pt x="4132" y="10118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3" y="10542"/>
                  </a:lnTo>
                  <a:lnTo>
                    <a:pt x="4016" y="10658"/>
                  </a:lnTo>
                  <a:lnTo>
                    <a:pt x="3862" y="10542"/>
                  </a:lnTo>
                  <a:lnTo>
                    <a:pt x="3514" y="10349"/>
                  </a:lnTo>
                  <a:lnTo>
                    <a:pt x="3089" y="10156"/>
                  </a:lnTo>
                  <a:lnTo>
                    <a:pt x="3128" y="10040"/>
                  </a:lnTo>
                  <a:lnTo>
                    <a:pt x="3244" y="9925"/>
                  </a:lnTo>
                  <a:lnTo>
                    <a:pt x="3360" y="9847"/>
                  </a:lnTo>
                  <a:lnTo>
                    <a:pt x="3514" y="9770"/>
                  </a:lnTo>
                  <a:close/>
                  <a:moveTo>
                    <a:pt x="4943" y="10658"/>
                  </a:moveTo>
                  <a:lnTo>
                    <a:pt x="5020" y="10736"/>
                  </a:lnTo>
                  <a:lnTo>
                    <a:pt x="5097" y="10774"/>
                  </a:lnTo>
                  <a:lnTo>
                    <a:pt x="5136" y="10890"/>
                  </a:lnTo>
                  <a:lnTo>
                    <a:pt x="5175" y="11044"/>
                  </a:lnTo>
                  <a:lnTo>
                    <a:pt x="5136" y="11238"/>
                  </a:lnTo>
                  <a:lnTo>
                    <a:pt x="5097" y="11431"/>
                  </a:lnTo>
                  <a:lnTo>
                    <a:pt x="4402" y="10929"/>
                  </a:lnTo>
                  <a:lnTo>
                    <a:pt x="4441" y="10813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20"/>
                  </a:moveTo>
                  <a:lnTo>
                    <a:pt x="10967" y="11199"/>
                  </a:lnTo>
                  <a:lnTo>
                    <a:pt x="10735" y="11740"/>
                  </a:lnTo>
                  <a:lnTo>
                    <a:pt x="10658" y="11701"/>
                  </a:lnTo>
                  <a:lnTo>
                    <a:pt x="10503" y="11546"/>
                  </a:lnTo>
                  <a:lnTo>
                    <a:pt x="10426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3"/>
                  </a:lnTo>
                  <a:lnTo>
                    <a:pt x="10735" y="10697"/>
                  </a:lnTo>
                  <a:lnTo>
                    <a:pt x="10928" y="10620"/>
                  </a:lnTo>
                  <a:close/>
                  <a:moveTo>
                    <a:pt x="5986" y="11469"/>
                  </a:moveTo>
                  <a:lnTo>
                    <a:pt x="6063" y="11508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3" y="11778"/>
                  </a:lnTo>
                  <a:lnTo>
                    <a:pt x="6372" y="12010"/>
                  </a:lnTo>
                  <a:lnTo>
                    <a:pt x="6410" y="12242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1"/>
                  </a:lnTo>
                  <a:lnTo>
                    <a:pt x="5445" y="11624"/>
                  </a:lnTo>
                  <a:lnTo>
                    <a:pt x="5561" y="11546"/>
                  </a:lnTo>
                  <a:lnTo>
                    <a:pt x="5638" y="11508"/>
                  </a:lnTo>
                  <a:lnTo>
                    <a:pt x="5754" y="11469"/>
                  </a:lnTo>
                  <a:close/>
                  <a:moveTo>
                    <a:pt x="10542" y="12048"/>
                  </a:moveTo>
                  <a:lnTo>
                    <a:pt x="10388" y="12319"/>
                  </a:lnTo>
                  <a:lnTo>
                    <a:pt x="10195" y="12550"/>
                  </a:lnTo>
                  <a:lnTo>
                    <a:pt x="10001" y="12744"/>
                  </a:lnTo>
                  <a:lnTo>
                    <a:pt x="9770" y="12937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8" y="12242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76" y="12512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1"/>
                  </a:lnTo>
                  <a:lnTo>
                    <a:pt x="7878" y="13014"/>
                  </a:lnTo>
                  <a:lnTo>
                    <a:pt x="7878" y="13207"/>
                  </a:lnTo>
                  <a:lnTo>
                    <a:pt x="7839" y="13207"/>
                  </a:lnTo>
                  <a:lnTo>
                    <a:pt x="7337" y="13014"/>
                  </a:lnTo>
                  <a:lnTo>
                    <a:pt x="6835" y="12744"/>
                  </a:lnTo>
                  <a:lnTo>
                    <a:pt x="6990" y="12628"/>
                  </a:lnTo>
                  <a:lnTo>
                    <a:pt x="7183" y="12550"/>
                  </a:lnTo>
                  <a:lnTo>
                    <a:pt x="7376" y="12512"/>
                  </a:lnTo>
                  <a:close/>
                  <a:moveTo>
                    <a:pt x="8843" y="12628"/>
                  </a:moveTo>
                  <a:lnTo>
                    <a:pt x="8959" y="12666"/>
                  </a:lnTo>
                  <a:lnTo>
                    <a:pt x="9113" y="12782"/>
                  </a:lnTo>
                  <a:lnTo>
                    <a:pt x="9191" y="12937"/>
                  </a:lnTo>
                  <a:lnTo>
                    <a:pt x="9229" y="13130"/>
                  </a:lnTo>
                  <a:lnTo>
                    <a:pt x="9268" y="13207"/>
                  </a:lnTo>
                  <a:lnTo>
                    <a:pt x="9036" y="13284"/>
                  </a:lnTo>
                  <a:lnTo>
                    <a:pt x="8804" y="13323"/>
                  </a:lnTo>
                  <a:lnTo>
                    <a:pt x="8573" y="13323"/>
                  </a:lnTo>
                  <a:lnTo>
                    <a:pt x="8302" y="13284"/>
                  </a:lnTo>
                  <a:lnTo>
                    <a:pt x="8302" y="13207"/>
                  </a:lnTo>
                  <a:lnTo>
                    <a:pt x="8341" y="13014"/>
                  </a:lnTo>
                  <a:lnTo>
                    <a:pt x="8418" y="12821"/>
                  </a:lnTo>
                  <a:lnTo>
                    <a:pt x="8573" y="12705"/>
                  </a:lnTo>
                  <a:lnTo>
                    <a:pt x="8650" y="12666"/>
                  </a:lnTo>
                  <a:lnTo>
                    <a:pt x="8766" y="12628"/>
                  </a:lnTo>
                  <a:close/>
                  <a:moveTo>
                    <a:pt x="22976" y="1"/>
                  </a:moveTo>
                  <a:lnTo>
                    <a:pt x="22899" y="39"/>
                  </a:lnTo>
                  <a:lnTo>
                    <a:pt x="22822" y="78"/>
                  </a:lnTo>
                  <a:lnTo>
                    <a:pt x="22783" y="155"/>
                  </a:lnTo>
                  <a:lnTo>
                    <a:pt x="22744" y="232"/>
                  </a:lnTo>
                  <a:lnTo>
                    <a:pt x="22744" y="310"/>
                  </a:lnTo>
                  <a:lnTo>
                    <a:pt x="22822" y="425"/>
                  </a:lnTo>
                  <a:lnTo>
                    <a:pt x="22860" y="464"/>
                  </a:lnTo>
                  <a:lnTo>
                    <a:pt x="23015" y="657"/>
                  </a:lnTo>
                  <a:lnTo>
                    <a:pt x="22899" y="773"/>
                  </a:lnTo>
                  <a:lnTo>
                    <a:pt x="22783" y="966"/>
                  </a:lnTo>
                  <a:lnTo>
                    <a:pt x="22706" y="1120"/>
                  </a:lnTo>
                  <a:lnTo>
                    <a:pt x="22629" y="1314"/>
                  </a:lnTo>
                  <a:lnTo>
                    <a:pt x="22590" y="1507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60" y="2279"/>
                  </a:lnTo>
                  <a:lnTo>
                    <a:pt x="23053" y="2395"/>
                  </a:lnTo>
                  <a:lnTo>
                    <a:pt x="23246" y="2511"/>
                  </a:lnTo>
                  <a:lnTo>
                    <a:pt x="23478" y="2511"/>
                  </a:lnTo>
                  <a:lnTo>
                    <a:pt x="23401" y="2704"/>
                  </a:lnTo>
                  <a:lnTo>
                    <a:pt x="23362" y="2897"/>
                  </a:lnTo>
                  <a:lnTo>
                    <a:pt x="23324" y="3090"/>
                  </a:lnTo>
                  <a:lnTo>
                    <a:pt x="23362" y="3283"/>
                  </a:lnTo>
                  <a:lnTo>
                    <a:pt x="23439" y="3515"/>
                  </a:lnTo>
                  <a:lnTo>
                    <a:pt x="23555" y="3708"/>
                  </a:lnTo>
                  <a:lnTo>
                    <a:pt x="23748" y="3901"/>
                  </a:lnTo>
                  <a:lnTo>
                    <a:pt x="23980" y="4017"/>
                  </a:lnTo>
                  <a:lnTo>
                    <a:pt x="23748" y="4210"/>
                  </a:lnTo>
                  <a:lnTo>
                    <a:pt x="23555" y="4480"/>
                  </a:lnTo>
                  <a:lnTo>
                    <a:pt x="23478" y="4750"/>
                  </a:lnTo>
                  <a:lnTo>
                    <a:pt x="23439" y="4905"/>
                  </a:lnTo>
                  <a:lnTo>
                    <a:pt x="23439" y="5021"/>
                  </a:lnTo>
                  <a:lnTo>
                    <a:pt x="23517" y="5291"/>
                  </a:lnTo>
                  <a:lnTo>
                    <a:pt x="23633" y="5484"/>
                  </a:lnTo>
                  <a:lnTo>
                    <a:pt x="23401" y="5523"/>
                  </a:lnTo>
                  <a:lnTo>
                    <a:pt x="23169" y="5561"/>
                  </a:lnTo>
                  <a:lnTo>
                    <a:pt x="22976" y="5716"/>
                  </a:lnTo>
                  <a:lnTo>
                    <a:pt x="22783" y="5870"/>
                  </a:lnTo>
                  <a:lnTo>
                    <a:pt x="22706" y="6102"/>
                  </a:lnTo>
                  <a:lnTo>
                    <a:pt x="22629" y="6372"/>
                  </a:lnTo>
                  <a:lnTo>
                    <a:pt x="22474" y="6295"/>
                  </a:lnTo>
                  <a:lnTo>
                    <a:pt x="22320" y="6256"/>
                  </a:lnTo>
                  <a:lnTo>
                    <a:pt x="22165" y="6218"/>
                  </a:lnTo>
                  <a:lnTo>
                    <a:pt x="21972" y="6218"/>
                  </a:lnTo>
                  <a:lnTo>
                    <a:pt x="21740" y="6295"/>
                  </a:lnTo>
                  <a:lnTo>
                    <a:pt x="21509" y="6411"/>
                  </a:lnTo>
                  <a:lnTo>
                    <a:pt x="21354" y="6565"/>
                  </a:lnTo>
                  <a:lnTo>
                    <a:pt x="21200" y="6797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6025"/>
                  </a:lnTo>
                  <a:lnTo>
                    <a:pt x="20736" y="5909"/>
                  </a:lnTo>
                  <a:lnTo>
                    <a:pt x="20582" y="5831"/>
                  </a:lnTo>
                  <a:lnTo>
                    <a:pt x="20427" y="5754"/>
                  </a:lnTo>
                  <a:lnTo>
                    <a:pt x="20234" y="5754"/>
                  </a:lnTo>
                  <a:lnTo>
                    <a:pt x="20080" y="5793"/>
                  </a:lnTo>
                  <a:lnTo>
                    <a:pt x="19887" y="5870"/>
                  </a:lnTo>
                  <a:lnTo>
                    <a:pt x="19771" y="5947"/>
                  </a:lnTo>
                  <a:lnTo>
                    <a:pt x="19732" y="5716"/>
                  </a:lnTo>
                  <a:lnTo>
                    <a:pt x="19617" y="5484"/>
                  </a:lnTo>
                  <a:lnTo>
                    <a:pt x="19462" y="5329"/>
                  </a:lnTo>
                  <a:lnTo>
                    <a:pt x="19385" y="5252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91"/>
                  </a:lnTo>
                  <a:lnTo>
                    <a:pt x="18497" y="5407"/>
                  </a:lnTo>
                  <a:lnTo>
                    <a:pt x="18458" y="5252"/>
                  </a:lnTo>
                  <a:lnTo>
                    <a:pt x="18420" y="5136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73"/>
                  </a:lnTo>
                  <a:lnTo>
                    <a:pt x="17956" y="4596"/>
                  </a:lnTo>
                  <a:lnTo>
                    <a:pt x="17802" y="4557"/>
                  </a:lnTo>
                  <a:lnTo>
                    <a:pt x="17647" y="4519"/>
                  </a:lnTo>
                  <a:lnTo>
                    <a:pt x="17493" y="4557"/>
                  </a:lnTo>
                  <a:lnTo>
                    <a:pt x="17377" y="4596"/>
                  </a:lnTo>
                  <a:lnTo>
                    <a:pt x="17261" y="4634"/>
                  </a:lnTo>
                  <a:lnTo>
                    <a:pt x="17145" y="4750"/>
                  </a:lnTo>
                  <a:lnTo>
                    <a:pt x="17029" y="4827"/>
                  </a:lnTo>
                  <a:lnTo>
                    <a:pt x="16875" y="5098"/>
                  </a:lnTo>
                  <a:lnTo>
                    <a:pt x="16759" y="4943"/>
                  </a:lnTo>
                  <a:lnTo>
                    <a:pt x="16605" y="4789"/>
                  </a:lnTo>
                  <a:lnTo>
                    <a:pt x="16450" y="4712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66"/>
                  </a:lnTo>
                  <a:lnTo>
                    <a:pt x="15523" y="4982"/>
                  </a:lnTo>
                  <a:lnTo>
                    <a:pt x="15446" y="5136"/>
                  </a:lnTo>
                  <a:lnTo>
                    <a:pt x="15408" y="5329"/>
                  </a:lnTo>
                  <a:lnTo>
                    <a:pt x="15408" y="5484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68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2"/>
                  </a:lnTo>
                  <a:lnTo>
                    <a:pt x="14635" y="4943"/>
                  </a:lnTo>
                  <a:lnTo>
                    <a:pt x="14442" y="4982"/>
                  </a:lnTo>
                  <a:lnTo>
                    <a:pt x="14288" y="5021"/>
                  </a:lnTo>
                  <a:lnTo>
                    <a:pt x="14133" y="5098"/>
                  </a:lnTo>
                  <a:lnTo>
                    <a:pt x="14056" y="5175"/>
                  </a:lnTo>
                  <a:lnTo>
                    <a:pt x="13940" y="5291"/>
                  </a:lnTo>
                  <a:lnTo>
                    <a:pt x="13824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6"/>
                  </a:lnTo>
                  <a:lnTo>
                    <a:pt x="13168" y="5716"/>
                  </a:lnTo>
                  <a:lnTo>
                    <a:pt x="12936" y="5754"/>
                  </a:lnTo>
                  <a:lnTo>
                    <a:pt x="12743" y="5831"/>
                  </a:lnTo>
                  <a:lnTo>
                    <a:pt x="12589" y="5947"/>
                  </a:lnTo>
                  <a:lnTo>
                    <a:pt x="12511" y="6063"/>
                  </a:lnTo>
                  <a:lnTo>
                    <a:pt x="12434" y="6218"/>
                  </a:lnTo>
                  <a:lnTo>
                    <a:pt x="12357" y="6372"/>
                  </a:lnTo>
                  <a:lnTo>
                    <a:pt x="12357" y="6527"/>
                  </a:lnTo>
                  <a:lnTo>
                    <a:pt x="12357" y="6681"/>
                  </a:lnTo>
                  <a:lnTo>
                    <a:pt x="12357" y="6835"/>
                  </a:lnTo>
                  <a:lnTo>
                    <a:pt x="12434" y="6990"/>
                  </a:lnTo>
                  <a:lnTo>
                    <a:pt x="12164" y="7029"/>
                  </a:lnTo>
                  <a:lnTo>
                    <a:pt x="11894" y="7106"/>
                  </a:lnTo>
                  <a:lnTo>
                    <a:pt x="11662" y="7222"/>
                  </a:lnTo>
                  <a:lnTo>
                    <a:pt x="11507" y="7415"/>
                  </a:lnTo>
                  <a:lnTo>
                    <a:pt x="11392" y="7531"/>
                  </a:lnTo>
                  <a:lnTo>
                    <a:pt x="11353" y="7685"/>
                  </a:lnTo>
                  <a:lnTo>
                    <a:pt x="11314" y="7839"/>
                  </a:lnTo>
                  <a:lnTo>
                    <a:pt x="11276" y="7994"/>
                  </a:lnTo>
                  <a:lnTo>
                    <a:pt x="11314" y="8148"/>
                  </a:lnTo>
                  <a:lnTo>
                    <a:pt x="11353" y="8303"/>
                  </a:lnTo>
                  <a:lnTo>
                    <a:pt x="11392" y="8457"/>
                  </a:lnTo>
                  <a:lnTo>
                    <a:pt x="11469" y="8612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58" y="9230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1" y="10234"/>
                  </a:lnTo>
                  <a:lnTo>
                    <a:pt x="10619" y="10311"/>
                  </a:lnTo>
                  <a:lnTo>
                    <a:pt x="10426" y="10427"/>
                  </a:lnTo>
                  <a:lnTo>
                    <a:pt x="10233" y="10581"/>
                  </a:lnTo>
                  <a:lnTo>
                    <a:pt x="10117" y="10774"/>
                  </a:lnTo>
                  <a:lnTo>
                    <a:pt x="10079" y="11006"/>
                  </a:lnTo>
                  <a:lnTo>
                    <a:pt x="10040" y="11238"/>
                  </a:lnTo>
                  <a:lnTo>
                    <a:pt x="10079" y="11469"/>
                  </a:lnTo>
                  <a:lnTo>
                    <a:pt x="10195" y="11701"/>
                  </a:lnTo>
                  <a:lnTo>
                    <a:pt x="9924" y="11740"/>
                  </a:lnTo>
                  <a:lnTo>
                    <a:pt x="9693" y="11855"/>
                  </a:lnTo>
                  <a:lnTo>
                    <a:pt x="9499" y="12010"/>
                  </a:lnTo>
                  <a:lnTo>
                    <a:pt x="9422" y="12087"/>
                  </a:lnTo>
                  <a:lnTo>
                    <a:pt x="9384" y="12203"/>
                  </a:lnTo>
                  <a:lnTo>
                    <a:pt x="9345" y="12319"/>
                  </a:lnTo>
                  <a:lnTo>
                    <a:pt x="9306" y="12473"/>
                  </a:lnTo>
                  <a:lnTo>
                    <a:pt x="9191" y="12396"/>
                  </a:lnTo>
                  <a:lnTo>
                    <a:pt x="9036" y="12319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57"/>
                  </a:lnTo>
                  <a:lnTo>
                    <a:pt x="8380" y="12435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09" y="12550"/>
                  </a:lnTo>
                  <a:lnTo>
                    <a:pt x="7993" y="12435"/>
                  </a:lnTo>
                  <a:lnTo>
                    <a:pt x="7878" y="12319"/>
                  </a:lnTo>
                  <a:lnTo>
                    <a:pt x="7723" y="12242"/>
                  </a:lnTo>
                  <a:lnTo>
                    <a:pt x="7492" y="12164"/>
                  </a:lnTo>
                  <a:lnTo>
                    <a:pt x="7221" y="12203"/>
                  </a:lnTo>
                  <a:lnTo>
                    <a:pt x="6990" y="12280"/>
                  </a:lnTo>
                  <a:lnTo>
                    <a:pt x="6796" y="12435"/>
                  </a:lnTo>
                  <a:lnTo>
                    <a:pt x="6796" y="12048"/>
                  </a:lnTo>
                  <a:lnTo>
                    <a:pt x="6758" y="11894"/>
                  </a:lnTo>
                  <a:lnTo>
                    <a:pt x="6681" y="11701"/>
                  </a:lnTo>
                  <a:lnTo>
                    <a:pt x="6603" y="11546"/>
                  </a:lnTo>
                  <a:lnTo>
                    <a:pt x="6526" y="11431"/>
                  </a:lnTo>
                  <a:lnTo>
                    <a:pt x="6372" y="11315"/>
                  </a:lnTo>
                  <a:lnTo>
                    <a:pt x="6217" y="11199"/>
                  </a:lnTo>
                  <a:lnTo>
                    <a:pt x="6063" y="11160"/>
                  </a:lnTo>
                  <a:lnTo>
                    <a:pt x="5715" y="11160"/>
                  </a:lnTo>
                  <a:lnTo>
                    <a:pt x="5522" y="11238"/>
                  </a:lnTo>
                  <a:lnTo>
                    <a:pt x="5522" y="10967"/>
                  </a:lnTo>
                  <a:lnTo>
                    <a:pt x="5445" y="10736"/>
                  </a:lnTo>
                  <a:lnTo>
                    <a:pt x="5329" y="10504"/>
                  </a:lnTo>
                  <a:lnTo>
                    <a:pt x="5213" y="10427"/>
                  </a:lnTo>
                  <a:lnTo>
                    <a:pt x="5097" y="10388"/>
                  </a:lnTo>
                  <a:lnTo>
                    <a:pt x="4943" y="10311"/>
                  </a:lnTo>
                  <a:lnTo>
                    <a:pt x="4827" y="10311"/>
                  </a:lnTo>
                  <a:lnTo>
                    <a:pt x="4673" y="10349"/>
                  </a:lnTo>
                  <a:lnTo>
                    <a:pt x="4518" y="10388"/>
                  </a:lnTo>
                  <a:lnTo>
                    <a:pt x="4518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09" y="9577"/>
                  </a:lnTo>
                  <a:lnTo>
                    <a:pt x="4055" y="9500"/>
                  </a:lnTo>
                  <a:lnTo>
                    <a:pt x="3900" y="9461"/>
                  </a:lnTo>
                  <a:lnTo>
                    <a:pt x="3746" y="9423"/>
                  </a:lnTo>
                  <a:lnTo>
                    <a:pt x="3591" y="9423"/>
                  </a:lnTo>
                  <a:lnTo>
                    <a:pt x="3398" y="9461"/>
                  </a:lnTo>
                  <a:lnTo>
                    <a:pt x="3282" y="9538"/>
                  </a:lnTo>
                  <a:lnTo>
                    <a:pt x="3128" y="9616"/>
                  </a:lnTo>
                  <a:lnTo>
                    <a:pt x="3012" y="9770"/>
                  </a:lnTo>
                  <a:lnTo>
                    <a:pt x="2974" y="9616"/>
                  </a:lnTo>
                  <a:lnTo>
                    <a:pt x="2896" y="9461"/>
                  </a:lnTo>
                  <a:lnTo>
                    <a:pt x="2780" y="9268"/>
                  </a:lnTo>
                  <a:lnTo>
                    <a:pt x="2626" y="9152"/>
                  </a:lnTo>
                  <a:lnTo>
                    <a:pt x="2433" y="9036"/>
                  </a:lnTo>
                  <a:lnTo>
                    <a:pt x="2240" y="8998"/>
                  </a:lnTo>
                  <a:lnTo>
                    <a:pt x="2047" y="9036"/>
                  </a:lnTo>
                  <a:lnTo>
                    <a:pt x="1854" y="9114"/>
                  </a:lnTo>
                  <a:lnTo>
                    <a:pt x="1699" y="9191"/>
                  </a:lnTo>
                  <a:lnTo>
                    <a:pt x="1545" y="9345"/>
                  </a:lnTo>
                  <a:lnTo>
                    <a:pt x="1429" y="9538"/>
                  </a:lnTo>
                  <a:lnTo>
                    <a:pt x="1390" y="9732"/>
                  </a:lnTo>
                  <a:lnTo>
                    <a:pt x="1352" y="9925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311"/>
                  </a:lnTo>
                  <a:lnTo>
                    <a:pt x="386" y="10427"/>
                  </a:lnTo>
                  <a:lnTo>
                    <a:pt x="271" y="10581"/>
                  </a:lnTo>
                  <a:lnTo>
                    <a:pt x="116" y="10890"/>
                  </a:lnTo>
                  <a:lnTo>
                    <a:pt x="0" y="11238"/>
                  </a:lnTo>
                  <a:lnTo>
                    <a:pt x="0" y="11585"/>
                  </a:lnTo>
                  <a:lnTo>
                    <a:pt x="77" y="11933"/>
                  </a:lnTo>
                  <a:lnTo>
                    <a:pt x="193" y="12242"/>
                  </a:lnTo>
                  <a:lnTo>
                    <a:pt x="386" y="12550"/>
                  </a:lnTo>
                  <a:lnTo>
                    <a:pt x="618" y="12821"/>
                  </a:lnTo>
                  <a:lnTo>
                    <a:pt x="811" y="12937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52" y="13130"/>
                  </a:lnTo>
                  <a:lnTo>
                    <a:pt x="1738" y="13168"/>
                  </a:lnTo>
                  <a:lnTo>
                    <a:pt x="2085" y="13130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50"/>
                  </a:lnTo>
                  <a:lnTo>
                    <a:pt x="3360" y="12242"/>
                  </a:lnTo>
                  <a:lnTo>
                    <a:pt x="3591" y="12010"/>
                  </a:lnTo>
                  <a:lnTo>
                    <a:pt x="3553" y="11933"/>
                  </a:lnTo>
                  <a:lnTo>
                    <a:pt x="3514" y="11817"/>
                  </a:lnTo>
                  <a:lnTo>
                    <a:pt x="3437" y="11778"/>
                  </a:lnTo>
                  <a:lnTo>
                    <a:pt x="3321" y="11740"/>
                  </a:lnTo>
                  <a:lnTo>
                    <a:pt x="3282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19" y="12242"/>
                  </a:lnTo>
                  <a:lnTo>
                    <a:pt x="2587" y="12435"/>
                  </a:lnTo>
                  <a:lnTo>
                    <a:pt x="2317" y="12589"/>
                  </a:lnTo>
                  <a:lnTo>
                    <a:pt x="2047" y="12666"/>
                  </a:lnTo>
                  <a:lnTo>
                    <a:pt x="1738" y="12705"/>
                  </a:lnTo>
                  <a:lnTo>
                    <a:pt x="1429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1" y="12357"/>
                  </a:lnTo>
                  <a:lnTo>
                    <a:pt x="695" y="12203"/>
                  </a:lnTo>
                  <a:lnTo>
                    <a:pt x="618" y="12048"/>
                  </a:lnTo>
                  <a:lnTo>
                    <a:pt x="541" y="11894"/>
                  </a:lnTo>
                  <a:lnTo>
                    <a:pt x="502" y="11740"/>
                  </a:lnTo>
                  <a:lnTo>
                    <a:pt x="502" y="11546"/>
                  </a:lnTo>
                  <a:lnTo>
                    <a:pt x="502" y="11392"/>
                  </a:lnTo>
                  <a:lnTo>
                    <a:pt x="541" y="11199"/>
                  </a:lnTo>
                  <a:lnTo>
                    <a:pt x="579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8" y="10620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008" y="10349"/>
                  </a:lnTo>
                  <a:lnTo>
                    <a:pt x="2317" y="10388"/>
                  </a:lnTo>
                  <a:lnTo>
                    <a:pt x="2587" y="10427"/>
                  </a:lnTo>
                  <a:lnTo>
                    <a:pt x="2858" y="10542"/>
                  </a:lnTo>
                  <a:lnTo>
                    <a:pt x="3128" y="10658"/>
                  </a:lnTo>
                  <a:lnTo>
                    <a:pt x="3669" y="10929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6"/>
                  </a:lnTo>
                  <a:lnTo>
                    <a:pt x="5870" y="12705"/>
                  </a:lnTo>
                  <a:lnTo>
                    <a:pt x="6256" y="12975"/>
                  </a:lnTo>
                  <a:lnTo>
                    <a:pt x="6681" y="13207"/>
                  </a:lnTo>
                  <a:lnTo>
                    <a:pt x="7105" y="13439"/>
                  </a:lnTo>
                  <a:lnTo>
                    <a:pt x="7530" y="13593"/>
                  </a:lnTo>
                  <a:lnTo>
                    <a:pt x="7993" y="13747"/>
                  </a:lnTo>
                  <a:lnTo>
                    <a:pt x="8457" y="13786"/>
                  </a:lnTo>
                  <a:lnTo>
                    <a:pt x="8920" y="13786"/>
                  </a:lnTo>
                  <a:lnTo>
                    <a:pt x="9345" y="13709"/>
                  </a:lnTo>
                  <a:lnTo>
                    <a:pt x="9731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73"/>
                  </a:lnTo>
                  <a:lnTo>
                    <a:pt x="11121" y="12126"/>
                  </a:lnTo>
                  <a:lnTo>
                    <a:pt x="11314" y="11740"/>
                  </a:lnTo>
                  <a:lnTo>
                    <a:pt x="11507" y="11238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5" y="9114"/>
                  </a:lnTo>
                  <a:lnTo>
                    <a:pt x="12357" y="8612"/>
                  </a:lnTo>
                  <a:lnTo>
                    <a:pt x="12589" y="8110"/>
                  </a:lnTo>
                  <a:lnTo>
                    <a:pt x="12936" y="7646"/>
                  </a:lnTo>
                  <a:lnTo>
                    <a:pt x="13284" y="7299"/>
                  </a:lnTo>
                  <a:lnTo>
                    <a:pt x="13631" y="6990"/>
                  </a:lnTo>
                  <a:lnTo>
                    <a:pt x="14017" y="6720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2"/>
                  </a:lnTo>
                  <a:lnTo>
                    <a:pt x="15832" y="5986"/>
                  </a:lnTo>
                  <a:lnTo>
                    <a:pt x="16296" y="5947"/>
                  </a:lnTo>
                  <a:lnTo>
                    <a:pt x="16605" y="5909"/>
                  </a:lnTo>
                  <a:lnTo>
                    <a:pt x="16914" y="5909"/>
                  </a:lnTo>
                  <a:lnTo>
                    <a:pt x="17454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4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29" y="7492"/>
                  </a:lnTo>
                  <a:lnTo>
                    <a:pt x="21316" y="7646"/>
                  </a:lnTo>
                  <a:lnTo>
                    <a:pt x="21740" y="7724"/>
                  </a:lnTo>
                  <a:lnTo>
                    <a:pt x="22165" y="7762"/>
                  </a:lnTo>
                  <a:lnTo>
                    <a:pt x="22590" y="7724"/>
                  </a:lnTo>
                  <a:lnTo>
                    <a:pt x="22976" y="7646"/>
                  </a:lnTo>
                  <a:lnTo>
                    <a:pt x="23362" y="7531"/>
                  </a:lnTo>
                  <a:lnTo>
                    <a:pt x="23710" y="7299"/>
                  </a:lnTo>
                  <a:lnTo>
                    <a:pt x="24057" y="6990"/>
                  </a:lnTo>
                  <a:lnTo>
                    <a:pt x="24366" y="6642"/>
                  </a:lnTo>
                  <a:lnTo>
                    <a:pt x="24598" y="6295"/>
                  </a:lnTo>
                  <a:lnTo>
                    <a:pt x="24752" y="5909"/>
                  </a:lnTo>
                  <a:lnTo>
                    <a:pt x="24868" y="5484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210"/>
                  </a:lnTo>
                  <a:lnTo>
                    <a:pt x="24945" y="3746"/>
                  </a:lnTo>
                  <a:lnTo>
                    <a:pt x="24868" y="3283"/>
                  </a:lnTo>
                  <a:lnTo>
                    <a:pt x="24791" y="2858"/>
                  </a:lnTo>
                  <a:lnTo>
                    <a:pt x="24637" y="2395"/>
                  </a:lnTo>
                  <a:lnTo>
                    <a:pt x="24443" y="1970"/>
                  </a:lnTo>
                  <a:lnTo>
                    <a:pt x="24250" y="1584"/>
                  </a:lnTo>
                  <a:lnTo>
                    <a:pt x="24057" y="1198"/>
                  </a:lnTo>
                  <a:lnTo>
                    <a:pt x="23787" y="812"/>
                  </a:lnTo>
                  <a:lnTo>
                    <a:pt x="23941" y="387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69" y="78"/>
                  </a:lnTo>
                  <a:lnTo>
                    <a:pt x="230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3" name="Google Shape;5103;p21"/>
            <p:cNvSpPr/>
            <p:nvPr/>
          </p:nvSpPr>
          <p:spPr>
            <a:xfrm>
              <a:off x="1648525" y="2901400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8" y="0"/>
                  </a:moveTo>
                  <a:lnTo>
                    <a:pt x="0" y="580"/>
                  </a:lnTo>
                  <a:lnTo>
                    <a:pt x="0" y="1198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9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70" y="5947"/>
                  </a:lnTo>
                  <a:lnTo>
                    <a:pt x="2433" y="6411"/>
                  </a:lnTo>
                  <a:lnTo>
                    <a:pt x="2974" y="6874"/>
                  </a:lnTo>
                  <a:lnTo>
                    <a:pt x="3514" y="7260"/>
                  </a:lnTo>
                  <a:lnTo>
                    <a:pt x="4093" y="7646"/>
                  </a:lnTo>
                  <a:lnTo>
                    <a:pt x="4711" y="7955"/>
                  </a:lnTo>
                  <a:lnTo>
                    <a:pt x="5329" y="8225"/>
                  </a:lnTo>
                  <a:lnTo>
                    <a:pt x="5986" y="8496"/>
                  </a:lnTo>
                  <a:lnTo>
                    <a:pt x="6642" y="8689"/>
                  </a:lnTo>
                  <a:lnTo>
                    <a:pt x="7299" y="8843"/>
                  </a:lnTo>
                  <a:lnTo>
                    <a:pt x="7994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4"/>
                  </a:lnTo>
                  <a:lnTo>
                    <a:pt x="10774" y="9075"/>
                  </a:lnTo>
                  <a:lnTo>
                    <a:pt x="11392" y="8998"/>
                  </a:lnTo>
                  <a:lnTo>
                    <a:pt x="12048" y="8920"/>
                  </a:lnTo>
                  <a:lnTo>
                    <a:pt x="12705" y="8766"/>
                  </a:lnTo>
                  <a:lnTo>
                    <a:pt x="13361" y="8612"/>
                  </a:lnTo>
                  <a:lnTo>
                    <a:pt x="14018" y="8380"/>
                  </a:lnTo>
                  <a:lnTo>
                    <a:pt x="14635" y="8148"/>
                  </a:lnTo>
                  <a:lnTo>
                    <a:pt x="15253" y="7878"/>
                  </a:lnTo>
                  <a:lnTo>
                    <a:pt x="15871" y="7569"/>
                  </a:lnTo>
                  <a:lnTo>
                    <a:pt x="16450" y="7221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5"/>
                  </a:lnTo>
                  <a:lnTo>
                    <a:pt x="19076" y="4287"/>
                  </a:lnTo>
                  <a:lnTo>
                    <a:pt x="19346" y="3669"/>
                  </a:lnTo>
                  <a:lnTo>
                    <a:pt x="19115" y="3630"/>
                  </a:lnTo>
                  <a:lnTo>
                    <a:pt x="18767" y="4171"/>
                  </a:lnTo>
                  <a:lnTo>
                    <a:pt x="18420" y="4634"/>
                  </a:lnTo>
                  <a:lnTo>
                    <a:pt x="18033" y="5098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1" y="6333"/>
                  </a:lnTo>
                  <a:lnTo>
                    <a:pt x="16257" y="6681"/>
                  </a:lnTo>
                  <a:lnTo>
                    <a:pt x="15755" y="7028"/>
                  </a:lnTo>
                  <a:lnTo>
                    <a:pt x="15215" y="7299"/>
                  </a:lnTo>
                  <a:lnTo>
                    <a:pt x="14713" y="7569"/>
                  </a:lnTo>
                  <a:lnTo>
                    <a:pt x="14133" y="7801"/>
                  </a:lnTo>
                  <a:lnTo>
                    <a:pt x="13593" y="8032"/>
                  </a:lnTo>
                  <a:lnTo>
                    <a:pt x="13014" y="8187"/>
                  </a:lnTo>
                  <a:lnTo>
                    <a:pt x="12434" y="8341"/>
                  </a:lnTo>
                  <a:lnTo>
                    <a:pt x="11816" y="8457"/>
                  </a:lnTo>
                  <a:lnTo>
                    <a:pt x="11199" y="8534"/>
                  </a:lnTo>
                  <a:lnTo>
                    <a:pt x="10504" y="8612"/>
                  </a:lnTo>
                  <a:lnTo>
                    <a:pt x="9113" y="8612"/>
                  </a:lnTo>
                  <a:lnTo>
                    <a:pt x="8380" y="8534"/>
                  </a:lnTo>
                  <a:lnTo>
                    <a:pt x="7685" y="8418"/>
                  </a:lnTo>
                  <a:lnTo>
                    <a:pt x="6990" y="8303"/>
                  </a:lnTo>
                  <a:lnTo>
                    <a:pt x="6333" y="8110"/>
                  </a:lnTo>
                  <a:lnTo>
                    <a:pt x="5638" y="7878"/>
                  </a:lnTo>
                  <a:lnTo>
                    <a:pt x="5020" y="7608"/>
                  </a:lnTo>
                  <a:lnTo>
                    <a:pt x="4364" y="7260"/>
                  </a:lnTo>
                  <a:lnTo>
                    <a:pt x="3785" y="6913"/>
                  </a:lnTo>
                  <a:lnTo>
                    <a:pt x="3205" y="6488"/>
                  </a:lnTo>
                  <a:lnTo>
                    <a:pt x="2703" y="6063"/>
                  </a:lnTo>
                  <a:lnTo>
                    <a:pt x="2201" y="5561"/>
                  </a:lnTo>
                  <a:lnTo>
                    <a:pt x="1777" y="4982"/>
                  </a:lnTo>
                  <a:lnTo>
                    <a:pt x="1390" y="4403"/>
                  </a:lnTo>
                  <a:lnTo>
                    <a:pt x="1120" y="3901"/>
                  </a:lnTo>
                  <a:lnTo>
                    <a:pt x="850" y="3360"/>
                  </a:lnTo>
                  <a:lnTo>
                    <a:pt x="695" y="2858"/>
                  </a:lnTo>
                  <a:lnTo>
                    <a:pt x="541" y="2279"/>
                  </a:lnTo>
                  <a:lnTo>
                    <a:pt x="425" y="1738"/>
                  </a:lnTo>
                  <a:lnTo>
                    <a:pt x="386" y="1159"/>
                  </a:lnTo>
                  <a:lnTo>
                    <a:pt x="386" y="618"/>
                  </a:lnTo>
                  <a:lnTo>
                    <a:pt x="425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4" name="Google Shape;5104;p21"/>
            <p:cNvSpPr/>
            <p:nvPr/>
          </p:nvSpPr>
          <p:spPr>
            <a:xfrm>
              <a:off x="7229325" y="290815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1"/>
                  </a:moveTo>
                  <a:lnTo>
                    <a:pt x="3399" y="426"/>
                  </a:lnTo>
                  <a:lnTo>
                    <a:pt x="3785" y="619"/>
                  </a:lnTo>
                  <a:lnTo>
                    <a:pt x="4094" y="889"/>
                  </a:lnTo>
                  <a:lnTo>
                    <a:pt x="4364" y="1121"/>
                  </a:lnTo>
                  <a:lnTo>
                    <a:pt x="4635" y="1430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4" y="2434"/>
                  </a:lnTo>
                  <a:lnTo>
                    <a:pt x="5368" y="2820"/>
                  </a:lnTo>
                  <a:lnTo>
                    <a:pt x="5484" y="3206"/>
                  </a:lnTo>
                  <a:lnTo>
                    <a:pt x="5523" y="3592"/>
                  </a:lnTo>
                  <a:lnTo>
                    <a:pt x="5600" y="3978"/>
                  </a:lnTo>
                  <a:lnTo>
                    <a:pt x="5600" y="4403"/>
                  </a:lnTo>
                  <a:lnTo>
                    <a:pt x="5561" y="4789"/>
                  </a:lnTo>
                  <a:lnTo>
                    <a:pt x="5523" y="5214"/>
                  </a:lnTo>
                  <a:lnTo>
                    <a:pt x="5446" y="5600"/>
                  </a:lnTo>
                  <a:lnTo>
                    <a:pt x="5330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7"/>
                  </a:lnTo>
                  <a:lnTo>
                    <a:pt x="4210" y="8033"/>
                  </a:lnTo>
                  <a:lnTo>
                    <a:pt x="3940" y="8380"/>
                  </a:lnTo>
                  <a:lnTo>
                    <a:pt x="3631" y="8728"/>
                  </a:lnTo>
                  <a:lnTo>
                    <a:pt x="3283" y="9037"/>
                  </a:lnTo>
                  <a:lnTo>
                    <a:pt x="2936" y="9307"/>
                  </a:lnTo>
                  <a:lnTo>
                    <a:pt x="2549" y="9577"/>
                  </a:lnTo>
                  <a:lnTo>
                    <a:pt x="2163" y="9809"/>
                  </a:lnTo>
                  <a:lnTo>
                    <a:pt x="1739" y="10041"/>
                  </a:lnTo>
                  <a:lnTo>
                    <a:pt x="1314" y="10234"/>
                  </a:lnTo>
                  <a:lnTo>
                    <a:pt x="889" y="10388"/>
                  </a:lnTo>
                  <a:lnTo>
                    <a:pt x="464" y="10543"/>
                  </a:lnTo>
                  <a:lnTo>
                    <a:pt x="1" y="10658"/>
                  </a:lnTo>
                  <a:lnTo>
                    <a:pt x="78" y="11045"/>
                  </a:lnTo>
                  <a:lnTo>
                    <a:pt x="619" y="10967"/>
                  </a:lnTo>
                  <a:lnTo>
                    <a:pt x="1121" y="10813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5"/>
                  </a:lnTo>
                  <a:lnTo>
                    <a:pt x="3399" y="9616"/>
                  </a:lnTo>
                  <a:lnTo>
                    <a:pt x="3785" y="9268"/>
                  </a:lnTo>
                  <a:lnTo>
                    <a:pt x="4171" y="8921"/>
                  </a:lnTo>
                  <a:lnTo>
                    <a:pt x="4480" y="8535"/>
                  </a:lnTo>
                  <a:lnTo>
                    <a:pt x="4828" y="8110"/>
                  </a:lnTo>
                  <a:lnTo>
                    <a:pt x="5098" y="7685"/>
                  </a:lnTo>
                  <a:lnTo>
                    <a:pt x="5368" y="7222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55"/>
                  </a:lnTo>
                  <a:lnTo>
                    <a:pt x="6063" y="3631"/>
                  </a:lnTo>
                  <a:lnTo>
                    <a:pt x="5986" y="3244"/>
                  </a:lnTo>
                  <a:lnTo>
                    <a:pt x="5870" y="2820"/>
                  </a:lnTo>
                  <a:lnTo>
                    <a:pt x="5754" y="2434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7" y="1314"/>
                  </a:lnTo>
                  <a:lnTo>
                    <a:pt x="4905" y="1005"/>
                  </a:lnTo>
                  <a:lnTo>
                    <a:pt x="4596" y="696"/>
                  </a:lnTo>
                  <a:lnTo>
                    <a:pt x="4287" y="426"/>
                  </a:lnTo>
                  <a:lnTo>
                    <a:pt x="3940" y="194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5" name="Google Shape;5105;p21"/>
            <p:cNvSpPr/>
            <p:nvPr/>
          </p:nvSpPr>
          <p:spPr>
            <a:xfrm>
              <a:off x="1734450" y="2911050"/>
              <a:ext cx="35725" cy="29000"/>
            </a:xfrm>
            <a:custGeom>
              <a:avLst/>
              <a:gdLst/>
              <a:ahLst/>
              <a:cxnLst/>
              <a:rect l="l" t="t" r="r" b="b"/>
              <a:pathLst>
                <a:path w="1429" h="1160" extrusionOk="0">
                  <a:moveTo>
                    <a:pt x="502" y="1"/>
                  </a:moveTo>
                  <a:lnTo>
                    <a:pt x="309" y="116"/>
                  </a:lnTo>
                  <a:lnTo>
                    <a:pt x="193" y="232"/>
                  </a:lnTo>
                  <a:lnTo>
                    <a:pt x="77" y="387"/>
                  </a:lnTo>
                  <a:lnTo>
                    <a:pt x="39" y="541"/>
                  </a:lnTo>
                  <a:lnTo>
                    <a:pt x="0" y="734"/>
                  </a:lnTo>
                  <a:lnTo>
                    <a:pt x="39" y="927"/>
                  </a:lnTo>
                  <a:lnTo>
                    <a:pt x="116" y="1082"/>
                  </a:lnTo>
                  <a:lnTo>
                    <a:pt x="193" y="1159"/>
                  </a:lnTo>
                  <a:lnTo>
                    <a:pt x="348" y="1159"/>
                  </a:lnTo>
                  <a:lnTo>
                    <a:pt x="425" y="1043"/>
                  </a:lnTo>
                  <a:lnTo>
                    <a:pt x="425" y="1005"/>
                  </a:lnTo>
                  <a:lnTo>
                    <a:pt x="386" y="927"/>
                  </a:lnTo>
                  <a:lnTo>
                    <a:pt x="386" y="850"/>
                  </a:lnTo>
                  <a:lnTo>
                    <a:pt x="348" y="773"/>
                  </a:lnTo>
                  <a:lnTo>
                    <a:pt x="425" y="580"/>
                  </a:lnTo>
                  <a:lnTo>
                    <a:pt x="541" y="425"/>
                  </a:lnTo>
                  <a:lnTo>
                    <a:pt x="618" y="387"/>
                  </a:lnTo>
                  <a:lnTo>
                    <a:pt x="772" y="387"/>
                  </a:lnTo>
                  <a:lnTo>
                    <a:pt x="850" y="425"/>
                  </a:lnTo>
                  <a:lnTo>
                    <a:pt x="965" y="580"/>
                  </a:lnTo>
                  <a:lnTo>
                    <a:pt x="1004" y="657"/>
                  </a:lnTo>
                  <a:lnTo>
                    <a:pt x="1004" y="734"/>
                  </a:lnTo>
                  <a:lnTo>
                    <a:pt x="965" y="927"/>
                  </a:lnTo>
                  <a:lnTo>
                    <a:pt x="965" y="1005"/>
                  </a:lnTo>
                  <a:lnTo>
                    <a:pt x="965" y="1082"/>
                  </a:lnTo>
                  <a:lnTo>
                    <a:pt x="1004" y="1120"/>
                  </a:lnTo>
                  <a:lnTo>
                    <a:pt x="1081" y="1159"/>
                  </a:lnTo>
                  <a:lnTo>
                    <a:pt x="1197" y="1159"/>
                  </a:lnTo>
                  <a:lnTo>
                    <a:pt x="1274" y="1120"/>
                  </a:lnTo>
                  <a:lnTo>
                    <a:pt x="1313" y="1082"/>
                  </a:lnTo>
                  <a:lnTo>
                    <a:pt x="1390" y="889"/>
                  </a:lnTo>
                  <a:lnTo>
                    <a:pt x="1429" y="734"/>
                  </a:lnTo>
                  <a:lnTo>
                    <a:pt x="1390" y="541"/>
                  </a:lnTo>
                  <a:lnTo>
                    <a:pt x="1313" y="348"/>
                  </a:lnTo>
                  <a:lnTo>
                    <a:pt x="1197" y="194"/>
                  </a:lnTo>
                  <a:lnTo>
                    <a:pt x="1043" y="78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6" name="Google Shape;5106;p21"/>
            <p:cNvSpPr/>
            <p:nvPr/>
          </p:nvSpPr>
          <p:spPr>
            <a:xfrm>
              <a:off x="6320925" y="2913950"/>
              <a:ext cx="315700" cy="477875"/>
            </a:xfrm>
            <a:custGeom>
              <a:avLst/>
              <a:gdLst/>
              <a:ahLst/>
              <a:cxnLst/>
              <a:rect l="l" t="t" r="r" b="b"/>
              <a:pathLst>
                <a:path w="12628" h="19115" extrusionOk="0">
                  <a:moveTo>
                    <a:pt x="1004" y="618"/>
                  </a:moveTo>
                  <a:lnTo>
                    <a:pt x="1661" y="850"/>
                  </a:lnTo>
                  <a:lnTo>
                    <a:pt x="2317" y="1120"/>
                  </a:lnTo>
                  <a:lnTo>
                    <a:pt x="2742" y="1352"/>
                  </a:lnTo>
                  <a:lnTo>
                    <a:pt x="3167" y="1584"/>
                  </a:lnTo>
                  <a:lnTo>
                    <a:pt x="3321" y="1700"/>
                  </a:lnTo>
                  <a:lnTo>
                    <a:pt x="3476" y="1854"/>
                  </a:lnTo>
                  <a:lnTo>
                    <a:pt x="3669" y="2124"/>
                  </a:lnTo>
                  <a:lnTo>
                    <a:pt x="3862" y="2472"/>
                  </a:lnTo>
                  <a:lnTo>
                    <a:pt x="4016" y="2819"/>
                  </a:lnTo>
                  <a:lnTo>
                    <a:pt x="5677" y="6797"/>
                  </a:lnTo>
                  <a:lnTo>
                    <a:pt x="9075" y="15022"/>
                  </a:lnTo>
                  <a:lnTo>
                    <a:pt x="9152" y="15099"/>
                  </a:lnTo>
                  <a:lnTo>
                    <a:pt x="9191" y="15137"/>
                  </a:lnTo>
                  <a:lnTo>
                    <a:pt x="9345" y="15137"/>
                  </a:lnTo>
                  <a:lnTo>
                    <a:pt x="8920" y="15369"/>
                  </a:lnTo>
                  <a:lnTo>
                    <a:pt x="7955" y="13516"/>
                  </a:lnTo>
                  <a:lnTo>
                    <a:pt x="6990" y="11662"/>
                  </a:lnTo>
                  <a:lnTo>
                    <a:pt x="5020" y="7955"/>
                  </a:lnTo>
                  <a:lnTo>
                    <a:pt x="3012" y="4287"/>
                  </a:lnTo>
                  <a:lnTo>
                    <a:pt x="1004" y="618"/>
                  </a:lnTo>
                  <a:close/>
                  <a:moveTo>
                    <a:pt x="657" y="502"/>
                  </a:moveTo>
                  <a:lnTo>
                    <a:pt x="657" y="541"/>
                  </a:lnTo>
                  <a:lnTo>
                    <a:pt x="4673" y="8032"/>
                  </a:lnTo>
                  <a:lnTo>
                    <a:pt x="6719" y="11739"/>
                  </a:lnTo>
                  <a:lnTo>
                    <a:pt x="7762" y="13593"/>
                  </a:lnTo>
                  <a:lnTo>
                    <a:pt x="8804" y="15446"/>
                  </a:lnTo>
                  <a:lnTo>
                    <a:pt x="8650" y="15524"/>
                  </a:lnTo>
                  <a:lnTo>
                    <a:pt x="7414" y="13747"/>
                  </a:lnTo>
                  <a:lnTo>
                    <a:pt x="6179" y="12010"/>
                  </a:lnTo>
                  <a:lnTo>
                    <a:pt x="3591" y="8534"/>
                  </a:lnTo>
                  <a:lnTo>
                    <a:pt x="2317" y="6758"/>
                  </a:lnTo>
                  <a:lnTo>
                    <a:pt x="1004" y="4943"/>
                  </a:lnTo>
                  <a:lnTo>
                    <a:pt x="850" y="4711"/>
                  </a:lnTo>
                  <a:lnTo>
                    <a:pt x="734" y="4480"/>
                  </a:lnTo>
                  <a:lnTo>
                    <a:pt x="618" y="4209"/>
                  </a:lnTo>
                  <a:lnTo>
                    <a:pt x="541" y="3939"/>
                  </a:lnTo>
                  <a:lnTo>
                    <a:pt x="464" y="3399"/>
                  </a:lnTo>
                  <a:lnTo>
                    <a:pt x="425" y="2819"/>
                  </a:lnTo>
                  <a:lnTo>
                    <a:pt x="464" y="2240"/>
                  </a:lnTo>
                  <a:lnTo>
                    <a:pt x="502" y="1661"/>
                  </a:lnTo>
                  <a:lnTo>
                    <a:pt x="657" y="502"/>
                  </a:lnTo>
                  <a:close/>
                  <a:moveTo>
                    <a:pt x="11508" y="12280"/>
                  </a:moveTo>
                  <a:lnTo>
                    <a:pt x="11662" y="12357"/>
                  </a:lnTo>
                  <a:lnTo>
                    <a:pt x="11816" y="12434"/>
                  </a:lnTo>
                  <a:lnTo>
                    <a:pt x="12164" y="12859"/>
                  </a:lnTo>
                  <a:lnTo>
                    <a:pt x="12241" y="13052"/>
                  </a:lnTo>
                  <a:lnTo>
                    <a:pt x="12280" y="13245"/>
                  </a:lnTo>
                  <a:lnTo>
                    <a:pt x="12241" y="13438"/>
                  </a:lnTo>
                  <a:lnTo>
                    <a:pt x="12203" y="13631"/>
                  </a:lnTo>
                  <a:lnTo>
                    <a:pt x="12048" y="14018"/>
                  </a:lnTo>
                  <a:lnTo>
                    <a:pt x="11855" y="14365"/>
                  </a:lnTo>
                  <a:lnTo>
                    <a:pt x="11508" y="14790"/>
                  </a:lnTo>
                  <a:lnTo>
                    <a:pt x="11121" y="15176"/>
                  </a:lnTo>
                  <a:lnTo>
                    <a:pt x="10697" y="15524"/>
                  </a:lnTo>
                  <a:lnTo>
                    <a:pt x="10272" y="15871"/>
                  </a:lnTo>
                  <a:lnTo>
                    <a:pt x="10156" y="15871"/>
                  </a:lnTo>
                  <a:lnTo>
                    <a:pt x="10117" y="15987"/>
                  </a:lnTo>
                  <a:lnTo>
                    <a:pt x="9770" y="16180"/>
                  </a:lnTo>
                  <a:lnTo>
                    <a:pt x="9113" y="16605"/>
                  </a:lnTo>
                  <a:lnTo>
                    <a:pt x="8457" y="16952"/>
                  </a:lnTo>
                  <a:lnTo>
                    <a:pt x="7723" y="17261"/>
                  </a:lnTo>
                  <a:lnTo>
                    <a:pt x="6990" y="17493"/>
                  </a:lnTo>
                  <a:lnTo>
                    <a:pt x="6642" y="17609"/>
                  </a:lnTo>
                  <a:lnTo>
                    <a:pt x="6294" y="17647"/>
                  </a:lnTo>
                  <a:lnTo>
                    <a:pt x="5754" y="17647"/>
                  </a:lnTo>
                  <a:lnTo>
                    <a:pt x="5561" y="17570"/>
                  </a:lnTo>
                  <a:lnTo>
                    <a:pt x="5445" y="17493"/>
                  </a:lnTo>
                  <a:lnTo>
                    <a:pt x="5329" y="17416"/>
                  </a:lnTo>
                  <a:lnTo>
                    <a:pt x="5097" y="17184"/>
                  </a:lnTo>
                  <a:lnTo>
                    <a:pt x="4982" y="16875"/>
                  </a:lnTo>
                  <a:lnTo>
                    <a:pt x="4904" y="16605"/>
                  </a:lnTo>
                  <a:lnTo>
                    <a:pt x="4943" y="16412"/>
                  </a:lnTo>
                  <a:lnTo>
                    <a:pt x="4982" y="16219"/>
                  </a:lnTo>
                  <a:lnTo>
                    <a:pt x="5059" y="16064"/>
                  </a:lnTo>
                  <a:lnTo>
                    <a:pt x="5175" y="15948"/>
                  </a:lnTo>
                  <a:lnTo>
                    <a:pt x="5291" y="15833"/>
                  </a:lnTo>
                  <a:lnTo>
                    <a:pt x="5406" y="15755"/>
                  </a:lnTo>
                  <a:lnTo>
                    <a:pt x="5522" y="15717"/>
                  </a:lnTo>
                  <a:lnTo>
                    <a:pt x="5638" y="15755"/>
                  </a:lnTo>
                  <a:lnTo>
                    <a:pt x="5793" y="15833"/>
                  </a:lnTo>
                  <a:lnTo>
                    <a:pt x="5947" y="15948"/>
                  </a:lnTo>
                  <a:lnTo>
                    <a:pt x="6063" y="16141"/>
                  </a:lnTo>
                  <a:lnTo>
                    <a:pt x="6256" y="16373"/>
                  </a:lnTo>
                  <a:lnTo>
                    <a:pt x="6101" y="16412"/>
                  </a:lnTo>
                  <a:lnTo>
                    <a:pt x="6024" y="16450"/>
                  </a:lnTo>
                  <a:lnTo>
                    <a:pt x="6024" y="16566"/>
                  </a:lnTo>
                  <a:lnTo>
                    <a:pt x="6063" y="16643"/>
                  </a:lnTo>
                  <a:lnTo>
                    <a:pt x="6140" y="16643"/>
                  </a:lnTo>
                  <a:lnTo>
                    <a:pt x="6912" y="16566"/>
                  </a:lnTo>
                  <a:lnTo>
                    <a:pt x="7685" y="16373"/>
                  </a:lnTo>
                  <a:lnTo>
                    <a:pt x="8496" y="16064"/>
                  </a:lnTo>
                  <a:lnTo>
                    <a:pt x="9229" y="15717"/>
                  </a:lnTo>
                  <a:lnTo>
                    <a:pt x="9615" y="15485"/>
                  </a:lnTo>
                  <a:lnTo>
                    <a:pt x="9963" y="15253"/>
                  </a:lnTo>
                  <a:lnTo>
                    <a:pt x="10272" y="15022"/>
                  </a:lnTo>
                  <a:lnTo>
                    <a:pt x="10581" y="14751"/>
                  </a:lnTo>
                  <a:lnTo>
                    <a:pt x="10890" y="14481"/>
                  </a:lnTo>
                  <a:lnTo>
                    <a:pt x="11121" y="14172"/>
                  </a:lnTo>
                  <a:lnTo>
                    <a:pt x="11353" y="13825"/>
                  </a:lnTo>
                  <a:lnTo>
                    <a:pt x="11546" y="13516"/>
                  </a:lnTo>
                  <a:lnTo>
                    <a:pt x="11546" y="13438"/>
                  </a:lnTo>
                  <a:lnTo>
                    <a:pt x="11546" y="13361"/>
                  </a:lnTo>
                  <a:lnTo>
                    <a:pt x="11508" y="13284"/>
                  </a:lnTo>
                  <a:lnTo>
                    <a:pt x="11430" y="13245"/>
                  </a:lnTo>
                  <a:lnTo>
                    <a:pt x="11237" y="13245"/>
                  </a:lnTo>
                  <a:lnTo>
                    <a:pt x="11160" y="13323"/>
                  </a:lnTo>
                  <a:lnTo>
                    <a:pt x="10967" y="13670"/>
                  </a:lnTo>
                  <a:lnTo>
                    <a:pt x="10774" y="13554"/>
                  </a:lnTo>
                  <a:lnTo>
                    <a:pt x="10658" y="13438"/>
                  </a:lnTo>
                  <a:lnTo>
                    <a:pt x="10619" y="13284"/>
                  </a:lnTo>
                  <a:lnTo>
                    <a:pt x="10581" y="13168"/>
                  </a:lnTo>
                  <a:lnTo>
                    <a:pt x="10619" y="13014"/>
                  </a:lnTo>
                  <a:lnTo>
                    <a:pt x="10658" y="12859"/>
                  </a:lnTo>
                  <a:lnTo>
                    <a:pt x="10851" y="12627"/>
                  </a:lnTo>
                  <a:lnTo>
                    <a:pt x="10928" y="12473"/>
                  </a:lnTo>
                  <a:lnTo>
                    <a:pt x="11044" y="12357"/>
                  </a:lnTo>
                  <a:lnTo>
                    <a:pt x="11121" y="12319"/>
                  </a:lnTo>
                  <a:lnTo>
                    <a:pt x="11237" y="12280"/>
                  </a:lnTo>
                  <a:close/>
                  <a:moveTo>
                    <a:pt x="425" y="0"/>
                  </a:moveTo>
                  <a:lnTo>
                    <a:pt x="348" y="39"/>
                  </a:lnTo>
                  <a:lnTo>
                    <a:pt x="271" y="116"/>
                  </a:lnTo>
                  <a:lnTo>
                    <a:pt x="232" y="194"/>
                  </a:lnTo>
                  <a:lnTo>
                    <a:pt x="78" y="2588"/>
                  </a:lnTo>
                  <a:lnTo>
                    <a:pt x="39" y="3012"/>
                  </a:lnTo>
                  <a:lnTo>
                    <a:pt x="0" y="3476"/>
                  </a:lnTo>
                  <a:lnTo>
                    <a:pt x="39" y="3901"/>
                  </a:lnTo>
                  <a:lnTo>
                    <a:pt x="116" y="4325"/>
                  </a:lnTo>
                  <a:lnTo>
                    <a:pt x="232" y="4518"/>
                  </a:lnTo>
                  <a:lnTo>
                    <a:pt x="348" y="4750"/>
                  </a:lnTo>
                  <a:lnTo>
                    <a:pt x="618" y="5175"/>
                  </a:lnTo>
                  <a:lnTo>
                    <a:pt x="1236" y="5986"/>
                  </a:lnTo>
                  <a:lnTo>
                    <a:pt x="2665" y="7955"/>
                  </a:lnTo>
                  <a:lnTo>
                    <a:pt x="5445" y="11817"/>
                  </a:lnTo>
                  <a:lnTo>
                    <a:pt x="6874" y="13747"/>
                  </a:lnTo>
                  <a:lnTo>
                    <a:pt x="8341" y="15639"/>
                  </a:lnTo>
                  <a:lnTo>
                    <a:pt x="7492" y="15987"/>
                  </a:lnTo>
                  <a:lnTo>
                    <a:pt x="6642" y="16257"/>
                  </a:lnTo>
                  <a:lnTo>
                    <a:pt x="6642" y="16257"/>
                  </a:lnTo>
                  <a:lnTo>
                    <a:pt x="6681" y="16103"/>
                  </a:lnTo>
                  <a:lnTo>
                    <a:pt x="6681" y="15948"/>
                  </a:lnTo>
                  <a:lnTo>
                    <a:pt x="6642" y="15755"/>
                  </a:lnTo>
                  <a:lnTo>
                    <a:pt x="6565" y="15639"/>
                  </a:lnTo>
                  <a:lnTo>
                    <a:pt x="6488" y="15485"/>
                  </a:lnTo>
                  <a:lnTo>
                    <a:pt x="6333" y="15369"/>
                  </a:lnTo>
                  <a:lnTo>
                    <a:pt x="6179" y="15292"/>
                  </a:lnTo>
                  <a:lnTo>
                    <a:pt x="6024" y="15253"/>
                  </a:lnTo>
                  <a:lnTo>
                    <a:pt x="5715" y="15253"/>
                  </a:lnTo>
                  <a:lnTo>
                    <a:pt x="5484" y="15292"/>
                  </a:lnTo>
                  <a:lnTo>
                    <a:pt x="5213" y="15408"/>
                  </a:lnTo>
                  <a:lnTo>
                    <a:pt x="5020" y="15601"/>
                  </a:lnTo>
                  <a:lnTo>
                    <a:pt x="4827" y="15794"/>
                  </a:lnTo>
                  <a:lnTo>
                    <a:pt x="4711" y="16026"/>
                  </a:lnTo>
                  <a:lnTo>
                    <a:pt x="4595" y="16296"/>
                  </a:lnTo>
                  <a:lnTo>
                    <a:pt x="4595" y="16566"/>
                  </a:lnTo>
                  <a:lnTo>
                    <a:pt x="4634" y="16991"/>
                  </a:lnTo>
                  <a:lnTo>
                    <a:pt x="4750" y="17300"/>
                  </a:lnTo>
                  <a:lnTo>
                    <a:pt x="4904" y="17532"/>
                  </a:lnTo>
                  <a:lnTo>
                    <a:pt x="5097" y="17725"/>
                  </a:lnTo>
                  <a:lnTo>
                    <a:pt x="5368" y="17840"/>
                  </a:lnTo>
                  <a:lnTo>
                    <a:pt x="5677" y="17918"/>
                  </a:lnTo>
                  <a:lnTo>
                    <a:pt x="6024" y="17956"/>
                  </a:lnTo>
                  <a:lnTo>
                    <a:pt x="6372" y="17918"/>
                  </a:lnTo>
                  <a:lnTo>
                    <a:pt x="6719" y="17840"/>
                  </a:lnTo>
                  <a:lnTo>
                    <a:pt x="7105" y="17763"/>
                  </a:lnTo>
                  <a:lnTo>
                    <a:pt x="7878" y="17532"/>
                  </a:lnTo>
                  <a:lnTo>
                    <a:pt x="8573" y="17223"/>
                  </a:lnTo>
                  <a:lnTo>
                    <a:pt x="9152" y="16952"/>
                  </a:lnTo>
                  <a:lnTo>
                    <a:pt x="9229" y="16875"/>
                  </a:lnTo>
                  <a:lnTo>
                    <a:pt x="9461" y="16759"/>
                  </a:lnTo>
                  <a:lnTo>
                    <a:pt x="10233" y="16257"/>
                  </a:lnTo>
                  <a:lnTo>
                    <a:pt x="10812" y="17107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5"/>
                  </a:lnTo>
                  <a:lnTo>
                    <a:pt x="12280" y="19038"/>
                  </a:lnTo>
                  <a:lnTo>
                    <a:pt x="12203" y="18883"/>
                  </a:lnTo>
                  <a:lnTo>
                    <a:pt x="11816" y="18149"/>
                  </a:lnTo>
                  <a:lnTo>
                    <a:pt x="11392" y="17454"/>
                  </a:lnTo>
                  <a:lnTo>
                    <a:pt x="10928" y="16759"/>
                  </a:lnTo>
                  <a:lnTo>
                    <a:pt x="10465" y="16103"/>
                  </a:lnTo>
                  <a:lnTo>
                    <a:pt x="10967" y="15717"/>
                  </a:lnTo>
                  <a:lnTo>
                    <a:pt x="11469" y="15253"/>
                  </a:lnTo>
                  <a:lnTo>
                    <a:pt x="11894" y="14790"/>
                  </a:lnTo>
                  <a:lnTo>
                    <a:pt x="12125" y="14558"/>
                  </a:lnTo>
                  <a:lnTo>
                    <a:pt x="12280" y="14288"/>
                  </a:lnTo>
                  <a:lnTo>
                    <a:pt x="12434" y="14056"/>
                  </a:lnTo>
                  <a:lnTo>
                    <a:pt x="12511" y="13786"/>
                  </a:lnTo>
                  <a:lnTo>
                    <a:pt x="12589" y="13554"/>
                  </a:lnTo>
                  <a:lnTo>
                    <a:pt x="12627" y="13284"/>
                  </a:lnTo>
                  <a:lnTo>
                    <a:pt x="12589" y="13052"/>
                  </a:lnTo>
                  <a:lnTo>
                    <a:pt x="12511" y="12821"/>
                  </a:lnTo>
                  <a:lnTo>
                    <a:pt x="12357" y="12589"/>
                  </a:lnTo>
                  <a:lnTo>
                    <a:pt x="12164" y="12357"/>
                  </a:lnTo>
                  <a:lnTo>
                    <a:pt x="11971" y="12203"/>
                  </a:lnTo>
                  <a:lnTo>
                    <a:pt x="11739" y="12087"/>
                  </a:lnTo>
                  <a:lnTo>
                    <a:pt x="11469" y="12010"/>
                  </a:lnTo>
                  <a:lnTo>
                    <a:pt x="11237" y="12010"/>
                  </a:lnTo>
                  <a:lnTo>
                    <a:pt x="10967" y="12048"/>
                  </a:lnTo>
                  <a:lnTo>
                    <a:pt x="10735" y="12126"/>
                  </a:lnTo>
                  <a:lnTo>
                    <a:pt x="10542" y="12280"/>
                  </a:lnTo>
                  <a:lnTo>
                    <a:pt x="10388" y="12512"/>
                  </a:lnTo>
                  <a:lnTo>
                    <a:pt x="10310" y="12705"/>
                  </a:lnTo>
                  <a:lnTo>
                    <a:pt x="10272" y="12898"/>
                  </a:lnTo>
                  <a:lnTo>
                    <a:pt x="10272" y="13091"/>
                  </a:lnTo>
                  <a:lnTo>
                    <a:pt x="10310" y="13284"/>
                  </a:lnTo>
                  <a:lnTo>
                    <a:pt x="10388" y="13477"/>
                  </a:lnTo>
                  <a:lnTo>
                    <a:pt x="10504" y="13631"/>
                  </a:lnTo>
                  <a:lnTo>
                    <a:pt x="10619" y="13786"/>
                  </a:lnTo>
                  <a:lnTo>
                    <a:pt x="10812" y="13902"/>
                  </a:lnTo>
                  <a:lnTo>
                    <a:pt x="10504" y="14249"/>
                  </a:lnTo>
                  <a:lnTo>
                    <a:pt x="10156" y="14597"/>
                  </a:lnTo>
                  <a:lnTo>
                    <a:pt x="9770" y="14867"/>
                  </a:lnTo>
                  <a:lnTo>
                    <a:pt x="9430" y="15083"/>
                  </a:lnTo>
                  <a:lnTo>
                    <a:pt x="9461" y="15022"/>
                  </a:lnTo>
                  <a:lnTo>
                    <a:pt x="9500" y="14944"/>
                  </a:lnTo>
                  <a:lnTo>
                    <a:pt x="9461" y="14829"/>
                  </a:lnTo>
                  <a:lnTo>
                    <a:pt x="5715" y="5754"/>
                  </a:lnTo>
                  <a:lnTo>
                    <a:pt x="4789" y="3476"/>
                  </a:lnTo>
                  <a:lnTo>
                    <a:pt x="4364" y="2472"/>
                  </a:lnTo>
                  <a:lnTo>
                    <a:pt x="4132" y="1970"/>
                  </a:lnTo>
                  <a:lnTo>
                    <a:pt x="3978" y="1738"/>
                  </a:lnTo>
                  <a:lnTo>
                    <a:pt x="3823" y="1545"/>
                  </a:lnTo>
                  <a:lnTo>
                    <a:pt x="3514" y="1236"/>
                  </a:lnTo>
                  <a:lnTo>
                    <a:pt x="3128" y="966"/>
                  </a:lnTo>
                  <a:lnTo>
                    <a:pt x="2742" y="773"/>
                  </a:lnTo>
                  <a:lnTo>
                    <a:pt x="2279" y="541"/>
                  </a:lnTo>
                  <a:lnTo>
                    <a:pt x="1815" y="387"/>
                  </a:lnTo>
                  <a:lnTo>
                    <a:pt x="1390" y="232"/>
                  </a:lnTo>
                  <a:lnTo>
                    <a:pt x="54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7" name="Google Shape;5107;p21"/>
            <p:cNvSpPr/>
            <p:nvPr/>
          </p:nvSpPr>
          <p:spPr>
            <a:xfrm>
              <a:off x="1681350" y="2914925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0"/>
                  </a:moveTo>
                  <a:lnTo>
                    <a:pt x="425" y="39"/>
                  </a:lnTo>
                  <a:lnTo>
                    <a:pt x="232" y="116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1"/>
                  </a:lnTo>
                  <a:lnTo>
                    <a:pt x="77" y="965"/>
                  </a:lnTo>
                  <a:lnTo>
                    <a:pt x="232" y="1081"/>
                  </a:lnTo>
                  <a:lnTo>
                    <a:pt x="386" y="1197"/>
                  </a:lnTo>
                  <a:lnTo>
                    <a:pt x="464" y="1197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4" y="1004"/>
                  </a:lnTo>
                  <a:lnTo>
                    <a:pt x="386" y="927"/>
                  </a:lnTo>
                  <a:lnTo>
                    <a:pt x="348" y="811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6" y="502"/>
                  </a:lnTo>
                  <a:lnTo>
                    <a:pt x="464" y="463"/>
                  </a:lnTo>
                  <a:lnTo>
                    <a:pt x="541" y="386"/>
                  </a:lnTo>
                  <a:lnTo>
                    <a:pt x="773" y="386"/>
                  </a:lnTo>
                  <a:lnTo>
                    <a:pt x="850" y="463"/>
                  </a:lnTo>
                  <a:lnTo>
                    <a:pt x="927" y="541"/>
                  </a:lnTo>
                  <a:lnTo>
                    <a:pt x="966" y="657"/>
                  </a:lnTo>
                  <a:lnTo>
                    <a:pt x="1004" y="850"/>
                  </a:lnTo>
                  <a:lnTo>
                    <a:pt x="1043" y="965"/>
                  </a:lnTo>
                  <a:lnTo>
                    <a:pt x="1081" y="1043"/>
                  </a:lnTo>
                  <a:lnTo>
                    <a:pt x="1159" y="1081"/>
                  </a:lnTo>
                  <a:lnTo>
                    <a:pt x="1197" y="1081"/>
                  </a:lnTo>
                  <a:lnTo>
                    <a:pt x="1275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5" y="386"/>
                  </a:lnTo>
                  <a:lnTo>
                    <a:pt x="1159" y="232"/>
                  </a:lnTo>
                  <a:lnTo>
                    <a:pt x="1004" y="77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8" name="Google Shape;5108;p21"/>
            <p:cNvSpPr/>
            <p:nvPr/>
          </p:nvSpPr>
          <p:spPr>
            <a:xfrm>
              <a:off x="3785850" y="2943875"/>
              <a:ext cx="199850" cy="231725"/>
            </a:xfrm>
            <a:custGeom>
              <a:avLst/>
              <a:gdLst/>
              <a:ahLst/>
              <a:cxnLst/>
              <a:rect l="l" t="t" r="r" b="b"/>
              <a:pathLst>
                <a:path w="7994" h="9269" extrusionOk="0">
                  <a:moveTo>
                    <a:pt x="2163" y="1"/>
                  </a:moveTo>
                  <a:lnTo>
                    <a:pt x="2009" y="39"/>
                  </a:lnTo>
                  <a:lnTo>
                    <a:pt x="1854" y="78"/>
                  </a:lnTo>
                  <a:lnTo>
                    <a:pt x="1700" y="194"/>
                  </a:lnTo>
                  <a:lnTo>
                    <a:pt x="1429" y="425"/>
                  </a:lnTo>
                  <a:lnTo>
                    <a:pt x="1159" y="734"/>
                  </a:lnTo>
                  <a:lnTo>
                    <a:pt x="966" y="1005"/>
                  </a:lnTo>
                  <a:lnTo>
                    <a:pt x="696" y="1391"/>
                  </a:lnTo>
                  <a:lnTo>
                    <a:pt x="503" y="1777"/>
                  </a:lnTo>
                  <a:lnTo>
                    <a:pt x="310" y="2163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1" y="3514"/>
                  </a:lnTo>
                  <a:lnTo>
                    <a:pt x="1" y="3978"/>
                  </a:lnTo>
                  <a:lnTo>
                    <a:pt x="39" y="4441"/>
                  </a:lnTo>
                  <a:lnTo>
                    <a:pt x="155" y="4905"/>
                  </a:lnTo>
                  <a:lnTo>
                    <a:pt x="271" y="5368"/>
                  </a:lnTo>
                  <a:lnTo>
                    <a:pt x="464" y="5793"/>
                  </a:lnTo>
                  <a:lnTo>
                    <a:pt x="696" y="6218"/>
                  </a:lnTo>
                  <a:lnTo>
                    <a:pt x="1005" y="6179"/>
                  </a:lnTo>
                  <a:lnTo>
                    <a:pt x="850" y="5870"/>
                  </a:lnTo>
                  <a:lnTo>
                    <a:pt x="734" y="5522"/>
                  </a:lnTo>
                  <a:lnTo>
                    <a:pt x="618" y="5175"/>
                  </a:lnTo>
                  <a:lnTo>
                    <a:pt x="541" y="4789"/>
                  </a:lnTo>
                  <a:lnTo>
                    <a:pt x="503" y="4441"/>
                  </a:lnTo>
                  <a:lnTo>
                    <a:pt x="464" y="4055"/>
                  </a:lnTo>
                  <a:lnTo>
                    <a:pt x="464" y="3708"/>
                  </a:lnTo>
                  <a:lnTo>
                    <a:pt x="464" y="3360"/>
                  </a:lnTo>
                  <a:lnTo>
                    <a:pt x="503" y="2974"/>
                  </a:lnTo>
                  <a:lnTo>
                    <a:pt x="580" y="2626"/>
                  </a:lnTo>
                  <a:lnTo>
                    <a:pt x="696" y="2279"/>
                  </a:lnTo>
                  <a:lnTo>
                    <a:pt x="850" y="1931"/>
                  </a:lnTo>
                  <a:lnTo>
                    <a:pt x="1005" y="1622"/>
                  </a:lnTo>
                  <a:lnTo>
                    <a:pt x="1236" y="1313"/>
                  </a:lnTo>
                  <a:lnTo>
                    <a:pt x="1468" y="1043"/>
                  </a:lnTo>
                  <a:lnTo>
                    <a:pt x="1738" y="773"/>
                  </a:lnTo>
                  <a:lnTo>
                    <a:pt x="1970" y="580"/>
                  </a:lnTo>
                  <a:lnTo>
                    <a:pt x="2086" y="503"/>
                  </a:lnTo>
                  <a:lnTo>
                    <a:pt x="2202" y="503"/>
                  </a:lnTo>
                  <a:lnTo>
                    <a:pt x="2279" y="618"/>
                  </a:lnTo>
                  <a:lnTo>
                    <a:pt x="2395" y="850"/>
                  </a:lnTo>
                  <a:lnTo>
                    <a:pt x="2588" y="1236"/>
                  </a:lnTo>
                  <a:lnTo>
                    <a:pt x="2742" y="1584"/>
                  </a:lnTo>
                  <a:lnTo>
                    <a:pt x="2858" y="1970"/>
                  </a:lnTo>
                  <a:lnTo>
                    <a:pt x="2974" y="2356"/>
                  </a:lnTo>
                  <a:lnTo>
                    <a:pt x="3051" y="2742"/>
                  </a:lnTo>
                  <a:lnTo>
                    <a:pt x="3090" y="3090"/>
                  </a:lnTo>
                  <a:lnTo>
                    <a:pt x="3090" y="3476"/>
                  </a:lnTo>
                  <a:lnTo>
                    <a:pt x="3051" y="3823"/>
                  </a:lnTo>
                  <a:lnTo>
                    <a:pt x="2974" y="4171"/>
                  </a:lnTo>
                  <a:lnTo>
                    <a:pt x="2897" y="4480"/>
                  </a:lnTo>
                  <a:lnTo>
                    <a:pt x="2742" y="4827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61"/>
                  </a:lnTo>
                  <a:lnTo>
                    <a:pt x="2395" y="5638"/>
                  </a:lnTo>
                  <a:lnTo>
                    <a:pt x="2356" y="5716"/>
                  </a:lnTo>
                  <a:lnTo>
                    <a:pt x="2356" y="5754"/>
                  </a:lnTo>
                  <a:lnTo>
                    <a:pt x="2356" y="5793"/>
                  </a:lnTo>
                  <a:lnTo>
                    <a:pt x="2395" y="5831"/>
                  </a:lnTo>
                  <a:lnTo>
                    <a:pt x="2433" y="5793"/>
                  </a:lnTo>
                  <a:lnTo>
                    <a:pt x="2626" y="5754"/>
                  </a:lnTo>
                  <a:lnTo>
                    <a:pt x="2781" y="5716"/>
                  </a:lnTo>
                  <a:lnTo>
                    <a:pt x="3167" y="5677"/>
                  </a:lnTo>
                  <a:lnTo>
                    <a:pt x="3592" y="5716"/>
                  </a:lnTo>
                  <a:lnTo>
                    <a:pt x="4017" y="5831"/>
                  </a:lnTo>
                  <a:lnTo>
                    <a:pt x="4441" y="5947"/>
                  </a:lnTo>
                  <a:lnTo>
                    <a:pt x="4827" y="6102"/>
                  </a:lnTo>
                  <a:lnTo>
                    <a:pt x="5214" y="6295"/>
                  </a:lnTo>
                  <a:lnTo>
                    <a:pt x="5523" y="6449"/>
                  </a:lnTo>
                  <a:lnTo>
                    <a:pt x="5831" y="6642"/>
                  </a:lnTo>
                  <a:lnTo>
                    <a:pt x="6140" y="6874"/>
                  </a:lnTo>
                  <a:lnTo>
                    <a:pt x="6411" y="7106"/>
                  </a:lnTo>
                  <a:lnTo>
                    <a:pt x="6681" y="7337"/>
                  </a:lnTo>
                  <a:lnTo>
                    <a:pt x="6913" y="7646"/>
                  </a:lnTo>
                  <a:lnTo>
                    <a:pt x="7144" y="7917"/>
                  </a:lnTo>
                  <a:lnTo>
                    <a:pt x="7337" y="8225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56" y="8805"/>
                  </a:lnTo>
                  <a:lnTo>
                    <a:pt x="5870" y="8843"/>
                  </a:lnTo>
                  <a:lnTo>
                    <a:pt x="5445" y="8805"/>
                  </a:lnTo>
                  <a:lnTo>
                    <a:pt x="5059" y="8766"/>
                  </a:lnTo>
                  <a:lnTo>
                    <a:pt x="4634" y="8650"/>
                  </a:lnTo>
                  <a:lnTo>
                    <a:pt x="4248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33" y="7106"/>
                  </a:lnTo>
                  <a:lnTo>
                    <a:pt x="1931" y="6604"/>
                  </a:lnTo>
                  <a:lnTo>
                    <a:pt x="1854" y="6526"/>
                  </a:lnTo>
                  <a:lnTo>
                    <a:pt x="1777" y="6526"/>
                  </a:lnTo>
                  <a:lnTo>
                    <a:pt x="1661" y="6565"/>
                  </a:lnTo>
                  <a:lnTo>
                    <a:pt x="1622" y="6565"/>
                  </a:lnTo>
                  <a:lnTo>
                    <a:pt x="1584" y="6604"/>
                  </a:lnTo>
                  <a:lnTo>
                    <a:pt x="1429" y="6874"/>
                  </a:lnTo>
                  <a:lnTo>
                    <a:pt x="1622" y="6913"/>
                  </a:lnTo>
                  <a:lnTo>
                    <a:pt x="2240" y="7492"/>
                  </a:lnTo>
                  <a:lnTo>
                    <a:pt x="2897" y="8071"/>
                  </a:lnTo>
                  <a:lnTo>
                    <a:pt x="3244" y="8341"/>
                  </a:lnTo>
                  <a:lnTo>
                    <a:pt x="3592" y="8573"/>
                  </a:lnTo>
                  <a:lnTo>
                    <a:pt x="3978" y="8805"/>
                  </a:lnTo>
                  <a:lnTo>
                    <a:pt x="4364" y="8998"/>
                  </a:lnTo>
                  <a:lnTo>
                    <a:pt x="4789" y="9152"/>
                  </a:lnTo>
                  <a:lnTo>
                    <a:pt x="5252" y="9229"/>
                  </a:lnTo>
                  <a:lnTo>
                    <a:pt x="5677" y="9268"/>
                  </a:lnTo>
                  <a:lnTo>
                    <a:pt x="6102" y="9229"/>
                  </a:lnTo>
                  <a:lnTo>
                    <a:pt x="6565" y="9191"/>
                  </a:lnTo>
                  <a:lnTo>
                    <a:pt x="6990" y="9114"/>
                  </a:lnTo>
                  <a:lnTo>
                    <a:pt x="7878" y="8882"/>
                  </a:lnTo>
                  <a:lnTo>
                    <a:pt x="7955" y="8805"/>
                  </a:lnTo>
                  <a:lnTo>
                    <a:pt x="7994" y="8727"/>
                  </a:lnTo>
                  <a:lnTo>
                    <a:pt x="7994" y="8650"/>
                  </a:lnTo>
                  <a:lnTo>
                    <a:pt x="7994" y="8573"/>
                  </a:lnTo>
                  <a:lnTo>
                    <a:pt x="7762" y="8110"/>
                  </a:lnTo>
                  <a:lnTo>
                    <a:pt x="7492" y="7685"/>
                  </a:lnTo>
                  <a:lnTo>
                    <a:pt x="7183" y="7299"/>
                  </a:lnTo>
                  <a:lnTo>
                    <a:pt x="6874" y="6951"/>
                  </a:lnTo>
                  <a:lnTo>
                    <a:pt x="6488" y="6604"/>
                  </a:lnTo>
                  <a:lnTo>
                    <a:pt x="6102" y="6295"/>
                  </a:lnTo>
                  <a:lnTo>
                    <a:pt x="5677" y="6063"/>
                  </a:lnTo>
                  <a:lnTo>
                    <a:pt x="5252" y="5831"/>
                  </a:lnTo>
                  <a:lnTo>
                    <a:pt x="4827" y="5638"/>
                  </a:lnTo>
                  <a:lnTo>
                    <a:pt x="4248" y="5445"/>
                  </a:lnTo>
                  <a:lnTo>
                    <a:pt x="3901" y="5368"/>
                  </a:lnTo>
                  <a:lnTo>
                    <a:pt x="3592" y="5329"/>
                  </a:lnTo>
                  <a:lnTo>
                    <a:pt x="3283" y="5291"/>
                  </a:lnTo>
                  <a:lnTo>
                    <a:pt x="2974" y="5291"/>
                  </a:lnTo>
                  <a:lnTo>
                    <a:pt x="3167" y="4982"/>
                  </a:lnTo>
                  <a:lnTo>
                    <a:pt x="3283" y="4673"/>
                  </a:lnTo>
                  <a:lnTo>
                    <a:pt x="3399" y="4325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44"/>
                  </a:lnTo>
                  <a:lnTo>
                    <a:pt x="3476" y="2858"/>
                  </a:lnTo>
                  <a:lnTo>
                    <a:pt x="3437" y="2510"/>
                  </a:lnTo>
                  <a:lnTo>
                    <a:pt x="3322" y="1970"/>
                  </a:lnTo>
                  <a:lnTo>
                    <a:pt x="3128" y="1468"/>
                  </a:lnTo>
                  <a:lnTo>
                    <a:pt x="2935" y="1005"/>
                  </a:lnTo>
                  <a:lnTo>
                    <a:pt x="2704" y="503"/>
                  </a:lnTo>
                  <a:lnTo>
                    <a:pt x="2588" y="309"/>
                  </a:lnTo>
                  <a:lnTo>
                    <a:pt x="2433" y="116"/>
                  </a:lnTo>
                  <a:lnTo>
                    <a:pt x="2356" y="78"/>
                  </a:lnTo>
                  <a:lnTo>
                    <a:pt x="227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9" name="Google Shape;5109;p21"/>
            <p:cNvSpPr/>
            <p:nvPr/>
          </p:nvSpPr>
          <p:spPr>
            <a:xfrm>
              <a:off x="1264300" y="2944850"/>
              <a:ext cx="455675" cy="657425"/>
            </a:xfrm>
            <a:custGeom>
              <a:avLst/>
              <a:gdLst/>
              <a:ahLst/>
              <a:cxnLst/>
              <a:rect l="l" t="t" r="r" b="b"/>
              <a:pathLst>
                <a:path w="18227" h="26297" extrusionOk="0">
                  <a:moveTo>
                    <a:pt x="310" y="348"/>
                  </a:moveTo>
                  <a:lnTo>
                    <a:pt x="425" y="386"/>
                  </a:lnTo>
                  <a:lnTo>
                    <a:pt x="1700" y="1429"/>
                  </a:lnTo>
                  <a:lnTo>
                    <a:pt x="2974" y="2510"/>
                  </a:lnTo>
                  <a:lnTo>
                    <a:pt x="4210" y="3591"/>
                  </a:lnTo>
                  <a:lnTo>
                    <a:pt x="5445" y="4673"/>
                  </a:lnTo>
                  <a:lnTo>
                    <a:pt x="5098" y="5290"/>
                  </a:lnTo>
                  <a:lnTo>
                    <a:pt x="4943" y="5599"/>
                  </a:lnTo>
                  <a:lnTo>
                    <a:pt x="4712" y="5831"/>
                  </a:lnTo>
                  <a:lnTo>
                    <a:pt x="4519" y="6101"/>
                  </a:lnTo>
                  <a:lnTo>
                    <a:pt x="4248" y="6294"/>
                  </a:lnTo>
                  <a:lnTo>
                    <a:pt x="3978" y="6526"/>
                  </a:lnTo>
                  <a:lnTo>
                    <a:pt x="3669" y="6680"/>
                  </a:lnTo>
                  <a:lnTo>
                    <a:pt x="3360" y="6835"/>
                  </a:lnTo>
                  <a:lnTo>
                    <a:pt x="3051" y="6989"/>
                  </a:lnTo>
                  <a:lnTo>
                    <a:pt x="2395" y="7182"/>
                  </a:lnTo>
                  <a:lnTo>
                    <a:pt x="1738" y="7298"/>
                  </a:lnTo>
                  <a:lnTo>
                    <a:pt x="1082" y="7414"/>
                  </a:lnTo>
                  <a:lnTo>
                    <a:pt x="889" y="6526"/>
                  </a:lnTo>
                  <a:lnTo>
                    <a:pt x="734" y="5677"/>
                  </a:lnTo>
                  <a:lnTo>
                    <a:pt x="580" y="4788"/>
                  </a:lnTo>
                  <a:lnTo>
                    <a:pt x="464" y="3900"/>
                  </a:lnTo>
                  <a:lnTo>
                    <a:pt x="387" y="3012"/>
                  </a:lnTo>
                  <a:lnTo>
                    <a:pt x="348" y="2124"/>
                  </a:lnTo>
                  <a:lnTo>
                    <a:pt x="310" y="1236"/>
                  </a:lnTo>
                  <a:lnTo>
                    <a:pt x="310" y="348"/>
                  </a:lnTo>
                  <a:close/>
                  <a:moveTo>
                    <a:pt x="12357" y="12318"/>
                  </a:moveTo>
                  <a:lnTo>
                    <a:pt x="13014" y="12473"/>
                  </a:lnTo>
                  <a:lnTo>
                    <a:pt x="13709" y="12550"/>
                  </a:lnTo>
                  <a:lnTo>
                    <a:pt x="14404" y="12589"/>
                  </a:lnTo>
                  <a:lnTo>
                    <a:pt x="15060" y="12550"/>
                  </a:lnTo>
                  <a:lnTo>
                    <a:pt x="15640" y="13901"/>
                  </a:lnTo>
                  <a:lnTo>
                    <a:pt x="16296" y="15214"/>
                  </a:lnTo>
                  <a:lnTo>
                    <a:pt x="17648" y="17840"/>
                  </a:lnTo>
                  <a:lnTo>
                    <a:pt x="16644" y="17686"/>
                  </a:lnTo>
                  <a:lnTo>
                    <a:pt x="15640" y="17647"/>
                  </a:lnTo>
                  <a:lnTo>
                    <a:pt x="15331" y="17608"/>
                  </a:lnTo>
                  <a:lnTo>
                    <a:pt x="15099" y="17531"/>
                  </a:lnTo>
                  <a:lnTo>
                    <a:pt x="14983" y="17493"/>
                  </a:lnTo>
                  <a:lnTo>
                    <a:pt x="14906" y="17415"/>
                  </a:lnTo>
                  <a:lnTo>
                    <a:pt x="14751" y="17106"/>
                  </a:lnTo>
                  <a:lnTo>
                    <a:pt x="14365" y="16489"/>
                  </a:lnTo>
                  <a:lnTo>
                    <a:pt x="13979" y="15832"/>
                  </a:lnTo>
                  <a:lnTo>
                    <a:pt x="13941" y="15794"/>
                  </a:lnTo>
                  <a:lnTo>
                    <a:pt x="13902" y="15755"/>
                  </a:lnTo>
                  <a:lnTo>
                    <a:pt x="13747" y="15755"/>
                  </a:lnTo>
                  <a:lnTo>
                    <a:pt x="13670" y="15214"/>
                  </a:lnTo>
                  <a:lnTo>
                    <a:pt x="13516" y="14712"/>
                  </a:lnTo>
                  <a:lnTo>
                    <a:pt x="13323" y="14172"/>
                  </a:lnTo>
                  <a:lnTo>
                    <a:pt x="13091" y="13670"/>
                  </a:lnTo>
                  <a:lnTo>
                    <a:pt x="12744" y="13013"/>
                  </a:lnTo>
                  <a:lnTo>
                    <a:pt x="12357" y="12318"/>
                  </a:lnTo>
                  <a:close/>
                  <a:moveTo>
                    <a:pt x="5677" y="4904"/>
                  </a:moveTo>
                  <a:lnTo>
                    <a:pt x="6720" y="5947"/>
                  </a:lnTo>
                  <a:lnTo>
                    <a:pt x="7762" y="6989"/>
                  </a:lnTo>
                  <a:lnTo>
                    <a:pt x="8612" y="7916"/>
                  </a:lnTo>
                  <a:lnTo>
                    <a:pt x="9423" y="8920"/>
                  </a:lnTo>
                  <a:lnTo>
                    <a:pt x="10234" y="9886"/>
                  </a:lnTo>
                  <a:lnTo>
                    <a:pt x="10967" y="10928"/>
                  </a:lnTo>
                  <a:lnTo>
                    <a:pt x="11701" y="12009"/>
                  </a:lnTo>
                  <a:lnTo>
                    <a:pt x="12087" y="12550"/>
                  </a:lnTo>
                  <a:lnTo>
                    <a:pt x="12396" y="13129"/>
                  </a:lnTo>
                  <a:lnTo>
                    <a:pt x="12705" y="13708"/>
                  </a:lnTo>
                  <a:lnTo>
                    <a:pt x="12975" y="14326"/>
                  </a:lnTo>
                  <a:lnTo>
                    <a:pt x="13207" y="14944"/>
                  </a:lnTo>
                  <a:lnTo>
                    <a:pt x="13361" y="15562"/>
                  </a:lnTo>
                  <a:lnTo>
                    <a:pt x="13439" y="16180"/>
                  </a:lnTo>
                  <a:lnTo>
                    <a:pt x="13400" y="16759"/>
                  </a:lnTo>
                  <a:lnTo>
                    <a:pt x="13361" y="17068"/>
                  </a:lnTo>
                  <a:lnTo>
                    <a:pt x="13284" y="17338"/>
                  </a:lnTo>
                  <a:lnTo>
                    <a:pt x="13207" y="17608"/>
                  </a:lnTo>
                  <a:lnTo>
                    <a:pt x="13091" y="17879"/>
                  </a:lnTo>
                  <a:lnTo>
                    <a:pt x="12975" y="18149"/>
                  </a:lnTo>
                  <a:lnTo>
                    <a:pt x="12821" y="18381"/>
                  </a:lnTo>
                  <a:lnTo>
                    <a:pt x="12628" y="18612"/>
                  </a:lnTo>
                  <a:lnTo>
                    <a:pt x="12435" y="18806"/>
                  </a:lnTo>
                  <a:lnTo>
                    <a:pt x="12203" y="18999"/>
                  </a:lnTo>
                  <a:lnTo>
                    <a:pt x="11971" y="19153"/>
                  </a:lnTo>
                  <a:lnTo>
                    <a:pt x="11662" y="19308"/>
                  </a:lnTo>
                  <a:lnTo>
                    <a:pt x="11392" y="19423"/>
                  </a:lnTo>
                  <a:lnTo>
                    <a:pt x="10813" y="19539"/>
                  </a:lnTo>
                  <a:lnTo>
                    <a:pt x="10234" y="19616"/>
                  </a:lnTo>
                  <a:lnTo>
                    <a:pt x="9693" y="19578"/>
                  </a:lnTo>
                  <a:lnTo>
                    <a:pt x="9114" y="19462"/>
                  </a:lnTo>
                  <a:lnTo>
                    <a:pt x="8573" y="19308"/>
                  </a:lnTo>
                  <a:lnTo>
                    <a:pt x="8032" y="19076"/>
                  </a:lnTo>
                  <a:lnTo>
                    <a:pt x="7531" y="18767"/>
                  </a:lnTo>
                  <a:lnTo>
                    <a:pt x="7067" y="18458"/>
                  </a:lnTo>
                  <a:lnTo>
                    <a:pt x="6642" y="18072"/>
                  </a:lnTo>
                  <a:lnTo>
                    <a:pt x="6256" y="17686"/>
                  </a:lnTo>
                  <a:lnTo>
                    <a:pt x="5870" y="17261"/>
                  </a:lnTo>
                  <a:lnTo>
                    <a:pt x="5484" y="16798"/>
                  </a:lnTo>
                  <a:lnTo>
                    <a:pt x="4827" y="15871"/>
                  </a:lnTo>
                  <a:lnTo>
                    <a:pt x="4210" y="14944"/>
                  </a:lnTo>
                  <a:lnTo>
                    <a:pt x="3592" y="13901"/>
                  </a:lnTo>
                  <a:lnTo>
                    <a:pt x="3051" y="12859"/>
                  </a:lnTo>
                  <a:lnTo>
                    <a:pt x="2549" y="11778"/>
                  </a:lnTo>
                  <a:lnTo>
                    <a:pt x="2086" y="10696"/>
                  </a:lnTo>
                  <a:lnTo>
                    <a:pt x="1816" y="9963"/>
                  </a:lnTo>
                  <a:lnTo>
                    <a:pt x="1584" y="9190"/>
                  </a:lnTo>
                  <a:lnTo>
                    <a:pt x="1352" y="8457"/>
                  </a:lnTo>
                  <a:lnTo>
                    <a:pt x="1159" y="7723"/>
                  </a:lnTo>
                  <a:lnTo>
                    <a:pt x="1816" y="7646"/>
                  </a:lnTo>
                  <a:lnTo>
                    <a:pt x="2549" y="7491"/>
                  </a:lnTo>
                  <a:lnTo>
                    <a:pt x="3244" y="7298"/>
                  </a:lnTo>
                  <a:lnTo>
                    <a:pt x="3592" y="7144"/>
                  </a:lnTo>
                  <a:lnTo>
                    <a:pt x="3901" y="6989"/>
                  </a:lnTo>
                  <a:lnTo>
                    <a:pt x="4248" y="6796"/>
                  </a:lnTo>
                  <a:lnTo>
                    <a:pt x="4519" y="6603"/>
                  </a:lnTo>
                  <a:lnTo>
                    <a:pt x="4789" y="6410"/>
                  </a:lnTo>
                  <a:lnTo>
                    <a:pt x="5059" y="6140"/>
                  </a:lnTo>
                  <a:lnTo>
                    <a:pt x="5252" y="5870"/>
                  </a:lnTo>
                  <a:lnTo>
                    <a:pt x="5445" y="5599"/>
                  </a:lnTo>
                  <a:lnTo>
                    <a:pt x="5561" y="5252"/>
                  </a:lnTo>
                  <a:lnTo>
                    <a:pt x="5677" y="4904"/>
                  </a:lnTo>
                  <a:close/>
                  <a:moveTo>
                    <a:pt x="13284" y="18381"/>
                  </a:moveTo>
                  <a:lnTo>
                    <a:pt x="13593" y="18612"/>
                  </a:lnTo>
                  <a:lnTo>
                    <a:pt x="13902" y="18844"/>
                  </a:lnTo>
                  <a:lnTo>
                    <a:pt x="13632" y="19230"/>
                  </a:lnTo>
                  <a:lnTo>
                    <a:pt x="13323" y="19578"/>
                  </a:lnTo>
                  <a:lnTo>
                    <a:pt x="12975" y="19887"/>
                  </a:lnTo>
                  <a:lnTo>
                    <a:pt x="12589" y="20157"/>
                  </a:lnTo>
                  <a:lnTo>
                    <a:pt x="12164" y="20350"/>
                  </a:lnTo>
                  <a:lnTo>
                    <a:pt x="11701" y="20505"/>
                  </a:lnTo>
                  <a:lnTo>
                    <a:pt x="11238" y="20582"/>
                  </a:lnTo>
                  <a:lnTo>
                    <a:pt x="10736" y="20620"/>
                  </a:lnTo>
                  <a:lnTo>
                    <a:pt x="10697" y="20620"/>
                  </a:lnTo>
                  <a:lnTo>
                    <a:pt x="10581" y="19964"/>
                  </a:lnTo>
                  <a:lnTo>
                    <a:pt x="10967" y="19887"/>
                  </a:lnTo>
                  <a:lnTo>
                    <a:pt x="11392" y="19810"/>
                  </a:lnTo>
                  <a:lnTo>
                    <a:pt x="11740" y="19694"/>
                  </a:lnTo>
                  <a:lnTo>
                    <a:pt x="12126" y="19501"/>
                  </a:lnTo>
                  <a:lnTo>
                    <a:pt x="12473" y="19308"/>
                  </a:lnTo>
                  <a:lnTo>
                    <a:pt x="12782" y="19037"/>
                  </a:lnTo>
                  <a:lnTo>
                    <a:pt x="13052" y="18728"/>
                  </a:lnTo>
                  <a:lnTo>
                    <a:pt x="13284" y="18381"/>
                  </a:lnTo>
                  <a:close/>
                  <a:moveTo>
                    <a:pt x="14172" y="18999"/>
                  </a:moveTo>
                  <a:lnTo>
                    <a:pt x="14636" y="19230"/>
                  </a:lnTo>
                  <a:lnTo>
                    <a:pt x="14327" y="19732"/>
                  </a:lnTo>
                  <a:lnTo>
                    <a:pt x="13941" y="20157"/>
                  </a:lnTo>
                  <a:lnTo>
                    <a:pt x="13516" y="20543"/>
                  </a:lnTo>
                  <a:lnTo>
                    <a:pt x="13091" y="20852"/>
                  </a:lnTo>
                  <a:lnTo>
                    <a:pt x="12589" y="21122"/>
                  </a:lnTo>
                  <a:lnTo>
                    <a:pt x="12087" y="21315"/>
                  </a:lnTo>
                  <a:lnTo>
                    <a:pt x="11508" y="21470"/>
                  </a:lnTo>
                  <a:lnTo>
                    <a:pt x="10929" y="21624"/>
                  </a:lnTo>
                  <a:lnTo>
                    <a:pt x="10929" y="21393"/>
                  </a:lnTo>
                  <a:lnTo>
                    <a:pt x="10851" y="21200"/>
                  </a:lnTo>
                  <a:lnTo>
                    <a:pt x="10736" y="20814"/>
                  </a:lnTo>
                  <a:lnTo>
                    <a:pt x="11276" y="20852"/>
                  </a:lnTo>
                  <a:lnTo>
                    <a:pt x="11778" y="20775"/>
                  </a:lnTo>
                  <a:lnTo>
                    <a:pt x="12280" y="20659"/>
                  </a:lnTo>
                  <a:lnTo>
                    <a:pt x="12744" y="20427"/>
                  </a:lnTo>
                  <a:lnTo>
                    <a:pt x="13168" y="20157"/>
                  </a:lnTo>
                  <a:lnTo>
                    <a:pt x="13554" y="19810"/>
                  </a:lnTo>
                  <a:lnTo>
                    <a:pt x="13863" y="19423"/>
                  </a:lnTo>
                  <a:lnTo>
                    <a:pt x="14172" y="18999"/>
                  </a:lnTo>
                  <a:close/>
                  <a:moveTo>
                    <a:pt x="14018" y="20659"/>
                  </a:moveTo>
                  <a:lnTo>
                    <a:pt x="14172" y="20852"/>
                  </a:lnTo>
                  <a:lnTo>
                    <a:pt x="14288" y="20968"/>
                  </a:lnTo>
                  <a:lnTo>
                    <a:pt x="14134" y="21007"/>
                  </a:lnTo>
                  <a:lnTo>
                    <a:pt x="14056" y="21045"/>
                  </a:lnTo>
                  <a:lnTo>
                    <a:pt x="14018" y="21122"/>
                  </a:lnTo>
                  <a:lnTo>
                    <a:pt x="13979" y="21200"/>
                  </a:lnTo>
                  <a:lnTo>
                    <a:pt x="14018" y="21277"/>
                  </a:lnTo>
                  <a:lnTo>
                    <a:pt x="14404" y="21663"/>
                  </a:lnTo>
                  <a:lnTo>
                    <a:pt x="14751" y="22049"/>
                  </a:lnTo>
                  <a:lnTo>
                    <a:pt x="15099" y="22435"/>
                  </a:lnTo>
                  <a:lnTo>
                    <a:pt x="15408" y="22860"/>
                  </a:lnTo>
                  <a:lnTo>
                    <a:pt x="15678" y="23285"/>
                  </a:lnTo>
                  <a:lnTo>
                    <a:pt x="15910" y="23748"/>
                  </a:lnTo>
                  <a:lnTo>
                    <a:pt x="16142" y="24250"/>
                  </a:lnTo>
                  <a:lnTo>
                    <a:pt x="16335" y="24714"/>
                  </a:lnTo>
                  <a:lnTo>
                    <a:pt x="15871" y="24636"/>
                  </a:lnTo>
                  <a:lnTo>
                    <a:pt x="15485" y="24521"/>
                  </a:lnTo>
                  <a:lnTo>
                    <a:pt x="15099" y="24327"/>
                  </a:lnTo>
                  <a:lnTo>
                    <a:pt x="14790" y="24096"/>
                  </a:lnTo>
                  <a:lnTo>
                    <a:pt x="14481" y="23825"/>
                  </a:lnTo>
                  <a:lnTo>
                    <a:pt x="14211" y="23517"/>
                  </a:lnTo>
                  <a:lnTo>
                    <a:pt x="13979" y="23169"/>
                  </a:lnTo>
                  <a:lnTo>
                    <a:pt x="13747" y="22744"/>
                  </a:lnTo>
                  <a:lnTo>
                    <a:pt x="13593" y="22397"/>
                  </a:lnTo>
                  <a:lnTo>
                    <a:pt x="13400" y="22126"/>
                  </a:lnTo>
                  <a:lnTo>
                    <a:pt x="13284" y="22011"/>
                  </a:lnTo>
                  <a:lnTo>
                    <a:pt x="13130" y="21895"/>
                  </a:lnTo>
                  <a:lnTo>
                    <a:pt x="12975" y="21856"/>
                  </a:lnTo>
                  <a:lnTo>
                    <a:pt x="12821" y="21895"/>
                  </a:lnTo>
                  <a:lnTo>
                    <a:pt x="12821" y="21702"/>
                  </a:lnTo>
                  <a:lnTo>
                    <a:pt x="12898" y="21470"/>
                  </a:lnTo>
                  <a:lnTo>
                    <a:pt x="13207" y="21315"/>
                  </a:lnTo>
                  <a:lnTo>
                    <a:pt x="13477" y="21122"/>
                  </a:lnTo>
                  <a:lnTo>
                    <a:pt x="13786" y="20891"/>
                  </a:lnTo>
                  <a:lnTo>
                    <a:pt x="14018" y="20659"/>
                  </a:lnTo>
                  <a:close/>
                  <a:moveTo>
                    <a:pt x="5291" y="17145"/>
                  </a:moveTo>
                  <a:lnTo>
                    <a:pt x="5677" y="17608"/>
                  </a:lnTo>
                  <a:lnTo>
                    <a:pt x="6102" y="18072"/>
                  </a:lnTo>
                  <a:lnTo>
                    <a:pt x="6565" y="18497"/>
                  </a:lnTo>
                  <a:lnTo>
                    <a:pt x="7029" y="18883"/>
                  </a:lnTo>
                  <a:lnTo>
                    <a:pt x="7531" y="19192"/>
                  </a:lnTo>
                  <a:lnTo>
                    <a:pt x="7531" y="19230"/>
                  </a:lnTo>
                  <a:lnTo>
                    <a:pt x="7917" y="19964"/>
                  </a:lnTo>
                  <a:lnTo>
                    <a:pt x="8380" y="20698"/>
                  </a:lnTo>
                  <a:lnTo>
                    <a:pt x="8573" y="20968"/>
                  </a:lnTo>
                  <a:lnTo>
                    <a:pt x="8805" y="21238"/>
                  </a:lnTo>
                  <a:lnTo>
                    <a:pt x="8998" y="21509"/>
                  </a:lnTo>
                  <a:lnTo>
                    <a:pt x="9036" y="21663"/>
                  </a:lnTo>
                  <a:lnTo>
                    <a:pt x="9075" y="21817"/>
                  </a:lnTo>
                  <a:lnTo>
                    <a:pt x="9075" y="22011"/>
                  </a:lnTo>
                  <a:lnTo>
                    <a:pt x="9036" y="22204"/>
                  </a:lnTo>
                  <a:lnTo>
                    <a:pt x="8882" y="22590"/>
                  </a:lnTo>
                  <a:lnTo>
                    <a:pt x="8496" y="23362"/>
                  </a:lnTo>
                  <a:lnTo>
                    <a:pt x="7955" y="24868"/>
                  </a:lnTo>
                  <a:lnTo>
                    <a:pt x="7608" y="24173"/>
                  </a:lnTo>
                  <a:lnTo>
                    <a:pt x="7260" y="23555"/>
                  </a:lnTo>
                  <a:lnTo>
                    <a:pt x="6874" y="22899"/>
                  </a:lnTo>
                  <a:lnTo>
                    <a:pt x="6488" y="22281"/>
                  </a:lnTo>
                  <a:lnTo>
                    <a:pt x="5716" y="21315"/>
                  </a:lnTo>
                  <a:lnTo>
                    <a:pt x="5214" y="20736"/>
                  </a:lnTo>
                  <a:lnTo>
                    <a:pt x="4982" y="20389"/>
                  </a:lnTo>
                  <a:lnTo>
                    <a:pt x="4789" y="20080"/>
                  </a:lnTo>
                  <a:lnTo>
                    <a:pt x="4827" y="20003"/>
                  </a:lnTo>
                  <a:lnTo>
                    <a:pt x="4827" y="19925"/>
                  </a:lnTo>
                  <a:lnTo>
                    <a:pt x="4827" y="19887"/>
                  </a:lnTo>
                  <a:lnTo>
                    <a:pt x="4750" y="19810"/>
                  </a:lnTo>
                  <a:lnTo>
                    <a:pt x="5021" y="18458"/>
                  </a:lnTo>
                  <a:lnTo>
                    <a:pt x="5291" y="17145"/>
                  </a:lnTo>
                  <a:close/>
                  <a:moveTo>
                    <a:pt x="14481" y="20157"/>
                  </a:moveTo>
                  <a:lnTo>
                    <a:pt x="15022" y="20273"/>
                  </a:lnTo>
                  <a:lnTo>
                    <a:pt x="15485" y="20466"/>
                  </a:lnTo>
                  <a:lnTo>
                    <a:pt x="15987" y="20659"/>
                  </a:lnTo>
                  <a:lnTo>
                    <a:pt x="16451" y="20891"/>
                  </a:lnTo>
                  <a:lnTo>
                    <a:pt x="16180" y="21007"/>
                  </a:lnTo>
                  <a:lnTo>
                    <a:pt x="15949" y="21007"/>
                  </a:lnTo>
                  <a:lnTo>
                    <a:pt x="15678" y="20968"/>
                  </a:lnTo>
                  <a:lnTo>
                    <a:pt x="15447" y="20891"/>
                  </a:lnTo>
                  <a:lnTo>
                    <a:pt x="15292" y="20891"/>
                  </a:lnTo>
                  <a:lnTo>
                    <a:pt x="15176" y="20968"/>
                  </a:lnTo>
                  <a:lnTo>
                    <a:pt x="15176" y="21045"/>
                  </a:lnTo>
                  <a:lnTo>
                    <a:pt x="15176" y="21084"/>
                  </a:lnTo>
                  <a:lnTo>
                    <a:pt x="15215" y="21161"/>
                  </a:lnTo>
                  <a:lnTo>
                    <a:pt x="15253" y="21200"/>
                  </a:lnTo>
                  <a:lnTo>
                    <a:pt x="15794" y="21547"/>
                  </a:lnTo>
                  <a:lnTo>
                    <a:pt x="16257" y="21972"/>
                  </a:lnTo>
                  <a:lnTo>
                    <a:pt x="16489" y="22204"/>
                  </a:lnTo>
                  <a:lnTo>
                    <a:pt x="16682" y="22435"/>
                  </a:lnTo>
                  <a:lnTo>
                    <a:pt x="16837" y="22706"/>
                  </a:lnTo>
                  <a:lnTo>
                    <a:pt x="16991" y="22976"/>
                  </a:lnTo>
                  <a:lnTo>
                    <a:pt x="17223" y="23517"/>
                  </a:lnTo>
                  <a:lnTo>
                    <a:pt x="17339" y="23825"/>
                  </a:lnTo>
                  <a:lnTo>
                    <a:pt x="17416" y="24173"/>
                  </a:lnTo>
                  <a:lnTo>
                    <a:pt x="17493" y="24482"/>
                  </a:lnTo>
                  <a:lnTo>
                    <a:pt x="17532" y="24791"/>
                  </a:lnTo>
                  <a:lnTo>
                    <a:pt x="17493" y="25100"/>
                  </a:lnTo>
                  <a:lnTo>
                    <a:pt x="17455" y="25409"/>
                  </a:lnTo>
                  <a:lnTo>
                    <a:pt x="17339" y="25602"/>
                  </a:lnTo>
                  <a:lnTo>
                    <a:pt x="17223" y="25756"/>
                  </a:lnTo>
                  <a:lnTo>
                    <a:pt x="17068" y="25833"/>
                  </a:lnTo>
                  <a:lnTo>
                    <a:pt x="16914" y="25872"/>
                  </a:lnTo>
                  <a:lnTo>
                    <a:pt x="16528" y="25872"/>
                  </a:lnTo>
                  <a:lnTo>
                    <a:pt x="16103" y="25756"/>
                  </a:lnTo>
                  <a:lnTo>
                    <a:pt x="15447" y="25563"/>
                  </a:lnTo>
                  <a:lnTo>
                    <a:pt x="15099" y="25409"/>
                  </a:lnTo>
                  <a:lnTo>
                    <a:pt x="14790" y="25254"/>
                  </a:lnTo>
                  <a:lnTo>
                    <a:pt x="14443" y="25061"/>
                  </a:lnTo>
                  <a:lnTo>
                    <a:pt x="14095" y="24829"/>
                  </a:lnTo>
                  <a:lnTo>
                    <a:pt x="13786" y="24559"/>
                  </a:lnTo>
                  <a:lnTo>
                    <a:pt x="13516" y="24250"/>
                  </a:lnTo>
                  <a:lnTo>
                    <a:pt x="13284" y="23903"/>
                  </a:lnTo>
                  <a:lnTo>
                    <a:pt x="13091" y="23555"/>
                  </a:lnTo>
                  <a:lnTo>
                    <a:pt x="12937" y="23208"/>
                  </a:lnTo>
                  <a:lnTo>
                    <a:pt x="12821" y="22783"/>
                  </a:lnTo>
                  <a:lnTo>
                    <a:pt x="12744" y="22706"/>
                  </a:lnTo>
                  <a:lnTo>
                    <a:pt x="12666" y="22667"/>
                  </a:lnTo>
                  <a:lnTo>
                    <a:pt x="12589" y="22706"/>
                  </a:lnTo>
                  <a:lnTo>
                    <a:pt x="12512" y="22744"/>
                  </a:lnTo>
                  <a:lnTo>
                    <a:pt x="12048" y="23439"/>
                  </a:lnTo>
                  <a:lnTo>
                    <a:pt x="11933" y="23053"/>
                  </a:lnTo>
                  <a:lnTo>
                    <a:pt x="11855" y="22628"/>
                  </a:lnTo>
                  <a:lnTo>
                    <a:pt x="11855" y="22242"/>
                  </a:lnTo>
                  <a:lnTo>
                    <a:pt x="11894" y="21817"/>
                  </a:lnTo>
                  <a:lnTo>
                    <a:pt x="12280" y="21740"/>
                  </a:lnTo>
                  <a:lnTo>
                    <a:pt x="12666" y="21586"/>
                  </a:lnTo>
                  <a:lnTo>
                    <a:pt x="12589" y="21817"/>
                  </a:lnTo>
                  <a:lnTo>
                    <a:pt x="12589" y="22049"/>
                  </a:lnTo>
                  <a:lnTo>
                    <a:pt x="12589" y="22126"/>
                  </a:lnTo>
                  <a:lnTo>
                    <a:pt x="12628" y="22165"/>
                  </a:lnTo>
                  <a:lnTo>
                    <a:pt x="12937" y="22165"/>
                  </a:lnTo>
                  <a:lnTo>
                    <a:pt x="13130" y="22319"/>
                  </a:lnTo>
                  <a:lnTo>
                    <a:pt x="13323" y="22551"/>
                  </a:lnTo>
                  <a:lnTo>
                    <a:pt x="13516" y="22821"/>
                  </a:lnTo>
                  <a:lnTo>
                    <a:pt x="13863" y="23439"/>
                  </a:lnTo>
                  <a:lnTo>
                    <a:pt x="14095" y="23825"/>
                  </a:lnTo>
                  <a:lnTo>
                    <a:pt x="14404" y="24173"/>
                  </a:lnTo>
                  <a:lnTo>
                    <a:pt x="14751" y="24482"/>
                  </a:lnTo>
                  <a:lnTo>
                    <a:pt x="15176" y="24752"/>
                  </a:lnTo>
                  <a:lnTo>
                    <a:pt x="15640" y="24907"/>
                  </a:lnTo>
                  <a:lnTo>
                    <a:pt x="15871" y="24945"/>
                  </a:lnTo>
                  <a:lnTo>
                    <a:pt x="16103" y="24984"/>
                  </a:lnTo>
                  <a:lnTo>
                    <a:pt x="16566" y="24984"/>
                  </a:lnTo>
                  <a:lnTo>
                    <a:pt x="16644" y="24945"/>
                  </a:lnTo>
                  <a:lnTo>
                    <a:pt x="16644" y="24907"/>
                  </a:lnTo>
                  <a:lnTo>
                    <a:pt x="16644" y="24829"/>
                  </a:lnTo>
                  <a:lnTo>
                    <a:pt x="16605" y="24791"/>
                  </a:lnTo>
                  <a:lnTo>
                    <a:pt x="16605" y="24752"/>
                  </a:lnTo>
                  <a:lnTo>
                    <a:pt x="16451" y="24250"/>
                  </a:lnTo>
                  <a:lnTo>
                    <a:pt x="16257" y="23748"/>
                  </a:lnTo>
                  <a:lnTo>
                    <a:pt x="16026" y="23285"/>
                  </a:lnTo>
                  <a:lnTo>
                    <a:pt x="15755" y="22821"/>
                  </a:lnTo>
                  <a:lnTo>
                    <a:pt x="15485" y="22397"/>
                  </a:lnTo>
                  <a:lnTo>
                    <a:pt x="15176" y="22011"/>
                  </a:lnTo>
                  <a:lnTo>
                    <a:pt x="14829" y="21586"/>
                  </a:lnTo>
                  <a:lnTo>
                    <a:pt x="14443" y="21238"/>
                  </a:lnTo>
                  <a:lnTo>
                    <a:pt x="14597" y="21161"/>
                  </a:lnTo>
                  <a:lnTo>
                    <a:pt x="14713" y="21045"/>
                  </a:lnTo>
                  <a:lnTo>
                    <a:pt x="14751" y="20968"/>
                  </a:lnTo>
                  <a:lnTo>
                    <a:pt x="14751" y="20929"/>
                  </a:lnTo>
                  <a:lnTo>
                    <a:pt x="14713" y="20852"/>
                  </a:lnTo>
                  <a:lnTo>
                    <a:pt x="14674" y="20814"/>
                  </a:lnTo>
                  <a:lnTo>
                    <a:pt x="14211" y="20505"/>
                  </a:lnTo>
                  <a:lnTo>
                    <a:pt x="14481" y="20157"/>
                  </a:lnTo>
                  <a:close/>
                  <a:moveTo>
                    <a:pt x="155" y="0"/>
                  </a:moveTo>
                  <a:lnTo>
                    <a:pt x="116" y="39"/>
                  </a:lnTo>
                  <a:lnTo>
                    <a:pt x="78" y="77"/>
                  </a:lnTo>
                  <a:lnTo>
                    <a:pt x="116" y="155"/>
                  </a:lnTo>
                  <a:lnTo>
                    <a:pt x="78" y="193"/>
                  </a:lnTo>
                  <a:lnTo>
                    <a:pt x="39" y="270"/>
                  </a:lnTo>
                  <a:lnTo>
                    <a:pt x="1" y="1583"/>
                  </a:lnTo>
                  <a:lnTo>
                    <a:pt x="39" y="2896"/>
                  </a:lnTo>
                  <a:lnTo>
                    <a:pt x="116" y="4171"/>
                  </a:lnTo>
                  <a:lnTo>
                    <a:pt x="310" y="5483"/>
                  </a:lnTo>
                  <a:lnTo>
                    <a:pt x="541" y="6758"/>
                  </a:lnTo>
                  <a:lnTo>
                    <a:pt x="850" y="8032"/>
                  </a:lnTo>
                  <a:lnTo>
                    <a:pt x="1198" y="9306"/>
                  </a:lnTo>
                  <a:lnTo>
                    <a:pt x="1622" y="10542"/>
                  </a:lnTo>
                  <a:lnTo>
                    <a:pt x="2124" y="11739"/>
                  </a:lnTo>
                  <a:lnTo>
                    <a:pt x="2665" y="12936"/>
                  </a:lnTo>
                  <a:lnTo>
                    <a:pt x="3283" y="14095"/>
                  </a:lnTo>
                  <a:lnTo>
                    <a:pt x="3978" y="15214"/>
                  </a:lnTo>
                  <a:lnTo>
                    <a:pt x="4519" y="16064"/>
                  </a:lnTo>
                  <a:lnTo>
                    <a:pt x="5098" y="16913"/>
                  </a:lnTo>
                  <a:lnTo>
                    <a:pt x="4827" y="17686"/>
                  </a:lnTo>
                  <a:lnTo>
                    <a:pt x="4596" y="18458"/>
                  </a:lnTo>
                  <a:lnTo>
                    <a:pt x="4441" y="19269"/>
                  </a:lnTo>
                  <a:lnTo>
                    <a:pt x="4325" y="20080"/>
                  </a:lnTo>
                  <a:lnTo>
                    <a:pt x="4325" y="20157"/>
                  </a:lnTo>
                  <a:lnTo>
                    <a:pt x="4364" y="20196"/>
                  </a:lnTo>
                  <a:lnTo>
                    <a:pt x="4480" y="20273"/>
                  </a:lnTo>
                  <a:lnTo>
                    <a:pt x="4596" y="20543"/>
                  </a:lnTo>
                  <a:lnTo>
                    <a:pt x="4712" y="20775"/>
                  </a:lnTo>
                  <a:lnTo>
                    <a:pt x="4905" y="21045"/>
                  </a:lnTo>
                  <a:lnTo>
                    <a:pt x="5059" y="21277"/>
                  </a:lnTo>
                  <a:lnTo>
                    <a:pt x="5484" y="21702"/>
                  </a:lnTo>
                  <a:lnTo>
                    <a:pt x="5831" y="22165"/>
                  </a:lnTo>
                  <a:lnTo>
                    <a:pt x="6333" y="22860"/>
                  </a:lnTo>
                  <a:lnTo>
                    <a:pt x="6835" y="23594"/>
                  </a:lnTo>
                  <a:lnTo>
                    <a:pt x="7260" y="24366"/>
                  </a:lnTo>
                  <a:lnTo>
                    <a:pt x="7646" y="25138"/>
                  </a:lnTo>
                  <a:lnTo>
                    <a:pt x="7724" y="25216"/>
                  </a:lnTo>
                  <a:lnTo>
                    <a:pt x="7878" y="25216"/>
                  </a:lnTo>
                  <a:lnTo>
                    <a:pt x="7917" y="25177"/>
                  </a:lnTo>
                  <a:lnTo>
                    <a:pt x="7994" y="25216"/>
                  </a:lnTo>
                  <a:lnTo>
                    <a:pt x="8110" y="25216"/>
                  </a:lnTo>
                  <a:lnTo>
                    <a:pt x="8187" y="25138"/>
                  </a:lnTo>
                  <a:lnTo>
                    <a:pt x="8534" y="24327"/>
                  </a:lnTo>
                  <a:lnTo>
                    <a:pt x="8921" y="23478"/>
                  </a:lnTo>
                  <a:lnTo>
                    <a:pt x="9577" y="21779"/>
                  </a:lnTo>
                  <a:lnTo>
                    <a:pt x="9577" y="21663"/>
                  </a:lnTo>
                  <a:lnTo>
                    <a:pt x="9538" y="21586"/>
                  </a:lnTo>
                  <a:lnTo>
                    <a:pt x="8766" y="20543"/>
                  </a:lnTo>
                  <a:lnTo>
                    <a:pt x="8071" y="19462"/>
                  </a:lnTo>
                  <a:lnTo>
                    <a:pt x="8612" y="19694"/>
                  </a:lnTo>
                  <a:lnTo>
                    <a:pt x="9152" y="19848"/>
                  </a:lnTo>
                  <a:lnTo>
                    <a:pt x="9732" y="19925"/>
                  </a:lnTo>
                  <a:lnTo>
                    <a:pt x="10311" y="19964"/>
                  </a:lnTo>
                  <a:lnTo>
                    <a:pt x="10311" y="20389"/>
                  </a:lnTo>
                  <a:lnTo>
                    <a:pt x="10349" y="20852"/>
                  </a:lnTo>
                  <a:lnTo>
                    <a:pt x="10465" y="21315"/>
                  </a:lnTo>
                  <a:lnTo>
                    <a:pt x="10542" y="21547"/>
                  </a:lnTo>
                  <a:lnTo>
                    <a:pt x="10697" y="21740"/>
                  </a:lnTo>
                  <a:lnTo>
                    <a:pt x="10736" y="21779"/>
                  </a:lnTo>
                  <a:lnTo>
                    <a:pt x="10813" y="21779"/>
                  </a:lnTo>
                  <a:lnTo>
                    <a:pt x="10851" y="21856"/>
                  </a:lnTo>
                  <a:lnTo>
                    <a:pt x="10929" y="21856"/>
                  </a:lnTo>
                  <a:lnTo>
                    <a:pt x="11315" y="21895"/>
                  </a:lnTo>
                  <a:lnTo>
                    <a:pt x="11662" y="21856"/>
                  </a:lnTo>
                  <a:lnTo>
                    <a:pt x="11624" y="22126"/>
                  </a:lnTo>
                  <a:lnTo>
                    <a:pt x="11585" y="22358"/>
                  </a:lnTo>
                  <a:lnTo>
                    <a:pt x="11546" y="22590"/>
                  </a:lnTo>
                  <a:lnTo>
                    <a:pt x="11585" y="22860"/>
                  </a:lnTo>
                  <a:lnTo>
                    <a:pt x="11624" y="23092"/>
                  </a:lnTo>
                  <a:lnTo>
                    <a:pt x="11662" y="23323"/>
                  </a:lnTo>
                  <a:lnTo>
                    <a:pt x="11778" y="23594"/>
                  </a:lnTo>
                  <a:lnTo>
                    <a:pt x="11894" y="23825"/>
                  </a:lnTo>
                  <a:lnTo>
                    <a:pt x="11933" y="23903"/>
                  </a:lnTo>
                  <a:lnTo>
                    <a:pt x="12010" y="23903"/>
                  </a:lnTo>
                  <a:lnTo>
                    <a:pt x="12087" y="23864"/>
                  </a:lnTo>
                  <a:lnTo>
                    <a:pt x="12164" y="23825"/>
                  </a:lnTo>
                  <a:lnTo>
                    <a:pt x="12589" y="23208"/>
                  </a:lnTo>
                  <a:lnTo>
                    <a:pt x="12744" y="23594"/>
                  </a:lnTo>
                  <a:lnTo>
                    <a:pt x="12937" y="23941"/>
                  </a:lnTo>
                  <a:lnTo>
                    <a:pt x="13168" y="24289"/>
                  </a:lnTo>
                  <a:lnTo>
                    <a:pt x="13439" y="24598"/>
                  </a:lnTo>
                  <a:lnTo>
                    <a:pt x="13709" y="24907"/>
                  </a:lnTo>
                  <a:lnTo>
                    <a:pt x="14018" y="25177"/>
                  </a:lnTo>
                  <a:lnTo>
                    <a:pt x="14365" y="25409"/>
                  </a:lnTo>
                  <a:lnTo>
                    <a:pt x="14713" y="25602"/>
                  </a:lnTo>
                  <a:lnTo>
                    <a:pt x="15331" y="25911"/>
                  </a:lnTo>
                  <a:lnTo>
                    <a:pt x="15717" y="26027"/>
                  </a:lnTo>
                  <a:lnTo>
                    <a:pt x="16142" y="26181"/>
                  </a:lnTo>
                  <a:lnTo>
                    <a:pt x="16566" y="26258"/>
                  </a:lnTo>
                  <a:lnTo>
                    <a:pt x="16953" y="26297"/>
                  </a:lnTo>
                  <a:lnTo>
                    <a:pt x="17146" y="26297"/>
                  </a:lnTo>
                  <a:lnTo>
                    <a:pt x="17300" y="26258"/>
                  </a:lnTo>
                  <a:lnTo>
                    <a:pt x="17416" y="26181"/>
                  </a:lnTo>
                  <a:lnTo>
                    <a:pt x="17570" y="26104"/>
                  </a:lnTo>
                  <a:lnTo>
                    <a:pt x="17648" y="25949"/>
                  </a:lnTo>
                  <a:lnTo>
                    <a:pt x="17725" y="25833"/>
                  </a:lnTo>
                  <a:lnTo>
                    <a:pt x="17841" y="25486"/>
                  </a:lnTo>
                  <a:lnTo>
                    <a:pt x="17879" y="25100"/>
                  </a:lnTo>
                  <a:lnTo>
                    <a:pt x="17841" y="24675"/>
                  </a:lnTo>
                  <a:lnTo>
                    <a:pt x="17802" y="24289"/>
                  </a:lnTo>
                  <a:lnTo>
                    <a:pt x="17686" y="23903"/>
                  </a:lnTo>
                  <a:lnTo>
                    <a:pt x="17493" y="23246"/>
                  </a:lnTo>
                  <a:lnTo>
                    <a:pt x="17223" y="22706"/>
                  </a:lnTo>
                  <a:lnTo>
                    <a:pt x="16914" y="22204"/>
                  </a:lnTo>
                  <a:lnTo>
                    <a:pt x="16528" y="21740"/>
                  </a:lnTo>
                  <a:lnTo>
                    <a:pt x="16103" y="21354"/>
                  </a:lnTo>
                  <a:lnTo>
                    <a:pt x="16296" y="21315"/>
                  </a:lnTo>
                  <a:lnTo>
                    <a:pt x="16489" y="21277"/>
                  </a:lnTo>
                  <a:lnTo>
                    <a:pt x="16682" y="21161"/>
                  </a:lnTo>
                  <a:lnTo>
                    <a:pt x="16875" y="21045"/>
                  </a:lnTo>
                  <a:lnTo>
                    <a:pt x="16914" y="21007"/>
                  </a:lnTo>
                  <a:lnTo>
                    <a:pt x="16953" y="20929"/>
                  </a:lnTo>
                  <a:lnTo>
                    <a:pt x="16914" y="20814"/>
                  </a:lnTo>
                  <a:lnTo>
                    <a:pt x="16875" y="20775"/>
                  </a:lnTo>
                  <a:lnTo>
                    <a:pt x="16335" y="20466"/>
                  </a:lnTo>
                  <a:lnTo>
                    <a:pt x="15833" y="20196"/>
                  </a:lnTo>
                  <a:lnTo>
                    <a:pt x="15292" y="20003"/>
                  </a:lnTo>
                  <a:lnTo>
                    <a:pt x="14713" y="19848"/>
                  </a:lnTo>
                  <a:lnTo>
                    <a:pt x="14983" y="19346"/>
                  </a:lnTo>
                  <a:lnTo>
                    <a:pt x="14983" y="19230"/>
                  </a:lnTo>
                  <a:lnTo>
                    <a:pt x="14983" y="19114"/>
                  </a:lnTo>
                  <a:lnTo>
                    <a:pt x="14983" y="19076"/>
                  </a:lnTo>
                  <a:lnTo>
                    <a:pt x="14945" y="19037"/>
                  </a:lnTo>
                  <a:lnTo>
                    <a:pt x="14172" y="18574"/>
                  </a:lnTo>
                  <a:lnTo>
                    <a:pt x="13825" y="18342"/>
                  </a:lnTo>
                  <a:lnTo>
                    <a:pt x="13477" y="18033"/>
                  </a:lnTo>
                  <a:lnTo>
                    <a:pt x="13554" y="17879"/>
                  </a:lnTo>
                  <a:lnTo>
                    <a:pt x="13670" y="17493"/>
                  </a:lnTo>
                  <a:lnTo>
                    <a:pt x="13747" y="17106"/>
                  </a:lnTo>
                  <a:lnTo>
                    <a:pt x="13786" y="16720"/>
                  </a:lnTo>
                  <a:lnTo>
                    <a:pt x="13825" y="16334"/>
                  </a:lnTo>
                  <a:lnTo>
                    <a:pt x="14249" y="17106"/>
                  </a:lnTo>
                  <a:lnTo>
                    <a:pt x="14674" y="17956"/>
                  </a:lnTo>
                  <a:lnTo>
                    <a:pt x="14751" y="18033"/>
                  </a:lnTo>
                  <a:lnTo>
                    <a:pt x="14867" y="18033"/>
                  </a:lnTo>
                  <a:lnTo>
                    <a:pt x="15640" y="18072"/>
                  </a:lnTo>
                  <a:lnTo>
                    <a:pt x="16412" y="18110"/>
                  </a:lnTo>
                  <a:lnTo>
                    <a:pt x="17184" y="18188"/>
                  </a:lnTo>
                  <a:lnTo>
                    <a:pt x="17957" y="18304"/>
                  </a:lnTo>
                  <a:lnTo>
                    <a:pt x="18111" y="18304"/>
                  </a:lnTo>
                  <a:lnTo>
                    <a:pt x="18188" y="18226"/>
                  </a:lnTo>
                  <a:lnTo>
                    <a:pt x="18227" y="18110"/>
                  </a:lnTo>
                  <a:lnTo>
                    <a:pt x="18188" y="17995"/>
                  </a:lnTo>
                  <a:lnTo>
                    <a:pt x="16798" y="15099"/>
                  </a:lnTo>
                  <a:lnTo>
                    <a:pt x="16064" y="13631"/>
                  </a:lnTo>
                  <a:lnTo>
                    <a:pt x="15678" y="12936"/>
                  </a:lnTo>
                  <a:lnTo>
                    <a:pt x="15253" y="12241"/>
                  </a:lnTo>
                  <a:lnTo>
                    <a:pt x="15176" y="12202"/>
                  </a:lnTo>
                  <a:lnTo>
                    <a:pt x="15099" y="12202"/>
                  </a:lnTo>
                  <a:lnTo>
                    <a:pt x="14713" y="12164"/>
                  </a:lnTo>
                  <a:lnTo>
                    <a:pt x="14288" y="12164"/>
                  </a:lnTo>
                  <a:lnTo>
                    <a:pt x="13516" y="12125"/>
                  </a:lnTo>
                  <a:lnTo>
                    <a:pt x="12164" y="12009"/>
                  </a:lnTo>
                  <a:lnTo>
                    <a:pt x="11662" y="11198"/>
                  </a:lnTo>
                  <a:lnTo>
                    <a:pt x="11122" y="10465"/>
                  </a:lnTo>
                  <a:lnTo>
                    <a:pt x="10542" y="9731"/>
                  </a:lnTo>
                  <a:lnTo>
                    <a:pt x="10002" y="8997"/>
                  </a:lnTo>
                  <a:lnTo>
                    <a:pt x="8959" y="7762"/>
                  </a:lnTo>
                  <a:lnTo>
                    <a:pt x="7839" y="6565"/>
                  </a:lnTo>
                  <a:lnTo>
                    <a:pt x="6720" y="5406"/>
                  </a:lnTo>
                  <a:lnTo>
                    <a:pt x="5561" y="4286"/>
                  </a:lnTo>
                  <a:lnTo>
                    <a:pt x="4325" y="3205"/>
                  </a:lnTo>
                  <a:lnTo>
                    <a:pt x="3128" y="2163"/>
                  </a:lnTo>
                  <a:lnTo>
                    <a:pt x="1854" y="1120"/>
                  </a:lnTo>
                  <a:lnTo>
                    <a:pt x="580" y="116"/>
                  </a:lnTo>
                  <a:lnTo>
                    <a:pt x="541" y="77"/>
                  </a:lnTo>
                  <a:lnTo>
                    <a:pt x="464" y="77"/>
                  </a:lnTo>
                  <a:lnTo>
                    <a:pt x="348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0" name="Google Shape;5110;p21"/>
            <p:cNvSpPr/>
            <p:nvPr/>
          </p:nvSpPr>
          <p:spPr>
            <a:xfrm>
              <a:off x="668675" y="2948700"/>
              <a:ext cx="256800" cy="152550"/>
            </a:xfrm>
            <a:custGeom>
              <a:avLst/>
              <a:gdLst/>
              <a:ahLst/>
              <a:cxnLst/>
              <a:rect l="l" t="t" r="r" b="b"/>
              <a:pathLst>
                <a:path w="10272" h="6102" extrusionOk="0">
                  <a:moveTo>
                    <a:pt x="541" y="1"/>
                  </a:moveTo>
                  <a:lnTo>
                    <a:pt x="425" y="39"/>
                  </a:lnTo>
                  <a:lnTo>
                    <a:pt x="348" y="116"/>
                  </a:lnTo>
                  <a:lnTo>
                    <a:pt x="232" y="194"/>
                  </a:lnTo>
                  <a:lnTo>
                    <a:pt x="155" y="348"/>
                  </a:lnTo>
                  <a:lnTo>
                    <a:pt x="77" y="503"/>
                  </a:lnTo>
                  <a:lnTo>
                    <a:pt x="0" y="889"/>
                  </a:lnTo>
                  <a:lnTo>
                    <a:pt x="0" y="1275"/>
                  </a:lnTo>
                  <a:lnTo>
                    <a:pt x="0" y="1622"/>
                  </a:lnTo>
                  <a:lnTo>
                    <a:pt x="0" y="2047"/>
                  </a:lnTo>
                  <a:lnTo>
                    <a:pt x="77" y="2511"/>
                  </a:lnTo>
                  <a:lnTo>
                    <a:pt x="155" y="2935"/>
                  </a:lnTo>
                  <a:lnTo>
                    <a:pt x="309" y="3321"/>
                  </a:lnTo>
                  <a:lnTo>
                    <a:pt x="502" y="3785"/>
                  </a:lnTo>
                  <a:lnTo>
                    <a:pt x="734" y="4171"/>
                  </a:lnTo>
                  <a:lnTo>
                    <a:pt x="1004" y="4557"/>
                  </a:lnTo>
                  <a:lnTo>
                    <a:pt x="1313" y="4905"/>
                  </a:lnTo>
                  <a:lnTo>
                    <a:pt x="1699" y="5214"/>
                  </a:lnTo>
                  <a:lnTo>
                    <a:pt x="2047" y="5523"/>
                  </a:lnTo>
                  <a:lnTo>
                    <a:pt x="2472" y="5754"/>
                  </a:lnTo>
                  <a:lnTo>
                    <a:pt x="2896" y="5947"/>
                  </a:lnTo>
                  <a:lnTo>
                    <a:pt x="3167" y="5716"/>
                  </a:lnTo>
                  <a:lnTo>
                    <a:pt x="2819" y="5561"/>
                  </a:lnTo>
                  <a:lnTo>
                    <a:pt x="2510" y="5368"/>
                  </a:lnTo>
                  <a:lnTo>
                    <a:pt x="2240" y="5136"/>
                  </a:lnTo>
                  <a:lnTo>
                    <a:pt x="1931" y="4905"/>
                  </a:lnTo>
                  <a:lnTo>
                    <a:pt x="1661" y="4634"/>
                  </a:lnTo>
                  <a:lnTo>
                    <a:pt x="1429" y="4364"/>
                  </a:lnTo>
                  <a:lnTo>
                    <a:pt x="1197" y="4094"/>
                  </a:lnTo>
                  <a:lnTo>
                    <a:pt x="1004" y="3785"/>
                  </a:lnTo>
                  <a:lnTo>
                    <a:pt x="811" y="3476"/>
                  </a:lnTo>
                  <a:lnTo>
                    <a:pt x="657" y="3128"/>
                  </a:lnTo>
                  <a:lnTo>
                    <a:pt x="541" y="2781"/>
                  </a:lnTo>
                  <a:lnTo>
                    <a:pt x="464" y="2433"/>
                  </a:lnTo>
                  <a:lnTo>
                    <a:pt x="425" y="2086"/>
                  </a:lnTo>
                  <a:lnTo>
                    <a:pt x="386" y="1700"/>
                  </a:lnTo>
                  <a:lnTo>
                    <a:pt x="425" y="1352"/>
                  </a:lnTo>
                  <a:lnTo>
                    <a:pt x="464" y="966"/>
                  </a:lnTo>
                  <a:lnTo>
                    <a:pt x="541" y="696"/>
                  </a:lnTo>
                  <a:lnTo>
                    <a:pt x="579" y="541"/>
                  </a:lnTo>
                  <a:lnTo>
                    <a:pt x="657" y="464"/>
                  </a:lnTo>
                  <a:lnTo>
                    <a:pt x="811" y="503"/>
                  </a:lnTo>
                  <a:lnTo>
                    <a:pt x="1043" y="618"/>
                  </a:lnTo>
                  <a:lnTo>
                    <a:pt x="1429" y="812"/>
                  </a:lnTo>
                  <a:lnTo>
                    <a:pt x="1738" y="1005"/>
                  </a:lnTo>
                  <a:lnTo>
                    <a:pt x="2085" y="1236"/>
                  </a:lnTo>
                  <a:lnTo>
                    <a:pt x="2394" y="1468"/>
                  </a:lnTo>
                  <a:lnTo>
                    <a:pt x="2665" y="1738"/>
                  </a:lnTo>
                  <a:lnTo>
                    <a:pt x="2935" y="2009"/>
                  </a:lnTo>
                  <a:lnTo>
                    <a:pt x="3167" y="2279"/>
                  </a:lnTo>
                  <a:lnTo>
                    <a:pt x="3360" y="2588"/>
                  </a:lnTo>
                  <a:lnTo>
                    <a:pt x="3514" y="2897"/>
                  </a:lnTo>
                  <a:lnTo>
                    <a:pt x="3630" y="3244"/>
                  </a:lnTo>
                  <a:lnTo>
                    <a:pt x="3707" y="3592"/>
                  </a:lnTo>
                  <a:lnTo>
                    <a:pt x="3784" y="3939"/>
                  </a:lnTo>
                  <a:lnTo>
                    <a:pt x="3784" y="4325"/>
                  </a:lnTo>
                  <a:lnTo>
                    <a:pt x="3823" y="4403"/>
                  </a:lnTo>
                  <a:lnTo>
                    <a:pt x="3939" y="4480"/>
                  </a:lnTo>
                  <a:lnTo>
                    <a:pt x="3939" y="4557"/>
                  </a:lnTo>
                  <a:lnTo>
                    <a:pt x="3978" y="4596"/>
                  </a:lnTo>
                  <a:lnTo>
                    <a:pt x="4016" y="4596"/>
                  </a:lnTo>
                  <a:lnTo>
                    <a:pt x="4055" y="4557"/>
                  </a:lnTo>
                  <a:lnTo>
                    <a:pt x="4171" y="4403"/>
                  </a:lnTo>
                  <a:lnTo>
                    <a:pt x="4286" y="4287"/>
                  </a:lnTo>
                  <a:lnTo>
                    <a:pt x="4595" y="4017"/>
                  </a:lnTo>
                  <a:lnTo>
                    <a:pt x="4943" y="3785"/>
                  </a:lnTo>
                  <a:lnTo>
                    <a:pt x="5329" y="3630"/>
                  </a:lnTo>
                  <a:lnTo>
                    <a:pt x="5754" y="3476"/>
                  </a:lnTo>
                  <a:lnTo>
                    <a:pt x="6179" y="3360"/>
                  </a:lnTo>
                  <a:lnTo>
                    <a:pt x="6565" y="3283"/>
                  </a:lnTo>
                  <a:lnTo>
                    <a:pt x="6912" y="3206"/>
                  </a:lnTo>
                  <a:lnTo>
                    <a:pt x="7260" y="3167"/>
                  </a:lnTo>
                  <a:lnTo>
                    <a:pt x="7646" y="3167"/>
                  </a:lnTo>
                  <a:lnTo>
                    <a:pt x="7994" y="3206"/>
                  </a:lnTo>
                  <a:lnTo>
                    <a:pt x="8380" y="3244"/>
                  </a:lnTo>
                  <a:lnTo>
                    <a:pt x="8727" y="3321"/>
                  </a:lnTo>
                  <a:lnTo>
                    <a:pt x="9075" y="3399"/>
                  </a:lnTo>
                  <a:lnTo>
                    <a:pt x="9422" y="3553"/>
                  </a:lnTo>
                  <a:lnTo>
                    <a:pt x="9770" y="3669"/>
                  </a:lnTo>
                  <a:lnTo>
                    <a:pt x="9499" y="4017"/>
                  </a:lnTo>
                  <a:lnTo>
                    <a:pt x="9229" y="4364"/>
                  </a:lnTo>
                  <a:lnTo>
                    <a:pt x="8920" y="4634"/>
                  </a:lnTo>
                  <a:lnTo>
                    <a:pt x="8611" y="4905"/>
                  </a:lnTo>
                  <a:lnTo>
                    <a:pt x="8264" y="5136"/>
                  </a:lnTo>
                  <a:lnTo>
                    <a:pt x="7916" y="5329"/>
                  </a:lnTo>
                  <a:lnTo>
                    <a:pt x="7530" y="5484"/>
                  </a:lnTo>
                  <a:lnTo>
                    <a:pt x="7105" y="5600"/>
                  </a:lnTo>
                  <a:lnTo>
                    <a:pt x="6719" y="5638"/>
                  </a:lnTo>
                  <a:lnTo>
                    <a:pt x="6333" y="5677"/>
                  </a:lnTo>
                  <a:lnTo>
                    <a:pt x="5599" y="5677"/>
                  </a:lnTo>
                  <a:lnTo>
                    <a:pt x="4866" y="5600"/>
                  </a:lnTo>
                  <a:lnTo>
                    <a:pt x="4093" y="5484"/>
                  </a:lnTo>
                  <a:lnTo>
                    <a:pt x="4016" y="5484"/>
                  </a:lnTo>
                  <a:lnTo>
                    <a:pt x="3978" y="5523"/>
                  </a:lnTo>
                  <a:lnTo>
                    <a:pt x="3900" y="5638"/>
                  </a:lnTo>
                  <a:lnTo>
                    <a:pt x="3862" y="5638"/>
                  </a:lnTo>
                  <a:lnTo>
                    <a:pt x="3862" y="5716"/>
                  </a:lnTo>
                  <a:lnTo>
                    <a:pt x="3900" y="6025"/>
                  </a:lnTo>
                  <a:lnTo>
                    <a:pt x="4093" y="5909"/>
                  </a:lnTo>
                  <a:lnTo>
                    <a:pt x="4943" y="6025"/>
                  </a:lnTo>
                  <a:lnTo>
                    <a:pt x="5792" y="6102"/>
                  </a:lnTo>
                  <a:lnTo>
                    <a:pt x="6217" y="6102"/>
                  </a:lnTo>
                  <a:lnTo>
                    <a:pt x="6642" y="6063"/>
                  </a:lnTo>
                  <a:lnTo>
                    <a:pt x="7105" y="6025"/>
                  </a:lnTo>
                  <a:lnTo>
                    <a:pt x="7530" y="5947"/>
                  </a:lnTo>
                  <a:lnTo>
                    <a:pt x="7955" y="5793"/>
                  </a:lnTo>
                  <a:lnTo>
                    <a:pt x="8341" y="5600"/>
                  </a:lnTo>
                  <a:lnTo>
                    <a:pt x="8727" y="5368"/>
                  </a:lnTo>
                  <a:lnTo>
                    <a:pt x="9075" y="5098"/>
                  </a:lnTo>
                  <a:lnTo>
                    <a:pt x="9384" y="4789"/>
                  </a:lnTo>
                  <a:lnTo>
                    <a:pt x="9654" y="4441"/>
                  </a:lnTo>
                  <a:lnTo>
                    <a:pt x="10233" y="3746"/>
                  </a:lnTo>
                  <a:lnTo>
                    <a:pt x="10272" y="3630"/>
                  </a:lnTo>
                  <a:lnTo>
                    <a:pt x="10272" y="3553"/>
                  </a:lnTo>
                  <a:lnTo>
                    <a:pt x="10233" y="3476"/>
                  </a:lnTo>
                  <a:lnTo>
                    <a:pt x="10156" y="3399"/>
                  </a:lnTo>
                  <a:lnTo>
                    <a:pt x="9693" y="3206"/>
                  </a:lnTo>
                  <a:lnTo>
                    <a:pt x="9229" y="3013"/>
                  </a:lnTo>
                  <a:lnTo>
                    <a:pt x="8766" y="2897"/>
                  </a:lnTo>
                  <a:lnTo>
                    <a:pt x="8264" y="2781"/>
                  </a:lnTo>
                  <a:lnTo>
                    <a:pt x="7800" y="2742"/>
                  </a:lnTo>
                  <a:lnTo>
                    <a:pt x="7298" y="2742"/>
                  </a:lnTo>
                  <a:lnTo>
                    <a:pt x="6796" y="2781"/>
                  </a:lnTo>
                  <a:lnTo>
                    <a:pt x="6294" y="2858"/>
                  </a:lnTo>
                  <a:lnTo>
                    <a:pt x="5870" y="3013"/>
                  </a:lnTo>
                  <a:lnTo>
                    <a:pt x="5290" y="3206"/>
                  </a:lnTo>
                  <a:lnTo>
                    <a:pt x="4982" y="3321"/>
                  </a:lnTo>
                  <a:lnTo>
                    <a:pt x="4673" y="3476"/>
                  </a:lnTo>
                  <a:lnTo>
                    <a:pt x="4402" y="3630"/>
                  </a:lnTo>
                  <a:lnTo>
                    <a:pt x="4209" y="3823"/>
                  </a:lnTo>
                  <a:lnTo>
                    <a:pt x="4132" y="3476"/>
                  </a:lnTo>
                  <a:lnTo>
                    <a:pt x="4055" y="3128"/>
                  </a:lnTo>
                  <a:lnTo>
                    <a:pt x="3939" y="2781"/>
                  </a:lnTo>
                  <a:lnTo>
                    <a:pt x="3784" y="2472"/>
                  </a:lnTo>
                  <a:lnTo>
                    <a:pt x="3591" y="2163"/>
                  </a:lnTo>
                  <a:lnTo>
                    <a:pt x="3360" y="1854"/>
                  </a:lnTo>
                  <a:lnTo>
                    <a:pt x="3128" y="1584"/>
                  </a:lnTo>
                  <a:lnTo>
                    <a:pt x="2858" y="1314"/>
                  </a:lnTo>
                  <a:lnTo>
                    <a:pt x="2472" y="966"/>
                  </a:lnTo>
                  <a:lnTo>
                    <a:pt x="2008" y="696"/>
                  </a:lnTo>
                  <a:lnTo>
                    <a:pt x="1545" y="425"/>
                  </a:lnTo>
                  <a:lnTo>
                    <a:pt x="1081" y="194"/>
                  </a:lnTo>
                  <a:lnTo>
                    <a:pt x="850" y="78"/>
                  </a:lnTo>
                  <a:lnTo>
                    <a:pt x="657" y="39"/>
                  </a:lnTo>
                  <a:lnTo>
                    <a:pt x="54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1" name="Google Shape;5111;p21"/>
            <p:cNvSpPr/>
            <p:nvPr/>
          </p:nvSpPr>
          <p:spPr>
            <a:xfrm>
              <a:off x="3343725" y="3024000"/>
              <a:ext cx="482700" cy="227850"/>
            </a:xfrm>
            <a:custGeom>
              <a:avLst/>
              <a:gdLst/>
              <a:ahLst/>
              <a:cxnLst/>
              <a:rect l="l" t="t" r="r" b="b"/>
              <a:pathLst>
                <a:path w="19308" h="9114" extrusionOk="0">
                  <a:moveTo>
                    <a:pt x="77" y="1"/>
                  </a:moveTo>
                  <a:lnTo>
                    <a:pt x="0" y="618"/>
                  </a:lnTo>
                  <a:lnTo>
                    <a:pt x="0" y="1236"/>
                  </a:lnTo>
                  <a:lnTo>
                    <a:pt x="39" y="1854"/>
                  </a:lnTo>
                  <a:lnTo>
                    <a:pt x="154" y="2472"/>
                  </a:lnTo>
                  <a:lnTo>
                    <a:pt x="309" y="3090"/>
                  </a:lnTo>
                  <a:lnTo>
                    <a:pt x="502" y="3669"/>
                  </a:lnTo>
                  <a:lnTo>
                    <a:pt x="772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69" y="5947"/>
                  </a:lnTo>
                  <a:lnTo>
                    <a:pt x="2433" y="6449"/>
                  </a:lnTo>
                  <a:lnTo>
                    <a:pt x="2935" y="6913"/>
                  </a:lnTo>
                  <a:lnTo>
                    <a:pt x="3514" y="7299"/>
                  </a:lnTo>
                  <a:lnTo>
                    <a:pt x="4093" y="7646"/>
                  </a:lnTo>
                  <a:lnTo>
                    <a:pt x="4672" y="7994"/>
                  </a:lnTo>
                  <a:lnTo>
                    <a:pt x="5329" y="8264"/>
                  </a:lnTo>
                  <a:lnTo>
                    <a:pt x="5947" y="8496"/>
                  </a:lnTo>
                  <a:lnTo>
                    <a:pt x="6642" y="8689"/>
                  </a:lnTo>
                  <a:lnTo>
                    <a:pt x="7298" y="8843"/>
                  </a:lnTo>
                  <a:lnTo>
                    <a:pt x="7993" y="8998"/>
                  </a:lnTo>
                  <a:lnTo>
                    <a:pt x="8688" y="9075"/>
                  </a:lnTo>
                  <a:lnTo>
                    <a:pt x="9383" y="9114"/>
                  </a:lnTo>
                  <a:lnTo>
                    <a:pt x="10079" y="9114"/>
                  </a:lnTo>
                  <a:lnTo>
                    <a:pt x="10735" y="9075"/>
                  </a:lnTo>
                  <a:lnTo>
                    <a:pt x="11391" y="9036"/>
                  </a:lnTo>
                  <a:lnTo>
                    <a:pt x="12048" y="8921"/>
                  </a:lnTo>
                  <a:lnTo>
                    <a:pt x="12704" y="8805"/>
                  </a:lnTo>
                  <a:lnTo>
                    <a:pt x="13361" y="8612"/>
                  </a:lnTo>
                  <a:lnTo>
                    <a:pt x="14017" y="8419"/>
                  </a:lnTo>
                  <a:lnTo>
                    <a:pt x="14635" y="8187"/>
                  </a:lnTo>
                  <a:lnTo>
                    <a:pt x="15253" y="7917"/>
                  </a:lnTo>
                  <a:lnTo>
                    <a:pt x="15871" y="7569"/>
                  </a:lnTo>
                  <a:lnTo>
                    <a:pt x="16411" y="7222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28" y="4905"/>
                  </a:lnTo>
                  <a:lnTo>
                    <a:pt x="19076" y="4325"/>
                  </a:lnTo>
                  <a:lnTo>
                    <a:pt x="19307" y="3708"/>
                  </a:lnTo>
                  <a:lnTo>
                    <a:pt x="19114" y="3669"/>
                  </a:lnTo>
                  <a:lnTo>
                    <a:pt x="18767" y="4171"/>
                  </a:lnTo>
                  <a:lnTo>
                    <a:pt x="18381" y="4673"/>
                  </a:lnTo>
                  <a:lnTo>
                    <a:pt x="17995" y="5136"/>
                  </a:lnTo>
                  <a:lnTo>
                    <a:pt x="17608" y="5561"/>
                  </a:lnTo>
                  <a:lnTo>
                    <a:pt x="17145" y="5986"/>
                  </a:lnTo>
                  <a:lnTo>
                    <a:pt x="16720" y="6372"/>
                  </a:lnTo>
                  <a:lnTo>
                    <a:pt x="16218" y="6720"/>
                  </a:lnTo>
                  <a:lnTo>
                    <a:pt x="15716" y="7028"/>
                  </a:lnTo>
                  <a:lnTo>
                    <a:pt x="15214" y="7337"/>
                  </a:lnTo>
                  <a:lnTo>
                    <a:pt x="14674" y="7608"/>
                  </a:lnTo>
                  <a:lnTo>
                    <a:pt x="14133" y="7839"/>
                  </a:lnTo>
                  <a:lnTo>
                    <a:pt x="13554" y="8032"/>
                  </a:lnTo>
                  <a:lnTo>
                    <a:pt x="12975" y="8225"/>
                  </a:lnTo>
                  <a:lnTo>
                    <a:pt x="12395" y="8380"/>
                  </a:lnTo>
                  <a:lnTo>
                    <a:pt x="11816" y="8496"/>
                  </a:lnTo>
                  <a:lnTo>
                    <a:pt x="11198" y="8573"/>
                  </a:lnTo>
                  <a:lnTo>
                    <a:pt x="10503" y="8612"/>
                  </a:lnTo>
                  <a:lnTo>
                    <a:pt x="9808" y="8650"/>
                  </a:lnTo>
                  <a:lnTo>
                    <a:pt x="9075" y="8612"/>
                  </a:lnTo>
                  <a:lnTo>
                    <a:pt x="8379" y="8573"/>
                  </a:lnTo>
                  <a:lnTo>
                    <a:pt x="7684" y="8457"/>
                  </a:lnTo>
                  <a:lnTo>
                    <a:pt x="6989" y="8303"/>
                  </a:lnTo>
                  <a:lnTo>
                    <a:pt x="6294" y="8110"/>
                  </a:lnTo>
                  <a:lnTo>
                    <a:pt x="5638" y="7878"/>
                  </a:lnTo>
                  <a:lnTo>
                    <a:pt x="4981" y="7608"/>
                  </a:lnTo>
                  <a:lnTo>
                    <a:pt x="4364" y="7299"/>
                  </a:lnTo>
                  <a:lnTo>
                    <a:pt x="3784" y="6951"/>
                  </a:lnTo>
                  <a:lnTo>
                    <a:pt x="3205" y="6526"/>
                  </a:lnTo>
                  <a:lnTo>
                    <a:pt x="2664" y="6063"/>
                  </a:lnTo>
                  <a:lnTo>
                    <a:pt x="2201" y="5561"/>
                  </a:lnTo>
                  <a:lnTo>
                    <a:pt x="1738" y="5020"/>
                  </a:lnTo>
                  <a:lnTo>
                    <a:pt x="1352" y="4403"/>
                  </a:lnTo>
                  <a:lnTo>
                    <a:pt x="1081" y="3901"/>
                  </a:lnTo>
                  <a:lnTo>
                    <a:pt x="850" y="3399"/>
                  </a:lnTo>
                  <a:lnTo>
                    <a:pt x="656" y="2858"/>
                  </a:lnTo>
                  <a:lnTo>
                    <a:pt x="502" y="2317"/>
                  </a:lnTo>
                  <a:lnTo>
                    <a:pt x="425" y="1777"/>
                  </a:lnTo>
                  <a:lnTo>
                    <a:pt x="348" y="1198"/>
                  </a:lnTo>
                  <a:lnTo>
                    <a:pt x="386" y="618"/>
                  </a:lnTo>
                  <a:lnTo>
                    <a:pt x="425" y="78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2" name="Google Shape;5112;p21"/>
            <p:cNvSpPr/>
            <p:nvPr/>
          </p:nvSpPr>
          <p:spPr>
            <a:xfrm>
              <a:off x="238125" y="3026900"/>
              <a:ext cx="84975" cy="55050"/>
            </a:xfrm>
            <a:custGeom>
              <a:avLst/>
              <a:gdLst/>
              <a:ahLst/>
              <a:cxnLst/>
              <a:rect l="l" t="t" r="r" b="b"/>
              <a:pathLst>
                <a:path w="3399" h="2202" extrusionOk="0">
                  <a:moveTo>
                    <a:pt x="1506" y="425"/>
                  </a:moveTo>
                  <a:lnTo>
                    <a:pt x="1738" y="502"/>
                  </a:lnTo>
                  <a:lnTo>
                    <a:pt x="1931" y="580"/>
                  </a:lnTo>
                  <a:lnTo>
                    <a:pt x="2124" y="657"/>
                  </a:lnTo>
                  <a:lnTo>
                    <a:pt x="2433" y="927"/>
                  </a:lnTo>
                  <a:lnTo>
                    <a:pt x="2742" y="1236"/>
                  </a:lnTo>
                  <a:lnTo>
                    <a:pt x="2973" y="1545"/>
                  </a:lnTo>
                  <a:lnTo>
                    <a:pt x="2549" y="1545"/>
                  </a:lnTo>
                  <a:lnTo>
                    <a:pt x="2085" y="1584"/>
                  </a:lnTo>
                  <a:lnTo>
                    <a:pt x="1699" y="1699"/>
                  </a:lnTo>
                  <a:lnTo>
                    <a:pt x="1467" y="1777"/>
                  </a:lnTo>
                  <a:lnTo>
                    <a:pt x="965" y="1777"/>
                  </a:lnTo>
                  <a:lnTo>
                    <a:pt x="772" y="1738"/>
                  </a:lnTo>
                  <a:lnTo>
                    <a:pt x="579" y="1622"/>
                  </a:lnTo>
                  <a:lnTo>
                    <a:pt x="502" y="1545"/>
                  </a:lnTo>
                  <a:lnTo>
                    <a:pt x="463" y="1429"/>
                  </a:lnTo>
                  <a:lnTo>
                    <a:pt x="386" y="1313"/>
                  </a:lnTo>
                  <a:lnTo>
                    <a:pt x="386" y="1159"/>
                  </a:lnTo>
                  <a:lnTo>
                    <a:pt x="386" y="1043"/>
                  </a:lnTo>
                  <a:lnTo>
                    <a:pt x="425" y="927"/>
                  </a:lnTo>
                  <a:lnTo>
                    <a:pt x="463" y="811"/>
                  </a:lnTo>
                  <a:lnTo>
                    <a:pt x="541" y="734"/>
                  </a:lnTo>
                  <a:lnTo>
                    <a:pt x="734" y="580"/>
                  </a:lnTo>
                  <a:lnTo>
                    <a:pt x="1004" y="502"/>
                  </a:lnTo>
                  <a:lnTo>
                    <a:pt x="1236" y="425"/>
                  </a:lnTo>
                  <a:close/>
                  <a:moveTo>
                    <a:pt x="1004" y="0"/>
                  </a:moveTo>
                  <a:lnTo>
                    <a:pt x="772" y="78"/>
                  </a:lnTo>
                  <a:lnTo>
                    <a:pt x="541" y="193"/>
                  </a:lnTo>
                  <a:lnTo>
                    <a:pt x="386" y="309"/>
                  </a:lnTo>
                  <a:lnTo>
                    <a:pt x="193" y="502"/>
                  </a:lnTo>
                  <a:lnTo>
                    <a:pt x="77" y="734"/>
                  </a:lnTo>
                  <a:lnTo>
                    <a:pt x="0" y="927"/>
                  </a:lnTo>
                  <a:lnTo>
                    <a:pt x="0" y="1159"/>
                  </a:lnTo>
                  <a:lnTo>
                    <a:pt x="0" y="1391"/>
                  </a:lnTo>
                  <a:lnTo>
                    <a:pt x="77" y="1584"/>
                  </a:lnTo>
                  <a:lnTo>
                    <a:pt x="154" y="1777"/>
                  </a:lnTo>
                  <a:lnTo>
                    <a:pt x="309" y="1931"/>
                  </a:lnTo>
                  <a:lnTo>
                    <a:pt x="463" y="2047"/>
                  </a:lnTo>
                  <a:lnTo>
                    <a:pt x="695" y="2163"/>
                  </a:lnTo>
                  <a:lnTo>
                    <a:pt x="1004" y="2201"/>
                  </a:lnTo>
                  <a:lnTo>
                    <a:pt x="1274" y="2201"/>
                  </a:lnTo>
                  <a:lnTo>
                    <a:pt x="1583" y="2163"/>
                  </a:lnTo>
                  <a:lnTo>
                    <a:pt x="1892" y="2086"/>
                  </a:lnTo>
                  <a:lnTo>
                    <a:pt x="2201" y="2008"/>
                  </a:lnTo>
                  <a:lnTo>
                    <a:pt x="2510" y="1931"/>
                  </a:lnTo>
                  <a:lnTo>
                    <a:pt x="2819" y="1931"/>
                  </a:lnTo>
                  <a:lnTo>
                    <a:pt x="3089" y="2008"/>
                  </a:lnTo>
                  <a:lnTo>
                    <a:pt x="3205" y="2008"/>
                  </a:lnTo>
                  <a:lnTo>
                    <a:pt x="3282" y="1970"/>
                  </a:lnTo>
                  <a:lnTo>
                    <a:pt x="3359" y="1893"/>
                  </a:lnTo>
                  <a:lnTo>
                    <a:pt x="3359" y="1815"/>
                  </a:lnTo>
                  <a:lnTo>
                    <a:pt x="3398" y="1777"/>
                  </a:lnTo>
                  <a:lnTo>
                    <a:pt x="3398" y="1699"/>
                  </a:lnTo>
                  <a:lnTo>
                    <a:pt x="3089" y="1159"/>
                  </a:lnTo>
                  <a:lnTo>
                    <a:pt x="2935" y="927"/>
                  </a:lnTo>
                  <a:lnTo>
                    <a:pt x="2742" y="695"/>
                  </a:lnTo>
                  <a:lnTo>
                    <a:pt x="2510" y="464"/>
                  </a:lnTo>
                  <a:lnTo>
                    <a:pt x="2278" y="309"/>
                  </a:lnTo>
                  <a:lnTo>
                    <a:pt x="2008" y="155"/>
                  </a:lnTo>
                  <a:lnTo>
                    <a:pt x="1738" y="39"/>
                  </a:lnTo>
                  <a:lnTo>
                    <a:pt x="150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3" name="Google Shape;5113;p21"/>
            <p:cNvSpPr/>
            <p:nvPr/>
          </p:nvSpPr>
          <p:spPr>
            <a:xfrm>
              <a:off x="3429625" y="3033650"/>
              <a:ext cx="35750" cy="29950"/>
            </a:xfrm>
            <a:custGeom>
              <a:avLst/>
              <a:gdLst/>
              <a:ahLst/>
              <a:cxnLst/>
              <a:rect l="l" t="t" r="r" b="b"/>
              <a:pathLst>
                <a:path w="1430" h="1198" extrusionOk="0">
                  <a:moveTo>
                    <a:pt x="657" y="1"/>
                  </a:moveTo>
                  <a:lnTo>
                    <a:pt x="464" y="39"/>
                  </a:lnTo>
                  <a:lnTo>
                    <a:pt x="310" y="117"/>
                  </a:lnTo>
                  <a:lnTo>
                    <a:pt x="194" y="232"/>
                  </a:lnTo>
                  <a:lnTo>
                    <a:pt x="78" y="387"/>
                  </a:lnTo>
                  <a:lnTo>
                    <a:pt x="1" y="580"/>
                  </a:lnTo>
                  <a:lnTo>
                    <a:pt x="1" y="773"/>
                  </a:lnTo>
                  <a:lnTo>
                    <a:pt x="39" y="927"/>
                  </a:lnTo>
                  <a:lnTo>
                    <a:pt x="117" y="1121"/>
                  </a:lnTo>
                  <a:lnTo>
                    <a:pt x="155" y="1159"/>
                  </a:lnTo>
                  <a:lnTo>
                    <a:pt x="232" y="1198"/>
                  </a:lnTo>
                  <a:lnTo>
                    <a:pt x="348" y="1159"/>
                  </a:lnTo>
                  <a:lnTo>
                    <a:pt x="387" y="1082"/>
                  </a:lnTo>
                  <a:lnTo>
                    <a:pt x="426" y="1005"/>
                  </a:lnTo>
                  <a:lnTo>
                    <a:pt x="387" y="966"/>
                  </a:lnTo>
                  <a:lnTo>
                    <a:pt x="348" y="850"/>
                  </a:lnTo>
                  <a:lnTo>
                    <a:pt x="348" y="773"/>
                  </a:lnTo>
                  <a:lnTo>
                    <a:pt x="387" y="580"/>
                  </a:lnTo>
                  <a:lnTo>
                    <a:pt x="503" y="464"/>
                  </a:lnTo>
                  <a:lnTo>
                    <a:pt x="580" y="425"/>
                  </a:lnTo>
                  <a:lnTo>
                    <a:pt x="696" y="387"/>
                  </a:lnTo>
                  <a:lnTo>
                    <a:pt x="773" y="425"/>
                  </a:lnTo>
                  <a:lnTo>
                    <a:pt x="850" y="464"/>
                  </a:lnTo>
                  <a:lnTo>
                    <a:pt x="966" y="580"/>
                  </a:lnTo>
                  <a:lnTo>
                    <a:pt x="1005" y="696"/>
                  </a:lnTo>
                  <a:lnTo>
                    <a:pt x="1005" y="773"/>
                  </a:lnTo>
                  <a:lnTo>
                    <a:pt x="966" y="966"/>
                  </a:lnTo>
                  <a:lnTo>
                    <a:pt x="928" y="1043"/>
                  </a:lnTo>
                  <a:lnTo>
                    <a:pt x="966" y="1082"/>
                  </a:lnTo>
                  <a:lnTo>
                    <a:pt x="1005" y="1121"/>
                  </a:lnTo>
                  <a:lnTo>
                    <a:pt x="1043" y="1159"/>
                  </a:lnTo>
                  <a:lnTo>
                    <a:pt x="1236" y="1159"/>
                  </a:lnTo>
                  <a:lnTo>
                    <a:pt x="1314" y="1082"/>
                  </a:lnTo>
                  <a:lnTo>
                    <a:pt x="1391" y="927"/>
                  </a:lnTo>
                  <a:lnTo>
                    <a:pt x="1430" y="734"/>
                  </a:lnTo>
                  <a:lnTo>
                    <a:pt x="1391" y="541"/>
                  </a:lnTo>
                  <a:lnTo>
                    <a:pt x="1314" y="387"/>
                  </a:lnTo>
                  <a:lnTo>
                    <a:pt x="1159" y="232"/>
                  </a:lnTo>
                  <a:lnTo>
                    <a:pt x="1005" y="117"/>
                  </a:lnTo>
                  <a:lnTo>
                    <a:pt x="850" y="39"/>
                  </a:lnTo>
                  <a:lnTo>
                    <a:pt x="65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4" name="Google Shape;5114;p21"/>
            <p:cNvSpPr/>
            <p:nvPr/>
          </p:nvSpPr>
          <p:spPr>
            <a:xfrm>
              <a:off x="3375575" y="3037525"/>
              <a:ext cx="34775" cy="29950"/>
            </a:xfrm>
            <a:custGeom>
              <a:avLst/>
              <a:gdLst/>
              <a:ahLst/>
              <a:cxnLst/>
              <a:rect l="l" t="t" r="r" b="b"/>
              <a:pathLst>
                <a:path w="1391" h="1198" extrusionOk="0">
                  <a:moveTo>
                    <a:pt x="657" y="0"/>
                  </a:moveTo>
                  <a:lnTo>
                    <a:pt x="425" y="39"/>
                  </a:lnTo>
                  <a:lnTo>
                    <a:pt x="271" y="116"/>
                  </a:lnTo>
                  <a:lnTo>
                    <a:pt x="116" y="270"/>
                  </a:lnTo>
                  <a:lnTo>
                    <a:pt x="39" y="425"/>
                  </a:lnTo>
                  <a:lnTo>
                    <a:pt x="0" y="618"/>
                  </a:lnTo>
                  <a:lnTo>
                    <a:pt x="39" y="811"/>
                  </a:lnTo>
                  <a:lnTo>
                    <a:pt x="116" y="1004"/>
                  </a:lnTo>
                  <a:lnTo>
                    <a:pt x="232" y="1120"/>
                  </a:lnTo>
                  <a:lnTo>
                    <a:pt x="425" y="1197"/>
                  </a:lnTo>
                  <a:lnTo>
                    <a:pt x="502" y="1197"/>
                  </a:lnTo>
                  <a:lnTo>
                    <a:pt x="541" y="1159"/>
                  </a:lnTo>
                  <a:lnTo>
                    <a:pt x="541" y="1081"/>
                  </a:lnTo>
                  <a:lnTo>
                    <a:pt x="502" y="1004"/>
                  </a:lnTo>
                  <a:lnTo>
                    <a:pt x="425" y="927"/>
                  </a:lnTo>
                  <a:lnTo>
                    <a:pt x="386" y="850"/>
                  </a:lnTo>
                  <a:lnTo>
                    <a:pt x="386" y="734"/>
                  </a:lnTo>
                  <a:lnTo>
                    <a:pt x="386" y="618"/>
                  </a:lnTo>
                  <a:lnTo>
                    <a:pt x="425" y="541"/>
                  </a:lnTo>
                  <a:lnTo>
                    <a:pt x="464" y="464"/>
                  </a:lnTo>
                  <a:lnTo>
                    <a:pt x="580" y="425"/>
                  </a:lnTo>
                  <a:lnTo>
                    <a:pt x="695" y="386"/>
                  </a:lnTo>
                  <a:lnTo>
                    <a:pt x="811" y="425"/>
                  </a:lnTo>
                  <a:lnTo>
                    <a:pt x="888" y="464"/>
                  </a:lnTo>
                  <a:lnTo>
                    <a:pt x="927" y="579"/>
                  </a:lnTo>
                  <a:lnTo>
                    <a:pt x="966" y="657"/>
                  </a:lnTo>
                  <a:lnTo>
                    <a:pt x="1043" y="888"/>
                  </a:lnTo>
                  <a:lnTo>
                    <a:pt x="1082" y="966"/>
                  </a:lnTo>
                  <a:lnTo>
                    <a:pt x="1120" y="1081"/>
                  </a:lnTo>
                  <a:lnTo>
                    <a:pt x="1159" y="1120"/>
                  </a:lnTo>
                  <a:lnTo>
                    <a:pt x="1236" y="1120"/>
                  </a:lnTo>
                  <a:lnTo>
                    <a:pt x="1313" y="1043"/>
                  </a:lnTo>
                  <a:lnTo>
                    <a:pt x="1352" y="966"/>
                  </a:lnTo>
                  <a:lnTo>
                    <a:pt x="1390" y="850"/>
                  </a:lnTo>
                  <a:lnTo>
                    <a:pt x="1352" y="618"/>
                  </a:lnTo>
                  <a:lnTo>
                    <a:pt x="1313" y="425"/>
                  </a:lnTo>
                  <a:lnTo>
                    <a:pt x="1197" y="232"/>
                  </a:lnTo>
                  <a:lnTo>
                    <a:pt x="1043" y="116"/>
                  </a:lnTo>
                  <a:lnTo>
                    <a:pt x="850" y="39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5" name="Google Shape;5115;p21"/>
            <p:cNvSpPr/>
            <p:nvPr/>
          </p:nvSpPr>
          <p:spPr>
            <a:xfrm>
              <a:off x="333675" y="3041375"/>
              <a:ext cx="49275" cy="56025"/>
            </a:xfrm>
            <a:custGeom>
              <a:avLst/>
              <a:gdLst/>
              <a:ahLst/>
              <a:cxnLst/>
              <a:rect l="l" t="t" r="r" b="b"/>
              <a:pathLst>
                <a:path w="1971" h="2241" extrusionOk="0">
                  <a:moveTo>
                    <a:pt x="1237" y="425"/>
                  </a:moveTo>
                  <a:lnTo>
                    <a:pt x="1391" y="464"/>
                  </a:lnTo>
                  <a:lnTo>
                    <a:pt x="1507" y="580"/>
                  </a:lnTo>
                  <a:lnTo>
                    <a:pt x="1545" y="657"/>
                  </a:lnTo>
                  <a:lnTo>
                    <a:pt x="1545" y="734"/>
                  </a:lnTo>
                  <a:lnTo>
                    <a:pt x="1507" y="812"/>
                  </a:lnTo>
                  <a:lnTo>
                    <a:pt x="1468" y="889"/>
                  </a:lnTo>
                  <a:lnTo>
                    <a:pt x="1275" y="1082"/>
                  </a:lnTo>
                  <a:lnTo>
                    <a:pt x="1005" y="1314"/>
                  </a:lnTo>
                  <a:lnTo>
                    <a:pt x="773" y="1507"/>
                  </a:lnTo>
                  <a:lnTo>
                    <a:pt x="657" y="1661"/>
                  </a:lnTo>
                  <a:lnTo>
                    <a:pt x="619" y="1777"/>
                  </a:lnTo>
                  <a:lnTo>
                    <a:pt x="503" y="1661"/>
                  </a:lnTo>
                  <a:lnTo>
                    <a:pt x="464" y="1545"/>
                  </a:lnTo>
                  <a:lnTo>
                    <a:pt x="387" y="1391"/>
                  </a:lnTo>
                  <a:lnTo>
                    <a:pt x="387" y="1236"/>
                  </a:lnTo>
                  <a:lnTo>
                    <a:pt x="387" y="1082"/>
                  </a:lnTo>
                  <a:lnTo>
                    <a:pt x="426" y="966"/>
                  </a:lnTo>
                  <a:lnTo>
                    <a:pt x="464" y="812"/>
                  </a:lnTo>
                  <a:lnTo>
                    <a:pt x="580" y="696"/>
                  </a:lnTo>
                  <a:lnTo>
                    <a:pt x="696" y="580"/>
                  </a:lnTo>
                  <a:lnTo>
                    <a:pt x="850" y="464"/>
                  </a:lnTo>
                  <a:lnTo>
                    <a:pt x="1043" y="425"/>
                  </a:lnTo>
                  <a:close/>
                  <a:moveTo>
                    <a:pt x="1121" y="1"/>
                  </a:moveTo>
                  <a:lnTo>
                    <a:pt x="928" y="39"/>
                  </a:lnTo>
                  <a:lnTo>
                    <a:pt x="735" y="116"/>
                  </a:lnTo>
                  <a:lnTo>
                    <a:pt x="541" y="232"/>
                  </a:lnTo>
                  <a:lnTo>
                    <a:pt x="348" y="348"/>
                  </a:lnTo>
                  <a:lnTo>
                    <a:pt x="233" y="503"/>
                  </a:lnTo>
                  <a:lnTo>
                    <a:pt x="117" y="696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68"/>
                  </a:lnTo>
                  <a:lnTo>
                    <a:pt x="117" y="1622"/>
                  </a:lnTo>
                  <a:lnTo>
                    <a:pt x="233" y="1816"/>
                  </a:lnTo>
                  <a:lnTo>
                    <a:pt x="348" y="1931"/>
                  </a:lnTo>
                  <a:lnTo>
                    <a:pt x="503" y="2086"/>
                  </a:lnTo>
                  <a:lnTo>
                    <a:pt x="657" y="2163"/>
                  </a:lnTo>
                  <a:lnTo>
                    <a:pt x="735" y="2240"/>
                  </a:lnTo>
                  <a:lnTo>
                    <a:pt x="850" y="2240"/>
                  </a:lnTo>
                  <a:lnTo>
                    <a:pt x="928" y="2202"/>
                  </a:lnTo>
                  <a:lnTo>
                    <a:pt x="966" y="2086"/>
                  </a:lnTo>
                  <a:lnTo>
                    <a:pt x="1005" y="1931"/>
                  </a:lnTo>
                  <a:lnTo>
                    <a:pt x="1082" y="1777"/>
                  </a:lnTo>
                  <a:lnTo>
                    <a:pt x="1198" y="1661"/>
                  </a:lnTo>
                  <a:lnTo>
                    <a:pt x="1314" y="1507"/>
                  </a:lnTo>
                  <a:lnTo>
                    <a:pt x="1623" y="1314"/>
                  </a:lnTo>
                  <a:lnTo>
                    <a:pt x="1739" y="1198"/>
                  </a:lnTo>
                  <a:lnTo>
                    <a:pt x="1854" y="1043"/>
                  </a:lnTo>
                  <a:lnTo>
                    <a:pt x="1932" y="889"/>
                  </a:lnTo>
                  <a:lnTo>
                    <a:pt x="1970" y="696"/>
                  </a:lnTo>
                  <a:lnTo>
                    <a:pt x="1932" y="541"/>
                  </a:lnTo>
                  <a:lnTo>
                    <a:pt x="1893" y="387"/>
                  </a:lnTo>
                  <a:lnTo>
                    <a:pt x="1777" y="271"/>
                  </a:lnTo>
                  <a:lnTo>
                    <a:pt x="1661" y="155"/>
                  </a:lnTo>
                  <a:lnTo>
                    <a:pt x="1507" y="78"/>
                  </a:lnTo>
                  <a:lnTo>
                    <a:pt x="1352" y="39"/>
                  </a:lnTo>
                  <a:lnTo>
                    <a:pt x="11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6" name="Google Shape;5116;p21"/>
            <p:cNvSpPr/>
            <p:nvPr/>
          </p:nvSpPr>
          <p:spPr>
            <a:xfrm>
              <a:off x="312450" y="3078050"/>
              <a:ext cx="440225" cy="234625"/>
            </a:xfrm>
            <a:custGeom>
              <a:avLst/>
              <a:gdLst/>
              <a:ahLst/>
              <a:cxnLst/>
              <a:rect l="l" t="t" r="r" b="b"/>
              <a:pathLst>
                <a:path w="17609" h="9385" extrusionOk="0">
                  <a:moveTo>
                    <a:pt x="6256" y="1"/>
                  </a:moveTo>
                  <a:lnTo>
                    <a:pt x="5638" y="40"/>
                  </a:lnTo>
                  <a:lnTo>
                    <a:pt x="5059" y="155"/>
                  </a:lnTo>
                  <a:lnTo>
                    <a:pt x="4480" y="271"/>
                  </a:lnTo>
                  <a:lnTo>
                    <a:pt x="3939" y="503"/>
                  </a:lnTo>
                  <a:lnTo>
                    <a:pt x="3398" y="735"/>
                  </a:lnTo>
                  <a:lnTo>
                    <a:pt x="2896" y="1044"/>
                  </a:lnTo>
                  <a:lnTo>
                    <a:pt x="2433" y="1391"/>
                  </a:lnTo>
                  <a:lnTo>
                    <a:pt x="1970" y="1777"/>
                  </a:lnTo>
                  <a:lnTo>
                    <a:pt x="1584" y="2202"/>
                  </a:lnTo>
                  <a:lnTo>
                    <a:pt x="1197" y="2665"/>
                  </a:lnTo>
                  <a:lnTo>
                    <a:pt x="888" y="3206"/>
                  </a:lnTo>
                  <a:lnTo>
                    <a:pt x="618" y="3747"/>
                  </a:lnTo>
                  <a:lnTo>
                    <a:pt x="386" y="4287"/>
                  </a:lnTo>
                  <a:lnTo>
                    <a:pt x="193" y="4905"/>
                  </a:lnTo>
                  <a:lnTo>
                    <a:pt x="78" y="5484"/>
                  </a:lnTo>
                  <a:lnTo>
                    <a:pt x="0" y="6102"/>
                  </a:lnTo>
                  <a:lnTo>
                    <a:pt x="0" y="6681"/>
                  </a:lnTo>
                  <a:lnTo>
                    <a:pt x="39" y="7261"/>
                  </a:lnTo>
                  <a:lnTo>
                    <a:pt x="155" y="7801"/>
                  </a:lnTo>
                  <a:lnTo>
                    <a:pt x="309" y="8342"/>
                  </a:lnTo>
                  <a:lnTo>
                    <a:pt x="502" y="8882"/>
                  </a:lnTo>
                  <a:lnTo>
                    <a:pt x="734" y="9384"/>
                  </a:lnTo>
                  <a:lnTo>
                    <a:pt x="1043" y="9230"/>
                  </a:lnTo>
                  <a:lnTo>
                    <a:pt x="888" y="8844"/>
                  </a:lnTo>
                  <a:lnTo>
                    <a:pt x="734" y="8458"/>
                  </a:lnTo>
                  <a:lnTo>
                    <a:pt x="541" y="7801"/>
                  </a:lnTo>
                  <a:lnTo>
                    <a:pt x="425" y="7183"/>
                  </a:lnTo>
                  <a:lnTo>
                    <a:pt x="425" y="6527"/>
                  </a:lnTo>
                  <a:lnTo>
                    <a:pt x="425" y="5870"/>
                  </a:lnTo>
                  <a:lnTo>
                    <a:pt x="541" y="5253"/>
                  </a:lnTo>
                  <a:lnTo>
                    <a:pt x="695" y="4596"/>
                  </a:lnTo>
                  <a:lnTo>
                    <a:pt x="927" y="3978"/>
                  </a:lnTo>
                  <a:lnTo>
                    <a:pt x="1236" y="3399"/>
                  </a:lnTo>
                  <a:lnTo>
                    <a:pt x="1584" y="2858"/>
                  </a:lnTo>
                  <a:lnTo>
                    <a:pt x="2008" y="2318"/>
                  </a:lnTo>
                  <a:lnTo>
                    <a:pt x="2472" y="1854"/>
                  </a:lnTo>
                  <a:lnTo>
                    <a:pt x="2974" y="1468"/>
                  </a:lnTo>
                  <a:lnTo>
                    <a:pt x="3553" y="1121"/>
                  </a:lnTo>
                  <a:lnTo>
                    <a:pt x="4132" y="851"/>
                  </a:lnTo>
                  <a:lnTo>
                    <a:pt x="4750" y="657"/>
                  </a:lnTo>
                  <a:lnTo>
                    <a:pt x="5406" y="503"/>
                  </a:lnTo>
                  <a:lnTo>
                    <a:pt x="5793" y="464"/>
                  </a:lnTo>
                  <a:lnTo>
                    <a:pt x="6912" y="464"/>
                  </a:lnTo>
                  <a:lnTo>
                    <a:pt x="7607" y="580"/>
                  </a:lnTo>
                  <a:lnTo>
                    <a:pt x="8264" y="773"/>
                  </a:lnTo>
                  <a:lnTo>
                    <a:pt x="8920" y="1044"/>
                  </a:lnTo>
                  <a:lnTo>
                    <a:pt x="9538" y="1352"/>
                  </a:lnTo>
                  <a:lnTo>
                    <a:pt x="10195" y="1739"/>
                  </a:lnTo>
                  <a:lnTo>
                    <a:pt x="10813" y="2125"/>
                  </a:lnTo>
                  <a:lnTo>
                    <a:pt x="11315" y="2472"/>
                  </a:lnTo>
                  <a:lnTo>
                    <a:pt x="11894" y="2781"/>
                  </a:lnTo>
                  <a:lnTo>
                    <a:pt x="12434" y="3090"/>
                  </a:lnTo>
                  <a:lnTo>
                    <a:pt x="13052" y="3360"/>
                  </a:lnTo>
                  <a:lnTo>
                    <a:pt x="13631" y="3554"/>
                  </a:lnTo>
                  <a:lnTo>
                    <a:pt x="14249" y="3708"/>
                  </a:lnTo>
                  <a:lnTo>
                    <a:pt x="14867" y="3708"/>
                  </a:lnTo>
                  <a:lnTo>
                    <a:pt x="15215" y="3669"/>
                  </a:lnTo>
                  <a:lnTo>
                    <a:pt x="15524" y="3631"/>
                  </a:lnTo>
                  <a:lnTo>
                    <a:pt x="15987" y="3476"/>
                  </a:lnTo>
                  <a:lnTo>
                    <a:pt x="16412" y="3245"/>
                  </a:lnTo>
                  <a:lnTo>
                    <a:pt x="16798" y="2936"/>
                  </a:lnTo>
                  <a:lnTo>
                    <a:pt x="17107" y="2588"/>
                  </a:lnTo>
                  <a:lnTo>
                    <a:pt x="17377" y="2202"/>
                  </a:lnTo>
                  <a:lnTo>
                    <a:pt x="17454" y="1970"/>
                  </a:lnTo>
                  <a:lnTo>
                    <a:pt x="17531" y="1739"/>
                  </a:lnTo>
                  <a:lnTo>
                    <a:pt x="17609" y="1507"/>
                  </a:lnTo>
                  <a:lnTo>
                    <a:pt x="17609" y="1275"/>
                  </a:lnTo>
                  <a:lnTo>
                    <a:pt x="17609" y="1044"/>
                  </a:lnTo>
                  <a:lnTo>
                    <a:pt x="17570" y="773"/>
                  </a:lnTo>
                  <a:lnTo>
                    <a:pt x="17531" y="696"/>
                  </a:lnTo>
                  <a:lnTo>
                    <a:pt x="17493" y="657"/>
                  </a:lnTo>
                  <a:lnTo>
                    <a:pt x="17454" y="580"/>
                  </a:lnTo>
                  <a:lnTo>
                    <a:pt x="17416" y="542"/>
                  </a:lnTo>
                  <a:lnTo>
                    <a:pt x="17145" y="773"/>
                  </a:lnTo>
                  <a:lnTo>
                    <a:pt x="17145" y="851"/>
                  </a:lnTo>
                  <a:lnTo>
                    <a:pt x="17184" y="1198"/>
                  </a:lnTo>
                  <a:lnTo>
                    <a:pt x="17145" y="1584"/>
                  </a:lnTo>
                  <a:lnTo>
                    <a:pt x="17030" y="1893"/>
                  </a:lnTo>
                  <a:lnTo>
                    <a:pt x="16836" y="2241"/>
                  </a:lnTo>
                  <a:lnTo>
                    <a:pt x="16605" y="2511"/>
                  </a:lnTo>
                  <a:lnTo>
                    <a:pt x="16334" y="2743"/>
                  </a:lnTo>
                  <a:lnTo>
                    <a:pt x="16026" y="2936"/>
                  </a:lnTo>
                  <a:lnTo>
                    <a:pt x="15678" y="3090"/>
                  </a:lnTo>
                  <a:lnTo>
                    <a:pt x="15292" y="3206"/>
                  </a:lnTo>
                  <a:lnTo>
                    <a:pt x="14906" y="3245"/>
                  </a:lnTo>
                  <a:lnTo>
                    <a:pt x="14520" y="3245"/>
                  </a:lnTo>
                  <a:lnTo>
                    <a:pt x="14133" y="3206"/>
                  </a:lnTo>
                  <a:lnTo>
                    <a:pt x="13747" y="3129"/>
                  </a:lnTo>
                  <a:lnTo>
                    <a:pt x="13361" y="3013"/>
                  </a:lnTo>
                  <a:lnTo>
                    <a:pt x="12975" y="2858"/>
                  </a:lnTo>
                  <a:lnTo>
                    <a:pt x="12627" y="2704"/>
                  </a:lnTo>
                  <a:lnTo>
                    <a:pt x="12010" y="2356"/>
                  </a:lnTo>
                  <a:lnTo>
                    <a:pt x="11353" y="1970"/>
                  </a:lnTo>
                  <a:lnTo>
                    <a:pt x="10156" y="1198"/>
                  </a:lnTo>
                  <a:lnTo>
                    <a:pt x="9538" y="851"/>
                  </a:lnTo>
                  <a:lnTo>
                    <a:pt x="8882" y="542"/>
                  </a:lnTo>
                  <a:lnTo>
                    <a:pt x="8225" y="271"/>
                  </a:lnTo>
                  <a:lnTo>
                    <a:pt x="7878" y="155"/>
                  </a:lnTo>
                  <a:lnTo>
                    <a:pt x="7492" y="78"/>
                  </a:lnTo>
                  <a:lnTo>
                    <a:pt x="687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7" name="Google Shape;5117;p21"/>
            <p:cNvSpPr/>
            <p:nvPr/>
          </p:nvSpPr>
          <p:spPr>
            <a:xfrm>
              <a:off x="330800" y="3096400"/>
              <a:ext cx="446975" cy="310875"/>
            </a:xfrm>
            <a:custGeom>
              <a:avLst/>
              <a:gdLst/>
              <a:ahLst/>
              <a:cxnLst/>
              <a:rect l="l" t="t" r="r" b="b"/>
              <a:pathLst>
                <a:path w="17879" h="12435" extrusionOk="0">
                  <a:moveTo>
                    <a:pt x="17608" y="1"/>
                  </a:moveTo>
                  <a:lnTo>
                    <a:pt x="17415" y="117"/>
                  </a:lnTo>
                  <a:lnTo>
                    <a:pt x="17454" y="734"/>
                  </a:lnTo>
                  <a:lnTo>
                    <a:pt x="17454" y="1352"/>
                  </a:lnTo>
                  <a:lnTo>
                    <a:pt x="17415" y="1931"/>
                  </a:lnTo>
                  <a:lnTo>
                    <a:pt x="17338" y="2549"/>
                  </a:lnTo>
                  <a:lnTo>
                    <a:pt x="17261" y="3128"/>
                  </a:lnTo>
                  <a:lnTo>
                    <a:pt x="17106" y="3708"/>
                  </a:lnTo>
                  <a:lnTo>
                    <a:pt x="16952" y="4287"/>
                  </a:lnTo>
                  <a:lnTo>
                    <a:pt x="16720" y="4828"/>
                  </a:lnTo>
                  <a:lnTo>
                    <a:pt x="16489" y="5368"/>
                  </a:lnTo>
                  <a:lnTo>
                    <a:pt x="16257" y="5909"/>
                  </a:lnTo>
                  <a:lnTo>
                    <a:pt x="15948" y="6449"/>
                  </a:lnTo>
                  <a:lnTo>
                    <a:pt x="15600" y="6951"/>
                  </a:lnTo>
                  <a:lnTo>
                    <a:pt x="15253" y="7415"/>
                  </a:lnTo>
                  <a:lnTo>
                    <a:pt x="14867" y="7917"/>
                  </a:lnTo>
                  <a:lnTo>
                    <a:pt x="14481" y="8341"/>
                  </a:lnTo>
                  <a:lnTo>
                    <a:pt x="14017" y="8805"/>
                  </a:lnTo>
                  <a:lnTo>
                    <a:pt x="13515" y="9268"/>
                  </a:lnTo>
                  <a:lnTo>
                    <a:pt x="12975" y="9693"/>
                  </a:lnTo>
                  <a:lnTo>
                    <a:pt x="12395" y="10118"/>
                  </a:lnTo>
                  <a:lnTo>
                    <a:pt x="11778" y="10465"/>
                  </a:lnTo>
                  <a:lnTo>
                    <a:pt x="11160" y="10813"/>
                  </a:lnTo>
                  <a:lnTo>
                    <a:pt x="10503" y="11122"/>
                  </a:lnTo>
                  <a:lnTo>
                    <a:pt x="9847" y="11392"/>
                  </a:lnTo>
                  <a:lnTo>
                    <a:pt x="9190" y="11585"/>
                  </a:lnTo>
                  <a:lnTo>
                    <a:pt x="8495" y="11778"/>
                  </a:lnTo>
                  <a:lnTo>
                    <a:pt x="7839" y="11894"/>
                  </a:lnTo>
                  <a:lnTo>
                    <a:pt x="7144" y="11971"/>
                  </a:lnTo>
                  <a:lnTo>
                    <a:pt x="6449" y="11971"/>
                  </a:lnTo>
                  <a:lnTo>
                    <a:pt x="5754" y="11933"/>
                  </a:lnTo>
                  <a:lnTo>
                    <a:pt x="5059" y="11817"/>
                  </a:lnTo>
                  <a:lnTo>
                    <a:pt x="4364" y="11624"/>
                  </a:lnTo>
                  <a:lnTo>
                    <a:pt x="3668" y="11392"/>
                  </a:lnTo>
                  <a:lnTo>
                    <a:pt x="3166" y="11160"/>
                  </a:lnTo>
                  <a:lnTo>
                    <a:pt x="2664" y="10890"/>
                  </a:lnTo>
                  <a:lnTo>
                    <a:pt x="2201" y="10581"/>
                  </a:lnTo>
                  <a:lnTo>
                    <a:pt x="1738" y="10234"/>
                  </a:lnTo>
                  <a:lnTo>
                    <a:pt x="1352" y="9847"/>
                  </a:lnTo>
                  <a:lnTo>
                    <a:pt x="965" y="9423"/>
                  </a:lnTo>
                  <a:lnTo>
                    <a:pt x="618" y="8959"/>
                  </a:lnTo>
                  <a:lnTo>
                    <a:pt x="309" y="8496"/>
                  </a:lnTo>
                  <a:lnTo>
                    <a:pt x="0" y="8650"/>
                  </a:lnTo>
                  <a:lnTo>
                    <a:pt x="309" y="9191"/>
                  </a:lnTo>
                  <a:lnTo>
                    <a:pt x="695" y="9693"/>
                  </a:lnTo>
                  <a:lnTo>
                    <a:pt x="1081" y="10156"/>
                  </a:lnTo>
                  <a:lnTo>
                    <a:pt x="1545" y="10581"/>
                  </a:lnTo>
                  <a:lnTo>
                    <a:pt x="2047" y="10967"/>
                  </a:lnTo>
                  <a:lnTo>
                    <a:pt x="2549" y="11315"/>
                  </a:lnTo>
                  <a:lnTo>
                    <a:pt x="3128" y="11624"/>
                  </a:lnTo>
                  <a:lnTo>
                    <a:pt x="3746" y="11894"/>
                  </a:lnTo>
                  <a:lnTo>
                    <a:pt x="4402" y="12126"/>
                  </a:lnTo>
                  <a:lnTo>
                    <a:pt x="5097" y="12280"/>
                  </a:lnTo>
                  <a:lnTo>
                    <a:pt x="5754" y="12357"/>
                  </a:lnTo>
                  <a:lnTo>
                    <a:pt x="6449" y="12435"/>
                  </a:lnTo>
                  <a:lnTo>
                    <a:pt x="7144" y="12396"/>
                  </a:lnTo>
                  <a:lnTo>
                    <a:pt x="7800" y="12357"/>
                  </a:lnTo>
                  <a:lnTo>
                    <a:pt x="8495" y="12242"/>
                  </a:lnTo>
                  <a:lnTo>
                    <a:pt x="9152" y="12087"/>
                  </a:lnTo>
                  <a:lnTo>
                    <a:pt x="9808" y="11894"/>
                  </a:lnTo>
                  <a:lnTo>
                    <a:pt x="10465" y="11662"/>
                  </a:lnTo>
                  <a:lnTo>
                    <a:pt x="11121" y="11353"/>
                  </a:lnTo>
                  <a:lnTo>
                    <a:pt x="11739" y="11044"/>
                  </a:lnTo>
                  <a:lnTo>
                    <a:pt x="12318" y="10697"/>
                  </a:lnTo>
                  <a:lnTo>
                    <a:pt x="12897" y="10311"/>
                  </a:lnTo>
                  <a:lnTo>
                    <a:pt x="13477" y="9925"/>
                  </a:lnTo>
                  <a:lnTo>
                    <a:pt x="13979" y="9461"/>
                  </a:lnTo>
                  <a:lnTo>
                    <a:pt x="14481" y="9037"/>
                  </a:lnTo>
                  <a:lnTo>
                    <a:pt x="14944" y="8573"/>
                  </a:lnTo>
                  <a:lnTo>
                    <a:pt x="15369" y="8071"/>
                  </a:lnTo>
                  <a:lnTo>
                    <a:pt x="15794" y="7531"/>
                  </a:lnTo>
                  <a:lnTo>
                    <a:pt x="16180" y="6990"/>
                  </a:lnTo>
                  <a:lnTo>
                    <a:pt x="16566" y="6411"/>
                  </a:lnTo>
                  <a:lnTo>
                    <a:pt x="16875" y="5793"/>
                  </a:lnTo>
                  <a:lnTo>
                    <a:pt x="17184" y="5214"/>
                  </a:lnTo>
                  <a:lnTo>
                    <a:pt x="17415" y="4557"/>
                  </a:lnTo>
                  <a:lnTo>
                    <a:pt x="17608" y="3939"/>
                  </a:lnTo>
                  <a:lnTo>
                    <a:pt x="17763" y="3283"/>
                  </a:lnTo>
                  <a:lnTo>
                    <a:pt x="17840" y="2626"/>
                  </a:lnTo>
                  <a:lnTo>
                    <a:pt x="17879" y="1970"/>
                  </a:lnTo>
                  <a:lnTo>
                    <a:pt x="17840" y="1314"/>
                  </a:lnTo>
                  <a:lnTo>
                    <a:pt x="17763" y="657"/>
                  </a:lnTo>
                  <a:lnTo>
                    <a:pt x="1760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8" name="Google Shape;5118;p21"/>
            <p:cNvSpPr/>
            <p:nvPr/>
          </p:nvSpPr>
          <p:spPr>
            <a:xfrm>
              <a:off x="4441350" y="3154325"/>
              <a:ext cx="84975" cy="94625"/>
            </a:xfrm>
            <a:custGeom>
              <a:avLst/>
              <a:gdLst/>
              <a:ahLst/>
              <a:cxnLst/>
              <a:rect l="l" t="t" r="r" b="b"/>
              <a:pathLst>
                <a:path w="3399" h="3785" extrusionOk="0">
                  <a:moveTo>
                    <a:pt x="77" y="1"/>
                  </a:moveTo>
                  <a:lnTo>
                    <a:pt x="0" y="78"/>
                  </a:lnTo>
                  <a:lnTo>
                    <a:pt x="0" y="116"/>
                  </a:lnTo>
                  <a:lnTo>
                    <a:pt x="348" y="889"/>
                  </a:lnTo>
                  <a:lnTo>
                    <a:pt x="811" y="1661"/>
                  </a:lnTo>
                  <a:lnTo>
                    <a:pt x="1274" y="2395"/>
                  </a:lnTo>
                  <a:lnTo>
                    <a:pt x="1738" y="3090"/>
                  </a:lnTo>
                  <a:lnTo>
                    <a:pt x="2008" y="3437"/>
                  </a:lnTo>
                  <a:lnTo>
                    <a:pt x="2201" y="3553"/>
                  </a:lnTo>
                  <a:lnTo>
                    <a:pt x="2394" y="3669"/>
                  </a:lnTo>
                  <a:lnTo>
                    <a:pt x="2587" y="3746"/>
                  </a:lnTo>
                  <a:lnTo>
                    <a:pt x="2780" y="3785"/>
                  </a:lnTo>
                  <a:lnTo>
                    <a:pt x="3012" y="3708"/>
                  </a:lnTo>
                  <a:lnTo>
                    <a:pt x="3205" y="3592"/>
                  </a:lnTo>
                  <a:lnTo>
                    <a:pt x="3321" y="3437"/>
                  </a:lnTo>
                  <a:lnTo>
                    <a:pt x="3398" y="3244"/>
                  </a:lnTo>
                  <a:lnTo>
                    <a:pt x="3398" y="3090"/>
                  </a:lnTo>
                  <a:lnTo>
                    <a:pt x="3398" y="2897"/>
                  </a:lnTo>
                  <a:lnTo>
                    <a:pt x="3360" y="2704"/>
                  </a:lnTo>
                  <a:lnTo>
                    <a:pt x="3282" y="2511"/>
                  </a:lnTo>
                  <a:lnTo>
                    <a:pt x="3128" y="2163"/>
                  </a:lnTo>
                  <a:lnTo>
                    <a:pt x="2935" y="2240"/>
                  </a:lnTo>
                  <a:lnTo>
                    <a:pt x="3051" y="2588"/>
                  </a:lnTo>
                  <a:lnTo>
                    <a:pt x="3089" y="2742"/>
                  </a:lnTo>
                  <a:lnTo>
                    <a:pt x="3128" y="2858"/>
                  </a:lnTo>
                  <a:lnTo>
                    <a:pt x="2896" y="3012"/>
                  </a:lnTo>
                  <a:lnTo>
                    <a:pt x="2665" y="3128"/>
                  </a:lnTo>
                  <a:lnTo>
                    <a:pt x="2510" y="3206"/>
                  </a:lnTo>
                  <a:lnTo>
                    <a:pt x="2317" y="3206"/>
                  </a:lnTo>
                  <a:lnTo>
                    <a:pt x="2201" y="3167"/>
                  </a:lnTo>
                  <a:lnTo>
                    <a:pt x="2047" y="3090"/>
                  </a:lnTo>
                  <a:lnTo>
                    <a:pt x="1931" y="2935"/>
                  </a:lnTo>
                  <a:lnTo>
                    <a:pt x="1854" y="2742"/>
                  </a:lnTo>
                  <a:lnTo>
                    <a:pt x="1699" y="2511"/>
                  </a:lnTo>
                  <a:lnTo>
                    <a:pt x="1081" y="1507"/>
                  </a:lnTo>
                  <a:lnTo>
                    <a:pt x="618" y="773"/>
                  </a:lnTo>
                  <a:lnTo>
                    <a:pt x="386" y="387"/>
                  </a:lnTo>
                  <a:lnTo>
                    <a:pt x="116" y="39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9" name="Google Shape;5119;p21"/>
            <p:cNvSpPr/>
            <p:nvPr/>
          </p:nvSpPr>
          <p:spPr>
            <a:xfrm>
              <a:off x="7199400" y="3174600"/>
              <a:ext cx="61825" cy="89800"/>
            </a:xfrm>
            <a:custGeom>
              <a:avLst/>
              <a:gdLst/>
              <a:ahLst/>
              <a:cxnLst/>
              <a:rect l="l" t="t" r="r" b="b"/>
              <a:pathLst>
                <a:path w="2473" h="3592" extrusionOk="0">
                  <a:moveTo>
                    <a:pt x="1082" y="0"/>
                  </a:moveTo>
                  <a:lnTo>
                    <a:pt x="1005" y="39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2"/>
                  </a:lnTo>
                  <a:lnTo>
                    <a:pt x="850" y="232"/>
                  </a:lnTo>
                  <a:lnTo>
                    <a:pt x="773" y="271"/>
                  </a:lnTo>
                  <a:lnTo>
                    <a:pt x="734" y="348"/>
                  </a:lnTo>
                  <a:lnTo>
                    <a:pt x="696" y="425"/>
                  </a:lnTo>
                  <a:lnTo>
                    <a:pt x="696" y="502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1"/>
                  </a:lnTo>
                  <a:lnTo>
                    <a:pt x="1275" y="927"/>
                  </a:lnTo>
                  <a:lnTo>
                    <a:pt x="1468" y="1082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1"/>
                  </a:lnTo>
                  <a:lnTo>
                    <a:pt x="1932" y="2163"/>
                  </a:lnTo>
                  <a:lnTo>
                    <a:pt x="1932" y="2433"/>
                  </a:lnTo>
                  <a:lnTo>
                    <a:pt x="1816" y="2742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1"/>
                  </a:lnTo>
                  <a:lnTo>
                    <a:pt x="1391" y="3128"/>
                  </a:lnTo>
                  <a:lnTo>
                    <a:pt x="1198" y="3128"/>
                  </a:lnTo>
                  <a:lnTo>
                    <a:pt x="1043" y="3090"/>
                  </a:lnTo>
                  <a:lnTo>
                    <a:pt x="928" y="3012"/>
                  </a:lnTo>
                  <a:lnTo>
                    <a:pt x="850" y="2897"/>
                  </a:lnTo>
                  <a:lnTo>
                    <a:pt x="812" y="2742"/>
                  </a:lnTo>
                  <a:lnTo>
                    <a:pt x="850" y="2588"/>
                  </a:lnTo>
                  <a:lnTo>
                    <a:pt x="928" y="2433"/>
                  </a:lnTo>
                  <a:lnTo>
                    <a:pt x="1043" y="2317"/>
                  </a:lnTo>
                  <a:lnTo>
                    <a:pt x="1159" y="2240"/>
                  </a:lnTo>
                  <a:lnTo>
                    <a:pt x="1159" y="2124"/>
                  </a:lnTo>
                  <a:lnTo>
                    <a:pt x="1121" y="2008"/>
                  </a:lnTo>
                  <a:lnTo>
                    <a:pt x="1043" y="1931"/>
                  </a:lnTo>
                  <a:lnTo>
                    <a:pt x="657" y="1622"/>
                  </a:lnTo>
                  <a:lnTo>
                    <a:pt x="426" y="1468"/>
                  </a:lnTo>
                  <a:lnTo>
                    <a:pt x="194" y="1313"/>
                  </a:lnTo>
                  <a:lnTo>
                    <a:pt x="1" y="1622"/>
                  </a:lnTo>
                  <a:lnTo>
                    <a:pt x="271" y="1893"/>
                  </a:lnTo>
                  <a:lnTo>
                    <a:pt x="580" y="2124"/>
                  </a:lnTo>
                  <a:lnTo>
                    <a:pt x="426" y="2356"/>
                  </a:lnTo>
                  <a:lnTo>
                    <a:pt x="348" y="2626"/>
                  </a:lnTo>
                  <a:lnTo>
                    <a:pt x="310" y="2897"/>
                  </a:lnTo>
                  <a:lnTo>
                    <a:pt x="348" y="3051"/>
                  </a:lnTo>
                  <a:lnTo>
                    <a:pt x="426" y="3167"/>
                  </a:lnTo>
                  <a:lnTo>
                    <a:pt x="541" y="3321"/>
                  </a:lnTo>
                  <a:lnTo>
                    <a:pt x="696" y="3476"/>
                  </a:lnTo>
                  <a:lnTo>
                    <a:pt x="889" y="3553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3"/>
                  </a:lnTo>
                  <a:lnTo>
                    <a:pt x="1700" y="3514"/>
                  </a:lnTo>
                  <a:lnTo>
                    <a:pt x="1854" y="3399"/>
                  </a:lnTo>
                  <a:lnTo>
                    <a:pt x="2047" y="3244"/>
                  </a:lnTo>
                  <a:lnTo>
                    <a:pt x="2202" y="3051"/>
                  </a:lnTo>
                  <a:lnTo>
                    <a:pt x="2318" y="2858"/>
                  </a:lnTo>
                  <a:lnTo>
                    <a:pt x="2395" y="2665"/>
                  </a:lnTo>
                  <a:lnTo>
                    <a:pt x="2434" y="2472"/>
                  </a:lnTo>
                  <a:lnTo>
                    <a:pt x="2472" y="2240"/>
                  </a:lnTo>
                  <a:lnTo>
                    <a:pt x="2434" y="2008"/>
                  </a:lnTo>
                  <a:lnTo>
                    <a:pt x="2395" y="1815"/>
                  </a:lnTo>
                  <a:lnTo>
                    <a:pt x="2318" y="1584"/>
                  </a:lnTo>
                  <a:lnTo>
                    <a:pt x="2202" y="1391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0" name="Google Shape;5120;p21"/>
            <p:cNvSpPr/>
            <p:nvPr/>
          </p:nvSpPr>
          <p:spPr>
            <a:xfrm>
              <a:off x="6803600" y="3198725"/>
              <a:ext cx="310875" cy="124575"/>
            </a:xfrm>
            <a:custGeom>
              <a:avLst/>
              <a:gdLst/>
              <a:ahLst/>
              <a:cxnLst/>
              <a:rect l="l" t="t" r="r" b="b"/>
              <a:pathLst>
                <a:path w="12435" h="4983" extrusionOk="0">
                  <a:moveTo>
                    <a:pt x="232" y="1"/>
                  </a:moveTo>
                  <a:lnTo>
                    <a:pt x="1" y="233"/>
                  </a:lnTo>
                  <a:lnTo>
                    <a:pt x="503" y="966"/>
                  </a:lnTo>
                  <a:lnTo>
                    <a:pt x="1043" y="1623"/>
                  </a:lnTo>
                  <a:lnTo>
                    <a:pt x="1700" y="2279"/>
                  </a:lnTo>
                  <a:lnTo>
                    <a:pt x="2356" y="2858"/>
                  </a:lnTo>
                  <a:lnTo>
                    <a:pt x="3090" y="3399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44"/>
                  </a:lnTo>
                  <a:lnTo>
                    <a:pt x="7685" y="4982"/>
                  </a:lnTo>
                  <a:lnTo>
                    <a:pt x="8535" y="4982"/>
                  </a:lnTo>
                  <a:lnTo>
                    <a:pt x="8998" y="4944"/>
                  </a:lnTo>
                  <a:lnTo>
                    <a:pt x="9423" y="4866"/>
                  </a:lnTo>
                  <a:lnTo>
                    <a:pt x="9848" y="4789"/>
                  </a:lnTo>
                  <a:lnTo>
                    <a:pt x="10272" y="4673"/>
                  </a:lnTo>
                  <a:lnTo>
                    <a:pt x="10658" y="4519"/>
                  </a:lnTo>
                  <a:lnTo>
                    <a:pt x="11083" y="4326"/>
                  </a:lnTo>
                  <a:lnTo>
                    <a:pt x="11469" y="4133"/>
                  </a:lnTo>
                  <a:lnTo>
                    <a:pt x="11855" y="3862"/>
                  </a:lnTo>
                  <a:lnTo>
                    <a:pt x="12242" y="3592"/>
                  </a:lnTo>
                  <a:lnTo>
                    <a:pt x="12319" y="3553"/>
                  </a:lnTo>
                  <a:lnTo>
                    <a:pt x="12435" y="3206"/>
                  </a:lnTo>
                  <a:lnTo>
                    <a:pt x="12357" y="3167"/>
                  </a:lnTo>
                  <a:lnTo>
                    <a:pt x="12280" y="3206"/>
                  </a:lnTo>
                  <a:lnTo>
                    <a:pt x="12203" y="3129"/>
                  </a:lnTo>
                  <a:lnTo>
                    <a:pt x="12010" y="3129"/>
                  </a:lnTo>
                  <a:lnTo>
                    <a:pt x="11933" y="3206"/>
                  </a:lnTo>
                  <a:lnTo>
                    <a:pt x="11585" y="3438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7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2"/>
                  </a:lnTo>
                  <a:lnTo>
                    <a:pt x="8342" y="4480"/>
                  </a:lnTo>
                  <a:lnTo>
                    <a:pt x="7917" y="4480"/>
                  </a:lnTo>
                  <a:lnTo>
                    <a:pt x="7492" y="4442"/>
                  </a:lnTo>
                  <a:lnTo>
                    <a:pt x="7067" y="4403"/>
                  </a:lnTo>
                  <a:lnTo>
                    <a:pt x="6642" y="4364"/>
                  </a:lnTo>
                  <a:lnTo>
                    <a:pt x="6218" y="4248"/>
                  </a:lnTo>
                  <a:lnTo>
                    <a:pt x="5793" y="4171"/>
                  </a:lnTo>
                  <a:lnTo>
                    <a:pt x="5368" y="4017"/>
                  </a:lnTo>
                  <a:lnTo>
                    <a:pt x="4596" y="3708"/>
                  </a:lnTo>
                  <a:lnTo>
                    <a:pt x="3901" y="3283"/>
                  </a:lnTo>
                  <a:lnTo>
                    <a:pt x="3206" y="2820"/>
                  </a:lnTo>
                  <a:lnTo>
                    <a:pt x="2588" y="2318"/>
                  </a:lnTo>
                  <a:lnTo>
                    <a:pt x="1970" y="1777"/>
                  </a:lnTo>
                  <a:lnTo>
                    <a:pt x="1391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1" name="Google Shape;5121;p21"/>
            <p:cNvSpPr/>
            <p:nvPr/>
          </p:nvSpPr>
          <p:spPr>
            <a:xfrm>
              <a:off x="7111550" y="3205500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0"/>
                  </a:moveTo>
                  <a:lnTo>
                    <a:pt x="3360" y="77"/>
                  </a:lnTo>
                  <a:lnTo>
                    <a:pt x="3245" y="77"/>
                  </a:lnTo>
                  <a:lnTo>
                    <a:pt x="3013" y="270"/>
                  </a:lnTo>
                  <a:lnTo>
                    <a:pt x="2781" y="502"/>
                  </a:lnTo>
                  <a:lnTo>
                    <a:pt x="2549" y="772"/>
                  </a:lnTo>
                  <a:lnTo>
                    <a:pt x="2356" y="1004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5"/>
                  </a:lnTo>
                  <a:lnTo>
                    <a:pt x="1082" y="1854"/>
                  </a:lnTo>
                  <a:lnTo>
                    <a:pt x="1043" y="1931"/>
                  </a:lnTo>
                  <a:lnTo>
                    <a:pt x="1082" y="2008"/>
                  </a:lnTo>
                  <a:lnTo>
                    <a:pt x="1121" y="2085"/>
                  </a:lnTo>
                  <a:lnTo>
                    <a:pt x="1005" y="2085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2" y="2240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471"/>
                  </a:lnTo>
                  <a:lnTo>
                    <a:pt x="966" y="2510"/>
                  </a:lnTo>
                  <a:lnTo>
                    <a:pt x="1198" y="2587"/>
                  </a:lnTo>
                  <a:lnTo>
                    <a:pt x="1430" y="2703"/>
                  </a:lnTo>
                  <a:lnTo>
                    <a:pt x="1623" y="2819"/>
                  </a:lnTo>
                  <a:lnTo>
                    <a:pt x="1816" y="2973"/>
                  </a:lnTo>
                  <a:lnTo>
                    <a:pt x="1970" y="3167"/>
                  </a:lnTo>
                  <a:lnTo>
                    <a:pt x="2047" y="3398"/>
                  </a:lnTo>
                  <a:lnTo>
                    <a:pt x="2125" y="3630"/>
                  </a:lnTo>
                  <a:lnTo>
                    <a:pt x="2125" y="3900"/>
                  </a:lnTo>
                  <a:lnTo>
                    <a:pt x="2086" y="4093"/>
                  </a:lnTo>
                  <a:lnTo>
                    <a:pt x="2009" y="4325"/>
                  </a:lnTo>
                  <a:lnTo>
                    <a:pt x="1893" y="4518"/>
                  </a:lnTo>
                  <a:lnTo>
                    <a:pt x="1739" y="4711"/>
                  </a:lnTo>
                  <a:lnTo>
                    <a:pt x="1545" y="4827"/>
                  </a:lnTo>
                  <a:lnTo>
                    <a:pt x="1314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5"/>
                  </a:lnTo>
                  <a:lnTo>
                    <a:pt x="657" y="4441"/>
                  </a:lnTo>
                  <a:lnTo>
                    <a:pt x="735" y="4286"/>
                  </a:lnTo>
                  <a:lnTo>
                    <a:pt x="812" y="4209"/>
                  </a:lnTo>
                  <a:lnTo>
                    <a:pt x="889" y="4132"/>
                  </a:lnTo>
                  <a:lnTo>
                    <a:pt x="966" y="4093"/>
                  </a:lnTo>
                  <a:lnTo>
                    <a:pt x="1121" y="4093"/>
                  </a:lnTo>
                  <a:lnTo>
                    <a:pt x="1237" y="4016"/>
                  </a:lnTo>
                  <a:lnTo>
                    <a:pt x="1314" y="3900"/>
                  </a:lnTo>
                  <a:lnTo>
                    <a:pt x="1314" y="3784"/>
                  </a:lnTo>
                  <a:lnTo>
                    <a:pt x="1275" y="3707"/>
                  </a:lnTo>
                  <a:lnTo>
                    <a:pt x="1198" y="3669"/>
                  </a:lnTo>
                  <a:lnTo>
                    <a:pt x="117" y="2935"/>
                  </a:lnTo>
                  <a:lnTo>
                    <a:pt x="1" y="3282"/>
                  </a:lnTo>
                  <a:lnTo>
                    <a:pt x="657" y="3784"/>
                  </a:lnTo>
                  <a:lnTo>
                    <a:pt x="503" y="3862"/>
                  </a:lnTo>
                  <a:lnTo>
                    <a:pt x="387" y="3977"/>
                  </a:lnTo>
                  <a:lnTo>
                    <a:pt x="310" y="4093"/>
                  </a:lnTo>
                  <a:lnTo>
                    <a:pt x="233" y="4248"/>
                  </a:lnTo>
                  <a:lnTo>
                    <a:pt x="194" y="4402"/>
                  </a:lnTo>
                  <a:lnTo>
                    <a:pt x="194" y="4557"/>
                  </a:lnTo>
                  <a:lnTo>
                    <a:pt x="194" y="4711"/>
                  </a:lnTo>
                  <a:lnTo>
                    <a:pt x="271" y="4866"/>
                  </a:lnTo>
                  <a:lnTo>
                    <a:pt x="387" y="5097"/>
                  </a:lnTo>
                  <a:lnTo>
                    <a:pt x="541" y="5252"/>
                  </a:lnTo>
                  <a:lnTo>
                    <a:pt x="735" y="5368"/>
                  </a:lnTo>
                  <a:lnTo>
                    <a:pt x="966" y="5406"/>
                  </a:lnTo>
                  <a:lnTo>
                    <a:pt x="1198" y="5406"/>
                  </a:lnTo>
                  <a:lnTo>
                    <a:pt x="1430" y="5368"/>
                  </a:lnTo>
                  <a:lnTo>
                    <a:pt x="1623" y="5329"/>
                  </a:lnTo>
                  <a:lnTo>
                    <a:pt x="1854" y="5213"/>
                  </a:lnTo>
                  <a:lnTo>
                    <a:pt x="2086" y="5020"/>
                  </a:lnTo>
                  <a:lnTo>
                    <a:pt x="2241" y="4827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09"/>
                  </a:lnTo>
                  <a:lnTo>
                    <a:pt x="2588" y="3977"/>
                  </a:lnTo>
                  <a:lnTo>
                    <a:pt x="2588" y="3746"/>
                  </a:lnTo>
                  <a:lnTo>
                    <a:pt x="2549" y="3514"/>
                  </a:lnTo>
                  <a:lnTo>
                    <a:pt x="2472" y="3282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471"/>
                  </a:lnTo>
                  <a:lnTo>
                    <a:pt x="1739" y="2356"/>
                  </a:lnTo>
                  <a:lnTo>
                    <a:pt x="1507" y="2201"/>
                  </a:lnTo>
                  <a:lnTo>
                    <a:pt x="1275" y="2124"/>
                  </a:lnTo>
                  <a:lnTo>
                    <a:pt x="1623" y="1969"/>
                  </a:lnTo>
                  <a:lnTo>
                    <a:pt x="1932" y="1815"/>
                  </a:lnTo>
                  <a:lnTo>
                    <a:pt x="2241" y="1622"/>
                  </a:lnTo>
                  <a:lnTo>
                    <a:pt x="2549" y="1390"/>
                  </a:lnTo>
                  <a:lnTo>
                    <a:pt x="2820" y="1197"/>
                  </a:lnTo>
                  <a:lnTo>
                    <a:pt x="3090" y="965"/>
                  </a:lnTo>
                  <a:lnTo>
                    <a:pt x="3360" y="657"/>
                  </a:lnTo>
                  <a:lnTo>
                    <a:pt x="3438" y="541"/>
                  </a:lnTo>
                  <a:lnTo>
                    <a:pt x="3515" y="386"/>
                  </a:lnTo>
                  <a:lnTo>
                    <a:pt x="3708" y="77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2" name="Google Shape;5122;p21"/>
            <p:cNvSpPr/>
            <p:nvPr/>
          </p:nvSpPr>
          <p:spPr>
            <a:xfrm>
              <a:off x="1402350" y="3219000"/>
              <a:ext cx="106225" cy="103325"/>
            </a:xfrm>
            <a:custGeom>
              <a:avLst/>
              <a:gdLst/>
              <a:ahLst/>
              <a:cxnLst/>
              <a:rect l="l" t="t" r="r" b="b"/>
              <a:pathLst>
                <a:path w="4249" h="4133" extrusionOk="0">
                  <a:moveTo>
                    <a:pt x="2317" y="387"/>
                  </a:moveTo>
                  <a:lnTo>
                    <a:pt x="2588" y="425"/>
                  </a:lnTo>
                  <a:lnTo>
                    <a:pt x="2858" y="503"/>
                  </a:lnTo>
                  <a:lnTo>
                    <a:pt x="3128" y="619"/>
                  </a:lnTo>
                  <a:lnTo>
                    <a:pt x="3321" y="812"/>
                  </a:lnTo>
                  <a:lnTo>
                    <a:pt x="3553" y="1043"/>
                  </a:lnTo>
                  <a:lnTo>
                    <a:pt x="3708" y="1352"/>
                  </a:lnTo>
                  <a:lnTo>
                    <a:pt x="3823" y="1700"/>
                  </a:lnTo>
                  <a:lnTo>
                    <a:pt x="3862" y="2047"/>
                  </a:lnTo>
                  <a:lnTo>
                    <a:pt x="3785" y="2395"/>
                  </a:lnTo>
                  <a:lnTo>
                    <a:pt x="3708" y="2742"/>
                  </a:lnTo>
                  <a:lnTo>
                    <a:pt x="3514" y="3051"/>
                  </a:lnTo>
                  <a:lnTo>
                    <a:pt x="3283" y="3322"/>
                  </a:lnTo>
                  <a:lnTo>
                    <a:pt x="3012" y="3515"/>
                  </a:lnTo>
                  <a:lnTo>
                    <a:pt x="2704" y="3669"/>
                  </a:lnTo>
                  <a:lnTo>
                    <a:pt x="2395" y="3746"/>
                  </a:lnTo>
                  <a:lnTo>
                    <a:pt x="2047" y="3785"/>
                  </a:lnTo>
                  <a:lnTo>
                    <a:pt x="1738" y="3746"/>
                  </a:lnTo>
                  <a:lnTo>
                    <a:pt x="1391" y="3631"/>
                  </a:lnTo>
                  <a:lnTo>
                    <a:pt x="1120" y="3476"/>
                  </a:lnTo>
                  <a:lnTo>
                    <a:pt x="850" y="3283"/>
                  </a:lnTo>
                  <a:lnTo>
                    <a:pt x="618" y="3013"/>
                  </a:lnTo>
                  <a:lnTo>
                    <a:pt x="464" y="2665"/>
                  </a:lnTo>
                  <a:lnTo>
                    <a:pt x="348" y="2318"/>
                  </a:lnTo>
                  <a:lnTo>
                    <a:pt x="348" y="1931"/>
                  </a:lnTo>
                  <a:lnTo>
                    <a:pt x="387" y="1545"/>
                  </a:lnTo>
                  <a:lnTo>
                    <a:pt x="541" y="1236"/>
                  </a:lnTo>
                  <a:lnTo>
                    <a:pt x="618" y="1082"/>
                  </a:lnTo>
                  <a:lnTo>
                    <a:pt x="734" y="927"/>
                  </a:lnTo>
                  <a:lnTo>
                    <a:pt x="889" y="812"/>
                  </a:lnTo>
                  <a:lnTo>
                    <a:pt x="1043" y="696"/>
                  </a:lnTo>
                  <a:lnTo>
                    <a:pt x="1236" y="619"/>
                  </a:lnTo>
                  <a:lnTo>
                    <a:pt x="1429" y="541"/>
                  </a:lnTo>
                  <a:lnTo>
                    <a:pt x="1468" y="503"/>
                  </a:lnTo>
                  <a:lnTo>
                    <a:pt x="1777" y="425"/>
                  </a:lnTo>
                  <a:lnTo>
                    <a:pt x="2047" y="387"/>
                  </a:lnTo>
                  <a:close/>
                  <a:moveTo>
                    <a:pt x="1931" y="1"/>
                  </a:moveTo>
                  <a:lnTo>
                    <a:pt x="1738" y="39"/>
                  </a:lnTo>
                  <a:lnTo>
                    <a:pt x="1507" y="117"/>
                  </a:lnTo>
                  <a:lnTo>
                    <a:pt x="1313" y="232"/>
                  </a:lnTo>
                  <a:lnTo>
                    <a:pt x="1159" y="348"/>
                  </a:lnTo>
                  <a:lnTo>
                    <a:pt x="1120" y="387"/>
                  </a:lnTo>
                  <a:lnTo>
                    <a:pt x="966" y="387"/>
                  </a:lnTo>
                  <a:lnTo>
                    <a:pt x="773" y="464"/>
                  </a:lnTo>
                  <a:lnTo>
                    <a:pt x="657" y="541"/>
                  </a:lnTo>
                  <a:lnTo>
                    <a:pt x="503" y="657"/>
                  </a:lnTo>
                  <a:lnTo>
                    <a:pt x="387" y="773"/>
                  </a:lnTo>
                  <a:lnTo>
                    <a:pt x="309" y="927"/>
                  </a:lnTo>
                  <a:lnTo>
                    <a:pt x="155" y="1236"/>
                  </a:lnTo>
                  <a:lnTo>
                    <a:pt x="39" y="1623"/>
                  </a:lnTo>
                  <a:lnTo>
                    <a:pt x="1" y="2009"/>
                  </a:lnTo>
                  <a:lnTo>
                    <a:pt x="39" y="2356"/>
                  </a:lnTo>
                  <a:lnTo>
                    <a:pt x="78" y="2704"/>
                  </a:lnTo>
                  <a:lnTo>
                    <a:pt x="155" y="2897"/>
                  </a:lnTo>
                  <a:lnTo>
                    <a:pt x="271" y="3090"/>
                  </a:lnTo>
                  <a:lnTo>
                    <a:pt x="387" y="3283"/>
                  </a:lnTo>
                  <a:lnTo>
                    <a:pt x="541" y="3437"/>
                  </a:lnTo>
                  <a:lnTo>
                    <a:pt x="850" y="3746"/>
                  </a:lnTo>
                  <a:lnTo>
                    <a:pt x="1236" y="3939"/>
                  </a:lnTo>
                  <a:lnTo>
                    <a:pt x="1661" y="4094"/>
                  </a:lnTo>
                  <a:lnTo>
                    <a:pt x="2086" y="4133"/>
                  </a:lnTo>
                  <a:lnTo>
                    <a:pt x="2510" y="4094"/>
                  </a:lnTo>
                  <a:lnTo>
                    <a:pt x="2742" y="4055"/>
                  </a:lnTo>
                  <a:lnTo>
                    <a:pt x="2974" y="3978"/>
                  </a:lnTo>
                  <a:lnTo>
                    <a:pt x="3321" y="3746"/>
                  </a:lnTo>
                  <a:lnTo>
                    <a:pt x="3630" y="3476"/>
                  </a:lnTo>
                  <a:lnTo>
                    <a:pt x="3862" y="3167"/>
                  </a:lnTo>
                  <a:lnTo>
                    <a:pt x="4055" y="2781"/>
                  </a:lnTo>
                  <a:lnTo>
                    <a:pt x="4171" y="2395"/>
                  </a:lnTo>
                  <a:lnTo>
                    <a:pt x="4248" y="2009"/>
                  </a:lnTo>
                  <a:lnTo>
                    <a:pt x="4210" y="1584"/>
                  </a:lnTo>
                  <a:lnTo>
                    <a:pt x="4094" y="1198"/>
                  </a:lnTo>
                  <a:lnTo>
                    <a:pt x="3978" y="1005"/>
                  </a:lnTo>
                  <a:lnTo>
                    <a:pt x="3862" y="812"/>
                  </a:lnTo>
                  <a:lnTo>
                    <a:pt x="3708" y="657"/>
                  </a:lnTo>
                  <a:lnTo>
                    <a:pt x="3553" y="503"/>
                  </a:lnTo>
                  <a:lnTo>
                    <a:pt x="3206" y="232"/>
                  </a:lnTo>
                  <a:lnTo>
                    <a:pt x="2781" y="78"/>
                  </a:lnTo>
                  <a:lnTo>
                    <a:pt x="23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3" name="Google Shape;5123;p21"/>
            <p:cNvSpPr/>
            <p:nvPr/>
          </p:nvSpPr>
          <p:spPr>
            <a:xfrm>
              <a:off x="4924025" y="3220925"/>
              <a:ext cx="335975" cy="782950"/>
            </a:xfrm>
            <a:custGeom>
              <a:avLst/>
              <a:gdLst/>
              <a:ahLst/>
              <a:cxnLst/>
              <a:rect l="l" t="t" r="r" b="b"/>
              <a:pathLst>
                <a:path w="13439" h="31318" extrusionOk="0">
                  <a:moveTo>
                    <a:pt x="6488" y="387"/>
                  </a:moveTo>
                  <a:lnTo>
                    <a:pt x="6526" y="464"/>
                  </a:lnTo>
                  <a:lnTo>
                    <a:pt x="7144" y="2009"/>
                  </a:lnTo>
                  <a:lnTo>
                    <a:pt x="7685" y="3554"/>
                  </a:lnTo>
                  <a:lnTo>
                    <a:pt x="8226" y="5137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2"/>
                  </a:lnTo>
                  <a:lnTo>
                    <a:pt x="7530" y="7338"/>
                  </a:lnTo>
                  <a:lnTo>
                    <a:pt x="7222" y="7454"/>
                  </a:lnTo>
                  <a:lnTo>
                    <a:pt x="6913" y="7531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1"/>
                  </a:lnTo>
                  <a:lnTo>
                    <a:pt x="5522" y="7492"/>
                  </a:lnTo>
                  <a:lnTo>
                    <a:pt x="4866" y="7338"/>
                  </a:lnTo>
                  <a:lnTo>
                    <a:pt x="4210" y="7106"/>
                  </a:lnTo>
                  <a:lnTo>
                    <a:pt x="3592" y="6874"/>
                  </a:lnTo>
                  <a:lnTo>
                    <a:pt x="3862" y="6025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4"/>
                  </a:lnTo>
                  <a:lnTo>
                    <a:pt x="5214" y="2743"/>
                  </a:lnTo>
                  <a:lnTo>
                    <a:pt x="5600" y="1932"/>
                  </a:lnTo>
                  <a:lnTo>
                    <a:pt x="6024" y="1159"/>
                  </a:lnTo>
                  <a:lnTo>
                    <a:pt x="6488" y="387"/>
                  </a:lnTo>
                  <a:close/>
                  <a:moveTo>
                    <a:pt x="8805" y="7029"/>
                  </a:moveTo>
                  <a:lnTo>
                    <a:pt x="9230" y="8419"/>
                  </a:lnTo>
                  <a:lnTo>
                    <a:pt x="9577" y="9848"/>
                  </a:lnTo>
                  <a:lnTo>
                    <a:pt x="9847" y="11083"/>
                  </a:lnTo>
                  <a:lnTo>
                    <a:pt x="10079" y="12358"/>
                  </a:lnTo>
                  <a:lnTo>
                    <a:pt x="10234" y="13632"/>
                  </a:lnTo>
                  <a:lnTo>
                    <a:pt x="10388" y="14906"/>
                  </a:lnTo>
                  <a:lnTo>
                    <a:pt x="10465" y="16181"/>
                  </a:lnTo>
                  <a:lnTo>
                    <a:pt x="10504" y="16837"/>
                  </a:lnTo>
                  <a:lnTo>
                    <a:pt x="10504" y="17493"/>
                  </a:lnTo>
                  <a:lnTo>
                    <a:pt x="10504" y="18189"/>
                  </a:lnTo>
                  <a:lnTo>
                    <a:pt x="10427" y="18845"/>
                  </a:lnTo>
                  <a:lnTo>
                    <a:pt x="10311" y="19463"/>
                  </a:lnTo>
                  <a:lnTo>
                    <a:pt x="10118" y="20081"/>
                  </a:lnTo>
                  <a:lnTo>
                    <a:pt x="9886" y="20660"/>
                  </a:lnTo>
                  <a:lnTo>
                    <a:pt x="9538" y="21162"/>
                  </a:lnTo>
                  <a:lnTo>
                    <a:pt x="9384" y="21394"/>
                  </a:lnTo>
                  <a:lnTo>
                    <a:pt x="9152" y="21587"/>
                  </a:lnTo>
                  <a:lnTo>
                    <a:pt x="8959" y="21780"/>
                  </a:lnTo>
                  <a:lnTo>
                    <a:pt x="8728" y="21973"/>
                  </a:lnTo>
                  <a:lnTo>
                    <a:pt x="8496" y="22127"/>
                  </a:lnTo>
                  <a:lnTo>
                    <a:pt x="8226" y="22243"/>
                  </a:lnTo>
                  <a:lnTo>
                    <a:pt x="7955" y="22359"/>
                  </a:lnTo>
                  <a:lnTo>
                    <a:pt x="7685" y="22436"/>
                  </a:lnTo>
                  <a:lnTo>
                    <a:pt x="7415" y="22475"/>
                  </a:lnTo>
                  <a:lnTo>
                    <a:pt x="6797" y="22475"/>
                  </a:lnTo>
                  <a:lnTo>
                    <a:pt x="6488" y="22436"/>
                  </a:lnTo>
                  <a:lnTo>
                    <a:pt x="5909" y="22282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5"/>
                  </a:lnTo>
                  <a:lnTo>
                    <a:pt x="4094" y="20930"/>
                  </a:lnTo>
                  <a:lnTo>
                    <a:pt x="3785" y="20467"/>
                  </a:lnTo>
                  <a:lnTo>
                    <a:pt x="3476" y="19965"/>
                  </a:lnTo>
                  <a:lnTo>
                    <a:pt x="3244" y="19424"/>
                  </a:lnTo>
                  <a:lnTo>
                    <a:pt x="3051" y="18884"/>
                  </a:lnTo>
                  <a:lnTo>
                    <a:pt x="2897" y="18343"/>
                  </a:lnTo>
                  <a:lnTo>
                    <a:pt x="2781" y="17802"/>
                  </a:lnTo>
                  <a:lnTo>
                    <a:pt x="2704" y="17223"/>
                  </a:lnTo>
                  <a:lnTo>
                    <a:pt x="2588" y="16103"/>
                  </a:lnTo>
                  <a:lnTo>
                    <a:pt x="2511" y="14945"/>
                  </a:lnTo>
                  <a:lnTo>
                    <a:pt x="2511" y="13748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3"/>
                  </a:lnTo>
                  <a:lnTo>
                    <a:pt x="3128" y="8689"/>
                  </a:lnTo>
                  <a:lnTo>
                    <a:pt x="3283" y="7917"/>
                  </a:lnTo>
                  <a:lnTo>
                    <a:pt x="3515" y="7183"/>
                  </a:lnTo>
                  <a:lnTo>
                    <a:pt x="4132" y="7454"/>
                  </a:lnTo>
                  <a:lnTo>
                    <a:pt x="4827" y="7685"/>
                  </a:lnTo>
                  <a:lnTo>
                    <a:pt x="5522" y="7840"/>
                  </a:lnTo>
                  <a:lnTo>
                    <a:pt x="5909" y="7917"/>
                  </a:lnTo>
                  <a:lnTo>
                    <a:pt x="6256" y="7917"/>
                  </a:lnTo>
                  <a:lnTo>
                    <a:pt x="6604" y="7956"/>
                  </a:lnTo>
                  <a:lnTo>
                    <a:pt x="6990" y="7917"/>
                  </a:lnTo>
                  <a:lnTo>
                    <a:pt x="7299" y="7878"/>
                  </a:lnTo>
                  <a:lnTo>
                    <a:pt x="7646" y="7763"/>
                  </a:lnTo>
                  <a:lnTo>
                    <a:pt x="7955" y="7647"/>
                  </a:lnTo>
                  <a:lnTo>
                    <a:pt x="8264" y="7492"/>
                  </a:lnTo>
                  <a:lnTo>
                    <a:pt x="8573" y="7261"/>
                  </a:lnTo>
                  <a:lnTo>
                    <a:pt x="8805" y="7029"/>
                  </a:lnTo>
                  <a:close/>
                  <a:moveTo>
                    <a:pt x="8650" y="22475"/>
                  </a:moveTo>
                  <a:lnTo>
                    <a:pt x="8766" y="22822"/>
                  </a:lnTo>
                  <a:lnTo>
                    <a:pt x="8921" y="23170"/>
                  </a:lnTo>
                  <a:lnTo>
                    <a:pt x="8496" y="23402"/>
                  </a:lnTo>
                  <a:lnTo>
                    <a:pt x="8071" y="23556"/>
                  </a:lnTo>
                  <a:lnTo>
                    <a:pt x="7608" y="23633"/>
                  </a:lnTo>
                  <a:lnTo>
                    <a:pt x="7144" y="23672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3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5"/>
                  </a:lnTo>
                  <a:lnTo>
                    <a:pt x="5870" y="22629"/>
                  </a:lnTo>
                  <a:lnTo>
                    <a:pt x="6256" y="22784"/>
                  </a:lnTo>
                  <a:lnTo>
                    <a:pt x="6681" y="22861"/>
                  </a:lnTo>
                  <a:lnTo>
                    <a:pt x="7067" y="22900"/>
                  </a:lnTo>
                  <a:lnTo>
                    <a:pt x="7453" y="22861"/>
                  </a:lnTo>
                  <a:lnTo>
                    <a:pt x="7878" y="22822"/>
                  </a:lnTo>
                  <a:lnTo>
                    <a:pt x="8264" y="22668"/>
                  </a:lnTo>
                  <a:lnTo>
                    <a:pt x="8650" y="22475"/>
                  </a:lnTo>
                  <a:close/>
                  <a:moveTo>
                    <a:pt x="10890" y="16798"/>
                  </a:moveTo>
                  <a:lnTo>
                    <a:pt x="11392" y="17262"/>
                  </a:lnTo>
                  <a:lnTo>
                    <a:pt x="11933" y="17648"/>
                  </a:lnTo>
                  <a:lnTo>
                    <a:pt x="12512" y="18034"/>
                  </a:lnTo>
                  <a:lnTo>
                    <a:pt x="13091" y="18343"/>
                  </a:lnTo>
                  <a:lnTo>
                    <a:pt x="12937" y="19772"/>
                  </a:lnTo>
                  <a:lnTo>
                    <a:pt x="12821" y="21239"/>
                  </a:lnTo>
                  <a:lnTo>
                    <a:pt x="12705" y="24212"/>
                  </a:lnTo>
                  <a:lnTo>
                    <a:pt x="11894" y="23595"/>
                  </a:lnTo>
                  <a:lnTo>
                    <a:pt x="11044" y="23015"/>
                  </a:lnTo>
                  <a:lnTo>
                    <a:pt x="10813" y="22861"/>
                  </a:lnTo>
                  <a:lnTo>
                    <a:pt x="10620" y="22668"/>
                  </a:lnTo>
                  <a:lnTo>
                    <a:pt x="10581" y="22591"/>
                  </a:lnTo>
                  <a:lnTo>
                    <a:pt x="10542" y="22436"/>
                  </a:lnTo>
                  <a:lnTo>
                    <a:pt x="10542" y="22127"/>
                  </a:lnTo>
                  <a:lnTo>
                    <a:pt x="10542" y="21394"/>
                  </a:lnTo>
                  <a:lnTo>
                    <a:pt x="10504" y="20660"/>
                  </a:lnTo>
                  <a:lnTo>
                    <a:pt x="10504" y="20583"/>
                  </a:lnTo>
                  <a:lnTo>
                    <a:pt x="10465" y="20544"/>
                  </a:lnTo>
                  <a:lnTo>
                    <a:pt x="10388" y="20467"/>
                  </a:lnTo>
                  <a:lnTo>
                    <a:pt x="10542" y="19965"/>
                  </a:lnTo>
                  <a:lnTo>
                    <a:pt x="10697" y="19424"/>
                  </a:lnTo>
                  <a:lnTo>
                    <a:pt x="10774" y="18884"/>
                  </a:lnTo>
                  <a:lnTo>
                    <a:pt x="10851" y="18304"/>
                  </a:lnTo>
                  <a:lnTo>
                    <a:pt x="10890" y="17571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5"/>
                  </a:lnTo>
                  <a:lnTo>
                    <a:pt x="6140" y="23826"/>
                  </a:lnTo>
                  <a:lnTo>
                    <a:pt x="6642" y="23942"/>
                  </a:lnTo>
                  <a:lnTo>
                    <a:pt x="7144" y="23981"/>
                  </a:lnTo>
                  <a:lnTo>
                    <a:pt x="7646" y="23981"/>
                  </a:lnTo>
                  <a:lnTo>
                    <a:pt x="8148" y="23865"/>
                  </a:lnTo>
                  <a:lnTo>
                    <a:pt x="8612" y="23710"/>
                  </a:lnTo>
                  <a:lnTo>
                    <a:pt x="9075" y="23440"/>
                  </a:lnTo>
                  <a:lnTo>
                    <a:pt x="9384" y="23904"/>
                  </a:lnTo>
                  <a:lnTo>
                    <a:pt x="8843" y="24174"/>
                  </a:lnTo>
                  <a:lnTo>
                    <a:pt x="8303" y="24367"/>
                  </a:lnTo>
                  <a:lnTo>
                    <a:pt x="7762" y="24483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4"/>
                  </a:lnTo>
                  <a:lnTo>
                    <a:pt x="5561" y="24290"/>
                  </a:lnTo>
                  <a:lnTo>
                    <a:pt x="4982" y="24097"/>
                  </a:lnTo>
                  <a:lnTo>
                    <a:pt x="5059" y="23904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8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3"/>
                  </a:lnTo>
                  <a:lnTo>
                    <a:pt x="2974" y="19772"/>
                  </a:lnTo>
                  <a:lnTo>
                    <a:pt x="3244" y="20312"/>
                  </a:lnTo>
                  <a:lnTo>
                    <a:pt x="3244" y="20351"/>
                  </a:lnTo>
                  <a:lnTo>
                    <a:pt x="3206" y="21200"/>
                  </a:lnTo>
                  <a:lnTo>
                    <a:pt x="3244" y="22050"/>
                  </a:lnTo>
                  <a:lnTo>
                    <a:pt x="3283" y="22359"/>
                  </a:lnTo>
                  <a:lnTo>
                    <a:pt x="3321" y="22706"/>
                  </a:lnTo>
                  <a:lnTo>
                    <a:pt x="3321" y="23054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9"/>
                  </a:lnTo>
                  <a:lnTo>
                    <a:pt x="3051" y="23633"/>
                  </a:lnTo>
                  <a:lnTo>
                    <a:pt x="2704" y="23904"/>
                  </a:lnTo>
                  <a:lnTo>
                    <a:pt x="2009" y="24406"/>
                  </a:lnTo>
                  <a:lnTo>
                    <a:pt x="773" y="25409"/>
                  </a:lnTo>
                  <a:lnTo>
                    <a:pt x="811" y="24676"/>
                  </a:lnTo>
                  <a:lnTo>
                    <a:pt x="850" y="23942"/>
                  </a:lnTo>
                  <a:lnTo>
                    <a:pt x="811" y="23170"/>
                  </a:lnTo>
                  <a:lnTo>
                    <a:pt x="773" y="22436"/>
                  </a:lnTo>
                  <a:lnTo>
                    <a:pt x="657" y="21239"/>
                  </a:lnTo>
                  <a:lnTo>
                    <a:pt x="503" y="20467"/>
                  </a:lnTo>
                  <a:lnTo>
                    <a:pt x="425" y="20081"/>
                  </a:lnTo>
                  <a:lnTo>
                    <a:pt x="464" y="19695"/>
                  </a:lnTo>
                  <a:lnTo>
                    <a:pt x="503" y="19656"/>
                  </a:lnTo>
                  <a:lnTo>
                    <a:pt x="541" y="19579"/>
                  </a:lnTo>
                  <a:lnTo>
                    <a:pt x="541" y="19540"/>
                  </a:lnTo>
                  <a:lnTo>
                    <a:pt x="541" y="19463"/>
                  </a:lnTo>
                  <a:lnTo>
                    <a:pt x="1429" y="18420"/>
                  </a:lnTo>
                  <a:lnTo>
                    <a:pt x="2356" y="17378"/>
                  </a:lnTo>
                  <a:close/>
                  <a:moveTo>
                    <a:pt x="8148" y="24830"/>
                  </a:moveTo>
                  <a:lnTo>
                    <a:pt x="8148" y="25062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8"/>
                  </a:lnTo>
                  <a:lnTo>
                    <a:pt x="7878" y="25216"/>
                  </a:lnTo>
                  <a:lnTo>
                    <a:pt x="7839" y="25294"/>
                  </a:lnTo>
                  <a:lnTo>
                    <a:pt x="7839" y="25371"/>
                  </a:lnTo>
                  <a:lnTo>
                    <a:pt x="7994" y="25873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60"/>
                  </a:lnTo>
                  <a:lnTo>
                    <a:pt x="8148" y="28962"/>
                  </a:lnTo>
                  <a:lnTo>
                    <a:pt x="8071" y="29503"/>
                  </a:lnTo>
                  <a:lnTo>
                    <a:pt x="7762" y="29194"/>
                  </a:lnTo>
                  <a:lnTo>
                    <a:pt x="7453" y="28885"/>
                  </a:lnTo>
                  <a:lnTo>
                    <a:pt x="7260" y="28537"/>
                  </a:lnTo>
                  <a:lnTo>
                    <a:pt x="7067" y="28190"/>
                  </a:lnTo>
                  <a:lnTo>
                    <a:pt x="6951" y="27804"/>
                  </a:lnTo>
                  <a:lnTo>
                    <a:pt x="6874" y="27417"/>
                  </a:lnTo>
                  <a:lnTo>
                    <a:pt x="6835" y="26954"/>
                  </a:lnTo>
                  <a:lnTo>
                    <a:pt x="6835" y="26491"/>
                  </a:lnTo>
                  <a:lnTo>
                    <a:pt x="6874" y="26105"/>
                  </a:lnTo>
                  <a:lnTo>
                    <a:pt x="6874" y="25757"/>
                  </a:lnTo>
                  <a:lnTo>
                    <a:pt x="6835" y="25603"/>
                  </a:lnTo>
                  <a:lnTo>
                    <a:pt x="6758" y="25487"/>
                  </a:lnTo>
                  <a:lnTo>
                    <a:pt x="6642" y="25371"/>
                  </a:lnTo>
                  <a:lnTo>
                    <a:pt x="6488" y="25294"/>
                  </a:lnTo>
                  <a:lnTo>
                    <a:pt x="6604" y="25101"/>
                  </a:lnTo>
                  <a:lnTo>
                    <a:pt x="6720" y="24985"/>
                  </a:lnTo>
                  <a:lnTo>
                    <a:pt x="7106" y="24985"/>
                  </a:lnTo>
                  <a:lnTo>
                    <a:pt x="7453" y="24946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5"/>
                  </a:lnTo>
                  <a:lnTo>
                    <a:pt x="9500" y="25409"/>
                  </a:lnTo>
                  <a:lnTo>
                    <a:pt x="9809" y="25796"/>
                  </a:lnTo>
                  <a:lnTo>
                    <a:pt x="10118" y="26259"/>
                  </a:lnTo>
                  <a:lnTo>
                    <a:pt x="9847" y="26220"/>
                  </a:lnTo>
                  <a:lnTo>
                    <a:pt x="9616" y="26105"/>
                  </a:lnTo>
                  <a:lnTo>
                    <a:pt x="9423" y="25950"/>
                  </a:lnTo>
                  <a:lnTo>
                    <a:pt x="9230" y="25757"/>
                  </a:lnTo>
                  <a:lnTo>
                    <a:pt x="9191" y="25680"/>
                  </a:lnTo>
                  <a:lnTo>
                    <a:pt x="8998" y="25680"/>
                  </a:lnTo>
                  <a:lnTo>
                    <a:pt x="8959" y="25718"/>
                  </a:lnTo>
                  <a:lnTo>
                    <a:pt x="8921" y="25796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1"/>
                  </a:lnTo>
                  <a:lnTo>
                    <a:pt x="9423" y="27070"/>
                  </a:lnTo>
                  <a:lnTo>
                    <a:pt x="9500" y="27379"/>
                  </a:lnTo>
                  <a:lnTo>
                    <a:pt x="9538" y="27688"/>
                  </a:lnTo>
                  <a:lnTo>
                    <a:pt x="9538" y="27997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80"/>
                  </a:lnTo>
                  <a:lnTo>
                    <a:pt x="9230" y="29889"/>
                  </a:lnTo>
                  <a:lnTo>
                    <a:pt x="9075" y="30159"/>
                  </a:lnTo>
                  <a:lnTo>
                    <a:pt x="8921" y="30429"/>
                  </a:lnTo>
                  <a:lnTo>
                    <a:pt x="8728" y="30661"/>
                  </a:lnTo>
                  <a:lnTo>
                    <a:pt x="8534" y="30777"/>
                  </a:lnTo>
                  <a:lnTo>
                    <a:pt x="8341" y="30854"/>
                  </a:lnTo>
                  <a:lnTo>
                    <a:pt x="8187" y="30854"/>
                  </a:lnTo>
                  <a:lnTo>
                    <a:pt x="7994" y="30777"/>
                  </a:lnTo>
                  <a:lnTo>
                    <a:pt x="7839" y="30700"/>
                  </a:lnTo>
                  <a:lnTo>
                    <a:pt x="7685" y="30584"/>
                  </a:lnTo>
                  <a:lnTo>
                    <a:pt x="7376" y="30275"/>
                  </a:lnTo>
                  <a:lnTo>
                    <a:pt x="6874" y="29773"/>
                  </a:lnTo>
                  <a:lnTo>
                    <a:pt x="6681" y="29503"/>
                  </a:lnTo>
                  <a:lnTo>
                    <a:pt x="6488" y="29194"/>
                  </a:lnTo>
                  <a:lnTo>
                    <a:pt x="6295" y="28846"/>
                  </a:lnTo>
                  <a:lnTo>
                    <a:pt x="6102" y="28460"/>
                  </a:lnTo>
                  <a:lnTo>
                    <a:pt x="5986" y="28074"/>
                  </a:lnTo>
                  <a:lnTo>
                    <a:pt x="5909" y="27688"/>
                  </a:lnTo>
                  <a:lnTo>
                    <a:pt x="5870" y="27263"/>
                  </a:lnTo>
                  <a:lnTo>
                    <a:pt x="5870" y="26877"/>
                  </a:lnTo>
                  <a:lnTo>
                    <a:pt x="5909" y="26491"/>
                  </a:lnTo>
                  <a:lnTo>
                    <a:pt x="6024" y="26066"/>
                  </a:lnTo>
                  <a:lnTo>
                    <a:pt x="6024" y="25950"/>
                  </a:lnTo>
                  <a:lnTo>
                    <a:pt x="5947" y="25911"/>
                  </a:lnTo>
                  <a:lnTo>
                    <a:pt x="5870" y="25873"/>
                  </a:lnTo>
                  <a:lnTo>
                    <a:pt x="5793" y="25873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8"/>
                  </a:lnTo>
                  <a:lnTo>
                    <a:pt x="5445" y="25101"/>
                  </a:lnTo>
                  <a:lnTo>
                    <a:pt x="5716" y="24753"/>
                  </a:lnTo>
                  <a:lnTo>
                    <a:pt x="6102" y="24869"/>
                  </a:lnTo>
                  <a:lnTo>
                    <a:pt x="6488" y="24946"/>
                  </a:lnTo>
                  <a:lnTo>
                    <a:pt x="6333" y="25101"/>
                  </a:lnTo>
                  <a:lnTo>
                    <a:pt x="6179" y="25294"/>
                  </a:lnTo>
                  <a:lnTo>
                    <a:pt x="6179" y="25371"/>
                  </a:lnTo>
                  <a:lnTo>
                    <a:pt x="6179" y="25448"/>
                  </a:lnTo>
                  <a:lnTo>
                    <a:pt x="6256" y="25487"/>
                  </a:lnTo>
                  <a:lnTo>
                    <a:pt x="6295" y="25487"/>
                  </a:lnTo>
                  <a:lnTo>
                    <a:pt x="6372" y="25525"/>
                  </a:lnTo>
                  <a:lnTo>
                    <a:pt x="6449" y="25603"/>
                  </a:lnTo>
                  <a:lnTo>
                    <a:pt x="6526" y="25796"/>
                  </a:lnTo>
                  <a:lnTo>
                    <a:pt x="6565" y="26105"/>
                  </a:lnTo>
                  <a:lnTo>
                    <a:pt x="6604" y="26452"/>
                  </a:lnTo>
                  <a:lnTo>
                    <a:pt x="6604" y="27147"/>
                  </a:lnTo>
                  <a:lnTo>
                    <a:pt x="6604" y="27611"/>
                  </a:lnTo>
                  <a:lnTo>
                    <a:pt x="6681" y="28074"/>
                  </a:lnTo>
                  <a:lnTo>
                    <a:pt x="6835" y="28499"/>
                  </a:lnTo>
                  <a:lnTo>
                    <a:pt x="7067" y="28923"/>
                  </a:lnTo>
                  <a:lnTo>
                    <a:pt x="7376" y="29310"/>
                  </a:lnTo>
                  <a:lnTo>
                    <a:pt x="7569" y="29464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50"/>
                  </a:lnTo>
                  <a:lnTo>
                    <a:pt x="8264" y="29850"/>
                  </a:lnTo>
                  <a:lnTo>
                    <a:pt x="8303" y="29812"/>
                  </a:lnTo>
                  <a:lnTo>
                    <a:pt x="8303" y="29734"/>
                  </a:lnTo>
                  <a:lnTo>
                    <a:pt x="8303" y="29696"/>
                  </a:lnTo>
                  <a:lnTo>
                    <a:pt x="8303" y="29657"/>
                  </a:lnTo>
                  <a:lnTo>
                    <a:pt x="8419" y="29155"/>
                  </a:lnTo>
                  <a:lnTo>
                    <a:pt x="8496" y="28615"/>
                  </a:lnTo>
                  <a:lnTo>
                    <a:pt x="8534" y="28113"/>
                  </a:lnTo>
                  <a:lnTo>
                    <a:pt x="8534" y="27572"/>
                  </a:lnTo>
                  <a:lnTo>
                    <a:pt x="8534" y="27070"/>
                  </a:lnTo>
                  <a:lnTo>
                    <a:pt x="8457" y="26568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7"/>
                  </a:lnTo>
                  <a:lnTo>
                    <a:pt x="8650" y="25409"/>
                  </a:lnTo>
                  <a:lnTo>
                    <a:pt x="8650" y="25371"/>
                  </a:lnTo>
                  <a:lnTo>
                    <a:pt x="8612" y="25294"/>
                  </a:lnTo>
                  <a:lnTo>
                    <a:pt x="8380" y="24792"/>
                  </a:lnTo>
                  <a:lnTo>
                    <a:pt x="8805" y="24637"/>
                  </a:lnTo>
                  <a:close/>
                  <a:moveTo>
                    <a:pt x="6449" y="1"/>
                  </a:moveTo>
                  <a:lnTo>
                    <a:pt x="6411" y="40"/>
                  </a:lnTo>
                  <a:lnTo>
                    <a:pt x="6411" y="117"/>
                  </a:lnTo>
                  <a:lnTo>
                    <a:pt x="6333" y="117"/>
                  </a:lnTo>
                  <a:lnTo>
                    <a:pt x="6295" y="194"/>
                  </a:lnTo>
                  <a:lnTo>
                    <a:pt x="5600" y="1275"/>
                  </a:lnTo>
                  <a:lnTo>
                    <a:pt x="4943" y="2434"/>
                  </a:lnTo>
                  <a:lnTo>
                    <a:pt x="4403" y="3592"/>
                  </a:lnTo>
                  <a:lnTo>
                    <a:pt x="3901" y="4828"/>
                  </a:lnTo>
                  <a:lnTo>
                    <a:pt x="3437" y="6063"/>
                  </a:lnTo>
                  <a:lnTo>
                    <a:pt x="3090" y="7299"/>
                  </a:lnTo>
                  <a:lnTo>
                    <a:pt x="2742" y="8573"/>
                  </a:lnTo>
                  <a:lnTo>
                    <a:pt x="2511" y="9848"/>
                  </a:lnTo>
                  <a:lnTo>
                    <a:pt x="2317" y="11161"/>
                  </a:lnTo>
                  <a:lnTo>
                    <a:pt x="2202" y="12474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9"/>
                  </a:lnTo>
                  <a:lnTo>
                    <a:pt x="541" y="18806"/>
                  </a:lnTo>
                  <a:lnTo>
                    <a:pt x="39" y="19463"/>
                  </a:lnTo>
                  <a:lnTo>
                    <a:pt x="1" y="19501"/>
                  </a:lnTo>
                  <a:lnTo>
                    <a:pt x="1" y="19579"/>
                  </a:lnTo>
                  <a:lnTo>
                    <a:pt x="78" y="19695"/>
                  </a:lnTo>
                  <a:lnTo>
                    <a:pt x="39" y="19965"/>
                  </a:lnTo>
                  <a:lnTo>
                    <a:pt x="39" y="20274"/>
                  </a:lnTo>
                  <a:lnTo>
                    <a:pt x="39" y="20544"/>
                  </a:lnTo>
                  <a:lnTo>
                    <a:pt x="78" y="20853"/>
                  </a:lnTo>
                  <a:lnTo>
                    <a:pt x="194" y="21432"/>
                  </a:lnTo>
                  <a:lnTo>
                    <a:pt x="309" y="22011"/>
                  </a:lnTo>
                  <a:lnTo>
                    <a:pt x="387" y="22900"/>
                  </a:lnTo>
                  <a:lnTo>
                    <a:pt x="425" y="23749"/>
                  </a:lnTo>
                  <a:lnTo>
                    <a:pt x="425" y="24637"/>
                  </a:lnTo>
                  <a:lnTo>
                    <a:pt x="387" y="25487"/>
                  </a:lnTo>
                  <a:lnTo>
                    <a:pt x="387" y="25603"/>
                  </a:lnTo>
                  <a:lnTo>
                    <a:pt x="464" y="25641"/>
                  </a:lnTo>
                  <a:lnTo>
                    <a:pt x="503" y="25680"/>
                  </a:lnTo>
                  <a:lnTo>
                    <a:pt x="580" y="25680"/>
                  </a:lnTo>
                  <a:lnTo>
                    <a:pt x="618" y="25757"/>
                  </a:lnTo>
                  <a:lnTo>
                    <a:pt x="696" y="25796"/>
                  </a:lnTo>
                  <a:lnTo>
                    <a:pt x="811" y="25796"/>
                  </a:lnTo>
                  <a:lnTo>
                    <a:pt x="1584" y="25255"/>
                  </a:lnTo>
                  <a:lnTo>
                    <a:pt x="2279" y="24714"/>
                  </a:lnTo>
                  <a:lnTo>
                    <a:pt x="3746" y="23595"/>
                  </a:lnTo>
                  <a:lnTo>
                    <a:pt x="3785" y="23479"/>
                  </a:lnTo>
                  <a:lnTo>
                    <a:pt x="3785" y="23363"/>
                  </a:lnTo>
                  <a:lnTo>
                    <a:pt x="3630" y="22089"/>
                  </a:lnTo>
                  <a:lnTo>
                    <a:pt x="3592" y="20814"/>
                  </a:lnTo>
                  <a:lnTo>
                    <a:pt x="3939" y="21278"/>
                  </a:lnTo>
                  <a:lnTo>
                    <a:pt x="4364" y="21664"/>
                  </a:lnTo>
                  <a:lnTo>
                    <a:pt x="4789" y="22050"/>
                  </a:lnTo>
                  <a:lnTo>
                    <a:pt x="5252" y="22359"/>
                  </a:lnTo>
                  <a:lnTo>
                    <a:pt x="5059" y="22745"/>
                  </a:lnTo>
                  <a:lnTo>
                    <a:pt x="4866" y="23170"/>
                  </a:lnTo>
                  <a:lnTo>
                    <a:pt x="4712" y="23633"/>
                  </a:lnTo>
                  <a:lnTo>
                    <a:pt x="4673" y="23865"/>
                  </a:lnTo>
                  <a:lnTo>
                    <a:pt x="4712" y="24097"/>
                  </a:lnTo>
                  <a:lnTo>
                    <a:pt x="4750" y="24174"/>
                  </a:lnTo>
                  <a:lnTo>
                    <a:pt x="4789" y="24212"/>
                  </a:lnTo>
                  <a:lnTo>
                    <a:pt x="4827" y="24251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6"/>
                  </a:lnTo>
                  <a:lnTo>
                    <a:pt x="5329" y="24869"/>
                  </a:lnTo>
                  <a:lnTo>
                    <a:pt x="5175" y="25062"/>
                  </a:lnTo>
                  <a:lnTo>
                    <a:pt x="5020" y="25255"/>
                  </a:lnTo>
                  <a:lnTo>
                    <a:pt x="4905" y="25487"/>
                  </a:lnTo>
                  <a:lnTo>
                    <a:pt x="4827" y="25718"/>
                  </a:lnTo>
                  <a:lnTo>
                    <a:pt x="4750" y="25950"/>
                  </a:lnTo>
                  <a:lnTo>
                    <a:pt x="4712" y="26220"/>
                  </a:lnTo>
                  <a:lnTo>
                    <a:pt x="4712" y="26491"/>
                  </a:lnTo>
                  <a:lnTo>
                    <a:pt x="4712" y="26568"/>
                  </a:lnTo>
                  <a:lnTo>
                    <a:pt x="4789" y="26645"/>
                  </a:lnTo>
                  <a:lnTo>
                    <a:pt x="4943" y="26645"/>
                  </a:lnTo>
                  <a:lnTo>
                    <a:pt x="5638" y="26298"/>
                  </a:lnTo>
                  <a:lnTo>
                    <a:pt x="5561" y="26722"/>
                  </a:lnTo>
                  <a:lnTo>
                    <a:pt x="5561" y="27147"/>
                  </a:lnTo>
                  <a:lnTo>
                    <a:pt x="5561" y="27533"/>
                  </a:lnTo>
                  <a:lnTo>
                    <a:pt x="5638" y="27958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7"/>
                  </a:lnTo>
                  <a:lnTo>
                    <a:pt x="6256" y="29464"/>
                  </a:lnTo>
                  <a:lnTo>
                    <a:pt x="6642" y="30005"/>
                  </a:lnTo>
                  <a:lnTo>
                    <a:pt x="6913" y="30352"/>
                  </a:lnTo>
                  <a:lnTo>
                    <a:pt x="7183" y="30661"/>
                  </a:lnTo>
                  <a:lnTo>
                    <a:pt x="7530" y="30970"/>
                  </a:lnTo>
                  <a:lnTo>
                    <a:pt x="7839" y="31163"/>
                  </a:lnTo>
                  <a:lnTo>
                    <a:pt x="7994" y="31240"/>
                  </a:lnTo>
                  <a:lnTo>
                    <a:pt x="8148" y="31318"/>
                  </a:lnTo>
                  <a:lnTo>
                    <a:pt x="8303" y="31318"/>
                  </a:lnTo>
                  <a:lnTo>
                    <a:pt x="8457" y="31279"/>
                  </a:lnTo>
                  <a:lnTo>
                    <a:pt x="8612" y="31240"/>
                  </a:lnTo>
                  <a:lnTo>
                    <a:pt x="8766" y="31163"/>
                  </a:lnTo>
                  <a:lnTo>
                    <a:pt x="8998" y="30893"/>
                  </a:lnTo>
                  <a:lnTo>
                    <a:pt x="9230" y="30584"/>
                  </a:lnTo>
                  <a:lnTo>
                    <a:pt x="9423" y="30236"/>
                  </a:lnTo>
                  <a:lnTo>
                    <a:pt x="9577" y="29850"/>
                  </a:lnTo>
                  <a:lnTo>
                    <a:pt x="9693" y="29464"/>
                  </a:lnTo>
                  <a:lnTo>
                    <a:pt x="9847" y="28808"/>
                  </a:lnTo>
                  <a:lnTo>
                    <a:pt x="9886" y="28228"/>
                  </a:lnTo>
                  <a:lnTo>
                    <a:pt x="9847" y="27611"/>
                  </a:lnTo>
                  <a:lnTo>
                    <a:pt x="9770" y="27031"/>
                  </a:lnTo>
                  <a:lnTo>
                    <a:pt x="9577" y="26491"/>
                  </a:lnTo>
                  <a:lnTo>
                    <a:pt x="9770" y="26529"/>
                  </a:lnTo>
                  <a:lnTo>
                    <a:pt x="9963" y="26568"/>
                  </a:lnTo>
                  <a:lnTo>
                    <a:pt x="10156" y="26607"/>
                  </a:lnTo>
                  <a:lnTo>
                    <a:pt x="10388" y="26607"/>
                  </a:lnTo>
                  <a:lnTo>
                    <a:pt x="10465" y="26568"/>
                  </a:lnTo>
                  <a:lnTo>
                    <a:pt x="10542" y="26529"/>
                  </a:lnTo>
                  <a:lnTo>
                    <a:pt x="10542" y="26452"/>
                  </a:lnTo>
                  <a:lnTo>
                    <a:pt x="10542" y="26336"/>
                  </a:lnTo>
                  <a:lnTo>
                    <a:pt x="10234" y="25834"/>
                  </a:lnTo>
                  <a:lnTo>
                    <a:pt x="9925" y="25332"/>
                  </a:lnTo>
                  <a:lnTo>
                    <a:pt x="9538" y="24869"/>
                  </a:lnTo>
                  <a:lnTo>
                    <a:pt x="9114" y="24483"/>
                  </a:lnTo>
                  <a:lnTo>
                    <a:pt x="9616" y="24135"/>
                  </a:lnTo>
                  <a:lnTo>
                    <a:pt x="9693" y="24058"/>
                  </a:lnTo>
                  <a:lnTo>
                    <a:pt x="9732" y="23981"/>
                  </a:lnTo>
                  <a:lnTo>
                    <a:pt x="9770" y="23942"/>
                  </a:lnTo>
                  <a:lnTo>
                    <a:pt x="9732" y="23865"/>
                  </a:lnTo>
                  <a:lnTo>
                    <a:pt x="9307" y="23093"/>
                  </a:lnTo>
                  <a:lnTo>
                    <a:pt x="9114" y="22706"/>
                  </a:lnTo>
                  <a:lnTo>
                    <a:pt x="8959" y="22282"/>
                  </a:lnTo>
                  <a:lnTo>
                    <a:pt x="9114" y="22204"/>
                  </a:lnTo>
                  <a:lnTo>
                    <a:pt x="9423" y="21934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9"/>
                  </a:lnTo>
                  <a:lnTo>
                    <a:pt x="10118" y="21896"/>
                  </a:lnTo>
                  <a:lnTo>
                    <a:pt x="10040" y="22822"/>
                  </a:lnTo>
                  <a:lnTo>
                    <a:pt x="10079" y="22900"/>
                  </a:lnTo>
                  <a:lnTo>
                    <a:pt x="10156" y="22977"/>
                  </a:lnTo>
                  <a:lnTo>
                    <a:pt x="10813" y="23402"/>
                  </a:lnTo>
                  <a:lnTo>
                    <a:pt x="11469" y="23826"/>
                  </a:lnTo>
                  <a:lnTo>
                    <a:pt x="12126" y="24290"/>
                  </a:lnTo>
                  <a:lnTo>
                    <a:pt x="12743" y="24753"/>
                  </a:lnTo>
                  <a:lnTo>
                    <a:pt x="12859" y="24830"/>
                  </a:lnTo>
                  <a:lnTo>
                    <a:pt x="12975" y="24792"/>
                  </a:lnTo>
                  <a:lnTo>
                    <a:pt x="13052" y="24753"/>
                  </a:lnTo>
                  <a:lnTo>
                    <a:pt x="13091" y="24637"/>
                  </a:lnTo>
                  <a:lnTo>
                    <a:pt x="13323" y="21394"/>
                  </a:lnTo>
                  <a:lnTo>
                    <a:pt x="13400" y="19772"/>
                  </a:lnTo>
                  <a:lnTo>
                    <a:pt x="13439" y="18961"/>
                  </a:lnTo>
                  <a:lnTo>
                    <a:pt x="13400" y="18189"/>
                  </a:lnTo>
                  <a:lnTo>
                    <a:pt x="13361" y="18073"/>
                  </a:lnTo>
                  <a:lnTo>
                    <a:pt x="13323" y="18034"/>
                  </a:lnTo>
                  <a:lnTo>
                    <a:pt x="13284" y="18034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5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5" y="14559"/>
                  </a:lnTo>
                  <a:lnTo>
                    <a:pt x="10620" y="13632"/>
                  </a:lnTo>
                  <a:lnTo>
                    <a:pt x="10504" y="12705"/>
                  </a:lnTo>
                  <a:lnTo>
                    <a:pt x="10234" y="11122"/>
                  </a:lnTo>
                  <a:lnTo>
                    <a:pt x="9886" y="9539"/>
                  </a:lnTo>
                  <a:lnTo>
                    <a:pt x="9500" y="7956"/>
                  </a:lnTo>
                  <a:lnTo>
                    <a:pt x="9036" y="6411"/>
                  </a:lnTo>
                  <a:lnTo>
                    <a:pt x="8534" y="4866"/>
                  </a:lnTo>
                  <a:lnTo>
                    <a:pt x="7994" y="3322"/>
                  </a:lnTo>
                  <a:lnTo>
                    <a:pt x="7415" y="1816"/>
                  </a:lnTo>
                  <a:lnTo>
                    <a:pt x="6835" y="310"/>
                  </a:lnTo>
                  <a:lnTo>
                    <a:pt x="6797" y="233"/>
                  </a:lnTo>
                  <a:lnTo>
                    <a:pt x="6720" y="194"/>
                  </a:lnTo>
                  <a:lnTo>
                    <a:pt x="6642" y="155"/>
                  </a:lnTo>
                  <a:lnTo>
                    <a:pt x="6604" y="40"/>
                  </a:lnTo>
                  <a:lnTo>
                    <a:pt x="65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4" name="Google Shape;5124;p21"/>
            <p:cNvSpPr/>
            <p:nvPr/>
          </p:nvSpPr>
          <p:spPr>
            <a:xfrm>
              <a:off x="2672775" y="3239275"/>
              <a:ext cx="330175" cy="176700"/>
            </a:xfrm>
            <a:custGeom>
              <a:avLst/>
              <a:gdLst/>
              <a:ahLst/>
              <a:cxnLst/>
              <a:rect l="l" t="t" r="r" b="b"/>
              <a:pathLst>
                <a:path w="13207" h="7068" extrusionOk="0">
                  <a:moveTo>
                    <a:pt x="8110" y="310"/>
                  </a:moveTo>
                  <a:lnTo>
                    <a:pt x="8226" y="348"/>
                  </a:lnTo>
                  <a:lnTo>
                    <a:pt x="8380" y="425"/>
                  </a:lnTo>
                  <a:lnTo>
                    <a:pt x="8535" y="541"/>
                  </a:lnTo>
                  <a:lnTo>
                    <a:pt x="8612" y="580"/>
                  </a:lnTo>
                  <a:lnTo>
                    <a:pt x="8728" y="889"/>
                  </a:lnTo>
                  <a:lnTo>
                    <a:pt x="8766" y="1198"/>
                  </a:lnTo>
                  <a:lnTo>
                    <a:pt x="8728" y="1468"/>
                  </a:lnTo>
                  <a:lnTo>
                    <a:pt x="8650" y="1777"/>
                  </a:lnTo>
                  <a:lnTo>
                    <a:pt x="8496" y="2047"/>
                  </a:lnTo>
                  <a:lnTo>
                    <a:pt x="8380" y="2318"/>
                  </a:lnTo>
                  <a:lnTo>
                    <a:pt x="8033" y="2858"/>
                  </a:lnTo>
                  <a:lnTo>
                    <a:pt x="6836" y="4712"/>
                  </a:lnTo>
                  <a:lnTo>
                    <a:pt x="6681" y="4712"/>
                  </a:lnTo>
                  <a:lnTo>
                    <a:pt x="6797" y="3746"/>
                  </a:lnTo>
                  <a:lnTo>
                    <a:pt x="6990" y="2781"/>
                  </a:lnTo>
                  <a:lnTo>
                    <a:pt x="7222" y="1661"/>
                  </a:lnTo>
                  <a:lnTo>
                    <a:pt x="7338" y="1198"/>
                  </a:lnTo>
                  <a:lnTo>
                    <a:pt x="7453" y="889"/>
                  </a:lnTo>
                  <a:lnTo>
                    <a:pt x="7608" y="618"/>
                  </a:lnTo>
                  <a:lnTo>
                    <a:pt x="7762" y="425"/>
                  </a:lnTo>
                  <a:lnTo>
                    <a:pt x="7878" y="348"/>
                  </a:lnTo>
                  <a:lnTo>
                    <a:pt x="7994" y="310"/>
                  </a:lnTo>
                  <a:close/>
                  <a:moveTo>
                    <a:pt x="5909" y="5407"/>
                  </a:moveTo>
                  <a:lnTo>
                    <a:pt x="4673" y="5831"/>
                  </a:lnTo>
                  <a:lnTo>
                    <a:pt x="3437" y="6218"/>
                  </a:lnTo>
                  <a:lnTo>
                    <a:pt x="2781" y="6372"/>
                  </a:lnTo>
                  <a:lnTo>
                    <a:pt x="2125" y="6527"/>
                  </a:lnTo>
                  <a:lnTo>
                    <a:pt x="1700" y="6565"/>
                  </a:lnTo>
                  <a:lnTo>
                    <a:pt x="1314" y="6604"/>
                  </a:lnTo>
                  <a:lnTo>
                    <a:pt x="1043" y="6565"/>
                  </a:lnTo>
                  <a:lnTo>
                    <a:pt x="812" y="6488"/>
                  </a:lnTo>
                  <a:lnTo>
                    <a:pt x="734" y="6449"/>
                  </a:lnTo>
                  <a:lnTo>
                    <a:pt x="696" y="6333"/>
                  </a:lnTo>
                  <a:lnTo>
                    <a:pt x="696" y="6218"/>
                  </a:lnTo>
                  <a:lnTo>
                    <a:pt x="696" y="6063"/>
                  </a:lnTo>
                  <a:lnTo>
                    <a:pt x="696" y="5909"/>
                  </a:lnTo>
                  <a:lnTo>
                    <a:pt x="734" y="5793"/>
                  </a:lnTo>
                  <a:lnTo>
                    <a:pt x="812" y="5716"/>
                  </a:lnTo>
                  <a:lnTo>
                    <a:pt x="889" y="5677"/>
                  </a:lnTo>
                  <a:lnTo>
                    <a:pt x="1082" y="5600"/>
                  </a:lnTo>
                  <a:lnTo>
                    <a:pt x="1391" y="5561"/>
                  </a:lnTo>
                  <a:lnTo>
                    <a:pt x="2047" y="5484"/>
                  </a:lnTo>
                  <a:lnTo>
                    <a:pt x="2897" y="5445"/>
                  </a:lnTo>
                  <a:lnTo>
                    <a:pt x="5368" y="5445"/>
                  </a:lnTo>
                  <a:lnTo>
                    <a:pt x="5909" y="5407"/>
                  </a:lnTo>
                  <a:close/>
                  <a:moveTo>
                    <a:pt x="7067" y="5098"/>
                  </a:moveTo>
                  <a:lnTo>
                    <a:pt x="8342" y="5136"/>
                  </a:lnTo>
                  <a:lnTo>
                    <a:pt x="9577" y="5252"/>
                  </a:lnTo>
                  <a:lnTo>
                    <a:pt x="10272" y="5329"/>
                  </a:lnTo>
                  <a:lnTo>
                    <a:pt x="11006" y="5445"/>
                  </a:lnTo>
                  <a:lnTo>
                    <a:pt x="11701" y="5561"/>
                  </a:lnTo>
                  <a:lnTo>
                    <a:pt x="12164" y="5677"/>
                  </a:lnTo>
                  <a:lnTo>
                    <a:pt x="12280" y="5716"/>
                  </a:lnTo>
                  <a:lnTo>
                    <a:pt x="12396" y="5754"/>
                  </a:lnTo>
                  <a:lnTo>
                    <a:pt x="12473" y="5831"/>
                  </a:lnTo>
                  <a:lnTo>
                    <a:pt x="12551" y="5909"/>
                  </a:lnTo>
                  <a:lnTo>
                    <a:pt x="12589" y="6025"/>
                  </a:lnTo>
                  <a:lnTo>
                    <a:pt x="12628" y="6179"/>
                  </a:lnTo>
                  <a:lnTo>
                    <a:pt x="12589" y="6527"/>
                  </a:lnTo>
                  <a:lnTo>
                    <a:pt x="12435" y="6604"/>
                  </a:lnTo>
                  <a:lnTo>
                    <a:pt x="12242" y="6642"/>
                  </a:lnTo>
                  <a:lnTo>
                    <a:pt x="12010" y="6681"/>
                  </a:lnTo>
                  <a:lnTo>
                    <a:pt x="11778" y="6681"/>
                  </a:lnTo>
                  <a:lnTo>
                    <a:pt x="11315" y="6604"/>
                  </a:lnTo>
                  <a:lnTo>
                    <a:pt x="10929" y="6527"/>
                  </a:lnTo>
                  <a:lnTo>
                    <a:pt x="10156" y="6372"/>
                  </a:lnTo>
                  <a:lnTo>
                    <a:pt x="9423" y="6140"/>
                  </a:lnTo>
                  <a:lnTo>
                    <a:pt x="8805" y="5909"/>
                  </a:lnTo>
                  <a:lnTo>
                    <a:pt x="8226" y="5677"/>
                  </a:lnTo>
                  <a:lnTo>
                    <a:pt x="7067" y="5098"/>
                  </a:lnTo>
                  <a:close/>
                  <a:moveTo>
                    <a:pt x="8148" y="1"/>
                  </a:moveTo>
                  <a:lnTo>
                    <a:pt x="7917" y="39"/>
                  </a:lnTo>
                  <a:lnTo>
                    <a:pt x="7724" y="116"/>
                  </a:lnTo>
                  <a:lnTo>
                    <a:pt x="7492" y="271"/>
                  </a:lnTo>
                  <a:lnTo>
                    <a:pt x="7338" y="425"/>
                  </a:lnTo>
                  <a:lnTo>
                    <a:pt x="7183" y="618"/>
                  </a:lnTo>
                  <a:lnTo>
                    <a:pt x="6990" y="1043"/>
                  </a:lnTo>
                  <a:lnTo>
                    <a:pt x="6874" y="1507"/>
                  </a:lnTo>
                  <a:lnTo>
                    <a:pt x="6681" y="2433"/>
                  </a:lnTo>
                  <a:lnTo>
                    <a:pt x="6527" y="3592"/>
                  </a:lnTo>
                  <a:lnTo>
                    <a:pt x="6488" y="4171"/>
                  </a:lnTo>
                  <a:lnTo>
                    <a:pt x="6449" y="4750"/>
                  </a:lnTo>
                  <a:lnTo>
                    <a:pt x="6411" y="4866"/>
                  </a:lnTo>
                  <a:lnTo>
                    <a:pt x="6411" y="4982"/>
                  </a:lnTo>
                  <a:lnTo>
                    <a:pt x="5870" y="5021"/>
                  </a:lnTo>
                  <a:lnTo>
                    <a:pt x="5291" y="5059"/>
                  </a:lnTo>
                  <a:lnTo>
                    <a:pt x="2549" y="5059"/>
                  </a:lnTo>
                  <a:lnTo>
                    <a:pt x="2009" y="5098"/>
                  </a:lnTo>
                  <a:lnTo>
                    <a:pt x="1391" y="5175"/>
                  </a:lnTo>
                  <a:lnTo>
                    <a:pt x="1005" y="5214"/>
                  </a:lnTo>
                  <a:lnTo>
                    <a:pt x="657" y="5329"/>
                  </a:lnTo>
                  <a:lnTo>
                    <a:pt x="310" y="5484"/>
                  </a:lnTo>
                  <a:lnTo>
                    <a:pt x="194" y="5600"/>
                  </a:lnTo>
                  <a:lnTo>
                    <a:pt x="78" y="5677"/>
                  </a:lnTo>
                  <a:lnTo>
                    <a:pt x="1" y="5831"/>
                  </a:lnTo>
                  <a:lnTo>
                    <a:pt x="1" y="5947"/>
                  </a:lnTo>
                  <a:lnTo>
                    <a:pt x="1" y="6140"/>
                  </a:lnTo>
                  <a:lnTo>
                    <a:pt x="39" y="6295"/>
                  </a:lnTo>
                  <a:lnTo>
                    <a:pt x="117" y="6449"/>
                  </a:lnTo>
                  <a:lnTo>
                    <a:pt x="232" y="6604"/>
                  </a:lnTo>
                  <a:lnTo>
                    <a:pt x="348" y="6681"/>
                  </a:lnTo>
                  <a:lnTo>
                    <a:pt x="464" y="6797"/>
                  </a:lnTo>
                  <a:lnTo>
                    <a:pt x="773" y="6913"/>
                  </a:lnTo>
                  <a:lnTo>
                    <a:pt x="1082" y="6990"/>
                  </a:lnTo>
                  <a:lnTo>
                    <a:pt x="1777" y="6990"/>
                  </a:lnTo>
                  <a:lnTo>
                    <a:pt x="2395" y="6913"/>
                  </a:lnTo>
                  <a:lnTo>
                    <a:pt x="3476" y="6642"/>
                  </a:lnTo>
                  <a:lnTo>
                    <a:pt x="4519" y="6333"/>
                  </a:lnTo>
                  <a:lnTo>
                    <a:pt x="5600" y="5947"/>
                  </a:lnTo>
                  <a:lnTo>
                    <a:pt x="6102" y="5716"/>
                  </a:lnTo>
                  <a:lnTo>
                    <a:pt x="6565" y="5484"/>
                  </a:lnTo>
                  <a:lnTo>
                    <a:pt x="6604" y="5484"/>
                  </a:lnTo>
                  <a:lnTo>
                    <a:pt x="6681" y="5909"/>
                  </a:lnTo>
                  <a:lnTo>
                    <a:pt x="6758" y="6102"/>
                  </a:lnTo>
                  <a:lnTo>
                    <a:pt x="6836" y="6295"/>
                  </a:lnTo>
                  <a:lnTo>
                    <a:pt x="7106" y="6256"/>
                  </a:lnTo>
                  <a:lnTo>
                    <a:pt x="7106" y="6218"/>
                  </a:lnTo>
                  <a:lnTo>
                    <a:pt x="6990" y="5870"/>
                  </a:lnTo>
                  <a:lnTo>
                    <a:pt x="6951" y="5677"/>
                  </a:lnTo>
                  <a:lnTo>
                    <a:pt x="6990" y="5484"/>
                  </a:lnTo>
                  <a:lnTo>
                    <a:pt x="6990" y="5407"/>
                  </a:lnTo>
                  <a:lnTo>
                    <a:pt x="7762" y="5870"/>
                  </a:lnTo>
                  <a:lnTo>
                    <a:pt x="8612" y="6256"/>
                  </a:lnTo>
                  <a:lnTo>
                    <a:pt x="9461" y="6565"/>
                  </a:lnTo>
                  <a:lnTo>
                    <a:pt x="10349" y="6797"/>
                  </a:lnTo>
                  <a:lnTo>
                    <a:pt x="11045" y="6951"/>
                  </a:lnTo>
                  <a:lnTo>
                    <a:pt x="11469" y="7029"/>
                  </a:lnTo>
                  <a:lnTo>
                    <a:pt x="11933" y="7067"/>
                  </a:lnTo>
                  <a:lnTo>
                    <a:pt x="12396" y="7029"/>
                  </a:lnTo>
                  <a:lnTo>
                    <a:pt x="12589" y="6990"/>
                  </a:lnTo>
                  <a:lnTo>
                    <a:pt x="12782" y="6913"/>
                  </a:lnTo>
                  <a:lnTo>
                    <a:pt x="12937" y="6797"/>
                  </a:lnTo>
                  <a:lnTo>
                    <a:pt x="13053" y="6681"/>
                  </a:lnTo>
                  <a:lnTo>
                    <a:pt x="13130" y="6527"/>
                  </a:lnTo>
                  <a:lnTo>
                    <a:pt x="13207" y="6333"/>
                  </a:lnTo>
                  <a:lnTo>
                    <a:pt x="13207" y="6179"/>
                  </a:lnTo>
                  <a:lnTo>
                    <a:pt x="13168" y="6025"/>
                  </a:lnTo>
                  <a:lnTo>
                    <a:pt x="13130" y="5870"/>
                  </a:lnTo>
                  <a:lnTo>
                    <a:pt x="13053" y="5754"/>
                  </a:lnTo>
                  <a:lnTo>
                    <a:pt x="12975" y="5638"/>
                  </a:lnTo>
                  <a:lnTo>
                    <a:pt x="12821" y="5561"/>
                  </a:lnTo>
                  <a:lnTo>
                    <a:pt x="12551" y="5407"/>
                  </a:lnTo>
                  <a:lnTo>
                    <a:pt x="12242" y="5291"/>
                  </a:lnTo>
                  <a:lnTo>
                    <a:pt x="11894" y="5214"/>
                  </a:lnTo>
                  <a:lnTo>
                    <a:pt x="11315" y="5098"/>
                  </a:lnTo>
                  <a:lnTo>
                    <a:pt x="10311" y="4943"/>
                  </a:lnTo>
                  <a:lnTo>
                    <a:pt x="9268" y="4827"/>
                  </a:lnTo>
                  <a:lnTo>
                    <a:pt x="8264" y="4750"/>
                  </a:lnTo>
                  <a:lnTo>
                    <a:pt x="7260" y="4712"/>
                  </a:lnTo>
                  <a:lnTo>
                    <a:pt x="8071" y="3515"/>
                  </a:lnTo>
                  <a:lnTo>
                    <a:pt x="8496" y="2858"/>
                  </a:lnTo>
                  <a:lnTo>
                    <a:pt x="8843" y="2202"/>
                  </a:lnTo>
                  <a:lnTo>
                    <a:pt x="8921" y="1970"/>
                  </a:lnTo>
                  <a:lnTo>
                    <a:pt x="8998" y="1738"/>
                  </a:lnTo>
                  <a:lnTo>
                    <a:pt x="9037" y="1507"/>
                  </a:lnTo>
                  <a:lnTo>
                    <a:pt x="9075" y="1275"/>
                  </a:lnTo>
                  <a:lnTo>
                    <a:pt x="9037" y="1005"/>
                  </a:lnTo>
                  <a:lnTo>
                    <a:pt x="8959" y="812"/>
                  </a:lnTo>
                  <a:lnTo>
                    <a:pt x="8882" y="580"/>
                  </a:lnTo>
                  <a:lnTo>
                    <a:pt x="8728" y="348"/>
                  </a:lnTo>
                  <a:lnTo>
                    <a:pt x="8650" y="232"/>
                  </a:lnTo>
                  <a:lnTo>
                    <a:pt x="8573" y="155"/>
                  </a:lnTo>
                  <a:lnTo>
                    <a:pt x="8380" y="39"/>
                  </a:lnTo>
                  <a:lnTo>
                    <a:pt x="814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5" name="Google Shape;5125;p21"/>
            <p:cNvSpPr/>
            <p:nvPr/>
          </p:nvSpPr>
          <p:spPr>
            <a:xfrm>
              <a:off x="410925" y="3256650"/>
              <a:ext cx="35725" cy="33825"/>
            </a:xfrm>
            <a:custGeom>
              <a:avLst/>
              <a:gdLst/>
              <a:ahLst/>
              <a:cxnLst/>
              <a:rect l="l" t="t" r="r" b="b"/>
              <a:pathLst>
                <a:path w="1429" h="1353" extrusionOk="0">
                  <a:moveTo>
                    <a:pt x="579" y="1"/>
                  </a:moveTo>
                  <a:lnTo>
                    <a:pt x="425" y="39"/>
                  </a:lnTo>
                  <a:lnTo>
                    <a:pt x="232" y="117"/>
                  </a:lnTo>
                  <a:lnTo>
                    <a:pt x="116" y="271"/>
                  </a:lnTo>
                  <a:lnTo>
                    <a:pt x="39" y="425"/>
                  </a:lnTo>
                  <a:lnTo>
                    <a:pt x="0" y="619"/>
                  </a:lnTo>
                  <a:lnTo>
                    <a:pt x="0" y="812"/>
                  </a:lnTo>
                  <a:lnTo>
                    <a:pt x="77" y="966"/>
                  </a:lnTo>
                  <a:lnTo>
                    <a:pt x="155" y="1121"/>
                  </a:lnTo>
                  <a:lnTo>
                    <a:pt x="309" y="1275"/>
                  </a:lnTo>
                  <a:lnTo>
                    <a:pt x="463" y="1352"/>
                  </a:lnTo>
                  <a:lnTo>
                    <a:pt x="618" y="1352"/>
                  </a:lnTo>
                  <a:lnTo>
                    <a:pt x="695" y="1236"/>
                  </a:lnTo>
                  <a:lnTo>
                    <a:pt x="695" y="1121"/>
                  </a:lnTo>
                  <a:lnTo>
                    <a:pt x="657" y="1082"/>
                  </a:lnTo>
                  <a:lnTo>
                    <a:pt x="579" y="1043"/>
                  </a:lnTo>
                  <a:lnTo>
                    <a:pt x="502" y="1005"/>
                  </a:lnTo>
                  <a:lnTo>
                    <a:pt x="463" y="927"/>
                  </a:lnTo>
                  <a:lnTo>
                    <a:pt x="386" y="773"/>
                  </a:lnTo>
                  <a:lnTo>
                    <a:pt x="386" y="580"/>
                  </a:lnTo>
                  <a:lnTo>
                    <a:pt x="425" y="503"/>
                  </a:lnTo>
                  <a:lnTo>
                    <a:pt x="502" y="425"/>
                  </a:lnTo>
                  <a:lnTo>
                    <a:pt x="579" y="387"/>
                  </a:lnTo>
                  <a:lnTo>
                    <a:pt x="657" y="387"/>
                  </a:lnTo>
                  <a:lnTo>
                    <a:pt x="850" y="425"/>
                  </a:lnTo>
                  <a:lnTo>
                    <a:pt x="927" y="464"/>
                  </a:lnTo>
                  <a:lnTo>
                    <a:pt x="965" y="541"/>
                  </a:lnTo>
                  <a:lnTo>
                    <a:pt x="1043" y="696"/>
                  </a:lnTo>
                  <a:lnTo>
                    <a:pt x="1081" y="773"/>
                  </a:lnTo>
                  <a:lnTo>
                    <a:pt x="1120" y="812"/>
                  </a:lnTo>
                  <a:lnTo>
                    <a:pt x="1274" y="812"/>
                  </a:lnTo>
                  <a:lnTo>
                    <a:pt x="1352" y="734"/>
                  </a:lnTo>
                  <a:lnTo>
                    <a:pt x="1390" y="696"/>
                  </a:lnTo>
                  <a:lnTo>
                    <a:pt x="1429" y="619"/>
                  </a:lnTo>
                  <a:lnTo>
                    <a:pt x="1390" y="425"/>
                  </a:lnTo>
                  <a:lnTo>
                    <a:pt x="1274" y="271"/>
                  </a:lnTo>
                  <a:lnTo>
                    <a:pt x="1159" y="117"/>
                  </a:lnTo>
                  <a:lnTo>
                    <a:pt x="965" y="39"/>
                  </a:lnTo>
                  <a:lnTo>
                    <a:pt x="77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6" name="Google Shape;5126;p21"/>
            <p:cNvSpPr/>
            <p:nvPr/>
          </p:nvSpPr>
          <p:spPr>
            <a:xfrm>
              <a:off x="5445325" y="3267275"/>
              <a:ext cx="624625" cy="344650"/>
            </a:xfrm>
            <a:custGeom>
              <a:avLst/>
              <a:gdLst/>
              <a:ahLst/>
              <a:cxnLst/>
              <a:rect l="l" t="t" r="r" b="b"/>
              <a:pathLst>
                <a:path w="24985" h="13786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03" y="2008"/>
                  </a:lnTo>
                  <a:lnTo>
                    <a:pt x="23787" y="2124"/>
                  </a:lnTo>
                  <a:lnTo>
                    <a:pt x="23633" y="2202"/>
                  </a:lnTo>
                  <a:lnTo>
                    <a:pt x="23478" y="2202"/>
                  </a:lnTo>
                  <a:lnTo>
                    <a:pt x="23324" y="2163"/>
                  </a:lnTo>
                  <a:lnTo>
                    <a:pt x="23170" y="2086"/>
                  </a:lnTo>
                  <a:lnTo>
                    <a:pt x="23054" y="1970"/>
                  </a:lnTo>
                  <a:lnTo>
                    <a:pt x="22976" y="1815"/>
                  </a:lnTo>
                  <a:lnTo>
                    <a:pt x="22938" y="1622"/>
                  </a:lnTo>
                  <a:lnTo>
                    <a:pt x="22976" y="1429"/>
                  </a:lnTo>
                  <a:lnTo>
                    <a:pt x="23015" y="1236"/>
                  </a:lnTo>
                  <a:lnTo>
                    <a:pt x="23131" y="1082"/>
                  </a:lnTo>
                  <a:lnTo>
                    <a:pt x="23285" y="966"/>
                  </a:lnTo>
                  <a:close/>
                  <a:moveTo>
                    <a:pt x="24096" y="2433"/>
                  </a:moveTo>
                  <a:lnTo>
                    <a:pt x="24212" y="2742"/>
                  </a:lnTo>
                  <a:lnTo>
                    <a:pt x="24289" y="3090"/>
                  </a:lnTo>
                  <a:lnTo>
                    <a:pt x="24367" y="3437"/>
                  </a:lnTo>
                  <a:lnTo>
                    <a:pt x="24405" y="3785"/>
                  </a:lnTo>
                  <a:lnTo>
                    <a:pt x="24173" y="3707"/>
                  </a:lnTo>
                  <a:lnTo>
                    <a:pt x="23942" y="3592"/>
                  </a:lnTo>
                  <a:lnTo>
                    <a:pt x="23826" y="3514"/>
                  </a:lnTo>
                  <a:lnTo>
                    <a:pt x="23787" y="3399"/>
                  </a:lnTo>
                  <a:lnTo>
                    <a:pt x="23710" y="3283"/>
                  </a:lnTo>
                  <a:lnTo>
                    <a:pt x="23672" y="3128"/>
                  </a:lnTo>
                  <a:lnTo>
                    <a:pt x="23710" y="2897"/>
                  </a:lnTo>
                  <a:lnTo>
                    <a:pt x="23787" y="2704"/>
                  </a:lnTo>
                  <a:lnTo>
                    <a:pt x="23903" y="2549"/>
                  </a:lnTo>
                  <a:lnTo>
                    <a:pt x="24096" y="2433"/>
                  </a:lnTo>
                  <a:close/>
                  <a:moveTo>
                    <a:pt x="16142" y="4943"/>
                  </a:moveTo>
                  <a:lnTo>
                    <a:pt x="16257" y="4982"/>
                  </a:lnTo>
                  <a:lnTo>
                    <a:pt x="16412" y="5059"/>
                  </a:lnTo>
                  <a:lnTo>
                    <a:pt x="16489" y="5136"/>
                  </a:lnTo>
                  <a:lnTo>
                    <a:pt x="16528" y="5252"/>
                  </a:lnTo>
                  <a:lnTo>
                    <a:pt x="16566" y="5407"/>
                  </a:lnTo>
                  <a:lnTo>
                    <a:pt x="16296" y="5407"/>
                  </a:lnTo>
                  <a:lnTo>
                    <a:pt x="15640" y="5522"/>
                  </a:lnTo>
                  <a:lnTo>
                    <a:pt x="15640" y="5484"/>
                  </a:lnTo>
                  <a:lnTo>
                    <a:pt x="15640" y="5368"/>
                  </a:lnTo>
                  <a:lnTo>
                    <a:pt x="15678" y="5252"/>
                  </a:lnTo>
                  <a:lnTo>
                    <a:pt x="15755" y="5136"/>
                  </a:lnTo>
                  <a:lnTo>
                    <a:pt x="15833" y="5059"/>
                  </a:lnTo>
                  <a:lnTo>
                    <a:pt x="15949" y="5020"/>
                  </a:lnTo>
                  <a:lnTo>
                    <a:pt x="16026" y="4982"/>
                  </a:lnTo>
                  <a:lnTo>
                    <a:pt x="16142" y="4943"/>
                  </a:lnTo>
                  <a:close/>
                  <a:moveTo>
                    <a:pt x="24444" y="4248"/>
                  </a:moveTo>
                  <a:lnTo>
                    <a:pt x="24405" y="4673"/>
                  </a:lnTo>
                  <a:lnTo>
                    <a:pt x="24367" y="5098"/>
                  </a:lnTo>
                  <a:lnTo>
                    <a:pt x="24251" y="5522"/>
                  </a:lnTo>
                  <a:lnTo>
                    <a:pt x="24058" y="5407"/>
                  </a:lnTo>
                  <a:lnTo>
                    <a:pt x="23903" y="5252"/>
                  </a:lnTo>
                  <a:lnTo>
                    <a:pt x="23787" y="5059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11"/>
                  </a:lnTo>
                  <a:lnTo>
                    <a:pt x="23865" y="4596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763" y="4866"/>
                  </a:lnTo>
                  <a:lnTo>
                    <a:pt x="17879" y="4905"/>
                  </a:lnTo>
                  <a:lnTo>
                    <a:pt x="17957" y="4982"/>
                  </a:lnTo>
                  <a:lnTo>
                    <a:pt x="18072" y="5175"/>
                  </a:lnTo>
                  <a:lnTo>
                    <a:pt x="18111" y="5407"/>
                  </a:lnTo>
                  <a:lnTo>
                    <a:pt x="18072" y="5638"/>
                  </a:lnTo>
                  <a:lnTo>
                    <a:pt x="17570" y="5484"/>
                  </a:lnTo>
                  <a:lnTo>
                    <a:pt x="17030" y="5407"/>
                  </a:lnTo>
                  <a:lnTo>
                    <a:pt x="17030" y="5291"/>
                  </a:lnTo>
                  <a:lnTo>
                    <a:pt x="17107" y="5136"/>
                  </a:lnTo>
                  <a:lnTo>
                    <a:pt x="17184" y="5059"/>
                  </a:lnTo>
                  <a:lnTo>
                    <a:pt x="17261" y="4943"/>
                  </a:lnTo>
                  <a:lnTo>
                    <a:pt x="17377" y="4866"/>
                  </a:lnTo>
                  <a:lnTo>
                    <a:pt x="17493" y="4827"/>
                  </a:lnTo>
                  <a:close/>
                  <a:moveTo>
                    <a:pt x="14558" y="5291"/>
                  </a:moveTo>
                  <a:lnTo>
                    <a:pt x="14674" y="5329"/>
                  </a:lnTo>
                  <a:lnTo>
                    <a:pt x="14790" y="5368"/>
                  </a:lnTo>
                  <a:lnTo>
                    <a:pt x="14906" y="5445"/>
                  </a:lnTo>
                  <a:lnTo>
                    <a:pt x="14983" y="5522"/>
                  </a:lnTo>
                  <a:lnTo>
                    <a:pt x="15060" y="5677"/>
                  </a:lnTo>
                  <a:lnTo>
                    <a:pt x="14520" y="5870"/>
                  </a:lnTo>
                  <a:lnTo>
                    <a:pt x="14056" y="6102"/>
                  </a:lnTo>
                  <a:lnTo>
                    <a:pt x="14018" y="6024"/>
                  </a:lnTo>
                  <a:lnTo>
                    <a:pt x="14018" y="5793"/>
                  </a:lnTo>
                  <a:lnTo>
                    <a:pt x="14095" y="5600"/>
                  </a:lnTo>
                  <a:lnTo>
                    <a:pt x="14249" y="5445"/>
                  </a:lnTo>
                  <a:lnTo>
                    <a:pt x="14327" y="5368"/>
                  </a:lnTo>
                  <a:lnTo>
                    <a:pt x="14443" y="5329"/>
                  </a:lnTo>
                  <a:lnTo>
                    <a:pt x="14558" y="5291"/>
                  </a:lnTo>
                  <a:close/>
                  <a:moveTo>
                    <a:pt x="19076" y="5484"/>
                  </a:moveTo>
                  <a:lnTo>
                    <a:pt x="19192" y="5522"/>
                  </a:lnTo>
                  <a:lnTo>
                    <a:pt x="19308" y="5638"/>
                  </a:lnTo>
                  <a:lnTo>
                    <a:pt x="19347" y="5793"/>
                  </a:lnTo>
                  <a:lnTo>
                    <a:pt x="19385" y="5986"/>
                  </a:lnTo>
                  <a:lnTo>
                    <a:pt x="19347" y="6140"/>
                  </a:lnTo>
                  <a:lnTo>
                    <a:pt x="18574" y="5831"/>
                  </a:lnTo>
                  <a:lnTo>
                    <a:pt x="18613" y="5715"/>
                  </a:lnTo>
                  <a:lnTo>
                    <a:pt x="18652" y="5638"/>
                  </a:lnTo>
                  <a:lnTo>
                    <a:pt x="18806" y="5522"/>
                  </a:lnTo>
                  <a:lnTo>
                    <a:pt x="18999" y="5484"/>
                  </a:lnTo>
                  <a:close/>
                  <a:moveTo>
                    <a:pt x="20312" y="6063"/>
                  </a:moveTo>
                  <a:lnTo>
                    <a:pt x="20428" y="6102"/>
                  </a:lnTo>
                  <a:lnTo>
                    <a:pt x="20544" y="6179"/>
                  </a:lnTo>
                  <a:lnTo>
                    <a:pt x="20660" y="6333"/>
                  </a:lnTo>
                  <a:lnTo>
                    <a:pt x="20775" y="6526"/>
                  </a:lnTo>
                  <a:lnTo>
                    <a:pt x="20814" y="6719"/>
                  </a:lnTo>
                  <a:lnTo>
                    <a:pt x="20853" y="6913"/>
                  </a:lnTo>
                  <a:lnTo>
                    <a:pt x="20466" y="6719"/>
                  </a:lnTo>
                  <a:lnTo>
                    <a:pt x="20080" y="6526"/>
                  </a:lnTo>
                  <a:lnTo>
                    <a:pt x="19810" y="6372"/>
                  </a:lnTo>
                  <a:lnTo>
                    <a:pt x="19810" y="6256"/>
                  </a:lnTo>
                  <a:lnTo>
                    <a:pt x="19887" y="6179"/>
                  </a:lnTo>
                  <a:lnTo>
                    <a:pt x="19964" y="6102"/>
                  </a:lnTo>
                  <a:lnTo>
                    <a:pt x="20080" y="6063"/>
                  </a:lnTo>
                  <a:close/>
                  <a:moveTo>
                    <a:pt x="23710" y="5870"/>
                  </a:moveTo>
                  <a:lnTo>
                    <a:pt x="23942" y="5986"/>
                  </a:lnTo>
                  <a:lnTo>
                    <a:pt x="24058" y="5986"/>
                  </a:lnTo>
                  <a:lnTo>
                    <a:pt x="23903" y="6295"/>
                  </a:lnTo>
                  <a:lnTo>
                    <a:pt x="23710" y="6565"/>
                  </a:lnTo>
                  <a:lnTo>
                    <a:pt x="23478" y="6797"/>
                  </a:lnTo>
                  <a:lnTo>
                    <a:pt x="23247" y="6990"/>
                  </a:lnTo>
                  <a:lnTo>
                    <a:pt x="23208" y="6913"/>
                  </a:lnTo>
                  <a:lnTo>
                    <a:pt x="23054" y="6758"/>
                  </a:lnTo>
                  <a:lnTo>
                    <a:pt x="23015" y="6526"/>
                  </a:lnTo>
                  <a:lnTo>
                    <a:pt x="23015" y="6295"/>
                  </a:lnTo>
                  <a:lnTo>
                    <a:pt x="23054" y="6179"/>
                  </a:lnTo>
                  <a:lnTo>
                    <a:pt x="23092" y="6063"/>
                  </a:lnTo>
                  <a:lnTo>
                    <a:pt x="23170" y="5986"/>
                  </a:lnTo>
                  <a:lnTo>
                    <a:pt x="23285" y="5947"/>
                  </a:lnTo>
                  <a:lnTo>
                    <a:pt x="23478" y="5870"/>
                  </a:lnTo>
                  <a:close/>
                  <a:moveTo>
                    <a:pt x="13207" y="6102"/>
                  </a:moveTo>
                  <a:lnTo>
                    <a:pt x="13477" y="6140"/>
                  </a:lnTo>
                  <a:lnTo>
                    <a:pt x="13593" y="6217"/>
                  </a:lnTo>
                  <a:lnTo>
                    <a:pt x="13670" y="6333"/>
                  </a:lnTo>
                  <a:lnTo>
                    <a:pt x="13130" y="6719"/>
                  </a:lnTo>
                  <a:lnTo>
                    <a:pt x="12782" y="7067"/>
                  </a:lnTo>
                  <a:lnTo>
                    <a:pt x="12705" y="7028"/>
                  </a:lnTo>
                  <a:lnTo>
                    <a:pt x="12666" y="6913"/>
                  </a:lnTo>
                  <a:lnTo>
                    <a:pt x="12628" y="6797"/>
                  </a:lnTo>
                  <a:lnTo>
                    <a:pt x="12628" y="6642"/>
                  </a:lnTo>
                  <a:lnTo>
                    <a:pt x="12666" y="6526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59" y="6179"/>
                  </a:lnTo>
                  <a:lnTo>
                    <a:pt x="12975" y="6140"/>
                  </a:lnTo>
                  <a:lnTo>
                    <a:pt x="13091" y="6102"/>
                  </a:lnTo>
                  <a:close/>
                  <a:moveTo>
                    <a:pt x="22166" y="6565"/>
                  </a:moveTo>
                  <a:lnTo>
                    <a:pt x="22281" y="6604"/>
                  </a:lnTo>
                  <a:lnTo>
                    <a:pt x="22436" y="6681"/>
                  </a:lnTo>
                  <a:lnTo>
                    <a:pt x="22629" y="6874"/>
                  </a:lnTo>
                  <a:lnTo>
                    <a:pt x="22783" y="7028"/>
                  </a:lnTo>
                  <a:lnTo>
                    <a:pt x="22861" y="7067"/>
                  </a:lnTo>
                  <a:lnTo>
                    <a:pt x="22899" y="7067"/>
                  </a:lnTo>
                  <a:lnTo>
                    <a:pt x="22976" y="7106"/>
                  </a:lnTo>
                  <a:lnTo>
                    <a:pt x="22938" y="7106"/>
                  </a:lnTo>
                  <a:lnTo>
                    <a:pt x="22552" y="7221"/>
                  </a:lnTo>
                  <a:lnTo>
                    <a:pt x="22166" y="7221"/>
                  </a:lnTo>
                  <a:lnTo>
                    <a:pt x="21779" y="7183"/>
                  </a:lnTo>
                  <a:lnTo>
                    <a:pt x="21393" y="7106"/>
                  </a:lnTo>
                  <a:lnTo>
                    <a:pt x="21470" y="6913"/>
                  </a:lnTo>
                  <a:lnTo>
                    <a:pt x="21625" y="6719"/>
                  </a:lnTo>
                  <a:lnTo>
                    <a:pt x="21779" y="6604"/>
                  </a:lnTo>
                  <a:lnTo>
                    <a:pt x="22011" y="6565"/>
                  </a:lnTo>
                  <a:close/>
                  <a:moveTo>
                    <a:pt x="12280" y="7376"/>
                  </a:moveTo>
                  <a:lnTo>
                    <a:pt x="12473" y="7415"/>
                  </a:lnTo>
                  <a:lnTo>
                    <a:pt x="12087" y="7955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24" y="8071"/>
                  </a:lnTo>
                  <a:lnTo>
                    <a:pt x="11624" y="7955"/>
                  </a:lnTo>
                  <a:lnTo>
                    <a:pt x="11662" y="7839"/>
                  </a:lnTo>
                  <a:lnTo>
                    <a:pt x="11701" y="7723"/>
                  </a:lnTo>
                  <a:lnTo>
                    <a:pt x="11778" y="7608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26" y="7415"/>
                  </a:lnTo>
                  <a:lnTo>
                    <a:pt x="12280" y="7376"/>
                  </a:lnTo>
                  <a:close/>
                  <a:moveTo>
                    <a:pt x="2240" y="9345"/>
                  </a:moveTo>
                  <a:lnTo>
                    <a:pt x="2356" y="9422"/>
                  </a:lnTo>
                  <a:lnTo>
                    <a:pt x="2433" y="9461"/>
                  </a:lnTo>
                  <a:lnTo>
                    <a:pt x="2511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588" y="10002"/>
                  </a:lnTo>
                  <a:lnTo>
                    <a:pt x="2124" y="9886"/>
                  </a:lnTo>
                  <a:lnTo>
                    <a:pt x="1622" y="9886"/>
                  </a:lnTo>
                  <a:lnTo>
                    <a:pt x="1661" y="9731"/>
                  </a:lnTo>
                  <a:lnTo>
                    <a:pt x="1738" y="9616"/>
                  </a:lnTo>
                  <a:lnTo>
                    <a:pt x="1815" y="9538"/>
                  </a:lnTo>
                  <a:lnTo>
                    <a:pt x="1893" y="9461"/>
                  </a:lnTo>
                  <a:lnTo>
                    <a:pt x="2009" y="9384"/>
                  </a:lnTo>
                  <a:lnTo>
                    <a:pt x="2124" y="9345"/>
                  </a:lnTo>
                  <a:close/>
                  <a:moveTo>
                    <a:pt x="11624" y="8998"/>
                  </a:moveTo>
                  <a:lnTo>
                    <a:pt x="11469" y="9500"/>
                  </a:lnTo>
                  <a:lnTo>
                    <a:pt x="11315" y="10002"/>
                  </a:lnTo>
                  <a:lnTo>
                    <a:pt x="11238" y="10272"/>
                  </a:lnTo>
                  <a:lnTo>
                    <a:pt x="11044" y="10079"/>
                  </a:lnTo>
                  <a:lnTo>
                    <a:pt x="10967" y="9809"/>
                  </a:lnTo>
                  <a:lnTo>
                    <a:pt x="10929" y="9693"/>
                  </a:lnTo>
                  <a:lnTo>
                    <a:pt x="10929" y="9577"/>
                  </a:lnTo>
                  <a:lnTo>
                    <a:pt x="10929" y="9422"/>
                  </a:lnTo>
                  <a:lnTo>
                    <a:pt x="11006" y="9307"/>
                  </a:lnTo>
                  <a:lnTo>
                    <a:pt x="11122" y="9152"/>
                  </a:lnTo>
                  <a:lnTo>
                    <a:pt x="11276" y="9036"/>
                  </a:lnTo>
                  <a:lnTo>
                    <a:pt x="11469" y="8998"/>
                  </a:lnTo>
                  <a:close/>
                  <a:moveTo>
                    <a:pt x="3746" y="9731"/>
                  </a:moveTo>
                  <a:lnTo>
                    <a:pt x="3901" y="9809"/>
                  </a:lnTo>
                  <a:lnTo>
                    <a:pt x="4017" y="9886"/>
                  </a:lnTo>
                  <a:lnTo>
                    <a:pt x="4094" y="10002"/>
                  </a:lnTo>
                  <a:lnTo>
                    <a:pt x="4132" y="10118"/>
                  </a:lnTo>
                  <a:lnTo>
                    <a:pt x="4171" y="10233"/>
                  </a:lnTo>
                  <a:lnTo>
                    <a:pt x="4132" y="10388"/>
                  </a:lnTo>
                  <a:lnTo>
                    <a:pt x="4094" y="10504"/>
                  </a:lnTo>
                  <a:lnTo>
                    <a:pt x="4017" y="10620"/>
                  </a:lnTo>
                  <a:lnTo>
                    <a:pt x="3862" y="10542"/>
                  </a:lnTo>
                  <a:lnTo>
                    <a:pt x="3476" y="10311"/>
                  </a:lnTo>
                  <a:lnTo>
                    <a:pt x="3051" y="10156"/>
                  </a:lnTo>
                  <a:lnTo>
                    <a:pt x="3128" y="10002"/>
                  </a:lnTo>
                  <a:lnTo>
                    <a:pt x="3244" y="9924"/>
                  </a:lnTo>
                  <a:lnTo>
                    <a:pt x="3360" y="9809"/>
                  </a:lnTo>
                  <a:lnTo>
                    <a:pt x="3476" y="9770"/>
                  </a:lnTo>
                  <a:lnTo>
                    <a:pt x="3630" y="9731"/>
                  </a:lnTo>
                  <a:close/>
                  <a:moveTo>
                    <a:pt x="4827" y="10620"/>
                  </a:moveTo>
                  <a:lnTo>
                    <a:pt x="4905" y="10658"/>
                  </a:lnTo>
                  <a:lnTo>
                    <a:pt x="4982" y="10697"/>
                  </a:lnTo>
                  <a:lnTo>
                    <a:pt x="5059" y="10774"/>
                  </a:lnTo>
                  <a:lnTo>
                    <a:pt x="5136" y="10851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59" y="11430"/>
                  </a:lnTo>
                  <a:lnTo>
                    <a:pt x="4403" y="10890"/>
                  </a:lnTo>
                  <a:lnTo>
                    <a:pt x="4441" y="10813"/>
                  </a:lnTo>
                  <a:lnTo>
                    <a:pt x="4480" y="10735"/>
                  </a:lnTo>
                  <a:lnTo>
                    <a:pt x="4634" y="10658"/>
                  </a:lnTo>
                  <a:lnTo>
                    <a:pt x="4827" y="10620"/>
                  </a:lnTo>
                  <a:close/>
                  <a:moveTo>
                    <a:pt x="11160" y="10620"/>
                  </a:moveTo>
                  <a:lnTo>
                    <a:pt x="10929" y="11199"/>
                  </a:lnTo>
                  <a:lnTo>
                    <a:pt x="10697" y="11739"/>
                  </a:lnTo>
                  <a:lnTo>
                    <a:pt x="10658" y="11701"/>
                  </a:lnTo>
                  <a:lnTo>
                    <a:pt x="10465" y="11508"/>
                  </a:lnTo>
                  <a:lnTo>
                    <a:pt x="10388" y="11315"/>
                  </a:lnTo>
                  <a:lnTo>
                    <a:pt x="10388" y="11122"/>
                  </a:lnTo>
                  <a:lnTo>
                    <a:pt x="10427" y="10967"/>
                  </a:lnTo>
                  <a:lnTo>
                    <a:pt x="10542" y="10774"/>
                  </a:lnTo>
                  <a:lnTo>
                    <a:pt x="10697" y="10658"/>
                  </a:lnTo>
                  <a:lnTo>
                    <a:pt x="10929" y="10620"/>
                  </a:lnTo>
                  <a:close/>
                  <a:moveTo>
                    <a:pt x="5947" y="11469"/>
                  </a:moveTo>
                  <a:lnTo>
                    <a:pt x="6063" y="11508"/>
                  </a:lnTo>
                  <a:lnTo>
                    <a:pt x="6140" y="11546"/>
                  </a:lnTo>
                  <a:lnTo>
                    <a:pt x="6218" y="11662"/>
                  </a:lnTo>
                  <a:lnTo>
                    <a:pt x="6295" y="11739"/>
                  </a:lnTo>
                  <a:lnTo>
                    <a:pt x="6372" y="11971"/>
                  </a:lnTo>
                  <a:lnTo>
                    <a:pt x="6411" y="12203"/>
                  </a:lnTo>
                  <a:lnTo>
                    <a:pt x="6372" y="12473"/>
                  </a:lnTo>
                  <a:lnTo>
                    <a:pt x="5870" y="12087"/>
                  </a:lnTo>
                  <a:lnTo>
                    <a:pt x="5407" y="11701"/>
                  </a:lnTo>
                  <a:lnTo>
                    <a:pt x="5445" y="11585"/>
                  </a:lnTo>
                  <a:lnTo>
                    <a:pt x="5523" y="11508"/>
                  </a:lnTo>
                  <a:lnTo>
                    <a:pt x="5638" y="11469"/>
                  </a:lnTo>
                  <a:close/>
                  <a:moveTo>
                    <a:pt x="10542" y="12048"/>
                  </a:moveTo>
                  <a:lnTo>
                    <a:pt x="10388" y="12280"/>
                  </a:lnTo>
                  <a:lnTo>
                    <a:pt x="10195" y="12550"/>
                  </a:lnTo>
                  <a:lnTo>
                    <a:pt x="9963" y="12743"/>
                  </a:lnTo>
                  <a:lnTo>
                    <a:pt x="9770" y="12936"/>
                  </a:lnTo>
                  <a:lnTo>
                    <a:pt x="9732" y="12859"/>
                  </a:lnTo>
                  <a:lnTo>
                    <a:pt x="9654" y="12666"/>
                  </a:lnTo>
                  <a:lnTo>
                    <a:pt x="9616" y="12473"/>
                  </a:lnTo>
                  <a:lnTo>
                    <a:pt x="9693" y="12319"/>
                  </a:lnTo>
                  <a:lnTo>
                    <a:pt x="9809" y="12203"/>
                  </a:lnTo>
                  <a:lnTo>
                    <a:pt x="9963" y="12126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37" y="12473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01" y="12821"/>
                  </a:lnTo>
                  <a:lnTo>
                    <a:pt x="7878" y="13014"/>
                  </a:lnTo>
                  <a:lnTo>
                    <a:pt x="7839" y="13207"/>
                  </a:lnTo>
                  <a:lnTo>
                    <a:pt x="7299" y="13014"/>
                  </a:lnTo>
                  <a:lnTo>
                    <a:pt x="6835" y="12743"/>
                  </a:lnTo>
                  <a:lnTo>
                    <a:pt x="6990" y="12589"/>
                  </a:lnTo>
                  <a:lnTo>
                    <a:pt x="7144" y="12512"/>
                  </a:lnTo>
                  <a:lnTo>
                    <a:pt x="7337" y="12473"/>
                  </a:lnTo>
                  <a:close/>
                  <a:moveTo>
                    <a:pt x="8843" y="12628"/>
                  </a:moveTo>
                  <a:lnTo>
                    <a:pt x="8921" y="12666"/>
                  </a:lnTo>
                  <a:lnTo>
                    <a:pt x="9075" y="12743"/>
                  </a:lnTo>
                  <a:lnTo>
                    <a:pt x="9191" y="12936"/>
                  </a:lnTo>
                  <a:lnTo>
                    <a:pt x="9230" y="13130"/>
                  </a:lnTo>
                  <a:lnTo>
                    <a:pt x="9230" y="13207"/>
                  </a:lnTo>
                  <a:lnTo>
                    <a:pt x="9036" y="13245"/>
                  </a:lnTo>
                  <a:lnTo>
                    <a:pt x="8805" y="13284"/>
                  </a:lnTo>
                  <a:lnTo>
                    <a:pt x="8303" y="13284"/>
                  </a:lnTo>
                  <a:lnTo>
                    <a:pt x="8303" y="13207"/>
                  </a:lnTo>
                  <a:lnTo>
                    <a:pt x="8303" y="13014"/>
                  </a:lnTo>
                  <a:lnTo>
                    <a:pt x="8419" y="12821"/>
                  </a:lnTo>
                  <a:lnTo>
                    <a:pt x="8534" y="12666"/>
                  </a:lnTo>
                  <a:lnTo>
                    <a:pt x="8650" y="12628"/>
                  </a:lnTo>
                  <a:close/>
                  <a:moveTo>
                    <a:pt x="22861" y="0"/>
                  </a:moveTo>
                  <a:lnTo>
                    <a:pt x="22822" y="78"/>
                  </a:lnTo>
                  <a:lnTo>
                    <a:pt x="22745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783" y="387"/>
                  </a:lnTo>
                  <a:lnTo>
                    <a:pt x="22822" y="387"/>
                  </a:lnTo>
                  <a:lnTo>
                    <a:pt x="22861" y="464"/>
                  </a:lnTo>
                  <a:lnTo>
                    <a:pt x="23015" y="618"/>
                  </a:lnTo>
                  <a:lnTo>
                    <a:pt x="22899" y="773"/>
                  </a:lnTo>
                  <a:lnTo>
                    <a:pt x="22783" y="927"/>
                  </a:lnTo>
                  <a:lnTo>
                    <a:pt x="22668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22" y="2240"/>
                  </a:lnTo>
                  <a:lnTo>
                    <a:pt x="23015" y="2395"/>
                  </a:lnTo>
                  <a:lnTo>
                    <a:pt x="23247" y="2472"/>
                  </a:lnTo>
                  <a:lnTo>
                    <a:pt x="23478" y="2510"/>
                  </a:lnTo>
                  <a:lnTo>
                    <a:pt x="23401" y="2704"/>
                  </a:lnTo>
                  <a:lnTo>
                    <a:pt x="23363" y="2897"/>
                  </a:lnTo>
                  <a:lnTo>
                    <a:pt x="23324" y="3090"/>
                  </a:lnTo>
                  <a:lnTo>
                    <a:pt x="23324" y="3244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862"/>
                  </a:lnTo>
                  <a:lnTo>
                    <a:pt x="23942" y="4016"/>
                  </a:lnTo>
                  <a:lnTo>
                    <a:pt x="23710" y="4209"/>
                  </a:lnTo>
                  <a:lnTo>
                    <a:pt x="23556" y="4480"/>
                  </a:lnTo>
                  <a:lnTo>
                    <a:pt x="23440" y="4750"/>
                  </a:lnTo>
                  <a:lnTo>
                    <a:pt x="23440" y="4866"/>
                  </a:lnTo>
                  <a:lnTo>
                    <a:pt x="23440" y="5020"/>
                  </a:lnTo>
                  <a:lnTo>
                    <a:pt x="23478" y="5252"/>
                  </a:lnTo>
                  <a:lnTo>
                    <a:pt x="23633" y="5484"/>
                  </a:lnTo>
                  <a:lnTo>
                    <a:pt x="23401" y="5484"/>
                  </a:lnTo>
                  <a:lnTo>
                    <a:pt x="23170" y="5561"/>
                  </a:lnTo>
                  <a:lnTo>
                    <a:pt x="22938" y="5677"/>
                  </a:lnTo>
                  <a:lnTo>
                    <a:pt x="22783" y="5870"/>
                  </a:lnTo>
                  <a:lnTo>
                    <a:pt x="22668" y="6102"/>
                  </a:lnTo>
                  <a:lnTo>
                    <a:pt x="22629" y="6333"/>
                  </a:lnTo>
                  <a:lnTo>
                    <a:pt x="22474" y="6256"/>
                  </a:lnTo>
                  <a:lnTo>
                    <a:pt x="22320" y="6217"/>
                  </a:lnTo>
                  <a:lnTo>
                    <a:pt x="21972" y="6217"/>
                  </a:lnTo>
                  <a:lnTo>
                    <a:pt x="21741" y="6256"/>
                  </a:lnTo>
                  <a:lnTo>
                    <a:pt x="21509" y="6411"/>
                  </a:lnTo>
                  <a:lnTo>
                    <a:pt x="21316" y="6565"/>
                  </a:lnTo>
                  <a:lnTo>
                    <a:pt x="21200" y="6758"/>
                  </a:lnTo>
                  <a:lnTo>
                    <a:pt x="21084" y="6449"/>
                  </a:lnTo>
                  <a:lnTo>
                    <a:pt x="20930" y="6140"/>
                  </a:lnTo>
                  <a:lnTo>
                    <a:pt x="20853" y="5986"/>
                  </a:lnTo>
                  <a:lnTo>
                    <a:pt x="20698" y="5870"/>
                  </a:lnTo>
                  <a:lnTo>
                    <a:pt x="20582" y="5793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42" y="5793"/>
                  </a:lnTo>
                  <a:lnTo>
                    <a:pt x="19887" y="5831"/>
                  </a:lnTo>
                  <a:lnTo>
                    <a:pt x="19733" y="5947"/>
                  </a:lnTo>
                  <a:lnTo>
                    <a:pt x="19694" y="5715"/>
                  </a:lnTo>
                  <a:lnTo>
                    <a:pt x="19617" y="5484"/>
                  </a:lnTo>
                  <a:lnTo>
                    <a:pt x="19462" y="5291"/>
                  </a:lnTo>
                  <a:lnTo>
                    <a:pt x="19347" y="5213"/>
                  </a:lnTo>
                  <a:lnTo>
                    <a:pt x="19231" y="5175"/>
                  </a:lnTo>
                  <a:lnTo>
                    <a:pt x="19038" y="5136"/>
                  </a:lnTo>
                  <a:lnTo>
                    <a:pt x="18806" y="5175"/>
                  </a:lnTo>
                  <a:lnTo>
                    <a:pt x="18613" y="5252"/>
                  </a:lnTo>
                  <a:lnTo>
                    <a:pt x="18458" y="5407"/>
                  </a:lnTo>
                  <a:lnTo>
                    <a:pt x="18458" y="5252"/>
                  </a:lnTo>
                  <a:lnTo>
                    <a:pt x="18420" y="5098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34"/>
                  </a:lnTo>
                  <a:lnTo>
                    <a:pt x="17957" y="4557"/>
                  </a:lnTo>
                  <a:lnTo>
                    <a:pt x="17802" y="4518"/>
                  </a:lnTo>
                  <a:lnTo>
                    <a:pt x="17493" y="4518"/>
                  </a:lnTo>
                  <a:lnTo>
                    <a:pt x="17377" y="4557"/>
                  </a:lnTo>
                  <a:lnTo>
                    <a:pt x="17223" y="4634"/>
                  </a:lnTo>
                  <a:lnTo>
                    <a:pt x="17107" y="4711"/>
                  </a:lnTo>
                  <a:lnTo>
                    <a:pt x="17030" y="4827"/>
                  </a:lnTo>
                  <a:lnTo>
                    <a:pt x="16875" y="5059"/>
                  </a:lnTo>
                  <a:lnTo>
                    <a:pt x="16759" y="4905"/>
                  </a:lnTo>
                  <a:lnTo>
                    <a:pt x="16605" y="4789"/>
                  </a:lnTo>
                  <a:lnTo>
                    <a:pt x="16451" y="4673"/>
                  </a:lnTo>
                  <a:lnTo>
                    <a:pt x="16257" y="4634"/>
                  </a:lnTo>
                  <a:lnTo>
                    <a:pt x="16103" y="4634"/>
                  </a:lnTo>
                  <a:lnTo>
                    <a:pt x="15910" y="4673"/>
                  </a:lnTo>
                  <a:lnTo>
                    <a:pt x="15755" y="4750"/>
                  </a:lnTo>
                  <a:lnTo>
                    <a:pt x="15640" y="4827"/>
                  </a:lnTo>
                  <a:lnTo>
                    <a:pt x="15524" y="4982"/>
                  </a:lnTo>
                  <a:lnTo>
                    <a:pt x="15447" y="5136"/>
                  </a:lnTo>
                  <a:lnTo>
                    <a:pt x="15408" y="5291"/>
                  </a:lnTo>
                  <a:lnTo>
                    <a:pt x="15374" y="5460"/>
                  </a:lnTo>
                  <a:lnTo>
                    <a:pt x="15331" y="5329"/>
                  </a:lnTo>
                  <a:lnTo>
                    <a:pt x="15176" y="5175"/>
                  </a:lnTo>
                  <a:lnTo>
                    <a:pt x="15022" y="5059"/>
                  </a:lnTo>
                  <a:lnTo>
                    <a:pt x="14829" y="4982"/>
                  </a:lnTo>
                  <a:lnTo>
                    <a:pt x="14597" y="4943"/>
                  </a:lnTo>
                  <a:lnTo>
                    <a:pt x="14404" y="4943"/>
                  </a:lnTo>
                  <a:lnTo>
                    <a:pt x="14249" y="5020"/>
                  </a:lnTo>
                  <a:lnTo>
                    <a:pt x="14134" y="5098"/>
                  </a:lnTo>
                  <a:lnTo>
                    <a:pt x="14018" y="5175"/>
                  </a:lnTo>
                  <a:lnTo>
                    <a:pt x="13941" y="5291"/>
                  </a:lnTo>
                  <a:lnTo>
                    <a:pt x="13825" y="5522"/>
                  </a:lnTo>
                  <a:lnTo>
                    <a:pt x="13747" y="5831"/>
                  </a:lnTo>
                  <a:lnTo>
                    <a:pt x="13593" y="5754"/>
                  </a:lnTo>
                  <a:lnTo>
                    <a:pt x="13361" y="5677"/>
                  </a:lnTo>
                  <a:lnTo>
                    <a:pt x="13130" y="5677"/>
                  </a:lnTo>
                  <a:lnTo>
                    <a:pt x="12937" y="5715"/>
                  </a:lnTo>
                  <a:lnTo>
                    <a:pt x="12705" y="5831"/>
                  </a:lnTo>
                  <a:lnTo>
                    <a:pt x="12589" y="5947"/>
                  </a:lnTo>
                  <a:lnTo>
                    <a:pt x="12473" y="6063"/>
                  </a:lnTo>
                  <a:lnTo>
                    <a:pt x="12396" y="6217"/>
                  </a:lnTo>
                  <a:lnTo>
                    <a:pt x="12357" y="6333"/>
                  </a:lnTo>
                  <a:lnTo>
                    <a:pt x="12319" y="6526"/>
                  </a:lnTo>
                  <a:lnTo>
                    <a:pt x="12319" y="6681"/>
                  </a:lnTo>
                  <a:lnTo>
                    <a:pt x="12357" y="6835"/>
                  </a:lnTo>
                  <a:lnTo>
                    <a:pt x="12396" y="6990"/>
                  </a:lnTo>
                  <a:lnTo>
                    <a:pt x="12126" y="7028"/>
                  </a:lnTo>
                  <a:lnTo>
                    <a:pt x="11894" y="7106"/>
                  </a:lnTo>
                  <a:lnTo>
                    <a:pt x="11662" y="7221"/>
                  </a:lnTo>
                  <a:lnTo>
                    <a:pt x="11469" y="7376"/>
                  </a:lnTo>
                  <a:lnTo>
                    <a:pt x="11392" y="7530"/>
                  </a:lnTo>
                  <a:lnTo>
                    <a:pt x="11315" y="7685"/>
                  </a:lnTo>
                  <a:lnTo>
                    <a:pt x="11276" y="7839"/>
                  </a:lnTo>
                  <a:lnTo>
                    <a:pt x="11276" y="7994"/>
                  </a:lnTo>
                  <a:lnTo>
                    <a:pt x="11276" y="8148"/>
                  </a:lnTo>
                  <a:lnTo>
                    <a:pt x="11315" y="8303"/>
                  </a:lnTo>
                  <a:lnTo>
                    <a:pt x="11392" y="8457"/>
                  </a:lnTo>
                  <a:lnTo>
                    <a:pt x="11469" y="8573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20" y="9229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02"/>
                  </a:lnTo>
                  <a:lnTo>
                    <a:pt x="10851" y="10233"/>
                  </a:lnTo>
                  <a:lnTo>
                    <a:pt x="10620" y="10272"/>
                  </a:lnTo>
                  <a:lnTo>
                    <a:pt x="10388" y="10388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40" y="11006"/>
                  </a:lnTo>
                  <a:lnTo>
                    <a:pt x="10040" y="11237"/>
                  </a:lnTo>
                  <a:lnTo>
                    <a:pt x="10079" y="11469"/>
                  </a:lnTo>
                  <a:lnTo>
                    <a:pt x="10156" y="11701"/>
                  </a:lnTo>
                  <a:lnTo>
                    <a:pt x="9925" y="11739"/>
                  </a:lnTo>
                  <a:lnTo>
                    <a:pt x="9693" y="11817"/>
                  </a:lnTo>
                  <a:lnTo>
                    <a:pt x="9500" y="11971"/>
                  </a:lnTo>
                  <a:lnTo>
                    <a:pt x="9423" y="12087"/>
                  </a:lnTo>
                  <a:lnTo>
                    <a:pt x="9345" y="12203"/>
                  </a:lnTo>
                  <a:lnTo>
                    <a:pt x="9307" y="12319"/>
                  </a:lnTo>
                  <a:lnTo>
                    <a:pt x="9307" y="12473"/>
                  </a:lnTo>
                  <a:lnTo>
                    <a:pt x="9152" y="12357"/>
                  </a:lnTo>
                  <a:lnTo>
                    <a:pt x="9036" y="12319"/>
                  </a:lnTo>
                  <a:lnTo>
                    <a:pt x="8882" y="12280"/>
                  </a:lnTo>
                  <a:lnTo>
                    <a:pt x="8689" y="12280"/>
                  </a:lnTo>
                  <a:lnTo>
                    <a:pt x="8534" y="12319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48" y="12705"/>
                  </a:lnTo>
                  <a:lnTo>
                    <a:pt x="8071" y="12550"/>
                  </a:lnTo>
                  <a:lnTo>
                    <a:pt x="7994" y="12434"/>
                  </a:lnTo>
                  <a:lnTo>
                    <a:pt x="7839" y="12319"/>
                  </a:lnTo>
                  <a:lnTo>
                    <a:pt x="7724" y="12241"/>
                  </a:lnTo>
                  <a:lnTo>
                    <a:pt x="7453" y="12164"/>
                  </a:lnTo>
                  <a:lnTo>
                    <a:pt x="7222" y="12164"/>
                  </a:lnTo>
                  <a:lnTo>
                    <a:pt x="6990" y="12241"/>
                  </a:lnTo>
                  <a:lnTo>
                    <a:pt x="6758" y="12396"/>
                  </a:lnTo>
                  <a:lnTo>
                    <a:pt x="6758" y="12048"/>
                  </a:lnTo>
                  <a:lnTo>
                    <a:pt x="6720" y="11855"/>
                  </a:lnTo>
                  <a:lnTo>
                    <a:pt x="6681" y="11701"/>
                  </a:lnTo>
                  <a:lnTo>
                    <a:pt x="6604" y="11546"/>
                  </a:lnTo>
                  <a:lnTo>
                    <a:pt x="6488" y="11392"/>
                  </a:lnTo>
                  <a:lnTo>
                    <a:pt x="6372" y="11276"/>
                  </a:lnTo>
                  <a:lnTo>
                    <a:pt x="6218" y="11199"/>
                  </a:lnTo>
                  <a:lnTo>
                    <a:pt x="6063" y="11160"/>
                  </a:lnTo>
                  <a:lnTo>
                    <a:pt x="5870" y="11122"/>
                  </a:lnTo>
                  <a:lnTo>
                    <a:pt x="5677" y="11160"/>
                  </a:lnTo>
                  <a:lnTo>
                    <a:pt x="5523" y="11199"/>
                  </a:lnTo>
                  <a:lnTo>
                    <a:pt x="5523" y="10967"/>
                  </a:lnTo>
                  <a:lnTo>
                    <a:pt x="5445" y="10697"/>
                  </a:lnTo>
                  <a:lnTo>
                    <a:pt x="5291" y="10504"/>
                  </a:lnTo>
                  <a:lnTo>
                    <a:pt x="5214" y="10426"/>
                  </a:lnTo>
                  <a:lnTo>
                    <a:pt x="5098" y="10349"/>
                  </a:lnTo>
                  <a:lnTo>
                    <a:pt x="4943" y="10311"/>
                  </a:lnTo>
                  <a:lnTo>
                    <a:pt x="4673" y="10311"/>
                  </a:lnTo>
                  <a:lnTo>
                    <a:pt x="4519" y="10349"/>
                  </a:lnTo>
                  <a:lnTo>
                    <a:pt x="4519" y="10156"/>
                  </a:lnTo>
                  <a:lnTo>
                    <a:pt x="4480" y="9924"/>
                  </a:lnTo>
                  <a:lnTo>
                    <a:pt x="4364" y="9731"/>
                  </a:lnTo>
                  <a:lnTo>
                    <a:pt x="4210" y="9577"/>
                  </a:lnTo>
                  <a:lnTo>
                    <a:pt x="4055" y="9500"/>
                  </a:lnTo>
                  <a:lnTo>
                    <a:pt x="3901" y="9422"/>
                  </a:lnTo>
                  <a:lnTo>
                    <a:pt x="3553" y="9422"/>
                  </a:lnTo>
                  <a:lnTo>
                    <a:pt x="3399" y="9461"/>
                  </a:lnTo>
                  <a:lnTo>
                    <a:pt x="3244" y="9538"/>
                  </a:lnTo>
                  <a:lnTo>
                    <a:pt x="3128" y="9616"/>
                  </a:lnTo>
                  <a:lnTo>
                    <a:pt x="2974" y="9731"/>
                  </a:lnTo>
                  <a:lnTo>
                    <a:pt x="2974" y="9616"/>
                  </a:lnTo>
                  <a:lnTo>
                    <a:pt x="2897" y="9422"/>
                  </a:lnTo>
                  <a:lnTo>
                    <a:pt x="2742" y="9268"/>
                  </a:lnTo>
                  <a:lnTo>
                    <a:pt x="2588" y="9114"/>
                  </a:lnTo>
                  <a:lnTo>
                    <a:pt x="2433" y="9036"/>
                  </a:lnTo>
                  <a:lnTo>
                    <a:pt x="2202" y="8998"/>
                  </a:lnTo>
                  <a:lnTo>
                    <a:pt x="2009" y="8998"/>
                  </a:lnTo>
                  <a:lnTo>
                    <a:pt x="1815" y="9075"/>
                  </a:lnTo>
                  <a:lnTo>
                    <a:pt x="1661" y="9191"/>
                  </a:lnTo>
                  <a:lnTo>
                    <a:pt x="1545" y="9345"/>
                  </a:lnTo>
                  <a:lnTo>
                    <a:pt x="1429" y="9500"/>
                  </a:lnTo>
                  <a:lnTo>
                    <a:pt x="1352" y="9693"/>
                  </a:lnTo>
                  <a:lnTo>
                    <a:pt x="1352" y="9886"/>
                  </a:lnTo>
                  <a:lnTo>
                    <a:pt x="1120" y="9963"/>
                  </a:lnTo>
                  <a:lnTo>
                    <a:pt x="889" y="10040"/>
                  </a:lnTo>
                  <a:lnTo>
                    <a:pt x="696" y="10156"/>
                  </a:lnTo>
                  <a:lnTo>
                    <a:pt x="503" y="10311"/>
                  </a:lnTo>
                  <a:lnTo>
                    <a:pt x="348" y="10426"/>
                  </a:lnTo>
                  <a:lnTo>
                    <a:pt x="232" y="10581"/>
                  </a:lnTo>
                  <a:lnTo>
                    <a:pt x="78" y="10890"/>
                  </a:lnTo>
                  <a:lnTo>
                    <a:pt x="1" y="11199"/>
                  </a:lnTo>
                  <a:lnTo>
                    <a:pt x="1" y="11546"/>
                  </a:lnTo>
                  <a:lnTo>
                    <a:pt x="39" y="11894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8" y="12782"/>
                  </a:lnTo>
                  <a:lnTo>
                    <a:pt x="773" y="12898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13" y="13130"/>
                  </a:lnTo>
                  <a:lnTo>
                    <a:pt x="1700" y="13168"/>
                  </a:lnTo>
                  <a:lnTo>
                    <a:pt x="2086" y="13091"/>
                  </a:lnTo>
                  <a:lnTo>
                    <a:pt x="2472" y="12975"/>
                  </a:lnTo>
                  <a:lnTo>
                    <a:pt x="2781" y="12782"/>
                  </a:lnTo>
                  <a:lnTo>
                    <a:pt x="3090" y="12512"/>
                  </a:lnTo>
                  <a:lnTo>
                    <a:pt x="3360" y="12241"/>
                  </a:lnTo>
                  <a:lnTo>
                    <a:pt x="3592" y="12010"/>
                  </a:lnTo>
                  <a:lnTo>
                    <a:pt x="3515" y="11932"/>
                  </a:lnTo>
                  <a:lnTo>
                    <a:pt x="3515" y="11817"/>
                  </a:lnTo>
                  <a:lnTo>
                    <a:pt x="3437" y="11739"/>
                  </a:lnTo>
                  <a:lnTo>
                    <a:pt x="3321" y="11739"/>
                  </a:lnTo>
                  <a:lnTo>
                    <a:pt x="3283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8" y="12434"/>
                  </a:lnTo>
                  <a:lnTo>
                    <a:pt x="2317" y="12550"/>
                  </a:lnTo>
                  <a:lnTo>
                    <a:pt x="2009" y="12666"/>
                  </a:lnTo>
                  <a:lnTo>
                    <a:pt x="1738" y="12705"/>
                  </a:lnTo>
                  <a:lnTo>
                    <a:pt x="1429" y="12666"/>
                  </a:lnTo>
                  <a:lnTo>
                    <a:pt x="1120" y="12550"/>
                  </a:lnTo>
                  <a:lnTo>
                    <a:pt x="966" y="12434"/>
                  </a:lnTo>
                  <a:lnTo>
                    <a:pt x="812" y="12319"/>
                  </a:lnTo>
                  <a:lnTo>
                    <a:pt x="696" y="12203"/>
                  </a:lnTo>
                  <a:lnTo>
                    <a:pt x="580" y="12048"/>
                  </a:lnTo>
                  <a:lnTo>
                    <a:pt x="541" y="11855"/>
                  </a:lnTo>
                  <a:lnTo>
                    <a:pt x="503" y="11701"/>
                  </a:lnTo>
                  <a:lnTo>
                    <a:pt x="464" y="11546"/>
                  </a:lnTo>
                  <a:lnTo>
                    <a:pt x="464" y="11353"/>
                  </a:lnTo>
                  <a:lnTo>
                    <a:pt x="503" y="11199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35"/>
                  </a:lnTo>
                  <a:lnTo>
                    <a:pt x="889" y="10620"/>
                  </a:lnTo>
                  <a:lnTo>
                    <a:pt x="1043" y="10504"/>
                  </a:lnTo>
                  <a:lnTo>
                    <a:pt x="1236" y="10426"/>
                  </a:lnTo>
                  <a:lnTo>
                    <a:pt x="1429" y="10388"/>
                  </a:lnTo>
                  <a:lnTo>
                    <a:pt x="1700" y="10349"/>
                  </a:lnTo>
                  <a:lnTo>
                    <a:pt x="2279" y="10349"/>
                  </a:lnTo>
                  <a:lnTo>
                    <a:pt x="2588" y="10426"/>
                  </a:lnTo>
                  <a:lnTo>
                    <a:pt x="2858" y="10504"/>
                  </a:lnTo>
                  <a:lnTo>
                    <a:pt x="3128" y="10620"/>
                  </a:lnTo>
                  <a:lnTo>
                    <a:pt x="3630" y="10928"/>
                  </a:lnTo>
                  <a:lnTo>
                    <a:pt x="4132" y="11276"/>
                  </a:lnTo>
                  <a:lnTo>
                    <a:pt x="4634" y="11662"/>
                  </a:lnTo>
                  <a:lnTo>
                    <a:pt x="5523" y="12396"/>
                  </a:lnTo>
                  <a:lnTo>
                    <a:pt x="5870" y="12666"/>
                  </a:lnTo>
                  <a:lnTo>
                    <a:pt x="6256" y="12936"/>
                  </a:lnTo>
                  <a:lnTo>
                    <a:pt x="6681" y="13207"/>
                  </a:lnTo>
                  <a:lnTo>
                    <a:pt x="7106" y="13400"/>
                  </a:lnTo>
                  <a:lnTo>
                    <a:pt x="7530" y="13593"/>
                  </a:lnTo>
                  <a:lnTo>
                    <a:pt x="7994" y="13709"/>
                  </a:lnTo>
                  <a:lnTo>
                    <a:pt x="8419" y="13786"/>
                  </a:lnTo>
                  <a:lnTo>
                    <a:pt x="8921" y="13786"/>
                  </a:lnTo>
                  <a:lnTo>
                    <a:pt x="9345" y="13670"/>
                  </a:lnTo>
                  <a:lnTo>
                    <a:pt x="9693" y="13554"/>
                  </a:lnTo>
                  <a:lnTo>
                    <a:pt x="10040" y="13323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890" y="12473"/>
                  </a:lnTo>
                  <a:lnTo>
                    <a:pt x="11122" y="12087"/>
                  </a:lnTo>
                  <a:lnTo>
                    <a:pt x="11315" y="11739"/>
                  </a:lnTo>
                  <a:lnTo>
                    <a:pt x="11508" y="11199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6" y="9075"/>
                  </a:lnTo>
                  <a:lnTo>
                    <a:pt x="12319" y="8573"/>
                  </a:lnTo>
                  <a:lnTo>
                    <a:pt x="12589" y="8110"/>
                  </a:lnTo>
                  <a:lnTo>
                    <a:pt x="12937" y="7646"/>
                  </a:lnTo>
                  <a:lnTo>
                    <a:pt x="13245" y="7299"/>
                  </a:lnTo>
                  <a:lnTo>
                    <a:pt x="13632" y="6951"/>
                  </a:lnTo>
                  <a:lnTo>
                    <a:pt x="14018" y="6681"/>
                  </a:lnTo>
                  <a:lnTo>
                    <a:pt x="14443" y="6449"/>
                  </a:lnTo>
                  <a:lnTo>
                    <a:pt x="14867" y="6256"/>
                  </a:lnTo>
                  <a:lnTo>
                    <a:pt x="15331" y="6102"/>
                  </a:lnTo>
                  <a:lnTo>
                    <a:pt x="15794" y="5986"/>
                  </a:lnTo>
                  <a:lnTo>
                    <a:pt x="16296" y="5909"/>
                  </a:lnTo>
                  <a:lnTo>
                    <a:pt x="16875" y="5909"/>
                  </a:lnTo>
                  <a:lnTo>
                    <a:pt x="17455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565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2"/>
                  </a:lnTo>
                  <a:lnTo>
                    <a:pt x="21316" y="7608"/>
                  </a:lnTo>
                  <a:lnTo>
                    <a:pt x="21741" y="7723"/>
                  </a:lnTo>
                  <a:lnTo>
                    <a:pt x="22127" y="7762"/>
                  </a:lnTo>
                  <a:lnTo>
                    <a:pt x="22552" y="7723"/>
                  </a:lnTo>
                  <a:lnTo>
                    <a:pt x="22976" y="7646"/>
                  </a:lnTo>
                  <a:lnTo>
                    <a:pt x="23363" y="7492"/>
                  </a:lnTo>
                  <a:lnTo>
                    <a:pt x="23710" y="7260"/>
                  </a:lnTo>
                  <a:lnTo>
                    <a:pt x="24058" y="6990"/>
                  </a:lnTo>
                  <a:lnTo>
                    <a:pt x="24328" y="6642"/>
                  </a:lnTo>
                  <a:lnTo>
                    <a:pt x="24560" y="6295"/>
                  </a:lnTo>
                  <a:lnTo>
                    <a:pt x="24753" y="5909"/>
                  </a:lnTo>
                  <a:lnTo>
                    <a:pt x="24869" y="5484"/>
                  </a:lnTo>
                  <a:lnTo>
                    <a:pt x="24946" y="5059"/>
                  </a:lnTo>
                  <a:lnTo>
                    <a:pt x="24984" y="4634"/>
                  </a:lnTo>
                  <a:lnTo>
                    <a:pt x="24984" y="4171"/>
                  </a:lnTo>
                  <a:lnTo>
                    <a:pt x="24946" y="3707"/>
                  </a:lnTo>
                  <a:lnTo>
                    <a:pt x="24869" y="3283"/>
                  </a:lnTo>
                  <a:lnTo>
                    <a:pt x="24753" y="2819"/>
                  </a:lnTo>
                  <a:lnTo>
                    <a:pt x="24637" y="2395"/>
                  </a:lnTo>
                  <a:lnTo>
                    <a:pt x="24444" y="1970"/>
                  </a:lnTo>
                  <a:lnTo>
                    <a:pt x="24251" y="1545"/>
                  </a:lnTo>
                  <a:lnTo>
                    <a:pt x="24019" y="1159"/>
                  </a:lnTo>
                  <a:lnTo>
                    <a:pt x="23787" y="811"/>
                  </a:lnTo>
                  <a:lnTo>
                    <a:pt x="23942" y="348"/>
                  </a:lnTo>
                  <a:lnTo>
                    <a:pt x="23556" y="232"/>
                  </a:lnTo>
                  <a:lnTo>
                    <a:pt x="23170" y="78"/>
                  </a:lnTo>
                  <a:lnTo>
                    <a:pt x="23131" y="39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7" name="Google Shape;5127;p21"/>
            <p:cNvSpPr/>
            <p:nvPr/>
          </p:nvSpPr>
          <p:spPr>
            <a:xfrm>
              <a:off x="5955050" y="3275975"/>
              <a:ext cx="152550" cy="277075"/>
            </a:xfrm>
            <a:custGeom>
              <a:avLst/>
              <a:gdLst/>
              <a:ahLst/>
              <a:cxnLst/>
              <a:rect l="l" t="t" r="r" b="b"/>
              <a:pathLst>
                <a:path w="6102" h="11083" extrusionOk="0">
                  <a:moveTo>
                    <a:pt x="3553" y="0"/>
                  </a:moveTo>
                  <a:lnTo>
                    <a:pt x="3398" y="463"/>
                  </a:lnTo>
                  <a:lnTo>
                    <a:pt x="3746" y="656"/>
                  </a:lnTo>
                  <a:lnTo>
                    <a:pt x="4093" y="888"/>
                  </a:lnTo>
                  <a:lnTo>
                    <a:pt x="4364" y="1158"/>
                  </a:lnTo>
                  <a:lnTo>
                    <a:pt x="4634" y="1467"/>
                  </a:lnTo>
                  <a:lnTo>
                    <a:pt x="4866" y="1776"/>
                  </a:lnTo>
                  <a:lnTo>
                    <a:pt x="5059" y="2124"/>
                  </a:lnTo>
                  <a:lnTo>
                    <a:pt x="5213" y="2471"/>
                  </a:lnTo>
                  <a:lnTo>
                    <a:pt x="5368" y="2819"/>
                  </a:lnTo>
                  <a:lnTo>
                    <a:pt x="5445" y="3205"/>
                  </a:lnTo>
                  <a:lnTo>
                    <a:pt x="5522" y="3630"/>
                  </a:lnTo>
                  <a:lnTo>
                    <a:pt x="5561" y="4016"/>
                  </a:lnTo>
                  <a:lnTo>
                    <a:pt x="5561" y="4441"/>
                  </a:lnTo>
                  <a:lnTo>
                    <a:pt x="5561" y="4827"/>
                  </a:lnTo>
                  <a:lnTo>
                    <a:pt x="5522" y="5252"/>
                  </a:lnTo>
                  <a:lnTo>
                    <a:pt x="5406" y="5638"/>
                  </a:lnTo>
                  <a:lnTo>
                    <a:pt x="5290" y="6024"/>
                  </a:lnTo>
                  <a:lnTo>
                    <a:pt x="5136" y="6449"/>
                  </a:lnTo>
                  <a:lnTo>
                    <a:pt x="4943" y="6873"/>
                  </a:lnTo>
                  <a:lnTo>
                    <a:pt x="4711" y="7298"/>
                  </a:lnTo>
                  <a:lnTo>
                    <a:pt x="4480" y="7684"/>
                  </a:lnTo>
                  <a:lnTo>
                    <a:pt x="4209" y="8070"/>
                  </a:lnTo>
                  <a:lnTo>
                    <a:pt x="3900" y="8418"/>
                  </a:lnTo>
                  <a:lnTo>
                    <a:pt x="3591" y="8727"/>
                  </a:lnTo>
                  <a:lnTo>
                    <a:pt x="3244" y="9036"/>
                  </a:lnTo>
                  <a:lnTo>
                    <a:pt x="2896" y="9345"/>
                  </a:lnTo>
                  <a:lnTo>
                    <a:pt x="2549" y="9615"/>
                  </a:lnTo>
                  <a:lnTo>
                    <a:pt x="2124" y="9847"/>
                  </a:lnTo>
                  <a:lnTo>
                    <a:pt x="1738" y="10078"/>
                  </a:lnTo>
                  <a:lnTo>
                    <a:pt x="1313" y="10272"/>
                  </a:lnTo>
                  <a:lnTo>
                    <a:pt x="888" y="10426"/>
                  </a:lnTo>
                  <a:lnTo>
                    <a:pt x="464" y="10542"/>
                  </a:lnTo>
                  <a:lnTo>
                    <a:pt x="0" y="10658"/>
                  </a:lnTo>
                  <a:lnTo>
                    <a:pt x="77" y="11082"/>
                  </a:lnTo>
                  <a:lnTo>
                    <a:pt x="579" y="10967"/>
                  </a:lnTo>
                  <a:lnTo>
                    <a:pt x="1081" y="10851"/>
                  </a:lnTo>
                  <a:lnTo>
                    <a:pt x="1583" y="10696"/>
                  </a:lnTo>
                  <a:lnTo>
                    <a:pt x="2047" y="10465"/>
                  </a:lnTo>
                  <a:lnTo>
                    <a:pt x="2510" y="10233"/>
                  </a:lnTo>
                  <a:lnTo>
                    <a:pt x="2935" y="9963"/>
                  </a:lnTo>
                  <a:lnTo>
                    <a:pt x="3360" y="9654"/>
                  </a:lnTo>
                  <a:lnTo>
                    <a:pt x="3784" y="9306"/>
                  </a:lnTo>
                  <a:lnTo>
                    <a:pt x="4132" y="8959"/>
                  </a:lnTo>
                  <a:lnTo>
                    <a:pt x="4480" y="8572"/>
                  </a:lnTo>
                  <a:lnTo>
                    <a:pt x="4788" y="8148"/>
                  </a:lnTo>
                  <a:lnTo>
                    <a:pt x="5097" y="7723"/>
                  </a:lnTo>
                  <a:lnTo>
                    <a:pt x="5329" y="7260"/>
                  </a:lnTo>
                  <a:lnTo>
                    <a:pt x="5561" y="6796"/>
                  </a:lnTo>
                  <a:lnTo>
                    <a:pt x="5754" y="6294"/>
                  </a:lnTo>
                  <a:lnTo>
                    <a:pt x="5908" y="5792"/>
                  </a:lnTo>
                  <a:lnTo>
                    <a:pt x="5986" y="5367"/>
                  </a:lnTo>
                  <a:lnTo>
                    <a:pt x="6063" y="4943"/>
                  </a:lnTo>
                  <a:lnTo>
                    <a:pt x="6101" y="4518"/>
                  </a:lnTo>
                  <a:lnTo>
                    <a:pt x="6063" y="4093"/>
                  </a:lnTo>
                  <a:lnTo>
                    <a:pt x="6024" y="3668"/>
                  </a:lnTo>
                  <a:lnTo>
                    <a:pt x="5986" y="3244"/>
                  </a:lnTo>
                  <a:lnTo>
                    <a:pt x="5870" y="2858"/>
                  </a:lnTo>
                  <a:lnTo>
                    <a:pt x="5715" y="2433"/>
                  </a:lnTo>
                  <a:lnTo>
                    <a:pt x="5561" y="2047"/>
                  </a:lnTo>
                  <a:lnTo>
                    <a:pt x="5368" y="1699"/>
                  </a:lnTo>
                  <a:lnTo>
                    <a:pt x="5136" y="1352"/>
                  </a:lnTo>
                  <a:lnTo>
                    <a:pt x="4866" y="1043"/>
                  </a:lnTo>
                  <a:lnTo>
                    <a:pt x="4595" y="734"/>
                  </a:lnTo>
                  <a:lnTo>
                    <a:pt x="4286" y="463"/>
                  </a:lnTo>
                  <a:lnTo>
                    <a:pt x="3939" y="232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8" name="Google Shape;5128;p21"/>
            <p:cNvSpPr/>
            <p:nvPr/>
          </p:nvSpPr>
          <p:spPr>
            <a:xfrm>
              <a:off x="369400" y="3292375"/>
              <a:ext cx="35750" cy="31875"/>
            </a:xfrm>
            <a:custGeom>
              <a:avLst/>
              <a:gdLst/>
              <a:ahLst/>
              <a:cxnLst/>
              <a:rect l="l" t="t" r="r" b="b"/>
              <a:pathLst>
                <a:path w="1430" h="1275" extrusionOk="0">
                  <a:moveTo>
                    <a:pt x="618" y="0"/>
                  </a:moveTo>
                  <a:lnTo>
                    <a:pt x="425" y="39"/>
                  </a:lnTo>
                  <a:lnTo>
                    <a:pt x="271" y="116"/>
                  </a:lnTo>
                  <a:lnTo>
                    <a:pt x="116" y="271"/>
                  </a:lnTo>
                  <a:lnTo>
                    <a:pt x="39" y="464"/>
                  </a:lnTo>
                  <a:lnTo>
                    <a:pt x="1" y="657"/>
                  </a:lnTo>
                  <a:lnTo>
                    <a:pt x="39" y="850"/>
                  </a:lnTo>
                  <a:lnTo>
                    <a:pt x="116" y="1004"/>
                  </a:lnTo>
                  <a:lnTo>
                    <a:pt x="271" y="1159"/>
                  </a:lnTo>
                  <a:lnTo>
                    <a:pt x="425" y="1236"/>
                  </a:lnTo>
                  <a:lnTo>
                    <a:pt x="618" y="1275"/>
                  </a:lnTo>
                  <a:lnTo>
                    <a:pt x="812" y="1236"/>
                  </a:lnTo>
                  <a:lnTo>
                    <a:pt x="850" y="1198"/>
                  </a:lnTo>
                  <a:lnTo>
                    <a:pt x="889" y="1120"/>
                  </a:lnTo>
                  <a:lnTo>
                    <a:pt x="812" y="1043"/>
                  </a:lnTo>
                  <a:lnTo>
                    <a:pt x="734" y="1004"/>
                  </a:lnTo>
                  <a:lnTo>
                    <a:pt x="657" y="1004"/>
                  </a:lnTo>
                  <a:lnTo>
                    <a:pt x="541" y="966"/>
                  </a:lnTo>
                  <a:lnTo>
                    <a:pt x="464" y="889"/>
                  </a:lnTo>
                  <a:lnTo>
                    <a:pt x="425" y="811"/>
                  </a:lnTo>
                  <a:lnTo>
                    <a:pt x="387" y="696"/>
                  </a:lnTo>
                  <a:lnTo>
                    <a:pt x="425" y="618"/>
                  </a:lnTo>
                  <a:lnTo>
                    <a:pt x="464" y="502"/>
                  </a:lnTo>
                  <a:lnTo>
                    <a:pt x="541" y="425"/>
                  </a:lnTo>
                  <a:lnTo>
                    <a:pt x="618" y="387"/>
                  </a:lnTo>
                  <a:lnTo>
                    <a:pt x="812" y="387"/>
                  </a:lnTo>
                  <a:lnTo>
                    <a:pt x="927" y="464"/>
                  </a:lnTo>
                  <a:lnTo>
                    <a:pt x="1082" y="618"/>
                  </a:lnTo>
                  <a:lnTo>
                    <a:pt x="1198" y="657"/>
                  </a:lnTo>
                  <a:lnTo>
                    <a:pt x="1275" y="696"/>
                  </a:lnTo>
                  <a:lnTo>
                    <a:pt x="1352" y="696"/>
                  </a:lnTo>
                  <a:lnTo>
                    <a:pt x="1391" y="657"/>
                  </a:lnTo>
                  <a:lnTo>
                    <a:pt x="1429" y="541"/>
                  </a:lnTo>
                  <a:lnTo>
                    <a:pt x="1391" y="464"/>
                  </a:lnTo>
                  <a:lnTo>
                    <a:pt x="1352" y="348"/>
                  </a:lnTo>
                  <a:lnTo>
                    <a:pt x="1198" y="194"/>
                  </a:lnTo>
                  <a:lnTo>
                    <a:pt x="1005" y="78"/>
                  </a:lnTo>
                  <a:lnTo>
                    <a:pt x="81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9" name="Google Shape;5129;p21"/>
            <p:cNvSpPr/>
            <p:nvPr/>
          </p:nvSpPr>
          <p:spPr>
            <a:xfrm>
              <a:off x="6549700" y="3335825"/>
              <a:ext cx="85000" cy="94625"/>
            </a:xfrm>
            <a:custGeom>
              <a:avLst/>
              <a:gdLst/>
              <a:ahLst/>
              <a:cxnLst/>
              <a:rect l="l" t="t" r="r" b="b"/>
              <a:pathLst>
                <a:path w="3400" h="3785" extrusionOk="0">
                  <a:moveTo>
                    <a:pt x="78" y="0"/>
                  </a:moveTo>
                  <a:lnTo>
                    <a:pt x="1" y="77"/>
                  </a:lnTo>
                  <a:lnTo>
                    <a:pt x="1" y="116"/>
                  </a:lnTo>
                  <a:lnTo>
                    <a:pt x="349" y="888"/>
                  </a:lnTo>
                  <a:lnTo>
                    <a:pt x="812" y="1661"/>
                  </a:lnTo>
                  <a:lnTo>
                    <a:pt x="1275" y="2394"/>
                  </a:lnTo>
                  <a:lnTo>
                    <a:pt x="1739" y="3089"/>
                  </a:lnTo>
                  <a:lnTo>
                    <a:pt x="2009" y="3437"/>
                  </a:lnTo>
                  <a:lnTo>
                    <a:pt x="2202" y="3553"/>
                  </a:lnTo>
                  <a:lnTo>
                    <a:pt x="2395" y="3669"/>
                  </a:lnTo>
                  <a:lnTo>
                    <a:pt x="2588" y="3746"/>
                  </a:lnTo>
                  <a:lnTo>
                    <a:pt x="2781" y="3784"/>
                  </a:lnTo>
                  <a:lnTo>
                    <a:pt x="3013" y="3707"/>
                  </a:lnTo>
                  <a:lnTo>
                    <a:pt x="3206" y="3591"/>
                  </a:lnTo>
                  <a:lnTo>
                    <a:pt x="3322" y="3437"/>
                  </a:lnTo>
                  <a:lnTo>
                    <a:pt x="3399" y="3244"/>
                  </a:lnTo>
                  <a:lnTo>
                    <a:pt x="3399" y="3089"/>
                  </a:lnTo>
                  <a:lnTo>
                    <a:pt x="3399" y="2896"/>
                  </a:lnTo>
                  <a:lnTo>
                    <a:pt x="3360" y="2703"/>
                  </a:lnTo>
                  <a:lnTo>
                    <a:pt x="3283" y="2510"/>
                  </a:lnTo>
                  <a:lnTo>
                    <a:pt x="3129" y="2163"/>
                  </a:lnTo>
                  <a:lnTo>
                    <a:pt x="2936" y="2240"/>
                  </a:lnTo>
                  <a:lnTo>
                    <a:pt x="3052" y="2587"/>
                  </a:lnTo>
                  <a:lnTo>
                    <a:pt x="3090" y="2742"/>
                  </a:lnTo>
                  <a:lnTo>
                    <a:pt x="3129" y="2858"/>
                  </a:lnTo>
                  <a:lnTo>
                    <a:pt x="2897" y="3012"/>
                  </a:lnTo>
                  <a:lnTo>
                    <a:pt x="2665" y="3128"/>
                  </a:lnTo>
                  <a:lnTo>
                    <a:pt x="2511" y="3205"/>
                  </a:lnTo>
                  <a:lnTo>
                    <a:pt x="2318" y="3205"/>
                  </a:lnTo>
                  <a:lnTo>
                    <a:pt x="2202" y="3167"/>
                  </a:lnTo>
                  <a:lnTo>
                    <a:pt x="2048" y="3089"/>
                  </a:lnTo>
                  <a:lnTo>
                    <a:pt x="1932" y="2935"/>
                  </a:lnTo>
                  <a:lnTo>
                    <a:pt x="1855" y="2742"/>
                  </a:lnTo>
                  <a:lnTo>
                    <a:pt x="1700" y="2510"/>
                  </a:lnTo>
                  <a:lnTo>
                    <a:pt x="1082" y="1506"/>
                  </a:lnTo>
                  <a:lnTo>
                    <a:pt x="619" y="772"/>
                  </a:lnTo>
                  <a:lnTo>
                    <a:pt x="387" y="386"/>
                  </a:lnTo>
                  <a:lnTo>
                    <a:pt x="117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0" name="Google Shape;5130;p21"/>
            <p:cNvSpPr/>
            <p:nvPr/>
          </p:nvSpPr>
          <p:spPr>
            <a:xfrm>
              <a:off x="2268300" y="338120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70"/>
                  </a:lnTo>
                  <a:lnTo>
                    <a:pt x="1120" y="463"/>
                  </a:lnTo>
                  <a:lnTo>
                    <a:pt x="850" y="656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64"/>
                  </a:lnTo>
                  <a:lnTo>
                    <a:pt x="0" y="3051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90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68"/>
                  </a:lnTo>
                  <a:lnTo>
                    <a:pt x="502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815"/>
                  </a:lnTo>
                  <a:lnTo>
                    <a:pt x="888" y="1583"/>
                  </a:lnTo>
                  <a:lnTo>
                    <a:pt x="1043" y="1352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2"/>
                  </a:lnTo>
                  <a:lnTo>
                    <a:pt x="1892" y="656"/>
                  </a:lnTo>
                  <a:lnTo>
                    <a:pt x="2124" y="579"/>
                  </a:lnTo>
                  <a:lnTo>
                    <a:pt x="2433" y="541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2"/>
                  </a:lnTo>
                  <a:lnTo>
                    <a:pt x="3360" y="965"/>
                  </a:lnTo>
                  <a:lnTo>
                    <a:pt x="3514" y="1158"/>
                  </a:lnTo>
                  <a:lnTo>
                    <a:pt x="3591" y="1390"/>
                  </a:lnTo>
                  <a:lnTo>
                    <a:pt x="3668" y="1660"/>
                  </a:lnTo>
                  <a:lnTo>
                    <a:pt x="4132" y="1583"/>
                  </a:lnTo>
                  <a:lnTo>
                    <a:pt x="4016" y="1197"/>
                  </a:lnTo>
                  <a:lnTo>
                    <a:pt x="3823" y="811"/>
                  </a:lnTo>
                  <a:lnTo>
                    <a:pt x="3630" y="541"/>
                  </a:lnTo>
                  <a:lnTo>
                    <a:pt x="3398" y="270"/>
                  </a:lnTo>
                  <a:lnTo>
                    <a:pt x="3244" y="193"/>
                  </a:lnTo>
                  <a:lnTo>
                    <a:pt x="3089" y="116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1" name="Google Shape;5131;p21"/>
            <p:cNvSpPr/>
            <p:nvPr/>
          </p:nvSpPr>
          <p:spPr>
            <a:xfrm>
              <a:off x="2133125" y="3382150"/>
              <a:ext cx="437350" cy="302200"/>
            </a:xfrm>
            <a:custGeom>
              <a:avLst/>
              <a:gdLst/>
              <a:ahLst/>
              <a:cxnLst/>
              <a:rect l="l" t="t" r="r" b="b"/>
              <a:pathLst>
                <a:path w="17494" h="12088" extrusionOk="0">
                  <a:moveTo>
                    <a:pt x="12087" y="541"/>
                  </a:moveTo>
                  <a:lnTo>
                    <a:pt x="12203" y="580"/>
                  </a:lnTo>
                  <a:lnTo>
                    <a:pt x="12319" y="657"/>
                  </a:lnTo>
                  <a:lnTo>
                    <a:pt x="12628" y="889"/>
                  </a:lnTo>
                  <a:lnTo>
                    <a:pt x="12898" y="1159"/>
                  </a:lnTo>
                  <a:lnTo>
                    <a:pt x="13130" y="1507"/>
                  </a:lnTo>
                  <a:lnTo>
                    <a:pt x="13323" y="1893"/>
                  </a:lnTo>
                  <a:lnTo>
                    <a:pt x="13478" y="2279"/>
                  </a:lnTo>
                  <a:lnTo>
                    <a:pt x="13632" y="2665"/>
                  </a:lnTo>
                  <a:lnTo>
                    <a:pt x="13825" y="3476"/>
                  </a:lnTo>
                  <a:lnTo>
                    <a:pt x="13091" y="3013"/>
                  </a:lnTo>
                  <a:lnTo>
                    <a:pt x="12705" y="2781"/>
                  </a:lnTo>
                  <a:lnTo>
                    <a:pt x="12358" y="2511"/>
                  </a:lnTo>
                  <a:lnTo>
                    <a:pt x="12010" y="2124"/>
                  </a:lnTo>
                  <a:lnTo>
                    <a:pt x="11817" y="1931"/>
                  </a:lnTo>
                  <a:lnTo>
                    <a:pt x="11663" y="1738"/>
                  </a:lnTo>
                  <a:lnTo>
                    <a:pt x="11508" y="1429"/>
                  </a:lnTo>
                  <a:lnTo>
                    <a:pt x="11431" y="1082"/>
                  </a:lnTo>
                  <a:lnTo>
                    <a:pt x="11663" y="734"/>
                  </a:lnTo>
                  <a:lnTo>
                    <a:pt x="11779" y="618"/>
                  </a:lnTo>
                  <a:lnTo>
                    <a:pt x="11856" y="541"/>
                  </a:lnTo>
                  <a:close/>
                  <a:moveTo>
                    <a:pt x="16296" y="1622"/>
                  </a:moveTo>
                  <a:lnTo>
                    <a:pt x="16412" y="1661"/>
                  </a:lnTo>
                  <a:lnTo>
                    <a:pt x="16490" y="1738"/>
                  </a:lnTo>
                  <a:lnTo>
                    <a:pt x="16567" y="1854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56"/>
                  </a:lnTo>
                  <a:lnTo>
                    <a:pt x="16605" y="2511"/>
                  </a:lnTo>
                  <a:lnTo>
                    <a:pt x="16528" y="2704"/>
                  </a:lnTo>
                  <a:lnTo>
                    <a:pt x="16412" y="2820"/>
                  </a:lnTo>
                  <a:lnTo>
                    <a:pt x="16296" y="2974"/>
                  </a:lnTo>
                  <a:lnTo>
                    <a:pt x="15949" y="3206"/>
                  </a:lnTo>
                  <a:lnTo>
                    <a:pt x="15563" y="3399"/>
                  </a:lnTo>
                  <a:lnTo>
                    <a:pt x="15138" y="3553"/>
                  </a:lnTo>
                  <a:lnTo>
                    <a:pt x="14713" y="3669"/>
                  </a:lnTo>
                  <a:lnTo>
                    <a:pt x="14366" y="3746"/>
                  </a:lnTo>
                  <a:lnTo>
                    <a:pt x="14482" y="3360"/>
                  </a:lnTo>
                  <a:lnTo>
                    <a:pt x="14636" y="2974"/>
                  </a:lnTo>
                  <a:lnTo>
                    <a:pt x="14829" y="2626"/>
                  </a:lnTo>
                  <a:lnTo>
                    <a:pt x="15099" y="2279"/>
                  </a:lnTo>
                  <a:lnTo>
                    <a:pt x="15408" y="1970"/>
                  </a:lnTo>
                  <a:lnTo>
                    <a:pt x="15640" y="1816"/>
                  </a:lnTo>
                  <a:lnTo>
                    <a:pt x="15872" y="1700"/>
                  </a:lnTo>
                  <a:lnTo>
                    <a:pt x="16103" y="1622"/>
                  </a:lnTo>
                  <a:close/>
                  <a:moveTo>
                    <a:pt x="13864" y="4287"/>
                  </a:moveTo>
                  <a:lnTo>
                    <a:pt x="13671" y="4557"/>
                  </a:lnTo>
                  <a:lnTo>
                    <a:pt x="13478" y="4789"/>
                  </a:lnTo>
                  <a:lnTo>
                    <a:pt x="13246" y="5021"/>
                  </a:lnTo>
                  <a:lnTo>
                    <a:pt x="13014" y="5252"/>
                  </a:lnTo>
                  <a:lnTo>
                    <a:pt x="12667" y="5484"/>
                  </a:lnTo>
                  <a:lnTo>
                    <a:pt x="12165" y="5793"/>
                  </a:lnTo>
                  <a:lnTo>
                    <a:pt x="11894" y="5909"/>
                  </a:lnTo>
                  <a:lnTo>
                    <a:pt x="11624" y="5986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5" y="5870"/>
                  </a:lnTo>
                  <a:lnTo>
                    <a:pt x="10968" y="5793"/>
                  </a:lnTo>
                  <a:lnTo>
                    <a:pt x="10929" y="5716"/>
                  </a:lnTo>
                  <a:lnTo>
                    <a:pt x="10890" y="5638"/>
                  </a:lnTo>
                  <a:lnTo>
                    <a:pt x="10890" y="5445"/>
                  </a:lnTo>
                  <a:lnTo>
                    <a:pt x="10968" y="5291"/>
                  </a:lnTo>
                  <a:lnTo>
                    <a:pt x="11122" y="5098"/>
                  </a:lnTo>
                  <a:lnTo>
                    <a:pt x="11277" y="4982"/>
                  </a:lnTo>
                  <a:lnTo>
                    <a:pt x="11547" y="4750"/>
                  </a:lnTo>
                  <a:lnTo>
                    <a:pt x="11817" y="4673"/>
                  </a:lnTo>
                  <a:lnTo>
                    <a:pt x="12087" y="4557"/>
                  </a:lnTo>
                  <a:lnTo>
                    <a:pt x="12628" y="4480"/>
                  </a:lnTo>
                  <a:lnTo>
                    <a:pt x="13246" y="4403"/>
                  </a:lnTo>
                  <a:lnTo>
                    <a:pt x="13555" y="4364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96"/>
                  </a:lnTo>
                  <a:lnTo>
                    <a:pt x="15408" y="4789"/>
                  </a:lnTo>
                  <a:lnTo>
                    <a:pt x="15717" y="4982"/>
                  </a:lnTo>
                  <a:lnTo>
                    <a:pt x="15910" y="5136"/>
                  </a:lnTo>
                  <a:lnTo>
                    <a:pt x="16142" y="5407"/>
                  </a:lnTo>
                  <a:lnTo>
                    <a:pt x="16412" y="5677"/>
                  </a:lnTo>
                  <a:lnTo>
                    <a:pt x="16644" y="6025"/>
                  </a:lnTo>
                  <a:lnTo>
                    <a:pt x="16876" y="6333"/>
                  </a:lnTo>
                  <a:lnTo>
                    <a:pt x="16992" y="6681"/>
                  </a:lnTo>
                  <a:lnTo>
                    <a:pt x="16992" y="6835"/>
                  </a:lnTo>
                  <a:lnTo>
                    <a:pt x="16992" y="6990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374" y="7337"/>
                  </a:lnTo>
                  <a:lnTo>
                    <a:pt x="16142" y="7222"/>
                  </a:lnTo>
                  <a:lnTo>
                    <a:pt x="15872" y="7029"/>
                  </a:lnTo>
                  <a:lnTo>
                    <a:pt x="15601" y="6835"/>
                  </a:lnTo>
                  <a:lnTo>
                    <a:pt x="15370" y="6565"/>
                  </a:lnTo>
                  <a:lnTo>
                    <a:pt x="15061" y="6179"/>
                  </a:lnTo>
                  <a:lnTo>
                    <a:pt x="14829" y="5716"/>
                  </a:lnTo>
                  <a:lnTo>
                    <a:pt x="14636" y="5252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78"/>
                  </a:lnTo>
                  <a:lnTo>
                    <a:pt x="11470" y="116"/>
                  </a:lnTo>
                  <a:lnTo>
                    <a:pt x="11354" y="232"/>
                  </a:lnTo>
                  <a:lnTo>
                    <a:pt x="11161" y="425"/>
                  </a:lnTo>
                  <a:lnTo>
                    <a:pt x="11006" y="618"/>
                  </a:lnTo>
                  <a:lnTo>
                    <a:pt x="10929" y="812"/>
                  </a:lnTo>
                  <a:lnTo>
                    <a:pt x="10929" y="1043"/>
                  </a:lnTo>
                  <a:lnTo>
                    <a:pt x="10929" y="1236"/>
                  </a:lnTo>
                  <a:lnTo>
                    <a:pt x="11006" y="1468"/>
                  </a:lnTo>
                  <a:lnTo>
                    <a:pt x="11083" y="1700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2" y="2742"/>
                  </a:lnTo>
                  <a:lnTo>
                    <a:pt x="12396" y="3090"/>
                  </a:lnTo>
                  <a:lnTo>
                    <a:pt x="12860" y="3437"/>
                  </a:lnTo>
                  <a:lnTo>
                    <a:pt x="12860" y="3437"/>
                  </a:lnTo>
                  <a:lnTo>
                    <a:pt x="12049" y="3322"/>
                  </a:lnTo>
                  <a:lnTo>
                    <a:pt x="11199" y="3283"/>
                  </a:lnTo>
                  <a:lnTo>
                    <a:pt x="10388" y="3360"/>
                  </a:lnTo>
                  <a:lnTo>
                    <a:pt x="9616" y="3476"/>
                  </a:lnTo>
                  <a:lnTo>
                    <a:pt x="9655" y="3013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45"/>
                  </a:lnTo>
                  <a:lnTo>
                    <a:pt x="9075" y="1622"/>
                  </a:lnTo>
                  <a:lnTo>
                    <a:pt x="9153" y="2124"/>
                  </a:lnTo>
                  <a:lnTo>
                    <a:pt x="9153" y="2626"/>
                  </a:lnTo>
                  <a:lnTo>
                    <a:pt x="9153" y="3090"/>
                  </a:lnTo>
                  <a:lnTo>
                    <a:pt x="9075" y="3515"/>
                  </a:lnTo>
                  <a:lnTo>
                    <a:pt x="9075" y="3630"/>
                  </a:lnTo>
                  <a:lnTo>
                    <a:pt x="8226" y="3901"/>
                  </a:lnTo>
                  <a:lnTo>
                    <a:pt x="7415" y="4287"/>
                  </a:lnTo>
                  <a:lnTo>
                    <a:pt x="6604" y="4750"/>
                  </a:lnTo>
                  <a:lnTo>
                    <a:pt x="5832" y="5252"/>
                  </a:lnTo>
                  <a:lnTo>
                    <a:pt x="5407" y="5252"/>
                  </a:lnTo>
                  <a:lnTo>
                    <a:pt x="5407" y="5561"/>
                  </a:lnTo>
                  <a:lnTo>
                    <a:pt x="4596" y="6218"/>
                  </a:lnTo>
                  <a:lnTo>
                    <a:pt x="3824" y="6951"/>
                  </a:lnTo>
                  <a:lnTo>
                    <a:pt x="3090" y="7724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56"/>
                  </a:lnTo>
                  <a:lnTo>
                    <a:pt x="542" y="10967"/>
                  </a:lnTo>
                  <a:lnTo>
                    <a:pt x="1" y="11817"/>
                  </a:lnTo>
                  <a:lnTo>
                    <a:pt x="349" y="12087"/>
                  </a:lnTo>
                  <a:lnTo>
                    <a:pt x="1546" y="10542"/>
                  </a:lnTo>
                  <a:lnTo>
                    <a:pt x="2743" y="8998"/>
                  </a:lnTo>
                  <a:lnTo>
                    <a:pt x="3360" y="8226"/>
                  </a:lnTo>
                  <a:lnTo>
                    <a:pt x="4017" y="7531"/>
                  </a:lnTo>
                  <a:lnTo>
                    <a:pt x="4712" y="6835"/>
                  </a:lnTo>
                  <a:lnTo>
                    <a:pt x="5484" y="6179"/>
                  </a:lnTo>
                  <a:lnTo>
                    <a:pt x="6257" y="5600"/>
                  </a:lnTo>
                  <a:lnTo>
                    <a:pt x="7106" y="5059"/>
                  </a:lnTo>
                  <a:lnTo>
                    <a:pt x="7994" y="4634"/>
                  </a:lnTo>
                  <a:lnTo>
                    <a:pt x="8458" y="4441"/>
                  </a:lnTo>
                  <a:lnTo>
                    <a:pt x="8921" y="4287"/>
                  </a:lnTo>
                  <a:lnTo>
                    <a:pt x="9423" y="4132"/>
                  </a:lnTo>
                  <a:lnTo>
                    <a:pt x="9886" y="4017"/>
                  </a:lnTo>
                  <a:lnTo>
                    <a:pt x="10388" y="3939"/>
                  </a:lnTo>
                  <a:lnTo>
                    <a:pt x="10852" y="3862"/>
                  </a:lnTo>
                  <a:lnTo>
                    <a:pt x="11354" y="3823"/>
                  </a:lnTo>
                  <a:lnTo>
                    <a:pt x="11856" y="3823"/>
                  </a:lnTo>
                  <a:lnTo>
                    <a:pt x="12358" y="3862"/>
                  </a:lnTo>
                  <a:lnTo>
                    <a:pt x="12860" y="3939"/>
                  </a:lnTo>
                  <a:lnTo>
                    <a:pt x="12358" y="4017"/>
                  </a:lnTo>
                  <a:lnTo>
                    <a:pt x="11856" y="4132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57"/>
                  </a:lnTo>
                  <a:lnTo>
                    <a:pt x="10852" y="4712"/>
                  </a:lnTo>
                  <a:lnTo>
                    <a:pt x="10697" y="4866"/>
                  </a:lnTo>
                  <a:lnTo>
                    <a:pt x="10543" y="5098"/>
                  </a:lnTo>
                  <a:lnTo>
                    <a:pt x="10466" y="5291"/>
                  </a:lnTo>
                  <a:lnTo>
                    <a:pt x="10388" y="5523"/>
                  </a:lnTo>
                  <a:lnTo>
                    <a:pt x="10388" y="5754"/>
                  </a:lnTo>
                  <a:lnTo>
                    <a:pt x="10427" y="5986"/>
                  </a:lnTo>
                  <a:lnTo>
                    <a:pt x="10581" y="6179"/>
                  </a:lnTo>
                  <a:lnTo>
                    <a:pt x="10659" y="6256"/>
                  </a:lnTo>
                  <a:lnTo>
                    <a:pt x="10775" y="6333"/>
                  </a:lnTo>
                  <a:lnTo>
                    <a:pt x="11006" y="6449"/>
                  </a:lnTo>
                  <a:lnTo>
                    <a:pt x="11585" y="6449"/>
                  </a:lnTo>
                  <a:lnTo>
                    <a:pt x="11894" y="6372"/>
                  </a:lnTo>
                  <a:lnTo>
                    <a:pt x="12165" y="6295"/>
                  </a:lnTo>
                  <a:lnTo>
                    <a:pt x="12628" y="6063"/>
                  </a:lnTo>
                  <a:lnTo>
                    <a:pt x="13053" y="5831"/>
                  </a:lnTo>
                  <a:lnTo>
                    <a:pt x="13439" y="5523"/>
                  </a:lnTo>
                  <a:lnTo>
                    <a:pt x="13400" y="5561"/>
                  </a:lnTo>
                  <a:lnTo>
                    <a:pt x="13786" y="5716"/>
                  </a:lnTo>
                  <a:lnTo>
                    <a:pt x="14057" y="4866"/>
                  </a:lnTo>
                  <a:lnTo>
                    <a:pt x="14211" y="5407"/>
                  </a:lnTo>
                  <a:lnTo>
                    <a:pt x="14404" y="5947"/>
                  </a:lnTo>
                  <a:lnTo>
                    <a:pt x="14675" y="6411"/>
                  </a:lnTo>
                  <a:lnTo>
                    <a:pt x="14984" y="6874"/>
                  </a:lnTo>
                  <a:lnTo>
                    <a:pt x="15177" y="7067"/>
                  </a:lnTo>
                  <a:lnTo>
                    <a:pt x="15408" y="7299"/>
                  </a:lnTo>
                  <a:lnTo>
                    <a:pt x="15679" y="7492"/>
                  </a:lnTo>
                  <a:lnTo>
                    <a:pt x="15988" y="7685"/>
                  </a:lnTo>
                  <a:lnTo>
                    <a:pt x="16296" y="7801"/>
                  </a:lnTo>
                  <a:lnTo>
                    <a:pt x="16605" y="7878"/>
                  </a:lnTo>
                  <a:lnTo>
                    <a:pt x="16876" y="7878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46"/>
                  </a:lnTo>
                  <a:lnTo>
                    <a:pt x="17378" y="7531"/>
                  </a:lnTo>
                  <a:lnTo>
                    <a:pt x="17416" y="7415"/>
                  </a:lnTo>
                  <a:lnTo>
                    <a:pt x="17455" y="7260"/>
                  </a:lnTo>
                  <a:lnTo>
                    <a:pt x="17494" y="6951"/>
                  </a:lnTo>
                  <a:lnTo>
                    <a:pt x="17416" y="6642"/>
                  </a:lnTo>
                  <a:lnTo>
                    <a:pt x="17300" y="6295"/>
                  </a:lnTo>
                  <a:lnTo>
                    <a:pt x="17185" y="5986"/>
                  </a:lnTo>
                  <a:lnTo>
                    <a:pt x="17030" y="5716"/>
                  </a:lnTo>
                  <a:lnTo>
                    <a:pt x="16876" y="5484"/>
                  </a:lnTo>
                  <a:lnTo>
                    <a:pt x="16683" y="5252"/>
                  </a:lnTo>
                  <a:lnTo>
                    <a:pt x="16490" y="5021"/>
                  </a:lnTo>
                  <a:lnTo>
                    <a:pt x="16258" y="4827"/>
                  </a:lnTo>
                  <a:lnTo>
                    <a:pt x="16026" y="4634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39"/>
                  </a:lnTo>
                  <a:lnTo>
                    <a:pt x="15833" y="3746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90"/>
                  </a:lnTo>
                  <a:lnTo>
                    <a:pt x="16914" y="2897"/>
                  </a:lnTo>
                  <a:lnTo>
                    <a:pt x="17030" y="2665"/>
                  </a:lnTo>
                  <a:lnTo>
                    <a:pt x="17107" y="2433"/>
                  </a:lnTo>
                  <a:lnTo>
                    <a:pt x="17146" y="2202"/>
                  </a:lnTo>
                  <a:lnTo>
                    <a:pt x="17107" y="1931"/>
                  </a:lnTo>
                  <a:lnTo>
                    <a:pt x="17069" y="1700"/>
                  </a:lnTo>
                  <a:lnTo>
                    <a:pt x="16914" y="1507"/>
                  </a:lnTo>
                  <a:lnTo>
                    <a:pt x="16760" y="1352"/>
                  </a:lnTo>
                  <a:lnTo>
                    <a:pt x="16567" y="1236"/>
                  </a:lnTo>
                  <a:lnTo>
                    <a:pt x="16335" y="1159"/>
                  </a:lnTo>
                  <a:lnTo>
                    <a:pt x="16103" y="1159"/>
                  </a:lnTo>
                  <a:lnTo>
                    <a:pt x="15910" y="1198"/>
                  </a:lnTo>
                  <a:lnTo>
                    <a:pt x="15679" y="1275"/>
                  </a:lnTo>
                  <a:lnTo>
                    <a:pt x="15447" y="1352"/>
                  </a:lnTo>
                  <a:lnTo>
                    <a:pt x="15254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7" y="2588"/>
                  </a:lnTo>
                  <a:lnTo>
                    <a:pt x="14095" y="3013"/>
                  </a:lnTo>
                  <a:lnTo>
                    <a:pt x="13980" y="2472"/>
                  </a:lnTo>
                  <a:lnTo>
                    <a:pt x="13748" y="1893"/>
                  </a:lnTo>
                  <a:lnTo>
                    <a:pt x="13516" y="1352"/>
                  </a:lnTo>
                  <a:lnTo>
                    <a:pt x="13169" y="889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8" y="155"/>
                  </a:lnTo>
                  <a:lnTo>
                    <a:pt x="12087" y="39"/>
                  </a:lnTo>
                  <a:lnTo>
                    <a:pt x="118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2" name="Google Shape;5132;p21"/>
            <p:cNvSpPr/>
            <p:nvPr/>
          </p:nvSpPr>
          <p:spPr>
            <a:xfrm>
              <a:off x="2737450" y="3395675"/>
              <a:ext cx="459550" cy="296375"/>
            </a:xfrm>
            <a:custGeom>
              <a:avLst/>
              <a:gdLst/>
              <a:ahLst/>
              <a:cxnLst/>
              <a:rect l="l" t="t" r="r" b="b"/>
              <a:pathLst>
                <a:path w="18382" h="11855" extrusionOk="0">
                  <a:moveTo>
                    <a:pt x="17648" y="2935"/>
                  </a:moveTo>
                  <a:lnTo>
                    <a:pt x="17725" y="2974"/>
                  </a:lnTo>
                  <a:lnTo>
                    <a:pt x="17802" y="3051"/>
                  </a:lnTo>
                  <a:lnTo>
                    <a:pt x="17841" y="3128"/>
                  </a:lnTo>
                  <a:lnTo>
                    <a:pt x="17880" y="3321"/>
                  </a:lnTo>
                  <a:lnTo>
                    <a:pt x="17918" y="3553"/>
                  </a:lnTo>
                  <a:lnTo>
                    <a:pt x="17880" y="3746"/>
                  </a:lnTo>
                  <a:lnTo>
                    <a:pt x="17764" y="3939"/>
                  </a:lnTo>
                  <a:lnTo>
                    <a:pt x="17648" y="4132"/>
                  </a:lnTo>
                  <a:lnTo>
                    <a:pt x="17300" y="4402"/>
                  </a:lnTo>
                  <a:lnTo>
                    <a:pt x="17030" y="4595"/>
                  </a:lnTo>
                  <a:lnTo>
                    <a:pt x="16721" y="4750"/>
                  </a:lnTo>
                  <a:lnTo>
                    <a:pt x="16412" y="4866"/>
                  </a:lnTo>
                  <a:lnTo>
                    <a:pt x="16065" y="4943"/>
                  </a:lnTo>
                  <a:lnTo>
                    <a:pt x="16181" y="4364"/>
                  </a:lnTo>
                  <a:lnTo>
                    <a:pt x="16296" y="4055"/>
                  </a:lnTo>
                  <a:lnTo>
                    <a:pt x="16412" y="3784"/>
                  </a:lnTo>
                  <a:lnTo>
                    <a:pt x="16528" y="3514"/>
                  </a:lnTo>
                  <a:lnTo>
                    <a:pt x="16721" y="3282"/>
                  </a:lnTo>
                  <a:lnTo>
                    <a:pt x="16953" y="3128"/>
                  </a:lnTo>
                  <a:lnTo>
                    <a:pt x="17223" y="2974"/>
                  </a:lnTo>
                  <a:lnTo>
                    <a:pt x="17493" y="2935"/>
                  </a:lnTo>
                  <a:close/>
                  <a:moveTo>
                    <a:pt x="14211" y="4866"/>
                  </a:moveTo>
                  <a:lnTo>
                    <a:pt x="14481" y="4904"/>
                  </a:lnTo>
                  <a:lnTo>
                    <a:pt x="14752" y="4982"/>
                  </a:lnTo>
                  <a:lnTo>
                    <a:pt x="15022" y="5059"/>
                  </a:lnTo>
                  <a:lnTo>
                    <a:pt x="15254" y="5175"/>
                  </a:lnTo>
                  <a:lnTo>
                    <a:pt x="15177" y="5329"/>
                  </a:lnTo>
                  <a:lnTo>
                    <a:pt x="14752" y="5522"/>
                  </a:lnTo>
                  <a:lnTo>
                    <a:pt x="14288" y="5677"/>
                  </a:lnTo>
                  <a:lnTo>
                    <a:pt x="14018" y="5715"/>
                  </a:lnTo>
                  <a:lnTo>
                    <a:pt x="13748" y="5754"/>
                  </a:lnTo>
                  <a:lnTo>
                    <a:pt x="13477" y="5754"/>
                  </a:lnTo>
                  <a:lnTo>
                    <a:pt x="13169" y="5677"/>
                  </a:lnTo>
                  <a:lnTo>
                    <a:pt x="13053" y="5677"/>
                  </a:lnTo>
                  <a:lnTo>
                    <a:pt x="12975" y="5599"/>
                  </a:lnTo>
                  <a:lnTo>
                    <a:pt x="12975" y="5484"/>
                  </a:lnTo>
                  <a:lnTo>
                    <a:pt x="13053" y="5368"/>
                  </a:lnTo>
                  <a:lnTo>
                    <a:pt x="13091" y="5136"/>
                  </a:lnTo>
                  <a:lnTo>
                    <a:pt x="13169" y="5020"/>
                  </a:lnTo>
                  <a:lnTo>
                    <a:pt x="13323" y="4943"/>
                  </a:lnTo>
                  <a:lnTo>
                    <a:pt x="13555" y="4904"/>
                  </a:lnTo>
                  <a:lnTo>
                    <a:pt x="13864" y="4866"/>
                  </a:lnTo>
                  <a:close/>
                  <a:moveTo>
                    <a:pt x="15756" y="5522"/>
                  </a:moveTo>
                  <a:lnTo>
                    <a:pt x="16374" y="5831"/>
                  </a:lnTo>
                  <a:lnTo>
                    <a:pt x="16644" y="5986"/>
                  </a:lnTo>
                  <a:lnTo>
                    <a:pt x="16953" y="6179"/>
                  </a:lnTo>
                  <a:lnTo>
                    <a:pt x="17185" y="6372"/>
                  </a:lnTo>
                  <a:lnTo>
                    <a:pt x="17416" y="6603"/>
                  </a:lnTo>
                  <a:lnTo>
                    <a:pt x="17571" y="6912"/>
                  </a:lnTo>
                  <a:lnTo>
                    <a:pt x="17609" y="7067"/>
                  </a:lnTo>
                  <a:lnTo>
                    <a:pt x="17609" y="7221"/>
                  </a:lnTo>
                  <a:lnTo>
                    <a:pt x="17609" y="7453"/>
                  </a:lnTo>
                  <a:lnTo>
                    <a:pt x="17532" y="7569"/>
                  </a:lnTo>
                  <a:lnTo>
                    <a:pt x="17455" y="7685"/>
                  </a:lnTo>
                  <a:lnTo>
                    <a:pt x="17300" y="7723"/>
                  </a:lnTo>
                  <a:lnTo>
                    <a:pt x="17146" y="7723"/>
                  </a:lnTo>
                  <a:lnTo>
                    <a:pt x="16953" y="7685"/>
                  </a:lnTo>
                  <a:lnTo>
                    <a:pt x="16798" y="7607"/>
                  </a:lnTo>
                  <a:lnTo>
                    <a:pt x="16644" y="7492"/>
                  </a:lnTo>
                  <a:lnTo>
                    <a:pt x="16412" y="7183"/>
                  </a:lnTo>
                  <a:lnTo>
                    <a:pt x="16181" y="6796"/>
                  </a:lnTo>
                  <a:lnTo>
                    <a:pt x="16026" y="6488"/>
                  </a:lnTo>
                  <a:lnTo>
                    <a:pt x="15910" y="6179"/>
                  </a:lnTo>
                  <a:lnTo>
                    <a:pt x="15833" y="5831"/>
                  </a:lnTo>
                  <a:lnTo>
                    <a:pt x="15756" y="5522"/>
                  </a:lnTo>
                  <a:close/>
                  <a:moveTo>
                    <a:pt x="4944" y="464"/>
                  </a:moveTo>
                  <a:lnTo>
                    <a:pt x="5561" y="502"/>
                  </a:lnTo>
                  <a:lnTo>
                    <a:pt x="6141" y="657"/>
                  </a:lnTo>
                  <a:lnTo>
                    <a:pt x="6681" y="888"/>
                  </a:lnTo>
                  <a:lnTo>
                    <a:pt x="7222" y="1197"/>
                  </a:lnTo>
                  <a:lnTo>
                    <a:pt x="7685" y="1545"/>
                  </a:lnTo>
                  <a:lnTo>
                    <a:pt x="8149" y="1970"/>
                  </a:lnTo>
                  <a:lnTo>
                    <a:pt x="8496" y="2394"/>
                  </a:lnTo>
                  <a:lnTo>
                    <a:pt x="8766" y="2781"/>
                  </a:lnTo>
                  <a:lnTo>
                    <a:pt x="9037" y="3205"/>
                  </a:lnTo>
                  <a:lnTo>
                    <a:pt x="9268" y="3669"/>
                  </a:lnTo>
                  <a:lnTo>
                    <a:pt x="9693" y="4595"/>
                  </a:lnTo>
                  <a:lnTo>
                    <a:pt x="10079" y="5522"/>
                  </a:lnTo>
                  <a:lnTo>
                    <a:pt x="10272" y="5908"/>
                  </a:lnTo>
                  <a:lnTo>
                    <a:pt x="10504" y="6294"/>
                  </a:lnTo>
                  <a:lnTo>
                    <a:pt x="10736" y="6642"/>
                  </a:lnTo>
                  <a:lnTo>
                    <a:pt x="11006" y="6912"/>
                  </a:lnTo>
                  <a:lnTo>
                    <a:pt x="11354" y="7183"/>
                  </a:lnTo>
                  <a:lnTo>
                    <a:pt x="11701" y="7376"/>
                  </a:lnTo>
                  <a:lnTo>
                    <a:pt x="12087" y="7492"/>
                  </a:lnTo>
                  <a:lnTo>
                    <a:pt x="12551" y="7569"/>
                  </a:lnTo>
                  <a:lnTo>
                    <a:pt x="12898" y="7530"/>
                  </a:lnTo>
                  <a:lnTo>
                    <a:pt x="13207" y="7492"/>
                  </a:lnTo>
                  <a:lnTo>
                    <a:pt x="13516" y="7414"/>
                  </a:lnTo>
                  <a:lnTo>
                    <a:pt x="13825" y="7260"/>
                  </a:lnTo>
                  <a:lnTo>
                    <a:pt x="14095" y="7105"/>
                  </a:lnTo>
                  <a:lnTo>
                    <a:pt x="14366" y="6951"/>
                  </a:lnTo>
                  <a:lnTo>
                    <a:pt x="14597" y="6719"/>
                  </a:lnTo>
                  <a:lnTo>
                    <a:pt x="14829" y="6488"/>
                  </a:lnTo>
                  <a:lnTo>
                    <a:pt x="14404" y="7221"/>
                  </a:lnTo>
                  <a:lnTo>
                    <a:pt x="13941" y="7878"/>
                  </a:lnTo>
                  <a:lnTo>
                    <a:pt x="13439" y="8534"/>
                  </a:lnTo>
                  <a:lnTo>
                    <a:pt x="12860" y="9113"/>
                  </a:lnTo>
                  <a:lnTo>
                    <a:pt x="12242" y="9615"/>
                  </a:lnTo>
                  <a:lnTo>
                    <a:pt x="11547" y="10079"/>
                  </a:lnTo>
                  <a:lnTo>
                    <a:pt x="10813" y="10503"/>
                  </a:lnTo>
                  <a:lnTo>
                    <a:pt x="10041" y="10812"/>
                  </a:lnTo>
                  <a:lnTo>
                    <a:pt x="9462" y="11005"/>
                  </a:lnTo>
                  <a:lnTo>
                    <a:pt x="8882" y="11160"/>
                  </a:lnTo>
                  <a:lnTo>
                    <a:pt x="8303" y="11276"/>
                  </a:lnTo>
                  <a:lnTo>
                    <a:pt x="7724" y="11314"/>
                  </a:lnTo>
                  <a:lnTo>
                    <a:pt x="7145" y="11353"/>
                  </a:lnTo>
                  <a:lnTo>
                    <a:pt x="6604" y="11314"/>
                  </a:lnTo>
                  <a:lnTo>
                    <a:pt x="6025" y="11237"/>
                  </a:lnTo>
                  <a:lnTo>
                    <a:pt x="5484" y="11121"/>
                  </a:lnTo>
                  <a:lnTo>
                    <a:pt x="4944" y="10967"/>
                  </a:lnTo>
                  <a:lnTo>
                    <a:pt x="4442" y="10735"/>
                  </a:lnTo>
                  <a:lnTo>
                    <a:pt x="3940" y="10503"/>
                  </a:lnTo>
                  <a:lnTo>
                    <a:pt x="3476" y="10195"/>
                  </a:lnTo>
                  <a:lnTo>
                    <a:pt x="3013" y="9847"/>
                  </a:lnTo>
                  <a:lnTo>
                    <a:pt x="2549" y="9461"/>
                  </a:lnTo>
                  <a:lnTo>
                    <a:pt x="2163" y="9036"/>
                  </a:lnTo>
                  <a:lnTo>
                    <a:pt x="1777" y="8573"/>
                  </a:lnTo>
                  <a:lnTo>
                    <a:pt x="1430" y="8032"/>
                  </a:lnTo>
                  <a:lnTo>
                    <a:pt x="1121" y="7492"/>
                  </a:lnTo>
                  <a:lnTo>
                    <a:pt x="850" y="6912"/>
                  </a:lnTo>
                  <a:lnTo>
                    <a:pt x="657" y="6333"/>
                  </a:lnTo>
                  <a:lnTo>
                    <a:pt x="503" y="5754"/>
                  </a:lnTo>
                  <a:lnTo>
                    <a:pt x="426" y="5136"/>
                  </a:lnTo>
                  <a:lnTo>
                    <a:pt x="426" y="4518"/>
                  </a:lnTo>
                  <a:lnTo>
                    <a:pt x="503" y="3862"/>
                  </a:lnTo>
                  <a:lnTo>
                    <a:pt x="696" y="3282"/>
                  </a:lnTo>
                  <a:lnTo>
                    <a:pt x="928" y="2742"/>
                  </a:lnTo>
                  <a:lnTo>
                    <a:pt x="1275" y="2240"/>
                  </a:lnTo>
                  <a:lnTo>
                    <a:pt x="1661" y="1777"/>
                  </a:lnTo>
                  <a:lnTo>
                    <a:pt x="2086" y="1352"/>
                  </a:lnTo>
                  <a:lnTo>
                    <a:pt x="2588" y="1043"/>
                  </a:lnTo>
                  <a:lnTo>
                    <a:pt x="3129" y="773"/>
                  </a:lnTo>
                  <a:lnTo>
                    <a:pt x="3708" y="579"/>
                  </a:lnTo>
                  <a:lnTo>
                    <a:pt x="4326" y="464"/>
                  </a:lnTo>
                  <a:close/>
                  <a:moveTo>
                    <a:pt x="4519" y="0"/>
                  </a:moveTo>
                  <a:lnTo>
                    <a:pt x="4249" y="39"/>
                  </a:lnTo>
                  <a:lnTo>
                    <a:pt x="3901" y="77"/>
                  </a:lnTo>
                  <a:lnTo>
                    <a:pt x="3515" y="155"/>
                  </a:lnTo>
                  <a:lnTo>
                    <a:pt x="3167" y="271"/>
                  </a:lnTo>
                  <a:lnTo>
                    <a:pt x="2820" y="425"/>
                  </a:lnTo>
                  <a:lnTo>
                    <a:pt x="2472" y="579"/>
                  </a:lnTo>
                  <a:lnTo>
                    <a:pt x="2125" y="773"/>
                  </a:lnTo>
                  <a:lnTo>
                    <a:pt x="1777" y="1043"/>
                  </a:lnTo>
                  <a:lnTo>
                    <a:pt x="1468" y="1313"/>
                  </a:lnTo>
                  <a:lnTo>
                    <a:pt x="1082" y="1699"/>
                  </a:lnTo>
                  <a:lnTo>
                    <a:pt x="773" y="2163"/>
                  </a:lnTo>
                  <a:lnTo>
                    <a:pt x="503" y="2626"/>
                  </a:lnTo>
                  <a:lnTo>
                    <a:pt x="310" y="3089"/>
                  </a:lnTo>
                  <a:lnTo>
                    <a:pt x="155" y="3591"/>
                  </a:lnTo>
                  <a:lnTo>
                    <a:pt x="40" y="4093"/>
                  </a:lnTo>
                  <a:lnTo>
                    <a:pt x="1" y="4595"/>
                  </a:lnTo>
                  <a:lnTo>
                    <a:pt x="1" y="5136"/>
                  </a:lnTo>
                  <a:lnTo>
                    <a:pt x="78" y="5638"/>
                  </a:lnTo>
                  <a:lnTo>
                    <a:pt x="155" y="6179"/>
                  </a:lnTo>
                  <a:lnTo>
                    <a:pt x="310" y="6681"/>
                  </a:lnTo>
                  <a:lnTo>
                    <a:pt x="464" y="7183"/>
                  </a:lnTo>
                  <a:lnTo>
                    <a:pt x="696" y="7685"/>
                  </a:lnTo>
                  <a:lnTo>
                    <a:pt x="966" y="8148"/>
                  </a:lnTo>
                  <a:lnTo>
                    <a:pt x="1237" y="8611"/>
                  </a:lnTo>
                  <a:lnTo>
                    <a:pt x="1545" y="9036"/>
                  </a:lnTo>
                  <a:lnTo>
                    <a:pt x="2009" y="9577"/>
                  </a:lnTo>
                  <a:lnTo>
                    <a:pt x="2472" y="10040"/>
                  </a:lnTo>
                  <a:lnTo>
                    <a:pt x="2974" y="10426"/>
                  </a:lnTo>
                  <a:lnTo>
                    <a:pt x="3476" y="10812"/>
                  </a:lnTo>
                  <a:lnTo>
                    <a:pt x="4055" y="11083"/>
                  </a:lnTo>
                  <a:lnTo>
                    <a:pt x="4596" y="11353"/>
                  </a:lnTo>
                  <a:lnTo>
                    <a:pt x="5214" y="11546"/>
                  </a:lnTo>
                  <a:lnTo>
                    <a:pt x="5832" y="11701"/>
                  </a:lnTo>
                  <a:lnTo>
                    <a:pt x="5870" y="11855"/>
                  </a:lnTo>
                  <a:lnTo>
                    <a:pt x="6218" y="11778"/>
                  </a:lnTo>
                  <a:lnTo>
                    <a:pt x="7029" y="11816"/>
                  </a:lnTo>
                  <a:lnTo>
                    <a:pt x="7840" y="11816"/>
                  </a:lnTo>
                  <a:lnTo>
                    <a:pt x="8689" y="11701"/>
                  </a:lnTo>
                  <a:lnTo>
                    <a:pt x="9539" y="11507"/>
                  </a:lnTo>
                  <a:lnTo>
                    <a:pt x="10272" y="11237"/>
                  </a:lnTo>
                  <a:lnTo>
                    <a:pt x="11006" y="10928"/>
                  </a:lnTo>
                  <a:lnTo>
                    <a:pt x="11315" y="10812"/>
                  </a:lnTo>
                  <a:lnTo>
                    <a:pt x="11315" y="10774"/>
                  </a:lnTo>
                  <a:lnTo>
                    <a:pt x="12049" y="10349"/>
                  </a:lnTo>
                  <a:lnTo>
                    <a:pt x="12705" y="9847"/>
                  </a:lnTo>
                  <a:lnTo>
                    <a:pt x="13362" y="9306"/>
                  </a:lnTo>
                  <a:lnTo>
                    <a:pt x="13941" y="8689"/>
                  </a:lnTo>
                  <a:lnTo>
                    <a:pt x="14481" y="8032"/>
                  </a:lnTo>
                  <a:lnTo>
                    <a:pt x="14713" y="7685"/>
                  </a:lnTo>
                  <a:lnTo>
                    <a:pt x="14906" y="7298"/>
                  </a:lnTo>
                  <a:lnTo>
                    <a:pt x="15099" y="6951"/>
                  </a:lnTo>
                  <a:lnTo>
                    <a:pt x="15254" y="6565"/>
                  </a:lnTo>
                  <a:lnTo>
                    <a:pt x="15408" y="6179"/>
                  </a:lnTo>
                  <a:lnTo>
                    <a:pt x="15524" y="5754"/>
                  </a:lnTo>
                  <a:lnTo>
                    <a:pt x="15601" y="6256"/>
                  </a:lnTo>
                  <a:lnTo>
                    <a:pt x="15756" y="6719"/>
                  </a:lnTo>
                  <a:lnTo>
                    <a:pt x="15987" y="7144"/>
                  </a:lnTo>
                  <a:lnTo>
                    <a:pt x="16258" y="7569"/>
                  </a:lnTo>
                  <a:lnTo>
                    <a:pt x="16374" y="7762"/>
                  </a:lnTo>
                  <a:lnTo>
                    <a:pt x="16567" y="7916"/>
                  </a:lnTo>
                  <a:lnTo>
                    <a:pt x="16760" y="8071"/>
                  </a:lnTo>
                  <a:lnTo>
                    <a:pt x="16953" y="8187"/>
                  </a:lnTo>
                  <a:lnTo>
                    <a:pt x="17146" y="8264"/>
                  </a:lnTo>
                  <a:lnTo>
                    <a:pt x="17378" y="8264"/>
                  </a:lnTo>
                  <a:lnTo>
                    <a:pt x="17571" y="8187"/>
                  </a:lnTo>
                  <a:lnTo>
                    <a:pt x="17802" y="8032"/>
                  </a:lnTo>
                  <a:lnTo>
                    <a:pt x="17918" y="7878"/>
                  </a:lnTo>
                  <a:lnTo>
                    <a:pt x="17995" y="7685"/>
                  </a:lnTo>
                  <a:lnTo>
                    <a:pt x="18034" y="7453"/>
                  </a:lnTo>
                  <a:lnTo>
                    <a:pt x="18034" y="7260"/>
                  </a:lnTo>
                  <a:lnTo>
                    <a:pt x="17995" y="7028"/>
                  </a:lnTo>
                  <a:lnTo>
                    <a:pt x="17918" y="6835"/>
                  </a:lnTo>
                  <a:lnTo>
                    <a:pt x="17841" y="6642"/>
                  </a:lnTo>
                  <a:lnTo>
                    <a:pt x="17725" y="6449"/>
                  </a:lnTo>
                  <a:lnTo>
                    <a:pt x="17571" y="6256"/>
                  </a:lnTo>
                  <a:lnTo>
                    <a:pt x="17416" y="6063"/>
                  </a:lnTo>
                  <a:lnTo>
                    <a:pt x="17030" y="5715"/>
                  </a:lnTo>
                  <a:lnTo>
                    <a:pt x="16567" y="5445"/>
                  </a:lnTo>
                  <a:lnTo>
                    <a:pt x="16103" y="5252"/>
                  </a:lnTo>
                  <a:lnTo>
                    <a:pt x="16605" y="5175"/>
                  </a:lnTo>
                  <a:lnTo>
                    <a:pt x="17030" y="4982"/>
                  </a:lnTo>
                  <a:lnTo>
                    <a:pt x="17455" y="4750"/>
                  </a:lnTo>
                  <a:lnTo>
                    <a:pt x="17841" y="4441"/>
                  </a:lnTo>
                  <a:lnTo>
                    <a:pt x="17995" y="4248"/>
                  </a:lnTo>
                  <a:lnTo>
                    <a:pt x="18150" y="4055"/>
                  </a:lnTo>
                  <a:lnTo>
                    <a:pt x="18266" y="3823"/>
                  </a:lnTo>
                  <a:lnTo>
                    <a:pt x="18343" y="3553"/>
                  </a:lnTo>
                  <a:lnTo>
                    <a:pt x="18382" y="3321"/>
                  </a:lnTo>
                  <a:lnTo>
                    <a:pt x="18343" y="3089"/>
                  </a:lnTo>
                  <a:lnTo>
                    <a:pt x="18227" y="2858"/>
                  </a:lnTo>
                  <a:lnTo>
                    <a:pt x="18150" y="2781"/>
                  </a:lnTo>
                  <a:lnTo>
                    <a:pt x="18034" y="2703"/>
                  </a:lnTo>
                  <a:lnTo>
                    <a:pt x="17841" y="2587"/>
                  </a:lnTo>
                  <a:lnTo>
                    <a:pt x="17609" y="2549"/>
                  </a:lnTo>
                  <a:lnTo>
                    <a:pt x="17416" y="2549"/>
                  </a:lnTo>
                  <a:lnTo>
                    <a:pt x="17185" y="2587"/>
                  </a:lnTo>
                  <a:lnTo>
                    <a:pt x="16953" y="2703"/>
                  </a:lnTo>
                  <a:lnTo>
                    <a:pt x="16760" y="2781"/>
                  </a:lnTo>
                  <a:lnTo>
                    <a:pt x="16567" y="2935"/>
                  </a:lnTo>
                  <a:lnTo>
                    <a:pt x="16412" y="3089"/>
                  </a:lnTo>
                  <a:lnTo>
                    <a:pt x="16258" y="3282"/>
                  </a:lnTo>
                  <a:lnTo>
                    <a:pt x="16103" y="3476"/>
                  </a:lnTo>
                  <a:lnTo>
                    <a:pt x="15872" y="3978"/>
                  </a:lnTo>
                  <a:lnTo>
                    <a:pt x="15717" y="4480"/>
                  </a:lnTo>
                  <a:lnTo>
                    <a:pt x="15640" y="4982"/>
                  </a:lnTo>
                  <a:lnTo>
                    <a:pt x="15601" y="4982"/>
                  </a:lnTo>
                  <a:lnTo>
                    <a:pt x="15563" y="5020"/>
                  </a:lnTo>
                  <a:lnTo>
                    <a:pt x="15524" y="5020"/>
                  </a:lnTo>
                  <a:lnTo>
                    <a:pt x="15099" y="4788"/>
                  </a:lnTo>
                  <a:lnTo>
                    <a:pt x="14675" y="4634"/>
                  </a:lnTo>
                  <a:lnTo>
                    <a:pt x="14211" y="4518"/>
                  </a:lnTo>
                  <a:lnTo>
                    <a:pt x="13748" y="4518"/>
                  </a:lnTo>
                  <a:lnTo>
                    <a:pt x="13362" y="4595"/>
                  </a:lnTo>
                  <a:lnTo>
                    <a:pt x="13169" y="4634"/>
                  </a:lnTo>
                  <a:lnTo>
                    <a:pt x="12975" y="4711"/>
                  </a:lnTo>
                  <a:lnTo>
                    <a:pt x="12782" y="4788"/>
                  </a:lnTo>
                  <a:lnTo>
                    <a:pt x="12628" y="4943"/>
                  </a:lnTo>
                  <a:lnTo>
                    <a:pt x="12512" y="5097"/>
                  </a:lnTo>
                  <a:lnTo>
                    <a:pt x="12435" y="5252"/>
                  </a:lnTo>
                  <a:lnTo>
                    <a:pt x="12396" y="5445"/>
                  </a:lnTo>
                  <a:lnTo>
                    <a:pt x="12473" y="5638"/>
                  </a:lnTo>
                  <a:lnTo>
                    <a:pt x="12551" y="5792"/>
                  </a:lnTo>
                  <a:lnTo>
                    <a:pt x="12705" y="5908"/>
                  </a:lnTo>
                  <a:lnTo>
                    <a:pt x="12860" y="5986"/>
                  </a:lnTo>
                  <a:lnTo>
                    <a:pt x="13053" y="6063"/>
                  </a:lnTo>
                  <a:lnTo>
                    <a:pt x="13439" y="6140"/>
                  </a:lnTo>
                  <a:lnTo>
                    <a:pt x="13786" y="6140"/>
                  </a:lnTo>
                  <a:lnTo>
                    <a:pt x="14134" y="6101"/>
                  </a:lnTo>
                  <a:lnTo>
                    <a:pt x="14481" y="5986"/>
                  </a:lnTo>
                  <a:lnTo>
                    <a:pt x="14790" y="5870"/>
                  </a:lnTo>
                  <a:lnTo>
                    <a:pt x="14481" y="6256"/>
                  </a:lnTo>
                  <a:lnTo>
                    <a:pt x="14095" y="6565"/>
                  </a:lnTo>
                  <a:lnTo>
                    <a:pt x="13902" y="6719"/>
                  </a:lnTo>
                  <a:lnTo>
                    <a:pt x="13671" y="6835"/>
                  </a:lnTo>
                  <a:lnTo>
                    <a:pt x="13439" y="6951"/>
                  </a:lnTo>
                  <a:lnTo>
                    <a:pt x="13207" y="7028"/>
                  </a:lnTo>
                  <a:lnTo>
                    <a:pt x="12821" y="7067"/>
                  </a:lnTo>
                  <a:lnTo>
                    <a:pt x="12435" y="7067"/>
                  </a:lnTo>
                  <a:lnTo>
                    <a:pt x="12087" y="6990"/>
                  </a:lnTo>
                  <a:lnTo>
                    <a:pt x="11778" y="6874"/>
                  </a:lnTo>
                  <a:lnTo>
                    <a:pt x="11470" y="6681"/>
                  </a:lnTo>
                  <a:lnTo>
                    <a:pt x="11199" y="6410"/>
                  </a:lnTo>
                  <a:lnTo>
                    <a:pt x="10968" y="6140"/>
                  </a:lnTo>
                  <a:lnTo>
                    <a:pt x="10774" y="5792"/>
                  </a:lnTo>
                  <a:lnTo>
                    <a:pt x="10504" y="5329"/>
                  </a:lnTo>
                  <a:lnTo>
                    <a:pt x="10311" y="4827"/>
                  </a:lnTo>
                  <a:lnTo>
                    <a:pt x="9886" y="3862"/>
                  </a:lnTo>
                  <a:lnTo>
                    <a:pt x="9655" y="3398"/>
                  </a:lnTo>
                  <a:lnTo>
                    <a:pt x="9423" y="2935"/>
                  </a:lnTo>
                  <a:lnTo>
                    <a:pt x="9153" y="2472"/>
                  </a:lnTo>
                  <a:lnTo>
                    <a:pt x="8844" y="2047"/>
                  </a:lnTo>
                  <a:lnTo>
                    <a:pt x="8380" y="1545"/>
                  </a:lnTo>
                  <a:lnTo>
                    <a:pt x="7917" y="1159"/>
                  </a:lnTo>
                  <a:lnTo>
                    <a:pt x="7415" y="811"/>
                  </a:lnTo>
                  <a:lnTo>
                    <a:pt x="6874" y="502"/>
                  </a:lnTo>
                  <a:lnTo>
                    <a:pt x="6295" y="271"/>
                  </a:lnTo>
                  <a:lnTo>
                    <a:pt x="5716" y="116"/>
                  </a:lnTo>
                  <a:lnTo>
                    <a:pt x="5137" y="39"/>
                  </a:lnTo>
                  <a:lnTo>
                    <a:pt x="451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3" name="Google Shape;5133;p21"/>
            <p:cNvSpPr/>
            <p:nvPr/>
          </p:nvSpPr>
          <p:spPr>
            <a:xfrm>
              <a:off x="2769325" y="3423675"/>
              <a:ext cx="144825" cy="164125"/>
            </a:xfrm>
            <a:custGeom>
              <a:avLst/>
              <a:gdLst/>
              <a:ahLst/>
              <a:cxnLst/>
              <a:rect l="l" t="t" r="r" b="b"/>
              <a:pathLst>
                <a:path w="5793" h="6565" extrusionOk="0">
                  <a:moveTo>
                    <a:pt x="2858" y="463"/>
                  </a:moveTo>
                  <a:lnTo>
                    <a:pt x="3360" y="618"/>
                  </a:lnTo>
                  <a:lnTo>
                    <a:pt x="3823" y="811"/>
                  </a:lnTo>
                  <a:lnTo>
                    <a:pt x="4248" y="1081"/>
                  </a:lnTo>
                  <a:lnTo>
                    <a:pt x="4634" y="1429"/>
                  </a:lnTo>
                  <a:lnTo>
                    <a:pt x="4943" y="1854"/>
                  </a:lnTo>
                  <a:lnTo>
                    <a:pt x="5059" y="2047"/>
                  </a:lnTo>
                  <a:lnTo>
                    <a:pt x="5175" y="2278"/>
                  </a:lnTo>
                  <a:lnTo>
                    <a:pt x="5252" y="2510"/>
                  </a:lnTo>
                  <a:lnTo>
                    <a:pt x="5290" y="2780"/>
                  </a:lnTo>
                  <a:lnTo>
                    <a:pt x="5329" y="3051"/>
                  </a:lnTo>
                  <a:lnTo>
                    <a:pt x="5329" y="3321"/>
                  </a:lnTo>
                  <a:lnTo>
                    <a:pt x="5290" y="3784"/>
                  </a:lnTo>
                  <a:lnTo>
                    <a:pt x="5175" y="4248"/>
                  </a:lnTo>
                  <a:lnTo>
                    <a:pt x="4981" y="4711"/>
                  </a:lnTo>
                  <a:lnTo>
                    <a:pt x="4711" y="5097"/>
                  </a:lnTo>
                  <a:lnTo>
                    <a:pt x="4364" y="5445"/>
                  </a:lnTo>
                  <a:lnTo>
                    <a:pt x="4016" y="5715"/>
                  </a:lnTo>
                  <a:lnTo>
                    <a:pt x="3784" y="5831"/>
                  </a:lnTo>
                  <a:lnTo>
                    <a:pt x="3553" y="5947"/>
                  </a:lnTo>
                  <a:lnTo>
                    <a:pt x="3321" y="6024"/>
                  </a:lnTo>
                  <a:lnTo>
                    <a:pt x="3089" y="6063"/>
                  </a:lnTo>
                  <a:lnTo>
                    <a:pt x="2780" y="6101"/>
                  </a:lnTo>
                  <a:lnTo>
                    <a:pt x="2510" y="6101"/>
                  </a:lnTo>
                  <a:lnTo>
                    <a:pt x="2201" y="6063"/>
                  </a:lnTo>
                  <a:lnTo>
                    <a:pt x="1970" y="5985"/>
                  </a:lnTo>
                  <a:lnTo>
                    <a:pt x="1738" y="5870"/>
                  </a:lnTo>
                  <a:lnTo>
                    <a:pt x="1506" y="5754"/>
                  </a:lnTo>
                  <a:lnTo>
                    <a:pt x="1313" y="5599"/>
                  </a:lnTo>
                  <a:lnTo>
                    <a:pt x="1159" y="5445"/>
                  </a:lnTo>
                  <a:lnTo>
                    <a:pt x="1004" y="5252"/>
                  </a:lnTo>
                  <a:lnTo>
                    <a:pt x="850" y="5020"/>
                  </a:lnTo>
                  <a:lnTo>
                    <a:pt x="734" y="4788"/>
                  </a:lnTo>
                  <a:lnTo>
                    <a:pt x="618" y="4557"/>
                  </a:lnTo>
                  <a:lnTo>
                    <a:pt x="502" y="4055"/>
                  </a:lnTo>
                  <a:lnTo>
                    <a:pt x="425" y="3514"/>
                  </a:lnTo>
                  <a:lnTo>
                    <a:pt x="464" y="2973"/>
                  </a:lnTo>
                  <a:lnTo>
                    <a:pt x="541" y="2433"/>
                  </a:lnTo>
                  <a:lnTo>
                    <a:pt x="734" y="1931"/>
                  </a:lnTo>
                  <a:lnTo>
                    <a:pt x="850" y="1699"/>
                  </a:lnTo>
                  <a:lnTo>
                    <a:pt x="966" y="1506"/>
                  </a:lnTo>
                  <a:lnTo>
                    <a:pt x="1120" y="1274"/>
                  </a:lnTo>
                  <a:lnTo>
                    <a:pt x="1313" y="1120"/>
                  </a:lnTo>
                  <a:lnTo>
                    <a:pt x="1506" y="927"/>
                  </a:lnTo>
                  <a:lnTo>
                    <a:pt x="1738" y="811"/>
                  </a:lnTo>
                  <a:lnTo>
                    <a:pt x="1970" y="695"/>
                  </a:lnTo>
                  <a:lnTo>
                    <a:pt x="2201" y="579"/>
                  </a:lnTo>
                  <a:lnTo>
                    <a:pt x="2472" y="541"/>
                  </a:lnTo>
                  <a:lnTo>
                    <a:pt x="2780" y="502"/>
                  </a:lnTo>
                  <a:lnTo>
                    <a:pt x="2819" y="502"/>
                  </a:lnTo>
                  <a:lnTo>
                    <a:pt x="2858" y="463"/>
                  </a:lnTo>
                  <a:close/>
                  <a:moveTo>
                    <a:pt x="2665" y="0"/>
                  </a:moveTo>
                  <a:lnTo>
                    <a:pt x="2587" y="39"/>
                  </a:lnTo>
                  <a:lnTo>
                    <a:pt x="2510" y="77"/>
                  </a:lnTo>
                  <a:lnTo>
                    <a:pt x="2472" y="155"/>
                  </a:lnTo>
                  <a:lnTo>
                    <a:pt x="2433" y="232"/>
                  </a:lnTo>
                  <a:lnTo>
                    <a:pt x="2163" y="270"/>
                  </a:lnTo>
                  <a:lnTo>
                    <a:pt x="1854" y="309"/>
                  </a:lnTo>
                  <a:lnTo>
                    <a:pt x="1622" y="386"/>
                  </a:lnTo>
                  <a:lnTo>
                    <a:pt x="1390" y="502"/>
                  </a:lnTo>
                  <a:lnTo>
                    <a:pt x="1159" y="657"/>
                  </a:lnTo>
                  <a:lnTo>
                    <a:pt x="966" y="850"/>
                  </a:lnTo>
                  <a:lnTo>
                    <a:pt x="772" y="1043"/>
                  </a:lnTo>
                  <a:lnTo>
                    <a:pt x="618" y="1236"/>
                  </a:lnTo>
                  <a:lnTo>
                    <a:pt x="464" y="1506"/>
                  </a:lnTo>
                  <a:lnTo>
                    <a:pt x="348" y="1738"/>
                  </a:lnTo>
                  <a:lnTo>
                    <a:pt x="155" y="2278"/>
                  </a:lnTo>
                  <a:lnTo>
                    <a:pt x="39" y="2858"/>
                  </a:lnTo>
                  <a:lnTo>
                    <a:pt x="0" y="3398"/>
                  </a:lnTo>
                  <a:lnTo>
                    <a:pt x="39" y="4055"/>
                  </a:lnTo>
                  <a:lnTo>
                    <a:pt x="116" y="4364"/>
                  </a:lnTo>
                  <a:lnTo>
                    <a:pt x="193" y="4672"/>
                  </a:lnTo>
                  <a:lnTo>
                    <a:pt x="309" y="4943"/>
                  </a:lnTo>
                  <a:lnTo>
                    <a:pt x="425" y="5213"/>
                  </a:lnTo>
                  <a:lnTo>
                    <a:pt x="579" y="5445"/>
                  </a:lnTo>
                  <a:lnTo>
                    <a:pt x="734" y="5676"/>
                  </a:lnTo>
                  <a:lnTo>
                    <a:pt x="927" y="5870"/>
                  </a:lnTo>
                  <a:lnTo>
                    <a:pt x="1120" y="6063"/>
                  </a:lnTo>
                  <a:lnTo>
                    <a:pt x="1390" y="6217"/>
                  </a:lnTo>
                  <a:lnTo>
                    <a:pt x="1622" y="6372"/>
                  </a:lnTo>
                  <a:lnTo>
                    <a:pt x="1892" y="6449"/>
                  </a:lnTo>
                  <a:lnTo>
                    <a:pt x="2201" y="6526"/>
                  </a:lnTo>
                  <a:lnTo>
                    <a:pt x="2549" y="6565"/>
                  </a:lnTo>
                  <a:lnTo>
                    <a:pt x="2896" y="6565"/>
                  </a:lnTo>
                  <a:lnTo>
                    <a:pt x="3205" y="6526"/>
                  </a:lnTo>
                  <a:lnTo>
                    <a:pt x="3476" y="6449"/>
                  </a:lnTo>
                  <a:lnTo>
                    <a:pt x="3784" y="6333"/>
                  </a:lnTo>
                  <a:lnTo>
                    <a:pt x="4055" y="6217"/>
                  </a:lnTo>
                  <a:lnTo>
                    <a:pt x="4325" y="6063"/>
                  </a:lnTo>
                  <a:lnTo>
                    <a:pt x="4557" y="5908"/>
                  </a:lnTo>
                  <a:lnTo>
                    <a:pt x="4788" y="5715"/>
                  </a:lnTo>
                  <a:lnTo>
                    <a:pt x="4981" y="5483"/>
                  </a:lnTo>
                  <a:lnTo>
                    <a:pt x="5175" y="5252"/>
                  </a:lnTo>
                  <a:lnTo>
                    <a:pt x="5329" y="4981"/>
                  </a:lnTo>
                  <a:lnTo>
                    <a:pt x="5483" y="4750"/>
                  </a:lnTo>
                  <a:lnTo>
                    <a:pt x="5599" y="4441"/>
                  </a:lnTo>
                  <a:lnTo>
                    <a:pt x="5677" y="4170"/>
                  </a:lnTo>
                  <a:lnTo>
                    <a:pt x="5754" y="3862"/>
                  </a:lnTo>
                  <a:lnTo>
                    <a:pt x="5792" y="3553"/>
                  </a:lnTo>
                  <a:lnTo>
                    <a:pt x="5792" y="3244"/>
                  </a:lnTo>
                  <a:lnTo>
                    <a:pt x="5792" y="2935"/>
                  </a:lnTo>
                  <a:lnTo>
                    <a:pt x="5715" y="2626"/>
                  </a:lnTo>
                  <a:lnTo>
                    <a:pt x="5638" y="2317"/>
                  </a:lnTo>
                  <a:lnTo>
                    <a:pt x="5561" y="2047"/>
                  </a:lnTo>
                  <a:lnTo>
                    <a:pt x="5406" y="1776"/>
                  </a:lnTo>
                  <a:lnTo>
                    <a:pt x="5252" y="1506"/>
                  </a:lnTo>
                  <a:lnTo>
                    <a:pt x="5059" y="1274"/>
                  </a:lnTo>
                  <a:lnTo>
                    <a:pt x="4866" y="1043"/>
                  </a:lnTo>
                  <a:lnTo>
                    <a:pt x="4634" y="811"/>
                  </a:lnTo>
                  <a:lnTo>
                    <a:pt x="4402" y="618"/>
                  </a:lnTo>
                  <a:lnTo>
                    <a:pt x="4132" y="463"/>
                  </a:lnTo>
                  <a:lnTo>
                    <a:pt x="3862" y="309"/>
                  </a:lnTo>
                  <a:lnTo>
                    <a:pt x="3591" y="193"/>
                  </a:lnTo>
                  <a:lnTo>
                    <a:pt x="3282" y="116"/>
                  </a:lnTo>
                  <a:lnTo>
                    <a:pt x="2974" y="39"/>
                  </a:lnTo>
                  <a:lnTo>
                    <a:pt x="266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4" name="Google Shape;5134;p21"/>
            <p:cNvSpPr/>
            <p:nvPr/>
          </p:nvSpPr>
          <p:spPr>
            <a:xfrm>
              <a:off x="3889150" y="344490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6" y="1005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8"/>
                  </a:lnTo>
                  <a:lnTo>
                    <a:pt x="8573" y="3708"/>
                  </a:lnTo>
                  <a:lnTo>
                    <a:pt x="7723" y="3823"/>
                  </a:lnTo>
                  <a:lnTo>
                    <a:pt x="6874" y="3901"/>
                  </a:lnTo>
                  <a:lnTo>
                    <a:pt x="6410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5"/>
                  </a:lnTo>
                  <a:lnTo>
                    <a:pt x="2588" y="3708"/>
                  </a:lnTo>
                  <a:lnTo>
                    <a:pt x="2510" y="3862"/>
                  </a:lnTo>
                  <a:lnTo>
                    <a:pt x="2433" y="4017"/>
                  </a:lnTo>
                  <a:lnTo>
                    <a:pt x="2317" y="4132"/>
                  </a:lnTo>
                  <a:lnTo>
                    <a:pt x="2124" y="4210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7" y="4017"/>
                  </a:lnTo>
                  <a:lnTo>
                    <a:pt x="502" y="3515"/>
                  </a:lnTo>
                  <a:lnTo>
                    <a:pt x="657" y="3013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6" y="1738"/>
                  </a:lnTo>
                  <a:lnTo>
                    <a:pt x="1893" y="1429"/>
                  </a:lnTo>
                  <a:lnTo>
                    <a:pt x="2317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4" y="5986"/>
                  </a:lnTo>
                  <a:lnTo>
                    <a:pt x="11430" y="6140"/>
                  </a:lnTo>
                  <a:lnTo>
                    <a:pt x="11353" y="6218"/>
                  </a:lnTo>
                  <a:lnTo>
                    <a:pt x="11237" y="6256"/>
                  </a:lnTo>
                  <a:lnTo>
                    <a:pt x="11083" y="6295"/>
                  </a:lnTo>
                  <a:lnTo>
                    <a:pt x="10928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20" y="5523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1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2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8" y="2009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69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9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2" y="3630"/>
                  </a:lnTo>
                  <a:lnTo>
                    <a:pt x="3012" y="2974"/>
                  </a:lnTo>
                  <a:lnTo>
                    <a:pt x="3128" y="773"/>
                  </a:lnTo>
                  <a:lnTo>
                    <a:pt x="3514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0" y="1661"/>
                  </a:lnTo>
                  <a:lnTo>
                    <a:pt x="5059" y="2704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3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70" y="4325"/>
                  </a:lnTo>
                  <a:lnTo>
                    <a:pt x="6217" y="4325"/>
                  </a:lnTo>
                  <a:lnTo>
                    <a:pt x="6565" y="4287"/>
                  </a:lnTo>
                  <a:lnTo>
                    <a:pt x="7608" y="4210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1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3" y="5754"/>
                  </a:lnTo>
                  <a:lnTo>
                    <a:pt x="10233" y="5909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6"/>
                  </a:lnTo>
                  <a:lnTo>
                    <a:pt x="11739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3"/>
                  </a:lnTo>
                  <a:lnTo>
                    <a:pt x="12396" y="7222"/>
                  </a:lnTo>
                  <a:lnTo>
                    <a:pt x="12473" y="7569"/>
                  </a:lnTo>
                  <a:lnTo>
                    <a:pt x="12550" y="7917"/>
                  </a:lnTo>
                  <a:lnTo>
                    <a:pt x="12550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4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5" y="9654"/>
                  </a:lnTo>
                  <a:lnTo>
                    <a:pt x="12821" y="9616"/>
                  </a:lnTo>
                  <a:lnTo>
                    <a:pt x="12936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724"/>
                  </a:lnTo>
                  <a:lnTo>
                    <a:pt x="12936" y="7183"/>
                  </a:lnTo>
                  <a:lnTo>
                    <a:pt x="12743" y="6681"/>
                  </a:lnTo>
                  <a:lnTo>
                    <a:pt x="12434" y="6218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29" y="3515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4" y="1931"/>
                  </a:lnTo>
                  <a:lnTo>
                    <a:pt x="8225" y="1584"/>
                  </a:lnTo>
                  <a:lnTo>
                    <a:pt x="7839" y="1275"/>
                  </a:lnTo>
                  <a:lnTo>
                    <a:pt x="7453" y="1005"/>
                  </a:lnTo>
                  <a:lnTo>
                    <a:pt x="7067" y="734"/>
                  </a:lnTo>
                  <a:lnTo>
                    <a:pt x="6642" y="503"/>
                  </a:lnTo>
                  <a:lnTo>
                    <a:pt x="6179" y="348"/>
                  </a:lnTo>
                  <a:lnTo>
                    <a:pt x="5715" y="194"/>
                  </a:lnTo>
                  <a:lnTo>
                    <a:pt x="5291" y="78"/>
                  </a:lnTo>
                  <a:lnTo>
                    <a:pt x="4827" y="39"/>
                  </a:lnTo>
                  <a:lnTo>
                    <a:pt x="44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5" name="Google Shape;5135;p21"/>
            <p:cNvSpPr/>
            <p:nvPr/>
          </p:nvSpPr>
          <p:spPr>
            <a:xfrm>
              <a:off x="4428800" y="3447800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0" y="2317"/>
                  </a:lnTo>
                  <a:lnTo>
                    <a:pt x="6449" y="3901"/>
                  </a:lnTo>
                  <a:lnTo>
                    <a:pt x="6526" y="6990"/>
                  </a:lnTo>
                  <a:lnTo>
                    <a:pt x="3514" y="6758"/>
                  </a:lnTo>
                  <a:lnTo>
                    <a:pt x="2008" y="6642"/>
                  </a:lnTo>
                  <a:lnTo>
                    <a:pt x="502" y="6604"/>
                  </a:lnTo>
                  <a:lnTo>
                    <a:pt x="1352" y="5986"/>
                  </a:lnTo>
                  <a:lnTo>
                    <a:pt x="2201" y="5291"/>
                  </a:lnTo>
                  <a:lnTo>
                    <a:pt x="2973" y="4557"/>
                  </a:lnTo>
                  <a:lnTo>
                    <a:pt x="3707" y="3823"/>
                  </a:lnTo>
                  <a:lnTo>
                    <a:pt x="4441" y="3090"/>
                  </a:lnTo>
                  <a:lnTo>
                    <a:pt x="5136" y="2356"/>
                  </a:lnTo>
                  <a:lnTo>
                    <a:pt x="5792" y="1584"/>
                  </a:lnTo>
                  <a:lnTo>
                    <a:pt x="6449" y="773"/>
                  </a:lnTo>
                  <a:close/>
                  <a:moveTo>
                    <a:pt x="6719" y="0"/>
                  </a:moveTo>
                  <a:lnTo>
                    <a:pt x="6642" y="39"/>
                  </a:lnTo>
                  <a:lnTo>
                    <a:pt x="6565" y="39"/>
                  </a:lnTo>
                  <a:lnTo>
                    <a:pt x="6487" y="116"/>
                  </a:lnTo>
                  <a:lnTo>
                    <a:pt x="4981" y="1854"/>
                  </a:lnTo>
                  <a:lnTo>
                    <a:pt x="4209" y="2703"/>
                  </a:lnTo>
                  <a:lnTo>
                    <a:pt x="3437" y="3514"/>
                  </a:lnTo>
                  <a:lnTo>
                    <a:pt x="2587" y="4287"/>
                  </a:lnTo>
                  <a:lnTo>
                    <a:pt x="1738" y="5059"/>
                  </a:lnTo>
                  <a:lnTo>
                    <a:pt x="888" y="5793"/>
                  </a:lnTo>
                  <a:lnTo>
                    <a:pt x="39" y="6604"/>
                  </a:lnTo>
                  <a:lnTo>
                    <a:pt x="0" y="6642"/>
                  </a:lnTo>
                  <a:lnTo>
                    <a:pt x="0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0" y="6912"/>
                  </a:lnTo>
                  <a:lnTo>
                    <a:pt x="39" y="6990"/>
                  </a:lnTo>
                  <a:lnTo>
                    <a:pt x="116" y="7144"/>
                  </a:lnTo>
                  <a:lnTo>
                    <a:pt x="386" y="6990"/>
                  </a:lnTo>
                  <a:lnTo>
                    <a:pt x="1892" y="7144"/>
                  </a:lnTo>
                  <a:lnTo>
                    <a:pt x="3437" y="7299"/>
                  </a:lnTo>
                  <a:lnTo>
                    <a:pt x="6526" y="7453"/>
                  </a:lnTo>
                  <a:lnTo>
                    <a:pt x="6565" y="9307"/>
                  </a:lnTo>
                  <a:lnTo>
                    <a:pt x="6526" y="12627"/>
                  </a:lnTo>
                  <a:lnTo>
                    <a:pt x="6951" y="12627"/>
                  </a:lnTo>
                  <a:lnTo>
                    <a:pt x="6989" y="9461"/>
                  </a:lnTo>
                  <a:lnTo>
                    <a:pt x="6989" y="7492"/>
                  </a:lnTo>
                  <a:lnTo>
                    <a:pt x="8650" y="7569"/>
                  </a:lnTo>
                  <a:lnTo>
                    <a:pt x="10310" y="7646"/>
                  </a:lnTo>
                  <a:lnTo>
                    <a:pt x="10310" y="7183"/>
                  </a:lnTo>
                  <a:lnTo>
                    <a:pt x="8650" y="7106"/>
                  </a:lnTo>
                  <a:lnTo>
                    <a:pt x="6989" y="7028"/>
                  </a:lnTo>
                  <a:lnTo>
                    <a:pt x="7028" y="5368"/>
                  </a:lnTo>
                  <a:lnTo>
                    <a:pt x="6989" y="3707"/>
                  </a:lnTo>
                  <a:lnTo>
                    <a:pt x="6951" y="2047"/>
                  </a:lnTo>
                  <a:lnTo>
                    <a:pt x="6796" y="387"/>
                  </a:lnTo>
                  <a:lnTo>
                    <a:pt x="6989" y="194"/>
                  </a:lnTo>
                  <a:lnTo>
                    <a:pt x="6835" y="39"/>
                  </a:lnTo>
                  <a:lnTo>
                    <a:pt x="679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6" name="Google Shape;5136;p21"/>
            <p:cNvSpPr/>
            <p:nvPr/>
          </p:nvSpPr>
          <p:spPr>
            <a:xfrm>
              <a:off x="4598700" y="3452625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4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7" y="7492"/>
                  </a:lnTo>
                  <a:lnTo>
                    <a:pt x="6372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60" y="12087"/>
                  </a:lnTo>
                  <a:lnTo>
                    <a:pt x="1584" y="14983"/>
                  </a:lnTo>
                  <a:lnTo>
                    <a:pt x="773" y="16450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49"/>
                  </a:lnTo>
                  <a:lnTo>
                    <a:pt x="1159" y="16759"/>
                  </a:lnTo>
                  <a:lnTo>
                    <a:pt x="1970" y="15369"/>
                  </a:lnTo>
                  <a:lnTo>
                    <a:pt x="2781" y="13979"/>
                  </a:lnTo>
                  <a:lnTo>
                    <a:pt x="3592" y="12589"/>
                  </a:lnTo>
                  <a:lnTo>
                    <a:pt x="4441" y="11199"/>
                  </a:lnTo>
                  <a:lnTo>
                    <a:pt x="5291" y="9809"/>
                  </a:lnTo>
                  <a:lnTo>
                    <a:pt x="5715" y="9191"/>
                  </a:lnTo>
                  <a:lnTo>
                    <a:pt x="6179" y="8612"/>
                  </a:lnTo>
                  <a:lnTo>
                    <a:pt x="6603" y="8032"/>
                  </a:lnTo>
                  <a:lnTo>
                    <a:pt x="6990" y="7453"/>
                  </a:lnTo>
                  <a:lnTo>
                    <a:pt x="6990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90" y="7067"/>
                  </a:lnTo>
                  <a:lnTo>
                    <a:pt x="6874" y="7028"/>
                  </a:lnTo>
                  <a:lnTo>
                    <a:pt x="6835" y="7028"/>
                  </a:lnTo>
                  <a:lnTo>
                    <a:pt x="6102" y="6102"/>
                  </a:lnTo>
                  <a:lnTo>
                    <a:pt x="5291" y="5175"/>
                  </a:lnTo>
                  <a:lnTo>
                    <a:pt x="3669" y="3437"/>
                  </a:lnTo>
                  <a:lnTo>
                    <a:pt x="1970" y="1700"/>
                  </a:lnTo>
                  <a:lnTo>
                    <a:pt x="1082" y="811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7" name="Google Shape;5137;p21"/>
            <p:cNvSpPr/>
            <p:nvPr/>
          </p:nvSpPr>
          <p:spPr>
            <a:xfrm>
              <a:off x="3921000" y="345842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4" y="7298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59" y="7569"/>
                  </a:lnTo>
                  <a:lnTo>
                    <a:pt x="9152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59" y="10040"/>
                  </a:lnTo>
                  <a:lnTo>
                    <a:pt x="8689" y="10117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40" y="10079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7"/>
                  </a:lnTo>
                  <a:lnTo>
                    <a:pt x="7029" y="9345"/>
                  </a:lnTo>
                  <a:lnTo>
                    <a:pt x="6951" y="9075"/>
                  </a:lnTo>
                  <a:lnTo>
                    <a:pt x="6913" y="8804"/>
                  </a:lnTo>
                  <a:lnTo>
                    <a:pt x="6951" y="8534"/>
                  </a:lnTo>
                  <a:lnTo>
                    <a:pt x="7029" y="8264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8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5" y="8457"/>
                  </a:lnTo>
                  <a:lnTo>
                    <a:pt x="2974" y="8611"/>
                  </a:lnTo>
                  <a:lnTo>
                    <a:pt x="3051" y="8766"/>
                  </a:lnTo>
                  <a:lnTo>
                    <a:pt x="1545" y="8727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5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7"/>
                  </a:lnTo>
                  <a:lnTo>
                    <a:pt x="6990" y="10079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6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2"/>
                  </a:lnTo>
                  <a:lnTo>
                    <a:pt x="10156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6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0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8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4" y="7337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49" y="8534"/>
                  </a:lnTo>
                  <a:lnTo>
                    <a:pt x="6449" y="8843"/>
                  </a:lnTo>
                  <a:lnTo>
                    <a:pt x="5716" y="8804"/>
                  </a:lnTo>
                  <a:lnTo>
                    <a:pt x="4943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7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80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5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8" name="Google Shape;5138;p21"/>
            <p:cNvSpPr/>
            <p:nvPr/>
          </p:nvSpPr>
          <p:spPr>
            <a:xfrm>
              <a:off x="1220850" y="3492200"/>
              <a:ext cx="274200" cy="516500"/>
            </a:xfrm>
            <a:custGeom>
              <a:avLst/>
              <a:gdLst/>
              <a:ahLst/>
              <a:cxnLst/>
              <a:rect l="l" t="t" r="r" b="b"/>
              <a:pathLst>
                <a:path w="10968" h="20660" extrusionOk="0">
                  <a:moveTo>
                    <a:pt x="1468" y="657"/>
                  </a:moveTo>
                  <a:lnTo>
                    <a:pt x="2086" y="1005"/>
                  </a:lnTo>
                  <a:lnTo>
                    <a:pt x="2665" y="1391"/>
                  </a:lnTo>
                  <a:lnTo>
                    <a:pt x="3052" y="1661"/>
                  </a:lnTo>
                  <a:lnTo>
                    <a:pt x="3438" y="1970"/>
                  </a:lnTo>
                  <a:lnTo>
                    <a:pt x="3592" y="2125"/>
                  </a:lnTo>
                  <a:lnTo>
                    <a:pt x="3708" y="2279"/>
                  </a:lnTo>
                  <a:lnTo>
                    <a:pt x="3862" y="2588"/>
                  </a:lnTo>
                  <a:lnTo>
                    <a:pt x="3978" y="2935"/>
                  </a:lnTo>
                  <a:lnTo>
                    <a:pt x="4055" y="3322"/>
                  </a:lnTo>
                  <a:lnTo>
                    <a:pt x="5098" y="7492"/>
                  </a:lnTo>
                  <a:lnTo>
                    <a:pt x="7222" y="16180"/>
                  </a:lnTo>
                  <a:lnTo>
                    <a:pt x="7261" y="16258"/>
                  </a:lnTo>
                  <a:lnTo>
                    <a:pt x="7299" y="16296"/>
                  </a:lnTo>
                  <a:lnTo>
                    <a:pt x="7369" y="16331"/>
                  </a:lnTo>
                  <a:lnTo>
                    <a:pt x="7369" y="16331"/>
                  </a:lnTo>
                  <a:lnTo>
                    <a:pt x="6990" y="16489"/>
                  </a:lnTo>
                  <a:lnTo>
                    <a:pt x="6334" y="14481"/>
                  </a:lnTo>
                  <a:lnTo>
                    <a:pt x="5677" y="12512"/>
                  </a:lnTo>
                  <a:lnTo>
                    <a:pt x="4287" y="8573"/>
                  </a:lnTo>
                  <a:lnTo>
                    <a:pt x="2858" y="4634"/>
                  </a:lnTo>
                  <a:lnTo>
                    <a:pt x="1468" y="657"/>
                  </a:lnTo>
                  <a:close/>
                  <a:moveTo>
                    <a:pt x="1121" y="503"/>
                  </a:moveTo>
                  <a:lnTo>
                    <a:pt x="1121" y="580"/>
                  </a:lnTo>
                  <a:lnTo>
                    <a:pt x="3940" y="8573"/>
                  </a:lnTo>
                  <a:lnTo>
                    <a:pt x="5368" y="12551"/>
                  </a:lnTo>
                  <a:lnTo>
                    <a:pt x="6102" y="14558"/>
                  </a:lnTo>
                  <a:lnTo>
                    <a:pt x="6874" y="16528"/>
                  </a:lnTo>
                  <a:lnTo>
                    <a:pt x="6681" y="16566"/>
                  </a:lnTo>
                  <a:lnTo>
                    <a:pt x="5755" y="14636"/>
                  </a:lnTo>
                  <a:lnTo>
                    <a:pt x="4789" y="12705"/>
                  </a:lnTo>
                  <a:lnTo>
                    <a:pt x="2820" y="8882"/>
                  </a:lnTo>
                  <a:lnTo>
                    <a:pt x="1777" y="6951"/>
                  </a:lnTo>
                  <a:lnTo>
                    <a:pt x="773" y="4982"/>
                  </a:lnTo>
                  <a:lnTo>
                    <a:pt x="657" y="4712"/>
                  </a:lnTo>
                  <a:lnTo>
                    <a:pt x="580" y="4441"/>
                  </a:lnTo>
                  <a:lnTo>
                    <a:pt x="542" y="4171"/>
                  </a:lnTo>
                  <a:lnTo>
                    <a:pt x="503" y="3901"/>
                  </a:lnTo>
                  <a:lnTo>
                    <a:pt x="503" y="3322"/>
                  </a:lnTo>
                  <a:lnTo>
                    <a:pt x="542" y="2781"/>
                  </a:lnTo>
                  <a:lnTo>
                    <a:pt x="657" y="2202"/>
                  </a:lnTo>
                  <a:lnTo>
                    <a:pt x="812" y="1623"/>
                  </a:lnTo>
                  <a:lnTo>
                    <a:pt x="1121" y="503"/>
                  </a:lnTo>
                  <a:close/>
                  <a:moveTo>
                    <a:pt x="9886" y="13786"/>
                  </a:moveTo>
                  <a:lnTo>
                    <a:pt x="10041" y="13825"/>
                  </a:lnTo>
                  <a:lnTo>
                    <a:pt x="10157" y="13902"/>
                  </a:lnTo>
                  <a:lnTo>
                    <a:pt x="10311" y="14018"/>
                  </a:lnTo>
                  <a:lnTo>
                    <a:pt x="10581" y="14481"/>
                  </a:lnTo>
                  <a:lnTo>
                    <a:pt x="10620" y="14674"/>
                  </a:lnTo>
                  <a:lnTo>
                    <a:pt x="10620" y="14906"/>
                  </a:lnTo>
                  <a:lnTo>
                    <a:pt x="10581" y="15099"/>
                  </a:lnTo>
                  <a:lnTo>
                    <a:pt x="10504" y="15254"/>
                  </a:lnTo>
                  <a:lnTo>
                    <a:pt x="10311" y="15640"/>
                  </a:lnTo>
                  <a:lnTo>
                    <a:pt x="10041" y="15910"/>
                  </a:lnTo>
                  <a:lnTo>
                    <a:pt x="9655" y="16296"/>
                  </a:lnTo>
                  <a:lnTo>
                    <a:pt x="9191" y="16605"/>
                  </a:lnTo>
                  <a:lnTo>
                    <a:pt x="8728" y="16914"/>
                  </a:lnTo>
                  <a:lnTo>
                    <a:pt x="8265" y="17184"/>
                  </a:lnTo>
                  <a:lnTo>
                    <a:pt x="8149" y="17184"/>
                  </a:lnTo>
                  <a:lnTo>
                    <a:pt x="8071" y="17262"/>
                  </a:lnTo>
                  <a:lnTo>
                    <a:pt x="7724" y="17416"/>
                  </a:lnTo>
                  <a:lnTo>
                    <a:pt x="7029" y="17725"/>
                  </a:lnTo>
                  <a:lnTo>
                    <a:pt x="6295" y="17995"/>
                  </a:lnTo>
                  <a:lnTo>
                    <a:pt x="5523" y="18150"/>
                  </a:lnTo>
                  <a:lnTo>
                    <a:pt x="4789" y="18304"/>
                  </a:lnTo>
                  <a:lnTo>
                    <a:pt x="4403" y="18343"/>
                  </a:lnTo>
                  <a:lnTo>
                    <a:pt x="4055" y="18343"/>
                  </a:lnTo>
                  <a:lnTo>
                    <a:pt x="3669" y="18266"/>
                  </a:lnTo>
                  <a:lnTo>
                    <a:pt x="3515" y="18227"/>
                  </a:lnTo>
                  <a:lnTo>
                    <a:pt x="3360" y="18150"/>
                  </a:lnTo>
                  <a:lnTo>
                    <a:pt x="3245" y="18034"/>
                  </a:lnTo>
                  <a:lnTo>
                    <a:pt x="3129" y="17957"/>
                  </a:lnTo>
                  <a:lnTo>
                    <a:pt x="2974" y="17686"/>
                  </a:lnTo>
                  <a:lnTo>
                    <a:pt x="2858" y="17377"/>
                  </a:lnTo>
                  <a:lnTo>
                    <a:pt x="2858" y="17068"/>
                  </a:lnTo>
                  <a:lnTo>
                    <a:pt x="2897" y="16875"/>
                  </a:lnTo>
                  <a:lnTo>
                    <a:pt x="2974" y="16721"/>
                  </a:lnTo>
                  <a:lnTo>
                    <a:pt x="3090" y="16566"/>
                  </a:lnTo>
                  <a:lnTo>
                    <a:pt x="3206" y="16451"/>
                  </a:lnTo>
                  <a:lnTo>
                    <a:pt x="3322" y="16373"/>
                  </a:lnTo>
                  <a:lnTo>
                    <a:pt x="3476" y="16296"/>
                  </a:lnTo>
                  <a:lnTo>
                    <a:pt x="3592" y="16296"/>
                  </a:lnTo>
                  <a:lnTo>
                    <a:pt x="3708" y="16335"/>
                  </a:lnTo>
                  <a:lnTo>
                    <a:pt x="3824" y="16451"/>
                  </a:lnTo>
                  <a:lnTo>
                    <a:pt x="3940" y="16605"/>
                  </a:lnTo>
                  <a:lnTo>
                    <a:pt x="4094" y="16798"/>
                  </a:lnTo>
                  <a:lnTo>
                    <a:pt x="4210" y="17068"/>
                  </a:lnTo>
                  <a:lnTo>
                    <a:pt x="4055" y="17068"/>
                  </a:lnTo>
                  <a:lnTo>
                    <a:pt x="3978" y="17107"/>
                  </a:lnTo>
                  <a:lnTo>
                    <a:pt x="3940" y="17184"/>
                  </a:lnTo>
                  <a:lnTo>
                    <a:pt x="3978" y="17300"/>
                  </a:lnTo>
                  <a:lnTo>
                    <a:pt x="4055" y="17339"/>
                  </a:lnTo>
                  <a:lnTo>
                    <a:pt x="4828" y="17339"/>
                  </a:lnTo>
                  <a:lnTo>
                    <a:pt x="5639" y="17262"/>
                  </a:lnTo>
                  <a:lnTo>
                    <a:pt x="6450" y="17107"/>
                  </a:lnTo>
                  <a:lnTo>
                    <a:pt x="7261" y="16875"/>
                  </a:lnTo>
                  <a:lnTo>
                    <a:pt x="7647" y="16721"/>
                  </a:lnTo>
                  <a:lnTo>
                    <a:pt x="8033" y="16528"/>
                  </a:lnTo>
                  <a:lnTo>
                    <a:pt x="8419" y="16335"/>
                  </a:lnTo>
                  <a:lnTo>
                    <a:pt x="8728" y="16103"/>
                  </a:lnTo>
                  <a:lnTo>
                    <a:pt x="9075" y="15871"/>
                  </a:lnTo>
                  <a:lnTo>
                    <a:pt x="9384" y="15601"/>
                  </a:lnTo>
                  <a:lnTo>
                    <a:pt x="9616" y="15331"/>
                  </a:lnTo>
                  <a:lnTo>
                    <a:pt x="9886" y="15022"/>
                  </a:lnTo>
                  <a:lnTo>
                    <a:pt x="9886" y="14945"/>
                  </a:lnTo>
                  <a:lnTo>
                    <a:pt x="9886" y="14906"/>
                  </a:lnTo>
                  <a:lnTo>
                    <a:pt x="9848" y="14829"/>
                  </a:lnTo>
                  <a:lnTo>
                    <a:pt x="9809" y="14790"/>
                  </a:lnTo>
                  <a:lnTo>
                    <a:pt x="9732" y="14752"/>
                  </a:lnTo>
                  <a:lnTo>
                    <a:pt x="9616" y="14752"/>
                  </a:lnTo>
                  <a:lnTo>
                    <a:pt x="9539" y="14790"/>
                  </a:lnTo>
                  <a:lnTo>
                    <a:pt x="9307" y="15099"/>
                  </a:lnTo>
                  <a:lnTo>
                    <a:pt x="9114" y="14945"/>
                  </a:lnTo>
                  <a:lnTo>
                    <a:pt x="9037" y="14829"/>
                  </a:lnTo>
                  <a:lnTo>
                    <a:pt x="8998" y="14674"/>
                  </a:lnTo>
                  <a:lnTo>
                    <a:pt x="8998" y="14558"/>
                  </a:lnTo>
                  <a:lnTo>
                    <a:pt x="9037" y="14404"/>
                  </a:lnTo>
                  <a:lnTo>
                    <a:pt x="9114" y="14288"/>
                  </a:lnTo>
                  <a:lnTo>
                    <a:pt x="9346" y="14056"/>
                  </a:lnTo>
                  <a:lnTo>
                    <a:pt x="9462" y="13941"/>
                  </a:lnTo>
                  <a:lnTo>
                    <a:pt x="9539" y="13825"/>
                  </a:lnTo>
                  <a:lnTo>
                    <a:pt x="9655" y="13786"/>
                  </a:lnTo>
                  <a:close/>
                  <a:moveTo>
                    <a:pt x="889" y="1"/>
                  </a:moveTo>
                  <a:lnTo>
                    <a:pt x="812" y="78"/>
                  </a:lnTo>
                  <a:lnTo>
                    <a:pt x="773" y="155"/>
                  </a:lnTo>
                  <a:lnTo>
                    <a:pt x="194" y="2511"/>
                  </a:lnTo>
                  <a:lnTo>
                    <a:pt x="117" y="2897"/>
                  </a:lnTo>
                  <a:lnTo>
                    <a:pt x="40" y="3322"/>
                  </a:lnTo>
                  <a:lnTo>
                    <a:pt x="1" y="3746"/>
                  </a:lnTo>
                  <a:lnTo>
                    <a:pt x="1" y="4210"/>
                  </a:lnTo>
                  <a:lnTo>
                    <a:pt x="78" y="4441"/>
                  </a:lnTo>
                  <a:lnTo>
                    <a:pt x="155" y="4673"/>
                  </a:lnTo>
                  <a:lnTo>
                    <a:pt x="348" y="5136"/>
                  </a:lnTo>
                  <a:lnTo>
                    <a:pt x="850" y="6025"/>
                  </a:lnTo>
                  <a:lnTo>
                    <a:pt x="1970" y="8187"/>
                  </a:lnTo>
                  <a:lnTo>
                    <a:pt x="4133" y="12435"/>
                  </a:lnTo>
                  <a:lnTo>
                    <a:pt x="5253" y="14558"/>
                  </a:lnTo>
                  <a:lnTo>
                    <a:pt x="6411" y="16682"/>
                  </a:lnTo>
                  <a:lnTo>
                    <a:pt x="5484" y="16875"/>
                  </a:lnTo>
                  <a:lnTo>
                    <a:pt x="4596" y="16991"/>
                  </a:lnTo>
                  <a:lnTo>
                    <a:pt x="4596" y="16991"/>
                  </a:lnTo>
                  <a:lnTo>
                    <a:pt x="4673" y="16837"/>
                  </a:lnTo>
                  <a:lnTo>
                    <a:pt x="4712" y="16682"/>
                  </a:lnTo>
                  <a:lnTo>
                    <a:pt x="4712" y="16528"/>
                  </a:lnTo>
                  <a:lnTo>
                    <a:pt x="4635" y="16373"/>
                  </a:lnTo>
                  <a:lnTo>
                    <a:pt x="4557" y="16219"/>
                  </a:lnTo>
                  <a:lnTo>
                    <a:pt x="4442" y="16103"/>
                  </a:lnTo>
                  <a:lnTo>
                    <a:pt x="4326" y="15987"/>
                  </a:lnTo>
                  <a:lnTo>
                    <a:pt x="4133" y="15910"/>
                  </a:lnTo>
                  <a:lnTo>
                    <a:pt x="3862" y="15871"/>
                  </a:lnTo>
                  <a:lnTo>
                    <a:pt x="3592" y="15871"/>
                  </a:lnTo>
                  <a:lnTo>
                    <a:pt x="3322" y="15949"/>
                  </a:lnTo>
                  <a:lnTo>
                    <a:pt x="3090" y="16103"/>
                  </a:lnTo>
                  <a:lnTo>
                    <a:pt x="2897" y="16258"/>
                  </a:lnTo>
                  <a:lnTo>
                    <a:pt x="2743" y="16489"/>
                  </a:lnTo>
                  <a:lnTo>
                    <a:pt x="2588" y="16721"/>
                  </a:lnTo>
                  <a:lnTo>
                    <a:pt x="2550" y="16991"/>
                  </a:lnTo>
                  <a:lnTo>
                    <a:pt x="2511" y="17416"/>
                  </a:lnTo>
                  <a:lnTo>
                    <a:pt x="2550" y="17725"/>
                  </a:lnTo>
                  <a:lnTo>
                    <a:pt x="2704" y="17995"/>
                  </a:lnTo>
                  <a:lnTo>
                    <a:pt x="2858" y="18227"/>
                  </a:lnTo>
                  <a:lnTo>
                    <a:pt x="3129" y="18381"/>
                  </a:lnTo>
                  <a:lnTo>
                    <a:pt x="3399" y="18497"/>
                  </a:lnTo>
                  <a:lnTo>
                    <a:pt x="3747" y="18574"/>
                  </a:lnTo>
                  <a:lnTo>
                    <a:pt x="4094" y="18613"/>
                  </a:lnTo>
                  <a:lnTo>
                    <a:pt x="4442" y="18613"/>
                  </a:lnTo>
                  <a:lnTo>
                    <a:pt x="4828" y="18574"/>
                  </a:lnTo>
                  <a:lnTo>
                    <a:pt x="5639" y="18420"/>
                  </a:lnTo>
                  <a:lnTo>
                    <a:pt x="6334" y="18266"/>
                  </a:lnTo>
                  <a:lnTo>
                    <a:pt x="6952" y="18072"/>
                  </a:lnTo>
                  <a:lnTo>
                    <a:pt x="7067" y="18034"/>
                  </a:lnTo>
                  <a:lnTo>
                    <a:pt x="7299" y="17957"/>
                  </a:lnTo>
                  <a:lnTo>
                    <a:pt x="8149" y="17570"/>
                  </a:lnTo>
                  <a:lnTo>
                    <a:pt x="8612" y="18497"/>
                  </a:lnTo>
                  <a:lnTo>
                    <a:pt x="9037" y="19463"/>
                  </a:lnTo>
                  <a:lnTo>
                    <a:pt x="9269" y="20003"/>
                  </a:lnTo>
                  <a:lnTo>
                    <a:pt x="9423" y="20351"/>
                  </a:lnTo>
                  <a:lnTo>
                    <a:pt x="9539" y="20660"/>
                  </a:lnTo>
                  <a:lnTo>
                    <a:pt x="9770" y="20621"/>
                  </a:lnTo>
                  <a:lnTo>
                    <a:pt x="9693" y="20428"/>
                  </a:lnTo>
                  <a:lnTo>
                    <a:pt x="9423" y="19656"/>
                  </a:lnTo>
                  <a:lnTo>
                    <a:pt x="9114" y="18922"/>
                  </a:lnTo>
                  <a:lnTo>
                    <a:pt x="8767" y="18150"/>
                  </a:lnTo>
                  <a:lnTo>
                    <a:pt x="8419" y="17416"/>
                  </a:lnTo>
                  <a:lnTo>
                    <a:pt x="8960" y="17107"/>
                  </a:lnTo>
                  <a:lnTo>
                    <a:pt x="9539" y="16760"/>
                  </a:lnTo>
                  <a:lnTo>
                    <a:pt x="10041" y="16373"/>
                  </a:lnTo>
                  <a:lnTo>
                    <a:pt x="10272" y="16180"/>
                  </a:lnTo>
                  <a:lnTo>
                    <a:pt x="10466" y="15949"/>
                  </a:lnTo>
                  <a:lnTo>
                    <a:pt x="10659" y="15717"/>
                  </a:lnTo>
                  <a:lnTo>
                    <a:pt x="10813" y="15485"/>
                  </a:lnTo>
                  <a:lnTo>
                    <a:pt x="10929" y="15254"/>
                  </a:lnTo>
                  <a:lnTo>
                    <a:pt x="10968" y="14983"/>
                  </a:lnTo>
                  <a:lnTo>
                    <a:pt x="10968" y="14752"/>
                  </a:lnTo>
                  <a:lnTo>
                    <a:pt x="10929" y="14520"/>
                  </a:lnTo>
                  <a:lnTo>
                    <a:pt x="10852" y="14250"/>
                  </a:lnTo>
                  <a:lnTo>
                    <a:pt x="10659" y="13979"/>
                  </a:lnTo>
                  <a:lnTo>
                    <a:pt x="10504" y="13825"/>
                  </a:lnTo>
                  <a:lnTo>
                    <a:pt x="10272" y="13670"/>
                  </a:lnTo>
                  <a:lnTo>
                    <a:pt x="10041" y="13555"/>
                  </a:lnTo>
                  <a:lnTo>
                    <a:pt x="9809" y="13516"/>
                  </a:lnTo>
                  <a:lnTo>
                    <a:pt x="9539" y="13516"/>
                  </a:lnTo>
                  <a:lnTo>
                    <a:pt x="9307" y="13555"/>
                  </a:lnTo>
                  <a:lnTo>
                    <a:pt x="9075" y="13670"/>
                  </a:lnTo>
                  <a:lnTo>
                    <a:pt x="8882" y="13863"/>
                  </a:lnTo>
                  <a:lnTo>
                    <a:pt x="8767" y="14056"/>
                  </a:lnTo>
                  <a:lnTo>
                    <a:pt x="8728" y="14250"/>
                  </a:lnTo>
                  <a:lnTo>
                    <a:pt x="8689" y="14443"/>
                  </a:lnTo>
                  <a:lnTo>
                    <a:pt x="8689" y="14636"/>
                  </a:lnTo>
                  <a:lnTo>
                    <a:pt x="8728" y="14829"/>
                  </a:lnTo>
                  <a:lnTo>
                    <a:pt x="8805" y="15022"/>
                  </a:lnTo>
                  <a:lnTo>
                    <a:pt x="8921" y="15176"/>
                  </a:lnTo>
                  <a:lnTo>
                    <a:pt x="9075" y="15331"/>
                  </a:lnTo>
                  <a:lnTo>
                    <a:pt x="8728" y="15640"/>
                  </a:lnTo>
                  <a:lnTo>
                    <a:pt x="8342" y="15871"/>
                  </a:lnTo>
                  <a:lnTo>
                    <a:pt x="7917" y="16103"/>
                  </a:lnTo>
                  <a:lnTo>
                    <a:pt x="7454" y="16296"/>
                  </a:lnTo>
                  <a:lnTo>
                    <a:pt x="7531" y="16258"/>
                  </a:lnTo>
                  <a:lnTo>
                    <a:pt x="7608" y="16219"/>
                  </a:lnTo>
                  <a:lnTo>
                    <a:pt x="7608" y="16142"/>
                  </a:lnTo>
                  <a:lnTo>
                    <a:pt x="7608" y="16026"/>
                  </a:lnTo>
                  <a:lnTo>
                    <a:pt x="5330" y="6488"/>
                  </a:lnTo>
                  <a:lnTo>
                    <a:pt x="4712" y="4094"/>
                  </a:lnTo>
                  <a:lnTo>
                    <a:pt x="4480" y="3013"/>
                  </a:lnTo>
                  <a:lnTo>
                    <a:pt x="4326" y="2511"/>
                  </a:lnTo>
                  <a:lnTo>
                    <a:pt x="4249" y="2240"/>
                  </a:lnTo>
                  <a:lnTo>
                    <a:pt x="4094" y="2009"/>
                  </a:lnTo>
                  <a:lnTo>
                    <a:pt x="3824" y="1700"/>
                  </a:lnTo>
                  <a:lnTo>
                    <a:pt x="3515" y="1352"/>
                  </a:lnTo>
                  <a:lnTo>
                    <a:pt x="3129" y="1082"/>
                  </a:lnTo>
                  <a:lnTo>
                    <a:pt x="2704" y="812"/>
                  </a:lnTo>
                  <a:lnTo>
                    <a:pt x="2318" y="580"/>
                  </a:lnTo>
                  <a:lnTo>
                    <a:pt x="1854" y="387"/>
                  </a:lnTo>
                  <a:lnTo>
                    <a:pt x="108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9" name="Google Shape;5139;p21"/>
            <p:cNvSpPr/>
            <p:nvPr/>
          </p:nvSpPr>
          <p:spPr>
            <a:xfrm>
              <a:off x="319200" y="3515375"/>
              <a:ext cx="324400" cy="208550"/>
            </a:xfrm>
            <a:custGeom>
              <a:avLst/>
              <a:gdLst/>
              <a:ahLst/>
              <a:cxnLst/>
              <a:rect l="l" t="t" r="r" b="b"/>
              <a:pathLst>
                <a:path w="12976" h="8342" extrusionOk="0">
                  <a:moveTo>
                    <a:pt x="6758" y="309"/>
                  </a:moveTo>
                  <a:lnTo>
                    <a:pt x="6874" y="348"/>
                  </a:lnTo>
                  <a:lnTo>
                    <a:pt x="7029" y="387"/>
                  </a:lnTo>
                  <a:lnTo>
                    <a:pt x="7222" y="502"/>
                  </a:lnTo>
                  <a:lnTo>
                    <a:pt x="7299" y="502"/>
                  </a:lnTo>
                  <a:lnTo>
                    <a:pt x="7453" y="773"/>
                  </a:lnTo>
                  <a:lnTo>
                    <a:pt x="7569" y="1043"/>
                  </a:lnTo>
                  <a:lnTo>
                    <a:pt x="7608" y="1352"/>
                  </a:lnTo>
                  <a:lnTo>
                    <a:pt x="7569" y="1661"/>
                  </a:lnTo>
                  <a:lnTo>
                    <a:pt x="7492" y="1970"/>
                  </a:lnTo>
                  <a:lnTo>
                    <a:pt x="7415" y="2240"/>
                  </a:lnTo>
                  <a:lnTo>
                    <a:pt x="7222" y="2858"/>
                  </a:lnTo>
                  <a:lnTo>
                    <a:pt x="6411" y="4905"/>
                  </a:lnTo>
                  <a:lnTo>
                    <a:pt x="6411" y="4943"/>
                  </a:lnTo>
                  <a:lnTo>
                    <a:pt x="6295" y="4943"/>
                  </a:lnTo>
                  <a:lnTo>
                    <a:pt x="6218" y="3978"/>
                  </a:lnTo>
                  <a:lnTo>
                    <a:pt x="6140" y="2974"/>
                  </a:lnTo>
                  <a:lnTo>
                    <a:pt x="6140" y="1854"/>
                  </a:lnTo>
                  <a:lnTo>
                    <a:pt x="6179" y="1352"/>
                  </a:lnTo>
                  <a:lnTo>
                    <a:pt x="6218" y="1043"/>
                  </a:lnTo>
                  <a:lnTo>
                    <a:pt x="6295" y="734"/>
                  </a:lnTo>
                  <a:lnTo>
                    <a:pt x="6449" y="502"/>
                  </a:lnTo>
                  <a:lnTo>
                    <a:pt x="6527" y="425"/>
                  </a:lnTo>
                  <a:lnTo>
                    <a:pt x="6642" y="348"/>
                  </a:lnTo>
                  <a:lnTo>
                    <a:pt x="6758" y="309"/>
                  </a:lnTo>
                  <a:close/>
                  <a:moveTo>
                    <a:pt x="11971" y="4711"/>
                  </a:moveTo>
                  <a:lnTo>
                    <a:pt x="12087" y="4750"/>
                  </a:lnTo>
                  <a:lnTo>
                    <a:pt x="12164" y="4827"/>
                  </a:lnTo>
                  <a:lnTo>
                    <a:pt x="12280" y="4905"/>
                  </a:lnTo>
                  <a:lnTo>
                    <a:pt x="12319" y="4982"/>
                  </a:lnTo>
                  <a:lnTo>
                    <a:pt x="12396" y="5136"/>
                  </a:lnTo>
                  <a:lnTo>
                    <a:pt x="12435" y="5484"/>
                  </a:lnTo>
                  <a:lnTo>
                    <a:pt x="12319" y="5600"/>
                  </a:lnTo>
                  <a:lnTo>
                    <a:pt x="12126" y="5677"/>
                  </a:lnTo>
                  <a:lnTo>
                    <a:pt x="11933" y="5754"/>
                  </a:lnTo>
                  <a:lnTo>
                    <a:pt x="11701" y="5793"/>
                  </a:lnTo>
                  <a:lnTo>
                    <a:pt x="11199" y="5831"/>
                  </a:lnTo>
                  <a:lnTo>
                    <a:pt x="10041" y="5831"/>
                  </a:lnTo>
                  <a:lnTo>
                    <a:pt x="9230" y="5754"/>
                  </a:lnTo>
                  <a:lnTo>
                    <a:pt x="8612" y="5677"/>
                  </a:lnTo>
                  <a:lnTo>
                    <a:pt x="7994" y="5561"/>
                  </a:lnTo>
                  <a:lnTo>
                    <a:pt x="6758" y="5252"/>
                  </a:lnTo>
                  <a:lnTo>
                    <a:pt x="7955" y="5020"/>
                  </a:lnTo>
                  <a:lnTo>
                    <a:pt x="9191" y="4866"/>
                  </a:lnTo>
                  <a:lnTo>
                    <a:pt x="9925" y="4789"/>
                  </a:lnTo>
                  <a:lnTo>
                    <a:pt x="10658" y="4750"/>
                  </a:lnTo>
                  <a:lnTo>
                    <a:pt x="11353" y="4711"/>
                  </a:lnTo>
                  <a:close/>
                  <a:moveTo>
                    <a:pt x="5638" y="5754"/>
                  </a:moveTo>
                  <a:lnTo>
                    <a:pt x="4557" y="6449"/>
                  </a:lnTo>
                  <a:lnTo>
                    <a:pt x="3437" y="7106"/>
                  </a:lnTo>
                  <a:lnTo>
                    <a:pt x="2820" y="7376"/>
                  </a:lnTo>
                  <a:lnTo>
                    <a:pt x="2202" y="7685"/>
                  </a:lnTo>
                  <a:lnTo>
                    <a:pt x="1816" y="7801"/>
                  </a:lnTo>
                  <a:lnTo>
                    <a:pt x="1429" y="7917"/>
                  </a:lnTo>
                  <a:lnTo>
                    <a:pt x="1120" y="7955"/>
                  </a:lnTo>
                  <a:lnTo>
                    <a:pt x="927" y="7917"/>
                  </a:lnTo>
                  <a:lnTo>
                    <a:pt x="850" y="7878"/>
                  </a:lnTo>
                  <a:lnTo>
                    <a:pt x="773" y="7801"/>
                  </a:lnTo>
                  <a:lnTo>
                    <a:pt x="734" y="7685"/>
                  </a:lnTo>
                  <a:lnTo>
                    <a:pt x="696" y="7530"/>
                  </a:lnTo>
                  <a:lnTo>
                    <a:pt x="696" y="7376"/>
                  </a:lnTo>
                  <a:lnTo>
                    <a:pt x="696" y="7221"/>
                  </a:lnTo>
                  <a:lnTo>
                    <a:pt x="734" y="7144"/>
                  </a:lnTo>
                  <a:lnTo>
                    <a:pt x="812" y="7067"/>
                  </a:lnTo>
                  <a:lnTo>
                    <a:pt x="1005" y="6990"/>
                  </a:lnTo>
                  <a:lnTo>
                    <a:pt x="1275" y="6874"/>
                  </a:lnTo>
                  <a:lnTo>
                    <a:pt x="1893" y="6642"/>
                  </a:lnTo>
                  <a:lnTo>
                    <a:pt x="2742" y="6449"/>
                  </a:lnTo>
                  <a:lnTo>
                    <a:pt x="3592" y="6295"/>
                  </a:lnTo>
                  <a:lnTo>
                    <a:pt x="4634" y="6063"/>
                  </a:lnTo>
                  <a:lnTo>
                    <a:pt x="5136" y="5909"/>
                  </a:lnTo>
                  <a:lnTo>
                    <a:pt x="5638" y="5754"/>
                  </a:lnTo>
                  <a:close/>
                  <a:moveTo>
                    <a:pt x="6951" y="0"/>
                  </a:moveTo>
                  <a:lnTo>
                    <a:pt x="6720" y="39"/>
                  </a:lnTo>
                  <a:lnTo>
                    <a:pt x="6527" y="116"/>
                  </a:lnTo>
                  <a:lnTo>
                    <a:pt x="6333" y="232"/>
                  </a:lnTo>
                  <a:lnTo>
                    <a:pt x="6140" y="425"/>
                  </a:lnTo>
                  <a:lnTo>
                    <a:pt x="5986" y="618"/>
                  </a:lnTo>
                  <a:lnTo>
                    <a:pt x="5909" y="811"/>
                  </a:lnTo>
                  <a:lnTo>
                    <a:pt x="5793" y="1275"/>
                  </a:lnTo>
                  <a:lnTo>
                    <a:pt x="5793" y="1777"/>
                  </a:lnTo>
                  <a:lnTo>
                    <a:pt x="5831" y="2742"/>
                  </a:lnTo>
                  <a:lnTo>
                    <a:pt x="5909" y="3901"/>
                  </a:lnTo>
                  <a:lnTo>
                    <a:pt x="5986" y="4480"/>
                  </a:lnTo>
                  <a:lnTo>
                    <a:pt x="6063" y="5020"/>
                  </a:lnTo>
                  <a:lnTo>
                    <a:pt x="6025" y="5136"/>
                  </a:lnTo>
                  <a:lnTo>
                    <a:pt x="6063" y="5252"/>
                  </a:lnTo>
                  <a:lnTo>
                    <a:pt x="5523" y="5445"/>
                  </a:lnTo>
                  <a:lnTo>
                    <a:pt x="4982" y="5561"/>
                  </a:lnTo>
                  <a:lnTo>
                    <a:pt x="3939" y="5831"/>
                  </a:lnTo>
                  <a:lnTo>
                    <a:pt x="2858" y="6024"/>
                  </a:lnTo>
                  <a:lnTo>
                    <a:pt x="2318" y="6179"/>
                  </a:lnTo>
                  <a:lnTo>
                    <a:pt x="1777" y="6295"/>
                  </a:lnTo>
                  <a:lnTo>
                    <a:pt x="1198" y="6488"/>
                  </a:lnTo>
                  <a:lnTo>
                    <a:pt x="850" y="6642"/>
                  </a:lnTo>
                  <a:lnTo>
                    <a:pt x="503" y="6835"/>
                  </a:lnTo>
                  <a:lnTo>
                    <a:pt x="232" y="7028"/>
                  </a:lnTo>
                  <a:lnTo>
                    <a:pt x="116" y="7144"/>
                  </a:lnTo>
                  <a:lnTo>
                    <a:pt x="39" y="7299"/>
                  </a:lnTo>
                  <a:lnTo>
                    <a:pt x="1" y="7415"/>
                  </a:lnTo>
                  <a:lnTo>
                    <a:pt x="1" y="7569"/>
                  </a:lnTo>
                  <a:lnTo>
                    <a:pt x="39" y="7723"/>
                  </a:lnTo>
                  <a:lnTo>
                    <a:pt x="116" y="7917"/>
                  </a:lnTo>
                  <a:lnTo>
                    <a:pt x="232" y="8032"/>
                  </a:lnTo>
                  <a:lnTo>
                    <a:pt x="348" y="8148"/>
                  </a:lnTo>
                  <a:lnTo>
                    <a:pt x="503" y="8225"/>
                  </a:lnTo>
                  <a:lnTo>
                    <a:pt x="618" y="8264"/>
                  </a:lnTo>
                  <a:lnTo>
                    <a:pt x="927" y="8341"/>
                  </a:lnTo>
                  <a:lnTo>
                    <a:pt x="1275" y="8341"/>
                  </a:lnTo>
                  <a:lnTo>
                    <a:pt x="1622" y="8303"/>
                  </a:lnTo>
                  <a:lnTo>
                    <a:pt x="1931" y="8187"/>
                  </a:lnTo>
                  <a:lnTo>
                    <a:pt x="2549" y="7994"/>
                  </a:lnTo>
                  <a:lnTo>
                    <a:pt x="3553" y="7530"/>
                  </a:lnTo>
                  <a:lnTo>
                    <a:pt x="4519" y="6990"/>
                  </a:lnTo>
                  <a:lnTo>
                    <a:pt x="5445" y="6372"/>
                  </a:lnTo>
                  <a:lnTo>
                    <a:pt x="5909" y="6063"/>
                  </a:lnTo>
                  <a:lnTo>
                    <a:pt x="6333" y="5715"/>
                  </a:lnTo>
                  <a:lnTo>
                    <a:pt x="6527" y="6102"/>
                  </a:lnTo>
                  <a:lnTo>
                    <a:pt x="6642" y="6295"/>
                  </a:lnTo>
                  <a:lnTo>
                    <a:pt x="6758" y="6449"/>
                  </a:lnTo>
                  <a:lnTo>
                    <a:pt x="7029" y="6372"/>
                  </a:lnTo>
                  <a:lnTo>
                    <a:pt x="7029" y="6333"/>
                  </a:lnTo>
                  <a:lnTo>
                    <a:pt x="6835" y="5986"/>
                  </a:lnTo>
                  <a:lnTo>
                    <a:pt x="6758" y="5831"/>
                  </a:lnTo>
                  <a:lnTo>
                    <a:pt x="6720" y="5638"/>
                  </a:lnTo>
                  <a:lnTo>
                    <a:pt x="6720" y="5561"/>
                  </a:lnTo>
                  <a:lnTo>
                    <a:pt x="7569" y="5831"/>
                  </a:lnTo>
                  <a:lnTo>
                    <a:pt x="8496" y="6063"/>
                  </a:lnTo>
                  <a:lnTo>
                    <a:pt x="9384" y="6179"/>
                  </a:lnTo>
                  <a:lnTo>
                    <a:pt x="10311" y="6217"/>
                  </a:lnTo>
                  <a:lnTo>
                    <a:pt x="11006" y="6217"/>
                  </a:lnTo>
                  <a:lnTo>
                    <a:pt x="11469" y="6179"/>
                  </a:lnTo>
                  <a:lnTo>
                    <a:pt x="11933" y="6140"/>
                  </a:lnTo>
                  <a:lnTo>
                    <a:pt x="12357" y="5986"/>
                  </a:lnTo>
                  <a:lnTo>
                    <a:pt x="12512" y="5909"/>
                  </a:lnTo>
                  <a:lnTo>
                    <a:pt x="12666" y="5793"/>
                  </a:lnTo>
                  <a:lnTo>
                    <a:pt x="12821" y="5677"/>
                  </a:lnTo>
                  <a:lnTo>
                    <a:pt x="12898" y="5522"/>
                  </a:lnTo>
                  <a:lnTo>
                    <a:pt x="12975" y="5368"/>
                  </a:lnTo>
                  <a:lnTo>
                    <a:pt x="12975" y="5175"/>
                  </a:lnTo>
                  <a:lnTo>
                    <a:pt x="12975" y="4982"/>
                  </a:lnTo>
                  <a:lnTo>
                    <a:pt x="12898" y="4827"/>
                  </a:lnTo>
                  <a:lnTo>
                    <a:pt x="12821" y="4711"/>
                  </a:lnTo>
                  <a:lnTo>
                    <a:pt x="12744" y="4634"/>
                  </a:lnTo>
                  <a:lnTo>
                    <a:pt x="12628" y="4518"/>
                  </a:lnTo>
                  <a:lnTo>
                    <a:pt x="12473" y="4480"/>
                  </a:lnTo>
                  <a:lnTo>
                    <a:pt x="12164" y="4364"/>
                  </a:lnTo>
                  <a:lnTo>
                    <a:pt x="11817" y="4325"/>
                  </a:lnTo>
                  <a:lnTo>
                    <a:pt x="11469" y="4325"/>
                  </a:lnTo>
                  <a:lnTo>
                    <a:pt x="10890" y="4364"/>
                  </a:lnTo>
                  <a:lnTo>
                    <a:pt x="9847" y="4403"/>
                  </a:lnTo>
                  <a:lnTo>
                    <a:pt x="8843" y="4480"/>
                  </a:lnTo>
                  <a:lnTo>
                    <a:pt x="7839" y="4634"/>
                  </a:lnTo>
                  <a:lnTo>
                    <a:pt x="6835" y="4827"/>
                  </a:lnTo>
                  <a:lnTo>
                    <a:pt x="7376" y="3476"/>
                  </a:lnTo>
                  <a:lnTo>
                    <a:pt x="7646" y="2742"/>
                  </a:lnTo>
                  <a:lnTo>
                    <a:pt x="7839" y="2047"/>
                  </a:lnTo>
                  <a:lnTo>
                    <a:pt x="7917" y="1815"/>
                  </a:lnTo>
                  <a:lnTo>
                    <a:pt x="7917" y="1545"/>
                  </a:lnTo>
                  <a:lnTo>
                    <a:pt x="7917" y="1313"/>
                  </a:lnTo>
                  <a:lnTo>
                    <a:pt x="7878" y="1082"/>
                  </a:lnTo>
                  <a:lnTo>
                    <a:pt x="7801" y="850"/>
                  </a:lnTo>
                  <a:lnTo>
                    <a:pt x="7685" y="618"/>
                  </a:lnTo>
                  <a:lnTo>
                    <a:pt x="7531" y="425"/>
                  </a:lnTo>
                  <a:lnTo>
                    <a:pt x="7337" y="271"/>
                  </a:lnTo>
                  <a:lnTo>
                    <a:pt x="7260" y="155"/>
                  </a:lnTo>
                  <a:lnTo>
                    <a:pt x="7144" y="78"/>
                  </a:lnTo>
                  <a:lnTo>
                    <a:pt x="695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0" name="Google Shape;5140;p21"/>
            <p:cNvSpPr/>
            <p:nvPr/>
          </p:nvSpPr>
          <p:spPr>
            <a:xfrm>
              <a:off x="2371575" y="3521175"/>
              <a:ext cx="106225" cy="123575"/>
            </a:xfrm>
            <a:custGeom>
              <a:avLst/>
              <a:gdLst/>
              <a:ahLst/>
              <a:cxnLst/>
              <a:rect l="l" t="t" r="r" b="b"/>
              <a:pathLst>
                <a:path w="4249" h="4943" extrusionOk="0">
                  <a:moveTo>
                    <a:pt x="3862" y="0"/>
                  </a:moveTo>
                  <a:lnTo>
                    <a:pt x="3592" y="541"/>
                  </a:lnTo>
                  <a:lnTo>
                    <a:pt x="3245" y="1120"/>
                  </a:lnTo>
                  <a:lnTo>
                    <a:pt x="2897" y="1661"/>
                  </a:lnTo>
                  <a:lnTo>
                    <a:pt x="2511" y="2163"/>
                  </a:lnTo>
                  <a:lnTo>
                    <a:pt x="1932" y="2858"/>
                  </a:lnTo>
                  <a:lnTo>
                    <a:pt x="1314" y="3475"/>
                  </a:lnTo>
                  <a:lnTo>
                    <a:pt x="1005" y="3746"/>
                  </a:lnTo>
                  <a:lnTo>
                    <a:pt x="657" y="4016"/>
                  </a:lnTo>
                  <a:lnTo>
                    <a:pt x="310" y="4248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41" y="4750"/>
                  </a:lnTo>
                  <a:lnTo>
                    <a:pt x="966" y="4518"/>
                  </a:lnTo>
                  <a:lnTo>
                    <a:pt x="1314" y="4209"/>
                  </a:lnTo>
                  <a:lnTo>
                    <a:pt x="1700" y="3900"/>
                  </a:lnTo>
                  <a:lnTo>
                    <a:pt x="2009" y="3553"/>
                  </a:lnTo>
                  <a:lnTo>
                    <a:pt x="2356" y="3167"/>
                  </a:lnTo>
                  <a:lnTo>
                    <a:pt x="2897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2"/>
                  </a:lnTo>
                  <a:lnTo>
                    <a:pt x="4248" y="155"/>
                  </a:lnTo>
                  <a:lnTo>
                    <a:pt x="386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1" name="Google Shape;5141;p21"/>
            <p:cNvSpPr/>
            <p:nvPr/>
          </p:nvSpPr>
          <p:spPr>
            <a:xfrm>
              <a:off x="2320425" y="35221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1"/>
                  </a:moveTo>
                  <a:lnTo>
                    <a:pt x="1004" y="310"/>
                  </a:lnTo>
                  <a:lnTo>
                    <a:pt x="1236" y="387"/>
                  </a:lnTo>
                  <a:lnTo>
                    <a:pt x="1429" y="541"/>
                  </a:lnTo>
                  <a:lnTo>
                    <a:pt x="1545" y="773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3" y="1198"/>
                  </a:lnTo>
                  <a:lnTo>
                    <a:pt x="1545" y="1314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5"/>
                  </a:lnTo>
                  <a:lnTo>
                    <a:pt x="966" y="1584"/>
                  </a:lnTo>
                  <a:lnTo>
                    <a:pt x="773" y="1545"/>
                  </a:lnTo>
                  <a:lnTo>
                    <a:pt x="657" y="1507"/>
                  </a:lnTo>
                  <a:lnTo>
                    <a:pt x="579" y="1430"/>
                  </a:lnTo>
                  <a:lnTo>
                    <a:pt x="502" y="1314"/>
                  </a:lnTo>
                  <a:lnTo>
                    <a:pt x="464" y="1236"/>
                  </a:lnTo>
                  <a:lnTo>
                    <a:pt x="425" y="1005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426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1043" y="1"/>
                  </a:moveTo>
                  <a:lnTo>
                    <a:pt x="850" y="39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117"/>
                  </a:lnTo>
                  <a:lnTo>
                    <a:pt x="271" y="232"/>
                  </a:lnTo>
                  <a:lnTo>
                    <a:pt x="155" y="348"/>
                  </a:lnTo>
                  <a:lnTo>
                    <a:pt x="77" y="541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7" y="1468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932"/>
                  </a:lnTo>
                  <a:lnTo>
                    <a:pt x="1622" y="1816"/>
                  </a:lnTo>
                  <a:lnTo>
                    <a:pt x="1777" y="1700"/>
                  </a:lnTo>
                  <a:lnTo>
                    <a:pt x="1892" y="1545"/>
                  </a:lnTo>
                  <a:lnTo>
                    <a:pt x="1970" y="1352"/>
                  </a:lnTo>
                  <a:lnTo>
                    <a:pt x="2047" y="1198"/>
                  </a:lnTo>
                  <a:lnTo>
                    <a:pt x="2085" y="1005"/>
                  </a:lnTo>
                  <a:lnTo>
                    <a:pt x="2047" y="812"/>
                  </a:lnTo>
                  <a:lnTo>
                    <a:pt x="1970" y="619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3" y="155"/>
                  </a:lnTo>
                  <a:lnTo>
                    <a:pt x="1429" y="78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2" name="Google Shape;5142;p21"/>
            <p:cNvSpPr/>
            <p:nvPr/>
          </p:nvSpPr>
          <p:spPr>
            <a:xfrm>
              <a:off x="5925125" y="3542400"/>
              <a:ext cx="60825" cy="90775"/>
            </a:xfrm>
            <a:custGeom>
              <a:avLst/>
              <a:gdLst/>
              <a:ahLst/>
              <a:cxnLst/>
              <a:rect l="l" t="t" r="r" b="b"/>
              <a:pathLst>
                <a:path w="2433" h="3631" extrusionOk="0">
                  <a:moveTo>
                    <a:pt x="1197" y="1"/>
                  </a:moveTo>
                  <a:lnTo>
                    <a:pt x="1081" y="39"/>
                  </a:lnTo>
                  <a:lnTo>
                    <a:pt x="1004" y="78"/>
                  </a:lnTo>
                  <a:lnTo>
                    <a:pt x="966" y="117"/>
                  </a:lnTo>
                  <a:lnTo>
                    <a:pt x="927" y="194"/>
                  </a:lnTo>
                  <a:lnTo>
                    <a:pt x="927" y="271"/>
                  </a:lnTo>
                  <a:lnTo>
                    <a:pt x="850" y="271"/>
                  </a:lnTo>
                  <a:lnTo>
                    <a:pt x="772" y="310"/>
                  </a:lnTo>
                  <a:lnTo>
                    <a:pt x="734" y="348"/>
                  </a:lnTo>
                  <a:lnTo>
                    <a:pt x="695" y="425"/>
                  </a:lnTo>
                  <a:lnTo>
                    <a:pt x="695" y="541"/>
                  </a:lnTo>
                  <a:lnTo>
                    <a:pt x="695" y="619"/>
                  </a:lnTo>
                  <a:lnTo>
                    <a:pt x="772" y="696"/>
                  </a:lnTo>
                  <a:lnTo>
                    <a:pt x="850" y="734"/>
                  </a:lnTo>
                  <a:lnTo>
                    <a:pt x="1081" y="812"/>
                  </a:lnTo>
                  <a:lnTo>
                    <a:pt x="1274" y="966"/>
                  </a:lnTo>
                  <a:lnTo>
                    <a:pt x="1468" y="1121"/>
                  </a:lnTo>
                  <a:lnTo>
                    <a:pt x="1622" y="1275"/>
                  </a:lnTo>
                  <a:lnTo>
                    <a:pt x="1738" y="1507"/>
                  </a:lnTo>
                  <a:lnTo>
                    <a:pt x="1854" y="1700"/>
                  </a:lnTo>
                  <a:lnTo>
                    <a:pt x="1892" y="1931"/>
                  </a:lnTo>
                  <a:lnTo>
                    <a:pt x="1931" y="2163"/>
                  </a:lnTo>
                  <a:lnTo>
                    <a:pt x="1892" y="2472"/>
                  </a:lnTo>
                  <a:lnTo>
                    <a:pt x="1815" y="2742"/>
                  </a:lnTo>
                  <a:lnTo>
                    <a:pt x="1738" y="2897"/>
                  </a:lnTo>
                  <a:lnTo>
                    <a:pt x="1622" y="2974"/>
                  </a:lnTo>
                  <a:lnTo>
                    <a:pt x="1506" y="3090"/>
                  </a:lnTo>
                  <a:lnTo>
                    <a:pt x="1390" y="3128"/>
                  </a:lnTo>
                  <a:lnTo>
                    <a:pt x="1197" y="3167"/>
                  </a:lnTo>
                  <a:lnTo>
                    <a:pt x="1043" y="3128"/>
                  </a:lnTo>
                  <a:lnTo>
                    <a:pt x="927" y="3013"/>
                  </a:lnTo>
                  <a:lnTo>
                    <a:pt x="850" y="2897"/>
                  </a:lnTo>
                  <a:lnTo>
                    <a:pt x="811" y="2781"/>
                  </a:lnTo>
                  <a:lnTo>
                    <a:pt x="811" y="2626"/>
                  </a:lnTo>
                  <a:lnTo>
                    <a:pt x="888" y="2472"/>
                  </a:lnTo>
                  <a:lnTo>
                    <a:pt x="1043" y="2356"/>
                  </a:lnTo>
                  <a:lnTo>
                    <a:pt x="1120" y="2279"/>
                  </a:lnTo>
                  <a:lnTo>
                    <a:pt x="1159" y="2163"/>
                  </a:lnTo>
                  <a:lnTo>
                    <a:pt x="1120" y="2047"/>
                  </a:lnTo>
                  <a:lnTo>
                    <a:pt x="1043" y="1970"/>
                  </a:lnTo>
                  <a:lnTo>
                    <a:pt x="618" y="1623"/>
                  </a:lnTo>
                  <a:lnTo>
                    <a:pt x="425" y="1468"/>
                  </a:lnTo>
                  <a:lnTo>
                    <a:pt x="193" y="1352"/>
                  </a:lnTo>
                  <a:lnTo>
                    <a:pt x="0" y="1623"/>
                  </a:lnTo>
                  <a:lnTo>
                    <a:pt x="270" y="1893"/>
                  </a:lnTo>
                  <a:lnTo>
                    <a:pt x="541" y="2163"/>
                  </a:lnTo>
                  <a:lnTo>
                    <a:pt x="386" y="2395"/>
                  </a:lnTo>
                  <a:lnTo>
                    <a:pt x="309" y="2626"/>
                  </a:lnTo>
                  <a:lnTo>
                    <a:pt x="309" y="2935"/>
                  </a:lnTo>
                  <a:lnTo>
                    <a:pt x="348" y="3051"/>
                  </a:lnTo>
                  <a:lnTo>
                    <a:pt x="425" y="3206"/>
                  </a:lnTo>
                  <a:lnTo>
                    <a:pt x="541" y="3360"/>
                  </a:lnTo>
                  <a:lnTo>
                    <a:pt x="695" y="3476"/>
                  </a:lnTo>
                  <a:lnTo>
                    <a:pt x="850" y="3592"/>
                  </a:lnTo>
                  <a:lnTo>
                    <a:pt x="1081" y="3630"/>
                  </a:lnTo>
                  <a:lnTo>
                    <a:pt x="1274" y="3630"/>
                  </a:lnTo>
                  <a:lnTo>
                    <a:pt x="1468" y="3592"/>
                  </a:lnTo>
                  <a:lnTo>
                    <a:pt x="1661" y="3515"/>
                  </a:lnTo>
                  <a:lnTo>
                    <a:pt x="1854" y="3437"/>
                  </a:lnTo>
                  <a:lnTo>
                    <a:pt x="2047" y="3283"/>
                  </a:lnTo>
                  <a:lnTo>
                    <a:pt x="2201" y="3090"/>
                  </a:lnTo>
                  <a:lnTo>
                    <a:pt x="2317" y="2897"/>
                  </a:lnTo>
                  <a:lnTo>
                    <a:pt x="2394" y="2704"/>
                  </a:lnTo>
                  <a:lnTo>
                    <a:pt x="2433" y="2472"/>
                  </a:lnTo>
                  <a:lnTo>
                    <a:pt x="2433" y="2279"/>
                  </a:lnTo>
                  <a:lnTo>
                    <a:pt x="2433" y="2047"/>
                  </a:lnTo>
                  <a:lnTo>
                    <a:pt x="2356" y="1816"/>
                  </a:lnTo>
                  <a:lnTo>
                    <a:pt x="2317" y="1623"/>
                  </a:lnTo>
                  <a:lnTo>
                    <a:pt x="2201" y="1391"/>
                  </a:lnTo>
                  <a:lnTo>
                    <a:pt x="1931" y="1005"/>
                  </a:lnTo>
                  <a:lnTo>
                    <a:pt x="1622" y="657"/>
                  </a:lnTo>
                  <a:lnTo>
                    <a:pt x="1274" y="425"/>
                  </a:lnTo>
                  <a:lnTo>
                    <a:pt x="11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3" name="Google Shape;5143;p21"/>
            <p:cNvSpPr/>
            <p:nvPr/>
          </p:nvSpPr>
          <p:spPr>
            <a:xfrm>
              <a:off x="5032150" y="3545300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3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7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0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5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8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4"/>
                  </a:lnTo>
                  <a:lnTo>
                    <a:pt x="1159" y="541"/>
                  </a:lnTo>
                  <a:lnTo>
                    <a:pt x="1352" y="425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8"/>
                  </a:lnTo>
                  <a:lnTo>
                    <a:pt x="309" y="927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5"/>
                  </a:lnTo>
                  <a:lnTo>
                    <a:pt x="0" y="2009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4" y="2858"/>
                  </a:lnTo>
                  <a:lnTo>
                    <a:pt x="425" y="3244"/>
                  </a:lnTo>
                  <a:lnTo>
                    <a:pt x="695" y="3553"/>
                  </a:lnTo>
                  <a:lnTo>
                    <a:pt x="1043" y="3823"/>
                  </a:lnTo>
                  <a:lnTo>
                    <a:pt x="1468" y="4016"/>
                  </a:lnTo>
                  <a:lnTo>
                    <a:pt x="1661" y="4094"/>
                  </a:lnTo>
                  <a:lnTo>
                    <a:pt x="1893" y="4132"/>
                  </a:lnTo>
                  <a:lnTo>
                    <a:pt x="2317" y="4132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2"/>
                  </a:lnTo>
                  <a:lnTo>
                    <a:pt x="4171" y="1429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6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4" name="Google Shape;5144;p21"/>
            <p:cNvSpPr/>
            <p:nvPr/>
          </p:nvSpPr>
          <p:spPr>
            <a:xfrm>
              <a:off x="3784900" y="3554950"/>
              <a:ext cx="112950" cy="132275"/>
            </a:xfrm>
            <a:custGeom>
              <a:avLst/>
              <a:gdLst/>
              <a:ahLst/>
              <a:cxnLst/>
              <a:rect l="l" t="t" r="r" b="b"/>
              <a:pathLst>
                <a:path w="4518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0" y="78"/>
                  </a:lnTo>
                  <a:lnTo>
                    <a:pt x="2510" y="194"/>
                  </a:lnTo>
                  <a:lnTo>
                    <a:pt x="2240" y="310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3" y="2163"/>
                  </a:lnTo>
                  <a:lnTo>
                    <a:pt x="270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0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5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8" y="4866"/>
                  </a:lnTo>
                  <a:lnTo>
                    <a:pt x="888" y="4828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6" y="3167"/>
                  </a:lnTo>
                  <a:lnTo>
                    <a:pt x="772" y="2742"/>
                  </a:lnTo>
                  <a:lnTo>
                    <a:pt x="965" y="2318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79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5" name="Google Shape;5145;p21"/>
            <p:cNvSpPr/>
            <p:nvPr/>
          </p:nvSpPr>
          <p:spPr>
            <a:xfrm>
              <a:off x="5529325" y="356750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1"/>
                  </a:moveTo>
                  <a:lnTo>
                    <a:pt x="0" y="232"/>
                  </a:lnTo>
                  <a:lnTo>
                    <a:pt x="463" y="927"/>
                  </a:lnTo>
                  <a:lnTo>
                    <a:pt x="1043" y="1622"/>
                  </a:lnTo>
                  <a:lnTo>
                    <a:pt x="1661" y="2279"/>
                  </a:lnTo>
                  <a:lnTo>
                    <a:pt x="2356" y="2858"/>
                  </a:lnTo>
                  <a:lnTo>
                    <a:pt x="3089" y="3360"/>
                  </a:lnTo>
                  <a:lnTo>
                    <a:pt x="3862" y="3824"/>
                  </a:lnTo>
                  <a:lnTo>
                    <a:pt x="4672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21" y="4905"/>
                  </a:lnTo>
                  <a:lnTo>
                    <a:pt x="7684" y="4943"/>
                  </a:lnTo>
                  <a:lnTo>
                    <a:pt x="8109" y="4982"/>
                  </a:lnTo>
                  <a:lnTo>
                    <a:pt x="8534" y="4943"/>
                  </a:lnTo>
                  <a:lnTo>
                    <a:pt x="8959" y="4905"/>
                  </a:lnTo>
                  <a:lnTo>
                    <a:pt x="9383" y="4866"/>
                  </a:lnTo>
                  <a:lnTo>
                    <a:pt x="9808" y="4750"/>
                  </a:lnTo>
                  <a:lnTo>
                    <a:pt x="10233" y="4634"/>
                  </a:lnTo>
                  <a:lnTo>
                    <a:pt x="10658" y="4480"/>
                  </a:lnTo>
                  <a:lnTo>
                    <a:pt x="11044" y="4326"/>
                  </a:lnTo>
                  <a:lnTo>
                    <a:pt x="11469" y="4094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280" y="3553"/>
                  </a:lnTo>
                  <a:lnTo>
                    <a:pt x="12434" y="3167"/>
                  </a:lnTo>
                  <a:lnTo>
                    <a:pt x="12241" y="3167"/>
                  </a:lnTo>
                  <a:lnTo>
                    <a:pt x="12202" y="3128"/>
                  </a:lnTo>
                  <a:lnTo>
                    <a:pt x="12009" y="3128"/>
                  </a:lnTo>
                  <a:lnTo>
                    <a:pt x="11893" y="3167"/>
                  </a:lnTo>
                  <a:lnTo>
                    <a:pt x="11546" y="3437"/>
                  </a:lnTo>
                  <a:lnTo>
                    <a:pt x="11198" y="3669"/>
                  </a:lnTo>
                  <a:lnTo>
                    <a:pt x="10812" y="3862"/>
                  </a:lnTo>
                  <a:lnTo>
                    <a:pt x="10426" y="4017"/>
                  </a:lnTo>
                  <a:lnTo>
                    <a:pt x="10001" y="4171"/>
                  </a:lnTo>
                  <a:lnTo>
                    <a:pt x="9615" y="4287"/>
                  </a:lnTo>
                  <a:lnTo>
                    <a:pt x="9190" y="4364"/>
                  </a:lnTo>
                  <a:lnTo>
                    <a:pt x="8766" y="4403"/>
                  </a:lnTo>
                  <a:lnTo>
                    <a:pt x="8341" y="4441"/>
                  </a:lnTo>
                  <a:lnTo>
                    <a:pt x="7916" y="4480"/>
                  </a:lnTo>
                  <a:lnTo>
                    <a:pt x="7453" y="4441"/>
                  </a:lnTo>
                  <a:lnTo>
                    <a:pt x="7028" y="4403"/>
                  </a:lnTo>
                  <a:lnTo>
                    <a:pt x="6603" y="4326"/>
                  </a:lnTo>
                  <a:lnTo>
                    <a:pt x="6178" y="4248"/>
                  </a:lnTo>
                  <a:lnTo>
                    <a:pt x="5792" y="4132"/>
                  </a:lnTo>
                  <a:lnTo>
                    <a:pt x="5368" y="4017"/>
                  </a:lnTo>
                  <a:lnTo>
                    <a:pt x="4595" y="3669"/>
                  </a:lnTo>
                  <a:lnTo>
                    <a:pt x="3862" y="3283"/>
                  </a:lnTo>
                  <a:lnTo>
                    <a:pt x="3205" y="2820"/>
                  </a:lnTo>
                  <a:lnTo>
                    <a:pt x="2549" y="2318"/>
                  </a:lnTo>
                  <a:lnTo>
                    <a:pt x="1969" y="1777"/>
                  </a:lnTo>
                  <a:lnTo>
                    <a:pt x="1352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6" name="Google Shape;5146;p21"/>
            <p:cNvSpPr/>
            <p:nvPr/>
          </p:nvSpPr>
          <p:spPr>
            <a:xfrm>
              <a:off x="2258625" y="3569425"/>
              <a:ext cx="44450" cy="43475"/>
            </a:xfrm>
            <a:custGeom>
              <a:avLst/>
              <a:gdLst/>
              <a:ahLst/>
              <a:cxnLst/>
              <a:rect l="l" t="t" r="r" b="b"/>
              <a:pathLst>
                <a:path w="1778" h="1739" extrusionOk="0">
                  <a:moveTo>
                    <a:pt x="773" y="310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9"/>
                  </a:lnTo>
                  <a:lnTo>
                    <a:pt x="1391" y="773"/>
                  </a:lnTo>
                  <a:lnTo>
                    <a:pt x="1391" y="966"/>
                  </a:lnTo>
                  <a:lnTo>
                    <a:pt x="1352" y="1044"/>
                  </a:lnTo>
                  <a:lnTo>
                    <a:pt x="1275" y="1159"/>
                  </a:lnTo>
                  <a:lnTo>
                    <a:pt x="1198" y="1237"/>
                  </a:lnTo>
                  <a:lnTo>
                    <a:pt x="1082" y="1314"/>
                  </a:lnTo>
                  <a:lnTo>
                    <a:pt x="889" y="1352"/>
                  </a:lnTo>
                  <a:lnTo>
                    <a:pt x="696" y="1352"/>
                  </a:lnTo>
                  <a:lnTo>
                    <a:pt x="542" y="1237"/>
                  </a:lnTo>
                  <a:lnTo>
                    <a:pt x="426" y="1082"/>
                  </a:lnTo>
                  <a:lnTo>
                    <a:pt x="387" y="889"/>
                  </a:lnTo>
                  <a:lnTo>
                    <a:pt x="387" y="735"/>
                  </a:lnTo>
                  <a:lnTo>
                    <a:pt x="464" y="580"/>
                  </a:lnTo>
                  <a:lnTo>
                    <a:pt x="542" y="387"/>
                  </a:lnTo>
                  <a:lnTo>
                    <a:pt x="542" y="348"/>
                  </a:lnTo>
                  <a:lnTo>
                    <a:pt x="773" y="310"/>
                  </a:lnTo>
                  <a:close/>
                  <a:moveTo>
                    <a:pt x="773" y="1"/>
                  </a:moveTo>
                  <a:lnTo>
                    <a:pt x="619" y="40"/>
                  </a:lnTo>
                  <a:lnTo>
                    <a:pt x="464" y="117"/>
                  </a:lnTo>
                  <a:lnTo>
                    <a:pt x="426" y="155"/>
                  </a:lnTo>
                  <a:lnTo>
                    <a:pt x="348" y="194"/>
                  </a:lnTo>
                  <a:lnTo>
                    <a:pt x="233" y="271"/>
                  </a:lnTo>
                  <a:lnTo>
                    <a:pt x="117" y="387"/>
                  </a:lnTo>
                  <a:lnTo>
                    <a:pt x="40" y="503"/>
                  </a:lnTo>
                  <a:lnTo>
                    <a:pt x="1" y="657"/>
                  </a:lnTo>
                  <a:lnTo>
                    <a:pt x="1" y="850"/>
                  </a:lnTo>
                  <a:lnTo>
                    <a:pt x="1" y="1005"/>
                  </a:lnTo>
                  <a:lnTo>
                    <a:pt x="40" y="1159"/>
                  </a:lnTo>
                  <a:lnTo>
                    <a:pt x="117" y="1314"/>
                  </a:lnTo>
                  <a:lnTo>
                    <a:pt x="194" y="1468"/>
                  </a:lnTo>
                  <a:lnTo>
                    <a:pt x="348" y="1584"/>
                  </a:lnTo>
                  <a:lnTo>
                    <a:pt x="464" y="1661"/>
                  </a:lnTo>
                  <a:lnTo>
                    <a:pt x="619" y="1739"/>
                  </a:lnTo>
                  <a:lnTo>
                    <a:pt x="966" y="1739"/>
                  </a:lnTo>
                  <a:lnTo>
                    <a:pt x="1121" y="1700"/>
                  </a:lnTo>
                  <a:lnTo>
                    <a:pt x="1275" y="1623"/>
                  </a:lnTo>
                  <a:lnTo>
                    <a:pt x="1430" y="1545"/>
                  </a:lnTo>
                  <a:lnTo>
                    <a:pt x="1584" y="1430"/>
                  </a:lnTo>
                  <a:lnTo>
                    <a:pt x="1661" y="1275"/>
                  </a:lnTo>
                  <a:lnTo>
                    <a:pt x="1739" y="1121"/>
                  </a:lnTo>
                  <a:lnTo>
                    <a:pt x="1777" y="928"/>
                  </a:lnTo>
                  <a:lnTo>
                    <a:pt x="1777" y="773"/>
                  </a:lnTo>
                  <a:lnTo>
                    <a:pt x="1739" y="580"/>
                  </a:lnTo>
                  <a:lnTo>
                    <a:pt x="1661" y="426"/>
                  </a:lnTo>
                  <a:lnTo>
                    <a:pt x="1546" y="271"/>
                  </a:lnTo>
                  <a:lnTo>
                    <a:pt x="1430" y="155"/>
                  </a:lnTo>
                  <a:lnTo>
                    <a:pt x="1275" y="78"/>
                  </a:lnTo>
                  <a:lnTo>
                    <a:pt x="1121" y="40"/>
                  </a:lnTo>
                  <a:lnTo>
                    <a:pt x="96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7" name="Google Shape;5147;p21"/>
            <p:cNvSpPr/>
            <p:nvPr/>
          </p:nvSpPr>
          <p:spPr>
            <a:xfrm>
              <a:off x="5836300" y="3573300"/>
              <a:ext cx="93675" cy="136150"/>
            </a:xfrm>
            <a:custGeom>
              <a:avLst/>
              <a:gdLst/>
              <a:ahLst/>
              <a:cxnLst/>
              <a:rect l="l" t="t" r="r" b="b"/>
              <a:pathLst>
                <a:path w="3747" h="5446" extrusionOk="0">
                  <a:moveTo>
                    <a:pt x="3515" y="0"/>
                  </a:moveTo>
                  <a:lnTo>
                    <a:pt x="3437" y="39"/>
                  </a:lnTo>
                  <a:lnTo>
                    <a:pt x="3360" y="78"/>
                  </a:lnTo>
                  <a:lnTo>
                    <a:pt x="3283" y="116"/>
                  </a:lnTo>
                  <a:lnTo>
                    <a:pt x="3013" y="309"/>
                  </a:lnTo>
                  <a:lnTo>
                    <a:pt x="2781" y="541"/>
                  </a:lnTo>
                  <a:lnTo>
                    <a:pt x="2588" y="773"/>
                  </a:lnTo>
                  <a:lnTo>
                    <a:pt x="2356" y="1004"/>
                  </a:lnTo>
                  <a:lnTo>
                    <a:pt x="2086" y="1236"/>
                  </a:lnTo>
                  <a:lnTo>
                    <a:pt x="1777" y="1468"/>
                  </a:lnTo>
                  <a:lnTo>
                    <a:pt x="1159" y="1815"/>
                  </a:lnTo>
                  <a:lnTo>
                    <a:pt x="1120" y="1892"/>
                  </a:lnTo>
                  <a:lnTo>
                    <a:pt x="1082" y="1970"/>
                  </a:lnTo>
                  <a:lnTo>
                    <a:pt x="1082" y="2047"/>
                  </a:lnTo>
                  <a:lnTo>
                    <a:pt x="1120" y="2086"/>
                  </a:lnTo>
                  <a:lnTo>
                    <a:pt x="1005" y="2086"/>
                  </a:lnTo>
                  <a:lnTo>
                    <a:pt x="927" y="2124"/>
                  </a:lnTo>
                  <a:lnTo>
                    <a:pt x="850" y="2201"/>
                  </a:lnTo>
                  <a:lnTo>
                    <a:pt x="812" y="2279"/>
                  </a:lnTo>
                  <a:lnTo>
                    <a:pt x="812" y="2356"/>
                  </a:lnTo>
                  <a:lnTo>
                    <a:pt x="850" y="2433"/>
                  </a:lnTo>
                  <a:lnTo>
                    <a:pt x="889" y="2510"/>
                  </a:lnTo>
                  <a:lnTo>
                    <a:pt x="1005" y="2549"/>
                  </a:lnTo>
                  <a:lnTo>
                    <a:pt x="1236" y="2626"/>
                  </a:lnTo>
                  <a:lnTo>
                    <a:pt x="1468" y="2703"/>
                  </a:lnTo>
                  <a:lnTo>
                    <a:pt x="1661" y="2858"/>
                  </a:lnTo>
                  <a:lnTo>
                    <a:pt x="1854" y="3012"/>
                  </a:lnTo>
                  <a:lnTo>
                    <a:pt x="1970" y="3205"/>
                  </a:lnTo>
                  <a:lnTo>
                    <a:pt x="2086" y="3398"/>
                  </a:lnTo>
                  <a:lnTo>
                    <a:pt x="2163" y="3669"/>
                  </a:lnTo>
                  <a:lnTo>
                    <a:pt x="2163" y="3900"/>
                  </a:lnTo>
                  <a:lnTo>
                    <a:pt x="2124" y="4132"/>
                  </a:lnTo>
                  <a:lnTo>
                    <a:pt x="2047" y="4364"/>
                  </a:lnTo>
                  <a:lnTo>
                    <a:pt x="1931" y="4557"/>
                  </a:lnTo>
                  <a:lnTo>
                    <a:pt x="1777" y="4711"/>
                  </a:lnTo>
                  <a:lnTo>
                    <a:pt x="1584" y="4866"/>
                  </a:lnTo>
                  <a:lnTo>
                    <a:pt x="1352" y="4943"/>
                  </a:lnTo>
                  <a:lnTo>
                    <a:pt x="1236" y="4982"/>
                  </a:lnTo>
                  <a:lnTo>
                    <a:pt x="1120" y="4982"/>
                  </a:lnTo>
                  <a:lnTo>
                    <a:pt x="927" y="4904"/>
                  </a:lnTo>
                  <a:lnTo>
                    <a:pt x="773" y="4789"/>
                  </a:lnTo>
                  <a:lnTo>
                    <a:pt x="696" y="4634"/>
                  </a:lnTo>
                  <a:lnTo>
                    <a:pt x="696" y="4441"/>
                  </a:lnTo>
                  <a:lnTo>
                    <a:pt x="773" y="4287"/>
                  </a:lnTo>
                  <a:lnTo>
                    <a:pt x="812" y="4209"/>
                  </a:lnTo>
                  <a:lnTo>
                    <a:pt x="889" y="4171"/>
                  </a:lnTo>
                  <a:lnTo>
                    <a:pt x="1005" y="4132"/>
                  </a:lnTo>
                  <a:lnTo>
                    <a:pt x="1120" y="4094"/>
                  </a:lnTo>
                  <a:lnTo>
                    <a:pt x="1275" y="4055"/>
                  </a:lnTo>
                  <a:lnTo>
                    <a:pt x="1352" y="3939"/>
                  </a:lnTo>
                  <a:lnTo>
                    <a:pt x="1314" y="3823"/>
                  </a:lnTo>
                  <a:lnTo>
                    <a:pt x="1314" y="3746"/>
                  </a:lnTo>
                  <a:lnTo>
                    <a:pt x="1236" y="3669"/>
                  </a:lnTo>
                  <a:lnTo>
                    <a:pt x="155" y="2935"/>
                  </a:lnTo>
                  <a:lnTo>
                    <a:pt x="1" y="3321"/>
                  </a:lnTo>
                  <a:lnTo>
                    <a:pt x="657" y="3785"/>
                  </a:lnTo>
                  <a:lnTo>
                    <a:pt x="541" y="3900"/>
                  </a:lnTo>
                  <a:lnTo>
                    <a:pt x="425" y="4016"/>
                  </a:lnTo>
                  <a:lnTo>
                    <a:pt x="310" y="4132"/>
                  </a:lnTo>
                  <a:lnTo>
                    <a:pt x="271" y="4248"/>
                  </a:lnTo>
                  <a:lnTo>
                    <a:pt x="232" y="4402"/>
                  </a:lnTo>
                  <a:lnTo>
                    <a:pt x="194" y="4557"/>
                  </a:lnTo>
                  <a:lnTo>
                    <a:pt x="232" y="4750"/>
                  </a:lnTo>
                  <a:lnTo>
                    <a:pt x="271" y="4904"/>
                  </a:lnTo>
                  <a:lnTo>
                    <a:pt x="425" y="5136"/>
                  </a:lnTo>
                  <a:lnTo>
                    <a:pt x="580" y="5291"/>
                  </a:lnTo>
                  <a:lnTo>
                    <a:pt x="773" y="5368"/>
                  </a:lnTo>
                  <a:lnTo>
                    <a:pt x="966" y="5445"/>
                  </a:lnTo>
                  <a:lnTo>
                    <a:pt x="1198" y="5445"/>
                  </a:lnTo>
                  <a:lnTo>
                    <a:pt x="1429" y="5406"/>
                  </a:lnTo>
                  <a:lnTo>
                    <a:pt x="1661" y="5329"/>
                  </a:lnTo>
                  <a:lnTo>
                    <a:pt x="1854" y="5213"/>
                  </a:lnTo>
                  <a:lnTo>
                    <a:pt x="2086" y="5059"/>
                  </a:lnTo>
                  <a:lnTo>
                    <a:pt x="2279" y="4866"/>
                  </a:lnTo>
                  <a:lnTo>
                    <a:pt x="2433" y="4673"/>
                  </a:lnTo>
                  <a:lnTo>
                    <a:pt x="2511" y="4441"/>
                  </a:lnTo>
                  <a:lnTo>
                    <a:pt x="2588" y="4209"/>
                  </a:lnTo>
                  <a:lnTo>
                    <a:pt x="2626" y="3978"/>
                  </a:lnTo>
                  <a:lnTo>
                    <a:pt x="2626" y="3746"/>
                  </a:lnTo>
                  <a:lnTo>
                    <a:pt x="2588" y="3514"/>
                  </a:lnTo>
                  <a:lnTo>
                    <a:pt x="2511" y="3283"/>
                  </a:lnTo>
                  <a:lnTo>
                    <a:pt x="2395" y="3090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70" y="2510"/>
                  </a:lnTo>
                  <a:lnTo>
                    <a:pt x="1777" y="2356"/>
                  </a:lnTo>
                  <a:lnTo>
                    <a:pt x="1545" y="2240"/>
                  </a:lnTo>
                  <a:lnTo>
                    <a:pt x="1314" y="2124"/>
                  </a:lnTo>
                  <a:lnTo>
                    <a:pt x="1661" y="2008"/>
                  </a:lnTo>
                  <a:lnTo>
                    <a:pt x="1970" y="1854"/>
                  </a:lnTo>
                  <a:lnTo>
                    <a:pt x="2279" y="1661"/>
                  </a:lnTo>
                  <a:lnTo>
                    <a:pt x="2588" y="1429"/>
                  </a:lnTo>
                  <a:lnTo>
                    <a:pt x="2858" y="1236"/>
                  </a:lnTo>
                  <a:lnTo>
                    <a:pt x="3128" y="966"/>
                  </a:lnTo>
                  <a:lnTo>
                    <a:pt x="3360" y="695"/>
                  </a:lnTo>
                  <a:lnTo>
                    <a:pt x="3476" y="541"/>
                  </a:lnTo>
                  <a:lnTo>
                    <a:pt x="3553" y="387"/>
                  </a:lnTo>
                  <a:lnTo>
                    <a:pt x="3746" y="116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8" name="Google Shape;5148;p21"/>
            <p:cNvSpPr/>
            <p:nvPr/>
          </p:nvSpPr>
          <p:spPr>
            <a:xfrm>
              <a:off x="2264425" y="357522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28"/>
                  </a:lnTo>
                  <a:lnTo>
                    <a:pt x="3939" y="4248"/>
                  </a:lnTo>
                  <a:lnTo>
                    <a:pt x="4017" y="5407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917"/>
                  </a:lnTo>
                  <a:lnTo>
                    <a:pt x="3901" y="8534"/>
                  </a:lnTo>
                  <a:lnTo>
                    <a:pt x="3746" y="9152"/>
                  </a:lnTo>
                  <a:lnTo>
                    <a:pt x="3515" y="9732"/>
                  </a:lnTo>
                  <a:lnTo>
                    <a:pt x="3244" y="10272"/>
                  </a:lnTo>
                  <a:lnTo>
                    <a:pt x="3013" y="10542"/>
                  </a:lnTo>
                  <a:lnTo>
                    <a:pt x="2781" y="10735"/>
                  </a:lnTo>
                  <a:lnTo>
                    <a:pt x="2472" y="10851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93"/>
                  </a:lnTo>
                  <a:lnTo>
                    <a:pt x="773" y="9384"/>
                  </a:lnTo>
                  <a:lnTo>
                    <a:pt x="696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29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618" y="2742"/>
                  </a:lnTo>
                  <a:lnTo>
                    <a:pt x="1391" y="2395"/>
                  </a:lnTo>
                  <a:lnTo>
                    <a:pt x="2163" y="1931"/>
                  </a:lnTo>
                  <a:lnTo>
                    <a:pt x="2935" y="1429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39"/>
                  </a:lnTo>
                  <a:lnTo>
                    <a:pt x="3476" y="310"/>
                  </a:lnTo>
                  <a:lnTo>
                    <a:pt x="3051" y="657"/>
                  </a:lnTo>
                  <a:lnTo>
                    <a:pt x="2626" y="966"/>
                  </a:lnTo>
                  <a:lnTo>
                    <a:pt x="2202" y="1313"/>
                  </a:lnTo>
                  <a:lnTo>
                    <a:pt x="1314" y="1893"/>
                  </a:lnTo>
                  <a:lnTo>
                    <a:pt x="425" y="2472"/>
                  </a:lnTo>
                  <a:lnTo>
                    <a:pt x="348" y="2549"/>
                  </a:lnTo>
                  <a:lnTo>
                    <a:pt x="348" y="2626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3"/>
                  </a:lnTo>
                  <a:lnTo>
                    <a:pt x="155" y="4866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616"/>
                  </a:lnTo>
                  <a:lnTo>
                    <a:pt x="503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4"/>
                  </a:lnTo>
                  <a:lnTo>
                    <a:pt x="1391" y="11199"/>
                  </a:lnTo>
                  <a:lnTo>
                    <a:pt x="1622" y="11315"/>
                  </a:lnTo>
                  <a:lnTo>
                    <a:pt x="1816" y="11392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19" y="11353"/>
                  </a:lnTo>
                  <a:lnTo>
                    <a:pt x="3051" y="11237"/>
                  </a:lnTo>
                  <a:lnTo>
                    <a:pt x="3283" y="11044"/>
                  </a:lnTo>
                  <a:lnTo>
                    <a:pt x="3476" y="10890"/>
                  </a:lnTo>
                  <a:lnTo>
                    <a:pt x="3669" y="10658"/>
                  </a:lnTo>
                  <a:lnTo>
                    <a:pt x="3823" y="10388"/>
                  </a:lnTo>
                  <a:lnTo>
                    <a:pt x="3978" y="10156"/>
                  </a:lnTo>
                  <a:lnTo>
                    <a:pt x="4171" y="9538"/>
                  </a:lnTo>
                  <a:lnTo>
                    <a:pt x="4325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222"/>
                  </a:lnTo>
                  <a:lnTo>
                    <a:pt x="4596" y="6642"/>
                  </a:lnTo>
                  <a:lnTo>
                    <a:pt x="4596" y="6102"/>
                  </a:lnTo>
                  <a:lnTo>
                    <a:pt x="4557" y="4982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1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39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9" name="Google Shape;5149;p21"/>
            <p:cNvSpPr/>
            <p:nvPr/>
          </p:nvSpPr>
          <p:spPr>
            <a:xfrm>
              <a:off x="4033950" y="358970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39" y="233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3"/>
                  </a:lnTo>
                  <a:lnTo>
                    <a:pt x="1005" y="155"/>
                  </a:lnTo>
                  <a:lnTo>
                    <a:pt x="966" y="117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0" name="Google Shape;5150;p21"/>
            <p:cNvSpPr/>
            <p:nvPr/>
          </p:nvSpPr>
          <p:spPr>
            <a:xfrm>
              <a:off x="3935475" y="3595500"/>
              <a:ext cx="21275" cy="8725"/>
            </a:xfrm>
            <a:custGeom>
              <a:avLst/>
              <a:gdLst/>
              <a:ahLst/>
              <a:cxnLst/>
              <a:rect l="l" t="t" r="r" b="b"/>
              <a:pathLst>
                <a:path w="851" h="349" extrusionOk="0">
                  <a:moveTo>
                    <a:pt x="426" y="1"/>
                  </a:moveTo>
                  <a:lnTo>
                    <a:pt x="155" y="39"/>
                  </a:lnTo>
                  <a:lnTo>
                    <a:pt x="117" y="39"/>
                  </a:lnTo>
                  <a:lnTo>
                    <a:pt x="40" y="78"/>
                  </a:lnTo>
                  <a:lnTo>
                    <a:pt x="1" y="194"/>
                  </a:lnTo>
                  <a:lnTo>
                    <a:pt x="40" y="271"/>
                  </a:lnTo>
                  <a:lnTo>
                    <a:pt x="117" y="309"/>
                  </a:lnTo>
                  <a:lnTo>
                    <a:pt x="155" y="348"/>
                  </a:lnTo>
                  <a:lnTo>
                    <a:pt x="735" y="348"/>
                  </a:lnTo>
                  <a:lnTo>
                    <a:pt x="812" y="271"/>
                  </a:lnTo>
                  <a:lnTo>
                    <a:pt x="850" y="194"/>
                  </a:lnTo>
                  <a:lnTo>
                    <a:pt x="812" y="78"/>
                  </a:lnTo>
                  <a:lnTo>
                    <a:pt x="73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1" name="Google Shape;5151;p21"/>
            <p:cNvSpPr/>
            <p:nvPr/>
          </p:nvSpPr>
          <p:spPr>
            <a:xfrm>
              <a:off x="6924275" y="3599350"/>
              <a:ext cx="335975" cy="782950"/>
            </a:xfrm>
            <a:custGeom>
              <a:avLst/>
              <a:gdLst/>
              <a:ahLst/>
              <a:cxnLst/>
              <a:rect l="l" t="t" r="r" b="b"/>
              <a:pathLst>
                <a:path w="13439" h="31318" extrusionOk="0">
                  <a:moveTo>
                    <a:pt x="6488" y="387"/>
                  </a:moveTo>
                  <a:lnTo>
                    <a:pt x="6526" y="464"/>
                  </a:lnTo>
                  <a:lnTo>
                    <a:pt x="7144" y="2009"/>
                  </a:lnTo>
                  <a:lnTo>
                    <a:pt x="7685" y="3554"/>
                  </a:lnTo>
                  <a:lnTo>
                    <a:pt x="8226" y="5137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2"/>
                  </a:lnTo>
                  <a:lnTo>
                    <a:pt x="7530" y="7338"/>
                  </a:lnTo>
                  <a:lnTo>
                    <a:pt x="7222" y="7454"/>
                  </a:lnTo>
                  <a:lnTo>
                    <a:pt x="6913" y="7531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1"/>
                  </a:lnTo>
                  <a:lnTo>
                    <a:pt x="5522" y="7492"/>
                  </a:lnTo>
                  <a:lnTo>
                    <a:pt x="4866" y="7338"/>
                  </a:lnTo>
                  <a:lnTo>
                    <a:pt x="4210" y="7106"/>
                  </a:lnTo>
                  <a:lnTo>
                    <a:pt x="3592" y="6874"/>
                  </a:lnTo>
                  <a:lnTo>
                    <a:pt x="3862" y="6025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4"/>
                  </a:lnTo>
                  <a:lnTo>
                    <a:pt x="5214" y="2743"/>
                  </a:lnTo>
                  <a:lnTo>
                    <a:pt x="5600" y="1932"/>
                  </a:lnTo>
                  <a:lnTo>
                    <a:pt x="6024" y="1159"/>
                  </a:lnTo>
                  <a:lnTo>
                    <a:pt x="6488" y="387"/>
                  </a:lnTo>
                  <a:close/>
                  <a:moveTo>
                    <a:pt x="8805" y="7029"/>
                  </a:moveTo>
                  <a:lnTo>
                    <a:pt x="9230" y="8419"/>
                  </a:lnTo>
                  <a:lnTo>
                    <a:pt x="9577" y="9848"/>
                  </a:lnTo>
                  <a:lnTo>
                    <a:pt x="9847" y="11083"/>
                  </a:lnTo>
                  <a:lnTo>
                    <a:pt x="10079" y="12358"/>
                  </a:lnTo>
                  <a:lnTo>
                    <a:pt x="10234" y="13632"/>
                  </a:lnTo>
                  <a:lnTo>
                    <a:pt x="10388" y="14906"/>
                  </a:lnTo>
                  <a:lnTo>
                    <a:pt x="10465" y="16181"/>
                  </a:lnTo>
                  <a:lnTo>
                    <a:pt x="10504" y="16837"/>
                  </a:lnTo>
                  <a:lnTo>
                    <a:pt x="10504" y="17493"/>
                  </a:lnTo>
                  <a:lnTo>
                    <a:pt x="10504" y="18189"/>
                  </a:lnTo>
                  <a:lnTo>
                    <a:pt x="10427" y="18845"/>
                  </a:lnTo>
                  <a:lnTo>
                    <a:pt x="10311" y="19463"/>
                  </a:lnTo>
                  <a:lnTo>
                    <a:pt x="10118" y="20081"/>
                  </a:lnTo>
                  <a:lnTo>
                    <a:pt x="9886" y="20660"/>
                  </a:lnTo>
                  <a:lnTo>
                    <a:pt x="9538" y="21162"/>
                  </a:lnTo>
                  <a:lnTo>
                    <a:pt x="9384" y="21394"/>
                  </a:lnTo>
                  <a:lnTo>
                    <a:pt x="9152" y="21587"/>
                  </a:lnTo>
                  <a:lnTo>
                    <a:pt x="8959" y="21780"/>
                  </a:lnTo>
                  <a:lnTo>
                    <a:pt x="8728" y="21973"/>
                  </a:lnTo>
                  <a:lnTo>
                    <a:pt x="8496" y="22127"/>
                  </a:lnTo>
                  <a:lnTo>
                    <a:pt x="8226" y="22243"/>
                  </a:lnTo>
                  <a:lnTo>
                    <a:pt x="7955" y="22359"/>
                  </a:lnTo>
                  <a:lnTo>
                    <a:pt x="7685" y="22436"/>
                  </a:lnTo>
                  <a:lnTo>
                    <a:pt x="7415" y="22475"/>
                  </a:lnTo>
                  <a:lnTo>
                    <a:pt x="6797" y="22475"/>
                  </a:lnTo>
                  <a:lnTo>
                    <a:pt x="6488" y="22436"/>
                  </a:lnTo>
                  <a:lnTo>
                    <a:pt x="5909" y="22282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5"/>
                  </a:lnTo>
                  <a:lnTo>
                    <a:pt x="4094" y="20930"/>
                  </a:lnTo>
                  <a:lnTo>
                    <a:pt x="3785" y="20467"/>
                  </a:lnTo>
                  <a:lnTo>
                    <a:pt x="3476" y="19965"/>
                  </a:lnTo>
                  <a:lnTo>
                    <a:pt x="3244" y="19424"/>
                  </a:lnTo>
                  <a:lnTo>
                    <a:pt x="3051" y="18884"/>
                  </a:lnTo>
                  <a:lnTo>
                    <a:pt x="2897" y="18343"/>
                  </a:lnTo>
                  <a:lnTo>
                    <a:pt x="2781" y="17802"/>
                  </a:lnTo>
                  <a:lnTo>
                    <a:pt x="2704" y="17223"/>
                  </a:lnTo>
                  <a:lnTo>
                    <a:pt x="2588" y="16103"/>
                  </a:lnTo>
                  <a:lnTo>
                    <a:pt x="2511" y="14945"/>
                  </a:lnTo>
                  <a:lnTo>
                    <a:pt x="2511" y="13748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3"/>
                  </a:lnTo>
                  <a:lnTo>
                    <a:pt x="3128" y="8689"/>
                  </a:lnTo>
                  <a:lnTo>
                    <a:pt x="3283" y="7917"/>
                  </a:lnTo>
                  <a:lnTo>
                    <a:pt x="3515" y="7183"/>
                  </a:lnTo>
                  <a:lnTo>
                    <a:pt x="4132" y="7454"/>
                  </a:lnTo>
                  <a:lnTo>
                    <a:pt x="4827" y="7685"/>
                  </a:lnTo>
                  <a:lnTo>
                    <a:pt x="5522" y="7840"/>
                  </a:lnTo>
                  <a:lnTo>
                    <a:pt x="5909" y="7917"/>
                  </a:lnTo>
                  <a:lnTo>
                    <a:pt x="6256" y="7917"/>
                  </a:lnTo>
                  <a:lnTo>
                    <a:pt x="6604" y="7956"/>
                  </a:lnTo>
                  <a:lnTo>
                    <a:pt x="6990" y="7917"/>
                  </a:lnTo>
                  <a:lnTo>
                    <a:pt x="7299" y="7878"/>
                  </a:lnTo>
                  <a:lnTo>
                    <a:pt x="7646" y="7763"/>
                  </a:lnTo>
                  <a:lnTo>
                    <a:pt x="7955" y="7647"/>
                  </a:lnTo>
                  <a:lnTo>
                    <a:pt x="8264" y="7492"/>
                  </a:lnTo>
                  <a:lnTo>
                    <a:pt x="8573" y="7261"/>
                  </a:lnTo>
                  <a:lnTo>
                    <a:pt x="8805" y="7029"/>
                  </a:lnTo>
                  <a:close/>
                  <a:moveTo>
                    <a:pt x="8650" y="22475"/>
                  </a:moveTo>
                  <a:lnTo>
                    <a:pt x="8766" y="22822"/>
                  </a:lnTo>
                  <a:lnTo>
                    <a:pt x="8921" y="23170"/>
                  </a:lnTo>
                  <a:lnTo>
                    <a:pt x="8496" y="23402"/>
                  </a:lnTo>
                  <a:lnTo>
                    <a:pt x="8071" y="23556"/>
                  </a:lnTo>
                  <a:lnTo>
                    <a:pt x="7608" y="23633"/>
                  </a:lnTo>
                  <a:lnTo>
                    <a:pt x="7144" y="23672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3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5"/>
                  </a:lnTo>
                  <a:lnTo>
                    <a:pt x="5870" y="22629"/>
                  </a:lnTo>
                  <a:lnTo>
                    <a:pt x="6256" y="22784"/>
                  </a:lnTo>
                  <a:lnTo>
                    <a:pt x="6681" y="22861"/>
                  </a:lnTo>
                  <a:lnTo>
                    <a:pt x="7067" y="22900"/>
                  </a:lnTo>
                  <a:lnTo>
                    <a:pt x="7453" y="22861"/>
                  </a:lnTo>
                  <a:lnTo>
                    <a:pt x="7878" y="22822"/>
                  </a:lnTo>
                  <a:lnTo>
                    <a:pt x="8264" y="22668"/>
                  </a:lnTo>
                  <a:lnTo>
                    <a:pt x="8650" y="22475"/>
                  </a:lnTo>
                  <a:close/>
                  <a:moveTo>
                    <a:pt x="10890" y="16798"/>
                  </a:moveTo>
                  <a:lnTo>
                    <a:pt x="11392" y="17262"/>
                  </a:lnTo>
                  <a:lnTo>
                    <a:pt x="11933" y="17648"/>
                  </a:lnTo>
                  <a:lnTo>
                    <a:pt x="12512" y="18034"/>
                  </a:lnTo>
                  <a:lnTo>
                    <a:pt x="13091" y="18343"/>
                  </a:lnTo>
                  <a:lnTo>
                    <a:pt x="12937" y="19772"/>
                  </a:lnTo>
                  <a:lnTo>
                    <a:pt x="12821" y="21239"/>
                  </a:lnTo>
                  <a:lnTo>
                    <a:pt x="12705" y="24212"/>
                  </a:lnTo>
                  <a:lnTo>
                    <a:pt x="11894" y="23595"/>
                  </a:lnTo>
                  <a:lnTo>
                    <a:pt x="11044" y="23015"/>
                  </a:lnTo>
                  <a:lnTo>
                    <a:pt x="10813" y="22861"/>
                  </a:lnTo>
                  <a:lnTo>
                    <a:pt x="10620" y="22668"/>
                  </a:lnTo>
                  <a:lnTo>
                    <a:pt x="10581" y="22591"/>
                  </a:lnTo>
                  <a:lnTo>
                    <a:pt x="10542" y="22436"/>
                  </a:lnTo>
                  <a:lnTo>
                    <a:pt x="10542" y="22127"/>
                  </a:lnTo>
                  <a:lnTo>
                    <a:pt x="10542" y="21394"/>
                  </a:lnTo>
                  <a:lnTo>
                    <a:pt x="10504" y="20660"/>
                  </a:lnTo>
                  <a:lnTo>
                    <a:pt x="10504" y="20583"/>
                  </a:lnTo>
                  <a:lnTo>
                    <a:pt x="10465" y="20544"/>
                  </a:lnTo>
                  <a:lnTo>
                    <a:pt x="10388" y="20467"/>
                  </a:lnTo>
                  <a:lnTo>
                    <a:pt x="10542" y="19965"/>
                  </a:lnTo>
                  <a:lnTo>
                    <a:pt x="10697" y="19424"/>
                  </a:lnTo>
                  <a:lnTo>
                    <a:pt x="10774" y="18884"/>
                  </a:lnTo>
                  <a:lnTo>
                    <a:pt x="10851" y="18304"/>
                  </a:lnTo>
                  <a:lnTo>
                    <a:pt x="10890" y="17571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5"/>
                  </a:lnTo>
                  <a:lnTo>
                    <a:pt x="6140" y="23826"/>
                  </a:lnTo>
                  <a:lnTo>
                    <a:pt x="6642" y="23942"/>
                  </a:lnTo>
                  <a:lnTo>
                    <a:pt x="7144" y="23981"/>
                  </a:lnTo>
                  <a:lnTo>
                    <a:pt x="7646" y="23981"/>
                  </a:lnTo>
                  <a:lnTo>
                    <a:pt x="8148" y="23865"/>
                  </a:lnTo>
                  <a:lnTo>
                    <a:pt x="8612" y="23710"/>
                  </a:lnTo>
                  <a:lnTo>
                    <a:pt x="9075" y="23440"/>
                  </a:lnTo>
                  <a:lnTo>
                    <a:pt x="9384" y="23904"/>
                  </a:lnTo>
                  <a:lnTo>
                    <a:pt x="8843" y="24174"/>
                  </a:lnTo>
                  <a:lnTo>
                    <a:pt x="8303" y="24367"/>
                  </a:lnTo>
                  <a:lnTo>
                    <a:pt x="7762" y="24483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4"/>
                  </a:lnTo>
                  <a:lnTo>
                    <a:pt x="5561" y="24290"/>
                  </a:lnTo>
                  <a:lnTo>
                    <a:pt x="4982" y="24097"/>
                  </a:lnTo>
                  <a:lnTo>
                    <a:pt x="5059" y="23904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8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3"/>
                  </a:lnTo>
                  <a:lnTo>
                    <a:pt x="2974" y="19772"/>
                  </a:lnTo>
                  <a:lnTo>
                    <a:pt x="3244" y="20312"/>
                  </a:lnTo>
                  <a:lnTo>
                    <a:pt x="3244" y="20351"/>
                  </a:lnTo>
                  <a:lnTo>
                    <a:pt x="3206" y="21200"/>
                  </a:lnTo>
                  <a:lnTo>
                    <a:pt x="3244" y="22050"/>
                  </a:lnTo>
                  <a:lnTo>
                    <a:pt x="3283" y="22359"/>
                  </a:lnTo>
                  <a:lnTo>
                    <a:pt x="3321" y="22706"/>
                  </a:lnTo>
                  <a:lnTo>
                    <a:pt x="3321" y="23054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9"/>
                  </a:lnTo>
                  <a:lnTo>
                    <a:pt x="3051" y="23633"/>
                  </a:lnTo>
                  <a:lnTo>
                    <a:pt x="2704" y="23904"/>
                  </a:lnTo>
                  <a:lnTo>
                    <a:pt x="2009" y="24405"/>
                  </a:lnTo>
                  <a:lnTo>
                    <a:pt x="773" y="25409"/>
                  </a:lnTo>
                  <a:lnTo>
                    <a:pt x="811" y="24676"/>
                  </a:lnTo>
                  <a:lnTo>
                    <a:pt x="850" y="23942"/>
                  </a:lnTo>
                  <a:lnTo>
                    <a:pt x="811" y="23170"/>
                  </a:lnTo>
                  <a:lnTo>
                    <a:pt x="773" y="22436"/>
                  </a:lnTo>
                  <a:lnTo>
                    <a:pt x="657" y="21239"/>
                  </a:lnTo>
                  <a:lnTo>
                    <a:pt x="503" y="20467"/>
                  </a:lnTo>
                  <a:lnTo>
                    <a:pt x="425" y="20081"/>
                  </a:lnTo>
                  <a:lnTo>
                    <a:pt x="464" y="19694"/>
                  </a:lnTo>
                  <a:lnTo>
                    <a:pt x="503" y="19656"/>
                  </a:lnTo>
                  <a:lnTo>
                    <a:pt x="541" y="19579"/>
                  </a:lnTo>
                  <a:lnTo>
                    <a:pt x="541" y="19540"/>
                  </a:lnTo>
                  <a:lnTo>
                    <a:pt x="541" y="19463"/>
                  </a:lnTo>
                  <a:lnTo>
                    <a:pt x="1429" y="18420"/>
                  </a:lnTo>
                  <a:lnTo>
                    <a:pt x="2356" y="17378"/>
                  </a:lnTo>
                  <a:close/>
                  <a:moveTo>
                    <a:pt x="8148" y="24830"/>
                  </a:moveTo>
                  <a:lnTo>
                    <a:pt x="8148" y="25062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8"/>
                  </a:lnTo>
                  <a:lnTo>
                    <a:pt x="7878" y="25216"/>
                  </a:lnTo>
                  <a:lnTo>
                    <a:pt x="7839" y="25294"/>
                  </a:lnTo>
                  <a:lnTo>
                    <a:pt x="7839" y="25371"/>
                  </a:lnTo>
                  <a:lnTo>
                    <a:pt x="7994" y="25873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60"/>
                  </a:lnTo>
                  <a:lnTo>
                    <a:pt x="8148" y="28962"/>
                  </a:lnTo>
                  <a:lnTo>
                    <a:pt x="8071" y="29503"/>
                  </a:lnTo>
                  <a:lnTo>
                    <a:pt x="7762" y="29194"/>
                  </a:lnTo>
                  <a:lnTo>
                    <a:pt x="7453" y="28885"/>
                  </a:lnTo>
                  <a:lnTo>
                    <a:pt x="7260" y="28537"/>
                  </a:lnTo>
                  <a:lnTo>
                    <a:pt x="7067" y="28190"/>
                  </a:lnTo>
                  <a:lnTo>
                    <a:pt x="6951" y="27804"/>
                  </a:lnTo>
                  <a:lnTo>
                    <a:pt x="6874" y="27417"/>
                  </a:lnTo>
                  <a:lnTo>
                    <a:pt x="6835" y="26954"/>
                  </a:lnTo>
                  <a:lnTo>
                    <a:pt x="6835" y="26491"/>
                  </a:lnTo>
                  <a:lnTo>
                    <a:pt x="6874" y="26105"/>
                  </a:lnTo>
                  <a:lnTo>
                    <a:pt x="6874" y="25757"/>
                  </a:lnTo>
                  <a:lnTo>
                    <a:pt x="6835" y="25603"/>
                  </a:lnTo>
                  <a:lnTo>
                    <a:pt x="6758" y="25487"/>
                  </a:lnTo>
                  <a:lnTo>
                    <a:pt x="6642" y="25371"/>
                  </a:lnTo>
                  <a:lnTo>
                    <a:pt x="6488" y="25294"/>
                  </a:lnTo>
                  <a:lnTo>
                    <a:pt x="6604" y="25101"/>
                  </a:lnTo>
                  <a:lnTo>
                    <a:pt x="6720" y="24985"/>
                  </a:lnTo>
                  <a:lnTo>
                    <a:pt x="7106" y="24985"/>
                  </a:lnTo>
                  <a:lnTo>
                    <a:pt x="7453" y="24946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5"/>
                  </a:lnTo>
                  <a:lnTo>
                    <a:pt x="9500" y="25409"/>
                  </a:lnTo>
                  <a:lnTo>
                    <a:pt x="9809" y="25796"/>
                  </a:lnTo>
                  <a:lnTo>
                    <a:pt x="10118" y="26259"/>
                  </a:lnTo>
                  <a:lnTo>
                    <a:pt x="9847" y="26220"/>
                  </a:lnTo>
                  <a:lnTo>
                    <a:pt x="9616" y="26105"/>
                  </a:lnTo>
                  <a:lnTo>
                    <a:pt x="9423" y="25950"/>
                  </a:lnTo>
                  <a:lnTo>
                    <a:pt x="9230" y="25757"/>
                  </a:lnTo>
                  <a:lnTo>
                    <a:pt x="9191" y="25680"/>
                  </a:lnTo>
                  <a:lnTo>
                    <a:pt x="8998" y="25680"/>
                  </a:lnTo>
                  <a:lnTo>
                    <a:pt x="8959" y="25718"/>
                  </a:lnTo>
                  <a:lnTo>
                    <a:pt x="8921" y="25796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1"/>
                  </a:lnTo>
                  <a:lnTo>
                    <a:pt x="9423" y="27070"/>
                  </a:lnTo>
                  <a:lnTo>
                    <a:pt x="9500" y="27379"/>
                  </a:lnTo>
                  <a:lnTo>
                    <a:pt x="9538" y="27688"/>
                  </a:lnTo>
                  <a:lnTo>
                    <a:pt x="9538" y="27997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80"/>
                  </a:lnTo>
                  <a:lnTo>
                    <a:pt x="9230" y="29889"/>
                  </a:lnTo>
                  <a:lnTo>
                    <a:pt x="9075" y="30159"/>
                  </a:lnTo>
                  <a:lnTo>
                    <a:pt x="8921" y="30429"/>
                  </a:lnTo>
                  <a:lnTo>
                    <a:pt x="8728" y="30661"/>
                  </a:lnTo>
                  <a:lnTo>
                    <a:pt x="8534" y="30777"/>
                  </a:lnTo>
                  <a:lnTo>
                    <a:pt x="8341" y="30854"/>
                  </a:lnTo>
                  <a:lnTo>
                    <a:pt x="8187" y="30854"/>
                  </a:lnTo>
                  <a:lnTo>
                    <a:pt x="7994" y="30777"/>
                  </a:lnTo>
                  <a:lnTo>
                    <a:pt x="7839" y="30700"/>
                  </a:lnTo>
                  <a:lnTo>
                    <a:pt x="7685" y="30584"/>
                  </a:lnTo>
                  <a:lnTo>
                    <a:pt x="7376" y="30275"/>
                  </a:lnTo>
                  <a:lnTo>
                    <a:pt x="6874" y="29773"/>
                  </a:lnTo>
                  <a:lnTo>
                    <a:pt x="6681" y="29503"/>
                  </a:lnTo>
                  <a:lnTo>
                    <a:pt x="6488" y="29194"/>
                  </a:lnTo>
                  <a:lnTo>
                    <a:pt x="6295" y="28846"/>
                  </a:lnTo>
                  <a:lnTo>
                    <a:pt x="6102" y="28460"/>
                  </a:lnTo>
                  <a:lnTo>
                    <a:pt x="5986" y="28074"/>
                  </a:lnTo>
                  <a:lnTo>
                    <a:pt x="5909" y="27688"/>
                  </a:lnTo>
                  <a:lnTo>
                    <a:pt x="5870" y="27263"/>
                  </a:lnTo>
                  <a:lnTo>
                    <a:pt x="5870" y="26877"/>
                  </a:lnTo>
                  <a:lnTo>
                    <a:pt x="5909" y="26491"/>
                  </a:lnTo>
                  <a:lnTo>
                    <a:pt x="6024" y="26066"/>
                  </a:lnTo>
                  <a:lnTo>
                    <a:pt x="6024" y="25950"/>
                  </a:lnTo>
                  <a:lnTo>
                    <a:pt x="5947" y="25911"/>
                  </a:lnTo>
                  <a:lnTo>
                    <a:pt x="5870" y="25873"/>
                  </a:lnTo>
                  <a:lnTo>
                    <a:pt x="5793" y="25873"/>
                  </a:lnTo>
                  <a:lnTo>
                    <a:pt x="5059" y="26220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8"/>
                  </a:lnTo>
                  <a:lnTo>
                    <a:pt x="5445" y="25101"/>
                  </a:lnTo>
                  <a:lnTo>
                    <a:pt x="5716" y="24753"/>
                  </a:lnTo>
                  <a:lnTo>
                    <a:pt x="6102" y="24869"/>
                  </a:lnTo>
                  <a:lnTo>
                    <a:pt x="6488" y="24946"/>
                  </a:lnTo>
                  <a:lnTo>
                    <a:pt x="6333" y="25101"/>
                  </a:lnTo>
                  <a:lnTo>
                    <a:pt x="6179" y="25294"/>
                  </a:lnTo>
                  <a:lnTo>
                    <a:pt x="6179" y="25371"/>
                  </a:lnTo>
                  <a:lnTo>
                    <a:pt x="6179" y="25448"/>
                  </a:lnTo>
                  <a:lnTo>
                    <a:pt x="6256" y="25487"/>
                  </a:lnTo>
                  <a:lnTo>
                    <a:pt x="6295" y="25487"/>
                  </a:lnTo>
                  <a:lnTo>
                    <a:pt x="6372" y="25525"/>
                  </a:lnTo>
                  <a:lnTo>
                    <a:pt x="6449" y="25603"/>
                  </a:lnTo>
                  <a:lnTo>
                    <a:pt x="6526" y="25796"/>
                  </a:lnTo>
                  <a:lnTo>
                    <a:pt x="6565" y="26105"/>
                  </a:lnTo>
                  <a:lnTo>
                    <a:pt x="6604" y="26452"/>
                  </a:lnTo>
                  <a:lnTo>
                    <a:pt x="6604" y="27147"/>
                  </a:lnTo>
                  <a:lnTo>
                    <a:pt x="6604" y="27611"/>
                  </a:lnTo>
                  <a:lnTo>
                    <a:pt x="6681" y="28074"/>
                  </a:lnTo>
                  <a:lnTo>
                    <a:pt x="6835" y="28499"/>
                  </a:lnTo>
                  <a:lnTo>
                    <a:pt x="7067" y="28923"/>
                  </a:lnTo>
                  <a:lnTo>
                    <a:pt x="7376" y="29310"/>
                  </a:lnTo>
                  <a:lnTo>
                    <a:pt x="7569" y="29464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50"/>
                  </a:lnTo>
                  <a:lnTo>
                    <a:pt x="8264" y="29850"/>
                  </a:lnTo>
                  <a:lnTo>
                    <a:pt x="8303" y="29812"/>
                  </a:lnTo>
                  <a:lnTo>
                    <a:pt x="8303" y="29734"/>
                  </a:lnTo>
                  <a:lnTo>
                    <a:pt x="8303" y="29696"/>
                  </a:lnTo>
                  <a:lnTo>
                    <a:pt x="8303" y="29657"/>
                  </a:lnTo>
                  <a:lnTo>
                    <a:pt x="8419" y="29155"/>
                  </a:lnTo>
                  <a:lnTo>
                    <a:pt x="8496" y="28615"/>
                  </a:lnTo>
                  <a:lnTo>
                    <a:pt x="8534" y="28113"/>
                  </a:lnTo>
                  <a:lnTo>
                    <a:pt x="8534" y="27572"/>
                  </a:lnTo>
                  <a:lnTo>
                    <a:pt x="8534" y="27070"/>
                  </a:lnTo>
                  <a:lnTo>
                    <a:pt x="8457" y="26568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7"/>
                  </a:lnTo>
                  <a:lnTo>
                    <a:pt x="8650" y="25409"/>
                  </a:lnTo>
                  <a:lnTo>
                    <a:pt x="8650" y="25371"/>
                  </a:lnTo>
                  <a:lnTo>
                    <a:pt x="8612" y="25294"/>
                  </a:lnTo>
                  <a:lnTo>
                    <a:pt x="8380" y="24792"/>
                  </a:lnTo>
                  <a:lnTo>
                    <a:pt x="8805" y="24637"/>
                  </a:lnTo>
                  <a:close/>
                  <a:moveTo>
                    <a:pt x="6449" y="1"/>
                  </a:moveTo>
                  <a:lnTo>
                    <a:pt x="6411" y="40"/>
                  </a:lnTo>
                  <a:lnTo>
                    <a:pt x="6411" y="117"/>
                  </a:lnTo>
                  <a:lnTo>
                    <a:pt x="6333" y="117"/>
                  </a:lnTo>
                  <a:lnTo>
                    <a:pt x="6295" y="194"/>
                  </a:lnTo>
                  <a:lnTo>
                    <a:pt x="5600" y="1275"/>
                  </a:lnTo>
                  <a:lnTo>
                    <a:pt x="4943" y="2434"/>
                  </a:lnTo>
                  <a:lnTo>
                    <a:pt x="4403" y="3592"/>
                  </a:lnTo>
                  <a:lnTo>
                    <a:pt x="3901" y="4828"/>
                  </a:lnTo>
                  <a:lnTo>
                    <a:pt x="3437" y="6063"/>
                  </a:lnTo>
                  <a:lnTo>
                    <a:pt x="3090" y="7299"/>
                  </a:lnTo>
                  <a:lnTo>
                    <a:pt x="2742" y="8573"/>
                  </a:lnTo>
                  <a:lnTo>
                    <a:pt x="2511" y="9848"/>
                  </a:lnTo>
                  <a:lnTo>
                    <a:pt x="2317" y="11161"/>
                  </a:lnTo>
                  <a:lnTo>
                    <a:pt x="2202" y="12474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9"/>
                  </a:lnTo>
                  <a:lnTo>
                    <a:pt x="541" y="18806"/>
                  </a:lnTo>
                  <a:lnTo>
                    <a:pt x="39" y="19463"/>
                  </a:lnTo>
                  <a:lnTo>
                    <a:pt x="1" y="19501"/>
                  </a:lnTo>
                  <a:lnTo>
                    <a:pt x="1" y="19579"/>
                  </a:lnTo>
                  <a:lnTo>
                    <a:pt x="78" y="19694"/>
                  </a:lnTo>
                  <a:lnTo>
                    <a:pt x="39" y="19965"/>
                  </a:lnTo>
                  <a:lnTo>
                    <a:pt x="39" y="20274"/>
                  </a:lnTo>
                  <a:lnTo>
                    <a:pt x="39" y="20544"/>
                  </a:lnTo>
                  <a:lnTo>
                    <a:pt x="78" y="20853"/>
                  </a:lnTo>
                  <a:lnTo>
                    <a:pt x="194" y="21432"/>
                  </a:lnTo>
                  <a:lnTo>
                    <a:pt x="309" y="22011"/>
                  </a:lnTo>
                  <a:lnTo>
                    <a:pt x="387" y="22900"/>
                  </a:lnTo>
                  <a:lnTo>
                    <a:pt x="425" y="23749"/>
                  </a:lnTo>
                  <a:lnTo>
                    <a:pt x="425" y="24637"/>
                  </a:lnTo>
                  <a:lnTo>
                    <a:pt x="387" y="25487"/>
                  </a:lnTo>
                  <a:lnTo>
                    <a:pt x="387" y="25603"/>
                  </a:lnTo>
                  <a:lnTo>
                    <a:pt x="464" y="25641"/>
                  </a:lnTo>
                  <a:lnTo>
                    <a:pt x="503" y="25680"/>
                  </a:lnTo>
                  <a:lnTo>
                    <a:pt x="580" y="25680"/>
                  </a:lnTo>
                  <a:lnTo>
                    <a:pt x="618" y="25757"/>
                  </a:lnTo>
                  <a:lnTo>
                    <a:pt x="696" y="25796"/>
                  </a:lnTo>
                  <a:lnTo>
                    <a:pt x="811" y="25796"/>
                  </a:lnTo>
                  <a:lnTo>
                    <a:pt x="1584" y="25255"/>
                  </a:lnTo>
                  <a:lnTo>
                    <a:pt x="2279" y="24714"/>
                  </a:lnTo>
                  <a:lnTo>
                    <a:pt x="3746" y="23595"/>
                  </a:lnTo>
                  <a:lnTo>
                    <a:pt x="3785" y="23479"/>
                  </a:lnTo>
                  <a:lnTo>
                    <a:pt x="3785" y="23363"/>
                  </a:lnTo>
                  <a:lnTo>
                    <a:pt x="3630" y="22089"/>
                  </a:lnTo>
                  <a:lnTo>
                    <a:pt x="3592" y="20814"/>
                  </a:lnTo>
                  <a:lnTo>
                    <a:pt x="3939" y="21278"/>
                  </a:lnTo>
                  <a:lnTo>
                    <a:pt x="4364" y="21664"/>
                  </a:lnTo>
                  <a:lnTo>
                    <a:pt x="4789" y="22050"/>
                  </a:lnTo>
                  <a:lnTo>
                    <a:pt x="5252" y="22359"/>
                  </a:lnTo>
                  <a:lnTo>
                    <a:pt x="5059" y="22745"/>
                  </a:lnTo>
                  <a:lnTo>
                    <a:pt x="4866" y="23170"/>
                  </a:lnTo>
                  <a:lnTo>
                    <a:pt x="4712" y="23633"/>
                  </a:lnTo>
                  <a:lnTo>
                    <a:pt x="4673" y="23865"/>
                  </a:lnTo>
                  <a:lnTo>
                    <a:pt x="4712" y="24097"/>
                  </a:lnTo>
                  <a:lnTo>
                    <a:pt x="4750" y="24174"/>
                  </a:lnTo>
                  <a:lnTo>
                    <a:pt x="4789" y="24212"/>
                  </a:lnTo>
                  <a:lnTo>
                    <a:pt x="4827" y="24251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6"/>
                  </a:lnTo>
                  <a:lnTo>
                    <a:pt x="5329" y="24869"/>
                  </a:lnTo>
                  <a:lnTo>
                    <a:pt x="5175" y="25062"/>
                  </a:lnTo>
                  <a:lnTo>
                    <a:pt x="5021" y="25255"/>
                  </a:lnTo>
                  <a:lnTo>
                    <a:pt x="4905" y="25487"/>
                  </a:lnTo>
                  <a:lnTo>
                    <a:pt x="4827" y="25718"/>
                  </a:lnTo>
                  <a:lnTo>
                    <a:pt x="4750" y="25950"/>
                  </a:lnTo>
                  <a:lnTo>
                    <a:pt x="4712" y="26220"/>
                  </a:lnTo>
                  <a:lnTo>
                    <a:pt x="4712" y="26491"/>
                  </a:lnTo>
                  <a:lnTo>
                    <a:pt x="4712" y="26568"/>
                  </a:lnTo>
                  <a:lnTo>
                    <a:pt x="4789" y="26645"/>
                  </a:lnTo>
                  <a:lnTo>
                    <a:pt x="4943" y="26645"/>
                  </a:lnTo>
                  <a:lnTo>
                    <a:pt x="5638" y="26298"/>
                  </a:lnTo>
                  <a:lnTo>
                    <a:pt x="5561" y="26722"/>
                  </a:lnTo>
                  <a:lnTo>
                    <a:pt x="5561" y="27147"/>
                  </a:lnTo>
                  <a:lnTo>
                    <a:pt x="5561" y="27533"/>
                  </a:lnTo>
                  <a:lnTo>
                    <a:pt x="5638" y="27958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6"/>
                  </a:lnTo>
                  <a:lnTo>
                    <a:pt x="6256" y="29464"/>
                  </a:lnTo>
                  <a:lnTo>
                    <a:pt x="6642" y="30005"/>
                  </a:lnTo>
                  <a:lnTo>
                    <a:pt x="6913" y="30352"/>
                  </a:lnTo>
                  <a:lnTo>
                    <a:pt x="7183" y="30661"/>
                  </a:lnTo>
                  <a:lnTo>
                    <a:pt x="7530" y="30970"/>
                  </a:lnTo>
                  <a:lnTo>
                    <a:pt x="7839" y="31163"/>
                  </a:lnTo>
                  <a:lnTo>
                    <a:pt x="7994" y="31240"/>
                  </a:lnTo>
                  <a:lnTo>
                    <a:pt x="8148" y="31318"/>
                  </a:lnTo>
                  <a:lnTo>
                    <a:pt x="8303" y="31318"/>
                  </a:lnTo>
                  <a:lnTo>
                    <a:pt x="8457" y="31279"/>
                  </a:lnTo>
                  <a:lnTo>
                    <a:pt x="8612" y="31240"/>
                  </a:lnTo>
                  <a:lnTo>
                    <a:pt x="8766" y="31163"/>
                  </a:lnTo>
                  <a:lnTo>
                    <a:pt x="8998" y="30893"/>
                  </a:lnTo>
                  <a:lnTo>
                    <a:pt x="9230" y="30584"/>
                  </a:lnTo>
                  <a:lnTo>
                    <a:pt x="9423" y="30236"/>
                  </a:lnTo>
                  <a:lnTo>
                    <a:pt x="9577" y="29850"/>
                  </a:lnTo>
                  <a:lnTo>
                    <a:pt x="9693" y="29464"/>
                  </a:lnTo>
                  <a:lnTo>
                    <a:pt x="9847" y="28808"/>
                  </a:lnTo>
                  <a:lnTo>
                    <a:pt x="9886" y="28228"/>
                  </a:lnTo>
                  <a:lnTo>
                    <a:pt x="9847" y="27611"/>
                  </a:lnTo>
                  <a:lnTo>
                    <a:pt x="9770" y="27031"/>
                  </a:lnTo>
                  <a:lnTo>
                    <a:pt x="9577" y="26491"/>
                  </a:lnTo>
                  <a:lnTo>
                    <a:pt x="9770" y="26529"/>
                  </a:lnTo>
                  <a:lnTo>
                    <a:pt x="9963" y="26568"/>
                  </a:lnTo>
                  <a:lnTo>
                    <a:pt x="10156" y="26607"/>
                  </a:lnTo>
                  <a:lnTo>
                    <a:pt x="10388" y="26607"/>
                  </a:lnTo>
                  <a:lnTo>
                    <a:pt x="10465" y="26568"/>
                  </a:lnTo>
                  <a:lnTo>
                    <a:pt x="10542" y="26529"/>
                  </a:lnTo>
                  <a:lnTo>
                    <a:pt x="10542" y="26452"/>
                  </a:lnTo>
                  <a:lnTo>
                    <a:pt x="10542" y="26336"/>
                  </a:lnTo>
                  <a:lnTo>
                    <a:pt x="10234" y="25834"/>
                  </a:lnTo>
                  <a:lnTo>
                    <a:pt x="9925" y="25332"/>
                  </a:lnTo>
                  <a:lnTo>
                    <a:pt x="9538" y="24869"/>
                  </a:lnTo>
                  <a:lnTo>
                    <a:pt x="9114" y="24483"/>
                  </a:lnTo>
                  <a:lnTo>
                    <a:pt x="9616" y="24135"/>
                  </a:lnTo>
                  <a:lnTo>
                    <a:pt x="9693" y="24058"/>
                  </a:lnTo>
                  <a:lnTo>
                    <a:pt x="9732" y="23981"/>
                  </a:lnTo>
                  <a:lnTo>
                    <a:pt x="9770" y="23942"/>
                  </a:lnTo>
                  <a:lnTo>
                    <a:pt x="9732" y="23865"/>
                  </a:lnTo>
                  <a:lnTo>
                    <a:pt x="9307" y="23093"/>
                  </a:lnTo>
                  <a:lnTo>
                    <a:pt x="9114" y="22706"/>
                  </a:lnTo>
                  <a:lnTo>
                    <a:pt x="8959" y="22282"/>
                  </a:lnTo>
                  <a:lnTo>
                    <a:pt x="9114" y="22204"/>
                  </a:lnTo>
                  <a:lnTo>
                    <a:pt x="9423" y="21934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9"/>
                  </a:lnTo>
                  <a:lnTo>
                    <a:pt x="10118" y="21896"/>
                  </a:lnTo>
                  <a:lnTo>
                    <a:pt x="10040" y="22822"/>
                  </a:lnTo>
                  <a:lnTo>
                    <a:pt x="10079" y="22900"/>
                  </a:lnTo>
                  <a:lnTo>
                    <a:pt x="10156" y="22977"/>
                  </a:lnTo>
                  <a:lnTo>
                    <a:pt x="10813" y="23402"/>
                  </a:lnTo>
                  <a:lnTo>
                    <a:pt x="11469" y="23826"/>
                  </a:lnTo>
                  <a:lnTo>
                    <a:pt x="12126" y="24290"/>
                  </a:lnTo>
                  <a:lnTo>
                    <a:pt x="12743" y="24753"/>
                  </a:lnTo>
                  <a:lnTo>
                    <a:pt x="12859" y="24830"/>
                  </a:lnTo>
                  <a:lnTo>
                    <a:pt x="12975" y="24792"/>
                  </a:lnTo>
                  <a:lnTo>
                    <a:pt x="13052" y="24753"/>
                  </a:lnTo>
                  <a:lnTo>
                    <a:pt x="13091" y="24637"/>
                  </a:lnTo>
                  <a:lnTo>
                    <a:pt x="13323" y="21394"/>
                  </a:lnTo>
                  <a:lnTo>
                    <a:pt x="13400" y="19772"/>
                  </a:lnTo>
                  <a:lnTo>
                    <a:pt x="13439" y="18961"/>
                  </a:lnTo>
                  <a:lnTo>
                    <a:pt x="13400" y="18189"/>
                  </a:lnTo>
                  <a:lnTo>
                    <a:pt x="13361" y="18073"/>
                  </a:lnTo>
                  <a:lnTo>
                    <a:pt x="13323" y="18034"/>
                  </a:lnTo>
                  <a:lnTo>
                    <a:pt x="13284" y="18034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5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6" y="14559"/>
                  </a:lnTo>
                  <a:lnTo>
                    <a:pt x="10620" y="13632"/>
                  </a:lnTo>
                  <a:lnTo>
                    <a:pt x="10504" y="12705"/>
                  </a:lnTo>
                  <a:lnTo>
                    <a:pt x="10234" y="11122"/>
                  </a:lnTo>
                  <a:lnTo>
                    <a:pt x="9886" y="9539"/>
                  </a:lnTo>
                  <a:lnTo>
                    <a:pt x="9500" y="7956"/>
                  </a:lnTo>
                  <a:lnTo>
                    <a:pt x="9036" y="6411"/>
                  </a:lnTo>
                  <a:lnTo>
                    <a:pt x="8534" y="4866"/>
                  </a:lnTo>
                  <a:lnTo>
                    <a:pt x="7994" y="3322"/>
                  </a:lnTo>
                  <a:lnTo>
                    <a:pt x="7415" y="1816"/>
                  </a:lnTo>
                  <a:lnTo>
                    <a:pt x="6835" y="310"/>
                  </a:lnTo>
                  <a:lnTo>
                    <a:pt x="6797" y="233"/>
                  </a:lnTo>
                  <a:lnTo>
                    <a:pt x="6720" y="194"/>
                  </a:lnTo>
                  <a:lnTo>
                    <a:pt x="6642" y="155"/>
                  </a:lnTo>
                  <a:lnTo>
                    <a:pt x="6604" y="40"/>
                  </a:lnTo>
                  <a:lnTo>
                    <a:pt x="65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2" name="Google Shape;5152;p21"/>
            <p:cNvSpPr/>
            <p:nvPr/>
          </p:nvSpPr>
          <p:spPr>
            <a:xfrm>
              <a:off x="2208425" y="362157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4" y="386"/>
                  </a:moveTo>
                  <a:lnTo>
                    <a:pt x="1121" y="425"/>
                  </a:lnTo>
                  <a:lnTo>
                    <a:pt x="1198" y="463"/>
                  </a:lnTo>
                  <a:lnTo>
                    <a:pt x="1237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7" y="1120"/>
                  </a:lnTo>
                  <a:lnTo>
                    <a:pt x="1159" y="1159"/>
                  </a:lnTo>
                  <a:lnTo>
                    <a:pt x="1082" y="1236"/>
                  </a:lnTo>
                  <a:lnTo>
                    <a:pt x="889" y="1274"/>
                  </a:lnTo>
                  <a:lnTo>
                    <a:pt x="696" y="1236"/>
                  </a:lnTo>
                  <a:lnTo>
                    <a:pt x="542" y="1159"/>
                  </a:lnTo>
                  <a:lnTo>
                    <a:pt x="464" y="1081"/>
                  </a:lnTo>
                  <a:lnTo>
                    <a:pt x="426" y="965"/>
                  </a:lnTo>
                  <a:lnTo>
                    <a:pt x="387" y="888"/>
                  </a:lnTo>
                  <a:lnTo>
                    <a:pt x="387" y="772"/>
                  </a:lnTo>
                  <a:lnTo>
                    <a:pt x="426" y="579"/>
                  </a:lnTo>
                  <a:lnTo>
                    <a:pt x="542" y="579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850" y="0"/>
                  </a:moveTo>
                  <a:lnTo>
                    <a:pt x="735" y="39"/>
                  </a:lnTo>
                  <a:lnTo>
                    <a:pt x="619" y="77"/>
                  </a:lnTo>
                  <a:lnTo>
                    <a:pt x="503" y="116"/>
                  </a:lnTo>
                  <a:lnTo>
                    <a:pt x="348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79"/>
                  </a:lnTo>
                  <a:lnTo>
                    <a:pt x="40" y="734"/>
                  </a:lnTo>
                  <a:lnTo>
                    <a:pt x="1" y="888"/>
                  </a:lnTo>
                  <a:lnTo>
                    <a:pt x="40" y="1043"/>
                  </a:lnTo>
                  <a:lnTo>
                    <a:pt x="78" y="1197"/>
                  </a:lnTo>
                  <a:lnTo>
                    <a:pt x="194" y="1352"/>
                  </a:lnTo>
                  <a:lnTo>
                    <a:pt x="310" y="1467"/>
                  </a:lnTo>
                  <a:lnTo>
                    <a:pt x="464" y="1583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1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7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3" name="Google Shape;5153;p21"/>
            <p:cNvSpPr/>
            <p:nvPr/>
          </p:nvSpPr>
          <p:spPr>
            <a:xfrm>
              <a:off x="4431675" y="3622525"/>
              <a:ext cx="174775" cy="292525"/>
            </a:xfrm>
            <a:custGeom>
              <a:avLst/>
              <a:gdLst/>
              <a:ahLst/>
              <a:cxnLst/>
              <a:rect l="l" t="t" r="r" b="b"/>
              <a:pathLst>
                <a:path w="6991" h="11701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4" y="6256"/>
                  </a:lnTo>
                  <a:lnTo>
                    <a:pt x="4403" y="7801"/>
                  </a:lnTo>
                  <a:lnTo>
                    <a:pt x="5214" y="9345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4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2" y="11508"/>
                  </a:lnTo>
                  <a:lnTo>
                    <a:pt x="6952" y="11392"/>
                  </a:lnTo>
                  <a:lnTo>
                    <a:pt x="6990" y="11353"/>
                  </a:lnTo>
                  <a:lnTo>
                    <a:pt x="6681" y="11122"/>
                  </a:lnTo>
                  <a:lnTo>
                    <a:pt x="6759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6" y="5638"/>
                  </a:lnTo>
                  <a:lnTo>
                    <a:pt x="6411" y="5638"/>
                  </a:lnTo>
                  <a:lnTo>
                    <a:pt x="6411" y="6758"/>
                  </a:lnTo>
                  <a:lnTo>
                    <a:pt x="6334" y="8573"/>
                  </a:lnTo>
                  <a:lnTo>
                    <a:pt x="6295" y="9500"/>
                  </a:lnTo>
                  <a:lnTo>
                    <a:pt x="6257" y="10427"/>
                  </a:lnTo>
                  <a:lnTo>
                    <a:pt x="5986" y="9886"/>
                  </a:lnTo>
                  <a:lnTo>
                    <a:pt x="5253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2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4" name="Google Shape;5154;p21"/>
            <p:cNvSpPr/>
            <p:nvPr/>
          </p:nvSpPr>
          <p:spPr>
            <a:xfrm>
              <a:off x="3827375" y="363605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3" y="464"/>
                  </a:moveTo>
                  <a:lnTo>
                    <a:pt x="2085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89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89" y="2472"/>
                  </a:lnTo>
                  <a:lnTo>
                    <a:pt x="2973" y="2665"/>
                  </a:lnTo>
                  <a:lnTo>
                    <a:pt x="2780" y="2896"/>
                  </a:lnTo>
                  <a:lnTo>
                    <a:pt x="2587" y="3051"/>
                  </a:lnTo>
                  <a:lnTo>
                    <a:pt x="2356" y="3167"/>
                  </a:lnTo>
                  <a:lnTo>
                    <a:pt x="2085" y="3244"/>
                  </a:lnTo>
                  <a:lnTo>
                    <a:pt x="1776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5" y="2896"/>
                  </a:lnTo>
                  <a:lnTo>
                    <a:pt x="772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4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80"/>
                  </a:lnTo>
                  <a:lnTo>
                    <a:pt x="1583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8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1" y="271"/>
                  </a:lnTo>
                  <a:lnTo>
                    <a:pt x="850" y="386"/>
                  </a:lnTo>
                  <a:lnTo>
                    <a:pt x="618" y="580"/>
                  </a:lnTo>
                  <a:lnTo>
                    <a:pt x="425" y="773"/>
                  </a:lnTo>
                  <a:lnTo>
                    <a:pt x="270" y="966"/>
                  </a:lnTo>
                  <a:lnTo>
                    <a:pt x="155" y="1236"/>
                  </a:lnTo>
                  <a:lnTo>
                    <a:pt x="77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1"/>
                  </a:lnTo>
                  <a:lnTo>
                    <a:pt x="1583" y="3707"/>
                  </a:lnTo>
                  <a:lnTo>
                    <a:pt x="1969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5" y="2781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4"/>
                  </a:lnTo>
                  <a:lnTo>
                    <a:pt x="3668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5" name="Google Shape;5155;p21"/>
            <p:cNvSpPr/>
            <p:nvPr/>
          </p:nvSpPr>
          <p:spPr>
            <a:xfrm>
              <a:off x="2802150" y="3642800"/>
              <a:ext cx="320525" cy="97525"/>
            </a:xfrm>
            <a:custGeom>
              <a:avLst/>
              <a:gdLst/>
              <a:ahLst/>
              <a:cxnLst/>
              <a:rect l="l" t="t" r="r" b="b"/>
              <a:pathLst>
                <a:path w="12821" h="3901" extrusionOk="0">
                  <a:moveTo>
                    <a:pt x="12550" y="1"/>
                  </a:moveTo>
                  <a:lnTo>
                    <a:pt x="12434" y="39"/>
                  </a:lnTo>
                  <a:lnTo>
                    <a:pt x="12357" y="78"/>
                  </a:lnTo>
                  <a:lnTo>
                    <a:pt x="12318" y="155"/>
                  </a:lnTo>
                  <a:lnTo>
                    <a:pt x="12280" y="271"/>
                  </a:lnTo>
                  <a:lnTo>
                    <a:pt x="12318" y="348"/>
                  </a:lnTo>
                  <a:lnTo>
                    <a:pt x="12357" y="541"/>
                  </a:lnTo>
                  <a:lnTo>
                    <a:pt x="12318" y="734"/>
                  </a:lnTo>
                  <a:lnTo>
                    <a:pt x="12280" y="889"/>
                  </a:lnTo>
                  <a:lnTo>
                    <a:pt x="12164" y="1043"/>
                  </a:lnTo>
                  <a:lnTo>
                    <a:pt x="12009" y="1198"/>
                  </a:lnTo>
                  <a:lnTo>
                    <a:pt x="11855" y="1314"/>
                  </a:lnTo>
                  <a:lnTo>
                    <a:pt x="11430" y="1545"/>
                  </a:lnTo>
                  <a:lnTo>
                    <a:pt x="11005" y="1700"/>
                  </a:lnTo>
                  <a:lnTo>
                    <a:pt x="10542" y="1854"/>
                  </a:lnTo>
                  <a:lnTo>
                    <a:pt x="9808" y="2047"/>
                  </a:lnTo>
                  <a:lnTo>
                    <a:pt x="9422" y="2163"/>
                  </a:lnTo>
                  <a:lnTo>
                    <a:pt x="9383" y="2086"/>
                  </a:lnTo>
                  <a:lnTo>
                    <a:pt x="9345" y="2009"/>
                  </a:lnTo>
                  <a:lnTo>
                    <a:pt x="8997" y="1468"/>
                  </a:lnTo>
                  <a:lnTo>
                    <a:pt x="8727" y="927"/>
                  </a:lnTo>
                  <a:lnTo>
                    <a:pt x="8418" y="1043"/>
                  </a:lnTo>
                  <a:lnTo>
                    <a:pt x="8495" y="1391"/>
                  </a:lnTo>
                  <a:lnTo>
                    <a:pt x="8611" y="1700"/>
                  </a:lnTo>
                  <a:lnTo>
                    <a:pt x="8804" y="2009"/>
                  </a:lnTo>
                  <a:lnTo>
                    <a:pt x="8997" y="2279"/>
                  </a:lnTo>
                  <a:lnTo>
                    <a:pt x="7839" y="2588"/>
                  </a:lnTo>
                  <a:lnTo>
                    <a:pt x="6719" y="2820"/>
                  </a:lnTo>
                  <a:lnTo>
                    <a:pt x="5329" y="3051"/>
                  </a:lnTo>
                  <a:lnTo>
                    <a:pt x="3939" y="3244"/>
                  </a:lnTo>
                  <a:lnTo>
                    <a:pt x="3668" y="3283"/>
                  </a:lnTo>
                  <a:lnTo>
                    <a:pt x="3746" y="2935"/>
                  </a:lnTo>
                  <a:lnTo>
                    <a:pt x="3784" y="2588"/>
                  </a:lnTo>
                  <a:lnTo>
                    <a:pt x="3707" y="2240"/>
                  </a:lnTo>
                  <a:lnTo>
                    <a:pt x="3630" y="1893"/>
                  </a:lnTo>
                  <a:lnTo>
                    <a:pt x="3282" y="1970"/>
                  </a:lnTo>
                  <a:lnTo>
                    <a:pt x="3321" y="2279"/>
                  </a:lnTo>
                  <a:lnTo>
                    <a:pt x="3360" y="2588"/>
                  </a:lnTo>
                  <a:lnTo>
                    <a:pt x="3282" y="2974"/>
                  </a:lnTo>
                  <a:lnTo>
                    <a:pt x="3205" y="3321"/>
                  </a:lnTo>
                  <a:lnTo>
                    <a:pt x="2278" y="3399"/>
                  </a:lnTo>
                  <a:lnTo>
                    <a:pt x="1815" y="3437"/>
                  </a:lnTo>
                  <a:lnTo>
                    <a:pt x="1352" y="3399"/>
                  </a:lnTo>
                  <a:lnTo>
                    <a:pt x="965" y="3360"/>
                  </a:lnTo>
                  <a:lnTo>
                    <a:pt x="772" y="3283"/>
                  </a:lnTo>
                  <a:lnTo>
                    <a:pt x="618" y="3244"/>
                  </a:lnTo>
                  <a:lnTo>
                    <a:pt x="502" y="3128"/>
                  </a:lnTo>
                  <a:lnTo>
                    <a:pt x="425" y="3051"/>
                  </a:lnTo>
                  <a:lnTo>
                    <a:pt x="386" y="2935"/>
                  </a:lnTo>
                  <a:lnTo>
                    <a:pt x="348" y="2781"/>
                  </a:lnTo>
                  <a:lnTo>
                    <a:pt x="348" y="2704"/>
                  </a:lnTo>
                  <a:lnTo>
                    <a:pt x="309" y="2665"/>
                  </a:lnTo>
                  <a:lnTo>
                    <a:pt x="232" y="2588"/>
                  </a:lnTo>
                  <a:lnTo>
                    <a:pt x="116" y="2626"/>
                  </a:lnTo>
                  <a:lnTo>
                    <a:pt x="77" y="2626"/>
                  </a:lnTo>
                  <a:lnTo>
                    <a:pt x="39" y="2704"/>
                  </a:lnTo>
                  <a:lnTo>
                    <a:pt x="0" y="2858"/>
                  </a:lnTo>
                  <a:lnTo>
                    <a:pt x="0" y="3013"/>
                  </a:lnTo>
                  <a:lnTo>
                    <a:pt x="0" y="3167"/>
                  </a:lnTo>
                  <a:lnTo>
                    <a:pt x="39" y="3283"/>
                  </a:lnTo>
                  <a:lnTo>
                    <a:pt x="116" y="3399"/>
                  </a:lnTo>
                  <a:lnTo>
                    <a:pt x="193" y="3515"/>
                  </a:lnTo>
                  <a:lnTo>
                    <a:pt x="386" y="3669"/>
                  </a:lnTo>
                  <a:lnTo>
                    <a:pt x="657" y="3746"/>
                  </a:lnTo>
                  <a:lnTo>
                    <a:pt x="927" y="3823"/>
                  </a:lnTo>
                  <a:lnTo>
                    <a:pt x="1236" y="3862"/>
                  </a:lnTo>
                  <a:lnTo>
                    <a:pt x="1506" y="3901"/>
                  </a:lnTo>
                  <a:lnTo>
                    <a:pt x="2780" y="3823"/>
                  </a:lnTo>
                  <a:lnTo>
                    <a:pt x="4016" y="3746"/>
                  </a:lnTo>
                  <a:lnTo>
                    <a:pt x="5252" y="3553"/>
                  </a:lnTo>
                  <a:lnTo>
                    <a:pt x="6487" y="3360"/>
                  </a:lnTo>
                  <a:lnTo>
                    <a:pt x="7646" y="3128"/>
                  </a:lnTo>
                  <a:lnTo>
                    <a:pt x="8766" y="2858"/>
                  </a:lnTo>
                  <a:lnTo>
                    <a:pt x="9885" y="2511"/>
                  </a:lnTo>
                  <a:lnTo>
                    <a:pt x="11005" y="2163"/>
                  </a:lnTo>
                  <a:lnTo>
                    <a:pt x="11353" y="2047"/>
                  </a:lnTo>
                  <a:lnTo>
                    <a:pt x="11700" y="1893"/>
                  </a:lnTo>
                  <a:lnTo>
                    <a:pt x="12048" y="1700"/>
                  </a:lnTo>
                  <a:lnTo>
                    <a:pt x="12357" y="1507"/>
                  </a:lnTo>
                  <a:lnTo>
                    <a:pt x="12627" y="1236"/>
                  </a:lnTo>
                  <a:lnTo>
                    <a:pt x="12704" y="1082"/>
                  </a:lnTo>
                  <a:lnTo>
                    <a:pt x="12782" y="927"/>
                  </a:lnTo>
                  <a:lnTo>
                    <a:pt x="12820" y="773"/>
                  </a:lnTo>
                  <a:lnTo>
                    <a:pt x="12820" y="580"/>
                  </a:lnTo>
                  <a:lnTo>
                    <a:pt x="12820" y="387"/>
                  </a:lnTo>
                  <a:lnTo>
                    <a:pt x="12743" y="155"/>
                  </a:lnTo>
                  <a:lnTo>
                    <a:pt x="12704" y="78"/>
                  </a:lnTo>
                  <a:lnTo>
                    <a:pt x="12627" y="39"/>
                  </a:lnTo>
                  <a:lnTo>
                    <a:pt x="125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6" name="Google Shape;5156;p21"/>
            <p:cNvSpPr/>
            <p:nvPr/>
          </p:nvSpPr>
          <p:spPr>
            <a:xfrm>
              <a:off x="2017300" y="364860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271" y="0"/>
                  </a:moveTo>
                  <a:lnTo>
                    <a:pt x="155" y="39"/>
                  </a:lnTo>
                  <a:lnTo>
                    <a:pt x="39" y="116"/>
                  </a:lnTo>
                  <a:lnTo>
                    <a:pt x="0" y="232"/>
                  </a:lnTo>
                  <a:lnTo>
                    <a:pt x="39" y="386"/>
                  </a:lnTo>
                  <a:lnTo>
                    <a:pt x="348" y="888"/>
                  </a:lnTo>
                  <a:lnTo>
                    <a:pt x="657" y="1390"/>
                  </a:lnTo>
                  <a:lnTo>
                    <a:pt x="1043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205"/>
                  </a:lnTo>
                  <a:lnTo>
                    <a:pt x="2703" y="3553"/>
                  </a:lnTo>
                  <a:lnTo>
                    <a:pt x="3205" y="3900"/>
                  </a:lnTo>
                  <a:lnTo>
                    <a:pt x="3553" y="3746"/>
                  </a:lnTo>
                  <a:lnTo>
                    <a:pt x="2780" y="3012"/>
                  </a:lnTo>
                  <a:lnTo>
                    <a:pt x="2047" y="2240"/>
                  </a:lnTo>
                  <a:lnTo>
                    <a:pt x="1352" y="1429"/>
                  </a:lnTo>
                  <a:lnTo>
                    <a:pt x="1043" y="1004"/>
                  </a:lnTo>
                  <a:lnTo>
                    <a:pt x="734" y="541"/>
                  </a:lnTo>
                  <a:lnTo>
                    <a:pt x="1622" y="695"/>
                  </a:lnTo>
                  <a:lnTo>
                    <a:pt x="2510" y="888"/>
                  </a:lnTo>
                  <a:lnTo>
                    <a:pt x="3012" y="1043"/>
                  </a:lnTo>
                  <a:lnTo>
                    <a:pt x="3514" y="1197"/>
                  </a:lnTo>
                  <a:lnTo>
                    <a:pt x="4016" y="1390"/>
                  </a:lnTo>
                  <a:lnTo>
                    <a:pt x="4518" y="1506"/>
                  </a:lnTo>
                  <a:lnTo>
                    <a:pt x="4595" y="1506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84"/>
                  </a:lnTo>
                  <a:lnTo>
                    <a:pt x="4904" y="1506"/>
                  </a:lnTo>
                  <a:lnTo>
                    <a:pt x="4982" y="1429"/>
                  </a:lnTo>
                  <a:lnTo>
                    <a:pt x="4634" y="1159"/>
                  </a:lnTo>
                  <a:lnTo>
                    <a:pt x="4171" y="888"/>
                  </a:lnTo>
                  <a:lnTo>
                    <a:pt x="3630" y="657"/>
                  </a:lnTo>
                  <a:lnTo>
                    <a:pt x="3089" y="464"/>
                  </a:lnTo>
                  <a:lnTo>
                    <a:pt x="2510" y="309"/>
                  </a:lnTo>
                  <a:lnTo>
                    <a:pt x="1931" y="193"/>
                  </a:lnTo>
                  <a:lnTo>
                    <a:pt x="1352" y="116"/>
                  </a:lnTo>
                  <a:lnTo>
                    <a:pt x="27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7" name="Google Shape;5157;p21"/>
            <p:cNvSpPr/>
            <p:nvPr/>
          </p:nvSpPr>
          <p:spPr>
            <a:xfrm>
              <a:off x="1564525" y="3658250"/>
              <a:ext cx="248125" cy="295425"/>
            </a:xfrm>
            <a:custGeom>
              <a:avLst/>
              <a:gdLst/>
              <a:ahLst/>
              <a:cxnLst/>
              <a:rect l="l" t="t" r="r" b="b"/>
              <a:pathLst>
                <a:path w="9925" h="11817" extrusionOk="0">
                  <a:moveTo>
                    <a:pt x="3785" y="850"/>
                  </a:moveTo>
                  <a:lnTo>
                    <a:pt x="4326" y="2279"/>
                  </a:lnTo>
                  <a:lnTo>
                    <a:pt x="4944" y="3746"/>
                  </a:lnTo>
                  <a:lnTo>
                    <a:pt x="6179" y="6565"/>
                  </a:lnTo>
                  <a:lnTo>
                    <a:pt x="3322" y="7492"/>
                  </a:lnTo>
                  <a:lnTo>
                    <a:pt x="1893" y="7955"/>
                  </a:lnTo>
                  <a:lnTo>
                    <a:pt x="464" y="8457"/>
                  </a:lnTo>
                  <a:lnTo>
                    <a:pt x="464" y="8457"/>
                  </a:lnTo>
                  <a:lnTo>
                    <a:pt x="1043" y="7569"/>
                  </a:lnTo>
                  <a:lnTo>
                    <a:pt x="1507" y="6604"/>
                  </a:lnTo>
                  <a:lnTo>
                    <a:pt x="1970" y="5638"/>
                  </a:lnTo>
                  <a:lnTo>
                    <a:pt x="2395" y="4673"/>
                  </a:lnTo>
                  <a:lnTo>
                    <a:pt x="2781" y="3746"/>
                  </a:lnTo>
                  <a:lnTo>
                    <a:pt x="3167" y="2781"/>
                  </a:lnTo>
                  <a:lnTo>
                    <a:pt x="3476" y="1815"/>
                  </a:lnTo>
                  <a:lnTo>
                    <a:pt x="3785" y="850"/>
                  </a:lnTo>
                  <a:close/>
                  <a:moveTo>
                    <a:pt x="3824" y="0"/>
                  </a:moveTo>
                  <a:lnTo>
                    <a:pt x="3746" y="39"/>
                  </a:lnTo>
                  <a:lnTo>
                    <a:pt x="3708" y="78"/>
                  </a:lnTo>
                  <a:lnTo>
                    <a:pt x="3592" y="116"/>
                  </a:lnTo>
                  <a:lnTo>
                    <a:pt x="3553" y="194"/>
                  </a:lnTo>
                  <a:lnTo>
                    <a:pt x="2820" y="2395"/>
                  </a:lnTo>
                  <a:lnTo>
                    <a:pt x="2434" y="3476"/>
                  </a:lnTo>
                  <a:lnTo>
                    <a:pt x="2009" y="4518"/>
                  </a:lnTo>
                  <a:lnTo>
                    <a:pt x="1545" y="5561"/>
                  </a:lnTo>
                  <a:lnTo>
                    <a:pt x="1043" y="6604"/>
                  </a:lnTo>
                  <a:lnTo>
                    <a:pt x="503" y="7608"/>
                  </a:lnTo>
                  <a:lnTo>
                    <a:pt x="39" y="8650"/>
                  </a:lnTo>
                  <a:lnTo>
                    <a:pt x="1" y="8689"/>
                  </a:lnTo>
                  <a:lnTo>
                    <a:pt x="39" y="8766"/>
                  </a:lnTo>
                  <a:lnTo>
                    <a:pt x="117" y="8805"/>
                  </a:lnTo>
                  <a:lnTo>
                    <a:pt x="117" y="8843"/>
                  </a:lnTo>
                  <a:lnTo>
                    <a:pt x="117" y="8920"/>
                  </a:lnTo>
                  <a:lnTo>
                    <a:pt x="155" y="8998"/>
                  </a:lnTo>
                  <a:lnTo>
                    <a:pt x="310" y="9114"/>
                  </a:lnTo>
                  <a:lnTo>
                    <a:pt x="464" y="8882"/>
                  </a:lnTo>
                  <a:lnTo>
                    <a:pt x="1970" y="8457"/>
                  </a:lnTo>
                  <a:lnTo>
                    <a:pt x="3438" y="7994"/>
                  </a:lnTo>
                  <a:lnTo>
                    <a:pt x="6372" y="7028"/>
                  </a:lnTo>
                  <a:lnTo>
                    <a:pt x="7106" y="8689"/>
                  </a:lnTo>
                  <a:lnTo>
                    <a:pt x="8303" y="11817"/>
                  </a:lnTo>
                  <a:lnTo>
                    <a:pt x="8689" y="11662"/>
                  </a:lnTo>
                  <a:lnTo>
                    <a:pt x="7531" y="8689"/>
                  </a:lnTo>
                  <a:lnTo>
                    <a:pt x="6797" y="6874"/>
                  </a:lnTo>
                  <a:lnTo>
                    <a:pt x="8380" y="6333"/>
                  </a:lnTo>
                  <a:lnTo>
                    <a:pt x="9925" y="5754"/>
                  </a:lnTo>
                  <a:lnTo>
                    <a:pt x="9770" y="5329"/>
                  </a:lnTo>
                  <a:lnTo>
                    <a:pt x="8187" y="5909"/>
                  </a:lnTo>
                  <a:lnTo>
                    <a:pt x="6643" y="6449"/>
                  </a:lnTo>
                  <a:lnTo>
                    <a:pt x="6025" y="4905"/>
                  </a:lnTo>
                  <a:lnTo>
                    <a:pt x="5407" y="3360"/>
                  </a:lnTo>
                  <a:lnTo>
                    <a:pt x="4712" y="1854"/>
                  </a:lnTo>
                  <a:lnTo>
                    <a:pt x="3978" y="348"/>
                  </a:lnTo>
                  <a:lnTo>
                    <a:pt x="4055" y="78"/>
                  </a:lnTo>
                  <a:lnTo>
                    <a:pt x="3862" y="39"/>
                  </a:lnTo>
                  <a:lnTo>
                    <a:pt x="382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8" name="Google Shape;5158;p21"/>
            <p:cNvSpPr/>
            <p:nvPr/>
          </p:nvSpPr>
          <p:spPr>
            <a:xfrm>
              <a:off x="1663975" y="3660175"/>
              <a:ext cx="229775" cy="419975"/>
            </a:xfrm>
            <a:custGeom>
              <a:avLst/>
              <a:gdLst/>
              <a:ahLst/>
              <a:cxnLst/>
              <a:rect l="l" t="t" r="r" b="b"/>
              <a:pathLst>
                <a:path w="9191" h="16799" extrusionOk="0">
                  <a:moveTo>
                    <a:pt x="77" y="1"/>
                  </a:moveTo>
                  <a:lnTo>
                    <a:pt x="0" y="271"/>
                  </a:lnTo>
                  <a:lnTo>
                    <a:pt x="2124" y="1275"/>
                  </a:lnTo>
                  <a:lnTo>
                    <a:pt x="4286" y="2240"/>
                  </a:lnTo>
                  <a:lnTo>
                    <a:pt x="5290" y="2742"/>
                  </a:lnTo>
                  <a:lnTo>
                    <a:pt x="6294" y="3244"/>
                  </a:lnTo>
                  <a:lnTo>
                    <a:pt x="7298" y="3746"/>
                  </a:lnTo>
                  <a:lnTo>
                    <a:pt x="8302" y="4248"/>
                  </a:lnTo>
                  <a:lnTo>
                    <a:pt x="7028" y="4750"/>
                  </a:lnTo>
                  <a:lnTo>
                    <a:pt x="5792" y="5252"/>
                  </a:lnTo>
                  <a:lnTo>
                    <a:pt x="5947" y="5677"/>
                  </a:lnTo>
                  <a:lnTo>
                    <a:pt x="7298" y="5175"/>
                  </a:lnTo>
                  <a:lnTo>
                    <a:pt x="7955" y="4905"/>
                  </a:lnTo>
                  <a:lnTo>
                    <a:pt x="8611" y="4596"/>
                  </a:lnTo>
                  <a:lnTo>
                    <a:pt x="8457" y="5136"/>
                  </a:lnTo>
                  <a:lnTo>
                    <a:pt x="8341" y="5638"/>
                  </a:lnTo>
                  <a:lnTo>
                    <a:pt x="8148" y="6681"/>
                  </a:lnTo>
                  <a:lnTo>
                    <a:pt x="7839" y="8380"/>
                  </a:lnTo>
                  <a:lnTo>
                    <a:pt x="7569" y="10041"/>
                  </a:lnTo>
                  <a:lnTo>
                    <a:pt x="7028" y="13361"/>
                  </a:lnTo>
                  <a:lnTo>
                    <a:pt x="6796" y="15060"/>
                  </a:lnTo>
                  <a:lnTo>
                    <a:pt x="6681" y="15871"/>
                  </a:lnTo>
                  <a:lnTo>
                    <a:pt x="6642" y="16721"/>
                  </a:lnTo>
                  <a:lnTo>
                    <a:pt x="6989" y="16798"/>
                  </a:lnTo>
                  <a:lnTo>
                    <a:pt x="7298" y="15215"/>
                  </a:lnTo>
                  <a:lnTo>
                    <a:pt x="7530" y="13593"/>
                  </a:lnTo>
                  <a:lnTo>
                    <a:pt x="7723" y="12010"/>
                  </a:lnTo>
                  <a:lnTo>
                    <a:pt x="7955" y="10427"/>
                  </a:lnTo>
                  <a:lnTo>
                    <a:pt x="8225" y="8805"/>
                  </a:lnTo>
                  <a:lnTo>
                    <a:pt x="8495" y="7183"/>
                  </a:lnTo>
                  <a:lnTo>
                    <a:pt x="8689" y="6488"/>
                  </a:lnTo>
                  <a:lnTo>
                    <a:pt x="8882" y="5793"/>
                  </a:lnTo>
                  <a:lnTo>
                    <a:pt x="9036" y="5059"/>
                  </a:lnTo>
                  <a:lnTo>
                    <a:pt x="9152" y="4364"/>
                  </a:lnTo>
                  <a:lnTo>
                    <a:pt x="9152" y="4287"/>
                  </a:lnTo>
                  <a:lnTo>
                    <a:pt x="9190" y="4210"/>
                  </a:lnTo>
                  <a:lnTo>
                    <a:pt x="9113" y="4094"/>
                  </a:lnTo>
                  <a:lnTo>
                    <a:pt x="9036" y="4017"/>
                  </a:lnTo>
                  <a:lnTo>
                    <a:pt x="8920" y="4017"/>
                  </a:lnTo>
                  <a:lnTo>
                    <a:pt x="8882" y="4055"/>
                  </a:lnTo>
                  <a:lnTo>
                    <a:pt x="7839" y="3437"/>
                  </a:lnTo>
                  <a:lnTo>
                    <a:pt x="6758" y="2897"/>
                  </a:lnTo>
                  <a:lnTo>
                    <a:pt x="4595" y="1893"/>
                  </a:lnTo>
                  <a:lnTo>
                    <a:pt x="2356" y="927"/>
                  </a:lnTo>
                  <a:lnTo>
                    <a:pt x="1236" y="464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9" name="Google Shape;5159;p21"/>
            <p:cNvSpPr/>
            <p:nvPr/>
          </p:nvSpPr>
          <p:spPr>
            <a:xfrm>
              <a:off x="406075" y="3667900"/>
              <a:ext cx="458600" cy="289650"/>
            </a:xfrm>
            <a:custGeom>
              <a:avLst/>
              <a:gdLst/>
              <a:ahLst/>
              <a:cxnLst/>
              <a:rect l="l" t="t" r="r" b="b"/>
              <a:pathLst>
                <a:path w="18344" h="11586" extrusionOk="0">
                  <a:moveTo>
                    <a:pt x="17069" y="387"/>
                  </a:moveTo>
                  <a:lnTo>
                    <a:pt x="17146" y="425"/>
                  </a:lnTo>
                  <a:lnTo>
                    <a:pt x="17223" y="503"/>
                  </a:lnTo>
                  <a:lnTo>
                    <a:pt x="17300" y="734"/>
                  </a:lnTo>
                  <a:lnTo>
                    <a:pt x="17378" y="927"/>
                  </a:lnTo>
                  <a:lnTo>
                    <a:pt x="17378" y="1120"/>
                  </a:lnTo>
                  <a:lnTo>
                    <a:pt x="17339" y="1314"/>
                  </a:lnTo>
                  <a:lnTo>
                    <a:pt x="17223" y="1545"/>
                  </a:lnTo>
                  <a:lnTo>
                    <a:pt x="16953" y="1893"/>
                  </a:lnTo>
                  <a:lnTo>
                    <a:pt x="16721" y="2124"/>
                  </a:lnTo>
                  <a:lnTo>
                    <a:pt x="16451" y="2356"/>
                  </a:lnTo>
                  <a:lnTo>
                    <a:pt x="16181" y="2549"/>
                  </a:lnTo>
                  <a:lnTo>
                    <a:pt x="15872" y="2665"/>
                  </a:lnTo>
                  <a:lnTo>
                    <a:pt x="15872" y="2086"/>
                  </a:lnTo>
                  <a:lnTo>
                    <a:pt x="15910" y="1777"/>
                  </a:lnTo>
                  <a:lnTo>
                    <a:pt x="15949" y="1468"/>
                  </a:lnTo>
                  <a:lnTo>
                    <a:pt x="16026" y="1198"/>
                  </a:lnTo>
                  <a:lnTo>
                    <a:pt x="16181" y="927"/>
                  </a:lnTo>
                  <a:lnTo>
                    <a:pt x="16335" y="696"/>
                  </a:lnTo>
                  <a:lnTo>
                    <a:pt x="16605" y="503"/>
                  </a:lnTo>
                  <a:lnTo>
                    <a:pt x="16837" y="425"/>
                  </a:lnTo>
                  <a:lnTo>
                    <a:pt x="16992" y="387"/>
                  </a:lnTo>
                  <a:close/>
                  <a:moveTo>
                    <a:pt x="14597" y="2974"/>
                  </a:moveTo>
                  <a:lnTo>
                    <a:pt x="14868" y="3013"/>
                  </a:lnTo>
                  <a:lnTo>
                    <a:pt x="15138" y="3090"/>
                  </a:lnTo>
                  <a:lnTo>
                    <a:pt x="15099" y="3206"/>
                  </a:lnTo>
                  <a:lnTo>
                    <a:pt x="14713" y="3515"/>
                  </a:lnTo>
                  <a:lnTo>
                    <a:pt x="14288" y="3746"/>
                  </a:lnTo>
                  <a:lnTo>
                    <a:pt x="14057" y="3862"/>
                  </a:lnTo>
                  <a:lnTo>
                    <a:pt x="13786" y="3939"/>
                  </a:lnTo>
                  <a:lnTo>
                    <a:pt x="13478" y="4017"/>
                  </a:lnTo>
                  <a:lnTo>
                    <a:pt x="13053" y="4017"/>
                  </a:lnTo>
                  <a:lnTo>
                    <a:pt x="12976" y="3939"/>
                  </a:lnTo>
                  <a:lnTo>
                    <a:pt x="12976" y="3862"/>
                  </a:lnTo>
                  <a:lnTo>
                    <a:pt x="12976" y="3708"/>
                  </a:lnTo>
                  <a:lnTo>
                    <a:pt x="13014" y="3476"/>
                  </a:lnTo>
                  <a:lnTo>
                    <a:pt x="13053" y="3360"/>
                  </a:lnTo>
                  <a:lnTo>
                    <a:pt x="13207" y="3244"/>
                  </a:lnTo>
                  <a:lnTo>
                    <a:pt x="13400" y="3167"/>
                  </a:lnTo>
                  <a:lnTo>
                    <a:pt x="13709" y="3051"/>
                  </a:lnTo>
                  <a:lnTo>
                    <a:pt x="14018" y="3013"/>
                  </a:lnTo>
                  <a:lnTo>
                    <a:pt x="14327" y="2974"/>
                  </a:lnTo>
                  <a:close/>
                  <a:moveTo>
                    <a:pt x="15679" y="3283"/>
                  </a:moveTo>
                  <a:lnTo>
                    <a:pt x="16335" y="3476"/>
                  </a:lnTo>
                  <a:lnTo>
                    <a:pt x="16644" y="3553"/>
                  </a:lnTo>
                  <a:lnTo>
                    <a:pt x="16992" y="3669"/>
                  </a:lnTo>
                  <a:lnTo>
                    <a:pt x="17262" y="3823"/>
                  </a:lnTo>
                  <a:lnTo>
                    <a:pt x="17532" y="4017"/>
                  </a:lnTo>
                  <a:lnTo>
                    <a:pt x="17725" y="4287"/>
                  </a:lnTo>
                  <a:lnTo>
                    <a:pt x="17802" y="4403"/>
                  </a:lnTo>
                  <a:lnTo>
                    <a:pt x="17880" y="4596"/>
                  </a:lnTo>
                  <a:lnTo>
                    <a:pt x="17918" y="4789"/>
                  </a:lnTo>
                  <a:lnTo>
                    <a:pt x="17880" y="4943"/>
                  </a:lnTo>
                  <a:lnTo>
                    <a:pt x="17802" y="5059"/>
                  </a:lnTo>
                  <a:lnTo>
                    <a:pt x="17648" y="5136"/>
                  </a:lnTo>
                  <a:lnTo>
                    <a:pt x="17494" y="5175"/>
                  </a:lnTo>
                  <a:lnTo>
                    <a:pt x="17339" y="5175"/>
                  </a:lnTo>
                  <a:lnTo>
                    <a:pt x="17146" y="5136"/>
                  </a:lnTo>
                  <a:lnTo>
                    <a:pt x="16992" y="5059"/>
                  </a:lnTo>
                  <a:lnTo>
                    <a:pt x="16644" y="4789"/>
                  </a:lnTo>
                  <a:lnTo>
                    <a:pt x="16374" y="4480"/>
                  </a:lnTo>
                  <a:lnTo>
                    <a:pt x="16181" y="4210"/>
                  </a:lnTo>
                  <a:lnTo>
                    <a:pt x="15988" y="3901"/>
                  </a:lnTo>
                  <a:lnTo>
                    <a:pt x="15833" y="3592"/>
                  </a:lnTo>
                  <a:lnTo>
                    <a:pt x="15679" y="3283"/>
                  </a:lnTo>
                  <a:close/>
                  <a:moveTo>
                    <a:pt x="4635" y="541"/>
                  </a:moveTo>
                  <a:lnTo>
                    <a:pt x="5253" y="580"/>
                  </a:lnTo>
                  <a:lnTo>
                    <a:pt x="5832" y="696"/>
                  </a:lnTo>
                  <a:lnTo>
                    <a:pt x="6411" y="850"/>
                  </a:lnTo>
                  <a:lnTo>
                    <a:pt x="6990" y="1120"/>
                  </a:lnTo>
                  <a:lnTo>
                    <a:pt x="7492" y="1429"/>
                  </a:lnTo>
                  <a:lnTo>
                    <a:pt x="7917" y="1738"/>
                  </a:lnTo>
                  <a:lnTo>
                    <a:pt x="8303" y="2086"/>
                  </a:lnTo>
                  <a:lnTo>
                    <a:pt x="8651" y="2472"/>
                  </a:lnTo>
                  <a:lnTo>
                    <a:pt x="8960" y="2858"/>
                  </a:lnTo>
                  <a:lnTo>
                    <a:pt x="9539" y="3669"/>
                  </a:lnTo>
                  <a:lnTo>
                    <a:pt x="10157" y="4480"/>
                  </a:lnTo>
                  <a:lnTo>
                    <a:pt x="10388" y="4827"/>
                  </a:lnTo>
                  <a:lnTo>
                    <a:pt x="10697" y="5136"/>
                  </a:lnTo>
                  <a:lnTo>
                    <a:pt x="11006" y="5445"/>
                  </a:lnTo>
                  <a:lnTo>
                    <a:pt x="11354" y="5677"/>
                  </a:lnTo>
                  <a:lnTo>
                    <a:pt x="11701" y="5870"/>
                  </a:lnTo>
                  <a:lnTo>
                    <a:pt x="12126" y="5986"/>
                  </a:lnTo>
                  <a:lnTo>
                    <a:pt x="12512" y="6025"/>
                  </a:lnTo>
                  <a:lnTo>
                    <a:pt x="12976" y="5986"/>
                  </a:lnTo>
                  <a:lnTo>
                    <a:pt x="13323" y="5870"/>
                  </a:lnTo>
                  <a:lnTo>
                    <a:pt x="13632" y="5754"/>
                  </a:lnTo>
                  <a:lnTo>
                    <a:pt x="13902" y="5600"/>
                  </a:lnTo>
                  <a:lnTo>
                    <a:pt x="14173" y="5407"/>
                  </a:lnTo>
                  <a:lnTo>
                    <a:pt x="14404" y="5214"/>
                  </a:lnTo>
                  <a:lnTo>
                    <a:pt x="14597" y="4982"/>
                  </a:lnTo>
                  <a:lnTo>
                    <a:pt x="14829" y="4712"/>
                  </a:lnTo>
                  <a:lnTo>
                    <a:pt x="14984" y="4441"/>
                  </a:lnTo>
                  <a:lnTo>
                    <a:pt x="14752" y="5252"/>
                  </a:lnTo>
                  <a:lnTo>
                    <a:pt x="14443" y="5986"/>
                  </a:lnTo>
                  <a:lnTo>
                    <a:pt x="14057" y="6720"/>
                  </a:lnTo>
                  <a:lnTo>
                    <a:pt x="13593" y="7415"/>
                  </a:lnTo>
                  <a:lnTo>
                    <a:pt x="13091" y="8071"/>
                  </a:lnTo>
                  <a:lnTo>
                    <a:pt x="12512" y="8650"/>
                  </a:lnTo>
                  <a:lnTo>
                    <a:pt x="11894" y="9191"/>
                  </a:lnTo>
                  <a:lnTo>
                    <a:pt x="11199" y="9693"/>
                  </a:lnTo>
                  <a:lnTo>
                    <a:pt x="10697" y="10002"/>
                  </a:lnTo>
                  <a:lnTo>
                    <a:pt x="10157" y="10272"/>
                  </a:lnTo>
                  <a:lnTo>
                    <a:pt x="9616" y="10465"/>
                  </a:lnTo>
                  <a:lnTo>
                    <a:pt x="9075" y="10658"/>
                  </a:lnTo>
                  <a:lnTo>
                    <a:pt x="8496" y="10774"/>
                  </a:lnTo>
                  <a:lnTo>
                    <a:pt x="7956" y="10890"/>
                  </a:lnTo>
                  <a:lnTo>
                    <a:pt x="7376" y="10929"/>
                  </a:lnTo>
                  <a:lnTo>
                    <a:pt x="6836" y="10929"/>
                  </a:lnTo>
                  <a:lnTo>
                    <a:pt x="6257" y="10890"/>
                  </a:lnTo>
                  <a:lnTo>
                    <a:pt x="5716" y="10774"/>
                  </a:lnTo>
                  <a:lnTo>
                    <a:pt x="5175" y="10620"/>
                  </a:lnTo>
                  <a:lnTo>
                    <a:pt x="4635" y="10465"/>
                  </a:lnTo>
                  <a:lnTo>
                    <a:pt x="4133" y="10195"/>
                  </a:lnTo>
                  <a:lnTo>
                    <a:pt x="3631" y="9925"/>
                  </a:lnTo>
                  <a:lnTo>
                    <a:pt x="3129" y="9577"/>
                  </a:lnTo>
                  <a:lnTo>
                    <a:pt x="2665" y="9191"/>
                  </a:lnTo>
                  <a:lnTo>
                    <a:pt x="2202" y="8766"/>
                  </a:lnTo>
                  <a:lnTo>
                    <a:pt x="1777" y="8303"/>
                  </a:lnTo>
                  <a:lnTo>
                    <a:pt x="1430" y="7801"/>
                  </a:lnTo>
                  <a:lnTo>
                    <a:pt x="1082" y="7260"/>
                  </a:lnTo>
                  <a:lnTo>
                    <a:pt x="812" y="6720"/>
                  </a:lnTo>
                  <a:lnTo>
                    <a:pt x="619" y="6140"/>
                  </a:lnTo>
                  <a:lnTo>
                    <a:pt x="464" y="5523"/>
                  </a:lnTo>
                  <a:lnTo>
                    <a:pt x="426" y="4905"/>
                  </a:lnTo>
                  <a:lnTo>
                    <a:pt x="464" y="4287"/>
                  </a:lnTo>
                  <a:lnTo>
                    <a:pt x="619" y="3708"/>
                  </a:lnTo>
                  <a:lnTo>
                    <a:pt x="812" y="3128"/>
                  </a:lnTo>
                  <a:lnTo>
                    <a:pt x="1121" y="2588"/>
                  </a:lnTo>
                  <a:lnTo>
                    <a:pt x="1468" y="2086"/>
                  </a:lnTo>
                  <a:lnTo>
                    <a:pt x="1893" y="1661"/>
                  </a:lnTo>
                  <a:lnTo>
                    <a:pt x="2356" y="1275"/>
                  </a:lnTo>
                  <a:lnTo>
                    <a:pt x="2897" y="1005"/>
                  </a:lnTo>
                  <a:lnTo>
                    <a:pt x="3476" y="773"/>
                  </a:lnTo>
                  <a:lnTo>
                    <a:pt x="4056" y="618"/>
                  </a:lnTo>
                  <a:lnTo>
                    <a:pt x="4635" y="541"/>
                  </a:lnTo>
                  <a:close/>
                  <a:moveTo>
                    <a:pt x="16876" y="1"/>
                  </a:moveTo>
                  <a:lnTo>
                    <a:pt x="16683" y="39"/>
                  </a:lnTo>
                  <a:lnTo>
                    <a:pt x="16451" y="155"/>
                  </a:lnTo>
                  <a:lnTo>
                    <a:pt x="16258" y="271"/>
                  </a:lnTo>
                  <a:lnTo>
                    <a:pt x="16103" y="425"/>
                  </a:lnTo>
                  <a:lnTo>
                    <a:pt x="15949" y="580"/>
                  </a:lnTo>
                  <a:lnTo>
                    <a:pt x="15833" y="773"/>
                  </a:lnTo>
                  <a:lnTo>
                    <a:pt x="15717" y="1005"/>
                  </a:lnTo>
                  <a:lnTo>
                    <a:pt x="15601" y="1236"/>
                  </a:lnTo>
                  <a:lnTo>
                    <a:pt x="15486" y="1738"/>
                  </a:lnTo>
                  <a:lnTo>
                    <a:pt x="15447" y="2279"/>
                  </a:lnTo>
                  <a:lnTo>
                    <a:pt x="15486" y="2819"/>
                  </a:lnTo>
                  <a:lnTo>
                    <a:pt x="15370" y="2819"/>
                  </a:lnTo>
                  <a:lnTo>
                    <a:pt x="15331" y="2858"/>
                  </a:lnTo>
                  <a:lnTo>
                    <a:pt x="14906" y="2742"/>
                  </a:lnTo>
                  <a:lnTo>
                    <a:pt x="14443" y="2665"/>
                  </a:lnTo>
                  <a:lnTo>
                    <a:pt x="13980" y="2665"/>
                  </a:lnTo>
                  <a:lnTo>
                    <a:pt x="13516" y="2742"/>
                  </a:lnTo>
                  <a:lnTo>
                    <a:pt x="13169" y="2858"/>
                  </a:lnTo>
                  <a:lnTo>
                    <a:pt x="12976" y="2974"/>
                  </a:lnTo>
                  <a:lnTo>
                    <a:pt x="12783" y="3090"/>
                  </a:lnTo>
                  <a:lnTo>
                    <a:pt x="12628" y="3206"/>
                  </a:lnTo>
                  <a:lnTo>
                    <a:pt x="12512" y="3360"/>
                  </a:lnTo>
                  <a:lnTo>
                    <a:pt x="12396" y="3553"/>
                  </a:lnTo>
                  <a:lnTo>
                    <a:pt x="12396" y="3746"/>
                  </a:lnTo>
                  <a:lnTo>
                    <a:pt x="12396" y="3939"/>
                  </a:lnTo>
                  <a:lnTo>
                    <a:pt x="12474" y="4094"/>
                  </a:lnTo>
                  <a:lnTo>
                    <a:pt x="12628" y="4210"/>
                  </a:lnTo>
                  <a:lnTo>
                    <a:pt x="12783" y="4287"/>
                  </a:lnTo>
                  <a:lnTo>
                    <a:pt x="12976" y="4364"/>
                  </a:lnTo>
                  <a:lnTo>
                    <a:pt x="13169" y="4403"/>
                  </a:lnTo>
                  <a:lnTo>
                    <a:pt x="13516" y="4364"/>
                  </a:lnTo>
                  <a:lnTo>
                    <a:pt x="13864" y="4325"/>
                  </a:lnTo>
                  <a:lnTo>
                    <a:pt x="14211" y="4210"/>
                  </a:lnTo>
                  <a:lnTo>
                    <a:pt x="14520" y="4017"/>
                  </a:lnTo>
                  <a:lnTo>
                    <a:pt x="14829" y="3823"/>
                  </a:lnTo>
                  <a:lnTo>
                    <a:pt x="14597" y="4287"/>
                  </a:lnTo>
                  <a:lnTo>
                    <a:pt x="14288" y="4673"/>
                  </a:lnTo>
                  <a:lnTo>
                    <a:pt x="14134" y="4866"/>
                  </a:lnTo>
                  <a:lnTo>
                    <a:pt x="13941" y="5021"/>
                  </a:lnTo>
                  <a:lnTo>
                    <a:pt x="13709" y="5175"/>
                  </a:lnTo>
                  <a:lnTo>
                    <a:pt x="13516" y="5291"/>
                  </a:lnTo>
                  <a:lnTo>
                    <a:pt x="13130" y="5445"/>
                  </a:lnTo>
                  <a:lnTo>
                    <a:pt x="12744" y="5523"/>
                  </a:lnTo>
                  <a:lnTo>
                    <a:pt x="12396" y="5523"/>
                  </a:lnTo>
                  <a:lnTo>
                    <a:pt x="12049" y="5445"/>
                  </a:lnTo>
                  <a:lnTo>
                    <a:pt x="11740" y="5329"/>
                  </a:lnTo>
                  <a:lnTo>
                    <a:pt x="11431" y="5136"/>
                  </a:lnTo>
                  <a:lnTo>
                    <a:pt x="11122" y="4905"/>
                  </a:lnTo>
                  <a:lnTo>
                    <a:pt x="10852" y="4634"/>
                  </a:lnTo>
                  <a:lnTo>
                    <a:pt x="10543" y="4210"/>
                  </a:lnTo>
                  <a:lnTo>
                    <a:pt x="10195" y="3785"/>
                  </a:lnTo>
                  <a:lnTo>
                    <a:pt x="9616" y="2935"/>
                  </a:lnTo>
                  <a:lnTo>
                    <a:pt x="9307" y="2511"/>
                  </a:lnTo>
                  <a:lnTo>
                    <a:pt x="8960" y="2086"/>
                  </a:lnTo>
                  <a:lnTo>
                    <a:pt x="8573" y="1700"/>
                  </a:lnTo>
                  <a:lnTo>
                    <a:pt x="8187" y="1352"/>
                  </a:lnTo>
                  <a:lnTo>
                    <a:pt x="7647" y="966"/>
                  </a:lnTo>
                  <a:lnTo>
                    <a:pt x="7106" y="657"/>
                  </a:lnTo>
                  <a:lnTo>
                    <a:pt x="6527" y="425"/>
                  </a:lnTo>
                  <a:lnTo>
                    <a:pt x="5948" y="271"/>
                  </a:lnTo>
                  <a:lnTo>
                    <a:pt x="5330" y="155"/>
                  </a:lnTo>
                  <a:lnTo>
                    <a:pt x="4751" y="116"/>
                  </a:lnTo>
                  <a:lnTo>
                    <a:pt x="4133" y="155"/>
                  </a:lnTo>
                  <a:lnTo>
                    <a:pt x="3554" y="271"/>
                  </a:lnTo>
                  <a:lnTo>
                    <a:pt x="3283" y="348"/>
                  </a:lnTo>
                  <a:lnTo>
                    <a:pt x="2936" y="464"/>
                  </a:lnTo>
                  <a:lnTo>
                    <a:pt x="2588" y="618"/>
                  </a:lnTo>
                  <a:lnTo>
                    <a:pt x="2279" y="812"/>
                  </a:lnTo>
                  <a:lnTo>
                    <a:pt x="1932" y="1005"/>
                  </a:lnTo>
                  <a:lnTo>
                    <a:pt x="1661" y="1275"/>
                  </a:lnTo>
                  <a:lnTo>
                    <a:pt x="1353" y="1545"/>
                  </a:lnTo>
                  <a:lnTo>
                    <a:pt x="1082" y="1854"/>
                  </a:lnTo>
                  <a:lnTo>
                    <a:pt x="851" y="2163"/>
                  </a:lnTo>
                  <a:lnTo>
                    <a:pt x="542" y="2665"/>
                  </a:lnTo>
                  <a:lnTo>
                    <a:pt x="310" y="3167"/>
                  </a:lnTo>
                  <a:lnTo>
                    <a:pt x="155" y="3669"/>
                  </a:lnTo>
                  <a:lnTo>
                    <a:pt x="78" y="4171"/>
                  </a:lnTo>
                  <a:lnTo>
                    <a:pt x="1" y="4712"/>
                  </a:lnTo>
                  <a:lnTo>
                    <a:pt x="40" y="5214"/>
                  </a:lnTo>
                  <a:lnTo>
                    <a:pt x="78" y="5716"/>
                  </a:lnTo>
                  <a:lnTo>
                    <a:pt x="194" y="6218"/>
                  </a:lnTo>
                  <a:lnTo>
                    <a:pt x="387" y="6720"/>
                  </a:lnTo>
                  <a:lnTo>
                    <a:pt x="580" y="7222"/>
                  </a:lnTo>
                  <a:lnTo>
                    <a:pt x="812" y="7685"/>
                  </a:lnTo>
                  <a:lnTo>
                    <a:pt x="1082" y="8110"/>
                  </a:lnTo>
                  <a:lnTo>
                    <a:pt x="1430" y="8573"/>
                  </a:lnTo>
                  <a:lnTo>
                    <a:pt x="1777" y="8959"/>
                  </a:lnTo>
                  <a:lnTo>
                    <a:pt x="2125" y="9384"/>
                  </a:lnTo>
                  <a:lnTo>
                    <a:pt x="2550" y="9732"/>
                  </a:lnTo>
                  <a:lnTo>
                    <a:pt x="3090" y="10156"/>
                  </a:lnTo>
                  <a:lnTo>
                    <a:pt x="3631" y="10504"/>
                  </a:lnTo>
                  <a:lnTo>
                    <a:pt x="4210" y="10774"/>
                  </a:lnTo>
                  <a:lnTo>
                    <a:pt x="4789" y="11044"/>
                  </a:lnTo>
                  <a:lnTo>
                    <a:pt x="5407" y="11199"/>
                  </a:lnTo>
                  <a:lnTo>
                    <a:pt x="6025" y="11353"/>
                  </a:lnTo>
                  <a:lnTo>
                    <a:pt x="6643" y="11392"/>
                  </a:lnTo>
                  <a:lnTo>
                    <a:pt x="7261" y="11431"/>
                  </a:lnTo>
                  <a:lnTo>
                    <a:pt x="7338" y="11585"/>
                  </a:lnTo>
                  <a:lnTo>
                    <a:pt x="7647" y="11392"/>
                  </a:lnTo>
                  <a:lnTo>
                    <a:pt x="8458" y="11315"/>
                  </a:lnTo>
                  <a:lnTo>
                    <a:pt x="9269" y="11122"/>
                  </a:lnTo>
                  <a:lnTo>
                    <a:pt x="10079" y="10813"/>
                  </a:lnTo>
                  <a:lnTo>
                    <a:pt x="10852" y="10465"/>
                  </a:lnTo>
                  <a:lnTo>
                    <a:pt x="11547" y="10040"/>
                  </a:lnTo>
                  <a:lnTo>
                    <a:pt x="12165" y="9577"/>
                  </a:lnTo>
                  <a:lnTo>
                    <a:pt x="12435" y="9384"/>
                  </a:lnTo>
                  <a:lnTo>
                    <a:pt x="13053" y="8805"/>
                  </a:lnTo>
                  <a:lnTo>
                    <a:pt x="13632" y="8187"/>
                  </a:lnTo>
                  <a:lnTo>
                    <a:pt x="14134" y="7492"/>
                  </a:lnTo>
                  <a:lnTo>
                    <a:pt x="14597" y="6797"/>
                  </a:lnTo>
                  <a:lnTo>
                    <a:pt x="14945" y="6025"/>
                  </a:lnTo>
                  <a:lnTo>
                    <a:pt x="15099" y="5638"/>
                  </a:lnTo>
                  <a:lnTo>
                    <a:pt x="15254" y="5214"/>
                  </a:lnTo>
                  <a:lnTo>
                    <a:pt x="15331" y="4827"/>
                  </a:lnTo>
                  <a:lnTo>
                    <a:pt x="15408" y="4403"/>
                  </a:lnTo>
                  <a:lnTo>
                    <a:pt x="15486" y="4017"/>
                  </a:lnTo>
                  <a:lnTo>
                    <a:pt x="15486" y="3592"/>
                  </a:lnTo>
                  <a:lnTo>
                    <a:pt x="15679" y="4055"/>
                  </a:lnTo>
                  <a:lnTo>
                    <a:pt x="15949" y="4480"/>
                  </a:lnTo>
                  <a:lnTo>
                    <a:pt x="16258" y="4866"/>
                  </a:lnTo>
                  <a:lnTo>
                    <a:pt x="16605" y="5214"/>
                  </a:lnTo>
                  <a:lnTo>
                    <a:pt x="16760" y="5368"/>
                  </a:lnTo>
                  <a:lnTo>
                    <a:pt x="16992" y="5484"/>
                  </a:lnTo>
                  <a:lnTo>
                    <a:pt x="17185" y="5561"/>
                  </a:lnTo>
                  <a:lnTo>
                    <a:pt x="17416" y="5638"/>
                  </a:lnTo>
                  <a:lnTo>
                    <a:pt x="17609" y="5677"/>
                  </a:lnTo>
                  <a:lnTo>
                    <a:pt x="17841" y="5638"/>
                  </a:lnTo>
                  <a:lnTo>
                    <a:pt x="18034" y="5523"/>
                  </a:lnTo>
                  <a:lnTo>
                    <a:pt x="18189" y="5329"/>
                  </a:lnTo>
                  <a:lnTo>
                    <a:pt x="18304" y="5136"/>
                  </a:lnTo>
                  <a:lnTo>
                    <a:pt x="18343" y="4943"/>
                  </a:lnTo>
                  <a:lnTo>
                    <a:pt x="18304" y="4712"/>
                  </a:lnTo>
                  <a:lnTo>
                    <a:pt x="18266" y="4519"/>
                  </a:lnTo>
                  <a:lnTo>
                    <a:pt x="18189" y="4287"/>
                  </a:lnTo>
                  <a:lnTo>
                    <a:pt x="18073" y="4132"/>
                  </a:lnTo>
                  <a:lnTo>
                    <a:pt x="17957" y="3939"/>
                  </a:lnTo>
                  <a:lnTo>
                    <a:pt x="17802" y="3785"/>
                  </a:lnTo>
                  <a:lnTo>
                    <a:pt x="17648" y="3630"/>
                  </a:lnTo>
                  <a:lnTo>
                    <a:pt x="17416" y="3476"/>
                  </a:lnTo>
                  <a:lnTo>
                    <a:pt x="16953" y="3244"/>
                  </a:lnTo>
                  <a:lnTo>
                    <a:pt x="16490" y="3051"/>
                  </a:lnTo>
                  <a:lnTo>
                    <a:pt x="15988" y="2935"/>
                  </a:lnTo>
                  <a:lnTo>
                    <a:pt x="16412" y="2781"/>
                  </a:lnTo>
                  <a:lnTo>
                    <a:pt x="16837" y="2511"/>
                  </a:lnTo>
                  <a:lnTo>
                    <a:pt x="17185" y="2202"/>
                  </a:lnTo>
                  <a:lnTo>
                    <a:pt x="17494" y="1816"/>
                  </a:lnTo>
                  <a:lnTo>
                    <a:pt x="17609" y="1584"/>
                  </a:lnTo>
                  <a:lnTo>
                    <a:pt x="17725" y="1352"/>
                  </a:lnTo>
                  <a:lnTo>
                    <a:pt x="17764" y="1082"/>
                  </a:lnTo>
                  <a:lnTo>
                    <a:pt x="17802" y="850"/>
                  </a:lnTo>
                  <a:lnTo>
                    <a:pt x="17802" y="580"/>
                  </a:lnTo>
                  <a:lnTo>
                    <a:pt x="17725" y="387"/>
                  </a:lnTo>
                  <a:lnTo>
                    <a:pt x="17571" y="194"/>
                  </a:lnTo>
                  <a:lnTo>
                    <a:pt x="17455" y="116"/>
                  </a:lnTo>
                  <a:lnTo>
                    <a:pt x="17339" y="39"/>
                  </a:lnTo>
                  <a:lnTo>
                    <a:pt x="171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0" name="Google Shape;5160;p21"/>
            <p:cNvSpPr/>
            <p:nvPr/>
          </p:nvSpPr>
          <p:spPr>
            <a:xfrm>
              <a:off x="2141825" y="3698800"/>
              <a:ext cx="126500" cy="70500"/>
            </a:xfrm>
            <a:custGeom>
              <a:avLst/>
              <a:gdLst/>
              <a:ahLst/>
              <a:cxnLst/>
              <a:rect l="l" t="t" r="r" b="b"/>
              <a:pathLst>
                <a:path w="5060" h="2820" extrusionOk="0">
                  <a:moveTo>
                    <a:pt x="4905" y="0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3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433"/>
                  </a:lnTo>
                  <a:lnTo>
                    <a:pt x="39" y="2510"/>
                  </a:lnTo>
                  <a:lnTo>
                    <a:pt x="1" y="2587"/>
                  </a:lnTo>
                  <a:lnTo>
                    <a:pt x="39" y="2703"/>
                  </a:lnTo>
                  <a:lnTo>
                    <a:pt x="116" y="2781"/>
                  </a:lnTo>
                  <a:lnTo>
                    <a:pt x="387" y="2819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1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1" name="Google Shape;5161;p21"/>
            <p:cNvSpPr/>
            <p:nvPr/>
          </p:nvSpPr>
          <p:spPr>
            <a:xfrm>
              <a:off x="436975" y="3704575"/>
              <a:ext cx="144825" cy="162225"/>
            </a:xfrm>
            <a:custGeom>
              <a:avLst/>
              <a:gdLst/>
              <a:ahLst/>
              <a:cxnLst/>
              <a:rect l="l" t="t" r="r" b="b"/>
              <a:pathLst>
                <a:path w="5793" h="6489" extrusionOk="0">
                  <a:moveTo>
                    <a:pt x="2240" y="426"/>
                  </a:moveTo>
                  <a:lnTo>
                    <a:pt x="2781" y="464"/>
                  </a:lnTo>
                  <a:lnTo>
                    <a:pt x="3283" y="580"/>
                  </a:lnTo>
                  <a:lnTo>
                    <a:pt x="3746" y="735"/>
                  </a:lnTo>
                  <a:lnTo>
                    <a:pt x="4171" y="1005"/>
                  </a:lnTo>
                  <a:lnTo>
                    <a:pt x="4557" y="1314"/>
                  </a:lnTo>
                  <a:lnTo>
                    <a:pt x="4750" y="1507"/>
                  </a:lnTo>
                  <a:lnTo>
                    <a:pt x="4905" y="1739"/>
                  </a:lnTo>
                  <a:lnTo>
                    <a:pt x="5021" y="1932"/>
                  </a:lnTo>
                  <a:lnTo>
                    <a:pt x="5136" y="2163"/>
                  </a:lnTo>
                  <a:lnTo>
                    <a:pt x="5214" y="2434"/>
                  </a:lnTo>
                  <a:lnTo>
                    <a:pt x="5291" y="2704"/>
                  </a:lnTo>
                  <a:lnTo>
                    <a:pt x="5330" y="3167"/>
                  </a:lnTo>
                  <a:lnTo>
                    <a:pt x="5330" y="3631"/>
                  </a:lnTo>
                  <a:lnTo>
                    <a:pt x="5214" y="4133"/>
                  </a:lnTo>
                  <a:lnTo>
                    <a:pt x="5021" y="4558"/>
                  </a:lnTo>
                  <a:lnTo>
                    <a:pt x="4789" y="4982"/>
                  </a:lnTo>
                  <a:lnTo>
                    <a:pt x="4480" y="5330"/>
                  </a:lnTo>
                  <a:lnTo>
                    <a:pt x="4287" y="5484"/>
                  </a:lnTo>
                  <a:lnTo>
                    <a:pt x="4094" y="5639"/>
                  </a:lnTo>
                  <a:lnTo>
                    <a:pt x="3901" y="5755"/>
                  </a:lnTo>
                  <a:lnTo>
                    <a:pt x="3669" y="5832"/>
                  </a:lnTo>
                  <a:lnTo>
                    <a:pt x="3360" y="5948"/>
                  </a:lnTo>
                  <a:lnTo>
                    <a:pt x="3090" y="5986"/>
                  </a:lnTo>
                  <a:lnTo>
                    <a:pt x="2820" y="6025"/>
                  </a:lnTo>
                  <a:lnTo>
                    <a:pt x="2549" y="5986"/>
                  </a:lnTo>
                  <a:lnTo>
                    <a:pt x="2279" y="5948"/>
                  </a:lnTo>
                  <a:lnTo>
                    <a:pt x="2047" y="5870"/>
                  </a:lnTo>
                  <a:lnTo>
                    <a:pt x="1854" y="5755"/>
                  </a:lnTo>
                  <a:lnTo>
                    <a:pt x="1622" y="5639"/>
                  </a:lnTo>
                  <a:lnTo>
                    <a:pt x="1429" y="5484"/>
                  </a:lnTo>
                  <a:lnTo>
                    <a:pt x="1275" y="5291"/>
                  </a:lnTo>
                  <a:lnTo>
                    <a:pt x="1082" y="5098"/>
                  </a:lnTo>
                  <a:lnTo>
                    <a:pt x="966" y="4905"/>
                  </a:lnTo>
                  <a:lnTo>
                    <a:pt x="696" y="4442"/>
                  </a:lnTo>
                  <a:lnTo>
                    <a:pt x="541" y="3901"/>
                  </a:lnTo>
                  <a:lnTo>
                    <a:pt x="425" y="3399"/>
                  </a:lnTo>
                  <a:lnTo>
                    <a:pt x="425" y="2858"/>
                  </a:lnTo>
                  <a:lnTo>
                    <a:pt x="503" y="2318"/>
                  </a:lnTo>
                  <a:lnTo>
                    <a:pt x="541" y="2048"/>
                  </a:lnTo>
                  <a:lnTo>
                    <a:pt x="657" y="1816"/>
                  </a:lnTo>
                  <a:lnTo>
                    <a:pt x="734" y="1584"/>
                  </a:lnTo>
                  <a:lnTo>
                    <a:pt x="889" y="1352"/>
                  </a:lnTo>
                  <a:lnTo>
                    <a:pt x="1043" y="1159"/>
                  </a:lnTo>
                  <a:lnTo>
                    <a:pt x="1236" y="1005"/>
                  </a:lnTo>
                  <a:lnTo>
                    <a:pt x="1429" y="812"/>
                  </a:lnTo>
                  <a:lnTo>
                    <a:pt x="1661" y="696"/>
                  </a:lnTo>
                  <a:lnTo>
                    <a:pt x="1893" y="580"/>
                  </a:lnTo>
                  <a:lnTo>
                    <a:pt x="2202" y="503"/>
                  </a:lnTo>
                  <a:lnTo>
                    <a:pt x="2240" y="464"/>
                  </a:lnTo>
                  <a:lnTo>
                    <a:pt x="2240" y="426"/>
                  </a:lnTo>
                  <a:close/>
                  <a:moveTo>
                    <a:pt x="2279" y="1"/>
                  </a:moveTo>
                  <a:lnTo>
                    <a:pt x="1970" y="40"/>
                  </a:lnTo>
                  <a:lnTo>
                    <a:pt x="1893" y="78"/>
                  </a:lnTo>
                  <a:lnTo>
                    <a:pt x="1816" y="117"/>
                  </a:lnTo>
                  <a:lnTo>
                    <a:pt x="1816" y="194"/>
                  </a:lnTo>
                  <a:lnTo>
                    <a:pt x="1816" y="271"/>
                  </a:lnTo>
                  <a:lnTo>
                    <a:pt x="1507" y="349"/>
                  </a:lnTo>
                  <a:lnTo>
                    <a:pt x="1275" y="464"/>
                  </a:lnTo>
                  <a:lnTo>
                    <a:pt x="1043" y="619"/>
                  </a:lnTo>
                  <a:lnTo>
                    <a:pt x="812" y="773"/>
                  </a:lnTo>
                  <a:lnTo>
                    <a:pt x="619" y="966"/>
                  </a:lnTo>
                  <a:lnTo>
                    <a:pt x="464" y="1198"/>
                  </a:lnTo>
                  <a:lnTo>
                    <a:pt x="348" y="1430"/>
                  </a:lnTo>
                  <a:lnTo>
                    <a:pt x="232" y="1661"/>
                  </a:lnTo>
                  <a:lnTo>
                    <a:pt x="117" y="1932"/>
                  </a:lnTo>
                  <a:lnTo>
                    <a:pt x="78" y="2202"/>
                  </a:lnTo>
                  <a:lnTo>
                    <a:pt x="1" y="2781"/>
                  </a:lnTo>
                  <a:lnTo>
                    <a:pt x="1" y="3360"/>
                  </a:lnTo>
                  <a:lnTo>
                    <a:pt x="78" y="3901"/>
                  </a:lnTo>
                  <a:lnTo>
                    <a:pt x="271" y="4519"/>
                  </a:lnTo>
                  <a:lnTo>
                    <a:pt x="387" y="4828"/>
                  </a:lnTo>
                  <a:lnTo>
                    <a:pt x="541" y="5098"/>
                  </a:lnTo>
                  <a:lnTo>
                    <a:pt x="696" y="5330"/>
                  </a:lnTo>
                  <a:lnTo>
                    <a:pt x="850" y="5561"/>
                  </a:lnTo>
                  <a:lnTo>
                    <a:pt x="1082" y="5793"/>
                  </a:lnTo>
                  <a:lnTo>
                    <a:pt x="1275" y="5986"/>
                  </a:lnTo>
                  <a:lnTo>
                    <a:pt x="1507" y="6141"/>
                  </a:lnTo>
                  <a:lnTo>
                    <a:pt x="1738" y="6257"/>
                  </a:lnTo>
                  <a:lnTo>
                    <a:pt x="2009" y="6372"/>
                  </a:lnTo>
                  <a:lnTo>
                    <a:pt x="2279" y="6450"/>
                  </a:lnTo>
                  <a:lnTo>
                    <a:pt x="2588" y="6488"/>
                  </a:lnTo>
                  <a:lnTo>
                    <a:pt x="2897" y="6488"/>
                  </a:lnTo>
                  <a:lnTo>
                    <a:pt x="3206" y="6450"/>
                  </a:lnTo>
                  <a:lnTo>
                    <a:pt x="3553" y="6372"/>
                  </a:lnTo>
                  <a:lnTo>
                    <a:pt x="3862" y="6257"/>
                  </a:lnTo>
                  <a:lnTo>
                    <a:pt x="4132" y="6141"/>
                  </a:lnTo>
                  <a:lnTo>
                    <a:pt x="4403" y="5986"/>
                  </a:lnTo>
                  <a:lnTo>
                    <a:pt x="4634" y="5793"/>
                  </a:lnTo>
                  <a:lnTo>
                    <a:pt x="4866" y="5600"/>
                  </a:lnTo>
                  <a:lnTo>
                    <a:pt x="5059" y="5368"/>
                  </a:lnTo>
                  <a:lnTo>
                    <a:pt x="5214" y="5137"/>
                  </a:lnTo>
                  <a:lnTo>
                    <a:pt x="5368" y="4866"/>
                  </a:lnTo>
                  <a:lnTo>
                    <a:pt x="5523" y="4635"/>
                  </a:lnTo>
                  <a:lnTo>
                    <a:pt x="5638" y="4326"/>
                  </a:lnTo>
                  <a:lnTo>
                    <a:pt x="5716" y="4056"/>
                  </a:lnTo>
                  <a:lnTo>
                    <a:pt x="5754" y="3747"/>
                  </a:lnTo>
                  <a:lnTo>
                    <a:pt x="5793" y="3438"/>
                  </a:lnTo>
                  <a:lnTo>
                    <a:pt x="5793" y="3129"/>
                  </a:lnTo>
                  <a:lnTo>
                    <a:pt x="5793" y="2858"/>
                  </a:lnTo>
                  <a:lnTo>
                    <a:pt x="5716" y="2550"/>
                  </a:lnTo>
                  <a:lnTo>
                    <a:pt x="5638" y="2241"/>
                  </a:lnTo>
                  <a:lnTo>
                    <a:pt x="5523" y="1932"/>
                  </a:lnTo>
                  <a:lnTo>
                    <a:pt x="5368" y="1661"/>
                  </a:lnTo>
                  <a:lnTo>
                    <a:pt x="5214" y="1391"/>
                  </a:lnTo>
                  <a:lnTo>
                    <a:pt x="5021" y="1159"/>
                  </a:lnTo>
                  <a:lnTo>
                    <a:pt x="4828" y="928"/>
                  </a:lnTo>
                  <a:lnTo>
                    <a:pt x="4596" y="735"/>
                  </a:lnTo>
                  <a:lnTo>
                    <a:pt x="4326" y="542"/>
                  </a:lnTo>
                  <a:lnTo>
                    <a:pt x="4094" y="387"/>
                  </a:lnTo>
                  <a:lnTo>
                    <a:pt x="3824" y="271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2" name="Google Shape;5162;p21"/>
            <p:cNvSpPr/>
            <p:nvPr/>
          </p:nvSpPr>
          <p:spPr>
            <a:xfrm>
              <a:off x="6171275" y="3733550"/>
              <a:ext cx="103325" cy="132275"/>
            </a:xfrm>
            <a:custGeom>
              <a:avLst/>
              <a:gdLst/>
              <a:ahLst/>
              <a:cxnLst/>
              <a:rect l="l" t="t" r="r" b="b"/>
              <a:pathLst>
                <a:path w="4133" h="5291" extrusionOk="0">
                  <a:moveTo>
                    <a:pt x="2511" y="0"/>
                  </a:moveTo>
                  <a:lnTo>
                    <a:pt x="2279" y="39"/>
                  </a:lnTo>
                  <a:lnTo>
                    <a:pt x="2048" y="39"/>
                  </a:lnTo>
                  <a:lnTo>
                    <a:pt x="1816" y="116"/>
                  </a:lnTo>
                  <a:lnTo>
                    <a:pt x="1430" y="271"/>
                  </a:lnTo>
                  <a:lnTo>
                    <a:pt x="1121" y="464"/>
                  </a:lnTo>
                  <a:lnTo>
                    <a:pt x="850" y="695"/>
                  </a:lnTo>
                  <a:lnTo>
                    <a:pt x="619" y="966"/>
                  </a:lnTo>
                  <a:lnTo>
                    <a:pt x="464" y="1236"/>
                  </a:lnTo>
                  <a:lnTo>
                    <a:pt x="310" y="1584"/>
                  </a:lnTo>
                  <a:lnTo>
                    <a:pt x="194" y="1931"/>
                  </a:lnTo>
                  <a:lnTo>
                    <a:pt x="117" y="2279"/>
                  </a:lnTo>
                  <a:lnTo>
                    <a:pt x="40" y="2665"/>
                  </a:lnTo>
                  <a:lnTo>
                    <a:pt x="1" y="3051"/>
                  </a:lnTo>
                  <a:lnTo>
                    <a:pt x="1" y="3823"/>
                  </a:lnTo>
                  <a:lnTo>
                    <a:pt x="1" y="5291"/>
                  </a:lnTo>
                  <a:lnTo>
                    <a:pt x="426" y="5291"/>
                  </a:lnTo>
                  <a:lnTo>
                    <a:pt x="464" y="4750"/>
                  </a:lnTo>
                  <a:lnTo>
                    <a:pt x="464" y="4209"/>
                  </a:lnTo>
                  <a:lnTo>
                    <a:pt x="464" y="3669"/>
                  </a:lnTo>
                  <a:lnTo>
                    <a:pt x="503" y="3128"/>
                  </a:lnTo>
                  <a:lnTo>
                    <a:pt x="542" y="2588"/>
                  </a:lnTo>
                  <a:lnTo>
                    <a:pt x="696" y="2047"/>
                  </a:lnTo>
                  <a:lnTo>
                    <a:pt x="773" y="1815"/>
                  </a:lnTo>
                  <a:lnTo>
                    <a:pt x="889" y="1584"/>
                  </a:lnTo>
                  <a:lnTo>
                    <a:pt x="1044" y="1352"/>
                  </a:lnTo>
                  <a:lnTo>
                    <a:pt x="1198" y="1159"/>
                  </a:lnTo>
                  <a:lnTo>
                    <a:pt x="1391" y="966"/>
                  </a:lnTo>
                  <a:lnTo>
                    <a:pt x="1623" y="811"/>
                  </a:lnTo>
                  <a:lnTo>
                    <a:pt x="1893" y="657"/>
                  </a:lnTo>
                  <a:lnTo>
                    <a:pt x="2163" y="580"/>
                  </a:lnTo>
                  <a:lnTo>
                    <a:pt x="2434" y="541"/>
                  </a:lnTo>
                  <a:lnTo>
                    <a:pt x="2704" y="580"/>
                  </a:lnTo>
                  <a:lnTo>
                    <a:pt x="2974" y="657"/>
                  </a:lnTo>
                  <a:lnTo>
                    <a:pt x="3206" y="811"/>
                  </a:lnTo>
                  <a:lnTo>
                    <a:pt x="3360" y="966"/>
                  </a:lnTo>
                  <a:lnTo>
                    <a:pt x="3515" y="1197"/>
                  </a:lnTo>
                  <a:lnTo>
                    <a:pt x="3592" y="1429"/>
                  </a:lnTo>
                  <a:lnTo>
                    <a:pt x="3669" y="1661"/>
                  </a:lnTo>
                  <a:lnTo>
                    <a:pt x="4133" y="1584"/>
                  </a:lnTo>
                  <a:lnTo>
                    <a:pt x="4017" y="1197"/>
                  </a:lnTo>
                  <a:lnTo>
                    <a:pt x="3862" y="850"/>
                  </a:lnTo>
                  <a:lnTo>
                    <a:pt x="3631" y="541"/>
                  </a:lnTo>
                  <a:lnTo>
                    <a:pt x="3399" y="309"/>
                  </a:lnTo>
                  <a:lnTo>
                    <a:pt x="3245" y="193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4" y="39"/>
                  </a:lnTo>
                  <a:lnTo>
                    <a:pt x="25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3" name="Google Shape;5163;p21"/>
            <p:cNvSpPr/>
            <p:nvPr/>
          </p:nvSpPr>
          <p:spPr>
            <a:xfrm>
              <a:off x="6036125" y="3735475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41"/>
                  </a:lnTo>
                  <a:lnTo>
                    <a:pt x="12319" y="618"/>
                  </a:lnTo>
                  <a:lnTo>
                    <a:pt x="12628" y="850"/>
                  </a:lnTo>
                  <a:lnTo>
                    <a:pt x="12898" y="1120"/>
                  </a:lnTo>
                  <a:lnTo>
                    <a:pt x="13130" y="1468"/>
                  </a:lnTo>
                  <a:lnTo>
                    <a:pt x="13323" y="1854"/>
                  </a:lnTo>
                  <a:lnTo>
                    <a:pt x="13477" y="2240"/>
                  </a:lnTo>
                  <a:lnTo>
                    <a:pt x="13632" y="2665"/>
                  </a:lnTo>
                  <a:lnTo>
                    <a:pt x="13864" y="3437"/>
                  </a:lnTo>
                  <a:lnTo>
                    <a:pt x="13091" y="3013"/>
                  </a:lnTo>
                  <a:lnTo>
                    <a:pt x="12705" y="2742"/>
                  </a:lnTo>
                  <a:lnTo>
                    <a:pt x="12358" y="2472"/>
                  </a:lnTo>
                  <a:lnTo>
                    <a:pt x="12010" y="2124"/>
                  </a:lnTo>
                  <a:lnTo>
                    <a:pt x="11817" y="1893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696"/>
                  </a:lnTo>
                  <a:lnTo>
                    <a:pt x="11778" y="618"/>
                  </a:lnTo>
                  <a:lnTo>
                    <a:pt x="11856" y="541"/>
                  </a:lnTo>
                  <a:lnTo>
                    <a:pt x="11971" y="503"/>
                  </a:lnTo>
                  <a:close/>
                  <a:moveTo>
                    <a:pt x="16296" y="1584"/>
                  </a:moveTo>
                  <a:lnTo>
                    <a:pt x="16412" y="1661"/>
                  </a:lnTo>
                  <a:lnTo>
                    <a:pt x="16489" y="1700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18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35"/>
                  </a:lnTo>
                  <a:lnTo>
                    <a:pt x="15949" y="3167"/>
                  </a:lnTo>
                  <a:lnTo>
                    <a:pt x="15563" y="3360"/>
                  </a:lnTo>
                  <a:lnTo>
                    <a:pt x="15138" y="3515"/>
                  </a:lnTo>
                  <a:lnTo>
                    <a:pt x="14713" y="3630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1" y="3322"/>
                  </a:lnTo>
                  <a:lnTo>
                    <a:pt x="14636" y="2974"/>
                  </a:lnTo>
                  <a:lnTo>
                    <a:pt x="14829" y="2588"/>
                  </a:lnTo>
                  <a:lnTo>
                    <a:pt x="15099" y="2279"/>
                  </a:lnTo>
                  <a:lnTo>
                    <a:pt x="15408" y="1931"/>
                  </a:lnTo>
                  <a:lnTo>
                    <a:pt x="15640" y="1777"/>
                  </a:lnTo>
                  <a:lnTo>
                    <a:pt x="15872" y="1661"/>
                  </a:lnTo>
                  <a:lnTo>
                    <a:pt x="16103" y="1584"/>
                  </a:lnTo>
                  <a:close/>
                  <a:moveTo>
                    <a:pt x="13864" y="4287"/>
                  </a:moveTo>
                  <a:lnTo>
                    <a:pt x="13671" y="4519"/>
                  </a:lnTo>
                  <a:lnTo>
                    <a:pt x="13477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09"/>
                  </a:lnTo>
                  <a:lnTo>
                    <a:pt x="11083" y="5870"/>
                  </a:lnTo>
                  <a:lnTo>
                    <a:pt x="10968" y="5793"/>
                  </a:lnTo>
                  <a:lnTo>
                    <a:pt x="10929" y="5677"/>
                  </a:lnTo>
                  <a:lnTo>
                    <a:pt x="10890" y="5600"/>
                  </a:lnTo>
                  <a:lnTo>
                    <a:pt x="10890" y="5445"/>
                  </a:lnTo>
                  <a:lnTo>
                    <a:pt x="11006" y="5252"/>
                  </a:lnTo>
                  <a:lnTo>
                    <a:pt x="11122" y="5098"/>
                  </a:lnTo>
                  <a:lnTo>
                    <a:pt x="11276" y="4943"/>
                  </a:lnTo>
                  <a:lnTo>
                    <a:pt x="11547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8" y="4441"/>
                  </a:lnTo>
                  <a:lnTo>
                    <a:pt x="13246" y="4403"/>
                  </a:lnTo>
                  <a:lnTo>
                    <a:pt x="13555" y="4325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57"/>
                  </a:lnTo>
                  <a:lnTo>
                    <a:pt x="15408" y="4750"/>
                  </a:lnTo>
                  <a:lnTo>
                    <a:pt x="15717" y="4943"/>
                  </a:lnTo>
                  <a:lnTo>
                    <a:pt x="15910" y="5136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83" y="5986"/>
                  </a:lnTo>
                  <a:lnTo>
                    <a:pt x="16876" y="6333"/>
                  </a:lnTo>
                  <a:lnTo>
                    <a:pt x="16991" y="6642"/>
                  </a:lnTo>
                  <a:lnTo>
                    <a:pt x="16991" y="6797"/>
                  </a:lnTo>
                  <a:lnTo>
                    <a:pt x="16991" y="6951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528" y="7337"/>
                  </a:lnTo>
                  <a:lnTo>
                    <a:pt x="16374" y="7299"/>
                  </a:lnTo>
                  <a:lnTo>
                    <a:pt x="16142" y="7183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408" y="6565"/>
                  </a:lnTo>
                  <a:lnTo>
                    <a:pt x="15061" y="6140"/>
                  </a:lnTo>
                  <a:lnTo>
                    <a:pt x="14829" y="5677"/>
                  </a:lnTo>
                  <a:lnTo>
                    <a:pt x="14636" y="5214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70" y="116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45" y="580"/>
                  </a:lnTo>
                  <a:lnTo>
                    <a:pt x="10968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29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1" y="2704"/>
                  </a:lnTo>
                  <a:lnTo>
                    <a:pt x="12396" y="3090"/>
                  </a:lnTo>
                  <a:lnTo>
                    <a:pt x="12898" y="3399"/>
                  </a:lnTo>
                  <a:lnTo>
                    <a:pt x="12049" y="3283"/>
                  </a:lnTo>
                  <a:lnTo>
                    <a:pt x="11199" y="3244"/>
                  </a:lnTo>
                  <a:lnTo>
                    <a:pt x="10427" y="3322"/>
                  </a:lnTo>
                  <a:lnTo>
                    <a:pt x="9616" y="3476"/>
                  </a:lnTo>
                  <a:lnTo>
                    <a:pt x="9616" y="3476"/>
                  </a:lnTo>
                  <a:lnTo>
                    <a:pt x="9655" y="2974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584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51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48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14"/>
                  </a:lnTo>
                  <a:lnTo>
                    <a:pt x="5407" y="5523"/>
                  </a:lnTo>
                  <a:lnTo>
                    <a:pt x="4596" y="6179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18"/>
                  </a:lnTo>
                  <a:lnTo>
                    <a:pt x="541" y="10967"/>
                  </a:lnTo>
                  <a:lnTo>
                    <a:pt x="1" y="11778"/>
                  </a:lnTo>
                  <a:lnTo>
                    <a:pt x="348" y="12048"/>
                  </a:lnTo>
                  <a:lnTo>
                    <a:pt x="1545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40"/>
                  </a:lnTo>
                  <a:lnTo>
                    <a:pt x="6256" y="5561"/>
                  </a:lnTo>
                  <a:lnTo>
                    <a:pt x="7106" y="5059"/>
                  </a:lnTo>
                  <a:lnTo>
                    <a:pt x="8033" y="4596"/>
                  </a:lnTo>
                  <a:lnTo>
                    <a:pt x="8458" y="4403"/>
                  </a:lnTo>
                  <a:lnTo>
                    <a:pt x="8960" y="4248"/>
                  </a:lnTo>
                  <a:lnTo>
                    <a:pt x="9423" y="4094"/>
                  </a:lnTo>
                  <a:lnTo>
                    <a:pt x="9886" y="3978"/>
                  </a:lnTo>
                  <a:lnTo>
                    <a:pt x="10388" y="3901"/>
                  </a:lnTo>
                  <a:lnTo>
                    <a:pt x="10852" y="3824"/>
                  </a:lnTo>
                  <a:lnTo>
                    <a:pt x="12358" y="3824"/>
                  </a:lnTo>
                  <a:lnTo>
                    <a:pt x="12860" y="3901"/>
                  </a:lnTo>
                  <a:lnTo>
                    <a:pt x="12358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19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6" y="5252"/>
                  </a:lnTo>
                  <a:lnTo>
                    <a:pt x="10388" y="5484"/>
                  </a:lnTo>
                  <a:lnTo>
                    <a:pt x="10388" y="5716"/>
                  </a:lnTo>
                  <a:lnTo>
                    <a:pt x="10466" y="5947"/>
                  </a:lnTo>
                  <a:lnTo>
                    <a:pt x="10581" y="6140"/>
                  </a:lnTo>
                  <a:lnTo>
                    <a:pt x="10659" y="6256"/>
                  </a:lnTo>
                  <a:lnTo>
                    <a:pt x="10774" y="6333"/>
                  </a:lnTo>
                  <a:lnTo>
                    <a:pt x="11006" y="6411"/>
                  </a:lnTo>
                  <a:lnTo>
                    <a:pt x="11276" y="6449"/>
                  </a:lnTo>
                  <a:lnTo>
                    <a:pt x="11585" y="6411"/>
                  </a:lnTo>
                  <a:lnTo>
                    <a:pt x="11894" y="6333"/>
                  </a:lnTo>
                  <a:lnTo>
                    <a:pt x="12165" y="6256"/>
                  </a:lnTo>
                  <a:lnTo>
                    <a:pt x="12628" y="6025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677"/>
                  </a:lnTo>
                  <a:lnTo>
                    <a:pt x="14057" y="4866"/>
                  </a:lnTo>
                  <a:lnTo>
                    <a:pt x="14211" y="5368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3" y="6835"/>
                  </a:lnTo>
                  <a:lnTo>
                    <a:pt x="15177" y="7067"/>
                  </a:lnTo>
                  <a:lnTo>
                    <a:pt x="15408" y="7260"/>
                  </a:lnTo>
                  <a:lnTo>
                    <a:pt x="15679" y="7492"/>
                  </a:lnTo>
                  <a:lnTo>
                    <a:pt x="15987" y="7646"/>
                  </a:lnTo>
                  <a:lnTo>
                    <a:pt x="16296" y="7801"/>
                  </a:lnTo>
                  <a:lnTo>
                    <a:pt x="16605" y="7839"/>
                  </a:lnTo>
                  <a:lnTo>
                    <a:pt x="16876" y="7839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08"/>
                  </a:lnTo>
                  <a:lnTo>
                    <a:pt x="17378" y="7492"/>
                  </a:lnTo>
                  <a:lnTo>
                    <a:pt x="17455" y="7376"/>
                  </a:lnTo>
                  <a:lnTo>
                    <a:pt x="17455" y="7222"/>
                  </a:lnTo>
                  <a:lnTo>
                    <a:pt x="17493" y="6913"/>
                  </a:lnTo>
                  <a:lnTo>
                    <a:pt x="17416" y="6604"/>
                  </a:lnTo>
                  <a:lnTo>
                    <a:pt x="17339" y="6256"/>
                  </a:lnTo>
                  <a:lnTo>
                    <a:pt x="17185" y="5947"/>
                  </a:lnTo>
                  <a:lnTo>
                    <a:pt x="17030" y="5677"/>
                  </a:lnTo>
                  <a:lnTo>
                    <a:pt x="16914" y="5484"/>
                  </a:lnTo>
                  <a:lnTo>
                    <a:pt x="16721" y="5214"/>
                  </a:lnTo>
                  <a:lnTo>
                    <a:pt x="16489" y="4982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08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26"/>
                  </a:lnTo>
                  <a:lnTo>
                    <a:pt x="17107" y="2395"/>
                  </a:lnTo>
                  <a:lnTo>
                    <a:pt x="17146" y="2163"/>
                  </a:lnTo>
                  <a:lnTo>
                    <a:pt x="17146" y="1931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20"/>
                  </a:lnTo>
                  <a:lnTo>
                    <a:pt x="15910" y="1159"/>
                  </a:lnTo>
                  <a:lnTo>
                    <a:pt x="15679" y="1236"/>
                  </a:lnTo>
                  <a:lnTo>
                    <a:pt x="15485" y="1314"/>
                  </a:lnTo>
                  <a:lnTo>
                    <a:pt x="15292" y="1429"/>
                  </a:lnTo>
                  <a:lnTo>
                    <a:pt x="14906" y="1777"/>
                  </a:lnTo>
                  <a:lnTo>
                    <a:pt x="14597" y="2124"/>
                  </a:lnTo>
                  <a:lnTo>
                    <a:pt x="14327" y="2549"/>
                  </a:lnTo>
                  <a:lnTo>
                    <a:pt x="14095" y="3013"/>
                  </a:lnTo>
                  <a:lnTo>
                    <a:pt x="13979" y="2433"/>
                  </a:lnTo>
                  <a:lnTo>
                    <a:pt x="13748" y="1854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25"/>
                  </a:lnTo>
                  <a:lnTo>
                    <a:pt x="12589" y="271"/>
                  </a:lnTo>
                  <a:lnTo>
                    <a:pt x="12358" y="116"/>
                  </a:lnTo>
                  <a:lnTo>
                    <a:pt x="121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4" name="Google Shape;5164;p21"/>
            <p:cNvSpPr/>
            <p:nvPr/>
          </p:nvSpPr>
          <p:spPr>
            <a:xfrm>
              <a:off x="2084875" y="3742225"/>
              <a:ext cx="66625" cy="99475"/>
            </a:xfrm>
            <a:custGeom>
              <a:avLst/>
              <a:gdLst/>
              <a:ahLst/>
              <a:cxnLst/>
              <a:rect l="l" t="t" r="r" b="b"/>
              <a:pathLst>
                <a:path w="2665" h="3979" extrusionOk="0">
                  <a:moveTo>
                    <a:pt x="850" y="1"/>
                  </a:moveTo>
                  <a:lnTo>
                    <a:pt x="502" y="155"/>
                  </a:lnTo>
                  <a:lnTo>
                    <a:pt x="618" y="233"/>
                  </a:lnTo>
                  <a:lnTo>
                    <a:pt x="464" y="619"/>
                  </a:lnTo>
                  <a:lnTo>
                    <a:pt x="271" y="1082"/>
                  </a:lnTo>
                  <a:lnTo>
                    <a:pt x="116" y="1623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74"/>
                  </a:lnTo>
                  <a:lnTo>
                    <a:pt x="77" y="3206"/>
                  </a:lnTo>
                  <a:lnTo>
                    <a:pt x="155" y="3399"/>
                  </a:lnTo>
                  <a:lnTo>
                    <a:pt x="309" y="3592"/>
                  </a:lnTo>
                  <a:lnTo>
                    <a:pt x="464" y="3747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78"/>
                  </a:lnTo>
                  <a:lnTo>
                    <a:pt x="1313" y="3940"/>
                  </a:lnTo>
                  <a:lnTo>
                    <a:pt x="1506" y="3824"/>
                  </a:lnTo>
                  <a:lnTo>
                    <a:pt x="1661" y="3708"/>
                  </a:lnTo>
                  <a:lnTo>
                    <a:pt x="1815" y="3515"/>
                  </a:lnTo>
                  <a:lnTo>
                    <a:pt x="1970" y="3322"/>
                  </a:lnTo>
                  <a:lnTo>
                    <a:pt x="2085" y="3090"/>
                  </a:lnTo>
                  <a:lnTo>
                    <a:pt x="2317" y="2550"/>
                  </a:lnTo>
                  <a:lnTo>
                    <a:pt x="2510" y="2009"/>
                  </a:lnTo>
                  <a:lnTo>
                    <a:pt x="2626" y="1507"/>
                  </a:lnTo>
                  <a:lnTo>
                    <a:pt x="2665" y="1082"/>
                  </a:lnTo>
                  <a:lnTo>
                    <a:pt x="2394" y="1044"/>
                  </a:lnTo>
                  <a:lnTo>
                    <a:pt x="2008" y="2048"/>
                  </a:lnTo>
                  <a:lnTo>
                    <a:pt x="1738" y="2704"/>
                  </a:lnTo>
                  <a:lnTo>
                    <a:pt x="1545" y="3052"/>
                  </a:lnTo>
                  <a:lnTo>
                    <a:pt x="1468" y="3206"/>
                  </a:lnTo>
                  <a:lnTo>
                    <a:pt x="1313" y="3322"/>
                  </a:lnTo>
                  <a:lnTo>
                    <a:pt x="1159" y="3322"/>
                  </a:lnTo>
                  <a:lnTo>
                    <a:pt x="966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936"/>
                  </a:lnTo>
                  <a:lnTo>
                    <a:pt x="541" y="2704"/>
                  </a:lnTo>
                  <a:lnTo>
                    <a:pt x="541" y="2395"/>
                  </a:lnTo>
                  <a:lnTo>
                    <a:pt x="579" y="2086"/>
                  </a:lnTo>
                  <a:lnTo>
                    <a:pt x="618" y="1623"/>
                  </a:lnTo>
                  <a:lnTo>
                    <a:pt x="734" y="1198"/>
                  </a:lnTo>
                  <a:lnTo>
                    <a:pt x="888" y="773"/>
                  </a:lnTo>
                  <a:lnTo>
                    <a:pt x="1043" y="348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6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5" name="Google Shape;5165;p21"/>
            <p:cNvSpPr/>
            <p:nvPr/>
          </p:nvSpPr>
          <p:spPr>
            <a:xfrm>
              <a:off x="3315725" y="3754775"/>
              <a:ext cx="374575" cy="387150"/>
            </a:xfrm>
            <a:custGeom>
              <a:avLst/>
              <a:gdLst/>
              <a:ahLst/>
              <a:cxnLst/>
              <a:rect l="l" t="t" r="r" b="b"/>
              <a:pathLst>
                <a:path w="14983" h="15486" extrusionOk="0">
                  <a:moveTo>
                    <a:pt x="7453" y="503"/>
                  </a:moveTo>
                  <a:lnTo>
                    <a:pt x="8032" y="542"/>
                  </a:lnTo>
                  <a:lnTo>
                    <a:pt x="8611" y="580"/>
                  </a:lnTo>
                  <a:lnTo>
                    <a:pt x="9152" y="696"/>
                  </a:lnTo>
                  <a:lnTo>
                    <a:pt x="9693" y="850"/>
                  </a:lnTo>
                  <a:lnTo>
                    <a:pt x="10195" y="1044"/>
                  </a:lnTo>
                  <a:lnTo>
                    <a:pt x="10697" y="1275"/>
                  </a:lnTo>
                  <a:lnTo>
                    <a:pt x="11160" y="1546"/>
                  </a:lnTo>
                  <a:lnTo>
                    <a:pt x="11623" y="1816"/>
                  </a:lnTo>
                  <a:lnTo>
                    <a:pt x="10812" y="2202"/>
                  </a:lnTo>
                  <a:lnTo>
                    <a:pt x="10040" y="2627"/>
                  </a:lnTo>
                  <a:lnTo>
                    <a:pt x="9306" y="3090"/>
                  </a:lnTo>
                  <a:lnTo>
                    <a:pt x="8611" y="3631"/>
                  </a:lnTo>
                  <a:lnTo>
                    <a:pt x="7955" y="4171"/>
                  </a:lnTo>
                  <a:lnTo>
                    <a:pt x="7298" y="4789"/>
                  </a:lnTo>
                  <a:lnTo>
                    <a:pt x="6719" y="5446"/>
                  </a:lnTo>
                  <a:lnTo>
                    <a:pt x="6140" y="6141"/>
                  </a:lnTo>
                  <a:lnTo>
                    <a:pt x="5638" y="6874"/>
                  </a:lnTo>
                  <a:lnTo>
                    <a:pt x="5213" y="7647"/>
                  </a:lnTo>
                  <a:lnTo>
                    <a:pt x="4788" y="8419"/>
                  </a:lnTo>
                  <a:lnTo>
                    <a:pt x="4480" y="9230"/>
                  </a:lnTo>
                  <a:lnTo>
                    <a:pt x="4171" y="10041"/>
                  </a:lnTo>
                  <a:lnTo>
                    <a:pt x="3978" y="10890"/>
                  </a:lnTo>
                  <a:lnTo>
                    <a:pt x="3823" y="11778"/>
                  </a:lnTo>
                  <a:lnTo>
                    <a:pt x="3746" y="12667"/>
                  </a:lnTo>
                  <a:lnTo>
                    <a:pt x="3553" y="12667"/>
                  </a:lnTo>
                  <a:lnTo>
                    <a:pt x="3282" y="11856"/>
                  </a:lnTo>
                  <a:lnTo>
                    <a:pt x="3051" y="11045"/>
                  </a:lnTo>
                  <a:lnTo>
                    <a:pt x="2858" y="10195"/>
                  </a:lnTo>
                  <a:lnTo>
                    <a:pt x="2703" y="9346"/>
                  </a:lnTo>
                  <a:lnTo>
                    <a:pt x="2587" y="8535"/>
                  </a:lnTo>
                  <a:lnTo>
                    <a:pt x="2549" y="7685"/>
                  </a:lnTo>
                  <a:lnTo>
                    <a:pt x="2587" y="6797"/>
                  </a:lnTo>
                  <a:lnTo>
                    <a:pt x="2703" y="5948"/>
                  </a:lnTo>
                  <a:lnTo>
                    <a:pt x="2858" y="5214"/>
                  </a:lnTo>
                  <a:lnTo>
                    <a:pt x="3051" y="4519"/>
                  </a:lnTo>
                  <a:lnTo>
                    <a:pt x="3321" y="3824"/>
                  </a:lnTo>
                  <a:lnTo>
                    <a:pt x="3669" y="3206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30"/>
                  </a:lnTo>
                  <a:lnTo>
                    <a:pt x="5406" y="889"/>
                  </a:lnTo>
                  <a:lnTo>
                    <a:pt x="5908" y="735"/>
                  </a:lnTo>
                  <a:lnTo>
                    <a:pt x="6410" y="619"/>
                  </a:lnTo>
                  <a:lnTo>
                    <a:pt x="6951" y="542"/>
                  </a:lnTo>
                  <a:lnTo>
                    <a:pt x="7453" y="503"/>
                  </a:lnTo>
                  <a:close/>
                  <a:moveTo>
                    <a:pt x="11932" y="2086"/>
                  </a:moveTo>
                  <a:lnTo>
                    <a:pt x="12357" y="2434"/>
                  </a:lnTo>
                  <a:lnTo>
                    <a:pt x="12704" y="2820"/>
                  </a:lnTo>
                  <a:lnTo>
                    <a:pt x="13013" y="3206"/>
                  </a:lnTo>
                  <a:lnTo>
                    <a:pt x="13322" y="3669"/>
                  </a:lnTo>
                  <a:lnTo>
                    <a:pt x="13593" y="4094"/>
                  </a:lnTo>
                  <a:lnTo>
                    <a:pt x="13863" y="4596"/>
                  </a:lnTo>
                  <a:lnTo>
                    <a:pt x="14056" y="5098"/>
                  </a:lnTo>
                  <a:lnTo>
                    <a:pt x="14210" y="5600"/>
                  </a:lnTo>
                  <a:lnTo>
                    <a:pt x="14326" y="6102"/>
                  </a:lnTo>
                  <a:lnTo>
                    <a:pt x="14442" y="6643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64" y="6952"/>
                  </a:lnTo>
                  <a:lnTo>
                    <a:pt x="11392" y="7145"/>
                  </a:lnTo>
                  <a:lnTo>
                    <a:pt x="10658" y="7415"/>
                  </a:lnTo>
                  <a:lnTo>
                    <a:pt x="9924" y="7724"/>
                  </a:lnTo>
                  <a:lnTo>
                    <a:pt x="9229" y="8033"/>
                  </a:lnTo>
                  <a:lnTo>
                    <a:pt x="8534" y="8419"/>
                  </a:lnTo>
                  <a:lnTo>
                    <a:pt x="7878" y="8844"/>
                  </a:lnTo>
                  <a:lnTo>
                    <a:pt x="7260" y="9307"/>
                  </a:lnTo>
                  <a:lnTo>
                    <a:pt x="6642" y="9809"/>
                  </a:lnTo>
                  <a:lnTo>
                    <a:pt x="6101" y="10350"/>
                  </a:lnTo>
                  <a:lnTo>
                    <a:pt x="5561" y="10890"/>
                  </a:lnTo>
                  <a:lnTo>
                    <a:pt x="5097" y="11508"/>
                  </a:lnTo>
                  <a:lnTo>
                    <a:pt x="4634" y="12126"/>
                  </a:lnTo>
                  <a:lnTo>
                    <a:pt x="4248" y="12821"/>
                  </a:lnTo>
                  <a:lnTo>
                    <a:pt x="4132" y="12744"/>
                  </a:lnTo>
                  <a:lnTo>
                    <a:pt x="3978" y="12667"/>
                  </a:lnTo>
                  <a:lnTo>
                    <a:pt x="4093" y="11817"/>
                  </a:lnTo>
                  <a:lnTo>
                    <a:pt x="4325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3" y="8496"/>
                  </a:lnTo>
                  <a:lnTo>
                    <a:pt x="5599" y="7724"/>
                  </a:lnTo>
                  <a:lnTo>
                    <a:pt x="6024" y="6990"/>
                  </a:lnTo>
                  <a:lnTo>
                    <a:pt x="6526" y="6295"/>
                  </a:lnTo>
                  <a:lnTo>
                    <a:pt x="7067" y="5600"/>
                  </a:lnTo>
                  <a:lnTo>
                    <a:pt x="7607" y="4982"/>
                  </a:lnTo>
                  <a:lnTo>
                    <a:pt x="8225" y="4403"/>
                  </a:lnTo>
                  <a:lnTo>
                    <a:pt x="8920" y="3824"/>
                  </a:lnTo>
                  <a:lnTo>
                    <a:pt x="9615" y="3322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32" y="2086"/>
                  </a:lnTo>
                  <a:close/>
                  <a:moveTo>
                    <a:pt x="14481" y="6990"/>
                  </a:moveTo>
                  <a:lnTo>
                    <a:pt x="14481" y="7840"/>
                  </a:lnTo>
                  <a:lnTo>
                    <a:pt x="14442" y="8689"/>
                  </a:lnTo>
                  <a:lnTo>
                    <a:pt x="14288" y="9539"/>
                  </a:lnTo>
                  <a:lnTo>
                    <a:pt x="14172" y="9964"/>
                  </a:lnTo>
                  <a:lnTo>
                    <a:pt x="14056" y="10350"/>
                  </a:lnTo>
                  <a:lnTo>
                    <a:pt x="13902" y="10774"/>
                  </a:lnTo>
                  <a:lnTo>
                    <a:pt x="13708" y="11161"/>
                  </a:lnTo>
                  <a:lnTo>
                    <a:pt x="13515" y="11547"/>
                  </a:lnTo>
                  <a:lnTo>
                    <a:pt x="13284" y="11894"/>
                  </a:lnTo>
                  <a:lnTo>
                    <a:pt x="13052" y="12242"/>
                  </a:lnTo>
                  <a:lnTo>
                    <a:pt x="12782" y="12589"/>
                  </a:lnTo>
                  <a:lnTo>
                    <a:pt x="12511" y="12898"/>
                  </a:lnTo>
                  <a:lnTo>
                    <a:pt x="12202" y="13207"/>
                  </a:lnTo>
                  <a:lnTo>
                    <a:pt x="11971" y="13053"/>
                  </a:lnTo>
                  <a:lnTo>
                    <a:pt x="11701" y="12937"/>
                  </a:lnTo>
                  <a:lnTo>
                    <a:pt x="11121" y="12782"/>
                  </a:lnTo>
                  <a:lnTo>
                    <a:pt x="10542" y="12628"/>
                  </a:lnTo>
                  <a:lnTo>
                    <a:pt x="10001" y="12551"/>
                  </a:lnTo>
                  <a:lnTo>
                    <a:pt x="9422" y="12512"/>
                  </a:lnTo>
                  <a:lnTo>
                    <a:pt x="8843" y="12474"/>
                  </a:lnTo>
                  <a:lnTo>
                    <a:pt x="8302" y="12474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681" y="12667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62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40"/>
                  </a:lnTo>
                  <a:lnTo>
                    <a:pt x="5870" y="11161"/>
                  </a:lnTo>
                  <a:lnTo>
                    <a:pt x="6410" y="10620"/>
                  </a:lnTo>
                  <a:lnTo>
                    <a:pt x="6989" y="10118"/>
                  </a:lnTo>
                  <a:lnTo>
                    <a:pt x="7530" y="9655"/>
                  </a:lnTo>
                  <a:lnTo>
                    <a:pt x="8148" y="9230"/>
                  </a:lnTo>
                  <a:lnTo>
                    <a:pt x="8766" y="8805"/>
                  </a:lnTo>
                  <a:lnTo>
                    <a:pt x="9422" y="8458"/>
                  </a:lnTo>
                  <a:lnTo>
                    <a:pt x="10079" y="8110"/>
                  </a:lnTo>
                  <a:lnTo>
                    <a:pt x="10735" y="7840"/>
                  </a:lnTo>
                  <a:lnTo>
                    <a:pt x="11469" y="7569"/>
                  </a:lnTo>
                  <a:lnTo>
                    <a:pt x="12164" y="7376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7"/>
                  </a:moveTo>
                  <a:lnTo>
                    <a:pt x="4055" y="1854"/>
                  </a:lnTo>
                  <a:lnTo>
                    <a:pt x="3630" y="2472"/>
                  </a:lnTo>
                  <a:lnTo>
                    <a:pt x="3244" y="3129"/>
                  </a:lnTo>
                  <a:lnTo>
                    <a:pt x="2935" y="3824"/>
                  </a:lnTo>
                  <a:lnTo>
                    <a:pt x="2665" y="4519"/>
                  </a:lnTo>
                  <a:lnTo>
                    <a:pt x="2472" y="5291"/>
                  </a:lnTo>
                  <a:lnTo>
                    <a:pt x="2317" y="6025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2"/>
                  </a:lnTo>
                  <a:lnTo>
                    <a:pt x="2278" y="9114"/>
                  </a:lnTo>
                  <a:lnTo>
                    <a:pt x="2394" y="9886"/>
                  </a:lnTo>
                  <a:lnTo>
                    <a:pt x="2549" y="10620"/>
                  </a:lnTo>
                  <a:lnTo>
                    <a:pt x="2742" y="11354"/>
                  </a:lnTo>
                  <a:lnTo>
                    <a:pt x="3012" y="12087"/>
                  </a:lnTo>
                  <a:lnTo>
                    <a:pt x="3321" y="12744"/>
                  </a:lnTo>
                  <a:lnTo>
                    <a:pt x="3128" y="12898"/>
                  </a:lnTo>
                  <a:lnTo>
                    <a:pt x="2935" y="13053"/>
                  </a:lnTo>
                  <a:lnTo>
                    <a:pt x="2819" y="13246"/>
                  </a:lnTo>
                  <a:lnTo>
                    <a:pt x="2742" y="13439"/>
                  </a:lnTo>
                  <a:lnTo>
                    <a:pt x="2394" y="13014"/>
                  </a:lnTo>
                  <a:lnTo>
                    <a:pt x="2085" y="12551"/>
                  </a:lnTo>
                  <a:lnTo>
                    <a:pt x="1776" y="12087"/>
                  </a:lnTo>
                  <a:lnTo>
                    <a:pt x="1506" y="11624"/>
                  </a:lnTo>
                  <a:lnTo>
                    <a:pt x="1274" y="11122"/>
                  </a:lnTo>
                  <a:lnTo>
                    <a:pt x="1081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114"/>
                  </a:lnTo>
                  <a:lnTo>
                    <a:pt x="541" y="8573"/>
                  </a:lnTo>
                  <a:lnTo>
                    <a:pt x="502" y="8033"/>
                  </a:lnTo>
                  <a:lnTo>
                    <a:pt x="502" y="7492"/>
                  </a:lnTo>
                  <a:lnTo>
                    <a:pt x="541" y="6952"/>
                  </a:lnTo>
                  <a:lnTo>
                    <a:pt x="618" y="6411"/>
                  </a:lnTo>
                  <a:lnTo>
                    <a:pt x="772" y="5870"/>
                  </a:lnTo>
                  <a:lnTo>
                    <a:pt x="927" y="5330"/>
                  </a:lnTo>
                  <a:lnTo>
                    <a:pt x="1197" y="4673"/>
                  </a:lnTo>
                  <a:lnTo>
                    <a:pt x="1545" y="4055"/>
                  </a:lnTo>
                  <a:lnTo>
                    <a:pt x="1931" y="3476"/>
                  </a:lnTo>
                  <a:lnTo>
                    <a:pt x="2356" y="2936"/>
                  </a:lnTo>
                  <a:lnTo>
                    <a:pt x="2819" y="2434"/>
                  </a:lnTo>
                  <a:lnTo>
                    <a:pt x="3360" y="2009"/>
                  </a:lnTo>
                  <a:lnTo>
                    <a:pt x="3939" y="1584"/>
                  </a:lnTo>
                  <a:lnTo>
                    <a:pt x="4518" y="1237"/>
                  </a:lnTo>
                  <a:close/>
                  <a:moveTo>
                    <a:pt x="3862" y="12976"/>
                  </a:moveTo>
                  <a:lnTo>
                    <a:pt x="4016" y="13053"/>
                  </a:lnTo>
                  <a:lnTo>
                    <a:pt x="4171" y="13169"/>
                  </a:lnTo>
                  <a:lnTo>
                    <a:pt x="4286" y="13284"/>
                  </a:lnTo>
                  <a:lnTo>
                    <a:pt x="4325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286" y="13941"/>
                  </a:lnTo>
                  <a:lnTo>
                    <a:pt x="4209" y="14095"/>
                  </a:lnTo>
                  <a:lnTo>
                    <a:pt x="3784" y="13825"/>
                  </a:lnTo>
                  <a:lnTo>
                    <a:pt x="3360" y="13477"/>
                  </a:lnTo>
                  <a:lnTo>
                    <a:pt x="3244" y="13439"/>
                  </a:lnTo>
                  <a:lnTo>
                    <a:pt x="3167" y="13439"/>
                  </a:lnTo>
                  <a:lnTo>
                    <a:pt x="3051" y="13477"/>
                  </a:lnTo>
                  <a:lnTo>
                    <a:pt x="2974" y="13516"/>
                  </a:lnTo>
                  <a:lnTo>
                    <a:pt x="3051" y="13362"/>
                  </a:lnTo>
                  <a:lnTo>
                    <a:pt x="3167" y="13207"/>
                  </a:lnTo>
                  <a:lnTo>
                    <a:pt x="3321" y="13130"/>
                  </a:lnTo>
                  <a:lnTo>
                    <a:pt x="3476" y="13014"/>
                  </a:lnTo>
                  <a:lnTo>
                    <a:pt x="3669" y="12976"/>
                  </a:lnTo>
                  <a:close/>
                  <a:moveTo>
                    <a:pt x="9152" y="12860"/>
                  </a:moveTo>
                  <a:lnTo>
                    <a:pt x="9615" y="12898"/>
                  </a:lnTo>
                  <a:lnTo>
                    <a:pt x="10117" y="12976"/>
                  </a:lnTo>
                  <a:lnTo>
                    <a:pt x="10503" y="13014"/>
                  </a:lnTo>
                  <a:lnTo>
                    <a:pt x="11005" y="13130"/>
                  </a:lnTo>
                  <a:lnTo>
                    <a:pt x="11507" y="13246"/>
                  </a:lnTo>
                  <a:lnTo>
                    <a:pt x="11701" y="13362"/>
                  </a:lnTo>
                  <a:lnTo>
                    <a:pt x="11894" y="13477"/>
                  </a:lnTo>
                  <a:lnTo>
                    <a:pt x="11507" y="13786"/>
                  </a:lnTo>
                  <a:lnTo>
                    <a:pt x="11083" y="14018"/>
                  </a:lnTo>
                  <a:lnTo>
                    <a:pt x="10658" y="14250"/>
                  </a:lnTo>
                  <a:lnTo>
                    <a:pt x="10233" y="14443"/>
                  </a:lnTo>
                  <a:lnTo>
                    <a:pt x="9770" y="14636"/>
                  </a:lnTo>
                  <a:lnTo>
                    <a:pt x="9306" y="14752"/>
                  </a:lnTo>
                  <a:lnTo>
                    <a:pt x="8843" y="14868"/>
                  </a:lnTo>
                  <a:lnTo>
                    <a:pt x="8341" y="14945"/>
                  </a:lnTo>
                  <a:lnTo>
                    <a:pt x="7878" y="14983"/>
                  </a:lnTo>
                  <a:lnTo>
                    <a:pt x="7376" y="14983"/>
                  </a:lnTo>
                  <a:lnTo>
                    <a:pt x="6912" y="14945"/>
                  </a:lnTo>
                  <a:lnTo>
                    <a:pt x="6410" y="14868"/>
                  </a:lnTo>
                  <a:lnTo>
                    <a:pt x="5947" y="14790"/>
                  </a:lnTo>
                  <a:lnTo>
                    <a:pt x="5484" y="14636"/>
                  </a:lnTo>
                  <a:lnTo>
                    <a:pt x="5020" y="14481"/>
                  </a:lnTo>
                  <a:lnTo>
                    <a:pt x="4595" y="14288"/>
                  </a:lnTo>
                  <a:lnTo>
                    <a:pt x="4711" y="14018"/>
                  </a:lnTo>
                  <a:lnTo>
                    <a:pt x="4711" y="13748"/>
                  </a:lnTo>
                  <a:lnTo>
                    <a:pt x="4711" y="13593"/>
                  </a:lnTo>
                  <a:lnTo>
                    <a:pt x="5561" y="13323"/>
                  </a:lnTo>
                  <a:lnTo>
                    <a:pt x="6410" y="13091"/>
                  </a:lnTo>
                  <a:lnTo>
                    <a:pt x="7298" y="12937"/>
                  </a:lnTo>
                  <a:lnTo>
                    <a:pt x="8187" y="12860"/>
                  </a:lnTo>
                  <a:close/>
                  <a:moveTo>
                    <a:pt x="7569" y="1"/>
                  </a:moveTo>
                  <a:lnTo>
                    <a:pt x="6989" y="40"/>
                  </a:lnTo>
                  <a:lnTo>
                    <a:pt x="6449" y="117"/>
                  </a:lnTo>
                  <a:lnTo>
                    <a:pt x="5870" y="233"/>
                  </a:lnTo>
                  <a:lnTo>
                    <a:pt x="5329" y="387"/>
                  </a:lnTo>
                  <a:lnTo>
                    <a:pt x="4788" y="580"/>
                  </a:lnTo>
                  <a:lnTo>
                    <a:pt x="4248" y="812"/>
                  </a:lnTo>
                  <a:lnTo>
                    <a:pt x="3746" y="1121"/>
                  </a:lnTo>
                  <a:lnTo>
                    <a:pt x="3282" y="1430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2008" y="2588"/>
                  </a:lnTo>
                  <a:lnTo>
                    <a:pt x="1622" y="3013"/>
                  </a:lnTo>
                  <a:lnTo>
                    <a:pt x="1274" y="3515"/>
                  </a:lnTo>
                  <a:lnTo>
                    <a:pt x="966" y="4017"/>
                  </a:lnTo>
                  <a:lnTo>
                    <a:pt x="695" y="4596"/>
                  </a:lnTo>
                  <a:lnTo>
                    <a:pt x="425" y="5253"/>
                  </a:lnTo>
                  <a:lnTo>
                    <a:pt x="232" y="5909"/>
                  </a:lnTo>
                  <a:lnTo>
                    <a:pt x="116" y="6565"/>
                  </a:lnTo>
                  <a:lnTo>
                    <a:pt x="39" y="7222"/>
                  </a:lnTo>
                  <a:lnTo>
                    <a:pt x="0" y="7917"/>
                  </a:lnTo>
                  <a:lnTo>
                    <a:pt x="39" y="8612"/>
                  </a:lnTo>
                  <a:lnTo>
                    <a:pt x="116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5" y="11238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0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4" y="14520"/>
                  </a:lnTo>
                  <a:lnTo>
                    <a:pt x="4093" y="14597"/>
                  </a:lnTo>
                  <a:lnTo>
                    <a:pt x="4518" y="14829"/>
                  </a:lnTo>
                  <a:lnTo>
                    <a:pt x="4982" y="14983"/>
                  </a:lnTo>
                  <a:lnTo>
                    <a:pt x="5406" y="15138"/>
                  </a:lnTo>
                  <a:lnTo>
                    <a:pt x="5870" y="15292"/>
                  </a:lnTo>
                  <a:lnTo>
                    <a:pt x="6333" y="15370"/>
                  </a:lnTo>
                  <a:lnTo>
                    <a:pt x="6796" y="15447"/>
                  </a:lnTo>
                  <a:lnTo>
                    <a:pt x="7260" y="15485"/>
                  </a:lnTo>
                  <a:lnTo>
                    <a:pt x="7762" y="15485"/>
                  </a:lnTo>
                  <a:lnTo>
                    <a:pt x="8225" y="15447"/>
                  </a:lnTo>
                  <a:lnTo>
                    <a:pt x="8689" y="15408"/>
                  </a:lnTo>
                  <a:lnTo>
                    <a:pt x="9152" y="15331"/>
                  </a:lnTo>
                  <a:lnTo>
                    <a:pt x="9615" y="15215"/>
                  </a:lnTo>
                  <a:lnTo>
                    <a:pt x="10079" y="15061"/>
                  </a:lnTo>
                  <a:lnTo>
                    <a:pt x="10542" y="14868"/>
                  </a:lnTo>
                  <a:lnTo>
                    <a:pt x="10967" y="14675"/>
                  </a:lnTo>
                  <a:lnTo>
                    <a:pt x="11392" y="14443"/>
                  </a:lnTo>
                  <a:lnTo>
                    <a:pt x="11855" y="14134"/>
                  </a:lnTo>
                  <a:lnTo>
                    <a:pt x="12318" y="13786"/>
                  </a:lnTo>
                  <a:lnTo>
                    <a:pt x="12743" y="13400"/>
                  </a:lnTo>
                  <a:lnTo>
                    <a:pt x="13129" y="12976"/>
                  </a:lnTo>
                  <a:lnTo>
                    <a:pt x="13477" y="12551"/>
                  </a:lnTo>
                  <a:lnTo>
                    <a:pt x="13786" y="12049"/>
                  </a:lnTo>
                  <a:lnTo>
                    <a:pt x="14056" y="11585"/>
                  </a:lnTo>
                  <a:lnTo>
                    <a:pt x="14288" y="11045"/>
                  </a:lnTo>
                  <a:lnTo>
                    <a:pt x="14519" y="10543"/>
                  </a:lnTo>
                  <a:lnTo>
                    <a:pt x="14674" y="10002"/>
                  </a:lnTo>
                  <a:lnTo>
                    <a:pt x="14828" y="9423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4983" y="7724"/>
                  </a:lnTo>
                  <a:lnTo>
                    <a:pt x="14983" y="7145"/>
                  </a:lnTo>
                  <a:lnTo>
                    <a:pt x="14944" y="6604"/>
                  </a:lnTo>
                  <a:lnTo>
                    <a:pt x="14828" y="5986"/>
                  </a:lnTo>
                  <a:lnTo>
                    <a:pt x="14674" y="5407"/>
                  </a:lnTo>
                  <a:lnTo>
                    <a:pt x="14481" y="4828"/>
                  </a:lnTo>
                  <a:lnTo>
                    <a:pt x="14249" y="4287"/>
                  </a:lnTo>
                  <a:lnTo>
                    <a:pt x="13979" y="3747"/>
                  </a:lnTo>
                  <a:lnTo>
                    <a:pt x="13670" y="3245"/>
                  </a:lnTo>
                  <a:lnTo>
                    <a:pt x="13322" y="2743"/>
                  </a:lnTo>
                  <a:lnTo>
                    <a:pt x="12936" y="2318"/>
                  </a:lnTo>
                  <a:lnTo>
                    <a:pt x="12511" y="1893"/>
                  </a:lnTo>
                  <a:lnTo>
                    <a:pt x="12048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2" y="619"/>
                  </a:lnTo>
                  <a:lnTo>
                    <a:pt x="9963" y="387"/>
                  </a:lnTo>
                  <a:lnTo>
                    <a:pt x="9384" y="233"/>
                  </a:lnTo>
                  <a:lnTo>
                    <a:pt x="8766" y="117"/>
                  </a:lnTo>
                  <a:lnTo>
                    <a:pt x="8187" y="40"/>
                  </a:lnTo>
                  <a:lnTo>
                    <a:pt x="756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6" name="Google Shape;5166;p21"/>
            <p:cNvSpPr/>
            <p:nvPr/>
          </p:nvSpPr>
          <p:spPr>
            <a:xfrm>
              <a:off x="514200" y="3860000"/>
              <a:ext cx="302200" cy="155450"/>
            </a:xfrm>
            <a:custGeom>
              <a:avLst/>
              <a:gdLst/>
              <a:ahLst/>
              <a:cxnLst/>
              <a:rect l="l" t="t" r="r" b="b"/>
              <a:pathLst>
                <a:path w="12088" h="6218" extrusionOk="0">
                  <a:moveTo>
                    <a:pt x="11740" y="1"/>
                  </a:moveTo>
                  <a:lnTo>
                    <a:pt x="11663" y="40"/>
                  </a:lnTo>
                  <a:lnTo>
                    <a:pt x="11585" y="78"/>
                  </a:lnTo>
                  <a:lnTo>
                    <a:pt x="11508" y="117"/>
                  </a:lnTo>
                  <a:lnTo>
                    <a:pt x="11469" y="233"/>
                  </a:lnTo>
                  <a:lnTo>
                    <a:pt x="11469" y="310"/>
                  </a:lnTo>
                  <a:lnTo>
                    <a:pt x="11508" y="426"/>
                  </a:lnTo>
                  <a:lnTo>
                    <a:pt x="11585" y="580"/>
                  </a:lnTo>
                  <a:lnTo>
                    <a:pt x="11624" y="773"/>
                  </a:lnTo>
                  <a:lnTo>
                    <a:pt x="11585" y="966"/>
                  </a:lnTo>
                  <a:lnTo>
                    <a:pt x="11508" y="1121"/>
                  </a:lnTo>
                  <a:lnTo>
                    <a:pt x="11392" y="1275"/>
                  </a:lnTo>
                  <a:lnTo>
                    <a:pt x="11276" y="1430"/>
                  </a:lnTo>
                  <a:lnTo>
                    <a:pt x="10929" y="1739"/>
                  </a:lnTo>
                  <a:lnTo>
                    <a:pt x="10504" y="2009"/>
                  </a:lnTo>
                  <a:lnTo>
                    <a:pt x="10079" y="2241"/>
                  </a:lnTo>
                  <a:lnTo>
                    <a:pt x="9423" y="2588"/>
                  </a:lnTo>
                  <a:lnTo>
                    <a:pt x="9037" y="2781"/>
                  </a:lnTo>
                  <a:lnTo>
                    <a:pt x="9037" y="2704"/>
                  </a:lnTo>
                  <a:lnTo>
                    <a:pt x="8960" y="2627"/>
                  </a:lnTo>
                  <a:lnTo>
                    <a:pt x="8496" y="2202"/>
                  </a:lnTo>
                  <a:lnTo>
                    <a:pt x="8110" y="1700"/>
                  </a:lnTo>
                  <a:lnTo>
                    <a:pt x="7840" y="1893"/>
                  </a:lnTo>
                  <a:lnTo>
                    <a:pt x="7994" y="2202"/>
                  </a:lnTo>
                  <a:lnTo>
                    <a:pt x="8187" y="2511"/>
                  </a:lnTo>
                  <a:lnTo>
                    <a:pt x="8419" y="2781"/>
                  </a:lnTo>
                  <a:lnTo>
                    <a:pt x="8651" y="2974"/>
                  </a:lnTo>
                  <a:lnTo>
                    <a:pt x="7608" y="3515"/>
                  </a:lnTo>
                  <a:lnTo>
                    <a:pt x="6565" y="3978"/>
                  </a:lnTo>
                  <a:lnTo>
                    <a:pt x="5252" y="4519"/>
                  </a:lnTo>
                  <a:lnTo>
                    <a:pt x="3940" y="4982"/>
                  </a:lnTo>
                  <a:lnTo>
                    <a:pt x="3669" y="5059"/>
                  </a:lnTo>
                  <a:lnTo>
                    <a:pt x="3708" y="4712"/>
                  </a:lnTo>
                  <a:lnTo>
                    <a:pt x="3631" y="4364"/>
                  </a:lnTo>
                  <a:lnTo>
                    <a:pt x="3515" y="4055"/>
                  </a:lnTo>
                  <a:lnTo>
                    <a:pt x="3322" y="3708"/>
                  </a:lnTo>
                  <a:lnTo>
                    <a:pt x="3013" y="3901"/>
                  </a:lnTo>
                  <a:lnTo>
                    <a:pt x="3129" y="4171"/>
                  </a:lnTo>
                  <a:lnTo>
                    <a:pt x="3206" y="4442"/>
                  </a:lnTo>
                  <a:lnTo>
                    <a:pt x="3245" y="4866"/>
                  </a:lnTo>
                  <a:lnTo>
                    <a:pt x="3245" y="5253"/>
                  </a:lnTo>
                  <a:lnTo>
                    <a:pt x="2356" y="5523"/>
                  </a:lnTo>
                  <a:lnTo>
                    <a:pt x="1893" y="5639"/>
                  </a:lnTo>
                  <a:lnTo>
                    <a:pt x="1430" y="5677"/>
                  </a:lnTo>
                  <a:lnTo>
                    <a:pt x="1043" y="5716"/>
                  </a:lnTo>
                  <a:lnTo>
                    <a:pt x="850" y="5716"/>
                  </a:lnTo>
                  <a:lnTo>
                    <a:pt x="696" y="5677"/>
                  </a:lnTo>
                  <a:lnTo>
                    <a:pt x="580" y="5600"/>
                  </a:lnTo>
                  <a:lnTo>
                    <a:pt x="464" y="5523"/>
                  </a:lnTo>
                  <a:lnTo>
                    <a:pt x="387" y="5407"/>
                  </a:lnTo>
                  <a:lnTo>
                    <a:pt x="348" y="5291"/>
                  </a:lnTo>
                  <a:lnTo>
                    <a:pt x="310" y="5214"/>
                  </a:lnTo>
                  <a:lnTo>
                    <a:pt x="271" y="5175"/>
                  </a:lnTo>
                  <a:lnTo>
                    <a:pt x="155" y="5137"/>
                  </a:lnTo>
                  <a:lnTo>
                    <a:pt x="78" y="5175"/>
                  </a:lnTo>
                  <a:lnTo>
                    <a:pt x="39" y="5214"/>
                  </a:lnTo>
                  <a:lnTo>
                    <a:pt x="1" y="5291"/>
                  </a:lnTo>
                  <a:lnTo>
                    <a:pt x="1" y="5446"/>
                  </a:lnTo>
                  <a:lnTo>
                    <a:pt x="39" y="5600"/>
                  </a:lnTo>
                  <a:lnTo>
                    <a:pt x="78" y="5755"/>
                  </a:lnTo>
                  <a:lnTo>
                    <a:pt x="155" y="5870"/>
                  </a:lnTo>
                  <a:lnTo>
                    <a:pt x="233" y="5948"/>
                  </a:lnTo>
                  <a:lnTo>
                    <a:pt x="310" y="6025"/>
                  </a:lnTo>
                  <a:lnTo>
                    <a:pt x="541" y="6141"/>
                  </a:lnTo>
                  <a:lnTo>
                    <a:pt x="812" y="6179"/>
                  </a:lnTo>
                  <a:lnTo>
                    <a:pt x="1121" y="6218"/>
                  </a:lnTo>
                  <a:lnTo>
                    <a:pt x="1430" y="6179"/>
                  </a:lnTo>
                  <a:lnTo>
                    <a:pt x="1700" y="6141"/>
                  </a:lnTo>
                  <a:lnTo>
                    <a:pt x="2897" y="5832"/>
                  </a:lnTo>
                  <a:lnTo>
                    <a:pt x="4094" y="5446"/>
                  </a:lnTo>
                  <a:lnTo>
                    <a:pt x="5291" y="5021"/>
                  </a:lnTo>
                  <a:lnTo>
                    <a:pt x="6450" y="4557"/>
                  </a:lnTo>
                  <a:lnTo>
                    <a:pt x="7531" y="4094"/>
                  </a:lnTo>
                  <a:lnTo>
                    <a:pt x="8573" y="3592"/>
                  </a:lnTo>
                  <a:lnTo>
                    <a:pt x="9616" y="3052"/>
                  </a:lnTo>
                  <a:lnTo>
                    <a:pt x="10620" y="2472"/>
                  </a:lnTo>
                  <a:lnTo>
                    <a:pt x="10929" y="2279"/>
                  </a:lnTo>
                  <a:lnTo>
                    <a:pt x="11276" y="2048"/>
                  </a:lnTo>
                  <a:lnTo>
                    <a:pt x="11547" y="1777"/>
                  </a:lnTo>
                  <a:lnTo>
                    <a:pt x="11817" y="1507"/>
                  </a:lnTo>
                  <a:lnTo>
                    <a:pt x="12010" y="1198"/>
                  </a:lnTo>
                  <a:lnTo>
                    <a:pt x="12049" y="1044"/>
                  </a:lnTo>
                  <a:lnTo>
                    <a:pt x="12087" y="889"/>
                  </a:lnTo>
                  <a:lnTo>
                    <a:pt x="12087" y="696"/>
                  </a:lnTo>
                  <a:lnTo>
                    <a:pt x="12049" y="503"/>
                  </a:lnTo>
                  <a:lnTo>
                    <a:pt x="12010" y="310"/>
                  </a:lnTo>
                  <a:lnTo>
                    <a:pt x="11894" y="117"/>
                  </a:lnTo>
                  <a:lnTo>
                    <a:pt x="11817" y="40"/>
                  </a:lnTo>
                  <a:lnTo>
                    <a:pt x="1174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7" name="Google Shape;5167;p21"/>
            <p:cNvSpPr/>
            <p:nvPr/>
          </p:nvSpPr>
          <p:spPr>
            <a:xfrm>
              <a:off x="6274575" y="3873525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20"/>
                  </a:lnTo>
                  <a:lnTo>
                    <a:pt x="2897" y="1661"/>
                  </a:lnTo>
                  <a:lnTo>
                    <a:pt x="2511" y="2202"/>
                  </a:lnTo>
                  <a:lnTo>
                    <a:pt x="1970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6"/>
                  </a:lnTo>
                  <a:lnTo>
                    <a:pt x="310" y="4287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80" y="4750"/>
                  </a:lnTo>
                  <a:lnTo>
                    <a:pt x="966" y="4518"/>
                  </a:lnTo>
                  <a:lnTo>
                    <a:pt x="1314" y="4210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935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3"/>
                  </a:lnTo>
                  <a:lnTo>
                    <a:pt x="4248" y="155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8" name="Google Shape;5168;p21"/>
            <p:cNvSpPr/>
            <p:nvPr/>
          </p:nvSpPr>
          <p:spPr>
            <a:xfrm>
              <a:off x="6223425" y="3874500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0"/>
                  </a:moveTo>
                  <a:lnTo>
                    <a:pt x="1004" y="309"/>
                  </a:lnTo>
                  <a:lnTo>
                    <a:pt x="1236" y="386"/>
                  </a:lnTo>
                  <a:lnTo>
                    <a:pt x="1429" y="579"/>
                  </a:lnTo>
                  <a:lnTo>
                    <a:pt x="1583" y="772"/>
                  </a:lnTo>
                  <a:lnTo>
                    <a:pt x="1622" y="1004"/>
                  </a:lnTo>
                  <a:lnTo>
                    <a:pt x="1622" y="1120"/>
                  </a:lnTo>
                  <a:lnTo>
                    <a:pt x="1583" y="1197"/>
                  </a:lnTo>
                  <a:lnTo>
                    <a:pt x="1545" y="1313"/>
                  </a:lnTo>
                  <a:lnTo>
                    <a:pt x="1468" y="1390"/>
                  </a:lnTo>
                  <a:lnTo>
                    <a:pt x="1352" y="1506"/>
                  </a:lnTo>
                  <a:lnTo>
                    <a:pt x="1197" y="1545"/>
                  </a:lnTo>
                  <a:lnTo>
                    <a:pt x="966" y="1583"/>
                  </a:lnTo>
                  <a:lnTo>
                    <a:pt x="772" y="1545"/>
                  </a:lnTo>
                  <a:lnTo>
                    <a:pt x="657" y="1506"/>
                  </a:lnTo>
                  <a:lnTo>
                    <a:pt x="579" y="1429"/>
                  </a:lnTo>
                  <a:lnTo>
                    <a:pt x="502" y="1352"/>
                  </a:lnTo>
                  <a:lnTo>
                    <a:pt x="464" y="1236"/>
                  </a:lnTo>
                  <a:lnTo>
                    <a:pt x="425" y="1004"/>
                  </a:lnTo>
                  <a:lnTo>
                    <a:pt x="464" y="811"/>
                  </a:lnTo>
                  <a:lnTo>
                    <a:pt x="541" y="618"/>
                  </a:lnTo>
                  <a:lnTo>
                    <a:pt x="695" y="425"/>
                  </a:lnTo>
                  <a:lnTo>
                    <a:pt x="734" y="348"/>
                  </a:lnTo>
                  <a:lnTo>
                    <a:pt x="734" y="309"/>
                  </a:lnTo>
                  <a:lnTo>
                    <a:pt x="888" y="270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116"/>
                  </a:lnTo>
                  <a:lnTo>
                    <a:pt x="541" y="77"/>
                  </a:lnTo>
                  <a:lnTo>
                    <a:pt x="464" y="116"/>
                  </a:lnTo>
                  <a:lnTo>
                    <a:pt x="270" y="232"/>
                  </a:lnTo>
                  <a:lnTo>
                    <a:pt x="155" y="386"/>
                  </a:lnTo>
                  <a:lnTo>
                    <a:pt x="77" y="541"/>
                  </a:lnTo>
                  <a:lnTo>
                    <a:pt x="39" y="734"/>
                  </a:lnTo>
                  <a:lnTo>
                    <a:pt x="0" y="888"/>
                  </a:lnTo>
                  <a:lnTo>
                    <a:pt x="0" y="1081"/>
                  </a:lnTo>
                  <a:lnTo>
                    <a:pt x="39" y="1274"/>
                  </a:lnTo>
                  <a:lnTo>
                    <a:pt x="77" y="1468"/>
                  </a:lnTo>
                  <a:lnTo>
                    <a:pt x="193" y="1661"/>
                  </a:lnTo>
                  <a:lnTo>
                    <a:pt x="309" y="1776"/>
                  </a:lnTo>
                  <a:lnTo>
                    <a:pt x="502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236" y="2008"/>
                  </a:lnTo>
                  <a:lnTo>
                    <a:pt x="1429" y="1931"/>
                  </a:lnTo>
                  <a:lnTo>
                    <a:pt x="1622" y="1815"/>
                  </a:lnTo>
                  <a:lnTo>
                    <a:pt x="1776" y="1699"/>
                  </a:lnTo>
                  <a:lnTo>
                    <a:pt x="1892" y="1545"/>
                  </a:lnTo>
                  <a:lnTo>
                    <a:pt x="1970" y="1390"/>
                  </a:lnTo>
                  <a:lnTo>
                    <a:pt x="2047" y="1197"/>
                  </a:lnTo>
                  <a:lnTo>
                    <a:pt x="2085" y="1004"/>
                  </a:lnTo>
                  <a:lnTo>
                    <a:pt x="2047" y="811"/>
                  </a:lnTo>
                  <a:lnTo>
                    <a:pt x="1970" y="618"/>
                  </a:lnTo>
                  <a:lnTo>
                    <a:pt x="1892" y="425"/>
                  </a:lnTo>
                  <a:lnTo>
                    <a:pt x="1738" y="270"/>
                  </a:lnTo>
                  <a:lnTo>
                    <a:pt x="1583" y="155"/>
                  </a:lnTo>
                  <a:lnTo>
                    <a:pt x="1429" y="77"/>
                  </a:lnTo>
                  <a:lnTo>
                    <a:pt x="1236" y="39"/>
                  </a:lnTo>
                  <a:lnTo>
                    <a:pt x="104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9" name="Google Shape;5169;p21"/>
            <p:cNvSpPr/>
            <p:nvPr/>
          </p:nvSpPr>
          <p:spPr>
            <a:xfrm>
              <a:off x="1572250" y="3880275"/>
              <a:ext cx="267450" cy="210475"/>
            </a:xfrm>
            <a:custGeom>
              <a:avLst/>
              <a:gdLst/>
              <a:ahLst/>
              <a:cxnLst/>
              <a:rect l="l" t="t" r="r" b="b"/>
              <a:pathLst>
                <a:path w="10698" h="8419" extrusionOk="0">
                  <a:moveTo>
                    <a:pt x="155" y="1"/>
                  </a:moveTo>
                  <a:lnTo>
                    <a:pt x="1" y="233"/>
                  </a:lnTo>
                  <a:lnTo>
                    <a:pt x="1391" y="1314"/>
                  </a:lnTo>
                  <a:lnTo>
                    <a:pt x="2781" y="2395"/>
                  </a:lnTo>
                  <a:lnTo>
                    <a:pt x="4210" y="3476"/>
                  </a:lnTo>
                  <a:lnTo>
                    <a:pt x="5600" y="4596"/>
                  </a:lnTo>
                  <a:lnTo>
                    <a:pt x="6951" y="5677"/>
                  </a:lnTo>
                  <a:lnTo>
                    <a:pt x="8303" y="6797"/>
                  </a:lnTo>
                  <a:lnTo>
                    <a:pt x="9616" y="7917"/>
                  </a:lnTo>
                  <a:lnTo>
                    <a:pt x="9963" y="8226"/>
                  </a:lnTo>
                  <a:lnTo>
                    <a:pt x="10118" y="8342"/>
                  </a:lnTo>
                  <a:lnTo>
                    <a:pt x="10311" y="8419"/>
                  </a:lnTo>
                  <a:lnTo>
                    <a:pt x="10658" y="8380"/>
                  </a:lnTo>
                  <a:lnTo>
                    <a:pt x="10697" y="8264"/>
                  </a:lnTo>
                  <a:lnTo>
                    <a:pt x="10697" y="8149"/>
                  </a:lnTo>
                  <a:lnTo>
                    <a:pt x="10658" y="8033"/>
                  </a:lnTo>
                  <a:lnTo>
                    <a:pt x="10658" y="7994"/>
                  </a:lnTo>
                  <a:lnTo>
                    <a:pt x="10311" y="7917"/>
                  </a:lnTo>
                  <a:lnTo>
                    <a:pt x="10002" y="6952"/>
                  </a:lnTo>
                  <a:lnTo>
                    <a:pt x="9654" y="5986"/>
                  </a:lnTo>
                  <a:lnTo>
                    <a:pt x="8882" y="4094"/>
                  </a:lnTo>
                  <a:lnTo>
                    <a:pt x="8380" y="2781"/>
                  </a:lnTo>
                  <a:lnTo>
                    <a:pt x="7994" y="2936"/>
                  </a:lnTo>
                  <a:lnTo>
                    <a:pt x="8419" y="3940"/>
                  </a:lnTo>
                  <a:lnTo>
                    <a:pt x="9037" y="5677"/>
                  </a:lnTo>
                  <a:lnTo>
                    <a:pt x="9346" y="6565"/>
                  </a:lnTo>
                  <a:lnTo>
                    <a:pt x="9654" y="7415"/>
                  </a:lnTo>
                  <a:lnTo>
                    <a:pt x="9230" y="7029"/>
                  </a:lnTo>
                  <a:lnTo>
                    <a:pt x="7994" y="5986"/>
                  </a:lnTo>
                  <a:lnTo>
                    <a:pt x="6720" y="4905"/>
                  </a:lnTo>
                  <a:lnTo>
                    <a:pt x="5407" y="3862"/>
                  </a:lnTo>
                  <a:lnTo>
                    <a:pt x="4133" y="2858"/>
                  </a:lnTo>
                  <a:lnTo>
                    <a:pt x="2820" y="1854"/>
                  </a:lnTo>
                  <a:lnTo>
                    <a:pt x="1507" y="928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0" name="Google Shape;5170;p21"/>
            <p:cNvSpPr/>
            <p:nvPr/>
          </p:nvSpPr>
          <p:spPr>
            <a:xfrm>
              <a:off x="4538850" y="3913100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6" y="1159"/>
                  </a:lnTo>
                  <a:lnTo>
                    <a:pt x="1390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5" y="1816"/>
                  </a:lnTo>
                  <a:lnTo>
                    <a:pt x="386" y="1700"/>
                  </a:lnTo>
                  <a:lnTo>
                    <a:pt x="348" y="1584"/>
                  </a:lnTo>
                  <a:lnTo>
                    <a:pt x="386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1" y="1623"/>
                  </a:lnTo>
                  <a:lnTo>
                    <a:pt x="3669" y="1700"/>
                  </a:lnTo>
                  <a:lnTo>
                    <a:pt x="3746" y="1816"/>
                  </a:lnTo>
                  <a:lnTo>
                    <a:pt x="3746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8" y="2356"/>
                  </a:lnTo>
                  <a:lnTo>
                    <a:pt x="3205" y="2433"/>
                  </a:lnTo>
                  <a:lnTo>
                    <a:pt x="3012" y="2395"/>
                  </a:lnTo>
                  <a:lnTo>
                    <a:pt x="2819" y="2356"/>
                  </a:lnTo>
                  <a:lnTo>
                    <a:pt x="2626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0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89" y="1468"/>
                  </a:lnTo>
                  <a:close/>
                  <a:moveTo>
                    <a:pt x="3746" y="4750"/>
                  </a:moveTo>
                  <a:lnTo>
                    <a:pt x="3900" y="4789"/>
                  </a:lnTo>
                  <a:lnTo>
                    <a:pt x="4016" y="4828"/>
                  </a:lnTo>
                  <a:lnTo>
                    <a:pt x="4093" y="4943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2" y="5368"/>
                  </a:lnTo>
                  <a:lnTo>
                    <a:pt x="4093" y="5484"/>
                  </a:lnTo>
                  <a:lnTo>
                    <a:pt x="3978" y="5600"/>
                  </a:lnTo>
                  <a:lnTo>
                    <a:pt x="3784" y="5754"/>
                  </a:lnTo>
                  <a:lnTo>
                    <a:pt x="3514" y="5870"/>
                  </a:lnTo>
                  <a:lnTo>
                    <a:pt x="3128" y="5870"/>
                  </a:lnTo>
                  <a:lnTo>
                    <a:pt x="2742" y="5793"/>
                  </a:lnTo>
                  <a:lnTo>
                    <a:pt x="2935" y="5368"/>
                  </a:lnTo>
                  <a:lnTo>
                    <a:pt x="3051" y="5214"/>
                  </a:lnTo>
                  <a:lnTo>
                    <a:pt x="3205" y="5021"/>
                  </a:lnTo>
                  <a:lnTo>
                    <a:pt x="3476" y="4866"/>
                  </a:lnTo>
                  <a:lnTo>
                    <a:pt x="3630" y="4789"/>
                  </a:lnTo>
                  <a:lnTo>
                    <a:pt x="3746" y="4750"/>
                  </a:lnTo>
                  <a:close/>
                  <a:moveTo>
                    <a:pt x="1120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2" y="6102"/>
                  </a:lnTo>
                  <a:lnTo>
                    <a:pt x="1429" y="6256"/>
                  </a:lnTo>
                  <a:lnTo>
                    <a:pt x="1236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5" y="6334"/>
                  </a:lnTo>
                  <a:lnTo>
                    <a:pt x="502" y="6179"/>
                  </a:lnTo>
                  <a:lnTo>
                    <a:pt x="425" y="6025"/>
                  </a:lnTo>
                  <a:lnTo>
                    <a:pt x="425" y="5909"/>
                  </a:lnTo>
                  <a:lnTo>
                    <a:pt x="464" y="5754"/>
                  </a:lnTo>
                  <a:lnTo>
                    <a:pt x="579" y="5677"/>
                  </a:lnTo>
                  <a:lnTo>
                    <a:pt x="695" y="5600"/>
                  </a:lnTo>
                  <a:lnTo>
                    <a:pt x="850" y="5523"/>
                  </a:lnTo>
                  <a:close/>
                  <a:moveTo>
                    <a:pt x="5715" y="6218"/>
                  </a:moveTo>
                  <a:lnTo>
                    <a:pt x="5870" y="6334"/>
                  </a:lnTo>
                  <a:lnTo>
                    <a:pt x="5947" y="6411"/>
                  </a:lnTo>
                  <a:lnTo>
                    <a:pt x="5986" y="6527"/>
                  </a:lnTo>
                  <a:lnTo>
                    <a:pt x="6024" y="6681"/>
                  </a:lnTo>
                  <a:lnTo>
                    <a:pt x="5986" y="6797"/>
                  </a:lnTo>
                  <a:lnTo>
                    <a:pt x="5908" y="7067"/>
                  </a:lnTo>
                  <a:lnTo>
                    <a:pt x="5792" y="7260"/>
                  </a:lnTo>
                  <a:lnTo>
                    <a:pt x="5677" y="7492"/>
                  </a:lnTo>
                  <a:lnTo>
                    <a:pt x="5484" y="7646"/>
                  </a:lnTo>
                  <a:lnTo>
                    <a:pt x="5290" y="7801"/>
                  </a:lnTo>
                  <a:lnTo>
                    <a:pt x="5059" y="7917"/>
                  </a:lnTo>
                  <a:lnTo>
                    <a:pt x="5097" y="7878"/>
                  </a:lnTo>
                  <a:lnTo>
                    <a:pt x="5020" y="7415"/>
                  </a:lnTo>
                  <a:lnTo>
                    <a:pt x="4982" y="7183"/>
                  </a:lnTo>
                  <a:lnTo>
                    <a:pt x="5020" y="6951"/>
                  </a:lnTo>
                  <a:lnTo>
                    <a:pt x="5136" y="6681"/>
                  </a:lnTo>
                  <a:lnTo>
                    <a:pt x="5213" y="6527"/>
                  </a:lnTo>
                  <a:lnTo>
                    <a:pt x="5329" y="6372"/>
                  </a:lnTo>
                  <a:lnTo>
                    <a:pt x="5445" y="6256"/>
                  </a:lnTo>
                  <a:lnTo>
                    <a:pt x="5599" y="6218"/>
                  </a:lnTo>
                  <a:close/>
                  <a:moveTo>
                    <a:pt x="8959" y="8071"/>
                  </a:moveTo>
                  <a:lnTo>
                    <a:pt x="9152" y="8110"/>
                  </a:lnTo>
                  <a:lnTo>
                    <a:pt x="9268" y="8187"/>
                  </a:lnTo>
                  <a:lnTo>
                    <a:pt x="9345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0"/>
                  </a:lnTo>
                  <a:lnTo>
                    <a:pt x="9268" y="8921"/>
                  </a:lnTo>
                  <a:lnTo>
                    <a:pt x="9036" y="9152"/>
                  </a:lnTo>
                  <a:lnTo>
                    <a:pt x="8804" y="9346"/>
                  </a:lnTo>
                  <a:lnTo>
                    <a:pt x="8689" y="9384"/>
                  </a:lnTo>
                  <a:lnTo>
                    <a:pt x="8611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1" y="9346"/>
                  </a:lnTo>
                  <a:lnTo>
                    <a:pt x="8264" y="9346"/>
                  </a:lnTo>
                  <a:lnTo>
                    <a:pt x="8225" y="8959"/>
                  </a:lnTo>
                  <a:lnTo>
                    <a:pt x="8225" y="8766"/>
                  </a:lnTo>
                  <a:lnTo>
                    <a:pt x="8264" y="8573"/>
                  </a:lnTo>
                  <a:lnTo>
                    <a:pt x="8341" y="8342"/>
                  </a:lnTo>
                  <a:lnTo>
                    <a:pt x="8496" y="8187"/>
                  </a:lnTo>
                  <a:lnTo>
                    <a:pt x="8727" y="8110"/>
                  </a:lnTo>
                  <a:lnTo>
                    <a:pt x="8843" y="8071"/>
                  </a:lnTo>
                  <a:close/>
                  <a:moveTo>
                    <a:pt x="4943" y="8380"/>
                  </a:moveTo>
                  <a:lnTo>
                    <a:pt x="4943" y="8419"/>
                  </a:lnTo>
                  <a:lnTo>
                    <a:pt x="4750" y="8805"/>
                  </a:lnTo>
                  <a:lnTo>
                    <a:pt x="4595" y="8959"/>
                  </a:lnTo>
                  <a:lnTo>
                    <a:pt x="4441" y="9152"/>
                  </a:lnTo>
                  <a:lnTo>
                    <a:pt x="4209" y="9307"/>
                  </a:lnTo>
                  <a:lnTo>
                    <a:pt x="3939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8" y="9346"/>
                  </a:lnTo>
                  <a:lnTo>
                    <a:pt x="3321" y="9191"/>
                  </a:lnTo>
                  <a:lnTo>
                    <a:pt x="3321" y="9075"/>
                  </a:lnTo>
                  <a:lnTo>
                    <a:pt x="3321" y="8959"/>
                  </a:lnTo>
                  <a:lnTo>
                    <a:pt x="3398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4" y="8457"/>
                  </a:lnTo>
                  <a:lnTo>
                    <a:pt x="4055" y="8380"/>
                  </a:lnTo>
                  <a:lnTo>
                    <a:pt x="4325" y="8380"/>
                  </a:lnTo>
                  <a:lnTo>
                    <a:pt x="4904" y="8419"/>
                  </a:lnTo>
                  <a:lnTo>
                    <a:pt x="4943" y="8380"/>
                  </a:lnTo>
                  <a:close/>
                  <a:moveTo>
                    <a:pt x="7994" y="10002"/>
                  </a:moveTo>
                  <a:lnTo>
                    <a:pt x="7955" y="10195"/>
                  </a:lnTo>
                  <a:lnTo>
                    <a:pt x="7916" y="10350"/>
                  </a:lnTo>
                  <a:lnTo>
                    <a:pt x="7839" y="10543"/>
                  </a:lnTo>
                  <a:lnTo>
                    <a:pt x="7723" y="10697"/>
                  </a:lnTo>
                  <a:lnTo>
                    <a:pt x="7607" y="10813"/>
                  </a:lnTo>
                  <a:lnTo>
                    <a:pt x="7492" y="10929"/>
                  </a:lnTo>
                  <a:lnTo>
                    <a:pt x="7337" y="11045"/>
                  </a:lnTo>
                  <a:lnTo>
                    <a:pt x="7144" y="11083"/>
                  </a:lnTo>
                  <a:lnTo>
                    <a:pt x="6951" y="11122"/>
                  </a:lnTo>
                  <a:lnTo>
                    <a:pt x="6796" y="11083"/>
                  </a:lnTo>
                  <a:lnTo>
                    <a:pt x="6719" y="11045"/>
                  </a:lnTo>
                  <a:lnTo>
                    <a:pt x="6681" y="10967"/>
                  </a:lnTo>
                  <a:lnTo>
                    <a:pt x="6642" y="10890"/>
                  </a:lnTo>
                  <a:lnTo>
                    <a:pt x="6603" y="10813"/>
                  </a:lnTo>
                  <a:lnTo>
                    <a:pt x="6642" y="10620"/>
                  </a:lnTo>
                  <a:lnTo>
                    <a:pt x="6719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1" y="10156"/>
                  </a:lnTo>
                  <a:lnTo>
                    <a:pt x="7492" y="10079"/>
                  </a:lnTo>
                  <a:lnTo>
                    <a:pt x="7723" y="10041"/>
                  </a:lnTo>
                  <a:lnTo>
                    <a:pt x="7994" y="10002"/>
                  </a:lnTo>
                  <a:close/>
                  <a:moveTo>
                    <a:pt x="2201" y="1"/>
                  </a:moveTo>
                  <a:lnTo>
                    <a:pt x="2008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0" y="812"/>
                  </a:lnTo>
                  <a:lnTo>
                    <a:pt x="1236" y="773"/>
                  </a:lnTo>
                  <a:lnTo>
                    <a:pt x="1043" y="734"/>
                  </a:lnTo>
                  <a:lnTo>
                    <a:pt x="695" y="734"/>
                  </a:lnTo>
                  <a:lnTo>
                    <a:pt x="541" y="812"/>
                  </a:lnTo>
                  <a:lnTo>
                    <a:pt x="386" y="889"/>
                  </a:lnTo>
                  <a:lnTo>
                    <a:pt x="232" y="1005"/>
                  </a:lnTo>
                  <a:lnTo>
                    <a:pt x="116" y="1159"/>
                  </a:lnTo>
                  <a:lnTo>
                    <a:pt x="39" y="1314"/>
                  </a:lnTo>
                  <a:lnTo>
                    <a:pt x="0" y="1468"/>
                  </a:lnTo>
                  <a:lnTo>
                    <a:pt x="0" y="1623"/>
                  </a:lnTo>
                  <a:lnTo>
                    <a:pt x="0" y="1777"/>
                  </a:lnTo>
                  <a:lnTo>
                    <a:pt x="77" y="1931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5" y="2279"/>
                  </a:lnTo>
                  <a:lnTo>
                    <a:pt x="579" y="2356"/>
                  </a:lnTo>
                  <a:lnTo>
                    <a:pt x="734" y="2395"/>
                  </a:lnTo>
                  <a:lnTo>
                    <a:pt x="1043" y="2433"/>
                  </a:lnTo>
                  <a:lnTo>
                    <a:pt x="1390" y="2395"/>
                  </a:lnTo>
                  <a:lnTo>
                    <a:pt x="1699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8" y="4635"/>
                  </a:lnTo>
                  <a:lnTo>
                    <a:pt x="1777" y="5021"/>
                  </a:lnTo>
                  <a:lnTo>
                    <a:pt x="1892" y="5368"/>
                  </a:lnTo>
                  <a:lnTo>
                    <a:pt x="1583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2" y="5252"/>
                  </a:lnTo>
                  <a:lnTo>
                    <a:pt x="386" y="5330"/>
                  </a:lnTo>
                  <a:lnTo>
                    <a:pt x="271" y="5445"/>
                  </a:lnTo>
                  <a:lnTo>
                    <a:pt x="155" y="5561"/>
                  </a:lnTo>
                  <a:lnTo>
                    <a:pt x="77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7" y="6218"/>
                  </a:lnTo>
                  <a:lnTo>
                    <a:pt x="155" y="6334"/>
                  </a:lnTo>
                  <a:lnTo>
                    <a:pt x="232" y="6449"/>
                  </a:lnTo>
                  <a:lnTo>
                    <a:pt x="348" y="6565"/>
                  </a:lnTo>
                  <a:lnTo>
                    <a:pt x="502" y="6643"/>
                  </a:lnTo>
                  <a:lnTo>
                    <a:pt x="657" y="6720"/>
                  </a:lnTo>
                  <a:lnTo>
                    <a:pt x="811" y="6758"/>
                  </a:lnTo>
                  <a:lnTo>
                    <a:pt x="1120" y="6758"/>
                  </a:lnTo>
                  <a:lnTo>
                    <a:pt x="1429" y="6681"/>
                  </a:lnTo>
                  <a:lnTo>
                    <a:pt x="1699" y="6527"/>
                  </a:lnTo>
                  <a:lnTo>
                    <a:pt x="1931" y="6295"/>
                  </a:lnTo>
                  <a:lnTo>
                    <a:pt x="2124" y="6063"/>
                  </a:lnTo>
                  <a:lnTo>
                    <a:pt x="2394" y="6527"/>
                  </a:lnTo>
                  <a:lnTo>
                    <a:pt x="2742" y="6990"/>
                  </a:lnTo>
                  <a:lnTo>
                    <a:pt x="3128" y="7376"/>
                  </a:lnTo>
                  <a:lnTo>
                    <a:pt x="3591" y="7762"/>
                  </a:lnTo>
                  <a:lnTo>
                    <a:pt x="4016" y="7994"/>
                  </a:lnTo>
                  <a:lnTo>
                    <a:pt x="3823" y="8033"/>
                  </a:lnTo>
                  <a:lnTo>
                    <a:pt x="3630" y="8110"/>
                  </a:lnTo>
                  <a:lnTo>
                    <a:pt x="3437" y="8187"/>
                  </a:lnTo>
                  <a:lnTo>
                    <a:pt x="3282" y="8342"/>
                  </a:lnTo>
                  <a:lnTo>
                    <a:pt x="3167" y="8457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5" y="8882"/>
                  </a:lnTo>
                  <a:lnTo>
                    <a:pt x="2896" y="9075"/>
                  </a:lnTo>
                  <a:lnTo>
                    <a:pt x="2935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1" y="9770"/>
                  </a:lnTo>
                  <a:lnTo>
                    <a:pt x="3514" y="9848"/>
                  </a:lnTo>
                  <a:lnTo>
                    <a:pt x="3707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8" y="9770"/>
                  </a:lnTo>
                  <a:lnTo>
                    <a:pt x="4402" y="9693"/>
                  </a:lnTo>
                  <a:lnTo>
                    <a:pt x="4673" y="9461"/>
                  </a:lnTo>
                  <a:lnTo>
                    <a:pt x="4904" y="9152"/>
                  </a:lnTo>
                  <a:lnTo>
                    <a:pt x="5097" y="8844"/>
                  </a:lnTo>
                  <a:lnTo>
                    <a:pt x="5213" y="8496"/>
                  </a:lnTo>
                  <a:lnTo>
                    <a:pt x="6526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5" y="9654"/>
                  </a:lnTo>
                  <a:lnTo>
                    <a:pt x="7762" y="9654"/>
                  </a:lnTo>
                  <a:lnTo>
                    <a:pt x="7569" y="9693"/>
                  </a:lnTo>
                  <a:lnTo>
                    <a:pt x="7144" y="9809"/>
                  </a:lnTo>
                  <a:lnTo>
                    <a:pt x="6796" y="9963"/>
                  </a:lnTo>
                  <a:lnTo>
                    <a:pt x="6642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4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4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5" y="11508"/>
                  </a:lnTo>
                  <a:lnTo>
                    <a:pt x="7028" y="11508"/>
                  </a:lnTo>
                  <a:lnTo>
                    <a:pt x="7221" y="11469"/>
                  </a:lnTo>
                  <a:lnTo>
                    <a:pt x="7414" y="11392"/>
                  </a:lnTo>
                  <a:lnTo>
                    <a:pt x="7569" y="11315"/>
                  </a:lnTo>
                  <a:lnTo>
                    <a:pt x="7723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09" y="10697"/>
                  </a:lnTo>
                  <a:lnTo>
                    <a:pt x="8225" y="10465"/>
                  </a:lnTo>
                  <a:lnTo>
                    <a:pt x="8264" y="10234"/>
                  </a:lnTo>
                  <a:lnTo>
                    <a:pt x="8302" y="9963"/>
                  </a:lnTo>
                  <a:lnTo>
                    <a:pt x="8341" y="9925"/>
                  </a:lnTo>
                  <a:lnTo>
                    <a:pt x="8727" y="10272"/>
                  </a:lnTo>
                  <a:lnTo>
                    <a:pt x="9075" y="10658"/>
                  </a:lnTo>
                  <a:lnTo>
                    <a:pt x="9345" y="11122"/>
                  </a:lnTo>
                  <a:lnTo>
                    <a:pt x="9461" y="11354"/>
                  </a:lnTo>
                  <a:lnTo>
                    <a:pt x="9538" y="11585"/>
                  </a:lnTo>
                  <a:lnTo>
                    <a:pt x="9654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4" y="12937"/>
                  </a:lnTo>
                  <a:lnTo>
                    <a:pt x="9577" y="13284"/>
                  </a:lnTo>
                  <a:lnTo>
                    <a:pt x="9461" y="13593"/>
                  </a:lnTo>
                  <a:lnTo>
                    <a:pt x="9191" y="14211"/>
                  </a:lnTo>
                  <a:lnTo>
                    <a:pt x="9152" y="14288"/>
                  </a:lnTo>
                  <a:lnTo>
                    <a:pt x="9152" y="14327"/>
                  </a:lnTo>
                  <a:lnTo>
                    <a:pt x="9229" y="14404"/>
                  </a:lnTo>
                  <a:lnTo>
                    <a:pt x="9306" y="14443"/>
                  </a:lnTo>
                  <a:lnTo>
                    <a:pt x="9422" y="14404"/>
                  </a:lnTo>
                  <a:lnTo>
                    <a:pt x="9577" y="14250"/>
                  </a:lnTo>
                  <a:lnTo>
                    <a:pt x="9731" y="14057"/>
                  </a:lnTo>
                  <a:lnTo>
                    <a:pt x="9847" y="13902"/>
                  </a:lnTo>
                  <a:lnTo>
                    <a:pt x="9924" y="13670"/>
                  </a:lnTo>
                  <a:lnTo>
                    <a:pt x="10079" y="13246"/>
                  </a:lnTo>
                  <a:lnTo>
                    <a:pt x="10117" y="12782"/>
                  </a:lnTo>
                  <a:lnTo>
                    <a:pt x="10117" y="12319"/>
                  </a:lnTo>
                  <a:lnTo>
                    <a:pt x="10040" y="11855"/>
                  </a:lnTo>
                  <a:lnTo>
                    <a:pt x="9924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6" y="10272"/>
                  </a:lnTo>
                  <a:lnTo>
                    <a:pt x="9036" y="9963"/>
                  </a:lnTo>
                  <a:lnTo>
                    <a:pt x="8727" y="9693"/>
                  </a:lnTo>
                  <a:lnTo>
                    <a:pt x="8959" y="9577"/>
                  </a:lnTo>
                  <a:lnTo>
                    <a:pt x="9229" y="9423"/>
                  </a:lnTo>
                  <a:lnTo>
                    <a:pt x="9461" y="9191"/>
                  </a:lnTo>
                  <a:lnTo>
                    <a:pt x="9615" y="8921"/>
                  </a:lnTo>
                  <a:lnTo>
                    <a:pt x="9731" y="8612"/>
                  </a:lnTo>
                  <a:lnTo>
                    <a:pt x="9731" y="8496"/>
                  </a:lnTo>
                  <a:lnTo>
                    <a:pt x="9731" y="8342"/>
                  </a:lnTo>
                  <a:lnTo>
                    <a:pt x="9693" y="8187"/>
                  </a:lnTo>
                  <a:lnTo>
                    <a:pt x="9615" y="8071"/>
                  </a:lnTo>
                  <a:lnTo>
                    <a:pt x="9499" y="7955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6" y="7724"/>
                  </a:lnTo>
                  <a:lnTo>
                    <a:pt x="8689" y="7724"/>
                  </a:lnTo>
                  <a:lnTo>
                    <a:pt x="8534" y="7762"/>
                  </a:lnTo>
                  <a:lnTo>
                    <a:pt x="8380" y="7840"/>
                  </a:lnTo>
                  <a:lnTo>
                    <a:pt x="8225" y="7955"/>
                  </a:lnTo>
                  <a:lnTo>
                    <a:pt x="8109" y="8071"/>
                  </a:lnTo>
                  <a:lnTo>
                    <a:pt x="7955" y="8264"/>
                  </a:lnTo>
                  <a:lnTo>
                    <a:pt x="7878" y="8535"/>
                  </a:lnTo>
                  <a:lnTo>
                    <a:pt x="7839" y="8766"/>
                  </a:lnTo>
                  <a:lnTo>
                    <a:pt x="7839" y="9037"/>
                  </a:lnTo>
                  <a:lnTo>
                    <a:pt x="7221" y="8766"/>
                  </a:lnTo>
                  <a:lnTo>
                    <a:pt x="6642" y="8496"/>
                  </a:lnTo>
                  <a:lnTo>
                    <a:pt x="5368" y="8033"/>
                  </a:lnTo>
                  <a:lnTo>
                    <a:pt x="5638" y="7878"/>
                  </a:lnTo>
                  <a:lnTo>
                    <a:pt x="5870" y="7685"/>
                  </a:lnTo>
                  <a:lnTo>
                    <a:pt x="6063" y="7453"/>
                  </a:lnTo>
                  <a:lnTo>
                    <a:pt x="6217" y="7183"/>
                  </a:lnTo>
                  <a:lnTo>
                    <a:pt x="6333" y="6874"/>
                  </a:lnTo>
                  <a:lnTo>
                    <a:pt x="6333" y="6720"/>
                  </a:lnTo>
                  <a:lnTo>
                    <a:pt x="6333" y="6527"/>
                  </a:lnTo>
                  <a:lnTo>
                    <a:pt x="6333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4" y="5947"/>
                  </a:lnTo>
                  <a:lnTo>
                    <a:pt x="5870" y="5870"/>
                  </a:lnTo>
                  <a:lnTo>
                    <a:pt x="5715" y="5832"/>
                  </a:lnTo>
                  <a:lnTo>
                    <a:pt x="5561" y="5870"/>
                  </a:lnTo>
                  <a:lnTo>
                    <a:pt x="5406" y="5909"/>
                  </a:lnTo>
                  <a:lnTo>
                    <a:pt x="5252" y="5986"/>
                  </a:lnTo>
                  <a:lnTo>
                    <a:pt x="5136" y="6063"/>
                  </a:lnTo>
                  <a:lnTo>
                    <a:pt x="4904" y="6334"/>
                  </a:lnTo>
                  <a:lnTo>
                    <a:pt x="4750" y="6643"/>
                  </a:lnTo>
                  <a:lnTo>
                    <a:pt x="4634" y="7029"/>
                  </a:lnTo>
                  <a:lnTo>
                    <a:pt x="4634" y="7222"/>
                  </a:lnTo>
                  <a:lnTo>
                    <a:pt x="4634" y="7415"/>
                  </a:lnTo>
                  <a:lnTo>
                    <a:pt x="4634" y="7608"/>
                  </a:lnTo>
                  <a:lnTo>
                    <a:pt x="4711" y="7762"/>
                  </a:lnTo>
                  <a:lnTo>
                    <a:pt x="4093" y="7453"/>
                  </a:lnTo>
                  <a:lnTo>
                    <a:pt x="3823" y="7299"/>
                  </a:lnTo>
                  <a:lnTo>
                    <a:pt x="3553" y="7106"/>
                  </a:lnTo>
                  <a:lnTo>
                    <a:pt x="3321" y="6874"/>
                  </a:lnTo>
                  <a:lnTo>
                    <a:pt x="3089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1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2" y="5986"/>
                  </a:lnTo>
                  <a:lnTo>
                    <a:pt x="4248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8" y="5407"/>
                  </a:lnTo>
                  <a:lnTo>
                    <a:pt x="4557" y="5214"/>
                  </a:lnTo>
                  <a:lnTo>
                    <a:pt x="4518" y="5059"/>
                  </a:lnTo>
                  <a:lnTo>
                    <a:pt x="4480" y="4866"/>
                  </a:lnTo>
                  <a:lnTo>
                    <a:pt x="4402" y="4712"/>
                  </a:lnTo>
                  <a:lnTo>
                    <a:pt x="4286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0" y="4364"/>
                  </a:lnTo>
                  <a:lnTo>
                    <a:pt x="3707" y="4364"/>
                  </a:lnTo>
                  <a:lnTo>
                    <a:pt x="3553" y="4403"/>
                  </a:lnTo>
                  <a:lnTo>
                    <a:pt x="3398" y="4441"/>
                  </a:lnTo>
                  <a:lnTo>
                    <a:pt x="3244" y="4519"/>
                  </a:lnTo>
                  <a:lnTo>
                    <a:pt x="3089" y="4635"/>
                  </a:lnTo>
                  <a:lnTo>
                    <a:pt x="2819" y="4905"/>
                  </a:lnTo>
                  <a:lnTo>
                    <a:pt x="2587" y="5214"/>
                  </a:lnTo>
                  <a:lnTo>
                    <a:pt x="2433" y="5561"/>
                  </a:lnTo>
                  <a:lnTo>
                    <a:pt x="2394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5" y="4326"/>
                  </a:lnTo>
                  <a:lnTo>
                    <a:pt x="2047" y="3939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4" y="2318"/>
                  </a:lnTo>
                  <a:lnTo>
                    <a:pt x="2356" y="2511"/>
                  </a:lnTo>
                  <a:lnTo>
                    <a:pt x="2587" y="2627"/>
                  </a:lnTo>
                  <a:lnTo>
                    <a:pt x="2819" y="2742"/>
                  </a:lnTo>
                  <a:lnTo>
                    <a:pt x="3128" y="2781"/>
                  </a:lnTo>
                  <a:lnTo>
                    <a:pt x="3282" y="2742"/>
                  </a:lnTo>
                  <a:lnTo>
                    <a:pt x="3476" y="2704"/>
                  </a:lnTo>
                  <a:lnTo>
                    <a:pt x="3630" y="2627"/>
                  </a:lnTo>
                  <a:lnTo>
                    <a:pt x="3784" y="2549"/>
                  </a:lnTo>
                  <a:lnTo>
                    <a:pt x="3900" y="2433"/>
                  </a:lnTo>
                  <a:lnTo>
                    <a:pt x="4016" y="2279"/>
                  </a:lnTo>
                  <a:lnTo>
                    <a:pt x="4093" y="2125"/>
                  </a:lnTo>
                  <a:lnTo>
                    <a:pt x="4132" y="1970"/>
                  </a:lnTo>
                  <a:lnTo>
                    <a:pt x="4093" y="1777"/>
                  </a:lnTo>
                  <a:lnTo>
                    <a:pt x="4055" y="1623"/>
                  </a:lnTo>
                  <a:lnTo>
                    <a:pt x="4016" y="1507"/>
                  </a:lnTo>
                  <a:lnTo>
                    <a:pt x="3900" y="1352"/>
                  </a:lnTo>
                  <a:lnTo>
                    <a:pt x="3784" y="1236"/>
                  </a:lnTo>
                  <a:lnTo>
                    <a:pt x="3630" y="1159"/>
                  </a:lnTo>
                  <a:lnTo>
                    <a:pt x="3514" y="1121"/>
                  </a:lnTo>
                  <a:lnTo>
                    <a:pt x="3321" y="1082"/>
                  </a:lnTo>
                  <a:lnTo>
                    <a:pt x="3167" y="1043"/>
                  </a:lnTo>
                  <a:lnTo>
                    <a:pt x="3012" y="1082"/>
                  </a:lnTo>
                  <a:lnTo>
                    <a:pt x="2742" y="1159"/>
                  </a:lnTo>
                  <a:lnTo>
                    <a:pt x="2472" y="1314"/>
                  </a:lnTo>
                  <a:lnTo>
                    <a:pt x="2240" y="1545"/>
                  </a:lnTo>
                  <a:lnTo>
                    <a:pt x="2510" y="78"/>
                  </a:lnTo>
                  <a:lnTo>
                    <a:pt x="220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1" name="Google Shape;5171;p21"/>
            <p:cNvSpPr/>
            <p:nvPr/>
          </p:nvSpPr>
          <p:spPr>
            <a:xfrm>
              <a:off x="6161625" y="3921800"/>
              <a:ext cx="44450" cy="44425"/>
            </a:xfrm>
            <a:custGeom>
              <a:avLst/>
              <a:gdLst/>
              <a:ahLst/>
              <a:cxnLst/>
              <a:rect l="l" t="t" r="r" b="b"/>
              <a:pathLst>
                <a:path w="1778" h="1777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8"/>
                  </a:lnTo>
                  <a:lnTo>
                    <a:pt x="1391" y="811"/>
                  </a:lnTo>
                  <a:lnTo>
                    <a:pt x="1391" y="966"/>
                  </a:lnTo>
                  <a:lnTo>
                    <a:pt x="1352" y="1082"/>
                  </a:lnTo>
                  <a:lnTo>
                    <a:pt x="1275" y="1159"/>
                  </a:lnTo>
                  <a:lnTo>
                    <a:pt x="1198" y="1236"/>
                  </a:lnTo>
                  <a:lnTo>
                    <a:pt x="1082" y="1313"/>
                  </a:lnTo>
                  <a:lnTo>
                    <a:pt x="889" y="1390"/>
                  </a:lnTo>
                  <a:lnTo>
                    <a:pt x="735" y="1352"/>
                  </a:lnTo>
                  <a:lnTo>
                    <a:pt x="541" y="1275"/>
                  </a:lnTo>
                  <a:lnTo>
                    <a:pt x="426" y="1082"/>
                  </a:lnTo>
                  <a:lnTo>
                    <a:pt x="387" y="927"/>
                  </a:lnTo>
                  <a:lnTo>
                    <a:pt x="387" y="734"/>
                  </a:lnTo>
                  <a:lnTo>
                    <a:pt x="464" y="580"/>
                  </a:lnTo>
                  <a:lnTo>
                    <a:pt x="541" y="386"/>
                  </a:lnTo>
                  <a:lnTo>
                    <a:pt x="541" y="348"/>
                  </a:lnTo>
                  <a:lnTo>
                    <a:pt x="580" y="348"/>
                  </a:lnTo>
                  <a:lnTo>
                    <a:pt x="773" y="309"/>
                  </a:lnTo>
                  <a:close/>
                  <a:moveTo>
                    <a:pt x="966" y="0"/>
                  </a:moveTo>
                  <a:lnTo>
                    <a:pt x="773" y="39"/>
                  </a:lnTo>
                  <a:lnTo>
                    <a:pt x="619" y="78"/>
                  </a:lnTo>
                  <a:lnTo>
                    <a:pt x="464" y="155"/>
                  </a:lnTo>
                  <a:lnTo>
                    <a:pt x="426" y="193"/>
                  </a:lnTo>
                  <a:lnTo>
                    <a:pt x="387" y="193"/>
                  </a:lnTo>
                  <a:lnTo>
                    <a:pt x="233" y="271"/>
                  </a:lnTo>
                  <a:lnTo>
                    <a:pt x="117" y="386"/>
                  </a:lnTo>
                  <a:lnTo>
                    <a:pt x="39" y="541"/>
                  </a:lnTo>
                  <a:lnTo>
                    <a:pt x="1" y="695"/>
                  </a:lnTo>
                  <a:lnTo>
                    <a:pt x="1" y="850"/>
                  </a:lnTo>
                  <a:lnTo>
                    <a:pt x="1" y="1004"/>
                  </a:lnTo>
                  <a:lnTo>
                    <a:pt x="39" y="1197"/>
                  </a:lnTo>
                  <a:lnTo>
                    <a:pt x="117" y="1313"/>
                  </a:lnTo>
                  <a:lnTo>
                    <a:pt x="194" y="1468"/>
                  </a:lnTo>
                  <a:lnTo>
                    <a:pt x="348" y="1583"/>
                  </a:lnTo>
                  <a:lnTo>
                    <a:pt x="464" y="1699"/>
                  </a:lnTo>
                  <a:lnTo>
                    <a:pt x="619" y="1738"/>
                  </a:lnTo>
                  <a:lnTo>
                    <a:pt x="812" y="1777"/>
                  </a:lnTo>
                  <a:lnTo>
                    <a:pt x="966" y="1777"/>
                  </a:lnTo>
                  <a:lnTo>
                    <a:pt x="1121" y="1738"/>
                  </a:lnTo>
                  <a:lnTo>
                    <a:pt x="1314" y="1661"/>
                  </a:lnTo>
                  <a:lnTo>
                    <a:pt x="1430" y="1545"/>
                  </a:lnTo>
                  <a:lnTo>
                    <a:pt x="1584" y="1429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66"/>
                  </a:lnTo>
                  <a:lnTo>
                    <a:pt x="1777" y="773"/>
                  </a:lnTo>
                  <a:lnTo>
                    <a:pt x="1738" y="618"/>
                  </a:lnTo>
                  <a:lnTo>
                    <a:pt x="1661" y="425"/>
                  </a:lnTo>
                  <a:lnTo>
                    <a:pt x="1545" y="309"/>
                  </a:lnTo>
                  <a:lnTo>
                    <a:pt x="1430" y="193"/>
                  </a:lnTo>
                  <a:lnTo>
                    <a:pt x="1275" y="116"/>
                  </a:lnTo>
                  <a:lnTo>
                    <a:pt x="1121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2" name="Google Shape;5172;p21"/>
            <p:cNvSpPr/>
            <p:nvPr/>
          </p:nvSpPr>
          <p:spPr>
            <a:xfrm>
              <a:off x="7032400" y="3923725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3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7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0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6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8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4"/>
                  </a:lnTo>
                  <a:lnTo>
                    <a:pt x="1159" y="541"/>
                  </a:lnTo>
                  <a:lnTo>
                    <a:pt x="1352" y="425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8"/>
                  </a:lnTo>
                  <a:lnTo>
                    <a:pt x="309" y="927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5"/>
                  </a:lnTo>
                  <a:lnTo>
                    <a:pt x="0" y="2008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4" y="2858"/>
                  </a:lnTo>
                  <a:lnTo>
                    <a:pt x="425" y="3244"/>
                  </a:lnTo>
                  <a:lnTo>
                    <a:pt x="696" y="3553"/>
                  </a:lnTo>
                  <a:lnTo>
                    <a:pt x="1043" y="3823"/>
                  </a:lnTo>
                  <a:lnTo>
                    <a:pt x="1468" y="4016"/>
                  </a:lnTo>
                  <a:lnTo>
                    <a:pt x="1661" y="4094"/>
                  </a:lnTo>
                  <a:lnTo>
                    <a:pt x="1893" y="4132"/>
                  </a:lnTo>
                  <a:lnTo>
                    <a:pt x="2317" y="4132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2"/>
                  </a:lnTo>
                  <a:lnTo>
                    <a:pt x="4171" y="1429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6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3" name="Google Shape;5173;p21"/>
            <p:cNvSpPr/>
            <p:nvPr/>
          </p:nvSpPr>
          <p:spPr>
            <a:xfrm>
              <a:off x="6167425" y="3927575"/>
              <a:ext cx="114900" cy="286750"/>
            </a:xfrm>
            <a:custGeom>
              <a:avLst/>
              <a:gdLst/>
              <a:ahLst/>
              <a:cxnLst/>
              <a:rect l="l" t="t" r="r" b="b"/>
              <a:pathLst>
                <a:path w="4596" h="11470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67"/>
                  </a:lnTo>
                  <a:lnTo>
                    <a:pt x="3939" y="4287"/>
                  </a:lnTo>
                  <a:lnTo>
                    <a:pt x="4016" y="5407"/>
                  </a:lnTo>
                  <a:lnTo>
                    <a:pt x="4055" y="6643"/>
                  </a:lnTo>
                  <a:lnTo>
                    <a:pt x="4055" y="7261"/>
                  </a:lnTo>
                  <a:lnTo>
                    <a:pt x="3978" y="7917"/>
                  </a:lnTo>
                  <a:lnTo>
                    <a:pt x="3901" y="8535"/>
                  </a:lnTo>
                  <a:lnTo>
                    <a:pt x="3746" y="9153"/>
                  </a:lnTo>
                  <a:lnTo>
                    <a:pt x="3553" y="9732"/>
                  </a:lnTo>
                  <a:lnTo>
                    <a:pt x="3244" y="10273"/>
                  </a:lnTo>
                  <a:lnTo>
                    <a:pt x="3012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4"/>
                  </a:lnTo>
                  <a:lnTo>
                    <a:pt x="850" y="9693"/>
                  </a:lnTo>
                  <a:lnTo>
                    <a:pt x="773" y="9423"/>
                  </a:lnTo>
                  <a:lnTo>
                    <a:pt x="734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6"/>
                  </a:lnTo>
                  <a:lnTo>
                    <a:pt x="580" y="2781"/>
                  </a:lnTo>
                  <a:lnTo>
                    <a:pt x="618" y="2781"/>
                  </a:lnTo>
                  <a:lnTo>
                    <a:pt x="1391" y="2395"/>
                  </a:lnTo>
                  <a:lnTo>
                    <a:pt x="2163" y="1970"/>
                  </a:lnTo>
                  <a:lnTo>
                    <a:pt x="2935" y="1468"/>
                  </a:lnTo>
                  <a:lnTo>
                    <a:pt x="3283" y="1198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40"/>
                  </a:lnTo>
                  <a:lnTo>
                    <a:pt x="3476" y="349"/>
                  </a:lnTo>
                  <a:lnTo>
                    <a:pt x="3051" y="657"/>
                  </a:lnTo>
                  <a:lnTo>
                    <a:pt x="2626" y="1005"/>
                  </a:lnTo>
                  <a:lnTo>
                    <a:pt x="2202" y="1314"/>
                  </a:lnTo>
                  <a:lnTo>
                    <a:pt x="1313" y="1893"/>
                  </a:lnTo>
                  <a:lnTo>
                    <a:pt x="425" y="2472"/>
                  </a:lnTo>
                  <a:lnTo>
                    <a:pt x="348" y="2550"/>
                  </a:lnTo>
                  <a:lnTo>
                    <a:pt x="348" y="2665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4"/>
                  </a:lnTo>
                  <a:lnTo>
                    <a:pt x="155" y="4866"/>
                  </a:lnTo>
                  <a:lnTo>
                    <a:pt x="1" y="4944"/>
                  </a:lnTo>
                  <a:lnTo>
                    <a:pt x="155" y="5291"/>
                  </a:lnTo>
                  <a:lnTo>
                    <a:pt x="155" y="6257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3"/>
                  </a:lnTo>
                  <a:lnTo>
                    <a:pt x="309" y="9616"/>
                  </a:lnTo>
                  <a:lnTo>
                    <a:pt x="503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429" y="11199"/>
                  </a:lnTo>
                  <a:lnTo>
                    <a:pt x="1622" y="11315"/>
                  </a:lnTo>
                  <a:lnTo>
                    <a:pt x="1815" y="11392"/>
                  </a:lnTo>
                  <a:lnTo>
                    <a:pt x="2047" y="11431"/>
                  </a:lnTo>
                  <a:lnTo>
                    <a:pt x="2279" y="11470"/>
                  </a:lnTo>
                  <a:lnTo>
                    <a:pt x="2549" y="11431"/>
                  </a:lnTo>
                  <a:lnTo>
                    <a:pt x="2819" y="11354"/>
                  </a:lnTo>
                  <a:lnTo>
                    <a:pt x="3051" y="11238"/>
                  </a:lnTo>
                  <a:lnTo>
                    <a:pt x="3283" y="11083"/>
                  </a:lnTo>
                  <a:lnTo>
                    <a:pt x="3476" y="10890"/>
                  </a:lnTo>
                  <a:lnTo>
                    <a:pt x="3669" y="10659"/>
                  </a:lnTo>
                  <a:lnTo>
                    <a:pt x="3823" y="10427"/>
                  </a:lnTo>
                  <a:lnTo>
                    <a:pt x="3978" y="10157"/>
                  </a:lnTo>
                  <a:lnTo>
                    <a:pt x="4171" y="9577"/>
                  </a:lnTo>
                  <a:lnTo>
                    <a:pt x="4325" y="8960"/>
                  </a:lnTo>
                  <a:lnTo>
                    <a:pt x="4441" y="8342"/>
                  </a:lnTo>
                  <a:lnTo>
                    <a:pt x="4518" y="7763"/>
                  </a:lnTo>
                  <a:lnTo>
                    <a:pt x="4557" y="7222"/>
                  </a:lnTo>
                  <a:lnTo>
                    <a:pt x="4596" y="6681"/>
                  </a:lnTo>
                  <a:lnTo>
                    <a:pt x="4596" y="6102"/>
                  </a:lnTo>
                  <a:lnTo>
                    <a:pt x="4557" y="5021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2"/>
                  </a:lnTo>
                  <a:lnTo>
                    <a:pt x="4094" y="426"/>
                  </a:lnTo>
                  <a:lnTo>
                    <a:pt x="4171" y="349"/>
                  </a:lnTo>
                  <a:lnTo>
                    <a:pt x="4210" y="271"/>
                  </a:lnTo>
                  <a:lnTo>
                    <a:pt x="4210" y="233"/>
                  </a:lnTo>
                  <a:lnTo>
                    <a:pt x="4171" y="78"/>
                  </a:lnTo>
                  <a:lnTo>
                    <a:pt x="4132" y="40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4" name="Google Shape;5174;p21"/>
            <p:cNvSpPr/>
            <p:nvPr/>
          </p:nvSpPr>
          <p:spPr>
            <a:xfrm>
              <a:off x="1394625" y="3943025"/>
              <a:ext cx="74350" cy="103325"/>
            </a:xfrm>
            <a:custGeom>
              <a:avLst/>
              <a:gdLst/>
              <a:ahLst/>
              <a:cxnLst/>
              <a:rect l="l" t="t" r="r" b="b"/>
              <a:pathLst>
                <a:path w="2974" h="4133" extrusionOk="0">
                  <a:moveTo>
                    <a:pt x="116" y="1"/>
                  </a:moveTo>
                  <a:lnTo>
                    <a:pt x="1" y="39"/>
                  </a:lnTo>
                  <a:lnTo>
                    <a:pt x="1" y="78"/>
                  </a:lnTo>
                  <a:lnTo>
                    <a:pt x="271" y="928"/>
                  </a:lnTo>
                  <a:lnTo>
                    <a:pt x="580" y="1738"/>
                  </a:lnTo>
                  <a:lnTo>
                    <a:pt x="927" y="2549"/>
                  </a:lnTo>
                  <a:lnTo>
                    <a:pt x="1275" y="3283"/>
                  </a:lnTo>
                  <a:lnTo>
                    <a:pt x="1507" y="3669"/>
                  </a:lnTo>
                  <a:lnTo>
                    <a:pt x="1661" y="3824"/>
                  </a:lnTo>
                  <a:lnTo>
                    <a:pt x="1854" y="3978"/>
                  </a:lnTo>
                  <a:lnTo>
                    <a:pt x="2009" y="4055"/>
                  </a:lnTo>
                  <a:lnTo>
                    <a:pt x="2240" y="4133"/>
                  </a:lnTo>
                  <a:lnTo>
                    <a:pt x="2433" y="4094"/>
                  </a:lnTo>
                  <a:lnTo>
                    <a:pt x="2665" y="4017"/>
                  </a:lnTo>
                  <a:lnTo>
                    <a:pt x="2781" y="3862"/>
                  </a:lnTo>
                  <a:lnTo>
                    <a:pt x="2897" y="3708"/>
                  </a:lnTo>
                  <a:lnTo>
                    <a:pt x="2935" y="3515"/>
                  </a:lnTo>
                  <a:lnTo>
                    <a:pt x="2974" y="3360"/>
                  </a:lnTo>
                  <a:lnTo>
                    <a:pt x="2935" y="3129"/>
                  </a:lnTo>
                  <a:lnTo>
                    <a:pt x="2897" y="2936"/>
                  </a:lnTo>
                  <a:lnTo>
                    <a:pt x="2819" y="2588"/>
                  </a:lnTo>
                  <a:lnTo>
                    <a:pt x="2588" y="2627"/>
                  </a:lnTo>
                  <a:lnTo>
                    <a:pt x="2665" y="2974"/>
                  </a:lnTo>
                  <a:lnTo>
                    <a:pt x="2704" y="3129"/>
                  </a:lnTo>
                  <a:lnTo>
                    <a:pt x="2665" y="3283"/>
                  </a:lnTo>
                  <a:lnTo>
                    <a:pt x="2433" y="3399"/>
                  </a:lnTo>
                  <a:lnTo>
                    <a:pt x="2202" y="3476"/>
                  </a:lnTo>
                  <a:lnTo>
                    <a:pt x="2009" y="3515"/>
                  </a:lnTo>
                  <a:lnTo>
                    <a:pt x="1854" y="3476"/>
                  </a:lnTo>
                  <a:lnTo>
                    <a:pt x="1700" y="3438"/>
                  </a:lnTo>
                  <a:lnTo>
                    <a:pt x="1584" y="3322"/>
                  </a:lnTo>
                  <a:lnTo>
                    <a:pt x="1507" y="3167"/>
                  </a:lnTo>
                  <a:lnTo>
                    <a:pt x="1468" y="2974"/>
                  </a:lnTo>
                  <a:lnTo>
                    <a:pt x="1352" y="2704"/>
                  </a:lnTo>
                  <a:lnTo>
                    <a:pt x="889" y="1623"/>
                  </a:lnTo>
                  <a:lnTo>
                    <a:pt x="541" y="812"/>
                  </a:lnTo>
                  <a:lnTo>
                    <a:pt x="348" y="426"/>
                  </a:lnTo>
                  <a:lnTo>
                    <a:pt x="155" y="39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5" name="Google Shape;5175;p21"/>
            <p:cNvSpPr/>
            <p:nvPr/>
          </p:nvSpPr>
          <p:spPr>
            <a:xfrm>
              <a:off x="2923775" y="3946900"/>
              <a:ext cx="335975" cy="782925"/>
            </a:xfrm>
            <a:custGeom>
              <a:avLst/>
              <a:gdLst/>
              <a:ahLst/>
              <a:cxnLst/>
              <a:rect l="l" t="t" r="r" b="b"/>
              <a:pathLst>
                <a:path w="13439" h="31317" extrusionOk="0">
                  <a:moveTo>
                    <a:pt x="6488" y="386"/>
                  </a:moveTo>
                  <a:lnTo>
                    <a:pt x="6526" y="464"/>
                  </a:lnTo>
                  <a:lnTo>
                    <a:pt x="7144" y="2008"/>
                  </a:lnTo>
                  <a:lnTo>
                    <a:pt x="7685" y="3553"/>
                  </a:lnTo>
                  <a:lnTo>
                    <a:pt x="8226" y="5136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1"/>
                  </a:lnTo>
                  <a:lnTo>
                    <a:pt x="7530" y="7337"/>
                  </a:lnTo>
                  <a:lnTo>
                    <a:pt x="7222" y="7453"/>
                  </a:lnTo>
                  <a:lnTo>
                    <a:pt x="6913" y="7530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0"/>
                  </a:lnTo>
                  <a:lnTo>
                    <a:pt x="5522" y="7492"/>
                  </a:lnTo>
                  <a:lnTo>
                    <a:pt x="4866" y="7337"/>
                  </a:lnTo>
                  <a:lnTo>
                    <a:pt x="4210" y="7105"/>
                  </a:lnTo>
                  <a:lnTo>
                    <a:pt x="3592" y="6874"/>
                  </a:lnTo>
                  <a:lnTo>
                    <a:pt x="3862" y="6024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3"/>
                  </a:lnTo>
                  <a:lnTo>
                    <a:pt x="5214" y="2742"/>
                  </a:lnTo>
                  <a:lnTo>
                    <a:pt x="5600" y="1931"/>
                  </a:lnTo>
                  <a:lnTo>
                    <a:pt x="6024" y="1159"/>
                  </a:lnTo>
                  <a:lnTo>
                    <a:pt x="6488" y="386"/>
                  </a:lnTo>
                  <a:close/>
                  <a:moveTo>
                    <a:pt x="8805" y="7028"/>
                  </a:moveTo>
                  <a:lnTo>
                    <a:pt x="9230" y="8418"/>
                  </a:lnTo>
                  <a:lnTo>
                    <a:pt x="9577" y="9847"/>
                  </a:lnTo>
                  <a:lnTo>
                    <a:pt x="9847" y="11083"/>
                  </a:lnTo>
                  <a:lnTo>
                    <a:pt x="10079" y="12357"/>
                  </a:lnTo>
                  <a:lnTo>
                    <a:pt x="10233" y="13631"/>
                  </a:lnTo>
                  <a:lnTo>
                    <a:pt x="10388" y="14906"/>
                  </a:lnTo>
                  <a:lnTo>
                    <a:pt x="10465" y="16180"/>
                  </a:lnTo>
                  <a:lnTo>
                    <a:pt x="10504" y="16836"/>
                  </a:lnTo>
                  <a:lnTo>
                    <a:pt x="10504" y="17493"/>
                  </a:lnTo>
                  <a:lnTo>
                    <a:pt x="10504" y="18188"/>
                  </a:lnTo>
                  <a:lnTo>
                    <a:pt x="10427" y="18844"/>
                  </a:lnTo>
                  <a:lnTo>
                    <a:pt x="10311" y="19462"/>
                  </a:lnTo>
                  <a:lnTo>
                    <a:pt x="10118" y="20080"/>
                  </a:lnTo>
                  <a:lnTo>
                    <a:pt x="9886" y="20659"/>
                  </a:lnTo>
                  <a:lnTo>
                    <a:pt x="9538" y="21161"/>
                  </a:lnTo>
                  <a:lnTo>
                    <a:pt x="9384" y="21393"/>
                  </a:lnTo>
                  <a:lnTo>
                    <a:pt x="9152" y="21586"/>
                  </a:lnTo>
                  <a:lnTo>
                    <a:pt x="8959" y="21779"/>
                  </a:lnTo>
                  <a:lnTo>
                    <a:pt x="8728" y="21972"/>
                  </a:lnTo>
                  <a:lnTo>
                    <a:pt x="8496" y="22127"/>
                  </a:lnTo>
                  <a:lnTo>
                    <a:pt x="8226" y="22242"/>
                  </a:lnTo>
                  <a:lnTo>
                    <a:pt x="7955" y="22358"/>
                  </a:lnTo>
                  <a:lnTo>
                    <a:pt x="7685" y="22435"/>
                  </a:lnTo>
                  <a:lnTo>
                    <a:pt x="7415" y="22474"/>
                  </a:lnTo>
                  <a:lnTo>
                    <a:pt x="6797" y="22474"/>
                  </a:lnTo>
                  <a:lnTo>
                    <a:pt x="6488" y="22435"/>
                  </a:lnTo>
                  <a:lnTo>
                    <a:pt x="5909" y="22281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4"/>
                  </a:lnTo>
                  <a:lnTo>
                    <a:pt x="4094" y="20929"/>
                  </a:lnTo>
                  <a:lnTo>
                    <a:pt x="3785" y="20466"/>
                  </a:lnTo>
                  <a:lnTo>
                    <a:pt x="3476" y="19964"/>
                  </a:lnTo>
                  <a:lnTo>
                    <a:pt x="3244" y="19424"/>
                  </a:lnTo>
                  <a:lnTo>
                    <a:pt x="3051" y="18883"/>
                  </a:lnTo>
                  <a:lnTo>
                    <a:pt x="2897" y="18342"/>
                  </a:lnTo>
                  <a:lnTo>
                    <a:pt x="2781" y="17802"/>
                  </a:lnTo>
                  <a:lnTo>
                    <a:pt x="2704" y="17222"/>
                  </a:lnTo>
                  <a:lnTo>
                    <a:pt x="2588" y="16103"/>
                  </a:lnTo>
                  <a:lnTo>
                    <a:pt x="2511" y="14944"/>
                  </a:lnTo>
                  <a:lnTo>
                    <a:pt x="2511" y="13747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2"/>
                  </a:lnTo>
                  <a:lnTo>
                    <a:pt x="3128" y="8689"/>
                  </a:lnTo>
                  <a:lnTo>
                    <a:pt x="3283" y="7916"/>
                  </a:lnTo>
                  <a:lnTo>
                    <a:pt x="3515" y="7183"/>
                  </a:lnTo>
                  <a:lnTo>
                    <a:pt x="4132" y="7453"/>
                  </a:lnTo>
                  <a:lnTo>
                    <a:pt x="4827" y="7685"/>
                  </a:lnTo>
                  <a:lnTo>
                    <a:pt x="5522" y="7839"/>
                  </a:lnTo>
                  <a:lnTo>
                    <a:pt x="5909" y="7916"/>
                  </a:lnTo>
                  <a:lnTo>
                    <a:pt x="6256" y="7916"/>
                  </a:lnTo>
                  <a:lnTo>
                    <a:pt x="6604" y="7955"/>
                  </a:lnTo>
                  <a:lnTo>
                    <a:pt x="6990" y="7916"/>
                  </a:lnTo>
                  <a:lnTo>
                    <a:pt x="7299" y="7878"/>
                  </a:lnTo>
                  <a:lnTo>
                    <a:pt x="7646" y="7762"/>
                  </a:lnTo>
                  <a:lnTo>
                    <a:pt x="7955" y="7646"/>
                  </a:lnTo>
                  <a:lnTo>
                    <a:pt x="8264" y="7492"/>
                  </a:lnTo>
                  <a:lnTo>
                    <a:pt x="8573" y="7260"/>
                  </a:lnTo>
                  <a:lnTo>
                    <a:pt x="8805" y="7028"/>
                  </a:lnTo>
                  <a:close/>
                  <a:moveTo>
                    <a:pt x="8650" y="22474"/>
                  </a:moveTo>
                  <a:lnTo>
                    <a:pt x="8766" y="22822"/>
                  </a:lnTo>
                  <a:lnTo>
                    <a:pt x="8921" y="23169"/>
                  </a:lnTo>
                  <a:lnTo>
                    <a:pt x="8496" y="23401"/>
                  </a:lnTo>
                  <a:lnTo>
                    <a:pt x="8071" y="23555"/>
                  </a:lnTo>
                  <a:lnTo>
                    <a:pt x="7608" y="23633"/>
                  </a:lnTo>
                  <a:lnTo>
                    <a:pt x="7144" y="23671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2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4"/>
                  </a:lnTo>
                  <a:lnTo>
                    <a:pt x="5870" y="22629"/>
                  </a:lnTo>
                  <a:lnTo>
                    <a:pt x="6256" y="22783"/>
                  </a:lnTo>
                  <a:lnTo>
                    <a:pt x="6681" y="22860"/>
                  </a:lnTo>
                  <a:lnTo>
                    <a:pt x="7067" y="22899"/>
                  </a:lnTo>
                  <a:lnTo>
                    <a:pt x="7453" y="22860"/>
                  </a:lnTo>
                  <a:lnTo>
                    <a:pt x="7878" y="22822"/>
                  </a:lnTo>
                  <a:lnTo>
                    <a:pt x="8264" y="22667"/>
                  </a:lnTo>
                  <a:lnTo>
                    <a:pt x="8650" y="22474"/>
                  </a:lnTo>
                  <a:close/>
                  <a:moveTo>
                    <a:pt x="10890" y="16798"/>
                  </a:moveTo>
                  <a:lnTo>
                    <a:pt x="11392" y="17261"/>
                  </a:lnTo>
                  <a:lnTo>
                    <a:pt x="11933" y="17647"/>
                  </a:lnTo>
                  <a:lnTo>
                    <a:pt x="12512" y="18033"/>
                  </a:lnTo>
                  <a:lnTo>
                    <a:pt x="13091" y="18342"/>
                  </a:lnTo>
                  <a:lnTo>
                    <a:pt x="12937" y="19771"/>
                  </a:lnTo>
                  <a:lnTo>
                    <a:pt x="12821" y="21238"/>
                  </a:lnTo>
                  <a:lnTo>
                    <a:pt x="12705" y="24212"/>
                  </a:lnTo>
                  <a:lnTo>
                    <a:pt x="11894" y="23594"/>
                  </a:lnTo>
                  <a:lnTo>
                    <a:pt x="11044" y="23015"/>
                  </a:lnTo>
                  <a:lnTo>
                    <a:pt x="10813" y="22860"/>
                  </a:lnTo>
                  <a:lnTo>
                    <a:pt x="10620" y="22667"/>
                  </a:lnTo>
                  <a:lnTo>
                    <a:pt x="10581" y="22590"/>
                  </a:lnTo>
                  <a:lnTo>
                    <a:pt x="10542" y="22435"/>
                  </a:lnTo>
                  <a:lnTo>
                    <a:pt x="10542" y="22127"/>
                  </a:lnTo>
                  <a:lnTo>
                    <a:pt x="10542" y="21393"/>
                  </a:lnTo>
                  <a:lnTo>
                    <a:pt x="10504" y="20659"/>
                  </a:lnTo>
                  <a:lnTo>
                    <a:pt x="10504" y="20582"/>
                  </a:lnTo>
                  <a:lnTo>
                    <a:pt x="10465" y="20543"/>
                  </a:lnTo>
                  <a:lnTo>
                    <a:pt x="10388" y="20466"/>
                  </a:lnTo>
                  <a:lnTo>
                    <a:pt x="10542" y="19964"/>
                  </a:lnTo>
                  <a:lnTo>
                    <a:pt x="10697" y="19424"/>
                  </a:lnTo>
                  <a:lnTo>
                    <a:pt x="10774" y="18883"/>
                  </a:lnTo>
                  <a:lnTo>
                    <a:pt x="10851" y="18304"/>
                  </a:lnTo>
                  <a:lnTo>
                    <a:pt x="10890" y="17570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4"/>
                  </a:lnTo>
                  <a:lnTo>
                    <a:pt x="6140" y="23826"/>
                  </a:lnTo>
                  <a:lnTo>
                    <a:pt x="6642" y="23941"/>
                  </a:lnTo>
                  <a:lnTo>
                    <a:pt x="7144" y="23980"/>
                  </a:lnTo>
                  <a:lnTo>
                    <a:pt x="7646" y="23980"/>
                  </a:lnTo>
                  <a:lnTo>
                    <a:pt x="8148" y="23864"/>
                  </a:lnTo>
                  <a:lnTo>
                    <a:pt x="8612" y="23710"/>
                  </a:lnTo>
                  <a:lnTo>
                    <a:pt x="9075" y="23439"/>
                  </a:lnTo>
                  <a:lnTo>
                    <a:pt x="9384" y="23903"/>
                  </a:lnTo>
                  <a:lnTo>
                    <a:pt x="8843" y="24173"/>
                  </a:lnTo>
                  <a:lnTo>
                    <a:pt x="8303" y="24366"/>
                  </a:lnTo>
                  <a:lnTo>
                    <a:pt x="7762" y="24482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3"/>
                  </a:lnTo>
                  <a:lnTo>
                    <a:pt x="5561" y="24289"/>
                  </a:lnTo>
                  <a:lnTo>
                    <a:pt x="4982" y="24096"/>
                  </a:lnTo>
                  <a:lnTo>
                    <a:pt x="5059" y="23903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7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2"/>
                  </a:lnTo>
                  <a:lnTo>
                    <a:pt x="2974" y="19771"/>
                  </a:lnTo>
                  <a:lnTo>
                    <a:pt x="3244" y="20312"/>
                  </a:lnTo>
                  <a:lnTo>
                    <a:pt x="3244" y="20350"/>
                  </a:lnTo>
                  <a:lnTo>
                    <a:pt x="3206" y="21200"/>
                  </a:lnTo>
                  <a:lnTo>
                    <a:pt x="3244" y="22049"/>
                  </a:lnTo>
                  <a:lnTo>
                    <a:pt x="3283" y="22358"/>
                  </a:lnTo>
                  <a:lnTo>
                    <a:pt x="3321" y="22706"/>
                  </a:lnTo>
                  <a:lnTo>
                    <a:pt x="3321" y="23053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8"/>
                  </a:lnTo>
                  <a:lnTo>
                    <a:pt x="3051" y="23633"/>
                  </a:lnTo>
                  <a:lnTo>
                    <a:pt x="2704" y="23903"/>
                  </a:lnTo>
                  <a:lnTo>
                    <a:pt x="2009" y="24405"/>
                  </a:lnTo>
                  <a:lnTo>
                    <a:pt x="773" y="25409"/>
                  </a:lnTo>
                  <a:lnTo>
                    <a:pt x="811" y="24675"/>
                  </a:lnTo>
                  <a:lnTo>
                    <a:pt x="850" y="23941"/>
                  </a:lnTo>
                  <a:lnTo>
                    <a:pt x="811" y="23169"/>
                  </a:lnTo>
                  <a:lnTo>
                    <a:pt x="773" y="22435"/>
                  </a:lnTo>
                  <a:lnTo>
                    <a:pt x="657" y="21238"/>
                  </a:lnTo>
                  <a:lnTo>
                    <a:pt x="503" y="20466"/>
                  </a:lnTo>
                  <a:lnTo>
                    <a:pt x="425" y="20080"/>
                  </a:lnTo>
                  <a:lnTo>
                    <a:pt x="464" y="19694"/>
                  </a:lnTo>
                  <a:lnTo>
                    <a:pt x="503" y="19655"/>
                  </a:lnTo>
                  <a:lnTo>
                    <a:pt x="541" y="19578"/>
                  </a:lnTo>
                  <a:lnTo>
                    <a:pt x="541" y="19539"/>
                  </a:lnTo>
                  <a:lnTo>
                    <a:pt x="541" y="19462"/>
                  </a:lnTo>
                  <a:lnTo>
                    <a:pt x="1429" y="18420"/>
                  </a:lnTo>
                  <a:lnTo>
                    <a:pt x="2356" y="17377"/>
                  </a:lnTo>
                  <a:close/>
                  <a:moveTo>
                    <a:pt x="8148" y="24830"/>
                  </a:moveTo>
                  <a:lnTo>
                    <a:pt x="8148" y="25061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7"/>
                  </a:lnTo>
                  <a:lnTo>
                    <a:pt x="7878" y="25216"/>
                  </a:lnTo>
                  <a:lnTo>
                    <a:pt x="7839" y="25293"/>
                  </a:lnTo>
                  <a:lnTo>
                    <a:pt x="7839" y="25370"/>
                  </a:lnTo>
                  <a:lnTo>
                    <a:pt x="7994" y="25872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59"/>
                  </a:lnTo>
                  <a:lnTo>
                    <a:pt x="8148" y="28961"/>
                  </a:lnTo>
                  <a:lnTo>
                    <a:pt x="8071" y="29502"/>
                  </a:lnTo>
                  <a:lnTo>
                    <a:pt x="7762" y="29193"/>
                  </a:lnTo>
                  <a:lnTo>
                    <a:pt x="7453" y="28884"/>
                  </a:lnTo>
                  <a:lnTo>
                    <a:pt x="7260" y="28537"/>
                  </a:lnTo>
                  <a:lnTo>
                    <a:pt x="7067" y="28189"/>
                  </a:lnTo>
                  <a:lnTo>
                    <a:pt x="6951" y="27803"/>
                  </a:lnTo>
                  <a:lnTo>
                    <a:pt x="6874" y="27417"/>
                  </a:lnTo>
                  <a:lnTo>
                    <a:pt x="6835" y="26953"/>
                  </a:lnTo>
                  <a:lnTo>
                    <a:pt x="6835" y="26490"/>
                  </a:lnTo>
                  <a:lnTo>
                    <a:pt x="6874" y="26104"/>
                  </a:lnTo>
                  <a:lnTo>
                    <a:pt x="6874" y="25756"/>
                  </a:lnTo>
                  <a:lnTo>
                    <a:pt x="6835" y="25602"/>
                  </a:lnTo>
                  <a:lnTo>
                    <a:pt x="6758" y="25486"/>
                  </a:lnTo>
                  <a:lnTo>
                    <a:pt x="6642" y="25370"/>
                  </a:lnTo>
                  <a:lnTo>
                    <a:pt x="6488" y="25293"/>
                  </a:lnTo>
                  <a:lnTo>
                    <a:pt x="6604" y="25100"/>
                  </a:lnTo>
                  <a:lnTo>
                    <a:pt x="6720" y="24984"/>
                  </a:lnTo>
                  <a:lnTo>
                    <a:pt x="7106" y="24984"/>
                  </a:lnTo>
                  <a:lnTo>
                    <a:pt x="7453" y="24945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4"/>
                  </a:lnTo>
                  <a:lnTo>
                    <a:pt x="9500" y="25409"/>
                  </a:lnTo>
                  <a:lnTo>
                    <a:pt x="9809" y="25795"/>
                  </a:lnTo>
                  <a:lnTo>
                    <a:pt x="10118" y="26258"/>
                  </a:lnTo>
                  <a:lnTo>
                    <a:pt x="9847" y="26220"/>
                  </a:lnTo>
                  <a:lnTo>
                    <a:pt x="9616" y="26104"/>
                  </a:lnTo>
                  <a:lnTo>
                    <a:pt x="9423" y="25949"/>
                  </a:lnTo>
                  <a:lnTo>
                    <a:pt x="9230" y="25756"/>
                  </a:lnTo>
                  <a:lnTo>
                    <a:pt x="9191" y="25679"/>
                  </a:lnTo>
                  <a:lnTo>
                    <a:pt x="8998" y="25679"/>
                  </a:lnTo>
                  <a:lnTo>
                    <a:pt x="8959" y="25718"/>
                  </a:lnTo>
                  <a:lnTo>
                    <a:pt x="8921" y="25795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0"/>
                  </a:lnTo>
                  <a:lnTo>
                    <a:pt x="9423" y="27069"/>
                  </a:lnTo>
                  <a:lnTo>
                    <a:pt x="9500" y="27378"/>
                  </a:lnTo>
                  <a:lnTo>
                    <a:pt x="9538" y="27687"/>
                  </a:lnTo>
                  <a:lnTo>
                    <a:pt x="9538" y="27996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79"/>
                  </a:lnTo>
                  <a:lnTo>
                    <a:pt x="9230" y="29888"/>
                  </a:lnTo>
                  <a:lnTo>
                    <a:pt x="9075" y="30158"/>
                  </a:lnTo>
                  <a:lnTo>
                    <a:pt x="8921" y="30429"/>
                  </a:lnTo>
                  <a:lnTo>
                    <a:pt x="8728" y="30660"/>
                  </a:lnTo>
                  <a:lnTo>
                    <a:pt x="8534" y="30776"/>
                  </a:lnTo>
                  <a:lnTo>
                    <a:pt x="8341" y="30853"/>
                  </a:lnTo>
                  <a:lnTo>
                    <a:pt x="8187" y="30853"/>
                  </a:lnTo>
                  <a:lnTo>
                    <a:pt x="7994" y="30776"/>
                  </a:lnTo>
                  <a:lnTo>
                    <a:pt x="7839" y="30699"/>
                  </a:lnTo>
                  <a:lnTo>
                    <a:pt x="7685" y="30583"/>
                  </a:lnTo>
                  <a:lnTo>
                    <a:pt x="7376" y="30274"/>
                  </a:lnTo>
                  <a:lnTo>
                    <a:pt x="6874" y="29772"/>
                  </a:lnTo>
                  <a:lnTo>
                    <a:pt x="6681" y="29502"/>
                  </a:lnTo>
                  <a:lnTo>
                    <a:pt x="6488" y="29193"/>
                  </a:lnTo>
                  <a:lnTo>
                    <a:pt x="6295" y="28846"/>
                  </a:lnTo>
                  <a:lnTo>
                    <a:pt x="6102" y="28459"/>
                  </a:lnTo>
                  <a:lnTo>
                    <a:pt x="5986" y="28073"/>
                  </a:lnTo>
                  <a:lnTo>
                    <a:pt x="5909" y="27687"/>
                  </a:lnTo>
                  <a:lnTo>
                    <a:pt x="5870" y="27262"/>
                  </a:lnTo>
                  <a:lnTo>
                    <a:pt x="5870" y="26876"/>
                  </a:lnTo>
                  <a:lnTo>
                    <a:pt x="5909" y="26490"/>
                  </a:lnTo>
                  <a:lnTo>
                    <a:pt x="6024" y="26065"/>
                  </a:lnTo>
                  <a:lnTo>
                    <a:pt x="6024" y="25949"/>
                  </a:lnTo>
                  <a:lnTo>
                    <a:pt x="5947" y="25911"/>
                  </a:lnTo>
                  <a:lnTo>
                    <a:pt x="5870" y="25872"/>
                  </a:lnTo>
                  <a:lnTo>
                    <a:pt x="5793" y="25872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7"/>
                  </a:lnTo>
                  <a:lnTo>
                    <a:pt x="5445" y="25100"/>
                  </a:lnTo>
                  <a:lnTo>
                    <a:pt x="5716" y="24752"/>
                  </a:lnTo>
                  <a:lnTo>
                    <a:pt x="6102" y="24868"/>
                  </a:lnTo>
                  <a:lnTo>
                    <a:pt x="6488" y="24945"/>
                  </a:lnTo>
                  <a:lnTo>
                    <a:pt x="6333" y="25100"/>
                  </a:lnTo>
                  <a:lnTo>
                    <a:pt x="6179" y="25293"/>
                  </a:lnTo>
                  <a:lnTo>
                    <a:pt x="6179" y="25370"/>
                  </a:lnTo>
                  <a:lnTo>
                    <a:pt x="6179" y="25447"/>
                  </a:lnTo>
                  <a:lnTo>
                    <a:pt x="6256" y="25486"/>
                  </a:lnTo>
                  <a:lnTo>
                    <a:pt x="6295" y="25486"/>
                  </a:lnTo>
                  <a:lnTo>
                    <a:pt x="6372" y="25525"/>
                  </a:lnTo>
                  <a:lnTo>
                    <a:pt x="6449" y="25602"/>
                  </a:lnTo>
                  <a:lnTo>
                    <a:pt x="6526" y="25795"/>
                  </a:lnTo>
                  <a:lnTo>
                    <a:pt x="6565" y="26104"/>
                  </a:lnTo>
                  <a:lnTo>
                    <a:pt x="6604" y="26451"/>
                  </a:lnTo>
                  <a:lnTo>
                    <a:pt x="6604" y="27146"/>
                  </a:lnTo>
                  <a:lnTo>
                    <a:pt x="6604" y="27610"/>
                  </a:lnTo>
                  <a:lnTo>
                    <a:pt x="6681" y="28073"/>
                  </a:lnTo>
                  <a:lnTo>
                    <a:pt x="6835" y="28498"/>
                  </a:lnTo>
                  <a:lnTo>
                    <a:pt x="7067" y="28923"/>
                  </a:lnTo>
                  <a:lnTo>
                    <a:pt x="7376" y="29309"/>
                  </a:lnTo>
                  <a:lnTo>
                    <a:pt x="7569" y="29463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49"/>
                  </a:lnTo>
                  <a:lnTo>
                    <a:pt x="8264" y="29849"/>
                  </a:lnTo>
                  <a:lnTo>
                    <a:pt x="8303" y="29811"/>
                  </a:lnTo>
                  <a:lnTo>
                    <a:pt x="8303" y="29734"/>
                  </a:lnTo>
                  <a:lnTo>
                    <a:pt x="8303" y="29695"/>
                  </a:lnTo>
                  <a:lnTo>
                    <a:pt x="8303" y="29656"/>
                  </a:lnTo>
                  <a:lnTo>
                    <a:pt x="8419" y="29154"/>
                  </a:lnTo>
                  <a:lnTo>
                    <a:pt x="8496" y="28614"/>
                  </a:lnTo>
                  <a:lnTo>
                    <a:pt x="8534" y="28112"/>
                  </a:lnTo>
                  <a:lnTo>
                    <a:pt x="8534" y="27571"/>
                  </a:lnTo>
                  <a:lnTo>
                    <a:pt x="8534" y="27069"/>
                  </a:lnTo>
                  <a:lnTo>
                    <a:pt x="8457" y="26567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6"/>
                  </a:lnTo>
                  <a:lnTo>
                    <a:pt x="8650" y="25409"/>
                  </a:lnTo>
                  <a:lnTo>
                    <a:pt x="8650" y="25370"/>
                  </a:lnTo>
                  <a:lnTo>
                    <a:pt x="8612" y="25293"/>
                  </a:lnTo>
                  <a:lnTo>
                    <a:pt x="8380" y="24791"/>
                  </a:lnTo>
                  <a:lnTo>
                    <a:pt x="8805" y="24637"/>
                  </a:lnTo>
                  <a:close/>
                  <a:moveTo>
                    <a:pt x="6449" y="0"/>
                  </a:moveTo>
                  <a:lnTo>
                    <a:pt x="6411" y="39"/>
                  </a:lnTo>
                  <a:lnTo>
                    <a:pt x="6411" y="116"/>
                  </a:lnTo>
                  <a:lnTo>
                    <a:pt x="6333" y="116"/>
                  </a:lnTo>
                  <a:lnTo>
                    <a:pt x="6295" y="193"/>
                  </a:lnTo>
                  <a:lnTo>
                    <a:pt x="5600" y="1275"/>
                  </a:lnTo>
                  <a:lnTo>
                    <a:pt x="4943" y="2433"/>
                  </a:lnTo>
                  <a:lnTo>
                    <a:pt x="4403" y="3591"/>
                  </a:lnTo>
                  <a:lnTo>
                    <a:pt x="3901" y="4827"/>
                  </a:lnTo>
                  <a:lnTo>
                    <a:pt x="3437" y="6063"/>
                  </a:lnTo>
                  <a:lnTo>
                    <a:pt x="3090" y="7298"/>
                  </a:lnTo>
                  <a:lnTo>
                    <a:pt x="2742" y="8573"/>
                  </a:lnTo>
                  <a:lnTo>
                    <a:pt x="2511" y="9847"/>
                  </a:lnTo>
                  <a:lnTo>
                    <a:pt x="2317" y="11160"/>
                  </a:lnTo>
                  <a:lnTo>
                    <a:pt x="2202" y="12473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8"/>
                  </a:lnTo>
                  <a:lnTo>
                    <a:pt x="541" y="18806"/>
                  </a:lnTo>
                  <a:lnTo>
                    <a:pt x="39" y="19462"/>
                  </a:lnTo>
                  <a:lnTo>
                    <a:pt x="1" y="19501"/>
                  </a:lnTo>
                  <a:lnTo>
                    <a:pt x="1" y="19578"/>
                  </a:lnTo>
                  <a:lnTo>
                    <a:pt x="78" y="19694"/>
                  </a:lnTo>
                  <a:lnTo>
                    <a:pt x="39" y="19964"/>
                  </a:lnTo>
                  <a:lnTo>
                    <a:pt x="39" y="20273"/>
                  </a:lnTo>
                  <a:lnTo>
                    <a:pt x="39" y="20543"/>
                  </a:lnTo>
                  <a:lnTo>
                    <a:pt x="78" y="20852"/>
                  </a:lnTo>
                  <a:lnTo>
                    <a:pt x="194" y="21431"/>
                  </a:lnTo>
                  <a:lnTo>
                    <a:pt x="309" y="22011"/>
                  </a:lnTo>
                  <a:lnTo>
                    <a:pt x="387" y="22899"/>
                  </a:lnTo>
                  <a:lnTo>
                    <a:pt x="425" y="23748"/>
                  </a:lnTo>
                  <a:lnTo>
                    <a:pt x="425" y="24637"/>
                  </a:lnTo>
                  <a:lnTo>
                    <a:pt x="387" y="25486"/>
                  </a:lnTo>
                  <a:lnTo>
                    <a:pt x="387" y="25602"/>
                  </a:lnTo>
                  <a:lnTo>
                    <a:pt x="464" y="25640"/>
                  </a:lnTo>
                  <a:lnTo>
                    <a:pt x="503" y="25679"/>
                  </a:lnTo>
                  <a:lnTo>
                    <a:pt x="580" y="25679"/>
                  </a:lnTo>
                  <a:lnTo>
                    <a:pt x="618" y="25756"/>
                  </a:lnTo>
                  <a:lnTo>
                    <a:pt x="696" y="25795"/>
                  </a:lnTo>
                  <a:lnTo>
                    <a:pt x="811" y="25795"/>
                  </a:lnTo>
                  <a:lnTo>
                    <a:pt x="1584" y="25254"/>
                  </a:lnTo>
                  <a:lnTo>
                    <a:pt x="2279" y="24714"/>
                  </a:lnTo>
                  <a:lnTo>
                    <a:pt x="3746" y="23594"/>
                  </a:lnTo>
                  <a:lnTo>
                    <a:pt x="3785" y="23478"/>
                  </a:lnTo>
                  <a:lnTo>
                    <a:pt x="3785" y="23362"/>
                  </a:lnTo>
                  <a:lnTo>
                    <a:pt x="3630" y="22088"/>
                  </a:lnTo>
                  <a:lnTo>
                    <a:pt x="3592" y="20814"/>
                  </a:lnTo>
                  <a:lnTo>
                    <a:pt x="3939" y="21277"/>
                  </a:lnTo>
                  <a:lnTo>
                    <a:pt x="4364" y="21663"/>
                  </a:lnTo>
                  <a:lnTo>
                    <a:pt x="4789" y="22049"/>
                  </a:lnTo>
                  <a:lnTo>
                    <a:pt x="5252" y="22358"/>
                  </a:lnTo>
                  <a:lnTo>
                    <a:pt x="5059" y="22744"/>
                  </a:lnTo>
                  <a:lnTo>
                    <a:pt x="4866" y="23169"/>
                  </a:lnTo>
                  <a:lnTo>
                    <a:pt x="4712" y="23633"/>
                  </a:lnTo>
                  <a:lnTo>
                    <a:pt x="4673" y="23864"/>
                  </a:lnTo>
                  <a:lnTo>
                    <a:pt x="4712" y="24096"/>
                  </a:lnTo>
                  <a:lnTo>
                    <a:pt x="4750" y="24173"/>
                  </a:lnTo>
                  <a:lnTo>
                    <a:pt x="4789" y="24212"/>
                  </a:lnTo>
                  <a:lnTo>
                    <a:pt x="4827" y="24250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5"/>
                  </a:lnTo>
                  <a:lnTo>
                    <a:pt x="5329" y="24868"/>
                  </a:lnTo>
                  <a:lnTo>
                    <a:pt x="5175" y="25061"/>
                  </a:lnTo>
                  <a:lnTo>
                    <a:pt x="5020" y="25254"/>
                  </a:lnTo>
                  <a:lnTo>
                    <a:pt x="4905" y="25486"/>
                  </a:lnTo>
                  <a:lnTo>
                    <a:pt x="4827" y="25718"/>
                  </a:lnTo>
                  <a:lnTo>
                    <a:pt x="4750" y="25949"/>
                  </a:lnTo>
                  <a:lnTo>
                    <a:pt x="4712" y="26220"/>
                  </a:lnTo>
                  <a:lnTo>
                    <a:pt x="4712" y="26490"/>
                  </a:lnTo>
                  <a:lnTo>
                    <a:pt x="4712" y="26567"/>
                  </a:lnTo>
                  <a:lnTo>
                    <a:pt x="4789" y="26644"/>
                  </a:lnTo>
                  <a:lnTo>
                    <a:pt x="4943" y="26644"/>
                  </a:lnTo>
                  <a:lnTo>
                    <a:pt x="5638" y="26297"/>
                  </a:lnTo>
                  <a:lnTo>
                    <a:pt x="5638" y="26297"/>
                  </a:lnTo>
                  <a:lnTo>
                    <a:pt x="5561" y="26722"/>
                  </a:lnTo>
                  <a:lnTo>
                    <a:pt x="5561" y="27146"/>
                  </a:lnTo>
                  <a:lnTo>
                    <a:pt x="5561" y="27533"/>
                  </a:lnTo>
                  <a:lnTo>
                    <a:pt x="5638" y="27957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6"/>
                  </a:lnTo>
                  <a:lnTo>
                    <a:pt x="6256" y="29463"/>
                  </a:lnTo>
                  <a:lnTo>
                    <a:pt x="6642" y="30004"/>
                  </a:lnTo>
                  <a:lnTo>
                    <a:pt x="6913" y="30351"/>
                  </a:lnTo>
                  <a:lnTo>
                    <a:pt x="7183" y="30660"/>
                  </a:lnTo>
                  <a:lnTo>
                    <a:pt x="7530" y="30969"/>
                  </a:lnTo>
                  <a:lnTo>
                    <a:pt x="7839" y="31162"/>
                  </a:lnTo>
                  <a:lnTo>
                    <a:pt x="7994" y="31240"/>
                  </a:lnTo>
                  <a:lnTo>
                    <a:pt x="8148" y="31317"/>
                  </a:lnTo>
                  <a:lnTo>
                    <a:pt x="8303" y="31317"/>
                  </a:lnTo>
                  <a:lnTo>
                    <a:pt x="8457" y="31278"/>
                  </a:lnTo>
                  <a:lnTo>
                    <a:pt x="8612" y="31240"/>
                  </a:lnTo>
                  <a:lnTo>
                    <a:pt x="8766" y="31162"/>
                  </a:lnTo>
                  <a:lnTo>
                    <a:pt x="8998" y="30892"/>
                  </a:lnTo>
                  <a:lnTo>
                    <a:pt x="9230" y="30583"/>
                  </a:lnTo>
                  <a:lnTo>
                    <a:pt x="9423" y="30236"/>
                  </a:lnTo>
                  <a:lnTo>
                    <a:pt x="9577" y="29849"/>
                  </a:lnTo>
                  <a:lnTo>
                    <a:pt x="9693" y="29463"/>
                  </a:lnTo>
                  <a:lnTo>
                    <a:pt x="9847" y="28807"/>
                  </a:lnTo>
                  <a:lnTo>
                    <a:pt x="9886" y="28228"/>
                  </a:lnTo>
                  <a:lnTo>
                    <a:pt x="9847" y="27610"/>
                  </a:lnTo>
                  <a:lnTo>
                    <a:pt x="9770" y="27031"/>
                  </a:lnTo>
                  <a:lnTo>
                    <a:pt x="9577" y="26490"/>
                  </a:lnTo>
                  <a:lnTo>
                    <a:pt x="9770" y="26529"/>
                  </a:lnTo>
                  <a:lnTo>
                    <a:pt x="9963" y="26567"/>
                  </a:lnTo>
                  <a:lnTo>
                    <a:pt x="10156" y="26606"/>
                  </a:lnTo>
                  <a:lnTo>
                    <a:pt x="10388" y="26606"/>
                  </a:lnTo>
                  <a:lnTo>
                    <a:pt x="10465" y="26567"/>
                  </a:lnTo>
                  <a:lnTo>
                    <a:pt x="10542" y="26529"/>
                  </a:lnTo>
                  <a:lnTo>
                    <a:pt x="10542" y="26451"/>
                  </a:lnTo>
                  <a:lnTo>
                    <a:pt x="10542" y="26336"/>
                  </a:lnTo>
                  <a:lnTo>
                    <a:pt x="10233" y="25834"/>
                  </a:lnTo>
                  <a:lnTo>
                    <a:pt x="9925" y="25332"/>
                  </a:lnTo>
                  <a:lnTo>
                    <a:pt x="9538" y="24868"/>
                  </a:lnTo>
                  <a:lnTo>
                    <a:pt x="9114" y="24482"/>
                  </a:lnTo>
                  <a:lnTo>
                    <a:pt x="9616" y="24135"/>
                  </a:lnTo>
                  <a:lnTo>
                    <a:pt x="9693" y="24057"/>
                  </a:lnTo>
                  <a:lnTo>
                    <a:pt x="9732" y="23980"/>
                  </a:lnTo>
                  <a:lnTo>
                    <a:pt x="9770" y="23941"/>
                  </a:lnTo>
                  <a:lnTo>
                    <a:pt x="9732" y="23864"/>
                  </a:lnTo>
                  <a:lnTo>
                    <a:pt x="9307" y="23092"/>
                  </a:lnTo>
                  <a:lnTo>
                    <a:pt x="9114" y="22706"/>
                  </a:lnTo>
                  <a:lnTo>
                    <a:pt x="8959" y="22281"/>
                  </a:lnTo>
                  <a:lnTo>
                    <a:pt x="9114" y="22204"/>
                  </a:lnTo>
                  <a:lnTo>
                    <a:pt x="9423" y="21933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8"/>
                  </a:lnTo>
                  <a:lnTo>
                    <a:pt x="10118" y="21895"/>
                  </a:lnTo>
                  <a:lnTo>
                    <a:pt x="10040" y="22822"/>
                  </a:lnTo>
                  <a:lnTo>
                    <a:pt x="10079" y="22899"/>
                  </a:lnTo>
                  <a:lnTo>
                    <a:pt x="10156" y="22976"/>
                  </a:lnTo>
                  <a:lnTo>
                    <a:pt x="10813" y="23401"/>
                  </a:lnTo>
                  <a:lnTo>
                    <a:pt x="11469" y="23826"/>
                  </a:lnTo>
                  <a:lnTo>
                    <a:pt x="12126" y="24289"/>
                  </a:lnTo>
                  <a:lnTo>
                    <a:pt x="12743" y="24752"/>
                  </a:lnTo>
                  <a:lnTo>
                    <a:pt x="12859" y="24830"/>
                  </a:lnTo>
                  <a:lnTo>
                    <a:pt x="12975" y="24791"/>
                  </a:lnTo>
                  <a:lnTo>
                    <a:pt x="13052" y="24752"/>
                  </a:lnTo>
                  <a:lnTo>
                    <a:pt x="13091" y="24637"/>
                  </a:lnTo>
                  <a:lnTo>
                    <a:pt x="13323" y="21393"/>
                  </a:lnTo>
                  <a:lnTo>
                    <a:pt x="13400" y="19771"/>
                  </a:lnTo>
                  <a:lnTo>
                    <a:pt x="13439" y="18960"/>
                  </a:lnTo>
                  <a:lnTo>
                    <a:pt x="13400" y="18188"/>
                  </a:lnTo>
                  <a:lnTo>
                    <a:pt x="13361" y="18072"/>
                  </a:lnTo>
                  <a:lnTo>
                    <a:pt x="13323" y="18033"/>
                  </a:lnTo>
                  <a:lnTo>
                    <a:pt x="13284" y="18033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4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5" y="14558"/>
                  </a:lnTo>
                  <a:lnTo>
                    <a:pt x="10620" y="13631"/>
                  </a:lnTo>
                  <a:lnTo>
                    <a:pt x="10504" y="12705"/>
                  </a:lnTo>
                  <a:lnTo>
                    <a:pt x="10233" y="11121"/>
                  </a:lnTo>
                  <a:lnTo>
                    <a:pt x="9886" y="9538"/>
                  </a:lnTo>
                  <a:lnTo>
                    <a:pt x="9500" y="7955"/>
                  </a:lnTo>
                  <a:lnTo>
                    <a:pt x="9036" y="6410"/>
                  </a:lnTo>
                  <a:lnTo>
                    <a:pt x="8534" y="4866"/>
                  </a:lnTo>
                  <a:lnTo>
                    <a:pt x="7994" y="3321"/>
                  </a:lnTo>
                  <a:lnTo>
                    <a:pt x="7415" y="1815"/>
                  </a:lnTo>
                  <a:lnTo>
                    <a:pt x="6835" y="309"/>
                  </a:lnTo>
                  <a:lnTo>
                    <a:pt x="6797" y="232"/>
                  </a:lnTo>
                  <a:lnTo>
                    <a:pt x="6720" y="193"/>
                  </a:lnTo>
                  <a:lnTo>
                    <a:pt x="6642" y="155"/>
                  </a:lnTo>
                  <a:lnTo>
                    <a:pt x="6604" y="39"/>
                  </a:lnTo>
                  <a:lnTo>
                    <a:pt x="652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6" name="Google Shape;5176;p21"/>
            <p:cNvSpPr/>
            <p:nvPr/>
          </p:nvSpPr>
          <p:spPr>
            <a:xfrm>
              <a:off x="6111425" y="397392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3" y="387"/>
                  </a:moveTo>
                  <a:lnTo>
                    <a:pt x="1121" y="425"/>
                  </a:lnTo>
                  <a:lnTo>
                    <a:pt x="1198" y="464"/>
                  </a:lnTo>
                  <a:lnTo>
                    <a:pt x="1237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7" y="1120"/>
                  </a:lnTo>
                  <a:lnTo>
                    <a:pt x="1159" y="1198"/>
                  </a:lnTo>
                  <a:lnTo>
                    <a:pt x="1082" y="1236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1" y="1159"/>
                  </a:lnTo>
                  <a:lnTo>
                    <a:pt x="464" y="1082"/>
                  </a:lnTo>
                  <a:lnTo>
                    <a:pt x="426" y="1004"/>
                  </a:lnTo>
                  <a:lnTo>
                    <a:pt x="387" y="889"/>
                  </a:lnTo>
                  <a:lnTo>
                    <a:pt x="387" y="773"/>
                  </a:lnTo>
                  <a:lnTo>
                    <a:pt x="464" y="580"/>
                  </a:lnTo>
                  <a:lnTo>
                    <a:pt x="541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7"/>
                  </a:lnTo>
                  <a:close/>
                  <a:moveTo>
                    <a:pt x="889" y="0"/>
                  </a:moveTo>
                  <a:lnTo>
                    <a:pt x="735" y="39"/>
                  </a:lnTo>
                  <a:lnTo>
                    <a:pt x="619" y="78"/>
                  </a:lnTo>
                  <a:lnTo>
                    <a:pt x="503" y="155"/>
                  </a:lnTo>
                  <a:lnTo>
                    <a:pt x="348" y="232"/>
                  </a:lnTo>
                  <a:lnTo>
                    <a:pt x="233" y="309"/>
                  </a:lnTo>
                  <a:lnTo>
                    <a:pt x="155" y="464"/>
                  </a:lnTo>
                  <a:lnTo>
                    <a:pt x="78" y="580"/>
                  </a:lnTo>
                  <a:lnTo>
                    <a:pt x="39" y="734"/>
                  </a:lnTo>
                  <a:lnTo>
                    <a:pt x="1" y="889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4" y="1352"/>
                  </a:lnTo>
                  <a:lnTo>
                    <a:pt x="310" y="1468"/>
                  </a:lnTo>
                  <a:lnTo>
                    <a:pt x="464" y="1584"/>
                  </a:lnTo>
                  <a:lnTo>
                    <a:pt x="657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45"/>
                  </a:lnTo>
                  <a:lnTo>
                    <a:pt x="1507" y="1429"/>
                  </a:lnTo>
                  <a:lnTo>
                    <a:pt x="1584" y="1275"/>
                  </a:lnTo>
                  <a:lnTo>
                    <a:pt x="1661" y="1120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80"/>
                  </a:lnTo>
                  <a:lnTo>
                    <a:pt x="1584" y="387"/>
                  </a:lnTo>
                  <a:lnTo>
                    <a:pt x="1507" y="271"/>
                  </a:lnTo>
                  <a:lnTo>
                    <a:pt x="1391" y="194"/>
                  </a:lnTo>
                  <a:lnTo>
                    <a:pt x="1275" y="116"/>
                  </a:lnTo>
                  <a:lnTo>
                    <a:pt x="1005" y="39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7" name="Google Shape;5177;p21"/>
            <p:cNvSpPr/>
            <p:nvPr/>
          </p:nvSpPr>
          <p:spPr>
            <a:xfrm>
              <a:off x="5921250" y="4000950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32" y="1"/>
                  </a:moveTo>
                  <a:lnTo>
                    <a:pt x="117" y="39"/>
                  </a:lnTo>
                  <a:lnTo>
                    <a:pt x="1" y="155"/>
                  </a:lnTo>
                  <a:lnTo>
                    <a:pt x="1" y="271"/>
                  </a:lnTo>
                  <a:lnTo>
                    <a:pt x="1" y="387"/>
                  </a:lnTo>
                  <a:lnTo>
                    <a:pt x="310" y="889"/>
                  </a:lnTo>
                  <a:lnTo>
                    <a:pt x="657" y="1391"/>
                  </a:lnTo>
                  <a:lnTo>
                    <a:pt x="1005" y="1893"/>
                  </a:lnTo>
                  <a:lnTo>
                    <a:pt x="1352" y="2356"/>
                  </a:lnTo>
                  <a:lnTo>
                    <a:pt x="1777" y="2781"/>
                  </a:lnTo>
                  <a:lnTo>
                    <a:pt x="2202" y="3206"/>
                  </a:lnTo>
                  <a:lnTo>
                    <a:pt x="2665" y="3592"/>
                  </a:lnTo>
                  <a:lnTo>
                    <a:pt x="3167" y="3901"/>
                  </a:lnTo>
                  <a:lnTo>
                    <a:pt x="3515" y="3785"/>
                  </a:lnTo>
                  <a:lnTo>
                    <a:pt x="2742" y="3013"/>
                  </a:lnTo>
                  <a:lnTo>
                    <a:pt x="2009" y="2240"/>
                  </a:lnTo>
                  <a:lnTo>
                    <a:pt x="1314" y="1429"/>
                  </a:lnTo>
                  <a:lnTo>
                    <a:pt x="1005" y="1005"/>
                  </a:lnTo>
                  <a:lnTo>
                    <a:pt x="696" y="580"/>
                  </a:lnTo>
                  <a:lnTo>
                    <a:pt x="1584" y="696"/>
                  </a:lnTo>
                  <a:lnTo>
                    <a:pt x="2472" y="889"/>
                  </a:lnTo>
                  <a:lnTo>
                    <a:pt x="2974" y="1043"/>
                  </a:lnTo>
                  <a:lnTo>
                    <a:pt x="3476" y="1236"/>
                  </a:lnTo>
                  <a:lnTo>
                    <a:pt x="3978" y="1391"/>
                  </a:lnTo>
                  <a:lnTo>
                    <a:pt x="4480" y="1507"/>
                  </a:lnTo>
                  <a:lnTo>
                    <a:pt x="4557" y="1507"/>
                  </a:lnTo>
                  <a:lnTo>
                    <a:pt x="4635" y="1584"/>
                  </a:lnTo>
                  <a:lnTo>
                    <a:pt x="4789" y="1584"/>
                  </a:lnTo>
                  <a:lnTo>
                    <a:pt x="4866" y="1507"/>
                  </a:lnTo>
                  <a:lnTo>
                    <a:pt x="4943" y="1429"/>
                  </a:lnTo>
                  <a:lnTo>
                    <a:pt x="4596" y="1159"/>
                  </a:lnTo>
                  <a:lnTo>
                    <a:pt x="4133" y="889"/>
                  </a:lnTo>
                  <a:lnTo>
                    <a:pt x="3592" y="657"/>
                  </a:lnTo>
                  <a:lnTo>
                    <a:pt x="3051" y="464"/>
                  </a:lnTo>
                  <a:lnTo>
                    <a:pt x="2511" y="310"/>
                  </a:lnTo>
                  <a:lnTo>
                    <a:pt x="1893" y="194"/>
                  </a:lnTo>
                  <a:lnTo>
                    <a:pt x="1314" y="117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8" name="Google Shape;5178;p21"/>
            <p:cNvSpPr/>
            <p:nvPr/>
          </p:nvSpPr>
          <p:spPr>
            <a:xfrm>
              <a:off x="6044825" y="4051150"/>
              <a:ext cx="126475" cy="70500"/>
            </a:xfrm>
            <a:custGeom>
              <a:avLst/>
              <a:gdLst/>
              <a:ahLst/>
              <a:cxnLst/>
              <a:rect l="l" t="t" r="r" b="b"/>
              <a:pathLst>
                <a:path w="5059" h="2820" extrusionOk="0">
                  <a:moveTo>
                    <a:pt x="4905" y="1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42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433"/>
                  </a:lnTo>
                  <a:lnTo>
                    <a:pt x="39" y="2511"/>
                  </a:lnTo>
                  <a:lnTo>
                    <a:pt x="0" y="2588"/>
                  </a:lnTo>
                  <a:lnTo>
                    <a:pt x="39" y="2704"/>
                  </a:lnTo>
                  <a:lnTo>
                    <a:pt x="116" y="2781"/>
                  </a:lnTo>
                  <a:lnTo>
                    <a:pt x="387" y="2820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95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121"/>
                  </a:lnTo>
                  <a:lnTo>
                    <a:pt x="4596" y="734"/>
                  </a:lnTo>
                  <a:lnTo>
                    <a:pt x="5059" y="348"/>
                  </a:lnTo>
                  <a:lnTo>
                    <a:pt x="490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9" name="Google Shape;5179;p21"/>
            <p:cNvSpPr/>
            <p:nvPr/>
          </p:nvSpPr>
          <p:spPr>
            <a:xfrm>
              <a:off x="1792350" y="4089775"/>
              <a:ext cx="345650" cy="269350"/>
            </a:xfrm>
            <a:custGeom>
              <a:avLst/>
              <a:gdLst/>
              <a:ahLst/>
              <a:cxnLst/>
              <a:rect l="l" t="t" r="r" b="b"/>
              <a:pathLst>
                <a:path w="13826" h="10774" extrusionOk="0">
                  <a:moveTo>
                    <a:pt x="3438" y="1004"/>
                  </a:moveTo>
                  <a:lnTo>
                    <a:pt x="3515" y="1081"/>
                  </a:lnTo>
                  <a:lnTo>
                    <a:pt x="3631" y="1159"/>
                  </a:lnTo>
                  <a:lnTo>
                    <a:pt x="3669" y="1275"/>
                  </a:lnTo>
                  <a:lnTo>
                    <a:pt x="3669" y="1429"/>
                  </a:lnTo>
                  <a:lnTo>
                    <a:pt x="3592" y="1661"/>
                  </a:lnTo>
                  <a:lnTo>
                    <a:pt x="3515" y="1815"/>
                  </a:lnTo>
                  <a:lnTo>
                    <a:pt x="3360" y="1931"/>
                  </a:lnTo>
                  <a:lnTo>
                    <a:pt x="3167" y="1970"/>
                  </a:lnTo>
                  <a:lnTo>
                    <a:pt x="2974" y="2008"/>
                  </a:lnTo>
                  <a:lnTo>
                    <a:pt x="2781" y="2008"/>
                  </a:lnTo>
                  <a:lnTo>
                    <a:pt x="2356" y="1931"/>
                  </a:lnTo>
                  <a:lnTo>
                    <a:pt x="2395" y="1892"/>
                  </a:lnTo>
                  <a:lnTo>
                    <a:pt x="2472" y="1661"/>
                  </a:lnTo>
                  <a:lnTo>
                    <a:pt x="2588" y="1429"/>
                  </a:lnTo>
                  <a:lnTo>
                    <a:pt x="2704" y="1236"/>
                  </a:lnTo>
                  <a:lnTo>
                    <a:pt x="2897" y="1081"/>
                  </a:lnTo>
                  <a:lnTo>
                    <a:pt x="3013" y="1004"/>
                  </a:lnTo>
                  <a:close/>
                  <a:moveTo>
                    <a:pt x="1044" y="1468"/>
                  </a:moveTo>
                  <a:lnTo>
                    <a:pt x="1237" y="1545"/>
                  </a:lnTo>
                  <a:lnTo>
                    <a:pt x="1430" y="1622"/>
                  </a:lnTo>
                  <a:lnTo>
                    <a:pt x="1623" y="1777"/>
                  </a:lnTo>
                  <a:lnTo>
                    <a:pt x="1816" y="1892"/>
                  </a:lnTo>
                  <a:lnTo>
                    <a:pt x="1507" y="2201"/>
                  </a:lnTo>
                  <a:lnTo>
                    <a:pt x="1314" y="2356"/>
                  </a:lnTo>
                  <a:lnTo>
                    <a:pt x="1121" y="2433"/>
                  </a:lnTo>
                  <a:lnTo>
                    <a:pt x="966" y="2472"/>
                  </a:lnTo>
                  <a:lnTo>
                    <a:pt x="812" y="2472"/>
                  </a:lnTo>
                  <a:lnTo>
                    <a:pt x="696" y="2433"/>
                  </a:lnTo>
                  <a:lnTo>
                    <a:pt x="580" y="2394"/>
                  </a:lnTo>
                  <a:lnTo>
                    <a:pt x="464" y="2317"/>
                  </a:lnTo>
                  <a:lnTo>
                    <a:pt x="387" y="2201"/>
                  </a:lnTo>
                  <a:lnTo>
                    <a:pt x="387" y="2085"/>
                  </a:lnTo>
                  <a:lnTo>
                    <a:pt x="426" y="1892"/>
                  </a:lnTo>
                  <a:lnTo>
                    <a:pt x="503" y="1699"/>
                  </a:lnTo>
                  <a:lnTo>
                    <a:pt x="657" y="1545"/>
                  </a:lnTo>
                  <a:lnTo>
                    <a:pt x="850" y="1468"/>
                  </a:lnTo>
                  <a:close/>
                  <a:moveTo>
                    <a:pt x="4866" y="3823"/>
                  </a:moveTo>
                  <a:lnTo>
                    <a:pt x="5021" y="3862"/>
                  </a:lnTo>
                  <a:lnTo>
                    <a:pt x="5137" y="3939"/>
                  </a:lnTo>
                  <a:lnTo>
                    <a:pt x="5253" y="4055"/>
                  </a:lnTo>
                  <a:lnTo>
                    <a:pt x="5330" y="4171"/>
                  </a:lnTo>
                  <a:lnTo>
                    <a:pt x="5330" y="4325"/>
                  </a:lnTo>
                  <a:lnTo>
                    <a:pt x="5330" y="4441"/>
                  </a:lnTo>
                  <a:lnTo>
                    <a:pt x="5291" y="4557"/>
                  </a:lnTo>
                  <a:lnTo>
                    <a:pt x="5137" y="4788"/>
                  </a:lnTo>
                  <a:lnTo>
                    <a:pt x="4944" y="4982"/>
                  </a:lnTo>
                  <a:lnTo>
                    <a:pt x="4751" y="5097"/>
                  </a:lnTo>
                  <a:lnTo>
                    <a:pt x="4557" y="5136"/>
                  </a:lnTo>
                  <a:lnTo>
                    <a:pt x="4171" y="5213"/>
                  </a:lnTo>
                  <a:lnTo>
                    <a:pt x="4171" y="5213"/>
                  </a:lnTo>
                  <a:lnTo>
                    <a:pt x="4210" y="4750"/>
                  </a:lnTo>
                  <a:lnTo>
                    <a:pt x="4287" y="4557"/>
                  </a:lnTo>
                  <a:lnTo>
                    <a:pt x="4364" y="4325"/>
                  </a:lnTo>
                  <a:lnTo>
                    <a:pt x="4519" y="4055"/>
                  </a:lnTo>
                  <a:lnTo>
                    <a:pt x="4635" y="3978"/>
                  </a:lnTo>
                  <a:lnTo>
                    <a:pt x="4751" y="3900"/>
                  </a:lnTo>
                  <a:lnTo>
                    <a:pt x="4866" y="3823"/>
                  </a:lnTo>
                  <a:close/>
                  <a:moveTo>
                    <a:pt x="7299" y="4518"/>
                  </a:moveTo>
                  <a:lnTo>
                    <a:pt x="7415" y="4595"/>
                  </a:lnTo>
                  <a:lnTo>
                    <a:pt x="7492" y="4673"/>
                  </a:lnTo>
                  <a:lnTo>
                    <a:pt x="7531" y="4788"/>
                  </a:lnTo>
                  <a:lnTo>
                    <a:pt x="7569" y="4943"/>
                  </a:lnTo>
                  <a:lnTo>
                    <a:pt x="7608" y="5175"/>
                  </a:lnTo>
                  <a:lnTo>
                    <a:pt x="7569" y="5445"/>
                  </a:lnTo>
                  <a:lnTo>
                    <a:pt x="7531" y="5677"/>
                  </a:lnTo>
                  <a:lnTo>
                    <a:pt x="7454" y="5908"/>
                  </a:lnTo>
                  <a:lnTo>
                    <a:pt x="7299" y="6101"/>
                  </a:lnTo>
                  <a:lnTo>
                    <a:pt x="7145" y="6294"/>
                  </a:lnTo>
                  <a:lnTo>
                    <a:pt x="6913" y="5870"/>
                  </a:lnTo>
                  <a:lnTo>
                    <a:pt x="6797" y="5677"/>
                  </a:lnTo>
                  <a:lnTo>
                    <a:pt x="6759" y="5445"/>
                  </a:lnTo>
                  <a:lnTo>
                    <a:pt x="6720" y="5136"/>
                  </a:lnTo>
                  <a:lnTo>
                    <a:pt x="6759" y="4943"/>
                  </a:lnTo>
                  <a:lnTo>
                    <a:pt x="6797" y="4788"/>
                  </a:lnTo>
                  <a:lnTo>
                    <a:pt x="6874" y="4634"/>
                  </a:lnTo>
                  <a:lnTo>
                    <a:pt x="6990" y="4557"/>
                  </a:lnTo>
                  <a:lnTo>
                    <a:pt x="7106" y="4518"/>
                  </a:lnTo>
                  <a:close/>
                  <a:moveTo>
                    <a:pt x="11161" y="4982"/>
                  </a:moveTo>
                  <a:lnTo>
                    <a:pt x="11276" y="5059"/>
                  </a:lnTo>
                  <a:lnTo>
                    <a:pt x="11354" y="5136"/>
                  </a:lnTo>
                  <a:lnTo>
                    <a:pt x="11392" y="5252"/>
                  </a:lnTo>
                  <a:lnTo>
                    <a:pt x="11431" y="5368"/>
                  </a:lnTo>
                  <a:lnTo>
                    <a:pt x="11392" y="5677"/>
                  </a:lnTo>
                  <a:lnTo>
                    <a:pt x="11315" y="5986"/>
                  </a:lnTo>
                  <a:lnTo>
                    <a:pt x="11161" y="6217"/>
                  </a:lnTo>
                  <a:lnTo>
                    <a:pt x="11083" y="6333"/>
                  </a:lnTo>
                  <a:lnTo>
                    <a:pt x="10968" y="6372"/>
                  </a:lnTo>
                  <a:lnTo>
                    <a:pt x="10890" y="6410"/>
                  </a:lnTo>
                  <a:lnTo>
                    <a:pt x="10736" y="6410"/>
                  </a:lnTo>
                  <a:lnTo>
                    <a:pt x="10697" y="6449"/>
                  </a:lnTo>
                  <a:lnTo>
                    <a:pt x="10659" y="6449"/>
                  </a:lnTo>
                  <a:lnTo>
                    <a:pt x="10466" y="6101"/>
                  </a:lnTo>
                  <a:lnTo>
                    <a:pt x="10388" y="5947"/>
                  </a:lnTo>
                  <a:lnTo>
                    <a:pt x="10350" y="5715"/>
                  </a:lnTo>
                  <a:lnTo>
                    <a:pt x="10350" y="5484"/>
                  </a:lnTo>
                  <a:lnTo>
                    <a:pt x="10427" y="5252"/>
                  </a:lnTo>
                  <a:lnTo>
                    <a:pt x="10581" y="5097"/>
                  </a:lnTo>
                  <a:lnTo>
                    <a:pt x="10697" y="5059"/>
                  </a:lnTo>
                  <a:lnTo>
                    <a:pt x="10813" y="4982"/>
                  </a:lnTo>
                  <a:close/>
                  <a:moveTo>
                    <a:pt x="3052" y="5522"/>
                  </a:moveTo>
                  <a:lnTo>
                    <a:pt x="3476" y="5561"/>
                  </a:lnTo>
                  <a:lnTo>
                    <a:pt x="3283" y="5947"/>
                  </a:lnTo>
                  <a:lnTo>
                    <a:pt x="3167" y="6140"/>
                  </a:lnTo>
                  <a:lnTo>
                    <a:pt x="3013" y="6294"/>
                  </a:lnTo>
                  <a:lnTo>
                    <a:pt x="2858" y="6410"/>
                  </a:lnTo>
                  <a:lnTo>
                    <a:pt x="2704" y="6488"/>
                  </a:lnTo>
                  <a:lnTo>
                    <a:pt x="2472" y="6488"/>
                  </a:lnTo>
                  <a:lnTo>
                    <a:pt x="2279" y="6410"/>
                  </a:lnTo>
                  <a:lnTo>
                    <a:pt x="2125" y="6294"/>
                  </a:lnTo>
                  <a:lnTo>
                    <a:pt x="2086" y="6179"/>
                  </a:lnTo>
                  <a:lnTo>
                    <a:pt x="2086" y="6063"/>
                  </a:lnTo>
                  <a:lnTo>
                    <a:pt x="2125" y="5908"/>
                  </a:lnTo>
                  <a:lnTo>
                    <a:pt x="2241" y="5792"/>
                  </a:lnTo>
                  <a:lnTo>
                    <a:pt x="2356" y="5677"/>
                  </a:lnTo>
                  <a:lnTo>
                    <a:pt x="2472" y="5599"/>
                  </a:lnTo>
                  <a:lnTo>
                    <a:pt x="2588" y="5561"/>
                  </a:lnTo>
                  <a:lnTo>
                    <a:pt x="2820" y="5522"/>
                  </a:lnTo>
                  <a:close/>
                  <a:moveTo>
                    <a:pt x="7222" y="6796"/>
                  </a:moveTo>
                  <a:lnTo>
                    <a:pt x="7183" y="7260"/>
                  </a:lnTo>
                  <a:lnTo>
                    <a:pt x="7106" y="7453"/>
                  </a:lnTo>
                  <a:lnTo>
                    <a:pt x="7029" y="7685"/>
                  </a:lnTo>
                  <a:lnTo>
                    <a:pt x="6874" y="7916"/>
                  </a:lnTo>
                  <a:lnTo>
                    <a:pt x="6681" y="8148"/>
                  </a:lnTo>
                  <a:lnTo>
                    <a:pt x="6565" y="8225"/>
                  </a:lnTo>
                  <a:lnTo>
                    <a:pt x="6450" y="8264"/>
                  </a:lnTo>
                  <a:lnTo>
                    <a:pt x="6295" y="8302"/>
                  </a:lnTo>
                  <a:lnTo>
                    <a:pt x="6141" y="8225"/>
                  </a:lnTo>
                  <a:lnTo>
                    <a:pt x="6025" y="8148"/>
                  </a:lnTo>
                  <a:lnTo>
                    <a:pt x="5948" y="8032"/>
                  </a:lnTo>
                  <a:lnTo>
                    <a:pt x="5909" y="7916"/>
                  </a:lnTo>
                  <a:lnTo>
                    <a:pt x="5909" y="7800"/>
                  </a:lnTo>
                  <a:lnTo>
                    <a:pt x="5948" y="7646"/>
                  </a:lnTo>
                  <a:lnTo>
                    <a:pt x="6025" y="7530"/>
                  </a:lnTo>
                  <a:lnTo>
                    <a:pt x="6179" y="7298"/>
                  </a:lnTo>
                  <a:lnTo>
                    <a:pt x="6411" y="7144"/>
                  </a:lnTo>
                  <a:lnTo>
                    <a:pt x="6643" y="7028"/>
                  </a:lnTo>
                  <a:lnTo>
                    <a:pt x="7183" y="6835"/>
                  </a:lnTo>
                  <a:lnTo>
                    <a:pt x="7183" y="6796"/>
                  </a:lnTo>
                  <a:close/>
                  <a:moveTo>
                    <a:pt x="10620" y="7144"/>
                  </a:moveTo>
                  <a:lnTo>
                    <a:pt x="10659" y="7337"/>
                  </a:lnTo>
                  <a:lnTo>
                    <a:pt x="10697" y="7530"/>
                  </a:lnTo>
                  <a:lnTo>
                    <a:pt x="10697" y="7685"/>
                  </a:lnTo>
                  <a:lnTo>
                    <a:pt x="10659" y="7878"/>
                  </a:lnTo>
                  <a:lnTo>
                    <a:pt x="10620" y="8032"/>
                  </a:lnTo>
                  <a:lnTo>
                    <a:pt x="10504" y="8187"/>
                  </a:lnTo>
                  <a:lnTo>
                    <a:pt x="10427" y="8341"/>
                  </a:lnTo>
                  <a:lnTo>
                    <a:pt x="10272" y="8457"/>
                  </a:lnTo>
                  <a:lnTo>
                    <a:pt x="10118" y="8573"/>
                  </a:lnTo>
                  <a:lnTo>
                    <a:pt x="9925" y="8611"/>
                  </a:lnTo>
                  <a:lnTo>
                    <a:pt x="9848" y="8573"/>
                  </a:lnTo>
                  <a:lnTo>
                    <a:pt x="9770" y="8573"/>
                  </a:lnTo>
                  <a:lnTo>
                    <a:pt x="9732" y="8496"/>
                  </a:lnTo>
                  <a:lnTo>
                    <a:pt x="9655" y="8418"/>
                  </a:lnTo>
                  <a:lnTo>
                    <a:pt x="9616" y="8225"/>
                  </a:lnTo>
                  <a:lnTo>
                    <a:pt x="9655" y="8071"/>
                  </a:lnTo>
                  <a:lnTo>
                    <a:pt x="9732" y="7916"/>
                  </a:lnTo>
                  <a:lnTo>
                    <a:pt x="9809" y="7762"/>
                  </a:lnTo>
                  <a:lnTo>
                    <a:pt x="10002" y="7569"/>
                  </a:lnTo>
                  <a:lnTo>
                    <a:pt x="10195" y="7414"/>
                  </a:lnTo>
                  <a:lnTo>
                    <a:pt x="10388" y="7260"/>
                  </a:lnTo>
                  <a:lnTo>
                    <a:pt x="10620" y="7144"/>
                  </a:lnTo>
                  <a:close/>
                  <a:moveTo>
                    <a:pt x="1854" y="0"/>
                  </a:moveTo>
                  <a:lnTo>
                    <a:pt x="1507" y="39"/>
                  </a:lnTo>
                  <a:lnTo>
                    <a:pt x="1584" y="734"/>
                  </a:lnTo>
                  <a:lnTo>
                    <a:pt x="1700" y="1429"/>
                  </a:lnTo>
                  <a:lnTo>
                    <a:pt x="1584" y="1313"/>
                  </a:lnTo>
                  <a:lnTo>
                    <a:pt x="1430" y="1236"/>
                  </a:lnTo>
                  <a:lnTo>
                    <a:pt x="1275" y="1159"/>
                  </a:lnTo>
                  <a:lnTo>
                    <a:pt x="1082" y="1120"/>
                  </a:lnTo>
                  <a:lnTo>
                    <a:pt x="889" y="1120"/>
                  </a:lnTo>
                  <a:lnTo>
                    <a:pt x="735" y="1159"/>
                  </a:lnTo>
                  <a:lnTo>
                    <a:pt x="542" y="1236"/>
                  </a:lnTo>
                  <a:lnTo>
                    <a:pt x="387" y="1313"/>
                  </a:lnTo>
                  <a:lnTo>
                    <a:pt x="271" y="1429"/>
                  </a:lnTo>
                  <a:lnTo>
                    <a:pt x="155" y="1545"/>
                  </a:lnTo>
                  <a:lnTo>
                    <a:pt x="78" y="1738"/>
                  </a:lnTo>
                  <a:lnTo>
                    <a:pt x="40" y="1892"/>
                  </a:lnTo>
                  <a:lnTo>
                    <a:pt x="1" y="2085"/>
                  </a:lnTo>
                  <a:lnTo>
                    <a:pt x="40" y="2240"/>
                  </a:lnTo>
                  <a:lnTo>
                    <a:pt x="78" y="2394"/>
                  </a:lnTo>
                  <a:lnTo>
                    <a:pt x="155" y="2549"/>
                  </a:lnTo>
                  <a:lnTo>
                    <a:pt x="271" y="2665"/>
                  </a:lnTo>
                  <a:lnTo>
                    <a:pt x="387" y="2742"/>
                  </a:lnTo>
                  <a:lnTo>
                    <a:pt x="542" y="2819"/>
                  </a:lnTo>
                  <a:lnTo>
                    <a:pt x="735" y="2858"/>
                  </a:lnTo>
                  <a:lnTo>
                    <a:pt x="1044" y="2858"/>
                  </a:lnTo>
                  <a:lnTo>
                    <a:pt x="1352" y="2742"/>
                  </a:lnTo>
                  <a:lnTo>
                    <a:pt x="1661" y="2587"/>
                  </a:lnTo>
                  <a:lnTo>
                    <a:pt x="1932" y="2356"/>
                  </a:lnTo>
                  <a:lnTo>
                    <a:pt x="2163" y="3089"/>
                  </a:lnTo>
                  <a:lnTo>
                    <a:pt x="2434" y="3823"/>
                  </a:lnTo>
                  <a:lnTo>
                    <a:pt x="2820" y="4518"/>
                  </a:lnTo>
                  <a:lnTo>
                    <a:pt x="3013" y="4827"/>
                  </a:lnTo>
                  <a:lnTo>
                    <a:pt x="3245" y="5136"/>
                  </a:lnTo>
                  <a:lnTo>
                    <a:pt x="2936" y="5136"/>
                  </a:lnTo>
                  <a:lnTo>
                    <a:pt x="2588" y="5175"/>
                  </a:lnTo>
                  <a:lnTo>
                    <a:pt x="2318" y="5252"/>
                  </a:lnTo>
                  <a:lnTo>
                    <a:pt x="2048" y="5445"/>
                  </a:lnTo>
                  <a:lnTo>
                    <a:pt x="1932" y="5561"/>
                  </a:lnTo>
                  <a:lnTo>
                    <a:pt x="1854" y="5677"/>
                  </a:lnTo>
                  <a:lnTo>
                    <a:pt x="1777" y="5831"/>
                  </a:lnTo>
                  <a:lnTo>
                    <a:pt x="1739" y="5986"/>
                  </a:lnTo>
                  <a:lnTo>
                    <a:pt x="1700" y="6140"/>
                  </a:lnTo>
                  <a:lnTo>
                    <a:pt x="1739" y="6294"/>
                  </a:lnTo>
                  <a:lnTo>
                    <a:pt x="1777" y="6449"/>
                  </a:lnTo>
                  <a:lnTo>
                    <a:pt x="1893" y="6603"/>
                  </a:lnTo>
                  <a:lnTo>
                    <a:pt x="2009" y="6681"/>
                  </a:lnTo>
                  <a:lnTo>
                    <a:pt x="2125" y="6758"/>
                  </a:lnTo>
                  <a:lnTo>
                    <a:pt x="2279" y="6835"/>
                  </a:lnTo>
                  <a:lnTo>
                    <a:pt x="2434" y="6874"/>
                  </a:lnTo>
                  <a:lnTo>
                    <a:pt x="2588" y="6874"/>
                  </a:lnTo>
                  <a:lnTo>
                    <a:pt x="2743" y="6835"/>
                  </a:lnTo>
                  <a:lnTo>
                    <a:pt x="2897" y="6796"/>
                  </a:lnTo>
                  <a:lnTo>
                    <a:pt x="3052" y="6719"/>
                  </a:lnTo>
                  <a:lnTo>
                    <a:pt x="3283" y="6526"/>
                  </a:lnTo>
                  <a:lnTo>
                    <a:pt x="3476" y="6294"/>
                  </a:lnTo>
                  <a:lnTo>
                    <a:pt x="3631" y="5986"/>
                  </a:lnTo>
                  <a:lnTo>
                    <a:pt x="3747" y="5677"/>
                  </a:lnTo>
                  <a:lnTo>
                    <a:pt x="4171" y="6024"/>
                  </a:lnTo>
                  <a:lnTo>
                    <a:pt x="4635" y="6333"/>
                  </a:lnTo>
                  <a:lnTo>
                    <a:pt x="5137" y="6565"/>
                  </a:lnTo>
                  <a:lnTo>
                    <a:pt x="5716" y="6719"/>
                  </a:lnTo>
                  <a:lnTo>
                    <a:pt x="6218" y="6796"/>
                  </a:lnTo>
                  <a:lnTo>
                    <a:pt x="6025" y="6912"/>
                  </a:lnTo>
                  <a:lnTo>
                    <a:pt x="5870" y="7028"/>
                  </a:lnTo>
                  <a:lnTo>
                    <a:pt x="5755" y="7183"/>
                  </a:lnTo>
                  <a:lnTo>
                    <a:pt x="5639" y="7376"/>
                  </a:lnTo>
                  <a:lnTo>
                    <a:pt x="5561" y="7530"/>
                  </a:lnTo>
                  <a:lnTo>
                    <a:pt x="5523" y="7685"/>
                  </a:lnTo>
                  <a:lnTo>
                    <a:pt x="5523" y="7878"/>
                  </a:lnTo>
                  <a:lnTo>
                    <a:pt x="5523" y="8032"/>
                  </a:lnTo>
                  <a:lnTo>
                    <a:pt x="5561" y="8187"/>
                  </a:lnTo>
                  <a:lnTo>
                    <a:pt x="5639" y="8341"/>
                  </a:lnTo>
                  <a:lnTo>
                    <a:pt x="5755" y="8457"/>
                  </a:lnTo>
                  <a:lnTo>
                    <a:pt x="5909" y="8573"/>
                  </a:lnTo>
                  <a:lnTo>
                    <a:pt x="6063" y="8650"/>
                  </a:lnTo>
                  <a:lnTo>
                    <a:pt x="6257" y="8689"/>
                  </a:lnTo>
                  <a:lnTo>
                    <a:pt x="6411" y="8689"/>
                  </a:lnTo>
                  <a:lnTo>
                    <a:pt x="6604" y="8650"/>
                  </a:lnTo>
                  <a:lnTo>
                    <a:pt x="6759" y="8573"/>
                  </a:lnTo>
                  <a:lnTo>
                    <a:pt x="6952" y="8457"/>
                  </a:lnTo>
                  <a:lnTo>
                    <a:pt x="7067" y="8341"/>
                  </a:lnTo>
                  <a:lnTo>
                    <a:pt x="7183" y="8187"/>
                  </a:lnTo>
                  <a:lnTo>
                    <a:pt x="7376" y="7878"/>
                  </a:lnTo>
                  <a:lnTo>
                    <a:pt x="7492" y="7530"/>
                  </a:lnTo>
                  <a:lnTo>
                    <a:pt x="7531" y="7183"/>
                  </a:lnTo>
                  <a:lnTo>
                    <a:pt x="7531" y="6796"/>
                  </a:lnTo>
                  <a:lnTo>
                    <a:pt x="8882" y="6719"/>
                  </a:lnTo>
                  <a:lnTo>
                    <a:pt x="9577" y="6719"/>
                  </a:lnTo>
                  <a:lnTo>
                    <a:pt x="10272" y="6796"/>
                  </a:lnTo>
                  <a:lnTo>
                    <a:pt x="10466" y="6835"/>
                  </a:lnTo>
                  <a:lnTo>
                    <a:pt x="10311" y="6912"/>
                  </a:lnTo>
                  <a:lnTo>
                    <a:pt x="10118" y="7028"/>
                  </a:lnTo>
                  <a:lnTo>
                    <a:pt x="9809" y="7260"/>
                  </a:lnTo>
                  <a:lnTo>
                    <a:pt x="9539" y="7569"/>
                  </a:lnTo>
                  <a:lnTo>
                    <a:pt x="9423" y="7723"/>
                  </a:lnTo>
                  <a:lnTo>
                    <a:pt x="9346" y="7916"/>
                  </a:lnTo>
                  <a:lnTo>
                    <a:pt x="9307" y="8109"/>
                  </a:lnTo>
                  <a:lnTo>
                    <a:pt x="9269" y="8264"/>
                  </a:lnTo>
                  <a:lnTo>
                    <a:pt x="9307" y="8457"/>
                  </a:lnTo>
                  <a:lnTo>
                    <a:pt x="9384" y="8611"/>
                  </a:lnTo>
                  <a:lnTo>
                    <a:pt x="9462" y="8766"/>
                  </a:lnTo>
                  <a:lnTo>
                    <a:pt x="9616" y="8882"/>
                  </a:lnTo>
                  <a:lnTo>
                    <a:pt x="9770" y="8959"/>
                  </a:lnTo>
                  <a:lnTo>
                    <a:pt x="9964" y="8998"/>
                  </a:lnTo>
                  <a:lnTo>
                    <a:pt x="10157" y="8959"/>
                  </a:lnTo>
                  <a:lnTo>
                    <a:pt x="10311" y="8882"/>
                  </a:lnTo>
                  <a:lnTo>
                    <a:pt x="10466" y="8804"/>
                  </a:lnTo>
                  <a:lnTo>
                    <a:pt x="10620" y="8650"/>
                  </a:lnTo>
                  <a:lnTo>
                    <a:pt x="10736" y="8534"/>
                  </a:lnTo>
                  <a:lnTo>
                    <a:pt x="10852" y="8341"/>
                  </a:lnTo>
                  <a:lnTo>
                    <a:pt x="10929" y="8187"/>
                  </a:lnTo>
                  <a:lnTo>
                    <a:pt x="11006" y="7994"/>
                  </a:lnTo>
                  <a:lnTo>
                    <a:pt x="11045" y="7762"/>
                  </a:lnTo>
                  <a:lnTo>
                    <a:pt x="11045" y="7492"/>
                  </a:lnTo>
                  <a:lnTo>
                    <a:pt x="10968" y="7221"/>
                  </a:lnTo>
                  <a:lnTo>
                    <a:pt x="10890" y="6990"/>
                  </a:lnTo>
                  <a:lnTo>
                    <a:pt x="10929" y="6951"/>
                  </a:lnTo>
                  <a:lnTo>
                    <a:pt x="11431" y="7105"/>
                  </a:lnTo>
                  <a:lnTo>
                    <a:pt x="11894" y="7376"/>
                  </a:lnTo>
                  <a:lnTo>
                    <a:pt x="12319" y="7685"/>
                  </a:lnTo>
                  <a:lnTo>
                    <a:pt x="12512" y="7839"/>
                  </a:lnTo>
                  <a:lnTo>
                    <a:pt x="12705" y="8032"/>
                  </a:lnTo>
                  <a:lnTo>
                    <a:pt x="12898" y="8341"/>
                  </a:lnTo>
                  <a:lnTo>
                    <a:pt x="13091" y="8650"/>
                  </a:lnTo>
                  <a:lnTo>
                    <a:pt x="13207" y="8920"/>
                  </a:lnTo>
                  <a:lnTo>
                    <a:pt x="13284" y="9268"/>
                  </a:lnTo>
                  <a:lnTo>
                    <a:pt x="13323" y="9577"/>
                  </a:lnTo>
                  <a:lnTo>
                    <a:pt x="13362" y="9924"/>
                  </a:lnTo>
                  <a:lnTo>
                    <a:pt x="13323" y="10619"/>
                  </a:lnTo>
                  <a:lnTo>
                    <a:pt x="13323" y="10658"/>
                  </a:lnTo>
                  <a:lnTo>
                    <a:pt x="13362" y="10735"/>
                  </a:lnTo>
                  <a:lnTo>
                    <a:pt x="13439" y="10774"/>
                  </a:lnTo>
                  <a:lnTo>
                    <a:pt x="13555" y="10774"/>
                  </a:lnTo>
                  <a:lnTo>
                    <a:pt x="13632" y="10697"/>
                  </a:lnTo>
                  <a:lnTo>
                    <a:pt x="13709" y="10465"/>
                  </a:lnTo>
                  <a:lnTo>
                    <a:pt x="13786" y="10272"/>
                  </a:lnTo>
                  <a:lnTo>
                    <a:pt x="13825" y="10040"/>
                  </a:lnTo>
                  <a:lnTo>
                    <a:pt x="13825" y="9808"/>
                  </a:lnTo>
                  <a:lnTo>
                    <a:pt x="13786" y="9384"/>
                  </a:lnTo>
                  <a:lnTo>
                    <a:pt x="13671" y="8920"/>
                  </a:lnTo>
                  <a:lnTo>
                    <a:pt x="13478" y="8496"/>
                  </a:lnTo>
                  <a:lnTo>
                    <a:pt x="13246" y="8109"/>
                  </a:lnTo>
                  <a:lnTo>
                    <a:pt x="12976" y="7723"/>
                  </a:lnTo>
                  <a:lnTo>
                    <a:pt x="12667" y="7414"/>
                  </a:lnTo>
                  <a:lnTo>
                    <a:pt x="12319" y="7144"/>
                  </a:lnTo>
                  <a:lnTo>
                    <a:pt x="11972" y="6912"/>
                  </a:lnTo>
                  <a:lnTo>
                    <a:pt x="11585" y="6719"/>
                  </a:lnTo>
                  <a:lnTo>
                    <a:pt x="11199" y="6565"/>
                  </a:lnTo>
                  <a:lnTo>
                    <a:pt x="11392" y="6410"/>
                  </a:lnTo>
                  <a:lnTo>
                    <a:pt x="11585" y="6140"/>
                  </a:lnTo>
                  <a:lnTo>
                    <a:pt x="11701" y="5831"/>
                  </a:lnTo>
                  <a:lnTo>
                    <a:pt x="11740" y="5522"/>
                  </a:lnTo>
                  <a:lnTo>
                    <a:pt x="11740" y="5213"/>
                  </a:lnTo>
                  <a:lnTo>
                    <a:pt x="11701" y="5059"/>
                  </a:lnTo>
                  <a:lnTo>
                    <a:pt x="11624" y="4943"/>
                  </a:lnTo>
                  <a:lnTo>
                    <a:pt x="11547" y="4827"/>
                  </a:lnTo>
                  <a:lnTo>
                    <a:pt x="11431" y="4750"/>
                  </a:lnTo>
                  <a:lnTo>
                    <a:pt x="11276" y="4673"/>
                  </a:lnTo>
                  <a:lnTo>
                    <a:pt x="11122" y="4634"/>
                  </a:lnTo>
                  <a:lnTo>
                    <a:pt x="10774" y="4634"/>
                  </a:lnTo>
                  <a:lnTo>
                    <a:pt x="10581" y="4711"/>
                  </a:lnTo>
                  <a:lnTo>
                    <a:pt x="10427" y="4788"/>
                  </a:lnTo>
                  <a:lnTo>
                    <a:pt x="10311" y="4866"/>
                  </a:lnTo>
                  <a:lnTo>
                    <a:pt x="10195" y="5020"/>
                  </a:lnTo>
                  <a:lnTo>
                    <a:pt x="10079" y="5136"/>
                  </a:lnTo>
                  <a:lnTo>
                    <a:pt x="10002" y="5329"/>
                  </a:lnTo>
                  <a:lnTo>
                    <a:pt x="9964" y="5561"/>
                  </a:lnTo>
                  <a:lnTo>
                    <a:pt x="9964" y="5831"/>
                  </a:lnTo>
                  <a:lnTo>
                    <a:pt x="10041" y="6063"/>
                  </a:lnTo>
                  <a:lnTo>
                    <a:pt x="10118" y="6333"/>
                  </a:lnTo>
                  <a:lnTo>
                    <a:pt x="9462" y="6256"/>
                  </a:lnTo>
                  <a:lnTo>
                    <a:pt x="8805" y="6256"/>
                  </a:lnTo>
                  <a:lnTo>
                    <a:pt x="7492" y="6333"/>
                  </a:lnTo>
                  <a:lnTo>
                    <a:pt x="7685" y="6063"/>
                  </a:lnTo>
                  <a:lnTo>
                    <a:pt x="7801" y="5792"/>
                  </a:lnTo>
                  <a:lnTo>
                    <a:pt x="7878" y="5522"/>
                  </a:lnTo>
                  <a:lnTo>
                    <a:pt x="7956" y="5213"/>
                  </a:lnTo>
                  <a:lnTo>
                    <a:pt x="7917" y="4866"/>
                  </a:lnTo>
                  <a:lnTo>
                    <a:pt x="7878" y="4711"/>
                  </a:lnTo>
                  <a:lnTo>
                    <a:pt x="7801" y="4557"/>
                  </a:lnTo>
                  <a:lnTo>
                    <a:pt x="7724" y="4402"/>
                  </a:lnTo>
                  <a:lnTo>
                    <a:pt x="7608" y="4287"/>
                  </a:lnTo>
                  <a:lnTo>
                    <a:pt x="7492" y="4209"/>
                  </a:lnTo>
                  <a:lnTo>
                    <a:pt x="7299" y="4132"/>
                  </a:lnTo>
                  <a:lnTo>
                    <a:pt x="6990" y="4132"/>
                  </a:lnTo>
                  <a:lnTo>
                    <a:pt x="6836" y="4209"/>
                  </a:lnTo>
                  <a:lnTo>
                    <a:pt x="6720" y="4325"/>
                  </a:lnTo>
                  <a:lnTo>
                    <a:pt x="6604" y="4441"/>
                  </a:lnTo>
                  <a:lnTo>
                    <a:pt x="6527" y="4595"/>
                  </a:lnTo>
                  <a:lnTo>
                    <a:pt x="6411" y="4904"/>
                  </a:lnTo>
                  <a:lnTo>
                    <a:pt x="6372" y="5252"/>
                  </a:lnTo>
                  <a:lnTo>
                    <a:pt x="6411" y="5638"/>
                  </a:lnTo>
                  <a:lnTo>
                    <a:pt x="6450" y="5831"/>
                  </a:lnTo>
                  <a:lnTo>
                    <a:pt x="6527" y="6024"/>
                  </a:lnTo>
                  <a:lnTo>
                    <a:pt x="6643" y="6179"/>
                  </a:lnTo>
                  <a:lnTo>
                    <a:pt x="6759" y="6333"/>
                  </a:lnTo>
                  <a:lnTo>
                    <a:pt x="6102" y="6256"/>
                  </a:lnTo>
                  <a:lnTo>
                    <a:pt x="5755" y="6217"/>
                  </a:lnTo>
                  <a:lnTo>
                    <a:pt x="5446" y="6140"/>
                  </a:lnTo>
                  <a:lnTo>
                    <a:pt x="5137" y="6024"/>
                  </a:lnTo>
                  <a:lnTo>
                    <a:pt x="4828" y="5870"/>
                  </a:lnTo>
                  <a:lnTo>
                    <a:pt x="4519" y="5715"/>
                  </a:lnTo>
                  <a:lnTo>
                    <a:pt x="4210" y="5522"/>
                  </a:lnTo>
                  <a:lnTo>
                    <a:pt x="4557" y="5484"/>
                  </a:lnTo>
                  <a:lnTo>
                    <a:pt x="4905" y="5406"/>
                  </a:lnTo>
                  <a:lnTo>
                    <a:pt x="5175" y="5252"/>
                  </a:lnTo>
                  <a:lnTo>
                    <a:pt x="5446" y="5020"/>
                  </a:lnTo>
                  <a:lnTo>
                    <a:pt x="5561" y="4866"/>
                  </a:lnTo>
                  <a:lnTo>
                    <a:pt x="5639" y="4711"/>
                  </a:lnTo>
                  <a:lnTo>
                    <a:pt x="5677" y="4518"/>
                  </a:lnTo>
                  <a:lnTo>
                    <a:pt x="5716" y="4364"/>
                  </a:lnTo>
                  <a:lnTo>
                    <a:pt x="5716" y="4171"/>
                  </a:lnTo>
                  <a:lnTo>
                    <a:pt x="5639" y="4016"/>
                  </a:lnTo>
                  <a:lnTo>
                    <a:pt x="5561" y="3862"/>
                  </a:lnTo>
                  <a:lnTo>
                    <a:pt x="5446" y="3707"/>
                  </a:lnTo>
                  <a:lnTo>
                    <a:pt x="5330" y="3591"/>
                  </a:lnTo>
                  <a:lnTo>
                    <a:pt x="5175" y="3514"/>
                  </a:lnTo>
                  <a:lnTo>
                    <a:pt x="5021" y="3476"/>
                  </a:lnTo>
                  <a:lnTo>
                    <a:pt x="4866" y="3437"/>
                  </a:lnTo>
                  <a:lnTo>
                    <a:pt x="4712" y="3476"/>
                  </a:lnTo>
                  <a:lnTo>
                    <a:pt x="4557" y="3514"/>
                  </a:lnTo>
                  <a:lnTo>
                    <a:pt x="4442" y="3630"/>
                  </a:lnTo>
                  <a:lnTo>
                    <a:pt x="4287" y="3707"/>
                  </a:lnTo>
                  <a:lnTo>
                    <a:pt x="4171" y="3862"/>
                  </a:lnTo>
                  <a:lnTo>
                    <a:pt x="4055" y="4016"/>
                  </a:lnTo>
                  <a:lnTo>
                    <a:pt x="3940" y="4364"/>
                  </a:lnTo>
                  <a:lnTo>
                    <a:pt x="3824" y="4750"/>
                  </a:lnTo>
                  <a:lnTo>
                    <a:pt x="3785" y="5097"/>
                  </a:lnTo>
                  <a:lnTo>
                    <a:pt x="3515" y="4788"/>
                  </a:lnTo>
                  <a:lnTo>
                    <a:pt x="3283" y="4441"/>
                  </a:lnTo>
                  <a:lnTo>
                    <a:pt x="3052" y="4093"/>
                  </a:lnTo>
                  <a:lnTo>
                    <a:pt x="2858" y="3746"/>
                  </a:lnTo>
                  <a:lnTo>
                    <a:pt x="2704" y="3398"/>
                  </a:lnTo>
                  <a:lnTo>
                    <a:pt x="2550" y="3012"/>
                  </a:lnTo>
                  <a:lnTo>
                    <a:pt x="2318" y="2240"/>
                  </a:lnTo>
                  <a:lnTo>
                    <a:pt x="2318" y="2240"/>
                  </a:lnTo>
                  <a:lnTo>
                    <a:pt x="2588" y="2317"/>
                  </a:lnTo>
                  <a:lnTo>
                    <a:pt x="2858" y="2356"/>
                  </a:lnTo>
                  <a:lnTo>
                    <a:pt x="3129" y="2356"/>
                  </a:lnTo>
                  <a:lnTo>
                    <a:pt x="3399" y="2279"/>
                  </a:lnTo>
                  <a:lnTo>
                    <a:pt x="3554" y="2201"/>
                  </a:lnTo>
                  <a:lnTo>
                    <a:pt x="3708" y="2085"/>
                  </a:lnTo>
                  <a:lnTo>
                    <a:pt x="3824" y="1970"/>
                  </a:lnTo>
                  <a:lnTo>
                    <a:pt x="3940" y="1815"/>
                  </a:lnTo>
                  <a:lnTo>
                    <a:pt x="4017" y="1661"/>
                  </a:lnTo>
                  <a:lnTo>
                    <a:pt x="4055" y="1506"/>
                  </a:lnTo>
                  <a:lnTo>
                    <a:pt x="4055" y="1313"/>
                  </a:lnTo>
                  <a:lnTo>
                    <a:pt x="4017" y="1159"/>
                  </a:lnTo>
                  <a:lnTo>
                    <a:pt x="3978" y="1004"/>
                  </a:lnTo>
                  <a:lnTo>
                    <a:pt x="3862" y="850"/>
                  </a:lnTo>
                  <a:lnTo>
                    <a:pt x="3747" y="773"/>
                  </a:lnTo>
                  <a:lnTo>
                    <a:pt x="3592" y="695"/>
                  </a:lnTo>
                  <a:lnTo>
                    <a:pt x="3438" y="618"/>
                  </a:lnTo>
                  <a:lnTo>
                    <a:pt x="3283" y="579"/>
                  </a:lnTo>
                  <a:lnTo>
                    <a:pt x="3129" y="579"/>
                  </a:lnTo>
                  <a:lnTo>
                    <a:pt x="2974" y="618"/>
                  </a:lnTo>
                  <a:lnTo>
                    <a:pt x="2820" y="657"/>
                  </a:lnTo>
                  <a:lnTo>
                    <a:pt x="2665" y="734"/>
                  </a:lnTo>
                  <a:lnTo>
                    <a:pt x="2434" y="927"/>
                  </a:lnTo>
                  <a:lnTo>
                    <a:pt x="2241" y="1159"/>
                  </a:lnTo>
                  <a:lnTo>
                    <a:pt x="2125" y="1468"/>
                  </a:lnTo>
                  <a:lnTo>
                    <a:pt x="18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0" name="Google Shape;5180;p21"/>
            <p:cNvSpPr/>
            <p:nvPr/>
          </p:nvSpPr>
          <p:spPr>
            <a:xfrm>
              <a:off x="5987875" y="4095550"/>
              <a:ext cx="66625" cy="98500"/>
            </a:xfrm>
            <a:custGeom>
              <a:avLst/>
              <a:gdLst/>
              <a:ahLst/>
              <a:cxnLst/>
              <a:rect l="l" t="t" r="r" b="b"/>
              <a:pathLst>
                <a:path w="2665" h="3940" extrusionOk="0">
                  <a:moveTo>
                    <a:pt x="850" y="1"/>
                  </a:moveTo>
                  <a:lnTo>
                    <a:pt x="502" y="117"/>
                  </a:lnTo>
                  <a:lnTo>
                    <a:pt x="618" y="194"/>
                  </a:lnTo>
                  <a:lnTo>
                    <a:pt x="464" y="580"/>
                  </a:lnTo>
                  <a:lnTo>
                    <a:pt x="270" y="1082"/>
                  </a:lnTo>
                  <a:lnTo>
                    <a:pt x="155" y="1584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36"/>
                  </a:lnTo>
                  <a:lnTo>
                    <a:pt x="77" y="3167"/>
                  </a:lnTo>
                  <a:lnTo>
                    <a:pt x="193" y="3399"/>
                  </a:lnTo>
                  <a:lnTo>
                    <a:pt x="309" y="3554"/>
                  </a:lnTo>
                  <a:lnTo>
                    <a:pt x="464" y="3708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40"/>
                  </a:lnTo>
                  <a:lnTo>
                    <a:pt x="1313" y="3901"/>
                  </a:lnTo>
                  <a:lnTo>
                    <a:pt x="1506" y="3824"/>
                  </a:lnTo>
                  <a:lnTo>
                    <a:pt x="1661" y="3669"/>
                  </a:lnTo>
                  <a:lnTo>
                    <a:pt x="1815" y="3476"/>
                  </a:lnTo>
                  <a:lnTo>
                    <a:pt x="1970" y="3283"/>
                  </a:lnTo>
                  <a:lnTo>
                    <a:pt x="2124" y="3052"/>
                  </a:lnTo>
                  <a:lnTo>
                    <a:pt x="2317" y="2511"/>
                  </a:lnTo>
                  <a:lnTo>
                    <a:pt x="2510" y="1970"/>
                  </a:lnTo>
                  <a:lnTo>
                    <a:pt x="2626" y="1468"/>
                  </a:lnTo>
                  <a:lnTo>
                    <a:pt x="2665" y="1044"/>
                  </a:lnTo>
                  <a:lnTo>
                    <a:pt x="2394" y="1005"/>
                  </a:lnTo>
                  <a:lnTo>
                    <a:pt x="2008" y="2009"/>
                  </a:lnTo>
                  <a:lnTo>
                    <a:pt x="1738" y="2665"/>
                  </a:lnTo>
                  <a:lnTo>
                    <a:pt x="1545" y="3013"/>
                  </a:lnTo>
                  <a:lnTo>
                    <a:pt x="1468" y="3206"/>
                  </a:lnTo>
                  <a:lnTo>
                    <a:pt x="1352" y="3283"/>
                  </a:lnTo>
                  <a:lnTo>
                    <a:pt x="1159" y="3283"/>
                  </a:lnTo>
                  <a:lnTo>
                    <a:pt x="1004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897"/>
                  </a:lnTo>
                  <a:lnTo>
                    <a:pt x="541" y="2665"/>
                  </a:lnTo>
                  <a:lnTo>
                    <a:pt x="541" y="2356"/>
                  </a:lnTo>
                  <a:lnTo>
                    <a:pt x="579" y="2048"/>
                  </a:lnTo>
                  <a:lnTo>
                    <a:pt x="657" y="1623"/>
                  </a:lnTo>
                  <a:lnTo>
                    <a:pt x="734" y="1159"/>
                  </a:lnTo>
                  <a:lnTo>
                    <a:pt x="888" y="773"/>
                  </a:lnTo>
                  <a:lnTo>
                    <a:pt x="1043" y="348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6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1" name="Google Shape;5181;p21"/>
            <p:cNvSpPr/>
            <p:nvPr/>
          </p:nvSpPr>
          <p:spPr>
            <a:xfrm>
              <a:off x="4079325" y="4191125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9" y="5909"/>
                  </a:moveTo>
                  <a:lnTo>
                    <a:pt x="1082" y="5986"/>
                  </a:lnTo>
                  <a:lnTo>
                    <a:pt x="1236" y="6025"/>
                  </a:lnTo>
                  <a:lnTo>
                    <a:pt x="1391" y="6179"/>
                  </a:lnTo>
                  <a:lnTo>
                    <a:pt x="1468" y="6334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1" y="6797"/>
                  </a:lnTo>
                  <a:lnTo>
                    <a:pt x="1236" y="6951"/>
                  </a:lnTo>
                  <a:lnTo>
                    <a:pt x="1159" y="7029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90"/>
                  </a:lnTo>
                  <a:lnTo>
                    <a:pt x="464" y="6836"/>
                  </a:lnTo>
                  <a:lnTo>
                    <a:pt x="425" y="6720"/>
                  </a:lnTo>
                  <a:lnTo>
                    <a:pt x="387" y="6643"/>
                  </a:lnTo>
                  <a:lnTo>
                    <a:pt x="348" y="6488"/>
                  </a:lnTo>
                  <a:lnTo>
                    <a:pt x="387" y="6372"/>
                  </a:lnTo>
                  <a:lnTo>
                    <a:pt x="425" y="6256"/>
                  </a:lnTo>
                  <a:lnTo>
                    <a:pt x="503" y="6179"/>
                  </a:lnTo>
                  <a:lnTo>
                    <a:pt x="696" y="6025"/>
                  </a:lnTo>
                  <a:lnTo>
                    <a:pt x="889" y="5909"/>
                  </a:lnTo>
                  <a:close/>
                  <a:moveTo>
                    <a:pt x="5909" y="1"/>
                  </a:moveTo>
                  <a:lnTo>
                    <a:pt x="5831" y="39"/>
                  </a:lnTo>
                  <a:lnTo>
                    <a:pt x="5522" y="310"/>
                  </a:lnTo>
                  <a:lnTo>
                    <a:pt x="5175" y="619"/>
                  </a:lnTo>
                  <a:lnTo>
                    <a:pt x="4596" y="1314"/>
                  </a:lnTo>
                  <a:lnTo>
                    <a:pt x="4017" y="2047"/>
                  </a:lnTo>
                  <a:lnTo>
                    <a:pt x="3437" y="2781"/>
                  </a:lnTo>
                  <a:lnTo>
                    <a:pt x="2279" y="4133"/>
                  </a:lnTo>
                  <a:lnTo>
                    <a:pt x="1738" y="4866"/>
                  </a:lnTo>
                  <a:lnTo>
                    <a:pt x="1198" y="5561"/>
                  </a:lnTo>
                  <a:lnTo>
                    <a:pt x="1043" y="5523"/>
                  </a:lnTo>
                  <a:lnTo>
                    <a:pt x="889" y="5523"/>
                  </a:lnTo>
                  <a:lnTo>
                    <a:pt x="773" y="5561"/>
                  </a:lnTo>
                  <a:lnTo>
                    <a:pt x="618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1" y="6334"/>
                  </a:lnTo>
                  <a:lnTo>
                    <a:pt x="1" y="6488"/>
                  </a:lnTo>
                  <a:lnTo>
                    <a:pt x="1" y="6604"/>
                  </a:lnTo>
                  <a:lnTo>
                    <a:pt x="39" y="6797"/>
                  </a:lnTo>
                  <a:lnTo>
                    <a:pt x="116" y="6990"/>
                  </a:lnTo>
                  <a:lnTo>
                    <a:pt x="194" y="7145"/>
                  </a:lnTo>
                  <a:lnTo>
                    <a:pt x="348" y="7260"/>
                  </a:lnTo>
                  <a:lnTo>
                    <a:pt x="503" y="7376"/>
                  </a:lnTo>
                  <a:lnTo>
                    <a:pt x="696" y="7453"/>
                  </a:lnTo>
                  <a:lnTo>
                    <a:pt x="1082" y="7453"/>
                  </a:lnTo>
                  <a:lnTo>
                    <a:pt x="1275" y="7415"/>
                  </a:lnTo>
                  <a:lnTo>
                    <a:pt x="1429" y="7299"/>
                  </a:lnTo>
                  <a:lnTo>
                    <a:pt x="1584" y="7183"/>
                  </a:lnTo>
                  <a:lnTo>
                    <a:pt x="1700" y="7067"/>
                  </a:lnTo>
                  <a:lnTo>
                    <a:pt x="1815" y="6874"/>
                  </a:lnTo>
                  <a:lnTo>
                    <a:pt x="1854" y="6681"/>
                  </a:lnTo>
                  <a:lnTo>
                    <a:pt x="1893" y="6527"/>
                  </a:lnTo>
                  <a:lnTo>
                    <a:pt x="1854" y="6334"/>
                  </a:lnTo>
                  <a:lnTo>
                    <a:pt x="1815" y="6179"/>
                  </a:lnTo>
                  <a:lnTo>
                    <a:pt x="1738" y="6025"/>
                  </a:lnTo>
                  <a:lnTo>
                    <a:pt x="1661" y="5909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2" y="4403"/>
                  </a:lnTo>
                  <a:lnTo>
                    <a:pt x="3939" y="3013"/>
                  </a:lnTo>
                  <a:lnTo>
                    <a:pt x="4480" y="2395"/>
                  </a:lnTo>
                  <a:lnTo>
                    <a:pt x="5098" y="1700"/>
                  </a:lnTo>
                  <a:lnTo>
                    <a:pt x="5638" y="1043"/>
                  </a:lnTo>
                  <a:lnTo>
                    <a:pt x="5909" y="657"/>
                  </a:lnTo>
                  <a:lnTo>
                    <a:pt x="6102" y="310"/>
                  </a:lnTo>
                  <a:lnTo>
                    <a:pt x="6140" y="194"/>
                  </a:lnTo>
                  <a:lnTo>
                    <a:pt x="6063" y="78"/>
                  </a:lnTo>
                  <a:lnTo>
                    <a:pt x="598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2" name="Google Shape;5182;p21"/>
            <p:cNvSpPr/>
            <p:nvPr/>
          </p:nvSpPr>
          <p:spPr>
            <a:xfrm>
              <a:off x="3825425" y="421912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5"/>
                  </a:lnTo>
                  <a:lnTo>
                    <a:pt x="7531" y="6140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1" y="6565"/>
                  </a:lnTo>
                  <a:lnTo>
                    <a:pt x="7492" y="6681"/>
                  </a:lnTo>
                  <a:lnTo>
                    <a:pt x="7338" y="6797"/>
                  </a:lnTo>
                  <a:lnTo>
                    <a:pt x="7106" y="6913"/>
                  </a:lnTo>
                  <a:lnTo>
                    <a:pt x="6913" y="6913"/>
                  </a:lnTo>
                  <a:lnTo>
                    <a:pt x="6720" y="6835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7" y="6102"/>
                  </a:lnTo>
                  <a:lnTo>
                    <a:pt x="6643" y="5909"/>
                  </a:lnTo>
                  <a:lnTo>
                    <a:pt x="6797" y="5754"/>
                  </a:lnTo>
                  <a:close/>
                  <a:moveTo>
                    <a:pt x="233" y="1"/>
                  </a:moveTo>
                  <a:lnTo>
                    <a:pt x="155" y="39"/>
                  </a:lnTo>
                  <a:lnTo>
                    <a:pt x="78" y="39"/>
                  </a:lnTo>
                  <a:lnTo>
                    <a:pt x="39" y="116"/>
                  </a:lnTo>
                  <a:lnTo>
                    <a:pt x="1" y="232"/>
                  </a:lnTo>
                  <a:lnTo>
                    <a:pt x="1" y="310"/>
                  </a:lnTo>
                  <a:lnTo>
                    <a:pt x="39" y="387"/>
                  </a:lnTo>
                  <a:lnTo>
                    <a:pt x="426" y="773"/>
                  </a:lnTo>
                  <a:lnTo>
                    <a:pt x="812" y="1120"/>
                  </a:lnTo>
                  <a:lnTo>
                    <a:pt x="1623" y="1777"/>
                  </a:lnTo>
                  <a:lnTo>
                    <a:pt x="3399" y="3206"/>
                  </a:lnTo>
                  <a:lnTo>
                    <a:pt x="4866" y="4441"/>
                  </a:lnTo>
                  <a:lnTo>
                    <a:pt x="5639" y="5021"/>
                  </a:lnTo>
                  <a:lnTo>
                    <a:pt x="6411" y="5600"/>
                  </a:lnTo>
                  <a:lnTo>
                    <a:pt x="6295" y="5677"/>
                  </a:lnTo>
                  <a:lnTo>
                    <a:pt x="6218" y="5793"/>
                  </a:lnTo>
                  <a:lnTo>
                    <a:pt x="6102" y="6102"/>
                  </a:lnTo>
                  <a:lnTo>
                    <a:pt x="6063" y="6411"/>
                  </a:lnTo>
                  <a:lnTo>
                    <a:pt x="6102" y="6681"/>
                  </a:lnTo>
                  <a:lnTo>
                    <a:pt x="6179" y="6835"/>
                  </a:lnTo>
                  <a:lnTo>
                    <a:pt x="6295" y="6990"/>
                  </a:lnTo>
                  <a:lnTo>
                    <a:pt x="6411" y="7144"/>
                  </a:lnTo>
                  <a:lnTo>
                    <a:pt x="6565" y="7222"/>
                  </a:lnTo>
                  <a:lnTo>
                    <a:pt x="6720" y="7299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9"/>
                  </a:lnTo>
                  <a:lnTo>
                    <a:pt x="7454" y="7260"/>
                  </a:lnTo>
                  <a:lnTo>
                    <a:pt x="7608" y="7144"/>
                  </a:lnTo>
                  <a:lnTo>
                    <a:pt x="7724" y="7029"/>
                  </a:lnTo>
                  <a:lnTo>
                    <a:pt x="7840" y="6913"/>
                  </a:lnTo>
                  <a:lnTo>
                    <a:pt x="7956" y="6758"/>
                  </a:lnTo>
                  <a:lnTo>
                    <a:pt x="7994" y="6565"/>
                  </a:lnTo>
                  <a:lnTo>
                    <a:pt x="8033" y="6411"/>
                  </a:lnTo>
                  <a:lnTo>
                    <a:pt x="8033" y="6218"/>
                  </a:lnTo>
                  <a:lnTo>
                    <a:pt x="7956" y="6025"/>
                  </a:lnTo>
                  <a:lnTo>
                    <a:pt x="7840" y="5870"/>
                  </a:lnTo>
                  <a:lnTo>
                    <a:pt x="7724" y="5716"/>
                  </a:lnTo>
                  <a:lnTo>
                    <a:pt x="7569" y="5600"/>
                  </a:lnTo>
                  <a:lnTo>
                    <a:pt x="7415" y="5523"/>
                  </a:lnTo>
                  <a:lnTo>
                    <a:pt x="7222" y="5445"/>
                  </a:lnTo>
                  <a:lnTo>
                    <a:pt x="7029" y="5445"/>
                  </a:lnTo>
                  <a:lnTo>
                    <a:pt x="6836" y="5484"/>
                  </a:lnTo>
                  <a:lnTo>
                    <a:pt x="6025" y="4712"/>
                  </a:lnTo>
                  <a:lnTo>
                    <a:pt x="5214" y="4017"/>
                  </a:lnTo>
                  <a:lnTo>
                    <a:pt x="3515" y="2626"/>
                  </a:lnTo>
                  <a:lnTo>
                    <a:pt x="2743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5" y="310"/>
                  </a:lnTo>
                  <a:lnTo>
                    <a:pt x="310" y="39"/>
                  </a:lnTo>
                  <a:lnTo>
                    <a:pt x="23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3" name="Google Shape;5183;p21"/>
            <p:cNvSpPr/>
            <p:nvPr/>
          </p:nvSpPr>
          <p:spPr>
            <a:xfrm>
              <a:off x="3401625" y="4223000"/>
              <a:ext cx="240425" cy="634250"/>
            </a:xfrm>
            <a:custGeom>
              <a:avLst/>
              <a:gdLst/>
              <a:ahLst/>
              <a:cxnLst/>
              <a:rect l="l" t="t" r="r" b="b"/>
              <a:pathLst>
                <a:path w="9617" h="25370" extrusionOk="0">
                  <a:moveTo>
                    <a:pt x="4751" y="463"/>
                  </a:moveTo>
                  <a:lnTo>
                    <a:pt x="5291" y="502"/>
                  </a:lnTo>
                  <a:lnTo>
                    <a:pt x="5755" y="579"/>
                  </a:lnTo>
                  <a:lnTo>
                    <a:pt x="6218" y="772"/>
                  </a:lnTo>
                  <a:lnTo>
                    <a:pt x="6681" y="965"/>
                  </a:lnTo>
                  <a:lnTo>
                    <a:pt x="7067" y="1236"/>
                  </a:lnTo>
                  <a:lnTo>
                    <a:pt x="7454" y="1583"/>
                  </a:lnTo>
                  <a:lnTo>
                    <a:pt x="7801" y="1931"/>
                  </a:lnTo>
                  <a:lnTo>
                    <a:pt x="8149" y="2356"/>
                  </a:lnTo>
                  <a:lnTo>
                    <a:pt x="8419" y="2780"/>
                  </a:lnTo>
                  <a:lnTo>
                    <a:pt x="8651" y="3244"/>
                  </a:lnTo>
                  <a:lnTo>
                    <a:pt x="8844" y="3707"/>
                  </a:lnTo>
                  <a:lnTo>
                    <a:pt x="8998" y="4209"/>
                  </a:lnTo>
                  <a:lnTo>
                    <a:pt x="9075" y="4711"/>
                  </a:lnTo>
                  <a:lnTo>
                    <a:pt x="9114" y="5213"/>
                  </a:lnTo>
                  <a:lnTo>
                    <a:pt x="9114" y="5754"/>
                  </a:lnTo>
                  <a:lnTo>
                    <a:pt x="9075" y="6256"/>
                  </a:lnTo>
                  <a:lnTo>
                    <a:pt x="8998" y="6758"/>
                  </a:lnTo>
                  <a:lnTo>
                    <a:pt x="8882" y="7260"/>
                  </a:lnTo>
                  <a:lnTo>
                    <a:pt x="8689" y="7723"/>
                  </a:lnTo>
                  <a:lnTo>
                    <a:pt x="8496" y="8225"/>
                  </a:lnTo>
                  <a:lnTo>
                    <a:pt x="8303" y="8650"/>
                  </a:lnTo>
                  <a:lnTo>
                    <a:pt x="8033" y="9113"/>
                  </a:lnTo>
                  <a:lnTo>
                    <a:pt x="7763" y="9538"/>
                  </a:lnTo>
                  <a:lnTo>
                    <a:pt x="7454" y="9924"/>
                  </a:lnTo>
                  <a:lnTo>
                    <a:pt x="7106" y="10349"/>
                  </a:lnTo>
                  <a:lnTo>
                    <a:pt x="6759" y="10735"/>
                  </a:lnTo>
                  <a:lnTo>
                    <a:pt x="6025" y="11469"/>
                  </a:lnTo>
                  <a:lnTo>
                    <a:pt x="5253" y="12125"/>
                  </a:lnTo>
                  <a:lnTo>
                    <a:pt x="5098" y="12125"/>
                  </a:lnTo>
                  <a:lnTo>
                    <a:pt x="5059" y="12202"/>
                  </a:lnTo>
                  <a:lnTo>
                    <a:pt x="5021" y="12241"/>
                  </a:lnTo>
                  <a:lnTo>
                    <a:pt x="5021" y="12280"/>
                  </a:lnTo>
                  <a:lnTo>
                    <a:pt x="4210" y="11816"/>
                  </a:lnTo>
                  <a:lnTo>
                    <a:pt x="3476" y="11314"/>
                  </a:lnTo>
                  <a:lnTo>
                    <a:pt x="2781" y="10735"/>
                  </a:lnTo>
                  <a:lnTo>
                    <a:pt x="2472" y="10426"/>
                  </a:lnTo>
                  <a:lnTo>
                    <a:pt x="2163" y="10117"/>
                  </a:lnTo>
                  <a:lnTo>
                    <a:pt x="1893" y="9770"/>
                  </a:lnTo>
                  <a:lnTo>
                    <a:pt x="1661" y="9422"/>
                  </a:lnTo>
                  <a:lnTo>
                    <a:pt x="1430" y="9036"/>
                  </a:lnTo>
                  <a:lnTo>
                    <a:pt x="1198" y="8650"/>
                  </a:lnTo>
                  <a:lnTo>
                    <a:pt x="1005" y="8264"/>
                  </a:lnTo>
                  <a:lnTo>
                    <a:pt x="850" y="7839"/>
                  </a:lnTo>
                  <a:lnTo>
                    <a:pt x="735" y="7376"/>
                  </a:lnTo>
                  <a:lnTo>
                    <a:pt x="619" y="6912"/>
                  </a:lnTo>
                  <a:lnTo>
                    <a:pt x="542" y="6449"/>
                  </a:lnTo>
                  <a:lnTo>
                    <a:pt x="503" y="5985"/>
                  </a:lnTo>
                  <a:lnTo>
                    <a:pt x="503" y="5522"/>
                  </a:lnTo>
                  <a:lnTo>
                    <a:pt x="542" y="5020"/>
                  </a:lnTo>
                  <a:lnTo>
                    <a:pt x="619" y="4557"/>
                  </a:lnTo>
                  <a:lnTo>
                    <a:pt x="696" y="4055"/>
                  </a:lnTo>
                  <a:lnTo>
                    <a:pt x="850" y="3591"/>
                  </a:lnTo>
                  <a:lnTo>
                    <a:pt x="1005" y="3167"/>
                  </a:lnTo>
                  <a:lnTo>
                    <a:pt x="1237" y="2742"/>
                  </a:lnTo>
                  <a:lnTo>
                    <a:pt x="1468" y="2317"/>
                  </a:lnTo>
                  <a:lnTo>
                    <a:pt x="1739" y="1931"/>
                  </a:lnTo>
                  <a:lnTo>
                    <a:pt x="2086" y="1583"/>
                  </a:lnTo>
                  <a:lnTo>
                    <a:pt x="2434" y="1274"/>
                  </a:lnTo>
                  <a:lnTo>
                    <a:pt x="2820" y="1004"/>
                  </a:lnTo>
                  <a:lnTo>
                    <a:pt x="3245" y="811"/>
                  </a:lnTo>
                  <a:lnTo>
                    <a:pt x="3708" y="618"/>
                  </a:lnTo>
                  <a:lnTo>
                    <a:pt x="4249" y="502"/>
                  </a:lnTo>
                  <a:lnTo>
                    <a:pt x="4751" y="463"/>
                  </a:lnTo>
                  <a:close/>
                  <a:moveTo>
                    <a:pt x="5137" y="12627"/>
                  </a:moveTo>
                  <a:lnTo>
                    <a:pt x="5214" y="12666"/>
                  </a:lnTo>
                  <a:lnTo>
                    <a:pt x="5484" y="13129"/>
                  </a:lnTo>
                  <a:lnTo>
                    <a:pt x="4751" y="13052"/>
                  </a:lnTo>
                  <a:lnTo>
                    <a:pt x="5059" y="12627"/>
                  </a:lnTo>
                  <a:close/>
                  <a:moveTo>
                    <a:pt x="3167" y="13979"/>
                  </a:moveTo>
                  <a:lnTo>
                    <a:pt x="3476" y="14403"/>
                  </a:lnTo>
                  <a:lnTo>
                    <a:pt x="3708" y="14828"/>
                  </a:lnTo>
                  <a:lnTo>
                    <a:pt x="3669" y="14867"/>
                  </a:lnTo>
                  <a:lnTo>
                    <a:pt x="3438" y="14944"/>
                  </a:lnTo>
                  <a:lnTo>
                    <a:pt x="3167" y="15021"/>
                  </a:lnTo>
                  <a:lnTo>
                    <a:pt x="2936" y="15060"/>
                  </a:lnTo>
                  <a:lnTo>
                    <a:pt x="2665" y="15021"/>
                  </a:lnTo>
                  <a:lnTo>
                    <a:pt x="2936" y="14519"/>
                  </a:lnTo>
                  <a:lnTo>
                    <a:pt x="3167" y="13979"/>
                  </a:lnTo>
                  <a:close/>
                  <a:moveTo>
                    <a:pt x="5330" y="14867"/>
                  </a:moveTo>
                  <a:lnTo>
                    <a:pt x="5021" y="15987"/>
                  </a:lnTo>
                  <a:lnTo>
                    <a:pt x="4789" y="15794"/>
                  </a:lnTo>
                  <a:lnTo>
                    <a:pt x="4557" y="15562"/>
                  </a:lnTo>
                  <a:lnTo>
                    <a:pt x="4364" y="15330"/>
                  </a:lnTo>
                  <a:lnTo>
                    <a:pt x="4210" y="15098"/>
                  </a:lnTo>
                  <a:lnTo>
                    <a:pt x="4171" y="15060"/>
                  </a:lnTo>
                  <a:lnTo>
                    <a:pt x="5330" y="14867"/>
                  </a:lnTo>
                  <a:close/>
                  <a:moveTo>
                    <a:pt x="4055" y="15407"/>
                  </a:moveTo>
                  <a:lnTo>
                    <a:pt x="4249" y="15678"/>
                  </a:lnTo>
                  <a:lnTo>
                    <a:pt x="4480" y="15948"/>
                  </a:lnTo>
                  <a:lnTo>
                    <a:pt x="4712" y="16218"/>
                  </a:lnTo>
                  <a:lnTo>
                    <a:pt x="4982" y="16450"/>
                  </a:lnTo>
                  <a:lnTo>
                    <a:pt x="5098" y="16489"/>
                  </a:lnTo>
                  <a:lnTo>
                    <a:pt x="4905" y="16991"/>
                  </a:lnTo>
                  <a:lnTo>
                    <a:pt x="4789" y="17531"/>
                  </a:lnTo>
                  <a:lnTo>
                    <a:pt x="4480" y="17145"/>
                  </a:lnTo>
                  <a:lnTo>
                    <a:pt x="4249" y="16759"/>
                  </a:lnTo>
                  <a:lnTo>
                    <a:pt x="4133" y="16527"/>
                  </a:lnTo>
                  <a:lnTo>
                    <a:pt x="4055" y="16296"/>
                  </a:lnTo>
                  <a:lnTo>
                    <a:pt x="4017" y="16064"/>
                  </a:lnTo>
                  <a:lnTo>
                    <a:pt x="4017" y="15794"/>
                  </a:lnTo>
                  <a:lnTo>
                    <a:pt x="4055" y="15407"/>
                  </a:lnTo>
                  <a:close/>
                  <a:moveTo>
                    <a:pt x="5291" y="16798"/>
                  </a:moveTo>
                  <a:lnTo>
                    <a:pt x="5600" y="17145"/>
                  </a:lnTo>
                  <a:lnTo>
                    <a:pt x="5870" y="17531"/>
                  </a:lnTo>
                  <a:lnTo>
                    <a:pt x="5446" y="17570"/>
                  </a:lnTo>
                  <a:lnTo>
                    <a:pt x="5021" y="17647"/>
                  </a:lnTo>
                  <a:lnTo>
                    <a:pt x="5291" y="16798"/>
                  </a:lnTo>
                  <a:close/>
                  <a:moveTo>
                    <a:pt x="4557" y="17879"/>
                  </a:moveTo>
                  <a:lnTo>
                    <a:pt x="4635" y="17995"/>
                  </a:lnTo>
                  <a:lnTo>
                    <a:pt x="4519" y="18149"/>
                  </a:lnTo>
                  <a:lnTo>
                    <a:pt x="4403" y="18381"/>
                  </a:lnTo>
                  <a:lnTo>
                    <a:pt x="4287" y="18805"/>
                  </a:lnTo>
                  <a:lnTo>
                    <a:pt x="3901" y="18381"/>
                  </a:lnTo>
                  <a:lnTo>
                    <a:pt x="3553" y="17917"/>
                  </a:lnTo>
                  <a:lnTo>
                    <a:pt x="4557" y="17879"/>
                  </a:lnTo>
                  <a:close/>
                  <a:moveTo>
                    <a:pt x="7917" y="20003"/>
                  </a:moveTo>
                  <a:lnTo>
                    <a:pt x="7878" y="20736"/>
                  </a:lnTo>
                  <a:lnTo>
                    <a:pt x="7763" y="21509"/>
                  </a:lnTo>
                  <a:lnTo>
                    <a:pt x="6797" y="20775"/>
                  </a:lnTo>
                  <a:lnTo>
                    <a:pt x="6759" y="20736"/>
                  </a:lnTo>
                  <a:lnTo>
                    <a:pt x="6681" y="20466"/>
                  </a:lnTo>
                  <a:lnTo>
                    <a:pt x="6990" y="20273"/>
                  </a:lnTo>
                  <a:lnTo>
                    <a:pt x="7299" y="20118"/>
                  </a:lnTo>
                  <a:lnTo>
                    <a:pt x="7608" y="20041"/>
                  </a:lnTo>
                  <a:lnTo>
                    <a:pt x="7917" y="20003"/>
                  </a:lnTo>
                  <a:close/>
                  <a:moveTo>
                    <a:pt x="5330" y="20389"/>
                  </a:moveTo>
                  <a:lnTo>
                    <a:pt x="6179" y="20813"/>
                  </a:lnTo>
                  <a:lnTo>
                    <a:pt x="5755" y="21200"/>
                  </a:lnTo>
                  <a:lnTo>
                    <a:pt x="5368" y="21663"/>
                  </a:lnTo>
                  <a:lnTo>
                    <a:pt x="5291" y="21007"/>
                  </a:lnTo>
                  <a:lnTo>
                    <a:pt x="5330" y="20389"/>
                  </a:lnTo>
                  <a:close/>
                  <a:moveTo>
                    <a:pt x="4905" y="0"/>
                  </a:moveTo>
                  <a:lnTo>
                    <a:pt x="4519" y="39"/>
                  </a:lnTo>
                  <a:lnTo>
                    <a:pt x="4171" y="39"/>
                  </a:lnTo>
                  <a:lnTo>
                    <a:pt x="3785" y="116"/>
                  </a:lnTo>
                  <a:lnTo>
                    <a:pt x="3438" y="232"/>
                  </a:lnTo>
                  <a:lnTo>
                    <a:pt x="3090" y="348"/>
                  </a:lnTo>
                  <a:lnTo>
                    <a:pt x="2743" y="502"/>
                  </a:lnTo>
                  <a:lnTo>
                    <a:pt x="2434" y="695"/>
                  </a:lnTo>
                  <a:lnTo>
                    <a:pt x="2086" y="927"/>
                  </a:lnTo>
                  <a:lnTo>
                    <a:pt x="1816" y="1197"/>
                  </a:lnTo>
                  <a:lnTo>
                    <a:pt x="1507" y="1506"/>
                  </a:lnTo>
                  <a:lnTo>
                    <a:pt x="1275" y="1815"/>
                  </a:lnTo>
                  <a:lnTo>
                    <a:pt x="1044" y="2124"/>
                  </a:lnTo>
                  <a:lnTo>
                    <a:pt x="812" y="2471"/>
                  </a:lnTo>
                  <a:lnTo>
                    <a:pt x="619" y="2858"/>
                  </a:lnTo>
                  <a:lnTo>
                    <a:pt x="464" y="3205"/>
                  </a:lnTo>
                  <a:lnTo>
                    <a:pt x="310" y="3591"/>
                  </a:lnTo>
                  <a:lnTo>
                    <a:pt x="233" y="3977"/>
                  </a:lnTo>
                  <a:lnTo>
                    <a:pt x="117" y="4364"/>
                  </a:lnTo>
                  <a:lnTo>
                    <a:pt x="78" y="4750"/>
                  </a:lnTo>
                  <a:lnTo>
                    <a:pt x="1" y="5174"/>
                  </a:lnTo>
                  <a:lnTo>
                    <a:pt x="1" y="5561"/>
                  </a:lnTo>
                  <a:lnTo>
                    <a:pt x="1" y="5985"/>
                  </a:lnTo>
                  <a:lnTo>
                    <a:pt x="40" y="6372"/>
                  </a:lnTo>
                  <a:lnTo>
                    <a:pt x="78" y="6796"/>
                  </a:lnTo>
                  <a:lnTo>
                    <a:pt x="155" y="7182"/>
                  </a:lnTo>
                  <a:lnTo>
                    <a:pt x="271" y="7569"/>
                  </a:lnTo>
                  <a:lnTo>
                    <a:pt x="387" y="7993"/>
                  </a:lnTo>
                  <a:lnTo>
                    <a:pt x="542" y="8380"/>
                  </a:lnTo>
                  <a:lnTo>
                    <a:pt x="928" y="9152"/>
                  </a:lnTo>
                  <a:lnTo>
                    <a:pt x="1121" y="9538"/>
                  </a:lnTo>
                  <a:lnTo>
                    <a:pt x="1352" y="9924"/>
                  </a:lnTo>
                  <a:lnTo>
                    <a:pt x="1623" y="10272"/>
                  </a:lnTo>
                  <a:lnTo>
                    <a:pt x="1893" y="10619"/>
                  </a:lnTo>
                  <a:lnTo>
                    <a:pt x="2202" y="10928"/>
                  </a:lnTo>
                  <a:lnTo>
                    <a:pt x="2511" y="11237"/>
                  </a:lnTo>
                  <a:lnTo>
                    <a:pt x="2820" y="11546"/>
                  </a:lnTo>
                  <a:lnTo>
                    <a:pt x="3167" y="11778"/>
                  </a:lnTo>
                  <a:lnTo>
                    <a:pt x="3553" y="12009"/>
                  </a:lnTo>
                  <a:lnTo>
                    <a:pt x="3940" y="12241"/>
                  </a:lnTo>
                  <a:lnTo>
                    <a:pt x="4326" y="12395"/>
                  </a:lnTo>
                  <a:lnTo>
                    <a:pt x="4712" y="12550"/>
                  </a:lnTo>
                  <a:lnTo>
                    <a:pt x="4171" y="13091"/>
                  </a:lnTo>
                  <a:lnTo>
                    <a:pt x="4133" y="13206"/>
                  </a:lnTo>
                  <a:lnTo>
                    <a:pt x="4133" y="13322"/>
                  </a:lnTo>
                  <a:lnTo>
                    <a:pt x="4210" y="13399"/>
                  </a:lnTo>
                  <a:lnTo>
                    <a:pt x="4326" y="13438"/>
                  </a:lnTo>
                  <a:lnTo>
                    <a:pt x="4789" y="13477"/>
                  </a:lnTo>
                  <a:lnTo>
                    <a:pt x="4519" y="13747"/>
                  </a:lnTo>
                  <a:lnTo>
                    <a:pt x="4287" y="13979"/>
                  </a:lnTo>
                  <a:lnTo>
                    <a:pt x="4094" y="14288"/>
                  </a:lnTo>
                  <a:lnTo>
                    <a:pt x="3940" y="14596"/>
                  </a:lnTo>
                  <a:lnTo>
                    <a:pt x="3785" y="14288"/>
                  </a:lnTo>
                  <a:lnTo>
                    <a:pt x="3631" y="14017"/>
                  </a:lnTo>
                  <a:lnTo>
                    <a:pt x="3438" y="13747"/>
                  </a:lnTo>
                  <a:lnTo>
                    <a:pt x="3206" y="13477"/>
                  </a:lnTo>
                  <a:lnTo>
                    <a:pt x="3129" y="13438"/>
                  </a:lnTo>
                  <a:lnTo>
                    <a:pt x="3051" y="13438"/>
                  </a:lnTo>
                  <a:lnTo>
                    <a:pt x="2974" y="13477"/>
                  </a:lnTo>
                  <a:lnTo>
                    <a:pt x="2897" y="13593"/>
                  </a:lnTo>
                  <a:lnTo>
                    <a:pt x="2588" y="14326"/>
                  </a:lnTo>
                  <a:lnTo>
                    <a:pt x="2241" y="15098"/>
                  </a:lnTo>
                  <a:lnTo>
                    <a:pt x="2202" y="15176"/>
                  </a:lnTo>
                  <a:lnTo>
                    <a:pt x="2202" y="15253"/>
                  </a:lnTo>
                  <a:lnTo>
                    <a:pt x="2241" y="15330"/>
                  </a:lnTo>
                  <a:lnTo>
                    <a:pt x="2318" y="15369"/>
                  </a:lnTo>
                  <a:lnTo>
                    <a:pt x="2665" y="15407"/>
                  </a:lnTo>
                  <a:lnTo>
                    <a:pt x="3013" y="15407"/>
                  </a:lnTo>
                  <a:lnTo>
                    <a:pt x="3360" y="15369"/>
                  </a:lnTo>
                  <a:lnTo>
                    <a:pt x="3669" y="15253"/>
                  </a:lnTo>
                  <a:lnTo>
                    <a:pt x="3669" y="15253"/>
                  </a:lnTo>
                  <a:lnTo>
                    <a:pt x="3631" y="15562"/>
                  </a:lnTo>
                  <a:lnTo>
                    <a:pt x="3592" y="15909"/>
                  </a:lnTo>
                  <a:lnTo>
                    <a:pt x="3631" y="16141"/>
                  </a:lnTo>
                  <a:lnTo>
                    <a:pt x="3669" y="16373"/>
                  </a:lnTo>
                  <a:lnTo>
                    <a:pt x="3785" y="16798"/>
                  </a:lnTo>
                  <a:lnTo>
                    <a:pt x="4017" y="17184"/>
                  </a:lnTo>
                  <a:lnTo>
                    <a:pt x="4287" y="17570"/>
                  </a:lnTo>
                  <a:lnTo>
                    <a:pt x="3245" y="17570"/>
                  </a:lnTo>
                  <a:lnTo>
                    <a:pt x="3167" y="17608"/>
                  </a:lnTo>
                  <a:lnTo>
                    <a:pt x="3090" y="17647"/>
                  </a:lnTo>
                  <a:lnTo>
                    <a:pt x="3051" y="17763"/>
                  </a:lnTo>
                  <a:lnTo>
                    <a:pt x="3090" y="17840"/>
                  </a:lnTo>
                  <a:lnTo>
                    <a:pt x="3322" y="18265"/>
                  </a:lnTo>
                  <a:lnTo>
                    <a:pt x="3592" y="18612"/>
                  </a:lnTo>
                  <a:lnTo>
                    <a:pt x="3901" y="18960"/>
                  </a:lnTo>
                  <a:lnTo>
                    <a:pt x="4249" y="19307"/>
                  </a:lnTo>
                  <a:lnTo>
                    <a:pt x="4326" y="19346"/>
                  </a:lnTo>
                  <a:lnTo>
                    <a:pt x="4442" y="19346"/>
                  </a:lnTo>
                  <a:lnTo>
                    <a:pt x="4519" y="19307"/>
                  </a:lnTo>
                  <a:lnTo>
                    <a:pt x="4557" y="19230"/>
                  </a:lnTo>
                  <a:lnTo>
                    <a:pt x="4751" y="18767"/>
                  </a:lnTo>
                  <a:lnTo>
                    <a:pt x="4828" y="18497"/>
                  </a:lnTo>
                  <a:lnTo>
                    <a:pt x="4905" y="18265"/>
                  </a:lnTo>
                  <a:lnTo>
                    <a:pt x="5021" y="18381"/>
                  </a:lnTo>
                  <a:lnTo>
                    <a:pt x="5446" y="18883"/>
                  </a:lnTo>
                  <a:lnTo>
                    <a:pt x="5793" y="19385"/>
                  </a:lnTo>
                  <a:lnTo>
                    <a:pt x="6063" y="19964"/>
                  </a:lnTo>
                  <a:lnTo>
                    <a:pt x="6257" y="20543"/>
                  </a:lnTo>
                  <a:lnTo>
                    <a:pt x="5253" y="19964"/>
                  </a:lnTo>
                  <a:lnTo>
                    <a:pt x="5175" y="19925"/>
                  </a:lnTo>
                  <a:lnTo>
                    <a:pt x="5098" y="19925"/>
                  </a:lnTo>
                  <a:lnTo>
                    <a:pt x="5021" y="20003"/>
                  </a:lnTo>
                  <a:lnTo>
                    <a:pt x="4982" y="20041"/>
                  </a:lnTo>
                  <a:lnTo>
                    <a:pt x="4944" y="20582"/>
                  </a:lnTo>
                  <a:lnTo>
                    <a:pt x="4944" y="21084"/>
                  </a:lnTo>
                  <a:lnTo>
                    <a:pt x="4982" y="21586"/>
                  </a:lnTo>
                  <a:lnTo>
                    <a:pt x="5059" y="22088"/>
                  </a:lnTo>
                  <a:lnTo>
                    <a:pt x="5098" y="22204"/>
                  </a:lnTo>
                  <a:lnTo>
                    <a:pt x="5214" y="22242"/>
                  </a:lnTo>
                  <a:lnTo>
                    <a:pt x="5291" y="22242"/>
                  </a:lnTo>
                  <a:lnTo>
                    <a:pt x="5368" y="22165"/>
                  </a:lnTo>
                  <a:lnTo>
                    <a:pt x="5870" y="21663"/>
                  </a:lnTo>
                  <a:lnTo>
                    <a:pt x="6372" y="21161"/>
                  </a:lnTo>
                  <a:lnTo>
                    <a:pt x="6411" y="21547"/>
                  </a:lnTo>
                  <a:lnTo>
                    <a:pt x="6372" y="21933"/>
                  </a:lnTo>
                  <a:lnTo>
                    <a:pt x="6295" y="22474"/>
                  </a:lnTo>
                  <a:lnTo>
                    <a:pt x="6102" y="23053"/>
                  </a:lnTo>
                  <a:lnTo>
                    <a:pt x="5870" y="23671"/>
                  </a:lnTo>
                  <a:lnTo>
                    <a:pt x="5677" y="23941"/>
                  </a:lnTo>
                  <a:lnTo>
                    <a:pt x="5523" y="24173"/>
                  </a:lnTo>
                  <a:lnTo>
                    <a:pt x="5330" y="24405"/>
                  </a:lnTo>
                  <a:lnTo>
                    <a:pt x="5098" y="24598"/>
                  </a:lnTo>
                  <a:lnTo>
                    <a:pt x="4866" y="24752"/>
                  </a:lnTo>
                  <a:lnTo>
                    <a:pt x="4635" y="24868"/>
                  </a:lnTo>
                  <a:lnTo>
                    <a:pt x="4364" y="24945"/>
                  </a:lnTo>
                  <a:lnTo>
                    <a:pt x="4094" y="24907"/>
                  </a:lnTo>
                  <a:lnTo>
                    <a:pt x="3785" y="24868"/>
                  </a:lnTo>
                  <a:lnTo>
                    <a:pt x="3476" y="24714"/>
                  </a:lnTo>
                  <a:lnTo>
                    <a:pt x="3399" y="24675"/>
                  </a:lnTo>
                  <a:lnTo>
                    <a:pt x="3360" y="24675"/>
                  </a:lnTo>
                  <a:lnTo>
                    <a:pt x="3283" y="24752"/>
                  </a:lnTo>
                  <a:lnTo>
                    <a:pt x="3245" y="24868"/>
                  </a:lnTo>
                  <a:lnTo>
                    <a:pt x="3245" y="24907"/>
                  </a:lnTo>
                  <a:lnTo>
                    <a:pt x="3283" y="24945"/>
                  </a:lnTo>
                  <a:lnTo>
                    <a:pt x="3438" y="25100"/>
                  </a:lnTo>
                  <a:lnTo>
                    <a:pt x="3592" y="25216"/>
                  </a:lnTo>
                  <a:lnTo>
                    <a:pt x="3785" y="25293"/>
                  </a:lnTo>
                  <a:lnTo>
                    <a:pt x="3940" y="25331"/>
                  </a:lnTo>
                  <a:lnTo>
                    <a:pt x="4133" y="25370"/>
                  </a:lnTo>
                  <a:lnTo>
                    <a:pt x="4287" y="25370"/>
                  </a:lnTo>
                  <a:lnTo>
                    <a:pt x="4635" y="25293"/>
                  </a:lnTo>
                  <a:lnTo>
                    <a:pt x="4982" y="25138"/>
                  </a:lnTo>
                  <a:lnTo>
                    <a:pt x="5330" y="24945"/>
                  </a:lnTo>
                  <a:lnTo>
                    <a:pt x="5600" y="24714"/>
                  </a:lnTo>
                  <a:lnTo>
                    <a:pt x="5870" y="24443"/>
                  </a:lnTo>
                  <a:lnTo>
                    <a:pt x="6141" y="24057"/>
                  </a:lnTo>
                  <a:lnTo>
                    <a:pt x="6334" y="23671"/>
                  </a:lnTo>
                  <a:lnTo>
                    <a:pt x="6527" y="23285"/>
                  </a:lnTo>
                  <a:lnTo>
                    <a:pt x="6643" y="22860"/>
                  </a:lnTo>
                  <a:lnTo>
                    <a:pt x="6759" y="22435"/>
                  </a:lnTo>
                  <a:lnTo>
                    <a:pt x="6797" y="21972"/>
                  </a:lnTo>
                  <a:lnTo>
                    <a:pt x="6836" y="21547"/>
                  </a:lnTo>
                  <a:lnTo>
                    <a:pt x="6797" y="21084"/>
                  </a:lnTo>
                  <a:lnTo>
                    <a:pt x="7763" y="21933"/>
                  </a:lnTo>
                  <a:lnTo>
                    <a:pt x="7840" y="21972"/>
                  </a:lnTo>
                  <a:lnTo>
                    <a:pt x="7917" y="21972"/>
                  </a:lnTo>
                  <a:lnTo>
                    <a:pt x="7994" y="21933"/>
                  </a:lnTo>
                  <a:lnTo>
                    <a:pt x="8071" y="21856"/>
                  </a:lnTo>
                  <a:lnTo>
                    <a:pt x="8149" y="21354"/>
                  </a:lnTo>
                  <a:lnTo>
                    <a:pt x="8226" y="20852"/>
                  </a:lnTo>
                  <a:lnTo>
                    <a:pt x="8303" y="19809"/>
                  </a:lnTo>
                  <a:lnTo>
                    <a:pt x="8303" y="19732"/>
                  </a:lnTo>
                  <a:lnTo>
                    <a:pt x="8265" y="19694"/>
                  </a:lnTo>
                  <a:lnTo>
                    <a:pt x="8187" y="19655"/>
                  </a:lnTo>
                  <a:lnTo>
                    <a:pt x="8149" y="19616"/>
                  </a:lnTo>
                  <a:lnTo>
                    <a:pt x="7724" y="19655"/>
                  </a:lnTo>
                  <a:lnTo>
                    <a:pt x="7299" y="19732"/>
                  </a:lnTo>
                  <a:lnTo>
                    <a:pt x="6952" y="19848"/>
                  </a:lnTo>
                  <a:lnTo>
                    <a:pt x="6604" y="20080"/>
                  </a:lnTo>
                  <a:lnTo>
                    <a:pt x="6334" y="19539"/>
                  </a:lnTo>
                  <a:lnTo>
                    <a:pt x="6025" y="18999"/>
                  </a:lnTo>
                  <a:lnTo>
                    <a:pt x="5677" y="18497"/>
                  </a:lnTo>
                  <a:lnTo>
                    <a:pt x="5253" y="18033"/>
                  </a:lnTo>
                  <a:lnTo>
                    <a:pt x="5214" y="17995"/>
                  </a:lnTo>
                  <a:lnTo>
                    <a:pt x="5716" y="17956"/>
                  </a:lnTo>
                  <a:lnTo>
                    <a:pt x="6179" y="17879"/>
                  </a:lnTo>
                  <a:lnTo>
                    <a:pt x="6257" y="17840"/>
                  </a:lnTo>
                  <a:lnTo>
                    <a:pt x="6295" y="17763"/>
                  </a:lnTo>
                  <a:lnTo>
                    <a:pt x="6295" y="17686"/>
                  </a:lnTo>
                  <a:lnTo>
                    <a:pt x="6257" y="17608"/>
                  </a:lnTo>
                  <a:lnTo>
                    <a:pt x="6102" y="17261"/>
                  </a:lnTo>
                  <a:lnTo>
                    <a:pt x="5870" y="16952"/>
                  </a:lnTo>
                  <a:lnTo>
                    <a:pt x="5639" y="16682"/>
                  </a:lnTo>
                  <a:lnTo>
                    <a:pt x="5368" y="16411"/>
                  </a:lnTo>
                  <a:lnTo>
                    <a:pt x="5291" y="16373"/>
                  </a:lnTo>
                  <a:lnTo>
                    <a:pt x="5793" y="14674"/>
                  </a:lnTo>
                  <a:lnTo>
                    <a:pt x="5793" y="14558"/>
                  </a:lnTo>
                  <a:lnTo>
                    <a:pt x="5755" y="14481"/>
                  </a:lnTo>
                  <a:lnTo>
                    <a:pt x="5677" y="14442"/>
                  </a:lnTo>
                  <a:lnTo>
                    <a:pt x="5561" y="14442"/>
                  </a:lnTo>
                  <a:lnTo>
                    <a:pt x="4326" y="14674"/>
                  </a:lnTo>
                  <a:lnTo>
                    <a:pt x="4326" y="14674"/>
                  </a:lnTo>
                  <a:lnTo>
                    <a:pt x="4519" y="14326"/>
                  </a:lnTo>
                  <a:lnTo>
                    <a:pt x="4751" y="14056"/>
                  </a:lnTo>
                  <a:lnTo>
                    <a:pt x="4982" y="13786"/>
                  </a:lnTo>
                  <a:lnTo>
                    <a:pt x="5214" y="13515"/>
                  </a:lnTo>
                  <a:lnTo>
                    <a:pt x="5870" y="13554"/>
                  </a:lnTo>
                  <a:lnTo>
                    <a:pt x="5986" y="13515"/>
                  </a:lnTo>
                  <a:lnTo>
                    <a:pt x="6025" y="13438"/>
                  </a:lnTo>
                  <a:lnTo>
                    <a:pt x="6063" y="13361"/>
                  </a:lnTo>
                  <a:lnTo>
                    <a:pt x="6025" y="13245"/>
                  </a:lnTo>
                  <a:lnTo>
                    <a:pt x="5832" y="12820"/>
                  </a:lnTo>
                  <a:lnTo>
                    <a:pt x="5561" y="12434"/>
                  </a:lnTo>
                  <a:lnTo>
                    <a:pt x="6257" y="11893"/>
                  </a:lnTo>
                  <a:lnTo>
                    <a:pt x="6913" y="11276"/>
                  </a:lnTo>
                  <a:lnTo>
                    <a:pt x="7531" y="10619"/>
                  </a:lnTo>
                  <a:lnTo>
                    <a:pt x="8110" y="9885"/>
                  </a:lnTo>
                  <a:lnTo>
                    <a:pt x="8573" y="9152"/>
                  </a:lnTo>
                  <a:lnTo>
                    <a:pt x="8805" y="8766"/>
                  </a:lnTo>
                  <a:lnTo>
                    <a:pt x="8998" y="8341"/>
                  </a:lnTo>
                  <a:lnTo>
                    <a:pt x="9153" y="7916"/>
                  </a:lnTo>
                  <a:lnTo>
                    <a:pt x="9307" y="7491"/>
                  </a:lnTo>
                  <a:lnTo>
                    <a:pt x="9423" y="7067"/>
                  </a:lnTo>
                  <a:lnTo>
                    <a:pt x="9500" y="6642"/>
                  </a:lnTo>
                  <a:lnTo>
                    <a:pt x="9577" y="6217"/>
                  </a:lnTo>
                  <a:lnTo>
                    <a:pt x="9616" y="5754"/>
                  </a:lnTo>
                  <a:lnTo>
                    <a:pt x="9616" y="5329"/>
                  </a:lnTo>
                  <a:lnTo>
                    <a:pt x="9577" y="4904"/>
                  </a:lnTo>
                  <a:lnTo>
                    <a:pt x="9539" y="4479"/>
                  </a:lnTo>
                  <a:lnTo>
                    <a:pt x="9462" y="4093"/>
                  </a:lnTo>
                  <a:lnTo>
                    <a:pt x="9346" y="3669"/>
                  </a:lnTo>
                  <a:lnTo>
                    <a:pt x="9230" y="3282"/>
                  </a:lnTo>
                  <a:lnTo>
                    <a:pt x="9037" y="2896"/>
                  </a:lnTo>
                  <a:lnTo>
                    <a:pt x="8882" y="2510"/>
                  </a:lnTo>
                  <a:lnTo>
                    <a:pt x="8651" y="2163"/>
                  </a:lnTo>
                  <a:lnTo>
                    <a:pt x="8380" y="1815"/>
                  </a:lnTo>
                  <a:lnTo>
                    <a:pt x="8110" y="1506"/>
                  </a:lnTo>
                  <a:lnTo>
                    <a:pt x="7801" y="1197"/>
                  </a:lnTo>
                  <a:lnTo>
                    <a:pt x="7492" y="927"/>
                  </a:lnTo>
                  <a:lnTo>
                    <a:pt x="7106" y="695"/>
                  </a:lnTo>
                  <a:lnTo>
                    <a:pt x="6759" y="502"/>
                  </a:lnTo>
                  <a:lnTo>
                    <a:pt x="6411" y="348"/>
                  </a:lnTo>
                  <a:lnTo>
                    <a:pt x="6025" y="193"/>
                  </a:lnTo>
                  <a:lnTo>
                    <a:pt x="5639" y="116"/>
                  </a:lnTo>
                  <a:lnTo>
                    <a:pt x="5291" y="3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4" name="Google Shape;5184;p21"/>
            <p:cNvSpPr/>
            <p:nvPr/>
          </p:nvSpPr>
          <p:spPr>
            <a:xfrm>
              <a:off x="3031900" y="4271250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4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8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1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5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9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5"/>
                  </a:lnTo>
                  <a:lnTo>
                    <a:pt x="1159" y="541"/>
                  </a:lnTo>
                  <a:lnTo>
                    <a:pt x="1352" y="426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9"/>
                  </a:lnTo>
                  <a:lnTo>
                    <a:pt x="309" y="928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6"/>
                  </a:lnTo>
                  <a:lnTo>
                    <a:pt x="0" y="2009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3" y="2858"/>
                  </a:lnTo>
                  <a:lnTo>
                    <a:pt x="425" y="3244"/>
                  </a:lnTo>
                  <a:lnTo>
                    <a:pt x="695" y="3553"/>
                  </a:lnTo>
                  <a:lnTo>
                    <a:pt x="1043" y="3824"/>
                  </a:lnTo>
                  <a:lnTo>
                    <a:pt x="1468" y="4017"/>
                  </a:lnTo>
                  <a:lnTo>
                    <a:pt x="1661" y="4094"/>
                  </a:lnTo>
                  <a:lnTo>
                    <a:pt x="1893" y="4133"/>
                  </a:lnTo>
                  <a:lnTo>
                    <a:pt x="2317" y="4133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3"/>
                  </a:lnTo>
                  <a:lnTo>
                    <a:pt x="4171" y="1430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7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5" name="Google Shape;5185;p21"/>
            <p:cNvSpPr/>
            <p:nvPr/>
          </p:nvSpPr>
          <p:spPr>
            <a:xfrm>
              <a:off x="5567925" y="4274150"/>
              <a:ext cx="67600" cy="76300"/>
            </a:xfrm>
            <a:custGeom>
              <a:avLst/>
              <a:gdLst/>
              <a:ahLst/>
              <a:cxnLst/>
              <a:rect l="l" t="t" r="r" b="b"/>
              <a:pathLst>
                <a:path w="2704" h="3052" extrusionOk="0">
                  <a:moveTo>
                    <a:pt x="1159" y="425"/>
                  </a:moveTo>
                  <a:lnTo>
                    <a:pt x="1429" y="503"/>
                  </a:lnTo>
                  <a:lnTo>
                    <a:pt x="1661" y="619"/>
                  </a:lnTo>
                  <a:lnTo>
                    <a:pt x="1854" y="773"/>
                  </a:lnTo>
                  <a:lnTo>
                    <a:pt x="2009" y="966"/>
                  </a:lnTo>
                  <a:lnTo>
                    <a:pt x="2124" y="1121"/>
                  </a:lnTo>
                  <a:lnTo>
                    <a:pt x="2202" y="1314"/>
                  </a:lnTo>
                  <a:lnTo>
                    <a:pt x="2318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2" y="2395"/>
                  </a:lnTo>
                  <a:lnTo>
                    <a:pt x="2047" y="2279"/>
                  </a:lnTo>
                  <a:lnTo>
                    <a:pt x="1623" y="2047"/>
                  </a:lnTo>
                  <a:lnTo>
                    <a:pt x="1236" y="1893"/>
                  </a:lnTo>
                  <a:lnTo>
                    <a:pt x="1005" y="1777"/>
                  </a:lnTo>
                  <a:lnTo>
                    <a:pt x="812" y="1661"/>
                  </a:lnTo>
                  <a:lnTo>
                    <a:pt x="619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2"/>
                  </a:lnTo>
                  <a:lnTo>
                    <a:pt x="541" y="657"/>
                  </a:lnTo>
                  <a:lnTo>
                    <a:pt x="619" y="580"/>
                  </a:lnTo>
                  <a:lnTo>
                    <a:pt x="696" y="503"/>
                  </a:lnTo>
                  <a:lnTo>
                    <a:pt x="812" y="464"/>
                  </a:lnTo>
                  <a:lnTo>
                    <a:pt x="927" y="425"/>
                  </a:lnTo>
                  <a:close/>
                  <a:moveTo>
                    <a:pt x="1005" y="1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1"/>
                  </a:lnTo>
                  <a:lnTo>
                    <a:pt x="194" y="425"/>
                  </a:lnTo>
                  <a:lnTo>
                    <a:pt x="78" y="619"/>
                  </a:lnTo>
                  <a:lnTo>
                    <a:pt x="1" y="812"/>
                  </a:lnTo>
                  <a:lnTo>
                    <a:pt x="1" y="1005"/>
                  </a:lnTo>
                  <a:lnTo>
                    <a:pt x="1" y="1236"/>
                  </a:lnTo>
                  <a:lnTo>
                    <a:pt x="39" y="1429"/>
                  </a:lnTo>
                  <a:lnTo>
                    <a:pt x="155" y="1623"/>
                  </a:lnTo>
                  <a:lnTo>
                    <a:pt x="387" y="1854"/>
                  </a:lnTo>
                  <a:lnTo>
                    <a:pt x="619" y="2047"/>
                  </a:lnTo>
                  <a:lnTo>
                    <a:pt x="889" y="2202"/>
                  </a:lnTo>
                  <a:lnTo>
                    <a:pt x="1198" y="2318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9" y="2742"/>
                  </a:lnTo>
                  <a:lnTo>
                    <a:pt x="2202" y="2974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1" y="3013"/>
                  </a:lnTo>
                  <a:lnTo>
                    <a:pt x="2588" y="2974"/>
                  </a:lnTo>
                  <a:lnTo>
                    <a:pt x="2626" y="2897"/>
                  </a:lnTo>
                  <a:lnTo>
                    <a:pt x="2704" y="2318"/>
                  </a:lnTo>
                  <a:lnTo>
                    <a:pt x="2704" y="2009"/>
                  </a:lnTo>
                  <a:lnTo>
                    <a:pt x="2704" y="1700"/>
                  </a:lnTo>
                  <a:lnTo>
                    <a:pt x="2626" y="1429"/>
                  </a:lnTo>
                  <a:lnTo>
                    <a:pt x="2549" y="1121"/>
                  </a:lnTo>
                  <a:lnTo>
                    <a:pt x="2433" y="850"/>
                  </a:lnTo>
                  <a:lnTo>
                    <a:pt x="2279" y="580"/>
                  </a:lnTo>
                  <a:lnTo>
                    <a:pt x="2124" y="425"/>
                  </a:lnTo>
                  <a:lnTo>
                    <a:pt x="1931" y="271"/>
                  </a:lnTo>
                  <a:lnTo>
                    <a:pt x="1700" y="117"/>
                  </a:lnTo>
                  <a:lnTo>
                    <a:pt x="1507" y="39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6" name="Google Shape;5186;p21"/>
            <p:cNvSpPr/>
            <p:nvPr/>
          </p:nvSpPr>
          <p:spPr>
            <a:xfrm>
              <a:off x="2254775" y="4312775"/>
              <a:ext cx="326325" cy="190200"/>
            </a:xfrm>
            <a:custGeom>
              <a:avLst/>
              <a:gdLst/>
              <a:ahLst/>
              <a:cxnLst/>
              <a:rect l="l" t="t" r="r" b="b"/>
              <a:pathLst>
                <a:path w="13053" h="7608" extrusionOk="0">
                  <a:moveTo>
                    <a:pt x="8920" y="271"/>
                  </a:moveTo>
                  <a:lnTo>
                    <a:pt x="9036" y="348"/>
                  </a:lnTo>
                  <a:lnTo>
                    <a:pt x="9191" y="464"/>
                  </a:lnTo>
                  <a:lnTo>
                    <a:pt x="9307" y="618"/>
                  </a:lnTo>
                  <a:lnTo>
                    <a:pt x="9384" y="657"/>
                  </a:lnTo>
                  <a:lnTo>
                    <a:pt x="9422" y="966"/>
                  </a:lnTo>
                  <a:lnTo>
                    <a:pt x="9422" y="1275"/>
                  </a:lnTo>
                  <a:lnTo>
                    <a:pt x="9345" y="1545"/>
                  </a:lnTo>
                  <a:lnTo>
                    <a:pt x="9229" y="1815"/>
                  </a:lnTo>
                  <a:lnTo>
                    <a:pt x="9036" y="2085"/>
                  </a:lnTo>
                  <a:lnTo>
                    <a:pt x="8882" y="2317"/>
                  </a:lnTo>
                  <a:lnTo>
                    <a:pt x="8457" y="2781"/>
                  </a:lnTo>
                  <a:lnTo>
                    <a:pt x="6990" y="4441"/>
                  </a:lnTo>
                  <a:lnTo>
                    <a:pt x="6835" y="4441"/>
                  </a:lnTo>
                  <a:lnTo>
                    <a:pt x="7106" y="3476"/>
                  </a:lnTo>
                  <a:lnTo>
                    <a:pt x="7415" y="2549"/>
                  </a:lnTo>
                  <a:lnTo>
                    <a:pt x="7801" y="1506"/>
                  </a:lnTo>
                  <a:lnTo>
                    <a:pt x="8032" y="1043"/>
                  </a:lnTo>
                  <a:lnTo>
                    <a:pt x="8187" y="773"/>
                  </a:lnTo>
                  <a:lnTo>
                    <a:pt x="8380" y="502"/>
                  </a:lnTo>
                  <a:lnTo>
                    <a:pt x="8573" y="348"/>
                  </a:lnTo>
                  <a:lnTo>
                    <a:pt x="8689" y="271"/>
                  </a:lnTo>
                  <a:close/>
                  <a:moveTo>
                    <a:pt x="2124" y="4441"/>
                  </a:moveTo>
                  <a:lnTo>
                    <a:pt x="2974" y="4557"/>
                  </a:lnTo>
                  <a:lnTo>
                    <a:pt x="3823" y="4711"/>
                  </a:lnTo>
                  <a:lnTo>
                    <a:pt x="4905" y="4866"/>
                  </a:lnTo>
                  <a:lnTo>
                    <a:pt x="5407" y="4943"/>
                  </a:lnTo>
                  <a:lnTo>
                    <a:pt x="5947" y="4982"/>
                  </a:lnTo>
                  <a:lnTo>
                    <a:pt x="4673" y="5213"/>
                  </a:lnTo>
                  <a:lnTo>
                    <a:pt x="3399" y="5406"/>
                  </a:lnTo>
                  <a:lnTo>
                    <a:pt x="2703" y="5484"/>
                  </a:lnTo>
                  <a:lnTo>
                    <a:pt x="1622" y="5484"/>
                  </a:lnTo>
                  <a:lnTo>
                    <a:pt x="1236" y="5445"/>
                  </a:lnTo>
                  <a:lnTo>
                    <a:pt x="966" y="5368"/>
                  </a:lnTo>
                  <a:lnTo>
                    <a:pt x="773" y="5291"/>
                  </a:lnTo>
                  <a:lnTo>
                    <a:pt x="696" y="5213"/>
                  </a:lnTo>
                  <a:lnTo>
                    <a:pt x="657" y="5097"/>
                  </a:lnTo>
                  <a:lnTo>
                    <a:pt x="657" y="4982"/>
                  </a:lnTo>
                  <a:lnTo>
                    <a:pt x="696" y="4827"/>
                  </a:lnTo>
                  <a:lnTo>
                    <a:pt x="734" y="4673"/>
                  </a:lnTo>
                  <a:lnTo>
                    <a:pt x="811" y="4557"/>
                  </a:lnTo>
                  <a:lnTo>
                    <a:pt x="889" y="4480"/>
                  </a:lnTo>
                  <a:lnTo>
                    <a:pt x="966" y="4441"/>
                  </a:lnTo>
                  <a:close/>
                  <a:moveTo>
                    <a:pt x="7183" y="4866"/>
                  </a:moveTo>
                  <a:lnTo>
                    <a:pt x="8380" y="5097"/>
                  </a:lnTo>
                  <a:lnTo>
                    <a:pt x="9616" y="5406"/>
                  </a:lnTo>
                  <a:lnTo>
                    <a:pt x="10272" y="5599"/>
                  </a:lnTo>
                  <a:lnTo>
                    <a:pt x="10967" y="5792"/>
                  </a:lnTo>
                  <a:lnTo>
                    <a:pt x="11662" y="6024"/>
                  </a:lnTo>
                  <a:lnTo>
                    <a:pt x="12087" y="6217"/>
                  </a:lnTo>
                  <a:lnTo>
                    <a:pt x="12203" y="6256"/>
                  </a:lnTo>
                  <a:lnTo>
                    <a:pt x="12319" y="6333"/>
                  </a:lnTo>
                  <a:lnTo>
                    <a:pt x="12396" y="6410"/>
                  </a:lnTo>
                  <a:lnTo>
                    <a:pt x="12434" y="6526"/>
                  </a:lnTo>
                  <a:lnTo>
                    <a:pt x="12473" y="6642"/>
                  </a:lnTo>
                  <a:lnTo>
                    <a:pt x="12473" y="6796"/>
                  </a:lnTo>
                  <a:lnTo>
                    <a:pt x="12396" y="7144"/>
                  </a:lnTo>
                  <a:lnTo>
                    <a:pt x="12241" y="7183"/>
                  </a:lnTo>
                  <a:lnTo>
                    <a:pt x="12010" y="7221"/>
                  </a:lnTo>
                  <a:lnTo>
                    <a:pt x="11817" y="7183"/>
                  </a:lnTo>
                  <a:lnTo>
                    <a:pt x="11585" y="7144"/>
                  </a:lnTo>
                  <a:lnTo>
                    <a:pt x="11122" y="7028"/>
                  </a:lnTo>
                  <a:lnTo>
                    <a:pt x="10735" y="6874"/>
                  </a:lnTo>
                  <a:lnTo>
                    <a:pt x="10002" y="6603"/>
                  </a:lnTo>
                  <a:lnTo>
                    <a:pt x="9307" y="6256"/>
                  </a:lnTo>
                  <a:lnTo>
                    <a:pt x="8766" y="5947"/>
                  </a:lnTo>
                  <a:lnTo>
                    <a:pt x="8225" y="5599"/>
                  </a:lnTo>
                  <a:lnTo>
                    <a:pt x="7183" y="4866"/>
                  </a:lnTo>
                  <a:close/>
                  <a:moveTo>
                    <a:pt x="8805" y="0"/>
                  </a:moveTo>
                  <a:lnTo>
                    <a:pt x="8573" y="39"/>
                  </a:lnTo>
                  <a:lnTo>
                    <a:pt x="8341" y="155"/>
                  </a:lnTo>
                  <a:lnTo>
                    <a:pt x="8110" y="271"/>
                  </a:lnTo>
                  <a:lnTo>
                    <a:pt x="7955" y="464"/>
                  </a:lnTo>
                  <a:lnTo>
                    <a:pt x="7723" y="850"/>
                  </a:lnTo>
                  <a:lnTo>
                    <a:pt x="7492" y="1275"/>
                  </a:lnTo>
                  <a:lnTo>
                    <a:pt x="7183" y="2201"/>
                  </a:lnTo>
                  <a:lnTo>
                    <a:pt x="6835" y="3321"/>
                  </a:lnTo>
                  <a:lnTo>
                    <a:pt x="6719" y="3862"/>
                  </a:lnTo>
                  <a:lnTo>
                    <a:pt x="6604" y="4441"/>
                  </a:lnTo>
                  <a:lnTo>
                    <a:pt x="6526" y="4518"/>
                  </a:lnTo>
                  <a:lnTo>
                    <a:pt x="6526" y="4634"/>
                  </a:lnTo>
                  <a:lnTo>
                    <a:pt x="5947" y="4595"/>
                  </a:lnTo>
                  <a:lnTo>
                    <a:pt x="5407" y="4557"/>
                  </a:lnTo>
                  <a:lnTo>
                    <a:pt x="4325" y="4402"/>
                  </a:lnTo>
                  <a:lnTo>
                    <a:pt x="3244" y="4209"/>
                  </a:lnTo>
                  <a:lnTo>
                    <a:pt x="2703" y="4132"/>
                  </a:lnTo>
                  <a:lnTo>
                    <a:pt x="2124" y="4093"/>
                  </a:lnTo>
                  <a:lnTo>
                    <a:pt x="1545" y="4055"/>
                  </a:lnTo>
                  <a:lnTo>
                    <a:pt x="1159" y="4055"/>
                  </a:lnTo>
                  <a:lnTo>
                    <a:pt x="773" y="4093"/>
                  </a:lnTo>
                  <a:lnTo>
                    <a:pt x="425" y="4209"/>
                  </a:lnTo>
                  <a:lnTo>
                    <a:pt x="271" y="4287"/>
                  </a:lnTo>
                  <a:lnTo>
                    <a:pt x="155" y="4364"/>
                  </a:lnTo>
                  <a:lnTo>
                    <a:pt x="78" y="4480"/>
                  </a:lnTo>
                  <a:lnTo>
                    <a:pt x="0" y="4634"/>
                  </a:lnTo>
                  <a:lnTo>
                    <a:pt x="0" y="4789"/>
                  </a:lnTo>
                  <a:lnTo>
                    <a:pt x="39" y="4982"/>
                  </a:lnTo>
                  <a:lnTo>
                    <a:pt x="78" y="5136"/>
                  </a:lnTo>
                  <a:lnTo>
                    <a:pt x="155" y="5252"/>
                  </a:lnTo>
                  <a:lnTo>
                    <a:pt x="232" y="5406"/>
                  </a:lnTo>
                  <a:lnTo>
                    <a:pt x="348" y="5522"/>
                  </a:lnTo>
                  <a:lnTo>
                    <a:pt x="618" y="5677"/>
                  </a:lnTo>
                  <a:lnTo>
                    <a:pt x="927" y="5792"/>
                  </a:lnTo>
                  <a:lnTo>
                    <a:pt x="1275" y="5870"/>
                  </a:lnTo>
                  <a:lnTo>
                    <a:pt x="1622" y="5908"/>
                  </a:lnTo>
                  <a:lnTo>
                    <a:pt x="2240" y="5908"/>
                  </a:lnTo>
                  <a:lnTo>
                    <a:pt x="3360" y="5831"/>
                  </a:lnTo>
                  <a:lnTo>
                    <a:pt x="4441" y="5715"/>
                  </a:lnTo>
                  <a:lnTo>
                    <a:pt x="5561" y="5484"/>
                  </a:lnTo>
                  <a:lnTo>
                    <a:pt x="6102" y="5329"/>
                  </a:lnTo>
                  <a:lnTo>
                    <a:pt x="6604" y="5136"/>
                  </a:lnTo>
                  <a:lnTo>
                    <a:pt x="6604" y="5175"/>
                  </a:lnTo>
                  <a:lnTo>
                    <a:pt x="6642" y="5599"/>
                  </a:lnTo>
                  <a:lnTo>
                    <a:pt x="6681" y="5792"/>
                  </a:lnTo>
                  <a:lnTo>
                    <a:pt x="6758" y="5986"/>
                  </a:lnTo>
                  <a:lnTo>
                    <a:pt x="7028" y="6024"/>
                  </a:lnTo>
                  <a:lnTo>
                    <a:pt x="7028" y="5986"/>
                  </a:lnTo>
                  <a:lnTo>
                    <a:pt x="6951" y="5599"/>
                  </a:lnTo>
                  <a:lnTo>
                    <a:pt x="6951" y="5406"/>
                  </a:lnTo>
                  <a:lnTo>
                    <a:pt x="6990" y="5213"/>
                  </a:lnTo>
                  <a:lnTo>
                    <a:pt x="7028" y="5175"/>
                  </a:lnTo>
                  <a:lnTo>
                    <a:pt x="7723" y="5754"/>
                  </a:lnTo>
                  <a:lnTo>
                    <a:pt x="8496" y="6256"/>
                  </a:lnTo>
                  <a:lnTo>
                    <a:pt x="9307" y="6681"/>
                  </a:lnTo>
                  <a:lnTo>
                    <a:pt x="10118" y="7067"/>
                  </a:lnTo>
                  <a:lnTo>
                    <a:pt x="10774" y="7337"/>
                  </a:lnTo>
                  <a:lnTo>
                    <a:pt x="11237" y="7453"/>
                  </a:lnTo>
                  <a:lnTo>
                    <a:pt x="11662" y="7569"/>
                  </a:lnTo>
                  <a:lnTo>
                    <a:pt x="12126" y="7607"/>
                  </a:lnTo>
                  <a:lnTo>
                    <a:pt x="12319" y="7569"/>
                  </a:lnTo>
                  <a:lnTo>
                    <a:pt x="12512" y="7530"/>
                  </a:lnTo>
                  <a:lnTo>
                    <a:pt x="12666" y="7453"/>
                  </a:lnTo>
                  <a:lnTo>
                    <a:pt x="12821" y="7376"/>
                  </a:lnTo>
                  <a:lnTo>
                    <a:pt x="12936" y="7221"/>
                  </a:lnTo>
                  <a:lnTo>
                    <a:pt x="13014" y="7028"/>
                  </a:lnTo>
                  <a:lnTo>
                    <a:pt x="13052" y="6874"/>
                  </a:lnTo>
                  <a:lnTo>
                    <a:pt x="13052" y="6719"/>
                  </a:lnTo>
                  <a:lnTo>
                    <a:pt x="13014" y="6565"/>
                  </a:lnTo>
                  <a:lnTo>
                    <a:pt x="12975" y="6449"/>
                  </a:lnTo>
                  <a:lnTo>
                    <a:pt x="12898" y="6333"/>
                  </a:lnTo>
                  <a:lnTo>
                    <a:pt x="12782" y="6217"/>
                  </a:lnTo>
                  <a:lnTo>
                    <a:pt x="12512" y="6024"/>
                  </a:lnTo>
                  <a:lnTo>
                    <a:pt x="12241" y="5870"/>
                  </a:lnTo>
                  <a:lnTo>
                    <a:pt x="11894" y="5715"/>
                  </a:lnTo>
                  <a:lnTo>
                    <a:pt x="11353" y="5522"/>
                  </a:lnTo>
                  <a:lnTo>
                    <a:pt x="10388" y="5213"/>
                  </a:lnTo>
                  <a:lnTo>
                    <a:pt x="9384" y="4943"/>
                  </a:lnTo>
                  <a:lnTo>
                    <a:pt x="8380" y="4711"/>
                  </a:lnTo>
                  <a:lnTo>
                    <a:pt x="7376" y="4518"/>
                  </a:lnTo>
                  <a:lnTo>
                    <a:pt x="8418" y="3437"/>
                  </a:lnTo>
                  <a:lnTo>
                    <a:pt x="8882" y="2896"/>
                  </a:lnTo>
                  <a:lnTo>
                    <a:pt x="9345" y="2279"/>
                  </a:lnTo>
                  <a:lnTo>
                    <a:pt x="9461" y="2085"/>
                  </a:lnTo>
                  <a:lnTo>
                    <a:pt x="9577" y="1854"/>
                  </a:lnTo>
                  <a:lnTo>
                    <a:pt x="9654" y="1622"/>
                  </a:lnTo>
                  <a:lnTo>
                    <a:pt x="9731" y="1390"/>
                  </a:lnTo>
                  <a:lnTo>
                    <a:pt x="9731" y="1159"/>
                  </a:lnTo>
                  <a:lnTo>
                    <a:pt x="9693" y="927"/>
                  </a:lnTo>
                  <a:lnTo>
                    <a:pt x="9654" y="657"/>
                  </a:lnTo>
                  <a:lnTo>
                    <a:pt x="9500" y="464"/>
                  </a:lnTo>
                  <a:lnTo>
                    <a:pt x="9461" y="309"/>
                  </a:lnTo>
                  <a:lnTo>
                    <a:pt x="9384" y="232"/>
                  </a:lnTo>
                  <a:lnTo>
                    <a:pt x="9229" y="78"/>
                  </a:lnTo>
                  <a:lnTo>
                    <a:pt x="903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7" name="Google Shape;5187;p21"/>
            <p:cNvSpPr/>
            <p:nvPr/>
          </p:nvSpPr>
          <p:spPr>
            <a:xfrm>
              <a:off x="1058675" y="4315675"/>
              <a:ext cx="594700" cy="534825"/>
            </a:xfrm>
            <a:custGeom>
              <a:avLst/>
              <a:gdLst/>
              <a:ahLst/>
              <a:cxnLst/>
              <a:rect l="l" t="t" r="r" b="b"/>
              <a:pathLst>
                <a:path w="23788" h="21393" extrusionOk="0">
                  <a:moveTo>
                    <a:pt x="23478" y="270"/>
                  </a:moveTo>
                  <a:lnTo>
                    <a:pt x="23401" y="386"/>
                  </a:lnTo>
                  <a:lnTo>
                    <a:pt x="22590" y="1815"/>
                  </a:lnTo>
                  <a:lnTo>
                    <a:pt x="21741" y="3205"/>
                  </a:lnTo>
                  <a:lnTo>
                    <a:pt x="20853" y="4595"/>
                  </a:lnTo>
                  <a:lnTo>
                    <a:pt x="19926" y="5985"/>
                  </a:lnTo>
                  <a:lnTo>
                    <a:pt x="19269" y="5754"/>
                  </a:lnTo>
                  <a:lnTo>
                    <a:pt x="18999" y="5638"/>
                  </a:lnTo>
                  <a:lnTo>
                    <a:pt x="18690" y="5483"/>
                  </a:lnTo>
                  <a:lnTo>
                    <a:pt x="18420" y="5290"/>
                  </a:lnTo>
                  <a:lnTo>
                    <a:pt x="18150" y="5059"/>
                  </a:lnTo>
                  <a:lnTo>
                    <a:pt x="17918" y="4827"/>
                  </a:lnTo>
                  <a:lnTo>
                    <a:pt x="17686" y="4557"/>
                  </a:lnTo>
                  <a:lnTo>
                    <a:pt x="17493" y="4286"/>
                  </a:lnTo>
                  <a:lnTo>
                    <a:pt x="17339" y="3977"/>
                  </a:lnTo>
                  <a:lnTo>
                    <a:pt x="17030" y="3360"/>
                  </a:lnTo>
                  <a:lnTo>
                    <a:pt x="16798" y="2742"/>
                  </a:lnTo>
                  <a:lnTo>
                    <a:pt x="16605" y="2085"/>
                  </a:lnTo>
                  <a:lnTo>
                    <a:pt x="17416" y="1776"/>
                  </a:lnTo>
                  <a:lnTo>
                    <a:pt x="18265" y="1467"/>
                  </a:lnTo>
                  <a:lnTo>
                    <a:pt x="19115" y="1197"/>
                  </a:lnTo>
                  <a:lnTo>
                    <a:pt x="19965" y="965"/>
                  </a:lnTo>
                  <a:lnTo>
                    <a:pt x="20853" y="772"/>
                  </a:lnTo>
                  <a:lnTo>
                    <a:pt x="21702" y="579"/>
                  </a:lnTo>
                  <a:lnTo>
                    <a:pt x="22590" y="425"/>
                  </a:lnTo>
                  <a:lnTo>
                    <a:pt x="23478" y="270"/>
                  </a:lnTo>
                  <a:close/>
                  <a:moveTo>
                    <a:pt x="4866" y="7607"/>
                  </a:moveTo>
                  <a:lnTo>
                    <a:pt x="6256" y="7646"/>
                  </a:lnTo>
                  <a:lnTo>
                    <a:pt x="7608" y="7723"/>
                  </a:lnTo>
                  <a:lnTo>
                    <a:pt x="7222" y="8186"/>
                  </a:lnTo>
                  <a:lnTo>
                    <a:pt x="6835" y="8650"/>
                  </a:lnTo>
                  <a:lnTo>
                    <a:pt x="6488" y="9190"/>
                  </a:lnTo>
                  <a:lnTo>
                    <a:pt x="6140" y="9692"/>
                  </a:lnTo>
                  <a:lnTo>
                    <a:pt x="5909" y="10233"/>
                  </a:lnTo>
                  <a:lnTo>
                    <a:pt x="5870" y="10272"/>
                  </a:lnTo>
                  <a:lnTo>
                    <a:pt x="5214" y="10774"/>
                  </a:lnTo>
                  <a:lnTo>
                    <a:pt x="4557" y="11314"/>
                  </a:lnTo>
                  <a:lnTo>
                    <a:pt x="4326" y="11546"/>
                  </a:lnTo>
                  <a:lnTo>
                    <a:pt x="4094" y="11816"/>
                  </a:lnTo>
                  <a:lnTo>
                    <a:pt x="3824" y="12048"/>
                  </a:lnTo>
                  <a:lnTo>
                    <a:pt x="3708" y="12125"/>
                  </a:lnTo>
                  <a:lnTo>
                    <a:pt x="3553" y="12164"/>
                  </a:lnTo>
                  <a:lnTo>
                    <a:pt x="3399" y="12202"/>
                  </a:lnTo>
                  <a:lnTo>
                    <a:pt x="3206" y="12164"/>
                  </a:lnTo>
                  <a:lnTo>
                    <a:pt x="2742" y="12087"/>
                  </a:lnTo>
                  <a:lnTo>
                    <a:pt x="1970" y="11855"/>
                  </a:lnTo>
                  <a:lnTo>
                    <a:pt x="387" y="11507"/>
                  </a:lnTo>
                  <a:lnTo>
                    <a:pt x="1005" y="11083"/>
                  </a:lnTo>
                  <a:lnTo>
                    <a:pt x="1584" y="10658"/>
                  </a:lnTo>
                  <a:lnTo>
                    <a:pt x="2163" y="10156"/>
                  </a:lnTo>
                  <a:lnTo>
                    <a:pt x="2704" y="9654"/>
                  </a:lnTo>
                  <a:lnTo>
                    <a:pt x="3553" y="8804"/>
                  </a:lnTo>
                  <a:lnTo>
                    <a:pt x="4055" y="8186"/>
                  </a:lnTo>
                  <a:lnTo>
                    <a:pt x="4326" y="7916"/>
                  </a:lnTo>
                  <a:lnTo>
                    <a:pt x="4634" y="7684"/>
                  </a:lnTo>
                  <a:lnTo>
                    <a:pt x="4789" y="7684"/>
                  </a:lnTo>
                  <a:lnTo>
                    <a:pt x="4827" y="7646"/>
                  </a:lnTo>
                  <a:lnTo>
                    <a:pt x="4866" y="7607"/>
                  </a:lnTo>
                  <a:close/>
                  <a:moveTo>
                    <a:pt x="16296" y="2201"/>
                  </a:moveTo>
                  <a:lnTo>
                    <a:pt x="16489" y="2858"/>
                  </a:lnTo>
                  <a:lnTo>
                    <a:pt x="16721" y="3553"/>
                  </a:lnTo>
                  <a:lnTo>
                    <a:pt x="17030" y="4209"/>
                  </a:lnTo>
                  <a:lnTo>
                    <a:pt x="17223" y="4518"/>
                  </a:lnTo>
                  <a:lnTo>
                    <a:pt x="17455" y="4827"/>
                  </a:lnTo>
                  <a:lnTo>
                    <a:pt x="17648" y="5136"/>
                  </a:lnTo>
                  <a:lnTo>
                    <a:pt x="17879" y="5368"/>
                  </a:lnTo>
                  <a:lnTo>
                    <a:pt x="18150" y="5599"/>
                  </a:lnTo>
                  <a:lnTo>
                    <a:pt x="18420" y="5831"/>
                  </a:lnTo>
                  <a:lnTo>
                    <a:pt x="18729" y="5985"/>
                  </a:lnTo>
                  <a:lnTo>
                    <a:pt x="19038" y="6140"/>
                  </a:lnTo>
                  <a:lnTo>
                    <a:pt x="19385" y="6217"/>
                  </a:lnTo>
                  <a:lnTo>
                    <a:pt x="19771" y="6256"/>
                  </a:lnTo>
                  <a:lnTo>
                    <a:pt x="18922" y="7453"/>
                  </a:lnTo>
                  <a:lnTo>
                    <a:pt x="18034" y="8611"/>
                  </a:lnTo>
                  <a:lnTo>
                    <a:pt x="17223" y="9615"/>
                  </a:lnTo>
                  <a:lnTo>
                    <a:pt x="16373" y="10581"/>
                  </a:lnTo>
                  <a:lnTo>
                    <a:pt x="15524" y="11507"/>
                  </a:lnTo>
                  <a:lnTo>
                    <a:pt x="14597" y="12395"/>
                  </a:lnTo>
                  <a:lnTo>
                    <a:pt x="13670" y="13284"/>
                  </a:lnTo>
                  <a:lnTo>
                    <a:pt x="13168" y="13747"/>
                  </a:lnTo>
                  <a:lnTo>
                    <a:pt x="12628" y="14172"/>
                  </a:lnTo>
                  <a:lnTo>
                    <a:pt x="12126" y="14558"/>
                  </a:lnTo>
                  <a:lnTo>
                    <a:pt x="11546" y="14905"/>
                  </a:lnTo>
                  <a:lnTo>
                    <a:pt x="10967" y="15214"/>
                  </a:lnTo>
                  <a:lnTo>
                    <a:pt x="10388" y="15446"/>
                  </a:lnTo>
                  <a:lnTo>
                    <a:pt x="9809" y="15600"/>
                  </a:lnTo>
                  <a:lnTo>
                    <a:pt x="9191" y="15678"/>
                  </a:lnTo>
                  <a:lnTo>
                    <a:pt x="8612" y="15678"/>
                  </a:lnTo>
                  <a:lnTo>
                    <a:pt x="8341" y="15639"/>
                  </a:lnTo>
                  <a:lnTo>
                    <a:pt x="8033" y="15562"/>
                  </a:lnTo>
                  <a:lnTo>
                    <a:pt x="7762" y="15446"/>
                  </a:lnTo>
                  <a:lnTo>
                    <a:pt x="7531" y="15330"/>
                  </a:lnTo>
                  <a:lnTo>
                    <a:pt x="7260" y="15214"/>
                  </a:lnTo>
                  <a:lnTo>
                    <a:pt x="7029" y="15021"/>
                  </a:lnTo>
                  <a:lnTo>
                    <a:pt x="6835" y="14828"/>
                  </a:lnTo>
                  <a:lnTo>
                    <a:pt x="6642" y="14597"/>
                  </a:lnTo>
                  <a:lnTo>
                    <a:pt x="6449" y="14365"/>
                  </a:lnTo>
                  <a:lnTo>
                    <a:pt x="6295" y="14095"/>
                  </a:lnTo>
                  <a:lnTo>
                    <a:pt x="6063" y="13554"/>
                  </a:lnTo>
                  <a:lnTo>
                    <a:pt x="5909" y="13013"/>
                  </a:lnTo>
                  <a:lnTo>
                    <a:pt x="5870" y="12434"/>
                  </a:lnTo>
                  <a:lnTo>
                    <a:pt x="5870" y="11855"/>
                  </a:lnTo>
                  <a:lnTo>
                    <a:pt x="5986" y="11314"/>
                  </a:lnTo>
                  <a:lnTo>
                    <a:pt x="6140" y="10735"/>
                  </a:lnTo>
                  <a:lnTo>
                    <a:pt x="6333" y="10194"/>
                  </a:lnTo>
                  <a:lnTo>
                    <a:pt x="6604" y="9692"/>
                  </a:lnTo>
                  <a:lnTo>
                    <a:pt x="6913" y="9229"/>
                  </a:lnTo>
                  <a:lnTo>
                    <a:pt x="7222" y="8766"/>
                  </a:lnTo>
                  <a:lnTo>
                    <a:pt x="7569" y="8302"/>
                  </a:lnTo>
                  <a:lnTo>
                    <a:pt x="7955" y="7878"/>
                  </a:lnTo>
                  <a:lnTo>
                    <a:pt x="8766" y="7067"/>
                  </a:lnTo>
                  <a:lnTo>
                    <a:pt x="9616" y="6333"/>
                  </a:lnTo>
                  <a:lnTo>
                    <a:pt x="10542" y="5561"/>
                  </a:lnTo>
                  <a:lnTo>
                    <a:pt x="11508" y="4866"/>
                  </a:lnTo>
                  <a:lnTo>
                    <a:pt x="12473" y="4209"/>
                  </a:lnTo>
                  <a:lnTo>
                    <a:pt x="13516" y="3591"/>
                  </a:lnTo>
                  <a:lnTo>
                    <a:pt x="14211" y="3205"/>
                  </a:lnTo>
                  <a:lnTo>
                    <a:pt x="14906" y="2858"/>
                  </a:lnTo>
                  <a:lnTo>
                    <a:pt x="15601" y="2510"/>
                  </a:lnTo>
                  <a:lnTo>
                    <a:pt x="16296" y="2201"/>
                  </a:lnTo>
                  <a:close/>
                  <a:moveTo>
                    <a:pt x="5638" y="13361"/>
                  </a:moveTo>
                  <a:lnTo>
                    <a:pt x="5754" y="13747"/>
                  </a:lnTo>
                  <a:lnTo>
                    <a:pt x="5870" y="14133"/>
                  </a:lnTo>
                  <a:lnTo>
                    <a:pt x="6063" y="14519"/>
                  </a:lnTo>
                  <a:lnTo>
                    <a:pt x="6295" y="14828"/>
                  </a:lnTo>
                  <a:lnTo>
                    <a:pt x="6565" y="15137"/>
                  </a:lnTo>
                  <a:lnTo>
                    <a:pt x="6874" y="15407"/>
                  </a:lnTo>
                  <a:lnTo>
                    <a:pt x="7222" y="15639"/>
                  </a:lnTo>
                  <a:lnTo>
                    <a:pt x="7608" y="15832"/>
                  </a:lnTo>
                  <a:lnTo>
                    <a:pt x="7415" y="16141"/>
                  </a:lnTo>
                  <a:lnTo>
                    <a:pt x="7260" y="16489"/>
                  </a:lnTo>
                  <a:lnTo>
                    <a:pt x="6797" y="16296"/>
                  </a:lnTo>
                  <a:lnTo>
                    <a:pt x="6411" y="16025"/>
                  </a:lnTo>
                  <a:lnTo>
                    <a:pt x="6025" y="15716"/>
                  </a:lnTo>
                  <a:lnTo>
                    <a:pt x="5716" y="15369"/>
                  </a:lnTo>
                  <a:lnTo>
                    <a:pt x="5484" y="14983"/>
                  </a:lnTo>
                  <a:lnTo>
                    <a:pt x="5252" y="14558"/>
                  </a:lnTo>
                  <a:lnTo>
                    <a:pt x="5098" y="14133"/>
                  </a:lnTo>
                  <a:lnTo>
                    <a:pt x="5021" y="13631"/>
                  </a:lnTo>
                  <a:lnTo>
                    <a:pt x="4982" y="13593"/>
                  </a:lnTo>
                  <a:lnTo>
                    <a:pt x="5638" y="13361"/>
                  </a:lnTo>
                  <a:close/>
                  <a:moveTo>
                    <a:pt x="4827" y="13670"/>
                  </a:moveTo>
                  <a:lnTo>
                    <a:pt x="4866" y="14210"/>
                  </a:lnTo>
                  <a:lnTo>
                    <a:pt x="4982" y="14712"/>
                  </a:lnTo>
                  <a:lnTo>
                    <a:pt x="5214" y="15176"/>
                  </a:lnTo>
                  <a:lnTo>
                    <a:pt x="5484" y="15600"/>
                  </a:lnTo>
                  <a:lnTo>
                    <a:pt x="5831" y="15948"/>
                  </a:lnTo>
                  <a:lnTo>
                    <a:pt x="6218" y="16296"/>
                  </a:lnTo>
                  <a:lnTo>
                    <a:pt x="6642" y="16566"/>
                  </a:lnTo>
                  <a:lnTo>
                    <a:pt x="7106" y="16759"/>
                  </a:lnTo>
                  <a:lnTo>
                    <a:pt x="6951" y="17300"/>
                  </a:lnTo>
                  <a:lnTo>
                    <a:pt x="6411" y="17029"/>
                  </a:lnTo>
                  <a:lnTo>
                    <a:pt x="5909" y="16720"/>
                  </a:lnTo>
                  <a:lnTo>
                    <a:pt x="5484" y="16373"/>
                  </a:lnTo>
                  <a:lnTo>
                    <a:pt x="5098" y="15987"/>
                  </a:lnTo>
                  <a:lnTo>
                    <a:pt x="4789" y="15562"/>
                  </a:lnTo>
                  <a:lnTo>
                    <a:pt x="4480" y="15060"/>
                  </a:lnTo>
                  <a:lnTo>
                    <a:pt x="4248" y="14558"/>
                  </a:lnTo>
                  <a:lnTo>
                    <a:pt x="4055" y="13979"/>
                  </a:lnTo>
                  <a:lnTo>
                    <a:pt x="4248" y="13940"/>
                  </a:lnTo>
                  <a:lnTo>
                    <a:pt x="4441" y="13863"/>
                  </a:lnTo>
                  <a:lnTo>
                    <a:pt x="4827" y="13670"/>
                  </a:lnTo>
                  <a:close/>
                  <a:moveTo>
                    <a:pt x="4441" y="15871"/>
                  </a:moveTo>
                  <a:lnTo>
                    <a:pt x="4673" y="16180"/>
                  </a:lnTo>
                  <a:lnTo>
                    <a:pt x="4905" y="16450"/>
                  </a:lnTo>
                  <a:lnTo>
                    <a:pt x="5175" y="16682"/>
                  </a:lnTo>
                  <a:lnTo>
                    <a:pt x="5445" y="16913"/>
                  </a:lnTo>
                  <a:lnTo>
                    <a:pt x="5291" y="17029"/>
                  </a:lnTo>
                  <a:lnTo>
                    <a:pt x="5214" y="17222"/>
                  </a:lnTo>
                  <a:lnTo>
                    <a:pt x="5098" y="17068"/>
                  </a:lnTo>
                  <a:lnTo>
                    <a:pt x="5059" y="16991"/>
                  </a:lnTo>
                  <a:lnTo>
                    <a:pt x="4982" y="16952"/>
                  </a:lnTo>
                  <a:lnTo>
                    <a:pt x="4905" y="16952"/>
                  </a:lnTo>
                  <a:lnTo>
                    <a:pt x="4827" y="16991"/>
                  </a:lnTo>
                  <a:lnTo>
                    <a:pt x="4519" y="17415"/>
                  </a:lnTo>
                  <a:lnTo>
                    <a:pt x="4210" y="17840"/>
                  </a:lnTo>
                  <a:lnTo>
                    <a:pt x="3862" y="18226"/>
                  </a:lnTo>
                  <a:lnTo>
                    <a:pt x="3476" y="18574"/>
                  </a:lnTo>
                  <a:lnTo>
                    <a:pt x="3090" y="18921"/>
                  </a:lnTo>
                  <a:lnTo>
                    <a:pt x="2665" y="19230"/>
                  </a:lnTo>
                  <a:lnTo>
                    <a:pt x="2240" y="19501"/>
                  </a:lnTo>
                  <a:lnTo>
                    <a:pt x="1777" y="19771"/>
                  </a:lnTo>
                  <a:lnTo>
                    <a:pt x="1777" y="19771"/>
                  </a:lnTo>
                  <a:lnTo>
                    <a:pt x="1816" y="19346"/>
                  </a:lnTo>
                  <a:lnTo>
                    <a:pt x="1854" y="18921"/>
                  </a:lnTo>
                  <a:lnTo>
                    <a:pt x="2009" y="18535"/>
                  </a:lnTo>
                  <a:lnTo>
                    <a:pt x="2163" y="18188"/>
                  </a:lnTo>
                  <a:lnTo>
                    <a:pt x="2395" y="17840"/>
                  </a:lnTo>
                  <a:lnTo>
                    <a:pt x="2665" y="17531"/>
                  </a:lnTo>
                  <a:lnTo>
                    <a:pt x="2974" y="17222"/>
                  </a:lnTo>
                  <a:lnTo>
                    <a:pt x="3360" y="16913"/>
                  </a:lnTo>
                  <a:lnTo>
                    <a:pt x="3669" y="16720"/>
                  </a:lnTo>
                  <a:lnTo>
                    <a:pt x="3939" y="16489"/>
                  </a:lnTo>
                  <a:lnTo>
                    <a:pt x="4017" y="16334"/>
                  </a:lnTo>
                  <a:lnTo>
                    <a:pt x="4094" y="16218"/>
                  </a:lnTo>
                  <a:lnTo>
                    <a:pt x="4094" y="16064"/>
                  </a:lnTo>
                  <a:lnTo>
                    <a:pt x="4055" y="15871"/>
                  </a:lnTo>
                  <a:close/>
                  <a:moveTo>
                    <a:pt x="13439" y="13979"/>
                  </a:moveTo>
                  <a:lnTo>
                    <a:pt x="13400" y="14674"/>
                  </a:lnTo>
                  <a:lnTo>
                    <a:pt x="13400" y="15369"/>
                  </a:lnTo>
                  <a:lnTo>
                    <a:pt x="13477" y="16025"/>
                  </a:lnTo>
                  <a:lnTo>
                    <a:pt x="13632" y="16682"/>
                  </a:lnTo>
                  <a:lnTo>
                    <a:pt x="12396" y="17454"/>
                  </a:lnTo>
                  <a:lnTo>
                    <a:pt x="11160" y="18304"/>
                  </a:lnTo>
                  <a:lnTo>
                    <a:pt x="8805" y="20041"/>
                  </a:lnTo>
                  <a:lnTo>
                    <a:pt x="8766" y="19037"/>
                  </a:lnTo>
                  <a:lnTo>
                    <a:pt x="8689" y="18033"/>
                  </a:lnTo>
                  <a:lnTo>
                    <a:pt x="8650" y="17724"/>
                  </a:lnTo>
                  <a:lnTo>
                    <a:pt x="8689" y="17493"/>
                  </a:lnTo>
                  <a:lnTo>
                    <a:pt x="8728" y="17377"/>
                  </a:lnTo>
                  <a:lnTo>
                    <a:pt x="8805" y="17261"/>
                  </a:lnTo>
                  <a:lnTo>
                    <a:pt x="9037" y="17068"/>
                  </a:lnTo>
                  <a:lnTo>
                    <a:pt x="9654" y="16604"/>
                  </a:lnTo>
                  <a:lnTo>
                    <a:pt x="10195" y="16141"/>
                  </a:lnTo>
                  <a:lnTo>
                    <a:pt x="10234" y="16064"/>
                  </a:lnTo>
                  <a:lnTo>
                    <a:pt x="10272" y="16025"/>
                  </a:lnTo>
                  <a:lnTo>
                    <a:pt x="10234" y="15909"/>
                  </a:lnTo>
                  <a:lnTo>
                    <a:pt x="10774" y="15716"/>
                  </a:lnTo>
                  <a:lnTo>
                    <a:pt x="11276" y="15485"/>
                  </a:lnTo>
                  <a:lnTo>
                    <a:pt x="11740" y="15214"/>
                  </a:lnTo>
                  <a:lnTo>
                    <a:pt x="12203" y="14905"/>
                  </a:lnTo>
                  <a:lnTo>
                    <a:pt x="12821" y="14481"/>
                  </a:lnTo>
                  <a:lnTo>
                    <a:pt x="13439" y="13979"/>
                  </a:lnTo>
                  <a:close/>
                  <a:moveTo>
                    <a:pt x="3978" y="14944"/>
                  </a:moveTo>
                  <a:lnTo>
                    <a:pt x="4132" y="15330"/>
                  </a:lnTo>
                  <a:lnTo>
                    <a:pt x="4326" y="15678"/>
                  </a:lnTo>
                  <a:lnTo>
                    <a:pt x="3862" y="15678"/>
                  </a:lnTo>
                  <a:lnTo>
                    <a:pt x="3785" y="15716"/>
                  </a:lnTo>
                  <a:lnTo>
                    <a:pt x="3746" y="15755"/>
                  </a:lnTo>
                  <a:lnTo>
                    <a:pt x="3746" y="15832"/>
                  </a:lnTo>
                  <a:lnTo>
                    <a:pt x="3785" y="15871"/>
                  </a:lnTo>
                  <a:lnTo>
                    <a:pt x="3785" y="15948"/>
                  </a:lnTo>
                  <a:lnTo>
                    <a:pt x="3785" y="16064"/>
                  </a:lnTo>
                  <a:lnTo>
                    <a:pt x="3669" y="16257"/>
                  </a:lnTo>
                  <a:lnTo>
                    <a:pt x="3476" y="16489"/>
                  </a:lnTo>
                  <a:lnTo>
                    <a:pt x="3206" y="16720"/>
                  </a:lnTo>
                  <a:lnTo>
                    <a:pt x="2665" y="17145"/>
                  </a:lnTo>
                  <a:lnTo>
                    <a:pt x="2318" y="17415"/>
                  </a:lnTo>
                  <a:lnTo>
                    <a:pt x="2009" y="17802"/>
                  </a:lnTo>
                  <a:lnTo>
                    <a:pt x="1777" y="18188"/>
                  </a:lnTo>
                  <a:lnTo>
                    <a:pt x="1584" y="18651"/>
                  </a:lnTo>
                  <a:lnTo>
                    <a:pt x="1507" y="19114"/>
                  </a:lnTo>
                  <a:lnTo>
                    <a:pt x="1468" y="19346"/>
                  </a:lnTo>
                  <a:lnTo>
                    <a:pt x="1468" y="19578"/>
                  </a:lnTo>
                  <a:lnTo>
                    <a:pt x="1507" y="19848"/>
                  </a:lnTo>
                  <a:lnTo>
                    <a:pt x="1545" y="20080"/>
                  </a:lnTo>
                  <a:lnTo>
                    <a:pt x="1622" y="20118"/>
                  </a:lnTo>
                  <a:lnTo>
                    <a:pt x="1738" y="20118"/>
                  </a:lnTo>
                  <a:lnTo>
                    <a:pt x="1777" y="20041"/>
                  </a:lnTo>
                  <a:lnTo>
                    <a:pt x="2279" y="19809"/>
                  </a:lnTo>
                  <a:lnTo>
                    <a:pt x="2742" y="19578"/>
                  </a:lnTo>
                  <a:lnTo>
                    <a:pt x="3167" y="19269"/>
                  </a:lnTo>
                  <a:lnTo>
                    <a:pt x="3553" y="18960"/>
                  </a:lnTo>
                  <a:lnTo>
                    <a:pt x="3939" y="18612"/>
                  </a:lnTo>
                  <a:lnTo>
                    <a:pt x="4287" y="18226"/>
                  </a:lnTo>
                  <a:lnTo>
                    <a:pt x="4634" y="17802"/>
                  </a:lnTo>
                  <a:lnTo>
                    <a:pt x="4943" y="17377"/>
                  </a:lnTo>
                  <a:lnTo>
                    <a:pt x="5059" y="17531"/>
                  </a:lnTo>
                  <a:lnTo>
                    <a:pt x="5175" y="17647"/>
                  </a:lnTo>
                  <a:lnTo>
                    <a:pt x="5291" y="17647"/>
                  </a:lnTo>
                  <a:lnTo>
                    <a:pt x="5368" y="17608"/>
                  </a:lnTo>
                  <a:lnTo>
                    <a:pt x="5368" y="17531"/>
                  </a:lnTo>
                  <a:lnTo>
                    <a:pt x="5638" y="17068"/>
                  </a:lnTo>
                  <a:lnTo>
                    <a:pt x="6025" y="17300"/>
                  </a:lnTo>
                  <a:lnTo>
                    <a:pt x="5986" y="17802"/>
                  </a:lnTo>
                  <a:lnTo>
                    <a:pt x="5870" y="18304"/>
                  </a:lnTo>
                  <a:lnTo>
                    <a:pt x="5754" y="18806"/>
                  </a:lnTo>
                  <a:lnTo>
                    <a:pt x="5561" y="19308"/>
                  </a:lnTo>
                  <a:lnTo>
                    <a:pt x="5445" y="19076"/>
                  </a:lnTo>
                  <a:lnTo>
                    <a:pt x="5407" y="18844"/>
                  </a:lnTo>
                  <a:lnTo>
                    <a:pt x="5368" y="18574"/>
                  </a:lnTo>
                  <a:lnTo>
                    <a:pt x="5407" y="18304"/>
                  </a:lnTo>
                  <a:lnTo>
                    <a:pt x="5445" y="18226"/>
                  </a:lnTo>
                  <a:lnTo>
                    <a:pt x="5407" y="18188"/>
                  </a:lnTo>
                  <a:lnTo>
                    <a:pt x="5329" y="18110"/>
                  </a:lnTo>
                  <a:lnTo>
                    <a:pt x="5252" y="18072"/>
                  </a:lnTo>
                  <a:lnTo>
                    <a:pt x="5214" y="18110"/>
                  </a:lnTo>
                  <a:lnTo>
                    <a:pt x="5136" y="18110"/>
                  </a:lnTo>
                  <a:lnTo>
                    <a:pt x="5098" y="18188"/>
                  </a:lnTo>
                  <a:lnTo>
                    <a:pt x="4827" y="18767"/>
                  </a:lnTo>
                  <a:lnTo>
                    <a:pt x="4519" y="19308"/>
                  </a:lnTo>
                  <a:lnTo>
                    <a:pt x="4326" y="19539"/>
                  </a:lnTo>
                  <a:lnTo>
                    <a:pt x="4094" y="19771"/>
                  </a:lnTo>
                  <a:lnTo>
                    <a:pt x="3862" y="19964"/>
                  </a:lnTo>
                  <a:lnTo>
                    <a:pt x="3592" y="20196"/>
                  </a:lnTo>
                  <a:lnTo>
                    <a:pt x="3090" y="20505"/>
                  </a:lnTo>
                  <a:lnTo>
                    <a:pt x="2820" y="20659"/>
                  </a:lnTo>
                  <a:lnTo>
                    <a:pt x="2511" y="20775"/>
                  </a:lnTo>
                  <a:lnTo>
                    <a:pt x="2202" y="20891"/>
                  </a:lnTo>
                  <a:lnTo>
                    <a:pt x="1893" y="20968"/>
                  </a:lnTo>
                  <a:lnTo>
                    <a:pt x="1584" y="21007"/>
                  </a:lnTo>
                  <a:lnTo>
                    <a:pt x="1275" y="20968"/>
                  </a:lnTo>
                  <a:lnTo>
                    <a:pt x="1043" y="20929"/>
                  </a:lnTo>
                  <a:lnTo>
                    <a:pt x="889" y="20813"/>
                  </a:lnTo>
                  <a:lnTo>
                    <a:pt x="773" y="20698"/>
                  </a:lnTo>
                  <a:lnTo>
                    <a:pt x="734" y="20543"/>
                  </a:lnTo>
                  <a:lnTo>
                    <a:pt x="696" y="20350"/>
                  </a:lnTo>
                  <a:lnTo>
                    <a:pt x="696" y="20157"/>
                  </a:lnTo>
                  <a:lnTo>
                    <a:pt x="734" y="19732"/>
                  </a:lnTo>
                  <a:lnTo>
                    <a:pt x="812" y="19037"/>
                  </a:lnTo>
                  <a:lnTo>
                    <a:pt x="889" y="18690"/>
                  </a:lnTo>
                  <a:lnTo>
                    <a:pt x="1005" y="18342"/>
                  </a:lnTo>
                  <a:lnTo>
                    <a:pt x="1159" y="17956"/>
                  </a:lnTo>
                  <a:lnTo>
                    <a:pt x="1352" y="17608"/>
                  </a:lnTo>
                  <a:lnTo>
                    <a:pt x="1584" y="17261"/>
                  </a:lnTo>
                  <a:lnTo>
                    <a:pt x="1854" y="16952"/>
                  </a:lnTo>
                  <a:lnTo>
                    <a:pt x="2124" y="16682"/>
                  </a:lnTo>
                  <a:lnTo>
                    <a:pt x="2433" y="16411"/>
                  </a:lnTo>
                  <a:lnTo>
                    <a:pt x="2781" y="16180"/>
                  </a:lnTo>
                  <a:lnTo>
                    <a:pt x="3167" y="16025"/>
                  </a:lnTo>
                  <a:lnTo>
                    <a:pt x="3244" y="15948"/>
                  </a:lnTo>
                  <a:lnTo>
                    <a:pt x="3244" y="15871"/>
                  </a:lnTo>
                  <a:lnTo>
                    <a:pt x="3206" y="15794"/>
                  </a:lnTo>
                  <a:lnTo>
                    <a:pt x="3167" y="15716"/>
                  </a:lnTo>
                  <a:lnTo>
                    <a:pt x="2433" y="15369"/>
                  </a:lnTo>
                  <a:lnTo>
                    <a:pt x="2781" y="15176"/>
                  </a:lnTo>
                  <a:lnTo>
                    <a:pt x="3167" y="15021"/>
                  </a:lnTo>
                  <a:lnTo>
                    <a:pt x="3553" y="14983"/>
                  </a:lnTo>
                  <a:lnTo>
                    <a:pt x="3978" y="14944"/>
                  </a:lnTo>
                  <a:close/>
                  <a:moveTo>
                    <a:pt x="23478" y="0"/>
                  </a:moveTo>
                  <a:lnTo>
                    <a:pt x="22204" y="155"/>
                  </a:lnTo>
                  <a:lnTo>
                    <a:pt x="20891" y="386"/>
                  </a:lnTo>
                  <a:lnTo>
                    <a:pt x="19617" y="657"/>
                  </a:lnTo>
                  <a:lnTo>
                    <a:pt x="18381" y="1043"/>
                  </a:lnTo>
                  <a:lnTo>
                    <a:pt x="17146" y="1467"/>
                  </a:lnTo>
                  <a:lnTo>
                    <a:pt x="15949" y="1969"/>
                  </a:lnTo>
                  <a:lnTo>
                    <a:pt x="14752" y="2510"/>
                  </a:lnTo>
                  <a:lnTo>
                    <a:pt x="13593" y="3128"/>
                  </a:lnTo>
                  <a:lnTo>
                    <a:pt x="12473" y="3784"/>
                  </a:lnTo>
                  <a:lnTo>
                    <a:pt x="11353" y="4518"/>
                  </a:lnTo>
                  <a:lnTo>
                    <a:pt x="10311" y="5290"/>
                  </a:lnTo>
                  <a:lnTo>
                    <a:pt x="9307" y="6140"/>
                  </a:lnTo>
                  <a:lnTo>
                    <a:pt x="8535" y="6796"/>
                  </a:lnTo>
                  <a:lnTo>
                    <a:pt x="7801" y="7491"/>
                  </a:lnTo>
                  <a:lnTo>
                    <a:pt x="7029" y="7337"/>
                  </a:lnTo>
                  <a:lnTo>
                    <a:pt x="6218" y="7221"/>
                  </a:lnTo>
                  <a:lnTo>
                    <a:pt x="5407" y="7182"/>
                  </a:lnTo>
                  <a:lnTo>
                    <a:pt x="4557" y="7221"/>
                  </a:lnTo>
                  <a:lnTo>
                    <a:pt x="4519" y="7221"/>
                  </a:lnTo>
                  <a:lnTo>
                    <a:pt x="4441" y="7260"/>
                  </a:lnTo>
                  <a:lnTo>
                    <a:pt x="4403" y="7414"/>
                  </a:lnTo>
                  <a:lnTo>
                    <a:pt x="4171" y="7530"/>
                  </a:lnTo>
                  <a:lnTo>
                    <a:pt x="3939" y="7723"/>
                  </a:lnTo>
                  <a:lnTo>
                    <a:pt x="3708" y="7916"/>
                  </a:lnTo>
                  <a:lnTo>
                    <a:pt x="3515" y="8148"/>
                  </a:lnTo>
                  <a:lnTo>
                    <a:pt x="3128" y="8611"/>
                  </a:lnTo>
                  <a:lnTo>
                    <a:pt x="2742" y="9036"/>
                  </a:lnTo>
                  <a:lnTo>
                    <a:pt x="2124" y="9654"/>
                  </a:lnTo>
                  <a:lnTo>
                    <a:pt x="1468" y="10194"/>
                  </a:lnTo>
                  <a:lnTo>
                    <a:pt x="773" y="10774"/>
                  </a:lnTo>
                  <a:lnTo>
                    <a:pt x="78" y="11276"/>
                  </a:lnTo>
                  <a:lnTo>
                    <a:pt x="1" y="11353"/>
                  </a:lnTo>
                  <a:lnTo>
                    <a:pt x="1" y="11430"/>
                  </a:lnTo>
                  <a:lnTo>
                    <a:pt x="1" y="11507"/>
                  </a:lnTo>
                  <a:lnTo>
                    <a:pt x="39" y="11546"/>
                  </a:lnTo>
                  <a:lnTo>
                    <a:pt x="39" y="11623"/>
                  </a:lnTo>
                  <a:lnTo>
                    <a:pt x="39" y="11700"/>
                  </a:lnTo>
                  <a:lnTo>
                    <a:pt x="78" y="11739"/>
                  </a:lnTo>
                  <a:lnTo>
                    <a:pt x="116" y="11778"/>
                  </a:lnTo>
                  <a:lnTo>
                    <a:pt x="1005" y="12048"/>
                  </a:lnTo>
                  <a:lnTo>
                    <a:pt x="1893" y="12280"/>
                  </a:lnTo>
                  <a:lnTo>
                    <a:pt x="3669" y="12666"/>
                  </a:lnTo>
                  <a:lnTo>
                    <a:pt x="3785" y="12666"/>
                  </a:lnTo>
                  <a:lnTo>
                    <a:pt x="3862" y="12589"/>
                  </a:lnTo>
                  <a:lnTo>
                    <a:pt x="4750" y="11700"/>
                  </a:lnTo>
                  <a:lnTo>
                    <a:pt x="5716" y="10851"/>
                  </a:lnTo>
                  <a:lnTo>
                    <a:pt x="5600" y="11391"/>
                  </a:lnTo>
                  <a:lnTo>
                    <a:pt x="5523" y="11971"/>
                  </a:lnTo>
                  <a:lnTo>
                    <a:pt x="5523" y="12550"/>
                  </a:lnTo>
                  <a:lnTo>
                    <a:pt x="5600" y="13091"/>
                  </a:lnTo>
                  <a:lnTo>
                    <a:pt x="5136" y="13168"/>
                  </a:lnTo>
                  <a:lnTo>
                    <a:pt x="4712" y="13284"/>
                  </a:lnTo>
                  <a:lnTo>
                    <a:pt x="4248" y="13477"/>
                  </a:lnTo>
                  <a:lnTo>
                    <a:pt x="4017" y="13593"/>
                  </a:lnTo>
                  <a:lnTo>
                    <a:pt x="3862" y="13747"/>
                  </a:lnTo>
                  <a:lnTo>
                    <a:pt x="3824" y="13824"/>
                  </a:lnTo>
                  <a:lnTo>
                    <a:pt x="3862" y="13901"/>
                  </a:lnTo>
                  <a:lnTo>
                    <a:pt x="3824" y="13940"/>
                  </a:lnTo>
                  <a:lnTo>
                    <a:pt x="3785" y="14017"/>
                  </a:lnTo>
                  <a:lnTo>
                    <a:pt x="3824" y="14403"/>
                  </a:lnTo>
                  <a:lnTo>
                    <a:pt x="3901" y="14751"/>
                  </a:lnTo>
                  <a:lnTo>
                    <a:pt x="3669" y="14712"/>
                  </a:lnTo>
                  <a:lnTo>
                    <a:pt x="3399" y="14712"/>
                  </a:lnTo>
                  <a:lnTo>
                    <a:pt x="3167" y="14751"/>
                  </a:lnTo>
                  <a:lnTo>
                    <a:pt x="2935" y="14790"/>
                  </a:lnTo>
                  <a:lnTo>
                    <a:pt x="2665" y="14867"/>
                  </a:lnTo>
                  <a:lnTo>
                    <a:pt x="2433" y="14983"/>
                  </a:lnTo>
                  <a:lnTo>
                    <a:pt x="2240" y="15098"/>
                  </a:lnTo>
                  <a:lnTo>
                    <a:pt x="2009" y="15253"/>
                  </a:lnTo>
                  <a:lnTo>
                    <a:pt x="1931" y="15330"/>
                  </a:lnTo>
                  <a:lnTo>
                    <a:pt x="1931" y="15407"/>
                  </a:lnTo>
                  <a:lnTo>
                    <a:pt x="1970" y="15485"/>
                  </a:lnTo>
                  <a:lnTo>
                    <a:pt x="2047" y="15523"/>
                  </a:lnTo>
                  <a:lnTo>
                    <a:pt x="2704" y="15871"/>
                  </a:lnTo>
                  <a:lnTo>
                    <a:pt x="2356" y="16064"/>
                  </a:lnTo>
                  <a:lnTo>
                    <a:pt x="2047" y="16334"/>
                  </a:lnTo>
                  <a:lnTo>
                    <a:pt x="1738" y="16604"/>
                  </a:lnTo>
                  <a:lnTo>
                    <a:pt x="1468" y="16875"/>
                  </a:lnTo>
                  <a:lnTo>
                    <a:pt x="1198" y="17222"/>
                  </a:lnTo>
                  <a:lnTo>
                    <a:pt x="1005" y="17570"/>
                  </a:lnTo>
                  <a:lnTo>
                    <a:pt x="812" y="17956"/>
                  </a:lnTo>
                  <a:lnTo>
                    <a:pt x="657" y="18342"/>
                  </a:lnTo>
                  <a:lnTo>
                    <a:pt x="464" y="18960"/>
                  </a:lnTo>
                  <a:lnTo>
                    <a:pt x="387" y="19385"/>
                  </a:lnTo>
                  <a:lnTo>
                    <a:pt x="310" y="19809"/>
                  </a:lnTo>
                  <a:lnTo>
                    <a:pt x="271" y="20234"/>
                  </a:lnTo>
                  <a:lnTo>
                    <a:pt x="310" y="20659"/>
                  </a:lnTo>
                  <a:lnTo>
                    <a:pt x="348" y="20813"/>
                  </a:lnTo>
                  <a:lnTo>
                    <a:pt x="425" y="20968"/>
                  </a:lnTo>
                  <a:lnTo>
                    <a:pt x="503" y="21084"/>
                  </a:lnTo>
                  <a:lnTo>
                    <a:pt x="618" y="21200"/>
                  </a:lnTo>
                  <a:lnTo>
                    <a:pt x="773" y="21277"/>
                  </a:lnTo>
                  <a:lnTo>
                    <a:pt x="927" y="21315"/>
                  </a:lnTo>
                  <a:lnTo>
                    <a:pt x="1275" y="21393"/>
                  </a:lnTo>
                  <a:lnTo>
                    <a:pt x="1661" y="21354"/>
                  </a:lnTo>
                  <a:lnTo>
                    <a:pt x="2047" y="21277"/>
                  </a:lnTo>
                  <a:lnTo>
                    <a:pt x="2433" y="21161"/>
                  </a:lnTo>
                  <a:lnTo>
                    <a:pt x="2820" y="21007"/>
                  </a:lnTo>
                  <a:lnTo>
                    <a:pt x="3437" y="20698"/>
                  </a:lnTo>
                  <a:lnTo>
                    <a:pt x="3901" y="20389"/>
                  </a:lnTo>
                  <a:lnTo>
                    <a:pt x="4364" y="20003"/>
                  </a:lnTo>
                  <a:lnTo>
                    <a:pt x="4750" y="19539"/>
                  </a:lnTo>
                  <a:lnTo>
                    <a:pt x="5098" y="19037"/>
                  </a:lnTo>
                  <a:lnTo>
                    <a:pt x="5136" y="19230"/>
                  </a:lnTo>
                  <a:lnTo>
                    <a:pt x="5214" y="19423"/>
                  </a:lnTo>
                  <a:lnTo>
                    <a:pt x="5329" y="19578"/>
                  </a:lnTo>
                  <a:lnTo>
                    <a:pt x="5484" y="19771"/>
                  </a:lnTo>
                  <a:lnTo>
                    <a:pt x="5561" y="19809"/>
                  </a:lnTo>
                  <a:lnTo>
                    <a:pt x="5638" y="19809"/>
                  </a:lnTo>
                  <a:lnTo>
                    <a:pt x="5716" y="19771"/>
                  </a:lnTo>
                  <a:lnTo>
                    <a:pt x="5793" y="19694"/>
                  </a:lnTo>
                  <a:lnTo>
                    <a:pt x="5986" y="19153"/>
                  </a:lnTo>
                  <a:lnTo>
                    <a:pt x="6179" y="18612"/>
                  </a:lnTo>
                  <a:lnTo>
                    <a:pt x="6295" y="18033"/>
                  </a:lnTo>
                  <a:lnTo>
                    <a:pt x="6372" y="17454"/>
                  </a:lnTo>
                  <a:lnTo>
                    <a:pt x="6913" y="17608"/>
                  </a:lnTo>
                  <a:lnTo>
                    <a:pt x="7183" y="17608"/>
                  </a:lnTo>
                  <a:lnTo>
                    <a:pt x="7183" y="17531"/>
                  </a:lnTo>
                  <a:lnTo>
                    <a:pt x="7531" y="16720"/>
                  </a:lnTo>
                  <a:lnTo>
                    <a:pt x="7724" y="16334"/>
                  </a:lnTo>
                  <a:lnTo>
                    <a:pt x="7955" y="15948"/>
                  </a:lnTo>
                  <a:lnTo>
                    <a:pt x="8110" y="15987"/>
                  </a:lnTo>
                  <a:lnTo>
                    <a:pt x="8535" y="16064"/>
                  </a:lnTo>
                  <a:lnTo>
                    <a:pt x="8921" y="16102"/>
                  </a:lnTo>
                  <a:lnTo>
                    <a:pt x="9307" y="16064"/>
                  </a:lnTo>
                  <a:lnTo>
                    <a:pt x="9693" y="16025"/>
                  </a:lnTo>
                  <a:lnTo>
                    <a:pt x="9693" y="16025"/>
                  </a:lnTo>
                  <a:lnTo>
                    <a:pt x="8998" y="16604"/>
                  </a:lnTo>
                  <a:lnTo>
                    <a:pt x="8226" y="17106"/>
                  </a:lnTo>
                  <a:lnTo>
                    <a:pt x="8148" y="17222"/>
                  </a:lnTo>
                  <a:lnTo>
                    <a:pt x="8148" y="17300"/>
                  </a:lnTo>
                  <a:lnTo>
                    <a:pt x="8264" y="18110"/>
                  </a:lnTo>
                  <a:lnTo>
                    <a:pt x="8341" y="18883"/>
                  </a:lnTo>
                  <a:lnTo>
                    <a:pt x="8380" y="19655"/>
                  </a:lnTo>
                  <a:lnTo>
                    <a:pt x="8380" y="20427"/>
                  </a:lnTo>
                  <a:lnTo>
                    <a:pt x="8419" y="20543"/>
                  </a:lnTo>
                  <a:lnTo>
                    <a:pt x="8496" y="20620"/>
                  </a:lnTo>
                  <a:lnTo>
                    <a:pt x="8612" y="20659"/>
                  </a:lnTo>
                  <a:lnTo>
                    <a:pt x="8728" y="20620"/>
                  </a:lnTo>
                  <a:lnTo>
                    <a:pt x="11392" y="18806"/>
                  </a:lnTo>
                  <a:lnTo>
                    <a:pt x="12705" y="17840"/>
                  </a:lnTo>
                  <a:lnTo>
                    <a:pt x="13323" y="17338"/>
                  </a:lnTo>
                  <a:lnTo>
                    <a:pt x="13941" y="16836"/>
                  </a:lnTo>
                  <a:lnTo>
                    <a:pt x="13979" y="16759"/>
                  </a:lnTo>
                  <a:lnTo>
                    <a:pt x="13979" y="16682"/>
                  </a:lnTo>
                  <a:lnTo>
                    <a:pt x="13979" y="16643"/>
                  </a:lnTo>
                  <a:lnTo>
                    <a:pt x="13941" y="16257"/>
                  </a:lnTo>
                  <a:lnTo>
                    <a:pt x="13902" y="15871"/>
                  </a:lnTo>
                  <a:lnTo>
                    <a:pt x="13825" y="15098"/>
                  </a:lnTo>
                  <a:lnTo>
                    <a:pt x="13748" y="13747"/>
                  </a:lnTo>
                  <a:lnTo>
                    <a:pt x="14443" y="13129"/>
                  </a:lnTo>
                  <a:lnTo>
                    <a:pt x="15099" y="12473"/>
                  </a:lnTo>
                  <a:lnTo>
                    <a:pt x="15756" y="11816"/>
                  </a:lnTo>
                  <a:lnTo>
                    <a:pt x="16373" y="11121"/>
                  </a:lnTo>
                  <a:lnTo>
                    <a:pt x="17455" y="9924"/>
                  </a:lnTo>
                  <a:lnTo>
                    <a:pt x="18459" y="8650"/>
                  </a:lnTo>
                  <a:lnTo>
                    <a:pt x="19424" y="7376"/>
                  </a:lnTo>
                  <a:lnTo>
                    <a:pt x="20351" y="6024"/>
                  </a:lnTo>
                  <a:lnTo>
                    <a:pt x="21239" y="4673"/>
                  </a:lnTo>
                  <a:lnTo>
                    <a:pt x="22088" y="3321"/>
                  </a:lnTo>
                  <a:lnTo>
                    <a:pt x="22938" y="1931"/>
                  </a:lnTo>
                  <a:lnTo>
                    <a:pt x="23749" y="502"/>
                  </a:lnTo>
                  <a:lnTo>
                    <a:pt x="23749" y="425"/>
                  </a:lnTo>
                  <a:lnTo>
                    <a:pt x="23749" y="348"/>
                  </a:lnTo>
                  <a:lnTo>
                    <a:pt x="23749" y="270"/>
                  </a:lnTo>
                  <a:lnTo>
                    <a:pt x="23787" y="155"/>
                  </a:lnTo>
                  <a:lnTo>
                    <a:pt x="23787" y="77"/>
                  </a:lnTo>
                  <a:lnTo>
                    <a:pt x="23749" y="39"/>
                  </a:lnTo>
                  <a:lnTo>
                    <a:pt x="23672" y="0"/>
                  </a:lnTo>
                  <a:lnTo>
                    <a:pt x="23633" y="39"/>
                  </a:lnTo>
                  <a:lnTo>
                    <a:pt x="23633" y="77"/>
                  </a:lnTo>
                  <a:lnTo>
                    <a:pt x="2355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8" name="Google Shape;5188;p21"/>
            <p:cNvSpPr/>
            <p:nvPr/>
          </p:nvSpPr>
          <p:spPr>
            <a:xfrm>
              <a:off x="5635500" y="4343650"/>
              <a:ext cx="54100" cy="45400"/>
            </a:xfrm>
            <a:custGeom>
              <a:avLst/>
              <a:gdLst/>
              <a:ahLst/>
              <a:cxnLst/>
              <a:rect l="l" t="t" r="r" b="b"/>
              <a:pathLst>
                <a:path w="2164" h="1816" extrusionOk="0">
                  <a:moveTo>
                    <a:pt x="1314" y="387"/>
                  </a:moveTo>
                  <a:lnTo>
                    <a:pt x="1507" y="464"/>
                  </a:lnTo>
                  <a:lnTo>
                    <a:pt x="1661" y="580"/>
                  </a:lnTo>
                  <a:lnTo>
                    <a:pt x="1777" y="735"/>
                  </a:lnTo>
                  <a:lnTo>
                    <a:pt x="1777" y="889"/>
                  </a:lnTo>
                  <a:lnTo>
                    <a:pt x="1777" y="928"/>
                  </a:lnTo>
                  <a:lnTo>
                    <a:pt x="1738" y="1005"/>
                  </a:lnTo>
                  <a:lnTo>
                    <a:pt x="1661" y="1044"/>
                  </a:lnTo>
                  <a:lnTo>
                    <a:pt x="1584" y="1082"/>
                  </a:lnTo>
                  <a:lnTo>
                    <a:pt x="1275" y="1121"/>
                  </a:lnTo>
                  <a:lnTo>
                    <a:pt x="927" y="1121"/>
                  </a:lnTo>
                  <a:lnTo>
                    <a:pt x="619" y="1159"/>
                  </a:lnTo>
                  <a:lnTo>
                    <a:pt x="464" y="1198"/>
                  </a:lnTo>
                  <a:lnTo>
                    <a:pt x="348" y="1275"/>
                  </a:lnTo>
                  <a:lnTo>
                    <a:pt x="348" y="1121"/>
                  </a:lnTo>
                  <a:lnTo>
                    <a:pt x="348" y="1005"/>
                  </a:lnTo>
                  <a:lnTo>
                    <a:pt x="387" y="850"/>
                  </a:lnTo>
                  <a:lnTo>
                    <a:pt x="464" y="735"/>
                  </a:lnTo>
                  <a:lnTo>
                    <a:pt x="580" y="619"/>
                  </a:lnTo>
                  <a:lnTo>
                    <a:pt x="657" y="503"/>
                  </a:lnTo>
                  <a:lnTo>
                    <a:pt x="812" y="426"/>
                  </a:lnTo>
                  <a:lnTo>
                    <a:pt x="966" y="387"/>
                  </a:lnTo>
                  <a:close/>
                  <a:moveTo>
                    <a:pt x="1005" y="1"/>
                  </a:moveTo>
                  <a:lnTo>
                    <a:pt x="812" y="40"/>
                  </a:lnTo>
                  <a:lnTo>
                    <a:pt x="619" y="117"/>
                  </a:lnTo>
                  <a:lnTo>
                    <a:pt x="425" y="233"/>
                  </a:lnTo>
                  <a:lnTo>
                    <a:pt x="271" y="348"/>
                  </a:lnTo>
                  <a:lnTo>
                    <a:pt x="155" y="503"/>
                  </a:lnTo>
                  <a:lnTo>
                    <a:pt x="78" y="696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30"/>
                  </a:lnTo>
                  <a:lnTo>
                    <a:pt x="117" y="1623"/>
                  </a:lnTo>
                  <a:lnTo>
                    <a:pt x="155" y="1739"/>
                  </a:lnTo>
                  <a:lnTo>
                    <a:pt x="232" y="1777"/>
                  </a:lnTo>
                  <a:lnTo>
                    <a:pt x="348" y="1816"/>
                  </a:lnTo>
                  <a:lnTo>
                    <a:pt x="425" y="1739"/>
                  </a:lnTo>
                  <a:lnTo>
                    <a:pt x="580" y="1623"/>
                  </a:lnTo>
                  <a:lnTo>
                    <a:pt x="696" y="1546"/>
                  </a:lnTo>
                  <a:lnTo>
                    <a:pt x="889" y="1507"/>
                  </a:lnTo>
                  <a:lnTo>
                    <a:pt x="1429" y="1507"/>
                  </a:lnTo>
                  <a:lnTo>
                    <a:pt x="1584" y="1468"/>
                  </a:lnTo>
                  <a:lnTo>
                    <a:pt x="1777" y="1430"/>
                  </a:lnTo>
                  <a:lnTo>
                    <a:pt x="1931" y="1352"/>
                  </a:lnTo>
                  <a:lnTo>
                    <a:pt x="2047" y="1237"/>
                  </a:lnTo>
                  <a:lnTo>
                    <a:pt x="2125" y="1121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9"/>
                  </a:lnTo>
                  <a:lnTo>
                    <a:pt x="2086" y="464"/>
                  </a:lnTo>
                  <a:lnTo>
                    <a:pt x="1970" y="310"/>
                  </a:lnTo>
                  <a:lnTo>
                    <a:pt x="1816" y="194"/>
                  </a:lnTo>
                  <a:lnTo>
                    <a:pt x="1623" y="78"/>
                  </a:lnTo>
                  <a:lnTo>
                    <a:pt x="142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9" name="Google Shape;5189;p21"/>
            <p:cNvSpPr/>
            <p:nvPr/>
          </p:nvSpPr>
          <p:spPr>
            <a:xfrm>
              <a:off x="4572625" y="4377450"/>
              <a:ext cx="625600" cy="344650"/>
            </a:xfrm>
            <a:custGeom>
              <a:avLst/>
              <a:gdLst/>
              <a:ahLst/>
              <a:cxnLst/>
              <a:rect l="l" t="t" r="r" b="b"/>
              <a:pathLst>
                <a:path w="25024" h="13786" extrusionOk="0">
                  <a:moveTo>
                    <a:pt x="23286" y="966"/>
                  </a:moveTo>
                  <a:lnTo>
                    <a:pt x="23633" y="1468"/>
                  </a:lnTo>
                  <a:lnTo>
                    <a:pt x="23942" y="2008"/>
                  </a:lnTo>
                  <a:lnTo>
                    <a:pt x="23788" y="2163"/>
                  </a:lnTo>
                  <a:lnTo>
                    <a:pt x="23633" y="2202"/>
                  </a:lnTo>
                  <a:lnTo>
                    <a:pt x="23479" y="2202"/>
                  </a:lnTo>
                  <a:lnTo>
                    <a:pt x="23324" y="2163"/>
                  </a:lnTo>
                  <a:lnTo>
                    <a:pt x="23208" y="2086"/>
                  </a:lnTo>
                  <a:lnTo>
                    <a:pt x="23092" y="1970"/>
                  </a:lnTo>
                  <a:lnTo>
                    <a:pt x="23015" y="1815"/>
                  </a:lnTo>
                  <a:lnTo>
                    <a:pt x="22977" y="1661"/>
                  </a:lnTo>
                  <a:lnTo>
                    <a:pt x="22977" y="1429"/>
                  </a:lnTo>
                  <a:lnTo>
                    <a:pt x="23054" y="1275"/>
                  </a:lnTo>
                  <a:lnTo>
                    <a:pt x="23170" y="1120"/>
                  </a:lnTo>
                  <a:lnTo>
                    <a:pt x="23286" y="966"/>
                  </a:lnTo>
                  <a:close/>
                  <a:moveTo>
                    <a:pt x="24096" y="2433"/>
                  </a:moveTo>
                  <a:lnTo>
                    <a:pt x="24212" y="2781"/>
                  </a:lnTo>
                  <a:lnTo>
                    <a:pt x="24328" y="3090"/>
                  </a:lnTo>
                  <a:lnTo>
                    <a:pt x="24367" y="3437"/>
                  </a:lnTo>
                  <a:lnTo>
                    <a:pt x="24444" y="3823"/>
                  </a:lnTo>
                  <a:lnTo>
                    <a:pt x="24174" y="3746"/>
                  </a:lnTo>
                  <a:lnTo>
                    <a:pt x="23942" y="3592"/>
                  </a:lnTo>
                  <a:lnTo>
                    <a:pt x="23865" y="3514"/>
                  </a:lnTo>
                  <a:lnTo>
                    <a:pt x="23788" y="3399"/>
                  </a:lnTo>
                  <a:lnTo>
                    <a:pt x="23749" y="3283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8" y="2742"/>
                  </a:lnTo>
                  <a:lnTo>
                    <a:pt x="23942" y="2588"/>
                  </a:lnTo>
                  <a:lnTo>
                    <a:pt x="24096" y="2433"/>
                  </a:lnTo>
                  <a:close/>
                  <a:moveTo>
                    <a:pt x="16296" y="4982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7" y="5291"/>
                  </a:lnTo>
                  <a:lnTo>
                    <a:pt x="16567" y="5407"/>
                  </a:lnTo>
                  <a:lnTo>
                    <a:pt x="16296" y="5445"/>
                  </a:lnTo>
                  <a:lnTo>
                    <a:pt x="15640" y="5522"/>
                  </a:lnTo>
                  <a:lnTo>
                    <a:pt x="15640" y="5484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56" y="5175"/>
                  </a:lnTo>
                  <a:lnTo>
                    <a:pt x="15833" y="5098"/>
                  </a:lnTo>
                  <a:lnTo>
                    <a:pt x="15949" y="5020"/>
                  </a:lnTo>
                  <a:lnTo>
                    <a:pt x="16065" y="4982"/>
                  </a:lnTo>
                  <a:close/>
                  <a:moveTo>
                    <a:pt x="24444" y="4248"/>
                  </a:moveTo>
                  <a:lnTo>
                    <a:pt x="24444" y="4673"/>
                  </a:lnTo>
                  <a:lnTo>
                    <a:pt x="24367" y="5098"/>
                  </a:lnTo>
                  <a:lnTo>
                    <a:pt x="24251" y="5522"/>
                  </a:lnTo>
                  <a:lnTo>
                    <a:pt x="24058" y="5445"/>
                  </a:lnTo>
                  <a:lnTo>
                    <a:pt x="23903" y="5291"/>
                  </a:lnTo>
                  <a:lnTo>
                    <a:pt x="23826" y="5098"/>
                  </a:lnTo>
                  <a:lnTo>
                    <a:pt x="23788" y="4982"/>
                  </a:lnTo>
                  <a:lnTo>
                    <a:pt x="23788" y="4866"/>
                  </a:lnTo>
                  <a:lnTo>
                    <a:pt x="23826" y="4750"/>
                  </a:lnTo>
                  <a:lnTo>
                    <a:pt x="23865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7"/>
                  </a:lnTo>
                  <a:lnTo>
                    <a:pt x="18073" y="5638"/>
                  </a:lnTo>
                  <a:lnTo>
                    <a:pt x="17571" y="5522"/>
                  </a:lnTo>
                  <a:lnTo>
                    <a:pt x="17030" y="5445"/>
                  </a:lnTo>
                  <a:lnTo>
                    <a:pt x="17069" y="5291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5"/>
                  </a:lnTo>
                  <a:lnTo>
                    <a:pt x="17532" y="4866"/>
                  </a:lnTo>
                  <a:lnTo>
                    <a:pt x="17648" y="4827"/>
                  </a:lnTo>
                  <a:close/>
                  <a:moveTo>
                    <a:pt x="14713" y="5329"/>
                  </a:moveTo>
                  <a:lnTo>
                    <a:pt x="14829" y="5368"/>
                  </a:lnTo>
                  <a:lnTo>
                    <a:pt x="14906" y="5445"/>
                  </a:lnTo>
                  <a:lnTo>
                    <a:pt x="15022" y="5561"/>
                  </a:lnTo>
                  <a:lnTo>
                    <a:pt x="15061" y="5677"/>
                  </a:lnTo>
                  <a:lnTo>
                    <a:pt x="14559" y="5870"/>
                  </a:lnTo>
                  <a:lnTo>
                    <a:pt x="14057" y="6102"/>
                  </a:lnTo>
                  <a:lnTo>
                    <a:pt x="14018" y="6063"/>
                  </a:lnTo>
                  <a:lnTo>
                    <a:pt x="14057" y="5831"/>
                  </a:lnTo>
                  <a:lnTo>
                    <a:pt x="14134" y="5600"/>
                  </a:lnTo>
                  <a:lnTo>
                    <a:pt x="14250" y="5445"/>
                  </a:lnTo>
                  <a:lnTo>
                    <a:pt x="14365" y="5368"/>
                  </a:lnTo>
                  <a:lnTo>
                    <a:pt x="14443" y="5329"/>
                  </a:lnTo>
                  <a:close/>
                  <a:moveTo>
                    <a:pt x="18999" y="5484"/>
                  </a:moveTo>
                  <a:lnTo>
                    <a:pt x="19115" y="5522"/>
                  </a:lnTo>
                  <a:lnTo>
                    <a:pt x="19192" y="5561"/>
                  </a:lnTo>
                  <a:lnTo>
                    <a:pt x="19308" y="5677"/>
                  </a:lnTo>
                  <a:lnTo>
                    <a:pt x="19385" y="5831"/>
                  </a:lnTo>
                  <a:lnTo>
                    <a:pt x="19385" y="5986"/>
                  </a:lnTo>
                  <a:lnTo>
                    <a:pt x="19347" y="6179"/>
                  </a:lnTo>
                  <a:lnTo>
                    <a:pt x="18613" y="5831"/>
                  </a:lnTo>
                  <a:lnTo>
                    <a:pt x="18652" y="5754"/>
                  </a:lnTo>
                  <a:lnTo>
                    <a:pt x="18690" y="5677"/>
                  </a:lnTo>
                  <a:lnTo>
                    <a:pt x="18845" y="5522"/>
                  </a:lnTo>
                  <a:lnTo>
                    <a:pt x="18999" y="5484"/>
                  </a:lnTo>
                  <a:close/>
                  <a:moveTo>
                    <a:pt x="20196" y="6063"/>
                  </a:moveTo>
                  <a:lnTo>
                    <a:pt x="20351" y="6102"/>
                  </a:lnTo>
                  <a:lnTo>
                    <a:pt x="20467" y="6140"/>
                  </a:lnTo>
                  <a:lnTo>
                    <a:pt x="20544" y="6179"/>
                  </a:lnTo>
                  <a:lnTo>
                    <a:pt x="20698" y="6333"/>
                  </a:lnTo>
                  <a:lnTo>
                    <a:pt x="20776" y="6526"/>
                  </a:lnTo>
                  <a:lnTo>
                    <a:pt x="20814" y="6719"/>
                  </a:lnTo>
                  <a:lnTo>
                    <a:pt x="20891" y="6951"/>
                  </a:lnTo>
                  <a:lnTo>
                    <a:pt x="20891" y="6951"/>
                  </a:lnTo>
                  <a:lnTo>
                    <a:pt x="20467" y="6758"/>
                  </a:lnTo>
                  <a:lnTo>
                    <a:pt x="20080" y="6565"/>
                  </a:lnTo>
                  <a:lnTo>
                    <a:pt x="19810" y="6411"/>
                  </a:lnTo>
                  <a:lnTo>
                    <a:pt x="19849" y="6295"/>
                  </a:lnTo>
                  <a:lnTo>
                    <a:pt x="19887" y="6179"/>
                  </a:lnTo>
                  <a:lnTo>
                    <a:pt x="20003" y="6140"/>
                  </a:lnTo>
                  <a:lnTo>
                    <a:pt x="20080" y="6102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9"/>
                  </a:lnTo>
                  <a:lnTo>
                    <a:pt x="23942" y="5986"/>
                  </a:lnTo>
                  <a:lnTo>
                    <a:pt x="24019" y="6024"/>
                  </a:lnTo>
                  <a:lnTo>
                    <a:pt x="24096" y="6024"/>
                  </a:lnTo>
                  <a:lnTo>
                    <a:pt x="23942" y="6295"/>
                  </a:lnTo>
                  <a:lnTo>
                    <a:pt x="23749" y="6565"/>
                  </a:lnTo>
                  <a:lnTo>
                    <a:pt x="23517" y="6797"/>
                  </a:lnTo>
                  <a:lnTo>
                    <a:pt x="23247" y="6990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6"/>
                  </a:lnTo>
                  <a:lnTo>
                    <a:pt x="23015" y="6295"/>
                  </a:lnTo>
                  <a:lnTo>
                    <a:pt x="23054" y="6179"/>
                  </a:lnTo>
                  <a:lnTo>
                    <a:pt x="23131" y="6102"/>
                  </a:lnTo>
                  <a:lnTo>
                    <a:pt x="23208" y="6024"/>
                  </a:lnTo>
                  <a:lnTo>
                    <a:pt x="23286" y="5947"/>
                  </a:lnTo>
                  <a:lnTo>
                    <a:pt x="23517" y="5870"/>
                  </a:lnTo>
                  <a:close/>
                  <a:moveTo>
                    <a:pt x="13246" y="6102"/>
                  </a:moveTo>
                  <a:lnTo>
                    <a:pt x="13477" y="6179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106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8" y="6797"/>
                  </a:lnTo>
                  <a:lnTo>
                    <a:pt x="12628" y="6681"/>
                  </a:lnTo>
                  <a:lnTo>
                    <a:pt x="12666" y="6526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60" y="6217"/>
                  </a:lnTo>
                  <a:lnTo>
                    <a:pt x="13014" y="6140"/>
                  </a:lnTo>
                  <a:lnTo>
                    <a:pt x="13130" y="6102"/>
                  </a:lnTo>
                  <a:close/>
                  <a:moveTo>
                    <a:pt x="22166" y="6565"/>
                  </a:moveTo>
                  <a:lnTo>
                    <a:pt x="22282" y="6604"/>
                  </a:lnTo>
                  <a:lnTo>
                    <a:pt x="22475" y="6719"/>
                  </a:lnTo>
                  <a:lnTo>
                    <a:pt x="22629" y="6874"/>
                  </a:lnTo>
                  <a:lnTo>
                    <a:pt x="22784" y="7028"/>
                  </a:lnTo>
                  <a:lnTo>
                    <a:pt x="22861" y="7067"/>
                  </a:lnTo>
                  <a:lnTo>
                    <a:pt x="22938" y="7067"/>
                  </a:lnTo>
                  <a:lnTo>
                    <a:pt x="22977" y="7106"/>
                  </a:lnTo>
                  <a:lnTo>
                    <a:pt x="22938" y="7144"/>
                  </a:lnTo>
                  <a:lnTo>
                    <a:pt x="22552" y="7221"/>
                  </a:lnTo>
                  <a:lnTo>
                    <a:pt x="22166" y="7260"/>
                  </a:lnTo>
                  <a:lnTo>
                    <a:pt x="21780" y="7221"/>
                  </a:lnTo>
                  <a:lnTo>
                    <a:pt x="21393" y="7106"/>
                  </a:lnTo>
                  <a:lnTo>
                    <a:pt x="21471" y="6913"/>
                  </a:lnTo>
                  <a:lnTo>
                    <a:pt x="21625" y="6758"/>
                  </a:lnTo>
                  <a:lnTo>
                    <a:pt x="21818" y="6604"/>
                  </a:lnTo>
                  <a:lnTo>
                    <a:pt x="22050" y="6565"/>
                  </a:lnTo>
                  <a:close/>
                  <a:moveTo>
                    <a:pt x="12280" y="7415"/>
                  </a:moveTo>
                  <a:lnTo>
                    <a:pt x="12473" y="7453"/>
                  </a:lnTo>
                  <a:lnTo>
                    <a:pt x="12126" y="7994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62" y="8110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40" y="7723"/>
                  </a:lnTo>
                  <a:lnTo>
                    <a:pt x="11817" y="7608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64" y="7415"/>
                  </a:lnTo>
                  <a:close/>
                  <a:moveTo>
                    <a:pt x="2240" y="9384"/>
                  </a:moveTo>
                  <a:lnTo>
                    <a:pt x="2356" y="9422"/>
                  </a:lnTo>
                  <a:lnTo>
                    <a:pt x="2472" y="9500"/>
                  </a:lnTo>
                  <a:lnTo>
                    <a:pt x="2549" y="9577"/>
                  </a:lnTo>
                  <a:lnTo>
                    <a:pt x="2627" y="9770"/>
                  </a:lnTo>
                  <a:lnTo>
                    <a:pt x="2627" y="9886"/>
                  </a:lnTo>
                  <a:lnTo>
                    <a:pt x="2627" y="10002"/>
                  </a:lnTo>
                  <a:lnTo>
                    <a:pt x="2125" y="9886"/>
                  </a:lnTo>
                  <a:lnTo>
                    <a:pt x="1661" y="9886"/>
                  </a:lnTo>
                  <a:lnTo>
                    <a:pt x="1700" y="9770"/>
                  </a:lnTo>
                  <a:lnTo>
                    <a:pt x="1738" y="9654"/>
                  </a:lnTo>
                  <a:lnTo>
                    <a:pt x="1816" y="9538"/>
                  </a:lnTo>
                  <a:lnTo>
                    <a:pt x="1893" y="9461"/>
                  </a:lnTo>
                  <a:lnTo>
                    <a:pt x="2009" y="9384"/>
                  </a:lnTo>
                  <a:close/>
                  <a:moveTo>
                    <a:pt x="11662" y="8998"/>
                  </a:moveTo>
                  <a:lnTo>
                    <a:pt x="11469" y="9500"/>
                  </a:lnTo>
                  <a:lnTo>
                    <a:pt x="11354" y="10040"/>
                  </a:lnTo>
                  <a:lnTo>
                    <a:pt x="11276" y="10272"/>
                  </a:lnTo>
                  <a:lnTo>
                    <a:pt x="11238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9" y="9693"/>
                  </a:lnTo>
                  <a:lnTo>
                    <a:pt x="10929" y="9577"/>
                  </a:lnTo>
                  <a:lnTo>
                    <a:pt x="10967" y="9461"/>
                  </a:lnTo>
                  <a:lnTo>
                    <a:pt x="11006" y="9345"/>
                  </a:lnTo>
                  <a:lnTo>
                    <a:pt x="11122" y="9152"/>
                  </a:lnTo>
                  <a:lnTo>
                    <a:pt x="11276" y="9075"/>
                  </a:lnTo>
                  <a:lnTo>
                    <a:pt x="11469" y="8998"/>
                  </a:lnTo>
                  <a:close/>
                  <a:moveTo>
                    <a:pt x="3785" y="9770"/>
                  </a:moveTo>
                  <a:lnTo>
                    <a:pt x="3901" y="9809"/>
                  </a:lnTo>
                  <a:lnTo>
                    <a:pt x="4017" y="9886"/>
                  </a:lnTo>
                  <a:lnTo>
                    <a:pt x="4094" y="10002"/>
                  </a:lnTo>
                  <a:lnTo>
                    <a:pt x="4133" y="10118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4" y="10542"/>
                  </a:lnTo>
                  <a:lnTo>
                    <a:pt x="4017" y="10658"/>
                  </a:lnTo>
                  <a:lnTo>
                    <a:pt x="3862" y="10542"/>
                  </a:lnTo>
                  <a:lnTo>
                    <a:pt x="3515" y="10349"/>
                  </a:lnTo>
                  <a:lnTo>
                    <a:pt x="3090" y="10156"/>
                  </a:lnTo>
                  <a:lnTo>
                    <a:pt x="3129" y="10040"/>
                  </a:lnTo>
                  <a:lnTo>
                    <a:pt x="3244" y="9924"/>
                  </a:lnTo>
                  <a:lnTo>
                    <a:pt x="3360" y="9847"/>
                  </a:lnTo>
                  <a:lnTo>
                    <a:pt x="3515" y="9770"/>
                  </a:lnTo>
                  <a:close/>
                  <a:moveTo>
                    <a:pt x="4943" y="10658"/>
                  </a:moveTo>
                  <a:lnTo>
                    <a:pt x="5021" y="10735"/>
                  </a:lnTo>
                  <a:lnTo>
                    <a:pt x="5098" y="10774"/>
                  </a:lnTo>
                  <a:lnTo>
                    <a:pt x="5137" y="10890"/>
                  </a:lnTo>
                  <a:lnTo>
                    <a:pt x="5175" y="11044"/>
                  </a:lnTo>
                  <a:lnTo>
                    <a:pt x="5137" y="11237"/>
                  </a:lnTo>
                  <a:lnTo>
                    <a:pt x="5098" y="11430"/>
                  </a:lnTo>
                  <a:lnTo>
                    <a:pt x="4403" y="10928"/>
                  </a:lnTo>
                  <a:lnTo>
                    <a:pt x="4441" y="10813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20"/>
                  </a:moveTo>
                  <a:lnTo>
                    <a:pt x="10967" y="11199"/>
                  </a:lnTo>
                  <a:lnTo>
                    <a:pt x="10736" y="11739"/>
                  </a:lnTo>
                  <a:lnTo>
                    <a:pt x="10658" y="11701"/>
                  </a:lnTo>
                  <a:lnTo>
                    <a:pt x="10504" y="11546"/>
                  </a:lnTo>
                  <a:lnTo>
                    <a:pt x="10427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3"/>
                  </a:lnTo>
                  <a:lnTo>
                    <a:pt x="10736" y="10697"/>
                  </a:lnTo>
                  <a:lnTo>
                    <a:pt x="10929" y="10620"/>
                  </a:lnTo>
                  <a:close/>
                  <a:moveTo>
                    <a:pt x="5986" y="11469"/>
                  </a:moveTo>
                  <a:lnTo>
                    <a:pt x="6063" y="11508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4" y="11778"/>
                  </a:lnTo>
                  <a:lnTo>
                    <a:pt x="6372" y="12010"/>
                  </a:lnTo>
                  <a:lnTo>
                    <a:pt x="6411" y="12241"/>
                  </a:lnTo>
                  <a:lnTo>
                    <a:pt x="6372" y="12473"/>
                  </a:lnTo>
                  <a:lnTo>
                    <a:pt x="5909" y="12087"/>
                  </a:lnTo>
                  <a:lnTo>
                    <a:pt x="5407" y="11701"/>
                  </a:lnTo>
                  <a:lnTo>
                    <a:pt x="5445" y="11624"/>
                  </a:lnTo>
                  <a:lnTo>
                    <a:pt x="5561" y="11546"/>
                  </a:lnTo>
                  <a:lnTo>
                    <a:pt x="5639" y="11508"/>
                  </a:lnTo>
                  <a:lnTo>
                    <a:pt x="5754" y="11469"/>
                  </a:lnTo>
                  <a:close/>
                  <a:moveTo>
                    <a:pt x="10543" y="12048"/>
                  </a:moveTo>
                  <a:lnTo>
                    <a:pt x="10388" y="12319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9" y="12241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3" y="12048"/>
                  </a:lnTo>
                  <a:close/>
                  <a:moveTo>
                    <a:pt x="7376" y="12512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40" y="12821"/>
                  </a:lnTo>
                  <a:lnTo>
                    <a:pt x="7878" y="13014"/>
                  </a:lnTo>
                  <a:lnTo>
                    <a:pt x="7878" y="13207"/>
                  </a:lnTo>
                  <a:lnTo>
                    <a:pt x="7840" y="13207"/>
                  </a:lnTo>
                  <a:lnTo>
                    <a:pt x="7338" y="13014"/>
                  </a:lnTo>
                  <a:lnTo>
                    <a:pt x="6836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2"/>
                  </a:lnTo>
                  <a:close/>
                  <a:moveTo>
                    <a:pt x="8844" y="12627"/>
                  </a:moveTo>
                  <a:lnTo>
                    <a:pt x="8959" y="12666"/>
                  </a:lnTo>
                  <a:lnTo>
                    <a:pt x="9114" y="12782"/>
                  </a:lnTo>
                  <a:lnTo>
                    <a:pt x="9191" y="12936"/>
                  </a:lnTo>
                  <a:lnTo>
                    <a:pt x="9230" y="13129"/>
                  </a:lnTo>
                  <a:lnTo>
                    <a:pt x="9268" y="13207"/>
                  </a:lnTo>
                  <a:lnTo>
                    <a:pt x="9037" y="13284"/>
                  </a:lnTo>
                  <a:lnTo>
                    <a:pt x="8805" y="13323"/>
                  </a:lnTo>
                  <a:lnTo>
                    <a:pt x="8573" y="13323"/>
                  </a:lnTo>
                  <a:lnTo>
                    <a:pt x="8303" y="13284"/>
                  </a:lnTo>
                  <a:lnTo>
                    <a:pt x="8303" y="13207"/>
                  </a:lnTo>
                  <a:lnTo>
                    <a:pt x="8342" y="13014"/>
                  </a:lnTo>
                  <a:lnTo>
                    <a:pt x="8419" y="12821"/>
                  </a:lnTo>
                  <a:lnTo>
                    <a:pt x="8573" y="12705"/>
                  </a:lnTo>
                  <a:lnTo>
                    <a:pt x="8650" y="12666"/>
                  </a:lnTo>
                  <a:lnTo>
                    <a:pt x="8766" y="12627"/>
                  </a:lnTo>
                  <a:close/>
                  <a:moveTo>
                    <a:pt x="22977" y="0"/>
                  </a:moveTo>
                  <a:lnTo>
                    <a:pt x="22899" y="39"/>
                  </a:lnTo>
                  <a:lnTo>
                    <a:pt x="22822" y="78"/>
                  </a:lnTo>
                  <a:lnTo>
                    <a:pt x="22784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822" y="425"/>
                  </a:lnTo>
                  <a:lnTo>
                    <a:pt x="22861" y="464"/>
                  </a:lnTo>
                  <a:lnTo>
                    <a:pt x="23015" y="657"/>
                  </a:lnTo>
                  <a:lnTo>
                    <a:pt x="22899" y="773"/>
                  </a:lnTo>
                  <a:lnTo>
                    <a:pt x="22784" y="966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61" y="2279"/>
                  </a:lnTo>
                  <a:lnTo>
                    <a:pt x="23054" y="2395"/>
                  </a:lnTo>
                  <a:lnTo>
                    <a:pt x="23247" y="2510"/>
                  </a:lnTo>
                  <a:lnTo>
                    <a:pt x="23479" y="2510"/>
                  </a:lnTo>
                  <a:lnTo>
                    <a:pt x="23401" y="2704"/>
                  </a:lnTo>
                  <a:lnTo>
                    <a:pt x="23363" y="2897"/>
                  </a:lnTo>
                  <a:lnTo>
                    <a:pt x="23324" y="3090"/>
                  </a:lnTo>
                  <a:lnTo>
                    <a:pt x="23363" y="3283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901"/>
                  </a:lnTo>
                  <a:lnTo>
                    <a:pt x="23981" y="4016"/>
                  </a:lnTo>
                  <a:lnTo>
                    <a:pt x="23749" y="4209"/>
                  </a:lnTo>
                  <a:lnTo>
                    <a:pt x="23556" y="4480"/>
                  </a:lnTo>
                  <a:lnTo>
                    <a:pt x="23479" y="4750"/>
                  </a:lnTo>
                  <a:lnTo>
                    <a:pt x="23440" y="4905"/>
                  </a:lnTo>
                  <a:lnTo>
                    <a:pt x="23440" y="5020"/>
                  </a:lnTo>
                  <a:lnTo>
                    <a:pt x="23517" y="5291"/>
                  </a:lnTo>
                  <a:lnTo>
                    <a:pt x="23633" y="5484"/>
                  </a:lnTo>
                  <a:lnTo>
                    <a:pt x="23401" y="5522"/>
                  </a:lnTo>
                  <a:lnTo>
                    <a:pt x="23170" y="5561"/>
                  </a:lnTo>
                  <a:lnTo>
                    <a:pt x="22977" y="5715"/>
                  </a:lnTo>
                  <a:lnTo>
                    <a:pt x="22784" y="5870"/>
                  </a:lnTo>
                  <a:lnTo>
                    <a:pt x="22706" y="6102"/>
                  </a:lnTo>
                  <a:lnTo>
                    <a:pt x="22629" y="6372"/>
                  </a:lnTo>
                  <a:lnTo>
                    <a:pt x="22475" y="6295"/>
                  </a:lnTo>
                  <a:lnTo>
                    <a:pt x="22320" y="6256"/>
                  </a:lnTo>
                  <a:lnTo>
                    <a:pt x="22166" y="6217"/>
                  </a:lnTo>
                  <a:lnTo>
                    <a:pt x="21973" y="6217"/>
                  </a:lnTo>
                  <a:lnTo>
                    <a:pt x="21741" y="6295"/>
                  </a:lnTo>
                  <a:lnTo>
                    <a:pt x="21509" y="6411"/>
                  </a:lnTo>
                  <a:lnTo>
                    <a:pt x="21355" y="6565"/>
                  </a:lnTo>
                  <a:lnTo>
                    <a:pt x="21200" y="6797"/>
                  </a:lnTo>
                  <a:lnTo>
                    <a:pt x="21123" y="6449"/>
                  </a:lnTo>
                  <a:lnTo>
                    <a:pt x="20969" y="6140"/>
                  </a:lnTo>
                  <a:lnTo>
                    <a:pt x="20853" y="6024"/>
                  </a:lnTo>
                  <a:lnTo>
                    <a:pt x="20737" y="5909"/>
                  </a:lnTo>
                  <a:lnTo>
                    <a:pt x="20582" y="5831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80" y="5793"/>
                  </a:lnTo>
                  <a:lnTo>
                    <a:pt x="19887" y="5870"/>
                  </a:lnTo>
                  <a:lnTo>
                    <a:pt x="19772" y="5947"/>
                  </a:lnTo>
                  <a:lnTo>
                    <a:pt x="19733" y="5715"/>
                  </a:lnTo>
                  <a:lnTo>
                    <a:pt x="19617" y="5484"/>
                  </a:lnTo>
                  <a:lnTo>
                    <a:pt x="19463" y="5329"/>
                  </a:lnTo>
                  <a:lnTo>
                    <a:pt x="19385" y="5252"/>
                  </a:lnTo>
                  <a:lnTo>
                    <a:pt x="19270" y="5175"/>
                  </a:lnTo>
                  <a:lnTo>
                    <a:pt x="19038" y="5136"/>
                  </a:lnTo>
                  <a:lnTo>
                    <a:pt x="18845" y="5175"/>
                  </a:lnTo>
                  <a:lnTo>
                    <a:pt x="18652" y="5291"/>
                  </a:lnTo>
                  <a:lnTo>
                    <a:pt x="18497" y="5407"/>
                  </a:lnTo>
                  <a:lnTo>
                    <a:pt x="18459" y="5252"/>
                  </a:lnTo>
                  <a:lnTo>
                    <a:pt x="18420" y="5136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3" y="4673"/>
                  </a:lnTo>
                  <a:lnTo>
                    <a:pt x="17957" y="4596"/>
                  </a:lnTo>
                  <a:lnTo>
                    <a:pt x="17802" y="4557"/>
                  </a:lnTo>
                  <a:lnTo>
                    <a:pt x="17648" y="4518"/>
                  </a:lnTo>
                  <a:lnTo>
                    <a:pt x="17493" y="4557"/>
                  </a:lnTo>
                  <a:lnTo>
                    <a:pt x="17377" y="4596"/>
                  </a:lnTo>
                  <a:lnTo>
                    <a:pt x="17262" y="4634"/>
                  </a:lnTo>
                  <a:lnTo>
                    <a:pt x="17146" y="4750"/>
                  </a:lnTo>
                  <a:lnTo>
                    <a:pt x="17030" y="4827"/>
                  </a:lnTo>
                  <a:lnTo>
                    <a:pt x="16875" y="5098"/>
                  </a:lnTo>
                  <a:lnTo>
                    <a:pt x="16760" y="4943"/>
                  </a:lnTo>
                  <a:lnTo>
                    <a:pt x="16605" y="4789"/>
                  </a:lnTo>
                  <a:lnTo>
                    <a:pt x="16451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9" y="4673"/>
                  </a:lnTo>
                  <a:lnTo>
                    <a:pt x="15794" y="4750"/>
                  </a:lnTo>
                  <a:lnTo>
                    <a:pt x="15640" y="4866"/>
                  </a:lnTo>
                  <a:lnTo>
                    <a:pt x="15524" y="4982"/>
                  </a:lnTo>
                  <a:lnTo>
                    <a:pt x="15447" y="5136"/>
                  </a:lnTo>
                  <a:lnTo>
                    <a:pt x="15408" y="5329"/>
                  </a:lnTo>
                  <a:lnTo>
                    <a:pt x="15408" y="5484"/>
                  </a:lnTo>
                  <a:lnTo>
                    <a:pt x="15447" y="5561"/>
                  </a:lnTo>
                  <a:lnTo>
                    <a:pt x="15408" y="5561"/>
                  </a:lnTo>
                  <a:lnTo>
                    <a:pt x="15331" y="5368"/>
                  </a:lnTo>
                  <a:lnTo>
                    <a:pt x="15176" y="5175"/>
                  </a:lnTo>
                  <a:lnTo>
                    <a:pt x="15022" y="5059"/>
                  </a:lnTo>
                  <a:lnTo>
                    <a:pt x="14829" y="4982"/>
                  </a:lnTo>
                  <a:lnTo>
                    <a:pt x="14636" y="4943"/>
                  </a:lnTo>
                  <a:lnTo>
                    <a:pt x="14443" y="4982"/>
                  </a:lnTo>
                  <a:lnTo>
                    <a:pt x="14288" y="5020"/>
                  </a:lnTo>
                  <a:lnTo>
                    <a:pt x="14134" y="5098"/>
                  </a:lnTo>
                  <a:lnTo>
                    <a:pt x="14057" y="5175"/>
                  </a:lnTo>
                  <a:lnTo>
                    <a:pt x="13941" y="5291"/>
                  </a:lnTo>
                  <a:lnTo>
                    <a:pt x="13825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5"/>
                  </a:lnTo>
                  <a:lnTo>
                    <a:pt x="13168" y="5715"/>
                  </a:lnTo>
                  <a:lnTo>
                    <a:pt x="12937" y="5754"/>
                  </a:lnTo>
                  <a:lnTo>
                    <a:pt x="12744" y="5831"/>
                  </a:lnTo>
                  <a:lnTo>
                    <a:pt x="12589" y="5947"/>
                  </a:lnTo>
                  <a:lnTo>
                    <a:pt x="12512" y="6063"/>
                  </a:lnTo>
                  <a:lnTo>
                    <a:pt x="12435" y="6217"/>
                  </a:lnTo>
                  <a:lnTo>
                    <a:pt x="12358" y="6372"/>
                  </a:lnTo>
                  <a:lnTo>
                    <a:pt x="12358" y="6526"/>
                  </a:lnTo>
                  <a:lnTo>
                    <a:pt x="12358" y="6681"/>
                  </a:lnTo>
                  <a:lnTo>
                    <a:pt x="12358" y="6835"/>
                  </a:lnTo>
                  <a:lnTo>
                    <a:pt x="12435" y="6990"/>
                  </a:lnTo>
                  <a:lnTo>
                    <a:pt x="12164" y="7028"/>
                  </a:lnTo>
                  <a:lnTo>
                    <a:pt x="11894" y="7106"/>
                  </a:lnTo>
                  <a:lnTo>
                    <a:pt x="11662" y="7221"/>
                  </a:lnTo>
                  <a:lnTo>
                    <a:pt x="11508" y="7415"/>
                  </a:lnTo>
                  <a:lnTo>
                    <a:pt x="11392" y="7530"/>
                  </a:lnTo>
                  <a:lnTo>
                    <a:pt x="11354" y="7685"/>
                  </a:lnTo>
                  <a:lnTo>
                    <a:pt x="11315" y="7839"/>
                  </a:lnTo>
                  <a:lnTo>
                    <a:pt x="11276" y="7994"/>
                  </a:lnTo>
                  <a:lnTo>
                    <a:pt x="11315" y="8148"/>
                  </a:lnTo>
                  <a:lnTo>
                    <a:pt x="11354" y="8303"/>
                  </a:lnTo>
                  <a:lnTo>
                    <a:pt x="11392" y="8457"/>
                  </a:lnTo>
                  <a:lnTo>
                    <a:pt x="11469" y="8612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58" y="9229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2" y="10233"/>
                  </a:lnTo>
                  <a:lnTo>
                    <a:pt x="10620" y="10311"/>
                  </a:lnTo>
                  <a:lnTo>
                    <a:pt x="10427" y="10426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79" y="11006"/>
                  </a:lnTo>
                  <a:lnTo>
                    <a:pt x="10041" y="11237"/>
                  </a:lnTo>
                  <a:lnTo>
                    <a:pt x="10079" y="11469"/>
                  </a:lnTo>
                  <a:lnTo>
                    <a:pt x="10195" y="11701"/>
                  </a:lnTo>
                  <a:lnTo>
                    <a:pt x="9925" y="11739"/>
                  </a:lnTo>
                  <a:lnTo>
                    <a:pt x="9693" y="11855"/>
                  </a:lnTo>
                  <a:lnTo>
                    <a:pt x="9500" y="12010"/>
                  </a:lnTo>
                  <a:lnTo>
                    <a:pt x="9423" y="12087"/>
                  </a:lnTo>
                  <a:lnTo>
                    <a:pt x="9384" y="12203"/>
                  </a:lnTo>
                  <a:lnTo>
                    <a:pt x="9346" y="12319"/>
                  </a:lnTo>
                  <a:lnTo>
                    <a:pt x="9307" y="12473"/>
                  </a:lnTo>
                  <a:lnTo>
                    <a:pt x="9191" y="12396"/>
                  </a:lnTo>
                  <a:lnTo>
                    <a:pt x="9037" y="12319"/>
                  </a:lnTo>
                  <a:lnTo>
                    <a:pt x="8882" y="12280"/>
                  </a:lnTo>
                  <a:lnTo>
                    <a:pt x="8728" y="12280"/>
                  </a:lnTo>
                  <a:lnTo>
                    <a:pt x="8535" y="12357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10" y="12550"/>
                  </a:lnTo>
                  <a:lnTo>
                    <a:pt x="7994" y="12434"/>
                  </a:lnTo>
                  <a:lnTo>
                    <a:pt x="7878" y="12319"/>
                  </a:lnTo>
                  <a:lnTo>
                    <a:pt x="7724" y="12241"/>
                  </a:lnTo>
                  <a:lnTo>
                    <a:pt x="7492" y="12164"/>
                  </a:lnTo>
                  <a:lnTo>
                    <a:pt x="7222" y="12203"/>
                  </a:lnTo>
                  <a:lnTo>
                    <a:pt x="6990" y="12280"/>
                  </a:lnTo>
                  <a:lnTo>
                    <a:pt x="6797" y="12434"/>
                  </a:lnTo>
                  <a:lnTo>
                    <a:pt x="6797" y="12048"/>
                  </a:lnTo>
                  <a:lnTo>
                    <a:pt x="6758" y="11894"/>
                  </a:lnTo>
                  <a:lnTo>
                    <a:pt x="6681" y="11701"/>
                  </a:lnTo>
                  <a:lnTo>
                    <a:pt x="6604" y="11546"/>
                  </a:lnTo>
                  <a:lnTo>
                    <a:pt x="6527" y="11430"/>
                  </a:lnTo>
                  <a:lnTo>
                    <a:pt x="6372" y="11315"/>
                  </a:lnTo>
                  <a:lnTo>
                    <a:pt x="6218" y="11199"/>
                  </a:lnTo>
                  <a:lnTo>
                    <a:pt x="6063" y="11160"/>
                  </a:lnTo>
                  <a:lnTo>
                    <a:pt x="5716" y="11160"/>
                  </a:lnTo>
                  <a:lnTo>
                    <a:pt x="5523" y="11237"/>
                  </a:lnTo>
                  <a:lnTo>
                    <a:pt x="5523" y="10967"/>
                  </a:lnTo>
                  <a:lnTo>
                    <a:pt x="5445" y="10735"/>
                  </a:lnTo>
                  <a:lnTo>
                    <a:pt x="5330" y="10504"/>
                  </a:lnTo>
                  <a:lnTo>
                    <a:pt x="5214" y="10426"/>
                  </a:lnTo>
                  <a:lnTo>
                    <a:pt x="5098" y="10388"/>
                  </a:lnTo>
                  <a:lnTo>
                    <a:pt x="4943" y="10311"/>
                  </a:lnTo>
                  <a:lnTo>
                    <a:pt x="4828" y="10311"/>
                  </a:lnTo>
                  <a:lnTo>
                    <a:pt x="4673" y="10349"/>
                  </a:lnTo>
                  <a:lnTo>
                    <a:pt x="4519" y="10388"/>
                  </a:lnTo>
                  <a:lnTo>
                    <a:pt x="4519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10" y="9577"/>
                  </a:lnTo>
                  <a:lnTo>
                    <a:pt x="4055" y="9500"/>
                  </a:lnTo>
                  <a:lnTo>
                    <a:pt x="3901" y="9461"/>
                  </a:lnTo>
                  <a:lnTo>
                    <a:pt x="3746" y="9422"/>
                  </a:lnTo>
                  <a:lnTo>
                    <a:pt x="3592" y="9422"/>
                  </a:lnTo>
                  <a:lnTo>
                    <a:pt x="3399" y="9461"/>
                  </a:lnTo>
                  <a:lnTo>
                    <a:pt x="3283" y="9538"/>
                  </a:lnTo>
                  <a:lnTo>
                    <a:pt x="3129" y="9616"/>
                  </a:lnTo>
                  <a:lnTo>
                    <a:pt x="3013" y="9770"/>
                  </a:lnTo>
                  <a:lnTo>
                    <a:pt x="2974" y="9616"/>
                  </a:lnTo>
                  <a:lnTo>
                    <a:pt x="2897" y="9461"/>
                  </a:lnTo>
                  <a:lnTo>
                    <a:pt x="2781" y="9268"/>
                  </a:lnTo>
                  <a:lnTo>
                    <a:pt x="2627" y="9152"/>
                  </a:lnTo>
                  <a:lnTo>
                    <a:pt x="2433" y="9036"/>
                  </a:lnTo>
                  <a:lnTo>
                    <a:pt x="2240" y="8998"/>
                  </a:lnTo>
                  <a:lnTo>
                    <a:pt x="2047" y="9036"/>
                  </a:lnTo>
                  <a:lnTo>
                    <a:pt x="1854" y="9114"/>
                  </a:lnTo>
                  <a:lnTo>
                    <a:pt x="1700" y="9191"/>
                  </a:lnTo>
                  <a:lnTo>
                    <a:pt x="1545" y="9345"/>
                  </a:lnTo>
                  <a:lnTo>
                    <a:pt x="1430" y="9538"/>
                  </a:lnTo>
                  <a:lnTo>
                    <a:pt x="1391" y="9731"/>
                  </a:lnTo>
                  <a:lnTo>
                    <a:pt x="1352" y="9924"/>
                  </a:lnTo>
                  <a:lnTo>
                    <a:pt x="1121" y="9963"/>
                  </a:lnTo>
                  <a:lnTo>
                    <a:pt x="928" y="10040"/>
                  </a:lnTo>
                  <a:lnTo>
                    <a:pt x="696" y="10156"/>
                  </a:lnTo>
                  <a:lnTo>
                    <a:pt x="503" y="10311"/>
                  </a:lnTo>
                  <a:lnTo>
                    <a:pt x="387" y="10426"/>
                  </a:lnTo>
                  <a:lnTo>
                    <a:pt x="271" y="10581"/>
                  </a:lnTo>
                  <a:lnTo>
                    <a:pt x="117" y="10890"/>
                  </a:lnTo>
                  <a:lnTo>
                    <a:pt x="1" y="11237"/>
                  </a:lnTo>
                  <a:lnTo>
                    <a:pt x="1" y="11585"/>
                  </a:lnTo>
                  <a:lnTo>
                    <a:pt x="78" y="11932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9" y="12821"/>
                  </a:lnTo>
                  <a:lnTo>
                    <a:pt x="812" y="12936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086" y="13129"/>
                  </a:lnTo>
                  <a:lnTo>
                    <a:pt x="2472" y="12975"/>
                  </a:lnTo>
                  <a:lnTo>
                    <a:pt x="2820" y="12782"/>
                  </a:lnTo>
                  <a:lnTo>
                    <a:pt x="3129" y="12550"/>
                  </a:lnTo>
                  <a:lnTo>
                    <a:pt x="3360" y="12241"/>
                  </a:lnTo>
                  <a:lnTo>
                    <a:pt x="3592" y="12010"/>
                  </a:lnTo>
                  <a:lnTo>
                    <a:pt x="3553" y="11932"/>
                  </a:lnTo>
                  <a:lnTo>
                    <a:pt x="3515" y="11817"/>
                  </a:lnTo>
                  <a:lnTo>
                    <a:pt x="3437" y="11778"/>
                  </a:lnTo>
                  <a:lnTo>
                    <a:pt x="3322" y="11739"/>
                  </a:lnTo>
                  <a:lnTo>
                    <a:pt x="3283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20" y="12241"/>
                  </a:lnTo>
                  <a:lnTo>
                    <a:pt x="2588" y="12434"/>
                  </a:lnTo>
                  <a:lnTo>
                    <a:pt x="2318" y="12589"/>
                  </a:lnTo>
                  <a:lnTo>
                    <a:pt x="2047" y="12666"/>
                  </a:lnTo>
                  <a:lnTo>
                    <a:pt x="1738" y="12705"/>
                  </a:lnTo>
                  <a:lnTo>
                    <a:pt x="1430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2" y="12357"/>
                  </a:lnTo>
                  <a:lnTo>
                    <a:pt x="696" y="12203"/>
                  </a:lnTo>
                  <a:lnTo>
                    <a:pt x="619" y="12048"/>
                  </a:lnTo>
                  <a:lnTo>
                    <a:pt x="541" y="11894"/>
                  </a:lnTo>
                  <a:lnTo>
                    <a:pt x="503" y="11739"/>
                  </a:lnTo>
                  <a:lnTo>
                    <a:pt x="503" y="11546"/>
                  </a:lnTo>
                  <a:lnTo>
                    <a:pt x="503" y="11392"/>
                  </a:lnTo>
                  <a:lnTo>
                    <a:pt x="541" y="11199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9" y="10620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30" y="10388"/>
                  </a:lnTo>
                  <a:lnTo>
                    <a:pt x="1738" y="10349"/>
                  </a:lnTo>
                  <a:lnTo>
                    <a:pt x="2009" y="10349"/>
                  </a:lnTo>
                  <a:lnTo>
                    <a:pt x="2318" y="10388"/>
                  </a:lnTo>
                  <a:lnTo>
                    <a:pt x="2588" y="10426"/>
                  </a:lnTo>
                  <a:lnTo>
                    <a:pt x="2858" y="10542"/>
                  </a:lnTo>
                  <a:lnTo>
                    <a:pt x="3129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5" y="11662"/>
                  </a:lnTo>
                  <a:lnTo>
                    <a:pt x="5523" y="12396"/>
                  </a:lnTo>
                  <a:lnTo>
                    <a:pt x="5870" y="12705"/>
                  </a:lnTo>
                  <a:lnTo>
                    <a:pt x="6256" y="12975"/>
                  </a:lnTo>
                  <a:lnTo>
                    <a:pt x="6681" y="13207"/>
                  </a:lnTo>
                  <a:lnTo>
                    <a:pt x="7106" y="13438"/>
                  </a:lnTo>
                  <a:lnTo>
                    <a:pt x="7531" y="13593"/>
                  </a:lnTo>
                  <a:lnTo>
                    <a:pt x="7994" y="13747"/>
                  </a:lnTo>
                  <a:lnTo>
                    <a:pt x="8457" y="13786"/>
                  </a:lnTo>
                  <a:lnTo>
                    <a:pt x="8921" y="13786"/>
                  </a:lnTo>
                  <a:lnTo>
                    <a:pt x="9346" y="13709"/>
                  </a:lnTo>
                  <a:lnTo>
                    <a:pt x="9732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9" y="12473"/>
                  </a:lnTo>
                  <a:lnTo>
                    <a:pt x="11122" y="12126"/>
                  </a:lnTo>
                  <a:lnTo>
                    <a:pt x="11315" y="11739"/>
                  </a:lnTo>
                  <a:lnTo>
                    <a:pt x="11508" y="11237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6" y="9114"/>
                  </a:lnTo>
                  <a:lnTo>
                    <a:pt x="12358" y="8612"/>
                  </a:lnTo>
                  <a:lnTo>
                    <a:pt x="12589" y="8110"/>
                  </a:lnTo>
                  <a:lnTo>
                    <a:pt x="12937" y="7646"/>
                  </a:lnTo>
                  <a:lnTo>
                    <a:pt x="13284" y="7299"/>
                  </a:lnTo>
                  <a:lnTo>
                    <a:pt x="13632" y="6990"/>
                  </a:lnTo>
                  <a:lnTo>
                    <a:pt x="14018" y="6719"/>
                  </a:lnTo>
                  <a:lnTo>
                    <a:pt x="14443" y="6449"/>
                  </a:lnTo>
                  <a:lnTo>
                    <a:pt x="14906" y="6256"/>
                  </a:lnTo>
                  <a:lnTo>
                    <a:pt x="15369" y="6102"/>
                  </a:lnTo>
                  <a:lnTo>
                    <a:pt x="15833" y="5986"/>
                  </a:lnTo>
                  <a:lnTo>
                    <a:pt x="16296" y="5947"/>
                  </a:lnTo>
                  <a:lnTo>
                    <a:pt x="16605" y="5909"/>
                  </a:lnTo>
                  <a:lnTo>
                    <a:pt x="16914" y="5909"/>
                  </a:lnTo>
                  <a:lnTo>
                    <a:pt x="17455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4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2"/>
                  </a:lnTo>
                  <a:lnTo>
                    <a:pt x="21316" y="7646"/>
                  </a:lnTo>
                  <a:lnTo>
                    <a:pt x="21741" y="7723"/>
                  </a:lnTo>
                  <a:lnTo>
                    <a:pt x="22166" y="7762"/>
                  </a:lnTo>
                  <a:lnTo>
                    <a:pt x="22590" y="7723"/>
                  </a:lnTo>
                  <a:lnTo>
                    <a:pt x="22977" y="7646"/>
                  </a:lnTo>
                  <a:lnTo>
                    <a:pt x="23363" y="7530"/>
                  </a:lnTo>
                  <a:lnTo>
                    <a:pt x="23710" y="7299"/>
                  </a:lnTo>
                  <a:lnTo>
                    <a:pt x="24058" y="6990"/>
                  </a:lnTo>
                  <a:lnTo>
                    <a:pt x="24367" y="6642"/>
                  </a:lnTo>
                  <a:lnTo>
                    <a:pt x="24598" y="6295"/>
                  </a:lnTo>
                  <a:lnTo>
                    <a:pt x="24753" y="5909"/>
                  </a:lnTo>
                  <a:lnTo>
                    <a:pt x="24869" y="5484"/>
                  </a:lnTo>
                  <a:lnTo>
                    <a:pt x="24985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6" y="3746"/>
                  </a:lnTo>
                  <a:lnTo>
                    <a:pt x="24869" y="3283"/>
                  </a:lnTo>
                  <a:lnTo>
                    <a:pt x="24791" y="2858"/>
                  </a:lnTo>
                  <a:lnTo>
                    <a:pt x="24637" y="2395"/>
                  </a:lnTo>
                  <a:lnTo>
                    <a:pt x="24444" y="1970"/>
                  </a:lnTo>
                  <a:lnTo>
                    <a:pt x="24251" y="1584"/>
                  </a:lnTo>
                  <a:lnTo>
                    <a:pt x="24058" y="1198"/>
                  </a:lnTo>
                  <a:lnTo>
                    <a:pt x="23788" y="811"/>
                  </a:lnTo>
                  <a:lnTo>
                    <a:pt x="23942" y="387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70" y="78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0" name="Google Shape;5190;p21"/>
            <p:cNvSpPr/>
            <p:nvPr/>
          </p:nvSpPr>
          <p:spPr>
            <a:xfrm>
              <a:off x="5082350" y="438710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1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9"/>
                  </a:lnTo>
                  <a:lnTo>
                    <a:pt x="4364" y="1120"/>
                  </a:lnTo>
                  <a:lnTo>
                    <a:pt x="4634" y="1429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3" y="2433"/>
                  </a:lnTo>
                  <a:lnTo>
                    <a:pt x="5368" y="2819"/>
                  </a:lnTo>
                  <a:lnTo>
                    <a:pt x="5484" y="3206"/>
                  </a:lnTo>
                  <a:lnTo>
                    <a:pt x="5522" y="3592"/>
                  </a:lnTo>
                  <a:lnTo>
                    <a:pt x="5600" y="3978"/>
                  </a:lnTo>
                  <a:lnTo>
                    <a:pt x="5600" y="4403"/>
                  </a:lnTo>
                  <a:lnTo>
                    <a:pt x="5561" y="4789"/>
                  </a:lnTo>
                  <a:lnTo>
                    <a:pt x="5522" y="5214"/>
                  </a:lnTo>
                  <a:lnTo>
                    <a:pt x="5445" y="5600"/>
                  </a:lnTo>
                  <a:lnTo>
                    <a:pt x="5329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6"/>
                  </a:lnTo>
                  <a:lnTo>
                    <a:pt x="4209" y="8032"/>
                  </a:lnTo>
                  <a:lnTo>
                    <a:pt x="3939" y="8380"/>
                  </a:lnTo>
                  <a:lnTo>
                    <a:pt x="3630" y="8728"/>
                  </a:lnTo>
                  <a:lnTo>
                    <a:pt x="3283" y="9036"/>
                  </a:lnTo>
                  <a:lnTo>
                    <a:pt x="2935" y="9307"/>
                  </a:lnTo>
                  <a:lnTo>
                    <a:pt x="2549" y="9577"/>
                  </a:lnTo>
                  <a:lnTo>
                    <a:pt x="2163" y="9809"/>
                  </a:lnTo>
                  <a:lnTo>
                    <a:pt x="1738" y="10040"/>
                  </a:lnTo>
                  <a:lnTo>
                    <a:pt x="1313" y="10234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0" y="10658"/>
                  </a:lnTo>
                  <a:lnTo>
                    <a:pt x="78" y="11044"/>
                  </a:lnTo>
                  <a:lnTo>
                    <a:pt x="618" y="10967"/>
                  </a:lnTo>
                  <a:lnTo>
                    <a:pt x="1120" y="10813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0" y="10195"/>
                  </a:lnTo>
                  <a:lnTo>
                    <a:pt x="2974" y="9925"/>
                  </a:lnTo>
                  <a:lnTo>
                    <a:pt x="3399" y="9616"/>
                  </a:lnTo>
                  <a:lnTo>
                    <a:pt x="3785" y="9268"/>
                  </a:lnTo>
                  <a:lnTo>
                    <a:pt x="4171" y="8921"/>
                  </a:lnTo>
                  <a:lnTo>
                    <a:pt x="4480" y="8534"/>
                  </a:lnTo>
                  <a:lnTo>
                    <a:pt x="4827" y="8110"/>
                  </a:lnTo>
                  <a:lnTo>
                    <a:pt x="5098" y="7685"/>
                  </a:lnTo>
                  <a:lnTo>
                    <a:pt x="5368" y="7222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8" y="5793"/>
                  </a:lnTo>
                  <a:lnTo>
                    <a:pt x="6024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4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6" y="1314"/>
                  </a:lnTo>
                  <a:lnTo>
                    <a:pt x="4904" y="1005"/>
                  </a:lnTo>
                  <a:lnTo>
                    <a:pt x="4596" y="696"/>
                  </a:lnTo>
                  <a:lnTo>
                    <a:pt x="4287" y="425"/>
                  </a:lnTo>
                  <a:lnTo>
                    <a:pt x="3939" y="194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1" name="Google Shape;5191;p21"/>
            <p:cNvSpPr/>
            <p:nvPr/>
          </p:nvSpPr>
          <p:spPr>
            <a:xfrm>
              <a:off x="5492625" y="4412200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1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1"/>
                  </a:lnTo>
                  <a:lnTo>
                    <a:pt x="3862" y="503"/>
                  </a:lnTo>
                  <a:lnTo>
                    <a:pt x="3322" y="773"/>
                  </a:lnTo>
                  <a:lnTo>
                    <a:pt x="2781" y="1082"/>
                  </a:lnTo>
                  <a:lnTo>
                    <a:pt x="2279" y="1429"/>
                  </a:lnTo>
                  <a:lnTo>
                    <a:pt x="1816" y="1854"/>
                  </a:lnTo>
                  <a:lnTo>
                    <a:pt x="1429" y="2279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3" y="3746"/>
                  </a:lnTo>
                  <a:lnTo>
                    <a:pt x="271" y="4248"/>
                  </a:lnTo>
                  <a:lnTo>
                    <a:pt x="117" y="4789"/>
                  </a:lnTo>
                  <a:lnTo>
                    <a:pt x="1" y="5368"/>
                  </a:lnTo>
                  <a:lnTo>
                    <a:pt x="348" y="5407"/>
                  </a:lnTo>
                  <a:lnTo>
                    <a:pt x="464" y="4982"/>
                  </a:lnTo>
                  <a:lnTo>
                    <a:pt x="580" y="4596"/>
                  </a:lnTo>
                  <a:lnTo>
                    <a:pt x="812" y="3978"/>
                  </a:lnTo>
                  <a:lnTo>
                    <a:pt x="1121" y="3399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7"/>
                  </a:lnTo>
                  <a:lnTo>
                    <a:pt x="3399" y="1159"/>
                  </a:lnTo>
                  <a:lnTo>
                    <a:pt x="3978" y="889"/>
                  </a:lnTo>
                  <a:lnTo>
                    <a:pt x="4635" y="657"/>
                  </a:lnTo>
                  <a:lnTo>
                    <a:pt x="5252" y="464"/>
                  </a:lnTo>
                  <a:lnTo>
                    <a:pt x="5909" y="387"/>
                  </a:lnTo>
                  <a:lnTo>
                    <a:pt x="6565" y="387"/>
                  </a:lnTo>
                  <a:lnTo>
                    <a:pt x="7222" y="464"/>
                  </a:lnTo>
                  <a:lnTo>
                    <a:pt x="7878" y="580"/>
                  </a:lnTo>
                  <a:lnTo>
                    <a:pt x="8496" y="812"/>
                  </a:lnTo>
                  <a:lnTo>
                    <a:pt x="9114" y="1082"/>
                  </a:lnTo>
                  <a:lnTo>
                    <a:pt x="9423" y="1275"/>
                  </a:lnTo>
                  <a:lnTo>
                    <a:pt x="9732" y="1507"/>
                  </a:lnTo>
                  <a:lnTo>
                    <a:pt x="10041" y="1700"/>
                  </a:lnTo>
                  <a:lnTo>
                    <a:pt x="10311" y="1931"/>
                  </a:lnTo>
                  <a:lnTo>
                    <a:pt x="10774" y="2472"/>
                  </a:lnTo>
                  <a:lnTo>
                    <a:pt x="11199" y="3013"/>
                  </a:lnTo>
                  <a:lnTo>
                    <a:pt x="11547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5" y="5638"/>
                  </a:lnTo>
                  <a:lnTo>
                    <a:pt x="12628" y="6218"/>
                  </a:lnTo>
                  <a:lnTo>
                    <a:pt x="12859" y="6797"/>
                  </a:lnTo>
                  <a:lnTo>
                    <a:pt x="13130" y="7376"/>
                  </a:lnTo>
                  <a:lnTo>
                    <a:pt x="13439" y="7955"/>
                  </a:lnTo>
                  <a:lnTo>
                    <a:pt x="13825" y="8496"/>
                  </a:lnTo>
                  <a:lnTo>
                    <a:pt x="14250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500"/>
                  </a:lnTo>
                  <a:lnTo>
                    <a:pt x="15292" y="9654"/>
                  </a:lnTo>
                  <a:lnTo>
                    <a:pt x="15756" y="9809"/>
                  </a:lnTo>
                  <a:lnTo>
                    <a:pt x="16219" y="9886"/>
                  </a:lnTo>
                  <a:lnTo>
                    <a:pt x="16721" y="9886"/>
                  </a:lnTo>
                  <a:lnTo>
                    <a:pt x="17184" y="9809"/>
                  </a:lnTo>
                  <a:lnTo>
                    <a:pt x="17609" y="9616"/>
                  </a:lnTo>
                  <a:lnTo>
                    <a:pt x="17841" y="9500"/>
                  </a:lnTo>
                  <a:lnTo>
                    <a:pt x="18034" y="9384"/>
                  </a:lnTo>
                  <a:lnTo>
                    <a:pt x="18188" y="9230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2" y="8612"/>
                  </a:lnTo>
                  <a:lnTo>
                    <a:pt x="18652" y="8534"/>
                  </a:lnTo>
                  <a:lnTo>
                    <a:pt x="18652" y="8457"/>
                  </a:lnTo>
                  <a:lnTo>
                    <a:pt x="18652" y="8380"/>
                  </a:lnTo>
                  <a:lnTo>
                    <a:pt x="18652" y="8341"/>
                  </a:lnTo>
                  <a:lnTo>
                    <a:pt x="18304" y="8341"/>
                  </a:lnTo>
                  <a:lnTo>
                    <a:pt x="18266" y="8419"/>
                  </a:lnTo>
                  <a:lnTo>
                    <a:pt x="18072" y="8728"/>
                  </a:lnTo>
                  <a:lnTo>
                    <a:pt x="17802" y="8998"/>
                  </a:lnTo>
                  <a:lnTo>
                    <a:pt x="17493" y="9191"/>
                  </a:lnTo>
                  <a:lnTo>
                    <a:pt x="17184" y="9345"/>
                  </a:lnTo>
                  <a:lnTo>
                    <a:pt x="16837" y="9423"/>
                  </a:lnTo>
                  <a:lnTo>
                    <a:pt x="16451" y="9461"/>
                  </a:lnTo>
                  <a:lnTo>
                    <a:pt x="16103" y="9423"/>
                  </a:lnTo>
                  <a:lnTo>
                    <a:pt x="15717" y="9345"/>
                  </a:lnTo>
                  <a:lnTo>
                    <a:pt x="15369" y="9191"/>
                  </a:lnTo>
                  <a:lnTo>
                    <a:pt x="15022" y="8998"/>
                  </a:lnTo>
                  <a:lnTo>
                    <a:pt x="14713" y="8766"/>
                  </a:lnTo>
                  <a:lnTo>
                    <a:pt x="14404" y="8496"/>
                  </a:lnTo>
                  <a:lnTo>
                    <a:pt x="14172" y="8187"/>
                  </a:lnTo>
                  <a:lnTo>
                    <a:pt x="13941" y="7839"/>
                  </a:lnTo>
                  <a:lnTo>
                    <a:pt x="13709" y="7530"/>
                  </a:lnTo>
                  <a:lnTo>
                    <a:pt x="13555" y="7183"/>
                  </a:lnTo>
                  <a:lnTo>
                    <a:pt x="13246" y="6526"/>
                  </a:lnTo>
                  <a:lnTo>
                    <a:pt x="12975" y="5831"/>
                  </a:lnTo>
                  <a:lnTo>
                    <a:pt x="12473" y="4480"/>
                  </a:lnTo>
                  <a:lnTo>
                    <a:pt x="12164" y="3823"/>
                  </a:lnTo>
                  <a:lnTo>
                    <a:pt x="11855" y="3206"/>
                  </a:lnTo>
                  <a:lnTo>
                    <a:pt x="11469" y="2588"/>
                  </a:lnTo>
                  <a:lnTo>
                    <a:pt x="11238" y="2279"/>
                  </a:lnTo>
                  <a:lnTo>
                    <a:pt x="11006" y="2009"/>
                  </a:lnTo>
                  <a:lnTo>
                    <a:pt x="10543" y="1584"/>
                  </a:lnTo>
                  <a:lnTo>
                    <a:pt x="10079" y="1198"/>
                  </a:lnTo>
                  <a:lnTo>
                    <a:pt x="9577" y="850"/>
                  </a:lnTo>
                  <a:lnTo>
                    <a:pt x="9037" y="580"/>
                  </a:lnTo>
                  <a:lnTo>
                    <a:pt x="8496" y="348"/>
                  </a:lnTo>
                  <a:lnTo>
                    <a:pt x="7917" y="194"/>
                  </a:lnTo>
                  <a:lnTo>
                    <a:pt x="7338" y="78"/>
                  </a:lnTo>
                  <a:lnTo>
                    <a:pt x="67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2" name="Google Shape;5192;p21"/>
            <p:cNvSpPr/>
            <p:nvPr/>
          </p:nvSpPr>
          <p:spPr>
            <a:xfrm>
              <a:off x="3907500" y="4422825"/>
              <a:ext cx="353350" cy="159300"/>
            </a:xfrm>
            <a:custGeom>
              <a:avLst/>
              <a:gdLst/>
              <a:ahLst/>
              <a:cxnLst/>
              <a:rect l="l" t="t" r="r" b="b"/>
              <a:pathLst>
                <a:path w="14134" h="6372" extrusionOk="0">
                  <a:moveTo>
                    <a:pt x="11160" y="464"/>
                  </a:moveTo>
                  <a:lnTo>
                    <a:pt x="11623" y="502"/>
                  </a:lnTo>
                  <a:lnTo>
                    <a:pt x="12048" y="541"/>
                  </a:lnTo>
                  <a:lnTo>
                    <a:pt x="12434" y="657"/>
                  </a:lnTo>
                  <a:lnTo>
                    <a:pt x="12627" y="734"/>
                  </a:lnTo>
                  <a:lnTo>
                    <a:pt x="12743" y="811"/>
                  </a:lnTo>
                  <a:lnTo>
                    <a:pt x="12859" y="966"/>
                  </a:lnTo>
                  <a:lnTo>
                    <a:pt x="12936" y="1082"/>
                  </a:lnTo>
                  <a:lnTo>
                    <a:pt x="12975" y="1313"/>
                  </a:lnTo>
                  <a:lnTo>
                    <a:pt x="12975" y="1506"/>
                  </a:lnTo>
                  <a:lnTo>
                    <a:pt x="12936" y="1699"/>
                  </a:lnTo>
                  <a:lnTo>
                    <a:pt x="12820" y="1892"/>
                  </a:lnTo>
                  <a:lnTo>
                    <a:pt x="12704" y="2086"/>
                  </a:lnTo>
                  <a:lnTo>
                    <a:pt x="12589" y="2240"/>
                  </a:lnTo>
                  <a:lnTo>
                    <a:pt x="12241" y="2472"/>
                  </a:lnTo>
                  <a:lnTo>
                    <a:pt x="11816" y="2742"/>
                  </a:lnTo>
                  <a:lnTo>
                    <a:pt x="11391" y="2935"/>
                  </a:lnTo>
                  <a:lnTo>
                    <a:pt x="10658" y="3205"/>
                  </a:lnTo>
                  <a:lnTo>
                    <a:pt x="9924" y="3437"/>
                  </a:lnTo>
                  <a:lnTo>
                    <a:pt x="9152" y="3707"/>
                  </a:lnTo>
                  <a:lnTo>
                    <a:pt x="8380" y="3900"/>
                  </a:lnTo>
                  <a:lnTo>
                    <a:pt x="7607" y="4094"/>
                  </a:lnTo>
                  <a:lnTo>
                    <a:pt x="6796" y="4287"/>
                  </a:lnTo>
                  <a:lnTo>
                    <a:pt x="5908" y="4441"/>
                  </a:lnTo>
                  <a:lnTo>
                    <a:pt x="5020" y="4596"/>
                  </a:lnTo>
                  <a:lnTo>
                    <a:pt x="4132" y="4711"/>
                  </a:lnTo>
                  <a:lnTo>
                    <a:pt x="3244" y="4789"/>
                  </a:lnTo>
                  <a:lnTo>
                    <a:pt x="2201" y="4789"/>
                  </a:lnTo>
                  <a:lnTo>
                    <a:pt x="1854" y="4750"/>
                  </a:lnTo>
                  <a:lnTo>
                    <a:pt x="1506" y="4673"/>
                  </a:lnTo>
                  <a:lnTo>
                    <a:pt x="1197" y="4557"/>
                  </a:lnTo>
                  <a:lnTo>
                    <a:pt x="888" y="4441"/>
                  </a:lnTo>
                  <a:lnTo>
                    <a:pt x="579" y="4248"/>
                  </a:lnTo>
                  <a:lnTo>
                    <a:pt x="657" y="4171"/>
                  </a:lnTo>
                  <a:lnTo>
                    <a:pt x="695" y="4055"/>
                  </a:lnTo>
                  <a:lnTo>
                    <a:pt x="695" y="3939"/>
                  </a:lnTo>
                  <a:lnTo>
                    <a:pt x="734" y="3823"/>
                  </a:lnTo>
                  <a:lnTo>
                    <a:pt x="850" y="3630"/>
                  </a:lnTo>
                  <a:lnTo>
                    <a:pt x="1081" y="3437"/>
                  </a:lnTo>
                  <a:lnTo>
                    <a:pt x="1313" y="3244"/>
                  </a:lnTo>
                  <a:lnTo>
                    <a:pt x="1854" y="2935"/>
                  </a:lnTo>
                  <a:lnTo>
                    <a:pt x="2278" y="2703"/>
                  </a:lnTo>
                  <a:lnTo>
                    <a:pt x="3012" y="2356"/>
                  </a:lnTo>
                  <a:lnTo>
                    <a:pt x="3707" y="2008"/>
                  </a:lnTo>
                  <a:lnTo>
                    <a:pt x="4479" y="1699"/>
                  </a:lnTo>
                  <a:lnTo>
                    <a:pt x="5252" y="1429"/>
                  </a:lnTo>
                  <a:lnTo>
                    <a:pt x="6024" y="1197"/>
                  </a:lnTo>
                  <a:lnTo>
                    <a:pt x="6835" y="1004"/>
                  </a:lnTo>
                  <a:lnTo>
                    <a:pt x="7607" y="811"/>
                  </a:lnTo>
                  <a:lnTo>
                    <a:pt x="8418" y="695"/>
                  </a:lnTo>
                  <a:lnTo>
                    <a:pt x="9229" y="580"/>
                  </a:lnTo>
                  <a:lnTo>
                    <a:pt x="10040" y="541"/>
                  </a:lnTo>
                  <a:lnTo>
                    <a:pt x="10735" y="502"/>
                  </a:lnTo>
                  <a:lnTo>
                    <a:pt x="11160" y="464"/>
                  </a:lnTo>
                  <a:close/>
                  <a:moveTo>
                    <a:pt x="13477" y="1120"/>
                  </a:moveTo>
                  <a:lnTo>
                    <a:pt x="13631" y="1313"/>
                  </a:lnTo>
                  <a:lnTo>
                    <a:pt x="13708" y="1506"/>
                  </a:lnTo>
                  <a:lnTo>
                    <a:pt x="13747" y="1738"/>
                  </a:lnTo>
                  <a:lnTo>
                    <a:pt x="13708" y="2008"/>
                  </a:lnTo>
                  <a:lnTo>
                    <a:pt x="13631" y="2240"/>
                  </a:lnTo>
                  <a:lnTo>
                    <a:pt x="13515" y="2472"/>
                  </a:lnTo>
                  <a:lnTo>
                    <a:pt x="13399" y="2703"/>
                  </a:lnTo>
                  <a:lnTo>
                    <a:pt x="13206" y="2896"/>
                  </a:lnTo>
                  <a:lnTo>
                    <a:pt x="12859" y="3205"/>
                  </a:lnTo>
                  <a:lnTo>
                    <a:pt x="12473" y="3437"/>
                  </a:lnTo>
                  <a:lnTo>
                    <a:pt x="12048" y="3669"/>
                  </a:lnTo>
                  <a:lnTo>
                    <a:pt x="11623" y="3900"/>
                  </a:lnTo>
                  <a:lnTo>
                    <a:pt x="10658" y="4287"/>
                  </a:lnTo>
                  <a:lnTo>
                    <a:pt x="9731" y="4634"/>
                  </a:lnTo>
                  <a:lnTo>
                    <a:pt x="8766" y="4904"/>
                  </a:lnTo>
                  <a:lnTo>
                    <a:pt x="7762" y="5175"/>
                  </a:lnTo>
                  <a:lnTo>
                    <a:pt x="6758" y="5406"/>
                  </a:lnTo>
                  <a:lnTo>
                    <a:pt x="5754" y="5600"/>
                  </a:lnTo>
                  <a:lnTo>
                    <a:pt x="4711" y="5793"/>
                  </a:lnTo>
                  <a:lnTo>
                    <a:pt x="3707" y="5908"/>
                  </a:lnTo>
                  <a:lnTo>
                    <a:pt x="2780" y="5986"/>
                  </a:lnTo>
                  <a:lnTo>
                    <a:pt x="2278" y="5986"/>
                  </a:lnTo>
                  <a:lnTo>
                    <a:pt x="1815" y="5947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8"/>
                  </a:lnTo>
                  <a:lnTo>
                    <a:pt x="695" y="5484"/>
                  </a:lnTo>
                  <a:lnTo>
                    <a:pt x="502" y="5252"/>
                  </a:lnTo>
                  <a:lnTo>
                    <a:pt x="348" y="5020"/>
                  </a:lnTo>
                  <a:lnTo>
                    <a:pt x="309" y="4866"/>
                  </a:lnTo>
                  <a:lnTo>
                    <a:pt x="309" y="4750"/>
                  </a:lnTo>
                  <a:lnTo>
                    <a:pt x="309" y="4596"/>
                  </a:lnTo>
                  <a:lnTo>
                    <a:pt x="348" y="4441"/>
                  </a:lnTo>
                  <a:lnTo>
                    <a:pt x="541" y="4673"/>
                  </a:lnTo>
                  <a:lnTo>
                    <a:pt x="811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2" y="5213"/>
                  </a:lnTo>
                  <a:lnTo>
                    <a:pt x="1931" y="5252"/>
                  </a:lnTo>
                  <a:lnTo>
                    <a:pt x="2587" y="5329"/>
                  </a:lnTo>
                  <a:lnTo>
                    <a:pt x="3244" y="5291"/>
                  </a:lnTo>
                  <a:lnTo>
                    <a:pt x="3939" y="5252"/>
                  </a:lnTo>
                  <a:lnTo>
                    <a:pt x="5136" y="5059"/>
                  </a:lnTo>
                  <a:lnTo>
                    <a:pt x="6912" y="4789"/>
                  </a:lnTo>
                  <a:lnTo>
                    <a:pt x="7839" y="4596"/>
                  </a:lnTo>
                  <a:lnTo>
                    <a:pt x="8727" y="4402"/>
                  </a:lnTo>
                  <a:lnTo>
                    <a:pt x="9615" y="4132"/>
                  </a:lnTo>
                  <a:lnTo>
                    <a:pt x="10503" y="3862"/>
                  </a:lnTo>
                  <a:lnTo>
                    <a:pt x="11353" y="3514"/>
                  </a:lnTo>
                  <a:lnTo>
                    <a:pt x="12164" y="3128"/>
                  </a:lnTo>
                  <a:lnTo>
                    <a:pt x="12434" y="2974"/>
                  </a:lnTo>
                  <a:lnTo>
                    <a:pt x="12704" y="2819"/>
                  </a:lnTo>
                  <a:lnTo>
                    <a:pt x="12936" y="2588"/>
                  </a:lnTo>
                  <a:lnTo>
                    <a:pt x="13129" y="2394"/>
                  </a:lnTo>
                  <a:lnTo>
                    <a:pt x="13322" y="2124"/>
                  </a:lnTo>
                  <a:lnTo>
                    <a:pt x="13438" y="1854"/>
                  </a:lnTo>
                  <a:lnTo>
                    <a:pt x="13515" y="1584"/>
                  </a:lnTo>
                  <a:lnTo>
                    <a:pt x="13515" y="1236"/>
                  </a:lnTo>
                  <a:lnTo>
                    <a:pt x="13477" y="1120"/>
                  </a:lnTo>
                  <a:close/>
                  <a:moveTo>
                    <a:pt x="10658" y="0"/>
                  </a:moveTo>
                  <a:lnTo>
                    <a:pt x="9886" y="39"/>
                  </a:lnTo>
                  <a:lnTo>
                    <a:pt x="9113" y="116"/>
                  </a:lnTo>
                  <a:lnTo>
                    <a:pt x="8302" y="232"/>
                  </a:lnTo>
                  <a:lnTo>
                    <a:pt x="7530" y="348"/>
                  </a:lnTo>
                  <a:lnTo>
                    <a:pt x="6719" y="541"/>
                  </a:lnTo>
                  <a:lnTo>
                    <a:pt x="5908" y="734"/>
                  </a:lnTo>
                  <a:lnTo>
                    <a:pt x="5020" y="1004"/>
                  </a:lnTo>
                  <a:lnTo>
                    <a:pt x="4132" y="1352"/>
                  </a:lnTo>
                  <a:lnTo>
                    <a:pt x="3244" y="1699"/>
                  </a:lnTo>
                  <a:lnTo>
                    <a:pt x="2394" y="2124"/>
                  </a:lnTo>
                  <a:lnTo>
                    <a:pt x="1776" y="2433"/>
                  </a:lnTo>
                  <a:lnTo>
                    <a:pt x="1390" y="2626"/>
                  </a:lnTo>
                  <a:lnTo>
                    <a:pt x="1043" y="2858"/>
                  </a:lnTo>
                  <a:lnTo>
                    <a:pt x="695" y="3090"/>
                  </a:lnTo>
                  <a:lnTo>
                    <a:pt x="463" y="3398"/>
                  </a:lnTo>
                  <a:lnTo>
                    <a:pt x="348" y="3553"/>
                  </a:lnTo>
                  <a:lnTo>
                    <a:pt x="270" y="3707"/>
                  </a:lnTo>
                  <a:lnTo>
                    <a:pt x="232" y="3862"/>
                  </a:lnTo>
                  <a:lnTo>
                    <a:pt x="232" y="4055"/>
                  </a:lnTo>
                  <a:lnTo>
                    <a:pt x="193" y="4132"/>
                  </a:lnTo>
                  <a:lnTo>
                    <a:pt x="193" y="4171"/>
                  </a:lnTo>
                  <a:lnTo>
                    <a:pt x="116" y="4325"/>
                  </a:lnTo>
                  <a:lnTo>
                    <a:pt x="39" y="4480"/>
                  </a:lnTo>
                  <a:lnTo>
                    <a:pt x="0" y="4634"/>
                  </a:lnTo>
                  <a:lnTo>
                    <a:pt x="0" y="4789"/>
                  </a:lnTo>
                  <a:lnTo>
                    <a:pt x="39" y="5136"/>
                  </a:lnTo>
                  <a:lnTo>
                    <a:pt x="193" y="5445"/>
                  </a:lnTo>
                  <a:lnTo>
                    <a:pt x="348" y="5638"/>
                  </a:lnTo>
                  <a:lnTo>
                    <a:pt x="502" y="5831"/>
                  </a:lnTo>
                  <a:lnTo>
                    <a:pt x="695" y="5947"/>
                  </a:lnTo>
                  <a:lnTo>
                    <a:pt x="927" y="6063"/>
                  </a:lnTo>
                  <a:lnTo>
                    <a:pt x="965" y="6256"/>
                  </a:lnTo>
                  <a:lnTo>
                    <a:pt x="1274" y="6179"/>
                  </a:lnTo>
                  <a:lnTo>
                    <a:pt x="1313" y="6217"/>
                  </a:lnTo>
                  <a:lnTo>
                    <a:pt x="1313" y="6256"/>
                  </a:lnTo>
                  <a:lnTo>
                    <a:pt x="1352" y="6295"/>
                  </a:lnTo>
                  <a:lnTo>
                    <a:pt x="1467" y="6256"/>
                  </a:lnTo>
                  <a:lnTo>
                    <a:pt x="1815" y="6295"/>
                  </a:lnTo>
                  <a:lnTo>
                    <a:pt x="2394" y="6333"/>
                  </a:lnTo>
                  <a:lnTo>
                    <a:pt x="3012" y="6372"/>
                  </a:lnTo>
                  <a:lnTo>
                    <a:pt x="3591" y="6333"/>
                  </a:lnTo>
                  <a:lnTo>
                    <a:pt x="4171" y="6295"/>
                  </a:lnTo>
                  <a:lnTo>
                    <a:pt x="5368" y="6101"/>
                  </a:lnTo>
                  <a:lnTo>
                    <a:pt x="6565" y="5870"/>
                  </a:lnTo>
                  <a:lnTo>
                    <a:pt x="6758" y="5831"/>
                  </a:lnTo>
                  <a:lnTo>
                    <a:pt x="7993" y="5522"/>
                  </a:lnTo>
                  <a:lnTo>
                    <a:pt x="9036" y="5252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5" y="4132"/>
                  </a:lnTo>
                  <a:lnTo>
                    <a:pt x="12125" y="4248"/>
                  </a:lnTo>
                  <a:lnTo>
                    <a:pt x="12395" y="4287"/>
                  </a:lnTo>
                  <a:lnTo>
                    <a:pt x="12782" y="4711"/>
                  </a:lnTo>
                  <a:lnTo>
                    <a:pt x="13013" y="4518"/>
                  </a:lnTo>
                  <a:lnTo>
                    <a:pt x="12434" y="3939"/>
                  </a:lnTo>
                  <a:lnTo>
                    <a:pt x="12897" y="3669"/>
                  </a:lnTo>
                  <a:lnTo>
                    <a:pt x="13361" y="3321"/>
                  </a:lnTo>
                  <a:lnTo>
                    <a:pt x="13631" y="3051"/>
                  </a:lnTo>
                  <a:lnTo>
                    <a:pt x="13824" y="2703"/>
                  </a:lnTo>
                  <a:lnTo>
                    <a:pt x="14133" y="2626"/>
                  </a:lnTo>
                  <a:lnTo>
                    <a:pt x="14017" y="2317"/>
                  </a:lnTo>
                  <a:lnTo>
                    <a:pt x="14095" y="2008"/>
                  </a:lnTo>
                  <a:lnTo>
                    <a:pt x="14133" y="1738"/>
                  </a:lnTo>
                  <a:lnTo>
                    <a:pt x="14095" y="1468"/>
                  </a:lnTo>
                  <a:lnTo>
                    <a:pt x="14017" y="1236"/>
                  </a:lnTo>
                  <a:lnTo>
                    <a:pt x="13901" y="1004"/>
                  </a:lnTo>
                  <a:lnTo>
                    <a:pt x="13747" y="811"/>
                  </a:lnTo>
                  <a:lnTo>
                    <a:pt x="13477" y="618"/>
                  </a:lnTo>
                  <a:lnTo>
                    <a:pt x="13168" y="502"/>
                  </a:lnTo>
                  <a:lnTo>
                    <a:pt x="13091" y="502"/>
                  </a:lnTo>
                  <a:lnTo>
                    <a:pt x="12897" y="387"/>
                  </a:lnTo>
                  <a:lnTo>
                    <a:pt x="12666" y="271"/>
                  </a:lnTo>
                  <a:lnTo>
                    <a:pt x="12434" y="155"/>
                  </a:lnTo>
                  <a:lnTo>
                    <a:pt x="12202" y="116"/>
                  </a:lnTo>
                  <a:lnTo>
                    <a:pt x="11816" y="39"/>
                  </a:lnTo>
                  <a:lnTo>
                    <a:pt x="1143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3" name="Google Shape;5193;p21"/>
            <p:cNvSpPr/>
            <p:nvPr/>
          </p:nvSpPr>
          <p:spPr>
            <a:xfrm>
              <a:off x="299900" y="4449850"/>
              <a:ext cx="375550" cy="386175"/>
            </a:xfrm>
            <a:custGeom>
              <a:avLst/>
              <a:gdLst/>
              <a:ahLst/>
              <a:cxnLst/>
              <a:rect l="l" t="t" r="r" b="b"/>
              <a:pathLst>
                <a:path w="15022" h="15447" extrusionOk="0">
                  <a:moveTo>
                    <a:pt x="8032" y="503"/>
                  </a:moveTo>
                  <a:lnTo>
                    <a:pt x="8611" y="580"/>
                  </a:lnTo>
                  <a:lnTo>
                    <a:pt x="9152" y="696"/>
                  </a:lnTo>
                  <a:lnTo>
                    <a:pt x="9693" y="850"/>
                  </a:lnTo>
                  <a:lnTo>
                    <a:pt x="10195" y="1005"/>
                  </a:lnTo>
                  <a:lnTo>
                    <a:pt x="10697" y="1236"/>
                  </a:lnTo>
                  <a:lnTo>
                    <a:pt x="11160" y="1507"/>
                  </a:lnTo>
                  <a:lnTo>
                    <a:pt x="11623" y="1815"/>
                  </a:lnTo>
                  <a:lnTo>
                    <a:pt x="10813" y="2163"/>
                  </a:lnTo>
                  <a:lnTo>
                    <a:pt x="10079" y="2588"/>
                  </a:lnTo>
                  <a:lnTo>
                    <a:pt x="9307" y="3090"/>
                  </a:lnTo>
                  <a:lnTo>
                    <a:pt x="8611" y="3592"/>
                  </a:lnTo>
                  <a:lnTo>
                    <a:pt x="7955" y="4171"/>
                  </a:lnTo>
                  <a:lnTo>
                    <a:pt x="7299" y="4789"/>
                  </a:lnTo>
                  <a:lnTo>
                    <a:pt x="6719" y="5445"/>
                  </a:lnTo>
                  <a:lnTo>
                    <a:pt x="6140" y="6140"/>
                  </a:lnTo>
                  <a:lnTo>
                    <a:pt x="5638" y="6835"/>
                  </a:lnTo>
                  <a:lnTo>
                    <a:pt x="5213" y="7608"/>
                  </a:lnTo>
                  <a:lnTo>
                    <a:pt x="4789" y="8380"/>
                  </a:lnTo>
                  <a:lnTo>
                    <a:pt x="4480" y="9191"/>
                  </a:lnTo>
                  <a:lnTo>
                    <a:pt x="4171" y="10040"/>
                  </a:lnTo>
                  <a:lnTo>
                    <a:pt x="3978" y="10890"/>
                  </a:lnTo>
                  <a:lnTo>
                    <a:pt x="3823" y="11739"/>
                  </a:lnTo>
                  <a:lnTo>
                    <a:pt x="3746" y="12628"/>
                  </a:lnTo>
                  <a:lnTo>
                    <a:pt x="3592" y="12666"/>
                  </a:lnTo>
                  <a:lnTo>
                    <a:pt x="3283" y="11817"/>
                  </a:lnTo>
                  <a:lnTo>
                    <a:pt x="3051" y="11006"/>
                  </a:lnTo>
                  <a:lnTo>
                    <a:pt x="2858" y="10195"/>
                  </a:lnTo>
                  <a:lnTo>
                    <a:pt x="2703" y="9345"/>
                  </a:lnTo>
                  <a:lnTo>
                    <a:pt x="2588" y="8496"/>
                  </a:lnTo>
                  <a:lnTo>
                    <a:pt x="2549" y="7646"/>
                  </a:lnTo>
                  <a:lnTo>
                    <a:pt x="2588" y="6797"/>
                  </a:lnTo>
                  <a:lnTo>
                    <a:pt x="2703" y="5909"/>
                  </a:lnTo>
                  <a:lnTo>
                    <a:pt x="2858" y="5214"/>
                  </a:lnTo>
                  <a:lnTo>
                    <a:pt x="3051" y="4480"/>
                  </a:lnTo>
                  <a:lnTo>
                    <a:pt x="3321" y="3823"/>
                  </a:lnTo>
                  <a:lnTo>
                    <a:pt x="3669" y="3167"/>
                  </a:lnTo>
                  <a:lnTo>
                    <a:pt x="4016" y="2549"/>
                  </a:lnTo>
                  <a:lnTo>
                    <a:pt x="4441" y="1970"/>
                  </a:lnTo>
                  <a:lnTo>
                    <a:pt x="4904" y="1391"/>
                  </a:lnTo>
                  <a:lnTo>
                    <a:pt x="5406" y="850"/>
                  </a:lnTo>
                  <a:lnTo>
                    <a:pt x="5908" y="696"/>
                  </a:lnTo>
                  <a:lnTo>
                    <a:pt x="6410" y="618"/>
                  </a:lnTo>
                  <a:lnTo>
                    <a:pt x="6951" y="541"/>
                  </a:lnTo>
                  <a:lnTo>
                    <a:pt x="7492" y="503"/>
                  </a:lnTo>
                  <a:close/>
                  <a:moveTo>
                    <a:pt x="11971" y="2086"/>
                  </a:moveTo>
                  <a:lnTo>
                    <a:pt x="12357" y="2433"/>
                  </a:lnTo>
                  <a:lnTo>
                    <a:pt x="12705" y="2781"/>
                  </a:lnTo>
                  <a:lnTo>
                    <a:pt x="13052" y="3206"/>
                  </a:lnTo>
                  <a:lnTo>
                    <a:pt x="13322" y="3630"/>
                  </a:lnTo>
                  <a:lnTo>
                    <a:pt x="13593" y="4094"/>
                  </a:lnTo>
                  <a:lnTo>
                    <a:pt x="13863" y="4557"/>
                  </a:lnTo>
                  <a:lnTo>
                    <a:pt x="14056" y="5059"/>
                  </a:lnTo>
                  <a:lnTo>
                    <a:pt x="14211" y="5600"/>
                  </a:lnTo>
                  <a:lnTo>
                    <a:pt x="14326" y="6102"/>
                  </a:lnTo>
                  <a:lnTo>
                    <a:pt x="14442" y="6604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64" y="6951"/>
                  </a:lnTo>
                  <a:lnTo>
                    <a:pt x="11392" y="7144"/>
                  </a:lnTo>
                  <a:lnTo>
                    <a:pt x="10658" y="7376"/>
                  </a:lnTo>
                  <a:lnTo>
                    <a:pt x="9963" y="7685"/>
                  </a:lnTo>
                  <a:lnTo>
                    <a:pt x="9229" y="8032"/>
                  </a:lnTo>
                  <a:lnTo>
                    <a:pt x="8534" y="8419"/>
                  </a:lnTo>
                  <a:lnTo>
                    <a:pt x="7878" y="8843"/>
                  </a:lnTo>
                  <a:lnTo>
                    <a:pt x="7260" y="9268"/>
                  </a:lnTo>
                  <a:lnTo>
                    <a:pt x="6642" y="9770"/>
                  </a:lnTo>
                  <a:lnTo>
                    <a:pt x="6102" y="10311"/>
                  </a:lnTo>
                  <a:lnTo>
                    <a:pt x="5561" y="10890"/>
                  </a:lnTo>
                  <a:lnTo>
                    <a:pt x="5098" y="11469"/>
                  </a:lnTo>
                  <a:lnTo>
                    <a:pt x="4634" y="12126"/>
                  </a:lnTo>
                  <a:lnTo>
                    <a:pt x="4248" y="12782"/>
                  </a:lnTo>
                  <a:lnTo>
                    <a:pt x="4132" y="12705"/>
                  </a:lnTo>
                  <a:lnTo>
                    <a:pt x="3978" y="12666"/>
                  </a:lnTo>
                  <a:lnTo>
                    <a:pt x="4094" y="11778"/>
                  </a:lnTo>
                  <a:lnTo>
                    <a:pt x="4325" y="10929"/>
                  </a:lnTo>
                  <a:lnTo>
                    <a:pt x="4557" y="10079"/>
                  </a:lnTo>
                  <a:lnTo>
                    <a:pt x="4866" y="9268"/>
                  </a:lnTo>
                  <a:lnTo>
                    <a:pt x="5213" y="8496"/>
                  </a:lnTo>
                  <a:lnTo>
                    <a:pt x="5600" y="7724"/>
                  </a:lnTo>
                  <a:lnTo>
                    <a:pt x="6024" y="6990"/>
                  </a:lnTo>
                  <a:lnTo>
                    <a:pt x="6526" y="6256"/>
                  </a:lnTo>
                  <a:lnTo>
                    <a:pt x="7067" y="5600"/>
                  </a:lnTo>
                  <a:lnTo>
                    <a:pt x="7607" y="4943"/>
                  </a:lnTo>
                  <a:lnTo>
                    <a:pt x="8225" y="4364"/>
                  </a:lnTo>
                  <a:lnTo>
                    <a:pt x="8920" y="3823"/>
                  </a:lnTo>
                  <a:lnTo>
                    <a:pt x="9615" y="3321"/>
                  </a:lnTo>
                  <a:lnTo>
                    <a:pt x="10349" y="2858"/>
                  </a:lnTo>
                  <a:lnTo>
                    <a:pt x="11121" y="2433"/>
                  </a:lnTo>
                  <a:lnTo>
                    <a:pt x="11971" y="2086"/>
                  </a:lnTo>
                  <a:close/>
                  <a:moveTo>
                    <a:pt x="14481" y="6990"/>
                  </a:moveTo>
                  <a:lnTo>
                    <a:pt x="14481" y="7839"/>
                  </a:lnTo>
                  <a:lnTo>
                    <a:pt x="14442" y="8689"/>
                  </a:lnTo>
                  <a:lnTo>
                    <a:pt x="14288" y="9538"/>
                  </a:lnTo>
                  <a:lnTo>
                    <a:pt x="14172" y="9925"/>
                  </a:lnTo>
                  <a:lnTo>
                    <a:pt x="14056" y="10349"/>
                  </a:lnTo>
                  <a:lnTo>
                    <a:pt x="13902" y="10735"/>
                  </a:lnTo>
                  <a:lnTo>
                    <a:pt x="13709" y="11122"/>
                  </a:lnTo>
                  <a:lnTo>
                    <a:pt x="13516" y="11508"/>
                  </a:lnTo>
                  <a:lnTo>
                    <a:pt x="13284" y="11894"/>
                  </a:lnTo>
                  <a:lnTo>
                    <a:pt x="13052" y="12241"/>
                  </a:lnTo>
                  <a:lnTo>
                    <a:pt x="12782" y="12550"/>
                  </a:lnTo>
                  <a:lnTo>
                    <a:pt x="12512" y="12898"/>
                  </a:lnTo>
                  <a:lnTo>
                    <a:pt x="12203" y="13207"/>
                  </a:lnTo>
                  <a:lnTo>
                    <a:pt x="11971" y="13014"/>
                  </a:lnTo>
                  <a:lnTo>
                    <a:pt x="11701" y="12898"/>
                  </a:lnTo>
                  <a:lnTo>
                    <a:pt x="11121" y="12743"/>
                  </a:lnTo>
                  <a:lnTo>
                    <a:pt x="10542" y="12628"/>
                  </a:lnTo>
                  <a:lnTo>
                    <a:pt x="10002" y="12550"/>
                  </a:lnTo>
                  <a:lnTo>
                    <a:pt x="9422" y="12473"/>
                  </a:lnTo>
                  <a:lnTo>
                    <a:pt x="8843" y="12435"/>
                  </a:lnTo>
                  <a:lnTo>
                    <a:pt x="8303" y="12435"/>
                  </a:lnTo>
                  <a:lnTo>
                    <a:pt x="7762" y="12473"/>
                  </a:lnTo>
                  <a:lnTo>
                    <a:pt x="7221" y="12550"/>
                  </a:lnTo>
                  <a:lnTo>
                    <a:pt x="6719" y="12666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23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01"/>
                  </a:lnTo>
                  <a:lnTo>
                    <a:pt x="5870" y="11160"/>
                  </a:lnTo>
                  <a:lnTo>
                    <a:pt x="6410" y="10620"/>
                  </a:lnTo>
                  <a:lnTo>
                    <a:pt x="6990" y="10118"/>
                  </a:lnTo>
                  <a:lnTo>
                    <a:pt x="7569" y="9616"/>
                  </a:lnTo>
                  <a:lnTo>
                    <a:pt x="8148" y="9191"/>
                  </a:lnTo>
                  <a:lnTo>
                    <a:pt x="8766" y="8805"/>
                  </a:lnTo>
                  <a:lnTo>
                    <a:pt x="9422" y="8419"/>
                  </a:lnTo>
                  <a:lnTo>
                    <a:pt x="10079" y="8110"/>
                  </a:lnTo>
                  <a:lnTo>
                    <a:pt x="10735" y="7801"/>
                  </a:lnTo>
                  <a:lnTo>
                    <a:pt x="11469" y="7569"/>
                  </a:lnTo>
                  <a:lnTo>
                    <a:pt x="12164" y="7337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6"/>
                  </a:moveTo>
                  <a:lnTo>
                    <a:pt x="4055" y="1815"/>
                  </a:lnTo>
                  <a:lnTo>
                    <a:pt x="3630" y="2433"/>
                  </a:lnTo>
                  <a:lnTo>
                    <a:pt x="3244" y="3090"/>
                  </a:lnTo>
                  <a:lnTo>
                    <a:pt x="2935" y="3785"/>
                  </a:lnTo>
                  <a:lnTo>
                    <a:pt x="2665" y="4519"/>
                  </a:lnTo>
                  <a:lnTo>
                    <a:pt x="2472" y="5252"/>
                  </a:lnTo>
                  <a:lnTo>
                    <a:pt x="2317" y="6024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1"/>
                  </a:lnTo>
                  <a:lnTo>
                    <a:pt x="2279" y="9114"/>
                  </a:lnTo>
                  <a:lnTo>
                    <a:pt x="2394" y="9847"/>
                  </a:lnTo>
                  <a:lnTo>
                    <a:pt x="2549" y="10620"/>
                  </a:lnTo>
                  <a:lnTo>
                    <a:pt x="2781" y="11353"/>
                  </a:lnTo>
                  <a:lnTo>
                    <a:pt x="3012" y="12048"/>
                  </a:lnTo>
                  <a:lnTo>
                    <a:pt x="3321" y="12743"/>
                  </a:lnTo>
                  <a:lnTo>
                    <a:pt x="3128" y="12859"/>
                  </a:lnTo>
                  <a:lnTo>
                    <a:pt x="2935" y="13014"/>
                  </a:lnTo>
                  <a:lnTo>
                    <a:pt x="2819" y="13207"/>
                  </a:lnTo>
                  <a:lnTo>
                    <a:pt x="2742" y="13439"/>
                  </a:lnTo>
                  <a:lnTo>
                    <a:pt x="2394" y="12975"/>
                  </a:lnTo>
                  <a:lnTo>
                    <a:pt x="2086" y="12550"/>
                  </a:lnTo>
                  <a:lnTo>
                    <a:pt x="1777" y="12087"/>
                  </a:lnTo>
                  <a:lnTo>
                    <a:pt x="1506" y="11585"/>
                  </a:lnTo>
                  <a:lnTo>
                    <a:pt x="1275" y="11122"/>
                  </a:lnTo>
                  <a:lnTo>
                    <a:pt x="1082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075"/>
                  </a:lnTo>
                  <a:lnTo>
                    <a:pt x="541" y="8534"/>
                  </a:lnTo>
                  <a:lnTo>
                    <a:pt x="502" y="8032"/>
                  </a:lnTo>
                  <a:lnTo>
                    <a:pt x="502" y="7492"/>
                  </a:lnTo>
                  <a:lnTo>
                    <a:pt x="541" y="6951"/>
                  </a:lnTo>
                  <a:lnTo>
                    <a:pt x="618" y="6411"/>
                  </a:lnTo>
                  <a:lnTo>
                    <a:pt x="773" y="5870"/>
                  </a:lnTo>
                  <a:lnTo>
                    <a:pt x="927" y="5291"/>
                  </a:lnTo>
                  <a:lnTo>
                    <a:pt x="1197" y="4673"/>
                  </a:lnTo>
                  <a:lnTo>
                    <a:pt x="1545" y="4055"/>
                  </a:lnTo>
                  <a:lnTo>
                    <a:pt x="1931" y="3476"/>
                  </a:lnTo>
                  <a:lnTo>
                    <a:pt x="2356" y="2935"/>
                  </a:lnTo>
                  <a:lnTo>
                    <a:pt x="2858" y="2433"/>
                  </a:lnTo>
                  <a:lnTo>
                    <a:pt x="3360" y="1970"/>
                  </a:lnTo>
                  <a:lnTo>
                    <a:pt x="3939" y="1584"/>
                  </a:lnTo>
                  <a:lnTo>
                    <a:pt x="4518" y="1236"/>
                  </a:lnTo>
                  <a:close/>
                  <a:moveTo>
                    <a:pt x="3862" y="12975"/>
                  </a:moveTo>
                  <a:lnTo>
                    <a:pt x="4016" y="13014"/>
                  </a:lnTo>
                  <a:lnTo>
                    <a:pt x="4171" y="13130"/>
                  </a:lnTo>
                  <a:lnTo>
                    <a:pt x="4287" y="13284"/>
                  </a:lnTo>
                  <a:lnTo>
                    <a:pt x="4325" y="13439"/>
                  </a:lnTo>
                  <a:lnTo>
                    <a:pt x="4364" y="13593"/>
                  </a:lnTo>
                  <a:lnTo>
                    <a:pt x="4364" y="13786"/>
                  </a:lnTo>
                  <a:lnTo>
                    <a:pt x="4325" y="13941"/>
                  </a:lnTo>
                  <a:lnTo>
                    <a:pt x="4209" y="14095"/>
                  </a:lnTo>
                  <a:lnTo>
                    <a:pt x="3785" y="13786"/>
                  </a:lnTo>
                  <a:lnTo>
                    <a:pt x="3360" y="13477"/>
                  </a:lnTo>
                  <a:lnTo>
                    <a:pt x="3244" y="13439"/>
                  </a:lnTo>
                  <a:lnTo>
                    <a:pt x="3167" y="13400"/>
                  </a:lnTo>
                  <a:lnTo>
                    <a:pt x="3051" y="13439"/>
                  </a:lnTo>
                  <a:lnTo>
                    <a:pt x="2974" y="13516"/>
                  </a:lnTo>
                  <a:lnTo>
                    <a:pt x="3051" y="13361"/>
                  </a:lnTo>
                  <a:lnTo>
                    <a:pt x="3167" y="13207"/>
                  </a:lnTo>
                  <a:lnTo>
                    <a:pt x="3321" y="13091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8187" y="12821"/>
                  </a:moveTo>
                  <a:lnTo>
                    <a:pt x="9152" y="12859"/>
                  </a:lnTo>
                  <a:lnTo>
                    <a:pt x="9615" y="12898"/>
                  </a:lnTo>
                  <a:lnTo>
                    <a:pt x="10117" y="12937"/>
                  </a:lnTo>
                  <a:lnTo>
                    <a:pt x="10504" y="13014"/>
                  </a:lnTo>
                  <a:lnTo>
                    <a:pt x="11006" y="13091"/>
                  </a:lnTo>
                  <a:lnTo>
                    <a:pt x="11508" y="13245"/>
                  </a:lnTo>
                  <a:lnTo>
                    <a:pt x="11701" y="13323"/>
                  </a:lnTo>
                  <a:lnTo>
                    <a:pt x="11894" y="13439"/>
                  </a:lnTo>
                  <a:lnTo>
                    <a:pt x="11508" y="13747"/>
                  </a:lnTo>
                  <a:lnTo>
                    <a:pt x="11083" y="14018"/>
                  </a:lnTo>
                  <a:lnTo>
                    <a:pt x="10658" y="14249"/>
                  </a:lnTo>
                  <a:lnTo>
                    <a:pt x="10233" y="14442"/>
                  </a:lnTo>
                  <a:lnTo>
                    <a:pt x="9770" y="14597"/>
                  </a:lnTo>
                  <a:lnTo>
                    <a:pt x="9307" y="14751"/>
                  </a:lnTo>
                  <a:lnTo>
                    <a:pt x="8843" y="14829"/>
                  </a:lnTo>
                  <a:lnTo>
                    <a:pt x="8341" y="14906"/>
                  </a:lnTo>
                  <a:lnTo>
                    <a:pt x="7878" y="14944"/>
                  </a:lnTo>
                  <a:lnTo>
                    <a:pt x="7376" y="14944"/>
                  </a:lnTo>
                  <a:lnTo>
                    <a:pt x="6912" y="14906"/>
                  </a:lnTo>
                  <a:lnTo>
                    <a:pt x="6410" y="14867"/>
                  </a:lnTo>
                  <a:lnTo>
                    <a:pt x="5947" y="14751"/>
                  </a:lnTo>
                  <a:lnTo>
                    <a:pt x="5484" y="14636"/>
                  </a:lnTo>
                  <a:lnTo>
                    <a:pt x="5020" y="14481"/>
                  </a:lnTo>
                  <a:lnTo>
                    <a:pt x="4596" y="14288"/>
                  </a:lnTo>
                  <a:lnTo>
                    <a:pt x="4711" y="14018"/>
                  </a:lnTo>
                  <a:lnTo>
                    <a:pt x="4750" y="13709"/>
                  </a:lnTo>
                  <a:lnTo>
                    <a:pt x="4711" y="13593"/>
                  </a:lnTo>
                  <a:lnTo>
                    <a:pt x="5561" y="13284"/>
                  </a:lnTo>
                  <a:lnTo>
                    <a:pt x="6410" y="13091"/>
                  </a:lnTo>
                  <a:lnTo>
                    <a:pt x="7299" y="12937"/>
                  </a:lnTo>
                  <a:lnTo>
                    <a:pt x="8187" y="12821"/>
                  </a:lnTo>
                  <a:close/>
                  <a:moveTo>
                    <a:pt x="6990" y="1"/>
                  </a:moveTo>
                  <a:lnTo>
                    <a:pt x="6449" y="78"/>
                  </a:lnTo>
                  <a:lnTo>
                    <a:pt x="5870" y="194"/>
                  </a:lnTo>
                  <a:lnTo>
                    <a:pt x="5329" y="348"/>
                  </a:lnTo>
                  <a:lnTo>
                    <a:pt x="4789" y="580"/>
                  </a:lnTo>
                  <a:lnTo>
                    <a:pt x="4248" y="811"/>
                  </a:lnTo>
                  <a:lnTo>
                    <a:pt x="3785" y="1082"/>
                  </a:lnTo>
                  <a:lnTo>
                    <a:pt x="3283" y="1391"/>
                  </a:lnTo>
                  <a:lnTo>
                    <a:pt x="2819" y="1738"/>
                  </a:lnTo>
                  <a:lnTo>
                    <a:pt x="2394" y="2124"/>
                  </a:lnTo>
                  <a:lnTo>
                    <a:pt x="2008" y="2549"/>
                  </a:lnTo>
                  <a:lnTo>
                    <a:pt x="1622" y="3013"/>
                  </a:lnTo>
                  <a:lnTo>
                    <a:pt x="1275" y="3476"/>
                  </a:lnTo>
                  <a:lnTo>
                    <a:pt x="966" y="3978"/>
                  </a:lnTo>
                  <a:lnTo>
                    <a:pt x="695" y="4596"/>
                  </a:lnTo>
                  <a:lnTo>
                    <a:pt x="425" y="5214"/>
                  </a:lnTo>
                  <a:lnTo>
                    <a:pt x="232" y="5870"/>
                  </a:lnTo>
                  <a:lnTo>
                    <a:pt x="116" y="6526"/>
                  </a:lnTo>
                  <a:lnTo>
                    <a:pt x="39" y="7222"/>
                  </a:lnTo>
                  <a:lnTo>
                    <a:pt x="0" y="7878"/>
                  </a:lnTo>
                  <a:lnTo>
                    <a:pt x="39" y="8573"/>
                  </a:lnTo>
                  <a:lnTo>
                    <a:pt x="116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5" y="11199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1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5" y="14481"/>
                  </a:lnTo>
                  <a:lnTo>
                    <a:pt x="4132" y="14597"/>
                  </a:lnTo>
                  <a:lnTo>
                    <a:pt x="4557" y="14790"/>
                  </a:lnTo>
                  <a:lnTo>
                    <a:pt x="4982" y="14983"/>
                  </a:lnTo>
                  <a:lnTo>
                    <a:pt x="5406" y="15138"/>
                  </a:lnTo>
                  <a:lnTo>
                    <a:pt x="5870" y="15253"/>
                  </a:lnTo>
                  <a:lnTo>
                    <a:pt x="6333" y="15369"/>
                  </a:lnTo>
                  <a:lnTo>
                    <a:pt x="6797" y="15408"/>
                  </a:lnTo>
                  <a:lnTo>
                    <a:pt x="7299" y="15446"/>
                  </a:lnTo>
                  <a:lnTo>
                    <a:pt x="8225" y="15446"/>
                  </a:lnTo>
                  <a:lnTo>
                    <a:pt x="8689" y="15369"/>
                  </a:lnTo>
                  <a:lnTo>
                    <a:pt x="9152" y="15292"/>
                  </a:lnTo>
                  <a:lnTo>
                    <a:pt x="9615" y="15176"/>
                  </a:lnTo>
                  <a:lnTo>
                    <a:pt x="10079" y="15022"/>
                  </a:lnTo>
                  <a:lnTo>
                    <a:pt x="10542" y="14867"/>
                  </a:lnTo>
                  <a:lnTo>
                    <a:pt x="10967" y="14674"/>
                  </a:lnTo>
                  <a:lnTo>
                    <a:pt x="11392" y="14442"/>
                  </a:lnTo>
                  <a:lnTo>
                    <a:pt x="11855" y="14134"/>
                  </a:lnTo>
                  <a:lnTo>
                    <a:pt x="12318" y="13747"/>
                  </a:lnTo>
                  <a:lnTo>
                    <a:pt x="12743" y="13361"/>
                  </a:lnTo>
                  <a:lnTo>
                    <a:pt x="13129" y="12975"/>
                  </a:lnTo>
                  <a:lnTo>
                    <a:pt x="13477" y="12512"/>
                  </a:lnTo>
                  <a:lnTo>
                    <a:pt x="13786" y="12048"/>
                  </a:lnTo>
                  <a:lnTo>
                    <a:pt x="14056" y="11546"/>
                  </a:lnTo>
                  <a:lnTo>
                    <a:pt x="14288" y="11044"/>
                  </a:lnTo>
                  <a:lnTo>
                    <a:pt x="14520" y="10504"/>
                  </a:lnTo>
                  <a:lnTo>
                    <a:pt x="14674" y="9963"/>
                  </a:lnTo>
                  <a:lnTo>
                    <a:pt x="14828" y="9423"/>
                  </a:lnTo>
                  <a:lnTo>
                    <a:pt x="14906" y="8843"/>
                  </a:lnTo>
                  <a:lnTo>
                    <a:pt x="14983" y="8264"/>
                  </a:lnTo>
                  <a:lnTo>
                    <a:pt x="15022" y="7724"/>
                  </a:lnTo>
                  <a:lnTo>
                    <a:pt x="14983" y="7144"/>
                  </a:lnTo>
                  <a:lnTo>
                    <a:pt x="14944" y="6565"/>
                  </a:lnTo>
                  <a:lnTo>
                    <a:pt x="14828" y="5986"/>
                  </a:lnTo>
                  <a:lnTo>
                    <a:pt x="14674" y="5368"/>
                  </a:lnTo>
                  <a:lnTo>
                    <a:pt x="14481" y="4789"/>
                  </a:lnTo>
                  <a:lnTo>
                    <a:pt x="14249" y="4248"/>
                  </a:lnTo>
                  <a:lnTo>
                    <a:pt x="13979" y="3708"/>
                  </a:lnTo>
                  <a:lnTo>
                    <a:pt x="13670" y="3206"/>
                  </a:lnTo>
                  <a:lnTo>
                    <a:pt x="13322" y="2742"/>
                  </a:lnTo>
                  <a:lnTo>
                    <a:pt x="12936" y="2279"/>
                  </a:lnTo>
                  <a:lnTo>
                    <a:pt x="12512" y="1893"/>
                  </a:lnTo>
                  <a:lnTo>
                    <a:pt x="12048" y="1507"/>
                  </a:lnTo>
                  <a:lnTo>
                    <a:pt x="11585" y="1159"/>
                  </a:lnTo>
                  <a:lnTo>
                    <a:pt x="11083" y="850"/>
                  </a:lnTo>
                  <a:lnTo>
                    <a:pt x="10542" y="580"/>
                  </a:lnTo>
                  <a:lnTo>
                    <a:pt x="9963" y="387"/>
                  </a:lnTo>
                  <a:lnTo>
                    <a:pt x="9384" y="194"/>
                  </a:lnTo>
                  <a:lnTo>
                    <a:pt x="8766" y="78"/>
                  </a:lnTo>
                  <a:lnTo>
                    <a:pt x="81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4" name="Google Shape;5194;p21"/>
            <p:cNvSpPr/>
            <p:nvPr/>
          </p:nvSpPr>
          <p:spPr>
            <a:xfrm>
              <a:off x="2298225" y="4462400"/>
              <a:ext cx="461475" cy="306050"/>
            </a:xfrm>
            <a:custGeom>
              <a:avLst/>
              <a:gdLst/>
              <a:ahLst/>
              <a:cxnLst/>
              <a:rect l="l" t="t" r="r" b="b"/>
              <a:pathLst>
                <a:path w="18459" h="12242" extrusionOk="0">
                  <a:moveTo>
                    <a:pt x="17609" y="4943"/>
                  </a:moveTo>
                  <a:lnTo>
                    <a:pt x="17763" y="4982"/>
                  </a:lnTo>
                  <a:lnTo>
                    <a:pt x="17879" y="5020"/>
                  </a:lnTo>
                  <a:lnTo>
                    <a:pt x="17917" y="5098"/>
                  </a:lnTo>
                  <a:lnTo>
                    <a:pt x="17956" y="5175"/>
                  </a:lnTo>
                  <a:lnTo>
                    <a:pt x="17956" y="5407"/>
                  </a:lnTo>
                  <a:lnTo>
                    <a:pt x="17956" y="5638"/>
                  </a:lnTo>
                  <a:lnTo>
                    <a:pt x="17879" y="5793"/>
                  </a:lnTo>
                  <a:lnTo>
                    <a:pt x="17763" y="5986"/>
                  </a:lnTo>
                  <a:lnTo>
                    <a:pt x="17570" y="6140"/>
                  </a:lnTo>
                  <a:lnTo>
                    <a:pt x="17222" y="6372"/>
                  </a:lnTo>
                  <a:lnTo>
                    <a:pt x="16913" y="6526"/>
                  </a:lnTo>
                  <a:lnTo>
                    <a:pt x="16566" y="6642"/>
                  </a:lnTo>
                  <a:lnTo>
                    <a:pt x="16257" y="6681"/>
                  </a:lnTo>
                  <a:lnTo>
                    <a:pt x="15909" y="6720"/>
                  </a:lnTo>
                  <a:lnTo>
                    <a:pt x="16141" y="6140"/>
                  </a:lnTo>
                  <a:lnTo>
                    <a:pt x="16257" y="5870"/>
                  </a:lnTo>
                  <a:lnTo>
                    <a:pt x="16411" y="5600"/>
                  </a:lnTo>
                  <a:lnTo>
                    <a:pt x="16605" y="5368"/>
                  </a:lnTo>
                  <a:lnTo>
                    <a:pt x="16798" y="5175"/>
                  </a:lnTo>
                  <a:lnTo>
                    <a:pt x="17068" y="5059"/>
                  </a:lnTo>
                  <a:lnTo>
                    <a:pt x="17377" y="4943"/>
                  </a:lnTo>
                  <a:close/>
                  <a:moveTo>
                    <a:pt x="13747" y="6295"/>
                  </a:moveTo>
                  <a:lnTo>
                    <a:pt x="14056" y="6333"/>
                  </a:lnTo>
                  <a:lnTo>
                    <a:pt x="14365" y="6411"/>
                  </a:lnTo>
                  <a:lnTo>
                    <a:pt x="14597" y="6526"/>
                  </a:lnTo>
                  <a:lnTo>
                    <a:pt x="14828" y="6681"/>
                  </a:lnTo>
                  <a:lnTo>
                    <a:pt x="15060" y="6835"/>
                  </a:lnTo>
                  <a:lnTo>
                    <a:pt x="14983" y="6951"/>
                  </a:lnTo>
                  <a:lnTo>
                    <a:pt x="14519" y="7067"/>
                  </a:lnTo>
                  <a:lnTo>
                    <a:pt x="14056" y="7144"/>
                  </a:lnTo>
                  <a:lnTo>
                    <a:pt x="13515" y="7144"/>
                  </a:lnTo>
                  <a:lnTo>
                    <a:pt x="13206" y="7106"/>
                  </a:lnTo>
                  <a:lnTo>
                    <a:pt x="12936" y="6990"/>
                  </a:lnTo>
                  <a:lnTo>
                    <a:pt x="12820" y="6951"/>
                  </a:lnTo>
                  <a:lnTo>
                    <a:pt x="12782" y="6874"/>
                  </a:lnTo>
                  <a:lnTo>
                    <a:pt x="12782" y="6758"/>
                  </a:lnTo>
                  <a:lnTo>
                    <a:pt x="12859" y="6642"/>
                  </a:lnTo>
                  <a:lnTo>
                    <a:pt x="12936" y="6449"/>
                  </a:lnTo>
                  <a:lnTo>
                    <a:pt x="13052" y="6333"/>
                  </a:lnTo>
                  <a:lnTo>
                    <a:pt x="13206" y="6295"/>
                  </a:lnTo>
                  <a:close/>
                  <a:moveTo>
                    <a:pt x="15523" y="7222"/>
                  </a:moveTo>
                  <a:lnTo>
                    <a:pt x="16064" y="7608"/>
                  </a:lnTo>
                  <a:lnTo>
                    <a:pt x="16334" y="7839"/>
                  </a:lnTo>
                  <a:lnTo>
                    <a:pt x="16566" y="8071"/>
                  </a:lnTo>
                  <a:lnTo>
                    <a:pt x="16798" y="8303"/>
                  </a:lnTo>
                  <a:lnTo>
                    <a:pt x="16991" y="8573"/>
                  </a:lnTo>
                  <a:lnTo>
                    <a:pt x="17068" y="8882"/>
                  </a:lnTo>
                  <a:lnTo>
                    <a:pt x="17107" y="9036"/>
                  </a:lnTo>
                  <a:lnTo>
                    <a:pt x="17107" y="9229"/>
                  </a:lnTo>
                  <a:lnTo>
                    <a:pt x="17068" y="9423"/>
                  </a:lnTo>
                  <a:lnTo>
                    <a:pt x="16952" y="9538"/>
                  </a:lnTo>
                  <a:lnTo>
                    <a:pt x="16836" y="9616"/>
                  </a:lnTo>
                  <a:lnTo>
                    <a:pt x="16682" y="9654"/>
                  </a:lnTo>
                  <a:lnTo>
                    <a:pt x="16527" y="9654"/>
                  </a:lnTo>
                  <a:lnTo>
                    <a:pt x="16373" y="9577"/>
                  </a:lnTo>
                  <a:lnTo>
                    <a:pt x="16218" y="9461"/>
                  </a:lnTo>
                  <a:lnTo>
                    <a:pt x="16103" y="9307"/>
                  </a:lnTo>
                  <a:lnTo>
                    <a:pt x="15909" y="8959"/>
                  </a:lnTo>
                  <a:lnTo>
                    <a:pt x="15716" y="8573"/>
                  </a:lnTo>
                  <a:lnTo>
                    <a:pt x="15639" y="8226"/>
                  </a:lnTo>
                  <a:lnTo>
                    <a:pt x="15562" y="7917"/>
                  </a:lnTo>
                  <a:lnTo>
                    <a:pt x="15523" y="7569"/>
                  </a:lnTo>
                  <a:lnTo>
                    <a:pt x="15523" y="7222"/>
                  </a:lnTo>
                  <a:close/>
                  <a:moveTo>
                    <a:pt x="5020" y="464"/>
                  </a:moveTo>
                  <a:lnTo>
                    <a:pt x="5638" y="541"/>
                  </a:lnTo>
                  <a:lnTo>
                    <a:pt x="6217" y="696"/>
                  </a:lnTo>
                  <a:lnTo>
                    <a:pt x="6758" y="927"/>
                  </a:lnTo>
                  <a:lnTo>
                    <a:pt x="7260" y="1236"/>
                  </a:lnTo>
                  <a:lnTo>
                    <a:pt x="7723" y="1622"/>
                  </a:lnTo>
                  <a:lnTo>
                    <a:pt x="8186" y="2047"/>
                  </a:lnTo>
                  <a:lnTo>
                    <a:pt x="8534" y="2549"/>
                  </a:lnTo>
                  <a:lnTo>
                    <a:pt x="8804" y="3013"/>
                  </a:lnTo>
                  <a:lnTo>
                    <a:pt x="9036" y="3437"/>
                  </a:lnTo>
                  <a:lnTo>
                    <a:pt x="9229" y="3901"/>
                  </a:lnTo>
                  <a:lnTo>
                    <a:pt x="9384" y="4403"/>
                  </a:lnTo>
                  <a:lnTo>
                    <a:pt x="9654" y="5368"/>
                  </a:lnTo>
                  <a:lnTo>
                    <a:pt x="9924" y="6333"/>
                  </a:lnTo>
                  <a:lnTo>
                    <a:pt x="10040" y="6758"/>
                  </a:lnTo>
                  <a:lnTo>
                    <a:pt x="10194" y="7144"/>
                  </a:lnTo>
                  <a:lnTo>
                    <a:pt x="10388" y="7530"/>
                  </a:lnTo>
                  <a:lnTo>
                    <a:pt x="10619" y="7878"/>
                  </a:lnTo>
                  <a:lnTo>
                    <a:pt x="10890" y="8187"/>
                  </a:lnTo>
                  <a:lnTo>
                    <a:pt x="11198" y="8419"/>
                  </a:lnTo>
                  <a:lnTo>
                    <a:pt x="11585" y="8612"/>
                  </a:lnTo>
                  <a:lnTo>
                    <a:pt x="12009" y="8766"/>
                  </a:lnTo>
                  <a:lnTo>
                    <a:pt x="12357" y="8805"/>
                  </a:lnTo>
                  <a:lnTo>
                    <a:pt x="12704" y="8766"/>
                  </a:lnTo>
                  <a:lnTo>
                    <a:pt x="13013" y="8728"/>
                  </a:lnTo>
                  <a:lnTo>
                    <a:pt x="13322" y="8650"/>
                  </a:lnTo>
                  <a:lnTo>
                    <a:pt x="13631" y="8534"/>
                  </a:lnTo>
                  <a:lnTo>
                    <a:pt x="13901" y="8419"/>
                  </a:lnTo>
                  <a:lnTo>
                    <a:pt x="14172" y="8226"/>
                  </a:lnTo>
                  <a:lnTo>
                    <a:pt x="14442" y="8071"/>
                  </a:lnTo>
                  <a:lnTo>
                    <a:pt x="13940" y="8689"/>
                  </a:lnTo>
                  <a:lnTo>
                    <a:pt x="13361" y="9307"/>
                  </a:lnTo>
                  <a:lnTo>
                    <a:pt x="12743" y="9847"/>
                  </a:lnTo>
                  <a:lnTo>
                    <a:pt x="12087" y="10311"/>
                  </a:lnTo>
                  <a:lnTo>
                    <a:pt x="11392" y="10735"/>
                  </a:lnTo>
                  <a:lnTo>
                    <a:pt x="10658" y="11083"/>
                  </a:lnTo>
                  <a:lnTo>
                    <a:pt x="9847" y="11353"/>
                  </a:lnTo>
                  <a:lnTo>
                    <a:pt x="9036" y="11585"/>
                  </a:lnTo>
                  <a:lnTo>
                    <a:pt x="8418" y="11662"/>
                  </a:lnTo>
                  <a:lnTo>
                    <a:pt x="7839" y="11739"/>
                  </a:lnTo>
                  <a:lnTo>
                    <a:pt x="7260" y="11739"/>
                  </a:lnTo>
                  <a:lnTo>
                    <a:pt x="6680" y="11701"/>
                  </a:lnTo>
                  <a:lnTo>
                    <a:pt x="6101" y="11624"/>
                  </a:lnTo>
                  <a:lnTo>
                    <a:pt x="5561" y="11508"/>
                  </a:lnTo>
                  <a:lnTo>
                    <a:pt x="5020" y="11353"/>
                  </a:lnTo>
                  <a:lnTo>
                    <a:pt x="4518" y="11160"/>
                  </a:lnTo>
                  <a:lnTo>
                    <a:pt x="4016" y="10929"/>
                  </a:lnTo>
                  <a:lnTo>
                    <a:pt x="3514" y="10620"/>
                  </a:lnTo>
                  <a:lnTo>
                    <a:pt x="3089" y="10311"/>
                  </a:lnTo>
                  <a:lnTo>
                    <a:pt x="2626" y="9925"/>
                  </a:lnTo>
                  <a:lnTo>
                    <a:pt x="2240" y="9538"/>
                  </a:lnTo>
                  <a:lnTo>
                    <a:pt x="1854" y="9075"/>
                  </a:lnTo>
                  <a:lnTo>
                    <a:pt x="1545" y="8573"/>
                  </a:lnTo>
                  <a:lnTo>
                    <a:pt x="1236" y="8071"/>
                  </a:lnTo>
                  <a:lnTo>
                    <a:pt x="965" y="7492"/>
                  </a:lnTo>
                  <a:lnTo>
                    <a:pt x="734" y="6913"/>
                  </a:lnTo>
                  <a:lnTo>
                    <a:pt x="579" y="6295"/>
                  </a:lnTo>
                  <a:lnTo>
                    <a:pt x="464" y="5677"/>
                  </a:lnTo>
                  <a:lnTo>
                    <a:pt x="425" y="5059"/>
                  </a:lnTo>
                  <a:lnTo>
                    <a:pt x="425" y="4441"/>
                  </a:lnTo>
                  <a:lnTo>
                    <a:pt x="541" y="3823"/>
                  </a:lnTo>
                  <a:lnTo>
                    <a:pt x="695" y="3244"/>
                  </a:lnTo>
                  <a:lnTo>
                    <a:pt x="965" y="2704"/>
                  </a:lnTo>
                  <a:lnTo>
                    <a:pt x="1313" y="2163"/>
                  </a:lnTo>
                  <a:lnTo>
                    <a:pt x="1699" y="1738"/>
                  </a:lnTo>
                  <a:lnTo>
                    <a:pt x="2163" y="1313"/>
                  </a:lnTo>
                  <a:lnTo>
                    <a:pt x="2665" y="1005"/>
                  </a:lnTo>
                  <a:lnTo>
                    <a:pt x="3205" y="734"/>
                  </a:lnTo>
                  <a:lnTo>
                    <a:pt x="3784" y="580"/>
                  </a:lnTo>
                  <a:lnTo>
                    <a:pt x="4402" y="464"/>
                  </a:lnTo>
                  <a:close/>
                  <a:moveTo>
                    <a:pt x="4634" y="1"/>
                  </a:moveTo>
                  <a:lnTo>
                    <a:pt x="4248" y="39"/>
                  </a:lnTo>
                  <a:lnTo>
                    <a:pt x="3900" y="78"/>
                  </a:lnTo>
                  <a:lnTo>
                    <a:pt x="3514" y="155"/>
                  </a:lnTo>
                  <a:lnTo>
                    <a:pt x="3128" y="271"/>
                  </a:lnTo>
                  <a:lnTo>
                    <a:pt x="2780" y="425"/>
                  </a:lnTo>
                  <a:lnTo>
                    <a:pt x="2433" y="618"/>
                  </a:lnTo>
                  <a:lnTo>
                    <a:pt x="2085" y="850"/>
                  </a:lnTo>
                  <a:lnTo>
                    <a:pt x="1622" y="1198"/>
                  </a:lnTo>
                  <a:lnTo>
                    <a:pt x="1236" y="1584"/>
                  </a:lnTo>
                  <a:lnTo>
                    <a:pt x="888" y="2009"/>
                  </a:lnTo>
                  <a:lnTo>
                    <a:pt x="618" y="2433"/>
                  </a:lnTo>
                  <a:lnTo>
                    <a:pt x="386" y="2897"/>
                  </a:lnTo>
                  <a:lnTo>
                    <a:pt x="232" y="3399"/>
                  </a:lnTo>
                  <a:lnTo>
                    <a:pt x="77" y="3901"/>
                  </a:lnTo>
                  <a:lnTo>
                    <a:pt x="0" y="4403"/>
                  </a:lnTo>
                  <a:lnTo>
                    <a:pt x="0" y="4905"/>
                  </a:lnTo>
                  <a:lnTo>
                    <a:pt x="0" y="5445"/>
                  </a:lnTo>
                  <a:lnTo>
                    <a:pt x="77" y="5986"/>
                  </a:lnTo>
                  <a:lnTo>
                    <a:pt x="155" y="6488"/>
                  </a:lnTo>
                  <a:lnTo>
                    <a:pt x="309" y="7028"/>
                  </a:lnTo>
                  <a:lnTo>
                    <a:pt x="464" y="7530"/>
                  </a:lnTo>
                  <a:lnTo>
                    <a:pt x="695" y="8032"/>
                  </a:lnTo>
                  <a:lnTo>
                    <a:pt x="927" y="8496"/>
                  </a:lnTo>
                  <a:lnTo>
                    <a:pt x="1274" y="9075"/>
                  </a:lnTo>
                  <a:lnTo>
                    <a:pt x="1661" y="9616"/>
                  </a:lnTo>
                  <a:lnTo>
                    <a:pt x="2124" y="10079"/>
                  </a:lnTo>
                  <a:lnTo>
                    <a:pt x="2587" y="10542"/>
                  </a:lnTo>
                  <a:lnTo>
                    <a:pt x="3089" y="10929"/>
                  </a:lnTo>
                  <a:lnTo>
                    <a:pt x="3591" y="11276"/>
                  </a:lnTo>
                  <a:lnTo>
                    <a:pt x="4171" y="11546"/>
                  </a:lnTo>
                  <a:lnTo>
                    <a:pt x="4750" y="11778"/>
                  </a:lnTo>
                  <a:lnTo>
                    <a:pt x="4750" y="11933"/>
                  </a:lnTo>
                  <a:lnTo>
                    <a:pt x="5097" y="11894"/>
                  </a:lnTo>
                  <a:lnTo>
                    <a:pt x="5908" y="12087"/>
                  </a:lnTo>
                  <a:lnTo>
                    <a:pt x="6719" y="12203"/>
                  </a:lnTo>
                  <a:lnTo>
                    <a:pt x="7569" y="12241"/>
                  </a:lnTo>
                  <a:lnTo>
                    <a:pt x="8418" y="12164"/>
                  </a:lnTo>
                  <a:lnTo>
                    <a:pt x="9190" y="12048"/>
                  </a:lnTo>
                  <a:lnTo>
                    <a:pt x="9963" y="11855"/>
                  </a:lnTo>
                  <a:lnTo>
                    <a:pt x="10310" y="11739"/>
                  </a:lnTo>
                  <a:lnTo>
                    <a:pt x="10272" y="11739"/>
                  </a:lnTo>
                  <a:lnTo>
                    <a:pt x="11083" y="11431"/>
                  </a:lnTo>
                  <a:lnTo>
                    <a:pt x="11855" y="11044"/>
                  </a:lnTo>
                  <a:lnTo>
                    <a:pt x="12550" y="10581"/>
                  </a:lnTo>
                  <a:lnTo>
                    <a:pt x="13245" y="10079"/>
                  </a:lnTo>
                  <a:lnTo>
                    <a:pt x="13863" y="9500"/>
                  </a:lnTo>
                  <a:lnTo>
                    <a:pt x="14133" y="9191"/>
                  </a:lnTo>
                  <a:lnTo>
                    <a:pt x="14403" y="8882"/>
                  </a:lnTo>
                  <a:lnTo>
                    <a:pt x="14635" y="8534"/>
                  </a:lnTo>
                  <a:lnTo>
                    <a:pt x="14867" y="8187"/>
                  </a:lnTo>
                  <a:lnTo>
                    <a:pt x="15060" y="7801"/>
                  </a:lnTo>
                  <a:lnTo>
                    <a:pt x="15253" y="7415"/>
                  </a:lnTo>
                  <a:lnTo>
                    <a:pt x="15253" y="7917"/>
                  </a:lnTo>
                  <a:lnTo>
                    <a:pt x="15330" y="8419"/>
                  </a:lnTo>
                  <a:lnTo>
                    <a:pt x="15485" y="8882"/>
                  </a:lnTo>
                  <a:lnTo>
                    <a:pt x="15678" y="9345"/>
                  </a:lnTo>
                  <a:lnTo>
                    <a:pt x="15794" y="9538"/>
                  </a:lnTo>
                  <a:lnTo>
                    <a:pt x="15948" y="9731"/>
                  </a:lnTo>
                  <a:lnTo>
                    <a:pt x="16103" y="9886"/>
                  </a:lnTo>
                  <a:lnTo>
                    <a:pt x="16257" y="10040"/>
                  </a:lnTo>
                  <a:lnTo>
                    <a:pt x="16489" y="10156"/>
                  </a:lnTo>
                  <a:lnTo>
                    <a:pt x="16682" y="10195"/>
                  </a:lnTo>
                  <a:lnTo>
                    <a:pt x="16913" y="10156"/>
                  </a:lnTo>
                  <a:lnTo>
                    <a:pt x="17107" y="10040"/>
                  </a:lnTo>
                  <a:lnTo>
                    <a:pt x="17300" y="9886"/>
                  </a:lnTo>
                  <a:lnTo>
                    <a:pt x="17377" y="9693"/>
                  </a:lnTo>
                  <a:lnTo>
                    <a:pt x="17454" y="9500"/>
                  </a:lnTo>
                  <a:lnTo>
                    <a:pt x="17493" y="9268"/>
                  </a:lnTo>
                  <a:lnTo>
                    <a:pt x="17493" y="9075"/>
                  </a:lnTo>
                  <a:lnTo>
                    <a:pt x="17454" y="8843"/>
                  </a:lnTo>
                  <a:lnTo>
                    <a:pt x="17415" y="8650"/>
                  </a:lnTo>
                  <a:lnTo>
                    <a:pt x="17338" y="8457"/>
                  </a:lnTo>
                  <a:lnTo>
                    <a:pt x="17222" y="8226"/>
                  </a:lnTo>
                  <a:lnTo>
                    <a:pt x="17068" y="8032"/>
                  </a:lnTo>
                  <a:lnTo>
                    <a:pt x="16720" y="7646"/>
                  </a:lnTo>
                  <a:lnTo>
                    <a:pt x="16334" y="7299"/>
                  </a:lnTo>
                  <a:lnTo>
                    <a:pt x="15909" y="6990"/>
                  </a:lnTo>
                  <a:lnTo>
                    <a:pt x="16373" y="6990"/>
                  </a:lnTo>
                  <a:lnTo>
                    <a:pt x="16875" y="6913"/>
                  </a:lnTo>
                  <a:lnTo>
                    <a:pt x="17338" y="6720"/>
                  </a:lnTo>
                  <a:lnTo>
                    <a:pt x="17763" y="6488"/>
                  </a:lnTo>
                  <a:lnTo>
                    <a:pt x="17917" y="6333"/>
                  </a:lnTo>
                  <a:lnTo>
                    <a:pt x="18110" y="6140"/>
                  </a:lnTo>
                  <a:lnTo>
                    <a:pt x="18265" y="5947"/>
                  </a:lnTo>
                  <a:lnTo>
                    <a:pt x="18381" y="5716"/>
                  </a:lnTo>
                  <a:lnTo>
                    <a:pt x="18458" y="5484"/>
                  </a:lnTo>
                  <a:lnTo>
                    <a:pt x="18458" y="5214"/>
                  </a:lnTo>
                  <a:lnTo>
                    <a:pt x="18381" y="4982"/>
                  </a:lnTo>
                  <a:lnTo>
                    <a:pt x="18304" y="4905"/>
                  </a:lnTo>
                  <a:lnTo>
                    <a:pt x="18226" y="4789"/>
                  </a:lnTo>
                  <a:lnTo>
                    <a:pt x="18033" y="4673"/>
                  </a:lnTo>
                  <a:lnTo>
                    <a:pt x="17802" y="4596"/>
                  </a:lnTo>
                  <a:lnTo>
                    <a:pt x="17609" y="4557"/>
                  </a:lnTo>
                  <a:lnTo>
                    <a:pt x="17377" y="4557"/>
                  </a:lnTo>
                  <a:lnTo>
                    <a:pt x="17145" y="4634"/>
                  </a:lnTo>
                  <a:lnTo>
                    <a:pt x="16913" y="4712"/>
                  </a:lnTo>
                  <a:lnTo>
                    <a:pt x="16720" y="4789"/>
                  </a:lnTo>
                  <a:lnTo>
                    <a:pt x="16566" y="4905"/>
                  </a:lnTo>
                  <a:lnTo>
                    <a:pt x="16373" y="5098"/>
                  </a:lnTo>
                  <a:lnTo>
                    <a:pt x="16180" y="5291"/>
                  </a:lnTo>
                  <a:lnTo>
                    <a:pt x="15871" y="5716"/>
                  </a:lnTo>
                  <a:lnTo>
                    <a:pt x="15639" y="6179"/>
                  </a:lnTo>
                  <a:lnTo>
                    <a:pt x="15485" y="6681"/>
                  </a:lnTo>
                  <a:lnTo>
                    <a:pt x="15407" y="6681"/>
                  </a:lnTo>
                  <a:lnTo>
                    <a:pt x="15330" y="6720"/>
                  </a:lnTo>
                  <a:lnTo>
                    <a:pt x="14983" y="6411"/>
                  </a:lnTo>
                  <a:lnTo>
                    <a:pt x="14597" y="6179"/>
                  </a:lnTo>
                  <a:lnTo>
                    <a:pt x="14172" y="6024"/>
                  </a:lnTo>
                  <a:lnTo>
                    <a:pt x="13708" y="5947"/>
                  </a:lnTo>
                  <a:lnTo>
                    <a:pt x="13322" y="5909"/>
                  </a:lnTo>
                  <a:lnTo>
                    <a:pt x="13091" y="5947"/>
                  </a:lnTo>
                  <a:lnTo>
                    <a:pt x="12897" y="5986"/>
                  </a:lnTo>
                  <a:lnTo>
                    <a:pt x="12704" y="6063"/>
                  </a:lnTo>
                  <a:lnTo>
                    <a:pt x="12511" y="6140"/>
                  </a:lnTo>
                  <a:lnTo>
                    <a:pt x="12357" y="6295"/>
                  </a:lnTo>
                  <a:lnTo>
                    <a:pt x="12280" y="6449"/>
                  </a:lnTo>
                  <a:lnTo>
                    <a:pt x="12202" y="6642"/>
                  </a:lnTo>
                  <a:lnTo>
                    <a:pt x="12241" y="6835"/>
                  </a:lnTo>
                  <a:lnTo>
                    <a:pt x="12318" y="6990"/>
                  </a:lnTo>
                  <a:lnTo>
                    <a:pt x="12434" y="7106"/>
                  </a:lnTo>
                  <a:lnTo>
                    <a:pt x="12589" y="7260"/>
                  </a:lnTo>
                  <a:lnTo>
                    <a:pt x="12782" y="7337"/>
                  </a:lnTo>
                  <a:lnTo>
                    <a:pt x="13129" y="7453"/>
                  </a:lnTo>
                  <a:lnTo>
                    <a:pt x="13477" y="7530"/>
                  </a:lnTo>
                  <a:lnTo>
                    <a:pt x="13824" y="7530"/>
                  </a:lnTo>
                  <a:lnTo>
                    <a:pt x="14172" y="7492"/>
                  </a:lnTo>
                  <a:lnTo>
                    <a:pt x="14519" y="7415"/>
                  </a:lnTo>
                  <a:lnTo>
                    <a:pt x="14133" y="7762"/>
                  </a:lnTo>
                  <a:lnTo>
                    <a:pt x="13708" y="8032"/>
                  </a:lnTo>
                  <a:lnTo>
                    <a:pt x="13477" y="8110"/>
                  </a:lnTo>
                  <a:lnTo>
                    <a:pt x="13245" y="8226"/>
                  </a:lnTo>
                  <a:lnTo>
                    <a:pt x="13013" y="8264"/>
                  </a:lnTo>
                  <a:lnTo>
                    <a:pt x="12743" y="8303"/>
                  </a:lnTo>
                  <a:lnTo>
                    <a:pt x="12357" y="8303"/>
                  </a:lnTo>
                  <a:lnTo>
                    <a:pt x="11971" y="8264"/>
                  </a:lnTo>
                  <a:lnTo>
                    <a:pt x="11662" y="8110"/>
                  </a:lnTo>
                  <a:lnTo>
                    <a:pt x="11353" y="7955"/>
                  </a:lnTo>
                  <a:lnTo>
                    <a:pt x="11083" y="7685"/>
                  </a:lnTo>
                  <a:lnTo>
                    <a:pt x="10890" y="7415"/>
                  </a:lnTo>
                  <a:lnTo>
                    <a:pt x="10696" y="7106"/>
                  </a:lnTo>
                  <a:lnTo>
                    <a:pt x="10542" y="6720"/>
                  </a:lnTo>
                  <a:lnTo>
                    <a:pt x="10388" y="6218"/>
                  </a:lnTo>
                  <a:lnTo>
                    <a:pt x="10233" y="5716"/>
                  </a:lnTo>
                  <a:lnTo>
                    <a:pt x="9963" y="4673"/>
                  </a:lnTo>
                  <a:lnTo>
                    <a:pt x="9847" y="4171"/>
                  </a:lnTo>
                  <a:lnTo>
                    <a:pt x="9654" y="3669"/>
                  </a:lnTo>
                  <a:lnTo>
                    <a:pt x="9461" y="3167"/>
                  </a:lnTo>
                  <a:lnTo>
                    <a:pt x="9229" y="2704"/>
                  </a:lnTo>
                  <a:lnTo>
                    <a:pt x="8843" y="2163"/>
                  </a:lnTo>
                  <a:lnTo>
                    <a:pt x="8457" y="1700"/>
                  </a:lnTo>
                  <a:lnTo>
                    <a:pt x="7993" y="1275"/>
                  </a:lnTo>
                  <a:lnTo>
                    <a:pt x="7530" y="889"/>
                  </a:lnTo>
                  <a:lnTo>
                    <a:pt x="6989" y="580"/>
                  </a:lnTo>
                  <a:lnTo>
                    <a:pt x="6449" y="348"/>
                  </a:lnTo>
                  <a:lnTo>
                    <a:pt x="5870" y="155"/>
                  </a:lnTo>
                  <a:lnTo>
                    <a:pt x="5290" y="39"/>
                  </a:lnTo>
                  <a:lnTo>
                    <a:pt x="502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5" name="Google Shape;5195;p21"/>
            <p:cNvSpPr/>
            <p:nvPr/>
          </p:nvSpPr>
          <p:spPr>
            <a:xfrm>
              <a:off x="5932850" y="4466275"/>
              <a:ext cx="200800" cy="230725"/>
            </a:xfrm>
            <a:custGeom>
              <a:avLst/>
              <a:gdLst/>
              <a:ahLst/>
              <a:cxnLst/>
              <a:rect l="l" t="t" r="r" b="b"/>
              <a:pathLst>
                <a:path w="8032" h="9229" extrusionOk="0">
                  <a:moveTo>
                    <a:pt x="2047" y="0"/>
                  </a:moveTo>
                  <a:lnTo>
                    <a:pt x="1892" y="77"/>
                  </a:lnTo>
                  <a:lnTo>
                    <a:pt x="1738" y="154"/>
                  </a:lnTo>
                  <a:lnTo>
                    <a:pt x="1429" y="425"/>
                  </a:lnTo>
                  <a:lnTo>
                    <a:pt x="1197" y="734"/>
                  </a:lnTo>
                  <a:lnTo>
                    <a:pt x="965" y="1004"/>
                  </a:lnTo>
                  <a:lnTo>
                    <a:pt x="734" y="1352"/>
                  </a:lnTo>
                  <a:lnTo>
                    <a:pt x="502" y="1738"/>
                  </a:lnTo>
                  <a:lnTo>
                    <a:pt x="348" y="2124"/>
                  </a:lnTo>
                  <a:lnTo>
                    <a:pt x="193" y="2549"/>
                  </a:lnTo>
                  <a:lnTo>
                    <a:pt x="77" y="3012"/>
                  </a:lnTo>
                  <a:lnTo>
                    <a:pt x="39" y="3475"/>
                  </a:lnTo>
                  <a:lnTo>
                    <a:pt x="0" y="3939"/>
                  </a:lnTo>
                  <a:lnTo>
                    <a:pt x="77" y="4441"/>
                  </a:lnTo>
                  <a:lnTo>
                    <a:pt x="155" y="4904"/>
                  </a:lnTo>
                  <a:lnTo>
                    <a:pt x="270" y="5329"/>
                  </a:lnTo>
                  <a:lnTo>
                    <a:pt x="463" y="5792"/>
                  </a:lnTo>
                  <a:lnTo>
                    <a:pt x="695" y="6178"/>
                  </a:lnTo>
                  <a:lnTo>
                    <a:pt x="1043" y="6178"/>
                  </a:lnTo>
                  <a:lnTo>
                    <a:pt x="888" y="5831"/>
                  </a:lnTo>
                  <a:lnTo>
                    <a:pt x="734" y="5483"/>
                  </a:lnTo>
                  <a:lnTo>
                    <a:pt x="657" y="5136"/>
                  </a:lnTo>
                  <a:lnTo>
                    <a:pt x="541" y="4788"/>
                  </a:lnTo>
                  <a:lnTo>
                    <a:pt x="502" y="4402"/>
                  </a:lnTo>
                  <a:lnTo>
                    <a:pt x="463" y="4055"/>
                  </a:lnTo>
                  <a:lnTo>
                    <a:pt x="463" y="3668"/>
                  </a:lnTo>
                  <a:lnTo>
                    <a:pt x="463" y="3321"/>
                  </a:lnTo>
                  <a:lnTo>
                    <a:pt x="541" y="2973"/>
                  </a:lnTo>
                  <a:lnTo>
                    <a:pt x="618" y="2626"/>
                  </a:lnTo>
                  <a:lnTo>
                    <a:pt x="734" y="2278"/>
                  </a:lnTo>
                  <a:lnTo>
                    <a:pt x="850" y="1931"/>
                  </a:lnTo>
                  <a:lnTo>
                    <a:pt x="1043" y="1622"/>
                  </a:lnTo>
                  <a:lnTo>
                    <a:pt x="1236" y="1313"/>
                  </a:lnTo>
                  <a:lnTo>
                    <a:pt x="1467" y="1004"/>
                  </a:lnTo>
                  <a:lnTo>
                    <a:pt x="1776" y="734"/>
                  </a:lnTo>
                  <a:lnTo>
                    <a:pt x="1969" y="579"/>
                  </a:lnTo>
                  <a:lnTo>
                    <a:pt x="2085" y="502"/>
                  </a:lnTo>
                  <a:lnTo>
                    <a:pt x="2201" y="463"/>
                  </a:lnTo>
                  <a:lnTo>
                    <a:pt x="2317" y="579"/>
                  </a:lnTo>
                  <a:lnTo>
                    <a:pt x="2433" y="811"/>
                  </a:lnTo>
                  <a:lnTo>
                    <a:pt x="2587" y="1197"/>
                  </a:lnTo>
                  <a:lnTo>
                    <a:pt x="2742" y="1583"/>
                  </a:lnTo>
                  <a:lnTo>
                    <a:pt x="2858" y="1931"/>
                  </a:lnTo>
                  <a:lnTo>
                    <a:pt x="2973" y="2317"/>
                  </a:lnTo>
                  <a:lnTo>
                    <a:pt x="3051" y="2703"/>
                  </a:lnTo>
                  <a:lnTo>
                    <a:pt x="3089" y="3089"/>
                  </a:lnTo>
                  <a:lnTo>
                    <a:pt x="3089" y="3437"/>
                  </a:lnTo>
                  <a:lnTo>
                    <a:pt x="3051" y="3784"/>
                  </a:lnTo>
                  <a:lnTo>
                    <a:pt x="3012" y="4132"/>
                  </a:lnTo>
                  <a:lnTo>
                    <a:pt x="2896" y="4479"/>
                  </a:lnTo>
                  <a:lnTo>
                    <a:pt x="2780" y="4788"/>
                  </a:lnTo>
                  <a:lnTo>
                    <a:pt x="2587" y="5136"/>
                  </a:lnTo>
                  <a:lnTo>
                    <a:pt x="2394" y="5445"/>
                  </a:lnTo>
                  <a:lnTo>
                    <a:pt x="2356" y="5522"/>
                  </a:lnTo>
                  <a:lnTo>
                    <a:pt x="2394" y="5638"/>
                  </a:lnTo>
                  <a:lnTo>
                    <a:pt x="2356" y="5715"/>
                  </a:lnTo>
                  <a:lnTo>
                    <a:pt x="2356" y="5754"/>
                  </a:lnTo>
                  <a:lnTo>
                    <a:pt x="2394" y="5792"/>
                  </a:lnTo>
                  <a:lnTo>
                    <a:pt x="2471" y="5792"/>
                  </a:lnTo>
                  <a:lnTo>
                    <a:pt x="2626" y="5715"/>
                  </a:lnTo>
                  <a:lnTo>
                    <a:pt x="2819" y="5676"/>
                  </a:lnTo>
                  <a:lnTo>
                    <a:pt x="3205" y="5676"/>
                  </a:lnTo>
                  <a:lnTo>
                    <a:pt x="3630" y="5715"/>
                  </a:lnTo>
                  <a:lnTo>
                    <a:pt x="4055" y="5792"/>
                  </a:lnTo>
                  <a:lnTo>
                    <a:pt x="4441" y="5947"/>
                  </a:lnTo>
                  <a:lnTo>
                    <a:pt x="4866" y="6101"/>
                  </a:lnTo>
                  <a:lnTo>
                    <a:pt x="5213" y="6256"/>
                  </a:lnTo>
                  <a:lnTo>
                    <a:pt x="5522" y="6449"/>
                  </a:lnTo>
                  <a:lnTo>
                    <a:pt x="5831" y="6642"/>
                  </a:lnTo>
                  <a:lnTo>
                    <a:pt x="6140" y="6835"/>
                  </a:lnTo>
                  <a:lnTo>
                    <a:pt x="6410" y="7067"/>
                  </a:lnTo>
                  <a:lnTo>
                    <a:pt x="6680" y="7337"/>
                  </a:lnTo>
                  <a:lnTo>
                    <a:pt x="6912" y="7607"/>
                  </a:lnTo>
                  <a:lnTo>
                    <a:pt x="7144" y="7877"/>
                  </a:lnTo>
                  <a:lnTo>
                    <a:pt x="7337" y="8186"/>
                  </a:lnTo>
                  <a:lnTo>
                    <a:pt x="7530" y="8534"/>
                  </a:lnTo>
                  <a:lnTo>
                    <a:pt x="7105" y="8650"/>
                  </a:lnTo>
                  <a:lnTo>
                    <a:pt x="6680" y="8727"/>
                  </a:lnTo>
                  <a:lnTo>
                    <a:pt x="6294" y="8766"/>
                  </a:lnTo>
                  <a:lnTo>
                    <a:pt x="5870" y="8804"/>
                  </a:lnTo>
                  <a:lnTo>
                    <a:pt x="5483" y="8804"/>
                  </a:lnTo>
                  <a:lnTo>
                    <a:pt x="5059" y="8727"/>
                  </a:lnTo>
                  <a:lnTo>
                    <a:pt x="4672" y="8611"/>
                  </a:lnTo>
                  <a:lnTo>
                    <a:pt x="4248" y="8457"/>
                  </a:lnTo>
                  <a:lnTo>
                    <a:pt x="3900" y="8264"/>
                  </a:lnTo>
                  <a:lnTo>
                    <a:pt x="3591" y="8071"/>
                  </a:lnTo>
                  <a:lnTo>
                    <a:pt x="3012" y="7607"/>
                  </a:lnTo>
                  <a:lnTo>
                    <a:pt x="2471" y="7105"/>
                  </a:lnTo>
                  <a:lnTo>
                    <a:pt x="1931" y="6565"/>
                  </a:lnTo>
                  <a:lnTo>
                    <a:pt x="1854" y="6526"/>
                  </a:lnTo>
                  <a:lnTo>
                    <a:pt x="1815" y="6487"/>
                  </a:lnTo>
                  <a:lnTo>
                    <a:pt x="1661" y="6526"/>
                  </a:lnTo>
                  <a:lnTo>
                    <a:pt x="1622" y="6526"/>
                  </a:lnTo>
                  <a:lnTo>
                    <a:pt x="1583" y="6565"/>
                  </a:lnTo>
                  <a:lnTo>
                    <a:pt x="1429" y="6835"/>
                  </a:lnTo>
                  <a:lnTo>
                    <a:pt x="1661" y="6873"/>
                  </a:lnTo>
                  <a:lnTo>
                    <a:pt x="2278" y="7491"/>
                  </a:lnTo>
                  <a:lnTo>
                    <a:pt x="2896" y="8071"/>
                  </a:lnTo>
                  <a:lnTo>
                    <a:pt x="3244" y="8341"/>
                  </a:lnTo>
                  <a:lnTo>
                    <a:pt x="3630" y="8573"/>
                  </a:lnTo>
                  <a:lnTo>
                    <a:pt x="3977" y="8766"/>
                  </a:lnTo>
                  <a:lnTo>
                    <a:pt x="4364" y="8959"/>
                  </a:lnTo>
                  <a:lnTo>
                    <a:pt x="4827" y="9113"/>
                  </a:lnTo>
                  <a:lnTo>
                    <a:pt x="5252" y="9190"/>
                  </a:lnTo>
                  <a:lnTo>
                    <a:pt x="5676" y="9229"/>
                  </a:lnTo>
                  <a:lnTo>
                    <a:pt x="6140" y="9229"/>
                  </a:lnTo>
                  <a:lnTo>
                    <a:pt x="6565" y="9152"/>
                  </a:lnTo>
                  <a:lnTo>
                    <a:pt x="6989" y="9074"/>
                  </a:lnTo>
                  <a:lnTo>
                    <a:pt x="7878" y="8843"/>
                  </a:lnTo>
                  <a:lnTo>
                    <a:pt x="7955" y="8804"/>
                  </a:lnTo>
                  <a:lnTo>
                    <a:pt x="7993" y="8727"/>
                  </a:lnTo>
                  <a:lnTo>
                    <a:pt x="8032" y="8650"/>
                  </a:lnTo>
                  <a:lnTo>
                    <a:pt x="7993" y="8534"/>
                  </a:lnTo>
                  <a:lnTo>
                    <a:pt x="7762" y="8109"/>
                  </a:lnTo>
                  <a:lnTo>
                    <a:pt x="7491" y="7684"/>
                  </a:lnTo>
                  <a:lnTo>
                    <a:pt x="7221" y="7298"/>
                  </a:lnTo>
                  <a:lnTo>
                    <a:pt x="6874" y="6912"/>
                  </a:lnTo>
                  <a:lnTo>
                    <a:pt x="6526" y="6603"/>
                  </a:lnTo>
                  <a:lnTo>
                    <a:pt x="6140" y="6294"/>
                  </a:lnTo>
                  <a:lnTo>
                    <a:pt x="5715" y="6024"/>
                  </a:lnTo>
                  <a:lnTo>
                    <a:pt x="5252" y="5792"/>
                  </a:lnTo>
                  <a:lnTo>
                    <a:pt x="4827" y="5638"/>
                  </a:lnTo>
                  <a:lnTo>
                    <a:pt x="4248" y="5445"/>
                  </a:lnTo>
                  <a:lnTo>
                    <a:pt x="3939" y="5367"/>
                  </a:lnTo>
                  <a:lnTo>
                    <a:pt x="3591" y="5290"/>
                  </a:lnTo>
                  <a:lnTo>
                    <a:pt x="3012" y="5290"/>
                  </a:lnTo>
                  <a:lnTo>
                    <a:pt x="3167" y="4981"/>
                  </a:lnTo>
                  <a:lnTo>
                    <a:pt x="3321" y="4634"/>
                  </a:lnTo>
                  <a:lnTo>
                    <a:pt x="3398" y="4286"/>
                  </a:lnTo>
                  <a:lnTo>
                    <a:pt x="3475" y="3939"/>
                  </a:lnTo>
                  <a:lnTo>
                    <a:pt x="3514" y="3591"/>
                  </a:lnTo>
                  <a:lnTo>
                    <a:pt x="3514" y="3205"/>
                  </a:lnTo>
                  <a:lnTo>
                    <a:pt x="3514" y="2858"/>
                  </a:lnTo>
                  <a:lnTo>
                    <a:pt x="3437" y="2471"/>
                  </a:lnTo>
                  <a:lnTo>
                    <a:pt x="3321" y="1969"/>
                  </a:lnTo>
                  <a:lnTo>
                    <a:pt x="3167" y="1467"/>
                  </a:lnTo>
                  <a:lnTo>
                    <a:pt x="2935" y="965"/>
                  </a:lnTo>
                  <a:lnTo>
                    <a:pt x="2703" y="502"/>
                  </a:lnTo>
                  <a:lnTo>
                    <a:pt x="2587" y="270"/>
                  </a:lnTo>
                  <a:lnTo>
                    <a:pt x="2471" y="116"/>
                  </a:lnTo>
                  <a:lnTo>
                    <a:pt x="2356" y="39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6" name="Google Shape;5196;p21"/>
            <p:cNvSpPr/>
            <p:nvPr/>
          </p:nvSpPr>
          <p:spPr>
            <a:xfrm>
              <a:off x="2331050" y="4488475"/>
              <a:ext cx="145775" cy="163175"/>
            </a:xfrm>
            <a:custGeom>
              <a:avLst/>
              <a:gdLst/>
              <a:ahLst/>
              <a:cxnLst/>
              <a:rect l="l" t="t" r="r" b="b"/>
              <a:pathLst>
                <a:path w="5831" h="6527" extrusionOk="0">
                  <a:moveTo>
                    <a:pt x="3321" y="502"/>
                  </a:moveTo>
                  <a:lnTo>
                    <a:pt x="3784" y="695"/>
                  </a:lnTo>
                  <a:lnTo>
                    <a:pt x="4248" y="1004"/>
                  </a:lnTo>
                  <a:lnTo>
                    <a:pt x="4595" y="1313"/>
                  </a:lnTo>
                  <a:lnTo>
                    <a:pt x="4904" y="1738"/>
                  </a:lnTo>
                  <a:lnTo>
                    <a:pt x="5174" y="2163"/>
                  </a:lnTo>
                  <a:lnTo>
                    <a:pt x="5252" y="2394"/>
                  </a:lnTo>
                  <a:lnTo>
                    <a:pt x="5329" y="2665"/>
                  </a:lnTo>
                  <a:lnTo>
                    <a:pt x="5367" y="2896"/>
                  </a:lnTo>
                  <a:lnTo>
                    <a:pt x="5367" y="3167"/>
                  </a:lnTo>
                  <a:lnTo>
                    <a:pt x="5367" y="3437"/>
                  </a:lnTo>
                  <a:lnTo>
                    <a:pt x="5329" y="3707"/>
                  </a:lnTo>
                  <a:lnTo>
                    <a:pt x="5213" y="4171"/>
                  </a:lnTo>
                  <a:lnTo>
                    <a:pt x="5020" y="4595"/>
                  </a:lnTo>
                  <a:lnTo>
                    <a:pt x="4750" y="4981"/>
                  </a:lnTo>
                  <a:lnTo>
                    <a:pt x="4441" y="5368"/>
                  </a:lnTo>
                  <a:lnTo>
                    <a:pt x="4055" y="5638"/>
                  </a:lnTo>
                  <a:lnTo>
                    <a:pt x="3630" y="5870"/>
                  </a:lnTo>
                  <a:lnTo>
                    <a:pt x="3398" y="5947"/>
                  </a:lnTo>
                  <a:lnTo>
                    <a:pt x="3166" y="6024"/>
                  </a:lnTo>
                  <a:lnTo>
                    <a:pt x="2935" y="6024"/>
                  </a:lnTo>
                  <a:lnTo>
                    <a:pt x="2703" y="6063"/>
                  </a:lnTo>
                  <a:lnTo>
                    <a:pt x="2394" y="6024"/>
                  </a:lnTo>
                  <a:lnTo>
                    <a:pt x="2085" y="5985"/>
                  </a:lnTo>
                  <a:lnTo>
                    <a:pt x="1815" y="5908"/>
                  </a:lnTo>
                  <a:lnTo>
                    <a:pt x="1583" y="5792"/>
                  </a:lnTo>
                  <a:lnTo>
                    <a:pt x="1390" y="5677"/>
                  </a:lnTo>
                  <a:lnTo>
                    <a:pt x="1197" y="5522"/>
                  </a:lnTo>
                  <a:lnTo>
                    <a:pt x="1004" y="5329"/>
                  </a:lnTo>
                  <a:lnTo>
                    <a:pt x="850" y="5136"/>
                  </a:lnTo>
                  <a:lnTo>
                    <a:pt x="734" y="4904"/>
                  </a:lnTo>
                  <a:lnTo>
                    <a:pt x="656" y="4673"/>
                  </a:lnTo>
                  <a:lnTo>
                    <a:pt x="541" y="4441"/>
                  </a:lnTo>
                  <a:lnTo>
                    <a:pt x="502" y="4209"/>
                  </a:lnTo>
                  <a:lnTo>
                    <a:pt x="425" y="3669"/>
                  </a:lnTo>
                  <a:lnTo>
                    <a:pt x="463" y="3128"/>
                  </a:lnTo>
                  <a:lnTo>
                    <a:pt x="579" y="2587"/>
                  </a:lnTo>
                  <a:lnTo>
                    <a:pt x="734" y="2085"/>
                  </a:lnTo>
                  <a:lnTo>
                    <a:pt x="1004" y="1622"/>
                  </a:lnTo>
                  <a:lnTo>
                    <a:pt x="1158" y="1390"/>
                  </a:lnTo>
                  <a:lnTo>
                    <a:pt x="1313" y="1197"/>
                  </a:lnTo>
                  <a:lnTo>
                    <a:pt x="1506" y="1043"/>
                  </a:lnTo>
                  <a:lnTo>
                    <a:pt x="1699" y="888"/>
                  </a:lnTo>
                  <a:lnTo>
                    <a:pt x="1931" y="734"/>
                  </a:lnTo>
                  <a:lnTo>
                    <a:pt x="2162" y="657"/>
                  </a:lnTo>
                  <a:lnTo>
                    <a:pt x="2394" y="579"/>
                  </a:lnTo>
                  <a:lnTo>
                    <a:pt x="2664" y="502"/>
                  </a:lnTo>
                  <a:lnTo>
                    <a:pt x="2935" y="502"/>
                  </a:lnTo>
                  <a:lnTo>
                    <a:pt x="3244" y="541"/>
                  </a:lnTo>
                  <a:lnTo>
                    <a:pt x="3282" y="502"/>
                  </a:lnTo>
                  <a:close/>
                  <a:moveTo>
                    <a:pt x="3128" y="0"/>
                  </a:moveTo>
                  <a:lnTo>
                    <a:pt x="3051" y="39"/>
                  </a:lnTo>
                  <a:lnTo>
                    <a:pt x="2973" y="116"/>
                  </a:lnTo>
                  <a:lnTo>
                    <a:pt x="2973" y="193"/>
                  </a:lnTo>
                  <a:lnTo>
                    <a:pt x="2664" y="155"/>
                  </a:lnTo>
                  <a:lnTo>
                    <a:pt x="2394" y="193"/>
                  </a:lnTo>
                  <a:lnTo>
                    <a:pt x="2124" y="232"/>
                  </a:lnTo>
                  <a:lnTo>
                    <a:pt x="1854" y="309"/>
                  </a:lnTo>
                  <a:lnTo>
                    <a:pt x="1622" y="425"/>
                  </a:lnTo>
                  <a:lnTo>
                    <a:pt x="1390" y="579"/>
                  </a:lnTo>
                  <a:lnTo>
                    <a:pt x="1197" y="734"/>
                  </a:lnTo>
                  <a:lnTo>
                    <a:pt x="965" y="927"/>
                  </a:lnTo>
                  <a:lnTo>
                    <a:pt x="811" y="1120"/>
                  </a:lnTo>
                  <a:lnTo>
                    <a:pt x="656" y="1352"/>
                  </a:lnTo>
                  <a:lnTo>
                    <a:pt x="386" y="1854"/>
                  </a:lnTo>
                  <a:lnTo>
                    <a:pt x="154" y="2394"/>
                  </a:lnTo>
                  <a:lnTo>
                    <a:pt x="39" y="2974"/>
                  </a:lnTo>
                  <a:lnTo>
                    <a:pt x="0" y="3591"/>
                  </a:lnTo>
                  <a:lnTo>
                    <a:pt x="0" y="3900"/>
                  </a:lnTo>
                  <a:lnTo>
                    <a:pt x="39" y="4209"/>
                  </a:lnTo>
                  <a:lnTo>
                    <a:pt x="116" y="4518"/>
                  </a:lnTo>
                  <a:lnTo>
                    <a:pt x="193" y="4788"/>
                  </a:lnTo>
                  <a:lnTo>
                    <a:pt x="270" y="5059"/>
                  </a:lnTo>
                  <a:lnTo>
                    <a:pt x="425" y="5329"/>
                  </a:lnTo>
                  <a:lnTo>
                    <a:pt x="579" y="5561"/>
                  </a:lnTo>
                  <a:lnTo>
                    <a:pt x="772" y="5754"/>
                  </a:lnTo>
                  <a:lnTo>
                    <a:pt x="965" y="5947"/>
                  </a:lnTo>
                  <a:lnTo>
                    <a:pt x="1197" y="6101"/>
                  </a:lnTo>
                  <a:lnTo>
                    <a:pt x="1467" y="6256"/>
                  </a:lnTo>
                  <a:lnTo>
                    <a:pt x="1738" y="6372"/>
                  </a:lnTo>
                  <a:lnTo>
                    <a:pt x="2085" y="6449"/>
                  </a:lnTo>
                  <a:lnTo>
                    <a:pt x="2394" y="6487"/>
                  </a:lnTo>
                  <a:lnTo>
                    <a:pt x="2742" y="6526"/>
                  </a:lnTo>
                  <a:lnTo>
                    <a:pt x="3012" y="6487"/>
                  </a:lnTo>
                  <a:lnTo>
                    <a:pt x="3321" y="6449"/>
                  </a:lnTo>
                  <a:lnTo>
                    <a:pt x="3630" y="6372"/>
                  </a:lnTo>
                  <a:lnTo>
                    <a:pt x="3900" y="6256"/>
                  </a:lnTo>
                  <a:lnTo>
                    <a:pt x="4170" y="6101"/>
                  </a:lnTo>
                  <a:lnTo>
                    <a:pt x="4402" y="5947"/>
                  </a:lnTo>
                  <a:lnTo>
                    <a:pt x="4634" y="5792"/>
                  </a:lnTo>
                  <a:lnTo>
                    <a:pt x="4866" y="5561"/>
                  </a:lnTo>
                  <a:lnTo>
                    <a:pt x="5059" y="5368"/>
                  </a:lnTo>
                  <a:lnTo>
                    <a:pt x="5252" y="5097"/>
                  </a:lnTo>
                  <a:lnTo>
                    <a:pt x="5406" y="4866"/>
                  </a:lnTo>
                  <a:lnTo>
                    <a:pt x="5522" y="4595"/>
                  </a:lnTo>
                  <a:lnTo>
                    <a:pt x="5638" y="4286"/>
                  </a:lnTo>
                  <a:lnTo>
                    <a:pt x="5754" y="4016"/>
                  </a:lnTo>
                  <a:lnTo>
                    <a:pt x="5792" y="3707"/>
                  </a:lnTo>
                  <a:lnTo>
                    <a:pt x="5831" y="3398"/>
                  </a:lnTo>
                  <a:lnTo>
                    <a:pt x="5831" y="3089"/>
                  </a:lnTo>
                  <a:lnTo>
                    <a:pt x="5792" y="2780"/>
                  </a:lnTo>
                  <a:lnTo>
                    <a:pt x="5754" y="2472"/>
                  </a:lnTo>
                  <a:lnTo>
                    <a:pt x="5638" y="2163"/>
                  </a:lnTo>
                  <a:lnTo>
                    <a:pt x="5522" y="1892"/>
                  </a:lnTo>
                  <a:lnTo>
                    <a:pt x="5406" y="1622"/>
                  </a:lnTo>
                  <a:lnTo>
                    <a:pt x="5213" y="1352"/>
                  </a:lnTo>
                  <a:lnTo>
                    <a:pt x="5020" y="1120"/>
                  </a:lnTo>
                  <a:lnTo>
                    <a:pt x="4827" y="888"/>
                  </a:lnTo>
                  <a:lnTo>
                    <a:pt x="4595" y="695"/>
                  </a:lnTo>
                  <a:lnTo>
                    <a:pt x="4364" y="502"/>
                  </a:lnTo>
                  <a:lnTo>
                    <a:pt x="4093" y="348"/>
                  </a:lnTo>
                  <a:lnTo>
                    <a:pt x="3823" y="193"/>
                  </a:lnTo>
                  <a:lnTo>
                    <a:pt x="3514" y="116"/>
                  </a:lnTo>
                  <a:lnTo>
                    <a:pt x="32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7" name="Google Shape;5197;p21"/>
            <p:cNvSpPr/>
            <p:nvPr/>
          </p:nvSpPr>
          <p:spPr>
            <a:xfrm>
              <a:off x="3966375" y="4488475"/>
              <a:ext cx="350450" cy="288650"/>
            </a:xfrm>
            <a:custGeom>
              <a:avLst/>
              <a:gdLst/>
              <a:ahLst/>
              <a:cxnLst/>
              <a:rect l="l" t="t" r="r" b="b"/>
              <a:pathLst>
                <a:path w="14018" h="11546" extrusionOk="0">
                  <a:moveTo>
                    <a:pt x="11778" y="0"/>
                  </a:moveTo>
                  <a:lnTo>
                    <a:pt x="11469" y="77"/>
                  </a:lnTo>
                  <a:lnTo>
                    <a:pt x="11855" y="1931"/>
                  </a:lnTo>
                  <a:lnTo>
                    <a:pt x="12280" y="3746"/>
                  </a:lnTo>
                  <a:lnTo>
                    <a:pt x="11508" y="2780"/>
                  </a:lnTo>
                  <a:lnTo>
                    <a:pt x="10658" y="1892"/>
                  </a:lnTo>
                  <a:lnTo>
                    <a:pt x="10427" y="2085"/>
                  </a:lnTo>
                  <a:lnTo>
                    <a:pt x="11469" y="3437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8"/>
                  </a:lnTo>
                  <a:lnTo>
                    <a:pt x="13168" y="5522"/>
                  </a:lnTo>
                  <a:lnTo>
                    <a:pt x="13168" y="5522"/>
                  </a:lnTo>
                  <a:lnTo>
                    <a:pt x="13439" y="5715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0"/>
                  </a:lnTo>
                  <a:lnTo>
                    <a:pt x="13632" y="6681"/>
                  </a:lnTo>
                  <a:lnTo>
                    <a:pt x="13516" y="6912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4" y="7955"/>
                  </a:lnTo>
                  <a:lnTo>
                    <a:pt x="12203" y="8418"/>
                  </a:lnTo>
                  <a:lnTo>
                    <a:pt x="11740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1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1" y="11160"/>
                  </a:lnTo>
                  <a:lnTo>
                    <a:pt x="3630" y="11160"/>
                  </a:lnTo>
                  <a:lnTo>
                    <a:pt x="3013" y="11121"/>
                  </a:lnTo>
                  <a:lnTo>
                    <a:pt x="2356" y="11044"/>
                  </a:lnTo>
                  <a:lnTo>
                    <a:pt x="1661" y="10928"/>
                  </a:lnTo>
                  <a:lnTo>
                    <a:pt x="1352" y="10812"/>
                  </a:lnTo>
                  <a:lnTo>
                    <a:pt x="1082" y="10696"/>
                  </a:lnTo>
                  <a:lnTo>
                    <a:pt x="812" y="10542"/>
                  </a:lnTo>
                  <a:lnTo>
                    <a:pt x="618" y="10388"/>
                  </a:lnTo>
                  <a:lnTo>
                    <a:pt x="464" y="10194"/>
                  </a:lnTo>
                  <a:lnTo>
                    <a:pt x="348" y="9963"/>
                  </a:lnTo>
                  <a:lnTo>
                    <a:pt x="348" y="9731"/>
                  </a:lnTo>
                  <a:lnTo>
                    <a:pt x="387" y="9461"/>
                  </a:lnTo>
                  <a:lnTo>
                    <a:pt x="155" y="9422"/>
                  </a:lnTo>
                  <a:lnTo>
                    <a:pt x="39" y="9654"/>
                  </a:lnTo>
                  <a:lnTo>
                    <a:pt x="1" y="9886"/>
                  </a:lnTo>
                  <a:lnTo>
                    <a:pt x="39" y="10117"/>
                  </a:lnTo>
                  <a:lnTo>
                    <a:pt x="78" y="10310"/>
                  </a:lnTo>
                  <a:lnTo>
                    <a:pt x="194" y="10465"/>
                  </a:lnTo>
                  <a:lnTo>
                    <a:pt x="348" y="10619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7"/>
                  </a:lnTo>
                  <a:lnTo>
                    <a:pt x="2202" y="11353"/>
                  </a:lnTo>
                  <a:lnTo>
                    <a:pt x="2626" y="11430"/>
                  </a:lnTo>
                  <a:lnTo>
                    <a:pt x="3321" y="11507"/>
                  </a:lnTo>
                  <a:lnTo>
                    <a:pt x="3978" y="11546"/>
                  </a:lnTo>
                  <a:lnTo>
                    <a:pt x="4673" y="11546"/>
                  </a:lnTo>
                  <a:lnTo>
                    <a:pt x="5368" y="11507"/>
                  </a:lnTo>
                  <a:lnTo>
                    <a:pt x="6063" y="11430"/>
                  </a:lnTo>
                  <a:lnTo>
                    <a:pt x="6758" y="11314"/>
                  </a:lnTo>
                  <a:lnTo>
                    <a:pt x="7415" y="11160"/>
                  </a:lnTo>
                  <a:lnTo>
                    <a:pt x="8071" y="11005"/>
                  </a:lnTo>
                  <a:lnTo>
                    <a:pt x="8728" y="10774"/>
                  </a:lnTo>
                  <a:lnTo>
                    <a:pt x="9345" y="10542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2" y="9654"/>
                  </a:lnTo>
                  <a:lnTo>
                    <a:pt x="11701" y="9268"/>
                  </a:lnTo>
                  <a:lnTo>
                    <a:pt x="12242" y="8882"/>
                  </a:lnTo>
                  <a:lnTo>
                    <a:pt x="12744" y="8457"/>
                  </a:lnTo>
                  <a:lnTo>
                    <a:pt x="13168" y="8071"/>
                  </a:lnTo>
                  <a:lnTo>
                    <a:pt x="13554" y="7646"/>
                  </a:lnTo>
                  <a:lnTo>
                    <a:pt x="13748" y="7376"/>
                  </a:lnTo>
                  <a:lnTo>
                    <a:pt x="13863" y="7144"/>
                  </a:lnTo>
                  <a:lnTo>
                    <a:pt x="13979" y="6874"/>
                  </a:lnTo>
                  <a:lnTo>
                    <a:pt x="14018" y="6565"/>
                  </a:lnTo>
                  <a:lnTo>
                    <a:pt x="14018" y="6333"/>
                  </a:lnTo>
                  <a:lnTo>
                    <a:pt x="14018" y="6140"/>
                  </a:lnTo>
                  <a:lnTo>
                    <a:pt x="13941" y="5908"/>
                  </a:lnTo>
                  <a:lnTo>
                    <a:pt x="13863" y="5715"/>
                  </a:lnTo>
                  <a:lnTo>
                    <a:pt x="13748" y="5522"/>
                  </a:lnTo>
                  <a:lnTo>
                    <a:pt x="13593" y="5368"/>
                  </a:lnTo>
                  <a:lnTo>
                    <a:pt x="13439" y="5252"/>
                  </a:lnTo>
                  <a:lnTo>
                    <a:pt x="13246" y="5136"/>
                  </a:lnTo>
                  <a:lnTo>
                    <a:pt x="13091" y="5136"/>
                  </a:lnTo>
                  <a:lnTo>
                    <a:pt x="12821" y="3823"/>
                  </a:lnTo>
                  <a:lnTo>
                    <a:pt x="12512" y="2549"/>
                  </a:lnTo>
                  <a:lnTo>
                    <a:pt x="12164" y="1274"/>
                  </a:lnTo>
                  <a:lnTo>
                    <a:pt x="117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8" name="Google Shape;5198;p21"/>
            <p:cNvSpPr/>
            <p:nvPr/>
          </p:nvSpPr>
          <p:spPr>
            <a:xfrm>
              <a:off x="1307750" y="4498125"/>
              <a:ext cx="103325" cy="105250"/>
            </a:xfrm>
            <a:custGeom>
              <a:avLst/>
              <a:gdLst/>
              <a:ahLst/>
              <a:cxnLst/>
              <a:rect l="l" t="t" r="r" b="b"/>
              <a:pathLst>
                <a:path w="4133" h="4210" extrusionOk="0">
                  <a:moveTo>
                    <a:pt x="2317" y="348"/>
                  </a:moveTo>
                  <a:lnTo>
                    <a:pt x="2665" y="425"/>
                  </a:lnTo>
                  <a:lnTo>
                    <a:pt x="2819" y="502"/>
                  </a:lnTo>
                  <a:lnTo>
                    <a:pt x="2974" y="618"/>
                  </a:lnTo>
                  <a:lnTo>
                    <a:pt x="3128" y="734"/>
                  </a:lnTo>
                  <a:lnTo>
                    <a:pt x="3244" y="850"/>
                  </a:lnTo>
                  <a:lnTo>
                    <a:pt x="3360" y="1043"/>
                  </a:lnTo>
                  <a:lnTo>
                    <a:pt x="3476" y="1197"/>
                  </a:lnTo>
                  <a:lnTo>
                    <a:pt x="3514" y="1236"/>
                  </a:lnTo>
                  <a:lnTo>
                    <a:pt x="3630" y="1545"/>
                  </a:lnTo>
                  <a:lnTo>
                    <a:pt x="3707" y="1815"/>
                  </a:lnTo>
                  <a:lnTo>
                    <a:pt x="3746" y="2086"/>
                  </a:lnTo>
                  <a:lnTo>
                    <a:pt x="3746" y="2356"/>
                  </a:lnTo>
                  <a:lnTo>
                    <a:pt x="3707" y="2626"/>
                  </a:lnTo>
                  <a:lnTo>
                    <a:pt x="3630" y="2896"/>
                  </a:lnTo>
                  <a:lnTo>
                    <a:pt x="3514" y="3128"/>
                  </a:lnTo>
                  <a:lnTo>
                    <a:pt x="3283" y="3398"/>
                  </a:lnTo>
                  <a:lnTo>
                    <a:pt x="3012" y="3591"/>
                  </a:lnTo>
                  <a:lnTo>
                    <a:pt x="2703" y="3746"/>
                  </a:lnTo>
                  <a:lnTo>
                    <a:pt x="2356" y="3823"/>
                  </a:lnTo>
                  <a:lnTo>
                    <a:pt x="2008" y="3862"/>
                  </a:lnTo>
                  <a:lnTo>
                    <a:pt x="1661" y="3785"/>
                  </a:lnTo>
                  <a:lnTo>
                    <a:pt x="1313" y="3669"/>
                  </a:lnTo>
                  <a:lnTo>
                    <a:pt x="1004" y="3476"/>
                  </a:lnTo>
                  <a:lnTo>
                    <a:pt x="734" y="3244"/>
                  </a:lnTo>
                  <a:lnTo>
                    <a:pt x="579" y="2935"/>
                  </a:lnTo>
                  <a:lnTo>
                    <a:pt x="425" y="2665"/>
                  </a:lnTo>
                  <a:lnTo>
                    <a:pt x="386" y="2317"/>
                  </a:lnTo>
                  <a:lnTo>
                    <a:pt x="348" y="2008"/>
                  </a:lnTo>
                  <a:lnTo>
                    <a:pt x="386" y="1661"/>
                  </a:lnTo>
                  <a:lnTo>
                    <a:pt x="502" y="1352"/>
                  </a:lnTo>
                  <a:lnTo>
                    <a:pt x="657" y="1043"/>
                  </a:lnTo>
                  <a:lnTo>
                    <a:pt x="888" y="811"/>
                  </a:lnTo>
                  <a:lnTo>
                    <a:pt x="1197" y="580"/>
                  </a:lnTo>
                  <a:lnTo>
                    <a:pt x="1545" y="425"/>
                  </a:lnTo>
                  <a:lnTo>
                    <a:pt x="1931" y="348"/>
                  </a:lnTo>
                  <a:close/>
                  <a:moveTo>
                    <a:pt x="2201" y="0"/>
                  </a:moveTo>
                  <a:lnTo>
                    <a:pt x="1815" y="39"/>
                  </a:lnTo>
                  <a:lnTo>
                    <a:pt x="1468" y="116"/>
                  </a:lnTo>
                  <a:lnTo>
                    <a:pt x="1120" y="232"/>
                  </a:lnTo>
                  <a:lnTo>
                    <a:pt x="927" y="348"/>
                  </a:lnTo>
                  <a:lnTo>
                    <a:pt x="773" y="464"/>
                  </a:lnTo>
                  <a:lnTo>
                    <a:pt x="579" y="618"/>
                  </a:lnTo>
                  <a:lnTo>
                    <a:pt x="464" y="773"/>
                  </a:lnTo>
                  <a:lnTo>
                    <a:pt x="232" y="1159"/>
                  </a:lnTo>
                  <a:lnTo>
                    <a:pt x="78" y="1545"/>
                  </a:lnTo>
                  <a:lnTo>
                    <a:pt x="0" y="1970"/>
                  </a:lnTo>
                  <a:lnTo>
                    <a:pt x="0" y="2394"/>
                  </a:lnTo>
                  <a:lnTo>
                    <a:pt x="116" y="2858"/>
                  </a:lnTo>
                  <a:lnTo>
                    <a:pt x="193" y="3051"/>
                  </a:lnTo>
                  <a:lnTo>
                    <a:pt x="309" y="3244"/>
                  </a:lnTo>
                  <a:lnTo>
                    <a:pt x="579" y="3553"/>
                  </a:lnTo>
                  <a:lnTo>
                    <a:pt x="888" y="3823"/>
                  </a:lnTo>
                  <a:lnTo>
                    <a:pt x="1236" y="4016"/>
                  </a:lnTo>
                  <a:lnTo>
                    <a:pt x="1622" y="4171"/>
                  </a:lnTo>
                  <a:lnTo>
                    <a:pt x="2047" y="4209"/>
                  </a:lnTo>
                  <a:lnTo>
                    <a:pt x="2472" y="4209"/>
                  </a:lnTo>
                  <a:lnTo>
                    <a:pt x="2858" y="4093"/>
                  </a:lnTo>
                  <a:lnTo>
                    <a:pt x="3244" y="3939"/>
                  </a:lnTo>
                  <a:lnTo>
                    <a:pt x="3398" y="3823"/>
                  </a:lnTo>
                  <a:lnTo>
                    <a:pt x="3553" y="3669"/>
                  </a:lnTo>
                  <a:lnTo>
                    <a:pt x="3707" y="3514"/>
                  </a:lnTo>
                  <a:lnTo>
                    <a:pt x="3823" y="3321"/>
                  </a:lnTo>
                  <a:lnTo>
                    <a:pt x="4016" y="2935"/>
                  </a:lnTo>
                  <a:lnTo>
                    <a:pt x="4132" y="2510"/>
                  </a:lnTo>
                  <a:lnTo>
                    <a:pt x="4132" y="2047"/>
                  </a:lnTo>
                  <a:lnTo>
                    <a:pt x="4132" y="1854"/>
                  </a:lnTo>
                  <a:lnTo>
                    <a:pt x="4055" y="1622"/>
                  </a:lnTo>
                  <a:lnTo>
                    <a:pt x="4016" y="1429"/>
                  </a:lnTo>
                  <a:lnTo>
                    <a:pt x="3900" y="1236"/>
                  </a:lnTo>
                  <a:lnTo>
                    <a:pt x="3785" y="1082"/>
                  </a:lnTo>
                  <a:lnTo>
                    <a:pt x="3630" y="927"/>
                  </a:lnTo>
                  <a:lnTo>
                    <a:pt x="3591" y="888"/>
                  </a:lnTo>
                  <a:lnTo>
                    <a:pt x="3553" y="734"/>
                  </a:lnTo>
                  <a:lnTo>
                    <a:pt x="3437" y="580"/>
                  </a:lnTo>
                  <a:lnTo>
                    <a:pt x="3360" y="425"/>
                  </a:lnTo>
                  <a:lnTo>
                    <a:pt x="3244" y="348"/>
                  </a:lnTo>
                  <a:lnTo>
                    <a:pt x="3089" y="232"/>
                  </a:lnTo>
                  <a:lnTo>
                    <a:pt x="2935" y="155"/>
                  </a:lnTo>
                  <a:lnTo>
                    <a:pt x="2587" y="39"/>
                  </a:lnTo>
                  <a:lnTo>
                    <a:pt x="220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9" name="Google Shape;5199;p21"/>
            <p:cNvSpPr/>
            <p:nvPr/>
          </p:nvSpPr>
          <p:spPr>
            <a:xfrm>
              <a:off x="6468625" y="4526125"/>
              <a:ext cx="329200" cy="242325"/>
            </a:xfrm>
            <a:custGeom>
              <a:avLst/>
              <a:gdLst/>
              <a:ahLst/>
              <a:cxnLst/>
              <a:rect l="l" t="t" r="r" b="b"/>
              <a:pathLst>
                <a:path w="13168" h="9693" extrusionOk="0">
                  <a:moveTo>
                    <a:pt x="5368" y="618"/>
                  </a:moveTo>
                  <a:lnTo>
                    <a:pt x="5947" y="772"/>
                  </a:lnTo>
                  <a:lnTo>
                    <a:pt x="6526" y="1004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2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6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1" y="3707"/>
                  </a:lnTo>
                  <a:lnTo>
                    <a:pt x="8573" y="3707"/>
                  </a:lnTo>
                  <a:lnTo>
                    <a:pt x="7723" y="3823"/>
                  </a:lnTo>
                  <a:lnTo>
                    <a:pt x="6874" y="3900"/>
                  </a:lnTo>
                  <a:lnTo>
                    <a:pt x="6410" y="3939"/>
                  </a:lnTo>
                  <a:lnTo>
                    <a:pt x="6179" y="3939"/>
                  </a:lnTo>
                  <a:lnTo>
                    <a:pt x="5986" y="3900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6" y="2626"/>
                  </a:lnTo>
                  <a:lnTo>
                    <a:pt x="5368" y="1969"/>
                  </a:lnTo>
                  <a:lnTo>
                    <a:pt x="5368" y="618"/>
                  </a:lnTo>
                  <a:close/>
                  <a:moveTo>
                    <a:pt x="2781" y="888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8" y="3707"/>
                  </a:lnTo>
                  <a:lnTo>
                    <a:pt x="2510" y="3862"/>
                  </a:lnTo>
                  <a:lnTo>
                    <a:pt x="2433" y="4016"/>
                  </a:lnTo>
                  <a:lnTo>
                    <a:pt x="2317" y="4132"/>
                  </a:lnTo>
                  <a:lnTo>
                    <a:pt x="2124" y="4209"/>
                  </a:lnTo>
                  <a:lnTo>
                    <a:pt x="1892" y="4286"/>
                  </a:lnTo>
                  <a:lnTo>
                    <a:pt x="1545" y="4286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6" y="4016"/>
                  </a:lnTo>
                  <a:lnTo>
                    <a:pt x="502" y="3514"/>
                  </a:lnTo>
                  <a:lnTo>
                    <a:pt x="657" y="3012"/>
                  </a:lnTo>
                  <a:lnTo>
                    <a:pt x="888" y="2549"/>
                  </a:lnTo>
                  <a:lnTo>
                    <a:pt x="1159" y="2124"/>
                  </a:lnTo>
                  <a:lnTo>
                    <a:pt x="1506" y="1738"/>
                  </a:lnTo>
                  <a:lnTo>
                    <a:pt x="1892" y="1429"/>
                  </a:lnTo>
                  <a:lnTo>
                    <a:pt x="2317" y="1120"/>
                  </a:lnTo>
                  <a:lnTo>
                    <a:pt x="2781" y="888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3" y="5985"/>
                  </a:lnTo>
                  <a:lnTo>
                    <a:pt x="11430" y="6140"/>
                  </a:lnTo>
                  <a:lnTo>
                    <a:pt x="11353" y="6217"/>
                  </a:lnTo>
                  <a:lnTo>
                    <a:pt x="11237" y="6256"/>
                  </a:lnTo>
                  <a:lnTo>
                    <a:pt x="11083" y="6294"/>
                  </a:lnTo>
                  <a:lnTo>
                    <a:pt x="10928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19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2" y="0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5" y="386"/>
                  </a:lnTo>
                  <a:lnTo>
                    <a:pt x="2240" y="579"/>
                  </a:lnTo>
                  <a:lnTo>
                    <a:pt x="1854" y="811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8" y="1661"/>
                  </a:lnTo>
                  <a:lnTo>
                    <a:pt x="618" y="2008"/>
                  </a:lnTo>
                  <a:lnTo>
                    <a:pt x="425" y="2394"/>
                  </a:lnTo>
                  <a:lnTo>
                    <a:pt x="232" y="2780"/>
                  </a:lnTo>
                  <a:lnTo>
                    <a:pt x="116" y="3205"/>
                  </a:lnTo>
                  <a:lnTo>
                    <a:pt x="39" y="3669"/>
                  </a:lnTo>
                  <a:lnTo>
                    <a:pt x="0" y="4093"/>
                  </a:lnTo>
                  <a:lnTo>
                    <a:pt x="39" y="4557"/>
                  </a:lnTo>
                  <a:lnTo>
                    <a:pt x="348" y="4595"/>
                  </a:lnTo>
                  <a:lnTo>
                    <a:pt x="386" y="4286"/>
                  </a:lnTo>
                  <a:lnTo>
                    <a:pt x="966" y="4518"/>
                  </a:lnTo>
                  <a:lnTo>
                    <a:pt x="1313" y="4595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79"/>
                  </a:lnTo>
                  <a:lnTo>
                    <a:pt x="2742" y="4402"/>
                  </a:lnTo>
                  <a:lnTo>
                    <a:pt x="2858" y="4248"/>
                  </a:lnTo>
                  <a:lnTo>
                    <a:pt x="2896" y="4132"/>
                  </a:lnTo>
                  <a:lnTo>
                    <a:pt x="2974" y="3977"/>
                  </a:lnTo>
                  <a:lnTo>
                    <a:pt x="3012" y="3630"/>
                  </a:lnTo>
                  <a:lnTo>
                    <a:pt x="3012" y="2973"/>
                  </a:lnTo>
                  <a:lnTo>
                    <a:pt x="3128" y="772"/>
                  </a:lnTo>
                  <a:lnTo>
                    <a:pt x="3514" y="657"/>
                  </a:lnTo>
                  <a:lnTo>
                    <a:pt x="3939" y="579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8" y="579"/>
                  </a:lnTo>
                  <a:lnTo>
                    <a:pt x="5020" y="1661"/>
                  </a:lnTo>
                  <a:lnTo>
                    <a:pt x="5059" y="2703"/>
                  </a:lnTo>
                  <a:lnTo>
                    <a:pt x="5098" y="3398"/>
                  </a:lnTo>
                  <a:lnTo>
                    <a:pt x="5175" y="3746"/>
                  </a:lnTo>
                  <a:lnTo>
                    <a:pt x="5213" y="3900"/>
                  </a:lnTo>
                  <a:lnTo>
                    <a:pt x="5291" y="4055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6"/>
                  </a:lnTo>
                  <a:lnTo>
                    <a:pt x="5870" y="4325"/>
                  </a:lnTo>
                  <a:lnTo>
                    <a:pt x="6217" y="4325"/>
                  </a:lnTo>
                  <a:lnTo>
                    <a:pt x="6565" y="4286"/>
                  </a:lnTo>
                  <a:lnTo>
                    <a:pt x="7607" y="4209"/>
                  </a:lnTo>
                  <a:lnTo>
                    <a:pt x="8650" y="4093"/>
                  </a:lnTo>
                  <a:lnTo>
                    <a:pt x="8650" y="4479"/>
                  </a:lnTo>
                  <a:lnTo>
                    <a:pt x="8611" y="4866"/>
                  </a:lnTo>
                  <a:lnTo>
                    <a:pt x="8611" y="4904"/>
                  </a:lnTo>
                  <a:lnTo>
                    <a:pt x="8611" y="5020"/>
                  </a:lnTo>
                  <a:lnTo>
                    <a:pt x="8650" y="5097"/>
                  </a:lnTo>
                  <a:lnTo>
                    <a:pt x="8766" y="5097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6" y="4943"/>
                  </a:lnTo>
                  <a:lnTo>
                    <a:pt x="9191" y="4904"/>
                  </a:lnTo>
                  <a:lnTo>
                    <a:pt x="9384" y="4904"/>
                  </a:lnTo>
                  <a:lnTo>
                    <a:pt x="9809" y="4981"/>
                  </a:lnTo>
                  <a:lnTo>
                    <a:pt x="10195" y="5097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1" y="5445"/>
                  </a:lnTo>
                  <a:lnTo>
                    <a:pt x="10272" y="5599"/>
                  </a:lnTo>
                  <a:lnTo>
                    <a:pt x="10233" y="5754"/>
                  </a:lnTo>
                  <a:lnTo>
                    <a:pt x="10233" y="5908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7"/>
                  </a:lnTo>
                  <a:lnTo>
                    <a:pt x="10697" y="6603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3"/>
                  </a:lnTo>
                  <a:lnTo>
                    <a:pt x="11546" y="6526"/>
                  </a:lnTo>
                  <a:lnTo>
                    <a:pt x="11739" y="6410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2"/>
                  </a:lnTo>
                  <a:lnTo>
                    <a:pt x="12396" y="7221"/>
                  </a:lnTo>
                  <a:lnTo>
                    <a:pt x="12473" y="7569"/>
                  </a:lnTo>
                  <a:lnTo>
                    <a:pt x="12550" y="7916"/>
                  </a:lnTo>
                  <a:lnTo>
                    <a:pt x="12550" y="8264"/>
                  </a:lnTo>
                  <a:lnTo>
                    <a:pt x="12589" y="8997"/>
                  </a:lnTo>
                  <a:lnTo>
                    <a:pt x="12512" y="8997"/>
                  </a:lnTo>
                  <a:lnTo>
                    <a:pt x="12434" y="9075"/>
                  </a:lnTo>
                  <a:lnTo>
                    <a:pt x="12396" y="9113"/>
                  </a:lnTo>
                  <a:lnTo>
                    <a:pt x="12357" y="9190"/>
                  </a:lnTo>
                  <a:lnTo>
                    <a:pt x="11469" y="9306"/>
                  </a:lnTo>
                  <a:lnTo>
                    <a:pt x="11469" y="9692"/>
                  </a:lnTo>
                  <a:lnTo>
                    <a:pt x="12125" y="9654"/>
                  </a:lnTo>
                  <a:lnTo>
                    <a:pt x="12820" y="9615"/>
                  </a:lnTo>
                  <a:lnTo>
                    <a:pt x="12936" y="9577"/>
                  </a:lnTo>
                  <a:lnTo>
                    <a:pt x="13014" y="9499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7"/>
                  </a:lnTo>
                  <a:lnTo>
                    <a:pt x="13168" y="8766"/>
                  </a:lnTo>
                  <a:lnTo>
                    <a:pt x="13168" y="8495"/>
                  </a:lnTo>
                  <a:lnTo>
                    <a:pt x="13168" y="8225"/>
                  </a:lnTo>
                  <a:lnTo>
                    <a:pt x="13091" y="7723"/>
                  </a:lnTo>
                  <a:lnTo>
                    <a:pt x="12936" y="7182"/>
                  </a:lnTo>
                  <a:lnTo>
                    <a:pt x="12743" y="6680"/>
                  </a:lnTo>
                  <a:lnTo>
                    <a:pt x="12434" y="6217"/>
                  </a:lnTo>
                  <a:lnTo>
                    <a:pt x="12125" y="5792"/>
                  </a:lnTo>
                  <a:lnTo>
                    <a:pt x="11778" y="5445"/>
                  </a:lnTo>
                  <a:lnTo>
                    <a:pt x="11315" y="5097"/>
                  </a:lnTo>
                  <a:lnTo>
                    <a:pt x="10967" y="4904"/>
                  </a:lnTo>
                  <a:lnTo>
                    <a:pt x="10619" y="4750"/>
                  </a:lnTo>
                  <a:lnTo>
                    <a:pt x="10272" y="4595"/>
                  </a:lnTo>
                  <a:lnTo>
                    <a:pt x="9886" y="4479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7"/>
                  </a:lnTo>
                  <a:lnTo>
                    <a:pt x="9229" y="3514"/>
                  </a:lnTo>
                  <a:lnTo>
                    <a:pt x="9152" y="3089"/>
                  </a:lnTo>
                  <a:lnTo>
                    <a:pt x="8998" y="2665"/>
                  </a:lnTo>
                  <a:lnTo>
                    <a:pt x="8805" y="2278"/>
                  </a:lnTo>
                  <a:lnTo>
                    <a:pt x="8534" y="1931"/>
                  </a:lnTo>
                  <a:lnTo>
                    <a:pt x="8225" y="1583"/>
                  </a:lnTo>
                  <a:lnTo>
                    <a:pt x="7839" y="1274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9" y="348"/>
                  </a:lnTo>
                  <a:lnTo>
                    <a:pt x="5715" y="193"/>
                  </a:lnTo>
                  <a:lnTo>
                    <a:pt x="5291" y="77"/>
                  </a:lnTo>
                  <a:lnTo>
                    <a:pt x="4827" y="39"/>
                  </a:lnTo>
                  <a:lnTo>
                    <a:pt x="440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0" name="Google Shape;5200;p21"/>
            <p:cNvSpPr/>
            <p:nvPr/>
          </p:nvSpPr>
          <p:spPr>
            <a:xfrm>
              <a:off x="4200000" y="4529000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5" y="1"/>
                  </a:moveTo>
                  <a:lnTo>
                    <a:pt x="348" y="889"/>
                  </a:lnTo>
                  <a:lnTo>
                    <a:pt x="232" y="1816"/>
                  </a:lnTo>
                  <a:lnTo>
                    <a:pt x="155" y="3631"/>
                  </a:lnTo>
                  <a:lnTo>
                    <a:pt x="0" y="7261"/>
                  </a:lnTo>
                  <a:lnTo>
                    <a:pt x="193" y="7261"/>
                  </a:lnTo>
                  <a:lnTo>
                    <a:pt x="425" y="5484"/>
                  </a:lnTo>
                  <a:lnTo>
                    <a:pt x="580" y="3669"/>
                  </a:lnTo>
                  <a:lnTo>
                    <a:pt x="695" y="1854"/>
                  </a:lnTo>
                  <a:lnTo>
                    <a:pt x="695" y="928"/>
                  </a:lnTo>
                  <a:lnTo>
                    <a:pt x="695" y="40"/>
                  </a:lnTo>
                  <a:lnTo>
                    <a:pt x="42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1" name="Google Shape;5201;p21"/>
            <p:cNvSpPr/>
            <p:nvPr/>
          </p:nvSpPr>
          <p:spPr>
            <a:xfrm>
              <a:off x="6500475" y="4539625"/>
              <a:ext cx="254875" cy="267450"/>
            </a:xfrm>
            <a:custGeom>
              <a:avLst/>
              <a:gdLst/>
              <a:ahLst/>
              <a:cxnLst/>
              <a:rect l="l" t="t" r="r" b="b"/>
              <a:pathLst>
                <a:path w="10195" h="10698" extrusionOk="0">
                  <a:moveTo>
                    <a:pt x="8264" y="7299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59" y="7569"/>
                  </a:lnTo>
                  <a:lnTo>
                    <a:pt x="9152" y="7724"/>
                  </a:lnTo>
                  <a:lnTo>
                    <a:pt x="9345" y="7917"/>
                  </a:lnTo>
                  <a:lnTo>
                    <a:pt x="9500" y="8110"/>
                  </a:lnTo>
                  <a:lnTo>
                    <a:pt x="9616" y="8342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2"/>
                  </a:lnTo>
                  <a:lnTo>
                    <a:pt x="9539" y="9423"/>
                  </a:lnTo>
                  <a:lnTo>
                    <a:pt x="9384" y="9654"/>
                  </a:lnTo>
                  <a:lnTo>
                    <a:pt x="9191" y="9848"/>
                  </a:lnTo>
                  <a:lnTo>
                    <a:pt x="8959" y="10041"/>
                  </a:lnTo>
                  <a:lnTo>
                    <a:pt x="8689" y="10118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39" y="10079"/>
                  </a:lnTo>
                  <a:lnTo>
                    <a:pt x="7608" y="9963"/>
                  </a:lnTo>
                  <a:lnTo>
                    <a:pt x="7376" y="9809"/>
                  </a:lnTo>
                  <a:lnTo>
                    <a:pt x="7183" y="9577"/>
                  </a:lnTo>
                  <a:lnTo>
                    <a:pt x="7029" y="9346"/>
                  </a:lnTo>
                  <a:lnTo>
                    <a:pt x="6951" y="9075"/>
                  </a:lnTo>
                  <a:lnTo>
                    <a:pt x="6913" y="8805"/>
                  </a:lnTo>
                  <a:lnTo>
                    <a:pt x="6951" y="8535"/>
                  </a:lnTo>
                  <a:lnTo>
                    <a:pt x="7029" y="8264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4"/>
                  </a:lnTo>
                  <a:lnTo>
                    <a:pt x="7724" y="7569"/>
                  </a:lnTo>
                  <a:lnTo>
                    <a:pt x="8148" y="7338"/>
                  </a:lnTo>
                  <a:lnTo>
                    <a:pt x="8226" y="7299"/>
                  </a:lnTo>
                  <a:close/>
                  <a:moveTo>
                    <a:pt x="2858" y="1"/>
                  </a:moveTo>
                  <a:lnTo>
                    <a:pt x="2665" y="39"/>
                  </a:lnTo>
                  <a:lnTo>
                    <a:pt x="2665" y="78"/>
                  </a:lnTo>
                  <a:lnTo>
                    <a:pt x="2626" y="1352"/>
                  </a:lnTo>
                  <a:lnTo>
                    <a:pt x="2626" y="2588"/>
                  </a:lnTo>
                  <a:lnTo>
                    <a:pt x="2665" y="3824"/>
                  </a:lnTo>
                  <a:lnTo>
                    <a:pt x="2704" y="5098"/>
                  </a:lnTo>
                  <a:lnTo>
                    <a:pt x="2897" y="7492"/>
                  </a:lnTo>
                  <a:lnTo>
                    <a:pt x="2897" y="8148"/>
                  </a:lnTo>
                  <a:lnTo>
                    <a:pt x="2935" y="8457"/>
                  </a:lnTo>
                  <a:lnTo>
                    <a:pt x="2974" y="8612"/>
                  </a:lnTo>
                  <a:lnTo>
                    <a:pt x="3051" y="8766"/>
                  </a:lnTo>
                  <a:lnTo>
                    <a:pt x="1545" y="8728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7"/>
                  </a:lnTo>
                  <a:lnTo>
                    <a:pt x="773" y="9114"/>
                  </a:lnTo>
                  <a:lnTo>
                    <a:pt x="1545" y="9152"/>
                  </a:lnTo>
                  <a:lnTo>
                    <a:pt x="3128" y="9230"/>
                  </a:lnTo>
                  <a:lnTo>
                    <a:pt x="4828" y="9307"/>
                  </a:lnTo>
                  <a:lnTo>
                    <a:pt x="5677" y="9307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8"/>
                  </a:lnTo>
                  <a:lnTo>
                    <a:pt x="6990" y="10079"/>
                  </a:lnTo>
                  <a:lnTo>
                    <a:pt x="7222" y="10311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7"/>
                  </a:lnTo>
                  <a:lnTo>
                    <a:pt x="8728" y="10620"/>
                  </a:lnTo>
                  <a:lnTo>
                    <a:pt x="9037" y="10543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3"/>
                  </a:lnTo>
                  <a:lnTo>
                    <a:pt x="10156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6" y="8419"/>
                  </a:lnTo>
                  <a:lnTo>
                    <a:pt x="10041" y="8071"/>
                  </a:lnTo>
                  <a:lnTo>
                    <a:pt x="9847" y="7762"/>
                  </a:lnTo>
                  <a:lnTo>
                    <a:pt x="9616" y="7492"/>
                  </a:lnTo>
                  <a:lnTo>
                    <a:pt x="9307" y="7260"/>
                  </a:lnTo>
                  <a:lnTo>
                    <a:pt x="8998" y="7106"/>
                  </a:lnTo>
                  <a:lnTo>
                    <a:pt x="8650" y="7029"/>
                  </a:lnTo>
                  <a:lnTo>
                    <a:pt x="8303" y="7029"/>
                  </a:lnTo>
                  <a:lnTo>
                    <a:pt x="8187" y="7067"/>
                  </a:lnTo>
                  <a:lnTo>
                    <a:pt x="8148" y="7029"/>
                  </a:lnTo>
                  <a:lnTo>
                    <a:pt x="8071" y="6990"/>
                  </a:lnTo>
                  <a:lnTo>
                    <a:pt x="7917" y="6990"/>
                  </a:lnTo>
                  <a:lnTo>
                    <a:pt x="7724" y="7029"/>
                  </a:lnTo>
                  <a:lnTo>
                    <a:pt x="7415" y="7144"/>
                  </a:lnTo>
                  <a:lnTo>
                    <a:pt x="7144" y="7338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49" y="8535"/>
                  </a:lnTo>
                  <a:lnTo>
                    <a:pt x="6449" y="8844"/>
                  </a:lnTo>
                  <a:lnTo>
                    <a:pt x="5716" y="8805"/>
                  </a:lnTo>
                  <a:lnTo>
                    <a:pt x="4943" y="8766"/>
                  </a:lnTo>
                  <a:lnTo>
                    <a:pt x="3476" y="8766"/>
                  </a:lnTo>
                  <a:lnTo>
                    <a:pt x="3476" y="8728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7" y="8535"/>
                  </a:lnTo>
                  <a:lnTo>
                    <a:pt x="3360" y="8496"/>
                  </a:lnTo>
                  <a:lnTo>
                    <a:pt x="3283" y="8496"/>
                  </a:lnTo>
                  <a:lnTo>
                    <a:pt x="3206" y="8535"/>
                  </a:lnTo>
                  <a:lnTo>
                    <a:pt x="3206" y="8535"/>
                  </a:lnTo>
                  <a:lnTo>
                    <a:pt x="3283" y="8380"/>
                  </a:lnTo>
                  <a:lnTo>
                    <a:pt x="3283" y="8226"/>
                  </a:lnTo>
                  <a:lnTo>
                    <a:pt x="3283" y="8110"/>
                  </a:lnTo>
                  <a:lnTo>
                    <a:pt x="3283" y="7955"/>
                  </a:lnTo>
                  <a:lnTo>
                    <a:pt x="3206" y="7338"/>
                  </a:lnTo>
                  <a:lnTo>
                    <a:pt x="3128" y="6449"/>
                  </a:lnTo>
                  <a:lnTo>
                    <a:pt x="3013" y="4326"/>
                  </a:lnTo>
                  <a:lnTo>
                    <a:pt x="2935" y="2202"/>
                  </a:lnTo>
                  <a:lnTo>
                    <a:pt x="2897" y="78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2" name="Google Shape;5202;p21"/>
            <p:cNvSpPr/>
            <p:nvPr/>
          </p:nvSpPr>
          <p:spPr>
            <a:xfrm>
              <a:off x="5490700" y="4546400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8" y="0"/>
                  </a:moveTo>
                  <a:lnTo>
                    <a:pt x="0" y="579"/>
                  </a:lnTo>
                  <a:lnTo>
                    <a:pt x="0" y="1197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8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6"/>
                  </a:lnTo>
                  <a:lnTo>
                    <a:pt x="1970" y="5947"/>
                  </a:lnTo>
                  <a:lnTo>
                    <a:pt x="2433" y="6410"/>
                  </a:lnTo>
                  <a:lnTo>
                    <a:pt x="2974" y="6873"/>
                  </a:lnTo>
                  <a:lnTo>
                    <a:pt x="3514" y="7260"/>
                  </a:lnTo>
                  <a:lnTo>
                    <a:pt x="4094" y="7646"/>
                  </a:lnTo>
                  <a:lnTo>
                    <a:pt x="4712" y="7955"/>
                  </a:lnTo>
                  <a:lnTo>
                    <a:pt x="5329" y="8225"/>
                  </a:lnTo>
                  <a:lnTo>
                    <a:pt x="5986" y="8495"/>
                  </a:lnTo>
                  <a:lnTo>
                    <a:pt x="6642" y="8688"/>
                  </a:lnTo>
                  <a:lnTo>
                    <a:pt x="7299" y="8843"/>
                  </a:lnTo>
                  <a:lnTo>
                    <a:pt x="7994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3"/>
                  </a:lnTo>
                  <a:lnTo>
                    <a:pt x="10774" y="9075"/>
                  </a:lnTo>
                  <a:lnTo>
                    <a:pt x="11392" y="8997"/>
                  </a:lnTo>
                  <a:lnTo>
                    <a:pt x="12048" y="8920"/>
                  </a:lnTo>
                  <a:lnTo>
                    <a:pt x="12705" y="8766"/>
                  </a:lnTo>
                  <a:lnTo>
                    <a:pt x="13361" y="8611"/>
                  </a:lnTo>
                  <a:lnTo>
                    <a:pt x="14018" y="8379"/>
                  </a:lnTo>
                  <a:lnTo>
                    <a:pt x="14636" y="8148"/>
                  </a:lnTo>
                  <a:lnTo>
                    <a:pt x="15253" y="7877"/>
                  </a:lnTo>
                  <a:lnTo>
                    <a:pt x="15871" y="7569"/>
                  </a:lnTo>
                  <a:lnTo>
                    <a:pt x="16450" y="7221"/>
                  </a:lnTo>
                  <a:lnTo>
                    <a:pt x="16991" y="6835"/>
                  </a:lnTo>
                  <a:lnTo>
                    <a:pt x="17493" y="6410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4"/>
                  </a:lnTo>
                  <a:lnTo>
                    <a:pt x="19076" y="4286"/>
                  </a:lnTo>
                  <a:lnTo>
                    <a:pt x="19347" y="3668"/>
                  </a:lnTo>
                  <a:lnTo>
                    <a:pt x="19115" y="3630"/>
                  </a:lnTo>
                  <a:lnTo>
                    <a:pt x="18767" y="4170"/>
                  </a:lnTo>
                  <a:lnTo>
                    <a:pt x="18420" y="4634"/>
                  </a:lnTo>
                  <a:lnTo>
                    <a:pt x="18034" y="5097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1" y="6333"/>
                  </a:lnTo>
                  <a:lnTo>
                    <a:pt x="16257" y="6680"/>
                  </a:lnTo>
                  <a:lnTo>
                    <a:pt x="15755" y="7028"/>
                  </a:lnTo>
                  <a:lnTo>
                    <a:pt x="15215" y="7298"/>
                  </a:lnTo>
                  <a:lnTo>
                    <a:pt x="14713" y="7569"/>
                  </a:lnTo>
                  <a:lnTo>
                    <a:pt x="14134" y="7800"/>
                  </a:lnTo>
                  <a:lnTo>
                    <a:pt x="13593" y="8032"/>
                  </a:lnTo>
                  <a:lnTo>
                    <a:pt x="13014" y="8186"/>
                  </a:lnTo>
                  <a:lnTo>
                    <a:pt x="12434" y="8341"/>
                  </a:lnTo>
                  <a:lnTo>
                    <a:pt x="11817" y="8457"/>
                  </a:lnTo>
                  <a:lnTo>
                    <a:pt x="11199" y="8534"/>
                  </a:lnTo>
                  <a:lnTo>
                    <a:pt x="10504" y="8611"/>
                  </a:lnTo>
                  <a:lnTo>
                    <a:pt x="9114" y="8611"/>
                  </a:lnTo>
                  <a:lnTo>
                    <a:pt x="8380" y="8534"/>
                  </a:lnTo>
                  <a:lnTo>
                    <a:pt x="7685" y="8418"/>
                  </a:lnTo>
                  <a:lnTo>
                    <a:pt x="6990" y="8302"/>
                  </a:lnTo>
                  <a:lnTo>
                    <a:pt x="6333" y="8109"/>
                  </a:lnTo>
                  <a:lnTo>
                    <a:pt x="5638" y="7877"/>
                  </a:lnTo>
                  <a:lnTo>
                    <a:pt x="5020" y="7607"/>
                  </a:lnTo>
                  <a:lnTo>
                    <a:pt x="4364" y="7260"/>
                  </a:lnTo>
                  <a:lnTo>
                    <a:pt x="3785" y="6912"/>
                  </a:lnTo>
                  <a:lnTo>
                    <a:pt x="3206" y="6487"/>
                  </a:lnTo>
                  <a:lnTo>
                    <a:pt x="2704" y="6063"/>
                  </a:lnTo>
                  <a:lnTo>
                    <a:pt x="2202" y="5561"/>
                  </a:lnTo>
                  <a:lnTo>
                    <a:pt x="1777" y="4981"/>
                  </a:lnTo>
                  <a:lnTo>
                    <a:pt x="1391" y="4402"/>
                  </a:lnTo>
                  <a:lnTo>
                    <a:pt x="1120" y="3900"/>
                  </a:lnTo>
                  <a:lnTo>
                    <a:pt x="850" y="3360"/>
                  </a:lnTo>
                  <a:lnTo>
                    <a:pt x="696" y="2858"/>
                  </a:lnTo>
                  <a:lnTo>
                    <a:pt x="541" y="2278"/>
                  </a:lnTo>
                  <a:lnTo>
                    <a:pt x="425" y="1738"/>
                  </a:lnTo>
                  <a:lnTo>
                    <a:pt x="387" y="1158"/>
                  </a:lnTo>
                  <a:lnTo>
                    <a:pt x="387" y="618"/>
                  </a:lnTo>
                  <a:lnTo>
                    <a:pt x="425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3" name="Google Shape;5203;p21"/>
            <p:cNvSpPr/>
            <p:nvPr/>
          </p:nvSpPr>
          <p:spPr>
            <a:xfrm>
              <a:off x="5576625" y="4556050"/>
              <a:ext cx="35725" cy="28975"/>
            </a:xfrm>
            <a:custGeom>
              <a:avLst/>
              <a:gdLst/>
              <a:ahLst/>
              <a:cxnLst/>
              <a:rect l="l" t="t" r="r" b="b"/>
              <a:pathLst>
                <a:path w="1429" h="1159" extrusionOk="0">
                  <a:moveTo>
                    <a:pt x="502" y="0"/>
                  </a:moveTo>
                  <a:lnTo>
                    <a:pt x="309" y="116"/>
                  </a:lnTo>
                  <a:lnTo>
                    <a:pt x="193" y="232"/>
                  </a:lnTo>
                  <a:lnTo>
                    <a:pt x="77" y="386"/>
                  </a:lnTo>
                  <a:lnTo>
                    <a:pt x="39" y="541"/>
                  </a:lnTo>
                  <a:lnTo>
                    <a:pt x="0" y="734"/>
                  </a:lnTo>
                  <a:lnTo>
                    <a:pt x="39" y="927"/>
                  </a:lnTo>
                  <a:lnTo>
                    <a:pt x="116" y="1081"/>
                  </a:lnTo>
                  <a:lnTo>
                    <a:pt x="193" y="1159"/>
                  </a:lnTo>
                  <a:lnTo>
                    <a:pt x="348" y="1159"/>
                  </a:lnTo>
                  <a:lnTo>
                    <a:pt x="425" y="1043"/>
                  </a:lnTo>
                  <a:lnTo>
                    <a:pt x="425" y="1004"/>
                  </a:lnTo>
                  <a:lnTo>
                    <a:pt x="386" y="927"/>
                  </a:lnTo>
                  <a:lnTo>
                    <a:pt x="386" y="850"/>
                  </a:lnTo>
                  <a:lnTo>
                    <a:pt x="348" y="772"/>
                  </a:lnTo>
                  <a:lnTo>
                    <a:pt x="425" y="579"/>
                  </a:lnTo>
                  <a:lnTo>
                    <a:pt x="541" y="425"/>
                  </a:lnTo>
                  <a:lnTo>
                    <a:pt x="618" y="386"/>
                  </a:lnTo>
                  <a:lnTo>
                    <a:pt x="773" y="386"/>
                  </a:lnTo>
                  <a:lnTo>
                    <a:pt x="850" y="425"/>
                  </a:lnTo>
                  <a:lnTo>
                    <a:pt x="966" y="579"/>
                  </a:lnTo>
                  <a:lnTo>
                    <a:pt x="1004" y="657"/>
                  </a:lnTo>
                  <a:lnTo>
                    <a:pt x="1004" y="734"/>
                  </a:lnTo>
                  <a:lnTo>
                    <a:pt x="966" y="927"/>
                  </a:lnTo>
                  <a:lnTo>
                    <a:pt x="966" y="1004"/>
                  </a:lnTo>
                  <a:lnTo>
                    <a:pt x="966" y="1081"/>
                  </a:lnTo>
                  <a:lnTo>
                    <a:pt x="1004" y="1120"/>
                  </a:lnTo>
                  <a:lnTo>
                    <a:pt x="1081" y="1159"/>
                  </a:lnTo>
                  <a:lnTo>
                    <a:pt x="1197" y="1159"/>
                  </a:lnTo>
                  <a:lnTo>
                    <a:pt x="1275" y="1120"/>
                  </a:lnTo>
                  <a:lnTo>
                    <a:pt x="1313" y="1081"/>
                  </a:lnTo>
                  <a:lnTo>
                    <a:pt x="1390" y="888"/>
                  </a:lnTo>
                  <a:lnTo>
                    <a:pt x="1429" y="734"/>
                  </a:lnTo>
                  <a:lnTo>
                    <a:pt x="1390" y="541"/>
                  </a:lnTo>
                  <a:lnTo>
                    <a:pt x="1313" y="348"/>
                  </a:lnTo>
                  <a:lnTo>
                    <a:pt x="1197" y="193"/>
                  </a:lnTo>
                  <a:lnTo>
                    <a:pt x="1043" y="77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4" name="Google Shape;5204;p21"/>
            <p:cNvSpPr/>
            <p:nvPr/>
          </p:nvSpPr>
          <p:spPr>
            <a:xfrm>
              <a:off x="5523525" y="4559900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1"/>
                  </a:moveTo>
                  <a:lnTo>
                    <a:pt x="425" y="39"/>
                  </a:lnTo>
                  <a:lnTo>
                    <a:pt x="232" y="117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2"/>
                  </a:lnTo>
                  <a:lnTo>
                    <a:pt x="78" y="966"/>
                  </a:lnTo>
                  <a:lnTo>
                    <a:pt x="232" y="1082"/>
                  </a:lnTo>
                  <a:lnTo>
                    <a:pt x="387" y="1198"/>
                  </a:lnTo>
                  <a:lnTo>
                    <a:pt x="464" y="1198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4" y="1005"/>
                  </a:lnTo>
                  <a:lnTo>
                    <a:pt x="387" y="927"/>
                  </a:lnTo>
                  <a:lnTo>
                    <a:pt x="348" y="812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7" y="503"/>
                  </a:lnTo>
                  <a:lnTo>
                    <a:pt x="464" y="464"/>
                  </a:lnTo>
                  <a:lnTo>
                    <a:pt x="541" y="387"/>
                  </a:lnTo>
                  <a:lnTo>
                    <a:pt x="773" y="387"/>
                  </a:lnTo>
                  <a:lnTo>
                    <a:pt x="850" y="464"/>
                  </a:lnTo>
                  <a:lnTo>
                    <a:pt x="927" y="541"/>
                  </a:lnTo>
                  <a:lnTo>
                    <a:pt x="966" y="657"/>
                  </a:lnTo>
                  <a:lnTo>
                    <a:pt x="1004" y="850"/>
                  </a:lnTo>
                  <a:lnTo>
                    <a:pt x="1043" y="966"/>
                  </a:lnTo>
                  <a:lnTo>
                    <a:pt x="1082" y="1043"/>
                  </a:lnTo>
                  <a:lnTo>
                    <a:pt x="1159" y="1082"/>
                  </a:lnTo>
                  <a:lnTo>
                    <a:pt x="1197" y="1082"/>
                  </a:lnTo>
                  <a:lnTo>
                    <a:pt x="1275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5" y="387"/>
                  </a:lnTo>
                  <a:lnTo>
                    <a:pt x="1159" y="232"/>
                  </a:lnTo>
                  <a:lnTo>
                    <a:pt x="1004" y="78"/>
                  </a:lnTo>
                  <a:lnTo>
                    <a:pt x="81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5" name="Google Shape;5205;p21"/>
            <p:cNvSpPr/>
            <p:nvPr/>
          </p:nvSpPr>
          <p:spPr>
            <a:xfrm>
              <a:off x="4050375" y="4567625"/>
              <a:ext cx="30900" cy="168975"/>
            </a:xfrm>
            <a:custGeom>
              <a:avLst/>
              <a:gdLst/>
              <a:ahLst/>
              <a:cxnLst/>
              <a:rect l="l" t="t" r="r" b="b"/>
              <a:pathLst>
                <a:path w="1236" h="6759" extrusionOk="0">
                  <a:moveTo>
                    <a:pt x="1120" y="1"/>
                  </a:moveTo>
                  <a:lnTo>
                    <a:pt x="1081" y="39"/>
                  </a:lnTo>
                  <a:lnTo>
                    <a:pt x="1043" y="39"/>
                  </a:lnTo>
                  <a:lnTo>
                    <a:pt x="850" y="78"/>
                  </a:lnTo>
                  <a:lnTo>
                    <a:pt x="850" y="116"/>
                  </a:lnTo>
                  <a:lnTo>
                    <a:pt x="541" y="1738"/>
                  </a:lnTo>
                  <a:lnTo>
                    <a:pt x="309" y="3399"/>
                  </a:lnTo>
                  <a:lnTo>
                    <a:pt x="116" y="5059"/>
                  </a:lnTo>
                  <a:lnTo>
                    <a:pt x="0" y="6720"/>
                  </a:lnTo>
                  <a:lnTo>
                    <a:pt x="232" y="6758"/>
                  </a:lnTo>
                  <a:lnTo>
                    <a:pt x="502" y="5136"/>
                  </a:lnTo>
                  <a:lnTo>
                    <a:pt x="772" y="3515"/>
                  </a:lnTo>
                  <a:lnTo>
                    <a:pt x="965" y="1854"/>
                  </a:lnTo>
                  <a:lnTo>
                    <a:pt x="1081" y="232"/>
                  </a:lnTo>
                  <a:lnTo>
                    <a:pt x="1236" y="78"/>
                  </a:lnTo>
                  <a:lnTo>
                    <a:pt x="1236" y="39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6" name="Google Shape;5206;p21"/>
            <p:cNvSpPr/>
            <p:nvPr/>
          </p:nvSpPr>
          <p:spPr>
            <a:xfrm>
              <a:off x="4077400" y="4569550"/>
              <a:ext cx="121650" cy="144850"/>
            </a:xfrm>
            <a:custGeom>
              <a:avLst/>
              <a:gdLst/>
              <a:ahLst/>
              <a:cxnLst/>
              <a:rect l="l" t="t" r="r" b="b"/>
              <a:pathLst>
                <a:path w="4866" h="5794" extrusionOk="0">
                  <a:moveTo>
                    <a:pt x="155" y="1"/>
                  </a:moveTo>
                  <a:lnTo>
                    <a:pt x="0" y="155"/>
                  </a:lnTo>
                  <a:lnTo>
                    <a:pt x="1197" y="1545"/>
                  </a:lnTo>
                  <a:lnTo>
                    <a:pt x="2356" y="2936"/>
                  </a:lnTo>
                  <a:lnTo>
                    <a:pt x="2896" y="3631"/>
                  </a:lnTo>
                  <a:lnTo>
                    <a:pt x="3476" y="4403"/>
                  </a:lnTo>
                  <a:lnTo>
                    <a:pt x="4055" y="5098"/>
                  </a:lnTo>
                  <a:lnTo>
                    <a:pt x="4325" y="5445"/>
                  </a:lnTo>
                  <a:lnTo>
                    <a:pt x="4634" y="5793"/>
                  </a:lnTo>
                  <a:lnTo>
                    <a:pt x="4827" y="5754"/>
                  </a:lnTo>
                  <a:lnTo>
                    <a:pt x="4866" y="5716"/>
                  </a:lnTo>
                  <a:lnTo>
                    <a:pt x="4866" y="5639"/>
                  </a:lnTo>
                  <a:lnTo>
                    <a:pt x="4634" y="5252"/>
                  </a:lnTo>
                  <a:lnTo>
                    <a:pt x="4402" y="4866"/>
                  </a:lnTo>
                  <a:lnTo>
                    <a:pt x="3862" y="4171"/>
                  </a:lnTo>
                  <a:lnTo>
                    <a:pt x="2703" y="2781"/>
                  </a:lnTo>
                  <a:lnTo>
                    <a:pt x="1468" y="1352"/>
                  </a:lnTo>
                  <a:lnTo>
                    <a:pt x="811" y="657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7" name="Google Shape;5207;p21"/>
            <p:cNvSpPr/>
            <p:nvPr/>
          </p:nvSpPr>
          <p:spPr>
            <a:xfrm>
              <a:off x="3931625" y="4577275"/>
              <a:ext cx="61800" cy="160275"/>
            </a:xfrm>
            <a:custGeom>
              <a:avLst/>
              <a:gdLst/>
              <a:ahLst/>
              <a:cxnLst/>
              <a:rect l="l" t="t" r="r" b="b"/>
              <a:pathLst>
                <a:path w="2472" h="6411" extrusionOk="0">
                  <a:moveTo>
                    <a:pt x="309" y="1"/>
                  </a:moveTo>
                  <a:lnTo>
                    <a:pt x="0" y="78"/>
                  </a:lnTo>
                  <a:lnTo>
                    <a:pt x="194" y="927"/>
                  </a:lnTo>
                  <a:lnTo>
                    <a:pt x="425" y="1777"/>
                  </a:lnTo>
                  <a:lnTo>
                    <a:pt x="657" y="2627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4"/>
                  </a:lnTo>
                  <a:lnTo>
                    <a:pt x="1661" y="5716"/>
                  </a:lnTo>
                  <a:lnTo>
                    <a:pt x="1584" y="5793"/>
                  </a:lnTo>
                  <a:lnTo>
                    <a:pt x="1545" y="5870"/>
                  </a:lnTo>
                  <a:lnTo>
                    <a:pt x="1777" y="5909"/>
                  </a:lnTo>
                  <a:lnTo>
                    <a:pt x="1931" y="6140"/>
                  </a:lnTo>
                  <a:lnTo>
                    <a:pt x="2086" y="6334"/>
                  </a:lnTo>
                  <a:lnTo>
                    <a:pt x="2124" y="6411"/>
                  </a:lnTo>
                  <a:lnTo>
                    <a:pt x="2317" y="6411"/>
                  </a:lnTo>
                  <a:lnTo>
                    <a:pt x="2356" y="6334"/>
                  </a:lnTo>
                  <a:lnTo>
                    <a:pt x="2433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4" y="5600"/>
                  </a:lnTo>
                  <a:lnTo>
                    <a:pt x="1970" y="5214"/>
                  </a:lnTo>
                  <a:lnTo>
                    <a:pt x="1738" y="4441"/>
                  </a:lnTo>
                  <a:lnTo>
                    <a:pt x="1198" y="2935"/>
                  </a:lnTo>
                  <a:lnTo>
                    <a:pt x="734" y="1468"/>
                  </a:lnTo>
                  <a:lnTo>
                    <a:pt x="30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8" name="Google Shape;5208;p21"/>
            <p:cNvSpPr/>
            <p:nvPr/>
          </p:nvSpPr>
          <p:spPr>
            <a:xfrm>
              <a:off x="3941275" y="4579200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1"/>
                  </a:moveTo>
                  <a:lnTo>
                    <a:pt x="1" y="40"/>
                  </a:lnTo>
                  <a:lnTo>
                    <a:pt x="1970" y="3206"/>
                  </a:lnTo>
                  <a:lnTo>
                    <a:pt x="4055" y="6334"/>
                  </a:lnTo>
                  <a:lnTo>
                    <a:pt x="4055" y="6334"/>
                  </a:lnTo>
                  <a:lnTo>
                    <a:pt x="3553" y="6295"/>
                  </a:lnTo>
                  <a:lnTo>
                    <a:pt x="3051" y="6179"/>
                  </a:lnTo>
                  <a:lnTo>
                    <a:pt x="2588" y="6025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7"/>
                  </a:lnTo>
                  <a:lnTo>
                    <a:pt x="3283" y="6643"/>
                  </a:lnTo>
                  <a:lnTo>
                    <a:pt x="3708" y="6720"/>
                  </a:lnTo>
                  <a:lnTo>
                    <a:pt x="4132" y="6797"/>
                  </a:lnTo>
                  <a:lnTo>
                    <a:pt x="4596" y="6836"/>
                  </a:lnTo>
                  <a:lnTo>
                    <a:pt x="5484" y="6836"/>
                  </a:lnTo>
                  <a:lnTo>
                    <a:pt x="6372" y="6759"/>
                  </a:lnTo>
                  <a:lnTo>
                    <a:pt x="7299" y="6643"/>
                  </a:lnTo>
                  <a:lnTo>
                    <a:pt x="8148" y="6488"/>
                  </a:lnTo>
                  <a:lnTo>
                    <a:pt x="8959" y="6295"/>
                  </a:lnTo>
                  <a:lnTo>
                    <a:pt x="9770" y="6025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7" y="4673"/>
                  </a:lnTo>
                  <a:lnTo>
                    <a:pt x="12666" y="4403"/>
                  </a:lnTo>
                  <a:lnTo>
                    <a:pt x="12975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9"/>
                  </a:lnTo>
                  <a:lnTo>
                    <a:pt x="13979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2" y="2163"/>
                  </a:lnTo>
                  <a:lnTo>
                    <a:pt x="14172" y="2125"/>
                  </a:lnTo>
                  <a:lnTo>
                    <a:pt x="13863" y="2125"/>
                  </a:lnTo>
                  <a:lnTo>
                    <a:pt x="13825" y="2163"/>
                  </a:lnTo>
                  <a:lnTo>
                    <a:pt x="13554" y="2704"/>
                  </a:lnTo>
                  <a:lnTo>
                    <a:pt x="13207" y="3167"/>
                  </a:lnTo>
                  <a:lnTo>
                    <a:pt x="12859" y="3631"/>
                  </a:lnTo>
                  <a:lnTo>
                    <a:pt x="12473" y="4017"/>
                  </a:lnTo>
                  <a:lnTo>
                    <a:pt x="12010" y="4364"/>
                  </a:lnTo>
                  <a:lnTo>
                    <a:pt x="11546" y="4712"/>
                  </a:lnTo>
                  <a:lnTo>
                    <a:pt x="11083" y="4982"/>
                  </a:lnTo>
                  <a:lnTo>
                    <a:pt x="10542" y="5253"/>
                  </a:lnTo>
                  <a:lnTo>
                    <a:pt x="10349" y="5253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7"/>
                  </a:lnTo>
                  <a:lnTo>
                    <a:pt x="10156" y="5446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2"/>
                  </a:lnTo>
                  <a:lnTo>
                    <a:pt x="6758" y="6295"/>
                  </a:lnTo>
                  <a:lnTo>
                    <a:pt x="6218" y="6334"/>
                  </a:lnTo>
                  <a:lnTo>
                    <a:pt x="5677" y="6411"/>
                  </a:lnTo>
                  <a:lnTo>
                    <a:pt x="4557" y="6411"/>
                  </a:lnTo>
                  <a:lnTo>
                    <a:pt x="4596" y="6295"/>
                  </a:lnTo>
                  <a:lnTo>
                    <a:pt x="4364" y="6257"/>
                  </a:lnTo>
                  <a:lnTo>
                    <a:pt x="3399" y="4635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9" name="Google Shape;5209;p21"/>
            <p:cNvSpPr/>
            <p:nvPr/>
          </p:nvSpPr>
          <p:spPr>
            <a:xfrm>
              <a:off x="6364350" y="4636175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0"/>
                  </a:moveTo>
                  <a:lnTo>
                    <a:pt x="3052" y="39"/>
                  </a:lnTo>
                  <a:lnTo>
                    <a:pt x="2781" y="77"/>
                  </a:lnTo>
                  <a:lnTo>
                    <a:pt x="2511" y="193"/>
                  </a:lnTo>
                  <a:lnTo>
                    <a:pt x="2241" y="309"/>
                  </a:lnTo>
                  <a:lnTo>
                    <a:pt x="2009" y="425"/>
                  </a:lnTo>
                  <a:lnTo>
                    <a:pt x="1739" y="579"/>
                  </a:lnTo>
                  <a:lnTo>
                    <a:pt x="1507" y="773"/>
                  </a:lnTo>
                  <a:lnTo>
                    <a:pt x="1121" y="1197"/>
                  </a:lnTo>
                  <a:lnTo>
                    <a:pt x="735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8"/>
                  </a:lnTo>
                  <a:lnTo>
                    <a:pt x="40" y="3746"/>
                  </a:lnTo>
                  <a:lnTo>
                    <a:pt x="1" y="4055"/>
                  </a:lnTo>
                  <a:lnTo>
                    <a:pt x="1" y="4402"/>
                  </a:lnTo>
                  <a:lnTo>
                    <a:pt x="40" y="4673"/>
                  </a:lnTo>
                  <a:lnTo>
                    <a:pt x="117" y="4904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5" y="5252"/>
                  </a:lnTo>
                  <a:lnTo>
                    <a:pt x="966" y="5290"/>
                  </a:lnTo>
                  <a:lnTo>
                    <a:pt x="1700" y="5290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827"/>
                  </a:lnTo>
                  <a:lnTo>
                    <a:pt x="735" y="4711"/>
                  </a:lnTo>
                  <a:lnTo>
                    <a:pt x="580" y="4595"/>
                  </a:lnTo>
                  <a:lnTo>
                    <a:pt x="542" y="4441"/>
                  </a:lnTo>
                  <a:lnTo>
                    <a:pt x="542" y="4248"/>
                  </a:lnTo>
                  <a:lnTo>
                    <a:pt x="542" y="4055"/>
                  </a:lnTo>
                  <a:lnTo>
                    <a:pt x="580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54" y="1159"/>
                  </a:lnTo>
                  <a:lnTo>
                    <a:pt x="2202" y="888"/>
                  </a:lnTo>
                  <a:lnTo>
                    <a:pt x="2627" y="695"/>
                  </a:lnTo>
                  <a:lnTo>
                    <a:pt x="3090" y="579"/>
                  </a:lnTo>
                  <a:lnTo>
                    <a:pt x="3592" y="541"/>
                  </a:lnTo>
                  <a:lnTo>
                    <a:pt x="4094" y="579"/>
                  </a:lnTo>
                  <a:lnTo>
                    <a:pt x="4249" y="541"/>
                  </a:lnTo>
                  <a:lnTo>
                    <a:pt x="4326" y="464"/>
                  </a:lnTo>
                  <a:lnTo>
                    <a:pt x="4403" y="502"/>
                  </a:lnTo>
                  <a:lnTo>
                    <a:pt x="4480" y="464"/>
                  </a:lnTo>
                  <a:lnTo>
                    <a:pt x="4519" y="425"/>
                  </a:lnTo>
                  <a:lnTo>
                    <a:pt x="4519" y="348"/>
                  </a:lnTo>
                  <a:lnTo>
                    <a:pt x="4519" y="193"/>
                  </a:lnTo>
                  <a:lnTo>
                    <a:pt x="4210" y="155"/>
                  </a:lnTo>
                  <a:lnTo>
                    <a:pt x="3940" y="77"/>
                  </a:lnTo>
                  <a:lnTo>
                    <a:pt x="3631" y="39"/>
                  </a:lnTo>
                  <a:lnTo>
                    <a:pt x="336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0" name="Google Shape;5210;p21"/>
            <p:cNvSpPr/>
            <p:nvPr/>
          </p:nvSpPr>
          <p:spPr>
            <a:xfrm>
              <a:off x="5052425" y="4653550"/>
              <a:ext cx="61800" cy="89800"/>
            </a:xfrm>
            <a:custGeom>
              <a:avLst/>
              <a:gdLst/>
              <a:ahLst/>
              <a:cxnLst/>
              <a:rect l="l" t="t" r="r" b="b"/>
              <a:pathLst>
                <a:path w="2472" h="3592" extrusionOk="0">
                  <a:moveTo>
                    <a:pt x="1082" y="0"/>
                  </a:moveTo>
                  <a:lnTo>
                    <a:pt x="1004" y="39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2"/>
                  </a:lnTo>
                  <a:lnTo>
                    <a:pt x="850" y="232"/>
                  </a:lnTo>
                  <a:lnTo>
                    <a:pt x="773" y="271"/>
                  </a:lnTo>
                  <a:lnTo>
                    <a:pt x="734" y="348"/>
                  </a:lnTo>
                  <a:lnTo>
                    <a:pt x="695" y="425"/>
                  </a:lnTo>
                  <a:lnTo>
                    <a:pt x="695" y="502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5"/>
                  </a:lnTo>
                  <a:lnTo>
                    <a:pt x="1082" y="811"/>
                  </a:lnTo>
                  <a:lnTo>
                    <a:pt x="1275" y="927"/>
                  </a:lnTo>
                  <a:lnTo>
                    <a:pt x="1468" y="1082"/>
                  </a:lnTo>
                  <a:lnTo>
                    <a:pt x="1622" y="1275"/>
                  </a:lnTo>
                  <a:lnTo>
                    <a:pt x="1777" y="1468"/>
                  </a:lnTo>
                  <a:lnTo>
                    <a:pt x="1854" y="1699"/>
                  </a:lnTo>
                  <a:lnTo>
                    <a:pt x="1931" y="1931"/>
                  </a:lnTo>
                  <a:lnTo>
                    <a:pt x="1931" y="2163"/>
                  </a:lnTo>
                  <a:lnTo>
                    <a:pt x="1931" y="2433"/>
                  </a:lnTo>
                  <a:lnTo>
                    <a:pt x="1815" y="2742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1"/>
                  </a:lnTo>
                  <a:lnTo>
                    <a:pt x="1390" y="3128"/>
                  </a:lnTo>
                  <a:lnTo>
                    <a:pt x="1197" y="3128"/>
                  </a:lnTo>
                  <a:lnTo>
                    <a:pt x="1043" y="3089"/>
                  </a:lnTo>
                  <a:lnTo>
                    <a:pt x="927" y="3012"/>
                  </a:lnTo>
                  <a:lnTo>
                    <a:pt x="850" y="2896"/>
                  </a:lnTo>
                  <a:lnTo>
                    <a:pt x="811" y="2742"/>
                  </a:lnTo>
                  <a:lnTo>
                    <a:pt x="850" y="2587"/>
                  </a:lnTo>
                  <a:lnTo>
                    <a:pt x="927" y="2433"/>
                  </a:lnTo>
                  <a:lnTo>
                    <a:pt x="1043" y="2317"/>
                  </a:lnTo>
                  <a:lnTo>
                    <a:pt x="1159" y="2240"/>
                  </a:lnTo>
                  <a:lnTo>
                    <a:pt x="1159" y="2124"/>
                  </a:lnTo>
                  <a:lnTo>
                    <a:pt x="1120" y="2008"/>
                  </a:lnTo>
                  <a:lnTo>
                    <a:pt x="1043" y="1931"/>
                  </a:lnTo>
                  <a:lnTo>
                    <a:pt x="657" y="1622"/>
                  </a:lnTo>
                  <a:lnTo>
                    <a:pt x="425" y="1468"/>
                  </a:lnTo>
                  <a:lnTo>
                    <a:pt x="193" y="1313"/>
                  </a:lnTo>
                  <a:lnTo>
                    <a:pt x="0" y="1622"/>
                  </a:lnTo>
                  <a:lnTo>
                    <a:pt x="271" y="1892"/>
                  </a:lnTo>
                  <a:lnTo>
                    <a:pt x="580" y="2124"/>
                  </a:lnTo>
                  <a:lnTo>
                    <a:pt x="425" y="2356"/>
                  </a:lnTo>
                  <a:lnTo>
                    <a:pt x="348" y="2626"/>
                  </a:lnTo>
                  <a:lnTo>
                    <a:pt x="309" y="2896"/>
                  </a:lnTo>
                  <a:lnTo>
                    <a:pt x="348" y="3051"/>
                  </a:lnTo>
                  <a:lnTo>
                    <a:pt x="425" y="3167"/>
                  </a:lnTo>
                  <a:lnTo>
                    <a:pt x="541" y="3321"/>
                  </a:lnTo>
                  <a:lnTo>
                    <a:pt x="695" y="3476"/>
                  </a:lnTo>
                  <a:lnTo>
                    <a:pt x="888" y="3553"/>
                  </a:lnTo>
                  <a:lnTo>
                    <a:pt x="1082" y="3591"/>
                  </a:lnTo>
                  <a:lnTo>
                    <a:pt x="1275" y="3591"/>
                  </a:lnTo>
                  <a:lnTo>
                    <a:pt x="1506" y="3553"/>
                  </a:lnTo>
                  <a:lnTo>
                    <a:pt x="1699" y="3514"/>
                  </a:lnTo>
                  <a:lnTo>
                    <a:pt x="1854" y="3398"/>
                  </a:lnTo>
                  <a:lnTo>
                    <a:pt x="2047" y="3244"/>
                  </a:lnTo>
                  <a:lnTo>
                    <a:pt x="2201" y="3051"/>
                  </a:lnTo>
                  <a:lnTo>
                    <a:pt x="2317" y="2858"/>
                  </a:lnTo>
                  <a:lnTo>
                    <a:pt x="2394" y="2665"/>
                  </a:lnTo>
                  <a:lnTo>
                    <a:pt x="2433" y="2472"/>
                  </a:lnTo>
                  <a:lnTo>
                    <a:pt x="2472" y="2240"/>
                  </a:lnTo>
                  <a:lnTo>
                    <a:pt x="2433" y="2008"/>
                  </a:lnTo>
                  <a:lnTo>
                    <a:pt x="2394" y="1815"/>
                  </a:lnTo>
                  <a:lnTo>
                    <a:pt x="2317" y="1583"/>
                  </a:lnTo>
                  <a:lnTo>
                    <a:pt x="2201" y="1390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6"/>
                  </a:lnTo>
                  <a:lnTo>
                    <a:pt x="11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1" name="Google Shape;5211;p21"/>
            <p:cNvSpPr/>
            <p:nvPr/>
          </p:nvSpPr>
          <p:spPr>
            <a:xfrm>
              <a:off x="6613425" y="4670925"/>
              <a:ext cx="26100" cy="11600"/>
            </a:xfrm>
            <a:custGeom>
              <a:avLst/>
              <a:gdLst/>
              <a:ahLst/>
              <a:cxnLst/>
              <a:rect l="l" t="t" r="r" b="b"/>
              <a:pathLst>
                <a:path w="1044" h="464" extrusionOk="0">
                  <a:moveTo>
                    <a:pt x="773" y="0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3"/>
                  </a:lnTo>
                  <a:lnTo>
                    <a:pt x="39" y="232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2"/>
                  </a:lnTo>
                  <a:lnTo>
                    <a:pt x="1005" y="155"/>
                  </a:lnTo>
                  <a:lnTo>
                    <a:pt x="966" y="116"/>
                  </a:lnTo>
                  <a:lnTo>
                    <a:pt x="889" y="39"/>
                  </a:lnTo>
                  <a:lnTo>
                    <a:pt x="77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2" name="Google Shape;5212;p21"/>
            <p:cNvSpPr/>
            <p:nvPr/>
          </p:nvSpPr>
          <p:spPr>
            <a:xfrm>
              <a:off x="6514950" y="4676725"/>
              <a:ext cx="21275" cy="8700"/>
            </a:xfrm>
            <a:custGeom>
              <a:avLst/>
              <a:gdLst/>
              <a:ahLst/>
              <a:cxnLst/>
              <a:rect l="l" t="t" r="r" b="b"/>
              <a:pathLst>
                <a:path w="851" h="348" extrusionOk="0">
                  <a:moveTo>
                    <a:pt x="426" y="0"/>
                  </a:moveTo>
                  <a:lnTo>
                    <a:pt x="155" y="39"/>
                  </a:lnTo>
                  <a:lnTo>
                    <a:pt x="117" y="39"/>
                  </a:lnTo>
                  <a:lnTo>
                    <a:pt x="39" y="77"/>
                  </a:lnTo>
                  <a:lnTo>
                    <a:pt x="1" y="193"/>
                  </a:lnTo>
                  <a:lnTo>
                    <a:pt x="39" y="270"/>
                  </a:lnTo>
                  <a:lnTo>
                    <a:pt x="117" y="309"/>
                  </a:lnTo>
                  <a:lnTo>
                    <a:pt x="155" y="348"/>
                  </a:lnTo>
                  <a:lnTo>
                    <a:pt x="735" y="348"/>
                  </a:lnTo>
                  <a:lnTo>
                    <a:pt x="812" y="270"/>
                  </a:lnTo>
                  <a:lnTo>
                    <a:pt x="850" y="193"/>
                  </a:lnTo>
                  <a:lnTo>
                    <a:pt x="812" y="77"/>
                  </a:lnTo>
                  <a:lnTo>
                    <a:pt x="73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3" name="Google Shape;5213;p21"/>
            <p:cNvSpPr/>
            <p:nvPr/>
          </p:nvSpPr>
          <p:spPr>
            <a:xfrm>
              <a:off x="4656625" y="4677675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1"/>
                  </a:moveTo>
                  <a:lnTo>
                    <a:pt x="0" y="232"/>
                  </a:lnTo>
                  <a:lnTo>
                    <a:pt x="502" y="966"/>
                  </a:lnTo>
                  <a:lnTo>
                    <a:pt x="1043" y="1622"/>
                  </a:lnTo>
                  <a:lnTo>
                    <a:pt x="1699" y="2279"/>
                  </a:lnTo>
                  <a:lnTo>
                    <a:pt x="2356" y="2858"/>
                  </a:lnTo>
                  <a:lnTo>
                    <a:pt x="3089" y="3399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4" y="4982"/>
                  </a:lnTo>
                  <a:lnTo>
                    <a:pt x="8998" y="4943"/>
                  </a:lnTo>
                  <a:lnTo>
                    <a:pt x="9422" y="4866"/>
                  </a:lnTo>
                  <a:lnTo>
                    <a:pt x="9847" y="4789"/>
                  </a:lnTo>
                  <a:lnTo>
                    <a:pt x="10272" y="4673"/>
                  </a:lnTo>
                  <a:lnTo>
                    <a:pt x="10658" y="4519"/>
                  </a:lnTo>
                  <a:lnTo>
                    <a:pt x="11083" y="4326"/>
                  </a:lnTo>
                  <a:lnTo>
                    <a:pt x="11469" y="4132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318" y="3553"/>
                  </a:lnTo>
                  <a:lnTo>
                    <a:pt x="12434" y="3206"/>
                  </a:lnTo>
                  <a:lnTo>
                    <a:pt x="12357" y="3167"/>
                  </a:lnTo>
                  <a:lnTo>
                    <a:pt x="12280" y="3206"/>
                  </a:lnTo>
                  <a:lnTo>
                    <a:pt x="12203" y="3128"/>
                  </a:lnTo>
                  <a:lnTo>
                    <a:pt x="12009" y="3128"/>
                  </a:lnTo>
                  <a:lnTo>
                    <a:pt x="11932" y="3206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2" y="3862"/>
                  </a:lnTo>
                  <a:lnTo>
                    <a:pt x="10426" y="4017"/>
                  </a:lnTo>
                  <a:lnTo>
                    <a:pt x="10040" y="4171"/>
                  </a:lnTo>
                  <a:lnTo>
                    <a:pt x="9615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1" y="4480"/>
                  </a:lnTo>
                  <a:lnTo>
                    <a:pt x="7916" y="4480"/>
                  </a:lnTo>
                  <a:lnTo>
                    <a:pt x="7492" y="4441"/>
                  </a:lnTo>
                  <a:lnTo>
                    <a:pt x="7067" y="4403"/>
                  </a:lnTo>
                  <a:lnTo>
                    <a:pt x="6642" y="4364"/>
                  </a:lnTo>
                  <a:lnTo>
                    <a:pt x="6217" y="4248"/>
                  </a:lnTo>
                  <a:lnTo>
                    <a:pt x="5792" y="4171"/>
                  </a:lnTo>
                  <a:lnTo>
                    <a:pt x="5368" y="4017"/>
                  </a:lnTo>
                  <a:lnTo>
                    <a:pt x="4595" y="3708"/>
                  </a:lnTo>
                  <a:lnTo>
                    <a:pt x="3900" y="3283"/>
                  </a:lnTo>
                  <a:lnTo>
                    <a:pt x="3205" y="2820"/>
                  </a:lnTo>
                  <a:lnTo>
                    <a:pt x="2587" y="2318"/>
                  </a:lnTo>
                  <a:lnTo>
                    <a:pt x="1970" y="1777"/>
                  </a:lnTo>
                  <a:lnTo>
                    <a:pt x="1390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4" name="Google Shape;5214;p21"/>
            <p:cNvSpPr/>
            <p:nvPr/>
          </p:nvSpPr>
          <p:spPr>
            <a:xfrm>
              <a:off x="4964575" y="4684425"/>
              <a:ext cx="92700" cy="135200"/>
            </a:xfrm>
            <a:custGeom>
              <a:avLst/>
              <a:gdLst/>
              <a:ahLst/>
              <a:cxnLst/>
              <a:rect l="l" t="t" r="r" b="b"/>
              <a:pathLst>
                <a:path w="3708" h="5408" extrusionOk="0">
                  <a:moveTo>
                    <a:pt x="3398" y="1"/>
                  </a:moveTo>
                  <a:lnTo>
                    <a:pt x="3360" y="78"/>
                  </a:lnTo>
                  <a:lnTo>
                    <a:pt x="3244" y="78"/>
                  </a:lnTo>
                  <a:lnTo>
                    <a:pt x="3012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7"/>
                  </a:lnTo>
                  <a:lnTo>
                    <a:pt x="1777" y="1430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3" y="1932"/>
                  </a:lnTo>
                  <a:lnTo>
                    <a:pt x="1082" y="2009"/>
                  </a:lnTo>
                  <a:lnTo>
                    <a:pt x="1120" y="2086"/>
                  </a:lnTo>
                  <a:lnTo>
                    <a:pt x="1004" y="2086"/>
                  </a:lnTo>
                  <a:lnTo>
                    <a:pt x="889" y="2125"/>
                  </a:lnTo>
                  <a:lnTo>
                    <a:pt x="850" y="2163"/>
                  </a:lnTo>
                  <a:lnTo>
                    <a:pt x="811" y="2241"/>
                  </a:lnTo>
                  <a:lnTo>
                    <a:pt x="811" y="2356"/>
                  </a:lnTo>
                  <a:lnTo>
                    <a:pt x="811" y="2434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7" y="2588"/>
                  </a:lnTo>
                  <a:lnTo>
                    <a:pt x="1429" y="2704"/>
                  </a:lnTo>
                  <a:lnTo>
                    <a:pt x="1622" y="2820"/>
                  </a:lnTo>
                  <a:lnTo>
                    <a:pt x="1815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4" y="3631"/>
                  </a:lnTo>
                  <a:lnTo>
                    <a:pt x="2124" y="3901"/>
                  </a:lnTo>
                  <a:lnTo>
                    <a:pt x="2086" y="4094"/>
                  </a:lnTo>
                  <a:lnTo>
                    <a:pt x="2008" y="4326"/>
                  </a:lnTo>
                  <a:lnTo>
                    <a:pt x="1893" y="4519"/>
                  </a:lnTo>
                  <a:lnTo>
                    <a:pt x="1738" y="4712"/>
                  </a:lnTo>
                  <a:lnTo>
                    <a:pt x="1545" y="4828"/>
                  </a:lnTo>
                  <a:lnTo>
                    <a:pt x="1313" y="4944"/>
                  </a:lnTo>
                  <a:lnTo>
                    <a:pt x="1082" y="4944"/>
                  </a:lnTo>
                  <a:lnTo>
                    <a:pt x="889" y="4866"/>
                  </a:lnTo>
                  <a:lnTo>
                    <a:pt x="773" y="4751"/>
                  </a:lnTo>
                  <a:lnTo>
                    <a:pt x="695" y="4596"/>
                  </a:lnTo>
                  <a:lnTo>
                    <a:pt x="657" y="4442"/>
                  </a:lnTo>
                  <a:lnTo>
                    <a:pt x="734" y="4287"/>
                  </a:lnTo>
                  <a:lnTo>
                    <a:pt x="811" y="4210"/>
                  </a:lnTo>
                  <a:lnTo>
                    <a:pt x="889" y="4133"/>
                  </a:lnTo>
                  <a:lnTo>
                    <a:pt x="966" y="4094"/>
                  </a:lnTo>
                  <a:lnTo>
                    <a:pt x="1120" y="4094"/>
                  </a:lnTo>
                  <a:lnTo>
                    <a:pt x="1236" y="4017"/>
                  </a:lnTo>
                  <a:lnTo>
                    <a:pt x="1313" y="3901"/>
                  </a:lnTo>
                  <a:lnTo>
                    <a:pt x="1313" y="3785"/>
                  </a:lnTo>
                  <a:lnTo>
                    <a:pt x="1275" y="3708"/>
                  </a:lnTo>
                  <a:lnTo>
                    <a:pt x="1197" y="3669"/>
                  </a:lnTo>
                  <a:lnTo>
                    <a:pt x="116" y="2936"/>
                  </a:lnTo>
                  <a:lnTo>
                    <a:pt x="0" y="3283"/>
                  </a:lnTo>
                  <a:lnTo>
                    <a:pt x="657" y="3785"/>
                  </a:lnTo>
                  <a:lnTo>
                    <a:pt x="502" y="3862"/>
                  </a:lnTo>
                  <a:lnTo>
                    <a:pt x="387" y="3978"/>
                  </a:lnTo>
                  <a:lnTo>
                    <a:pt x="309" y="4094"/>
                  </a:lnTo>
                  <a:lnTo>
                    <a:pt x="232" y="4249"/>
                  </a:lnTo>
                  <a:lnTo>
                    <a:pt x="193" y="4403"/>
                  </a:lnTo>
                  <a:lnTo>
                    <a:pt x="193" y="4558"/>
                  </a:lnTo>
                  <a:lnTo>
                    <a:pt x="193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1" y="5253"/>
                  </a:lnTo>
                  <a:lnTo>
                    <a:pt x="734" y="5368"/>
                  </a:lnTo>
                  <a:lnTo>
                    <a:pt x="966" y="5407"/>
                  </a:lnTo>
                  <a:lnTo>
                    <a:pt x="1197" y="5407"/>
                  </a:lnTo>
                  <a:lnTo>
                    <a:pt x="1429" y="5368"/>
                  </a:lnTo>
                  <a:lnTo>
                    <a:pt x="1622" y="5330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0" y="4828"/>
                  </a:lnTo>
                  <a:lnTo>
                    <a:pt x="2395" y="4635"/>
                  </a:lnTo>
                  <a:lnTo>
                    <a:pt x="2510" y="4442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7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2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31" y="2472"/>
                  </a:lnTo>
                  <a:lnTo>
                    <a:pt x="1738" y="2356"/>
                  </a:lnTo>
                  <a:lnTo>
                    <a:pt x="1506" y="2202"/>
                  </a:lnTo>
                  <a:lnTo>
                    <a:pt x="1275" y="2125"/>
                  </a:lnTo>
                  <a:lnTo>
                    <a:pt x="1622" y="1970"/>
                  </a:lnTo>
                  <a:lnTo>
                    <a:pt x="1931" y="1816"/>
                  </a:lnTo>
                  <a:lnTo>
                    <a:pt x="2240" y="1623"/>
                  </a:lnTo>
                  <a:lnTo>
                    <a:pt x="2549" y="1391"/>
                  </a:lnTo>
                  <a:lnTo>
                    <a:pt x="2819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7" y="542"/>
                  </a:lnTo>
                  <a:lnTo>
                    <a:pt x="3514" y="387"/>
                  </a:lnTo>
                  <a:lnTo>
                    <a:pt x="3707" y="78"/>
                  </a:lnTo>
                  <a:lnTo>
                    <a:pt x="351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5" name="Google Shape;5215;p21"/>
            <p:cNvSpPr/>
            <p:nvPr/>
          </p:nvSpPr>
          <p:spPr>
            <a:xfrm>
              <a:off x="6406825" y="4717250"/>
              <a:ext cx="93675" cy="93675"/>
            </a:xfrm>
            <a:custGeom>
              <a:avLst/>
              <a:gdLst/>
              <a:ahLst/>
              <a:cxnLst/>
              <a:rect l="l" t="t" r="r" b="b"/>
              <a:pathLst>
                <a:path w="3747" h="3747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8" y="619"/>
                  </a:lnTo>
                  <a:lnTo>
                    <a:pt x="2550" y="696"/>
                  </a:lnTo>
                  <a:lnTo>
                    <a:pt x="2743" y="812"/>
                  </a:lnTo>
                  <a:lnTo>
                    <a:pt x="2936" y="966"/>
                  </a:lnTo>
                  <a:lnTo>
                    <a:pt x="3090" y="1198"/>
                  </a:lnTo>
                  <a:lnTo>
                    <a:pt x="3206" y="1430"/>
                  </a:lnTo>
                  <a:lnTo>
                    <a:pt x="3245" y="1700"/>
                  </a:lnTo>
                  <a:lnTo>
                    <a:pt x="3245" y="1970"/>
                  </a:lnTo>
                  <a:lnTo>
                    <a:pt x="3206" y="2202"/>
                  </a:lnTo>
                  <a:lnTo>
                    <a:pt x="3090" y="2472"/>
                  </a:lnTo>
                  <a:lnTo>
                    <a:pt x="2974" y="2665"/>
                  </a:lnTo>
                  <a:lnTo>
                    <a:pt x="2781" y="2897"/>
                  </a:lnTo>
                  <a:lnTo>
                    <a:pt x="2588" y="3051"/>
                  </a:lnTo>
                  <a:lnTo>
                    <a:pt x="2357" y="3167"/>
                  </a:lnTo>
                  <a:lnTo>
                    <a:pt x="2086" y="3245"/>
                  </a:lnTo>
                  <a:lnTo>
                    <a:pt x="1777" y="3245"/>
                  </a:lnTo>
                  <a:lnTo>
                    <a:pt x="1507" y="3167"/>
                  </a:lnTo>
                  <a:lnTo>
                    <a:pt x="1237" y="3051"/>
                  </a:lnTo>
                  <a:lnTo>
                    <a:pt x="966" y="2897"/>
                  </a:lnTo>
                  <a:lnTo>
                    <a:pt x="773" y="2665"/>
                  </a:lnTo>
                  <a:lnTo>
                    <a:pt x="619" y="2434"/>
                  </a:lnTo>
                  <a:lnTo>
                    <a:pt x="503" y="2163"/>
                  </a:lnTo>
                  <a:lnTo>
                    <a:pt x="503" y="1854"/>
                  </a:lnTo>
                  <a:lnTo>
                    <a:pt x="503" y="1584"/>
                  </a:lnTo>
                  <a:lnTo>
                    <a:pt x="619" y="1352"/>
                  </a:lnTo>
                  <a:lnTo>
                    <a:pt x="735" y="1121"/>
                  </a:lnTo>
                  <a:lnTo>
                    <a:pt x="928" y="928"/>
                  </a:lnTo>
                  <a:lnTo>
                    <a:pt x="1121" y="735"/>
                  </a:lnTo>
                  <a:lnTo>
                    <a:pt x="1353" y="580"/>
                  </a:lnTo>
                  <a:lnTo>
                    <a:pt x="1584" y="464"/>
                  </a:lnTo>
                  <a:close/>
                  <a:moveTo>
                    <a:pt x="1893" y="1"/>
                  </a:moveTo>
                  <a:lnTo>
                    <a:pt x="1700" y="39"/>
                  </a:lnTo>
                  <a:lnTo>
                    <a:pt x="1546" y="78"/>
                  </a:lnTo>
                  <a:lnTo>
                    <a:pt x="1353" y="155"/>
                  </a:lnTo>
                  <a:lnTo>
                    <a:pt x="1314" y="194"/>
                  </a:lnTo>
                  <a:lnTo>
                    <a:pt x="1082" y="271"/>
                  </a:lnTo>
                  <a:lnTo>
                    <a:pt x="851" y="387"/>
                  </a:lnTo>
                  <a:lnTo>
                    <a:pt x="619" y="580"/>
                  </a:lnTo>
                  <a:lnTo>
                    <a:pt x="426" y="773"/>
                  </a:lnTo>
                  <a:lnTo>
                    <a:pt x="271" y="966"/>
                  </a:lnTo>
                  <a:lnTo>
                    <a:pt x="155" y="1237"/>
                  </a:lnTo>
                  <a:lnTo>
                    <a:pt x="78" y="1468"/>
                  </a:lnTo>
                  <a:lnTo>
                    <a:pt x="1" y="1739"/>
                  </a:lnTo>
                  <a:lnTo>
                    <a:pt x="1" y="2047"/>
                  </a:lnTo>
                  <a:lnTo>
                    <a:pt x="40" y="2125"/>
                  </a:lnTo>
                  <a:lnTo>
                    <a:pt x="40" y="2318"/>
                  </a:lnTo>
                  <a:lnTo>
                    <a:pt x="117" y="2511"/>
                  </a:lnTo>
                  <a:lnTo>
                    <a:pt x="310" y="2858"/>
                  </a:lnTo>
                  <a:lnTo>
                    <a:pt x="542" y="3167"/>
                  </a:lnTo>
                  <a:lnTo>
                    <a:pt x="851" y="3399"/>
                  </a:lnTo>
                  <a:lnTo>
                    <a:pt x="1198" y="3592"/>
                  </a:lnTo>
                  <a:lnTo>
                    <a:pt x="1584" y="3708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7" y="3669"/>
                  </a:lnTo>
                  <a:lnTo>
                    <a:pt x="2627" y="3592"/>
                  </a:lnTo>
                  <a:lnTo>
                    <a:pt x="2897" y="3438"/>
                  </a:lnTo>
                  <a:lnTo>
                    <a:pt x="3129" y="3245"/>
                  </a:lnTo>
                  <a:lnTo>
                    <a:pt x="3322" y="3013"/>
                  </a:lnTo>
                  <a:lnTo>
                    <a:pt x="3476" y="2781"/>
                  </a:lnTo>
                  <a:lnTo>
                    <a:pt x="3631" y="2511"/>
                  </a:lnTo>
                  <a:lnTo>
                    <a:pt x="3708" y="2202"/>
                  </a:lnTo>
                  <a:lnTo>
                    <a:pt x="3747" y="1932"/>
                  </a:lnTo>
                  <a:lnTo>
                    <a:pt x="3747" y="1584"/>
                  </a:lnTo>
                  <a:lnTo>
                    <a:pt x="3669" y="1314"/>
                  </a:lnTo>
                  <a:lnTo>
                    <a:pt x="3515" y="1005"/>
                  </a:lnTo>
                  <a:lnTo>
                    <a:pt x="3322" y="696"/>
                  </a:lnTo>
                  <a:lnTo>
                    <a:pt x="3052" y="426"/>
                  </a:lnTo>
                  <a:lnTo>
                    <a:pt x="2743" y="233"/>
                  </a:lnTo>
                  <a:lnTo>
                    <a:pt x="2395" y="78"/>
                  </a:lnTo>
                  <a:lnTo>
                    <a:pt x="204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6" name="Google Shape;5216;p21"/>
            <p:cNvSpPr/>
            <p:nvPr/>
          </p:nvSpPr>
          <p:spPr>
            <a:xfrm>
              <a:off x="2332000" y="4749125"/>
              <a:ext cx="326325" cy="58900"/>
            </a:xfrm>
            <a:custGeom>
              <a:avLst/>
              <a:gdLst/>
              <a:ahLst/>
              <a:cxnLst/>
              <a:rect l="l" t="t" r="r" b="b"/>
              <a:pathLst>
                <a:path w="13053" h="2356" extrusionOk="0">
                  <a:moveTo>
                    <a:pt x="12782" y="0"/>
                  </a:moveTo>
                  <a:lnTo>
                    <a:pt x="12705" y="39"/>
                  </a:lnTo>
                  <a:lnTo>
                    <a:pt x="12628" y="116"/>
                  </a:lnTo>
                  <a:lnTo>
                    <a:pt x="12589" y="193"/>
                  </a:lnTo>
                  <a:lnTo>
                    <a:pt x="12589" y="309"/>
                  </a:lnTo>
                  <a:lnTo>
                    <a:pt x="12589" y="502"/>
                  </a:lnTo>
                  <a:lnTo>
                    <a:pt x="12550" y="657"/>
                  </a:lnTo>
                  <a:lnTo>
                    <a:pt x="12435" y="811"/>
                  </a:lnTo>
                  <a:lnTo>
                    <a:pt x="12319" y="966"/>
                  </a:lnTo>
                  <a:lnTo>
                    <a:pt x="12164" y="1081"/>
                  </a:lnTo>
                  <a:lnTo>
                    <a:pt x="11971" y="1159"/>
                  </a:lnTo>
                  <a:lnTo>
                    <a:pt x="11546" y="1313"/>
                  </a:lnTo>
                  <a:lnTo>
                    <a:pt x="11083" y="1429"/>
                  </a:lnTo>
                  <a:lnTo>
                    <a:pt x="10581" y="1506"/>
                  </a:lnTo>
                  <a:lnTo>
                    <a:pt x="9847" y="1583"/>
                  </a:lnTo>
                  <a:lnTo>
                    <a:pt x="9423" y="1622"/>
                  </a:lnTo>
                  <a:lnTo>
                    <a:pt x="9423" y="1545"/>
                  </a:lnTo>
                  <a:lnTo>
                    <a:pt x="9423" y="1468"/>
                  </a:lnTo>
                  <a:lnTo>
                    <a:pt x="9152" y="888"/>
                  </a:lnTo>
                  <a:lnTo>
                    <a:pt x="8959" y="270"/>
                  </a:lnTo>
                  <a:lnTo>
                    <a:pt x="8612" y="386"/>
                  </a:lnTo>
                  <a:lnTo>
                    <a:pt x="8650" y="695"/>
                  </a:lnTo>
                  <a:lnTo>
                    <a:pt x="8728" y="1043"/>
                  </a:lnTo>
                  <a:lnTo>
                    <a:pt x="8843" y="1390"/>
                  </a:lnTo>
                  <a:lnTo>
                    <a:pt x="8998" y="1661"/>
                  </a:lnTo>
                  <a:lnTo>
                    <a:pt x="7839" y="1776"/>
                  </a:lnTo>
                  <a:lnTo>
                    <a:pt x="6681" y="1854"/>
                  </a:lnTo>
                  <a:lnTo>
                    <a:pt x="5252" y="1892"/>
                  </a:lnTo>
                  <a:lnTo>
                    <a:pt x="3862" y="1854"/>
                  </a:lnTo>
                  <a:lnTo>
                    <a:pt x="3592" y="1815"/>
                  </a:lnTo>
                  <a:lnTo>
                    <a:pt x="3746" y="1506"/>
                  </a:lnTo>
                  <a:lnTo>
                    <a:pt x="3785" y="1159"/>
                  </a:lnTo>
                  <a:lnTo>
                    <a:pt x="3785" y="811"/>
                  </a:lnTo>
                  <a:lnTo>
                    <a:pt x="3746" y="425"/>
                  </a:lnTo>
                  <a:lnTo>
                    <a:pt x="3399" y="464"/>
                  </a:lnTo>
                  <a:lnTo>
                    <a:pt x="3399" y="772"/>
                  </a:lnTo>
                  <a:lnTo>
                    <a:pt x="3360" y="1081"/>
                  </a:lnTo>
                  <a:lnTo>
                    <a:pt x="3244" y="1468"/>
                  </a:lnTo>
                  <a:lnTo>
                    <a:pt x="3128" y="1815"/>
                  </a:lnTo>
                  <a:lnTo>
                    <a:pt x="2202" y="1738"/>
                  </a:lnTo>
                  <a:lnTo>
                    <a:pt x="1738" y="1699"/>
                  </a:lnTo>
                  <a:lnTo>
                    <a:pt x="1275" y="1622"/>
                  </a:lnTo>
                  <a:lnTo>
                    <a:pt x="889" y="1468"/>
                  </a:lnTo>
                  <a:lnTo>
                    <a:pt x="734" y="1390"/>
                  </a:lnTo>
                  <a:lnTo>
                    <a:pt x="618" y="1313"/>
                  </a:lnTo>
                  <a:lnTo>
                    <a:pt x="503" y="1197"/>
                  </a:lnTo>
                  <a:lnTo>
                    <a:pt x="425" y="1081"/>
                  </a:lnTo>
                  <a:lnTo>
                    <a:pt x="387" y="966"/>
                  </a:lnTo>
                  <a:lnTo>
                    <a:pt x="387" y="811"/>
                  </a:lnTo>
                  <a:lnTo>
                    <a:pt x="387" y="772"/>
                  </a:lnTo>
                  <a:lnTo>
                    <a:pt x="387" y="695"/>
                  </a:lnTo>
                  <a:lnTo>
                    <a:pt x="310" y="618"/>
                  </a:lnTo>
                  <a:lnTo>
                    <a:pt x="194" y="618"/>
                  </a:lnTo>
                  <a:lnTo>
                    <a:pt x="155" y="657"/>
                  </a:lnTo>
                  <a:lnTo>
                    <a:pt x="116" y="695"/>
                  </a:lnTo>
                  <a:lnTo>
                    <a:pt x="39" y="850"/>
                  </a:lnTo>
                  <a:lnTo>
                    <a:pt x="1" y="1004"/>
                  </a:lnTo>
                  <a:lnTo>
                    <a:pt x="1" y="1159"/>
                  </a:lnTo>
                  <a:lnTo>
                    <a:pt x="1" y="1274"/>
                  </a:lnTo>
                  <a:lnTo>
                    <a:pt x="39" y="1390"/>
                  </a:lnTo>
                  <a:lnTo>
                    <a:pt x="116" y="1506"/>
                  </a:lnTo>
                  <a:lnTo>
                    <a:pt x="310" y="1699"/>
                  </a:lnTo>
                  <a:lnTo>
                    <a:pt x="541" y="1854"/>
                  </a:lnTo>
                  <a:lnTo>
                    <a:pt x="812" y="1970"/>
                  </a:lnTo>
                  <a:lnTo>
                    <a:pt x="1082" y="2047"/>
                  </a:lnTo>
                  <a:lnTo>
                    <a:pt x="1352" y="2085"/>
                  </a:lnTo>
                  <a:lnTo>
                    <a:pt x="2626" y="2240"/>
                  </a:lnTo>
                  <a:lnTo>
                    <a:pt x="3862" y="2317"/>
                  </a:lnTo>
                  <a:lnTo>
                    <a:pt x="5136" y="2356"/>
                  </a:lnTo>
                  <a:lnTo>
                    <a:pt x="6372" y="2356"/>
                  </a:lnTo>
                  <a:lnTo>
                    <a:pt x="7531" y="2278"/>
                  </a:lnTo>
                  <a:lnTo>
                    <a:pt x="8689" y="2201"/>
                  </a:lnTo>
                  <a:lnTo>
                    <a:pt x="9847" y="2047"/>
                  </a:lnTo>
                  <a:lnTo>
                    <a:pt x="11006" y="1892"/>
                  </a:lnTo>
                  <a:lnTo>
                    <a:pt x="11392" y="1815"/>
                  </a:lnTo>
                  <a:lnTo>
                    <a:pt x="11740" y="1738"/>
                  </a:lnTo>
                  <a:lnTo>
                    <a:pt x="12126" y="1583"/>
                  </a:lnTo>
                  <a:lnTo>
                    <a:pt x="12473" y="1429"/>
                  </a:lnTo>
                  <a:lnTo>
                    <a:pt x="12744" y="1236"/>
                  </a:lnTo>
                  <a:lnTo>
                    <a:pt x="12859" y="1081"/>
                  </a:lnTo>
                  <a:lnTo>
                    <a:pt x="12937" y="927"/>
                  </a:lnTo>
                  <a:lnTo>
                    <a:pt x="13014" y="772"/>
                  </a:lnTo>
                  <a:lnTo>
                    <a:pt x="13052" y="579"/>
                  </a:lnTo>
                  <a:lnTo>
                    <a:pt x="13052" y="386"/>
                  </a:lnTo>
                  <a:lnTo>
                    <a:pt x="13052" y="155"/>
                  </a:lnTo>
                  <a:lnTo>
                    <a:pt x="13014" y="77"/>
                  </a:lnTo>
                  <a:lnTo>
                    <a:pt x="1293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17" name="Google Shape;5217;p21"/>
          <p:cNvGrpSpPr/>
          <p:nvPr/>
        </p:nvGrpSpPr>
        <p:grpSpPr>
          <a:xfrm>
            <a:off x="6815325" y="-77375"/>
            <a:ext cx="260625" cy="1230500"/>
            <a:chOff x="6815325" y="0"/>
            <a:chExt cx="260625" cy="1230500"/>
          </a:xfrm>
        </p:grpSpPr>
        <p:sp>
          <p:nvSpPr>
            <p:cNvPr id="5218" name="Google Shape;5218;p21"/>
            <p:cNvSpPr/>
            <p:nvPr/>
          </p:nvSpPr>
          <p:spPr>
            <a:xfrm>
              <a:off x="6943375" y="0"/>
              <a:ext cx="25" cy="916575"/>
            </a:xfrm>
            <a:custGeom>
              <a:avLst/>
              <a:gdLst/>
              <a:ahLst/>
              <a:cxnLst/>
              <a:rect l="l" t="t" r="r" b="b"/>
              <a:pathLst>
                <a:path w="1" h="36663" extrusionOk="0">
                  <a:moveTo>
                    <a:pt x="1" y="36662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9" name="Google Shape;5219;p21"/>
            <p:cNvSpPr/>
            <p:nvPr/>
          </p:nvSpPr>
          <p:spPr>
            <a:xfrm>
              <a:off x="6943375" y="0"/>
              <a:ext cx="25" cy="916575"/>
            </a:xfrm>
            <a:custGeom>
              <a:avLst/>
              <a:gdLst/>
              <a:ahLst/>
              <a:cxnLst/>
              <a:rect l="l" t="t" r="r" b="b"/>
              <a:pathLst>
                <a:path w="1" h="36663" fill="none" extrusionOk="0">
                  <a:moveTo>
                    <a:pt x="1" y="36662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0" name="Google Shape;5220;p21"/>
            <p:cNvSpPr/>
            <p:nvPr/>
          </p:nvSpPr>
          <p:spPr>
            <a:xfrm>
              <a:off x="6933275" y="0"/>
              <a:ext cx="19675" cy="916575"/>
            </a:xfrm>
            <a:custGeom>
              <a:avLst/>
              <a:gdLst/>
              <a:ahLst/>
              <a:cxnLst/>
              <a:rect l="l" t="t" r="r" b="b"/>
              <a:pathLst>
                <a:path w="787" h="36663" extrusionOk="0">
                  <a:moveTo>
                    <a:pt x="0" y="0"/>
                  </a:moveTo>
                  <a:lnTo>
                    <a:pt x="0" y="36662"/>
                  </a:lnTo>
                  <a:lnTo>
                    <a:pt x="787" y="36662"/>
                  </a:lnTo>
                  <a:lnTo>
                    <a:pt x="78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1" name="Google Shape;5221;p21"/>
            <p:cNvSpPr/>
            <p:nvPr/>
          </p:nvSpPr>
          <p:spPr>
            <a:xfrm>
              <a:off x="6815325" y="847475"/>
              <a:ext cx="260625" cy="383025"/>
            </a:xfrm>
            <a:custGeom>
              <a:avLst/>
              <a:gdLst/>
              <a:ahLst/>
              <a:cxnLst/>
              <a:rect l="l" t="t" r="r" b="b"/>
              <a:pathLst>
                <a:path w="10425" h="15321" extrusionOk="0">
                  <a:moveTo>
                    <a:pt x="7077" y="0"/>
                  </a:moveTo>
                  <a:lnTo>
                    <a:pt x="6718" y="23"/>
                  </a:lnTo>
                  <a:lnTo>
                    <a:pt x="6358" y="45"/>
                  </a:lnTo>
                  <a:lnTo>
                    <a:pt x="5999" y="90"/>
                  </a:lnTo>
                  <a:lnTo>
                    <a:pt x="5662" y="157"/>
                  </a:lnTo>
                  <a:lnTo>
                    <a:pt x="5303" y="247"/>
                  </a:lnTo>
                  <a:lnTo>
                    <a:pt x="4966" y="360"/>
                  </a:lnTo>
                  <a:lnTo>
                    <a:pt x="4651" y="472"/>
                  </a:lnTo>
                  <a:lnTo>
                    <a:pt x="4314" y="607"/>
                  </a:lnTo>
                  <a:lnTo>
                    <a:pt x="4000" y="764"/>
                  </a:lnTo>
                  <a:lnTo>
                    <a:pt x="3708" y="944"/>
                  </a:lnTo>
                  <a:lnTo>
                    <a:pt x="3416" y="1123"/>
                  </a:lnTo>
                  <a:lnTo>
                    <a:pt x="3123" y="1326"/>
                  </a:lnTo>
                  <a:lnTo>
                    <a:pt x="2831" y="1528"/>
                  </a:lnTo>
                  <a:lnTo>
                    <a:pt x="2584" y="1752"/>
                  </a:lnTo>
                  <a:lnTo>
                    <a:pt x="2315" y="1999"/>
                  </a:lnTo>
                  <a:lnTo>
                    <a:pt x="2068" y="2247"/>
                  </a:lnTo>
                  <a:lnTo>
                    <a:pt x="1843" y="2516"/>
                  </a:lnTo>
                  <a:lnTo>
                    <a:pt x="1618" y="2808"/>
                  </a:lnTo>
                  <a:lnTo>
                    <a:pt x="1394" y="3078"/>
                  </a:lnTo>
                  <a:lnTo>
                    <a:pt x="1214" y="3392"/>
                  </a:lnTo>
                  <a:lnTo>
                    <a:pt x="1012" y="3707"/>
                  </a:lnTo>
                  <a:lnTo>
                    <a:pt x="855" y="4021"/>
                  </a:lnTo>
                  <a:lnTo>
                    <a:pt x="697" y="4336"/>
                  </a:lnTo>
                  <a:lnTo>
                    <a:pt x="563" y="4695"/>
                  </a:lnTo>
                  <a:lnTo>
                    <a:pt x="428" y="5032"/>
                  </a:lnTo>
                  <a:lnTo>
                    <a:pt x="315" y="5392"/>
                  </a:lnTo>
                  <a:lnTo>
                    <a:pt x="226" y="5751"/>
                  </a:lnTo>
                  <a:lnTo>
                    <a:pt x="136" y="6110"/>
                  </a:lnTo>
                  <a:lnTo>
                    <a:pt x="68" y="6492"/>
                  </a:lnTo>
                  <a:lnTo>
                    <a:pt x="23" y="6874"/>
                  </a:lnTo>
                  <a:lnTo>
                    <a:pt x="1" y="7256"/>
                  </a:lnTo>
                  <a:lnTo>
                    <a:pt x="1" y="7661"/>
                  </a:lnTo>
                  <a:lnTo>
                    <a:pt x="1" y="8042"/>
                  </a:lnTo>
                  <a:lnTo>
                    <a:pt x="23" y="8447"/>
                  </a:lnTo>
                  <a:lnTo>
                    <a:pt x="68" y="8829"/>
                  </a:lnTo>
                  <a:lnTo>
                    <a:pt x="136" y="9211"/>
                  </a:lnTo>
                  <a:lnTo>
                    <a:pt x="226" y="9570"/>
                  </a:lnTo>
                  <a:lnTo>
                    <a:pt x="315" y="9929"/>
                  </a:lnTo>
                  <a:lnTo>
                    <a:pt x="428" y="10289"/>
                  </a:lnTo>
                  <a:lnTo>
                    <a:pt x="563" y="10648"/>
                  </a:lnTo>
                  <a:lnTo>
                    <a:pt x="697" y="10985"/>
                  </a:lnTo>
                  <a:lnTo>
                    <a:pt x="855" y="11322"/>
                  </a:lnTo>
                  <a:lnTo>
                    <a:pt x="1012" y="11637"/>
                  </a:lnTo>
                  <a:lnTo>
                    <a:pt x="1214" y="11951"/>
                  </a:lnTo>
                  <a:lnTo>
                    <a:pt x="1394" y="12243"/>
                  </a:lnTo>
                  <a:lnTo>
                    <a:pt x="1618" y="12535"/>
                  </a:lnTo>
                  <a:lnTo>
                    <a:pt x="1843" y="12805"/>
                  </a:lnTo>
                  <a:lnTo>
                    <a:pt x="2068" y="13075"/>
                  </a:lnTo>
                  <a:lnTo>
                    <a:pt x="2315" y="13344"/>
                  </a:lnTo>
                  <a:lnTo>
                    <a:pt x="2584" y="13569"/>
                  </a:lnTo>
                  <a:lnTo>
                    <a:pt x="2831" y="13793"/>
                  </a:lnTo>
                  <a:lnTo>
                    <a:pt x="3123" y="14018"/>
                  </a:lnTo>
                  <a:lnTo>
                    <a:pt x="3416" y="14220"/>
                  </a:lnTo>
                  <a:lnTo>
                    <a:pt x="3708" y="14400"/>
                  </a:lnTo>
                  <a:lnTo>
                    <a:pt x="4000" y="14580"/>
                  </a:lnTo>
                  <a:lnTo>
                    <a:pt x="4314" y="14714"/>
                  </a:lnTo>
                  <a:lnTo>
                    <a:pt x="4651" y="14872"/>
                  </a:lnTo>
                  <a:lnTo>
                    <a:pt x="4966" y="14984"/>
                  </a:lnTo>
                  <a:lnTo>
                    <a:pt x="5303" y="15074"/>
                  </a:lnTo>
                  <a:lnTo>
                    <a:pt x="5662" y="15164"/>
                  </a:lnTo>
                  <a:lnTo>
                    <a:pt x="5999" y="15231"/>
                  </a:lnTo>
                  <a:lnTo>
                    <a:pt x="6358" y="15276"/>
                  </a:lnTo>
                  <a:lnTo>
                    <a:pt x="6718" y="15321"/>
                  </a:lnTo>
                  <a:lnTo>
                    <a:pt x="7504" y="15321"/>
                  </a:lnTo>
                  <a:lnTo>
                    <a:pt x="7931" y="15276"/>
                  </a:lnTo>
                  <a:lnTo>
                    <a:pt x="8335" y="15209"/>
                  </a:lnTo>
                  <a:lnTo>
                    <a:pt x="8762" y="15119"/>
                  </a:lnTo>
                  <a:lnTo>
                    <a:pt x="9144" y="14984"/>
                  </a:lnTo>
                  <a:lnTo>
                    <a:pt x="9548" y="14849"/>
                  </a:lnTo>
                  <a:lnTo>
                    <a:pt x="9908" y="14692"/>
                  </a:lnTo>
                  <a:lnTo>
                    <a:pt x="10267" y="14512"/>
                  </a:lnTo>
                  <a:lnTo>
                    <a:pt x="9863" y="14243"/>
                  </a:lnTo>
                  <a:lnTo>
                    <a:pt x="9481" y="13951"/>
                  </a:lnTo>
                  <a:lnTo>
                    <a:pt x="9122" y="13636"/>
                  </a:lnTo>
                  <a:lnTo>
                    <a:pt x="8762" y="13299"/>
                  </a:lnTo>
                  <a:lnTo>
                    <a:pt x="8425" y="12940"/>
                  </a:lnTo>
                  <a:lnTo>
                    <a:pt x="8133" y="12558"/>
                  </a:lnTo>
                  <a:lnTo>
                    <a:pt x="7841" y="12153"/>
                  </a:lnTo>
                  <a:lnTo>
                    <a:pt x="7594" y="11727"/>
                  </a:lnTo>
                  <a:lnTo>
                    <a:pt x="7347" y="11300"/>
                  </a:lnTo>
                  <a:lnTo>
                    <a:pt x="7145" y="10828"/>
                  </a:lnTo>
                  <a:lnTo>
                    <a:pt x="6987" y="10356"/>
                  </a:lnTo>
                  <a:lnTo>
                    <a:pt x="6830" y="9862"/>
                  </a:lnTo>
                  <a:lnTo>
                    <a:pt x="6718" y="9345"/>
                  </a:lnTo>
                  <a:lnTo>
                    <a:pt x="6628" y="8829"/>
                  </a:lnTo>
                  <a:lnTo>
                    <a:pt x="6583" y="8290"/>
                  </a:lnTo>
                  <a:lnTo>
                    <a:pt x="6561" y="7750"/>
                  </a:lnTo>
                  <a:lnTo>
                    <a:pt x="6583" y="7211"/>
                  </a:lnTo>
                  <a:lnTo>
                    <a:pt x="6628" y="6650"/>
                  </a:lnTo>
                  <a:lnTo>
                    <a:pt x="6718" y="6133"/>
                  </a:lnTo>
                  <a:lnTo>
                    <a:pt x="6830" y="5616"/>
                  </a:lnTo>
                  <a:lnTo>
                    <a:pt x="6987" y="5100"/>
                  </a:lnTo>
                  <a:lnTo>
                    <a:pt x="7167" y="4605"/>
                  </a:lnTo>
                  <a:lnTo>
                    <a:pt x="7392" y="4134"/>
                  </a:lnTo>
                  <a:lnTo>
                    <a:pt x="7639" y="3684"/>
                  </a:lnTo>
                  <a:lnTo>
                    <a:pt x="7908" y="3257"/>
                  </a:lnTo>
                  <a:lnTo>
                    <a:pt x="8200" y="2853"/>
                  </a:lnTo>
                  <a:lnTo>
                    <a:pt x="8515" y="2449"/>
                  </a:lnTo>
                  <a:lnTo>
                    <a:pt x="8852" y="2089"/>
                  </a:lnTo>
                  <a:lnTo>
                    <a:pt x="9211" y="1752"/>
                  </a:lnTo>
                  <a:lnTo>
                    <a:pt x="9616" y="1438"/>
                  </a:lnTo>
                  <a:lnTo>
                    <a:pt x="10020" y="1168"/>
                  </a:lnTo>
                  <a:lnTo>
                    <a:pt x="10424" y="921"/>
                  </a:lnTo>
                  <a:lnTo>
                    <a:pt x="10065" y="719"/>
                  </a:lnTo>
                  <a:lnTo>
                    <a:pt x="9661" y="517"/>
                  </a:lnTo>
                  <a:lnTo>
                    <a:pt x="9256" y="382"/>
                  </a:lnTo>
                  <a:lnTo>
                    <a:pt x="8852" y="247"/>
                  </a:lnTo>
                  <a:lnTo>
                    <a:pt x="8425" y="135"/>
                  </a:lnTo>
                  <a:lnTo>
                    <a:pt x="7976" y="68"/>
                  </a:lnTo>
                  <a:lnTo>
                    <a:pt x="7527" y="23"/>
                  </a:lnTo>
                  <a:lnTo>
                    <a:pt x="707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22" name="Google Shape;5222;p21"/>
          <p:cNvGrpSpPr/>
          <p:nvPr/>
        </p:nvGrpSpPr>
        <p:grpSpPr>
          <a:xfrm>
            <a:off x="310050" y="-77375"/>
            <a:ext cx="599250" cy="1418100"/>
            <a:chOff x="310050" y="-1175"/>
            <a:chExt cx="599250" cy="1418100"/>
          </a:xfrm>
        </p:grpSpPr>
        <p:grpSp>
          <p:nvGrpSpPr>
            <p:cNvPr id="5223" name="Google Shape;5223;p21"/>
            <p:cNvGrpSpPr/>
            <p:nvPr/>
          </p:nvGrpSpPr>
          <p:grpSpPr>
            <a:xfrm>
              <a:off x="310050" y="-1175"/>
              <a:ext cx="599250" cy="1418100"/>
              <a:chOff x="310050" y="0"/>
              <a:chExt cx="599250" cy="1418100"/>
            </a:xfrm>
          </p:grpSpPr>
          <p:sp>
            <p:nvSpPr>
              <p:cNvPr id="5224" name="Google Shape;5224;p21"/>
              <p:cNvSpPr/>
              <p:nvPr/>
            </p:nvSpPr>
            <p:spPr>
              <a:xfrm>
                <a:off x="608250" y="0"/>
                <a:ext cx="25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1" h="36663" extrusionOk="0">
                    <a:moveTo>
                      <a:pt x="1" y="36662"/>
                    </a:move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5" name="Google Shape;5225;p21"/>
              <p:cNvSpPr/>
              <p:nvPr/>
            </p:nvSpPr>
            <p:spPr>
              <a:xfrm>
                <a:off x="608250" y="0"/>
                <a:ext cx="25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1" h="36663" fill="none" extrusionOk="0">
                    <a:moveTo>
                      <a:pt x="1" y="36662"/>
                    </a:moveTo>
                    <a:lnTo>
                      <a:pt x="1" y="0"/>
                    </a:lnTo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6" name="Google Shape;5226;p21"/>
              <p:cNvSpPr/>
              <p:nvPr/>
            </p:nvSpPr>
            <p:spPr>
              <a:xfrm>
                <a:off x="598700" y="0"/>
                <a:ext cx="19700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788" h="36663" extrusionOk="0">
                    <a:moveTo>
                      <a:pt x="1" y="0"/>
                    </a:moveTo>
                    <a:lnTo>
                      <a:pt x="1" y="36662"/>
                    </a:lnTo>
                    <a:lnTo>
                      <a:pt x="787" y="36662"/>
                    </a:lnTo>
                    <a:lnTo>
                      <a:pt x="78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7" name="Google Shape;5227;p21"/>
              <p:cNvSpPr/>
              <p:nvPr/>
            </p:nvSpPr>
            <p:spPr>
              <a:xfrm>
                <a:off x="310050" y="847475"/>
                <a:ext cx="599250" cy="570625"/>
              </a:xfrm>
              <a:custGeom>
                <a:avLst/>
                <a:gdLst/>
                <a:ahLst/>
                <a:cxnLst/>
                <a:rect l="l" t="t" r="r" b="b"/>
                <a:pathLst>
                  <a:path w="23970" h="22825" extrusionOk="0">
                    <a:moveTo>
                      <a:pt x="11996" y="0"/>
                    </a:moveTo>
                    <a:lnTo>
                      <a:pt x="7503" y="6425"/>
                    </a:lnTo>
                    <a:lnTo>
                      <a:pt x="0" y="8716"/>
                    </a:lnTo>
                    <a:lnTo>
                      <a:pt x="4718" y="14984"/>
                    </a:lnTo>
                    <a:lnTo>
                      <a:pt x="4560" y="22824"/>
                    </a:lnTo>
                    <a:lnTo>
                      <a:pt x="11996" y="20286"/>
                    </a:lnTo>
                    <a:lnTo>
                      <a:pt x="19409" y="22824"/>
                    </a:lnTo>
                    <a:lnTo>
                      <a:pt x="19252" y="14984"/>
                    </a:lnTo>
                    <a:lnTo>
                      <a:pt x="23970" y="8716"/>
                    </a:lnTo>
                    <a:lnTo>
                      <a:pt x="16489" y="6425"/>
                    </a:lnTo>
                    <a:lnTo>
                      <a:pt x="11996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228" name="Google Shape;5228;p21"/>
            <p:cNvSpPr/>
            <p:nvPr/>
          </p:nvSpPr>
          <p:spPr>
            <a:xfrm>
              <a:off x="445600" y="979650"/>
              <a:ext cx="328149" cy="312474"/>
            </a:xfrm>
            <a:custGeom>
              <a:avLst/>
              <a:gdLst/>
              <a:ahLst/>
              <a:cxnLst/>
              <a:rect l="l" t="t" r="r" b="b"/>
              <a:pathLst>
                <a:path w="23970" h="22825" extrusionOk="0">
                  <a:moveTo>
                    <a:pt x="11996" y="0"/>
                  </a:moveTo>
                  <a:lnTo>
                    <a:pt x="7503" y="6425"/>
                  </a:lnTo>
                  <a:lnTo>
                    <a:pt x="0" y="8716"/>
                  </a:lnTo>
                  <a:lnTo>
                    <a:pt x="4718" y="14984"/>
                  </a:lnTo>
                  <a:lnTo>
                    <a:pt x="4560" y="22824"/>
                  </a:lnTo>
                  <a:lnTo>
                    <a:pt x="11996" y="20286"/>
                  </a:lnTo>
                  <a:lnTo>
                    <a:pt x="19409" y="22824"/>
                  </a:lnTo>
                  <a:lnTo>
                    <a:pt x="19252" y="14984"/>
                  </a:lnTo>
                  <a:lnTo>
                    <a:pt x="23970" y="8716"/>
                  </a:lnTo>
                  <a:lnTo>
                    <a:pt x="16489" y="6425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424242">
                <a:alpha val="61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29" name="Google Shape;5229;p21"/>
          <p:cNvGrpSpPr/>
          <p:nvPr/>
        </p:nvGrpSpPr>
        <p:grpSpPr>
          <a:xfrm>
            <a:off x="8234700" y="-77375"/>
            <a:ext cx="297100" cy="2315550"/>
            <a:chOff x="8234700" y="-1175"/>
            <a:chExt cx="297100" cy="2315550"/>
          </a:xfrm>
        </p:grpSpPr>
        <p:grpSp>
          <p:nvGrpSpPr>
            <p:cNvPr id="5230" name="Google Shape;5230;p21"/>
            <p:cNvGrpSpPr/>
            <p:nvPr/>
          </p:nvGrpSpPr>
          <p:grpSpPr>
            <a:xfrm>
              <a:off x="8234700" y="-1175"/>
              <a:ext cx="297100" cy="2315550"/>
              <a:chOff x="8234700" y="-5937"/>
              <a:chExt cx="297100" cy="2315550"/>
            </a:xfrm>
          </p:grpSpPr>
          <p:sp>
            <p:nvSpPr>
              <p:cNvPr id="5231" name="Google Shape;5231;p21"/>
              <p:cNvSpPr/>
              <p:nvPr/>
            </p:nvSpPr>
            <p:spPr>
              <a:xfrm>
                <a:off x="8384650" y="-5937"/>
                <a:ext cx="25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1" h="86894" extrusionOk="0">
                    <a:moveTo>
                      <a:pt x="0" y="86893"/>
                    </a:move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2" name="Google Shape;5232;p21"/>
              <p:cNvSpPr/>
              <p:nvPr/>
            </p:nvSpPr>
            <p:spPr>
              <a:xfrm>
                <a:off x="8384650" y="-5937"/>
                <a:ext cx="25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1" h="86894" fill="none" extrusionOk="0">
                    <a:moveTo>
                      <a:pt x="0" y="86893"/>
                    </a:moveTo>
                    <a:lnTo>
                      <a:pt x="0" y="0"/>
                    </a:lnTo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3" name="Google Shape;5233;p21"/>
              <p:cNvSpPr/>
              <p:nvPr/>
            </p:nvSpPr>
            <p:spPr>
              <a:xfrm>
                <a:off x="8374525" y="-5937"/>
                <a:ext cx="19700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788" h="86894" extrusionOk="0">
                    <a:moveTo>
                      <a:pt x="1" y="0"/>
                    </a:moveTo>
                    <a:lnTo>
                      <a:pt x="1" y="86893"/>
                    </a:lnTo>
                    <a:lnTo>
                      <a:pt x="787" y="86893"/>
                    </a:lnTo>
                    <a:lnTo>
                      <a:pt x="78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4" name="Google Shape;5234;p21"/>
              <p:cNvSpPr/>
              <p:nvPr/>
            </p:nvSpPr>
            <p:spPr>
              <a:xfrm>
                <a:off x="8234700" y="2027088"/>
                <a:ext cx="297100" cy="282525"/>
              </a:xfrm>
              <a:custGeom>
                <a:avLst/>
                <a:gdLst/>
                <a:ahLst/>
                <a:cxnLst/>
                <a:rect l="l" t="t" r="r" b="b"/>
                <a:pathLst>
                  <a:path w="11884" h="11301" extrusionOk="0">
                    <a:moveTo>
                      <a:pt x="5931" y="1"/>
                    </a:moveTo>
                    <a:lnTo>
                      <a:pt x="3707" y="3191"/>
                    </a:lnTo>
                    <a:lnTo>
                      <a:pt x="0" y="4314"/>
                    </a:lnTo>
                    <a:lnTo>
                      <a:pt x="2337" y="7437"/>
                    </a:lnTo>
                    <a:lnTo>
                      <a:pt x="2269" y="11301"/>
                    </a:lnTo>
                    <a:lnTo>
                      <a:pt x="5931" y="10043"/>
                    </a:lnTo>
                    <a:lnTo>
                      <a:pt x="9615" y="11301"/>
                    </a:lnTo>
                    <a:lnTo>
                      <a:pt x="9548" y="7437"/>
                    </a:lnTo>
                    <a:lnTo>
                      <a:pt x="11884" y="4314"/>
                    </a:lnTo>
                    <a:lnTo>
                      <a:pt x="8155" y="3191"/>
                    </a:lnTo>
                    <a:lnTo>
                      <a:pt x="5931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235" name="Google Shape;5235;p21"/>
            <p:cNvSpPr/>
            <p:nvPr/>
          </p:nvSpPr>
          <p:spPr>
            <a:xfrm>
              <a:off x="8309450" y="2109800"/>
              <a:ext cx="147595" cy="140545"/>
            </a:xfrm>
            <a:custGeom>
              <a:avLst/>
              <a:gdLst/>
              <a:ahLst/>
              <a:cxnLst/>
              <a:rect l="l" t="t" r="r" b="b"/>
              <a:pathLst>
                <a:path w="23970" h="22825" extrusionOk="0">
                  <a:moveTo>
                    <a:pt x="11996" y="0"/>
                  </a:moveTo>
                  <a:lnTo>
                    <a:pt x="7503" y="6425"/>
                  </a:lnTo>
                  <a:lnTo>
                    <a:pt x="0" y="8716"/>
                  </a:lnTo>
                  <a:lnTo>
                    <a:pt x="4718" y="14984"/>
                  </a:lnTo>
                  <a:lnTo>
                    <a:pt x="4560" y="22824"/>
                  </a:lnTo>
                  <a:lnTo>
                    <a:pt x="11996" y="20286"/>
                  </a:lnTo>
                  <a:lnTo>
                    <a:pt x="19409" y="22824"/>
                  </a:lnTo>
                  <a:lnTo>
                    <a:pt x="19252" y="14984"/>
                  </a:lnTo>
                  <a:lnTo>
                    <a:pt x="23970" y="8716"/>
                  </a:lnTo>
                  <a:lnTo>
                    <a:pt x="16489" y="6425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424242">
                <a:alpha val="61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36" name="Google Shape;5236;p21"/>
          <p:cNvGrpSpPr/>
          <p:nvPr/>
        </p:nvGrpSpPr>
        <p:grpSpPr>
          <a:xfrm>
            <a:off x="310050" y="3368275"/>
            <a:ext cx="1609800" cy="1615000"/>
            <a:chOff x="10614475" y="3194400"/>
            <a:chExt cx="1609800" cy="1615000"/>
          </a:xfrm>
        </p:grpSpPr>
        <p:sp>
          <p:nvSpPr>
            <p:cNvPr id="5237" name="Google Shape;5237;p21"/>
            <p:cNvSpPr/>
            <p:nvPr/>
          </p:nvSpPr>
          <p:spPr>
            <a:xfrm>
              <a:off x="10614475" y="4537600"/>
              <a:ext cx="1609800" cy="271800"/>
            </a:xfrm>
            <a:prstGeom prst="ellipse">
              <a:avLst/>
            </a:pr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8" name="Google Shape;5238;p21"/>
            <p:cNvSpPr/>
            <p:nvPr/>
          </p:nvSpPr>
          <p:spPr>
            <a:xfrm>
              <a:off x="11027200" y="3878275"/>
              <a:ext cx="805725" cy="779150"/>
            </a:xfrm>
            <a:custGeom>
              <a:avLst/>
              <a:gdLst/>
              <a:ahLst/>
              <a:cxnLst/>
              <a:rect l="l" t="t" r="r" b="b"/>
              <a:pathLst>
                <a:path w="32229" h="31166" extrusionOk="0">
                  <a:moveTo>
                    <a:pt x="15664" y="0"/>
                  </a:moveTo>
                  <a:lnTo>
                    <a:pt x="14641" y="60"/>
                  </a:lnTo>
                  <a:lnTo>
                    <a:pt x="13638" y="121"/>
                  </a:lnTo>
                  <a:lnTo>
                    <a:pt x="12635" y="201"/>
                  </a:lnTo>
                  <a:lnTo>
                    <a:pt x="11653" y="321"/>
                  </a:lnTo>
                  <a:lnTo>
                    <a:pt x="10710" y="462"/>
                  </a:lnTo>
                  <a:lnTo>
                    <a:pt x="9848" y="622"/>
                  </a:lnTo>
                  <a:lnTo>
                    <a:pt x="9025" y="802"/>
                  </a:lnTo>
                  <a:lnTo>
                    <a:pt x="8263" y="1003"/>
                  </a:lnTo>
                  <a:lnTo>
                    <a:pt x="7541" y="1244"/>
                  </a:lnTo>
                  <a:lnTo>
                    <a:pt x="6900" y="1484"/>
                  </a:lnTo>
                  <a:lnTo>
                    <a:pt x="6599" y="1625"/>
                  </a:lnTo>
                  <a:lnTo>
                    <a:pt x="6338" y="1765"/>
                  </a:lnTo>
                  <a:lnTo>
                    <a:pt x="6077" y="1905"/>
                  </a:lnTo>
                  <a:lnTo>
                    <a:pt x="5837" y="2066"/>
                  </a:lnTo>
                  <a:lnTo>
                    <a:pt x="5636" y="2226"/>
                  </a:lnTo>
                  <a:lnTo>
                    <a:pt x="5436" y="2387"/>
                  </a:lnTo>
                  <a:lnTo>
                    <a:pt x="5255" y="2587"/>
                  </a:lnTo>
                  <a:lnTo>
                    <a:pt x="5055" y="2788"/>
                  </a:lnTo>
                  <a:lnTo>
                    <a:pt x="4674" y="3269"/>
                  </a:lnTo>
                  <a:lnTo>
                    <a:pt x="4293" y="3791"/>
                  </a:lnTo>
                  <a:lnTo>
                    <a:pt x="3932" y="4372"/>
                  </a:lnTo>
                  <a:lnTo>
                    <a:pt x="3591" y="4994"/>
                  </a:lnTo>
                  <a:lnTo>
                    <a:pt x="3250" y="5656"/>
                  </a:lnTo>
                  <a:lnTo>
                    <a:pt x="2929" y="6378"/>
                  </a:lnTo>
                  <a:lnTo>
                    <a:pt x="2628" y="7120"/>
                  </a:lnTo>
                  <a:lnTo>
                    <a:pt x="2327" y="7902"/>
                  </a:lnTo>
                  <a:lnTo>
                    <a:pt x="2047" y="8704"/>
                  </a:lnTo>
                  <a:lnTo>
                    <a:pt x="1786" y="9526"/>
                  </a:lnTo>
                  <a:lnTo>
                    <a:pt x="1525" y="10389"/>
                  </a:lnTo>
                  <a:lnTo>
                    <a:pt x="1284" y="11251"/>
                  </a:lnTo>
                  <a:lnTo>
                    <a:pt x="1084" y="12133"/>
                  </a:lnTo>
                  <a:lnTo>
                    <a:pt x="883" y="13016"/>
                  </a:lnTo>
                  <a:lnTo>
                    <a:pt x="703" y="13898"/>
                  </a:lnTo>
                  <a:lnTo>
                    <a:pt x="542" y="14801"/>
                  </a:lnTo>
                  <a:lnTo>
                    <a:pt x="402" y="15683"/>
                  </a:lnTo>
                  <a:lnTo>
                    <a:pt x="282" y="16565"/>
                  </a:lnTo>
                  <a:lnTo>
                    <a:pt x="181" y="17428"/>
                  </a:lnTo>
                  <a:lnTo>
                    <a:pt x="101" y="18290"/>
                  </a:lnTo>
                  <a:lnTo>
                    <a:pt x="41" y="19132"/>
                  </a:lnTo>
                  <a:lnTo>
                    <a:pt x="1" y="19935"/>
                  </a:lnTo>
                  <a:lnTo>
                    <a:pt x="1" y="20717"/>
                  </a:lnTo>
                  <a:lnTo>
                    <a:pt x="1" y="21479"/>
                  </a:lnTo>
                  <a:lnTo>
                    <a:pt x="41" y="22181"/>
                  </a:lnTo>
                  <a:lnTo>
                    <a:pt x="101" y="22862"/>
                  </a:lnTo>
                  <a:lnTo>
                    <a:pt x="202" y="23504"/>
                  </a:lnTo>
                  <a:lnTo>
                    <a:pt x="302" y="24086"/>
                  </a:lnTo>
                  <a:lnTo>
                    <a:pt x="442" y="24627"/>
                  </a:lnTo>
                  <a:lnTo>
                    <a:pt x="603" y="25089"/>
                  </a:lnTo>
                  <a:lnTo>
                    <a:pt x="703" y="25309"/>
                  </a:lnTo>
                  <a:lnTo>
                    <a:pt x="803" y="25510"/>
                  </a:lnTo>
                  <a:lnTo>
                    <a:pt x="923" y="25710"/>
                  </a:lnTo>
                  <a:lnTo>
                    <a:pt x="1044" y="25911"/>
                  </a:lnTo>
                  <a:lnTo>
                    <a:pt x="1204" y="26111"/>
                  </a:lnTo>
                  <a:lnTo>
                    <a:pt x="1365" y="26312"/>
                  </a:lnTo>
                  <a:lnTo>
                    <a:pt x="1726" y="26693"/>
                  </a:lnTo>
                  <a:lnTo>
                    <a:pt x="2167" y="27094"/>
                  </a:lnTo>
                  <a:lnTo>
                    <a:pt x="2648" y="27475"/>
                  </a:lnTo>
                  <a:lnTo>
                    <a:pt x="3170" y="27836"/>
                  </a:lnTo>
                  <a:lnTo>
                    <a:pt x="3751" y="28197"/>
                  </a:lnTo>
                  <a:lnTo>
                    <a:pt x="4393" y="28538"/>
                  </a:lnTo>
                  <a:lnTo>
                    <a:pt x="5055" y="28879"/>
                  </a:lnTo>
                  <a:lnTo>
                    <a:pt x="5777" y="29200"/>
                  </a:lnTo>
                  <a:lnTo>
                    <a:pt x="6539" y="29501"/>
                  </a:lnTo>
                  <a:lnTo>
                    <a:pt x="7321" y="29781"/>
                  </a:lnTo>
                  <a:lnTo>
                    <a:pt x="8143" y="30042"/>
                  </a:lnTo>
                  <a:lnTo>
                    <a:pt x="8985" y="30283"/>
                  </a:lnTo>
                  <a:lnTo>
                    <a:pt x="9868" y="30483"/>
                  </a:lnTo>
                  <a:lnTo>
                    <a:pt x="10770" y="30684"/>
                  </a:lnTo>
                  <a:lnTo>
                    <a:pt x="11693" y="30844"/>
                  </a:lnTo>
                  <a:lnTo>
                    <a:pt x="12635" y="30965"/>
                  </a:lnTo>
                  <a:lnTo>
                    <a:pt x="13598" y="31065"/>
                  </a:lnTo>
                  <a:lnTo>
                    <a:pt x="14561" y="31145"/>
                  </a:lnTo>
                  <a:lnTo>
                    <a:pt x="15543" y="31165"/>
                  </a:lnTo>
                  <a:lnTo>
                    <a:pt x="16526" y="31165"/>
                  </a:lnTo>
                  <a:lnTo>
                    <a:pt x="17529" y="31125"/>
                  </a:lnTo>
                  <a:lnTo>
                    <a:pt x="18531" y="31045"/>
                  </a:lnTo>
                  <a:lnTo>
                    <a:pt x="19514" y="30924"/>
                  </a:lnTo>
                  <a:lnTo>
                    <a:pt x="20517" y="30764"/>
                  </a:lnTo>
                  <a:lnTo>
                    <a:pt x="21499" y="30563"/>
                  </a:lnTo>
                  <a:lnTo>
                    <a:pt x="21981" y="30443"/>
                  </a:lnTo>
                  <a:lnTo>
                    <a:pt x="22462" y="30303"/>
                  </a:lnTo>
                  <a:lnTo>
                    <a:pt x="22943" y="30162"/>
                  </a:lnTo>
                  <a:lnTo>
                    <a:pt x="23425" y="30002"/>
                  </a:lnTo>
                  <a:lnTo>
                    <a:pt x="23906" y="29821"/>
                  </a:lnTo>
                  <a:lnTo>
                    <a:pt x="24367" y="29641"/>
                  </a:lnTo>
                  <a:lnTo>
                    <a:pt x="24848" y="29440"/>
                  </a:lnTo>
                  <a:lnTo>
                    <a:pt x="25310" y="29240"/>
                  </a:lnTo>
                  <a:lnTo>
                    <a:pt x="25771" y="29019"/>
                  </a:lnTo>
                  <a:lnTo>
                    <a:pt x="26212" y="28779"/>
                  </a:lnTo>
                  <a:lnTo>
                    <a:pt x="26794" y="28458"/>
                  </a:lnTo>
                  <a:lnTo>
                    <a:pt x="27375" y="28097"/>
                  </a:lnTo>
                  <a:lnTo>
                    <a:pt x="27937" y="27716"/>
                  </a:lnTo>
                  <a:lnTo>
                    <a:pt x="28478" y="27315"/>
                  </a:lnTo>
                  <a:lnTo>
                    <a:pt x="29020" y="26893"/>
                  </a:lnTo>
                  <a:lnTo>
                    <a:pt x="29541" y="26432"/>
                  </a:lnTo>
                  <a:lnTo>
                    <a:pt x="30043" y="25951"/>
                  </a:lnTo>
                  <a:lnTo>
                    <a:pt x="30544" y="25450"/>
                  </a:lnTo>
                  <a:lnTo>
                    <a:pt x="30744" y="25209"/>
                  </a:lnTo>
                  <a:lnTo>
                    <a:pt x="30945" y="24948"/>
                  </a:lnTo>
                  <a:lnTo>
                    <a:pt x="31126" y="24667"/>
                  </a:lnTo>
                  <a:lnTo>
                    <a:pt x="31286" y="24367"/>
                  </a:lnTo>
                  <a:lnTo>
                    <a:pt x="31446" y="24066"/>
                  </a:lnTo>
                  <a:lnTo>
                    <a:pt x="31587" y="23725"/>
                  </a:lnTo>
                  <a:lnTo>
                    <a:pt x="31707" y="23384"/>
                  </a:lnTo>
                  <a:lnTo>
                    <a:pt x="31807" y="23043"/>
                  </a:lnTo>
                  <a:lnTo>
                    <a:pt x="31908" y="22682"/>
                  </a:lnTo>
                  <a:lnTo>
                    <a:pt x="31988" y="22301"/>
                  </a:lnTo>
                  <a:lnTo>
                    <a:pt x="32068" y="21900"/>
                  </a:lnTo>
                  <a:lnTo>
                    <a:pt x="32108" y="21519"/>
                  </a:lnTo>
                  <a:lnTo>
                    <a:pt x="32168" y="21098"/>
                  </a:lnTo>
                  <a:lnTo>
                    <a:pt x="32188" y="20677"/>
                  </a:lnTo>
                  <a:lnTo>
                    <a:pt x="32229" y="19814"/>
                  </a:lnTo>
                  <a:lnTo>
                    <a:pt x="32208" y="18912"/>
                  </a:lnTo>
                  <a:lnTo>
                    <a:pt x="32148" y="17989"/>
                  </a:lnTo>
                  <a:lnTo>
                    <a:pt x="32048" y="17047"/>
                  </a:lnTo>
                  <a:lnTo>
                    <a:pt x="31908" y="16104"/>
                  </a:lnTo>
                  <a:lnTo>
                    <a:pt x="31747" y="15121"/>
                  </a:lnTo>
                  <a:lnTo>
                    <a:pt x="31547" y="14139"/>
                  </a:lnTo>
                  <a:lnTo>
                    <a:pt x="31306" y="13176"/>
                  </a:lnTo>
                  <a:lnTo>
                    <a:pt x="31045" y="12193"/>
                  </a:lnTo>
                  <a:lnTo>
                    <a:pt x="30744" y="11231"/>
                  </a:lnTo>
                  <a:lnTo>
                    <a:pt x="30424" y="10268"/>
                  </a:lnTo>
                  <a:lnTo>
                    <a:pt x="30103" y="9346"/>
                  </a:lnTo>
                  <a:lnTo>
                    <a:pt x="29742" y="8423"/>
                  </a:lnTo>
                  <a:lnTo>
                    <a:pt x="29361" y="7541"/>
                  </a:lnTo>
                  <a:lnTo>
                    <a:pt x="28980" y="6699"/>
                  </a:lnTo>
                  <a:lnTo>
                    <a:pt x="28579" y="5896"/>
                  </a:lnTo>
                  <a:lnTo>
                    <a:pt x="28157" y="5114"/>
                  </a:lnTo>
                  <a:lnTo>
                    <a:pt x="27756" y="4412"/>
                  </a:lnTo>
                  <a:lnTo>
                    <a:pt x="27315" y="3730"/>
                  </a:lnTo>
                  <a:lnTo>
                    <a:pt x="26894" y="3129"/>
                  </a:lnTo>
                  <a:lnTo>
                    <a:pt x="26473" y="2587"/>
                  </a:lnTo>
                  <a:lnTo>
                    <a:pt x="26032" y="2106"/>
                  </a:lnTo>
                  <a:lnTo>
                    <a:pt x="25831" y="1905"/>
                  </a:lnTo>
                  <a:lnTo>
                    <a:pt x="25611" y="1705"/>
                  </a:lnTo>
                  <a:lnTo>
                    <a:pt x="25410" y="1544"/>
                  </a:lnTo>
                  <a:lnTo>
                    <a:pt x="25209" y="1384"/>
                  </a:lnTo>
                  <a:lnTo>
                    <a:pt x="24989" y="1244"/>
                  </a:lnTo>
                  <a:lnTo>
                    <a:pt x="24788" y="1143"/>
                  </a:lnTo>
                  <a:lnTo>
                    <a:pt x="24548" y="1023"/>
                  </a:lnTo>
                  <a:lnTo>
                    <a:pt x="24267" y="923"/>
                  </a:lnTo>
                  <a:lnTo>
                    <a:pt x="23986" y="823"/>
                  </a:lnTo>
                  <a:lnTo>
                    <a:pt x="23665" y="722"/>
                  </a:lnTo>
                  <a:lnTo>
                    <a:pt x="22983" y="542"/>
                  </a:lnTo>
                  <a:lnTo>
                    <a:pt x="22221" y="401"/>
                  </a:lnTo>
                  <a:lnTo>
                    <a:pt x="21399" y="261"/>
                  </a:lnTo>
                  <a:lnTo>
                    <a:pt x="20537" y="161"/>
                  </a:lnTo>
                  <a:lnTo>
                    <a:pt x="19614" y="81"/>
                  </a:lnTo>
                  <a:lnTo>
                    <a:pt x="18652" y="40"/>
                  </a:lnTo>
                  <a:lnTo>
                    <a:pt x="1766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9" name="Google Shape;5239;p21"/>
            <p:cNvSpPr/>
            <p:nvPr/>
          </p:nvSpPr>
          <p:spPr>
            <a:xfrm>
              <a:off x="11027200" y="3878275"/>
              <a:ext cx="805725" cy="779150"/>
            </a:xfrm>
            <a:custGeom>
              <a:avLst/>
              <a:gdLst/>
              <a:ahLst/>
              <a:cxnLst/>
              <a:rect l="l" t="t" r="r" b="b"/>
              <a:pathLst>
                <a:path w="32229" h="31166" fill="none" extrusionOk="0">
                  <a:moveTo>
                    <a:pt x="30544" y="25450"/>
                  </a:moveTo>
                  <a:lnTo>
                    <a:pt x="30544" y="25450"/>
                  </a:lnTo>
                  <a:lnTo>
                    <a:pt x="30043" y="25951"/>
                  </a:lnTo>
                  <a:lnTo>
                    <a:pt x="29541" y="26432"/>
                  </a:lnTo>
                  <a:lnTo>
                    <a:pt x="29020" y="26893"/>
                  </a:lnTo>
                  <a:lnTo>
                    <a:pt x="28478" y="27315"/>
                  </a:lnTo>
                  <a:lnTo>
                    <a:pt x="27937" y="27716"/>
                  </a:lnTo>
                  <a:lnTo>
                    <a:pt x="27375" y="28097"/>
                  </a:lnTo>
                  <a:lnTo>
                    <a:pt x="26794" y="28458"/>
                  </a:lnTo>
                  <a:lnTo>
                    <a:pt x="26212" y="28779"/>
                  </a:lnTo>
                  <a:lnTo>
                    <a:pt x="26212" y="28779"/>
                  </a:lnTo>
                  <a:lnTo>
                    <a:pt x="25771" y="29019"/>
                  </a:lnTo>
                  <a:lnTo>
                    <a:pt x="25310" y="29240"/>
                  </a:lnTo>
                  <a:lnTo>
                    <a:pt x="24848" y="29440"/>
                  </a:lnTo>
                  <a:lnTo>
                    <a:pt x="24367" y="29641"/>
                  </a:lnTo>
                  <a:lnTo>
                    <a:pt x="23906" y="29821"/>
                  </a:lnTo>
                  <a:lnTo>
                    <a:pt x="23425" y="30002"/>
                  </a:lnTo>
                  <a:lnTo>
                    <a:pt x="22943" y="30162"/>
                  </a:lnTo>
                  <a:lnTo>
                    <a:pt x="22462" y="30303"/>
                  </a:lnTo>
                  <a:lnTo>
                    <a:pt x="21981" y="30443"/>
                  </a:lnTo>
                  <a:lnTo>
                    <a:pt x="21499" y="30563"/>
                  </a:lnTo>
                  <a:lnTo>
                    <a:pt x="20517" y="30764"/>
                  </a:lnTo>
                  <a:lnTo>
                    <a:pt x="19514" y="30924"/>
                  </a:lnTo>
                  <a:lnTo>
                    <a:pt x="18531" y="31045"/>
                  </a:lnTo>
                  <a:lnTo>
                    <a:pt x="17529" y="31125"/>
                  </a:lnTo>
                  <a:lnTo>
                    <a:pt x="16526" y="31165"/>
                  </a:lnTo>
                  <a:lnTo>
                    <a:pt x="15543" y="31165"/>
                  </a:lnTo>
                  <a:lnTo>
                    <a:pt x="14561" y="31145"/>
                  </a:lnTo>
                  <a:lnTo>
                    <a:pt x="13598" y="31065"/>
                  </a:lnTo>
                  <a:lnTo>
                    <a:pt x="12635" y="30965"/>
                  </a:lnTo>
                  <a:lnTo>
                    <a:pt x="11693" y="30844"/>
                  </a:lnTo>
                  <a:lnTo>
                    <a:pt x="10770" y="30684"/>
                  </a:lnTo>
                  <a:lnTo>
                    <a:pt x="9868" y="30483"/>
                  </a:lnTo>
                  <a:lnTo>
                    <a:pt x="8985" y="30283"/>
                  </a:lnTo>
                  <a:lnTo>
                    <a:pt x="8143" y="30042"/>
                  </a:lnTo>
                  <a:lnTo>
                    <a:pt x="7321" y="29781"/>
                  </a:lnTo>
                  <a:lnTo>
                    <a:pt x="6539" y="29501"/>
                  </a:lnTo>
                  <a:lnTo>
                    <a:pt x="5777" y="29200"/>
                  </a:lnTo>
                  <a:lnTo>
                    <a:pt x="5055" y="28879"/>
                  </a:lnTo>
                  <a:lnTo>
                    <a:pt x="4393" y="28538"/>
                  </a:lnTo>
                  <a:lnTo>
                    <a:pt x="3751" y="28197"/>
                  </a:lnTo>
                  <a:lnTo>
                    <a:pt x="3170" y="27836"/>
                  </a:lnTo>
                  <a:lnTo>
                    <a:pt x="2648" y="27475"/>
                  </a:lnTo>
                  <a:lnTo>
                    <a:pt x="2167" y="27094"/>
                  </a:lnTo>
                  <a:lnTo>
                    <a:pt x="1726" y="26693"/>
                  </a:lnTo>
                  <a:lnTo>
                    <a:pt x="1365" y="26312"/>
                  </a:lnTo>
                  <a:lnTo>
                    <a:pt x="1204" y="26111"/>
                  </a:lnTo>
                  <a:lnTo>
                    <a:pt x="1044" y="25911"/>
                  </a:lnTo>
                  <a:lnTo>
                    <a:pt x="923" y="25710"/>
                  </a:lnTo>
                  <a:lnTo>
                    <a:pt x="803" y="25510"/>
                  </a:lnTo>
                  <a:lnTo>
                    <a:pt x="803" y="25510"/>
                  </a:lnTo>
                  <a:lnTo>
                    <a:pt x="703" y="25309"/>
                  </a:lnTo>
                  <a:lnTo>
                    <a:pt x="603" y="25089"/>
                  </a:lnTo>
                  <a:lnTo>
                    <a:pt x="442" y="24627"/>
                  </a:lnTo>
                  <a:lnTo>
                    <a:pt x="302" y="24086"/>
                  </a:lnTo>
                  <a:lnTo>
                    <a:pt x="202" y="23504"/>
                  </a:lnTo>
                  <a:lnTo>
                    <a:pt x="101" y="22862"/>
                  </a:lnTo>
                  <a:lnTo>
                    <a:pt x="41" y="22181"/>
                  </a:lnTo>
                  <a:lnTo>
                    <a:pt x="1" y="21479"/>
                  </a:lnTo>
                  <a:lnTo>
                    <a:pt x="1" y="20717"/>
                  </a:lnTo>
                  <a:lnTo>
                    <a:pt x="1" y="19935"/>
                  </a:lnTo>
                  <a:lnTo>
                    <a:pt x="41" y="19132"/>
                  </a:lnTo>
                  <a:lnTo>
                    <a:pt x="101" y="18290"/>
                  </a:lnTo>
                  <a:lnTo>
                    <a:pt x="181" y="17428"/>
                  </a:lnTo>
                  <a:lnTo>
                    <a:pt x="282" y="16565"/>
                  </a:lnTo>
                  <a:lnTo>
                    <a:pt x="402" y="15683"/>
                  </a:lnTo>
                  <a:lnTo>
                    <a:pt x="542" y="14801"/>
                  </a:lnTo>
                  <a:lnTo>
                    <a:pt x="703" y="13898"/>
                  </a:lnTo>
                  <a:lnTo>
                    <a:pt x="883" y="13016"/>
                  </a:lnTo>
                  <a:lnTo>
                    <a:pt x="1084" y="12133"/>
                  </a:lnTo>
                  <a:lnTo>
                    <a:pt x="1284" y="11251"/>
                  </a:lnTo>
                  <a:lnTo>
                    <a:pt x="1525" y="10389"/>
                  </a:lnTo>
                  <a:lnTo>
                    <a:pt x="1786" y="9526"/>
                  </a:lnTo>
                  <a:lnTo>
                    <a:pt x="2047" y="8704"/>
                  </a:lnTo>
                  <a:lnTo>
                    <a:pt x="2327" y="7902"/>
                  </a:lnTo>
                  <a:lnTo>
                    <a:pt x="2628" y="7120"/>
                  </a:lnTo>
                  <a:lnTo>
                    <a:pt x="2929" y="6378"/>
                  </a:lnTo>
                  <a:lnTo>
                    <a:pt x="3250" y="5656"/>
                  </a:lnTo>
                  <a:lnTo>
                    <a:pt x="3591" y="4994"/>
                  </a:lnTo>
                  <a:lnTo>
                    <a:pt x="3932" y="4372"/>
                  </a:lnTo>
                  <a:lnTo>
                    <a:pt x="4293" y="3791"/>
                  </a:lnTo>
                  <a:lnTo>
                    <a:pt x="4674" y="3269"/>
                  </a:lnTo>
                  <a:lnTo>
                    <a:pt x="5055" y="2788"/>
                  </a:lnTo>
                  <a:lnTo>
                    <a:pt x="5255" y="2587"/>
                  </a:lnTo>
                  <a:lnTo>
                    <a:pt x="5436" y="2387"/>
                  </a:lnTo>
                  <a:lnTo>
                    <a:pt x="5436" y="2387"/>
                  </a:lnTo>
                  <a:lnTo>
                    <a:pt x="5636" y="2226"/>
                  </a:lnTo>
                  <a:lnTo>
                    <a:pt x="5837" y="2066"/>
                  </a:lnTo>
                  <a:lnTo>
                    <a:pt x="6077" y="1905"/>
                  </a:lnTo>
                  <a:lnTo>
                    <a:pt x="6338" y="1765"/>
                  </a:lnTo>
                  <a:lnTo>
                    <a:pt x="6599" y="1625"/>
                  </a:lnTo>
                  <a:lnTo>
                    <a:pt x="6900" y="1484"/>
                  </a:lnTo>
                  <a:lnTo>
                    <a:pt x="7541" y="1244"/>
                  </a:lnTo>
                  <a:lnTo>
                    <a:pt x="8263" y="1003"/>
                  </a:lnTo>
                  <a:lnTo>
                    <a:pt x="9025" y="802"/>
                  </a:lnTo>
                  <a:lnTo>
                    <a:pt x="9848" y="622"/>
                  </a:lnTo>
                  <a:lnTo>
                    <a:pt x="10710" y="462"/>
                  </a:lnTo>
                  <a:lnTo>
                    <a:pt x="10710" y="462"/>
                  </a:lnTo>
                  <a:lnTo>
                    <a:pt x="11653" y="321"/>
                  </a:lnTo>
                  <a:lnTo>
                    <a:pt x="12635" y="201"/>
                  </a:lnTo>
                  <a:lnTo>
                    <a:pt x="13638" y="121"/>
                  </a:lnTo>
                  <a:lnTo>
                    <a:pt x="14641" y="60"/>
                  </a:lnTo>
                  <a:lnTo>
                    <a:pt x="15664" y="0"/>
                  </a:lnTo>
                  <a:lnTo>
                    <a:pt x="16666" y="0"/>
                  </a:lnTo>
                  <a:lnTo>
                    <a:pt x="17669" y="0"/>
                  </a:lnTo>
                  <a:lnTo>
                    <a:pt x="18652" y="40"/>
                  </a:lnTo>
                  <a:lnTo>
                    <a:pt x="19614" y="81"/>
                  </a:lnTo>
                  <a:lnTo>
                    <a:pt x="20537" y="161"/>
                  </a:lnTo>
                  <a:lnTo>
                    <a:pt x="21399" y="261"/>
                  </a:lnTo>
                  <a:lnTo>
                    <a:pt x="22221" y="401"/>
                  </a:lnTo>
                  <a:lnTo>
                    <a:pt x="22983" y="542"/>
                  </a:lnTo>
                  <a:lnTo>
                    <a:pt x="23665" y="722"/>
                  </a:lnTo>
                  <a:lnTo>
                    <a:pt x="23986" y="823"/>
                  </a:lnTo>
                  <a:lnTo>
                    <a:pt x="24267" y="923"/>
                  </a:lnTo>
                  <a:lnTo>
                    <a:pt x="24548" y="1023"/>
                  </a:lnTo>
                  <a:lnTo>
                    <a:pt x="24788" y="1143"/>
                  </a:lnTo>
                  <a:lnTo>
                    <a:pt x="24788" y="1143"/>
                  </a:lnTo>
                  <a:lnTo>
                    <a:pt x="24989" y="1244"/>
                  </a:lnTo>
                  <a:lnTo>
                    <a:pt x="25209" y="1384"/>
                  </a:lnTo>
                  <a:lnTo>
                    <a:pt x="25410" y="1544"/>
                  </a:lnTo>
                  <a:lnTo>
                    <a:pt x="25611" y="1705"/>
                  </a:lnTo>
                  <a:lnTo>
                    <a:pt x="25831" y="1905"/>
                  </a:lnTo>
                  <a:lnTo>
                    <a:pt x="26032" y="2106"/>
                  </a:lnTo>
                  <a:lnTo>
                    <a:pt x="26473" y="2587"/>
                  </a:lnTo>
                  <a:lnTo>
                    <a:pt x="26894" y="3129"/>
                  </a:lnTo>
                  <a:lnTo>
                    <a:pt x="27315" y="3730"/>
                  </a:lnTo>
                  <a:lnTo>
                    <a:pt x="27756" y="4412"/>
                  </a:lnTo>
                  <a:lnTo>
                    <a:pt x="28157" y="5114"/>
                  </a:lnTo>
                  <a:lnTo>
                    <a:pt x="28579" y="5896"/>
                  </a:lnTo>
                  <a:lnTo>
                    <a:pt x="28980" y="6699"/>
                  </a:lnTo>
                  <a:lnTo>
                    <a:pt x="29361" y="7541"/>
                  </a:lnTo>
                  <a:lnTo>
                    <a:pt x="29742" y="8423"/>
                  </a:lnTo>
                  <a:lnTo>
                    <a:pt x="30103" y="9346"/>
                  </a:lnTo>
                  <a:lnTo>
                    <a:pt x="30424" y="10268"/>
                  </a:lnTo>
                  <a:lnTo>
                    <a:pt x="30744" y="11231"/>
                  </a:lnTo>
                  <a:lnTo>
                    <a:pt x="31045" y="12193"/>
                  </a:lnTo>
                  <a:lnTo>
                    <a:pt x="31306" y="13176"/>
                  </a:lnTo>
                  <a:lnTo>
                    <a:pt x="31547" y="14139"/>
                  </a:lnTo>
                  <a:lnTo>
                    <a:pt x="31747" y="15121"/>
                  </a:lnTo>
                  <a:lnTo>
                    <a:pt x="31908" y="16104"/>
                  </a:lnTo>
                  <a:lnTo>
                    <a:pt x="32048" y="17047"/>
                  </a:lnTo>
                  <a:lnTo>
                    <a:pt x="32148" y="17989"/>
                  </a:lnTo>
                  <a:lnTo>
                    <a:pt x="32208" y="18912"/>
                  </a:lnTo>
                  <a:lnTo>
                    <a:pt x="32229" y="19814"/>
                  </a:lnTo>
                  <a:lnTo>
                    <a:pt x="32188" y="20677"/>
                  </a:lnTo>
                  <a:lnTo>
                    <a:pt x="32168" y="21098"/>
                  </a:lnTo>
                  <a:lnTo>
                    <a:pt x="32108" y="21519"/>
                  </a:lnTo>
                  <a:lnTo>
                    <a:pt x="32068" y="21900"/>
                  </a:lnTo>
                  <a:lnTo>
                    <a:pt x="31988" y="22301"/>
                  </a:lnTo>
                  <a:lnTo>
                    <a:pt x="31908" y="22682"/>
                  </a:lnTo>
                  <a:lnTo>
                    <a:pt x="31807" y="23043"/>
                  </a:lnTo>
                  <a:lnTo>
                    <a:pt x="31707" y="23384"/>
                  </a:lnTo>
                  <a:lnTo>
                    <a:pt x="31587" y="23725"/>
                  </a:lnTo>
                  <a:lnTo>
                    <a:pt x="31446" y="24066"/>
                  </a:lnTo>
                  <a:lnTo>
                    <a:pt x="31286" y="24367"/>
                  </a:lnTo>
                  <a:lnTo>
                    <a:pt x="31126" y="24667"/>
                  </a:lnTo>
                  <a:lnTo>
                    <a:pt x="30945" y="24948"/>
                  </a:lnTo>
                  <a:lnTo>
                    <a:pt x="30744" y="25209"/>
                  </a:lnTo>
                  <a:lnTo>
                    <a:pt x="30544" y="2545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0" name="Google Shape;5240;p21"/>
            <p:cNvSpPr/>
            <p:nvPr/>
          </p:nvSpPr>
          <p:spPr>
            <a:xfrm>
              <a:off x="11410250" y="4044225"/>
              <a:ext cx="69225" cy="547000"/>
            </a:xfrm>
            <a:custGeom>
              <a:avLst/>
              <a:gdLst/>
              <a:ahLst/>
              <a:cxnLst/>
              <a:rect l="l" t="t" r="r" b="b"/>
              <a:pathLst>
                <a:path w="2769" h="21880" extrusionOk="0">
                  <a:moveTo>
                    <a:pt x="843" y="0"/>
                  </a:moveTo>
                  <a:lnTo>
                    <a:pt x="843" y="421"/>
                  </a:lnTo>
                  <a:lnTo>
                    <a:pt x="1063" y="361"/>
                  </a:lnTo>
                  <a:lnTo>
                    <a:pt x="1304" y="341"/>
                  </a:lnTo>
                  <a:lnTo>
                    <a:pt x="1344" y="361"/>
                  </a:lnTo>
                  <a:lnTo>
                    <a:pt x="1344" y="0"/>
                  </a:lnTo>
                  <a:close/>
                  <a:moveTo>
                    <a:pt x="863" y="3690"/>
                  </a:moveTo>
                  <a:lnTo>
                    <a:pt x="923" y="9105"/>
                  </a:lnTo>
                  <a:lnTo>
                    <a:pt x="923" y="9306"/>
                  </a:lnTo>
                  <a:lnTo>
                    <a:pt x="522" y="9145"/>
                  </a:lnTo>
                  <a:lnTo>
                    <a:pt x="101" y="9005"/>
                  </a:lnTo>
                  <a:lnTo>
                    <a:pt x="81" y="9005"/>
                  </a:lnTo>
                  <a:lnTo>
                    <a:pt x="41" y="9025"/>
                  </a:lnTo>
                  <a:lnTo>
                    <a:pt x="21" y="9065"/>
                  </a:lnTo>
                  <a:lnTo>
                    <a:pt x="21" y="9105"/>
                  </a:lnTo>
                  <a:lnTo>
                    <a:pt x="41" y="9145"/>
                  </a:lnTo>
                  <a:lnTo>
                    <a:pt x="743" y="9526"/>
                  </a:lnTo>
                  <a:lnTo>
                    <a:pt x="41" y="9907"/>
                  </a:lnTo>
                  <a:lnTo>
                    <a:pt x="1" y="9947"/>
                  </a:lnTo>
                  <a:lnTo>
                    <a:pt x="1" y="9988"/>
                  </a:lnTo>
                  <a:lnTo>
                    <a:pt x="21" y="10008"/>
                  </a:lnTo>
                  <a:lnTo>
                    <a:pt x="61" y="10028"/>
                  </a:lnTo>
                  <a:lnTo>
                    <a:pt x="101" y="10028"/>
                  </a:lnTo>
                  <a:lnTo>
                    <a:pt x="522" y="9847"/>
                  </a:lnTo>
                  <a:lnTo>
                    <a:pt x="943" y="9707"/>
                  </a:lnTo>
                  <a:lnTo>
                    <a:pt x="1003" y="16946"/>
                  </a:lnTo>
                  <a:lnTo>
                    <a:pt x="1003" y="19313"/>
                  </a:lnTo>
                  <a:lnTo>
                    <a:pt x="161" y="19353"/>
                  </a:lnTo>
                  <a:lnTo>
                    <a:pt x="141" y="19373"/>
                  </a:lnTo>
                  <a:lnTo>
                    <a:pt x="101" y="19373"/>
                  </a:lnTo>
                  <a:lnTo>
                    <a:pt x="81" y="19433"/>
                  </a:lnTo>
                  <a:lnTo>
                    <a:pt x="101" y="19493"/>
                  </a:lnTo>
                  <a:lnTo>
                    <a:pt x="121" y="19513"/>
                  </a:lnTo>
                  <a:lnTo>
                    <a:pt x="161" y="19513"/>
                  </a:lnTo>
                  <a:lnTo>
                    <a:pt x="1003" y="19594"/>
                  </a:lnTo>
                  <a:lnTo>
                    <a:pt x="1003" y="20516"/>
                  </a:lnTo>
                  <a:lnTo>
                    <a:pt x="121" y="20777"/>
                  </a:lnTo>
                  <a:lnTo>
                    <a:pt x="101" y="20797"/>
                  </a:lnTo>
                  <a:lnTo>
                    <a:pt x="81" y="20817"/>
                  </a:lnTo>
                  <a:lnTo>
                    <a:pt x="61" y="20877"/>
                  </a:lnTo>
                  <a:lnTo>
                    <a:pt x="81" y="20917"/>
                  </a:lnTo>
                  <a:lnTo>
                    <a:pt x="121" y="20937"/>
                  </a:lnTo>
                  <a:lnTo>
                    <a:pt x="161" y="20937"/>
                  </a:lnTo>
                  <a:lnTo>
                    <a:pt x="1003" y="20797"/>
                  </a:lnTo>
                  <a:lnTo>
                    <a:pt x="1023" y="21760"/>
                  </a:lnTo>
                  <a:lnTo>
                    <a:pt x="1525" y="21880"/>
                  </a:lnTo>
                  <a:lnTo>
                    <a:pt x="1525" y="20697"/>
                  </a:lnTo>
                  <a:lnTo>
                    <a:pt x="1846" y="20616"/>
                  </a:lnTo>
                  <a:lnTo>
                    <a:pt x="2146" y="20516"/>
                  </a:lnTo>
                  <a:lnTo>
                    <a:pt x="2447" y="20416"/>
                  </a:lnTo>
                  <a:lnTo>
                    <a:pt x="2708" y="20275"/>
                  </a:lnTo>
                  <a:lnTo>
                    <a:pt x="2748" y="20235"/>
                  </a:lnTo>
                  <a:lnTo>
                    <a:pt x="2768" y="20155"/>
                  </a:lnTo>
                  <a:lnTo>
                    <a:pt x="2728" y="20115"/>
                  </a:lnTo>
                  <a:lnTo>
                    <a:pt x="2708" y="20095"/>
                  </a:lnTo>
                  <a:lnTo>
                    <a:pt x="2668" y="20095"/>
                  </a:lnTo>
                  <a:lnTo>
                    <a:pt x="2367" y="20135"/>
                  </a:lnTo>
                  <a:lnTo>
                    <a:pt x="2086" y="20195"/>
                  </a:lnTo>
                  <a:lnTo>
                    <a:pt x="1525" y="20376"/>
                  </a:lnTo>
                  <a:lnTo>
                    <a:pt x="1505" y="19614"/>
                  </a:lnTo>
                  <a:lnTo>
                    <a:pt x="1846" y="19614"/>
                  </a:lnTo>
                  <a:lnTo>
                    <a:pt x="1906" y="19594"/>
                  </a:lnTo>
                  <a:lnTo>
                    <a:pt x="1946" y="19554"/>
                  </a:lnTo>
                  <a:lnTo>
                    <a:pt x="1966" y="19513"/>
                  </a:lnTo>
                  <a:lnTo>
                    <a:pt x="1966" y="19473"/>
                  </a:lnTo>
                  <a:lnTo>
                    <a:pt x="1966" y="19433"/>
                  </a:lnTo>
                  <a:lnTo>
                    <a:pt x="1946" y="19393"/>
                  </a:lnTo>
                  <a:lnTo>
                    <a:pt x="1906" y="19353"/>
                  </a:lnTo>
                  <a:lnTo>
                    <a:pt x="1846" y="19333"/>
                  </a:lnTo>
                  <a:lnTo>
                    <a:pt x="1505" y="19313"/>
                  </a:lnTo>
                  <a:lnTo>
                    <a:pt x="1465" y="17969"/>
                  </a:lnTo>
                  <a:lnTo>
                    <a:pt x="1445" y="16606"/>
                  </a:lnTo>
                  <a:lnTo>
                    <a:pt x="1404" y="9927"/>
                  </a:lnTo>
                  <a:lnTo>
                    <a:pt x="1404" y="9927"/>
                  </a:lnTo>
                  <a:lnTo>
                    <a:pt x="1665" y="10088"/>
                  </a:lnTo>
                  <a:lnTo>
                    <a:pt x="1725" y="10088"/>
                  </a:lnTo>
                  <a:lnTo>
                    <a:pt x="1785" y="10068"/>
                  </a:lnTo>
                  <a:lnTo>
                    <a:pt x="1846" y="10028"/>
                  </a:lnTo>
                  <a:lnTo>
                    <a:pt x="1866" y="9967"/>
                  </a:lnTo>
                  <a:lnTo>
                    <a:pt x="1846" y="9927"/>
                  </a:lnTo>
                  <a:lnTo>
                    <a:pt x="1826" y="9907"/>
                  </a:lnTo>
                  <a:lnTo>
                    <a:pt x="1625" y="9727"/>
                  </a:lnTo>
                  <a:lnTo>
                    <a:pt x="1404" y="9566"/>
                  </a:lnTo>
                  <a:lnTo>
                    <a:pt x="1404" y="9526"/>
                  </a:lnTo>
                  <a:lnTo>
                    <a:pt x="1846" y="9386"/>
                  </a:lnTo>
                  <a:lnTo>
                    <a:pt x="2267" y="9205"/>
                  </a:lnTo>
                  <a:lnTo>
                    <a:pt x="2247" y="8965"/>
                  </a:lnTo>
                  <a:lnTo>
                    <a:pt x="2026" y="9005"/>
                  </a:lnTo>
                  <a:lnTo>
                    <a:pt x="1805" y="9065"/>
                  </a:lnTo>
                  <a:lnTo>
                    <a:pt x="1404" y="9225"/>
                  </a:lnTo>
                  <a:lnTo>
                    <a:pt x="1404" y="8945"/>
                  </a:lnTo>
                  <a:lnTo>
                    <a:pt x="1384" y="4974"/>
                  </a:lnTo>
                  <a:lnTo>
                    <a:pt x="1324" y="4854"/>
                  </a:lnTo>
                  <a:lnTo>
                    <a:pt x="1104" y="4252"/>
                  </a:lnTo>
                  <a:lnTo>
                    <a:pt x="863" y="369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1" name="Google Shape;5241;p21"/>
            <p:cNvSpPr/>
            <p:nvPr/>
          </p:nvSpPr>
          <p:spPr>
            <a:xfrm>
              <a:off x="11431300" y="4044225"/>
              <a:ext cx="12575" cy="10550"/>
            </a:xfrm>
            <a:custGeom>
              <a:avLst/>
              <a:gdLst/>
              <a:ahLst/>
              <a:cxnLst/>
              <a:rect l="l" t="t" r="r" b="b"/>
              <a:pathLst>
                <a:path w="503" h="422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1" y="421"/>
                  </a:lnTo>
                  <a:lnTo>
                    <a:pt x="1" y="421"/>
                  </a:lnTo>
                  <a:lnTo>
                    <a:pt x="221" y="361"/>
                  </a:lnTo>
                  <a:lnTo>
                    <a:pt x="221" y="361"/>
                  </a:lnTo>
                  <a:lnTo>
                    <a:pt x="221" y="361"/>
                  </a:lnTo>
                  <a:lnTo>
                    <a:pt x="462" y="341"/>
                  </a:lnTo>
                  <a:lnTo>
                    <a:pt x="462" y="341"/>
                  </a:lnTo>
                  <a:lnTo>
                    <a:pt x="502" y="361"/>
                  </a:lnTo>
                  <a:lnTo>
                    <a:pt x="502" y="361"/>
                  </a:lnTo>
                  <a:lnTo>
                    <a:pt x="502" y="0"/>
                  </a:lnTo>
                  <a:lnTo>
                    <a:pt x="502" y="0"/>
                  </a:lnTo>
                  <a:lnTo>
                    <a:pt x="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2" name="Google Shape;5242;p21"/>
            <p:cNvSpPr/>
            <p:nvPr/>
          </p:nvSpPr>
          <p:spPr>
            <a:xfrm>
              <a:off x="11161575" y="3984550"/>
              <a:ext cx="480825" cy="673375"/>
            </a:xfrm>
            <a:custGeom>
              <a:avLst/>
              <a:gdLst/>
              <a:ahLst/>
              <a:cxnLst/>
              <a:rect l="l" t="t" r="r" b="b"/>
              <a:pathLst>
                <a:path w="19233" h="26935" extrusionOk="0">
                  <a:moveTo>
                    <a:pt x="462" y="1"/>
                  </a:moveTo>
                  <a:lnTo>
                    <a:pt x="462" y="362"/>
                  </a:lnTo>
                  <a:lnTo>
                    <a:pt x="442" y="763"/>
                  </a:lnTo>
                  <a:lnTo>
                    <a:pt x="341" y="1625"/>
                  </a:lnTo>
                  <a:lnTo>
                    <a:pt x="121" y="3490"/>
                  </a:lnTo>
                  <a:lnTo>
                    <a:pt x="41" y="4413"/>
                  </a:lnTo>
                  <a:lnTo>
                    <a:pt x="1" y="4834"/>
                  </a:lnTo>
                  <a:lnTo>
                    <a:pt x="1" y="5255"/>
                  </a:lnTo>
                  <a:lnTo>
                    <a:pt x="1" y="5656"/>
                  </a:lnTo>
                  <a:lnTo>
                    <a:pt x="41" y="6017"/>
                  </a:lnTo>
                  <a:lnTo>
                    <a:pt x="81" y="6338"/>
                  </a:lnTo>
                  <a:lnTo>
                    <a:pt x="181" y="6619"/>
                  </a:lnTo>
                  <a:lnTo>
                    <a:pt x="281" y="6880"/>
                  </a:lnTo>
                  <a:lnTo>
                    <a:pt x="422" y="7140"/>
                  </a:lnTo>
                  <a:lnTo>
                    <a:pt x="763" y="7742"/>
                  </a:lnTo>
                  <a:lnTo>
                    <a:pt x="943" y="6639"/>
                  </a:lnTo>
                  <a:lnTo>
                    <a:pt x="1144" y="5576"/>
                  </a:lnTo>
                  <a:lnTo>
                    <a:pt x="1284" y="4974"/>
                  </a:lnTo>
                  <a:lnTo>
                    <a:pt x="1424" y="4373"/>
                  </a:lnTo>
                  <a:lnTo>
                    <a:pt x="1585" y="3771"/>
                  </a:lnTo>
                  <a:lnTo>
                    <a:pt x="1745" y="3190"/>
                  </a:lnTo>
                  <a:lnTo>
                    <a:pt x="1926" y="2608"/>
                  </a:lnTo>
                  <a:lnTo>
                    <a:pt x="2126" y="2026"/>
                  </a:lnTo>
                  <a:lnTo>
                    <a:pt x="2347" y="1445"/>
                  </a:lnTo>
                  <a:lnTo>
                    <a:pt x="2568" y="883"/>
                  </a:lnTo>
                  <a:lnTo>
                    <a:pt x="2026" y="683"/>
                  </a:lnTo>
                  <a:lnTo>
                    <a:pt x="1485" y="462"/>
                  </a:lnTo>
                  <a:lnTo>
                    <a:pt x="963" y="242"/>
                  </a:lnTo>
                  <a:lnTo>
                    <a:pt x="462" y="1"/>
                  </a:lnTo>
                  <a:close/>
                  <a:moveTo>
                    <a:pt x="11472" y="24267"/>
                  </a:moveTo>
                  <a:lnTo>
                    <a:pt x="11452" y="24909"/>
                  </a:lnTo>
                  <a:lnTo>
                    <a:pt x="11432" y="25550"/>
                  </a:lnTo>
                  <a:lnTo>
                    <a:pt x="11392" y="26192"/>
                  </a:lnTo>
                  <a:lnTo>
                    <a:pt x="11331" y="26834"/>
                  </a:lnTo>
                  <a:lnTo>
                    <a:pt x="11311" y="26894"/>
                  </a:lnTo>
                  <a:lnTo>
                    <a:pt x="11271" y="26914"/>
                  </a:lnTo>
                  <a:lnTo>
                    <a:pt x="12274" y="26874"/>
                  </a:lnTo>
                  <a:lnTo>
                    <a:pt x="13277" y="26794"/>
                  </a:lnTo>
                  <a:lnTo>
                    <a:pt x="14299" y="26653"/>
                  </a:lnTo>
                  <a:lnTo>
                    <a:pt x="15302" y="26473"/>
                  </a:lnTo>
                  <a:lnTo>
                    <a:pt x="15803" y="26373"/>
                  </a:lnTo>
                  <a:lnTo>
                    <a:pt x="16305" y="26252"/>
                  </a:lnTo>
                  <a:lnTo>
                    <a:pt x="16806" y="26132"/>
                  </a:lnTo>
                  <a:lnTo>
                    <a:pt x="17288" y="25992"/>
                  </a:lnTo>
                  <a:lnTo>
                    <a:pt x="17789" y="25831"/>
                  </a:lnTo>
                  <a:lnTo>
                    <a:pt x="18270" y="25671"/>
                  </a:lnTo>
                  <a:lnTo>
                    <a:pt x="18752" y="25490"/>
                  </a:lnTo>
                  <a:lnTo>
                    <a:pt x="19233" y="25310"/>
                  </a:lnTo>
                  <a:lnTo>
                    <a:pt x="18812" y="24768"/>
                  </a:lnTo>
                  <a:lnTo>
                    <a:pt x="17809" y="24828"/>
                  </a:lnTo>
                  <a:lnTo>
                    <a:pt x="16786" y="24848"/>
                  </a:lnTo>
                  <a:lnTo>
                    <a:pt x="16124" y="24828"/>
                  </a:lnTo>
                  <a:lnTo>
                    <a:pt x="15443" y="24808"/>
                  </a:lnTo>
                  <a:lnTo>
                    <a:pt x="14781" y="24768"/>
                  </a:lnTo>
                  <a:lnTo>
                    <a:pt x="14099" y="24708"/>
                  </a:lnTo>
                  <a:lnTo>
                    <a:pt x="13437" y="24628"/>
                  </a:lnTo>
                  <a:lnTo>
                    <a:pt x="12775" y="24528"/>
                  </a:lnTo>
                  <a:lnTo>
                    <a:pt x="12113" y="24407"/>
                  </a:lnTo>
                  <a:lnTo>
                    <a:pt x="11472" y="24267"/>
                  </a:lnTo>
                  <a:close/>
                  <a:moveTo>
                    <a:pt x="3570" y="20296"/>
                  </a:moveTo>
                  <a:lnTo>
                    <a:pt x="3650" y="20597"/>
                  </a:lnTo>
                  <a:lnTo>
                    <a:pt x="3731" y="20898"/>
                  </a:lnTo>
                  <a:lnTo>
                    <a:pt x="3771" y="21199"/>
                  </a:lnTo>
                  <a:lnTo>
                    <a:pt x="3811" y="21519"/>
                  </a:lnTo>
                  <a:lnTo>
                    <a:pt x="3811" y="21840"/>
                  </a:lnTo>
                  <a:lnTo>
                    <a:pt x="3811" y="22161"/>
                  </a:lnTo>
                  <a:lnTo>
                    <a:pt x="3771" y="22482"/>
                  </a:lnTo>
                  <a:lnTo>
                    <a:pt x="3711" y="22823"/>
                  </a:lnTo>
                  <a:lnTo>
                    <a:pt x="3630" y="23124"/>
                  </a:lnTo>
                  <a:lnTo>
                    <a:pt x="3510" y="23445"/>
                  </a:lnTo>
                  <a:lnTo>
                    <a:pt x="3350" y="23765"/>
                  </a:lnTo>
                  <a:lnTo>
                    <a:pt x="3169" y="24106"/>
                  </a:lnTo>
                  <a:lnTo>
                    <a:pt x="2929" y="24467"/>
                  </a:lnTo>
                  <a:lnTo>
                    <a:pt x="2688" y="24828"/>
                  </a:lnTo>
                  <a:lnTo>
                    <a:pt x="2407" y="25209"/>
                  </a:lnTo>
                  <a:lnTo>
                    <a:pt x="2106" y="25570"/>
                  </a:lnTo>
                  <a:lnTo>
                    <a:pt x="3049" y="25871"/>
                  </a:lnTo>
                  <a:lnTo>
                    <a:pt x="4052" y="26132"/>
                  </a:lnTo>
                  <a:lnTo>
                    <a:pt x="5074" y="26373"/>
                  </a:lnTo>
                  <a:lnTo>
                    <a:pt x="6137" y="26553"/>
                  </a:lnTo>
                  <a:lnTo>
                    <a:pt x="7220" y="26714"/>
                  </a:lnTo>
                  <a:lnTo>
                    <a:pt x="8343" y="26834"/>
                  </a:lnTo>
                  <a:lnTo>
                    <a:pt x="9466" y="26894"/>
                  </a:lnTo>
                  <a:lnTo>
                    <a:pt x="10028" y="26914"/>
                  </a:lnTo>
                  <a:lnTo>
                    <a:pt x="10589" y="26934"/>
                  </a:lnTo>
                  <a:lnTo>
                    <a:pt x="11191" y="26914"/>
                  </a:lnTo>
                  <a:lnTo>
                    <a:pt x="11151" y="26894"/>
                  </a:lnTo>
                  <a:lnTo>
                    <a:pt x="11131" y="26854"/>
                  </a:lnTo>
                  <a:lnTo>
                    <a:pt x="11071" y="26192"/>
                  </a:lnTo>
                  <a:lnTo>
                    <a:pt x="11031" y="25510"/>
                  </a:lnTo>
                  <a:lnTo>
                    <a:pt x="10990" y="24828"/>
                  </a:lnTo>
                  <a:lnTo>
                    <a:pt x="10970" y="24147"/>
                  </a:lnTo>
                  <a:lnTo>
                    <a:pt x="10268" y="23946"/>
                  </a:lnTo>
                  <a:lnTo>
                    <a:pt x="9567" y="23745"/>
                  </a:lnTo>
                  <a:lnTo>
                    <a:pt x="8865" y="23505"/>
                  </a:lnTo>
                  <a:lnTo>
                    <a:pt x="8183" y="23244"/>
                  </a:lnTo>
                  <a:lnTo>
                    <a:pt x="7541" y="22983"/>
                  </a:lnTo>
                  <a:lnTo>
                    <a:pt x="6919" y="22683"/>
                  </a:lnTo>
                  <a:lnTo>
                    <a:pt x="6298" y="22342"/>
                  </a:lnTo>
                  <a:lnTo>
                    <a:pt x="5716" y="22001"/>
                  </a:lnTo>
                  <a:lnTo>
                    <a:pt x="5135" y="21620"/>
                  </a:lnTo>
                  <a:lnTo>
                    <a:pt x="4593" y="21199"/>
                  </a:lnTo>
                  <a:lnTo>
                    <a:pt x="4072" y="20777"/>
                  </a:lnTo>
                  <a:lnTo>
                    <a:pt x="3570" y="20296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3" name="Google Shape;5243;p21"/>
            <p:cNvSpPr/>
            <p:nvPr/>
          </p:nvSpPr>
          <p:spPr>
            <a:xfrm>
              <a:off x="11443350" y="4591200"/>
              <a:ext cx="199050" cy="66225"/>
            </a:xfrm>
            <a:custGeom>
              <a:avLst/>
              <a:gdLst/>
              <a:ahLst/>
              <a:cxnLst/>
              <a:rect l="l" t="t" r="r" b="b"/>
              <a:pathLst>
                <a:path w="7962" h="2649" fill="none" extrusionOk="0">
                  <a:moveTo>
                    <a:pt x="201" y="1"/>
                  </a:moveTo>
                  <a:lnTo>
                    <a:pt x="201" y="1"/>
                  </a:lnTo>
                  <a:lnTo>
                    <a:pt x="181" y="643"/>
                  </a:lnTo>
                  <a:lnTo>
                    <a:pt x="161" y="1284"/>
                  </a:lnTo>
                  <a:lnTo>
                    <a:pt x="121" y="1926"/>
                  </a:lnTo>
                  <a:lnTo>
                    <a:pt x="60" y="2568"/>
                  </a:lnTo>
                  <a:lnTo>
                    <a:pt x="60" y="2568"/>
                  </a:lnTo>
                  <a:lnTo>
                    <a:pt x="40" y="2628"/>
                  </a:lnTo>
                  <a:lnTo>
                    <a:pt x="0" y="2648"/>
                  </a:lnTo>
                  <a:lnTo>
                    <a:pt x="0" y="2648"/>
                  </a:lnTo>
                  <a:lnTo>
                    <a:pt x="1003" y="2608"/>
                  </a:lnTo>
                  <a:lnTo>
                    <a:pt x="2006" y="2528"/>
                  </a:lnTo>
                  <a:lnTo>
                    <a:pt x="3028" y="2387"/>
                  </a:lnTo>
                  <a:lnTo>
                    <a:pt x="4031" y="2207"/>
                  </a:lnTo>
                  <a:lnTo>
                    <a:pt x="4532" y="2107"/>
                  </a:lnTo>
                  <a:lnTo>
                    <a:pt x="5034" y="1986"/>
                  </a:lnTo>
                  <a:lnTo>
                    <a:pt x="5535" y="1866"/>
                  </a:lnTo>
                  <a:lnTo>
                    <a:pt x="6017" y="1726"/>
                  </a:lnTo>
                  <a:lnTo>
                    <a:pt x="6518" y="1565"/>
                  </a:lnTo>
                  <a:lnTo>
                    <a:pt x="6999" y="1405"/>
                  </a:lnTo>
                  <a:lnTo>
                    <a:pt x="7481" y="1224"/>
                  </a:lnTo>
                  <a:lnTo>
                    <a:pt x="7962" y="1044"/>
                  </a:lnTo>
                  <a:lnTo>
                    <a:pt x="7962" y="1044"/>
                  </a:lnTo>
                  <a:lnTo>
                    <a:pt x="7541" y="502"/>
                  </a:lnTo>
                  <a:lnTo>
                    <a:pt x="7541" y="502"/>
                  </a:lnTo>
                  <a:lnTo>
                    <a:pt x="6538" y="562"/>
                  </a:lnTo>
                  <a:lnTo>
                    <a:pt x="5515" y="582"/>
                  </a:lnTo>
                  <a:lnTo>
                    <a:pt x="5515" y="582"/>
                  </a:lnTo>
                  <a:lnTo>
                    <a:pt x="4853" y="562"/>
                  </a:lnTo>
                  <a:lnTo>
                    <a:pt x="4172" y="542"/>
                  </a:lnTo>
                  <a:lnTo>
                    <a:pt x="3510" y="502"/>
                  </a:lnTo>
                  <a:lnTo>
                    <a:pt x="2828" y="442"/>
                  </a:lnTo>
                  <a:lnTo>
                    <a:pt x="2166" y="362"/>
                  </a:lnTo>
                  <a:lnTo>
                    <a:pt x="1504" y="262"/>
                  </a:lnTo>
                  <a:lnTo>
                    <a:pt x="842" y="141"/>
                  </a:lnTo>
                  <a:lnTo>
                    <a:pt x="20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4" name="Google Shape;5244;p21"/>
            <p:cNvSpPr/>
            <p:nvPr/>
          </p:nvSpPr>
          <p:spPr>
            <a:xfrm>
              <a:off x="11214225" y="4491950"/>
              <a:ext cx="227125" cy="165975"/>
            </a:xfrm>
            <a:custGeom>
              <a:avLst/>
              <a:gdLst/>
              <a:ahLst/>
              <a:cxnLst/>
              <a:rect l="l" t="t" r="r" b="b"/>
              <a:pathLst>
                <a:path w="9085" h="6639" fill="none" extrusionOk="0">
                  <a:moveTo>
                    <a:pt x="1464" y="0"/>
                  </a:moveTo>
                  <a:lnTo>
                    <a:pt x="1464" y="0"/>
                  </a:lnTo>
                  <a:lnTo>
                    <a:pt x="1544" y="301"/>
                  </a:lnTo>
                  <a:lnTo>
                    <a:pt x="1625" y="602"/>
                  </a:lnTo>
                  <a:lnTo>
                    <a:pt x="1665" y="903"/>
                  </a:lnTo>
                  <a:lnTo>
                    <a:pt x="1705" y="1223"/>
                  </a:lnTo>
                  <a:lnTo>
                    <a:pt x="1705" y="1544"/>
                  </a:lnTo>
                  <a:lnTo>
                    <a:pt x="1705" y="1865"/>
                  </a:lnTo>
                  <a:lnTo>
                    <a:pt x="1665" y="2186"/>
                  </a:lnTo>
                  <a:lnTo>
                    <a:pt x="1605" y="2527"/>
                  </a:lnTo>
                  <a:lnTo>
                    <a:pt x="1605" y="2527"/>
                  </a:lnTo>
                  <a:lnTo>
                    <a:pt x="1524" y="2828"/>
                  </a:lnTo>
                  <a:lnTo>
                    <a:pt x="1404" y="3149"/>
                  </a:lnTo>
                  <a:lnTo>
                    <a:pt x="1244" y="3469"/>
                  </a:lnTo>
                  <a:lnTo>
                    <a:pt x="1063" y="3810"/>
                  </a:lnTo>
                  <a:lnTo>
                    <a:pt x="823" y="4171"/>
                  </a:lnTo>
                  <a:lnTo>
                    <a:pt x="582" y="4532"/>
                  </a:lnTo>
                  <a:lnTo>
                    <a:pt x="301" y="4913"/>
                  </a:lnTo>
                  <a:lnTo>
                    <a:pt x="0" y="5274"/>
                  </a:lnTo>
                  <a:lnTo>
                    <a:pt x="0" y="5274"/>
                  </a:lnTo>
                  <a:lnTo>
                    <a:pt x="943" y="5575"/>
                  </a:lnTo>
                  <a:lnTo>
                    <a:pt x="1946" y="5836"/>
                  </a:lnTo>
                  <a:lnTo>
                    <a:pt x="2968" y="6077"/>
                  </a:lnTo>
                  <a:lnTo>
                    <a:pt x="4031" y="6257"/>
                  </a:lnTo>
                  <a:lnTo>
                    <a:pt x="5114" y="6418"/>
                  </a:lnTo>
                  <a:lnTo>
                    <a:pt x="6237" y="6538"/>
                  </a:lnTo>
                  <a:lnTo>
                    <a:pt x="7360" y="6598"/>
                  </a:lnTo>
                  <a:lnTo>
                    <a:pt x="7922" y="6618"/>
                  </a:lnTo>
                  <a:lnTo>
                    <a:pt x="8483" y="6638"/>
                  </a:lnTo>
                  <a:lnTo>
                    <a:pt x="8483" y="6638"/>
                  </a:lnTo>
                  <a:lnTo>
                    <a:pt x="9085" y="6618"/>
                  </a:lnTo>
                  <a:lnTo>
                    <a:pt x="9085" y="6618"/>
                  </a:lnTo>
                  <a:lnTo>
                    <a:pt x="9045" y="6598"/>
                  </a:lnTo>
                  <a:lnTo>
                    <a:pt x="9025" y="6558"/>
                  </a:lnTo>
                  <a:lnTo>
                    <a:pt x="9025" y="6558"/>
                  </a:lnTo>
                  <a:lnTo>
                    <a:pt x="8965" y="5896"/>
                  </a:lnTo>
                  <a:lnTo>
                    <a:pt x="8925" y="5214"/>
                  </a:lnTo>
                  <a:lnTo>
                    <a:pt x="8884" y="4532"/>
                  </a:lnTo>
                  <a:lnTo>
                    <a:pt x="8864" y="3851"/>
                  </a:lnTo>
                  <a:lnTo>
                    <a:pt x="8864" y="3851"/>
                  </a:lnTo>
                  <a:lnTo>
                    <a:pt x="8162" y="3650"/>
                  </a:lnTo>
                  <a:lnTo>
                    <a:pt x="7461" y="3449"/>
                  </a:lnTo>
                  <a:lnTo>
                    <a:pt x="6759" y="3209"/>
                  </a:lnTo>
                  <a:lnTo>
                    <a:pt x="6077" y="2948"/>
                  </a:lnTo>
                  <a:lnTo>
                    <a:pt x="6077" y="2948"/>
                  </a:lnTo>
                  <a:lnTo>
                    <a:pt x="5435" y="2687"/>
                  </a:lnTo>
                  <a:lnTo>
                    <a:pt x="4813" y="2387"/>
                  </a:lnTo>
                  <a:lnTo>
                    <a:pt x="4192" y="2046"/>
                  </a:lnTo>
                  <a:lnTo>
                    <a:pt x="3610" y="1705"/>
                  </a:lnTo>
                  <a:lnTo>
                    <a:pt x="3029" y="1324"/>
                  </a:lnTo>
                  <a:lnTo>
                    <a:pt x="2487" y="903"/>
                  </a:lnTo>
                  <a:lnTo>
                    <a:pt x="1966" y="481"/>
                  </a:lnTo>
                  <a:lnTo>
                    <a:pt x="1464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5" name="Google Shape;5245;p21"/>
            <p:cNvSpPr/>
            <p:nvPr/>
          </p:nvSpPr>
          <p:spPr>
            <a:xfrm>
              <a:off x="11161575" y="3984550"/>
              <a:ext cx="64200" cy="193550"/>
            </a:xfrm>
            <a:custGeom>
              <a:avLst/>
              <a:gdLst/>
              <a:ahLst/>
              <a:cxnLst/>
              <a:rect l="l" t="t" r="r" b="b"/>
              <a:pathLst>
                <a:path w="2568" h="7742" fill="none" extrusionOk="0">
                  <a:moveTo>
                    <a:pt x="462" y="1"/>
                  </a:moveTo>
                  <a:lnTo>
                    <a:pt x="462" y="1"/>
                  </a:lnTo>
                  <a:lnTo>
                    <a:pt x="462" y="362"/>
                  </a:lnTo>
                  <a:lnTo>
                    <a:pt x="442" y="763"/>
                  </a:lnTo>
                  <a:lnTo>
                    <a:pt x="341" y="1625"/>
                  </a:lnTo>
                  <a:lnTo>
                    <a:pt x="121" y="3490"/>
                  </a:lnTo>
                  <a:lnTo>
                    <a:pt x="41" y="4413"/>
                  </a:lnTo>
                  <a:lnTo>
                    <a:pt x="1" y="4834"/>
                  </a:lnTo>
                  <a:lnTo>
                    <a:pt x="1" y="5255"/>
                  </a:lnTo>
                  <a:lnTo>
                    <a:pt x="1" y="5656"/>
                  </a:lnTo>
                  <a:lnTo>
                    <a:pt x="41" y="6017"/>
                  </a:lnTo>
                  <a:lnTo>
                    <a:pt x="81" y="6338"/>
                  </a:lnTo>
                  <a:lnTo>
                    <a:pt x="181" y="6619"/>
                  </a:lnTo>
                  <a:lnTo>
                    <a:pt x="181" y="6619"/>
                  </a:lnTo>
                  <a:lnTo>
                    <a:pt x="281" y="6880"/>
                  </a:lnTo>
                  <a:lnTo>
                    <a:pt x="422" y="7140"/>
                  </a:lnTo>
                  <a:lnTo>
                    <a:pt x="763" y="7742"/>
                  </a:lnTo>
                  <a:lnTo>
                    <a:pt x="763" y="7742"/>
                  </a:lnTo>
                  <a:lnTo>
                    <a:pt x="943" y="6639"/>
                  </a:lnTo>
                  <a:lnTo>
                    <a:pt x="1144" y="5576"/>
                  </a:lnTo>
                  <a:lnTo>
                    <a:pt x="1144" y="5576"/>
                  </a:lnTo>
                  <a:lnTo>
                    <a:pt x="1284" y="4974"/>
                  </a:lnTo>
                  <a:lnTo>
                    <a:pt x="1424" y="4373"/>
                  </a:lnTo>
                  <a:lnTo>
                    <a:pt x="1585" y="3771"/>
                  </a:lnTo>
                  <a:lnTo>
                    <a:pt x="1745" y="3190"/>
                  </a:lnTo>
                  <a:lnTo>
                    <a:pt x="1926" y="2608"/>
                  </a:lnTo>
                  <a:lnTo>
                    <a:pt x="2126" y="2026"/>
                  </a:lnTo>
                  <a:lnTo>
                    <a:pt x="2347" y="1445"/>
                  </a:lnTo>
                  <a:lnTo>
                    <a:pt x="2568" y="883"/>
                  </a:lnTo>
                  <a:lnTo>
                    <a:pt x="2568" y="883"/>
                  </a:lnTo>
                  <a:lnTo>
                    <a:pt x="2026" y="683"/>
                  </a:lnTo>
                  <a:lnTo>
                    <a:pt x="1485" y="462"/>
                  </a:lnTo>
                  <a:lnTo>
                    <a:pt x="963" y="242"/>
                  </a:lnTo>
                  <a:lnTo>
                    <a:pt x="46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6" name="Google Shape;5246;p21"/>
            <p:cNvSpPr/>
            <p:nvPr/>
          </p:nvSpPr>
          <p:spPr>
            <a:xfrm>
              <a:off x="11435825" y="4588200"/>
              <a:ext cx="12550" cy="69225"/>
            </a:xfrm>
            <a:custGeom>
              <a:avLst/>
              <a:gdLst/>
              <a:ahLst/>
              <a:cxnLst/>
              <a:rect l="l" t="t" r="r" b="b"/>
              <a:pathLst>
                <a:path w="502" h="2769" extrusionOk="0">
                  <a:moveTo>
                    <a:pt x="0" y="1"/>
                  </a:moveTo>
                  <a:lnTo>
                    <a:pt x="20" y="682"/>
                  </a:lnTo>
                  <a:lnTo>
                    <a:pt x="61" y="1364"/>
                  </a:lnTo>
                  <a:lnTo>
                    <a:pt x="101" y="2046"/>
                  </a:lnTo>
                  <a:lnTo>
                    <a:pt x="161" y="2708"/>
                  </a:lnTo>
                  <a:lnTo>
                    <a:pt x="181" y="2748"/>
                  </a:lnTo>
                  <a:lnTo>
                    <a:pt x="221" y="2768"/>
                  </a:lnTo>
                  <a:lnTo>
                    <a:pt x="301" y="2768"/>
                  </a:lnTo>
                  <a:lnTo>
                    <a:pt x="341" y="2748"/>
                  </a:lnTo>
                  <a:lnTo>
                    <a:pt x="361" y="2688"/>
                  </a:lnTo>
                  <a:lnTo>
                    <a:pt x="422" y="2046"/>
                  </a:lnTo>
                  <a:lnTo>
                    <a:pt x="462" y="1404"/>
                  </a:lnTo>
                  <a:lnTo>
                    <a:pt x="482" y="763"/>
                  </a:lnTo>
                  <a:lnTo>
                    <a:pt x="502" y="12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7" name="Google Shape;5247;p21"/>
            <p:cNvSpPr/>
            <p:nvPr/>
          </p:nvSpPr>
          <p:spPr>
            <a:xfrm>
              <a:off x="11322000" y="4109400"/>
              <a:ext cx="116850" cy="218625"/>
            </a:xfrm>
            <a:custGeom>
              <a:avLst/>
              <a:gdLst/>
              <a:ahLst/>
              <a:cxnLst/>
              <a:rect l="l" t="t" r="r" b="b"/>
              <a:pathLst>
                <a:path w="4674" h="8745" extrusionOk="0">
                  <a:moveTo>
                    <a:pt x="3551" y="0"/>
                  </a:moveTo>
                  <a:lnTo>
                    <a:pt x="3230" y="301"/>
                  </a:lnTo>
                  <a:lnTo>
                    <a:pt x="2869" y="682"/>
                  </a:lnTo>
                  <a:lnTo>
                    <a:pt x="2428" y="1184"/>
                  </a:lnTo>
                  <a:lnTo>
                    <a:pt x="2187" y="1464"/>
                  </a:lnTo>
                  <a:lnTo>
                    <a:pt x="1946" y="1805"/>
                  </a:lnTo>
                  <a:lnTo>
                    <a:pt x="1686" y="2146"/>
                  </a:lnTo>
                  <a:lnTo>
                    <a:pt x="1445" y="2527"/>
                  </a:lnTo>
                  <a:lnTo>
                    <a:pt x="1184" y="2928"/>
                  </a:lnTo>
                  <a:lnTo>
                    <a:pt x="964" y="3350"/>
                  </a:lnTo>
                  <a:lnTo>
                    <a:pt x="723" y="3811"/>
                  </a:lnTo>
                  <a:lnTo>
                    <a:pt x="522" y="4272"/>
                  </a:lnTo>
                  <a:lnTo>
                    <a:pt x="362" y="4713"/>
                  </a:lnTo>
                  <a:lnTo>
                    <a:pt x="222" y="5175"/>
                  </a:lnTo>
                  <a:lnTo>
                    <a:pt x="101" y="5656"/>
                  </a:lnTo>
                  <a:lnTo>
                    <a:pt x="1" y="6137"/>
                  </a:lnTo>
                  <a:lnTo>
                    <a:pt x="2628" y="8744"/>
                  </a:lnTo>
                  <a:lnTo>
                    <a:pt x="2628" y="8203"/>
                  </a:lnTo>
                  <a:lnTo>
                    <a:pt x="2668" y="7581"/>
                  </a:lnTo>
                  <a:lnTo>
                    <a:pt x="2728" y="6779"/>
                  </a:lnTo>
                  <a:lnTo>
                    <a:pt x="2849" y="5836"/>
                  </a:lnTo>
                  <a:lnTo>
                    <a:pt x="3009" y="4793"/>
                  </a:lnTo>
                  <a:lnTo>
                    <a:pt x="3109" y="4252"/>
                  </a:lnTo>
                  <a:lnTo>
                    <a:pt x="3210" y="3711"/>
                  </a:lnTo>
                  <a:lnTo>
                    <a:pt x="3350" y="3169"/>
                  </a:lnTo>
                  <a:lnTo>
                    <a:pt x="3511" y="2608"/>
                  </a:lnTo>
                  <a:lnTo>
                    <a:pt x="3671" y="2126"/>
                  </a:lnTo>
                  <a:lnTo>
                    <a:pt x="3831" y="1665"/>
                  </a:lnTo>
                  <a:lnTo>
                    <a:pt x="4012" y="1204"/>
                  </a:lnTo>
                  <a:lnTo>
                    <a:pt x="4232" y="763"/>
                  </a:lnTo>
                  <a:lnTo>
                    <a:pt x="4433" y="361"/>
                  </a:lnTo>
                  <a:lnTo>
                    <a:pt x="467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8" name="Google Shape;5248;p21"/>
            <p:cNvSpPr/>
            <p:nvPr/>
          </p:nvSpPr>
          <p:spPr>
            <a:xfrm>
              <a:off x="11322000" y="4109400"/>
              <a:ext cx="116850" cy="218625"/>
            </a:xfrm>
            <a:custGeom>
              <a:avLst/>
              <a:gdLst/>
              <a:ahLst/>
              <a:cxnLst/>
              <a:rect l="l" t="t" r="r" b="b"/>
              <a:pathLst>
                <a:path w="4674" h="8745" fill="none" extrusionOk="0">
                  <a:moveTo>
                    <a:pt x="4674" y="0"/>
                  </a:moveTo>
                  <a:lnTo>
                    <a:pt x="4674" y="0"/>
                  </a:lnTo>
                  <a:lnTo>
                    <a:pt x="4433" y="361"/>
                  </a:lnTo>
                  <a:lnTo>
                    <a:pt x="4232" y="763"/>
                  </a:lnTo>
                  <a:lnTo>
                    <a:pt x="4232" y="763"/>
                  </a:lnTo>
                  <a:lnTo>
                    <a:pt x="4012" y="1204"/>
                  </a:lnTo>
                  <a:lnTo>
                    <a:pt x="3831" y="1665"/>
                  </a:lnTo>
                  <a:lnTo>
                    <a:pt x="3671" y="2126"/>
                  </a:lnTo>
                  <a:lnTo>
                    <a:pt x="3511" y="2608"/>
                  </a:lnTo>
                  <a:lnTo>
                    <a:pt x="3511" y="2608"/>
                  </a:lnTo>
                  <a:lnTo>
                    <a:pt x="3350" y="3169"/>
                  </a:lnTo>
                  <a:lnTo>
                    <a:pt x="3210" y="3711"/>
                  </a:lnTo>
                  <a:lnTo>
                    <a:pt x="3109" y="4252"/>
                  </a:lnTo>
                  <a:lnTo>
                    <a:pt x="3009" y="4793"/>
                  </a:lnTo>
                  <a:lnTo>
                    <a:pt x="2849" y="5836"/>
                  </a:lnTo>
                  <a:lnTo>
                    <a:pt x="2728" y="6779"/>
                  </a:lnTo>
                  <a:lnTo>
                    <a:pt x="2668" y="7581"/>
                  </a:lnTo>
                  <a:lnTo>
                    <a:pt x="2628" y="8203"/>
                  </a:lnTo>
                  <a:lnTo>
                    <a:pt x="2628" y="8744"/>
                  </a:lnTo>
                  <a:lnTo>
                    <a:pt x="1" y="6137"/>
                  </a:lnTo>
                  <a:lnTo>
                    <a:pt x="1" y="6137"/>
                  </a:lnTo>
                  <a:lnTo>
                    <a:pt x="101" y="5656"/>
                  </a:lnTo>
                  <a:lnTo>
                    <a:pt x="222" y="5175"/>
                  </a:lnTo>
                  <a:lnTo>
                    <a:pt x="362" y="4713"/>
                  </a:lnTo>
                  <a:lnTo>
                    <a:pt x="522" y="4272"/>
                  </a:lnTo>
                  <a:lnTo>
                    <a:pt x="522" y="4272"/>
                  </a:lnTo>
                  <a:lnTo>
                    <a:pt x="723" y="3811"/>
                  </a:lnTo>
                  <a:lnTo>
                    <a:pt x="964" y="3350"/>
                  </a:lnTo>
                  <a:lnTo>
                    <a:pt x="1184" y="2928"/>
                  </a:lnTo>
                  <a:lnTo>
                    <a:pt x="1445" y="2527"/>
                  </a:lnTo>
                  <a:lnTo>
                    <a:pt x="1686" y="2146"/>
                  </a:lnTo>
                  <a:lnTo>
                    <a:pt x="1946" y="1805"/>
                  </a:lnTo>
                  <a:lnTo>
                    <a:pt x="2187" y="1464"/>
                  </a:lnTo>
                  <a:lnTo>
                    <a:pt x="2428" y="1184"/>
                  </a:lnTo>
                  <a:lnTo>
                    <a:pt x="2869" y="682"/>
                  </a:lnTo>
                  <a:lnTo>
                    <a:pt x="3230" y="301"/>
                  </a:lnTo>
                  <a:lnTo>
                    <a:pt x="3551" y="0"/>
                  </a:lnTo>
                  <a:lnTo>
                    <a:pt x="3771" y="0"/>
                  </a:lnTo>
                  <a:lnTo>
                    <a:pt x="4674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9" name="Google Shape;5249;p21"/>
            <p:cNvSpPr/>
            <p:nvPr/>
          </p:nvSpPr>
          <p:spPr>
            <a:xfrm>
              <a:off x="11416275" y="4109400"/>
              <a:ext cx="119350" cy="218125"/>
            </a:xfrm>
            <a:custGeom>
              <a:avLst/>
              <a:gdLst/>
              <a:ahLst/>
              <a:cxnLst/>
              <a:rect l="l" t="t" r="r" b="b"/>
              <a:pathLst>
                <a:path w="4774" h="8725" extrusionOk="0">
                  <a:moveTo>
                    <a:pt x="0" y="0"/>
                  </a:moveTo>
                  <a:lnTo>
                    <a:pt x="241" y="361"/>
                  </a:lnTo>
                  <a:lnTo>
                    <a:pt x="461" y="763"/>
                  </a:lnTo>
                  <a:lnTo>
                    <a:pt x="642" y="1123"/>
                  </a:lnTo>
                  <a:lnTo>
                    <a:pt x="802" y="1484"/>
                  </a:lnTo>
                  <a:lnTo>
                    <a:pt x="943" y="1845"/>
                  </a:lnTo>
                  <a:lnTo>
                    <a:pt x="1083" y="2247"/>
                  </a:lnTo>
                  <a:lnTo>
                    <a:pt x="1264" y="2808"/>
                  </a:lnTo>
                  <a:lnTo>
                    <a:pt x="1424" y="3370"/>
                  </a:lnTo>
                  <a:lnTo>
                    <a:pt x="1585" y="3951"/>
                  </a:lnTo>
                  <a:lnTo>
                    <a:pt x="1705" y="4513"/>
                  </a:lnTo>
                  <a:lnTo>
                    <a:pt x="1805" y="5054"/>
                  </a:lnTo>
                  <a:lnTo>
                    <a:pt x="1885" y="5596"/>
                  </a:lnTo>
                  <a:lnTo>
                    <a:pt x="2026" y="6598"/>
                  </a:lnTo>
                  <a:lnTo>
                    <a:pt x="2126" y="7461"/>
                  </a:lnTo>
                  <a:lnTo>
                    <a:pt x="2166" y="8123"/>
                  </a:lnTo>
                  <a:lnTo>
                    <a:pt x="2186" y="8724"/>
                  </a:lnTo>
                  <a:lnTo>
                    <a:pt x="4773" y="6077"/>
                  </a:lnTo>
                  <a:lnTo>
                    <a:pt x="4653" y="5495"/>
                  </a:lnTo>
                  <a:lnTo>
                    <a:pt x="4492" y="4954"/>
                  </a:lnTo>
                  <a:lnTo>
                    <a:pt x="4292" y="4412"/>
                  </a:lnTo>
                  <a:lnTo>
                    <a:pt x="4091" y="3911"/>
                  </a:lnTo>
                  <a:lnTo>
                    <a:pt x="3851" y="3430"/>
                  </a:lnTo>
                  <a:lnTo>
                    <a:pt x="3590" y="2969"/>
                  </a:lnTo>
                  <a:lnTo>
                    <a:pt x="3329" y="2547"/>
                  </a:lnTo>
                  <a:lnTo>
                    <a:pt x="3049" y="2146"/>
                  </a:lnTo>
                  <a:lnTo>
                    <a:pt x="2688" y="1665"/>
                  </a:lnTo>
                  <a:lnTo>
                    <a:pt x="2347" y="1244"/>
                  </a:lnTo>
                  <a:lnTo>
                    <a:pt x="2026" y="883"/>
                  </a:lnTo>
                  <a:lnTo>
                    <a:pt x="1725" y="562"/>
                  </a:lnTo>
                  <a:lnTo>
                    <a:pt x="1284" y="141"/>
                  </a:lnTo>
                  <a:lnTo>
                    <a:pt x="112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0" name="Google Shape;5250;p21"/>
            <p:cNvSpPr/>
            <p:nvPr/>
          </p:nvSpPr>
          <p:spPr>
            <a:xfrm>
              <a:off x="11416275" y="4109400"/>
              <a:ext cx="119350" cy="218125"/>
            </a:xfrm>
            <a:custGeom>
              <a:avLst/>
              <a:gdLst/>
              <a:ahLst/>
              <a:cxnLst/>
              <a:rect l="l" t="t" r="r" b="b"/>
              <a:pathLst>
                <a:path w="4774" h="8725" fill="none" extrusionOk="0">
                  <a:moveTo>
                    <a:pt x="4773" y="6077"/>
                  </a:moveTo>
                  <a:lnTo>
                    <a:pt x="2186" y="8724"/>
                  </a:lnTo>
                  <a:lnTo>
                    <a:pt x="2186" y="8724"/>
                  </a:lnTo>
                  <a:lnTo>
                    <a:pt x="2166" y="8123"/>
                  </a:lnTo>
                  <a:lnTo>
                    <a:pt x="2126" y="7461"/>
                  </a:lnTo>
                  <a:lnTo>
                    <a:pt x="2026" y="6598"/>
                  </a:lnTo>
                  <a:lnTo>
                    <a:pt x="1885" y="5596"/>
                  </a:lnTo>
                  <a:lnTo>
                    <a:pt x="1805" y="5054"/>
                  </a:lnTo>
                  <a:lnTo>
                    <a:pt x="1705" y="4513"/>
                  </a:lnTo>
                  <a:lnTo>
                    <a:pt x="1585" y="3951"/>
                  </a:lnTo>
                  <a:lnTo>
                    <a:pt x="1424" y="3370"/>
                  </a:lnTo>
                  <a:lnTo>
                    <a:pt x="1264" y="2808"/>
                  </a:lnTo>
                  <a:lnTo>
                    <a:pt x="1083" y="2247"/>
                  </a:lnTo>
                  <a:lnTo>
                    <a:pt x="1083" y="2247"/>
                  </a:lnTo>
                  <a:lnTo>
                    <a:pt x="943" y="1845"/>
                  </a:lnTo>
                  <a:lnTo>
                    <a:pt x="802" y="1484"/>
                  </a:lnTo>
                  <a:lnTo>
                    <a:pt x="642" y="1123"/>
                  </a:lnTo>
                  <a:lnTo>
                    <a:pt x="461" y="763"/>
                  </a:lnTo>
                  <a:lnTo>
                    <a:pt x="461" y="763"/>
                  </a:lnTo>
                  <a:lnTo>
                    <a:pt x="241" y="361"/>
                  </a:lnTo>
                  <a:lnTo>
                    <a:pt x="0" y="0"/>
                  </a:lnTo>
                  <a:lnTo>
                    <a:pt x="903" y="0"/>
                  </a:lnTo>
                  <a:lnTo>
                    <a:pt x="1123" y="0"/>
                  </a:lnTo>
                  <a:lnTo>
                    <a:pt x="1123" y="0"/>
                  </a:lnTo>
                  <a:lnTo>
                    <a:pt x="1284" y="141"/>
                  </a:lnTo>
                  <a:lnTo>
                    <a:pt x="1725" y="562"/>
                  </a:lnTo>
                  <a:lnTo>
                    <a:pt x="2026" y="883"/>
                  </a:lnTo>
                  <a:lnTo>
                    <a:pt x="2347" y="1244"/>
                  </a:lnTo>
                  <a:lnTo>
                    <a:pt x="2688" y="1665"/>
                  </a:lnTo>
                  <a:lnTo>
                    <a:pt x="3049" y="2146"/>
                  </a:lnTo>
                  <a:lnTo>
                    <a:pt x="3049" y="2146"/>
                  </a:lnTo>
                  <a:lnTo>
                    <a:pt x="3329" y="2547"/>
                  </a:lnTo>
                  <a:lnTo>
                    <a:pt x="3590" y="2969"/>
                  </a:lnTo>
                  <a:lnTo>
                    <a:pt x="3851" y="3430"/>
                  </a:lnTo>
                  <a:lnTo>
                    <a:pt x="4091" y="3911"/>
                  </a:lnTo>
                  <a:lnTo>
                    <a:pt x="4292" y="4412"/>
                  </a:lnTo>
                  <a:lnTo>
                    <a:pt x="4492" y="4954"/>
                  </a:lnTo>
                  <a:lnTo>
                    <a:pt x="4653" y="5495"/>
                  </a:lnTo>
                  <a:lnTo>
                    <a:pt x="4773" y="6077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1" name="Google Shape;5251;p21"/>
            <p:cNvSpPr/>
            <p:nvPr/>
          </p:nvSpPr>
          <p:spPr>
            <a:xfrm>
              <a:off x="11335050" y="4119925"/>
              <a:ext cx="92775" cy="96300"/>
            </a:xfrm>
            <a:custGeom>
              <a:avLst/>
              <a:gdLst/>
              <a:ahLst/>
              <a:cxnLst/>
              <a:rect l="l" t="t" r="r" b="b"/>
              <a:pathLst>
                <a:path w="3711" h="3852" extrusionOk="0">
                  <a:moveTo>
                    <a:pt x="2628" y="1"/>
                  </a:moveTo>
                  <a:lnTo>
                    <a:pt x="2487" y="121"/>
                  </a:lnTo>
                  <a:lnTo>
                    <a:pt x="2206" y="402"/>
                  </a:lnTo>
                  <a:lnTo>
                    <a:pt x="1906" y="763"/>
                  </a:lnTo>
                  <a:lnTo>
                    <a:pt x="1585" y="1164"/>
                  </a:lnTo>
                  <a:lnTo>
                    <a:pt x="1244" y="1605"/>
                  </a:lnTo>
                  <a:lnTo>
                    <a:pt x="923" y="2106"/>
                  </a:lnTo>
                  <a:lnTo>
                    <a:pt x="582" y="2648"/>
                  </a:lnTo>
                  <a:lnTo>
                    <a:pt x="281" y="3229"/>
                  </a:lnTo>
                  <a:lnTo>
                    <a:pt x="0" y="3851"/>
                  </a:lnTo>
                  <a:lnTo>
                    <a:pt x="281" y="3610"/>
                  </a:lnTo>
                  <a:lnTo>
                    <a:pt x="602" y="3390"/>
                  </a:lnTo>
                  <a:lnTo>
                    <a:pt x="903" y="3189"/>
                  </a:lnTo>
                  <a:lnTo>
                    <a:pt x="1224" y="2989"/>
                  </a:lnTo>
                  <a:lnTo>
                    <a:pt x="1565" y="2808"/>
                  </a:lnTo>
                  <a:lnTo>
                    <a:pt x="1906" y="2648"/>
                  </a:lnTo>
                  <a:lnTo>
                    <a:pt x="2587" y="2347"/>
                  </a:lnTo>
                  <a:lnTo>
                    <a:pt x="2989" y="2187"/>
                  </a:lnTo>
                  <a:lnTo>
                    <a:pt x="3149" y="1705"/>
                  </a:lnTo>
                  <a:lnTo>
                    <a:pt x="3309" y="1244"/>
                  </a:lnTo>
                  <a:lnTo>
                    <a:pt x="3490" y="783"/>
                  </a:lnTo>
                  <a:lnTo>
                    <a:pt x="3710" y="342"/>
                  </a:lnTo>
                  <a:lnTo>
                    <a:pt x="3630" y="181"/>
                  </a:lnTo>
                  <a:lnTo>
                    <a:pt x="3430" y="241"/>
                  </a:lnTo>
                  <a:lnTo>
                    <a:pt x="3309" y="281"/>
                  </a:lnTo>
                  <a:lnTo>
                    <a:pt x="3089" y="281"/>
                  </a:lnTo>
                  <a:lnTo>
                    <a:pt x="3009" y="261"/>
                  </a:lnTo>
                  <a:lnTo>
                    <a:pt x="2908" y="241"/>
                  </a:lnTo>
                  <a:lnTo>
                    <a:pt x="2788" y="181"/>
                  </a:lnTo>
                  <a:lnTo>
                    <a:pt x="2708" y="101"/>
                  </a:lnTo>
                  <a:lnTo>
                    <a:pt x="2628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2" name="Google Shape;5252;p21"/>
            <p:cNvSpPr/>
            <p:nvPr/>
          </p:nvSpPr>
          <p:spPr>
            <a:xfrm>
              <a:off x="11335050" y="4119925"/>
              <a:ext cx="92775" cy="96300"/>
            </a:xfrm>
            <a:custGeom>
              <a:avLst/>
              <a:gdLst/>
              <a:ahLst/>
              <a:cxnLst/>
              <a:rect l="l" t="t" r="r" b="b"/>
              <a:pathLst>
                <a:path w="3711" h="3852" fill="none" extrusionOk="0">
                  <a:moveTo>
                    <a:pt x="2628" y="1"/>
                  </a:moveTo>
                  <a:lnTo>
                    <a:pt x="2628" y="1"/>
                  </a:lnTo>
                  <a:lnTo>
                    <a:pt x="2487" y="121"/>
                  </a:lnTo>
                  <a:lnTo>
                    <a:pt x="2487" y="121"/>
                  </a:lnTo>
                  <a:lnTo>
                    <a:pt x="2206" y="402"/>
                  </a:lnTo>
                  <a:lnTo>
                    <a:pt x="1906" y="763"/>
                  </a:lnTo>
                  <a:lnTo>
                    <a:pt x="1585" y="1164"/>
                  </a:lnTo>
                  <a:lnTo>
                    <a:pt x="1244" y="1605"/>
                  </a:lnTo>
                  <a:lnTo>
                    <a:pt x="923" y="2106"/>
                  </a:lnTo>
                  <a:lnTo>
                    <a:pt x="582" y="2648"/>
                  </a:lnTo>
                  <a:lnTo>
                    <a:pt x="281" y="3229"/>
                  </a:lnTo>
                  <a:lnTo>
                    <a:pt x="0" y="3851"/>
                  </a:lnTo>
                  <a:lnTo>
                    <a:pt x="0" y="3851"/>
                  </a:lnTo>
                  <a:lnTo>
                    <a:pt x="281" y="3610"/>
                  </a:lnTo>
                  <a:lnTo>
                    <a:pt x="602" y="3390"/>
                  </a:lnTo>
                  <a:lnTo>
                    <a:pt x="903" y="3189"/>
                  </a:lnTo>
                  <a:lnTo>
                    <a:pt x="1224" y="2989"/>
                  </a:lnTo>
                  <a:lnTo>
                    <a:pt x="1565" y="2808"/>
                  </a:lnTo>
                  <a:lnTo>
                    <a:pt x="1906" y="2648"/>
                  </a:lnTo>
                  <a:lnTo>
                    <a:pt x="2587" y="2347"/>
                  </a:lnTo>
                  <a:lnTo>
                    <a:pt x="2587" y="2347"/>
                  </a:lnTo>
                  <a:lnTo>
                    <a:pt x="2989" y="2187"/>
                  </a:lnTo>
                  <a:lnTo>
                    <a:pt x="2989" y="2187"/>
                  </a:lnTo>
                  <a:lnTo>
                    <a:pt x="3149" y="1705"/>
                  </a:lnTo>
                  <a:lnTo>
                    <a:pt x="3309" y="1244"/>
                  </a:lnTo>
                  <a:lnTo>
                    <a:pt x="3490" y="783"/>
                  </a:lnTo>
                  <a:lnTo>
                    <a:pt x="3710" y="342"/>
                  </a:lnTo>
                  <a:lnTo>
                    <a:pt x="3710" y="342"/>
                  </a:lnTo>
                  <a:lnTo>
                    <a:pt x="3630" y="181"/>
                  </a:lnTo>
                  <a:lnTo>
                    <a:pt x="3630" y="181"/>
                  </a:lnTo>
                  <a:lnTo>
                    <a:pt x="3430" y="241"/>
                  </a:lnTo>
                  <a:lnTo>
                    <a:pt x="3309" y="281"/>
                  </a:lnTo>
                  <a:lnTo>
                    <a:pt x="3189" y="281"/>
                  </a:lnTo>
                  <a:lnTo>
                    <a:pt x="3189" y="281"/>
                  </a:lnTo>
                  <a:lnTo>
                    <a:pt x="3089" y="281"/>
                  </a:lnTo>
                  <a:lnTo>
                    <a:pt x="3009" y="261"/>
                  </a:lnTo>
                  <a:lnTo>
                    <a:pt x="2908" y="241"/>
                  </a:lnTo>
                  <a:lnTo>
                    <a:pt x="2788" y="181"/>
                  </a:lnTo>
                  <a:lnTo>
                    <a:pt x="2788" y="181"/>
                  </a:lnTo>
                  <a:lnTo>
                    <a:pt x="2708" y="101"/>
                  </a:lnTo>
                  <a:lnTo>
                    <a:pt x="2628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3" name="Google Shape;5253;p21"/>
            <p:cNvSpPr/>
            <p:nvPr/>
          </p:nvSpPr>
          <p:spPr>
            <a:xfrm>
              <a:off x="11425800" y="4119425"/>
              <a:ext cx="66700" cy="46150"/>
            </a:xfrm>
            <a:custGeom>
              <a:avLst/>
              <a:gdLst/>
              <a:ahLst/>
              <a:cxnLst/>
              <a:rect l="l" t="t" r="r" b="b"/>
              <a:pathLst>
                <a:path w="2668" h="1846" extrusionOk="0">
                  <a:moveTo>
                    <a:pt x="1143" y="1"/>
                  </a:moveTo>
                  <a:lnTo>
                    <a:pt x="1063" y="121"/>
                  </a:lnTo>
                  <a:lnTo>
                    <a:pt x="983" y="181"/>
                  </a:lnTo>
                  <a:lnTo>
                    <a:pt x="883" y="241"/>
                  </a:lnTo>
                  <a:lnTo>
                    <a:pt x="782" y="281"/>
                  </a:lnTo>
                  <a:lnTo>
                    <a:pt x="682" y="301"/>
                  </a:lnTo>
                  <a:lnTo>
                    <a:pt x="502" y="301"/>
                  </a:lnTo>
                  <a:lnTo>
                    <a:pt x="401" y="281"/>
                  </a:lnTo>
                  <a:lnTo>
                    <a:pt x="221" y="221"/>
                  </a:lnTo>
                  <a:lnTo>
                    <a:pt x="141" y="201"/>
                  </a:lnTo>
                  <a:lnTo>
                    <a:pt x="0" y="201"/>
                  </a:lnTo>
                  <a:lnTo>
                    <a:pt x="80" y="362"/>
                  </a:lnTo>
                  <a:lnTo>
                    <a:pt x="261" y="722"/>
                  </a:lnTo>
                  <a:lnTo>
                    <a:pt x="421" y="1083"/>
                  </a:lnTo>
                  <a:lnTo>
                    <a:pt x="562" y="1444"/>
                  </a:lnTo>
                  <a:lnTo>
                    <a:pt x="702" y="1846"/>
                  </a:lnTo>
                  <a:lnTo>
                    <a:pt x="1023" y="1785"/>
                  </a:lnTo>
                  <a:lnTo>
                    <a:pt x="1344" y="1745"/>
                  </a:lnTo>
                  <a:lnTo>
                    <a:pt x="1665" y="1725"/>
                  </a:lnTo>
                  <a:lnTo>
                    <a:pt x="2006" y="1705"/>
                  </a:lnTo>
                  <a:lnTo>
                    <a:pt x="2327" y="1725"/>
                  </a:lnTo>
                  <a:lnTo>
                    <a:pt x="2668" y="1745"/>
                  </a:lnTo>
                  <a:lnTo>
                    <a:pt x="2286" y="1244"/>
                  </a:lnTo>
                  <a:lnTo>
                    <a:pt x="1926" y="803"/>
                  </a:lnTo>
                  <a:lnTo>
                    <a:pt x="1605" y="422"/>
                  </a:lnTo>
                  <a:lnTo>
                    <a:pt x="1304" y="121"/>
                  </a:lnTo>
                  <a:lnTo>
                    <a:pt x="1143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4" name="Google Shape;5254;p21"/>
            <p:cNvSpPr/>
            <p:nvPr/>
          </p:nvSpPr>
          <p:spPr>
            <a:xfrm>
              <a:off x="11425800" y="4119425"/>
              <a:ext cx="66700" cy="46150"/>
            </a:xfrm>
            <a:custGeom>
              <a:avLst/>
              <a:gdLst/>
              <a:ahLst/>
              <a:cxnLst/>
              <a:rect l="l" t="t" r="r" b="b"/>
              <a:pathLst>
                <a:path w="2668" h="1846" fill="none" extrusionOk="0">
                  <a:moveTo>
                    <a:pt x="1143" y="1"/>
                  </a:moveTo>
                  <a:lnTo>
                    <a:pt x="1143" y="1"/>
                  </a:lnTo>
                  <a:lnTo>
                    <a:pt x="1063" y="121"/>
                  </a:lnTo>
                  <a:lnTo>
                    <a:pt x="983" y="181"/>
                  </a:lnTo>
                  <a:lnTo>
                    <a:pt x="983" y="181"/>
                  </a:lnTo>
                  <a:lnTo>
                    <a:pt x="883" y="241"/>
                  </a:lnTo>
                  <a:lnTo>
                    <a:pt x="782" y="281"/>
                  </a:lnTo>
                  <a:lnTo>
                    <a:pt x="682" y="301"/>
                  </a:lnTo>
                  <a:lnTo>
                    <a:pt x="602" y="301"/>
                  </a:lnTo>
                  <a:lnTo>
                    <a:pt x="602" y="301"/>
                  </a:lnTo>
                  <a:lnTo>
                    <a:pt x="502" y="301"/>
                  </a:lnTo>
                  <a:lnTo>
                    <a:pt x="401" y="281"/>
                  </a:lnTo>
                  <a:lnTo>
                    <a:pt x="401" y="281"/>
                  </a:lnTo>
                  <a:lnTo>
                    <a:pt x="221" y="221"/>
                  </a:lnTo>
                  <a:lnTo>
                    <a:pt x="141" y="201"/>
                  </a:lnTo>
                  <a:lnTo>
                    <a:pt x="80" y="201"/>
                  </a:lnTo>
                  <a:lnTo>
                    <a:pt x="80" y="201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80" y="362"/>
                  </a:lnTo>
                  <a:lnTo>
                    <a:pt x="80" y="362"/>
                  </a:lnTo>
                  <a:lnTo>
                    <a:pt x="80" y="362"/>
                  </a:lnTo>
                  <a:lnTo>
                    <a:pt x="261" y="722"/>
                  </a:lnTo>
                  <a:lnTo>
                    <a:pt x="421" y="1083"/>
                  </a:lnTo>
                  <a:lnTo>
                    <a:pt x="562" y="1444"/>
                  </a:lnTo>
                  <a:lnTo>
                    <a:pt x="702" y="1846"/>
                  </a:lnTo>
                  <a:lnTo>
                    <a:pt x="702" y="1846"/>
                  </a:lnTo>
                  <a:lnTo>
                    <a:pt x="1023" y="1785"/>
                  </a:lnTo>
                  <a:lnTo>
                    <a:pt x="1344" y="1745"/>
                  </a:lnTo>
                  <a:lnTo>
                    <a:pt x="1665" y="1725"/>
                  </a:lnTo>
                  <a:lnTo>
                    <a:pt x="2006" y="1705"/>
                  </a:lnTo>
                  <a:lnTo>
                    <a:pt x="2006" y="1705"/>
                  </a:lnTo>
                  <a:lnTo>
                    <a:pt x="2327" y="1725"/>
                  </a:lnTo>
                  <a:lnTo>
                    <a:pt x="2668" y="1745"/>
                  </a:lnTo>
                  <a:lnTo>
                    <a:pt x="2668" y="1745"/>
                  </a:lnTo>
                  <a:lnTo>
                    <a:pt x="2286" y="1244"/>
                  </a:lnTo>
                  <a:lnTo>
                    <a:pt x="1926" y="803"/>
                  </a:lnTo>
                  <a:lnTo>
                    <a:pt x="1605" y="422"/>
                  </a:lnTo>
                  <a:lnTo>
                    <a:pt x="1304" y="121"/>
                  </a:lnTo>
                  <a:lnTo>
                    <a:pt x="1304" y="121"/>
                  </a:lnTo>
                  <a:lnTo>
                    <a:pt x="1143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5" name="Google Shape;5255;p21"/>
            <p:cNvSpPr/>
            <p:nvPr/>
          </p:nvSpPr>
          <p:spPr>
            <a:xfrm>
              <a:off x="11254325" y="3988075"/>
              <a:ext cx="156450" cy="165975"/>
            </a:xfrm>
            <a:custGeom>
              <a:avLst/>
              <a:gdLst/>
              <a:ahLst/>
              <a:cxnLst/>
              <a:rect l="l" t="t" r="r" b="b"/>
              <a:pathLst>
                <a:path w="6258" h="6639" extrusionOk="0">
                  <a:moveTo>
                    <a:pt x="1244" y="0"/>
                  </a:moveTo>
                  <a:lnTo>
                    <a:pt x="983" y="20"/>
                  </a:lnTo>
                  <a:lnTo>
                    <a:pt x="863" y="40"/>
                  </a:lnTo>
                  <a:lnTo>
                    <a:pt x="723" y="80"/>
                  </a:lnTo>
                  <a:lnTo>
                    <a:pt x="562" y="161"/>
                  </a:lnTo>
                  <a:lnTo>
                    <a:pt x="402" y="261"/>
                  </a:lnTo>
                  <a:lnTo>
                    <a:pt x="281" y="361"/>
                  </a:lnTo>
                  <a:lnTo>
                    <a:pt x="181" y="482"/>
                  </a:lnTo>
                  <a:lnTo>
                    <a:pt x="101" y="622"/>
                  </a:lnTo>
                  <a:lnTo>
                    <a:pt x="61" y="762"/>
                  </a:lnTo>
                  <a:lnTo>
                    <a:pt x="21" y="923"/>
                  </a:lnTo>
                  <a:lnTo>
                    <a:pt x="1" y="1103"/>
                  </a:lnTo>
                  <a:lnTo>
                    <a:pt x="1" y="1264"/>
                  </a:lnTo>
                  <a:lnTo>
                    <a:pt x="21" y="1464"/>
                  </a:lnTo>
                  <a:lnTo>
                    <a:pt x="61" y="1645"/>
                  </a:lnTo>
                  <a:lnTo>
                    <a:pt x="101" y="1845"/>
                  </a:lnTo>
                  <a:lnTo>
                    <a:pt x="221" y="2226"/>
                  </a:lnTo>
                  <a:lnTo>
                    <a:pt x="382" y="2627"/>
                  </a:lnTo>
                  <a:lnTo>
                    <a:pt x="562" y="3028"/>
                  </a:lnTo>
                  <a:lnTo>
                    <a:pt x="763" y="3410"/>
                  </a:lnTo>
                  <a:lnTo>
                    <a:pt x="1144" y="4091"/>
                  </a:lnTo>
                  <a:lnTo>
                    <a:pt x="1425" y="4593"/>
                  </a:lnTo>
                  <a:lnTo>
                    <a:pt x="1505" y="4753"/>
                  </a:lnTo>
                  <a:lnTo>
                    <a:pt x="1545" y="4853"/>
                  </a:lnTo>
                  <a:lnTo>
                    <a:pt x="1505" y="4994"/>
                  </a:lnTo>
                  <a:lnTo>
                    <a:pt x="1445" y="5174"/>
                  </a:lnTo>
                  <a:lnTo>
                    <a:pt x="1364" y="5395"/>
                  </a:lnTo>
                  <a:lnTo>
                    <a:pt x="1324" y="5636"/>
                  </a:lnTo>
                  <a:lnTo>
                    <a:pt x="1304" y="5776"/>
                  </a:lnTo>
                  <a:lnTo>
                    <a:pt x="1304" y="5896"/>
                  </a:lnTo>
                  <a:lnTo>
                    <a:pt x="1324" y="6017"/>
                  </a:lnTo>
                  <a:lnTo>
                    <a:pt x="1384" y="6137"/>
                  </a:lnTo>
                  <a:lnTo>
                    <a:pt x="1445" y="6237"/>
                  </a:lnTo>
                  <a:lnTo>
                    <a:pt x="1545" y="6358"/>
                  </a:lnTo>
                  <a:lnTo>
                    <a:pt x="1665" y="6458"/>
                  </a:lnTo>
                  <a:lnTo>
                    <a:pt x="1826" y="6538"/>
                  </a:lnTo>
                  <a:lnTo>
                    <a:pt x="1966" y="6598"/>
                  </a:lnTo>
                  <a:lnTo>
                    <a:pt x="2126" y="6638"/>
                  </a:lnTo>
                  <a:lnTo>
                    <a:pt x="2688" y="6638"/>
                  </a:lnTo>
                  <a:lnTo>
                    <a:pt x="2909" y="6598"/>
                  </a:lnTo>
                  <a:lnTo>
                    <a:pt x="3350" y="6498"/>
                  </a:lnTo>
                  <a:lnTo>
                    <a:pt x="3831" y="6358"/>
                  </a:lnTo>
                  <a:lnTo>
                    <a:pt x="4292" y="6177"/>
                  </a:lnTo>
                  <a:lnTo>
                    <a:pt x="4754" y="5976"/>
                  </a:lnTo>
                  <a:lnTo>
                    <a:pt x="5195" y="5736"/>
                  </a:lnTo>
                  <a:lnTo>
                    <a:pt x="5215" y="5736"/>
                  </a:lnTo>
                  <a:lnTo>
                    <a:pt x="5536" y="5515"/>
                  </a:lnTo>
                  <a:lnTo>
                    <a:pt x="5816" y="5295"/>
                  </a:lnTo>
                  <a:lnTo>
                    <a:pt x="6057" y="5074"/>
                  </a:lnTo>
                  <a:lnTo>
                    <a:pt x="6258" y="4873"/>
                  </a:lnTo>
                  <a:lnTo>
                    <a:pt x="6238" y="3871"/>
                  </a:lnTo>
                  <a:lnTo>
                    <a:pt x="6017" y="3590"/>
                  </a:lnTo>
                  <a:lnTo>
                    <a:pt x="5756" y="3269"/>
                  </a:lnTo>
                  <a:lnTo>
                    <a:pt x="5395" y="2868"/>
                  </a:lnTo>
                  <a:lnTo>
                    <a:pt x="4994" y="2427"/>
                  </a:lnTo>
                  <a:lnTo>
                    <a:pt x="4513" y="1946"/>
                  </a:lnTo>
                  <a:lnTo>
                    <a:pt x="3991" y="1484"/>
                  </a:lnTo>
                  <a:lnTo>
                    <a:pt x="3450" y="1023"/>
                  </a:lnTo>
                  <a:lnTo>
                    <a:pt x="3009" y="702"/>
                  </a:lnTo>
                  <a:lnTo>
                    <a:pt x="2708" y="502"/>
                  </a:lnTo>
                  <a:lnTo>
                    <a:pt x="2407" y="341"/>
                  </a:lnTo>
                  <a:lnTo>
                    <a:pt x="2106" y="201"/>
                  </a:lnTo>
                  <a:lnTo>
                    <a:pt x="1826" y="101"/>
                  </a:lnTo>
                  <a:lnTo>
                    <a:pt x="1525" y="40"/>
                  </a:lnTo>
                  <a:lnTo>
                    <a:pt x="124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6" name="Google Shape;5256;p21"/>
            <p:cNvSpPr/>
            <p:nvPr/>
          </p:nvSpPr>
          <p:spPr>
            <a:xfrm>
              <a:off x="11254325" y="3988075"/>
              <a:ext cx="156450" cy="165975"/>
            </a:xfrm>
            <a:custGeom>
              <a:avLst/>
              <a:gdLst/>
              <a:ahLst/>
              <a:cxnLst/>
              <a:rect l="l" t="t" r="r" b="b"/>
              <a:pathLst>
                <a:path w="6258" h="6639" fill="none" extrusionOk="0">
                  <a:moveTo>
                    <a:pt x="6258" y="4873"/>
                  </a:moveTo>
                  <a:lnTo>
                    <a:pt x="6258" y="4873"/>
                  </a:lnTo>
                  <a:lnTo>
                    <a:pt x="6057" y="5074"/>
                  </a:lnTo>
                  <a:lnTo>
                    <a:pt x="5816" y="5295"/>
                  </a:lnTo>
                  <a:lnTo>
                    <a:pt x="5536" y="5515"/>
                  </a:lnTo>
                  <a:lnTo>
                    <a:pt x="5215" y="5736"/>
                  </a:lnTo>
                  <a:lnTo>
                    <a:pt x="5195" y="5736"/>
                  </a:lnTo>
                  <a:lnTo>
                    <a:pt x="5195" y="5736"/>
                  </a:lnTo>
                  <a:lnTo>
                    <a:pt x="4754" y="5976"/>
                  </a:lnTo>
                  <a:lnTo>
                    <a:pt x="4292" y="6177"/>
                  </a:lnTo>
                  <a:lnTo>
                    <a:pt x="3831" y="6358"/>
                  </a:lnTo>
                  <a:lnTo>
                    <a:pt x="3350" y="6498"/>
                  </a:lnTo>
                  <a:lnTo>
                    <a:pt x="2909" y="6598"/>
                  </a:lnTo>
                  <a:lnTo>
                    <a:pt x="2688" y="6638"/>
                  </a:lnTo>
                  <a:lnTo>
                    <a:pt x="2487" y="6638"/>
                  </a:lnTo>
                  <a:lnTo>
                    <a:pt x="2307" y="6638"/>
                  </a:lnTo>
                  <a:lnTo>
                    <a:pt x="2126" y="6638"/>
                  </a:lnTo>
                  <a:lnTo>
                    <a:pt x="1966" y="6598"/>
                  </a:lnTo>
                  <a:lnTo>
                    <a:pt x="1826" y="6538"/>
                  </a:lnTo>
                  <a:lnTo>
                    <a:pt x="1826" y="6538"/>
                  </a:lnTo>
                  <a:lnTo>
                    <a:pt x="1665" y="6458"/>
                  </a:lnTo>
                  <a:lnTo>
                    <a:pt x="1545" y="6358"/>
                  </a:lnTo>
                  <a:lnTo>
                    <a:pt x="1445" y="6237"/>
                  </a:lnTo>
                  <a:lnTo>
                    <a:pt x="1384" y="6137"/>
                  </a:lnTo>
                  <a:lnTo>
                    <a:pt x="1324" y="6017"/>
                  </a:lnTo>
                  <a:lnTo>
                    <a:pt x="1304" y="5896"/>
                  </a:lnTo>
                  <a:lnTo>
                    <a:pt x="1304" y="5776"/>
                  </a:lnTo>
                  <a:lnTo>
                    <a:pt x="1324" y="5636"/>
                  </a:lnTo>
                  <a:lnTo>
                    <a:pt x="1364" y="5395"/>
                  </a:lnTo>
                  <a:lnTo>
                    <a:pt x="1445" y="5174"/>
                  </a:lnTo>
                  <a:lnTo>
                    <a:pt x="1505" y="4994"/>
                  </a:lnTo>
                  <a:lnTo>
                    <a:pt x="1545" y="4853"/>
                  </a:lnTo>
                  <a:lnTo>
                    <a:pt x="1545" y="4853"/>
                  </a:lnTo>
                  <a:lnTo>
                    <a:pt x="1505" y="4753"/>
                  </a:lnTo>
                  <a:lnTo>
                    <a:pt x="1425" y="4593"/>
                  </a:lnTo>
                  <a:lnTo>
                    <a:pt x="1144" y="4091"/>
                  </a:lnTo>
                  <a:lnTo>
                    <a:pt x="763" y="3410"/>
                  </a:lnTo>
                  <a:lnTo>
                    <a:pt x="562" y="3028"/>
                  </a:lnTo>
                  <a:lnTo>
                    <a:pt x="382" y="2627"/>
                  </a:lnTo>
                  <a:lnTo>
                    <a:pt x="221" y="2226"/>
                  </a:lnTo>
                  <a:lnTo>
                    <a:pt x="101" y="1845"/>
                  </a:lnTo>
                  <a:lnTo>
                    <a:pt x="61" y="1645"/>
                  </a:lnTo>
                  <a:lnTo>
                    <a:pt x="21" y="1464"/>
                  </a:lnTo>
                  <a:lnTo>
                    <a:pt x="1" y="1264"/>
                  </a:lnTo>
                  <a:lnTo>
                    <a:pt x="1" y="1103"/>
                  </a:lnTo>
                  <a:lnTo>
                    <a:pt x="21" y="923"/>
                  </a:lnTo>
                  <a:lnTo>
                    <a:pt x="61" y="762"/>
                  </a:lnTo>
                  <a:lnTo>
                    <a:pt x="101" y="622"/>
                  </a:lnTo>
                  <a:lnTo>
                    <a:pt x="181" y="482"/>
                  </a:lnTo>
                  <a:lnTo>
                    <a:pt x="281" y="361"/>
                  </a:lnTo>
                  <a:lnTo>
                    <a:pt x="402" y="261"/>
                  </a:lnTo>
                  <a:lnTo>
                    <a:pt x="562" y="161"/>
                  </a:lnTo>
                  <a:lnTo>
                    <a:pt x="723" y="80"/>
                  </a:lnTo>
                  <a:lnTo>
                    <a:pt x="723" y="80"/>
                  </a:lnTo>
                  <a:lnTo>
                    <a:pt x="863" y="40"/>
                  </a:lnTo>
                  <a:lnTo>
                    <a:pt x="983" y="20"/>
                  </a:lnTo>
                  <a:lnTo>
                    <a:pt x="1244" y="0"/>
                  </a:lnTo>
                  <a:lnTo>
                    <a:pt x="1525" y="40"/>
                  </a:lnTo>
                  <a:lnTo>
                    <a:pt x="1826" y="101"/>
                  </a:lnTo>
                  <a:lnTo>
                    <a:pt x="2106" y="201"/>
                  </a:lnTo>
                  <a:lnTo>
                    <a:pt x="2407" y="341"/>
                  </a:lnTo>
                  <a:lnTo>
                    <a:pt x="2708" y="502"/>
                  </a:lnTo>
                  <a:lnTo>
                    <a:pt x="3009" y="702"/>
                  </a:lnTo>
                  <a:lnTo>
                    <a:pt x="3009" y="702"/>
                  </a:lnTo>
                  <a:lnTo>
                    <a:pt x="3009" y="702"/>
                  </a:lnTo>
                  <a:lnTo>
                    <a:pt x="3450" y="1023"/>
                  </a:lnTo>
                  <a:lnTo>
                    <a:pt x="3450" y="1023"/>
                  </a:lnTo>
                  <a:lnTo>
                    <a:pt x="3991" y="1484"/>
                  </a:lnTo>
                  <a:lnTo>
                    <a:pt x="4513" y="1946"/>
                  </a:lnTo>
                  <a:lnTo>
                    <a:pt x="4994" y="2427"/>
                  </a:lnTo>
                  <a:lnTo>
                    <a:pt x="5395" y="2868"/>
                  </a:lnTo>
                  <a:lnTo>
                    <a:pt x="5756" y="3269"/>
                  </a:lnTo>
                  <a:lnTo>
                    <a:pt x="6017" y="3590"/>
                  </a:lnTo>
                  <a:lnTo>
                    <a:pt x="6238" y="3871"/>
                  </a:lnTo>
                  <a:lnTo>
                    <a:pt x="6258" y="487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7" name="Google Shape;5257;p21"/>
            <p:cNvSpPr/>
            <p:nvPr/>
          </p:nvSpPr>
          <p:spPr>
            <a:xfrm>
              <a:off x="11350100" y="4072300"/>
              <a:ext cx="46150" cy="42650"/>
            </a:xfrm>
            <a:custGeom>
              <a:avLst/>
              <a:gdLst/>
              <a:ahLst/>
              <a:cxnLst/>
              <a:rect l="l" t="t" r="r" b="b"/>
              <a:pathLst>
                <a:path w="1846" h="1706" extrusionOk="0">
                  <a:moveTo>
                    <a:pt x="642" y="0"/>
                  </a:moveTo>
                  <a:lnTo>
                    <a:pt x="542" y="20"/>
                  </a:lnTo>
                  <a:lnTo>
                    <a:pt x="421" y="61"/>
                  </a:lnTo>
                  <a:lnTo>
                    <a:pt x="321" y="101"/>
                  </a:lnTo>
                  <a:lnTo>
                    <a:pt x="221" y="181"/>
                  </a:lnTo>
                  <a:lnTo>
                    <a:pt x="140" y="261"/>
                  </a:lnTo>
                  <a:lnTo>
                    <a:pt x="80" y="361"/>
                  </a:lnTo>
                  <a:lnTo>
                    <a:pt x="20" y="482"/>
                  </a:lnTo>
                  <a:lnTo>
                    <a:pt x="0" y="622"/>
                  </a:lnTo>
                  <a:lnTo>
                    <a:pt x="0" y="762"/>
                  </a:lnTo>
                  <a:lnTo>
                    <a:pt x="20" y="883"/>
                  </a:lnTo>
                  <a:lnTo>
                    <a:pt x="60" y="1023"/>
                  </a:lnTo>
                  <a:lnTo>
                    <a:pt x="140" y="1164"/>
                  </a:lnTo>
                  <a:lnTo>
                    <a:pt x="221" y="1264"/>
                  </a:lnTo>
                  <a:lnTo>
                    <a:pt x="321" y="1384"/>
                  </a:lnTo>
                  <a:lnTo>
                    <a:pt x="421" y="1464"/>
                  </a:lnTo>
                  <a:lnTo>
                    <a:pt x="602" y="1565"/>
                  </a:lnTo>
                  <a:lnTo>
                    <a:pt x="782" y="1645"/>
                  </a:lnTo>
                  <a:lnTo>
                    <a:pt x="963" y="1685"/>
                  </a:lnTo>
                  <a:lnTo>
                    <a:pt x="1163" y="1705"/>
                  </a:lnTo>
                  <a:lnTo>
                    <a:pt x="1324" y="1685"/>
                  </a:lnTo>
                  <a:lnTo>
                    <a:pt x="1484" y="1665"/>
                  </a:lnTo>
                  <a:lnTo>
                    <a:pt x="1645" y="1625"/>
                  </a:lnTo>
                  <a:lnTo>
                    <a:pt x="1785" y="1585"/>
                  </a:lnTo>
                  <a:lnTo>
                    <a:pt x="1825" y="1565"/>
                  </a:lnTo>
                  <a:lnTo>
                    <a:pt x="1845" y="1545"/>
                  </a:lnTo>
                  <a:lnTo>
                    <a:pt x="1845" y="1484"/>
                  </a:lnTo>
                  <a:lnTo>
                    <a:pt x="1825" y="1444"/>
                  </a:lnTo>
                  <a:lnTo>
                    <a:pt x="1765" y="1444"/>
                  </a:lnTo>
                  <a:lnTo>
                    <a:pt x="1544" y="1484"/>
                  </a:lnTo>
                  <a:lnTo>
                    <a:pt x="1304" y="1504"/>
                  </a:lnTo>
                  <a:lnTo>
                    <a:pt x="1123" y="1484"/>
                  </a:lnTo>
                  <a:lnTo>
                    <a:pt x="943" y="1444"/>
                  </a:lnTo>
                  <a:lnTo>
                    <a:pt x="762" y="1364"/>
                  </a:lnTo>
                  <a:lnTo>
                    <a:pt x="602" y="1244"/>
                  </a:lnTo>
                  <a:lnTo>
                    <a:pt x="521" y="1164"/>
                  </a:lnTo>
                  <a:lnTo>
                    <a:pt x="441" y="1063"/>
                  </a:lnTo>
                  <a:lnTo>
                    <a:pt x="381" y="963"/>
                  </a:lnTo>
                  <a:lnTo>
                    <a:pt x="341" y="863"/>
                  </a:lnTo>
                  <a:lnTo>
                    <a:pt x="321" y="742"/>
                  </a:lnTo>
                  <a:lnTo>
                    <a:pt x="321" y="642"/>
                  </a:lnTo>
                  <a:lnTo>
                    <a:pt x="381" y="542"/>
                  </a:lnTo>
                  <a:lnTo>
                    <a:pt x="461" y="442"/>
                  </a:lnTo>
                  <a:lnTo>
                    <a:pt x="562" y="381"/>
                  </a:lnTo>
                  <a:lnTo>
                    <a:pt x="682" y="341"/>
                  </a:lnTo>
                  <a:lnTo>
                    <a:pt x="802" y="321"/>
                  </a:lnTo>
                  <a:lnTo>
                    <a:pt x="923" y="301"/>
                  </a:lnTo>
                  <a:lnTo>
                    <a:pt x="1103" y="321"/>
                  </a:lnTo>
                  <a:lnTo>
                    <a:pt x="1284" y="361"/>
                  </a:lnTo>
                  <a:lnTo>
                    <a:pt x="1464" y="401"/>
                  </a:lnTo>
                  <a:lnTo>
                    <a:pt x="1645" y="462"/>
                  </a:lnTo>
                  <a:lnTo>
                    <a:pt x="1645" y="221"/>
                  </a:lnTo>
                  <a:lnTo>
                    <a:pt x="1645" y="201"/>
                  </a:lnTo>
                  <a:lnTo>
                    <a:pt x="1424" y="121"/>
                  </a:lnTo>
                  <a:lnTo>
                    <a:pt x="1203" y="61"/>
                  </a:lnTo>
                  <a:lnTo>
                    <a:pt x="983" y="20"/>
                  </a:lnTo>
                  <a:lnTo>
                    <a:pt x="782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8" name="Google Shape;5258;p21"/>
            <p:cNvSpPr/>
            <p:nvPr/>
          </p:nvSpPr>
          <p:spPr>
            <a:xfrm>
              <a:off x="11254325" y="4016150"/>
              <a:ext cx="129875" cy="138400"/>
            </a:xfrm>
            <a:custGeom>
              <a:avLst/>
              <a:gdLst/>
              <a:ahLst/>
              <a:cxnLst/>
              <a:rect l="l" t="t" r="r" b="b"/>
              <a:pathLst>
                <a:path w="5195" h="5536" extrusionOk="0">
                  <a:moveTo>
                    <a:pt x="1" y="0"/>
                  </a:moveTo>
                  <a:lnTo>
                    <a:pt x="1" y="40"/>
                  </a:lnTo>
                  <a:lnTo>
                    <a:pt x="21" y="301"/>
                  </a:lnTo>
                  <a:lnTo>
                    <a:pt x="61" y="582"/>
                  </a:lnTo>
                  <a:lnTo>
                    <a:pt x="141" y="863"/>
                  </a:lnTo>
                  <a:lnTo>
                    <a:pt x="241" y="1163"/>
                  </a:lnTo>
                  <a:lnTo>
                    <a:pt x="362" y="1444"/>
                  </a:lnTo>
                  <a:lnTo>
                    <a:pt x="482" y="1745"/>
                  </a:lnTo>
                  <a:lnTo>
                    <a:pt x="763" y="2307"/>
                  </a:lnTo>
                  <a:lnTo>
                    <a:pt x="1043" y="2808"/>
                  </a:lnTo>
                  <a:lnTo>
                    <a:pt x="1304" y="3229"/>
                  </a:lnTo>
                  <a:lnTo>
                    <a:pt x="1465" y="3550"/>
                  </a:lnTo>
                  <a:lnTo>
                    <a:pt x="1525" y="3650"/>
                  </a:lnTo>
                  <a:lnTo>
                    <a:pt x="1545" y="3730"/>
                  </a:lnTo>
                  <a:lnTo>
                    <a:pt x="1505" y="3891"/>
                  </a:lnTo>
                  <a:lnTo>
                    <a:pt x="1425" y="4132"/>
                  </a:lnTo>
                  <a:lnTo>
                    <a:pt x="1344" y="4392"/>
                  </a:lnTo>
                  <a:lnTo>
                    <a:pt x="1304" y="4533"/>
                  </a:lnTo>
                  <a:lnTo>
                    <a:pt x="1304" y="4673"/>
                  </a:lnTo>
                  <a:lnTo>
                    <a:pt x="1304" y="4773"/>
                  </a:lnTo>
                  <a:lnTo>
                    <a:pt x="1324" y="4874"/>
                  </a:lnTo>
                  <a:lnTo>
                    <a:pt x="1364" y="4974"/>
                  </a:lnTo>
                  <a:lnTo>
                    <a:pt x="1425" y="5074"/>
                  </a:lnTo>
                  <a:lnTo>
                    <a:pt x="1485" y="5174"/>
                  </a:lnTo>
                  <a:lnTo>
                    <a:pt x="1585" y="5255"/>
                  </a:lnTo>
                  <a:lnTo>
                    <a:pt x="1685" y="5355"/>
                  </a:lnTo>
                  <a:lnTo>
                    <a:pt x="1826" y="5415"/>
                  </a:lnTo>
                  <a:lnTo>
                    <a:pt x="1946" y="5475"/>
                  </a:lnTo>
                  <a:lnTo>
                    <a:pt x="2086" y="5495"/>
                  </a:lnTo>
                  <a:lnTo>
                    <a:pt x="2227" y="5515"/>
                  </a:lnTo>
                  <a:lnTo>
                    <a:pt x="2387" y="5535"/>
                  </a:lnTo>
                  <a:lnTo>
                    <a:pt x="2708" y="5515"/>
                  </a:lnTo>
                  <a:lnTo>
                    <a:pt x="3029" y="5455"/>
                  </a:lnTo>
                  <a:lnTo>
                    <a:pt x="3390" y="5375"/>
                  </a:lnTo>
                  <a:lnTo>
                    <a:pt x="3771" y="5255"/>
                  </a:lnTo>
                  <a:lnTo>
                    <a:pt x="4132" y="5114"/>
                  </a:lnTo>
                  <a:lnTo>
                    <a:pt x="4493" y="4974"/>
                  </a:lnTo>
                  <a:lnTo>
                    <a:pt x="4854" y="4793"/>
                  </a:lnTo>
                  <a:lnTo>
                    <a:pt x="5195" y="4613"/>
                  </a:lnTo>
                  <a:lnTo>
                    <a:pt x="4814" y="4753"/>
                  </a:lnTo>
                  <a:lnTo>
                    <a:pt x="4373" y="4914"/>
                  </a:lnTo>
                  <a:lnTo>
                    <a:pt x="4132" y="4974"/>
                  </a:lnTo>
                  <a:lnTo>
                    <a:pt x="3891" y="5034"/>
                  </a:lnTo>
                  <a:lnTo>
                    <a:pt x="3671" y="5054"/>
                  </a:lnTo>
                  <a:lnTo>
                    <a:pt x="3450" y="5074"/>
                  </a:lnTo>
                  <a:lnTo>
                    <a:pt x="3249" y="5054"/>
                  </a:lnTo>
                  <a:lnTo>
                    <a:pt x="3089" y="5014"/>
                  </a:lnTo>
                  <a:lnTo>
                    <a:pt x="2929" y="4954"/>
                  </a:lnTo>
                  <a:lnTo>
                    <a:pt x="2808" y="4853"/>
                  </a:lnTo>
                  <a:lnTo>
                    <a:pt x="2748" y="4793"/>
                  </a:lnTo>
                  <a:lnTo>
                    <a:pt x="2708" y="4713"/>
                  </a:lnTo>
                  <a:lnTo>
                    <a:pt x="2628" y="4533"/>
                  </a:lnTo>
                  <a:lnTo>
                    <a:pt x="2588" y="4292"/>
                  </a:lnTo>
                  <a:lnTo>
                    <a:pt x="2608" y="4031"/>
                  </a:lnTo>
                  <a:lnTo>
                    <a:pt x="2628" y="3851"/>
                  </a:lnTo>
                  <a:lnTo>
                    <a:pt x="2668" y="3690"/>
                  </a:lnTo>
                  <a:lnTo>
                    <a:pt x="2788" y="3369"/>
                  </a:lnTo>
                  <a:lnTo>
                    <a:pt x="2828" y="3229"/>
                  </a:lnTo>
                  <a:lnTo>
                    <a:pt x="2868" y="3069"/>
                  </a:lnTo>
                  <a:lnTo>
                    <a:pt x="2868" y="2888"/>
                  </a:lnTo>
                  <a:lnTo>
                    <a:pt x="2848" y="2688"/>
                  </a:lnTo>
                  <a:lnTo>
                    <a:pt x="2788" y="2507"/>
                  </a:lnTo>
                  <a:lnTo>
                    <a:pt x="2648" y="2246"/>
                  </a:lnTo>
                  <a:lnTo>
                    <a:pt x="2287" y="1645"/>
                  </a:lnTo>
                  <a:lnTo>
                    <a:pt x="2106" y="1324"/>
                  </a:lnTo>
                  <a:lnTo>
                    <a:pt x="1946" y="1003"/>
                  </a:lnTo>
                  <a:lnTo>
                    <a:pt x="1806" y="722"/>
                  </a:lnTo>
                  <a:lnTo>
                    <a:pt x="1765" y="582"/>
                  </a:lnTo>
                  <a:lnTo>
                    <a:pt x="1745" y="462"/>
                  </a:lnTo>
                  <a:lnTo>
                    <a:pt x="863" y="24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9" name="Google Shape;5259;p21"/>
            <p:cNvSpPr/>
            <p:nvPr/>
          </p:nvSpPr>
          <p:spPr>
            <a:xfrm>
              <a:off x="11254325" y="4016150"/>
              <a:ext cx="129875" cy="138400"/>
            </a:xfrm>
            <a:custGeom>
              <a:avLst/>
              <a:gdLst/>
              <a:ahLst/>
              <a:cxnLst/>
              <a:rect l="l" t="t" r="r" b="b"/>
              <a:pathLst>
                <a:path w="5195" h="5536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21" y="301"/>
                  </a:lnTo>
                  <a:lnTo>
                    <a:pt x="61" y="582"/>
                  </a:lnTo>
                  <a:lnTo>
                    <a:pt x="141" y="863"/>
                  </a:lnTo>
                  <a:lnTo>
                    <a:pt x="241" y="1163"/>
                  </a:lnTo>
                  <a:lnTo>
                    <a:pt x="362" y="1444"/>
                  </a:lnTo>
                  <a:lnTo>
                    <a:pt x="482" y="1745"/>
                  </a:lnTo>
                  <a:lnTo>
                    <a:pt x="763" y="2307"/>
                  </a:lnTo>
                  <a:lnTo>
                    <a:pt x="1043" y="2808"/>
                  </a:lnTo>
                  <a:lnTo>
                    <a:pt x="1304" y="3229"/>
                  </a:lnTo>
                  <a:lnTo>
                    <a:pt x="1465" y="3550"/>
                  </a:lnTo>
                  <a:lnTo>
                    <a:pt x="1525" y="3650"/>
                  </a:lnTo>
                  <a:lnTo>
                    <a:pt x="1545" y="3730"/>
                  </a:lnTo>
                  <a:lnTo>
                    <a:pt x="1545" y="3730"/>
                  </a:lnTo>
                  <a:lnTo>
                    <a:pt x="1545" y="3730"/>
                  </a:lnTo>
                  <a:lnTo>
                    <a:pt x="1545" y="3730"/>
                  </a:lnTo>
                  <a:lnTo>
                    <a:pt x="1505" y="3891"/>
                  </a:lnTo>
                  <a:lnTo>
                    <a:pt x="1425" y="4132"/>
                  </a:lnTo>
                  <a:lnTo>
                    <a:pt x="1344" y="4392"/>
                  </a:lnTo>
                  <a:lnTo>
                    <a:pt x="1304" y="4533"/>
                  </a:lnTo>
                  <a:lnTo>
                    <a:pt x="1304" y="4673"/>
                  </a:lnTo>
                  <a:lnTo>
                    <a:pt x="1304" y="4673"/>
                  </a:lnTo>
                  <a:lnTo>
                    <a:pt x="1304" y="4773"/>
                  </a:lnTo>
                  <a:lnTo>
                    <a:pt x="1324" y="4874"/>
                  </a:lnTo>
                  <a:lnTo>
                    <a:pt x="1364" y="4974"/>
                  </a:lnTo>
                  <a:lnTo>
                    <a:pt x="1425" y="5074"/>
                  </a:lnTo>
                  <a:lnTo>
                    <a:pt x="1485" y="5174"/>
                  </a:lnTo>
                  <a:lnTo>
                    <a:pt x="1585" y="5255"/>
                  </a:lnTo>
                  <a:lnTo>
                    <a:pt x="1685" y="5355"/>
                  </a:lnTo>
                  <a:lnTo>
                    <a:pt x="1826" y="5415"/>
                  </a:lnTo>
                  <a:lnTo>
                    <a:pt x="1826" y="5415"/>
                  </a:lnTo>
                  <a:lnTo>
                    <a:pt x="1946" y="5475"/>
                  </a:lnTo>
                  <a:lnTo>
                    <a:pt x="2086" y="5495"/>
                  </a:lnTo>
                  <a:lnTo>
                    <a:pt x="2227" y="5515"/>
                  </a:lnTo>
                  <a:lnTo>
                    <a:pt x="2387" y="5535"/>
                  </a:lnTo>
                  <a:lnTo>
                    <a:pt x="2387" y="5535"/>
                  </a:lnTo>
                  <a:lnTo>
                    <a:pt x="2708" y="5515"/>
                  </a:lnTo>
                  <a:lnTo>
                    <a:pt x="3029" y="5455"/>
                  </a:lnTo>
                  <a:lnTo>
                    <a:pt x="3390" y="5375"/>
                  </a:lnTo>
                  <a:lnTo>
                    <a:pt x="3771" y="5255"/>
                  </a:lnTo>
                  <a:lnTo>
                    <a:pt x="4132" y="5114"/>
                  </a:lnTo>
                  <a:lnTo>
                    <a:pt x="4493" y="4974"/>
                  </a:lnTo>
                  <a:lnTo>
                    <a:pt x="4854" y="4793"/>
                  </a:lnTo>
                  <a:lnTo>
                    <a:pt x="5195" y="4613"/>
                  </a:lnTo>
                  <a:lnTo>
                    <a:pt x="5195" y="4613"/>
                  </a:lnTo>
                  <a:lnTo>
                    <a:pt x="4814" y="4753"/>
                  </a:lnTo>
                  <a:lnTo>
                    <a:pt x="4373" y="4914"/>
                  </a:lnTo>
                  <a:lnTo>
                    <a:pt x="4132" y="4974"/>
                  </a:lnTo>
                  <a:lnTo>
                    <a:pt x="3891" y="5034"/>
                  </a:lnTo>
                  <a:lnTo>
                    <a:pt x="3671" y="5054"/>
                  </a:lnTo>
                  <a:lnTo>
                    <a:pt x="3450" y="5074"/>
                  </a:lnTo>
                  <a:lnTo>
                    <a:pt x="3450" y="5074"/>
                  </a:lnTo>
                  <a:lnTo>
                    <a:pt x="3249" y="5054"/>
                  </a:lnTo>
                  <a:lnTo>
                    <a:pt x="3089" y="5014"/>
                  </a:lnTo>
                  <a:lnTo>
                    <a:pt x="2929" y="4954"/>
                  </a:lnTo>
                  <a:lnTo>
                    <a:pt x="2808" y="4853"/>
                  </a:lnTo>
                  <a:lnTo>
                    <a:pt x="2748" y="4793"/>
                  </a:lnTo>
                  <a:lnTo>
                    <a:pt x="2708" y="4713"/>
                  </a:lnTo>
                  <a:lnTo>
                    <a:pt x="2628" y="4533"/>
                  </a:lnTo>
                  <a:lnTo>
                    <a:pt x="2588" y="4292"/>
                  </a:lnTo>
                  <a:lnTo>
                    <a:pt x="2608" y="4031"/>
                  </a:lnTo>
                  <a:lnTo>
                    <a:pt x="2608" y="4031"/>
                  </a:lnTo>
                  <a:lnTo>
                    <a:pt x="2628" y="3851"/>
                  </a:lnTo>
                  <a:lnTo>
                    <a:pt x="2668" y="3690"/>
                  </a:lnTo>
                  <a:lnTo>
                    <a:pt x="2788" y="3369"/>
                  </a:lnTo>
                  <a:lnTo>
                    <a:pt x="2828" y="3229"/>
                  </a:lnTo>
                  <a:lnTo>
                    <a:pt x="2868" y="3069"/>
                  </a:lnTo>
                  <a:lnTo>
                    <a:pt x="2868" y="2888"/>
                  </a:lnTo>
                  <a:lnTo>
                    <a:pt x="2848" y="2688"/>
                  </a:lnTo>
                  <a:lnTo>
                    <a:pt x="2848" y="2688"/>
                  </a:lnTo>
                  <a:lnTo>
                    <a:pt x="2788" y="2507"/>
                  </a:lnTo>
                  <a:lnTo>
                    <a:pt x="2648" y="2246"/>
                  </a:lnTo>
                  <a:lnTo>
                    <a:pt x="2287" y="1645"/>
                  </a:lnTo>
                  <a:lnTo>
                    <a:pt x="2106" y="1324"/>
                  </a:lnTo>
                  <a:lnTo>
                    <a:pt x="1946" y="1003"/>
                  </a:lnTo>
                  <a:lnTo>
                    <a:pt x="1806" y="722"/>
                  </a:lnTo>
                  <a:lnTo>
                    <a:pt x="1765" y="582"/>
                  </a:lnTo>
                  <a:lnTo>
                    <a:pt x="1745" y="462"/>
                  </a:lnTo>
                  <a:lnTo>
                    <a:pt x="1745" y="462"/>
                  </a:lnTo>
                  <a:lnTo>
                    <a:pt x="863" y="241"/>
                  </a:lnTo>
                  <a:lnTo>
                    <a:pt x="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0" name="Google Shape;5260;p21"/>
            <p:cNvSpPr/>
            <p:nvPr/>
          </p:nvSpPr>
          <p:spPr>
            <a:xfrm>
              <a:off x="11444350" y="3986075"/>
              <a:ext cx="154950" cy="166475"/>
            </a:xfrm>
            <a:custGeom>
              <a:avLst/>
              <a:gdLst/>
              <a:ahLst/>
              <a:cxnLst/>
              <a:rect l="l" t="t" r="r" b="b"/>
              <a:pathLst>
                <a:path w="6198" h="6659" extrusionOk="0">
                  <a:moveTo>
                    <a:pt x="4853" y="0"/>
                  </a:moveTo>
                  <a:lnTo>
                    <a:pt x="4633" y="40"/>
                  </a:lnTo>
                  <a:lnTo>
                    <a:pt x="4412" y="80"/>
                  </a:lnTo>
                  <a:lnTo>
                    <a:pt x="4192" y="160"/>
                  </a:lnTo>
                  <a:lnTo>
                    <a:pt x="3971" y="261"/>
                  </a:lnTo>
                  <a:lnTo>
                    <a:pt x="3730" y="381"/>
                  </a:lnTo>
                  <a:lnTo>
                    <a:pt x="3510" y="501"/>
                  </a:lnTo>
                  <a:lnTo>
                    <a:pt x="3289" y="662"/>
                  </a:lnTo>
                  <a:lnTo>
                    <a:pt x="2828" y="983"/>
                  </a:lnTo>
                  <a:lnTo>
                    <a:pt x="2387" y="1344"/>
                  </a:lnTo>
                  <a:lnTo>
                    <a:pt x="1966" y="1745"/>
                  </a:lnTo>
                  <a:lnTo>
                    <a:pt x="1565" y="2126"/>
                  </a:lnTo>
                  <a:lnTo>
                    <a:pt x="1184" y="2527"/>
                  </a:lnTo>
                  <a:lnTo>
                    <a:pt x="562" y="3229"/>
                  </a:lnTo>
                  <a:lnTo>
                    <a:pt x="141" y="3750"/>
                  </a:lnTo>
                  <a:lnTo>
                    <a:pt x="0" y="3931"/>
                  </a:lnTo>
                  <a:lnTo>
                    <a:pt x="0" y="4933"/>
                  </a:lnTo>
                  <a:lnTo>
                    <a:pt x="181" y="5114"/>
                  </a:lnTo>
                  <a:lnTo>
                    <a:pt x="381" y="5314"/>
                  </a:lnTo>
                  <a:lnTo>
                    <a:pt x="622" y="5495"/>
                  </a:lnTo>
                  <a:lnTo>
                    <a:pt x="903" y="5696"/>
                  </a:lnTo>
                  <a:lnTo>
                    <a:pt x="1224" y="5856"/>
                  </a:lnTo>
                  <a:lnTo>
                    <a:pt x="1544" y="6036"/>
                  </a:lnTo>
                  <a:lnTo>
                    <a:pt x="1885" y="6177"/>
                  </a:lnTo>
                  <a:lnTo>
                    <a:pt x="2246" y="6317"/>
                  </a:lnTo>
                  <a:lnTo>
                    <a:pt x="2567" y="6438"/>
                  </a:lnTo>
                  <a:lnTo>
                    <a:pt x="2888" y="6518"/>
                  </a:lnTo>
                  <a:lnTo>
                    <a:pt x="3209" y="6578"/>
                  </a:lnTo>
                  <a:lnTo>
                    <a:pt x="3510" y="6638"/>
                  </a:lnTo>
                  <a:lnTo>
                    <a:pt x="3791" y="6658"/>
                  </a:lnTo>
                  <a:lnTo>
                    <a:pt x="4031" y="6658"/>
                  </a:lnTo>
                  <a:lnTo>
                    <a:pt x="4272" y="6618"/>
                  </a:lnTo>
                  <a:lnTo>
                    <a:pt x="4452" y="6538"/>
                  </a:lnTo>
                  <a:lnTo>
                    <a:pt x="4613" y="6458"/>
                  </a:lnTo>
                  <a:lnTo>
                    <a:pt x="4733" y="6357"/>
                  </a:lnTo>
                  <a:lnTo>
                    <a:pt x="4833" y="6237"/>
                  </a:lnTo>
                  <a:lnTo>
                    <a:pt x="4894" y="6117"/>
                  </a:lnTo>
                  <a:lnTo>
                    <a:pt x="4954" y="5996"/>
                  </a:lnTo>
                  <a:lnTo>
                    <a:pt x="4974" y="5876"/>
                  </a:lnTo>
                  <a:lnTo>
                    <a:pt x="4974" y="5756"/>
                  </a:lnTo>
                  <a:lnTo>
                    <a:pt x="4954" y="5635"/>
                  </a:lnTo>
                  <a:lnTo>
                    <a:pt x="4894" y="5395"/>
                  </a:lnTo>
                  <a:lnTo>
                    <a:pt x="4833" y="5174"/>
                  </a:lnTo>
                  <a:lnTo>
                    <a:pt x="4753" y="4994"/>
                  </a:lnTo>
                  <a:lnTo>
                    <a:pt x="4713" y="4853"/>
                  </a:lnTo>
                  <a:lnTo>
                    <a:pt x="4733" y="4793"/>
                  </a:lnTo>
                  <a:lnTo>
                    <a:pt x="4773" y="4713"/>
                  </a:lnTo>
                  <a:lnTo>
                    <a:pt x="4914" y="4432"/>
                  </a:lnTo>
                  <a:lnTo>
                    <a:pt x="5355" y="3630"/>
                  </a:lnTo>
                  <a:lnTo>
                    <a:pt x="5595" y="3129"/>
                  </a:lnTo>
                  <a:lnTo>
                    <a:pt x="5836" y="2587"/>
                  </a:lnTo>
                  <a:lnTo>
                    <a:pt x="5956" y="2326"/>
                  </a:lnTo>
                  <a:lnTo>
                    <a:pt x="6037" y="2066"/>
                  </a:lnTo>
                  <a:lnTo>
                    <a:pt x="6117" y="1785"/>
                  </a:lnTo>
                  <a:lnTo>
                    <a:pt x="6157" y="1524"/>
                  </a:lnTo>
                  <a:lnTo>
                    <a:pt x="6197" y="1284"/>
                  </a:lnTo>
                  <a:lnTo>
                    <a:pt x="6197" y="1063"/>
                  </a:lnTo>
                  <a:lnTo>
                    <a:pt x="6157" y="842"/>
                  </a:lnTo>
                  <a:lnTo>
                    <a:pt x="6097" y="642"/>
                  </a:lnTo>
                  <a:lnTo>
                    <a:pt x="5997" y="461"/>
                  </a:lnTo>
                  <a:lnTo>
                    <a:pt x="5856" y="301"/>
                  </a:lnTo>
                  <a:lnTo>
                    <a:pt x="5776" y="241"/>
                  </a:lnTo>
                  <a:lnTo>
                    <a:pt x="5676" y="160"/>
                  </a:lnTo>
                  <a:lnTo>
                    <a:pt x="5455" y="60"/>
                  </a:lnTo>
                  <a:lnTo>
                    <a:pt x="5255" y="20"/>
                  </a:lnTo>
                  <a:lnTo>
                    <a:pt x="50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1" name="Google Shape;5261;p21"/>
            <p:cNvSpPr/>
            <p:nvPr/>
          </p:nvSpPr>
          <p:spPr>
            <a:xfrm>
              <a:off x="11444350" y="3986075"/>
              <a:ext cx="154950" cy="166475"/>
            </a:xfrm>
            <a:custGeom>
              <a:avLst/>
              <a:gdLst/>
              <a:ahLst/>
              <a:cxnLst/>
              <a:rect l="l" t="t" r="r" b="b"/>
              <a:pathLst>
                <a:path w="6198" h="6659" fill="none" extrusionOk="0">
                  <a:moveTo>
                    <a:pt x="6157" y="1524"/>
                  </a:moveTo>
                  <a:lnTo>
                    <a:pt x="6157" y="1524"/>
                  </a:lnTo>
                  <a:lnTo>
                    <a:pt x="6117" y="1785"/>
                  </a:lnTo>
                  <a:lnTo>
                    <a:pt x="6037" y="2066"/>
                  </a:lnTo>
                  <a:lnTo>
                    <a:pt x="5956" y="2326"/>
                  </a:lnTo>
                  <a:lnTo>
                    <a:pt x="5836" y="2587"/>
                  </a:lnTo>
                  <a:lnTo>
                    <a:pt x="5595" y="3129"/>
                  </a:lnTo>
                  <a:lnTo>
                    <a:pt x="5355" y="3630"/>
                  </a:lnTo>
                  <a:lnTo>
                    <a:pt x="4914" y="4432"/>
                  </a:lnTo>
                  <a:lnTo>
                    <a:pt x="4773" y="4713"/>
                  </a:lnTo>
                  <a:lnTo>
                    <a:pt x="4733" y="4793"/>
                  </a:lnTo>
                  <a:lnTo>
                    <a:pt x="4713" y="4853"/>
                  </a:lnTo>
                  <a:lnTo>
                    <a:pt x="4713" y="4853"/>
                  </a:lnTo>
                  <a:lnTo>
                    <a:pt x="4753" y="4994"/>
                  </a:lnTo>
                  <a:lnTo>
                    <a:pt x="4833" y="5174"/>
                  </a:lnTo>
                  <a:lnTo>
                    <a:pt x="4894" y="5395"/>
                  </a:lnTo>
                  <a:lnTo>
                    <a:pt x="4954" y="5635"/>
                  </a:lnTo>
                  <a:lnTo>
                    <a:pt x="4974" y="5756"/>
                  </a:lnTo>
                  <a:lnTo>
                    <a:pt x="4974" y="5876"/>
                  </a:lnTo>
                  <a:lnTo>
                    <a:pt x="4954" y="5996"/>
                  </a:lnTo>
                  <a:lnTo>
                    <a:pt x="4894" y="6117"/>
                  </a:lnTo>
                  <a:lnTo>
                    <a:pt x="4833" y="6237"/>
                  </a:lnTo>
                  <a:lnTo>
                    <a:pt x="4733" y="6357"/>
                  </a:lnTo>
                  <a:lnTo>
                    <a:pt x="4613" y="6458"/>
                  </a:lnTo>
                  <a:lnTo>
                    <a:pt x="4452" y="6538"/>
                  </a:lnTo>
                  <a:lnTo>
                    <a:pt x="4452" y="6538"/>
                  </a:lnTo>
                  <a:lnTo>
                    <a:pt x="4272" y="6618"/>
                  </a:lnTo>
                  <a:lnTo>
                    <a:pt x="4031" y="6658"/>
                  </a:lnTo>
                  <a:lnTo>
                    <a:pt x="3791" y="6658"/>
                  </a:lnTo>
                  <a:lnTo>
                    <a:pt x="3510" y="6638"/>
                  </a:lnTo>
                  <a:lnTo>
                    <a:pt x="3209" y="6578"/>
                  </a:lnTo>
                  <a:lnTo>
                    <a:pt x="2888" y="6518"/>
                  </a:lnTo>
                  <a:lnTo>
                    <a:pt x="2567" y="6438"/>
                  </a:lnTo>
                  <a:lnTo>
                    <a:pt x="2246" y="6317"/>
                  </a:lnTo>
                  <a:lnTo>
                    <a:pt x="2246" y="6317"/>
                  </a:lnTo>
                  <a:lnTo>
                    <a:pt x="1885" y="6177"/>
                  </a:lnTo>
                  <a:lnTo>
                    <a:pt x="1544" y="6036"/>
                  </a:lnTo>
                  <a:lnTo>
                    <a:pt x="1224" y="5856"/>
                  </a:lnTo>
                  <a:lnTo>
                    <a:pt x="903" y="5696"/>
                  </a:lnTo>
                  <a:lnTo>
                    <a:pt x="622" y="5495"/>
                  </a:lnTo>
                  <a:lnTo>
                    <a:pt x="381" y="5314"/>
                  </a:lnTo>
                  <a:lnTo>
                    <a:pt x="181" y="5114"/>
                  </a:lnTo>
                  <a:lnTo>
                    <a:pt x="0" y="4933"/>
                  </a:lnTo>
                  <a:lnTo>
                    <a:pt x="0" y="3931"/>
                  </a:lnTo>
                  <a:lnTo>
                    <a:pt x="0" y="3931"/>
                  </a:lnTo>
                  <a:lnTo>
                    <a:pt x="141" y="3750"/>
                  </a:lnTo>
                  <a:lnTo>
                    <a:pt x="562" y="3229"/>
                  </a:lnTo>
                  <a:lnTo>
                    <a:pt x="1184" y="2527"/>
                  </a:lnTo>
                  <a:lnTo>
                    <a:pt x="1565" y="2126"/>
                  </a:lnTo>
                  <a:lnTo>
                    <a:pt x="1966" y="1745"/>
                  </a:lnTo>
                  <a:lnTo>
                    <a:pt x="2387" y="1344"/>
                  </a:lnTo>
                  <a:lnTo>
                    <a:pt x="2828" y="983"/>
                  </a:lnTo>
                  <a:lnTo>
                    <a:pt x="3289" y="662"/>
                  </a:lnTo>
                  <a:lnTo>
                    <a:pt x="3510" y="501"/>
                  </a:lnTo>
                  <a:lnTo>
                    <a:pt x="3730" y="381"/>
                  </a:lnTo>
                  <a:lnTo>
                    <a:pt x="3971" y="261"/>
                  </a:lnTo>
                  <a:lnTo>
                    <a:pt x="4192" y="160"/>
                  </a:lnTo>
                  <a:lnTo>
                    <a:pt x="4412" y="80"/>
                  </a:lnTo>
                  <a:lnTo>
                    <a:pt x="4633" y="40"/>
                  </a:lnTo>
                  <a:lnTo>
                    <a:pt x="4853" y="0"/>
                  </a:lnTo>
                  <a:lnTo>
                    <a:pt x="5054" y="0"/>
                  </a:lnTo>
                  <a:lnTo>
                    <a:pt x="5255" y="20"/>
                  </a:lnTo>
                  <a:lnTo>
                    <a:pt x="5455" y="60"/>
                  </a:lnTo>
                  <a:lnTo>
                    <a:pt x="5455" y="60"/>
                  </a:lnTo>
                  <a:lnTo>
                    <a:pt x="5676" y="160"/>
                  </a:lnTo>
                  <a:lnTo>
                    <a:pt x="5776" y="241"/>
                  </a:lnTo>
                  <a:lnTo>
                    <a:pt x="5856" y="301"/>
                  </a:lnTo>
                  <a:lnTo>
                    <a:pt x="5997" y="461"/>
                  </a:lnTo>
                  <a:lnTo>
                    <a:pt x="6097" y="642"/>
                  </a:lnTo>
                  <a:lnTo>
                    <a:pt x="6157" y="842"/>
                  </a:lnTo>
                  <a:lnTo>
                    <a:pt x="6197" y="1063"/>
                  </a:lnTo>
                  <a:lnTo>
                    <a:pt x="6197" y="1284"/>
                  </a:lnTo>
                  <a:lnTo>
                    <a:pt x="6157" y="152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2" name="Google Shape;5262;p21"/>
            <p:cNvSpPr/>
            <p:nvPr/>
          </p:nvSpPr>
          <p:spPr>
            <a:xfrm>
              <a:off x="11487975" y="4075800"/>
              <a:ext cx="14050" cy="35125"/>
            </a:xfrm>
            <a:custGeom>
              <a:avLst/>
              <a:gdLst/>
              <a:ahLst/>
              <a:cxnLst/>
              <a:rect l="l" t="t" r="r" b="b"/>
              <a:pathLst>
                <a:path w="562" h="1405" extrusionOk="0">
                  <a:moveTo>
                    <a:pt x="281" y="1"/>
                  </a:moveTo>
                  <a:lnTo>
                    <a:pt x="160" y="362"/>
                  </a:lnTo>
                  <a:lnTo>
                    <a:pt x="201" y="442"/>
                  </a:lnTo>
                  <a:lnTo>
                    <a:pt x="221" y="522"/>
                  </a:lnTo>
                  <a:lnTo>
                    <a:pt x="221" y="622"/>
                  </a:lnTo>
                  <a:lnTo>
                    <a:pt x="221" y="703"/>
                  </a:lnTo>
                  <a:lnTo>
                    <a:pt x="181" y="783"/>
                  </a:lnTo>
                  <a:lnTo>
                    <a:pt x="140" y="883"/>
                  </a:lnTo>
                  <a:lnTo>
                    <a:pt x="20" y="1024"/>
                  </a:lnTo>
                  <a:lnTo>
                    <a:pt x="0" y="1224"/>
                  </a:lnTo>
                  <a:lnTo>
                    <a:pt x="0" y="1405"/>
                  </a:lnTo>
                  <a:lnTo>
                    <a:pt x="140" y="1324"/>
                  </a:lnTo>
                  <a:lnTo>
                    <a:pt x="241" y="1244"/>
                  </a:lnTo>
                  <a:lnTo>
                    <a:pt x="321" y="1124"/>
                  </a:lnTo>
                  <a:lnTo>
                    <a:pt x="421" y="1024"/>
                  </a:lnTo>
                  <a:lnTo>
                    <a:pt x="481" y="883"/>
                  </a:lnTo>
                  <a:lnTo>
                    <a:pt x="521" y="743"/>
                  </a:lnTo>
                  <a:lnTo>
                    <a:pt x="562" y="622"/>
                  </a:lnTo>
                  <a:lnTo>
                    <a:pt x="562" y="482"/>
                  </a:lnTo>
                  <a:lnTo>
                    <a:pt x="521" y="342"/>
                  </a:lnTo>
                  <a:lnTo>
                    <a:pt x="481" y="241"/>
                  </a:lnTo>
                  <a:lnTo>
                    <a:pt x="421" y="141"/>
                  </a:lnTo>
                  <a:lnTo>
                    <a:pt x="361" y="61"/>
                  </a:lnTo>
                  <a:lnTo>
                    <a:pt x="28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3" name="Google Shape;5263;p21"/>
            <p:cNvSpPr/>
            <p:nvPr/>
          </p:nvSpPr>
          <p:spPr>
            <a:xfrm>
              <a:off x="11454375" y="4021650"/>
              <a:ext cx="144425" cy="122375"/>
            </a:xfrm>
            <a:custGeom>
              <a:avLst/>
              <a:gdLst/>
              <a:ahLst/>
              <a:cxnLst/>
              <a:rect l="l" t="t" r="r" b="b"/>
              <a:pathLst>
                <a:path w="5777" h="4895" extrusionOk="0">
                  <a:moveTo>
                    <a:pt x="5776" y="1"/>
                  </a:moveTo>
                  <a:lnTo>
                    <a:pt x="5716" y="21"/>
                  </a:lnTo>
                  <a:lnTo>
                    <a:pt x="5756" y="101"/>
                  </a:lnTo>
                  <a:lnTo>
                    <a:pt x="5776" y="1"/>
                  </a:lnTo>
                  <a:close/>
                  <a:moveTo>
                    <a:pt x="2567" y="723"/>
                  </a:moveTo>
                  <a:lnTo>
                    <a:pt x="1785" y="803"/>
                  </a:lnTo>
                  <a:lnTo>
                    <a:pt x="1003" y="863"/>
                  </a:lnTo>
                  <a:lnTo>
                    <a:pt x="622" y="1284"/>
                  </a:lnTo>
                  <a:lnTo>
                    <a:pt x="281" y="1665"/>
                  </a:lnTo>
                  <a:lnTo>
                    <a:pt x="321" y="1766"/>
                  </a:lnTo>
                  <a:lnTo>
                    <a:pt x="341" y="1906"/>
                  </a:lnTo>
                  <a:lnTo>
                    <a:pt x="361" y="2187"/>
                  </a:lnTo>
                  <a:lnTo>
                    <a:pt x="562" y="2127"/>
                  </a:lnTo>
                  <a:lnTo>
                    <a:pt x="742" y="2067"/>
                  </a:lnTo>
                  <a:lnTo>
                    <a:pt x="943" y="2046"/>
                  </a:lnTo>
                  <a:lnTo>
                    <a:pt x="1123" y="2026"/>
                  </a:lnTo>
                  <a:lnTo>
                    <a:pt x="1264" y="2046"/>
                  </a:lnTo>
                  <a:lnTo>
                    <a:pt x="1404" y="2067"/>
                  </a:lnTo>
                  <a:lnTo>
                    <a:pt x="1525" y="2107"/>
                  </a:lnTo>
                  <a:lnTo>
                    <a:pt x="1625" y="2167"/>
                  </a:lnTo>
                  <a:lnTo>
                    <a:pt x="1745" y="1906"/>
                  </a:lnTo>
                  <a:lnTo>
                    <a:pt x="1886" y="1665"/>
                  </a:lnTo>
                  <a:lnTo>
                    <a:pt x="2026" y="1425"/>
                  </a:lnTo>
                  <a:lnTo>
                    <a:pt x="2186" y="1184"/>
                  </a:lnTo>
                  <a:lnTo>
                    <a:pt x="2367" y="943"/>
                  </a:lnTo>
                  <a:lnTo>
                    <a:pt x="2567" y="723"/>
                  </a:lnTo>
                  <a:close/>
                  <a:moveTo>
                    <a:pt x="963" y="2327"/>
                  </a:moveTo>
                  <a:lnTo>
                    <a:pt x="823" y="2347"/>
                  </a:lnTo>
                  <a:lnTo>
                    <a:pt x="662" y="2367"/>
                  </a:lnTo>
                  <a:lnTo>
                    <a:pt x="361" y="2448"/>
                  </a:lnTo>
                  <a:lnTo>
                    <a:pt x="341" y="2708"/>
                  </a:lnTo>
                  <a:lnTo>
                    <a:pt x="301" y="2969"/>
                  </a:lnTo>
                  <a:lnTo>
                    <a:pt x="261" y="3230"/>
                  </a:lnTo>
                  <a:lnTo>
                    <a:pt x="181" y="3470"/>
                  </a:lnTo>
                  <a:lnTo>
                    <a:pt x="381" y="3510"/>
                  </a:lnTo>
                  <a:lnTo>
                    <a:pt x="582" y="3530"/>
                  </a:lnTo>
                  <a:lnTo>
                    <a:pt x="762" y="3510"/>
                  </a:lnTo>
                  <a:lnTo>
                    <a:pt x="963" y="3470"/>
                  </a:lnTo>
                  <a:lnTo>
                    <a:pt x="1123" y="3390"/>
                  </a:lnTo>
                  <a:lnTo>
                    <a:pt x="1284" y="3270"/>
                  </a:lnTo>
                  <a:lnTo>
                    <a:pt x="1364" y="3190"/>
                  </a:lnTo>
                  <a:lnTo>
                    <a:pt x="1404" y="2869"/>
                  </a:lnTo>
                  <a:lnTo>
                    <a:pt x="1504" y="2528"/>
                  </a:lnTo>
                  <a:lnTo>
                    <a:pt x="1424" y="2468"/>
                  </a:lnTo>
                  <a:lnTo>
                    <a:pt x="1324" y="2407"/>
                  </a:lnTo>
                  <a:lnTo>
                    <a:pt x="1224" y="2367"/>
                  </a:lnTo>
                  <a:lnTo>
                    <a:pt x="1103" y="2347"/>
                  </a:lnTo>
                  <a:lnTo>
                    <a:pt x="963" y="2327"/>
                  </a:lnTo>
                  <a:close/>
                  <a:moveTo>
                    <a:pt x="1344" y="3571"/>
                  </a:moveTo>
                  <a:lnTo>
                    <a:pt x="1204" y="3651"/>
                  </a:lnTo>
                  <a:lnTo>
                    <a:pt x="1043" y="3691"/>
                  </a:lnTo>
                  <a:lnTo>
                    <a:pt x="883" y="3711"/>
                  </a:lnTo>
                  <a:lnTo>
                    <a:pt x="722" y="3731"/>
                  </a:lnTo>
                  <a:lnTo>
                    <a:pt x="582" y="3731"/>
                  </a:lnTo>
                  <a:lnTo>
                    <a:pt x="422" y="3691"/>
                  </a:lnTo>
                  <a:lnTo>
                    <a:pt x="281" y="3671"/>
                  </a:lnTo>
                  <a:lnTo>
                    <a:pt x="141" y="3631"/>
                  </a:lnTo>
                  <a:lnTo>
                    <a:pt x="81" y="3771"/>
                  </a:lnTo>
                  <a:lnTo>
                    <a:pt x="0" y="3912"/>
                  </a:lnTo>
                  <a:lnTo>
                    <a:pt x="181" y="4052"/>
                  </a:lnTo>
                  <a:lnTo>
                    <a:pt x="381" y="4192"/>
                  </a:lnTo>
                  <a:lnTo>
                    <a:pt x="843" y="4453"/>
                  </a:lnTo>
                  <a:lnTo>
                    <a:pt x="1324" y="4694"/>
                  </a:lnTo>
                  <a:lnTo>
                    <a:pt x="1845" y="4894"/>
                  </a:lnTo>
                  <a:lnTo>
                    <a:pt x="1725" y="4734"/>
                  </a:lnTo>
                  <a:lnTo>
                    <a:pt x="1625" y="4593"/>
                  </a:lnTo>
                  <a:lnTo>
                    <a:pt x="1545" y="4433"/>
                  </a:lnTo>
                  <a:lnTo>
                    <a:pt x="1484" y="4252"/>
                  </a:lnTo>
                  <a:lnTo>
                    <a:pt x="1424" y="4092"/>
                  </a:lnTo>
                  <a:lnTo>
                    <a:pt x="1384" y="3912"/>
                  </a:lnTo>
                  <a:lnTo>
                    <a:pt x="1364" y="3751"/>
                  </a:lnTo>
                  <a:lnTo>
                    <a:pt x="1344" y="357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4" name="Google Shape;5264;p21"/>
            <p:cNvSpPr/>
            <p:nvPr/>
          </p:nvSpPr>
          <p:spPr>
            <a:xfrm>
              <a:off x="11454375" y="4110900"/>
              <a:ext cx="46150" cy="33125"/>
            </a:xfrm>
            <a:custGeom>
              <a:avLst/>
              <a:gdLst/>
              <a:ahLst/>
              <a:cxnLst/>
              <a:rect l="l" t="t" r="r" b="b"/>
              <a:pathLst>
                <a:path w="1846" h="1325" fill="none" extrusionOk="0">
                  <a:moveTo>
                    <a:pt x="1344" y="1"/>
                  </a:moveTo>
                  <a:lnTo>
                    <a:pt x="1344" y="1"/>
                  </a:lnTo>
                  <a:lnTo>
                    <a:pt x="1204" y="81"/>
                  </a:lnTo>
                  <a:lnTo>
                    <a:pt x="1043" y="121"/>
                  </a:lnTo>
                  <a:lnTo>
                    <a:pt x="883" y="141"/>
                  </a:lnTo>
                  <a:lnTo>
                    <a:pt x="722" y="161"/>
                  </a:lnTo>
                  <a:lnTo>
                    <a:pt x="722" y="161"/>
                  </a:lnTo>
                  <a:lnTo>
                    <a:pt x="582" y="161"/>
                  </a:lnTo>
                  <a:lnTo>
                    <a:pt x="422" y="121"/>
                  </a:lnTo>
                  <a:lnTo>
                    <a:pt x="281" y="101"/>
                  </a:lnTo>
                  <a:lnTo>
                    <a:pt x="141" y="61"/>
                  </a:lnTo>
                  <a:lnTo>
                    <a:pt x="141" y="61"/>
                  </a:lnTo>
                  <a:lnTo>
                    <a:pt x="81" y="201"/>
                  </a:lnTo>
                  <a:lnTo>
                    <a:pt x="0" y="342"/>
                  </a:lnTo>
                  <a:lnTo>
                    <a:pt x="0" y="342"/>
                  </a:lnTo>
                  <a:lnTo>
                    <a:pt x="181" y="482"/>
                  </a:lnTo>
                  <a:lnTo>
                    <a:pt x="381" y="622"/>
                  </a:lnTo>
                  <a:lnTo>
                    <a:pt x="843" y="883"/>
                  </a:lnTo>
                  <a:lnTo>
                    <a:pt x="1324" y="1124"/>
                  </a:lnTo>
                  <a:lnTo>
                    <a:pt x="1845" y="1324"/>
                  </a:lnTo>
                  <a:lnTo>
                    <a:pt x="1845" y="1324"/>
                  </a:lnTo>
                  <a:lnTo>
                    <a:pt x="1725" y="1164"/>
                  </a:lnTo>
                  <a:lnTo>
                    <a:pt x="1625" y="1023"/>
                  </a:lnTo>
                  <a:lnTo>
                    <a:pt x="1545" y="863"/>
                  </a:lnTo>
                  <a:lnTo>
                    <a:pt x="1484" y="682"/>
                  </a:lnTo>
                  <a:lnTo>
                    <a:pt x="1424" y="522"/>
                  </a:lnTo>
                  <a:lnTo>
                    <a:pt x="1384" y="342"/>
                  </a:lnTo>
                  <a:lnTo>
                    <a:pt x="1364" y="181"/>
                  </a:lnTo>
                  <a:lnTo>
                    <a:pt x="1344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5" name="Google Shape;5265;p21"/>
            <p:cNvSpPr/>
            <p:nvPr/>
          </p:nvSpPr>
          <p:spPr>
            <a:xfrm>
              <a:off x="11458875" y="4079825"/>
              <a:ext cx="33125" cy="30100"/>
            </a:xfrm>
            <a:custGeom>
              <a:avLst/>
              <a:gdLst/>
              <a:ahLst/>
              <a:cxnLst/>
              <a:rect l="l" t="t" r="r" b="b"/>
              <a:pathLst>
                <a:path w="1325" h="1204" fill="none" extrusionOk="0">
                  <a:moveTo>
                    <a:pt x="783" y="0"/>
                  </a:moveTo>
                  <a:lnTo>
                    <a:pt x="783" y="0"/>
                  </a:lnTo>
                  <a:lnTo>
                    <a:pt x="643" y="20"/>
                  </a:lnTo>
                  <a:lnTo>
                    <a:pt x="482" y="40"/>
                  </a:lnTo>
                  <a:lnTo>
                    <a:pt x="181" y="121"/>
                  </a:lnTo>
                  <a:lnTo>
                    <a:pt x="181" y="121"/>
                  </a:lnTo>
                  <a:lnTo>
                    <a:pt x="161" y="381"/>
                  </a:lnTo>
                  <a:lnTo>
                    <a:pt x="121" y="642"/>
                  </a:lnTo>
                  <a:lnTo>
                    <a:pt x="81" y="903"/>
                  </a:lnTo>
                  <a:lnTo>
                    <a:pt x="1" y="1143"/>
                  </a:lnTo>
                  <a:lnTo>
                    <a:pt x="1" y="1143"/>
                  </a:lnTo>
                  <a:lnTo>
                    <a:pt x="201" y="1183"/>
                  </a:lnTo>
                  <a:lnTo>
                    <a:pt x="402" y="1203"/>
                  </a:lnTo>
                  <a:lnTo>
                    <a:pt x="402" y="1203"/>
                  </a:lnTo>
                  <a:lnTo>
                    <a:pt x="582" y="1183"/>
                  </a:lnTo>
                  <a:lnTo>
                    <a:pt x="783" y="1143"/>
                  </a:lnTo>
                  <a:lnTo>
                    <a:pt x="943" y="1063"/>
                  </a:lnTo>
                  <a:lnTo>
                    <a:pt x="1104" y="943"/>
                  </a:lnTo>
                  <a:lnTo>
                    <a:pt x="1104" y="943"/>
                  </a:lnTo>
                  <a:lnTo>
                    <a:pt x="1184" y="863"/>
                  </a:lnTo>
                  <a:lnTo>
                    <a:pt x="1184" y="863"/>
                  </a:lnTo>
                  <a:lnTo>
                    <a:pt x="1224" y="542"/>
                  </a:lnTo>
                  <a:lnTo>
                    <a:pt x="1324" y="201"/>
                  </a:lnTo>
                  <a:lnTo>
                    <a:pt x="1324" y="201"/>
                  </a:lnTo>
                  <a:lnTo>
                    <a:pt x="1244" y="141"/>
                  </a:lnTo>
                  <a:lnTo>
                    <a:pt x="1244" y="141"/>
                  </a:lnTo>
                  <a:lnTo>
                    <a:pt x="1144" y="80"/>
                  </a:lnTo>
                  <a:lnTo>
                    <a:pt x="1044" y="40"/>
                  </a:lnTo>
                  <a:lnTo>
                    <a:pt x="923" y="20"/>
                  </a:lnTo>
                  <a:lnTo>
                    <a:pt x="78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6" name="Google Shape;5266;p21"/>
            <p:cNvSpPr/>
            <p:nvPr/>
          </p:nvSpPr>
          <p:spPr>
            <a:xfrm>
              <a:off x="11461400" y="4039700"/>
              <a:ext cx="57175" cy="36625"/>
            </a:xfrm>
            <a:custGeom>
              <a:avLst/>
              <a:gdLst/>
              <a:ahLst/>
              <a:cxnLst/>
              <a:rect l="l" t="t" r="r" b="b"/>
              <a:pathLst>
                <a:path w="2287" h="1465" fill="none" extrusionOk="0">
                  <a:moveTo>
                    <a:pt x="2286" y="1"/>
                  </a:moveTo>
                  <a:lnTo>
                    <a:pt x="2286" y="1"/>
                  </a:lnTo>
                  <a:lnTo>
                    <a:pt x="1504" y="81"/>
                  </a:lnTo>
                  <a:lnTo>
                    <a:pt x="722" y="141"/>
                  </a:lnTo>
                  <a:lnTo>
                    <a:pt x="722" y="141"/>
                  </a:lnTo>
                  <a:lnTo>
                    <a:pt x="341" y="562"/>
                  </a:lnTo>
                  <a:lnTo>
                    <a:pt x="0" y="943"/>
                  </a:lnTo>
                  <a:lnTo>
                    <a:pt x="0" y="943"/>
                  </a:lnTo>
                  <a:lnTo>
                    <a:pt x="40" y="1044"/>
                  </a:lnTo>
                  <a:lnTo>
                    <a:pt x="60" y="1184"/>
                  </a:lnTo>
                  <a:lnTo>
                    <a:pt x="80" y="1465"/>
                  </a:lnTo>
                  <a:lnTo>
                    <a:pt x="80" y="1465"/>
                  </a:lnTo>
                  <a:lnTo>
                    <a:pt x="281" y="1405"/>
                  </a:lnTo>
                  <a:lnTo>
                    <a:pt x="461" y="1345"/>
                  </a:lnTo>
                  <a:lnTo>
                    <a:pt x="662" y="1324"/>
                  </a:lnTo>
                  <a:lnTo>
                    <a:pt x="842" y="1304"/>
                  </a:lnTo>
                  <a:lnTo>
                    <a:pt x="842" y="1304"/>
                  </a:lnTo>
                  <a:lnTo>
                    <a:pt x="983" y="1324"/>
                  </a:lnTo>
                  <a:lnTo>
                    <a:pt x="1123" y="1345"/>
                  </a:lnTo>
                  <a:lnTo>
                    <a:pt x="1244" y="1385"/>
                  </a:lnTo>
                  <a:lnTo>
                    <a:pt x="1344" y="1445"/>
                  </a:lnTo>
                  <a:lnTo>
                    <a:pt x="1344" y="1445"/>
                  </a:lnTo>
                  <a:lnTo>
                    <a:pt x="1464" y="1184"/>
                  </a:lnTo>
                  <a:lnTo>
                    <a:pt x="1605" y="943"/>
                  </a:lnTo>
                  <a:lnTo>
                    <a:pt x="1745" y="703"/>
                  </a:lnTo>
                  <a:lnTo>
                    <a:pt x="1905" y="462"/>
                  </a:lnTo>
                  <a:lnTo>
                    <a:pt x="1905" y="462"/>
                  </a:lnTo>
                  <a:lnTo>
                    <a:pt x="2086" y="221"/>
                  </a:lnTo>
                  <a:lnTo>
                    <a:pt x="2286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7" name="Google Shape;5267;p21"/>
            <p:cNvSpPr/>
            <p:nvPr/>
          </p:nvSpPr>
          <p:spPr>
            <a:xfrm>
              <a:off x="11597250" y="4021650"/>
              <a:ext cx="1550" cy="2550"/>
            </a:xfrm>
            <a:custGeom>
              <a:avLst/>
              <a:gdLst/>
              <a:ahLst/>
              <a:cxnLst/>
              <a:rect l="l" t="t" r="r" b="b"/>
              <a:pathLst>
                <a:path w="62" h="102" fill="none" extrusionOk="0">
                  <a:moveTo>
                    <a:pt x="61" y="1"/>
                  </a:moveTo>
                  <a:lnTo>
                    <a:pt x="6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41" y="101"/>
                  </a:lnTo>
                  <a:lnTo>
                    <a:pt x="41" y="101"/>
                  </a:lnTo>
                  <a:lnTo>
                    <a:pt x="6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8" name="Google Shape;5268;p21"/>
            <p:cNvSpPr/>
            <p:nvPr/>
          </p:nvSpPr>
          <p:spPr>
            <a:xfrm>
              <a:off x="11457875" y="4072300"/>
              <a:ext cx="37125" cy="42650"/>
            </a:xfrm>
            <a:custGeom>
              <a:avLst/>
              <a:gdLst/>
              <a:ahLst/>
              <a:cxnLst/>
              <a:rect l="l" t="t" r="r" b="b"/>
              <a:pathLst>
                <a:path w="1485" h="1706" extrusionOk="0">
                  <a:moveTo>
                    <a:pt x="983" y="0"/>
                  </a:moveTo>
                  <a:lnTo>
                    <a:pt x="803" y="20"/>
                  </a:lnTo>
                  <a:lnTo>
                    <a:pt x="602" y="41"/>
                  </a:lnTo>
                  <a:lnTo>
                    <a:pt x="422" y="101"/>
                  </a:lnTo>
                  <a:lnTo>
                    <a:pt x="221" y="161"/>
                  </a:lnTo>
                  <a:lnTo>
                    <a:pt x="221" y="422"/>
                  </a:lnTo>
                  <a:lnTo>
                    <a:pt x="522" y="341"/>
                  </a:lnTo>
                  <a:lnTo>
                    <a:pt x="683" y="321"/>
                  </a:lnTo>
                  <a:lnTo>
                    <a:pt x="823" y="301"/>
                  </a:lnTo>
                  <a:lnTo>
                    <a:pt x="963" y="321"/>
                  </a:lnTo>
                  <a:lnTo>
                    <a:pt x="1084" y="341"/>
                  </a:lnTo>
                  <a:lnTo>
                    <a:pt x="1184" y="381"/>
                  </a:lnTo>
                  <a:lnTo>
                    <a:pt x="1284" y="442"/>
                  </a:lnTo>
                  <a:lnTo>
                    <a:pt x="1364" y="502"/>
                  </a:lnTo>
                  <a:lnTo>
                    <a:pt x="1485" y="141"/>
                  </a:lnTo>
                  <a:lnTo>
                    <a:pt x="1385" y="81"/>
                  </a:lnTo>
                  <a:lnTo>
                    <a:pt x="1264" y="41"/>
                  </a:lnTo>
                  <a:lnTo>
                    <a:pt x="1124" y="20"/>
                  </a:lnTo>
                  <a:lnTo>
                    <a:pt x="983" y="0"/>
                  </a:lnTo>
                  <a:close/>
                  <a:moveTo>
                    <a:pt x="1224" y="1164"/>
                  </a:moveTo>
                  <a:lnTo>
                    <a:pt x="1144" y="1244"/>
                  </a:lnTo>
                  <a:lnTo>
                    <a:pt x="983" y="1364"/>
                  </a:lnTo>
                  <a:lnTo>
                    <a:pt x="823" y="1444"/>
                  </a:lnTo>
                  <a:lnTo>
                    <a:pt x="622" y="1484"/>
                  </a:lnTo>
                  <a:lnTo>
                    <a:pt x="442" y="1504"/>
                  </a:lnTo>
                  <a:lnTo>
                    <a:pt x="241" y="1484"/>
                  </a:lnTo>
                  <a:lnTo>
                    <a:pt x="41" y="1444"/>
                  </a:lnTo>
                  <a:lnTo>
                    <a:pt x="1" y="1605"/>
                  </a:lnTo>
                  <a:lnTo>
                    <a:pt x="141" y="1645"/>
                  </a:lnTo>
                  <a:lnTo>
                    <a:pt x="282" y="1665"/>
                  </a:lnTo>
                  <a:lnTo>
                    <a:pt x="442" y="1705"/>
                  </a:lnTo>
                  <a:lnTo>
                    <a:pt x="582" y="1705"/>
                  </a:lnTo>
                  <a:lnTo>
                    <a:pt x="743" y="1685"/>
                  </a:lnTo>
                  <a:lnTo>
                    <a:pt x="903" y="1665"/>
                  </a:lnTo>
                  <a:lnTo>
                    <a:pt x="1064" y="1625"/>
                  </a:lnTo>
                  <a:lnTo>
                    <a:pt x="1204" y="1545"/>
                  </a:lnTo>
                  <a:lnTo>
                    <a:pt x="1204" y="1364"/>
                  </a:lnTo>
                  <a:lnTo>
                    <a:pt x="1224" y="1164"/>
                  </a:lnTo>
                  <a:close/>
                </a:path>
              </a:pathLst>
            </a:custGeom>
            <a:solidFill>
              <a:srgbClr val="424242">
                <a:alpha val="307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9" name="Google Shape;5269;p21"/>
            <p:cNvSpPr/>
            <p:nvPr/>
          </p:nvSpPr>
          <p:spPr>
            <a:xfrm>
              <a:off x="11457875" y="4101375"/>
              <a:ext cx="30625" cy="13575"/>
            </a:xfrm>
            <a:custGeom>
              <a:avLst/>
              <a:gdLst/>
              <a:ahLst/>
              <a:cxnLst/>
              <a:rect l="l" t="t" r="r" b="b"/>
              <a:pathLst>
                <a:path w="1225" h="543" fill="none" extrusionOk="0">
                  <a:moveTo>
                    <a:pt x="1224" y="1"/>
                  </a:moveTo>
                  <a:lnTo>
                    <a:pt x="1224" y="1"/>
                  </a:lnTo>
                  <a:lnTo>
                    <a:pt x="1144" y="81"/>
                  </a:lnTo>
                  <a:lnTo>
                    <a:pt x="1144" y="81"/>
                  </a:lnTo>
                  <a:lnTo>
                    <a:pt x="983" y="201"/>
                  </a:lnTo>
                  <a:lnTo>
                    <a:pt x="823" y="281"/>
                  </a:lnTo>
                  <a:lnTo>
                    <a:pt x="622" y="321"/>
                  </a:lnTo>
                  <a:lnTo>
                    <a:pt x="442" y="341"/>
                  </a:lnTo>
                  <a:lnTo>
                    <a:pt x="442" y="341"/>
                  </a:lnTo>
                  <a:lnTo>
                    <a:pt x="241" y="321"/>
                  </a:lnTo>
                  <a:lnTo>
                    <a:pt x="41" y="281"/>
                  </a:lnTo>
                  <a:lnTo>
                    <a:pt x="41" y="281"/>
                  </a:lnTo>
                  <a:lnTo>
                    <a:pt x="1" y="442"/>
                  </a:lnTo>
                  <a:lnTo>
                    <a:pt x="1" y="442"/>
                  </a:lnTo>
                  <a:lnTo>
                    <a:pt x="141" y="482"/>
                  </a:lnTo>
                  <a:lnTo>
                    <a:pt x="282" y="502"/>
                  </a:lnTo>
                  <a:lnTo>
                    <a:pt x="442" y="542"/>
                  </a:lnTo>
                  <a:lnTo>
                    <a:pt x="582" y="542"/>
                  </a:lnTo>
                  <a:lnTo>
                    <a:pt x="582" y="542"/>
                  </a:lnTo>
                  <a:lnTo>
                    <a:pt x="743" y="522"/>
                  </a:lnTo>
                  <a:lnTo>
                    <a:pt x="903" y="502"/>
                  </a:lnTo>
                  <a:lnTo>
                    <a:pt x="1064" y="462"/>
                  </a:lnTo>
                  <a:lnTo>
                    <a:pt x="1204" y="382"/>
                  </a:lnTo>
                  <a:lnTo>
                    <a:pt x="1204" y="382"/>
                  </a:lnTo>
                  <a:lnTo>
                    <a:pt x="1204" y="201"/>
                  </a:lnTo>
                  <a:lnTo>
                    <a:pt x="1224" y="1"/>
                  </a:lnTo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0" name="Google Shape;5270;p21"/>
            <p:cNvSpPr/>
            <p:nvPr/>
          </p:nvSpPr>
          <p:spPr>
            <a:xfrm>
              <a:off x="11391200" y="4053250"/>
              <a:ext cx="72225" cy="73725"/>
            </a:xfrm>
            <a:custGeom>
              <a:avLst/>
              <a:gdLst/>
              <a:ahLst/>
              <a:cxnLst/>
              <a:rect l="l" t="t" r="r" b="b"/>
              <a:pathLst>
                <a:path w="2889" h="2949" extrusionOk="0">
                  <a:moveTo>
                    <a:pt x="783" y="0"/>
                  </a:moveTo>
                  <a:lnTo>
                    <a:pt x="622" y="20"/>
                  </a:lnTo>
                  <a:lnTo>
                    <a:pt x="422" y="81"/>
                  </a:lnTo>
                  <a:lnTo>
                    <a:pt x="241" y="161"/>
                  </a:lnTo>
                  <a:lnTo>
                    <a:pt x="161" y="241"/>
                  </a:lnTo>
                  <a:lnTo>
                    <a:pt x="81" y="361"/>
                  </a:lnTo>
                  <a:lnTo>
                    <a:pt x="41" y="522"/>
                  </a:lnTo>
                  <a:lnTo>
                    <a:pt x="1" y="682"/>
                  </a:lnTo>
                  <a:lnTo>
                    <a:pt x="1" y="883"/>
                  </a:lnTo>
                  <a:lnTo>
                    <a:pt x="1" y="1083"/>
                  </a:lnTo>
                  <a:lnTo>
                    <a:pt x="1" y="1304"/>
                  </a:lnTo>
                  <a:lnTo>
                    <a:pt x="41" y="1545"/>
                  </a:lnTo>
                  <a:lnTo>
                    <a:pt x="121" y="1966"/>
                  </a:lnTo>
                  <a:lnTo>
                    <a:pt x="181" y="2186"/>
                  </a:lnTo>
                  <a:lnTo>
                    <a:pt x="241" y="2367"/>
                  </a:lnTo>
                  <a:lnTo>
                    <a:pt x="301" y="2527"/>
                  </a:lnTo>
                  <a:lnTo>
                    <a:pt x="382" y="2668"/>
                  </a:lnTo>
                  <a:lnTo>
                    <a:pt x="462" y="2788"/>
                  </a:lnTo>
                  <a:lnTo>
                    <a:pt x="542" y="2848"/>
                  </a:lnTo>
                  <a:lnTo>
                    <a:pt x="702" y="2928"/>
                  </a:lnTo>
                  <a:lnTo>
                    <a:pt x="843" y="2948"/>
                  </a:lnTo>
                  <a:lnTo>
                    <a:pt x="1104" y="2948"/>
                  </a:lnTo>
                  <a:lnTo>
                    <a:pt x="1284" y="2868"/>
                  </a:lnTo>
                  <a:lnTo>
                    <a:pt x="1384" y="2848"/>
                  </a:lnTo>
                  <a:lnTo>
                    <a:pt x="1525" y="2848"/>
                  </a:lnTo>
                  <a:lnTo>
                    <a:pt x="1605" y="2868"/>
                  </a:lnTo>
                  <a:lnTo>
                    <a:pt x="1785" y="2928"/>
                  </a:lnTo>
                  <a:lnTo>
                    <a:pt x="1906" y="2948"/>
                  </a:lnTo>
                  <a:lnTo>
                    <a:pt x="2046" y="2948"/>
                  </a:lnTo>
                  <a:lnTo>
                    <a:pt x="2207" y="2908"/>
                  </a:lnTo>
                  <a:lnTo>
                    <a:pt x="2367" y="2828"/>
                  </a:lnTo>
                  <a:lnTo>
                    <a:pt x="2447" y="2768"/>
                  </a:lnTo>
                  <a:lnTo>
                    <a:pt x="2527" y="2648"/>
                  </a:lnTo>
                  <a:lnTo>
                    <a:pt x="2608" y="2507"/>
                  </a:lnTo>
                  <a:lnTo>
                    <a:pt x="2668" y="2347"/>
                  </a:lnTo>
                  <a:lnTo>
                    <a:pt x="2728" y="2166"/>
                  </a:lnTo>
                  <a:lnTo>
                    <a:pt x="2788" y="1946"/>
                  </a:lnTo>
                  <a:lnTo>
                    <a:pt x="2868" y="1504"/>
                  </a:lnTo>
                  <a:lnTo>
                    <a:pt x="2888" y="1284"/>
                  </a:lnTo>
                  <a:lnTo>
                    <a:pt x="2888" y="1063"/>
                  </a:lnTo>
                  <a:lnTo>
                    <a:pt x="2888" y="863"/>
                  </a:lnTo>
                  <a:lnTo>
                    <a:pt x="2868" y="662"/>
                  </a:lnTo>
                  <a:lnTo>
                    <a:pt x="2848" y="502"/>
                  </a:lnTo>
                  <a:lnTo>
                    <a:pt x="2788" y="341"/>
                  </a:lnTo>
                  <a:lnTo>
                    <a:pt x="2728" y="241"/>
                  </a:lnTo>
                  <a:lnTo>
                    <a:pt x="2648" y="161"/>
                  </a:lnTo>
                  <a:lnTo>
                    <a:pt x="2527" y="101"/>
                  </a:lnTo>
                  <a:lnTo>
                    <a:pt x="2427" y="40"/>
                  </a:lnTo>
                  <a:lnTo>
                    <a:pt x="2207" y="0"/>
                  </a:lnTo>
                  <a:lnTo>
                    <a:pt x="1825" y="0"/>
                  </a:lnTo>
                  <a:lnTo>
                    <a:pt x="1605" y="60"/>
                  </a:lnTo>
                  <a:lnTo>
                    <a:pt x="1444" y="81"/>
                  </a:lnTo>
                  <a:lnTo>
                    <a:pt x="1244" y="40"/>
                  </a:lnTo>
                  <a:lnTo>
                    <a:pt x="94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1" name="Google Shape;5271;p21"/>
            <p:cNvSpPr/>
            <p:nvPr/>
          </p:nvSpPr>
          <p:spPr>
            <a:xfrm>
              <a:off x="11391200" y="4053250"/>
              <a:ext cx="72225" cy="73725"/>
            </a:xfrm>
            <a:custGeom>
              <a:avLst/>
              <a:gdLst/>
              <a:ahLst/>
              <a:cxnLst/>
              <a:rect l="l" t="t" r="r" b="b"/>
              <a:pathLst>
                <a:path w="2889" h="2949" fill="none" extrusionOk="0">
                  <a:moveTo>
                    <a:pt x="2367" y="2828"/>
                  </a:moveTo>
                  <a:lnTo>
                    <a:pt x="2367" y="2828"/>
                  </a:lnTo>
                  <a:lnTo>
                    <a:pt x="2207" y="2908"/>
                  </a:lnTo>
                  <a:lnTo>
                    <a:pt x="2046" y="2948"/>
                  </a:lnTo>
                  <a:lnTo>
                    <a:pt x="1906" y="2948"/>
                  </a:lnTo>
                  <a:lnTo>
                    <a:pt x="1785" y="2928"/>
                  </a:lnTo>
                  <a:lnTo>
                    <a:pt x="1785" y="2928"/>
                  </a:lnTo>
                  <a:lnTo>
                    <a:pt x="1605" y="2868"/>
                  </a:lnTo>
                  <a:lnTo>
                    <a:pt x="1525" y="2848"/>
                  </a:lnTo>
                  <a:lnTo>
                    <a:pt x="1464" y="2848"/>
                  </a:lnTo>
                  <a:lnTo>
                    <a:pt x="1464" y="2848"/>
                  </a:lnTo>
                  <a:lnTo>
                    <a:pt x="1384" y="2848"/>
                  </a:lnTo>
                  <a:lnTo>
                    <a:pt x="1284" y="2868"/>
                  </a:lnTo>
                  <a:lnTo>
                    <a:pt x="1104" y="2948"/>
                  </a:lnTo>
                  <a:lnTo>
                    <a:pt x="983" y="2948"/>
                  </a:lnTo>
                  <a:lnTo>
                    <a:pt x="843" y="2948"/>
                  </a:lnTo>
                  <a:lnTo>
                    <a:pt x="702" y="2928"/>
                  </a:lnTo>
                  <a:lnTo>
                    <a:pt x="542" y="2848"/>
                  </a:lnTo>
                  <a:lnTo>
                    <a:pt x="542" y="2848"/>
                  </a:lnTo>
                  <a:lnTo>
                    <a:pt x="462" y="2788"/>
                  </a:lnTo>
                  <a:lnTo>
                    <a:pt x="382" y="2668"/>
                  </a:lnTo>
                  <a:lnTo>
                    <a:pt x="301" y="2527"/>
                  </a:lnTo>
                  <a:lnTo>
                    <a:pt x="241" y="2367"/>
                  </a:lnTo>
                  <a:lnTo>
                    <a:pt x="181" y="2186"/>
                  </a:lnTo>
                  <a:lnTo>
                    <a:pt x="121" y="1966"/>
                  </a:lnTo>
                  <a:lnTo>
                    <a:pt x="41" y="1545"/>
                  </a:lnTo>
                  <a:lnTo>
                    <a:pt x="1" y="1304"/>
                  </a:lnTo>
                  <a:lnTo>
                    <a:pt x="1" y="1083"/>
                  </a:lnTo>
                  <a:lnTo>
                    <a:pt x="1" y="883"/>
                  </a:lnTo>
                  <a:lnTo>
                    <a:pt x="1" y="682"/>
                  </a:lnTo>
                  <a:lnTo>
                    <a:pt x="41" y="522"/>
                  </a:lnTo>
                  <a:lnTo>
                    <a:pt x="81" y="361"/>
                  </a:lnTo>
                  <a:lnTo>
                    <a:pt x="161" y="241"/>
                  </a:lnTo>
                  <a:lnTo>
                    <a:pt x="241" y="161"/>
                  </a:lnTo>
                  <a:lnTo>
                    <a:pt x="241" y="161"/>
                  </a:lnTo>
                  <a:lnTo>
                    <a:pt x="422" y="81"/>
                  </a:lnTo>
                  <a:lnTo>
                    <a:pt x="622" y="20"/>
                  </a:lnTo>
                  <a:lnTo>
                    <a:pt x="783" y="0"/>
                  </a:lnTo>
                  <a:lnTo>
                    <a:pt x="943" y="0"/>
                  </a:lnTo>
                  <a:lnTo>
                    <a:pt x="1244" y="40"/>
                  </a:lnTo>
                  <a:lnTo>
                    <a:pt x="1444" y="81"/>
                  </a:lnTo>
                  <a:lnTo>
                    <a:pt x="1444" y="81"/>
                  </a:lnTo>
                  <a:lnTo>
                    <a:pt x="1605" y="60"/>
                  </a:lnTo>
                  <a:lnTo>
                    <a:pt x="1825" y="0"/>
                  </a:lnTo>
                  <a:lnTo>
                    <a:pt x="1825" y="0"/>
                  </a:lnTo>
                  <a:lnTo>
                    <a:pt x="2006" y="0"/>
                  </a:lnTo>
                  <a:lnTo>
                    <a:pt x="2207" y="0"/>
                  </a:lnTo>
                  <a:lnTo>
                    <a:pt x="2427" y="40"/>
                  </a:lnTo>
                  <a:lnTo>
                    <a:pt x="2527" y="101"/>
                  </a:lnTo>
                  <a:lnTo>
                    <a:pt x="2648" y="161"/>
                  </a:lnTo>
                  <a:lnTo>
                    <a:pt x="2648" y="161"/>
                  </a:lnTo>
                  <a:lnTo>
                    <a:pt x="2728" y="241"/>
                  </a:lnTo>
                  <a:lnTo>
                    <a:pt x="2788" y="341"/>
                  </a:lnTo>
                  <a:lnTo>
                    <a:pt x="2848" y="502"/>
                  </a:lnTo>
                  <a:lnTo>
                    <a:pt x="2868" y="662"/>
                  </a:lnTo>
                  <a:lnTo>
                    <a:pt x="2888" y="863"/>
                  </a:lnTo>
                  <a:lnTo>
                    <a:pt x="2888" y="1063"/>
                  </a:lnTo>
                  <a:lnTo>
                    <a:pt x="2888" y="1284"/>
                  </a:lnTo>
                  <a:lnTo>
                    <a:pt x="2868" y="1504"/>
                  </a:lnTo>
                  <a:lnTo>
                    <a:pt x="2788" y="1946"/>
                  </a:lnTo>
                  <a:lnTo>
                    <a:pt x="2728" y="2166"/>
                  </a:lnTo>
                  <a:lnTo>
                    <a:pt x="2668" y="2347"/>
                  </a:lnTo>
                  <a:lnTo>
                    <a:pt x="2608" y="2507"/>
                  </a:lnTo>
                  <a:lnTo>
                    <a:pt x="2527" y="2648"/>
                  </a:lnTo>
                  <a:lnTo>
                    <a:pt x="2447" y="2768"/>
                  </a:lnTo>
                  <a:lnTo>
                    <a:pt x="2367" y="282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2" name="Google Shape;5272;p21"/>
            <p:cNvSpPr/>
            <p:nvPr/>
          </p:nvSpPr>
          <p:spPr>
            <a:xfrm>
              <a:off x="11391200" y="4053250"/>
              <a:ext cx="45650" cy="73725"/>
            </a:xfrm>
            <a:custGeom>
              <a:avLst/>
              <a:gdLst/>
              <a:ahLst/>
              <a:cxnLst/>
              <a:rect l="l" t="t" r="r" b="b"/>
              <a:pathLst>
                <a:path w="1826" h="2949" extrusionOk="0">
                  <a:moveTo>
                    <a:pt x="702" y="0"/>
                  </a:moveTo>
                  <a:lnTo>
                    <a:pt x="542" y="40"/>
                  </a:lnTo>
                  <a:lnTo>
                    <a:pt x="402" y="81"/>
                  </a:lnTo>
                  <a:lnTo>
                    <a:pt x="241" y="161"/>
                  </a:lnTo>
                  <a:lnTo>
                    <a:pt x="181" y="221"/>
                  </a:lnTo>
                  <a:lnTo>
                    <a:pt x="121" y="281"/>
                  </a:lnTo>
                  <a:lnTo>
                    <a:pt x="81" y="361"/>
                  </a:lnTo>
                  <a:lnTo>
                    <a:pt x="61" y="462"/>
                  </a:lnTo>
                  <a:lnTo>
                    <a:pt x="1" y="702"/>
                  </a:lnTo>
                  <a:lnTo>
                    <a:pt x="1" y="963"/>
                  </a:lnTo>
                  <a:lnTo>
                    <a:pt x="1" y="983"/>
                  </a:lnTo>
                  <a:lnTo>
                    <a:pt x="1" y="1264"/>
                  </a:lnTo>
                  <a:lnTo>
                    <a:pt x="41" y="1565"/>
                  </a:lnTo>
                  <a:lnTo>
                    <a:pt x="81" y="1845"/>
                  </a:lnTo>
                  <a:lnTo>
                    <a:pt x="161" y="2126"/>
                  </a:lnTo>
                  <a:lnTo>
                    <a:pt x="241" y="2367"/>
                  </a:lnTo>
                  <a:lnTo>
                    <a:pt x="341" y="2587"/>
                  </a:lnTo>
                  <a:lnTo>
                    <a:pt x="442" y="2748"/>
                  </a:lnTo>
                  <a:lnTo>
                    <a:pt x="502" y="2808"/>
                  </a:lnTo>
                  <a:lnTo>
                    <a:pt x="542" y="2848"/>
                  </a:lnTo>
                  <a:lnTo>
                    <a:pt x="662" y="2908"/>
                  </a:lnTo>
                  <a:lnTo>
                    <a:pt x="763" y="2928"/>
                  </a:lnTo>
                  <a:lnTo>
                    <a:pt x="843" y="2948"/>
                  </a:lnTo>
                  <a:lnTo>
                    <a:pt x="1083" y="2948"/>
                  </a:lnTo>
                  <a:lnTo>
                    <a:pt x="1224" y="2908"/>
                  </a:lnTo>
                  <a:lnTo>
                    <a:pt x="1344" y="2868"/>
                  </a:lnTo>
                  <a:lnTo>
                    <a:pt x="1464" y="2848"/>
                  </a:lnTo>
                  <a:lnTo>
                    <a:pt x="1525" y="2848"/>
                  </a:lnTo>
                  <a:lnTo>
                    <a:pt x="1605" y="2868"/>
                  </a:lnTo>
                  <a:lnTo>
                    <a:pt x="1785" y="2928"/>
                  </a:lnTo>
                  <a:lnTo>
                    <a:pt x="1725" y="2868"/>
                  </a:lnTo>
                  <a:lnTo>
                    <a:pt x="1625" y="2748"/>
                  </a:lnTo>
                  <a:lnTo>
                    <a:pt x="1525" y="2668"/>
                  </a:lnTo>
                  <a:lnTo>
                    <a:pt x="1324" y="2527"/>
                  </a:lnTo>
                  <a:lnTo>
                    <a:pt x="1244" y="2467"/>
                  </a:lnTo>
                  <a:lnTo>
                    <a:pt x="1164" y="2367"/>
                  </a:lnTo>
                  <a:lnTo>
                    <a:pt x="1083" y="2266"/>
                  </a:lnTo>
                  <a:lnTo>
                    <a:pt x="1023" y="2126"/>
                  </a:lnTo>
                  <a:lnTo>
                    <a:pt x="983" y="1966"/>
                  </a:lnTo>
                  <a:lnTo>
                    <a:pt x="943" y="1805"/>
                  </a:lnTo>
                  <a:lnTo>
                    <a:pt x="923" y="1464"/>
                  </a:lnTo>
                  <a:lnTo>
                    <a:pt x="923" y="1244"/>
                  </a:lnTo>
                  <a:lnTo>
                    <a:pt x="943" y="1043"/>
                  </a:lnTo>
                  <a:lnTo>
                    <a:pt x="1003" y="863"/>
                  </a:lnTo>
                  <a:lnTo>
                    <a:pt x="1083" y="682"/>
                  </a:lnTo>
                  <a:lnTo>
                    <a:pt x="1204" y="502"/>
                  </a:lnTo>
                  <a:lnTo>
                    <a:pt x="1324" y="361"/>
                  </a:lnTo>
                  <a:lnTo>
                    <a:pt x="1485" y="241"/>
                  </a:lnTo>
                  <a:lnTo>
                    <a:pt x="1665" y="141"/>
                  </a:lnTo>
                  <a:lnTo>
                    <a:pt x="1705" y="141"/>
                  </a:lnTo>
                  <a:lnTo>
                    <a:pt x="1765" y="121"/>
                  </a:lnTo>
                  <a:lnTo>
                    <a:pt x="1805" y="81"/>
                  </a:lnTo>
                  <a:lnTo>
                    <a:pt x="1825" y="40"/>
                  </a:lnTo>
                  <a:lnTo>
                    <a:pt x="1825" y="20"/>
                  </a:lnTo>
                  <a:lnTo>
                    <a:pt x="1825" y="0"/>
                  </a:lnTo>
                  <a:lnTo>
                    <a:pt x="1605" y="60"/>
                  </a:lnTo>
                  <a:lnTo>
                    <a:pt x="1444" y="81"/>
                  </a:lnTo>
                  <a:lnTo>
                    <a:pt x="1324" y="60"/>
                  </a:lnTo>
                  <a:lnTo>
                    <a:pt x="1184" y="40"/>
                  </a:lnTo>
                  <a:lnTo>
                    <a:pt x="1023" y="20"/>
                  </a:lnTo>
                  <a:lnTo>
                    <a:pt x="843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3" name="Google Shape;5273;p21"/>
            <p:cNvSpPr/>
            <p:nvPr/>
          </p:nvSpPr>
          <p:spPr>
            <a:xfrm>
              <a:off x="11391200" y="4053250"/>
              <a:ext cx="45650" cy="73725"/>
            </a:xfrm>
            <a:custGeom>
              <a:avLst/>
              <a:gdLst/>
              <a:ahLst/>
              <a:cxnLst/>
              <a:rect l="l" t="t" r="r" b="b"/>
              <a:pathLst>
                <a:path w="1826" h="2949" fill="none" extrusionOk="0">
                  <a:moveTo>
                    <a:pt x="843" y="0"/>
                  </a:moveTo>
                  <a:lnTo>
                    <a:pt x="843" y="0"/>
                  </a:lnTo>
                  <a:lnTo>
                    <a:pt x="702" y="0"/>
                  </a:lnTo>
                  <a:lnTo>
                    <a:pt x="542" y="40"/>
                  </a:lnTo>
                  <a:lnTo>
                    <a:pt x="402" y="81"/>
                  </a:lnTo>
                  <a:lnTo>
                    <a:pt x="241" y="161"/>
                  </a:lnTo>
                  <a:lnTo>
                    <a:pt x="241" y="161"/>
                  </a:lnTo>
                  <a:lnTo>
                    <a:pt x="181" y="221"/>
                  </a:lnTo>
                  <a:lnTo>
                    <a:pt x="121" y="281"/>
                  </a:lnTo>
                  <a:lnTo>
                    <a:pt x="81" y="361"/>
                  </a:lnTo>
                  <a:lnTo>
                    <a:pt x="61" y="462"/>
                  </a:lnTo>
                  <a:lnTo>
                    <a:pt x="1" y="702"/>
                  </a:lnTo>
                  <a:lnTo>
                    <a:pt x="1" y="963"/>
                  </a:lnTo>
                  <a:lnTo>
                    <a:pt x="1" y="963"/>
                  </a:lnTo>
                  <a:lnTo>
                    <a:pt x="1" y="983"/>
                  </a:lnTo>
                  <a:lnTo>
                    <a:pt x="1" y="983"/>
                  </a:lnTo>
                  <a:lnTo>
                    <a:pt x="1" y="1264"/>
                  </a:lnTo>
                  <a:lnTo>
                    <a:pt x="41" y="1565"/>
                  </a:lnTo>
                  <a:lnTo>
                    <a:pt x="81" y="1845"/>
                  </a:lnTo>
                  <a:lnTo>
                    <a:pt x="161" y="2126"/>
                  </a:lnTo>
                  <a:lnTo>
                    <a:pt x="241" y="2367"/>
                  </a:lnTo>
                  <a:lnTo>
                    <a:pt x="341" y="2587"/>
                  </a:lnTo>
                  <a:lnTo>
                    <a:pt x="442" y="2748"/>
                  </a:lnTo>
                  <a:lnTo>
                    <a:pt x="502" y="2808"/>
                  </a:lnTo>
                  <a:lnTo>
                    <a:pt x="542" y="2848"/>
                  </a:lnTo>
                  <a:lnTo>
                    <a:pt x="542" y="2848"/>
                  </a:lnTo>
                  <a:lnTo>
                    <a:pt x="662" y="2908"/>
                  </a:lnTo>
                  <a:lnTo>
                    <a:pt x="763" y="2928"/>
                  </a:lnTo>
                  <a:lnTo>
                    <a:pt x="843" y="2948"/>
                  </a:lnTo>
                  <a:lnTo>
                    <a:pt x="943" y="2948"/>
                  </a:lnTo>
                  <a:lnTo>
                    <a:pt x="943" y="2948"/>
                  </a:lnTo>
                  <a:lnTo>
                    <a:pt x="1083" y="2948"/>
                  </a:lnTo>
                  <a:lnTo>
                    <a:pt x="1224" y="2908"/>
                  </a:lnTo>
                  <a:lnTo>
                    <a:pt x="1344" y="2868"/>
                  </a:lnTo>
                  <a:lnTo>
                    <a:pt x="1464" y="2848"/>
                  </a:lnTo>
                  <a:lnTo>
                    <a:pt x="1464" y="2848"/>
                  </a:lnTo>
                  <a:lnTo>
                    <a:pt x="1525" y="2848"/>
                  </a:lnTo>
                  <a:lnTo>
                    <a:pt x="1605" y="2868"/>
                  </a:lnTo>
                  <a:lnTo>
                    <a:pt x="1785" y="2928"/>
                  </a:lnTo>
                  <a:lnTo>
                    <a:pt x="1785" y="2928"/>
                  </a:lnTo>
                  <a:lnTo>
                    <a:pt x="1725" y="2868"/>
                  </a:lnTo>
                  <a:lnTo>
                    <a:pt x="1725" y="2868"/>
                  </a:lnTo>
                  <a:lnTo>
                    <a:pt x="1625" y="2748"/>
                  </a:lnTo>
                  <a:lnTo>
                    <a:pt x="1525" y="2668"/>
                  </a:lnTo>
                  <a:lnTo>
                    <a:pt x="1324" y="2527"/>
                  </a:lnTo>
                  <a:lnTo>
                    <a:pt x="1244" y="2467"/>
                  </a:lnTo>
                  <a:lnTo>
                    <a:pt x="1164" y="2367"/>
                  </a:lnTo>
                  <a:lnTo>
                    <a:pt x="1083" y="2266"/>
                  </a:lnTo>
                  <a:lnTo>
                    <a:pt x="1023" y="2126"/>
                  </a:lnTo>
                  <a:lnTo>
                    <a:pt x="1023" y="2126"/>
                  </a:lnTo>
                  <a:lnTo>
                    <a:pt x="983" y="1966"/>
                  </a:lnTo>
                  <a:lnTo>
                    <a:pt x="943" y="1805"/>
                  </a:lnTo>
                  <a:lnTo>
                    <a:pt x="923" y="1464"/>
                  </a:lnTo>
                  <a:lnTo>
                    <a:pt x="923" y="1464"/>
                  </a:lnTo>
                  <a:lnTo>
                    <a:pt x="923" y="1244"/>
                  </a:lnTo>
                  <a:lnTo>
                    <a:pt x="943" y="1043"/>
                  </a:lnTo>
                  <a:lnTo>
                    <a:pt x="1003" y="863"/>
                  </a:lnTo>
                  <a:lnTo>
                    <a:pt x="1083" y="682"/>
                  </a:lnTo>
                  <a:lnTo>
                    <a:pt x="1204" y="502"/>
                  </a:lnTo>
                  <a:lnTo>
                    <a:pt x="1324" y="361"/>
                  </a:lnTo>
                  <a:lnTo>
                    <a:pt x="1485" y="241"/>
                  </a:lnTo>
                  <a:lnTo>
                    <a:pt x="1665" y="141"/>
                  </a:lnTo>
                  <a:lnTo>
                    <a:pt x="1665" y="141"/>
                  </a:lnTo>
                  <a:lnTo>
                    <a:pt x="1705" y="141"/>
                  </a:lnTo>
                  <a:lnTo>
                    <a:pt x="1705" y="141"/>
                  </a:lnTo>
                  <a:lnTo>
                    <a:pt x="1765" y="121"/>
                  </a:lnTo>
                  <a:lnTo>
                    <a:pt x="1805" y="81"/>
                  </a:lnTo>
                  <a:lnTo>
                    <a:pt x="1805" y="81"/>
                  </a:lnTo>
                  <a:lnTo>
                    <a:pt x="1825" y="40"/>
                  </a:lnTo>
                  <a:lnTo>
                    <a:pt x="1825" y="20"/>
                  </a:lnTo>
                  <a:lnTo>
                    <a:pt x="1825" y="0"/>
                  </a:lnTo>
                  <a:lnTo>
                    <a:pt x="1825" y="0"/>
                  </a:lnTo>
                  <a:lnTo>
                    <a:pt x="1825" y="0"/>
                  </a:lnTo>
                  <a:lnTo>
                    <a:pt x="1605" y="60"/>
                  </a:lnTo>
                  <a:lnTo>
                    <a:pt x="1444" y="81"/>
                  </a:lnTo>
                  <a:lnTo>
                    <a:pt x="1444" y="81"/>
                  </a:lnTo>
                  <a:lnTo>
                    <a:pt x="1324" y="60"/>
                  </a:lnTo>
                  <a:lnTo>
                    <a:pt x="1184" y="40"/>
                  </a:lnTo>
                  <a:lnTo>
                    <a:pt x="1023" y="20"/>
                  </a:lnTo>
                  <a:lnTo>
                    <a:pt x="84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4" name="Google Shape;5274;p21"/>
            <p:cNvSpPr/>
            <p:nvPr/>
          </p:nvSpPr>
          <p:spPr>
            <a:xfrm>
              <a:off x="10716375" y="4375625"/>
              <a:ext cx="540475" cy="391075"/>
            </a:xfrm>
            <a:custGeom>
              <a:avLst/>
              <a:gdLst/>
              <a:ahLst/>
              <a:cxnLst/>
              <a:rect l="l" t="t" r="r" b="b"/>
              <a:pathLst>
                <a:path w="21619" h="15643" extrusionOk="0">
                  <a:moveTo>
                    <a:pt x="5635" y="0"/>
                  </a:moveTo>
                  <a:lnTo>
                    <a:pt x="5214" y="20"/>
                  </a:lnTo>
                  <a:lnTo>
                    <a:pt x="4793" y="61"/>
                  </a:lnTo>
                  <a:lnTo>
                    <a:pt x="4392" y="121"/>
                  </a:lnTo>
                  <a:lnTo>
                    <a:pt x="4011" y="201"/>
                  </a:lnTo>
                  <a:lnTo>
                    <a:pt x="3630" y="301"/>
                  </a:lnTo>
                  <a:lnTo>
                    <a:pt x="3269" y="442"/>
                  </a:lnTo>
                  <a:lnTo>
                    <a:pt x="2908" y="582"/>
                  </a:lnTo>
                  <a:lnTo>
                    <a:pt x="2567" y="762"/>
                  </a:lnTo>
                  <a:lnTo>
                    <a:pt x="2246" y="963"/>
                  </a:lnTo>
                  <a:lnTo>
                    <a:pt x="1945" y="1164"/>
                  </a:lnTo>
                  <a:lnTo>
                    <a:pt x="1665" y="1404"/>
                  </a:lnTo>
                  <a:lnTo>
                    <a:pt x="1404" y="1665"/>
                  </a:lnTo>
                  <a:lnTo>
                    <a:pt x="1143" y="1946"/>
                  </a:lnTo>
                  <a:lnTo>
                    <a:pt x="923" y="2247"/>
                  </a:lnTo>
                  <a:lnTo>
                    <a:pt x="722" y="2567"/>
                  </a:lnTo>
                  <a:lnTo>
                    <a:pt x="542" y="2908"/>
                  </a:lnTo>
                  <a:lnTo>
                    <a:pt x="381" y="3269"/>
                  </a:lnTo>
                  <a:lnTo>
                    <a:pt x="241" y="3650"/>
                  </a:lnTo>
                  <a:lnTo>
                    <a:pt x="141" y="4051"/>
                  </a:lnTo>
                  <a:lnTo>
                    <a:pt x="60" y="4453"/>
                  </a:lnTo>
                  <a:lnTo>
                    <a:pt x="20" y="4894"/>
                  </a:lnTo>
                  <a:lnTo>
                    <a:pt x="0" y="5355"/>
                  </a:lnTo>
                  <a:lnTo>
                    <a:pt x="20" y="5816"/>
                  </a:lnTo>
                  <a:lnTo>
                    <a:pt x="80" y="6277"/>
                  </a:lnTo>
                  <a:lnTo>
                    <a:pt x="181" y="6759"/>
                  </a:lnTo>
                  <a:lnTo>
                    <a:pt x="301" y="7220"/>
                  </a:lnTo>
                  <a:lnTo>
                    <a:pt x="461" y="7681"/>
                  </a:lnTo>
                  <a:lnTo>
                    <a:pt x="662" y="8143"/>
                  </a:lnTo>
                  <a:lnTo>
                    <a:pt x="883" y="8624"/>
                  </a:lnTo>
                  <a:lnTo>
                    <a:pt x="1143" y="9065"/>
                  </a:lnTo>
                  <a:lnTo>
                    <a:pt x="1424" y="9526"/>
                  </a:lnTo>
                  <a:lnTo>
                    <a:pt x="1725" y="9968"/>
                  </a:lnTo>
                  <a:lnTo>
                    <a:pt x="2046" y="10409"/>
                  </a:lnTo>
                  <a:lnTo>
                    <a:pt x="2387" y="10830"/>
                  </a:lnTo>
                  <a:lnTo>
                    <a:pt x="2748" y="11251"/>
                  </a:lnTo>
                  <a:lnTo>
                    <a:pt x="3149" y="11652"/>
                  </a:lnTo>
                  <a:lnTo>
                    <a:pt x="3530" y="12053"/>
                  </a:lnTo>
                  <a:lnTo>
                    <a:pt x="3951" y="12434"/>
                  </a:lnTo>
                  <a:lnTo>
                    <a:pt x="4372" y="12795"/>
                  </a:lnTo>
                  <a:lnTo>
                    <a:pt x="4793" y="13136"/>
                  </a:lnTo>
                  <a:lnTo>
                    <a:pt x="5234" y="13477"/>
                  </a:lnTo>
                  <a:lnTo>
                    <a:pt x="5676" y="13778"/>
                  </a:lnTo>
                  <a:lnTo>
                    <a:pt x="6137" y="14079"/>
                  </a:lnTo>
                  <a:lnTo>
                    <a:pt x="6578" y="14339"/>
                  </a:lnTo>
                  <a:lnTo>
                    <a:pt x="7039" y="14600"/>
                  </a:lnTo>
                  <a:lnTo>
                    <a:pt x="7481" y="14821"/>
                  </a:lnTo>
                  <a:lnTo>
                    <a:pt x="7922" y="15021"/>
                  </a:lnTo>
                  <a:lnTo>
                    <a:pt x="8363" y="15202"/>
                  </a:lnTo>
                  <a:lnTo>
                    <a:pt x="8804" y="15342"/>
                  </a:lnTo>
                  <a:lnTo>
                    <a:pt x="9225" y="15462"/>
                  </a:lnTo>
                  <a:lnTo>
                    <a:pt x="9626" y="15543"/>
                  </a:lnTo>
                  <a:lnTo>
                    <a:pt x="10027" y="15603"/>
                  </a:lnTo>
                  <a:lnTo>
                    <a:pt x="10408" y="15643"/>
                  </a:lnTo>
                  <a:lnTo>
                    <a:pt x="10789" y="15643"/>
                  </a:lnTo>
                  <a:lnTo>
                    <a:pt x="11050" y="15603"/>
                  </a:lnTo>
                  <a:lnTo>
                    <a:pt x="11331" y="15563"/>
                  </a:lnTo>
                  <a:lnTo>
                    <a:pt x="11612" y="15503"/>
                  </a:lnTo>
                  <a:lnTo>
                    <a:pt x="11892" y="15442"/>
                  </a:lnTo>
                  <a:lnTo>
                    <a:pt x="12494" y="15262"/>
                  </a:lnTo>
                  <a:lnTo>
                    <a:pt x="13116" y="15021"/>
                  </a:lnTo>
                  <a:lnTo>
                    <a:pt x="13738" y="14740"/>
                  </a:lnTo>
                  <a:lnTo>
                    <a:pt x="14379" y="14420"/>
                  </a:lnTo>
                  <a:lnTo>
                    <a:pt x="15001" y="14039"/>
                  </a:lnTo>
                  <a:lnTo>
                    <a:pt x="15643" y="13637"/>
                  </a:lnTo>
                  <a:lnTo>
                    <a:pt x="16164" y="13277"/>
                  </a:lnTo>
                  <a:lnTo>
                    <a:pt x="16706" y="12895"/>
                  </a:lnTo>
                  <a:lnTo>
                    <a:pt x="17207" y="12514"/>
                  </a:lnTo>
                  <a:lnTo>
                    <a:pt x="17708" y="12093"/>
                  </a:lnTo>
                  <a:lnTo>
                    <a:pt x="18190" y="11672"/>
                  </a:lnTo>
                  <a:lnTo>
                    <a:pt x="18651" y="11251"/>
                  </a:lnTo>
                  <a:lnTo>
                    <a:pt x="19092" y="10830"/>
                  </a:lnTo>
                  <a:lnTo>
                    <a:pt x="19513" y="10389"/>
                  </a:lnTo>
                  <a:lnTo>
                    <a:pt x="19894" y="9947"/>
                  </a:lnTo>
                  <a:lnTo>
                    <a:pt x="20235" y="9526"/>
                  </a:lnTo>
                  <a:lnTo>
                    <a:pt x="20556" y="9105"/>
                  </a:lnTo>
                  <a:lnTo>
                    <a:pt x="20837" y="8684"/>
                  </a:lnTo>
                  <a:lnTo>
                    <a:pt x="21077" y="8283"/>
                  </a:lnTo>
                  <a:lnTo>
                    <a:pt x="21278" y="7902"/>
                  </a:lnTo>
                  <a:lnTo>
                    <a:pt x="21418" y="7521"/>
                  </a:lnTo>
                  <a:lnTo>
                    <a:pt x="21519" y="7180"/>
                  </a:lnTo>
                  <a:lnTo>
                    <a:pt x="21579" y="6779"/>
                  </a:lnTo>
                  <a:lnTo>
                    <a:pt x="21619" y="6398"/>
                  </a:lnTo>
                  <a:lnTo>
                    <a:pt x="21619" y="6037"/>
                  </a:lnTo>
                  <a:lnTo>
                    <a:pt x="21599" y="5676"/>
                  </a:lnTo>
                  <a:lnTo>
                    <a:pt x="21539" y="5315"/>
                  </a:lnTo>
                  <a:lnTo>
                    <a:pt x="21458" y="4954"/>
                  </a:lnTo>
                  <a:lnTo>
                    <a:pt x="21358" y="4613"/>
                  </a:lnTo>
                  <a:lnTo>
                    <a:pt x="21238" y="4292"/>
                  </a:lnTo>
                  <a:lnTo>
                    <a:pt x="21077" y="3951"/>
                  </a:lnTo>
                  <a:lnTo>
                    <a:pt x="20917" y="3650"/>
                  </a:lnTo>
                  <a:lnTo>
                    <a:pt x="20737" y="3350"/>
                  </a:lnTo>
                  <a:lnTo>
                    <a:pt x="20536" y="3049"/>
                  </a:lnTo>
                  <a:lnTo>
                    <a:pt x="20315" y="2768"/>
                  </a:lnTo>
                  <a:lnTo>
                    <a:pt x="20095" y="2487"/>
                  </a:lnTo>
                  <a:lnTo>
                    <a:pt x="19854" y="2226"/>
                  </a:lnTo>
                  <a:lnTo>
                    <a:pt x="19593" y="1986"/>
                  </a:lnTo>
                  <a:lnTo>
                    <a:pt x="19333" y="1745"/>
                  </a:lnTo>
                  <a:lnTo>
                    <a:pt x="19072" y="1525"/>
                  </a:lnTo>
                  <a:lnTo>
                    <a:pt x="18791" y="1324"/>
                  </a:lnTo>
                  <a:lnTo>
                    <a:pt x="18510" y="1123"/>
                  </a:lnTo>
                  <a:lnTo>
                    <a:pt x="18230" y="943"/>
                  </a:lnTo>
                  <a:lnTo>
                    <a:pt x="17949" y="783"/>
                  </a:lnTo>
                  <a:lnTo>
                    <a:pt x="17668" y="642"/>
                  </a:lnTo>
                  <a:lnTo>
                    <a:pt x="17387" y="502"/>
                  </a:lnTo>
                  <a:lnTo>
                    <a:pt x="17127" y="381"/>
                  </a:lnTo>
                  <a:lnTo>
                    <a:pt x="16846" y="281"/>
                  </a:lnTo>
                  <a:lnTo>
                    <a:pt x="16585" y="201"/>
                  </a:lnTo>
                  <a:lnTo>
                    <a:pt x="16325" y="141"/>
                  </a:lnTo>
                  <a:lnTo>
                    <a:pt x="16084" y="101"/>
                  </a:lnTo>
                  <a:lnTo>
                    <a:pt x="15863" y="81"/>
                  </a:lnTo>
                  <a:lnTo>
                    <a:pt x="15643" y="61"/>
                  </a:lnTo>
                  <a:lnTo>
                    <a:pt x="15442" y="81"/>
                  </a:lnTo>
                  <a:lnTo>
                    <a:pt x="15101" y="121"/>
                  </a:lnTo>
                  <a:lnTo>
                    <a:pt x="14800" y="201"/>
                  </a:lnTo>
                  <a:lnTo>
                    <a:pt x="14480" y="321"/>
                  </a:lnTo>
                  <a:lnTo>
                    <a:pt x="14179" y="442"/>
                  </a:lnTo>
                  <a:lnTo>
                    <a:pt x="13898" y="602"/>
                  </a:lnTo>
                  <a:lnTo>
                    <a:pt x="13617" y="742"/>
                  </a:lnTo>
                  <a:lnTo>
                    <a:pt x="13076" y="1063"/>
                  </a:lnTo>
                  <a:lnTo>
                    <a:pt x="12815" y="1204"/>
                  </a:lnTo>
                  <a:lnTo>
                    <a:pt x="12554" y="1344"/>
                  </a:lnTo>
                  <a:lnTo>
                    <a:pt x="12274" y="1464"/>
                  </a:lnTo>
                  <a:lnTo>
                    <a:pt x="11993" y="1545"/>
                  </a:lnTo>
                  <a:lnTo>
                    <a:pt x="11712" y="1605"/>
                  </a:lnTo>
                  <a:lnTo>
                    <a:pt x="11431" y="1625"/>
                  </a:lnTo>
                  <a:lnTo>
                    <a:pt x="11110" y="1605"/>
                  </a:lnTo>
                  <a:lnTo>
                    <a:pt x="10789" y="1545"/>
                  </a:lnTo>
                  <a:lnTo>
                    <a:pt x="10429" y="1404"/>
                  </a:lnTo>
                  <a:lnTo>
                    <a:pt x="10068" y="1224"/>
                  </a:lnTo>
                  <a:lnTo>
                    <a:pt x="9626" y="983"/>
                  </a:lnTo>
                  <a:lnTo>
                    <a:pt x="9165" y="783"/>
                  </a:lnTo>
                  <a:lnTo>
                    <a:pt x="8724" y="602"/>
                  </a:lnTo>
                  <a:lnTo>
                    <a:pt x="8263" y="442"/>
                  </a:lnTo>
                  <a:lnTo>
                    <a:pt x="7821" y="301"/>
                  </a:lnTo>
                  <a:lnTo>
                    <a:pt x="7380" y="201"/>
                  </a:lnTo>
                  <a:lnTo>
                    <a:pt x="6939" y="101"/>
                  </a:lnTo>
                  <a:lnTo>
                    <a:pt x="6498" y="41"/>
                  </a:lnTo>
                  <a:lnTo>
                    <a:pt x="6057" y="20"/>
                  </a:lnTo>
                  <a:lnTo>
                    <a:pt x="563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5" name="Google Shape;5275;p21"/>
            <p:cNvSpPr/>
            <p:nvPr/>
          </p:nvSpPr>
          <p:spPr>
            <a:xfrm>
              <a:off x="10716375" y="4375625"/>
              <a:ext cx="540475" cy="391075"/>
            </a:xfrm>
            <a:custGeom>
              <a:avLst/>
              <a:gdLst/>
              <a:ahLst/>
              <a:cxnLst/>
              <a:rect l="l" t="t" r="r" b="b"/>
              <a:pathLst>
                <a:path w="21619" h="15643" fill="none" extrusionOk="0">
                  <a:moveTo>
                    <a:pt x="21519" y="7180"/>
                  </a:moveTo>
                  <a:lnTo>
                    <a:pt x="21519" y="7180"/>
                  </a:lnTo>
                  <a:lnTo>
                    <a:pt x="21418" y="7521"/>
                  </a:lnTo>
                  <a:lnTo>
                    <a:pt x="21278" y="7902"/>
                  </a:lnTo>
                  <a:lnTo>
                    <a:pt x="21077" y="8283"/>
                  </a:lnTo>
                  <a:lnTo>
                    <a:pt x="20837" y="8684"/>
                  </a:lnTo>
                  <a:lnTo>
                    <a:pt x="20556" y="9105"/>
                  </a:lnTo>
                  <a:lnTo>
                    <a:pt x="20235" y="9526"/>
                  </a:lnTo>
                  <a:lnTo>
                    <a:pt x="19894" y="9947"/>
                  </a:lnTo>
                  <a:lnTo>
                    <a:pt x="19513" y="10389"/>
                  </a:lnTo>
                  <a:lnTo>
                    <a:pt x="19092" y="10830"/>
                  </a:lnTo>
                  <a:lnTo>
                    <a:pt x="18651" y="11251"/>
                  </a:lnTo>
                  <a:lnTo>
                    <a:pt x="18190" y="11672"/>
                  </a:lnTo>
                  <a:lnTo>
                    <a:pt x="17708" y="12093"/>
                  </a:lnTo>
                  <a:lnTo>
                    <a:pt x="17207" y="12514"/>
                  </a:lnTo>
                  <a:lnTo>
                    <a:pt x="16706" y="12895"/>
                  </a:lnTo>
                  <a:lnTo>
                    <a:pt x="16164" y="13277"/>
                  </a:lnTo>
                  <a:lnTo>
                    <a:pt x="15643" y="13637"/>
                  </a:lnTo>
                  <a:lnTo>
                    <a:pt x="15643" y="13637"/>
                  </a:lnTo>
                  <a:lnTo>
                    <a:pt x="15001" y="14039"/>
                  </a:lnTo>
                  <a:lnTo>
                    <a:pt x="14379" y="14420"/>
                  </a:lnTo>
                  <a:lnTo>
                    <a:pt x="13738" y="14740"/>
                  </a:lnTo>
                  <a:lnTo>
                    <a:pt x="13116" y="15021"/>
                  </a:lnTo>
                  <a:lnTo>
                    <a:pt x="12494" y="15262"/>
                  </a:lnTo>
                  <a:lnTo>
                    <a:pt x="11892" y="15442"/>
                  </a:lnTo>
                  <a:lnTo>
                    <a:pt x="11612" y="15503"/>
                  </a:lnTo>
                  <a:lnTo>
                    <a:pt x="11331" y="15563"/>
                  </a:lnTo>
                  <a:lnTo>
                    <a:pt x="11050" y="15603"/>
                  </a:lnTo>
                  <a:lnTo>
                    <a:pt x="10789" y="15643"/>
                  </a:lnTo>
                  <a:lnTo>
                    <a:pt x="10789" y="15643"/>
                  </a:lnTo>
                  <a:lnTo>
                    <a:pt x="10408" y="15643"/>
                  </a:lnTo>
                  <a:lnTo>
                    <a:pt x="10027" y="15603"/>
                  </a:lnTo>
                  <a:lnTo>
                    <a:pt x="9626" y="15543"/>
                  </a:lnTo>
                  <a:lnTo>
                    <a:pt x="9225" y="15462"/>
                  </a:lnTo>
                  <a:lnTo>
                    <a:pt x="8804" y="15342"/>
                  </a:lnTo>
                  <a:lnTo>
                    <a:pt x="8363" y="15202"/>
                  </a:lnTo>
                  <a:lnTo>
                    <a:pt x="7922" y="15021"/>
                  </a:lnTo>
                  <a:lnTo>
                    <a:pt x="7481" y="14821"/>
                  </a:lnTo>
                  <a:lnTo>
                    <a:pt x="7039" y="14600"/>
                  </a:lnTo>
                  <a:lnTo>
                    <a:pt x="6578" y="14339"/>
                  </a:lnTo>
                  <a:lnTo>
                    <a:pt x="6137" y="14079"/>
                  </a:lnTo>
                  <a:lnTo>
                    <a:pt x="5676" y="13778"/>
                  </a:lnTo>
                  <a:lnTo>
                    <a:pt x="5234" y="13477"/>
                  </a:lnTo>
                  <a:lnTo>
                    <a:pt x="4793" y="13136"/>
                  </a:lnTo>
                  <a:lnTo>
                    <a:pt x="4372" y="12795"/>
                  </a:lnTo>
                  <a:lnTo>
                    <a:pt x="3951" y="12434"/>
                  </a:lnTo>
                  <a:lnTo>
                    <a:pt x="3530" y="12053"/>
                  </a:lnTo>
                  <a:lnTo>
                    <a:pt x="3149" y="11652"/>
                  </a:lnTo>
                  <a:lnTo>
                    <a:pt x="2748" y="11251"/>
                  </a:lnTo>
                  <a:lnTo>
                    <a:pt x="2387" y="10830"/>
                  </a:lnTo>
                  <a:lnTo>
                    <a:pt x="2046" y="10409"/>
                  </a:lnTo>
                  <a:lnTo>
                    <a:pt x="1725" y="9968"/>
                  </a:lnTo>
                  <a:lnTo>
                    <a:pt x="1424" y="9526"/>
                  </a:lnTo>
                  <a:lnTo>
                    <a:pt x="1143" y="9065"/>
                  </a:lnTo>
                  <a:lnTo>
                    <a:pt x="883" y="8624"/>
                  </a:lnTo>
                  <a:lnTo>
                    <a:pt x="662" y="8143"/>
                  </a:lnTo>
                  <a:lnTo>
                    <a:pt x="461" y="7681"/>
                  </a:lnTo>
                  <a:lnTo>
                    <a:pt x="301" y="7220"/>
                  </a:lnTo>
                  <a:lnTo>
                    <a:pt x="181" y="6759"/>
                  </a:lnTo>
                  <a:lnTo>
                    <a:pt x="80" y="6277"/>
                  </a:lnTo>
                  <a:lnTo>
                    <a:pt x="20" y="5816"/>
                  </a:lnTo>
                  <a:lnTo>
                    <a:pt x="0" y="5355"/>
                  </a:lnTo>
                  <a:lnTo>
                    <a:pt x="0" y="5355"/>
                  </a:lnTo>
                  <a:lnTo>
                    <a:pt x="20" y="4894"/>
                  </a:lnTo>
                  <a:lnTo>
                    <a:pt x="60" y="4453"/>
                  </a:lnTo>
                  <a:lnTo>
                    <a:pt x="141" y="4051"/>
                  </a:lnTo>
                  <a:lnTo>
                    <a:pt x="241" y="3650"/>
                  </a:lnTo>
                  <a:lnTo>
                    <a:pt x="381" y="3269"/>
                  </a:lnTo>
                  <a:lnTo>
                    <a:pt x="542" y="2908"/>
                  </a:lnTo>
                  <a:lnTo>
                    <a:pt x="722" y="2567"/>
                  </a:lnTo>
                  <a:lnTo>
                    <a:pt x="923" y="2247"/>
                  </a:lnTo>
                  <a:lnTo>
                    <a:pt x="1143" y="1946"/>
                  </a:lnTo>
                  <a:lnTo>
                    <a:pt x="1404" y="1665"/>
                  </a:lnTo>
                  <a:lnTo>
                    <a:pt x="1665" y="1404"/>
                  </a:lnTo>
                  <a:lnTo>
                    <a:pt x="1945" y="1164"/>
                  </a:lnTo>
                  <a:lnTo>
                    <a:pt x="2246" y="963"/>
                  </a:lnTo>
                  <a:lnTo>
                    <a:pt x="2567" y="762"/>
                  </a:lnTo>
                  <a:lnTo>
                    <a:pt x="2908" y="582"/>
                  </a:lnTo>
                  <a:lnTo>
                    <a:pt x="3269" y="442"/>
                  </a:lnTo>
                  <a:lnTo>
                    <a:pt x="3630" y="301"/>
                  </a:lnTo>
                  <a:lnTo>
                    <a:pt x="4011" y="201"/>
                  </a:lnTo>
                  <a:lnTo>
                    <a:pt x="4392" y="121"/>
                  </a:lnTo>
                  <a:lnTo>
                    <a:pt x="4793" y="61"/>
                  </a:lnTo>
                  <a:lnTo>
                    <a:pt x="5214" y="20"/>
                  </a:lnTo>
                  <a:lnTo>
                    <a:pt x="5635" y="0"/>
                  </a:lnTo>
                  <a:lnTo>
                    <a:pt x="6057" y="20"/>
                  </a:lnTo>
                  <a:lnTo>
                    <a:pt x="6498" y="41"/>
                  </a:lnTo>
                  <a:lnTo>
                    <a:pt x="6939" y="101"/>
                  </a:lnTo>
                  <a:lnTo>
                    <a:pt x="7380" y="201"/>
                  </a:lnTo>
                  <a:lnTo>
                    <a:pt x="7821" y="301"/>
                  </a:lnTo>
                  <a:lnTo>
                    <a:pt x="8263" y="442"/>
                  </a:lnTo>
                  <a:lnTo>
                    <a:pt x="8724" y="602"/>
                  </a:lnTo>
                  <a:lnTo>
                    <a:pt x="9165" y="783"/>
                  </a:lnTo>
                  <a:lnTo>
                    <a:pt x="9626" y="983"/>
                  </a:lnTo>
                  <a:lnTo>
                    <a:pt x="10068" y="1224"/>
                  </a:lnTo>
                  <a:lnTo>
                    <a:pt x="10068" y="1224"/>
                  </a:lnTo>
                  <a:lnTo>
                    <a:pt x="10429" y="1404"/>
                  </a:lnTo>
                  <a:lnTo>
                    <a:pt x="10789" y="1545"/>
                  </a:lnTo>
                  <a:lnTo>
                    <a:pt x="11110" y="1605"/>
                  </a:lnTo>
                  <a:lnTo>
                    <a:pt x="11431" y="1625"/>
                  </a:lnTo>
                  <a:lnTo>
                    <a:pt x="11712" y="1605"/>
                  </a:lnTo>
                  <a:lnTo>
                    <a:pt x="11993" y="1545"/>
                  </a:lnTo>
                  <a:lnTo>
                    <a:pt x="12274" y="1464"/>
                  </a:lnTo>
                  <a:lnTo>
                    <a:pt x="12554" y="1344"/>
                  </a:lnTo>
                  <a:lnTo>
                    <a:pt x="12815" y="1204"/>
                  </a:lnTo>
                  <a:lnTo>
                    <a:pt x="13076" y="1063"/>
                  </a:lnTo>
                  <a:lnTo>
                    <a:pt x="13617" y="742"/>
                  </a:lnTo>
                  <a:lnTo>
                    <a:pt x="13898" y="602"/>
                  </a:lnTo>
                  <a:lnTo>
                    <a:pt x="14179" y="442"/>
                  </a:lnTo>
                  <a:lnTo>
                    <a:pt x="14480" y="321"/>
                  </a:lnTo>
                  <a:lnTo>
                    <a:pt x="14800" y="201"/>
                  </a:lnTo>
                  <a:lnTo>
                    <a:pt x="14800" y="201"/>
                  </a:lnTo>
                  <a:lnTo>
                    <a:pt x="15101" y="121"/>
                  </a:lnTo>
                  <a:lnTo>
                    <a:pt x="15442" y="81"/>
                  </a:lnTo>
                  <a:lnTo>
                    <a:pt x="15442" y="81"/>
                  </a:lnTo>
                  <a:lnTo>
                    <a:pt x="15643" y="61"/>
                  </a:lnTo>
                  <a:lnTo>
                    <a:pt x="15863" y="81"/>
                  </a:lnTo>
                  <a:lnTo>
                    <a:pt x="16084" y="101"/>
                  </a:lnTo>
                  <a:lnTo>
                    <a:pt x="16325" y="141"/>
                  </a:lnTo>
                  <a:lnTo>
                    <a:pt x="16585" y="201"/>
                  </a:lnTo>
                  <a:lnTo>
                    <a:pt x="16846" y="281"/>
                  </a:lnTo>
                  <a:lnTo>
                    <a:pt x="17127" y="381"/>
                  </a:lnTo>
                  <a:lnTo>
                    <a:pt x="17387" y="502"/>
                  </a:lnTo>
                  <a:lnTo>
                    <a:pt x="17668" y="642"/>
                  </a:lnTo>
                  <a:lnTo>
                    <a:pt x="17949" y="783"/>
                  </a:lnTo>
                  <a:lnTo>
                    <a:pt x="18230" y="943"/>
                  </a:lnTo>
                  <a:lnTo>
                    <a:pt x="18510" y="1123"/>
                  </a:lnTo>
                  <a:lnTo>
                    <a:pt x="18791" y="1324"/>
                  </a:lnTo>
                  <a:lnTo>
                    <a:pt x="19072" y="1525"/>
                  </a:lnTo>
                  <a:lnTo>
                    <a:pt x="19333" y="1745"/>
                  </a:lnTo>
                  <a:lnTo>
                    <a:pt x="19593" y="1986"/>
                  </a:lnTo>
                  <a:lnTo>
                    <a:pt x="19854" y="2226"/>
                  </a:lnTo>
                  <a:lnTo>
                    <a:pt x="20095" y="2487"/>
                  </a:lnTo>
                  <a:lnTo>
                    <a:pt x="20315" y="2768"/>
                  </a:lnTo>
                  <a:lnTo>
                    <a:pt x="20536" y="3049"/>
                  </a:lnTo>
                  <a:lnTo>
                    <a:pt x="20737" y="3350"/>
                  </a:lnTo>
                  <a:lnTo>
                    <a:pt x="20917" y="3650"/>
                  </a:lnTo>
                  <a:lnTo>
                    <a:pt x="21077" y="3951"/>
                  </a:lnTo>
                  <a:lnTo>
                    <a:pt x="21238" y="4292"/>
                  </a:lnTo>
                  <a:lnTo>
                    <a:pt x="21358" y="4613"/>
                  </a:lnTo>
                  <a:lnTo>
                    <a:pt x="21458" y="4954"/>
                  </a:lnTo>
                  <a:lnTo>
                    <a:pt x="21539" y="5315"/>
                  </a:lnTo>
                  <a:lnTo>
                    <a:pt x="21599" y="5676"/>
                  </a:lnTo>
                  <a:lnTo>
                    <a:pt x="21619" y="6037"/>
                  </a:lnTo>
                  <a:lnTo>
                    <a:pt x="21619" y="6398"/>
                  </a:lnTo>
                  <a:lnTo>
                    <a:pt x="21579" y="6779"/>
                  </a:lnTo>
                  <a:lnTo>
                    <a:pt x="21519" y="718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6" name="Google Shape;5276;p21"/>
            <p:cNvSpPr/>
            <p:nvPr/>
          </p:nvSpPr>
          <p:spPr>
            <a:xfrm>
              <a:off x="10747950" y="4450325"/>
              <a:ext cx="223625" cy="276775"/>
            </a:xfrm>
            <a:custGeom>
              <a:avLst/>
              <a:gdLst/>
              <a:ahLst/>
              <a:cxnLst/>
              <a:rect l="l" t="t" r="r" b="b"/>
              <a:pathLst>
                <a:path w="8945" h="11071" extrusionOk="0">
                  <a:moveTo>
                    <a:pt x="2527" y="1"/>
                  </a:moveTo>
                  <a:lnTo>
                    <a:pt x="2287" y="21"/>
                  </a:lnTo>
                  <a:lnTo>
                    <a:pt x="2066" y="81"/>
                  </a:lnTo>
                  <a:lnTo>
                    <a:pt x="1826" y="141"/>
                  </a:lnTo>
                  <a:lnTo>
                    <a:pt x="1585" y="221"/>
                  </a:lnTo>
                  <a:lnTo>
                    <a:pt x="1364" y="321"/>
                  </a:lnTo>
                  <a:lnTo>
                    <a:pt x="1144" y="422"/>
                  </a:lnTo>
                  <a:lnTo>
                    <a:pt x="963" y="542"/>
                  </a:lnTo>
                  <a:lnTo>
                    <a:pt x="783" y="662"/>
                  </a:lnTo>
                  <a:lnTo>
                    <a:pt x="642" y="803"/>
                  </a:lnTo>
                  <a:lnTo>
                    <a:pt x="502" y="963"/>
                  </a:lnTo>
                  <a:lnTo>
                    <a:pt x="382" y="1124"/>
                  </a:lnTo>
                  <a:lnTo>
                    <a:pt x="281" y="1284"/>
                  </a:lnTo>
                  <a:lnTo>
                    <a:pt x="201" y="1444"/>
                  </a:lnTo>
                  <a:lnTo>
                    <a:pt x="121" y="1625"/>
                  </a:lnTo>
                  <a:lnTo>
                    <a:pt x="81" y="1825"/>
                  </a:lnTo>
                  <a:lnTo>
                    <a:pt x="41" y="2006"/>
                  </a:lnTo>
                  <a:lnTo>
                    <a:pt x="21" y="2207"/>
                  </a:lnTo>
                  <a:lnTo>
                    <a:pt x="1" y="2427"/>
                  </a:lnTo>
                  <a:lnTo>
                    <a:pt x="1" y="2628"/>
                  </a:lnTo>
                  <a:lnTo>
                    <a:pt x="21" y="2848"/>
                  </a:lnTo>
                  <a:lnTo>
                    <a:pt x="101" y="3289"/>
                  </a:lnTo>
                  <a:lnTo>
                    <a:pt x="221" y="3751"/>
                  </a:lnTo>
                  <a:lnTo>
                    <a:pt x="402" y="4232"/>
                  </a:lnTo>
                  <a:lnTo>
                    <a:pt x="602" y="4713"/>
                  </a:lnTo>
                  <a:lnTo>
                    <a:pt x="843" y="5195"/>
                  </a:lnTo>
                  <a:lnTo>
                    <a:pt x="1144" y="5696"/>
                  </a:lnTo>
                  <a:lnTo>
                    <a:pt x="1445" y="6177"/>
                  </a:lnTo>
                  <a:lnTo>
                    <a:pt x="1806" y="6659"/>
                  </a:lnTo>
                  <a:lnTo>
                    <a:pt x="2166" y="7140"/>
                  </a:lnTo>
                  <a:lnTo>
                    <a:pt x="2568" y="7601"/>
                  </a:lnTo>
                  <a:lnTo>
                    <a:pt x="2969" y="8042"/>
                  </a:lnTo>
                  <a:lnTo>
                    <a:pt x="3390" y="8484"/>
                  </a:lnTo>
                  <a:lnTo>
                    <a:pt x="3831" y="8885"/>
                  </a:lnTo>
                  <a:lnTo>
                    <a:pt x="4272" y="9266"/>
                  </a:lnTo>
                  <a:lnTo>
                    <a:pt x="4733" y="9627"/>
                  </a:lnTo>
                  <a:lnTo>
                    <a:pt x="5195" y="9948"/>
                  </a:lnTo>
                  <a:lnTo>
                    <a:pt x="5636" y="10248"/>
                  </a:lnTo>
                  <a:lnTo>
                    <a:pt x="6077" y="10489"/>
                  </a:lnTo>
                  <a:lnTo>
                    <a:pt x="6518" y="10710"/>
                  </a:lnTo>
                  <a:lnTo>
                    <a:pt x="6939" y="10870"/>
                  </a:lnTo>
                  <a:lnTo>
                    <a:pt x="7361" y="10990"/>
                  </a:lnTo>
                  <a:lnTo>
                    <a:pt x="7561" y="11031"/>
                  </a:lnTo>
                  <a:lnTo>
                    <a:pt x="7762" y="11051"/>
                  </a:lnTo>
                  <a:lnTo>
                    <a:pt x="7942" y="11071"/>
                  </a:lnTo>
                  <a:lnTo>
                    <a:pt x="8123" y="11071"/>
                  </a:lnTo>
                  <a:lnTo>
                    <a:pt x="8303" y="11051"/>
                  </a:lnTo>
                  <a:lnTo>
                    <a:pt x="8464" y="11031"/>
                  </a:lnTo>
                  <a:lnTo>
                    <a:pt x="8544" y="10990"/>
                  </a:lnTo>
                  <a:lnTo>
                    <a:pt x="8624" y="10950"/>
                  </a:lnTo>
                  <a:lnTo>
                    <a:pt x="8684" y="10890"/>
                  </a:lnTo>
                  <a:lnTo>
                    <a:pt x="8744" y="10810"/>
                  </a:lnTo>
                  <a:lnTo>
                    <a:pt x="8805" y="10710"/>
                  </a:lnTo>
                  <a:lnTo>
                    <a:pt x="8845" y="10609"/>
                  </a:lnTo>
                  <a:lnTo>
                    <a:pt x="8905" y="10349"/>
                  </a:lnTo>
                  <a:lnTo>
                    <a:pt x="8945" y="10048"/>
                  </a:lnTo>
                  <a:lnTo>
                    <a:pt x="8945" y="9707"/>
                  </a:lnTo>
                  <a:lnTo>
                    <a:pt x="8925" y="9306"/>
                  </a:lnTo>
                  <a:lnTo>
                    <a:pt x="8885" y="8885"/>
                  </a:lnTo>
                  <a:lnTo>
                    <a:pt x="8805" y="8423"/>
                  </a:lnTo>
                  <a:lnTo>
                    <a:pt x="8704" y="7942"/>
                  </a:lnTo>
                  <a:lnTo>
                    <a:pt x="8584" y="7421"/>
                  </a:lnTo>
                  <a:lnTo>
                    <a:pt x="8444" y="6899"/>
                  </a:lnTo>
                  <a:lnTo>
                    <a:pt x="8263" y="6358"/>
                  </a:lnTo>
                  <a:lnTo>
                    <a:pt x="8063" y="5816"/>
                  </a:lnTo>
                  <a:lnTo>
                    <a:pt x="7862" y="5275"/>
                  </a:lnTo>
                  <a:lnTo>
                    <a:pt x="7621" y="4713"/>
                  </a:lnTo>
                  <a:lnTo>
                    <a:pt x="7361" y="4192"/>
                  </a:lnTo>
                  <a:lnTo>
                    <a:pt x="7080" y="3650"/>
                  </a:lnTo>
                  <a:lnTo>
                    <a:pt x="6799" y="3149"/>
                  </a:lnTo>
                  <a:lnTo>
                    <a:pt x="6478" y="2648"/>
                  </a:lnTo>
                  <a:lnTo>
                    <a:pt x="6137" y="2186"/>
                  </a:lnTo>
                  <a:lnTo>
                    <a:pt x="5796" y="1765"/>
                  </a:lnTo>
                  <a:lnTo>
                    <a:pt x="5435" y="1364"/>
                  </a:lnTo>
                  <a:lnTo>
                    <a:pt x="5054" y="1003"/>
                  </a:lnTo>
                  <a:lnTo>
                    <a:pt x="4673" y="702"/>
                  </a:lnTo>
                  <a:lnTo>
                    <a:pt x="4473" y="562"/>
                  </a:lnTo>
                  <a:lnTo>
                    <a:pt x="4272" y="442"/>
                  </a:lnTo>
                  <a:lnTo>
                    <a:pt x="4052" y="341"/>
                  </a:lnTo>
                  <a:lnTo>
                    <a:pt x="3851" y="241"/>
                  </a:lnTo>
                  <a:lnTo>
                    <a:pt x="3630" y="161"/>
                  </a:lnTo>
                  <a:lnTo>
                    <a:pt x="3410" y="101"/>
                  </a:lnTo>
                  <a:lnTo>
                    <a:pt x="3189" y="41"/>
                  </a:lnTo>
                  <a:lnTo>
                    <a:pt x="2969" y="21"/>
                  </a:lnTo>
                  <a:lnTo>
                    <a:pt x="274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7" name="Google Shape;5277;p21"/>
            <p:cNvSpPr/>
            <p:nvPr/>
          </p:nvSpPr>
          <p:spPr>
            <a:xfrm>
              <a:off x="10747950" y="4450325"/>
              <a:ext cx="223625" cy="276775"/>
            </a:xfrm>
            <a:custGeom>
              <a:avLst/>
              <a:gdLst/>
              <a:ahLst/>
              <a:cxnLst/>
              <a:rect l="l" t="t" r="r" b="b"/>
              <a:pathLst>
                <a:path w="8945" h="11071" fill="none" extrusionOk="0">
                  <a:moveTo>
                    <a:pt x="8464" y="11031"/>
                  </a:moveTo>
                  <a:lnTo>
                    <a:pt x="8464" y="11031"/>
                  </a:lnTo>
                  <a:lnTo>
                    <a:pt x="8544" y="10990"/>
                  </a:lnTo>
                  <a:lnTo>
                    <a:pt x="8624" y="10950"/>
                  </a:lnTo>
                  <a:lnTo>
                    <a:pt x="8684" y="10890"/>
                  </a:lnTo>
                  <a:lnTo>
                    <a:pt x="8744" y="10810"/>
                  </a:lnTo>
                  <a:lnTo>
                    <a:pt x="8805" y="10710"/>
                  </a:lnTo>
                  <a:lnTo>
                    <a:pt x="8845" y="10609"/>
                  </a:lnTo>
                  <a:lnTo>
                    <a:pt x="8905" y="10349"/>
                  </a:lnTo>
                  <a:lnTo>
                    <a:pt x="8945" y="10048"/>
                  </a:lnTo>
                  <a:lnTo>
                    <a:pt x="8945" y="9707"/>
                  </a:lnTo>
                  <a:lnTo>
                    <a:pt x="8925" y="9306"/>
                  </a:lnTo>
                  <a:lnTo>
                    <a:pt x="8885" y="8885"/>
                  </a:lnTo>
                  <a:lnTo>
                    <a:pt x="8805" y="8423"/>
                  </a:lnTo>
                  <a:lnTo>
                    <a:pt x="8704" y="7942"/>
                  </a:lnTo>
                  <a:lnTo>
                    <a:pt x="8584" y="7421"/>
                  </a:lnTo>
                  <a:lnTo>
                    <a:pt x="8444" y="6899"/>
                  </a:lnTo>
                  <a:lnTo>
                    <a:pt x="8263" y="6358"/>
                  </a:lnTo>
                  <a:lnTo>
                    <a:pt x="8063" y="5816"/>
                  </a:lnTo>
                  <a:lnTo>
                    <a:pt x="7862" y="5275"/>
                  </a:lnTo>
                  <a:lnTo>
                    <a:pt x="7621" y="4713"/>
                  </a:lnTo>
                  <a:lnTo>
                    <a:pt x="7361" y="4192"/>
                  </a:lnTo>
                  <a:lnTo>
                    <a:pt x="7080" y="3650"/>
                  </a:lnTo>
                  <a:lnTo>
                    <a:pt x="6799" y="3149"/>
                  </a:lnTo>
                  <a:lnTo>
                    <a:pt x="6478" y="2648"/>
                  </a:lnTo>
                  <a:lnTo>
                    <a:pt x="6137" y="2186"/>
                  </a:lnTo>
                  <a:lnTo>
                    <a:pt x="5796" y="1765"/>
                  </a:lnTo>
                  <a:lnTo>
                    <a:pt x="5435" y="1364"/>
                  </a:lnTo>
                  <a:lnTo>
                    <a:pt x="5054" y="1003"/>
                  </a:lnTo>
                  <a:lnTo>
                    <a:pt x="4673" y="702"/>
                  </a:lnTo>
                  <a:lnTo>
                    <a:pt x="4473" y="562"/>
                  </a:lnTo>
                  <a:lnTo>
                    <a:pt x="4272" y="442"/>
                  </a:lnTo>
                  <a:lnTo>
                    <a:pt x="4052" y="341"/>
                  </a:lnTo>
                  <a:lnTo>
                    <a:pt x="3851" y="241"/>
                  </a:lnTo>
                  <a:lnTo>
                    <a:pt x="3630" y="161"/>
                  </a:lnTo>
                  <a:lnTo>
                    <a:pt x="3410" y="101"/>
                  </a:lnTo>
                  <a:lnTo>
                    <a:pt x="3189" y="41"/>
                  </a:lnTo>
                  <a:lnTo>
                    <a:pt x="2969" y="21"/>
                  </a:lnTo>
                  <a:lnTo>
                    <a:pt x="2748" y="1"/>
                  </a:lnTo>
                  <a:lnTo>
                    <a:pt x="2527" y="1"/>
                  </a:lnTo>
                  <a:lnTo>
                    <a:pt x="2287" y="21"/>
                  </a:lnTo>
                  <a:lnTo>
                    <a:pt x="2066" y="81"/>
                  </a:lnTo>
                  <a:lnTo>
                    <a:pt x="1826" y="141"/>
                  </a:lnTo>
                  <a:lnTo>
                    <a:pt x="1585" y="221"/>
                  </a:lnTo>
                  <a:lnTo>
                    <a:pt x="1585" y="221"/>
                  </a:lnTo>
                  <a:lnTo>
                    <a:pt x="1364" y="321"/>
                  </a:lnTo>
                  <a:lnTo>
                    <a:pt x="1144" y="422"/>
                  </a:lnTo>
                  <a:lnTo>
                    <a:pt x="963" y="542"/>
                  </a:lnTo>
                  <a:lnTo>
                    <a:pt x="783" y="662"/>
                  </a:lnTo>
                  <a:lnTo>
                    <a:pt x="642" y="803"/>
                  </a:lnTo>
                  <a:lnTo>
                    <a:pt x="502" y="963"/>
                  </a:lnTo>
                  <a:lnTo>
                    <a:pt x="382" y="1124"/>
                  </a:lnTo>
                  <a:lnTo>
                    <a:pt x="281" y="1284"/>
                  </a:lnTo>
                  <a:lnTo>
                    <a:pt x="201" y="1444"/>
                  </a:lnTo>
                  <a:lnTo>
                    <a:pt x="121" y="1625"/>
                  </a:lnTo>
                  <a:lnTo>
                    <a:pt x="81" y="1825"/>
                  </a:lnTo>
                  <a:lnTo>
                    <a:pt x="41" y="2006"/>
                  </a:lnTo>
                  <a:lnTo>
                    <a:pt x="21" y="2207"/>
                  </a:lnTo>
                  <a:lnTo>
                    <a:pt x="1" y="2427"/>
                  </a:lnTo>
                  <a:lnTo>
                    <a:pt x="1" y="2628"/>
                  </a:lnTo>
                  <a:lnTo>
                    <a:pt x="21" y="2848"/>
                  </a:lnTo>
                  <a:lnTo>
                    <a:pt x="101" y="3289"/>
                  </a:lnTo>
                  <a:lnTo>
                    <a:pt x="221" y="3751"/>
                  </a:lnTo>
                  <a:lnTo>
                    <a:pt x="402" y="4232"/>
                  </a:lnTo>
                  <a:lnTo>
                    <a:pt x="602" y="4713"/>
                  </a:lnTo>
                  <a:lnTo>
                    <a:pt x="843" y="5195"/>
                  </a:lnTo>
                  <a:lnTo>
                    <a:pt x="1144" y="5696"/>
                  </a:lnTo>
                  <a:lnTo>
                    <a:pt x="1445" y="6177"/>
                  </a:lnTo>
                  <a:lnTo>
                    <a:pt x="1806" y="6659"/>
                  </a:lnTo>
                  <a:lnTo>
                    <a:pt x="2166" y="7140"/>
                  </a:lnTo>
                  <a:lnTo>
                    <a:pt x="2568" y="7601"/>
                  </a:lnTo>
                  <a:lnTo>
                    <a:pt x="2969" y="8042"/>
                  </a:lnTo>
                  <a:lnTo>
                    <a:pt x="3390" y="8484"/>
                  </a:lnTo>
                  <a:lnTo>
                    <a:pt x="3831" y="8885"/>
                  </a:lnTo>
                  <a:lnTo>
                    <a:pt x="4272" y="9266"/>
                  </a:lnTo>
                  <a:lnTo>
                    <a:pt x="4733" y="9627"/>
                  </a:lnTo>
                  <a:lnTo>
                    <a:pt x="5195" y="9948"/>
                  </a:lnTo>
                  <a:lnTo>
                    <a:pt x="5636" y="10248"/>
                  </a:lnTo>
                  <a:lnTo>
                    <a:pt x="6077" y="10489"/>
                  </a:lnTo>
                  <a:lnTo>
                    <a:pt x="6518" y="10710"/>
                  </a:lnTo>
                  <a:lnTo>
                    <a:pt x="6939" y="10870"/>
                  </a:lnTo>
                  <a:lnTo>
                    <a:pt x="7361" y="10990"/>
                  </a:lnTo>
                  <a:lnTo>
                    <a:pt x="7561" y="11031"/>
                  </a:lnTo>
                  <a:lnTo>
                    <a:pt x="7762" y="11051"/>
                  </a:lnTo>
                  <a:lnTo>
                    <a:pt x="7942" y="11071"/>
                  </a:lnTo>
                  <a:lnTo>
                    <a:pt x="8123" y="11071"/>
                  </a:lnTo>
                  <a:lnTo>
                    <a:pt x="8303" y="11051"/>
                  </a:lnTo>
                  <a:lnTo>
                    <a:pt x="8464" y="1103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8" name="Google Shape;5278;p21"/>
            <p:cNvSpPr/>
            <p:nvPr/>
          </p:nvSpPr>
          <p:spPr>
            <a:xfrm>
              <a:off x="10920425" y="4417225"/>
              <a:ext cx="334925" cy="312375"/>
            </a:xfrm>
            <a:custGeom>
              <a:avLst/>
              <a:gdLst/>
              <a:ahLst/>
              <a:cxnLst/>
              <a:rect l="l" t="t" r="r" b="b"/>
              <a:pathLst>
                <a:path w="13397" h="12495" extrusionOk="0">
                  <a:moveTo>
                    <a:pt x="462" y="1"/>
                  </a:moveTo>
                  <a:lnTo>
                    <a:pt x="61" y="21"/>
                  </a:lnTo>
                  <a:lnTo>
                    <a:pt x="221" y="141"/>
                  </a:lnTo>
                  <a:lnTo>
                    <a:pt x="0" y="482"/>
                  </a:lnTo>
                  <a:lnTo>
                    <a:pt x="0" y="502"/>
                  </a:lnTo>
                  <a:lnTo>
                    <a:pt x="0" y="522"/>
                  </a:lnTo>
                  <a:lnTo>
                    <a:pt x="40" y="542"/>
                  </a:lnTo>
                  <a:lnTo>
                    <a:pt x="61" y="562"/>
                  </a:lnTo>
                  <a:lnTo>
                    <a:pt x="81" y="542"/>
                  </a:lnTo>
                  <a:lnTo>
                    <a:pt x="101" y="522"/>
                  </a:lnTo>
                  <a:lnTo>
                    <a:pt x="341" y="242"/>
                  </a:lnTo>
                  <a:lnTo>
                    <a:pt x="582" y="442"/>
                  </a:lnTo>
                  <a:lnTo>
                    <a:pt x="281" y="663"/>
                  </a:lnTo>
                  <a:lnTo>
                    <a:pt x="261" y="703"/>
                  </a:lnTo>
                  <a:lnTo>
                    <a:pt x="261" y="743"/>
                  </a:lnTo>
                  <a:lnTo>
                    <a:pt x="281" y="783"/>
                  </a:lnTo>
                  <a:lnTo>
                    <a:pt x="321" y="803"/>
                  </a:lnTo>
                  <a:lnTo>
                    <a:pt x="341" y="783"/>
                  </a:lnTo>
                  <a:lnTo>
                    <a:pt x="742" y="562"/>
                  </a:lnTo>
                  <a:lnTo>
                    <a:pt x="1003" y="803"/>
                  </a:lnTo>
                  <a:lnTo>
                    <a:pt x="1244" y="1024"/>
                  </a:lnTo>
                  <a:lnTo>
                    <a:pt x="1705" y="1545"/>
                  </a:lnTo>
                  <a:lnTo>
                    <a:pt x="2146" y="2067"/>
                  </a:lnTo>
                  <a:lnTo>
                    <a:pt x="2567" y="2628"/>
                  </a:lnTo>
                  <a:lnTo>
                    <a:pt x="2948" y="3210"/>
                  </a:lnTo>
                  <a:lnTo>
                    <a:pt x="3289" y="3771"/>
                  </a:lnTo>
                  <a:lnTo>
                    <a:pt x="3590" y="4333"/>
                  </a:lnTo>
                  <a:lnTo>
                    <a:pt x="3851" y="4894"/>
                  </a:lnTo>
                  <a:lnTo>
                    <a:pt x="4071" y="5416"/>
                  </a:lnTo>
                  <a:lnTo>
                    <a:pt x="4272" y="5937"/>
                  </a:lnTo>
                  <a:lnTo>
                    <a:pt x="4452" y="6479"/>
                  </a:lnTo>
                  <a:lnTo>
                    <a:pt x="4593" y="7020"/>
                  </a:lnTo>
                  <a:lnTo>
                    <a:pt x="4593" y="7020"/>
                  </a:lnTo>
                  <a:lnTo>
                    <a:pt x="4292" y="7000"/>
                  </a:lnTo>
                  <a:lnTo>
                    <a:pt x="3971" y="6980"/>
                  </a:lnTo>
                  <a:lnTo>
                    <a:pt x="3951" y="6980"/>
                  </a:lnTo>
                  <a:lnTo>
                    <a:pt x="3931" y="7000"/>
                  </a:lnTo>
                  <a:lnTo>
                    <a:pt x="3931" y="7040"/>
                  </a:lnTo>
                  <a:lnTo>
                    <a:pt x="3951" y="7060"/>
                  </a:lnTo>
                  <a:lnTo>
                    <a:pt x="4553" y="7180"/>
                  </a:lnTo>
                  <a:lnTo>
                    <a:pt x="4312" y="7421"/>
                  </a:lnTo>
                  <a:lnTo>
                    <a:pt x="4051" y="7642"/>
                  </a:lnTo>
                  <a:lnTo>
                    <a:pt x="4031" y="7662"/>
                  </a:lnTo>
                  <a:lnTo>
                    <a:pt x="4051" y="7682"/>
                  </a:lnTo>
                  <a:lnTo>
                    <a:pt x="4051" y="7702"/>
                  </a:lnTo>
                  <a:lnTo>
                    <a:pt x="4112" y="7702"/>
                  </a:lnTo>
                  <a:lnTo>
                    <a:pt x="4673" y="7321"/>
                  </a:lnTo>
                  <a:lnTo>
                    <a:pt x="4793" y="7862"/>
                  </a:lnTo>
                  <a:lnTo>
                    <a:pt x="4874" y="8404"/>
                  </a:lnTo>
                  <a:lnTo>
                    <a:pt x="4954" y="8945"/>
                  </a:lnTo>
                  <a:lnTo>
                    <a:pt x="4994" y="9507"/>
                  </a:lnTo>
                  <a:lnTo>
                    <a:pt x="5014" y="10048"/>
                  </a:lnTo>
                  <a:lnTo>
                    <a:pt x="5034" y="10610"/>
                  </a:lnTo>
                  <a:lnTo>
                    <a:pt x="5014" y="11171"/>
                  </a:lnTo>
                  <a:lnTo>
                    <a:pt x="4974" y="11733"/>
                  </a:lnTo>
                  <a:lnTo>
                    <a:pt x="4593" y="11753"/>
                  </a:lnTo>
                  <a:lnTo>
                    <a:pt x="4553" y="11773"/>
                  </a:lnTo>
                  <a:lnTo>
                    <a:pt x="4553" y="11793"/>
                  </a:lnTo>
                  <a:lnTo>
                    <a:pt x="4553" y="11833"/>
                  </a:lnTo>
                  <a:lnTo>
                    <a:pt x="4593" y="11853"/>
                  </a:lnTo>
                  <a:lnTo>
                    <a:pt x="4974" y="11873"/>
                  </a:lnTo>
                  <a:lnTo>
                    <a:pt x="4894" y="12495"/>
                  </a:lnTo>
                  <a:lnTo>
                    <a:pt x="4894" y="12495"/>
                  </a:lnTo>
                  <a:lnTo>
                    <a:pt x="5134" y="12475"/>
                  </a:lnTo>
                  <a:lnTo>
                    <a:pt x="5235" y="11893"/>
                  </a:lnTo>
                  <a:lnTo>
                    <a:pt x="5275" y="11893"/>
                  </a:lnTo>
                  <a:lnTo>
                    <a:pt x="5315" y="11873"/>
                  </a:lnTo>
                  <a:lnTo>
                    <a:pt x="5335" y="11853"/>
                  </a:lnTo>
                  <a:lnTo>
                    <a:pt x="5355" y="11793"/>
                  </a:lnTo>
                  <a:lnTo>
                    <a:pt x="5335" y="11733"/>
                  </a:lnTo>
                  <a:lnTo>
                    <a:pt x="5315" y="11713"/>
                  </a:lnTo>
                  <a:lnTo>
                    <a:pt x="5255" y="11713"/>
                  </a:lnTo>
                  <a:lnTo>
                    <a:pt x="5295" y="11312"/>
                  </a:lnTo>
                  <a:lnTo>
                    <a:pt x="5315" y="10931"/>
                  </a:lnTo>
                  <a:lnTo>
                    <a:pt x="5335" y="10530"/>
                  </a:lnTo>
                  <a:lnTo>
                    <a:pt x="5335" y="10128"/>
                  </a:lnTo>
                  <a:lnTo>
                    <a:pt x="5355" y="10169"/>
                  </a:lnTo>
                  <a:lnTo>
                    <a:pt x="5395" y="10189"/>
                  </a:lnTo>
                  <a:lnTo>
                    <a:pt x="5435" y="10189"/>
                  </a:lnTo>
                  <a:lnTo>
                    <a:pt x="6037" y="9868"/>
                  </a:lnTo>
                  <a:lnTo>
                    <a:pt x="6638" y="9547"/>
                  </a:lnTo>
                  <a:lnTo>
                    <a:pt x="7260" y="9206"/>
                  </a:lnTo>
                  <a:lnTo>
                    <a:pt x="7842" y="8845"/>
                  </a:lnTo>
                  <a:lnTo>
                    <a:pt x="7862" y="8965"/>
                  </a:lnTo>
                  <a:lnTo>
                    <a:pt x="7862" y="9106"/>
                  </a:lnTo>
                  <a:lnTo>
                    <a:pt x="7902" y="9146"/>
                  </a:lnTo>
                  <a:lnTo>
                    <a:pt x="7942" y="9166"/>
                  </a:lnTo>
                  <a:lnTo>
                    <a:pt x="8002" y="9146"/>
                  </a:lnTo>
                  <a:lnTo>
                    <a:pt x="8042" y="9106"/>
                  </a:lnTo>
                  <a:lnTo>
                    <a:pt x="8082" y="9005"/>
                  </a:lnTo>
                  <a:lnTo>
                    <a:pt x="8082" y="8905"/>
                  </a:lnTo>
                  <a:lnTo>
                    <a:pt x="8082" y="8685"/>
                  </a:lnTo>
                  <a:lnTo>
                    <a:pt x="8423" y="8464"/>
                  </a:lnTo>
                  <a:lnTo>
                    <a:pt x="8443" y="8604"/>
                  </a:lnTo>
                  <a:lnTo>
                    <a:pt x="8483" y="8725"/>
                  </a:lnTo>
                  <a:lnTo>
                    <a:pt x="8524" y="8785"/>
                  </a:lnTo>
                  <a:lnTo>
                    <a:pt x="8584" y="8805"/>
                  </a:lnTo>
                  <a:lnTo>
                    <a:pt x="8644" y="8785"/>
                  </a:lnTo>
                  <a:lnTo>
                    <a:pt x="8684" y="8725"/>
                  </a:lnTo>
                  <a:lnTo>
                    <a:pt x="8704" y="8624"/>
                  </a:lnTo>
                  <a:lnTo>
                    <a:pt x="8684" y="8524"/>
                  </a:lnTo>
                  <a:lnTo>
                    <a:pt x="8684" y="8424"/>
                  </a:lnTo>
                  <a:lnTo>
                    <a:pt x="8644" y="8324"/>
                  </a:lnTo>
                  <a:lnTo>
                    <a:pt x="9366" y="7822"/>
                  </a:lnTo>
                  <a:lnTo>
                    <a:pt x="10088" y="7281"/>
                  </a:lnTo>
                  <a:lnTo>
                    <a:pt x="10790" y="6739"/>
                  </a:lnTo>
                  <a:lnTo>
                    <a:pt x="11472" y="6178"/>
                  </a:lnTo>
                  <a:lnTo>
                    <a:pt x="11632" y="6378"/>
                  </a:lnTo>
                  <a:lnTo>
                    <a:pt x="11672" y="6398"/>
                  </a:lnTo>
                  <a:lnTo>
                    <a:pt x="11772" y="6398"/>
                  </a:lnTo>
                  <a:lnTo>
                    <a:pt x="11833" y="6338"/>
                  </a:lnTo>
                  <a:lnTo>
                    <a:pt x="11853" y="6278"/>
                  </a:lnTo>
                  <a:lnTo>
                    <a:pt x="11833" y="6218"/>
                  </a:lnTo>
                  <a:lnTo>
                    <a:pt x="11672" y="5997"/>
                  </a:lnTo>
                  <a:lnTo>
                    <a:pt x="12254" y="5456"/>
                  </a:lnTo>
                  <a:lnTo>
                    <a:pt x="12815" y="4894"/>
                  </a:lnTo>
                  <a:lnTo>
                    <a:pt x="12795" y="5055"/>
                  </a:lnTo>
                  <a:lnTo>
                    <a:pt x="12795" y="5095"/>
                  </a:lnTo>
                  <a:lnTo>
                    <a:pt x="12815" y="5115"/>
                  </a:lnTo>
                  <a:lnTo>
                    <a:pt x="12855" y="5135"/>
                  </a:lnTo>
                  <a:lnTo>
                    <a:pt x="12875" y="5135"/>
                  </a:lnTo>
                  <a:lnTo>
                    <a:pt x="12935" y="5115"/>
                  </a:lnTo>
                  <a:lnTo>
                    <a:pt x="12976" y="5075"/>
                  </a:lnTo>
                  <a:lnTo>
                    <a:pt x="13016" y="4934"/>
                  </a:lnTo>
                  <a:lnTo>
                    <a:pt x="13036" y="4774"/>
                  </a:lnTo>
                  <a:lnTo>
                    <a:pt x="13256" y="4914"/>
                  </a:lnTo>
                  <a:lnTo>
                    <a:pt x="13337" y="4914"/>
                  </a:lnTo>
                  <a:lnTo>
                    <a:pt x="13357" y="4874"/>
                  </a:lnTo>
                  <a:lnTo>
                    <a:pt x="13377" y="4854"/>
                  </a:lnTo>
                  <a:lnTo>
                    <a:pt x="13337" y="4814"/>
                  </a:lnTo>
                  <a:lnTo>
                    <a:pt x="13216" y="4714"/>
                  </a:lnTo>
                  <a:lnTo>
                    <a:pt x="13076" y="4634"/>
                  </a:lnTo>
                  <a:lnTo>
                    <a:pt x="13377" y="4313"/>
                  </a:lnTo>
                  <a:lnTo>
                    <a:pt x="13397" y="4273"/>
                  </a:lnTo>
                  <a:lnTo>
                    <a:pt x="13397" y="4232"/>
                  </a:lnTo>
                  <a:lnTo>
                    <a:pt x="13357" y="4212"/>
                  </a:lnTo>
                  <a:lnTo>
                    <a:pt x="13337" y="4192"/>
                  </a:lnTo>
                  <a:lnTo>
                    <a:pt x="13276" y="4212"/>
                  </a:lnTo>
                  <a:lnTo>
                    <a:pt x="13056" y="4393"/>
                  </a:lnTo>
                  <a:lnTo>
                    <a:pt x="13016" y="4012"/>
                  </a:lnTo>
                  <a:lnTo>
                    <a:pt x="12996" y="3952"/>
                  </a:lnTo>
                  <a:lnTo>
                    <a:pt x="12956" y="3932"/>
                  </a:lnTo>
                  <a:lnTo>
                    <a:pt x="12915" y="3952"/>
                  </a:lnTo>
                  <a:lnTo>
                    <a:pt x="12895" y="4012"/>
                  </a:lnTo>
                  <a:lnTo>
                    <a:pt x="12895" y="4273"/>
                  </a:lnTo>
                  <a:lnTo>
                    <a:pt x="12855" y="4553"/>
                  </a:lnTo>
                  <a:lnTo>
                    <a:pt x="12514" y="4453"/>
                  </a:lnTo>
                  <a:lnTo>
                    <a:pt x="12494" y="4453"/>
                  </a:lnTo>
                  <a:lnTo>
                    <a:pt x="12494" y="4473"/>
                  </a:lnTo>
                  <a:lnTo>
                    <a:pt x="12494" y="4493"/>
                  </a:lnTo>
                  <a:lnTo>
                    <a:pt x="12494" y="4513"/>
                  </a:lnTo>
                  <a:lnTo>
                    <a:pt x="12635" y="4573"/>
                  </a:lnTo>
                  <a:lnTo>
                    <a:pt x="12775" y="4634"/>
                  </a:lnTo>
                  <a:lnTo>
                    <a:pt x="11431" y="5737"/>
                  </a:lnTo>
                  <a:lnTo>
                    <a:pt x="11171" y="5476"/>
                  </a:lnTo>
                  <a:lnTo>
                    <a:pt x="11131" y="5456"/>
                  </a:lnTo>
                  <a:lnTo>
                    <a:pt x="11090" y="5476"/>
                  </a:lnTo>
                  <a:lnTo>
                    <a:pt x="11070" y="5496"/>
                  </a:lnTo>
                  <a:lnTo>
                    <a:pt x="11050" y="5536"/>
                  </a:lnTo>
                  <a:lnTo>
                    <a:pt x="11070" y="5576"/>
                  </a:lnTo>
                  <a:lnTo>
                    <a:pt x="11271" y="5857"/>
                  </a:lnTo>
                  <a:lnTo>
                    <a:pt x="10308" y="6639"/>
                  </a:lnTo>
                  <a:lnTo>
                    <a:pt x="9827" y="7020"/>
                  </a:lnTo>
                  <a:lnTo>
                    <a:pt x="9346" y="7381"/>
                  </a:lnTo>
                  <a:lnTo>
                    <a:pt x="8443" y="8003"/>
                  </a:lnTo>
                  <a:lnTo>
                    <a:pt x="8323" y="7862"/>
                  </a:lnTo>
                  <a:lnTo>
                    <a:pt x="8203" y="7742"/>
                  </a:lnTo>
                  <a:lnTo>
                    <a:pt x="8163" y="7722"/>
                  </a:lnTo>
                  <a:lnTo>
                    <a:pt x="8122" y="7742"/>
                  </a:lnTo>
                  <a:lnTo>
                    <a:pt x="8102" y="7762"/>
                  </a:lnTo>
                  <a:lnTo>
                    <a:pt x="8102" y="7802"/>
                  </a:lnTo>
                  <a:lnTo>
                    <a:pt x="8122" y="7842"/>
                  </a:lnTo>
                  <a:lnTo>
                    <a:pt x="8223" y="7963"/>
                  </a:lnTo>
                  <a:lnTo>
                    <a:pt x="8303" y="8123"/>
                  </a:lnTo>
                  <a:lnTo>
                    <a:pt x="7982" y="8324"/>
                  </a:lnTo>
                  <a:lnTo>
                    <a:pt x="7902" y="8143"/>
                  </a:lnTo>
                  <a:lnTo>
                    <a:pt x="7802" y="7983"/>
                  </a:lnTo>
                  <a:lnTo>
                    <a:pt x="7781" y="7963"/>
                  </a:lnTo>
                  <a:lnTo>
                    <a:pt x="7741" y="7943"/>
                  </a:lnTo>
                  <a:lnTo>
                    <a:pt x="7701" y="7963"/>
                  </a:lnTo>
                  <a:lnTo>
                    <a:pt x="7661" y="7983"/>
                  </a:lnTo>
                  <a:lnTo>
                    <a:pt x="7661" y="8023"/>
                  </a:lnTo>
                  <a:lnTo>
                    <a:pt x="7661" y="8083"/>
                  </a:lnTo>
                  <a:lnTo>
                    <a:pt x="7741" y="8263"/>
                  </a:lnTo>
                  <a:lnTo>
                    <a:pt x="7802" y="8444"/>
                  </a:lnTo>
                  <a:lnTo>
                    <a:pt x="5355" y="10048"/>
                  </a:lnTo>
                  <a:lnTo>
                    <a:pt x="5335" y="10088"/>
                  </a:lnTo>
                  <a:lnTo>
                    <a:pt x="5295" y="9366"/>
                  </a:lnTo>
                  <a:lnTo>
                    <a:pt x="5215" y="8644"/>
                  </a:lnTo>
                  <a:lnTo>
                    <a:pt x="5094" y="7943"/>
                  </a:lnTo>
                  <a:lnTo>
                    <a:pt x="4934" y="7221"/>
                  </a:lnTo>
                  <a:lnTo>
                    <a:pt x="4934" y="7221"/>
                  </a:lnTo>
                  <a:lnTo>
                    <a:pt x="5054" y="7241"/>
                  </a:lnTo>
                  <a:lnTo>
                    <a:pt x="5154" y="7221"/>
                  </a:lnTo>
                  <a:lnTo>
                    <a:pt x="5215" y="7201"/>
                  </a:lnTo>
                  <a:lnTo>
                    <a:pt x="5235" y="7140"/>
                  </a:lnTo>
                  <a:lnTo>
                    <a:pt x="5235" y="7100"/>
                  </a:lnTo>
                  <a:lnTo>
                    <a:pt x="5215" y="7080"/>
                  </a:lnTo>
                  <a:lnTo>
                    <a:pt x="5174" y="7060"/>
                  </a:lnTo>
                  <a:lnTo>
                    <a:pt x="5014" y="7040"/>
                  </a:lnTo>
                  <a:lnTo>
                    <a:pt x="5215" y="6840"/>
                  </a:lnTo>
                  <a:lnTo>
                    <a:pt x="5395" y="6639"/>
                  </a:lnTo>
                  <a:lnTo>
                    <a:pt x="5415" y="6599"/>
                  </a:lnTo>
                  <a:lnTo>
                    <a:pt x="5395" y="6559"/>
                  </a:lnTo>
                  <a:lnTo>
                    <a:pt x="5375" y="6539"/>
                  </a:lnTo>
                  <a:lnTo>
                    <a:pt x="5335" y="6519"/>
                  </a:lnTo>
                  <a:lnTo>
                    <a:pt x="5295" y="6539"/>
                  </a:lnTo>
                  <a:lnTo>
                    <a:pt x="5074" y="6719"/>
                  </a:lnTo>
                  <a:lnTo>
                    <a:pt x="4854" y="6900"/>
                  </a:lnTo>
                  <a:lnTo>
                    <a:pt x="4673" y="6298"/>
                  </a:lnTo>
                  <a:lnTo>
                    <a:pt x="4473" y="5696"/>
                  </a:lnTo>
                  <a:lnTo>
                    <a:pt x="4232" y="5095"/>
                  </a:lnTo>
                  <a:lnTo>
                    <a:pt x="3971" y="4513"/>
                  </a:lnTo>
                  <a:lnTo>
                    <a:pt x="3710" y="3992"/>
                  </a:lnTo>
                  <a:lnTo>
                    <a:pt x="3390" y="3450"/>
                  </a:lnTo>
                  <a:lnTo>
                    <a:pt x="3069" y="2889"/>
                  </a:lnTo>
                  <a:lnTo>
                    <a:pt x="2708" y="2367"/>
                  </a:lnTo>
                  <a:lnTo>
                    <a:pt x="2307" y="1846"/>
                  </a:lnTo>
                  <a:lnTo>
                    <a:pt x="1885" y="1345"/>
                  </a:lnTo>
                  <a:lnTo>
                    <a:pt x="1424" y="883"/>
                  </a:lnTo>
                  <a:lnTo>
                    <a:pt x="1184" y="663"/>
                  </a:lnTo>
                  <a:lnTo>
                    <a:pt x="943" y="462"/>
                  </a:lnTo>
                  <a:lnTo>
                    <a:pt x="1123" y="362"/>
                  </a:lnTo>
                  <a:lnTo>
                    <a:pt x="1284" y="242"/>
                  </a:lnTo>
                  <a:lnTo>
                    <a:pt x="1304" y="222"/>
                  </a:lnTo>
                  <a:lnTo>
                    <a:pt x="1304" y="181"/>
                  </a:lnTo>
                  <a:lnTo>
                    <a:pt x="1284" y="141"/>
                  </a:lnTo>
                  <a:lnTo>
                    <a:pt x="1244" y="141"/>
                  </a:lnTo>
                  <a:lnTo>
                    <a:pt x="1123" y="161"/>
                  </a:lnTo>
                  <a:lnTo>
                    <a:pt x="1003" y="201"/>
                  </a:lnTo>
                  <a:lnTo>
                    <a:pt x="782" y="322"/>
                  </a:lnTo>
                  <a:lnTo>
                    <a:pt x="482" y="81"/>
                  </a:lnTo>
                  <a:lnTo>
                    <a:pt x="54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9" name="Google Shape;5279;p21"/>
            <p:cNvSpPr/>
            <p:nvPr/>
          </p:nvSpPr>
          <p:spPr>
            <a:xfrm>
              <a:off x="10716375" y="4375625"/>
              <a:ext cx="391075" cy="391075"/>
            </a:xfrm>
            <a:custGeom>
              <a:avLst/>
              <a:gdLst/>
              <a:ahLst/>
              <a:cxnLst/>
              <a:rect l="l" t="t" r="r" b="b"/>
              <a:pathLst>
                <a:path w="15643" h="15643" extrusionOk="0">
                  <a:moveTo>
                    <a:pt x="5656" y="0"/>
                  </a:moveTo>
                  <a:lnTo>
                    <a:pt x="5094" y="20"/>
                  </a:lnTo>
                  <a:lnTo>
                    <a:pt x="4532" y="101"/>
                  </a:lnTo>
                  <a:lnTo>
                    <a:pt x="3991" y="201"/>
                  </a:lnTo>
                  <a:lnTo>
                    <a:pt x="3470" y="361"/>
                  </a:lnTo>
                  <a:lnTo>
                    <a:pt x="3209" y="462"/>
                  </a:lnTo>
                  <a:lnTo>
                    <a:pt x="2968" y="562"/>
                  </a:lnTo>
                  <a:lnTo>
                    <a:pt x="2728" y="682"/>
                  </a:lnTo>
                  <a:lnTo>
                    <a:pt x="2507" y="803"/>
                  </a:lnTo>
                  <a:lnTo>
                    <a:pt x="2286" y="943"/>
                  </a:lnTo>
                  <a:lnTo>
                    <a:pt x="2066" y="1083"/>
                  </a:lnTo>
                  <a:lnTo>
                    <a:pt x="1865" y="1244"/>
                  </a:lnTo>
                  <a:lnTo>
                    <a:pt x="1665" y="1404"/>
                  </a:lnTo>
                  <a:lnTo>
                    <a:pt x="1484" y="1585"/>
                  </a:lnTo>
                  <a:lnTo>
                    <a:pt x="1304" y="1765"/>
                  </a:lnTo>
                  <a:lnTo>
                    <a:pt x="1143" y="1966"/>
                  </a:lnTo>
                  <a:lnTo>
                    <a:pt x="983" y="2166"/>
                  </a:lnTo>
                  <a:lnTo>
                    <a:pt x="842" y="2387"/>
                  </a:lnTo>
                  <a:lnTo>
                    <a:pt x="702" y="2607"/>
                  </a:lnTo>
                  <a:lnTo>
                    <a:pt x="582" y="2828"/>
                  </a:lnTo>
                  <a:lnTo>
                    <a:pt x="461" y="3089"/>
                  </a:lnTo>
                  <a:lnTo>
                    <a:pt x="361" y="3329"/>
                  </a:lnTo>
                  <a:lnTo>
                    <a:pt x="261" y="3590"/>
                  </a:lnTo>
                  <a:lnTo>
                    <a:pt x="181" y="3871"/>
                  </a:lnTo>
                  <a:lnTo>
                    <a:pt x="121" y="4152"/>
                  </a:lnTo>
                  <a:lnTo>
                    <a:pt x="80" y="4432"/>
                  </a:lnTo>
                  <a:lnTo>
                    <a:pt x="40" y="4733"/>
                  </a:lnTo>
                  <a:lnTo>
                    <a:pt x="20" y="5034"/>
                  </a:lnTo>
                  <a:lnTo>
                    <a:pt x="0" y="5355"/>
                  </a:lnTo>
                  <a:lnTo>
                    <a:pt x="0" y="5375"/>
                  </a:lnTo>
                  <a:lnTo>
                    <a:pt x="20" y="5836"/>
                  </a:lnTo>
                  <a:lnTo>
                    <a:pt x="80" y="6298"/>
                  </a:lnTo>
                  <a:lnTo>
                    <a:pt x="181" y="6739"/>
                  </a:lnTo>
                  <a:lnTo>
                    <a:pt x="301" y="7200"/>
                  </a:lnTo>
                  <a:lnTo>
                    <a:pt x="461" y="7661"/>
                  </a:lnTo>
                  <a:lnTo>
                    <a:pt x="642" y="8122"/>
                  </a:lnTo>
                  <a:lnTo>
                    <a:pt x="863" y="8564"/>
                  </a:lnTo>
                  <a:lnTo>
                    <a:pt x="1103" y="9025"/>
                  </a:lnTo>
                  <a:lnTo>
                    <a:pt x="1384" y="9466"/>
                  </a:lnTo>
                  <a:lnTo>
                    <a:pt x="1665" y="9887"/>
                  </a:lnTo>
                  <a:lnTo>
                    <a:pt x="1986" y="10328"/>
                  </a:lnTo>
                  <a:lnTo>
                    <a:pt x="2327" y="10750"/>
                  </a:lnTo>
                  <a:lnTo>
                    <a:pt x="2667" y="11151"/>
                  </a:lnTo>
                  <a:lnTo>
                    <a:pt x="3048" y="11552"/>
                  </a:lnTo>
                  <a:lnTo>
                    <a:pt x="3429" y="11953"/>
                  </a:lnTo>
                  <a:lnTo>
                    <a:pt x="3831" y="12314"/>
                  </a:lnTo>
                  <a:lnTo>
                    <a:pt x="4232" y="12675"/>
                  </a:lnTo>
                  <a:lnTo>
                    <a:pt x="4653" y="13016"/>
                  </a:lnTo>
                  <a:lnTo>
                    <a:pt x="5074" y="13357"/>
                  </a:lnTo>
                  <a:lnTo>
                    <a:pt x="5515" y="13658"/>
                  </a:lnTo>
                  <a:lnTo>
                    <a:pt x="5936" y="13958"/>
                  </a:lnTo>
                  <a:lnTo>
                    <a:pt x="6378" y="14239"/>
                  </a:lnTo>
                  <a:lnTo>
                    <a:pt x="6819" y="14480"/>
                  </a:lnTo>
                  <a:lnTo>
                    <a:pt x="7260" y="14720"/>
                  </a:lnTo>
                  <a:lnTo>
                    <a:pt x="7701" y="14921"/>
                  </a:lnTo>
                  <a:lnTo>
                    <a:pt x="8122" y="15101"/>
                  </a:lnTo>
                  <a:lnTo>
                    <a:pt x="8563" y="15262"/>
                  </a:lnTo>
                  <a:lnTo>
                    <a:pt x="8985" y="15402"/>
                  </a:lnTo>
                  <a:lnTo>
                    <a:pt x="9386" y="15503"/>
                  </a:lnTo>
                  <a:lnTo>
                    <a:pt x="9787" y="15583"/>
                  </a:lnTo>
                  <a:lnTo>
                    <a:pt x="10168" y="15623"/>
                  </a:lnTo>
                  <a:lnTo>
                    <a:pt x="10529" y="15643"/>
                  </a:lnTo>
                  <a:lnTo>
                    <a:pt x="10789" y="15643"/>
                  </a:lnTo>
                  <a:lnTo>
                    <a:pt x="11050" y="15603"/>
                  </a:lnTo>
                  <a:lnTo>
                    <a:pt x="11331" y="15563"/>
                  </a:lnTo>
                  <a:lnTo>
                    <a:pt x="11612" y="15503"/>
                  </a:lnTo>
                  <a:lnTo>
                    <a:pt x="11892" y="15442"/>
                  </a:lnTo>
                  <a:lnTo>
                    <a:pt x="12494" y="15262"/>
                  </a:lnTo>
                  <a:lnTo>
                    <a:pt x="13116" y="15021"/>
                  </a:lnTo>
                  <a:lnTo>
                    <a:pt x="13738" y="14740"/>
                  </a:lnTo>
                  <a:lnTo>
                    <a:pt x="14379" y="14420"/>
                  </a:lnTo>
                  <a:lnTo>
                    <a:pt x="15001" y="14039"/>
                  </a:lnTo>
                  <a:lnTo>
                    <a:pt x="15643" y="13637"/>
                  </a:lnTo>
                  <a:lnTo>
                    <a:pt x="15643" y="13637"/>
                  </a:lnTo>
                  <a:lnTo>
                    <a:pt x="15061" y="13818"/>
                  </a:lnTo>
                  <a:lnTo>
                    <a:pt x="14480" y="13958"/>
                  </a:lnTo>
                  <a:lnTo>
                    <a:pt x="13898" y="14059"/>
                  </a:lnTo>
                  <a:lnTo>
                    <a:pt x="13296" y="14139"/>
                  </a:lnTo>
                  <a:lnTo>
                    <a:pt x="13236" y="14460"/>
                  </a:lnTo>
                  <a:lnTo>
                    <a:pt x="13156" y="14801"/>
                  </a:lnTo>
                  <a:lnTo>
                    <a:pt x="13136" y="14841"/>
                  </a:lnTo>
                  <a:lnTo>
                    <a:pt x="13076" y="14861"/>
                  </a:lnTo>
                  <a:lnTo>
                    <a:pt x="13036" y="14861"/>
                  </a:lnTo>
                  <a:lnTo>
                    <a:pt x="13016" y="14821"/>
                  </a:lnTo>
                  <a:lnTo>
                    <a:pt x="12995" y="14801"/>
                  </a:lnTo>
                  <a:lnTo>
                    <a:pt x="12975" y="14740"/>
                  </a:lnTo>
                  <a:lnTo>
                    <a:pt x="13056" y="14159"/>
                  </a:lnTo>
                  <a:lnTo>
                    <a:pt x="12695" y="14179"/>
                  </a:lnTo>
                  <a:lnTo>
                    <a:pt x="12334" y="14179"/>
                  </a:lnTo>
                  <a:lnTo>
                    <a:pt x="11752" y="14159"/>
                  </a:lnTo>
                  <a:lnTo>
                    <a:pt x="11171" y="14099"/>
                  </a:lnTo>
                  <a:lnTo>
                    <a:pt x="10569" y="14019"/>
                  </a:lnTo>
                  <a:lnTo>
                    <a:pt x="9967" y="13858"/>
                  </a:lnTo>
                  <a:lnTo>
                    <a:pt x="9867" y="13958"/>
                  </a:lnTo>
                  <a:lnTo>
                    <a:pt x="9727" y="14019"/>
                  </a:lnTo>
                  <a:lnTo>
                    <a:pt x="9506" y="14039"/>
                  </a:lnTo>
                  <a:lnTo>
                    <a:pt x="9285" y="14059"/>
                  </a:lnTo>
                  <a:lnTo>
                    <a:pt x="9105" y="14059"/>
                  </a:lnTo>
                  <a:lnTo>
                    <a:pt x="8924" y="14039"/>
                  </a:lnTo>
                  <a:lnTo>
                    <a:pt x="8543" y="13958"/>
                  </a:lnTo>
                  <a:lnTo>
                    <a:pt x="8142" y="13838"/>
                  </a:lnTo>
                  <a:lnTo>
                    <a:pt x="7741" y="13678"/>
                  </a:lnTo>
                  <a:lnTo>
                    <a:pt x="7320" y="13457"/>
                  </a:lnTo>
                  <a:lnTo>
                    <a:pt x="6879" y="13216"/>
                  </a:lnTo>
                  <a:lnTo>
                    <a:pt x="6458" y="12936"/>
                  </a:lnTo>
                  <a:lnTo>
                    <a:pt x="6017" y="12635"/>
                  </a:lnTo>
                  <a:lnTo>
                    <a:pt x="5575" y="12294"/>
                  </a:lnTo>
                  <a:lnTo>
                    <a:pt x="5154" y="11913"/>
                  </a:lnTo>
                  <a:lnTo>
                    <a:pt x="4733" y="11532"/>
                  </a:lnTo>
                  <a:lnTo>
                    <a:pt x="4312" y="11131"/>
                  </a:lnTo>
                  <a:lnTo>
                    <a:pt x="3911" y="10689"/>
                  </a:lnTo>
                  <a:lnTo>
                    <a:pt x="3530" y="10248"/>
                  </a:lnTo>
                  <a:lnTo>
                    <a:pt x="3169" y="9807"/>
                  </a:lnTo>
                  <a:lnTo>
                    <a:pt x="2828" y="9346"/>
                  </a:lnTo>
                  <a:lnTo>
                    <a:pt x="2527" y="8865"/>
                  </a:lnTo>
                  <a:lnTo>
                    <a:pt x="2226" y="8403"/>
                  </a:lnTo>
                  <a:lnTo>
                    <a:pt x="1986" y="7942"/>
                  </a:lnTo>
                  <a:lnTo>
                    <a:pt x="1765" y="7461"/>
                  </a:lnTo>
                  <a:lnTo>
                    <a:pt x="1584" y="7019"/>
                  </a:lnTo>
                  <a:lnTo>
                    <a:pt x="1424" y="6558"/>
                  </a:lnTo>
                  <a:lnTo>
                    <a:pt x="1324" y="6117"/>
                  </a:lnTo>
                  <a:lnTo>
                    <a:pt x="1284" y="5696"/>
                  </a:lnTo>
                  <a:lnTo>
                    <a:pt x="1264" y="5495"/>
                  </a:lnTo>
                  <a:lnTo>
                    <a:pt x="1264" y="5295"/>
                  </a:lnTo>
                  <a:lnTo>
                    <a:pt x="1284" y="5094"/>
                  </a:lnTo>
                  <a:lnTo>
                    <a:pt x="1324" y="4914"/>
                  </a:lnTo>
                  <a:lnTo>
                    <a:pt x="1364" y="4733"/>
                  </a:lnTo>
                  <a:lnTo>
                    <a:pt x="1424" y="4553"/>
                  </a:lnTo>
                  <a:lnTo>
                    <a:pt x="1484" y="4372"/>
                  </a:lnTo>
                  <a:lnTo>
                    <a:pt x="1584" y="4212"/>
                  </a:lnTo>
                  <a:lnTo>
                    <a:pt x="1685" y="4051"/>
                  </a:lnTo>
                  <a:lnTo>
                    <a:pt x="1805" y="3911"/>
                  </a:lnTo>
                  <a:lnTo>
                    <a:pt x="1925" y="3771"/>
                  </a:lnTo>
                  <a:lnTo>
                    <a:pt x="2086" y="3630"/>
                  </a:lnTo>
                  <a:lnTo>
                    <a:pt x="2246" y="3510"/>
                  </a:lnTo>
                  <a:lnTo>
                    <a:pt x="2427" y="3410"/>
                  </a:lnTo>
                  <a:lnTo>
                    <a:pt x="2627" y="3289"/>
                  </a:lnTo>
                  <a:lnTo>
                    <a:pt x="2848" y="3209"/>
                  </a:lnTo>
                  <a:lnTo>
                    <a:pt x="3129" y="3109"/>
                  </a:lnTo>
                  <a:lnTo>
                    <a:pt x="3409" y="3049"/>
                  </a:lnTo>
                  <a:lnTo>
                    <a:pt x="3670" y="3009"/>
                  </a:lnTo>
                  <a:lnTo>
                    <a:pt x="3951" y="2989"/>
                  </a:lnTo>
                  <a:lnTo>
                    <a:pt x="4232" y="3009"/>
                  </a:lnTo>
                  <a:lnTo>
                    <a:pt x="4673" y="2708"/>
                  </a:lnTo>
                  <a:lnTo>
                    <a:pt x="5134" y="2467"/>
                  </a:lnTo>
                  <a:lnTo>
                    <a:pt x="5615" y="2247"/>
                  </a:lnTo>
                  <a:lnTo>
                    <a:pt x="6117" y="2066"/>
                  </a:lnTo>
                  <a:lnTo>
                    <a:pt x="6638" y="1926"/>
                  </a:lnTo>
                  <a:lnTo>
                    <a:pt x="7160" y="1805"/>
                  </a:lnTo>
                  <a:lnTo>
                    <a:pt x="7681" y="1725"/>
                  </a:lnTo>
                  <a:lnTo>
                    <a:pt x="8223" y="1685"/>
                  </a:lnTo>
                  <a:lnTo>
                    <a:pt x="7922" y="1504"/>
                  </a:lnTo>
                  <a:lnTo>
                    <a:pt x="7621" y="1324"/>
                  </a:lnTo>
                  <a:lnTo>
                    <a:pt x="7320" y="1184"/>
                  </a:lnTo>
                  <a:lnTo>
                    <a:pt x="7019" y="1043"/>
                  </a:lnTo>
                  <a:lnTo>
                    <a:pt x="6698" y="943"/>
                  </a:lnTo>
                  <a:lnTo>
                    <a:pt x="6378" y="843"/>
                  </a:lnTo>
                  <a:lnTo>
                    <a:pt x="6057" y="783"/>
                  </a:lnTo>
                  <a:lnTo>
                    <a:pt x="5716" y="742"/>
                  </a:lnTo>
                  <a:lnTo>
                    <a:pt x="5696" y="722"/>
                  </a:lnTo>
                  <a:lnTo>
                    <a:pt x="5716" y="722"/>
                  </a:lnTo>
                  <a:lnTo>
                    <a:pt x="6097" y="742"/>
                  </a:lnTo>
                  <a:lnTo>
                    <a:pt x="6458" y="803"/>
                  </a:lnTo>
                  <a:lnTo>
                    <a:pt x="6819" y="883"/>
                  </a:lnTo>
                  <a:lnTo>
                    <a:pt x="7180" y="983"/>
                  </a:lnTo>
                  <a:lnTo>
                    <a:pt x="7521" y="1123"/>
                  </a:lnTo>
                  <a:lnTo>
                    <a:pt x="7841" y="1264"/>
                  </a:lnTo>
                  <a:lnTo>
                    <a:pt x="8162" y="1444"/>
                  </a:lnTo>
                  <a:lnTo>
                    <a:pt x="8483" y="1645"/>
                  </a:lnTo>
                  <a:lnTo>
                    <a:pt x="8604" y="1484"/>
                  </a:lnTo>
                  <a:lnTo>
                    <a:pt x="8664" y="1404"/>
                  </a:lnTo>
                  <a:lnTo>
                    <a:pt x="8744" y="1364"/>
                  </a:lnTo>
                  <a:lnTo>
                    <a:pt x="8764" y="1344"/>
                  </a:lnTo>
                  <a:lnTo>
                    <a:pt x="8804" y="1344"/>
                  </a:lnTo>
                  <a:lnTo>
                    <a:pt x="8824" y="1364"/>
                  </a:lnTo>
                  <a:lnTo>
                    <a:pt x="8824" y="1404"/>
                  </a:lnTo>
                  <a:lnTo>
                    <a:pt x="8824" y="1424"/>
                  </a:lnTo>
                  <a:lnTo>
                    <a:pt x="8804" y="1504"/>
                  </a:lnTo>
                  <a:lnTo>
                    <a:pt x="8784" y="1565"/>
                  </a:lnTo>
                  <a:lnTo>
                    <a:pt x="8704" y="1665"/>
                  </a:lnTo>
                  <a:lnTo>
                    <a:pt x="8824" y="1665"/>
                  </a:lnTo>
                  <a:lnTo>
                    <a:pt x="9346" y="1685"/>
                  </a:lnTo>
                  <a:lnTo>
                    <a:pt x="9867" y="1725"/>
                  </a:lnTo>
                  <a:lnTo>
                    <a:pt x="10388" y="1785"/>
                  </a:lnTo>
                  <a:lnTo>
                    <a:pt x="10910" y="1865"/>
                  </a:lnTo>
                  <a:lnTo>
                    <a:pt x="11552" y="2006"/>
                  </a:lnTo>
                  <a:lnTo>
                    <a:pt x="11552" y="2006"/>
                  </a:lnTo>
                  <a:lnTo>
                    <a:pt x="11391" y="1625"/>
                  </a:lnTo>
                  <a:lnTo>
                    <a:pt x="11090" y="1605"/>
                  </a:lnTo>
                  <a:lnTo>
                    <a:pt x="10769" y="1525"/>
                  </a:lnTo>
                  <a:lnTo>
                    <a:pt x="10429" y="1404"/>
                  </a:lnTo>
                  <a:lnTo>
                    <a:pt x="10068" y="1224"/>
                  </a:lnTo>
                  <a:lnTo>
                    <a:pt x="9506" y="943"/>
                  </a:lnTo>
                  <a:lnTo>
                    <a:pt x="8944" y="682"/>
                  </a:lnTo>
                  <a:lnTo>
                    <a:pt x="8403" y="482"/>
                  </a:lnTo>
                  <a:lnTo>
                    <a:pt x="7841" y="301"/>
                  </a:lnTo>
                  <a:lnTo>
                    <a:pt x="7280" y="181"/>
                  </a:lnTo>
                  <a:lnTo>
                    <a:pt x="6738" y="81"/>
                  </a:lnTo>
                  <a:lnTo>
                    <a:pt x="6197" y="20"/>
                  </a:lnTo>
                  <a:lnTo>
                    <a:pt x="5656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0" name="Google Shape;5280;p21"/>
            <p:cNvSpPr/>
            <p:nvPr/>
          </p:nvSpPr>
          <p:spPr>
            <a:xfrm>
              <a:off x="10716375" y="4375625"/>
              <a:ext cx="391075" cy="391075"/>
            </a:xfrm>
            <a:custGeom>
              <a:avLst/>
              <a:gdLst/>
              <a:ahLst/>
              <a:cxnLst/>
              <a:rect l="l" t="t" r="r" b="b"/>
              <a:pathLst>
                <a:path w="15643" h="15643" fill="none" extrusionOk="0">
                  <a:moveTo>
                    <a:pt x="5656" y="0"/>
                  </a:moveTo>
                  <a:lnTo>
                    <a:pt x="5656" y="0"/>
                  </a:lnTo>
                  <a:lnTo>
                    <a:pt x="5094" y="20"/>
                  </a:lnTo>
                  <a:lnTo>
                    <a:pt x="4532" y="101"/>
                  </a:lnTo>
                  <a:lnTo>
                    <a:pt x="3991" y="201"/>
                  </a:lnTo>
                  <a:lnTo>
                    <a:pt x="3470" y="361"/>
                  </a:lnTo>
                  <a:lnTo>
                    <a:pt x="3209" y="462"/>
                  </a:lnTo>
                  <a:lnTo>
                    <a:pt x="2968" y="562"/>
                  </a:lnTo>
                  <a:lnTo>
                    <a:pt x="2728" y="682"/>
                  </a:lnTo>
                  <a:lnTo>
                    <a:pt x="2507" y="803"/>
                  </a:lnTo>
                  <a:lnTo>
                    <a:pt x="2286" y="943"/>
                  </a:lnTo>
                  <a:lnTo>
                    <a:pt x="2066" y="1083"/>
                  </a:lnTo>
                  <a:lnTo>
                    <a:pt x="1865" y="1244"/>
                  </a:lnTo>
                  <a:lnTo>
                    <a:pt x="1665" y="1404"/>
                  </a:lnTo>
                  <a:lnTo>
                    <a:pt x="1484" y="1585"/>
                  </a:lnTo>
                  <a:lnTo>
                    <a:pt x="1304" y="1765"/>
                  </a:lnTo>
                  <a:lnTo>
                    <a:pt x="1143" y="1966"/>
                  </a:lnTo>
                  <a:lnTo>
                    <a:pt x="983" y="2166"/>
                  </a:lnTo>
                  <a:lnTo>
                    <a:pt x="842" y="2387"/>
                  </a:lnTo>
                  <a:lnTo>
                    <a:pt x="702" y="2607"/>
                  </a:lnTo>
                  <a:lnTo>
                    <a:pt x="582" y="2828"/>
                  </a:lnTo>
                  <a:lnTo>
                    <a:pt x="461" y="3089"/>
                  </a:lnTo>
                  <a:lnTo>
                    <a:pt x="361" y="3329"/>
                  </a:lnTo>
                  <a:lnTo>
                    <a:pt x="261" y="3590"/>
                  </a:lnTo>
                  <a:lnTo>
                    <a:pt x="181" y="3871"/>
                  </a:lnTo>
                  <a:lnTo>
                    <a:pt x="121" y="4152"/>
                  </a:lnTo>
                  <a:lnTo>
                    <a:pt x="80" y="4432"/>
                  </a:lnTo>
                  <a:lnTo>
                    <a:pt x="40" y="4733"/>
                  </a:lnTo>
                  <a:lnTo>
                    <a:pt x="20" y="5034"/>
                  </a:lnTo>
                  <a:lnTo>
                    <a:pt x="0" y="5355"/>
                  </a:lnTo>
                  <a:lnTo>
                    <a:pt x="0" y="5355"/>
                  </a:lnTo>
                  <a:lnTo>
                    <a:pt x="0" y="5375"/>
                  </a:lnTo>
                  <a:lnTo>
                    <a:pt x="0" y="5375"/>
                  </a:lnTo>
                  <a:lnTo>
                    <a:pt x="20" y="5836"/>
                  </a:lnTo>
                  <a:lnTo>
                    <a:pt x="80" y="6298"/>
                  </a:lnTo>
                  <a:lnTo>
                    <a:pt x="181" y="6739"/>
                  </a:lnTo>
                  <a:lnTo>
                    <a:pt x="301" y="7200"/>
                  </a:lnTo>
                  <a:lnTo>
                    <a:pt x="461" y="7661"/>
                  </a:lnTo>
                  <a:lnTo>
                    <a:pt x="642" y="8122"/>
                  </a:lnTo>
                  <a:lnTo>
                    <a:pt x="863" y="8564"/>
                  </a:lnTo>
                  <a:lnTo>
                    <a:pt x="1103" y="9025"/>
                  </a:lnTo>
                  <a:lnTo>
                    <a:pt x="1384" y="9466"/>
                  </a:lnTo>
                  <a:lnTo>
                    <a:pt x="1665" y="9887"/>
                  </a:lnTo>
                  <a:lnTo>
                    <a:pt x="1986" y="10328"/>
                  </a:lnTo>
                  <a:lnTo>
                    <a:pt x="2327" y="10750"/>
                  </a:lnTo>
                  <a:lnTo>
                    <a:pt x="2667" y="11151"/>
                  </a:lnTo>
                  <a:lnTo>
                    <a:pt x="3048" y="11552"/>
                  </a:lnTo>
                  <a:lnTo>
                    <a:pt x="3429" y="11953"/>
                  </a:lnTo>
                  <a:lnTo>
                    <a:pt x="3831" y="12314"/>
                  </a:lnTo>
                  <a:lnTo>
                    <a:pt x="4232" y="12675"/>
                  </a:lnTo>
                  <a:lnTo>
                    <a:pt x="4653" y="13016"/>
                  </a:lnTo>
                  <a:lnTo>
                    <a:pt x="5074" y="13357"/>
                  </a:lnTo>
                  <a:lnTo>
                    <a:pt x="5515" y="13658"/>
                  </a:lnTo>
                  <a:lnTo>
                    <a:pt x="5936" y="13958"/>
                  </a:lnTo>
                  <a:lnTo>
                    <a:pt x="6378" y="14239"/>
                  </a:lnTo>
                  <a:lnTo>
                    <a:pt x="6819" y="14480"/>
                  </a:lnTo>
                  <a:lnTo>
                    <a:pt x="7260" y="14720"/>
                  </a:lnTo>
                  <a:lnTo>
                    <a:pt x="7701" y="14921"/>
                  </a:lnTo>
                  <a:lnTo>
                    <a:pt x="8122" y="15101"/>
                  </a:lnTo>
                  <a:lnTo>
                    <a:pt x="8563" y="15262"/>
                  </a:lnTo>
                  <a:lnTo>
                    <a:pt x="8985" y="15402"/>
                  </a:lnTo>
                  <a:lnTo>
                    <a:pt x="9386" y="15503"/>
                  </a:lnTo>
                  <a:lnTo>
                    <a:pt x="9787" y="15583"/>
                  </a:lnTo>
                  <a:lnTo>
                    <a:pt x="10168" y="15623"/>
                  </a:lnTo>
                  <a:lnTo>
                    <a:pt x="10529" y="15643"/>
                  </a:lnTo>
                  <a:lnTo>
                    <a:pt x="10529" y="15643"/>
                  </a:lnTo>
                  <a:lnTo>
                    <a:pt x="10789" y="15643"/>
                  </a:lnTo>
                  <a:lnTo>
                    <a:pt x="10789" y="15643"/>
                  </a:lnTo>
                  <a:lnTo>
                    <a:pt x="11050" y="15603"/>
                  </a:lnTo>
                  <a:lnTo>
                    <a:pt x="11331" y="15563"/>
                  </a:lnTo>
                  <a:lnTo>
                    <a:pt x="11612" y="15503"/>
                  </a:lnTo>
                  <a:lnTo>
                    <a:pt x="11892" y="15442"/>
                  </a:lnTo>
                  <a:lnTo>
                    <a:pt x="12494" y="15262"/>
                  </a:lnTo>
                  <a:lnTo>
                    <a:pt x="13116" y="15021"/>
                  </a:lnTo>
                  <a:lnTo>
                    <a:pt x="13738" y="14740"/>
                  </a:lnTo>
                  <a:lnTo>
                    <a:pt x="14379" y="14420"/>
                  </a:lnTo>
                  <a:lnTo>
                    <a:pt x="15001" y="14039"/>
                  </a:lnTo>
                  <a:lnTo>
                    <a:pt x="15643" y="13637"/>
                  </a:lnTo>
                  <a:lnTo>
                    <a:pt x="15643" y="13637"/>
                  </a:lnTo>
                  <a:lnTo>
                    <a:pt x="15061" y="13818"/>
                  </a:lnTo>
                  <a:lnTo>
                    <a:pt x="14480" y="13958"/>
                  </a:lnTo>
                  <a:lnTo>
                    <a:pt x="13898" y="14059"/>
                  </a:lnTo>
                  <a:lnTo>
                    <a:pt x="13296" y="14139"/>
                  </a:lnTo>
                  <a:lnTo>
                    <a:pt x="13296" y="14139"/>
                  </a:lnTo>
                  <a:lnTo>
                    <a:pt x="13236" y="14460"/>
                  </a:lnTo>
                  <a:lnTo>
                    <a:pt x="13156" y="14801"/>
                  </a:lnTo>
                  <a:lnTo>
                    <a:pt x="13156" y="14801"/>
                  </a:lnTo>
                  <a:lnTo>
                    <a:pt x="13136" y="14841"/>
                  </a:lnTo>
                  <a:lnTo>
                    <a:pt x="13076" y="14861"/>
                  </a:lnTo>
                  <a:lnTo>
                    <a:pt x="13076" y="14861"/>
                  </a:lnTo>
                  <a:lnTo>
                    <a:pt x="13036" y="14861"/>
                  </a:lnTo>
                  <a:lnTo>
                    <a:pt x="13016" y="14821"/>
                  </a:lnTo>
                  <a:lnTo>
                    <a:pt x="12995" y="14801"/>
                  </a:lnTo>
                  <a:lnTo>
                    <a:pt x="12975" y="14740"/>
                  </a:lnTo>
                  <a:lnTo>
                    <a:pt x="12975" y="14740"/>
                  </a:lnTo>
                  <a:lnTo>
                    <a:pt x="13056" y="14159"/>
                  </a:lnTo>
                  <a:lnTo>
                    <a:pt x="13056" y="14159"/>
                  </a:lnTo>
                  <a:lnTo>
                    <a:pt x="12695" y="14179"/>
                  </a:lnTo>
                  <a:lnTo>
                    <a:pt x="12334" y="14179"/>
                  </a:lnTo>
                  <a:lnTo>
                    <a:pt x="12334" y="14179"/>
                  </a:lnTo>
                  <a:lnTo>
                    <a:pt x="11752" y="14159"/>
                  </a:lnTo>
                  <a:lnTo>
                    <a:pt x="11171" y="14099"/>
                  </a:lnTo>
                  <a:lnTo>
                    <a:pt x="10569" y="14019"/>
                  </a:lnTo>
                  <a:lnTo>
                    <a:pt x="9967" y="13858"/>
                  </a:lnTo>
                  <a:lnTo>
                    <a:pt x="9967" y="13858"/>
                  </a:lnTo>
                  <a:lnTo>
                    <a:pt x="9867" y="13958"/>
                  </a:lnTo>
                  <a:lnTo>
                    <a:pt x="9727" y="14019"/>
                  </a:lnTo>
                  <a:lnTo>
                    <a:pt x="9727" y="14019"/>
                  </a:lnTo>
                  <a:lnTo>
                    <a:pt x="9506" y="14039"/>
                  </a:lnTo>
                  <a:lnTo>
                    <a:pt x="9285" y="14059"/>
                  </a:lnTo>
                  <a:lnTo>
                    <a:pt x="9285" y="14059"/>
                  </a:lnTo>
                  <a:lnTo>
                    <a:pt x="9105" y="14059"/>
                  </a:lnTo>
                  <a:lnTo>
                    <a:pt x="8924" y="14039"/>
                  </a:lnTo>
                  <a:lnTo>
                    <a:pt x="8543" y="13958"/>
                  </a:lnTo>
                  <a:lnTo>
                    <a:pt x="8142" y="13838"/>
                  </a:lnTo>
                  <a:lnTo>
                    <a:pt x="7741" y="13678"/>
                  </a:lnTo>
                  <a:lnTo>
                    <a:pt x="7320" y="13457"/>
                  </a:lnTo>
                  <a:lnTo>
                    <a:pt x="6879" y="13216"/>
                  </a:lnTo>
                  <a:lnTo>
                    <a:pt x="6458" y="12936"/>
                  </a:lnTo>
                  <a:lnTo>
                    <a:pt x="6017" y="12635"/>
                  </a:lnTo>
                  <a:lnTo>
                    <a:pt x="5575" y="12294"/>
                  </a:lnTo>
                  <a:lnTo>
                    <a:pt x="5154" y="11913"/>
                  </a:lnTo>
                  <a:lnTo>
                    <a:pt x="4733" y="11532"/>
                  </a:lnTo>
                  <a:lnTo>
                    <a:pt x="4312" y="11131"/>
                  </a:lnTo>
                  <a:lnTo>
                    <a:pt x="3911" y="10689"/>
                  </a:lnTo>
                  <a:lnTo>
                    <a:pt x="3530" y="10248"/>
                  </a:lnTo>
                  <a:lnTo>
                    <a:pt x="3169" y="9807"/>
                  </a:lnTo>
                  <a:lnTo>
                    <a:pt x="2828" y="9346"/>
                  </a:lnTo>
                  <a:lnTo>
                    <a:pt x="2527" y="8865"/>
                  </a:lnTo>
                  <a:lnTo>
                    <a:pt x="2226" y="8403"/>
                  </a:lnTo>
                  <a:lnTo>
                    <a:pt x="1986" y="7942"/>
                  </a:lnTo>
                  <a:lnTo>
                    <a:pt x="1765" y="7461"/>
                  </a:lnTo>
                  <a:lnTo>
                    <a:pt x="1584" y="7019"/>
                  </a:lnTo>
                  <a:lnTo>
                    <a:pt x="1424" y="6558"/>
                  </a:lnTo>
                  <a:lnTo>
                    <a:pt x="1324" y="6117"/>
                  </a:lnTo>
                  <a:lnTo>
                    <a:pt x="1284" y="5696"/>
                  </a:lnTo>
                  <a:lnTo>
                    <a:pt x="1264" y="5495"/>
                  </a:lnTo>
                  <a:lnTo>
                    <a:pt x="1264" y="5295"/>
                  </a:lnTo>
                  <a:lnTo>
                    <a:pt x="1284" y="5094"/>
                  </a:lnTo>
                  <a:lnTo>
                    <a:pt x="1324" y="4914"/>
                  </a:lnTo>
                  <a:lnTo>
                    <a:pt x="1364" y="4733"/>
                  </a:lnTo>
                  <a:lnTo>
                    <a:pt x="1424" y="4553"/>
                  </a:lnTo>
                  <a:lnTo>
                    <a:pt x="1484" y="4372"/>
                  </a:lnTo>
                  <a:lnTo>
                    <a:pt x="1584" y="4212"/>
                  </a:lnTo>
                  <a:lnTo>
                    <a:pt x="1685" y="4051"/>
                  </a:lnTo>
                  <a:lnTo>
                    <a:pt x="1805" y="3911"/>
                  </a:lnTo>
                  <a:lnTo>
                    <a:pt x="1925" y="3771"/>
                  </a:lnTo>
                  <a:lnTo>
                    <a:pt x="2086" y="3630"/>
                  </a:lnTo>
                  <a:lnTo>
                    <a:pt x="2246" y="3510"/>
                  </a:lnTo>
                  <a:lnTo>
                    <a:pt x="2427" y="3410"/>
                  </a:lnTo>
                  <a:lnTo>
                    <a:pt x="2627" y="3289"/>
                  </a:lnTo>
                  <a:lnTo>
                    <a:pt x="2848" y="3209"/>
                  </a:lnTo>
                  <a:lnTo>
                    <a:pt x="2848" y="3209"/>
                  </a:lnTo>
                  <a:lnTo>
                    <a:pt x="3129" y="3109"/>
                  </a:lnTo>
                  <a:lnTo>
                    <a:pt x="3409" y="3049"/>
                  </a:lnTo>
                  <a:lnTo>
                    <a:pt x="3670" y="3009"/>
                  </a:lnTo>
                  <a:lnTo>
                    <a:pt x="3951" y="2989"/>
                  </a:lnTo>
                  <a:lnTo>
                    <a:pt x="3951" y="2989"/>
                  </a:lnTo>
                  <a:lnTo>
                    <a:pt x="4232" y="3009"/>
                  </a:lnTo>
                  <a:lnTo>
                    <a:pt x="4232" y="3009"/>
                  </a:lnTo>
                  <a:lnTo>
                    <a:pt x="4673" y="2708"/>
                  </a:lnTo>
                  <a:lnTo>
                    <a:pt x="5134" y="2467"/>
                  </a:lnTo>
                  <a:lnTo>
                    <a:pt x="5615" y="2247"/>
                  </a:lnTo>
                  <a:lnTo>
                    <a:pt x="6117" y="2066"/>
                  </a:lnTo>
                  <a:lnTo>
                    <a:pt x="6638" y="1926"/>
                  </a:lnTo>
                  <a:lnTo>
                    <a:pt x="7160" y="1805"/>
                  </a:lnTo>
                  <a:lnTo>
                    <a:pt x="7681" y="1725"/>
                  </a:lnTo>
                  <a:lnTo>
                    <a:pt x="8223" y="1685"/>
                  </a:lnTo>
                  <a:lnTo>
                    <a:pt x="8223" y="1685"/>
                  </a:lnTo>
                  <a:lnTo>
                    <a:pt x="7922" y="1504"/>
                  </a:lnTo>
                  <a:lnTo>
                    <a:pt x="7621" y="1324"/>
                  </a:lnTo>
                  <a:lnTo>
                    <a:pt x="7320" y="1184"/>
                  </a:lnTo>
                  <a:lnTo>
                    <a:pt x="7019" y="1043"/>
                  </a:lnTo>
                  <a:lnTo>
                    <a:pt x="6698" y="943"/>
                  </a:lnTo>
                  <a:lnTo>
                    <a:pt x="6378" y="843"/>
                  </a:lnTo>
                  <a:lnTo>
                    <a:pt x="6057" y="783"/>
                  </a:lnTo>
                  <a:lnTo>
                    <a:pt x="5716" y="742"/>
                  </a:lnTo>
                  <a:lnTo>
                    <a:pt x="5716" y="742"/>
                  </a:lnTo>
                  <a:lnTo>
                    <a:pt x="5696" y="722"/>
                  </a:lnTo>
                  <a:lnTo>
                    <a:pt x="5716" y="722"/>
                  </a:lnTo>
                  <a:lnTo>
                    <a:pt x="5716" y="722"/>
                  </a:lnTo>
                  <a:lnTo>
                    <a:pt x="5716" y="722"/>
                  </a:lnTo>
                  <a:lnTo>
                    <a:pt x="5716" y="722"/>
                  </a:lnTo>
                  <a:lnTo>
                    <a:pt x="6097" y="742"/>
                  </a:lnTo>
                  <a:lnTo>
                    <a:pt x="6458" y="803"/>
                  </a:lnTo>
                  <a:lnTo>
                    <a:pt x="6819" y="883"/>
                  </a:lnTo>
                  <a:lnTo>
                    <a:pt x="7180" y="983"/>
                  </a:lnTo>
                  <a:lnTo>
                    <a:pt x="7521" y="1123"/>
                  </a:lnTo>
                  <a:lnTo>
                    <a:pt x="7841" y="1264"/>
                  </a:lnTo>
                  <a:lnTo>
                    <a:pt x="8162" y="1444"/>
                  </a:lnTo>
                  <a:lnTo>
                    <a:pt x="8483" y="1645"/>
                  </a:lnTo>
                  <a:lnTo>
                    <a:pt x="8483" y="1645"/>
                  </a:lnTo>
                  <a:lnTo>
                    <a:pt x="8604" y="1484"/>
                  </a:lnTo>
                  <a:lnTo>
                    <a:pt x="8664" y="1404"/>
                  </a:lnTo>
                  <a:lnTo>
                    <a:pt x="8744" y="1364"/>
                  </a:lnTo>
                  <a:lnTo>
                    <a:pt x="8744" y="1364"/>
                  </a:lnTo>
                  <a:lnTo>
                    <a:pt x="8764" y="1344"/>
                  </a:lnTo>
                  <a:lnTo>
                    <a:pt x="8764" y="1344"/>
                  </a:lnTo>
                  <a:lnTo>
                    <a:pt x="8804" y="1344"/>
                  </a:lnTo>
                  <a:lnTo>
                    <a:pt x="8824" y="1364"/>
                  </a:lnTo>
                  <a:lnTo>
                    <a:pt x="8824" y="1404"/>
                  </a:lnTo>
                  <a:lnTo>
                    <a:pt x="8824" y="1424"/>
                  </a:lnTo>
                  <a:lnTo>
                    <a:pt x="8824" y="1424"/>
                  </a:lnTo>
                  <a:lnTo>
                    <a:pt x="8804" y="1504"/>
                  </a:lnTo>
                  <a:lnTo>
                    <a:pt x="8784" y="1565"/>
                  </a:lnTo>
                  <a:lnTo>
                    <a:pt x="8704" y="1665"/>
                  </a:lnTo>
                  <a:lnTo>
                    <a:pt x="8704" y="1665"/>
                  </a:lnTo>
                  <a:lnTo>
                    <a:pt x="8824" y="1665"/>
                  </a:lnTo>
                  <a:lnTo>
                    <a:pt x="8824" y="1665"/>
                  </a:lnTo>
                  <a:lnTo>
                    <a:pt x="9346" y="1685"/>
                  </a:lnTo>
                  <a:lnTo>
                    <a:pt x="9867" y="1725"/>
                  </a:lnTo>
                  <a:lnTo>
                    <a:pt x="10388" y="1785"/>
                  </a:lnTo>
                  <a:lnTo>
                    <a:pt x="10910" y="1865"/>
                  </a:lnTo>
                  <a:lnTo>
                    <a:pt x="10910" y="1865"/>
                  </a:lnTo>
                  <a:lnTo>
                    <a:pt x="11552" y="2006"/>
                  </a:lnTo>
                  <a:lnTo>
                    <a:pt x="11552" y="2006"/>
                  </a:lnTo>
                  <a:lnTo>
                    <a:pt x="11391" y="1625"/>
                  </a:lnTo>
                  <a:lnTo>
                    <a:pt x="11391" y="1625"/>
                  </a:lnTo>
                  <a:lnTo>
                    <a:pt x="11090" y="1605"/>
                  </a:lnTo>
                  <a:lnTo>
                    <a:pt x="10769" y="1525"/>
                  </a:lnTo>
                  <a:lnTo>
                    <a:pt x="10429" y="1404"/>
                  </a:lnTo>
                  <a:lnTo>
                    <a:pt x="10068" y="1224"/>
                  </a:lnTo>
                  <a:lnTo>
                    <a:pt x="10068" y="1224"/>
                  </a:lnTo>
                  <a:lnTo>
                    <a:pt x="9506" y="943"/>
                  </a:lnTo>
                  <a:lnTo>
                    <a:pt x="8944" y="682"/>
                  </a:lnTo>
                  <a:lnTo>
                    <a:pt x="8403" y="482"/>
                  </a:lnTo>
                  <a:lnTo>
                    <a:pt x="7841" y="301"/>
                  </a:lnTo>
                  <a:lnTo>
                    <a:pt x="7280" y="181"/>
                  </a:lnTo>
                  <a:lnTo>
                    <a:pt x="6738" y="81"/>
                  </a:lnTo>
                  <a:lnTo>
                    <a:pt x="6197" y="20"/>
                  </a:lnTo>
                  <a:lnTo>
                    <a:pt x="5656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1" name="Google Shape;5281;p21"/>
            <p:cNvSpPr/>
            <p:nvPr/>
          </p:nvSpPr>
          <p:spPr>
            <a:xfrm>
              <a:off x="10747950" y="4450325"/>
              <a:ext cx="217625" cy="276775"/>
            </a:xfrm>
            <a:custGeom>
              <a:avLst/>
              <a:gdLst/>
              <a:ahLst/>
              <a:cxnLst/>
              <a:rect l="l" t="t" r="r" b="b"/>
              <a:pathLst>
                <a:path w="8705" h="11071" extrusionOk="0">
                  <a:moveTo>
                    <a:pt x="2688" y="1"/>
                  </a:moveTo>
                  <a:lnTo>
                    <a:pt x="2407" y="21"/>
                  </a:lnTo>
                  <a:lnTo>
                    <a:pt x="2146" y="61"/>
                  </a:lnTo>
                  <a:lnTo>
                    <a:pt x="1866" y="121"/>
                  </a:lnTo>
                  <a:lnTo>
                    <a:pt x="1585" y="221"/>
                  </a:lnTo>
                  <a:lnTo>
                    <a:pt x="1364" y="301"/>
                  </a:lnTo>
                  <a:lnTo>
                    <a:pt x="1164" y="422"/>
                  </a:lnTo>
                  <a:lnTo>
                    <a:pt x="983" y="522"/>
                  </a:lnTo>
                  <a:lnTo>
                    <a:pt x="823" y="642"/>
                  </a:lnTo>
                  <a:lnTo>
                    <a:pt x="662" y="783"/>
                  </a:lnTo>
                  <a:lnTo>
                    <a:pt x="542" y="923"/>
                  </a:lnTo>
                  <a:lnTo>
                    <a:pt x="422" y="1063"/>
                  </a:lnTo>
                  <a:lnTo>
                    <a:pt x="321" y="1224"/>
                  </a:lnTo>
                  <a:lnTo>
                    <a:pt x="221" y="1384"/>
                  </a:lnTo>
                  <a:lnTo>
                    <a:pt x="161" y="1565"/>
                  </a:lnTo>
                  <a:lnTo>
                    <a:pt x="101" y="1745"/>
                  </a:lnTo>
                  <a:lnTo>
                    <a:pt x="61" y="1926"/>
                  </a:lnTo>
                  <a:lnTo>
                    <a:pt x="21" y="2106"/>
                  </a:lnTo>
                  <a:lnTo>
                    <a:pt x="1" y="2307"/>
                  </a:lnTo>
                  <a:lnTo>
                    <a:pt x="1" y="2507"/>
                  </a:lnTo>
                  <a:lnTo>
                    <a:pt x="21" y="2708"/>
                  </a:lnTo>
                  <a:lnTo>
                    <a:pt x="61" y="3129"/>
                  </a:lnTo>
                  <a:lnTo>
                    <a:pt x="161" y="3570"/>
                  </a:lnTo>
                  <a:lnTo>
                    <a:pt x="321" y="4031"/>
                  </a:lnTo>
                  <a:lnTo>
                    <a:pt x="502" y="4473"/>
                  </a:lnTo>
                  <a:lnTo>
                    <a:pt x="723" y="4954"/>
                  </a:lnTo>
                  <a:lnTo>
                    <a:pt x="963" y="5415"/>
                  </a:lnTo>
                  <a:lnTo>
                    <a:pt x="1264" y="5877"/>
                  </a:lnTo>
                  <a:lnTo>
                    <a:pt x="1565" y="6358"/>
                  </a:lnTo>
                  <a:lnTo>
                    <a:pt x="1906" y="6819"/>
                  </a:lnTo>
                  <a:lnTo>
                    <a:pt x="2267" y="7260"/>
                  </a:lnTo>
                  <a:lnTo>
                    <a:pt x="2648" y="7701"/>
                  </a:lnTo>
                  <a:lnTo>
                    <a:pt x="3049" y="8143"/>
                  </a:lnTo>
                  <a:lnTo>
                    <a:pt x="3470" y="8544"/>
                  </a:lnTo>
                  <a:lnTo>
                    <a:pt x="3891" y="8925"/>
                  </a:lnTo>
                  <a:lnTo>
                    <a:pt x="4312" y="9306"/>
                  </a:lnTo>
                  <a:lnTo>
                    <a:pt x="4754" y="9647"/>
                  </a:lnTo>
                  <a:lnTo>
                    <a:pt x="5195" y="9948"/>
                  </a:lnTo>
                  <a:lnTo>
                    <a:pt x="5616" y="10228"/>
                  </a:lnTo>
                  <a:lnTo>
                    <a:pt x="6057" y="10469"/>
                  </a:lnTo>
                  <a:lnTo>
                    <a:pt x="6478" y="10690"/>
                  </a:lnTo>
                  <a:lnTo>
                    <a:pt x="6879" y="10850"/>
                  </a:lnTo>
                  <a:lnTo>
                    <a:pt x="7280" y="10970"/>
                  </a:lnTo>
                  <a:lnTo>
                    <a:pt x="7661" y="11051"/>
                  </a:lnTo>
                  <a:lnTo>
                    <a:pt x="7842" y="11071"/>
                  </a:lnTo>
                  <a:lnTo>
                    <a:pt x="8022" y="11071"/>
                  </a:lnTo>
                  <a:lnTo>
                    <a:pt x="8243" y="11051"/>
                  </a:lnTo>
                  <a:lnTo>
                    <a:pt x="8464" y="11031"/>
                  </a:lnTo>
                  <a:lnTo>
                    <a:pt x="8604" y="10970"/>
                  </a:lnTo>
                  <a:lnTo>
                    <a:pt x="8704" y="10870"/>
                  </a:lnTo>
                  <a:lnTo>
                    <a:pt x="8664" y="10870"/>
                  </a:lnTo>
                  <a:lnTo>
                    <a:pt x="8103" y="10690"/>
                  </a:lnTo>
                  <a:lnTo>
                    <a:pt x="7561" y="10489"/>
                  </a:lnTo>
                  <a:lnTo>
                    <a:pt x="7040" y="10248"/>
                  </a:lnTo>
                  <a:lnTo>
                    <a:pt x="6518" y="9988"/>
                  </a:lnTo>
                  <a:lnTo>
                    <a:pt x="6017" y="9687"/>
                  </a:lnTo>
                  <a:lnTo>
                    <a:pt x="5556" y="9366"/>
                  </a:lnTo>
                  <a:lnTo>
                    <a:pt x="5094" y="9005"/>
                  </a:lnTo>
                  <a:lnTo>
                    <a:pt x="4673" y="8624"/>
                  </a:lnTo>
                  <a:lnTo>
                    <a:pt x="4252" y="8223"/>
                  </a:lnTo>
                  <a:lnTo>
                    <a:pt x="3871" y="7802"/>
                  </a:lnTo>
                  <a:lnTo>
                    <a:pt x="3510" y="7340"/>
                  </a:lnTo>
                  <a:lnTo>
                    <a:pt x="3169" y="6879"/>
                  </a:lnTo>
                  <a:lnTo>
                    <a:pt x="2868" y="6378"/>
                  </a:lnTo>
                  <a:lnTo>
                    <a:pt x="2608" y="5877"/>
                  </a:lnTo>
                  <a:lnTo>
                    <a:pt x="2347" y="5335"/>
                  </a:lnTo>
                  <a:lnTo>
                    <a:pt x="2146" y="4794"/>
                  </a:lnTo>
                  <a:lnTo>
                    <a:pt x="2026" y="4473"/>
                  </a:lnTo>
                  <a:lnTo>
                    <a:pt x="1926" y="4152"/>
                  </a:lnTo>
                  <a:lnTo>
                    <a:pt x="1846" y="3831"/>
                  </a:lnTo>
                  <a:lnTo>
                    <a:pt x="1785" y="3490"/>
                  </a:lnTo>
                  <a:lnTo>
                    <a:pt x="1725" y="3169"/>
                  </a:lnTo>
                  <a:lnTo>
                    <a:pt x="1685" y="2848"/>
                  </a:lnTo>
                  <a:lnTo>
                    <a:pt x="1685" y="2527"/>
                  </a:lnTo>
                  <a:lnTo>
                    <a:pt x="1705" y="2227"/>
                  </a:lnTo>
                  <a:lnTo>
                    <a:pt x="1745" y="1906"/>
                  </a:lnTo>
                  <a:lnTo>
                    <a:pt x="1806" y="1605"/>
                  </a:lnTo>
                  <a:lnTo>
                    <a:pt x="1906" y="1324"/>
                  </a:lnTo>
                  <a:lnTo>
                    <a:pt x="2046" y="1043"/>
                  </a:lnTo>
                  <a:lnTo>
                    <a:pt x="2207" y="763"/>
                  </a:lnTo>
                  <a:lnTo>
                    <a:pt x="2427" y="502"/>
                  </a:lnTo>
                  <a:lnTo>
                    <a:pt x="2668" y="261"/>
                  </a:lnTo>
                  <a:lnTo>
                    <a:pt x="2949" y="21"/>
                  </a:lnTo>
                  <a:lnTo>
                    <a:pt x="2969" y="21"/>
                  </a:lnTo>
                  <a:lnTo>
                    <a:pt x="268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2" name="Google Shape;5282;p21"/>
            <p:cNvSpPr/>
            <p:nvPr/>
          </p:nvSpPr>
          <p:spPr>
            <a:xfrm>
              <a:off x="10747950" y="4450325"/>
              <a:ext cx="217625" cy="276775"/>
            </a:xfrm>
            <a:custGeom>
              <a:avLst/>
              <a:gdLst/>
              <a:ahLst/>
              <a:cxnLst/>
              <a:rect l="l" t="t" r="r" b="b"/>
              <a:pathLst>
                <a:path w="8705" h="11071" fill="none" extrusionOk="0">
                  <a:moveTo>
                    <a:pt x="2688" y="1"/>
                  </a:moveTo>
                  <a:lnTo>
                    <a:pt x="2688" y="1"/>
                  </a:lnTo>
                  <a:lnTo>
                    <a:pt x="2407" y="21"/>
                  </a:lnTo>
                  <a:lnTo>
                    <a:pt x="2146" y="61"/>
                  </a:lnTo>
                  <a:lnTo>
                    <a:pt x="1866" y="121"/>
                  </a:lnTo>
                  <a:lnTo>
                    <a:pt x="1585" y="221"/>
                  </a:lnTo>
                  <a:lnTo>
                    <a:pt x="1585" y="221"/>
                  </a:lnTo>
                  <a:lnTo>
                    <a:pt x="1364" y="301"/>
                  </a:lnTo>
                  <a:lnTo>
                    <a:pt x="1164" y="422"/>
                  </a:lnTo>
                  <a:lnTo>
                    <a:pt x="983" y="522"/>
                  </a:lnTo>
                  <a:lnTo>
                    <a:pt x="823" y="642"/>
                  </a:lnTo>
                  <a:lnTo>
                    <a:pt x="662" y="783"/>
                  </a:lnTo>
                  <a:lnTo>
                    <a:pt x="542" y="923"/>
                  </a:lnTo>
                  <a:lnTo>
                    <a:pt x="422" y="1063"/>
                  </a:lnTo>
                  <a:lnTo>
                    <a:pt x="321" y="1224"/>
                  </a:lnTo>
                  <a:lnTo>
                    <a:pt x="221" y="1384"/>
                  </a:lnTo>
                  <a:lnTo>
                    <a:pt x="161" y="1565"/>
                  </a:lnTo>
                  <a:lnTo>
                    <a:pt x="101" y="1745"/>
                  </a:lnTo>
                  <a:lnTo>
                    <a:pt x="61" y="1926"/>
                  </a:lnTo>
                  <a:lnTo>
                    <a:pt x="21" y="2106"/>
                  </a:lnTo>
                  <a:lnTo>
                    <a:pt x="1" y="2307"/>
                  </a:lnTo>
                  <a:lnTo>
                    <a:pt x="1" y="2507"/>
                  </a:lnTo>
                  <a:lnTo>
                    <a:pt x="21" y="2708"/>
                  </a:lnTo>
                  <a:lnTo>
                    <a:pt x="61" y="3129"/>
                  </a:lnTo>
                  <a:lnTo>
                    <a:pt x="161" y="3570"/>
                  </a:lnTo>
                  <a:lnTo>
                    <a:pt x="321" y="4031"/>
                  </a:lnTo>
                  <a:lnTo>
                    <a:pt x="502" y="4473"/>
                  </a:lnTo>
                  <a:lnTo>
                    <a:pt x="723" y="4954"/>
                  </a:lnTo>
                  <a:lnTo>
                    <a:pt x="963" y="5415"/>
                  </a:lnTo>
                  <a:lnTo>
                    <a:pt x="1264" y="5877"/>
                  </a:lnTo>
                  <a:lnTo>
                    <a:pt x="1565" y="6358"/>
                  </a:lnTo>
                  <a:lnTo>
                    <a:pt x="1906" y="6819"/>
                  </a:lnTo>
                  <a:lnTo>
                    <a:pt x="2267" y="7260"/>
                  </a:lnTo>
                  <a:lnTo>
                    <a:pt x="2648" y="7701"/>
                  </a:lnTo>
                  <a:lnTo>
                    <a:pt x="3049" y="8143"/>
                  </a:lnTo>
                  <a:lnTo>
                    <a:pt x="3470" y="8544"/>
                  </a:lnTo>
                  <a:lnTo>
                    <a:pt x="3891" y="8925"/>
                  </a:lnTo>
                  <a:lnTo>
                    <a:pt x="4312" y="9306"/>
                  </a:lnTo>
                  <a:lnTo>
                    <a:pt x="4754" y="9647"/>
                  </a:lnTo>
                  <a:lnTo>
                    <a:pt x="5195" y="9948"/>
                  </a:lnTo>
                  <a:lnTo>
                    <a:pt x="5616" y="10228"/>
                  </a:lnTo>
                  <a:lnTo>
                    <a:pt x="6057" y="10469"/>
                  </a:lnTo>
                  <a:lnTo>
                    <a:pt x="6478" y="10690"/>
                  </a:lnTo>
                  <a:lnTo>
                    <a:pt x="6879" y="10850"/>
                  </a:lnTo>
                  <a:lnTo>
                    <a:pt x="7280" y="10970"/>
                  </a:lnTo>
                  <a:lnTo>
                    <a:pt x="7661" y="11051"/>
                  </a:lnTo>
                  <a:lnTo>
                    <a:pt x="7842" y="11071"/>
                  </a:lnTo>
                  <a:lnTo>
                    <a:pt x="8022" y="11071"/>
                  </a:lnTo>
                  <a:lnTo>
                    <a:pt x="8022" y="11071"/>
                  </a:lnTo>
                  <a:lnTo>
                    <a:pt x="8243" y="11051"/>
                  </a:lnTo>
                  <a:lnTo>
                    <a:pt x="8464" y="11031"/>
                  </a:lnTo>
                  <a:lnTo>
                    <a:pt x="8464" y="11031"/>
                  </a:lnTo>
                  <a:lnTo>
                    <a:pt x="8604" y="10970"/>
                  </a:lnTo>
                  <a:lnTo>
                    <a:pt x="8704" y="10870"/>
                  </a:lnTo>
                  <a:lnTo>
                    <a:pt x="8704" y="10870"/>
                  </a:lnTo>
                  <a:lnTo>
                    <a:pt x="8664" y="10870"/>
                  </a:lnTo>
                  <a:lnTo>
                    <a:pt x="8664" y="10870"/>
                  </a:lnTo>
                  <a:lnTo>
                    <a:pt x="8103" y="10690"/>
                  </a:lnTo>
                  <a:lnTo>
                    <a:pt x="7561" y="10489"/>
                  </a:lnTo>
                  <a:lnTo>
                    <a:pt x="7040" y="10248"/>
                  </a:lnTo>
                  <a:lnTo>
                    <a:pt x="6518" y="9988"/>
                  </a:lnTo>
                  <a:lnTo>
                    <a:pt x="6017" y="9687"/>
                  </a:lnTo>
                  <a:lnTo>
                    <a:pt x="5556" y="9366"/>
                  </a:lnTo>
                  <a:lnTo>
                    <a:pt x="5094" y="9005"/>
                  </a:lnTo>
                  <a:lnTo>
                    <a:pt x="4673" y="8624"/>
                  </a:lnTo>
                  <a:lnTo>
                    <a:pt x="4252" y="8223"/>
                  </a:lnTo>
                  <a:lnTo>
                    <a:pt x="3871" y="7802"/>
                  </a:lnTo>
                  <a:lnTo>
                    <a:pt x="3510" y="7340"/>
                  </a:lnTo>
                  <a:lnTo>
                    <a:pt x="3169" y="6879"/>
                  </a:lnTo>
                  <a:lnTo>
                    <a:pt x="2868" y="6378"/>
                  </a:lnTo>
                  <a:lnTo>
                    <a:pt x="2608" y="5877"/>
                  </a:lnTo>
                  <a:lnTo>
                    <a:pt x="2347" y="5335"/>
                  </a:lnTo>
                  <a:lnTo>
                    <a:pt x="2146" y="4794"/>
                  </a:lnTo>
                  <a:lnTo>
                    <a:pt x="2146" y="4794"/>
                  </a:lnTo>
                  <a:lnTo>
                    <a:pt x="2026" y="4473"/>
                  </a:lnTo>
                  <a:lnTo>
                    <a:pt x="1926" y="4152"/>
                  </a:lnTo>
                  <a:lnTo>
                    <a:pt x="1846" y="3831"/>
                  </a:lnTo>
                  <a:lnTo>
                    <a:pt x="1785" y="3490"/>
                  </a:lnTo>
                  <a:lnTo>
                    <a:pt x="1725" y="3169"/>
                  </a:lnTo>
                  <a:lnTo>
                    <a:pt x="1685" y="2848"/>
                  </a:lnTo>
                  <a:lnTo>
                    <a:pt x="1685" y="2527"/>
                  </a:lnTo>
                  <a:lnTo>
                    <a:pt x="1705" y="2227"/>
                  </a:lnTo>
                  <a:lnTo>
                    <a:pt x="1745" y="1906"/>
                  </a:lnTo>
                  <a:lnTo>
                    <a:pt x="1806" y="1605"/>
                  </a:lnTo>
                  <a:lnTo>
                    <a:pt x="1906" y="1324"/>
                  </a:lnTo>
                  <a:lnTo>
                    <a:pt x="2046" y="1043"/>
                  </a:lnTo>
                  <a:lnTo>
                    <a:pt x="2207" y="763"/>
                  </a:lnTo>
                  <a:lnTo>
                    <a:pt x="2427" y="502"/>
                  </a:lnTo>
                  <a:lnTo>
                    <a:pt x="2668" y="261"/>
                  </a:lnTo>
                  <a:lnTo>
                    <a:pt x="2949" y="21"/>
                  </a:lnTo>
                  <a:lnTo>
                    <a:pt x="2949" y="21"/>
                  </a:lnTo>
                  <a:lnTo>
                    <a:pt x="2969" y="21"/>
                  </a:lnTo>
                  <a:lnTo>
                    <a:pt x="2969" y="21"/>
                  </a:lnTo>
                  <a:lnTo>
                    <a:pt x="2688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3" name="Google Shape;5283;p21"/>
            <p:cNvSpPr/>
            <p:nvPr/>
          </p:nvSpPr>
          <p:spPr>
            <a:xfrm>
              <a:off x="10858750" y="4393675"/>
              <a:ext cx="190050" cy="353475"/>
            </a:xfrm>
            <a:custGeom>
              <a:avLst/>
              <a:gdLst/>
              <a:ahLst/>
              <a:cxnLst/>
              <a:rect l="l" t="t" r="r" b="b"/>
              <a:pathLst>
                <a:path w="7602" h="14139" extrusionOk="0">
                  <a:moveTo>
                    <a:pt x="1" y="0"/>
                  </a:moveTo>
                  <a:lnTo>
                    <a:pt x="21" y="20"/>
                  </a:lnTo>
                  <a:lnTo>
                    <a:pt x="362" y="61"/>
                  </a:lnTo>
                  <a:lnTo>
                    <a:pt x="683" y="121"/>
                  </a:lnTo>
                  <a:lnTo>
                    <a:pt x="1003" y="221"/>
                  </a:lnTo>
                  <a:lnTo>
                    <a:pt x="1324" y="321"/>
                  </a:lnTo>
                  <a:lnTo>
                    <a:pt x="1625" y="462"/>
                  </a:lnTo>
                  <a:lnTo>
                    <a:pt x="1926" y="602"/>
                  </a:lnTo>
                  <a:lnTo>
                    <a:pt x="2227" y="782"/>
                  </a:lnTo>
                  <a:lnTo>
                    <a:pt x="2528" y="963"/>
                  </a:lnTo>
                  <a:lnTo>
                    <a:pt x="2929" y="943"/>
                  </a:lnTo>
                  <a:lnTo>
                    <a:pt x="3009" y="943"/>
                  </a:lnTo>
                  <a:lnTo>
                    <a:pt x="3089" y="843"/>
                  </a:lnTo>
                  <a:lnTo>
                    <a:pt x="3109" y="782"/>
                  </a:lnTo>
                  <a:lnTo>
                    <a:pt x="3129" y="702"/>
                  </a:lnTo>
                  <a:lnTo>
                    <a:pt x="3129" y="682"/>
                  </a:lnTo>
                  <a:lnTo>
                    <a:pt x="3129" y="642"/>
                  </a:lnTo>
                  <a:lnTo>
                    <a:pt x="3109" y="622"/>
                  </a:lnTo>
                  <a:lnTo>
                    <a:pt x="3069" y="622"/>
                  </a:lnTo>
                  <a:lnTo>
                    <a:pt x="3049" y="642"/>
                  </a:lnTo>
                  <a:lnTo>
                    <a:pt x="2969" y="682"/>
                  </a:lnTo>
                  <a:lnTo>
                    <a:pt x="2909" y="762"/>
                  </a:lnTo>
                  <a:lnTo>
                    <a:pt x="2788" y="923"/>
                  </a:lnTo>
                  <a:lnTo>
                    <a:pt x="2467" y="722"/>
                  </a:lnTo>
                  <a:lnTo>
                    <a:pt x="2146" y="542"/>
                  </a:lnTo>
                  <a:lnTo>
                    <a:pt x="1826" y="401"/>
                  </a:lnTo>
                  <a:lnTo>
                    <a:pt x="1485" y="261"/>
                  </a:lnTo>
                  <a:lnTo>
                    <a:pt x="1124" y="161"/>
                  </a:lnTo>
                  <a:lnTo>
                    <a:pt x="763" y="81"/>
                  </a:lnTo>
                  <a:lnTo>
                    <a:pt x="402" y="20"/>
                  </a:lnTo>
                  <a:lnTo>
                    <a:pt x="21" y="0"/>
                  </a:lnTo>
                  <a:close/>
                  <a:moveTo>
                    <a:pt x="7601" y="13417"/>
                  </a:moveTo>
                  <a:lnTo>
                    <a:pt x="7361" y="13437"/>
                  </a:lnTo>
                  <a:lnTo>
                    <a:pt x="7280" y="14018"/>
                  </a:lnTo>
                  <a:lnTo>
                    <a:pt x="7300" y="14079"/>
                  </a:lnTo>
                  <a:lnTo>
                    <a:pt x="7321" y="14099"/>
                  </a:lnTo>
                  <a:lnTo>
                    <a:pt x="7341" y="14139"/>
                  </a:lnTo>
                  <a:lnTo>
                    <a:pt x="7381" y="14139"/>
                  </a:lnTo>
                  <a:lnTo>
                    <a:pt x="7441" y="14119"/>
                  </a:lnTo>
                  <a:lnTo>
                    <a:pt x="7461" y="14079"/>
                  </a:lnTo>
                  <a:lnTo>
                    <a:pt x="7541" y="13738"/>
                  </a:lnTo>
                  <a:lnTo>
                    <a:pt x="7601" y="13417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4" name="Google Shape;5284;p21"/>
            <p:cNvSpPr/>
            <p:nvPr/>
          </p:nvSpPr>
          <p:spPr>
            <a:xfrm>
              <a:off x="11040750" y="4729075"/>
              <a:ext cx="8050" cy="18075"/>
            </a:xfrm>
            <a:custGeom>
              <a:avLst/>
              <a:gdLst/>
              <a:ahLst/>
              <a:cxnLst/>
              <a:rect l="l" t="t" r="r" b="b"/>
              <a:pathLst>
                <a:path w="322" h="723" fill="none" extrusionOk="0">
                  <a:moveTo>
                    <a:pt x="321" y="1"/>
                  </a:moveTo>
                  <a:lnTo>
                    <a:pt x="321" y="1"/>
                  </a:lnTo>
                  <a:lnTo>
                    <a:pt x="81" y="21"/>
                  </a:lnTo>
                  <a:lnTo>
                    <a:pt x="81" y="21"/>
                  </a:lnTo>
                  <a:lnTo>
                    <a:pt x="0" y="602"/>
                  </a:lnTo>
                  <a:lnTo>
                    <a:pt x="0" y="602"/>
                  </a:lnTo>
                  <a:lnTo>
                    <a:pt x="20" y="663"/>
                  </a:lnTo>
                  <a:lnTo>
                    <a:pt x="41" y="683"/>
                  </a:lnTo>
                  <a:lnTo>
                    <a:pt x="61" y="723"/>
                  </a:lnTo>
                  <a:lnTo>
                    <a:pt x="101" y="723"/>
                  </a:lnTo>
                  <a:lnTo>
                    <a:pt x="101" y="723"/>
                  </a:lnTo>
                  <a:lnTo>
                    <a:pt x="161" y="703"/>
                  </a:lnTo>
                  <a:lnTo>
                    <a:pt x="181" y="663"/>
                  </a:lnTo>
                  <a:lnTo>
                    <a:pt x="181" y="663"/>
                  </a:lnTo>
                  <a:lnTo>
                    <a:pt x="261" y="322"/>
                  </a:lnTo>
                  <a:lnTo>
                    <a:pt x="32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5" name="Google Shape;5285;p21"/>
            <p:cNvSpPr/>
            <p:nvPr/>
          </p:nvSpPr>
          <p:spPr>
            <a:xfrm>
              <a:off x="11605275" y="4375625"/>
              <a:ext cx="540000" cy="391075"/>
            </a:xfrm>
            <a:custGeom>
              <a:avLst/>
              <a:gdLst/>
              <a:ahLst/>
              <a:cxnLst/>
              <a:rect l="l" t="t" r="r" b="b"/>
              <a:pathLst>
                <a:path w="21600" h="15643" extrusionOk="0">
                  <a:moveTo>
                    <a:pt x="15984" y="0"/>
                  </a:moveTo>
                  <a:lnTo>
                    <a:pt x="15563" y="20"/>
                  </a:lnTo>
                  <a:lnTo>
                    <a:pt x="15122" y="41"/>
                  </a:lnTo>
                  <a:lnTo>
                    <a:pt x="14681" y="101"/>
                  </a:lnTo>
                  <a:lnTo>
                    <a:pt x="14239" y="201"/>
                  </a:lnTo>
                  <a:lnTo>
                    <a:pt x="13798" y="301"/>
                  </a:lnTo>
                  <a:lnTo>
                    <a:pt x="13337" y="442"/>
                  </a:lnTo>
                  <a:lnTo>
                    <a:pt x="12896" y="602"/>
                  </a:lnTo>
                  <a:lnTo>
                    <a:pt x="12435" y="783"/>
                  </a:lnTo>
                  <a:lnTo>
                    <a:pt x="11993" y="983"/>
                  </a:lnTo>
                  <a:lnTo>
                    <a:pt x="11552" y="1224"/>
                  </a:lnTo>
                  <a:lnTo>
                    <a:pt x="11332" y="1344"/>
                  </a:lnTo>
                  <a:lnTo>
                    <a:pt x="11131" y="1424"/>
                  </a:lnTo>
                  <a:lnTo>
                    <a:pt x="10951" y="1504"/>
                  </a:lnTo>
                  <a:lnTo>
                    <a:pt x="10750" y="1565"/>
                  </a:lnTo>
                  <a:lnTo>
                    <a:pt x="10569" y="1585"/>
                  </a:lnTo>
                  <a:lnTo>
                    <a:pt x="10389" y="1625"/>
                  </a:lnTo>
                  <a:lnTo>
                    <a:pt x="10048" y="1625"/>
                  </a:lnTo>
                  <a:lnTo>
                    <a:pt x="9888" y="1605"/>
                  </a:lnTo>
                  <a:lnTo>
                    <a:pt x="9727" y="1585"/>
                  </a:lnTo>
                  <a:lnTo>
                    <a:pt x="9426" y="1484"/>
                  </a:lnTo>
                  <a:lnTo>
                    <a:pt x="9126" y="1364"/>
                  </a:lnTo>
                  <a:lnTo>
                    <a:pt x="8825" y="1224"/>
                  </a:lnTo>
                  <a:lnTo>
                    <a:pt x="8223" y="883"/>
                  </a:lnTo>
                  <a:lnTo>
                    <a:pt x="7922" y="702"/>
                  </a:lnTo>
                  <a:lnTo>
                    <a:pt x="7621" y="542"/>
                  </a:lnTo>
                  <a:lnTo>
                    <a:pt x="7281" y="381"/>
                  </a:lnTo>
                  <a:lnTo>
                    <a:pt x="6940" y="241"/>
                  </a:lnTo>
                  <a:lnTo>
                    <a:pt x="6579" y="141"/>
                  </a:lnTo>
                  <a:lnTo>
                    <a:pt x="6178" y="81"/>
                  </a:lnTo>
                  <a:lnTo>
                    <a:pt x="5977" y="61"/>
                  </a:lnTo>
                  <a:lnTo>
                    <a:pt x="5776" y="61"/>
                  </a:lnTo>
                  <a:lnTo>
                    <a:pt x="5556" y="101"/>
                  </a:lnTo>
                  <a:lnTo>
                    <a:pt x="5315" y="141"/>
                  </a:lnTo>
                  <a:lnTo>
                    <a:pt x="5095" y="181"/>
                  </a:lnTo>
                  <a:lnTo>
                    <a:pt x="4834" y="261"/>
                  </a:lnTo>
                  <a:lnTo>
                    <a:pt x="4593" y="341"/>
                  </a:lnTo>
                  <a:lnTo>
                    <a:pt x="4333" y="442"/>
                  </a:lnTo>
                  <a:lnTo>
                    <a:pt x="3811" y="702"/>
                  </a:lnTo>
                  <a:lnTo>
                    <a:pt x="3290" y="1003"/>
                  </a:lnTo>
                  <a:lnTo>
                    <a:pt x="3029" y="1184"/>
                  </a:lnTo>
                  <a:lnTo>
                    <a:pt x="2768" y="1364"/>
                  </a:lnTo>
                  <a:lnTo>
                    <a:pt x="2508" y="1565"/>
                  </a:lnTo>
                  <a:lnTo>
                    <a:pt x="2267" y="1765"/>
                  </a:lnTo>
                  <a:lnTo>
                    <a:pt x="2006" y="1986"/>
                  </a:lnTo>
                  <a:lnTo>
                    <a:pt x="1786" y="2226"/>
                  </a:lnTo>
                  <a:lnTo>
                    <a:pt x="1545" y="2467"/>
                  </a:lnTo>
                  <a:lnTo>
                    <a:pt x="1324" y="2728"/>
                  </a:lnTo>
                  <a:lnTo>
                    <a:pt x="1124" y="2989"/>
                  </a:lnTo>
                  <a:lnTo>
                    <a:pt x="923" y="3269"/>
                  </a:lnTo>
                  <a:lnTo>
                    <a:pt x="763" y="3550"/>
                  </a:lnTo>
                  <a:lnTo>
                    <a:pt x="582" y="3831"/>
                  </a:lnTo>
                  <a:lnTo>
                    <a:pt x="442" y="4132"/>
                  </a:lnTo>
                  <a:lnTo>
                    <a:pt x="322" y="4453"/>
                  </a:lnTo>
                  <a:lnTo>
                    <a:pt x="201" y="4753"/>
                  </a:lnTo>
                  <a:lnTo>
                    <a:pt x="121" y="5094"/>
                  </a:lnTo>
                  <a:lnTo>
                    <a:pt x="61" y="5415"/>
                  </a:lnTo>
                  <a:lnTo>
                    <a:pt x="21" y="5756"/>
                  </a:lnTo>
                  <a:lnTo>
                    <a:pt x="1" y="6097"/>
                  </a:lnTo>
                  <a:lnTo>
                    <a:pt x="1" y="6458"/>
                  </a:lnTo>
                  <a:lnTo>
                    <a:pt x="41" y="6819"/>
                  </a:lnTo>
                  <a:lnTo>
                    <a:pt x="101" y="7180"/>
                  </a:lnTo>
                  <a:lnTo>
                    <a:pt x="161" y="7441"/>
                  </a:lnTo>
                  <a:lnTo>
                    <a:pt x="282" y="7741"/>
                  </a:lnTo>
                  <a:lnTo>
                    <a:pt x="422" y="8042"/>
                  </a:lnTo>
                  <a:lnTo>
                    <a:pt x="582" y="8363"/>
                  </a:lnTo>
                  <a:lnTo>
                    <a:pt x="763" y="8684"/>
                  </a:lnTo>
                  <a:lnTo>
                    <a:pt x="983" y="9005"/>
                  </a:lnTo>
                  <a:lnTo>
                    <a:pt x="1224" y="9346"/>
                  </a:lnTo>
                  <a:lnTo>
                    <a:pt x="1505" y="9687"/>
                  </a:lnTo>
                  <a:lnTo>
                    <a:pt x="1786" y="10028"/>
                  </a:lnTo>
                  <a:lnTo>
                    <a:pt x="2086" y="10369"/>
                  </a:lnTo>
                  <a:lnTo>
                    <a:pt x="2407" y="10710"/>
                  </a:lnTo>
                  <a:lnTo>
                    <a:pt x="2748" y="11050"/>
                  </a:lnTo>
                  <a:lnTo>
                    <a:pt x="3109" y="11391"/>
                  </a:lnTo>
                  <a:lnTo>
                    <a:pt x="3490" y="11732"/>
                  </a:lnTo>
                  <a:lnTo>
                    <a:pt x="4252" y="12394"/>
                  </a:lnTo>
                  <a:lnTo>
                    <a:pt x="4673" y="12715"/>
                  </a:lnTo>
                  <a:lnTo>
                    <a:pt x="5075" y="13016"/>
                  </a:lnTo>
                  <a:lnTo>
                    <a:pt x="5496" y="13317"/>
                  </a:lnTo>
                  <a:lnTo>
                    <a:pt x="5917" y="13617"/>
                  </a:lnTo>
                  <a:lnTo>
                    <a:pt x="6338" y="13878"/>
                  </a:lnTo>
                  <a:lnTo>
                    <a:pt x="6779" y="14139"/>
                  </a:lnTo>
                  <a:lnTo>
                    <a:pt x="7200" y="14380"/>
                  </a:lnTo>
                  <a:lnTo>
                    <a:pt x="7621" y="14620"/>
                  </a:lnTo>
                  <a:lnTo>
                    <a:pt x="8063" y="14821"/>
                  </a:lnTo>
                  <a:lnTo>
                    <a:pt x="8484" y="15001"/>
                  </a:lnTo>
                  <a:lnTo>
                    <a:pt x="8885" y="15182"/>
                  </a:lnTo>
                  <a:lnTo>
                    <a:pt x="9306" y="15322"/>
                  </a:lnTo>
                  <a:lnTo>
                    <a:pt x="9707" y="15442"/>
                  </a:lnTo>
                  <a:lnTo>
                    <a:pt x="10088" y="15523"/>
                  </a:lnTo>
                  <a:lnTo>
                    <a:pt x="10469" y="15603"/>
                  </a:lnTo>
                  <a:lnTo>
                    <a:pt x="10830" y="15643"/>
                  </a:lnTo>
                  <a:lnTo>
                    <a:pt x="11191" y="15643"/>
                  </a:lnTo>
                  <a:lnTo>
                    <a:pt x="11592" y="15603"/>
                  </a:lnTo>
                  <a:lnTo>
                    <a:pt x="11993" y="15543"/>
                  </a:lnTo>
                  <a:lnTo>
                    <a:pt x="12394" y="15462"/>
                  </a:lnTo>
                  <a:lnTo>
                    <a:pt x="12816" y="15342"/>
                  </a:lnTo>
                  <a:lnTo>
                    <a:pt x="13257" y="15202"/>
                  </a:lnTo>
                  <a:lnTo>
                    <a:pt x="13698" y="15021"/>
                  </a:lnTo>
                  <a:lnTo>
                    <a:pt x="14139" y="14821"/>
                  </a:lnTo>
                  <a:lnTo>
                    <a:pt x="14580" y="14600"/>
                  </a:lnTo>
                  <a:lnTo>
                    <a:pt x="15042" y="14339"/>
                  </a:lnTo>
                  <a:lnTo>
                    <a:pt x="15483" y="14079"/>
                  </a:lnTo>
                  <a:lnTo>
                    <a:pt x="15944" y="13778"/>
                  </a:lnTo>
                  <a:lnTo>
                    <a:pt x="16385" y="13477"/>
                  </a:lnTo>
                  <a:lnTo>
                    <a:pt x="16826" y="13136"/>
                  </a:lnTo>
                  <a:lnTo>
                    <a:pt x="17248" y="12795"/>
                  </a:lnTo>
                  <a:lnTo>
                    <a:pt x="17669" y="12414"/>
                  </a:lnTo>
                  <a:lnTo>
                    <a:pt x="18090" y="12033"/>
                  </a:lnTo>
                  <a:lnTo>
                    <a:pt x="18471" y="11652"/>
                  </a:lnTo>
                  <a:lnTo>
                    <a:pt x="18852" y="11251"/>
                  </a:lnTo>
                  <a:lnTo>
                    <a:pt x="19233" y="10830"/>
                  </a:lnTo>
                  <a:lnTo>
                    <a:pt x="19574" y="10409"/>
                  </a:lnTo>
                  <a:lnTo>
                    <a:pt x="19895" y="9968"/>
                  </a:lnTo>
                  <a:lnTo>
                    <a:pt x="20196" y="9526"/>
                  </a:lnTo>
                  <a:lnTo>
                    <a:pt x="20476" y="9065"/>
                  </a:lnTo>
                  <a:lnTo>
                    <a:pt x="20737" y="8604"/>
                  </a:lnTo>
                  <a:lnTo>
                    <a:pt x="20958" y="8143"/>
                  </a:lnTo>
                  <a:lnTo>
                    <a:pt x="21138" y="7681"/>
                  </a:lnTo>
                  <a:lnTo>
                    <a:pt x="21319" y="7220"/>
                  </a:lnTo>
                  <a:lnTo>
                    <a:pt x="21439" y="6739"/>
                  </a:lnTo>
                  <a:lnTo>
                    <a:pt x="21539" y="6277"/>
                  </a:lnTo>
                  <a:lnTo>
                    <a:pt x="21599" y="5816"/>
                  </a:lnTo>
                  <a:lnTo>
                    <a:pt x="21599" y="5355"/>
                  </a:lnTo>
                  <a:lnTo>
                    <a:pt x="21599" y="4894"/>
                  </a:lnTo>
                  <a:lnTo>
                    <a:pt x="21539" y="4453"/>
                  </a:lnTo>
                  <a:lnTo>
                    <a:pt x="21459" y="4051"/>
                  </a:lnTo>
                  <a:lnTo>
                    <a:pt x="21359" y="3650"/>
                  </a:lnTo>
                  <a:lnTo>
                    <a:pt x="21238" y="3269"/>
                  </a:lnTo>
                  <a:lnTo>
                    <a:pt x="21078" y="2908"/>
                  </a:lnTo>
                  <a:lnTo>
                    <a:pt x="20898" y="2567"/>
                  </a:lnTo>
                  <a:lnTo>
                    <a:pt x="20697" y="2247"/>
                  </a:lnTo>
                  <a:lnTo>
                    <a:pt x="20456" y="1946"/>
                  </a:lnTo>
                  <a:lnTo>
                    <a:pt x="20216" y="1665"/>
                  </a:lnTo>
                  <a:lnTo>
                    <a:pt x="19955" y="1404"/>
                  </a:lnTo>
                  <a:lnTo>
                    <a:pt x="19674" y="1164"/>
                  </a:lnTo>
                  <a:lnTo>
                    <a:pt x="19353" y="963"/>
                  </a:lnTo>
                  <a:lnTo>
                    <a:pt x="19032" y="762"/>
                  </a:lnTo>
                  <a:lnTo>
                    <a:pt x="18692" y="582"/>
                  </a:lnTo>
                  <a:lnTo>
                    <a:pt x="18351" y="442"/>
                  </a:lnTo>
                  <a:lnTo>
                    <a:pt x="17990" y="301"/>
                  </a:lnTo>
                  <a:lnTo>
                    <a:pt x="17609" y="201"/>
                  </a:lnTo>
                  <a:lnTo>
                    <a:pt x="17208" y="121"/>
                  </a:lnTo>
                  <a:lnTo>
                    <a:pt x="16806" y="61"/>
                  </a:lnTo>
                  <a:lnTo>
                    <a:pt x="16405" y="20"/>
                  </a:lnTo>
                  <a:lnTo>
                    <a:pt x="159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6" name="Google Shape;5286;p21"/>
            <p:cNvSpPr/>
            <p:nvPr/>
          </p:nvSpPr>
          <p:spPr>
            <a:xfrm>
              <a:off x="11605275" y="4375625"/>
              <a:ext cx="540000" cy="391075"/>
            </a:xfrm>
            <a:custGeom>
              <a:avLst/>
              <a:gdLst/>
              <a:ahLst/>
              <a:cxnLst/>
              <a:rect l="l" t="t" r="r" b="b"/>
              <a:pathLst>
                <a:path w="21600" h="15643" fill="none" extrusionOk="0">
                  <a:moveTo>
                    <a:pt x="21599" y="5355"/>
                  </a:moveTo>
                  <a:lnTo>
                    <a:pt x="21599" y="5355"/>
                  </a:lnTo>
                  <a:lnTo>
                    <a:pt x="21599" y="5816"/>
                  </a:lnTo>
                  <a:lnTo>
                    <a:pt x="21539" y="6277"/>
                  </a:lnTo>
                  <a:lnTo>
                    <a:pt x="21439" y="6739"/>
                  </a:lnTo>
                  <a:lnTo>
                    <a:pt x="21319" y="7220"/>
                  </a:lnTo>
                  <a:lnTo>
                    <a:pt x="21138" y="7681"/>
                  </a:lnTo>
                  <a:lnTo>
                    <a:pt x="20958" y="8143"/>
                  </a:lnTo>
                  <a:lnTo>
                    <a:pt x="20737" y="8604"/>
                  </a:lnTo>
                  <a:lnTo>
                    <a:pt x="20476" y="9065"/>
                  </a:lnTo>
                  <a:lnTo>
                    <a:pt x="20196" y="9526"/>
                  </a:lnTo>
                  <a:lnTo>
                    <a:pt x="19895" y="9968"/>
                  </a:lnTo>
                  <a:lnTo>
                    <a:pt x="19574" y="10409"/>
                  </a:lnTo>
                  <a:lnTo>
                    <a:pt x="19233" y="10830"/>
                  </a:lnTo>
                  <a:lnTo>
                    <a:pt x="18852" y="11251"/>
                  </a:lnTo>
                  <a:lnTo>
                    <a:pt x="18471" y="11652"/>
                  </a:lnTo>
                  <a:lnTo>
                    <a:pt x="18090" y="12033"/>
                  </a:lnTo>
                  <a:lnTo>
                    <a:pt x="17669" y="12414"/>
                  </a:lnTo>
                  <a:lnTo>
                    <a:pt x="17669" y="12414"/>
                  </a:lnTo>
                  <a:lnTo>
                    <a:pt x="17248" y="12795"/>
                  </a:lnTo>
                  <a:lnTo>
                    <a:pt x="16826" y="13136"/>
                  </a:lnTo>
                  <a:lnTo>
                    <a:pt x="16385" y="13477"/>
                  </a:lnTo>
                  <a:lnTo>
                    <a:pt x="15944" y="13778"/>
                  </a:lnTo>
                  <a:lnTo>
                    <a:pt x="15483" y="14079"/>
                  </a:lnTo>
                  <a:lnTo>
                    <a:pt x="15042" y="14339"/>
                  </a:lnTo>
                  <a:lnTo>
                    <a:pt x="14580" y="14600"/>
                  </a:lnTo>
                  <a:lnTo>
                    <a:pt x="14139" y="14821"/>
                  </a:lnTo>
                  <a:lnTo>
                    <a:pt x="13698" y="15021"/>
                  </a:lnTo>
                  <a:lnTo>
                    <a:pt x="13257" y="15202"/>
                  </a:lnTo>
                  <a:lnTo>
                    <a:pt x="12816" y="15342"/>
                  </a:lnTo>
                  <a:lnTo>
                    <a:pt x="12394" y="15462"/>
                  </a:lnTo>
                  <a:lnTo>
                    <a:pt x="11993" y="15543"/>
                  </a:lnTo>
                  <a:lnTo>
                    <a:pt x="11592" y="15603"/>
                  </a:lnTo>
                  <a:lnTo>
                    <a:pt x="11191" y="15643"/>
                  </a:lnTo>
                  <a:lnTo>
                    <a:pt x="10830" y="15643"/>
                  </a:lnTo>
                  <a:lnTo>
                    <a:pt x="10830" y="15643"/>
                  </a:lnTo>
                  <a:lnTo>
                    <a:pt x="10469" y="15603"/>
                  </a:lnTo>
                  <a:lnTo>
                    <a:pt x="10088" y="15523"/>
                  </a:lnTo>
                  <a:lnTo>
                    <a:pt x="9707" y="15442"/>
                  </a:lnTo>
                  <a:lnTo>
                    <a:pt x="9306" y="15322"/>
                  </a:lnTo>
                  <a:lnTo>
                    <a:pt x="8885" y="15182"/>
                  </a:lnTo>
                  <a:lnTo>
                    <a:pt x="8484" y="15001"/>
                  </a:lnTo>
                  <a:lnTo>
                    <a:pt x="8063" y="14821"/>
                  </a:lnTo>
                  <a:lnTo>
                    <a:pt x="7621" y="14620"/>
                  </a:lnTo>
                  <a:lnTo>
                    <a:pt x="7200" y="14380"/>
                  </a:lnTo>
                  <a:lnTo>
                    <a:pt x="6779" y="14139"/>
                  </a:lnTo>
                  <a:lnTo>
                    <a:pt x="6338" y="13878"/>
                  </a:lnTo>
                  <a:lnTo>
                    <a:pt x="5917" y="13617"/>
                  </a:lnTo>
                  <a:lnTo>
                    <a:pt x="5496" y="13317"/>
                  </a:lnTo>
                  <a:lnTo>
                    <a:pt x="5075" y="13016"/>
                  </a:lnTo>
                  <a:lnTo>
                    <a:pt x="4673" y="12715"/>
                  </a:lnTo>
                  <a:lnTo>
                    <a:pt x="4252" y="12394"/>
                  </a:lnTo>
                  <a:lnTo>
                    <a:pt x="3490" y="11732"/>
                  </a:lnTo>
                  <a:lnTo>
                    <a:pt x="3109" y="11391"/>
                  </a:lnTo>
                  <a:lnTo>
                    <a:pt x="2748" y="11050"/>
                  </a:lnTo>
                  <a:lnTo>
                    <a:pt x="2407" y="10710"/>
                  </a:lnTo>
                  <a:lnTo>
                    <a:pt x="2086" y="10369"/>
                  </a:lnTo>
                  <a:lnTo>
                    <a:pt x="1786" y="10028"/>
                  </a:lnTo>
                  <a:lnTo>
                    <a:pt x="1505" y="9687"/>
                  </a:lnTo>
                  <a:lnTo>
                    <a:pt x="1224" y="9346"/>
                  </a:lnTo>
                  <a:lnTo>
                    <a:pt x="983" y="9005"/>
                  </a:lnTo>
                  <a:lnTo>
                    <a:pt x="763" y="8684"/>
                  </a:lnTo>
                  <a:lnTo>
                    <a:pt x="582" y="8363"/>
                  </a:lnTo>
                  <a:lnTo>
                    <a:pt x="422" y="8042"/>
                  </a:lnTo>
                  <a:lnTo>
                    <a:pt x="282" y="7741"/>
                  </a:lnTo>
                  <a:lnTo>
                    <a:pt x="161" y="7441"/>
                  </a:lnTo>
                  <a:lnTo>
                    <a:pt x="101" y="7180"/>
                  </a:lnTo>
                  <a:lnTo>
                    <a:pt x="101" y="7180"/>
                  </a:lnTo>
                  <a:lnTo>
                    <a:pt x="41" y="6819"/>
                  </a:lnTo>
                  <a:lnTo>
                    <a:pt x="1" y="6458"/>
                  </a:lnTo>
                  <a:lnTo>
                    <a:pt x="1" y="6097"/>
                  </a:lnTo>
                  <a:lnTo>
                    <a:pt x="21" y="5756"/>
                  </a:lnTo>
                  <a:lnTo>
                    <a:pt x="61" y="5415"/>
                  </a:lnTo>
                  <a:lnTo>
                    <a:pt x="121" y="5094"/>
                  </a:lnTo>
                  <a:lnTo>
                    <a:pt x="201" y="4753"/>
                  </a:lnTo>
                  <a:lnTo>
                    <a:pt x="322" y="4453"/>
                  </a:lnTo>
                  <a:lnTo>
                    <a:pt x="442" y="4132"/>
                  </a:lnTo>
                  <a:lnTo>
                    <a:pt x="582" y="3831"/>
                  </a:lnTo>
                  <a:lnTo>
                    <a:pt x="763" y="3550"/>
                  </a:lnTo>
                  <a:lnTo>
                    <a:pt x="923" y="3269"/>
                  </a:lnTo>
                  <a:lnTo>
                    <a:pt x="1124" y="2989"/>
                  </a:lnTo>
                  <a:lnTo>
                    <a:pt x="1324" y="2728"/>
                  </a:lnTo>
                  <a:lnTo>
                    <a:pt x="1545" y="2467"/>
                  </a:lnTo>
                  <a:lnTo>
                    <a:pt x="1786" y="2226"/>
                  </a:lnTo>
                  <a:lnTo>
                    <a:pt x="2006" y="1986"/>
                  </a:lnTo>
                  <a:lnTo>
                    <a:pt x="2267" y="1765"/>
                  </a:lnTo>
                  <a:lnTo>
                    <a:pt x="2508" y="1565"/>
                  </a:lnTo>
                  <a:lnTo>
                    <a:pt x="2768" y="1364"/>
                  </a:lnTo>
                  <a:lnTo>
                    <a:pt x="3029" y="1184"/>
                  </a:lnTo>
                  <a:lnTo>
                    <a:pt x="3290" y="1003"/>
                  </a:lnTo>
                  <a:lnTo>
                    <a:pt x="3811" y="702"/>
                  </a:lnTo>
                  <a:lnTo>
                    <a:pt x="4333" y="442"/>
                  </a:lnTo>
                  <a:lnTo>
                    <a:pt x="4593" y="341"/>
                  </a:lnTo>
                  <a:lnTo>
                    <a:pt x="4834" y="261"/>
                  </a:lnTo>
                  <a:lnTo>
                    <a:pt x="5095" y="181"/>
                  </a:lnTo>
                  <a:lnTo>
                    <a:pt x="5315" y="141"/>
                  </a:lnTo>
                  <a:lnTo>
                    <a:pt x="5556" y="101"/>
                  </a:lnTo>
                  <a:lnTo>
                    <a:pt x="5776" y="61"/>
                  </a:lnTo>
                  <a:lnTo>
                    <a:pt x="5776" y="61"/>
                  </a:lnTo>
                  <a:lnTo>
                    <a:pt x="5977" y="61"/>
                  </a:lnTo>
                  <a:lnTo>
                    <a:pt x="6178" y="81"/>
                  </a:lnTo>
                  <a:lnTo>
                    <a:pt x="6178" y="81"/>
                  </a:lnTo>
                  <a:lnTo>
                    <a:pt x="6579" y="141"/>
                  </a:lnTo>
                  <a:lnTo>
                    <a:pt x="6940" y="241"/>
                  </a:lnTo>
                  <a:lnTo>
                    <a:pt x="7281" y="381"/>
                  </a:lnTo>
                  <a:lnTo>
                    <a:pt x="7621" y="542"/>
                  </a:lnTo>
                  <a:lnTo>
                    <a:pt x="7922" y="702"/>
                  </a:lnTo>
                  <a:lnTo>
                    <a:pt x="8223" y="883"/>
                  </a:lnTo>
                  <a:lnTo>
                    <a:pt x="8825" y="1224"/>
                  </a:lnTo>
                  <a:lnTo>
                    <a:pt x="9126" y="1364"/>
                  </a:lnTo>
                  <a:lnTo>
                    <a:pt x="9426" y="1484"/>
                  </a:lnTo>
                  <a:lnTo>
                    <a:pt x="9727" y="1585"/>
                  </a:lnTo>
                  <a:lnTo>
                    <a:pt x="9888" y="1605"/>
                  </a:lnTo>
                  <a:lnTo>
                    <a:pt x="10048" y="1625"/>
                  </a:lnTo>
                  <a:lnTo>
                    <a:pt x="10229" y="1625"/>
                  </a:lnTo>
                  <a:lnTo>
                    <a:pt x="10389" y="1625"/>
                  </a:lnTo>
                  <a:lnTo>
                    <a:pt x="10569" y="1585"/>
                  </a:lnTo>
                  <a:lnTo>
                    <a:pt x="10750" y="1565"/>
                  </a:lnTo>
                  <a:lnTo>
                    <a:pt x="10951" y="1504"/>
                  </a:lnTo>
                  <a:lnTo>
                    <a:pt x="11131" y="1424"/>
                  </a:lnTo>
                  <a:lnTo>
                    <a:pt x="11332" y="1344"/>
                  </a:lnTo>
                  <a:lnTo>
                    <a:pt x="11552" y="1224"/>
                  </a:lnTo>
                  <a:lnTo>
                    <a:pt x="11552" y="1224"/>
                  </a:lnTo>
                  <a:lnTo>
                    <a:pt x="11993" y="983"/>
                  </a:lnTo>
                  <a:lnTo>
                    <a:pt x="12435" y="783"/>
                  </a:lnTo>
                  <a:lnTo>
                    <a:pt x="12896" y="602"/>
                  </a:lnTo>
                  <a:lnTo>
                    <a:pt x="13337" y="442"/>
                  </a:lnTo>
                  <a:lnTo>
                    <a:pt x="13798" y="301"/>
                  </a:lnTo>
                  <a:lnTo>
                    <a:pt x="14239" y="201"/>
                  </a:lnTo>
                  <a:lnTo>
                    <a:pt x="14681" y="101"/>
                  </a:lnTo>
                  <a:lnTo>
                    <a:pt x="15122" y="41"/>
                  </a:lnTo>
                  <a:lnTo>
                    <a:pt x="15563" y="20"/>
                  </a:lnTo>
                  <a:lnTo>
                    <a:pt x="15984" y="0"/>
                  </a:lnTo>
                  <a:lnTo>
                    <a:pt x="16405" y="20"/>
                  </a:lnTo>
                  <a:lnTo>
                    <a:pt x="16806" y="61"/>
                  </a:lnTo>
                  <a:lnTo>
                    <a:pt x="17208" y="121"/>
                  </a:lnTo>
                  <a:lnTo>
                    <a:pt x="17609" y="201"/>
                  </a:lnTo>
                  <a:lnTo>
                    <a:pt x="17990" y="301"/>
                  </a:lnTo>
                  <a:lnTo>
                    <a:pt x="18351" y="442"/>
                  </a:lnTo>
                  <a:lnTo>
                    <a:pt x="18692" y="582"/>
                  </a:lnTo>
                  <a:lnTo>
                    <a:pt x="19032" y="762"/>
                  </a:lnTo>
                  <a:lnTo>
                    <a:pt x="19353" y="963"/>
                  </a:lnTo>
                  <a:lnTo>
                    <a:pt x="19674" y="1164"/>
                  </a:lnTo>
                  <a:lnTo>
                    <a:pt x="19955" y="1404"/>
                  </a:lnTo>
                  <a:lnTo>
                    <a:pt x="20216" y="1665"/>
                  </a:lnTo>
                  <a:lnTo>
                    <a:pt x="20456" y="1946"/>
                  </a:lnTo>
                  <a:lnTo>
                    <a:pt x="20697" y="2247"/>
                  </a:lnTo>
                  <a:lnTo>
                    <a:pt x="20898" y="2567"/>
                  </a:lnTo>
                  <a:lnTo>
                    <a:pt x="21078" y="2908"/>
                  </a:lnTo>
                  <a:lnTo>
                    <a:pt x="21238" y="3269"/>
                  </a:lnTo>
                  <a:lnTo>
                    <a:pt x="21359" y="3650"/>
                  </a:lnTo>
                  <a:lnTo>
                    <a:pt x="21459" y="4051"/>
                  </a:lnTo>
                  <a:lnTo>
                    <a:pt x="21539" y="4453"/>
                  </a:lnTo>
                  <a:lnTo>
                    <a:pt x="21599" y="4894"/>
                  </a:lnTo>
                  <a:lnTo>
                    <a:pt x="21599" y="5355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7" name="Google Shape;5287;p21"/>
            <p:cNvSpPr/>
            <p:nvPr/>
          </p:nvSpPr>
          <p:spPr>
            <a:xfrm>
              <a:off x="11890050" y="4450325"/>
              <a:ext cx="224150" cy="276775"/>
            </a:xfrm>
            <a:custGeom>
              <a:avLst/>
              <a:gdLst/>
              <a:ahLst/>
              <a:cxnLst/>
              <a:rect l="l" t="t" r="r" b="b"/>
              <a:pathLst>
                <a:path w="8966" h="11071" extrusionOk="0">
                  <a:moveTo>
                    <a:pt x="6218" y="1"/>
                  </a:moveTo>
                  <a:lnTo>
                    <a:pt x="5977" y="21"/>
                  </a:lnTo>
                  <a:lnTo>
                    <a:pt x="5756" y="41"/>
                  </a:lnTo>
                  <a:lnTo>
                    <a:pt x="5536" y="101"/>
                  </a:lnTo>
                  <a:lnTo>
                    <a:pt x="5335" y="161"/>
                  </a:lnTo>
                  <a:lnTo>
                    <a:pt x="5115" y="241"/>
                  </a:lnTo>
                  <a:lnTo>
                    <a:pt x="4894" y="341"/>
                  </a:lnTo>
                  <a:lnTo>
                    <a:pt x="4693" y="442"/>
                  </a:lnTo>
                  <a:lnTo>
                    <a:pt x="4493" y="562"/>
                  </a:lnTo>
                  <a:lnTo>
                    <a:pt x="4292" y="702"/>
                  </a:lnTo>
                  <a:lnTo>
                    <a:pt x="3891" y="1003"/>
                  </a:lnTo>
                  <a:lnTo>
                    <a:pt x="3530" y="1364"/>
                  </a:lnTo>
                  <a:lnTo>
                    <a:pt x="3169" y="1765"/>
                  </a:lnTo>
                  <a:lnTo>
                    <a:pt x="2808" y="2186"/>
                  </a:lnTo>
                  <a:lnTo>
                    <a:pt x="2487" y="2648"/>
                  </a:lnTo>
                  <a:lnTo>
                    <a:pt x="2167" y="3149"/>
                  </a:lnTo>
                  <a:lnTo>
                    <a:pt x="1866" y="3650"/>
                  </a:lnTo>
                  <a:lnTo>
                    <a:pt x="1605" y="4192"/>
                  </a:lnTo>
                  <a:lnTo>
                    <a:pt x="1344" y="4713"/>
                  </a:lnTo>
                  <a:lnTo>
                    <a:pt x="1104" y="5275"/>
                  </a:lnTo>
                  <a:lnTo>
                    <a:pt x="883" y="5816"/>
                  </a:lnTo>
                  <a:lnTo>
                    <a:pt x="703" y="6358"/>
                  </a:lnTo>
                  <a:lnTo>
                    <a:pt x="522" y="6899"/>
                  </a:lnTo>
                  <a:lnTo>
                    <a:pt x="382" y="7421"/>
                  </a:lnTo>
                  <a:lnTo>
                    <a:pt x="241" y="7942"/>
                  </a:lnTo>
                  <a:lnTo>
                    <a:pt x="161" y="8423"/>
                  </a:lnTo>
                  <a:lnTo>
                    <a:pt x="81" y="8885"/>
                  </a:lnTo>
                  <a:lnTo>
                    <a:pt x="21" y="9306"/>
                  </a:lnTo>
                  <a:lnTo>
                    <a:pt x="1" y="9707"/>
                  </a:lnTo>
                  <a:lnTo>
                    <a:pt x="21" y="10048"/>
                  </a:lnTo>
                  <a:lnTo>
                    <a:pt x="41" y="10349"/>
                  </a:lnTo>
                  <a:lnTo>
                    <a:pt x="121" y="10609"/>
                  </a:lnTo>
                  <a:lnTo>
                    <a:pt x="161" y="10710"/>
                  </a:lnTo>
                  <a:lnTo>
                    <a:pt x="201" y="10810"/>
                  </a:lnTo>
                  <a:lnTo>
                    <a:pt x="261" y="10890"/>
                  </a:lnTo>
                  <a:lnTo>
                    <a:pt x="342" y="10950"/>
                  </a:lnTo>
                  <a:lnTo>
                    <a:pt x="402" y="10990"/>
                  </a:lnTo>
                  <a:lnTo>
                    <a:pt x="482" y="11031"/>
                  </a:lnTo>
                  <a:lnTo>
                    <a:pt x="663" y="11051"/>
                  </a:lnTo>
                  <a:lnTo>
                    <a:pt x="843" y="11071"/>
                  </a:lnTo>
                  <a:lnTo>
                    <a:pt x="1024" y="11071"/>
                  </a:lnTo>
                  <a:lnTo>
                    <a:pt x="1204" y="11051"/>
                  </a:lnTo>
                  <a:lnTo>
                    <a:pt x="1405" y="11031"/>
                  </a:lnTo>
                  <a:lnTo>
                    <a:pt x="1605" y="10990"/>
                  </a:lnTo>
                  <a:lnTo>
                    <a:pt x="2006" y="10870"/>
                  </a:lnTo>
                  <a:lnTo>
                    <a:pt x="2447" y="10710"/>
                  </a:lnTo>
                  <a:lnTo>
                    <a:pt x="2869" y="10489"/>
                  </a:lnTo>
                  <a:lnTo>
                    <a:pt x="3330" y="10248"/>
                  </a:lnTo>
                  <a:lnTo>
                    <a:pt x="3771" y="9948"/>
                  </a:lnTo>
                  <a:lnTo>
                    <a:pt x="4232" y="9627"/>
                  </a:lnTo>
                  <a:lnTo>
                    <a:pt x="4673" y="9266"/>
                  </a:lnTo>
                  <a:lnTo>
                    <a:pt x="5135" y="8885"/>
                  </a:lnTo>
                  <a:lnTo>
                    <a:pt x="5556" y="8484"/>
                  </a:lnTo>
                  <a:lnTo>
                    <a:pt x="5997" y="8042"/>
                  </a:lnTo>
                  <a:lnTo>
                    <a:pt x="6398" y="7601"/>
                  </a:lnTo>
                  <a:lnTo>
                    <a:pt x="6799" y="7140"/>
                  </a:lnTo>
                  <a:lnTo>
                    <a:pt x="7160" y="6659"/>
                  </a:lnTo>
                  <a:lnTo>
                    <a:pt x="7501" y="6177"/>
                  </a:lnTo>
                  <a:lnTo>
                    <a:pt x="7822" y="5696"/>
                  </a:lnTo>
                  <a:lnTo>
                    <a:pt x="8103" y="5195"/>
                  </a:lnTo>
                  <a:lnTo>
                    <a:pt x="8363" y="4713"/>
                  </a:lnTo>
                  <a:lnTo>
                    <a:pt x="8564" y="4232"/>
                  </a:lnTo>
                  <a:lnTo>
                    <a:pt x="8744" y="3751"/>
                  </a:lnTo>
                  <a:lnTo>
                    <a:pt x="8865" y="3289"/>
                  </a:lnTo>
                  <a:lnTo>
                    <a:pt x="8925" y="2848"/>
                  </a:lnTo>
                  <a:lnTo>
                    <a:pt x="8945" y="2628"/>
                  </a:lnTo>
                  <a:lnTo>
                    <a:pt x="8965" y="2427"/>
                  </a:lnTo>
                  <a:lnTo>
                    <a:pt x="8945" y="2207"/>
                  </a:lnTo>
                  <a:lnTo>
                    <a:pt x="8925" y="2006"/>
                  </a:lnTo>
                  <a:lnTo>
                    <a:pt x="8885" y="1825"/>
                  </a:lnTo>
                  <a:lnTo>
                    <a:pt x="8825" y="1625"/>
                  </a:lnTo>
                  <a:lnTo>
                    <a:pt x="8765" y="1444"/>
                  </a:lnTo>
                  <a:lnTo>
                    <a:pt x="8684" y="1284"/>
                  </a:lnTo>
                  <a:lnTo>
                    <a:pt x="8584" y="1124"/>
                  </a:lnTo>
                  <a:lnTo>
                    <a:pt x="8464" y="963"/>
                  </a:lnTo>
                  <a:lnTo>
                    <a:pt x="8323" y="803"/>
                  </a:lnTo>
                  <a:lnTo>
                    <a:pt x="8163" y="662"/>
                  </a:lnTo>
                  <a:lnTo>
                    <a:pt x="8002" y="542"/>
                  </a:lnTo>
                  <a:lnTo>
                    <a:pt x="7802" y="422"/>
                  </a:lnTo>
                  <a:lnTo>
                    <a:pt x="7601" y="321"/>
                  </a:lnTo>
                  <a:lnTo>
                    <a:pt x="7381" y="221"/>
                  </a:lnTo>
                  <a:lnTo>
                    <a:pt x="7140" y="141"/>
                  </a:lnTo>
                  <a:lnTo>
                    <a:pt x="6899" y="81"/>
                  </a:lnTo>
                  <a:lnTo>
                    <a:pt x="6659" y="21"/>
                  </a:lnTo>
                  <a:lnTo>
                    <a:pt x="64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8" name="Google Shape;5288;p21"/>
            <p:cNvSpPr/>
            <p:nvPr/>
          </p:nvSpPr>
          <p:spPr>
            <a:xfrm>
              <a:off x="11890050" y="4450325"/>
              <a:ext cx="224150" cy="276775"/>
            </a:xfrm>
            <a:custGeom>
              <a:avLst/>
              <a:gdLst/>
              <a:ahLst/>
              <a:cxnLst/>
              <a:rect l="l" t="t" r="r" b="b"/>
              <a:pathLst>
                <a:path w="8966" h="11071" fill="none" extrusionOk="0">
                  <a:moveTo>
                    <a:pt x="482" y="11031"/>
                  </a:moveTo>
                  <a:lnTo>
                    <a:pt x="482" y="11031"/>
                  </a:lnTo>
                  <a:lnTo>
                    <a:pt x="402" y="10990"/>
                  </a:lnTo>
                  <a:lnTo>
                    <a:pt x="342" y="10950"/>
                  </a:lnTo>
                  <a:lnTo>
                    <a:pt x="261" y="10890"/>
                  </a:lnTo>
                  <a:lnTo>
                    <a:pt x="201" y="10810"/>
                  </a:lnTo>
                  <a:lnTo>
                    <a:pt x="161" y="10710"/>
                  </a:lnTo>
                  <a:lnTo>
                    <a:pt x="121" y="10609"/>
                  </a:lnTo>
                  <a:lnTo>
                    <a:pt x="41" y="10349"/>
                  </a:lnTo>
                  <a:lnTo>
                    <a:pt x="21" y="10048"/>
                  </a:lnTo>
                  <a:lnTo>
                    <a:pt x="1" y="9707"/>
                  </a:lnTo>
                  <a:lnTo>
                    <a:pt x="21" y="9306"/>
                  </a:lnTo>
                  <a:lnTo>
                    <a:pt x="81" y="8885"/>
                  </a:lnTo>
                  <a:lnTo>
                    <a:pt x="161" y="8423"/>
                  </a:lnTo>
                  <a:lnTo>
                    <a:pt x="241" y="7942"/>
                  </a:lnTo>
                  <a:lnTo>
                    <a:pt x="382" y="7421"/>
                  </a:lnTo>
                  <a:lnTo>
                    <a:pt x="522" y="6899"/>
                  </a:lnTo>
                  <a:lnTo>
                    <a:pt x="703" y="6358"/>
                  </a:lnTo>
                  <a:lnTo>
                    <a:pt x="883" y="5816"/>
                  </a:lnTo>
                  <a:lnTo>
                    <a:pt x="1104" y="5275"/>
                  </a:lnTo>
                  <a:lnTo>
                    <a:pt x="1344" y="4713"/>
                  </a:lnTo>
                  <a:lnTo>
                    <a:pt x="1605" y="4192"/>
                  </a:lnTo>
                  <a:lnTo>
                    <a:pt x="1866" y="3650"/>
                  </a:lnTo>
                  <a:lnTo>
                    <a:pt x="2167" y="3149"/>
                  </a:lnTo>
                  <a:lnTo>
                    <a:pt x="2487" y="2648"/>
                  </a:lnTo>
                  <a:lnTo>
                    <a:pt x="2808" y="2186"/>
                  </a:lnTo>
                  <a:lnTo>
                    <a:pt x="3169" y="1765"/>
                  </a:lnTo>
                  <a:lnTo>
                    <a:pt x="3530" y="1364"/>
                  </a:lnTo>
                  <a:lnTo>
                    <a:pt x="3891" y="1003"/>
                  </a:lnTo>
                  <a:lnTo>
                    <a:pt x="4292" y="702"/>
                  </a:lnTo>
                  <a:lnTo>
                    <a:pt x="4493" y="562"/>
                  </a:lnTo>
                  <a:lnTo>
                    <a:pt x="4693" y="442"/>
                  </a:lnTo>
                  <a:lnTo>
                    <a:pt x="4894" y="341"/>
                  </a:lnTo>
                  <a:lnTo>
                    <a:pt x="5115" y="241"/>
                  </a:lnTo>
                  <a:lnTo>
                    <a:pt x="5335" y="161"/>
                  </a:lnTo>
                  <a:lnTo>
                    <a:pt x="5536" y="101"/>
                  </a:lnTo>
                  <a:lnTo>
                    <a:pt x="5756" y="41"/>
                  </a:lnTo>
                  <a:lnTo>
                    <a:pt x="5977" y="21"/>
                  </a:lnTo>
                  <a:lnTo>
                    <a:pt x="6218" y="1"/>
                  </a:lnTo>
                  <a:lnTo>
                    <a:pt x="6438" y="1"/>
                  </a:lnTo>
                  <a:lnTo>
                    <a:pt x="6659" y="21"/>
                  </a:lnTo>
                  <a:lnTo>
                    <a:pt x="6899" y="81"/>
                  </a:lnTo>
                  <a:lnTo>
                    <a:pt x="7140" y="141"/>
                  </a:lnTo>
                  <a:lnTo>
                    <a:pt x="7381" y="221"/>
                  </a:lnTo>
                  <a:lnTo>
                    <a:pt x="7381" y="221"/>
                  </a:lnTo>
                  <a:lnTo>
                    <a:pt x="7601" y="321"/>
                  </a:lnTo>
                  <a:lnTo>
                    <a:pt x="7802" y="422"/>
                  </a:lnTo>
                  <a:lnTo>
                    <a:pt x="8002" y="542"/>
                  </a:lnTo>
                  <a:lnTo>
                    <a:pt x="8163" y="662"/>
                  </a:lnTo>
                  <a:lnTo>
                    <a:pt x="8323" y="803"/>
                  </a:lnTo>
                  <a:lnTo>
                    <a:pt x="8464" y="963"/>
                  </a:lnTo>
                  <a:lnTo>
                    <a:pt x="8584" y="1124"/>
                  </a:lnTo>
                  <a:lnTo>
                    <a:pt x="8684" y="1284"/>
                  </a:lnTo>
                  <a:lnTo>
                    <a:pt x="8765" y="1444"/>
                  </a:lnTo>
                  <a:lnTo>
                    <a:pt x="8825" y="1625"/>
                  </a:lnTo>
                  <a:lnTo>
                    <a:pt x="8885" y="1825"/>
                  </a:lnTo>
                  <a:lnTo>
                    <a:pt x="8925" y="2006"/>
                  </a:lnTo>
                  <a:lnTo>
                    <a:pt x="8945" y="2207"/>
                  </a:lnTo>
                  <a:lnTo>
                    <a:pt x="8965" y="2427"/>
                  </a:lnTo>
                  <a:lnTo>
                    <a:pt x="8945" y="2628"/>
                  </a:lnTo>
                  <a:lnTo>
                    <a:pt x="8925" y="2848"/>
                  </a:lnTo>
                  <a:lnTo>
                    <a:pt x="8865" y="3289"/>
                  </a:lnTo>
                  <a:lnTo>
                    <a:pt x="8744" y="3751"/>
                  </a:lnTo>
                  <a:lnTo>
                    <a:pt x="8564" y="4232"/>
                  </a:lnTo>
                  <a:lnTo>
                    <a:pt x="8363" y="4713"/>
                  </a:lnTo>
                  <a:lnTo>
                    <a:pt x="8103" y="5195"/>
                  </a:lnTo>
                  <a:lnTo>
                    <a:pt x="7822" y="5696"/>
                  </a:lnTo>
                  <a:lnTo>
                    <a:pt x="7501" y="6177"/>
                  </a:lnTo>
                  <a:lnTo>
                    <a:pt x="7160" y="6659"/>
                  </a:lnTo>
                  <a:lnTo>
                    <a:pt x="6799" y="7140"/>
                  </a:lnTo>
                  <a:lnTo>
                    <a:pt x="6398" y="7601"/>
                  </a:lnTo>
                  <a:lnTo>
                    <a:pt x="5997" y="8042"/>
                  </a:lnTo>
                  <a:lnTo>
                    <a:pt x="5556" y="8484"/>
                  </a:lnTo>
                  <a:lnTo>
                    <a:pt x="5135" y="8885"/>
                  </a:lnTo>
                  <a:lnTo>
                    <a:pt x="4673" y="9266"/>
                  </a:lnTo>
                  <a:lnTo>
                    <a:pt x="4232" y="9627"/>
                  </a:lnTo>
                  <a:lnTo>
                    <a:pt x="3771" y="9948"/>
                  </a:lnTo>
                  <a:lnTo>
                    <a:pt x="3330" y="10248"/>
                  </a:lnTo>
                  <a:lnTo>
                    <a:pt x="2869" y="10489"/>
                  </a:lnTo>
                  <a:lnTo>
                    <a:pt x="2447" y="10710"/>
                  </a:lnTo>
                  <a:lnTo>
                    <a:pt x="2006" y="10870"/>
                  </a:lnTo>
                  <a:lnTo>
                    <a:pt x="1605" y="10990"/>
                  </a:lnTo>
                  <a:lnTo>
                    <a:pt x="1405" y="11031"/>
                  </a:lnTo>
                  <a:lnTo>
                    <a:pt x="1204" y="11051"/>
                  </a:lnTo>
                  <a:lnTo>
                    <a:pt x="1024" y="11071"/>
                  </a:lnTo>
                  <a:lnTo>
                    <a:pt x="843" y="11071"/>
                  </a:lnTo>
                  <a:lnTo>
                    <a:pt x="663" y="11051"/>
                  </a:lnTo>
                  <a:lnTo>
                    <a:pt x="482" y="1103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9" name="Google Shape;5289;p21"/>
            <p:cNvSpPr/>
            <p:nvPr/>
          </p:nvSpPr>
          <p:spPr>
            <a:xfrm>
              <a:off x="11816350" y="4389150"/>
              <a:ext cx="211100" cy="284800"/>
            </a:xfrm>
            <a:custGeom>
              <a:avLst/>
              <a:gdLst/>
              <a:ahLst/>
              <a:cxnLst/>
              <a:rect l="l" t="t" r="r" b="b"/>
              <a:pathLst>
                <a:path w="8444" h="11392" extrusionOk="0">
                  <a:moveTo>
                    <a:pt x="8363" y="1"/>
                  </a:moveTo>
                  <a:lnTo>
                    <a:pt x="7942" y="121"/>
                  </a:lnTo>
                  <a:lnTo>
                    <a:pt x="7521" y="242"/>
                  </a:lnTo>
                  <a:lnTo>
                    <a:pt x="7100" y="402"/>
                  </a:lnTo>
                  <a:lnTo>
                    <a:pt x="6699" y="582"/>
                  </a:lnTo>
                  <a:lnTo>
                    <a:pt x="6699" y="101"/>
                  </a:lnTo>
                  <a:lnTo>
                    <a:pt x="6699" y="61"/>
                  </a:lnTo>
                  <a:lnTo>
                    <a:pt x="6679" y="41"/>
                  </a:lnTo>
                  <a:lnTo>
                    <a:pt x="6579" y="41"/>
                  </a:lnTo>
                  <a:lnTo>
                    <a:pt x="6559" y="81"/>
                  </a:lnTo>
                  <a:lnTo>
                    <a:pt x="6559" y="101"/>
                  </a:lnTo>
                  <a:lnTo>
                    <a:pt x="6498" y="582"/>
                  </a:lnTo>
                  <a:lnTo>
                    <a:pt x="6137" y="462"/>
                  </a:lnTo>
                  <a:lnTo>
                    <a:pt x="6117" y="462"/>
                  </a:lnTo>
                  <a:lnTo>
                    <a:pt x="6097" y="482"/>
                  </a:lnTo>
                  <a:lnTo>
                    <a:pt x="6097" y="502"/>
                  </a:lnTo>
                  <a:lnTo>
                    <a:pt x="6117" y="522"/>
                  </a:lnTo>
                  <a:lnTo>
                    <a:pt x="6478" y="683"/>
                  </a:lnTo>
                  <a:lnTo>
                    <a:pt x="6198" y="843"/>
                  </a:lnTo>
                  <a:lnTo>
                    <a:pt x="5897" y="1004"/>
                  </a:lnTo>
                  <a:lnTo>
                    <a:pt x="5616" y="1184"/>
                  </a:lnTo>
                  <a:lnTo>
                    <a:pt x="5355" y="1365"/>
                  </a:lnTo>
                  <a:lnTo>
                    <a:pt x="4834" y="1766"/>
                  </a:lnTo>
                  <a:lnTo>
                    <a:pt x="4332" y="2207"/>
                  </a:lnTo>
                  <a:lnTo>
                    <a:pt x="4132" y="1866"/>
                  </a:lnTo>
                  <a:lnTo>
                    <a:pt x="4112" y="1846"/>
                  </a:lnTo>
                  <a:lnTo>
                    <a:pt x="4072" y="1826"/>
                  </a:lnTo>
                  <a:lnTo>
                    <a:pt x="4052" y="1846"/>
                  </a:lnTo>
                  <a:lnTo>
                    <a:pt x="4032" y="1866"/>
                  </a:lnTo>
                  <a:lnTo>
                    <a:pt x="4032" y="1886"/>
                  </a:lnTo>
                  <a:lnTo>
                    <a:pt x="4032" y="1926"/>
                  </a:lnTo>
                  <a:lnTo>
                    <a:pt x="4212" y="2327"/>
                  </a:lnTo>
                  <a:lnTo>
                    <a:pt x="3851" y="2688"/>
                  </a:lnTo>
                  <a:lnTo>
                    <a:pt x="3510" y="3069"/>
                  </a:lnTo>
                  <a:lnTo>
                    <a:pt x="3169" y="3450"/>
                  </a:lnTo>
                  <a:lnTo>
                    <a:pt x="2869" y="3851"/>
                  </a:lnTo>
                  <a:lnTo>
                    <a:pt x="2568" y="4272"/>
                  </a:lnTo>
                  <a:lnTo>
                    <a:pt x="2287" y="4694"/>
                  </a:lnTo>
                  <a:lnTo>
                    <a:pt x="2026" y="5135"/>
                  </a:lnTo>
                  <a:lnTo>
                    <a:pt x="1766" y="5576"/>
                  </a:lnTo>
                  <a:lnTo>
                    <a:pt x="1525" y="6057"/>
                  </a:lnTo>
                  <a:lnTo>
                    <a:pt x="1264" y="6579"/>
                  </a:lnTo>
                  <a:lnTo>
                    <a:pt x="1003" y="7140"/>
                  </a:lnTo>
                  <a:lnTo>
                    <a:pt x="763" y="7702"/>
                  </a:lnTo>
                  <a:lnTo>
                    <a:pt x="462" y="7602"/>
                  </a:lnTo>
                  <a:lnTo>
                    <a:pt x="422" y="7622"/>
                  </a:lnTo>
                  <a:lnTo>
                    <a:pt x="402" y="7642"/>
                  </a:lnTo>
                  <a:lnTo>
                    <a:pt x="402" y="7662"/>
                  </a:lnTo>
                  <a:lnTo>
                    <a:pt x="422" y="7702"/>
                  </a:lnTo>
                  <a:lnTo>
                    <a:pt x="723" y="7842"/>
                  </a:lnTo>
                  <a:lnTo>
                    <a:pt x="622" y="8123"/>
                  </a:lnTo>
                  <a:lnTo>
                    <a:pt x="522" y="8424"/>
                  </a:lnTo>
                  <a:lnTo>
                    <a:pt x="382" y="8424"/>
                  </a:lnTo>
                  <a:lnTo>
                    <a:pt x="322" y="8464"/>
                  </a:lnTo>
                  <a:lnTo>
                    <a:pt x="322" y="8504"/>
                  </a:lnTo>
                  <a:lnTo>
                    <a:pt x="322" y="8544"/>
                  </a:lnTo>
                  <a:lnTo>
                    <a:pt x="382" y="8564"/>
                  </a:lnTo>
                  <a:lnTo>
                    <a:pt x="462" y="8584"/>
                  </a:lnTo>
                  <a:lnTo>
                    <a:pt x="261" y="9246"/>
                  </a:lnTo>
                  <a:lnTo>
                    <a:pt x="181" y="9567"/>
                  </a:lnTo>
                  <a:lnTo>
                    <a:pt x="121" y="9908"/>
                  </a:lnTo>
                  <a:lnTo>
                    <a:pt x="61" y="10249"/>
                  </a:lnTo>
                  <a:lnTo>
                    <a:pt x="21" y="10570"/>
                  </a:lnTo>
                  <a:lnTo>
                    <a:pt x="1" y="10911"/>
                  </a:lnTo>
                  <a:lnTo>
                    <a:pt x="1" y="11231"/>
                  </a:lnTo>
                  <a:lnTo>
                    <a:pt x="281" y="11392"/>
                  </a:lnTo>
                  <a:lnTo>
                    <a:pt x="281" y="11051"/>
                  </a:lnTo>
                  <a:lnTo>
                    <a:pt x="281" y="10710"/>
                  </a:lnTo>
                  <a:lnTo>
                    <a:pt x="322" y="10349"/>
                  </a:lnTo>
                  <a:lnTo>
                    <a:pt x="362" y="10008"/>
                  </a:lnTo>
                  <a:lnTo>
                    <a:pt x="442" y="9647"/>
                  </a:lnTo>
                  <a:lnTo>
                    <a:pt x="522" y="9306"/>
                  </a:lnTo>
                  <a:lnTo>
                    <a:pt x="602" y="8945"/>
                  </a:lnTo>
                  <a:lnTo>
                    <a:pt x="723" y="8604"/>
                  </a:lnTo>
                  <a:lnTo>
                    <a:pt x="963" y="8604"/>
                  </a:lnTo>
                  <a:lnTo>
                    <a:pt x="1084" y="8584"/>
                  </a:lnTo>
                  <a:lnTo>
                    <a:pt x="1124" y="8544"/>
                  </a:lnTo>
                  <a:lnTo>
                    <a:pt x="1144" y="8504"/>
                  </a:lnTo>
                  <a:lnTo>
                    <a:pt x="1124" y="8464"/>
                  </a:lnTo>
                  <a:lnTo>
                    <a:pt x="1084" y="8424"/>
                  </a:lnTo>
                  <a:lnTo>
                    <a:pt x="963" y="8404"/>
                  </a:lnTo>
                  <a:lnTo>
                    <a:pt x="783" y="8404"/>
                  </a:lnTo>
                  <a:lnTo>
                    <a:pt x="943" y="7963"/>
                  </a:lnTo>
                  <a:lnTo>
                    <a:pt x="1164" y="8063"/>
                  </a:lnTo>
                  <a:lnTo>
                    <a:pt x="1184" y="8063"/>
                  </a:lnTo>
                  <a:lnTo>
                    <a:pt x="1224" y="8043"/>
                  </a:lnTo>
                  <a:lnTo>
                    <a:pt x="1244" y="8023"/>
                  </a:lnTo>
                  <a:lnTo>
                    <a:pt x="1244" y="7983"/>
                  </a:lnTo>
                  <a:lnTo>
                    <a:pt x="1224" y="7942"/>
                  </a:lnTo>
                  <a:lnTo>
                    <a:pt x="1124" y="7862"/>
                  </a:lnTo>
                  <a:lnTo>
                    <a:pt x="1003" y="7802"/>
                  </a:lnTo>
                  <a:lnTo>
                    <a:pt x="1304" y="7100"/>
                  </a:lnTo>
                  <a:lnTo>
                    <a:pt x="1625" y="6418"/>
                  </a:lnTo>
                  <a:lnTo>
                    <a:pt x="1946" y="5777"/>
                  </a:lnTo>
                  <a:lnTo>
                    <a:pt x="2287" y="5195"/>
                  </a:lnTo>
                  <a:lnTo>
                    <a:pt x="2728" y="4473"/>
                  </a:lnTo>
                  <a:lnTo>
                    <a:pt x="2969" y="4132"/>
                  </a:lnTo>
                  <a:lnTo>
                    <a:pt x="3209" y="3791"/>
                  </a:lnTo>
                  <a:lnTo>
                    <a:pt x="3470" y="3450"/>
                  </a:lnTo>
                  <a:lnTo>
                    <a:pt x="3731" y="3129"/>
                  </a:lnTo>
                  <a:lnTo>
                    <a:pt x="4012" y="2809"/>
                  </a:lnTo>
                  <a:lnTo>
                    <a:pt x="4312" y="2508"/>
                  </a:lnTo>
                  <a:lnTo>
                    <a:pt x="4312" y="2528"/>
                  </a:lnTo>
                  <a:lnTo>
                    <a:pt x="4353" y="2548"/>
                  </a:lnTo>
                  <a:lnTo>
                    <a:pt x="4393" y="2568"/>
                  </a:lnTo>
                  <a:lnTo>
                    <a:pt x="4413" y="2548"/>
                  </a:lnTo>
                  <a:lnTo>
                    <a:pt x="4433" y="2528"/>
                  </a:lnTo>
                  <a:lnTo>
                    <a:pt x="4453" y="2508"/>
                  </a:lnTo>
                  <a:lnTo>
                    <a:pt x="4453" y="2468"/>
                  </a:lnTo>
                  <a:lnTo>
                    <a:pt x="4413" y="2407"/>
                  </a:lnTo>
                  <a:lnTo>
                    <a:pt x="4894" y="1966"/>
                  </a:lnTo>
                  <a:lnTo>
                    <a:pt x="5395" y="1565"/>
                  </a:lnTo>
                  <a:lnTo>
                    <a:pt x="5917" y="1184"/>
                  </a:lnTo>
                  <a:lnTo>
                    <a:pt x="6198" y="1024"/>
                  </a:lnTo>
                  <a:lnTo>
                    <a:pt x="6478" y="863"/>
                  </a:lnTo>
                  <a:lnTo>
                    <a:pt x="6478" y="863"/>
                  </a:lnTo>
                  <a:lnTo>
                    <a:pt x="6458" y="1104"/>
                  </a:lnTo>
                  <a:lnTo>
                    <a:pt x="6478" y="1324"/>
                  </a:lnTo>
                  <a:lnTo>
                    <a:pt x="6498" y="1365"/>
                  </a:lnTo>
                  <a:lnTo>
                    <a:pt x="6518" y="1385"/>
                  </a:lnTo>
                  <a:lnTo>
                    <a:pt x="6559" y="1405"/>
                  </a:lnTo>
                  <a:lnTo>
                    <a:pt x="6599" y="1405"/>
                  </a:lnTo>
                  <a:lnTo>
                    <a:pt x="6639" y="1365"/>
                  </a:lnTo>
                  <a:lnTo>
                    <a:pt x="6679" y="1084"/>
                  </a:lnTo>
                  <a:lnTo>
                    <a:pt x="6699" y="783"/>
                  </a:lnTo>
                  <a:lnTo>
                    <a:pt x="6879" y="863"/>
                  </a:lnTo>
                  <a:lnTo>
                    <a:pt x="6960" y="903"/>
                  </a:lnTo>
                  <a:lnTo>
                    <a:pt x="7080" y="903"/>
                  </a:lnTo>
                  <a:lnTo>
                    <a:pt x="7100" y="863"/>
                  </a:lnTo>
                  <a:lnTo>
                    <a:pt x="7120" y="843"/>
                  </a:lnTo>
                  <a:lnTo>
                    <a:pt x="7100" y="803"/>
                  </a:lnTo>
                  <a:lnTo>
                    <a:pt x="6960" y="723"/>
                  </a:lnTo>
                  <a:lnTo>
                    <a:pt x="6839" y="683"/>
                  </a:lnTo>
                  <a:lnTo>
                    <a:pt x="7200" y="502"/>
                  </a:lnTo>
                  <a:lnTo>
                    <a:pt x="7601" y="362"/>
                  </a:lnTo>
                  <a:lnTo>
                    <a:pt x="8002" y="221"/>
                  </a:lnTo>
                  <a:lnTo>
                    <a:pt x="8404" y="121"/>
                  </a:lnTo>
                  <a:lnTo>
                    <a:pt x="8444" y="101"/>
                  </a:lnTo>
                  <a:lnTo>
                    <a:pt x="8444" y="61"/>
                  </a:lnTo>
                  <a:lnTo>
                    <a:pt x="8424" y="21"/>
                  </a:lnTo>
                  <a:lnTo>
                    <a:pt x="8383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0" name="Google Shape;5290;p21"/>
            <p:cNvSpPr/>
            <p:nvPr/>
          </p:nvSpPr>
          <p:spPr>
            <a:xfrm>
              <a:off x="11605275" y="4494950"/>
              <a:ext cx="441725" cy="271750"/>
            </a:xfrm>
            <a:custGeom>
              <a:avLst/>
              <a:gdLst/>
              <a:ahLst/>
              <a:cxnLst/>
              <a:rect l="l" t="t" r="r" b="b"/>
              <a:pathLst>
                <a:path w="17669" h="10870" extrusionOk="0">
                  <a:moveTo>
                    <a:pt x="141" y="783"/>
                  </a:moveTo>
                  <a:lnTo>
                    <a:pt x="181" y="803"/>
                  </a:lnTo>
                  <a:lnTo>
                    <a:pt x="602" y="1364"/>
                  </a:lnTo>
                  <a:lnTo>
                    <a:pt x="1044" y="1906"/>
                  </a:lnTo>
                  <a:lnTo>
                    <a:pt x="1505" y="2427"/>
                  </a:lnTo>
                  <a:lnTo>
                    <a:pt x="1986" y="2928"/>
                  </a:lnTo>
                  <a:lnTo>
                    <a:pt x="2086" y="2768"/>
                  </a:lnTo>
                  <a:lnTo>
                    <a:pt x="2187" y="2628"/>
                  </a:lnTo>
                  <a:lnTo>
                    <a:pt x="2227" y="2607"/>
                  </a:lnTo>
                  <a:lnTo>
                    <a:pt x="2247" y="2587"/>
                  </a:lnTo>
                  <a:lnTo>
                    <a:pt x="2287" y="2607"/>
                  </a:lnTo>
                  <a:lnTo>
                    <a:pt x="2327" y="2628"/>
                  </a:lnTo>
                  <a:lnTo>
                    <a:pt x="2347" y="2668"/>
                  </a:lnTo>
                  <a:lnTo>
                    <a:pt x="2347" y="2708"/>
                  </a:lnTo>
                  <a:lnTo>
                    <a:pt x="2267" y="2908"/>
                  </a:lnTo>
                  <a:lnTo>
                    <a:pt x="2147" y="3089"/>
                  </a:lnTo>
                  <a:lnTo>
                    <a:pt x="2447" y="3370"/>
                  </a:lnTo>
                  <a:lnTo>
                    <a:pt x="2588" y="3149"/>
                  </a:lnTo>
                  <a:lnTo>
                    <a:pt x="2668" y="3029"/>
                  </a:lnTo>
                  <a:lnTo>
                    <a:pt x="2768" y="2948"/>
                  </a:lnTo>
                  <a:lnTo>
                    <a:pt x="2828" y="2948"/>
                  </a:lnTo>
                  <a:lnTo>
                    <a:pt x="2849" y="2968"/>
                  </a:lnTo>
                  <a:lnTo>
                    <a:pt x="2869" y="2989"/>
                  </a:lnTo>
                  <a:lnTo>
                    <a:pt x="2869" y="3029"/>
                  </a:lnTo>
                  <a:lnTo>
                    <a:pt x="2828" y="3149"/>
                  </a:lnTo>
                  <a:lnTo>
                    <a:pt x="2748" y="3269"/>
                  </a:lnTo>
                  <a:lnTo>
                    <a:pt x="2588" y="3510"/>
                  </a:lnTo>
                  <a:lnTo>
                    <a:pt x="3009" y="3911"/>
                  </a:lnTo>
                  <a:lnTo>
                    <a:pt x="3450" y="4292"/>
                  </a:lnTo>
                  <a:lnTo>
                    <a:pt x="4333" y="5034"/>
                  </a:lnTo>
                  <a:lnTo>
                    <a:pt x="5255" y="5776"/>
                  </a:lnTo>
                  <a:lnTo>
                    <a:pt x="6178" y="6478"/>
                  </a:lnTo>
                  <a:lnTo>
                    <a:pt x="6258" y="6197"/>
                  </a:lnTo>
                  <a:lnTo>
                    <a:pt x="6318" y="6057"/>
                  </a:lnTo>
                  <a:lnTo>
                    <a:pt x="6378" y="5937"/>
                  </a:lnTo>
                  <a:lnTo>
                    <a:pt x="6398" y="5916"/>
                  </a:lnTo>
                  <a:lnTo>
                    <a:pt x="6418" y="5916"/>
                  </a:lnTo>
                  <a:lnTo>
                    <a:pt x="6478" y="5937"/>
                  </a:lnTo>
                  <a:lnTo>
                    <a:pt x="6478" y="5957"/>
                  </a:lnTo>
                  <a:lnTo>
                    <a:pt x="6498" y="5977"/>
                  </a:lnTo>
                  <a:lnTo>
                    <a:pt x="6458" y="6217"/>
                  </a:lnTo>
                  <a:lnTo>
                    <a:pt x="6378" y="6458"/>
                  </a:lnTo>
                  <a:lnTo>
                    <a:pt x="6579" y="6338"/>
                  </a:lnTo>
                  <a:lnTo>
                    <a:pt x="6779" y="6217"/>
                  </a:lnTo>
                  <a:lnTo>
                    <a:pt x="6819" y="6197"/>
                  </a:lnTo>
                  <a:lnTo>
                    <a:pt x="6859" y="6217"/>
                  </a:lnTo>
                  <a:lnTo>
                    <a:pt x="6900" y="6257"/>
                  </a:lnTo>
                  <a:lnTo>
                    <a:pt x="6920" y="6318"/>
                  </a:lnTo>
                  <a:lnTo>
                    <a:pt x="6879" y="6358"/>
                  </a:lnTo>
                  <a:lnTo>
                    <a:pt x="6659" y="6518"/>
                  </a:lnTo>
                  <a:lnTo>
                    <a:pt x="6418" y="6658"/>
                  </a:lnTo>
                  <a:lnTo>
                    <a:pt x="8263" y="8002"/>
                  </a:lnTo>
                  <a:lnTo>
                    <a:pt x="8303" y="8042"/>
                  </a:lnTo>
                  <a:lnTo>
                    <a:pt x="8283" y="8102"/>
                  </a:lnTo>
                  <a:lnTo>
                    <a:pt x="8263" y="8143"/>
                  </a:lnTo>
                  <a:lnTo>
                    <a:pt x="8203" y="8163"/>
                  </a:lnTo>
                  <a:lnTo>
                    <a:pt x="8163" y="8143"/>
                  </a:lnTo>
                  <a:lnTo>
                    <a:pt x="7682" y="7862"/>
                  </a:lnTo>
                  <a:lnTo>
                    <a:pt x="7220" y="7561"/>
                  </a:lnTo>
                  <a:lnTo>
                    <a:pt x="6278" y="6959"/>
                  </a:lnTo>
                  <a:lnTo>
                    <a:pt x="6238" y="7200"/>
                  </a:lnTo>
                  <a:lnTo>
                    <a:pt x="6198" y="7461"/>
                  </a:lnTo>
                  <a:lnTo>
                    <a:pt x="6178" y="7481"/>
                  </a:lnTo>
                  <a:lnTo>
                    <a:pt x="6158" y="7501"/>
                  </a:lnTo>
                  <a:lnTo>
                    <a:pt x="6158" y="7481"/>
                  </a:lnTo>
                  <a:lnTo>
                    <a:pt x="6137" y="7461"/>
                  </a:lnTo>
                  <a:lnTo>
                    <a:pt x="6137" y="7180"/>
                  </a:lnTo>
                  <a:lnTo>
                    <a:pt x="6137" y="6859"/>
                  </a:lnTo>
                  <a:lnTo>
                    <a:pt x="6097" y="6819"/>
                  </a:lnTo>
                  <a:lnTo>
                    <a:pt x="5696" y="6999"/>
                  </a:lnTo>
                  <a:lnTo>
                    <a:pt x="5676" y="7019"/>
                  </a:lnTo>
                  <a:lnTo>
                    <a:pt x="5656" y="6999"/>
                  </a:lnTo>
                  <a:lnTo>
                    <a:pt x="5656" y="6979"/>
                  </a:lnTo>
                  <a:lnTo>
                    <a:pt x="5676" y="6959"/>
                  </a:lnTo>
                  <a:lnTo>
                    <a:pt x="5977" y="6739"/>
                  </a:lnTo>
                  <a:lnTo>
                    <a:pt x="5516" y="6398"/>
                  </a:lnTo>
                  <a:lnTo>
                    <a:pt x="5034" y="6057"/>
                  </a:lnTo>
                  <a:lnTo>
                    <a:pt x="4593" y="5696"/>
                  </a:lnTo>
                  <a:lnTo>
                    <a:pt x="4132" y="5315"/>
                  </a:lnTo>
                  <a:lnTo>
                    <a:pt x="3691" y="4934"/>
                  </a:lnTo>
                  <a:lnTo>
                    <a:pt x="3270" y="4533"/>
                  </a:lnTo>
                  <a:lnTo>
                    <a:pt x="2849" y="4132"/>
                  </a:lnTo>
                  <a:lnTo>
                    <a:pt x="2427" y="3710"/>
                  </a:lnTo>
                  <a:lnTo>
                    <a:pt x="2327" y="3871"/>
                  </a:lnTo>
                  <a:lnTo>
                    <a:pt x="2227" y="4031"/>
                  </a:lnTo>
                  <a:lnTo>
                    <a:pt x="2207" y="4031"/>
                  </a:lnTo>
                  <a:lnTo>
                    <a:pt x="2207" y="4051"/>
                  </a:lnTo>
                  <a:lnTo>
                    <a:pt x="2167" y="4031"/>
                  </a:lnTo>
                  <a:lnTo>
                    <a:pt x="2147" y="4011"/>
                  </a:lnTo>
                  <a:lnTo>
                    <a:pt x="2167" y="3971"/>
                  </a:lnTo>
                  <a:lnTo>
                    <a:pt x="2327" y="3590"/>
                  </a:lnTo>
                  <a:lnTo>
                    <a:pt x="2006" y="3249"/>
                  </a:lnTo>
                  <a:lnTo>
                    <a:pt x="1826" y="3510"/>
                  </a:lnTo>
                  <a:lnTo>
                    <a:pt x="1766" y="3510"/>
                  </a:lnTo>
                  <a:lnTo>
                    <a:pt x="1746" y="3490"/>
                  </a:lnTo>
                  <a:lnTo>
                    <a:pt x="1746" y="3470"/>
                  </a:lnTo>
                  <a:lnTo>
                    <a:pt x="1746" y="3450"/>
                  </a:lnTo>
                  <a:lnTo>
                    <a:pt x="1886" y="3109"/>
                  </a:lnTo>
                  <a:lnTo>
                    <a:pt x="1405" y="2567"/>
                  </a:lnTo>
                  <a:lnTo>
                    <a:pt x="963" y="2006"/>
                  </a:lnTo>
                  <a:lnTo>
                    <a:pt x="522" y="1424"/>
                  </a:lnTo>
                  <a:lnTo>
                    <a:pt x="121" y="823"/>
                  </a:lnTo>
                  <a:lnTo>
                    <a:pt x="121" y="803"/>
                  </a:lnTo>
                  <a:lnTo>
                    <a:pt x="141" y="783"/>
                  </a:lnTo>
                  <a:close/>
                  <a:moveTo>
                    <a:pt x="201" y="0"/>
                  </a:moveTo>
                  <a:lnTo>
                    <a:pt x="121" y="341"/>
                  </a:lnTo>
                  <a:lnTo>
                    <a:pt x="41" y="682"/>
                  </a:lnTo>
                  <a:lnTo>
                    <a:pt x="1" y="1043"/>
                  </a:lnTo>
                  <a:lnTo>
                    <a:pt x="1" y="1404"/>
                  </a:lnTo>
                  <a:lnTo>
                    <a:pt x="1" y="1645"/>
                  </a:lnTo>
                  <a:lnTo>
                    <a:pt x="21" y="1906"/>
                  </a:lnTo>
                  <a:lnTo>
                    <a:pt x="41" y="2146"/>
                  </a:lnTo>
                  <a:lnTo>
                    <a:pt x="101" y="2407"/>
                  </a:lnTo>
                  <a:lnTo>
                    <a:pt x="161" y="2668"/>
                  </a:lnTo>
                  <a:lnTo>
                    <a:pt x="282" y="2968"/>
                  </a:lnTo>
                  <a:lnTo>
                    <a:pt x="422" y="3269"/>
                  </a:lnTo>
                  <a:lnTo>
                    <a:pt x="582" y="3590"/>
                  </a:lnTo>
                  <a:lnTo>
                    <a:pt x="763" y="3911"/>
                  </a:lnTo>
                  <a:lnTo>
                    <a:pt x="983" y="4232"/>
                  </a:lnTo>
                  <a:lnTo>
                    <a:pt x="1224" y="4573"/>
                  </a:lnTo>
                  <a:lnTo>
                    <a:pt x="1505" y="4914"/>
                  </a:lnTo>
                  <a:lnTo>
                    <a:pt x="1786" y="5255"/>
                  </a:lnTo>
                  <a:lnTo>
                    <a:pt x="2086" y="5596"/>
                  </a:lnTo>
                  <a:lnTo>
                    <a:pt x="2407" y="5937"/>
                  </a:lnTo>
                  <a:lnTo>
                    <a:pt x="2748" y="6277"/>
                  </a:lnTo>
                  <a:lnTo>
                    <a:pt x="3109" y="6618"/>
                  </a:lnTo>
                  <a:lnTo>
                    <a:pt x="3490" y="6959"/>
                  </a:lnTo>
                  <a:lnTo>
                    <a:pt x="4252" y="7621"/>
                  </a:lnTo>
                  <a:lnTo>
                    <a:pt x="4673" y="7942"/>
                  </a:lnTo>
                  <a:lnTo>
                    <a:pt x="5075" y="8243"/>
                  </a:lnTo>
                  <a:lnTo>
                    <a:pt x="5496" y="8544"/>
                  </a:lnTo>
                  <a:lnTo>
                    <a:pt x="5917" y="8844"/>
                  </a:lnTo>
                  <a:lnTo>
                    <a:pt x="6338" y="9105"/>
                  </a:lnTo>
                  <a:lnTo>
                    <a:pt x="6779" y="9366"/>
                  </a:lnTo>
                  <a:lnTo>
                    <a:pt x="7200" y="9607"/>
                  </a:lnTo>
                  <a:lnTo>
                    <a:pt x="7621" y="9847"/>
                  </a:lnTo>
                  <a:lnTo>
                    <a:pt x="8063" y="10048"/>
                  </a:lnTo>
                  <a:lnTo>
                    <a:pt x="8484" y="10228"/>
                  </a:lnTo>
                  <a:lnTo>
                    <a:pt x="8885" y="10409"/>
                  </a:lnTo>
                  <a:lnTo>
                    <a:pt x="9306" y="10549"/>
                  </a:lnTo>
                  <a:lnTo>
                    <a:pt x="9707" y="10669"/>
                  </a:lnTo>
                  <a:lnTo>
                    <a:pt x="10088" y="10750"/>
                  </a:lnTo>
                  <a:lnTo>
                    <a:pt x="10469" y="10830"/>
                  </a:lnTo>
                  <a:lnTo>
                    <a:pt x="10830" y="10870"/>
                  </a:lnTo>
                  <a:lnTo>
                    <a:pt x="11071" y="10870"/>
                  </a:lnTo>
                  <a:lnTo>
                    <a:pt x="11432" y="10850"/>
                  </a:lnTo>
                  <a:lnTo>
                    <a:pt x="11813" y="10810"/>
                  </a:lnTo>
                  <a:lnTo>
                    <a:pt x="12214" y="10730"/>
                  </a:lnTo>
                  <a:lnTo>
                    <a:pt x="12615" y="10629"/>
                  </a:lnTo>
                  <a:lnTo>
                    <a:pt x="13016" y="10509"/>
                  </a:lnTo>
                  <a:lnTo>
                    <a:pt x="13437" y="10349"/>
                  </a:lnTo>
                  <a:lnTo>
                    <a:pt x="13858" y="10168"/>
                  </a:lnTo>
                  <a:lnTo>
                    <a:pt x="14280" y="9967"/>
                  </a:lnTo>
                  <a:lnTo>
                    <a:pt x="14721" y="9747"/>
                  </a:lnTo>
                  <a:lnTo>
                    <a:pt x="15142" y="9506"/>
                  </a:lnTo>
                  <a:lnTo>
                    <a:pt x="15583" y="9246"/>
                  </a:lnTo>
                  <a:lnTo>
                    <a:pt x="16004" y="8965"/>
                  </a:lnTo>
                  <a:lnTo>
                    <a:pt x="16445" y="8664"/>
                  </a:lnTo>
                  <a:lnTo>
                    <a:pt x="16847" y="8343"/>
                  </a:lnTo>
                  <a:lnTo>
                    <a:pt x="17268" y="8002"/>
                  </a:lnTo>
                  <a:lnTo>
                    <a:pt x="17669" y="7641"/>
                  </a:lnTo>
                  <a:lnTo>
                    <a:pt x="17007" y="7862"/>
                  </a:lnTo>
                  <a:lnTo>
                    <a:pt x="16345" y="8042"/>
                  </a:lnTo>
                  <a:lnTo>
                    <a:pt x="15663" y="8183"/>
                  </a:lnTo>
                  <a:lnTo>
                    <a:pt x="14981" y="8303"/>
                  </a:lnTo>
                  <a:lnTo>
                    <a:pt x="14621" y="8504"/>
                  </a:lnTo>
                  <a:lnTo>
                    <a:pt x="14260" y="8704"/>
                  </a:lnTo>
                  <a:lnTo>
                    <a:pt x="13919" y="8885"/>
                  </a:lnTo>
                  <a:lnTo>
                    <a:pt x="13578" y="9025"/>
                  </a:lnTo>
                  <a:lnTo>
                    <a:pt x="13257" y="9125"/>
                  </a:lnTo>
                  <a:lnTo>
                    <a:pt x="12936" y="9225"/>
                  </a:lnTo>
                  <a:lnTo>
                    <a:pt x="12615" y="9266"/>
                  </a:lnTo>
                  <a:lnTo>
                    <a:pt x="12334" y="9286"/>
                  </a:lnTo>
                  <a:lnTo>
                    <a:pt x="12094" y="9266"/>
                  </a:lnTo>
                  <a:lnTo>
                    <a:pt x="11873" y="9246"/>
                  </a:lnTo>
                  <a:lnTo>
                    <a:pt x="11773" y="9205"/>
                  </a:lnTo>
                  <a:lnTo>
                    <a:pt x="11672" y="9125"/>
                  </a:lnTo>
                  <a:lnTo>
                    <a:pt x="11592" y="9025"/>
                  </a:lnTo>
                  <a:lnTo>
                    <a:pt x="11532" y="8885"/>
                  </a:lnTo>
                  <a:lnTo>
                    <a:pt x="11472" y="8744"/>
                  </a:lnTo>
                  <a:lnTo>
                    <a:pt x="11432" y="8564"/>
                  </a:lnTo>
                  <a:lnTo>
                    <a:pt x="11412" y="8363"/>
                  </a:lnTo>
                  <a:lnTo>
                    <a:pt x="11392" y="8143"/>
                  </a:lnTo>
                  <a:lnTo>
                    <a:pt x="10870" y="8002"/>
                  </a:lnTo>
                  <a:lnTo>
                    <a:pt x="10329" y="7842"/>
                  </a:lnTo>
                  <a:lnTo>
                    <a:pt x="9807" y="7661"/>
                  </a:lnTo>
                  <a:lnTo>
                    <a:pt x="9286" y="7441"/>
                  </a:lnTo>
                  <a:lnTo>
                    <a:pt x="8724" y="7160"/>
                  </a:lnTo>
                  <a:lnTo>
                    <a:pt x="8745" y="7521"/>
                  </a:lnTo>
                  <a:lnTo>
                    <a:pt x="8805" y="7862"/>
                  </a:lnTo>
                  <a:lnTo>
                    <a:pt x="8885" y="8223"/>
                  </a:lnTo>
                  <a:lnTo>
                    <a:pt x="8985" y="8544"/>
                  </a:lnTo>
                  <a:lnTo>
                    <a:pt x="9126" y="8885"/>
                  </a:lnTo>
                  <a:lnTo>
                    <a:pt x="9286" y="9205"/>
                  </a:lnTo>
                  <a:lnTo>
                    <a:pt x="9487" y="9506"/>
                  </a:lnTo>
                  <a:lnTo>
                    <a:pt x="9727" y="9807"/>
                  </a:lnTo>
                  <a:lnTo>
                    <a:pt x="9747" y="9847"/>
                  </a:lnTo>
                  <a:lnTo>
                    <a:pt x="9747" y="9907"/>
                  </a:lnTo>
                  <a:lnTo>
                    <a:pt x="9707" y="9947"/>
                  </a:lnTo>
                  <a:lnTo>
                    <a:pt x="9627" y="9947"/>
                  </a:lnTo>
                  <a:lnTo>
                    <a:pt x="9607" y="9927"/>
                  </a:lnTo>
                  <a:lnTo>
                    <a:pt x="9446" y="9767"/>
                  </a:lnTo>
                  <a:lnTo>
                    <a:pt x="9306" y="9627"/>
                  </a:lnTo>
                  <a:lnTo>
                    <a:pt x="9065" y="9286"/>
                  </a:lnTo>
                  <a:lnTo>
                    <a:pt x="8865" y="8945"/>
                  </a:lnTo>
                  <a:lnTo>
                    <a:pt x="8704" y="8584"/>
                  </a:lnTo>
                  <a:lnTo>
                    <a:pt x="8584" y="8203"/>
                  </a:lnTo>
                  <a:lnTo>
                    <a:pt x="8504" y="7802"/>
                  </a:lnTo>
                  <a:lnTo>
                    <a:pt x="8464" y="7401"/>
                  </a:lnTo>
                  <a:lnTo>
                    <a:pt x="8444" y="6999"/>
                  </a:lnTo>
                  <a:lnTo>
                    <a:pt x="8063" y="6759"/>
                  </a:lnTo>
                  <a:lnTo>
                    <a:pt x="7722" y="6518"/>
                  </a:lnTo>
                  <a:lnTo>
                    <a:pt x="7361" y="6257"/>
                  </a:lnTo>
                  <a:lnTo>
                    <a:pt x="7040" y="5977"/>
                  </a:lnTo>
                  <a:lnTo>
                    <a:pt x="6719" y="5696"/>
                  </a:lnTo>
                  <a:lnTo>
                    <a:pt x="6418" y="5375"/>
                  </a:lnTo>
                  <a:lnTo>
                    <a:pt x="6117" y="5054"/>
                  </a:lnTo>
                  <a:lnTo>
                    <a:pt x="5857" y="4713"/>
                  </a:lnTo>
                  <a:lnTo>
                    <a:pt x="5596" y="4372"/>
                  </a:lnTo>
                  <a:lnTo>
                    <a:pt x="5355" y="4011"/>
                  </a:lnTo>
                  <a:lnTo>
                    <a:pt x="5135" y="3650"/>
                  </a:lnTo>
                  <a:lnTo>
                    <a:pt x="4934" y="3269"/>
                  </a:lnTo>
                  <a:lnTo>
                    <a:pt x="4754" y="2868"/>
                  </a:lnTo>
                  <a:lnTo>
                    <a:pt x="4573" y="2467"/>
                  </a:lnTo>
                  <a:lnTo>
                    <a:pt x="4433" y="2046"/>
                  </a:lnTo>
                  <a:lnTo>
                    <a:pt x="4312" y="1625"/>
                  </a:lnTo>
                  <a:lnTo>
                    <a:pt x="4212" y="1224"/>
                  </a:lnTo>
                  <a:lnTo>
                    <a:pt x="3731" y="1204"/>
                  </a:lnTo>
                  <a:lnTo>
                    <a:pt x="3209" y="1123"/>
                  </a:lnTo>
                  <a:lnTo>
                    <a:pt x="2708" y="1023"/>
                  </a:lnTo>
                  <a:lnTo>
                    <a:pt x="2187" y="883"/>
                  </a:lnTo>
                  <a:lnTo>
                    <a:pt x="1665" y="722"/>
                  </a:lnTo>
                  <a:lnTo>
                    <a:pt x="1164" y="522"/>
                  </a:lnTo>
                  <a:lnTo>
                    <a:pt x="683" y="281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1" name="Google Shape;5291;p21"/>
            <p:cNvSpPr/>
            <p:nvPr/>
          </p:nvSpPr>
          <p:spPr>
            <a:xfrm>
              <a:off x="11608300" y="4514500"/>
              <a:ext cx="204575" cy="184525"/>
            </a:xfrm>
            <a:custGeom>
              <a:avLst/>
              <a:gdLst/>
              <a:ahLst/>
              <a:cxnLst/>
              <a:rect l="l" t="t" r="r" b="b"/>
              <a:pathLst>
                <a:path w="8183" h="7381" fill="none" extrusionOk="0">
                  <a:moveTo>
                    <a:pt x="1665" y="2728"/>
                  </a:moveTo>
                  <a:lnTo>
                    <a:pt x="1665" y="2728"/>
                  </a:lnTo>
                  <a:lnTo>
                    <a:pt x="1645" y="2728"/>
                  </a:lnTo>
                  <a:lnTo>
                    <a:pt x="1625" y="2708"/>
                  </a:lnTo>
                  <a:lnTo>
                    <a:pt x="1625" y="2688"/>
                  </a:lnTo>
                  <a:lnTo>
                    <a:pt x="1625" y="2668"/>
                  </a:lnTo>
                  <a:lnTo>
                    <a:pt x="1625" y="2668"/>
                  </a:lnTo>
                  <a:lnTo>
                    <a:pt x="1765" y="2327"/>
                  </a:lnTo>
                  <a:lnTo>
                    <a:pt x="1765" y="2327"/>
                  </a:lnTo>
                  <a:lnTo>
                    <a:pt x="1284" y="1785"/>
                  </a:lnTo>
                  <a:lnTo>
                    <a:pt x="842" y="1224"/>
                  </a:lnTo>
                  <a:lnTo>
                    <a:pt x="401" y="642"/>
                  </a:lnTo>
                  <a:lnTo>
                    <a:pt x="0" y="41"/>
                  </a:lnTo>
                  <a:lnTo>
                    <a:pt x="0" y="41"/>
                  </a:ln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60" y="21"/>
                  </a:lnTo>
                  <a:lnTo>
                    <a:pt x="60" y="21"/>
                  </a:lnTo>
                  <a:lnTo>
                    <a:pt x="481" y="582"/>
                  </a:lnTo>
                  <a:lnTo>
                    <a:pt x="923" y="1124"/>
                  </a:lnTo>
                  <a:lnTo>
                    <a:pt x="1384" y="1645"/>
                  </a:lnTo>
                  <a:lnTo>
                    <a:pt x="1865" y="2146"/>
                  </a:lnTo>
                  <a:lnTo>
                    <a:pt x="1865" y="2146"/>
                  </a:lnTo>
                  <a:lnTo>
                    <a:pt x="1965" y="1986"/>
                  </a:lnTo>
                  <a:lnTo>
                    <a:pt x="2066" y="1846"/>
                  </a:lnTo>
                  <a:lnTo>
                    <a:pt x="2066" y="1846"/>
                  </a:lnTo>
                  <a:lnTo>
                    <a:pt x="2106" y="1825"/>
                  </a:lnTo>
                  <a:lnTo>
                    <a:pt x="2126" y="1805"/>
                  </a:lnTo>
                  <a:lnTo>
                    <a:pt x="2126" y="1805"/>
                  </a:lnTo>
                  <a:lnTo>
                    <a:pt x="2166" y="1825"/>
                  </a:lnTo>
                  <a:lnTo>
                    <a:pt x="2206" y="1846"/>
                  </a:lnTo>
                  <a:lnTo>
                    <a:pt x="2226" y="1886"/>
                  </a:lnTo>
                  <a:lnTo>
                    <a:pt x="2226" y="1926"/>
                  </a:lnTo>
                  <a:lnTo>
                    <a:pt x="2226" y="1926"/>
                  </a:lnTo>
                  <a:lnTo>
                    <a:pt x="2146" y="2126"/>
                  </a:lnTo>
                  <a:lnTo>
                    <a:pt x="2026" y="2307"/>
                  </a:lnTo>
                  <a:lnTo>
                    <a:pt x="2026" y="2307"/>
                  </a:lnTo>
                  <a:lnTo>
                    <a:pt x="2326" y="2588"/>
                  </a:lnTo>
                  <a:lnTo>
                    <a:pt x="2326" y="2588"/>
                  </a:lnTo>
                  <a:lnTo>
                    <a:pt x="2467" y="2367"/>
                  </a:lnTo>
                  <a:lnTo>
                    <a:pt x="2547" y="2247"/>
                  </a:lnTo>
                  <a:lnTo>
                    <a:pt x="2647" y="2166"/>
                  </a:lnTo>
                  <a:lnTo>
                    <a:pt x="2647" y="2166"/>
                  </a:lnTo>
                  <a:lnTo>
                    <a:pt x="2687" y="2166"/>
                  </a:lnTo>
                  <a:lnTo>
                    <a:pt x="2687" y="2166"/>
                  </a:lnTo>
                  <a:lnTo>
                    <a:pt x="2707" y="2166"/>
                  </a:lnTo>
                  <a:lnTo>
                    <a:pt x="2728" y="2186"/>
                  </a:lnTo>
                  <a:lnTo>
                    <a:pt x="2748" y="2207"/>
                  </a:lnTo>
                  <a:lnTo>
                    <a:pt x="2748" y="2247"/>
                  </a:lnTo>
                  <a:lnTo>
                    <a:pt x="2748" y="2247"/>
                  </a:lnTo>
                  <a:lnTo>
                    <a:pt x="2707" y="2367"/>
                  </a:lnTo>
                  <a:lnTo>
                    <a:pt x="2627" y="2487"/>
                  </a:lnTo>
                  <a:lnTo>
                    <a:pt x="2467" y="2728"/>
                  </a:lnTo>
                  <a:lnTo>
                    <a:pt x="2467" y="2728"/>
                  </a:lnTo>
                  <a:lnTo>
                    <a:pt x="2888" y="3129"/>
                  </a:lnTo>
                  <a:lnTo>
                    <a:pt x="3329" y="3510"/>
                  </a:lnTo>
                  <a:lnTo>
                    <a:pt x="4212" y="4252"/>
                  </a:lnTo>
                  <a:lnTo>
                    <a:pt x="5134" y="4994"/>
                  </a:lnTo>
                  <a:lnTo>
                    <a:pt x="6057" y="5696"/>
                  </a:lnTo>
                  <a:lnTo>
                    <a:pt x="6057" y="5696"/>
                  </a:lnTo>
                  <a:lnTo>
                    <a:pt x="6137" y="5415"/>
                  </a:lnTo>
                  <a:lnTo>
                    <a:pt x="6197" y="5275"/>
                  </a:lnTo>
                  <a:lnTo>
                    <a:pt x="6257" y="5155"/>
                  </a:lnTo>
                  <a:lnTo>
                    <a:pt x="6257" y="5155"/>
                  </a:lnTo>
                  <a:lnTo>
                    <a:pt x="6277" y="5134"/>
                  </a:lnTo>
                  <a:lnTo>
                    <a:pt x="6297" y="5134"/>
                  </a:lnTo>
                  <a:lnTo>
                    <a:pt x="6297" y="5134"/>
                  </a:lnTo>
                  <a:lnTo>
                    <a:pt x="6357" y="5155"/>
                  </a:lnTo>
                  <a:lnTo>
                    <a:pt x="6357" y="5175"/>
                  </a:lnTo>
                  <a:lnTo>
                    <a:pt x="6377" y="5195"/>
                  </a:lnTo>
                  <a:lnTo>
                    <a:pt x="6377" y="5195"/>
                  </a:lnTo>
                  <a:lnTo>
                    <a:pt x="6337" y="5435"/>
                  </a:lnTo>
                  <a:lnTo>
                    <a:pt x="6257" y="5676"/>
                  </a:lnTo>
                  <a:lnTo>
                    <a:pt x="6257" y="5676"/>
                  </a:lnTo>
                  <a:lnTo>
                    <a:pt x="6458" y="5556"/>
                  </a:lnTo>
                  <a:lnTo>
                    <a:pt x="6658" y="5435"/>
                  </a:lnTo>
                  <a:lnTo>
                    <a:pt x="6658" y="5435"/>
                  </a:lnTo>
                  <a:lnTo>
                    <a:pt x="6698" y="5415"/>
                  </a:lnTo>
                  <a:lnTo>
                    <a:pt x="6698" y="5415"/>
                  </a:lnTo>
                  <a:lnTo>
                    <a:pt x="6738" y="5435"/>
                  </a:lnTo>
                  <a:lnTo>
                    <a:pt x="6779" y="5475"/>
                  </a:lnTo>
                  <a:lnTo>
                    <a:pt x="6799" y="5536"/>
                  </a:lnTo>
                  <a:lnTo>
                    <a:pt x="6758" y="5576"/>
                  </a:lnTo>
                  <a:lnTo>
                    <a:pt x="6758" y="5576"/>
                  </a:lnTo>
                  <a:lnTo>
                    <a:pt x="6538" y="5736"/>
                  </a:lnTo>
                  <a:lnTo>
                    <a:pt x="6297" y="5876"/>
                  </a:lnTo>
                  <a:lnTo>
                    <a:pt x="6297" y="5876"/>
                  </a:lnTo>
                  <a:lnTo>
                    <a:pt x="8142" y="7220"/>
                  </a:lnTo>
                  <a:lnTo>
                    <a:pt x="8142" y="7220"/>
                  </a:lnTo>
                  <a:lnTo>
                    <a:pt x="8182" y="7260"/>
                  </a:lnTo>
                  <a:lnTo>
                    <a:pt x="8162" y="7320"/>
                  </a:lnTo>
                  <a:lnTo>
                    <a:pt x="8142" y="7361"/>
                  </a:lnTo>
                  <a:lnTo>
                    <a:pt x="8082" y="7381"/>
                  </a:lnTo>
                  <a:lnTo>
                    <a:pt x="8082" y="7381"/>
                  </a:lnTo>
                  <a:lnTo>
                    <a:pt x="8042" y="7361"/>
                  </a:lnTo>
                  <a:lnTo>
                    <a:pt x="8042" y="7361"/>
                  </a:lnTo>
                  <a:lnTo>
                    <a:pt x="7561" y="7080"/>
                  </a:lnTo>
                  <a:lnTo>
                    <a:pt x="7099" y="6779"/>
                  </a:lnTo>
                  <a:lnTo>
                    <a:pt x="6157" y="6177"/>
                  </a:lnTo>
                  <a:lnTo>
                    <a:pt x="6157" y="6177"/>
                  </a:lnTo>
                  <a:lnTo>
                    <a:pt x="6117" y="6418"/>
                  </a:lnTo>
                  <a:lnTo>
                    <a:pt x="6077" y="6679"/>
                  </a:lnTo>
                  <a:lnTo>
                    <a:pt x="6077" y="6679"/>
                  </a:lnTo>
                  <a:lnTo>
                    <a:pt x="6057" y="6699"/>
                  </a:lnTo>
                  <a:lnTo>
                    <a:pt x="6037" y="6719"/>
                  </a:lnTo>
                  <a:lnTo>
                    <a:pt x="6037" y="6719"/>
                  </a:lnTo>
                  <a:lnTo>
                    <a:pt x="6037" y="6699"/>
                  </a:lnTo>
                  <a:lnTo>
                    <a:pt x="6016" y="6679"/>
                  </a:lnTo>
                  <a:lnTo>
                    <a:pt x="6016" y="6679"/>
                  </a:lnTo>
                  <a:lnTo>
                    <a:pt x="6016" y="6398"/>
                  </a:lnTo>
                  <a:lnTo>
                    <a:pt x="6016" y="6077"/>
                  </a:lnTo>
                  <a:lnTo>
                    <a:pt x="6016" y="6077"/>
                  </a:lnTo>
                  <a:lnTo>
                    <a:pt x="5976" y="6037"/>
                  </a:lnTo>
                  <a:lnTo>
                    <a:pt x="5976" y="6037"/>
                  </a:lnTo>
                  <a:lnTo>
                    <a:pt x="5575" y="6217"/>
                  </a:lnTo>
                  <a:lnTo>
                    <a:pt x="5575" y="6217"/>
                  </a:lnTo>
                  <a:lnTo>
                    <a:pt x="5555" y="6237"/>
                  </a:lnTo>
                  <a:lnTo>
                    <a:pt x="5555" y="6237"/>
                  </a:lnTo>
                  <a:lnTo>
                    <a:pt x="5535" y="6217"/>
                  </a:lnTo>
                  <a:lnTo>
                    <a:pt x="5535" y="6197"/>
                  </a:lnTo>
                  <a:lnTo>
                    <a:pt x="5555" y="6177"/>
                  </a:lnTo>
                  <a:lnTo>
                    <a:pt x="5555" y="6177"/>
                  </a:lnTo>
                  <a:lnTo>
                    <a:pt x="5856" y="5957"/>
                  </a:lnTo>
                  <a:lnTo>
                    <a:pt x="5856" y="5957"/>
                  </a:lnTo>
                  <a:lnTo>
                    <a:pt x="5395" y="5616"/>
                  </a:lnTo>
                  <a:lnTo>
                    <a:pt x="4913" y="5275"/>
                  </a:lnTo>
                  <a:lnTo>
                    <a:pt x="4472" y="4914"/>
                  </a:lnTo>
                  <a:lnTo>
                    <a:pt x="4011" y="4533"/>
                  </a:lnTo>
                  <a:lnTo>
                    <a:pt x="3570" y="4152"/>
                  </a:lnTo>
                  <a:lnTo>
                    <a:pt x="3149" y="3751"/>
                  </a:lnTo>
                  <a:lnTo>
                    <a:pt x="2728" y="3350"/>
                  </a:lnTo>
                  <a:lnTo>
                    <a:pt x="2306" y="2928"/>
                  </a:lnTo>
                  <a:lnTo>
                    <a:pt x="2306" y="2928"/>
                  </a:lnTo>
                  <a:lnTo>
                    <a:pt x="2206" y="3089"/>
                  </a:lnTo>
                  <a:lnTo>
                    <a:pt x="2106" y="3249"/>
                  </a:lnTo>
                  <a:lnTo>
                    <a:pt x="2106" y="3249"/>
                  </a:lnTo>
                  <a:lnTo>
                    <a:pt x="2086" y="3249"/>
                  </a:lnTo>
                  <a:lnTo>
                    <a:pt x="2086" y="3269"/>
                  </a:lnTo>
                  <a:lnTo>
                    <a:pt x="2086" y="3269"/>
                  </a:lnTo>
                  <a:lnTo>
                    <a:pt x="2046" y="3249"/>
                  </a:lnTo>
                  <a:lnTo>
                    <a:pt x="2026" y="3229"/>
                  </a:lnTo>
                  <a:lnTo>
                    <a:pt x="2046" y="3189"/>
                  </a:lnTo>
                  <a:lnTo>
                    <a:pt x="2046" y="3189"/>
                  </a:lnTo>
                  <a:lnTo>
                    <a:pt x="2206" y="2808"/>
                  </a:lnTo>
                  <a:lnTo>
                    <a:pt x="2206" y="2808"/>
                  </a:lnTo>
                  <a:lnTo>
                    <a:pt x="1885" y="2467"/>
                  </a:lnTo>
                  <a:lnTo>
                    <a:pt x="1885" y="2467"/>
                  </a:lnTo>
                  <a:lnTo>
                    <a:pt x="1705" y="2728"/>
                  </a:lnTo>
                  <a:lnTo>
                    <a:pt x="1705" y="2728"/>
                  </a:lnTo>
                  <a:lnTo>
                    <a:pt x="1665" y="272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2" name="Google Shape;5292;p21"/>
            <p:cNvSpPr/>
            <p:nvPr/>
          </p:nvSpPr>
          <p:spPr>
            <a:xfrm>
              <a:off x="11890050" y="4698500"/>
              <a:ext cx="89775" cy="28600"/>
            </a:xfrm>
            <a:custGeom>
              <a:avLst/>
              <a:gdLst/>
              <a:ahLst/>
              <a:cxnLst/>
              <a:rect l="l" t="t" r="r" b="b"/>
              <a:pathLst>
                <a:path w="3591" h="1144" extrusionOk="0">
                  <a:moveTo>
                    <a:pt x="1" y="1"/>
                  </a:moveTo>
                  <a:lnTo>
                    <a:pt x="21" y="221"/>
                  </a:lnTo>
                  <a:lnTo>
                    <a:pt x="41" y="422"/>
                  </a:lnTo>
                  <a:lnTo>
                    <a:pt x="81" y="602"/>
                  </a:lnTo>
                  <a:lnTo>
                    <a:pt x="141" y="743"/>
                  </a:lnTo>
                  <a:lnTo>
                    <a:pt x="201" y="883"/>
                  </a:lnTo>
                  <a:lnTo>
                    <a:pt x="281" y="983"/>
                  </a:lnTo>
                  <a:lnTo>
                    <a:pt x="382" y="1063"/>
                  </a:lnTo>
                  <a:lnTo>
                    <a:pt x="482" y="1104"/>
                  </a:lnTo>
                  <a:lnTo>
                    <a:pt x="703" y="1124"/>
                  </a:lnTo>
                  <a:lnTo>
                    <a:pt x="943" y="1144"/>
                  </a:lnTo>
                  <a:lnTo>
                    <a:pt x="1224" y="1124"/>
                  </a:lnTo>
                  <a:lnTo>
                    <a:pt x="1545" y="1083"/>
                  </a:lnTo>
                  <a:lnTo>
                    <a:pt x="1866" y="983"/>
                  </a:lnTo>
                  <a:lnTo>
                    <a:pt x="2187" y="883"/>
                  </a:lnTo>
                  <a:lnTo>
                    <a:pt x="2528" y="743"/>
                  </a:lnTo>
                  <a:lnTo>
                    <a:pt x="2869" y="562"/>
                  </a:lnTo>
                  <a:lnTo>
                    <a:pt x="3230" y="362"/>
                  </a:lnTo>
                  <a:lnTo>
                    <a:pt x="3590" y="161"/>
                  </a:lnTo>
                  <a:lnTo>
                    <a:pt x="2909" y="221"/>
                  </a:lnTo>
                  <a:lnTo>
                    <a:pt x="2247" y="241"/>
                  </a:lnTo>
                  <a:lnTo>
                    <a:pt x="1685" y="221"/>
                  </a:lnTo>
                  <a:lnTo>
                    <a:pt x="1124" y="181"/>
                  </a:lnTo>
                  <a:lnTo>
                    <a:pt x="562" y="10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3" name="Google Shape;5293;p21"/>
            <p:cNvSpPr/>
            <p:nvPr/>
          </p:nvSpPr>
          <p:spPr>
            <a:xfrm>
              <a:off x="11890050" y="4698500"/>
              <a:ext cx="89775" cy="28600"/>
            </a:xfrm>
            <a:custGeom>
              <a:avLst/>
              <a:gdLst/>
              <a:ahLst/>
              <a:cxnLst/>
              <a:rect l="l" t="t" r="r" b="b"/>
              <a:pathLst>
                <a:path w="3591" h="1144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21" y="221"/>
                  </a:lnTo>
                  <a:lnTo>
                    <a:pt x="41" y="422"/>
                  </a:lnTo>
                  <a:lnTo>
                    <a:pt x="81" y="602"/>
                  </a:lnTo>
                  <a:lnTo>
                    <a:pt x="141" y="743"/>
                  </a:lnTo>
                  <a:lnTo>
                    <a:pt x="201" y="883"/>
                  </a:lnTo>
                  <a:lnTo>
                    <a:pt x="281" y="983"/>
                  </a:lnTo>
                  <a:lnTo>
                    <a:pt x="382" y="1063"/>
                  </a:lnTo>
                  <a:lnTo>
                    <a:pt x="482" y="1104"/>
                  </a:lnTo>
                  <a:lnTo>
                    <a:pt x="482" y="1104"/>
                  </a:lnTo>
                  <a:lnTo>
                    <a:pt x="703" y="1124"/>
                  </a:lnTo>
                  <a:lnTo>
                    <a:pt x="943" y="1144"/>
                  </a:lnTo>
                  <a:lnTo>
                    <a:pt x="943" y="1144"/>
                  </a:lnTo>
                  <a:lnTo>
                    <a:pt x="1224" y="1124"/>
                  </a:lnTo>
                  <a:lnTo>
                    <a:pt x="1545" y="1083"/>
                  </a:lnTo>
                  <a:lnTo>
                    <a:pt x="1866" y="983"/>
                  </a:lnTo>
                  <a:lnTo>
                    <a:pt x="2187" y="883"/>
                  </a:lnTo>
                  <a:lnTo>
                    <a:pt x="2528" y="743"/>
                  </a:lnTo>
                  <a:lnTo>
                    <a:pt x="2869" y="562"/>
                  </a:lnTo>
                  <a:lnTo>
                    <a:pt x="3230" y="362"/>
                  </a:lnTo>
                  <a:lnTo>
                    <a:pt x="3590" y="161"/>
                  </a:lnTo>
                  <a:lnTo>
                    <a:pt x="3590" y="161"/>
                  </a:lnTo>
                  <a:lnTo>
                    <a:pt x="2909" y="221"/>
                  </a:lnTo>
                  <a:lnTo>
                    <a:pt x="2247" y="241"/>
                  </a:lnTo>
                  <a:lnTo>
                    <a:pt x="2247" y="241"/>
                  </a:lnTo>
                  <a:lnTo>
                    <a:pt x="1685" y="221"/>
                  </a:lnTo>
                  <a:lnTo>
                    <a:pt x="1124" y="181"/>
                  </a:lnTo>
                  <a:lnTo>
                    <a:pt x="562" y="101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4" name="Google Shape;5294;p21"/>
            <p:cNvSpPr/>
            <p:nvPr/>
          </p:nvSpPr>
          <p:spPr>
            <a:xfrm>
              <a:off x="11816350" y="4669925"/>
              <a:ext cx="32625" cy="73725"/>
            </a:xfrm>
            <a:custGeom>
              <a:avLst/>
              <a:gdLst/>
              <a:ahLst/>
              <a:cxnLst/>
              <a:rect l="l" t="t" r="r" b="b"/>
              <a:pathLst>
                <a:path w="1305" h="2949" extrusionOk="0">
                  <a:moveTo>
                    <a:pt x="1" y="0"/>
                  </a:moveTo>
                  <a:lnTo>
                    <a:pt x="21" y="402"/>
                  </a:lnTo>
                  <a:lnTo>
                    <a:pt x="61" y="803"/>
                  </a:lnTo>
                  <a:lnTo>
                    <a:pt x="141" y="1204"/>
                  </a:lnTo>
                  <a:lnTo>
                    <a:pt x="261" y="1585"/>
                  </a:lnTo>
                  <a:lnTo>
                    <a:pt x="422" y="1946"/>
                  </a:lnTo>
                  <a:lnTo>
                    <a:pt x="622" y="2287"/>
                  </a:lnTo>
                  <a:lnTo>
                    <a:pt x="863" y="2628"/>
                  </a:lnTo>
                  <a:lnTo>
                    <a:pt x="1003" y="2768"/>
                  </a:lnTo>
                  <a:lnTo>
                    <a:pt x="1164" y="2928"/>
                  </a:lnTo>
                  <a:lnTo>
                    <a:pt x="1184" y="2948"/>
                  </a:lnTo>
                  <a:lnTo>
                    <a:pt x="1264" y="2948"/>
                  </a:lnTo>
                  <a:lnTo>
                    <a:pt x="1304" y="2908"/>
                  </a:lnTo>
                  <a:lnTo>
                    <a:pt x="1304" y="2848"/>
                  </a:lnTo>
                  <a:lnTo>
                    <a:pt x="1284" y="2808"/>
                  </a:lnTo>
                  <a:lnTo>
                    <a:pt x="1044" y="2507"/>
                  </a:lnTo>
                  <a:lnTo>
                    <a:pt x="843" y="2206"/>
                  </a:lnTo>
                  <a:lnTo>
                    <a:pt x="683" y="1886"/>
                  </a:lnTo>
                  <a:lnTo>
                    <a:pt x="542" y="1545"/>
                  </a:lnTo>
                  <a:lnTo>
                    <a:pt x="442" y="1224"/>
                  </a:lnTo>
                  <a:lnTo>
                    <a:pt x="362" y="863"/>
                  </a:lnTo>
                  <a:lnTo>
                    <a:pt x="302" y="522"/>
                  </a:lnTo>
                  <a:lnTo>
                    <a:pt x="281" y="16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5" name="Google Shape;5295;p21"/>
            <p:cNvSpPr/>
            <p:nvPr/>
          </p:nvSpPr>
          <p:spPr>
            <a:xfrm>
              <a:off x="11608300" y="4514500"/>
              <a:ext cx="204575" cy="184525"/>
            </a:xfrm>
            <a:custGeom>
              <a:avLst/>
              <a:gdLst/>
              <a:ahLst/>
              <a:cxnLst/>
              <a:rect l="l" t="t" r="r" b="b"/>
              <a:pathLst>
                <a:path w="8183" h="7381" extrusionOk="0">
                  <a:moveTo>
                    <a:pt x="20" y="1"/>
                  </a:moveTo>
                  <a:lnTo>
                    <a:pt x="0" y="21"/>
                  </a:lnTo>
                  <a:lnTo>
                    <a:pt x="0" y="41"/>
                  </a:lnTo>
                  <a:lnTo>
                    <a:pt x="401" y="642"/>
                  </a:lnTo>
                  <a:lnTo>
                    <a:pt x="842" y="1224"/>
                  </a:lnTo>
                  <a:lnTo>
                    <a:pt x="1284" y="1785"/>
                  </a:lnTo>
                  <a:lnTo>
                    <a:pt x="1765" y="2327"/>
                  </a:lnTo>
                  <a:lnTo>
                    <a:pt x="1625" y="2668"/>
                  </a:lnTo>
                  <a:lnTo>
                    <a:pt x="1625" y="2688"/>
                  </a:lnTo>
                  <a:lnTo>
                    <a:pt x="1625" y="2708"/>
                  </a:lnTo>
                  <a:lnTo>
                    <a:pt x="1645" y="2728"/>
                  </a:lnTo>
                  <a:lnTo>
                    <a:pt x="1705" y="2728"/>
                  </a:lnTo>
                  <a:lnTo>
                    <a:pt x="1885" y="2467"/>
                  </a:lnTo>
                  <a:lnTo>
                    <a:pt x="2206" y="2808"/>
                  </a:lnTo>
                  <a:lnTo>
                    <a:pt x="2046" y="3189"/>
                  </a:lnTo>
                  <a:lnTo>
                    <a:pt x="2026" y="3229"/>
                  </a:lnTo>
                  <a:lnTo>
                    <a:pt x="2046" y="3249"/>
                  </a:lnTo>
                  <a:lnTo>
                    <a:pt x="2086" y="3269"/>
                  </a:lnTo>
                  <a:lnTo>
                    <a:pt x="2086" y="3249"/>
                  </a:lnTo>
                  <a:lnTo>
                    <a:pt x="2106" y="3249"/>
                  </a:lnTo>
                  <a:lnTo>
                    <a:pt x="2206" y="3089"/>
                  </a:lnTo>
                  <a:lnTo>
                    <a:pt x="2306" y="2928"/>
                  </a:lnTo>
                  <a:lnTo>
                    <a:pt x="2728" y="3350"/>
                  </a:lnTo>
                  <a:lnTo>
                    <a:pt x="3149" y="3751"/>
                  </a:lnTo>
                  <a:lnTo>
                    <a:pt x="3570" y="4152"/>
                  </a:lnTo>
                  <a:lnTo>
                    <a:pt x="4011" y="4533"/>
                  </a:lnTo>
                  <a:lnTo>
                    <a:pt x="4472" y="4914"/>
                  </a:lnTo>
                  <a:lnTo>
                    <a:pt x="4913" y="5275"/>
                  </a:lnTo>
                  <a:lnTo>
                    <a:pt x="5395" y="5616"/>
                  </a:lnTo>
                  <a:lnTo>
                    <a:pt x="5856" y="5957"/>
                  </a:lnTo>
                  <a:lnTo>
                    <a:pt x="5555" y="6177"/>
                  </a:lnTo>
                  <a:lnTo>
                    <a:pt x="5535" y="6197"/>
                  </a:lnTo>
                  <a:lnTo>
                    <a:pt x="5535" y="6217"/>
                  </a:lnTo>
                  <a:lnTo>
                    <a:pt x="5555" y="6237"/>
                  </a:lnTo>
                  <a:lnTo>
                    <a:pt x="5575" y="6217"/>
                  </a:lnTo>
                  <a:lnTo>
                    <a:pt x="5976" y="6037"/>
                  </a:lnTo>
                  <a:lnTo>
                    <a:pt x="6016" y="6077"/>
                  </a:lnTo>
                  <a:lnTo>
                    <a:pt x="6016" y="6398"/>
                  </a:lnTo>
                  <a:lnTo>
                    <a:pt x="6016" y="6679"/>
                  </a:lnTo>
                  <a:lnTo>
                    <a:pt x="6037" y="6699"/>
                  </a:lnTo>
                  <a:lnTo>
                    <a:pt x="6037" y="6719"/>
                  </a:lnTo>
                  <a:lnTo>
                    <a:pt x="6057" y="6699"/>
                  </a:lnTo>
                  <a:lnTo>
                    <a:pt x="6077" y="6679"/>
                  </a:lnTo>
                  <a:lnTo>
                    <a:pt x="6117" y="6418"/>
                  </a:lnTo>
                  <a:lnTo>
                    <a:pt x="6157" y="6177"/>
                  </a:lnTo>
                  <a:lnTo>
                    <a:pt x="7099" y="6779"/>
                  </a:lnTo>
                  <a:lnTo>
                    <a:pt x="7561" y="7080"/>
                  </a:lnTo>
                  <a:lnTo>
                    <a:pt x="8042" y="7361"/>
                  </a:lnTo>
                  <a:lnTo>
                    <a:pt x="8082" y="7381"/>
                  </a:lnTo>
                  <a:lnTo>
                    <a:pt x="8142" y="7361"/>
                  </a:lnTo>
                  <a:lnTo>
                    <a:pt x="8162" y="7320"/>
                  </a:lnTo>
                  <a:lnTo>
                    <a:pt x="8182" y="7260"/>
                  </a:lnTo>
                  <a:lnTo>
                    <a:pt x="8142" y="7220"/>
                  </a:lnTo>
                  <a:lnTo>
                    <a:pt x="6297" y="5876"/>
                  </a:lnTo>
                  <a:lnTo>
                    <a:pt x="6538" y="5736"/>
                  </a:lnTo>
                  <a:lnTo>
                    <a:pt x="6758" y="5576"/>
                  </a:lnTo>
                  <a:lnTo>
                    <a:pt x="6799" y="5536"/>
                  </a:lnTo>
                  <a:lnTo>
                    <a:pt x="6779" y="5475"/>
                  </a:lnTo>
                  <a:lnTo>
                    <a:pt x="6738" y="5435"/>
                  </a:lnTo>
                  <a:lnTo>
                    <a:pt x="6698" y="5415"/>
                  </a:lnTo>
                  <a:lnTo>
                    <a:pt x="6658" y="5435"/>
                  </a:lnTo>
                  <a:lnTo>
                    <a:pt x="6458" y="5556"/>
                  </a:lnTo>
                  <a:lnTo>
                    <a:pt x="6257" y="5676"/>
                  </a:lnTo>
                  <a:lnTo>
                    <a:pt x="6337" y="5435"/>
                  </a:lnTo>
                  <a:lnTo>
                    <a:pt x="6377" y="5195"/>
                  </a:lnTo>
                  <a:lnTo>
                    <a:pt x="6357" y="5175"/>
                  </a:lnTo>
                  <a:lnTo>
                    <a:pt x="6357" y="5155"/>
                  </a:lnTo>
                  <a:lnTo>
                    <a:pt x="6297" y="5134"/>
                  </a:lnTo>
                  <a:lnTo>
                    <a:pt x="6277" y="5134"/>
                  </a:lnTo>
                  <a:lnTo>
                    <a:pt x="6257" y="5155"/>
                  </a:lnTo>
                  <a:lnTo>
                    <a:pt x="6197" y="5275"/>
                  </a:lnTo>
                  <a:lnTo>
                    <a:pt x="6137" y="5415"/>
                  </a:lnTo>
                  <a:lnTo>
                    <a:pt x="6057" y="5696"/>
                  </a:lnTo>
                  <a:lnTo>
                    <a:pt x="5134" y="4994"/>
                  </a:lnTo>
                  <a:lnTo>
                    <a:pt x="4212" y="4252"/>
                  </a:lnTo>
                  <a:lnTo>
                    <a:pt x="3329" y="3510"/>
                  </a:lnTo>
                  <a:lnTo>
                    <a:pt x="2888" y="3129"/>
                  </a:lnTo>
                  <a:lnTo>
                    <a:pt x="2467" y="2728"/>
                  </a:lnTo>
                  <a:lnTo>
                    <a:pt x="2627" y="2487"/>
                  </a:lnTo>
                  <a:lnTo>
                    <a:pt x="2707" y="2367"/>
                  </a:lnTo>
                  <a:lnTo>
                    <a:pt x="2748" y="2247"/>
                  </a:lnTo>
                  <a:lnTo>
                    <a:pt x="2748" y="2207"/>
                  </a:lnTo>
                  <a:lnTo>
                    <a:pt x="2728" y="2186"/>
                  </a:lnTo>
                  <a:lnTo>
                    <a:pt x="2707" y="2166"/>
                  </a:lnTo>
                  <a:lnTo>
                    <a:pt x="2647" y="2166"/>
                  </a:lnTo>
                  <a:lnTo>
                    <a:pt x="2547" y="2247"/>
                  </a:lnTo>
                  <a:lnTo>
                    <a:pt x="2467" y="2367"/>
                  </a:lnTo>
                  <a:lnTo>
                    <a:pt x="2326" y="2588"/>
                  </a:lnTo>
                  <a:lnTo>
                    <a:pt x="2026" y="2307"/>
                  </a:lnTo>
                  <a:lnTo>
                    <a:pt x="2146" y="2126"/>
                  </a:lnTo>
                  <a:lnTo>
                    <a:pt x="2226" y="1926"/>
                  </a:lnTo>
                  <a:lnTo>
                    <a:pt x="2226" y="1886"/>
                  </a:lnTo>
                  <a:lnTo>
                    <a:pt x="2206" y="1846"/>
                  </a:lnTo>
                  <a:lnTo>
                    <a:pt x="2166" y="1825"/>
                  </a:lnTo>
                  <a:lnTo>
                    <a:pt x="2126" y="1805"/>
                  </a:lnTo>
                  <a:lnTo>
                    <a:pt x="2106" y="1825"/>
                  </a:lnTo>
                  <a:lnTo>
                    <a:pt x="2066" y="1846"/>
                  </a:lnTo>
                  <a:lnTo>
                    <a:pt x="1965" y="1986"/>
                  </a:lnTo>
                  <a:lnTo>
                    <a:pt x="1865" y="2146"/>
                  </a:lnTo>
                  <a:lnTo>
                    <a:pt x="1384" y="1645"/>
                  </a:lnTo>
                  <a:lnTo>
                    <a:pt x="923" y="1124"/>
                  </a:lnTo>
                  <a:lnTo>
                    <a:pt x="481" y="582"/>
                  </a:lnTo>
                  <a:lnTo>
                    <a:pt x="60" y="2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6" name="Google Shape;5296;p21"/>
            <p:cNvSpPr/>
            <p:nvPr/>
          </p:nvSpPr>
          <p:spPr>
            <a:xfrm>
              <a:off x="10977575" y="3951475"/>
              <a:ext cx="307350" cy="574075"/>
            </a:xfrm>
            <a:custGeom>
              <a:avLst/>
              <a:gdLst/>
              <a:ahLst/>
              <a:cxnLst/>
              <a:rect l="l" t="t" r="r" b="b"/>
              <a:pathLst>
                <a:path w="12294" h="22963" extrusionOk="0">
                  <a:moveTo>
                    <a:pt x="6959" y="0"/>
                  </a:moveTo>
                  <a:lnTo>
                    <a:pt x="6699" y="20"/>
                  </a:lnTo>
                  <a:lnTo>
                    <a:pt x="6438" y="101"/>
                  </a:lnTo>
                  <a:lnTo>
                    <a:pt x="6177" y="221"/>
                  </a:lnTo>
                  <a:lnTo>
                    <a:pt x="5897" y="361"/>
                  </a:lnTo>
                  <a:lnTo>
                    <a:pt x="5616" y="542"/>
                  </a:lnTo>
                  <a:lnTo>
                    <a:pt x="5335" y="742"/>
                  </a:lnTo>
                  <a:lnTo>
                    <a:pt x="5054" y="983"/>
                  </a:lnTo>
                  <a:lnTo>
                    <a:pt x="4774" y="1264"/>
                  </a:lnTo>
                  <a:lnTo>
                    <a:pt x="4473" y="1565"/>
                  </a:lnTo>
                  <a:lnTo>
                    <a:pt x="4192" y="1885"/>
                  </a:lnTo>
                  <a:lnTo>
                    <a:pt x="3891" y="2226"/>
                  </a:lnTo>
                  <a:lnTo>
                    <a:pt x="3610" y="2607"/>
                  </a:lnTo>
                  <a:lnTo>
                    <a:pt x="3330" y="3008"/>
                  </a:lnTo>
                  <a:lnTo>
                    <a:pt x="3049" y="3430"/>
                  </a:lnTo>
                  <a:lnTo>
                    <a:pt x="2768" y="3871"/>
                  </a:lnTo>
                  <a:lnTo>
                    <a:pt x="2507" y="4332"/>
                  </a:lnTo>
                  <a:lnTo>
                    <a:pt x="2247" y="4793"/>
                  </a:lnTo>
                  <a:lnTo>
                    <a:pt x="2006" y="5295"/>
                  </a:lnTo>
                  <a:lnTo>
                    <a:pt x="1765" y="5796"/>
                  </a:lnTo>
                  <a:lnTo>
                    <a:pt x="1525" y="6317"/>
                  </a:lnTo>
                  <a:lnTo>
                    <a:pt x="1304" y="6859"/>
                  </a:lnTo>
                  <a:lnTo>
                    <a:pt x="1104" y="7400"/>
                  </a:lnTo>
                  <a:lnTo>
                    <a:pt x="923" y="7962"/>
                  </a:lnTo>
                  <a:lnTo>
                    <a:pt x="743" y="8543"/>
                  </a:lnTo>
                  <a:lnTo>
                    <a:pt x="582" y="9105"/>
                  </a:lnTo>
                  <a:lnTo>
                    <a:pt x="442" y="9687"/>
                  </a:lnTo>
                  <a:lnTo>
                    <a:pt x="321" y="10288"/>
                  </a:lnTo>
                  <a:lnTo>
                    <a:pt x="201" y="10870"/>
                  </a:lnTo>
                  <a:lnTo>
                    <a:pt x="121" y="11471"/>
                  </a:lnTo>
                  <a:lnTo>
                    <a:pt x="61" y="12053"/>
                  </a:lnTo>
                  <a:lnTo>
                    <a:pt x="21" y="12655"/>
                  </a:lnTo>
                  <a:lnTo>
                    <a:pt x="1" y="13056"/>
                  </a:lnTo>
                  <a:lnTo>
                    <a:pt x="1" y="13457"/>
                  </a:lnTo>
                  <a:lnTo>
                    <a:pt x="41" y="14279"/>
                  </a:lnTo>
                  <a:lnTo>
                    <a:pt x="101" y="15101"/>
                  </a:lnTo>
                  <a:lnTo>
                    <a:pt x="221" y="15924"/>
                  </a:lnTo>
                  <a:lnTo>
                    <a:pt x="402" y="16726"/>
                  </a:lnTo>
                  <a:lnTo>
                    <a:pt x="602" y="17508"/>
                  </a:lnTo>
                  <a:lnTo>
                    <a:pt x="843" y="18270"/>
                  </a:lnTo>
                  <a:lnTo>
                    <a:pt x="1104" y="18992"/>
                  </a:lnTo>
                  <a:lnTo>
                    <a:pt x="1424" y="19674"/>
                  </a:lnTo>
                  <a:lnTo>
                    <a:pt x="1585" y="20015"/>
                  </a:lnTo>
                  <a:lnTo>
                    <a:pt x="1765" y="20316"/>
                  </a:lnTo>
                  <a:lnTo>
                    <a:pt x="1946" y="20616"/>
                  </a:lnTo>
                  <a:lnTo>
                    <a:pt x="2126" y="20897"/>
                  </a:lnTo>
                  <a:lnTo>
                    <a:pt x="2327" y="21178"/>
                  </a:lnTo>
                  <a:lnTo>
                    <a:pt x="2527" y="21419"/>
                  </a:lnTo>
                  <a:lnTo>
                    <a:pt x="2748" y="21659"/>
                  </a:lnTo>
                  <a:lnTo>
                    <a:pt x="2969" y="21880"/>
                  </a:lnTo>
                  <a:lnTo>
                    <a:pt x="3189" y="22080"/>
                  </a:lnTo>
                  <a:lnTo>
                    <a:pt x="3410" y="22261"/>
                  </a:lnTo>
                  <a:lnTo>
                    <a:pt x="3630" y="22421"/>
                  </a:lnTo>
                  <a:lnTo>
                    <a:pt x="3871" y="22562"/>
                  </a:lnTo>
                  <a:lnTo>
                    <a:pt x="4112" y="22682"/>
                  </a:lnTo>
                  <a:lnTo>
                    <a:pt x="4372" y="22762"/>
                  </a:lnTo>
                  <a:lnTo>
                    <a:pt x="4613" y="22842"/>
                  </a:lnTo>
                  <a:lnTo>
                    <a:pt x="4874" y="22882"/>
                  </a:lnTo>
                  <a:lnTo>
                    <a:pt x="5155" y="22923"/>
                  </a:lnTo>
                  <a:lnTo>
                    <a:pt x="5455" y="22963"/>
                  </a:lnTo>
                  <a:lnTo>
                    <a:pt x="6057" y="22963"/>
                  </a:lnTo>
                  <a:lnTo>
                    <a:pt x="6378" y="22943"/>
                  </a:lnTo>
                  <a:lnTo>
                    <a:pt x="6699" y="22903"/>
                  </a:lnTo>
                  <a:lnTo>
                    <a:pt x="7040" y="22862"/>
                  </a:lnTo>
                  <a:lnTo>
                    <a:pt x="7361" y="22782"/>
                  </a:lnTo>
                  <a:lnTo>
                    <a:pt x="7701" y="22702"/>
                  </a:lnTo>
                  <a:lnTo>
                    <a:pt x="8042" y="22622"/>
                  </a:lnTo>
                  <a:lnTo>
                    <a:pt x="8383" y="22501"/>
                  </a:lnTo>
                  <a:lnTo>
                    <a:pt x="8704" y="22381"/>
                  </a:lnTo>
                  <a:lnTo>
                    <a:pt x="9025" y="22241"/>
                  </a:lnTo>
                  <a:lnTo>
                    <a:pt x="9346" y="22080"/>
                  </a:lnTo>
                  <a:lnTo>
                    <a:pt x="9667" y="21920"/>
                  </a:lnTo>
                  <a:lnTo>
                    <a:pt x="9968" y="21739"/>
                  </a:lnTo>
                  <a:lnTo>
                    <a:pt x="10248" y="21539"/>
                  </a:lnTo>
                  <a:lnTo>
                    <a:pt x="10529" y="21318"/>
                  </a:lnTo>
                  <a:lnTo>
                    <a:pt x="10790" y="21098"/>
                  </a:lnTo>
                  <a:lnTo>
                    <a:pt x="11051" y="20857"/>
                  </a:lnTo>
                  <a:lnTo>
                    <a:pt x="11271" y="20596"/>
                  </a:lnTo>
                  <a:lnTo>
                    <a:pt x="11492" y="20316"/>
                  </a:lnTo>
                  <a:lnTo>
                    <a:pt x="11672" y="20035"/>
                  </a:lnTo>
                  <a:lnTo>
                    <a:pt x="11833" y="19734"/>
                  </a:lnTo>
                  <a:lnTo>
                    <a:pt x="11993" y="19413"/>
                  </a:lnTo>
                  <a:lnTo>
                    <a:pt x="12113" y="19092"/>
                  </a:lnTo>
                  <a:lnTo>
                    <a:pt x="12194" y="18751"/>
                  </a:lnTo>
                  <a:lnTo>
                    <a:pt x="12254" y="18390"/>
                  </a:lnTo>
                  <a:lnTo>
                    <a:pt x="12294" y="18009"/>
                  </a:lnTo>
                  <a:lnTo>
                    <a:pt x="12294" y="17628"/>
                  </a:lnTo>
                  <a:lnTo>
                    <a:pt x="12274" y="17367"/>
                  </a:lnTo>
                  <a:lnTo>
                    <a:pt x="12254" y="17107"/>
                  </a:lnTo>
                  <a:lnTo>
                    <a:pt x="12194" y="16786"/>
                  </a:lnTo>
                  <a:lnTo>
                    <a:pt x="12134" y="16465"/>
                  </a:lnTo>
                  <a:lnTo>
                    <a:pt x="12033" y="16144"/>
                  </a:lnTo>
                  <a:lnTo>
                    <a:pt x="11933" y="15823"/>
                  </a:lnTo>
                  <a:lnTo>
                    <a:pt x="11692" y="15182"/>
                  </a:lnTo>
                  <a:lnTo>
                    <a:pt x="11412" y="14520"/>
                  </a:lnTo>
                  <a:lnTo>
                    <a:pt x="11091" y="13878"/>
                  </a:lnTo>
                  <a:lnTo>
                    <a:pt x="10750" y="13236"/>
                  </a:lnTo>
                  <a:lnTo>
                    <a:pt x="10389" y="12615"/>
                  </a:lnTo>
                  <a:lnTo>
                    <a:pt x="10008" y="11993"/>
                  </a:lnTo>
                  <a:lnTo>
                    <a:pt x="9246" y="10810"/>
                  </a:lnTo>
                  <a:lnTo>
                    <a:pt x="8524" y="9727"/>
                  </a:lnTo>
                  <a:lnTo>
                    <a:pt x="8223" y="9225"/>
                  </a:lnTo>
                  <a:lnTo>
                    <a:pt x="7942" y="8764"/>
                  </a:lnTo>
                  <a:lnTo>
                    <a:pt x="7701" y="8323"/>
                  </a:lnTo>
                  <a:lnTo>
                    <a:pt x="7541" y="7942"/>
                  </a:lnTo>
                  <a:lnTo>
                    <a:pt x="7481" y="7761"/>
                  </a:lnTo>
                  <a:lnTo>
                    <a:pt x="7421" y="7561"/>
                  </a:lnTo>
                  <a:lnTo>
                    <a:pt x="7401" y="7340"/>
                  </a:lnTo>
                  <a:lnTo>
                    <a:pt x="7361" y="7100"/>
                  </a:lnTo>
                  <a:lnTo>
                    <a:pt x="7361" y="6578"/>
                  </a:lnTo>
                  <a:lnTo>
                    <a:pt x="7381" y="6017"/>
                  </a:lnTo>
                  <a:lnTo>
                    <a:pt x="7421" y="5415"/>
                  </a:lnTo>
                  <a:lnTo>
                    <a:pt x="7481" y="4793"/>
                  </a:lnTo>
                  <a:lnTo>
                    <a:pt x="7641" y="3550"/>
                  </a:lnTo>
                  <a:lnTo>
                    <a:pt x="7722" y="2928"/>
                  </a:lnTo>
                  <a:lnTo>
                    <a:pt x="7782" y="2347"/>
                  </a:lnTo>
                  <a:lnTo>
                    <a:pt x="7822" y="1805"/>
                  </a:lnTo>
                  <a:lnTo>
                    <a:pt x="7822" y="1304"/>
                  </a:lnTo>
                  <a:lnTo>
                    <a:pt x="7802" y="883"/>
                  </a:lnTo>
                  <a:lnTo>
                    <a:pt x="7762" y="682"/>
                  </a:lnTo>
                  <a:lnTo>
                    <a:pt x="7722" y="522"/>
                  </a:lnTo>
                  <a:lnTo>
                    <a:pt x="7681" y="361"/>
                  </a:lnTo>
                  <a:lnTo>
                    <a:pt x="7601" y="241"/>
                  </a:lnTo>
                  <a:lnTo>
                    <a:pt x="7521" y="141"/>
                  </a:lnTo>
                  <a:lnTo>
                    <a:pt x="7421" y="60"/>
                  </a:lnTo>
                  <a:lnTo>
                    <a:pt x="7320" y="20"/>
                  </a:lnTo>
                  <a:lnTo>
                    <a:pt x="720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7" name="Google Shape;5297;p21"/>
            <p:cNvSpPr/>
            <p:nvPr/>
          </p:nvSpPr>
          <p:spPr>
            <a:xfrm>
              <a:off x="10977575" y="3951475"/>
              <a:ext cx="307350" cy="574075"/>
            </a:xfrm>
            <a:custGeom>
              <a:avLst/>
              <a:gdLst/>
              <a:ahLst/>
              <a:cxnLst/>
              <a:rect l="l" t="t" r="r" b="b"/>
              <a:pathLst>
                <a:path w="12294" h="22963" fill="none" extrusionOk="0">
                  <a:moveTo>
                    <a:pt x="12294" y="17628"/>
                  </a:moveTo>
                  <a:lnTo>
                    <a:pt x="12294" y="17628"/>
                  </a:lnTo>
                  <a:lnTo>
                    <a:pt x="12294" y="18009"/>
                  </a:lnTo>
                  <a:lnTo>
                    <a:pt x="12254" y="18390"/>
                  </a:lnTo>
                  <a:lnTo>
                    <a:pt x="12194" y="18751"/>
                  </a:lnTo>
                  <a:lnTo>
                    <a:pt x="12113" y="19092"/>
                  </a:lnTo>
                  <a:lnTo>
                    <a:pt x="11993" y="19413"/>
                  </a:lnTo>
                  <a:lnTo>
                    <a:pt x="11833" y="19734"/>
                  </a:lnTo>
                  <a:lnTo>
                    <a:pt x="11672" y="20035"/>
                  </a:lnTo>
                  <a:lnTo>
                    <a:pt x="11492" y="20316"/>
                  </a:lnTo>
                  <a:lnTo>
                    <a:pt x="11271" y="20596"/>
                  </a:lnTo>
                  <a:lnTo>
                    <a:pt x="11051" y="20857"/>
                  </a:lnTo>
                  <a:lnTo>
                    <a:pt x="10790" y="21098"/>
                  </a:lnTo>
                  <a:lnTo>
                    <a:pt x="10529" y="21318"/>
                  </a:lnTo>
                  <a:lnTo>
                    <a:pt x="10248" y="21539"/>
                  </a:lnTo>
                  <a:lnTo>
                    <a:pt x="9968" y="21739"/>
                  </a:lnTo>
                  <a:lnTo>
                    <a:pt x="9667" y="21920"/>
                  </a:lnTo>
                  <a:lnTo>
                    <a:pt x="9346" y="22080"/>
                  </a:lnTo>
                  <a:lnTo>
                    <a:pt x="9025" y="22241"/>
                  </a:lnTo>
                  <a:lnTo>
                    <a:pt x="8704" y="22381"/>
                  </a:lnTo>
                  <a:lnTo>
                    <a:pt x="8383" y="22501"/>
                  </a:lnTo>
                  <a:lnTo>
                    <a:pt x="8042" y="22622"/>
                  </a:lnTo>
                  <a:lnTo>
                    <a:pt x="7701" y="22702"/>
                  </a:lnTo>
                  <a:lnTo>
                    <a:pt x="7361" y="22782"/>
                  </a:lnTo>
                  <a:lnTo>
                    <a:pt x="7040" y="22862"/>
                  </a:lnTo>
                  <a:lnTo>
                    <a:pt x="6699" y="22903"/>
                  </a:lnTo>
                  <a:lnTo>
                    <a:pt x="6378" y="22943"/>
                  </a:lnTo>
                  <a:lnTo>
                    <a:pt x="6057" y="22963"/>
                  </a:lnTo>
                  <a:lnTo>
                    <a:pt x="5756" y="22963"/>
                  </a:lnTo>
                  <a:lnTo>
                    <a:pt x="5455" y="22963"/>
                  </a:lnTo>
                  <a:lnTo>
                    <a:pt x="5155" y="22923"/>
                  </a:lnTo>
                  <a:lnTo>
                    <a:pt x="4874" y="22882"/>
                  </a:lnTo>
                  <a:lnTo>
                    <a:pt x="4613" y="22842"/>
                  </a:lnTo>
                  <a:lnTo>
                    <a:pt x="4372" y="22762"/>
                  </a:lnTo>
                  <a:lnTo>
                    <a:pt x="4372" y="22762"/>
                  </a:lnTo>
                  <a:lnTo>
                    <a:pt x="4112" y="22682"/>
                  </a:lnTo>
                  <a:lnTo>
                    <a:pt x="3871" y="22562"/>
                  </a:lnTo>
                  <a:lnTo>
                    <a:pt x="3630" y="22421"/>
                  </a:lnTo>
                  <a:lnTo>
                    <a:pt x="3410" y="22261"/>
                  </a:lnTo>
                  <a:lnTo>
                    <a:pt x="3189" y="22080"/>
                  </a:lnTo>
                  <a:lnTo>
                    <a:pt x="2969" y="21880"/>
                  </a:lnTo>
                  <a:lnTo>
                    <a:pt x="2748" y="21659"/>
                  </a:lnTo>
                  <a:lnTo>
                    <a:pt x="2527" y="21419"/>
                  </a:lnTo>
                  <a:lnTo>
                    <a:pt x="2327" y="21178"/>
                  </a:lnTo>
                  <a:lnTo>
                    <a:pt x="2126" y="20897"/>
                  </a:lnTo>
                  <a:lnTo>
                    <a:pt x="1946" y="20616"/>
                  </a:lnTo>
                  <a:lnTo>
                    <a:pt x="1765" y="20316"/>
                  </a:lnTo>
                  <a:lnTo>
                    <a:pt x="1585" y="20015"/>
                  </a:lnTo>
                  <a:lnTo>
                    <a:pt x="1424" y="19674"/>
                  </a:lnTo>
                  <a:lnTo>
                    <a:pt x="1104" y="18992"/>
                  </a:lnTo>
                  <a:lnTo>
                    <a:pt x="843" y="18270"/>
                  </a:lnTo>
                  <a:lnTo>
                    <a:pt x="602" y="17508"/>
                  </a:lnTo>
                  <a:lnTo>
                    <a:pt x="402" y="16726"/>
                  </a:lnTo>
                  <a:lnTo>
                    <a:pt x="221" y="15924"/>
                  </a:lnTo>
                  <a:lnTo>
                    <a:pt x="101" y="15101"/>
                  </a:lnTo>
                  <a:lnTo>
                    <a:pt x="41" y="14279"/>
                  </a:lnTo>
                  <a:lnTo>
                    <a:pt x="1" y="13457"/>
                  </a:lnTo>
                  <a:lnTo>
                    <a:pt x="1" y="13056"/>
                  </a:lnTo>
                  <a:lnTo>
                    <a:pt x="21" y="12655"/>
                  </a:lnTo>
                  <a:lnTo>
                    <a:pt x="21" y="12655"/>
                  </a:lnTo>
                  <a:lnTo>
                    <a:pt x="61" y="12053"/>
                  </a:lnTo>
                  <a:lnTo>
                    <a:pt x="121" y="11471"/>
                  </a:lnTo>
                  <a:lnTo>
                    <a:pt x="201" y="10870"/>
                  </a:lnTo>
                  <a:lnTo>
                    <a:pt x="321" y="10288"/>
                  </a:lnTo>
                  <a:lnTo>
                    <a:pt x="442" y="9687"/>
                  </a:lnTo>
                  <a:lnTo>
                    <a:pt x="582" y="9105"/>
                  </a:lnTo>
                  <a:lnTo>
                    <a:pt x="743" y="8543"/>
                  </a:lnTo>
                  <a:lnTo>
                    <a:pt x="923" y="7962"/>
                  </a:lnTo>
                  <a:lnTo>
                    <a:pt x="1104" y="7400"/>
                  </a:lnTo>
                  <a:lnTo>
                    <a:pt x="1304" y="6859"/>
                  </a:lnTo>
                  <a:lnTo>
                    <a:pt x="1525" y="6317"/>
                  </a:lnTo>
                  <a:lnTo>
                    <a:pt x="1765" y="5796"/>
                  </a:lnTo>
                  <a:lnTo>
                    <a:pt x="2006" y="5295"/>
                  </a:lnTo>
                  <a:lnTo>
                    <a:pt x="2247" y="4793"/>
                  </a:lnTo>
                  <a:lnTo>
                    <a:pt x="2507" y="4332"/>
                  </a:lnTo>
                  <a:lnTo>
                    <a:pt x="2768" y="3871"/>
                  </a:lnTo>
                  <a:lnTo>
                    <a:pt x="3049" y="3430"/>
                  </a:lnTo>
                  <a:lnTo>
                    <a:pt x="3330" y="3008"/>
                  </a:lnTo>
                  <a:lnTo>
                    <a:pt x="3610" y="2607"/>
                  </a:lnTo>
                  <a:lnTo>
                    <a:pt x="3891" y="2226"/>
                  </a:lnTo>
                  <a:lnTo>
                    <a:pt x="4192" y="1885"/>
                  </a:lnTo>
                  <a:lnTo>
                    <a:pt x="4473" y="1565"/>
                  </a:lnTo>
                  <a:lnTo>
                    <a:pt x="4774" y="1264"/>
                  </a:lnTo>
                  <a:lnTo>
                    <a:pt x="5054" y="983"/>
                  </a:lnTo>
                  <a:lnTo>
                    <a:pt x="5335" y="742"/>
                  </a:lnTo>
                  <a:lnTo>
                    <a:pt x="5616" y="542"/>
                  </a:lnTo>
                  <a:lnTo>
                    <a:pt x="5897" y="361"/>
                  </a:lnTo>
                  <a:lnTo>
                    <a:pt x="6177" y="221"/>
                  </a:lnTo>
                  <a:lnTo>
                    <a:pt x="6438" y="101"/>
                  </a:lnTo>
                  <a:lnTo>
                    <a:pt x="6699" y="20"/>
                  </a:lnTo>
                  <a:lnTo>
                    <a:pt x="6959" y="0"/>
                  </a:lnTo>
                  <a:lnTo>
                    <a:pt x="7200" y="0"/>
                  </a:lnTo>
                  <a:lnTo>
                    <a:pt x="7200" y="0"/>
                  </a:lnTo>
                  <a:lnTo>
                    <a:pt x="7320" y="20"/>
                  </a:lnTo>
                  <a:lnTo>
                    <a:pt x="7421" y="60"/>
                  </a:lnTo>
                  <a:lnTo>
                    <a:pt x="7421" y="60"/>
                  </a:lnTo>
                  <a:lnTo>
                    <a:pt x="7521" y="141"/>
                  </a:lnTo>
                  <a:lnTo>
                    <a:pt x="7601" y="241"/>
                  </a:lnTo>
                  <a:lnTo>
                    <a:pt x="7681" y="361"/>
                  </a:lnTo>
                  <a:lnTo>
                    <a:pt x="7722" y="522"/>
                  </a:lnTo>
                  <a:lnTo>
                    <a:pt x="7762" y="682"/>
                  </a:lnTo>
                  <a:lnTo>
                    <a:pt x="7802" y="883"/>
                  </a:lnTo>
                  <a:lnTo>
                    <a:pt x="7822" y="1304"/>
                  </a:lnTo>
                  <a:lnTo>
                    <a:pt x="7822" y="1805"/>
                  </a:lnTo>
                  <a:lnTo>
                    <a:pt x="7782" y="2347"/>
                  </a:lnTo>
                  <a:lnTo>
                    <a:pt x="7722" y="2928"/>
                  </a:lnTo>
                  <a:lnTo>
                    <a:pt x="7641" y="3550"/>
                  </a:lnTo>
                  <a:lnTo>
                    <a:pt x="7481" y="4793"/>
                  </a:lnTo>
                  <a:lnTo>
                    <a:pt x="7421" y="5415"/>
                  </a:lnTo>
                  <a:lnTo>
                    <a:pt x="7381" y="6017"/>
                  </a:lnTo>
                  <a:lnTo>
                    <a:pt x="7361" y="6578"/>
                  </a:lnTo>
                  <a:lnTo>
                    <a:pt x="7361" y="7100"/>
                  </a:lnTo>
                  <a:lnTo>
                    <a:pt x="7401" y="7340"/>
                  </a:lnTo>
                  <a:lnTo>
                    <a:pt x="7421" y="7561"/>
                  </a:lnTo>
                  <a:lnTo>
                    <a:pt x="7481" y="7761"/>
                  </a:lnTo>
                  <a:lnTo>
                    <a:pt x="7541" y="7942"/>
                  </a:lnTo>
                  <a:lnTo>
                    <a:pt x="7541" y="7942"/>
                  </a:lnTo>
                  <a:lnTo>
                    <a:pt x="7701" y="8323"/>
                  </a:lnTo>
                  <a:lnTo>
                    <a:pt x="7942" y="8764"/>
                  </a:lnTo>
                  <a:lnTo>
                    <a:pt x="8223" y="9225"/>
                  </a:lnTo>
                  <a:lnTo>
                    <a:pt x="8524" y="9727"/>
                  </a:lnTo>
                  <a:lnTo>
                    <a:pt x="9246" y="10810"/>
                  </a:lnTo>
                  <a:lnTo>
                    <a:pt x="10008" y="11993"/>
                  </a:lnTo>
                  <a:lnTo>
                    <a:pt x="10389" y="12615"/>
                  </a:lnTo>
                  <a:lnTo>
                    <a:pt x="10750" y="13236"/>
                  </a:lnTo>
                  <a:lnTo>
                    <a:pt x="11091" y="13878"/>
                  </a:lnTo>
                  <a:lnTo>
                    <a:pt x="11412" y="14520"/>
                  </a:lnTo>
                  <a:lnTo>
                    <a:pt x="11692" y="15182"/>
                  </a:lnTo>
                  <a:lnTo>
                    <a:pt x="11933" y="15823"/>
                  </a:lnTo>
                  <a:lnTo>
                    <a:pt x="12033" y="16144"/>
                  </a:lnTo>
                  <a:lnTo>
                    <a:pt x="12134" y="16465"/>
                  </a:lnTo>
                  <a:lnTo>
                    <a:pt x="12194" y="16786"/>
                  </a:lnTo>
                  <a:lnTo>
                    <a:pt x="12254" y="17107"/>
                  </a:lnTo>
                  <a:lnTo>
                    <a:pt x="12254" y="17107"/>
                  </a:lnTo>
                  <a:lnTo>
                    <a:pt x="12274" y="17367"/>
                  </a:lnTo>
                  <a:lnTo>
                    <a:pt x="12294" y="1762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8" name="Google Shape;5298;p21"/>
            <p:cNvSpPr/>
            <p:nvPr/>
          </p:nvSpPr>
          <p:spPr>
            <a:xfrm>
              <a:off x="11034725" y="3969025"/>
              <a:ext cx="113850" cy="428675"/>
            </a:xfrm>
            <a:custGeom>
              <a:avLst/>
              <a:gdLst/>
              <a:ahLst/>
              <a:cxnLst/>
              <a:rect l="l" t="t" r="r" b="b"/>
              <a:pathLst>
                <a:path w="4554" h="17147" extrusionOk="0">
                  <a:moveTo>
                    <a:pt x="4373" y="0"/>
                  </a:moveTo>
                  <a:lnTo>
                    <a:pt x="4112" y="281"/>
                  </a:lnTo>
                  <a:lnTo>
                    <a:pt x="3851" y="562"/>
                  </a:lnTo>
                  <a:lnTo>
                    <a:pt x="3611" y="863"/>
                  </a:lnTo>
                  <a:lnTo>
                    <a:pt x="3390" y="1163"/>
                  </a:lnTo>
                  <a:lnTo>
                    <a:pt x="3169" y="1484"/>
                  </a:lnTo>
                  <a:lnTo>
                    <a:pt x="2949" y="1805"/>
                  </a:lnTo>
                  <a:lnTo>
                    <a:pt x="2548" y="2467"/>
                  </a:lnTo>
                  <a:lnTo>
                    <a:pt x="2508" y="2266"/>
                  </a:lnTo>
                  <a:lnTo>
                    <a:pt x="2488" y="2226"/>
                  </a:lnTo>
                  <a:lnTo>
                    <a:pt x="2467" y="2206"/>
                  </a:lnTo>
                  <a:lnTo>
                    <a:pt x="2387" y="2186"/>
                  </a:lnTo>
                  <a:lnTo>
                    <a:pt x="2347" y="2206"/>
                  </a:lnTo>
                  <a:lnTo>
                    <a:pt x="2327" y="2226"/>
                  </a:lnTo>
                  <a:lnTo>
                    <a:pt x="2287" y="2246"/>
                  </a:lnTo>
                  <a:lnTo>
                    <a:pt x="2287" y="2286"/>
                  </a:lnTo>
                  <a:lnTo>
                    <a:pt x="2307" y="2547"/>
                  </a:lnTo>
                  <a:lnTo>
                    <a:pt x="2367" y="2828"/>
                  </a:lnTo>
                  <a:lnTo>
                    <a:pt x="2347" y="2848"/>
                  </a:lnTo>
                  <a:lnTo>
                    <a:pt x="2106" y="2768"/>
                  </a:lnTo>
                  <a:lnTo>
                    <a:pt x="1846" y="2728"/>
                  </a:lnTo>
                  <a:lnTo>
                    <a:pt x="1806" y="2728"/>
                  </a:lnTo>
                  <a:lnTo>
                    <a:pt x="1786" y="2768"/>
                  </a:lnTo>
                  <a:lnTo>
                    <a:pt x="1786" y="2788"/>
                  </a:lnTo>
                  <a:lnTo>
                    <a:pt x="1826" y="2808"/>
                  </a:lnTo>
                  <a:lnTo>
                    <a:pt x="2287" y="2988"/>
                  </a:lnTo>
                  <a:lnTo>
                    <a:pt x="2006" y="3570"/>
                  </a:lnTo>
                  <a:lnTo>
                    <a:pt x="1746" y="4172"/>
                  </a:lnTo>
                  <a:lnTo>
                    <a:pt x="1525" y="4793"/>
                  </a:lnTo>
                  <a:lnTo>
                    <a:pt x="1304" y="5415"/>
                  </a:lnTo>
                  <a:lnTo>
                    <a:pt x="1124" y="6037"/>
                  </a:lnTo>
                  <a:lnTo>
                    <a:pt x="963" y="6678"/>
                  </a:lnTo>
                  <a:lnTo>
                    <a:pt x="823" y="7300"/>
                  </a:lnTo>
                  <a:lnTo>
                    <a:pt x="703" y="7942"/>
                  </a:lnTo>
                  <a:lnTo>
                    <a:pt x="502" y="7962"/>
                  </a:lnTo>
                  <a:lnTo>
                    <a:pt x="302" y="7982"/>
                  </a:lnTo>
                  <a:lnTo>
                    <a:pt x="282" y="8002"/>
                  </a:lnTo>
                  <a:lnTo>
                    <a:pt x="261" y="8022"/>
                  </a:lnTo>
                  <a:lnTo>
                    <a:pt x="241" y="8062"/>
                  </a:lnTo>
                  <a:lnTo>
                    <a:pt x="282" y="8122"/>
                  </a:lnTo>
                  <a:lnTo>
                    <a:pt x="302" y="8122"/>
                  </a:lnTo>
                  <a:lnTo>
                    <a:pt x="322" y="8142"/>
                  </a:lnTo>
                  <a:lnTo>
                    <a:pt x="663" y="8142"/>
                  </a:lnTo>
                  <a:lnTo>
                    <a:pt x="542" y="9005"/>
                  </a:lnTo>
                  <a:lnTo>
                    <a:pt x="302" y="9025"/>
                  </a:lnTo>
                  <a:lnTo>
                    <a:pt x="61" y="9065"/>
                  </a:lnTo>
                  <a:lnTo>
                    <a:pt x="41" y="9085"/>
                  </a:lnTo>
                  <a:lnTo>
                    <a:pt x="21" y="9105"/>
                  </a:lnTo>
                  <a:lnTo>
                    <a:pt x="1" y="9165"/>
                  </a:lnTo>
                  <a:lnTo>
                    <a:pt x="41" y="9205"/>
                  </a:lnTo>
                  <a:lnTo>
                    <a:pt x="101" y="9245"/>
                  </a:lnTo>
                  <a:lnTo>
                    <a:pt x="382" y="9265"/>
                  </a:lnTo>
                  <a:lnTo>
                    <a:pt x="522" y="9245"/>
                  </a:lnTo>
                  <a:lnTo>
                    <a:pt x="462" y="9827"/>
                  </a:lnTo>
                  <a:lnTo>
                    <a:pt x="422" y="10408"/>
                  </a:lnTo>
                  <a:lnTo>
                    <a:pt x="382" y="10990"/>
                  </a:lnTo>
                  <a:lnTo>
                    <a:pt x="382" y="11572"/>
                  </a:lnTo>
                  <a:lnTo>
                    <a:pt x="402" y="12153"/>
                  </a:lnTo>
                  <a:lnTo>
                    <a:pt x="442" y="12735"/>
                  </a:lnTo>
                  <a:lnTo>
                    <a:pt x="502" y="13316"/>
                  </a:lnTo>
                  <a:lnTo>
                    <a:pt x="582" y="13878"/>
                  </a:lnTo>
                  <a:lnTo>
                    <a:pt x="683" y="14459"/>
                  </a:lnTo>
                  <a:lnTo>
                    <a:pt x="803" y="15021"/>
                  </a:lnTo>
                  <a:lnTo>
                    <a:pt x="983" y="15342"/>
                  </a:lnTo>
                  <a:lnTo>
                    <a:pt x="1164" y="15663"/>
                  </a:lnTo>
                  <a:lnTo>
                    <a:pt x="1364" y="15984"/>
                  </a:lnTo>
                  <a:lnTo>
                    <a:pt x="1565" y="16284"/>
                  </a:lnTo>
                  <a:lnTo>
                    <a:pt x="1344" y="15583"/>
                  </a:lnTo>
                  <a:lnTo>
                    <a:pt x="1164" y="14881"/>
                  </a:lnTo>
                  <a:lnTo>
                    <a:pt x="1004" y="14159"/>
                  </a:lnTo>
                  <a:lnTo>
                    <a:pt x="883" y="13437"/>
                  </a:lnTo>
                  <a:lnTo>
                    <a:pt x="803" y="12695"/>
                  </a:lnTo>
                  <a:lnTo>
                    <a:pt x="743" y="11953"/>
                  </a:lnTo>
                  <a:lnTo>
                    <a:pt x="743" y="11191"/>
                  </a:lnTo>
                  <a:lnTo>
                    <a:pt x="763" y="10408"/>
                  </a:lnTo>
                  <a:lnTo>
                    <a:pt x="803" y="9827"/>
                  </a:lnTo>
                  <a:lnTo>
                    <a:pt x="863" y="9245"/>
                  </a:lnTo>
                  <a:lnTo>
                    <a:pt x="1164" y="9225"/>
                  </a:lnTo>
                  <a:lnTo>
                    <a:pt x="1324" y="9205"/>
                  </a:lnTo>
                  <a:lnTo>
                    <a:pt x="1465" y="9165"/>
                  </a:lnTo>
                  <a:lnTo>
                    <a:pt x="1505" y="9125"/>
                  </a:lnTo>
                  <a:lnTo>
                    <a:pt x="1505" y="9065"/>
                  </a:lnTo>
                  <a:lnTo>
                    <a:pt x="1485" y="9025"/>
                  </a:lnTo>
                  <a:lnTo>
                    <a:pt x="1445" y="9005"/>
                  </a:lnTo>
                  <a:lnTo>
                    <a:pt x="1304" y="8965"/>
                  </a:lnTo>
                  <a:lnTo>
                    <a:pt x="903" y="8965"/>
                  </a:lnTo>
                  <a:lnTo>
                    <a:pt x="1024" y="8202"/>
                  </a:lnTo>
                  <a:lnTo>
                    <a:pt x="1405" y="8263"/>
                  </a:lnTo>
                  <a:lnTo>
                    <a:pt x="1465" y="8243"/>
                  </a:lnTo>
                  <a:lnTo>
                    <a:pt x="1505" y="8182"/>
                  </a:lnTo>
                  <a:lnTo>
                    <a:pt x="1525" y="8122"/>
                  </a:lnTo>
                  <a:lnTo>
                    <a:pt x="1505" y="8102"/>
                  </a:lnTo>
                  <a:lnTo>
                    <a:pt x="1465" y="8082"/>
                  </a:lnTo>
                  <a:lnTo>
                    <a:pt x="1264" y="8002"/>
                  </a:lnTo>
                  <a:lnTo>
                    <a:pt x="1044" y="7962"/>
                  </a:lnTo>
                  <a:lnTo>
                    <a:pt x="1164" y="7360"/>
                  </a:lnTo>
                  <a:lnTo>
                    <a:pt x="1304" y="6759"/>
                  </a:lnTo>
                  <a:lnTo>
                    <a:pt x="1465" y="6177"/>
                  </a:lnTo>
                  <a:lnTo>
                    <a:pt x="1625" y="5595"/>
                  </a:lnTo>
                  <a:lnTo>
                    <a:pt x="1826" y="5014"/>
                  </a:lnTo>
                  <a:lnTo>
                    <a:pt x="2046" y="4432"/>
                  </a:lnTo>
                  <a:lnTo>
                    <a:pt x="2267" y="3871"/>
                  </a:lnTo>
                  <a:lnTo>
                    <a:pt x="2528" y="3329"/>
                  </a:lnTo>
                  <a:lnTo>
                    <a:pt x="2608" y="3490"/>
                  </a:lnTo>
                  <a:lnTo>
                    <a:pt x="2708" y="3610"/>
                  </a:lnTo>
                  <a:lnTo>
                    <a:pt x="2728" y="3630"/>
                  </a:lnTo>
                  <a:lnTo>
                    <a:pt x="2748" y="3650"/>
                  </a:lnTo>
                  <a:lnTo>
                    <a:pt x="2808" y="3610"/>
                  </a:lnTo>
                  <a:lnTo>
                    <a:pt x="2828" y="3590"/>
                  </a:lnTo>
                  <a:lnTo>
                    <a:pt x="2849" y="3570"/>
                  </a:lnTo>
                  <a:lnTo>
                    <a:pt x="2808" y="3389"/>
                  </a:lnTo>
                  <a:lnTo>
                    <a:pt x="2768" y="3209"/>
                  </a:lnTo>
                  <a:lnTo>
                    <a:pt x="2949" y="3289"/>
                  </a:lnTo>
                  <a:lnTo>
                    <a:pt x="3049" y="3329"/>
                  </a:lnTo>
                  <a:lnTo>
                    <a:pt x="3149" y="3349"/>
                  </a:lnTo>
                  <a:lnTo>
                    <a:pt x="3189" y="3329"/>
                  </a:lnTo>
                  <a:lnTo>
                    <a:pt x="3209" y="3289"/>
                  </a:lnTo>
                  <a:lnTo>
                    <a:pt x="3209" y="3249"/>
                  </a:lnTo>
                  <a:lnTo>
                    <a:pt x="3209" y="3209"/>
                  </a:lnTo>
                  <a:lnTo>
                    <a:pt x="3089" y="3129"/>
                  </a:lnTo>
                  <a:lnTo>
                    <a:pt x="2969" y="3048"/>
                  </a:lnTo>
                  <a:lnTo>
                    <a:pt x="2708" y="2948"/>
                  </a:lnTo>
                  <a:lnTo>
                    <a:pt x="3109" y="2206"/>
                  </a:lnTo>
                  <a:lnTo>
                    <a:pt x="3550" y="1484"/>
                  </a:lnTo>
                  <a:lnTo>
                    <a:pt x="4032" y="782"/>
                  </a:lnTo>
                  <a:lnTo>
                    <a:pt x="4553" y="100"/>
                  </a:lnTo>
                  <a:lnTo>
                    <a:pt x="4373" y="0"/>
                  </a:lnTo>
                  <a:close/>
                  <a:moveTo>
                    <a:pt x="2287" y="17067"/>
                  </a:moveTo>
                  <a:lnTo>
                    <a:pt x="2387" y="17147"/>
                  </a:lnTo>
                  <a:lnTo>
                    <a:pt x="2387" y="17147"/>
                  </a:lnTo>
                  <a:lnTo>
                    <a:pt x="2367" y="17127"/>
                  </a:lnTo>
                  <a:lnTo>
                    <a:pt x="2347" y="17087"/>
                  </a:lnTo>
                  <a:lnTo>
                    <a:pt x="2287" y="17067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9" name="Google Shape;5299;p21"/>
            <p:cNvSpPr/>
            <p:nvPr/>
          </p:nvSpPr>
          <p:spPr>
            <a:xfrm>
              <a:off x="11091875" y="4395675"/>
              <a:ext cx="2550" cy="2025"/>
            </a:xfrm>
            <a:custGeom>
              <a:avLst/>
              <a:gdLst/>
              <a:ahLst/>
              <a:cxnLst/>
              <a:rect l="l" t="t" r="r" b="b"/>
              <a:pathLst>
                <a:path w="102" h="81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101" y="81"/>
                  </a:lnTo>
                  <a:lnTo>
                    <a:pt x="101" y="81"/>
                  </a:lnTo>
                  <a:lnTo>
                    <a:pt x="81" y="61"/>
                  </a:lnTo>
                  <a:lnTo>
                    <a:pt x="61" y="21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0" name="Google Shape;5300;p21"/>
            <p:cNvSpPr/>
            <p:nvPr/>
          </p:nvSpPr>
          <p:spPr>
            <a:xfrm>
              <a:off x="10977575" y="3959000"/>
              <a:ext cx="307350" cy="566550"/>
            </a:xfrm>
            <a:custGeom>
              <a:avLst/>
              <a:gdLst/>
              <a:ahLst/>
              <a:cxnLst/>
              <a:rect l="l" t="t" r="r" b="b"/>
              <a:pathLst>
                <a:path w="12294" h="22662" extrusionOk="0">
                  <a:moveTo>
                    <a:pt x="3851" y="16685"/>
                  </a:moveTo>
                  <a:lnTo>
                    <a:pt x="4032" y="17147"/>
                  </a:lnTo>
                  <a:lnTo>
                    <a:pt x="4212" y="17608"/>
                  </a:lnTo>
                  <a:lnTo>
                    <a:pt x="4372" y="17528"/>
                  </a:lnTo>
                  <a:lnTo>
                    <a:pt x="4553" y="17468"/>
                  </a:lnTo>
                  <a:lnTo>
                    <a:pt x="4573" y="17468"/>
                  </a:lnTo>
                  <a:lnTo>
                    <a:pt x="4392" y="17287"/>
                  </a:lnTo>
                  <a:lnTo>
                    <a:pt x="4192" y="17087"/>
                  </a:lnTo>
                  <a:lnTo>
                    <a:pt x="3851" y="16685"/>
                  </a:lnTo>
                  <a:close/>
                  <a:moveTo>
                    <a:pt x="6017" y="0"/>
                  </a:moveTo>
                  <a:lnTo>
                    <a:pt x="5776" y="140"/>
                  </a:lnTo>
                  <a:lnTo>
                    <a:pt x="5536" y="301"/>
                  </a:lnTo>
                  <a:lnTo>
                    <a:pt x="5295" y="481"/>
                  </a:lnTo>
                  <a:lnTo>
                    <a:pt x="5054" y="682"/>
                  </a:lnTo>
                  <a:lnTo>
                    <a:pt x="4814" y="923"/>
                  </a:lnTo>
                  <a:lnTo>
                    <a:pt x="4553" y="1163"/>
                  </a:lnTo>
                  <a:lnTo>
                    <a:pt x="4312" y="1444"/>
                  </a:lnTo>
                  <a:lnTo>
                    <a:pt x="4072" y="1725"/>
                  </a:lnTo>
                  <a:lnTo>
                    <a:pt x="3811" y="2026"/>
                  </a:lnTo>
                  <a:lnTo>
                    <a:pt x="3570" y="2367"/>
                  </a:lnTo>
                  <a:lnTo>
                    <a:pt x="3089" y="3068"/>
                  </a:lnTo>
                  <a:lnTo>
                    <a:pt x="2628" y="3830"/>
                  </a:lnTo>
                  <a:lnTo>
                    <a:pt x="2187" y="4633"/>
                  </a:lnTo>
                  <a:lnTo>
                    <a:pt x="1765" y="5495"/>
                  </a:lnTo>
                  <a:lnTo>
                    <a:pt x="1384" y="6397"/>
                  </a:lnTo>
                  <a:lnTo>
                    <a:pt x="1204" y="6879"/>
                  </a:lnTo>
                  <a:lnTo>
                    <a:pt x="1023" y="7340"/>
                  </a:lnTo>
                  <a:lnTo>
                    <a:pt x="863" y="7821"/>
                  </a:lnTo>
                  <a:lnTo>
                    <a:pt x="723" y="8323"/>
                  </a:lnTo>
                  <a:lnTo>
                    <a:pt x="582" y="8804"/>
                  </a:lnTo>
                  <a:lnTo>
                    <a:pt x="462" y="9305"/>
                  </a:lnTo>
                  <a:lnTo>
                    <a:pt x="341" y="9807"/>
                  </a:lnTo>
                  <a:lnTo>
                    <a:pt x="241" y="10308"/>
                  </a:lnTo>
                  <a:lnTo>
                    <a:pt x="161" y="10830"/>
                  </a:lnTo>
                  <a:lnTo>
                    <a:pt x="101" y="11331"/>
                  </a:lnTo>
                  <a:lnTo>
                    <a:pt x="61" y="11852"/>
                  </a:lnTo>
                  <a:lnTo>
                    <a:pt x="21" y="12354"/>
                  </a:lnTo>
                  <a:lnTo>
                    <a:pt x="1" y="13036"/>
                  </a:lnTo>
                  <a:lnTo>
                    <a:pt x="21" y="13818"/>
                  </a:lnTo>
                  <a:lnTo>
                    <a:pt x="81" y="14600"/>
                  </a:lnTo>
                  <a:lnTo>
                    <a:pt x="181" y="15362"/>
                  </a:lnTo>
                  <a:lnTo>
                    <a:pt x="321" y="16124"/>
                  </a:lnTo>
                  <a:lnTo>
                    <a:pt x="502" y="16886"/>
                  </a:lnTo>
                  <a:lnTo>
                    <a:pt x="723" y="17608"/>
                  </a:lnTo>
                  <a:lnTo>
                    <a:pt x="963" y="18310"/>
                  </a:lnTo>
                  <a:lnTo>
                    <a:pt x="1244" y="18992"/>
                  </a:lnTo>
                  <a:lnTo>
                    <a:pt x="1545" y="19613"/>
                  </a:lnTo>
                  <a:lnTo>
                    <a:pt x="1886" y="20215"/>
                  </a:lnTo>
                  <a:lnTo>
                    <a:pt x="2046" y="20496"/>
                  </a:lnTo>
                  <a:lnTo>
                    <a:pt x="2247" y="20757"/>
                  </a:lnTo>
                  <a:lnTo>
                    <a:pt x="2427" y="20997"/>
                  </a:lnTo>
                  <a:lnTo>
                    <a:pt x="2628" y="21238"/>
                  </a:lnTo>
                  <a:lnTo>
                    <a:pt x="2828" y="21438"/>
                  </a:lnTo>
                  <a:lnTo>
                    <a:pt x="3029" y="21639"/>
                  </a:lnTo>
                  <a:lnTo>
                    <a:pt x="3249" y="21839"/>
                  </a:lnTo>
                  <a:lnTo>
                    <a:pt x="3450" y="22000"/>
                  </a:lnTo>
                  <a:lnTo>
                    <a:pt x="3671" y="22140"/>
                  </a:lnTo>
                  <a:lnTo>
                    <a:pt x="3911" y="22261"/>
                  </a:lnTo>
                  <a:lnTo>
                    <a:pt x="4132" y="22381"/>
                  </a:lnTo>
                  <a:lnTo>
                    <a:pt x="4372" y="22461"/>
                  </a:lnTo>
                  <a:lnTo>
                    <a:pt x="4693" y="22561"/>
                  </a:lnTo>
                  <a:lnTo>
                    <a:pt x="5034" y="22622"/>
                  </a:lnTo>
                  <a:lnTo>
                    <a:pt x="5395" y="22642"/>
                  </a:lnTo>
                  <a:lnTo>
                    <a:pt x="5796" y="22662"/>
                  </a:lnTo>
                  <a:lnTo>
                    <a:pt x="6318" y="22642"/>
                  </a:lnTo>
                  <a:lnTo>
                    <a:pt x="6859" y="22581"/>
                  </a:lnTo>
                  <a:lnTo>
                    <a:pt x="7401" y="22481"/>
                  </a:lnTo>
                  <a:lnTo>
                    <a:pt x="7962" y="22341"/>
                  </a:lnTo>
                  <a:lnTo>
                    <a:pt x="8504" y="22160"/>
                  </a:lnTo>
                  <a:lnTo>
                    <a:pt x="9045" y="21940"/>
                  </a:lnTo>
                  <a:lnTo>
                    <a:pt x="9567" y="21659"/>
                  </a:lnTo>
                  <a:lnTo>
                    <a:pt x="9827" y="21519"/>
                  </a:lnTo>
                  <a:lnTo>
                    <a:pt x="10068" y="21358"/>
                  </a:lnTo>
                  <a:lnTo>
                    <a:pt x="10309" y="21198"/>
                  </a:lnTo>
                  <a:lnTo>
                    <a:pt x="10529" y="21017"/>
                  </a:lnTo>
                  <a:lnTo>
                    <a:pt x="10750" y="20837"/>
                  </a:lnTo>
                  <a:lnTo>
                    <a:pt x="10950" y="20636"/>
                  </a:lnTo>
                  <a:lnTo>
                    <a:pt x="11151" y="20436"/>
                  </a:lnTo>
                  <a:lnTo>
                    <a:pt x="11331" y="20215"/>
                  </a:lnTo>
                  <a:lnTo>
                    <a:pt x="11512" y="19974"/>
                  </a:lnTo>
                  <a:lnTo>
                    <a:pt x="11672" y="19754"/>
                  </a:lnTo>
                  <a:lnTo>
                    <a:pt x="11813" y="19493"/>
                  </a:lnTo>
                  <a:lnTo>
                    <a:pt x="11933" y="19252"/>
                  </a:lnTo>
                  <a:lnTo>
                    <a:pt x="12033" y="18972"/>
                  </a:lnTo>
                  <a:lnTo>
                    <a:pt x="12134" y="18691"/>
                  </a:lnTo>
                  <a:lnTo>
                    <a:pt x="12194" y="18410"/>
                  </a:lnTo>
                  <a:lnTo>
                    <a:pt x="12254" y="18109"/>
                  </a:lnTo>
                  <a:lnTo>
                    <a:pt x="12294" y="17809"/>
                  </a:lnTo>
                  <a:lnTo>
                    <a:pt x="12294" y="17488"/>
                  </a:lnTo>
                  <a:lnTo>
                    <a:pt x="12294" y="17327"/>
                  </a:lnTo>
                  <a:lnTo>
                    <a:pt x="12093" y="17508"/>
                  </a:lnTo>
                  <a:lnTo>
                    <a:pt x="11873" y="17688"/>
                  </a:lnTo>
                  <a:lnTo>
                    <a:pt x="11652" y="17849"/>
                  </a:lnTo>
                  <a:lnTo>
                    <a:pt x="11432" y="18009"/>
                  </a:lnTo>
                  <a:lnTo>
                    <a:pt x="11191" y="18149"/>
                  </a:lnTo>
                  <a:lnTo>
                    <a:pt x="10950" y="18290"/>
                  </a:lnTo>
                  <a:lnTo>
                    <a:pt x="10710" y="18410"/>
                  </a:lnTo>
                  <a:lnTo>
                    <a:pt x="10469" y="18510"/>
                  </a:lnTo>
                  <a:lnTo>
                    <a:pt x="10208" y="18611"/>
                  </a:lnTo>
                  <a:lnTo>
                    <a:pt x="9948" y="18691"/>
                  </a:lnTo>
                  <a:lnTo>
                    <a:pt x="9687" y="18771"/>
                  </a:lnTo>
                  <a:lnTo>
                    <a:pt x="9426" y="18831"/>
                  </a:lnTo>
                  <a:lnTo>
                    <a:pt x="9145" y="18871"/>
                  </a:lnTo>
                  <a:lnTo>
                    <a:pt x="8885" y="18912"/>
                  </a:lnTo>
                  <a:lnTo>
                    <a:pt x="8604" y="18932"/>
                  </a:lnTo>
                  <a:lnTo>
                    <a:pt x="7942" y="18932"/>
                  </a:lnTo>
                  <a:lnTo>
                    <a:pt x="7561" y="18891"/>
                  </a:lnTo>
                  <a:lnTo>
                    <a:pt x="7180" y="18811"/>
                  </a:lnTo>
                  <a:lnTo>
                    <a:pt x="6799" y="18711"/>
                  </a:lnTo>
                  <a:lnTo>
                    <a:pt x="6478" y="18611"/>
                  </a:lnTo>
                  <a:lnTo>
                    <a:pt x="6197" y="18510"/>
                  </a:lnTo>
                  <a:lnTo>
                    <a:pt x="5917" y="18370"/>
                  </a:lnTo>
                  <a:lnTo>
                    <a:pt x="5636" y="18230"/>
                  </a:lnTo>
                  <a:lnTo>
                    <a:pt x="5375" y="18089"/>
                  </a:lnTo>
                  <a:lnTo>
                    <a:pt x="5135" y="17909"/>
                  </a:lnTo>
                  <a:lnTo>
                    <a:pt x="4894" y="17748"/>
                  </a:lnTo>
                  <a:lnTo>
                    <a:pt x="4673" y="17548"/>
                  </a:lnTo>
                  <a:lnTo>
                    <a:pt x="4653" y="17588"/>
                  </a:lnTo>
                  <a:lnTo>
                    <a:pt x="4633" y="17608"/>
                  </a:lnTo>
                  <a:lnTo>
                    <a:pt x="4473" y="17708"/>
                  </a:lnTo>
                  <a:lnTo>
                    <a:pt x="4292" y="17809"/>
                  </a:lnTo>
                  <a:lnTo>
                    <a:pt x="4513" y="18330"/>
                  </a:lnTo>
                  <a:lnTo>
                    <a:pt x="4653" y="18210"/>
                  </a:lnTo>
                  <a:lnTo>
                    <a:pt x="4774" y="18109"/>
                  </a:lnTo>
                  <a:lnTo>
                    <a:pt x="4914" y="18029"/>
                  </a:lnTo>
                  <a:lnTo>
                    <a:pt x="5074" y="17949"/>
                  </a:lnTo>
                  <a:lnTo>
                    <a:pt x="5114" y="17949"/>
                  </a:lnTo>
                  <a:lnTo>
                    <a:pt x="5155" y="17969"/>
                  </a:lnTo>
                  <a:lnTo>
                    <a:pt x="5195" y="18009"/>
                  </a:lnTo>
                  <a:lnTo>
                    <a:pt x="5195" y="18089"/>
                  </a:lnTo>
                  <a:lnTo>
                    <a:pt x="5175" y="18129"/>
                  </a:lnTo>
                  <a:lnTo>
                    <a:pt x="5054" y="18250"/>
                  </a:lnTo>
                  <a:lnTo>
                    <a:pt x="4914" y="18370"/>
                  </a:lnTo>
                  <a:lnTo>
                    <a:pt x="4653" y="18571"/>
                  </a:lnTo>
                  <a:lnTo>
                    <a:pt x="4894" y="19052"/>
                  </a:lnTo>
                  <a:lnTo>
                    <a:pt x="5155" y="19533"/>
                  </a:lnTo>
                  <a:lnTo>
                    <a:pt x="5435" y="20015"/>
                  </a:lnTo>
                  <a:lnTo>
                    <a:pt x="5716" y="20476"/>
                  </a:lnTo>
                  <a:lnTo>
                    <a:pt x="6017" y="20937"/>
                  </a:lnTo>
                  <a:lnTo>
                    <a:pt x="6338" y="21398"/>
                  </a:lnTo>
                  <a:lnTo>
                    <a:pt x="6679" y="21860"/>
                  </a:lnTo>
                  <a:lnTo>
                    <a:pt x="7020" y="22301"/>
                  </a:lnTo>
                  <a:lnTo>
                    <a:pt x="7040" y="22361"/>
                  </a:lnTo>
                  <a:lnTo>
                    <a:pt x="7040" y="22421"/>
                  </a:lnTo>
                  <a:lnTo>
                    <a:pt x="7000" y="22461"/>
                  </a:lnTo>
                  <a:lnTo>
                    <a:pt x="6919" y="22461"/>
                  </a:lnTo>
                  <a:lnTo>
                    <a:pt x="6879" y="22441"/>
                  </a:lnTo>
                  <a:lnTo>
                    <a:pt x="6498" y="22040"/>
                  </a:lnTo>
                  <a:lnTo>
                    <a:pt x="6137" y="21619"/>
                  </a:lnTo>
                  <a:lnTo>
                    <a:pt x="5796" y="21178"/>
                  </a:lnTo>
                  <a:lnTo>
                    <a:pt x="5475" y="20736"/>
                  </a:lnTo>
                  <a:lnTo>
                    <a:pt x="5155" y="20295"/>
                  </a:lnTo>
                  <a:lnTo>
                    <a:pt x="4874" y="19814"/>
                  </a:lnTo>
                  <a:lnTo>
                    <a:pt x="4593" y="19353"/>
                  </a:lnTo>
                  <a:lnTo>
                    <a:pt x="4332" y="18851"/>
                  </a:lnTo>
                  <a:lnTo>
                    <a:pt x="4132" y="19072"/>
                  </a:lnTo>
                  <a:lnTo>
                    <a:pt x="3911" y="19293"/>
                  </a:lnTo>
                  <a:lnTo>
                    <a:pt x="3891" y="19313"/>
                  </a:lnTo>
                  <a:lnTo>
                    <a:pt x="3811" y="19313"/>
                  </a:lnTo>
                  <a:lnTo>
                    <a:pt x="3771" y="19272"/>
                  </a:lnTo>
                  <a:lnTo>
                    <a:pt x="3771" y="19232"/>
                  </a:lnTo>
                  <a:lnTo>
                    <a:pt x="3771" y="19192"/>
                  </a:lnTo>
                  <a:lnTo>
                    <a:pt x="3871" y="19032"/>
                  </a:lnTo>
                  <a:lnTo>
                    <a:pt x="3971" y="18891"/>
                  </a:lnTo>
                  <a:lnTo>
                    <a:pt x="4212" y="18611"/>
                  </a:lnTo>
                  <a:lnTo>
                    <a:pt x="3951" y="17989"/>
                  </a:lnTo>
                  <a:lnTo>
                    <a:pt x="3671" y="18169"/>
                  </a:lnTo>
                  <a:lnTo>
                    <a:pt x="3410" y="18350"/>
                  </a:lnTo>
                  <a:lnTo>
                    <a:pt x="3370" y="18370"/>
                  </a:lnTo>
                  <a:lnTo>
                    <a:pt x="3350" y="18350"/>
                  </a:lnTo>
                  <a:lnTo>
                    <a:pt x="3310" y="18330"/>
                  </a:lnTo>
                  <a:lnTo>
                    <a:pt x="3310" y="18290"/>
                  </a:lnTo>
                  <a:lnTo>
                    <a:pt x="3330" y="18250"/>
                  </a:lnTo>
                  <a:lnTo>
                    <a:pt x="3590" y="18029"/>
                  </a:lnTo>
                  <a:lnTo>
                    <a:pt x="3871" y="17829"/>
                  </a:lnTo>
                  <a:lnTo>
                    <a:pt x="3630" y="17247"/>
                  </a:lnTo>
                  <a:lnTo>
                    <a:pt x="3430" y="16645"/>
                  </a:lnTo>
                  <a:lnTo>
                    <a:pt x="3249" y="16044"/>
                  </a:lnTo>
                  <a:lnTo>
                    <a:pt x="3089" y="15422"/>
                  </a:lnTo>
                  <a:lnTo>
                    <a:pt x="2949" y="15121"/>
                  </a:lnTo>
                  <a:lnTo>
                    <a:pt x="2828" y="14800"/>
                  </a:lnTo>
                  <a:lnTo>
                    <a:pt x="2608" y="14179"/>
                  </a:lnTo>
                  <a:lnTo>
                    <a:pt x="2427" y="13517"/>
                  </a:lnTo>
                  <a:lnTo>
                    <a:pt x="2287" y="12855"/>
                  </a:lnTo>
                  <a:lnTo>
                    <a:pt x="2207" y="12374"/>
                  </a:lnTo>
                  <a:lnTo>
                    <a:pt x="2146" y="11872"/>
                  </a:lnTo>
                  <a:lnTo>
                    <a:pt x="2126" y="11391"/>
                  </a:lnTo>
                  <a:lnTo>
                    <a:pt x="2106" y="10890"/>
                  </a:lnTo>
                  <a:lnTo>
                    <a:pt x="2106" y="10408"/>
                  </a:lnTo>
                  <a:lnTo>
                    <a:pt x="2106" y="9907"/>
                  </a:lnTo>
                  <a:lnTo>
                    <a:pt x="2146" y="9426"/>
                  </a:lnTo>
                  <a:lnTo>
                    <a:pt x="2207" y="8924"/>
                  </a:lnTo>
                  <a:lnTo>
                    <a:pt x="2267" y="8443"/>
                  </a:lnTo>
                  <a:lnTo>
                    <a:pt x="2347" y="7962"/>
                  </a:lnTo>
                  <a:lnTo>
                    <a:pt x="2447" y="7460"/>
                  </a:lnTo>
                  <a:lnTo>
                    <a:pt x="2547" y="6979"/>
                  </a:lnTo>
                  <a:lnTo>
                    <a:pt x="2688" y="6518"/>
                  </a:lnTo>
                  <a:lnTo>
                    <a:pt x="2828" y="6036"/>
                  </a:lnTo>
                  <a:lnTo>
                    <a:pt x="2969" y="5575"/>
                  </a:lnTo>
                  <a:lnTo>
                    <a:pt x="3129" y="5114"/>
                  </a:lnTo>
                  <a:lnTo>
                    <a:pt x="3410" y="4412"/>
                  </a:lnTo>
                  <a:lnTo>
                    <a:pt x="3711" y="3730"/>
                  </a:lnTo>
                  <a:lnTo>
                    <a:pt x="4052" y="3068"/>
                  </a:lnTo>
                  <a:lnTo>
                    <a:pt x="4232" y="2748"/>
                  </a:lnTo>
                  <a:lnTo>
                    <a:pt x="4433" y="2427"/>
                  </a:lnTo>
                  <a:lnTo>
                    <a:pt x="4633" y="2106"/>
                  </a:lnTo>
                  <a:lnTo>
                    <a:pt x="4854" y="1805"/>
                  </a:lnTo>
                  <a:lnTo>
                    <a:pt x="5074" y="1524"/>
                  </a:lnTo>
                  <a:lnTo>
                    <a:pt x="5315" y="1243"/>
                  </a:lnTo>
                  <a:lnTo>
                    <a:pt x="5556" y="963"/>
                  </a:lnTo>
                  <a:lnTo>
                    <a:pt x="5816" y="702"/>
                  </a:lnTo>
                  <a:lnTo>
                    <a:pt x="6097" y="461"/>
                  </a:lnTo>
                  <a:lnTo>
                    <a:pt x="6378" y="221"/>
                  </a:lnTo>
                  <a:lnTo>
                    <a:pt x="6017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1" name="Google Shape;5301;p21"/>
            <p:cNvSpPr/>
            <p:nvPr/>
          </p:nvSpPr>
          <p:spPr>
            <a:xfrm>
              <a:off x="11073850" y="4376125"/>
              <a:ext cx="18050" cy="23075"/>
            </a:xfrm>
            <a:custGeom>
              <a:avLst/>
              <a:gdLst/>
              <a:ahLst/>
              <a:cxnLst/>
              <a:rect l="l" t="t" r="r" b="b"/>
              <a:pathLst>
                <a:path w="722" h="923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181" y="462"/>
                  </a:lnTo>
                  <a:lnTo>
                    <a:pt x="361" y="923"/>
                  </a:lnTo>
                  <a:lnTo>
                    <a:pt x="361" y="923"/>
                  </a:lnTo>
                  <a:lnTo>
                    <a:pt x="521" y="843"/>
                  </a:lnTo>
                  <a:lnTo>
                    <a:pt x="702" y="783"/>
                  </a:lnTo>
                  <a:lnTo>
                    <a:pt x="702" y="783"/>
                  </a:lnTo>
                  <a:lnTo>
                    <a:pt x="722" y="783"/>
                  </a:lnTo>
                  <a:lnTo>
                    <a:pt x="722" y="783"/>
                  </a:lnTo>
                  <a:lnTo>
                    <a:pt x="722" y="783"/>
                  </a:lnTo>
                  <a:lnTo>
                    <a:pt x="722" y="783"/>
                  </a:lnTo>
                  <a:lnTo>
                    <a:pt x="541" y="602"/>
                  </a:lnTo>
                  <a:lnTo>
                    <a:pt x="341" y="402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2" name="Google Shape;5302;p21"/>
            <p:cNvSpPr/>
            <p:nvPr/>
          </p:nvSpPr>
          <p:spPr>
            <a:xfrm>
              <a:off x="11054775" y="4344550"/>
              <a:ext cx="98800" cy="176000"/>
            </a:xfrm>
            <a:custGeom>
              <a:avLst/>
              <a:gdLst/>
              <a:ahLst/>
              <a:cxnLst/>
              <a:rect l="l" t="t" r="r" b="b"/>
              <a:pathLst>
                <a:path w="3952" h="7040" extrusionOk="0">
                  <a:moveTo>
                    <a:pt x="1" y="0"/>
                  </a:moveTo>
                  <a:lnTo>
                    <a:pt x="161" y="622"/>
                  </a:lnTo>
                  <a:lnTo>
                    <a:pt x="342" y="1223"/>
                  </a:lnTo>
                  <a:lnTo>
                    <a:pt x="542" y="1825"/>
                  </a:lnTo>
                  <a:lnTo>
                    <a:pt x="783" y="2407"/>
                  </a:lnTo>
                  <a:lnTo>
                    <a:pt x="502" y="2607"/>
                  </a:lnTo>
                  <a:lnTo>
                    <a:pt x="242" y="2828"/>
                  </a:lnTo>
                  <a:lnTo>
                    <a:pt x="222" y="2868"/>
                  </a:lnTo>
                  <a:lnTo>
                    <a:pt x="222" y="2908"/>
                  </a:lnTo>
                  <a:lnTo>
                    <a:pt x="262" y="2928"/>
                  </a:lnTo>
                  <a:lnTo>
                    <a:pt x="282" y="2948"/>
                  </a:lnTo>
                  <a:lnTo>
                    <a:pt x="322" y="2928"/>
                  </a:lnTo>
                  <a:lnTo>
                    <a:pt x="583" y="2747"/>
                  </a:lnTo>
                  <a:lnTo>
                    <a:pt x="863" y="2567"/>
                  </a:lnTo>
                  <a:lnTo>
                    <a:pt x="1124" y="3189"/>
                  </a:lnTo>
                  <a:lnTo>
                    <a:pt x="883" y="3469"/>
                  </a:lnTo>
                  <a:lnTo>
                    <a:pt x="783" y="3610"/>
                  </a:lnTo>
                  <a:lnTo>
                    <a:pt x="683" y="3770"/>
                  </a:lnTo>
                  <a:lnTo>
                    <a:pt x="683" y="3810"/>
                  </a:lnTo>
                  <a:lnTo>
                    <a:pt x="683" y="3850"/>
                  </a:lnTo>
                  <a:lnTo>
                    <a:pt x="723" y="3891"/>
                  </a:lnTo>
                  <a:lnTo>
                    <a:pt x="803" y="3891"/>
                  </a:lnTo>
                  <a:lnTo>
                    <a:pt x="823" y="3871"/>
                  </a:lnTo>
                  <a:lnTo>
                    <a:pt x="1044" y="3650"/>
                  </a:lnTo>
                  <a:lnTo>
                    <a:pt x="1244" y="3429"/>
                  </a:lnTo>
                  <a:lnTo>
                    <a:pt x="1505" y="3931"/>
                  </a:lnTo>
                  <a:lnTo>
                    <a:pt x="1786" y="4392"/>
                  </a:lnTo>
                  <a:lnTo>
                    <a:pt x="2067" y="4873"/>
                  </a:lnTo>
                  <a:lnTo>
                    <a:pt x="2387" y="5314"/>
                  </a:lnTo>
                  <a:lnTo>
                    <a:pt x="2708" y="5756"/>
                  </a:lnTo>
                  <a:lnTo>
                    <a:pt x="3049" y="6197"/>
                  </a:lnTo>
                  <a:lnTo>
                    <a:pt x="3410" y="6618"/>
                  </a:lnTo>
                  <a:lnTo>
                    <a:pt x="3791" y="7019"/>
                  </a:lnTo>
                  <a:lnTo>
                    <a:pt x="3831" y="7039"/>
                  </a:lnTo>
                  <a:lnTo>
                    <a:pt x="3912" y="7039"/>
                  </a:lnTo>
                  <a:lnTo>
                    <a:pt x="3952" y="6999"/>
                  </a:lnTo>
                  <a:lnTo>
                    <a:pt x="3952" y="6939"/>
                  </a:lnTo>
                  <a:lnTo>
                    <a:pt x="3932" y="6879"/>
                  </a:lnTo>
                  <a:lnTo>
                    <a:pt x="3591" y="6438"/>
                  </a:lnTo>
                  <a:lnTo>
                    <a:pt x="3250" y="5976"/>
                  </a:lnTo>
                  <a:lnTo>
                    <a:pt x="2929" y="5515"/>
                  </a:lnTo>
                  <a:lnTo>
                    <a:pt x="2628" y="5054"/>
                  </a:lnTo>
                  <a:lnTo>
                    <a:pt x="2347" y="4593"/>
                  </a:lnTo>
                  <a:lnTo>
                    <a:pt x="2067" y="4111"/>
                  </a:lnTo>
                  <a:lnTo>
                    <a:pt x="1806" y="3630"/>
                  </a:lnTo>
                  <a:lnTo>
                    <a:pt x="1565" y="3149"/>
                  </a:lnTo>
                  <a:lnTo>
                    <a:pt x="1826" y="2948"/>
                  </a:lnTo>
                  <a:lnTo>
                    <a:pt x="1966" y="2828"/>
                  </a:lnTo>
                  <a:lnTo>
                    <a:pt x="2087" y="2707"/>
                  </a:lnTo>
                  <a:lnTo>
                    <a:pt x="2107" y="2667"/>
                  </a:lnTo>
                  <a:lnTo>
                    <a:pt x="2107" y="2587"/>
                  </a:lnTo>
                  <a:lnTo>
                    <a:pt x="2067" y="2547"/>
                  </a:lnTo>
                  <a:lnTo>
                    <a:pt x="2026" y="2527"/>
                  </a:lnTo>
                  <a:lnTo>
                    <a:pt x="1986" y="2527"/>
                  </a:lnTo>
                  <a:lnTo>
                    <a:pt x="1826" y="2607"/>
                  </a:lnTo>
                  <a:lnTo>
                    <a:pt x="1686" y="2687"/>
                  </a:lnTo>
                  <a:lnTo>
                    <a:pt x="1565" y="2788"/>
                  </a:lnTo>
                  <a:lnTo>
                    <a:pt x="1425" y="2908"/>
                  </a:lnTo>
                  <a:lnTo>
                    <a:pt x="1204" y="2387"/>
                  </a:lnTo>
                  <a:lnTo>
                    <a:pt x="1385" y="2286"/>
                  </a:lnTo>
                  <a:lnTo>
                    <a:pt x="1545" y="2186"/>
                  </a:lnTo>
                  <a:lnTo>
                    <a:pt x="1565" y="2166"/>
                  </a:lnTo>
                  <a:lnTo>
                    <a:pt x="1585" y="2126"/>
                  </a:lnTo>
                  <a:lnTo>
                    <a:pt x="1485" y="2046"/>
                  </a:lnTo>
                  <a:lnTo>
                    <a:pt x="1465" y="2046"/>
                  </a:lnTo>
                  <a:lnTo>
                    <a:pt x="1284" y="2106"/>
                  </a:lnTo>
                  <a:lnTo>
                    <a:pt x="1124" y="2186"/>
                  </a:lnTo>
                  <a:lnTo>
                    <a:pt x="944" y="1725"/>
                  </a:lnTo>
                  <a:lnTo>
                    <a:pt x="763" y="1263"/>
                  </a:lnTo>
                  <a:lnTo>
                    <a:pt x="562" y="963"/>
                  </a:lnTo>
                  <a:lnTo>
                    <a:pt x="362" y="642"/>
                  </a:lnTo>
                  <a:lnTo>
                    <a:pt x="181" y="32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3" name="Google Shape;5303;p21"/>
            <p:cNvSpPr/>
            <p:nvPr/>
          </p:nvSpPr>
          <p:spPr>
            <a:xfrm>
              <a:off x="11551625" y="3950975"/>
              <a:ext cx="307875" cy="574575"/>
            </a:xfrm>
            <a:custGeom>
              <a:avLst/>
              <a:gdLst/>
              <a:ahLst/>
              <a:cxnLst/>
              <a:rect l="l" t="t" r="r" b="b"/>
              <a:pathLst>
                <a:path w="12315" h="22983" extrusionOk="0">
                  <a:moveTo>
                    <a:pt x="5275" y="0"/>
                  </a:moveTo>
                  <a:lnTo>
                    <a:pt x="5095" y="20"/>
                  </a:lnTo>
                  <a:lnTo>
                    <a:pt x="4954" y="40"/>
                  </a:lnTo>
                  <a:lnTo>
                    <a:pt x="4854" y="100"/>
                  </a:lnTo>
                  <a:lnTo>
                    <a:pt x="4754" y="181"/>
                  </a:lnTo>
                  <a:lnTo>
                    <a:pt x="4674" y="301"/>
                  </a:lnTo>
                  <a:lnTo>
                    <a:pt x="4593" y="461"/>
                  </a:lnTo>
                  <a:lnTo>
                    <a:pt x="4553" y="622"/>
                  </a:lnTo>
                  <a:lnTo>
                    <a:pt x="4513" y="822"/>
                  </a:lnTo>
                  <a:lnTo>
                    <a:pt x="4493" y="1023"/>
                  </a:lnTo>
                  <a:lnTo>
                    <a:pt x="4473" y="1524"/>
                  </a:lnTo>
                  <a:lnTo>
                    <a:pt x="4513" y="2066"/>
                  </a:lnTo>
                  <a:lnTo>
                    <a:pt x="4553" y="2667"/>
                  </a:lnTo>
                  <a:lnTo>
                    <a:pt x="4634" y="3289"/>
                  </a:lnTo>
                  <a:lnTo>
                    <a:pt x="4794" y="4613"/>
                  </a:lnTo>
                  <a:lnTo>
                    <a:pt x="4874" y="5275"/>
                  </a:lnTo>
                  <a:lnTo>
                    <a:pt x="4914" y="5916"/>
                  </a:lnTo>
                  <a:lnTo>
                    <a:pt x="4954" y="6498"/>
                  </a:lnTo>
                  <a:lnTo>
                    <a:pt x="4934" y="7059"/>
                  </a:lnTo>
                  <a:lnTo>
                    <a:pt x="4914" y="7320"/>
                  </a:lnTo>
                  <a:lnTo>
                    <a:pt x="4874" y="7541"/>
                  </a:lnTo>
                  <a:lnTo>
                    <a:pt x="4834" y="7761"/>
                  </a:lnTo>
                  <a:lnTo>
                    <a:pt x="4774" y="7962"/>
                  </a:lnTo>
                  <a:lnTo>
                    <a:pt x="4593" y="8343"/>
                  </a:lnTo>
                  <a:lnTo>
                    <a:pt x="4373" y="8784"/>
                  </a:lnTo>
                  <a:lnTo>
                    <a:pt x="4092" y="9245"/>
                  </a:lnTo>
                  <a:lnTo>
                    <a:pt x="3771" y="9747"/>
                  </a:lnTo>
                  <a:lnTo>
                    <a:pt x="3069" y="10830"/>
                  </a:lnTo>
                  <a:lnTo>
                    <a:pt x="2307" y="12013"/>
                  </a:lnTo>
                  <a:lnTo>
                    <a:pt x="1926" y="12635"/>
                  </a:lnTo>
                  <a:lnTo>
                    <a:pt x="1545" y="13256"/>
                  </a:lnTo>
                  <a:lnTo>
                    <a:pt x="1204" y="13898"/>
                  </a:lnTo>
                  <a:lnTo>
                    <a:pt x="883" y="14540"/>
                  </a:lnTo>
                  <a:lnTo>
                    <a:pt x="603" y="15202"/>
                  </a:lnTo>
                  <a:lnTo>
                    <a:pt x="362" y="15843"/>
                  </a:lnTo>
                  <a:lnTo>
                    <a:pt x="262" y="16164"/>
                  </a:lnTo>
                  <a:lnTo>
                    <a:pt x="181" y="16485"/>
                  </a:lnTo>
                  <a:lnTo>
                    <a:pt x="101" y="16806"/>
                  </a:lnTo>
                  <a:lnTo>
                    <a:pt x="61" y="17127"/>
                  </a:lnTo>
                  <a:lnTo>
                    <a:pt x="21" y="17548"/>
                  </a:lnTo>
                  <a:lnTo>
                    <a:pt x="1" y="17949"/>
                  </a:lnTo>
                  <a:lnTo>
                    <a:pt x="41" y="18350"/>
                  </a:lnTo>
                  <a:lnTo>
                    <a:pt x="101" y="18731"/>
                  </a:lnTo>
                  <a:lnTo>
                    <a:pt x="201" y="19092"/>
                  </a:lnTo>
                  <a:lnTo>
                    <a:pt x="322" y="19433"/>
                  </a:lnTo>
                  <a:lnTo>
                    <a:pt x="462" y="19754"/>
                  </a:lnTo>
                  <a:lnTo>
                    <a:pt x="643" y="20075"/>
                  </a:lnTo>
                  <a:lnTo>
                    <a:pt x="843" y="20356"/>
                  </a:lnTo>
                  <a:lnTo>
                    <a:pt x="1064" y="20636"/>
                  </a:lnTo>
                  <a:lnTo>
                    <a:pt x="1304" y="20917"/>
                  </a:lnTo>
                  <a:lnTo>
                    <a:pt x="1565" y="21158"/>
                  </a:lnTo>
                  <a:lnTo>
                    <a:pt x="1846" y="21398"/>
                  </a:lnTo>
                  <a:lnTo>
                    <a:pt x="2127" y="21619"/>
                  </a:lnTo>
                  <a:lnTo>
                    <a:pt x="2448" y="21820"/>
                  </a:lnTo>
                  <a:lnTo>
                    <a:pt x="2768" y="22000"/>
                  </a:lnTo>
                  <a:lnTo>
                    <a:pt x="3089" y="22160"/>
                  </a:lnTo>
                  <a:lnTo>
                    <a:pt x="3430" y="22321"/>
                  </a:lnTo>
                  <a:lnTo>
                    <a:pt x="3771" y="22461"/>
                  </a:lnTo>
                  <a:lnTo>
                    <a:pt x="4112" y="22582"/>
                  </a:lnTo>
                  <a:lnTo>
                    <a:pt x="4453" y="22682"/>
                  </a:lnTo>
                  <a:lnTo>
                    <a:pt x="4794" y="22782"/>
                  </a:lnTo>
                  <a:lnTo>
                    <a:pt x="5155" y="22842"/>
                  </a:lnTo>
                  <a:lnTo>
                    <a:pt x="5496" y="22902"/>
                  </a:lnTo>
                  <a:lnTo>
                    <a:pt x="5837" y="22943"/>
                  </a:lnTo>
                  <a:lnTo>
                    <a:pt x="6178" y="22983"/>
                  </a:lnTo>
                  <a:lnTo>
                    <a:pt x="6819" y="22983"/>
                  </a:lnTo>
                  <a:lnTo>
                    <a:pt x="7120" y="22963"/>
                  </a:lnTo>
                  <a:lnTo>
                    <a:pt x="7401" y="22923"/>
                  </a:lnTo>
                  <a:lnTo>
                    <a:pt x="7682" y="22862"/>
                  </a:lnTo>
                  <a:lnTo>
                    <a:pt x="7943" y="22782"/>
                  </a:lnTo>
                  <a:lnTo>
                    <a:pt x="8283" y="22642"/>
                  </a:lnTo>
                  <a:lnTo>
                    <a:pt x="8624" y="22461"/>
                  </a:lnTo>
                  <a:lnTo>
                    <a:pt x="8965" y="22241"/>
                  </a:lnTo>
                  <a:lnTo>
                    <a:pt x="9286" y="21960"/>
                  </a:lnTo>
                  <a:lnTo>
                    <a:pt x="9627" y="21599"/>
                  </a:lnTo>
                  <a:lnTo>
                    <a:pt x="9968" y="21198"/>
                  </a:lnTo>
                  <a:lnTo>
                    <a:pt x="10289" y="20737"/>
                  </a:lnTo>
                  <a:lnTo>
                    <a:pt x="10590" y="20255"/>
                  </a:lnTo>
                  <a:lnTo>
                    <a:pt x="10870" y="19734"/>
                  </a:lnTo>
                  <a:lnTo>
                    <a:pt x="11131" y="19172"/>
                  </a:lnTo>
                  <a:lnTo>
                    <a:pt x="11372" y="18591"/>
                  </a:lnTo>
                  <a:lnTo>
                    <a:pt x="11572" y="17969"/>
                  </a:lnTo>
                  <a:lnTo>
                    <a:pt x="11773" y="17347"/>
                  </a:lnTo>
                  <a:lnTo>
                    <a:pt x="11933" y="16686"/>
                  </a:lnTo>
                  <a:lnTo>
                    <a:pt x="12054" y="16024"/>
                  </a:lnTo>
                  <a:lnTo>
                    <a:pt x="12174" y="15362"/>
                  </a:lnTo>
                  <a:lnTo>
                    <a:pt x="12234" y="14680"/>
                  </a:lnTo>
                  <a:lnTo>
                    <a:pt x="12294" y="14018"/>
                  </a:lnTo>
                  <a:lnTo>
                    <a:pt x="12314" y="13336"/>
                  </a:lnTo>
                  <a:lnTo>
                    <a:pt x="12294" y="12675"/>
                  </a:lnTo>
                  <a:lnTo>
                    <a:pt x="12254" y="12133"/>
                  </a:lnTo>
                  <a:lnTo>
                    <a:pt x="12194" y="11592"/>
                  </a:lnTo>
                  <a:lnTo>
                    <a:pt x="12114" y="11050"/>
                  </a:lnTo>
                  <a:lnTo>
                    <a:pt x="12034" y="10509"/>
                  </a:lnTo>
                  <a:lnTo>
                    <a:pt x="11933" y="9967"/>
                  </a:lnTo>
                  <a:lnTo>
                    <a:pt x="11793" y="9446"/>
                  </a:lnTo>
                  <a:lnTo>
                    <a:pt x="11673" y="8904"/>
                  </a:lnTo>
                  <a:lnTo>
                    <a:pt x="11512" y="8383"/>
                  </a:lnTo>
                  <a:lnTo>
                    <a:pt x="11352" y="7862"/>
                  </a:lnTo>
                  <a:lnTo>
                    <a:pt x="11171" y="7360"/>
                  </a:lnTo>
                  <a:lnTo>
                    <a:pt x="10991" y="6859"/>
                  </a:lnTo>
                  <a:lnTo>
                    <a:pt x="10790" y="6378"/>
                  </a:lnTo>
                  <a:lnTo>
                    <a:pt x="10570" y="5896"/>
                  </a:lnTo>
                  <a:lnTo>
                    <a:pt x="10369" y="5435"/>
                  </a:lnTo>
                  <a:lnTo>
                    <a:pt x="10128" y="4974"/>
                  </a:lnTo>
                  <a:lnTo>
                    <a:pt x="9908" y="4533"/>
                  </a:lnTo>
                  <a:lnTo>
                    <a:pt x="9667" y="4111"/>
                  </a:lnTo>
                  <a:lnTo>
                    <a:pt x="9407" y="3690"/>
                  </a:lnTo>
                  <a:lnTo>
                    <a:pt x="9166" y="3309"/>
                  </a:lnTo>
                  <a:lnTo>
                    <a:pt x="8905" y="2928"/>
                  </a:lnTo>
                  <a:lnTo>
                    <a:pt x="8644" y="2567"/>
                  </a:lnTo>
                  <a:lnTo>
                    <a:pt x="8384" y="2226"/>
                  </a:lnTo>
                  <a:lnTo>
                    <a:pt x="8123" y="1905"/>
                  </a:lnTo>
                  <a:lnTo>
                    <a:pt x="7862" y="1605"/>
                  </a:lnTo>
                  <a:lnTo>
                    <a:pt x="7602" y="1344"/>
                  </a:lnTo>
                  <a:lnTo>
                    <a:pt x="7341" y="1083"/>
                  </a:lnTo>
                  <a:lnTo>
                    <a:pt x="7080" y="863"/>
                  </a:lnTo>
                  <a:lnTo>
                    <a:pt x="6819" y="662"/>
                  </a:lnTo>
                  <a:lnTo>
                    <a:pt x="6559" y="482"/>
                  </a:lnTo>
                  <a:lnTo>
                    <a:pt x="6298" y="321"/>
                  </a:lnTo>
                  <a:lnTo>
                    <a:pt x="6057" y="201"/>
                  </a:lnTo>
                  <a:lnTo>
                    <a:pt x="5817" y="100"/>
                  </a:lnTo>
                  <a:lnTo>
                    <a:pt x="5616" y="60"/>
                  </a:lnTo>
                  <a:lnTo>
                    <a:pt x="5456" y="20"/>
                  </a:lnTo>
                  <a:lnTo>
                    <a:pt x="527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4" name="Google Shape;5304;p21"/>
            <p:cNvSpPr/>
            <p:nvPr/>
          </p:nvSpPr>
          <p:spPr>
            <a:xfrm>
              <a:off x="11551625" y="3950975"/>
              <a:ext cx="307875" cy="574575"/>
            </a:xfrm>
            <a:custGeom>
              <a:avLst/>
              <a:gdLst/>
              <a:ahLst/>
              <a:cxnLst/>
              <a:rect l="l" t="t" r="r" b="b"/>
              <a:pathLst>
                <a:path w="12315" h="22983" fill="none" extrusionOk="0">
                  <a:moveTo>
                    <a:pt x="9286" y="21960"/>
                  </a:moveTo>
                  <a:lnTo>
                    <a:pt x="9286" y="21960"/>
                  </a:lnTo>
                  <a:lnTo>
                    <a:pt x="8965" y="22241"/>
                  </a:lnTo>
                  <a:lnTo>
                    <a:pt x="8624" y="22461"/>
                  </a:lnTo>
                  <a:lnTo>
                    <a:pt x="8283" y="22642"/>
                  </a:lnTo>
                  <a:lnTo>
                    <a:pt x="7943" y="22782"/>
                  </a:lnTo>
                  <a:lnTo>
                    <a:pt x="7943" y="22782"/>
                  </a:lnTo>
                  <a:lnTo>
                    <a:pt x="7682" y="22862"/>
                  </a:lnTo>
                  <a:lnTo>
                    <a:pt x="7401" y="22923"/>
                  </a:lnTo>
                  <a:lnTo>
                    <a:pt x="7120" y="22963"/>
                  </a:lnTo>
                  <a:lnTo>
                    <a:pt x="6819" y="22983"/>
                  </a:lnTo>
                  <a:lnTo>
                    <a:pt x="6499" y="22983"/>
                  </a:lnTo>
                  <a:lnTo>
                    <a:pt x="6178" y="22983"/>
                  </a:lnTo>
                  <a:lnTo>
                    <a:pt x="5837" y="22943"/>
                  </a:lnTo>
                  <a:lnTo>
                    <a:pt x="5496" y="22902"/>
                  </a:lnTo>
                  <a:lnTo>
                    <a:pt x="5155" y="22842"/>
                  </a:lnTo>
                  <a:lnTo>
                    <a:pt x="4794" y="22782"/>
                  </a:lnTo>
                  <a:lnTo>
                    <a:pt x="4453" y="22682"/>
                  </a:lnTo>
                  <a:lnTo>
                    <a:pt x="4112" y="22582"/>
                  </a:lnTo>
                  <a:lnTo>
                    <a:pt x="3771" y="22461"/>
                  </a:lnTo>
                  <a:lnTo>
                    <a:pt x="3430" y="22321"/>
                  </a:lnTo>
                  <a:lnTo>
                    <a:pt x="3089" y="22160"/>
                  </a:lnTo>
                  <a:lnTo>
                    <a:pt x="2768" y="22000"/>
                  </a:lnTo>
                  <a:lnTo>
                    <a:pt x="2448" y="21820"/>
                  </a:lnTo>
                  <a:lnTo>
                    <a:pt x="2127" y="21619"/>
                  </a:lnTo>
                  <a:lnTo>
                    <a:pt x="1846" y="21398"/>
                  </a:lnTo>
                  <a:lnTo>
                    <a:pt x="1565" y="21158"/>
                  </a:lnTo>
                  <a:lnTo>
                    <a:pt x="1304" y="20917"/>
                  </a:lnTo>
                  <a:lnTo>
                    <a:pt x="1064" y="20636"/>
                  </a:lnTo>
                  <a:lnTo>
                    <a:pt x="843" y="20356"/>
                  </a:lnTo>
                  <a:lnTo>
                    <a:pt x="643" y="20075"/>
                  </a:lnTo>
                  <a:lnTo>
                    <a:pt x="462" y="19754"/>
                  </a:lnTo>
                  <a:lnTo>
                    <a:pt x="322" y="19433"/>
                  </a:lnTo>
                  <a:lnTo>
                    <a:pt x="201" y="19092"/>
                  </a:lnTo>
                  <a:lnTo>
                    <a:pt x="101" y="18731"/>
                  </a:lnTo>
                  <a:lnTo>
                    <a:pt x="41" y="18350"/>
                  </a:lnTo>
                  <a:lnTo>
                    <a:pt x="1" y="17949"/>
                  </a:lnTo>
                  <a:lnTo>
                    <a:pt x="21" y="17548"/>
                  </a:lnTo>
                  <a:lnTo>
                    <a:pt x="61" y="17127"/>
                  </a:lnTo>
                  <a:lnTo>
                    <a:pt x="61" y="17127"/>
                  </a:lnTo>
                  <a:lnTo>
                    <a:pt x="101" y="16806"/>
                  </a:lnTo>
                  <a:lnTo>
                    <a:pt x="181" y="16485"/>
                  </a:lnTo>
                  <a:lnTo>
                    <a:pt x="262" y="16164"/>
                  </a:lnTo>
                  <a:lnTo>
                    <a:pt x="362" y="15843"/>
                  </a:lnTo>
                  <a:lnTo>
                    <a:pt x="603" y="15202"/>
                  </a:lnTo>
                  <a:lnTo>
                    <a:pt x="883" y="14540"/>
                  </a:lnTo>
                  <a:lnTo>
                    <a:pt x="1204" y="13898"/>
                  </a:lnTo>
                  <a:lnTo>
                    <a:pt x="1545" y="13256"/>
                  </a:lnTo>
                  <a:lnTo>
                    <a:pt x="1926" y="12635"/>
                  </a:lnTo>
                  <a:lnTo>
                    <a:pt x="2307" y="12013"/>
                  </a:lnTo>
                  <a:lnTo>
                    <a:pt x="3069" y="10830"/>
                  </a:lnTo>
                  <a:lnTo>
                    <a:pt x="3771" y="9747"/>
                  </a:lnTo>
                  <a:lnTo>
                    <a:pt x="4092" y="9245"/>
                  </a:lnTo>
                  <a:lnTo>
                    <a:pt x="4373" y="8784"/>
                  </a:lnTo>
                  <a:lnTo>
                    <a:pt x="4593" y="8343"/>
                  </a:lnTo>
                  <a:lnTo>
                    <a:pt x="4774" y="7962"/>
                  </a:lnTo>
                  <a:lnTo>
                    <a:pt x="4774" y="7962"/>
                  </a:lnTo>
                  <a:lnTo>
                    <a:pt x="4834" y="7761"/>
                  </a:lnTo>
                  <a:lnTo>
                    <a:pt x="4874" y="7541"/>
                  </a:lnTo>
                  <a:lnTo>
                    <a:pt x="4914" y="7320"/>
                  </a:lnTo>
                  <a:lnTo>
                    <a:pt x="4934" y="7059"/>
                  </a:lnTo>
                  <a:lnTo>
                    <a:pt x="4954" y="6498"/>
                  </a:lnTo>
                  <a:lnTo>
                    <a:pt x="4914" y="5916"/>
                  </a:lnTo>
                  <a:lnTo>
                    <a:pt x="4874" y="5275"/>
                  </a:lnTo>
                  <a:lnTo>
                    <a:pt x="4794" y="4613"/>
                  </a:lnTo>
                  <a:lnTo>
                    <a:pt x="4634" y="3289"/>
                  </a:lnTo>
                  <a:lnTo>
                    <a:pt x="4553" y="2667"/>
                  </a:lnTo>
                  <a:lnTo>
                    <a:pt x="4513" y="2066"/>
                  </a:lnTo>
                  <a:lnTo>
                    <a:pt x="4473" y="1524"/>
                  </a:lnTo>
                  <a:lnTo>
                    <a:pt x="4493" y="1023"/>
                  </a:lnTo>
                  <a:lnTo>
                    <a:pt x="4513" y="822"/>
                  </a:lnTo>
                  <a:lnTo>
                    <a:pt x="4553" y="622"/>
                  </a:lnTo>
                  <a:lnTo>
                    <a:pt x="4593" y="461"/>
                  </a:lnTo>
                  <a:lnTo>
                    <a:pt x="4674" y="301"/>
                  </a:lnTo>
                  <a:lnTo>
                    <a:pt x="4754" y="181"/>
                  </a:lnTo>
                  <a:lnTo>
                    <a:pt x="4854" y="100"/>
                  </a:lnTo>
                  <a:lnTo>
                    <a:pt x="4954" y="40"/>
                  </a:lnTo>
                  <a:lnTo>
                    <a:pt x="5095" y="20"/>
                  </a:lnTo>
                  <a:lnTo>
                    <a:pt x="5095" y="20"/>
                  </a:lnTo>
                  <a:lnTo>
                    <a:pt x="5275" y="0"/>
                  </a:lnTo>
                  <a:lnTo>
                    <a:pt x="5456" y="20"/>
                  </a:lnTo>
                  <a:lnTo>
                    <a:pt x="5616" y="60"/>
                  </a:lnTo>
                  <a:lnTo>
                    <a:pt x="5817" y="100"/>
                  </a:lnTo>
                  <a:lnTo>
                    <a:pt x="5817" y="100"/>
                  </a:lnTo>
                  <a:lnTo>
                    <a:pt x="6057" y="201"/>
                  </a:lnTo>
                  <a:lnTo>
                    <a:pt x="6298" y="321"/>
                  </a:lnTo>
                  <a:lnTo>
                    <a:pt x="6559" y="482"/>
                  </a:lnTo>
                  <a:lnTo>
                    <a:pt x="6819" y="662"/>
                  </a:lnTo>
                  <a:lnTo>
                    <a:pt x="7080" y="863"/>
                  </a:lnTo>
                  <a:lnTo>
                    <a:pt x="7341" y="1083"/>
                  </a:lnTo>
                  <a:lnTo>
                    <a:pt x="7602" y="1344"/>
                  </a:lnTo>
                  <a:lnTo>
                    <a:pt x="7862" y="1605"/>
                  </a:lnTo>
                  <a:lnTo>
                    <a:pt x="8123" y="1905"/>
                  </a:lnTo>
                  <a:lnTo>
                    <a:pt x="8384" y="2226"/>
                  </a:lnTo>
                  <a:lnTo>
                    <a:pt x="8644" y="2567"/>
                  </a:lnTo>
                  <a:lnTo>
                    <a:pt x="8905" y="2928"/>
                  </a:lnTo>
                  <a:lnTo>
                    <a:pt x="9166" y="3309"/>
                  </a:lnTo>
                  <a:lnTo>
                    <a:pt x="9407" y="3690"/>
                  </a:lnTo>
                  <a:lnTo>
                    <a:pt x="9667" y="4111"/>
                  </a:lnTo>
                  <a:lnTo>
                    <a:pt x="9908" y="4533"/>
                  </a:lnTo>
                  <a:lnTo>
                    <a:pt x="10128" y="4974"/>
                  </a:lnTo>
                  <a:lnTo>
                    <a:pt x="10369" y="5435"/>
                  </a:lnTo>
                  <a:lnTo>
                    <a:pt x="10570" y="5896"/>
                  </a:lnTo>
                  <a:lnTo>
                    <a:pt x="10790" y="6378"/>
                  </a:lnTo>
                  <a:lnTo>
                    <a:pt x="10991" y="6859"/>
                  </a:lnTo>
                  <a:lnTo>
                    <a:pt x="11171" y="7360"/>
                  </a:lnTo>
                  <a:lnTo>
                    <a:pt x="11352" y="7862"/>
                  </a:lnTo>
                  <a:lnTo>
                    <a:pt x="11512" y="8383"/>
                  </a:lnTo>
                  <a:lnTo>
                    <a:pt x="11673" y="8904"/>
                  </a:lnTo>
                  <a:lnTo>
                    <a:pt x="11793" y="9446"/>
                  </a:lnTo>
                  <a:lnTo>
                    <a:pt x="11933" y="9967"/>
                  </a:lnTo>
                  <a:lnTo>
                    <a:pt x="12034" y="10509"/>
                  </a:lnTo>
                  <a:lnTo>
                    <a:pt x="12114" y="11050"/>
                  </a:lnTo>
                  <a:lnTo>
                    <a:pt x="12194" y="11592"/>
                  </a:lnTo>
                  <a:lnTo>
                    <a:pt x="12254" y="12133"/>
                  </a:lnTo>
                  <a:lnTo>
                    <a:pt x="12294" y="12675"/>
                  </a:lnTo>
                  <a:lnTo>
                    <a:pt x="12294" y="12675"/>
                  </a:lnTo>
                  <a:lnTo>
                    <a:pt x="12314" y="13336"/>
                  </a:lnTo>
                  <a:lnTo>
                    <a:pt x="12294" y="14018"/>
                  </a:lnTo>
                  <a:lnTo>
                    <a:pt x="12234" y="14680"/>
                  </a:lnTo>
                  <a:lnTo>
                    <a:pt x="12174" y="15362"/>
                  </a:lnTo>
                  <a:lnTo>
                    <a:pt x="12054" y="16024"/>
                  </a:lnTo>
                  <a:lnTo>
                    <a:pt x="11933" y="16686"/>
                  </a:lnTo>
                  <a:lnTo>
                    <a:pt x="11773" y="17347"/>
                  </a:lnTo>
                  <a:lnTo>
                    <a:pt x="11572" y="17969"/>
                  </a:lnTo>
                  <a:lnTo>
                    <a:pt x="11372" y="18591"/>
                  </a:lnTo>
                  <a:lnTo>
                    <a:pt x="11131" y="19172"/>
                  </a:lnTo>
                  <a:lnTo>
                    <a:pt x="10870" y="19734"/>
                  </a:lnTo>
                  <a:lnTo>
                    <a:pt x="10590" y="20255"/>
                  </a:lnTo>
                  <a:lnTo>
                    <a:pt x="10289" y="20737"/>
                  </a:lnTo>
                  <a:lnTo>
                    <a:pt x="9968" y="21198"/>
                  </a:lnTo>
                  <a:lnTo>
                    <a:pt x="9627" y="21599"/>
                  </a:lnTo>
                  <a:lnTo>
                    <a:pt x="9286" y="2196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5" name="Google Shape;5305;p21"/>
            <p:cNvSpPr/>
            <p:nvPr/>
          </p:nvSpPr>
          <p:spPr>
            <a:xfrm>
              <a:off x="11701550" y="3965000"/>
              <a:ext cx="121850" cy="521450"/>
            </a:xfrm>
            <a:custGeom>
              <a:avLst/>
              <a:gdLst/>
              <a:ahLst/>
              <a:cxnLst/>
              <a:rect l="l" t="t" r="r" b="b"/>
              <a:pathLst>
                <a:path w="4874" h="20858" extrusionOk="0">
                  <a:moveTo>
                    <a:pt x="181" y="1"/>
                  </a:moveTo>
                  <a:lnTo>
                    <a:pt x="0" y="141"/>
                  </a:lnTo>
                  <a:lnTo>
                    <a:pt x="281" y="382"/>
                  </a:lnTo>
                  <a:lnTo>
                    <a:pt x="562" y="663"/>
                  </a:lnTo>
                  <a:lnTo>
                    <a:pt x="843" y="943"/>
                  </a:lnTo>
                  <a:lnTo>
                    <a:pt x="1083" y="1264"/>
                  </a:lnTo>
                  <a:lnTo>
                    <a:pt x="1324" y="1585"/>
                  </a:lnTo>
                  <a:lnTo>
                    <a:pt x="1544" y="1906"/>
                  </a:lnTo>
                  <a:lnTo>
                    <a:pt x="1765" y="2247"/>
                  </a:lnTo>
                  <a:lnTo>
                    <a:pt x="1966" y="2588"/>
                  </a:lnTo>
                  <a:lnTo>
                    <a:pt x="1444" y="2889"/>
                  </a:lnTo>
                  <a:lnTo>
                    <a:pt x="1404" y="2909"/>
                  </a:lnTo>
                  <a:lnTo>
                    <a:pt x="1404" y="2949"/>
                  </a:lnTo>
                  <a:lnTo>
                    <a:pt x="1424" y="2989"/>
                  </a:lnTo>
                  <a:lnTo>
                    <a:pt x="1464" y="3009"/>
                  </a:lnTo>
                  <a:lnTo>
                    <a:pt x="1484" y="2989"/>
                  </a:lnTo>
                  <a:lnTo>
                    <a:pt x="2066" y="2768"/>
                  </a:lnTo>
                  <a:lnTo>
                    <a:pt x="2307" y="3250"/>
                  </a:lnTo>
                  <a:lnTo>
                    <a:pt x="2527" y="3731"/>
                  </a:lnTo>
                  <a:lnTo>
                    <a:pt x="2728" y="4212"/>
                  </a:lnTo>
                  <a:lnTo>
                    <a:pt x="2908" y="4693"/>
                  </a:lnTo>
                  <a:lnTo>
                    <a:pt x="3129" y="5375"/>
                  </a:lnTo>
                  <a:lnTo>
                    <a:pt x="3309" y="6057"/>
                  </a:lnTo>
                  <a:lnTo>
                    <a:pt x="3470" y="6739"/>
                  </a:lnTo>
                  <a:lnTo>
                    <a:pt x="3590" y="7441"/>
                  </a:lnTo>
                  <a:lnTo>
                    <a:pt x="3670" y="8143"/>
                  </a:lnTo>
                  <a:lnTo>
                    <a:pt x="3730" y="8845"/>
                  </a:lnTo>
                  <a:lnTo>
                    <a:pt x="3750" y="9547"/>
                  </a:lnTo>
                  <a:lnTo>
                    <a:pt x="3750" y="10249"/>
                  </a:lnTo>
                  <a:lnTo>
                    <a:pt x="3590" y="10229"/>
                  </a:lnTo>
                  <a:lnTo>
                    <a:pt x="3550" y="10249"/>
                  </a:lnTo>
                  <a:lnTo>
                    <a:pt x="3530" y="10289"/>
                  </a:lnTo>
                  <a:lnTo>
                    <a:pt x="3530" y="10309"/>
                  </a:lnTo>
                  <a:lnTo>
                    <a:pt x="3570" y="10329"/>
                  </a:lnTo>
                  <a:lnTo>
                    <a:pt x="3750" y="10389"/>
                  </a:lnTo>
                  <a:lnTo>
                    <a:pt x="3710" y="11051"/>
                  </a:lnTo>
                  <a:lnTo>
                    <a:pt x="3269" y="11071"/>
                  </a:lnTo>
                  <a:lnTo>
                    <a:pt x="3249" y="11071"/>
                  </a:lnTo>
                  <a:lnTo>
                    <a:pt x="3209" y="11091"/>
                  </a:lnTo>
                  <a:lnTo>
                    <a:pt x="3209" y="11131"/>
                  </a:lnTo>
                  <a:lnTo>
                    <a:pt x="3209" y="11171"/>
                  </a:lnTo>
                  <a:lnTo>
                    <a:pt x="3249" y="11191"/>
                  </a:lnTo>
                  <a:lnTo>
                    <a:pt x="3690" y="11231"/>
                  </a:lnTo>
                  <a:lnTo>
                    <a:pt x="3650" y="11733"/>
                  </a:lnTo>
                  <a:lnTo>
                    <a:pt x="3590" y="12234"/>
                  </a:lnTo>
                  <a:lnTo>
                    <a:pt x="3510" y="12735"/>
                  </a:lnTo>
                  <a:lnTo>
                    <a:pt x="3430" y="13217"/>
                  </a:lnTo>
                  <a:lnTo>
                    <a:pt x="3329" y="13718"/>
                  </a:lnTo>
                  <a:lnTo>
                    <a:pt x="3209" y="14199"/>
                  </a:lnTo>
                  <a:lnTo>
                    <a:pt x="3089" y="14681"/>
                  </a:lnTo>
                  <a:lnTo>
                    <a:pt x="2948" y="15162"/>
                  </a:lnTo>
                  <a:lnTo>
                    <a:pt x="2627" y="16125"/>
                  </a:lnTo>
                  <a:lnTo>
                    <a:pt x="2286" y="17067"/>
                  </a:lnTo>
                  <a:lnTo>
                    <a:pt x="1885" y="17990"/>
                  </a:lnTo>
                  <a:lnTo>
                    <a:pt x="1464" y="18912"/>
                  </a:lnTo>
                  <a:lnTo>
                    <a:pt x="1224" y="18872"/>
                  </a:lnTo>
                  <a:lnTo>
                    <a:pt x="1183" y="18872"/>
                  </a:lnTo>
                  <a:lnTo>
                    <a:pt x="1163" y="18912"/>
                  </a:lnTo>
                  <a:lnTo>
                    <a:pt x="1163" y="18952"/>
                  </a:lnTo>
                  <a:lnTo>
                    <a:pt x="1204" y="18972"/>
                  </a:lnTo>
                  <a:lnTo>
                    <a:pt x="1404" y="19032"/>
                  </a:lnTo>
                  <a:lnTo>
                    <a:pt x="1224" y="19414"/>
                  </a:lnTo>
                  <a:lnTo>
                    <a:pt x="843" y="19293"/>
                  </a:lnTo>
                  <a:lnTo>
                    <a:pt x="822" y="19273"/>
                  </a:lnTo>
                  <a:lnTo>
                    <a:pt x="802" y="19293"/>
                  </a:lnTo>
                  <a:lnTo>
                    <a:pt x="782" y="19333"/>
                  </a:lnTo>
                  <a:lnTo>
                    <a:pt x="782" y="19353"/>
                  </a:lnTo>
                  <a:lnTo>
                    <a:pt x="822" y="19393"/>
                  </a:lnTo>
                  <a:lnTo>
                    <a:pt x="1163" y="19534"/>
                  </a:lnTo>
                  <a:lnTo>
                    <a:pt x="843" y="20156"/>
                  </a:lnTo>
                  <a:lnTo>
                    <a:pt x="502" y="20777"/>
                  </a:lnTo>
                  <a:lnTo>
                    <a:pt x="662" y="20857"/>
                  </a:lnTo>
                  <a:lnTo>
                    <a:pt x="1003" y="20256"/>
                  </a:lnTo>
                  <a:lnTo>
                    <a:pt x="1344" y="19634"/>
                  </a:lnTo>
                  <a:lnTo>
                    <a:pt x="1765" y="19855"/>
                  </a:lnTo>
                  <a:lnTo>
                    <a:pt x="1986" y="19975"/>
                  </a:lnTo>
                  <a:lnTo>
                    <a:pt x="2186" y="20075"/>
                  </a:lnTo>
                  <a:lnTo>
                    <a:pt x="2226" y="20075"/>
                  </a:lnTo>
                  <a:lnTo>
                    <a:pt x="2246" y="20055"/>
                  </a:lnTo>
                  <a:lnTo>
                    <a:pt x="2266" y="20035"/>
                  </a:lnTo>
                  <a:lnTo>
                    <a:pt x="2286" y="19995"/>
                  </a:lnTo>
                  <a:lnTo>
                    <a:pt x="2266" y="19955"/>
                  </a:lnTo>
                  <a:lnTo>
                    <a:pt x="2086" y="19815"/>
                  </a:lnTo>
                  <a:lnTo>
                    <a:pt x="1865" y="19674"/>
                  </a:lnTo>
                  <a:lnTo>
                    <a:pt x="1645" y="19574"/>
                  </a:lnTo>
                  <a:lnTo>
                    <a:pt x="1424" y="19474"/>
                  </a:lnTo>
                  <a:lnTo>
                    <a:pt x="1625" y="19113"/>
                  </a:lnTo>
                  <a:lnTo>
                    <a:pt x="2347" y="19393"/>
                  </a:lnTo>
                  <a:lnTo>
                    <a:pt x="2387" y="19393"/>
                  </a:lnTo>
                  <a:lnTo>
                    <a:pt x="2427" y="19373"/>
                  </a:lnTo>
                  <a:lnTo>
                    <a:pt x="2467" y="19313"/>
                  </a:lnTo>
                  <a:lnTo>
                    <a:pt x="2467" y="19253"/>
                  </a:lnTo>
                  <a:lnTo>
                    <a:pt x="2447" y="19233"/>
                  </a:lnTo>
                  <a:lnTo>
                    <a:pt x="2427" y="19213"/>
                  </a:lnTo>
                  <a:lnTo>
                    <a:pt x="2246" y="19133"/>
                  </a:lnTo>
                  <a:lnTo>
                    <a:pt x="2066" y="19073"/>
                  </a:lnTo>
                  <a:lnTo>
                    <a:pt x="1705" y="18952"/>
                  </a:lnTo>
                  <a:lnTo>
                    <a:pt x="2146" y="18050"/>
                  </a:lnTo>
                  <a:lnTo>
                    <a:pt x="2547" y="17107"/>
                  </a:lnTo>
                  <a:lnTo>
                    <a:pt x="2908" y="16165"/>
                  </a:lnTo>
                  <a:lnTo>
                    <a:pt x="3229" y="15202"/>
                  </a:lnTo>
                  <a:lnTo>
                    <a:pt x="3369" y="14721"/>
                  </a:lnTo>
                  <a:lnTo>
                    <a:pt x="3510" y="14239"/>
                  </a:lnTo>
                  <a:lnTo>
                    <a:pt x="3630" y="13738"/>
                  </a:lnTo>
                  <a:lnTo>
                    <a:pt x="3730" y="13257"/>
                  </a:lnTo>
                  <a:lnTo>
                    <a:pt x="3831" y="12755"/>
                  </a:lnTo>
                  <a:lnTo>
                    <a:pt x="3911" y="12254"/>
                  </a:lnTo>
                  <a:lnTo>
                    <a:pt x="3971" y="11753"/>
                  </a:lnTo>
                  <a:lnTo>
                    <a:pt x="4031" y="11251"/>
                  </a:lnTo>
                  <a:lnTo>
                    <a:pt x="4212" y="11251"/>
                  </a:lnTo>
                  <a:lnTo>
                    <a:pt x="4513" y="11231"/>
                  </a:lnTo>
                  <a:lnTo>
                    <a:pt x="4813" y="11191"/>
                  </a:lnTo>
                  <a:lnTo>
                    <a:pt x="4853" y="11171"/>
                  </a:lnTo>
                  <a:lnTo>
                    <a:pt x="4873" y="11151"/>
                  </a:lnTo>
                  <a:lnTo>
                    <a:pt x="4873" y="11091"/>
                  </a:lnTo>
                  <a:lnTo>
                    <a:pt x="4853" y="11031"/>
                  </a:lnTo>
                  <a:lnTo>
                    <a:pt x="4813" y="11031"/>
                  </a:lnTo>
                  <a:lnTo>
                    <a:pt x="4793" y="11011"/>
                  </a:lnTo>
                  <a:lnTo>
                    <a:pt x="4292" y="11011"/>
                  </a:lnTo>
                  <a:lnTo>
                    <a:pt x="4051" y="11031"/>
                  </a:lnTo>
                  <a:lnTo>
                    <a:pt x="4071" y="10489"/>
                  </a:lnTo>
                  <a:lnTo>
                    <a:pt x="4332" y="10549"/>
                  </a:lnTo>
                  <a:lnTo>
                    <a:pt x="4593" y="10590"/>
                  </a:lnTo>
                  <a:lnTo>
                    <a:pt x="4633" y="10569"/>
                  </a:lnTo>
                  <a:lnTo>
                    <a:pt x="4653" y="10549"/>
                  </a:lnTo>
                  <a:lnTo>
                    <a:pt x="4673" y="10509"/>
                  </a:lnTo>
                  <a:lnTo>
                    <a:pt x="4673" y="10449"/>
                  </a:lnTo>
                  <a:lnTo>
                    <a:pt x="4613" y="10409"/>
                  </a:lnTo>
                  <a:lnTo>
                    <a:pt x="4492" y="10369"/>
                  </a:lnTo>
                  <a:lnTo>
                    <a:pt x="4372" y="10329"/>
                  </a:lnTo>
                  <a:lnTo>
                    <a:pt x="4091" y="10289"/>
                  </a:lnTo>
                  <a:lnTo>
                    <a:pt x="4091" y="9627"/>
                  </a:lnTo>
                  <a:lnTo>
                    <a:pt x="4071" y="8885"/>
                  </a:lnTo>
                  <a:lnTo>
                    <a:pt x="4011" y="8143"/>
                  </a:lnTo>
                  <a:lnTo>
                    <a:pt x="3911" y="7401"/>
                  </a:lnTo>
                  <a:lnTo>
                    <a:pt x="3791" y="6659"/>
                  </a:lnTo>
                  <a:lnTo>
                    <a:pt x="3610" y="5917"/>
                  </a:lnTo>
                  <a:lnTo>
                    <a:pt x="3410" y="5195"/>
                  </a:lnTo>
                  <a:lnTo>
                    <a:pt x="3169" y="4493"/>
                  </a:lnTo>
                  <a:lnTo>
                    <a:pt x="2888" y="3791"/>
                  </a:lnTo>
                  <a:lnTo>
                    <a:pt x="2627" y="3230"/>
                  </a:lnTo>
                  <a:lnTo>
                    <a:pt x="2327" y="2648"/>
                  </a:lnTo>
                  <a:lnTo>
                    <a:pt x="2667" y="2487"/>
                  </a:lnTo>
                  <a:lnTo>
                    <a:pt x="2688" y="2447"/>
                  </a:lnTo>
                  <a:lnTo>
                    <a:pt x="2708" y="2427"/>
                  </a:lnTo>
                  <a:lnTo>
                    <a:pt x="2708" y="2367"/>
                  </a:lnTo>
                  <a:lnTo>
                    <a:pt x="2667" y="2307"/>
                  </a:lnTo>
                  <a:lnTo>
                    <a:pt x="2647" y="2287"/>
                  </a:lnTo>
                  <a:lnTo>
                    <a:pt x="2587" y="2287"/>
                  </a:lnTo>
                  <a:lnTo>
                    <a:pt x="2226" y="2447"/>
                  </a:lnTo>
                  <a:lnTo>
                    <a:pt x="2026" y="2106"/>
                  </a:lnTo>
                  <a:lnTo>
                    <a:pt x="1805" y="1745"/>
                  </a:lnTo>
                  <a:lnTo>
                    <a:pt x="1564" y="1425"/>
                  </a:lnTo>
                  <a:lnTo>
                    <a:pt x="1324" y="1104"/>
                  </a:lnTo>
                  <a:lnTo>
                    <a:pt x="1063" y="783"/>
                  </a:lnTo>
                  <a:lnTo>
                    <a:pt x="782" y="502"/>
                  </a:lnTo>
                  <a:lnTo>
                    <a:pt x="482" y="241"/>
                  </a:lnTo>
                  <a:lnTo>
                    <a:pt x="18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6" name="Google Shape;5306;p21"/>
            <p:cNvSpPr/>
            <p:nvPr/>
          </p:nvSpPr>
          <p:spPr>
            <a:xfrm>
              <a:off x="11551625" y="3973025"/>
              <a:ext cx="232175" cy="552525"/>
            </a:xfrm>
            <a:custGeom>
              <a:avLst/>
              <a:gdLst/>
              <a:ahLst/>
              <a:cxnLst/>
              <a:rect l="l" t="t" r="r" b="b"/>
              <a:pathLst>
                <a:path w="9287" h="22101" extrusionOk="0">
                  <a:moveTo>
                    <a:pt x="5757" y="1"/>
                  </a:moveTo>
                  <a:lnTo>
                    <a:pt x="5135" y="422"/>
                  </a:lnTo>
                  <a:lnTo>
                    <a:pt x="4493" y="823"/>
                  </a:lnTo>
                  <a:lnTo>
                    <a:pt x="4513" y="1384"/>
                  </a:lnTo>
                  <a:lnTo>
                    <a:pt x="4573" y="1986"/>
                  </a:lnTo>
                  <a:lnTo>
                    <a:pt x="4734" y="3269"/>
                  </a:lnTo>
                  <a:lnTo>
                    <a:pt x="4814" y="3911"/>
                  </a:lnTo>
                  <a:lnTo>
                    <a:pt x="4894" y="4573"/>
                  </a:lnTo>
                  <a:lnTo>
                    <a:pt x="4934" y="5195"/>
                  </a:lnTo>
                  <a:lnTo>
                    <a:pt x="4954" y="5776"/>
                  </a:lnTo>
                  <a:lnTo>
                    <a:pt x="4934" y="6137"/>
                  </a:lnTo>
                  <a:lnTo>
                    <a:pt x="4914" y="6498"/>
                  </a:lnTo>
                  <a:lnTo>
                    <a:pt x="4854" y="6799"/>
                  </a:lnTo>
                  <a:lnTo>
                    <a:pt x="4774" y="7080"/>
                  </a:lnTo>
                  <a:lnTo>
                    <a:pt x="4593" y="7461"/>
                  </a:lnTo>
                  <a:lnTo>
                    <a:pt x="4373" y="7902"/>
                  </a:lnTo>
                  <a:lnTo>
                    <a:pt x="4092" y="8363"/>
                  </a:lnTo>
                  <a:lnTo>
                    <a:pt x="3771" y="8865"/>
                  </a:lnTo>
                  <a:lnTo>
                    <a:pt x="3069" y="9948"/>
                  </a:lnTo>
                  <a:lnTo>
                    <a:pt x="2307" y="11131"/>
                  </a:lnTo>
                  <a:lnTo>
                    <a:pt x="1926" y="11753"/>
                  </a:lnTo>
                  <a:lnTo>
                    <a:pt x="1545" y="12374"/>
                  </a:lnTo>
                  <a:lnTo>
                    <a:pt x="1204" y="13016"/>
                  </a:lnTo>
                  <a:lnTo>
                    <a:pt x="883" y="13658"/>
                  </a:lnTo>
                  <a:lnTo>
                    <a:pt x="603" y="14320"/>
                  </a:lnTo>
                  <a:lnTo>
                    <a:pt x="362" y="14961"/>
                  </a:lnTo>
                  <a:lnTo>
                    <a:pt x="262" y="15282"/>
                  </a:lnTo>
                  <a:lnTo>
                    <a:pt x="181" y="15603"/>
                  </a:lnTo>
                  <a:lnTo>
                    <a:pt x="101" y="15924"/>
                  </a:lnTo>
                  <a:lnTo>
                    <a:pt x="61" y="16245"/>
                  </a:lnTo>
                  <a:lnTo>
                    <a:pt x="21" y="16606"/>
                  </a:lnTo>
                  <a:lnTo>
                    <a:pt x="1" y="16947"/>
                  </a:lnTo>
                  <a:lnTo>
                    <a:pt x="21" y="17268"/>
                  </a:lnTo>
                  <a:lnTo>
                    <a:pt x="41" y="17568"/>
                  </a:lnTo>
                  <a:lnTo>
                    <a:pt x="101" y="17869"/>
                  </a:lnTo>
                  <a:lnTo>
                    <a:pt x="181" y="18150"/>
                  </a:lnTo>
                  <a:lnTo>
                    <a:pt x="262" y="18431"/>
                  </a:lnTo>
                  <a:lnTo>
                    <a:pt x="382" y="18691"/>
                  </a:lnTo>
                  <a:lnTo>
                    <a:pt x="502" y="18952"/>
                  </a:lnTo>
                  <a:lnTo>
                    <a:pt x="643" y="19193"/>
                  </a:lnTo>
                  <a:lnTo>
                    <a:pt x="803" y="19433"/>
                  </a:lnTo>
                  <a:lnTo>
                    <a:pt x="964" y="19654"/>
                  </a:lnTo>
                  <a:lnTo>
                    <a:pt x="1164" y="19875"/>
                  </a:lnTo>
                  <a:lnTo>
                    <a:pt x="1345" y="20075"/>
                  </a:lnTo>
                  <a:lnTo>
                    <a:pt x="1565" y="20276"/>
                  </a:lnTo>
                  <a:lnTo>
                    <a:pt x="1786" y="20456"/>
                  </a:lnTo>
                  <a:lnTo>
                    <a:pt x="2006" y="20637"/>
                  </a:lnTo>
                  <a:lnTo>
                    <a:pt x="2247" y="20797"/>
                  </a:lnTo>
                  <a:lnTo>
                    <a:pt x="2488" y="20958"/>
                  </a:lnTo>
                  <a:lnTo>
                    <a:pt x="2748" y="21098"/>
                  </a:lnTo>
                  <a:lnTo>
                    <a:pt x="3270" y="21379"/>
                  </a:lnTo>
                  <a:lnTo>
                    <a:pt x="3811" y="21599"/>
                  </a:lnTo>
                  <a:lnTo>
                    <a:pt x="4353" y="21780"/>
                  </a:lnTo>
                  <a:lnTo>
                    <a:pt x="4914" y="21920"/>
                  </a:lnTo>
                  <a:lnTo>
                    <a:pt x="5456" y="22020"/>
                  </a:lnTo>
                  <a:lnTo>
                    <a:pt x="5997" y="22081"/>
                  </a:lnTo>
                  <a:lnTo>
                    <a:pt x="6519" y="22101"/>
                  </a:lnTo>
                  <a:lnTo>
                    <a:pt x="6900" y="22081"/>
                  </a:lnTo>
                  <a:lnTo>
                    <a:pt x="7281" y="22061"/>
                  </a:lnTo>
                  <a:lnTo>
                    <a:pt x="7622" y="22000"/>
                  </a:lnTo>
                  <a:lnTo>
                    <a:pt x="7943" y="21900"/>
                  </a:lnTo>
                  <a:lnTo>
                    <a:pt x="8283" y="21760"/>
                  </a:lnTo>
                  <a:lnTo>
                    <a:pt x="8624" y="21579"/>
                  </a:lnTo>
                  <a:lnTo>
                    <a:pt x="8965" y="21359"/>
                  </a:lnTo>
                  <a:lnTo>
                    <a:pt x="9286" y="21078"/>
                  </a:lnTo>
                  <a:lnTo>
                    <a:pt x="8905" y="21078"/>
                  </a:lnTo>
                  <a:lnTo>
                    <a:pt x="8564" y="21058"/>
                  </a:lnTo>
                  <a:lnTo>
                    <a:pt x="8243" y="21018"/>
                  </a:lnTo>
                  <a:lnTo>
                    <a:pt x="7922" y="20958"/>
                  </a:lnTo>
                  <a:lnTo>
                    <a:pt x="7602" y="20877"/>
                  </a:lnTo>
                  <a:lnTo>
                    <a:pt x="7281" y="20777"/>
                  </a:lnTo>
                  <a:lnTo>
                    <a:pt x="6960" y="20657"/>
                  </a:lnTo>
                  <a:lnTo>
                    <a:pt x="6659" y="20536"/>
                  </a:lnTo>
                  <a:lnTo>
                    <a:pt x="6057" y="21499"/>
                  </a:lnTo>
                  <a:lnTo>
                    <a:pt x="6017" y="21519"/>
                  </a:lnTo>
                  <a:lnTo>
                    <a:pt x="5997" y="21539"/>
                  </a:lnTo>
                  <a:lnTo>
                    <a:pt x="5957" y="21519"/>
                  </a:lnTo>
                  <a:lnTo>
                    <a:pt x="5917" y="21499"/>
                  </a:lnTo>
                  <a:lnTo>
                    <a:pt x="5917" y="21459"/>
                  </a:lnTo>
                  <a:lnTo>
                    <a:pt x="5917" y="21419"/>
                  </a:lnTo>
                  <a:lnTo>
                    <a:pt x="6499" y="20456"/>
                  </a:lnTo>
                  <a:lnTo>
                    <a:pt x="6438" y="20416"/>
                  </a:lnTo>
                  <a:lnTo>
                    <a:pt x="6198" y="20296"/>
                  </a:lnTo>
                  <a:lnTo>
                    <a:pt x="5977" y="20135"/>
                  </a:lnTo>
                  <a:lnTo>
                    <a:pt x="5757" y="19995"/>
                  </a:lnTo>
                  <a:lnTo>
                    <a:pt x="5556" y="19835"/>
                  </a:lnTo>
                  <a:lnTo>
                    <a:pt x="5355" y="19654"/>
                  </a:lnTo>
                  <a:lnTo>
                    <a:pt x="5195" y="19474"/>
                  </a:lnTo>
                  <a:lnTo>
                    <a:pt x="5035" y="19293"/>
                  </a:lnTo>
                  <a:lnTo>
                    <a:pt x="4874" y="19113"/>
                  </a:lnTo>
                  <a:lnTo>
                    <a:pt x="4754" y="18912"/>
                  </a:lnTo>
                  <a:lnTo>
                    <a:pt x="4634" y="18711"/>
                  </a:lnTo>
                  <a:lnTo>
                    <a:pt x="4513" y="18511"/>
                  </a:lnTo>
                  <a:lnTo>
                    <a:pt x="4413" y="18290"/>
                  </a:lnTo>
                  <a:lnTo>
                    <a:pt x="4333" y="18070"/>
                  </a:lnTo>
                  <a:lnTo>
                    <a:pt x="4273" y="17849"/>
                  </a:lnTo>
                  <a:lnTo>
                    <a:pt x="4152" y="17388"/>
                  </a:lnTo>
                  <a:lnTo>
                    <a:pt x="4092" y="16927"/>
                  </a:lnTo>
                  <a:lnTo>
                    <a:pt x="4052" y="16445"/>
                  </a:lnTo>
                  <a:lnTo>
                    <a:pt x="4072" y="15964"/>
                  </a:lnTo>
                  <a:lnTo>
                    <a:pt x="4112" y="15463"/>
                  </a:lnTo>
                  <a:lnTo>
                    <a:pt x="4192" y="14961"/>
                  </a:lnTo>
                  <a:lnTo>
                    <a:pt x="4313" y="14480"/>
                  </a:lnTo>
                  <a:lnTo>
                    <a:pt x="4453" y="13979"/>
                  </a:lnTo>
                  <a:lnTo>
                    <a:pt x="4613" y="13497"/>
                  </a:lnTo>
                  <a:lnTo>
                    <a:pt x="4974" y="12615"/>
                  </a:lnTo>
                  <a:lnTo>
                    <a:pt x="5335" y="11753"/>
                  </a:lnTo>
                  <a:lnTo>
                    <a:pt x="5696" y="10890"/>
                  </a:lnTo>
                  <a:lnTo>
                    <a:pt x="6017" y="10028"/>
                  </a:lnTo>
                  <a:lnTo>
                    <a:pt x="6338" y="9166"/>
                  </a:lnTo>
                  <a:lnTo>
                    <a:pt x="6458" y="8724"/>
                  </a:lnTo>
                  <a:lnTo>
                    <a:pt x="6579" y="8263"/>
                  </a:lnTo>
                  <a:lnTo>
                    <a:pt x="6679" y="7822"/>
                  </a:lnTo>
                  <a:lnTo>
                    <a:pt x="6779" y="7361"/>
                  </a:lnTo>
                  <a:lnTo>
                    <a:pt x="6840" y="6879"/>
                  </a:lnTo>
                  <a:lnTo>
                    <a:pt x="6880" y="6418"/>
                  </a:lnTo>
                  <a:lnTo>
                    <a:pt x="6900" y="5957"/>
                  </a:lnTo>
                  <a:lnTo>
                    <a:pt x="6900" y="5496"/>
                  </a:lnTo>
                  <a:lnTo>
                    <a:pt x="6880" y="5034"/>
                  </a:lnTo>
                  <a:lnTo>
                    <a:pt x="6840" y="4573"/>
                  </a:lnTo>
                  <a:lnTo>
                    <a:pt x="6779" y="4132"/>
                  </a:lnTo>
                  <a:lnTo>
                    <a:pt x="6699" y="3671"/>
                  </a:lnTo>
                  <a:lnTo>
                    <a:pt x="6579" y="3229"/>
                  </a:lnTo>
                  <a:lnTo>
                    <a:pt x="6458" y="2788"/>
                  </a:lnTo>
                  <a:lnTo>
                    <a:pt x="6218" y="2106"/>
                  </a:lnTo>
                  <a:lnTo>
                    <a:pt x="5997" y="1404"/>
                  </a:lnTo>
                  <a:lnTo>
                    <a:pt x="5917" y="1063"/>
                  </a:lnTo>
                  <a:lnTo>
                    <a:pt x="5837" y="703"/>
                  </a:lnTo>
                  <a:lnTo>
                    <a:pt x="5777" y="362"/>
                  </a:lnTo>
                  <a:lnTo>
                    <a:pt x="5757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7" name="Google Shape;5307;p21"/>
            <p:cNvSpPr/>
            <p:nvPr/>
          </p:nvSpPr>
          <p:spPr>
            <a:xfrm>
              <a:off x="11699550" y="4484425"/>
              <a:ext cx="18575" cy="27100"/>
            </a:xfrm>
            <a:custGeom>
              <a:avLst/>
              <a:gdLst/>
              <a:ahLst/>
              <a:cxnLst/>
              <a:rect l="l" t="t" r="r" b="b"/>
              <a:pathLst>
                <a:path w="743" h="1084" extrusionOk="0">
                  <a:moveTo>
                    <a:pt x="582" y="0"/>
                  </a:moveTo>
                  <a:lnTo>
                    <a:pt x="0" y="963"/>
                  </a:lnTo>
                  <a:lnTo>
                    <a:pt x="0" y="1003"/>
                  </a:lnTo>
                  <a:lnTo>
                    <a:pt x="0" y="1043"/>
                  </a:lnTo>
                  <a:lnTo>
                    <a:pt x="40" y="1063"/>
                  </a:lnTo>
                  <a:lnTo>
                    <a:pt x="80" y="1083"/>
                  </a:lnTo>
                  <a:lnTo>
                    <a:pt x="100" y="1063"/>
                  </a:lnTo>
                  <a:lnTo>
                    <a:pt x="140" y="1043"/>
                  </a:lnTo>
                  <a:lnTo>
                    <a:pt x="742" y="80"/>
                  </a:lnTo>
                  <a:lnTo>
                    <a:pt x="582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8" name="Google Shape;5308;p21"/>
            <p:cNvSpPr/>
            <p:nvPr/>
          </p:nvSpPr>
          <p:spPr>
            <a:xfrm>
              <a:off x="10942475" y="3194900"/>
              <a:ext cx="315400" cy="322425"/>
            </a:xfrm>
            <a:custGeom>
              <a:avLst/>
              <a:gdLst/>
              <a:ahLst/>
              <a:cxnLst/>
              <a:rect l="l" t="t" r="r" b="b"/>
              <a:pathLst>
                <a:path w="12616" h="12897" extrusionOk="0">
                  <a:moveTo>
                    <a:pt x="6599" y="1"/>
                  </a:moveTo>
                  <a:lnTo>
                    <a:pt x="6137" y="41"/>
                  </a:lnTo>
                  <a:lnTo>
                    <a:pt x="5676" y="121"/>
                  </a:lnTo>
                  <a:lnTo>
                    <a:pt x="5195" y="242"/>
                  </a:lnTo>
                  <a:lnTo>
                    <a:pt x="4673" y="422"/>
                  </a:lnTo>
                  <a:lnTo>
                    <a:pt x="4172" y="623"/>
                  </a:lnTo>
                  <a:lnTo>
                    <a:pt x="3691" y="883"/>
                  </a:lnTo>
                  <a:lnTo>
                    <a:pt x="3209" y="1164"/>
                  </a:lnTo>
                  <a:lnTo>
                    <a:pt x="2768" y="1465"/>
                  </a:lnTo>
                  <a:lnTo>
                    <a:pt x="2367" y="1826"/>
                  </a:lnTo>
                  <a:lnTo>
                    <a:pt x="1966" y="2187"/>
                  </a:lnTo>
                  <a:lnTo>
                    <a:pt x="1605" y="2588"/>
                  </a:lnTo>
                  <a:lnTo>
                    <a:pt x="1284" y="2989"/>
                  </a:lnTo>
                  <a:lnTo>
                    <a:pt x="983" y="3430"/>
                  </a:lnTo>
                  <a:lnTo>
                    <a:pt x="723" y="3871"/>
                  </a:lnTo>
                  <a:lnTo>
                    <a:pt x="502" y="4353"/>
                  </a:lnTo>
                  <a:lnTo>
                    <a:pt x="302" y="4814"/>
                  </a:lnTo>
                  <a:lnTo>
                    <a:pt x="161" y="5315"/>
                  </a:lnTo>
                  <a:lnTo>
                    <a:pt x="61" y="5797"/>
                  </a:lnTo>
                  <a:lnTo>
                    <a:pt x="1" y="6298"/>
                  </a:lnTo>
                  <a:lnTo>
                    <a:pt x="1" y="6659"/>
                  </a:lnTo>
                  <a:lnTo>
                    <a:pt x="1" y="7020"/>
                  </a:lnTo>
                  <a:lnTo>
                    <a:pt x="21" y="7381"/>
                  </a:lnTo>
                  <a:lnTo>
                    <a:pt x="41" y="7722"/>
                  </a:lnTo>
                  <a:lnTo>
                    <a:pt x="101" y="8063"/>
                  </a:lnTo>
                  <a:lnTo>
                    <a:pt x="181" y="8404"/>
                  </a:lnTo>
                  <a:lnTo>
                    <a:pt x="261" y="8725"/>
                  </a:lnTo>
                  <a:lnTo>
                    <a:pt x="362" y="9046"/>
                  </a:lnTo>
                  <a:lnTo>
                    <a:pt x="482" y="9366"/>
                  </a:lnTo>
                  <a:lnTo>
                    <a:pt x="622" y="9667"/>
                  </a:lnTo>
                  <a:lnTo>
                    <a:pt x="763" y="9948"/>
                  </a:lnTo>
                  <a:lnTo>
                    <a:pt x="923" y="10249"/>
                  </a:lnTo>
                  <a:lnTo>
                    <a:pt x="1104" y="10510"/>
                  </a:lnTo>
                  <a:lnTo>
                    <a:pt x="1304" y="10770"/>
                  </a:lnTo>
                  <a:lnTo>
                    <a:pt x="1505" y="11011"/>
                  </a:lnTo>
                  <a:lnTo>
                    <a:pt x="1725" y="11252"/>
                  </a:lnTo>
                  <a:lnTo>
                    <a:pt x="1966" y="11472"/>
                  </a:lnTo>
                  <a:lnTo>
                    <a:pt x="2207" y="11673"/>
                  </a:lnTo>
                  <a:lnTo>
                    <a:pt x="2467" y="11873"/>
                  </a:lnTo>
                  <a:lnTo>
                    <a:pt x="2748" y="12054"/>
                  </a:lnTo>
                  <a:lnTo>
                    <a:pt x="3029" y="12214"/>
                  </a:lnTo>
                  <a:lnTo>
                    <a:pt x="3330" y="12355"/>
                  </a:lnTo>
                  <a:lnTo>
                    <a:pt x="3631" y="12495"/>
                  </a:lnTo>
                  <a:lnTo>
                    <a:pt x="3951" y="12595"/>
                  </a:lnTo>
                  <a:lnTo>
                    <a:pt x="4292" y="12695"/>
                  </a:lnTo>
                  <a:lnTo>
                    <a:pt x="4633" y="12776"/>
                  </a:lnTo>
                  <a:lnTo>
                    <a:pt x="4994" y="12836"/>
                  </a:lnTo>
                  <a:lnTo>
                    <a:pt x="5355" y="12876"/>
                  </a:lnTo>
                  <a:lnTo>
                    <a:pt x="5736" y="12896"/>
                  </a:lnTo>
                  <a:lnTo>
                    <a:pt x="6117" y="12896"/>
                  </a:lnTo>
                  <a:lnTo>
                    <a:pt x="6518" y="12876"/>
                  </a:lnTo>
                  <a:lnTo>
                    <a:pt x="6920" y="12836"/>
                  </a:lnTo>
                  <a:lnTo>
                    <a:pt x="7361" y="12756"/>
                  </a:lnTo>
                  <a:lnTo>
                    <a:pt x="7762" y="12655"/>
                  </a:lnTo>
                  <a:lnTo>
                    <a:pt x="8163" y="12555"/>
                  </a:lnTo>
                  <a:lnTo>
                    <a:pt x="8564" y="12415"/>
                  </a:lnTo>
                  <a:lnTo>
                    <a:pt x="8925" y="12254"/>
                  </a:lnTo>
                  <a:lnTo>
                    <a:pt x="9266" y="12074"/>
                  </a:lnTo>
                  <a:lnTo>
                    <a:pt x="9607" y="11873"/>
                  </a:lnTo>
                  <a:lnTo>
                    <a:pt x="9928" y="11673"/>
                  </a:lnTo>
                  <a:lnTo>
                    <a:pt x="10229" y="11432"/>
                  </a:lnTo>
                  <a:lnTo>
                    <a:pt x="10509" y="11191"/>
                  </a:lnTo>
                  <a:lnTo>
                    <a:pt x="10770" y="10931"/>
                  </a:lnTo>
                  <a:lnTo>
                    <a:pt x="11011" y="10670"/>
                  </a:lnTo>
                  <a:lnTo>
                    <a:pt x="11251" y="10369"/>
                  </a:lnTo>
                  <a:lnTo>
                    <a:pt x="11452" y="10068"/>
                  </a:lnTo>
                  <a:lnTo>
                    <a:pt x="11652" y="9767"/>
                  </a:lnTo>
                  <a:lnTo>
                    <a:pt x="11833" y="9447"/>
                  </a:lnTo>
                  <a:lnTo>
                    <a:pt x="11973" y="9166"/>
                  </a:lnTo>
                  <a:lnTo>
                    <a:pt x="12094" y="8865"/>
                  </a:lnTo>
                  <a:lnTo>
                    <a:pt x="12194" y="8584"/>
                  </a:lnTo>
                  <a:lnTo>
                    <a:pt x="12294" y="8283"/>
                  </a:lnTo>
                  <a:lnTo>
                    <a:pt x="12394" y="7983"/>
                  </a:lnTo>
                  <a:lnTo>
                    <a:pt x="12455" y="7662"/>
                  </a:lnTo>
                  <a:lnTo>
                    <a:pt x="12515" y="7361"/>
                  </a:lnTo>
                  <a:lnTo>
                    <a:pt x="12555" y="7040"/>
                  </a:lnTo>
                  <a:lnTo>
                    <a:pt x="12595" y="6719"/>
                  </a:lnTo>
                  <a:lnTo>
                    <a:pt x="12615" y="6398"/>
                  </a:lnTo>
                  <a:lnTo>
                    <a:pt x="12615" y="6077"/>
                  </a:lnTo>
                  <a:lnTo>
                    <a:pt x="12615" y="5757"/>
                  </a:lnTo>
                  <a:lnTo>
                    <a:pt x="12575" y="5436"/>
                  </a:lnTo>
                  <a:lnTo>
                    <a:pt x="12555" y="5115"/>
                  </a:lnTo>
                  <a:lnTo>
                    <a:pt x="12495" y="4794"/>
                  </a:lnTo>
                  <a:lnTo>
                    <a:pt x="12435" y="4473"/>
                  </a:lnTo>
                  <a:lnTo>
                    <a:pt x="12314" y="4032"/>
                  </a:lnTo>
                  <a:lnTo>
                    <a:pt x="12174" y="3591"/>
                  </a:lnTo>
                  <a:lnTo>
                    <a:pt x="11973" y="3190"/>
                  </a:lnTo>
                  <a:lnTo>
                    <a:pt x="11753" y="2768"/>
                  </a:lnTo>
                  <a:lnTo>
                    <a:pt x="11492" y="2387"/>
                  </a:lnTo>
                  <a:lnTo>
                    <a:pt x="11211" y="2026"/>
                  </a:lnTo>
                  <a:lnTo>
                    <a:pt x="10890" y="1686"/>
                  </a:lnTo>
                  <a:lnTo>
                    <a:pt x="10549" y="1365"/>
                  </a:lnTo>
                  <a:lnTo>
                    <a:pt x="10188" y="1064"/>
                  </a:lnTo>
                  <a:lnTo>
                    <a:pt x="9807" y="803"/>
                  </a:lnTo>
                  <a:lnTo>
                    <a:pt x="9386" y="583"/>
                  </a:lnTo>
                  <a:lnTo>
                    <a:pt x="8945" y="382"/>
                  </a:lnTo>
                  <a:lnTo>
                    <a:pt x="8504" y="222"/>
                  </a:lnTo>
                  <a:lnTo>
                    <a:pt x="8023" y="101"/>
                  </a:lnTo>
                  <a:lnTo>
                    <a:pt x="7541" y="21"/>
                  </a:lnTo>
                  <a:lnTo>
                    <a:pt x="704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9" name="Google Shape;5309;p21"/>
            <p:cNvSpPr/>
            <p:nvPr/>
          </p:nvSpPr>
          <p:spPr>
            <a:xfrm>
              <a:off x="10942475" y="3194900"/>
              <a:ext cx="315400" cy="322425"/>
            </a:xfrm>
            <a:custGeom>
              <a:avLst/>
              <a:gdLst/>
              <a:ahLst/>
              <a:cxnLst/>
              <a:rect l="l" t="t" r="r" b="b"/>
              <a:pathLst>
                <a:path w="12616" h="12897" fill="none" extrusionOk="0">
                  <a:moveTo>
                    <a:pt x="11833" y="9447"/>
                  </a:moveTo>
                  <a:lnTo>
                    <a:pt x="11833" y="9447"/>
                  </a:lnTo>
                  <a:lnTo>
                    <a:pt x="11652" y="9767"/>
                  </a:lnTo>
                  <a:lnTo>
                    <a:pt x="11452" y="10068"/>
                  </a:lnTo>
                  <a:lnTo>
                    <a:pt x="11251" y="10369"/>
                  </a:lnTo>
                  <a:lnTo>
                    <a:pt x="11011" y="10670"/>
                  </a:lnTo>
                  <a:lnTo>
                    <a:pt x="10770" y="10931"/>
                  </a:lnTo>
                  <a:lnTo>
                    <a:pt x="10509" y="11191"/>
                  </a:lnTo>
                  <a:lnTo>
                    <a:pt x="10229" y="11432"/>
                  </a:lnTo>
                  <a:lnTo>
                    <a:pt x="9928" y="11673"/>
                  </a:lnTo>
                  <a:lnTo>
                    <a:pt x="9607" y="11873"/>
                  </a:lnTo>
                  <a:lnTo>
                    <a:pt x="9266" y="12074"/>
                  </a:lnTo>
                  <a:lnTo>
                    <a:pt x="8925" y="12254"/>
                  </a:lnTo>
                  <a:lnTo>
                    <a:pt x="8564" y="12415"/>
                  </a:lnTo>
                  <a:lnTo>
                    <a:pt x="8163" y="12555"/>
                  </a:lnTo>
                  <a:lnTo>
                    <a:pt x="7762" y="12655"/>
                  </a:lnTo>
                  <a:lnTo>
                    <a:pt x="7361" y="12756"/>
                  </a:lnTo>
                  <a:lnTo>
                    <a:pt x="6920" y="12836"/>
                  </a:lnTo>
                  <a:lnTo>
                    <a:pt x="6920" y="12836"/>
                  </a:lnTo>
                  <a:lnTo>
                    <a:pt x="6518" y="12876"/>
                  </a:lnTo>
                  <a:lnTo>
                    <a:pt x="6117" y="12896"/>
                  </a:lnTo>
                  <a:lnTo>
                    <a:pt x="5736" y="12896"/>
                  </a:lnTo>
                  <a:lnTo>
                    <a:pt x="5355" y="12876"/>
                  </a:lnTo>
                  <a:lnTo>
                    <a:pt x="4994" y="12836"/>
                  </a:lnTo>
                  <a:lnTo>
                    <a:pt x="4633" y="12776"/>
                  </a:lnTo>
                  <a:lnTo>
                    <a:pt x="4292" y="12695"/>
                  </a:lnTo>
                  <a:lnTo>
                    <a:pt x="3951" y="12595"/>
                  </a:lnTo>
                  <a:lnTo>
                    <a:pt x="3631" y="12495"/>
                  </a:lnTo>
                  <a:lnTo>
                    <a:pt x="3330" y="12355"/>
                  </a:lnTo>
                  <a:lnTo>
                    <a:pt x="3029" y="12214"/>
                  </a:lnTo>
                  <a:lnTo>
                    <a:pt x="2748" y="12054"/>
                  </a:lnTo>
                  <a:lnTo>
                    <a:pt x="2467" y="11873"/>
                  </a:lnTo>
                  <a:lnTo>
                    <a:pt x="2207" y="11673"/>
                  </a:lnTo>
                  <a:lnTo>
                    <a:pt x="1966" y="11472"/>
                  </a:lnTo>
                  <a:lnTo>
                    <a:pt x="1725" y="11252"/>
                  </a:lnTo>
                  <a:lnTo>
                    <a:pt x="1505" y="11011"/>
                  </a:lnTo>
                  <a:lnTo>
                    <a:pt x="1304" y="10770"/>
                  </a:lnTo>
                  <a:lnTo>
                    <a:pt x="1104" y="10510"/>
                  </a:lnTo>
                  <a:lnTo>
                    <a:pt x="923" y="10249"/>
                  </a:lnTo>
                  <a:lnTo>
                    <a:pt x="763" y="9948"/>
                  </a:lnTo>
                  <a:lnTo>
                    <a:pt x="622" y="9667"/>
                  </a:lnTo>
                  <a:lnTo>
                    <a:pt x="482" y="9366"/>
                  </a:lnTo>
                  <a:lnTo>
                    <a:pt x="362" y="9046"/>
                  </a:lnTo>
                  <a:lnTo>
                    <a:pt x="261" y="8725"/>
                  </a:lnTo>
                  <a:lnTo>
                    <a:pt x="181" y="8404"/>
                  </a:lnTo>
                  <a:lnTo>
                    <a:pt x="101" y="8063"/>
                  </a:lnTo>
                  <a:lnTo>
                    <a:pt x="41" y="7722"/>
                  </a:lnTo>
                  <a:lnTo>
                    <a:pt x="21" y="7381"/>
                  </a:lnTo>
                  <a:lnTo>
                    <a:pt x="1" y="7020"/>
                  </a:lnTo>
                  <a:lnTo>
                    <a:pt x="1" y="6659"/>
                  </a:lnTo>
                  <a:lnTo>
                    <a:pt x="1" y="6298"/>
                  </a:lnTo>
                  <a:lnTo>
                    <a:pt x="1" y="6298"/>
                  </a:lnTo>
                  <a:lnTo>
                    <a:pt x="61" y="5797"/>
                  </a:lnTo>
                  <a:lnTo>
                    <a:pt x="161" y="5315"/>
                  </a:lnTo>
                  <a:lnTo>
                    <a:pt x="302" y="4814"/>
                  </a:lnTo>
                  <a:lnTo>
                    <a:pt x="502" y="4353"/>
                  </a:lnTo>
                  <a:lnTo>
                    <a:pt x="723" y="3871"/>
                  </a:lnTo>
                  <a:lnTo>
                    <a:pt x="983" y="3430"/>
                  </a:lnTo>
                  <a:lnTo>
                    <a:pt x="1284" y="2989"/>
                  </a:lnTo>
                  <a:lnTo>
                    <a:pt x="1605" y="2588"/>
                  </a:lnTo>
                  <a:lnTo>
                    <a:pt x="1966" y="2187"/>
                  </a:lnTo>
                  <a:lnTo>
                    <a:pt x="2367" y="1826"/>
                  </a:lnTo>
                  <a:lnTo>
                    <a:pt x="2768" y="1465"/>
                  </a:lnTo>
                  <a:lnTo>
                    <a:pt x="3209" y="1164"/>
                  </a:lnTo>
                  <a:lnTo>
                    <a:pt x="3691" y="883"/>
                  </a:lnTo>
                  <a:lnTo>
                    <a:pt x="4172" y="623"/>
                  </a:lnTo>
                  <a:lnTo>
                    <a:pt x="4673" y="422"/>
                  </a:lnTo>
                  <a:lnTo>
                    <a:pt x="5195" y="242"/>
                  </a:lnTo>
                  <a:lnTo>
                    <a:pt x="5195" y="242"/>
                  </a:lnTo>
                  <a:lnTo>
                    <a:pt x="5676" y="121"/>
                  </a:lnTo>
                  <a:lnTo>
                    <a:pt x="6137" y="41"/>
                  </a:lnTo>
                  <a:lnTo>
                    <a:pt x="6599" y="1"/>
                  </a:lnTo>
                  <a:lnTo>
                    <a:pt x="7040" y="1"/>
                  </a:lnTo>
                  <a:lnTo>
                    <a:pt x="7040" y="1"/>
                  </a:lnTo>
                  <a:lnTo>
                    <a:pt x="7541" y="21"/>
                  </a:lnTo>
                  <a:lnTo>
                    <a:pt x="8023" y="101"/>
                  </a:lnTo>
                  <a:lnTo>
                    <a:pt x="8504" y="222"/>
                  </a:lnTo>
                  <a:lnTo>
                    <a:pt x="8945" y="382"/>
                  </a:lnTo>
                  <a:lnTo>
                    <a:pt x="9386" y="583"/>
                  </a:lnTo>
                  <a:lnTo>
                    <a:pt x="9807" y="803"/>
                  </a:lnTo>
                  <a:lnTo>
                    <a:pt x="10188" y="1064"/>
                  </a:lnTo>
                  <a:lnTo>
                    <a:pt x="10549" y="1365"/>
                  </a:lnTo>
                  <a:lnTo>
                    <a:pt x="10890" y="1686"/>
                  </a:lnTo>
                  <a:lnTo>
                    <a:pt x="11211" y="2026"/>
                  </a:lnTo>
                  <a:lnTo>
                    <a:pt x="11492" y="2387"/>
                  </a:lnTo>
                  <a:lnTo>
                    <a:pt x="11753" y="2768"/>
                  </a:lnTo>
                  <a:lnTo>
                    <a:pt x="11973" y="3190"/>
                  </a:lnTo>
                  <a:lnTo>
                    <a:pt x="12174" y="3591"/>
                  </a:lnTo>
                  <a:lnTo>
                    <a:pt x="12314" y="4032"/>
                  </a:lnTo>
                  <a:lnTo>
                    <a:pt x="12435" y="4473"/>
                  </a:lnTo>
                  <a:lnTo>
                    <a:pt x="12435" y="4473"/>
                  </a:lnTo>
                  <a:lnTo>
                    <a:pt x="12495" y="4794"/>
                  </a:lnTo>
                  <a:lnTo>
                    <a:pt x="12555" y="5115"/>
                  </a:lnTo>
                  <a:lnTo>
                    <a:pt x="12575" y="5436"/>
                  </a:lnTo>
                  <a:lnTo>
                    <a:pt x="12615" y="5757"/>
                  </a:lnTo>
                  <a:lnTo>
                    <a:pt x="12615" y="6077"/>
                  </a:lnTo>
                  <a:lnTo>
                    <a:pt x="12615" y="6398"/>
                  </a:lnTo>
                  <a:lnTo>
                    <a:pt x="12595" y="6719"/>
                  </a:lnTo>
                  <a:lnTo>
                    <a:pt x="12555" y="7040"/>
                  </a:lnTo>
                  <a:lnTo>
                    <a:pt x="12515" y="7361"/>
                  </a:lnTo>
                  <a:lnTo>
                    <a:pt x="12455" y="7662"/>
                  </a:lnTo>
                  <a:lnTo>
                    <a:pt x="12394" y="7983"/>
                  </a:lnTo>
                  <a:lnTo>
                    <a:pt x="12294" y="8283"/>
                  </a:lnTo>
                  <a:lnTo>
                    <a:pt x="12194" y="8584"/>
                  </a:lnTo>
                  <a:lnTo>
                    <a:pt x="12094" y="8865"/>
                  </a:lnTo>
                  <a:lnTo>
                    <a:pt x="11973" y="9166"/>
                  </a:lnTo>
                  <a:lnTo>
                    <a:pt x="11833" y="9447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0" name="Google Shape;5310;p21"/>
            <p:cNvSpPr/>
            <p:nvPr/>
          </p:nvSpPr>
          <p:spPr>
            <a:xfrm>
              <a:off x="11023200" y="3271125"/>
              <a:ext cx="189050" cy="193050"/>
            </a:xfrm>
            <a:custGeom>
              <a:avLst/>
              <a:gdLst/>
              <a:ahLst/>
              <a:cxnLst/>
              <a:rect l="l" t="t" r="r" b="b"/>
              <a:pathLst>
                <a:path w="7562" h="7722" extrusionOk="0">
                  <a:moveTo>
                    <a:pt x="3891" y="0"/>
                  </a:moveTo>
                  <a:lnTo>
                    <a:pt x="3510" y="60"/>
                  </a:lnTo>
                  <a:lnTo>
                    <a:pt x="3129" y="141"/>
                  </a:lnTo>
                  <a:lnTo>
                    <a:pt x="2808" y="261"/>
                  </a:lnTo>
                  <a:lnTo>
                    <a:pt x="2507" y="381"/>
                  </a:lnTo>
                  <a:lnTo>
                    <a:pt x="2207" y="522"/>
                  </a:lnTo>
                  <a:lnTo>
                    <a:pt x="1946" y="702"/>
                  </a:lnTo>
                  <a:lnTo>
                    <a:pt x="1665" y="883"/>
                  </a:lnTo>
                  <a:lnTo>
                    <a:pt x="1424" y="1103"/>
                  </a:lnTo>
                  <a:lnTo>
                    <a:pt x="1184" y="1324"/>
                  </a:lnTo>
                  <a:lnTo>
                    <a:pt x="983" y="1544"/>
                  </a:lnTo>
                  <a:lnTo>
                    <a:pt x="783" y="1805"/>
                  </a:lnTo>
                  <a:lnTo>
                    <a:pt x="602" y="2066"/>
                  </a:lnTo>
                  <a:lnTo>
                    <a:pt x="442" y="2327"/>
                  </a:lnTo>
                  <a:lnTo>
                    <a:pt x="301" y="2607"/>
                  </a:lnTo>
                  <a:lnTo>
                    <a:pt x="201" y="2888"/>
                  </a:lnTo>
                  <a:lnTo>
                    <a:pt x="121" y="3189"/>
                  </a:lnTo>
                  <a:lnTo>
                    <a:pt x="41" y="3470"/>
                  </a:lnTo>
                  <a:lnTo>
                    <a:pt x="21" y="3770"/>
                  </a:lnTo>
                  <a:lnTo>
                    <a:pt x="1" y="4212"/>
                  </a:lnTo>
                  <a:lnTo>
                    <a:pt x="41" y="4633"/>
                  </a:lnTo>
                  <a:lnTo>
                    <a:pt x="121" y="5034"/>
                  </a:lnTo>
                  <a:lnTo>
                    <a:pt x="221" y="5415"/>
                  </a:lnTo>
                  <a:lnTo>
                    <a:pt x="382" y="5796"/>
                  </a:lnTo>
                  <a:lnTo>
                    <a:pt x="562" y="6137"/>
                  </a:lnTo>
                  <a:lnTo>
                    <a:pt x="783" y="6458"/>
                  </a:lnTo>
                  <a:lnTo>
                    <a:pt x="1043" y="6739"/>
                  </a:lnTo>
                  <a:lnTo>
                    <a:pt x="1324" y="6999"/>
                  </a:lnTo>
                  <a:lnTo>
                    <a:pt x="1645" y="7220"/>
                  </a:lnTo>
                  <a:lnTo>
                    <a:pt x="2006" y="7400"/>
                  </a:lnTo>
                  <a:lnTo>
                    <a:pt x="2186" y="7481"/>
                  </a:lnTo>
                  <a:lnTo>
                    <a:pt x="2387" y="7541"/>
                  </a:lnTo>
                  <a:lnTo>
                    <a:pt x="2567" y="7601"/>
                  </a:lnTo>
                  <a:lnTo>
                    <a:pt x="2788" y="7641"/>
                  </a:lnTo>
                  <a:lnTo>
                    <a:pt x="2989" y="7681"/>
                  </a:lnTo>
                  <a:lnTo>
                    <a:pt x="3209" y="7701"/>
                  </a:lnTo>
                  <a:lnTo>
                    <a:pt x="3430" y="7721"/>
                  </a:lnTo>
                  <a:lnTo>
                    <a:pt x="3670" y="7721"/>
                  </a:lnTo>
                  <a:lnTo>
                    <a:pt x="3911" y="7701"/>
                  </a:lnTo>
                  <a:lnTo>
                    <a:pt x="4152" y="7681"/>
                  </a:lnTo>
                  <a:lnTo>
                    <a:pt x="4392" y="7641"/>
                  </a:lnTo>
                  <a:lnTo>
                    <a:pt x="4613" y="7581"/>
                  </a:lnTo>
                  <a:lnTo>
                    <a:pt x="4854" y="7521"/>
                  </a:lnTo>
                  <a:lnTo>
                    <a:pt x="5054" y="7461"/>
                  </a:lnTo>
                  <a:lnTo>
                    <a:pt x="5275" y="7380"/>
                  </a:lnTo>
                  <a:lnTo>
                    <a:pt x="5455" y="7280"/>
                  </a:lnTo>
                  <a:lnTo>
                    <a:pt x="5656" y="7180"/>
                  </a:lnTo>
                  <a:lnTo>
                    <a:pt x="5836" y="7059"/>
                  </a:lnTo>
                  <a:lnTo>
                    <a:pt x="6017" y="6939"/>
                  </a:lnTo>
                  <a:lnTo>
                    <a:pt x="6177" y="6819"/>
                  </a:lnTo>
                  <a:lnTo>
                    <a:pt x="6478" y="6538"/>
                  </a:lnTo>
                  <a:lnTo>
                    <a:pt x="6739" y="6217"/>
                  </a:lnTo>
                  <a:lnTo>
                    <a:pt x="6959" y="5876"/>
                  </a:lnTo>
                  <a:lnTo>
                    <a:pt x="7160" y="5535"/>
                  </a:lnTo>
                  <a:lnTo>
                    <a:pt x="7300" y="5154"/>
                  </a:lnTo>
                  <a:lnTo>
                    <a:pt x="7421" y="4753"/>
                  </a:lnTo>
                  <a:lnTo>
                    <a:pt x="7501" y="4352"/>
                  </a:lnTo>
                  <a:lnTo>
                    <a:pt x="7541" y="3951"/>
                  </a:lnTo>
                  <a:lnTo>
                    <a:pt x="7561" y="3530"/>
                  </a:lnTo>
                  <a:lnTo>
                    <a:pt x="7521" y="3109"/>
                  </a:lnTo>
                  <a:lnTo>
                    <a:pt x="7461" y="2688"/>
                  </a:lnTo>
                  <a:lnTo>
                    <a:pt x="7361" y="2367"/>
                  </a:lnTo>
                  <a:lnTo>
                    <a:pt x="7240" y="2046"/>
                  </a:lnTo>
                  <a:lnTo>
                    <a:pt x="7100" y="1745"/>
                  </a:lnTo>
                  <a:lnTo>
                    <a:pt x="6919" y="1464"/>
                  </a:lnTo>
                  <a:lnTo>
                    <a:pt x="6699" y="1203"/>
                  </a:lnTo>
                  <a:lnTo>
                    <a:pt x="6478" y="963"/>
                  </a:lnTo>
                  <a:lnTo>
                    <a:pt x="6217" y="722"/>
                  </a:lnTo>
                  <a:lnTo>
                    <a:pt x="5937" y="522"/>
                  </a:lnTo>
                  <a:lnTo>
                    <a:pt x="5636" y="361"/>
                  </a:lnTo>
                  <a:lnTo>
                    <a:pt x="5315" y="221"/>
                  </a:lnTo>
                  <a:lnTo>
                    <a:pt x="4974" y="121"/>
                  </a:lnTo>
                  <a:lnTo>
                    <a:pt x="4633" y="40"/>
                  </a:lnTo>
                  <a:lnTo>
                    <a:pt x="427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1" name="Google Shape;5311;p21"/>
            <p:cNvSpPr/>
            <p:nvPr/>
          </p:nvSpPr>
          <p:spPr>
            <a:xfrm>
              <a:off x="11023200" y="3271125"/>
              <a:ext cx="189050" cy="193050"/>
            </a:xfrm>
            <a:custGeom>
              <a:avLst/>
              <a:gdLst/>
              <a:ahLst/>
              <a:cxnLst/>
              <a:rect l="l" t="t" r="r" b="b"/>
              <a:pathLst>
                <a:path w="7562" h="7722" fill="none" extrusionOk="0">
                  <a:moveTo>
                    <a:pt x="21" y="3770"/>
                  </a:moveTo>
                  <a:lnTo>
                    <a:pt x="21" y="3770"/>
                  </a:lnTo>
                  <a:lnTo>
                    <a:pt x="1" y="4212"/>
                  </a:lnTo>
                  <a:lnTo>
                    <a:pt x="41" y="4633"/>
                  </a:lnTo>
                  <a:lnTo>
                    <a:pt x="121" y="5034"/>
                  </a:lnTo>
                  <a:lnTo>
                    <a:pt x="221" y="5415"/>
                  </a:lnTo>
                  <a:lnTo>
                    <a:pt x="382" y="5796"/>
                  </a:lnTo>
                  <a:lnTo>
                    <a:pt x="562" y="6137"/>
                  </a:lnTo>
                  <a:lnTo>
                    <a:pt x="783" y="6458"/>
                  </a:lnTo>
                  <a:lnTo>
                    <a:pt x="1043" y="6739"/>
                  </a:lnTo>
                  <a:lnTo>
                    <a:pt x="1324" y="6999"/>
                  </a:lnTo>
                  <a:lnTo>
                    <a:pt x="1645" y="7220"/>
                  </a:lnTo>
                  <a:lnTo>
                    <a:pt x="2006" y="7400"/>
                  </a:lnTo>
                  <a:lnTo>
                    <a:pt x="2186" y="7481"/>
                  </a:lnTo>
                  <a:lnTo>
                    <a:pt x="2387" y="7541"/>
                  </a:lnTo>
                  <a:lnTo>
                    <a:pt x="2567" y="7601"/>
                  </a:lnTo>
                  <a:lnTo>
                    <a:pt x="2788" y="7641"/>
                  </a:lnTo>
                  <a:lnTo>
                    <a:pt x="2989" y="7681"/>
                  </a:lnTo>
                  <a:lnTo>
                    <a:pt x="3209" y="7701"/>
                  </a:lnTo>
                  <a:lnTo>
                    <a:pt x="3430" y="7721"/>
                  </a:lnTo>
                  <a:lnTo>
                    <a:pt x="3670" y="7721"/>
                  </a:lnTo>
                  <a:lnTo>
                    <a:pt x="3911" y="7701"/>
                  </a:lnTo>
                  <a:lnTo>
                    <a:pt x="4152" y="7681"/>
                  </a:lnTo>
                  <a:lnTo>
                    <a:pt x="4152" y="7681"/>
                  </a:lnTo>
                  <a:lnTo>
                    <a:pt x="4392" y="7641"/>
                  </a:lnTo>
                  <a:lnTo>
                    <a:pt x="4613" y="7581"/>
                  </a:lnTo>
                  <a:lnTo>
                    <a:pt x="4854" y="7521"/>
                  </a:lnTo>
                  <a:lnTo>
                    <a:pt x="5054" y="7461"/>
                  </a:lnTo>
                  <a:lnTo>
                    <a:pt x="5275" y="7380"/>
                  </a:lnTo>
                  <a:lnTo>
                    <a:pt x="5455" y="7280"/>
                  </a:lnTo>
                  <a:lnTo>
                    <a:pt x="5656" y="7180"/>
                  </a:lnTo>
                  <a:lnTo>
                    <a:pt x="5836" y="7059"/>
                  </a:lnTo>
                  <a:lnTo>
                    <a:pt x="6017" y="6939"/>
                  </a:lnTo>
                  <a:lnTo>
                    <a:pt x="6177" y="6819"/>
                  </a:lnTo>
                  <a:lnTo>
                    <a:pt x="6478" y="6538"/>
                  </a:lnTo>
                  <a:lnTo>
                    <a:pt x="6739" y="6217"/>
                  </a:lnTo>
                  <a:lnTo>
                    <a:pt x="6959" y="5876"/>
                  </a:lnTo>
                  <a:lnTo>
                    <a:pt x="7160" y="5535"/>
                  </a:lnTo>
                  <a:lnTo>
                    <a:pt x="7300" y="5154"/>
                  </a:lnTo>
                  <a:lnTo>
                    <a:pt x="7421" y="4753"/>
                  </a:lnTo>
                  <a:lnTo>
                    <a:pt x="7501" y="4352"/>
                  </a:lnTo>
                  <a:lnTo>
                    <a:pt x="7541" y="3951"/>
                  </a:lnTo>
                  <a:lnTo>
                    <a:pt x="7561" y="3530"/>
                  </a:lnTo>
                  <a:lnTo>
                    <a:pt x="7521" y="3109"/>
                  </a:lnTo>
                  <a:lnTo>
                    <a:pt x="7461" y="2688"/>
                  </a:lnTo>
                  <a:lnTo>
                    <a:pt x="7461" y="2688"/>
                  </a:lnTo>
                  <a:lnTo>
                    <a:pt x="7361" y="2367"/>
                  </a:lnTo>
                  <a:lnTo>
                    <a:pt x="7240" y="2046"/>
                  </a:lnTo>
                  <a:lnTo>
                    <a:pt x="7100" y="1745"/>
                  </a:lnTo>
                  <a:lnTo>
                    <a:pt x="6919" y="1464"/>
                  </a:lnTo>
                  <a:lnTo>
                    <a:pt x="6699" y="1203"/>
                  </a:lnTo>
                  <a:lnTo>
                    <a:pt x="6478" y="963"/>
                  </a:lnTo>
                  <a:lnTo>
                    <a:pt x="6217" y="722"/>
                  </a:lnTo>
                  <a:lnTo>
                    <a:pt x="5937" y="522"/>
                  </a:lnTo>
                  <a:lnTo>
                    <a:pt x="5636" y="361"/>
                  </a:lnTo>
                  <a:lnTo>
                    <a:pt x="5315" y="221"/>
                  </a:lnTo>
                  <a:lnTo>
                    <a:pt x="4974" y="121"/>
                  </a:lnTo>
                  <a:lnTo>
                    <a:pt x="4633" y="40"/>
                  </a:lnTo>
                  <a:lnTo>
                    <a:pt x="4272" y="0"/>
                  </a:lnTo>
                  <a:lnTo>
                    <a:pt x="3891" y="0"/>
                  </a:lnTo>
                  <a:lnTo>
                    <a:pt x="3510" y="60"/>
                  </a:lnTo>
                  <a:lnTo>
                    <a:pt x="3129" y="141"/>
                  </a:lnTo>
                  <a:lnTo>
                    <a:pt x="3129" y="141"/>
                  </a:lnTo>
                  <a:lnTo>
                    <a:pt x="2808" y="261"/>
                  </a:lnTo>
                  <a:lnTo>
                    <a:pt x="2507" y="381"/>
                  </a:lnTo>
                  <a:lnTo>
                    <a:pt x="2207" y="522"/>
                  </a:lnTo>
                  <a:lnTo>
                    <a:pt x="1946" y="702"/>
                  </a:lnTo>
                  <a:lnTo>
                    <a:pt x="1665" y="883"/>
                  </a:lnTo>
                  <a:lnTo>
                    <a:pt x="1424" y="1103"/>
                  </a:lnTo>
                  <a:lnTo>
                    <a:pt x="1184" y="1324"/>
                  </a:lnTo>
                  <a:lnTo>
                    <a:pt x="983" y="1544"/>
                  </a:lnTo>
                  <a:lnTo>
                    <a:pt x="783" y="1805"/>
                  </a:lnTo>
                  <a:lnTo>
                    <a:pt x="602" y="2066"/>
                  </a:lnTo>
                  <a:lnTo>
                    <a:pt x="442" y="2327"/>
                  </a:lnTo>
                  <a:lnTo>
                    <a:pt x="301" y="2607"/>
                  </a:lnTo>
                  <a:lnTo>
                    <a:pt x="201" y="2888"/>
                  </a:lnTo>
                  <a:lnTo>
                    <a:pt x="121" y="3189"/>
                  </a:lnTo>
                  <a:lnTo>
                    <a:pt x="41" y="3470"/>
                  </a:lnTo>
                  <a:lnTo>
                    <a:pt x="21" y="377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2" name="Google Shape;5312;p21"/>
            <p:cNvSpPr/>
            <p:nvPr/>
          </p:nvSpPr>
          <p:spPr>
            <a:xfrm>
              <a:off x="10942475" y="3194400"/>
              <a:ext cx="176000" cy="321400"/>
            </a:xfrm>
            <a:custGeom>
              <a:avLst/>
              <a:gdLst/>
              <a:ahLst/>
              <a:cxnLst/>
              <a:rect l="l" t="t" r="r" b="b"/>
              <a:pathLst>
                <a:path w="7040" h="12856" extrusionOk="0">
                  <a:moveTo>
                    <a:pt x="6859" y="1"/>
                  </a:moveTo>
                  <a:lnTo>
                    <a:pt x="6438" y="21"/>
                  </a:lnTo>
                  <a:lnTo>
                    <a:pt x="6037" y="81"/>
                  </a:lnTo>
                  <a:lnTo>
                    <a:pt x="5616" y="141"/>
                  </a:lnTo>
                  <a:lnTo>
                    <a:pt x="5195" y="262"/>
                  </a:lnTo>
                  <a:lnTo>
                    <a:pt x="4673" y="442"/>
                  </a:lnTo>
                  <a:lnTo>
                    <a:pt x="4172" y="643"/>
                  </a:lnTo>
                  <a:lnTo>
                    <a:pt x="3691" y="903"/>
                  </a:lnTo>
                  <a:lnTo>
                    <a:pt x="3209" y="1184"/>
                  </a:lnTo>
                  <a:lnTo>
                    <a:pt x="2768" y="1485"/>
                  </a:lnTo>
                  <a:lnTo>
                    <a:pt x="2367" y="1846"/>
                  </a:lnTo>
                  <a:lnTo>
                    <a:pt x="1966" y="2207"/>
                  </a:lnTo>
                  <a:lnTo>
                    <a:pt x="1605" y="2608"/>
                  </a:lnTo>
                  <a:lnTo>
                    <a:pt x="1284" y="3009"/>
                  </a:lnTo>
                  <a:lnTo>
                    <a:pt x="983" y="3450"/>
                  </a:lnTo>
                  <a:lnTo>
                    <a:pt x="723" y="3891"/>
                  </a:lnTo>
                  <a:lnTo>
                    <a:pt x="502" y="4373"/>
                  </a:lnTo>
                  <a:lnTo>
                    <a:pt x="302" y="4834"/>
                  </a:lnTo>
                  <a:lnTo>
                    <a:pt x="161" y="5335"/>
                  </a:lnTo>
                  <a:lnTo>
                    <a:pt x="61" y="5817"/>
                  </a:lnTo>
                  <a:lnTo>
                    <a:pt x="1" y="6318"/>
                  </a:lnTo>
                  <a:lnTo>
                    <a:pt x="1" y="6819"/>
                  </a:lnTo>
                  <a:lnTo>
                    <a:pt x="21" y="7401"/>
                  </a:lnTo>
                  <a:lnTo>
                    <a:pt x="81" y="7942"/>
                  </a:lnTo>
                  <a:lnTo>
                    <a:pt x="181" y="8484"/>
                  </a:lnTo>
                  <a:lnTo>
                    <a:pt x="342" y="9005"/>
                  </a:lnTo>
                  <a:lnTo>
                    <a:pt x="542" y="9507"/>
                  </a:lnTo>
                  <a:lnTo>
                    <a:pt x="763" y="9988"/>
                  </a:lnTo>
                  <a:lnTo>
                    <a:pt x="1044" y="10429"/>
                  </a:lnTo>
                  <a:lnTo>
                    <a:pt x="1344" y="10850"/>
                  </a:lnTo>
                  <a:lnTo>
                    <a:pt x="1505" y="11051"/>
                  </a:lnTo>
                  <a:lnTo>
                    <a:pt x="1685" y="11231"/>
                  </a:lnTo>
                  <a:lnTo>
                    <a:pt x="1866" y="11412"/>
                  </a:lnTo>
                  <a:lnTo>
                    <a:pt x="2066" y="11592"/>
                  </a:lnTo>
                  <a:lnTo>
                    <a:pt x="2267" y="11753"/>
                  </a:lnTo>
                  <a:lnTo>
                    <a:pt x="2488" y="11893"/>
                  </a:lnTo>
                  <a:lnTo>
                    <a:pt x="2688" y="12054"/>
                  </a:lnTo>
                  <a:lnTo>
                    <a:pt x="2929" y="12174"/>
                  </a:lnTo>
                  <a:lnTo>
                    <a:pt x="3149" y="12294"/>
                  </a:lnTo>
                  <a:lnTo>
                    <a:pt x="3410" y="12415"/>
                  </a:lnTo>
                  <a:lnTo>
                    <a:pt x="3651" y="12515"/>
                  </a:lnTo>
                  <a:lnTo>
                    <a:pt x="3911" y="12615"/>
                  </a:lnTo>
                  <a:lnTo>
                    <a:pt x="4172" y="12695"/>
                  </a:lnTo>
                  <a:lnTo>
                    <a:pt x="4453" y="12756"/>
                  </a:lnTo>
                  <a:lnTo>
                    <a:pt x="4734" y="12816"/>
                  </a:lnTo>
                  <a:lnTo>
                    <a:pt x="5014" y="12856"/>
                  </a:lnTo>
                  <a:lnTo>
                    <a:pt x="5215" y="12294"/>
                  </a:lnTo>
                  <a:lnTo>
                    <a:pt x="5415" y="11753"/>
                  </a:lnTo>
                  <a:lnTo>
                    <a:pt x="5616" y="11211"/>
                  </a:lnTo>
                  <a:lnTo>
                    <a:pt x="5857" y="10690"/>
                  </a:lnTo>
                  <a:lnTo>
                    <a:pt x="5536" y="10590"/>
                  </a:lnTo>
                  <a:lnTo>
                    <a:pt x="5235" y="10469"/>
                  </a:lnTo>
                  <a:lnTo>
                    <a:pt x="4954" y="10329"/>
                  </a:lnTo>
                  <a:lnTo>
                    <a:pt x="4694" y="10169"/>
                  </a:lnTo>
                  <a:lnTo>
                    <a:pt x="4453" y="9988"/>
                  </a:lnTo>
                  <a:lnTo>
                    <a:pt x="4232" y="9767"/>
                  </a:lnTo>
                  <a:lnTo>
                    <a:pt x="4032" y="9547"/>
                  </a:lnTo>
                  <a:lnTo>
                    <a:pt x="3851" y="9306"/>
                  </a:lnTo>
                  <a:lnTo>
                    <a:pt x="3691" y="9045"/>
                  </a:lnTo>
                  <a:lnTo>
                    <a:pt x="3570" y="8765"/>
                  </a:lnTo>
                  <a:lnTo>
                    <a:pt x="3450" y="8464"/>
                  </a:lnTo>
                  <a:lnTo>
                    <a:pt x="3350" y="8163"/>
                  </a:lnTo>
                  <a:lnTo>
                    <a:pt x="3290" y="7842"/>
                  </a:lnTo>
                  <a:lnTo>
                    <a:pt x="3250" y="7521"/>
                  </a:lnTo>
                  <a:lnTo>
                    <a:pt x="3230" y="7180"/>
                  </a:lnTo>
                  <a:lnTo>
                    <a:pt x="3250" y="6839"/>
                  </a:lnTo>
                  <a:lnTo>
                    <a:pt x="3290" y="6478"/>
                  </a:lnTo>
                  <a:lnTo>
                    <a:pt x="3370" y="6138"/>
                  </a:lnTo>
                  <a:lnTo>
                    <a:pt x="3350" y="5696"/>
                  </a:lnTo>
                  <a:lnTo>
                    <a:pt x="3370" y="5235"/>
                  </a:lnTo>
                  <a:lnTo>
                    <a:pt x="3430" y="4794"/>
                  </a:lnTo>
                  <a:lnTo>
                    <a:pt x="3510" y="4353"/>
                  </a:lnTo>
                  <a:lnTo>
                    <a:pt x="3631" y="3932"/>
                  </a:lnTo>
                  <a:lnTo>
                    <a:pt x="3791" y="3510"/>
                  </a:lnTo>
                  <a:lnTo>
                    <a:pt x="3972" y="3089"/>
                  </a:lnTo>
                  <a:lnTo>
                    <a:pt x="4172" y="2688"/>
                  </a:lnTo>
                  <a:lnTo>
                    <a:pt x="4413" y="2307"/>
                  </a:lnTo>
                  <a:lnTo>
                    <a:pt x="4673" y="1926"/>
                  </a:lnTo>
                  <a:lnTo>
                    <a:pt x="4954" y="1585"/>
                  </a:lnTo>
                  <a:lnTo>
                    <a:pt x="5275" y="1244"/>
                  </a:lnTo>
                  <a:lnTo>
                    <a:pt x="5596" y="903"/>
                  </a:lnTo>
                  <a:lnTo>
                    <a:pt x="5957" y="603"/>
                  </a:lnTo>
                  <a:lnTo>
                    <a:pt x="6338" y="322"/>
                  </a:lnTo>
                  <a:lnTo>
                    <a:pt x="6739" y="81"/>
                  </a:lnTo>
                  <a:lnTo>
                    <a:pt x="6779" y="101"/>
                  </a:lnTo>
                  <a:lnTo>
                    <a:pt x="6839" y="101"/>
                  </a:lnTo>
                  <a:lnTo>
                    <a:pt x="6940" y="81"/>
                  </a:lnTo>
                  <a:lnTo>
                    <a:pt x="7040" y="21"/>
                  </a:lnTo>
                  <a:lnTo>
                    <a:pt x="6859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3" name="Google Shape;5313;p21"/>
            <p:cNvSpPr/>
            <p:nvPr/>
          </p:nvSpPr>
          <p:spPr>
            <a:xfrm>
              <a:off x="10942475" y="3194400"/>
              <a:ext cx="176000" cy="321400"/>
            </a:xfrm>
            <a:custGeom>
              <a:avLst/>
              <a:gdLst/>
              <a:ahLst/>
              <a:cxnLst/>
              <a:rect l="l" t="t" r="r" b="b"/>
              <a:pathLst>
                <a:path w="7040" h="12856" fill="none" extrusionOk="0">
                  <a:moveTo>
                    <a:pt x="6859" y="1"/>
                  </a:moveTo>
                  <a:lnTo>
                    <a:pt x="6859" y="1"/>
                  </a:lnTo>
                  <a:lnTo>
                    <a:pt x="6438" y="21"/>
                  </a:lnTo>
                  <a:lnTo>
                    <a:pt x="6037" y="81"/>
                  </a:lnTo>
                  <a:lnTo>
                    <a:pt x="5616" y="141"/>
                  </a:lnTo>
                  <a:lnTo>
                    <a:pt x="5195" y="262"/>
                  </a:lnTo>
                  <a:lnTo>
                    <a:pt x="5195" y="262"/>
                  </a:lnTo>
                  <a:lnTo>
                    <a:pt x="4673" y="442"/>
                  </a:lnTo>
                  <a:lnTo>
                    <a:pt x="4172" y="643"/>
                  </a:lnTo>
                  <a:lnTo>
                    <a:pt x="3691" y="903"/>
                  </a:lnTo>
                  <a:lnTo>
                    <a:pt x="3209" y="1184"/>
                  </a:lnTo>
                  <a:lnTo>
                    <a:pt x="2768" y="1485"/>
                  </a:lnTo>
                  <a:lnTo>
                    <a:pt x="2367" y="1846"/>
                  </a:lnTo>
                  <a:lnTo>
                    <a:pt x="1966" y="2207"/>
                  </a:lnTo>
                  <a:lnTo>
                    <a:pt x="1605" y="2608"/>
                  </a:lnTo>
                  <a:lnTo>
                    <a:pt x="1284" y="3009"/>
                  </a:lnTo>
                  <a:lnTo>
                    <a:pt x="983" y="3450"/>
                  </a:lnTo>
                  <a:lnTo>
                    <a:pt x="723" y="3891"/>
                  </a:lnTo>
                  <a:lnTo>
                    <a:pt x="502" y="4373"/>
                  </a:lnTo>
                  <a:lnTo>
                    <a:pt x="302" y="4834"/>
                  </a:lnTo>
                  <a:lnTo>
                    <a:pt x="161" y="5335"/>
                  </a:lnTo>
                  <a:lnTo>
                    <a:pt x="61" y="5817"/>
                  </a:lnTo>
                  <a:lnTo>
                    <a:pt x="1" y="6318"/>
                  </a:lnTo>
                  <a:lnTo>
                    <a:pt x="1" y="6318"/>
                  </a:lnTo>
                  <a:lnTo>
                    <a:pt x="1" y="6819"/>
                  </a:lnTo>
                  <a:lnTo>
                    <a:pt x="1" y="6819"/>
                  </a:lnTo>
                  <a:lnTo>
                    <a:pt x="21" y="7401"/>
                  </a:lnTo>
                  <a:lnTo>
                    <a:pt x="81" y="7942"/>
                  </a:lnTo>
                  <a:lnTo>
                    <a:pt x="181" y="8484"/>
                  </a:lnTo>
                  <a:lnTo>
                    <a:pt x="342" y="9005"/>
                  </a:lnTo>
                  <a:lnTo>
                    <a:pt x="542" y="9507"/>
                  </a:lnTo>
                  <a:lnTo>
                    <a:pt x="763" y="9988"/>
                  </a:lnTo>
                  <a:lnTo>
                    <a:pt x="1044" y="10429"/>
                  </a:lnTo>
                  <a:lnTo>
                    <a:pt x="1344" y="10850"/>
                  </a:lnTo>
                  <a:lnTo>
                    <a:pt x="1505" y="11051"/>
                  </a:lnTo>
                  <a:lnTo>
                    <a:pt x="1685" y="11231"/>
                  </a:lnTo>
                  <a:lnTo>
                    <a:pt x="1866" y="11412"/>
                  </a:lnTo>
                  <a:lnTo>
                    <a:pt x="2066" y="11592"/>
                  </a:lnTo>
                  <a:lnTo>
                    <a:pt x="2267" y="11753"/>
                  </a:lnTo>
                  <a:lnTo>
                    <a:pt x="2488" y="11893"/>
                  </a:lnTo>
                  <a:lnTo>
                    <a:pt x="2688" y="12054"/>
                  </a:lnTo>
                  <a:lnTo>
                    <a:pt x="2929" y="12174"/>
                  </a:lnTo>
                  <a:lnTo>
                    <a:pt x="3149" y="12294"/>
                  </a:lnTo>
                  <a:lnTo>
                    <a:pt x="3410" y="12415"/>
                  </a:lnTo>
                  <a:lnTo>
                    <a:pt x="3651" y="12515"/>
                  </a:lnTo>
                  <a:lnTo>
                    <a:pt x="3911" y="12615"/>
                  </a:lnTo>
                  <a:lnTo>
                    <a:pt x="4172" y="12695"/>
                  </a:lnTo>
                  <a:lnTo>
                    <a:pt x="4453" y="12756"/>
                  </a:lnTo>
                  <a:lnTo>
                    <a:pt x="4734" y="12816"/>
                  </a:lnTo>
                  <a:lnTo>
                    <a:pt x="5014" y="12856"/>
                  </a:lnTo>
                  <a:lnTo>
                    <a:pt x="5014" y="12856"/>
                  </a:lnTo>
                  <a:lnTo>
                    <a:pt x="5215" y="12294"/>
                  </a:lnTo>
                  <a:lnTo>
                    <a:pt x="5415" y="11753"/>
                  </a:lnTo>
                  <a:lnTo>
                    <a:pt x="5616" y="11211"/>
                  </a:lnTo>
                  <a:lnTo>
                    <a:pt x="5857" y="10690"/>
                  </a:lnTo>
                  <a:lnTo>
                    <a:pt x="5857" y="10690"/>
                  </a:lnTo>
                  <a:lnTo>
                    <a:pt x="5536" y="10590"/>
                  </a:lnTo>
                  <a:lnTo>
                    <a:pt x="5235" y="10469"/>
                  </a:lnTo>
                  <a:lnTo>
                    <a:pt x="4954" y="10329"/>
                  </a:lnTo>
                  <a:lnTo>
                    <a:pt x="4694" y="10169"/>
                  </a:lnTo>
                  <a:lnTo>
                    <a:pt x="4453" y="9988"/>
                  </a:lnTo>
                  <a:lnTo>
                    <a:pt x="4232" y="9767"/>
                  </a:lnTo>
                  <a:lnTo>
                    <a:pt x="4032" y="9547"/>
                  </a:lnTo>
                  <a:lnTo>
                    <a:pt x="3851" y="9306"/>
                  </a:lnTo>
                  <a:lnTo>
                    <a:pt x="3691" y="9045"/>
                  </a:lnTo>
                  <a:lnTo>
                    <a:pt x="3570" y="8765"/>
                  </a:lnTo>
                  <a:lnTo>
                    <a:pt x="3450" y="8464"/>
                  </a:lnTo>
                  <a:lnTo>
                    <a:pt x="3350" y="8163"/>
                  </a:lnTo>
                  <a:lnTo>
                    <a:pt x="3290" y="7842"/>
                  </a:lnTo>
                  <a:lnTo>
                    <a:pt x="3250" y="7521"/>
                  </a:lnTo>
                  <a:lnTo>
                    <a:pt x="3230" y="7180"/>
                  </a:lnTo>
                  <a:lnTo>
                    <a:pt x="3250" y="6839"/>
                  </a:lnTo>
                  <a:lnTo>
                    <a:pt x="3250" y="6839"/>
                  </a:lnTo>
                  <a:lnTo>
                    <a:pt x="3290" y="6478"/>
                  </a:lnTo>
                  <a:lnTo>
                    <a:pt x="3370" y="6138"/>
                  </a:lnTo>
                  <a:lnTo>
                    <a:pt x="3370" y="6138"/>
                  </a:lnTo>
                  <a:lnTo>
                    <a:pt x="3350" y="5696"/>
                  </a:lnTo>
                  <a:lnTo>
                    <a:pt x="3370" y="5235"/>
                  </a:lnTo>
                  <a:lnTo>
                    <a:pt x="3430" y="4794"/>
                  </a:lnTo>
                  <a:lnTo>
                    <a:pt x="3510" y="4353"/>
                  </a:lnTo>
                  <a:lnTo>
                    <a:pt x="3631" y="3932"/>
                  </a:lnTo>
                  <a:lnTo>
                    <a:pt x="3791" y="3510"/>
                  </a:lnTo>
                  <a:lnTo>
                    <a:pt x="3972" y="3089"/>
                  </a:lnTo>
                  <a:lnTo>
                    <a:pt x="4172" y="2688"/>
                  </a:lnTo>
                  <a:lnTo>
                    <a:pt x="4413" y="2307"/>
                  </a:lnTo>
                  <a:lnTo>
                    <a:pt x="4673" y="1926"/>
                  </a:lnTo>
                  <a:lnTo>
                    <a:pt x="4954" y="1585"/>
                  </a:lnTo>
                  <a:lnTo>
                    <a:pt x="5275" y="1244"/>
                  </a:lnTo>
                  <a:lnTo>
                    <a:pt x="5596" y="903"/>
                  </a:lnTo>
                  <a:lnTo>
                    <a:pt x="5957" y="603"/>
                  </a:lnTo>
                  <a:lnTo>
                    <a:pt x="6338" y="322"/>
                  </a:lnTo>
                  <a:lnTo>
                    <a:pt x="6739" y="81"/>
                  </a:lnTo>
                  <a:lnTo>
                    <a:pt x="6739" y="81"/>
                  </a:lnTo>
                  <a:lnTo>
                    <a:pt x="6779" y="101"/>
                  </a:lnTo>
                  <a:lnTo>
                    <a:pt x="6839" y="101"/>
                  </a:lnTo>
                  <a:lnTo>
                    <a:pt x="6839" y="101"/>
                  </a:lnTo>
                  <a:lnTo>
                    <a:pt x="6940" y="81"/>
                  </a:lnTo>
                  <a:lnTo>
                    <a:pt x="7040" y="21"/>
                  </a:lnTo>
                  <a:lnTo>
                    <a:pt x="7040" y="21"/>
                  </a:lnTo>
                  <a:lnTo>
                    <a:pt x="6859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4" name="Google Shape;5314;p21"/>
            <p:cNvSpPr/>
            <p:nvPr/>
          </p:nvSpPr>
          <p:spPr>
            <a:xfrm>
              <a:off x="11023200" y="3347825"/>
              <a:ext cx="69225" cy="113825"/>
            </a:xfrm>
            <a:custGeom>
              <a:avLst/>
              <a:gdLst/>
              <a:ahLst/>
              <a:cxnLst/>
              <a:rect l="l" t="t" r="r" b="b"/>
              <a:pathLst>
                <a:path w="2769" h="4553" extrusionOk="0">
                  <a:moveTo>
                    <a:pt x="141" y="1"/>
                  </a:moveTo>
                  <a:lnTo>
                    <a:pt x="61" y="341"/>
                  </a:lnTo>
                  <a:lnTo>
                    <a:pt x="21" y="702"/>
                  </a:lnTo>
                  <a:lnTo>
                    <a:pt x="1" y="1043"/>
                  </a:lnTo>
                  <a:lnTo>
                    <a:pt x="21" y="1384"/>
                  </a:lnTo>
                  <a:lnTo>
                    <a:pt x="61" y="1705"/>
                  </a:lnTo>
                  <a:lnTo>
                    <a:pt x="121" y="2026"/>
                  </a:lnTo>
                  <a:lnTo>
                    <a:pt x="221" y="2327"/>
                  </a:lnTo>
                  <a:lnTo>
                    <a:pt x="341" y="2628"/>
                  </a:lnTo>
                  <a:lnTo>
                    <a:pt x="462" y="2908"/>
                  </a:lnTo>
                  <a:lnTo>
                    <a:pt x="622" y="3169"/>
                  </a:lnTo>
                  <a:lnTo>
                    <a:pt x="803" y="3410"/>
                  </a:lnTo>
                  <a:lnTo>
                    <a:pt x="1003" y="3630"/>
                  </a:lnTo>
                  <a:lnTo>
                    <a:pt x="1224" y="3851"/>
                  </a:lnTo>
                  <a:lnTo>
                    <a:pt x="1465" y="4032"/>
                  </a:lnTo>
                  <a:lnTo>
                    <a:pt x="1725" y="4192"/>
                  </a:lnTo>
                  <a:lnTo>
                    <a:pt x="2006" y="4332"/>
                  </a:lnTo>
                  <a:lnTo>
                    <a:pt x="2307" y="4453"/>
                  </a:lnTo>
                  <a:lnTo>
                    <a:pt x="2628" y="4553"/>
                  </a:lnTo>
                  <a:lnTo>
                    <a:pt x="2768" y="4212"/>
                  </a:lnTo>
                  <a:lnTo>
                    <a:pt x="2507" y="4072"/>
                  </a:lnTo>
                  <a:lnTo>
                    <a:pt x="2267" y="3911"/>
                  </a:lnTo>
                  <a:lnTo>
                    <a:pt x="2026" y="3751"/>
                  </a:lnTo>
                  <a:lnTo>
                    <a:pt x="1805" y="3570"/>
                  </a:lnTo>
                  <a:lnTo>
                    <a:pt x="1585" y="3390"/>
                  </a:lnTo>
                  <a:lnTo>
                    <a:pt x="1384" y="3169"/>
                  </a:lnTo>
                  <a:lnTo>
                    <a:pt x="1204" y="2949"/>
                  </a:lnTo>
                  <a:lnTo>
                    <a:pt x="1043" y="2708"/>
                  </a:lnTo>
                  <a:lnTo>
                    <a:pt x="843" y="2367"/>
                  </a:lnTo>
                  <a:lnTo>
                    <a:pt x="682" y="2046"/>
                  </a:lnTo>
                  <a:lnTo>
                    <a:pt x="542" y="1705"/>
                  </a:lnTo>
                  <a:lnTo>
                    <a:pt x="402" y="1364"/>
                  </a:lnTo>
                  <a:lnTo>
                    <a:pt x="301" y="1023"/>
                  </a:lnTo>
                  <a:lnTo>
                    <a:pt x="241" y="682"/>
                  </a:lnTo>
                  <a:lnTo>
                    <a:pt x="181" y="341"/>
                  </a:lnTo>
                  <a:lnTo>
                    <a:pt x="14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5" name="Google Shape;5315;p21"/>
            <p:cNvSpPr/>
            <p:nvPr/>
          </p:nvSpPr>
          <p:spPr>
            <a:xfrm>
              <a:off x="11593750" y="3194400"/>
              <a:ext cx="315875" cy="322925"/>
            </a:xfrm>
            <a:custGeom>
              <a:avLst/>
              <a:gdLst/>
              <a:ahLst/>
              <a:cxnLst/>
              <a:rect l="l" t="t" r="r" b="b"/>
              <a:pathLst>
                <a:path w="12635" h="12917" extrusionOk="0">
                  <a:moveTo>
                    <a:pt x="5816" y="1"/>
                  </a:moveTo>
                  <a:lnTo>
                    <a:pt x="5516" y="21"/>
                  </a:lnTo>
                  <a:lnTo>
                    <a:pt x="5195" y="41"/>
                  </a:lnTo>
                  <a:lnTo>
                    <a:pt x="4894" y="81"/>
                  </a:lnTo>
                  <a:lnTo>
                    <a:pt x="4613" y="121"/>
                  </a:lnTo>
                  <a:lnTo>
                    <a:pt x="4312" y="201"/>
                  </a:lnTo>
                  <a:lnTo>
                    <a:pt x="4031" y="282"/>
                  </a:lnTo>
                  <a:lnTo>
                    <a:pt x="3751" y="382"/>
                  </a:lnTo>
                  <a:lnTo>
                    <a:pt x="3490" y="482"/>
                  </a:lnTo>
                  <a:lnTo>
                    <a:pt x="3229" y="603"/>
                  </a:lnTo>
                  <a:lnTo>
                    <a:pt x="2969" y="743"/>
                  </a:lnTo>
                  <a:lnTo>
                    <a:pt x="2728" y="903"/>
                  </a:lnTo>
                  <a:lnTo>
                    <a:pt x="2487" y="1064"/>
                  </a:lnTo>
                  <a:lnTo>
                    <a:pt x="2267" y="1224"/>
                  </a:lnTo>
                  <a:lnTo>
                    <a:pt x="2046" y="1405"/>
                  </a:lnTo>
                  <a:lnTo>
                    <a:pt x="1825" y="1605"/>
                  </a:lnTo>
                  <a:lnTo>
                    <a:pt x="1625" y="1806"/>
                  </a:lnTo>
                  <a:lnTo>
                    <a:pt x="1444" y="2006"/>
                  </a:lnTo>
                  <a:lnTo>
                    <a:pt x="1264" y="2227"/>
                  </a:lnTo>
                  <a:lnTo>
                    <a:pt x="1083" y="2448"/>
                  </a:lnTo>
                  <a:lnTo>
                    <a:pt x="943" y="2688"/>
                  </a:lnTo>
                  <a:lnTo>
                    <a:pt x="783" y="2929"/>
                  </a:lnTo>
                  <a:lnTo>
                    <a:pt x="662" y="3190"/>
                  </a:lnTo>
                  <a:lnTo>
                    <a:pt x="542" y="3430"/>
                  </a:lnTo>
                  <a:lnTo>
                    <a:pt x="422" y="3691"/>
                  </a:lnTo>
                  <a:lnTo>
                    <a:pt x="341" y="3952"/>
                  </a:lnTo>
                  <a:lnTo>
                    <a:pt x="261" y="4232"/>
                  </a:lnTo>
                  <a:lnTo>
                    <a:pt x="181" y="4493"/>
                  </a:lnTo>
                  <a:lnTo>
                    <a:pt x="121" y="4854"/>
                  </a:lnTo>
                  <a:lnTo>
                    <a:pt x="61" y="5195"/>
                  </a:lnTo>
                  <a:lnTo>
                    <a:pt x="41" y="5556"/>
                  </a:lnTo>
                  <a:lnTo>
                    <a:pt x="21" y="5897"/>
                  </a:lnTo>
                  <a:lnTo>
                    <a:pt x="1" y="6238"/>
                  </a:lnTo>
                  <a:lnTo>
                    <a:pt x="21" y="6599"/>
                  </a:lnTo>
                  <a:lnTo>
                    <a:pt x="61" y="6940"/>
                  </a:lnTo>
                  <a:lnTo>
                    <a:pt x="101" y="7281"/>
                  </a:lnTo>
                  <a:lnTo>
                    <a:pt x="161" y="7622"/>
                  </a:lnTo>
                  <a:lnTo>
                    <a:pt x="221" y="7963"/>
                  </a:lnTo>
                  <a:lnTo>
                    <a:pt x="321" y="8283"/>
                  </a:lnTo>
                  <a:lnTo>
                    <a:pt x="422" y="8624"/>
                  </a:lnTo>
                  <a:lnTo>
                    <a:pt x="542" y="8925"/>
                  </a:lnTo>
                  <a:lnTo>
                    <a:pt x="682" y="9246"/>
                  </a:lnTo>
                  <a:lnTo>
                    <a:pt x="843" y="9547"/>
                  </a:lnTo>
                  <a:lnTo>
                    <a:pt x="1003" y="9848"/>
                  </a:lnTo>
                  <a:lnTo>
                    <a:pt x="1184" y="10128"/>
                  </a:lnTo>
                  <a:lnTo>
                    <a:pt x="1384" y="10409"/>
                  </a:lnTo>
                  <a:lnTo>
                    <a:pt x="1605" y="10670"/>
                  </a:lnTo>
                  <a:lnTo>
                    <a:pt x="1825" y="10931"/>
                  </a:lnTo>
                  <a:lnTo>
                    <a:pt x="2066" y="11171"/>
                  </a:lnTo>
                  <a:lnTo>
                    <a:pt x="2327" y="11392"/>
                  </a:lnTo>
                  <a:lnTo>
                    <a:pt x="2608" y="11612"/>
                  </a:lnTo>
                  <a:lnTo>
                    <a:pt x="2888" y="11813"/>
                  </a:lnTo>
                  <a:lnTo>
                    <a:pt x="3189" y="12014"/>
                  </a:lnTo>
                  <a:lnTo>
                    <a:pt x="3510" y="12174"/>
                  </a:lnTo>
                  <a:lnTo>
                    <a:pt x="3831" y="12334"/>
                  </a:lnTo>
                  <a:lnTo>
                    <a:pt x="4192" y="12475"/>
                  </a:lnTo>
                  <a:lnTo>
                    <a:pt x="4553" y="12595"/>
                  </a:lnTo>
                  <a:lnTo>
                    <a:pt x="4914" y="12695"/>
                  </a:lnTo>
                  <a:lnTo>
                    <a:pt x="5315" y="12776"/>
                  </a:lnTo>
                  <a:lnTo>
                    <a:pt x="5716" y="12856"/>
                  </a:lnTo>
                  <a:lnTo>
                    <a:pt x="6137" y="12896"/>
                  </a:lnTo>
                  <a:lnTo>
                    <a:pt x="6558" y="12916"/>
                  </a:lnTo>
                  <a:lnTo>
                    <a:pt x="6959" y="12916"/>
                  </a:lnTo>
                  <a:lnTo>
                    <a:pt x="7361" y="12896"/>
                  </a:lnTo>
                  <a:lnTo>
                    <a:pt x="7742" y="12836"/>
                  </a:lnTo>
                  <a:lnTo>
                    <a:pt x="8103" y="12776"/>
                  </a:lnTo>
                  <a:lnTo>
                    <a:pt x="8464" y="12695"/>
                  </a:lnTo>
                  <a:lnTo>
                    <a:pt x="8804" y="12575"/>
                  </a:lnTo>
                  <a:lnTo>
                    <a:pt x="9145" y="12455"/>
                  </a:lnTo>
                  <a:lnTo>
                    <a:pt x="9466" y="12294"/>
                  </a:lnTo>
                  <a:lnTo>
                    <a:pt x="9767" y="12134"/>
                  </a:lnTo>
                  <a:lnTo>
                    <a:pt x="10068" y="11953"/>
                  </a:lnTo>
                  <a:lnTo>
                    <a:pt x="10349" y="11753"/>
                  </a:lnTo>
                  <a:lnTo>
                    <a:pt x="10609" y="11552"/>
                  </a:lnTo>
                  <a:lnTo>
                    <a:pt x="10850" y="11312"/>
                  </a:lnTo>
                  <a:lnTo>
                    <a:pt x="11091" y="11071"/>
                  </a:lnTo>
                  <a:lnTo>
                    <a:pt x="11291" y="10830"/>
                  </a:lnTo>
                  <a:lnTo>
                    <a:pt x="11472" y="10590"/>
                  </a:lnTo>
                  <a:lnTo>
                    <a:pt x="11652" y="10349"/>
                  </a:lnTo>
                  <a:lnTo>
                    <a:pt x="11813" y="10088"/>
                  </a:lnTo>
                  <a:lnTo>
                    <a:pt x="11953" y="9808"/>
                  </a:lnTo>
                  <a:lnTo>
                    <a:pt x="12093" y="9527"/>
                  </a:lnTo>
                  <a:lnTo>
                    <a:pt x="12214" y="9226"/>
                  </a:lnTo>
                  <a:lnTo>
                    <a:pt x="12314" y="8945"/>
                  </a:lnTo>
                  <a:lnTo>
                    <a:pt x="12394" y="8624"/>
                  </a:lnTo>
                  <a:lnTo>
                    <a:pt x="12474" y="8324"/>
                  </a:lnTo>
                  <a:lnTo>
                    <a:pt x="12535" y="8003"/>
                  </a:lnTo>
                  <a:lnTo>
                    <a:pt x="12595" y="7662"/>
                  </a:lnTo>
                  <a:lnTo>
                    <a:pt x="12615" y="7341"/>
                  </a:lnTo>
                  <a:lnTo>
                    <a:pt x="12635" y="7000"/>
                  </a:lnTo>
                  <a:lnTo>
                    <a:pt x="12635" y="6659"/>
                  </a:lnTo>
                  <a:lnTo>
                    <a:pt x="12615" y="6318"/>
                  </a:lnTo>
                  <a:lnTo>
                    <a:pt x="12575" y="5877"/>
                  </a:lnTo>
                  <a:lnTo>
                    <a:pt x="12494" y="5436"/>
                  </a:lnTo>
                  <a:lnTo>
                    <a:pt x="12374" y="5015"/>
                  </a:lnTo>
                  <a:lnTo>
                    <a:pt x="12214" y="4593"/>
                  </a:lnTo>
                  <a:lnTo>
                    <a:pt x="12033" y="4172"/>
                  </a:lnTo>
                  <a:lnTo>
                    <a:pt x="11833" y="3771"/>
                  </a:lnTo>
                  <a:lnTo>
                    <a:pt x="11592" y="3370"/>
                  </a:lnTo>
                  <a:lnTo>
                    <a:pt x="11331" y="2989"/>
                  </a:lnTo>
                  <a:lnTo>
                    <a:pt x="11030" y="2628"/>
                  </a:lnTo>
                  <a:lnTo>
                    <a:pt x="10730" y="2267"/>
                  </a:lnTo>
                  <a:lnTo>
                    <a:pt x="10389" y="1946"/>
                  </a:lnTo>
                  <a:lnTo>
                    <a:pt x="10028" y="1625"/>
                  </a:lnTo>
                  <a:lnTo>
                    <a:pt x="9647" y="1345"/>
                  </a:lnTo>
                  <a:lnTo>
                    <a:pt x="9246" y="1084"/>
                  </a:lnTo>
                  <a:lnTo>
                    <a:pt x="8825" y="843"/>
                  </a:lnTo>
                  <a:lnTo>
                    <a:pt x="8403" y="623"/>
                  </a:lnTo>
                  <a:lnTo>
                    <a:pt x="7922" y="422"/>
                  </a:lnTo>
                  <a:lnTo>
                    <a:pt x="7421" y="262"/>
                  </a:lnTo>
                  <a:lnTo>
                    <a:pt x="7100" y="161"/>
                  </a:lnTo>
                  <a:lnTo>
                    <a:pt x="6779" y="101"/>
                  </a:lnTo>
                  <a:lnTo>
                    <a:pt x="6458" y="61"/>
                  </a:lnTo>
                  <a:lnTo>
                    <a:pt x="6137" y="21"/>
                  </a:lnTo>
                  <a:lnTo>
                    <a:pt x="581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6" name="Google Shape;5316;p21"/>
            <p:cNvSpPr/>
            <p:nvPr/>
          </p:nvSpPr>
          <p:spPr>
            <a:xfrm>
              <a:off x="11593750" y="3194400"/>
              <a:ext cx="315875" cy="322925"/>
            </a:xfrm>
            <a:custGeom>
              <a:avLst/>
              <a:gdLst/>
              <a:ahLst/>
              <a:cxnLst/>
              <a:rect l="l" t="t" r="r" b="b"/>
              <a:pathLst>
                <a:path w="12635" h="12917" fill="none" extrusionOk="0">
                  <a:moveTo>
                    <a:pt x="11091" y="11071"/>
                  </a:moveTo>
                  <a:lnTo>
                    <a:pt x="11091" y="11071"/>
                  </a:lnTo>
                  <a:lnTo>
                    <a:pt x="10850" y="11312"/>
                  </a:lnTo>
                  <a:lnTo>
                    <a:pt x="10609" y="11552"/>
                  </a:lnTo>
                  <a:lnTo>
                    <a:pt x="10349" y="11753"/>
                  </a:lnTo>
                  <a:lnTo>
                    <a:pt x="10068" y="11953"/>
                  </a:lnTo>
                  <a:lnTo>
                    <a:pt x="9767" y="12134"/>
                  </a:lnTo>
                  <a:lnTo>
                    <a:pt x="9466" y="12294"/>
                  </a:lnTo>
                  <a:lnTo>
                    <a:pt x="9145" y="12455"/>
                  </a:lnTo>
                  <a:lnTo>
                    <a:pt x="8804" y="12575"/>
                  </a:lnTo>
                  <a:lnTo>
                    <a:pt x="8464" y="12695"/>
                  </a:lnTo>
                  <a:lnTo>
                    <a:pt x="8103" y="12776"/>
                  </a:lnTo>
                  <a:lnTo>
                    <a:pt x="7742" y="12836"/>
                  </a:lnTo>
                  <a:lnTo>
                    <a:pt x="7361" y="12896"/>
                  </a:lnTo>
                  <a:lnTo>
                    <a:pt x="6959" y="12916"/>
                  </a:lnTo>
                  <a:lnTo>
                    <a:pt x="6558" y="12916"/>
                  </a:lnTo>
                  <a:lnTo>
                    <a:pt x="6137" y="12896"/>
                  </a:lnTo>
                  <a:lnTo>
                    <a:pt x="5716" y="12856"/>
                  </a:lnTo>
                  <a:lnTo>
                    <a:pt x="5716" y="12856"/>
                  </a:lnTo>
                  <a:lnTo>
                    <a:pt x="5315" y="12776"/>
                  </a:lnTo>
                  <a:lnTo>
                    <a:pt x="4914" y="12695"/>
                  </a:lnTo>
                  <a:lnTo>
                    <a:pt x="4553" y="12595"/>
                  </a:lnTo>
                  <a:lnTo>
                    <a:pt x="4192" y="12475"/>
                  </a:lnTo>
                  <a:lnTo>
                    <a:pt x="3831" y="12334"/>
                  </a:lnTo>
                  <a:lnTo>
                    <a:pt x="3510" y="12174"/>
                  </a:lnTo>
                  <a:lnTo>
                    <a:pt x="3189" y="12014"/>
                  </a:lnTo>
                  <a:lnTo>
                    <a:pt x="2888" y="11813"/>
                  </a:lnTo>
                  <a:lnTo>
                    <a:pt x="2608" y="11612"/>
                  </a:lnTo>
                  <a:lnTo>
                    <a:pt x="2327" y="11392"/>
                  </a:lnTo>
                  <a:lnTo>
                    <a:pt x="2066" y="11171"/>
                  </a:lnTo>
                  <a:lnTo>
                    <a:pt x="1825" y="10931"/>
                  </a:lnTo>
                  <a:lnTo>
                    <a:pt x="1605" y="10670"/>
                  </a:lnTo>
                  <a:lnTo>
                    <a:pt x="1384" y="10409"/>
                  </a:lnTo>
                  <a:lnTo>
                    <a:pt x="1184" y="10128"/>
                  </a:lnTo>
                  <a:lnTo>
                    <a:pt x="1003" y="9848"/>
                  </a:lnTo>
                  <a:lnTo>
                    <a:pt x="843" y="9547"/>
                  </a:lnTo>
                  <a:lnTo>
                    <a:pt x="682" y="9246"/>
                  </a:lnTo>
                  <a:lnTo>
                    <a:pt x="542" y="8925"/>
                  </a:lnTo>
                  <a:lnTo>
                    <a:pt x="422" y="8624"/>
                  </a:lnTo>
                  <a:lnTo>
                    <a:pt x="321" y="8283"/>
                  </a:lnTo>
                  <a:lnTo>
                    <a:pt x="221" y="7963"/>
                  </a:lnTo>
                  <a:lnTo>
                    <a:pt x="161" y="7622"/>
                  </a:lnTo>
                  <a:lnTo>
                    <a:pt x="101" y="7281"/>
                  </a:lnTo>
                  <a:lnTo>
                    <a:pt x="61" y="6940"/>
                  </a:lnTo>
                  <a:lnTo>
                    <a:pt x="21" y="6599"/>
                  </a:lnTo>
                  <a:lnTo>
                    <a:pt x="1" y="6238"/>
                  </a:lnTo>
                  <a:lnTo>
                    <a:pt x="21" y="5897"/>
                  </a:lnTo>
                  <a:lnTo>
                    <a:pt x="41" y="5556"/>
                  </a:lnTo>
                  <a:lnTo>
                    <a:pt x="61" y="5195"/>
                  </a:lnTo>
                  <a:lnTo>
                    <a:pt x="121" y="4854"/>
                  </a:lnTo>
                  <a:lnTo>
                    <a:pt x="181" y="4493"/>
                  </a:lnTo>
                  <a:lnTo>
                    <a:pt x="181" y="4493"/>
                  </a:lnTo>
                  <a:lnTo>
                    <a:pt x="261" y="4232"/>
                  </a:lnTo>
                  <a:lnTo>
                    <a:pt x="341" y="3952"/>
                  </a:lnTo>
                  <a:lnTo>
                    <a:pt x="422" y="3691"/>
                  </a:lnTo>
                  <a:lnTo>
                    <a:pt x="542" y="3430"/>
                  </a:lnTo>
                  <a:lnTo>
                    <a:pt x="662" y="3190"/>
                  </a:lnTo>
                  <a:lnTo>
                    <a:pt x="783" y="2929"/>
                  </a:lnTo>
                  <a:lnTo>
                    <a:pt x="943" y="2688"/>
                  </a:lnTo>
                  <a:lnTo>
                    <a:pt x="1083" y="2448"/>
                  </a:lnTo>
                  <a:lnTo>
                    <a:pt x="1264" y="2227"/>
                  </a:lnTo>
                  <a:lnTo>
                    <a:pt x="1444" y="2006"/>
                  </a:lnTo>
                  <a:lnTo>
                    <a:pt x="1625" y="1806"/>
                  </a:lnTo>
                  <a:lnTo>
                    <a:pt x="1825" y="1605"/>
                  </a:lnTo>
                  <a:lnTo>
                    <a:pt x="2046" y="1405"/>
                  </a:lnTo>
                  <a:lnTo>
                    <a:pt x="2267" y="1224"/>
                  </a:lnTo>
                  <a:lnTo>
                    <a:pt x="2487" y="1064"/>
                  </a:lnTo>
                  <a:lnTo>
                    <a:pt x="2728" y="903"/>
                  </a:lnTo>
                  <a:lnTo>
                    <a:pt x="2969" y="743"/>
                  </a:lnTo>
                  <a:lnTo>
                    <a:pt x="3229" y="603"/>
                  </a:lnTo>
                  <a:lnTo>
                    <a:pt x="3490" y="482"/>
                  </a:lnTo>
                  <a:lnTo>
                    <a:pt x="3751" y="382"/>
                  </a:lnTo>
                  <a:lnTo>
                    <a:pt x="4031" y="282"/>
                  </a:lnTo>
                  <a:lnTo>
                    <a:pt x="4312" y="201"/>
                  </a:lnTo>
                  <a:lnTo>
                    <a:pt x="4613" y="121"/>
                  </a:lnTo>
                  <a:lnTo>
                    <a:pt x="4894" y="81"/>
                  </a:lnTo>
                  <a:lnTo>
                    <a:pt x="5195" y="41"/>
                  </a:lnTo>
                  <a:lnTo>
                    <a:pt x="5516" y="21"/>
                  </a:lnTo>
                  <a:lnTo>
                    <a:pt x="5816" y="1"/>
                  </a:lnTo>
                  <a:lnTo>
                    <a:pt x="6137" y="21"/>
                  </a:lnTo>
                  <a:lnTo>
                    <a:pt x="6458" y="61"/>
                  </a:lnTo>
                  <a:lnTo>
                    <a:pt x="6779" y="101"/>
                  </a:lnTo>
                  <a:lnTo>
                    <a:pt x="7100" y="161"/>
                  </a:lnTo>
                  <a:lnTo>
                    <a:pt x="7421" y="262"/>
                  </a:lnTo>
                  <a:lnTo>
                    <a:pt x="7421" y="262"/>
                  </a:lnTo>
                  <a:lnTo>
                    <a:pt x="7922" y="422"/>
                  </a:lnTo>
                  <a:lnTo>
                    <a:pt x="8403" y="623"/>
                  </a:lnTo>
                  <a:lnTo>
                    <a:pt x="8403" y="623"/>
                  </a:lnTo>
                  <a:lnTo>
                    <a:pt x="8825" y="843"/>
                  </a:lnTo>
                  <a:lnTo>
                    <a:pt x="9246" y="1084"/>
                  </a:lnTo>
                  <a:lnTo>
                    <a:pt x="9647" y="1345"/>
                  </a:lnTo>
                  <a:lnTo>
                    <a:pt x="10028" y="1625"/>
                  </a:lnTo>
                  <a:lnTo>
                    <a:pt x="10389" y="1946"/>
                  </a:lnTo>
                  <a:lnTo>
                    <a:pt x="10730" y="2267"/>
                  </a:lnTo>
                  <a:lnTo>
                    <a:pt x="11030" y="2628"/>
                  </a:lnTo>
                  <a:lnTo>
                    <a:pt x="11331" y="2989"/>
                  </a:lnTo>
                  <a:lnTo>
                    <a:pt x="11592" y="3370"/>
                  </a:lnTo>
                  <a:lnTo>
                    <a:pt x="11833" y="3771"/>
                  </a:lnTo>
                  <a:lnTo>
                    <a:pt x="12033" y="4172"/>
                  </a:lnTo>
                  <a:lnTo>
                    <a:pt x="12214" y="4593"/>
                  </a:lnTo>
                  <a:lnTo>
                    <a:pt x="12374" y="5015"/>
                  </a:lnTo>
                  <a:lnTo>
                    <a:pt x="12494" y="5436"/>
                  </a:lnTo>
                  <a:lnTo>
                    <a:pt x="12575" y="5877"/>
                  </a:lnTo>
                  <a:lnTo>
                    <a:pt x="12615" y="6318"/>
                  </a:lnTo>
                  <a:lnTo>
                    <a:pt x="12615" y="6318"/>
                  </a:lnTo>
                  <a:lnTo>
                    <a:pt x="12635" y="6659"/>
                  </a:lnTo>
                  <a:lnTo>
                    <a:pt x="12635" y="7000"/>
                  </a:lnTo>
                  <a:lnTo>
                    <a:pt x="12615" y="7341"/>
                  </a:lnTo>
                  <a:lnTo>
                    <a:pt x="12595" y="7662"/>
                  </a:lnTo>
                  <a:lnTo>
                    <a:pt x="12535" y="8003"/>
                  </a:lnTo>
                  <a:lnTo>
                    <a:pt x="12474" y="8324"/>
                  </a:lnTo>
                  <a:lnTo>
                    <a:pt x="12394" y="8624"/>
                  </a:lnTo>
                  <a:lnTo>
                    <a:pt x="12314" y="8945"/>
                  </a:lnTo>
                  <a:lnTo>
                    <a:pt x="12214" y="9226"/>
                  </a:lnTo>
                  <a:lnTo>
                    <a:pt x="12093" y="9527"/>
                  </a:lnTo>
                  <a:lnTo>
                    <a:pt x="11953" y="9808"/>
                  </a:lnTo>
                  <a:lnTo>
                    <a:pt x="11813" y="10088"/>
                  </a:lnTo>
                  <a:lnTo>
                    <a:pt x="11652" y="10349"/>
                  </a:lnTo>
                  <a:lnTo>
                    <a:pt x="11472" y="10590"/>
                  </a:lnTo>
                  <a:lnTo>
                    <a:pt x="11291" y="10830"/>
                  </a:lnTo>
                  <a:lnTo>
                    <a:pt x="11091" y="1107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7" name="Google Shape;5317;p21"/>
            <p:cNvSpPr/>
            <p:nvPr/>
          </p:nvSpPr>
          <p:spPr>
            <a:xfrm>
              <a:off x="11639875" y="3271125"/>
              <a:ext cx="188550" cy="193050"/>
            </a:xfrm>
            <a:custGeom>
              <a:avLst/>
              <a:gdLst/>
              <a:ahLst/>
              <a:cxnLst/>
              <a:rect l="l" t="t" r="r" b="b"/>
              <a:pathLst>
                <a:path w="7542" h="7722" extrusionOk="0">
                  <a:moveTo>
                    <a:pt x="3289" y="0"/>
                  </a:moveTo>
                  <a:lnTo>
                    <a:pt x="2928" y="40"/>
                  </a:lnTo>
                  <a:lnTo>
                    <a:pt x="2568" y="121"/>
                  </a:lnTo>
                  <a:lnTo>
                    <a:pt x="2227" y="221"/>
                  </a:lnTo>
                  <a:lnTo>
                    <a:pt x="1926" y="361"/>
                  </a:lnTo>
                  <a:lnTo>
                    <a:pt x="1625" y="522"/>
                  </a:lnTo>
                  <a:lnTo>
                    <a:pt x="1344" y="722"/>
                  </a:lnTo>
                  <a:lnTo>
                    <a:pt x="1083" y="963"/>
                  </a:lnTo>
                  <a:lnTo>
                    <a:pt x="843" y="1203"/>
                  </a:lnTo>
                  <a:lnTo>
                    <a:pt x="642" y="1464"/>
                  </a:lnTo>
                  <a:lnTo>
                    <a:pt x="462" y="1745"/>
                  </a:lnTo>
                  <a:lnTo>
                    <a:pt x="301" y="2046"/>
                  </a:lnTo>
                  <a:lnTo>
                    <a:pt x="181" y="2367"/>
                  </a:lnTo>
                  <a:lnTo>
                    <a:pt x="101" y="2688"/>
                  </a:lnTo>
                  <a:lnTo>
                    <a:pt x="21" y="3109"/>
                  </a:lnTo>
                  <a:lnTo>
                    <a:pt x="1" y="3530"/>
                  </a:lnTo>
                  <a:lnTo>
                    <a:pt x="1" y="3951"/>
                  </a:lnTo>
                  <a:lnTo>
                    <a:pt x="41" y="4352"/>
                  </a:lnTo>
                  <a:lnTo>
                    <a:pt x="121" y="4753"/>
                  </a:lnTo>
                  <a:lnTo>
                    <a:pt x="241" y="5154"/>
                  </a:lnTo>
                  <a:lnTo>
                    <a:pt x="402" y="5535"/>
                  </a:lnTo>
                  <a:lnTo>
                    <a:pt x="582" y="5876"/>
                  </a:lnTo>
                  <a:lnTo>
                    <a:pt x="823" y="6217"/>
                  </a:lnTo>
                  <a:lnTo>
                    <a:pt x="1083" y="6538"/>
                  </a:lnTo>
                  <a:lnTo>
                    <a:pt x="1384" y="6819"/>
                  </a:lnTo>
                  <a:lnTo>
                    <a:pt x="1545" y="6939"/>
                  </a:lnTo>
                  <a:lnTo>
                    <a:pt x="1725" y="7059"/>
                  </a:lnTo>
                  <a:lnTo>
                    <a:pt x="1906" y="7180"/>
                  </a:lnTo>
                  <a:lnTo>
                    <a:pt x="2086" y="7280"/>
                  </a:lnTo>
                  <a:lnTo>
                    <a:pt x="2287" y="7380"/>
                  </a:lnTo>
                  <a:lnTo>
                    <a:pt x="2487" y="7461"/>
                  </a:lnTo>
                  <a:lnTo>
                    <a:pt x="2708" y="7521"/>
                  </a:lnTo>
                  <a:lnTo>
                    <a:pt x="2928" y="7581"/>
                  </a:lnTo>
                  <a:lnTo>
                    <a:pt x="3169" y="7641"/>
                  </a:lnTo>
                  <a:lnTo>
                    <a:pt x="3410" y="7681"/>
                  </a:lnTo>
                  <a:lnTo>
                    <a:pt x="3650" y="7701"/>
                  </a:lnTo>
                  <a:lnTo>
                    <a:pt x="3891" y="7721"/>
                  </a:lnTo>
                  <a:lnTo>
                    <a:pt x="4112" y="7721"/>
                  </a:lnTo>
                  <a:lnTo>
                    <a:pt x="4332" y="7701"/>
                  </a:lnTo>
                  <a:lnTo>
                    <a:pt x="4553" y="7681"/>
                  </a:lnTo>
                  <a:lnTo>
                    <a:pt x="4774" y="7641"/>
                  </a:lnTo>
                  <a:lnTo>
                    <a:pt x="4974" y="7601"/>
                  </a:lnTo>
                  <a:lnTo>
                    <a:pt x="5175" y="7541"/>
                  </a:lnTo>
                  <a:lnTo>
                    <a:pt x="5375" y="7481"/>
                  </a:lnTo>
                  <a:lnTo>
                    <a:pt x="5556" y="7400"/>
                  </a:lnTo>
                  <a:lnTo>
                    <a:pt x="5897" y="7220"/>
                  </a:lnTo>
                  <a:lnTo>
                    <a:pt x="6217" y="6999"/>
                  </a:lnTo>
                  <a:lnTo>
                    <a:pt x="6498" y="6739"/>
                  </a:lnTo>
                  <a:lnTo>
                    <a:pt x="6759" y="6458"/>
                  </a:lnTo>
                  <a:lnTo>
                    <a:pt x="6980" y="6137"/>
                  </a:lnTo>
                  <a:lnTo>
                    <a:pt x="7180" y="5796"/>
                  </a:lnTo>
                  <a:lnTo>
                    <a:pt x="7320" y="5415"/>
                  </a:lnTo>
                  <a:lnTo>
                    <a:pt x="7441" y="5034"/>
                  </a:lnTo>
                  <a:lnTo>
                    <a:pt x="7501" y="4633"/>
                  </a:lnTo>
                  <a:lnTo>
                    <a:pt x="7541" y="4212"/>
                  </a:lnTo>
                  <a:lnTo>
                    <a:pt x="7541" y="3770"/>
                  </a:lnTo>
                  <a:lnTo>
                    <a:pt x="7501" y="3470"/>
                  </a:lnTo>
                  <a:lnTo>
                    <a:pt x="7441" y="3189"/>
                  </a:lnTo>
                  <a:lnTo>
                    <a:pt x="7361" y="2888"/>
                  </a:lnTo>
                  <a:lnTo>
                    <a:pt x="7240" y="2607"/>
                  </a:lnTo>
                  <a:lnTo>
                    <a:pt x="7100" y="2327"/>
                  </a:lnTo>
                  <a:lnTo>
                    <a:pt x="6959" y="2066"/>
                  </a:lnTo>
                  <a:lnTo>
                    <a:pt x="6779" y="1805"/>
                  </a:lnTo>
                  <a:lnTo>
                    <a:pt x="6578" y="1544"/>
                  </a:lnTo>
                  <a:lnTo>
                    <a:pt x="6358" y="1324"/>
                  </a:lnTo>
                  <a:lnTo>
                    <a:pt x="6117" y="1103"/>
                  </a:lnTo>
                  <a:lnTo>
                    <a:pt x="5877" y="883"/>
                  </a:lnTo>
                  <a:lnTo>
                    <a:pt x="5616" y="702"/>
                  </a:lnTo>
                  <a:lnTo>
                    <a:pt x="5335" y="522"/>
                  </a:lnTo>
                  <a:lnTo>
                    <a:pt x="5034" y="381"/>
                  </a:lnTo>
                  <a:lnTo>
                    <a:pt x="4733" y="261"/>
                  </a:lnTo>
                  <a:lnTo>
                    <a:pt x="4433" y="141"/>
                  </a:lnTo>
                  <a:lnTo>
                    <a:pt x="4031" y="60"/>
                  </a:lnTo>
                  <a:lnTo>
                    <a:pt x="365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8" name="Google Shape;5318;p21"/>
            <p:cNvSpPr/>
            <p:nvPr/>
          </p:nvSpPr>
          <p:spPr>
            <a:xfrm>
              <a:off x="11639875" y="3271125"/>
              <a:ext cx="188550" cy="193050"/>
            </a:xfrm>
            <a:custGeom>
              <a:avLst/>
              <a:gdLst/>
              <a:ahLst/>
              <a:cxnLst/>
              <a:rect l="l" t="t" r="r" b="b"/>
              <a:pathLst>
                <a:path w="7542" h="7722" fill="none" extrusionOk="0">
                  <a:moveTo>
                    <a:pt x="7541" y="3770"/>
                  </a:moveTo>
                  <a:lnTo>
                    <a:pt x="7541" y="3770"/>
                  </a:lnTo>
                  <a:lnTo>
                    <a:pt x="7541" y="4212"/>
                  </a:lnTo>
                  <a:lnTo>
                    <a:pt x="7501" y="4633"/>
                  </a:lnTo>
                  <a:lnTo>
                    <a:pt x="7441" y="5034"/>
                  </a:lnTo>
                  <a:lnTo>
                    <a:pt x="7320" y="5415"/>
                  </a:lnTo>
                  <a:lnTo>
                    <a:pt x="7180" y="5796"/>
                  </a:lnTo>
                  <a:lnTo>
                    <a:pt x="6980" y="6137"/>
                  </a:lnTo>
                  <a:lnTo>
                    <a:pt x="6759" y="6458"/>
                  </a:lnTo>
                  <a:lnTo>
                    <a:pt x="6498" y="6739"/>
                  </a:lnTo>
                  <a:lnTo>
                    <a:pt x="6217" y="6999"/>
                  </a:lnTo>
                  <a:lnTo>
                    <a:pt x="5897" y="7220"/>
                  </a:lnTo>
                  <a:lnTo>
                    <a:pt x="5556" y="7400"/>
                  </a:lnTo>
                  <a:lnTo>
                    <a:pt x="5375" y="7481"/>
                  </a:lnTo>
                  <a:lnTo>
                    <a:pt x="5175" y="7541"/>
                  </a:lnTo>
                  <a:lnTo>
                    <a:pt x="4974" y="7601"/>
                  </a:lnTo>
                  <a:lnTo>
                    <a:pt x="4774" y="7641"/>
                  </a:lnTo>
                  <a:lnTo>
                    <a:pt x="4553" y="7681"/>
                  </a:lnTo>
                  <a:lnTo>
                    <a:pt x="4332" y="7701"/>
                  </a:lnTo>
                  <a:lnTo>
                    <a:pt x="4112" y="7721"/>
                  </a:lnTo>
                  <a:lnTo>
                    <a:pt x="3891" y="7721"/>
                  </a:lnTo>
                  <a:lnTo>
                    <a:pt x="3650" y="7701"/>
                  </a:lnTo>
                  <a:lnTo>
                    <a:pt x="3410" y="7681"/>
                  </a:lnTo>
                  <a:lnTo>
                    <a:pt x="3410" y="7681"/>
                  </a:lnTo>
                  <a:lnTo>
                    <a:pt x="3169" y="7641"/>
                  </a:lnTo>
                  <a:lnTo>
                    <a:pt x="2928" y="7581"/>
                  </a:lnTo>
                  <a:lnTo>
                    <a:pt x="2708" y="7521"/>
                  </a:lnTo>
                  <a:lnTo>
                    <a:pt x="2487" y="7461"/>
                  </a:lnTo>
                  <a:lnTo>
                    <a:pt x="2287" y="7380"/>
                  </a:lnTo>
                  <a:lnTo>
                    <a:pt x="2086" y="7280"/>
                  </a:lnTo>
                  <a:lnTo>
                    <a:pt x="1906" y="7180"/>
                  </a:lnTo>
                  <a:lnTo>
                    <a:pt x="1725" y="7059"/>
                  </a:lnTo>
                  <a:lnTo>
                    <a:pt x="1545" y="6939"/>
                  </a:lnTo>
                  <a:lnTo>
                    <a:pt x="1384" y="6819"/>
                  </a:lnTo>
                  <a:lnTo>
                    <a:pt x="1083" y="6538"/>
                  </a:lnTo>
                  <a:lnTo>
                    <a:pt x="823" y="6217"/>
                  </a:lnTo>
                  <a:lnTo>
                    <a:pt x="582" y="5876"/>
                  </a:lnTo>
                  <a:lnTo>
                    <a:pt x="402" y="5535"/>
                  </a:lnTo>
                  <a:lnTo>
                    <a:pt x="241" y="5154"/>
                  </a:lnTo>
                  <a:lnTo>
                    <a:pt x="121" y="4753"/>
                  </a:lnTo>
                  <a:lnTo>
                    <a:pt x="41" y="4352"/>
                  </a:lnTo>
                  <a:lnTo>
                    <a:pt x="1" y="3951"/>
                  </a:lnTo>
                  <a:lnTo>
                    <a:pt x="1" y="3530"/>
                  </a:lnTo>
                  <a:lnTo>
                    <a:pt x="21" y="3109"/>
                  </a:lnTo>
                  <a:lnTo>
                    <a:pt x="101" y="2688"/>
                  </a:lnTo>
                  <a:lnTo>
                    <a:pt x="101" y="2688"/>
                  </a:lnTo>
                  <a:lnTo>
                    <a:pt x="181" y="2367"/>
                  </a:lnTo>
                  <a:lnTo>
                    <a:pt x="301" y="2046"/>
                  </a:lnTo>
                  <a:lnTo>
                    <a:pt x="462" y="1745"/>
                  </a:lnTo>
                  <a:lnTo>
                    <a:pt x="642" y="1464"/>
                  </a:lnTo>
                  <a:lnTo>
                    <a:pt x="843" y="1203"/>
                  </a:lnTo>
                  <a:lnTo>
                    <a:pt x="1083" y="963"/>
                  </a:lnTo>
                  <a:lnTo>
                    <a:pt x="1344" y="722"/>
                  </a:lnTo>
                  <a:lnTo>
                    <a:pt x="1625" y="522"/>
                  </a:lnTo>
                  <a:lnTo>
                    <a:pt x="1926" y="361"/>
                  </a:lnTo>
                  <a:lnTo>
                    <a:pt x="2227" y="221"/>
                  </a:lnTo>
                  <a:lnTo>
                    <a:pt x="2568" y="121"/>
                  </a:lnTo>
                  <a:lnTo>
                    <a:pt x="2928" y="40"/>
                  </a:lnTo>
                  <a:lnTo>
                    <a:pt x="3289" y="0"/>
                  </a:lnTo>
                  <a:lnTo>
                    <a:pt x="3650" y="0"/>
                  </a:lnTo>
                  <a:lnTo>
                    <a:pt x="4031" y="60"/>
                  </a:lnTo>
                  <a:lnTo>
                    <a:pt x="4433" y="141"/>
                  </a:lnTo>
                  <a:lnTo>
                    <a:pt x="4433" y="141"/>
                  </a:lnTo>
                  <a:lnTo>
                    <a:pt x="4733" y="261"/>
                  </a:lnTo>
                  <a:lnTo>
                    <a:pt x="5034" y="381"/>
                  </a:lnTo>
                  <a:lnTo>
                    <a:pt x="5335" y="522"/>
                  </a:lnTo>
                  <a:lnTo>
                    <a:pt x="5616" y="702"/>
                  </a:lnTo>
                  <a:lnTo>
                    <a:pt x="5877" y="883"/>
                  </a:lnTo>
                  <a:lnTo>
                    <a:pt x="6117" y="1103"/>
                  </a:lnTo>
                  <a:lnTo>
                    <a:pt x="6358" y="1324"/>
                  </a:lnTo>
                  <a:lnTo>
                    <a:pt x="6578" y="1544"/>
                  </a:lnTo>
                  <a:lnTo>
                    <a:pt x="6779" y="1805"/>
                  </a:lnTo>
                  <a:lnTo>
                    <a:pt x="6959" y="2066"/>
                  </a:lnTo>
                  <a:lnTo>
                    <a:pt x="7100" y="2327"/>
                  </a:lnTo>
                  <a:lnTo>
                    <a:pt x="7240" y="2607"/>
                  </a:lnTo>
                  <a:lnTo>
                    <a:pt x="7361" y="2888"/>
                  </a:lnTo>
                  <a:lnTo>
                    <a:pt x="7441" y="3189"/>
                  </a:lnTo>
                  <a:lnTo>
                    <a:pt x="7501" y="3470"/>
                  </a:lnTo>
                  <a:lnTo>
                    <a:pt x="7541" y="377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9" name="Google Shape;5319;p21"/>
            <p:cNvSpPr/>
            <p:nvPr/>
          </p:nvSpPr>
          <p:spPr>
            <a:xfrm>
              <a:off x="11601775" y="3194400"/>
              <a:ext cx="269250" cy="321900"/>
            </a:xfrm>
            <a:custGeom>
              <a:avLst/>
              <a:gdLst/>
              <a:ahLst/>
              <a:cxnLst/>
              <a:rect l="l" t="t" r="r" b="b"/>
              <a:pathLst>
                <a:path w="10770" h="12876" extrusionOk="0">
                  <a:moveTo>
                    <a:pt x="5415" y="1"/>
                  </a:moveTo>
                  <a:lnTo>
                    <a:pt x="4934" y="21"/>
                  </a:lnTo>
                  <a:lnTo>
                    <a:pt x="4473" y="81"/>
                  </a:lnTo>
                  <a:lnTo>
                    <a:pt x="4011" y="181"/>
                  </a:lnTo>
                  <a:lnTo>
                    <a:pt x="3590" y="322"/>
                  </a:lnTo>
                  <a:lnTo>
                    <a:pt x="3169" y="482"/>
                  </a:lnTo>
                  <a:lnTo>
                    <a:pt x="2748" y="683"/>
                  </a:lnTo>
                  <a:lnTo>
                    <a:pt x="2367" y="923"/>
                  </a:lnTo>
                  <a:lnTo>
                    <a:pt x="2006" y="1164"/>
                  </a:lnTo>
                  <a:lnTo>
                    <a:pt x="1665" y="1465"/>
                  </a:lnTo>
                  <a:lnTo>
                    <a:pt x="1344" y="1766"/>
                  </a:lnTo>
                  <a:lnTo>
                    <a:pt x="1043" y="2087"/>
                  </a:lnTo>
                  <a:lnTo>
                    <a:pt x="783" y="2448"/>
                  </a:lnTo>
                  <a:lnTo>
                    <a:pt x="542" y="2809"/>
                  </a:lnTo>
                  <a:lnTo>
                    <a:pt x="321" y="3190"/>
                  </a:lnTo>
                  <a:lnTo>
                    <a:pt x="141" y="3591"/>
                  </a:lnTo>
                  <a:lnTo>
                    <a:pt x="0" y="3992"/>
                  </a:lnTo>
                  <a:lnTo>
                    <a:pt x="502" y="4212"/>
                  </a:lnTo>
                  <a:lnTo>
                    <a:pt x="983" y="4453"/>
                  </a:lnTo>
                  <a:lnTo>
                    <a:pt x="1444" y="4694"/>
                  </a:lnTo>
                  <a:lnTo>
                    <a:pt x="1906" y="4954"/>
                  </a:lnTo>
                  <a:lnTo>
                    <a:pt x="2066" y="4674"/>
                  </a:lnTo>
                  <a:lnTo>
                    <a:pt x="2247" y="4413"/>
                  </a:lnTo>
                  <a:lnTo>
                    <a:pt x="2467" y="4172"/>
                  </a:lnTo>
                  <a:lnTo>
                    <a:pt x="2708" y="3932"/>
                  </a:lnTo>
                  <a:lnTo>
                    <a:pt x="2948" y="3731"/>
                  </a:lnTo>
                  <a:lnTo>
                    <a:pt x="3229" y="3551"/>
                  </a:lnTo>
                  <a:lnTo>
                    <a:pt x="3530" y="3390"/>
                  </a:lnTo>
                  <a:lnTo>
                    <a:pt x="3831" y="3270"/>
                  </a:lnTo>
                  <a:lnTo>
                    <a:pt x="3951" y="3049"/>
                  </a:lnTo>
                  <a:lnTo>
                    <a:pt x="4132" y="2768"/>
                  </a:lnTo>
                  <a:lnTo>
                    <a:pt x="4332" y="2508"/>
                  </a:lnTo>
                  <a:lnTo>
                    <a:pt x="4533" y="2267"/>
                  </a:lnTo>
                  <a:lnTo>
                    <a:pt x="4753" y="2046"/>
                  </a:lnTo>
                  <a:lnTo>
                    <a:pt x="4974" y="1846"/>
                  </a:lnTo>
                  <a:lnTo>
                    <a:pt x="5215" y="1645"/>
                  </a:lnTo>
                  <a:lnTo>
                    <a:pt x="5475" y="1465"/>
                  </a:lnTo>
                  <a:lnTo>
                    <a:pt x="5736" y="1324"/>
                  </a:lnTo>
                  <a:lnTo>
                    <a:pt x="5997" y="1184"/>
                  </a:lnTo>
                  <a:lnTo>
                    <a:pt x="6277" y="1044"/>
                  </a:lnTo>
                  <a:lnTo>
                    <a:pt x="6558" y="943"/>
                  </a:lnTo>
                  <a:lnTo>
                    <a:pt x="6859" y="843"/>
                  </a:lnTo>
                  <a:lnTo>
                    <a:pt x="7160" y="763"/>
                  </a:lnTo>
                  <a:lnTo>
                    <a:pt x="7461" y="703"/>
                  </a:lnTo>
                  <a:lnTo>
                    <a:pt x="7761" y="663"/>
                  </a:lnTo>
                  <a:lnTo>
                    <a:pt x="8082" y="623"/>
                  </a:lnTo>
                  <a:lnTo>
                    <a:pt x="7601" y="422"/>
                  </a:lnTo>
                  <a:lnTo>
                    <a:pt x="7100" y="262"/>
                  </a:lnTo>
                  <a:lnTo>
                    <a:pt x="6679" y="141"/>
                  </a:lnTo>
                  <a:lnTo>
                    <a:pt x="6257" y="61"/>
                  </a:lnTo>
                  <a:lnTo>
                    <a:pt x="5836" y="21"/>
                  </a:lnTo>
                  <a:lnTo>
                    <a:pt x="5415" y="1"/>
                  </a:lnTo>
                  <a:close/>
                  <a:moveTo>
                    <a:pt x="6819" y="10570"/>
                  </a:moveTo>
                  <a:lnTo>
                    <a:pt x="6618" y="10650"/>
                  </a:lnTo>
                  <a:lnTo>
                    <a:pt x="6398" y="10690"/>
                  </a:lnTo>
                  <a:lnTo>
                    <a:pt x="6618" y="11211"/>
                  </a:lnTo>
                  <a:lnTo>
                    <a:pt x="6819" y="11753"/>
                  </a:lnTo>
                  <a:lnTo>
                    <a:pt x="7019" y="12314"/>
                  </a:lnTo>
                  <a:lnTo>
                    <a:pt x="7200" y="12876"/>
                  </a:lnTo>
                  <a:lnTo>
                    <a:pt x="7741" y="12776"/>
                  </a:lnTo>
                  <a:lnTo>
                    <a:pt x="8263" y="12655"/>
                  </a:lnTo>
                  <a:lnTo>
                    <a:pt x="8744" y="12475"/>
                  </a:lnTo>
                  <a:lnTo>
                    <a:pt x="9205" y="12274"/>
                  </a:lnTo>
                  <a:lnTo>
                    <a:pt x="9647" y="12014"/>
                  </a:lnTo>
                  <a:lnTo>
                    <a:pt x="10048" y="11733"/>
                  </a:lnTo>
                  <a:lnTo>
                    <a:pt x="10429" y="11412"/>
                  </a:lnTo>
                  <a:lnTo>
                    <a:pt x="10770" y="11071"/>
                  </a:lnTo>
                  <a:lnTo>
                    <a:pt x="10268" y="11111"/>
                  </a:lnTo>
                  <a:lnTo>
                    <a:pt x="9747" y="11131"/>
                  </a:lnTo>
                  <a:lnTo>
                    <a:pt x="9366" y="11111"/>
                  </a:lnTo>
                  <a:lnTo>
                    <a:pt x="8985" y="11091"/>
                  </a:lnTo>
                  <a:lnTo>
                    <a:pt x="8624" y="11051"/>
                  </a:lnTo>
                  <a:lnTo>
                    <a:pt x="8243" y="10991"/>
                  </a:lnTo>
                  <a:lnTo>
                    <a:pt x="7882" y="10911"/>
                  </a:lnTo>
                  <a:lnTo>
                    <a:pt x="7521" y="10830"/>
                  </a:lnTo>
                  <a:lnTo>
                    <a:pt x="7160" y="10710"/>
                  </a:lnTo>
                  <a:lnTo>
                    <a:pt x="6819" y="1057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0" name="Google Shape;5320;p21"/>
            <p:cNvSpPr/>
            <p:nvPr/>
          </p:nvSpPr>
          <p:spPr>
            <a:xfrm>
              <a:off x="11761700" y="3458625"/>
              <a:ext cx="109325" cy="57675"/>
            </a:xfrm>
            <a:custGeom>
              <a:avLst/>
              <a:gdLst/>
              <a:ahLst/>
              <a:cxnLst/>
              <a:rect l="l" t="t" r="r" b="b"/>
              <a:pathLst>
                <a:path w="4373" h="2307" fill="none" extrusionOk="0">
                  <a:moveTo>
                    <a:pt x="422" y="1"/>
                  </a:moveTo>
                  <a:lnTo>
                    <a:pt x="422" y="1"/>
                  </a:lnTo>
                  <a:lnTo>
                    <a:pt x="221" y="81"/>
                  </a:lnTo>
                  <a:lnTo>
                    <a:pt x="1" y="121"/>
                  </a:lnTo>
                  <a:lnTo>
                    <a:pt x="1" y="121"/>
                  </a:lnTo>
                  <a:lnTo>
                    <a:pt x="221" y="642"/>
                  </a:lnTo>
                  <a:lnTo>
                    <a:pt x="422" y="1184"/>
                  </a:lnTo>
                  <a:lnTo>
                    <a:pt x="622" y="1745"/>
                  </a:lnTo>
                  <a:lnTo>
                    <a:pt x="803" y="2307"/>
                  </a:lnTo>
                  <a:lnTo>
                    <a:pt x="803" y="2307"/>
                  </a:lnTo>
                  <a:lnTo>
                    <a:pt x="1344" y="2207"/>
                  </a:lnTo>
                  <a:lnTo>
                    <a:pt x="1866" y="2086"/>
                  </a:lnTo>
                  <a:lnTo>
                    <a:pt x="2347" y="1906"/>
                  </a:lnTo>
                  <a:lnTo>
                    <a:pt x="2808" y="1705"/>
                  </a:lnTo>
                  <a:lnTo>
                    <a:pt x="3250" y="1445"/>
                  </a:lnTo>
                  <a:lnTo>
                    <a:pt x="3651" y="1164"/>
                  </a:lnTo>
                  <a:lnTo>
                    <a:pt x="4032" y="843"/>
                  </a:lnTo>
                  <a:lnTo>
                    <a:pt x="4373" y="502"/>
                  </a:lnTo>
                  <a:lnTo>
                    <a:pt x="4373" y="502"/>
                  </a:lnTo>
                  <a:lnTo>
                    <a:pt x="3871" y="542"/>
                  </a:lnTo>
                  <a:lnTo>
                    <a:pt x="3350" y="562"/>
                  </a:lnTo>
                  <a:lnTo>
                    <a:pt x="3350" y="562"/>
                  </a:lnTo>
                  <a:lnTo>
                    <a:pt x="2969" y="542"/>
                  </a:lnTo>
                  <a:lnTo>
                    <a:pt x="2588" y="522"/>
                  </a:lnTo>
                  <a:lnTo>
                    <a:pt x="2227" y="482"/>
                  </a:lnTo>
                  <a:lnTo>
                    <a:pt x="1846" y="422"/>
                  </a:lnTo>
                  <a:lnTo>
                    <a:pt x="1485" y="342"/>
                  </a:lnTo>
                  <a:lnTo>
                    <a:pt x="1124" y="261"/>
                  </a:lnTo>
                  <a:lnTo>
                    <a:pt x="763" y="141"/>
                  </a:lnTo>
                  <a:lnTo>
                    <a:pt x="42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1" name="Google Shape;5321;p21"/>
            <p:cNvSpPr/>
            <p:nvPr/>
          </p:nvSpPr>
          <p:spPr>
            <a:xfrm>
              <a:off x="11601775" y="3194400"/>
              <a:ext cx="202075" cy="123875"/>
            </a:xfrm>
            <a:custGeom>
              <a:avLst/>
              <a:gdLst/>
              <a:ahLst/>
              <a:cxnLst/>
              <a:rect l="l" t="t" r="r" b="b"/>
              <a:pathLst>
                <a:path w="8083" h="4955" fill="none" extrusionOk="0">
                  <a:moveTo>
                    <a:pt x="5415" y="1"/>
                  </a:moveTo>
                  <a:lnTo>
                    <a:pt x="5415" y="1"/>
                  </a:lnTo>
                  <a:lnTo>
                    <a:pt x="4934" y="21"/>
                  </a:lnTo>
                  <a:lnTo>
                    <a:pt x="4473" y="81"/>
                  </a:lnTo>
                  <a:lnTo>
                    <a:pt x="4011" y="181"/>
                  </a:lnTo>
                  <a:lnTo>
                    <a:pt x="3590" y="322"/>
                  </a:lnTo>
                  <a:lnTo>
                    <a:pt x="3169" y="482"/>
                  </a:lnTo>
                  <a:lnTo>
                    <a:pt x="2748" y="683"/>
                  </a:lnTo>
                  <a:lnTo>
                    <a:pt x="2367" y="923"/>
                  </a:lnTo>
                  <a:lnTo>
                    <a:pt x="2006" y="1164"/>
                  </a:lnTo>
                  <a:lnTo>
                    <a:pt x="1665" y="1465"/>
                  </a:lnTo>
                  <a:lnTo>
                    <a:pt x="1344" y="1766"/>
                  </a:lnTo>
                  <a:lnTo>
                    <a:pt x="1043" y="2087"/>
                  </a:lnTo>
                  <a:lnTo>
                    <a:pt x="783" y="2448"/>
                  </a:lnTo>
                  <a:lnTo>
                    <a:pt x="542" y="2809"/>
                  </a:lnTo>
                  <a:lnTo>
                    <a:pt x="321" y="3190"/>
                  </a:lnTo>
                  <a:lnTo>
                    <a:pt x="141" y="3591"/>
                  </a:lnTo>
                  <a:lnTo>
                    <a:pt x="0" y="3992"/>
                  </a:lnTo>
                  <a:lnTo>
                    <a:pt x="0" y="3992"/>
                  </a:lnTo>
                  <a:lnTo>
                    <a:pt x="502" y="4212"/>
                  </a:lnTo>
                  <a:lnTo>
                    <a:pt x="983" y="4453"/>
                  </a:lnTo>
                  <a:lnTo>
                    <a:pt x="1444" y="4694"/>
                  </a:lnTo>
                  <a:lnTo>
                    <a:pt x="1906" y="4954"/>
                  </a:lnTo>
                  <a:lnTo>
                    <a:pt x="1906" y="4954"/>
                  </a:lnTo>
                  <a:lnTo>
                    <a:pt x="2066" y="4674"/>
                  </a:lnTo>
                  <a:lnTo>
                    <a:pt x="2247" y="4413"/>
                  </a:lnTo>
                  <a:lnTo>
                    <a:pt x="2467" y="4172"/>
                  </a:lnTo>
                  <a:lnTo>
                    <a:pt x="2708" y="3932"/>
                  </a:lnTo>
                  <a:lnTo>
                    <a:pt x="2948" y="3731"/>
                  </a:lnTo>
                  <a:lnTo>
                    <a:pt x="3229" y="3551"/>
                  </a:lnTo>
                  <a:lnTo>
                    <a:pt x="3530" y="3390"/>
                  </a:lnTo>
                  <a:lnTo>
                    <a:pt x="3831" y="3270"/>
                  </a:lnTo>
                  <a:lnTo>
                    <a:pt x="3831" y="3270"/>
                  </a:lnTo>
                  <a:lnTo>
                    <a:pt x="3951" y="3049"/>
                  </a:lnTo>
                  <a:lnTo>
                    <a:pt x="3951" y="3049"/>
                  </a:lnTo>
                  <a:lnTo>
                    <a:pt x="4132" y="2768"/>
                  </a:lnTo>
                  <a:lnTo>
                    <a:pt x="4332" y="2508"/>
                  </a:lnTo>
                  <a:lnTo>
                    <a:pt x="4533" y="2267"/>
                  </a:lnTo>
                  <a:lnTo>
                    <a:pt x="4753" y="2046"/>
                  </a:lnTo>
                  <a:lnTo>
                    <a:pt x="4974" y="1846"/>
                  </a:lnTo>
                  <a:lnTo>
                    <a:pt x="5215" y="1645"/>
                  </a:lnTo>
                  <a:lnTo>
                    <a:pt x="5475" y="1465"/>
                  </a:lnTo>
                  <a:lnTo>
                    <a:pt x="5736" y="1324"/>
                  </a:lnTo>
                  <a:lnTo>
                    <a:pt x="5997" y="1184"/>
                  </a:lnTo>
                  <a:lnTo>
                    <a:pt x="6277" y="1044"/>
                  </a:lnTo>
                  <a:lnTo>
                    <a:pt x="6558" y="943"/>
                  </a:lnTo>
                  <a:lnTo>
                    <a:pt x="6859" y="843"/>
                  </a:lnTo>
                  <a:lnTo>
                    <a:pt x="7160" y="763"/>
                  </a:lnTo>
                  <a:lnTo>
                    <a:pt x="7461" y="703"/>
                  </a:lnTo>
                  <a:lnTo>
                    <a:pt x="7761" y="663"/>
                  </a:lnTo>
                  <a:lnTo>
                    <a:pt x="8082" y="623"/>
                  </a:lnTo>
                  <a:lnTo>
                    <a:pt x="8082" y="623"/>
                  </a:lnTo>
                  <a:lnTo>
                    <a:pt x="7601" y="422"/>
                  </a:lnTo>
                  <a:lnTo>
                    <a:pt x="7100" y="262"/>
                  </a:lnTo>
                  <a:lnTo>
                    <a:pt x="7100" y="262"/>
                  </a:lnTo>
                  <a:lnTo>
                    <a:pt x="6679" y="141"/>
                  </a:lnTo>
                  <a:lnTo>
                    <a:pt x="6257" y="61"/>
                  </a:lnTo>
                  <a:lnTo>
                    <a:pt x="5836" y="21"/>
                  </a:lnTo>
                  <a:lnTo>
                    <a:pt x="5415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2" name="Google Shape;5322;p21"/>
            <p:cNvSpPr/>
            <p:nvPr/>
          </p:nvSpPr>
          <p:spPr>
            <a:xfrm>
              <a:off x="11649400" y="3276125"/>
              <a:ext cx="122850" cy="185525"/>
            </a:xfrm>
            <a:custGeom>
              <a:avLst/>
              <a:gdLst/>
              <a:ahLst/>
              <a:cxnLst/>
              <a:rect l="l" t="t" r="r" b="b"/>
              <a:pathLst>
                <a:path w="4914" h="7421" extrusionOk="0">
                  <a:moveTo>
                    <a:pt x="1926" y="1"/>
                  </a:moveTo>
                  <a:lnTo>
                    <a:pt x="1625" y="121"/>
                  </a:lnTo>
                  <a:lnTo>
                    <a:pt x="1324" y="282"/>
                  </a:lnTo>
                  <a:lnTo>
                    <a:pt x="1043" y="462"/>
                  </a:lnTo>
                  <a:lnTo>
                    <a:pt x="803" y="663"/>
                  </a:lnTo>
                  <a:lnTo>
                    <a:pt x="562" y="903"/>
                  </a:lnTo>
                  <a:lnTo>
                    <a:pt x="342" y="1144"/>
                  </a:lnTo>
                  <a:lnTo>
                    <a:pt x="161" y="1405"/>
                  </a:lnTo>
                  <a:lnTo>
                    <a:pt x="1" y="1685"/>
                  </a:lnTo>
                  <a:lnTo>
                    <a:pt x="362" y="1926"/>
                  </a:lnTo>
                  <a:lnTo>
                    <a:pt x="723" y="2167"/>
                  </a:lnTo>
                  <a:lnTo>
                    <a:pt x="1043" y="2407"/>
                  </a:lnTo>
                  <a:lnTo>
                    <a:pt x="1384" y="2668"/>
                  </a:lnTo>
                  <a:lnTo>
                    <a:pt x="1364" y="2327"/>
                  </a:lnTo>
                  <a:lnTo>
                    <a:pt x="1364" y="1986"/>
                  </a:lnTo>
                  <a:lnTo>
                    <a:pt x="1404" y="1645"/>
                  </a:lnTo>
                  <a:lnTo>
                    <a:pt x="1465" y="1304"/>
                  </a:lnTo>
                  <a:lnTo>
                    <a:pt x="1545" y="963"/>
                  </a:lnTo>
                  <a:lnTo>
                    <a:pt x="1645" y="643"/>
                  </a:lnTo>
                  <a:lnTo>
                    <a:pt x="1785" y="302"/>
                  </a:lnTo>
                  <a:lnTo>
                    <a:pt x="1926" y="1"/>
                  </a:lnTo>
                  <a:close/>
                  <a:moveTo>
                    <a:pt x="4332" y="7020"/>
                  </a:moveTo>
                  <a:lnTo>
                    <a:pt x="4493" y="7421"/>
                  </a:lnTo>
                  <a:lnTo>
                    <a:pt x="4713" y="7381"/>
                  </a:lnTo>
                  <a:lnTo>
                    <a:pt x="4914" y="7301"/>
                  </a:lnTo>
                  <a:lnTo>
                    <a:pt x="4613" y="7180"/>
                  </a:lnTo>
                  <a:lnTo>
                    <a:pt x="4332" y="702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3" name="Google Shape;5323;p21"/>
            <p:cNvSpPr/>
            <p:nvPr/>
          </p:nvSpPr>
          <p:spPr>
            <a:xfrm>
              <a:off x="11757700" y="3451600"/>
              <a:ext cx="14550" cy="10050"/>
            </a:xfrm>
            <a:custGeom>
              <a:avLst/>
              <a:gdLst/>
              <a:ahLst/>
              <a:cxnLst/>
              <a:rect l="l" t="t" r="r" b="b"/>
              <a:pathLst>
                <a:path w="582" h="402" fill="none" extrusionOk="0">
                  <a:moveTo>
                    <a:pt x="0" y="1"/>
                  </a:moveTo>
                  <a:lnTo>
                    <a:pt x="0" y="1"/>
                  </a:lnTo>
                  <a:lnTo>
                    <a:pt x="161" y="402"/>
                  </a:lnTo>
                  <a:lnTo>
                    <a:pt x="161" y="402"/>
                  </a:lnTo>
                  <a:lnTo>
                    <a:pt x="381" y="362"/>
                  </a:lnTo>
                  <a:lnTo>
                    <a:pt x="582" y="282"/>
                  </a:lnTo>
                  <a:lnTo>
                    <a:pt x="582" y="282"/>
                  </a:lnTo>
                  <a:lnTo>
                    <a:pt x="281" y="161"/>
                  </a:lnTo>
                  <a:lnTo>
                    <a:pt x="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4" name="Google Shape;5324;p21"/>
            <p:cNvSpPr/>
            <p:nvPr/>
          </p:nvSpPr>
          <p:spPr>
            <a:xfrm>
              <a:off x="11649400" y="3276125"/>
              <a:ext cx="48150" cy="66725"/>
            </a:xfrm>
            <a:custGeom>
              <a:avLst/>
              <a:gdLst/>
              <a:ahLst/>
              <a:cxnLst/>
              <a:rect l="l" t="t" r="r" b="b"/>
              <a:pathLst>
                <a:path w="1926" h="2669" fill="none" extrusionOk="0">
                  <a:moveTo>
                    <a:pt x="1926" y="1"/>
                  </a:moveTo>
                  <a:lnTo>
                    <a:pt x="1926" y="1"/>
                  </a:lnTo>
                  <a:lnTo>
                    <a:pt x="1625" y="121"/>
                  </a:lnTo>
                  <a:lnTo>
                    <a:pt x="1324" y="282"/>
                  </a:lnTo>
                  <a:lnTo>
                    <a:pt x="1043" y="462"/>
                  </a:lnTo>
                  <a:lnTo>
                    <a:pt x="803" y="663"/>
                  </a:lnTo>
                  <a:lnTo>
                    <a:pt x="562" y="903"/>
                  </a:lnTo>
                  <a:lnTo>
                    <a:pt x="342" y="1144"/>
                  </a:lnTo>
                  <a:lnTo>
                    <a:pt x="161" y="1405"/>
                  </a:lnTo>
                  <a:lnTo>
                    <a:pt x="1" y="1685"/>
                  </a:lnTo>
                  <a:lnTo>
                    <a:pt x="1" y="1685"/>
                  </a:lnTo>
                  <a:lnTo>
                    <a:pt x="362" y="1926"/>
                  </a:lnTo>
                  <a:lnTo>
                    <a:pt x="723" y="2167"/>
                  </a:lnTo>
                  <a:lnTo>
                    <a:pt x="1043" y="2407"/>
                  </a:lnTo>
                  <a:lnTo>
                    <a:pt x="1384" y="2668"/>
                  </a:lnTo>
                  <a:lnTo>
                    <a:pt x="1384" y="2668"/>
                  </a:lnTo>
                  <a:lnTo>
                    <a:pt x="1364" y="2327"/>
                  </a:lnTo>
                  <a:lnTo>
                    <a:pt x="1364" y="1986"/>
                  </a:lnTo>
                  <a:lnTo>
                    <a:pt x="1404" y="1645"/>
                  </a:lnTo>
                  <a:lnTo>
                    <a:pt x="1465" y="1304"/>
                  </a:lnTo>
                  <a:lnTo>
                    <a:pt x="1545" y="963"/>
                  </a:lnTo>
                  <a:lnTo>
                    <a:pt x="1645" y="643"/>
                  </a:lnTo>
                  <a:lnTo>
                    <a:pt x="1785" y="302"/>
                  </a:lnTo>
                  <a:lnTo>
                    <a:pt x="1926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5" name="Google Shape;5325;p21"/>
            <p:cNvSpPr/>
            <p:nvPr/>
          </p:nvSpPr>
          <p:spPr>
            <a:xfrm>
              <a:off x="11033225" y="3260600"/>
              <a:ext cx="779150" cy="783650"/>
            </a:xfrm>
            <a:custGeom>
              <a:avLst/>
              <a:gdLst/>
              <a:ahLst/>
              <a:cxnLst/>
              <a:rect l="l" t="t" r="r" b="b"/>
              <a:pathLst>
                <a:path w="31166" h="31346" extrusionOk="0">
                  <a:moveTo>
                    <a:pt x="15021" y="0"/>
                  </a:moveTo>
                  <a:lnTo>
                    <a:pt x="14500" y="20"/>
                  </a:lnTo>
                  <a:lnTo>
                    <a:pt x="13979" y="60"/>
                  </a:lnTo>
                  <a:lnTo>
                    <a:pt x="13457" y="100"/>
                  </a:lnTo>
                  <a:lnTo>
                    <a:pt x="12936" y="161"/>
                  </a:lnTo>
                  <a:lnTo>
                    <a:pt x="12434" y="241"/>
                  </a:lnTo>
                  <a:lnTo>
                    <a:pt x="11913" y="321"/>
                  </a:lnTo>
                  <a:lnTo>
                    <a:pt x="11412" y="421"/>
                  </a:lnTo>
                  <a:lnTo>
                    <a:pt x="10910" y="542"/>
                  </a:lnTo>
                  <a:lnTo>
                    <a:pt x="10088" y="762"/>
                  </a:lnTo>
                  <a:lnTo>
                    <a:pt x="9286" y="1023"/>
                  </a:lnTo>
                  <a:lnTo>
                    <a:pt x="8905" y="1163"/>
                  </a:lnTo>
                  <a:lnTo>
                    <a:pt x="8524" y="1324"/>
                  </a:lnTo>
                  <a:lnTo>
                    <a:pt x="8143" y="1504"/>
                  </a:lnTo>
                  <a:lnTo>
                    <a:pt x="7782" y="1685"/>
                  </a:lnTo>
                  <a:lnTo>
                    <a:pt x="7421" y="1865"/>
                  </a:lnTo>
                  <a:lnTo>
                    <a:pt x="7080" y="2066"/>
                  </a:lnTo>
                  <a:lnTo>
                    <a:pt x="6739" y="2266"/>
                  </a:lnTo>
                  <a:lnTo>
                    <a:pt x="6418" y="2487"/>
                  </a:lnTo>
                  <a:lnTo>
                    <a:pt x="6097" y="2727"/>
                  </a:lnTo>
                  <a:lnTo>
                    <a:pt x="5796" y="2968"/>
                  </a:lnTo>
                  <a:lnTo>
                    <a:pt x="5516" y="3209"/>
                  </a:lnTo>
                  <a:lnTo>
                    <a:pt x="5235" y="3470"/>
                  </a:lnTo>
                  <a:lnTo>
                    <a:pt x="4814" y="3911"/>
                  </a:lnTo>
                  <a:lnTo>
                    <a:pt x="4393" y="4372"/>
                  </a:lnTo>
                  <a:lnTo>
                    <a:pt x="4012" y="4893"/>
                  </a:lnTo>
                  <a:lnTo>
                    <a:pt x="3630" y="5435"/>
                  </a:lnTo>
                  <a:lnTo>
                    <a:pt x="3269" y="5996"/>
                  </a:lnTo>
                  <a:lnTo>
                    <a:pt x="2929" y="6598"/>
                  </a:lnTo>
                  <a:lnTo>
                    <a:pt x="2608" y="7220"/>
                  </a:lnTo>
                  <a:lnTo>
                    <a:pt x="2287" y="7861"/>
                  </a:lnTo>
                  <a:lnTo>
                    <a:pt x="2006" y="8523"/>
                  </a:lnTo>
                  <a:lnTo>
                    <a:pt x="1725" y="9225"/>
                  </a:lnTo>
                  <a:lnTo>
                    <a:pt x="1485" y="9927"/>
                  </a:lnTo>
                  <a:lnTo>
                    <a:pt x="1244" y="10629"/>
                  </a:lnTo>
                  <a:lnTo>
                    <a:pt x="1043" y="11371"/>
                  </a:lnTo>
                  <a:lnTo>
                    <a:pt x="843" y="12113"/>
                  </a:lnTo>
                  <a:lnTo>
                    <a:pt x="662" y="12855"/>
                  </a:lnTo>
                  <a:lnTo>
                    <a:pt x="502" y="13617"/>
                  </a:lnTo>
                  <a:lnTo>
                    <a:pt x="362" y="14359"/>
                  </a:lnTo>
                  <a:lnTo>
                    <a:pt x="261" y="15121"/>
                  </a:lnTo>
                  <a:lnTo>
                    <a:pt x="161" y="15883"/>
                  </a:lnTo>
                  <a:lnTo>
                    <a:pt x="81" y="16645"/>
                  </a:lnTo>
                  <a:lnTo>
                    <a:pt x="41" y="17407"/>
                  </a:lnTo>
                  <a:lnTo>
                    <a:pt x="1" y="18149"/>
                  </a:lnTo>
                  <a:lnTo>
                    <a:pt x="1" y="18891"/>
                  </a:lnTo>
                  <a:lnTo>
                    <a:pt x="21" y="19613"/>
                  </a:lnTo>
                  <a:lnTo>
                    <a:pt x="41" y="20335"/>
                  </a:lnTo>
                  <a:lnTo>
                    <a:pt x="101" y="21037"/>
                  </a:lnTo>
                  <a:lnTo>
                    <a:pt x="201" y="21719"/>
                  </a:lnTo>
                  <a:lnTo>
                    <a:pt x="301" y="22381"/>
                  </a:lnTo>
                  <a:lnTo>
                    <a:pt x="422" y="23023"/>
                  </a:lnTo>
                  <a:lnTo>
                    <a:pt x="582" y="23644"/>
                  </a:lnTo>
                  <a:lnTo>
                    <a:pt x="763" y="24226"/>
                  </a:lnTo>
                  <a:lnTo>
                    <a:pt x="963" y="24788"/>
                  </a:lnTo>
                  <a:lnTo>
                    <a:pt x="1144" y="25189"/>
                  </a:lnTo>
                  <a:lnTo>
                    <a:pt x="1364" y="25590"/>
                  </a:lnTo>
                  <a:lnTo>
                    <a:pt x="1645" y="25991"/>
                  </a:lnTo>
                  <a:lnTo>
                    <a:pt x="1946" y="26372"/>
                  </a:lnTo>
                  <a:lnTo>
                    <a:pt x="2307" y="26733"/>
                  </a:lnTo>
                  <a:lnTo>
                    <a:pt x="2708" y="27094"/>
                  </a:lnTo>
                  <a:lnTo>
                    <a:pt x="3129" y="27455"/>
                  </a:lnTo>
                  <a:lnTo>
                    <a:pt x="3610" y="27796"/>
                  </a:lnTo>
                  <a:lnTo>
                    <a:pt x="4112" y="28137"/>
                  </a:lnTo>
                  <a:lnTo>
                    <a:pt x="4633" y="28457"/>
                  </a:lnTo>
                  <a:lnTo>
                    <a:pt x="5195" y="28758"/>
                  </a:lnTo>
                  <a:lnTo>
                    <a:pt x="5796" y="29059"/>
                  </a:lnTo>
                  <a:lnTo>
                    <a:pt x="6398" y="29340"/>
                  </a:lnTo>
                  <a:lnTo>
                    <a:pt x="7040" y="29601"/>
                  </a:lnTo>
                  <a:lnTo>
                    <a:pt x="7702" y="29841"/>
                  </a:lnTo>
                  <a:lnTo>
                    <a:pt x="8383" y="30082"/>
                  </a:lnTo>
                  <a:lnTo>
                    <a:pt x="8403" y="30082"/>
                  </a:lnTo>
                  <a:lnTo>
                    <a:pt x="9125" y="30303"/>
                  </a:lnTo>
                  <a:lnTo>
                    <a:pt x="9847" y="30503"/>
                  </a:lnTo>
                  <a:lnTo>
                    <a:pt x="10609" y="30684"/>
                  </a:lnTo>
                  <a:lnTo>
                    <a:pt x="11372" y="30844"/>
                  </a:lnTo>
                  <a:lnTo>
                    <a:pt x="12154" y="30984"/>
                  </a:lnTo>
                  <a:lnTo>
                    <a:pt x="12936" y="31105"/>
                  </a:lnTo>
                  <a:lnTo>
                    <a:pt x="13718" y="31205"/>
                  </a:lnTo>
                  <a:lnTo>
                    <a:pt x="14520" y="31285"/>
                  </a:lnTo>
                  <a:lnTo>
                    <a:pt x="15322" y="31325"/>
                  </a:lnTo>
                  <a:lnTo>
                    <a:pt x="16124" y="31345"/>
                  </a:lnTo>
                  <a:lnTo>
                    <a:pt x="16927" y="31345"/>
                  </a:lnTo>
                  <a:lnTo>
                    <a:pt x="17729" y="31305"/>
                  </a:lnTo>
                  <a:lnTo>
                    <a:pt x="18531" y="31245"/>
                  </a:lnTo>
                  <a:lnTo>
                    <a:pt x="19313" y="31165"/>
                  </a:lnTo>
                  <a:lnTo>
                    <a:pt x="20095" y="31045"/>
                  </a:lnTo>
                  <a:lnTo>
                    <a:pt x="20877" y="30904"/>
                  </a:lnTo>
                  <a:lnTo>
                    <a:pt x="21379" y="30784"/>
                  </a:lnTo>
                  <a:lnTo>
                    <a:pt x="21900" y="30663"/>
                  </a:lnTo>
                  <a:lnTo>
                    <a:pt x="22401" y="30503"/>
                  </a:lnTo>
                  <a:lnTo>
                    <a:pt x="22883" y="30343"/>
                  </a:lnTo>
                  <a:lnTo>
                    <a:pt x="23625" y="30082"/>
                  </a:lnTo>
                  <a:lnTo>
                    <a:pt x="24347" y="29761"/>
                  </a:lnTo>
                  <a:lnTo>
                    <a:pt x="25049" y="29420"/>
                  </a:lnTo>
                  <a:lnTo>
                    <a:pt x="25710" y="29019"/>
                  </a:lnTo>
                  <a:lnTo>
                    <a:pt x="26031" y="28818"/>
                  </a:lnTo>
                  <a:lnTo>
                    <a:pt x="26352" y="28598"/>
                  </a:lnTo>
                  <a:lnTo>
                    <a:pt x="26653" y="28377"/>
                  </a:lnTo>
                  <a:lnTo>
                    <a:pt x="26954" y="28137"/>
                  </a:lnTo>
                  <a:lnTo>
                    <a:pt x="27255" y="27876"/>
                  </a:lnTo>
                  <a:lnTo>
                    <a:pt x="27535" y="27615"/>
                  </a:lnTo>
                  <a:lnTo>
                    <a:pt x="27816" y="27354"/>
                  </a:lnTo>
                  <a:lnTo>
                    <a:pt x="28077" y="27074"/>
                  </a:lnTo>
                  <a:lnTo>
                    <a:pt x="28358" y="26753"/>
                  </a:lnTo>
                  <a:lnTo>
                    <a:pt x="28618" y="26432"/>
                  </a:lnTo>
                  <a:lnTo>
                    <a:pt x="28859" y="26091"/>
                  </a:lnTo>
                  <a:lnTo>
                    <a:pt x="29100" y="25730"/>
                  </a:lnTo>
                  <a:lnTo>
                    <a:pt x="29320" y="25389"/>
                  </a:lnTo>
                  <a:lnTo>
                    <a:pt x="29541" y="25008"/>
                  </a:lnTo>
                  <a:lnTo>
                    <a:pt x="29721" y="24647"/>
                  </a:lnTo>
                  <a:lnTo>
                    <a:pt x="29902" y="24266"/>
                  </a:lnTo>
                  <a:lnTo>
                    <a:pt x="30082" y="23885"/>
                  </a:lnTo>
                  <a:lnTo>
                    <a:pt x="30223" y="23484"/>
                  </a:lnTo>
                  <a:lnTo>
                    <a:pt x="30363" y="23083"/>
                  </a:lnTo>
                  <a:lnTo>
                    <a:pt x="30503" y="22682"/>
                  </a:lnTo>
                  <a:lnTo>
                    <a:pt x="30624" y="22281"/>
                  </a:lnTo>
                  <a:lnTo>
                    <a:pt x="30724" y="21860"/>
                  </a:lnTo>
                  <a:lnTo>
                    <a:pt x="30804" y="21438"/>
                  </a:lnTo>
                  <a:lnTo>
                    <a:pt x="30905" y="21017"/>
                  </a:lnTo>
                  <a:lnTo>
                    <a:pt x="31025" y="20155"/>
                  </a:lnTo>
                  <a:lnTo>
                    <a:pt x="31105" y="19293"/>
                  </a:lnTo>
                  <a:lnTo>
                    <a:pt x="31165" y="18410"/>
                  </a:lnTo>
                  <a:lnTo>
                    <a:pt x="31165" y="17528"/>
                  </a:lnTo>
                  <a:lnTo>
                    <a:pt x="31145" y="16645"/>
                  </a:lnTo>
                  <a:lnTo>
                    <a:pt x="31065" y="15763"/>
                  </a:lnTo>
                  <a:lnTo>
                    <a:pt x="30965" y="14881"/>
                  </a:lnTo>
                  <a:lnTo>
                    <a:pt x="30844" y="13998"/>
                  </a:lnTo>
                  <a:lnTo>
                    <a:pt x="30684" y="13136"/>
                  </a:lnTo>
                  <a:lnTo>
                    <a:pt x="30503" y="12294"/>
                  </a:lnTo>
                  <a:lnTo>
                    <a:pt x="30303" y="11451"/>
                  </a:lnTo>
                  <a:lnTo>
                    <a:pt x="30062" y="10629"/>
                  </a:lnTo>
                  <a:lnTo>
                    <a:pt x="29822" y="9847"/>
                  </a:lnTo>
                  <a:lnTo>
                    <a:pt x="29561" y="9065"/>
                  </a:lnTo>
                  <a:lnTo>
                    <a:pt x="29260" y="8343"/>
                  </a:lnTo>
                  <a:lnTo>
                    <a:pt x="28959" y="7641"/>
                  </a:lnTo>
                  <a:lnTo>
                    <a:pt x="28658" y="6959"/>
                  </a:lnTo>
                  <a:lnTo>
                    <a:pt x="28338" y="6337"/>
                  </a:lnTo>
                  <a:lnTo>
                    <a:pt x="27997" y="5736"/>
                  </a:lnTo>
                  <a:lnTo>
                    <a:pt x="27656" y="5194"/>
                  </a:lnTo>
                  <a:lnTo>
                    <a:pt x="27315" y="4693"/>
                  </a:lnTo>
                  <a:lnTo>
                    <a:pt x="26974" y="4252"/>
                  </a:lnTo>
                  <a:lnTo>
                    <a:pt x="26633" y="3851"/>
                  </a:lnTo>
                  <a:lnTo>
                    <a:pt x="26292" y="3530"/>
                  </a:lnTo>
                  <a:lnTo>
                    <a:pt x="25951" y="3229"/>
                  </a:lnTo>
                  <a:lnTo>
                    <a:pt x="25570" y="2948"/>
                  </a:lnTo>
                  <a:lnTo>
                    <a:pt x="25209" y="2667"/>
                  </a:lnTo>
                  <a:lnTo>
                    <a:pt x="24808" y="2407"/>
                  </a:lnTo>
                  <a:lnTo>
                    <a:pt x="24407" y="2166"/>
                  </a:lnTo>
                  <a:lnTo>
                    <a:pt x="23986" y="1925"/>
                  </a:lnTo>
                  <a:lnTo>
                    <a:pt x="23545" y="1705"/>
                  </a:lnTo>
                  <a:lnTo>
                    <a:pt x="23103" y="1504"/>
                  </a:lnTo>
                  <a:lnTo>
                    <a:pt x="22642" y="1324"/>
                  </a:lnTo>
                  <a:lnTo>
                    <a:pt x="22181" y="1143"/>
                  </a:lnTo>
                  <a:lnTo>
                    <a:pt x="21700" y="963"/>
                  </a:lnTo>
                  <a:lnTo>
                    <a:pt x="21218" y="822"/>
                  </a:lnTo>
                  <a:lnTo>
                    <a:pt x="20737" y="682"/>
                  </a:lnTo>
                  <a:lnTo>
                    <a:pt x="20236" y="542"/>
                  </a:lnTo>
                  <a:lnTo>
                    <a:pt x="19734" y="421"/>
                  </a:lnTo>
                  <a:lnTo>
                    <a:pt x="19213" y="321"/>
                  </a:lnTo>
                  <a:lnTo>
                    <a:pt x="18711" y="241"/>
                  </a:lnTo>
                  <a:lnTo>
                    <a:pt x="18190" y="161"/>
                  </a:lnTo>
                  <a:lnTo>
                    <a:pt x="17669" y="100"/>
                  </a:lnTo>
                  <a:lnTo>
                    <a:pt x="17127" y="60"/>
                  </a:lnTo>
                  <a:lnTo>
                    <a:pt x="16606" y="20"/>
                  </a:lnTo>
                  <a:lnTo>
                    <a:pt x="160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6" name="Google Shape;5326;p21"/>
            <p:cNvSpPr/>
            <p:nvPr/>
          </p:nvSpPr>
          <p:spPr>
            <a:xfrm>
              <a:off x="11033225" y="3260600"/>
              <a:ext cx="779150" cy="783650"/>
            </a:xfrm>
            <a:custGeom>
              <a:avLst/>
              <a:gdLst/>
              <a:ahLst/>
              <a:cxnLst/>
              <a:rect l="l" t="t" r="r" b="b"/>
              <a:pathLst>
                <a:path w="31166" h="31346" fill="none" extrusionOk="0">
                  <a:moveTo>
                    <a:pt x="28077" y="27074"/>
                  </a:moveTo>
                  <a:lnTo>
                    <a:pt x="28077" y="27074"/>
                  </a:lnTo>
                  <a:lnTo>
                    <a:pt x="27816" y="27354"/>
                  </a:lnTo>
                  <a:lnTo>
                    <a:pt x="27535" y="27615"/>
                  </a:lnTo>
                  <a:lnTo>
                    <a:pt x="27255" y="27876"/>
                  </a:lnTo>
                  <a:lnTo>
                    <a:pt x="26954" y="28137"/>
                  </a:lnTo>
                  <a:lnTo>
                    <a:pt x="26653" y="28377"/>
                  </a:lnTo>
                  <a:lnTo>
                    <a:pt x="26352" y="28598"/>
                  </a:lnTo>
                  <a:lnTo>
                    <a:pt x="26031" y="28818"/>
                  </a:lnTo>
                  <a:lnTo>
                    <a:pt x="25710" y="29019"/>
                  </a:lnTo>
                  <a:lnTo>
                    <a:pt x="25049" y="29420"/>
                  </a:lnTo>
                  <a:lnTo>
                    <a:pt x="24347" y="29761"/>
                  </a:lnTo>
                  <a:lnTo>
                    <a:pt x="23625" y="30082"/>
                  </a:lnTo>
                  <a:lnTo>
                    <a:pt x="22883" y="30343"/>
                  </a:lnTo>
                  <a:lnTo>
                    <a:pt x="22883" y="30343"/>
                  </a:lnTo>
                  <a:lnTo>
                    <a:pt x="22401" y="30503"/>
                  </a:lnTo>
                  <a:lnTo>
                    <a:pt x="21900" y="30663"/>
                  </a:lnTo>
                  <a:lnTo>
                    <a:pt x="21379" y="30784"/>
                  </a:lnTo>
                  <a:lnTo>
                    <a:pt x="20877" y="30904"/>
                  </a:lnTo>
                  <a:lnTo>
                    <a:pt x="20877" y="30904"/>
                  </a:lnTo>
                  <a:lnTo>
                    <a:pt x="20095" y="31045"/>
                  </a:lnTo>
                  <a:lnTo>
                    <a:pt x="19313" y="31165"/>
                  </a:lnTo>
                  <a:lnTo>
                    <a:pt x="18531" y="31245"/>
                  </a:lnTo>
                  <a:lnTo>
                    <a:pt x="17729" y="31305"/>
                  </a:lnTo>
                  <a:lnTo>
                    <a:pt x="16927" y="31345"/>
                  </a:lnTo>
                  <a:lnTo>
                    <a:pt x="16124" y="31345"/>
                  </a:lnTo>
                  <a:lnTo>
                    <a:pt x="15322" y="31325"/>
                  </a:lnTo>
                  <a:lnTo>
                    <a:pt x="14520" y="31285"/>
                  </a:lnTo>
                  <a:lnTo>
                    <a:pt x="13718" y="31205"/>
                  </a:lnTo>
                  <a:lnTo>
                    <a:pt x="12936" y="31105"/>
                  </a:lnTo>
                  <a:lnTo>
                    <a:pt x="12154" y="30984"/>
                  </a:lnTo>
                  <a:lnTo>
                    <a:pt x="11372" y="30844"/>
                  </a:lnTo>
                  <a:lnTo>
                    <a:pt x="10609" y="30684"/>
                  </a:lnTo>
                  <a:lnTo>
                    <a:pt x="9847" y="30503"/>
                  </a:lnTo>
                  <a:lnTo>
                    <a:pt x="9125" y="30303"/>
                  </a:lnTo>
                  <a:lnTo>
                    <a:pt x="8403" y="30082"/>
                  </a:lnTo>
                  <a:lnTo>
                    <a:pt x="8383" y="30082"/>
                  </a:lnTo>
                  <a:lnTo>
                    <a:pt x="8383" y="30082"/>
                  </a:lnTo>
                  <a:lnTo>
                    <a:pt x="7702" y="29841"/>
                  </a:lnTo>
                  <a:lnTo>
                    <a:pt x="7040" y="29601"/>
                  </a:lnTo>
                  <a:lnTo>
                    <a:pt x="6398" y="29340"/>
                  </a:lnTo>
                  <a:lnTo>
                    <a:pt x="5796" y="29059"/>
                  </a:lnTo>
                  <a:lnTo>
                    <a:pt x="5195" y="28758"/>
                  </a:lnTo>
                  <a:lnTo>
                    <a:pt x="4633" y="28457"/>
                  </a:lnTo>
                  <a:lnTo>
                    <a:pt x="4112" y="28137"/>
                  </a:lnTo>
                  <a:lnTo>
                    <a:pt x="3610" y="27796"/>
                  </a:lnTo>
                  <a:lnTo>
                    <a:pt x="3129" y="27455"/>
                  </a:lnTo>
                  <a:lnTo>
                    <a:pt x="2708" y="27094"/>
                  </a:lnTo>
                  <a:lnTo>
                    <a:pt x="2307" y="26733"/>
                  </a:lnTo>
                  <a:lnTo>
                    <a:pt x="1946" y="26372"/>
                  </a:lnTo>
                  <a:lnTo>
                    <a:pt x="1645" y="25991"/>
                  </a:lnTo>
                  <a:lnTo>
                    <a:pt x="1364" y="25590"/>
                  </a:lnTo>
                  <a:lnTo>
                    <a:pt x="1144" y="25189"/>
                  </a:lnTo>
                  <a:lnTo>
                    <a:pt x="963" y="24788"/>
                  </a:lnTo>
                  <a:lnTo>
                    <a:pt x="963" y="24788"/>
                  </a:lnTo>
                  <a:lnTo>
                    <a:pt x="763" y="24226"/>
                  </a:lnTo>
                  <a:lnTo>
                    <a:pt x="582" y="23644"/>
                  </a:lnTo>
                  <a:lnTo>
                    <a:pt x="422" y="23023"/>
                  </a:lnTo>
                  <a:lnTo>
                    <a:pt x="301" y="22381"/>
                  </a:lnTo>
                  <a:lnTo>
                    <a:pt x="201" y="21719"/>
                  </a:lnTo>
                  <a:lnTo>
                    <a:pt x="101" y="21037"/>
                  </a:lnTo>
                  <a:lnTo>
                    <a:pt x="41" y="20335"/>
                  </a:lnTo>
                  <a:lnTo>
                    <a:pt x="21" y="19613"/>
                  </a:lnTo>
                  <a:lnTo>
                    <a:pt x="1" y="18891"/>
                  </a:lnTo>
                  <a:lnTo>
                    <a:pt x="1" y="18149"/>
                  </a:lnTo>
                  <a:lnTo>
                    <a:pt x="41" y="17407"/>
                  </a:lnTo>
                  <a:lnTo>
                    <a:pt x="81" y="16645"/>
                  </a:lnTo>
                  <a:lnTo>
                    <a:pt x="161" y="15883"/>
                  </a:lnTo>
                  <a:lnTo>
                    <a:pt x="261" y="15121"/>
                  </a:lnTo>
                  <a:lnTo>
                    <a:pt x="362" y="14359"/>
                  </a:lnTo>
                  <a:lnTo>
                    <a:pt x="502" y="13617"/>
                  </a:lnTo>
                  <a:lnTo>
                    <a:pt x="662" y="12855"/>
                  </a:lnTo>
                  <a:lnTo>
                    <a:pt x="843" y="12113"/>
                  </a:lnTo>
                  <a:lnTo>
                    <a:pt x="1043" y="11371"/>
                  </a:lnTo>
                  <a:lnTo>
                    <a:pt x="1244" y="10629"/>
                  </a:lnTo>
                  <a:lnTo>
                    <a:pt x="1485" y="9927"/>
                  </a:lnTo>
                  <a:lnTo>
                    <a:pt x="1725" y="9225"/>
                  </a:lnTo>
                  <a:lnTo>
                    <a:pt x="2006" y="8523"/>
                  </a:lnTo>
                  <a:lnTo>
                    <a:pt x="2287" y="7861"/>
                  </a:lnTo>
                  <a:lnTo>
                    <a:pt x="2608" y="7220"/>
                  </a:lnTo>
                  <a:lnTo>
                    <a:pt x="2929" y="6598"/>
                  </a:lnTo>
                  <a:lnTo>
                    <a:pt x="3269" y="5996"/>
                  </a:lnTo>
                  <a:lnTo>
                    <a:pt x="3630" y="5435"/>
                  </a:lnTo>
                  <a:lnTo>
                    <a:pt x="4012" y="4893"/>
                  </a:lnTo>
                  <a:lnTo>
                    <a:pt x="4393" y="4372"/>
                  </a:lnTo>
                  <a:lnTo>
                    <a:pt x="4814" y="3911"/>
                  </a:lnTo>
                  <a:lnTo>
                    <a:pt x="5235" y="3470"/>
                  </a:lnTo>
                  <a:lnTo>
                    <a:pt x="5235" y="3470"/>
                  </a:lnTo>
                  <a:lnTo>
                    <a:pt x="5516" y="3209"/>
                  </a:lnTo>
                  <a:lnTo>
                    <a:pt x="5796" y="2968"/>
                  </a:lnTo>
                  <a:lnTo>
                    <a:pt x="6097" y="2727"/>
                  </a:lnTo>
                  <a:lnTo>
                    <a:pt x="6418" y="2487"/>
                  </a:lnTo>
                  <a:lnTo>
                    <a:pt x="6739" y="2266"/>
                  </a:lnTo>
                  <a:lnTo>
                    <a:pt x="7080" y="2066"/>
                  </a:lnTo>
                  <a:lnTo>
                    <a:pt x="7421" y="1865"/>
                  </a:lnTo>
                  <a:lnTo>
                    <a:pt x="7782" y="1685"/>
                  </a:lnTo>
                  <a:lnTo>
                    <a:pt x="8143" y="1504"/>
                  </a:lnTo>
                  <a:lnTo>
                    <a:pt x="8524" y="1324"/>
                  </a:lnTo>
                  <a:lnTo>
                    <a:pt x="8905" y="1163"/>
                  </a:lnTo>
                  <a:lnTo>
                    <a:pt x="9286" y="1023"/>
                  </a:lnTo>
                  <a:lnTo>
                    <a:pt x="10088" y="762"/>
                  </a:lnTo>
                  <a:lnTo>
                    <a:pt x="10910" y="542"/>
                  </a:lnTo>
                  <a:lnTo>
                    <a:pt x="10910" y="542"/>
                  </a:lnTo>
                  <a:lnTo>
                    <a:pt x="11412" y="421"/>
                  </a:lnTo>
                  <a:lnTo>
                    <a:pt x="11913" y="321"/>
                  </a:lnTo>
                  <a:lnTo>
                    <a:pt x="12434" y="241"/>
                  </a:lnTo>
                  <a:lnTo>
                    <a:pt x="12936" y="161"/>
                  </a:lnTo>
                  <a:lnTo>
                    <a:pt x="13457" y="100"/>
                  </a:lnTo>
                  <a:lnTo>
                    <a:pt x="13979" y="60"/>
                  </a:lnTo>
                  <a:lnTo>
                    <a:pt x="14500" y="20"/>
                  </a:lnTo>
                  <a:lnTo>
                    <a:pt x="15021" y="0"/>
                  </a:lnTo>
                  <a:lnTo>
                    <a:pt x="15543" y="0"/>
                  </a:lnTo>
                  <a:lnTo>
                    <a:pt x="16084" y="0"/>
                  </a:lnTo>
                  <a:lnTo>
                    <a:pt x="16606" y="20"/>
                  </a:lnTo>
                  <a:lnTo>
                    <a:pt x="17127" y="60"/>
                  </a:lnTo>
                  <a:lnTo>
                    <a:pt x="17669" y="100"/>
                  </a:lnTo>
                  <a:lnTo>
                    <a:pt x="18190" y="161"/>
                  </a:lnTo>
                  <a:lnTo>
                    <a:pt x="18711" y="241"/>
                  </a:lnTo>
                  <a:lnTo>
                    <a:pt x="19213" y="321"/>
                  </a:lnTo>
                  <a:lnTo>
                    <a:pt x="19734" y="421"/>
                  </a:lnTo>
                  <a:lnTo>
                    <a:pt x="20236" y="542"/>
                  </a:lnTo>
                  <a:lnTo>
                    <a:pt x="20737" y="682"/>
                  </a:lnTo>
                  <a:lnTo>
                    <a:pt x="21218" y="822"/>
                  </a:lnTo>
                  <a:lnTo>
                    <a:pt x="21700" y="963"/>
                  </a:lnTo>
                  <a:lnTo>
                    <a:pt x="22181" y="1143"/>
                  </a:lnTo>
                  <a:lnTo>
                    <a:pt x="22642" y="1324"/>
                  </a:lnTo>
                  <a:lnTo>
                    <a:pt x="23103" y="1504"/>
                  </a:lnTo>
                  <a:lnTo>
                    <a:pt x="23545" y="1705"/>
                  </a:lnTo>
                  <a:lnTo>
                    <a:pt x="23986" y="1925"/>
                  </a:lnTo>
                  <a:lnTo>
                    <a:pt x="24407" y="2166"/>
                  </a:lnTo>
                  <a:lnTo>
                    <a:pt x="24808" y="2407"/>
                  </a:lnTo>
                  <a:lnTo>
                    <a:pt x="25209" y="2667"/>
                  </a:lnTo>
                  <a:lnTo>
                    <a:pt x="25570" y="2948"/>
                  </a:lnTo>
                  <a:lnTo>
                    <a:pt x="25951" y="3229"/>
                  </a:lnTo>
                  <a:lnTo>
                    <a:pt x="26292" y="3530"/>
                  </a:lnTo>
                  <a:lnTo>
                    <a:pt x="26292" y="3530"/>
                  </a:lnTo>
                  <a:lnTo>
                    <a:pt x="26633" y="3851"/>
                  </a:lnTo>
                  <a:lnTo>
                    <a:pt x="26974" y="4252"/>
                  </a:lnTo>
                  <a:lnTo>
                    <a:pt x="27315" y="4693"/>
                  </a:lnTo>
                  <a:lnTo>
                    <a:pt x="27656" y="5194"/>
                  </a:lnTo>
                  <a:lnTo>
                    <a:pt x="27997" y="5736"/>
                  </a:lnTo>
                  <a:lnTo>
                    <a:pt x="28338" y="6337"/>
                  </a:lnTo>
                  <a:lnTo>
                    <a:pt x="28658" y="6959"/>
                  </a:lnTo>
                  <a:lnTo>
                    <a:pt x="28959" y="7641"/>
                  </a:lnTo>
                  <a:lnTo>
                    <a:pt x="29260" y="8343"/>
                  </a:lnTo>
                  <a:lnTo>
                    <a:pt x="29561" y="9065"/>
                  </a:lnTo>
                  <a:lnTo>
                    <a:pt x="29822" y="9847"/>
                  </a:lnTo>
                  <a:lnTo>
                    <a:pt x="30062" y="10629"/>
                  </a:lnTo>
                  <a:lnTo>
                    <a:pt x="30303" y="11451"/>
                  </a:lnTo>
                  <a:lnTo>
                    <a:pt x="30503" y="12294"/>
                  </a:lnTo>
                  <a:lnTo>
                    <a:pt x="30684" y="13136"/>
                  </a:lnTo>
                  <a:lnTo>
                    <a:pt x="30844" y="13998"/>
                  </a:lnTo>
                  <a:lnTo>
                    <a:pt x="30965" y="14881"/>
                  </a:lnTo>
                  <a:lnTo>
                    <a:pt x="31065" y="15763"/>
                  </a:lnTo>
                  <a:lnTo>
                    <a:pt x="31145" y="16645"/>
                  </a:lnTo>
                  <a:lnTo>
                    <a:pt x="31165" y="17528"/>
                  </a:lnTo>
                  <a:lnTo>
                    <a:pt x="31165" y="18410"/>
                  </a:lnTo>
                  <a:lnTo>
                    <a:pt x="31105" y="19293"/>
                  </a:lnTo>
                  <a:lnTo>
                    <a:pt x="31025" y="20155"/>
                  </a:lnTo>
                  <a:lnTo>
                    <a:pt x="30905" y="21017"/>
                  </a:lnTo>
                  <a:lnTo>
                    <a:pt x="30804" y="21438"/>
                  </a:lnTo>
                  <a:lnTo>
                    <a:pt x="30724" y="21860"/>
                  </a:lnTo>
                  <a:lnTo>
                    <a:pt x="30624" y="22281"/>
                  </a:lnTo>
                  <a:lnTo>
                    <a:pt x="30503" y="22682"/>
                  </a:lnTo>
                  <a:lnTo>
                    <a:pt x="30363" y="23083"/>
                  </a:lnTo>
                  <a:lnTo>
                    <a:pt x="30223" y="23484"/>
                  </a:lnTo>
                  <a:lnTo>
                    <a:pt x="30082" y="23885"/>
                  </a:lnTo>
                  <a:lnTo>
                    <a:pt x="29902" y="24266"/>
                  </a:lnTo>
                  <a:lnTo>
                    <a:pt x="29721" y="24647"/>
                  </a:lnTo>
                  <a:lnTo>
                    <a:pt x="29541" y="25008"/>
                  </a:lnTo>
                  <a:lnTo>
                    <a:pt x="29320" y="25389"/>
                  </a:lnTo>
                  <a:lnTo>
                    <a:pt x="29100" y="25730"/>
                  </a:lnTo>
                  <a:lnTo>
                    <a:pt x="28859" y="26091"/>
                  </a:lnTo>
                  <a:lnTo>
                    <a:pt x="28618" y="26432"/>
                  </a:lnTo>
                  <a:lnTo>
                    <a:pt x="28358" y="26753"/>
                  </a:lnTo>
                  <a:lnTo>
                    <a:pt x="28077" y="2707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7" name="Google Shape;5327;p21"/>
            <p:cNvSpPr/>
            <p:nvPr/>
          </p:nvSpPr>
          <p:spPr>
            <a:xfrm>
              <a:off x="11033225" y="3274125"/>
              <a:ext cx="521950" cy="770125"/>
            </a:xfrm>
            <a:custGeom>
              <a:avLst/>
              <a:gdLst/>
              <a:ahLst/>
              <a:cxnLst/>
              <a:rect l="l" t="t" r="r" b="b"/>
              <a:pathLst>
                <a:path w="20878" h="30805" extrusionOk="0">
                  <a:moveTo>
                    <a:pt x="10910" y="1"/>
                  </a:moveTo>
                  <a:lnTo>
                    <a:pt x="10088" y="221"/>
                  </a:lnTo>
                  <a:lnTo>
                    <a:pt x="9286" y="482"/>
                  </a:lnTo>
                  <a:lnTo>
                    <a:pt x="8905" y="622"/>
                  </a:lnTo>
                  <a:lnTo>
                    <a:pt x="8524" y="783"/>
                  </a:lnTo>
                  <a:lnTo>
                    <a:pt x="8143" y="963"/>
                  </a:lnTo>
                  <a:lnTo>
                    <a:pt x="7782" y="1144"/>
                  </a:lnTo>
                  <a:lnTo>
                    <a:pt x="7421" y="1324"/>
                  </a:lnTo>
                  <a:lnTo>
                    <a:pt x="7080" y="1525"/>
                  </a:lnTo>
                  <a:lnTo>
                    <a:pt x="6739" y="1725"/>
                  </a:lnTo>
                  <a:lnTo>
                    <a:pt x="6418" y="1946"/>
                  </a:lnTo>
                  <a:lnTo>
                    <a:pt x="6097" y="2186"/>
                  </a:lnTo>
                  <a:lnTo>
                    <a:pt x="5796" y="2427"/>
                  </a:lnTo>
                  <a:lnTo>
                    <a:pt x="5516" y="2668"/>
                  </a:lnTo>
                  <a:lnTo>
                    <a:pt x="5235" y="2929"/>
                  </a:lnTo>
                  <a:lnTo>
                    <a:pt x="4814" y="3350"/>
                  </a:lnTo>
                  <a:lnTo>
                    <a:pt x="4413" y="3811"/>
                  </a:lnTo>
                  <a:lnTo>
                    <a:pt x="4032" y="4292"/>
                  </a:lnTo>
                  <a:lnTo>
                    <a:pt x="3671" y="4814"/>
                  </a:lnTo>
                  <a:lnTo>
                    <a:pt x="3330" y="5355"/>
                  </a:lnTo>
                  <a:lnTo>
                    <a:pt x="2989" y="5937"/>
                  </a:lnTo>
                  <a:lnTo>
                    <a:pt x="2668" y="6538"/>
                  </a:lnTo>
                  <a:lnTo>
                    <a:pt x="2367" y="7160"/>
                  </a:lnTo>
                  <a:lnTo>
                    <a:pt x="2227" y="7501"/>
                  </a:lnTo>
                  <a:lnTo>
                    <a:pt x="1966" y="8103"/>
                  </a:lnTo>
                  <a:lnTo>
                    <a:pt x="1705" y="8744"/>
                  </a:lnTo>
                  <a:lnTo>
                    <a:pt x="1485" y="9386"/>
                  </a:lnTo>
                  <a:lnTo>
                    <a:pt x="1264" y="10028"/>
                  </a:lnTo>
                  <a:lnTo>
                    <a:pt x="1064" y="10690"/>
                  </a:lnTo>
                  <a:lnTo>
                    <a:pt x="883" y="11371"/>
                  </a:lnTo>
                  <a:lnTo>
                    <a:pt x="723" y="12053"/>
                  </a:lnTo>
                  <a:lnTo>
                    <a:pt x="562" y="12735"/>
                  </a:lnTo>
                  <a:lnTo>
                    <a:pt x="442" y="13437"/>
                  </a:lnTo>
                  <a:lnTo>
                    <a:pt x="321" y="14119"/>
                  </a:lnTo>
                  <a:lnTo>
                    <a:pt x="221" y="14821"/>
                  </a:lnTo>
                  <a:lnTo>
                    <a:pt x="141" y="15523"/>
                  </a:lnTo>
                  <a:lnTo>
                    <a:pt x="81" y="16205"/>
                  </a:lnTo>
                  <a:lnTo>
                    <a:pt x="41" y="16886"/>
                  </a:lnTo>
                  <a:lnTo>
                    <a:pt x="1" y="17568"/>
                  </a:lnTo>
                  <a:lnTo>
                    <a:pt x="1" y="18250"/>
                  </a:lnTo>
                  <a:lnTo>
                    <a:pt x="21" y="19092"/>
                  </a:lnTo>
                  <a:lnTo>
                    <a:pt x="61" y="19895"/>
                  </a:lnTo>
                  <a:lnTo>
                    <a:pt x="141" y="20697"/>
                  </a:lnTo>
                  <a:lnTo>
                    <a:pt x="241" y="21459"/>
                  </a:lnTo>
                  <a:lnTo>
                    <a:pt x="362" y="22201"/>
                  </a:lnTo>
                  <a:lnTo>
                    <a:pt x="542" y="22923"/>
                  </a:lnTo>
                  <a:lnTo>
                    <a:pt x="723" y="23605"/>
                  </a:lnTo>
                  <a:lnTo>
                    <a:pt x="963" y="24247"/>
                  </a:lnTo>
                  <a:lnTo>
                    <a:pt x="1144" y="24648"/>
                  </a:lnTo>
                  <a:lnTo>
                    <a:pt x="1364" y="25049"/>
                  </a:lnTo>
                  <a:lnTo>
                    <a:pt x="1645" y="25450"/>
                  </a:lnTo>
                  <a:lnTo>
                    <a:pt x="1946" y="25831"/>
                  </a:lnTo>
                  <a:lnTo>
                    <a:pt x="2307" y="26192"/>
                  </a:lnTo>
                  <a:lnTo>
                    <a:pt x="2708" y="26553"/>
                  </a:lnTo>
                  <a:lnTo>
                    <a:pt x="3129" y="26914"/>
                  </a:lnTo>
                  <a:lnTo>
                    <a:pt x="3610" y="27255"/>
                  </a:lnTo>
                  <a:lnTo>
                    <a:pt x="4112" y="27596"/>
                  </a:lnTo>
                  <a:lnTo>
                    <a:pt x="4633" y="27916"/>
                  </a:lnTo>
                  <a:lnTo>
                    <a:pt x="5195" y="28217"/>
                  </a:lnTo>
                  <a:lnTo>
                    <a:pt x="5796" y="28518"/>
                  </a:lnTo>
                  <a:lnTo>
                    <a:pt x="6398" y="28799"/>
                  </a:lnTo>
                  <a:lnTo>
                    <a:pt x="7040" y="29060"/>
                  </a:lnTo>
                  <a:lnTo>
                    <a:pt x="7702" y="29300"/>
                  </a:lnTo>
                  <a:lnTo>
                    <a:pt x="8383" y="29541"/>
                  </a:lnTo>
                  <a:lnTo>
                    <a:pt x="8403" y="29541"/>
                  </a:lnTo>
                  <a:lnTo>
                    <a:pt x="9326" y="29822"/>
                  </a:lnTo>
                  <a:lnTo>
                    <a:pt x="10289" y="30082"/>
                  </a:lnTo>
                  <a:lnTo>
                    <a:pt x="11291" y="30283"/>
                  </a:lnTo>
                  <a:lnTo>
                    <a:pt x="12294" y="30463"/>
                  </a:lnTo>
                  <a:lnTo>
                    <a:pt x="13317" y="30624"/>
                  </a:lnTo>
                  <a:lnTo>
                    <a:pt x="14340" y="30724"/>
                  </a:lnTo>
                  <a:lnTo>
                    <a:pt x="15382" y="30784"/>
                  </a:lnTo>
                  <a:lnTo>
                    <a:pt x="16425" y="30804"/>
                  </a:lnTo>
                  <a:lnTo>
                    <a:pt x="16987" y="30804"/>
                  </a:lnTo>
                  <a:lnTo>
                    <a:pt x="17548" y="30784"/>
                  </a:lnTo>
                  <a:lnTo>
                    <a:pt x="18110" y="30744"/>
                  </a:lnTo>
                  <a:lnTo>
                    <a:pt x="18671" y="30704"/>
                  </a:lnTo>
                  <a:lnTo>
                    <a:pt x="19233" y="30644"/>
                  </a:lnTo>
                  <a:lnTo>
                    <a:pt x="19774" y="30564"/>
                  </a:lnTo>
                  <a:lnTo>
                    <a:pt x="20336" y="30463"/>
                  </a:lnTo>
                  <a:lnTo>
                    <a:pt x="20877" y="30363"/>
                  </a:lnTo>
                  <a:lnTo>
                    <a:pt x="20115" y="30303"/>
                  </a:lnTo>
                  <a:lnTo>
                    <a:pt x="19333" y="30223"/>
                  </a:lnTo>
                  <a:lnTo>
                    <a:pt x="18611" y="30343"/>
                  </a:lnTo>
                  <a:lnTo>
                    <a:pt x="17849" y="30423"/>
                  </a:lnTo>
                  <a:lnTo>
                    <a:pt x="17087" y="30483"/>
                  </a:lnTo>
                  <a:lnTo>
                    <a:pt x="16305" y="30504"/>
                  </a:lnTo>
                  <a:lnTo>
                    <a:pt x="16024" y="30504"/>
                  </a:lnTo>
                  <a:lnTo>
                    <a:pt x="15302" y="30463"/>
                  </a:lnTo>
                  <a:lnTo>
                    <a:pt x="14580" y="30423"/>
                  </a:lnTo>
                  <a:lnTo>
                    <a:pt x="13858" y="30343"/>
                  </a:lnTo>
                  <a:lnTo>
                    <a:pt x="13156" y="30243"/>
                  </a:lnTo>
                  <a:lnTo>
                    <a:pt x="12475" y="30122"/>
                  </a:lnTo>
                  <a:lnTo>
                    <a:pt x="11793" y="29962"/>
                  </a:lnTo>
                  <a:lnTo>
                    <a:pt x="11171" y="29802"/>
                  </a:lnTo>
                  <a:lnTo>
                    <a:pt x="10549" y="29601"/>
                  </a:lnTo>
                  <a:lnTo>
                    <a:pt x="9948" y="29360"/>
                  </a:lnTo>
                  <a:lnTo>
                    <a:pt x="9366" y="29120"/>
                  </a:lnTo>
                  <a:lnTo>
                    <a:pt x="8865" y="28819"/>
                  </a:lnTo>
                  <a:lnTo>
                    <a:pt x="8624" y="28679"/>
                  </a:lnTo>
                  <a:lnTo>
                    <a:pt x="8403" y="28518"/>
                  </a:lnTo>
                  <a:lnTo>
                    <a:pt x="8383" y="28518"/>
                  </a:lnTo>
                  <a:lnTo>
                    <a:pt x="8163" y="28338"/>
                  </a:lnTo>
                  <a:lnTo>
                    <a:pt x="7942" y="28137"/>
                  </a:lnTo>
                  <a:lnTo>
                    <a:pt x="7742" y="27937"/>
                  </a:lnTo>
                  <a:lnTo>
                    <a:pt x="7581" y="27736"/>
                  </a:lnTo>
                  <a:lnTo>
                    <a:pt x="7441" y="27515"/>
                  </a:lnTo>
                  <a:lnTo>
                    <a:pt x="7321" y="27315"/>
                  </a:lnTo>
                  <a:lnTo>
                    <a:pt x="7220" y="27074"/>
                  </a:lnTo>
                  <a:lnTo>
                    <a:pt x="7160" y="26854"/>
                  </a:lnTo>
                  <a:lnTo>
                    <a:pt x="7120" y="26553"/>
                  </a:lnTo>
                  <a:lnTo>
                    <a:pt x="7080" y="26272"/>
                  </a:lnTo>
                  <a:lnTo>
                    <a:pt x="7060" y="25971"/>
                  </a:lnTo>
                  <a:lnTo>
                    <a:pt x="7040" y="25690"/>
                  </a:lnTo>
                  <a:lnTo>
                    <a:pt x="7060" y="25410"/>
                  </a:lnTo>
                  <a:lnTo>
                    <a:pt x="7080" y="25129"/>
                  </a:lnTo>
                  <a:lnTo>
                    <a:pt x="7100" y="24848"/>
                  </a:lnTo>
                  <a:lnTo>
                    <a:pt x="7140" y="24567"/>
                  </a:lnTo>
                  <a:lnTo>
                    <a:pt x="6819" y="24126"/>
                  </a:lnTo>
                  <a:lnTo>
                    <a:pt x="6518" y="23685"/>
                  </a:lnTo>
                  <a:lnTo>
                    <a:pt x="6218" y="23204"/>
                  </a:lnTo>
                  <a:lnTo>
                    <a:pt x="5957" y="22722"/>
                  </a:lnTo>
                  <a:lnTo>
                    <a:pt x="5897" y="22582"/>
                  </a:lnTo>
                  <a:lnTo>
                    <a:pt x="5556" y="22582"/>
                  </a:lnTo>
                  <a:lnTo>
                    <a:pt x="5275" y="22522"/>
                  </a:lnTo>
                  <a:lnTo>
                    <a:pt x="4994" y="22442"/>
                  </a:lnTo>
                  <a:lnTo>
                    <a:pt x="4754" y="22301"/>
                  </a:lnTo>
                  <a:lnTo>
                    <a:pt x="4533" y="22141"/>
                  </a:lnTo>
                  <a:lnTo>
                    <a:pt x="4332" y="21960"/>
                  </a:lnTo>
                  <a:lnTo>
                    <a:pt x="4172" y="21740"/>
                  </a:lnTo>
                  <a:lnTo>
                    <a:pt x="4012" y="21499"/>
                  </a:lnTo>
                  <a:lnTo>
                    <a:pt x="3911" y="21238"/>
                  </a:lnTo>
                  <a:lnTo>
                    <a:pt x="3851" y="21038"/>
                  </a:lnTo>
                  <a:lnTo>
                    <a:pt x="3811" y="20857"/>
                  </a:lnTo>
                  <a:lnTo>
                    <a:pt x="3791" y="20677"/>
                  </a:lnTo>
                  <a:lnTo>
                    <a:pt x="3791" y="20496"/>
                  </a:lnTo>
                  <a:lnTo>
                    <a:pt x="3791" y="20316"/>
                  </a:lnTo>
                  <a:lnTo>
                    <a:pt x="3831" y="20135"/>
                  </a:lnTo>
                  <a:lnTo>
                    <a:pt x="3871" y="19955"/>
                  </a:lnTo>
                  <a:lnTo>
                    <a:pt x="3931" y="19794"/>
                  </a:lnTo>
                  <a:lnTo>
                    <a:pt x="4012" y="19634"/>
                  </a:lnTo>
                  <a:lnTo>
                    <a:pt x="4092" y="19474"/>
                  </a:lnTo>
                  <a:lnTo>
                    <a:pt x="4192" y="19333"/>
                  </a:lnTo>
                  <a:lnTo>
                    <a:pt x="4312" y="19193"/>
                  </a:lnTo>
                  <a:lnTo>
                    <a:pt x="4433" y="19072"/>
                  </a:lnTo>
                  <a:lnTo>
                    <a:pt x="4553" y="18952"/>
                  </a:lnTo>
                  <a:lnTo>
                    <a:pt x="4713" y="18852"/>
                  </a:lnTo>
                  <a:lnTo>
                    <a:pt x="4854" y="18752"/>
                  </a:lnTo>
                  <a:lnTo>
                    <a:pt x="4814" y="18150"/>
                  </a:lnTo>
                  <a:lnTo>
                    <a:pt x="4774" y="17528"/>
                  </a:lnTo>
                  <a:lnTo>
                    <a:pt x="4754" y="16927"/>
                  </a:lnTo>
                  <a:lnTo>
                    <a:pt x="4733" y="16305"/>
                  </a:lnTo>
                  <a:lnTo>
                    <a:pt x="4733" y="15523"/>
                  </a:lnTo>
                  <a:lnTo>
                    <a:pt x="4754" y="14741"/>
                  </a:lnTo>
                  <a:lnTo>
                    <a:pt x="4794" y="13959"/>
                  </a:lnTo>
                  <a:lnTo>
                    <a:pt x="4854" y="13176"/>
                  </a:lnTo>
                  <a:lnTo>
                    <a:pt x="4934" y="12394"/>
                  </a:lnTo>
                  <a:lnTo>
                    <a:pt x="5054" y="11632"/>
                  </a:lnTo>
                  <a:lnTo>
                    <a:pt x="5175" y="10850"/>
                  </a:lnTo>
                  <a:lnTo>
                    <a:pt x="5335" y="10088"/>
                  </a:lnTo>
                  <a:lnTo>
                    <a:pt x="5516" y="9326"/>
                  </a:lnTo>
                  <a:lnTo>
                    <a:pt x="5716" y="8564"/>
                  </a:lnTo>
                  <a:lnTo>
                    <a:pt x="5937" y="7822"/>
                  </a:lnTo>
                  <a:lnTo>
                    <a:pt x="6197" y="7080"/>
                  </a:lnTo>
                  <a:lnTo>
                    <a:pt x="6478" y="6358"/>
                  </a:lnTo>
                  <a:lnTo>
                    <a:pt x="6779" y="5636"/>
                  </a:lnTo>
                  <a:lnTo>
                    <a:pt x="7120" y="4934"/>
                  </a:lnTo>
                  <a:lnTo>
                    <a:pt x="7501" y="4232"/>
                  </a:lnTo>
                  <a:lnTo>
                    <a:pt x="7862" y="3650"/>
                  </a:lnTo>
                  <a:lnTo>
                    <a:pt x="8223" y="3069"/>
                  </a:lnTo>
                  <a:lnTo>
                    <a:pt x="8624" y="2507"/>
                  </a:lnTo>
                  <a:lnTo>
                    <a:pt x="9045" y="1966"/>
                  </a:lnTo>
                  <a:lnTo>
                    <a:pt x="9486" y="1444"/>
                  </a:lnTo>
                  <a:lnTo>
                    <a:pt x="9948" y="943"/>
                  </a:lnTo>
                  <a:lnTo>
                    <a:pt x="10429" y="462"/>
                  </a:lnTo>
                  <a:lnTo>
                    <a:pt x="10910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8" name="Google Shape;5328;p21"/>
            <p:cNvSpPr/>
            <p:nvPr/>
          </p:nvSpPr>
          <p:spPr>
            <a:xfrm>
              <a:off x="11033225" y="3274125"/>
              <a:ext cx="521950" cy="770125"/>
            </a:xfrm>
            <a:custGeom>
              <a:avLst/>
              <a:gdLst/>
              <a:ahLst/>
              <a:cxnLst/>
              <a:rect l="l" t="t" r="r" b="b"/>
              <a:pathLst>
                <a:path w="20878" h="30805" fill="none" extrusionOk="0">
                  <a:moveTo>
                    <a:pt x="10910" y="1"/>
                  </a:moveTo>
                  <a:lnTo>
                    <a:pt x="10910" y="1"/>
                  </a:lnTo>
                  <a:lnTo>
                    <a:pt x="10088" y="221"/>
                  </a:lnTo>
                  <a:lnTo>
                    <a:pt x="9286" y="482"/>
                  </a:lnTo>
                  <a:lnTo>
                    <a:pt x="8905" y="622"/>
                  </a:lnTo>
                  <a:lnTo>
                    <a:pt x="8524" y="783"/>
                  </a:lnTo>
                  <a:lnTo>
                    <a:pt x="8143" y="963"/>
                  </a:lnTo>
                  <a:lnTo>
                    <a:pt x="7782" y="1144"/>
                  </a:lnTo>
                  <a:lnTo>
                    <a:pt x="7421" y="1324"/>
                  </a:lnTo>
                  <a:lnTo>
                    <a:pt x="7080" y="1525"/>
                  </a:lnTo>
                  <a:lnTo>
                    <a:pt x="6739" y="1725"/>
                  </a:lnTo>
                  <a:lnTo>
                    <a:pt x="6418" y="1946"/>
                  </a:lnTo>
                  <a:lnTo>
                    <a:pt x="6097" y="2186"/>
                  </a:lnTo>
                  <a:lnTo>
                    <a:pt x="5796" y="2427"/>
                  </a:lnTo>
                  <a:lnTo>
                    <a:pt x="5516" y="2668"/>
                  </a:lnTo>
                  <a:lnTo>
                    <a:pt x="5235" y="2929"/>
                  </a:lnTo>
                  <a:lnTo>
                    <a:pt x="5235" y="2929"/>
                  </a:lnTo>
                  <a:lnTo>
                    <a:pt x="4814" y="3350"/>
                  </a:lnTo>
                  <a:lnTo>
                    <a:pt x="4413" y="3811"/>
                  </a:lnTo>
                  <a:lnTo>
                    <a:pt x="4032" y="4292"/>
                  </a:lnTo>
                  <a:lnTo>
                    <a:pt x="3671" y="4814"/>
                  </a:lnTo>
                  <a:lnTo>
                    <a:pt x="3330" y="5355"/>
                  </a:lnTo>
                  <a:lnTo>
                    <a:pt x="2989" y="5937"/>
                  </a:lnTo>
                  <a:lnTo>
                    <a:pt x="2668" y="6538"/>
                  </a:lnTo>
                  <a:lnTo>
                    <a:pt x="2367" y="7160"/>
                  </a:lnTo>
                  <a:lnTo>
                    <a:pt x="2367" y="7160"/>
                  </a:lnTo>
                  <a:lnTo>
                    <a:pt x="2227" y="7501"/>
                  </a:lnTo>
                  <a:lnTo>
                    <a:pt x="2227" y="7501"/>
                  </a:lnTo>
                  <a:lnTo>
                    <a:pt x="1966" y="8103"/>
                  </a:lnTo>
                  <a:lnTo>
                    <a:pt x="1705" y="8744"/>
                  </a:lnTo>
                  <a:lnTo>
                    <a:pt x="1485" y="9386"/>
                  </a:lnTo>
                  <a:lnTo>
                    <a:pt x="1264" y="10028"/>
                  </a:lnTo>
                  <a:lnTo>
                    <a:pt x="1064" y="10690"/>
                  </a:lnTo>
                  <a:lnTo>
                    <a:pt x="883" y="11371"/>
                  </a:lnTo>
                  <a:lnTo>
                    <a:pt x="723" y="12053"/>
                  </a:lnTo>
                  <a:lnTo>
                    <a:pt x="562" y="12735"/>
                  </a:lnTo>
                  <a:lnTo>
                    <a:pt x="442" y="13437"/>
                  </a:lnTo>
                  <a:lnTo>
                    <a:pt x="321" y="14119"/>
                  </a:lnTo>
                  <a:lnTo>
                    <a:pt x="221" y="14821"/>
                  </a:lnTo>
                  <a:lnTo>
                    <a:pt x="141" y="15523"/>
                  </a:lnTo>
                  <a:lnTo>
                    <a:pt x="81" y="16205"/>
                  </a:lnTo>
                  <a:lnTo>
                    <a:pt x="41" y="16886"/>
                  </a:lnTo>
                  <a:lnTo>
                    <a:pt x="1" y="17568"/>
                  </a:lnTo>
                  <a:lnTo>
                    <a:pt x="1" y="18250"/>
                  </a:lnTo>
                  <a:lnTo>
                    <a:pt x="1" y="18250"/>
                  </a:lnTo>
                  <a:lnTo>
                    <a:pt x="21" y="19092"/>
                  </a:lnTo>
                  <a:lnTo>
                    <a:pt x="61" y="19895"/>
                  </a:lnTo>
                  <a:lnTo>
                    <a:pt x="141" y="20697"/>
                  </a:lnTo>
                  <a:lnTo>
                    <a:pt x="241" y="21459"/>
                  </a:lnTo>
                  <a:lnTo>
                    <a:pt x="362" y="22201"/>
                  </a:lnTo>
                  <a:lnTo>
                    <a:pt x="542" y="22923"/>
                  </a:lnTo>
                  <a:lnTo>
                    <a:pt x="723" y="23605"/>
                  </a:lnTo>
                  <a:lnTo>
                    <a:pt x="963" y="24247"/>
                  </a:lnTo>
                  <a:lnTo>
                    <a:pt x="963" y="24247"/>
                  </a:lnTo>
                  <a:lnTo>
                    <a:pt x="1144" y="24648"/>
                  </a:lnTo>
                  <a:lnTo>
                    <a:pt x="1364" y="25049"/>
                  </a:lnTo>
                  <a:lnTo>
                    <a:pt x="1645" y="25450"/>
                  </a:lnTo>
                  <a:lnTo>
                    <a:pt x="1946" y="25831"/>
                  </a:lnTo>
                  <a:lnTo>
                    <a:pt x="2307" y="26192"/>
                  </a:lnTo>
                  <a:lnTo>
                    <a:pt x="2708" y="26553"/>
                  </a:lnTo>
                  <a:lnTo>
                    <a:pt x="3129" y="26914"/>
                  </a:lnTo>
                  <a:lnTo>
                    <a:pt x="3610" y="27255"/>
                  </a:lnTo>
                  <a:lnTo>
                    <a:pt x="4112" y="27596"/>
                  </a:lnTo>
                  <a:lnTo>
                    <a:pt x="4633" y="27916"/>
                  </a:lnTo>
                  <a:lnTo>
                    <a:pt x="5195" y="28217"/>
                  </a:lnTo>
                  <a:lnTo>
                    <a:pt x="5796" y="28518"/>
                  </a:lnTo>
                  <a:lnTo>
                    <a:pt x="6398" y="28799"/>
                  </a:lnTo>
                  <a:lnTo>
                    <a:pt x="7040" y="29060"/>
                  </a:lnTo>
                  <a:lnTo>
                    <a:pt x="7702" y="29300"/>
                  </a:lnTo>
                  <a:lnTo>
                    <a:pt x="8383" y="29541"/>
                  </a:lnTo>
                  <a:lnTo>
                    <a:pt x="8403" y="29541"/>
                  </a:lnTo>
                  <a:lnTo>
                    <a:pt x="8403" y="29541"/>
                  </a:lnTo>
                  <a:lnTo>
                    <a:pt x="9326" y="29822"/>
                  </a:lnTo>
                  <a:lnTo>
                    <a:pt x="10289" y="30082"/>
                  </a:lnTo>
                  <a:lnTo>
                    <a:pt x="11291" y="30283"/>
                  </a:lnTo>
                  <a:lnTo>
                    <a:pt x="12294" y="30463"/>
                  </a:lnTo>
                  <a:lnTo>
                    <a:pt x="13317" y="30624"/>
                  </a:lnTo>
                  <a:lnTo>
                    <a:pt x="14340" y="30724"/>
                  </a:lnTo>
                  <a:lnTo>
                    <a:pt x="15382" y="30784"/>
                  </a:lnTo>
                  <a:lnTo>
                    <a:pt x="16425" y="30804"/>
                  </a:lnTo>
                  <a:lnTo>
                    <a:pt x="16425" y="30804"/>
                  </a:lnTo>
                  <a:lnTo>
                    <a:pt x="16987" y="30804"/>
                  </a:lnTo>
                  <a:lnTo>
                    <a:pt x="17548" y="30784"/>
                  </a:lnTo>
                  <a:lnTo>
                    <a:pt x="18110" y="30744"/>
                  </a:lnTo>
                  <a:lnTo>
                    <a:pt x="18671" y="30704"/>
                  </a:lnTo>
                  <a:lnTo>
                    <a:pt x="19233" y="30644"/>
                  </a:lnTo>
                  <a:lnTo>
                    <a:pt x="19774" y="30564"/>
                  </a:lnTo>
                  <a:lnTo>
                    <a:pt x="20336" y="30463"/>
                  </a:lnTo>
                  <a:lnTo>
                    <a:pt x="20877" y="30363"/>
                  </a:lnTo>
                  <a:lnTo>
                    <a:pt x="20877" y="30363"/>
                  </a:lnTo>
                  <a:lnTo>
                    <a:pt x="20115" y="30303"/>
                  </a:lnTo>
                  <a:lnTo>
                    <a:pt x="19333" y="30223"/>
                  </a:lnTo>
                  <a:lnTo>
                    <a:pt x="19333" y="30223"/>
                  </a:lnTo>
                  <a:lnTo>
                    <a:pt x="18611" y="30343"/>
                  </a:lnTo>
                  <a:lnTo>
                    <a:pt x="17849" y="30423"/>
                  </a:lnTo>
                  <a:lnTo>
                    <a:pt x="17087" y="30483"/>
                  </a:lnTo>
                  <a:lnTo>
                    <a:pt x="16305" y="30504"/>
                  </a:lnTo>
                  <a:lnTo>
                    <a:pt x="16305" y="30504"/>
                  </a:lnTo>
                  <a:lnTo>
                    <a:pt x="16024" y="30504"/>
                  </a:lnTo>
                  <a:lnTo>
                    <a:pt x="16024" y="30504"/>
                  </a:lnTo>
                  <a:lnTo>
                    <a:pt x="15302" y="30463"/>
                  </a:lnTo>
                  <a:lnTo>
                    <a:pt x="14580" y="30423"/>
                  </a:lnTo>
                  <a:lnTo>
                    <a:pt x="13858" y="30343"/>
                  </a:lnTo>
                  <a:lnTo>
                    <a:pt x="13156" y="30243"/>
                  </a:lnTo>
                  <a:lnTo>
                    <a:pt x="12475" y="30122"/>
                  </a:lnTo>
                  <a:lnTo>
                    <a:pt x="11793" y="29962"/>
                  </a:lnTo>
                  <a:lnTo>
                    <a:pt x="11171" y="29802"/>
                  </a:lnTo>
                  <a:lnTo>
                    <a:pt x="10549" y="29601"/>
                  </a:lnTo>
                  <a:lnTo>
                    <a:pt x="10549" y="29601"/>
                  </a:lnTo>
                  <a:lnTo>
                    <a:pt x="9948" y="29360"/>
                  </a:lnTo>
                  <a:lnTo>
                    <a:pt x="9366" y="29120"/>
                  </a:lnTo>
                  <a:lnTo>
                    <a:pt x="8865" y="28819"/>
                  </a:lnTo>
                  <a:lnTo>
                    <a:pt x="8624" y="28679"/>
                  </a:lnTo>
                  <a:lnTo>
                    <a:pt x="8403" y="28518"/>
                  </a:lnTo>
                  <a:lnTo>
                    <a:pt x="8383" y="28518"/>
                  </a:lnTo>
                  <a:lnTo>
                    <a:pt x="8383" y="28518"/>
                  </a:lnTo>
                  <a:lnTo>
                    <a:pt x="8163" y="28338"/>
                  </a:lnTo>
                  <a:lnTo>
                    <a:pt x="7942" y="28137"/>
                  </a:lnTo>
                  <a:lnTo>
                    <a:pt x="7742" y="27937"/>
                  </a:lnTo>
                  <a:lnTo>
                    <a:pt x="7581" y="27736"/>
                  </a:lnTo>
                  <a:lnTo>
                    <a:pt x="7441" y="27515"/>
                  </a:lnTo>
                  <a:lnTo>
                    <a:pt x="7321" y="27315"/>
                  </a:lnTo>
                  <a:lnTo>
                    <a:pt x="7220" y="27074"/>
                  </a:lnTo>
                  <a:lnTo>
                    <a:pt x="7160" y="26854"/>
                  </a:lnTo>
                  <a:lnTo>
                    <a:pt x="7160" y="26854"/>
                  </a:lnTo>
                  <a:lnTo>
                    <a:pt x="7120" y="26553"/>
                  </a:lnTo>
                  <a:lnTo>
                    <a:pt x="7080" y="26272"/>
                  </a:lnTo>
                  <a:lnTo>
                    <a:pt x="7060" y="25971"/>
                  </a:lnTo>
                  <a:lnTo>
                    <a:pt x="7040" y="25690"/>
                  </a:lnTo>
                  <a:lnTo>
                    <a:pt x="7040" y="25690"/>
                  </a:lnTo>
                  <a:lnTo>
                    <a:pt x="7060" y="25410"/>
                  </a:lnTo>
                  <a:lnTo>
                    <a:pt x="7080" y="25129"/>
                  </a:lnTo>
                  <a:lnTo>
                    <a:pt x="7100" y="24848"/>
                  </a:lnTo>
                  <a:lnTo>
                    <a:pt x="7140" y="24567"/>
                  </a:lnTo>
                  <a:lnTo>
                    <a:pt x="7140" y="24567"/>
                  </a:lnTo>
                  <a:lnTo>
                    <a:pt x="6819" y="24126"/>
                  </a:lnTo>
                  <a:lnTo>
                    <a:pt x="6518" y="23685"/>
                  </a:lnTo>
                  <a:lnTo>
                    <a:pt x="6218" y="23204"/>
                  </a:lnTo>
                  <a:lnTo>
                    <a:pt x="5957" y="22722"/>
                  </a:lnTo>
                  <a:lnTo>
                    <a:pt x="5957" y="22722"/>
                  </a:lnTo>
                  <a:lnTo>
                    <a:pt x="5897" y="22582"/>
                  </a:lnTo>
                  <a:lnTo>
                    <a:pt x="5897" y="22582"/>
                  </a:lnTo>
                  <a:lnTo>
                    <a:pt x="5776" y="22582"/>
                  </a:lnTo>
                  <a:lnTo>
                    <a:pt x="5776" y="22582"/>
                  </a:lnTo>
                  <a:lnTo>
                    <a:pt x="5556" y="22582"/>
                  </a:lnTo>
                  <a:lnTo>
                    <a:pt x="5556" y="22582"/>
                  </a:lnTo>
                  <a:lnTo>
                    <a:pt x="5275" y="22522"/>
                  </a:lnTo>
                  <a:lnTo>
                    <a:pt x="4994" y="22442"/>
                  </a:lnTo>
                  <a:lnTo>
                    <a:pt x="4754" y="22301"/>
                  </a:lnTo>
                  <a:lnTo>
                    <a:pt x="4533" y="22141"/>
                  </a:lnTo>
                  <a:lnTo>
                    <a:pt x="4332" y="21960"/>
                  </a:lnTo>
                  <a:lnTo>
                    <a:pt x="4172" y="21740"/>
                  </a:lnTo>
                  <a:lnTo>
                    <a:pt x="4012" y="21499"/>
                  </a:lnTo>
                  <a:lnTo>
                    <a:pt x="3911" y="21238"/>
                  </a:lnTo>
                  <a:lnTo>
                    <a:pt x="3911" y="21238"/>
                  </a:lnTo>
                  <a:lnTo>
                    <a:pt x="3851" y="21038"/>
                  </a:lnTo>
                  <a:lnTo>
                    <a:pt x="3811" y="20857"/>
                  </a:lnTo>
                  <a:lnTo>
                    <a:pt x="3791" y="20677"/>
                  </a:lnTo>
                  <a:lnTo>
                    <a:pt x="3791" y="20496"/>
                  </a:lnTo>
                  <a:lnTo>
                    <a:pt x="3791" y="20316"/>
                  </a:lnTo>
                  <a:lnTo>
                    <a:pt x="3831" y="20135"/>
                  </a:lnTo>
                  <a:lnTo>
                    <a:pt x="3871" y="19955"/>
                  </a:lnTo>
                  <a:lnTo>
                    <a:pt x="3931" y="19794"/>
                  </a:lnTo>
                  <a:lnTo>
                    <a:pt x="4012" y="19634"/>
                  </a:lnTo>
                  <a:lnTo>
                    <a:pt x="4092" y="19474"/>
                  </a:lnTo>
                  <a:lnTo>
                    <a:pt x="4192" y="19333"/>
                  </a:lnTo>
                  <a:lnTo>
                    <a:pt x="4312" y="19193"/>
                  </a:lnTo>
                  <a:lnTo>
                    <a:pt x="4433" y="19072"/>
                  </a:lnTo>
                  <a:lnTo>
                    <a:pt x="4553" y="18952"/>
                  </a:lnTo>
                  <a:lnTo>
                    <a:pt x="4713" y="18852"/>
                  </a:lnTo>
                  <a:lnTo>
                    <a:pt x="4854" y="18752"/>
                  </a:lnTo>
                  <a:lnTo>
                    <a:pt x="4854" y="18752"/>
                  </a:lnTo>
                  <a:lnTo>
                    <a:pt x="4814" y="18150"/>
                  </a:lnTo>
                  <a:lnTo>
                    <a:pt x="4774" y="17528"/>
                  </a:lnTo>
                  <a:lnTo>
                    <a:pt x="4754" y="16927"/>
                  </a:lnTo>
                  <a:lnTo>
                    <a:pt x="4733" y="16305"/>
                  </a:lnTo>
                  <a:lnTo>
                    <a:pt x="4733" y="16305"/>
                  </a:lnTo>
                  <a:lnTo>
                    <a:pt x="4733" y="15523"/>
                  </a:lnTo>
                  <a:lnTo>
                    <a:pt x="4754" y="14741"/>
                  </a:lnTo>
                  <a:lnTo>
                    <a:pt x="4794" y="13959"/>
                  </a:lnTo>
                  <a:lnTo>
                    <a:pt x="4854" y="13176"/>
                  </a:lnTo>
                  <a:lnTo>
                    <a:pt x="4934" y="12394"/>
                  </a:lnTo>
                  <a:lnTo>
                    <a:pt x="5054" y="11632"/>
                  </a:lnTo>
                  <a:lnTo>
                    <a:pt x="5175" y="10850"/>
                  </a:lnTo>
                  <a:lnTo>
                    <a:pt x="5335" y="10088"/>
                  </a:lnTo>
                  <a:lnTo>
                    <a:pt x="5516" y="9326"/>
                  </a:lnTo>
                  <a:lnTo>
                    <a:pt x="5716" y="8564"/>
                  </a:lnTo>
                  <a:lnTo>
                    <a:pt x="5937" y="7822"/>
                  </a:lnTo>
                  <a:lnTo>
                    <a:pt x="6197" y="7080"/>
                  </a:lnTo>
                  <a:lnTo>
                    <a:pt x="6478" y="6358"/>
                  </a:lnTo>
                  <a:lnTo>
                    <a:pt x="6779" y="5636"/>
                  </a:lnTo>
                  <a:lnTo>
                    <a:pt x="7120" y="4934"/>
                  </a:lnTo>
                  <a:lnTo>
                    <a:pt x="7501" y="4232"/>
                  </a:lnTo>
                  <a:lnTo>
                    <a:pt x="7501" y="4232"/>
                  </a:lnTo>
                  <a:lnTo>
                    <a:pt x="7862" y="3650"/>
                  </a:lnTo>
                  <a:lnTo>
                    <a:pt x="8223" y="3069"/>
                  </a:lnTo>
                  <a:lnTo>
                    <a:pt x="8624" y="2507"/>
                  </a:lnTo>
                  <a:lnTo>
                    <a:pt x="9045" y="1966"/>
                  </a:lnTo>
                  <a:lnTo>
                    <a:pt x="9486" y="1444"/>
                  </a:lnTo>
                  <a:lnTo>
                    <a:pt x="9948" y="943"/>
                  </a:lnTo>
                  <a:lnTo>
                    <a:pt x="10429" y="462"/>
                  </a:lnTo>
                  <a:lnTo>
                    <a:pt x="1091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9" name="Google Shape;5329;p21"/>
            <p:cNvSpPr/>
            <p:nvPr/>
          </p:nvSpPr>
          <p:spPr>
            <a:xfrm>
              <a:off x="11396725" y="3266600"/>
              <a:ext cx="58175" cy="439225"/>
            </a:xfrm>
            <a:custGeom>
              <a:avLst/>
              <a:gdLst/>
              <a:ahLst/>
              <a:cxnLst/>
              <a:rect l="l" t="t" r="r" b="b"/>
              <a:pathLst>
                <a:path w="2327" h="17569" extrusionOk="0">
                  <a:moveTo>
                    <a:pt x="1083" y="1"/>
                  </a:moveTo>
                  <a:lnTo>
                    <a:pt x="1063" y="21"/>
                  </a:lnTo>
                  <a:lnTo>
                    <a:pt x="1023" y="61"/>
                  </a:lnTo>
                  <a:lnTo>
                    <a:pt x="1023" y="121"/>
                  </a:lnTo>
                  <a:lnTo>
                    <a:pt x="963" y="1465"/>
                  </a:lnTo>
                  <a:lnTo>
                    <a:pt x="943" y="2808"/>
                  </a:lnTo>
                  <a:lnTo>
                    <a:pt x="903" y="5496"/>
                  </a:lnTo>
                  <a:lnTo>
                    <a:pt x="522" y="5616"/>
                  </a:lnTo>
                  <a:lnTo>
                    <a:pt x="140" y="5736"/>
                  </a:lnTo>
                  <a:lnTo>
                    <a:pt x="100" y="5756"/>
                  </a:lnTo>
                  <a:lnTo>
                    <a:pt x="100" y="5796"/>
                  </a:lnTo>
                  <a:lnTo>
                    <a:pt x="120" y="5837"/>
                  </a:lnTo>
                  <a:lnTo>
                    <a:pt x="161" y="5857"/>
                  </a:lnTo>
                  <a:lnTo>
                    <a:pt x="542" y="5796"/>
                  </a:lnTo>
                  <a:lnTo>
                    <a:pt x="903" y="5776"/>
                  </a:lnTo>
                  <a:lnTo>
                    <a:pt x="903" y="6418"/>
                  </a:lnTo>
                  <a:lnTo>
                    <a:pt x="481" y="6478"/>
                  </a:lnTo>
                  <a:lnTo>
                    <a:pt x="80" y="6539"/>
                  </a:lnTo>
                  <a:lnTo>
                    <a:pt x="40" y="6539"/>
                  </a:lnTo>
                  <a:lnTo>
                    <a:pt x="20" y="6579"/>
                  </a:lnTo>
                  <a:lnTo>
                    <a:pt x="0" y="6619"/>
                  </a:lnTo>
                  <a:lnTo>
                    <a:pt x="0" y="6659"/>
                  </a:lnTo>
                  <a:lnTo>
                    <a:pt x="20" y="6699"/>
                  </a:lnTo>
                  <a:lnTo>
                    <a:pt x="40" y="6719"/>
                  </a:lnTo>
                  <a:lnTo>
                    <a:pt x="60" y="6739"/>
                  </a:lnTo>
                  <a:lnTo>
                    <a:pt x="100" y="6759"/>
                  </a:lnTo>
                  <a:lnTo>
                    <a:pt x="562" y="6759"/>
                  </a:lnTo>
                  <a:lnTo>
                    <a:pt x="903" y="6799"/>
                  </a:lnTo>
                  <a:lnTo>
                    <a:pt x="923" y="11993"/>
                  </a:lnTo>
                  <a:lnTo>
                    <a:pt x="221" y="11833"/>
                  </a:lnTo>
                  <a:lnTo>
                    <a:pt x="201" y="11813"/>
                  </a:lnTo>
                  <a:lnTo>
                    <a:pt x="140" y="11833"/>
                  </a:lnTo>
                  <a:lnTo>
                    <a:pt x="120" y="11873"/>
                  </a:lnTo>
                  <a:lnTo>
                    <a:pt x="100" y="11933"/>
                  </a:lnTo>
                  <a:lnTo>
                    <a:pt x="140" y="11973"/>
                  </a:lnTo>
                  <a:lnTo>
                    <a:pt x="501" y="12174"/>
                  </a:lnTo>
                  <a:lnTo>
                    <a:pt x="923" y="12334"/>
                  </a:lnTo>
                  <a:lnTo>
                    <a:pt x="903" y="13357"/>
                  </a:lnTo>
                  <a:lnTo>
                    <a:pt x="441" y="13598"/>
                  </a:lnTo>
                  <a:lnTo>
                    <a:pt x="421" y="13618"/>
                  </a:lnTo>
                  <a:lnTo>
                    <a:pt x="401" y="13638"/>
                  </a:lnTo>
                  <a:lnTo>
                    <a:pt x="401" y="13698"/>
                  </a:lnTo>
                  <a:lnTo>
                    <a:pt x="441" y="13738"/>
                  </a:lnTo>
                  <a:lnTo>
                    <a:pt x="481" y="13758"/>
                  </a:lnTo>
                  <a:lnTo>
                    <a:pt x="522" y="13738"/>
                  </a:lnTo>
                  <a:lnTo>
                    <a:pt x="903" y="13618"/>
                  </a:lnTo>
                  <a:lnTo>
                    <a:pt x="903" y="14059"/>
                  </a:lnTo>
                  <a:lnTo>
                    <a:pt x="842" y="17569"/>
                  </a:lnTo>
                  <a:lnTo>
                    <a:pt x="1404" y="17569"/>
                  </a:lnTo>
                  <a:lnTo>
                    <a:pt x="1464" y="14079"/>
                  </a:lnTo>
                  <a:lnTo>
                    <a:pt x="1464" y="13437"/>
                  </a:lnTo>
                  <a:lnTo>
                    <a:pt x="2066" y="13277"/>
                  </a:lnTo>
                  <a:lnTo>
                    <a:pt x="2106" y="13237"/>
                  </a:lnTo>
                  <a:lnTo>
                    <a:pt x="2146" y="13197"/>
                  </a:lnTo>
                  <a:lnTo>
                    <a:pt x="2166" y="13157"/>
                  </a:lnTo>
                  <a:lnTo>
                    <a:pt x="2166" y="13096"/>
                  </a:lnTo>
                  <a:lnTo>
                    <a:pt x="2146" y="13056"/>
                  </a:lnTo>
                  <a:lnTo>
                    <a:pt x="2126" y="13016"/>
                  </a:lnTo>
                  <a:lnTo>
                    <a:pt x="2086" y="12976"/>
                  </a:lnTo>
                  <a:lnTo>
                    <a:pt x="1986" y="12976"/>
                  </a:lnTo>
                  <a:lnTo>
                    <a:pt x="1725" y="13036"/>
                  </a:lnTo>
                  <a:lnTo>
                    <a:pt x="1484" y="13136"/>
                  </a:lnTo>
                  <a:lnTo>
                    <a:pt x="1484" y="12495"/>
                  </a:lnTo>
                  <a:lnTo>
                    <a:pt x="1705" y="12535"/>
                  </a:lnTo>
                  <a:lnTo>
                    <a:pt x="2086" y="12535"/>
                  </a:lnTo>
                  <a:lnTo>
                    <a:pt x="2226" y="12515"/>
                  </a:lnTo>
                  <a:lnTo>
                    <a:pt x="2266" y="12515"/>
                  </a:lnTo>
                  <a:lnTo>
                    <a:pt x="2306" y="12475"/>
                  </a:lnTo>
                  <a:lnTo>
                    <a:pt x="2306" y="12455"/>
                  </a:lnTo>
                  <a:lnTo>
                    <a:pt x="2326" y="12415"/>
                  </a:lnTo>
                  <a:lnTo>
                    <a:pt x="2306" y="12334"/>
                  </a:lnTo>
                  <a:lnTo>
                    <a:pt x="2266" y="12314"/>
                  </a:lnTo>
                  <a:lnTo>
                    <a:pt x="2246" y="12294"/>
                  </a:lnTo>
                  <a:lnTo>
                    <a:pt x="2066" y="12234"/>
                  </a:lnTo>
                  <a:lnTo>
                    <a:pt x="1865" y="12194"/>
                  </a:lnTo>
                  <a:lnTo>
                    <a:pt x="1484" y="12134"/>
                  </a:lnTo>
                  <a:lnTo>
                    <a:pt x="1524" y="9487"/>
                  </a:lnTo>
                  <a:lnTo>
                    <a:pt x="1524" y="6819"/>
                  </a:lnTo>
                  <a:lnTo>
                    <a:pt x="2066" y="6819"/>
                  </a:lnTo>
                  <a:lnTo>
                    <a:pt x="2126" y="6799"/>
                  </a:lnTo>
                  <a:lnTo>
                    <a:pt x="2146" y="6759"/>
                  </a:lnTo>
                  <a:lnTo>
                    <a:pt x="2166" y="6719"/>
                  </a:lnTo>
                  <a:lnTo>
                    <a:pt x="2186" y="6679"/>
                  </a:lnTo>
                  <a:lnTo>
                    <a:pt x="2166" y="6619"/>
                  </a:lnTo>
                  <a:lnTo>
                    <a:pt x="2146" y="6579"/>
                  </a:lnTo>
                  <a:lnTo>
                    <a:pt x="2126" y="6539"/>
                  </a:lnTo>
                  <a:lnTo>
                    <a:pt x="2086" y="6518"/>
                  </a:lnTo>
                  <a:lnTo>
                    <a:pt x="1805" y="6458"/>
                  </a:lnTo>
                  <a:lnTo>
                    <a:pt x="1524" y="6418"/>
                  </a:lnTo>
                  <a:lnTo>
                    <a:pt x="1524" y="5716"/>
                  </a:lnTo>
                  <a:lnTo>
                    <a:pt x="1765" y="5676"/>
                  </a:lnTo>
                  <a:lnTo>
                    <a:pt x="2006" y="5616"/>
                  </a:lnTo>
                  <a:lnTo>
                    <a:pt x="2066" y="5596"/>
                  </a:lnTo>
                  <a:lnTo>
                    <a:pt x="2086" y="5556"/>
                  </a:lnTo>
                  <a:lnTo>
                    <a:pt x="2106" y="5516"/>
                  </a:lnTo>
                  <a:lnTo>
                    <a:pt x="2106" y="5476"/>
                  </a:lnTo>
                  <a:lnTo>
                    <a:pt x="2086" y="5436"/>
                  </a:lnTo>
                  <a:lnTo>
                    <a:pt x="2066" y="5395"/>
                  </a:lnTo>
                  <a:lnTo>
                    <a:pt x="2026" y="5375"/>
                  </a:lnTo>
                  <a:lnTo>
                    <a:pt x="1986" y="5355"/>
                  </a:lnTo>
                  <a:lnTo>
                    <a:pt x="1765" y="5355"/>
                  </a:lnTo>
                  <a:lnTo>
                    <a:pt x="1504" y="5375"/>
                  </a:lnTo>
                  <a:lnTo>
                    <a:pt x="1484" y="4052"/>
                  </a:lnTo>
                  <a:lnTo>
                    <a:pt x="1424" y="2748"/>
                  </a:lnTo>
                  <a:lnTo>
                    <a:pt x="1364" y="1425"/>
                  </a:lnTo>
                  <a:lnTo>
                    <a:pt x="1264" y="121"/>
                  </a:lnTo>
                  <a:lnTo>
                    <a:pt x="1264" y="61"/>
                  </a:lnTo>
                  <a:lnTo>
                    <a:pt x="1223" y="21"/>
                  </a:lnTo>
                  <a:lnTo>
                    <a:pt x="1183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0" name="Google Shape;5330;p21"/>
            <p:cNvSpPr/>
            <p:nvPr/>
          </p:nvSpPr>
          <p:spPr>
            <a:xfrm>
              <a:off x="11431300" y="38637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1" name="Google Shape;5331;p21"/>
            <p:cNvSpPr/>
            <p:nvPr/>
          </p:nvSpPr>
          <p:spPr>
            <a:xfrm>
              <a:off x="11431300" y="38637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2" name="Google Shape;5332;p21"/>
            <p:cNvSpPr/>
            <p:nvPr/>
          </p:nvSpPr>
          <p:spPr>
            <a:xfrm>
              <a:off x="11209200" y="3705800"/>
              <a:ext cx="427700" cy="330925"/>
            </a:xfrm>
            <a:custGeom>
              <a:avLst/>
              <a:gdLst/>
              <a:ahLst/>
              <a:cxnLst/>
              <a:rect l="l" t="t" r="r" b="b"/>
              <a:pathLst>
                <a:path w="17108" h="13237" extrusionOk="0">
                  <a:moveTo>
                    <a:pt x="8323" y="1"/>
                  </a:moveTo>
                  <a:lnTo>
                    <a:pt x="7882" y="41"/>
                  </a:lnTo>
                  <a:lnTo>
                    <a:pt x="7421" y="101"/>
                  </a:lnTo>
                  <a:lnTo>
                    <a:pt x="7060" y="161"/>
                  </a:lnTo>
                  <a:lnTo>
                    <a:pt x="6699" y="241"/>
                  </a:lnTo>
                  <a:lnTo>
                    <a:pt x="6338" y="321"/>
                  </a:lnTo>
                  <a:lnTo>
                    <a:pt x="5977" y="442"/>
                  </a:lnTo>
                  <a:lnTo>
                    <a:pt x="5616" y="562"/>
                  </a:lnTo>
                  <a:lnTo>
                    <a:pt x="5255" y="722"/>
                  </a:lnTo>
                  <a:lnTo>
                    <a:pt x="4894" y="883"/>
                  </a:lnTo>
                  <a:lnTo>
                    <a:pt x="4533" y="1063"/>
                  </a:lnTo>
                  <a:lnTo>
                    <a:pt x="4252" y="1224"/>
                  </a:lnTo>
                  <a:lnTo>
                    <a:pt x="3972" y="1424"/>
                  </a:lnTo>
                  <a:lnTo>
                    <a:pt x="3671" y="1645"/>
                  </a:lnTo>
                  <a:lnTo>
                    <a:pt x="3370" y="1886"/>
                  </a:lnTo>
                  <a:lnTo>
                    <a:pt x="3069" y="2166"/>
                  </a:lnTo>
                  <a:lnTo>
                    <a:pt x="2748" y="2467"/>
                  </a:lnTo>
                  <a:lnTo>
                    <a:pt x="2447" y="2788"/>
                  </a:lnTo>
                  <a:lnTo>
                    <a:pt x="2147" y="3129"/>
                  </a:lnTo>
                  <a:lnTo>
                    <a:pt x="1866" y="3510"/>
                  </a:lnTo>
                  <a:lnTo>
                    <a:pt x="1585" y="3891"/>
                  </a:lnTo>
                  <a:lnTo>
                    <a:pt x="1324" y="4292"/>
                  </a:lnTo>
                  <a:lnTo>
                    <a:pt x="1064" y="4713"/>
                  </a:lnTo>
                  <a:lnTo>
                    <a:pt x="843" y="5134"/>
                  </a:lnTo>
                  <a:lnTo>
                    <a:pt x="642" y="5576"/>
                  </a:lnTo>
                  <a:lnTo>
                    <a:pt x="462" y="6037"/>
                  </a:lnTo>
                  <a:lnTo>
                    <a:pt x="302" y="6518"/>
                  </a:lnTo>
                  <a:lnTo>
                    <a:pt x="201" y="6879"/>
                  </a:lnTo>
                  <a:lnTo>
                    <a:pt x="121" y="7260"/>
                  </a:lnTo>
                  <a:lnTo>
                    <a:pt x="61" y="7641"/>
                  </a:lnTo>
                  <a:lnTo>
                    <a:pt x="21" y="8022"/>
                  </a:lnTo>
                  <a:lnTo>
                    <a:pt x="1" y="8403"/>
                  </a:lnTo>
                  <a:lnTo>
                    <a:pt x="21" y="8804"/>
                  </a:lnTo>
                  <a:lnTo>
                    <a:pt x="61" y="9186"/>
                  </a:lnTo>
                  <a:lnTo>
                    <a:pt x="121" y="9587"/>
                  </a:lnTo>
                  <a:lnTo>
                    <a:pt x="181" y="9807"/>
                  </a:lnTo>
                  <a:lnTo>
                    <a:pt x="282" y="10048"/>
                  </a:lnTo>
                  <a:lnTo>
                    <a:pt x="402" y="10248"/>
                  </a:lnTo>
                  <a:lnTo>
                    <a:pt x="542" y="10469"/>
                  </a:lnTo>
                  <a:lnTo>
                    <a:pt x="703" y="10670"/>
                  </a:lnTo>
                  <a:lnTo>
                    <a:pt x="903" y="10870"/>
                  </a:lnTo>
                  <a:lnTo>
                    <a:pt x="1124" y="11071"/>
                  </a:lnTo>
                  <a:lnTo>
                    <a:pt x="1344" y="11251"/>
                  </a:lnTo>
                  <a:lnTo>
                    <a:pt x="1364" y="11251"/>
                  </a:lnTo>
                  <a:lnTo>
                    <a:pt x="1585" y="11412"/>
                  </a:lnTo>
                  <a:lnTo>
                    <a:pt x="1826" y="11552"/>
                  </a:lnTo>
                  <a:lnTo>
                    <a:pt x="2327" y="11853"/>
                  </a:lnTo>
                  <a:lnTo>
                    <a:pt x="2909" y="12093"/>
                  </a:lnTo>
                  <a:lnTo>
                    <a:pt x="3510" y="12334"/>
                  </a:lnTo>
                  <a:lnTo>
                    <a:pt x="4132" y="12535"/>
                  </a:lnTo>
                  <a:lnTo>
                    <a:pt x="4754" y="12695"/>
                  </a:lnTo>
                  <a:lnTo>
                    <a:pt x="5436" y="12855"/>
                  </a:lnTo>
                  <a:lnTo>
                    <a:pt x="6117" y="12976"/>
                  </a:lnTo>
                  <a:lnTo>
                    <a:pt x="6819" y="13076"/>
                  </a:lnTo>
                  <a:lnTo>
                    <a:pt x="7541" y="13156"/>
                  </a:lnTo>
                  <a:lnTo>
                    <a:pt x="8263" y="13196"/>
                  </a:lnTo>
                  <a:lnTo>
                    <a:pt x="8985" y="13237"/>
                  </a:lnTo>
                  <a:lnTo>
                    <a:pt x="9787" y="13216"/>
                  </a:lnTo>
                  <a:lnTo>
                    <a:pt x="10590" y="13176"/>
                  </a:lnTo>
                  <a:lnTo>
                    <a:pt x="11372" y="13116"/>
                  </a:lnTo>
                  <a:lnTo>
                    <a:pt x="12134" y="12996"/>
                  </a:lnTo>
                  <a:lnTo>
                    <a:pt x="12876" y="12835"/>
                  </a:lnTo>
                  <a:lnTo>
                    <a:pt x="13217" y="12755"/>
                  </a:lnTo>
                  <a:lnTo>
                    <a:pt x="13578" y="12655"/>
                  </a:lnTo>
                  <a:lnTo>
                    <a:pt x="13919" y="12535"/>
                  </a:lnTo>
                  <a:lnTo>
                    <a:pt x="14239" y="12414"/>
                  </a:lnTo>
                  <a:lnTo>
                    <a:pt x="14560" y="12274"/>
                  </a:lnTo>
                  <a:lnTo>
                    <a:pt x="14861" y="12134"/>
                  </a:lnTo>
                  <a:lnTo>
                    <a:pt x="15262" y="11913"/>
                  </a:lnTo>
                  <a:lnTo>
                    <a:pt x="15643" y="11672"/>
                  </a:lnTo>
                  <a:lnTo>
                    <a:pt x="15844" y="11532"/>
                  </a:lnTo>
                  <a:lnTo>
                    <a:pt x="16064" y="11371"/>
                  </a:lnTo>
                  <a:lnTo>
                    <a:pt x="16245" y="11191"/>
                  </a:lnTo>
                  <a:lnTo>
                    <a:pt x="16445" y="10990"/>
                  </a:lnTo>
                  <a:lnTo>
                    <a:pt x="16606" y="10770"/>
                  </a:lnTo>
                  <a:lnTo>
                    <a:pt x="16746" y="10529"/>
                  </a:lnTo>
                  <a:lnTo>
                    <a:pt x="16847" y="10268"/>
                  </a:lnTo>
                  <a:lnTo>
                    <a:pt x="16947" y="9988"/>
                  </a:lnTo>
                  <a:lnTo>
                    <a:pt x="17027" y="9707"/>
                  </a:lnTo>
                  <a:lnTo>
                    <a:pt x="17067" y="9406"/>
                  </a:lnTo>
                  <a:lnTo>
                    <a:pt x="17107" y="9105"/>
                  </a:lnTo>
                  <a:lnTo>
                    <a:pt x="17107" y="8784"/>
                  </a:lnTo>
                  <a:lnTo>
                    <a:pt x="17107" y="8443"/>
                  </a:lnTo>
                  <a:lnTo>
                    <a:pt x="17067" y="8123"/>
                  </a:lnTo>
                  <a:lnTo>
                    <a:pt x="17027" y="7782"/>
                  </a:lnTo>
                  <a:lnTo>
                    <a:pt x="16967" y="7441"/>
                  </a:lnTo>
                  <a:lnTo>
                    <a:pt x="16907" y="7080"/>
                  </a:lnTo>
                  <a:lnTo>
                    <a:pt x="16806" y="6739"/>
                  </a:lnTo>
                  <a:lnTo>
                    <a:pt x="16706" y="6378"/>
                  </a:lnTo>
                  <a:lnTo>
                    <a:pt x="16586" y="6037"/>
                  </a:lnTo>
                  <a:lnTo>
                    <a:pt x="16465" y="5676"/>
                  </a:lnTo>
                  <a:lnTo>
                    <a:pt x="16165" y="4994"/>
                  </a:lnTo>
                  <a:lnTo>
                    <a:pt x="15844" y="4332"/>
                  </a:lnTo>
                  <a:lnTo>
                    <a:pt x="15463" y="3691"/>
                  </a:lnTo>
                  <a:lnTo>
                    <a:pt x="15082" y="3109"/>
                  </a:lnTo>
                  <a:lnTo>
                    <a:pt x="14861" y="2828"/>
                  </a:lnTo>
                  <a:lnTo>
                    <a:pt x="14661" y="2568"/>
                  </a:lnTo>
                  <a:lnTo>
                    <a:pt x="14440" y="2327"/>
                  </a:lnTo>
                  <a:lnTo>
                    <a:pt x="14239" y="2106"/>
                  </a:lnTo>
                  <a:lnTo>
                    <a:pt x="14019" y="1906"/>
                  </a:lnTo>
                  <a:lnTo>
                    <a:pt x="13798" y="1705"/>
                  </a:lnTo>
                  <a:lnTo>
                    <a:pt x="13477" y="1485"/>
                  </a:lnTo>
                  <a:lnTo>
                    <a:pt x="13156" y="1264"/>
                  </a:lnTo>
                  <a:lnTo>
                    <a:pt x="12816" y="1063"/>
                  </a:lnTo>
                  <a:lnTo>
                    <a:pt x="12475" y="863"/>
                  </a:lnTo>
                  <a:lnTo>
                    <a:pt x="12094" y="702"/>
                  </a:lnTo>
                  <a:lnTo>
                    <a:pt x="11713" y="542"/>
                  </a:lnTo>
                  <a:lnTo>
                    <a:pt x="11332" y="402"/>
                  </a:lnTo>
                  <a:lnTo>
                    <a:pt x="10930" y="281"/>
                  </a:lnTo>
                  <a:lnTo>
                    <a:pt x="10509" y="201"/>
                  </a:lnTo>
                  <a:lnTo>
                    <a:pt x="10088" y="121"/>
                  </a:lnTo>
                  <a:lnTo>
                    <a:pt x="9667" y="61"/>
                  </a:lnTo>
                  <a:lnTo>
                    <a:pt x="9226" y="21"/>
                  </a:lnTo>
                  <a:lnTo>
                    <a:pt x="878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3" name="Google Shape;5333;p21"/>
            <p:cNvSpPr/>
            <p:nvPr/>
          </p:nvSpPr>
          <p:spPr>
            <a:xfrm>
              <a:off x="11209200" y="3705800"/>
              <a:ext cx="427700" cy="330925"/>
            </a:xfrm>
            <a:custGeom>
              <a:avLst/>
              <a:gdLst/>
              <a:ahLst/>
              <a:cxnLst/>
              <a:rect l="l" t="t" r="r" b="b"/>
              <a:pathLst>
                <a:path w="17108" h="13237" fill="none" extrusionOk="0">
                  <a:moveTo>
                    <a:pt x="16245" y="11191"/>
                  </a:moveTo>
                  <a:lnTo>
                    <a:pt x="16245" y="11191"/>
                  </a:lnTo>
                  <a:lnTo>
                    <a:pt x="16064" y="11371"/>
                  </a:lnTo>
                  <a:lnTo>
                    <a:pt x="15844" y="11532"/>
                  </a:lnTo>
                  <a:lnTo>
                    <a:pt x="15844" y="11532"/>
                  </a:lnTo>
                  <a:lnTo>
                    <a:pt x="15643" y="11672"/>
                  </a:lnTo>
                  <a:lnTo>
                    <a:pt x="15643" y="11672"/>
                  </a:lnTo>
                  <a:lnTo>
                    <a:pt x="15262" y="11913"/>
                  </a:lnTo>
                  <a:lnTo>
                    <a:pt x="14861" y="12134"/>
                  </a:lnTo>
                  <a:lnTo>
                    <a:pt x="14861" y="12134"/>
                  </a:lnTo>
                  <a:lnTo>
                    <a:pt x="14560" y="12274"/>
                  </a:lnTo>
                  <a:lnTo>
                    <a:pt x="14239" y="12414"/>
                  </a:lnTo>
                  <a:lnTo>
                    <a:pt x="13919" y="12535"/>
                  </a:lnTo>
                  <a:lnTo>
                    <a:pt x="13578" y="12655"/>
                  </a:lnTo>
                  <a:lnTo>
                    <a:pt x="13217" y="12755"/>
                  </a:lnTo>
                  <a:lnTo>
                    <a:pt x="12876" y="12835"/>
                  </a:lnTo>
                  <a:lnTo>
                    <a:pt x="12134" y="12996"/>
                  </a:lnTo>
                  <a:lnTo>
                    <a:pt x="11372" y="13116"/>
                  </a:lnTo>
                  <a:lnTo>
                    <a:pt x="10590" y="13176"/>
                  </a:lnTo>
                  <a:lnTo>
                    <a:pt x="9787" y="13216"/>
                  </a:lnTo>
                  <a:lnTo>
                    <a:pt x="8985" y="13237"/>
                  </a:lnTo>
                  <a:lnTo>
                    <a:pt x="8985" y="13237"/>
                  </a:lnTo>
                  <a:lnTo>
                    <a:pt x="8263" y="13196"/>
                  </a:lnTo>
                  <a:lnTo>
                    <a:pt x="7541" y="13156"/>
                  </a:lnTo>
                  <a:lnTo>
                    <a:pt x="6819" y="13076"/>
                  </a:lnTo>
                  <a:lnTo>
                    <a:pt x="6117" y="12976"/>
                  </a:lnTo>
                  <a:lnTo>
                    <a:pt x="5436" y="12855"/>
                  </a:lnTo>
                  <a:lnTo>
                    <a:pt x="4754" y="12695"/>
                  </a:lnTo>
                  <a:lnTo>
                    <a:pt x="4132" y="12535"/>
                  </a:lnTo>
                  <a:lnTo>
                    <a:pt x="3510" y="12334"/>
                  </a:lnTo>
                  <a:lnTo>
                    <a:pt x="3510" y="12334"/>
                  </a:lnTo>
                  <a:lnTo>
                    <a:pt x="2909" y="12093"/>
                  </a:lnTo>
                  <a:lnTo>
                    <a:pt x="2327" y="11853"/>
                  </a:lnTo>
                  <a:lnTo>
                    <a:pt x="1826" y="11552"/>
                  </a:lnTo>
                  <a:lnTo>
                    <a:pt x="1585" y="11412"/>
                  </a:lnTo>
                  <a:lnTo>
                    <a:pt x="1364" y="11251"/>
                  </a:lnTo>
                  <a:lnTo>
                    <a:pt x="1344" y="11251"/>
                  </a:lnTo>
                  <a:lnTo>
                    <a:pt x="1344" y="11251"/>
                  </a:lnTo>
                  <a:lnTo>
                    <a:pt x="1124" y="11071"/>
                  </a:lnTo>
                  <a:lnTo>
                    <a:pt x="903" y="10870"/>
                  </a:lnTo>
                  <a:lnTo>
                    <a:pt x="703" y="10670"/>
                  </a:lnTo>
                  <a:lnTo>
                    <a:pt x="542" y="10469"/>
                  </a:lnTo>
                  <a:lnTo>
                    <a:pt x="402" y="10248"/>
                  </a:lnTo>
                  <a:lnTo>
                    <a:pt x="282" y="10048"/>
                  </a:lnTo>
                  <a:lnTo>
                    <a:pt x="181" y="9807"/>
                  </a:lnTo>
                  <a:lnTo>
                    <a:pt x="121" y="9587"/>
                  </a:lnTo>
                  <a:lnTo>
                    <a:pt x="121" y="9587"/>
                  </a:lnTo>
                  <a:lnTo>
                    <a:pt x="61" y="9186"/>
                  </a:lnTo>
                  <a:lnTo>
                    <a:pt x="21" y="8804"/>
                  </a:lnTo>
                  <a:lnTo>
                    <a:pt x="1" y="8403"/>
                  </a:lnTo>
                  <a:lnTo>
                    <a:pt x="21" y="8022"/>
                  </a:lnTo>
                  <a:lnTo>
                    <a:pt x="61" y="7641"/>
                  </a:lnTo>
                  <a:lnTo>
                    <a:pt x="121" y="7260"/>
                  </a:lnTo>
                  <a:lnTo>
                    <a:pt x="201" y="6879"/>
                  </a:lnTo>
                  <a:lnTo>
                    <a:pt x="302" y="6518"/>
                  </a:lnTo>
                  <a:lnTo>
                    <a:pt x="302" y="6518"/>
                  </a:lnTo>
                  <a:lnTo>
                    <a:pt x="462" y="6037"/>
                  </a:lnTo>
                  <a:lnTo>
                    <a:pt x="642" y="5576"/>
                  </a:lnTo>
                  <a:lnTo>
                    <a:pt x="843" y="5134"/>
                  </a:lnTo>
                  <a:lnTo>
                    <a:pt x="1064" y="4713"/>
                  </a:lnTo>
                  <a:lnTo>
                    <a:pt x="1324" y="4292"/>
                  </a:lnTo>
                  <a:lnTo>
                    <a:pt x="1585" y="3891"/>
                  </a:lnTo>
                  <a:lnTo>
                    <a:pt x="1866" y="3510"/>
                  </a:lnTo>
                  <a:lnTo>
                    <a:pt x="2147" y="3129"/>
                  </a:lnTo>
                  <a:lnTo>
                    <a:pt x="2447" y="2788"/>
                  </a:lnTo>
                  <a:lnTo>
                    <a:pt x="2748" y="2467"/>
                  </a:lnTo>
                  <a:lnTo>
                    <a:pt x="3069" y="2166"/>
                  </a:lnTo>
                  <a:lnTo>
                    <a:pt x="3370" y="1886"/>
                  </a:lnTo>
                  <a:lnTo>
                    <a:pt x="3671" y="1645"/>
                  </a:lnTo>
                  <a:lnTo>
                    <a:pt x="3972" y="1424"/>
                  </a:lnTo>
                  <a:lnTo>
                    <a:pt x="4252" y="1224"/>
                  </a:lnTo>
                  <a:lnTo>
                    <a:pt x="4533" y="1063"/>
                  </a:lnTo>
                  <a:lnTo>
                    <a:pt x="4533" y="1063"/>
                  </a:lnTo>
                  <a:lnTo>
                    <a:pt x="4894" y="883"/>
                  </a:lnTo>
                  <a:lnTo>
                    <a:pt x="5255" y="722"/>
                  </a:lnTo>
                  <a:lnTo>
                    <a:pt x="5616" y="562"/>
                  </a:lnTo>
                  <a:lnTo>
                    <a:pt x="5977" y="442"/>
                  </a:lnTo>
                  <a:lnTo>
                    <a:pt x="6338" y="321"/>
                  </a:lnTo>
                  <a:lnTo>
                    <a:pt x="6699" y="241"/>
                  </a:lnTo>
                  <a:lnTo>
                    <a:pt x="7060" y="161"/>
                  </a:lnTo>
                  <a:lnTo>
                    <a:pt x="7421" y="101"/>
                  </a:lnTo>
                  <a:lnTo>
                    <a:pt x="7421" y="101"/>
                  </a:lnTo>
                  <a:lnTo>
                    <a:pt x="7882" y="41"/>
                  </a:lnTo>
                  <a:lnTo>
                    <a:pt x="8323" y="1"/>
                  </a:lnTo>
                  <a:lnTo>
                    <a:pt x="8785" y="1"/>
                  </a:lnTo>
                  <a:lnTo>
                    <a:pt x="9226" y="21"/>
                  </a:lnTo>
                  <a:lnTo>
                    <a:pt x="9667" y="61"/>
                  </a:lnTo>
                  <a:lnTo>
                    <a:pt x="10088" y="121"/>
                  </a:lnTo>
                  <a:lnTo>
                    <a:pt x="10509" y="201"/>
                  </a:lnTo>
                  <a:lnTo>
                    <a:pt x="10930" y="281"/>
                  </a:lnTo>
                  <a:lnTo>
                    <a:pt x="11332" y="402"/>
                  </a:lnTo>
                  <a:lnTo>
                    <a:pt x="11713" y="542"/>
                  </a:lnTo>
                  <a:lnTo>
                    <a:pt x="12094" y="702"/>
                  </a:lnTo>
                  <a:lnTo>
                    <a:pt x="12475" y="863"/>
                  </a:lnTo>
                  <a:lnTo>
                    <a:pt x="12816" y="1063"/>
                  </a:lnTo>
                  <a:lnTo>
                    <a:pt x="13156" y="1264"/>
                  </a:lnTo>
                  <a:lnTo>
                    <a:pt x="13477" y="1485"/>
                  </a:lnTo>
                  <a:lnTo>
                    <a:pt x="13798" y="1705"/>
                  </a:lnTo>
                  <a:lnTo>
                    <a:pt x="13798" y="1705"/>
                  </a:lnTo>
                  <a:lnTo>
                    <a:pt x="14019" y="1906"/>
                  </a:lnTo>
                  <a:lnTo>
                    <a:pt x="14239" y="2106"/>
                  </a:lnTo>
                  <a:lnTo>
                    <a:pt x="14440" y="2327"/>
                  </a:lnTo>
                  <a:lnTo>
                    <a:pt x="14661" y="2568"/>
                  </a:lnTo>
                  <a:lnTo>
                    <a:pt x="14861" y="2828"/>
                  </a:lnTo>
                  <a:lnTo>
                    <a:pt x="15082" y="3109"/>
                  </a:lnTo>
                  <a:lnTo>
                    <a:pt x="15463" y="3691"/>
                  </a:lnTo>
                  <a:lnTo>
                    <a:pt x="15844" y="4332"/>
                  </a:lnTo>
                  <a:lnTo>
                    <a:pt x="16165" y="4994"/>
                  </a:lnTo>
                  <a:lnTo>
                    <a:pt x="16465" y="5676"/>
                  </a:lnTo>
                  <a:lnTo>
                    <a:pt x="16586" y="6037"/>
                  </a:lnTo>
                  <a:lnTo>
                    <a:pt x="16706" y="6378"/>
                  </a:lnTo>
                  <a:lnTo>
                    <a:pt x="16806" y="6739"/>
                  </a:lnTo>
                  <a:lnTo>
                    <a:pt x="16907" y="7080"/>
                  </a:lnTo>
                  <a:lnTo>
                    <a:pt x="16967" y="7441"/>
                  </a:lnTo>
                  <a:lnTo>
                    <a:pt x="17027" y="7782"/>
                  </a:lnTo>
                  <a:lnTo>
                    <a:pt x="17067" y="8123"/>
                  </a:lnTo>
                  <a:lnTo>
                    <a:pt x="17107" y="8443"/>
                  </a:lnTo>
                  <a:lnTo>
                    <a:pt x="17107" y="8784"/>
                  </a:lnTo>
                  <a:lnTo>
                    <a:pt x="17107" y="9105"/>
                  </a:lnTo>
                  <a:lnTo>
                    <a:pt x="17067" y="9406"/>
                  </a:lnTo>
                  <a:lnTo>
                    <a:pt x="17027" y="9707"/>
                  </a:lnTo>
                  <a:lnTo>
                    <a:pt x="16947" y="9988"/>
                  </a:lnTo>
                  <a:lnTo>
                    <a:pt x="16847" y="10268"/>
                  </a:lnTo>
                  <a:lnTo>
                    <a:pt x="16746" y="10529"/>
                  </a:lnTo>
                  <a:lnTo>
                    <a:pt x="16606" y="10770"/>
                  </a:lnTo>
                  <a:lnTo>
                    <a:pt x="16445" y="10990"/>
                  </a:lnTo>
                  <a:lnTo>
                    <a:pt x="16245" y="1119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4" name="Google Shape;5334;p21"/>
            <p:cNvSpPr/>
            <p:nvPr/>
          </p:nvSpPr>
          <p:spPr>
            <a:xfrm>
              <a:off x="11209200" y="3708300"/>
              <a:ext cx="391100" cy="328425"/>
            </a:xfrm>
            <a:custGeom>
              <a:avLst/>
              <a:gdLst/>
              <a:ahLst/>
              <a:cxnLst/>
              <a:rect l="l" t="t" r="r" b="b"/>
              <a:pathLst>
                <a:path w="15644" h="13137" extrusionOk="0">
                  <a:moveTo>
                    <a:pt x="7421" y="1"/>
                  </a:moveTo>
                  <a:lnTo>
                    <a:pt x="7060" y="61"/>
                  </a:lnTo>
                  <a:lnTo>
                    <a:pt x="6699" y="141"/>
                  </a:lnTo>
                  <a:lnTo>
                    <a:pt x="6338" y="221"/>
                  </a:lnTo>
                  <a:lnTo>
                    <a:pt x="5977" y="342"/>
                  </a:lnTo>
                  <a:lnTo>
                    <a:pt x="5616" y="462"/>
                  </a:lnTo>
                  <a:lnTo>
                    <a:pt x="5255" y="622"/>
                  </a:lnTo>
                  <a:lnTo>
                    <a:pt x="4894" y="783"/>
                  </a:lnTo>
                  <a:lnTo>
                    <a:pt x="4533" y="963"/>
                  </a:lnTo>
                  <a:lnTo>
                    <a:pt x="4252" y="1124"/>
                  </a:lnTo>
                  <a:lnTo>
                    <a:pt x="3972" y="1324"/>
                  </a:lnTo>
                  <a:lnTo>
                    <a:pt x="3671" y="1545"/>
                  </a:lnTo>
                  <a:lnTo>
                    <a:pt x="3370" y="1786"/>
                  </a:lnTo>
                  <a:lnTo>
                    <a:pt x="3069" y="2066"/>
                  </a:lnTo>
                  <a:lnTo>
                    <a:pt x="2748" y="2367"/>
                  </a:lnTo>
                  <a:lnTo>
                    <a:pt x="2447" y="2688"/>
                  </a:lnTo>
                  <a:lnTo>
                    <a:pt x="2147" y="3029"/>
                  </a:lnTo>
                  <a:lnTo>
                    <a:pt x="1866" y="3410"/>
                  </a:lnTo>
                  <a:lnTo>
                    <a:pt x="1585" y="3791"/>
                  </a:lnTo>
                  <a:lnTo>
                    <a:pt x="1324" y="4192"/>
                  </a:lnTo>
                  <a:lnTo>
                    <a:pt x="1064" y="4613"/>
                  </a:lnTo>
                  <a:lnTo>
                    <a:pt x="843" y="5034"/>
                  </a:lnTo>
                  <a:lnTo>
                    <a:pt x="642" y="5476"/>
                  </a:lnTo>
                  <a:lnTo>
                    <a:pt x="462" y="5937"/>
                  </a:lnTo>
                  <a:lnTo>
                    <a:pt x="302" y="6418"/>
                  </a:lnTo>
                  <a:lnTo>
                    <a:pt x="201" y="6799"/>
                  </a:lnTo>
                  <a:lnTo>
                    <a:pt x="101" y="7200"/>
                  </a:lnTo>
                  <a:lnTo>
                    <a:pt x="61" y="7481"/>
                  </a:lnTo>
                  <a:lnTo>
                    <a:pt x="41" y="7762"/>
                  </a:lnTo>
                  <a:lnTo>
                    <a:pt x="21" y="8043"/>
                  </a:lnTo>
                  <a:lnTo>
                    <a:pt x="1" y="8323"/>
                  </a:lnTo>
                  <a:lnTo>
                    <a:pt x="21" y="8604"/>
                  </a:lnTo>
                  <a:lnTo>
                    <a:pt x="41" y="8905"/>
                  </a:lnTo>
                  <a:lnTo>
                    <a:pt x="81" y="9186"/>
                  </a:lnTo>
                  <a:lnTo>
                    <a:pt x="121" y="9487"/>
                  </a:lnTo>
                  <a:lnTo>
                    <a:pt x="181" y="9707"/>
                  </a:lnTo>
                  <a:lnTo>
                    <a:pt x="282" y="9948"/>
                  </a:lnTo>
                  <a:lnTo>
                    <a:pt x="402" y="10148"/>
                  </a:lnTo>
                  <a:lnTo>
                    <a:pt x="542" y="10369"/>
                  </a:lnTo>
                  <a:lnTo>
                    <a:pt x="703" y="10570"/>
                  </a:lnTo>
                  <a:lnTo>
                    <a:pt x="903" y="10770"/>
                  </a:lnTo>
                  <a:lnTo>
                    <a:pt x="1124" y="10971"/>
                  </a:lnTo>
                  <a:lnTo>
                    <a:pt x="1344" y="11151"/>
                  </a:lnTo>
                  <a:lnTo>
                    <a:pt x="1364" y="11151"/>
                  </a:lnTo>
                  <a:lnTo>
                    <a:pt x="1585" y="11312"/>
                  </a:lnTo>
                  <a:lnTo>
                    <a:pt x="1826" y="11452"/>
                  </a:lnTo>
                  <a:lnTo>
                    <a:pt x="2327" y="11753"/>
                  </a:lnTo>
                  <a:lnTo>
                    <a:pt x="2909" y="11993"/>
                  </a:lnTo>
                  <a:lnTo>
                    <a:pt x="3510" y="12234"/>
                  </a:lnTo>
                  <a:lnTo>
                    <a:pt x="4132" y="12435"/>
                  </a:lnTo>
                  <a:lnTo>
                    <a:pt x="4754" y="12595"/>
                  </a:lnTo>
                  <a:lnTo>
                    <a:pt x="5436" y="12755"/>
                  </a:lnTo>
                  <a:lnTo>
                    <a:pt x="6117" y="12876"/>
                  </a:lnTo>
                  <a:lnTo>
                    <a:pt x="6819" y="12976"/>
                  </a:lnTo>
                  <a:lnTo>
                    <a:pt x="7541" y="13056"/>
                  </a:lnTo>
                  <a:lnTo>
                    <a:pt x="8263" y="13096"/>
                  </a:lnTo>
                  <a:lnTo>
                    <a:pt x="8985" y="13137"/>
                  </a:lnTo>
                  <a:lnTo>
                    <a:pt x="9266" y="13137"/>
                  </a:lnTo>
                  <a:lnTo>
                    <a:pt x="10048" y="13116"/>
                  </a:lnTo>
                  <a:lnTo>
                    <a:pt x="10810" y="13076"/>
                  </a:lnTo>
                  <a:lnTo>
                    <a:pt x="11552" y="12976"/>
                  </a:lnTo>
                  <a:lnTo>
                    <a:pt x="12274" y="12876"/>
                  </a:lnTo>
                  <a:lnTo>
                    <a:pt x="12976" y="12715"/>
                  </a:lnTo>
                  <a:lnTo>
                    <a:pt x="13638" y="12535"/>
                  </a:lnTo>
                  <a:lnTo>
                    <a:pt x="13959" y="12415"/>
                  </a:lnTo>
                  <a:lnTo>
                    <a:pt x="14259" y="12294"/>
                  </a:lnTo>
                  <a:lnTo>
                    <a:pt x="14560" y="12174"/>
                  </a:lnTo>
                  <a:lnTo>
                    <a:pt x="14861" y="12034"/>
                  </a:lnTo>
                  <a:lnTo>
                    <a:pt x="15262" y="11813"/>
                  </a:lnTo>
                  <a:lnTo>
                    <a:pt x="15643" y="11572"/>
                  </a:lnTo>
                  <a:lnTo>
                    <a:pt x="14841" y="11833"/>
                  </a:lnTo>
                  <a:lnTo>
                    <a:pt x="14420" y="11933"/>
                  </a:lnTo>
                  <a:lnTo>
                    <a:pt x="13999" y="12034"/>
                  </a:lnTo>
                  <a:lnTo>
                    <a:pt x="13598" y="12134"/>
                  </a:lnTo>
                  <a:lnTo>
                    <a:pt x="13156" y="12194"/>
                  </a:lnTo>
                  <a:lnTo>
                    <a:pt x="12735" y="12234"/>
                  </a:lnTo>
                  <a:lnTo>
                    <a:pt x="12294" y="12254"/>
                  </a:lnTo>
                  <a:lnTo>
                    <a:pt x="11733" y="12274"/>
                  </a:lnTo>
                  <a:lnTo>
                    <a:pt x="10850" y="12254"/>
                  </a:lnTo>
                  <a:lnTo>
                    <a:pt x="9948" y="12194"/>
                  </a:lnTo>
                  <a:lnTo>
                    <a:pt x="9487" y="12154"/>
                  </a:lnTo>
                  <a:lnTo>
                    <a:pt x="9025" y="12094"/>
                  </a:lnTo>
                  <a:lnTo>
                    <a:pt x="8564" y="12013"/>
                  </a:lnTo>
                  <a:lnTo>
                    <a:pt x="8103" y="11933"/>
                  </a:lnTo>
                  <a:lnTo>
                    <a:pt x="7641" y="11833"/>
                  </a:lnTo>
                  <a:lnTo>
                    <a:pt x="7200" y="11733"/>
                  </a:lnTo>
                  <a:lnTo>
                    <a:pt x="6759" y="11592"/>
                  </a:lnTo>
                  <a:lnTo>
                    <a:pt x="6318" y="11452"/>
                  </a:lnTo>
                  <a:lnTo>
                    <a:pt x="5917" y="11292"/>
                  </a:lnTo>
                  <a:lnTo>
                    <a:pt x="5516" y="11111"/>
                  </a:lnTo>
                  <a:lnTo>
                    <a:pt x="5115" y="10910"/>
                  </a:lnTo>
                  <a:lnTo>
                    <a:pt x="4754" y="10710"/>
                  </a:lnTo>
                  <a:lnTo>
                    <a:pt x="4553" y="10570"/>
                  </a:lnTo>
                  <a:lnTo>
                    <a:pt x="4373" y="10429"/>
                  </a:lnTo>
                  <a:lnTo>
                    <a:pt x="4192" y="10269"/>
                  </a:lnTo>
                  <a:lnTo>
                    <a:pt x="4032" y="10108"/>
                  </a:lnTo>
                  <a:lnTo>
                    <a:pt x="3871" y="9948"/>
                  </a:lnTo>
                  <a:lnTo>
                    <a:pt x="3731" y="9767"/>
                  </a:lnTo>
                  <a:lnTo>
                    <a:pt x="3590" y="9587"/>
                  </a:lnTo>
                  <a:lnTo>
                    <a:pt x="3470" y="9406"/>
                  </a:lnTo>
                  <a:lnTo>
                    <a:pt x="3270" y="9025"/>
                  </a:lnTo>
                  <a:lnTo>
                    <a:pt x="3089" y="8604"/>
                  </a:lnTo>
                  <a:lnTo>
                    <a:pt x="2969" y="8183"/>
                  </a:lnTo>
                  <a:lnTo>
                    <a:pt x="2889" y="7762"/>
                  </a:lnTo>
                  <a:lnTo>
                    <a:pt x="2828" y="7321"/>
                  </a:lnTo>
                  <a:lnTo>
                    <a:pt x="2808" y="6859"/>
                  </a:lnTo>
                  <a:lnTo>
                    <a:pt x="2828" y="6418"/>
                  </a:lnTo>
                  <a:lnTo>
                    <a:pt x="2869" y="5957"/>
                  </a:lnTo>
                  <a:lnTo>
                    <a:pt x="2949" y="5496"/>
                  </a:lnTo>
                  <a:lnTo>
                    <a:pt x="3069" y="5055"/>
                  </a:lnTo>
                  <a:lnTo>
                    <a:pt x="3189" y="4613"/>
                  </a:lnTo>
                  <a:lnTo>
                    <a:pt x="3350" y="4192"/>
                  </a:lnTo>
                  <a:lnTo>
                    <a:pt x="3510" y="3831"/>
                  </a:lnTo>
                  <a:lnTo>
                    <a:pt x="3671" y="3490"/>
                  </a:lnTo>
                  <a:lnTo>
                    <a:pt x="3851" y="3169"/>
                  </a:lnTo>
                  <a:lnTo>
                    <a:pt x="4052" y="2849"/>
                  </a:lnTo>
                  <a:lnTo>
                    <a:pt x="4272" y="2548"/>
                  </a:lnTo>
                  <a:lnTo>
                    <a:pt x="4513" y="2267"/>
                  </a:lnTo>
                  <a:lnTo>
                    <a:pt x="4754" y="1986"/>
                  </a:lnTo>
                  <a:lnTo>
                    <a:pt x="5014" y="1725"/>
                  </a:lnTo>
                  <a:lnTo>
                    <a:pt x="5275" y="1465"/>
                  </a:lnTo>
                  <a:lnTo>
                    <a:pt x="5556" y="1224"/>
                  </a:lnTo>
                  <a:lnTo>
                    <a:pt x="5837" y="983"/>
                  </a:lnTo>
                  <a:lnTo>
                    <a:pt x="6137" y="763"/>
                  </a:lnTo>
                  <a:lnTo>
                    <a:pt x="6458" y="562"/>
                  </a:lnTo>
                  <a:lnTo>
                    <a:pt x="6779" y="362"/>
                  </a:lnTo>
                  <a:lnTo>
                    <a:pt x="7100" y="161"/>
                  </a:lnTo>
                  <a:lnTo>
                    <a:pt x="742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5" name="Google Shape;5335;p21"/>
            <p:cNvSpPr/>
            <p:nvPr/>
          </p:nvSpPr>
          <p:spPr>
            <a:xfrm>
              <a:off x="11209200" y="3708300"/>
              <a:ext cx="391100" cy="328425"/>
            </a:xfrm>
            <a:custGeom>
              <a:avLst/>
              <a:gdLst/>
              <a:ahLst/>
              <a:cxnLst/>
              <a:rect l="l" t="t" r="r" b="b"/>
              <a:pathLst>
                <a:path w="15644" h="13137" fill="none" extrusionOk="0">
                  <a:moveTo>
                    <a:pt x="7421" y="1"/>
                  </a:moveTo>
                  <a:lnTo>
                    <a:pt x="7421" y="1"/>
                  </a:lnTo>
                  <a:lnTo>
                    <a:pt x="7060" y="61"/>
                  </a:lnTo>
                  <a:lnTo>
                    <a:pt x="6699" y="141"/>
                  </a:lnTo>
                  <a:lnTo>
                    <a:pt x="6338" y="221"/>
                  </a:lnTo>
                  <a:lnTo>
                    <a:pt x="5977" y="342"/>
                  </a:lnTo>
                  <a:lnTo>
                    <a:pt x="5616" y="462"/>
                  </a:lnTo>
                  <a:lnTo>
                    <a:pt x="5255" y="622"/>
                  </a:lnTo>
                  <a:lnTo>
                    <a:pt x="4894" y="783"/>
                  </a:lnTo>
                  <a:lnTo>
                    <a:pt x="4533" y="963"/>
                  </a:lnTo>
                  <a:lnTo>
                    <a:pt x="4533" y="963"/>
                  </a:lnTo>
                  <a:lnTo>
                    <a:pt x="4252" y="1124"/>
                  </a:lnTo>
                  <a:lnTo>
                    <a:pt x="3972" y="1324"/>
                  </a:lnTo>
                  <a:lnTo>
                    <a:pt x="3671" y="1545"/>
                  </a:lnTo>
                  <a:lnTo>
                    <a:pt x="3370" y="1786"/>
                  </a:lnTo>
                  <a:lnTo>
                    <a:pt x="3069" y="2066"/>
                  </a:lnTo>
                  <a:lnTo>
                    <a:pt x="2748" y="2367"/>
                  </a:lnTo>
                  <a:lnTo>
                    <a:pt x="2447" y="2688"/>
                  </a:lnTo>
                  <a:lnTo>
                    <a:pt x="2147" y="3029"/>
                  </a:lnTo>
                  <a:lnTo>
                    <a:pt x="1866" y="3410"/>
                  </a:lnTo>
                  <a:lnTo>
                    <a:pt x="1585" y="3791"/>
                  </a:lnTo>
                  <a:lnTo>
                    <a:pt x="1324" y="4192"/>
                  </a:lnTo>
                  <a:lnTo>
                    <a:pt x="1064" y="4613"/>
                  </a:lnTo>
                  <a:lnTo>
                    <a:pt x="843" y="5034"/>
                  </a:lnTo>
                  <a:lnTo>
                    <a:pt x="642" y="5476"/>
                  </a:lnTo>
                  <a:lnTo>
                    <a:pt x="462" y="5937"/>
                  </a:lnTo>
                  <a:lnTo>
                    <a:pt x="302" y="6418"/>
                  </a:lnTo>
                  <a:lnTo>
                    <a:pt x="302" y="6418"/>
                  </a:lnTo>
                  <a:lnTo>
                    <a:pt x="201" y="6799"/>
                  </a:lnTo>
                  <a:lnTo>
                    <a:pt x="101" y="7200"/>
                  </a:lnTo>
                  <a:lnTo>
                    <a:pt x="101" y="7200"/>
                  </a:lnTo>
                  <a:lnTo>
                    <a:pt x="61" y="7481"/>
                  </a:lnTo>
                  <a:lnTo>
                    <a:pt x="41" y="7762"/>
                  </a:lnTo>
                  <a:lnTo>
                    <a:pt x="21" y="8043"/>
                  </a:lnTo>
                  <a:lnTo>
                    <a:pt x="1" y="8323"/>
                  </a:lnTo>
                  <a:lnTo>
                    <a:pt x="1" y="8323"/>
                  </a:lnTo>
                  <a:lnTo>
                    <a:pt x="21" y="8604"/>
                  </a:lnTo>
                  <a:lnTo>
                    <a:pt x="41" y="8905"/>
                  </a:lnTo>
                  <a:lnTo>
                    <a:pt x="81" y="9186"/>
                  </a:lnTo>
                  <a:lnTo>
                    <a:pt x="121" y="9487"/>
                  </a:lnTo>
                  <a:lnTo>
                    <a:pt x="121" y="9487"/>
                  </a:lnTo>
                  <a:lnTo>
                    <a:pt x="181" y="9707"/>
                  </a:lnTo>
                  <a:lnTo>
                    <a:pt x="282" y="9948"/>
                  </a:lnTo>
                  <a:lnTo>
                    <a:pt x="402" y="10148"/>
                  </a:lnTo>
                  <a:lnTo>
                    <a:pt x="542" y="10369"/>
                  </a:lnTo>
                  <a:lnTo>
                    <a:pt x="703" y="10570"/>
                  </a:lnTo>
                  <a:lnTo>
                    <a:pt x="903" y="10770"/>
                  </a:lnTo>
                  <a:lnTo>
                    <a:pt x="1124" y="10971"/>
                  </a:lnTo>
                  <a:lnTo>
                    <a:pt x="1344" y="11151"/>
                  </a:lnTo>
                  <a:lnTo>
                    <a:pt x="1364" y="11151"/>
                  </a:lnTo>
                  <a:lnTo>
                    <a:pt x="1364" y="11151"/>
                  </a:lnTo>
                  <a:lnTo>
                    <a:pt x="1585" y="11312"/>
                  </a:lnTo>
                  <a:lnTo>
                    <a:pt x="1826" y="11452"/>
                  </a:lnTo>
                  <a:lnTo>
                    <a:pt x="2327" y="11753"/>
                  </a:lnTo>
                  <a:lnTo>
                    <a:pt x="2909" y="11993"/>
                  </a:lnTo>
                  <a:lnTo>
                    <a:pt x="3510" y="12234"/>
                  </a:lnTo>
                  <a:lnTo>
                    <a:pt x="3510" y="12234"/>
                  </a:lnTo>
                  <a:lnTo>
                    <a:pt x="4132" y="12435"/>
                  </a:lnTo>
                  <a:lnTo>
                    <a:pt x="4754" y="12595"/>
                  </a:lnTo>
                  <a:lnTo>
                    <a:pt x="5436" y="12755"/>
                  </a:lnTo>
                  <a:lnTo>
                    <a:pt x="6117" y="12876"/>
                  </a:lnTo>
                  <a:lnTo>
                    <a:pt x="6819" y="12976"/>
                  </a:lnTo>
                  <a:lnTo>
                    <a:pt x="7541" y="13056"/>
                  </a:lnTo>
                  <a:lnTo>
                    <a:pt x="8263" y="13096"/>
                  </a:lnTo>
                  <a:lnTo>
                    <a:pt x="8985" y="13137"/>
                  </a:lnTo>
                  <a:lnTo>
                    <a:pt x="8985" y="13137"/>
                  </a:lnTo>
                  <a:lnTo>
                    <a:pt x="9266" y="13137"/>
                  </a:lnTo>
                  <a:lnTo>
                    <a:pt x="9266" y="13137"/>
                  </a:lnTo>
                  <a:lnTo>
                    <a:pt x="10048" y="13116"/>
                  </a:lnTo>
                  <a:lnTo>
                    <a:pt x="10810" y="13076"/>
                  </a:lnTo>
                  <a:lnTo>
                    <a:pt x="11552" y="12976"/>
                  </a:lnTo>
                  <a:lnTo>
                    <a:pt x="12274" y="12876"/>
                  </a:lnTo>
                  <a:lnTo>
                    <a:pt x="12976" y="12715"/>
                  </a:lnTo>
                  <a:lnTo>
                    <a:pt x="13638" y="12535"/>
                  </a:lnTo>
                  <a:lnTo>
                    <a:pt x="13959" y="12415"/>
                  </a:lnTo>
                  <a:lnTo>
                    <a:pt x="14259" y="12294"/>
                  </a:lnTo>
                  <a:lnTo>
                    <a:pt x="14560" y="12174"/>
                  </a:lnTo>
                  <a:lnTo>
                    <a:pt x="14861" y="12034"/>
                  </a:lnTo>
                  <a:lnTo>
                    <a:pt x="14861" y="12034"/>
                  </a:lnTo>
                  <a:lnTo>
                    <a:pt x="15262" y="11813"/>
                  </a:lnTo>
                  <a:lnTo>
                    <a:pt x="15643" y="11572"/>
                  </a:lnTo>
                  <a:lnTo>
                    <a:pt x="15643" y="11572"/>
                  </a:lnTo>
                  <a:lnTo>
                    <a:pt x="14841" y="11833"/>
                  </a:lnTo>
                  <a:lnTo>
                    <a:pt x="14420" y="11933"/>
                  </a:lnTo>
                  <a:lnTo>
                    <a:pt x="13999" y="12034"/>
                  </a:lnTo>
                  <a:lnTo>
                    <a:pt x="13598" y="12134"/>
                  </a:lnTo>
                  <a:lnTo>
                    <a:pt x="13156" y="12194"/>
                  </a:lnTo>
                  <a:lnTo>
                    <a:pt x="12735" y="12234"/>
                  </a:lnTo>
                  <a:lnTo>
                    <a:pt x="12294" y="12254"/>
                  </a:lnTo>
                  <a:lnTo>
                    <a:pt x="12294" y="12254"/>
                  </a:lnTo>
                  <a:lnTo>
                    <a:pt x="11733" y="12274"/>
                  </a:lnTo>
                  <a:lnTo>
                    <a:pt x="11733" y="12274"/>
                  </a:lnTo>
                  <a:lnTo>
                    <a:pt x="10850" y="12254"/>
                  </a:lnTo>
                  <a:lnTo>
                    <a:pt x="9948" y="12194"/>
                  </a:lnTo>
                  <a:lnTo>
                    <a:pt x="9487" y="12154"/>
                  </a:lnTo>
                  <a:lnTo>
                    <a:pt x="9025" y="12094"/>
                  </a:lnTo>
                  <a:lnTo>
                    <a:pt x="8564" y="12013"/>
                  </a:lnTo>
                  <a:lnTo>
                    <a:pt x="8103" y="11933"/>
                  </a:lnTo>
                  <a:lnTo>
                    <a:pt x="7641" y="11833"/>
                  </a:lnTo>
                  <a:lnTo>
                    <a:pt x="7200" y="11733"/>
                  </a:lnTo>
                  <a:lnTo>
                    <a:pt x="6759" y="11592"/>
                  </a:lnTo>
                  <a:lnTo>
                    <a:pt x="6318" y="11452"/>
                  </a:lnTo>
                  <a:lnTo>
                    <a:pt x="5917" y="11292"/>
                  </a:lnTo>
                  <a:lnTo>
                    <a:pt x="5516" y="11111"/>
                  </a:lnTo>
                  <a:lnTo>
                    <a:pt x="5115" y="10910"/>
                  </a:lnTo>
                  <a:lnTo>
                    <a:pt x="4754" y="10710"/>
                  </a:lnTo>
                  <a:lnTo>
                    <a:pt x="4754" y="10710"/>
                  </a:lnTo>
                  <a:lnTo>
                    <a:pt x="4553" y="10570"/>
                  </a:lnTo>
                  <a:lnTo>
                    <a:pt x="4373" y="10429"/>
                  </a:lnTo>
                  <a:lnTo>
                    <a:pt x="4192" y="10269"/>
                  </a:lnTo>
                  <a:lnTo>
                    <a:pt x="4032" y="10108"/>
                  </a:lnTo>
                  <a:lnTo>
                    <a:pt x="3871" y="9948"/>
                  </a:lnTo>
                  <a:lnTo>
                    <a:pt x="3731" y="9767"/>
                  </a:lnTo>
                  <a:lnTo>
                    <a:pt x="3590" y="9587"/>
                  </a:lnTo>
                  <a:lnTo>
                    <a:pt x="3470" y="9406"/>
                  </a:lnTo>
                  <a:lnTo>
                    <a:pt x="3270" y="9025"/>
                  </a:lnTo>
                  <a:lnTo>
                    <a:pt x="3089" y="8604"/>
                  </a:lnTo>
                  <a:lnTo>
                    <a:pt x="2969" y="8183"/>
                  </a:lnTo>
                  <a:lnTo>
                    <a:pt x="2889" y="7762"/>
                  </a:lnTo>
                  <a:lnTo>
                    <a:pt x="2828" y="7321"/>
                  </a:lnTo>
                  <a:lnTo>
                    <a:pt x="2808" y="6859"/>
                  </a:lnTo>
                  <a:lnTo>
                    <a:pt x="2828" y="6418"/>
                  </a:lnTo>
                  <a:lnTo>
                    <a:pt x="2869" y="5957"/>
                  </a:lnTo>
                  <a:lnTo>
                    <a:pt x="2949" y="5496"/>
                  </a:lnTo>
                  <a:lnTo>
                    <a:pt x="3069" y="5055"/>
                  </a:lnTo>
                  <a:lnTo>
                    <a:pt x="3189" y="4613"/>
                  </a:lnTo>
                  <a:lnTo>
                    <a:pt x="3350" y="4192"/>
                  </a:lnTo>
                  <a:lnTo>
                    <a:pt x="3350" y="4192"/>
                  </a:lnTo>
                  <a:lnTo>
                    <a:pt x="3510" y="3831"/>
                  </a:lnTo>
                  <a:lnTo>
                    <a:pt x="3671" y="3490"/>
                  </a:lnTo>
                  <a:lnTo>
                    <a:pt x="3851" y="3169"/>
                  </a:lnTo>
                  <a:lnTo>
                    <a:pt x="4052" y="2849"/>
                  </a:lnTo>
                  <a:lnTo>
                    <a:pt x="4272" y="2548"/>
                  </a:lnTo>
                  <a:lnTo>
                    <a:pt x="4513" y="2267"/>
                  </a:lnTo>
                  <a:lnTo>
                    <a:pt x="4754" y="1986"/>
                  </a:lnTo>
                  <a:lnTo>
                    <a:pt x="5014" y="1725"/>
                  </a:lnTo>
                  <a:lnTo>
                    <a:pt x="5275" y="1465"/>
                  </a:lnTo>
                  <a:lnTo>
                    <a:pt x="5556" y="1224"/>
                  </a:lnTo>
                  <a:lnTo>
                    <a:pt x="5837" y="983"/>
                  </a:lnTo>
                  <a:lnTo>
                    <a:pt x="6137" y="763"/>
                  </a:lnTo>
                  <a:lnTo>
                    <a:pt x="6458" y="562"/>
                  </a:lnTo>
                  <a:lnTo>
                    <a:pt x="6779" y="362"/>
                  </a:lnTo>
                  <a:lnTo>
                    <a:pt x="7100" y="161"/>
                  </a:lnTo>
                  <a:lnTo>
                    <a:pt x="742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6" name="Google Shape;5336;p21"/>
            <p:cNvSpPr/>
            <p:nvPr/>
          </p:nvSpPr>
          <p:spPr>
            <a:xfrm>
              <a:off x="11379175" y="3736875"/>
              <a:ext cx="55675" cy="119850"/>
            </a:xfrm>
            <a:custGeom>
              <a:avLst/>
              <a:gdLst/>
              <a:ahLst/>
              <a:cxnLst/>
              <a:rect l="l" t="t" r="r" b="b"/>
              <a:pathLst>
                <a:path w="2227" h="4794" extrusionOk="0">
                  <a:moveTo>
                    <a:pt x="2026" y="1"/>
                  </a:moveTo>
                  <a:lnTo>
                    <a:pt x="1966" y="21"/>
                  </a:lnTo>
                  <a:lnTo>
                    <a:pt x="1945" y="81"/>
                  </a:lnTo>
                  <a:lnTo>
                    <a:pt x="1905" y="703"/>
                  </a:lnTo>
                  <a:lnTo>
                    <a:pt x="1865" y="1345"/>
                  </a:lnTo>
                  <a:lnTo>
                    <a:pt x="1825" y="2608"/>
                  </a:lnTo>
                  <a:lnTo>
                    <a:pt x="1825" y="3250"/>
                  </a:lnTo>
                  <a:lnTo>
                    <a:pt x="1805" y="3571"/>
                  </a:lnTo>
                  <a:lnTo>
                    <a:pt x="1745" y="3891"/>
                  </a:lnTo>
                  <a:lnTo>
                    <a:pt x="1685" y="4052"/>
                  </a:lnTo>
                  <a:lnTo>
                    <a:pt x="1625" y="4172"/>
                  </a:lnTo>
                  <a:lnTo>
                    <a:pt x="1544" y="4273"/>
                  </a:lnTo>
                  <a:lnTo>
                    <a:pt x="1444" y="4333"/>
                  </a:lnTo>
                  <a:lnTo>
                    <a:pt x="1344" y="4373"/>
                  </a:lnTo>
                  <a:lnTo>
                    <a:pt x="1224" y="4373"/>
                  </a:lnTo>
                  <a:lnTo>
                    <a:pt x="1123" y="4353"/>
                  </a:lnTo>
                  <a:lnTo>
                    <a:pt x="1003" y="4333"/>
                  </a:lnTo>
                  <a:lnTo>
                    <a:pt x="883" y="4273"/>
                  </a:lnTo>
                  <a:lnTo>
                    <a:pt x="742" y="4212"/>
                  </a:lnTo>
                  <a:lnTo>
                    <a:pt x="522" y="4052"/>
                  </a:lnTo>
                  <a:lnTo>
                    <a:pt x="301" y="3891"/>
                  </a:lnTo>
                  <a:lnTo>
                    <a:pt x="121" y="3731"/>
                  </a:lnTo>
                  <a:lnTo>
                    <a:pt x="80" y="3691"/>
                  </a:lnTo>
                  <a:lnTo>
                    <a:pt x="20" y="3711"/>
                  </a:lnTo>
                  <a:lnTo>
                    <a:pt x="0" y="3751"/>
                  </a:lnTo>
                  <a:lnTo>
                    <a:pt x="0" y="3811"/>
                  </a:lnTo>
                  <a:lnTo>
                    <a:pt x="80" y="3932"/>
                  </a:lnTo>
                  <a:lnTo>
                    <a:pt x="161" y="4072"/>
                  </a:lnTo>
                  <a:lnTo>
                    <a:pt x="381" y="4313"/>
                  </a:lnTo>
                  <a:lnTo>
                    <a:pt x="502" y="4413"/>
                  </a:lnTo>
                  <a:lnTo>
                    <a:pt x="622" y="4533"/>
                  </a:lnTo>
                  <a:lnTo>
                    <a:pt x="762" y="4613"/>
                  </a:lnTo>
                  <a:lnTo>
                    <a:pt x="903" y="4694"/>
                  </a:lnTo>
                  <a:lnTo>
                    <a:pt x="1043" y="4754"/>
                  </a:lnTo>
                  <a:lnTo>
                    <a:pt x="1183" y="4774"/>
                  </a:lnTo>
                  <a:lnTo>
                    <a:pt x="1324" y="4794"/>
                  </a:lnTo>
                  <a:lnTo>
                    <a:pt x="1464" y="4774"/>
                  </a:lnTo>
                  <a:lnTo>
                    <a:pt x="1605" y="4734"/>
                  </a:lnTo>
                  <a:lnTo>
                    <a:pt x="1745" y="4654"/>
                  </a:lnTo>
                  <a:lnTo>
                    <a:pt x="1865" y="4533"/>
                  </a:lnTo>
                  <a:lnTo>
                    <a:pt x="1966" y="4393"/>
                  </a:lnTo>
                  <a:lnTo>
                    <a:pt x="2066" y="4212"/>
                  </a:lnTo>
                  <a:lnTo>
                    <a:pt x="2126" y="4012"/>
                  </a:lnTo>
                  <a:lnTo>
                    <a:pt x="2186" y="3811"/>
                  </a:lnTo>
                  <a:lnTo>
                    <a:pt x="2206" y="3591"/>
                  </a:lnTo>
                  <a:lnTo>
                    <a:pt x="2226" y="3149"/>
                  </a:lnTo>
                  <a:lnTo>
                    <a:pt x="2206" y="2748"/>
                  </a:lnTo>
                  <a:lnTo>
                    <a:pt x="2206" y="2067"/>
                  </a:lnTo>
                  <a:lnTo>
                    <a:pt x="2186" y="1405"/>
                  </a:lnTo>
                  <a:lnTo>
                    <a:pt x="2146" y="743"/>
                  </a:lnTo>
                  <a:lnTo>
                    <a:pt x="2086" y="81"/>
                  </a:lnTo>
                  <a:lnTo>
                    <a:pt x="2066" y="21"/>
                  </a:lnTo>
                  <a:lnTo>
                    <a:pt x="20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7" name="Google Shape;5337;p21"/>
            <p:cNvSpPr/>
            <p:nvPr/>
          </p:nvSpPr>
          <p:spPr>
            <a:xfrm>
              <a:off x="11424800" y="3736875"/>
              <a:ext cx="55675" cy="119850"/>
            </a:xfrm>
            <a:custGeom>
              <a:avLst/>
              <a:gdLst/>
              <a:ahLst/>
              <a:cxnLst/>
              <a:rect l="l" t="t" r="r" b="b"/>
              <a:pathLst>
                <a:path w="2227" h="4794" extrusionOk="0">
                  <a:moveTo>
                    <a:pt x="201" y="1"/>
                  </a:moveTo>
                  <a:lnTo>
                    <a:pt x="161" y="21"/>
                  </a:lnTo>
                  <a:lnTo>
                    <a:pt x="120" y="81"/>
                  </a:lnTo>
                  <a:lnTo>
                    <a:pt x="60" y="743"/>
                  </a:lnTo>
                  <a:lnTo>
                    <a:pt x="20" y="1405"/>
                  </a:lnTo>
                  <a:lnTo>
                    <a:pt x="0" y="2067"/>
                  </a:lnTo>
                  <a:lnTo>
                    <a:pt x="0" y="2748"/>
                  </a:lnTo>
                  <a:lnTo>
                    <a:pt x="0" y="3149"/>
                  </a:lnTo>
                  <a:lnTo>
                    <a:pt x="20" y="3591"/>
                  </a:lnTo>
                  <a:lnTo>
                    <a:pt x="40" y="3811"/>
                  </a:lnTo>
                  <a:lnTo>
                    <a:pt x="80" y="4012"/>
                  </a:lnTo>
                  <a:lnTo>
                    <a:pt x="161" y="4212"/>
                  </a:lnTo>
                  <a:lnTo>
                    <a:pt x="241" y="4393"/>
                  </a:lnTo>
                  <a:lnTo>
                    <a:pt x="361" y="4533"/>
                  </a:lnTo>
                  <a:lnTo>
                    <a:pt x="481" y="4654"/>
                  </a:lnTo>
                  <a:lnTo>
                    <a:pt x="622" y="4734"/>
                  </a:lnTo>
                  <a:lnTo>
                    <a:pt x="742" y="4774"/>
                  </a:lnTo>
                  <a:lnTo>
                    <a:pt x="883" y="4794"/>
                  </a:lnTo>
                  <a:lnTo>
                    <a:pt x="1023" y="4774"/>
                  </a:lnTo>
                  <a:lnTo>
                    <a:pt x="1183" y="4754"/>
                  </a:lnTo>
                  <a:lnTo>
                    <a:pt x="1324" y="4694"/>
                  </a:lnTo>
                  <a:lnTo>
                    <a:pt x="1464" y="4613"/>
                  </a:lnTo>
                  <a:lnTo>
                    <a:pt x="1584" y="4533"/>
                  </a:lnTo>
                  <a:lnTo>
                    <a:pt x="1725" y="4413"/>
                  </a:lnTo>
                  <a:lnTo>
                    <a:pt x="1845" y="4313"/>
                  </a:lnTo>
                  <a:lnTo>
                    <a:pt x="2046" y="4072"/>
                  </a:lnTo>
                  <a:lnTo>
                    <a:pt x="2146" y="3932"/>
                  </a:lnTo>
                  <a:lnTo>
                    <a:pt x="2206" y="3811"/>
                  </a:lnTo>
                  <a:lnTo>
                    <a:pt x="2226" y="3751"/>
                  </a:lnTo>
                  <a:lnTo>
                    <a:pt x="2186" y="3711"/>
                  </a:lnTo>
                  <a:lnTo>
                    <a:pt x="2146" y="3691"/>
                  </a:lnTo>
                  <a:lnTo>
                    <a:pt x="2086" y="3731"/>
                  </a:lnTo>
                  <a:lnTo>
                    <a:pt x="1925" y="3891"/>
                  </a:lnTo>
                  <a:lnTo>
                    <a:pt x="1705" y="4052"/>
                  </a:lnTo>
                  <a:lnTo>
                    <a:pt x="1464" y="4212"/>
                  </a:lnTo>
                  <a:lnTo>
                    <a:pt x="1344" y="4273"/>
                  </a:lnTo>
                  <a:lnTo>
                    <a:pt x="1223" y="4333"/>
                  </a:lnTo>
                  <a:lnTo>
                    <a:pt x="1103" y="4353"/>
                  </a:lnTo>
                  <a:lnTo>
                    <a:pt x="983" y="4373"/>
                  </a:lnTo>
                  <a:lnTo>
                    <a:pt x="883" y="4373"/>
                  </a:lnTo>
                  <a:lnTo>
                    <a:pt x="782" y="4333"/>
                  </a:lnTo>
                  <a:lnTo>
                    <a:pt x="682" y="4273"/>
                  </a:lnTo>
                  <a:lnTo>
                    <a:pt x="602" y="4172"/>
                  </a:lnTo>
                  <a:lnTo>
                    <a:pt x="522" y="4052"/>
                  </a:lnTo>
                  <a:lnTo>
                    <a:pt x="481" y="3891"/>
                  </a:lnTo>
                  <a:lnTo>
                    <a:pt x="421" y="3571"/>
                  </a:lnTo>
                  <a:lnTo>
                    <a:pt x="401" y="3250"/>
                  </a:lnTo>
                  <a:lnTo>
                    <a:pt x="401" y="2608"/>
                  </a:lnTo>
                  <a:lnTo>
                    <a:pt x="361" y="1345"/>
                  </a:lnTo>
                  <a:lnTo>
                    <a:pt x="321" y="703"/>
                  </a:lnTo>
                  <a:lnTo>
                    <a:pt x="261" y="81"/>
                  </a:lnTo>
                  <a:lnTo>
                    <a:pt x="241" y="21"/>
                  </a:lnTo>
                  <a:lnTo>
                    <a:pt x="2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8" name="Google Shape;5338;p21"/>
            <p:cNvSpPr/>
            <p:nvPr/>
          </p:nvSpPr>
          <p:spPr>
            <a:xfrm>
              <a:off x="11362125" y="3705800"/>
              <a:ext cx="135400" cy="75725"/>
            </a:xfrm>
            <a:custGeom>
              <a:avLst/>
              <a:gdLst/>
              <a:ahLst/>
              <a:cxnLst/>
              <a:rect l="l" t="t" r="r" b="b"/>
              <a:pathLst>
                <a:path w="5416" h="3029" extrusionOk="0">
                  <a:moveTo>
                    <a:pt x="2708" y="1"/>
                  </a:moveTo>
                  <a:lnTo>
                    <a:pt x="2327" y="21"/>
                  </a:lnTo>
                  <a:lnTo>
                    <a:pt x="1906" y="61"/>
                  </a:lnTo>
                  <a:lnTo>
                    <a:pt x="1484" y="141"/>
                  </a:lnTo>
                  <a:lnTo>
                    <a:pt x="1063" y="261"/>
                  </a:lnTo>
                  <a:lnTo>
                    <a:pt x="863" y="341"/>
                  </a:lnTo>
                  <a:lnTo>
                    <a:pt x="682" y="422"/>
                  </a:lnTo>
                  <a:lnTo>
                    <a:pt x="522" y="502"/>
                  </a:lnTo>
                  <a:lnTo>
                    <a:pt x="361" y="602"/>
                  </a:lnTo>
                  <a:lnTo>
                    <a:pt x="241" y="722"/>
                  </a:lnTo>
                  <a:lnTo>
                    <a:pt x="141" y="843"/>
                  </a:lnTo>
                  <a:lnTo>
                    <a:pt x="61" y="963"/>
                  </a:lnTo>
                  <a:lnTo>
                    <a:pt x="0" y="1104"/>
                  </a:lnTo>
                  <a:lnTo>
                    <a:pt x="0" y="1184"/>
                  </a:lnTo>
                  <a:lnTo>
                    <a:pt x="0" y="1244"/>
                  </a:lnTo>
                  <a:lnTo>
                    <a:pt x="61" y="1404"/>
                  </a:lnTo>
                  <a:lnTo>
                    <a:pt x="161" y="1565"/>
                  </a:lnTo>
                  <a:lnTo>
                    <a:pt x="301" y="1725"/>
                  </a:lnTo>
                  <a:lnTo>
                    <a:pt x="462" y="1886"/>
                  </a:lnTo>
                  <a:lnTo>
                    <a:pt x="662" y="2046"/>
                  </a:lnTo>
                  <a:lnTo>
                    <a:pt x="883" y="2207"/>
                  </a:lnTo>
                  <a:lnTo>
                    <a:pt x="1123" y="2367"/>
                  </a:lnTo>
                  <a:lnTo>
                    <a:pt x="1605" y="2628"/>
                  </a:lnTo>
                  <a:lnTo>
                    <a:pt x="2066" y="2848"/>
                  </a:lnTo>
                  <a:lnTo>
                    <a:pt x="2447" y="2989"/>
                  </a:lnTo>
                  <a:lnTo>
                    <a:pt x="2587" y="3029"/>
                  </a:lnTo>
                  <a:lnTo>
                    <a:pt x="2808" y="3029"/>
                  </a:lnTo>
                  <a:lnTo>
                    <a:pt x="2948" y="2989"/>
                  </a:lnTo>
                  <a:lnTo>
                    <a:pt x="3349" y="2848"/>
                  </a:lnTo>
                  <a:lnTo>
                    <a:pt x="3811" y="2628"/>
                  </a:lnTo>
                  <a:lnTo>
                    <a:pt x="4292" y="2367"/>
                  </a:lnTo>
                  <a:lnTo>
                    <a:pt x="4513" y="2207"/>
                  </a:lnTo>
                  <a:lnTo>
                    <a:pt x="4733" y="2046"/>
                  </a:lnTo>
                  <a:lnTo>
                    <a:pt x="4934" y="1886"/>
                  </a:lnTo>
                  <a:lnTo>
                    <a:pt x="5114" y="1725"/>
                  </a:lnTo>
                  <a:lnTo>
                    <a:pt x="5255" y="1565"/>
                  </a:lnTo>
                  <a:lnTo>
                    <a:pt x="5355" y="1404"/>
                  </a:lnTo>
                  <a:lnTo>
                    <a:pt x="5395" y="1244"/>
                  </a:lnTo>
                  <a:lnTo>
                    <a:pt x="5415" y="1184"/>
                  </a:lnTo>
                  <a:lnTo>
                    <a:pt x="5395" y="1104"/>
                  </a:lnTo>
                  <a:lnTo>
                    <a:pt x="5355" y="963"/>
                  </a:lnTo>
                  <a:lnTo>
                    <a:pt x="5275" y="843"/>
                  </a:lnTo>
                  <a:lnTo>
                    <a:pt x="5174" y="722"/>
                  </a:lnTo>
                  <a:lnTo>
                    <a:pt x="5034" y="602"/>
                  </a:lnTo>
                  <a:lnTo>
                    <a:pt x="4894" y="502"/>
                  </a:lnTo>
                  <a:lnTo>
                    <a:pt x="4713" y="422"/>
                  </a:lnTo>
                  <a:lnTo>
                    <a:pt x="4533" y="341"/>
                  </a:lnTo>
                  <a:lnTo>
                    <a:pt x="4352" y="261"/>
                  </a:lnTo>
                  <a:lnTo>
                    <a:pt x="3931" y="141"/>
                  </a:lnTo>
                  <a:lnTo>
                    <a:pt x="3490" y="61"/>
                  </a:lnTo>
                  <a:lnTo>
                    <a:pt x="3089" y="21"/>
                  </a:lnTo>
                  <a:lnTo>
                    <a:pt x="270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9" name="Google Shape;5339;p21"/>
            <p:cNvSpPr/>
            <p:nvPr/>
          </p:nvSpPr>
          <p:spPr>
            <a:xfrm>
              <a:off x="11226750" y="3687250"/>
              <a:ext cx="75225" cy="75225"/>
            </a:xfrm>
            <a:custGeom>
              <a:avLst/>
              <a:gdLst/>
              <a:ahLst/>
              <a:cxnLst/>
              <a:rect l="l" t="t" r="r" b="b"/>
              <a:pathLst>
                <a:path w="3009" h="3009" extrusionOk="0">
                  <a:moveTo>
                    <a:pt x="1384" y="1"/>
                  </a:moveTo>
                  <a:lnTo>
                    <a:pt x="1204" y="41"/>
                  </a:lnTo>
                  <a:lnTo>
                    <a:pt x="1043" y="81"/>
                  </a:lnTo>
                  <a:lnTo>
                    <a:pt x="883" y="141"/>
                  </a:lnTo>
                  <a:lnTo>
                    <a:pt x="723" y="221"/>
                  </a:lnTo>
                  <a:lnTo>
                    <a:pt x="582" y="321"/>
                  </a:lnTo>
                  <a:lnTo>
                    <a:pt x="462" y="422"/>
                  </a:lnTo>
                  <a:lnTo>
                    <a:pt x="342" y="562"/>
                  </a:lnTo>
                  <a:lnTo>
                    <a:pt x="241" y="682"/>
                  </a:lnTo>
                  <a:lnTo>
                    <a:pt x="161" y="823"/>
                  </a:lnTo>
                  <a:lnTo>
                    <a:pt x="101" y="983"/>
                  </a:lnTo>
                  <a:lnTo>
                    <a:pt x="41" y="1144"/>
                  </a:lnTo>
                  <a:lnTo>
                    <a:pt x="21" y="1304"/>
                  </a:lnTo>
                  <a:lnTo>
                    <a:pt x="1" y="1485"/>
                  </a:lnTo>
                  <a:lnTo>
                    <a:pt x="1" y="1665"/>
                  </a:lnTo>
                  <a:lnTo>
                    <a:pt x="41" y="1825"/>
                  </a:lnTo>
                  <a:lnTo>
                    <a:pt x="81" y="2006"/>
                  </a:lnTo>
                  <a:lnTo>
                    <a:pt x="181" y="2207"/>
                  </a:lnTo>
                  <a:lnTo>
                    <a:pt x="281" y="2387"/>
                  </a:lnTo>
                  <a:lnTo>
                    <a:pt x="402" y="2547"/>
                  </a:lnTo>
                  <a:lnTo>
                    <a:pt x="562" y="2688"/>
                  </a:lnTo>
                  <a:lnTo>
                    <a:pt x="723" y="2808"/>
                  </a:lnTo>
                  <a:lnTo>
                    <a:pt x="903" y="2908"/>
                  </a:lnTo>
                  <a:lnTo>
                    <a:pt x="1104" y="2969"/>
                  </a:lnTo>
                  <a:lnTo>
                    <a:pt x="1304" y="3009"/>
                  </a:lnTo>
                  <a:lnTo>
                    <a:pt x="1645" y="3009"/>
                  </a:lnTo>
                  <a:lnTo>
                    <a:pt x="1806" y="2969"/>
                  </a:lnTo>
                  <a:lnTo>
                    <a:pt x="1966" y="2928"/>
                  </a:lnTo>
                  <a:lnTo>
                    <a:pt x="2106" y="2888"/>
                  </a:lnTo>
                  <a:lnTo>
                    <a:pt x="2247" y="2808"/>
                  </a:lnTo>
                  <a:lnTo>
                    <a:pt x="2367" y="2728"/>
                  </a:lnTo>
                  <a:lnTo>
                    <a:pt x="2487" y="2648"/>
                  </a:lnTo>
                  <a:lnTo>
                    <a:pt x="2588" y="2547"/>
                  </a:lnTo>
                  <a:lnTo>
                    <a:pt x="2668" y="2447"/>
                  </a:lnTo>
                  <a:lnTo>
                    <a:pt x="2768" y="2327"/>
                  </a:lnTo>
                  <a:lnTo>
                    <a:pt x="2828" y="2207"/>
                  </a:lnTo>
                  <a:lnTo>
                    <a:pt x="2888" y="2086"/>
                  </a:lnTo>
                  <a:lnTo>
                    <a:pt x="2949" y="1966"/>
                  </a:lnTo>
                  <a:lnTo>
                    <a:pt x="2969" y="1846"/>
                  </a:lnTo>
                  <a:lnTo>
                    <a:pt x="2989" y="1705"/>
                  </a:lnTo>
                  <a:lnTo>
                    <a:pt x="3009" y="1525"/>
                  </a:lnTo>
                  <a:lnTo>
                    <a:pt x="2989" y="1364"/>
                  </a:lnTo>
                  <a:lnTo>
                    <a:pt x="2969" y="1204"/>
                  </a:lnTo>
                  <a:lnTo>
                    <a:pt x="2929" y="1043"/>
                  </a:lnTo>
                  <a:lnTo>
                    <a:pt x="2848" y="883"/>
                  </a:lnTo>
                  <a:lnTo>
                    <a:pt x="2788" y="743"/>
                  </a:lnTo>
                  <a:lnTo>
                    <a:pt x="2688" y="602"/>
                  </a:lnTo>
                  <a:lnTo>
                    <a:pt x="2588" y="482"/>
                  </a:lnTo>
                  <a:lnTo>
                    <a:pt x="2467" y="361"/>
                  </a:lnTo>
                  <a:lnTo>
                    <a:pt x="2347" y="261"/>
                  </a:lnTo>
                  <a:lnTo>
                    <a:pt x="2207" y="181"/>
                  </a:lnTo>
                  <a:lnTo>
                    <a:pt x="2046" y="101"/>
                  </a:lnTo>
                  <a:lnTo>
                    <a:pt x="1906" y="61"/>
                  </a:lnTo>
                  <a:lnTo>
                    <a:pt x="1745" y="21"/>
                  </a:lnTo>
                  <a:lnTo>
                    <a:pt x="15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0" name="Google Shape;5340;p21"/>
            <p:cNvSpPr/>
            <p:nvPr/>
          </p:nvSpPr>
          <p:spPr>
            <a:xfrm>
              <a:off x="11154550" y="3736875"/>
              <a:ext cx="74725" cy="101800"/>
            </a:xfrm>
            <a:custGeom>
              <a:avLst/>
              <a:gdLst/>
              <a:ahLst/>
              <a:cxnLst/>
              <a:rect l="l" t="t" r="r" b="b"/>
              <a:pathLst>
                <a:path w="2989" h="4072" extrusionOk="0">
                  <a:moveTo>
                    <a:pt x="983" y="1"/>
                  </a:moveTo>
                  <a:lnTo>
                    <a:pt x="803" y="21"/>
                  </a:lnTo>
                  <a:lnTo>
                    <a:pt x="602" y="41"/>
                  </a:lnTo>
                  <a:lnTo>
                    <a:pt x="382" y="101"/>
                  </a:lnTo>
                  <a:lnTo>
                    <a:pt x="201" y="161"/>
                  </a:lnTo>
                  <a:lnTo>
                    <a:pt x="1" y="242"/>
                  </a:lnTo>
                  <a:lnTo>
                    <a:pt x="81" y="743"/>
                  </a:lnTo>
                  <a:lnTo>
                    <a:pt x="141" y="1244"/>
                  </a:lnTo>
                  <a:lnTo>
                    <a:pt x="241" y="1726"/>
                  </a:lnTo>
                  <a:lnTo>
                    <a:pt x="362" y="2207"/>
                  </a:lnTo>
                  <a:lnTo>
                    <a:pt x="482" y="2688"/>
                  </a:lnTo>
                  <a:lnTo>
                    <a:pt x="643" y="3149"/>
                  </a:lnTo>
                  <a:lnTo>
                    <a:pt x="823" y="3611"/>
                  </a:lnTo>
                  <a:lnTo>
                    <a:pt x="1044" y="4072"/>
                  </a:lnTo>
                  <a:lnTo>
                    <a:pt x="1244" y="4052"/>
                  </a:lnTo>
                  <a:lnTo>
                    <a:pt x="1425" y="4012"/>
                  </a:lnTo>
                  <a:lnTo>
                    <a:pt x="1605" y="3972"/>
                  </a:lnTo>
                  <a:lnTo>
                    <a:pt x="1786" y="3891"/>
                  </a:lnTo>
                  <a:lnTo>
                    <a:pt x="1946" y="3811"/>
                  </a:lnTo>
                  <a:lnTo>
                    <a:pt x="2107" y="3711"/>
                  </a:lnTo>
                  <a:lnTo>
                    <a:pt x="2247" y="3611"/>
                  </a:lnTo>
                  <a:lnTo>
                    <a:pt x="2387" y="3490"/>
                  </a:lnTo>
                  <a:lnTo>
                    <a:pt x="2508" y="3370"/>
                  </a:lnTo>
                  <a:lnTo>
                    <a:pt x="2608" y="3230"/>
                  </a:lnTo>
                  <a:lnTo>
                    <a:pt x="2708" y="3089"/>
                  </a:lnTo>
                  <a:lnTo>
                    <a:pt x="2788" y="2949"/>
                  </a:lnTo>
                  <a:lnTo>
                    <a:pt x="2869" y="2788"/>
                  </a:lnTo>
                  <a:lnTo>
                    <a:pt x="2909" y="2628"/>
                  </a:lnTo>
                  <a:lnTo>
                    <a:pt x="2949" y="2468"/>
                  </a:lnTo>
                  <a:lnTo>
                    <a:pt x="2989" y="2307"/>
                  </a:lnTo>
                  <a:lnTo>
                    <a:pt x="2989" y="2087"/>
                  </a:lnTo>
                  <a:lnTo>
                    <a:pt x="2989" y="1866"/>
                  </a:lnTo>
                  <a:lnTo>
                    <a:pt x="2949" y="1665"/>
                  </a:lnTo>
                  <a:lnTo>
                    <a:pt x="2889" y="1445"/>
                  </a:lnTo>
                  <a:lnTo>
                    <a:pt x="2808" y="1244"/>
                  </a:lnTo>
                  <a:lnTo>
                    <a:pt x="2728" y="1064"/>
                  </a:lnTo>
                  <a:lnTo>
                    <a:pt x="2608" y="883"/>
                  </a:lnTo>
                  <a:lnTo>
                    <a:pt x="2488" y="703"/>
                  </a:lnTo>
                  <a:lnTo>
                    <a:pt x="2327" y="562"/>
                  </a:lnTo>
                  <a:lnTo>
                    <a:pt x="2187" y="422"/>
                  </a:lnTo>
                  <a:lnTo>
                    <a:pt x="2006" y="302"/>
                  </a:lnTo>
                  <a:lnTo>
                    <a:pt x="1826" y="201"/>
                  </a:lnTo>
                  <a:lnTo>
                    <a:pt x="1625" y="121"/>
                  </a:lnTo>
                  <a:lnTo>
                    <a:pt x="1425" y="61"/>
                  </a:lnTo>
                  <a:lnTo>
                    <a:pt x="1204" y="21"/>
                  </a:lnTo>
                  <a:lnTo>
                    <a:pt x="98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1" name="Google Shape;5341;p21"/>
            <p:cNvSpPr/>
            <p:nvPr/>
          </p:nvSpPr>
          <p:spPr>
            <a:xfrm>
              <a:off x="11154550" y="3736875"/>
              <a:ext cx="74725" cy="101800"/>
            </a:xfrm>
            <a:custGeom>
              <a:avLst/>
              <a:gdLst/>
              <a:ahLst/>
              <a:cxnLst/>
              <a:rect l="l" t="t" r="r" b="b"/>
              <a:pathLst>
                <a:path w="2989" h="4072" fill="none" extrusionOk="0">
                  <a:moveTo>
                    <a:pt x="983" y="1"/>
                  </a:moveTo>
                  <a:lnTo>
                    <a:pt x="983" y="1"/>
                  </a:lnTo>
                  <a:lnTo>
                    <a:pt x="803" y="21"/>
                  </a:lnTo>
                  <a:lnTo>
                    <a:pt x="803" y="21"/>
                  </a:lnTo>
                  <a:lnTo>
                    <a:pt x="602" y="41"/>
                  </a:lnTo>
                  <a:lnTo>
                    <a:pt x="382" y="101"/>
                  </a:lnTo>
                  <a:lnTo>
                    <a:pt x="201" y="161"/>
                  </a:lnTo>
                  <a:lnTo>
                    <a:pt x="1" y="242"/>
                  </a:lnTo>
                  <a:lnTo>
                    <a:pt x="1" y="242"/>
                  </a:lnTo>
                  <a:lnTo>
                    <a:pt x="81" y="743"/>
                  </a:lnTo>
                  <a:lnTo>
                    <a:pt x="141" y="1244"/>
                  </a:lnTo>
                  <a:lnTo>
                    <a:pt x="241" y="1726"/>
                  </a:lnTo>
                  <a:lnTo>
                    <a:pt x="362" y="2207"/>
                  </a:lnTo>
                  <a:lnTo>
                    <a:pt x="482" y="2688"/>
                  </a:lnTo>
                  <a:lnTo>
                    <a:pt x="643" y="3149"/>
                  </a:lnTo>
                  <a:lnTo>
                    <a:pt x="823" y="3611"/>
                  </a:lnTo>
                  <a:lnTo>
                    <a:pt x="1044" y="4072"/>
                  </a:lnTo>
                  <a:lnTo>
                    <a:pt x="1044" y="4072"/>
                  </a:lnTo>
                  <a:lnTo>
                    <a:pt x="1244" y="4052"/>
                  </a:lnTo>
                  <a:lnTo>
                    <a:pt x="1425" y="4012"/>
                  </a:lnTo>
                  <a:lnTo>
                    <a:pt x="1605" y="3972"/>
                  </a:lnTo>
                  <a:lnTo>
                    <a:pt x="1786" y="3891"/>
                  </a:lnTo>
                  <a:lnTo>
                    <a:pt x="1946" y="3811"/>
                  </a:lnTo>
                  <a:lnTo>
                    <a:pt x="2107" y="3711"/>
                  </a:lnTo>
                  <a:lnTo>
                    <a:pt x="2247" y="3611"/>
                  </a:lnTo>
                  <a:lnTo>
                    <a:pt x="2387" y="3490"/>
                  </a:lnTo>
                  <a:lnTo>
                    <a:pt x="2508" y="3370"/>
                  </a:lnTo>
                  <a:lnTo>
                    <a:pt x="2608" y="3230"/>
                  </a:lnTo>
                  <a:lnTo>
                    <a:pt x="2708" y="3089"/>
                  </a:lnTo>
                  <a:lnTo>
                    <a:pt x="2788" y="2949"/>
                  </a:lnTo>
                  <a:lnTo>
                    <a:pt x="2869" y="2788"/>
                  </a:lnTo>
                  <a:lnTo>
                    <a:pt x="2909" y="2628"/>
                  </a:lnTo>
                  <a:lnTo>
                    <a:pt x="2949" y="2468"/>
                  </a:lnTo>
                  <a:lnTo>
                    <a:pt x="2989" y="2307"/>
                  </a:lnTo>
                  <a:lnTo>
                    <a:pt x="2989" y="2307"/>
                  </a:lnTo>
                  <a:lnTo>
                    <a:pt x="2989" y="2087"/>
                  </a:lnTo>
                  <a:lnTo>
                    <a:pt x="2989" y="1866"/>
                  </a:lnTo>
                  <a:lnTo>
                    <a:pt x="2949" y="1665"/>
                  </a:lnTo>
                  <a:lnTo>
                    <a:pt x="2889" y="1445"/>
                  </a:lnTo>
                  <a:lnTo>
                    <a:pt x="2808" y="1244"/>
                  </a:lnTo>
                  <a:lnTo>
                    <a:pt x="2728" y="1064"/>
                  </a:lnTo>
                  <a:lnTo>
                    <a:pt x="2608" y="883"/>
                  </a:lnTo>
                  <a:lnTo>
                    <a:pt x="2488" y="703"/>
                  </a:lnTo>
                  <a:lnTo>
                    <a:pt x="2327" y="562"/>
                  </a:lnTo>
                  <a:lnTo>
                    <a:pt x="2187" y="422"/>
                  </a:lnTo>
                  <a:lnTo>
                    <a:pt x="2006" y="302"/>
                  </a:lnTo>
                  <a:lnTo>
                    <a:pt x="1826" y="201"/>
                  </a:lnTo>
                  <a:lnTo>
                    <a:pt x="1625" y="121"/>
                  </a:lnTo>
                  <a:lnTo>
                    <a:pt x="1425" y="61"/>
                  </a:lnTo>
                  <a:lnTo>
                    <a:pt x="1204" y="21"/>
                  </a:lnTo>
                  <a:lnTo>
                    <a:pt x="983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2" name="Google Shape;5342;p21"/>
            <p:cNvSpPr/>
            <p:nvPr/>
          </p:nvSpPr>
          <p:spPr>
            <a:xfrm>
              <a:off x="11127975" y="3742900"/>
              <a:ext cx="52675" cy="95775"/>
            </a:xfrm>
            <a:custGeom>
              <a:avLst/>
              <a:gdLst/>
              <a:ahLst/>
              <a:cxnLst/>
              <a:rect l="l" t="t" r="r" b="b"/>
              <a:pathLst>
                <a:path w="2107" h="3831" extrusionOk="0">
                  <a:moveTo>
                    <a:pt x="1064" y="1"/>
                  </a:moveTo>
                  <a:lnTo>
                    <a:pt x="923" y="101"/>
                  </a:lnTo>
                  <a:lnTo>
                    <a:pt x="763" y="201"/>
                  </a:lnTo>
                  <a:lnTo>
                    <a:pt x="643" y="321"/>
                  </a:lnTo>
                  <a:lnTo>
                    <a:pt x="522" y="442"/>
                  </a:lnTo>
                  <a:lnTo>
                    <a:pt x="402" y="582"/>
                  </a:lnTo>
                  <a:lnTo>
                    <a:pt x="302" y="723"/>
                  </a:lnTo>
                  <a:lnTo>
                    <a:pt x="222" y="883"/>
                  </a:lnTo>
                  <a:lnTo>
                    <a:pt x="141" y="1043"/>
                  </a:lnTo>
                  <a:lnTo>
                    <a:pt x="81" y="1204"/>
                  </a:lnTo>
                  <a:lnTo>
                    <a:pt x="41" y="1384"/>
                  </a:lnTo>
                  <a:lnTo>
                    <a:pt x="1" y="1565"/>
                  </a:lnTo>
                  <a:lnTo>
                    <a:pt x="1" y="1745"/>
                  </a:lnTo>
                  <a:lnTo>
                    <a:pt x="1" y="1926"/>
                  </a:lnTo>
                  <a:lnTo>
                    <a:pt x="21" y="2106"/>
                  </a:lnTo>
                  <a:lnTo>
                    <a:pt x="61" y="2287"/>
                  </a:lnTo>
                  <a:lnTo>
                    <a:pt x="121" y="2487"/>
                  </a:lnTo>
                  <a:lnTo>
                    <a:pt x="222" y="2748"/>
                  </a:lnTo>
                  <a:lnTo>
                    <a:pt x="382" y="2989"/>
                  </a:lnTo>
                  <a:lnTo>
                    <a:pt x="542" y="3209"/>
                  </a:lnTo>
                  <a:lnTo>
                    <a:pt x="743" y="3390"/>
                  </a:lnTo>
                  <a:lnTo>
                    <a:pt x="964" y="3550"/>
                  </a:lnTo>
                  <a:lnTo>
                    <a:pt x="1204" y="3691"/>
                  </a:lnTo>
                  <a:lnTo>
                    <a:pt x="1485" y="3771"/>
                  </a:lnTo>
                  <a:lnTo>
                    <a:pt x="1766" y="3831"/>
                  </a:lnTo>
                  <a:lnTo>
                    <a:pt x="2107" y="3831"/>
                  </a:lnTo>
                  <a:lnTo>
                    <a:pt x="1886" y="3370"/>
                  </a:lnTo>
                  <a:lnTo>
                    <a:pt x="1706" y="2908"/>
                  </a:lnTo>
                  <a:lnTo>
                    <a:pt x="1545" y="2447"/>
                  </a:lnTo>
                  <a:lnTo>
                    <a:pt x="1425" y="1966"/>
                  </a:lnTo>
                  <a:lnTo>
                    <a:pt x="1304" y="1485"/>
                  </a:lnTo>
                  <a:lnTo>
                    <a:pt x="1204" y="1003"/>
                  </a:lnTo>
                  <a:lnTo>
                    <a:pt x="1144" y="502"/>
                  </a:lnTo>
                  <a:lnTo>
                    <a:pt x="1064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3" name="Google Shape;5343;p21"/>
            <p:cNvSpPr/>
            <p:nvPr/>
          </p:nvSpPr>
          <p:spPr>
            <a:xfrm>
              <a:off x="11127975" y="3742900"/>
              <a:ext cx="52675" cy="95775"/>
            </a:xfrm>
            <a:custGeom>
              <a:avLst/>
              <a:gdLst/>
              <a:ahLst/>
              <a:cxnLst/>
              <a:rect l="l" t="t" r="r" b="b"/>
              <a:pathLst>
                <a:path w="2107" h="3831" fill="none" extrusionOk="0">
                  <a:moveTo>
                    <a:pt x="1064" y="1"/>
                  </a:moveTo>
                  <a:lnTo>
                    <a:pt x="1064" y="1"/>
                  </a:lnTo>
                  <a:lnTo>
                    <a:pt x="923" y="101"/>
                  </a:lnTo>
                  <a:lnTo>
                    <a:pt x="763" y="201"/>
                  </a:lnTo>
                  <a:lnTo>
                    <a:pt x="643" y="321"/>
                  </a:lnTo>
                  <a:lnTo>
                    <a:pt x="522" y="442"/>
                  </a:lnTo>
                  <a:lnTo>
                    <a:pt x="402" y="582"/>
                  </a:lnTo>
                  <a:lnTo>
                    <a:pt x="302" y="723"/>
                  </a:lnTo>
                  <a:lnTo>
                    <a:pt x="222" y="883"/>
                  </a:lnTo>
                  <a:lnTo>
                    <a:pt x="141" y="1043"/>
                  </a:lnTo>
                  <a:lnTo>
                    <a:pt x="81" y="1204"/>
                  </a:lnTo>
                  <a:lnTo>
                    <a:pt x="41" y="1384"/>
                  </a:lnTo>
                  <a:lnTo>
                    <a:pt x="1" y="1565"/>
                  </a:lnTo>
                  <a:lnTo>
                    <a:pt x="1" y="1745"/>
                  </a:lnTo>
                  <a:lnTo>
                    <a:pt x="1" y="1926"/>
                  </a:lnTo>
                  <a:lnTo>
                    <a:pt x="21" y="2106"/>
                  </a:lnTo>
                  <a:lnTo>
                    <a:pt x="61" y="2287"/>
                  </a:lnTo>
                  <a:lnTo>
                    <a:pt x="121" y="2487"/>
                  </a:lnTo>
                  <a:lnTo>
                    <a:pt x="121" y="2487"/>
                  </a:lnTo>
                  <a:lnTo>
                    <a:pt x="222" y="2748"/>
                  </a:lnTo>
                  <a:lnTo>
                    <a:pt x="382" y="2989"/>
                  </a:lnTo>
                  <a:lnTo>
                    <a:pt x="542" y="3209"/>
                  </a:lnTo>
                  <a:lnTo>
                    <a:pt x="743" y="3390"/>
                  </a:lnTo>
                  <a:lnTo>
                    <a:pt x="964" y="3550"/>
                  </a:lnTo>
                  <a:lnTo>
                    <a:pt x="1204" y="3691"/>
                  </a:lnTo>
                  <a:lnTo>
                    <a:pt x="1485" y="3771"/>
                  </a:lnTo>
                  <a:lnTo>
                    <a:pt x="1766" y="3831"/>
                  </a:lnTo>
                  <a:lnTo>
                    <a:pt x="1766" y="3831"/>
                  </a:lnTo>
                  <a:lnTo>
                    <a:pt x="1986" y="3831"/>
                  </a:lnTo>
                  <a:lnTo>
                    <a:pt x="1986" y="3831"/>
                  </a:lnTo>
                  <a:lnTo>
                    <a:pt x="2107" y="3831"/>
                  </a:lnTo>
                  <a:lnTo>
                    <a:pt x="2107" y="3831"/>
                  </a:lnTo>
                  <a:lnTo>
                    <a:pt x="1886" y="3370"/>
                  </a:lnTo>
                  <a:lnTo>
                    <a:pt x="1706" y="2908"/>
                  </a:lnTo>
                  <a:lnTo>
                    <a:pt x="1545" y="2447"/>
                  </a:lnTo>
                  <a:lnTo>
                    <a:pt x="1425" y="1966"/>
                  </a:lnTo>
                  <a:lnTo>
                    <a:pt x="1304" y="1485"/>
                  </a:lnTo>
                  <a:lnTo>
                    <a:pt x="1204" y="1003"/>
                  </a:lnTo>
                  <a:lnTo>
                    <a:pt x="1144" y="502"/>
                  </a:lnTo>
                  <a:lnTo>
                    <a:pt x="1064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4" name="Google Shape;5344;p21"/>
            <p:cNvSpPr/>
            <p:nvPr/>
          </p:nvSpPr>
          <p:spPr>
            <a:xfrm>
              <a:off x="11629850" y="3736875"/>
              <a:ext cx="101800" cy="101800"/>
            </a:xfrm>
            <a:custGeom>
              <a:avLst/>
              <a:gdLst/>
              <a:ahLst/>
              <a:cxnLst/>
              <a:rect l="l" t="t" r="r" b="b"/>
              <a:pathLst>
                <a:path w="4072" h="4072" extrusionOk="0">
                  <a:moveTo>
                    <a:pt x="2066" y="1"/>
                  </a:moveTo>
                  <a:lnTo>
                    <a:pt x="1886" y="21"/>
                  </a:lnTo>
                  <a:lnTo>
                    <a:pt x="1645" y="41"/>
                  </a:lnTo>
                  <a:lnTo>
                    <a:pt x="1404" y="121"/>
                  </a:lnTo>
                  <a:lnTo>
                    <a:pt x="1184" y="201"/>
                  </a:lnTo>
                  <a:lnTo>
                    <a:pt x="983" y="302"/>
                  </a:lnTo>
                  <a:lnTo>
                    <a:pt x="803" y="442"/>
                  </a:lnTo>
                  <a:lnTo>
                    <a:pt x="622" y="582"/>
                  </a:lnTo>
                  <a:lnTo>
                    <a:pt x="482" y="763"/>
                  </a:lnTo>
                  <a:lnTo>
                    <a:pt x="341" y="943"/>
                  </a:lnTo>
                  <a:lnTo>
                    <a:pt x="221" y="1124"/>
                  </a:lnTo>
                  <a:lnTo>
                    <a:pt x="141" y="1345"/>
                  </a:lnTo>
                  <a:lnTo>
                    <a:pt x="61" y="1545"/>
                  </a:lnTo>
                  <a:lnTo>
                    <a:pt x="21" y="1786"/>
                  </a:lnTo>
                  <a:lnTo>
                    <a:pt x="0" y="2006"/>
                  </a:lnTo>
                  <a:lnTo>
                    <a:pt x="21" y="2247"/>
                  </a:lnTo>
                  <a:lnTo>
                    <a:pt x="61" y="2488"/>
                  </a:lnTo>
                  <a:lnTo>
                    <a:pt x="141" y="2728"/>
                  </a:lnTo>
                  <a:lnTo>
                    <a:pt x="241" y="2989"/>
                  </a:lnTo>
                  <a:lnTo>
                    <a:pt x="381" y="3230"/>
                  </a:lnTo>
                  <a:lnTo>
                    <a:pt x="562" y="3450"/>
                  </a:lnTo>
                  <a:lnTo>
                    <a:pt x="763" y="3631"/>
                  </a:lnTo>
                  <a:lnTo>
                    <a:pt x="983" y="3791"/>
                  </a:lnTo>
                  <a:lnTo>
                    <a:pt x="1224" y="3932"/>
                  </a:lnTo>
                  <a:lnTo>
                    <a:pt x="1484" y="4012"/>
                  </a:lnTo>
                  <a:lnTo>
                    <a:pt x="1765" y="4072"/>
                  </a:lnTo>
                  <a:lnTo>
                    <a:pt x="2206" y="4072"/>
                  </a:lnTo>
                  <a:lnTo>
                    <a:pt x="2427" y="4032"/>
                  </a:lnTo>
                  <a:lnTo>
                    <a:pt x="2608" y="3992"/>
                  </a:lnTo>
                  <a:lnTo>
                    <a:pt x="2788" y="3932"/>
                  </a:lnTo>
                  <a:lnTo>
                    <a:pt x="2969" y="3851"/>
                  </a:lnTo>
                  <a:lnTo>
                    <a:pt x="3129" y="3751"/>
                  </a:lnTo>
                  <a:lnTo>
                    <a:pt x="3289" y="3651"/>
                  </a:lnTo>
                  <a:lnTo>
                    <a:pt x="3430" y="3531"/>
                  </a:lnTo>
                  <a:lnTo>
                    <a:pt x="3550" y="3390"/>
                  </a:lnTo>
                  <a:lnTo>
                    <a:pt x="3670" y="3250"/>
                  </a:lnTo>
                  <a:lnTo>
                    <a:pt x="3771" y="3109"/>
                  </a:lnTo>
                  <a:lnTo>
                    <a:pt x="3851" y="2969"/>
                  </a:lnTo>
                  <a:lnTo>
                    <a:pt x="3931" y="2809"/>
                  </a:lnTo>
                  <a:lnTo>
                    <a:pt x="3991" y="2648"/>
                  </a:lnTo>
                  <a:lnTo>
                    <a:pt x="4031" y="2488"/>
                  </a:lnTo>
                  <a:lnTo>
                    <a:pt x="4051" y="2307"/>
                  </a:lnTo>
                  <a:lnTo>
                    <a:pt x="4072" y="2087"/>
                  </a:lnTo>
                  <a:lnTo>
                    <a:pt x="4051" y="1866"/>
                  </a:lnTo>
                  <a:lnTo>
                    <a:pt x="4031" y="1665"/>
                  </a:lnTo>
                  <a:lnTo>
                    <a:pt x="3971" y="1445"/>
                  </a:lnTo>
                  <a:lnTo>
                    <a:pt x="3891" y="1244"/>
                  </a:lnTo>
                  <a:lnTo>
                    <a:pt x="3791" y="1064"/>
                  </a:lnTo>
                  <a:lnTo>
                    <a:pt x="3690" y="883"/>
                  </a:lnTo>
                  <a:lnTo>
                    <a:pt x="3550" y="703"/>
                  </a:lnTo>
                  <a:lnTo>
                    <a:pt x="3410" y="562"/>
                  </a:lnTo>
                  <a:lnTo>
                    <a:pt x="3249" y="422"/>
                  </a:lnTo>
                  <a:lnTo>
                    <a:pt x="3089" y="302"/>
                  </a:lnTo>
                  <a:lnTo>
                    <a:pt x="2908" y="201"/>
                  </a:lnTo>
                  <a:lnTo>
                    <a:pt x="2708" y="121"/>
                  </a:lnTo>
                  <a:lnTo>
                    <a:pt x="2507" y="61"/>
                  </a:lnTo>
                  <a:lnTo>
                    <a:pt x="2287" y="21"/>
                  </a:lnTo>
                  <a:lnTo>
                    <a:pt x="206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5" name="Google Shape;5345;p21"/>
            <p:cNvSpPr/>
            <p:nvPr/>
          </p:nvSpPr>
          <p:spPr>
            <a:xfrm>
              <a:off x="11629850" y="3736875"/>
              <a:ext cx="101800" cy="101800"/>
            </a:xfrm>
            <a:custGeom>
              <a:avLst/>
              <a:gdLst/>
              <a:ahLst/>
              <a:cxnLst/>
              <a:rect l="l" t="t" r="r" b="b"/>
              <a:pathLst>
                <a:path w="4072" h="4072" fill="none" extrusionOk="0">
                  <a:moveTo>
                    <a:pt x="2066" y="1"/>
                  </a:moveTo>
                  <a:lnTo>
                    <a:pt x="2066" y="1"/>
                  </a:lnTo>
                  <a:lnTo>
                    <a:pt x="1886" y="21"/>
                  </a:lnTo>
                  <a:lnTo>
                    <a:pt x="1886" y="21"/>
                  </a:lnTo>
                  <a:lnTo>
                    <a:pt x="1645" y="41"/>
                  </a:lnTo>
                  <a:lnTo>
                    <a:pt x="1404" y="121"/>
                  </a:lnTo>
                  <a:lnTo>
                    <a:pt x="1184" y="201"/>
                  </a:lnTo>
                  <a:lnTo>
                    <a:pt x="983" y="302"/>
                  </a:lnTo>
                  <a:lnTo>
                    <a:pt x="803" y="442"/>
                  </a:lnTo>
                  <a:lnTo>
                    <a:pt x="622" y="582"/>
                  </a:lnTo>
                  <a:lnTo>
                    <a:pt x="482" y="763"/>
                  </a:lnTo>
                  <a:lnTo>
                    <a:pt x="341" y="943"/>
                  </a:lnTo>
                  <a:lnTo>
                    <a:pt x="221" y="1124"/>
                  </a:lnTo>
                  <a:lnTo>
                    <a:pt x="141" y="1345"/>
                  </a:lnTo>
                  <a:lnTo>
                    <a:pt x="61" y="1545"/>
                  </a:lnTo>
                  <a:lnTo>
                    <a:pt x="21" y="1786"/>
                  </a:lnTo>
                  <a:lnTo>
                    <a:pt x="0" y="2006"/>
                  </a:lnTo>
                  <a:lnTo>
                    <a:pt x="21" y="2247"/>
                  </a:lnTo>
                  <a:lnTo>
                    <a:pt x="61" y="2488"/>
                  </a:lnTo>
                  <a:lnTo>
                    <a:pt x="141" y="2728"/>
                  </a:lnTo>
                  <a:lnTo>
                    <a:pt x="141" y="2728"/>
                  </a:lnTo>
                  <a:lnTo>
                    <a:pt x="241" y="2989"/>
                  </a:lnTo>
                  <a:lnTo>
                    <a:pt x="381" y="3230"/>
                  </a:lnTo>
                  <a:lnTo>
                    <a:pt x="562" y="3450"/>
                  </a:lnTo>
                  <a:lnTo>
                    <a:pt x="763" y="3631"/>
                  </a:lnTo>
                  <a:lnTo>
                    <a:pt x="983" y="3791"/>
                  </a:lnTo>
                  <a:lnTo>
                    <a:pt x="1224" y="3932"/>
                  </a:lnTo>
                  <a:lnTo>
                    <a:pt x="1484" y="4012"/>
                  </a:lnTo>
                  <a:lnTo>
                    <a:pt x="1765" y="4072"/>
                  </a:lnTo>
                  <a:lnTo>
                    <a:pt x="1765" y="4072"/>
                  </a:lnTo>
                  <a:lnTo>
                    <a:pt x="2006" y="4072"/>
                  </a:lnTo>
                  <a:lnTo>
                    <a:pt x="2006" y="4072"/>
                  </a:lnTo>
                  <a:lnTo>
                    <a:pt x="2206" y="4072"/>
                  </a:lnTo>
                  <a:lnTo>
                    <a:pt x="2427" y="4032"/>
                  </a:lnTo>
                  <a:lnTo>
                    <a:pt x="2608" y="3992"/>
                  </a:lnTo>
                  <a:lnTo>
                    <a:pt x="2788" y="3932"/>
                  </a:lnTo>
                  <a:lnTo>
                    <a:pt x="2969" y="3851"/>
                  </a:lnTo>
                  <a:lnTo>
                    <a:pt x="3129" y="3751"/>
                  </a:lnTo>
                  <a:lnTo>
                    <a:pt x="3289" y="3651"/>
                  </a:lnTo>
                  <a:lnTo>
                    <a:pt x="3430" y="3531"/>
                  </a:lnTo>
                  <a:lnTo>
                    <a:pt x="3550" y="3390"/>
                  </a:lnTo>
                  <a:lnTo>
                    <a:pt x="3670" y="3250"/>
                  </a:lnTo>
                  <a:lnTo>
                    <a:pt x="3771" y="3109"/>
                  </a:lnTo>
                  <a:lnTo>
                    <a:pt x="3851" y="2969"/>
                  </a:lnTo>
                  <a:lnTo>
                    <a:pt x="3931" y="2809"/>
                  </a:lnTo>
                  <a:lnTo>
                    <a:pt x="3991" y="2648"/>
                  </a:lnTo>
                  <a:lnTo>
                    <a:pt x="4031" y="2488"/>
                  </a:lnTo>
                  <a:lnTo>
                    <a:pt x="4051" y="2307"/>
                  </a:lnTo>
                  <a:lnTo>
                    <a:pt x="4051" y="2307"/>
                  </a:lnTo>
                  <a:lnTo>
                    <a:pt x="4072" y="2087"/>
                  </a:lnTo>
                  <a:lnTo>
                    <a:pt x="4051" y="1866"/>
                  </a:lnTo>
                  <a:lnTo>
                    <a:pt x="4031" y="1665"/>
                  </a:lnTo>
                  <a:lnTo>
                    <a:pt x="3971" y="1445"/>
                  </a:lnTo>
                  <a:lnTo>
                    <a:pt x="3891" y="1244"/>
                  </a:lnTo>
                  <a:lnTo>
                    <a:pt x="3791" y="1064"/>
                  </a:lnTo>
                  <a:lnTo>
                    <a:pt x="3690" y="883"/>
                  </a:lnTo>
                  <a:lnTo>
                    <a:pt x="3550" y="703"/>
                  </a:lnTo>
                  <a:lnTo>
                    <a:pt x="3410" y="562"/>
                  </a:lnTo>
                  <a:lnTo>
                    <a:pt x="3249" y="422"/>
                  </a:lnTo>
                  <a:lnTo>
                    <a:pt x="3089" y="302"/>
                  </a:lnTo>
                  <a:lnTo>
                    <a:pt x="2908" y="201"/>
                  </a:lnTo>
                  <a:lnTo>
                    <a:pt x="2708" y="121"/>
                  </a:lnTo>
                  <a:lnTo>
                    <a:pt x="2507" y="61"/>
                  </a:lnTo>
                  <a:lnTo>
                    <a:pt x="2287" y="21"/>
                  </a:lnTo>
                  <a:lnTo>
                    <a:pt x="2066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6" name="Google Shape;5346;p21"/>
            <p:cNvSpPr/>
            <p:nvPr/>
          </p:nvSpPr>
          <p:spPr>
            <a:xfrm>
              <a:off x="11203200" y="3587475"/>
              <a:ext cx="83250" cy="49150"/>
            </a:xfrm>
            <a:custGeom>
              <a:avLst/>
              <a:gdLst/>
              <a:ahLst/>
              <a:cxnLst/>
              <a:rect l="l" t="t" r="r" b="b"/>
              <a:pathLst>
                <a:path w="3330" h="1966" extrusionOk="0">
                  <a:moveTo>
                    <a:pt x="2266" y="1"/>
                  </a:moveTo>
                  <a:lnTo>
                    <a:pt x="2006" y="41"/>
                  </a:lnTo>
                  <a:lnTo>
                    <a:pt x="1745" y="101"/>
                  </a:lnTo>
                  <a:lnTo>
                    <a:pt x="1484" y="181"/>
                  </a:lnTo>
                  <a:lnTo>
                    <a:pt x="1223" y="281"/>
                  </a:lnTo>
                  <a:lnTo>
                    <a:pt x="983" y="422"/>
                  </a:lnTo>
                  <a:lnTo>
                    <a:pt x="742" y="562"/>
                  </a:lnTo>
                  <a:lnTo>
                    <a:pt x="542" y="723"/>
                  </a:lnTo>
                  <a:lnTo>
                    <a:pt x="361" y="903"/>
                  </a:lnTo>
                  <a:lnTo>
                    <a:pt x="201" y="1104"/>
                  </a:lnTo>
                  <a:lnTo>
                    <a:pt x="80" y="1304"/>
                  </a:lnTo>
                  <a:lnTo>
                    <a:pt x="20" y="1525"/>
                  </a:lnTo>
                  <a:lnTo>
                    <a:pt x="0" y="1645"/>
                  </a:lnTo>
                  <a:lnTo>
                    <a:pt x="0" y="1765"/>
                  </a:lnTo>
                  <a:lnTo>
                    <a:pt x="20" y="1846"/>
                  </a:lnTo>
                  <a:lnTo>
                    <a:pt x="80" y="1926"/>
                  </a:lnTo>
                  <a:lnTo>
                    <a:pt x="161" y="1966"/>
                  </a:lnTo>
                  <a:lnTo>
                    <a:pt x="201" y="1966"/>
                  </a:lnTo>
                  <a:lnTo>
                    <a:pt x="261" y="1946"/>
                  </a:lnTo>
                  <a:lnTo>
                    <a:pt x="441" y="1886"/>
                  </a:lnTo>
                  <a:lnTo>
                    <a:pt x="602" y="1806"/>
                  </a:lnTo>
                  <a:lnTo>
                    <a:pt x="943" y="1585"/>
                  </a:lnTo>
                  <a:lnTo>
                    <a:pt x="1284" y="1364"/>
                  </a:lnTo>
                  <a:lnTo>
                    <a:pt x="1464" y="1284"/>
                  </a:lnTo>
                  <a:lnTo>
                    <a:pt x="1645" y="1184"/>
                  </a:lnTo>
                  <a:lnTo>
                    <a:pt x="1825" y="1124"/>
                  </a:lnTo>
                  <a:lnTo>
                    <a:pt x="2026" y="1084"/>
                  </a:lnTo>
                  <a:lnTo>
                    <a:pt x="2407" y="1003"/>
                  </a:lnTo>
                  <a:lnTo>
                    <a:pt x="2788" y="923"/>
                  </a:lnTo>
                  <a:lnTo>
                    <a:pt x="2988" y="863"/>
                  </a:lnTo>
                  <a:lnTo>
                    <a:pt x="3169" y="783"/>
                  </a:lnTo>
                  <a:lnTo>
                    <a:pt x="3249" y="743"/>
                  </a:lnTo>
                  <a:lnTo>
                    <a:pt x="3309" y="662"/>
                  </a:lnTo>
                  <a:lnTo>
                    <a:pt x="3329" y="582"/>
                  </a:lnTo>
                  <a:lnTo>
                    <a:pt x="3329" y="502"/>
                  </a:lnTo>
                  <a:lnTo>
                    <a:pt x="3329" y="402"/>
                  </a:lnTo>
                  <a:lnTo>
                    <a:pt x="3289" y="322"/>
                  </a:lnTo>
                  <a:lnTo>
                    <a:pt x="3229" y="261"/>
                  </a:lnTo>
                  <a:lnTo>
                    <a:pt x="3169" y="201"/>
                  </a:lnTo>
                  <a:lnTo>
                    <a:pt x="2968" y="101"/>
                  </a:lnTo>
                  <a:lnTo>
                    <a:pt x="2748" y="41"/>
                  </a:lnTo>
                  <a:lnTo>
                    <a:pt x="252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7" name="Google Shape;5347;p21"/>
            <p:cNvSpPr/>
            <p:nvPr/>
          </p:nvSpPr>
          <p:spPr>
            <a:xfrm>
              <a:off x="11551125" y="3687250"/>
              <a:ext cx="74750" cy="75225"/>
            </a:xfrm>
            <a:custGeom>
              <a:avLst/>
              <a:gdLst/>
              <a:ahLst/>
              <a:cxnLst/>
              <a:rect l="l" t="t" r="r" b="b"/>
              <a:pathLst>
                <a:path w="2990" h="3009" extrusionOk="0">
                  <a:moveTo>
                    <a:pt x="1425" y="1"/>
                  </a:moveTo>
                  <a:lnTo>
                    <a:pt x="1264" y="21"/>
                  </a:lnTo>
                  <a:lnTo>
                    <a:pt x="1104" y="61"/>
                  </a:lnTo>
                  <a:lnTo>
                    <a:pt x="943" y="101"/>
                  </a:lnTo>
                  <a:lnTo>
                    <a:pt x="803" y="181"/>
                  </a:lnTo>
                  <a:lnTo>
                    <a:pt x="663" y="261"/>
                  </a:lnTo>
                  <a:lnTo>
                    <a:pt x="522" y="361"/>
                  </a:lnTo>
                  <a:lnTo>
                    <a:pt x="422" y="482"/>
                  </a:lnTo>
                  <a:lnTo>
                    <a:pt x="302" y="602"/>
                  </a:lnTo>
                  <a:lnTo>
                    <a:pt x="221" y="743"/>
                  </a:lnTo>
                  <a:lnTo>
                    <a:pt x="141" y="883"/>
                  </a:lnTo>
                  <a:lnTo>
                    <a:pt x="81" y="1043"/>
                  </a:lnTo>
                  <a:lnTo>
                    <a:pt x="41" y="1204"/>
                  </a:lnTo>
                  <a:lnTo>
                    <a:pt x="1" y="1364"/>
                  </a:lnTo>
                  <a:lnTo>
                    <a:pt x="1" y="1525"/>
                  </a:lnTo>
                  <a:lnTo>
                    <a:pt x="1" y="1705"/>
                  </a:lnTo>
                  <a:lnTo>
                    <a:pt x="21" y="1846"/>
                  </a:lnTo>
                  <a:lnTo>
                    <a:pt x="61" y="1966"/>
                  </a:lnTo>
                  <a:lnTo>
                    <a:pt x="101" y="2086"/>
                  </a:lnTo>
                  <a:lnTo>
                    <a:pt x="161" y="2207"/>
                  </a:lnTo>
                  <a:lnTo>
                    <a:pt x="242" y="2327"/>
                  </a:lnTo>
                  <a:lnTo>
                    <a:pt x="322" y="2447"/>
                  </a:lnTo>
                  <a:lnTo>
                    <a:pt x="422" y="2547"/>
                  </a:lnTo>
                  <a:lnTo>
                    <a:pt x="522" y="2648"/>
                  </a:lnTo>
                  <a:lnTo>
                    <a:pt x="643" y="2728"/>
                  </a:lnTo>
                  <a:lnTo>
                    <a:pt x="763" y="2808"/>
                  </a:lnTo>
                  <a:lnTo>
                    <a:pt x="903" y="2888"/>
                  </a:lnTo>
                  <a:lnTo>
                    <a:pt x="1044" y="2928"/>
                  </a:lnTo>
                  <a:lnTo>
                    <a:pt x="1184" y="2969"/>
                  </a:lnTo>
                  <a:lnTo>
                    <a:pt x="1345" y="3009"/>
                  </a:lnTo>
                  <a:lnTo>
                    <a:pt x="1685" y="3009"/>
                  </a:lnTo>
                  <a:lnTo>
                    <a:pt x="1906" y="2969"/>
                  </a:lnTo>
                  <a:lnTo>
                    <a:pt x="2087" y="2908"/>
                  </a:lnTo>
                  <a:lnTo>
                    <a:pt x="2267" y="2808"/>
                  </a:lnTo>
                  <a:lnTo>
                    <a:pt x="2448" y="2688"/>
                  </a:lnTo>
                  <a:lnTo>
                    <a:pt x="2588" y="2547"/>
                  </a:lnTo>
                  <a:lnTo>
                    <a:pt x="2708" y="2387"/>
                  </a:lnTo>
                  <a:lnTo>
                    <a:pt x="2829" y="2207"/>
                  </a:lnTo>
                  <a:lnTo>
                    <a:pt x="2909" y="2006"/>
                  </a:lnTo>
                  <a:lnTo>
                    <a:pt x="2969" y="1825"/>
                  </a:lnTo>
                  <a:lnTo>
                    <a:pt x="2989" y="1665"/>
                  </a:lnTo>
                  <a:lnTo>
                    <a:pt x="2989" y="1485"/>
                  </a:lnTo>
                  <a:lnTo>
                    <a:pt x="2989" y="1304"/>
                  </a:lnTo>
                  <a:lnTo>
                    <a:pt x="2949" y="1144"/>
                  </a:lnTo>
                  <a:lnTo>
                    <a:pt x="2909" y="983"/>
                  </a:lnTo>
                  <a:lnTo>
                    <a:pt x="2829" y="823"/>
                  </a:lnTo>
                  <a:lnTo>
                    <a:pt x="2748" y="682"/>
                  </a:lnTo>
                  <a:lnTo>
                    <a:pt x="2648" y="562"/>
                  </a:lnTo>
                  <a:lnTo>
                    <a:pt x="2548" y="422"/>
                  </a:lnTo>
                  <a:lnTo>
                    <a:pt x="2407" y="321"/>
                  </a:lnTo>
                  <a:lnTo>
                    <a:pt x="2267" y="221"/>
                  </a:lnTo>
                  <a:lnTo>
                    <a:pt x="2127" y="141"/>
                  </a:lnTo>
                  <a:lnTo>
                    <a:pt x="1966" y="81"/>
                  </a:lnTo>
                  <a:lnTo>
                    <a:pt x="1786" y="41"/>
                  </a:lnTo>
                  <a:lnTo>
                    <a:pt x="160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8" name="Google Shape;5348;p21"/>
            <p:cNvSpPr/>
            <p:nvPr/>
          </p:nvSpPr>
          <p:spPr>
            <a:xfrm>
              <a:off x="11566175" y="3587475"/>
              <a:ext cx="83750" cy="49150"/>
            </a:xfrm>
            <a:custGeom>
              <a:avLst/>
              <a:gdLst/>
              <a:ahLst/>
              <a:cxnLst/>
              <a:rect l="l" t="t" r="r" b="b"/>
              <a:pathLst>
                <a:path w="3350" h="1966" extrusionOk="0">
                  <a:moveTo>
                    <a:pt x="823" y="1"/>
                  </a:moveTo>
                  <a:lnTo>
                    <a:pt x="582" y="41"/>
                  </a:lnTo>
                  <a:lnTo>
                    <a:pt x="362" y="101"/>
                  </a:lnTo>
                  <a:lnTo>
                    <a:pt x="161" y="201"/>
                  </a:lnTo>
                  <a:lnTo>
                    <a:pt x="101" y="261"/>
                  </a:lnTo>
                  <a:lnTo>
                    <a:pt x="41" y="322"/>
                  </a:lnTo>
                  <a:lnTo>
                    <a:pt x="21" y="402"/>
                  </a:lnTo>
                  <a:lnTo>
                    <a:pt x="1" y="502"/>
                  </a:lnTo>
                  <a:lnTo>
                    <a:pt x="1" y="582"/>
                  </a:lnTo>
                  <a:lnTo>
                    <a:pt x="41" y="662"/>
                  </a:lnTo>
                  <a:lnTo>
                    <a:pt x="81" y="743"/>
                  </a:lnTo>
                  <a:lnTo>
                    <a:pt x="161" y="783"/>
                  </a:lnTo>
                  <a:lnTo>
                    <a:pt x="362" y="863"/>
                  </a:lnTo>
                  <a:lnTo>
                    <a:pt x="542" y="923"/>
                  </a:lnTo>
                  <a:lnTo>
                    <a:pt x="923" y="1003"/>
                  </a:lnTo>
                  <a:lnTo>
                    <a:pt x="1324" y="1084"/>
                  </a:lnTo>
                  <a:lnTo>
                    <a:pt x="1505" y="1124"/>
                  </a:lnTo>
                  <a:lnTo>
                    <a:pt x="1705" y="1184"/>
                  </a:lnTo>
                  <a:lnTo>
                    <a:pt x="1886" y="1284"/>
                  </a:lnTo>
                  <a:lnTo>
                    <a:pt x="2046" y="1364"/>
                  </a:lnTo>
                  <a:lnTo>
                    <a:pt x="2387" y="1585"/>
                  </a:lnTo>
                  <a:lnTo>
                    <a:pt x="2728" y="1806"/>
                  </a:lnTo>
                  <a:lnTo>
                    <a:pt x="2908" y="1886"/>
                  </a:lnTo>
                  <a:lnTo>
                    <a:pt x="3089" y="1946"/>
                  </a:lnTo>
                  <a:lnTo>
                    <a:pt x="3129" y="1966"/>
                  </a:lnTo>
                  <a:lnTo>
                    <a:pt x="3189" y="1966"/>
                  </a:lnTo>
                  <a:lnTo>
                    <a:pt x="3269" y="1926"/>
                  </a:lnTo>
                  <a:lnTo>
                    <a:pt x="3330" y="1846"/>
                  </a:lnTo>
                  <a:lnTo>
                    <a:pt x="3350" y="1765"/>
                  </a:lnTo>
                  <a:lnTo>
                    <a:pt x="3350" y="1645"/>
                  </a:lnTo>
                  <a:lnTo>
                    <a:pt x="3330" y="1525"/>
                  </a:lnTo>
                  <a:lnTo>
                    <a:pt x="3249" y="1304"/>
                  </a:lnTo>
                  <a:lnTo>
                    <a:pt x="3129" y="1104"/>
                  </a:lnTo>
                  <a:lnTo>
                    <a:pt x="2989" y="903"/>
                  </a:lnTo>
                  <a:lnTo>
                    <a:pt x="2808" y="723"/>
                  </a:lnTo>
                  <a:lnTo>
                    <a:pt x="2588" y="562"/>
                  </a:lnTo>
                  <a:lnTo>
                    <a:pt x="2367" y="422"/>
                  </a:lnTo>
                  <a:lnTo>
                    <a:pt x="2126" y="281"/>
                  </a:lnTo>
                  <a:lnTo>
                    <a:pt x="1866" y="181"/>
                  </a:lnTo>
                  <a:lnTo>
                    <a:pt x="1605" y="101"/>
                  </a:lnTo>
                  <a:lnTo>
                    <a:pt x="1324" y="41"/>
                  </a:lnTo>
                  <a:lnTo>
                    <a:pt x="106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49" name="Google Shape;5349;p21"/>
          <p:cNvGrpSpPr/>
          <p:nvPr/>
        </p:nvGrpSpPr>
        <p:grpSpPr>
          <a:xfrm>
            <a:off x="7221950" y="3079325"/>
            <a:ext cx="1765300" cy="1903938"/>
            <a:chOff x="9755600" y="2300713"/>
            <a:chExt cx="1765300" cy="1903938"/>
          </a:xfrm>
        </p:grpSpPr>
        <p:sp>
          <p:nvSpPr>
            <p:cNvPr id="5350" name="Google Shape;5350;p21"/>
            <p:cNvSpPr/>
            <p:nvPr/>
          </p:nvSpPr>
          <p:spPr>
            <a:xfrm>
              <a:off x="10095063" y="4128450"/>
              <a:ext cx="1092900" cy="76200"/>
            </a:xfrm>
            <a:prstGeom prst="ellipse">
              <a:avLst/>
            </a:pr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1" name="Google Shape;5351;p21"/>
            <p:cNvSpPr/>
            <p:nvPr/>
          </p:nvSpPr>
          <p:spPr>
            <a:xfrm>
              <a:off x="10628450" y="2356363"/>
              <a:ext cx="26600" cy="257225"/>
            </a:xfrm>
            <a:custGeom>
              <a:avLst/>
              <a:gdLst/>
              <a:ahLst/>
              <a:cxnLst/>
              <a:rect l="l" t="t" r="r" b="b"/>
              <a:pathLst>
                <a:path w="1064" h="10289" extrusionOk="0">
                  <a:moveTo>
                    <a:pt x="322" y="0"/>
                  </a:moveTo>
                  <a:lnTo>
                    <a:pt x="1" y="10288"/>
                  </a:lnTo>
                  <a:lnTo>
                    <a:pt x="1064" y="10288"/>
                  </a:lnTo>
                  <a:lnTo>
                    <a:pt x="72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2" name="Google Shape;5352;p21"/>
            <p:cNvSpPr/>
            <p:nvPr/>
          </p:nvSpPr>
          <p:spPr>
            <a:xfrm>
              <a:off x="9851350" y="3122938"/>
              <a:ext cx="299325" cy="309375"/>
            </a:xfrm>
            <a:custGeom>
              <a:avLst/>
              <a:gdLst/>
              <a:ahLst/>
              <a:cxnLst/>
              <a:rect l="l" t="t" r="r" b="b"/>
              <a:pathLst>
                <a:path w="11973" h="12375" extrusionOk="0">
                  <a:moveTo>
                    <a:pt x="1144" y="0"/>
                  </a:moveTo>
                  <a:lnTo>
                    <a:pt x="923" y="21"/>
                  </a:lnTo>
                  <a:lnTo>
                    <a:pt x="722" y="81"/>
                  </a:lnTo>
                  <a:lnTo>
                    <a:pt x="522" y="161"/>
                  </a:lnTo>
                  <a:lnTo>
                    <a:pt x="422" y="221"/>
                  </a:lnTo>
                  <a:lnTo>
                    <a:pt x="341" y="301"/>
                  </a:lnTo>
                  <a:lnTo>
                    <a:pt x="261" y="382"/>
                  </a:lnTo>
                  <a:lnTo>
                    <a:pt x="201" y="482"/>
                  </a:lnTo>
                  <a:lnTo>
                    <a:pt x="141" y="582"/>
                  </a:lnTo>
                  <a:lnTo>
                    <a:pt x="101" y="702"/>
                  </a:lnTo>
                  <a:lnTo>
                    <a:pt x="81" y="823"/>
                  </a:lnTo>
                  <a:lnTo>
                    <a:pt x="61" y="963"/>
                  </a:lnTo>
                  <a:lnTo>
                    <a:pt x="21" y="2086"/>
                  </a:lnTo>
                  <a:lnTo>
                    <a:pt x="0" y="3309"/>
                  </a:lnTo>
                  <a:lnTo>
                    <a:pt x="0" y="3951"/>
                  </a:lnTo>
                  <a:lnTo>
                    <a:pt x="21" y="4613"/>
                  </a:lnTo>
                  <a:lnTo>
                    <a:pt x="61" y="5255"/>
                  </a:lnTo>
                  <a:lnTo>
                    <a:pt x="121" y="5917"/>
                  </a:lnTo>
                  <a:lnTo>
                    <a:pt x="201" y="6558"/>
                  </a:lnTo>
                  <a:lnTo>
                    <a:pt x="301" y="7200"/>
                  </a:lnTo>
                  <a:lnTo>
                    <a:pt x="462" y="7822"/>
                  </a:lnTo>
                  <a:lnTo>
                    <a:pt x="642" y="8403"/>
                  </a:lnTo>
                  <a:lnTo>
                    <a:pt x="742" y="8704"/>
                  </a:lnTo>
                  <a:lnTo>
                    <a:pt x="843" y="8965"/>
                  </a:lnTo>
                  <a:lnTo>
                    <a:pt x="983" y="9246"/>
                  </a:lnTo>
                  <a:lnTo>
                    <a:pt x="1103" y="9506"/>
                  </a:lnTo>
                  <a:lnTo>
                    <a:pt x="1264" y="9747"/>
                  </a:lnTo>
                  <a:lnTo>
                    <a:pt x="1424" y="9988"/>
                  </a:lnTo>
                  <a:lnTo>
                    <a:pt x="1585" y="10228"/>
                  </a:lnTo>
                  <a:lnTo>
                    <a:pt x="1765" y="10449"/>
                  </a:lnTo>
                  <a:lnTo>
                    <a:pt x="1966" y="10649"/>
                  </a:lnTo>
                  <a:lnTo>
                    <a:pt x="2166" y="10850"/>
                  </a:lnTo>
                  <a:lnTo>
                    <a:pt x="2407" y="11010"/>
                  </a:lnTo>
                  <a:lnTo>
                    <a:pt x="2628" y="11191"/>
                  </a:lnTo>
                  <a:lnTo>
                    <a:pt x="2888" y="11331"/>
                  </a:lnTo>
                  <a:lnTo>
                    <a:pt x="3129" y="11472"/>
                  </a:lnTo>
                  <a:lnTo>
                    <a:pt x="3410" y="11592"/>
                  </a:lnTo>
                  <a:lnTo>
                    <a:pt x="3690" y="11712"/>
                  </a:lnTo>
                  <a:lnTo>
                    <a:pt x="3971" y="11813"/>
                  </a:lnTo>
                  <a:lnTo>
                    <a:pt x="4252" y="11913"/>
                  </a:lnTo>
                  <a:lnTo>
                    <a:pt x="4854" y="12073"/>
                  </a:lnTo>
                  <a:lnTo>
                    <a:pt x="5475" y="12194"/>
                  </a:lnTo>
                  <a:lnTo>
                    <a:pt x="6117" y="12274"/>
                  </a:lnTo>
                  <a:lnTo>
                    <a:pt x="6779" y="12334"/>
                  </a:lnTo>
                  <a:lnTo>
                    <a:pt x="7421" y="12374"/>
                  </a:lnTo>
                  <a:lnTo>
                    <a:pt x="8704" y="12374"/>
                  </a:lnTo>
                  <a:lnTo>
                    <a:pt x="9326" y="12354"/>
                  </a:lnTo>
                  <a:lnTo>
                    <a:pt x="9927" y="12314"/>
                  </a:lnTo>
                  <a:lnTo>
                    <a:pt x="11030" y="12234"/>
                  </a:lnTo>
                  <a:lnTo>
                    <a:pt x="11211" y="12194"/>
                  </a:lnTo>
                  <a:lnTo>
                    <a:pt x="11351" y="12154"/>
                  </a:lnTo>
                  <a:lnTo>
                    <a:pt x="11512" y="12053"/>
                  </a:lnTo>
                  <a:lnTo>
                    <a:pt x="11652" y="11953"/>
                  </a:lnTo>
                  <a:lnTo>
                    <a:pt x="11752" y="11813"/>
                  </a:lnTo>
                  <a:lnTo>
                    <a:pt x="11853" y="11672"/>
                  </a:lnTo>
                  <a:lnTo>
                    <a:pt x="11913" y="11512"/>
                  </a:lnTo>
                  <a:lnTo>
                    <a:pt x="11953" y="11351"/>
                  </a:lnTo>
                  <a:lnTo>
                    <a:pt x="11973" y="11191"/>
                  </a:lnTo>
                  <a:lnTo>
                    <a:pt x="11953" y="11030"/>
                  </a:lnTo>
                  <a:lnTo>
                    <a:pt x="11913" y="10870"/>
                  </a:lnTo>
                  <a:lnTo>
                    <a:pt x="11873" y="10710"/>
                  </a:lnTo>
                  <a:lnTo>
                    <a:pt x="11792" y="10589"/>
                  </a:lnTo>
                  <a:lnTo>
                    <a:pt x="11672" y="10469"/>
                  </a:lnTo>
                  <a:lnTo>
                    <a:pt x="11552" y="10369"/>
                  </a:lnTo>
                  <a:lnTo>
                    <a:pt x="11391" y="10309"/>
                  </a:lnTo>
                  <a:lnTo>
                    <a:pt x="11231" y="10268"/>
                  </a:lnTo>
                  <a:lnTo>
                    <a:pt x="11030" y="10268"/>
                  </a:lnTo>
                  <a:lnTo>
                    <a:pt x="10128" y="10349"/>
                  </a:lnTo>
                  <a:lnTo>
                    <a:pt x="9085" y="10409"/>
                  </a:lnTo>
                  <a:lnTo>
                    <a:pt x="8544" y="10429"/>
                  </a:lnTo>
                  <a:lnTo>
                    <a:pt x="7982" y="10449"/>
                  </a:lnTo>
                  <a:lnTo>
                    <a:pt x="7421" y="10429"/>
                  </a:lnTo>
                  <a:lnTo>
                    <a:pt x="6839" y="10409"/>
                  </a:lnTo>
                  <a:lnTo>
                    <a:pt x="6278" y="10349"/>
                  </a:lnTo>
                  <a:lnTo>
                    <a:pt x="5736" y="10288"/>
                  </a:lnTo>
                  <a:lnTo>
                    <a:pt x="5215" y="10168"/>
                  </a:lnTo>
                  <a:lnTo>
                    <a:pt x="4713" y="10028"/>
                  </a:lnTo>
                  <a:lnTo>
                    <a:pt x="4473" y="9948"/>
                  </a:lnTo>
                  <a:lnTo>
                    <a:pt x="4252" y="9847"/>
                  </a:lnTo>
                  <a:lnTo>
                    <a:pt x="4031" y="9727"/>
                  </a:lnTo>
                  <a:lnTo>
                    <a:pt x="3831" y="9627"/>
                  </a:lnTo>
                  <a:lnTo>
                    <a:pt x="3630" y="9486"/>
                  </a:lnTo>
                  <a:lnTo>
                    <a:pt x="3470" y="9346"/>
                  </a:lnTo>
                  <a:lnTo>
                    <a:pt x="3289" y="9185"/>
                  </a:lnTo>
                  <a:lnTo>
                    <a:pt x="3149" y="9025"/>
                  </a:lnTo>
                  <a:lnTo>
                    <a:pt x="3009" y="8845"/>
                  </a:lnTo>
                  <a:lnTo>
                    <a:pt x="2888" y="8644"/>
                  </a:lnTo>
                  <a:lnTo>
                    <a:pt x="2768" y="8443"/>
                  </a:lnTo>
                  <a:lnTo>
                    <a:pt x="2648" y="8243"/>
                  </a:lnTo>
                  <a:lnTo>
                    <a:pt x="2467" y="7782"/>
                  </a:lnTo>
                  <a:lnTo>
                    <a:pt x="2307" y="7300"/>
                  </a:lnTo>
                  <a:lnTo>
                    <a:pt x="2186" y="6779"/>
                  </a:lnTo>
                  <a:lnTo>
                    <a:pt x="2086" y="6257"/>
                  </a:lnTo>
                  <a:lnTo>
                    <a:pt x="2026" y="5696"/>
                  </a:lnTo>
                  <a:lnTo>
                    <a:pt x="1966" y="5154"/>
                  </a:lnTo>
                  <a:lnTo>
                    <a:pt x="1946" y="4593"/>
                  </a:lnTo>
                  <a:lnTo>
                    <a:pt x="1926" y="4031"/>
                  </a:lnTo>
                  <a:lnTo>
                    <a:pt x="1946" y="2928"/>
                  </a:lnTo>
                  <a:lnTo>
                    <a:pt x="1986" y="1886"/>
                  </a:lnTo>
                  <a:lnTo>
                    <a:pt x="2026" y="963"/>
                  </a:lnTo>
                  <a:lnTo>
                    <a:pt x="2026" y="763"/>
                  </a:lnTo>
                  <a:lnTo>
                    <a:pt x="1986" y="602"/>
                  </a:lnTo>
                  <a:lnTo>
                    <a:pt x="1926" y="462"/>
                  </a:lnTo>
                  <a:lnTo>
                    <a:pt x="1845" y="341"/>
                  </a:lnTo>
                  <a:lnTo>
                    <a:pt x="1745" y="241"/>
                  </a:lnTo>
                  <a:lnTo>
                    <a:pt x="1625" y="141"/>
                  </a:lnTo>
                  <a:lnTo>
                    <a:pt x="1505" y="81"/>
                  </a:lnTo>
                  <a:lnTo>
                    <a:pt x="1364" y="41"/>
                  </a:lnTo>
                  <a:lnTo>
                    <a:pt x="114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3" name="Google Shape;5353;p21"/>
            <p:cNvSpPr/>
            <p:nvPr/>
          </p:nvSpPr>
          <p:spPr>
            <a:xfrm>
              <a:off x="9851350" y="3122938"/>
              <a:ext cx="299325" cy="309375"/>
            </a:xfrm>
            <a:custGeom>
              <a:avLst/>
              <a:gdLst/>
              <a:ahLst/>
              <a:cxnLst/>
              <a:rect l="l" t="t" r="r" b="b"/>
              <a:pathLst>
                <a:path w="11973" h="12375" fill="none" extrusionOk="0">
                  <a:moveTo>
                    <a:pt x="11351" y="12154"/>
                  </a:moveTo>
                  <a:lnTo>
                    <a:pt x="11351" y="12154"/>
                  </a:lnTo>
                  <a:lnTo>
                    <a:pt x="11211" y="12194"/>
                  </a:lnTo>
                  <a:lnTo>
                    <a:pt x="11030" y="12234"/>
                  </a:lnTo>
                  <a:lnTo>
                    <a:pt x="11030" y="12234"/>
                  </a:lnTo>
                  <a:lnTo>
                    <a:pt x="9927" y="12314"/>
                  </a:lnTo>
                  <a:lnTo>
                    <a:pt x="9326" y="12354"/>
                  </a:lnTo>
                  <a:lnTo>
                    <a:pt x="8704" y="12374"/>
                  </a:lnTo>
                  <a:lnTo>
                    <a:pt x="8062" y="12374"/>
                  </a:lnTo>
                  <a:lnTo>
                    <a:pt x="7421" y="12374"/>
                  </a:lnTo>
                  <a:lnTo>
                    <a:pt x="6779" y="12334"/>
                  </a:lnTo>
                  <a:lnTo>
                    <a:pt x="6117" y="12274"/>
                  </a:lnTo>
                  <a:lnTo>
                    <a:pt x="5475" y="12194"/>
                  </a:lnTo>
                  <a:lnTo>
                    <a:pt x="4854" y="12073"/>
                  </a:lnTo>
                  <a:lnTo>
                    <a:pt x="4252" y="11913"/>
                  </a:lnTo>
                  <a:lnTo>
                    <a:pt x="3971" y="11813"/>
                  </a:lnTo>
                  <a:lnTo>
                    <a:pt x="3690" y="11712"/>
                  </a:lnTo>
                  <a:lnTo>
                    <a:pt x="3410" y="11592"/>
                  </a:lnTo>
                  <a:lnTo>
                    <a:pt x="3129" y="11472"/>
                  </a:lnTo>
                  <a:lnTo>
                    <a:pt x="2888" y="11331"/>
                  </a:lnTo>
                  <a:lnTo>
                    <a:pt x="2628" y="11191"/>
                  </a:lnTo>
                  <a:lnTo>
                    <a:pt x="2407" y="11010"/>
                  </a:lnTo>
                  <a:lnTo>
                    <a:pt x="2166" y="10850"/>
                  </a:lnTo>
                  <a:lnTo>
                    <a:pt x="1966" y="10649"/>
                  </a:lnTo>
                  <a:lnTo>
                    <a:pt x="1765" y="10449"/>
                  </a:lnTo>
                  <a:lnTo>
                    <a:pt x="1765" y="10449"/>
                  </a:lnTo>
                  <a:lnTo>
                    <a:pt x="1585" y="10228"/>
                  </a:lnTo>
                  <a:lnTo>
                    <a:pt x="1424" y="9988"/>
                  </a:lnTo>
                  <a:lnTo>
                    <a:pt x="1264" y="9747"/>
                  </a:lnTo>
                  <a:lnTo>
                    <a:pt x="1103" y="9506"/>
                  </a:lnTo>
                  <a:lnTo>
                    <a:pt x="983" y="9246"/>
                  </a:lnTo>
                  <a:lnTo>
                    <a:pt x="843" y="8965"/>
                  </a:lnTo>
                  <a:lnTo>
                    <a:pt x="742" y="8704"/>
                  </a:lnTo>
                  <a:lnTo>
                    <a:pt x="642" y="8403"/>
                  </a:lnTo>
                  <a:lnTo>
                    <a:pt x="462" y="7822"/>
                  </a:lnTo>
                  <a:lnTo>
                    <a:pt x="301" y="7200"/>
                  </a:lnTo>
                  <a:lnTo>
                    <a:pt x="201" y="6558"/>
                  </a:lnTo>
                  <a:lnTo>
                    <a:pt x="121" y="5917"/>
                  </a:lnTo>
                  <a:lnTo>
                    <a:pt x="61" y="5255"/>
                  </a:lnTo>
                  <a:lnTo>
                    <a:pt x="21" y="4613"/>
                  </a:lnTo>
                  <a:lnTo>
                    <a:pt x="0" y="3951"/>
                  </a:lnTo>
                  <a:lnTo>
                    <a:pt x="0" y="3309"/>
                  </a:lnTo>
                  <a:lnTo>
                    <a:pt x="21" y="2086"/>
                  </a:lnTo>
                  <a:lnTo>
                    <a:pt x="61" y="963"/>
                  </a:lnTo>
                  <a:lnTo>
                    <a:pt x="61" y="963"/>
                  </a:lnTo>
                  <a:lnTo>
                    <a:pt x="81" y="823"/>
                  </a:lnTo>
                  <a:lnTo>
                    <a:pt x="101" y="702"/>
                  </a:lnTo>
                  <a:lnTo>
                    <a:pt x="141" y="582"/>
                  </a:lnTo>
                  <a:lnTo>
                    <a:pt x="201" y="482"/>
                  </a:lnTo>
                  <a:lnTo>
                    <a:pt x="261" y="382"/>
                  </a:lnTo>
                  <a:lnTo>
                    <a:pt x="341" y="301"/>
                  </a:lnTo>
                  <a:lnTo>
                    <a:pt x="422" y="221"/>
                  </a:lnTo>
                  <a:lnTo>
                    <a:pt x="522" y="161"/>
                  </a:lnTo>
                  <a:lnTo>
                    <a:pt x="722" y="81"/>
                  </a:lnTo>
                  <a:lnTo>
                    <a:pt x="923" y="21"/>
                  </a:lnTo>
                  <a:lnTo>
                    <a:pt x="1144" y="0"/>
                  </a:lnTo>
                  <a:lnTo>
                    <a:pt x="1364" y="41"/>
                  </a:lnTo>
                  <a:lnTo>
                    <a:pt x="1364" y="41"/>
                  </a:lnTo>
                  <a:lnTo>
                    <a:pt x="1505" y="81"/>
                  </a:lnTo>
                  <a:lnTo>
                    <a:pt x="1625" y="141"/>
                  </a:lnTo>
                  <a:lnTo>
                    <a:pt x="1745" y="241"/>
                  </a:lnTo>
                  <a:lnTo>
                    <a:pt x="1845" y="341"/>
                  </a:lnTo>
                  <a:lnTo>
                    <a:pt x="1926" y="462"/>
                  </a:lnTo>
                  <a:lnTo>
                    <a:pt x="1986" y="602"/>
                  </a:lnTo>
                  <a:lnTo>
                    <a:pt x="2026" y="763"/>
                  </a:lnTo>
                  <a:lnTo>
                    <a:pt x="2026" y="963"/>
                  </a:lnTo>
                  <a:lnTo>
                    <a:pt x="2026" y="963"/>
                  </a:lnTo>
                  <a:lnTo>
                    <a:pt x="1986" y="1886"/>
                  </a:lnTo>
                  <a:lnTo>
                    <a:pt x="1946" y="2928"/>
                  </a:lnTo>
                  <a:lnTo>
                    <a:pt x="1926" y="4031"/>
                  </a:lnTo>
                  <a:lnTo>
                    <a:pt x="1946" y="4593"/>
                  </a:lnTo>
                  <a:lnTo>
                    <a:pt x="1966" y="5154"/>
                  </a:lnTo>
                  <a:lnTo>
                    <a:pt x="2026" y="5696"/>
                  </a:lnTo>
                  <a:lnTo>
                    <a:pt x="2086" y="6257"/>
                  </a:lnTo>
                  <a:lnTo>
                    <a:pt x="2186" y="6779"/>
                  </a:lnTo>
                  <a:lnTo>
                    <a:pt x="2307" y="7300"/>
                  </a:lnTo>
                  <a:lnTo>
                    <a:pt x="2467" y="7782"/>
                  </a:lnTo>
                  <a:lnTo>
                    <a:pt x="2648" y="8243"/>
                  </a:lnTo>
                  <a:lnTo>
                    <a:pt x="2768" y="8443"/>
                  </a:lnTo>
                  <a:lnTo>
                    <a:pt x="2888" y="8644"/>
                  </a:lnTo>
                  <a:lnTo>
                    <a:pt x="3009" y="8845"/>
                  </a:lnTo>
                  <a:lnTo>
                    <a:pt x="3149" y="9025"/>
                  </a:lnTo>
                  <a:lnTo>
                    <a:pt x="3149" y="9025"/>
                  </a:lnTo>
                  <a:lnTo>
                    <a:pt x="3289" y="9185"/>
                  </a:lnTo>
                  <a:lnTo>
                    <a:pt x="3470" y="9346"/>
                  </a:lnTo>
                  <a:lnTo>
                    <a:pt x="3630" y="9486"/>
                  </a:lnTo>
                  <a:lnTo>
                    <a:pt x="3831" y="9627"/>
                  </a:lnTo>
                  <a:lnTo>
                    <a:pt x="4031" y="9727"/>
                  </a:lnTo>
                  <a:lnTo>
                    <a:pt x="4252" y="9847"/>
                  </a:lnTo>
                  <a:lnTo>
                    <a:pt x="4473" y="9948"/>
                  </a:lnTo>
                  <a:lnTo>
                    <a:pt x="4713" y="10028"/>
                  </a:lnTo>
                  <a:lnTo>
                    <a:pt x="5215" y="10168"/>
                  </a:lnTo>
                  <a:lnTo>
                    <a:pt x="5736" y="10288"/>
                  </a:lnTo>
                  <a:lnTo>
                    <a:pt x="6278" y="10349"/>
                  </a:lnTo>
                  <a:lnTo>
                    <a:pt x="6839" y="10409"/>
                  </a:lnTo>
                  <a:lnTo>
                    <a:pt x="7421" y="10429"/>
                  </a:lnTo>
                  <a:lnTo>
                    <a:pt x="7982" y="10449"/>
                  </a:lnTo>
                  <a:lnTo>
                    <a:pt x="8544" y="10429"/>
                  </a:lnTo>
                  <a:lnTo>
                    <a:pt x="9085" y="10409"/>
                  </a:lnTo>
                  <a:lnTo>
                    <a:pt x="10128" y="10349"/>
                  </a:lnTo>
                  <a:lnTo>
                    <a:pt x="11030" y="10268"/>
                  </a:lnTo>
                  <a:lnTo>
                    <a:pt x="11030" y="10268"/>
                  </a:lnTo>
                  <a:lnTo>
                    <a:pt x="11231" y="10268"/>
                  </a:lnTo>
                  <a:lnTo>
                    <a:pt x="11391" y="10309"/>
                  </a:lnTo>
                  <a:lnTo>
                    <a:pt x="11552" y="10369"/>
                  </a:lnTo>
                  <a:lnTo>
                    <a:pt x="11672" y="10469"/>
                  </a:lnTo>
                  <a:lnTo>
                    <a:pt x="11792" y="10589"/>
                  </a:lnTo>
                  <a:lnTo>
                    <a:pt x="11873" y="10710"/>
                  </a:lnTo>
                  <a:lnTo>
                    <a:pt x="11913" y="10870"/>
                  </a:lnTo>
                  <a:lnTo>
                    <a:pt x="11953" y="11030"/>
                  </a:lnTo>
                  <a:lnTo>
                    <a:pt x="11973" y="11191"/>
                  </a:lnTo>
                  <a:lnTo>
                    <a:pt x="11953" y="11351"/>
                  </a:lnTo>
                  <a:lnTo>
                    <a:pt x="11913" y="11512"/>
                  </a:lnTo>
                  <a:lnTo>
                    <a:pt x="11853" y="11672"/>
                  </a:lnTo>
                  <a:lnTo>
                    <a:pt x="11752" y="11813"/>
                  </a:lnTo>
                  <a:lnTo>
                    <a:pt x="11652" y="11953"/>
                  </a:lnTo>
                  <a:lnTo>
                    <a:pt x="11512" y="12053"/>
                  </a:lnTo>
                  <a:lnTo>
                    <a:pt x="11351" y="1215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4" name="Google Shape;5354;p21"/>
            <p:cNvSpPr/>
            <p:nvPr/>
          </p:nvSpPr>
          <p:spPr>
            <a:xfrm>
              <a:off x="9851350" y="3162038"/>
              <a:ext cx="200575" cy="270275"/>
            </a:xfrm>
            <a:custGeom>
              <a:avLst/>
              <a:gdLst/>
              <a:ahLst/>
              <a:cxnLst/>
              <a:rect l="l" t="t" r="r" b="b"/>
              <a:pathLst>
                <a:path w="8023" h="10811" extrusionOk="0">
                  <a:moveTo>
                    <a:pt x="41" y="1"/>
                  </a:moveTo>
                  <a:lnTo>
                    <a:pt x="0" y="923"/>
                  </a:lnTo>
                  <a:lnTo>
                    <a:pt x="0" y="1906"/>
                  </a:lnTo>
                  <a:lnTo>
                    <a:pt x="0" y="2869"/>
                  </a:lnTo>
                  <a:lnTo>
                    <a:pt x="61" y="3831"/>
                  </a:lnTo>
                  <a:lnTo>
                    <a:pt x="101" y="4292"/>
                  </a:lnTo>
                  <a:lnTo>
                    <a:pt x="161" y="4774"/>
                  </a:lnTo>
                  <a:lnTo>
                    <a:pt x="241" y="5255"/>
                  </a:lnTo>
                  <a:lnTo>
                    <a:pt x="321" y="5716"/>
                  </a:lnTo>
                  <a:lnTo>
                    <a:pt x="422" y="6157"/>
                  </a:lnTo>
                  <a:lnTo>
                    <a:pt x="562" y="6599"/>
                  </a:lnTo>
                  <a:lnTo>
                    <a:pt x="702" y="7040"/>
                  </a:lnTo>
                  <a:lnTo>
                    <a:pt x="863" y="7441"/>
                  </a:lnTo>
                  <a:lnTo>
                    <a:pt x="1063" y="7842"/>
                  </a:lnTo>
                  <a:lnTo>
                    <a:pt x="1264" y="8203"/>
                  </a:lnTo>
                  <a:lnTo>
                    <a:pt x="1505" y="8564"/>
                  </a:lnTo>
                  <a:lnTo>
                    <a:pt x="1765" y="8885"/>
                  </a:lnTo>
                  <a:lnTo>
                    <a:pt x="2046" y="9166"/>
                  </a:lnTo>
                  <a:lnTo>
                    <a:pt x="2327" y="9406"/>
                  </a:lnTo>
                  <a:lnTo>
                    <a:pt x="2648" y="9627"/>
                  </a:lnTo>
                  <a:lnTo>
                    <a:pt x="2989" y="9827"/>
                  </a:lnTo>
                  <a:lnTo>
                    <a:pt x="3350" y="10008"/>
                  </a:lnTo>
                  <a:lnTo>
                    <a:pt x="3731" y="10168"/>
                  </a:lnTo>
                  <a:lnTo>
                    <a:pt x="4132" y="10309"/>
                  </a:lnTo>
                  <a:lnTo>
                    <a:pt x="4533" y="10429"/>
                  </a:lnTo>
                  <a:lnTo>
                    <a:pt x="4954" y="10529"/>
                  </a:lnTo>
                  <a:lnTo>
                    <a:pt x="5375" y="10610"/>
                  </a:lnTo>
                  <a:lnTo>
                    <a:pt x="5816" y="10670"/>
                  </a:lnTo>
                  <a:lnTo>
                    <a:pt x="6257" y="10730"/>
                  </a:lnTo>
                  <a:lnTo>
                    <a:pt x="6699" y="10770"/>
                  </a:lnTo>
                  <a:lnTo>
                    <a:pt x="7140" y="10790"/>
                  </a:lnTo>
                  <a:lnTo>
                    <a:pt x="8022" y="10810"/>
                  </a:lnTo>
                  <a:lnTo>
                    <a:pt x="8022" y="10810"/>
                  </a:lnTo>
                  <a:lnTo>
                    <a:pt x="8002" y="10549"/>
                  </a:lnTo>
                  <a:lnTo>
                    <a:pt x="8002" y="10409"/>
                  </a:lnTo>
                  <a:lnTo>
                    <a:pt x="7240" y="10329"/>
                  </a:lnTo>
                  <a:lnTo>
                    <a:pt x="6458" y="10208"/>
                  </a:lnTo>
                  <a:lnTo>
                    <a:pt x="6097" y="10128"/>
                  </a:lnTo>
                  <a:lnTo>
                    <a:pt x="5716" y="10028"/>
                  </a:lnTo>
                  <a:lnTo>
                    <a:pt x="5355" y="9928"/>
                  </a:lnTo>
                  <a:lnTo>
                    <a:pt x="4994" y="9807"/>
                  </a:lnTo>
                  <a:lnTo>
                    <a:pt x="4653" y="9687"/>
                  </a:lnTo>
                  <a:lnTo>
                    <a:pt x="4312" y="9527"/>
                  </a:lnTo>
                  <a:lnTo>
                    <a:pt x="3971" y="9366"/>
                  </a:lnTo>
                  <a:lnTo>
                    <a:pt x="3650" y="9166"/>
                  </a:lnTo>
                  <a:lnTo>
                    <a:pt x="3350" y="8965"/>
                  </a:lnTo>
                  <a:lnTo>
                    <a:pt x="3049" y="8745"/>
                  </a:lnTo>
                  <a:lnTo>
                    <a:pt x="2768" y="8484"/>
                  </a:lnTo>
                  <a:lnTo>
                    <a:pt x="2507" y="8203"/>
                  </a:lnTo>
                  <a:lnTo>
                    <a:pt x="2287" y="7942"/>
                  </a:lnTo>
                  <a:lnTo>
                    <a:pt x="2106" y="7682"/>
                  </a:lnTo>
                  <a:lnTo>
                    <a:pt x="1946" y="7401"/>
                  </a:lnTo>
                  <a:lnTo>
                    <a:pt x="1805" y="7120"/>
                  </a:lnTo>
                  <a:lnTo>
                    <a:pt x="1685" y="6819"/>
                  </a:lnTo>
                  <a:lnTo>
                    <a:pt x="1585" y="6518"/>
                  </a:lnTo>
                  <a:lnTo>
                    <a:pt x="1505" y="6218"/>
                  </a:lnTo>
                  <a:lnTo>
                    <a:pt x="1444" y="5917"/>
                  </a:lnTo>
                  <a:lnTo>
                    <a:pt x="1384" y="5596"/>
                  </a:lnTo>
                  <a:lnTo>
                    <a:pt x="1344" y="5275"/>
                  </a:lnTo>
                  <a:lnTo>
                    <a:pt x="1304" y="4633"/>
                  </a:lnTo>
                  <a:lnTo>
                    <a:pt x="1284" y="3992"/>
                  </a:lnTo>
                  <a:lnTo>
                    <a:pt x="1284" y="3330"/>
                  </a:lnTo>
                  <a:lnTo>
                    <a:pt x="1264" y="1685"/>
                  </a:lnTo>
                  <a:lnTo>
                    <a:pt x="1304" y="41"/>
                  </a:lnTo>
                  <a:lnTo>
                    <a:pt x="522" y="41"/>
                  </a:lnTo>
                  <a:lnTo>
                    <a:pt x="4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5" name="Google Shape;5355;p21"/>
            <p:cNvSpPr/>
            <p:nvPr/>
          </p:nvSpPr>
          <p:spPr>
            <a:xfrm>
              <a:off x="9851350" y="3162038"/>
              <a:ext cx="200575" cy="270275"/>
            </a:xfrm>
            <a:custGeom>
              <a:avLst/>
              <a:gdLst/>
              <a:ahLst/>
              <a:cxnLst/>
              <a:rect l="l" t="t" r="r" b="b"/>
              <a:pathLst>
                <a:path w="8023" h="10811" fill="none" extrusionOk="0">
                  <a:moveTo>
                    <a:pt x="41" y="1"/>
                  </a:moveTo>
                  <a:lnTo>
                    <a:pt x="41" y="1"/>
                  </a:lnTo>
                  <a:lnTo>
                    <a:pt x="0" y="923"/>
                  </a:lnTo>
                  <a:lnTo>
                    <a:pt x="0" y="1906"/>
                  </a:lnTo>
                  <a:lnTo>
                    <a:pt x="0" y="1906"/>
                  </a:lnTo>
                  <a:lnTo>
                    <a:pt x="0" y="2869"/>
                  </a:lnTo>
                  <a:lnTo>
                    <a:pt x="61" y="3831"/>
                  </a:lnTo>
                  <a:lnTo>
                    <a:pt x="101" y="4292"/>
                  </a:lnTo>
                  <a:lnTo>
                    <a:pt x="161" y="4774"/>
                  </a:lnTo>
                  <a:lnTo>
                    <a:pt x="241" y="5255"/>
                  </a:lnTo>
                  <a:lnTo>
                    <a:pt x="321" y="5716"/>
                  </a:lnTo>
                  <a:lnTo>
                    <a:pt x="422" y="6157"/>
                  </a:lnTo>
                  <a:lnTo>
                    <a:pt x="562" y="6599"/>
                  </a:lnTo>
                  <a:lnTo>
                    <a:pt x="702" y="7040"/>
                  </a:lnTo>
                  <a:lnTo>
                    <a:pt x="863" y="7441"/>
                  </a:lnTo>
                  <a:lnTo>
                    <a:pt x="1063" y="7842"/>
                  </a:lnTo>
                  <a:lnTo>
                    <a:pt x="1264" y="8203"/>
                  </a:lnTo>
                  <a:lnTo>
                    <a:pt x="1505" y="8564"/>
                  </a:lnTo>
                  <a:lnTo>
                    <a:pt x="1765" y="8885"/>
                  </a:lnTo>
                  <a:lnTo>
                    <a:pt x="1765" y="8885"/>
                  </a:lnTo>
                  <a:lnTo>
                    <a:pt x="2046" y="9166"/>
                  </a:lnTo>
                  <a:lnTo>
                    <a:pt x="2327" y="9406"/>
                  </a:lnTo>
                  <a:lnTo>
                    <a:pt x="2648" y="9627"/>
                  </a:lnTo>
                  <a:lnTo>
                    <a:pt x="2989" y="9827"/>
                  </a:lnTo>
                  <a:lnTo>
                    <a:pt x="3350" y="10008"/>
                  </a:lnTo>
                  <a:lnTo>
                    <a:pt x="3731" y="10168"/>
                  </a:lnTo>
                  <a:lnTo>
                    <a:pt x="4132" y="10309"/>
                  </a:lnTo>
                  <a:lnTo>
                    <a:pt x="4533" y="10429"/>
                  </a:lnTo>
                  <a:lnTo>
                    <a:pt x="4954" y="10529"/>
                  </a:lnTo>
                  <a:lnTo>
                    <a:pt x="5375" y="10610"/>
                  </a:lnTo>
                  <a:lnTo>
                    <a:pt x="5816" y="10670"/>
                  </a:lnTo>
                  <a:lnTo>
                    <a:pt x="6257" y="10730"/>
                  </a:lnTo>
                  <a:lnTo>
                    <a:pt x="6699" y="10770"/>
                  </a:lnTo>
                  <a:lnTo>
                    <a:pt x="7140" y="10790"/>
                  </a:lnTo>
                  <a:lnTo>
                    <a:pt x="8022" y="10810"/>
                  </a:lnTo>
                  <a:lnTo>
                    <a:pt x="8022" y="10810"/>
                  </a:lnTo>
                  <a:lnTo>
                    <a:pt x="8002" y="10549"/>
                  </a:lnTo>
                  <a:lnTo>
                    <a:pt x="8002" y="10409"/>
                  </a:lnTo>
                  <a:lnTo>
                    <a:pt x="8002" y="10409"/>
                  </a:lnTo>
                  <a:lnTo>
                    <a:pt x="7240" y="10329"/>
                  </a:lnTo>
                  <a:lnTo>
                    <a:pt x="6458" y="10208"/>
                  </a:lnTo>
                  <a:lnTo>
                    <a:pt x="6097" y="10128"/>
                  </a:lnTo>
                  <a:lnTo>
                    <a:pt x="5716" y="10028"/>
                  </a:lnTo>
                  <a:lnTo>
                    <a:pt x="5355" y="9928"/>
                  </a:lnTo>
                  <a:lnTo>
                    <a:pt x="4994" y="9807"/>
                  </a:lnTo>
                  <a:lnTo>
                    <a:pt x="4653" y="9687"/>
                  </a:lnTo>
                  <a:lnTo>
                    <a:pt x="4312" y="9527"/>
                  </a:lnTo>
                  <a:lnTo>
                    <a:pt x="3971" y="9366"/>
                  </a:lnTo>
                  <a:lnTo>
                    <a:pt x="3650" y="9166"/>
                  </a:lnTo>
                  <a:lnTo>
                    <a:pt x="3350" y="8965"/>
                  </a:lnTo>
                  <a:lnTo>
                    <a:pt x="3049" y="8745"/>
                  </a:lnTo>
                  <a:lnTo>
                    <a:pt x="2768" y="8484"/>
                  </a:lnTo>
                  <a:lnTo>
                    <a:pt x="2507" y="8203"/>
                  </a:lnTo>
                  <a:lnTo>
                    <a:pt x="2507" y="8203"/>
                  </a:lnTo>
                  <a:lnTo>
                    <a:pt x="2287" y="7942"/>
                  </a:lnTo>
                  <a:lnTo>
                    <a:pt x="2106" y="7682"/>
                  </a:lnTo>
                  <a:lnTo>
                    <a:pt x="1946" y="7401"/>
                  </a:lnTo>
                  <a:lnTo>
                    <a:pt x="1805" y="7120"/>
                  </a:lnTo>
                  <a:lnTo>
                    <a:pt x="1685" y="6819"/>
                  </a:lnTo>
                  <a:lnTo>
                    <a:pt x="1585" y="6518"/>
                  </a:lnTo>
                  <a:lnTo>
                    <a:pt x="1505" y="6218"/>
                  </a:lnTo>
                  <a:lnTo>
                    <a:pt x="1444" y="5917"/>
                  </a:lnTo>
                  <a:lnTo>
                    <a:pt x="1384" y="5596"/>
                  </a:lnTo>
                  <a:lnTo>
                    <a:pt x="1344" y="5275"/>
                  </a:lnTo>
                  <a:lnTo>
                    <a:pt x="1304" y="4633"/>
                  </a:lnTo>
                  <a:lnTo>
                    <a:pt x="1284" y="3992"/>
                  </a:lnTo>
                  <a:lnTo>
                    <a:pt x="1284" y="3330"/>
                  </a:lnTo>
                  <a:lnTo>
                    <a:pt x="1284" y="3330"/>
                  </a:lnTo>
                  <a:lnTo>
                    <a:pt x="1264" y="1685"/>
                  </a:lnTo>
                  <a:lnTo>
                    <a:pt x="1304" y="41"/>
                  </a:lnTo>
                  <a:lnTo>
                    <a:pt x="1304" y="41"/>
                  </a:lnTo>
                  <a:lnTo>
                    <a:pt x="1144" y="41"/>
                  </a:lnTo>
                  <a:lnTo>
                    <a:pt x="1144" y="41"/>
                  </a:lnTo>
                  <a:lnTo>
                    <a:pt x="1023" y="41"/>
                  </a:lnTo>
                  <a:lnTo>
                    <a:pt x="1023" y="41"/>
                  </a:lnTo>
                  <a:lnTo>
                    <a:pt x="903" y="41"/>
                  </a:lnTo>
                  <a:lnTo>
                    <a:pt x="903" y="41"/>
                  </a:lnTo>
                  <a:lnTo>
                    <a:pt x="522" y="41"/>
                  </a:lnTo>
                  <a:lnTo>
                    <a:pt x="4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6" name="Google Shape;5356;p21"/>
            <p:cNvSpPr/>
            <p:nvPr/>
          </p:nvSpPr>
          <p:spPr>
            <a:xfrm>
              <a:off x="9755600" y="3008638"/>
              <a:ext cx="242675" cy="154425"/>
            </a:xfrm>
            <a:custGeom>
              <a:avLst/>
              <a:gdLst/>
              <a:ahLst/>
              <a:cxnLst/>
              <a:rect l="l" t="t" r="r" b="b"/>
              <a:pathLst>
                <a:path w="9707" h="6177" extrusionOk="0">
                  <a:moveTo>
                    <a:pt x="140" y="0"/>
                  </a:moveTo>
                  <a:lnTo>
                    <a:pt x="120" y="120"/>
                  </a:lnTo>
                  <a:lnTo>
                    <a:pt x="60" y="461"/>
                  </a:lnTo>
                  <a:lnTo>
                    <a:pt x="0" y="963"/>
                  </a:lnTo>
                  <a:lnTo>
                    <a:pt x="0" y="1284"/>
                  </a:lnTo>
                  <a:lnTo>
                    <a:pt x="0" y="1604"/>
                  </a:lnTo>
                  <a:lnTo>
                    <a:pt x="0" y="1965"/>
                  </a:lnTo>
                  <a:lnTo>
                    <a:pt x="40" y="2326"/>
                  </a:lnTo>
                  <a:lnTo>
                    <a:pt x="100" y="2707"/>
                  </a:lnTo>
                  <a:lnTo>
                    <a:pt x="201" y="3088"/>
                  </a:lnTo>
                  <a:lnTo>
                    <a:pt x="321" y="3449"/>
                  </a:lnTo>
                  <a:lnTo>
                    <a:pt x="481" y="3830"/>
                  </a:lnTo>
                  <a:lnTo>
                    <a:pt x="682" y="4171"/>
                  </a:lnTo>
                  <a:lnTo>
                    <a:pt x="802" y="4352"/>
                  </a:lnTo>
                  <a:lnTo>
                    <a:pt x="923" y="4512"/>
                  </a:lnTo>
                  <a:lnTo>
                    <a:pt x="1203" y="4813"/>
                  </a:lnTo>
                  <a:lnTo>
                    <a:pt x="1484" y="5074"/>
                  </a:lnTo>
                  <a:lnTo>
                    <a:pt x="1765" y="5294"/>
                  </a:lnTo>
                  <a:lnTo>
                    <a:pt x="2046" y="5495"/>
                  </a:lnTo>
                  <a:lnTo>
                    <a:pt x="2346" y="5655"/>
                  </a:lnTo>
                  <a:lnTo>
                    <a:pt x="2627" y="5796"/>
                  </a:lnTo>
                  <a:lnTo>
                    <a:pt x="2908" y="5896"/>
                  </a:lnTo>
                  <a:lnTo>
                    <a:pt x="3169" y="5996"/>
                  </a:lnTo>
                  <a:lnTo>
                    <a:pt x="3429" y="6057"/>
                  </a:lnTo>
                  <a:lnTo>
                    <a:pt x="3690" y="6097"/>
                  </a:lnTo>
                  <a:lnTo>
                    <a:pt x="4151" y="6157"/>
                  </a:lnTo>
                  <a:lnTo>
                    <a:pt x="4552" y="6177"/>
                  </a:lnTo>
                  <a:lnTo>
                    <a:pt x="5154" y="6177"/>
                  </a:lnTo>
                  <a:lnTo>
                    <a:pt x="5555" y="6157"/>
                  </a:lnTo>
                  <a:lnTo>
                    <a:pt x="6016" y="6097"/>
                  </a:lnTo>
                  <a:lnTo>
                    <a:pt x="6277" y="6057"/>
                  </a:lnTo>
                  <a:lnTo>
                    <a:pt x="6538" y="5996"/>
                  </a:lnTo>
                  <a:lnTo>
                    <a:pt x="6799" y="5896"/>
                  </a:lnTo>
                  <a:lnTo>
                    <a:pt x="7079" y="5796"/>
                  </a:lnTo>
                  <a:lnTo>
                    <a:pt x="7360" y="5655"/>
                  </a:lnTo>
                  <a:lnTo>
                    <a:pt x="7661" y="5495"/>
                  </a:lnTo>
                  <a:lnTo>
                    <a:pt x="7942" y="5294"/>
                  </a:lnTo>
                  <a:lnTo>
                    <a:pt x="8222" y="5074"/>
                  </a:lnTo>
                  <a:lnTo>
                    <a:pt x="8503" y="4813"/>
                  </a:lnTo>
                  <a:lnTo>
                    <a:pt x="8784" y="4512"/>
                  </a:lnTo>
                  <a:lnTo>
                    <a:pt x="9005" y="4191"/>
                  </a:lnTo>
                  <a:lnTo>
                    <a:pt x="9205" y="3871"/>
                  </a:lnTo>
                  <a:lnTo>
                    <a:pt x="9345" y="3550"/>
                  </a:lnTo>
                  <a:lnTo>
                    <a:pt x="9466" y="3209"/>
                  </a:lnTo>
                  <a:lnTo>
                    <a:pt x="9566" y="2868"/>
                  </a:lnTo>
                  <a:lnTo>
                    <a:pt x="9626" y="2547"/>
                  </a:lnTo>
                  <a:lnTo>
                    <a:pt x="9666" y="2206"/>
                  </a:lnTo>
                  <a:lnTo>
                    <a:pt x="9706" y="1905"/>
                  </a:lnTo>
                  <a:lnTo>
                    <a:pt x="9706" y="1584"/>
                  </a:lnTo>
                  <a:lnTo>
                    <a:pt x="9706" y="1304"/>
                  </a:lnTo>
                  <a:lnTo>
                    <a:pt x="9686" y="762"/>
                  </a:lnTo>
                  <a:lnTo>
                    <a:pt x="9626" y="361"/>
                  </a:lnTo>
                  <a:lnTo>
                    <a:pt x="9566" y="0"/>
                  </a:lnTo>
                  <a:lnTo>
                    <a:pt x="6879" y="0"/>
                  </a:lnTo>
                  <a:lnTo>
                    <a:pt x="6899" y="140"/>
                  </a:lnTo>
                  <a:lnTo>
                    <a:pt x="6939" y="501"/>
                  </a:lnTo>
                  <a:lnTo>
                    <a:pt x="6959" y="762"/>
                  </a:lnTo>
                  <a:lnTo>
                    <a:pt x="6959" y="1043"/>
                  </a:lnTo>
                  <a:lnTo>
                    <a:pt x="6919" y="1344"/>
                  </a:lnTo>
                  <a:lnTo>
                    <a:pt x="6879" y="1645"/>
                  </a:lnTo>
                  <a:lnTo>
                    <a:pt x="6799" y="1945"/>
                  </a:lnTo>
                  <a:lnTo>
                    <a:pt x="6678" y="2246"/>
                  </a:lnTo>
                  <a:lnTo>
                    <a:pt x="6598" y="2387"/>
                  </a:lnTo>
                  <a:lnTo>
                    <a:pt x="6518" y="2527"/>
                  </a:lnTo>
                  <a:lnTo>
                    <a:pt x="6417" y="2647"/>
                  </a:lnTo>
                  <a:lnTo>
                    <a:pt x="6297" y="2768"/>
                  </a:lnTo>
                  <a:lnTo>
                    <a:pt x="6177" y="2888"/>
                  </a:lnTo>
                  <a:lnTo>
                    <a:pt x="6036" y="2988"/>
                  </a:lnTo>
                  <a:lnTo>
                    <a:pt x="5876" y="3068"/>
                  </a:lnTo>
                  <a:lnTo>
                    <a:pt x="5716" y="3149"/>
                  </a:lnTo>
                  <a:lnTo>
                    <a:pt x="5515" y="3209"/>
                  </a:lnTo>
                  <a:lnTo>
                    <a:pt x="5314" y="3249"/>
                  </a:lnTo>
                  <a:lnTo>
                    <a:pt x="5094" y="3289"/>
                  </a:lnTo>
                  <a:lnTo>
                    <a:pt x="4613" y="3289"/>
                  </a:lnTo>
                  <a:lnTo>
                    <a:pt x="4392" y="3249"/>
                  </a:lnTo>
                  <a:lnTo>
                    <a:pt x="4191" y="3209"/>
                  </a:lnTo>
                  <a:lnTo>
                    <a:pt x="3991" y="3149"/>
                  </a:lnTo>
                  <a:lnTo>
                    <a:pt x="3830" y="3068"/>
                  </a:lnTo>
                  <a:lnTo>
                    <a:pt x="3670" y="2988"/>
                  </a:lnTo>
                  <a:lnTo>
                    <a:pt x="3530" y="2888"/>
                  </a:lnTo>
                  <a:lnTo>
                    <a:pt x="3409" y="2768"/>
                  </a:lnTo>
                  <a:lnTo>
                    <a:pt x="3289" y="2647"/>
                  </a:lnTo>
                  <a:lnTo>
                    <a:pt x="3189" y="2527"/>
                  </a:lnTo>
                  <a:lnTo>
                    <a:pt x="3108" y="2387"/>
                  </a:lnTo>
                  <a:lnTo>
                    <a:pt x="3028" y="2246"/>
                  </a:lnTo>
                  <a:lnTo>
                    <a:pt x="2908" y="1945"/>
                  </a:lnTo>
                  <a:lnTo>
                    <a:pt x="2828" y="1645"/>
                  </a:lnTo>
                  <a:lnTo>
                    <a:pt x="2788" y="1344"/>
                  </a:lnTo>
                  <a:lnTo>
                    <a:pt x="2748" y="1043"/>
                  </a:lnTo>
                  <a:lnTo>
                    <a:pt x="2748" y="762"/>
                  </a:lnTo>
                  <a:lnTo>
                    <a:pt x="2768" y="501"/>
                  </a:lnTo>
                  <a:lnTo>
                    <a:pt x="2788" y="140"/>
                  </a:lnTo>
                  <a:lnTo>
                    <a:pt x="282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7" name="Google Shape;5357;p21"/>
            <p:cNvSpPr/>
            <p:nvPr/>
          </p:nvSpPr>
          <p:spPr>
            <a:xfrm>
              <a:off x="9755600" y="3008638"/>
              <a:ext cx="242675" cy="154425"/>
            </a:xfrm>
            <a:custGeom>
              <a:avLst/>
              <a:gdLst/>
              <a:ahLst/>
              <a:cxnLst/>
              <a:rect l="l" t="t" r="r" b="b"/>
              <a:pathLst>
                <a:path w="9707" h="6177" fill="none" extrusionOk="0">
                  <a:moveTo>
                    <a:pt x="9205" y="3871"/>
                  </a:moveTo>
                  <a:lnTo>
                    <a:pt x="9205" y="3871"/>
                  </a:lnTo>
                  <a:lnTo>
                    <a:pt x="9005" y="4191"/>
                  </a:lnTo>
                  <a:lnTo>
                    <a:pt x="8784" y="4512"/>
                  </a:lnTo>
                  <a:lnTo>
                    <a:pt x="8784" y="4512"/>
                  </a:lnTo>
                  <a:lnTo>
                    <a:pt x="8503" y="4813"/>
                  </a:lnTo>
                  <a:lnTo>
                    <a:pt x="8222" y="5074"/>
                  </a:lnTo>
                  <a:lnTo>
                    <a:pt x="7942" y="5294"/>
                  </a:lnTo>
                  <a:lnTo>
                    <a:pt x="7661" y="5495"/>
                  </a:lnTo>
                  <a:lnTo>
                    <a:pt x="7360" y="5655"/>
                  </a:lnTo>
                  <a:lnTo>
                    <a:pt x="7079" y="5796"/>
                  </a:lnTo>
                  <a:lnTo>
                    <a:pt x="6799" y="5896"/>
                  </a:lnTo>
                  <a:lnTo>
                    <a:pt x="6538" y="5996"/>
                  </a:lnTo>
                  <a:lnTo>
                    <a:pt x="6277" y="6057"/>
                  </a:lnTo>
                  <a:lnTo>
                    <a:pt x="6016" y="6097"/>
                  </a:lnTo>
                  <a:lnTo>
                    <a:pt x="5555" y="6157"/>
                  </a:lnTo>
                  <a:lnTo>
                    <a:pt x="5154" y="6177"/>
                  </a:lnTo>
                  <a:lnTo>
                    <a:pt x="4853" y="6177"/>
                  </a:lnTo>
                  <a:lnTo>
                    <a:pt x="4853" y="6177"/>
                  </a:lnTo>
                  <a:lnTo>
                    <a:pt x="4552" y="6177"/>
                  </a:lnTo>
                  <a:lnTo>
                    <a:pt x="4151" y="6157"/>
                  </a:lnTo>
                  <a:lnTo>
                    <a:pt x="3690" y="6097"/>
                  </a:lnTo>
                  <a:lnTo>
                    <a:pt x="3429" y="6057"/>
                  </a:lnTo>
                  <a:lnTo>
                    <a:pt x="3169" y="5996"/>
                  </a:lnTo>
                  <a:lnTo>
                    <a:pt x="2908" y="5896"/>
                  </a:lnTo>
                  <a:lnTo>
                    <a:pt x="2627" y="5796"/>
                  </a:lnTo>
                  <a:lnTo>
                    <a:pt x="2346" y="5655"/>
                  </a:lnTo>
                  <a:lnTo>
                    <a:pt x="2046" y="5495"/>
                  </a:lnTo>
                  <a:lnTo>
                    <a:pt x="1765" y="5294"/>
                  </a:lnTo>
                  <a:lnTo>
                    <a:pt x="1484" y="5074"/>
                  </a:lnTo>
                  <a:lnTo>
                    <a:pt x="1203" y="4813"/>
                  </a:lnTo>
                  <a:lnTo>
                    <a:pt x="923" y="4512"/>
                  </a:lnTo>
                  <a:lnTo>
                    <a:pt x="923" y="4512"/>
                  </a:lnTo>
                  <a:lnTo>
                    <a:pt x="802" y="4352"/>
                  </a:lnTo>
                  <a:lnTo>
                    <a:pt x="682" y="4171"/>
                  </a:lnTo>
                  <a:lnTo>
                    <a:pt x="481" y="3830"/>
                  </a:lnTo>
                  <a:lnTo>
                    <a:pt x="321" y="3449"/>
                  </a:lnTo>
                  <a:lnTo>
                    <a:pt x="201" y="3088"/>
                  </a:lnTo>
                  <a:lnTo>
                    <a:pt x="100" y="2707"/>
                  </a:lnTo>
                  <a:lnTo>
                    <a:pt x="40" y="2326"/>
                  </a:lnTo>
                  <a:lnTo>
                    <a:pt x="0" y="1965"/>
                  </a:lnTo>
                  <a:lnTo>
                    <a:pt x="0" y="1604"/>
                  </a:lnTo>
                  <a:lnTo>
                    <a:pt x="0" y="1284"/>
                  </a:lnTo>
                  <a:lnTo>
                    <a:pt x="0" y="963"/>
                  </a:lnTo>
                  <a:lnTo>
                    <a:pt x="60" y="461"/>
                  </a:lnTo>
                  <a:lnTo>
                    <a:pt x="120" y="120"/>
                  </a:lnTo>
                  <a:lnTo>
                    <a:pt x="140" y="0"/>
                  </a:lnTo>
                  <a:lnTo>
                    <a:pt x="2828" y="0"/>
                  </a:lnTo>
                  <a:lnTo>
                    <a:pt x="2828" y="0"/>
                  </a:lnTo>
                  <a:lnTo>
                    <a:pt x="2788" y="140"/>
                  </a:lnTo>
                  <a:lnTo>
                    <a:pt x="2768" y="501"/>
                  </a:lnTo>
                  <a:lnTo>
                    <a:pt x="2748" y="762"/>
                  </a:lnTo>
                  <a:lnTo>
                    <a:pt x="2748" y="1043"/>
                  </a:lnTo>
                  <a:lnTo>
                    <a:pt x="2788" y="1344"/>
                  </a:lnTo>
                  <a:lnTo>
                    <a:pt x="2828" y="1645"/>
                  </a:lnTo>
                  <a:lnTo>
                    <a:pt x="2908" y="1945"/>
                  </a:lnTo>
                  <a:lnTo>
                    <a:pt x="3028" y="2246"/>
                  </a:lnTo>
                  <a:lnTo>
                    <a:pt x="3108" y="2387"/>
                  </a:lnTo>
                  <a:lnTo>
                    <a:pt x="3189" y="2527"/>
                  </a:lnTo>
                  <a:lnTo>
                    <a:pt x="3289" y="2647"/>
                  </a:lnTo>
                  <a:lnTo>
                    <a:pt x="3409" y="2768"/>
                  </a:lnTo>
                  <a:lnTo>
                    <a:pt x="3530" y="2888"/>
                  </a:lnTo>
                  <a:lnTo>
                    <a:pt x="3670" y="2988"/>
                  </a:lnTo>
                  <a:lnTo>
                    <a:pt x="3830" y="3068"/>
                  </a:lnTo>
                  <a:lnTo>
                    <a:pt x="3991" y="3149"/>
                  </a:lnTo>
                  <a:lnTo>
                    <a:pt x="4191" y="3209"/>
                  </a:lnTo>
                  <a:lnTo>
                    <a:pt x="4392" y="3249"/>
                  </a:lnTo>
                  <a:lnTo>
                    <a:pt x="4613" y="3289"/>
                  </a:lnTo>
                  <a:lnTo>
                    <a:pt x="4853" y="3289"/>
                  </a:lnTo>
                  <a:lnTo>
                    <a:pt x="4853" y="3289"/>
                  </a:lnTo>
                  <a:lnTo>
                    <a:pt x="5094" y="3289"/>
                  </a:lnTo>
                  <a:lnTo>
                    <a:pt x="5314" y="3249"/>
                  </a:lnTo>
                  <a:lnTo>
                    <a:pt x="5515" y="3209"/>
                  </a:lnTo>
                  <a:lnTo>
                    <a:pt x="5716" y="3149"/>
                  </a:lnTo>
                  <a:lnTo>
                    <a:pt x="5876" y="3068"/>
                  </a:lnTo>
                  <a:lnTo>
                    <a:pt x="6036" y="2988"/>
                  </a:lnTo>
                  <a:lnTo>
                    <a:pt x="6177" y="2888"/>
                  </a:lnTo>
                  <a:lnTo>
                    <a:pt x="6297" y="2768"/>
                  </a:lnTo>
                  <a:lnTo>
                    <a:pt x="6417" y="2647"/>
                  </a:lnTo>
                  <a:lnTo>
                    <a:pt x="6518" y="2527"/>
                  </a:lnTo>
                  <a:lnTo>
                    <a:pt x="6598" y="2387"/>
                  </a:lnTo>
                  <a:lnTo>
                    <a:pt x="6678" y="2246"/>
                  </a:lnTo>
                  <a:lnTo>
                    <a:pt x="6799" y="1945"/>
                  </a:lnTo>
                  <a:lnTo>
                    <a:pt x="6879" y="1645"/>
                  </a:lnTo>
                  <a:lnTo>
                    <a:pt x="6919" y="1344"/>
                  </a:lnTo>
                  <a:lnTo>
                    <a:pt x="6959" y="1043"/>
                  </a:lnTo>
                  <a:lnTo>
                    <a:pt x="6959" y="762"/>
                  </a:lnTo>
                  <a:lnTo>
                    <a:pt x="6939" y="501"/>
                  </a:lnTo>
                  <a:lnTo>
                    <a:pt x="6899" y="140"/>
                  </a:lnTo>
                  <a:lnTo>
                    <a:pt x="6879" y="0"/>
                  </a:lnTo>
                  <a:lnTo>
                    <a:pt x="9566" y="0"/>
                  </a:lnTo>
                  <a:lnTo>
                    <a:pt x="9566" y="0"/>
                  </a:lnTo>
                  <a:lnTo>
                    <a:pt x="9626" y="361"/>
                  </a:lnTo>
                  <a:lnTo>
                    <a:pt x="9686" y="762"/>
                  </a:lnTo>
                  <a:lnTo>
                    <a:pt x="9706" y="1304"/>
                  </a:lnTo>
                  <a:lnTo>
                    <a:pt x="9706" y="1584"/>
                  </a:lnTo>
                  <a:lnTo>
                    <a:pt x="9706" y="1905"/>
                  </a:lnTo>
                  <a:lnTo>
                    <a:pt x="9666" y="2206"/>
                  </a:lnTo>
                  <a:lnTo>
                    <a:pt x="9626" y="2547"/>
                  </a:lnTo>
                  <a:lnTo>
                    <a:pt x="9566" y="2868"/>
                  </a:lnTo>
                  <a:lnTo>
                    <a:pt x="9466" y="3209"/>
                  </a:lnTo>
                  <a:lnTo>
                    <a:pt x="9345" y="3550"/>
                  </a:lnTo>
                  <a:lnTo>
                    <a:pt x="9205" y="387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8" name="Google Shape;5358;p21"/>
            <p:cNvSpPr/>
            <p:nvPr/>
          </p:nvSpPr>
          <p:spPr>
            <a:xfrm>
              <a:off x="9755600" y="3008638"/>
              <a:ext cx="230150" cy="154425"/>
            </a:xfrm>
            <a:custGeom>
              <a:avLst/>
              <a:gdLst/>
              <a:ahLst/>
              <a:cxnLst/>
              <a:rect l="l" t="t" r="r" b="b"/>
              <a:pathLst>
                <a:path w="9206" h="6177" extrusionOk="0">
                  <a:moveTo>
                    <a:pt x="140" y="0"/>
                  </a:moveTo>
                  <a:lnTo>
                    <a:pt x="120" y="100"/>
                  </a:lnTo>
                  <a:lnTo>
                    <a:pt x="60" y="421"/>
                  </a:lnTo>
                  <a:lnTo>
                    <a:pt x="20" y="882"/>
                  </a:lnTo>
                  <a:lnTo>
                    <a:pt x="0" y="1163"/>
                  </a:lnTo>
                  <a:lnTo>
                    <a:pt x="0" y="1484"/>
                  </a:lnTo>
                  <a:lnTo>
                    <a:pt x="0" y="1845"/>
                  </a:lnTo>
                  <a:lnTo>
                    <a:pt x="40" y="2226"/>
                  </a:lnTo>
                  <a:lnTo>
                    <a:pt x="80" y="2607"/>
                  </a:lnTo>
                  <a:lnTo>
                    <a:pt x="181" y="3008"/>
                  </a:lnTo>
                  <a:lnTo>
                    <a:pt x="301" y="3409"/>
                  </a:lnTo>
                  <a:lnTo>
                    <a:pt x="461" y="3790"/>
                  </a:lnTo>
                  <a:lnTo>
                    <a:pt x="562" y="3971"/>
                  </a:lnTo>
                  <a:lnTo>
                    <a:pt x="682" y="4171"/>
                  </a:lnTo>
                  <a:lnTo>
                    <a:pt x="802" y="4332"/>
                  </a:lnTo>
                  <a:lnTo>
                    <a:pt x="923" y="4512"/>
                  </a:lnTo>
                  <a:lnTo>
                    <a:pt x="1183" y="4793"/>
                  </a:lnTo>
                  <a:lnTo>
                    <a:pt x="1464" y="5054"/>
                  </a:lnTo>
                  <a:lnTo>
                    <a:pt x="1725" y="5274"/>
                  </a:lnTo>
                  <a:lnTo>
                    <a:pt x="1985" y="5455"/>
                  </a:lnTo>
                  <a:lnTo>
                    <a:pt x="2266" y="5615"/>
                  </a:lnTo>
                  <a:lnTo>
                    <a:pt x="2527" y="5756"/>
                  </a:lnTo>
                  <a:lnTo>
                    <a:pt x="2808" y="5876"/>
                  </a:lnTo>
                  <a:lnTo>
                    <a:pt x="3068" y="5956"/>
                  </a:lnTo>
                  <a:lnTo>
                    <a:pt x="3309" y="6036"/>
                  </a:lnTo>
                  <a:lnTo>
                    <a:pt x="3550" y="6077"/>
                  </a:lnTo>
                  <a:lnTo>
                    <a:pt x="4011" y="6157"/>
                  </a:lnTo>
                  <a:lnTo>
                    <a:pt x="4412" y="6177"/>
                  </a:lnTo>
                  <a:lnTo>
                    <a:pt x="5294" y="6177"/>
                  </a:lnTo>
                  <a:lnTo>
                    <a:pt x="5696" y="6157"/>
                  </a:lnTo>
                  <a:lnTo>
                    <a:pt x="6157" y="6077"/>
                  </a:lnTo>
                  <a:lnTo>
                    <a:pt x="6397" y="6036"/>
                  </a:lnTo>
                  <a:lnTo>
                    <a:pt x="6638" y="5956"/>
                  </a:lnTo>
                  <a:lnTo>
                    <a:pt x="6899" y="5876"/>
                  </a:lnTo>
                  <a:lnTo>
                    <a:pt x="7180" y="5756"/>
                  </a:lnTo>
                  <a:lnTo>
                    <a:pt x="7440" y="5615"/>
                  </a:lnTo>
                  <a:lnTo>
                    <a:pt x="7721" y="5455"/>
                  </a:lnTo>
                  <a:lnTo>
                    <a:pt x="7982" y="5274"/>
                  </a:lnTo>
                  <a:lnTo>
                    <a:pt x="8242" y="5054"/>
                  </a:lnTo>
                  <a:lnTo>
                    <a:pt x="8523" y="4793"/>
                  </a:lnTo>
                  <a:lnTo>
                    <a:pt x="8784" y="4512"/>
                  </a:lnTo>
                  <a:lnTo>
                    <a:pt x="9005" y="4191"/>
                  </a:lnTo>
                  <a:lnTo>
                    <a:pt x="9205" y="3871"/>
                  </a:lnTo>
                  <a:lnTo>
                    <a:pt x="9205" y="3871"/>
                  </a:lnTo>
                  <a:lnTo>
                    <a:pt x="8824" y="4131"/>
                  </a:lnTo>
                  <a:lnTo>
                    <a:pt x="8403" y="4352"/>
                  </a:lnTo>
                  <a:lnTo>
                    <a:pt x="7982" y="4552"/>
                  </a:lnTo>
                  <a:lnTo>
                    <a:pt x="7541" y="4693"/>
                  </a:lnTo>
                  <a:lnTo>
                    <a:pt x="7099" y="4813"/>
                  </a:lnTo>
                  <a:lnTo>
                    <a:pt x="6638" y="4913"/>
                  </a:lnTo>
                  <a:lnTo>
                    <a:pt x="6157" y="4954"/>
                  </a:lnTo>
                  <a:lnTo>
                    <a:pt x="5675" y="4974"/>
                  </a:lnTo>
                  <a:lnTo>
                    <a:pt x="5375" y="4974"/>
                  </a:lnTo>
                  <a:lnTo>
                    <a:pt x="5094" y="4954"/>
                  </a:lnTo>
                  <a:lnTo>
                    <a:pt x="4793" y="4913"/>
                  </a:lnTo>
                  <a:lnTo>
                    <a:pt x="4492" y="4873"/>
                  </a:lnTo>
                  <a:lnTo>
                    <a:pt x="4071" y="4773"/>
                  </a:lnTo>
                  <a:lnTo>
                    <a:pt x="3650" y="4653"/>
                  </a:lnTo>
                  <a:lnTo>
                    <a:pt x="3249" y="4472"/>
                  </a:lnTo>
                  <a:lnTo>
                    <a:pt x="3048" y="4372"/>
                  </a:lnTo>
                  <a:lnTo>
                    <a:pt x="2868" y="4272"/>
                  </a:lnTo>
                  <a:lnTo>
                    <a:pt x="2687" y="4151"/>
                  </a:lnTo>
                  <a:lnTo>
                    <a:pt x="2507" y="4011"/>
                  </a:lnTo>
                  <a:lnTo>
                    <a:pt x="2366" y="3851"/>
                  </a:lnTo>
                  <a:lnTo>
                    <a:pt x="2226" y="3690"/>
                  </a:lnTo>
                  <a:lnTo>
                    <a:pt x="2086" y="3510"/>
                  </a:lnTo>
                  <a:lnTo>
                    <a:pt x="1985" y="3329"/>
                  </a:lnTo>
                  <a:lnTo>
                    <a:pt x="1885" y="3129"/>
                  </a:lnTo>
                  <a:lnTo>
                    <a:pt x="1805" y="2908"/>
                  </a:lnTo>
                  <a:lnTo>
                    <a:pt x="1725" y="2547"/>
                  </a:lnTo>
                  <a:lnTo>
                    <a:pt x="1705" y="2166"/>
                  </a:lnTo>
                  <a:lnTo>
                    <a:pt x="1685" y="1805"/>
                  </a:lnTo>
                  <a:lnTo>
                    <a:pt x="1725" y="1444"/>
                  </a:lnTo>
                  <a:lnTo>
                    <a:pt x="1785" y="1083"/>
                  </a:lnTo>
                  <a:lnTo>
                    <a:pt x="1845" y="702"/>
                  </a:lnTo>
                  <a:lnTo>
                    <a:pt x="1945" y="361"/>
                  </a:lnTo>
                  <a:lnTo>
                    <a:pt x="2046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9" name="Google Shape;5359;p21"/>
            <p:cNvSpPr/>
            <p:nvPr/>
          </p:nvSpPr>
          <p:spPr>
            <a:xfrm>
              <a:off x="9755600" y="3008638"/>
              <a:ext cx="230150" cy="154425"/>
            </a:xfrm>
            <a:custGeom>
              <a:avLst/>
              <a:gdLst/>
              <a:ahLst/>
              <a:cxnLst/>
              <a:rect l="l" t="t" r="r" b="b"/>
              <a:pathLst>
                <a:path w="9206" h="6177" fill="none" extrusionOk="0">
                  <a:moveTo>
                    <a:pt x="2046" y="0"/>
                  </a:moveTo>
                  <a:lnTo>
                    <a:pt x="140" y="0"/>
                  </a:lnTo>
                  <a:lnTo>
                    <a:pt x="140" y="0"/>
                  </a:lnTo>
                  <a:lnTo>
                    <a:pt x="120" y="100"/>
                  </a:lnTo>
                  <a:lnTo>
                    <a:pt x="60" y="421"/>
                  </a:lnTo>
                  <a:lnTo>
                    <a:pt x="20" y="882"/>
                  </a:lnTo>
                  <a:lnTo>
                    <a:pt x="0" y="1163"/>
                  </a:lnTo>
                  <a:lnTo>
                    <a:pt x="0" y="1484"/>
                  </a:lnTo>
                  <a:lnTo>
                    <a:pt x="0" y="1484"/>
                  </a:lnTo>
                  <a:lnTo>
                    <a:pt x="0" y="1845"/>
                  </a:lnTo>
                  <a:lnTo>
                    <a:pt x="40" y="2226"/>
                  </a:lnTo>
                  <a:lnTo>
                    <a:pt x="80" y="2607"/>
                  </a:lnTo>
                  <a:lnTo>
                    <a:pt x="181" y="3008"/>
                  </a:lnTo>
                  <a:lnTo>
                    <a:pt x="301" y="3409"/>
                  </a:lnTo>
                  <a:lnTo>
                    <a:pt x="461" y="3790"/>
                  </a:lnTo>
                  <a:lnTo>
                    <a:pt x="562" y="3971"/>
                  </a:lnTo>
                  <a:lnTo>
                    <a:pt x="682" y="4171"/>
                  </a:lnTo>
                  <a:lnTo>
                    <a:pt x="802" y="4332"/>
                  </a:lnTo>
                  <a:lnTo>
                    <a:pt x="923" y="4512"/>
                  </a:lnTo>
                  <a:lnTo>
                    <a:pt x="923" y="4512"/>
                  </a:lnTo>
                  <a:lnTo>
                    <a:pt x="1183" y="4793"/>
                  </a:lnTo>
                  <a:lnTo>
                    <a:pt x="1464" y="5054"/>
                  </a:lnTo>
                  <a:lnTo>
                    <a:pt x="1725" y="5274"/>
                  </a:lnTo>
                  <a:lnTo>
                    <a:pt x="1985" y="5455"/>
                  </a:lnTo>
                  <a:lnTo>
                    <a:pt x="2266" y="5615"/>
                  </a:lnTo>
                  <a:lnTo>
                    <a:pt x="2527" y="5756"/>
                  </a:lnTo>
                  <a:lnTo>
                    <a:pt x="2808" y="5876"/>
                  </a:lnTo>
                  <a:lnTo>
                    <a:pt x="3068" y="5956"/>
                  </a:lnTo>
                  <a:lnTo>
                    <a:pt x="3309" y="6036"/>
                  </a:lnTo>
                  <a:lnTo>
                    <a:pt x="3550" y="6077"/>
                  </a:lnTo>
                  <a:lnTo>
                    <a:pt x="4011" y="6157"/>
                  </a:lnTo>
                  <a:lnTo>
                    <a:pt x="4412" y="6177"/>
                  </a:lnTo>
                  <a:lnTo>
                    <a:pt x="4733" y="6177"/>
                  </a:lnTo>
                  <a:lnTo>
                    <a:pt x="4733" y="6177"/>
                  </a:lnTo>
                  <a:lnTo>
                    <a:pt x="4853" y="6177"/>
                  </a:lnTo>
                  <a:lnTo>
                    <a:pt x="4853" y="6177"/>
                  </a:lnTo>
                  <a:lnTo>
                    <a:pt x="4974" y="6177"/>
                  </a:lnTo>
                  <a:lnTo>
                    <a:pt x="4974" y="6177"/>
                  </a:lnTo>
                  <a:lnTo>
                    <a:pt x="5294" y="6177"/>
                  </a:lnTo>
                  <a:lnTo>
                    <a:pt x="5696" y="6157"/>
                  </a:lnTo>
                  <a:lnTo>
                    <a:pt x="6157" y="6077"/>
                  </a:lnTo>
                  <a:lnTo>
                    <a:pt x="6397" y="6036"/>
                  </a:lnTo>
                  <a:lnTo>
                    <a:pt x="6638" y="5956"/>
                  </a:lnTo>
                  <a:lnTo>
                    <a:pt x="6899" y="5876"/>
                  </a:lnTo>
                  <a:lnTo>
                    <a:pt x="7180" y="5756"/>
                  </a:lnTo>
                  <a:lnTo>
                    <a:pt x="7440" y="5615"/>
                  </a:lnTo>
                  <a:lnTo>
                    <a:pt x="7721" y="5455"/>
                  </a:lnTo>
                  <a:lnTo>
                    <a:pt x="7982" y="5274"/>
                  </a:lnTo>
                  <a:lnTo>
                    <a:pt x="8242" y="5054"/>
                  </a:lnTo>
                  <a:lnTo>
                    <a:pt x="8523" y="4793"/>
                  </a:lnTo>
                  <a:lnTo>
                    <a:pt x="8784" y="4512"/>
                  </a:lnTo>
                  <a:lnTo>
                    <a:pt x="8784" y="4512"/>
                  </a:lnTo>
                  <a:lnTo>
                    <a:pt x="9005" y="4191"/>
                  </a:lnTo>
                  <a:lnTo>
                    <a:pt x="9205" y="3871"/>
                  </a:lnTo>
                  <a:lnTo>
                    <a:pt x="9205" y="3871"/>
                  </a:lnTo>
                  <a:lnTo>
                    <a:pt x="8824" y="4131"/>
                  </a:lnTo>
                  <a:lnTo>
                    <a:pt x="8403" y="4352"/>
                  </a:lnTo>
                  <a:lnTo>
                    <a:pt x="7982" y="4552"/>
                  </a:lnTo>
                  <a:lnTo>
                    <a:pt x="7541" y="4693"/>
                  </a:lnTo>
                  <a:lnTo>
                    <a:pt x="7099" y="4813"/>
                  </a:lnTo>
                  <a:lnTo>
                    <a:pt x="6638" y="4913"/>
                  </a:lnTo>
                  <a:lnTo>
                    <a:pt x="6157" y="4954"/>
                  </a:lnTo>
                  <a:lnTo>
                    <a:pt x="5675" y="4974"/>
                  </a:lnTo>
                  <a:lnTo>
                    <a:pt x="5675" y="4974"/>
                  </a:lnTo>
                  <a:lnTo>
                    <a:pt x="5375" y="4974"/>
                  </a:lnTo>
                  <a:lnTo>
                    <a:pt x="5094" y="4954"/>
                  </a:lnTo>
                  <a:lnTo>
                    <a:pt x="4793" y="4913"/>
                  </a:lnTo>
                  <a:lnTo>
                    <a:pt x="4492" y="4873"/>
                  </a:lnTo>
                  <a:lnTo>
                    <a:pt x="4492" y="4873"/>
                  </a:lnTo>
                  <a:lnTo>
                    <a:pt x="4071" y="4773"/>
                  </a:lnTo>
                  <a:lnTo>
                    <a:pt x="3650" y="4653"/>
                  </a:lnTo>
                  <a:lnTo>
                    <a:pt x="3249" y="4472"/>
                  </a:lnTo>
                  <a:lnTo>
                    <a:pt x="3048" y="4372"/>
                  </a:lnTo>
                  <a:lnTo>
                    <a:pt x="2868" y="4272"/>
                  </a:lnTo>
                  <a:lnTo>
                    <a:pt x="2687" y="4151"/>
                  </a:lnTo>
                  <a:lnTo>
                    <a:pt x="2507" y="4011"/>
                  </a:lnTo>
                  <a:lnTo>
                    <a:pt x="2366" y="3851"/>
                  </a:lnTo>
                  <a:lnTo>
                    <a:pt x="2226" y="3690"/>
                  </a:lnTo>
                  <a:lnTo>
                    <a:pt x="2086" y="3510"/>
                  </a:lnTo>
                  <a:lnTo>
                    <a:pt x="1985" y="3329"/>
                  </a:lnTo>
                  <a:lnTo>
                    <a:pt x="1885" y="3129"/>
                  </a:lnTo>
                  <a:lnTo>
                    <a:pt x="1805" y="2908"/>
                  </a:lnTo>
                  <a:lnTo>
                    <a:pt x="1805" y="2908"/>
                  </a:lnTo>
                  <a:lnTo>
                    <a:pt x="1725" y="2547"/>
                  </a:lnTo>
                  <a:lnTo>
                    <a:pt x="1705" y="2166"/>
                  </a:lnTo>
                  <a:lnTo>
                    <a:pt x="1685" y="1805"/>
                  </a:lnTo>
                  <a:lnTo>
                    <a:pt x="1725" y="1444"/>
                  </a:lnTo>
                  <a:lnTo>
                    <a:pt x="1785" y="1083"/>
                  </a:lnTo>
                  <a:lnTo>
                    <a:pt x="1845" y="702"/>
                  </a:lnTo>
                  <a:lnTo>
                    <a:pt x="1945" y="361"/>
                  </a:lnTo>
                  <a:lnTo>
                    <a:pt x="2046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0" name="Google Shape;5360;p21"/>
            <p:cNvSpPr/>
            <p:nvPr/>
          </p:nvSpPr>
          <p:spPr>
            <a:xfrm>
              <a:off x="10051400" y="3285888"/>
              <a:ext cx="142900" cy="211600"/>
            </a:xfrm>
            <a:custGeom>
              <a:avLst/>
              <a:gdLst/>
              <a:ahLst/>
              <a:cxnLst/>
              <a:rect l="l" t="t" r="r" b="b"/>
              <a:pathLst>
                <a:path w="5716" h="8464" extrusionOk="0">
                  <a:moveTo>
                    <a:pt x="2607" y="0"/>
                  </a:moveTo>
                  <a:lnTo>
                    <a:pt x="2347" y="40"/>
                  </a:lnTo>
                  <a:lnTo>
                    <a:pt x="2106" y="100"/>
                  </a:lnTo>
                  <a:lnTo>
                    <a:pt x="1865" y="181"/>
                  </a:lnTo>
                  <a:lnTo>
                    <a:pt x="1625" y="281"/>
                  </a:lnTo>
                  <a:lnTo>
                    <a:pt x="1404" y="401"/>
                  </a:lnTo>
                  <a:lnTo>
                    <a:pt x="1203" y="522"/>
                  </a:lnTo>
                  <a:lnTo>
                    <a:pt x="1003" y="682"/>
                  </a:lnTo>
                  <a:lnTo>
                    <a:pt x="822" y="842"/>
                  </a:lnTo>
                  <a:lnTo>
                    <a:pt x="662" y="1023"/>
                  </a:lnTo>
                  <a:lnTo>
                    <a:pt x="522" y="1224"/>
                  </a:lnTo>
                  <a:lnTo>
                    <a:pt x="381" y="1424"/>
                  </a:lnTo>
                  <a:lnTo>
                    <a:pt x="281" y="1645"/>
                  </a:lnTo>
                  <a:lnTo>
                    <a:pt x="181" y="1885"/>
                  </a:lnTo>
                  <a:lnTo>
                    <a:pt x="100" y="2126"/>
                  </a:lnTo>
                  <a:lnTo>
                    <a:pt x="60" y="2367"/>
                  </a:lnTo>
                  <a:lnTo>
                    <a:pt x="20" y="2607"/>
                  </a:lnTo>
                  <a:lnTo>
                    <a:pt x="0" y="2848"/>
                  </a:lnTo>
                  <a:lnTo>
                    <a:pt x="0" y="5595"/>
                  </a:lnTo>
                  <a:lnTo>
                    <a:pt x="20" y="5896"/>
                  </a:lnTo>
                  <a:lnTo>
                    <a:pt x="60" y="6177"/>
                  </a:lnTo>
                  <a:lnTo>
                    <a:pt x="141" y="6458"/>
                  </a:lnTo>
                  <a:lnTo>
                    <a:pt x="241" y="6718"/>
                  </a:lnTo>
                  <a:lnTo>
                    <a:pt x="361" y="6959"/>
                  </a:lnTo>
                  <a:lnTo>
                    <a:pt x="502" y="7200"/>
                  </a:lnTo>
                  <a:lnTo>
                    <a:pt x="662" y="7420"/>
                  </a:lnTo>
                  <a:lnTo>
                    <a:pt x="842" y="7621"/>
                  </a:lnTo>
                  <a:lnTo>
                    <a:pt x="1103" y="7862"/>
                  </a:lnTo>
                  <a:lnTo>
                    <a:pt x="1404" y="8062"/>
                  </a:lnTo>
                  <a:lnTo>
                    <a:pt x="1705" y="8223"/>
                  </a:lnTo>
                  <a:lnTo>
                    <a:pt x="2046" y="8343"/>
                  </a:lnTo>
                  <a:lnTo>
                    <a:pt x="2246" y="8383"/>
                  </a:lnTo>
                  <a:lnTo>
                    <a:pt x="2447" y="8423"/>
                  </a:lnTo>
                  <a:lnTo>
                    <a:pt x="2647" y="8443"/>
                  </a:lnTo>
                  <a:lnTo>
                    <a:pt x="2868" y="8463"/>
                  </a:lnTo>
                  <a:lnTo>
                    <a:pt x="3149" y="8443"/>
                  </a:lnTo>
                  <a:lnTo>
                    <a:pt x="3430" y="8403"/>
                  </a:lnTo>
                  <a:lnTo>
                    <a:pt x="3710" y="8323"/>
                  </a:lnTo>
                  <a:lnTo>
                    <a:pt x="3971" y="8243"/>
                  </a:lnTo>
                  <a:lnTo>
                    <a:pt x="4212" y="8122"/>
                  </a:lnTo>
                  <a:lnTo>
                    <a:pt x="4452" y="7962"/>
                  </a:lnTo>
                  <a:lnTo>
                    <a:pt x="4673" y="7801"/>
                  </a:lnTo>
                  <a:lnTo>
                    <a:pt x="4873" y="7621"/>
                  </a:lnTo>
                  <a:lnTo>
                    <a:pt x="5054" y="7420"/>
                  </a:lnTo>
                  <a:lnTo>
                    <a:pt x="5234" y="7200"/>
                  </a:lnTo>
                  <a:lnTo>
                    <a:pt x="5375" y="6959"/>
                  </a:lnTo>
                  <a:lnTo>
                    <a:pt x="5495" y="6718"/>
                  </a:lnTo>
                  <a:lnTo>
                    <a:pt x="5595" y="6458"/>
                  </a:lnTo>
                  <a:lnTo>
                    <a:pt x="5656" y="6177"/>
                  </a:lnTo>
                  <a:lnTo>
                    <a:pt x="5696" y="5896"/>
                  </a:lnTo>
                  <a:lnTo>
                    <a:pt x="5716" y="5595"/>
                  </a:lnTo>
                  <a:lnTo>
                    <a:pt x="5716" y="2848"/>
                  </a:lnTo>
                  <a:lnTo>
                    <a:pt x="5696" y="2567"/>
                  </a:lnTo>
                  <a:lnTo>
                    <a:pt x="5656" y="2286"/>
                  </a:lnTo>
                  <a:lnTo>
                    <a:pt x="5595" y="2006"/>
                  </a:lnTo>
                  <a:lnTo>
                    <a:pt x="5495" y="1745"/>
                  </a:lnTo>
                  <a:lnTo>
                    <a:pt x="5375" y="1484"/>
                  </a:lnTo>
                  <a:lnTo>
                    <a:pt x="5234" y="1264"/>
                  </a:lnTo>
                  <a:lnTo>
                    <a:pt x="5054" y="1043"/>
                  </a:lnTo>
                  <a:lnTo>
                    <a:pt x="4873" y="842"/>
                  </a:lnTo>
                  <a:lnTo>
                    <a:pt x="4673" y="642"/>
                  </a:lnTo>
                  <a:lnTo>
                    <a:pt x="4452" y="482"/>
                  </a:lnTo>
                  <a:lnTo>
                    <a:pt x="4232" y="341"/>
                  </a:lnTo>
                  <a:lnTo>
                    <a:pt x="3971" y="221"/>
                  </a:lnTo>
                  <a:lnTo>
                    <a:pt x="3710" y="121"/>
                  </a:lnTo>
                  <a:lnTo>
                    <a:pt x="3430" y="60"/>
                  </a:lnTo>
                  <a:lnTo>
                    <a:pt x="3149" y="20"/>
                  </a:lnTo>
                  <a:lnTo>
                    <a:pt x="286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1" name="Google Shape;5361;p21"/>
            <p:cNvSpPr/>
            <p:nvPr/>
          </p:nvSpPr>
          <p:spPr>
            <a:xfrm>
              <a:off x="10051400" y="3285888"/>
              <a:ext cx="142900" cy="211600"/>
            </a:xfrm>
            <a:custGeom>
              <a:avLst/>
              <a:gdLst/>
              <a:ahLst/>
              <a:cxnLst/>
              <a:rect l="l" t="t" r="r" b="b"/>
              <a:pathLst>
                <a:path w="5716" h="8464" fill="none" extrusionOk="0">
                  <a:moveTo>
                    <a:pt x="5716" y="2848"/>
                  </a:moveTo>
                  <a:lnTo>
                    <a:pt x="5716" y="5595"/>
                  </a:lnTo>
                  <a:lnTo>
                    <a:pt x="5716" y="5595"/>
                  </a:lnTo>
                  <a:lnTo>
                    <a:pt x="5696" y="5896"/>
                  </a:lnTo>
                  <a:lnTo>
                    <a:pt x="5656" y="6177"/>
                  </a:lnTo>
                  <a:lnTo>
                    <a:pt x="5595" y="6458"/>
                  </a:lnTo>
                  <a:lnTo>
                    <a:pt x="5495" y="6718"/>
                  </a:lnTo>
                  <a:lnTo>
                    <a:pt x="5375" y="6959"/>
                  </a:lnTo>
                  <a:lnTo>
                    <a:pt x="5234" y="7200"/>
                  </a:lnTo>
                  <a:lnTo>
                    <a:pt x="5054" y="7420"/>
                  </a:lnTo>
                  <a:lnTo>
                    <a:pt x="4873" y="7621"/>
                  </a:lnTo>
                  <a:lnTo>
                    <a:pt x="4673" y="7801"/>
                  </a:lnTo>
                  <a:lnTo>
                    <a:pt x="4452" y="7962"/>
                  </a:lnTo>
                  <a:lnTo>
                    <a:pt x="4212" y="8122"/>
                  </a:lnTo>
                  <a:lnTo>
                    <a:pt x="3971" y="8243"/>
                  </a:lnTo>
                  <a:lnTo>
                    <a:pt x="3710" y="8323"/>
                  </a:lnTo>
                  <a:lnTo>
                    <a:pt x="3430" y="8403"/>
                  </a:lnTo>
                  <a:lnTo>
                    <a:pt x="3149" y="8443"/>
                  </a:lnTo>
                  <a:lnTo>
                    <a:pt x="2868" y="8463"/>
                  </a:lnTo>
                  <a:lnTo>
                    <a:pt x="2868" y="8463"/>
                  </a:lnTo>
                  <a:lnTo>
                    <a:pt x="2647" y="8443"/>
                  </a:lnTo>
                  <a:lnTo>
                    <a:pt x="2447" y="8423"/>
                  </a:lnTo>
                  <a:lnTo>
                    <a:pt x="2246" y="8383"/>
                  </a:lnTo>
                  <a:lnTo>
                    <a:pt x="2046" y="8343"/>
                  </a:lnTo>
                  <a:lnTo>
                    <a:pt x="2046" y="8343"/>
                  </a:lnTo>
                  <a:lnTo>
                    <a:pt x="1705" y="8223"/>
                  </a:lnTo>
                  <a:lnTo>
                    <a:pt x="1404" y="8062"/>
                  </a:lnTo>
                  <a:lnTo>
                    <a:pt x="1103" y="7862"/>
                  </a:lnTo>
                  <a:lnTo>
                    <a:pt x="842" y="7621"/>
                  </a:lnTo>
                  <a:lnTo>
                    <a:pt x="842" y="7621"/>
                  </a:lnTo>
                  <a:lnTo>
                    <a:pt x="662" y="7420"/>
                  </a:lnTo>
                  <a:lnTo>
                    <a:pt x="502" y="7200"/>
                  </a:lnTo>
                  <a:lnTo>
                    <a:pt x="361" y="6959"/>
                  </a:lnTo>
                  <a:lnTo>
                    <a:pt x="241" y="6718"/>
                  </a:lnTo>
                  <a:lnTo>
                    <a:pt x="141" y="6458"/>
                  </a:lnTo>
                  <a:lnTo>
                    <a:pt x="60" y="6177"/>
                  </a:lnTo>
                  <a:lnTo>
                    <a:pt x="20" y="5896"/>
                  </a:lnTo>
                  <a:lnTo>
                    <a:pt x="0" y="5595"/>
                  </a:lnTo>
                  <a:lnTo>
                    <a:pt x="0" y="2848"/>
                  </a:lnTo>
                  <a:lnTo>
                    <a:pt x="0" y="2848"/>
                  </a:lnTo>
                  <a:lnTo>
                    <a:pt x="20" y="2607"/>
                  </a:lnTo>
                  <a:lnTo>
                    <a:pt x="60" y="2367"/>
                  </a:lnTo>
                  <a:lnTo>
                    <a:pt x="60" y="2367"/>
                  </a:lnTo>
                  <a:lnTo>
                    <a:pt x="100" y="2126"/>
                  </a:lnTo>
                  <a:lnTo>
                    <a:pt x="181" y="1885"/>
                  </a:lnTo>
                  <a:lnTo>
                    <a:pt x="281" y="1645"/>
                  </a:lnTo>
                  <a:lnTo>
                    <a:pt x="381" y="1424"/>
                  </a:lnTo>
                  <a:lnTo>
                    <a:pt x="522" y="1224"/>
                  </a:lnTo>
                  <a:lnTo>
                    <a:pt x="662" y="1023"/>
                  </a:lnTo>
                  <a:lnTo>
                    <a:pt x="822" y="842"/>
                  </a:lnTo>
                  <a:lnTo>
                    <a:pt x="1003" y="682"/>
                  </a:lnTo>
                  <a:lnTo>
                    <a:pt x="1203" y="522"/>
                  </a:lnTo>
                  <a:lnTo>
                    <a:pt x="1404" y="401"/>
                  </a:lnTo>
                  <a:lnTo>
                    <a:pt x="1625" y="281"/>
                  </a:lnTo>
                  <a:lnTo>
                    <a:pt x="1865" y="181"/>
                  </a:lnTo>
                  <a:lnTo>
                    <a:pt x="2106" y="100"/>
                  </a:lnTo>
                  <a:lnTo>
                    <a:pt x="2347" y="40"/>
                  </a:lnTo>
                  <a:lnTo>
                    <a:pt x="2607" y="0"/>
                  </a:lnTo>
                  <a:lnTo>
                    <a:pt x="2868" y="0"/>
                  </a:lnTo>
                  <a:lnTo>
                    <a:pt x="2868" y="0"/>
                  </a:lnTo>
                  <a:lnTo>
                    <a:pt x="3149" y="20"/>
                  </a:lnTo>
                  <a:lnTo>
                    <a:pt x="3430" y="60"/>
                  </a:lnTo>
                  <a:lnTo>
                    <a:pt x="3710" y="121"/>
                  </a:lnTo>
                  <a:lnTo>
                    <a:pt x="3971" y="221"/>
                  </a:lnTo>
                  <a:lnTo>
                    <a:pt x="4232" y="341"/>
                  </a:lnTo>
                  <a:lnTo>
                    <a:pt x="4452" y="482"/>
                  </a:lnTo>
                  <a:lnTo>
                    <a:pt x="4673" y="642"/>
                  </a:lnTo>
                  <a:lnTo>
                    <a:pt x="4873" y="842"/>
                  </a:lnTo>
                  <a:lnTo>
                    <a:pt x="4873" y="842"/>
                  </a:lnTo>
                  <a:lnTo>
                    <a:pt x="5054" y="1043"/>
                  </a:lnTo>
                  <a:lnTo>
                    <a:pt x="5234" y="1264"/>
                  </a:lnTo>
                  <a:lnTo>
                    <a:pt x="5375" y="1484"/>
                  </a:lnTo>
                  <a:lnTo>
                    <a:pt x="5495" y="1745"/>
                  </a:lnTo>
                  <a:lnTo>
                    <a:pt x="5595" y="2006"/>
                  </a:lnTo>
                  <a:lnTo>
                    <a:pt x="5656" y="2286"/>
                  </a:lnTo>
                  <a:lnTo>
                    <a:pt x="5696" y="2567"/>
                  </a:lnTo>
                  <a:lnTo>
                    <a:pt x="5716" y="284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2" name="Google Shape;5362;p21"/>
            <p:cNvSpPr/>
            <p:nvPr/>
          </p:nvSpPr>
          <p:spPr>
            <a:xfrm>
              <a:off x="10052900" y="3285888"/>
              <a:ext cx="90275" cy="211600"/>
            </a:xfrm>
            <a:custGeom>
              <a:avLst/>
              <a:gdLst/>
              <a:ahLst/>
              <a:cxnLst/>
              <a:rect l="l" t="t" r="r" b="b"/>
              <a:pathLst>
                <a:path w="3611" h="8464" extrusionOk="0">
                  <a:moveTo>
                    <a:pt x="2547" y="0"/>
                  </a:moveTo>
                  <a:lnTo>
                    <a:pt x="2287" y="40"/>
                  </a:lnTo>
                  <a:lnTo>
                    <a:pt x="2046" y="100"/>
                  </a:lnTo>
                  <a:lnTo>
                    <a:pt x="1805" y="181"/>
                  </a:lnTo>
                  <a:lnTo>
                    <a:pt x="1565" y="281"/>
                  </a:lnTo>
                  <a:lnTo>
                    <a:pt x="1344" y="401"/>
                  </a:lnTo>
                  <a:lnTo>
                    <a:pt x="1143" y="522"/>
                  </a:lnTo>
                  <a:lnTo>
                    <a:pt x="943" y="682"/>
                  </a:lnTo>
                  <a:lnTo>
                    <a:pt x="762" y="842"/>
                  </a:lnTo>
                  <a:lnTo>
                    <a:pt x="602" y="1023"/>
                  </a:lnTo>
                  <a:lnTo>
                    <a:pt x="462" y="1224"/>
                  </a:lnTo>
                  <a:lnTo>
                    <a:pt x="321" y="1424"/>
                  </a:lnTo>
                  <a:lnTo>
                    <a:pt x="221" y="1645"/>
                  </a:lnTo>
                  <a:lnTo>
                    <a:pt x="121" y="1885"/>
                  </a:lnTo>
                  <a:lnTo>
                    <a:pt x="40" y="2126"/>
                  </a:lnTo>
                  <a:lnTo>
                    <a:pt x="0" y="2367"/>
                  </a:lnTo>
                  <a:lnTo>
                    <a:pt x="241" y="2347"/>
                  </a:lnTo>
                  <a:lnTo>
                    <a:pt x="421" y="2367"/>
                  </a:lnTo>
                  <a:lnTo>
                    <a:pt x="582" y="2387"/>
                  </a:lnTo>
                  <a:lnTo>
                    <a:pt x="722" y="2447"/>
                  </a:lnTo>
                  <a:lnTo>
                    <a:pt x="863" y="2507"/>
                  </a:lnTo>
                  <a:lnTo>
                    <a:pt x="1003" y="2607"/>
                  </a:lnTo>
                  <a:lnTo>
                    <a:pt x="1123" y="2708"/>
                  </a:lnTo>
                  <a:lnTo>
                    <a:pt x="1224" y="2828"/>
                  </a:lnTo>
                  <a:lnTo>
                    <a:pt x="1324" y="2968"/>
                  </a:lnTo>
                  <a:lnTo>
                    <a:pt x="1404" y="3129"/>
                  </a:lnTo>
                  <a:lnTo>
                    <a:pt x="1504" y="3289"/>
                  </a:lnTo>
                  <a:lnTo>
                    <a:pt x="1625" y="3630"/>
                  </a:lnTo>
                  <a:lnTo>
                    <a:pt x="1745" y="4031"/>
                  </a:lnTo>
                  <a:lnTo>
                    <a:pt x="1825" y="4452"/>
                  </a:lnTo>
                  <a:lnTo>
                    <a:pt x="1885" y="4894"/>
                  </a:lnTo>
                  <a:lnTo>
                    <a:pt x="1946" y="5335"/>
                  </a:lnTo>
                  <a:lnTo>
                    <a:pt x="1966" y="5776"/>
                  </a:lnTo>
                  <a:lnTo>
                    <a:pt x="1986" y="6197"/>
                  </a:lnTo>
                  <a:lnTo>
                    <a:pt x="2006" y="6979"/>
                  </a:lnTo>
                  <a:lnTo>
                    <a:pt x="2006" y="7621"/>
                  </a:lnTo>
                  <a:lnTo>
                    <a:pt x="2006" y="7942"/>
                  </a:lnTo>
                  <a:lnTo>
                    <a:pt x="1986" y="8343"/>
                  </a:lnTo>
                  <a:lnTo>
                    <a:pt x="2186" y="8383"/>
                  </a:lnTo>
                  <a:lnTo>
                    <a:pt x="2387" y="8423"/>
                  </a:lnTo>
                  <a:lnTo>
                    <a:pt x="2587" y="8443"/>
                  </a:lnTo>
                  <a:lnTo>
                    <a:pt x="2808" y="8463"/>
                  </a:lnTo>
                  <a:lnTo>
                    <a:pt x="3109" y="8443"/>
                  </a:lnTo>
                  <a:lnTo>
                    <a:pt x="3390" y="8403"/>
                  </a:lnTo>
                  <a:lnTo>
                    <a:pt x="3390" y="2006"/>
                  </a:lnTo>
                  <a:lnTo>
                    <a:pt x="3410" y="1524"/>
                  </a:lnTo>
                  <a:lnTo>
                    <a:pt x="3450" y="1043"/>
                  </a:lnTo>
                  <a:lnTo>
                    <a:pt x="3510" y="582"/>
                  </a:lnTo>
                  <a:lnTo>
                    <a:pt x="3610" y="121"/>
                  </a:lnTo>
                  <a:lnTo>
                    <a:pt x="3410" y="60"/>
                  </a:lnTo>
                  <a:lnTo>
                    <a:pt x="3209" y="20"/>
                  </a:lnTo>
                  <a:lnTo>
                    <a:pt x="3009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3" name="Google Shape;5363;p21"/>
            <p:cNvSpPr/>
            <p:nvPr/>
          </p:nvSpPr>
          <p:spPr>
            <a:xfrm>
              <a:off x="10052900" y="3285888"/>
              <a:ext cx="90275" cy="211600"/>
            </a:xfrm>
            <a:custGeom>
              <a:avLst/>
              <a:gdLst/>
              <a:ahLst/>
              <a:cxnLst/>
              <a:rect l="l" t="t" r="r" b="b"/>
              <a:pathLst>
                <a:path w="3611" h="8464" fill="none" extrusionOk="0">
                  <a:moveTo>
                    <a:pt x="2808" y="0"/>
                  </a:moveTo>
                  <a:lnTo>
                    <a:pt x="2808" y="0"/>
                  </a:lnTo>
                  <a:lnTo>
                    <a:pt x="2547" y="0"/>
                  </a:lnTo>
                  <a:lnTo>
                    <a:pt x="2287" y="40"/>
                  </a:lnTo>
                  <a:lnTo>
                    <a:pt x="2046" y="100"/>
                  </a:lnTo>
                  <a:lnTo>
                    <a:pt x="1805" y="181"/>
                  </a:lnTo>
                  <a:lnTo>
                    <a:pt x="1565" y="281"/>
                  </a:lnTo>
                  <a:lnTo>
                    <a:pt x="1344" y="401"/>
                  </a:lnTo>
                  <a:lnTo>
                    <a:pt x="1143" y="522"/>
                  </a:lnTo>
                  <a:lnTo>
                    <a:pt x="943" y="682"/>
                  </a:lnTo>
                  <a:lnTo>
                    <a:pt x="762" y="842"/>
                  </a:lnTo>
                  <a:lnTo>
                    <a:pt x="602" y="1023"/>
                  </a:lnTo>
                  <a:lnTo>
                    <a:pt x="462" y="1224"/>
                  </a:lnTo>
                  <a:lnTo>
                    <a:pt x="321" y="1424"/>
                  </a:lnTo>
                  <a:lnTo>
                    <a:pt x="221" y="1645"/>
                  </a:lnTo>
                  <a:lnTo>
                    <a:pt x="121" y="1885"/>
                  </a:lnTo>
                  <a:lnTo>
                    <a:pt x="40" y="2126"/>
                  </a:lnTo>
                  <a:lnTo>
                    <a:pt x="0" y="2367"/>
                  </a:lnTo>
                  <a:lnTo>
                    <a:pt x="0" y="2367"/>
                  </a:lnTo>
                  <a:lnTo>
                    <a:pt x="241" y="2347"/>
                  </a:lnTo>
                  <a:lnTo>
                    <a:pt x="241" y="2347"/>
                  </a:lnTo>
                  <a:lnTo>
                    <a:pt x="421" y="2367"/>
                  </a:lnTo>
                  <a:lnTo>
                    <a:pt x="582" y="2387"/>
                  </a:lnTo>
                  <a:lnTo>
                    <a:pt x="722" y="2447"/>
                  </a:lnTo>
                  <a:lnTo>
                    <a:pt x="863" y="2507"/>
                  </a:lnTo>
                  <a:lnTo>
                    <a:pt x="1003" y="2607"/>
                  </a:lnTo>
                  <a:lnTo>
                    <a:pt x="1123" y="2708"/>
                  </a:lnTo>
                  <a:lnTo>
                    <a:pt x="1224" y="2828"/>
                  </a:lnTo>
                  <a:lnTo>
                    <a:pt x="1324" y="2968"/>
                  </a:lnTo>
                  <a:lnTo>
                    <a:pt x="1404" y="3129"/>
                  </a:lnTo>
                  <a:lnTo>
                    <a:pt x="1504" y="3289"/>
                  </a:lnTo>
                  <a:lnTo>
                    <a:pt x="1625" y="3630"/>
                  </a:lnTo>
                  <a:lnTo>
                    <a:pt x="1745" y="4031"/>
                  </a:lnTo>
                  <a:lnTo>
                    <a:pt x="1825" y="4452"/>
                  </a:lnTo>
                  <a:lnTo>
                    <a:pt x="1885" y="4894"/>
                  </a:lnTo>
                  <a:lnTo>
                    <a:pt x="1946" y="5335"/>
                  </a:lnTo>
                  <a:lnTo>
                    <a:pt x="1966" y="5776"/>
                  </a:lnTo>
                  <a:lnTo>
                    <a:pt x="1986" y="6197"/>
                  </a:lnTo>
                  <a:lnTo>
                    <a:pt x="2006" y="6979"/>
                  </a:lnTo>
                  <a:lnTo>
                    <a:pt x="2006" y="7621"/>
                  </a:lnTo>
                  <a:lnTo>
                    <a:pt x="2006" y="7621"/>
                  </a:lnTo>
                  <a:lnTo>
                    <a:pt x="2006" y="7942"/>
                  </a:lnTo>
                  <a:lnTo>
                    <a:pt x="1986" y="8343"/>
                  </a:lnTo>
                  <a:lnTo>
                    <a:pt x="1986" y="8343"/>
                  </a:lnTo>
                  <a:lnTo>
                    <a:pt x="2186" y="8383"/>
                  </a:lnTo>
                  <a:lnTo>
                    <a:pt x="2387" y="8423"/>
                  </a:lnTo>
                  <a:lnTo>
                    <a:pt x="2587" y="8443"/>
                  </a:lnTo>
                  <a:lnTo>
                    <a:pt x="2808" y="8463"/>
                  </a:lnTo>
                  <a:lnTo>
                    <a:pt x="2808" y="8463"/>
                  </a:lnTo>
                  <a:lnTo>
                    <a:pt x="3109" y="8443"/>
                  </a:lnTo>
                  <a:lnTo>
                    <a:pt x="3390" y="8403"/>
                  </a:lnTo>
                  <a:lnTo>
                    <a:pt x="3390" y="2006"/>
                  </a:lnTo>
                  <a:lnTo>
                    <a:pt x="3390" y="2006"/>
                  </a:lnTo>
                  <a:lnTo>
                    <a:pt x="3390" y="2006"/>
                  </a:lnTo>
                  <a:lnTo>
                    <a:pt x="3410" y="1524"/>
                  </a:lnTo>
                  <a:lnTo>
                    <a:pt x="3450" y="1043"/>
                  </a:lnTo>
                  <a:lnTo>
                    <a:pt x="3510" y="582"/>
                  </a:lnTo>
                  <a:lnTo>
                    <a:pt x="3610" y="121"/>
                  </a:lnTo>
                  <a:lnTo>
                    <a:pt x="3610" y="121"/>
                  </a:lnTo>
                  <a:lnTo>
                    <a:pt x="3410" y="60"/>
                  </a:lnTo>
                  <a:lnTo>
                    <a:pt x="3209" y="20"/>
                  </a:lnTo>
                  <a:lnTo>
                    <a:pt x="3009" y="0"/>
                  </a:lnTo>
                  <a:lnTo>
                    <a:pt x="2808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4" name="Google Shape;5364;p21"/>
            <p:cNvSpPr/>
            <p:nvPr/>
          </p:nvSpPr>
          <p:spPr>
            <a:xfrm>
              <a:off x="10509125" y="2553388"/>
              <a:ext cx="265250" cy="142925"/>
            </a:xfrm>
            <a:custGeom>
              <a:avLst/>
              <a:gdLst/>
              <a:ahLst/>
              <a:cxnLst/>
              <a:rect l="l" t="t" r="r" b="b"/>
              <a:pathLst>
                <a:path w="10610" h="5717" extrusionOk="0">
                  <a:moveTo>
                    <a:pt x="2849" y="0"/>
                  </a:moveTo>
                  <a:lnTo>
                    <a:pt x="2568" y="21"/>
                  </a:lnTo>
                  <a:lnTo>
                    <a:pt x="2267" y="61"/>
                  </a:lnTo>
                  <a:lnTo>
                    <a:pt x="2006" y="121"/>
                  </a:lnTo>
                  <a:lnTo>
                    <a:pt x="1746" y="221"/>
                  </a:lnTo>
                  <a:lnTo>
                    <a:pt x="1485" y="341"/>
                  </a:lnTo>
                  <a:lnTo>
                    <a:pt x="1244" y="482"/>
                  </a:lnTo>
                  <a:lnTo>
                    <a:pt x="1024" y="642"/>
                  </a:lnTo>
                  <a:lnTo>
                    <a:pt x="823" y="843"/>
                  </a:lnTo>
                  <a:lnTo>
                    <a:pt x="643" y="1043"/>
                  </a:lnTo>
                  <a:lnTo>
                    <a:pt x="482" y="1264"/>
                  </a:lnTo>
                  <a:lnTo>
                    <a:pt x="342" y="1505"/>
                  </a:lnTo>
                  <a:lnTo>
                    <a:pt x="222" y="1745"/>
                  </a:lnTo>
                  <a:lnTo>
                    <a:pt x="121" y="2006"/>
                  </a:lnTo>
                  <a:lnTo>
                    <a:pt x="41" y="2287"/>
                  </a:lnTo>
                  <a:lnTo>
                    <a:pt x="1" y="2567"/>
                  </a:lnTo>
                  <a:lnTo>
                    <a:pt x="1" y="2848"/>
                  </a:lnTo>
                  <a:lnTo>
                    <a:pt x="1" y="3149"/>
                  </a:lnTo>
                  <a:lnTo>
                    <a:pt x="61" y="3430"/>
                  </a:lnTo>
                  <a:lnTo>
                    <a:pt x="121" y="3711"/>
                  </a:lnTo>
                  <a:lnTo>
                    <a:pt x="222" y="3971"/>
                  </a:lnTo>
                  <a:lnTo>
                    <a:pt x="342" y="4212"/>
                  </a:lnTo>
                  <a:lnTo>
                    <a:pt x="482" y="4453"/>
                  </a:lnTo>
                  <a:lnTo>
                    <a:pt x="643" y="4673"/>
                  </a:lnTo>
                  <a:lnTo>
                    <a:pt x="823" y="4874"/>
                  </a:lnTo>
                  <a:lnTo>
                    <a:pt x="1024" y="5054"/>
                  </a:lnTo>
                  <a:lnTo>
                    <a:pt x="1244" y="5215"/>
                  </a:lnTo>
                  <a:lnTo>
                    <a:pt x="1485" y="5375"/>
                  </a:lnTo>
                  <a:lnTo>
                    <a:pt x="1746" y="5495"/>
                  </a:lnTo>
                  <a:lnTo>
                    <a:pt x="2006" y="5576"/>
                  </a:lnTo>
                  <a:lnTo>
                    <a:pt x="2267" y="5656"/>
                  </a:lnTo>
                  <a:lnTo>
                    <a:pt x="2548" y="5696"/>
                  </a:lnTo>
                  <a:lnTo>
                    <a:pt x="2849" y="5716"/>
                  </a:lnTo>
                  <a:lnTo>
                    <a:pt x="7742" y="5716"/>
                  </a:lnTo>
                  <a:lnTo>
                    <a:pt x="8043" y="5696"/>
                  </a:lnTo>
                  <a:lnTo>
                    <a:pt x="8324" y="5656"/>
                  </a:lnTo>
                  <a:lnTo>
                    <a:pt x="8604" y="5576"/>
                  </a:lnTo>
                  <a:lnTo>
                    <a:pt x="8865" y="5495"/>
                  </a:lnTo>
                  <a:lnTo>
                    <a:pt x="9106" y="5375"/>
                  </a:lnTo>
                  <a:lnTo>
                    <a:pt x="9346" y="5215"/>
                  </a:lnTo>
                  <a:lnTo>
                    <a:pt x="9567" y="5054"/>
                  </a:lnTo>
                  <a:lnTo>
                    <a:pt x="9767" y="4874"/>
                  </a:lnTo>
                  <a:lnTo>
                    <a:pt x="9888" y="4733"/>
                  </a:lnTo>
                  <a:lnTo>
                    <a:pt x="10048" y="4553"/>
                  </a:lnTo>
                  <a:lnTo>
                    <a:pt x="10189" y="4332"/>
                  </a:lnTo>
                  <a:lnTo>
                    <a:pt x="10309" y="4112"/>
                  </a:lnTo>
                  <a:lnTo>
                    <a:pt x="10409" y="3871"/>
                  </a:lnTo>
                  <a:lnTo>
                    <a:pt x="10489" y="3630"/>
                  </a:lnTo>
                  <a:lnTo>
                    <a:pt x="10550" y="3390"/>
                  </a:lnTo>
                  <a:lnTo>
                    <a:pt x="10590" y="3129"/>
                  </a:lnTo>
                  <a:lnTo>
                    <a:pt x="10610" y="2848"/>
                  </a:lnTo>
                  <a:lnTo>
                    <a:pt x="10590" y="2567"/>
                  </a:lnTo>
                  <a:lnTo>
                    <a:pt x="10550" y="2287"/>
                  </a:lnTo>
                  <a:lnTo>
                    <a:pt x="10469" y="2006"/>
                  </a:lnTo>
                  <a:lnTo>
                    <a:pt x="10369" y="1745"/>
                  </a:lnTo>
                  <a:lnTo>
                    <a:pt x="10249" y="1505"/>
                  </a:lnTo>
                  <a:lnTo>
                    <a:pt x="10108" y="1264"/>
                  </a:lnTo>
                  <a:lnTo>
                    <a:pt x="9948" y="1043"/>
                  </a:lnTo>
                  <a:lnTo>
                    <a:pt x="9767" y="843"/>
                  </a:lnTo>
                  <a:lnTo>
                    <a:pt x="9567" y="662"/>
                  </a:lnTo>
                  <a:lnTo>
                    <a:pt x="9346" y="482"/>
                  </a:lnTo>
                  <a:lnTo>
                    <a:pt x="9106" y="341"/>
                  </a:lnTo>
                  <a:lnTo>
                    <a:pt x="8865" y="221"/>
                  </a:lnTo>
                  <a:lnTo>
                    <a:pt x="8604" y="121"/>
                  </a:lnTo>
                  <a:lnTo>
                    <a:pt x="8324" y="61"/>
                  </a:lnTo>
                  <a:lnTo>
                    <a:pt x="8043" y="21"/>
                  </a:lnTo>
                  <a:lnTo>
                    <a:pt x="774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5" name="Google Shape;5365;p21"/>
            <p:cNvSpPr/>
            <p:nvPr/>
          </p:nvSpPr>
          <p:spPr>
            <a:xfrm>
              <a:off x="10509125" y="2553388"/>
              <a:ext cx="265250" cy="142925"/>
            </a:xfrm>
            <a:custGeom>
              <a:avLst/>
              <a:gdLst/>
              <a:ahLst/>
              <a:cxnLst/>
              <a:rect l="l" t="t" r="r" b="b"/>
              <a:pathLst>
                <a:path w="10610" h="5717" fill="none" extrusionOk="0">
                  <a:moveTo>
                    <a:pt x="10610" y="2848"/>
                  </a:moveTo>
                  <a:lnTo>
                    <a:pt x="10610" y="2848"/>
                  </a:lnTo>
                  <a:lnTo>
                    <a:pt x="10590" y="3129"/>
                  </a:lnTo>
                  <a:lnTo>
                    <a:pt x="10550" y="3390"/>
                  </a:lnTo>
                  <a:lnTo>
                    <a:pt x="10489" y="3630"/>
                  </a:lnTo>
                  <a:lnTo>
                    <a:pt x="10409" y="3871"/>
                  </a:lnTo>
                  <a:lnTo>
                    <a:pt x="10309" y="4112"/>
                  </a:lnTo>
                  <a:lnTo>
                    <a:pt x="10189" y="4332"/>
                  </a:lnTo>
                  <a:lnTo>
                    <a:pt x="10048" y="4553"/>
                  </a:lnTo>
                  <a:lnTo>
                    <a:pt x="9888" y="4733"/>
                  </a:lnTo>
                  <a:lnTo>
                    <a:pt x="9888" y="4733"/>
                  </a:lnTo>
                  <a:lnTo>
                    <a:pt x="9767" y="4874"/>
                  </a:lnTo>
                  <a:lnTo>
                    <a:pt x="9767" y="4874"/>
                  </a:lnTo>
                  <a:lnTo>
                    <a:pt x="9567" y="5054"/>
                  </a:lnTo>
                  <a:lnTo>
                    <a:pt x="9346" y="5215"/>
                  </a:lnTo>
                  <a:lnTo>
                    <a:pt x="9106" y="5375"/>
                  </a:lnTo>
                  <a:lnTo>
                    <a:pt x="8865" y="5495"/>
                  </a:lnTo>
                  <a:lnTo>
                    <a:pt x="8604" y="5576"/>
                  </a:lnTo>
                  <a:lnTo>
                    <a:pt x="8324" y="5656"/>
                  </a:lnTo>
                  <a:lnTo>
                    <a:pt x="8043" y="5696"/>
                  </a:lnTo>
                  <a:lnTo>
                    <a:pt x="7742" y="5716"/>
                  </a:lnTo>
                  <a:lnTo>
                    <a:pt x="2849" y="5716"/>
                  </a:lnTo>
                  <a:lnTo>
                    <a:pt x="2849" y="5716"/>
                  </a:lnTo>
                  <a:lnTo>
                    <a:pt x="2548" y="5696"/>
                  </a:lnTo>
                  <a:lnTo>
                    <a:pt x="2267" y="5656"/>
                  </a:lnTo>
                  <a:lnTo>
                    <a:pt x="2006" y="5576"/>
                  </a:lnTo>
                  <a:lnTo>
                    <a:pt x="1746" y="5495"/>
                  </a:lnTo>
                  <a:lnTo>
                    <a:pt x="1485" y="5375"/>
                  </a:lnTo>
                  <a:lnTo>
                    <a:pt x="1244" y="5215"/>
                  </a:lnTo>
                  <a:lnTo>
                    <a:pt x="1024" y="5054"/>
                  </a:lnTo>
                  <a:lnTo>
                    <a:pt x="823" y="4874"/>
                  </a:lnTo>
                  <a:lnTo>
                    <a:pt x="643" y="4673"/>
                  </a:lnTo>
                  <a:lnTo>
                    <a:pt x="482" y="4453"/>
                  </a:lnTo>
                  <a:lnTo>
                    <a:pt x="342" y="4212"/>
                  </a:lnTo>
                  <a:lnTo>
                    <a:pt x="222" y="3971"/>
                  </a:lnTo>
                  <a:lnTo>
                    <a:pt x="121" y="3711"/>
                  </a:lnTo>
                  <a:lnTo>
                    <a:pt x="61" y="3430"/>
                  </a:lnTo>
                  <a:lnTo>
                    <a:pt x="1" y="3149"/>
                  </a:lnTo>
                  <a:lnTo>
                    <a:pt x="1" y="2848"/>
                  </a:lnTo>
                  <a:lnTo>
                    <a:pt x="1" y="2848"/>
                  </a:lnTo>
                  <a:lnTo>
                    <a:pt x="1" y="2567"/>
                  </a:lnTo>
                  <a:lnTo>
                    <a:pt x="41" y="2287"/>
                  </a:lnTo>
                  <a:lnTo>
                    <a:pt x="121" y="2006"/>
                  </a:lnTo>
                  <a:lnTo>
                    <a:pt x="222" y="1745"/>
                  </a:lnTo>
                  <a:lnTo>
                    <a:pt x="342" y="1505"/>
                  </a:lnTo>
                  <a:lnTo>
                    <a:pt x="482" y="1264"/>
                  </a:lnTo>
                  <a:lnTo>
                    <a:pt x="643" y="1043"/>
                  </a:lnTo>
                  <a:lnTo>
                    <a:pt x="823" y="843"/>
                  </a:lnTo>
                  <a:lnTo>
                    <a:pt x="823" y="843"/>
                  </a:lnTo>
                  <a:lnTo>
                    <a:pt x="1024" y="642"/>
                  </a:lnTo>
                  <a:lnTo>
                    <a:pt x="1244" y="482"/>
                  </a:lnTo>
                  <a:lnTo>
                    <a:pt x="1485" y="341"/>
                  </a:lnTo>
                  <a:lnTo>
                    <a:pt x="1746" y="221"/>
                  </a:lnTo>
                  <a:lnTo>
                    <a:pt x="2006" y="121"/>
                  </a:lnTo>
                  <a:lnTo>
                    <a:pt x="2267" y="61"/>
                  </a:lnTo>
                  <a:lnTo>
                    <a:pt x="2568" y="21"/>
                  </a:lnTo>
                  <a:lnTo>
                    <a:pt x="2849" y="0"/>
                  </a:lnTo>
                  <a:lnTo>
                    <a:pt x="7742" y="0"/>
                  </a:lnTo>
                  <a:lnTo>
                    <a:pt x="7742" y="0"/>
                  </a:lnTo>
                  <a:lnTo>
                    <a:pt x="8043" y="21"/>
                  </a:lnTo>
                  <a:lnTo>
                    <a:pt x="8324" y="61"/>
                  </a:lnTo>
                  <a:lnTo>
                    <a:pt x="8604" y="121"/>
                  </a:lnTo>
                  <a:lnTo>
                    <a:pt x="8865" y="221"/>
                  </a:lnTo>
                  <a:lnTo>
                    <a:pt x="9106" y="341"/>
                  </a:lnTo>
                  <a:lnTo>
                    <a:pt x="9346" y="482"/>
                  </a:lnTo>
                  <a:lnTo>
                    <a:pt x="9567" y="662"/>
                  </a:lnTo>
                  <a:lnTo>
                    <a:pt x="9767" y="843"/>
                  </a:lnTo>
                  <a:lnTo>
                    <a:pt x="9948" y="1043"/>
                  </a:lnTo>
                  <a:lnTo>
                    <a:pt x="10108" y="1264"/>
                  </a:lnTo>
                  <a:lnTo>
                    <a:pt x="10249" y="1505"/>
                  </a:lnTo>
                  <a:lnTo>
                    <a:pt x="10369" y="1745"/>
                  </a:lnTo>
                  <a:lnTo>
                    <a:pt x="10469" y="2006"/>
                  </a:lnTo>
                  <a:lnTo>
                    <a:pt x="10550" y="2287"/>
                  </a:lnTo>
                  <a:lnTo>
                    <a:pt x="10590" y="2567"/>
                  </a:lnTo>
                  <a:lnTo>
                    <a:pt x="10610" y="284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6" name="Google Shape;5366;p21"/>
            <p:cNvSpPr/>
            <p:nvPr/>
          </p:nvSpPr>
          <p:spPr>
            <a:xfrm>
              <a:off x="10509125" y="2553388"/>
              <a:ext cx="97300" cy="97800"/>
            </a:xfrm>
            <a:custGeom>
              <a:avLst/>
              <a:gdLst/>
              <a:ahLst/>
              <a:cxnLst/>
              <a:rect l="l" t="t" r="r" b="b"/>
              <a:pathLst>
                <a:path w="3892" h="3912" extrusionOk="0">
                  <a:moveTo>
                    <a:pt x="2849" y="0"/>
                  </a:moveTo>
                  <a:lnTo>
                    <a:pt x="2568" y="21"/>
                  </a:lnTo>
                  <a:lnTo>
                    <a:pt x="2267" y="61"/>
                  </a:lnTo>
                  <a:lnTo>
                    <a:pt x="2006" y="121"/>
                  </a:lnTo>
                  <a:lnTo>
                    <a:pt x="1746" y="221"/>
                  </a:lnTo>
                  <a:lnTo>
                    <a:pt x="1485" y="341"/>
                  </a:lnTo>
                  <a:lnTo>
                    <a:pt x="1244" y="482"/>
                  </a:lnTo>
                  <a:lnTo>
                    <a:pt x="1024" y="642"/>
                  </a:lnTo>
                  <a:lnTo>
                    <a:pt x="823" y="843"/>
                  </a:lnTo>
                  <a:lnTo>
                    <a:pt x="643" y="1043"/>
                  </a:lnTo>
                  <a:lnTo>
                    <a:pt x="482" y="1264"/>
                  </a:lnTo>
                  <a:lnTo>
                    <a:pt x="342" y="1505"/>
                  </a:lnTo>
                  <a:lnTo>
                    <a:pt x="222" y="1745"/>
                  </a:lnTo>
                  <a:lnTo>
                    <a:pt x="121" y="2006"/>
                  </a:lnTo>
                  <a:lnTo>
                    <a:pt x="41" y="2287"/>
                  </a:lnTo>
                  <a:lnTo>
                    <a:pt x="1" y="2567"/>
                  </a:lnTo>
                  <a:lnTo>
                    <a:pt x="1" y="2848"/>
                  </a:lnTo>
                  <a:lnTo>
                    <a:pt x="1" y="3129"/>
                  </a:lnTo>
                  <a:lnTo>
                    <a:pt x="41" y="3390"/>
                  </a:lnTo>
                  <a:lnTo>
                    <a:pt x="101" y="3650"/>
                  </a:lnTo>
                  <a:lnTo>
                    <a:pt x="201" y="3911"/>
                  </a:lnTo>
                  <a:lnTo>
                    <a:pt x="2889" y="3911"/>
                  </a:lnTo>
                  <a:lnTo>
                    <a:pt x="2768" y="3670"/>
                  </a:lnTo>
                  <a:lnTo>
                    <a:pt x="2688" y="3430"/>
                  </a:lnTo>
                  <a:lnTo>
                    <a:pt x="2628" y="3169"/>
                  </a:lnTo>
                  <a:lnTo>
                    <a:pt x="2608" y="2908"/>
                  </a:lnTo>
                  <a:lnTo>
                    <a:pt x="2608" y="2648"/>
                  </a:lnTo>
                  <a:lnTo>
                    <a:pt x="2648" y="2367"/>
                  </a:lnTo>
                  <a:lnTo>
                    <a:pt x="2688" y="2106"/>
                  </a:lnTo>
                  <a:lnTo>
                    <a:pt x="2748" y="1866"/>
                  </a:lnTo>
                  <a:lnTo>
                    <a:pt x="2829" y="1605"/>
                  </a:lnTo>
                  <a:lnTo>
                    <a:pt x="2929" y="1344"/>
                  </a:lnTo>
                  <a:lnTo>
                    <a:pt x="3049" y="1083"/>
                  </a:lnTo>
                  <a:lnTo>
                    <a:pt x="3190" y="843"/>
                  </a:lnTo>
                  <a:lnTo>
                    <a:pt x="3350" y="622"/>
                  </a:lnTo>
                  <a:lnTo>
                    <a:pt x="3510" y="402"/>
                  </a:lnTo>
                  <a:lnTo>
                    <a:pt x="3711" y="201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7" name="Google Shape;5367;p21"/>
            <p:cNvSpPr/>
            <p:nvPr/>
          </p:nvSpPr>
          <p:spPr>
            <a:xfrm>
              <a:off x="10509125" y="2553388"/>
              <a:ext cx="97300" cy="97800"/>
            </a:xfrm>
            <a:custGeom>
              <a:avLst/>
              <a:gdLst/>
              <a:ahLst/>
              <a:cxnLst/>
              <a:rect l="l" t="t" r="r" b="b"/>
              <a:pathLst>
                <a:path w="3892" h="3912" fill="none" extrusionOk="0">
                  <a:moveTo>
                    <a:pt x="3892" y="0"/>
                  </a:moveTo>
                  <a:lnTo>
                    <a:pt x="2849" y="0"/>
                  </a:lnTo>
                  <a:lnTo>
                    <a:pt x="2849" y="0"/>
                  </a:lnTo>
                  <a:lnTo>
                    <a:pt x="2568" y="21"/>
                  </a:lnTo>
                  <a:lnTo>
                    <a:pt x="2267" y="61"/>
                  </a:lnTo>
                  <a:lnTo>
                    <a:pt x="2006" y="121"/>
                  </a:lnTo>
                  <a:lnTo>
                    <a:pt x="1746" y="221"/>
                  </a:lnTo>
                  <a:lnTo>
                    <a:pt x="1485" y="341"/>
                  </a:lnTo>
                  <a:lnTo>
                    <a:pt x="1244" y="482"/>
                  </a:lnTo>
                  <a:lnTo>
                    <a:pt x="1024" y="642"/>
                  </a:lnTo>
                  <a:lnTo>
                    <a:pt x="823" y="843"/>
                  </a:lnTo>
                  <a:lnTo>
                    <a:pt x="823" y="843"/>
                  </a:lnTo>
                  <a:lnTo>
                    <a:pt x="643" y="1043"/>
                  </a:lnTo>
                  <a:lnTo>
                    <a:pt x="482" y="1264"/>
                  </a:lnTo>
                  <a:lnTo>
                    <a:pt x="342" y="1505"/>
                  </a:lnTo>
                  <a:lnTo>
                    <a:pt x="222" y="1745"/>
                  </a:lnTo>
                  <a:lnTo>
                    <a:pt x="121" y="2006"/>
                  </a:lnTo>
                  <a:lnTo>
                    <a:pt x="41" y="2287"/>
                  </a:lnTo>
                  <a:lnTo>
                    <a:pt x="1" y="2567"/>
                  </a:lnTo>
                  <a:lnTo>
                    <a:pt x="1" y="2848"/>
                  </a:lnTo>
                  <a:lnTo>
                    <a:pt x="1" y="2848"/>
                  </a:lnTo>
                  <a:lnTo>
                    <a:pt x="1" y="3129"/>
                  </a:lnTo>
                  <a:lnTo>
                    <a:pt x="41" y="3390"/>
                  </a:lnTo>
                  <a:lnTo>
                    <a:pt x="101" y="3650"/>
                  </a:lnTo>
                  <a:lnTo>
                    <a:pt x="201" y="3911"/>
                  </a:lnTo>
                  <a:lnTo>
                    <a:pt x="2889" y="3911"/>
                  </a:lnTo>
                  <a:lnTo>
                    <a:pt x="2889" y="3911"/>
                  </a:lnTo>
                  <a:lnTo>
                    <a:pt x="2768" y="3670"/>
                  </a:lnTo>
                  <a:lnTo>
                    <a:pt x="2688" y="3430"/>
                  </a:lnTo>
                  <a:lnTo>
                    <a:pt x="2628" y="3169"/>
                  </a:lnTo>
                  <a:lnTo>
                    <a:pt x="2608" y="2908"/>
                  </a:lnTo>
                  <a:lnTo>
                    <a:pt x="2608" y="2648"/>
                  </a:lnTo>
                  <a:lnTo>
                    <a:pt x="2648" y="2367"/>
                  </a:lnTo>
                  <a:lnTo>
                    <a:pt x="2688" y="2106"/>
                  </a:lnTo>
                  <a:lnTo>
                    <a:pt x="2748" y="1866"/>
                  </a:lnTo>
                  <a:lnTo>
                    <a:pt x="2748" y="1866"/>
                  </a:lnTo>
                  <a:lnTo>
                    <a:pt x="2829" y="1605"/>
                  </a:lnTo>
                  <a:lnTo>
                    <a:pt x="2929" y="1344"/>
                  </a:lnTo>
                  <a:lnTo>
                    <a:pt x="3049" y="1083"/>
                  </a:lnTo>
                  <a:lnTo>
                    <a:pt x="3190" y="843"/>
                  </a:lnTo>
                  <a:lnTo>
                    <a:pt x="3350" y="622"/>
                  </a:lnTo>
                  <a:lnTo>
                    <a:pt x="3510" y="402"/>
                  </a:lnTo>
                  <a:lnTo>
                    <a:pt x="3711" y="201"/>
                  </a:lnTo>
                  <a:lnTo>
                    <a:pt x="389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8" name="Google Shape;5368;p21"/>
            <p:cNvSpPr/>
            <p:nvPr/>
          </p:nvSpPr>
          <p:spPr>
            <a:xfrm>
              <a:off x="10710175" y="2566413"/>
              <a:ext cx="43150" cy="46650"/>
            </a:xfrm>
            <a:custGeom>
              <a:avLst/>
              <a:gdLst/>
              <a:ahLst/>
              <a:cxnLst/>
              <a:rect l="l" t="t" r="r" b="b"/>
              <a:pathLst>
                <a:path w="1726" h="1866" extrusionOk="0">
                  <a:moveTo>
                    <a:pt x="261" y="1"/>
                  </a:moveTo>
                  <a:lnTo>
                    <a:pt x="181" y="21"/>
                  </a:lnTo>
                  <a:lnTo>
                    <a:pt x="101" y="61"/>
                  </a:lnTo>
                  <a:lnTo>
                    <a:pt x="61" y="121"/>
                  </a:lnTo>
                  <a:lnTo>
                    <a:pt x="21" y="181"/>
                  </a:lnTo>
                  <a:lnTo>
                    <a:pt x="1" y="262"/>
                  </a:lnTo>
                  <a:lnTo>
                    <a:pt x="1" y="342"/>
                  </a:lnTo>
                  <a:lnTo>
                    <a:pt x="41" y="422"/>
                  </a:lnTo>
                  <a:lnTo>
                    <a:pt x="101" y="502"/>
                  </a:lnTo>
                  <a:lnTo>
                    <a:pt x="181" y="582"/>
                  </a:lnTo>
                  <a:lnTo>
                    <a:pt x="362" y="723"/>
                  </a:lnTo>
                  <a:lnTo>
                    <a:pt x="542" y="863"/>
                  </a:lnTo>
                  <a:lnTo>
                    <a:pt x="643" y="943"/>
                  </a:lnTo>
                  <a:lnTo>
                    <a:pt x="723" y="1024"/>
                  </a:lnTo>
                  <a:lnTo>
                    <a:pt x="843" y="1204"/>
                  </a:lnTo>
                  <a:lnTo>
                    <a:pt x="943" y="1385"/>
                  </a:lnTo>
                  <a:lnTo>
                    <a:pt x="1044" y="1645"/>
                  </a:lnTo>
                  <a:lnTo>
                    <a:pt x="1124" y="1746"/>
                  </a:lnTo>
                  <a:lnTo>
                    <a:pt x="1184" y="1786"/>
                  </a:lnTo>
                  <a:lnTo>
                    <a:pt x="1244" y="1826"/>
                  </a:lnTo>
                  <a:lnTo>
                    <a:pt x="1324" y="1866"/>
                  </a:lnTo>
                  <a:lnTo>
                    <a:pt x="1425" y="1866"/>
                  </a:lnTo>
                  <a:lnTo>
                    <a:pt x="1525" y="1846"/>
                  </a:lnTo>
                  <a:lnTo>
                    <a:pt x="1565" y="1826"/>
                  </a:lnTo>
                  <a:lnTo>
                    <a:pt x="1605" y="1786"/>
                  </a:lnTo>
                  <a:lnTo>
                    <a:pt x="1645" y="1706"/>
                  </a:lnTo>
                  <a:lnTo>
                    <a:pt x="1685" y="1645"/>
                  </a:lnTo>
                  <a:lnTo>
                    <a:pt x="1725" y="1485"/>
                  </a:lnTo>
                  <a:lnTo>
                    <a:pt x="1705" y="1345"/>
                  </a:lnTo>
                  <a:lnTo>
                    <a:pt x="1665" y="1184"/>
                  </a:lnTo>
                  <a:lnTo>
                    <a:pt x="1605" y="1024"/>
                  </a:lnTo>
                  <a:lnTo>
                    <a:pt x="1525" y="883"/>
                  </a:lnTo>
                  <a:lnTo>
                    <a:pt x="1324" y="623"/>
                  </a:lnTo>
                  <a:lnTo>
                    <a:pt x="1224" y="502"/>
                  </a:lnTo>
                  <a:lnTo>
                    <a:pt x="1104" y="402"/>
                  </a:lnTo>
                  <a:lnTo>
                    <a:pt x="1004" y="322"/>
                  </a:lnTo>
                  <a:lnTo>
                    <a:pt x="883" y="242"/>
                  </a:lnTo>
                  <a:lnTo>
                    <a:pt x="622" y="121"/>
                  </a:lnTo>
                  <a:lnTo>
                    <a:pt x="342" y="21"/>
                  </a:lnTo>
                  <a:lnTo>
                    <a:pt x="26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9" name="Google Shape;5369;p21"/>
            <p:cNvSpPr/>
            <p:nvPr/>
          </p:nvSpPr>
          <p:spPr>
            <a:xfrm>
              <a:off x="10742775" y="2621563"/>
              <a:ext cx="12050" cy="12575"/>
            </a:xfrm>
            <a:custGeom>
              <a:avLst/>
              <a:gdLst/>
              <a:ahLst/>
              <a:cxnLst/>
              <a:rect l="l" t="t" r="r" b="b"/>
              <a:pathLst>
                <a:path w="482" h="503" extrusionOk="0">
                  <a:moveTo>
                    <a:pt x="241" y="1"/>
                  </a:moveTo>
                  <a:lnTo>
                    <a:pt x="181" y="21"/>
                  </a:lnTo>
                  <a:lnTo>
                    <a:pt x="121" y="41"/>
                  </a:lnTo>
                  <a:lnTo>
                    <a:pt x="40" y="101"/>
                  </a:lnTo>
                  <a:lnTo>
                    <a:pt x="20" y="181"/>
                  </a:lnTo>
                  <a:lnTo>
                    <a:pt x="0" y="242"/>
                  </a:lnTo>
                  <a:lnTo>
                    <a:pt x="0" y="322"/>
                  </a:lnTo>
                  <a:lnTo>
                    <a:pt x="40" y="402"/>
                  </a:lnTo>
                  <a:lnTo>
                    <a:pt x="81" y="462"/>
                  </a:lnTo>
                  <a:lnTo>
                    <a:pt x="161" y="502"/>
                  </a:lnTo>
                  <a:lnTo>
                    <a:pt x="321" y="502"/>
                  </a:lnTo>
                  <a:lnTo>
                    <a:pt x="381" y="462"/>
                  </a:lnTo>
                  <a:lnTo>
                    <a:pt x="442" y="402"/>
                  </a:lnTo>
                  <a:lnTo>
                    <a:pt x="462" y="322"/>
                  </a:lnTo>
                  <a:lnTo>
                    <a:pt x="482" y="242"/>
                  </a:lnTo>
                  <a:lnTo>
                    <a:pt x="462" y="181"/>
                  </a:lnTo>
                  <a:lnTo>
                    <a:pt x="421" y="101"/>
                  </a:lnTo>
                  <a:lnTo>
                    <a:pt x="361" y="41"/>
                  </a:lnTo>
                  <a:lnTo>
                    <a:pt x="301" y="21"/>
                  </a:lnTo>
                  <a:lnTo>
                    <a:pt x="24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0" name="Google Shape;5370;p21"/>
            <p:cNvSpPr/>
            <p:nvPr/>
          </p:nvSpPr>
          <p:spPr>
            <a:xfrm>
              <a:off x="10391825" y="3838388"/>
              <a:ext cx="49150" cy="312875"/>
            </a:xfrm>
            <a:custGeom>
              <a:avLst/>
              <a:gdLst/>
              <a:ahLst/>
              <a:cxnLst/>
              <a:rect l="l" t="t" r="r" b="b"/>
              <a:pathLst>
                <a:path w="1966" h="12515" extrusionOk="0">
                  <a:moveTo>
                    <a:pt x="943" y="0"/>
                  </a:moveTo>
                  <a:lnTo>
                    <a:pt x="822" y="20"/>
                  </a:lnTo>
                  <a:lnTo>
                    <a:pt x="682" y="40"/>
                  </a:lnTo>
                  <a:lnTo>
                    <a:pt x="562" y="81"/>
                  </a:lnTo>
                  <a:lnTo>
                    <a:pt x="441" y="141"/>
                  </a:lnTo>
                  <a:lnTo>
                    <a:pt x="341" y="221"/>
                  </a:lnTo>
                  <a:lnTo>
                    <a:pt x="241" y="301"/>
                  </a:lnTo>
                  <a:lnTo>
                    <a:pt x="161" y="401"/>
                  </a:lnTo>
                  <a:lnTo>
                    <a:pt x="100" y="522"/>
                  </a:lnTo>
                  <a:lnTo>
                    <a:pt x="40" y="642"/>
                  </a:lnTo>
                  <a:lnTo>
                    <a:pt x="0" y="802"/>
                  </a:lnTo>
                  <a:lnTo>
                    <a:pt x="0" y="963"/>
                  </a:lnTo>
                  <a:lnTo>
                    <a:pt x="0" y="11572"/>
                  </a:lnTo>
                  <a:lnTo>
                    <a:pt x="0" y="11692"/>
                  </a:lnTo>
                  <a:lnTo>
                    <a:pt x="20" y="11812"/>
                  </a:lnTo>
                  <a:lnTo>
                    <a:pt x="60" y="11933"/>
                  </a:lnTo>
                  <a:lnTo>
                    <a:pt x="100" y="12013"/>
                  </a:lnTo>
                  <a:lnTo>
                    <a:pt x="161" y="12113"/>
                  </a:lnTo>
                  <a:lnTo>
                    <a:pt x="221" y="12193"/>
                  </a:lnTo>
                  <a:lnTo>
                    <a:pt x="361" y="12334"/>
                  </a:lnTo>
                  <a:lnTo>
                    <a:pt x="542" y="12434"/>
                  </a:lnTo>
                  <a:lnTo>
                    <a:pt x="742" y="12494"/>
                  </a:lnTo>
                  <a:lnTo>
                    <a:pt x="943" y="12514"/>
                  </a:lnTo>
                  <a:lnTo>
                    <a:pt x="1143" y="12494"/>
                  </a:lnTo>
                  <a:lnTo>
                    <a:pt x="1304" y="12474"/>
                  </a:lnTo>
                  <a:lnTo>
                    <a:pt x="1444" y="12414"/>
                  </a:lnTo>
                  <a:lnTo>
                    <a:pt x="1584" y="12334"/>
                  </a:lnTo>
                  <a:lnTo>
                    <a:pt x="1705" y="12214"/>
                  </a:lnTo>
                  <a:lnTo>
                    <a:pt x="1825" y="12093"/>
                  </a:lnTo>
                  <a:lnTo>
                    <a:pt x="1885" y="11953"/>
                  </a:lnTo>
                  <a:lnTo>
                    <a:pt x="1945" y="11772"/>
                  </a:lnTo>
                  <a:lnTo>
                    <a:pt x="1966" y="11572"/>
                  </a:lnTo>
                  <a:lnTo>
                    <a:pt x="1966" y="963"/>
                  </a:lnTo>
                  <a:lnTo>
                    <a:pt x="1945" y="823"/>
                  </a:lnTo>
                  <a:lnTo>
                    <a:pt x="1925" y="702"/>
                  </a:lnTo>
                  <a:lnTo>
                    <a:pt x="1905" y="582"/>
                  </a:lnTo>
                  <a:lnTo>
                    <a:pt x="1845" y="482"/>
                  </a:lnTo>
                  <a:lnTo>
                    <a:pt x="1785" y="381"/>
                  </a:lnTo>
                  <a:lnTo>
                    <a:pt x="1725" y="301"/>
                  </a:lnTo>
                  <a:lnTo>
                    <a:pt x="1645" y="241"/>
                  </a:lnTo>
                  <a:lnTo>
                    <a:pt x="1564" y="181"/>
                  </a:lnTo>
                  <a:lnTo>
                    <a:pt x="1444" y="101"/>
                  </a:lnTo>
                  <a:lnTo>
                    <a:pt x="1324" y="60"/>
                  </a:lnTo>
                  <a:lnTo>
                    <a:pt x="1203" y="20"/>
                  </a:lnTo>
                  <a:lnTo>
                    <a:pt x="1083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1" name="Google Shape;5371;p21"/>
            <p:cNvSpPr/>
            <p:nvPr/>
          </p:nvSpPr>
          <p:spPr>
            <a:xfrm>
              <a:off x="10287025" y="4075038"/>
              <a:ext cx="258725" cy="94775"/>
            </a:xfrm>
            <a:custGeom>
              <a:avLst/>
              <a:gdLst/>
              <a:ahLst/>
              <a:cxnLst/>
              <a:rect l="l" t="t" r="r" b="b"/>
              <a:pathLst>
                <a:path w="10349" h="3791" extrusionOk="0">
                  <a:moveTo>
                    <a:pt x="3490" y="0"/>
                  </a:moveTo>
                  <a:lnTo>
                    <a:pt x="3129" y="20"/>
                  </a:lnTo>
                  <a:lnTo>
                    <a:pt x="2788" y="80"/>
                  </a:lnTo>
                  <a:lnTo>
                    <a:pt x="2447" y="160"/>
                  </a:lnTo>
                  <a:lnTo>
                    <a:pt x="2127" y="281"/>
                  </a:lnTo>
                  <a:lnTo>
                    <a:pt x="1826" y="421"/>
                  </a:lnTo>
                  <a:lnTo>
                    <a:pt x="1545" y="602"/>
                  </a:lnTo>
                  <a:lnTo>
                    <a:pt x="1264" y="802"/>
                  </a:lnTo>
                  <a:lnTo>
                    <a:pt x="1024" y="1023"/>
                  </a:lnTo>
                  <a:lnTo>
                    <a:pt x="803" y="1284"/>
                  </a:lnTo>
                  <a:lnTo>
                    <a:pt x="602" y="1544"/>
                  </a:lnTo>
                  <a:lnTo>
                    <a:pt x="422" y="1825"/>
                  </a:lnTo>
                  <a:lnTo>
                    <a:pt x="282" y="2146"/>
                  </a:lnTo>
                  <a:lnTo>
                    <a:pt x="161" y="2467"/>
                  </a:lnTo>
                  <a:lnTo>
                    <a:pt x="61" y="2788"/>
                  </a:lnTo>
                  <a:lnTo>
                    <a:pt x="21" y="3149"/>
                  </a:lnTo>
                  <a:lnTo>
                    <a:pt x="1" y="3490"/>
                  </a:lnTo>
                  <a:lnTo>
                    <a:pt x="21" y="3790"/>
                  </a:lnTo>
                  <a:lnTo>
                    <a:pt x="10329" y="3790"/>
                  </a:lnTo>
                  <a:lnTo>
                    <a:pt x="10349" y="3490"/>
                  </a:lnTo>
                  <a:lnTo>
                    <a:pt x="10329" y="3149"/>
                  </a:lnTo>
                  <a:lnTo>
                    <a:pt x="10269" y="2788"/>
                  </a:lnTo>
                  <a:lnTo>
                    <a:pt x="10188" y="2467"/>
                  </a:lnTo>
                  <a:lnTo>
                    <a:pt x="10068" y="2146"/>
                  </a:lnTo>
                  <a:lnTo>
                    <a:pt x="9928" y="1825"/>
                  </a:lnTo>
                  <a:lnTo>
                    <a:pt x="9747" y="1544"/>
                  </a:lnTo>
                  <a:lnTo>
                    <a:pt x="9547" y="1284"/>
                  </a:lnTo>
                  <a:lnTo>
                    <a:pt x="9326" y="1023"/>
                  </a:lnTo>
                  <a:lnTo>
                    <a:pt x="9065" y="802"/>
                  </a:lnTo>
                  <a:lnTo>
                    <a:pt x="8805" y="602"/>
                  </a:lnTo>
                  <a:lnTo>
                    <a:pt x="8524" y="421"/>
                  </a:lnTo>
                  <a:lnTo>
                    <a:pt x="8223" y="281"/>
                  </a:lnTo>
                  <a:lnTo>
                    <a:pt x="7902" y="160"/>
                  </a:lnTo>
                  <a:lnTo>
                    <a:pt x="7561" y="80"/>
                  </a:lnTo>
                  <a:lnTo>
                    <a:pt x="7220" y="20"/>
                  </a:lnTo>
                  <a:lnTo>
                    <a:pt x="685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2" name="Google Shape;5372;p21"/>
            <p:cNvSpPr/>
            <p:nvPr/>
          </p:nvSpPr>
          <p:spPr>
            <a:xfrm>
              <a:off x="10287025" y="4075038"/>
              <a:ext cx="258725" cy="94775"/>
            </a:xfrm>
            <a:custGeom>
              <a:avLst/>
              <a:gdLst/>
              <a:ahLst/>
              <a:cxnLst/>
              <a:rect l="l" t="t" r="r" b="b"/>
              <a:pathLst>
                <a:path w="10349" h="3791" fill="none" extrusionOk="0">
                  <a:moveTo>
                    <a:pt x="10349" y="3490"/>
                  </a:moveTo>
                  <a:lnTo>
                    <a:pt x="10349" y="3490"/>
                  </a:lnTo>
                  <a:lnTo>
                    <a:pt x="10329" y="3790"/>
                  </a:lnTo>
                  <a:lnTo>
                    <a:pt x="21" y="3790"/>
                  </a:lnTo>
                  <a:lnTo>
                    <a:pt x="21" y="3790"/>
                  </a:lnTo>
                  <a:lnTo>
                    <a:pt x="1" y="3490"/>
                  </a:lnTo>
                  <a:lnTo>
                    <a:pt x="1" y="3490"/>
                  </a:lnTo>
                  <a:lnTo>
                    <a:pt x="21" y="3149"/>
                  </a:lnTo>
                  <a:lnTo>
                    <a:pt x="61" y="2788"/>
                  </a:lnTo>
                  <a:lnTo>
                    <a:pt x="161" y="2467"/>
                  </a:lnTo>
                  <a:lnTo>
                    <a:pt x="282" y="2146"/>
                  </a:lnTo>
                  <a:lnTo>
                    <a:pt x="422" y="1825"/>
                  </a:lnTo>
                  <a:lnTo>
                    <a:pt x="602" y="1544"/>
                  </a:lnTo>
                  <a:lnTo>
                    <a:pt x="803" y="1284"/>
                  </a:lnTo>
                  <a:lnTo>
                    <a:pt x="1024" y="1023"/>
                  </a:lnTo>
                  <a:lnTo>
                    <a:pt x="1024" y="1023"/>
                  </a:lnTo>
                  <a:lnTo>
                    <a:pt x="1264" y="802"/>
                  </a:lnTo>
                  <a:lnTo>
                    <a:pt x="1545" y="602"/>
                  </a:lnTo>
                  <a:lnTo>
                    <a:pt x="1826" y="421"/>
                  </a:lnTo>
                  <a:lnTo>
                    <a:pt x="2127" y="281"/>
                  </a:lnTo>
                  <a:lnTo>
                    <a:pt x="2447" y="160"/>
                  </a:lnTo>
                  <a:lnTo>
                    <a:pt x="2788" y="80"/>
                  </a:lnTo>
                  <a:lnTo>
                    <a:pt x="3129" y="20"/>
                  </a:lnTo>
                  <a:lnTo>
                    <a:pt x="3490" y="0"/>
                  </a:lnTo>
                  <a:lnTo>
                    <a:pt x="6859" y="0"/>
                  </a:lnTo>
                  <a:lnTo>
                    <a:pt x="6859" y="0"/>
                  </a:lnTo>
                  <a:lnTo>
                    <a:pt x="7220" y="20"/>
                  </a:lnTo>
                  <a:lnTo>
                    <a:pt x="7561" y="80"/>
                  </a:lnTo>
                  <a:lnTo>
                    <a:pt x="7902" y="160"/>
                  </a:lnTo>
                  <a:lnTo>
                    <a:pt x="8223" y="281"/>
                  </a:lnTo>
                  <a:lnTo>
                    <a:pt x="8524" y="421"/>
                  </a:lnTo>
                  <a:lnTo>
                    <a:pt x="8805" y="602"/>
                  </a:lnTo>
                  <a:lnTo>
                    <a:pt x="9065" y="802"/>
                  </a:lnTo>
                  <a:lnTo>
                    <a:pt x="9326" y="1023"/>
                  </a:lnTo>
                  <a:lnTo>
                    <a:pt x="9547" y="1284"/>
                  </a:lnTo>
                  <a:lnTo>
                    <a:pt x="9747" y="1544"/>
                  </a:lnTo>
                  <a:lnTo>
                    <a:pt x="9928" y="1825"/>
                  </a:lnTo>
                  <a:lnTo>
                    <a:pt x="10068" y="2146"/>
                  </a:lnTo>
                  <a:lnTo>
                    <a:pt x="10188" y="2467"/>
                  </a:lnTo>
                  <a:lnTo>
                    <a:pt x="10269" y="2788"/>
                  </a:lnTo>
                  <a:lnTo>
                    <a:pt x="10329" y="3149"/>
                  </a:lnTo>
                  <a:lnTo>
                    <a:pt x="10349" y="349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3" name="Google Shape;5373;p21"/>
            <p:cNvSpPr/>
            <p:nvPr/>
          </p:nvSpPr>
          <p:spPr>
            <a:xfrm>
              <a:off x="10402850" y="4163263"/>
              <a:ext cx="18075" cy="6550"/>
            </a:xfrm>
            <a:custGeom>
              <a:avLst/>
              <a:gdLst/>
              <a:ahLst/>
              <a:cxnLst/>
              <a:rect l="l" t="t" r="r" b="b"/>
              <a:pathLst>
                <a:path w="723" h="262" fill="none" extrusionOk="0">
                  <a:moveTo>
                    <a:pt x="0" y="1"/>
                  </a:moveTo>
                  <a:lnTo>
                    <a:pt x="0" y="261"/>
                  </a:lnTo>
                  <a:lnTo>
                    <a:pt x="722" y="261"/>
                  </a:lnTo>
                  <a:lnTo>
                    <a:pt x="722" y="261"/>
                  </a:lnTo>
                  <a:lnTo>
                    <a:pt x="522" y="221"/>
                  </a:lnTo>
                  <a:lnTo>
                    <a:pt x="522" y="221"/>
                  </a:lnTo>
                  <a:lnTo>
                    <a:pt x="261" y="121"/>
                  </a:lnTo>
                  <a:lnTo>
                    <a:pt x="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4" name="Google Shape;5374;p21"/>
            <p:cNvSpPr/>
            <p:nvPr/>
          </p:nvSpPr>
          <p:spPr>
            <a:xfrm>
              <a:off x="10478550" y="4103613"/>
              <a:ext cx="17075" cy="17575"/>
            </a:xfrm>
            <a:custGeom>
              <a:avLst/>
              <a:gdLst/>
              <a:ahLst/>
              <a:cxnLst/>
              <a:rect l="l" t="t" r="r" b="b"/>
              <a:pathLst>
                <a:path w="683" h="703" extrusionOk="0">
                  <a:moveTo>
                    <a:pt x="261" y="0"/>
                  </a:moveTo>
                  <a:lnTo>
                    <a:pt x="201" y="20"/>
                  </a:lnTo>
                  <a:lnTo>
                    <a:pt x="141" y="60"/>
                  </a:lnTo>
                  <a:lnTo>
                    <a:pt x="81" y="100"/>
                  </a:lnTo>
                  <a:lnTo>
                    <a:pt x="41" y="161"/>
                  </a:lnTo>
                  <a:lnTo>
                    <a:pt x="21" y="221"/>
                  </a:lnTo>
                  <a:lnTo>
                    <a:pt x="1" y="341"/>
                  </a:lnTo>
                  <a:lnTo>
                    <a:pt x="21" y="481"/>
                  </a:lnTo>
                  <a:lnTo>
                    <a:pt x="41" y="542"/>
                  </a:lnTo>
                  <a:lnTo>
                    <a:pt x="81" y="602"/>
                  </a:lnTo>
                  <a:lnTo>
                    <a:pt x="141" y="642"/>
                  </a:lnTo>
                  <a:lnTo>
                    <a:pt x="201" y="662"/>
                  </a:lnTo>
                  <a:lnTo>
                    <a:pt x="261" y="702"/>
                  </a:lnTo>
                  <a:lnTo>
                    <a:pt x="422" y="702"/>
                  </a:lnTo>
                  <a:lnTo>
                    <a:pt x="502" y="662"/>
                  </a:lnTo>
                  <a:lnTo>
                    <a:pt x="542" y="642"/>
                  </a:lnTo>
                  <a:lnTo>
                    <a:pt x="602" y="602"/>
                  </a:lnTo>
                  <a:lnTo>
                    <a:pt x="642" y="542"/>
                  </a:lnTo>
                  <a:lnTo>
                    <a:pt x="662" y="481"/>
                  </a:lnTo>
                  <a:lnTo>
                    <a:pt x="682" y="341"/>
                  </a:lnTo>
                  <a:lnTo>
                    <a:pt x="662" y="221"/>
                  </a:lnTo>
                  <a:lnTo>
                    <a:pt x="642" y="161"/>
                  </a:lnTo>
                  <a:lnTo>
                    <a:pt x="602" y="100"/>
                  </a:lnTo>
                  <a:lnTo>
                    <a:pt x="542" y="60"/>
                  </a:lnTo>
                  <a:lnTo>
                    <a:pt x="502" y="20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5" name="Google Shape;5375;p21"/>
            <p:cNvSpPr/>
            <p:nvPr/>
          </p:nvSpPr>
          <p:spPr>
            <a:xfrm>
              <a:off x="10310600" y="3774213"/>
              <a:ext cx="211600" cy="142400"/>
            </a:xfrm>
            <a:custGeom>
              <a:avLst/>
              <a:gdLst/>
              <a:ahLst/>
              <a:cxnLst/>
              <a:rect l="l" t="t" r="r" b="b"/>
              <a:pathLst>
                <a:path w="8464" h="5696" extrusionOk="0">
                  <a:moveTo>
                    <a:pt x="2567" y="0"/>
                  </a:moveTo>
                  <a:lnTo>
                    <a:pt x="2287" y="60"/>
                  </a:lnTo>
                  <a:lnTo>
                    <a:pt x="2006" y="121"/>
                  </a:lnTo>
                  <a:lnTo>
                    <a:pt x="1745" y="221"/>
                  </a:lnTo>
                  <a:lnTo>
                    <a:pt x="1504" y="341"/>
                  </a:lnTo>
                  <a:lnTo>
                    <a:pt x="1264" y="482"/>
                  </a:lnTo>
                  <a:lnTo>
                    <a:pt x="1043" y="642"/>
                  </a:lnTo>
                  <a:lnTo>
                    <a:pt x="843" y="823"/>
                  </a:lnTo>
                  <a:lnTo>
                    <a:pt x="642" y="1043"/>
                  </a:lnTo>
                  <a:lnTo>
                    <a:pt x="482" y="1244"/>
                  </a:lnTo>
                  <a:lnTo>
                    <a:pt x="341" y="1484"/>
                  </a:lnTo>
                  <a:lnTo>
                    <a:pt x="221" y="1745"/>
                  </a:lnTo>
                  <a:lnTo>
                    <a:pt x="121" y="2006"/>
                  </a:lnTo>
                  <a:lnTo>
                    <a:pt x="61" y="2266"/>
                  </a:lnTo>
                  <a:lnTo>
                    <a:pt x="20" y="2547"/>
                  </a:lnTo>
                  <a:lnTo>
                    <a:pt x="0" y="2848"/>
                  </a:lnTo>
                  <a:lnTo>
                    <a:pt x="20" y="3209"/>
                  </a:lnTo>
                  <a:lnTo>
                    <a:pt x="81" y="3570"/>
                  </a:lnTo>
                  <a:lnTo>
                    <a:pt x="201" y="3891"/>
                  </a:lnTo>
                  <a:lnTo>
                    <a:pt x="341" y="4212"/>
                  </a:lnTo>
                  <a:lnTo>
                    <a:pt x="522" y="4493"/>
                  </a:lnTo>
                  <a:lnTo>
                    <a:pt x="742" y="4773"/>
                  </a:lnTo>
                  <a:lnTo>
                    <a:pt x="983" y="5014"/>
                  </a:lnTo>
                  <a:lnTo>
                    <a:pt x="1244" y="5215"/>
                  </a:lnTo>
                  <a:lnTo>
                    <a:pt x="1424" y="5315"/>
                  </a:lnTo>
                  <a:lnTo>
                    <a:pt x="1605" y="5415"/>
                  </a:lnTo>
                  <a:lnTo>
                    <a:pt x="1805" y="5515"/>
                  </a:lnTo>
                  <a:lnTo>
                    <a:pt x="2006" y="5575"/>
                  </a:lnTo>
                  <a:lnTo>
                    <a:pt x="2206" y="5636"/>
                  </a:lnTo>
                  <a:lnTo>
                    <a:pt x="2427" y="5676"/>
                  </a:lnTo>
                  <a:lnTo>
                    <a:pt x="2627" y="5696"/>
                  </a:lnTo>
                  <a:lnTo>
                    <a:pt x="5896" y="5696"/>
                  </a:lnTo>
                  <a:lnTo>
                    <a:pt x="6177" y="5656"/>
                  </a:lnTo>
                  <a:lnTo>
                    <a:pt x="6458" y="5575"/>
                  </a:lnTo>
                  <a:lnTo>
                    <a:pt x="6719" y="5475"/>
                  </a:lnTo>
                  <a:lnTo>
                    <a:pt x="6959" y="5355"/>
                  </a:lnTo>
                  <a:lnTo>
                    <a:pt x="7200" y="5215"/>
                  </a:lnTo>
                  <a:lnTo>
                    <a:pt x="7421" y="5054"/>
                  </a:lnTo>
                  <a:lnTo>
                    <a:pt x="7621" y="4874"/>
                  </a:lnTo>
                  <a:lnTo>
                    <a:pt x="7781" y="4693"/>
                  </a:lnTo>
                  <a:lnTo>
                    <a:pt x="7942" y="4513"/>
                  </a:lnTo>
                  <a:lnTo>
                    <a:pt x="8062" y="4312"/>
                  </a:lnTo>
                  <a:lnTo>
                    <a:pt x="8183" y="4091"/>
                  </a:lnTo>
                  <a:lnTo>
                    <a:pt x="8283" y="3871"/>
                  </a:lnTo>
                  <a:lnTo>
                    <a:pt x="8343" y="3630"/>
                  </a:lnTo>
                  <a:lnTo>
                    <a:pt x="8403" y="3390"/>
                  </a:lnTo>
                  <a:lnTo>
                    <a:pt x="8443" y="3149"/>
                  </a:lnTo>
                  <a:lnTo>
                    <a:pt x="8463" y="2848"/>
                  </a:lnTo>
                  <a:lnTo>
                    <a:pt x="8443" y="2567"/>
                  </a:lnTo>
                  <a:lnTo>
                    <a:pt x="8403" y="2266"/>
                  </a:lnTo>
                  <a:lnTo>
                    <a:pt x="8323" y="2006"/>
                  </a:lnTo>
                  <a:lnTo>
                    <a:pt x="8243" y="1745"/>
                  </a:lnTo>
                  <a:lnTo>
                    <a:pt x="8122" y="1484"/>
                  </a:lnTo>
                  <a:lnTo>
                    <a:pt x="7982" y="1244"/>
                  </a:lnTo>
                  <a:lnTo>
                    <a:pt x="7802" y="1043"/>
                  </a:lnTo>
                  <a:lnTo>
                    <a:pt x="7621" y="823"/>
                  </a:lnTo>
                  <a:lnTo>
                    <a:pt x="7421" y="642"/>
                  </a:lnTo>
                  <a:lnTo>
                    <a:pt x="7200" y="482"/>
                  </a:lnTo>
                  <a:lnTo>
                    <a:pt x="6959" y="341"/>
                  </a:lnTo>
                  <a:lnTo>
                    <a:pt x="6719" y="221"/>
                  </a:lnTo>
                  <a:lnTo>
                    <a:pt x="6458" y="121"/>
                  </a:lnTo>
                  <a:lnTo>
                    <a:pt x="6177" y="60"/>
                  </a:lnTo>
                  <a:lnTo>
                    <a:pt x="58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6" name="Google Shape;5376;p21"/>
            <p:cNvSpPr/>
            <p:nvPr/>
          </p:nvSpPr>
          <p:spPr>
            <a:xfrm>
              <a:off x="10310600" y="3774213"/>
              <a:ext cx="211600" cy="142400"/>
            </a:xfrm>
            <a:custGeom>
              <a:avLst/>
              <a:gdLst/>
              <a:ahLst/>
              <a:cxnLst/>
              <a:rect l="l" t="t" r="r" b="b"/>
              <a:pathLst>
                <a:path w="8464" h="5696" fill="none" extrusionOk="0">
                  <a:moveTo>
                    <a:pt x="8463" y="2848"/>
                  </a:moveTo>
                  <a:lnTo>
                    <a:pt x="8463" y="2848"/>
                  </a:lnTo>
                  <a:lnTo>
                    <a:pt x="8443" y="3149"/>
                  </a:lnTo>
                  <a:lnTo>
                    <a:pt x="8443" y="3149"/>
                  </a:lnTo>
                  <a:lnTo>
                    <a:pt x="8403" y="3390"/>
                  </a:lnTo>
                  <a:lnTo>
                    <a:pt x="8343" y="3630"/>
                  </a:lnTo>
                  <a:lnTo>
                    <a:pt x="8283" y="3871"/>
                  </a:lnTo>
                  <a:lnTo>
                    <a:pt x="8183" y="4091"/>
                  </a:lnTo>
                  <a:lnTo>
                    <a:pt x="8062" y="4312"/>
                  </a:lnTo>
                  <a:lnTo>
                    <a:pt x="7942" y="4513"/>
                  </a:lnTo>
                  <a:lnTo>
                    <a:pt x="7781" y="4693"/>
                  </a:lnTo>
                  <a:lnTo>
                    <a:pt x="7621" y="4874"/>
                  </a:lnTo>
                  <a:lnTo>
                    <a:pt x="7621" y="4874"/>
                  </a:lnTo>
                  <a:lnTo>
                    <a:pt x="7421" y="5054"/>
                  </a:lnTo>
                  <a:lnTo>
                    <a:pt x="7200" y="5215"/>
                  </a:lnTo>
                  <a:lnTo>
                    <a:pt x="6959" y="5355"/>
                  </a:lnTo>
                  <a:lnTo>
                    <a:pt x="6719" y="5475"/>
                  </a:lnTo>
                  <a:lnTo>
                    <a:pt x="6458" y="5575"/>
                  </a:lnTo>
                  <a:lnTo>
                    <a:pt x="6177" y="5656"/>
                  </a:lnTo>
                  <a:lnTo>
                    <a:pt x="5896" y="5696"/>
                  </a:lnTo>
                  <a:lnTo>
                    <a:pt x="5596" y="5696"/>
                  </a:lnTo>
                  <a:lnTo>
                    <a:pt x="2848" y="5696"/>
                  </a:lnTo>
                  <a:lnTo>
                    <a:pt x="2848" y="5696"/>
                  </a:lnTo>
                  <a:lnTo>
                    <a:pt x="2627" y="5696"/>
                  </a:lnTo>
                  <a:lnTo>
                    <a:pt x="2427" y="5676"/>
                  </a:lnTo>
                  <a:lnTo>
                    <a:pt x="2206" y="5636"/>
                  </a:lnTo>
                  <a:lnTo>
                    <a:pt x="2006" y="5575"/>
                  </a:lnTo>
                  <a:lnTo>
                    <a:pt x="1805" y="5515"/>
                  </a:lnTo>
                  <a:lnTo>
                    <a:pt x="1605" y="5415"/>
                  </a:lnTo>
                  <a:lnTo>
                    <a:pt x="1424" y="5315"/>
                  </a:lnTo>
                  <a:lnTo>
                    <a:pt x="1244" y="5215"/>
                  </a:lnTo>
                  <a:lnTo>
                    <a:pt x="1244" y="5215"/>
                  </a:lnTo>
                  <a:lnTo>
                    <a:pt x="983" y="5014"/>
                  </a:lnTo>
                  <a:lnTo>
                    <a:pt x="742" y="4773"/>
                  </a:lnTo>
                  <a:lnTo>
                    <a:pt x="522" y="4493"/>
                  </a:lnTo>
                  <a:lnTo>
                    <a:pt x="341" y="4212"/>
                  </a:lnTo>
                  <a:lnTo>
                    <a:pt x="201" y="3891"/>
                  </a:lnTo>
                  <a:lnTo>
                    <a:pt x="81" y="3570"/>
                  </a:lnTo>
                  <a:lnTo>
                    <a:pt x="20" y="3209"/>
                  </a:lnTo>
                  <a:lnTo>
                    <a:pt x="0" y="2848"/>
                  </a:lnTo>
                  <a:lnTo>
                    <a:pt x="0" y="2848"/>
                  </a:lnTo>
                  <a:lnTo>
                    <a:pt x="20" y="2547"/>
                  </a:lnTo>
                  <a:lnTo>
                    <a:pt x="61" y="2266"/>
                  </a:lnTo>
                  <a:lnTo>
                    <a:pt x="121" y="2006"/>
                  </a:lnTo>
                  <a:lnTo>
                    <a:pt x="221" y="1745"/>
                  </a:lnTo>
                  <a:lnTo>
                    <a:pt x="341" y="1484"/>
                  </a:lnTo>
                  <a:lnTo>
                    <a:pt x="482" y="1244"/>
                  </a:lnTo>
                  <a:lnTo>
                    <a:pt x="642" y="1043"/>
                  </a:lnTo>
                  <a:lnTo>
                    <a:pt x="843" y="823"/>
                  </a:lnTo>
                  <a:lnTo>
                    <a:pt x="843" y="823"/>
                  </a:lnTo>
                  <a:lnTo>
                    <a:pt x="1043" y="642"/>
                  </a:lnTo>
                  <a:lnTo>
                    <a:pt x="1264" y="482"/>
                  </a:lnTo>
                  <a:lnTo>
                    <a:pt x="1504" y="341"/>
                  </a:lnTo>
                  <a:lnTo>
                    <a:pt x="1745" y="221"/>
                  </a:lnTo>
                  <a:lnTo>
                    <a:pt x="2006" y="121"/>
                  </a:lnTo>
                  <a:lnTo>
                    <a:pt x="2287" y="60"/>
                  </a:lnTo>
                  <a:lnTo>
                    <a:pt x="2567" y="0"/>
                  </a:lnTo>
                  <a:lnTo>
                    <a:pt x="2848" y="0"/>
                  </a:lnTo>
                  <a:lnTo>
                    <a:pt x="5596" y="0"/>
                  </a:lnTo>
                  <a:lnTo>
                    <a:pt x="5596" y="0"/>
                  </a:lnTo>
                  <a:lnTo>
                    <a:pt x="5896" y="0"/>
                  </a:lnTo>
                  <a:lnTo>
                    <a:pt x="6177" y="60"/>
                  </a:lnTo>
                  <a:lnTo>
                    <a:pt x="6458" y="121"/>
                  </a:lnTo>
                  <a:lnTo>
                    <a:pt x="6719" y="221"/>
                  </a:lnTo>
                  <a:lnTo>
                    <a:pt x="6959" y="341"/>
                  </a:lnTo>
                  <a:lnTo>
                    <a:pt x="7200" y="482"/>
                  </a:lnTo>
                  <a:lnTo>
                    <a:pt x="7421" y="642"/>
                  </a:lnTo>
                  <a:lnTo>
                    <a:pt x="7621" y="823"/>
                  </a:lnTo>
                  <a:lnTo>
                    <a:pt x="7802" y="1043"/>
                  </a:lnTo>
                  <a:lnTo>
                    <a:pt x="7982" y="1244"/>
                  </a:lnTo>
                  <a:lnTo>
                    <a:pt x="8122" y="1484"/>
                  </a:lnTo>
                  <a:lnTo>
                    <a:pt x="8243" y="1745"/>
                  </a:lnTo>
                  <a:lnTo>
                    <a:pt x="8323" y="2006"/>
                  </a:lnTo>
                  <a:lnTo>
                    <a:pt x="8403" y="2266"/>
                  </a:lnTo>
                  <a:lnTo>
                    <a:pt x="8443" y="2567"/>
                  </a:lnTo>
                  <a:lnTo>
                    <a:pt x="8463" y="284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7" name="Google Shape;5377;p21"/>
            <p:cNvSpPr/>
            <p:nvPr/>
          </p:nvSpPr>
          <p:spPr>
            <a:xfrm>
              <a:off x="10310600" y="3828363"/>
              <a:ext cx="211600" cy="76225"/>
            </a:xfrm>
            <a:custGeom>
              <a:avLst/>
              <a:gdLst/>
              <a:ahLst/>
              <a:cxnLst/>
              <a:rect l="l" t="t" r="r" b="b"/>
              <a:pathLst>
                <a:path w="8464" h="3049" extrusionOk="0">
                  <a:moveTo>
                    <a:pt x="81" y="0"/>
                  </a:moveTo>
                  <a:lnTo>
                    <a:pt x="20" y="341"/>
                  </a:lnTo>
                  <a:lnTo>
                    <a:pt x="0" y="682"/>
                  </a:lnTo>
                  <a:lnTo>
                    <a:pt x="20" y="1043"/>
                  </a:lnTo>
                  <a:lnTo>
                    <a:pt x="81" y="1404"/>
                  </a:lnTo>
                  <a:lnTo>
                    <a:pt x="201" y="1725"/>
                  </a:lnTo>
                  <a:lnTo>
                    <a:pt x="341" y="2046"/>
                  </a:lnTo>
                  <a:lnTo>
                    <a:pt x="522" y="2327"/>
                  </a:lnTo>
                  <a:lnTo>
                    <a:pt x="742" y="2607"/>
                  </a:lnTo>
                  <a:lnTo>
                    <a:pt x="983" y="2848"/>
                  </a:lnTo>
                  <a:lnTo>
                    <a:pt x="1244" y="3049"/>
                  </a:lnTo>
                  <a:lnTo>
                    <a:pt x="1364" y="2828"/>
                  </a:lnTo>
                  <a:lnTo>
                    <a:pt x="1524" y="2627"/>
                  </a:lnTo>
                  <a:lnTo>
                    <a:pt x="1705" y="2427"/>
                  </a:lnTo>
                  <a:lnTo>
                    <a:pt x="1926" y="2266"/>
                  </a:lnTo>
                  <a:lnTo>
                    <a:pt x="2146" y="2106"/>
                  </a:lnTo>
                  <a:lnTo>
                    <a:pt x="2407" y="1946"/>
                  </a:lnTo>
                  <a:lnTo>
                    <a:pt x="2668" y="1805"/>
                  </a:lnTo>
                  <a:lnTo>
                    <a:pt x="2948" y="1685"/>
                  </a:lnTo>
                  <a:lnTo>
                    <a:pt x="3229" y="1564"/>
                  </a:lnTo>
                  <a:lnTo>
                    <a:pt x="3510" y="1464"/>
                  </a:lnTo>
                  <a:lnTo>
                    <a:pt x="4071" y="1304"/>
                  </a:lnTo>
                  <a:lnTo>
                    <a:pt x="4573" y="1183"/>
                  </a:lnTo>
                  <a:lnTo>
                    <a:pt x="5034" y="1083"/>
                  </a:lnTo>
                  <a:lnTo>
                    <a:pt x="5535" y="1023"/>
                  </a:lnTo>
                  <a:lnTo>
                    <a:pt x="6057" y="963"/>
                  </a:lnTo>
                  <a:lnTo>
                    <a:pt x="6558" y="943"/>
                  </a:lnTo>
                  <a:lnTo>
                    <a:pt x="7080" y="923"/>
                  </a:lnTo>
                  <a:lnTo>
                    <a:pt x="7761" y="943"/>
                  </a:lnTo>
                  <a:lnTo>
                    <a:pt x="8443" y="983"/>
                  </a:lnTo>
                  <a:lnTo>
                    <a:pt x="8463" y="682"/>
                  </a:lnTo>
                  <a:lnTo>
                    <a:pt x="8443" y="381"/>
                  </a:lnTo>
                  <a:lnTo>
                    <a:pt x="8403" y="80"/>
                  </a:lnTo>
                  <a:lnTo>
                    <a:pt x="1023" y="80"/>
                  </a:lnTo>
                  <a:lnTo>
                    <a:pt x="702" y="60"/>
                  </a:lnTo>
                  <a:lnTo>
                    <a:pt x="81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8" name="Google Shape;5378;p21"/>
            <p:cNvSpPr/>
            <p:nvPr/>
          </p:nvSpPr>
          <p:spPr>
            <a:xfrm>
              <a:off x="10310600" y="3828363"/>
              <a:ext cx="211600" cy="76225"/>
            </a:xfrm>
            <a:custGeom>
              <a:avLst/>
              <a:gdLst/>
              <a:ahLst/>
              <a:cxnLst/>
              <a:rect l="l" t="t" r="r" b="b"/>
              <a:pathLst>
                <a:path w="8464" h="3049" fill="none" extrusionOk="0">
                  <a:moveTo>
                    <a:pt x="81" y="0"/>
                  </a:moveTo>
                  <a:lnTo>
                    <a:pt x="81" y="0"/>
                  </a:lnTo>
                  <a:lnTo>
                    <a:pt x="20" y="341"/>
                  </a:lnTo>
                  <a:lnTo>
                    <a:pt x="0" y="682"/>
                  </a:lnTo>
                  <a:lnTo>
                    <a:pt x="0" y="682"/>
                  </a:lnTo>
                  <a:lnTo>
                    <a:pt x="20" y="1043"/>
                  </a:lnTo>
                  <a:lnTo>
                    <a:pt x="81" y="1404"/>
                  </a:lnTo>
                  <a:lnTo>
                    <a:pt x="201" y="1725"/>
                  </a:lnTo>
                  <a:lnTo>
                    <a:pt x="341" y="2046"/>
                  </a:lnTo>
                  <a:lnTo>
                    <a:pt x="522" y="2327"/>
                  </a:lnTo>
                  <a:lnTo>
                    <a:pt x="742" y="2607"/>
                  </a:lnTo>
                  <a:lnTo>
                    <a:pt x="983" y="2848"/>
                  </a:lnTo>
                  <a:lnTo>
                    <a:pt x="1244" y="3049"/>
                  </a:lnTo>
                  <a:lnTo>
                    <a:pt x="1244" y="3049"/>
                  </a:lnTo>
                  <a:lnTo>
                    <a:pt x="1364" y="2828"/>
                  </a:lnTo>
                  <a:lnTo>
                    <a:pt x="1524" y="2627"/>
                  </a:lnTo>
                  <a:lnTo>
                    <a:pt x="1705" y="2427"/>
                  </a:lnTo>
                  <a:lnTo>
                    <a:pt x="1926" y="2266"/>
                  </a:lnTo>
                  <a:lnTo>
                    <a:pt x="2146" y="2106"/>
                  </a:lnTo>
                  <a:lnTo>
                    <a:pt x="2407" y="1946"/>
                  </a:lnTo>
                  <a:lnTo>
                    <a:pt x="2668" y="1805"/>
                  </a:lnTo>
                  <a:lnTo>
                    <a:pt x="2948" y="1685"/>
                  </a:lnTo>
                  <a:lnTo>
                    <a:pt x="3229" y="1564"/>
                  </a:lnTo>
                  <a:lnTo>
                    <a:pt x="3510" y="1464"/>
                  </a:lnTo>
                  <a:lnTo>
                    <a:pt x="4071" y="1304"/>
                  </a:lnTo>
                  <a:lnTo>
                    <a:pt x="4573" y="1183"/>
                  </a:lnTo>
                  <a:lnTo>
                    <a:pt x="5034" y="1083"/>
                  </a:lnTo>
                  <a:lnTo>
                    <a:pt x="5034" y="1083"/>
                  </a:lnTo>
                  <a:lnTo>
                    <a:pt x="5535" y="1023"/>
                  </a:lnTo>
                  <a:lnTo>
                    <a:pt x="6057" y="963"/>
                  </a:lnTo>
                  <a:lnTo>
                    <a:pt x="6558" y="943"/>
                  </a:lnTo>
                  <a:lnTo>
                    <a:pt x="7080" y="923"/>
                  </a:lnTo>
                  <a:lnTo>
                    <a:pt x="7080" y="923"/>
                  </a:lnTo>
                  <a:lnTo>
                    <a:pt x="7761" y="943"/>
                  </a:lnTo>
                  <a:lnTo>
                    <a:pt x="8443" y="983"/>
                  </a:lnTo>
                  <a:lnTo>
                    <a:pt x="8443" y="983"/>
                  </a:lnTo>
                  <a:lnTo>
                    <a:pt x="8463" y="682"/>
                  </a:lnTo>
                  <a:lnTo>
                    <a:pt x="8463" y="682"/>
                  </a:lnTo>
                  <a:lnTo>
                    <a:pt x="8443" y="381"/>
                  </a:lnTo>
                  <a:lnTo>
                    <a:pt x="8403" y="80"/>
                  </a:lnTo>
                  <a:lnTo>
                    <a:pt x="1344" y="80"/>
                  </a:lnTo>
                  <a:lnTo>
                    <a:pt x="1344" y="80"/>
                  </a:lnTo>
                  <a:lnTo>
                    <a:pt x="1023" y="80"/>
                  </a:lnTo>
                  <a:lnTo>
                    <a:pt x="702" y="60"/>
                  </a:lnTo>
                  <a:lnTo>
                    <a:pt x="8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9" name="Google Shape;5379;p21"/>
            <p:cNvSpPr/>
            <p:nvPr/>
          </p:nvSpPr>
          <p:spPr>
            <a:xfrm>
              <a:off x="10842050" y="3838388"/>
              <a:ext cx="49150" cy="312875"/>
            </a:xfrm>
            <a:custGeom>
              <a:avLst/>
              <a:gdLst/>
              <a:ahLst/>
              <a:cxnLst/>
              <a:rect l="l" t="t" r="r" b="b"/>
              <a:pathLst>
                <a:path w="1966" h="12515" extrusionOk="0">
                  <a:moveTo>
                    <a:pt x="923" y="0"/>
                  </a:moveTo>
                  <a:lnTo>
                    <a:pt x="722" y="40"/>
                  </a:lnTo>
                  <a:lnTo>
                    <a:pt x="542" y="101"/>
                  </a:lnTo>
                  <a:lnTo>
                    <a:pt x="361" y="201"/>
                  </a:lnTo>
                  <a:lnTo>
                    <a:pt x="221" y="341"/>
                  </a:lnTo>
                  <a:lnTo>
                    <a:pt x="161" y="421"/>
                  </a:lnTo>
                  <a:lnTo>
                    <a:pt x="100" y="502"/>
                  </a:lnTo>
                  <a:lnTo>
                    <a:pt x="60" y="602"/>
                  </a:lnTo>
                  <a:lnTo>
                    <a:pt x="40" y="722"/>
                  </a:lnTo>
                  <a:lnTo>
                    <a:pt x="20" y="823"/>
                  </a:lnTo>
                  <a:lnTo>
                    <a:pt x="0" y="963"/>
                  </a:lnTo>
                  <a:lnTo>
                    <a:pt x="0" y="11572"/>
                  </a:lnTo>
                  <a:lnTo>
                    <a:pt x="20" y="11712"/>
                  </a:lnTo>
                  <a:lnTo>
                    <a:pt x="40" y="11832"/>
                  </a:lnTo>
                  <a:lnTo>
                    <a:pt x="80" y="11953"/>
                  </a:lnTo>
                  <a:lnTo>
                    <a:pt x="120" y="12053"/>
                  </a:lnTo>
                  <a:lnTo>
                    <a:pt x="181" y="12153"/>
                  </a:lnTo>
                  <a:lnTo>
                    <a:pt x="261" y="12234"/>
                  </a:lnTo>
                  <a:lnTo>
                    <a:pt x="341" y="12314"/>
                  </a:lnTo>
                  <a:lnTo>
                    <a:pt x="441" y="12374"/>
                  </a:lnTo>
                  <a:lnTo>
                    <a:pt x="522" y="12414"/>
                  </a:lnTo>
                  <a:lnTo>
                    <a:pt x="642" y="12454"/>
                  </a:lnTo>
                  <a:lnTo>
                    <a:pt x="842" y="12514"/>
                  </a:lnTo>
                  <a:lnTo>
                    <a:pt x="1063" y="12514"/>
                  </a:lnTo>
                  <a:lnTo>
                    <a:pt x="1284" y="12474"/>
                  </a:lnTo>
                  <a:lnTo>
                    <a:pt x="1424" y="12434"/>
                  </a:lnTo>
                  <a:lnTo>
                    <a:pt x="1544" y="12354"/>
                  </a:lnTo>
                  <a:lnTo>
                    <a:pt x="1665" y="12274"/>
                  </a:lnTo>
                  <a:lnTo>
                    <a:pt x="1765" y="12173"/>
                  </a:lnTo>
                  <a:lnTo>
                    <a:pt x="1845" y="12053"/>
                  </a:lnTo>
                  <a:lnTo>
                    <a:pt x="1905" y="11913"/>
                  </a:lnTo>
                  <a:lnTo>
                    <a:pt x="1945" y="11752"/>
                  </a:lnTo>
                  <a:lnTo>
                    <a:pt x="1965" y="11572"/>
                  </a:lnTo>
                  <a:lnTo>
                    <a:pt x="1965" y="963"/>
                  </a:lnTo>
                  <a:lnTo>
                    <a:pt x="1945" y="742"/>
                  </a:lnTo>
                  <a:lnTo>
                    <a:pt x="1905" y="582"/>
                  </a:lnTo>
                  <a:lnTo>
                    <a:pt x="1825" y="421"/>
                  </a:lnTo>
                  <a:lnTo>
                    <a:pt x="1705" y="281"/>
                  </a:lnTo>
                  <a:lnTo>
                    <a:pt x="1584" y="181"/>
                  </a:lnTo>
                  <a:lnTo>
                    <a:pt x="1444" y="101"/>
                  </a:lnTo>
                  <a:lnTo>
                    <a:pt x="1284" y="40"/>
                  </a:lnTo>
                  <a:lnTo>
                    <a:pt x="1123" y="20"/>
                  </a:lnTo>
                  <a:lnTo>
                    <a:pt x="923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0" name="Google Shape;5380;p21"/>
            <p:cNvSpPr/>
            <p:nvPr/>
          </p:nvSpPr>
          <p:spPr>
            <a:xfrm>
              <a:off x="10842050" y="3838388"/>
              <a:ext cx="49150" cy="312875"/>
            </a:xfrm>
            <a:custGeom>
              <a:avLst/>
              <a:gdLst/>
              <a:ahLst/>
              <a:cxnLst/>
              <a:rect l="l" t="t" r="r" b="b"/>
              <a:pathLst>
                <a:path w="1966" h="12515" fill="none" extrusionOk="0">
                  <a:moveTo>
                    <a:pt x="1965" y="963"/>
                  </a:moveTo>
                  <a:lnTo>
                    <a:pt x="1965" y="11572"/>
                  </a:lnTo>
                  <a:lnTo>
                    <a:pt x="1965" y="11572"/>
                  </a:lnTo>
                  <a:lnTo>
                    <a:pt x="1945" y="11752"/>
                  </a:lnTo>
                  <a:lnTo>
                    <a:pt x="1905" y="11913"/>
                  </a:lnTo>
                  <a:lnTo>
                    <a:pt x="1845" y="12053"/>
                  </a:lnTo>
                  <a:lnTo>
                    <a:pt x="1765" y="12173"/>
                  </a:lnTo>
                  <a:lnTo>
                    <a:pt x="1665" y="12274"/>
                  </a:lnTo>
                  <a:lnTo>
                    <a:pt x="1544" y="12354"/>
                  </a:lnTo>
                  <a:lnTo>
                    <a:pt x="1424" y="12434"/>
                  </a:lnTo>
                  <a:lnTo>
                    <a:pt x="1284" y="12474"/>
                  </a:lnTo>
                  <a:lnTo>
                    <a:pt x="1284" y="12474"/>
                  </a:lnTo>
                  <a:lnTo>
                    <a:pt x="1063" y="12514"/>
                  </a:lnTo>
                  <a:lnTo>
                    <a:pt x="842" y="12514"/>
                  </a:lnTo>
                  <a:lnTo>
                    <a:pt x="642" y="12454"/>
                  </a:lnTo>
                  <a:lnTo>
                    <a:pt x="522" y="12414"/>
                  </a:lnTo>
                  <a:lnTo>
                    <a:pt x="441" y="12374"/>
                  </a:lnTo>
                  <a:lnTo>
                    <a:pt x="341" y="12314"/>
                  </a:lnTo>
                  <a:lnTo>
                    <a:pt x="261" y="12234"/>
                  </a:lnTo>
                  <a:lnTo>
                    <a:pt x="181" y="12153"/>
                  </a:lnTo>
                  <a:lnTo>
                    <a:pt x="120" y="12053"/>
                  </a:lnTo>
                  <a:lnTo>
                    <a:pt x="80" y="11953"/>
                  </a:lnTo>
                  <a:lnTo>
                    <a:pt x="40" y="11832"/>
                  </a:lnTo>
                  <a:lnTo>
                    <a:pt x="20" y="11712"/>
                  </a:lnTo>
                  <a:lnTo>
                    <a:pt x="0" y="11572"/>
                  </a:lnTo>
                  <a:lnTo>
                    <a:pt x="0" y="963"/>
                  </a:lnTo>
                  <a:lnTo>
                    <a:pt x="0" y="963"/>
                  </a:lnTo>
                  <a:lnTo>
                    <a:pt x="20" y="823"/>
                  </a:lnTo>
                  <a:lnTo>
                    <a:pt x="40" y="722"/>
                  </a:lnTo>
                  <a:lnTo>
                    <a:pt x="60" y="602"/>
                  </a:lnTo>
                  <a:lnTo>
                    <a:pt x="100" y="502"/>
                  </a:lnTo>
                  <a:lnTo>
                    <a:pt x="161" y="421"/>
                  </a:lnTo>
                  <a:lnTo>
                    <a:pt x="221" y="341"/>
                  </a:lnTo>
                  <a:lnTo>
                    <a:pt x="361" y="201"/>
                  </a:lnTo>
                  <a:lnTo>
                    <a:pt x="542" y="101"/>
                  </a:lnTo>
                  <a:lnTo>
                    <a:pt x="722" y="40"/>
                  </a:lnTo>
                  <a:lnTo>
                    <a:pt x="923" y="0"/>
                  </a:lnTo>
                  <a:lnTo>
                    <a:pt x="1123" y="20"/>
                  </a:lnTo>
                  <a:lnTo>
                    <a:pt x="1123" y="20"/>
                  </a:lnTo>
                  <a:lnTo>
                    <a:pt x="1284" y="40"/>
                  </a:lnTo>
                  <a:lnTo>
                    <a:pt x="1444" y="101"/>
                  </a:lnTo>
                  <a:lnTo>
                    <a:pt x="1584" y="181"/>
                  </a:lnTo>
                  <a:lnTo>
                    <a:pt x="1705" y="281"/>
                  </a:lnTo>
                  <a:lnTo>
                    <a:pt x="1825" y="421"/>
                  </a:lnTo>
                  <a:lnTo>
                    <a:pt x="1905" y="582"/>
                  </a:lnTo>
                  <a:lnTo>
                    <a:pt x="1945" y="742"/>
                  </a:lnTo>
                  <a:lnTo>
                    <a:pt x="1965" y="96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1" name="Google Shape;5381;p21"/>
            <p:cNvSpPr/>
            <p:nvPr/>
          </p:nvSpPr>
          <p:spPr>
            <a:xfrm>
              <a:off x="10842050" y="3916588"/>
              <a:ext cx="25575" cy="158475"/>
            </a:xfrm>
            <a:custGeom>
              <a:avLst/>
              <a:gdLst/>
              <a:ahLst/>
              <a:cxnLst/>
              <a:rect l="l" t="t" r="r" b="b"/>
              <a:pathLst>
                <a:path w="1023" h="6339" extrusionOk="0">
                  <a:moveTo>
                    <a:pt x="0" y="1"/>
                  </a:moveTo>
                  <a:lnTo>
                    <a:pt x="0" y="6338"/>
                  </a:lnTo>
                  <a:lnTo>
                    <a:pt x="1023" y="6338"/>
                  </a:lnTo>
                  <a:lnTo>
                    <a:pt x="963" y="4754"/>
                  </a:lnTo>
                  <a:lnTo>
                    <a:pt x="943" y="3169"/>
                  </a:lnTo>
                  <a:lnTo>
                    <a:pt x="943" y="1585"/>
                  </a:lnTo>
                  <a:lnTo>
                    <a:pt x="963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2" name="Google Shape;5382;p21"/>
            <p:cNvSpPr/>
            <p:nvPr/>
          </p:nvSpPr>
          <p:spPr>
            <a:xfrm>
              <a:off x="10732750" y="4075038"/>
              <a:ext cx="258725" cy="94775"/>
            </a:xfrm>
            <a:custGeom>
              <a:avLst/>
              <a:gdLst/>
              <a:ahLst/>
              <a:cxnLst/>
              <a:rect l="l" t="t" r="r" b="b"/>
              <a:pathLst>
                <a:path w="10349" h="3791" extrusionOk="0">
                  <a:moveTo>
                    <a:pt x="3490" y="0"/>
                  </a:moveTo>
                  <a:lnTo>
                    <a:pt x="3129" y="20"/>
                  </a:lnTo>
                  <a:lnTo>
                    <a:pt x="2788" y="80"/>
                  </a:lnTo>
                  <a:lnTo>
                    <a:pt x="2447" y="160"/>
                  </a:lnTo>
                  <a:lnTo>
                    <a:pt x="2126" y="281"/>
                  </a:lnTo>
                  <a:lnTo>
                    <a:pt x="1825" y="421"/>
                  </a:lnTo>
                  <a:lnTo>
                    <a:pt x="1544" y="602"/>
                  </a:lnTo>
                  <a:lnTo>
                    <a:pt x="1264" y="802"/>
                  </a:lnTo>
                  <a:lnTo>
                    <a:pt x="1023" y="1023"/>
                  </a:lnTo>
                  <a:lnTo>
                    <a:pt x="802" y="1284"/>
                  </a:lnTo>
                  <a:lnTo>
                    <a:pt x="602" y="1544"/>
                  </a:lnTo>
                  <a:lnTo>
                    <a:pt x="421" y="1825"/>
                  </a:lnTo>
                  <a:lnTo>
                    <a:pt x="281" y="2146"/>
                  </a:lnTo>
                  <a:lnTo>
                    <a:pt x="161" y="2467"/>
                  </a:lnTo>
                  <a:lnTo>
                    <a:pt x="80" y="2788"/>
                  </a:lnTo>
                  <a:lnTo>
                    <a:pt x="20" y="3149"/>
                  </a:lnTo>
                  <a:lnTo>
                    <a:pt x="0" y="3490"/>
                  </a:lnTo>
                  <a:lnTo>
                    <a:pt x="20" y="3790"/>
                  </a:lnTo>
                  <a:lnTo>
                    <a:pt x="10328" y="3790"/>
                  </a:lnTo>
                  <a:lnTo>
                    <a:pt x="10348" y="3490"/>
                  </a:lnTo>
                  <a:lnTo>
                    <a:pt x="10328" y="3149"/>
                  </a:lnTo>
                  <a:lnTo>
                    <a:pt x="10268" y="2788"/>
                  </a:lnTo>
                  <a:lnTo>
                    <a:pt x="10188" y="2467"/>
                  </a:lnTo>
                  <a:lnTo>
                    <a:pt x="10068" y="2146"/>
                  </a:lnTo>
                  <a:lnTo>
                    <a:pt x="9927" y="1825"/>
                  </a:lnTo>
                  <a:lnTo>
                    <a:pt x="9747" y="1544"/>
                  </a:lnTo>
                  <a:lnTo>
                    <a:pt x="9546" y="1284"/>
                  </a:lnTo>
                  <a:lnTo>
                    <a:pt x="9326" y="1023"/>
                  </a:lnTo>
                  <a:lnTo>
                    <a:pt x="9085" y="802"/>
                  </a:lnTo>
                  <a:lnTo>
                    <a:pt x="8804" y="602"/>
                  </a:lnTo>
                  <a:lnTo>
                    <a:pt x="8523" y="421"/>
                  </a:lnTo>
                  <a:lnTo>
                    <a:pt x="8223" y="281"/>
                  </a:lnTo>
                  <a:lnTo>
                    <a:pt x="7902" y="160"/>
                  </a:lnTo>
                  <a:lnTo>
                    <a:pt x="7561" y="80"/>
                  </a:lnTo>
                  <a:lnTo>
                    <a:pt x="7220" y="20"/>
                  </a:lnTo>
                  <a:lnTo>
                    <a:pt x="685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3" name="Google Shape;5383;p21"/>
            <p:cNvSpPr/>
            <p:nvPr/>
          </p:nvSpPr>
          <p:spPr>
            <a:xfrm>
              <a:off x="10732750" y="4075038"/>
              <a:ext cx="258725" cy="94775"/>
            </a:xfrm>
            <a:custGeom>
              <a:avLst/>
              <a:gdLst/>
              <a:ahLst/>
              <a:cxnLst/>
              <a:rect l="l" t="t" r="r" b="b"/>
              <a:pathLst>
                <a:path w="10349" h="3791" fill="none" extrusionOk="0">
                  <a:moveTo>
                    <a:pt x="10348" y="3490"/>
                  </a:moveTo>
                  <a:lnTo>
                    <a:pt x="10348" y="3490"/>
                  </a:lnTo>
                  <a:lnTo>
                    <a:pt x="10328" y="3790"/>
                  </a:lnTo>
                  <a:lnTo>
                    <a:pt x="20" y="3790"/>
                  </a:lnTo>
                  <a:lnTo>
                    <a:pt x="20" y="3790"/>
                  </a:lnTo>
                  <a:lnTo>
                    <a:pt x="0" y="3490"/>
                  </a:lnTo>
                  <a:lnTo>
                    <a:pt x="0" y="3490"/>
                  </a:lnTo>
                  <a:lnTo>
                    <a:pt x="20" y="3149"/>
                  </a:lnTo>
                  <a:lnTo>
                    <a:pt x="80" y="2788"/>
                  </a:lnTo>
                  <a:lnTo>
                    <a:pt x="161" y="2467"/>
                  </a:lnTo>
                  <a:lnTo>
                    <a:pt x="281" y="2146"/>
                  </a:lnTo>
                  <a:lnTo>
                    <a:pt x="421" y="1825"/>
                  </a:lnTo>
                  <a:lnTo>
                    <a:pt x="602" y="1544"/>
                  </a:lnTo>
                  <a:lnTo>
                    <a:pt x="802" y="1284"/>
                  </a:lnTo>
                  <a:lnTo>
                    <a:pt x="1023" y="1023"/>
                  </a:lnTo>
                  <a:lnTo>
                    <a:pt x="1023" y="1023"/>
                  </a:lnTo>
                  <a:lnTo>
                    <a:pt x="1264" y="802"/>
                  </a:lnTo>
                  <a:lnTo>
                    <a:pt x="1544" y="602"/>
                  </a:lnTo>
                  <a:lnTo>
                    <a:pt x="1825" y="421"/>
                  </a:lnTo>
                  <a:lnTo>
                    <a:pt x="2126" y="281"/>
                  </a:lnTo>
                  <a:lnTo>
                    <a:pt x="2447" y="160"/>
                  </a:lnTo>
                  <a:lnTo>
                    <a:pt x="2788" y="80"/>
                  </a:lnTo>
                  <a:lnTo>
                    <a:pt x="3129" y="20"/>
                  </a:lnTo>
                  <a:lnTo>
                    <a:pt x="3490" y="0"/>
                  </a:lnTo>
                  <a:lnTo>
                    <a:pt x="6859" y="0"/>
                  </a:lnTo>
                  <a:lnTo>
                    <a:pt x="6859" y="0"/>
                  </a:lnTo>
                  <a:lnTo>
                    <a:pt x="7220" y="20"/>
                  </a:lnTo>
                  <a:lnTo>
                    <a:pt x="7561" y="80"/>
                  </a:lnTo>
                  <a:lnTo>
                    <a:pt x="7902" y="160"/>
                  </a:lnTo>
                  <a:lnTo>
                    <a:pt x="8223" y="281"/>
                  </a:lnTo>
                  <a:lnTo>
                    <a:pt x="8523" y="421"/>
                  </a:lnTo>
                  <a:lnTo>
                    <a:pt x="8804" y="602"/>
                  </a:lnTo>
                  <a:lnTo>
                    <a:pt x="9085" y="802"/>
                  </a:lnTo>
                  <a:lnTo>
                    <a:pt x="9326" y="1023"/>
                  </a:lnTo>
                  <a:lnTo>
                    <a:pt x="9546" y="1284"/>
                  </a:lnTo>
                  <a:lnTo>
                    <a:pt x="9747" y="1544"/>
                  </a:lnTo>
                  <a:lnTo>
                    <a:pt x="9927" y="1825"/>
                  </a:lnTo>
                  <a:lnTo>
                    <a:pt x="10068" y="2146"/>
                  </a:lnTo>
                  <a:lnTo>
                    <a:pt x="10188" y="2467"/>
                  </a:lnTo>
                  <a:lnTo>
                    <a:pt x="10268" y="2788"/>
                  </a:lnTo>
                  <a:lnTo>
                    <a:pt x="10328" y="3149"/>
                  </a:lnTo>
                  <a:lnTo>
                    <a:pt x="10348" y="349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4" name="Google Shape;5384;p21"/>
            <p:cNvSpPr/>
            <p:nvPr/>
          </p:nvSpPr>
          <p:spPr>
            <a:xfrm>
              <a:off x="10732750" y="4075038"/>
              <a:ext cx="162450" cy="94775"/>
            </a:xfrm>
            <a:custGeom>
              <a:avLst/>
              <a:gdLst/>
              <a:ahLst/>
              <a:cxnLst/>
              <a:rect l="l" t="t" r="r" b="b"/>
              <a:pathLst>
                <a:path w="6498" h="3791" extrusionOk="0">
                  <a:moveTo>
                    <a:pt x="3490" y="0"/>
                  </a:moveTo>
                  <a:lnTo>
                    <a:pt x="3129" y="20"/>
                  </a:lnTo>
                  <a:lnTo>
                    <a:pt x="2788" y="80"/>
                  </a:lnTo>
                  <a:lnTo>
                    <a:pt x="2447" y="160"/>
                  </a:lnTo>
                  <a:lnTo>
                    <a:pt x="2126" y="281"/>
                  </a:lnTo>
                  <a:lnTo>
                    <a:pt x="1825" y="421"/>
                  </a:lnTo>
                  <a:lnTo>
                    <a:pt x="1544" y="602"/>
                  </a:lnTo>
                  <a:lnTo>
                    <a:pt x="1264" y="802"/>
                  </a:lnTo>
                  <a:lnTo>
                    <a:pt x="1023" y="1023"/>
                  </a:lnTo>
                  <a:lnTo>
                    <a:pt x="802" y="1284"/>
                  </a:lnTo>
                  <a:lnTo>
                    <a:pt x="602" y="1544"/>
                  </a:lnTo>
                  <a:lnTo>
                    <a:pt x="421" y="1825"/>
                  </a:lnTo>
                  <a:lnTo>
                    <a:pt x="281" y="2146"/>
                  </a:lnTo>
                  <a:lnTo>
                    <a:pt x="161" y="2467"/>
                  </a:lnTo>
                  <a:lnTo>
                    <a:pt x="80" y="2788"/>
                  </a:lnTo>
                  <a:lnTo>
                    <a:pt x="20" y="3149"/>
                  </a:lnTo>
                  <a:lnTo>
                    <a:pt x="0" y="3490"/>
                  </a:lnTo>
                  <a:lnTo>
                    <a:pt x="20" y="3790"/>
                  </a:lnTo>
                  <a:lnTo>
                    <a:pt x="6498" y="3790"/>
                  </a:lnTo>
                  <a:lnTo>
                    <a:pt x="6117" y="3690"/>
                  </a:lnTo>
                  <a:lnTo>
                    <a:pt x="5776" y="3570"/>
                  </a:lnTo>
                  <a:lnTo>
                    <a:pt x="5435" y="3409"/>
                  </a:lnTo>
                  <a:lnTo>
                    <a:pt x="5114" y="3249"/>
                  </a:lnTo>
                  <a:lnTo>
                    <a:pt x="4813" y="3068"/>
                  </a:lnTo>
                  <a:lnTo>
                    <a:pt x="4533" y="2868"/>
                  </a:lnTo>
                  <a:lnTo>
                    <a:pt x="4292" y="2647"/>
                  </a:lnTo>
                  <a:lnTo>
                    <a:pt x="4091" y="2427"/>
                  </a:lnTo>
                  <a:lnTo>
                    <a:pt x="3971" y="2266"/>
                  </a:lnTo>
                  <a:lnTo>
                    <a:pt x="3891" y="2106"/>
                  </a:lnTo>
                  <a:lnTo>
                    <a:pt x="3851" y="1945"/>
                  </a:lnTo>
                  <a:lnTo>
                    <a:pt x="3811" y="1805"/>
                  </a:lnTo>
                  <a:lnTo>
                    <a:pt x="3811" y="1665"/>
                  </a:lnTo>
                  <a:lnTo>
                    <a:pt x="3811" y="1544"/>
                  </a:lnTo>
                  <a:lnTo>
                    <a:pt x="3851" y="1404"/>
                  </a:lnTo>
                  <a:lnTo>
                    <a:pt x="3891" y="1284"/>
                  </a:lnTo>
                  <a:lnTo>
                    <a:pt x="3951" y="1163"/>
                  </a:lnTo>
                  <a:lnTo>
                    <a:pt x="4031" y="1063"/>
                  </a:lnTo>
                  <a:lnTo>
                    <a:pt x="4212" y="842"/>
                  </a:lnTo>
                  <a:lnTo>
                    <a:pt x="4432" y="662"/>
                  </a:lnTo>
                  <a:lnTo>
                    <a:pt x="4653" y="481"/>
                  </a:lnTo>
                  <a:lnTo>
                    <a:pt x="4853" y="341"/>
                  </a:lnTo>
                  <a:lnTo>
                    <a:pt x="5054" y="221"/>
                  </a:lnTo>
                  <a:lnTo>
                    <a:pt x="5275" y="100"/>
                  </a:lnTo>
                  <a:lnTo>
                    <a:pt x="5495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5" name="Google Shape;5385;p21"/>
            <p:cNvSpPr/>
            <p:nvPr/>
          </p:nvSpPr>
          <p:spPr>
            <a:xfrm>
              <a:off x="10732750" y="4075038"/>
              <a:ext cx="162450" cy="94775"/>
            </a:xfrm>
            <a:custGeom>
              <a:avLst/>
              <a:gdLst/>
              <a:ahLst/>
              <a:cxnLst/>
              <a:rect l="l" t="t" r="r" b="b"/>
              <a:pathLst>
                <a:path w="6498" h="3791" fill="none" extrusionOk="0">
                  <a:moveTo>
                    <a:pt x="5495" y="0"/>
                  </a:moveTo>
                  <a:lnTo>
                    <a:pt x="5395" y="0"/>
                  </a:lnTo>
                  <a:lnTo>
                    <a:pt x="4372" y="0"/>
                  </a:lnTo>
                  <a:lnTo>
                    <a:pt x="3490" y="0"/>
                  </a:lnTo>
                  <a:lnTo>
                    <a:pt x="3490" y="0"/>
                  </a:lnTo>
                  <a:lnTo>
                    <a:pt x="3129" y="20"/>
                  </a:lnTo>
                  <a:lnTo>
                    <a:pt x="2788" y="80"/>
                  </a:lnTo>
                  <a:lnTo>
                    <a:pt x="2447" y="160"/>
                  </a:lnTo>
                  <a:lnTo>
                    <a:pt x="2126" y="281"/>
                  </a:lnTo>
                  <a:lnTo>
                    <a:pt x="1825" y="421"/>
                  </a:lnTo>
                  <a:lnTo>
                    <a:pt x="1544" y="602"/>
                  </a:lnTo>
                  <a:lnTo>
                    <a:pt x="1264" y="802"/>
                  </a:lnTo>
                  <a:lnTo>
                    <a:pt x="1023" y="1023"/>
                  </a:lnTo>
                  <a:lnTo>
                    <a:pt x="1023" y="1023"/>
                  </a:lnTo>
                  <a:lnTo>
                    <a:pt x="802" y="1284"/>
                  </a:lnTo>
                  <a:lnTo>
                    <a:pt x="602" y="1544"/>
                  </a:lnTo>
                  <a:lnTo>
                    <a:pt x="421" y="1825"/>
                  </a:lnTo>
                  <a:lnTo>
                    <a:pt x="281" y="2146"/>
                  </a:lnTo>
                  <a:lnTo>
                    <a:pt x="161" y="2467"/>
                  </a:lnTo>
                  <a:lnTo>
                    <a:pt x="80" y="2788"/>
                  </a:lnTo>
                  <a:lnTo>
                    <a:pt x="20" y="3149"/>
                  </a:lnTo>
                  <a:lnTo>
                    <a:pt x="0" y="3490"/>
                  </a:lnTo>
                  <a:lnTo>
                    <a:pt x="0" y="3490"/>
                  </a:lnTo>
                  <a:lnTo>
                    <a:pt x="20" y="3790"/>
                  </a:lnTo>
                  <a:lnTo>
                    <a:pt x="6498" y="3790"/>
                  </a:lnTo>
                  <a:lnTo>
                    <a:pt x="6498" y="3790"/>
                  </a:lnTo>
                  <a:lnTo>
                    <a:pt x="6117" y="3690"/>
                  </a:lnTo>
                  <a:lnTo>
                    <a:pt x="5776" y="3570"/>
                  </a:lnTo>
                  <a:lnTo>
                    <a:pt x="5435" y="3409"/>
                  </a:lnTo>
                  <a:lnTo>
                    <a:pt x="5114" y="3249"/>
                  </a:lnTo>
                  <a:lnTo>
                    <a:pt x="4813" y="3068"/>
                  </a:lnTo>
                  <a:lnTo>
                    <a:pt x="4533" y="2868"/>
                  </a:lnTo>
                  <a:lnTo>
                    <a:pt x="4292" y="2647"/>
                  </a:lnTo>
                  <a:lnTo>
                    <a:pt x="4091" y="2427"/>
                  </a:lnTo>
                  <a:lnTo>
                    <a:pt x="4091" y="2427"/>
                  </a:lnTo>
                  <a:lnTo>
                    <a:pt x="3971" y="2266"/>
                  </a:lnTo>
                  <a:lnTo>
                    <a:pt x="3891" y="2106"/>
                  </a:lnTo>
                  <a:lnTo>
                    <a:pt x="3851" y="1945"/>
                  </a:lnTo>
                  <a:lnTo>
                    <a:pt x="3811" y="1805"/>
                  </a:lnTo>
                  <a:lnTo>
                    <a:pt x="3811" y="1665"/>
                  </a:lnTo>
                  <a:lnTo>
                    <a:pt x="3811" y="1544"/>
                  </a:lnTo>
                  <a:lnTo>
                    <a:pt x="3851" y="1404"/>
                  </a:lnTo>
                  <a:lnTo>
                    <a:pt x="3891" y="1284"/>
                  </a:lnTo>
                  <a:lnTo>
                    <a:pt x="3951" y="1163"/>
                  </a:lnTo>
                  <a:lnTo>
                    <a:pt x="4031" y="1063"/>
                  </a:lnTo>
                  <a:lnTo>
                    <a:pt x="4212" y="842"/>
                  </a:lnTo>
                  <a:lnTo>
                    <a:pt x="4432" y="662"/>
                  </a:lnTo>
                  <a:lnTo>
                    <a:pt x="4653" y="481"/>
                  </a:lnTo>
                  <a:lnTo>
                    <a:pt x="4653" y="481"/>
                  </a:lnTo>
                  <a:lnTo>
                    <a:pt x="4853" y="341"/>
                  </a:lnTo>
                  <a:lnTo>
                    <a:pt x="5054" y="221"/>
                  </a:lnTo>
                  <a:lnTo>
                    <a:pt x="5275" y="100"/>
                  </a:lnTo>
                  <a:lnTo>
                    <a:pt x="549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6" name="Google Shape;5386;p21"/>
            <p:cNvSpPr/>
            <p:nvPr/>
          </p:nvSpPr>
          <p:spPr>
            <a:xfrm>
              <a:off x="10928275" y="4096088"/>
              <a:ext cx="18575" cy="19075"/>
            </a:xfrm>
            <a:custGeom>
              <a:avLst/>
              <a:gdLst/>
              <a:ahLst/>
              <a:cxnLst/>
              <a:rect l="l" t="t" r="r" b="b"/>
              <a:pathLst>
                <a:path w="743" h="763" extrusionOk="0">
                  <a:moveTo>
                    <a:pt x="361" y="0"/>
                  </a:moveTo>
                  <a:lnTo>
                    <a:pt x="261" y="20"/>
                  </a:lnTo>
                  <a:lnTo>
                    <a:pt x="181" y="61"/>
                  </a:lnTo>
                  <a:lnTo>
                    <a:pt x="81" y="141"/>
                  </a:lnTo>
                  <a:lnTo>
                    <a:pt x="21" y="261"/>
                  </a:lnTo>
                  <a:lnTo>
                    <a:pt x="0" y="381"/>
                  </a:lnTo>
                  <a:lnTo>
                    <a:pt x="21" y="502"/>
                  </a:lnTo>
                  <a:lnTo>
                    <a:pt x="61" y="602"/>
                  </a:lnTo>
                  <a:lnTo>
                    <a:pt x="121" y="682"/>
                  </a:lnTo>
                  <a:lnTo>
                    <a:pt x="241" y="742"/>
                  </a:lnTo>
                  <a:lnTo>
                    <a:pt x="301" y="762"/>
                  </a:lnTo>
                  <a:lnTo>
                    <a:pt x="361" y="762"/>
                  </a:lnTo>
                  <a:lnTo>
                    <a:pt x="502" y="742"/>
                  </a:lnTo>
                  <a:lnTo>
                    <a:pt x="602" y="682"/>
                  </a:lnTo>
                  <a:lnTo>
                    <a:pt x="682" y="602"/>
                  </a:lnTo>
                  <a:lnTo>
                    <a:pt x="722" y="502"/>
                  </a:lnTo>
                  <a:lnTo>
                    <a:pt x="742" y="381"/>
                  </a:lnTo>
                  <a:lnTo>
                    <a:pt x="722" y="261"/>
                  </a:lnTo>
                  <a:lnTo>
                    <a:pt x="662" y="141"/>
                  </a:lnTo>
                  <a:lnTo>
                    <a:pt x="562" y="61"/>
                  </a:lnTo>
                  <a:lnTo>
                    <a:pt x="462" y="20"/>
                  </a:lnTo>
                  <a:lnTo>
                    <a:pt x="36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7" name="Google Shape;5387;p21"/>
            <p:cNvSpPr/>
            <p:nvPr/>
          </p:nvSpPr>
          <p:spPr>
            <a:xfrm>
              <a:off x="10760825" y="3774213"/>
              <a:ext cx="211600" cy="142400"/>
            </a:xfrm>
            <a:custGeom>
              <a:avLst/>
              <a:gdLst/>
              <a:ahLst/>
              <a:cxnLst/>
              <a:rect l="l" t="t" r="r" b="b"/>
              <a:pathLst>
                <a:path w="8464" h="5696" extrusionOk="0">
                  <a:moveTo>
                    <a:pt x="2567" y="0"/>
                  </a:moveTo>
                  <a:lnTo>
                    <a:pt x="2286" y="60"/>
                  </a:lnTo>
                  <a:lnTo>
                    <a:pt x="2006" y="121"/>
                  </a:lnTo>
                  <a:lnTo>
                    <a:pt x="1745" y="221"/>
                  </a:lnTo>
                  <a:lnTo>
                    <a:pt x="1504" y="341"/>
                  </a:lnTo>
                  <a:lnTo>
                    <a:pt x="1264" y="482"/>
                  </a:lnTo>
                  <a:lnTo>
                    <a:pt x="1043" y="642"/>
                  </a:lnTo>
                  <a:lnTo>
                    <a:pt x="843" y="823"/>
                  </a:lnTo>
                  <a:lnTo>
                    <a:pt x="662" y="1043"/>
                  </a:lnTo>
                  <a:lnTo>
                    <a:pt x="502" y="1244"/>
                  </a:lnTo>
                  <a:lnTo>
                    <a:pt x="341" y="1484"/>
                  </a:lnTo>
                  <a:lnTo>
                    <a:pt x="221" y="1745"/>
                  </a:lnTo>
                  <a:lnTo>
                    <a:pt x="141" y="2006"/>
                  </a:lnTo>
                  <a:lnTo>
                    <a:pt x="60" y="2266"/>
                  </a:lnTo>
                  <a:lnTo>
                    <a:pt x="20" y="2547"/>
                  </a:lnTo>
                  <a:lnTo>
                    <a:pt x="0" y="2848"/>
                  </a:lnTo>
                  <a:lnTo>
                    <a:pt x="20" y="3209"/>
                  </a:lnTo>
                  <a:lnTo>
                    <a:pt x="101" y="3550"/>
                  </a:lnTo>
                  <a:lnTo>
                    <a:pt x="201" y="3871"/>
                  </a:lnTo>
                  <a:lnTo>
                    <a:pt x="341" y="4192"/>
                  </a:lnTo>
                  <a:lnTo>
                    <a:pt x="522" y="4472"/>
                  </a:lnTo>
                  <a:lnTo>
                    <a:pt x="722" y="4753"/>
                  </a:lnTo>
                  <a:lnTo>
                    <a:pt x="963" y="4974"/>
                  </a:lnTo>
                  <a:lnTo>
                    <a:pt x="1224" y="5194"/>
                  </a:lnTo>
                  <a:lnTo>
                    <a:pt x="1404" y="5315"/>
                  </a:lnTo>
                  <a:lnTo>
                    <a:pt x="1605" y="5415"/>
                  </a:lnTo>
                  <a:lnTo>
                    <a:pt x="1785" y="5495"/>
                  </a:lnTo>
                  <a:lnTo>
                    <a:pt x="1986" y="5575"/>
                  </a:lnTo>
                  <a:lnTo>
                    <a:pt x="2206" y="5636"/>
                  </a:lnTo>
                  <a:lnTo>
                    <a:pt x="2407" y="5676"/>
                  </a:lnTo>
                  <a:lnTo>
                    <a:pt x="2627" y="5696"/>
                  </a:lnTo>
                  <a:lnTo>
                    <a:pt x="5896" y="5696"/>
                  </a:lnTo>
                  <a:lnTo>
                    <a:pt x="6197" y="5656"/>
                  </a:lnTo>
                  <a:lnTo>
                    <a:pt x="6458" y="5575"/>
                  </a:lnTo>
                  <a:lnTo>
                    <a:pt x="6719" y="5475"/>
                  </a:lnTo>
                  <a:lnTo>
                    <a:pt x="6979" y="5355"/>
                  </a:lnTo>
                  <a:lnTo>
                    <a:pt x="7200" y="5215"/>
                  </a:lnTo>
                  <a:lnTo>
                    <a:pt x="7420" y="5054"/>
                  </a:lnTo>
                  <a:lnTo>
                    <a:pt x="7621" y="4874"/>
                  </a:lnTo>
                  <a:lnTo>
                    <a:pt x="7781" y="4713"/>
                  </a:lnTo>
                  <a:lnTo>
                    <a:pt x="7922" y="4533"/>
                  </a:lnTo>
                  <a:lnTo>
                    <a:pt x="8042" y="4352"/>
                  </a:lnTo>
                  <a:lnTo>
                    <a:pt x="8142" y="4152"/>
                  </a:lnTo>
                  <a:lnTo>
                    <a:pt x="8243" y="3951"/>
                  </a:lnTo>
                  <a:lnTo>
                    <a:pt x="8323" y="3751"/>
                  </a:lnTo>
                  <a:lnTo>
                    <a:pt x="8383" y="3530"/>
                  </a:lnTo>
                  <a:lnTo>
                    <a:pt x="8423" y="3309"/>
                  </a:lnTo>
                  <a:lnTo>
                    <a:pt x="8463" y="3069"/>
                  </a:lnTo>
                  <a:lnTo>
                    <a:pt x="8463" y="2848"/>
                  </a:lnTo>
                  <a:lnTo>
                    <a:pt x="8443" y="2567"/>
                  </a:lnTo>
                  <a:lnTo>
                    <a:pt x="8403" y="2266"/>
                  </a:lnTo>
                  <a:lnTo>
                    <a:pt x="8343" y="2006"/>
                  </a:lnTo>
                  <a:lnTo>
                    <a:pt x="8243" y="1745"/>
                  </a:lnTo>
                  <a:lnTo>
                    <a:pt x="8122" y="1484"/>
                  </a:lnTo>
                  <a:lnTo>
                    <a:pt x="7982" y="1244"/>
                  </a:lnTo>
                  <a:lnTo>
                    <a:pt x="7822" y="1043"/>
                  </a:lnTo>
                  <a:lnTo>
                    <a:pt x="7641" y="823"/>
                  </a:lnTo>
                  <a:lnTo>
                    <a:pt x="7420" y="642"/>
                  </a:lnTo>
                  <a:lnTo>
                    <a:pt x="7200" y="482"/>
                  </a:lnTo>
                  <a:lnTo>
                    <a:pt x="6979" y="341"/>
                  </a:lnTo>
                  <a:lnTo>
                    <a:pt x="6719" y="221"/>
                  </a:lnTo>
                  <a:lnTo>
                    <a:pt x="6458" y="121"/>
                  </a:lnTo>
                  <a:lnTo>
                    <a:pt x="6197" y="60"/>
                  </a:lnTo>
                  <a:lnTo>
                    <a:pt x="58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8" name="Google Shape;5388;p21"/>
            <p:cNvSpPr/>
            <p:nvPr/>
          </p:nvSpPr>
          <p:spPr>
            <a:xfrm>
              <a:off x="10760825" y="3774213"/>
              <a:ext cx="211600" cy="142400"/>
            </a:xfrm>
            <a:custGeom>
              <a:avLst/>
              <a:gdLst/>
              <a:ahLst/>
              <a:cxnLst/>
              <a:rect l="l" t="t" r="r" b="b"/>
              <a:pathLst>
                <a:path w="8464" h="5696" fill="none" extrusionOk="0">
                  <a:moveTo>
                    <a:pt x="8463" y="2848"/>
                  </a:moveTo>
                  <a:lnTo>
                    <a:pt x="8463" y="2848"/>
                  </a:lnTo>
                  <a:lnTo>
                    <a:pt x="8463" y="3069"/>
                  </a:lnTo>
                  <a:lnTo>
                    <a:pt x="8423" y="3309"/>
                  </a:lnTo>
                  <a:lnTo>
                    <a:pt x="8423" y="3309"/>
                  </a:lnTo>
                  <a:lnTo>
                    <a:pt x="8383" y="3530"/>
                  </a:lnTo>
                  <a:lnTo>
                    <a:pt x="8323" y="3751"/>
                  </a:lnTo>
                  <a:lnTo>
                    <a:pt x="8243" y="3951"/>
                  </a:lnTo>
                  <a:lnTo>
                    <a:pt x="8142" y="4152"/>
                  </a:lnTo>
                  <a:lnTo>
                    <a:pt x="8042" y="4352"/>
                  </a:lnTo>
                  <a:lnTo>
                    <a:pt x="7922" y="4533"/>
                  </a:lnTo>
                  <a:lnTo>
                    <a:pt x="7781" y="4713"/>
                  </a:lnTo>
                  <a:lnTo>
                    <a:pt x="7621" y="4874"/>
                  </a:lnTo>
                  <a:lnTo>
                    <a:pt x="7621" y="4874"/>
                  </a:lnTo>
                  <a:lnTo>
                    <a:pt x="7420" y="5054"/>
                  </a:lnTo>
                  <a:lnTo>
                    <a:pt x="7200" y="5215"/>
                  </a:lnTo>
                  <a:lnTo>
                    <a:pt x="6979" y="5355"/>
                  </a:lnTo>
                  <a:lnTo>
                    <a:pt x="6719" y="5475"/>
                  </a:lnTo>
                  <a:lnTo>
                    <a:pt x="6458" y="5575"/>
                  </a:lnTo>
                  <a:lnTo>
                    <a:pt x="6197" y="5656"/>
                  </a:lnTo>
                  <a:lnTo>
                    <a:pt x="5896" y="5696"/>
                  </a:lnTo>
                  <a:lnTo>
                    <a:pt x="5616" y="5696"/>
                  </a:lnTo>
                  <a:lnTo>
                    <a:pt x="2868" y="5696"/>
                  </a:lnTo>
                  <a:lnTo>
                    <a:pt x="2868" y="5696"/>
                  </a:lnTo>
                  <a:lnTo>
                    <a:pt x="2627" y="5696"/>
                  </a:lnTo>
                  <a:lnTo>
                    <a:pt x="2407" y="5676"/>
                  </a:lnTo>
                  <a:lnTo>
                    <a:pt x="2206" y="5636"/>
                  </a:lnTo>
                  <a:lnTo>
                    <a:pt x="1986" y="5575"/>
                  </a:lnTo>
                  <a:lnTo>
                    <a:pt x="1785" y="5495"/>
                  </a:lnTo>
                  <a:lnTo>
                    <a:pt x="1605" y="5415"/>
                  </a:lnTo>
                  <a:lnTo>
                    <a:pt x="1404" y="5315"/>
                  </a:lnTo>
                  <a:lnTo>
                    <a:pt x="1224" y="5194"/>
                  </a:lnTo>
                  <a:lnTo>
                    <a:pt x="1224" y="5194"/>
                  </a:lnTo>
                  <a:lnTo>
                    <a:pt x="963" y="4974"/>
                  </a:lnTo>
                  <a:lnTo>
                    <a:pt x="722" y="4753"/>
                  </a:lnTo>
                  <a:lnTo>
                    <a:pt x="522" y="4472"/>
                  </a:lnTo>
                  <a:lnTo>
                    <a:pt x="341" y="4192"/>
                  </a:lnTo>
                  <a:lnTo>
                    <a:pt x="201" y="3871"/>
                  </a:lnTo>
                  <a:lnTo>
                    <a:pt x="101" y="3550"/>
                  </a:lnTo>
                  <a:lnTo>
                    <a:pt x="20" y="3209"/>
                  </a:lnTo>
                  <a:lnTo>
                    <a:pt x="0" y="2848"/>
                  </a:lnTo>
                  <a:lnTo>
                    <a:pt x="0" y="2848"/>
                  </a:lnTo>
                  <a:lnTo>
                    <a:pt x="20" y="2547"/>
                  </a:lnTo>
                  <a:lnTo>
                    <a:pt x="60" y="2266"/>
                  </a:lnTo>
                  <a:lnTo>
                    <a:pt x="141" y="2006"/>
                  </a:lnTo>
                  <a:lnTo>
                    <a:pt x="221" y="1745"/>
                  </a:lnTo>
                  <a:lnTo>
                    <a:pt x="341" y="1484"/>
                  </a:lnTo>
                  <a:lnTo>
                    <a:pt x="502" y="1244"/>
                  </a:lnTo>
                  <a:lnTo>
                    <a:pt x="662" y="1043"/>
                  </a:lnTo>
                  <a:lnTo>
                    <a:pt x="843" y="823"/>
                  </a:lnTo>
                  <a:lnTo>
                    <a:pt x="843" y="823"/>
                  </a:lnTo>
                  <a:lnTo>
                    <a:pt x="1043" y="642"/>
                  </a:lnTo>
                  <a:lnTo>
                    <a:pt x="1264" y="482"/>
                  </a:lnTo>
                  <a:lnTo>
                    <a:pt x="1504" y="341"/>
                  </a:lnTo>
                  <a:lnTo>
                    <a:pt x="1745" y="221"/>
                  </a:lnTo>
                  <a:lnTo>
                    <a:pt x="2006" y="121"/>
                  </a:lnTo>
                  <a:lnTo>
                    <a:pt x="2286" y="60"/>
                  </a:lnTo>
                  <a:lnTo>
                    <a:pt x="2567" y="0"/>
                  </a:lnTo>
                  <a:lnTo>
                    <a:pt x="2868" y="0"/>
                  </a:lnTo>
                  <a:lnTo>
                    <a:pt x="5616" y="0"/>
                  </a:lnTo>
                  <a:lnTo>
                    <a:pt x="5616" y="0"/>
                  </a:lnTo>
                  <a:lnTo>
                    <a:pt x="5896" y="0"/>
                  </a:lnTo>
                  <a:lnTo>
                    <a:pt x="6197" y="60"/>
                  </a:lnTo>
                  <a:lnTo>
                    <a:pt x="6458" y="121"/>
                  </a:lnTo>
                  <a:lnTo>
                    <a:pt x="6719" y="221"/>
                  </a:lnTo>
                  <a:lnTo>
                    <a:pt x="6979" y="341"/>
                  </a:lnTo>
                  <a:lnTo>
                    <a:pt x="7200" y="482"/>
                  </a:lnTo>
                  <a:lnTo>
                    <a:pt x="7420" y="642"/>
                  </a:lnTo>
                  <a:lnTo>
                    <a:pt x="7641" y="823"/>
                  </a:lnTo>
                  <a:lnTo>
                    <a:pt x="7822" y="1043"/>
                  </a:lnTo>
                  <a:lnTo>
                    <a:pt x="7982" y="1244"/>
                  </a:lnTo>
                  <a:lnTo>
                    <a:pt x="8122" y="1484"/>
                  </a:lnTo>
                  <a:lnTo>
                    <a:pt x="8243" y="1745"/>
                  </a:lnTo>
                  <a:lnTo>
                    <a:pt x="8343" y="2006"/>
                  </a:lnTo>
                  <a:lnTo>
                    <a:pt x="8403" y="2266"/>
                  </a:lnTo>
                  <a:lnTo>
                    <a:pt x="8443" y="2567"/>
                  </a:lnTo>
                  <a:lnTo>
                    <a:pt x="8463" y="284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9" name="Google Shape;5389;p21"/>
            <p:cNvSpPr/>
            <p:nvPr/>
          </p:nvSpPr>
          <p:spPr>
            <a:xfrm>
              <a:off x="10760825" y="3828363"/>
              <a:ext cx="211600" cy="75725"/>
            </a:xfrm>
            <a:custGeom>
              <a:avLst/>
              <a:gdLst/>
              <a:ahLst/>
              <a:cxnLst/>
              <a:rect l="l" t="t" r="r" b="b"/>
              <a:pathLst>
                <a:path w="8464" h="3029" extrusionOk="0">
                  <a:moveTo>
                    <a:pt x="8383" y="0"/>
                  </a:moveTo>
                  <a:lnTo>
                    <a:pt x="7761" y="60"/>
                  </a:lnTo>
                  <a:lnTo>
                    <a:pt x="7140" y="80"/>
                  </a:lnTo>
                  <a:lnTo>
                    <a:pt x="60" y="80"/>
                  </a:lnTo>
                  <a:lnTo>
                    <a:pt x="20" y="381"/>
                  </a:lnTo>
                  <a:lnTo>
                    <a:pt x="0" y="682"/>
                  </a:lnTo>
                  <a:lnTo>
                    <a:pt x="20" y="1043"/>
                  </a:lnTo>
                  <a:lnTo>
                    <a:pt x="101" y="1384"/>
                  </a:lnTo>
                  <a:lnTo>
                    <a:pt x="201" y="1705"/>
                  </a:lnTo>
                  <a:lnTo>
                    <a:pt x="341" y="2026"/>
                  </a:lnTo>
                  <a:lnTo>
                    <a:pt x="522" y="2306"/>
                  </a:lnTo>
                  <a:lnTo>
                    <a:pt x="722" y="2587"/>
                  </a:lnTo>
                  <a:lnTo>
                    <a:pt x="963" y="2808"/>
                  </a:lnTo>
                  <a:lnTo>
                    <a:pt x="1224" y="3028"/>
                  </a:lnTo>
                  <a:lnTo>
                    <a:pt x="1304" y="2828"/>
                  </a:lnTo>
                  <a:lnTo>
                    <a:pt x="1404" y="2647"/>
                  </a:lnTo>
                  <a:lnTo>
                    <a:pt x="1504" y="2487"/>
                  </a:lnTo>
                  <a:lnTo>
                    <a:pt x="1625" y="2306"/>
                  </a:lnTo>
                  <a:lnTo>
                    <a:pt x="1765" y="2166"/>
                  </a:lnTo>
                  <a:lnTo>
                    <a:pt x="1926" y="2006"/>
                  </a:lnTo>
                  <a:lnTo>
                    <a:pt x="2086" y="1885"/>
                  </a:lnTo>
                  <a:lnTo>
                    <a:pt x="2246" y="1765"/>
                  </a:lnTo>
                  <a:lnTo>
                    <a:pt x="2547" y="1605"/>
                  </a:lnTo>
                  <a:lnTo>
                    <a:pt x="2848" y="1464"/>
                  </a:lnTo>
                  <a:lnTo>
                    <a:pt x="3169" y="1364"/>
                  </a:lnTo>
                  <a:lnTo>
                    <a:pt x="3490" y="1284"/>
                  </a:lnTo>
                  <a:lnTo>
                    <a:pt x="3811" y="1203"/>
                  </a:lnTo>
                  <a:lnTo>
                    <a:pt x="4152" y="1163"/>
                  </a:lnTo>
                  <a:lnTo>
                    <a:pt x="4793" y="1083"/>
                  </a:lnTo>
                  <a:lnTo>
                    <a:pt x="5575" y="1023"/>
                  </a:lnTo>
                  <a:lnTo>
                    <a:pt x="6859" y="1023"/>
                  </a:lnTo>
                  <a:lnTo>
                    <a:pt x="7380" y="1043"/>
                  </a:lnTo>
                  <a:lnTo>
                    <a:pt x="7902" y="1083"/>
                  </a:lnTo>
                  <a:lnTo>
                    <a:pt x="8423" y="1143"/>
                  </a:lnTo>
                  <a:lnTo>
                    <a:pt x="8463" y="903"/>
                  </a:lnTo>
                  <a:lnTo>
                    <a:pt x="8463" y="682"/>
                  </a:lnTo>
                  <a:lnTo>
                    <a:pt x="8443" y="341"/>
                  </a:lnTo>
                  <a:lnTo>
                    <a:pt x="8383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0" name="Google Shape;5390;p21"/>
            <p:cNvSpPr/>
            <p:nvPr/>
          </p:nvSpPr>
          <p:spPr>
            <a:xfrm>
              <a:off x="10760825" y="3828363"/>
              <a:ext cx="211600" cy="75725"/>
            </a:xfrm>
            <a:custGeom>
              <a:avLst/>
              <a:gdLst/>
              <a:ahLst/>
              <a:cxnLst/>
              <a:rect l="l" t="t" r="r" b="b"/>
              <a:pathLst>
                <a:path w="8464" h="3029" fill="none" extrusionOk="0">
                  <a:moveTo>
                    <a:pt x="8383" y="0"/>
                  </a:moveTo>
                  <a:lnTo>
                    <a:pt x="8383" y="0"/>
                  </a:lnTo>
                  <a:lnTo>
                    <a:pt x="7761" y="60"/>
                  </a:lnTo>
                  <a:lnTo>
                    <a:pt x="7140" y="80"/>
                  </a:lnTo>
                  <a:lnTo>
                    <a:pt x="60" y="80"/>
                  </a:lnTo>
                  <a:lnTo>
                    <a:pt x="60" y="80"/>
                  </a:lnTo>
                  <a:lnTo>
                    <a:pt x="20" y="381"/>
                  </a:lnTo>
                  <a:lnTo>
                    <a:pt x="0" y="682"/>
                  </a:lnTo>
                  <a:lnTo>
                    <a:pt x="0" y="682"/>
                  </a:lnTo>
                  <a:lnTo>
                    <a:pt x="20" y="1043"/>
                  </a:lnTo>
                  <a:lnTo>
                    <a:pt x="101" y="1384"/>
                  </a:lnTo>
                  <a:lnTo>
                    <a:pt x="201" y="1705"/>
                  </a:lnTo>
                  <a:lnTo>
                    <a:pt x="341" y="2026"/>
                  </a:lnTo>
                  <a:lnTo>
                    <a:pt x="522" y="2306"/>
                  </a:lnTo>
                  <a:lnTo>
                    <a:pt x="722" y="2587"/>
                  </a:lnTo>
                  <a:lnTo>
                    <a:pt x="963" y="2808"/>
                  </a:lnTo>
                  <a:lnTo>
                    <a:pt x="1224" y="3028"/>
                  </a:lnTo>
                  <a:lnTo>
                    <a:pt x="1224" y="3028"/>
                  </a:lnTo>
                  <a:lnTo>
                    <a:pt x="1304" y="2828"/>
                  </a:lnTo>
                  <a:lnTo>
                    <a:pt x="1404" y="2647"/>
                  </a:lnTo>
                  <a:lnTo>
                    <a:pt x="1504" y="2487"/>
                  </a:lnTo>
                  <a:lnTo>
                    <a:pt x="1625" y="2306"/>
                  </a:lnTo>
                  <a:lnTo>
                    <a:pt x="1765" y="2166"/>
                  </a:lnTo>
                  <a:lnTo>
                    <a:pt x="1926" y="2006"/>
                  </a:lnTo>
                  <a:lnTo>
                    <a:pt x="2086" y="1885"/>
                  </a:lnTo>
                  <a:lnTo>
                    <a:pt x="2246" y="1765"/>
                  </a:lnTo>
                  <a:lnTo>
                    <a:pt x="2246" y="1765"/>
                  </a:lnTo>
                  <a:lnTo>
                    <a:pt x="2547" y="1605"/>
                  </a:lnTo>
                  <a:lnTo>
                    <a:pt x="2848" y="1464"/>
                  </a:lnTo>
                  <a:lnTo>
                    <a:pt x="3169" y="1364"/>
                  </a:lnTo>
                  <a:lnTo>
                    <a:pt x="3490" y="1284"/>
                  </a:lnTo>
                  <a:lnTo>
                    <a:pt x="3811" y="1203"/>
                  </a:lnTo>
                  <a:lnTo>
                    <a:pt x="4152" y="1163"/>
                  </a:lnTo>
                  <a:lnTo>
                    <a:pt x="4793" y="1083"/>
                  </a:lnTo>
                  <a:lnTo>
                    <a:pt x="4793" y="1083"/>
                  </a:lnTo>
                  <a:lnTo>
                    <a:pt x="5575" y="1023"/>
                  </a:lnTo>
                  <a:lnTo>
                    <a:pt x="6337" y="1023"/>
                  </a:lnTo>
                  <a:lnTo>
                    <a:pt x="6337" y="1023"/>
                  </a:lnTo>
                  <a:lnTo>
                    <a:pt x="6859" y="1023"/>
                  </a:lnTo>
                  <a:lnTo>
                    <a:pt x="7380" y="1043"/>
                  </a:lnTo>
                  <a:lnTo>
                    <a:pt x="7902" y="1083"/>
                  </a:lnTo>
                  <a:lnTo>
                    <a:pt x="8423" y="1143"/>
                  </a:lnTo>
                  <a:lnTo>
                    <a:pt x="8423" y="1143"/>
                  </a:lnTo>
                  <a:lnTo>
                    <a:pt x="8463" y="903"/>
                  </a:lnTo>
                  <a:lnTo>
                    <a:pt x="8463" y="682"/>
                  </a:lnTo>
                  <a:lnTo>
                    <a:pt x="8463" y="682"/>
                  </a:lnTo>
                  <a:lnTo>
                    <a:pt x="8443" y="341"/>
                  </a:lnTo>
                  <a:lnTo>
                    <a:pt x="838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1" name="Google Shape;5391;p21"/>
            <p:cNvSpPr/>
            <p:nvPr/>
          </p:nvSpPr>
          <p:spPr>
            <a:xfrm>
              <a:off x="11125800" y="3122938"/>
              <a:ext cx="299350" cy="309375"/>
            </a:xfrm>
            <a:custGeom>
              <a:avLst/>
              <a:gdLst/>
              <a:ahLst/>
              <a:cxnLst/>
              <a:rect l="l" t="t" r="r" b="b"/>
              <a:pathLst>
                <a:path w="11974" h="12375" extrusionOk="0">
                  <a:moveTo>
                    <a:pt x="10830" y="0"/>
                  </a:moveTo>
                  <a:lnTo>
                    <a:pt x="10650" y="21"/>
                  </a:lnTo>
                  <a:lnTo>
                    <a:pt x="10489" y="81"/>
                  </a:lnTo>
                  <a:lnTo>
                    <a:pt x="10329" y="141"/>
                  </a:lnTo>
                  <a:lnTo>
                    <a:pt x="10189" y="261"/>
                  </a:lnTo>
                  <a:lnTo>
                    <a:pt x="10088" y="382"/>
                  </a:lnTo>
                  <a:lnTo>
                    <a:pt x="9988" y="542"/>
                  </a:lnTo>
                  <a:lnTo>
                    <a:pt x="9948" y="742"/>
                  </a:lnTo>
                  <a:lnTo>
                    <a:pt x="9928" y="963"/>
                  </a:lnTo>
                  <a:lnTo>
                    <a:pt x="9968" y="1886"/>
                  </a:lnTo>
                  <a:lnTo>
                    <a:pt x="10008" y="2928"/>
                  </a:lnTo>
                  <a:lnTo>
                    <a:pt x="10028" y="4031"/>
                  </a:lnTo>
                  <a:lnTo>
                    <a:pt x="10008" y="4593"/>
                  </a:lnTo>
                  <a:lnTo>
                    <a:pt x="9988" y="5154"/>
                  </a:lnTo>
                  <a:lnTo>
                    <a:pt x="9948" y="5696"/>
                  </a:lnTo>
                  <a:lnTo>
                    <a:pt x="9868" y="6257"/>
                  </a:lnTo>
                  <a:lnTo>
                    <a:pt x="9767" y="6779"/>
                  </a:lnTo>
                  <a:lnTo>
                    <a:pt x="9647" y="7300"/>
                  </a:lnTo>
                  <a:lnTo>
                    <a:pt x="9507" y="7782"/>
                  </a:lnTo>
                  <a:lnTo>
                    <a:pt x="9306" y="8243"/>
                  </a:lnTo>
                  <a:lnTo>
                    <a:pt x="9206" y="8443"/>
                  </a:lnTo>
                  <a:lnTo>
                    <a:pt x="9086" y="8644"/>
                  </a:lnTo>
                  <a:lnTo>
                    <a:pt x="8945" y="8845"/>
                  </a:lnTo>
                  <a:lnTo>
                    <a:pt x="8825" y="9025"/>
                  </a:lnTo>
                  <a:lnTo>
                    <a:pt x="8664" y="9185"/>
                  </a:lnTo>
                  <a:lnTo>
                    <a:pt x="8504" y="9346"/>
                  </a:lnTo>
                  <a:lnTo>
                    <a:pt x="8324" y="9486"/>
                  </a:lnTo>
                  <a:lnTo>
                    <a:pt x="8123" y="9627"/>
                  </a:lnTo>
                  <a:lnTo>
                    <a:pt x="7922" y="9747"/>
                  </a:lnTo>
                  <a:lnTo>
                    <a:pt x="7702" y="9847"/>
                  </a:lnTo>
                  <a:lnTo>
                    <a:pt x="7481" y="9948"/>
                  </a:lnTo>
                  <a:lnTo>
                    <a:pt x="7241" y="10028"/>
                  </a:lnTo>
                  <a:lnTo>
                    <a:pt x="6759" y="10168"/>
                  </a:lnTo>
                  <a:lnTo>
                    <a:pt x="6218" y="10288"/>
                  </a:lnTo>
                  <a:lnTo>
                    <a:pt x="5676" y="10369"/>
                  </a:lnTo>
                  <a:lnTo>
                    <a:pt x="5115" y="10409"/>
                  </a:lnTo>
                  <a:lnTo>
                    <a:pt x="4553" y="10429"/>
                  </a:lnTo>
                  <a:lnTo>
                    <a:pt x="3972" y="10449"/>
                  </a:lnTo>
                  <a:lnTo>
                    <a:pt x="3410" y="10429"/>
                  </a:lnTo>
                  <a:lnTo>
                    <a:pt x="2869" y="10409"/>
                  </a:lnTo>
                  <a:lnTo>
                    <a:pt x="1826" y="10349"/>
                  </a:lnTo>
                  <a:lnTo>
                    <a:pt x="944" y="10268"/>
                  </a:lnTo>
                  <a:lnTo>
                    <a:pt x="723" y="10268"/>
                  </a:lnTo>
                  <a:lnTo>
                    <a:pt x="522" y="10309"/>
                  </a:lnTo>
                  <a:lnTo>
                    <a:pt x="362" y="10409"/>
                  </a:lnTo>
                  <a:lnTo>
                    <a:pt x="222" y="10509"/>
                  </a:lnTo>
                  <a:lnTo>
                    <a:pt x="121" y="10649"/>
                  </a:lnTo>
                  <a:lnTo>
                    <a:pt x="61" y="10810"/>
                  </a:lnTo>
                  <a:lnTo>
                    <a:pt x="1" y="10990"/>
                  </a:lnTo>
                  <a:lnTo>
                    <a:pt x="1" y="11171"/>
                  </a:lnTo>
                  <a:lnTo>
                    <a:pt x="21" y="11351"/>
                  </a:lnTo>
                  <a:lnTo>
                    <a:pt x="61" y="11532"/>
                  </a:lnTo>
                  <a:lnTo>
                    <a:pt x="121" y="11712"/>
                  </a:lnTo>
                  <a:lnTo>
                    <a:pt x="242" y="11873"/>
                  </a:lnTo>
                  <a:lnTo>
                    <a:pt x="362" y="11993"/>
                  </a:lnTo>
                  <a:lnTo>
                    <a:pt x="522" y="12113"/>
                  </a:lnTo>
                  <a:lnTo>
                    <a:pt x="723" y="12194"/>
                  </a:lnTo>
                  <a:lnTo>
                    <a:pt x="944" y="12234"/>
                  </a:lnTo>
                  <a:lnTo>
                    <a:pt x="2247" y="12334"/>
                  </a:lnTo>
                  <a:lnTo>
                    <a:pt x="2949" y="12354"/>
                  </a:lnTo>
                  <a:lnTo>
                    <a:pt x="3691" y="12374"/>
                  </a:lnTo>
                  <a:lnTo>
                    <a:pt x="4613" y="12354"/>
                  </a:lnTo>
                  <a:lnTo>
                    <a:pt x="5055" y="12334"/>
                  </a:lnTo>
                  <a:lnTo>
                    <a:pt x="5516" y="12314"/>
                  </a:lnTo>
                  <a:lnTo>
                    <a:pt x="5977" y="12254"/>
                  </a:lnTo>
                  <a:lnTo>
                    <a:pt x="6438" y="12194"/>
                  </a:lnTo>
                  <a:lnTo>
                    <a:pt x="6880" y="12113"/>
                  </a:lnTo>
                  <a:lnTo>
                    <a:pt x="7301" y="12013"/>
                  </a:lnTo>
                  <a:lnTo>
                    <a:pt x="7742" y="11893"/>
                  </a:lnTo>
                  <a:lnTo>
                    <a:pt x="8143" y="11772"/>
                  </a:lnTo>
                  <a:lnTo>
                    <a:pt x="8544" y="11612"/>
                  </a:lnTo>
                  <a:lnTo>
                    <a:pt x="8905" y="11432"/>
                  </a:lnTo>
                  <a:lnTo>
                    <a:pt x="9266" y="11211"/>
                  </a:lnTo>
                  <a:lnTo>
                    <a:pt x="9607" y="10990"/>
                  </a:lnTo>
                  <a:lnTo>
                    <a:pt x="9908" y="10730"/>
                  </a:lnTo>
                  <a:lnTo>
                    <a:pt x="10189" y="10449"/>
                  </a:lnTo>
                  <a:lnTo>
                    <a:pt x="10369" y="10228"/>
                  </a:lnTo>
                  <a:lnTo>
                    <a:pt x="10550" y="9988"/>
                  </a:lnTo>
                  <a:lnTo>
                    <a:pt x="10710" y="9747"/>
                  </a:lnTo>
                  <a:lnTo>
                    <a:pt x="10850" y="9506"/>
                  </a:lnTo>
                  <a:lnTo>
                    <a:pt x="10991" y="9246"/>
                  </a:lnTo>
                  <a:lnTo>
                    <a:pt x="11111" y="8965"/>
                  </a:lnTo>
                  <a:lnTo>
                    <a:pt x="11231" y="8704"/>
                  </a:lnTo>
                  <a:lnTo>
                    <a:pt x="11332" y="8403"/>
                  </a:lnTo>
                  <a:lnTo>
                    <a:pt x="11512" y="7822"/>
                  </a:lnTo>
                  <a:lnTo>
                    <a:pt x="11653" y="7200"/>
                  </a:lnTo>
                  <a:lnTo>
                    <a:pt x="11773" y="6558"/>
                  </a:lnTo>
                  <a:lnTo>
                    <a:pt x="11853" y="5917"/>
                  </a:lnTo>
                  <a:lnTo>
                    <a:pt x="11913" y="5255"/>
                  </a:lnTo>
                  <a:lnTo>
                    <a:pt x="11953" y="4613"/>
                  </a:lnTo>
                  <a:lnTo>
                    <a:pt x="11973" y="3951"/>
                  </a:lnTo>
                  <a:lnTo>
                    <a:pt x="11973" y="3309"/>
                  </a:lnTo>
                  <a:lnTo>
                    <a:pt x="11933" y="2086"/>
                  </a:lnTo>
                  <a:lnTo>
                    <a:pt x="11893" y="963"/>
                  </a:lnTo>
                  <a:lnTo>
                    <a:pt x="11893" y="843"/>
                  </a:lnTo>
                  <a:lnTo>
                    <a:pt x="11853" y="722"/>
                  </a:lnTo>
                  <a:lnTo>
                    <a:pt x="11793" y="522"/>
                  </a:lnTo>
                  <a:lnTo>
                    <a:pt x="11673" y="361"/>
                  </a:lnTo>
                  <a:lnTo>
                    <a:pt x="11532" y="241"/>
                  </a:lnTo>
                  <a:lnTo>
                    <a:pt x="11372" y="121"/>
                  </a:lnTo>
                  <a:lnTo>
                    <a:pt x="11211" y="61"/>
                  </a:lnTo>
                  <a:lnTo>
                    <a:pt x="11011" y="21"/>
                  </a:lnTo>
                  <a:lnTo>
                    <a:pt x="1083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2" name="Google Shape;5392;p21"/>
            <p:cNvSpPr/>
            <p:nvPr/>
          </p:nvSpPr>
          <p:spPr>
            <a:xfrm>
              <a:off x="11125800" y="3122938"/>
              <a:ext cx="299350" cy="309375"/>
            </a:xfrm>
            <a:custGeom>
              <a:avLst/>
              <a:gdLst/>
              <a:ahLst/>
              <a:cxnLst/>
              <a:rect l="l" t="t" r="r" b="b"/>
              <a:pathLst>
                <a:path w="11974" h="12375" fill="none" extrusionOk="0">
                  <a:moveTo>
                    <a:pt x="10189" y="10449"/>
                  </a:moveTo>
                  <a:lnTo>
                    <a:pt x="10189" y="10449"/>
                  </a:lnTo>
                  <a:lnTo>
                    <a:pt x="9908" y="10730"/>
                  </a:lnTo>
                  <a:lnTo>
                    <a:pt x="9607" y="10990"/>
                  </a:lnTo>
                  <a:lnTo>
                    <a:pt x="9266" y="11211"/>
                  </a:lnTo>
                  <a:lnTo>
                    <a:pt x="8905" y="11432"/>
                  </a:lnTo>
                  <a:lnTo>
                    <a:pt x="8544" y="11612"/>
                  </a:lnTo>
                  <a:lnTo>
                    <a:pt x="8143" y="11772"/>
                  </a:lnTo>
                  <a:lnTo>
                    <a:pt x="7742" y="11893"/>
                  </a:lnTo>
                  <a:lnTo>
                    <a:pt x="7301" y="12013"/>
                  </a:lnTo>
                  <a:lnTo>
                    <a:pt x="6880" y="12113"/>
                  </a:lnTo>
                  <a:lnTo>
                    <a:pt x="6438" y="12194"/>
                  </a:lnTo>
                  <a:lnTo>
                    <a:pt x="5977" y="12254"/>
                  </a:lnTo>
                  <a:lnTo>
                    <a:pt x="5516" y="12314"/>
                  </a:lnTo>
                  <a:lnTo>
                    <a:pt x="5055" y="12334"/>
                  </a:lnTo>
                  <a:lnTo>
                    <a:pt x="4613" y="12354"/>
                  </a:lnTo>
                  <a:lnTo>
                    <a:pt x="3691" y="12374"/>
                  </a:lnTo>
                  <a:lnTo>
                    <a:pt x="3691" y="12374"/>
                  </a:lnTo>
                  <a:lnTo>
                    <a:pt x="2949" y="12354"/>
                  </a:lnTo>
                  <a:lnTo>
                    <a:pt x="2247" y="12334"/>
                  </a:lnTo>
                  <a:lnTo>
                    <a:pt x="944" y="12234"/>
                  </a:lnTo>
                  <a:lnTo>
                    <a:pt x="944" y="12234"/>
                  </a:lnTo>
                  <a:lnTo>
                    <a:pt x="723" y="12194"/>
                  </a:lnTo>
                  <a:lnTo>
                    <a:pt x="522" y="12113"/>
                  </a:lnTo>
                  <a:lnTo>
                    <a:pt x="362" y="11993"/>
                  </a:lnTo>
                  <a:lnTo>
                    <a:pt x="242" y="11873"/>
                  </a:lnTo>
                  <a:lnTo>
                    <a:pt x="121" y="11712"/>
                  </a:lnTo>
                  <a:lnTo>
                    <a:pt x="61" y="11532"/>
                  </a:lnTo>
                  <a:lnTo>
                    <a:pt x="21" y="11351"/>
                  </a:lnTo>
                  <a:lnTo>
                    <a:pt x="1" y="11171"/>
                  </a:lnTo>
                  <a:lnTo>
                    <a:pt x="1" y="10990"/>
                  </a:lnTo>
                  <a:lnTo>
                    <a:pt x="61" y="10810"/>
                  </a:lnTo>
                  <a:lnTo>
                    <a:pt x="121" y="10649"/>
                  </a:lnTo>
                  <a:lnTo>
                    <a:pt x="222" y="10509"/>
                  </a:lnTo>
                  <a:lnTo>
                    <a:pt x="362" y="10409"/>
                  </a:lnTo>
                  <a:lnTo>
                    <a:pt x="522" y="10309"/>
                  </a:lnTo>
                  <a:lnTo>
                    <a:pt x="723" y="10268"/>
                  </a:lnTo>
                  <a:lnTo>
                    <a:pt x="944" y="10268"/>
                  </a:lnTo>
                  <a:lnTo>
                    <a:pt x="944" y="10268"/>
                  </a:lnTo>
                  <a:lnTo>
                    <a:pt x="1826" y="10349"/>
                  </a:lnTo>
                  <a:lnTo>
                    <a:pt x="2869" y="10409"/>
                  </a:lnTo>
                  <a:lnTo>
                    <a:pt x="3410" y="10429"/>
                  </a:lnTo>
                  <a:lnTo>
                    <a:pt x="3972" y="10449"/>
                  </a:lnTo>
                  <a:lnTo>
                    <a:pt x="4553" y="10429"/>
                  </a:lnTo>
                  <a:lnTo>
                    <a:pt x="5115" y="10409"/>
                  </a:lnTo>
                  <a:lnTo>
                    <a:pt x="5676" y="10369"/>
                  </a:lnTo>
                  <a:lnTo>
                    <a:pt x="6218" y="10288"/>
                  </a:lnTo>
                  <a:lnTo>
                    <a:pt x="6759" y="10168"/>
                  </a:lnTo>
                  <a:lnTo>
                    <a:pt x="7241" y="10028"/>
                  </a:lnTo>
                  <a:lnTo>
                    <a:pt x="7481" y="9948"/>
                  </a:lnTo>
                  <a:lnTo>
                    <a:pt x="7702" y="9847"/>
                  </a:lnTo>
                  <a:lnTo>
                    <a:pt x="7922" y="9747"/>
                  </a:lnTo>
                  <a:lnTo>
                    <a:pt x="8123" y="9627"/>
                  </a:lnTo>
                  <a:lnTo>
                    <a:pt x="8324" y="9486"/>
                  </a:lnTo>
                  <a:lnTo>
                    <a:pt x="8504" y="9346"/>
                  </a:lnTo>
                  <a:lnTo>
                    <a:pt x="8664" y="9185"/>
                  </a:lnTo>
                  <a:lnTo>
                    <a:pt x="8825" y="9025"/>
                  </a:lnTo>
                  <a:lnTo>
                    <a:pt x="8825" y="9025"/>
                  </a:lnTo>
                  <a:lnTo>
                    <a:pt x="8945" y="8845"/>
                  </a:lnTo>
                  <a:lnTo>
                    <a:pt x="9086" y="8644"/>
                  </a:lnTo>
                  <a:lnTo>
                    <a:pt x="9206" y="8443"/>
                  </a:lnTo>
                  <a:lnTo>
                    <a:pt x="9306" y="8243"/>
                  </a:lnTo>
                  <a:lnTo>
                    <a:pt x="9507" y="7782"/>
                  </a:lnTo>
                  <a:lnTo>
                    <a:pt x="9647" y="7300"/>
                  </a:lnTo>
                  <a:lnTo>
                    <a:pt x="9767" y="6779"/>
                  </a:lnTo>
                  <a:lnTo>
                    <a:pt x="9868" y="6257"/>
                  </a:lnTo>
                  <a:lnTo>
                    <a:pt x="9948" y="5696"/>
                  </a:lnTo>
                  <a:lnTo>
                    <a:pt x="9988" y="5154"/>
                  </a:lnTo>
                  <a:lnTo>
                    <a:pt x="10008" y="4593"/>
                  </a:lnTo>
                  <a:lnTo>
                    <a:pt x="10028" y="4031"/>
                  </a:lnTo>
                  <a:lnTo>
                    <a:pt x="10008" y="2928"/>
                  </a:lnTo>
                  <a:lnTo>
                    <a:pt x="9968" y="1886"/>
                  </a:lnTo>
                  <a:lnTo>
                    <a:pt x="9928" y="963"/>
                  </a:lnTo>
                  <a:lnTo>
                    <a:pt x="9928" y="963"/>
                  </a:lnTo>
                  <a:lnTo>
                    <a:pt x="9948" y="742"/>
                  </a:lnTo>
                  <a:lnTo>
                    <a:pt x="9988" y="542"/>
                  </a:lnTo>
                  <a:lnTo>
                    <a:pt x="10088" y="382"/>
                  </a:lnTo>
                  <a:lnTo>
                    <a:pt x="10189" y="261"/>
                  </a:lnTo>
                  <a:lnTo>
                    <a:pt x="10329" y="141"/>
                  </a:lnTo>
                  <a:lnTo>
                    <a:pt x="10489" y="81"/>
                  </a:lnTo>
                  <a:lnTo>
                    <a:pt x="10650" y="21"/>
                  </a:lnTo>
                  <a:lnTo>
                    <a:pt x="10830" y="0"/>
                  </a:lnTo>
                  <a:lnTo>
                    <a:pt x="10830" y="0"/>
                  </a:lnTo>
                  <a:lnTo>
                    <a:pt x="11011" y="21"/>
                  </a:lnTo>
                  <a:lnTo>
                    <a:pt x="11211" y="61"/>
                  </a:lnTo>
                  <a:lnTo>
                    <a:pt x="11372" y="121"/>
                  </a:lnTo>
                  <a:lnTo>
                    <a:pt x="11532" y="241"/>
                  </a:lnTo>
                  <a:lnTo>
                    <a:pt x="11673" y="361"/>
                  </a:lnTo>
                  <a:lnTo>
                    <a:pt x="11793" y="522"/>
                  </a:lnTo>
                  <a:lnTo>
                    <a:pt x="11853" y="722"/>
                  </a:lnTo>
                  <a:lnTo>
                    <a:pt x="11893" y="843"/>
                  </a:lnTo>
                  <a:lnTo>
                    <a:pt x="11893" y="963"/>
                  </a:lnTo>
                  <a:lnTo>
                    <a:pt x="11893" y="963"/>
                  </a:lnTo>
                  <a:lnTo>
                    <a:pt x="11933" y="2086"/>
                  </a:lnTo>
                  <a:lnTo>
                    <a:pt x="11973" y="3309"/>
                  </a:lnTo>
                  <a:lnTo>
                    <a:pt x="11973" y="3951"/>
                  </a:lnTo>
                  <a:lnTo>
                    <a:pt x="11953" y="4613"/>
                  </a:lnTo>
                  <a:lnTo>
                    <a:pt x="11913" y="5255"/>
                  </a:lnTo>
                  <a:lnTo>
                    <a:pt x="11853" y="5917"/>
                  </a:lnTo>
                  <a:lnTo>
                    <a:pt x="11773" y="6558"/>
                  </a:lnTo>
                  <a:lnTo>
                    <a:pt x="11653" y="7200"/>
                  </a:lnTo>
                  <a:lnTo>
                    <a:pt x="11512" y="7822"/>
                  </a:lnTo>
                  <a:lnTo>
                    <a:pt x="11332" y="8403"/>
                  </a:lnTo>
                  <a:lnTo>
                    <a:pt x="11231" y="8704"/>
                  </a:lnTo>
                  <a:lnTo>
                    <a:pt x="11111" y="8965"/>
                  </a:lnTo>
                  <a:lnTo>
                    <a:pt x="10991" y="9246"/>
                  </a:lnTo>
                  <a:lnTo>
                    <a:pt x="10850" y="9506"/>
                  </a:lnTo>
                  <a:lnTo>
                    <a:pt x="10710" y="9747"/>
                  </a:lnTo>
                  <a:lnTo>
                    <a:pt x="10550" y="9988"/>
                  </a:lnTo>
                  <a:lnTo>
                    <a:pt x="10369" y="10228"/>
                  </a:lnTo>
                  <a:lnTo>
                    <a:pt x="10189" y="10449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3" name="Google Shape;5393;p21"/>
            <p:cNvSpPr/>
            <p:nvPr/>
          </p:nvSpPr>
          <p:spPr>
            <a:xfrm>
              <a:off x="11231600" y="3162038"/>
              <a:ext cx="168475" cy="252725"/>
            </a:xfrm>
            <a:custGeom>
              <a:avLst/>
              <a:gdLst/>
              <a:ahLst/>
              <a:cxnLst/>
              <a:rect l="l" t="t" r="r" b="b"/>
              <a:pathLst>
                <a:path w="6739" h="10109" extrusionOk="0">
                  <a:moveTo>
                    <a:pt x="5736" y="1"/>
                  </a:moveTo>
                  <a:lnTo>
                    <a:pt x="5776" y="1064"/>
                  </a:lnTo>
                  <a:lnTo>
                    <a:pt x="5796" y="2227"/>
                  </a:lnTo>
                  <a:lnTo>
                    <a:pt x="5796" y="2969"/>
                  </a:lnTo>
                  <a:lnTo>
                    <a:pt x="5756" y="3691"/>
                  </a:lnTo>
                  <a:lnTo>
                    <a:pt x="5676" y="4413"/>
                  </a:lnTo>
                  <a:lnTo>
                    <a:pt x="5636" y="4774"/>
                  </a:lnTo>
                  <a:lnTo>
                    <a:pt x="5576" y="5115"/>
                  </a:lnTo>
                  <a:lnTo>
                    <a:pt x="5495" y="5456"/>
                  </a:lnTo>
                  <a:lnTo>
                    <a:pt x="5415" y="5776"/>
                  </a:lnTo>
                  <a:lnTo>
                    <a:pt x="5315" y="6097"/>
                  </a:lnTo>
                  <a:lnTo>
                    <a:pt x="5195" y="6398"/>
                  </a:lnTo>
                  <a:lnTo>
                    <a:pt x="5074" y="6699"/>
                  </a:lnTo>
                  <a:lnTo>
                    <a:pt x="4914" y="6960"/>
                  </a:lnTo>
                  <a:lnTo>
                    <a:pt x="4753" y="7220"/>
                  </a:lnTo>
                  <a:lnTo>
                    <a:pt x="4593" y="7461"/>
                  </a:lnTo>
                  <a:lnTo>
                    <a:pt x="4412" y="7662"/>
                  </a:lnTo>
                  <a:lnTo>
                    <a:pt x="4192" y="7842"/>
                  </a:lnTo>
                  <a:lnTo>
                    <a:pt x="3971" y="8002"/>
                  </a:lnTo>
                  <a:lnTo>
                    <a:pt x="3731" y="8143"/>
                  </a:lnTo>
                  <a:lnTo>
                    <a:pt x="3490" y="8283"/>
                  </a:lnTo>
                  <a:lnTo>
                    <a:pt x="3209" y="8384"/>
                  </a:lnTo>
                  <a:lnTo>
                    <a:pt x="2928" y="8484"/>
                  </a:lnTo>
                  <a:lnTo>
                    <a:pt x="2628" y="8584"/>
                  </a:lnTo>
                  <a:lnTo>
                    <a:pt x="2327" y="8644"/>
                  </a:lnTo>
                  <a:lnTo>
                    <a:pt x="2006" y="8724"/>
                  </a:lnTo>
                  <a:lnTo>
                    <a:pt x="1344" y="8805"/>
                  </a:lnTo>
                  <a:lnTo>
                    <a:pt x="682" y="8865"/>
                  </a:lnTo>
                  <a:lnTo>
                    <a:pt x="0" y="8885"/>
                  </a:lnTo>
                  <a:lnTo>
                    <a:pt x="0" y="10108"/>
                  </a:lnTo>
                  <a:lnTo>
                    <a:pt x="121" y="10048"/>
                  </a:lnTo>
                  <a:lnTo>
                    <a:pt x="301" y="9948"/>
                  </a:lnTo>
                  <a:lnTo>
                    <a:pt x="502" y="9868"/>
                  </a:lnTo>
                  <a:lnTo>
                    <a:pt x="903" y="9727"/>
                  </a:lnTo>
                  <a:lnTo>
                    <a:pt x="1725" y="9507"/>
                  </a:lnTo>
                  <a:lnTo>
                    <a:pt x="2447" y="9286"/>
                  </a:lnTo>
                  <a:lnTo>
                    <a:pt x="2788" y="9166"/>
                  </a:lnTo>
                  <a:lnTo>
                    <a:pt x="3129" y="9025"/>
                  </a:lnTo>
                  <a:lnTo>
                    <a:pt x="3470" y="8865"/>
                  </a:lnTo>
                  <a:lnTo>
                    <a:pt x="3811" y="8704"/>
                  </a:lnTo>
                  <a:lnTo>
                    <a:pt x="4132" y="8524"/>
                  </a:lnTo>
                  <a:lnTo>
                    <a:pt x="4432" y="8323"/>
                  </a:lnTo>
                  <a:lnTo>
                    <a:pt x="4733" y="8103"/>
                  </a:lnTo>
                  <a:lnTo>
                    <a:pt x="5014" y="7882"/>
                  </a:lnTo>
                  <a:lnTo>
                    <a:pt x="5275" y="7621"/>
                  </a:lnTo>
                  <a:lnTo>
                    <a:pt x="5515" y="7361"/>
                  </a:lnTo>
                  <a:lnTo>
                    <a:pt x="5756" y="7060"/>
                  </a:lnTo>
                  <a:lnTo>
                    <a:pt x="5957" y="6759"/>
                  </a:lnTo>
                  <a:lnTo>
                    <a:pt x="6137" y="6438"/>
                  </a:lnTo>
                  <a:lnTo>
                    <a:pt x="6298" y="6077"/>
                  </a:lnTo>
                  <a:lnTo>
                    <a:pt x="6418" y="5716"/>
                  </a:lnTo>
                  <a:lnTo>
                    <a:pt x="6518" y="5355"/>
                  </a:lnTo>
                  <a:lnTo>
                    <a:pt x="6598" y="4974"/>
                  </a:lnTo>
                  <a:lnTo>
                    <a:pt x="6659" y="4593"/>
                  </a:lnTo>
                  <a:lnTo>
                    <a:pt x="6699" y="4232"/>
                  </a:lnTo>
                  <a:lnTo>
                    <a:pt x="6719" y="3851"/>
                  </a:lnTo>
                  <a:lnTo>
                    <a:pt x="6739" y="3470"/>
                  </a:lnTo>
                  <a:lnTo>
                    <a:pt x="6739" y="3089"/>
                  </a:lnTo>
                  <a:lnTo>
                    <a:pt x="6699" y="2327"/>
                  </a:lnTo>
                  <a:lnTo>
                    <a:pt x="6638" y="1565"/>
                  </a:lnTo>
                  <a:lnTo>
                    <a:pt x="6598" y="803"/>
                  </a:lnTo>
                  <a:lnTo>
                    <a:pt x="6558" y="41"/>
                  </a:lnTo>
                  <a:lnTo>
                    <a:pt x="6177" y="41"/>
                  </a:lnTo>
                  <a:lnTo>
                    <a:pt x="5736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4" name="Google Shape;5394;p21"/>
            <p:cNvSpPr/>
            <p:nvPr/>
          </p:nvSpPr>
          <p:spPr>
            <a:xfrm>
              <a:off x="11277725" y="3008638"/>
              <a:ext cx="243175" cy="154425"/>
            </a:xfrm>
            <a:custGeom>
              <a:avLst/>
              <a:gdLst/>
              <a:ahLst/>
              <a:cxnLst/>
              <a:rect l="l" t="t" r="r" b="b"/>
              <a:pathLst>
                <a:path w="9727" h="6177" extrusionOk="0">
                  <a:moveTo>
                    <a:pt x="141" y="0"/>
                  </a:moveTo>
                  <a:lnTo>
                    <a:pt x="121" y="120"/>
                  </a:lnTo>
                  <a:lnTo>
                    <a:pt x="61" y="461"/>
                  </a:lnTo>
                  <a:lnTo>
                    <a:pt x="21" y="963"/>
                  </a:lnTo>
                  <a:lnTo>
                    <a:pt x="0" y="1284"/>
                  </a:lnTo>
                  <a:lnTo>
                    <a:pt x="0" y="1604"/>
                  </a:lnTo>
                  <a:lnTo>
                    <a:pt x="21" y="1965"/>
                  </a:lnTo>
                  <a:lnTo>
                    <a:pt x="61" y="2326"/>
                  </a:lnTo>
                  <a:lnTo>
                    <a:pt x="121" y="2707"/>
                  </a:lnTo>
                  <a:lnTo>
                    <a:pt x="201" y="3088"/>
                  </a:lnTo>
                  <a:lnTo>
                    <a:pt x="321" y="3449"/>
                  </a:lnTo>
                  <a:lnTo>
                    <a:pt x="482" y="3830"/>
                  </a:lnTo>
                  <a:lnTo>
                    <a:pt x="682" y="4171"/>
                  </a:lnTo>
                  <a:lnTo>
                    <a:pt x="803" y="4352"/>
                  </a:lnTo>
                  <a:lnTo>
                    <a:pt x="943" y="4512"/>
                  </a:lnTo>
                  <a:lnTo>
                    <a:pt x="1204" y="4813"/>
                  </a:lnTo>
                  <a:lnTo>
                    <a:pt x="1484" y="5074"/>
                  </a:lnTo>
                  <a:lnTo>
                    <a:pt x="1785" y="5294"/>
                  </a:lnTo>
                  <a:lnTo>
                    <a:pt x="2066" y="5495"/>
                  </a:lnTo>
                  <a:lnTo>
                    <a:pt x="2347" y="5655"/>
                  </a:lnTo>
                  <a:lnTo>
                    <a:pt x="2628" y="5796"/>
                  </a:lnTo>
                  <a:lnTo>
                    <a:pt x="2908" y="5896"/>
                  </a:lnTo>
                  <a:lnTo>
                    <a:pt x="3189" y="5996"/>
                  </a:lnTo>
                  <a:lnTo>
                    <a:pt x="3450" y="6057"/>
                  </a:lnTo>
                  <a:lnTo>
                    <a:pt x="3690" y="6097"/>
                  </a:lnTo>
                  <a:lnTo>
                    <a:pt x="4152" y="6157"/>
                  </a:lnTo>
                  <a:lnTo>
                    <a:pt x="4553" y="6177"/>
                  </a:lnTo>
                  <a:lnTo>
                    <a:pt x="5175" y="6177"/>
                  </a:lnTo>
                  <a:lnTo>
                    <a:pt x="5556" y="6157"/>
                  </a:lnTo>
                  <a:lnTo>
                    <a:pt x="6017" y="6097"/>
                  </a:lnTo>
                  <a:lnTo>
                    <a:pt x="6278" y="6057"/>
                  </a:lnTo>
                  <a:lnTo>
                    <a:pt x="6538" y="5996"/>
                  </a:lnTo>
                  <a:lnTo>
                    <a:pt x="6819" y="5896"/>
                  </a:lnTo>
                  <a:lnTo>
                    <a:pt x="7100" y="5796"/>
                  </a:lnTo>
                  <a:lnTo>
                    <a:pt x="7381" y="5655"/>
                  </a:lnTo>
                  <a:lnTo>
                    <a:pt x="7661" y="5495"/>
                  </a:lnTo>
                  <a:lnTo>
                    <a:pt x="7942" y="5294"/>
                  </a:lnTo>
                  <a:lnTo>
                    <a:pt x="8223" y="5074"/>
                  </a:lnTo>
                  <a:lnTo>
                    <a:pt x="8504" y="4813"/>
                  </a:lnTo>
                  <a:lnTo>
                    <a:pt x="8784" y="4512"/>
                  </a:lnTo>
                  <a:lnTo>
                    <a:pt x="8865" y="4412"/>
                  </a:lnTo>
                  <a:lnTo>
                    <a:pt x="8985" y="4252"/>
                  </a:lnTo>
                  <a:lnTo>
                    <a:pt x="9085" y="4071"/>
                  </a:lnTo>
                  <a:lnTo>
                    <a:pt x="9286" y="3730"/>
                  </a:lnTo>
                  <a:lnTo>
                    <a:pt x="9426" y="3369"/>
                  </a:lnTo>
                  <a:lnTo>
                    <a:pt x="9546" y="2988"/>
                  </a:lnTo>
                  <a:lnTo>
                    <a:pt x="9627" y="2627"/>
                  </a:lnTo>
                  <a:lnTo>
                    <a:pt x="9687" y="2246"/>
                  </a:lnTo>
                  <a:lnTo>
                    <a:pt x="9707" y="1905"/>
                  </a:lnTo>
                  <a:lnTo>
                    <a:pt x="9727" y="1564"/>
                  </a:lnTo>
                  <a:lnTo>
                    <a:pt x="9727" y="1223"/>
                  </a:lnTo>
                  <a:lnTo>
                    <a:pt x="9707" y="943"/>
                  </a:lnTo>
                  <a:lnTo>
                    <a:pt x="9647" y="441"/>
                  </a:lnTo>
                  <a:lnTo>
                    <a:pt x="9607" y="120"/>
                  </a:lnTo>
                  <a:lnTo>
                    <a:pt x="9566" y="0"/>
                  </a:lnTo>
                  <a:lnTo>
                    <a:pt x="6899" y="0"/>
                  </a:lnTo>
                  <a:lnTo>
                    <a:pt x="6919" y="140"/>
                  </a:lnTo>
                  <a:lnTo>
                    <a:pt x="6959" y="501"/>
                  </a:lnTo>
                  <a:lnTo>
                    <a:pt x="6959" y="762"/>
                  </a:lnTo>
                  <a:lnTo>
                    <a:pt x="6959" y="1043"/>
                  </a:lnTo>
                  <a:lnTo>
                    <a:pt x="6939" y="1344"/>
                  </a:lnTo>
                  <a:lnTo>
                    <a:pt x="6879" y="1645"/>
                  </a:lnTo>
                  <a:lnTo>
                    <a:pt x="6799" y="1945"/>
                  </a:lnTo>
                  <a:lnTo>
                    <a:pt x="6679" y="2246"/>
                  </a:lnTo>
                  <a:lnTo>
                    <a:pt x="6598" y="2387"/>
                  </a:lnTo>
                  <a:lnTo>
                    <a:pt x="6518" y="2527"/>
                  </a:lnTo>
                  <a:lnTo>
                    <a:pt x="6418" y="2647"/>
                  </a:lnTo>
                  <a:lnTo>
                    <a:pt x="6318" y="2768"/>
                  </a:lnTo>
                  <a:lnTo>
                    <a:pt x="6177" y="2888"/>
                  </a:lnTo>
                  <a:lnTo>
                    <a:pt x="6037" y="2988"/>
                  </a:lnTo>
                  <a:lnTo>
                    <a:pt x="5896" y="3068"/>
                  </a:lnTo>
                  <a:lnTo>
                    <a:pt x="5716" y="3149"/>
                  </a:lnTo>
                  <a:lnTo>
                    <a:pt x="5535" y="3209"/>
                  </a:lnTo>
                  <a:lnTo>
                    <a:pt x="5335" y="3249"/>
                  </a:lnTo>
                  <a:lnTo>
                    <a:pt x="5094" y="3289"/>
                  </a:lnTo>
                  <a:lnTo>
                    <a:pt x="4613" y="3289"/>
                  </a:lnTo>
                  <a:lnTo>
                    <a:pt x="4392" y="3249"/>
                  </a:lnTo>
                  <a:lnTo>
                    <a:pt x="4192" y="3209"/>
                  </a:lnTo>
                  <a:lnTo>
                    <a:pt x="4011" y="3149"/>
                  </a:lnTo>
                  <a:lnTo>
                    <a:pt x="3831" y="3068"/>
                  </a:lnTo>
                  <a:lnTo>
                    <a:pt x="3670" y="2988"/>
                  </a:lnTo>
                  <a:lnTo>
                    <a:pt x="3530" y="2888"/>
                  </a:lnTo>
                  <a:lnTo>
                    <a:pt x="3410" y="2768"/>
                  </a:lnTo>
                  <a:lnTo>
                    <a:pt x="3309" y="2647"/>
                  </a:lnTo>
                  <a:lnTo>
                    <a:pt x="3209" y="2527"/>
                  </a:lnTo>
                  <a:lnTo>
                    <a:pt x="3109" y="2387"/>
                  </a:lnTo>
                  <a:lnTo>
                    <a:pt x="3049" y="2246"/>
                  </a:lnTo>
                  <a:lnTo>
                    <a:pt x="2928" y="1945"/>
                  </a:lnTo>
                  <a:lnTo>
                    <a:pt x="2848" y="1645"/>
                  </a:lnTo>
                  <a:lnTo>
                    <a:pt x="2788" y="1344"/>
                  </a:lnTo>
                  <a:lnTo>
                    <a:pt x="2768" y="1043"/>
                  </a:lnTo>
                  <a:lnTo>
                    <a:pt x="2768" y="762"/>
                  </a:lnTo>
                  <a:lnTo>
                    <a:pt x="2768" y="501"/>
                  </a:lnTo>
                  <a:lnTo>
                    <a:pt x="2808" y="140"/>
                  </a:lnTo>
                  <a:lnTo>
                    <a:pt x="282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5" name="Google Shape;5395;p21"/>
            <p:cNvSpPr/>
            <p:nvPr/>
          </p:nvSpPr>
          <p:spPr>
            <a:xfrm>
              <a:off x="11277725" y="3008638"/>
              <a:ext cx="243175" cy="154425"/>
            </a:xfrm>
            <a:custGeom>
              <a:avLst/>
              <a:gdLst/>
              <a:ahLst/>
              <a:cxnLst/>
              <a:rect l="l" t="t" r="r" b="b"/>
              <a:pathLst>
                <a:path w="9727" h="6177" fill="none" extrusionOk="0">
                  <a:moveTo>
                    <a:pt x="8865" y="4412"/>
                  </a:moveTo>
                  <a:lnTo>
                    <a:pt x="8865" y="4412"/>
                  </a:lnTo>
                  <a:lnTo>
                    <a:pt x="8784" y="4512"/>
                  </a:lnTo>
                  <a:lnTo>
                    <a:pt x="8784" y="4512"/>
                  </a:lnTo>
                  <a:lnTo>
                    <a:pt x="8504" y="4813"/>
                  </a:lnTo>
                  <a:lnTo>
                    <a:pt x="8223" y="5074"/>
                  </a:lnTo>
                  <a:lnTo>
                    <a:pt x="7942" y="5294"/>
                  </a:lnTo>
                  <a:lnTo>
                    <a:pt x="7661" y="5495"/>
                  </a:lnTo>
                  <a:lnTo>
                    <a:pt x="7381" y="5655"/>
                  </a:lnTo>
                  <a:lnTo>
                    <a:pt x="7100" y="5796"/>
                  </a:lnTo>
                  <a:lnTo>
                    <a:pt x="6819" y="5896"/>
                  </a:lnTo>
                  <a:lnTo>
                    <a:pt x="6538" y="5996"/>
                  </a:lnTo>
                  <a:lnTo>
                    <a:pt x="6278" y="6057"/>
                  </a:lnTo>
                  <a:lnTo>
                    <a:pt x="6017" y="6097"/>
                  </a:lnTo>
                  <a:lnTo>
                    <a:pt x="5556" y="6157"/>
                  </a:lnTo>
                  <a:lnTo>
                    <a:pt x="5175" y="6177"/>
                  </a:lnTo>
                  <a:lnTo>
                    <a:pt x="4854" y="6177"/>
                  </a:lnTo>
                  <a:lnTo>
                    <a:pt x="4854" y="6177"/>
                  </a:lnTo>
                  <a:lnTo>
                    <a:pt x="4553" y="6177"/>
                  </a:lnTo>
                  <a:lnTo>
                    <a:pt x="4152" y="6157"/>
                  </a:lnTo>
                  <a:lnTo>
                    <a:pt x="3690" y="6097"/>
                  </a:lnTo>
                  <a:lnTo>
                    <a:pt x="3450" y="6057"/>
                  </a:lnTo>
                  <a:lnTo>
                    <a:pt x="3189" y="5996"/>
                  </a:lnTo>
                  <a:lnTo>
                    <a:pt x="2908" y="5896"/>
                  </a:lnTo>
                  <a:lnTo>
                    <a:pt x="2628" y="5796"/>
                  </a:lnTo>
                  <a:lnTo>
                    <a:pt x="2347" y="5655"/>
                  </a:lnTo>
                  <a:lnTo>
                    <a:pt x="2066" y="5495"/>
                  </a:lnTo>
                  <a:lnTo>
                    <a:pt x="1785" y="5294"/>
                  </a:lnTo>
                  <a:lnTo>
                    <a:pt x="1484" y="5074"/>
                  </a:lnTo>
                  <a:lnTo>
                    <a:pt x="1204" y="4813"/>
                  </a:lnTo>
                  <a:lnTo>
                    <a:pt x="943" y="4512"/>
                  </a:lnTo>
                  <a:lnTo>
                    <a:pt x="943" y="4512"/>
                  </a:lnTo>
                  <a:lnTo>
                    <a:pt x="803" y="4352"/>
                  </a:lnTo>
                  <a:lnTo>
                    <a:pt x="682" y="4171"/>
                  </a:lnTo>
                  <a:lnTo>
                    <a:pt x="482" y="3830"/>
                  </a:lnTo>
                  <a:lnTo>
                    <a:pt x="321" y="3449"/>
                  </a:lnTo>
                  <a:lnTo>
                    <a:pt x="201" y="3088"/>
                  </a:lnTo>
                  <a:lnTo>
                    <a:pt x="121" y="2707"/>
                  </a:lnTo>
                  <a:lnTo>
                    <a:pt x="61" y="2326"/>
                  </a:lnTo>
                  <a:lnTo>
                    <a:pt x="21" y="1965"/>
                  </a:lnTo>
                  <a:lnTo>
                    <a:pt x="0" y="1604"/>
                  </a:lnTo>
                  <a:lnTo>
                    <a:pt x="0" y="1284"/>
                  </a:lnTo>
                  <a:lnTo>
                    <a:pt x="21" y="963"/>
                  </a:lnTo>
                  <a:lnTo>
                    <a:pt x="61" y="461"/>
                  </a:lnTo>
                  <a:lnTo>
                    <a:pt x="121" y="120"/>
                  </a:lnTo>
                  <a:lnTo>
                    <a:pt x="141" y="0"/>
                  </a:lnTo>
                  <a:lnTo>
                    <a:pt x="2828" y="0"/>
                  </a:lnTo>
                  <a:lnTo>
                    <a:pt x="2828" y="0"/>
                  </a:lnTo>
                  <a:lnTo>
                    <a:pt x="2808" y="140"/>
                  </a:lnTo>
                  <a:lnTo>
                    <a:pt x="2768" y="501"/>
                  </a:lnTo>
                  <a:lnTo>
                    <a:pt x="2768" y="762"/>
                  </a:lnTo>
                  <a:lnTo>
                    <a:pt x="2768" y="1043"/>
                  </a:lnTo>
                  <a:lnTo>
                    <a:pt x="2788" y="1344"/>
                  </a:lnTo>
                  <a:lnTo>
                    <a:pt x="2848" y="1645"/>
                  </a:lnTo>
                  <a:lnTo>
                    <a:pt x="2928" y="1945"/>
                  </a:lnTo>
                  <a:lnTo>
                    <a:pt x="3049" y="2246"/>
                  </a:lnTo>
                  <a:lnTo>
                    <a:pt x="3109" y="2387"/>
                  </a:lnTo>
                  <a:lnTo>
                    <a:pt x="3209" y="2527"/>
                  </a:lnTo>
                  <a:lnTo>
                    <a:pt x="3309" y="2647"/>
                  </a:lnTo>
                  <a:lnTo>
                    <a:pt x="3410" y="2768"/>
                  </a:lnTo>
                  <a:lnTo>
                    <a:pt x="3530" y="2888"/>
                  </a:lnTo>
                  <a:lnTo>
                    <a:pt x="3670" y="2988"/>
                  </a:lnTo>
                  <a:lnTo>
                    <a:pt x="3831" y="3068"/>
                  </a:lnTo>
                  <a:lnTo>
                    <a:pt x="4011" y="3149"/>
                  </a:lnTo>
                  <a:lnTo>
                    <a:pt x="4192" y="3209"/>
                  </a:lnTo>
                  <a:lnTo>
                    <a:pt x="4392" y="3249"/>
                  </a:lnTo>
                  <a:lnTo>
                    <a:pt x="4613" y="3289"/>
                  </a:lnTo>
                  <a:lnTo>
                    <a:pt x="4854" y="3289"/>
                  </a:lnTo>
                  <a:lnTo>
                    <a:pt x="4854" y="3289"/>
                  </a:lnTo>
                  <a:lnTo>
                    <a:pt x="5094" y="3289"/>
                  </a:lnTo>
                  <a:lnTo>
                    <a:pt x="5335" y="3249"/>
                  </a:lnTo>
                  <a:lnTo>
                    <a:pt x="5535" y="3209"/>
                  </a:lnTo>
                  <a:lnTo>
                    <a:pt x="5716" y="3149"/>
                  </a:lnTo>
                  <a:lnTo>
                    <a:pt x="5896" y="3068"/>
                  </a:lnTo>
                  <a:lnTo>
                    <a:pt x="6037" y="2988"/>
                  </a:lnTo>
                  <a:lnTo>
                    <a:pt x="6177" y="2888"/>
                  </a:lnTo>
                  <a:lnTo>
                    <a:pt x="6318" y="2768"/>
                  </a:lnTo>
                  <a:lnTo>
                    <a:pt x="6418" y="2647"/>
                  </a:lnTo>
                  <a:lnTo>
                    <a:pt x="6518" y="2527"/>
                  </a:lnTo>
                  <a:lnTo>
                    <a:pt x="6598" y="2387"/>
                  </a:lnTo>
                  <a:lnTo>
                    <a:pt x="6679" y="2246"/>
                  </a:lnTo>
                  <a:lnTo>
                    <a:pt x="6799" y="1945"/>
                  </a:lnTo>
                  <a:lnTo>
                    <a:pt x="6879" y="1645"/>
                  </a:lnTo>
                  <a:lnTo>
                    <a:pt x="6939" y="1344"/>
                  </a:lnTo>
                  <a:lnTo>
                    <a:pt x="6959" y="1043"/>
                  </a:lnTo>
                  <a:lnTo>
                    <a:pt x="6959" y="762"/>
                  </a:lnTo>
                  <a:lnTo>
                    <a:pt x="6959" y="501"/>
                  </a:lnTo>
                  <a:lnTo>
                    <a:pt x="6919" y="140"/>
                  </a:lnTo>
                  <a:lnTo>
                    <a:pt x="6899" y="0"/>
                  </a:lnTo>
                  <a:lnTo>
                    <a:pt x="9566" y="0"/>
                  </a:lnTo>
                  <a:lnTo>
                    <a:pt x="9566" y="0"/>
                  </a:lnTo>
                  <a:lnTo>
                    <a:pt x="9607" y="120"/>
                  </a:lnTo>
                  <a:lnTo>
                    <a:pt x="9647" y="441"/>
                  </a:lnTo>
                  <a:lnTo>
                    <a:pt x="9707" y="943"/>
                  </a:lnTo>
                  <a:lnTo>
                    <a:pt x="9727" y="1223"/>
                  </a:lnTo>
                  <a:lnTo>
                    <a:pt x="9727" y="1564"/>
                  </a:lnTo>
                  <a:lnTo>
                    <a:pt x="9707" y="1905"/>
                  </a:lnTo>
                  <a:lnTo>
                    <a:pt x="9687" y="2246"/>
                  </a:lnTo>
                  <a:lnTo>
                    <a:pt x="9627" y="2627"/>
                  </a:lnTo>
                  <a:lnTo>
                    <a:pt x="9546" y="2988"/>
                  </a:lnTo>
                  <a:lnTo>
                    <a:pt x="9426" y="3369"/>
                  </a:lnTo>
                  <a:lnTo>
                    <a:pt x="9286" y="3730"/>
                  </a:lnTo>
                  <a:lnTo>
                    <a:pt x="9085" y="4071"/>
                  </a:lnTo>
                  <a:lnTo>
                    <a:pt x="8985" y="4252"/>
                  </a:lnTo>
                  <a:lnTo>
                    <a:pt x="8865" y="4412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6" name="Google Shape;5396;p21"/>
            <p:cNvSpPr/>
            <p:nvPr/>
          </p:nvSpPr>
          <p:spPr>
            <a:xfrm>
              <a:off x="11277725" y="3008638"/>
              <a:ext cx="221625" cy="154425"/>
            </a:xfrm>
            <a:custGeom>
              <a:avLst/>
              <a:gdLst/>
              <a:ahLst/>
              <a:cxnLst/>
              <a:rect l="l" t="t" r="r" b="b"/>
              <a:pathLst>
                <a:path w="8865" h="6177" extrusionOk="0">
                  <a:moveTo>
                    <a:pt x="141" y="0"/>
                  </a:moveTo>
                  <a:lnTo>
                    <a:pt x="121" y="100"/>
                  </a:lnTo>
                  <a:lnTo>
                    <a:pt x="81" y="421"/>
                  </a:lnTo>
                  <a:lnTo>
                    <a:pt x="21" y="902"/>
                  </a:lnTo>
                  <a:lnTo>
                    <a:pt x="0" y="1183"/>
                  </a:lnTo>
                  <a:lnTo>
                    <a:pt x="0" y="1484"/>
                  </a:lnTo>
                  <a:lnTo>
                    <a:pt x="0" y="1845"/>
                  </a:lnTo>
                  <a:lnTo>
                    <a:pt x="41" y="2226"/>
                  </a:lnTo>
                  <a:lnTo>
                    <a:pt x="101" y="2607"/>
                  </a:lnTo>
                  <a:lnTo>
                    <a:pt x="181" y="3008"/>
                  </a:lnTo>
                  <a:lnTo>
                    <a:pt x="301" y="3409"/>
                  </a:lnTo>
                  <a:lnTo>
                    <a:pt x="462" y="3790"/>
                  </a:lnTo>
                  <a:lnTo>
                    <a:pt x="562" y="3971"/>
                  </a:lnTo>
                  <a:lnTo>
                    <a:pt x="682" y="4171"/>
                  </a:lnTo>
                  <a:lnTo>
                    <a:pt x="803" y="4332"/>
                  </a:lnTo>
                  <a:lnTo>
                    <a:pt x="943" y="4512"/>
                  </a:lnTo>
                  <a:lnTo>
                    <a:pt x="1204" y="4793"/>
                  </a:lnTo>
                  <a:lnTo>
                    <a:pt x="1464" y="5054"/>
                  </a:lnTo>
                  <a:lnTo>
                    <a:pt x="1725" y="5274"/>
                  </a:lnTo>
                  <a:lnTo>
                    <a:pt x="2006" y="5455"/>
                  </a:lnTo>
                  <a:lnTo>
                    <a:pt x="2267" y="5615"/>
                  </a:lnTo>
                  <a:lnTo>
                    <a:pt x="2547" y="5756"/>
                  </a:lnTo>
                  <a:lnTo>
                    <a:pt x="2808" y="5876"/>
                  </a:lnTo>
                  <a:lnTo>
                    <a:pt x="3069" y="5956"/>
                  </a:lnTo>
                  <a:lnTo>
                    <a:pt x="3329" y="6036"/>
                  </a:lnTo>
                  <a:lnTo>
                    <a:pt x="3570" y="6077"/>
                  </a:lnTo>
                  <a:lnTo>
                    <a:pt x="4011" y="6157"/>
                  </a:lnTo>
                  <a:lnTo>
                    <a:pt x="4412" y="6177"/>
                  </a:lnTo>
                  <a:lnTo>
                    <a:pt x="5295" y="6177"/>
                  </a:lnTo>
                  <a:lnTo>
                    <a:pt x="5696" y="6157"/>
                  </a:lnTo>
                  <a:lnTo>
                    <a:pt x="6157" y="6077"/>
                  </a:lnTo>
                  <a:lnTo>
                    <a:pt x="6398" y="6036"/>
                  </a:lnTo>
                  <a:lnTo>
                    <a:pt x="6659" y="5956"/>
                  </a:lnTo>
                  <a:lnTo>
                    <a:pt x="6919" y="5876"/>
                  </a:lnTo>
                  <a:lnTo>
                    <a:pt x="7180" y="5756"/>
                  </a:lnTo>
                  <a:lnTo>
                    <a:pt x="7441" y="5615"/>
                  </a:lnTo>
                  <a:lnTo>
                    <a:pt x="7721" y="5455"/>
                  </a:lnTo>
                  <a:lnTo>
                    <a:pt x="7982" y="5274"/>
                  </a:lnTo>
                  <a:lnTo>
                    <a:pt x="8263" y="5054"/>
                  </a:lnTo>
                  <a:lnTo>
                    <a:pt x="8524" y="4793"/>
                  </a:lnTo>
                  <a:lnTo>
                    <a:pt x="8784" y="4512"/>
                  </a:lnTo>
                  <a:lnTo>
                    <a:pt x="8865" y="4412"/>
                  </a:lnTo>
                  <a:lnTo>
                    <a:pt x="8544" y="4613"/>
                  </a:lnTo>
                  <a:lnTo>
                    <a:pt x="8203" y="4813"/>
                  </a:lnTo>
                  <a:lnTo>
                    <a:pt x="7842" y="4954"/>
                  </a:lnTo>
                  <a:lnTo>
                    <a:pt x="7481" y="5094"/>
                  </a:lnTo>
                  <a:lnTo>
                    <a:pt x="7100" y="5194"/>
                  </a:lnTo>
                  <a:lnTo>
                    <a:pt x="6719" y="5274"/>
                  </a:lnTo>
                  <a:lnTo>
                    <a:pt x="6338" y="5314"/>
                  </a:lnTo>
                  <a:lnTo>
                    <a:pt x="5937" y="5335"/>
                  </a:lnTo>
                  <a:lnTo>
                    <a:pt x="5676" y="5314"/>
                  </a:lnTo>
                  <a:lnTo>
                    <a:pt x="5415" y="5294"/>
                  </a:lnTo>
                  <a:lnTo>
                    <a:pt x="5154" y="5274"/>
                  </a:lnTo>
                  <a:lnTo>
                    <a:pt x="4914" y="5214"/>
                  </a:lnTo>
                  <a:lnTo>
                    <a:pt x="4653" y="5154"/>
                  </a:lnTo>
                  <a:lnTo>
                    <a:pt x="4412" y="5074"/>
                  </a:lnTo>
                  <a:lnTo>
                    <a:pt x="4152" y="4994"/>
                  </a:lnTo>
                  <a:lnTo>
                    <a:pt x="3911" y="4893"/>
                  </a:lnTo>
                  <a:lnTo>
                    <a:pt x="3550" y="4693"/>
                  </a:lnTo>
                  <a:lnTo>
                    <a:pt x="3209" y="4472"/>
                  </a:lnTo>
                  <a:lnTo>
                    <a:pt x="2908" y="4252"/>
                  </a:lnTo>
                  <a:lnTo>
                    <a:pt x="2648" y="3991"/>
                  </a:lnTo>
                  <a:lnTo>
                    <a:pt x="2427" y="3710"/>
                  </a:lnTo>
                  <a:lnTo>
                    <a:pt x="2227" y="3429"/>
                  </a:lnTo>
                  <a:lnTo>
                    <a:pt x="2066" y="3129"/>
                  </a:lnTo>
                  <a:lnTo>
                    <a:pt x="1946" y="2808"/>
                  </a:lnTo>
                  <a:lnTo>
                    <a:pt x="1825" y="2487"/>
                  </a:lnTo>
                  <a:lnTo>
                    <a:pt x="1765" y="2146"/>
                  </a:lnTo>
                  <a:lnTo>
                    <a:pt x="1725" y="1805"/>
                  </a:lnTo>
                  <a:lnTo>
                    <a:pt x="1705" y="1444"/>
                  </a:lnTo>
                  <a:lnTo>
                    <a:pt x="1705" y="1083"/>
                  </a:lnTo>
                  <a:lnTo>
                    <a:pt x="1745" y="722"/>
                  </a:lnTo>
                  <a:lnTo>
                    <a:pt x="1805" y="361"/>
                  </a:lnTo>
                  <a:lnTo>
                    <a:pt x="1906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7" name="Google Shape;5397;p21"/>
            <p:cNvSpPr/>
            <p:nvPr/>
          </p:nvSpPr>
          <p:spPr>
            <a:xfrm>
              <a:off x="11277725" y="3008638"/>
              <a:ext cx="221625" cy="154425"/>
            </a:xfrm>
            <a:custGeom>
              <a:avLst/>
              <a:gdLst/>
              <a:ahLst/>
              <a:cxnLst/>
              <a:rect l="l" t="t" r="r" b="b"/>
              <a:pathLst>
                <a:path w="8865" h="6177" fill="none" extrusionOk="0">
                  <a:moveTo>
                    <a:pt x="1906" y="0"/>
                  </a:moveTo>
                  <a:lnTo>
                    <a:pt x="141" y="0"/>
                  </a:lnTo>
                  <a:lnTo>
                    <a:pt x="141" y="0"/>
                  </a:lnTo>
                  <a:lnTo>
                    <a:pt x="121" y="100"/>
                  </a:lnTo>
                  <a:lnTo>
                    <a:pt x="81" y="421"/>
                  </a:lnTo>
                  <a:lnTo>
                    <a:pt x="21" y="902"/>
                  </a:lnTo>
                  <a:lnTo>
                    <a:pt x="0" y="1183"/>
                  </a:lnTo>
                  <a:lnTo>
                    <a:pt x="0" y="1484"/>
                  </a:lnTo>
                  <a:lnTo>
                    <a:pt x="0" y="1484"/>
                  </a:lnTo>
                  <a:lnTo>
                    <a:pt x="0" y="1845"/>
                  </a:lnTo>
                  <a:lnTo>
                    <a:pt x="41" y="2226"/>
                  </a:lnTo>
                  <a:lnTo>
                    <a:pt x="101" y="2607"/>
                  </a:lnTo>
                  <a:lnTo>
                    <a:pt x="181" y="3008"/>
                  </a:lnTo>
                  <a:lnTo>
                    <a:pt x="301" y="3409"/>
                  </a:lnTo>
                  <a:lnTo>
                    <a:pt x="462" y="3790"/>
                  </a:lnTo>
                  <a:lnTo>
                    <a:pt x="562" y="3971"/>
                  </a:lnTo>
                  <a:lnTo>
                    <a:pt x="682" y="4171"/>
                  </a:lnTo>
                  <a:lnTo>
                    <a:pt x="803" y="4332"/>
                  </a:lnTo>
                  <a:lnTo>
                    <a:pt x="943" y="4512"/>
                  </a:lnTo>
                  <a:lnTo>
                    <a:pt x="943" y="4512"/>
                  </a:lnTo>
                  <a:lnTo>
                    <a:pt x="1204" y="4793"/>
                  </a:lnTo>
                  <a:lnTo>
                    <a:pt x="1464" y="5054"/>
                  </a:lnTo>
                  <a:lnTo>
                    <a:pt x="1725" y="5274"/>
                  </a:lnTo>
                  <a:lnTo>
                    <a:pt x="2006" y="5455"/>
                  </a:lnTo>
                  <a:lnTo>
                    <a:pt x="2267" y="5615"/>
                  </a:lnTo>
                  <a:lnTo>
                    <a:pt x="2547" y="5756"/>
                  </a:lnTo>
                  <a:lnTo>
                    <a:pt x="2808" y="5876"/>
                  </a:lnTo>
                  <a:lnTo>
                    <a:pt x="3069" y="5956"/>
                  </a:lnTo>
                  <a:lnTo>
                    <a:pt x="3329" y="6036"/>
                  </a:lnTo>
                  <a:lnTo>
                    <a:pt x="3570" y="6077"/>
                  </a:lnTo>
                  <a:lnTo>
                    <a:pt x="4011" y="6157"/>
                  </a:lnTo>
                  <a:lnTo>
                    <a:pt x="4412" y="6177"/>
                  </a:lnTo>
                  <a:lnTo>
                    <a:pt x="4753" y="6177"/>
                  </a:lnTo>
                  <a:lnTo>
                    <a:pt x="4753" y="6177"/>
                  </a:lnTo>
                  <a:lnTo>
                    <a:pt x="4854" y="6177"/>
                  </a:lnTo>
                  <a:lnTo>
                    <a:pt x="4854" y="6177"/>
                  </a:lnTo>
                  <a:lnTo>
                    <a:pt x="4974" y="6177"/>
                  </a:lnTo>
                  <a:lnTo>
                    <a:pt x="4974" y="6177"/>
                  </a:lnTo>
                  <a:lnTo>
                    <a:pt x="5295" y="6177"/>
                  </a:lnTo>
                  <a:lnTo>
                    <a:pt x="5696" y="6157"/>
                  </a:lnTo>
                  <a:lnTo>
                    <a:pt x="6157" y="6077"/>
                  </a:lnTo>
                  <a:lnTo>
                    <a:pt x="6398" y="6036"/>
                  </a:lnTo>
                  <a:lnTo>
                    <a:pt x="6659" y="5956"/>
                  </a:lnTo>
                  <a:lnTo>
                    <a:pt x="6919" y="5876"/>
                  </a:lnTo>
                  <a:lnTo>
                    <a:pt x="7180" y="5756"/>
                  </a:lnTo>
                  <a:lnTo>
                    <a:pt x="7441" y="5615"/>
                  </a:lnTo>
                  <a:lnTo>
                    <a:pt x="7721" y="5455"/>
                  </a:lnTo>
                  <a:lnTo>
                    <a:pt x="7982" y="5274"/>
                  </a:lnTo>
                  <a:lnTo>
                    <a:pt x="8263" y="5054"/>
                  </a:lnTo>
                  <a:lnTo>
                    <a:pt x="8524" y="4793"/>
                  </a:lnTo>
                  <a:lnTo>
                    <a:pt x="8784" y="4512"/>
                  </a:lnTo>
                  <a:lnTo>
                    <a:pt x="8784" y="4512"/>
                  </a:lnTo>
                  <a:lnTo>
                    <a:pt x="8865" y="4412"/>
                  </a:lnTo>
                  <a:lnTo>
                    <a:pt x="8865" y="4412"/>
                  </a:lnTo>
                  <a:lnTo>
                    <a:pt x="8544" y="4613"/>
                  </a:lnTo>
                  <a:lnTo>
                    <a:pt x="8203" y="4813"/>
                  </a:lnTo>
                  <a:lnTo>
                    <a:pt x="7842" y="4954"/>
                  </a:lnTo>
                  <a:lnTo>
                    <a:pt x="7481" y="5094"/>
                  </a:lnTo>
                  <a:lnTo>
                    <a:pt x="7100" y="5194"/>
                  </a:lnTo>
                  <a:lnTo>
                    <a:pt x="6719" y="5274"/>
                  </a:lnTo>
                  <a:lnTo>
                    <a:pt x="6338" y="5314"/>
                  </a:lnTo>
                  <a:lnTo>
                    <a:pt x="5937" y="5335"/>
                  </a:lnTo>
                  <a:lnTo>
                    <a:pt x="5937" y="5335"/>
                  </a:lnTo>
                  <a:lnTo>
                    <a:pt x="5676" y="5314"/>
                  </a:lnTo>
                  <a:lnTo>
                    <a:pt x="5415" y="5294"/>
                  </a:lnTo>
                  <a:lnTo>
                    <a:pt x="5154" y="5274"/>
                  </a:lnTo>
                  <a:lnTo>
                    <a:pt x="4914" y="5214"/>
                  </a:lnTo>
                  <a:lnTo>
                    <a:pt x="4653" y="5154"/>
                  </a:lnTo>
                  <a:lnTo>
                    <a:pt x="4412" y="5074"/>
                  </a:lnTo>
                  <a:lnTo>
                    <a:pt x="4152" y="4994"/>
                  </a:lnTo>
                  <a:lnTo>
                    <a:pt x="3911" y="4893"/>
                  </a:lnTo>
                  <a:lnTo>
                    <a:pt x="3911" y="4893"/>
                  </a:lnTo>
                  <a:lnTo>
                    <a:pt x="3550" y="4693"/>
                  </a:lnTo>
                  <a:lnTo>
                    <a:pt x="3209" y="4472"/>
                  </a:lnTo>
                  <a:lnTo>
                    <a:pt x="2908" y="4252"/>
                  </a:lnTo>
                  <a:lnTo>
                    <a:pt x="2648" y="3991"/>
                  </a:lnTo>
                  <a:lnTo>
                    <a:pt x="2427" y="3710"/>
                  </a:lnTo>
                  <a:lnTo>
                    <a:pt x="2227" y="3429"/>
                  </a:lnTo>
                  <a:lnTo>
                    <a:pt x="2066" y="3129"/>
                  </a:lnTo>
                  <a:lnTo>
                    <a:pt x="1946" y="2808"/>
                  </a:lnTo>
                  <a:lnTo>
                    <a:pt x="1825" y="2487"/>
                  </a:lnTo>
                  <a:lnTo>
                    <a:pt x="1765" y="2146"/>
                  </a:lnTo>
                  <a:lnTo>
                    <a:pt x="1725" y="1805"/>
                  </a:lnTo>
                  <a:lnTo>
                    <a:pt x="1705" y="1444"/>
                  </a:lnTo>
                  <a:lnTo>
                    <a:pt x="1705" y="1083"/>
                  </a:lnTo>
                  <a:lnTo>
                    <a:pt x="1745" y="722"/>
                  </a:lnTo>
                  <a:lnTo>
                    <a:pt x="1805" y="361"/>
                  </a:lnTo>
                  <a:lnTo>
                    <a:pt x="1906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8" name="Google Shape;5398;p21"/>
            <p:cNvSpPr/>
            <p:nvPr/>
          </p:nvSpPr>
          <p:spPr>
            <a:xfrm>
              <a:off x="11088700" y="3285888"/>
              <a:ext cx="142925" cy="211600"/>
            </a:xfrm>
            <a:custGeom>
              <a:avLst/>
              <a:gdLst/>
              <a:ahLst/>
              <a:cxnLst/>
              <a:rect l="l" t="t" r="r" b="b"/>
              <a:pathLst>
                <a:path w="5717" h="8464" extrusionOk="0">
                  <a:moveTo>
                    <a:pt x="2869" y="0"/>
                  </a:moveTo>
                  <a:lnTo>
                    <a:pt x="2568" y="20"/>
                  </a:lnTo>
                  <a:lnTo>
                    <a:pt x="2287" y="60"/>
                  </a:lnTo>
                  <a:lnTo>
                    <a:pt x="2006" y="121"/>
                  </a:lnTo>
                  <a:lnTo>
                    <a:pt x="1746" y="221"/>
                  </a:lnTo>
                  <a:lnTo>
                    <a:pt x="1505" y="341"/>
                  </a:lnTo>
                  <a:lnTo>
                    <a:pt x="1264" y="482"/>
                  </a:lnTo>
                  <a:lnTo>
                    <a:pt x="1044" y="642"/>
                  </a:lnTo>
                  <a:lnTo>
                    <a:pt x="843" y="842"/>
                  </a:lnTo>
                  <a:lnTo>
                    <a:pt x="663" y="1043"/>
                  </a:lnTo>
                  <a:lnTo>
                    <a:pt x="482" y="1264"/>
                  </a:lnTo>
                  <a:lnTo>
                    <a:pt x="342" y="1484"/>
                  </a:lnTo>
                  <a:lnTo>
                    <a:pt x="222" y="1745"/>
                  </a:lnTo>
                  <a:lnTo>
                    <a:pt x="141" y="2006"/>
                  </a:lnTo>
                  <a:lnTo>
                    <a:pt x="61" y="2286"/>
                  </a:lnTo>
                  <a:lnTo>
                    <a:pt x="21" y="2567"/>
                  </a:lnTo>
                  <a:lnTo>
                    <a:pt x="1" y="2848"/>
                  </a:lnTo>
                  <a:lnTo>
                    <a:pt x="1" y="5595"/>
                  </a:lnTo>
                  <a:lnTo>
                    <a:pt x="21" y="5896"/>
                  </a:lnTo>
                  <a:lnTo>
                    <a:pt x="61" y="6177"/>
                  </a:lnTo>
                  <a:lnTo>
                    <a:pt x="141" y="6458"/>
                  </a:lnTo>
                  <a:lnTo>
                    <a:pt x="222" y="6718"/>
                  </a:lnTo>
                  <a:lnTo>
                    <a:pt x="342" y="6959"/>
                  </a:lnTo>
                  <a:lnTo>
                    <a:pt x="482" y="7200"/>
                  </a:lnTo>
                  <a:lnTo>
                    <a:pt x="663" y="7420"/>
                  </a:lnTo>
                  <a:lnTo>
                    <a:pt x="843" y="7621"/>
                  </a:lnTo>
                  <a:lnTo>
                    <a:pt x="1044" y="7801"/>
                  </a:lnTo>
                  <a:lnTo>
                    <a:pt x="1264" y="7982"/>
                  </a:lnTo>
                  <a:lnTo>
                    <a:pt x="1505" y="8122"/>
                  </a:lnTo>
                  <a:lnTo>
                    <a:pt x="1746" y="8243"/>
                  </a:lnTo>
                  <a:lnTo>
                    <a:pt x="2006" y="8323"/>
                  </a:lnTo>
                  <a:lnTo>
                    <a:pt x="2287" y="8403"/>
                  </a:lnTo>
                  <a:lnTo>
                    <a:pt x="2568" y="8443"/>
                  </a:lnTo>
                  <a:lnTo>
                    <a:pt x="2869" y="8463"/>
                  </a:lnTo>
                  <a:lnTo>
                    <a:pt x="3170" y="8443"/>
                  </a:lnTo>
                  <a:lnTo>
                    <a:pt x="3470" y="8403"/>
                  </a:lnTo>
                  <a:lnTo>
                    <a:pt x="3751" y="8323"/>
                  </a:lnTo>
                  <a:lnTo>
                    <a:pt x="4032" y="8203"/>
                  </a:lnTo>
                  <a:lnTo>
                    <a:pt x="4293" y="8082"/>
                  </a:lnTo>
                  <a:lnTo>
                    <a:pt x="4533" y="7922"/>
                  </a:lnTo>
                  <a:lnTo>
                    <a:pt x="4754" y="7741"/>
                  </a:lnTo>
                  <a:lnTo>
                    <a:pt x="4954" y="7541"/>
                  </a:lnTo>
                  <a:lnTo>
                    <a:pt x="5135" y="7340"/>
                  </a:lnTo>
                  <a:lnTo>
                    <a:pt x="5275" y="7120"/>
                  </a:lnTo>
                  <a:lnTo>
                    <a:pt x="5416" y="6899"/>
                  </a:lnTo>
                  <a:lnTo>
                    <a:pt x="5516" y="6658"/>
                  </a:lnTo>
                  <a:lnTo>
                    <a:pt x="5596" y="6398"/>
                  </a:lnTo>
                  <a:lnTo>
                    <a:pt x="5656" y="6157"/>
                  </a:lnTo>
                  <a:lnTo>
                    <a:pt x="5696" y="5876"/>
                  </a:lnTo>
                  <a:lnTo>
                    <a:pt x="5716" y="5595"/>
                  </a:lnTo>
                  <a:lnTo>
                    <a:pt x="5716" y="2848"/>
                  </a:lnTo>
                  <a:lnTo>
                    <a:pt x="5696" y="2567"/>
                  </a:lnTo>
                  <a:lnTo>
                    <a:pt x="5656" y="2286"/>
                  </a:lnTo>
                  <a:lnTo>
                    <a:pt x="5596" y="2006"/>
                  </a:lnTo>
                  <a:lnTo>
                    <a:pt x="5496" y="1745"/>
                  </a:lnTo>
                  <a:lnTo>
                    <a:pt x="5376" y="1484"/>
                  </a:lnTo>
                  <a:lnTo>
                    <a:pt x="5235" y="1264"/>
                  </a:lnTo>
                  <a:lnTo>
                    <a:pt x="5055" y="1043"/>
                  </a:lnTo>
                  <a:lnTo>
                    <a:pt x="4874" y="842"/>
                  </a:lnTo>
                  <a:lnTo>
                    <a:pt x="4654" y="642"/>
                  </a:lnTo>
                  <a:lnTo>
                    <a:pt x="4413" y="461"/>
                  </a:lnTo>
                  <a:lnTo>
                    <a:pt x="4152" y="301"/>
                  </a:lnTo>
                  <a:lnTo>
                    <a:pt x="3871" y="181"/>
                  </a:lnTo>
                  <a:lnTo>
                    <a:pt x="3631" y="100"/>
                  </a:lnTo>
                  <a:lnTo>
                    <a:pt x="3390" y="40"/>
                  </a:lnTo>
                  <a:lnTo>
                    <a:pt x="3129" y="20"/>
                  </a:lnTo>
                  <a:lnTo>
                    <a:pt x="286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9" name="Google Shape;5399;p21"/>
            <p:cNvSpPr/>
            <p:nvPr/>
          </p:nvSpPr>
          <p:spPr>
            <a:xfrm>
              <a:off x="11088700" y="3285888"/>
              <a:ext cx="142925" cy="211600"/>
            </a:xfrm>
            <a:custGeom>
              <a:avLst/>
              <a:gdLst/>
              <a:ahLst/>
              <a:cxnLst/>
              <a:rect l="l" t="t" r="r" b="b"/>
              <a:pathLst>
                <a:path w="5717" h="8464" fill="none" extrusionOk="0">
                  <a:moveTo>
                    <a:pt x="5716" y="2848"/>
                  </a:moveTo>
                  <a:lnTo>
                    <a:pt x="5716" y="5595"/>
                  </a:lnTo>
                  <a:lnTo>
                    <a:pt x="5716" y="5595"/>
                  </a:lnTo>
                  <a:lnTo>
                    <a:pt x="5696" y="5876"/>
                  </a:lnTo>
                  <a:lnTo>
                    <a:pt x="5656" y="6157"/>
                  </a:lnTo>
                  <a:lnTo>
                    <a:pt x="5596" y="6398"/>
                  </a:lnTo>
                  <a:lnTo>
                    <a:pt x="5516" y="6658"/>
                  </a:lnTo>
                  <a:lnTo>
                    <a:pt x="5416" y="6899"/>
                  </a:lnTo>
                  <a:lnTo>
                    <a:pt x="5275" y="7120"/>
                  </a:lnTo>
                  <a:lnTo>
                    <a:pt x="5135" y="7340"/>
                  </a:lnTo>
                  <a:lnTo>
                    <a:pt x="4954" y="7541"/>
                  </a:lnTo>
                  <a:lnTo>
                    <a:pt x="4954" y="7541"/>
                  </a:lnTo>
                  <a:lnTo>
                    <a:pt x="4754" y="7741"/>
                  </a:lnTo>
                  <a:lnTo>
                    <a:pt x="4533" y="7922"/>
                  </a:lnTo>
                  <a:lnTo>
                    <a:pt x="4293" y="8082"/>
                  </a:lnTo>
                  <a:lnTo>
                    <a:pt x="4032" y="8203"/>
                  </a:lnTo>
                  <a:lnTo>
                    <a:pt x="3751" y="8323"/>
                  </a:lnTo>
                  <a:lnTo>
                    <a:pt x="3470" y="8403"/>
                  </a:lnTo>
                  <a:lnTo>
                    <a:pt x="3170" y="8443"/>
                  </a:lnTo>
                  <a:lnTo>
                    <a:pt x="2869" y="8463"/>
                  </a:lnTo>
                  <a:lnTo>
                    <a:pt x="2869" y="8463"/>
                  </a:lnTo>
                  <a:lnTo>
                    <a:pt x="2568" y="8443"/>
                  </a:lnTo>
                  <a:lnTo>
                    <a:pt x="2287" y="8403"/>
                  </a:lnTo>
                  <a:lnTo>
                    <a:pt x="2006" y="8323"/>
                  </a:lnTo>
                  <a:lnTo>
                    <a:pt x="1746" y="8243"/>
                  </a:lnTo>
                  <a:lnTo>
                    <a:pt x="1505" y="8122"/>
                  </a:lnTo>
                  <a:lnTo>
                    <a:pt x="1264" y="7982"/>
                  </a:lnTo>
                  <a:lnTo>
                    <a:pt x="1044" y="7801"/>
                  </a:lnTo>
                  <a:lnTo>
                    <a:pt x="843" y="7621"/>
                  </a:lnTo>
                  <a:lnTo>
                    <a:pt x="843" y="7621"/>
                  </a:lnTo>
                  <a:lnTo>
                    <a:pt x="663" y="7420"/>
                  </a:lnTo>
                  <a:lnTo>
                    <a:pt x="482" y="7200"/>
                  </a:lnTo>
                  <a:lnTo>
                    <a:pt x="342" y="6959"/>
                  </a:lnTo>
                  <a:lnTo>
                    <a:pt x="222" y="6718"/>
                  </a:lnTo>
                  <a:lnTo>
                    <a:pt x="141" y="6458"/>
                  </a:lnTo>
                  <a:lnTo>
                    <a:pt x="61" y="6177"/>
                  </a:lnTo>
                  <a:lnTo>
                    <a:pt x="21" y="5896"/>
                  </a:lnTo>
                  <a:lnTo>
                    <a:pt x="1" y="5595"/>
                  </a:lnTo>
                  <a:lnTo>
                    <a:pt x="1" y="2848"/>
                  </a:lnTo>
                  <a:lnTo>
                    <a:pt x="1" y="2848"/>
                  </a:lnTo>
                  <a:lnTo>
                    <a:pt x="21" y="2567"/>
                  </a:lnTo>
                  <a:lnTo>
                    <a:pt x="61" y="2286"/>
                  </a:lnTo>
                  <a:lnTo>
                    <a:pt x="141" y="2006"/>
                  </a:lnTo>
                  <a:lnTo>
                    <a:pt x="222" y="1745"/>
                  </a:lnTo>
                  <a:lnTo>
                    <a:pt x="342" y="1484"/>
                  </a:lnTo>
                  <a:lnTo>
                    <a:pt x="482" y="1264"/>
                  </a:lnTo>
                  <a:lnTo>
                    <a:pt x="663" y="1043"/>
                  </a:lnTo>
                  <a:lnTo>
                    <a:pt x="843" y="842"/>
                  </a:lnTo>
                  <a:lnTo>
                    <a:pt x="1044" y="642"/>
                  </a:lnTo>
                  <a:lnTo>
                    <a:pt x="1264" y="482"/>
                  </a:lnTo>
                  <a:lnTo>
                    <a:pt x="1505" y="341"/>
                  </a:lnTo>
                  <a:lnTo>
                    <a:pt x="1746" y="221"/>
                  </a:lnTo>
                  <a:lnTo>
                    <a:pt x="2006" y="121"/>
                  </a:lnTo>
                  <a:lnTo>
                    <a:pt x="2287" y="60"/>
                  </a:lnTo>
                  <a:lnTo>
                    <a:pt x="2568" y="20"/>
                  </a:lnTo>
                  <a:lnTo>
                    <a:pt x="2869" y="0"/>
                  </a:lnTo>
                  <a:lnTo>
                    <a:pt x="2869" y="0"/>
                  </a:lnTo>
                  <a:lnTo>
                    <a:pt x="3129" y="20"/>
                  </a:lnTo>
                  <a:lnTo>
                    <a:pt x="3390" y="40"/>
                  </a:lnTo>
                  <a:lnTo>
                    <a:pt x="3631" y="100"/>
                  </a:lnTo>
                  <a:lnTo>
                    <a:pt x="3871" y="181"/>
                  </a:lnTo>
                  <a:lnTo>
                    <a:pt x="3871" y="181"/>
                  </a:lnTo>
                  <a:lnTo>
                    <a:pt x="4152" y="301"/>
                  </a:lnTo>
                  <a:lnTo>
                    <a:pt x="4413" y="461"/>
                  </a:lnTo>
                  <a:lnTo>
                    <a:pt x="4654" y="642"/>
                  </a:lnTo>
                  <a:lnTo>
                    <a:pt x="4874" y="842"/>
                  </a:lnTo>
                  <a:lnTo>
                    <a:pt x="4874" y="842"/>
                  </a:lnTo>
                  <a:lnTo>
                    <a:pt x="5055" y="1043"/>
                  </a:lnTo>
                  <a:lnTo>
                    <a:pt x="5235" y="1264"/>
                  </a:lnTo>
                  <a:lnTo>
                    <a:pt x="5376" y="1484"/>
                  </a:lnTo>
                  <a:lnTo>
                    <a:pt x="5496" y="1745"/>
                  </a:lnTo>
                  <a:lnTo>
                    <a:pt x="5596" y="2006"/>
                  </a:lnTo>
                  <a:lnTo>
                    <a:pt x="5656" y="2286"/>
                  </a:lnTo>
                  <a:lnTo>
                    <a:pt x="5696" y="2567"/>
                  </a:lnTo>
                  <a:lnTo>
                    <a:pt x="5716" y="284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0" name="Google Shape;5400;p21"/>
            <p:cNvSpPr/>
            <p:nvPr/>
          </p:nvSpPr>
          <p:spPr>
            <a:xfrm>
              <a:off x="11139850" y="3285888"/>
              <a:ext cx="72725" cy="211600"/>
            </a:xfrm>
            <a:custGeom>
              <a:avLst/>
              <a:gdLst/>
              <a:ahLst/>
              <a:cxnLst/>
              <a:rect l="l" t="t" r="r" b="b"/>
              <a:pathLst>
                <a:path w="2909" h="8464" extrusionOk="0">
                  <a:moveTo>
                    <a:pt x="602" y="0"/>
                  </a:moveTo>
                  <a:lnTo>
                    <a:pt x="402" y="20"/>
                  </a:lnTo>
                  <a:lnTo>
                    <a:pt x="201" y="60"/>
                  </a:lnTo>
                  <a:lnTo>
                    <a:pt x="0" y="121"/>
                  </a:lnTo>
                  <a:lnTo>
                    <a:pt x="101" y="582"/>
                  </a:lnTo>
                  <a:lnTo>
                    <a:pt x="161" y="1043"/>
                  </a:lnTo>
                  <a:lnTo>
                    <a:pt x="201" y="1524"/>
                  </a:lnTo>
                  <a:lnTo>
                    <a:pt x="221" y="2006"/>
                  </a:lnTo>
                  <a:lnTo>
                    <a:pt x="221" y="8403"/>
                  </a:lnTo>
                  <a:lnTo>
                    <a:pt x="522" y="8443"/>
                  </a:lnTo>
                  <a:lnTo>
                    <a:pt x="823" y="8463"/>
                  </a:lnTo>
                  <a:lnTo>
                    <a:pt x="1124" y="8443"/>
                  </a:lnTo>
                  <a:lnTo>
                    <a:pt x="1424" y="8403"/>
                  </a:lnTo>
                  <a:lnTo>
                    <a:pt x="1705" y="8323"/>
                  </a:lnTo>
                  <a:lnTo>
                    <a:pt x="1986" y="8203"/>
                  </a:lnTo>
                  <a:lnTo>
                    <a:pt x="2247" y="8082"/>
                  </a:lnTo>
                  <a:lnTo>
                    <a:pt x="2487" y="7922"/>
                  </a:lnTo>
                  <a:lnTo>
                    <a:pt x="2708" y="7741"/>
                  </a:lnTo>
                  <a:lnTo>
                    <a:pt x="2908" y="7541"/>
                  </a:lnTo>
                  <a:lnTo>
                    <a:pt x="2788" y="7460"/>
                  </a:lnTo>
                  <a:lnTo>
                    <a:pt x="2628" y="7360"/>
                  </a:lnTo>
                  <a:lnTo>
                    <a:pt x="2507" y="7240"/>
                  </a:lnTo>
                  <a:lnTo>
                    <a:pt x="2367" y="7100"/>
                  </a:lnTo>
                  <a:lnTo>
                    <a:pt x="2267" y="6959"/>
                  </a:lnTo>
                  <a:lnTo>
                    <a:pt x="2066" y="6658"/>
                  </a:lnTo>
                  <a:lnTo>
                    <a:pt x="1886" y="6337"/>
                  </a:lnTo>
                  <a:lnTo>
                    <a:pt x="1765" y="5997"/>
                  </a:lnTo>
                  <a:lnTo>
                    <a:pt x="1645" y="5656"/>
                  </a:lnTo>
                  <a:lnTo>
                    <a:pt x="1545" y="5295"/>
                  </a:lnTo>
                  <a:lnTo>
                    <a:pt x="1464" y="4954"/>
                  </a:lnTo>
                  <a:lnTo>
                    <a:pt x="1384" y="4533"/>
                  </a:lnTo>
                  <a:lnTo>
                    <a:pt x="1304" y="3971"/>
                  </a:lnTo>
                  <a:lnTo>
                    <a:pt x="1244" y="3309"/>
                  </a:lnTo>
                  <a:lnTo>
                    <a:pt x="1224" y="2968"/>
                  </a:lnTo>
                  <a:lnTo>
                    <a:pt x="1224" y="2607"/>
                  </a:lnTo>
                  <a:lnTo>
                    <a:pt x="1224" y="2266"/>
                  </a:lnTo>
                  <a:lnTo>
                    <a:pt x="1264" y="1905"/>
                  </a:lnTo>
                  <a:lnTo>
                    <a:pt x="1304" y="1564"/>
                  </a:lnTo>
                  <a:lnTo>
                    <a:pt x="1364" y="1244"/>
                  </a:lnTo>
                  <a:lnTo>
                    <a:pt x="1444" y="943"/>
                  </a:lnTo>
                  <a:lnTo>
                    <a:pt x="1545" y="662"/>
                  </a:lnTo>
                  <a:lnTo>
                    <a:pt x="1685" y="401"/>
                  </a:lnTo>
                  <a:lnTo>
                    <a:pt x="1825" y="181"/>
                  </a:lnTo>
                  <a:lnTo>
                    <a:pt x="1585" y="100"/>
                  </a:lnTo>
                  <a:lnTo>
                    <a:pt x="1344" y="40"/>
                  </a:lnTo>
                  <a:lnTo>
                    <a:pt x="1083" y="20"/>
                  </a:lnTo>
                  <a:lnTo>
                    <a:pt x="823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1" name="Google Shape;5401;p21"/>
            <p:cNvSpPr/>
            <p:nvPr/>
          </p:nvSpPr>
          <p:spPr>
            <a:xfrm>
              <a:off x="11139850" y="3285888"/>
              <a:ext cx="72725" cy="211600"/>
            </a:xfrm>
            <a:custGeom>
              <a:avLst/>
              <a:gdLst/>
              <a:ahLst/>
              <a:cxnLst/>
              <a:rect l="l" t="t" r="r" b="b"/>
              <a:pathLst>
                <a:path w="2909" h="8464" fill="none" extrusionOk="0">
                  <a:moveTo>
                    <a:pt x="823" y="0"/>
                  </a:moveTo>
                  <a:lnTo>
                    <a:pt x="823" y="0"/>
                  </a:lnTo>
                  <a:lnTo>
                    <a:pt x="602" y="0"/>
                  </a:lnTo>
                  <a:lnTo>
                    <a:pt x="402" y="20"/>
                  </a:lnTo>
                  <a:lnTo>
                    <a:pt x="201" y="6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101" y="582"/>
                  </a:lnTo>
                  <a:lnTo>
                    <a:pt x="161" y="1043"/>
                  </a:lnTo>
                  <a:lnTo>
                    <a:pt x="201" y="1524"/>
                  </a:lnTo>
                  <a:lnTo>
                    <a:pt x="221" y="2006"/>
                  </a:lnTo>
                  <a:lnTo>
                    <a:pt x="221" y="8403"/>
                  </a:lnTo>
                  <a:lnTo>
                    <a:pt x="221" y="8403"/>
                  </a:lnTo>
                  <a:lnTo>
                    <a:pt x="522" y="8443"/>
                  </a:lnTo>
                  <a:lnTo>
                    <a:pt x="823" y="8463"/>
                  </a:lnTo>
                  <a:lnTo>
                    <a:pt x="823" y="8463"/>
                  </a:lnTo>
                  <a:lnTo>
                    <a:pt x="1124" y="8443"/>
                  </a:lnTo>
                  <a:lnTo>
                    <a:pt x="1424" y="8403"/>
                  </a:lnTo>
                  <a:lnTo>
                    <a:pt x="1705" y="8323"/>
                  </a:lnTo>
                  <a:lnTo>
                    <a:pt x="1986" y="8203"/>
                  </a:lnTo>
                  <a:lnTo>
                    <a:pt x="2247" y="8082"/>
                  </a:lnTo>
                  <a:lnTo>
                    <a:pt x="2487" y="7922"/>
                  </a:lnTo>
                  <a:lnTo>
                    <a:pt x="2708" y="7741"/>
                  </a:lnTo>
                  <a:lnTo>
                    <a:pt x="2908" y="7541"/>
                  </a:lnTo>
                  <a:lnTo>
                    <a:pt x="2908" y="7541"/>
                  </a:lnTo>
                  <a:lnTo>
                    <a:pt x="2788" y="7460"/>
                  </a:lnTo>
                  <a:lnTo>
                    <a:pt x="2788" y="7460"/>
                  </a:lnTo>
                  <a:lnTo>
                    <a:pt x="2628" y="7360"/>
                  </a:lnTo>
                  <a:lnTo>
                    <a:pt x="2507" y="7240"/>
                  </a:lnTo>
                  <a:lnTo>
                    <a:pt x="2367" y="7100"/>
                  </a:lnTo>
                  <a:lnTo>
                    <a:pt x="2267" y="6959"/>
                  </a:lnTo>
                  <a:lnTo>
                    <a:pt x="2066" y="6658"/>
                  </a:lnTo>
                  <a:lnTo>
                    <a:pt x="1886" y="6337"/>
                  </a:lnTo>
                  <a:lnTo>
                    <a:pt x="1765" y="5997"/>
                  </a:lnTo>
                  <a:lnTo>
                    <a:pt x="1645" y="5656"/>
                  </a:lnTo>
                  <a:lnTo>
                    <a:pt x="1545" y="5295"/>
                  </a:lnTo>
                  <a:lnTo>
                    <a:pt x="1464" y="4954"/>
                  </a:lnTo>
                  <a:lnTo>
                    <a:pt x="1464" y="4954"/>
                  </a:lnTo>
                  <a:lnTo>
                    <a:pt x="1384" y="4533"/>
                  </a:lnTo>
                  <a:lnTo>
                    <a:pt x="1304" y="3971"/>
                  </a:lnTo>
                  <a:lnTo>
                    <a:pt x="1244" y="3309"/>
                  </a:lnTo>
                  <a:lnTo>
                    <a:pt x="1224" y="2968"/>
                  </a:lnTo>
                  <a:lnTo>
                    <a:pt x="1224" y="2607"/>
                  </a:lnTo>
                  <a:lnTo>
                    <a:pt x="1224" y="2266"/>
                  </a:lnTo>
                  <a:lnTo>
                    <a:pt x="1264" y="1905"/>
                  </a:lnTo>
                  <a:lnTo>
                    <a:pt x="1304" y="1564"/>
                  </a:lnTo>
                  <a:lnTo>
                    <a:pt x="1364" y="1244"/>
                  </a:lnTo>
                  <a:lnTo>
                    <a:pt x="1444" y="943"/>
                  </a:lnTo>
                  <a:lnTo>
                    <a:pt x="1545" y="662"/>
                  </a:lnTo>
                  <a:lnTo>
                    <a:pt x="1685" y="401"/>
                  </a:lnTo>
                  <a:lnTo>
                    <a:pt x="1825" y="181"/>
                  </a:lnTo>
                  <a:lnTo>
                    <a:pt x="1825" y="181"/>
                  </a:lnTo>
                  <a:lnTo>
                    <a:pt x="1585" y="100"/>
                  </a:lnTo>
                  <a:lnTo>
                    <a:pt x="1344" y="40"/>
                  </a:lnTo>
                  <a:lnTo>
                    <a:pt x="1083" y="20"/>
                  </a:lnTo>
                  <a:lnTo>
                    <a:pt x="82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2" name="Google Shape;5402;p21"/>
            <p:cNvSpPr/>
            <p:nvPr/>
          </p:nvSpPr>
          <p:spPr>
            <a:xfrm>
              <a:off x="10603400" y="2300713"/>
              <a:ext cx="76225" cy="76225"/>
            </a:xfrm>
            <a:custGeom>
              <a:avLst/>
              <a:gdLst/>
              <a:ahLst/>
              <a:cxnLst/>
              <a:rect l="l" t="t" r="r" b="b"/>
              <a:pathLst>
                <a:path w="3049" h="3049" extrusionOk="0">
                  <a:moveTo>
                    <a:pt x="1464" y="0"/>
                  </a:moveTo>
                  <a:lnTo>
                    <a:pt x="1284" y="20"/>
                  </a:lnTo>
                  <a:lnTo>
                    <a:pt x="1123" y="60"/>
                  </a:lnTo>
                  <a:lnTo>
                    <a:pt x="963" y="120"/>
                  </a:lnTo>
                  <a:lnTo>
                    <a:pt x="822" y="180"/>
                  </a:lnTo>
                  <a:lnTo>
                    <a:pt x="682" y="261"/>
                  </a:lnTo>
                  <a:lnTo>
                    <a:pt x="542" y="361"/>
                  </a:lnTo>
                  <a:lnTo>
                    <a:pt x="441" y="481"/>
                  </a:lnTo>
                  <a:lnTo>
                    <a:pt x="321" y="622"/>
                  </a:lnTo>
                  <a:lnTo>
                    <a:pt x="241" y="742"/>
                  </a:lnTo>
                  <a:lnTo>
                    <a:pt x="161" y="902"/>
                  </a:lnTo>
                  <a:lnTo>
                    <a:pt x="100" y="1043"/>
                  </a:lnTo>
                  <a:lnTo>
                    <a:pt x="40" y="1223"/>
                  </a:lnTo>
                  <a:lnTo>
                    <a:pt x="20" y="1384"/>
                  </a:lnTo>
                  <a:lnTo>
                    <a:pt x="0" y="1564"/>
                  </a:lnTo>
                  <a:lnTo>
                    <a:pt x="20" y="1725"/>
                  </a:lnTo>
                  <a:lnTo>
                    <a:pt x="40" y="1865"/>
                  </a:lnTo>
                  <a:lnTo>
                    <a:pt x="80" y="1985"/>
                  </a:lnTo>
                  <a:lnTo>
                    <a:pt x="121" y="2126"/>
                  </a:lnTo>
                  <a:lnTo>
                    <a:pt x="181" y="2246"/>
                  </a:lnTo>
                  <a:lnTo>
                    <a:pt x="261" y="2366"/>
                  </a:lnTo>
                  <a:lnTo>
                    <a:pt x="341" y="2467"/>
                  </a:lnTo>
                  <a:lnTo>
                    <a:pt x="441" y="2587"/>
                  </a:lnTo>
                  <a:lnTo>
                    <a:pt x="542" y="2687"/>
                  </a:lnTo>
                  <a:lnTo>
                    <a:pt x="662" y="2768"/>
                  </a:lnTo>
                  <a:lnTo>
                    <a:pt x="782" y="2848"/>
                  </a:lnTo>
                  <a:lnTo>
                    <a:pt x="923" y="2908"/>
                  </a:lnTo>
                  <a:lnTo>
                    <a:pt x="1063" y="2968"/>
                  </a:lnTo>
                  <a:lnTo>
                    <a:pt x="1223" y="3008"/>
                  </a:lnTo>
                  <a:lnTo>
                    <a:pt x="1384" y="3028"/>
                  </a:lnTo>
                  <a:lnTo>
                    <a:pt x="1544" y="3048"/>
                  </a:lnTo>
                  <a:lnTo>
                    <a:pt x="1725" y="3028"/>
                  </a:lnTo>
                  <a:lnTo>
                    <a:pt x="1925" y="3008"/>
                  </a:lnTo>
                  <a:lnTo>
                    <a:pt x="2126" y="2928"/>
                  </a:lnTo>
                  <a:lnTo>
                    <a:pt x="2306" y="2848"/>
                  </a:lnTo>
                  <a:lnTo>
                    <a:pt x="2487" y="2727"/>
                  </a:lnTo>
                  <a:lnTo>
                    <a:pt x="2627" y="2567"/>
                  </a:lnTo>
                  <a:lnTo>
                    <a:pt x="2768" y="2407"/>
                  </a:lnTo>
                  <a:lnTo>
                    <a:pt x="2868" y="2226"/>
                  </a:lnTo>
                  <a:lnTo>
                    <a:pt x="2948" y="2026"/>
                  </a:lnTo>
                  <a:lnTo>
                    <a:pt x="3008" y="1865"/>
                  </a:lnTo>
                  <a:lnTo>
                    <a:pt x="3028" y="1685"/>
                  </a:lnTo>
                  <a:lnTo>
                    <a:pt x="3048" y="1504"/>
                  </a:lnTo>
                  <a:lnTo>
                    <a:pt x="3028" y="1324"/>
                  </a:lnTo>
                  <a:lnTo>
                    <a:pt x="3008" y="1163"/>
                  </a:lnTo>
                  <a:lnTo>
                    <a:pt x="2948" y="1003"/>
                  </a:lnTo>
                  <a:lnTo>
                    <a:pt x="2888" y="842"/>
                  </a:lnTo>
                  <a:lnTo>
                    <a:pt x="2788" y="702"/>
                  </a:lnTo>
                  <a:lnTo>
                    <a:pt x="2687" y="562"/>
                  </a:lnTo>
                  <a:lnTo>
                    <a:pt x="2587" y="441"/>
                  </a:lnTo>
                  <a:lnTo>
                    <a:pt x="2447" y="321"/>
                  </a:lnTo>
                  <a:lnTo>
                    <a:pt x="2306" y="221"/>
                  </a:lnTo>
                  <a:lnTo>
                    <a:pt x="2166" y="140"/>
                  </a:lnTo>
                  <a:lnTo>
                    <a:pt x="1986" y="80"/>
                  </a:lnTo>
                  <a:lnTo>
                    <a:pt x="1825" y="40"/>
                  </a:lnTo>
                  <a:lnTo>
                    <a:pt x="1645" y="20"/>
                  </a:lnTo>
                  <a:lnTo>
                    <a:pt x="1464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3" name="Google Shape;5403;p21"/>
            <p:cNvSpPr/>
            <p:nvPr/>
          </p:nvSpPr>
          <p:spPr>
            <a:xfrm>
              <a:off x="10137625" y="2651163"/>
              <a:ext cx="1007775" cy="478825"/>
            </a:xfrm>
            <a:custGeom>
              <a:avLst/>
              <a:gdLst/>
              <a:ahLst/>
              <a:cxnLst/>
              <a:rect l="l" t="t" r="r" b="b"/>
              <a:pathLst>
                <a:path w="40311" h="19153" extrusionOk="0">
                  <a:moveTo>
                    <a:pt x="5877" y="0"/>
                  </a:moveTo>
                  <a:lnTo>
                    <a:pt x="5576" y="20"/>
                  </a:lnTo>
                  <a:lnTo>
                    <a:pt x="5255" y="60"/>
                  </a:lnTo>
                  <a:lnTo>
                    <a:pt x="4954" y="120"/>
                  </a:lnTo>
                  <a:lnTo>
                    <a:pt x="4653" y="201"/>
                  </a:lnTo>
                  <a:lnTo>
                    <a:pt x="4352" y="281"/>
                  </a:lnTo>
                  <a:lnTo>
                    <a:pt x="4072" y="381"/>
                  </a:lnTo>
                  <a:lnTo>
                    <a:pt x="3791" y="481"/>
                  </a:lnTo>
                  <a:lnTo>
                    <a:pt x="3510" y="602"/>
                  </a:lnTo>
                  <a:lnTo>
                    <a:pt x="3249" y="742"/>
                  </a:lnTo>
                  <a:lnTo>
                    <a:pt x="2989" y="903"/>
                  </a:lnTo>
                  <a:lnTo>
                    <a:pt x="2728" y="1063"/>
                  </a:lnTo>
                  <a:lnTo>
                    <a:pt x="2487" y="1223"/>
                  </a:lnTo>
                  <a:lnTo>
                    <a:pt x="2267" y="1404"/>
                  </a:lnTo>
                  <a:lnTo>
                    <a:pt x="2046" y="1604"/>
                  </a:lnTo>
                  <a:lnTo>
                    <a:pt x="1826" y="1805"/>
                  </a:lnTo>
                  <a:lnTo>
                    <a:pt x="1625" y="2026"/>
                  </a:lnTo>
                  <a:lnTo>
                    <a:pt x="1424" y="2246"/>
                  </a:lnTo>
                  <a:lnTo>
                    <a:pt x="1244" y="2487"/>
                  </a:lnTo>
                  <a:lnTo>
                    <a:pt x="1063" y="2728"/>
                  </a:lnTo>
                  <a:lnTo>
                    <a:pt x="903" y="2988"/>
                  </a:lnTo>
                  <a:lnTo>
                    <a:pt x="763" y="3229"/>
                  </a:lnTo>
                  <a:lnTo>
                    <a:pt x="622" y="3510"/>
                  </a:lnTo>
                  <a:lnTo>
                    <a:pt x="502" y="3770"/>
                  </a:lnTo>
                  <a:lnTo>
                    <a:pt x="382" y="4051"/>
                  </a:lnTo>
                  <a:lnTo>
                    <a:pt x="281" y="4352"/>
                  </a:lnTo>
                  <a:lnTo>
                    <a:pt x="201" y="4633"/>
                  </a:lnTo>
                  <a:lnTo>
                    <a:pt x="141" y="4934"/>
                  </a:lnTo>
                  <a:lnTo>
                    <a:pt x="81" y="5254"/>
                  </a:lnTo>
                  <a:lnTo>
                    <a:pt x="41" y="5555"/>
                  </a:lnTo>
                  <a:lnTo>
                    <a:pt x="21" y="5876"/>
                  </a:lnTo>
                  <a:lnTo>
                    <a:pt x="1" y="6197"/>
                  </a:lnTo>
                  <a:lnTo>
                    <a:pt x="1" y="12955"/>
                  </a:lnTo>
                  <a:lnTo>
                    <a:pt x="21" y="13276"/>
                  </a:lnTo>
                  <a:lnTo>
                    <a:pt x="41" y="13577"/>
                  </a:lnTo>
                  <a:lnTo>
                    <a:pt x="81" y="13898"/>
                  </a:lnTo>
                  <a:lnTo>
                    <a:pt x="141" y="14199"/>
                  </a:lnTo>
                  <a:lnTo>
                    <a:pt x="201" y="14500"/>
                  </a:lnTo>
                  <a:lnTo>
                    <a:pt x="281" y="14800"/>
                  </a:lnTo>
                  <a:lnTo>
                    <a:pt x="382" y="15081"/>
                  </a:lnTo>
                  <a:lnTo>
                    <a:pt x="502" y="15362"/>
                  </a:lnTo>
                  <a:lnTo>
                    <a:pt x="622" y="15643"/>
                  </a:lnTo>
                  <a:lnTo>
                    <a:pt x="763" y="15903"/>
                  </a:lnTo>
                  <a:lnTo>
                    <a:pt x="903" y="16164"/>
                  </a:lnTo>
                  <a:lnTo>
                    <a:pt x="1063" y="16405"/>
                  </a:lnTo>
                  <a:lnTo>
                    <a:pt x="1244" y="16665"/>
                  </a:lnTo>
                  <a:lnTo>
                    <a:pt x="1424" y="16886"/>
                  </a:lnTo>
                  <a:lnTo>
                    <a:pt x="1625" y="17107"/>
                  </a:lnTo>
                  <a:lnTo>
                    <a:pt x="1826" y="17327"/>
                  </a:lnTo>
                  <a:lnTo>
                    <a:pt x="2046" y="17528"/>
                  </a:lnTo>
                  <a:lnTo>
                    <a:pt x="2267" y="17728"/>
                  </a:lnTo>
                  <a:lnTo>
                    <a:pt x="2487" y="17909"/>
                  </a:lnTo>
                  <a:lnTo>
                    <a:pt x="2728" y="18089"/>
                  </a:lnTo>
                  <a:lnTo>
                    <a:pt x="2989" y="18250"/>
                  </a:lnTo>
                  <a:lnTo>
                    <a:pt x="3249" y="18390"/>
                  </a:lnTo>
                  <a:lnTo>
                    <a:pt x="3510" y="18531"/>
                  </a:lnTo>
                  <a:lnTo>
                    <a:pt x="3791" y="18651"/>
                  </a:lnTo>
                  <a:lnTo>
                    <a:pt x="4072" y="18771"/>
                  </a:lnTo>
                  <a:lnTo>
                    <a:pt x="4352" y="18871"/>
                  </a:lnTo>
                  <a:lnTo>
                    <a:pt x="4653" y="18952"/>
                  </a:lnTo>
                  <a:lnTo>
                    <a:pt x="4954" y="19012"/>
                  </a:lnTo>
                  <a:lnTo>
                    <a:pt x="5255" y="19072"/>
                  </a:lnTo>
                  <a:lnTo>
                    <a:pt x="5576" y="19112"/>
                  </a:lnTo>
                  <a:lnTo>
                    <a:pt x="5877" y="19132"/>
                  </a:lnTo>
                  <a:lnTo>
                    <a:pt x="6197" y="19152"/>
                  </a:lnTo>
                  <a:lnTo>
                    <a:pt x="34113" y="19152"/>
                  </a:lnTo>
                  <a:lnTo>
                    <a:pt x="34655" y="19132"/>
                  </a:lnTo>
                  <a:lnTo>
                    <a:pt x="35176" y="19052"/>
                  </a:lnTo>
                  <a:lnTo>
                    <a:pt x="35677" y="18952"/>
                  </a:lnTo>
                  <a:lnTo>
                    <a:pt x="36159" y="18791"/>
                  </a:lnTo>
                  <a:lnTo>
                    <a:pt x="36640" y="18611"/>
                  </a:lnTo>
                  <a:lnTo>
                    <a:pt x="37081" y="18390"/>
                  </a:lnTo>
                  <a:lnTo>
                    <a:pt x="37522" y="18129"/>
                  </a:lnTo>
                  <a:lnTo>
                    <a:pt x="37924" y="17829"/>
                  </a:lnTo>
                  <a:lnTo>
                    <a:pt x="38184" y="17608"/>
                  </a:lnTo>
                  <a:lnTo>
                    <a:pt x="38445" y="17387"/>
                  </a:lnTo>
                  <a:lnTo>
                    <a:pt x="38686" y="17127"/>
                  </a:lnTo>
                  <a:lnTo>
                    <a:pt x="38906" y="16866"/>
                  </a:lnTo>
                  <a:lnTo>
                    <a:pt x="39127" y="16605"/>
                  </a:lnTo>
                  <a:lnTo>
                    <a:pt x="39307" y="16325"/>
                  </a:lnTo>
                  <a:lnTo>
                    <a:pt x="39488" y="16024"/>
                  </a:lnTo>
                  <a:lnTo>
                    <a:pt x="39668" y="15723"/>
                  </a:lnTo>
                  <a:lnTo>
                    <a:pt x="39809" y="15402"/>
                  </a:lnTo>
                  <a:lnTo>
                    <a:pt x="39929" y="15081"/>
                  </a:lnTo>
                  <a:lnTo>
                    <a:pt x="40049" y="14740"/>
                  </a:lnTo>
                  <a:lnTo>
                    <a:pt x="40150" y="14399"/>
                  </a:lnTo>
                  <a:lnTo>
                    <a:pt x="40210" y="14038"/>
                  </a:lnTo>
                  <a:lnTo>
                    <a:pt x="40270" y="13677"/>
                  </a:lnTo>
                  <a:lnTo>
                    <a:pt x="40290" y="13316"/>
                  </a:lnTo>
                  <a:lnTo>
                    <a:pt x="40310" y="12955"/>
                  </a:lnTo>
                  <a:lnTo>
                    <a:pt x="40310" y="6197"/>
                  </a:lnTo>
                  <a:lnTo>
                    <a:pt x="40310" y="5876"/>
                  </a:lnTo>
                  <a:lnTo>
                    <a:pt x="40270" y="5555"/>
                  </a:lnTo>
                  <a:lnTo>
                    <a:pt x="40230" y="5254"/>
                  </a:lnTo>
                  <a:lnTo>
                    <a:pt x="40190" y="4934"/>
                  </a:lnTo>
                  <a:lnTo>
                    <a:pt x="40110" y="4633"/>
                  </a:lnTo>
                  <a:lnTo>
                    <a:pt x="40029" y="4352"/>
                  </a:lnTo>
                  <a:lnTo>
                    <a:pt x="39929" y="4051"/>
                  </a:lnTo>
                  <a:lnTo>
                    <a:pt x="39829" y="3770"/>
                  </a:lnTo>
                  <a:lnTo>
                    <a:pt x="39688" y="3510"/>
                  </a:lnTo>
                  <a:lnTo>
                    <a:pt x="39568" y="3229"/>
                  </a:lnTo>
                  <a:lnTo>
                    <a:pt x="39408" y="2988"/>
                  </a:lnTo>
                  <a:lnTo>
                    <a:pt x="39247" y="2728"/>
                  </a:lnTo>
                  <a:lnTo>
                    <a:pt x="39087" y="2487"/>
                  </a:lnTo>
                  <a:lnTo>
                    <a:pt x="38886" y="2246"/>
                  </a:lnTo>
                  <a:lnTo>
                    <a:pt x="38706" y="2026"/>
                  </a:lnTo>
                  <a:lnTo>
                    <a:pt x="38485" y="1805"/>
                  </a:lnTo>
                  <a:lnTo>
                    <a:pt x="38285" y="1604"/>
                  </a:lnTo>
                  <a:lnTo>
                    <a:pt x="38064" y="1404"/>
                  </a:lnTo>
                  <a:lnTo>
                    <a:pt x="37823" y="1223"/>
                  </a:lnTo>
                  <a:lnTo>
                    <a:pt x="37583" y="1063"/>
                  </a:lnTo>
                  <a:lnTo>
                    <a:pt x="37322" y="903"/>
                  </a:lnTo>
                  <a:lnTo>
                    <a:pt x="37061" y="742"/>
                  </a:lnTo>
                  <a:lnTo>
                    <a:pt x="36801" y="602"/>
                  </a:lnTo>
                  <a:lnTo>
                    <a:pt x="36520" y="481"/>
                  </a:lnTo>
                  <a:lnTo>
                    <a:pt x="36239" y="381"/>
                  </a:lnTo>
                  <a:lnTo>
                    <a:pt x="35958" y="281"/>
                  </a:lnTo>
                  <a:lnTo>
                    <a:pt x="35657" y="201"/>
                  </a:lnTo>
                  <a:lnTo>
                    <a:pt x="35357" y="120"/>
                  </a:lnTo>
                  <a:lnTo>
                    <a:pt x="35056" y="60"/>
                  </a:lnTo>
                  <a:lnTo>
                    <a:pt x="34755" y="20"/>
                  </a:lnTo>
                  <a:lnTo>
                    <a:pt x="344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4" name="Google Shape;5404;p21"/>
            <p:cNvSpPr/>
            <p:nvPr/>
          </p:nvSpPr>
          <p:spPr>
            <a:xfrm>
              <a:off x="10137625" y="2651163"/>
              <a:ext cx="1007775" cy="478825"/>
            </a:xfrm>
            <a:custGeom>
              <a:avLst/>
              <a:gdLst/>
              <a:ahLst/>
              <a:cxnLst/>
              <a:rect l="l" t="t" r="r" b="b"/>
              <a:pathLst>
                <a:path w="40311" h="19153" fill="none" extrusionOk="0">
                  <a:moveTo>
                    <a:pt x="40310" y="6197"/>
                  </a:moveTo>
                  <a:lnTo>
                    <a:pt x="40310" y="12955"/>
                  </a:lnTo>
                  <a:lnTo>
                    <a:pt x="40310" y="12955"/>
                  </a:lnTo>
                  <a:lnTo>
                    <a:pt x="40290" y="13316"/>
                  </a:lnTo>
                  <a:lnTo>
                    <a:pt x="40270" y="13677"/>
                  </a:lnTo>
                  <a:lnTo>
                    <a:pt x="40210" y="14038"/>
                  </a:lnTo>
                  <a:lnTo>
                    <a:pt x="40150" y="14399"/>
                  </a:lnTo>
                  <a:lnTo>
                    <a:pt x="40049" y="14740"/>
                  </a:lnTo>
                  <a:lnTo>
                    <a:pt x="39929" y="15081"/>
                  </a:lnTo>
                  <a:lnTo>
                    <a:pt x="39809" y="15402"/>
                  </a:lnTo>
                  <a:lnTo>
                    <a:pt x="39668" y="15723"/>
                  </a:lnTo>
                  <a:lnTo>
                    <a:pt x="39488" y="16024"/>
                  </a:lnTo>
                  <a:lnTo>
                    <a:pt x="39307" y="16325"/>
                  </a:lnTo>
                  <a:lnTo>
                    <a:pt x="39127" y="16605"/>
                  </a:lnTo>
                  <a:lnTo>
                    <a:pt x="38906" y="16866"/>
                  </a:lnTo>
                  <a:lnTo>
                    <a:pt x="38686" y="17127"/>
                  </a:lnTo>
                  <a:lnTo>
                    <a:pt x="38445" y="17387"/>
                  </a:lnTo>
                  <a:lnTo>
                    <a:pt x="38184" y="17608"/>
                  </a:lnTo>
                  <a:lnTo>
                    <a:pt x="37924" y="17829"/>
                  </a:lnTo>
                  <a:lnTo>
                    <a:pt x="37924" y="17829"/>
                  </a:lnTo>
                  <a:lnTo>
                    <a:pt x="37522" y="18129"/>
                  </a:lnTo>
                  <a:lnTo>
                    <a:pt x="37081" y="18390"/>
                  </a:lnTo>
                  <a:lnTo>
                    <a:pt x="36640" y="18611"/>
                  </a:lnTo>
                  <a:lnTo>
                    <a:pt x="36159" y="18791"/>
                  </a:lnTo>
                  <a:lnTo>
                    <a:pt x="35677" y="18952"/>
                  </a:lnTo>
                  <a:lnTo>
                    <a:pt x="35176" y="19052"/>
                  </a:lnTo>
                  <a:lnTo>
                    <a:pt x="34655" y="19132"/>
                  </a:lnTo>
                  <a:lnTo>
                    <a:pt x="34113" y="19152"/>
                  </a:lnTo>
                  <a:lnTo>
                    <a:pt x="6197" y="19152"/>
                  </a:lnTo>
                  <a:lnTo>
                    <a:pt x="6197" y="19152"/>
                  </a:lnTo>
                  <a:lnTo>
                    <a:pt x="5877" y="19132"/>
                  </a:lnTo>
                  <a:lnTo>
                    <a:pt x="5576" y="19112"/>
                  </a:lnTo>
                  <a:lnTo>
                    <a:pt x="5255" y="19072"/>
                  </a:lnTo>
                  <a:lnTo>
                    <a:pt x="4954" y="19012"/>
                  </a:lnTo>
                  <a:lnTo>
                    <a:pt x="4653" y="18952"/>
                  </a:lnTo>
                  <a:lnTo>
                    <a:pt x="4352" y="18871"/>
                  </a:lnTo>
                  <a:lnTo>
                    <a:pt x="4072" y="18771"/>
                  </a:lnTo>
                  <a:lnTo>
                    <a:pt x="3791" y="18651"/>
                  </a:lnTo>
                  <a:lnTo>
                    <a:pt x="3510" y="18531"/>
                  </a:lnTo>
                  <a:lnTo>
                    <a:pt x="3249" y="18390"/>
                  </a:lnTo>
                  <a:lnTo>
                    <a:pt x="2989" y="18250"/>
                  </a:lnTo>
                  <a:lnTo>
                    <a:pt x="2728" y="18089"/>
                  </a:lnTo>
                  <a:lnTo>
                    <a:pt x="2487" y="17909"/>
                  </a:lnTo>
                  <a:lnTo>
                    <a:pt x="2267" y="17728"/>
                  </a:lnTo>
                  <a:lnTo>
                    <a:pt x="2046" y="17528"/>
                  </a:lnTo>
                  <a:lnTo>
                    <a:pt x="1826" y="17327"/>
                  </a:lnTo>
                  <a:lnTo>
                    <a:pt x="1625" y="17107"/>
                  </a:lnTo>
                  <a:lnTo>
                    <a:pt x="1424" y="16886"/>
                  </a:lnTo>
                  <a:lnTo>
                    <a:pt x="1244" y="16665"/>
                  </a:lnTo>
                  <a:lnTo>
                    <a:pt x="1063" y="16405"/>
                  </a:lnTo>
                  <a:lnTo>
                    <a:pt x="903" y="16164"/>
                  </a:lnTo>
                  <a:lnTo>
                    <a:pt x="763" y="15903"/>
                  </a:lnTo>
                  <a:lnTo>
                    <a:pt x="622" y="15643"/>
                  </a:lnTo>
                  <a:lnTo>
                    <a:pt x="502" y="15362"/>
                  </a:lnTo>
                  <a:lnTo>
                    <a:pt x="382" y="15081"/>
                  </a:lnTo>
                  <a:lnTo>
                    <a:pt x="281" y="14800"/>
                  </a:lnTo>
                  <a:lnTo>
                    <a:pt x="201" y="14500"/>
                  </a:lnTo>
                  <a:lnTo>
                    <a:pt x="141" y="14199"/>
                  </a:lnTo>
                  <a:lnTo>
                    <a:pt x="81" y="13898"/>
                  </a:lnTo>
                  <a:lnTo>
                    <a:pt x="41" y="13577"/>
                  </a:lnTo>
                  <a:lnTo>
                    <a:pt x="21" y="13276"/>
                  </a:lnTo>
                  <a:lnTo>
                    <a:pt x="1" y="12955"/>
                  </a:lnTo>
                  <a:lnTo>
                    <a:pt x="1" y="6197"/>
                  </a:lnTo>
                  <a:lnTo>
                    <a:pt x="1" y="6197"/>
                  </a:lnTo>
                  <a:lnTo>
                    <a:pt x="21" y="5876"/>
                  </a:lnTo>
                  <a:lnTo>
                    <a:pt x="41" y="5555"/>
                  </a:lnTo>
                  <a:lnTo>
                    <a:pt x="81" y="5254"/>
                  </a:lnTo>
                  <a:lnTo>
                    <a:pt x="141" y="4934"/>
                  </a:lnTo>
                  <a:lnTo>
                    <a:pt x="201" y="4633"/>
                  </a:lnTo>
                  <a:lnTo>
                    <a:pt x="281" y="4352"/>
                  </a:lnTo>
                  <a:lnTo>
                    <a:pt x="382" y="4051"/>
                  </a:lnTo>
                  <a:lnTo>
                    <a:pt x="502" y="3770"/>
                  </a:lnTo>
                  <a:lnTo>
                    <a:pt x="622" y="3510"/>
                  </a:lnTo>
                  <a:lnTo>
                    <a:pt x="763" y="3229"/>
                  </a:lnTo>
                  <a:lnTo>
                    <a:pt x="903" y="2988"/>
                  </a:lnTo>
                  <a:lnTo>
                    <a:pt x="1063" y="2728"/>
                  </a:lnTo>
                  <a:lnTo>
                    <a:pt x="1244" y="2487"/>
                  </a:lnTo>
                  <a:lnTo>
                    <a:pt x="1424" y="2246"/>
                  </a:lnTo>
                  <a:lnTo>
                    <a:pt x="1625" y="2026"/>
                  </a:lnTo>
                  <a:lnTo>
                    <a:pt x="1826" y="1805"/>
                  </a:lnTo>
                  <a:lnTo>
                    <a:pt x="2046" y="1604"/>
                  </a:lnTo>
                  <a:lnTo>
                    <a:pt x="2267" y="1404"/>
                  </a:lnTo>
                  <a:lnTo>
                    <a:pt x="2487" y="1223"/>
                  </a:lnTo>
                  <a:lnTo>
                    <a:pt x="2728" y="1063"/>
                  </a:lnTo>
                  <a:lnTo>
                    <a:pt x="2989" y="903"/>
                  </a:lnTo>
                  <a:lnTo>
                    <a:pt x="3249" y="742"/>
                  </a:lnTo>
                  <a:lnTo>
                    <a:pt x="3510" y="602"/>
                  </a:lnTo>
                  <a:lnTo>
                    <a:pt x="3791" y="481"/>
                  </a:lnTo>
                  <a:lnTo>
                    <a:pt x="4072" y="381"/>
                  </a:lnTo>
                  <a:lnTo>
                    <a:pt x="4352" y="281"/>
                  </a:lnTo>
                  <a:lnTo>
                    <a:pt x="4653" y="201"/>
                  </a:lnTo>
                  <a:lnTo>
                    <a:pt x="4954" y="120"/>
                  </a:lnTo>
                  <a:lnTo>
                    <a:pt x="5255" y="60"/>
                  </a:lnTo>
                  <a:lnTo>
                    <a:pt x="5576" y="20"/>
                  </a:lnTo>
                  <a:lnTo>
                    <a:pt x="5877" y="0"/>
                  </a:lnTo>
                  <a:lnTo>
                    <a:pt x="6197" y="0"/>
                  </a:lnTo>
                  <a:lnTo>
                    <a:pt x="34113" y="0"/>
                  </a:lnTo>
                  <a:lnTo>
                    <a:pt x="34113" y="0"/>
                  </a:lnTo>
                  <a:lnTo>
                    <a:pt x="34434" y="0"/>
                  </a:lnTo>
                  <a:lnTo>
                    <a:pt x="34755" y="20"/>
                  </a:lnTo>
                  <a:lnTo>
                    <a:pt x="35056" y="60"/>
                  </a:lnTo>
                  <a:lnTo>
                    <a:pt x="35357" y="120"/>
                  </a:lnTo>
                  <a:lnTo>
                    <a:pt x="35657" y="201"/>
                  </a:lnTo>
                  <a:lnTo>
                    <a:pt x="35958" y="281"/>
                  </a:lnTo>
                  <a:lnTo>
                    <a:pt x="36239" y="381"/>
                  </a:lnTo>
                  <a:lnTo>
                    <a:pt x="36520" y="481"/>
                  </a:lnTo>
                  <a:lnTo>
                    <a:pt x="36801" y="602"/>
                  </a:lnTo>
                  <a:lnTo>
                    <a:pt x="37061" y="742"/>
                  </a:lnTo>
                  <a:lnTo>
                    <a:pt x="37322" y="903"/>
                  </a:lnTo>
                  <a:lnTo>
                    <a:pt x="37583" y="1063"/>
                  </a:lnTo>
                  <a:lnTo>
                    <a:pt x="37823" y="1223"/>
                  </a:lnTo>
                  <a:lnTo>
                    <a:pt x="38064" y="1404"/>
                  </a:lnTo>
                  <a:lnTo>
                    <a:pt x="38285" y="1604"/>
                  </a:lnTo>
                  <a:lnTo>
                    <a:pt x="38485" y="1805"/>
                  </a:lnTo>
                  <a:lnTo>
                    <a:pt x="38706" y="2026"/>
                  </a:lnTo>
                  <a:lnTo>
                    <a:pt x="38886" y="2246"/>
                  </a:lnTo>
                  <a:lnTo>
                    <a:pt x="39087" y="2487"/>
                  </a:lnTo>
                  <a:lnTo>
                    <a:pt x="39247" y="2728"/>
                  </a:lnTo>
                  <a:lnTo>
                    <a:pt x="39408" y="2988"/>
                  </a:lnTo>
                  <a:lnTo>
                    <a:pt x="39568" y="3229"/>
                  </a:lnTo>
                  <a:lnTo>
                    <a:pt x="39688" y="3510"/>
                  </a:lnTo>
                  <a:lnTo>
                    <a:pt x="39829" y="3770"/>
                  </a:lnTo>
                  <a:lnTo>
                    <a:pt x="39929" y="4051"/>
                  </a:lnTo>
                  <a:lnTo>
                    <a:pt x="40029" y="4352"/>
                  </a:lnTo>
                  <a:lnTo>
                    <a:pt x="40110" y="4633"/>
                  </a:lnTo>
                  <a:lnTo>
                    <a:pt x="40190" y="4934"/>
                  </a:lnTo>
                  <a:lnTo>
                    <a:pt x="40230" y="5254"/>
                  </a:lnTo>
                  <a:lnTo>
                    <a:pt x="40270" y="5555"/>
                  </a:lnTo>
                  <a:lnTo>
                    <a:pt x="40310" y="5876"/>
                  </a:lnTo>
                  <a:lnTo>
                    <a:pt x="40310" y="6197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5" name="Google Shape;5405;p21"/>
            <p:cNvSpPr/>
            <p:nvPr/>
          </p:nvSpPr>
          <p:spPr>
            <a:xfrm>
              <a:off x="10137625" y="2651163"/>
              <a:ext cx="948100" cy="478825"/>
            </a:xfrm>
            <a:custGeom>
              <a:avLst/>
              <a:gdLst/>
              <a:ahLst/>
              <a:cxnLst/>
              <a:rect l="l" t="t" r="r" b="b"/>
              <a:pathLst>
                <a:path w="37924" h="19153" extrusionOk="0">
                  <a:moveTo>
                    <a:pt x="5877" y="0"/>
                  </a:moveTo>
                  <a:lnTo>
                    <a:pt x="5576" y="20"/>
                  </a:lnTo>
                  <a:lnTo>
                    <a:pt x="5255" y="60"/>
                  </a:lnTo>
                  <a:lnTo>
                    <a:pt x="4954" y="120"/>
                  </a:lnTo>
                  <a:lnTo>
                    <a:pt x="4653" y="201"/>
                  </a:lnTo>
                  <a:lnTo>
                    <a:pt x="4352" y="281"/>
                  </a:lnTo>
                  <a:lnTo>
                    <a:pt x="4072" y="381"/>
                  </a:lnTo>
                  <a:lnTo>
                    <a:pt x="3791" y="481"/>
                  </a:lnTo>
                  <a:lnTo>
                    <a:pt x="3510" y="602"/>
                  </a:lnTo>
                  <a:lnTo>
                    <a:pt x="3249" y="742"/>
                  </a:lnTo>
                  <a:lnTo>
                    <a:pt x="2989" y="903"/>
                  </a:lnTo>
                  <a:lnTo>
                    <a:pt x="2728" y="1063"/>
                  </a:lnTo>
                  <a:lnTo>
                    <a:pt x="2487" y="1223"/>
                  </a:lnTo>
                  <a:lnTo>
                    <a:pt x="2267" y="1404"/>
                  </a:lnTo>
                  <a:lnTo>
                    <a:pt x="2046" y="1604"/>
                  </a:lnTo>
                  <a:lnTo>
                    <a:pt x="1826" y="1805"/>
                  </a:lnTo>
                  <a:lnTo>
                    <a:pt x="1625" y="2026"/>
                  </a:lnTo>
                  <a:lnTo>
                    <a:pt x="1424" y="2246"/>
                  </a:lnTo>
                  <a:lnTo>
                    <a:pt x="1244" y="2487"/>
                  </a:lnTo>
                  <a:lnTo>
                    <a:pt x="1063" y="2728"/>
                  </a:lnTo>
                  <a:lnTo>
                    <a:pt x="903" y="2988"/>
                  </a:lnTo>
                  <a:lnTo>
                    <a:pt x="763" y="3229"/>
                  </a:lnTo>
                  <a:lnTo>
                    <a:pt x="622" y="3510"/>
                  </a:lnTo>
                  <a:lnTo>
                    <a:pt x="502" y="3770"/>
                  </a:lnTo>
                  <a:lnTo>
                    <a:pt x="382" y="4051"/>
                  </a:lnTo>
                  <a:lnTo>
                    <a:pt x="281" y="4352"/>
                  </a:lnTo>
                  <a:lnTo>
                    <a:pt x="201" y="4633"/>
                  </a:lnTo>
                  <a:lnTo>
                    <a:pt x="141" y="4934"/>
                  </a:lnTo>
                  <a:lnTo>
                    <a:pt x="81" y="5254"/>
                  </a:lnTo>
                  <a:lnTo>
                    <a:pt x="41" y="5555"/>
                  </a:lnTo>
                  <a:lnTo>
                    <a:pt x="21" y="5876"/>
                  </a:lnTo>
                  <a:lnTo>
                    <a:pt x="1" y="6197"/>
                  </a:lnTo>
                  <a:lnTo>
                    <a:pt x="1" y="12955"/>
                  </a:lnTo>
                  <a:lnTo>
                    <a:pt x="21" y="13276"/>
                  </a:lnTo>
                  <a:lnTo>
                    <a:pt x="41" y="13577"/>
                  </a:lnTo>
                  <a:lnTo>
                    <a:pt x="81" y="13898"/>
                  </a:lnTo>
                  <a:lnTo>
                    <a:pt x="141" y="14199"/>
                  </a:lnTo>
                  <a:lnTo>
                    <a:pt x="201" y="14500"/>
                  </a:lnTo>
                  <a:lnTo>
                    <a:pt x="281" y="14800"/>
                  </a:lnTo>
                  <a:lnTo>
                    <a:pt x="382" y="15081"/>
                  </a:lnTo>
                  <a:lnTo>
                    <a:pt x="502" y="15362"/>
                  </a:lnTo>
                  <a:lnTo>
                    <a:pt x="622" y="15643"/>
                  </a:lnTo>
                  <a:lnTo>
                    <a:pt x="763" y="15903"/>
                  </a:lnTo>
                  <a:lnTo>
                    <a:pt x="903" y="16164"/>
                  </a:lnTo>
                  <a:lnTo>
                    <a:pt x="1063" y="16405"/>
                  </a:lnTo>
                  <a:lnTo>
                    <a:pt x="1244" y="16665"/>
                  </a:lnTo>
                  <a:lnTo>
                    <a:pt x="1424" y="16886"/>
                  </a:lnTo>
                  <a:lnTo>
                    <a:pt x="1625" y="17107"/>
                  </a:lnTo>
                  <a:lnTo>
                    <a:pt x="1826" y="17327"/>
                  </a:lnTo>
                  <a:lnTo>
                    <a:pt x="2046" y="17528"/>
                  </a:lnTo>
                  <a:lnTo>
                    <a:pt x="2267" y="17728"/>
                  </a:lnTo>
                  <a:lnTo>
                    <a:pt x="2487" y="17909"/>
                  </a:lnTo>
                  <a:lnTo>
                    <a:pt x="2728" y="18089"/>
                  </a:lnTo>
                  <a:lnTo>
                    <a:pt x="2989" y="18250"/>
                  </a:lnTo>
                  <a:lnTo>
                    <a:pt x="3249" y="18390"/>
                  </a:lnTo>
                  <a:lnTo>
                    <a:pt x="3510" y="18531"/>
                  </a:lnTo>
                  <a:lnTo>
                    <a:pt x="3791" y="18651"/>
                  </a:lnTo>
                  <a:lnTo>
                    <a:pt x="4072" y="18771"/>
                  </a:lnTo>
                  <a:lnTo>
                    <a:pt x="4352" y="18871"/>
                  </a:lnTo>
                  <a:lnTo>
                    <a:pt x="4653" y="18952"/>
                  </a:lnTo>
                  <a:lnTo>
                    <a:pt x="4954" y="19012"/>
                  </a:lnTo>
                  <a:lnTo>
                    <a:pt x="5255" y="19072"/>
                  </a:lnTo>
                  <a:lnTo>
                    <a:pt x="5576" y="19112"/>
                  </a:lnTo>
                  <a:lnTo>
                    <a:pt x="5877" y="19132"/>
                  </a:lnTo>
                  <a:lnTo>
                    <a:pt x="6197" y="19152"/>
                  </a:lnTo>
                  <a:lnTo>
                    <a:pt x="34113" y="19152"/>
                  </a:lnTo>
                  <a:lnTo>
                    <a:pt x="34655" y="19132"/>
                  </a:lnTo>
                  <a:lnTo>
                    <a:pt x="35176" y="19052"/>
                  </a:lnTo>
                  <a:lnTo>
                    <a:pt x="35677" y="18952"/>
                  </a:lnTo>
                  <a:lnTo>
                    <a:pt x="36159" y="18791"/>
                  </a:lnTo>
                  <a:lnTo>
                    <a:pt x="36640" y="18611"/>
                  </a:lnTo>
                  <a:lnTo>
                    <a:pt x="37081" y="18390"/>
                  </a:lnTo>
                  <a:lnTo>
                    <a:pt x="37522" y="18129"/>
                  </a:lnTo>
                  <a:lnTo>
                    <a:pt x="37924" y="17829"/>
                  </a:lnTo>
                  <a:lnTo>
                    <a:pt x="36640" y="18069"/>
                  </a:lnTo>
                  <a:lnTo>
                    <a:pt x="35357" y="18250"/>
                  </a:lnTo>
                  <a:lnTo>
                    <a:pt x="34073" y="18410"/>
                  </a:lnTo>
                  <a:lnTo>
                    <a:pt x="32770" y="18510"/>
                  </a:lnTo>
                  <a:lnTo>
                    <a:pt x="31466" y="18611"/>
                  </a:lnTo>
                  <a:lnTo>
                    <a:pt x="30163" y="18671"/>
                  </a:lnTo>
                  <a:lnTo>
                    <a:pt x="28859" y="18691"/>
                  </a:lnTo>
                  <a:lnTo>
                    <a:pt x="27535" y="18711"/>
                  </a:lnTo>
                  <a:lnTo>
                    <a:pt x="25650" y="18691"/>
                  </a:lnTo>
                  <a:lnTo>
                    <a:pt x="23745" y="18631"/>
                  </a:lnTo>
                  <a:lnTo>
                    <a:pt x="21860" y="18551"/>
                  </a:lnTo>
                  <a:lnTo>
                    <a:pt x="19995" y="18470"/>
                  </a:lnTo>
                  <a:lnTo>
                    <a:pt x="18571" y="18390"/>
                  </a:lnTo>
                  <a:lnTo>
                    <a:pt x="17147" y="18290"/>
                  </a:lnTo>
                  <a:lnTo>
                    <a:pt x="15703" y="18190"/>
                  </a:lnTo>
                  <a:lnTo>
                    <a:pt x="14259" y="18029"/>
                  </a:lnTo>
                  <a:lnTo>
                    <a:pt x="13557" y="17949"/>
                  </a:lnTo>
                  <a:lnTo>
                    <a:pt x="12835" y="17829"/>
                  </a:lnTo>
                  <a:lnTo>
                    <a:pt x="12134" y="17708"/>
                  </a:lnTo>
                  <a:lnTo>
                    <a:pt x="11432" y="17568"/>
                  </a:lnTo>
                  <a:lnTo>
                    <a:pt x="10730" y="17407"/>
                  </a:lnTo>
                  <a:lnTo>
                    <a:pt x="10028" y="17227"/>
                  </a:lnTo>
                  <a:lnTo>
                    <a:pt x="9326" y="17026"/>
                  </a:lnTo>
                  <a:lnTo>
                    <a:pt x="8644" y="16806"/>
                  </a:lnTo>
                  <a:lnTo>
                    <a:pt x="8002" y="16565"/>
                  </a:lnTo>
                  <a:lnTo>
                    <a:pt x="7381" y="16304"/>
                  </a:lnTo>
                  <a:lnTo>
                    <a:pt x="7080" y="16144"/>
                  </a:lnTo>
                  <a:lnTo>
                    <a:pt x="6799" y="15984"/>
                  </a:lnTo>
                  <a:lnTo>
                    <a:pt x="6498" y="15803"/>
                  </a:lnTo>
                  <a:lnTo>
                    <a:pt x="6217" y="15623"/>
                  </a:lnTo>
                  <a:lnTo>
                    <a:pt x="5957" y="15402"/>
                  </a:lnTo>
                  <a:lnTo>
                    <a:pt x="5696" y="15201"/>
                  </a:lnTo>
                  <a:lnTo>
                    <a:pt x="5435" y="14961"/>
                  </a:lnTo>
                  <a:lnTo>
                    <a:pt x="5215" y="14720"/>
                  </a:lnTo>
                  <a:lnTo>
                    <a:pt x="4974" y="14459"/>
                  </a:lnTo>
                  <a:lnTo>
                    <a:pt x="4774" y="14179"/>
                  </a:lnTo>
                  <a:lnTo>
                    <a:pt x="4573" y="13878"/>
                  </a:lnTo>
                  <a:lnTo>
                    <a:pt x="4413" y="13577"/>
                  </a:lnTo>
                  <a:lnTo>
                    <a:pt x="4252" y="13276"/>
                  </a:lnTo>
                  <a:lnTo>
                    <a:pt x="4052" y="12955"/>
                  </a:lnTo>
                  <a:lnTo>
                    <a:pt x="3851" y="12614"/>
                  </a:lnTo>
                  <a:lnTo>
                    <a:pt x="3671" y="12274"/>
                  </a:lnTo>
                  <a:lnTo>
                    <a:pt x="3530" y="11913"/>
                  </a:lnTo>
                  <a:lnTo>
                    <a:pt x="3410" y="11552"/>
                  </a:lnTo>
                  <a:lnTo>
                    <a:pt x="3289" y="11191"/>
                  </a:lnTo>
                  <a:lnTo>
                    <a:pt x="3229" y="10830"/>
                  </a:lnTo>
                  <a:lnTo>
                    <a:pt x="3169" y="10469"/>
                  </a:lnTo>
                  <a:lnTo>
                    <a:pt x="3129" y="9967"/>
                  </a:lnTo>
                  <a:lnTo>
                    <a:pt x="3129" y="9486"/>
                  </a:lnTo>
                  <a:lnTo>
                    <a:pt x="3169" y="9005"/>
                  </a:lnTo>
                  <a:lnTo>
                    <a:pt x="3229" y="8543"/>
                  </a:lnTo>
                  <a:lnTo>
                    <a:pt x="3229" y="7801"/>
                  </a:lnTo>
                  <a:lnTo>
                    <a:pt x="3249" y="7240"/>
                  </a:lnTo>
                  <a:lnTo>
                    <a:pt x="3289" y="6678"/>
                  </a:lnTo>
                  <a:lnTo>
                    <a:pt x="3370" y="6137"/>
                  </a:lnTo>
                  <a:lnTo>
                    <a:pt x="3450" y="5595"/>
                  </a:lnTo>
                  <a:lnTo>
                    <a:pt x="3570" y="5054"/>
                  </a:lnTo>
                  <a:lnTo>
                    <a:pt x="3711" y="4532"/>
                  </a:lnTo>
                  <a:lnTo>
                    <a:pt x="3891" y="4011"/>
                  </a:lnTo>
                  <a:lnTo>
                    <a:pt x="4072" y="3510"/>
                  </a:lnTo>
                  <a:lnTo>
                    <a:pt x="4292" y="3008"/>
                  </a:lnTo>
                  <a:lnTo>
                    <a:pt x="4533" y="2527"/>
                  </a:lnTo>
                  <a:lnTo>
                    <a:pt x="4794" y="2066"/>
                  </a:lnTo>
                  <a:lnTo>
                    <a:pt x="5074" y="1604"/>
                  </a:lnTo>
                  <a:lnTo>
                    <a:pt x="5375" y="1183"/>
                  </a:lnTo>
                  <a:lnTo>
                    <a:pt x="5696" y="762"/>
                  </a:lnTo>
                  <a:lnTo>
                    <a:pt x="6037" y="361"/>
                  </a:lnTo>
                  <a:lnTo>
                    <a:pt x="6418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6" name="Google Shape;5406;p21"/>
            <p:cNvSpPr/>
            <p:nvPr/>
          </p:nvSpPr>
          <p:spPr>
            <a:xfrm>
              <a:off x="10137625" y="2651163"/>
              <a:ext cx="948100" cy="478825"/>
            </a:xfrm>
            <a:custGeom>
              <a:avLst/>
              <a:gdLst/>
              <a:ahLst/>
              <a:cxnLst/>
              <a:rect l="l" t="t" r="r" b="b"/>
              <a:pathLst>
                <a:path w="37924" h="19153" fill="none" extrusionOk="0">
                  <a:moveTo>
                    <a:pt x="6418" y="0"/>
                  </a:moveTo>
                  <a:lnTo>
                    <a:pt x="6197" y="0"/>
                  </a:lnTo>
                  <a:lnTo>
                    <a:pt x="6197" y="0"/>
                  </a:lnTo>
                  <a:lnTo>
                    <a:pt x="5877" y="0"/>
                  </a:lnTo>
                  <a:lnTo>
                    <a:pt x="5576" y="20"/>
                  </a:lnTo>
                  <a:lnTo>
                    <a:pt x="5255" y="60"/>
                  </a:lnTo>
                  <a:lnTo>
                    <a:pt x="4954" y="120"/>
                  </a:lnTo>
                  <a:lnTo>
                    <a:pt x="4653" y="201"/>
                  </a:lnTo>
                  <a:lnTo>
                    <a:pt x="4352" y="281"/>
                  </a:lnTo>
                  <a:lnTo>
                    <a:pt x="4072" y="381"/>
                  </a:lnTo>
                  <a:lnTo>
                    <a:pt x="3791" y="481"/>
                  </a:lnTo>
                  <a:lnTo>
                    <a:pt x="3510" y="602"/>
                  </a:lnTo>
                  <a:lnTo>
                    <a:pt x="3249" y="742"/>
                  </a:lnTo>
                  <a:lnTo>
                    <a:pt x="2989" y="903"/>
                  </a:lnTo>
                  <a:lnTo>
                    <a:pt x="2728" y="1063"/>
                  </a:lnTo>
                  <a:lnTo>
                    <a:pt x="2487" y="1223"/>
                  </a:lnTo>
                  <a:lnTo>
                    <a:pt x="2267" y="1404"/>
                  </a:lnTo>
                  <a:lnTo>
                    <a:pt x="2046" y="1604"/>
                  </a:lnTo>
                  <a:lnTo>
                    <a:pt x="1826" y="1805"/>
                  </a:lnTo>
                  <a:lnTo>
                    <a:pt x="1625" y="2026"/>
                  </a:lnTo>
                  <a:lnTo>
                    <a:pt x="1424" y="2246"/>
                  </a:lnTo>
                  <a:lnTo>
                    <a:pt x="1244" y="2487"/>
                  </a:lnTo>
                  <a:lnTo>
                    <a:pt x="1063" y="2728"/>
                  </a:lnTo>
                  <a:lnTo>
                    <a:pt x="903" y="2988"/>
                  </a:lnTo>
                  <a:lnTo>
                    <a:pt x="763" y="3229"/>
                  </a:lnTo>
                  <a:lnTo>
                    <a:pt x="622" y="3510"/>
                  </a:lnTo>
                  <a:lnTo>
                    <a:pt x="502" y="3770"/>
                  </a:lnTo>
                  <a:lnTo>
                    <a:pt x="382" y="4051"/>
                  </a:lnTo>
                  <a:lnTo>
                    <a:pt x="281" y="4352"/>
                  </a:lnTo>
                  <a:lnTo>
                    <a:pt x="201" y="4633"/>
                  </a:lnTo>
                  <a:lnTo>
                    <a:pt x="141" y="4934"/>
                  </a:lnTo>
                  <a:lnTo>
                    <a:pt x="81" y="5254"/>
                  </a:lnTo>
                  <a:lnTo>
                    <a:pt x="41" y="5555"/>
                  </a:lnTo>
                  <a:lnTo>
                    <a:pt x="21" y="5876"/>
                  </a:lnTo>
                  <a:lnTo>
                    <a:pt x="1" y="6197"/>
                  </a:lnTo>
                  <a:lnTo>
                    <a:pt x="1" y="12955"/>
                  </a:lnTo>
                  <a:lnTo>
                    <a:pt x="1" y="12955"/>
                  </a:lnTo>
                  <a:lnTo>
                    <a:pt x="21" y="13276"/>
                  </a:lnTo>
                  <a:lnTo>
                    <a:pt x="41" y="13577"/>
                  </a:lnTo>
                  <a:lnTo>
                    <a:pt x="81" y="13898"/>
                  </a:lnTo>
                  <a:lnTo>
                    <a:pt x="141" y="14199"/>
                  </a:lnTo>
                  <a:lnTo>
                    <a:pt x="201" y="14500"/>
                  </a:lnTo>
                  <a:lnTo>
                    <a:pt x="281" y="14800"/>
                  </a:lnTo>
                  <a:lnTo>
                    <a:pt x="382" y="15081"/>
                  </a:lnTo>
                  <a:lnTo>
                    <a:pt x="502" y="15362"/>
                  </a:lnTo>
                  <a:lnTo>
                    <a:pt x="622" y="15643"/>
                  </a:lnTo>
                  <a:lnTo>
                    <a:pt x="763" y="15903"/>
                  </a:lnTo>
                  <a:lnTo>
                    <a:pt x="903" y="16164"/>
                  </a:lnTo>
                  <a:lnTo>
                    <a:pt x="1063" y="16405"/>
                  </a:lnTo>
                  <a:lnTo>
                    <a:pt x="1244" y="16665"/>
                  </a:lnTo>
                  <a:lnTo>
                    <a:pt x="1424" y="16886"/>
                  </a:lnTo>
                  <a:lnTo>
                    <a:pt x="1625" y="17107"/>
                  </a:lnTo>
                  <a:lnTo>
                    <a:pt x="1826" y="17327"/>
                  </a:lnTo>
                  <a:lnTo>
                    <a:pt x="2046" y="17528"/>
                  </a:lnTo>
                  <a:lnTo>
                    <a:pt x="2267" y="17728"/>
                  </a:lnTo>
                  <a:lnTo>
                    <a:pt x="2487" y="17909"/>
                  </a:lnTo>
                  <a:lnTo>
                    <a:pt x="2728" y="18089"/>
                  </a:lnTo>
                  <a:lnTo>
                    <a:pt x="2989" y="18250"/>
                  </a:lnTo>
                  <a:lnTo>
                    <a:pt x="3249" y="18390"/>
                  </a:lnTo>
                  <a:lnTo>
                    <a:pt x="3510" y="18531"/>
                  </a:lnTo>
                  <a:lnTo>
                    <a:pt x="3791" y="18651"/>
                  </a:lnTo>
                  <a:lnTo>
                    <a:pt x="4072" y="18771"/>
                  </a:lnTo>
                  <a:lnTo>
                    <a:pt x="4352" y="18871"/>
                  </a:lnTo>
                  <a:lnTo>
                    <a:pt x="4653" y="18952"/>
                  </a:lnTo>
                  <a:lnTo>
                    <a:pt x="4954" y="19012"/>
                  </a:lnTo>
                  <a:lnTo>
                    <a:pt x="5255" y="19072"/>
                  </a:lnTo>
                  <a:lnTo>
                    <a:pt x="5576" y="19112"/>
                  </a:lnTo>
                  <a:lnTo>
                    <a:pt x="5877" y="19132"/>
                  </a:lnTo>
                  <a:lnTo>
                    <a:pt x="6197" y="19152"/>
                  </a:lnTo>
                  <a:lnTo>
                    <a:pt x="8263" y="19152"/>
                  </a:lnTo>
                  <a:lnTo>
                    <a:pt x="8263" y="19152"/>
                  </a:lnTo>
                  <a:lnTo>
                    <a:pt x="32068" y="19152"/>
                  </a:lnTo>
                  <a:lnTo>
                    <a:pt x="32068" y="19152"/>
                  </a:lnTo>
                  <a:lnTo>
                    <a:pt x="34113" y="19152"/>
                  </a:lnTo>
                  <a:lnTo>
                    <a:pt x="34113" y="19152"/>
                  </a:lnTo>
                  <a:lnTo>
                    <a:pt x="34655" y="19132"/>
                  </a:lnTo>
                  <a:lnTo>
                    <a:pt x="35176" y="19052"/>
                  </a:lnTo>
                  <a:lnTo>
                    <a:pt x="35677" y="18952"/>
                  </a:lnTo>
                  <a:lnTo>
                    <a:pt x="36159" y="18791"/>
                  </a:lnTo>
                  <a:lnTo>
                    <a:pt x="36640" y="18611"/>
                  </a:lnTo>
                  <a:lnTo>
                    <a:pt x="37081" y="18390"/>
                  </a:lnTo>
                  <a:lnTo>
                    <a:pt x="37522" y="18129"/>
                  </a:lnTo>
                  <a:lnTo>
                    <a:pt x="37924" y="17829"/>
                  </a:lnTo>
                  <a:lnTo>
                    <a:pt x="37924" y="17829"/>
                  </a:lnTo>
                  <a:lnTo>
                    <a:pt x="36640" y="18069"/>
                  </a:lnTo>
                  <a:lnTo>
                    <a:pt x="35357" y="18250"/>
                  </a:lnTo>
                  <a:lnTo>
                    <a:pt x="34073" y="18410"/>
                  </a:lnTo>
                  <a:lnTo>
                    <a:pt x="32770" y="18510"/>
                  </a:lnTo>
                  <a:lnTo>
                    <a:pt x="31466" y="18611"/>
                  </a:lnTo>
                  <a:lnTo>
                    <a:pt x="30163" y="18671"/>
                  </a:lnTo>
                  <a:lnTo>
                    <a:pt x="28859" y="18691"/>
                  </a:lnTo>
                  <a:lnTo>
                    <a:pt x="27535" y="18711"/>
                  </a:lnTo>
                  <a:lnTo>
                    <a:pt x="27535" y="18711"/>
                  </a:lnTo>
                  <a:lnTo>
                    <a:pt x="25650" y="18691"/>
                  </a:lnTo>
                  <a:lnTo>
                    <a:pt x="23745" y="18631"/>
                  </a:lnTo>
                  <a:lnTo>
                    <a:pt x="21860" y="18551"/>
                  </a:lnTo>
                  <a:lnTo>
                    <a:pt x="19995" y="18470"/>
                  </a:lnTo>
                  <a:lnTo>
                    <a:pt x="19995" y="18470"/>
                  </a:lnTo>
                  <a:lnTo>
                    <a:pt x="18571" y="18390"/>
                  </a:lnTo>
                  <a:lnTo>
                    <a:pt x="17147" y="18290"/>
                  </a:lnTo>
                  <a:lnTo>
                    <a:pt x="15703" y="18190"/>
                  </a:lnTo>
                  <a:lnTo>
                    <a:pt x="14259" y="18029"/>
                  </a:lnTo>
                  <a:lnTo>
                    <a:pt x="13557" y="17949"/>
                  </a:lnTo>
                  <a:lnTo>
                    <a:pt x="12835" y="17829"/>
                  </a:lnTo>
                  <a:lnTo>
                    <a:pt x="12134" y="17708"/>
                  </a:lnTo>
                  <a:lnTo>
                    <a:pt x="11432" y="17568"/>
                  </a:lnTo>
                  <a:lnTo>
                    <a:pt x="10730" y="17407"/>
                  </a:lnTo>
                  <a:lnTo>
                    <a:pt x="10028" y="17227"/>
                  </a:lnTo>
                  <a:lnTo>
                    <a:pt x="9326" y="17026"/>
                  </a:lnTo>
                  <a:lnTo>
                    <a:pt x="8644" y="16806"/>
                  </a:lnTo>
                  <a:lnTo>
                    <a:pt x="8644" y="16806"/>
                  </a:lnTo>
                  <a:lnTo>
                    <a:pt x="8002" y="16565"/>
                  </a:lnTo>
                  <a:lnTo>
                    <a:pt x="7381" y="16304"/>
                  </a:lnTo>
                  <a:lnTo>
                    <a:pt x="7080" y="16144"/>
                  </a:lnTo>
                  <a:lnTo>
                    <a:pt x="6799" y="15984"/>
                  </a:lnTo>
                  <a:lnTo>
                    <a:pt x="6498" y="15803"/>
                  </a:lnTo>
                  <a:lnTo>
                    <a:pt x="6217" y="15623"/>
                  </a:lnTo>
                  <a:lnTo>
                    <a:pt x="5957" y="15402"/>
                  </a:lnTo>
                  <a:lnTo>
                    <a:pt x="5696" y="15201"/>
                  </a:lnTo>
                  <a:lnTo>
                    <a:pt x="5435" y="14961"/>
                  </a:lnTo>
                  <a:lnTo>
                    <a:pt x="5215" y="14720"/>
                  </a:lnTo>
                  <a:lnTo>
                    <a:pt x="4974" y="14459"/>
                  </a:lnTo>
                  <a:lnTo>
                    <a:pt x="4774" y="14179"/>
                  </a:lnTo>
                  <a:lnTo>
                    <a:pt x="4573" y="13878"/>
                  </a:lnTo>
                  <a:lnTo>
                    <a:pt x="4413" y="13577"/>
                  </a:lnTo>
                  <a:lnTo>
                    <a:pt x="4413" y="13577"/>
                  </a:lnTo>
                  <a:lnTo>
                    <a:pt x="4252" y="13276"/>
                  </a:lnTo>
                  <a:lnTo>
                    <a:pt x="4252" y="13276"/>
                  </a:lnTo>
                  <a:lnTo>
                    <a:pt x="4052" y="12955"/>
                  </a:lnTo>
                  <a:lnTo>
                    <a:pt x="3851" y="12614"/>
                  </a:lnTo>
                  <a:lnTo>
                    <a:pt x="3671" y="12274"/>
                  </a:lnTo>
                  <a:lnTo>
                    <a:pt x="3530" y="11913"/>
                  </a:lnTo>
                  <a:lnTo>
                    <a:pt x="3410" y="11552"/>
                  </a:lnTo>
                  <a:lnTo>
                    <a:pt x="3289" y="11191"/>
                  </a:lnTo>
                  <a:lnTo>
                    <a:pt x="3229" y="10830"/>
                  </a:lnTo>
                  <a:lnTo>
                    <a:pt x="3169" y="10469"/>
                  </a:lnTo>
                  <a:lnTo>
                    <a:pt x="3169" y="10469"/>
                  </a:lnTo>
                  <a:lnTo>
                    <a:pt x="3129" y="9967"/>
                  </a:lnTo>
                  <a:lnTo>
                    <a:pt x="3129" y="9486"/>
                  </a:lnTo>
                  <a:lnTo>
                    <a:pt x="3169" y="9005"/>
                  </a:lnTo>
                  <a:lnTo>
                    <a:pt x="3229" y="8543"/>
                  </a:lnTo>
                  <a:lnTo>
                    <a:pt x="3229" y="8543"/>
                  </a:lnTo>
                  <a:lnTo>
                    <a:pt x="3229" y="7801"/>
                  </a:lnTo>
                  <a:lnTo>
                    <a:pt x="3229" y="7801"/>
                  </a:lnTo>
                  <a:lnTo>
                    <a:pt x="3249" y="7240"/>
                  </a:lnTo>
                  <a:lnTo>
                    <a:pt x="3289" y="6678"/>
                  </a:lnTo>
                  <a:lnTo>
                    <a:pt x="3370" y="6137"/>
                  </a:lnTo>
                  <a:lnTo>
                    <a:pt x="3450" y="5595"/>
                  </a:lnTo>
                  <a:lnTo>
                    <a:pt x="3570" y="5054"/>
                  </a:lnTo>
                  <a:lnTo>
                    <a:pt x="3711" y="4532"/>
                  </a:lnTo>
                  <a:lnTo>
                    <a:pt x="3891" y="4011"/>
                  </a:lnTo>
                  <a:lnTo>
                    <a:pt x="4072" y="3510"/>
                  </a:lnTo>
                  <a:lnTo>
                    <a:pt x="4292" y="3008"/>
                  </a:lnTo>
                  <a:lnTo>
                    <a:pt x="4533" y="2527"/>
                  </a:lnTo>
                  <a:lnTo>
                    <a:pt x="4794" y="2066"/>
                  </a:lnTo>
                  <a:lnTo>
                    <a:pt x="5074" y="1604"/>
                  </a:lnTo>
                  <a:lnTo>
                    <a:pt x="5375" y="1183"/>
                  </a:lnTo>
                  <a:lnTo>
                    <a:pt x="5696" y="762"/>
                  </a:lnTo>
                  <a:lnTo>
                    <a:pt x="6037" y="361"/>
                  </a:lnTo>
                  <a:lnTo>
                    <a:pt x="6418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7" name="Google Shape;5407;p21"/>
            <p:cNvSpPr/>
            <p:nvPr/>
          </p:nvSpPr>
          <p:spPr>
            <a:xfrm>
              <a:off x="11027550" y="2695763"/>
              <a:ext cx="54675" cy="50175"/>
            </a:xfrm>
            <a:custGeom>
              <a:avLst/>
              <a:gdLst/>
              <a:ahLst/>
              <a:cxnLst/>
              <a:rect l="l" t="t" r="r" b="b"/>
              <a:pathLst>
                <a:path w="2187" h="2007" extrusionOk="0">
                  <a:moveTo>
                    <a:pt x="421" y="1"/>
                  </a:moveTo>
                  <a:lnTo>
                    <a:pt x="261" y="21"/>
                  </a:lnTo>
                  <a:lnTo>
                    <a:pt x="121" y="81"/>
                  </a:lnTo>
                  <a:lnTo>
                    <a:pt x="60" y="121"/>
                  </a:lnTo>
                  <a:lnTo>
                    <a:pt x="20" y="202"/>
                  </a:lnTo>
                  <a:lnTo>
                    <a:pt x="0" y="282"/>
                  </a:lnTo>
                  <a:lnTo>
                    <a:pt x="40" y="362"/>
                  </a:lnTo>
                  <a:lnTo>
                    <a:pt x="121" y="442"/>
                  </a:lnTo>
                  <a:lnTo>
                    <a:pt x="201" y="522"/>
                  </a:lnTo>
                  <a:lnTo>
                    <a:pt x="401" y="663"/>
                  </a:lnTo>
                  <a:lnTo>
                    <a:pt x="602" y="803"/>
                  </a:lnTo>
                  <a:lnTo>
                    <a:pt x="802" y="944"/>
                  </a:lnTo>
                  <a:lnTo>
                    <a:pt x="983" y="1104"/>
                  </a:lnTo>
                  <a:lnTo>
                    <a:pt x="1163" y="1305"/>
                  </a:lnTo>
                  <a:lnTo>
                    <a:pt x="1304" y="1525"/>
                  </a:lnTo>
                  <a:lnTo>
                    <a:pt x="1404" y="1746"/>
                  </a:lnTo>
                  <a:lnTo>
                    <a:pt x="1444" y="1826"/>
                  </a:lnTo>
                  <a:lnTo>
                    <a:pt x="1504" y="1906"/>
                  </a:lnTo>
                  <a:lnTo>
                    <a:pt x="1565" y="1946"/>
                  </a:lnTo>
                  <a:lnTo>
                    <a:pt x="1625" y="1986"/>
                  </a:lnTo>
                  <a:lnTo>
                    <a:pt x="1685" y="2006"/>
                  </a:lnTo>
                  <a:lnTo>
                    <a:pt x="1905" y="2006"/>
                  </a:lnTo>
                  <a:lnTo>
                    <a:pt x="1986" y="1966"/>
                  </a:lnTo>
                  <a:lnTo>
                    <a:pt x="2046" y="1946"/>
                  </a:lnTo>
                  <a:lnTo>
                    <a:pt x="2086" y="1886"/>
                  </a:lnTo>
                  <a:lnTo>
                    <a:pt x="2146" y="1846"/>
                  </a:lnTo>
                  <a:lnTo>
                    <a:pt x="2166" y="1786"/>
                  </a:lnTo>
                  <a:lnTo>
                    <a:pt x="2186" y="1706"/>
                  </a:lnTo>
                  <a:lnTo>
                    <a:pt x="2186" y="1625"/>
                  </a:lnTo>
                  <a:lnTo>
                    <a:pt x="2146" y="1545"/>
                  </a:lnTo>
                  <a:lnTo>
                    <a:pt x="2006" y="1224"/>
                  </a:lnTo>
                  <a:lnTo>
                    <a:pt x="1825" y="923"/>
                  </a:lnTo>
                  <a:lnTo>
                    <a:pt x="1725" y="763"/>
                  </a:lnTo>
                  <a:lnTo>
                    <a:pt x="1605" y="643"/>
                  </a:lnTo>
                  <a:lnTo>
                    <a:pt x="1464" y="522"/>
                  </a:lnTo>
                  <a:lnTo>
                    <a:pt x="1344" y="402"/>
                  </a:lnTo>
                  <a:lnTo>
                    <a:pt x="1204" y="302"/>
                  </a:lnTo>
                  <a:lnTo>
                    <a:pt x="1063" y="202"/>
                  </a:lnTo>
                  <a:lnTo>
                    <a:pt x="923" y="141"/>
                  </a:lnTo>
                  <a:lnTo>
                    <a:pt x="762" y="61"/>
                  </a:lnTo>
                  <a:lnTo>
                    <a:pt x="582" y="21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8" name="Google Shape;5408;p21"/>
            <p:cNvSpPr/>
            <p:nvPr/>
          </p:nvSpPr>
          <p:spPr>
            <a:xfrm>
              <a:off x="11073675" y="2762963"/>
              <a:ext cx="15550" cy="16575"/>
            </a:xfrm>
            <a:custGeom>
              <a:avLst/>
              <a:gdLst/>
              <a:ahLst/>
              <a:cxnLst/>
              <a:rect l="l" t="t" r="r" b="b"/>
              <a:pathLst>
                <a:path w="622" h="663" extrusionOk="0">
                  <a:moveTo>
                    <a:pt x="241" y="0"/>
                  </a:moveTo>
                  <a:lnTo>
                    <a:pt x="161" y="40"/>
                  </a:lnTo>
                  <a:lnTo>
                    <a:pt x="141" y="40"/>
                  </a:lnTo>
                  <a:lnTo>
                    <a:pt x="60" y="121"/>
                  </a:lnTo>
                  <a:lnTo>
                    <a:pt x="20" y="221"/>
                  </a:lnTo>
                  <a:lnTo>
                    <a:pt x="0" y="321"/>
                  </a:lnTo>
                  <a:lnTo>
                    <a:pt x="0" y="421"/>
                  </a:lnTo>
                  <a:lnTo>
                    <a:pt x="40" y="502"/>
                  </a:lnTo>
                  <a:lnTo>
                    <a:pt x="101" y="582"/>
                  </a:lnTo>
                  <a:lnTo>
                    <a:pt x="201" y="642"/>
                  </a:lnTo>
                  <a:lnTo>
                    <a:pt x="321" y="662"/>
                  </a:lnTo>
                  <a:lnTo>
                    <a:pt x="421" y="642"/>
                  </a:lnTo>
                  <a:lnTo>
                    <a:pt x="522" y="582"/>
                  </a:lnTo>
                  <a:lnTo>
                    <a:pt x="582" y="502"/>
                  </a:lnTo>
                  <a:lnTo>
                    <a:pt x="622" y="421"/>
                  </a:lnTo>
                  <a:lnTo>
                    <a:pt x="622" y="321"/>
                  </a:lnTo>
                  <a:lnTo>
                    <a:pt x="602" y="221"/>
                  </a:lnTo>
                  <a:lnTo>
                    <a:pt x="562" y="121"/>
                  </a:lnTo>
                  <a:lnTo>
                    <a:pt x="482" y="40"/>
                  </a:lnTo>
                  <a:lnTo>
                    <a:pt x="462" y="40"/>
                  </a:lnTo>
                  <a:lnTo>
                    <a:pt x="40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9" name="Google Shape;5409;p21"/>
            <p:cNvSpPr/>
            <p:nvPr/>
          </p:nvSpPr>
          <p:spPr>
            <a:xfrm>
              <a:off x="10215850" y="2725863"/>
              <a:ext cx="327900" cy="328925"/>
            </a:xfrm>
            <a:custGeom>
              <a:avLst/>
              <a:gdLst/>
              <a:ahLst/>
              <a:cxnLst/>
              <a:rect l="l" t="t" r="r" b="b"/>
              <a:pathLst>
                <a:path w="13116" h="13157" extrusionOk="0">
                  <a:moveTo>
                    <a:pt x="6658" y="0"/>
                  </a:moveTo>
                  <a:lnTo>
                    <a:pt x="6277" y="20"/>
                  </a:lnTo>
                  <a:lnTo>
                    <a:pt x="5896" y="40"/>
                  </a:lnTo>
                  <a:lnTo>
                    <a:pt x="5535" y="80"/>
                  </a:lnTo>
                  <a:lnTo>
                    <a:pt x="5174" y="141"/>
                  </a:lnTo>
                  <a:lnTo>
                    <a:pt x="4833" y="241"/>
                  </a:lnTo>
                  <a:lnTo>
                    <a:pt x="4472" y="341"/>
                  </a:lnTo>
                  <a:lnTo>
                    <a:pt x="4151" y="462"/>
                  </a:lnTo>
                  <a:lnTo>
                    <a:pt x="3810" y="622"/>
                  </a:lnTo>
                  <a:lnTo>
                    <a:pt x="3490" y="782"/>
                  </a:lnTo>
                  <a:lnTo>
                    <a:pt x="3189" y="963"/>
                  </a:lnTo>
                  <a:lnTo>
                    <a:pt x="2888" y="1143"/>
                  </a:lnTo>
                  <a:lnTo>
                    <a:pt x="2607" y="1364"/>
                  </a:lnTo>
                  <a:lnTo>
                    <a:pt x="2326" y="1585"/>
                  </a:lnTo>
                  <a:lnTo>
                    <a:pt x="2066" y="1825"/>
                  </a:lnTo>
                  <a:lnTo>
                    <a:pt x="1825" y="2086"/>
                  </a:lnTo>
                  <a:lnTo>
                    <a:pt x="1584" y="2347"/>
                  </a:lnTo>
                  <a:lnTo>
                    <a:pt x="1364" y="2627"/>
                  </a:lnTo>
                  <a:lnTo>
                    <a:pt x="1163" y="2928"/>
                  </a:lnTo>
                  <a:lnTo>
                    <a:pt x="963" y="3229"/>
                  </a:lnTo>
                  <a:lnTo>
                    <a:pt x="802" y="3550"/>
                  </a:lnTo>
                  <a:lnTo>
                    <a:pt x="642" y="3871"/>
                  </a:lnTo>
                  <a:lnTo>
                    <a:pt x="501" y="4192"/>
                  </a:lnTo>
                  <a:lnTo>
                    <a:pt x="361" y="4533"/>
                  </a:lnTo>
                  <a:lnTo>
                    <a:pt x="261" y="4894"/>
                  </a:lnTo>
                  <a:lnTo>
                    <a:pt x="160" y="5234"/>
                  </a:lnTo>
                  <a:lnTo>
                    <a:pt x="100" y="5595"/>
                  </a:lnTo>
                  <a:lnTo>
                    <a:pt x="40" y="5977"/>
                  </a:lnTo>
                  <a:lnTo>
                    <a:pt x="20" y="6337"/>
                  </a:lnTo>
                  <a:lnTo>
                    <a:pt x="0" y="6719"/>
                  </a:lnTo>
                  <a:lnTo>
                    <a:pt x="0" y="7100"/>
                  </a:lnTo>
                  <a:lnTo>
                    <a:pt x="40" y="7481"/>
                  </a:lnTo>
                  <a:lnTo>
                    <a:pt x="80" y="7761"/>
                  </a:lnTo>
                  <a:lnTo>
                    <a:pt x="120" y="8042"/>
                  </a:lnTo>
                  <a:lnTo>
                    <a:pt x="201" y="8323"/>
                  </a:lnTo>
                  <a:lnTo>
                    <a:pt x="281" y="8604"/>
                  </a:lnTo>
                  <a:lnTo>
                    <a:pt x="381" y="8864"/>
                  </a:lnTo>
                  <a:lnTo>
                    <a:pt x="481" y="9145"/>
                  </a:lnTo>
                  <a:lnTo>
                    <a:pt x="602" y="9406"/>
                  </a:lnTo>
                  <a:lnTo>
                    <a:pt x="742" y="9687"/>
                  </a:lnTo>
                  <a:lnTo>
                    <a:pt x="903" y="9947"/>
                  </a:lnTo>
                  <a:lnTo>
                    <a:pt x="1063" y="10188"/>
                  </a:lnTo>
                  <a:lnTo>
                    <a:pt x="1243" y="10449"/>
                  </a:lnTo>
                  <a:lnTo>
                    <a:pt x="1424" y="10689"/>
                  </a:lnTo>
                  <a:lnTo>
                    <a:pt x="1624" y="10930"/>
                  </a:lnTo>
                  <a:lnTo>
                    <a:pt x="1845" y="11151"/>
                  </a:lnTo>
                  <a:lnTo>
                    <a:pt x="2066" y="11371"/>
                  </a:lnTo>
                  <a:lnTo>
                    <a:pt x="2306" y="11572"/>
                  </a:lnTo>
                  <a:lnTo>
                    <a:pt x="2547" y="11772"/>
                  </a:lnTo>
                  <a:lnTo>
                    <a:pt x="2808" y="11953"/>
                  </a:lnTo>
                  <a:lnTo>
                    <a:pt x="3068" y="12133"/>
                  </a:lnTo>
                  <a:lnTo>
                    <a:pt x="3349" y="12294"/>
                  </a:lnTo>
                  <a:lnTo>
                    <a:pt x="3650" y="12454"/>
                  </a:lnTo>
                  <a:lnTo>
                    <a:pt x="3931" y="12595"/>
                  </a:lnTo>
                  <a:lnTo>
                    <a:pt x="4252" y="12715"/>
                  </a:lnTo>
                  <a:lnTo>
                    <a:pt x="4572" y="12835"/>
                  </a:lnTo>
                  <a:lnTo>
                    <a:pt x="4893" y="12935"/>
                  </a:lnTo>
                  <a:lnTo>
                    <a:pt x="5234" y="13016"/>
                  </a:lnTo>
                  <a:lnTo>
                    <a:pt x="5575" y="13076"/>
                  </a:lnTo>
                  <a:lnTo>
                    <a:pt x="5936" y="13116"/>
                  </a:lnTo>
                  <a:lnTo>
                    <a:pt x="6297" y="13156"/>
                  </a:lnTo>
                  <a:lnTo>
                    <a:pt x="7039" y="13156"/>
                  </a:lnTo>
                  <a:lnTo>
                    <a:pt x="7420" y="13116"/>
                  </a:lnTo>
                  <a:lnTo>
                    <a:pt x="7881" y="13056"/>
                  </a:lnTo>
                  <a:lnTo>
                    <a:pt x="8323" y="12976"/>
                  </a:lnTo>
                  <a:lnTo>
                    <a:pt x="8764" y="12835"/>
                  </a:lnTo>
                  <a:lnTo>
                    <a:pt x="9185" y="12675"/>
                  </a:lnTo>
                  <a:lnTo>
                    <a:pt x="9586" y="12494"/>
                  </a:lnTo>
                  <a:lnTo>
                    <a:pt x="9967" y="12274"/>
                  </a:lnTo>
                  <a:lnTo>
                    <a:pt x="10348" y="12013"/>
                  </a:lnTo>
                  <a:lnTo>
                    <a:pt x="10689" y="11752"/>
                  </a:lnTo>
                  <a:lnTo>
                    <a:pt x="11030" y="11451"/>
                  </a:lnTo>
                  <a:lnTo>
                    <a:pt x="11331" y="11131"/>
                  </a:lnTo>
                  <a:lnTo>
                    <a:pt x="11632" y="10790"/>
                  </a:lnTo>
                  <a:lnTo>
                    <a:pt x="11892" y="10409"/>
                  </a:lnTo>
                  <a:lnTo>
                    <a:pt x="12153" y="10028"/>
                  </a:lnTo>
                  <a:lnTo>
                    <a:pt x="12374" y="9626"/>
                  </a:lnTo>
                  <a:lnTo>
                    <a:pt x="12554" y="9225"/>
                  </a:lnTo>
                  <a:lnTo>
                    <a:pt x="12735" y="8784"/>
                  </a:lnTo>
                  <a:lnTo>
                    <a:pt x="12855" y="8403"/>
                  </a:lnTo>
                  <a:lnTo>
                    <a:pt x="12955" y="8022"/>
                  </a:lnTo>
                  <a:lnTo>
                    <a:pt x="13035" y="7641"/>
                  </a:lnTo>
                  <a:lnTo>
                    <a:pt x="13096" y="7240"/>
                  </a:lnTo>
                  <a:lnTo>
                    <a:pt x="13116" y="6859"/>
                  </a:lnTo>
                  <a:lnTo>
                    <a:pt x="13116" y="6478"/>
                  </a:lnTo>
                  <a:lnTo>
                    <a:pt x="13116" y="6117"/>
                  </a:lnTo>
                  <a:lnTo>
                    <a:pt x="13076" y="5736"/>
                  </a:lnTo>
                  <a:lnTo>
                    <a:pt x="13015" y="5375"/>
                  </a:lnTo>
                  <a:lnTo>
                    <a:pt x="12935" y="5014"/>
                  </a:lnTo>
                  <a:lnTo>
                    <a:pt x="12835" y="4653"/>
                  </a:lnTo>
                  <a:lnTo>
                    <a:pt x="12715" y="4312"/>
                  </a:lnTo>
                  <a:lnTo>
                    <a:pt x="12574" y="3971"/>
                  </a:lnTo>
                  <a:lnTo>
                    <a:pt x="12414" y="3650"/>
                  </a:lnTo>
                  <a:lnTo>
                    <a:pt x="12253" y="3329"/>
                  </a:lnTo>
                  <a:lnTo>
                    <a:pt x="12053" y="3008"/>
                  </a:lnTo>
                  <a:lnTo>
                    <a:pt x="11852" y="2708"/>
                  </a:lnTo>
                  <a:lnTo>
                    <a:pt x="11632" y="2427"/>
                  </a:lnTo>
                  <a:lnTo>
                    <a:pt x="11391" y="2146"/>
                  </a:lnTo>
                  <a:lnTo>
                    <a:pt x="11130" y="1885"/>
                  </a:lnTo>
                  <a:lnTo>
                    <a:pt x="10850" y="1645"/>
                  </a:lnTo>
                  <a:lnTo>
                    <a:pt x="10569" y="1404"/>
                  </a:lnTo>
                  <a:lnTo>
                    <a:pt x="10268" y="1183"/>
                  </a:lnTo>
                  <a:lnTo>
                    <a:pt x="9967" y="983"/>
                  </a:lnTo>
                  <a:lnTo>
                    <a:pt x="9626" y="802"/>
                  </a:lnTo>
                  <a:lnTo>
                    <a:pt x="9305" y="622"/>
                  </a:lnTo>
                  <a:lnTo>
                    <a:pt x="8944" y="482"/>
                  </a:lnTo>
                  <a:lnTo>
                    <a:pt x="8583" y="341"/>
                  </a:lnTo>
                  <a:lnTo>
                    <a:pt x="8222" y="241"/>
                  </a:lnTo>
                  <a:lnTo>
                    <a:pt x="7841" y="141"/>
                  </a:lnTo>
                  <a:lnTo>
                    <a:pt x="7440" y="80"/>
                  </a:lnTo>
                  <a:lnTo>
                    <a:pt x="7039" y="40"/>
                  </a:lnTo>
                  <a:lnTo>
                    <a:pt x="6658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0" name="Google Shape;5410;p21"/>
            <p:cNvSpPr/>
            <p:nvPr/>
          </p:nvSpPr>
          <p:spPr>
            <a:xfrm>
              <a:off x="10215850" y="2725863"/>
              <a:ext cx="327900" cy="328925"/>
            </a:xfrm>
            <a:custGeom>
              <a:avLst/>
              <a:gdLst/>
              <a:ahLst/>
              <a:cxnLst/>
              <a:rect l="l" t="t" r="r" b="b"/>
              <a:pathLst>
                <a:path w="13116" h="13157" fill="none" extrusionOk="0">
                  <a:moveTo>
                    <a:pt x="40" y="7481"/>
                  </a:moveTo>
                  <a:lnTo>
                    <a:pt x="40" y="7481"/>
                  </a:lnTo>
                  <a:lnTo>
                    <a:pt x="80" y="7761"/>
                  </a:lnTo>
                  <a:lnTo>
                    <a:pt x="120" y="8042"/>
                  </a:lnTo>
                  <a:lnTo>
                    <a:pt x="201" y="8323"/>
                  </a:lnTo>
                  <a:lnTo>
                    <a:pt x="281" y="8604"/>
                  </a:lnTo>
                  <a:lnTo>
                    <a:pt x="381" y="8864"/>
                  </a:lnTo>
                  <a:lnTo>
                    <a:pt x="481" y="9145"/>
                  </a:lnTo>
                  <a:lnTo>
                    <a:pt x="602" y="9406"/>
                  </a:lnTo>
                  <a:lnTo>
                    <a:pt x="742" y="9687"/>
                  </a:lnTo>
                  <a:lnTo>
                    <a:pt x="903" y="9947"/>
                  </a:lnTo>
                  <a:lnTo>
                    <a:pt x="1063" y="10188"/>
                  </a:lnTo>
                  <a:lnTo>
                    <a:pt x="1243" y="10449"/>
                  </a:lnTo>
                  <a:lnTo>
                    <a:pt x="1424" y="10689"/>
                  </a:lnTo>
                  <a:lnTo>
                    <a:pt x="1624" y="10930"/>
                  </a:lnTo>
                  <a:lnTo>
                    <a:pt x="1845" y="11151"/>
                  </a:lnTo>
                  <a:lnTo>
                    <a:pt x="2066" y="11371"/>
                  </a:lnTo>
                  <a:lnTo>
                    <a:pt x="2306" y="11572"/>
                  </a:lnTo>
                  <a:lnTo>
                    <a:pt x="2547" y="11772"/>
                  </a:lnTo>
                  <a:lnTo>
                    <a:pt x="2808" y="11953"/>
                  </a:lnTo>
                  <a:lnTo>
                    <a:pt x="3068" y="12133"/>
                  </a:lnTo>
                  <a:lnTo>
                    <a:pt x="3349" y="12294"/>
                  </a:lnTo>
                  <a:lnTo>
                    <a:pt x="3650" y="12454"/>
                  </a:lnTo>
                  <a:lnTo>
                    <a:pt x="3931" y="12595"/>
                  </a:lnTo>
                  <a:lnTo>
                    <a:pt x="4252" y="12715"/>
                  </a:lnTo>
                  <a:lnTo>
                    <a:pt x="4572" y="12835"/>
                  </a:lnTo>
                  <a:lnTo>
                    <a:pt x="4893" y="12935"/>
                  </a:lnTo>
                  <a:lnTo>
                    <a:pt x="5234" y="13016"/>
                  </a:lnTo>
                  <a:lnTo>
                    <a:pt x="5575" y="13076"/>
                  </a:lnTo>
                  <a:lnTo>
                    <a:pt x="5936" y="13116"/>
                  </a:lnTo>
                  <a:lnTo>
                    <a:pt x="6297" y="13156"/>
                  </a:lnTo>
                  <a:lnTo>
                    <a:pt x="6658" y="13156"/>
                  </a:lnTo>
                  <a:lnTo>
                    <a:pt x="7039" y="13156"/>
                  </a:lnTo>
                  <a:lnTo>
                    <a:pt x="7420" y="13116"/>
                  </a:lnTo>
                  <a:lnTo>
                    <a:pt x="7420" y="13116"/>
                  </a:lnTo>
                  <a:lnTo>
                    <a:pt x="7881" y="13056"/>
                  </a:lnTo>
                  <a:lnTo>
                    <a:pt x="8323" y="12976"/>
                  </a:lnTo>
                  <a:lnTo>
                    <a:pt x="8764" y="12835"/>
                  </a:lnTo>
                  <a:lnTo>
                    <a:pt x="9185" y="12675"/>
                  </a:lnTo>
                  <a:lnTo>
                    <a:pt x="9586" y="12494"/>
                  </a:lnTo>
                  <a:lnTo>
                    <a:pt x="9967" y="12274"/>
                  </a:lnTo>
                  <a:lnTo>
                    <a:pt x="10348" y="12013"/>
                  </a:lnTo>
                  <a:lnTo>
                    <a:pt x="10689" y="11752"/>
                  </a:lnTo>
                  <a:lnTo>
                    <a:pt x="11030" y="11451"/>
                  </a:lnTo>
                  <a:lnTo>
                    <a:pt x="11331" y="11131"/>
                  </a:lnTo>
                  <a:lnTo>
                    <a:pt x="11632" y="10790"/>
                  </a:lnTo>
                  <a:lnTo>
                    <a:pt x="11892" y="10409"/>
                  </a:lnTo>
                  <a:lnTo>
                    <a:pt x="12153" y="10028"/>
                  </a:lnTo>
                  <a:lnTo>
                    <a:pt x="12374" y="9626"/>
                  </a:lnTo>
                  <a:lnTo>
                    <a:pt x="12554" y="9225"/>
                  </a:lnTo>
                  <a:lnTo>
                    <a:pt x="12735" y="8784"/>
                  </a:lnTo>
                  <a:lnTo>
                    <a:pt x="12735" y="8784"/>
                  </a:lnTo>
                  <a:lnTo>
                    <a:pt x="12855" y="8403"/>
                  </a:lnTo>
                  <a:lnTo>
                    <a:pt x="12955" y="8022"/>
                  </a:lnTo>
                  <a:lnTo>
                    <a:pt x="13035" y="7641"/>
                  </a:lnTo>
                  <a:lnTo>
                    <a:pt x="13096" y="7240"/>
                  </a:lnTo>
                  <a:lnTo>
                    <a:pt x="13116" y="6859"/>
                  </a:lnTo>
                  <a:lnTo>
                    <a:pt x="13116" y="6478"/>
                  </a:lnTo>
                  <a:lnTo>
                    <a:pt x="13116" y="6117"/>
                  </a:lnTo>
                  <a:lnTo>
                    <a:pt x="13076" y="5736"/>
                  </a:lnTo>
                  <a:lnTo>
                    <a:pt x="13015" y="5375"/>
                  </a:lnTo>
                  <a:lnTo>
                    <a:pt x="12935" y="5014"/>
                  </a:lnTo>
                  <a:lnTo>
                    <a:pt x="12835" y="4653"/>
                  </a:lnTo>
                  <a:lnTo>
                    <a:pt x="12715" y="4312"/>
                  </a:lnTo>
                  <a:lnTo>
                    <a:pt x="12574" y="3971"/>
                  </a:lnTo>
                  <a:lnTo>
                    <a:pt x="12414" y="3650"/>
                  </a:lnTo>
                  <a:lnTo>
                    <a:pt x="12253" y="3329"/>
                  </a:lnTo>
                  <a:lnTo>
                    <a:pt x="12053" y="3008"/>
                  </a:lnTo>
                  <a:lnTo>
                    <a:pt x="11852" y="2708"/>
                  </a:lnTo>
                  <a:lnTo>
                    <a:pt x="11632" y="2427"/>
                  </a:lnTo>
                  <a:lnTo>
                    <a:pt x="11391" y="2146"/>
                  </a:lnTo>
                  <a:lnTo>
                    <a:pt x="11130" y="1885"/>
                  </a:lnTo>
                  <a:lnTo>
                    <a:pt x="10850" y="1645"/>
                  </a:lnTo>
                  <a:lnTo>
                    <a:pt x="10569" y="1404"/>
                  </a:lnTo>
                  <a:lnTo>
                    <a:pt x="10268" y="1183"/>
                  </a:lnTo>
                  <a:lnTo>
                    <a:pt x="9967" y="983"/>
                  </a:lnTo>
                  <a:lnTo>
                    <a:pt x="9626" y="802"/>
                  </a:lnTo>
                  <a:lnTo>
                    <a:pt x="9305" y="622"/>
                  </a:lnTo>
                  <a:lnTo>
                    <a:pt x="8944" y="482"/>
                  </a:lnTo>
                  <a:lnTo>
                    <a:pt x="8583" y="341"/>
                  </a:lnTo>
                  <a:lnTo>
                    <a:pt x="8222" y="241"/>
                  </a:lnTo>
                  <a:lnTo>
                    <a:pt x="7841" y="141"/>
                  </a:lnTo>
                  <a:lnTo>
                    <a:pt x="7440" y="80"/>
                  </a:lnTo>
                  <a:lnTo>
                    <a:pt x="7039" y="40"/>
                  </a:lnTo>
                  <a:lnTo>
                    <a:pt x="7039" y="40"/>
                  </a:lnTo>
                  <a:lnTo>
                    <a:pt x="6658" y="0"/>
                  </a:lnTo>
                  <a:lnTo>
                    <a:pt x="6277" y="20"/>
                  </a:lnTo>
                  <a:lnTo>
                    <a:pt x="5896" y="40"/>
                  </a:lnTo>
                  <a:lnTo>
                    <a:pt x="5535" y="80"/>
                  </a:lnTo>
                  <a:lnTo>
                    <a:pt x="5174" y="141"/>
                  </a:lnTo>
                  <a:lnTo>
                    <a:pt x="4833" y="241"/>
                  </a:lnTo>
                  <a:lnTo>
                    <a:pt x="4472" y="341"/>
                  </a:lnTo>
                  <a:lnTo>
                    <a:pt x="4151" y="462"/>
                  </a:lnTo>
                  <a:lnTo>
                    <a:pt x="3810" y="622"/>
                  </a:lnTo>
                  <a:lnTo>
                    <a:pt x="3490" y="782"/>
                  </a:lnTo>
                  <a:lnTo>
                    <a:pt x="3189" y="963"/>
                  </a:lnTo>
                  <a:lnTo>
                    <a:pt x="2888" y="1143"/>
                  </a:lnTo>
                  <a:lnTo>
                    <a:pt x="2607" y="1364"/>
                  </a:lnTo>
                  <a:lnTo>
                    <a:pt x="2326" y="1585"/>
                  </a:lnTo>
                  <a:lnTo>
                    <a:pt x="2066" y="1825"/>
                  </a:lnTo>
                  <a:lnTo>
                    <a:pt x="1825" y="2086"/>
                  </a:lnTo>
                  <a:lnTo>
                    <a:pt x="1584" y="2347"/>
                  </a:lnTo>
                  <a:lnTo>
                    <a:pt x="1364" y="2627"/>
                  </a:lnTo>
                  <a:lnTo>
                    <a:pt x="1163" y="2928"/>
                  </a:lnTo>
                  <a:lnTo>
                    <a:pt x="963" y="3229"/>
                  </a:lnTo>
                  <a:lnTo>
                    <a:pt x="802" y="3550"/>
                  </a:lnTo>
                  <a:lnTo>
                    <a:pt x="642" y="3871"/>
                  </a:lnTo>
                  <a:lnTo>
                    <a:pt x="501" y="4192"/>
                  </a:lnTo>
                  <a:lnTo>
                    <a:pt x="361" y="4533"/>
                  </a:lnTo>
                  <a:lnTo>
                    <a:pt x="261" y="4894"/>
                  </a:lnTo>
                  <a:lnTo>
                    <a:pt x="160" y="5234"/>
                  </a:lnTo>
                  <a:lnTo>
                    <a:pt x="100" y="5595"/>
                  </a:lnTo>
                  <a:lnTo>
                    <a:pt x="40" y="5977"/>
                  </a:lnTo>
                  <a:lnTo>
                    <a:pt x="20" y="6337"/>
                  </a:lnTo>
                  <a:lnTo>
                    <a:pt x="0" y="6719"/>
                  </a:lnTo>
                  <a:lnTo>
                    <a:pt x="0" y="7100"/>
                  </a:lnTo>
                  <a:lnTo>
                    <a:pt x="40" y="748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1" name="Google Shape;5411;p21"/>
            <p:cNvSpPr/>
            <p:nvPr/>
          </p:nvSpPr>
          <p:spPr>
            <a:xfrm>
              <a:off x="10253450" y="2763463"/>
              <a:ext cx="253200" cy="253700"/>
            </a:xfrm>
            <a:custGeom>
              <a:avLst/>
              <a:gdLst/>
              <a:ahLst/>
              <a:cxnLst/>
              <a:rect l="l" t="t" r="r" b="b"/>
              <a:pathLst>
                <a:path w="10128" h="10148" extrusionOk="0">
                  <a:moveTo>
                    <a:pt x="4853" y="0"/>
                  </a:moveTo>
                  <a:lnTo>
                    <a:pt x="4573" y="20"/>
                  </a:lnTo>
                  <a:lnTo>
                    <a:pt x="4292" y="61"/>
                  </a:lnTo>
                  <a:lnTo>
                    <a:pt x="4011" y="101"/>
                  </a:lnTo>
                  <a:lnTo>
                    <a:pt x="3750" y="181"/>
                  </a:lnTo>
                  <a:lnTo>
                    <a:pt x="3490" y="241"/>
                  </a:lnTo>
                  <a:lnTo>
                    <a:pt x="3229" y="341"/>
                  </a:lnTo>
                  <a:lnTo>
                    <a:pt x="2968" y="442"/>
                  </a:lnTo>
                  <a:lnTo>
                    <a:pt x="2728" y="582"/>
                  </a:lnTo>
                  <a:lnTo>
                    <a:pt x="2507" y="702"/>
                  </a:lnTo>
                  <a:lnTo>
                    <a:pt x="2266" y="843"/>
                  </a:lnTo>
                  <a:lnTo>
                    <a:pt x="2066" y="1003"/>
                  </a:lnTo>
                  <a:lnTo>
                    <a:pt x="1845" y="1184"/>
                  </a:lnTo>
                  <a:lnTo>
                    <a:pt x="1645" y="1364"/>
                  </a:lnTo>
                  <a:lnTo>
                    <a:pt x="1464" y="1545"/>
                  </a:lnTo>
                  <a:lnTo>
                    <a:pt x="1264" y="1765"/>
                  </a:lnTo>
                  <a:lnTo>
                    <a:pt x="1083" y="1986"/>
                  </a:lnTo>
                  <a:lnTo>
                    <a:pt x="923" y="2206"/>
                  </a:lnTo>
                  <a:lnTo>
                    <a:pt x="782" y="2447"/>
                  </a:lnTo>
                  <a:lnTo>
                    <a:pt x="622" y="2688"/>
                  </a:lnTo>
                  <a:lnTo>
                    <a:pt x="502" y="2928"/>
                  </a:lnTo>
                  <a:lnTo>
                    <a:pt x="381" y="3189"/>
                  </a:lnTo>
                  <a:lnTo>
                    <a:pt x="281" y="3470"/>
                  </a:lnTo>
                  <a:lnTo>
                    <a:pt x="201" y="3730"/>
                  </a:lnTo>
                  <a:lnTo>
                    <a:pt x="120" y="4011"/>
                  </a:lnTo>
                  <a:lnTo>
                    <a:pt x="60" y="4292"/>
                  </a:lnTo>
                  <a:lnTo>
                    <a:pt x="20" y="4593"/>
                  </a:lnTo>
                  <a:lnTo>
                    <a:pt x="0" y="4874"/>
                  </a:lnTo>
                  <a:lnTo>
                    <a:pt x="0" y="5174"/>
                  </a:lnTo>
                  <a:lnTo>
                    <a:pt x="0" y="5475"/>
                  </a:lnTo>
                  <a:lnTo>
                    <a:pt x="20" y="5776"/>
                  </a:lnTo>
                  <a:lnTo>
                    <a:pt x="100" y="6197"/>
                  </a:lnTo>
                  <a:lnTo>
                    <a:pt x="201" y="6638"/>
                  </a:lnTo>
                  <a:lnTo>
                    <a:pt x="361" y="7060"/>
                  </a:lnTo>
                  <a:lnTo>
                    <a:pt x="562" y="7461"/>
                  </a:lnTo>
                  <a:lnTo>
                    <a:pt x="802" y="7862"/>
                  </a:lnTo>
                  <a:lnTo>
                    <a:pt x="1103" y="8243"/>
                  </a:lnTo>
                  <a:lnTo>
                    <a:pt x="1404" y="8604"/>
                  </a:lnTo>
                  <a:lnTo>
                    <a:pt x="1765" y="8925"/>
                  </a:lnTo>
                  <a:lnTo>
                    <a:pt x="2166" y="9225"/>
                  </a:lnTo>
                  <a:lnTo>
                    <a:pt x="2367" y="9366"/>
                  </a:lnTo>
                  <a:lnTo>
                    <a:pt x="2587" y="9486"/>
                  </a:lnTo>
                  <a:lnTo>
                    <a:pt x="2808" y="9606"/>
                  </a:lnTo>
                  <a:lnTo>
                    <a:pt x="3028" y="9727"/>
                  </a:lnTo>
                  <a:lnTo>
                    <a:pt x="3269" y="9807"/>
                  </a:lnTo>
                  <a:lnTo>
                    <a:pt x="3510" y="9907"/>
                  </a:lnTo>
                  <a:lnTo>
                    <a:pt x="3770" y="9967"/>
                  </a:lnTo>
                  <a:lnTo>
                    <a:pt x="4031" y="10048"/>
                  </a:lnTo>
                  <a:lnTo>
                    <a:pt x="4292" y="10088"/>
                  </a:lnTo>
                  <a:lnTo>
                    <a:pt x="4573" y="10128"/>
                  </a:lnTo>
                  <a:lnTo>
                    <a:pt x="4853" y="10148"/>
                  </a:lnTo>
                  <a:lnTo>
                    <a:pt x="5435" y="10148"/>
                  </a:lnTo>
                  <a:lnTo>
                    <a:pt x="5716" y="10128"/>
                  </a:lnTo>
                  <a:lnTo>
                    <a:pt x="6077" y="10088"/>
                  </a:lnTo>
                  <a:lnTo>
                    <a:pt x="6418" y="10008"/>
                  </a:lnTo>
                  <a:lnTo>
                    <a:pt x="6759" y="9907"/>
                  </a:lnTo>
                  <a:lnTo>
                    <a:pt x="7079" y="9787"/>
                  </a:lnTo>
                  <a:lnTo>
                    <a:pt x="7400" y="9647"/>
                  </a:lnTo>
                  <a:lnTo>
                    <a:pt x="7681" y="9466"/>
                  </a:lnTo>
                  <a:lnTo>
                    <a:pt x="7982" y="9286"/>
                  </a:lnTo>
                  <a:lnTo>
                    <a:pt x="8243" y="9065"/>
                  </a:lnTo>
                  <a:lnTo>
                    <a:pt x="8503" y="8824"/>
                  </a:lnTo>
                  <a:lnTo>
                    <a:pt x="8744" y="8584"/>
                  </a:lnTo>
                  <a:lnTo>
                    <a:pt x="8964" y="8323"/>
                  </a:lnTo>
                  <a:lnTo>
                    <a:pt x="9185" y="8042"/>
                  </a:lnTo>
                  <a:lnTo>
                    <a:pt x="9366" y="7741"/>
                  </a:lnTo>
                  <a:lnTo>
                    <a:pt x="9546" y="7441"/>
                  </a:lnTo>
                  <a:lnTo>
                    <a:pt x="9686" y="7120"/>
                  </a:lnTo>
                  <a:lnTo>
                    <a:pt x="9827" y="6779"/>
                  </a:lnTo>
                  <a:lnTo>
                    <a:pt x="9887" y="6598"/>
                  </a:lnTo>
                  <a:lnTo>
                    <a:pt x="9967" y="6318"/>
                  </a:lnTo>
                  <a:lnTo>
                    <a:pt x="10027" y="6017"/>
                  </a:lnTo>
                  <a:lnTo>
                    <a:pt x="10067" y="5736"/>
                  </a:lnTo>
                  <a:lnTo>
                    <a:pt x="10108" y="5435"/>
                  </a:lnTo>
                  <a:lnTo>
                    <a:pt x="10128" y="5154"/>
                  </a:lnTo>
                  <a:lnTo>
                    <a:pt x="10128" y="4874"/>
                  </a:lnTo>
                  <a:lnTo>
                    <a:pt x="10108" y="4573"/>
                  </a:lnTo>
                  <a:lnTo>
                    <a:pt x="10067" y="4292"/>
                  </a:lnTo>
                  <a:lnTo>
                    <a:pt x="10007" y="4031"/>
                  </a:lnTo>
                  <a:lnTo>
                    <a:pt x="9947" y="3751"/>
                  </a:lnTo>
                  <a:lnTo>
                    <a:pt x="9867" y="3490"/>
                  </a:lnTo>
                  <a:lnTo>
                    <a:pt x="9767" y="3229"/>
                  </a:lnTo>
                  <a:lnTo>
                    <a:pt x="9666" y="2968"/>
                  </a:lnTo>
                  <a:lnTo>
                    <a:pt x="9546" y="2728"/>
                  </a:lnTo>
                  <a:lnTo>
                    <a:pt x="9406" y="2487"/>
                  </a:lnTo>
                  <a:lnTo>
                    <a:pt x="9245" y="2246"/>
                  </a:lnTo>
                  <a:lnTo>
                    <a:pt x="9085" y="2026"/>
                  </a:lnTo>
                  <a:lnTo>
                    <a:pt x="8924" y="1805"/>
                  </a:lnTo>
                  <a:lnTo>
                    <a:pt x="8724" y="1605"/>
                  </a:lnTo>
                  <a:lnTo>
                    <a:pt x="8543" y="1404"/>
                  </a:lnTo>
                  <a:lnTo>
                    <a:pt x="8323" y="1224"/>
                  </a:lnTo>
                  <a:lnTo>
                    <a:pt x="8102" y="1043"/>
                  </a:lnTo>
                  <a:lnTo>
                    <a:pt x="7882" y="883"/>
                  </a:lnTo>
                  <a:lnTo>
                    <a:pt x="7641" y="742"/>
                  </a:lnTo>
                  <a:lnTo>
                    <a:pt x="7400" y="602"/>
                  </a:lnTo>
                  <a:lnTo>
                    <a:pt x="7140" y="462"/>
                  </a:lnTo>
                  <a:lnTo>
                    <a:pt x="6879" y="361"/>
                  </a:lnTo>
                  <a:lnTo>
                    <a:pt x="6598" y="261"/>
                  </a:lnTo>
                  <a:lnTo>
                    <a:pt x="6317" y="181"/>
                  </a:lnTo>
                  <a:lnTo>
                    <a:pt x="6037" y="121"/>
                  </a:lnTo>
                  <a:lnTo>
                    <a:pt x="5736" y="61"/>
                  </a:lnTo>
                  <a:lnTo>
                    <a:pt x="5435" y="20"/>
                  </a:lnTo>
                  <a:lnTo>
                    <a:pt x="513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2" name="Google Shape;5412;p21"/>
            <p:cNvSpPr/>
            <p:nvPr/>
          </p:nvSpPr>
          <p:spPr>
            <a:xfrm>
              <a:off x="10253450" y="2763463"/>
              <a:ext cx="253200" cy="253700"/>
            </a:xfrm>
            <a:custGeom>
              <a:avLst/>
              <a:gdLst/>
              <a:ahLst/>
              <a:cxnLst/>
              <a:rect l="l" t="t" r="r" b="b"/>
              <a:pathLst>
                <a:path w="10128" h="10148" fill="none" extrusionOk="0">
                  <a:moveTo>
                    <a:pt x="9887" y="6598"/>
                  </a:moveTo>
                  <a:lnTo>
                    <a:pt x="9887" y="6598"/>
                  </a:lnTo>
                  <a:lnTo>
                    <a:pt x="9827" y="6779"/>
                  </a:lnTo>
                  <a:lnTo>
                    <a:pt x="9827" y="6779"/>
                  </a:lnTo>
                  <a:lnTo>
                    <a:pt x="9686" y="7120"/>
                  </a:lnTo>
                  <a:lnTo>
                    <a:pt x="9546" y="7441"/>
                  </a:lnTo>
                  <a:lnTo>
                    <a:pt x="9366" y="7741"/>
                  </a:lnTo>
                  <a:lnTo>
                    <a:pt x="9185" y="8042"/>
                  </a:lnTo>
                  <a:lnTo>
                    <a:pt x="8964" y="8323"/>
                  </a:lnTo>
                  <a:lnTo>
                    <a:pt x="8744" y="8584"/>
                  </a:lnTo>
                  <a:lnTo>
                    <a:pt x="8503" y="8824"/>
                  </a:lnTo>
                  <a:lnTo>
                    <a:pt x="8243" y="9065"/>
                  </a:lnTo>
                  <a:lnTo>
                    <a:pt x="7982" y="9286"/>
                  </a:lnTo>
                  <a:lnTo>
                    <a:pt x="7681" y="9466"/>
                  </a:lnTo>
                  <a:lnTo>
                    <a:pt x="7400" y="9647"/>
                  </a:lnTo>
                  <a:lnTo>
                    <a:pt x="7079" y="9787"/>
                  </a:lnTo>
                  <a:lnTo>
                    <a:pt x="6759" y="9907"/>
                  </a:lnTo>
                  <a:lnTo>
                    <a:pt x="6418" y="10008"/>
                  </a:lnTo>
                  <a:lnTo>
                    <a:pt x="6077" y="10088"/>
                  </a:lnTo>
                  <a:lnTo>
                    <a:pt x="5716" y="10128"/>
                  </a:lnTo>
                  <a:lnTo>
                    <a:pt x="5716" y="10128"/>
                  </a:lnTo>
                  <a:lnTo>
                    <a:pt x="5435" y="10148"/>
                  </a:lnTo>
                  <a:lnTo>
                    <a:pt x="5134" y="10148"/>
                  </a:lnTo>
                  <a:lnTo>
                    <a:pt x="4853" y="10148"/>
                  </a:lnTo>
                  <a:lnTo>
                    <a:pt x="4573" y="10128"/>
                  </a:lnTo>
                  <a:lnTo>
                    <a:pt x="4292" y="10088"/>
                  </a:lnTo>
                  <a:lnTo>
                    <a:pt x="4031" y="10048"/>
                  </a:lnTo>
                  <a:lnTo>
                    <a:pt x="3770" y="9967"/>
                  </a:lnTo>
                  <a:lnTo>
                    <a:pt x="3510" y="9907"/>
                  </a:lnTo>
                  <a:lnTo>
                    <a:pt x="3269" y="9807"/>
                  </a:lnTo>
                  <a:lnTo>
                    <a:pt x="3028" y="9727"/>
                  </a:lnTo>
                  <a:lnTo>
                    <a:pt x="2808" y="9606"/>
                  </a:lnTo>
                  <a:lnTo>
                    <a:pt x="2587" y="9486"/>
                  </a:lnTo>
                  <a:lnTo>
                    <a:pt x="2367" y="9366"/>
                  </a:lnTo>
                  <a:lnTo>
                    <a:pt x="2166" y="9225"/>
                  </a:lnTo>
                  <a:lnTo>
                    <a:pt x="1765" y="8925"/>
                  </a:lnTo>
                  <a:lnTo>
                    <a:pt x="1404" y="8604"/>
                  </a:lnTo>
                  <a:lnTo>
                    <a:pt x="1103" y="8243"/>
                  </a:lnTo>
                  <a:lnTo>
                    <a:pt x="802" y="7862"/>
                  </a:lnTo>
                  <a:lnTo>
                    <a:pt x="562" y="7461"/>
                  </a:lnTo>
                  <a:lnTo>
                    <a:pt x="361" y="7060"/>
                  </a:lnTo>
                  <a:lnTo>
                    <a:pt x="201" y="6638"/>
                  </a:lnTo>
                  <a:lnTo>
                    <a:pt x="100" y="6197"/>
                  </a:lnTo>
                  <a:lnTo>
                    <a:pt x="20" y="5776"/>
                  </a:lnTo>
                  <a:lnTo>
                    <a:pt x="20" y="5776"/>
                  </a:lnTo>
                  <a:lnTo>
                    <a:pt x="0" y="5475"/>
                  </a:lnTo>
                  <a:lnTo>
                    <a:pt x="0" y="5174"/>
                  </a:lnTo>
                  <a:lnTo>
                    <a:pt x="0" y="4874"/>
                  </a:lnTo>
                  <a:lnTo>
                    <a:pt x="20" y="4593"/>
                  </a:lnTo>
                  <a:lnTo>
                    <a:pt x="60" y="4292"/>
                  </a:lnTo>
                  <a:lnTo>
                    <a:pt x="120" y="4011"/>
                  </a:lnTo>
                  <a:lnTo>
                    <a:pt x="201" y="3730"/>
                  </a:lnTo>
                  <a:lnTo>
                    <a:pt x="281" y="3470"/>
                  </a:lnTo>
                  <a:lnTo>
                    <a:pt x="381" y="3189"/>
                  </a:lnTo>
                  <a:lnTo>
                    <a:pt x="502" y="2928"/>
                  </a:lnTo>
                  <a:lnTo>
                    <a:pt x="622" y="2688"/>
                  </a:lnTo>
                  <a:lnTo>
                    <a:pt x="782" y="2447"/>
                  </a:lnTo>
                  <a:lnTo>
                    <a:pt x="923" y="2206"/>
                  </a:lnTo>
                  <a:lnTo>
                    <a:pt x="1083" y="1986"/>
                  </a:lnTo>
                  <a:lnTo>
                    <a:pt x="1264" y="1765"/>
                  </a:lnTo>
                  <a:lnTo>
                    <a:pt x="1464" y="1545"/>
                  </a:lnTo>
                  <a:lnTo>
                    <a:pt x="1464" y="1545"/>
                  </a:lnTo>
                  <a:lnTo>
                    <a:pt x="1645" y="1364"/>
                  </a:lnTo>
                  <a:lnTo>
                    <a:pt x="1845" y="1184"/>
                  </a:lnTo>
                  <a:lnTo>
                    <a:pt x="2066" y="1003"/>
                  </a:lnTo>
                  <a:lnTo>
                    <a:pt x="2266" y="843"/>
                  </a:lnTo>
                  <a:lnTo>
                    <a:pt x="2507" y="702"/>
                  </a:lnTo>
                  <a:lnTo>
                    <a:pt x="2728" y="582"/>
                  </a:lnTo>
                  <a:lnTo>
                    <a:pt x="2968" y="442"/>
                  </a:lnTo>
                  <a:lnTo>
                    <a:pt x="3229" y="341"/>
                  </a:lnTo>
                  <a:lnTo>
                    <a:pt x="3490" y="241"/>
                  </a:lnTo>
                  <a:lnTo>
                    <a:pt x="3750" y="181"/>
                  </a:lnTo>
                  <a:lnTo>
                    <a:pt x="4011" y="101"/>
                  </a:lnTo>
                  <a:lnTo>
                    <a:pt x="4292" y="61"/>
                  </a:lnTo>
                  <a:lnTo>
                    <a:pt x="4573" y="20"/>
                  </a:lnTo>
                  <a:lnTo>
                    <a:pt x="4853" y="0"/>
                  </a:lnTo>
                  <a:lnTo>
                    <a:pt x="5134" y="0"/>
                  </a:lnTo>
                  <a:lnTo>
                    <a:pt x="5435" y="20"/>
                  </a:lnTo>
                  <a:lnTo>
                    <a:pt x="5435" y="20"/>
                  </a:lnTo>
                  <a:lnTo>
                    <a:pt x="5736" y="61"/>
                  </a:lnTo>
                  <a:lnTo>
                    <a:pt x="6037" y="121"/>
                  </a:lnTo>
                  <a:lnTo>
                    <a:pt x="6317" y="181"/>
                  </a:lnTo>
                  <a:lnTo>
                    <a:pt x="6598" y="261"/>
                  </a:lnTo>
                  <a:lnTo>
                    <a:pt x="6879" y="361"/>
                  </a:lnTo>
                  <a:lnTo>
                    <a:pt x="7140" y="462"/>
                  </a:lnTo>
                  <a:lnTo>
                    <a:pt x="7400" y="602"/>
                  </a:lnTo>
                  <a:lnTo>
                    <a:pt x="7641" y="742"/>
                  </a:lnTo>
                  <a:lnTo>
                    <a:pt x="7882" y="883"/>
                  </a:lnTo>
                  <a:lnTo>
                    <a:pt x="8102" y="1043"/>
                  </a:lnTo>
                  <a:lnTo>
                    <a:pt x="8323" y="1224"/>
                  </a:lnTo>
                  <a:lnTo>
                    <a:pt x="8543" y="1404"/>
                  </a:lnTo>
                  <a:lnTo>
                    <a:pt x="8724" y="1605"/>
                  </a:lnTo>
                  <a:lnTo>
                    <a:pt x="8924" y="1805"/>
                  </a:lnTo>
                  <a:lnTo>
                    <a:pt x="9085" y="2026"/>
                  </a:lnTo>
                  <a:lnTo>
                    <a:pt x="9245" y="2246"/>
                  </a:lnTo>
                  <a:lnTo>
                    <a:pt x="9406" y="2487"/>
                  </a:lnTo>
                  <a:lnTo>
                    <a:pt x="9546" y="2728"/>
                  </a:lnTo>
                  <a:lnTo>
                    <a:pt x="9666" y="2968"/>
                  </a:lnTo>
                  <a:lnTo>
                    <a:pt x="9767" y="3229"/>
                  </a:lnTo>
                  <a:lnTo>
                    <a:pt x="9867" y="3490"/>
                  </a:lnTo>
                  <a:lnTo>
                    <a:pt x="9947" y="3751"/>
                  </a:lnTo>
                  <a:lnTo>
                    <a:pt x="10007" y="4031"/>
                  </a:lnTo>
                  <a:lnTo>
                    <a:pt x="10067" y="4292"/>
                  </a:lnTo>
                  <a:lnTo>
                    <a:pt x="10108" y="4573"/>
                  </a:lnTo>
                  <a:lnTo>
                    <a:pt x="10128" y="4874"/>
                  </a:lnTo>
                  <a:lnTo>
                    <a:pt x="10128" y="5154"/>
                  </a:lnTo>
                  <a:lnTo>
                    <a:pt x="10108" y="5435"/>
                  </a:lnTo>
                  <a:lnTo>
                    <a:pt x="10067" y="5736"/>
                  </a:lnTo>
                  <a:lnTo>
                    <a:pt x="10027" y="6017"/>
                  </a:lnTo>
                  <a:lnTo>
                    <a:pt x="9967" y="6318"/>
                  </a:lnTo>
                  <a:lnTo>
                    <a:pt x="9887" y="659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3" name="Google Shape;5413;p21"/>
            <p:cNvSpPr/>
            <p:nvPr/>
          </p:nvSpPr>
          <p:spPr>
            <a:xfrm>
              <a:off x="10253450" y="2802063"/>
              <a:ext cx="247175" cy="215100"/>
            </a:xfrm>
            <a:custGeom>
              <a:avLst/>
              <a:gdLst/>
              <a:ahLst/>
              <a:cxnLst/>
              <a:rect l="l" t="t" r="r" b="b"/>
              <a:pathLst>
                <a:path w="9887" h="8604" extrusionOk="0">
                  <a:moveTo>
                    <a:pt x="1464" y="1"/>
                  </a:moveTo>
                  <a:lnTo>
                    <a:pt x="1123" y="382"/>
                  </a:lnTo>
                  <a:lnTo>
                    <a:pt x="842" y="783"/>
                  </a:lnTo>
                  <a:lnTo>
                    <a:pt x="602" y="1224"/>
                  </a:lnTo>
                  <a:lnTo>
                    <a:pt x="381" y="1665"/>
                  </a:lnTo>
                  <a:lnTo>
                    <a:pt x="221" y="2146"/>
                  </a:lnTo>
                  <a:lnTo>
                    <a:pt x="141" y="2387"/>
                  </a:lnTo>
                  <a:lnTo>
                    <a:pt x="100" y="2628"/>
                  </a:lnTo>
                  <a:lnTo>
                    <a:pt x="40" y="2888"/>
                  </a:lnTo>
                  <a:lnTo>
                    <a:pt x="20" y="3149"/>
                  </a:lnTo>
                  <a:lnTo>
                    <a:pt x="0" y="3410"/>
                  </a:lnTo>
                  <a:lnTo>
                    <a:pt x="0" y="3671"/>
                  </a:lnTo>
                  <a:lnTo>
                    <a:pt x="0" y="3951"/>
                  </a:lnTo>
                  <a:lnTo>
                    <a:pt x="20" y="4232"/>
                  </a:lnTo>
                  <a:lnTo>
                    <a:pt x="80" y="4633"/>
                  </a:lnTo>
                  <a:lnTo>
                    <a:pt x="201" y="5034"/>
                  </a:lnTo>
                  <a:lnTo>
                    <a:pt x="341" y="5435"/>
                  </a:lnTo>
                  <a:lnTo>
                    <a:pt x="522" y="5816"/>
                  </a:lnTo>
                  <a:lnTo>
                    <a:pt x="742" y="6197"/>
                  </a:lnTo>
                  <a:lnTo>
                    <a:pt x="983" y="6558"/>
                  </a:lnTo>
                  <a:lnTo>
                    <a:pt x="1284" y="6919"/>
                  </a:lnTo>
                  <a:lnTo>
                    <a:pt x="1584" y="7240"/>
                  </a:lnTo>
                  <a:lnTo>
                    <a:pt x="1945" y="7521"/>
                  </a:lnTo>
                  <a:lnTo>
                    <a:pt x="2326" y="7802"/>
                  </a:lnTo>
                  <a:lnTo>
                    <a:pt x="2728" y="8022"/>
                  </a:lnTo>
                  <a:lnTo>
                    <a:pt x="3169" y="8223"/>
                  </a:lnTo>
                  <a:lnTo>
                    <a:pt x="3630" y="8383"/>
                  </a:lnTo>
                  <a:lnTo>
                    <a:pt x="3871" y="8464"/>
                  </a:lnTo>
                  <a:lnTo>
                    <a:pt x="4111" y="8504"/>
                  </a:lnTo>
                  <a:lnTo>
                    <a:pt x="4372" y="8564"/>
                  </a:lnTo>
                  <a:lnTo>
                    <a:pt x="4633" y="8584"/>
                  </a:lnTo>
                  <a:lnTo>
                    <a:pt x="4893" y="8604"/>
                  </a:lnTo>
                  <a:lnTo>
                    <a:pt x="5435" y="8604"/>
                  </a:lnTo>
                  <a:lnTo>
                    <a:pt x="5716" y="8584"/>
                  </a:lnTo>
                  <a:lnTo>
                    <a:pt x="6077" y="8544"/>
                  </a:lnTo>
                  <a:lnTo>
                    <a:pt x="6418" y="8464"/>
                  </a:lnTo>
                  <a:lnTo>
                    <a:pt x="6759" y="8363"/>
                  </a:lnTo>
                  <a:lnTo>
                    <a:pt x="7079" y="8243"/>
                  </a:lnTo>
                  <a:lnTo>
                    <a:pt x="7400" y="8103"/>
                  </a:lnTo>
                  <a:lnTo>
                    <a:pt x="7681" y="7922"/>
                  </a:lnTo>
                  <a:lnTo>
                    <a:pt x="7982" y="7742"/>
                  </a:lnTo>
                  <a:lnTo>
                    <a:pt x="8243" y="7521"/>
                  </a:lnTo>
                  <a:lnTo>
                    <a:pt x="8503" y="7280"/>
                  </a:lnTo>
                  <a:lnTo>
                    <a:pt x="8744" y="7040"/>
                  </a:lnTo>
                  <a:lnTo>
                    <a:pt x="8964" y="6779"/>
                  </a:lnTo>
                  <a:lnTo>
                    <a:pt x="9185" y="6498"/>
                  </a:lnTo>
                  <a:lnTo>
                    <a:pt x="9366" y="6197"/>
                  </a:lnTo>
                  <a:lnTo>
                    <a:pt x="9546" y="5897"/>
                  </a:lnTo>
                  <a:lnTo>
                    <a:pt x="9686" y="5576"/>
                  </a:lnTo>
                  <a:lnTo>
                    <a:pt x="9827" y="5235"/>
                  </a:lnTo>
                  <a:lnTo>
                    <a:pt x="9887" y="5054"/>
                  </a:lnTo>
                  <a:lnTo>
                    <a:pt x="9666" y="5335"/>
                  </a:lnTo>
                  <a:lnTo>
                    <a:pt x="9446" y="5596"/>
                  </a:lnTo>
                  <a:lnTo>
                    <a:pt x="9205" y="5836"/>
                  </a:lnTo>
                  <a:lnTo>
                    <a:pt x="8944" y="6077"/>
                  </a:lnTo>
                  <a:lnTo>
                    <a:pt x="8684" y="6278"/>
                  </a:lnTo>
                  <a:lnTo>
                    <a:pt x="8403" y="6478"/>
                  </a:lnTo>
                  <a:lnTo>
                    <a:pt x="8082" y="6659"/>
                  </a:lnTo>
                  <a:lnTo>
                    <a:pt x="7781" y="6799"/>
                  </a:lnTo>
                  <a:lnTo>
                    <a:pt x="7380" y="6939"/>
                  </a:lnTo>
                  <a:lnTo>
                    <a:pt x="6999" y="7040"/>
                  </a:lnTo>
                  <a:lnTo>
                    <a:pt x="6598" y="7100"/>
                  </a:lnTo>
                  <a:lnTo>
                    <a:pt x="6197" y="7120"/>
                  </a:lnTo>
                  <a:lnTo>
                    <a:pt x="5776" y="7100"/>
                  </a:lnTo>
                  <a:lnTo>
                    <a:pt x="5355" y="7040"/>
                  </a:lnTo>
                  <a:lnTo>
                    <a:pt x="4954" y="6939"/>
                  </a:lnTo>
                  <a:lnTo>
                    <a:pt x="4553" y="6819"/>
                  </a:lnTo>
                  <a:lnTo>
                    <a:pt x="4171" y="6659"/>
                  </a:lnTo>
                  <a:lnTo>
                    <a:pt x="3790" y="6478"/>
                  </a:lnTo>
                  <a:lnTo>
                    <a:pt x="3429" y="6258"/>
                  </a:lnTo>
                  <a:lnTo>
                    <a:pt x="3089" y="6017"/>
                  </a:lnTo>
                  <a:lnTo>
                    <a:pt x="2748" y="5756"/>
                  </a:lnTo>
                  <a:lnTo>
                    <a:pt x="2447" y="5455"/>
                  </a:lnTo>
                  <a:lnTo>
                    <a:pt x="2186" y="5114"/>
                  </a:lnTo>
                  <a:lnTo>
                    <a:pt x="1925" y="4774"/>
                  </a:lnTo>
                  <a:lnTo>
                    <a:pt x="1705" y="4413"/>
                  </a:lnTo>
                  <a:lnTo>
                    <a:pt x="1524" y="4032"/>
                  </a:lnTo>
                  <a:lnTo>
                    <a:pt x="1364" y="3650"/>
                  </a:lnTo>
                  <a:lnTo>
                    <a:pt x="1244" y="3249"/>
                  </a:lnTo>
                  <a:lnTo>
                    <a:pt x="1143" y="2828"/>
                  </a:lnTo>
                  <a:lnTo>
                    <a:pt x="1083" y="2427"/>
                  </a:lnTo>
                  <a:lnTo>
                    <a:pt x="1063" y="2006"/>
                  </a:lnTo>
                  <a:lnTo>
                    <a:pt x="1063" y="1585"/>
                  </a:lnTo>
                  <a:lnTo>
                    <a:pt x="1123" y="1184"/>
                  </a:lnTo>
                  <a:lnTo>
                    <a:pt x="1183" y="783"/>
                  </a:lnTo>
                  <a:lnTo>
                    <a:pt x="1304" y="382"/>
                  </a:lnTo>
                  <a:lnTo>
                    <a:pt x="1464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4" name="Google Shape;5414;p21"/>
            <p:cNvSpPr/>
            <p:nvPr/>
          </p:nvSpPr>
          <p:spPr>
            <a:xfrm>
              <a:off x="10253450" y="2802063"/>
              <a:ext cx="247175" cy="215100"/>
            </a:xfrm>
            <a:custGeom>
              <a:avLst/>
              <a:gdLst/>
              <a:ahLst/>
              <a:cxnLst/>
              <a:rect l="l" t="t" r="r" b="b"/>
              <a:pathLst>
                <a:path w="9887" h="8604" fill="none" extrusionOk="0">
                  <a:moveTo>
                    <a:pt x="1464" y="1"/>
                  </a:moveTo>
                  <a:lnTo>
                    <a:pt x="1464" y="1"/>
                  </a:lnTo>
                  <a:lnTo>
                    <a:pt x="1123" y="382"/>
                  </a:lnTo>
                  <a:lnTo>
                    <a:pt x="842" y="783"/>
                  </a:lnTo>
                  <a:lnTo>
                    <a:pt x="602" y="1224"/>
                  </a:lnTo>
                  <a:lnTo>
                    <a:pt x="381" y="1665"/>
                  </a:lnTo>
                  <a:lnTo>
                    <a:pt x="221" y="2146"/>
                  </a:lnTo>
                  <a:lnTo>
                    <a:pt x="141" y="2387"/>
                  </a:lnTo>
                  <a:lnTo>
                    <a:pt x="100" y="2628"/>
                  </a:lnTo>
                  <a:lnTo>
                    <a:pt x="40" y="2888"/>
                  </a:lnTo>
                  <a:lnTo>
                    <a:pt x="20" y="3149"/>
                  </a:lnTo>
                  <a:lnTo>
                    <a:pt x="0" y="3410"/>
                  </a:lnTo>
                  <a:lnTo>
                    <a:pt x="0" y="3671"/>
                  </a:lnTo>
                  <a:lnTo>
                    <a:pt x="0" y="3671"/>
                  </a:lnTo>
                  <a:lnTo>
                    <a:pt x="0" y="3951"/>
                  </a:lnTo>
                  <a:lnTo>
                    <a:pt x="20" y="4232"/>
                  </a:lnTo>
                  <a:lnTo>
                    <a:pt x="20" y="4232"/>
                  </a:lnTo>
                  <a:lnTo>
                    <a:pt x="80" y="4633"/>
                  </a:lnTo>
                  <a:lnTo>
                    <a:pt x="201" y="5034"/>
                  </a:lnTo>
                  <a:lnTo>
                    <a:pt x="341" y="5435"/>
                  </a:lnTo>
                  <a:lnTo>
                    <a:pt x="522" y="5816"/>
                  </a:lnTo>
                  <a:lnTo>
                    <a:pt x="742" y="6197"/>
                  </a:lnTo>
                  <a:lnTo>
                    <a:pt x="983" y="6558"/>
                  </a:lnTo>
                  <a:lnTo>
                    <a:pt x="1284" y="6919"/>
                  </a:lnTo>
                  <a:lnTo>
                    <a:pt x="1584" y="7240"/>
                  </a:lnTo>
                  <a:lnTo>
                    <a:pt x="1945" y="7521"/>
                  </a:lnTo>
                  <a:lnTo>
                    <a:pt x="2326" y="7802"/>
                  </a:lnTo>
                  <a:lnTo>
                    <a:pt x="2728" y="8022"/>
                  </a:lnTo>
                  <a:lnTo>
                    <a:pt x="3169" y="8223"/>
                  </a:lnTo>
                  <a:lnTo>
                    <a:pt x="3630" y="8383"/>
                  </a:lnTo>
                  <a:lnTo>
                    <a:pt x="3871" y="8464"/>
                  </a:lnTo>
                  <a:lnTo>
                    <a:pt x="4111" y="8504"/>
                  </a:lnTo>
                  <a:lnTo>
                    <a:pt x="4372" y="8564"/>
                  </a:lnTo>
                  <a:lnTo>
                    <a:pt x="4633" y="8584"/>
                  </a:lnTo>
                  <a:lnTo>
                    <a:pt x="4893" y="8604"/>
                  </a:lnTo>
                  <a:lnTo>
                    <a:pt x="5154" y="8604"/>
                  </a:lnTo>
                  <a:lnTo>
                    <a:pt x="5154" y="8604"/>
                  </a:lnTo>
                  <a:lnTo>
                    <a:pt x="5435" y="8604"/>
                  </a:lnTo>
                  <a:lnTo>
                    <a:pt x="5716" y="8584"/>
                  </a:lnTo>
                  <a:lnTo>
                    <a:pt x="5716" y="8584"/>
                  </a:lnTo>
                  <a:lnTo>
                    <a:pt x="6077" y="8544"/>
                  </a:lnTo>
                  <a:lnTo>
                    <a:pt x="6418" y="8464"/>
                  </a:lnTo>
                  <a:lnTo>
                    <a:pt x="6759" y="8363"/>
                  </a:lnTo>
                  <a:lnTo>
                    <a:pt x="7079" y="8243"/>
                  </a:lnTo>
                  <a:lnTo>
                    <a:pt x="7400" y="8103"/>
                  </a:lnTo>
                  <a:lnTo>
                    <a:pt x="7681" y="7922"/>
                  </a:lnTo>
                  <a:lnTo>
                    <a:pt x="7982" y="7742"/>
                  </a:lnTo>
                  <a:lnTo>
                    <a:pt x="8243" y="7521"/>
                  </a:lnTo>
                  <a:lnTo>
                    <a:pt x="8503" y="7280"/>
                  </a:lnTo>
                  <a:lnTo>
                    <a:pt x="8744" y="7040"/>
                  </a:lnTo>
                  <a:lnTo>
                    <a:pt x="8964" y="6779"/>
                  </a:lnTo>
                  <a:lnTo>
                    <a:pt x="9185" y="6498"/>
                  </a:lnTo>
                  <a:lnTo>
                    <a:pt x="9366" y="6197"/>
                  </a:lnTo>
                  <a:lnTo>
                    <a:pt x="9546" y="5897"/>
                  </a:lnTo>
                  <a:lnTo>
                    <a:pt x="9686" y="5576"/>
                  </a:lnTo>
                  <a:lnTo>
                    <a:pt x="9827" y="5235"/>
                  </a:lnTo>
                  <a:lnTo>
                    <a:pt x="9827" y="5235"/>
                  </a:lnTo>
                  <a:lnTo>
                    <a:pt x="9887" y="5054"/>
                  </a:lnTo>
                  <a:lnTo>
                    <a:pt x="9887" y="5054"/>
                  </a:lnTo>
                  <a:lnTo>
                    <a:pt x="9666" y="5335"/>
                  </a:lnTo>
                  <a:lnTo>
                    <a:pt x="9446" y="5596"/>
                  </a:lnTo>
                  <a:lnTo>
                    <a:pt x="9205" y="5836"/>
                  </a:lnTo>
                  <a:lnTo>
                    <a:pt x="8944" y="6077"/>
                  </a:lnTo>
                  <a:lnTo>
                    <a:pt x="8684" y="6278"/>
                  </a:lnTo>
                  <a:lnTo>
                    <a:pt x="8403" y="6478"/>
                  </a:lnTo>
                  <a:lnTo>
                    <a:pt x="8082" y="6659"/>
                  </a:lnTo>
                  <a:lnTo>
                    <a:pt x="7781" y="6799"/>
                  </a:lnTo>
                  <a:lnTo>
                    <a:pt x="7781" y="6799"/>
                  </a:lnTo>
                  <a:lnTo>
                    <a:pt x="7380" y="6939"/>
                  </a:lnTo>
                  <a:lnTo>
                    <a:pt x="6999" y="7040"/>
                  </a:lnTo>
                  <a:lnTo>
                    <a:pt x="6598" y="7100"/>
                  </a:lnTo>
                  <a:lnTo>
                    <a:pt x="6197" y="7120"/>
                  </a:lnTo>
                  <a:lnTo>
                    <a:pt x="6197" y="7120"/>
                  </a:lnTo>
                  <a:lnTo>
                    <a:pt x="5776" y="7100"/>
                  </a:lnTo>
                  <a:lnTo>
                    <a:pt x="5355" y="7040"/>
                  </a:lnTo>
                  <a:lnTo>
                    <a:pt x="4954" y="6939"/>
                  </a:lnTo>
                  <a:lnTo>
                    <a:pt x="4553" y="6819"/>
                  </a:lnTo>
                  <a:lnTo>
                    <a:pt x="4171" y="6659"/>
                  </a:lnTo>
                  <a:lnTo>
                    <a:pt x="3790" y="6478"/>
                  </a:lnTo>
                  <a:lnTo>
                    <a:pt x="3429" y="6258"/>
                  </a:lnTo>
                  <a:lnTo>
                    <a:pt x="3089" y="6017"/>
                  </a:lnTo>
                  <a:lnTo>
                    <a:pt x="3089" y="6017"/>
                  </a:lnTo>
                  <a:lnTo>
                    <a:pt x="2748" y="5756"/>
                  </a:lnTo>
                  <a:lnTo>
                    <a:pt x="2447" y="5455"/>
                  </a:lnTo>
                  <a:lnTo>
                    <a:pt x="2186" y="5114"/>
                  </a:lnTo>
                  <a:lnTo>
                    <a:pt x="1925" y="4774"/>
                  </a:lnTo>
                  <a:lnTo>
                    <a:pt x="1705" y="4413"/>
                  </a:lnTo>
                  <a:lnTo>
                    <a:pt x="1524" y="4032"/>
                  </a:lnTo>
                  <a:lnTo>
                    <a:pt x="1364" y="3650"/>
                  </a:lnTo>
                  <a:lnTo>
                    <a:pt x="1244" y="3249"/>
                  </a:lnTo>
                  <a:lnTo>
                    <a:pt x="1143" y="2828"/>
                  </a:lnTo>
                  <a:lnTo>
                    <a:pt x="1083" y="2427"/>
                  </a:lnTo>
                  <a:lnTo>
                    <a:pt x="1063" y="2006"/>
                  </a:lnTo>
                  <a:lnTo>
                    <a:pt x="1063" y="1585"/>
                  </a:lnTo>
                  <a:lnTo>
                    <a:pt x="1123" y="1184"/>
                  </a:lnTo>
                  <a:lnTo>
                    <a:pt x="1183" y="783"/>
                  </a:lnTo>
                  <a:lnTo>
                    <a:pt x="1304" y="382"/>
                  </a:lnTo>
                  <a:lnTo>
                    <a:pt x="1464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5" name="Google Shape;5415;p21"/>
            <p:cNvSpPr/>
            <p:nvPr/>
          </p:nvSpPr>
          <p:spPr>
            <a:xfrm>
              <a:off x="10739250" y="2725863"/>
              <a:ext cx="327925" cy="328925"/>
            </a:xfrm>
            <a:custGeom>
              <a:avLst/>
              <a:gdLst/>
              <a:ahLst/>
              <a:cxnLst/>
              <a:rect l="l" t="t" r="r" b="b"/>
              <a:pathLst>
                <a:path w="13117" h="13157" extrusionOk="0">
                  <a:moveTo>
                    <a:pt x="6659" y="0"/>
                  </a:moveTo>
                  <a:lnTo>
                    <a:pt x="6278" y="20"/>
                  </a:lnTo>
                  <a:lnTo>
                    <a:pt x="5897" y="40"/>
                  </a:lnTo>
                  <a:lnTo>
                    <a:pt x="5536" y="80"/>
                  </a:lnTo>
                  <a:lnTo>
                    <a:pt x="5175" y="141"/>
                  </a:lnTo>
                  <a:lnTo>
                    <a:pt x="4814" y="241"/>
                  </a:lnTo>
                  <a:lnTo>
                    <a:pt x="4473" y="341"/>
                  </a:lnTo>
                  <a:lnTo>
                    <a:pt x="4132" y="462"/>
                  </a:lnTo>
                  <a:lnTo>
                    <a:pt x="3811" y="622"/>
                  </a:lnTo>
                  <a:lnTo>
                    <a:pt x="3490" y="782"/>
                  </a:lnTo>
                  <a:lnTo>
                    <a:pt x="3190" y="963"/>
                  </a:lnTo>
                  <a:lnTo>
                    <a:pt x="2889" y="1143"/>
                  </a:lnTo>
                  <a:lnTo>
                    <a:pt x="2608" y="1364"/>
                  </a:lnTo>
                  <a:lnTo>
                    <a:pt x="2327" y="1585"/>
                  </a:lnTo>
                  <a:lnTo>
                    <a:pt x="2067" y="1825"/>
                  </a:lnTo>
                  <a:lnTo>
                    <a:pt x="1826" y="2086"/>
                  </a:lnTo>
                  <a:lnTo>
                    <a:pt x="1585" y="2347"/>
                  </a:lnTo>
                  <a:lnTo>
                    <a:pt x="1365" y="2627"/>
                  </a:lnTo>
                  <a:lnTo>
                    <a:pt x="1164" y="2928"/>
                  </a:lnTo>
                  <a:lnTo>
                    <a:pt x="964" y="3229"/>
                  </a:lnTo>
                  <a:lnTo>
                    <a:pt x="803" y="3550"/>
                  </a:lnTo>
                  <a:lnTo>
                    <a:pt x="643" y="3871"/>
                  </a:lnTo>
                  <a:lnTo>
                    <a:pt x="482" y="4192"/>
                  </a:lnTo>
                  <a:lnTo>
                    <a:pt x="362" y="4533"/>
                  </a:lnTo>
                  <a:lnTo>
                    <a:pt x="262" y="4894"/>
                  </a:lnTo>
                  <a:lnTo>
                    <a:pt x="161" y="5234"/>
                  </a:lnTo>
                  <a:lnTo>
                    <a:pt x="101" y="5595"/>
                  </a:lnTo>
                  <a:lnTo>
                    <a:pt x="41" y="5977"/>
                  </a:lnTo>
                  <a:lnTo>
                    <a:pt x="1" y="6337"/>
                  </a:lnTo>
                  <a:lnTo>
                    <a:pt x="1" y="6719"/>
                  </a:lnTo>
                  <a:lnTo>
                    <a:pt x="1" y="7100"/>
                  </a:lnTo>
                  <a:lnTo>
                    <a:pt x="41" y="7481"/>
                  </a:lnTo>
                  <a:lnTo>
                    <a:pt x="81" y="7761"/>
                  </a:lnTo>
                  <a:lnTo>
                    <a:pt x="121" y="8042"/>
                  </a:lnTo>
                  <a:lnTo>
                    <a:pt x="201" y="8323"/>
                  </a:lnTo>
                  <a:lnTo>
                    <a:pt x="282" y="8604"/>
                  </a:lnTo>
                  <a:lnTo>
                    <a:pt x="382" y="8864"/>
                  </a:lnTo>
                  <a:lnTo>
                    <a:pt x="482" y="9145"/>
                  </a:lnTo>
                  <a:lnTo>
                    <a:pt x="603" y="9406"/>
                  </a:lnTo>
                  <a:lnTo>
                    <a:pt x="743" y="9687"/>
                  </a:lnTo>
                  <a:lnTo>
                    <a:pt x="903" y="9947"/>
                  </a:lnTo>
                  <a:lnTo>
                    <a:pt x="1064" y="10188"/>
                  </a:lnTo>
                  <a:lnTo>
                    <a:pt x="1244" y="10449"/>
                  </a:lnTo>
                  <a:lnTo>
                    <a:pt x="1425" y="10689"/>
                  </a:lnTo>
                  <a:lnTo>
                    <a:pt x="1625" y="10930"/>
                  </a:lnTo>
                  <a:lnTo>
                    <a:pt x="1846" y="11151"/>
                  </a:lnTo>
                  <a:lnTo>
                    <a:pt x="2067" y="11371"/>
                  </a:lnTo>
                  <a:lnTo>
                    <a:pt x="2307" y="11572"/>
                  </a:lnTo>
                  <a:lnTo>
                    <a:pt x="2548" y="11772"/>
                  </a:lnTo>
                  <a:lnTo>
                    <a:pt x="2809" y="11953"/>
                  </a:lnTo>
                  <a:lnTo>
                    <a:pt x="3069" y="12133"/>
                  </a:lnTo>
                  <a:lnTo>
                    <a:pt x="3350" y="12294"/>
                  </a:lnTo>
                  <a:lnTo>
                    <a:pt x="3631" y="12454"/>
                  </a:lnTo>
                  <a:lnTo>
                    <a:pt x="3932" y="12595"/>
                  </a:lnTo>
                  <a:lnTo>
                    <a:pt x="4252" y="12715"/>
                  </a:lnTo>
                  <a:lnTo>
                    <a:pt x="4573" y="12835"/>
                  </a:lnTo>
                  <a:lnTo>
                    <a:pt x="4894" y="12935"/>
                  </a:lnTo>
                  <a:lnTo>
                    <a:pt x="5235" y="13016"/>
                  </a:lnTo>
                  <a:lnTo>
                    <a:pt x="5576" y="13076"/>
                  </a:lnTo>
                  <a:lnTo>
                    <a:pt x="5937" y="13116"/>
                  </a:lnTo>
                  <a:lnTo>
                    <a:pt x="6298" y="13156"/>
                  </a:lnTo>
                  <a:lnTo>
                    <a:pt x="7040" y="13156"/>
                  </a:lnTo>
                  <a:lnTo>
                    <a:pt x="7421" y="13116"/>
                  </a:lnTo>
                  <a:lnTo>
                    <a:pt x="7882" y="13056"/>
                  </a:lnTo>
                  <a:lnTo>
                    <a:pt x="8324" y="12976"/>
                  </a:lnTo>
                  <a:lnTo>
                    <a:pt x="8765" y="12835"/>
                  </a:lnTo>
                  <a:lnTo>
                    <a:pt x="9186" y="12675"/>
                  </a:lnTo>
                  <a:lnTo>
                    <a:pt x="9587" y="12494"/>
                  </a:lnTo>
                  <a:lnTo>
                    <a:pt x="9968" y="12274"/>
                  </a:lnTo>
                  <a:lnTo>
                    <a:pt x="10349" y="12013"/>
                  </a:lnTo>
                  <a:lnTo>
                    <a:pt x="10690" y="11752"/>
                  </a:lnTo>
                  <a:lnTo>
                    <a:pt x="11031" y="11451"/>
                  </a:lnTo>
                  <a:lnTo>
                    <a:pt x="11332" y="11131"/>
                  </a:lnTo>
                  <a:lnTo>
                    <a:pt x="11633" y="10790"/>
                  </a:lnTo>
                  <a:lnTo>
                    <a:pt x="11893" y="10409"/>
                  </a:lnTo>
                  <a:lnTo>
                    <a:pt x="12134" y="10028"/>
                  </a:lnTo>
                  <a:lnTo>
                    <a:pt x="12355" y="9626"/>
                  </a:lnTo>
                  <a:lnTo>
                    <a:pt x="12555" y="9225"/>
                  </a:lnTo>
                  <a:lnTo>
                    <a:pt x="12736" y="8784"/>
                  </a:lnTo>
                  <a:lnTo>
                    <a:pt x="12856" y="8403"/>
                  </a:lnTo>
                  <a:lnTo>
                    <a:pt x="12956" y="8022"/>
                  </a:lnTo>
                  <a:lnTo>
                    <a:pt x="13036" y="7641"/>
                  </a:lnTo>
                  <a:lnTo>
                    <a:pt x="13076" y="7240"/>
                  </a:lnTo>
                  <a:lnTo>
                    <a:pt x="13117" y="6859"/>
                  </a:lnTo>
                  <a:lnTo>
                    <a:pt x="13117" y="6478"/>
                  </a:lnTo>
                  <a:lnTo>
                    <a:pt x="13097" y="6117"/>
                  </a:lnTo>
                  <a:lnTo>
                    <a:pt x="13076" y="5736"/>
                  </a:lnTo>
                  <a:lnTo>
                    <a:pt x="13016" y="5375"/>
                  </a:lnTo>
                  <a:lnTo>
                    <a:pt x="12936" y="5014"/>
                  </a:lnTo>
                  <a:lnTo>
                    <a:pt x="12836" y="4653"/>
                  </a:lnTo>
                  <a:lnTo>
                    <a:pt x="12715" y="4312"/>
                  </a:lnTo>
                  <a:lnTo>
                    <a:pt x="12575" y="3971"/>
                  </a:lnTo>
                  <a:lnTo>
                    <a:pt x="12415" y="3650"/>
                  </a:lnTo>
                  <a:lnTo>
                    <a:pt x="12254" y="3329"/>
                  </a:lnTo>
                  <a:lnTo>
                    <a:pt x="12054" y="3008"/>
                  </a:lnTo>
                  <a:lnTo>
                    <a:pt x="11853" y="2708"/>
                  </a:lnTo>
                  <a:lnTo>
                    <a:pt x="11633" y="2427"/>
                  </a:lnTo>
                  <a:lnTo>
                    <a:pt x="11392" y="2146"/>
                  </a:lnTo>
                  <a:lnTo>
                    <a:pt x="11131" y="1885"/>
                  </a:lnTo>
                  <a:lnTo>
                    <a:pt x="10850" y="1645"/>
                  </a:lnTo>
                  <a:lnTo>
                    <a:pt x="10570" y="1404"/>
                  </a:lnTo>
                  <a:lnTo>
                    <a:pt x="10269" y="1183"/>
                  </a:lnTo>
                  <a:lnTo>
                    <a:pt x="9948" y="983"/>
                  </a:lnTo>
                  <a:lnTo>
                    <a:pt x="9627" y="802"/>
                  </a:lnTo>
                  <a:lnTo>
                    <a:pt x="9286" y="622"/>
                  </a:lnTo>
                  <a:lnTo>
                    <a:pt x="8945" y="482"/>
                  </a:lnTo>
                  <a:lnTo>
                    <a:pt x="8584" y="341"/>
                  </a:lnTo>
                  <a:lnTo>
                    <a:pt x="8203" y="241"/>
                  </a:lnTo>
                  <a:lnTo>
                    <a:pt x="7822" y="141"/>
                  </a:lnTo>
                  <a:lnTo>
                    <a:pt x="7441" y="80"/>
                  </a:lnTo>
                  <a:lnTo>
                    <a:pt x="7040" y="40"/>
                  </a:lnTo>
                  <a:lnTo>
                    <a:pt x="665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6" name="Google Shape;5416;p21"/>
            <p:cNvSpPr/>
            <p:nvPr/>
          </p:nvSpPr>
          <p:spPr>
            <a:xfrm>
              <a:off x="10739250" y="2725863"/>
              <a:ext cx="327925" cy="328925"/>
            </a:xfrm>
            <a:custGeom>
              <a:avLst/>
              <a:gdLst/>
              <a:ahLst/>
              <a:cxnLst/>
              <a:rect l="l" t="t" r="r" b="b"/>
              <a:pathLst>
                <a:path w="13117" h="13157" fill="none" extrusionOk="0">
                  <a:moveTo>
                    <a:pt x="41" y="7481"/>
                  </a:moveTo>
                  <a:lnTo>
                    <a:pt x="41" y="7481"/>
                  </a:lnTo>
                  <a:lnTo>
                    <a:pt x="81" y="7761"/>
                  </a:lnTo>
                  <a:lnTo>
                    <a:pt x="121" y="8042"/>
                  </a:lnTo>
                  <a:lnTo>
                    <a:pt x="201" y="8323"/>
                  </a:lnTo>
                  <a:lnTo>
                    <a:pt x="282" y="8604"/>
                  </a:lnTo>
                  <a:lnTo>
                    <a:pt x="382" y="8864"/>
                  </a:lnTo>
                  <a:lnTo>
                    <a:pt x="482" y="9145"/>
                  </a:lnTo>
                  <a:lnTo>
                    <a:pt x="603" y="9406"/>
                  </a:lnTo>
                  <a:lnTo>
                    <a:pt x="743" y="9687"/>
                  </a:lnTo>
                  <a:lnTo>
                    <a:pt x="903" y="9947"/>
                  </a:lnTo>
                  <a:lnTo>
                    <a:pt x="1064" y="10188"/>
                  </a:lnTo>
                  <a:lnTo>
                    <a:pt x="1244" y="10449"/>
                  </a:lnTo>
                  <a:lnTo>
                    <a:pt x="1425" y="10689"/>
                  </a:lnTo>
                  <a:lnTo>
                    <a:pt x="1625" y="10930"/>
                  </a:lnTo>
                  <a:lnTo>
                    <a:pt x="1846" y="11151"/>
                  </a:lnTo>
                  <a:lnTo>
                    <a:pt x="2067" y="11371"/>
                  </a:lnTo>
                  <a:lnTo>
                    <a:pt x="2307" y="11572"/>
                  </a:lnTo>
                  <a:lnTo>
                    <a:pt x="2548" y="11772"/>
                  </a:lnTo>
                  <a:lnTo>
                    <a:pt x="2809" y="11953"/>
                  </a:lnTo>
                  <a:lnTo>
                    <a:pt x="3069" y="12133"/>
                  </a:lnTo>
                  <a:lnTo>
                    <a:pt x="3350" y="12294"/>
                  </a:lnTo>
                  <a:lnTo>
                    <a:pt x="3631" y="12454"/>
                  </a:lnTo>
                  <a:lnTo>
                    <a:pt x="3932" y="12595"/>
                  </a:lnTo>
                  <a:lnTo>
                    <a:pt x="4252" y="12715"/>
                  </a:lnTo>
                  <a:lnTo>
                    <a:pt x="4573" y="12835"/>
                  </a:lnTo>
                  <a:lnTo>
                    <a:pt x="4894" y="12935"/>
                  </a:lnTo>
                  <a:lnTo>
                    <a:pt x="5235" y="13016"/>
                  </a:lnTo>
                  <a:lnTo>
                    <a:pt x="5576" y="13076"/>
                  </a:lnTo>
                  <a:lnTo>
                    <a:pt x="5937" y="13116"/>
                  </a:lnTo>
                  <a:lnTo>
                    <a:pt x="6298" y="13156"/>
                  </a:lnTo>
                  <a:lnTo>
                    <a:pt x="6659" y="13156"/>
                  </a:lnTo>
                  <a:lnTo>
                    <a:pt x="7040" y="13156"/>
                  </a:lnTo>
                  <a:lnTo>
                    <a:pt x="7421" y="13116"/>
                  </a:lnTo>
                  <a:lnTo>
                    <a:pt x="7421" y="13116"/>
                  </a:lnTo>
                  <a:lnTo>
                    <a:pt x="7882" y="13056"/>
                  </a:lnTo>
                  <a:lnTo>
                    <a:pt x="8324" y="12976"/>
                  </a:lnTo>
                  <a:lnTo>
                    <a:pt x="8765" y="12835"/>
                  </a:lnTo>
                  <a:lnTo>
                    <a:pt x="9186" y="12675"/>
                  </a:lnTo>
                  <a:lnTo>
                    <a:pt x="9587" y="12494"/>
                  </a:lnTo>
                  <a:lnTo>
                    <a:pt x="9968" y="12274"/>
                  </a:lnTo>
                  <a:lnTo>
                    <a:pt x="10349" y="12013"/>
                  </a:lnTo>
                  <a:lnTo>
                    <a:pt x="10690" y="11752"/>
                  </a:lnTo>
                  <a:lnTo>
                    <a:pt x="11031" y="11451"/>
                  </a:lnTo>
                  <a:lnTo>
                    <a:pt x="11332" y="11131"/>
                  </a:lnTo>
                  <a:lnTo>
                    <a:pt x="11633" y="10790"/>
                  </a:lnTo>
                  <a:lnTo>
                    <a:pt x="11893" y="10409"/>
                  </a:lnTo>
                  <a:lnTo>
                    <a:pt x="12134" y="10028"/>
                  </a:lnTo>
                  <a:lnTo>
                    <a:pt x="12355" y="9626"/>
                  </a:lnTo>
                  <a:lnTo>
                    <a:pt x="12555" y="9225"/>
                  </a:lnTo>
                  <a:lnTo>
                    <a:pt x="12736" y="8784"/>
                  </a:lnTo>
                  <a:lnTo>
                    <a:pt x="12736" y="8784"/>
                  </a:lnTo>
                  <a:lnTo>
                    <a:pt x="12856" y="8403"/>
                  </a:lnTo>
                  <a:lnTo>
                    <a:pt x="12956" y="8022"/>
                  </a:lnTo>
                  <a:lnTo>
                    <a:pt x="13036" y="7641"/>
                  </a:lnTo>
                  <a:lnTo>
                    <a:pt x="13076" y="7240"/>
                  </a:lnTo>
                  <a:lnTo>
                    <a:pt x="13117" y="6859"/>
                  </a:lnTo>
                  <a:lnTo>
                    <a:pt x="13117" y="6478"/>
                  </a:lnTo>
                  <a:lnTo>
                    <a:pt x="13097" y="6117"/>
                  </a:lnTo>
                  <a:lnTo>
                    <a:pt x="13076" y="5736"/>
                  </a:lnTo>
                  <a:lnTo>
                    <a:pt x="13016" y="5375"/>
                  </a:lnTo>
                  <a:lnTo>
                    <a:pt x="12936" y="5014"/>
                  </a:lnTo>
                  <a:lnTo>
                    <a:pt x="12836" y="4653"/>
                  </a:lnTo>
                  <a:lnTo>
                    <a:pt x="12715" y="4312"/>
                  </a:lnTo>
                  <a:lnTo>
                    <a:pt x="12575" y="3971"/>
                  </a:lnTo>
                  <a:lnTo>
                    <a:pt x="12415" y="3650"/>
                  </a:lnTo>
                  <a:lnTo>
                    <a:pt x="12254" y="3329"/>
                  </a:lnTo>
                  <a:lnTo>
                    <a:pt x="12054" y="3008"/>
                  </a:lnTo>
                  <a:lnTo>
                    <a:pt x="11853" y="2708"/>
                  </a:lnTo>
                  <a:lnTo>
                    <a:pt x="11633" y="2427"/>
                  </a:lnTo>
                  <a:lnTo>
                    <a:pt x="11392" y="2146"/>
                  </a:lnTo>
                  <a:lnTo>
                    <a:pt x="11131" y="1885"/>
                  </a:lnTo>
                  <a:lnTo>
                    <a:pt x="10850" y="1645"/>
                  </a:lnTo>
                  <a:lnTo>
                    <a:pt x="10570" y="1404"/>
                  </a:lnTo>
                  <a:lnTo>
                    <a:pt x="10269" y="1183"/>
                  </a:lnTo>
                  <a:lnTo>
                    <a:pt x="9948" y="983"/>
                  </a:lnTo>
                  <a:lnTo>
                    <a:pt x="9627" y="802"/>
                  </a:lnTo>
                  <a:lnTo>
                    <a:pt x="9286" y="622"/>
                  </a:lnTo>
                  <a:lnTo>
                    <a:pt x="8945" y="482"/>
                  </a:lnTo>
                  <a:lnTo>
                    <a:pt x="8584" y="341"/>
                  </a:lnTo>
                  <a:lnTo>
                    <a:pt x="8203" y="241"/>
                  </a:lnTo>
                  <a:lnTo>
                    <a:pt x="7822" y="141"/>
                  </a:lnTo>
                  <a:lnTo>
                    <a:pt x="7441" y="80"/>
                  </a:lnTo>
                  <a:lnTo>
                    <a:pt x="7040" y="40"/>
                  </a:lnTo>
                  <a:lnTo>
                    <a:pt x="7040" y="40"/>
                  </a:lnTo>
                  <a:lnTo>
                    <a:pt x="6659" y="0"/>
                  </a:lnTo>
                  <a:lnTo>
                    <a:pt x="6278" y="20"/>
                  </a:lnTo>
                  <a:lnTo>
                    <a:pt x="5897" y="40"/>
                  </a:lnTo>
                  <a:lnTo>
                    <a:pt x="5536" y="80"/>
                  </a:lnTo>
                  <a:lnTo>
                    <a:pt x="5175" y="141"/>
                  </a:lnTo>
                  <a:lnTo>
                    <a:pt x="4814" y="241"/>
                  </a:lnTo>
                  <a:lnTo>
                    <a:pt x="4473" y="341"/>
                  </a:lnTo>
                  <a:lnTo>
                    <a:pt x="4132" y="462"/>
                  </a:lnTo>
                  <a:lnTo>
                    <a:pt x="3811" y="622"/>
                  </a:lnTo>
                  <a:lnTo>
                    <a:pt x="3490" y="782"/>
                  </a:lnTo>
                  <a:lnTo>
                    <a:pt x="3190" y="963"/>
                  </a:lnTo>
                  <a:lnTo>
                    <a:pt x="2889" y="1143"/>
                  </a:lnTo>
                  <a:lnTo>
                    <a:pt x="2608" y="1364"/>
                  </a:lnTo>
                  <a:lnTo>
                    <a:pt x="2327" y="1585"/>
                  </a:lnTo>
                  <a:lnTo>
                    <a:pt x="2067" y="1825"/>
                  </a:lnTo>
                  <a:lnTo>
                    <a:pt x="1826" y="2086"/>
                  </a:lnTo>
                  <a:lnTo>
                    <a:pt x="1585" y="2347"/>
                  </a:lnTo>
                  <a:lnTo>
                    <a:pt x="1365" y="2627"/>
                  </a:lnTo>
                  <a:lnTo>
                    <a:pt x="1164" y="2928"/>
                  </a:lnTo>
                  <a:lnTo>
                    <a:pt x="964" y="3229"/>
                  </a:lnTo>
                  <a:lnTo>
                    <a:pt x="803" y="3550"/>
                  </a:lnTo>
                  <a:lnTo>
                    <a:pt x="643" y="3871"/>
                  </a:lnTo>
                  <a:lnTo>
                    <a:pt x="482" y="4192"/>
                  </a:lnTo>
                  <a:lnTo>
                    <a:pt x="362" y="4533"/>
                  </a:lnTo>
                  <a:lnTo>
                    <a:pt x="262" y="4894"/>
                  </a:lnTo>
                  <a:lnTo>
                    <a:pt x="161" y="5234"/>
                  </a:lnTo>
                  <a:lnTo>
                    <a:pt x="101" y="5595"/>
                  </a:lnTo>
                  <a:lnTo>
                    <a:pt x="41" y="5977"/>
                  </a:lnTo>
                  <a:lnTo>
                    <a:pt x="1" y="6337"/>
                  </a:lnTo>
                  <a:lnTo>
                    <a:pt x="1" y="6719"/>
                  </a:lnTo>
                  <a:lnTo>
                    <a:pt x="1" y="7100"/>
                  </a:lnTo>
                  <a:lnTo>
                    <a:pt x="41" y="748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7" name="Google Shape;5417;p21"/>
            <p:cNvSpPr/>
            <p:nvPr/>
          </p:nvSpPr>
          <p:spPr>
            <a:xfrm>
              <a:off x="10776350" y="2763463"/>
              <a:ext cx="253725" cy="253700"/>
            </a:xfrm>
            <a:custGeom>
              <a:avLst/>
              <a:gdLst/>
              <a:ahLst/>
              <a:cxnLst/>
              <a:rect l="l" t="t" r="r" b="b"/>
              <a:pathLst>
                <a:path w="10149" h="10148" extrusionOk="0">
                  <a:moveTo>
                    <a:pt x="4874" y="0"/>
                  </a:moveTo>
                  <a:lnTo>
                    <a:pt x="4573" y="20"/>
                  </a:lnTo>
                  <a:lnTo>
                    <a:pt x="4313" y="61"/>
                  </a:lnTo>
                  <a:lnTo>
                    <a:pt x="4032" y="101"/>
                  </a:lnTo>
                  <a:lnTo>
                    <a:pt x="3771" y="181"/>
                  </a:lnTo>
                  <a:lnTo>
                    <a:pt x="3490" y="241"/>
                  </a:lnTo>
                  <a:lnTo>
                    <a:pt x="3250" y="341"/>
                  </a:lnTo>
                  <a:lnTo>
                    <a:pt x="2989" y="442"/>
                  </a:lnTo>
                  <a:lnTo>
                    <a:pt x="2748" y="582"/>
                  </a:lnTo>
                  <a:lnTo>
                    <a:pt x="2528" y="702"/>
                  </a:lnTo>
                  <a:lnTo>
                    <a:pt x="2287" y="843"/>
                  </a:lnTo>
                  <a:lnTo>
                    <a:pt x="2067" y="1003"/>
                  </a:lnTo>
                  <a:lnTo>
                    <a:pt x="1866" y="1184"/>
                  </a:lnTo>
                  <a:lnTo>
                    <a:pt x="1665" y="1364"/>
                  </a:lnTo>
                  <a:lnTo>
                    <a:pt x="1465" y="1545"/>
                  </a:lnTo>
                  <a:lnTo>
                    <a:pt x="1284" y="1765"/>
                  </a:lnTo>
                  <a:lnTo>
                    <a:pt x="1104" y="1986"/>
                  </a:lnTo>
                  <a:lnTo>
                    <a:pt x="944" y="2206"/>
                  </a:lnTo>
                  <a:lnTo>
                    <a:pt x="783" y="2447"/>
                  </a:lnTo>
                  <a:lnTo>
                    <a:pt x="643" y="2688"/>
                  </a:lnTo>
                  <a:lnTo>
                    <a:pt x="522" y="2928"/>
                  </a:lnTo>
                  <a:lnTo>
                    <a:pt x="402" y="3189"/>
                  </a:lnTo>
                  <a:lnTo>
                    <a:pt x="302" y="3470"/>
                  </a:lnTo>
                  <a:lnTo>
                    <a:pt x="222" y="3730"/>
                  </a:lnTo>
                  <a:lnTo>
                    <a:pt x="141" y="4011"/>
                  </a:lnTo>
                  <a:lnTo>
                    <a:pt x="81" y="4292"/>
                  </a:lnTo>
                  <a:lnTo>
                    <a:pt x="41" y="4593"/>
                  </a:lnTo>
                  <a:lnTo>
                    <a:pt x="21" y="4874"/>
                  </a:lnTo>
                  <a:lnTo>
                    <a:pt x="1" y="5174"/>
                  </a:lnTo>
                  <a:lnTo>
                    <a:pt x="21" y="5475"/>
                  </a:lnTo>
                  <a:lnTo>
                    <a:pt x="41" y="5776"/>
                  </a:lnTo>
                  <a:lnTo>
                    <a:pt x="101" y="6197"/>
                  </a:lnTo>
                  <a:lnTo>
                    <a:pt x="222" y="6638"/>
                  </a:lnTo>
                  <a:lnTo>
                    <a:pt x="382" y="7060"/>
                  </a:lnTo>
                  <a:lnTo>
                    <a:pt x="583" y="7461"/>
                  </a:lnTo>
                  <a:lnTo>
                    <a:pt x="823" y="7862"/>
                  </a:lnTo>
                  <a:lnTo>
                    <a:pt x="1104" y="8243"/>
                  </a:lnTo>
                  <a:lnTo>
                    <a:pt x="1425" y="8604"/>
                  </a:lnTo>
                  <a:lnTo>
                    <a:pt x="1786" y="8925"/>
                  </a:lnTo>
                  <a:lnTo>
                    <a:pt x="2167" y="9225"/>
                  </a:lnTo>
                  <a:lnTo>
                    <a:pt x="2387" y="9366"/>
                  </a:lnTo>
                  <a:lnTo>
                    <a:pt x="2588" y="9486"/>
                  </a:lnTo>
                  <a:lnTo>
                    <a:pt x="2829" y="9606"/>
                  </a:lnTo>
                  <a:lnTo>
                    <a:pt x="3049" y="9727"/>
                  </a:lnTo>
                  <a:lnTo>
                    <a:pt x="3290" y="9807"/>
                  </a:lnTo>
                  <a:lnTo>
                    <a:pt x="3531" y="9907"/>
                  </a:lnTo>
                  <a:lnTo>
                    <a:pt x="3791" y="9967"/>
                  </a:lnTo>
                  <a:lnTo>
                    <a:pt x="4052" y="10048"/>
                  </a:lnTo>
                  <a:lnTo>
                    <a:pt x="4313" y="10088"/>
                  </a:lnTo>
                  <a:lnTo>
                    <a:pt x="4593" y="10128"/>
                  </a:lnTo>
                  <a:lnTo>
                    <a:pt x="4874" y="10148"/>
                  </a:lnTo>
                  <a:lnTo>
                    <a:pt x="5456" y="10148"/>
                  </a:lnTo>
                  <a:lnTo>
                    <a:pt x="5737" y="10128"/>
                  </a:lnTo>
                  <a:lnTo>
                    <a:pt x="6098" y="10088"/>
                  </a:lnTo>
                  <a:lnTo>
                    <a:pt x="6438" y="10008"/>
                  </a:lnTo>
                  <a:lnTo>
                    <a:pt x="6779" y="9907"/>
                  </a:lnTo>
                  <a:lnTo>
                    <a:pt x="7100" y="9787"/>
                  </a:lnTo>
                  <a:lnTo>
                    <a:pt x="7401" y="9647"/>
                  </a:lnTo>
                  <a:lnTo>
                    <a:pt x="7702" y="9466"/>
                  </a:lnTo>
                  <a:lnTo>
                    <a:pt x="8003" y="9286"/>
                  </a:lnTo>
                  <a:lnTo>
                    <a:pt x="8263" y="9065"/>
                  </a:lnTo>
                  <a:lnTo>
                    <a:pt x="8524" y="8824"/>
                  </a:lnTo>
                  <a:lnTo>
                    <a:pt x="8765" y="8584"/>
                  </a:lnTo>
                  <a:lnTo>
                    <a:pt x="8985" y="8323"/>
                  </a:lnTo>
                  <a:lnTo>
                    <a:pt x="9206" y="8042"/>
                  </a:lnTo>
                  <a:lnTo>
                    <a:pt x="9386" y="7741"/>
                  </a:lnTo>
                  <a:lnTo>
                    <a:pt x="9547" y="7441"/>
                  </a:lnTo>
                  <a:lnTo>
                    <a:pt x="9707" y="7120"/>
                  </a:lnTo>
                  <a:lnTo>
                    <a:pt x="9828" y="6779"/>
                  </a:lnTo>
                  <a:lnTo>
                    <a:pt x="9888" y="6598"/>
                  </a:lnTo>
                  <a:lnTo>
                    <a:pt x="9988" y="6318"/>
                  </a:lnTo>
                  <a:lnTo>
                    <a:pt x="10048" y="6017"/>
                  </a:lnTo>
                  <a:lnTo>
                    <a:pt x="10088" y="5736"/>
                  </a:lnTo>
                  <a:lnTo>
                    <a:pt x="10128" y="5435"/>
                  </a:lnTo>
                  <a:lnTo>
                    <a:pt x="10149" y="5154"/>
                  </a:lnTo>
                  <a:lnTo>
                    <a:pt x="10128" y="4874"/>
                  </a:lnTo>
                  <a:lnTo>
                    <a:pt x="10108" y="4573"/>
                  </a:lnTo>
                  <a:lnTo>
                    <a:pt x="10088" y="4292"/>
                  </a:lnTo>
                  <a:lnTo>
                    <a:pt x="10028" y="4031"/>
                  </a:lnTo>
                  <a:lnTo>
                    <a:pt x="9968" y="3751"/>
                  </a:lnTo>
                  <a:lnTo>
                    <a:pt x="9888" y="3490"/>
                  </a:lnTo>
                  <a:lnTo>
                    <a:pt x="9788" y="3229"/>
                  </a:lnTo>
                  <a:lnTo>
                    <a:pt x="9687" y="2968"/>
                  </a:lnTo>
                  <a:lnTo>
                    <a:pt x="9567" y="2728"/>
                  </a:lnTo>
                  <a:lnTo>
                    <a:pt x="9427" y="2487"/>
                  </a:lnTo>
                  <a:lnTo>
                    <a:pt x="9266" y="2246"/>
                  </a:lnTo>
                  <a:lnTo>
                    <a:pt x="9106" y="2026"/>
                  </a:lnTo>
                  <a:lnTo>
                    <a:pt x="8945" y="1805"/>
                  </a:lnTo>
                  <a:lnTo>
                    <a:pt x="8745" y="1605"/>
                  </a:lnTo>
                  <a:lnTo>
                    <a:pt x="8544" y="1404"/>
                  </a:lnTo>
                  <a:lnTo>
                    <a:pt x="8344" y="1224"/>
                  </a:lnTo>
                  <a:lnTo>
                    <a:pt x="8123" y="1043"/>
                  </a:lnTo>
                  <a:lnTo>
                    <a:pt x="7902" y="883"/>
                  </a:lnTo>
                  <a:lnTo>
                    <a:pt x="7662" y="742"/>
                  </a:lnTo>
                  <a:lnTo>
                    <a:pt x="7421" y="602"/>
                  </a:lnTo>
                  <a:lnTo>
                    <a:pt x="7160" y="462"/>
                  </a:lnTo>
                  <a:lnTo>
                    <a:pt x="6900" y="361"/>
                  </a:lnTo>
                  <a:lnTo>
                    <a:pt x="6619" y="261"/>
                  </a:lnTo>
                  <a:lnTo>
                    <a:pt x="6338" y="181"/>
                  </a:lnTo>
                  <a:lnTo>
                    <a:pt x="6037" y="121"/>
                  </a:lnTo>
                  <a:lnTo>
                    <a:pt x="5757" y="61"/>
                  </a:lnTo>
                  <a:lnTo>
                    <a:pt x="5436" y="20"/>
                  </a:lnTo>
                  <a:lnTo>
                    <a:pt x="51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8" name="Google Shape;5418;p21"/>
            <p:cNvSpPr/>
            <p:nvPr/>
          </p:nvSpPr>
          <p:spPr>
            <a:xfrm>
              <a:off x="10776350" y="2763463"/>
              <a:ext cx="253725" cy="253700"/>
            </a:xfrm>
            <a:custGeom>
              <a:avLst/>
              <a:gdLst/>
              <a:ahLst/>
              <a:cxnLst/>
              <a:rect l="l" t="t" r="r" b="b"/>
              <a:pathLst>
                <a:path w="10149" h="10148" fill="none" extrusionOk="0">
                  <a:moveTo>
                    <a:pt x="9888" y="6598"/>
                  </a:moveTo>
                  <a:lnTo>
                    <a:pt x="9888" y="6598"/>
                  </a:lnTo>
                  <a:lnTo>
                    <a:pt x="9828" y="6779"/>
                  </a:lnTo>
                  <a:lnTo>
                    <a:pt x="9828" y="6779"/>
                  </a:lnTo>
                  <a:lnTo>
                    <a:pt x="9707" y="7120"/>
                  </a:lnTo>
                  <a:lnTo>
                    <a:pt x="9547" y="7441"/>
                  </a:lnTo>
                  <a:lnTo>
                    <a:pt x="9386" y="7741"/>
                  </a:lnTo>
                  <a:lnTo>
                    <a:pt x="9206" y="8042"/>
                  </a:lnTo>
                  <a:lnTo>
                    <a:pt x="8985" y="8323"/>
                  </a:lnTo>
                  <a:lnTo>
                    <a:pt x="8765" y="8584"/>
                  </a:lnTo>
                  <a:lnTo>
                    <a:pt x="8524" y="8824"/>
                  </a:lnTo>
                  <a:lnTo>
                    <a:pt x="8263" y="9065"/>
                  </a:lnTo>
                  <a:lnTo>
                    <a:pt x="8003" y="9286"/>
                  </a:lnTo>
                  <a:lnTo>
                    <a:pt x="7702" y="9466"/>
                  </a:lnTo>
                  <a:lnTo>
                    <a:pt x="7401" y="9647"/>
                  </a:lnTo>
                  <a:lnTo>
                    <a:pt x="7100" y="9787"/>
                  </a:lnTo>
                  <a:lnTo>
                    <a:pt x="6779" y="9907"/>
                  </a:lnTo>
                  <a:lnTo>
                    <a:pt x="6438" y="10008"/>
                  </a:lnTo>
                  <a:lnTo>
                    <a:pt x="6098" y="10088"/>
                  </a:lnTo>
                  <a:lnTo>
                    <a:pt x="5737" y="10128"/>
                  </a:lnTo>
                  <a:lnTo>
                    <a:pt x="5737" y="10128"/>
                  </a:lnTo>
                  <a:lnTo>
                    <a:pt x="5456" y="10148"/>
                  </a:lnTo>
                  <a:lnTo>
                    <a:pt x="5155" y="10148"/>
                  </a:lnTo>
                  <a:lnTo>
                    <a:pt x="4874" y="10148"/>
                  </a:lnTo>
                  <a:lnTo>
                    <a:pt x="4593" y="10128"/>
                  </a:lnTo>
                  <a:lnTo>
                    <a:pt x="4313" y="10088"/>
                  </a:lnTo>
                  <a:lnTo>
                    <a:pt x="4052" y="10048"/>
                  </a:lnTo>
                  <a:lnTo>
                    <a:pt x="3791" y="9967"/>
                  </a:lnTo>
                  <a:lnTo>
                    <a:pt x="3531" y="9907"/>
                  </a:lnTo>
                  <a:lnTo>
                    <a:pt x="3290" y="9807"/>
                  </a:lnTo>
                  <a:lnTo>
                    <a:pt x="3049" y="9727"/>
                  </a:lnTo>
                  <a:lnTo>
                    <a:pt x="2829" y="9606"/>
                  </a:lnTo>
                  <a:lnTo>
                    <a:pt x="2588" y="9486"/>
                  </a:lnTo>
                  <a:lnTo>
                    <a:pt x="2387" y="9366"/>
                  </a:lnTo>
                  <a:lnTo>
                    <a:pt x="2167" y="9225"/>
                  </a:lnTo>
                  <a:lnTo>
                    <a:pt x="1786" y="8925"/>
                  </a:lnTo>
                  <a:lnTo>
                    <a:pt x="1425" y="8604"/>
                  </a:lnTo>
                  <a:lnTo>
                    <a:pt x="1104" y="8243"/>
                  </a:lnTo>
                  <a:lnTo>
                    <a:pt x="823" y="7862"/>
                  </a:lnTo>
                  <a:lnTo>
                    <a:pt x="583" y="7461"/>
                  </a:lnTo>
                  <a:lnTo>
                    <a:pt x="382" y="7060"/>
                  </a:lnTo>
                  <a:lnTo>
                    <a:pt x="222" y="6638"/>
                  </a:lnTo>
                  <a:lnTo>
                    <a:pt x="101" y="6197"/>
                  </a:lnTo>
                  <a:lnTo>
                    <a:pt x="41" y="5776"/>
                  </a:lnTo>
                  <a:lnTo>
                    <a:pt x="41" y="5776"/>
                  </a:lnTo>
                  <a:lnTo>
                    <a:pt x="21" y="5475"/>
                  </a:lnTo>
                  <a:lnTo>
                    <a:pt x="1" y="5174"/>
                  </a:lnTo>
                  <a:lnTo>
                    <a:pt x="21" y="4874"/>
                  </a:lnTo>
                  <a:lnTo>
                    <a:pt x="41" y="4593"/>
                  </a:lnTo>
                  <a:lnTo>
                    <a:pt x="81" y="4292"/>
                  </a:lnTo>
                  <a:lnTo>
                    <a:pt x="141" y="4011"/>
                  </a:lnTo>
                  <a:lnTo>
                    <a:pt x="222" y="3730"/>
                  </a:lnTo>
                  <a:lnTo>
                    <a:pt x="302" y="3470"/>
                  </a:lnTo>
                  <a:lnTo>
                    <a:pt x="402" y="3189"/>
                  </a:lnTo>
                  <a:lnTo>
                    <a:pt x="522" y="2928"/>
                  </a:lnTo>
                  <a:lnTo>
                    <a:pt x="643" y="2688"/>
                  </a:lnTo>
                  <a:lnTo>
                    <a:pt x="783" y="2447"/>
                  </a:lnTo>
                  <a:lnTo>
                    <a:pt x="944" y="2206"/>
                  </a:lnTo>
                  <a:lnTo>
                    <a:pt x="1104" y="1986"/>
                  </a:lnTo>
                  <a:lnTo>
                    <a:pt x="1284" y="1765"/>
                  </a:lnTo>
                  <a:lnTo>
                    <a:pt x="1465" y="1545"/>
                  </a:lnTo>
                  <a:lnTo>
                    <a:pt x="1465" y="1545"/>
                  </a:lnTo>
                  <a:lnTo>
                    <a:pt x="1665" y="1364"/>
                  </a:lnTo>
                  <a:lnTo>
                    <a:pt x="1866" y="1184"/>
                  </a:lnTo>
                  <a:lnTo>
                    <a:pt x="2067" y="1003"/>
                  </a:lnTo>
                  <a:lnTo>
                    <a:pt x="2287" y="843"/>
                  </a:lnTo>
                  <a:lnTo>
                    <a:pt x="2528" y="702"/>
                  </a:lnTo>
                  <a:lnTo>
                    <a:pt x="2748" y="582"/>
                  </a:lnTo>
                  <a:lnTo>
                    <a:pt x="2989" y="442"/>
                  </a:lnTo>
                  <a:lnTo>
                    <a:pt x="3250" y="341"/>
                  </a:lnTo>
                  <a:lnTo>
                    <a:pt x="3490" y="241"/>
                  </a:lnTo>
                  <a:lnTo>
                    <a:pt x="3771" y="181"/>
                  </a:lnTo>
                  <a:lnTo>
                    <a:pt x="4032" y="101"/>
                  </a:lnTo>
                  <a:lnTo>
                    <a:pt x="4313" y="61"/>
                  </a:lnTo>
                  <a:lnTo>
                    <a:pt x="4573" y="20"/>
                  </a:lnTo>
                  <a:lnTo>
                    <a:pt x="4874" y="0"/>
                  </a:lnTo>
                  <a:lnTo>
                    <a:pt x="5155" y="0"/>
                  </a:lnTo>
                  <a:lnTo>
                    <a:pt x="5436" y="20"/>
                  </a:lnTo>
                  <a:lnTo>
                    <a:pt x="5436" y="20"/>
                  </a:lnTo>
                  <a:lnTo>
                    <a:pt x="5757" y="61"/>
                  </a:lnTo>
                  <a:lnTo>
                    <a:pt x="6037" y="121"/>
                  </a:lnTo>
                  <a:lnTo>
                    <a:pt x="6338" y="181"/>
                  </a:lnTo>
                  <a:lnTo>
                    <a:pt x="6619" y="261"/>
                  </a:lnTo>
                  <a:lnTo>
                    <a:pt x="6900" y="361"/>
                  </a:lnTo>
                  <a:lnTo>
                    <a:pt x="7160" y="462"/>
                  </a:lnTo>
                  <a:lnTo>
                    <a:pt x="7421" y="602"/>
                  </a:lnTo>
                  <a:lnTo>
                    <a:pt x="7662" y="742"/>
                  </a:lnTo>
                  <a:lnTo>
                    <a:pt x="7902" y="883"/>
                  </a:lnTo>
                  <a:lnTo>
                    <a:pt x="8123" y="1043"/>
                  </a:lnTo>
                  <a:lnTo>
                    <a:pt x="8344" y="1224"/>
                  </a:lnTo>
                  <a:lnTo>
                    <a:pt x="8544" y="1404"/>
                  </a:lnTo>
                  <a:lnTo>
                    <a:pt x="8745" y="1605"/>
                  </a:lnTo>
                  <a:lnTo>
                    <a:pt x="8945" y="1805"/>
                  </a:lnTo>
                  <a:lnTo>
                    <a:pt x="9106" y="2026"/>
                  </a:lnTo>
                  <a:lnTo>
                    <a:pt x="9266" y="2246"/>
                  </a:lnTo>
                  <a:lnTo>
                    <a:pt x="9427" y="2487"/>
                  </a:lnTo>
                  <a:lnTo>
                    <a:pt x="9567" y="2728"/>
                  </a:lnTo>
                  <a:lnTo>
                    <a:pt x="9687" y="2968"/>
                  </a:lnTo>
                  <a:lnTo>
                    <a:pt x="9788" y="3229"/>
                  </a:lnTo>
                  <a:lnTo>
                    <a:pt x="9888" y="3490"/>
                  </a:lnTo>
                  <a:lnTo>
                    <a:pt x="9968" y="3751"/>
                  </a:lnTo>
                  <a:lnTo>
                    <a:pt x="10028" y="4031"/>
                  </a:lnTo>
                  <a:lnTo>
                    <a:pt x="10088" y="4292"/>
                  </a:lnTo>
                  <a:lnTo>
                    <a:pt x="10108" y="4573"/>
                  </a:lnTo>
                  <a:lnTo>
                    <a:pt x="10128" y="4874"/>
                  </a:lnTo>
                  <a:lnTo>
                    <a:pt x="10149" y="5154"/>
                  </a:lnTo>
                  <a:lnTo>
                    <a:pt x="10128" y="5435"/>
                  </a:lnTo>
                  <a:lnTo>
                    <a:pt x="10088" y="5736"/>
                  </a:lnTo>
                  <a:lnTo>
                    <a:pt x="10048" y="6017"/>
                  </a:lnTo>
                  <a:lnTo>
                    <a:pt x="9988" y="6318"/>
                  </a:lnTo>
                  <a:lnTo>
                    <a:pt x="9888" y="659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9" name="Google Shape;5419;p21"/>
            <p:cNvSpPr/>
            <p:nvPr/>
          </p:nvSpPr>
          <p:spPr>
            <a:xfrm>
              <a:off x="10776350" y="2802063"/>
              <a:ext cx="247200" cy="215100"/>
            </a:xfrm>
            <a:custGeom>
              <a:avLst/>
              <a:gdLst/>
              <a:ahLst/>
              <a:cxnLst/>
              <a:rect l="l" t="t" r="r" b="b"/>
              <a:pathLst>
                <a:path w="9888" h="8604" extrusionOk="0">
                  <a:moveTo>
                    <a:pt x="1465" y="1"/>
                  </a:moveTo>
                  <a:lnTo>
                    <a:pt x="1144" y="382"/>
                  </a:lnTo>
                  <a:lnTo>
                    <a:pt x="863" y="783"/>
                  </a:lnTo>
                  <a:lnTo>
                    <a:pt x="603" y="1224"/>
                  </a:lnTo>
                  <a:lnTo>
                    <a:pt x="402" y="1665"/>
                  </a:lnTo>
                  <a:lnTo>
                    <a:pt x="242" y="2146"/>
                  </a:lnTo>
                  <a:lnTo>
                    <a:pt x="161" y="2387"/>
                  </a:lnTo>
                  <a:lnTo>
                    <a:pt x="101" y="2628"/>
                  </a:lnTo>
                  <a:lnTo>
                    <a:pt x="61" y="2888"/>
                  </a:lnTo>
                  <a:lnTo>
                    <a:pt x="41" y="3149"/>
                  </a:lnTo>
                  <a:lnTo>
                    <a:pt x="21" y="3410"/>
                  </a:lnTo>
                  <a:lnTo>
                    <a:pt x="1" y="3671"/>
                  </a:lnTo>
                  <a:lnTo>
                    <a:pt x="21" y="3951"/>
                  </a:lnTo>
                  <a:lnTo>
                    <a:pt x="41" y="4232"/>
                  </a:lnTo>
                  <a:lnTo>
                    <a:pt x="101" y="4633"/>
                  </a:lnTo>
                  <a:lnTo>
                    <a:pt x="202" y="5034"/>
                  </a:lnTo>
                  <a:lnTo>
                    <a:pt x="362" y="5435"/>
                  </a:lnTo>
                  <a:lnTo>
                    <a:pt x="542" y="5816"/>
                  </a:lnTo>
                  <a:lnTo>
                    <a:pt x="763" y="6197"/>
                  </a:lnTo>
                  <a:lnTo>
                    <a:pt x="1004" y="6558"/>
                  </a:lnTo>
                  <a:lnTo>
                    <a:pt x="1284" y="6919"/>
                  </a:lnTo>
                  <a:lnTo>
                    <a:pt x="1605" y="7240"/>
                  </a:lnTo>
                  <a:lnTo>
                    <a:pt x="1966" y="7521"/>
                  </a:lnTo>
                  <a:lnTo>
                    <a:pt x="2347" y="7802"/>
                  </a:lnTo>
                  <a:lnTo>
                    <a:pt x="2748" y="8022"/>
                  </a:lnTo>
                  <a:lnTo>
                    <a:pt x="3190" y="8223"/>
                  </a:lnTo>
                  <a:lnTo>
                    <a:pt x="3651" y="8383"/>
                  </a:lnTo>
                  <a:lnTo>
                    <a:pt x="3892" y="8464"/>
                  </a:lnTo>
                  <a:lnTo>
                    <a:pt x="4132" y="8504"/>
                  </a:lnTo>
                  <a:lnTo>
                    <a:pt x="4393" y="8564"/>
                  </a:lnTo>
                  <a:lnTo>
                    <a:pt x="4654" y="8584"/>
                  </a:lnTo>
                  <a:lnTo>
                    <a:pt x="4914" y="8604"/>
                  </a:lnTo>
                  <a:lnTo>
                    <a:pt x="5456" y="8604"/>
                  </a:lnTo>
                  <a:lnTo>
                    <a:pt x="5737" y="8584"/>
                  </a:lnTo>
                  <a:lnTo>
                    <a:pt x="6098" y="8544"/>
                  </a:lnTo>
                  <a:lnTo>
                    <a:pt x="6438" y="8464"/>
                  </a:lnTo>
                  <a:lnTo>
                    <a:pt x="6779" y="8363"/>
                  </a:lnTo>
                  <a:lnTo>
                    <a:pt x="7100" y="8243"/>
                  </a:lnTo>
                  <a:lnTo>
                    <a:pt x="7401" y="8103"/>
                  </a:lnTo>
                  <a:lnTo>
                    <a:pt x="7702" y="7922"/>
                  </a:lnTo>
                  <a:lnTo>
                    <a:pt x="8003" y="7742"/>
                  </a:lnTo>
                  <a:lnTo>
                    <a:pt x="8263" y="7521"/>
                  </a:lnTo>
                  <a:lnTo>
                    <a:pt x="8524" y="7280"/>
                  </a:lnTo>
                  <a:lnTo>
                    <a:pt x="8765" y="7040"/>
                  </a:lnTo>
                  <a:lnTo>
                    <a:pt x="8985" y="6779"/>
                  </a:lnTo>
                  <a:lnTo>
                    <a:pt x="9206" y="6498"/>
                  </a:lnTo>
                  <a:lnTo>
                    <a:pt x="9386" y="6197"/>
                  </a:lnTo>
                  <a:lnTo>
                    <a:pt x="9547" y="5897"/>
                  </a:lnTo>
                  <a:lnTo>
                    <a:pt x="9707" y="5576"/>
                  </a:lnTo>
                  <a:lnTo>
                    <a:pt x="9828" y="5235"/>
                  </a:lnTo>
                  <a:lnTo>
                    <a:pt x="9888" y="5054"/>
                  </a:lnTo>
                  <a:lnTo>
                    <a:pt x="9687" y="5335"/>
                  </a:lnTo>
                  <a:lnTo>
                    <a:pt x="9467" y="5596"/>
                  </a:lnTo>
                  <a:lnTo>
                    <a:pt x="9226" y="5836"/>
                  </a:lnTo>
                  <a:lnTo>
                    <a:pt x="8965" y="6077"/>
                  </a:lnTo>
                  <a:lnTo>
                    <a:pt x="8705" y="6278"/>
                  </a:lnTo>
                  <a:lnTo>
                    <a:pt x="8404" y="6478"/>
                  </a:lnTo>
                  <a:lnTo>
                    <a:pt x="8103" y="6659"/>
                  </a:lnTo>
                  <a:lnTo>
                    <a:pt x="7782" y="6799"/>
                  </a:lnTo>
                  <a:lnTo>
                    <a:pt x="7401" y="6939"/>
                  </a:lnTo>
                  <a:lnTo>
                    <a:pt x="7000" y="7040"/>
                  </a:lnTo>
                  <a:lnTo>
                    <a:pt x="6619" y="7100"/>
                  </a:lnTo>
                  <a:lnTo>
                    <a:pt x="6218" y="7120"/>
                  </a:lnTo>
                  <a:lnTo>
                    <a:pt x="5797" y="7100"/>
                  </a:lnTo>
                  <a:lnTo>
                    <a:pt x="5376" y="7040"/>
                  </a:lnTo>
                  <a:lnTo>
                    <a:pt x="4974" y="6939"/>
                  </a:lnTo>
                  <a:lnTo>
                    <a:pt x="4573" y="6819"/>
                  </a:lnTo>
                  <a:lnTo>
                    <a:pt x="4192" y="6659"/>
                  </a:lnTo>
                  <a:lnTo>
                    <a:pt x="3811" y="6478"/>
                  </a:lnTo>
                  <a:lnTo>
                    <a:pt x="3450" y="6258"/>
                  </a:lnTo>
                  <a:lnTo>
                    <a:pt x="3109" y="6017"/>
                  </a:lnTo>
                  <a:lnTo>
                    <a:pt x="2768" y="5756"/>
                  </a:lnTo>
                  <a:lnTo>
                    <a:pt x="2468" y="5455"/>
                  </a:lnTo>
                  <a:lnTo>
                    <a:pt x="2187" y="5114"/>
                  </a:lnTo>
                  <a:lnTo>
                    <a:pt x="1946" y="4774"/>
                  </a:lnTo>
                  <a:lnTo>
                    <a:pt x="1726" y="4413"/>
                  </a:lnTo>
                  <a:lnTo>
                    <a:pt x="1545" y="4032"/>
                  </a:lnTo>
                  <a:lnTo>
                    <a:pt x="1385" y="3650"/>
                  </a:lnTo>
                  <a:lnTo>
                    <a:pt x="1264" y="3249"/>
                  </a:lnTo>
                  <a:lnTo>
                    <a:pt x="1164" y="2828"/>
                  </a:lnTo>
                  <a:lnTo>
                    <a:pt x="1104" y="2427"/>
                  </a:lnTo>
                  <a:lnTo>
                    <a:pt x="1084" y="2006"/>
                  </a:lnTo>
                  <a:lnTo>
                    <a:pt x="1084" y="1585"/>
                  </a:lnTo>
                  <a:lnTo>
                    <a:pt x="1124" y="1184"/>
                  </a:lnTo>
                  <a:lnTo>
                    <a:pt x="1204" y="783"/>
                  </a:lnTo>
                  <a:lnTo>
                    <a:pt x="1325" y="382"/>
                  </a:lnTo>
                  <a:lnTo>
                    <a:pt x="1465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0" name="Google Shape;5420;p21"/>
            <p:cNvSpPr/>
            <p:nvPr/>
          </p:nvSpPr>
          <p:spPr>
            <a:xfrm>
              <a:off x="10776350" y="2802063"/>
              <a:ext cx="247200" cy="215100"/>
            </a:xfrm>
            <a:custGeom>
              <a:avLst/>
              <a:gdLst/>
              <a:ahLst/>
              <a:cxnLst/>
              <a:rect l="l" t="t" r="r" b="b"/>
              <a:pathLst>
                <a:path w="9888" h="8604" fill="none" extrusionOk="0">
                  <a:moveTo>
                    <a:pt x="1465" y="1"/>
                  </a:moveTo>
                  <a:lnTo>
                    <a:pt x="1465" y="1"/>
                  </a:lnTo>
                  <a:lnTo>
                    <a:pt x="1144" y="382"/>
                  </a:lnTo>
                  <a:lnTo>
                    <a:pt x="863" y="783"/>
                  </a:lnTo>
                  <a:lnTo>
                    <a:pt x="603" y="1224"/>
                  </a:lnTo>
                  <a:lnTo>
                    <a:pt x="402" y="1665"/>
                  </a:lnTo>
                  <a:lnTo>
                    <a:pt x="242" y="2146"/>
                  </a:lnTo>
                  <a:lnTo>
                    <a:pt x="161" y="2387"/>
                  </a:lnTo>
                  <a:lnTo>
                    <a:pt x="101" y="2628"/>
                  </a:lnTo>
                  <a:lnTo>
                    <a:pt x="61" y="2888"/>
                  </a:lnTo>
                  <a:lnTo>
                    <a:pt x="41" y="3149"/>
                  </a:lnTo>
                  <a:lnTo>
                    <a:pt x="21" y="3410"/>
                  </a:lnTo>
                  <a:lnTo>
                    <a:pt x="1" y="3671"/>
                  </a:lnTo>
                  <a:lnTo>
                    <a:pt x="1" y="3671"/>
                  </a:lnTo>
                  <a:lnTo>
                    <a:pt x="21" y="3951"/>
                  </a:lnTo>
                  <a:lnTo>
                    <a:pt x="41" y="4232"/>
                  </a:lnTo>
                  <a:lnTo>
                    <a:pt x="41" y="4232"/>
                  </a:lnTo>
                  <a:lnTo>
                    <a:pt x="101" y="4633"/>
                  </a:lnTo>
                  <a:lnTo>
                    <a:pt x="202" y="5034"/>
                  </a:lnTo>
                  <a:lnTo>
                    <a:pt x="362" y="5435"/>
                  </a:lnTo>
                  <a:lnTo>
                    <a:pt x="542" y="5816"/>
                  </a:lnTo>
                  <a:lnTo>
                    <a:pt x="763" y="6197"/>
                  </a:lnTo>
                  <a:lnTo>
                    <a:pt x="1004" y="6558"/>
                  </a:lnTo>
                  <a:lnTo>
                    <a:pt x="1284" y="6919"/>
                  </a:lnTo>
                  <a:lnTo>
                    <a:pt x="1605" y="7240"/>
                  </a:lnTo>
                  <a:lnTo>
                    <a:pt x="1966" y="7521"/>
                  </a:lnTo>
                  <a:lnTo>
                    <a:pt x="2347" y="7802"/>
                  </a:lnTo>
                  <a:lnTo>
                    <a:pt x="2748" y="8022"/>
                  </a:lnTo>
                  <a:lnTo>
                    <a:pt x="3190" y="8223"/>
                  </a:lnTo>
                  <a:lnTo>
                    <a:pt x="3651" y="8383"/>
                  </a:lnTo>
                  <a:lnTo>
                    <a:pt x="3892" y="8464"/>
                  </a:lnTo>
                  <a:lnTo>
                    <a:pt x="4132" y="8504"/>
                  </a:lnTo>
                  <a:lnTo>
                    <a:pt x="4393" y="8564"/>
                  </a:lnTo>
                  <a:lnTo>
                    <a:pt x="4654" y="8584"/>
                  </a:lnTo>
                  <a:lnTo>
                    <a:pt x="4914" y="8604"/>
                  </a:lnTo>
                  <a:lnTo>
                    <a:pt x="5175" y="8604"/>
                  </a:lnTo>
                  <a:lnTo>
                    <a:pt x="5175" y="8604"/>
                  </a:lnTo>
                  <a:lnTo>
                    <a:pt x="5456" y="8604"/>
                  </a:lnTo>
                  <a:lnTo>
                    <a:pt x="5737" y="8584"/>
                  </a:lnTo>
                  <a:lnTo>
                    <a:pt x="5737" y="8584"/>
                  </a:lnTo>
                  <a:lnTo>
                    <a:pt x="6098" y="8544"/>
                  </a:lnTo>
                  <a:lnTo>
                    <a:pt x="6438" y="8464"/>
                  </a:lnTo>
                  <a:lnTo>
                    <a:pt x="6779" y="8363"/>
                  </a:lnTo>
                  <a:lnTo>
                    <a:pt x="7100" y="8243"/>
                  </a:lnTo>
                  <a:lnTo>
                    <a:pt x="7401" y="8103"/>
                  </a:lnTo>
                  <a:lnTo>
                    <a:pt x="7702" y="7922"/>
                  </a:lnTo>
                  <a:lnTo>
                    <a:pt x="8003" y="7742"/>
                  </a:lnTo>
                  <a:lnTo>
                    <a:pt x="8263" y="7521"/>
                  </a:lnTo>
                  <a:lnTo>
                    <a:pt x="8524" y="7280"/>
                  </a:lnTo>
                  <a:lnTo>
                    <a:pt x="8765" y="7040"/>
                  </a:lnTo>
                  <a:lnTo>
                    <a:pt x="8985" y="6779"/>
                  </a:lnTo>
                  <a:lnTo>
                    <a:pt x="9206" y="6498"/>
                  </a:lnTo>
                  <a:lnTo>
                    <a:pt x="9386" y="6197"/>
                  </a:lnTo>
                  <a:lnTo>
                    <a:pt x="9547" y="5897"/>
                  </a:lnTo>
                  <a:lnTo>
                    <a:pt x="9707" y="5576"/>
                  </a:lnTo>
                  <a:lnTo>
                    <a:pt x="9828" y="5235"/>
                  </a:lnTo>
                  <a:lnTo>
                    <a:pt x="9828" y="5235"/>
                  </a:lnTo>
                  <a:lnTo>
                    <a:pt x="9888" y="5054"/>
                  </a:lnTo>
                  <a:lnTo>
                    <a:pt x="9888" y="5054"/>
                  </a:lnTo>
                  <a:lnTo>
                    <a:pt x="9687" y="5335"/>
                  </a:lnTo>
                  <a:lnTo>
                    <a:pt x="9467" y="5596"/>
                  </a:lnTo>
                  <a:lnTo>
                    <a:pt x="9226" y="5836"/>
                  </a:lnTo>
                  <a:lnTo>
                    <a:pt x="8965" y="6077"/>
                  </a:lnTo>
                  <a:lnTo>
                    <a:pt x="8705" y="6278"/>
                  </a:lnTo>
                  <a:lnTo>
                    <a:pt x="8404" y="6478"/>
                  </a:lnTo>
                  <a:lnTo>
                    <a:pt x="8103" y="6659"/>
                  </a:lnTo>
                  <a:lnTo>
                    <a:pt x="7782" y="6799"/>
                  </a:lnTo>
                  <a:lnTo>
                    <a:pt x="7782" y="6799"/>
                  </a:lnTo>
                  <a:lnTo>
                    <a:pt x="7401" y="6939"/>
                  </a:lnTo>
                  <a:lnTo>
                    <a:pt x="7000" y="7040"/>
                  </a:lnTo>
                  <a:lnTo>
                    <a:pt x="6619" y="7100"/>
                  </a:lnTo>
                  <a:lnTo>
                    <a:pt x="6218" y="7120"/>
                  </a:lnTo>
                  <a:lnTo>
                    <a:pt x="6218" y="7120"/>
                  </a:lnTo>
                  <a:lnTo>
                    <a:pt x="5797" y="7100"/>
                  </a:lnTo>
                  <a:lnTo>
                    <a:pt x="5376" y="7040"/>
                  </a:lnTo>
                  <a:lnTo>
                    <a:pt x="4974" y="6939"/>
                  </a:lnTo>
                  <a:lnTo>
                    <a:pt x="4573" y="6819"/>
                  </a:lnTo>
                  <a:lnTo>
                    <a:pt x="4192" y="6659"/>
                  </a:lnTo>
                  <a:lnTo>
                    <a:pt x="3811" y="6478"/>
                  </a:lnTo>
                  <a:lnTo>
                    <a:pt x="3450" y="6258"/>
                  </a:lnTo>
                  <a:lnTo>
                    <a:pt x="3109" y="6017"/>
                  </a:lnTo>
                  <a:lnTo>
                    <a:pt x="3109" y="6017"/>
                  </a:lnTo>
                  <a:lnTo>
                    <a:pt x="2768" y="5756"/>
                  </a:lnTo>
                  <a:lnTo>
                    <a:pt x="2468" y="5455"/>
                  </a:lnTo>
                  <a:lnTo>
                    <a:pt x="2187" y="5114"/>
                  </a:lnTo>
                  <a:lnTo>
                    <a:pt x="1946" y="4774"/>
                  </a:lnTo>
                  <a:lnTo>
                    <a:pt x="1726" y="4413"/>
                  </a:lnTo>
                  <a:lnTo>
                    <a:pt x="1545" y="4032"/>
                  </a:lnTo>
                  <a:lnTo>
                    <a:pt x="1385" y="3650"/>
                  </a:lnTo>
                  <a:lnTo>
                    <a:pt x="1264" y="3249"/>
                  </a:lnTo>
                  <a:lnTo>
                    <a:pt x="1164" y="2828"/>
                  </a:lnTo>
                  <a:lnTo>
                    <a:pt x="1104" y="2427"/>
                  </a:lnTo>
                  <a:lnTo>
                    <a:pt x="1084" y="2006"/>
                  </a:lnTo>
                  <a:lnTo>
                    <a:pt x="1084" y="1585"/>
                  </a:lnTo>
                  <a:lnTo>
                    <a:pt x="1124" y="1184"/>
                  </a:lnTo>
                  <a:lnTo>
                    <a:pt x="1204" y="783"/>
                  </a:lnTo>
                  <a:lnTo>
                    <a:pt x="1325" y="382"/>
                  </a:lnTo>
                  <a:lnTo>
                    <a:pt x="1465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1" name="Google Shape;5421;p21"/>
            <p:cNvSpPr/>
            <p:nvPr/>
          </p:nvSpPr>
          <p:spPr>
            <a:xfrm>
              <a:off x="10567800" y="2947463"/>
              <a:ext cx="147425" cy="55675"/>
            </a:xfrm>
            <a:custGeom>
              <a:avLst/>
              <a:gdLst/>
              <a:ahLst/>
              <a:cxnLst/>
              <a:rect l="l" t="t" r="r" b="b"/>
              <a:pathLst>
                <a:path w="5897" h="2227" extrusionOk="0">
                  <a:moveTo>
                    <a:pt x="1123" y="0"/>
                  </a:moveTo>
                  <a:lnTo>
                    <a:pt x="903" y="20"/>
                  </a:lnTo>
                  <a:lnTo>
                    <a:pt x="682" y="81"/>
                  </a:lnTo>
                  <a:lnTo>
                    <a:pt x="502" y="181"/>
                  </a:lnTo>
                  <a:lnTo>
                    <a:pt x="321" y="321"/>
                  </a:lnTo>
                  <a:lnTo>
                    <a:pt x="201" y="482"/>
                  </a:lnTo>
                  <a:lnTo>
                    <a:pt x="101" y="682"/>
                  </a:lnTo>
                  <a:lnTo>
                    <a:pt x="20" y="883"/>
                  </a:lnTo>
                  <a:lnTo>
                    <a:pt x="0" y="1103"/>
                  </a:lnTo>
                  <a:lnTo>
                    <a:pt x="20" y="1324"/>
                  </a:lnTo>
                  <a:lnTo>
                    <a:pt x="101" y="1545"/>
                  </a:lnTo>
                  <a:lnTo>
                    <a:pt x="201" y="1725"/>
                  </a:lnTo>
                  <a:lnTo>
                    <a:pt x="321" y="1886"/>
                  </a:lnTo>
                  <a:lnTo>
                    <a:pt x="502" y="2026"/>
                  </a:lnTo>
                  <a:lnTo>
                    <a:pt x="682" y="2126"/>
                  </a:lnTo>
                  <a:lnTo>
                    <a:pt x="903" y="2206"/>
                  </a:lnTo>
                  <a:lnTo>
                    <a:pt x="1123" y="2226"/>
                  </a:lnTo>
                  <a:lnTo>
                    <a:pt x="4793" y="2226"/>
                  </a:lnTo>
                  <a:lnTo>
                    <a:pt x="5014" y="2206"/>
                  </a:lnTo>
                  <a:lnTo>
                    <a:pt x="5214" y="2126"/>
                  </a:lnTo>
                  <a:lnTo>
                    <a:pt x="5415" y="2026"/>
                  </a:lnTo>
                  <a:lnTo>
                    <a:pt x="5575" y="1886"/>
                  </a:lnTo>
                  <a:lnTo>
                    <a:pt x="5716" y="1725"/>
                  </a:lnTo>
                  <a:lnTo>
                    <a:pt x="5816" y="1545"/>
                  </a:lnTo>
                  <a:lnTo>
                    <a:pt x="5876" y="1324"/>
                  </a:lnTo>
                  <a:lnTo>
                    <a:pt x="5896" y="1103"/>
                  </a:lnTo>
                  <a:lnTo>
                    <a:pt x="5876" y="883"/>
                  </a:lnTo>
                  <a:lnTo>
                    <a:pt x="5816" y="682"/>
                  </a:lnTo>
                  <a:lnTo>
                    <a:pt x="5716" y="482"/>
                  </a:lnTo>
                  <a:lnTo>
                    <a:pt x="5575" y="321"/>
                  </a:lnTo>
                  <a:lnTo>
                    <a:pt x="5415" y="181"/>
                  </a:lnTo>
                  <a:lnTo>
                    <a:pt x="5214" y="81"/>
                  </a:lnTo>
                  <a:lnTo>
                    <a:pt x="5014" y="20"/>
                  </a:lnTo>
                  <a:lnTo>
                    <a:pt x="479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2" name="Google Shape;5422;p21"/>
            <p:cNvSpPr/>
            <p:nvPr/>
          </p:nvSpPr>
          <p:spPr>
            <a:xfrm>
              <a:off x="10137625" y="3129963"/>
              <a:ext cx="1007775" cy="700425"/>
            </a:xfrm>
            <a:custGeom>
              <a:avLst/>
              <a:gdLst/>
              <a:ahLst/>
              <a:cxnLst/>
              <a:rect l="l" t="t" r="r" b="b"/>
              <a:pathLst>
                <a:path w="40311" h="28017" extrusionOk="0">
                  <a:moveTo>
                    <a:pt x="8263" y="0"/>
                  </a:moveTo>
                  <a:lnTo>
                    <a:pt x="7681" y="20"/>
                  </a:lnTo>
                  <a:lnTo>
                    <a:pt x="7280" y="60"/>
                  </a:lnTo>
                  <a:lnTo>
                    <a:pt x="6879" y="101"/>
                  </a:lnTo>
                  <a:lnTo>
                    <a:pt x="6498" y="181"/>
                  </a:lnTo>
                  <a:lnTo>
                    <a:pt x="6117" y="281"/>
                  </a:lnTo>
                  <a:lnTo>
                    <a:pt x="5736" y="381"/>
                  </a:lnTo>
                  <a:lnTo>
                    <a:pt x="5375" y="502"/>
                  </a:lnTo>
                  <a:lnTo>
                    <a:pt x="5014" y="662"/>
                  </a:lnTo>
                  <a:lnTo>
                    <a:pt x="4673" y="822"/>
                  </a:lnTo>
                  <a:lnTo>
                    <a:pt x="4332" y="983"/>
                  </a:lnTo>
                  <a:lnTo>
                    <a:pt x="3991" y="1183"/>
                  </a:lnTo>
                  <a:lnTo>
                    <a:pt x="3671" y="1384"/>
                  </a:lnTo>
                  <a:lnTo>
                    <a:pt x="3370" y="1605"/>
                  </a:lnTo>
                  <a:lnTo>
                    <a:pt x="3069" y="1825"/>
                  </a:lnTo>
                  <a:lnTo>
                    <a:pt x="2768" y="2066"/>
                  </a:lnTo>
                  <a:lnTo>
                    <a:pt x="2507" y="2327"/>
                  </a:lnTo>
                  <a:lnTo>
                    <a:pt x="2227" y="2607"/>
                  </a:lnTo>
                  <a:lnTo>
                    <a:pt x="1986" y="2888"/>
                  </a:lnTo>
                  <a:lnTo>
                    <a:pt x="1745" y="3189"/>
                  </a:lnTo>
                  <a:lnTo>
                    <a:pt x="1525" y="3490"/>
                  </a:lnTo>
                  <a:lnTo>
                    <a:pt x="1304" y="3791"/>
                  </a:lnTo>
                  <a:lnTo>
                    <a:pt x="1104" y="4131"/>
                  </a:lnTo>
                  <a:lnTo>
                    <a:pt x="923" y="4452"/>
                  </a:lnTo>
                  <a:lnTo>
                    <a:pt x="763" y="4813"/>
                  </a:lnTo>
                  <a:lnTo>
                    <a:pt x="602" y="5154"/>
                  </a:lnTo>
                  <a:lnTo>
                    <a:pt x="462" y="5515"/>
                  </a:lnTo>
                  <a:lnTo>
                    <a:pt x="341" y="5896"/>
                  </a:lnTo>
                  <a:lnTo>
                    <a:pt x="241" y="6257"/>
                  </a:lnTo>
                  <a:lnTo>
                    <a:pt x="161" y="6638"/>
                  </a:lnTo>
                  <a:lnTo>
                    <a:pt x="101" y="7039"/>
                  </a:lnTo>
                  <a:lnTo>
                    <a:pt x="41" y="7440"/>
                  </a:lnTo>
                  <a:lnTo>
                    <a:pt x="21" y="7842"/>
                  </a:lnTo>
                  <a:lnTo>
                    <a:pt x="1" y="8243"/>
                  </a:lnTo>
                  <a:lnTo>
                    <a:pt x="1" y="19774"/>
                  </a:lnTo>
                  <a:lnTo>
                    <a:pt x="21" y="20195"/>
                  </a:lnTo>
                  <a:lnTo>
                    <a:pt x="41" y="20616"/>
                  </a:lnTo>
                  <a:lnTo>
                    <a:pt x="101" y="21037"/>
                  </a:lnTo>
                  <a:lnTo>
                    <a:pt x="181" y="21439"/>
                  </a:lnTo>
                  <a:lnTo>
                    <a:pt x="261" y="21840"/>
                  </a:lnTo>
                  <a:lnTo>
                    <a:pt x="382" y="22241"/>
                  </a:lnTo>
                  <a:lnTo>
                    <a:pt x="502" y="22622"/>
                  </a:lnTo>
                  <a:lnTo>
                    <a:pt x="662" y="22983"/>
                  </a:lnTo>
                  <a:lnTo>
                    <a:pt x="823" y="23364"/>
                  </a:lnTo>
                  <a:lnTo>
                    <a:pt x="1003" y="23705"/>
                  </a:lnTo>
                  <a:lnTo>
                    <a:pt x="1204" y="24046"/>
                  </a:lnTo>
                  <a:lnTo>
                    <a:pt x="1424" y="24387"/>
                  </a:lnTo>
                  <a:lnTo>
                    <a:pt x="1645" y="24707"/>
                  </a:lnTo>
                  <a:lnTo>
                    <a:pt x="1886" y="25028"/>
                  </a:lnTo>
                  <a:lnTo>
                    <a:pt x="2146" y="25329"/>
                  </a:lnTo>
                  <a:lnTo>
                    <a:pt x="2427" y="25610"/>
                  </a:lnTo>
                  <a:lnTo>
                    <a:pt x="2708" y="25891"/>
                  </a:lnTo>
                  <a:lnTo>
                    <a:pt x="3009" y="26151"/>
                  </a:lnTo>
                  <a:lnTo>
                    <a:pt x="3330" y="26392"/>
                  </a:lnTo>
                  <a:lnTo>
                    <a:pt x="3650" y="26613"/>
                  </a:lnTo>
                  <a:lnTo>
                    <a:pt x="3971" y="26833"/>
                  </a:lnTo>
                  <a:lnTo>
                    <a:pt x="4332" y="27034"/>
                  </a:lnTo>
                  <a:lnTo>
                    <a:pt x="4673" y="27214"/>
                  </a:lnTo>
                  <a:lnTo>
                    <a:pt x="5034" y="27375"/>
                  </a:lnTo>
                  <a:lnTo>
                    <a:pt x="5415" y="27535"/>
                  </a:lnTo>
                  <a:lnTo>
                    <a:pt x="5796" y="27655"/>
                  </a:lnTo>
                  <a:lnTo>
                    <a:pt x="6197" y="27776"/>
                  </a:lnTo>
                  <a:lnTo>
                    <a:pt x="6598" y="27856"/>
                  </a:lnTo>
                  <a:lnTo>
                    <a:pt x="7000" y="27936"/>
                  </a:lnTo>
                  <a:lnTo>
                    <a:pt x="7401" y="27976"/>
                  </a:lnTo>
                  <a:lnTo>
                    <a:pt x="7822" y="28016"/>
                  </a:lnTo>
                  <a:lnTo>
                    <a:pt x="32068" y="28016"/>
                  </a:lnTo>
                  <a:lnTo>
                    <a:pt x="32649" y="27996"/>
                  </a:lnTo>
                  <a:lnTo>
                    <a:pt x="33251" y="27936"/>
                  </a:lnTo>
                  <a:lnTo>
                    <a:pt x="33812" y="27836"/>
                  </a:lnTo>
                  <a:lnTo>
                    <a:pt x="34374" y="27696"/>
                  </a:lnTo>
                  <a:lnTo>
                    <a:pt x="34915" y="27515"/>
                  </a:lnTo>
                  <a:lnTo>
                    <a:pt x="35437" y="27315"/>
                  </a:lnTo>
                  <a:lnTo>
                    <a:pt x="35938" y="27054"/>
                  </a:lnTo>
                  <a:lnTo>
                    <a:pt x="36420" y="26773"/>
                  </a:lnTo>
                  <a:lnTo>
                    <a:pt x="36901" y="26472"/>
                  </a:lnTo>
                  <a:lnTo>
                    <a:pt x="37322" y="26131"/>
                  </a:lnTo>
                  <a:lnTo>
                    <a:pt x="37743" y="25750"/>
                  </a:lnTo>
                  <a:lnTo>
                    <a:pt x="38144" y="25349"/>
                  </a:lnTo>
                  <a:lnTo>
                    <a:pt x="38505" y="24928"/>
                  </a:lnTo>
                  <a:lnTo>
                    <a:pt x="38826" y="24487"/>
                  </a:lnTo>
                  <a:lnTo>
                    <a:pt x="39147" y="24006"/>
                  </a:lnTo>
                  <a:lnTo>
                    <a:pt x="39408" y="23524"/>
                  </a:lnTo>
                  <a:lnTo>
                    <a:pt x="39608" y="23103"/>
                  </a:lnTo>
                  <a:lnTo>
                    <a:pt x="39789" y="22662"/>
                  </a:lnTo>
                  <a:lnTo>
                    <a:pt x="39949" y="22201"/>
                  </a:lnTo>
                  <a:lnTo>
                    <a:pt x="40069" y="21739"/>
                  </a:lnTo>
                  <a:lnTo>
                    <a:pt x="40170" y="21258"/>
                  </a:lnTo>
                  <a:lnTo>
                    <a:pt x="40250" y="20777"/>
                  </a:lnTo>
                  <a:lnTo>
                    <a:pt x="40290" y="20275"/>
                  </a:lnTo>
                  <a:lnTo>
                    <a:pt x="40310" y="19774"/>
                  </a:lnTo>
                  <a:lnTo>
                    <a:pt x="40310" y="8243"/>
                  </a:lnTo>
                  <a:lnTo>
                    <a:pt x="40290" y="7822"/>
                  </a:lnTo>
                  <a:lnTo>
                    <a:pt x="40270" y="7400"/>
                  </a:lnTo>
                  <a:lnTo>
                    <a:pt x="40210" y="6979"/>
                  </a:lnTo>
                  <a:lnTo>
                    <a:pt x="40150" y="6578"/>
                  </a:lnTo>
                  <a:lnTo>
                    <a:pt x="40049" y="6177"/>
                  </a:lnTo>
                  <a:lnTo>
                    <a:pt x="39929" y="5796"/>
                  </a:lnTo>
                  <a:lnTo>
                    <a:pt x="39809" y="5395"/>
                  </a:lnTo>
                  <a:lnTo>
                    <a:pt x="39668" y="5034"/>
                  </a:lnTo>
                  <a:lnTo>
                    <a:pt x="39488" y="4673"/>
                  </a:lnTo>
                  <a:lnTo>
                    <a:pt x="39307" y="4312"/>
                  </a:lnTo>
                  <a:lnTo>
                    <a:pt x="39107" y="3971"/>
                  </a:lnTo>
                  <a:lnTo>
                    <a:pt x="38906" y="3630"/>
                  </a:lnTo>
                  <a:lnTo>
                    <a:pt x="38666" y="3309"/>
                  </a:lnTo>
                  <a:lnTo>
                    <a:pt x="38425" y="2988"/>
                  </a:lnTo>
                  <a:lnTo>
                    <a:pt x="38164" y="2688"/>
                  </a:lnTo>
                  <a:lnTo>
                    <a:pt x="37904" y="2407"/>
                  </a:lnTo>
                  <a:lnTo>
                    <a:pt x="37603" y="2126"/>
                  </a:lnTo>
                  <a:lnTo>
                    <a:pt x="37302" y="1885"/>
                  </a:lnTo>
                  <a:lnTo>
                    <a:pt x="37001" y="1625"/>
                  </a:lnTo>
                  <a:lnTo>
                    <a:pt x="36680" y="1404"/>
                  </a:lnTo>
                  <a:lnTo>
                    <a:pt x="36339" y="1183"/>
                  </a:lnTo>
                  <a:lnTo>
                    <a:pt x="35998" y="983"/>
                  </a:lnTo>
                  <a:lnTo>
                    <a:pt x="35637" y="802"/>
                  </a:lnTo>
                  <a:lnTo>
                    <a:pt x="35276" y="642"/>
                  </a:lnTo>
                  <a:lnTo>
                    <a:pt x="34895" y="502"/>
                  </a:lnTo>
                  <a:lnTo>
                    <a:pt x="34514" y="361"/>
                  </a:lnTo>
                  <a:lnTo>
                    <a:pt x="34133" y="261"/>
                  </a:lnTo>
                  <a:lnTo>
                    <a:pt x="33732" y="161"/>
                  </a:lnTo>
                  <a:lnTo>
                    <a:pt x="33311" y="80"/>
                  </a:lnTo>
                  <a:lnTo>
                    <a:pt x="32910" y="40"/>
                  </a:lnTo>
                  <a:lnTo>
                    <a:pt x="3248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3" name="Google Shape;5423;p21"/>
            <p:cNvSpPr/>
            <p:nvPr/>
          </p:nvSpPr>
          <p:spPr>
            <a:xfrm>
              <a:off x="10137625" y="3129963"/>
              <a:ext cx="1007775" cy="700425"/>
            </a:xfrm>
            <a:custGeom>
              <a:avLst/>
              <a:gdLst/>
              <a:ahLst/>
              <a:cxnLst/>
              <a:rect l="l" t="t" r="r" b="b"/>
              <a:pathLst>
                <a:path w="40311" h="28017" fill="none" extrusionOk="0">
                  <a:moveTo>
                    <a:pt x="40310" y="8243"/>
                  </a:moveTo>
                  <a:lnTo>
                    <a:pt x="40310" y="19774"/>
                  </a:lnTo>
                  <a:lnTo>
                    <a:pt x="40310" y="19774"/>
                  </a:lnTo>
                  <a:lnTo>
                    <a:pt x="40290" y="20275"/>
                  </a:lnTo>
                  <a:lnTo>
                    <a:pt x="40250" y="20777"/>
                  </a:lnTo>
                  <a:lnTo>
                    <a:pt x="40170" y="21258"/>
                  </a:lnTo>
                  <a:lnTo>
                    <a:pt x="40069" y="21739"/>
                  </a:lnTo>
                  <a:lnTo>
                    <a:pt x="39949" y="22201"/>
                  </a:lnTo>
                  <a:lnTo>
                    <a:pt x="39789" y="22662"/>
                  </a:lnTo>
                  <a:lnTo>
                    <a:pt x="39608" y="23103"/>
                  </a:lnTo>
                  <a:lnTo>
                    <a:pt x="39408" y="23524"/>
                  </a:lnTo>
                  <a:lnTo>
                    <a:pt x="39408" y="23524"/>
                  </a:lnTo>
                  <a:lnTo>
                    <a:pt x="39147" y="24006"/>
                  </a:lnTo>
                  <a:lnTo>
                    <a:pt x="38826" y="24487"/>
                  </a:lnTo>
                  <a:lnTo>
                    <a:pt x="38505" y="24928"/>
                  </a:lnTo>
                  <a:lnTo>
                    <a:pt x="38144" y="25349"/>
                  </a:lnTo>
                  <a:lnTo>
                    <a:pt x="37743" y="25750"/>
                  </a:lnTo>
                  <a:lnTo>
                    <a:pt x="37322" y="26131"/>
                  </a:lnTo>
                  <a:lnTo>
                    <a:pt x="36901" y="26472"/>
                  </a:lnTo>
                  <a:lnTo>
                    <a:pt x="36420" y="26773"/>
                  </a:lnTo>
                  <a:lnTo>
                    <a:pt x="35938" y="27054"/>
                  </a:lnTo>
                  <a:lnTo>
                    <a:pt x="35437" y="27315"/>
                  </a:lnTo>
                  <a:lnTo>
                    <a:pt x="34915" y="27515"/>
                  </a:lnTo>
                  <a:lnTo>
                    <a:pt x="34374" y="27696"/>
                  </a:lnTo>
                  <a:lnTo>
                    <a:pt x="33812" y="27836"/>
                  </a:lnTo>
                  <a:lnTo>
                    <a:pt x="33251" y="27936"/>
                  </a:lnTo>
                  <a:lnTo>
                    <a:pt x="32649" y="27996"/>
                  </a:lnTo>
                  <a:lnTo>
                    <a:pt x="32068" y="28016"/>
                  </a:lnTo>
                  <a:lnTo>
                    <a:pt x="8263" y="28016"/>
                  </a:lnTo>
                  <a:lnTo>
                    <a:pt x="8263" y="28016"/>
                  </a:lnTo>
                  <a:lnTo>
                    <a:pt x="7822" y="28016"/>
                  </a:lnTo>
                  <a:lnTo>
                    <a:pt x="7401" y="27976"/>
                  </a:lnTo>
                  <a:lnTo>
                    <a:pt x="7000" y="27936"/>
                  </a:lnTo>
                  <a:lnTo>
                    <a:pt x="6598" y="27856"/>
                  </a:lnTo>
                  <a:lnTo>
                    <a:pt x="6197" y="27776"/>
                  </a:lnTo>
                  <a:lnTo>
                    <a:pt x="5796" y="27655"/>
                  </a:lnTo>
                  <a:lnTo>
                    <a:pt x="5415" y="27535"/>
                  </a:lnTo>
                  <a:lnTo>
                    <a:pt x="5034" y="27375"/>
                  </a:lnTo>
                  <a:lnTo>
                    <a:pt x="4673" y="27214"/>
                  </a:lnTo>
                  <a:lnTo>
                    <a:pt x="4332" y="27034"/>
                  </a:lnTo>
                  <a:lnTo>
                    <a:pt x="3971" y="26833"/>
                  </a:lnTo>
                  <a:lnTo>
                    <a:pt x="3650" y="26613"/>
                  </a:lnTo>
                  <a:lnTo>
                    <a:pt x="3330" y="26392"/>
                  </a:lnTo>
                  <a:lnTo>
                    <a:pt x="3009" y="26151"/>
                  </a:lnTo>
                  <a:lnTo>
                    <a:pt x="2708" y="25891"/>
                  </a:lnTo>
                  <a:lnTo>
                    <a:pt x="2427" y="25610"/>
                  </a:lnTo>
                  <a:lnTo>
                    <a:pt x="2146" y="25329"/>
                  </a:lnTo>
                  <a:lnTo>
                    <a:pt x="1886" y="25028"/>
                  </a:lnTo>
                  <a:lnTo>
                    <a:pt x="1645" y="24707"/>
                  </a:lnTo>
                  <a:lnTo>
                    <a:pt x="1424" y="24387"/>
                  </a:lnTo>
                  <a:lnTo>
                    <a:pt x="1204" y="24046"/>
                  </a:lnTo>
                  <a:lnTo>
                    <a:pt x="1003" y="23705"/>
                  </a:lnTo>
                  <a:lnTo>
                    <a:pt x="823" y="23364"/>
                  </a:lnTo>
                  <a:lnTo>
                    <a:pt x="662" y="22983"/>
                  </a:lnTo>
                  <a:lnTo>
                    <a:pt x="502" y="22622"/>
                  </a:lnTo>
                  <a:lnTo>
                    <a:pt x="382" y="22241"/>
                  </a:lnTo>
                  <a:lnTo>
                    <a:pt x="261" y="21840"/>
                  </a:lnTo>
                  <a:lnTo>
                    <a:pt x="181" y="21439"/>
                  </a:lnTo>
                  <a:lnTo>
                    <a:pt x="101" y="21037"/>
                  </a:lnTo>
                  <a:lnTo>
                    <a:pt x="41" y="20616"/>
                  </a:lnTo>
                  <a:lnTo>
                    <a:pt x="21" y="20195"/>
                  </a:lnTo>
                  <a:lnTo>
                    <a:pt x="1" y="19774"/>
                  </a:lnTo>
                  <a:lnTo>
                    <a:pt x="1" y="8243"/>
                  </a:lnTo>
                  <a:lnTo>
                    <a:pt x="1" y="8243"/>
                  </a:lnTo>
                  <a:lnTo>
                    <a:pt x="21" y="7842"/>
                  </a:lnTo>
                  <a:lnTo>
                    <a:pt x="41" y="7440"/>
                  </a:lnTo>
                  <a:lnTo>
                    <a:pt x="101" y="7039"/>
                  </a:lnTo>
                  <a:lnTo>
                    <a:pt x="161" y="6638"/>
                  </a:lnTo>
                  <a:lnTo>
                    <a:pt x="241" y="6257"/>
                  </a:lnTo>
                  <a:lnTo>
                    <a:pt x="341" y="5896"/>
                  </a:lnTo>
                  <a:lnTo>
                    <a:pt x="462" y="5515"/>
                  </a:lnTo>
                  <a:lnTo>
                    <a:pt x="602" y="5154"/>
                  </a:lnTo>
                  <a:lnTo>
                    <a:pt x="763" y="4813"/>
                  </a:lnTo>
                  <a:lnTo>
                    <a:pt x="923" y="4452"/>
                  </a:lnTo>
                  <a:lnTo>
                    <a:pt x="1104" y="4131"/>
                  </a:lnTo>
                  <a:lnTo>
                    <a:pt x="1304" y="3791"/>
                  </a:lnTo>
                  <a:lnTo>
                    <a:pt x="1525" y="3490"/>
                  </a:lnTo>
                  <a:lnTo>
                    <a:pt x="1745" y="3189"/>
                  </a:lnTo>
                  <a:lnTo>
                    <a:pt x="1986" y="2888"/>
                  </a:lnTo>
                  <a:lnTo>
                    <a:pt x="2227" y="2607"/>
                  </a:lnTo>
                  <a:lnTo>
                    <a:pt x="2507" y="2327"/>
                  </a:lnTo>
                  <a:lnTo>
                    <a:pt x="2768" y="2066"/>
                  </a:lnTo>
                  <a:lnTo>
                    <a:pt x="3069" y="1825"/>
                  </a:lnTo>
                  <a:lnTo>
                    <a:pt x="3370" y="1605"/>
                  </a:lnTo>
                  <a:lnTo>
                    <a:pt x="3671" y="1384"/>
                  </a:lnTo>
                  <a:lnTo>
                    <a:pt x="3991" y="1183"/>
                  </a:lnTo>
                  <a:lnTo>
                    <a:pt x="4332" y="983"/>
                  </a:lnTo>
                  <a:lnTo>
                    <a:pt x="4673" y="822"/>
                  </a:lnTo>
                  <a:lnTo>
                    <a:pt x="5014" y="662"/>
                  </a:lnTo>
                  <a:lnTo>
                    <a:pt x="5375" y="502"/>
                  </a:lnTo>
                  <a:lnTo>
                    <a:pt x="5736" y="381"/>
                  </a:lnTo>
                  <a:lnTo>
                    <a:pt x="6117" y="281"/>
                  </a:lnTo>
                  <a:lnTo>
                    <a:pt x="6498" y="181"/>
                  </a:lnTo>
                  <a:lnTo>
                    <a:pt x="6879" y="101"/>
                  </a:lnTo>
                  <a:lnTo>
                    <a:pt x="7280" y="60"/>
                  </a:lnTo>
                  <a:lnTo>
                    <a:pt x="7681" y="20"/>
                  </a:lnTo>
                  <a:lnTo>
                    <a:pt x="7681" y="20"/>
                  </a:lnTo>
                  <a:lnTo>
                    <a:pt x="8263" y="0"/>
                  </a:lnTo>
                  <a:lnTo>
                    <a:pt x="32068" y="0"/>
                  </a:lnTo>
                  <a:lnTo>
                    <a:pt x="32068" y="0"/>
                  </a:lnTo>
                  <a:lnTo>
                    <a:pt x="32489" y="0"/>
                  </a:lnTo>
                  <a:lnTo>
                    <a:pt x="32910" y="40"/>
                  </a:lnTo>
                  <a:lnTo>
                    <a:pt x="33311" y="80"/>
                  </a:lnTo>
                  <a:lnTo>
                    <a:pt x="33732" y="161"/>
                  </a:lnTo>
                  <a:lnTo>
                    <a:pt x="34133" y="261"/>
                  </a:lnTo>
                  <a:lnTo>
                    <a:pt x="34514" y="361"/>
                  </a:lnTo>
                  <a:lnTo>
                    <a:pt x="34895" y="502"/>
                  </a:lnTo>
                  <a:lnTo>
                    <a:pt x="35276" y="642"/>
                  </a:lnTo>
                  <a:lnTo>
                    <a:pt x="35637" y="802"/>
                  </a:lnTo>
                  <a:lnTo>
                    <a:pt x="35998" y="983"/>
                  </a:lnTo>
                  <a:lnTo>
                    <a:pt x="36339" y="1183"/>
                  </a:lnTo>
                  <a:lnTo>
                    <a:pt x="36680" y="1404"/>
                  </a:lnTo>
                  <a:lnTo>
                    <a:pt x="37001" y="1625"/>
                  </a:lnTo>
                  <a:lnTo>
                    <a:pt x="37302" y="1885"/>
                  </a:lnTo>
                  <a:lnTo>
                    <a:pt x="37603" y="2126"/>
                  </a:lnTo>
                  <a:lnTo>
                    <a:pt x="37904" y="2407"/>
                  </a:lnTo>
                  <a:lnTo>
                    <a:pt x="38164" y="2688"/>
                  </a:lnTo>
                  <a:lnTo>
                    <a:pt x="38425" y="2988"/>
                  </a:lnTo>
                  <a:lnTo>
                    <a:pt x="38666" y="3309"/>
                  </a:lnTo>
                  <a:lnTo>
                    <a:pt x="38906" y="3630"/>
                  </a:lnTo>
                  <a:lnTo>
                    <a:pt x="39107" y="3971"/>
                  </a:lnTo>
                  <a:lnTo>
                    <a:pt x="39307" y="4312"/>
                  </a:lnTo>
                  <a:lnTo>
                    <a:pt x="39488" y="4673"/>
                  </a:lnTo>
                  <a:lnTo>
                    <a:pt x="39668" y="5034"/>
                  </a:lnTo>
                  <a:lnTo>
                    <a:pt x="39809" y="5395"/>
                  </a:lnTo>
                  <a:lnTo>
                    <a:pt x="39929" y="5796"/>
                  </a:lnTo>
                  <a:lnTo>
                    <a:pt x="40049" y="6177"/>
                  </a:lnTo>
                  <a:lnTo>
                    <a:pt x="40150" y="6578"/>
                  </a:lnTo>
                  <a:lnTo>
                    <a:pt x="40210" y="6979"/>
                  </a:lnTo>
                  <a:lnTo>
                    <a:pt x="40270" y="7400"/>
                  </a:lnTo>
                  <a:lnTo>
                    <a:pt x="40290" y="7822"/>
                  </a:lnTo>
                  <a:lnTo>
                    <a:pt x="40310" y="824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4" name="Google Shape;5424;p21"/>
            <p:cNvSpPr/>
            <p:nvPr/>
          </p:nvSpPr>
          <p:spPr>
            <a:xfrm>
              <a:off x="10355725" y="3550588"/>
              <a:ext cx="37625" cy="108325"/>
            </a:xfrm>
            <a:custGeom>
              <a:avLst/>
              <a:gdLst/>
              <a:ahLst/>
              <a:cxnLst/>
              <a:rect l="l" t="t" r="r" b="b"/>
              <a:pathLst>
                <a:path w="1505" h="4333" extrusionOk="0">
                  <a:moveTo>
                    <a:pt x="742" y="1"/>
                  </a:moveTo>
                  <a:lnTo>
                    <a:pt x="602" y="21"/>
                  </a:lnTo>
                  <a:lnTo>
                    <a:pt x="462" y="61"/>
                  </a:lnTo>
                  <a:lnTo>
                    <a:pt x="341" y="141"/>
                  </a:lnTo>
                  <a:lnTo>
                    <a:pt x="221" y="222"/>
                  </a:lnTo>
                  <a:lnTo>
                    <a:pt x="141" y="342"/>
                  </a:lnTo>
                  <a:lnTo>
                    <a:pt x="60" y="462"/>
                  </a:lnTo>
                  <a:lnTo>
                    <a:pt x="2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20" y="3731"/>
                  </a:lnTo>
                  <a:lnTo>
                    <a:pt x="60" y="3872"/>
                  </a:lnTo>
                  <a:lnTo>
                    <a:pt x="141" y="3992"/>
                  </a:lnTo>
                  <a:lnTo>
                    <a:pt x="221" y="4112"/>
                  </a:lnTo>
                  <a:lnTo>
                    <a:pt x="341" y="4192"/>
                  </a:lnTo>
                  <a:lnTo>
                    <a:pt x="462" y="4273"/>
                  </a:lnTo>
                  <a:lnTo>
                    <a:pt x="602" y="4313"/>
                  </a:lnTo>
                  <a:lnTo>
                    <a:pt x="742" y="4333"/>
                  </a:lnTo>
                  <a:lnTo>
                    <a:pt x="903" y="4313"/>
                  </a:lnTo>
                  <a:lnTo>
                    <a:pt x="1043" y="4273"/>
                  </a:lnTo>
                  <a:lnTo>
                    <a:pt x="1163" y="4192"/>
                  </a:lnTo>
                  <a:lnTo>
                    <a:pt x="1284" y="4112"/>
                  </a:lnTo>
                  <a:lnTo>
                    <a:pt x="1364" y="3992"/>
                  </a:lnTo>
                  <a:lnTo>
                    <a:pt x="1444" y="3872"/>
                  </a:lnTo>
                  <a:lnTo>
                    <a:pt x="1484" y="3731"/>
                  </a:lnTo>
                  <a:lnTo>
                    <a:pt x="1504" y="3591"/>
                  </a:lnTo>
                  <a:lnTo>
                    <a:pt x="1504" y="763"/>
                  </a:lnTo>
                  <a:lnTo>
                    <a:pt x="1484" y="603"/>
                  </a:lnTo>
                  <a:lnTo>
                    <a:pt x="1444" y="462"/>
                  </a:lnTo>
                  <a:lnTo>
                    <a:pt x="1364" y="342"/>
                  </a:lnTo>
                  <a:lnTo>
                    <a:pt x="1284" y="222"/>
                  </a:lnTo>
                  <a:lnTo>
                    <a:pt x="1163" y="141"/>
                  </a:lnTo>
                  <a:lnTo>
                    <a:pt x="1043" y="61"/>
                  </a:lnTo>
                  <a:lnTo>
                    <a:pt x="903" y="21"/>
                  </a:lnTo>
                  <a:lnTo>
                    <a:pt x="74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5" name="Google Shape;5425;p21"/>
            <p:cNvSpPr/>
            <p:nvPr/>
          </p:nvSpPr>
          <p:spPr>
            <a:xfrm>
              <a:off x="10355725" y="3550588"/>
              <a:ext cx="37625" cy="108325"/>
            </a:xfrm>
            <a:custGeom>
              <a:avLst/>
              <a:gdLst/>
              <a:ahLst/>
              <a:cxnLst/>
              <a:rect l="l" t="t" r="r" b="b"/>
              <a:pathLst>
                <a:path w="1505" h="4333" fill="none" extrusionOk="0">
                  <a:moveTo>
                    <a:pt x="742" y="1"/>
                  </a:moveTo>
                  <a:lnTo>
                    <a:pt x="742" y="1"/>
                  </a:lnTo>
                  <a:lnTo>
                    <a:pt x="602" y="21"/>
                  </a:lnTo>
                  <a:lnTo>
                    <a:pt x="462" y="61"/>
                  </a:lnTo>
                  <a:lnTo>
                    <a:pt x="341" y="141"/>
                  </a:lnTo>
                  <a:lnTo>
                    <a:pt x="221" y="222"/>
                  </a:lnTo>
                  <a:lnTo>
                    <a:pt x="141" y="342"/>
                  </a:lnTo>
                  <a:lnTo>
                    <a:pt x="60" y="462"/>
                  </a:lnTo>
                  <a:lnTo>
                    <a:pt x="2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0" y="3591"/>
                  </a:lnTo>
                  <a:lnTo>
                    <a:pt x="20" y="3731"/>
                  </a:lnTo>
                  <a:lnTo>
                    <a:pt x="60" y="3872"/>
                  </a:lnTo>
                  <a:lnTo>
                    <a:pt x="141" y="3992"/>
                  </a:lnTo>
                  <a:lnTo>
                    <a:pt x="221" y="4112"/>
                  </a:lnTo>
                  <a:lnTo>
                    <a:pt x="341" y="4192"/>
                  </a:lnTo>
                  <a:lnTo>
                    <a:pt x="462" y="4273"/>
                  </a:lnTo>
                  <a:lnTo>
                    <a:pt x="602" y="4313"/>
                  </a:lnTo>
                  <a:lnTo>
                    <a:pt x="742" y="4333"/>
                  </a:lnTo>
                  <a:lnTo>
                    <a:pt x="742" y="4333"/>
                  </a:lnTo>
                  <a:lnTo>
                    <a:pt x="903" y="4313"/>
                  </a:lnTo>
                  <a:lnTo>
                    <a:pt x="1043" y="4273"/>
                  </a:lnTo>
                  <a:lnTo>
                    <a:pt x="1163" y="4192"/>
                  </a:lnTo>
                  <a:lnTo>
                    <a:pt x="1284" y="4112"/>
                  </a:lnTo>
                  <a:lnTo>
                    <a:pt x="1364" y="3992"/>
                  </a:lnTo>
                  <a:lnTo>
                    <a:pt x="1444" y="3872"/>
                  </a:lnTo>
                  <a:lnTo>
                    <a:pt x="1484" y="3731"/>
                  </a:lnTo>
                  <a:lnTo>
                    <a:pt x="1504" y="3591"/>
                  </a:lnTo>
                  <a:lnTo>
                    <a:pt x="1504" y="763"/>
                  </a:lnTo>
                  <a:lnTo>
                    <a:pt x="1504" y="763"/>
                  </a:lnTo>
                  <a:lnTo>
                    <a:pt x="1484" y="603"/>
                  </a:lnTo>
                  <a:lnTo>
                    <a:pt x="1444" y="462"/>
                  </a:lnTo>
                  <a:lnTo>
                    <a:pt x="1364" y="342"/>
                  </a:lnTo>
                  <a:lnTo>
                    <a:pt x="1284" y="222"/>
                  </a:lnTo>
                  <a:lnTo>
                    <a:pt x="1163" y="141"/>
                  </a:lnTo>
                  <a:lnTo>
                    <a:pt x="1043" y="61"/>
                  </a:lnTo>
                  <a:lnTo>
                    <a:pt x="903" y="21"/>
                  </a:lnTo>
                  <a:lnTo>
                    <a:pt x="74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6" name="Google Shape;5426;p21"/>
            <p:cNvSpPr/>
            <p:nvPr/>
          </p:nvSpPr>
          <p:spPr>
            <a:xfrm>
              <a:off x="10431925" y="3550588"/>
              <a:ext cx="37625" cy="108325"/>
            </a:xfrm>
            <a:custGeom>
              <a:avLst/>
              <a:gdLst/>
              <a:ahLst/>
              <a:cxnLst/>
              <a:rect l="l" t="t" r="r" b="b"/>
              <a:pathLst>
                <a:path w="1505" h="4333" extrusionOk="0">
                  <a:moveTo>
                    <a:pt x="763" y="1"/>
                  </a:moveTo>
                  <a:lnTo>
                    <a:pt x="602" y="21"/>
                  </a:lnTo>
                  <a:lnTo>
                    <a:pt x="462" y="61"/>
                  </a:lnTo>
                  <a:lnTo>
                    <a:pt x="341" y="141"/>
                  </a:lnTo>
                  <a:lnTo>
                    <a:pt x="221" y="222"/>
                  </a:lnTo>
                  <a:lnTo>
                    <a:pt x="141" y="342"/>
                  </a:lnTo>
                  <a:lnTo>
                    <a:pt x="61" y="462"/>
                  </a:lnTo>
                  <a:lnTo>
                    <a:pt x="21" y="603"/>
                  </a:lnTo>
                  <a:lnTo>
                    <a:pt x="1" y="763"/>
                  </a:lnTo>
                  <a:lnTo>
                    <a:pt x="1" y="3591"/>
                  </a:lnTo>
                  <a:lnTo>
                    <a:pt x="21" y="3731"/>
                  </a:lnTo>
                  <a:lnTo>
                    <a:pt x="61" y="3872"/>
                  </a:lnTo>
                  <a:lnTo>
                    <a:pt x="141" y="3992"/>
                  </a:lnTo>
                  <a:lnTo>
                    <a:pt x="221" y="4112"/>
                  </a:lnTo>
                  <a:lnTo>
                    <a:pt x="341" y="4192"/>
                  </a:lnTo>
                  <a:lnTo>
                    <a:pt x="462" y="4273"/>
                  </a:lnTo>
                  <a:lnTo>
                    <a:pt x="602" y="4313"/>
                  </a:lnTo>
                  <a:lnTo>
                    <a:pt x="763" y="4333"/>
                  </a:lnTo>
                  <a:lnTo>
                    <a:pt x="903" y="4313"/>
                  </a:lnTo>
                  <a:lnTo>
                    <a:pt x="1043" y="4273"/>
                  </a:lnTo>
                  <a:lnTo>
                    <a:pt x="1164" y="4192"/>
                  </a:lnTo>
                  <a:lnTo>
                    <a:pt x="1284" y="4112"/>
                  </a:lnTo>
                  <a:lnTo>
                    <a:pt x="1364" y="3992"/>
                  </a:lnTo>
                  <a:lnTo>
                    <a:pt x="1444" y="3872"/>
                  </a:lnTo>
                  <a:lnTo>
                    <a:pt x="1485" y="3731"/>
                  </a:lnTo>
                  <a:lnTo>
                    <a:pt x="1505" y="3591"/>
                  </a:lnTo>
                  <a:lnTo>
                    <a:pt x="1505" y="763"/>
                  </a:lnTo>
                  <a:lnTo>
                    <a:pt x="1485" y="603"/>
                  </a:lnTo>
                  <a:lnTo>
                    <a:pt x="1444" y="462"/>
                  </a:lnTo>
                  <a:lnTo>
                    <a:pt x="1364" y="342"/>
                  </a:lnTo>
                  <a:lnTo>
                    <a:pt x="1284" y="222"/>
                  </a:lnTo>
                  <a:lnTo>
                    <a:pt x="1164" y="141"/>
                  </a:lnTo>
                  <a:lnTo>
                    <a:pt x="1043" y="61"/>
                  </a:lnTo>
                  <a:lnTo>
                    <a:pt x="903" y="21"/>
                  </a:lnTo>
                  <a:lnTo>
                    <a:pt x="763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7" name="Google Shape;5427;p21"/>
            <p:cNvSpPr/>
            <p:nvPr/>
          </p:nvSpPr>
          <p:spPr>
            <a:xfrm>
              <a:off x="10431925" y="3550588"/>
              <a:ext cx="37625" cy="108325"/>
            </a:xfrm>
            <a:custGeom>
              <a:avLst/>
              <a:gdLst/>
              <a:ahLst/>
              <a:cxnLst/>
              <a:rect l="l" t="t" r="r" b="b"/>
              <a:pathLst>
                <a:path w="1505" h="4333" fill="none" extrusionOk="0">
                  <a:moveTo>
                    <a:pt x="763" y="1"/>
                  </a:moveTo>
                  <a:lnTo>
                    <a:pt x="763" y="1"/>
                  </a:lnTo>
                  <a:lnTo>
                    <a:pt x="602" y="21"/>
                  </a:lnTo>
                  <a:lnTo>
                    <a:pt x="462" y="61"/>
                  </a:lnTo>
                  <a:lnTo>
                    <a:pt x="341" y="141"/>
                  </a:lnTo>
                  <a:lnTo>
                    <a:pt x="221" y="222"/>
                  </a:lnTo>
                  <a:lnTo>
                    <a:pt x="141" y="342"/>
                  </a:lnTo>
                  <a:lnTo>
                    <a:pt x="61" y="462"/>
                  </a:lnTo>
                  <a:lnTo>
                    <a:pt x="21" y="603"/>
                  </a:lnTo>
                  <a:lnTo>
                    <a:pt x="1" y="763"/>
                  </a:lnTo>
                  <a:lnTo>
                    <a:pt x="1" y="3591"/>
                  </a:lnTo>
                  <a:lnTo>
                    <a:pt x="1" y="3591"/>
                  </a:lnTo>
                  <a:lnTo>
                    <a:pt x="21" y="3731"/>
                  </a:lnTo>
                  <a:lnTo>
                    <a:pt x="61" y="3872"/>
                  </a:lnTo>
                  <a:lnTo>
                    <a:pt x="141" y="3992"/>
                  </a:lnTo>
                  <a:lnTo>
                    <a:pt x="221" y="4112"/>
                  </a:lnTo>
                  <a:lnTo>
                    <a:pt x="341" y="4192"/>
                  </a:lnTo>
                  <a:lnTo>
                    <a:pt x="462" y="4273"/>
                  </a:lnTo>
                  <a:lnTo>
                    <a:pt x="602" y="4313"/>
                  </a:lnTo>
                  <a:lnTo>
                    <a:pt x="763" y="4333"/>
                  </a:lnTo>
                  <a:lnTo>
                    <a:pt x="763" y="4333"/>
                  </a:lnTo>
                  <a:lnTo>
                    <a:pt x="903" y="4313"/>
                  </a:lnTo>
                  <a:lnTo>
                    <a:pt x="1043" y="4273"/>
                  </a:lnTo>
                  <a:lnTo>
                    <a:pt x="1164" y="4192"/>
                  </a:lnTo>
                  <a:lnTo>
                    <a:pt x="1284" y="4112"/>
                  </a:lnTo>
                  <a:lnTo>
                    <a:pt x="1364" y="3992"/>
                  </a:lnTo>
                  <a:lnTo>
                    <a:pt x="1444" y="3872"/>
                  </a:lnTo>
                  <a:lnTo>
                    <a:pt x="1485" y="3731"/>
                  </a:lnTo>
                  <a:lnTo>
                    <a:pt x="1505" y="3591"/>
                  </a:lnTo>
                  <a:lnTo>
                    <a:pt x="1505" y="763"/>
                  </a:lnTo>
                  <a:lnTo>
                    <a:pt x="1505" y="763"/>
                  </a:lnTo>
                  <a:lnTo>
                    <a:pt x="1485" y="603"/>
                  </a:lnTo>
                  <a:lnTo>
                    <a:pt x="1444" y="462"/>
                  </a:lnTo>
                  <a:lnTo>
                    <a:pt x="1364" y="342"/>
                  </a:lnTo>
                  <a:lnTo>
                    <a:pt x="1284" y="222"/>
                  </a:lnTo>
                  <a:lnTo>
                    <a:pt x="1164" y="141"/>
                  </a:lnTo>
                  <a:lnTo>
                    <a:pt x="1043" y="61"/>
                  </a:lnTo>
                  <a:lnTo>
                    <a:pt x="903" y="21"/>
                  </a:lnTo>
                  <a:lnTo>
                    <a:pt x="763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8" name="Google Shape;5428;p21"/>
            <p:cNvSpPr/>
            <p:nvPr/>
          </p:nvSpPr>
          <p:spPr>
            <a:xfrm>
              <a:off x="10508625" y="3550588"/>
              <a:ext cx="37125" cy="108325"/>
            </a:xfrm>
            <a:custGeom>
              <a:avLst/>
              <a:gdLst/>
              <a:ahLst/>
              <a:cxnLst/>
              <a:rect l="l" t="t" r="r" b="b"/>
              <a:pathLst>
                <a:path w="1485" h="4333" extrusionOk="0">
                  <a:moveTo>
                    <a:pt x="743" y="1"/>
                  </a:moveTo>
                  <a:lnTo>
                    <a:pt x="582" y="21"/>
                  </a:lnTo>
                  <a:lnTo>
                    <a:pt x="442" y="61"/>
                  </a:lnTo>
                  <a:lnTo>
                    <a:pt x="322" y="141"/>
                  </a:lnTo>
                  <a:lnTo>
                    <a:pt x="221" y="222"/>
                  </a:lnTo>
                  <a:lnTo>
                    <a:pt x="121" y="342"/>
                  </a:lnTo>
                  <a:lnTo>
                    <a:pt x="61" y="462"/>
                  </a:lnTo>
                  <a:lnTo>
                    <a:pt x="1" y="603"/>
                  </a:lnTo>
                  <a:lnTo>
                    <a:pt x="1" y="763"/>
                  </a:lnTo>
                  <a:lnTo>
                    <a:pt x="1" y="3591"/>
                  </a:lnTo>
                  <a:lnTo>
                    <a:pt x="1" y="3731"/>
                  </a:lnTo>
                  <a:lnTo>
                    <a:pt x="61" y="3872"/>
                  </a:lnTo>
                  <a:lnTo>
                    <a:pt x="121" y="3992"/>
                  </a:lnTo>
                  <a:lnTo>
                    <a:pt x="221" y="4112"/>
                  </a:lnTo>
                  <a:lnTo>
                    <a:pt x="322" y="4192"/>
                  </a:lnTo>
                  <a:lnTo>
                    <a:pt x="442" y="4273"/>
                  </a:lnTo>
                  <a:lnTo>
                    <a:pt x="582" y="4313"/>
                  </a:lnTo>
                  <a:lnTo>
                    <a:pt x="743" y="4333"/>
                  </a:lnTo>
                  <a:lnTo>
                    <a:pt x="883" y="4313"/>
                  </a:lnTo>
                  <a:lnTo>
                    <a:pt x="1024" y="4273"/>
                  </a:lnTo>
                  <a:lnTo>
                    <a:pt x="1164" y="4192"/>
                  </a:lnTo>
                  <a:lnTo>
                    <a:pt x="1264" y="4112"/>
                  </a:lnTo>
                  <a:lnTo>
                    <a:pt x="1365" y="3992"/>
                  </a:lnTo>
                  <a:lnTo>
                    <a:pt x="1425" y="3872"/>
                  </a:lnTo>
                  <a:lnTo>
                    <a:pt x="1465" y="3731"/>
                  </a:lnTo>
                  <a:lnTo>
                    <a:pt x="1485" y="3591"/>
                  </a:lnTo>
                  <a:lnTo>
                    <a:pt x="1485" y="763"/>
                  </a:lnTo>
                  <a:lnTo>
                    <a:pt x="1465" y="603"/>
                  </a:lnTo>
                  <a:lnTo>
                    <a:pt x="1425" y="462"/>
                  </a:lnTo>
                  <a:lnTo>
                    <a:pt x="1365" y="342"/>
                  </a:lnTo>
                  <a:lnTo>
                    <a:pt x="1264" y="222"/>
                  </a:lnTo>
                  <a:lnTo>
                    <a:pt x="1164" y="141"/>
                  </a:lnTo>
                  <a:lnTo>
                    <a:pt x="1024" y="61"/>
                  </a:lnTo>
                  <a:lnTo>
                    <a:pt x="883" y="21"/>
                  </a:lnTo>
                  <a:lnTo>
                    <a:pt x="743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9" name="Google Shape;5429;p21"/>
            <p:cNvSpPr/>
            <p:nvPr/>
          </p:nvSpPr>
          <p:spPr>
            <a:xfrm>
              <a:off x="10508625" y="3550588"/>
              <a:ext cx="37125" cy="108325"/>
            </a:xfrm>
            <a:custGeom>
              <a:avLst/>
              <a:gdLst/>
              <a:ahLst/>
              <a:cxnLst/>
              <a:rect l="l" t="t" r="r" b="b"/>
              <a:pathLst>
                <a:path w="1485" h="4333" fill="none" extrusionOk="0">
                  <a:moveTo>
                    <a:pt x="743" y="1"/>
                  </a:moveTo>
                  <a:lnTo>
                    <a:pt x="743" y="1"/>
                  </a:lnTo>
                  <a:lnTo>
                    <a:pt x="582" y="21"/>
                  </a:lnTo>
                  <a:lnTo>
                    <a:pt x="442" y="61"/>
                  </a:lnTo>
                  <a:lnTo>
                    <a:pt x="322" y="141"/>
                  </a:lnTo>
                  <a:lnTo>
                    <a:pt x="221" y="222"/>
                  </a:lnTo>
                  <a:lnTo>
                    <a:pt x="121" y="342"/>
                  </a:lnTo>
                  <a:lnTo>
                    <a:pt x="61" y="462"/>
                  </a:lnTo>
                  <a:lnTo>
                    <a:pt x="1" y="603"/>
                  </a:lnTo>
                  <a:lnTo>
                    <a:pt x="1" y="763"/>
                  </a:lnTo>
                  <a:lnTo>
                    <a:pt x="1" y="3591"/>
                  </a:lnTo>
                  <a:lnTo>
                    <a:pt x="1" y="3591"/>
                  </a:lnTo>
                  <a:lnTo>
                    <a:pt x="1" y="3731"/>
                  </a:lnTo>
                  <a:lnTo>
                    <a:pt x="61" y="3872"/>
                  </a:lnTo>
                  <a:lnTo>
                    <a:pt x="121" y="3992"/>
                  </a:lnTo>
                  <a:lnTo>
                    <a:pt x="221" y="4112"/>
                  </a:lnTo>
                  <a:lnTo>
                    <a:pt x="322" y="4192"/>
                  </a:lnTo>
                  <a:lnTo>
                    <a:pt x="442" y="4273"/>
                  </a:lnTo>
                  <a:lnTo>
                    <a:pt x="582" y="4313"/>
                  </a:lnTo>
                  <a:lnTo>
                    <a:pt x="743" y="4333"/>
                  </a:lnTo>
                  <a:lnTo>
                    <a:pt x="743" y="4333"/>
                  </a:lnTo>
                  <a:lnTo>
                    <a:pt x="883" y="4313"/>
                  </a:lnTo>
                  <a:lnTo>
                    <a:pt x="1024" y="4273"/>
                  </a:lnTo>
                  <a:lnTo>
                    <a:pt x="1164" y="4192"/>
                  </a:lnTo>
                  <a:lnTo>
                    <a:pt x="1264" y="4112"/>
                  </a:lnTo>
                  <a:lnTo>
                    <a:pt x="1365" y="3992"/>
                  </a:lnTo>
                  <a:lnTo>
                    <a:pt x="1425" y="3872"/>
                  </a:lnTo>
                  <a:lnTo>
                    <a:pt x="1465" y="3731"/>
                  </a:lnTo>
                  <a:lnTo>
                    <a:pt x="1485" y="3591"/>
                  </a:lnTo>
                  <a:lnTo>
                    <a:pt x="1485" y="763"/>
                  </a:lnTo>
                  <a:lnTo>
                    <a:pt x="1485" y="763"/>
                  </a:lnTo>
                  <a:lnTo>
                    <a:pt x="1465" y="603"/>
                  </a:lnTo>
                  <a:lnTo>
                    <a:pt x="1425" y="462"/>
                  </a:lnTo>
                  <a:lnTo>
                    <a:pt x="1365" y="342"/>
                  </a:lnTo>
                  <a:lnTo>
                    <a:pt x="1264" y="222"/>
                  </a:lnTo>
                  <a:lnTo>
                    <a:pt x="1164" y="141"/>
                  </a:lnTo>
                  <a:lnTo>
                    <a:pt x="1024" y="61"/>
                  </a:lnTo>
                  <a:lnTo>
                    <a:pt x="883" y="21"/>
                  </a:lnTo>
                  <a:lnTo>
                    <a:pt x="743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0" name="Google Shape;5430;p21"/>
            <p:cNvSpPr/>
            <p:nvPr/>
          </p:nvSpPr>
          <p:spPr>
            <a:xfrm>
              <a:off x="10584850" y="3550588"/>
              <a:ext cx="37125" cy="108325"/>
            </a:xfrm>
            <a:custGeom>
              <a:avLst/>
              <a:gdLst/>
              <a:ahLst/>
              <a:cxnLst/>
              <a:rect l="l" t="t" r="r" b="b"/>
              <a:pathLst>
                <a:path w="1485" h="4333" extrusionOk="0">
                  <a:moveTo>
                    <a:pt x="742" y="1"/>
                  </a:moveTo>
                  <a:lnTo>
                    <a:pt x="602" y="21"/>
                  </a:lnTo>
                  <a:lnTo>
                    <a:pt x="461" y="61"/>
                  </a:lnTo>
                  <a:lnTo>
                    <a:pt x="321" y="141"/>
                  </a:lnTo>
                  <a:lnTo>
                    <a:pt x="221" y="222"/>
                  </a:lnTo>
                  <a:lnTo>
                    <a:pt x="120" y="342"/>
                  </a:lnTo>
                  <a:lnTo>
                    <a:pt x="60" y="462"/>
                  </a:lnTo>
                  <a:lnTo>
                    <a:pt x="2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20" y="3731"/>
                  </a:lnTo>
                  <a:lnTo>
                    <a:pt x="60" y="3872"/>
                  </a:lnTo>
                  <a:lnTo>
                    <a:pt x="120" y="3992"/>
                  </a:lnTo>
                  <a:lnTo>
                    <a:pt x="221" y="4112"/>
                  </a:lnTo>
                  <a:lnTo>
                    <a:pt x="321" y="4192"/>
                  </a:lnTo>
                  <a:lnTo>
                    <a:pt x="461" y="4273"/>
                  </a:lnTo>
                  <a:lnTo>
                    <a:pt x="602" y="4313"/>
                  </a:lnTo>
                  <a:lnTo>
                    <a:pt x="742" y="4333"/>
                  </a:lnTo>
                  <a:lnTo>
                    <a:pt x="883" y="4313"/>
                  </a:lnTo>
                  <a:lnTo>
                    <a:pt x="1023" y="4273"/>
                  </a:lnTo>
                  <a:lnTo>
                    <a:pt x="1163" y="4192"/>
                  </a:lnTo>
                  <a:lnTo>
                    <a:pt x="1264" y="4112"/>
                  </a:lnTo>
                  <a:lnTo>
                    <a:pt x="1364" y="3992"/>
                  </a:lnTo>
                  <a:lnTo>
                    <a:pt x="1424" y="3872"/>
                  </a:lnTo>
                  <a:lnTo>
                    <a:pt x="1464" y="3731"/>
                  </a:lnTo>
                  <a:lnTo>
                    <a:pt x="1484" y="3591"/>
                  </a:lnTo>
                  <a:lnTo>
                    <a:pt x="1484" y="763"/>
                  </a:lnTo>
                  <a:lnTo>
                    <a:pt x="1464" y="603"/>
                  </a:lnTo>
                  <a:lnTo>
                    <a:pt x="1424" y="462"/>
                  </a:lnTo>
                  <a:lnTo>
                    <a:pt x="1364" y="342"/>
                  </a:lnTo>
                  <a:lnTo>
                    <a:pt x="1264" y="222"/>
                  </a:lnTo>
                  <a:lnTo>
                    <a:pt x="1163" y="141"/>
                  </a:lnTo>
                  <a:lnTo>
                    <a:pt x="1023" y="61"/>
                  </a:lnTo>
                  <a:lnTo>
                    <a:pt x="883" y="21"/>
                  </a:lnTo>
                  <a:lnTo>
                    <a:pt x="74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1" name="Google Shape;5431;p21"/>
            <p:cNvSpPr/>
            <p:nvPr/>
          </p:nvSpPr>
          <p:spPr>
            <a:xfrm>
              <a:off x="10584850" y="3550588"/>
              <a:ext cx="37125" cy="108325"/>
            </a:xfrm>
            <a:custGeom>
              <a:avLst/>
              <a:gdLst/>
              <a:ahLst/>
              <a:cxnLst/>
              <a:rect l="l" t="t" r="r" b="b"/>
              <a:pathLst>
                <a:path w="1485" h="4333" fill="none" extrusionOk="0">
                  <a:moveTo>
                    <a:pt x="742" y="1"/>
                  </a:moveTo>
                  <a:lnTo>
                    <a:pt x="742" y="1"/>
                  </a:lnTo>
                  <a:lnTo>
                    <a:pt x="602" y="21"/>
                  </a:lnTo>
                  <a:lnTo>
                    <a:pt x="461" y="61"/>
                  </a:lnTo>
                  <a:lnTo>
                    <a:pt x="321" y="141"/>
                  </a:lnTo>
                  <a:lnTo>
                    <a:pt x="221" y="222"/>
                  </a:lnTo>
                  <a:lnTo>
                    <a:pt x="120" y="342"/>
                  </a:lnTo>
                  <a:lnTo>
                    <a:pt x="60" y="462"/>
                  </a:lnTo>
                  <a:lnTo>
                    <a:pt x="2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0" y="3591"/>
                  </a:lnTo>
                  <a:lnTo>
                    <a:pt x="20" y="3731"/>
                  </a:lnTo>
                  <a:lnTo>
                    <a:pt x="60" y="3872"/>
                  </a:lnTo>
                  <a:lnTo>
                    <a:pt x="120" y="3992"/>
                  </a:lnTo>
                  <a:lnTo>
                    <a:pt x="221" y="4112"/>
                  </a:lnTo>
                  <a:lnTo>
                    <a:pt x="321" y="4192"/>
                  </a:lnTo>
                  <a:lnTo>
                    <a:pt x="461" y="4273"/>
                  </a:lnTo>
                  <a:lnTo>
                    <a:pt x="602" y="4313"/>
                  </a:lnTo>
                  <a:lnTo>
                    <a:pt x="742" y="4333"/>
                  </a:lnTo>
                  <a:lnTo>
                    <a:pt x="742" y="4333"/>
                  </a:lnTo>
                  <a:lnTo>
                    <a:pt x="883" y="4313"/>
                  </a:lnTo>
                  <a:lnTo>
                    <a:pt x="1023" y="4273"/>
                  </a:lnTo>
                  <a:lnTo>
                    <a:pt x="1163" y="4192"/>
                  </a:lnTo>
                  <a:lnTo>
                    <a:pt x="1264" y="4112"/>
                  </a:lnTo>
                  <a:lnTo>
                    <a:pt x="1364" y="3992"/>
                  </a:lnTo>
                  <a:lnTo>
                    <a:pt x="1424" y="3872"/>
                  </a:lnTo>
                  <a:lnTo>
                    <a:pt x="1464" y="3731"/>
                  </a:lnTo>
                  <a:lnTo>
                    <a:pt x="1484" y="3591"/>
                  </a:lnTo>
                  <a:lnTo>
                    <a:pt x="1484" y="763"/>
                  </a:lnTo>
                  <a:lnTo>
                    <a:pt x="1484" y="763"/>
                  </a:lnTo>
                  <a:lnTo>
                    <a:pt x="1464" y="603"/>
                  </a:lnTo>
                  <a:lnTo>
                    <a:pt x="1424" y="462"/>
                  </a:lnTo>
                  <a:lnTo>
                    <a:pt x="1364" y="342"/>
                  </a:lnTo>
                  <a:lnTo>
                    <a:pt x="1264" y="222"/>
                  </a:lnTo>
                  <a:lnTo>
                    <a:pt x="1163" y="141"/>
                  </a:lnTo>
                  <a:lnTo>
                    <a:pt x="1023" y="61"/>
                  </a:lnTo>
                  <a:lnTo>
                    <a:pt x="883" y="21"/>
                  </a:lnTo>
                  <a:lnTo>
                    <a:pt x="74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2" name="Google Shape;5432;p21"/>
            <p:cNvSpPr/>
            <p:nvPr/>
          </p:nvSpPr>
          <p:spPr>
            <a:xfrm>
              <a:off x="10661050" y="3550588"/>
              <a:ext cx="37125" cy="108325"/>
            </a:xfrm>
            <a:custGeom>
              <a:avLst/>
              <a:gdLst/>
              <a:ahLst/>
              <a:cxnLst/>
              <a:rect l="l" t="t" r="r" b="b"/>
              <a:pathLst>
                <a:path w="1485" h="4333" extrusionOk="0">
                  <a:moveTo>
                    <a:pt x="742" y="1"/>
                  </a:moveTo>
                  <a:lnTo>
                    <a:pt x="602" y="21"/>
                  </a:lnTo>
                  <a:lnTo>
                    <a:pt x="462" y="61"/>
                  </a:lnTo>
                  <a:lnTo>
                    <a:pt x="321" y="141"/>
                  </a:lnTo>
                  <a:lnTo>
                    <a:pt x="221" y="222"/>
                  </a:lnTo>
                  <a:lnTo>
                    <a:pt x="121" y="342"/>
                  </a:lnTo>
                  <a:lnTo>
                    <a:pt x="61" y="462"/>
                  </a:lnTo>
                  <a:lnTo>
                    <a:pt x="2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20" y="3731"/>
                  </a:lnTo>
                  <a:lnTo>
                    <a:pt x="61" y="3872"/>
                  </a:lnTo>
                  <a:lnTo>
                    <a:pt x="121" y="3992"/>
                  </a:lnTo>
                  <a:lnTo>
                    <a:pt x="221" y="4112"/>
                  </a:lnTo>
                  <a:lnTo>
                    <a:pt x="321" y="4192"/>
                  </a:lnTo>
                  <a:lnTo>
                    <a:pt x="462" y="4273"/>
                  </a:lnTo>
                  <a:lnTo>
                    <a:pt x="602" y="4313"/>
                  </a:lnTo>
                  <a:lnTo>
                    <a:pt x="742" y="4333"/>
                  </a:lnTo>
                  <a:lnTo>
                    <a:pt x="903" y="4313"/>
                  </a:lnTo>
                  <a:lnTo>
                    <a:pt x="1043" y="4273"/>
                  </a:lnTo>
                  <a:lnTo>
                    <a:pt x="1164" y="4192"/>
                  </a:lnTo>
                  <a:lnTo>
                    <a:pt x="1264" y="4112"/>
                  </a:lnTo>
                  <a:lnTo>
                    <a:pt x="1364" y="3992"/>
                  </a:lnTo>
                  <a:lnTo>
                    <a:pt x="1424" y="3872"/>
                  </a:lnTo>
                  <a:lnTo>
                    <a:pt x="1484" y="3731"/>
                  </a:lnTo>
                  <a:lnTo>
                    <a:pt x="1484" y="3591"/>
                  </a:lnTo>
                  <a:lnTo>
                    <a:pt x="1484" y="763"/>
                  </a:lnTo>
                  <a:lnTo>
                    <a:pt x="1484" y="603"/>
                  </a:lnTo>
                  <a:lnTo>
                    <a:pt x="1424" y="462"/>
                  </a:lnTo>
                  <a:lnTo>
                    <a:pt x="1364" y="342"/>
                  </a:lnTo>
                  <a:lnTo>
                    <a:pt x="1264" y="222"/>
                  </a:lnTo>
                  <a:lnTo>
                    <a:pt x="1164" y="141"/>
                  </a:lnTo>
                  <a:lnTo>
                    <a:pt x="1043" y="61"/>
                  </a:lnTo>
                  <a:lnTo>
                    <a:pt x="903" y="21"/>
                  </a:lnTo>
                  <a:lnTo>
                    <a:pt x="74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3" name="Google Shape;5433;p21"/>
            <p:cNvSpPr/>
            <p:nvPr/>
          </p:nvSpPr>
          <p:spPr>
            <a:xfrm>
              <a:off x="10661050" y="3550588"/>
              <a:ext cx="37125" cy="108325"/>
            </a:xfrm>
            <a:custGeom>
              <a:avLst/>
              <a:gdLst/>
              <a:ahLst/>
              <a:cxnLst/>
              <a:rect l="l" t="t" r="r" b="b"/>
              <a:pathLst>
                <a:path w="1485" h="4333" fill="none" extrusionOk="0">
                  <a:moveTo>
                    <a:pt x="742" y="1"/>
                  </a:moveTo>
                  <a:lnTo>
                    <a:pt x="742" y="1"/>
                  </a:lnTo>
                  <a:lnTo>
                    <a:pt x="602" y="21"/>
                  </a:lnTo>
                  <a:lnTo>
                    <a:pt x="462" y="61"/>
                  </a:lnTo>
                  <a:lnTo>
                    <a:pt x="321" y="141"/>
                  </a:lnTo>
                  <a:lnTo>
                    <a:pt x="221" y="222"/>
                  </a:lnTo>
                  <a:lnTo>
                    <a:pt x="121" y="342"/>
                  </a:lnTo>
                  <a:lnTo>
                    <a:pt x="61" y="462"/>
                  </a:lnTo>
                  <a:lnTo>
                    <a:pt x="2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0" y="3591"/>
                  </a:lnTo>
                  <a:lnTo>
                    <a:pt x="20" y="3731"/>
                  </a:lnTo>
                  <a:lnTo>
                    <a:pt x="61" y="3872"/>
                  </a:lnTo>
                  <a:lnTo>
                    <a:pt x="121" y="3992"/>
                  </a:lnTo>
                  <a:lnTo>
                    <a:pt x="221" y="4112"/>
                  </a:lnTo>
                  <a:lnTo>
                    <a:pt x="321" y="4192"/>
                  </a:lnTo>
                  <a:lnTo>
                    <a:pt x="462" y="4273"/>
                  </a:lnTo>
                  <a:lnTo>
                    <a:pt x="602" y="4313"/>
                  </a:lnTo>
                  <a:lnTo>
                    <a:pt x="742" y="4333"/>
                  </a:lnTo>
                  <a:lnTo>
                    <a:pt x="742" y="4333"/>
                  </a:lnTo>
                  <a:lnTo>
                    <a:pt x="903" y="4313"/>
                  </a:lnTo>
                  <a:lnTo>
                    <a:pt x="1043" y="4273"/>
                  </a:lnTo>
                  <a:lnTo>
                    <a:pt x="1164" y="4192"/>
                  </a:lnTo>
                  <a:lnTo>
                    <a:pt x="1264" y="4112"/>
                  </a:lnTo>
                  <a:lnTo>
                    <a:pt x="1364" y="3992"/>
                  </a:lnTo>
                  <a:lnTo>
                    <a:pt x="1424" y="3872"/>
                  </a:lnTo>
                  <a:lnTo>
                    <a:pt x="1484" y="3731"/>
                  </a:lnTo>
                  <a:lnTo>
                    <a:pt x="1484" y="3591"/>
                  </a:lnTo>
                  <a:lnTo>
                    <a:pt x="1484" y="763"/>
                  </a:lnTo>
                  <a:lnTo>
                    <a:pt x="1484" y="763"/>
                  </a:lnTo>
                  <a:lnTo>
                    <a:pt x="1484" y="603"/>
                  </a:lnTo>
                  <a:lnTo>
                    <a:pt x="1424" y="462"/>
                  </a:lnTo>
                  <a:lnTo>
                    <a:pt x="1364" y="342"/>
                  </a:lnTo>
                  <a:lnTo>
                    <a:pt x="1264" y="222"/>
                  </a:lnTo>
                  <a:lnTo>
                    <a:pt x="1164" y="141"/>
                  </a:lnTo>
                  <a:lnTo>
                    <a:pt x="1043" y="61"/>
                  </a:lnTo>
                  <a:lnTo>
                    <a:pt x="903" y="21"/>
                  </a:lnTo>
                  <a:lnTo>
                    <a:pt x="74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4" name="Google Shape;5434;p21"/>
            <p:cNvSpPr/>
            <p:nvPr/>
          </p:nvSpPr>
          <p:spPr>
            <a:xfrm>
              <a:off x="10737250" y="3550588"/>
              <a:ext cx="37625" cy="108325"/>
            </a:xfrm>
            <a:custGeom>
              <a:avLst/>
              <a:gdLst/>
              <a:ahLst/>
              <a:cxnLst/>
              <a:rect l="l" t="t" r="r" b="b"/>
              <a:pathLst>
                <a:path w="1505" h="4333" extrusionOk="0">
                  <a:moveTo>
                    <a:pt x="743" y="1"/>
                  </a:moveTo>
                  <a:lnTo>
                    <a:pt x="602" y="21"/>
                  </a:lnTo>
                  <a:lnTo>
                    <a:pt x="462" y="61"/>
                  </a:lnTo>
                  <a:lnTo>
                    <a:pt x="342" y="141"/>
                  </a:lnTo>
                  <a:lnTo>
                    <a:pt x="221" y="222"/>
                  </a:lnTo>
                  <a:lnTo>
                    <a:pt x="141" y="342"/>
                  </a:lnTo>
                  <a:lnTo>
                    <a:pt x="61" y="462"/>
                  </a:lnTo>
                  <a:lnTo>
                    <a:pt x="21" y="603"/>
                  </a:lnTo>
                  <a:lnTo>
                    <a:pt x="1" y="763"/>
                  </a:lnTo>
                  <a:lnTo>
                    <a:pt x="1" y="3591"/>
                  </a:lnTo>
                  <a:lnTo>
                    <a:pt x="21" y="3731"/>
                  </a:lnTo>
                  <a:lnTo>
                    <a:pt x="61" y="3872"/>
                  </a:lnTo>
                  <a:lnTo>
                    <a:pt x="141" y="3992"/>
                  </a:lnTo>
                  <a:lnTo>
                    <a:pt x="221" y="4112"/>
                  </a:lnTo>
                  <a:lnTo>
                    <a:pt x="342" y="4192"/>
                  </a:lnTo>
                  <a:lnTo>
                    <a:pt x="462" y="4273"/>
                  </a:lnTo>
                  <a:lnTo>
                    <a:pt x="602" y="4313"/>
                  </a:lnTo>
                  <a:lnTo>
                    <a:pt x="743" y="4333"/>
                  </a:lnTo>
                  <a:lnTo>
                    <a:pt x="903" y="4313"/>
                  </a:lnTo>
                  <a:lnTo>
                    <a:pt x="1044" y="4273"/>
                  </a:lnTo>
                  <a:lnTo>
                    <a:pt x="1164" y="4192"/>
                  </a:lnTo>
                  <a:lnTo>
                    <a:pt x="1284" y="4112"/>
                  </a:lnTo>
                  <a:lnTo>
                    <a:pt x="1364" y="3992"/>
                  </a:lnTo>
                  <a:lnTo>
                    <a:pt x="1445" y="3872"/>
                  </a:lnTo>
                  <a:lnTo>
                    <a:pt x="1485" y="3731"/>
                  </a:lnTo>
                  <a:lnTo>
                    <a:pt x="1505" y="3591"/>
                  </a:lnTo>
                  <a:lnTo>
                    <a:pt x="1505" y="763"/>
                  </a:lnTo>
                  <a:lnTo>
                    <a:pt x="1485" y="603"/>
                  </a:lnTo>
                  <a:lnTo>
                    <a:pt x="1445" y="462"/>
                  </a:lnTo>
                  <a:lnTo>
                    <a:pt x="1364" y="342"/>
                  </a:lnTo>
                  <a:lnTo>
                    <a:pt x="1284" y="222"/>
                  </a:lnTo>
                  <a:lnTo>
                    <a:pt x="1164" y="141"/>
                  </a:lnTo>
                  <a:lnTo>
                    <a:pt x="1044" y="61"/>
                  </a:lnTo>
                  <a:lnTo>
                    <a:pt x="903" y="21"/>
                  </a:lnTo>
                  <a:lnTo>
                    <a:pt x="743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5" name="Google Shape;5435;p21"/>
            <p:cNvSpPr/>
            <p:nvPr/>
          </p:nvSpPr>
          <p:spPr>
            <a:xfrm>
              <a:off x="10737250" y="3550588"/>
              <a:ext cx="37625" cy="108325"/>
            </a:xfrm>
            <a:custGeom>
              <a:avLst/>
              <a:gdLst/>
              <a:ahLst/>
              <a:cxnLst/>
              <a:rect l="l" t="t" r="r" b="b"/>
              <a:pathLst>
                <a:path w="1505" h="4333" fill="none" extrusionOk="0">
                  <a:moveTo>
                    <a:pt x="743" y="1"/>
                  </a:moveTo>
                  <a:lnTo>
                    <a:pt x="743" y="1"/>
                  </a:lnTo>
                  <a:lnTo>
                    <a:pt x="602" y="21"/>
                  </a:lnTo>
                  <a:lnTo>
                    <a:pt x="462" y="61"/>
                  </a:lnTo>
                  <a:lnTo>
                    <a:pt x="342" y="141"/>
                  </a:lnTo>
                  <a:lnTo>
                    <a:pt x="221" y="222"/>
                  </a:lnTo>
                  <a:lnTo>
                    <a:pt x="141" y="342"/>
                  </a:lnTo>
                  <a:lnTo>
                    <a:pt x="61" y="462"/>
                  </a:lnTo>
                  <a:lnTo>
                    <a:pt x="21" y="603"/>
                  </a:lnTo>
                  <a:lnTo>
                    <a:pt x="1" y="763"/>
                  </a:lnTo>
                  <a:lnTo>
                    <a:pt x="1" y="3591"/>
                  </a:lnTo>
                  <a:lnTo>
                    <a:pt x="1" y="3591"/>
                  </a:lnTo>
                  <a:lnTo>
                    <a:pt x="21" y="3731"/>
                  </a:lnTo>
                  <a:lnTo>
                    <a:pt x="61" y="3872"/>
                  </a:lnTo>
                  <a:lnTo>
                    <a:pt x="141" y="3992"/>
                  </a:lnTo>
                  <a:lnTo>
                    <a:pt x="221" y="4112"/>
                  </a:lnTo>
                  <a:lnTo>
                    <a:pt x="342" y="4192"/>
                  </a:lnTo>
                  <a:lnTo>
                    <a:pt x="462" y="4273"/>
                  </a:lnTo>
                  <a:lnTo>
                    <a:pt x="602" y="4313"/>
                  </a:lnTo>
                  <a:lnTo>
                    <a:pt x="743" y="4333"/>
                  </a:lnTo>
                  <a:lnTo>
                    <a:pt x="743" y="4333"/>
                  </a:lnTo>
                  <a:lnTo>
                    <a:pt x="903" y="4313"/>
                  </a:lnTo>
                  <a:lnTo>
                    <a:pt x="1044" y="4273"/>
                  </a:lnTo>
                  <a:lnTo>
                    <a:pt x="1164" y="4192"/>
                  </a:lnTo>
                  <a:lnTo>
                    <a:pt x="1284" y="4112"/>
                  </a:lnTo>
                  <a:lnTo>
                    <a:pt x="1364" y="3992"/>
                  </a:lnTo>
                  <a:lnTo>
                    <a:pt x="1445" y="3872"/>
                  </a:lnTo>
                  <a:lnTo>
                    <a:pt x="1485" y="3731"/>
                  </a:lnTo>
                  <a:lnTo>
                    <a:pt x="1505" y="3591"/>
                  </a:lnTo>
                  <a:lnTo>
                    <a:pt x="1505" y="763"/>
                  </a:lnTo>
                  <a:lnTo>
                    <a:pt x="1505" y="763"/>
                  </a:lnTo>
                  <a:lnTo>
                    <a:pt x="1485" y="603"/>
                  </a:lnTo>
                  <a:lnTo>
                    <a:pt x="1445" y="462"/>
                  </a:lnTo>
                  <a:lnTo>
                    <a:pt x="1364" y="342"/>
                  </a:lnTo>
                  <a:lnTo>
                    <a:pt x="1284" y="222"/>
                  </a:lnTo>
                  <a:lnTo>
                    <a:pt x="1164" y="141"/>
                  </a:lnTo>
                  <a:lnTo>
                    <a:pt x="1044" y="61"/>
                  </a:lnTo>
                  <a:lnTo>
                    <a:pt x="903" y="21"/>
                  </a:lnTo>
                  <a:lnTo>
                    <a:pt x="743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6" name="Google Shape;5436;p21"/>
            <p:cNvSpPr/>
            <p:nvPr/>
          </p:nvSpPr>
          <p:spPr>
            <a:xfrm>
              <a:off x="10813475" y="3550588"/>
              <a:ext cx="37625" cy="108325"/>
            </a:xfrm>
            <a:custGeom>
              <a:avLst/>
              <a:gdLst/>
              <a:ahLst/>
              <a:cxnLst/>
              <a:rect l="l" t="t" r="r" b="b"/>
              <a:pathLst>
                <a:path w="1505" h="4333" extrusionOk="0">
                  <a:moveTo>
                    <a:pt x="762" y="1"/>
                  </a:moveTo>
                  <a:lnTo>
                    <a:pt x="602" y="21"/>
                  </a:lnTo>
                  <a:lnTo>
                    <a:pt x="461" y="61"/>
                  </a:lnTo>
                  <a:lnTo>
                    <a:pt x="341" y="141"/>
                  </a:lnTo>
                  <a:lnTo>
                    <a:pt x="221" y="222"/>
                  </a:lnTo>
                  <a:lnTo>
                    <a:pt x="140" y="342"/>
                  </a:lnTo>
                  <a:lnTo>
                    <a:pt x="60" y="462"/>
                  </a:lnTo>
                  <a:lnTo>
                    <a:pt x="2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20" y="3731"/>
                  </a:lnTo>
                  <a:lnTo>
                    <a:pt x="60" y="3872"/>
                  </a:lnTo>
                  <a:lnTo>
                    <a:pt x="140" y="3992"/>
                  </a:lnTo>
                  <a:lnTo>
                    <a:pt x="221" y="4112"/>
                  </a:lnTo>
                  <a:lnTo>
                    <a:pt x="341" y="4192"/>
                  </a:lnTo>
                  <a:lnTo>
                    <a:pt x="461" y="4273"/>
                  </a:lnTo>
                  <a:lnTo>
                    <a:pt x="602" y="4313"/>
                  </a:lnTo>
                  <a:lnTo>
                    <a:pt x="762" y="4333"/>
                  </a:lnTo>
                  <a:lnTo>
                    <a:pt x="902" y="4313"/>
                  </a:lnTo>
                  <a:lnTo>
                    <a:pt x="1043" y="4273"/>
                  </a:lnTo>
                  <a:lnTo>
                    <a:pt x="1163" y="4192"/>
                  </a:lnTo>
                  <a:lnTo>
                    <a:pt x="1283" y="4112"/>
                  </a:lnTo>
                  <a:lnTo>
                    <a:pt x="1364" y="3992"/>
                  </a:lnTo>
                  <a:lnTo>
                    <a:pt x="1444" y="3872"/>
                  </a:lnTo>
                  <a:lnTo>
                    <a:pt x="1484" y="3731"/>
                  </a:lnTo>
                  <a:lnTo>
                    <a:pt x="1504" y="3591"/>
                  </a:lnTo>
                  <a:lnTo>
                    <a:pt x="1504" y="763"/>
                  </a:lnTo>
                  <a:lnTo>
                    <a:pt x="1484" y="603"/>
                  </a:lnTo>
                  <a:lnTo>
                    <a:pt x="1444" y="462"/>
                  </a:lnTo>
                  <a:lnTo>
                    <a:pt x="1364" y="342"/>
                  </a:lnTo>
                  <a:lnTo>
                    <a:pt x="1283" y="222"/>
                  </a:lnTo>
                  <a:lnTo>
                    <a:pt x="1163" y="141"/>
                  </a:lnTo>
                  <a:lnTo>
                    <a:pt x="1043" y="61"/>
                  </a:lnTo>
                  <a:lnTo>
                    <a:pt x="902" y="21"/>
                  </a:lnTo>
                  <a:lnTo>
                    <a:pt x="76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7" name="Google Shape;5437;p21"/>
            <p:cNvSpPr/>
            <p:nvPr/>
          </p:nvSpPr>
          <p:spPr>
            <a:xfrm>
              <a:off x="10813475" y="3550588"/>
              <a:ext cx="37625" cy="108325"/>
            </a:xfrm>
            <a:custGeom>
              <a:avLst/>
              <a:gdLst/>
              <a:ahLst/>
              <a:cxnLst/>
              <a:rect l="l" t="t" r="r" b="b"/>
              <a:pathLst>
                <a:path w="1505" h="4333" fill="none" extrusionOk="0">
                  <a:moveTo>
                    <a:pt x="762" y="1"/>
                  </a:moveTo>
                  <a:lnTo>
                    <a:pt x="762" y="1"/>
                  </a:lnTo>
                  <a:lnTo>
                    <a:pt x="602" y="21"/>
                  </a:lnTo>
                  <a:lnTo>
                    <a:pt x="461" y="61"/>
                  </a:lnTo>
                  <a:lnTo>
                    <a:pt x="341" y="141"/>
                  </a:lnTo>
                  <a:lnTo>
                    <a:pt x="221" y="222"/>
                  </a:lnTo>
                  <a:lnTo>
                    <a:pt x="140" y="342"/>
                  </a:lnTo>
                  <a:lnTo>
                    <a:pt x="60" y="462"/>
                  </a:lnTo>
                  <a:lnTo>
                    <a:pt x="2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0" y="3591"/>
                  </a:lnTo>
                  <a:lnTo>
                    <a:pt x="20" y="3731"/>
                  </a:lnTo>
                  <a:lnTo>
                    <a:pt x="60" y="3872"/>
                  </a:lnTo>
                  <a:lnTo>
                    <a:pt x="140" y="3992"/>
                  </a:lnTo>
                  <a:lnTo>
                    <a:pt x="221" y="4112"/>
                  </a:lnTo>
                  <a:lnTo>
                    <a:pt x="341" y="4192"/>
                  </a:lnTo>
                  <a:lnTo>
                    <a:pt x="461" y="4273"/>
                  </a:lnTo>
                  <a:lnTo>
                    <a:pt x="602" y="4313"/>
                  </a:lnTo>
                  <a:lnTo>
                    <a:pt x="762" y="4333"/>
                  </a:lnTo>
                  <a:lnTo>
                    <a:pt x="762" y="4333"/>
                  </a:lnTo>
                  <a:lnTo>
                    <a:pt x="902" y="4313"/>
                  </a:lnTo>
                  <a:lnTo>
                    <a:pt x="1043" y="4273"/>
                  </a:lnTo>
                  <a:lnTo>
                    <a:pt x="1163" y="4192"/>
                  </a:lnTo>
                  <a:lnTo>
                    <a:pt x="1283" y="4112"/>
                  </a:lnTo>
                  <a:lnTo>
                    <a:pt x="1364" y="3992"/>
                  </a:lnTo>
                  <a:lnTo>
                    <a:pt x="1444" y="3872"/>
                  </a:lnTo>
                  <a:lnTo>
                    <a:pt x="1484" y="3731"/>
                  </a:lnTo>
                  <a:lnTo>
                    <a:pt x="1504" y="3591"/>
                  </a:lnTo>
                  <a:lnTo>
                    <a:pt x="1504" y="763"/>
                  </a:lnTo>
                  <a:lnTo>
                    <a:pt x="1504" y="763"/>
                  </a:lnTo>
                  <a:lnTo>
                    <a:pt x="1484" y="603"/>
                  </a:lnTo>
                  <a:lnTo>
                    <a:pt x="1444" y="462"/>
                  </a:lnTo>
                  <a:lnTo>
                    <a:pt x="1364" y="342"/>
                  </a:lnTo>
                  <a:lnTo>
                    <a:pt x="1283" y="222"/>
                  </a:lnTo>
                  <a:lnTo>
                    <a:pt x="1163" y="141"/>
                  </a:lnTo>
                  <a:lnTo>
                    <a:pt x="1043" y="61"/>
                  </a:lnTo>
                  <a:lnTo>
                    <a:pt x="902" y="21"/>
                  </a:lnTo>
                  <a:lnTo>
                    <a:pt x="76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8" name="Google Shape;5438;p21"/>
            <p:cNvSpPr/>
            <p:nvPr/>
          </p:nvSpPr>
          <p:spPr>
            <a:xfrm>
              <a:off x="10890175" y="3550588"/>
              <a:ext cx="37125" cy="108325"/>
            </a:xfrm>
            <a:custGeom>
              <a:avLst/>
              <a:gdLst/>
              <a:ahLst/>
              <a:cxnLst/>
              <a:rect l="l" t="t" r="r" b="b"/>
              <a:pathLst>
                <a:path w="1485" h="4333" extrusionOk="0">
                  <a:moveTo>
                    <a:pt x="742" y="1"/>
                  </a:moveTo>
                  <a:lnTo>
                    <a:pt x="582" y="21"/>
                  </a:lnTo>
                  <a:lnTo>
                    <a:pt x="442" y="61"/>
                  </a:lnTo>
                  <a:lnTo>
                    <a:pt x="321" y="141"/>
                  </a:lnTo>
                  <a:lnTo>
                    <a:pt x="221" y="222"/>
                  </a:lnTo>
                  <a:lnTo>
                    <a:pt x="121" y="342"/>
                  </a:lnTo>
                  <a:lnTo>
                    <a:pt x="61" y="462"/>
                  </a:lnTo>
                  <a:lnTo>
                    <a:pt x="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0" y="3731"/>
                  </a:lnTo>
                  <a:lnTo>
                    <a:pt x="61" y="3872"/>
                  </a:lnTo>
                  <a:lnTo>
                    <a:pt x="121" y="3992"/>
                  </a:lnTo>
                  <a:lnTo>
                    <a:pt x="221" y="4112"/>
                  </a:lnTo>
                  <a:lnTo>
                    <a:pt x="321" y="4192"/>
                  </a:lnTo>
                  <a:lnTo>
                    <a:pt x="442" y="4273"/>
                  </a:lnTo>
                  <a:lnTo>
                    <a:pt x="582" y="4313"/>
                  </a:lnTo>
                  <a:lnTo>
                    <a:pt x="742" y="4333"/>
                  </a:lnTo>
                  <a:lnTo>
                    <a:pt x="883" y="4313"/>
                  </a:lnTo>
                  <a:lnTo>
                    <a:pt x="1023" y="4273"/>
                  </a:lnTo>
                  <a:lnTo>
                    <a:pt x="1163" y="4192"/>
                  </a:lnTo>
                  <a:lnTo>
                    <a:pt x="1264" y="4112"/>
                  </a:lnTo>
                  <a:lnTo>
                    <a:pt x="1364" y="3992"/>
                  </a:lnTo>
                  <a:lnTo>
                    <a:pt x="1424" y="3872"/>
                  </a:lnTo>
                  <a:lnTo>
                    <a:pt x="1464" y="3731"/>
                  </a:lnTo>
                  <a:lnTo>
                    <a:pt x="1484" y="3591"/>
                  </a:lnTo>
                  <a:lnTo>
                    <a:pt x="1484" y="763"/>
                  </a:lnTo>
                  <a:lnTo>
                    <a:pt x="1464" y="603"/>
                  </a:lnTo>
                  <a:lnTo>
                    <a:pt x="1424" y="462"/>
                  </a:lnTo>
                  <a:lnTo>
                    <a:pt x="1364" y="342"/>
                  </a:lnTo>
                  <a:lnTo>
                    <a:pt x="1264" y="222"/>
                  </a:lnTo>
                  <a:lnTo>
                    <a:pt x="1163" y="141"/>
                  </a:lnTo>
                  <a:lnTo>
                    <a:pt x="1023" y="61"/>
                  </a:lnTo>
                  <a:lnTo>
                    <a:pt x="883" y="21"/>
                  </a:lnTo>
                  <a:lnTo>
                    <a:pt x="74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9" name="Google Shape;5439;p21"/>
            <p:cNvSpPr/>
            <p:nvPr/>
          </p:nvSpPr>
          <p:spPr>
            <a:xfrm>
              <a:off x="10890175" y="3550588"/>
              <a:ext cx="37125" cy="108325"/>
            </a:xfrm>
            <a:custGeom>
              <a:avLst/>
              <a:gdLst/>
              <a:ahLst/>
              <a:cxnLst/>
              <a:rect l="l" t="t" r="r" b="b"/>
              <a:pathLst>
                <a:path w="1485" h="4333" fill="none" extrusionOk="0">
                  <a:moveTo>
                    <a:pt x="742" y="1"/>
                  </a:moveTo>
                  <a:lnTo>
                    <a:pt x="742" y="1"/>
                  </a:lnTo>
                  <a:lnTo>
                    <a:pt x="582" y="21"/>
                  </a:lnTo>
                  <a:lnTo>
                    <a:pt x="442" y="61"/>
                  </a:lnTo>
                  <a:lnTo>
                    <a:pt x="321" y="141"/>
                  </a:lnTo>
                  <a:lnTo>
                    <a:pt x="221" y="222"/>
                  </a:lnTo>
                  <a:lnTo>
                    <a:pt x="121" y="342"/>
                  </a:lnTo>
                  <a:lnTo>
                    <a:pt x="61" y="462"/>
                  </a:lnTo>
                  <a:lnTo>
                    <a:pt x="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0" y="3591"/>
                  </a:lnTo>
                  <a:lnTo>
                    <a:pt x="0" y="3731"/>
                  </a:lnTo>
                  <a:lnTo>
                    <a:pt x="61" y="3872"/>
                  </a:lnTo>
                  <a:lnTo>
                    <a:pt x="121" y="3992"/>
                  </a:lnTo>
                  <a:lnTo>
                    <a:pt x="221" y="4112"/>
                  </a:lnTo>
                  <a:lnTo>
                    <a:pt x="321" y="4192"/>
                  </a:lnTo>
                  <a:lnTo>
                    <a:pt x="442" y="4273"/>
                  </a:lnTo>
                  <a:lnTo>
                    <a:pt x="582" y="4313"/>
                  </a:lnTo>
                  <a:lnTo>
                    <a:pt x="742" y="4333"/>
                  </a:lnTo>
                  <a:lnTo>
                    <a:pt x="742" y="4333"/>
                  </a:lnTo>
                  <a:lnTo>
                    <a:pt x="883" y="4313"/>
                  </a:lnTo>
                  <a:lnTo>
                    <a:pt x="1023" y="4273"/>
                  </a:lnTo>
                  <a:lnTo>
                    <a:pt x="1163" y="4192"/>
                  </a:lnTo>
                  <a:lnTo>
                    <a:pt x="1264" y="4112"/>
                  </a:lnTo>
                  <a:lnTo>
                    <a:pt x="1364" y="3992"/>
                  </a:lnTo>
                  <a:lnTo>
                    <a:pt x="1424" y="3872"/>
                  </a:lnTo>
                  <a:lnTo>
                    <a:pt x="1464" y="3731"/>
                  </a:lnTo>
                  <a:lnTo>
                    <a:pt x="1484" y="3591"/>
                  </a:lnTo>
                  <a:lnTo>
                    <a:pt x="1484" y="763"/>
                  </a:lnTo>
                  <a:lnTo>
                    <a:pt x="1484" y="763"/>
                  </a:lnTo>
                  <a:lnTo>
                    <a:pt x="1464" y="603"/>
                  </a:lnTo>
                  <a:lnTo>
                    <a:pt x="1424" y="462"/>
                  </a:lnTo>
                  <a:lnTo>
                    <a:pt x="1364" y="342"/>
                  </a:lnTo>
                  <a:lnTo>
                    <a:pt x="1264" y="222"/>
                  </a:lnTo>
                  <a:lnTo>
                    <a:pt x="1163" y="141"/>
                  </a:lnTo>
                  <a:lnTo>
                    <a:pt x="1023" y="61"/>
                  </a:lnTo>
                  <a:lnTo>
                    <a:pt x="883" y="21"/>
                  </a:lnTo>
                  <a:lnTo>
                    <a:pt x="74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0" name="Google Shape;5440;p21"/>
            <p:cNvSpPr/>
            <p:nvPr/>
          </p:nvSpPr>
          <p:spPr>
            <a:xfrm>
              <a:off x="10355725" y="3329488"/>
              <a:ext cx="152925" cy="152950"/>
            </a:xfrm>
            <a:custGeom>
              <a:avLst/>
              <a:gdLst/>
              <a:ahLst/>
              <a:cxnLst/>
              <a:rect l="l" t="t" r="r" b="b"/>
              <a:pathLst>
                <a:path w="6117" h="6118" extrusionOk="0">
                  <a:moveTo>
                    <a:pt x="2988" y="1"/>
                  </a:moveTo>
                  <a:lnTo>
                    <a:pt x="2668" y="21"/>
                  </a:lnTo>
                  <a:lnTo>
                    <a:pt x="2347" y="81"/>
                  </a:lnTo>
                  <a:lnTo>
                    <a:pt x="2046" y="181"/>
                  </a:lnTo>
                  <a:lnTo>
                    <a:pt x="1745" y="302"/>
                  </a:lnTo>
                  <a:lnTo>
                    <a:pt x="1464" y="462"/>
                  </a:lnTo>
                  <a:lnTo>
                    <a:pt x="1224" y="643"/>
                  </a:lnTo>
                  <a:lnTo>
                    <a:pt x="983" y="843"/>
                  </a:lnTo>
                  <a:lnTo>
                    <a:pt x="762" y="1084"/>
                  </a:lnTo>
                  <a:lnTo>
                    <a:pt x="582" y="1325"/>
                  </a:lnTo>
                  <a:lnTo>
                    <a:pt x="401" y="1605"/>
                  </a:lnTo>
                  <a:lnTo>
                    <a:pt x="261" y="1886"/>
                  </a:lnTo>
                  <a:lnTo>
                    <a:pt x="161" y="2187"/>
                  </a:lnTo>
                  <a:lnTo>
                    <a:pt x="80" y="2488"/>
                  </a:lnTo>
                  <a:lnTo>
                    <a:pt x="20" y="2809"/>
                  </a:lnTo>
                  <a:lnTo>
                    <a:pt x="0" y="3150"/>
                  </a:lnTo>
                  <a:lnTo>
                    <a:pt x="20" y="3470"/>
                  </a:lnTo>
                  <a:lnTo>
                    <a:pt x="60" y="3731"/>
                  </a:lnTo>
                  <a:lnTo>
                    <a:pt x="141" y="3992"/>
                  </a:lnTo>
                  <a:lnTo>
                    <a:pt x="241" y="4253"/>
                  </a:lnTo>
                  <a:lnTo>
                    <a:pt x="361" y="4513"/>
                  </a:lnTo>
                  <a:lnTo>
                    <a:pt x="502" y="4754"/>
                  </a:lnTo>
                  <a:lnTo>
                    <a:pt x="662" y="4974"/>
                  </a:lnTo>
                  <a:lnTo>
                    <a:pt x="863" y="5195"/>
                  </a:lnTo>
                  <a:lnTo>
                    <a:pt x="1083" y="5396"/>
                  </a:lnTo>
                  <a:lnTo>
                    <a:pt x="1304" y="5576"/>
                  </a:lnTo>
                  <a:lnTo>
                    <a:pt x="1565" y="5716"/>
                  </a:lnTo>
                  <a:lnTo>
                    <a:pt x="1845" y="5857"/>
                  </a:lnTo>
                  <a:lnTo>
                    <a:pt x="2126" y="5977"/>
                  </a:lnTo>
                  <a:lnTo>
                    <a:pt x="2447" y="6057"/>
                  </a:lnTo>
                  <a:lnTo>
                    <a:pt x="2768" y="6098"/>
                  </a:lnTo>
                  <a:lnTo>
                    <a:pt x="3109" y="6118"/>
                  </a:lnTo>
                  <a:lnTo>
                    <a:pt x="3470" y="6098"/>
                  </a:lnTo>
                  <a:lnTo>
                    <a:pt x="3670" y="6077"/>
                  </a:lnTo>
                  <a:lnTo>
                    <a:pt x="3891" y="6037"/>
                  </a:lnTo>
                  <a:lnTo>
                    <a:pt x="4091" y="5977"/>
                  </a:lnTo>
                  <a:lnTo>
                    <a:pt x="4272" y="5897"/>
                  </a:lnTo>
                  <a:lnTo>
                    <a:pt x="4472" y="5817"/>
                  </a:lnTo>
                  <a:lnTo>
                    <a:pt x="4653" y="5716"/>
                  </a:lnTo>
                  <a:lnTo>
                    <a:pt x="4813" y="5596"/>
                  </a:lnTo>
                  <a:lnTo>
                    <a:pt x="4974" y="5476"/>
                  </a:lnTo>
                  <a:lnTo>
                    <a:pt x="5134" y="5335"/>
                  </a:lnTo>
                  <a:lnTo>
                    <a:pt x="5275" y="5175"/>
                  </a:lnTo>
                  <a:lnTo>
                    <a:pt x="5415" y="5015"/>
                  </a:lnTo>
                  <a:lnTo>
                    <a:pt x="5535" y="4854"/>
                  </a:lnTo>
                  <a:lnTo>
                    <a:pt x="5656" y="4674"/>
                  </a:lnTo>
                  <a:lnTo>
                    <a:pt x="5756" y="4493"/>
                  </a:lnTo>
                  <a:lnTo>
                    <a:pt x="5856" y="4293"/>
                  </a:lnTo>
                  <a:lnTo>
                    <a:pt x="5936" y="4092"/>
                  </a:lnTo>
                  <a:lnTo>
                    <a:pt x="6037" y="3751"/>
                  </a:lnTo>
                  <a:lnTo>
                    <a:pt x="6097" y="3410"/>
                  </a:lnTo>
                  <a:lnTo>
                    <a:pt x="6117" y="3089"/>
                  </a:lnTo>
                  <a:lnTo>
                    <a:pt x="6097" y="2748"/>
                  </a:lnTo>
                  <a:lnTo>
                    <a:pt x="6057" y="2488"/>
                  </a:lnTo>
                  <a:lnTo>
                    <a:pt x="5997" y="2247"/>
                  </a:lnTo>
                  <a:lnTo>
                    <a:pt x="5916" y="1986"/>
                  </a:lnTo>
                  <a:lnTo>
                    <a:pt x="5816" y="1746"/>
                  </a:lnTo>
                  <a:lnTo>
                    <a:pt x="5696" y="1525"/>
                  </a:lnTo>
                  <a:lnTo>
                    <a:pt x="5555" y="1304"/>
                  </a:lnTo>
                  <a:lnTo>
                    <a:pt x="5395" y="1104"/>
                  </a:lnTo>
                  <a:lnTo>
                    <a:pt x="5214" y="903"/>
                  </a:lnTo>
                  <a:lnTo>
                    <a:pt x="5014" y="743"/>
                  </a:lnTo>
                  <a:lnTo>
                    <a:pt x="4813" y="583"/>
                  </a:lnTo>
                  <a:lnTo>
                    <a:pt x="4593" y="422"/>
                  </a:lnTo>
                  <a:lnTo>
                    <a:pt x="4352" y="302"/>
                  </a:lnTo>
                  <a:lnTo>
                    <a:pt x="4091" y="201"/>
                  </a:lnTo>
                  <a:lnTo>
                    <a:pt x="3831" y="121"/>
                  </a:lnTo>
                  <a:lnTo>
                    <a:pt x="3570" y="61"/>
                  </a:lnTo>
                  <a:lnTo>
                    <a:pt x="3289" y="21"/>
                  </a:lnTo>
                  <a:lnTo>
                    <a:pt x="298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1" name="Google Shape;5441;p21"/>
            <p:cNvSpPr/>
            <p:nvPr/>
          </p:nvSpPr>
          <p:spPr>
            <a:xfrm>
              <a:off x="10355725" y="3329488"/>
              <a:ext cx="152925" cy="152950"/>
            </a:xfrm>
            <a:custGeom>
              <a:avLst/>
              <a:gdLst/>
              <a:ahLst/>
              <a:cxnLst/>
              <a:rect l="l" t="t" r="r" b="b"/>
              <a:pathLst>
                <a:path w="6117" h="6118" fill="none" extrusionOk="0">
                  <a:moveTo>
                    <a:pt x="5936" y="4092"/>
                  </a:moveTo>
                  <a:lnTo>
                    <a:pt x="5936" y="4092"/>
                  </a:lnTo>
                  <a:lnTo>
                    <a:pt x="5856" y="4293"/>
                  </a:lnTo>
                  <a:lnTo>
                    <a:pt x="5756" y="4493"/>
                  </a:lnTo>
                  <a:lnTo>
                    <a:pt x="5656" y="4674"/>
                  </a:lnTo>
                  <a:lnTo>
                    <a:pt x="5535" y="4854"/>
                  </a:lnTo>
                  <a:lnTo>
                    <a:pt x="5415" y="5015"/>
                  </a:lnTo>
                  <a:lnTo>
                    <a:pt x="5275" y="5175"/>
                  </a:lnTo>
                  <a:lnTo>
                    <a:pt x="5134" y="5335"/>
                  </a:lnTo>
                  <a:lnTo>
                    <a:pt x="4974" y="5476"/>
                  </a:lnTo>
                  <a:lnTo>
                    <a:pt x="4813" y="5596"/>
                  </a:lnTo>
                  <a:lnTo>
                    <a:pt x="4653" y="5716"/>
                  </a:lnTo>
                  <a:lnTo>
                    <a:pt x="4472" y="5817"/>
                  </a:lnTo>
                  <a:lnTo>
                    <a:pt x="4272" y="5897"/>
                  </a:lnTo>
                  <a:lnTo>
                    <a:pt x="4091" y="5977"/>
                  </a:lnTo>
                  <a:lnTo>
                    <a:pt x="3891" y="6037"/>
                  </a:lnTo>
                  <a:lnTo>
                    <a:pt x="3670" y="6077"/>
                  </a:lnTo>
                  <a:lnTo>
                    <a:pt x="3470" y="6098"/>
                  </a:lnTo>
                  <a:lnTo>
                    <a:pt x="3470" y="6098"/>
                  </a:lnTo>
                  <a:lnTo>
                    <a:pt x="3109" y="6118"/>
                  </a:lnTo>
                  <a:lnTo>
                    <a:pt x="2768" y="6098"/>
                  </a:lnTo>
                  <a:lnTo>
                    <a:pt x="2447" y="6057"/>
                  </a:lnTo>
                  <a:lnTo>
                    <a:pt x="2126" y="5977"/>
                  </a:lnTo>
                  <a:lnTo>
                    <a:pt x="1845" y="5857"/>
                  </a:lnTo>
                  <a:lnTo>
                    <a:pt x="1565" y="5716"/>
                  </a:lnTo>
                  <a:lnTo>
                    <a:pt x="1304" y="5576"/>
                  </a:lnTo>
                  <a:lnTo>
                    <a:pt x="1083" y="5396"/>
                  </a:lnTo>
                  <a:lnTo>
                    <a:pt x="863" y="5195"/>
                  </a:lnTo>
                  <a:lnTo>
                    <a:pt x="662" y="4974"/>
                  </a:lnTo>
                  <a:lnTo>
                    <a:pt x="502" y="4754"/>
                  </a:lnTo>
                  <a:lnTo>
                    <a:pt x="361" y="4513"/>
                  </a:lnTo>
                  <a:lnTo>
                    <a:pt x="241" y="4253"/>
                  </a:lnTo>
                  <a:lnTo>
                    <a:pt x="141" y="3992"/>
                  </a:lnTo>
                  <a:lnTo>
                    <a:pt x="60" y="3731"/>
                  </a:lnTo>
                  <a:lnTo>
                    <a:pt x="20" y="3470"/>
                  </a:lnTo>
                  <a:lnTo>
                    <a:pt x="20" y="3470"/>
                  </a:lnTo>
                  <a:lnTo>
                    <a:pt x="0" y="3150"/>
                  </a:lnTo>
                  <a:lnTo>
                    <a:pt x="20" y="2809"/>
                  </a:lnTo>
                  <a:lnTo>
                    <a:pt x="80" y="2488"/>
                  </a:lnTo>
                  <a:lnTo>
                    <a:pt x="161" y="2187"/>
                  </a:lnTo>
                  <a:lnTo>
                    <a:pt x="261" y="1886"/>
                  </a:lnTo>
                  <a:lnTo>
                    <a:pt x="401" y="1605"/>
                  </a:lnTo>
                  <a:lnTo>
                    <a:pt x="582" y="1325"/>
                  </a:lnTo>
                  <a:lnTo>
                    <a:pt x="762" y="1084"/>
                  </a:lnTo>
                  <a:lnTo>
                    <a:pt x="983" y="843"/>
                  </a:lnTo>
                  <a:lnTo>
                    <a:pt x="1224" y="643"/>
                  </a:lnTo>
                  <a:lnTo>
                    <a:pt x="1464" y="462"/>
                  </a:lnTo>
                  <a:lnTo>
                    <a:pt x="1745" y="302"/>
                  </a:lnTo>
                  <a:lnTo>
                    <a:pt x="2046" y="181"/>
                  </a:lnTo>
                  <a:lnTo>
                    <a:pt x="2347" y="81"/>
                  </a:lnTo>
                  <a:lnTo>
                    <a:pt x="2668" y="21"/>
                  </a:lnTo>
                  <a:lnTo>
                    <a:pt x="2988" y="1"/>
                  </a:lnTo>
                  <a:lnTo>
                    <a:pt x="2988" y="1"/>
                  </a:lnTo>
                  <a:lnTo>
                    <a:pt x="3289" y="21"/>
                  </a:lnTo>
                  <a:lnTo>
                    <a:pt x="3289" y="21"/>
                  </a:lnTo>
                  <a:lnTo>
                    <a:pt x="3570" y="61"/>
                  </a:lnTo>
                  <a:lnTo>
                    <a:pt x="3831" y="121"/>
                  </a:lnTo>
                  <a:lnTo>
                    <a:pt x="4091" y="201"/>
                  </a:lnTo>
                  <a:lnTo>
                    <a:pt x="4352" y="302"/>
                  </a:lnTo>
                  <a:lnTo>
                    <a:pt x="4593" y="422"/>
                  </a:lnTo>
                  <a:lnTo>
                    <a:pt x="4813" y="583"/>
                  </a:lnTo>
                  <a:lnTo>
                    <a:pt x="5014" y="743"/>
                  </a:lnTo>
                  <a:lnTo>
                    <a:pt x="5214" y="903"/>
                  </a:lnTo>
                  <a:lnTo>
                    <a:pt x="5395" y="1104"/>
                  </a:lnTo>
                  <a:lnTo>
                    <a:pt x="5555" y="1304"/>
                  </a:lnTo>
                  <a:lnTo>
                    <a:pt x="5696" y="1525"/>
                  </a:lnTo>
                  <a:lnTo>
                    <a:pt x="5816" y="1746"/>
                  </a:lnTo>
                  <a:lnTo>
                    <a:pt x="5916" y="1986"/>
                  </a:lnTo>
                  <a:lnTo>
                    <a:pt x="5997" y="2247"/>
                  </a:lnTo>
                  <a:lnTo>
                    <a:pt x="6057" y="2488"/>
                  </a:lnTo>
                  <a:lnTo>
                    <a:pt x="6097" y="2748"/>
                  </a:lnTo>
                  <a:lnTo>
                    <a:pt x="6097" y="2748"/>
                  </a:lnTo>
                  <a:lnTo>
                    <a:pt x="6117" y="3089"/>
                  </a:lnTo>
                  <a:lnTo>
                    <a:pt x="6097" y="3410"/>
                  </a:lnTo>
                  <a:lnTo>
                    <a:pt x="6037" y="3751"/>
                  </a:lnTo>
                  <a:lnTo>
                    <a:pt x="5936" y="4092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2" name="Google Shape;5442;p21"/>
            <p:cNvSpPr/>
            <p:nvPr/>
          </p:nvSpPr>
          <p:spPr>
            <a:xfrm>
              <a:off x="10355725" y="3329488"/>
              <a:ext cx="152925" cy="152950"/>
            </a:xfrm>
            <a:custGeom>
              <a:avLst/>
              <a:gdLst/>
              <a:ahLst/>
              <a:cxnLst/>
              <a:rect l="l" t="t" r="r" b="b"/>
              <a:pathLst>
                <a:path w="6117" h="6118" extrusionOk="0">
                  <a:moveTo>
                    <a:pt x="2988" y="1"/>
                  </a:moveTo>
                  <a:lnTo>
                    <a:pt x="2688" y="21"/>
                  </a:lnTo>
                  <a:lnTo>
                    <a:pt x="2387" y="81"/>
                  </a:lnTo>
                  <a:lnTo>
                    <a:pt x="2086" y="161"/>
                  </a:lnTo>
                  <a:lnTo>
                    <a:pt x="1825" y="262"/>
                  </a:lnTo>
                  <a:lnTo>
                    <a:pt x="1565" y="402"/>
                  </a:lnTo>
                  <a:lnTo>
                    <a:pt x="1304" y="562"/>
                  </a:lnTo>
                  <a:lnTo>
                    <a:pt x="1083" y="763"/>
                  </a:lnTo>
                  <a:lnTo>
                    <a:pt x="863" y="964"/>
                  </a:lnTo>
                  <a:lnTo>
                    <a:pt x="682" y="1184"/>
                  </a:lnTo>
                  <a:lnTo>
                    <a:pt x="502" y="1425"/>
                  </a:lnTo>
                  <a:lnTo>
                    <a:pt x="361" y="1686"/>
                  </a:lnTo>
                  <a:lnTo>
                    <a:pt x="241" y="1946"/>
                  </a:lnTo>
                  <a:lnTo>
                    <a:pt x="141" y="2247"/>
                  </a:lnTo>
                  <a:lnTo>
                    <a:pt x="60" y="2528"/>
                  </a:lnTo>
                  <a:lnTo>
                    <a:pt x="20" y="2829"/>
                  </a:lnTo>
                  <a:lnTo>
                    <a:pt x="0" y="3150"/>
                  </a:lnTo>
                  <a:lnTo>
                    <a:pt x="20" y="3470"/>
                  </a:lnTo>
                  <a:lnTo>
                    <a:pt x="60" y="3731"/>
                  </a:lnTo>
                  <a:lnTo>
                    <a:pt x="121" y="3972"/>
                  </a:lnTo>
                  <a:lnTo>
                    <a:pt x="221" y="4212"/>
                  </a:lnTo>
                  <a:lnTo>
                    <a:pt x="321" y="4453"/>
                  </a:lnTo>
                  <a:lnTo>
                    <a:pt x="462" y="4674"/>
                  </a:lnTo>
                  <a:lnTo>
                    <a:pt x="602" y="4894"/>
                  </a:lnTo>
                  <a:lnTo>
                    <a:pt x="782" y="5095"/>
                  </a:lnTo>
                  <a:lnTo>
                    <a:pt x="963" y="5295"/>
                  </a:lnTo>
                  <a:lnTo>
                    <a:pt x="1183" y="5476"/>
                  </a:lnTo>
                  <a:lnTo>
                    <a:pt x="1404" y="5636"/>
                  </a:lnTo>
                  <a:lnTo>
                    <a:pt x="1665" y="5777"/>
                  </a:lnTo>
                  <a:lnTo>
                    <a:pt x="1925" y="5897"/>
                  </a:lnTo>
                  <a:lnTo>
                    <a:pt x="2186" y="5997"/>
                  </a:lnTo>
                  <a:lnTo>
                    <a:pt x="2487" y="6057"/>
                  </a:lnTo>
                  <a:lnTo>
                    <a:pt x="2788" y="6118"/>
                  </a:lnTo>
                  <a:lnTo>
                    <a:pt x="3109" y="6118"/>
                  </a:lnTo>
                  <a:lnTo>
                    <a:pt x="3470" y="6098"/>
                  </a:lnTo>
                  <a:lnTo>
                    <a:pt x="3670" y="6077"/>
                  </a:lnTo>
                  <a:lnTo>
                    <a:pt x="3891" y="6037"/>
                  </a:lnTo>
                  <a:lnTo>
                    <a:pt x="4091" y="5977"/>
                  </a:lnTo>
                  <a:lnTo>
                    <a:pt x="4272" y="5897"/>
                  </a:lnTo>
                  <a:lnTo>
                    <a:pt x="4472" y="5817"/>
                  </a:lnTo>
                  <a:lnTo>
                    <a:pt x="4653" y="5716"/>
                  </a:lnTo>
                  <a:lnTo>
                    <a:pt x="4813" y="5596"/>
                  </a:lnTo>
                  <a:lnTo>
                    <a:pt x="4974" y="5476"/>
                  </a:lnTo>
                  <a:lnTo>
                    <a:pt x="5134" y="5335"/>
                  </a:lnTo>
                  <a:lnTo>
                    <a:pt x="5275" y="5175"/>
                  </a:lnTo>
                  <a:lnTo>
                    <a:pt x="5415" y="5015"/>
                  </a:lnTo>
                  <a:lnTo>
                    <a:pt x="5535" y="4854"/>
                  </a:lnTo>
                  <a:lnTo>
                    <a:pt x="5656" y="4674"/>
                  </a:lnTo>
                  <a:lnTo>
                    <a:pt x="5756" y="4493"/>
                  </a:lnTo>
                  <a:lnTo>
                    <a:pt x="5856" y="4293"/>
                  </a:lnTo>
                  <a:lnTo>
                    <a:pt x="5936" y="4092"/>
                  </a:lnTo>
                  <a:lnTo>
                    <a:pt x="6017" y="3831"/>
                  </a:lnTo>
                  <a:lnTo>
                    <a:pt x="6077" y="3571"/>
                  </a:lnTo>
                  <a:lnTo>
                    <a:pt x="6097" y="3310"/>
                  </a:lnTo>
                  <a:lnTo>
                    <a:pt x="6117" y="3049"/>
                  </a:lnTo>
                  <a:lnTo>
                    <a:pt x="6097" y="2748"/>
                  </a:lnTo>
                  <a:lnTo>
                    <a:pt x="6017" y="2949"/>
                  </a:lnTo>
                  <a:lnTo>
                    <a:pt x="5936" y="3150"/>
                  </a:lnTo>
                  <a:lnTo>
                    <a:pt x="5836" y="3330"/>
                  </a:lnTo>
                  <a:lnTo>
                    <a:pt x="5716" y="3510"/>
                  </a:lnTo>
                  <a:lnTo>
                    <a:pt x="5595" y="3671"/>
                  </a:lnTo>
                  <a:lnTo>
                    <a:pt x="5455" y="3831"/>
                  </a:lnTo>
                  <a:lnTo>
                    <a:pt x="5315" y="3992"/>
                  </a:lnTo>
                  <a:lnTo>
                    <a:pt x="5154" y="4112"/>
                  </a:lnTo>
                  <a:lnTo>
                    <a:pt x="4994" y="4232"/>
                  </a:lnTo>
                  <a:lnTo>
                    <a:pt x="4833" y="4353"/>
                  </a:lnTo>
                  <a:lnTo>
                    <a:pt x="4653" y="4453"/>
                  </a:lnTo>
                  <a:lnTo>
                    <a:pt x="4452" y="4533"/>
                  </a:lnTo>
                  <a:lnTo>
                    <a:pt x="4272" y="4593"/>
                  </a:lnTo>
                  <a:lnTo>
                    <a:pt x="4071" y="4634"/>
                  </a:lnTo>
                  <a:lnTo>
                    <a:pt x="3871" y="4654"/>
                  </a:lnTo>
                  <a:lnTo>
                    <a:pt x="3670" y="4674"/>
                  </a:lnTo>
                  <a:lnTo>
                    <a:pt x="3510" y="4674"/>
                  </a:lnTo>
                  <a:lnTo>
                    <a:pt x="3349" y="4654"/>
                  </a:lnTo>
                  <a:lnTo>
                    <a:pt x="3189" y="4613"/>
                  </a:lnTo>
                  <a:lnTo>
                    <a:pt x="3028" y="4573"/>
                  </a:lnTo>
                  <a:lnTo>
                    <a:pt x="2868" y="4513"/>
                  </a:lnTo>
                  <a:lnTo>
                    <a:pt x="2708" y="4453"/>
                  </a:lnTo>
                  <a:lnTo>
                    <a:pt x="2527" y="4353"/>
                  </a:lnTo>
                  <a:lnTo>
                    <a:pt x="2367" y="4253"/>
                  </a:lnTo>
                  <a:lnTo>
                    <a:pt x="2226" y="4152"/>
                  </a:lnTo>
                  <a:lnTo>
                    <a:pt x="2086" y="4032"/>
                  </a:lnTo>
                  <a:lnTo>
                    <a:pt x="1946" y="3892"/>
                  </a:lnTo>
                  <a:lnTo>
                    <a:pt x="1825" y="3751"/>
                  </a:lnTo>
                  <a:lnTo>
                    <a:pt x="1725" y="3611"/>
                  </a:lnTo>
                  <a:lnTo>
                    <a:pt x="1625" y="3450"/>
                  </a:lnTo>
                  <a:lnTo>
                    <a:pt x="1524" y="3270"/>
                  </a:lnTo>
                  <a:lnTo>
                    <a:pt x="1464" y="3109"/>
                  </a:lnTo>
                  <a:lnTo>
                    <a:pt x="1404" y="2929"/>
                  </a:lnTo>
                  <a:lnTo>
                    <a:pt x="1344" y="2748"/>
                  </a:lnTo>
                  <a:lnTo>
                    <a:pt x="1324" y="2568"/>
                  </a:lnTo>
                  <a:lnTo>
                    <a:pt x="1304" y="2387"/>
                  </a:lnTo>
                  <a:lnTo>
                    <a:pt x="1304" y="2187"/>
                  </a:lnTo>
                  <a:lnTo>
                    <a:pt x="1304" y="2006"/>
                  </a:lnTo>
                  <a:lnTo>
                    <a:pt x="1344" y="1826"/>
                  </a:lnTo>
                  <a:lnTo>
                    <a:pt x="1384" y="1645"/>
                  </a:lnTo>
                  <a:lnTo>
                    <a:pt x="1484" y="1345"/>
                  </a:lnTo>
                  <a:lnTo>
                    <a:pt x="1625" y="1084"/>
                  </a:lnTo>
                  <a:lnTo>
                    <a:pt x="1805" y="843"/>
                  </a:lnTo>
                  <a:lnTo>
                    <a:pt x="1986" y="643"/>
                  </a:lnTo>
                  <a:lnTo>
                    <a:pt x="2226" y="442"/>
                  </a:lnTo>
                  <a:lnTo>
                    <a:pt x="2467" y="282"/>
                  </a:lnTo>
                  <a:lnTo>
                    <a:pt x="2708" y="141"/>
                  </a:lnTo>
                  <a:lnTo>
                    <a:pt x="2988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3" name="Google Shape;5443;p21"/>
            <p:cNvSpPr/>
            <p:nvPr/>
          </p:nvSpPr>
          <p:spPr>
            <a:xfrm>
              <a:off x="10355725" y="3329488"/>
              <a:ext cx="152925" cy="152950"/>
            </a:xfrm>
            <a:custGeom>
              <a:avLst/>
              <a:gdLst/>
              <a:ahLst/>
              <a:cxnLst/>
              <a:rect l="l" t="t" r="r" b="b"/>
              <a:pathLst>
                <a:path w="6117" h="6118" fill="none" extrusionOk="0">
                  <a:moveTo>
                    <a:pt x="2988" y="1"/>
                  </a:moveTo>
                  <a:lnTo>
                    <a:pt x="2988" y="1"/>
                  </a:lnTo>
                  <a:lnTo>
                    <a:pt x="2688" y="21"/>
                  </a:lnTo>
                  <a:lnTo>
                    <a:pt x="2387" y="81"/>
                  </a:lnTo>
                  <a:lnTo>
                    <a:pt x="2086" y="161"/>
                  </a:lnTo>
                  <a:lnTo>
                    <a:pt x="1825" y="262"/>
                  </a:lnTo>
                  <a:lnTo>
                    <a:pt x="1565" y="402"/>
                  </a:lnTo>
                  <a:lnTo>
                    <a:pt x="1304" y="562"/>
                  </a:lnTo>
                  <a:lnTo>
                    <a:pt x="1083" y="763"/>
                  </a:lnTo>
                  <a:lnTo>
                    <a:pt x="863" y="964"/>
                  </a:lnTo>
                  <a:lnTo>
                    <a:pt x="682" y="1184"/>
                  </a:lnTo>
                  <a:lnTo>
                    <a:pt x="502" y="1425"/>
                  </a:lnTo>
                  <a:lnTo>
                    <a:pt x="361" y="1686"/>
                  </a:lnTo>
                  <a:lnTo>
                    <a:pt x="241" y="1946"/>
                  </a:lnTo>
                  <a:lnTo>
                    <a:pt x="141" y="2247"/>
                  </a:lnTo>
                  <a:lnTo>
                    <a:pt x="60" y="2528"/>
                  </a:lnTo>
                  <a:lnTo>
                    <a:pt x="20" y="2829"/>
                  </a:lnTo>
                  <a:lnTo>
                    <a:pt x="0" y="3150"/>
                  </a:lnTo>
                  <a:lnTo>
                    <a:pt x="0" y="3150"/>
                  </a:lnTo>
                  <a:lnTo>
                    <a:pt x="20" y="3470"/>
                  </a:lnTo>
                  <a:lnTo>
                    <a:pt x="20" y="3470"/>
                  </a:lnTo>
                  <a:lnTo>
                    <a:pt x="60" y="3731"/>
                  </a:lnTo>
                  <a:lnTo>
                    <a:pt x="121" y="3972"/>
                  </a:lnTo>
                  <a:lnTo>
                    <a:pt x="221" y="4212"/>
                  </a:lnTo>
                  <a:lnTo>
                    <a:pt x="321" y="4453"/>
                  </a:lnTo>
                  <a:lnTo>
                    <a:pt x="462" y="4674"/>
                  </a:lnTo>
                  <a:lnTo>
                    <a:pt x="602" y="4894"/>
                  </a:lnTo>
                  <a:lnTo>
                    <a:pt x="782" y="5095"/>
                  </a:lnTo>
                  <a:lnTo>
                    <a:pt x="963" y="5295"/>
                  </a:lnTo>
                  <a:lnTo>
                    <a:pt x="1183" y="5476"/>
                  </a:lnTo>
                  <a:lnTo>
                    <a:pt x="1404" y="5636"/>
                  </a:lnTo>
                  <a:lnTo>
                    <a:pt x="1665" y="5777"/>
                  </a:lnTo>
                  <a:lnTo>
                    <a:pt x="1925" y="5897"/>
                  </a:lnTo>
                  <a:lnTo>
                    <a:pt x="2186" y="5997"/>
                  </a:lnTo>
                  <a:lnTo>
                    <a:pt x="2487" y="6057"/>
                  </a:lnTo>
                  <a:lnTo>
                    <a:pt x="2788" y="6118"/>
                  </a:lnTo>
                  <a:lnTo>
                    <a:pt x="3109" y="6118"/>
                  </a:lnTo>
                  <a:lnTo>
                    <a:pt x="3109" y="6118"/>
                  </a:lnTo>
                  <a:lnTo>
                    <a:pt x="3470" y="6098"/>
                  </a:lnTo>
                  <a:lnTo>
                    <a:pt x="3470" y="6098"/>
                  </a:lnTo>
                  <a:lnTo>
                    <a:pt x="3670" y="6077"/>
                  </a:lnTo>
                  <a:lnTo>
                    <a:pt x="3891" y="6037"/>
                  </a:lnTo>
                  <a:lnTo>
                    <a:pt x="4091" y="5977"/>
                  </a:lnTo>
                  <a:lnTo>
                    <a:pt x="4272" y="5897"/>
                  </a:lnTo>
                  <a:lnTo>
                    <a:pt x="4472" y="5817"/>
                  </a:lnTo>
                  <a:lnTo>
                    <a:pt x="4653" y="5716"/>
                  </a:lnTo>
                  <a:lnTo>
                    <a:pt x="4813" y="5596"/>
                  </a:lnTo>
                  <a:lnTo>
                    <a:pt x="4974" y="5476"/>
                  </a:lnTo>
                  <a:lnTo>
                    <a:pt x="5134" y="5335"/>
                  </a:lnTo>
                  <a:lnTo>
                    <a:pt x="5275" y="5175"/>
                  </a:lnTo>
                  <a:lnTo>
                    <a:pt x="5415" y="5015"/>
                  </a:lnTo>
                  <a:lnTo>
                    <a:pt x="5535" y="4854"/>
                  </a:lnTo>
                  <a:lnTo>
                    <a:pt x="5656" y="4674"/>
                  </a:lnTo>
                  <a:lnTo>
                    <a:pt x="5756" y="4493"/>
                  </a:lnTo>
                  <a:lnTo>
                    <a:pt x="5856" y="4293"/>
                  </a:lnTo>
                  <a:lnTo>
                    <a:pt x="5936" y="4092"/>
                  </a:lnTo>
                  <a:lnTo>
                    <a:pt x="5936" y="4092"/>
                  </a:lnTo>
                  <a:lnTo>
                    <a:pt x="6017" y="3831"/>
                  </a:lnTo>
                  <a:lnTo>
                    <a:pt x="6077" y="3571"/>
                  </a:lnTo>
                  <a:lnTo>
                    <a:pt x="6097" y="3310"/>
                  </a:lnTo>
                  <a:lnTo>
                    <a:pt x="6117" y="3049"/>
                  </a:lnTo>
                  <a:lnTo>
                    <a:pt x="6117" y="3049"/>
                  </a:lnTo>
                  <a:lnTo>
                    <a:pt x="6097" y="2748"/>
                  </a:lnTo>
                  <a:lnTo>
                    <a:pt x="6097" y="2748"/>
                  </a:lnTo>
                  <a:lnTo>
                    <a:pt x="6097" y="2748"/>
                  </a:lnTo>
                  <a:lnTo>
                    <a:pt x="6017" y="2949"/>
                  </a:lnTo>
                  <a:lnTo>
                    <a:pt x="5936" y="3150"/>
                  </a:lnTo>
                  <a:lnTo>
                    <a:pt x="5836" y="3330"/>
                  </a:lnTo>
                  <a:lnTo>
                    <a:pt x="5716" y="3510"/>
                  </a:lnTo>
                  <a:lnTo>
                    <a:pt x="5595" y="3671"/>
                  </a:lnTo>
                  <a:lnTo>
                    <a:pt x="5455" y="3831"/>
                  </a:lnTo>
                  <a:lnTo>
                    <a:pt x="5315" y="3992"/>
                  </a:lnTo>
                  <a:lnTo>
                    <a:pt x="5154" y="4112"/>
                  </a:lnTo>
                  <a:lnTo>
                    <a:pt x="4994" y="4232"/>
                  </a:lnTo>
                  <a:lnTo>
                    <a:pt x="4833" y="4353"/>
                  </a:lnTo>
                  <a:lnTo>
                    <a:pt x="4653" y="4453"/>
                  </a:lnTo>
                  <a:lnTo>
                    <a:pt x="4452" y="4533"/>
                  </a:lnTo>
                  <a:lnTo>
                    <a:pt x="4272" y="4593"/>
                  </a:lnTo>
                  <a:lnTo>
                    <a:pt x="4071" y="4634"/>
                  </a:lnTo>
                  <a:lnTo>
                    <a:pt x="3871" y="4654"/>
                  </a:lnTo>
                  <a:lnTo>
                    <a:pt x="3670" y="4674"/>
                  </a:lnTo>
                  <a:lnTo>
                    <a:pt x="3670" y="4674"/>
                  </a:lnTo>
                  <a:lnTo>
                    <a:pt x="3510" y="4674"/>
                  </a:lnTo>
                  <a:lnTo>
                    <a:pt x="3349" y="4654"/>
                  </a:lnTo>
                  <a:lnTo>
                    <a:pt x="3189" y="4613"/>
                  </a:lnTo>
                  <a:lnTo>
                    <a:pt x="3028" y="4573"/>
                  </a:lnTo>
                  <a:lnTo>
                    <a:pt x="2868" y="4513"/>
                  </a:lnTo>
                  <a:lnTo>
                    <a:pt x="2708" y="4453"/>
                  </a:lnTo>
                  <a:lnTo>
                    <a:pt x="2527" y="4353"/>
                  </a:lnTo>
                  <a:lnTo>
                    <a:pt x="2367" y="4253"/>
                  </a:lnTo>
                  <a:lnTo>
                    <a:pt x="2367" y="4253"/>
                  </a:lnTo>
                  <a:lnTo>
                    <a:pt x="2226" y="4152"/>
                  </a:lnTo>
                  <a:lnTo>
                    <a:pt x="2086" y="4032"/>
                  </a:lnTo>
                  <a:lnTo>
                    <a:pt x="1946" y="3892"/>
                  </a:lnTo>
                  <a:lnTo>
                    <a:pt x="1825" y="3751"/>
                  </a:lnTo>
                  <a:lnTo>
                    <a:pt x="1725" y="3611"/>
                  </a:lnTo>
                  <a:lnTo>
                    <a:pt x="1625" y="3450"/>
                  </a:lnTo>
                  <a:lnTo>
                    <a:pt x="1524" y="3270"/>
                  </a:lnTo>
                  <a:lnTo>
                    <a:pt x="1464" y="3109"/>
                  </a:lnTo>
                  <a:lnTo>
                    <a:pt x="1404" y="2929"/>
                  </a:lnTo>
                  <a:lnTo>
                    <a:pt x="1344" y="2748"/>
                  </a:lnTo>
                  <a:lnTo>
                    <a:pt x="1324" y="2568"/>
                  </a:lnTo>
                  <a:lnTo>
                    <a:pt x="1304" y="2387"/>
                  </a:lnTo>
                  <a:lnTo>
                    <a:pt x="1304" y="2187"/>
                  </a:lnTo>
                  <a:lnTo>
                    <a:pt x="1304" y="2006"/>
                  </a:lnTo>
                  <a:lnTo>
                    <a:pt x="1344" y="1826"/>
                  </a:lnTo>
                  <a:lnTo>
                    <a:pt x="1384" y="1645"/>
                  </a:lnTo>
                  <a:lnTo>
                    <a:pt x="1384" y="1645"/>
                  </a:lnTo>
                  <a:lnTo>
                    <a:pt x="1484" y="1345"/>
                  </a:lnTo>
                  <a:lnTo>
                    <a:pt x="1625" y="1084"/>
                  </a:lnTo>
                  <a:lnTo>
                    <a:pt x="1805" y="843"/>
                  </a:lnTo>
                  <a:lnTo>
                    <a:pt x="1986" y="643"/>
                  </a:lnTo>
                  <a:lnTo>
                    <a:pt x="2226" y="442"/>
                  </a:lnTo>
                  <a:lnTo>
                    <a:pt x="2467" y="282"/>
                  </a:lnTo>
                  <a:lnTo>
                    <a:pt x="2708" y="141"/>
                  </a:lnTo>
                  <a:lnTo>
                    <a:pt x="2988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4" name="Google Shape;5444;p21"/>
            <p:cNvSpPr/>
            <p:nvPr/>
          </p:nvSpPr>
          <p:spPr>
            <a:xfrm>
              <a:off x="10460000" y="3355563"/>
              <a:ext cx="18575" cy="19075"/>
            </a:xfrm>
            <a:custGeom>
              <a:avLst/>
              <a:gdLst/>
              <a:ahLst/>
              <a:cxnLst/>
              <a:rect l="l" t="t" r="r" b="b"/>
              <a:pathLst>
                <a:path w="743" h="763" extrusionOk="0">
                  <a:moveTo>
                    <a:pt x="382" y="1"/>
                  </a:moveTo>
                  <a:lnTo>
                    <a:pt x="281" y="21"/>
                  </a:lnTo>
                  <a:lnTo>
                    <a:pt x="221" y="41"/>
                  </a:lnTo>
                  <a:lnTo>
                    <a:pt x="161" y="81"/>
                  </a:lnTo>
                  <a:lnTo>
                    <a:pt x="101" y="121"/>
                  </a:lnTo>
                  <a:lnTo>
                    <a:pt x="61" y="181"/>
                  </a:lnTo>
                  <a:lnTo>
                    <a:pt x="21" y="241"/>
                  </a:lnTo>
                  <a:lnTo>
                    <a:pt x="1" y="382"/>
                  </a:lnTo>
                  <a:lnTo>
                    <a:pt x="21" y="522"/>
                  </a:lnTo>
                  <a:lnTo>
                    <a:pt x="61" y="582"/>
                  </a:lnTo>
                  <a:lnTo>
                    <a:pt x="101" y="643"/>
                  </a:lnTo>
                  <a:lnTo>
                    <a:pt x="161" y="703"/>
                  </a:lnTo>
                  <a:lnTo>
                    <a:pt x="221" y="743"/>
                  </a:lnTo>
                  <a:lnTo>
                    <a:pt x="281" y="763"/>
                  </a:lnTo>
                  <a:lnTo>
                    <a:pt x="462" y="763"/>
                  </a:lnTo>
                  <a:lnTo>
                    <a:pt x="542" y="743"/>
                  </a:lnTo>
                  <a:lnTo>
                    <a:pt x="602" y="703"/>
                  </a:lnTo>
                  <a:lnTo>
                    <a:pt x="662" y="643"/>
                  </a:lnTo>
                  <a:lnTo>
                    <a:pt x="702" y="582"/>
                  </a:lnTo>
                  <a:lnTo>
                    <a:pt x="723" y="522"/>
                  </a:lnTo>
                  <a:lnTo>
                    <a:pt x="743" y="382"/>
                  </a:lnTo>
                  <a:lnTo>
                    <a:pt x="723" y="241"/>
                  </a:lnTo>
                  <a:lnTo>
                    <a:pt x="702" y="181"/>
                  </a:lnTo>
                  <a:lnTo>
                    <a:pt x="662" y="121"/>
                  </a:lnTo>
                  <a:lnTo>
                    <a:pt x="602" y="81"/>
                  </a:lnTo>
                  <a:lnTo>
                    <a:pt x="542" y="41"/>
                  </a:lnTo>
                  <a:lnTo>
                    <a:pt x="462" y="21"/>
                  </a:lnTo>
                  <a:lnTo>
                    <a:pt x="38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5" name="Google Shape;5445;p21"/>
            <p:cNvSpPr/>
            <p:nvPr/>
          </p:nvSpPr>
          <p:spPr>
            <a:xfrm>
              <a:off x="10614425" y="3376638"/>
              <a:ext cx="130375" cy="59175"/>
            </a:xfrm>
            <a:custGeom>
              <a:avLst/>
              <a:gdLst/>
              <a:ahLst/>
              <a:cxnLst/>
              <a:rect l="l" t="t" r="r" b="b"/>
              <a:pathLst>
                <a:path w="5215" h="2367" extrusionOk="0">
                  <a:moveTo>
                    <a:pt x="1083" y="0"/>
                  </a:moveTo>
                  <a:lnTo>
                    <a:pt x="963" y="20"/>
                  </a:lnTo>
                  <a:lnTo>
                    <a:pt x="742" y="80"/>
                  </a:lnTo>
                  <a:lnTo>
                    <a:pt x="542" y="201"/>
                  </a:lnTo>
                  <a:lnTo>
                    <a:pt x="361" y="341"/>
                  </a:lnTo>
                  <a:lnTo>
                    <a:pt x="221" y="521"/>
                  </a:lnTo>
                  <a:lnTo>
                    <a:pt x="101" y="722"/>
                  </a:lnTo>
                  <a:lnTo>
                    <a:pt x="40" y="943"/>
                  </a:lnTo>
                  <a:lnTo>
                    <a:pt x="20" y="1063"/>
                  </a:lnTo>
                  <a:lnTo>
                    <a:pt x="0" y="1183"/>
                  </a:lnTo>
                  <a:lnTo>
                    <a:pt x="20" y="1304"/>
                  </a:lnTo>
                  <a:lnTo>
                    <a:pt x="40" y="1424"/>
                  </a:lnTo>
                  <a:lnTo>
                    <a:pt x="101" y="1645"/>
                  </a:lnTo>
                  <a:lnTo>
                    <a:pt x="201" y="1845"/>
                  </a:lnTo>
                  <a:lnTo>
                    <a:pt x="361" y="2026"/>
                  </a:lnTo>
                  <a:lnTo>
                    <a:pt x="522" y="2166"/>
                  </a:lnTo>
                  <a:lnTo>
                    <a:pt x="742" y="2286"/>
                  </a:lnTo>
                  <a:lnTo>
                    <a:pt x="963" y="2346"/>
                  </a:lnTo>
                  <a:lnTo>
                    <a:pt x="1083" y="2367"/>
                  </a:lnTo>
                  <a:lnTo>
                    <a:pt x="4152" y="2367"/>
                  </a:lnTo>
                  <a:lnTo>
                    <a:pt x="4272" y="2346"/>
                  </a:lnTo>
                  <a:lnTo>
                    <a:pt x="4493" y="2286"/>
                  </a:lnTo>
                  <a:lnTo>
                    <a:pt x="4693" y="2166"/>
                  </a:lnTo>
                  <a:lnTo>
                    <a:pt x="4874" y="2026"/>
                  </a:lnTo>
                  <a:lnTo>
                    <a:pt x="4974" y="1885"/>
                  </a:lnTo>
                  <a:lnTo>
                    <a:pt x="5074" y="1745"/>
                  </a:lnTo>
                  <a:lnTo>
                    <a:pt x="5134" y="1584"/>
                  </a:lnTo>
                  <a:lnTo>
                    <a:pt x="5194" y="1424"/>
                  </a:lnTo>
                  <a:lnTo>
                    <a:pt x="5215" y="1304"/>
                  </a:lnTo>
                  <a:lnTo>
                    <a:pt x="5215" y="1183"/>
                  </a:lnTo>
                  <a:lnTo>
                    <a:pt x="5215" y="1063"/>
                  </a:lnTo>
                  <a:lnTo>
                    <a:pt x="5194" y="943"/>
                  </a:lnTo>
                  <a:lnTo>
                    <a:pt x="5114" y="722"/>
                  </a:lnTo>
                  <a:lnTo>
                    <a:pt x="5014" y="521"/>
                  </a:lnTo>
                  <a:lnTo>
                    <a:pt x="4874" y="341"/>
                  </a:lnTo>
                  <a:lnTo>
                    <a:pt x="4693" y="201"/>
                  </a:lnTo>
                  <a:lnTo>
                    <a:pt x="4493" y="80"/>
                  </a:lnTo>
                  <a:lnTo>
                    <a:pt x="4272" y="20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6" name="Google Shape;5446;p21"/>
            <p:cNvSpPr/>
            <p:nvPr/>
          </p:nvSpPr>
          <p:spPr>
            <a:xfrm>
              <a:off x="10614425" y="3376638"/>
              <a:ext cx="130375" cy="59175"/>
            </a:xfrm>
            <a:custGeom>
              <a:avLst/>
              <a:gdLst/>
              <a:ahLst/>
              <a:cxnLst/>
              <a:rect l="l" t="t" r="r" b="b"/>
              <a:pathLst>
                <a:path w="5215" h="2367" fill="none" extrusionOk="0">
                  <a:moveTo>
                    <a:pt x="5215" y="1183"/>
                  </a:moveTo>
                  <a:lnTo>
                    <a:pt x="5215" y="1183"/>
                  </a:lnTo>
                  <a:lnTo>
                    <a:pt x="5215" y="1304"/>
                  </a:lnTo>
                  <a:lnTo>
                    <a:pt x="5194" y="1424"/>
                  </a:lnTo>
                  <a:lnTo>
                    <a:pt x="5194" y="1424"/>
                  </a:lnTo>
                  <a:lnTo>
                    <a:pt x="5134" y="1584"/>
                  </a:lnTo>
                  <a:lnTo>
                    <a:pt x="5074" y="1745"/>
                  </a:lnTo>
                  <a:lnTo>
                    <a:pt x="4974" y="1885"/>
                  </a:lnTo>
                  <a:lnTo>
                    <a:pt x="4874" y="2026"/>
                  </a:lnTo>
                  <a:lnTo>
                    <a:pt x="4874" y="2026"/>
                  </a:lnTo>
                  <a:lnTo>
                    <a:pt x="4693" y="2166"/>
                  </a:lnTo>
                  <a:lnTo>
                    <a:pt x="4493" y="2286"/>
                  </a:lnTo>
                  <a:lnTo>
                    <a:pt x="4272" y="2346"/>
                  </a:lnTo>
                  <a:lnTo>
                    <a:pt x="4152" y="2367"/>
                  </a:lnTo>
                  <a:lnTo>
                    <a:pt x="4031" y="2367"/>
                  </a:lnTo>
                  <a:lnTo>
                    <a:pt x="1204" y="2367"/>
                  </a:lnTo>
                  <a:lnTo>
                    <a:pt x="1204" y="2367"/>
                  </a:lnTo>
                  <a:lnTo>
                    <a:pt x="1083" y="2367"/>
                  </a:lnTo>
                  <a:lnTo>
                    <a:pt x="963" y="2346"/>
                  </a:lnTo>
                  <a:lnTo>
                    <a:pt x="742" y="2286"/>
                  </a:lnTo>
                  <a:lnTo>
                    <a:pt x="522" y="2166"/>
                  </a:lnTo>
                  <a:lnTo>
                    <a:pt x="361" y="2026"/>
                  </a:lnTo>
                  <a:lnTo>
                    <a:pt x="201" y="1845"/>
                  </a:lnTo>
                  <a:lnTo>
                    <a:pt x="101" y="1645"/>
                  </a:lnTo>
                  <a:lnTo>
                    <a:pt x="40" y="1424"/>
                  </a:lnTo>
                  <a:lnTo>
                    <a:pt x="20" y="1304"/>
                  </a:lnTo>
                  <a:lnTo>
                    <a:pt x="0" y="1183"/>
                  </a:lnTo>
                  <a:lnTo>
                    <a:pt x="0" y="1183"/>
                  </a:lnTo>
                  <a:lnTo>
                    <a:pt x="20" y="1063"/>
                  </a:lnTo>
                  <a:lnTo>
                    <a:pt x="40" y="943"/>
                  </a:lnTo>
                  <a:lnTo>
                    <a:pt x="101" y="722"/>
                  </a:lnTo>
                  <a:lnTo>
                    <a:pt x="221" y="521"/>
                  </a:lnTo>
                  <a:lnTo>
                    <a:pt x="361" y="341"/>
                  </a:lnTo>
                  <a:lnTo>
                    <a:pt x="361" y="341"/>
                  </a:lnTo>
                  <a:lnTo>
                    <a:pt x="542" y="201"/>
                  </a:lnTo>
                  <a:lnTo>
                    <a:pt x="742" y="80"/>
                  </a:lnTo>
                  <a:lnTo>
                    <a:pt x="963" y="20"/>
                  </a:lnTo>
                  <a:lnTo>
                    <a:pt x="1083" y="0"/>
                  </a:lnTo>
                  <a:lnTo>
                    <a:pt x="1204" y="0"/>
                  </a:lnTo>
                  <a:lnTo>
                    <a:pt x="4031" y="0"/>
                  </a:lnTo>
                  <a:lnTo>
                    <a:pt x="4031" y="0"/>
                  </a:lnTo>
                  <a:lnTo>
                    <a:pt x="4152" y="0"/>
                  </a:lnTo>
                  <a:lnTo>
                    <a:pt x="4272" y="20"/>
                  </a:lnTo>
                  <a:lnTo>
                    <a:pt x="4493" y="80"/>
                  </a:lnTo>
                  <a:lnTo>
                    <a:pt x="4693" y="201"/>
                  </a:lnTo>
                  <a:lnTo>
                    <a:pt x="4874" y="341"/>
                  </a:lnTo>
                  <a:lnTo>
                    <a:pt x="5014" y="521"/>
                  </a:lnTo>
                  <a:lnTo>
                    <a:pt x="5114" y="722"/>
                  </a:lnTo>
                  <a:lnTo>
                    <a:pt x="5194" y="943"/>
                  </a:lnTo>
                  <a:lnTo>
                    <a:pt x="5215" y="1063"/>
                  </a:lnTo>
                  <a:lnTo>
                    <a:pt x="5215" y="118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7" name="Google Shape;5447;p21"/>
            <p:cNvSpPr/>
            <p:nvPr/>
          </p:nvSpPr>
          <p:spPr>
            <a:xfrm>
              <a:off x="10614425" y="3376638"/>
              <a:ext cx="129875" cy="59175"/>
            </a:xfrm>
            <a:custGeom>
              <a:avLst/>
              <a:gdLst/>
              <a:ahLst/>
              <a:cxnLst/>
              <a:rect l="l" t="t" r="r" b="b"/>
              <a:pathLst>
                <a:path w="5195" h="2367" extrusionOk="0">
                  <a:moveTo>
                    <a:pt x="1083" y="0"/>
                  </a:moveTo>
                  <a:lnTo>
                    <a:pt x="963" y="20"/>
                  </a:lnTo>
                  <a:lnTo>
                    <a:pt x="742" y="80"/>
                  </a:lnTo>
                  <a:lnTo>
                    <a:pt x="542" y="201"/>
                  </a:lnTo>
                  <a:lnTo>
                    <a:pt x="361" y="341"/>
                  </a:lnTo>
                  <a:lnTo>
                    <a:pt x="221" y="521"/>
                  </a:lnTo>
                  <a:lnTo>
                    <a:pt x="101" y="722"/>
                  </a:lnTo>
                  <a:lnTo>
                    <a:pt x="40" y="943"/>
                  </a:lnTo>
                  <a:lnTo>
                    <a:pt x="20" y="1063"/>
                  </a:lnTo>
                  <a:lnTo>
                    <a:pt x="0" y="1183"/>
                  </a:lnTo>
                  <a:lnTo>
                    <a:pt x="20" y="1304"/>
                  </a:lnTo>
                  <a:lnTo>
                    <a:pt x="40" y="1424"/>
                  </a:lnTo>
                  <a:lnTo>
                    <a:pt x="101" y="1645"/>
                  </a:lnTo>
                  <a:lnTo>
                    <a:pt x="201" y="1845"/>
                  </a:lnTo>
                  <a:lnTo>
                    <a:pt x="361" y="2026"/>
                  </a:lnTo>
                  <a:lnTo>
                    <a:pt x="522" y="2166"/>
                  </a:lnTo>
                  <a:lnTo>
                    <a:pt x="742" y="2286"/>
                  </a:lnTo>
                  <a:lnTo>
                    <a:pt x="963" y="2346"/>
                  </a:lnTo>
                  <a:lnTo>
                    <a:pt x="1083" y="2367"/>
                  </a:lnTo>
                  <a:lnTo>
                    <a:pt x="4152" y="2367"/>
                  </a:lnTo>
                  <a:lnTo>
                    <a:pt x="4272" y="2346"/>
                  </a:lnTo>
                  <a:lnTo>
                    <a:pt x="4493" y="2286"/>
                  </a:lnTo>
                  <a:lnTo>
                    <a:pt x="4693" y="2166"/>
                  </a:lnTo>
                  <a:lnTo>
                    <a:pt x="4874" y="2026"/>
                  </a:lnTo>
                  <a:lnTo>
                    <a:pt x="4974" y="1885"/>
                  </a:lnTo>
                  <a:lnTo>
                    <a:pt x="5074" y="1745"/>
                  </a:lnTo>
                  <a:lnTo>
                    <a:pt x="5134" y="1584"/>
                  </a:lnTo>
                  <a:lnTo>
                    <a:pt x="5194" y="1424"/>
                  </a:lnTo>
                  <a:lnTo>
                    <a:pt x="4813" y="1524"/>
                  </a:lnTo>
                  <a:lnTo>
                    <a:pt x="4432" y="1604"/>
                  </a:lnTo>
                  <a:lnTo>
                    <a:pt x="4051" y="1645"/>
                  </a:lnTo>
                  <a:lnTo>
                    <a:pt x="3650" y="1665"/>
                  </a:lnTo>
                  <a:lnTo>
                    <a:pt x="3149" y="1645"/>
                  </a:lnTo>
                  <a:lnTo>
                    <a:pt x="2848" y="1624"/>
                  </a:lnTo>
                  <a:lnTo>
                    <a:pt x="2507" y="1604"/>
                  </a:lnTo>
                  <a:lnTo>
                    <a:pt x="2327" y="1564"/>
                  </a:lnTo>
                  <a:lnTo>
                    <a:pt x="2166" y="1544"/>
                  </a:lnTo>
                  <a:lnTo>
                    <a:pt x="2006" y="1484"/>
                  </a:lnTo>
                  <a:lnTo>
                    <a:pt x="1865" y="1424"/>
                  </a:lnTo>
                  <a:lnTo>
                    <a:pt x="1725" y="1344"/>
                  </a:lnTo>
                  <a:lnTo>
                    <a:pt x="1585" y="1243"/>
                  </a:lnTo>
                  <a:lnTo>
                    <a:pt x="1484" y="1143"/>
                  </a:lnTo>
                  <a:lnTo>
                    <a:pt x="1384" y="1063"/>
                  </a:lnTo>
                  <a:lnTo>
                    <a:pt x="1324" y="963"/>
                  </a:lnTo>
                  <a:lnTo>
                    <a:pt x="1284" y="862"/>
                  </a:lnTo>
                  <a:lnTo>
                    <a:pt x="1244" y="762"/>
                  </a:lnTo>
                  <a:lnTo>
                    <a:pt x="1224" y="682"/>
                  </a:lnTo>
                  <a:lnTo>
                    <a:pt x="1224" y="582"/>
                  </a:lnTo>
                  <a:lnTo>
                    <a:pt x="1244" y="501"/>
                  </a:lnTo>
                  <a:lnTo>
                    <a:pt x="1284" y="321"/>
                  </a:lnTo>
                  <a:lnTo>
                    <a:pt x="1384" y="140"/>
                  </a:lnTo>
                  <a:lnTo>
                    <a:pt x="1525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8" name="Google Shape;5448;p21"/>
            <p:cNvSpPr/>
            <p:nvPr/>
          </p:nvSpPr>
          <p:spPr>
            <a:xfrm>
              <a:off x="10614425" y="3376638"/>
              <a:ext cx="129875" cy="59175"/>
            </a:xfrm>
            <a:custGeom>
              <a:avLst/>
              <a:gdLst/>
              <a:ahLst/>
              <a:cxnLst/>
              <a:rect l="l" t="t" r="r" b="b"/>
              <a:pathLst>
                <a:path w="5195" h="2367" fill="none" extrusionOk="0">
                  <a:moveTo>
                    <a:pt x="1525" y="0"/>
                  </a:moveTo>
                  <a:lnTo>
                    <a:pt x="1204" y="0"/>
                  </a:lnTo>
                  <a:lnTo>
                    <a:pt x="1204" y="0"/>
                  </a:lnTo>
                  <a:lnTo>
                    <a:pt x="1083" y="0"/>
                  </a:lnTo>
                  <a:lnTo>
                    <a:pt x="963" y="20"/>
                  </a:lnTo>
                  <a:lnTo>
                    <a:pt x="742" y="80"/>
                  </a:lnTo>
                  <a:lnTo>
                    <a:pt x="542" y="201"/>
                  </a:lnTo>
                  <a:lnTo>
                    <a:pt x="361" y="341"/>
                  </a:lnTo>
                  <a:lnTo>
                    <a:pt x="361" y="341"/>
                  </a:lnTo>
                  <a:lnTo>
                    <a:pt x="221" y="521"/>
                  </a:lnTo>
                  <a:lnTo>
                    <a:pt x="101" y="722"/>
                  </a:lnTo>
                  <a:lnTo>
                    <a:pt x="40" y="943"/>
                  </a:lnTo>
                  <a:lnTo>
                    <a:pt x="20" y="1063"/>
                  </a:lnTo>
                  <a:lnTo>
                    <a:pt x="0" y="1183"/>
                  </a:lnTo>
                  <a:lnTo>
                    <a:pt x="0" y="1183"/>
                  </a:lnTo>
                  <a:lnTo>
                    <a:pt x="20" y="1304"/>
                  </a:lnTo>
                  <a:lnTo>
                    <a:pt x="40" y="1424"/>
                  </a:lnTo>
                  <a:lnTo>
                    <a:pt x="101" y="1645"/>
                  </a:lnTo>
                  <a:lnTo>
                    <a:pt x="201" y="1845"/>
                  </a:lnTo>
                  <a:lnTo>
                    <a:pt x="361" y="2026"/>
                  </a:lnTo>
                  <a:lnTo>
                    <a:pt x="522" y="2166"/>
                  </a:lnTo>
                  <a:lnTo>
                    <a:pt x="742" y="2286"/>
                  </a:lnTo>
                  <a:lnTo>
                    <a:pt x="963" y="2346"/>
                  </a:lnTo>
                  <a:lnTo>
                    <a:pt x="1083" y="2367"/>
                  </a:lnTo>
                  <a:lnTo>
                    <a:pt x="1204" y="2367"/>
                  </a:lnTo>
                  <a:lnTo>
                    <a:pt x="4031" y="2367"/>
                  </a:lnTo>
                  <a:lnTo>
                    <a:pt x="4031" y="2367"/>
                  </a:lnTo>
                  <a:lnTo>
                    <a:pt x="4152" y="2367"/>
                  </a:lnTo>
                  <a:lnTo>
                    <a:pt x="4272" y="2346"/>
                  </a:lnTo>
                  <a:lnTo>
                    <a:pt x="4493" y="2286"/>
                  </a:lnTo>
                  <a:lnTo>
                    <a:pt x="4693" y="2166"/>
                  </a:lnTo>
                  <a:lnTo>
                    <a:pt x="4874" y="2026"/>
                  </a:lnTo>
                  <a:lnTo>
                    <a:pt x="4874" y="2026"/>
                  </a:lnTo>
                  <a:lnTo>
                    <a:pt x="4974" y="1885"/>
                  </a:lnTo>
                  <a:lnTo>
                    <a:pt x="5074" y="1745"/>
                  </a:lnTo>
                  <a:lnTo>
                    <a:pt x="5134" y="1584"/>
                  </a:lnTo>
                  <a:lnTo>
                    <a:pt x="5194" y="1424"/>
                  </a:lnTo>
                  <a:lnTo>
                    <a:pt x="5194" y="1424"/>
                  </a:lnTo>
                  <a:lnTo>
                    <a:pt x="4813" y="1524"/>
                  </a:lnTo>
                  <a:lnTo>
                    <a:pt x="4432" y="1604"/>
                  </a:lnTo>
                  <a:lnTo>
                    <a:pt x="4051" y="1645"/>
                  </a:lnTo>
                  <a:lnTo>
                    <a:pt x="3650" y="1665"/>
                  </a:lnTo>
                  <a:lnTo>
                    <a:pt x="3650" y="1665"/>
                  </a:lnTo>
                  <a:lnTo>
                    <a:pt x="3149" y="1645"/>
                  </a:lnTo>
                  <a:lnTo>
                    <a:pt x="3149" y="1645"/>
                  </a:lnTo>
                  <a:lnTo>
                    <a:pt x="2848" y="1624"/>
                  </a:lnTo>
                  <a:lnTo>
                    <a:pt x="2507" y="1604"/>
                  </a:lnTo>
                  <a:lnTo>
                    <a:pt x="2327" y="1564"/>
                  </a:lnTo>
                  <a:lnTo>
                    <a:pt x="2166" y="1544"/>
                  </a:lnTo>
                  <a:lnTo>
                    <a:pt x="2006" y="1484"/>
                  </a:lnTo>
                  <a:lnTo>
                    <a:pt x="1865" y="1424"/>
                  </a:lnTo>
                  <a:lnTo>
                    <a:pt x="1865" y="1424"/>
                  </a:lnTo>
                  <a:lnTo>
                    <a:pt x="1725" y="1344"/>
                  </a:lnTo>
                  <a:lnTo>
                    <a:pt x="1585" y="1243"/>
                  </a:lnTo>
                  <a:lnTo>
                    <a:pt x="1484" y="1143"/>
                  </a:lnTo>
                  <a:lnTo>
                    <a:pt x="1384" y="1063"/>
                  </a:lnTo>
                  <a:lnTo>
                    <a:pt x="1324" y="963"/>
                  </a:lnTo>
                  <a:lnTo>
                    <a:pt x="1284" y="862"/>
                  </a:lnTo>
                  <a:lnTo>
                    <a:pt x="1244" y="762"/>
                  </a:lnTo>
                  <a:lnTo>
                    <a:pt x="1224" y="682"/>
                  </a:lnTo>
                  <a:lnTo>
                    <a:pt x="1224" y="582"/>
                  </a:lnTo>
                  <a:lnTo>
                    <a:pt x="1244" y="501"/>
                  </a:lnTo>
                  <a:lnTo>
                    <a:pt x="1284" y="321"/>
                  </a:lnTo>
                  <a:lnTo>
                    <a:pt x="1384" y="140"/>
                  </a:lnTo>
                  <a:lnTo>
                    <a:pt x="152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9" name="Google Shape;5449;p21"/>
            <p:cNvSpPr/>
            <p:nvPr/>
          </p:nvSpPr>
          <p:spPr>
            <a:xfrm>
              <a:off x="10711675" y="3387163"/>
              <a:ext cx="18575" cy="19075"/>
            </a:xfrm>
            <a:custGeom>
              <a:avLst/>
              <a:gdLst/>
              <a:ahLst/>
              <a:cxnLst/>
              <a:rect l="l" t="t" r="r" b="b"/>
              <a:pathLst>
                <a:path w="743" h="763" extrusionOk="0">
                  <a:moveTo>
                    <a:pt x="362" y="0"/>
                  </a:moveTo>
                  <a:lnTo>
                    <a:pt x="282" y="20"/>
                  </a:lnTo>
                  <a:lnTo>
                    <a:pt x="222" y="40"/>
                  </a:lnTo>
                  <a:lnTo>
                    <a:pt x="141" y="80"/>
                  </a:lnTo>
                  <a:lnTo>
                    <a:pt x="101" y="121"/>
                  </a:lnTo>
                  <a:lnTo>
                    <a:pt x="61" y="181"/>
                  </a:lnTo>
                  <a:lnTo>
                    <a:pt x="21" y="241"/>
                  </a:lnTo>
                  <a:lnTo>
                    <a:pt x="1" y="381"/>
                  </a:lnTo>
                  <a:lnTo>
                    <a:pt x="21" y="522"/>
                  </a:lnTo>
                  <a:lnTo>
                    <a:pt x="61" y="582"/>
                  </a:lnTo>
                  <a:lnTo>
                    <a:pt x="101" y="642"/>
                  </a:lnTo>
                  <a:lnTo>
                    <a:pt x="141" y="682"/>
                  </a:lnTo>
                  <a:lnTo>
                    <a:pt x="222" y="722"/>
                  </a:lnTo>
                  <a:lnTo>
                    <a:pt x="282" y="742"/>
                  </a:lnTo>
                  <a:lnTo>
                    <a:pt x="362" y="762"/>
                  </a:lnTo>
                  <a:lnTo>
                    <a:pt x="462" y="742"/>
                  </a:lnTo>
                  <a:lnTo>
                    <a:pt x="522" y="722"/>
                  </a:lnTo>
                  <a:lnTo>
                    <a:pt x="583" y="682"/>
                  </a:lnTo>
                  <a:lnTo>
                    <a:pt x="643" y="642"/>
                  </a:lnTo>
                  <a:lnTo>
                    <a:pt x="683" y="582"/>
                  </a:lnTo>
                  <a:lnTo>
                    <a:pt x="703" y="522"/>
                  </a:lnTo>
                  <a:lnTo>
                    <a:pt x="743" y="381"/>
                  </a:lnTo>
                  <a:lnTo>
                    <a:pt x="703" y="241"/>
                  </a:lnTo>
                  <a:lnTo>
                    <a:pt x="683" y="181"/>
                  </a:lnTo>
                  <a:lnTo>
                    <a:pt x="643" y="121"/>
                  </a:lnTo>
                  <a:lnTo>
                    <a:pt x="583" y="80"/>
                  </a:lnTo>
                  <a:lnTo>
                    <a:pt x="522" y="40"/>
                  </a:lnTo>
                  <a:lnTo>
                    <a:pt x="462" y="20"/>
                  </a:lnTo>
                  <a:lnTo>
                    <a:pt x="36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0" name="Google Shape;5450;p21"/>
            <p:cNvSpPr/>
            <p:nvPr/>
          </p:nvSpPr>
          <p:spPr>
            <a:xfrm>
              <a:off x="10796925" y="3376638"/>
              <a:ext cx="130375" cy="59175"/>
            </a:xfrm>
            <a:custGeom>
              <a:avLst/>
              <a:gdLst/>
              <a:ahLst/>
              <a:cxnLst/>
              <a:rect l="l" t="t" r="r" b="b"/>
              <a:pathLst>
                <a:path w="5215" h="2367" extrusionOk="0">
                  <a:moveTo>
                    <a:pt x="1063" y="0"/>
                  </a:moveTo>
                  <a:lnTo>
                    <a:pt x="963" y="20"/>
                  </a:lnTo>
                  <a:lnTo>
                    <a:pt x="722" y="80"/>
                  </a:lnTo>
                  <a:lnTo>
                    <a:pt x="522" y="201"/>
                  </a:lnTo>
                  <a:lnTo>
                    <a:pt x="361" y="341"/>
                  </a:lnTo>
                  <a:lnTo>
                    <a:pt x="201" y="521"/>
                  </a:lnTo>
                  <a:lnTo>
                    <a:pt x="100" y="722"/>
                  </a:lnTo>
                  <a:lnTo>
                    <a:pt x="20" y="943"/>
                  </a:lnTo>
                  <a:lnTo>
                    <a:pt x="0" y="1063"/>
                  </a:lnTo>
                  <a:lnTo>
                    <a:pt x="0" y="1183"/>
                  </a:lnTo>
                  <a:lnTo>
                    <a:pt x="0" y="1304"/>
                  </a:lnTo>
                  <a:lnTo>
                    <a:pt x="20" y="1424"/>
                  </a:lnTo>
                  <a:lnTo>
                    <a:pt x="100" y="1645"/>
                  </a:lnTo>
                  <a:lnTo>
                    <a:pt x="201" y="1845"/>
                  </a:lnTo>
                  <a:lnTo>
                    <a:pt x="361" y="2026"/>
                  </a:lnTo>
                  <a:lnTo>
                    <a:pt x="522" y="2166"/>
                  </a:lnTo>
                  <a:lnTo>
                    <a:pt x="722" y="2286"/>
                  </a:lnTo>
                  <a:lnTo>
                    <a:pt x="963" y="2346"/>
                  </a:lnTo>
                  <a:lnTo>
                    <a:pt x="1063" y="2367"/>
                  </a:lnTo>
                  <a:lnTo>
                    <a:pt x="4151" y="2367"/>
                  </a:lnTo>
                  <a:lnTo>
                    <a:pt x="4272" y="2346"/>
                  </a:lnTo>
                  <a:lnTo>
                    <a:pt x="4492" y="2286"/>
                  </a:lnTo>
                  <a:lnTo>
                    <a:pt x="4693" y="2166"/>
                  </a:lnTo>
                  <a:lnTo>
                    <a:pt x="4853" y="2026"/>
                  </a:lnTo>
                  <a:lnTo>
                    <a:pt x="4974" y="1885"/>
                  </a:lnTo>
                  <a:lnTo>
                    <a:pt x="5074" y="1745"/>
                  </a:lnTo>
                  <a:lnTo>
                    <a:pt x="5134" y="1584"/>
                  </a:lnTo>
                  <a:lnTo>
                    <a:pt x="5194" y="1424"/>
                  </a:lnTo>
                  <a:lnTo>
                    <a:pt x="5214" y="1304"/>
                  </a:lnTo>
                  <a:lnTo>
                    <a:pt x="5214" y="1183"/>
                  </a:lnTo>
                  <a:lnTo>
                    <a:pt x="5214" y="1063"/>
                  </a:lnTo>
                  <a:lnTo>
                    <a:pt x="5194" y="943"/>
                  </a:lnTo>
                  <a:lnTo>
                    <a:pt x="5114" y="722"/>
                  </a:lnTo>
                  <a:lnTo>
                    <a:pt x="5014" y="521"/>
                  </a:lnTo>
                  <a:lnTo>
                    <a:pt x="4873" y="341"/>
                  </a:lnTo>
                  <a:lnTo>
                    <a:pt x="4693" y="201"/>
                  </a:lnTo>
                  <a:lnTo>
                    <a:pt x="4492" y="80"/>
                  </a:lnTo>
                  <a:lnTo>
                    <a:pt x="4272" y="20"/>
                  </a:lnTo>
                  <a:lnTo>
                    <a:pt x="415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1" name="Google Shape;5451;p21"/>
            <p:cNvSpPr/>
            <p:nvPr/>
          </p:nvSpPr>
          <p:spPr>
            <a:xfrm>
              <a:off x="10796925" y="3376638"/>
              <a:ext cx="130375" cy="59175"/>
            </a:xfrm>
            <a:custGeom>
              <a:avLst/>
              <a:gdLst/>
              <a:ahLst/>
              <a:cxnLst/>
              <a:rect l="l" t="t" r="r" b="b"/>
              <a:pathLst>
                <a:path w="5215" h="2367" fill="none" extrusionOk="0">
                  <a:moveTo>
                    <a:pt x="5214" y="1183"/>
                  </a:moveTo>
                  <a:lnTo>
                    <a:pt x="5214" y="1183"/>
                  </a:lnTo>
                  <a:lnTo>
                    <a:pt x="5214" y="1304"/>
                  </a:lnTo>
                  <a:lnTo>
                    <a:pt x="5194" y="1424"/>
                  </a:lnTo>
                  <a:lnTo>
                    <a:pt x="5194" y="1424"/>
                  </a:lnTo>
                  <a:lnTo>
                    <a:pt x="5134" y="1584"/>
                  </a:lnTo>
                  <a:lnTo>
                    <a:pt x="5074" y="1745"/>
                  </a:lnTo>
                  <a:lnTo>
                    <a:pt x="4974" y="1885"/>
                  </a:lnTo>
                  <a:lnTo>
                    <a:pt x="4853" y="2026"/>
                  </a:lnTo>
                  <a:lnTo>
                    <a:pt x="4853" y="2026"/>
                  </a:lnTo>
                  <a:lnTo>
                    <a:pt x="4693" y="2166"/>
                  </a:lnTo>
                  <a:lnTo>
                    <a:pt x="4492" y="2286"/>
                  </a:lnTo>
                  <a:lnTo>
                    <a:pt x="4272" y="2346"/>
                  </a:lnTo>
                  <a:lnTo>
                    <a:pt x="4151" y="2367"/>
                  </a:lnTo>
                  <a:lnTo>
                    <a:pt x="4031" y="2367"/>
                  </a:lnTo>
                  <a:lnTo>
                    <a:pt x="1203" y="2367"/>
                  </a:lnTo>
                  <a:lnTo>
                    <a:pt x="1203" y="2367"/>
                  </a:lnTo>
                  <a:lnTo>
                    <a:pt x="1063" y="2367"/>
                  </a:lnTo>
                  <a:lnTo>
                    <a:pt x="963" y="2346"/>
                  </a:lnTo>
                  <a:lnTo>
                    <a:pt x="722" y="2286"/>
                  </a:lnTo>
                  <a:lnTo>
                    <a:pt x="522" y="2166"/>
                  </a:lnTo>
                  <a:lnTo>
                    <a:pt x="361" y="2026"/>
                  </a:lnTo>
                  <a:lnTo>
                    <a:pt x="201" y="1845"/>
                  </a:lnTo>
                  <a:lnTo>
                    <a:pt x="100" y="1645"/>
                  </a:lnTo>
                  <a:lnTo>
                    <a:pt x="20" y="1424"/>
                  </a:lnTo>
                  <a:lnTo>
                    <a:pt x="0" y="1304"/>
                  </a:lnTo>
                  <a:lnTo>
                    <a:pt x="0" y="1183"/>
                  </a:lnTo>
                  <a:lnTo>
                    <a:pt x="0" y="1183"/>
                  </a:lnTo>
                  <a:lnTo>
                    <a:pt x="0" y="1063"/>
                  </a:lnTo>
                  <a:lnTo>
                    <a:pt x="20" y="943"/>
                  </a:lnTo>
                  <a:lnTo>
                    <a:pt x="100" y="722"/>
                  </a:lnTo>
                  <a:lnTo>
                    <a:pt x="201" y="521"/>
                  </a:lnTo>
                  <a:lnTo>
                    <a:pt x="361" y="341"/>
                  </a:lnTo>
                  <a:lnTo>
                    <a:pt x="361" y="341"/>
                  </a:lnTo>
                  <a:lnTo>
                    <a:pt x="522" y="201"/>
                  </a:lnTo>
                  <a:lnTo>
                    <a:pt x="722" y="80"/>
                  </a:lnTo>
                  <a:lnTo>
                    <a:pt x="963" y="20"/>
                  </a:lnTo>
                  <a:lnTo>
                    <a:pt x="1063" y="0"/>
                  </a:lnTo>
                  <a:lnTo>
                    <a:pt x="1203" y="0"/>
                  </a:lnTo>
                  <a:lnTo>
                    <a:pt x="4031" y="0"/>
                  </a:lnTo>
                  <a:lnTo>
                    <a:pt x="4031" y="0"/>
                  </a:lnTo>
                  <a:lnTo>
                    <a:pt x="4151" y="0"/>
                  </a:lnTo>
                  <a:lnTo>
                    <a:pt x="4272" y="20"/>
                  </a:lnTo>
                  <a:lnTo>
                    <a:pt x="4492" y="80"/>
                  </a:lnTo>
                  <a:lnTo>
                    <a:pt x="4693" y="201"/>
                  </a:lnTo>
                  <a:lnTo>
                    <a:pt x="4873" y="341"/>
                  </a:lnTo>
                  <a:lnTo>
                    <a:pt x="5014" y="521"/>
                  </a:lnTo>
                  <a:lnTo>
                    <a:pt x="5114" y="722"/>
                  </a:lnTo>
                  <a:lnTo>
                    <a:pt x="5194" y="943"/>
                  </a:lnTo>
                  <a:lnTo>
                    <a:pt x="5214" y="1063"/>
                  </a:lnTo>
                  <a:lnTo>
                    <a:pt x="5214" y="118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2" name="Google Shape;5452;p21"/>
            <p:cNvSpPr/>
            <p:nvPr/>
          </p:nvSpPr>
          <p:spPr>
            <a:xfrm>
              <a:off x="10796925" y="3376638"/>
              <a:ext cx="129875" cy="59175"/>
            </a:xfrm>
            <a:custGeom>
              <a:avLst/>
              <a:gdLst/>
              <a:ahLst/>
              <a:cxnLst/>
              <a:rect l="l" t="t" r="r" b="b"/>
              <a:pathLst>
                <a:path w="5195" h="2367" extrusionOk="0">
                  <a:moveTo>
                    <a:pt x="1063" y="0"/>
                  </a:moveTo>
                  <a:lnTo>
                    <a:pt x="963" y="20"/>
                  </a:lnTo>
                  <a:lnTo>
                    <a:pt x="722" y="80"/>
                  </a:lnTo>
                  <a:lnTo>
                    <a:pt x="522" y="201"/>
                  </a:lnTo>
                  <a:lnTo>
                    <a:pt x="361" y="341"/>
                  </a:lnTo>
                  <a:lnTo>
                    <a:pt x="201" y="521"/>
                  </a:lnTo>
                  <a:lnTo>
                    <a:pt x="100" y="722"/>
                  </a:lnTo>
                  <a:lnTo>
                    <a:pt x="20" y="943"/>
                  </a:lnTo>
                  <a:lnTo>
                    <a:pt x="0" y="1063"/>
                  </a:lnTo>
                  <a:lnTo>
                    <a:pt x="0" y="1183"/>
                  </a:lnTo>
                  <a:lnTo>
                    <a:pt x="0" y="1304"/>
                  </a:lnTo>
                  <a:lnTo>
                    <a:pt x="20" y="1424"/>
                  </a:lnTo>
                  <a:lnTo>
                    <a:pt x="100" y="1645"/>
                  </a:lnTo>
                  <a:lnTo>
                    <a:pt x="201" y="1845"/>
                  </a:lnTo>
                  <a:lnTo>
                    <a:pt x="361" y="2026"/>
                  </a:lnTo>
                  <a:lnTo>
                    <a:pt x="522" y="2166"/>
                  </a:lnTo>
                  <a:lnTo>
                    <a:pt x="722" y="2286"/>
                  </a:lnTo>
                  <a:lnTo>
                    <a:pt x="963" y="2346"/>
                  </a:lnTo>
                  <a:lnTo>
                    <a:pt x="1063" y="2367"/>
                  </a:lnTo>
                  <a:lnTo>
                    <a:pt x="4151" y="2367"/>
                  </a:lnTo>
                  <a:lnTo>
                    <a:pt x="4272" y="2346"/>
                  </a:lnTo>
                  <a:lnTo>
                    <a:pt x="4492" y="2286"/>
                  </a:lnTo>
                  <a:lnTo>
                    <a:pt x="4693" y="2166"/>
                  </a:lnTo>
                  <a:lnTo>
                    <a:pt x="4853" y="2026"/>
                  </a:lnTo>
                  <a:lnTo>
                    <a:pt x="4974" y="1885"/>
                  </a:lnTo>
                  <a:lnTo>
                    <a:pt x="5074" y="1745"/>
                  </a:lnTo>
                  <a:lnTo>
                    <a:pt x="5134" y="1584"/>
                  </a:lnTo>
                  <a:lnTo>
                    <a:pt x="5194" y="1424"/>
                  </a:lnTo>
                  <a:lnTo>
                    <a:pt x="4813" y="1524"/>
                  </a:lnTo>
                  <a:lnTo>
                    <a:pt x="4432" y="1604"/>
                  </a:lnTo>
                  <a:lnTo>
                    <a:pt x="4051" y="1645"/>
                  </a:lnTo>
                  <a:lnTo>
                    <a:pt x="3650" y="1665"/>
                  </a:lnTo>
                  <a:lnTo>
                    <a:pt x="3149" y="1645"/>
                  </a:lnTo>
                  <a:lnTo>
                    <a:pt x="2848" y="1624"/>
                  </a:lnTo>
                  <a:lnTo>
                    <a:pt x="2507" y="1604"/>
                  </a:lnTo>
                  <a:lnTo>
                    <a:pt x="2327" y="1564"/>
                  </a:lnTo>
                  <a:lnTo>
                    <a:pt x="2166" y="1544"/>
                  </a:lnTo>
                  <a:lnTo>
                    <a:pt x="2006" y="1484"/>
                  </a:lnTo>
                  <a:lnTo>
                    <a:pt x="1865" y="1424"/>
                  </a:lnTo>
                  <a:lnTo>
                    <a:pt x="1705" y="1344"/>
                  </a:lnTo>
                  <a:lnTo>
                    <a:pt x="1585" y="1243"/>
                  </a:lnTo>
                  <a:lnTo>
                    <a:pt x="1484" y="1143"/>
                  </a:lnTo>
                  <a:lnTo>
                    <a:pt x="1384" y="1063"/>
                  </a:lnTo>
                  <a:lnTo>
                    <a:pt x="1324" y="963"/>
                  </a:lnTo>
                  <a:lnTo>
                    <a:pt x="1264" y="862"/>
                  </a:lnTo>
                  <a:lnTo>
                    <a:pt x="1244" y="762"/>
                  </a:lnTo>
                  <a:lnTo>
                    <a:pt x="1224" y="682"/>
                  </a:lnTo>
                  <a:lnTo>
                    <a:pt x="1224" y="582"/>
                  </a:lnTo>
                  <a:lnTo>
                    <a:pt x="1224" y="501"/>
                  </a:lnTo>
                  <a:lnTo>
                    <a:pt x="1284" y="321"/>
                  </a:lnTo>
                  <a:lnTo>
                    <a:pt x="1384" y="140"/>
                  </a:lnTo>
                  <a:lnTo>
                    <a:pt x="1524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3" name="Google Shape;5453;p21"/>
            <p:cNvSpPr/>
            <p:nvPr/>
          </p:nvSpPr>
          <p:spPr>
            <a:xfrm>
              <a:off x="10796925" y="3376638"/>
              <a:ext cx="129875" cy="59175"/>
            </a:xfrm>
            <a:custGeom>
              <a:avLst/>
              <a:gdLst/>
              <a:ahLst/>
              <a:cxnLst/>
              <a:rect l="l" t="t" r="r" b="b"/>
              <a:pathLst>
                <a:path w="5195" h="2367" fill="none" extrusionOk="0">
                  <a:moveTo>
                    <a:pt x="1524" y="0"/>
                  </a:moveTo>
                  <a:lnTo>
                    <a:pt x="1203" y="0"/>
                  </a:lnTo>
                  <a:lnTo>
                    <a:pt x="1203" y="0"/>
                  </a:lnTo>
                  <a:lnTo>
                    <a:pt x="1063" y="0"/>
                  </a:lnTo>
                  <a:lnTo>
                    <a:pt x="963" y="20"/>
                  </a:lnTo>
                  <a:lnTo>
                    <a:pt x="722" y="80"/>
                  </a:lnTo>
                  <a:lnTo>
                    <a:pt x="522" y="201"/>
                  </a:lnTo>
                  <a:lnTo>
                    <a:pt x="361" y="341"/>
                  </a:lnTo>
                  <a:lnTo>
                    <a:pt x="361" y="341"/>
                  </a:lnTo>
                  <a:lnTo>
                    <a:pt x="201" y="521"/>
                  </a:lnTo>
                  <a:lnTo>
                    <a:pt x="100" y="722"/>
                  </a:lnTo>
                  <a:lnTo>
                    <a:pt x="20" y="943"/>
                  </a:lnTo>
                  <a:lnTo>
                    <a:pt x="0" y="1063"/>
                  </a:lnTo>
                  <a:lnTo>
                    <a:pt x="0" y="1183"/>
                  </a:lnTo>
                  <a:lnTo>
                    <a:pt x="0" y="1183"/>
                  </a:lnTo>
                  <a:lnTo>
                    <a:pt x="0" y="1304"/>
                  </a:lnTo>
                  <a:lnTo>
                    <a:pt x="20" y="1424"/>
                  </a:lnTo>
                  <a:lnTo>
                    <a:pt x="100" y="1645"/>
                  </a:lnTo>
                  <a:lnTo>
                    <a:pt x="201" y="1845"/>
                  </a:lnTo>
                  <a:lnTo>
                    <a:pt x="361" y="2026"/>
                  </a:lnTo>
                  <a:lnTo>
                    <a:pt x="522" y="2166"/>
                  </a:lnTo>
                  <a:lnTo>
                    <a:pt x="722" y="2286"/>
                  </a:lnTo>
                  <a:lnTo>
                    <a:pt x="963" y="2346"/>
                  </a:lnTo>
                  <a:lnTo>
                    <a:pt x="1063" y="2367"/>
                  </a:lnTo>
                  <a:lnTo>
                    <a:pt x="1203" y="2367"/>
                  </a:lnTo>
                  <a:lnTo>
                    <a:pt x="4031" y="2367"/>
                  </a:lnTo>
                  <a:lnTo>
                    <a:pt x="4031" y="2367"/>
                  </a:lnTo>
                  <a:lnTo>
                    <a:pt x="4151" y="2367"/>
                  </a:lnTo>
                  <a:lnTo>
                    <a:pt x="4272" y="2346"/>
                  </a:lnTo>
                  <a:lnTo>
                    <a:pt x="4492" y="2286"/>
                  </a:lnTo>
                  <a:lnTo>
                    <a:pt x="4693" y="2166"/>
                  </a:lnTo>
                  <a:lnTo>
                    <a:pt x="4853" y="2026"/>
                  </a:lnTo>
                  <a:lnTo>
                    <a:pt x="4853" y="2026"/>
                  </a:lnTo>
                  <a:lnTo>
                    <a:pt x="4974" y="1885"/>
                  </a:lnTo>
                  <a:lnTo>
                    <a:pt x="5074" y="1745"/>
                  </a:lnTo>
                  <a:lnTo>
                    <a:pt x="5134" y="1584"/>
                  </a:lnTo>
                  <a:lnTo>
                    <a:pt x="5194" y="1424"/>
                  </a:lnTo>
                  <a:lnTo>
                    <a:pt x="5194" y="1424"/>
                  </a:lnTo>
                  <a:lnTo>
                    <a:pt x="4813" y="1524"/>
                  </a:lnTo>
                  <a:lnTo>
                    <a:pt x="4432" y="1604"/>
                  </a:lnTo>
                  <a:lnTo>
                    <a:pt x="4051" y="1645"/>
                  </a:lnTo>
                  <a:lnTo>
                    <a:pt x="3650" y="1665"/>
                  </a:lnTo>
                  <a:lnTo>
                    <a:pt x="3650" y="1665"/>
                  </a:lnTo>
                  <a:lnTo>
                    <a:pt x="3149" y="1645"/>
                  </a:lnTo>
                  <a:lnTo>
                    <a:pt x="3149" y="1645"/>
                  </a:lnTo>
                  <a:lnTo>
                    <a:pt x="2848" y="1624"/>
                  </a:lnTo>
                  <a:lnTo>
                    <a:pt x="2507" y="1604"/>
                  </a:lnTo>
                  <a:lnTo>
                    <a:pt x="2327" y="1564"/>
                  </a:lnTo>
                  <a:lnTo>
                    <a:pt x="2166" y="1544"/>
                  </a:lnTo>
                  <a:lnTo>
                    <a:pt x="2006" y="1484"/>
                  </a:lnTo>
                  <a:lnTo>
                    <a:pt x="1865" y="1424"/>
                  </a:lnTo>
                  <a:lnTo>
                    <a:pt x="1865" y="1424"/>
                  </a:lnTo>
                  <a:lnTo>
                    <a:pt x="1705" y="1344"/>
                  </a:lnTo>
                  <a:lnTo>
                    <a:pt x="1585" y="1243"/>
                  </a:lnTo>
                  <a:lnTo>
                    <a:pt x="1484" y="1143"/>
                  </a:lnTo>
                  <a:lnTo>
                    <a:pt x="1384" y="1063"/>
                  </a:lnTo>
                  <a:lnTo>
                    <a:pt x="1324" y="963"/>
                  </a:lnTo>
                  <a:lnTo>
                    <a:pt x="1264" y="862"/>
                  </a:lnTo>
                  <a:lnTo>
                    <a:pt x="1244" y="762"/>
                  </a:lnTo>
                  <a:lnTo>
                    <a:pt x="1224" y="682"/>
                  </a:lnTo>
                  <a:lnTo>
                    <a:pt x="1224" y="582"/>
                  </a:lnTo>
                  <a:lnTo>
                    <a:pt x="1224" y="501"/>
                  </a:lnTo>
                  <a:lnTo>
                    <a:pt x="1284" y="321"/>
                  </a:lnTo>
                  <a:lnTo>
                    <a:pt x="1384" y="140"/>
                  </a:lnTo>
                  <a:lnTo>
                    <a:pt x="1524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4" name="Google Shape;5454;p21"/>
            <p:cNvSpPr/>
            <p:nvPr/>
          </p:nvSpPr>
          <p:spPr>
            <a:xfrm>
              <a:off x="10894175" y="3387163"/>
              <a:ext cx="18075" cy="19075"/>
            </a:xfrm>
            <a:custGeom>
              <a:avLst/>
              <a:gdLst/>
              <a:ahLst/>
              <a:cxnLst/>
              <a:rect l="l" t="t" r="r" b="b"/>
              <a:pathLst>
                <a:path w="723" h="763" extrusionOk="0">
                  <a:moveTo>
                    <a:pt x="362" y="0"/>
                  </a:moveTo>
                  <a:lnTo>
                    <a:pt x="282" y="20"/>
                  </a:lnTo>
                  <a:lnTo>
                    <a:pt x="201" y="40"/>
                  </a:lnTo>
                  <a:lnTo>
                    <a:pt x="141" y="80"/>
                  </a:lnTo>
                  <a:lnTo>
                    <a:pt x="101" y="121"/>
                  </a:lnTo>
                  <a:lnTo>
                    <a:pt x="61" y="181"/>
                  </a:lnTo>
                  <a:lnTo>
                    <a:pt x="21" y="241"/>
                  </a:lnTo>
                  <a:lnTo>
                    <a:pt x="1" y="381"/>
                  </a:lnTo>
                  <a:lnTo>
                    <a:pt x="21" y="522"/>
                  </a:lnTo>
                  <a:lnTo>
                    <a:pt x="61" y="582"/>
                  </a:lnTo>
                  <a:lnTo>
                    <a:pt x="101" y="642"/>
                  </a:lnTo>
                  <a:lnTo>
                    <a:pt x="141" y="682"/>
                  </a:lnTo>
                  <a:lnTo>
                    <a:pt x="201" y="722"/>
                  </a:lnTo>
                  <a:lnTo>
                    <a:pt x="282" y="742"/>
                  </a:lnTo>
                  <a:lnTo>
                    <a:pt x="362" y="762"/>
                  </a:lnTo>
                  <a:lnTo>
                    <a:pt x="442" y="742"/>
                  </a:lnTo>
                  <a:lnTo>
                    <a:pt x="522" y="722"/>
                  </a:lnTo>
                  <a:lnTo>
                    <a:pt x="582" y="682"/>
                  </a:lnTo>
                  <a:lnTo>
                    <a:pt x="643" y="642"/>
                  </a:lnTo>
                  <a:lnTo>
                    <a:pt x="683" y="582"/>
                  </a:lnTo>
                  <a:lnTo>
                    <a:pt x="703" y="522"/>
                  </a:lnTo>
                  <a:lnTo>
                    <a:pt x="723" y="381"/>
                  </a:lnTo>
                  <a:lnTo>
                    <a:pt x="703" y="241"/>
                  </a:lnTo>
                  <a:lnTo>
                    <a:pt x="683" y="181"/>
                  </a:lnTo>
                  <a:lnTo>
                    <a:pt x="643" y="121"/>
                  </a:lnTo>
                  <a:lnTo>
                    <a:pt x="582" y="80"/>
                  </a:lnTo>
                  <a:lnTo>
                    <a:pt x="522" y="40"/>
                  </a:lnTo>
                  <a:lnTo>
                    <a:pt x="442" y="20"/>
                  </a:lnTo>
                  <a:lnTo>
                    <a:pt x="36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5" name="Google Shape;5455;p21"/>
            <p:cNvSpPr/>
            <p:nvPr/>
          </p:nvSpPr>
          <p:spPr>
            <a:xfrm>
              <a:off x="10137625" y="3130463"/>
              <a:ext cx="985200" cy="699925"/>
            </a:xfrm>
            <a:custGeom>
              <a:avLst/>
              <a:gdLst/>
              <a:ahLst/>
              <a:cxnLst/>
              <a:rect l="l" t="t" r="r" b="b"/>
              <a:pathLst>
                <a:path w="39408" h="27997" extrusionOk="0">
                  <a:moveTo>
                    <a:pt x="7681" y="0"/>
                  </a:moveTo>
                  <a:lnTo>
                    <a:pt x="7341" y="20"/>
                  </a:lnTo>
                  <a:lnTo>
                    <a:pt x="7000" y="81"/>
                  </a:lnTo>
                  <a:lnTo>
                    <a:pt x="6659" y="121"/>
                  </a:lnTo>
                  <a:lnTo>
                    <a:pt x="6338" y="201"/>
                  </a:lnTo>
                  <a:lnTo>
                    <a:pt x="6017" y="281"/>
                  </a:lnTo>
                  <a:lnTo>
                    <a:pt x="5696" y="381"/>
                  </a:lnTo>
                  <a:lnTo>
                    <a:pt x="5395" y="482"/>
                  </a:lnTo>
                  <a:lnTo>
                    <a:pt x="5094" y="602"/>
                  </a:lnTo>
                  <a:lnTo>
                    <a:pt x="4794" y="742"/>
                  </a:lnTo>
                  <a:lnTo>
                    <a:pt x="4493" y="883"/>
                  </a:lnTo>
                  <a:lnTo>
                    <a:pt x="4212" y="1043"/>
                  </a:lnTo>
                  <a:lnTo>
                    <a:pt x="3931" y="1204"/>
                  </a:lnTo>
                  <a:lnTo>
                    <a:pt x="3650" y="1364"/>
                  </a:lnTo>
                  <a:lnTo>
                    <a:pt x="3390" y="1565"/>
                  </a:lnTo>
                  <a:lnTo>
                    <a:pt x="3129" y="1745"/>
                  </a:lnTo>
                  <a:lnTo>
                    <a:pt x="2888" y="1966"/>
                  </a:lnTo>
                  <a:lnTo>
                    <a:pt x="2648" y="2166"/>
                  </a:lnTo>
                  <a:lnTo>
                    <a:pt x="2407" y="2407"/>
                  </a:lnTo>
                  <a:lnTo>
                    <a:pt x="2186" y="2627"/>
                  </a:lnTo>
                  <a:lnTo>
                    <a:pt x="1986" y="2868"/>
                  </a:lnTo>
                  <a:lnTo>
                    <a:pt x="1765" y="3129"/>
                  </a:lnTo>
                  <a:lnTo>
                    <a:pt x="1585" y="3369"/>
                  </a:lnTo>
                  <a:lnTo>
                    <a:pt x="1384" y="3650"/>
                  </a:lnTo>
                  <a:lnTo>
                    <a:pt x="1224" y="3911"/>
                  </a:lnTo>
                  <a:lnTo>
                    <a:pt x="1063" y="4192"/>
                  </a:lnTo>
                  <a:lnTo>
                    <a:pt x="903" y="4493"/>
                  </a:lnTo>
                  <a:lnTo>
                    <a:pt x="763" y="4773"/>
                  </a:lnTo>
                  <a:lnTo>
                    <a:pt x="622" y="5074"/>
                  </a:lnTo>
                  <a:lnTo>
                    <a:pt x="502" y="5375"/>
                  </a:lnTo>
                  <a:lnTo>
                    <a:pt x="402" y="5696"/>
                  </a:lnTo>
                  <a:lnTo>
                    <a:pt x="301" y="6017"/>
                  </a:lnTo>
                  <a:lnTo>
                    <a:pt x="221" y="6338"/>
                  </a:lnTo>
                  <a:lnTo>
                    <a:pt x="121" y="6799"/>
                  </a:lnTo>
                  <a:lnTo>
                    <a:pt x="61" y="7260"/>
                  </a:lnTo>
                  <a:lnTo>
                    <a:pt x="21" y="7741"/>
                  </a:lnTo>
                  <a:lnTo>
                    <a:pt x="1" y="8223"/>
                  </a:lnTo>
                  <a:lnTo>
                    <a:pt x="1" y="19754"/>
                  </a:lnTo>
                  <a:lnTo>
                    <a:pt x="21" y="20175"/>
                  </a:lnTo>
                  <a:lnTo>
                    <a:pt x="41" y="20596"/>
                  </a:lnTo>
                  <a:lnTo>
                    <a:pt x="101" y="21017"/>
                  </a:lnTo>
                  <a:lnTo>
                    <a:pt x="181" y="21419"/>
                  </a:lnTo>
                  <a:lnTo>
                    <a:pt x="261" y="21820"/>
                  </a:lnTo>
                  <a:lnTo>
                    <a:pt x="382" y="22221"/>
                  </a:lnTo>
                  <a:lnTo>
                    <a:pt x="502" y="22602"/>
                  </a:lnTo>
                  <a:lnTo>
                    <a:pt x="662" y="22963"/>
                  </a:lnTo>
                  <a:lnTo>
                    <a:pt x="823" y="23344"/>
                  </a:lnTo>
                  <a:lnTo>
                    <a:pt x="1003" y="23685"/>
                  </a:lnTo>
                  <a:lnTo>
                    <a:pt x="1204" y="24026"/>
                  </a:lnTo>
                  <a:lnTo>
                    <a:pt x="1424" y="24367"/>
                  </a:lnTo>
                  <a:lnTo>
                    <a:pt x="1645" y="24687"/>
                  </a:lnTo>
                  <a:lnTo>
                    <a:pt x="1886" y="25008"/>
                  </a:lnTo>
                  <a:lnTo>
                    <a:pt x="2146" y="25309"/>
                  </a:lnTo>
                  <a:lnTo>
                    <a:pt x="2427" y="25590"/>
                  </a:lnTo>
                  <a:lnTo>
                    <a:pt x="2708" y="25871"/>
                  </a:lnTo>
                  <a:lnTo>
                    <a:pt x="3009" y="26131"/>
                  </a:lnTo>
                  <a:lnTo>
                    <a:pt x="3330" y="26372"/>
                  </a:lnTo>
                  <a:lnTo>
                    <a:pt x="3650" y="26593"/>
                  </a:lnTo>
                  <a:lnTo>
                    <a:pt x="3971" y="26813"/>
                  </a:lnTo>
                  <a:lnTo>
                    <a:pt x="4332" y="27014"/>
                  </a:lnTo>
                  <a:lnTo>
                    <a:pt x="4673" y="27194"/>
                  </a:lnTo>
                  <a:lnTo>
                    <a:pt x="5034" y="27355"/>
                  </a:lnTo>
                  <a:lnTo>
                    <a:pt x="5415" y="27515"/>
                  </a:lnTo>
                  <a:lnTo>
                    <a:pt x="5796" y="27635"/>
                  </a:lnTo>
                  <a:lnTo>
                    <a:pt x="6197" y="27756"/>
                  </a:lnTo>
                  <a:lnTo>
                    <a:pt x="6598" y="27836"/>
                  </a:lnTo>
                  <a:lnTo>
                    <a:pt x="7000" y="27916"/>
                  </a:lnTo>
                  <a:lnTo>
                    <a:pt x="7401" y="27956"/>
                  </a:lnTo>
                  <a:lnTo>
                    <a:pt x="7822" y="27996"/>
                  </a:lnTo>
                  <a:lnTo>
                    <a:pt x="32068" y="27996"/>
                  </a:lnTo>
                  <a:lnTo>
                    <a:pt x="32649" y="27976"/>
                  </a:lnTo>
                  <a:lnTo>
                    <a:pt x="33251" y="27916"/>
                  </a:lnTo>
                  <a:lnTo>
                    <a:pt x="33812" y="27816"/>
                  </a:lnTo>
                  <a:lnTo>
                    <a:pt x="34374" y="27676"/>
                  </a:lnTo>
                  <a:lnTo>
                    <a:pt x="34915" y="27495"/>
                  </a:lnTo>
                  <a:lnTo>
                    <a:pt x="35437" y="27295"/>
                  </a:lnTo>
                  <a:lnTo>
                    <a:pt x="35938" y="27034"/>
                  </a:lnTo>
                  <a:lnTo>
                    <a:pt x="36420" y="26753"/>
                  </a:lnTo>
                  <a:lnTo>
                    <a:pt x="36901" y="26452"/>
                  </a:lnTo>
                  <a:lnTo>
                    <a:pt x="37322" y="26111"/>
                  </a:lnTo>
                  <a:lnTo>
                    <a:pt x="37743" y="25730"/>
                  </a:lnTo>
                  <a:lnTo>
                    <a:pt x="38144" y="25329"/>
                  </a:lnTo>
                  <a:lnTo>
                    <a:pt x="38505" y="24908"/>
                  </a:lnTo>
                  <a:lnTo>
                    <a:pt x="38826" y="24467"/>
                  </a:lnTo>
                  <a:lnTo>
                    <a:pt x="39147" y="23986"/>
                  </a:lnTo>
                  <a:lnTo>
                    <a:pt x="39408" y="23504"/>
                  </a:lnTo>
                  <a:lnTo>
                    <a:pt x="39408" y="23504"/>
                  </a:lnTo>
                  <a:lnTo>
                    <a:pt x="39007" y="23705"/>
                  </a:lnTo>
                  <a:lnTo>
                    <a:pt x="38605" y="23885"/>
                  </a:lnTo>
                  <a:lnTo>
                    <a:pt x="38204" y="24066"/>
                  </a:lnTo>
                  <a:lnTo>
                    <a:pt x="37803" y="24226"/>
                  </a:lnTo>
                  <a:lnTo>
                    <a:pt x="37382" y="24387"/>
                  </a:lnTo>
                  <a:lnTo>
                    <a:pt x="36961" y="24527"/>
                  </a:lnTo>
                  <a:lnTo>
                    <a:pt x="36099" y="24768"/>
                  </a:lnTo>
                  <a:lnTo>
                    <a:pt x="35216" y="24988"/>
                  </a:lnTo>
                  <a:lnTo>
                    <a:pt x="34334" y="25149"/>
                  </a:lnTo>
                  <a:lnTo>
                    <a:pt x="33451" y="25289"/>
                  </a:lnTo>
                  <a:lnTo>
                    <a:pt x="32569" y="25409"/>
                  </a:lnTo>
                  <a:lnTo>
                    <a:pt x="31085" y="25550"/>
                  </a:lnTo>
                  <a:lnTo>
                    <a:pt x="29581" y="25630"/>
                  </a:lnTo>
                  <a:lnTo>
                    <a:pt x="28077" y="25690"/>
                  </a:lnTo>
                  <a:lnTo>
                    <a:pt x="26573" y="25710"/>
                  </a:lnTo>
                  <a:lnTo>
                    <a:pt x="24788" y="25690"/>
                  </a:lnTo>
                  <a:lnTo>
                    <a:pt x="23003" y="25610"/>
                  </a:lnTo>
                  <a:lnTo>
                    <a:pt x="21218" y="25510"/>
                  </a:lnTo>
                  <a:lnTo>
                    <a:pt x="19433" y="25369"/>
                  </a:lnTo>
                  <a:lnTo>
                    <a:pt x="17709" y="25209"/>
                  </a:lnTo>
                  <a:lnTo>
                    <a:pt x="15984" y="25008"/>
                  </a:lnTo>
                  <a:lnTo>
                    <a:pt x="15122" y="24888"/>
                  </a:lnTo>
                  <a:lnTo>
                    <a:pt x="14259" y="24768"/>
                  </a:lnTo>
                  <a:lnTo>
                    <a:pt x="13397" y="24607"/>
                  </a:lnTo>
                  <a:lnTo>
                    <a:pt x="12555" y="24427"/>
                  </a:lnTo>
                  <a:lnTo>
                    <a:pt x="11813" y="24266"/>
                  </a:lnTo>
                  <a:lnTo>
                    <a:pt x="11071" y="24046"/>
                  </a:lnTo>
                  <a:lnTo>
                    <a:pt x="10329" y="23825"/>
                  </a:lnTo>
                  <a:lnTo>
                    <a:pt x="9948" y="23685"/>
                  </a:lnTo>
                  <a:lnTo>
                    <a:pt x="9587" y="23544"/>
                  </a:lnTo>
                  <a:lnTo>
                    <a:pt x="9246" y="23384"/>
                  </a:lnTo>
                  <a:lnTo>
                    <a:pt x="8885" y="23203"/>
                  </a:lnTo>
                  <a:lnTo>
                    <a:pt x="8564" y="23023"/>
                  </a:lnTo>
                  <a:lnTo>
                    <a:pt x="8223" y="22822"/>
                  </a:lnTo>
                  <a:lnTo>
                    <a:pt x="7902" y="22602"/>
                  </a:lnTo>
                  <a:lnTo>
                    <a:pt x="7601" y="22381"/>
                  </a:lnTo>
                  <a:lnTo>
                    <a:pt x="7300" y="22141"/>
                  </a:lnTo>
                  <a:lnTo>
                    <a:pt x="7020" y="21880"/>
                  </a:lnTo>
                  <a:lnTo>
                    <a:pt x="6759" y="21579"/>
                  </a:lnTo>
                  <a:lnTo>
                    <a:pt x="6518" y="21258"/>
                  </a:lnTo>
                  <a:lnTo>
                    <a:pt x="6298" y="20937"/>
                  </a:lnTo>
                  <a:lnTo>
                    <a:pt x="6097" y="20596"/>
                  </a:lnTo>
                  <a:lnTo>
                    <a:pt x="5917" y="20255"/>
                  </a:lnTo>
                  <a:lnTo>
                    <a:pt x="5756" y="19874"/>
                  </a:lnTo>
                  <a:lnTo>
                    <a:pt x="5616" y="19513"/>
                  </a:lnTo>
                  <a:lnTo>
                    <a:pt x="5495" y="19132"/>
                  </a:lnTo>
                  <a:lnTo>
                    <a:pt x="5375" y="18731"/>
                  </a:lnTo>
                  <a:lnTo>
                    <a:pt x="5275" y="18350"/>
                  </a:lnTo>
                  <a:lnTo>
                    <a:pt x="5094" y="17548"/>
                  </a:lnTo>
                  <a:lnTo>
                    <a:pt x="4954" y="16766"/>
                  </a:lnTo>
                  <a:lnTo>
                    <a:pt x="4834" y="16004"/>
                  </a:lnTo>
                  <a:lnTo>
                    <a:pt x="4713" y="15162"/>
                  </a:lnTo>
                  <a:lnTo>
                    <a:pt x="4633" y="14319"/>
                  </a:lnTo>
                  <a:lnTo>
                    <a:pt x="4553" y="13477"/>
                  </a:lnTo>
                  <a:lnTo>
                    <a:pt x="4513" y="12635"/>
                  </a:lnTo>
                  <a:lnTo>
                    <a:pt x="4513" y="11792"/>
                  </a:lnTo>
                  <a:lnTo>
                    <a:pt x="4513" y="10950"/>
                  </a:lnTo>
                  <a:lnTo>
                    <a:pt x="4533" y="10108"/>
                  </a:lnTo>
                  <a:lnTo>
                    <a:pt x="4593" y="9265"/>
                  </a:lnTo>
                  <a:lnTo>
                    <a:pt x="4633" y="8664"/>
                  </a:lnTo>
                  <a:lnTo>
                    <a:pt x="4693" y="8062"/>
                  </a:lnTo>
                  <a:lnTo>
                    <a:pt x="4774" y="7461"/>
                  </a:lnTo>
                  <a:lnTo>
                    <a:pt x="4874" y="6839"/>
                  </a:lnTo>
                  <a:lnTo>
                    <a:pt x="4974" y="6217"/>
                  </a:lnTo>
                  <a:lnTo>
                    <a:pt x="5094" y="5596"/>
                  </a:lnTo>
                  <a:lnTo>
                    <a:pt x="5255" y="4974"/>
                  </a:lnTo>
                  <a:lnTo>
                    <a:pt x="5415" y="4352"/>
                  </a:lnTo>
                  <a:lnTo>
                    <a:pt x="5616" y="3750"/>
                  </a:lnTo>
                  <a:lnTo>
                    <a:pt x="5816" y="3169"/>
                  </a:lnTo>
                  <a:lnTo>
                    <a:pt x="6057" y="2587"/>
                  </a:lnTo>
                  <a:lnTo>
                    <a:pt x="6318" y="2026"/>
                  </a:lnTo>
                  <a:lnTo>
                    <a:pt x="6619" y="1484"/>
                  </a:lnTo>
                  <a:lnTo>
                    <a:pt x="6939" y="963"/>
                  </a:lnTo>
                  <a:lnTo>
                    <a:pt x="7280" y="462"/>
                  </a:lnTo>
                  <a:lnTo>
                    <a:pt x="7681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6" name="Google Shape;5456;p21"/>
            <p:cNvSpPr/>
            <p:nvPr/>
          </p:nvSpPr>
          <p:spPr>
            <a:xfrm>
              <a:off x="10137625" y="3130463"/>
              <a:ext cx="985200" cy="699925"/>
            </a:xfrm>
            <a:custGeom>
              <a:avLst/>
              <a:gdLst/>
              <a:ahLst/>
              <a:cxnLst/>
              <a:rect l="l" t="t" r="r" b="b"/>
              <a:pathLst>
                <a:path w="39408" h="27997" fill="none" extrusionOk="0">
                  <a:moveTo>
                    <a:pt x="7681" y="0"/>
                  </a:moveTo>
                  <a:lnTo>
                    <a:pt x="7681" y="0"/>
                  </a:lnTo>
                  <a:lnTo>
                    <a:pt x="7341" y="20"/>
                  </a:lnTo>
                  <a:lnTo>
                    <a:pt x="7000" y="81"/>
                  </a:lnTo>
                  <a:lnTo>
                    <a:pt x="6659" y="121"/>
                  </a:lnTo>
                  <a:lnTo>
                    <a:pt x="6338" y="201"/>
                  </a:lnTo>
                  <a:lnTo>
                    <a:pt x="6017" y="281"/>
                  </a:lnTo>
                  <a:lnTo>
                    <a:pt x="5696" y="381"/>
                  </a:lnTo>
                  <a:lnTo>
                    <a:pt x="5395" y="482"/>
                  </a:lnTo>
                  <a:lnTo>
                    <a:pt x="5094" y="602"/>
                  </a:lnTo>
                  <a:lnTo>
                    <a:pt x="4794" y="742"/>
                  </a:lnTo>
                  <a:lnTo>
                    <a:pt x="4493" y="883"/>
                  </a:lnTo>
                  <a:lnTo>
                    <a:pt x="4212" y="1043"/>
                  </a:lnTo>
                  <a:lnTo>
                    <a:pt x="3931" y="1204"/>
                  </a:lnTo>
                  <a:lnTo>
                    <a:pt x="3650" y="1364"/>
                  </a:lnTo>
                  <a:lnTo>
                    <a:pt x="3390" y="1565"/>
                  </a:lnTo>
                  <a:lnTo>
                    <a:pt x="3129" y="1745"/>
                  </a:lnTo>
                  <a:lnTo>
                    <a:pt x="2888" y="1966"/>
                  </a:lnTo>
                  <a:lnTo>
                    <a:pt x="2648" y="2166"/>
                  </a:lnTo>
                  <a:lnTo>
                    <a:pt x="2407" y="2407"/>
                  </a:lnTo>
                  <a:lnTo>
                    <a:pt x="2186" y="2627"/>
                  </a:lnTo>
                  <a:lnTo>
                    <a:pt x="1986" y="2868"/>
                  </a:lnTo>
                  <a:lnTo>
                    <a:pt x="1765" y="3129"/>
                  </a:lnTo>
                  <a:lnTo>
                    <a:pt x="1585" y="3369"/>
                  </a:lnTo>
                  <a:lnTo>
                    <a:pt x="1384" y="3650"/>
                  </a:lnTo>
                  <a:lnTo>
                    <a:pt x="1224" y="3911"/>
                  </a:lnTo>
                  <a:lnTo>
                    <a:pt x="1063" y="4192"/>
                  </a:lnTo>
                  <a:lnTo>
                    <a:pt x="903" y="4493"/>
                  </a:lnTo>
                  <a:lnTo>
                    <a:pt x="763" y="4773"/>
                  </a:lnTo>
                  <a:lnTo>
                    <a:pt x="622" y="5074"/>
                  </a:lnTo>
                  <a:lnTo>
                    <a:pt x="502" y="5375"/>
                  </a:lnTo>
                  <a:lnTo>
                    <a:pt x="402" y="5696"/>
                  </a:lnTo>
                  <a:lnTo>
                    <a:pt x="301" y="6017"/>
                  </a:lnTo>
                  <a:lnTo>
                    <a:pt x="221" y="6338"/>
                  </a:lnTo>
                  <a:lnTo>
                    <a:pt x="221" y="6338"/>
                  </a:lnTo>
                  <a:lnTo>
                    <a:pt x="121" y="6799"/>
                  </a:lnTo>
                  <a:lnTo>
                    <a:pt x="61" y="7260"/>
                  </a:lnTo>
                  <a:lnTo>
                    <a:pt x="21" y="7741"/>
                  </a:lnTo>
                  <a:lnTo>
                    <a:pt x="1" y="8223"/>
                  </a:lnTo>
                  <a:lnTo>
                    <a:pt x="1" y="19754"/>
                  </a:lnTo>
                  <a:lnTo>
                    <a:pt x="1" y="19754"/>
                  </a:lnTo>
                  <a:lnTo>
                    <a:pt x="21" y="20175"/>
                  </a:lnTo>
                  <a:lnTo>
                    <a:pt x="41" y="20596"/>
                  </a:lnTo>
                  <a:lnTo>
                    <a:pt x="101" y="21017"/>
                  </a:lnTo>
                  <a:lnTo>
                    <a:pt x="181" y="21419"/>
                  </a:lnTo>
                  <a:lnTo>
                    <a:pt x="261" y="21820"/>
                  </a:lnTo>
                  <a:lnTo>
                    <a:pt x="382" y="22221"/>
                  </a:lnTo>
                  <a:lnTo>
                    <a:pt x="502" y="22602"/>
                  </a:lnTo>
                  <a:lnTo>
                    <a:pt x="662" y="22963"/>
                  </a:lnTo>
                  <a:lnTo>
                    <a:pt x="823" y="23344"/>
                  </a:lnTo>
                  <a:lnTo>
                    <a:pt x="1003" y="23685"/>
                  </a:lnTo>
                  <a:lnTo>
                    <a:pt x="1204" y="24026"/>
                  </a:lnTo>
                  <a:lnTo>
                    <a:pt x="1424" y="24367"/>
                  </a:lnTo>
                  <a:lnTo>
                    <a:pt x="1645" y="24687"/>
                  </a:lnTo>
                  <a:lnTo>
                    <a:pt x="1886" y="25008"/>
                  </a:lnTo>
                  <a:lnTo>
                    <a:pt x="2146" y="25309"/>
                  </a:lnTo>
                  <a:lnTo>
                    <a:pt x="2427" y="25590"/>
                  </a:lnTo>
                  <a:lnTo>
                    <a:pt x="2708" y="25871"/>
                  </a:lnTo>
                  <a:lnTo>
                    <a:pt x="3009" y="26131"/>
                  </a:lnTo>
                  <a:lnTo>
                    <a:pt x="3330" y="26372"/>
                  </a:lnTo>
                  <a:lnTo>
                    <a:pt x="3650" y="26593"/>
                  </a:lnTo>
                  <a:lnTo>
                    <a:pt x="3971" y="26813"/>
                  </a:lnTo>
                  <a:lnTo>
                    <a:pt x="4332" y="27014"/>
                  </a:lnTo>
                  <a:lnTo>
                    <a:pt x="4673" y="27194"/>
                  </a:lnTo>
                  <a:lnTo>
                    <a:pt x="5034" y="27355"/>
                  </a:lnTo>
                  <a:lnTo>
                    <a:pt x="5415" y="27515"/>
                  </a:lnTo>
                  <a:lnTo>
                    <a:pt x="5796" y="27635"/>
                  </a:lnTo>
                  <a:lnTo>
                    <a:pt x="6197" y="27756"/>
                  </a:lnTo>
                  <a:lnTo>
                    <a:pt x="6598" y="27836"/>
                  </a:lnTo>
                  <a:lnTo>
                    <a:pt x="7000" y="27916"/>
                  </a:lnTo>
                  <a:lnTo>
                    <a:pt x="7401" y="27956"/>
                  </a:lnTo>
                  <a:lnTo>
                    <a:pt x="7822" y="27996"/>
                  </a:lnTo>
                  <a:lnTo>
                    <a:pt x="8263" y="27996"/>
                  </a:lnTo>
                  <a:lnTo>
                    <a:pt x="32068" y="27996"/>
                  </a:lnTo>
                  <a:lnTo>
                    <a:pt x="32068" y="27996"/>
                  </a:lnTo>
                  <a:lnTo>
                    <a:pt x="32649" y="27976"/>
                  </a:lnTo>
                  <a:lnTo>
                    <a:pt x="33251" y="27916"/>
                  </a:lnTo>
                  <a:lnTo>
                    <a:pt x="33812" y="27816"/>
                  </a:lnTo>
                  <a:lnTo>
                    <a:pt x="34374" y="27676"/>
                  </a:lnTo>
                  <a:lnTo>
                    <a:pt x="34915" y="27495"/>
                  </a:lnTo>
                  <a:lnTo>
                    <a:pt x="35437" y="27295"/>
                  </a:lnTo>
                  <a:lnTo>
                    <a:pt x="35938" y="27034"/>
                  </a:lnTo>
                  <a:lnTo>
                    <a:pt x="36420" y="26753"/>
                  </a:lnTo>
                  <a:lnTo>
                    <a:pt x="36901" y="26452"/>
                  </a:lnTo>
                  <a:lnTo>
                    <a:pt x="37322" y="26111"/>
                  </a:lnTo>
                  <a:lnTo>
                    <a:pt x="37743" y="25730"/>
                  </a:lnTo>
                  <a:lnTo>
                    <a:pt x="38144" y="25329"/>
                  </a:lnTo>
                  <a:lnTo>
                    <a:pt x="38505" y="24908"/>
                  </a:lnTo>
                  <a:lnTo>
                    <a:pt x="38826" y="24467"/>
                  </a:lnTo>
                  <a:lnTo>
                    <a:pt x="39147" y="23986"/>
                  </a:lnTo>
                  <a:lnTo>
                    <a:pt x="39408" y="23504"/>
                  </a:lnTo>
                  <a:lnTo>
                    <a:pt x="39408" y="23504"/>
                  </a:lnTo>
                  <a:lnTo>
                    <a:pt x="39007" y="23705"/>
                  </a:lnTo>
                  <a:lnTo>
                    <a:pt x="38605" y="23885"/>
                  </a:lnTo>
                  <a:lnTo>
                    <a:pt x="38204" y="24066"/>
                  </a:lnTo>
                  <a:lnTo>
                    <a:pt x="37803" y="24226"/>
                  </a:lnTo>
                  <a:lnTo>
                    <a:pt x="37382" y="24387"/>
                  </a:lnTo>
                  <a:lnTo>
                    <a:pt x="36961" y="24527"/>
                  </a:lnTo>
                  <a:lnTo>
                    <a:pt x="36099" y="24768"/>
                  </a:lnTo>
                  <a:lnTo>
                    <a:pt x="35216" y="24988"/>
                  </a:lnTo>
                  <a:lnTo>
                    <a:pt x="34334" y="25149"/>
                  </a:lnTo>
                  <a:lnTo>
                    <a:pt x="33451" y="25289"/>
                  </a:lnTo>
                  <a:lnTo>
                    <a:pt x="32569" y="25409"/>
                  </a:lnTo>
                  <a:lnTo>
                    <a:pt x="32569" y="25409"/>
                  </a:lnTo>
                  <a:lnTo>
                    <a:pt x="31085" y="25550"/>
                  </a:lnTo>
                  <a:lnTo>
                    <a:pt x="29581" y="25630"/>
                  </a:lnTo>
                  <a:lnTo>
                    <a:pt x="28077" y="25690"/>
                  </a:lnTo>
                  <a:lnTo>
                    <a:pt x="26573" y="25710"/>
                  </a:lnTo>
                  <a:lnTo>
                    <a:pt x="26573" y="25710"/>
                  </a:lnTo>
                  <a:lnTo>
                    <a:pt x="24788" y="25690"/>
                  </a:lnTo>
                  <a:lnTo>
                    <a:pt x="23003" y="25610"/>
                  </a:lnTo>
                  <a:lnTo>
                    <a:pt x="21218" y="25510"/>
                  </a:lnTo>
                  <a:lnTo>
                    <a:pt x="19433" y="25369"/>
                  </a:lnTo>
                  <a:lnTo>
                    <a:pt x="19433" y="25369"/>
                  </a:lnTo>
                  <a:lnTo>
                    <a:pt x="17709" y="25209"/>
                  </a:lnTo>
                  <a:lnTo>
                    <a:pt x="15984" y="25008"/>
                  </a:lnTo>
                  <a:lnTo>
                    <a:pt x="15122" y="24888"/>
                  </a:lnTo>
                  <a:lnTo>
                    <a:pt x="14259" y="24768"/>
                  </a:lnTo>
                  <a:lnTo>
                    <a:pt x="13397" y="24607"/>
                  </a:lnTo>
                  <a:lnTo>
                    <a:pt x="12555" y="24427"/>
                  </a:lnTo>
                  <a:lnTo>
                    <a:pt x="12555" y="24427"/>
                  </a:lnTo>
                  <a:lnTo>
                    <a:pt x="11813" y="24266"/>
                  </a:lnTo>
                  <a:lnTo>
                    <a:pt x="11071" y="24046"/>
                  </a:lnTo>
                  <a:lnTo>
                    <a:pt x="10329" y="23825"/>
                  </a:lnTo>
                  <a:lnTo>
                    <a:pt x="9948" y="23685"/>
                  </a:lnTo>
                  <a:lnTo>
                    <a:pt x="9587" y="23544"/>
                  </a:lnTo>
                  <a:lnTo>
                    <a:pt x="9246" y="23384"/>
                  </a:lnTo>
                  <a:lnTo>
                    <a:pt x="8885" y="23203"/>
                  </a:lnTo>
                  <a:lnTo>
                    <a:pt x="8564" y="23023"/>
                  </a:lnTo>
                  <a:lnTo>
                    <a:pt x="8223" y="22822"/>
                  </a:lnTo>
                  <a:lnTo>
                    <a:pt x="7902" y="22602"/>
                  </a:lnTo>
                  <a:lnTo>
                    <a:pt x="7601" y="22381"/>
                  </a:lnTo>
                  <a:lnTo>
                    <a:pt x="7300" y="22141"/>
                  </a:lnTo>
                  <a:lnTo>
                    <a:pt x="7020" y="21880"/>
                  </a:lnTo>
                  <a:lnTo>
                    <a:pt x="7020" y="21880"/>
                  </a:lnTo>
                  <a:lnTo>
                    <a:pt x="6759" y="21579"/>
                  </a:lnTo>
                  <a:lnTo>
                    <a:pt x="6518" y="21258"/>
                  </a:lnTo>
                  <a:lnTo>
                    <a:pt x="6298" y="20937"/>
                  </a:lnTo>
                  <a:lnTo>
                    <a:pt x="6097" y="20596"/>
                  </a:lnTo>
                  <a:lnTo>
                    <a:pt x="5917" y="20255"/>
                  </a:lnTo>
                  <a:lnTo>
                    <a:pt x="5756" y="19874"/>
                  </a:lnTo>
                  <a:lnTo>
                    <a:pt x="5616" y="19513"/>
                  </a:lnTo>
                  <a:lnTo>
                    <a:pt x="5495" y="19132"/>
                  </a:lnTo>
                  <a:lnTo>
                    <a:pt x="5375" y="18731"/>
                  </a:lnTo>
                  <a:lnTo>
                    <a:pt x="5275" y="18350"/>
                  </a:lnTo>
                  <a:lnTo>
                    <a:pt x="5094" y="17548"/>
                  </a:lnTo>
                  <a:lnTo>
                    <a:pt x="4954" y="16766"/>
                  </a:lnTo>
                  <a:lnTo>
                    <a:pt x="4834" y="16004"/>
                  </a:lnTo>
                  <a:lnTo>
                    <a:pt x="4834" y="16004"/>
                  </a:lnTo>
                  <a:lnTo>
                    <a:pt x="4713" y="15162"/>
                  </a:lnTo>
                  <a:lnTo>
                    <a:pt x="4633" y="14319"/>
                  </a:lnTo>
                  <a:lnTo>
                    <a:pt x="4553" y="13477"/>
                  </a:lnTo>
                  <a:lnTo>
                    <a:pt x="4513" y="12635"/>
                  </a:lnTo>
                  <a:lnTo>
                    <a:pt x="4513" y="11792"/>
                  </a:lnTo>
                  <a:lnTo>
                    <a:pt x="4513" y="10950"/>
                  </a:lnTo>
                  <a:lnTo>
                    <a:pt x="4533" y="10108"/>
                  </a:lnTo>
                  <a:lnTo>
                    <a:pt x="4593" y="9265"/>
                  </a:lnTo>
                  <a:lnTo>
                    <a:pt x="4593" y="9265"/>
                  </a:lnTo>
                  <a:lnTo>
                    <a:pt x="4633" y="8664"/>
                  </a:lnTo>
                  <a:lnTo>
                    <a:pt x="4693" y="8062"/>
                  </a:lnTo>
                  <a:lnTo>
                    <a:pt x="4774" y="7461"/>
                  </a:lnTo>
                  <a:lnTo>
                    <a:pt x="4874" y="6839"/>
                  </a:lnTo>
                  <a:lnTo>
                    <a:pt x="4974" y="6217"/>
                  </a:lnTo>
                  <a:lnTo>
                    <a:pt x="5094" y="5596"/>
                  </a:lnTo>
                  <a:lnTo>
                    <a:pt x="5255" y="4974"/>
                  </a:lnTo>
                  <a:lnTo>
                    <a:pt x="5415" y="4352"/>
                  </a:lnTo>
                  <a:lnTo>
                    <a:pt x="5616" y="3750"/>
                  </a:lnTo>
                  <a:lnTo>
                    <a:pt x="5816" y="3169"/>
                  </a:lnTo>
                  <a:lnTo>
                    <a:pt x="6057" y="2587"/>
                  </a:lnTo>
                  <a:lnTo>
                    <a:pt x="6318" y="2026"/>
                  </a:lnTo>
                  <a:lnTo>
                    <a:pt x="6619" y="1484"/>
                  </a:lnTo>
                  <a:lnTo>
                    <a:pt x="6939" y="963"/>
                  </a:lnTo>
                  <a:lnTo>
                    <a:pt x="7280" y="462"/>
                  </a:lnTo>
                  <a:lnTo>
                    <a:pt x="768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7" name="Google Shape;5457;p21"/>
            <p:cNvSpPr/>
            <p:nvPr/>
          </p:nvSpPr>
          <p:spPr>
            <a:xfrm>
              <a:off x="10986425" y="3187613"/>
              <a:ext cx="99800" cy="93775"/>
            </a:xfrm>
            <a:custGeom>
              <a:avLst/>
              <a:gdLst/>
              <a:ahLst/>
              <a:cxnLst/>
              <a:rect l="l" t="t" r="r" b="b"/>
              <a:pathLst>
                <a:path w="3992" h="3751" extrusionOk="0">
                  <a:moveTo>
                    <a:pt x="241" y="1"/>
                  </a:moveTo>
                  <a:lnTo>
                    <a:pt x="161" y="21"/>
                  </a:lnTo>
                  <a:lnTo>
                    <a:pt x="101" y="41"/>
                  </a:lnTo>
                  <a:lnTo>
                    <a:pt x="41" y="101"/>
                  </a:lnTo>
                  <a:lnTo>
                    <a:pt x="21" y="181"/>
                  </a:lnTo>
                  <a:lnTo>
                    <a:pt x="1" y="241"/>
                  </a:lnTo>
                  <a:lnTo>
                    <a:pt x="21" y="321"/>
                  </a:lnTo>
                  <a:lnTo>
                    <a:pt x="61" y="382"/>
                  </a:lnTo>
                  <a:lnTo>
                    <a:pt x="121" y="442"/>
                  </a:lnTo>
                  <a:lnTo>
                    <a:pt x="362" y="582"/>
                  </a:lnTo>
                  <a:lnTo>
                    <a:pt x="622" y="702"/>
                  </a:lnTo>
                  <a:lnTo>
                    <a:pt x="1144" y="943"/>
                  </a:lnTo>
                  <a:lnTo>
                    <a:pt x="1405" y="1063"/>
                  </a:lnTo>
                  <a:lnTo>
                    <a:pt x="1665" y="1204"/>
                  </a:lnTo>
                  <a:lnTo>
                    <a:pt x="1906" y="1364"/>
                  </a:lnTo>
                  <a:lnTo>
                    <a:pt x="2127" y="1545"/>
                  </a:lnTo>
                  <a:lnTo>
                    <a:pt x="2347" y="1765"/>
                  </a:lnTo>
                  <a:lnTo>
                    <a:pt x="2528" y="2006"/>
                  </a:lnTo>
                  <a:lnTo>
                    <a:pt x="2688" y="2247"/>
                  </a:lnTo>
                  <a:lnTo>
                    <a:pt x="2828" y="2507"/>
                  </a:lnTo>
                  <a:lnTo>
                    <a:pt x="3069" y="3049"/>
                  </a:lnTo>
                  <a:lnTo>
                    <a:pt x="3210" y="3330"/>
                  </a:lnTo>
                  <a:lnTo>
                    <a:pt x="3350" y="3590"/>
                  </a:lnTo>
                  <a:lnTo>
                    <a:pt x="3390" y="3650"/>
                  </a:lnTo>
                  <a:lnTo>
                    <a:pt x="3430" y="3691"/>
                  </a:lnTo>
                  <a:lnTo>
                    <a:pt x="3490" y="3731"/>
                  </a:lnTo>
                  <a:lnTo>
                    <a:pt x="3550" y="3751"/>
                  </a:lnTo>
                  <a:lnTo>
                    <a:pt x="3671" y="3751"/>
                  </a:lnTo>
                  <a:lnTo>
                    <a:pt x="3771" y="3731"/>
                  </a:lnTo>
                  <a:lnTo>
                    <a:pt x="3871" y="3670"/>
                  </a:lnTo>
                  <a:lnTo>
                    <a:pt x="3952" y="3570"/>
                  </a:lnTo>
                  <a:lnTo>
                    <a:pt x="3992" y="3450"/>
                  </a:lnTo>
                  <a:lnTo>
                    <a:pt x="3992" y="3390"/>
                  </a:lnTo>
                  <a:lnTo>
                    <a:pt x="3992" y="3310"/>
                  </a:lnTo>
                  <a:lnTo>
                    <a:pt x="3911" y="3009"/>
                  </a:lnTo>
                  <a:lnTo>
                    <a:pt x="3811" y="2688"/>
                  </a:lnTo>
                  <a:lnTo>
                    <a:pt x="3671" y="2367"/>
                  </a:lnTo>
                  <a:lnTo>
                    <a:pt x="3530" y="2066"/>
                  </a:lnTo>
                  <a:lnTo>
                    <a:pt x="3350" y="1785"/>
                  </a:lnTo>
                  <a:lnTo>
                    <a:pt x="3149" y="1505"/>
                  </a:lnTo>
                  <a:lnTo>
                    <a:pt x="2909" y="1244"/>
                  </a:lnTo>
                  <a:lnTo>
                    <a:pt x="2668" y="983"/>
                  </a:lnTo>
                  <a:lnTo>
                    <a:pt x="2407" y="763"/>
                  </a:lnTo>
                  <a:lnTo>
                    <a:pt x="2147" y="562"/>
                  </a:lnTo>
                  <a:lnTo>
                    <a:pt x="1846" y="382"/>
                  </a:lnTo>
                  <a:lnTo>
                    <a:pt x="1545" y="241"/>
                  </a:lnTo>
                  <a:lnTo>
                    <a:pt x="1224" y="121"/>
                  </a:lnTo>
                  <a:lnTo>
                    <a:pt x="903" y="41"/>
                  </a:lnTo>
                  <a:lnTo>
                    <a:pt x="58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8" name="Google Shape;5458;p21"/>
            <p:cNvSpPr/>
            <p:nvPr/>
          </p:nvSpPr>
          <p:spPr>
            <a:xfrm>
              <a:off x="11080175" y="3306938"/>
              <a:ext cx="17575" cy="18075"/>
            </a:xfrm>
            <a:custGeom>
              <a:avLst/>
              <a:gdLst/>
              <a:ahLst/>
              <a:cxnLst/>
              <a:rect l="l" t="t" r="r" b="b"/>
              <a:pathLst>
                <a:path w="703" h="723" extrusionOk="0">
                  <a:moveTo>
                    <a:pt x="262" y="0"/>
                  </a:moveTo>
                  <a:lnTo>
                    <a:pt x="181" y="21"/>
                  </a:lnTo>
                  <a:lnTo>
                    <a:pt x="121" y="61"/>
                  </a:lnTo>
                  <a:lnTo>
                    <a:pt x="81" y="101"/>
                  </a:lnTo>
                  <a:lnTo>
                    <a:pt x="41" y="161"/>
                  </a:lnTo>
                  <a:lnTo>
                    <a:pt x="21" y="221"/>
                  </a:lnTo>
                  <a:lnTo>
                    <a:pt x="1" y="361"/>
                  </a:lnTo>
                  <a:lnTo>
                    <a:pt x="21" y="502"/>
                  </a:lnTo>
                  <a:lnTo>
                    <a:pt x="41" y="562"/>
                  </a:lnTo>
                  <a:lnTo>
                    <a:pt x="81" y="622"/>
                  </a:lnTo>
                  <a:lnTo>
                    <a:pt x="121" y="662"/>
                  </a:lnTo>
                  <a:lnTo>
                    <a:pt x="181" y="702"/>
                  </a:lnTo>
                  <a:lnTo>
                    <a:pt x="262" y="722"/>
                  </a:lnTo>
                  <a:lnTo>
                    <a:pt x="422" y="722"/>
                  </a:lnTo>
                  <a:lnTo>
                    <a:pt x="502" y="702"/>
                  </a:lnTo>
                  <a:lnTo>
                    <a:pt x="563" y="662"/>
                  </a:lnTo>
                  <a:lnTo>
                    <a:pt x="603" y="622"/>
                  </a:lnTo>
                  <a:lnTo>
                    <a:pt x="643" y="562"/>
                  </a:lnTo>
                  <a:lnTo>
                    <a:pt x="683" y="502"/>
                  </a:lnTo>
                  <a:lnTo>
                    <a:pt x="703" y="361"/>
                  </a:lnTo>
                  <a:lnTo>
                    <a:pt x="683" y="221"/>
                  </a:lnTo>
                  <a:lnTo>
                    <a:pt x="643" y="161"/>
                  </a:lnTo>
                  <a:lnTo>
                    <a:pt x="603" y="101"/>
                  </a:lnTo>
                  <a:lnTo>
                    <a:pt x="563" y="61"/>
                  </a:lnTo>
                  <a:lnTo>
                    <a:pt x="502" y="21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9" name="Google Shape;5459;p21"/>
            <p:cNvSpPr/>
            <p:nvPr/>
          </p:nvSpPr>
          <p:spPr>
            <a:xfrm>
              <a:off x="10287620" y="4074038"/>
              <a:ext cx="162450" cy="94775"/>
            </a:xfrm>
            <a:custGeom>
              <a:avLst/>
              <a:gdLst/>
              <a:ahLst/>
              <a:cxnLst/>
              <a:rect l="l" t="t" r="r" b="b"/>
              <a:pathLst>
                <a:path w="6498" h="3791" extrusionOk="0">
                  <a:moveTo>
                    <a:pt x="3490" y="0"/>
                  </a:moveTo>
                  <a:lnTo>
                    <a:pt x="3129" y="20"/>
                  </a:lnTo>
                  <a:lnTo>
                    <a:pt x="2788" y="80"/>
                  </a:lnTo>
                  <a:lnTo>
                    <a:pt x="2447" y="160"/>
                  </a:lnTo>
                  <a:lnTo>
                    <a:pt x="2126" y="281"/>
                  </a:lnTo>
                  <a:lnTo>
                    <a:pt x="1825" y="421"/>
                  </a:lnTo>
                  <a:lnTo>
                    <a:pt x="1544" y="602"/>
                  </a:lnTo>
                  <a:lnTo>
                    <a:pt x="1264" y="802"/>
                  </a:lnTo>
                  <a:lnTo>
                    <a:pt x="1023" y="1023"/>
                  </a:lnTo>
                  <a:lnTo>
                    <a:pt x="802" y="1284"/>
                  </a:lnTo>
                  <a:lnTo>
                    <a:pt x="602" y="1544"/>
                  </a:lnTo>
                  <a:lnTo>
                    <a:pt x="421" y="1825"/>
                  </a:lnTo>
                  <a:lnTo>
                    <a:pt x="281" y="2146"/>
                  </a:lnTo>
                  <a:lnTo>
                    <a:pt x="161" y="2467"/>
                  </a:lnTo>
                  <a:lnTo>
                    <a:pt x="80" y="2788"/>
                  </a:lnTo>
                  <a:lnTo>
                    <a:pt x="20" y="3149"/>
                  </a:lnTo>
                  <a:lnTo>
                    <a:pt x="0" y="3490"/>
                  </a:lnTo>
                  <a:lnTo>
                    <a:pt x="20" y="3790"/>
                  </a:lnTo>
                  <a:lnTo>
                    <a:pt x="6498" y="3790"/>
                  </a:lnTo>
                  <a:lnTo>
                    <a:pt x="6117" y="3690"/>
                  </a:lnTo>
                  <a:lnTo>
                    <a:pt x="5776" y="3570"/>
                  </a:lnTo>
                  <a:lnTo>
                    <a:pt x="5435" y="3409"/>
                  </a:lnTo>
                  <a:lnTo>
                    <a:pt x="5114" y="3249"/>
                  </a:lnTo>
                  <a:lnTo>
                    <a:pt x="4813" y="3068"/>
                  </a:lnTo>
                  <a:lnTo>
                    <a:pt x="4533" y="2868"/>
                  </a:lnTo>
                  <a:lnTo>
                    <a:pt x="4292" y="2647"/>
                  </a:lnTo>
                  <a:lnTo>
                    <a:pt x="4091" y="2427"/>
                  </a:lnTo>
                  <a:lnTo>
                    <a:pt x="3971" y="2266"/>
                  </a:lnTo>
                  <a:lnTo>
                    <a:pt x="3891" y="2106"/>
                  </a:lnTo>
                  <a:lnTo>
                    <a:pt x="3851" y="1945"/>
                  </a:lnTo>
                  <a:lnTo>
                    <a:pt x="3811" y="1805"/>
                  </a:lnTo>
                  <a:lnTo>
                    <a:pt x="3811" y="1665"/>
                  </a:lnTo>
                  <a:lnTo>
                    <a:pt x="3811" y="1544"/>
                  </a:lnTo>
                  <a:lnTo>
                    <a:pt x="3851" y="1404"/>
                  </a:lnTo>
                  <a:lnTo>
                    <a:pt x="3891" y="1284"/>
                  </a:lnTo>
                  <a:lnTo>
                    <a:pt x="3951" y="1163"/>
                  </a:lnTo>
                  <a:lnTo>
                    <a:pt x="4031" y="1063"/>
                  </a:lnTo>
                  <a:lnTo>
                    <a:pt x="4212" y="842"/>
                  </a:lnTo>
                  <a:lnTo>
                    <a:pt x="4432" y="662"/>
                  </a:lnTo>
                  <a:lnTo>
                    <a:pt x="4653" y="481"/>
                  </a:lnTo>
                  <a:lnTo>
                    <a:pt x="4853" y="341"/>
                  </a:lnTo>
                  <a:lnTo>
                    <a:pt x="5054" y="221"/>
                  </a:lnTo>
                  <a:lnTo>
                    <a:pt x="5275" y="100"/>
                  </a:lnTo>
                  <a:lnTo>
                    <a:pt x="5495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0" name="Google Shape;5460;p21"/>
            <p:cNvSpPr/>
            <p:nvPr/>
          </p:nvSpPr>
          <p:spPr>
            <a:xfrm>
              <a:off x="10393350" y="3917588"/>
              <a:ext cx="25575" cy="158475"/>
            </a:xfrm>
            <a:custGeom>
              <a:avLst/>
              <a:gdLst/>
              <a:ahLst/>
              <a:cxnLst/>
              <a:rect l="l" t="t" r="r" b="b"/>
              <a:pathLst>
                <a:path w="1023" h="6339" extrusionOk="0">
                  <a:moveTo>
                    <a:pt x="0" y="1"/>
                  </a:moveTo>
                  <a:lnTo>
                    <a:pt x="0" y="6338"/>
                  </a:lnTo>
                  <a:lnTo>
                    <a:pt x="1023" y="6338"/>
                  </a:lnTo>
                  <a:lnTo>
                    <a:pt x="963" y="4754"/>
                  </a:lnTo>
                  <a:lnTo>
                    <a:pt x="943" y="3169"/>
                  </a:lnTo>
                  <a:lnTo>
                    <a:pt x="943" y="1585"/>
                  </a:lnTo>
                  <a:lnTo>
                    <a:pt x="963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5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62" name="Google Shape;5462;p22"/>
          <p:cNvGrpSpPr/>
          <p:nvPr/>
        </p:nvGrpSpPr>
        <p:grpSpPr>
          <a:xfrm flipH="1">
            <a:off x="162878" y="103243"/>
            <a:ext cx="8818245" cy="4937014"/>
            <a:chOff x="238125" y="857725"/>
            <a:chExt cx="7143750" cy="3999525"/>
          </a:xfrm>
        </p:grpSpPr>
        <p:sp>
          <p:nvSpPr>
            <p:cNvPr id="5463" name="Google Shape;5463;p22"/>
            <p:cNvSpPr/>
            <p:nvPr/>
          </p:nvSpPr>
          <p:spPr>
            <a:xfrm>
              <a:off x="3447000" y="857725"/>
              <a:ext cx="309925" cy="605300"/>
            </a:xfrm>
            <a:custGeom>
              <a:avLst/>
              <a:gdLst/>
              <a:ahLst/>
              <a:cxnLst/>
              <a:rect l="l" t="t" r="r" b="b"/>
              <a:pathLst>
                <a:path w="12397" h="24212" extrusionOk="0">
                  <a:moveTo>
                    <a:pt x="7955" y="463"/>
                  </a:moveTo>
                  <a:lnTo>
                    <a:pt x="8496" y="502"/>
                  </a:lnTo>
                  <a:lnTo>
                    <a:pt x="9037" y="618"/>
                  </a:lnTo>
                  <a:lnTo>
                    <a:pt x="9500" y="811"/>
                  </a:lnTo>
                  <a:lnTo>
                    <a:pt x="9925" y="1043"/>
                  </a:lnTo>
                  <a:lnTo>
                    <a:pt x="10311" y="1352"/>
                  </a:lnTo>
                  <a:lnTo>
                    <a:pt x="10659" y="1699"/>
                  </a:lnTo>
                  <a:lnTo>
                    <a:pt x="10967" y="2085"/>
                  </a:lnTo>
                  <a:lnTo>
                    <a:pt x="11238" y="2510"/>
                  </a:lnTo>
                  <a:lnTo>
                    <a:pt x="11469" y="2973"/>
                  </a:lnTo>
                  <a:lnTo>
                    <a:pt x="11663" y="3437"/>
                  </a:lnTo>
                  <a:lnTo>
                    <a:pt x="11778" y="3939"/>
                  </a:lnTo>
                  <a:lnTo>
                    <a:pt x="11856" y="4441"/>
                  </a:lnTo>
                  <a:lnTo>
                    <a:pt x="11894" y="4981"/>
                  </a:lnTo>
                  <a:lnTo>
                    <a:pt x="11894" y="5483"/>
                  </a:lnTo>
                  <a:lnTo>
                    <a:pt x="11817" y="5985"/>
                  </a:lnTo>
                  <a:lnTo>
                    <a:pt x="11701" y="6487"/>
                  </a:lnTo>
                  <a:lnTo>
                    <a:pt x="11547" y="6989"/>
                  </a:lnTo>
                  <a:lnTo>
                    <a:pt x="11315" y="7453"/>
                  </a:lnTo>
                  <a:lnTo>
                    <a:pt x="11083" y="7916"/>
                  </a:lnTo>
                  <a:lnTo>
                    <a:pt x="10813" y="8341"/>
                  </a:lnTo>
                  <a:lnTo>
                    <a:pt x="10504" y="8766"/>
                  </a:lnTo>
                  <a:lnTo>
                    <a:pt x="10195" y="9152"/>
                  </a:lnTo>
                  <a:lnTo>
                    <a:pt x="9848" y="9499"/>
                  </a:lnTo>
                  <a:lnTo>
                    <a:pt x="9461" y="9847"/>
                  </a:lnTo>
                  <a:lnTo>
                    <a:pt x="9037" y="10156"/>
                  </a:lnTo>
                  <a:lnTo>
                    <a:pt x="8651" y="10465"/>
                  </a:lnTo>
                  <a:lnTo>
                    <a:pt x="8187" y="10735"/>
                  </a:lnTo>
                  <a:lnTo>
                    <a:pt x="7762" y="11005"/>
                  </a:lnTo>
                  <a:lnTo>
                    <a:pt x="6836" y="11469"/>
                  </a:lnTo>
                  <a:lnTo>
                    <a:pt x="5870" y="11855"/>
                  </a:lnTo>
                  <a:lnTo>
                    <a:pt x="5677" y="11855"/>
                  </a:lnTo>
                  <a:lnTo>
                    <a:pt x="5639" y="11932"/>
                  </a:lnTo>
                  <a:lnTo>
                    <a:pt x="5600" y="11932"/>
                  </a:lnTo>
                  <a:lnTo>
                    <a:pt x="4982" y="11276"/>
                  </a:lnTo>
                  <a:lnTo>
                    <a:pt x="4442" y="10542"/>
                  </a:lnTo>
                  <a:lnTo>
                    <a:pt x="3978" y="9808"/>
                  </a:lnTo>
                  <a:lnTo>
                    <a:pt x="3746" y="9383"/>
                  </a:lnTo>
                  <a:lnTo>
                    <a:pt x="3592" y="8997"/>
                  </a:lnTo>
                  <a:lnTo>
                    <a:pt x="3438" y="8611"/>
                  </a:lnTo>
                  <a:lnTo>
                    <a:pt x="3283" y="8186"/>
                  </a:lnTo>
                  <a:lnTo>
                    <a:pt x="3167" y="7762"/>
                  </a:lnTo>
                  <a:lnTo>
                    <a:pt x="3090" y="7298"/>
                  </a:lnTo>
                  <a:lnTo>
                    <a:pt x="3051" y="6873"/>
                  </a:lnTo>
                  <a:lnTo>
                    <a:pt x="3013" y="6410"/>
                  </a:lnTo>
                  <a:lnTo>
                    <a:pt x="3051" y="5947"/>
                  </a:lnTo>
                  <a:lnTo>
                    <a:pt x="3090" y="5483"/>
                  </a:lnTo>
                  <a:lnTo>
                    <a:pt x="3167" y="5020"/>
                  </a:lnTo>
                  <a:lnTo>
                    <a:pt x="3244" y="4557"/>
                  </a:lnTo>
                  <a:lnTo>
                    <a:pt x="3399" y="4093"/>
                  </a:lnTo>
                  <a:lnTo>
                    <a:pt x="3592" y="3668"/>
                  </a:lnTo>
                  <a:lnTo>
                    <a:pt x="3785" y="3205"/>
                  </a:lnTo>
                  <a:lnTo>
                    <a:pt x="4055" y="2819"/>
                  </a:lnTo>
                  <a:lnTo>
                    <a:pt x="4326" y="2394"/>
                  </a:lnTo>
                  <a:lnTo>
                    <a:pt x="4635" y="2047"/>
                  </a:lnTo>
                  <a:lnTo>
                    <a:pt x="4944" y="1699"/>
                  </a:lnTo>
                  <a:lnTo>
                    <a:pt x="5330" y="1390"/>
                  </a:lnTo>
                  <a:lnTo>
                    <a:pt x="5716" y="1081"/>
                  </a:lnTo>
                  <a:lnTo>
                    <a:pt x="6102" y="850"/>
                  </a:lnTo>
                  <a:lnTo>
                    <a:pt x="6527" y="695"/>
                  </a:lnTo>
                  <a:lnTo>
                    <a:pt x="6990" y="541"/>
                  </a:lnTo>
                  <a:lnTo>
                    <a:pt x="7453" y="463"/>
                  </a:lnTo>
                  <a:close/>
                  <a:moveTo>
                    <a:pt x="5561" y="12279"/>
                  </a:moveTo>
                  <a:lnTo>
                    <a:pt x="5600" y="12318"/>
                  </a:lnTo>
                  <a:lnTo>
                    <a:pt x="5677" y="12357"/>
                  </a:lnTo>
                  <a:lnTo>
                    <a:pt x="5793" y="12897"/>
                  </a:lnTo>
                  <a:lnTo>
                    <a:pt x="5793" y="12897"/>
                  </a:lnTo>
                  <a:lnTo>
                    <a:pt x="5098" y="12588"/>
                  </a:lnTo>
                  <a:lnTo>
                    <a:pt x="5561" y="12279"/>
                  </a:lnTo>
                  <a:close/>
                  <a:moveTo>
                    <a:pt x="3322" y="12975"/>
                  </a:moveTo>
                  <a:lnTo>
                    <a:pt x="3476" y="13477"/>
                  </a:lnTo>
                  <a:lnTo>
                    <a:pt x="3553" y="13979"/>
                  </a:lnTo>
                  <a:lnTo>
                    <a:pt x="3013" y="13979"/>
                  </a:lnTo>
                  <a:lnTo>
                    <a:pt x="2781" y="13940"/>
                  </a:lnTo>
                  <a:lnTo>
                    <a:pt x="2511" y="13824"/>
                  </a:lnTo>
                  <a:lnTo>
                    <a:pt x="2936" y="13399"/>
                  </a:lnTo>
                  <a:lnTo>
                    <a:pt x="3322" y="12975"/>
                  </a:lnTo>
                  <a:close/>
                  <a:moveTo>
                    <a:pt x="3940" y="14326"/>
                  </a:moveTo>
                  <a:lnTo>
                    <a:pt x="5098" y="14519"/>
                  </a:lnTo>
                  <a:lnTo>
                    <a:pt x="4442" y="15485"/>
                  </a:lnTo>
                  <a:lnTo>
                    <a:pt x="4287" y="15214"/>
                  </a:lnTo>
                  <a:lnTo>
                    <a:pt x="4171" y="14944"/>
                  </a:lnTo>
                  <a:lnTo>
                    <a:pt x="4055" y="14635"/>
                  </a:lnTo>
                  <a:lnTo>
                    <a:pt x="3978" y="14365"/>
                  </a:lnTo>
                  <a:lnTo>
                    <a:pt x="3940" y="14326"/>
                  </a:lnTo>
                  <a:close/>
                  <a:moveTo>
                    <a:pt x="3746" y="14596"/>
                  </a:moveTo>
                  <a:lnTo>
                    <a:pt x="3824" y="14944"/>
                  </a:lnTo>
                  <a:lnTo>
                    <a:pt x="3978" y="15291"/>
                  </a:lnTo>
                  <a:lnTo>
                    <a:pt x="4133" y="15600"/>
                  </a:lnTo>
                  <a:lnTo>
                    <a:pt x="4287" y="15909"/>
                  </a:lnTo>
                  <a:lnTo>
                    <a:pt x="4364" y="15987"/>
                  </a:lnTo>
                  <a:lnTo>
                    <a:pt x="4055" y="16411"/>
                  </a:lnTo>
                  <a:lnTo>
                    <a:pt x="3746" y="16875"/>
                  </a:lnTo>
                  <a:lnTo>
                    <a:pt x="3592" y="16411"/>
                  </a:lnTo>
                  <a:lnTo>
                    <a:pt x="3476" y="15948"/>
                  </a:lnTo>
                  <a:lnTo>
                    <a:pt x="3476" y="15716"/>
                  </a:lnTo>
                  <a:lnTo>
                    <a:pt x="3476" y="15446"/>
                  </a:lnTo>
                  <a:lnTo>
                    <a:pt x="3515" y="15214"/>
                  </a:lnTo>
                  <a:lnTo>
                    <a:pt x="3553" y="14983"/>
                  </a:lnTo>
                  <a:lnTo>
                    <a:pt x="3746" y="14596"/>
                  </a:lnTo>
                  <a:close/>
                  <a:moveTo>
                    <a:pt x="4480" y="16334"/>
                  </a:moveTo>
                  <a:lnTo>
                    <a:pt x="4673" y="16759"/>
                  </a:lnTo>
                  <a:lnTo>
                    <a:pt x="4789" y="17222"/>
                  </a:lnTo>
                  <a:lnTo>
                    <a:pt x="4789" y="17222"/>
                  </a:lnTo>
                  <a:lnTo>
                    <a:pt x="4364" y="17106"/>
                  </a:lnTo>
                  <a:lnTo>
                    <a:pt x="3940" y="17029"/>
                  </a:lnTo>
                  <a:lnTo>
                    <a:pt x="4480" y="16334"/>
                  </a:lnTo>
                  <a:close/>
                  <a:moveTo>
                    <a:pt x="2472" y="16875"/>
                  </a:moveTo>
                  <a:lnTo>
                    <a:pt x="3399" y="17106"/>
                  </a:lnTo>
                  <a:lnTo>
                    <a:pt x="3476" y="17261"/>
                  </a:lnTo>
                  <a:lnTo>
                    <a:pt x="3322" y="17377"/>
                  </a:lnTo>
                  <a:lnTo>
                    <a:pt x="3167" y="17570"/>
                  </a:lnTo>
                  <a:lnTo>
                    <a:pt x="2897" y="17917"/>
                  </a:lnTo>
                  <a:lnTo>
                    <a:pt x="2665" y="17415"/>
                  </a:lnTo>
                  <a:lnTo>
                    <a:pt x="2472" y="16875"/>
                  </a:lnTo>
                  <a:close/>
                  <a:moveTo>
                    <a:pt x="3360" y="19732"/>
                  </a:moveTo>
                  <a:lnTo>
                    <a:pt x="4055" y="20427"/>
                  </a:lnTo>
                  <a:lnTo>
                    <a:pt x="3553" y="20659"/>
                  </a:lnTo>
                  <a:lnTo>
                    <a:pt x="3013" y="20968"/>
                  </a:lnTo>
                  <a:lnTo>
                    <a:pt x="3167" y="20350"/>
                  </a:lnTo>
                  <a:lnTo>
                    <a:pt x="3360" y="19732"/>
                  </a:lnTo>
                  <a:close/>
                  <a:moveTo>
                    <a:pt x="5677" y="20118"/>
                  </a:moveTo>
                  <a:lnTo>
                    <a:pt x="5986" y="20196"/>
                  </a:lnTo>
                  <a:lnTo>
                    <a:pt x="5716" y="20891"/>
                  </a:lnTo>
                  <a:lnTo>
                    <a:pt x="5368" y="21547"/>
                  </a:lnTo>
                  <a:lnTo>
                    <a:pt x="4673" y="20582"/>
                  </a:lnTo>
                  <a:lnTo>
                    <a:pt x="4635" y="20543"/>
                  </a:lnTo>
                  <a:lnTo>
                    <a:pt x="4673" y="20234"/>
                  </a:lnTo>
                  <a:lnTo>
                    <a:pt x="5021" y="20157"/>
                  </a:lnTo>
                  <a:lnTo>
                    <a:pt x="5330" y="20118"/>
                  </a:lnTo>
                  <a:close/>
                  <a:moveTo>
                    <a:pt x="7453" y="0"/>
                  </a:moveTo>
                  <a:lnTo>
                    <a:pt x="7067" y="39"/>
                  </a:lnTo>
                  <a:lnTo>
                    <a:pt x="6720" y="154"/>
                  </a:lnTo>
                  <a:lnTo>
                    <a:pt x="6334" y="270"/>
                  </a:lnTo>
                  <a:lnTo>
                    <a:pt x="5986" y="425"/>
                  </a:lnTo>
                  <a:lnTo>
                    <a:pt x="5639" y="579"/>
                  </a:lnTo>
                  <a:lnTo>
                    <a:pt x="5291" y="811"/>
                  </a:lnTo>
                  <a:lnTo>
                    <a:pt x="4944" y="1043"/>
                  </a:lnTo>
                  <a:lnTo>
                    <a:pt x="4635" y="1313"/>
                  </a:lnTo>
                  <a:lnTo>
                    <a:pt x="4364" y="1622"/>
                  </a:lnTo>
                  <a:lnTo>
                    <a:pt x="4094" y="1892"/>
                  </a:lnTo>
                  <a:lnTo>
                    <a:pt x="3824" y="2240"/>
                  </a:lnTo>
                  <a:lnTo>
                    <a:pt x="3592" y="2549"/>
                  </a:lnTo>
                  <a:lnTo>
                    <a:pt x="3399" y="2896"/>
                  </a:lnTo>
                  <a:lnTo>
                    <a:pt x="3206" y="3282"/>
                  </a:lnTo>
                  <a:lnTo>
                    <a:pt x="3051" y="3630"/>
                  </a:lnTo>
                  <a:lnTo>
                    <a:pt x="2897" y="4016"/>
                  </a:lnTo>
                  <a:lnTo>
                    <a:pt x="2781" y="4402"/>
                  </a:lnTo>
                  <a:lnTo>
                    <a:pt x="2704" y="4788"/>
                  </a:lnTo>
                  <a:lnTo>
                    <a:pt x="2627" y="5174"/>
                  </a:lnTo>
                  <a:lnTo>
                    <a:pt x="2588" y="5599"/>
                  </a:lnTo>
                  <a:lnTo>
                    <a:pt x="2549" y="5985"/>
                  </a:lnTo>
                  <a:lnTo>
                    <a:pt x="2549" y="6410"/>
                  </a:lnTo>
                  <a:lnTo>
                    <a:pt x="2549" y="6835"/>
                  </a:lnTo>
                  <a:lnTo>
                    <a:pt x="2665" y="7723"/>
                  </a:lnTo>
                  <a:lnTo>
                    <a:pt x="2742" y="8148"/>
                  </a:lnTo>
                  <a:lnTo>
                    <a:pt x="2858" y="8572"/>
                  </a:lnTo>
                  <a:lnTo>
                    <a:pt x="3013" y="8997"/>
                  </a:lnTo>
                  <a:lnTo>
                    <a:pt x="3167" y="9383"/>
                  </a:lnTo>
                  <a:lnTo>
                    <a:pt x="3322" y="9808"/>
                  </a:lnTo>
                  <a:lnTo>
                    <a:pt x="3553" y="10194"/>
                  </a:lnTo>
                  <a:lnTo>
                    <a:pt x="3746" y="10542"/>
                  </a:lnTo>
                  <a:lnTo>
                    <a:pt x="4017" y="10928"/>
                  </a:lnTo>
                  <a:lnTo>
                    <a:pt x="4287" y="11237"/>
                  </a:lnTo>
                  <a:lnTo>
                    <a:pt x="4596" y="11546"/>
                  </a:lnTo>
                  <a:lnTo>
                    <a:pt x="4905" y="11855"/>
                  </a:lnTo>
                  <a:lnTo>
                    <a:pt x="5252" y="12086"/>
                  </a:lnTo>
                  <a:lnTo>
                    <a:pt x="4557" y="12473"/>
                  </a:lnTo>
                  <a:lnTo>
                    <a:pt x="4480" y="12550"/>
                  </a:lnTo>
                  <a:lnTo>
                    <a:pt x="4442" y="12666"/>
                  </a:lnTo>
                  <a:lnTo>
                    <a:pt x="4480" y="12781"/>
                  </a:lnTo>
                  <a:lnTo>
                    <a:pt x="4596" y="12859"/>
                  </a:lnTo>
                  <a:lnTo>
                    <a:pt x="5021" y="13013"/>
                  </a:lnTo>
                  <a:lnTo>
                    <a:pt x="4673" y="13168"/>
                  </a:lnTo>
                  <a:lnTo>
                    <a:pt x="4403" y="13361"/>
                  </a:lnTo>
                  <a:lnTo>
                    <a:pt x="4094" y="13554"/>
                  </a:lnTo>
                  <a:lnTo>
                    <a:pt x="3862" y="13785"/>
                  </a:lnTo>
                  <a:lnTo>
                    <a:pt x="3824" y="13477"/>
                  </a:lnTo>
                  <a:lnTo>
                    <a:pt x="3746" y="13168"/>
                  </a:lnTo>
                  <a:lnTo>
                    <a:pt x="3631" y="12859"/>
                  </a:lnTo>
                  <a:lnTo>
                    <a:pt x="3515" y="12550"/>
                  </a:lnTo>
                  <a:lnTo>
                    <a:pt x="3476" y="12473"/>
                  </a:lnTo>
                  <a:lnTo>
                    <a:pt x="3360" y="12434"/>
                  </a:lnTo>
                  <a:lnTo>
                    <a:pt x="3283" y="12473"/>
                  </a:lnTo>
                  <a:lnTo>
                    <a:pt x="3206" y="12511"/>
                  </a:lnTo>
                  <a:lnTo>
                    <a:pt x="2665" y="13168"/>
                  </a:lnTo>
                  <a:lnTo>
                    <a:pt x="2086" y="13747"/>
                  </a:lnTo>
                  <a:lnTo>
                    <a:pt x="2047" y="13824"/>
                  </a:lnTo>
                  <a:lnTo>
                    <a:pt x="2009" y="13901"/>
                  </a:lnTo>
                  <a:lnTo>
                    <a:pt x="2047" y="13979"/>
                  </a:lnTo>
                  <a:lnTo>
                    <a:pt x="2086" y="14056"/>
                  </a:lnTo>
                  <a:lnTo>
                    <a:pt x="2395" y="14210"/>
                  </a:lnTo>
                  <a:lnTo>
                    <a:pt x="2742" y="14287"/>
                  </a:lnTo>
                  <a:lnTo>
                    <a:pt x="3051" y="14365"/>
                  </a:lnTo>
                  <a:lnTo>
                    <a:pt x="3399" y="14365"/>
                  </a:lnTo>
                  <a:lnTo>
                    <a:pt x="3244" y="14635"/>
                  </a:lnTo>
                  <a:lnTo>
                    <a:pt x="3129" y="14944"/>
                  </a:lnTo>
                  <a:lnTo>
                    <a:pt x="3090" y="15176"/>
                  </a:lnTo>
                  <a:lnTo>
                    <a:pt x="3051" y="15407"/>
                  </a:lnTo>
                  <a:lnTo>
                    <a:pt x="3051" y="15871"/>
                  </a:lnTo>
                  <a:lnTo>
                    <a:pt x="3129" y="16295"/>
                  </a:lnTo>
                  <a:lnTo>
                    <a:pt x="3244" y="16759"/>
                  </a:lnTo>
                  <a:lnTo>
                    <a:pt x="2781" y="16566"/>
                  </a:lnTo>
                  <a:lnTo>
                    <a:pt x="2279" y="16411"/>
                  </a:lnTo>
                  <a:lnTo>
                    <a:pt x="2202" y="16411"/>
                  </a:lnTo>
                  <a:lnTo>
                    <a:pt x="2125" y="16450"/>
                  </a:lnTo>
                  <a:lnTo>
                    <a:pt x="2047" y="16527"/>
                  </a:lnTo>
                  <a:lnTo>
                    <a:pt x="2047" y="16643"/>
                  </a:lnTo>
                  <a:lnTo>
                    <a:pt x="2163" y="17106"/>
                  </a:lnTo>
                  <a:lnTo>
                    <a:pt x="2279" y="17531"/>
                  </a:lnTo>
                  <a:lnTo>
                    <a:pt x="2472" y="17956"/>
                  </a:lnTo>
                  <a:lnTo>
                    <a:pt x="2704" y="18381"/>
                  </a:lnTo>
                  <a:lnTo>
                    <a:pt x="2781" y="18458"/>
                  </a:lnTo>
                  <a:lnTo>
                    <a:pt x="2858" y="18496"/>
                  </a:lnTo>
                  <a:lnTo>
                    <a:pt x="2936" y="18458"/>
                  </a:lnTo>
                  <a:lnTo>
                    <a:pt x="3013" y="18381"/>
                  </a:lnTo>
                  <a:lnTo>
                    <a:pt x="3322" y="18033"/>
                  </a:lnTo>
                  <a:lnTo>
                    <a:pt x="3515" y="17801"/>
                  </a:lnTo>
                  <a:lnTo>
                    <a:pt x="3631" y="17608"/>
                  </a:lnTo>
                  <a:lnTo>
                    <a:pt x="3708" y="17763"/>
                  </a:lnTo>
                  <a:lnTo>
                    <a:pt x="3978" y="18342"/>
                  </a:lnTo>
                  <a:lnTo>
                    <a:pt x="4133" y="18960"/>
                  </a:lnTo>
                  <a:lnTo>
                    <a:pt x="4248" y="19539"/>
                  </a:lnTo>
                  <a:lnTo>
                    <a:pt x="4248" y="20157"/>
                  </a:lnTo>
                  <a:lnTo>
                    <a:pt x="3438" y="19307"/>
                  </a:lnTo>
                  <a:lnTo>
                    <a:pt x="3399" y="19269"/>
                  </a:lnTo>
                  <a:lnTo>
                    <a:pt x="3206" y="19269"/>
                  </a:lnTo>
                  <a:lnTo>
                    <a:pt x="3167" y="19346"/>
                  </a:lnTo>
                  <a:lnTo>
                    <a:pt x="2974" y="19809"/>
                  </a:lnTo>
                  <a:lnTo>
                    <a:pt x="2781" y="20273"/>
                  </a:lnTo>
                  <a:lnTo>
                    <a:pt x="2665" y="20775"/>
                  </a:lnTo>
                  <a:lnTo>
                    <a:pt x="2627" y="21315"/>
                  </a:lnTo>
                  <a:lnTo>
                    <a:pt x="2627" y="21393"/>
                  </a:lnTo>
                  <a:lnTo>
                    <a:pt x="2704" y="21470"/>
                  </a:lnTo>
                  <a:lnTo>
                    <a:pt x="2781" y="21508"/>
                  </a:lnTo>
                  <a:lnTo>
                    <a:pt x="2897" y="21470"/>
                  </a:lnTo>
                  <a:lnTo>
                    <a:pt x="3515" y="21161"/>
                  </a:lnTo>
                  <a:lnTo>
                    <a:pt x="4171" y="20775"/>
                  </a:lnTo>
                  <a:lnTo>
                    <a:pt x="4055" y="21161"/>
                  </a:lnTo>
                  <a:lnTo>
                    <a:pt x="3901" y="21547"/>
                  </a:lnTo>
                  <a:lnTo>
                    <a:pt x="3669" y="22049"/>
                  </a:lnTo>
                  <a:lnTo>
                    <a:pt x="3322" y="22551"/>
                  </a:lnTo>
                  <a:lnTo>
                    <a:pt x="2897" y="23014"/>
                  </a:lnTo>
                  <a:lnTo>
                    <a:pt x="2627" y="23246"/>
                  </a:lnTo>
                  <a:lnTo>
                    <a:pt x="2395" y="23401"/>
                  </a:lnTo>
                  <a:lnTo>
                    <a:pt x="2125" y="23594"/>
                  </a:lnTo>
                  <a:lnTo>
                    <a:pt x="1854" y="23709"/>
                  </a:lnTo>
                  <a:lnTo>
                    <a:pt x="1584" y="23787"/>
                  </a:lnTo>
                  <a:lnTo>
                    <a:pt x="1314" y="23787"/>
                  </a:lnTo>
                  <a:lnTo>
                    <a:pt x="1082" y="23748"/>
                  </a:lnTo>
                  <a:lnTo>
                    <a:pt x="812" y="23671"/>
                  </a:lnTo>
                  <a:lnTo>
                    <a:pt x="541" y="23516"/>
                  </a:lnTo>
                  <a:lnTo>
                    <a:pt x="310" y="23285"/>
                  </a:lnTo>
                  <a:lnTo>
                    <a:pt x="233" y="23246"/>
                  </a:lnTo>
                  <a:lnTo>
                    <a:pt x="78" y="23246"/>
                  </a:lnTo>
                  <a:lnTo>
                    <a:pt x="39" y="23362"/>
                  </a:lnTo>
                  <a:lnTo>
                    <a:pt x="1" y="23401"/>
                  </a:lnTo>
                  <a:lnTo>
                    <a:pt x="39" y="23478"/>
                  </a:lnTo>
                  <a:lnTo>
                    <a:pt x="155" y="23632"/>
                  </a:lnTo>
                  <a:lnTo>
                    <a:pt x="271" y="23787"/>
                  </a:lnTo>
                  <a:lnTo>
                    <a:pt x="387" y="23903"/>
                  </a:lnTo>
                  <a:lnTo>
                    <a:pt x="541" y="24018"/>
                  </a:lnTo>
                  <a:lnTo>
                    <a:pt x="696" y="24096"/>
                  </a:lnTo>
                  <a:lnTo>
                    <a:pt x="889" y="24134"/>
                  </a:lnTo>
                  <a:lnTo>
                    <a:pt x="1236" y="24211"/>
                  </a:lnTo>
                  <a:lnTo>
                    <a:pt x="1584" y="24173"/>
                  </a:lnTo>
                  <a:lnTo>
                    <a:pt x="1970" y="24096"/>
                  </a:lnTo>
                  <a:lnTo>
                    <a:pt x="2318" y="23941"/>
                  </a:lnTo>
                  <a:lnTo>
                    <a:pt x="2665" y="23748"/>
                  </a:lnTo>
                  <a:lnTo>
                    <a:pt x="3013" y="23478"/>
                  </a:lnTo>
                  <a:lnTo>
                    <a:pt x="3322" y="23207"/>
                  </a:lnTo>
                  <a:lnTo>
                    <a:pt x="3631" y="22860"/>
                  </a:lnTo>
                  <a:lnTo>
                    <a:pt x="3901" y="22512"/>
                  </a:lnTo>
                  <a:lnTo>
                    <a:pt x="4133" y="22126"/>
                  </a:lnTo>
                  <a:lnTo>
                    <a:pt x="4326" y="21702"/>
                  </a:lnTo>
                  <a:lnTo>
                    <a:pt x="4480" y="21315"/>
                  </a:lnTo>
                  <a:lnTo>
                    <a:pt x="4596" y="20852"/>
                  </a:lnTo>
                  <a:lnTo>
                    <a:pt x="5214" y="21972"/>
                  </a:lnTo>
                  <a:lnTo>
                    <a:pt x="5291" y="22049"/>
                  </a:lnTo>
                  <a:lnTo>
                    <a:pt x="5368" y="22088"/>
                  </a:lnTo>
                  <a:lnTo>
                    <a:pt x="5446" y="22049"/>
                  </a:lnTo>
                  <a:lnTo>
                    <a:pt x="5523" y="22010"/>
                  </a:lnTo>
                  <a:lnTo>
                    <a:pt x="5793" y="21547"/>
                  </a:lnTo>
                  <a:lnTo>
                    <a:pt x="6025" y="21084"/>
                  </a:lnTo>
                  <a:lnTo>
                    <a:pt x="6411" y="20118"/>
                  </a:lnTo>
                  <a:lnTo>
                    <a:pt x="6411" y="20041"/>
                  </a:lnTo>
                  <a:lnTo>
                    <a:pt x="6411" y="19964"/>
                  </a:lnTo>
                  <a:lnTo>
                    <a:pt x="6372" y="19925"/>
                  </a:lnTo>
                  <a:lnTo>
                    <a:pt x="6295" y="19887"/>
                  </a:lnTo>
                  <a:lnTo>
                    <a:pt x="5909" y="19771"/>
                  </a:lnTo>
                  <a:lnTo>
                    <a:pt x="5484" y="19732"/>
                  </a:lnTo>
                  <a:lnTo>
                    <a:pt x="5098" y="19732"/>
                  </a:lnTo>
                  <a:lnTo>
                    <a:pt x="4673" y="19848"/>
                  </a:lnTo>
                  <a:lnTo>
                    <a:pt x="4635" y="19230"/>
                  </a:lnTo>
                  <a:lnTo>
                    <a:pt x="4519" y="18651"/>
                  </a:lnTo>
                  <a:lnTo>
                    <a:pt x="4287" y="18033"/>
                  </a:lnTo>
                  <a:lnTo>
                    <a:pt x="4055" y="17454"/>
                  </a:lnTo>
                  <a:lnTo>
                    <a:pt x="4055" y="17454"/>
                  </a:lnTo>
                  <a:lnTo>
                    <a:pt x="4519" y="17531"/>
                  </a:lnTo>
                  <a:lnTo>
                    <a:pt x="4982" y="17608"/>
                  </a:lnTo>
                  <a:lnTo>
                    <a:pt x="5059" y="17608"/>
                  </a:lnTo>
                  <a:lnTo>
                    <a:pt x="5098" y="17531"/>
                  </a:lnTo>
                  <a:lnTo>
                    <a:pt x="5137" y="17492"/>
                  </a:lnTo>
                  <a:lnTo>
                    <a:pt x="5137" y="17377"/>
                  </a:lnTo>
                  <a:lnTo>
                    <a:pt x="5098" y="17029"/>
                  </a:lnTo>
                  <a:lnTo>
                    <a:pt x="4982" y="16643"/>
                  </a:lnTo>
                  <a:lnTo>
                    <a:pt x="4828" y="16295"/>
                  </a:lnTo>
                  <a:lnTo>
                    <a:pt x="4673" y="15987"/>
                  </a:lnTo>
                  <a:lnTo>
                    <a:pt x="4596" y="15909"/>
                  </a:lnTo>
                  <a:lnTo>
                    <a:pt x="4635" y="15909"/>
                  </a:lnTo>
                  <a:lnTo>
                    <a:pt x="5600" y="14481"/>
                  </a:lnTo>
                  <a:lnTo>
                    <a:pt x="5639" y="14365"/>
                  </a:lnTo>
                  <a:lnTo>
                    <a:pt x="5600" y="14287"/>
                  </a:lnTo>
                  <a:lnTo>
                    <a:pt x="5561" y="14210"/>
                  </a:lnTo>
                  <a:lnTo>
                    <a:pt x="5446" y="14172"/>
                  </a:lnTo>
                  <a:lnTo>
                    <a:pt x="4210" y="13979"/>
                  </a:lnTo>
                  <a:lnTo>
                    <a:pt x="4480" y="13747"/>
                  </a:lnTo>
                  <a:lnTo>
                    <a:pt x="4789" y="13554"/>
                  </a:lnTo>
                  <a:lnTo>
                    <a:pt x="5098" y="13361"/>
                  </a:lnTo>
                  <a:lnTo>
                    <a:pt x="5407" y="13168"/>
                  </a:lnTo>
                  <a:lnTo>
                    <a:pt x="6025" y="13399"/>
                  </a:lnTo>
                  <a:lnTo>
                    <a:pt x="6141" y="13438"/>
                  </a:lnTo>
                  <a:lnTo>
                    <a:pt x="6218" y="13361"/>
                  </a:lnTo>
                  <a:lnTo>
                    <a:pt x="6256" y="13283"/>
                  </a:lnTo>
                  <a:lnTo>
                    <a:pt x="6295" y="13168"/>
                  </a:lnTo>
                  <a:lnTo>
                    <a:pt x="6179" y="12704"/>
                  </a:lnTo>
                  <a:lnTo>
                    <a:pt x="6063" y="12241"/>
                  </a:lnTo>
                  <a:lnTo>
                    <a:pt x="6913" y="11932"/>
                  </a:lnTo>
                  <a:lnTo>
                    <a:pt x="7724" y="11584"/>
                  </a:lnTo>
                  <a:lnTo>
                    <a:pt x="8535" y="11121"/>
                  </a:lnTo>
                  <a:lnTo>
                    <a:pt x="9268" y="10619"/>
                  </a:lnTo>
                  <a:lnTo>
                    <a:pt x="9963" y="10078"/>
                  </a:lnTo>
                  <a:lnTo>
                    <a:pt x="10311" y="9770"/>
                  </a:lnTo>
                  <a:lnTo>
                    <a:pt x="10620" y="9422"/>
                  </a:lnTo>
                  <a:lnTo>
                    <a:pt x="10890" y="9074"/>
                  </a:lnTo>
                  <a:lnTo>
                    <a:pt x="11161" y="8727"/>
                  </a:lnTo>
                  <a:lnTo>
                    <a:pt x="11392" y="8341"/>
                  </a:lnTo>
                  <a:lnTo>
                    <a:pt x="11624" y="7955"/>
                  </a:lnTo>
                  <a:lnTo>
                    <a:pt x="11817" y="7568"/>
                  </a:lnTo>
                  <a:lnTo>
                    <a:pt x="11971" y="7182"/>
                  </a:lnTo>
                  <a:lnTo>
                    <a:pt x="12126" y="6758"/>
                  </a:lnTo>
                  <a:lnTo>
                    <a:pt x="12242" y="6333"/>
                  </a:lnTo>
                  <a:lnTo>
                    <a:pt x="12319" y="5947"/>
                  </a:lnTo>
                  <a:lnTo>
                    <a:pt x="12358" y="5522"/>
                  </a:lnTo>
                  <a:lnTo>
                    <a:pt x="12396" y="5097"/>
                  </a:lnTo>
                  <a:lnTo>
                    <a:pt x="12396" y="4672"/>
                  </a:lnTo>
                  <a:lnTo>
                    <a:pt x="12358" y="4248"/>
                  </a:lnTo>
                  <a:lnTo>
                    <a:pt x="12280" y="3823"/>
                  </a:lnTo>
                  <a:lnTo>
                    <a:pt x="12203" y="3437"/>
                  </a:lnTo>
                  <a:lnTo>
                    <a:pt x="12049" y="3051"/>
                  </a:lnTo>
                  <a:lnTo>
                    <a:pt x="11894" y="2664"/>
                  </a:lnTo>
                  <a:lnTo>
                    <a:pt x="11701" y="2278"/>
                  </a:lnTo>
                  <a:lnTo>
                    <a:pt x="11469" y="1892"/>
                  </a:lnTo>
                  <a:lnTo>
                    <a:pt x="11161" y="1545"/>
                  </a:lnTo>
                  <a:lnTo>
                    <a:pt x="10890" y="1274"/>
                  </a:lnTo>
                  <a:lnTo>
                    <a:pt x="10620" y="1004"/>
                  </a:lnTo>
                  <a:lnTo>
                    <a:pt x="10311" y="772"/>
                  </a:lnTo>
                  <a:lnTo>
                    <a:pt x="9963" y="579"/>
                  </a:lnTo>
                  <a:lnTo>
                    <a:pt x="9655" y="386"/>
                  </a:lnTo>
                  <a:lnTo>
                    <a:pt x="9307" y="232"/>
                  </a:lnTo>
                  <a:lnTo>
                    <a:pt x="8921" y="116"/>
                  </a:lnTo>
                  <a:lnTo>
                    <a:pt x="8573" y="39"/>
                  </a:lnTo>
                  <a:lnTo>
                    <a:pt x="818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4" name="Google Shape;5464;p22"/>
            <p:cNvSpPr/>
            <p:nvPr/>
          </p:nvSpPr>
          <p:spPr>
            <a:xfrm>
              <a:off x="5860425" y="885700"/>
              <a:ext cx="324400" cy="208550"/>
            </a:xfrm>
            <a:custGeom>
              <a:avLst/>
              <a:gdLst/>
              <a:ahLst/>
              <a:cxnLst/>
              <a:rect l="l" t="t" r="r" b="b"/>
              <a:pathLst>
                <a:path w="12976" h="8342" extrusionOk="0">
                  <a:moveTo>
                    <a:pt x="6759" y="310"/>
                  </a:moveTo>
                  <a:lnTo>
                    <a:pt x="6874" y="348"/>
                  </a:lnTo>
                  <a:lnTo>
                    <a:pt x="7029" y="387"/>
                  </a:lnTo>
                  <a:lnTo>
                    <a:pt x="7222" y="503"/>
                  </a:lnTo>
                  <a:lnTo>
                    <a:pt x="7299" y="503"/>
                  </a:lnTo>
                  <a:lnTo>
                    <a:pt x="7454" y="773"/>
                  </a:lnTo>
                  <a:lnTo>
                    <a:pt x="7569" y="1043"/>
                  </a:lnTo>
                  <a:lnTo>
                    <a:pt x="7608" y="1352"/>
                  </a:lnTo>
                  <a:lnTo>
                    <a:pt x="7569" y="1661"/>
                  </a:lnTo>
                  <a:lnTo>
                    <a:pt x="7492" y="1970"/>
                  </a:lnTo>
                  <a:lnTo>
                    <a:pt x="7415" y="2240"/>
                  </a:lnTo>
                  <a:lnTo>
                    <a:pt x="7222" y="2858"/>
                  </a:lnTo>
                  <a:lnTo>
                    <a:pt x="6411" y="4905"/>
                  </a:lnTo>
                  <a:lnTo>
                    <a:pt x="6411" y="4944"/>
                  </a:lnTo>
                  <a:lnTo>
                    <a:pt x="6295" y="4944"/>
                  </a:lnTo>
                  <a:lnTo>
                    <a:pt x="6218" y="3978"/>
                  </a:lnTo>
                  <a:lnTo>
                    <a:pt x="6141" y="2974"/>
                  </a:lnTo>
                  <a:lnTo>
                    <a:pt x="6141" y="1854"/>
                  </a:lnTo>
                  <a:lnTo>
                    <a:pt x="6179" y="1352"/>
                  </a:lnTo>
                  <a:lnTo>
                    <a:pt x="6218" y="1043"/>
                  </a:lnTo>
                  <a:lnTo>
                    <a:pt x="6295" y="735"/>
                  </a:lnTo>
                  <a:lnTo>
                    <a:pt x="6450" y="503"/>
                  </a:lnTo>
                  <a:lnTo>
                    <a:pt x="6527" y="426"/>
                  </a:lnTo>
                  <a:lnTo>
                    <a:pt x="6643" y="348"/>
                  </a:lnTo>
                  <a:lnTo>
                    <a:pt x="6759" y="310"/>
                  </a:lnTo>
                  <a:close/>
                  <a:moveTo>
                    <a:pt x="11972" y="4712"/>
                  </a:moveTo>
                  <a:lnTo>
                    <a:pt x="12087" y="4750"/>
                  </a:lnTo>
                  <a:lnTo>
                    <a:pt x="12165" y="4828"/>
                  </a:lnTo>
                  <a:lnTo>
                    <a:pt x="12281" y="4905"/>
                  </a:lnTo>
                  <a:lnTo>
                    <a:pt x="12319" y="4982"/>
                  </a:lnTo>
                  <a:lnTo>
                    <a:pt x="12396" y="5137"/>
                  </a:lnTo>
                  <a:lnTo>
                    <a:pt x="12435" y="5484"/>
                  </a:lnTo>
                  <a:lnTo>
                    <a:pt x="12319" y="5600"/>
                  </a:lnTo>
                  <a:lnTo>
                    <a:pt x="12126" y="5677"/>
                  </a:lnTo>
                  <a:lnTo>
                    <a:pt x="11933" y="5754"/>
                  </a:lnTo>
                  <a:lnTo>
                    <a:pt x="11701" y="5793"/>
                  </a:lnTo>
                  <a:lnTo>
                    <a:pt x="11199" y="5832"/>
                  </a:lnTo>
                  <a:lnTo>
                    <a:pt x="10041" y="5832"/>
                  </a:lnTo>
                  <a:lnTo>
                    <a:pt x="9230" y="5754"/>
                  </a:lnTo>
                  <a:lnTo>
                    <a:pt x="8612" y="5677"/>
                  </a:lnTo>
                  <a:lnTo>
                    <a:pt x="7994" y="5561"/>
                  </a:lnTo>
                  <a:lnTo>
                    <a:pt x="6759" y="5252"/>
                  </a:lnTo>
                  <a:lnTo>
                    <a:pt x="7956" y="5021"/>
                  </a:lnTo>
                  <a:lnTo>
                    <a:pt x="9191" y="4866"/>
                  </a:lnTo>
                  <a:lnTo>
                    <a:pt x="9925" y="4789"/>
                  </a:lnTo>
                  <a:lnTo>
                    <a:pt x="10659" y="4750"/>
                  </a:lnTo>
                  <a:lnTo>
                    <a:pt x="11354" y="4712"/>
                  </a:lnTo>
                  <a:close/>
                  <a:moveTo>
                    <a:pt x="5639" y="5754"/>
                  </a:moveTo>
                  <a:lnTo>
                    <a:pt x="4558" y="6449"/>
                  </a:lnTo>
                  <a:lnTo>
                    <a:pt x="3438" y="7106"/>
                  </a:lnTo>
                  <a:lnTo>
                    <a:pt x="2820" y="7376"/>
                  </a:lnTo>
                  <a:lnTo>
                    <a:pt x="2202" y="7685"/>
                  </a:lnTo>
                  <a:lnTo>
                    <a:pt x="1816" y="7801"/>
                  </a:lnTo>
                  <a:lnTo>
                    <a:pt x="1430" y="7917"/>
                  </a:lnTo>
                  <a:lnTo>
                    <a:pt x="1121" y="7955"/>
                  </a:lnTo>
                  <a:lnTo>
                    <a:pt x="928" y="7917"/>
                  </a:lnTo>
                  <a:lnTo>
                    <a:pt x="851" y="7878"/>
                  </a:lnTo>
                  <a:lnTo>
                    <a:pt x="773" y="7801"/>
                  </a:lnTo>
                  <a:lnTo>
                    <a:pt x="735" y="7685"/>
                  </a:lnTo>
                  <a:lnTo>
                    <a:pt x="696" y="7531"/>
                  </a:lnTo>
                  <a:lnTo>
                    <a:pt x="696" y="7376"/>
                  </a:lnTo>
                  <a:lnTo>
                    <a:pt x="696" y="7222"/>
                  </a:lnTo>
                  <a:lnTo>
                    <a:pt x="735" y="7145"/>
                  </a:lnTo>
                  <a:lnTo>
                    <a:pt x="812" y="7067"/>
                  </a:lnTo>
                  <a:lnTo>
                    <a:pt x="1005" y="6990"/>
                  </a:lnTo>
                  <a:lnTo>
                    <a:pt x="1275" y="6874"/>
                  </a:lnTo>
                  <a:lnTo>
                    <a:pt x="1893" y="6643"/>
                  </a:lnTo>
                  <a:lnTo>
                    <a:pt x="2743" y="6449"/>
                  </a:lnTo>
                  <a:lnTo>
                    <a:pt x="3592" y="6295"/>
                  </a:lnTo>
                  <a:lnTo>
                    <a:pt x="4635" y="6063"/>
                  </a:lnTo>
                  <a:lnTo>
                    <a:pt x="5137" y="5909"/>
                  </a:lnTo>
                  <a:lnTo>
                    <a:pt x="5639" y="5754"/>
                  </a:lnTo>
                  <a:close/>
                  <a:moveTo>
                    <a:pt x="6952" y="1"/>
                  </a:moveTo>
                  <a:lnTo>
                    <a:pt x="6720" y="39"/>
                  </a:lnTo>
                  <a:lnTo>
                    <a:pt x="6527" y="117"/>
                  </a:lnTo>
                  <a:lnTo>
                    <a:pt x="6334" y="233"/>
                  </a:lnTo>
                  <a:lnTo>
                    <a:pt x="6141" y="426"/>
                  </a:lnTo>
                  <a:lnTo>
                    <a:pt x="5986" y="619"/>
                  </a:lnTo>
                  <a:lnTo>
                    <a:pt x="5909" y="812"/>
                  </a:lnTo>
                  <a:lnTo>
                    <a:pt x="5793" y="1275"/>
                  </a:lnTo>
                  <a:lnTo>
                    <a:pt x="5793" y="1777"/>
                  </a:lnTo>
                  <a:lnTo>
                    <a:pt x="5832" y="2742"/>
                  </a:lnTo>
                  <a:lnTo>
                    <a:pt x="5909" y="3901"/>
                  </a:lnTo>
                  <a:lnTo>
                    <a:pt x="5986" y="4480"/>
                  </a:lnTo>
                  <a:lnTo>
                    <a:pt x="6064" y="5021"/>
                  </a:lnTo>
                  <a:lnTo>
                    <a:pt x="6025" y="5137"/>
                  </a:lnTo>
                  <a:lnTo>
                    <a:pt x="6064" y="5252"/>
                  </a:lnTo>
                  <a:lnTo>
                    <a:pt x="5523" y="5446"/>
                  </a:lnTo>
                  <a:lnTo>
                    <a:pt x="4982" y="5561"/>
                  </a:lnTo>
                  <a:lnTo>
                    <a:pt x="3940" y="5832"/>
                  </a:lnTo>
                  <a:lnTo>
                    <a:pt x="2858" y="6025"/>
                  </a:lnTo>
                  <a:lnTo>
                    <a:pt x="2318" y="6179"/>
                  </a:lnTo>
                  <a:lnTo>
                    <a:pt x="1777" y="6295"/>
                  </a:lnTo>
                  <a:lnTo>
                    <a:pt x="1198" y="6488"/>
                  </a:lnTo>
                  <a:lnTo>
                    <a:pt x="851" y="6643"/>
                  </a:lnTo>
                  <a:lnTo>
                    <a:pt x="503" y="6836"/>
                  </a:lnTo>
                  <a:lnTo>
                    <a:pt x="233" y="7029"/>
                  </a:lnTo>
                  <a:lnTo>
                    <a:pt x="117" y="7145"/>
                  </a:lnTo>
                  <a:lnTo>
                    <a:pt x="40" y="7299"/>
                  </a:lnTo>
                  <a:lnTo>
                    <a:pt x="1" y="7415"/>
                  </a:lnTo>
                  <a:lnTo>
                    <a:pt x="1" y="7569"/>
                  </a:lnTo>
                  <a:lnTo>
                    <a:pt x="40" y="7724"/>
                  </a:lnTo>
                  <a:lnTo>
                    <a:pt x="117" y="7917"/>
                  </a:lnTo>
                  <a:lnTo>
                    <a:pt x="233" y="8033"/>
                  </a:lnTo>
                  <a:lnTo>
                    <a:pt x="349" y="8149"/>
                  </a:lnTo>
                  <a:lnTo>
                    <a:pt x="503" y="8226"/>
                  </a:lnTo>
                  <a:lnTo>
                    <a:pt x="619" y="8264"/>
                  </a:lnTo>
                  <a:lnTo>
                    <a:pt x="928" y="8342"/>
                  </a:lnTo>
                  <a:lnTo>
                    <a:pt x="1275" y="8342"/>
                  </a:lnTo>
                  <a:lnTo>
                    <a:pt x="1623" y="8303"/>
                  </a:lnTo>
                  <a:lnTo>
                    <a:pt x="1932" y="8187"/>
                  </a:lnTo>
                  <a:lnTo>
                    <a:pt x="2550" y="7994"/>
                  </a:lnTo>
                  <a:lnTo>
                    <a:pt x="3554" y="7531"/>
                  </a:lnTo>
                  <a:lnTo>
                    <a:pt x="4519" y="6990"/>
                  </a:lnTo>
                  <a:lnTo>
                    <a:pt x="5446" y="6372"/>
                  </a:lnTo>
                  <a:lnTo>
                    <a:pt x="5909" y="6063"/>
                  </a:lnTo>
                  <a:lnTo>
                    <a:pt x="6334" y="5716"/>
                  </a:lnTo>
                  <a:lnTo>
                    <a:pt x="6527" y="6102"/>
                  </a:lnTo>
                  <a:lnTo>
                    <a:pt x="6643" y="6295"/>
                  </a:lnTo>
                  <a:lnTo>
                    <a:pt x="6759" y="6449"/>
                  </a:lnTo>
                  <a:lnTo>
                    <a:pt x="7029" y="6372"/>
                  </a:lnTo>
                  <a:lnTo>
                    <a:pt x="7029" y="6334"/>
                  </a:lnTo>
                  <a:lnTo>
                    <a:pt x="6836" y="5986"/>
                  </a:lnTo>
                  <a:lnTo>
                    <a:pt x="6759" y="5832"/>
                  </a:lnTo>
                  <a:lnTo>
                    <a:pt x="6720" y="5639"/>
                  </a:lnTo>
                  <a:lnTo>
                    <a:pt x="6720" y="5561"/>
                  </a:lnTo>
                  <a:lnTo>
                    <a:pt x="7569" y="5832"/>
                  </a:lnTo>
                  <a:lnTo>
                    <a:pt x="8496" y="6063"/>
                  </a:lnTo>
                  <a:lnTo>
                    <a:pt x="9384" y="6179"/>
                  </a:lnTo>
                  <a:lnTo>
                    <a:pt x="10311" y="6218"/>
                  </a:lnTo>
                  <a:lnTo>
                    <a:pt x="11006" y="6218"/>
                  </a:lnTo>
                  <a:lnTo>
                    <a:pt x="11470" y="6179"/>
                  </a:lnTo>
                  <a:lnTo>
                    <a:pt x="11933" y="6141"/>
                  </a:lnTo>
                  <a:lnTo>
                    <a:pt x="12358" y="5986"/>
                  </a:lnTo>
                  <a:lnTo>
                    <a:pt x="12512" y="5909"/>
                  </a:lnTo>
                  <a:lnTo>
                    <a:pt x="12667" y="5793"/>
                  </a:lnTo>
                  <a:lnTo>
                    <a:pt x="12821" y="5677"/>
                  </a:lnTo>
                  <a:lnTo>
                    <a:pt x="12898" y="5523"/>
                  </a:lnTo>
                  <a:lnTo>
                    <a:pt x="12976" y="5368"/>
                  </a:lnTo>
                  <a:lnTo>
                    <a:pt x="12976" y="5175"/>
                  </a:lnTo>
                  <a:lnTo>
                    <a:pt x="12976" y="4982"/>
                  </a:lnTo>
                  <a:lnTo>
                    <a:pt x="12898" y="4828"/>
                  </a:lnTo>
                  <a:lnTo>
                    <a:pt x="12821" y="4712"/>
                  </a:lnTo>
                  <a:lnTo>
                    <a:pt x="12744" y="4635"/>
                  </a:lnTo>
                  <a:lnTo>
                    <a:pt x="12628" y="4519"/>
                  </a:lnTo>
                  <a:lnTo>
                    <a:pt x="12474" y="4480"/>
                  </a:lnTo>
                  <a:lnTo>
                    <a:pt x="12165" y="4364"/>
                  </a:lnTo>
                  <a:lnTo>
                    <a:pt x="11817" y="4326"/>
                  </a:lnTo>
                  <a:lnTo>
                    <a:pt x="11470" y="4326"/>
                  </a:lnTo>
                  <a:lnTo>
                    <a:pt x="10890" y="4364"/>
                  </a:lnTo>
                  <a:lnTo>
                    <a:pt x="9848" y="4403"/>
                  </a:lnTo>
                  <a:lnTo>
                    <a:pt x="8844" y="4480"/>
                  </a:lnTo>
                  <a:lnTo>
                    <a:pt x="7840" y="4635"/>
                  </a:lnTo>
                  <a:lnTo>
                    <a:pt x="6836" y="4828"/>
                  </a:lnTo>
                  <a:lnTo>
                    <a:pt x="7376" y="3476"/>
                  </a:lnTo>
                  <a:lnTo>
                    <a:pt x="7647" y="2742"/>
                  </a:lnTo>
                  <a:lnTo>
                    <a:pt x="7840" y="2047"/>
                  </a:lnTo>
                  <a:lnTo>
                    <a:pt x="7917" y="1816"/>
                  </a:lnTo>
                  <a:lnTo>
                    <a:pt x="7917" y="1545"/>
                  </a:lnTo>
                  <a:lnTo>
                    <a:pt x="7917" y="1314"/>
                  </a:lnTo>
                  <a:lnTo>
                    <a:pt x="7878" y="1082"/>
                  </a:lnTo>
                  <a:lnTo>
                    <a:pt x="7801" y="850"/>
                  </a:lnTo>
                  <a:lnTo>
                    <a:pt x="7685" y="619"/>
                  </a:lnTo>
                  <a:lnTo>
                    <a:pt x="7531" y="426"/>
                  </a:lnTo>
                  <a:lnTo>
                    <a:pt x="7338" y="271"/>
                  </a:lnTo>
                  <a:lnTo>
                    <a:pt x="7261" y="155"/>
                  </a:lnTo>
                  <a:lnTo>
                    <a:pt x="7145" y="78"/>
                  </a:lnTo>
                  <a:lnTo>
                    <a:pt x="695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5" name="Google Shape;5465;p22"/>
            <p:cNvSpPr/>
            <p:nvPr/>
          </p:nvSpPr>
          <p:spPr>
            <a:xfrm>
              <a:off x="6760175" y="920450"/>
              <a:ext cx="375550" cy="387150"/>
            </a:xfrm>
            <a:custGeom>
              <a:avLst/>
              <a:gdLst/>
              <a:ahLst/>
              <a:cxnLst/>
              <a:rect l="l" t="t" r="r" b="b"/>
              <a:pathLst>
                <a:path w="15022" h="15486" extrusionOk="0">
                  <a:moveTo>
                    <a:pt x="7491" y="503"/>
                  </a:moveTo>
                  <a:lnTo>
                    <a:pt x="8032" y="542"/>
                  </a:lnTo>
                  <a:lnTo>
                    <a:pt x="8611" y="580"/>
                  </a:lnTo>
                  <a:lnTo>
                    <a:pt x="9152" y="696"/>
                  </a:lnTo>
                  <a:lnTo>
                    <a:pt x="9692" y="850"/>
                  </a:lnTo>
                  <a:lnTo>
                    <a:pt x="10194" y="1044"/>
                  </a:lnTo>
                  <a:lnTo>
                    <a:pt x="10696" y="1275"/>
                  </a:lnTo>
                  <a:lnTo>
                    <a:pt x="11160" y="1546"/>
                  </a:lnTo>
                  <a:lnTo>
                    <a:pt x="11623" y="1816"/>
                  </a:lnTo>
                  <a:lnTo>
                    <a:pt x="10812" y="2202"/>
                  </a:lnTo>
                  <a:lnTo>
                    <a:pt x="10079" y="2627"/>
                  </a:lnTo>
                  <a:lnTo>
                    <a:pt x="9306" y="3090"/>
                  </a:lnTo>
                  <a:lnTo>
                    <a:pt x="8611" y="3631"/>
                  </a:lnTo>
                  <a:lnTo>
                    <a:pt x="7955" y="4171"/>
                  </a:lnTo>
                  <a:lnTo>
                    <a:pt x="7298" y="4789"/>
                  </a:lnTo>
                  <a:lnTo>
                    <a:pt x="6719" y="5446"/>
                  </a:lnTo>
                  <a:lnTo>
                    <a:pt x="6140" y="6141"/>
                  </a:lnTo>
                  <a:lnTo>
                    <a:pt x="5638" y="6874"/>
                  </a:lnTo>
                  <a:lnTo>
                    <a:pt x="5213" y="7647"/>
                  </a:lnTo>
                  <a:lnTo>
                    <a:pt x="4788" y="8419"/>
                  </a:lnTo>
                  <a:lnTo>
                    <a:pt x="4479" y="9230"/>
                  </a:lnTo>
                  <a:lnTo>
                    <a:pt x="4170" y="10041"/>
                  </a:lnTo>
                  <a:lnTo>
                    <a:pt x="3977" y="10890"/>
                  </a:lnTo>
                  <a:lnTo>
                    <a:pt x="3823" y="11778"/>
                  </a:lnTo>
                  <a:lnTo>
                    <a:pt x="3746" y="12667"/>
                  </a:lnTo>
                  <a:lnTo>
                    <a:pt x="3591" y="12667"/>
                  </a:lnTo>
                  <a:lnTo>
                    <a:pt x="3282" y="11856"/>
                  </a:lnTo>
                  <a:lnTo>
                    <a:pt x="3051" y="11045"/>
                  </a:lnTo>
                  <a:lnTo>
                    <a:pt x="2858" y="10195"/>
                  </a:lnTo>
                  <a:lnTo>
                    <a:pt x="2703" y="9346"/>
                  </a:lnTo>
                  <a:lnTo>
                    <a:pt x="2587" y="8535"/>
                  </a:lnTo>
                  <a:lnTo>
                    <a:pt x="2549" y="7685"/>
                  </a:lnTo>
                  <a:lnTo>
                    <a:pt x="2587" y="6797"/>
                  </a:lnTo>
                  <a:lnTo>
                    <a:pt x="2703" y="5948"/>
                  </a:lnTo>
                  <a:lnTo>
                    <a:pt x="2858" y="5214"/>
                  </a:lnTo>
                  <a:lnTo>
                    <a:pt x="3051" y="4519"/>
                  </a:lnTo>
                  <a:lnTo>
                    <a:pt x="3321" y="3824"/>
                  </a:lnTo>
                  <a:lnTo>
                    <a:pt x="3668" y="3206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30"/>
                  </a:lnTo>
                  <a:lnTo>
                    <a:pt x="5406" y="889"/>
                  </a:lnTo>
                  <a:lnTo>
                    <a:pt x="5908" y="735"/>
                  </a:lnTo>
                  <a:lnTo>
                    <a:pt x="6410" y="619"/>
                  </a:lnTo>
                  <a:lnTo>
                    <a:pt x="6951" y="542"/>
                  </a:lnTo>
                  <a:lnTo>
                    <a:pt x="7491" y="503"/>
                  </a:lnTo>
                  <a:close/>
                  <a:moveTo>
                    <a:pt x="11971" y="2086"/>
                  </a:moveTo>
                  <a:lnTo>
                    <a:pt x="12357" y="2434"/>
                  </a:lnTo>
                  <a:lnTo>
                    <a:pt x="12704" y="2820"/>
                  </a:lnTo>
                  <a:lnTo>
                    <a:pt x="13052" y="3206"/>
                  </a:lnTo>
                  <a:lnTo>
                    <a:pt x="13322" y="3669"/>
                  </a:lnTo>
                  <a:lnTo>
                    <a:pt x="13592" y="4094"/>
                  </a:lnTo>
                  <a:lnTo>
                    <a:pt x="13863" y="4596"/>
                  </a:lnTo>
                  <a:lnTo>
                    <a:pt x="14056" y="5098"/>
                  </a:lnTo>
                  <a:lnTo>
                    <a:pt x="14210" y="5600"/>
                  </a:lnTo>
                  <a:lnTo>
                    <a:pt x="14326" y="6102"/>
                  </a:lnTo>
                  <a:lnTo>
                    <a:pt x="14442" y="6643"/>
                  </a:lnTo>
                  <a:lnTo>
                    <a:pt x="13670" y="6681"/>
                  </a:lnTo>
                  <a:lnTo>
                    <a:pt x="12897" y="6797"/>
                  </a:lnTo>
                  <a:lnTo>
                    <a:pt x="12164" y="6952"/>
                  </a:lnTo>
                  <a:lnTo>
                    <a:pt x="11391" y="7145"/>
                  </a:lnTo>
                  <a:lnTo>
                    <a:pt x="10658" y="7415"/>
                  </a:lnTo>
                  <a:lnTo>
                    <a:pt x="9963" y="7724"/>
                  </a:lnTo>
                  <a:lnTo>
                    <a:pt x="9229" y="8033"/>
                  </a:lnTo>
                  <a:lnTo>
                    <a:pt x="8534" y="8419"/>
                  </a:lnTo>
                  <a:lnTo>
                    <a:pt x="7877" y="8844"/>
                  </a:lnTo>
                  <a:lnTo>
                    <a:pt x="7260" y="9307"/>
                  </a:lnTo>
                  <a:lnTo>
                    <a:pt x="6642" y="9809"/>
                  </a:lnTo>
                  <a:lnTo>
                    <a:pt x="6101" y="10350"/>
                  </a:lnTo>
                  <a:lnTo>
                    <a:pt x="5561" y="10890"/>
                  </a:lnTo>
                  <a:lnTo>
                    <a:pt x="5097" y="11508"/>
                  </a:lnTo>
                  <a:lnTo>
                    <a:pt x="4634" y="12126"/>
                  </a:lnTo>
                  <a:lnTo>
                    <a:pt x="4248" y="12821"/>
                  </a:lnTo>
                  <a:lnTo>
                    <a:pt x="4132" y="12744"/>
                  </a:lnTo>
                  <a:lnTo>
                    <a:pt x="3977" y="12667"/>
                  </a:lnTo>
                  <a:lnTo>
                    <a:pt x="4093" y="11817"/>
                  </a:lnTo>
                  <a:lnTo>
                    <a:pt x="4325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3" y="8496"/>
                  </a:lnTo>
                  <a:lnTo>
                    <a:pt x="5599" y="7724"/>
                  </a:lnTo>
                  <a:lnTo>
                    <a:pt x="6024" y="6990"/>
                  </a:lnTo>
                  <a:lnTo>
                    <a:pt x="6526" y="6295"/>
                  </a:lnTo>
                  <a:lnTo>
                    <a:pt x="7067" y="5600"/>
                  </a:lnTo>
                  <a:lnTo>
                    <a:pt x="7607" y="4982"/>
                  </a:lnTo>
                  <a:lnTo>
                    <a:pt x="8225" y="4403"/>
                  </a:lnTo>
                  <a:lnTo>
                    <a:pt x="8920" y="3824"/>
                  </a:lnTo>
                  <a:lnTo>
                    <a:pt x="9615" y="3322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71" y="2086"/>
                  </a:lnTo>
                  <a:close/>
                  <a:moveTo>
                    <a:pt x="14481" y="6990"/>
                  </a:moveTo>
                  <a:lnTo>
                    <a:pt x="14481" y="7840"/>
                  </a:lnTo>
                  <a:lnTo>
                    <a:pt x="14442" y="8689"/>
                  </a:lnTo>
                  <a:lnTo>
                    <a:pt x="14288" y="9539"/>
                  </a:lnTo>
                  <a:lnTo>
                    <a:pt x="14172" y="9964"/>
                  </a:lnTo>
                  <a:lnTo>
                    <a:pt x="14056" y="10350"/>
                  </a:lnTo>
                  <a:lnTo>
                    <a:pt x="13901" y="10774"/>
                  </a:lnTo>
                  <a:lnTo>
                    <a:pt x="13708" y="11161"/>
                  </a:lnTo>
                  <a:lnTo>
                    <a:pt x="13515" y="11547"/>
                  </a:lnTo>
                  <a:lnTo>
                    <a:pt x="13284" y="11894"/>
                  </a:lnTo>
                  <a:lnTo>
                    <a:pt x="13052" y="12242"/>
                  </a:lnTo>
                  <a:lnTo>
                    <a:pt x="12782" y="12589"/>
                  </a:lnTo>
                  <a:lnTo>
                    <a:pt x="12511" y="12898"/>
                  </a:lnTo>
                  <a:lnTo>
                    <a:pt x="12202" y="13207"/>
                  </a:lnTo>
                  <a:lnTo>
                    <a:pt x="11971" y="13053"/>
                  </a:lnTo>
                  <a:lnTo>
                    <a:pt x="11700" y="12937"/>
                  </a:lnTo>
                  <a:lnTo>
                    <a:pt x="11121" y="12782"/>
                  </a:lnTo>
                  <a:lnTo>
                    <a:pt x="10542" y="12628"/>
                  </a:lnTo>
                  <a:lnTo>
                    <a:pt x="10001" y="12551"/>
                  </a:lnTo>
                  <a:lnTo>
                    <a:pt x="9422" y="12512"/>
                  </a:lnTo>
                  <a:lnTo>
                    <a:pt x="8843" y="12474"/>
                  </a:lnTo>
                  <a:lnTo>
                    <a:pt x="8302" y="12474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719" y="12667"/>
                  </a:lnTo>
                  <a:lnTo>
                    <a:pt x="6178" y="12782"/>
                  </a:lnTo>
                  <a:lnTo>
                    <a:pt x="5676" y="12937"/>
                  </a:lnTo>
                  <a:lnTo>
                    <a:pt x="5174" y="13130"/>
                  </a:lnTo>
                  <a:lnTo>
                    <a:pt x="4672" y="13362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40"/>
                  </a:lnTo>
                  <a:lnTo>
                    <a:pt x="5870" y="11161"/>
                  </a:lnTo>
                  <a:lnTo>
                    <a:pt x="6410" y="10620"/>
                  </a:lnTo>
                  <a:lnTo>
                    <a:pt x="6989" y="10118"/>
                  </a:lnTo>
                  <a:lnTo>
                    <a:pt x="7569" y="9655"/>
                  </a:lnTo>
                  <a:lnTo>
                    <a:pt x="8148" y="9230"/>
                  </a:lnTo>
                  <a:lnTo>
                    <a:pt x="8766" y="8805"/>
                  </a:lnTo>
                  <a:lnTo>
                    <a:pt x="9422" y="8458"/>
                  </a:lnTo>
                  <a:lnTo>
                    <a:pt x="10079" y="8110"/>
                  </a:lnTo>
                  <a:lnTo>
                    <a:pt x="10735" y="7840"/>
                  </a:lnTo>
                  <a:lnTo>
                    <a:pt x="11469" y="7569"/>
                  </a:lnTo>
                  <a:lnTo>
                    <a:pt x="12164" y="7376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7"/>
                  </a:moveTo>
                  <a:lnTo>
                    <a:pt x="4055" y="1854"/>
                  </a:lnTo>
                  <a:lnTo>
                    <a:pt x="3630" y="2472"/>
                  </a:lnTo>
                  <a:lnTo>
                    <a:pt x="3244" y="3129"/>
                  </a:lnTo>
                  <a:lnTo>
                    <a:pt x="2935" y="3824"/>
                  </a:lnTo>
                  <a:lnTo>
                    <a:pt x="2664" y="4519"/>
                  </a:lnTo>
                  <a:lnTo>
                    <a:pt x="2471" y="5291"/>
                  </a:lnTo>
                  <a:lnTo>
                    <a:pt x="2317" y="6025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2"/>
                  </a:lnTo>
                  <a:lnTo>
                    <a:pt x="2278" y="9114"/>
                  </a:lnTo>
                  <a:lnTo>
                    <a:pt x="2394" y="9886"/>
                  </a:lnTo>
                  <a:lnTo>
                    <a:pt x="2549" y="10620"/>
                  </a:lnTo>
                  <a:lnTo>
                    <a:pt x="2780" y="11354"/>
                  </a:lnTo>
                  <a:lnTo>
                    <a:pt x="3012" y="12087"/>
                  </a:lnTo>
                  <a:lnTo>
                    <a:pt x="3321" y="12744"/>
                  </a:lnTo>
                  <a:lnTo>
                    <a:pt x="3128" y="12898"/>
                  </a:lnTo>
                  <a:lnTo>
                    <a:pt x="2935" y="13053"/>
                  </a:lnTo>
                  <a:lnTo>
                    <a:pt x="2819" y="13246"/>
                  </a:lnTo>
                  <a:lnTo>
                    <a:pt x="2742" y="13439"/>
                  </a:lnTo>
                  <a:lnTo>
                    <a:pt x="2394" y="13014"/>
                  </a:lnTo>
                  <a:lnTo>
                    <a:pt x="2085" y="12551"/>
                  </a:lnTo>
                  <a:lnTo>
                    <a:pt x="1776" y="12087"/>
                  </a:lnTo>
                  <a:lnTo>
                    <a:pt x="1506" y="11624"/>
                  </a:lnTo>
                  <a:lnTo>
                    <a:pt x="1274" y="11122"/>
                  </a:lnTo>
                  <a:lnTo>
                    <a:pt x="1081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114"/>
                  </a:lnTo>
                  <a:lnTo>
                    <a:pt x="541" y="8573"/>
                  </a:lnTo>
                  <a:lnTo>
                    <a:pt x="502" y="8033"/>
                  </a:lnTo>
                  <a:lnTo>
                    <a:pt x="502" y="7492"/>
                  </a:lnTo>
                  <a:lnTo>
                    <a:pt x="541" y="6952"/>
                  </a:lnTo>
                  <a:lnTo>
                    <a:pt x="618" y="6411"/>
                  </a:lnTo>
                  <a:lnTo>
                    <a:pt x="772" y="5870"/>
                  </a:lnTo>
                  <a:lnTo>
                    <a:pt x="927" y="5330"/>
                  </a:lnTo>
                  <a:lnTo>
                    <a:pt x="1197" y="4673"/>
                  </a:lnTo>
                  <a:lnTo>
                    <a:pt x="1545" y="4056"/>
                  </a:lnTo>
                  <a:lnTo>
                    <a:pt x="1931" y="3476"/>
                  </a:lnTo>
                  <a:lnTo>
                    <a:pt x="2356" y="2936"/>
                  </a:lnTo>
                  <a:lnTo>
                    <a:pt x="2858" y="2434"/>
                  </a:lnTo>
                  <a:lnTo>
                    <a:pt x="3360" y="2009"/>
                  </a:lnTo>
                  <a:lnTo>
                    <a:pt x="3939" y="1584"/>
                  </a:lnTo>
                  <a:lnTo>
                    <a:pt x="4518" y="1237"/>
                  </a:lnTo>
                  <a:close/>
                  <a:moveTo>
                    <a:pt x="3862" y="12976"/>
                  </a:moveTo>
                  <a:lnTo>
                    <a:pt x="4016" y="13053"/>
                  </a:lnTo>
                  <a:lnTo>
                    <a:pt x="4170" y="13169"/>
                  </a:lnTo>
                  <a:lnTo>
                    <a:pt x="4286" y="13284"/>
                  </a:lnTo>
                  <a:lnTo>
                    <a:pt x="4325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325" y="13941"/>
                  </a:lnTo>
                  <a:lnTo>
                    <a:pt x="4209" y="14095"/>
                  </a:lnTo>
                  <a:lnTo>
                    <a:pt x="3784" y="13825"/>
                  </a:lnTo>
                  <a:lnTo>
                    <a:pt x="3360" y="13478"/>
                  </a:lnTo>
                  <a:lnTo>
                    <a:pt x="3244" y="13439"/>
                  </a:lnTo>
                  <a:lnTo>
                    <a:pt x="3166" y="13439"/>
                  </a:lnTo>
                  <a:lnTo>
                    <a:pt x="3051" y="13478"/>
                  </a:lnTo>
                  <a:lnTo>
                    <a:pt x="2973" y="13516"/>
                  </a:lnTo>
                  <a:lnTo>
                    <a:pt x="3051" y="13362"/>
                  </a:lnTo>
                  <a:lnTo>
                    <a:pt x="3166" y="13207"/>
                  </a:lnTo>
                  <a:lnTo>
                    <a:pt x="3321" y="13130"/>
                  </a:lnTo>
                  <a:lnTo>
                    <a:pt x="3475" y="13014"/>
                  </a:lnTo>
                  <a:lnTo>
                    <a:pt x="3668" y="12976"/>
                  </a:lnTo>
                  <a:close/>
                  <a:moveTo>
                    <a:pt x="9152" y="12860"/>
                  </a:moveTo>
                  <a:lnTo>
                    <a:pt x="9615" y="12898"/>
                  </a:lnTo>
                  <a:lnTo>
                    <a:pt x="10117" y="12976"/>
                  </a:lnTo>
                  <a:lnTo>
                    <a:pt x="10503" y="13014"/>
                  </a:lnTo>
                  <a:lnTo>
                    <a:pt x="11005" y="13130"/>
                  </a:lnTo>
                  <a:lnTo>
                    <a:pt x="11507" y="13246"/>
                  </a:lnTo>
                  <a:lnTo>
                    <a:pt x="11700" y="13362"/>
                  </a:lnTo>
                  <a:lnTo>
                    <a:pt x="11893" y="13478"/>
                  </a:lnTo>
                  <a:lnTo>
                    <a:pt x="11507" y="13786"/>
                  </a:lnTo>
                  <a:lnTo>
                    <a:pt x="11083" y="14018"/>
                  </a:lnTo>
                  <a:lnTo>
                    <a:pt x="10658" y="14250"/>
                  </a:lnTo>
                  <a:lnTo>
                    <a:pt x="10233" y="14443"/>
                  </a:lnTo>
                  <a:lnTo>
                    <a:pt x="9770" y="14636"/>
                  </a:lnTo>
                  <a:lnTo>
                    <a:pt x="9306" y="14752"/>
                  </a:lnTo>
                  <a:lnTo>
                    <a:pt x="8843" y="14868"/>
                  </a:lnTo>
                  <a:lnTo>
                    <a:pt x="8341" y="14945"/>
                  </a:lnTo>
                  <a:lnTo>
                    <a:pt x="7877" y="14983"/>
                  </a:lnTo>
                  <a:lnTo>
                    <a:pt x="7375" y="14983"/>
                  </a:lnTo>
                  <a:lnTo>
                    <a:pt x="6912" y="14945"/>
                  </a:lnTo>
                  <a:lnTo>
                    <a:pt x="6410" y="14868"/>
                  </a:lnTo>
                  <a:lnTo>
                    <a:pt x="5947" y="14790"/>
                  </a:lnTo>
                  <a:lnTo>
                    <a:pt x="5483" y="14636"/>
                  </a:lnTo>
                  <a:lnTo>
                    <a:pt x="5020" y="14482"/>
                  </a:lnTo>
                  <a:lnTo>
                    <a:pt x="4595" y="14288"/>
                  </a:lnTo>
                  <a:lnTo>
                    <a:pt x="4711" y="14018"/>
                  </a:lnTo>
                  <a:lnTo>
                    <a:pt x="4750" y="13748"/>
                  </a:lnTo>
                  <a:lnTo>
                    <a:pt x="4711" y="13593"/>
                  </a:lnTo>
                  <a:lnTo>
                    <a:pt x="5561" y="13323"/>
                  </a:lnTo>
                  <a:lnTo>
                    <a:pt x="6410" y="13091"/>
                  </a:lnTo>
                  <a:lnTo>
                    <a:pt x="7298" y="12937"/>
                  </a:lnTo>
                  <a:lnTo>
                    <a:pt x="8186" y="12860"/>
                  </a:lnTo>
                  <a:close/>
                  <a:moveTo>
                    <a:pt x="7607" y="1"/>
                  </a:moveTo>
                  <a:lnTo>
                    <a:pt x="6989" y="40"/>
                  </a:lnTo>
                  <a:lnTo>
                    <a:pt x="6449" y="117"/>
                  </a:lnTo>
                  <a:lnTo>
                    <a:pt x="5870" y="233"/>
                  </a:lnTo>
                  <a:lnTo>
                    <a:pt x="5329" y="387"/>
                  </a:lnTo>
                  <a:lnTo>
                    <a:pt x="4788" y="580"/>
                  </a:lnTo>
                  <a:lnTo>
                    <a:pt x="4248" y="812"/>
                  </a:lnTo>
                  <a:lnTo>
                    <a:pt x="3784" y="1121"/>
                  </a:lnTo>
                  <a:lnTo>
                    <a:pt x="3282" y="1430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2008" y="2588"/>
                  </a:lnTo>
                  <a:lnTo>
                    <a:pt x="1622" y="3013"/>
                  </a:lnTo>
                  <a:lnTo>
                    <a:pt x="1274" y="3515"/>
                  </a:lnTo>
                  <a:lnTo>
                    <a:pt x="965" y="4017"/>
                  </a:lnTo>
                  <a:lnTo>
                    <a:pt x="695" y="4596"/>
                  </a:lnTo>
                  <a:lnTo>
                    <a:pt x="425" y="5253"/>
                  </a:lnTo>
                  <a:lnTo>
                    <a:pt x="232" y="5909"/>
                  </a:lnTo>
                  <a:lnTo>
                    <a:pt x="116" y="6565"/>
                  </a:lnTo>
                  <a:lnTo>
                    <a:pt x="39" y="7222"/>
                  </a:lnTo>
                  <a:lnTo>
                    <a:pt x="0" y="7917"/>
                  </a:lnTo>
                  <a:lnTo>
                    <a:pt x="39" y="8612"/>
                  </a:lnTo>
                  <a:lnTo>
                    <a:pt x="116" y="9269"/>
                  </a:lnTo>
                  <a:lnTo>
                    <a:pt x="270" y="9925"/>
                  </a:lnTo>
                  <a:lnTo>
                    <a:pt x="463" y="10581"/>
                  </a:lnTo>
                  <a:lnTo>
                    <a:pt x="695" y="11238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0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6" y="14134"/>
                  </a:lnTo>
                  <a:lnTo>
                    <a:pt x="3475" y="14327"/>
                  </a:lnTo>
                  <a:lnTo>
                    <a:pt x="3784" y="14520"/>
                  </a:lnTo>
                  <a:lnTo>
                    <a:pt x="4132" y="14597"/>
                  </a:lnTo>
                  <a:lnTo>
                    <a:pt x="4557" y="14829"/>
                  </a:lnTo>
                  <a:lnTo>
                    <a:pt x="4981" y="14983"/>
                  </a:lnTo>
                  <a:lnTo>
                    <a:pt x="5406" y="15138"/>
                  </a:lnTo>
                  <a:lnTo>
                    <a:pt x="5870" y="15292"/>
                  </a:lnTo>
                  <a:lnTo>
                    <a:pt x="6333" y="15370"/>
                  </a:lnTo>
                  <a:lnTo>
                    <a:pt x="6796" y="15447"/>
                  </a:lnTo>
                  <a:lnTo>
                    <a:pt x="7298" y="15485"/>
                  </a:lnTo>
                  <a:lnTo>
                    <a:pt x="7762" y="15485"/>
                  </a:lnTo>
                  <a:lnTo>
                    <a:pt x="8225" y="15447"/>
                  </a:lnTo>
                  <a:lnTo>
                    <a:pt x="8688" y="15408"/>
                  </a:lnTo>
                  <a:lnTo>
                    <a:pt x="9152" y="15331"/>
                  </a:lnTo>
                  <a:lnTo>
                    <a:pt x="9615" y="15215"/>
                  </a:lnTo>
                  <a:lnTo>
                    <a:pt x="10079" y="15061"/>
                  </a:lnTo>
                  <a:lnTo>
                    <a:pt x="10542" y="14868"/>
                  </a:lnTo>
                  <a:lnTo>
                    <a:pt x="10967" y="14675"/>
                  </a:lnTo>
                  <a:lnTo>
                    <a:pt x="11391" y="14443"/>
                  </a:lnTo>
                  <a:lnTo>
                    <a:pt x="11855" y="14134"/>
                  </a:lnTo>
                  <a:lnTo>
                    <a:pt x="12318" y="13786"/>
                  </a:lnTo>
                  <a:lnTo>
                    <a:pt x="12743" y="13400"/>
                  </a:lnTo>
                  <a:lnTo>
                    <a:pt x="13129" y="12976"/>
                  </a:lnTo>
                  <a:lnTo>
                    <a:pt x="13477" y="12551"/>
                  </a:lnTo>
                  <a:lnTo>
                    <a:pt x="13786" y="12049"/>
                  </a:lnTo>
                  <a:lnTo>
                    <a:pt x="14056" y="11585"/>
                  </a:lnTo>
                  <a:lnTo>
                    <a:pt x="14288" y="11045"/>
                  </a:lnTo>
                  <a:lnTo>
                    <a:pt x="14519" y="10543"/>
                  </a:lnTo>
                  <a:lnTo>
                    <a:pt x="14674" y="10002"/>
                  </a:lnTo>
                  <a:lnTo>
                    <a:pt x="14828" y="9423"/>
                  </a:lnTo>
                  <a:lnTo>
                    <a:pt x="14905" y="8882"/>
                  </a:lnTo>
                  <a:lnTo>
                    <a:pt x="14983" y="8303"/>
                  </a:lnTo>
                  <a:lnTo>
                    <a:pt x="15021" y="7724"/>
                  </a:lnTo>
                  <a:lnTo>
                    <a:pt x="14983" y="7145"/>
                  </a:lnTo>
                  <a:lnTo>
                    <a:pt x="14944" y="6604"/>
                  </a:lnTo>
                  <a:lnTo>
                    <a:pt x="14828" y="5986"/>
                  </a:lnTo>
                  <a:lnTo>
                    <a:pt x="14674" y="5407"/>
                  </a:lnTo>
                  <a:lnTo>
                    <a:pt x="14481" y="4828"/>
                  </a:lnTo>
                  <a:lnTo>
                    <a:pt x="14249" y="4287"/>
                  </a:lnTo>
                  <a:lnTo>
                    <a:pt x="13979" y="3747"/>
                  </a:lnTo>
                  <a:lnTo>
                    <a:pt x="13670" y="3245"/>
                  </a:lnTo>
                  <a:lnTo>
                    <a:pt x="13322" y="2743"/>
                  </a:lnTo>
                  <a:lnTo>
                    <a:pt x="12936" y="2318"/>
                  </a:lnTo>
                  <a:lnTo>
                    <a:pt x="12511" y="1893"/>
                  </a:lnTo>
                  <a:lnTo>
                    <a:pt x="12048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2" y="619"/>
                  </a:lnTo>
                  <a:lnTo>
                    <a:pt x="9963" y="387"/>
                  </a:lnTo>
                  <a:lnTo>
                    <a:pt x="9383" y="233"/>
                  </a:lnTo>
                  <a:lnTo>
                    <a:pt x="8766" y="117"/>
                  </a:lnTo>
                  <a:lnTo>
                    <a:pt x="8186" y="40"/>
                  </a:lnTo>
                  <a:lnTo>
                    <a:pt x="76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6" name="Google Shape;5466;p22"/>
            <p:cNvSpPr/>
            <p:nvPr/>
          </p:nvSpPr>
          <p:spPr>
            <a:xfrm>
              <a:off x="1177425" y="952325"/>
              <a:ext cx="625575" cy="344650"/>
            </a:xfrm>
            <a:custGeom>
              <a:avLst/>
              <a:gdLst/>
              <a:ahLst/>
              <a:cxnLst/>
              <a:rect l="l" t="t" r="r" b="b"/>
              <a:pathLst>
                <a:path w="25023" h="13786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41" y="2008"/>
                  </a:lnTo>
                  <a:lnTo>
                    <a:pt x="23787" y="2124"/>
                  </a:lnTo>
                  <a:lnTo>
                    <a:pt x="23633" y="2201"/>
                  </a:lnTo>
                  <a:lnTo>
                    <a:pt x="23478" y="2201"/>
                  </a:lnTo>
                  <a:lnTo>
                    <a:pt x="23324" y="2163"/>
                  </a:lnTo>
                  <a:lnTo>
                    <a:pt x="23208" y="2047"/>
                  </a:lnTo>
                  <a:lnTo>
                    <a:pt x="23092" y="1931"/>
                  </a:lnTo>
                  <a:lnTo>
                    <a:pt x="23015" y="1815"/>
                  </a:lnTo>
                  <a:lnTo>
                    <a:pt x="22976" y="1622"/>
                  </a:lnTo>
                  <a:lnTo>
                    <a:pt x="22976" y="1429"/>
                  </a:lnTo>
                  <a:lnTo>
                    <a:pt x="23053" y="1236"/>
                  </a:lnTo>
                  <a:lnTo>
                    <a:pt x="23169" y="1081"/>
                  </a:lnTo>
                  <a:lnTo>
                    <a:pt x="23285" y="966"/>
                  </a:lnTo>
                  <a:close/>
                  <a:moveTo>
                    <a:pt x="24096" y="2394"/>
                  </a:moveTo>
                  <a:lnTo>
                    <a:pt x="24212" y="2742"/>
                  </a:lnTo>
                  <a:lnTo>
                    <a:pt x="24328" y="3089"/>
                  </a:lnTo>
                  <a:lnTo>
                    <a:pt x="24366" y="3437"/>
                  </a:lnTo>
                  <a:lnTo>
                    <a:pt x="24443" y="3784"/>
                  </a:lnTo>
                  <a:lnTo>
                    <a:pt x="24173" y="3707"/>
                  </a:lnTo>
                  <a:lnTo>
                    <a:pt x="23941" y="3591"/>
                  </a:lnTo>
                  <a:lnTo>
                    <a:pt x="23864" y="3514"/>
                  </a:lnTo>
                  <a:lnTo>
                    <a:pt x="23787" y="3398"/>
                  </a:lnTo>
                  <a:lnTo>
                    <a:pt x="23748" y="3283"/>
                  </a:lnTo>
                  <a:lnTo>
                    <a:pt x="23710" y="3128"/>
                  </a:lnTo>
                  <a:lnTo>
                    <a:pt x="23710" y="2896"/>
                  </a:lnTo>
                  <a:lnTo>
                    <a:pt x="23787" y="2703"/>
                  </a:lnTo>
                  <a:lnTo>
                    <a:pt x="23941" y="2549"/>
                  </a:lnTo>
                  <a:lnTo>
                    <a:pt x="24096" y="2394"/>
                  </a:lnTo>
                  <a:close/>
                  <a:moveTo>
                    <a:pt x="16180" y="4943"/>
                  </a:moveTo>
                  <a:lnTo>
                    <a:pt x="16296" y="4982"/>
                  </a:lnTo>
                  <a:lnTo>
                    <a:pt x="16412" y="5059"/>
                  </a:lnTo>
                  <a:lnTo>
                    <a:pt x="16489" y="5136"/>
                  </a:lnTo>
                  <a:lnTo>
                    <a:pt x="16566" y="5252"/>
                  </a:lnTo>
                  <a:lnTo>
                    <a:pt x="16566" y="5406"/>
                  </a:lnTo>
                  <a:lnTo>
                    <a:pt x="16296" y="5406"/>
                  </a:lnTo>
                  <a:lnTo>
                    <a:pt x="15678" y="5479"/>
                  </a:lnTo>
                  <a:lnTo>
                    <a:pt x="15678" y="5479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94" y="5136"/>
                  </a:lnTo>
                  <a:lnTo>
                    <a:pt x="15871" y="5059"/>
                  </a:lnTo>
                  <a:lnTo>
                    <a:pt x="15948" y="5020"/>
                  </a:lnTo>
                  <a:lnTo>
                    <a:pt x="16064" y="4943"/>
                  </a:lnTo>
                  <a:close/>
                  <a:moveTo>
                    <a:pt x="24443" y="4209"/>
                  </a:moveTo>
                  <a:lnTo>
                    <a:pt x="24443" y="4673"/>
                  </a:lnTo>
                  <a:lnTo>
                    <a:pt x="24366" y="5097"/>
                  </a:lnTo>
                  <a:lnTo>
                    <a:pt x="24250" y="5484"/>
                  </a:lnTo>
                  <a:lnTo>
                    <a:pt x="24057" y="5406"/>
                  </a:lnTo>
                  <a:lnTo>
                    <a:pt x="23903" y="5252"/>
                  </a:lnTo>
                  <a:lnTo>
                    <a:pt x="23826" y="5059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11"/>
                  </a:lnTo>
                  <a:lnTo>
                    <a:pt x="23903" y="4595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09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04"/>
                  </a:lnTo>
                  <a:lnTo>
                    <a:pt x="17995" y="4982"/>
                  </a:lnTo>
                  <a:lnTo>
                    <a:pt x="18111" y="5175"/>
                  </a:lnTo>
                  <a:lnTo>
                    <a:pt x="18149" y="5406"/>
                  </a:lnTo>
                  <a:lnTo>
                    <a:pt x="18072" y="5599"/>
                  </a:lnTo>
                  <a:lnTo>
                    <a:pt x="17570" y="5484"/>
                  </a:lnTo>
                  <a:lnTo>
                    <a:pt x="17029" y="5406"/>
                  </a:lnTo>
                  <a:lnTo>
                    <a:pt x="17068" y="5290"/>
                  </a:lnTo>
                  <a:lnTo>
                    <a:pt x="17107" y="5136"/>
                  </a:lnTo>
                  <a:lnTo>
                    <a:pt x="17184" y="5020"/>
                  </a:lnTo>
                  <a:lnTo>
                    <a:pt x="17300" y="4943"/>
                  </a:lnTo>
                  <a:lnTo>
                    <a:pt x="17416" y="4866"/>
                  </a:lnTo>
                  <a:lnTo>
                    <a:pt x="17531" y="4827"/>
                  </a:lnTo>
                  <a:close/>
                  <a:moveTo>
                    <a:pt x="14597" y="5290"/>
                  </a:moveTo>
                  <a:lnTo>
                    <a:pt x="14713" y="5329"/>
                  </a:lnTo>
                  <a:lnTo>
                    <a:pt x="14828" y="5368"/>
                  </a:lnTo>
                  <a:lnTo>
                    <a:pt x="14944" y="5445"/>
                  </a:lnTo>
                  <a:lnTo>
                    <a:pt x="15021" y="5522"/>
                  </a:lnTo>
                  <a:lnTo>
                    <a:pt x="15060" y="5638"/>
                  </a:lnTo>
                  <a:lnTo>
                    <a:pt x="14558" y="5870"/>
                  </a:lnTo>
                  <a:lnTo>
                    <a:pt x="14056" y="6101"/>
                  </a:lnTo>
                  <a:lnTo>
                    <a:pt x="14017" y="6024"/>
                  </a:lnTo>
                  <a:lnTo>
                    <a:pt x="14056" y="5792"/>
                  </a:lnTo>
                  <a:lnTo>
                    <a:pt x="14133" y="5599"/>
                  </a:lnTo>
                  <a:lnTo>
                    <a:pt x="14249" y="5406"/>
                  </a:lnTo>
                  <a:lnTo>
                    <a:pt x="14365" y="5368"/>
                  </a:lnTo>
                  <a:lnTo>
                    <a:pt x="14481" y="5329"/>
                  </a:lnTo>
                  <a:lnTo>
                    <a:pt x="14597" y="5290"/>
                  </a:lnTo>
                  <a:close/>
                  <a:moveTo>
                    <a:pt x="19115" y="5484"/>
                  </a:moveTo>
                  <a:lnTo>
                    <a:pt x="19192" y="5522"/>
                  </a:lnTo>
                  <a:lnTo>
                    <a:pt x="19308" y="5638"/>
                  </a:lnTo>
                  <a:lnTo>
                    <a:pt x="19385" y="5792"/>
                  </a:lnTo>
                  <a:lnTo>
                    <a:pt x="19385" y="5986"/>
                  </a:lnTo>
                  <a:lnTo>
                    <a:pt x="19346" y="6140"/>
                  </a:lnTo>
                  <a:lnTo>
                    <a:pt x="18613" y="5792"/>
                  </a:lnTo>
                  <a:lnTo>
                    <a:pt x="18651" y="5715"/>
                  </a:lnTo>
                  <a:lnTo>
                    <a:pt x="18690" y="5638"/>
                  </a:lnTo>
                  <a:lnTo>
                    <a:pt x="18844" y="5522"/>
                  </a:lnTo>
                  <a:lnTo>
                    <a:pt x="18999" y="5484"/>
                  </a:lnTo>
                  <a:close/>
                  <a:moveTo>
                    <a:pt x="20350" y="6063"/>
                  </a:moveTo>
                  <a:lnTo>
                    <a:pt x="20466" y="6101"/>
                  </a:lnTo>
                  <a:lnTo>
                    <a:pt x="20543" y="6179"/>
                  </a:lnTo>
                  <a:lnTo>
                    <a:pt x="20698" y="6333"/>
                  </a:lnTo>
                  <a:lnTo>
                    <a:pt x="20775" y="6526"/>
                  </a:lnTo>
                  <a:lnTo>
                    <a:pt x="20852" y="6719"/>
                  </a:lnTo>
                  <a:lnTo>
                    <a:pt x="20891" y="6912"/>
                  </a:lnTo>
                  <a:lnTo>
                    <a:pt x="20891" y="6912"/>
                  </a:lnTo>
                  <a:lnTo>
                    <a:pt x="20466" y="6719"/>
                  </a:lnTo>
                  <a:lnTo>
                    <a:pt x="20080" y="6526"/>
                  </a:lnTo>
                  <a:lnTo>
                    <a:pt x="19810" y="6372"/>
                  </a:lnTo>
                  <a:lnTo>
                    <a:pt x="19848" y="6256"/>
                  </a:lnTo>
                  <a:lnTo>
                    <a:pt x="19887" y="6179"/>
                  </a:lnTo>
                  <a:lnTo>
                    <a:pt x="20003" y="6101"/>
                  </a:lnTo>
                  <a:lnTo>
                    <a:pt x="20080" y="6063"/>
                  </a:lnTo>
                  <a:close/>
                  <a:moveTo>
                    <a:pt x="23748" y="5870"/>
                  </a:moveTo>
                  <a:lnTo>
                    <a:pt x="23941" y="5947"/>
                  </a:lnTo>
                  <a:lnTo>
                    <a:pt x="24019" y="5986"/>
                  </a:lnTo>
                  <a:lnTo>
                    <a:pt x="24096" y="5986"/>
                  </a:lnTo>
                  <a:lnTo>
                    <a:pt x="23941" y="6294"/>
                  </a:lnTo>
                  <a:lnTo>
                    <a:pt x="23748" y="6526"/>
                  </a:lnTo>
                  <a:lnTo>
                    <a:pt x="23517" y="6758"/>
                  </a:lnTo>
                  <a:lnTo>
                    <a:pt x="23246" y="6951"/>
                  </a:lnTo>
                  <a:lnTo>
                    <a:pt x="23208" y="6912"/>
                  </a:lnTo>
                  <a:lnTo>
                    <a:pt x="23092" y="6719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3" y="6179"/>
                  </a:lnTo>
                  <a:lnTo>
                    <a:pt x="23131" y="6063"/>
                  </a:lnTo>
                  <a:lnTo>
                    <a:pt x="23208" y="5986"/>
                  </a:lnTo>
                  <a:lnTo>
                    <a:pt x="23285" y="5908"/>
                  </a:lnTo>
                  <a:lnTo>
                    <a:pt x="23517" y="5870"/>
                  </a:lnTo>
                  <a:close/>
                  <a:moveTo>
                    <a:pt x="13245" y="6101"/>
                  </a:moveTo>
                  <a:lnTo>
                    <a:pt x="13477" y="6140"/>
                  </a:lnTo>
                  <a:lnTo>
                    <a:pt x="13593" y="6217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067"/>
                  </a:lnTo>
                  <a:lnTo>
                    <a:pt x="12705" y="7028"/>
                  </a:lnTo>
                  <a:lnTo>
                    <a:pt x="12666" y="6912"/>
                  </a:lnTo>
                  <a:lnTo>
                    <a:pt x="12627" y="6796"/>
                  </a:lnTo>
                  <a:lnTo>
                    <a:pt x="12627" y="6642"/>
                  </a:lnTo>
                  <a:lnTo>
                    <a:pt x="12666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98" y="6179"/>
                  </a:lnTo>
                  <a:lnTo>
                    <a:pt x="13013" y="6140"/>
                  </a:lnTo>
                  <a:lnTo>
                    <a:pt x="13129" y="6101"/>
                  </a:lnTo>
                  <a:close/>
                  <a:moveTo>
                    <a:pt x="22165" y="6565"/>
                  </a:moveTo>
                  <a:lnTo>
                    <a:pt x="22281" y="6603"/>
                  </a:lnTo>
                  <a:lnTo>
                    <a:pt x="22474" y="6681"/>
                  </a:lnTo>
                  <a:lnTo>
                    <a:pt x="22629" y="6835"/>
                  </a:lnTo>
                  <a:lnTo>
                    <a:pt x="22783" y="7028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5"/>
                  </a:lnTo>
                  <a:lnTo>
                    <a:pt x="22937" y="7105"/>
                  </a:lnTo>
                  <a:lnTo>
                    <a:pt x="22551" y="7221"/>
                  </a:lnTo>
                  <a:lnTo>
                    <a:pt x="22165" y="7221"/>
                  </a:lnTo>
                  <a:lnTo>
                    <a:pt x="21779" y="7183"/>
                  </a:lnTo>
                  <a:lnTo>
                    <a:pt x="21393" y="7105"/>
                  </a:lnTo>
                  <a:lnTo>
                    <a:pt x="21509" y="6912"/>
                  </a:lnTo>
                  <a:lnTo>
                    <a:pt x="21625" y="6719"/>
                  </a:lnTo>
                  <a:lnTo>
                    <a:pt x="21818" y="6603"/>
                  </a:lnTo>
                  <a:lnTo>
                    <a:pt x="22049" y="6565"/>
                  </a:lnTo>
                  <a:close/>
                  <a:moveTo>
                    <a:pt x="12280" y="7376"/>
                  </a:moveTo>
                  <a:lnTo>
                    <a:pt x="12473" y="7414"/>
                  </a:lnTo>
                  <a:lnTo>
                    <a:pt x="12125" y="7955"/>
                  </a:lnTo>
                  <a:lnTo>
                    <a:pt x="11816" y="8534"/>
                  </a:lnTo>
                  <a:lnTo>
                    <a:pt x="11701" y="8341"/>
                  </a:lnTo>
                  <a:lnTo>
                    <a:pt x="11662" y="8071"/>
                  </a:lnTo>
                  <a:lnTo>
                    <a:pt x="11662" y="7955"/>
                  </a:lnTo>
                  <a:lnTo>
                    <a:pt x="11701" y="7800"/>
                  </a:lnTo>
                  <a:lnTo>
                    <a:pt x="11739" y="7685"/>
                  </a:lnTo>
                  <a:lnTo>
                    <a:pt x="11816" y="7607"/>
                  </a:lnTo>
                  <a:lnTo>
                    <a:pt x="11932" y="7492"/>
                  </a:lnTo>
                  <a:lnTo>
                    <a:pt x="12048" y="7453"/>
                  </a:lnTo>
                  <a:lnTo>
                    <a:pt x="12164" y="7414"/>
                  </a:lnTo>
                  <a:lnTo>
                    <a:pt x="12280" y="7376"/>
                  </a:lnTo>
                  <a:close/>
                  <a:moveTo>
                    <a:pt x="2240" y="9345"/>
                  </a:moveTo>
                  <a:lnTo>
                    <a:pt x="2394" y="9384"/>
                  </a:lnTo>
                  <a:lnTo>
                    <a:pt x="2472" y="9461"/>
                  </a:lnTo>
                  <a:lnTo>
                    <a:pt x="2549" y="9538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9963"/>
                  </a:lnTo>
                  <a:lnTo>
                    <a:pt x="2124" y="9886"/>
                  </a:lnTo>
                  <a:lnTo>
                    <a:pt x="1661" y="9847"/>
                  </a:lnTo>
                  <a:lnTo>
                    <a:pt x="1699" y="9731"/>
                  </a:lnTo>
                  <a:lnTo>
                    <a:pt x="1738" y="9615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lnTo>
                    <a:pt x="2124" y="9345"/>
                  </a:lnTo>
                  <a:close/>
                  <a:moveTo>
                    <a:pt x="11662" y="8997"/>
                  </a:moveTo>
                  <a:lnTo>
                    <a:pt x="11469" y="9499"/>
                  </a:lnTo>
                  <a:lnTo>
                    <a:pt x="11353" y="10001"/>
                  </a:lnTo>
                  <a:lnTo>
                    <a:pt x="11276" y="10272"/>
                  </a:lnTo>
                  <a:lnTo>
                    <a:pt x="11237" y="10233"/>
                  </a:lnTo>
                  <a:lnTo>
                    <a:pt x="11083" y="10040"/>
                  </a:lnTo>
                  <a:lnTo>
                    <a:pt x="10967" y="9808"/>
                  </a:lnTo>
                  <a:lnTo>
                    <a:pt x="10928" y="9693"/>
                  </a:lnTo>
                  <a:lnTo>
                    <a:pt x="10928" y="9538"/>
                  </a:lnTo>
                  <a:lnTo>
                    <a:pt x="10967" y="9422"/>
                  </a:lnTo>
                  <a:lnTo>
                    <a:pt x="11006" y="9306"/>
                  </a:lnTo>
                  <a:lnTo>
                    <a:pt x="11121" y="9152"/>
                  </a:lnTo>
                  <a:lnTo>
                    <a:pt x="11276" y="9036"/>
                  </a:lnTo>
                  <a:lnTo>
                    <a:pt x="11469" y="8997"/>
                  </a:lnTo>
                  <a:close/>
                  <a:moveTo>
                    <a:pt x="3785" y="9731"/>
                  </a:moveTo>
                  <a:lnTo>
                    <a:pt x="3900" y="9770"/>
                  </a:lnTo>
                  <a:lnTo>
                    <a:pt x="4016" y="9886"/>
                  </a:lnTo>
                  <a:lnTo>
                    <a:pt x="4093" y="10001"/>
                  </a:lnTo>
                  <a:lnTo>
                    <a:pt x="4171" y="10117"/>
                  </a:lnTo>
                  <a:lnTo>
                    <a:pt x="4171" y="10233"/>
                  </a:lnTo>
                  <a:lnTo>
                    <a:pt x="4171" y="10388"/>
                  </a:lnTo>
                  <a:lnTo>
                    <a:pt x="4132" y="10503"/>
                  </a:lnTo>
                  <a:lnTo>
                    <a:pt x="4055" y="10619"/>
                  </a:lnTo>
                  <a:lnTo>
                    <a:pt x="3900" y="10542"/>
                  </a:lnTo>
                  <a:lnTo>
                    <a:pt x="3514" y="10310"/>
                  </a:lnTo>
                  <a:lnTo>
                    <a:pt x="3089" y="10117"/>
                  </a:lnTo>
                  <a:lnTo>
                    <a:pt x="3167" y="10001"/>
                  </a:lnTo>
                  <a:lnTo>
                    <a:pt x="3244" y="9886"/>
                  </a:lnTo>
                  <a:lnTo>
                    <a:pt x="3360" y="9808"/>
                  </a:lnTo>
                  <a:lnTo>
                    <a:pt x="3514" y="9770"/>
                  </a:lnTo>
                  <a:lnTo>
                    <a:pt x="3630" y="9731"/>
                  </a:lnTo>
                  <a:close/>
                  <a:moveTo>
                    <a:pt x="4827" y="10619"/>
                  </a:moveTo>
                  <a:lnTo>
                    <a:pt x="4943" y="10658"/>
                  </a:lnTo>
                  <a:lnTo>
                    <a:pt x="5020" y="10697"/>
                  </a:lnTo>
                  <a:lnTo>
                    <a:pt x="5097" y="10774"/>
                  </a:lnTo>
                  <a:lnTo>
                    <a:pt x="5136" y="10851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97" y="11430"/>
                  </a:lnTo>
                  <a:lnTo>
                    <a:pt x="4402" y="10890"/>
                  </a:lnTo>
                  <a:lnTo>
                    <a:pt x="4441" y="10812"/>
                  </a:lnTo>
                  <a:lnTo>
                    <a:pt x="4518" y="10735"/>
                  </a:lnTo>
                  <a:lnTo>
                    <a:pt x="4673" y="10658"/>
                  </a:lnTo>
                  <a:lnTo>
                    <a:pt x="4827" y="10619"/>
                  </a:lnTo>
                  <a:close/>
                  <a:moveTo>
                    <a:pt x="11160" y="10619"/>
                  </a:moveTo>
                  <a:lnTo>
                    <a:pt x="10967" y="11199"/>
                  </a:lnTo>
                  <a:lnTo>
                    <a:pt x="10735" y="11739"/>
                  </a:lnTo>
                  <a:lnTo>
                    <a:pt x="10697" y="11662"/>
                  </a:lnTo>
                  <a:lnTo>
                    <a:pt x="10504" y="11507"/>
                  </a:lnTo>
                  <a:lnTo>
                    <a:pt x="10426" y="11314"/>
                  </a:lnTo>
                  <a:lnTo>
                    <a:pt x="10388" y="11121"/>
                  </a:lnTo>
                  <a:lnTo>
                    <a:pt x="10465" y="10928"/>
                  </a:lnTo>
                  <a:lnTo>
                    <a:pt x="10581" y="10774"/>
                  </a:lnTo>
                  <a:lnTo>
                    <a:pt x="10735" y="10658"/>
                  </a:lnTo>
                  <a:lnTo>
                    <a:pt x="10928" y="10619"/>
                  </a:lnTo>
                  <a:close/>
                  <a:moveTo>
                    <a:pt x="5754" y="11430"/>
                  </a:moveTo>
                  <a:lnTo>
                    <a:pt x="5986" y="11469"/>
                  </a:lnTo>
                  <a:lnTo>
                    <a:pt x="6063" y="11507"/>
                  </a:lnTo>
                  <a:lnTo>
                    <a:pt x="6179" y="11546"/>
                  </a:lnTo>
                  <a:lnTo>
                    <a:pt x="6256" y="11662"/>
                  </a:lnTo>
                  <a:lnTo>
                    <a:pt x="6333" y="11739"/>
                  </a:lnTo>
                  <a:lnTo>
                    <a:pt x="6410" y="11971"/>
                  </a:lnTo>
                  <a:lnTo>
                    <a:pt x="6410" y="12203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1"/>
                  </a:lnTo>
                  <a:lnTo>
                    <a:pt x="5484" y="11585"/>
                  </a:lnTo>
                  <a:lnTo>
                    <a:pt x="5561" y="11507"/>
                  </a:lnTo>
                  <a:lnTo>
                    <a:pt x="5638" y="11469"/>
                  </a:lnTo>
                  <a:lnTo>
                    <a:pt x="5754" y="11430"/>
                  </a:lnTo>
                  <a:close/>
                  <a:moveTo>
                    <a:pt x="10542" y="12009"/>
                  </a:moveTo>
                  <a:lnTo>
                    <a:pt x="10388" y="12280"/>
                  </a:lnTo>
                  <a:lnTo>
                    <a:pt x="10195" y="12511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27"/>
                  </a:lnTo>
                  <a:lnTo>
                    <a:pt x="9654" y="12473"/>
                  </a:lnTo>
                  <a:lnTo>
                    <a:pt x="9693" y="12318"/>
                  </a:lnTo>
                  <a:lnTo>
                    <a:pt x="9808" y="12203"/>
                  </a:lnTo>
                  <a:lnTo>
                    <a:pt x="9963" y="12125"/>
                  </a:lnTo>
                  <a:lnTo>
                    <a:pt x="10156" y="12087"/>
                  </a:lnTo>
                  <a:lnTo>
                    <a:pt x="10542" y="12009"/>
                  </a:lnTo>
                  <a:close/>
                  <a:moveTo>
                    <a:pt x="7376" y="12473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0"/>
                  </a:lnTo>
                  <a:lnTo>
                    <a:pt x="7878" y="13013"/>
                  </a:lnTo>
                  <a:lnTo>
                    <a:pt x="7878" y="13168"/>
                  </a:lnTo>
                  <a:lnTo>
                    <a:pt x="7337" y="12975"/>
                  </a:lnTo>
                  <a:lnTo>
                    <a:pt x="6835" y="12743"/>
                  </a:lnTo>
                  <a:lnTo>
                    <a:pt x="6990" y="12589"/>
                  </a:lnTo>
                  <a:lnTo>
                    <a:pt x="7183" y="12511"/>
                  </a:lnTo>
                  <a:lnTo>
                    <a:pt x="7376" y="12473"/>
                  </a:lnTo>
                  <a:close/>
                  <a:moveTo>
                    <a:pt x="8959" y="12627"/>
                  </a:moveTo>
                  <a:lnTo>
                    <a:pt x="9113" y="12743"/>
                  </a:lnTo>
                  <a:lnTo>
                    <a:pt x="9229" y="12936"/>
                  </a:lnTo>
                  <a:lnTo>
                    <a:pt x="9268" y="13091"/>
                  </a:lnTo>
                  <a:lnTo>
                    <a:pt x="9268" y="13207"/>
                  </a:lnTo>
                  <a:lnTo>
                    <a:pt x="9036" y="13245"/>
                  </a:lnTo>
                  <a:lnTo>
                    <a:pt x="8804" y="13284"/>
                  </a:lnTo>
                  <a:lnTo>
                    <a:pt x="8302" y="13284"/>
                  </a:lnTo>
                  <a:lnTo>
                    <a:pt x="8341" y="13207"/>
                  </a:lnTo>
                  <a:lnTo>
                    <a:pt x="8341" y="13013"/>
                  </a:lnTo>
                  <a:lnTo>
                    <a:pt x="8418" y="12820"/>
                  </a:lnTo>
                  <a:lnTo>
                    <a:pt x="8573" y="12666"/>
                  </a:lnTo>
                  <a:lnTo>
                    <a:pt x="8650" y="12627"/>
                  </a:lnTo>
                  <a:close/>
                  <a:moveTo>
                    <a:pt x="22899" y="0"/>
                  </a:moveTo>
                  <a:lnTo>
                    <a:pt x="22822" y="77"/>
                  </a:lnTo>
                  <a:lnTo>
                    <a:pt x="22783" y="116"/>
                  </a:lnTo>
                  <a:lnTo>
                    <a:pt x="22744" y="232"/>
                  </a:lnTo>
                  <a:lnTo>
                    <a:pt x="22744" y="309"/>
                  </a:lnTo>
                  <a:lnTo>
                    <a:pt x="22822" y="386"/>
                  </a:lnTo>
                  <a:lnTo>
                    <a:pt x="22860" y="425"/>
                  </a:lnTo>
                  <a:lnTo>
                    <a:pt x="23015" y="618"/>
                  </a:lnTo>
                  <a:lnTo>
                    <a:pt x="22899" y="773"/>
                  </a:lnTo>
                  <a:lnTo>
                    <a:pt x="22783" y="927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629" y="1506"/>
                  </a:lnTo>
                  <a:lnTo>
                    <a:pt x="22629" y="1699"/>
                  </a:lnTo>
                  <a:lnTo>
                    <a:pt x="22629" y="1854"/>
                  </a:lnTo>
                  <a:lnTo>
                    <a:pt x="22706" y="2047"/>
                  </a:lnTo>
                  <a:lnTo>
                    <a:pt x="22860" y="2240"/>
                  </a:lnTo>
                  <a:lnTo>
                    <a:pt x="23053" y="2394"/>
                  </a:lnTo>
                  <a:lnTo>
                    <a:pt x="23285" y="2472"/>
                  </a:lnTo>
                  <a:lnTo>
                    <a:pt x="23517" y="2510"/>
                  </a:lnTo>
                  <a:lnTo>
                    <a:pt x="23401" y="2703"/>
                  </a:lnTo>
                  <a:lnTo>
                    <a:pt x="23362" y="2896"/>
                  </a:lnTo>
                  <a:lnTo>
                    <a:pt x="23324" y="3089"/>
                  </a:lnTo>
                  <a:lnTo>
                    <a:pt x="23362" y="3244"/>
                  </a:lnTo>
                  <a:lnTo>
                    <a:pt x="23439" y="3476"/>
                  </a:lnTo>
                  <a:lnTo>
                    <a:pt x="23594" y="3707"/>
                  </a:lnTo>
                  <a:lnTo>
                    <a:pt x="23748" y="3862"/>
                  </a:lnTo>
                  <a:lnTo>
                    <a:pt x="23980" y="3978"/>
                  </a:lnTo>
                  <a:lnTo>
                    <a:pt x="23748" y="4209"/>
                  </a:lnTo>
                  <a:lnTo>
                    <a:pt x="23555" y="4441"/>
                  </a:lnTo>
                  <a:lnTo>
                    <a:pt x="23478" y="4750"/>
                  </a:lnTo>
                  <a:lnTo>
                    <a:pt x="23439" y="4866"/>
                  </a:lnTo>
                  <a:lnTo>
                    <a:pt x="23439" y="5020"/>
                  </a:lnTo>
                  <a:lnTo>
                    <a:pt x="23517" y="5252"/>
                  </a:lnTo>
                  <a:lnTo>
                    <a:pt x="23633" y="5484"/>
                  </a:lnTo>
                  <a:lnTo>
                    <a:pt x="23401" y="5484"/>
                  </a:lnTo>
                  <a:lnTo>
                    <a:pt x="23169" y="5561"/>
                  </a:lnTo>
                  <a:lnTo>
                    <a:pt x="22976" y="5677"/>
                  </a:lnTo>
                  <a:lnTo>
                    <a:pt x="22822" y="5870"/>
                  </a:lnTo>
                  <a:lnTo>
                    <a:pt x="22706" y="6101"/>
                  </a:lnTo>
                  <a:lnTo>
                    <a:pt x="22629" y="6333"/>
                  </a:lnTo>
                  <a:lnTo>
                    <a:pt x="22474" y="6256"/>
                  </a:lnTo>
                  <a:lnTo>
                    <a:pt x="22320" y="6217"/>
                  </a:lnTo>
                  <a:lnTo>
                    <a:pt x="22165" y="6179"/>
                  </a:lnTo>
                  <a:lnTo>
                    <a:pt x="21972" y="6217"/>
                  </a:lnTo>
                  <a:lnTo>
                    <a:pt x="21740" y="6256"/>
                  </a:lnTo>
                  <a:lnTo>
                    <a:pt x="21547" y="6372"/>
                  </a:lnTo>
                  <a:lnTo>
                    <a:pt x="21354" y="6565"/>
                  </a:lnTo>
                  <a:lnTo>
                    <a:pt x="21200" y="6758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5986"/>
                  </a:lnTo>
                  <a:lnTo>
                    <a:pt x="20736" y="5870"/>
                  </a:lnTo>
                  <a:lnTo>
                    <a:pt x="20582" y="5792"/>
                  </a:lnTo>
                  <a:lnTo>
                    <a:pt x="20428" y="5754"/>
                  </a:lnTo>
                  <a:lnTo>
                    <a:pt x="20080" y="5754"/>
                  </a:lnTo>
                  <a:lnTo>
                    <a:pt x="19887" y="5831"/>
                  </a:lnTo>
                  <a:lnTo>
                    <a:pt x="19771" y="5947"/>
                  </a:lnTo>
                  <a:lnTo>
                    <a:pt x="19732" y="5715"/>
                  </a:lnTo>
                  <a:lnTo>
                    <a:pt x="19617" y="5484"/>
                  </a:lnTo>
                  <a:lnTo>
                    <a:pt x="19462" y="5290"/>
                  </a:lnTo>
                  <a:lnTo>
                    <a:pt x="19385" y="5213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52"/>
                  </a:lnTo>
                  <a:lnTo>
                    <a:pt x="18497" y="5406"/>
                  </a:lnTo>
                  <a:lnTo>
                    <a:pt x="18458" y="5252"/>
                  </a:lnTo>
                  <a:lnTo>
                    <a:pt x="18458" y="5097"/>
                  </a:lnTo>
                  <a:lnTo>
                    <a:pt x="18381" y="4982"/>
                  </a:lnTo>
                  <a:lnTo>
                    <a:pt x="18304" y="4827"/>
                  </a:lnTo>
                  <a:lnTo>
                    <a:pt x="18188" y="4750"/>
                  </a:lnTo>
                  <a:lnTo>
                    <a:pt x="18072" y="4634"/>
                  </a:lnTo>
                  <a:lnTo>
                    <a:pt x="17956" y="4557"/>
                  </a:lnTo>
                  <a:lnTo>
                    <a:pt x="17802" y="4518"/>
                  </a:lnTo>
                  <a:lnTo>
                    <a:pt x="17531" y="4518"/>
                  </a:lnTo>
                  <a:lnTo>
                    <a:pt x="17377" y="4557"/>
                  </a:lnTo>
                  <a:lnTo>
                    <a:pt x="17261" y="4634"/>
                  </a:lnTo>
                  <a:lnTo>
                    <a:pt x="17145" y="4711"/>
                  </a:lnTo>
                  <a:lnTo>
                    <a:pt x="17029" y="4827"/>
                  </a:lnTo>
                  <a:lnTo>
                    <a:pt x="16875" y="5059"/>
                  </a:lnTo>
                  <a:lnTo>
                    <a:pt x="16759" y="4904"/>
                  </a:lnTo>
                  <a:lnTo>
                    <a:pt x="16605" y="4788"/>
                  </a:lnTo>
                  <a:lnTo>
                    <a:pt x="16450" y="4673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27"/>
                  </a:lnTo>
                  <a:lnTo>
                    <a:pt x="15523" y="4982"/>
                  </a:lnTo>
                  <a:lnTo>
                    <a:pt x="15446" y="5136"/>
                  </a:lnTo>
                  <a:lnTo>
                    <a:pt x="15408" y="5290"/>
                  </a:lnTo>
                  <a:lnTo>
                    <a:pt x="15408" y="5484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29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2"/>
                  </a:lnTo>
                  <a:lnTo>
                    <a:pt x="14635" y="4943"/>
                  </a:lnTo>
                  <a:lnTo>
                    <a:pt x="14442" y="4943"/>
                  </a:lnTo>
                  <a:lnTo>
                    <a:pt x="14288" y="5020"/>
                  </a:lnTo>
                  <a:lnTo>
                    <a:pt x="14172" y="5059"/>
                  </a:lnTo>
                  <a:lnTo>
                    <a:pt x="14056" y="5175"/>
                  </a:lnTo>
                  <a:lnTo>
                    <a:pt x="13940" y="5290"/>
                  </a:lnTo>
                  <a:lnTo>
                    <a:pt x="13824" y="5522"/>
                  </a:lnTo>
                  <a:lnTo>
                    <a:pt x="13786" y="5831"/>
                  </a:lnTo>
                  <a:lnTo>
                    <a:pt x="13593" y="5715"/>
                  </a:lnTo>
                  <a:lnTo>
                    <a:pt x="13361" y="5677"/>
                  </a:lnTo>
                  <a:lnTo>
                    <a:pt x="13168" y="5677"/>
                  </a:lnTo>
                  <a:lnTo>
                    <a:pt x="12936" y="5715"/>
                  </a:lnTo>
                  <a:lnTo>
                    <a:pt x="12743" y="5831"/>
                  </a:lnTo>
                  <a:lnTo>
                    <a:pt x="12627" y="5908"/>
                  </a:lnTo>
                  <a:lnTo>
                    <a:pt x="12511" y="6063"/>
                  </a:lnTo>
                  <a:lnTo>
                    <a:pt x="12434" y="6179"/>
                  </a:lnTo>
                  <a:lnTo>
                    <a:pt x="12357" y="6333"/>
                  </a:lnTo>
                  <a:lnTo>
                    <a:pt x="12357" y="6488"/>
                  </a:lnTo>
                  <a:lnTo>
                    <a:pt x="12357" y="6681"/>
                  </a:lnTo>
                  <a:lnTo>
                    <a:pt x="12357" y="6835"/>
                  </a:lnTo>
                  <a:lnTo>
                    <a:pt x="12434" y="6990"/>
                  </a:lnTo>
                  <a:lnTo>
                    <a:pt x="12164" y="6990"/>
                  </a:lnTo>
                  <a:lnTo>
                    <a:pt x="11894" y="7105"/>
                  </a:lnTo>
                  <a:lnTo>
                    <a:pt x="11662" y="7221"/>
                  </a:lnTo>
                  <a:lnTo>
                    <a:pt x="11507" y="7376"/>
                  </a:lnTo>
                  <a:lnTo>
                    <a:pt x="11430" y="7530"/>
                  </a:lnTo>
                  <a:lnTo>
                    <a:pt x="11353" y="7685"/>
                  </a:lnTo>
                  <a:lnTo>
                    <a:pt x="11314" y="7839"/>
                  </a:lnTo>
                  <a:lnTo>
                    <a:pt x="11314" y="7994"/>
                  </a:lnTo>
                  <a:lnTo>
                    <a:pt x="11314" y="8148"/>
                  </a:lnTo>
                  <a:lnTo>
                    <a:pt x="11353" y="8302"/>
                  </a:lnTo>
                  <a:lnTo>
                    <a:pt x="11392" y="8418"/>
                  </a:lnTo>
                  <a:lnTo>
                    <a:pt x="11507" y="8573"/>
                  </a:lnTo>
                  <a:lnTo>
                    <a:pt x="11237" y="8650"/>
                  </a:lnTo>
                  <a:lnTo>
                    <a:pt x="10967" y="8766"/>
                  </a:lnTo>
                  <a:lnTo>
                    <a:pt x="10774" y="8997"/>
                  </a:lnTo>
                  <a:lnTo>
                    <a:pt x="10658" y="9229"/>
                  </a:lnTo>
                  <a:lnTo>
                    <a:pt x="10581" y="9499"/>
                  </a:lnTo>
                  <a:lnTo>
                    <a:pt x="10619" y="9770"/>
                  </a:lnTo>
                  <a:lnTo>
                    <a:pt x="10697" y="10001"/>
                  </a:lnTo>
                  <a:lnTo>
                    <a:pt x="10851" y="10233"/>
                  </a:lnTo>
                  <a:lnTo>
                    <a:pt x="10619" y="10272"/>
                  </a:lnTo>
                  <a:lnTo>
                    <a:pt x="10426" y="10388"/>
                  </a:lnTo>
                  <a:lnTo>
                    <a:pt x="10272" y="10581"/>
                  </a:lnTo>
                  <a:lnTo>
                    <a:pt x="10117" y="10774"/>
                  </a:lnTo>
                  <a:lnTo>
                    <a:pt x="10079" y="10967"/>
                  </a:lnTo>
                  <a:lnTo>
                    <a:pt x="10040" y="11199"/>
                  </a:lnTo>
                  <a:lnTo>
                    <a:pt x="10079" y="11469"/>
                  </a:lnTo>
                  <a:lnTo>
                    <a:pt x="10195" y="11662"/>
                  </a:lnTo>
                  <a:lnTo>
                    <a:pt x="9924" y="11739"/>
                  </a:lnTo>
                  <a:lnTo>
                    <a:pt x="9693" y="11816"/>
                  </a:lnTo>
                  <a:lnTo>
                    <a:pt x="9500" y="11971"/>
                  </a:lnTo>
                  <a:lnTo>
                    <a:pt x="9422" y="12087"/>
                  </a:lnTo>
                  <a:lnTo>
                    <a:pt x="9384" y="12203"/>
                  </a:lnTo>
                  <a:lnTo>
                    <a:pt x="9345" y="12318"/>
                  </a:lnTo>
                  <a:lnTo>
                    <a:pt x="9306" y="12473"/>
                  </a:lnTo>
                  <a:lnTo>
                    <a:pt x="9191" y="12357"/>
                  </a:lnTo>
                  <a:lnTo>
                    <a:pt x="9036" y="12318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18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09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3" y="12241"/>
                  </a:lnTo>
                  <a:lnTo>
                    <a:pt x="7492" y="12164"/>
                  </a:lnTo>
                  <a:lnTo>
                    <a:pt x="7221" y="12164"/>
                  </a:lnTo>
                  <a:lnTo>
                    <a:pt x="6990" y="12241"/>
                  </a:lnTo>
                  <a:lnTo>
                    <a:pt x="6796" y="12396"/>
                  </a:lnTo>
                  <a:lnTo>
                    <a:pt x="6796" y="12048"/>
                  </a:lnTo>
                  <a:lnTo>
                    <a:pt x="6758" y="11855"/>
                  </a:lnTo>
                  <a:lnTo>
                    <a:pt x="6681" y="11701"/>
                  </a:lnTo>
                  <a:lnTo>
                    <a:pt x="6603" y="11546"/>
                  </a:lnTo>
                  <a:lnTo>
                    <a:pt x="6526" y="11392"/>
                  </a:lnTo>
                  <a:lnTo>
                    <a:pt x="6410" y="11276"/>
                  </a:lnTo>
                  <a:lnTo>
                    <a:pt x="6256" y="11199"/>
                  </a:lnTo>
                  <a:lnTo>
                    <a:pt x="6063" y="11160"/>
                  </a:lnTo>
                  <a:lnTo>
                    <a:pt x="5870" y="11121"/>
                  </a:lnTo>
                  <a:lnTo>
                    <a:pt x="5715" y="11160"/>
                  </a:lnTo>
                  <a:lnTo>
                    <a:pt x="5522" y="11199"/>
                  </a:lnTo>
                  <a:lnTo>
                    <a:pt x="5522" y="10928"/>
                  </a:lnTo>
                  <a:lnTo>
                    <a:pt x="5445" y="10697"/>
                  </a:lnTo>
                  <a:lnTo>
                    <a:pt x="5329" y="10503"/>
                  </a:lnTo>
                  <a:lnTo>
                    <a:pt x="5213" y="10426"/>
                  </a:lnTo>
                  <a:lnTo>
                    <a:pt x="5097" y="10349"/>
                  </a:lnTo>
                  <a:lnTo>
                    <a:pt x="4943" y="10310"/>
                  </a:lnTo>
                  <a:lnTo>
                    <a:pt x="4673" y="10310"/>
                  </a:lnTo>
                  <a:lnTo>
                    <a:pt x="4557" y="10349"/>
                  </a:lnTo>
                  <a:lnTo>
                    <a:pt x="4518" y="10156"/>
                  </a:lnTo>
                  <a:lnTo>
                    <a:pt x="4480" y="9924"/>
                  </a:lnTo>
                  <a:lnTo>
                    <a:pt x="4364" y="9731"/>
                  </a:lnTo>
                  <a:lnTo>
                    <a:pt x="4209" y="9577"/>
                  </a:lnTo>
                  <a:lnTo>
                    <a:pt x="4093" y="9461"/>
                  </a:lnTo>
                  <a:lnTo>
                    <a:pt x="3900" y="9422"/>
                  </a:lnTo>
                  <a:lnTo>
                    <a:pt x="3746" y="9384"/>
                  </a:lnTo>
                  <a:lnTo>
                    <a:pt x="3591" y="9422"/>
                  </a:lnTo>
                  <a:lnTo>
                    <a:pt x="3437" y="9461"/>
                  </a:lnTo>
                  <a:lnTo>
                    <a:pt x="3283" y="9538"/>
                  </a:lnTo>
                  <a:lnTo>
                    <a:pt x="3128" y="9615"/>
                  </a:lnTo>
                  <a:lnTo>
                    <a:pt x="3012" y="9731"/>
                  </a:lnTo>
                  <a:lnTo>
                    <a:pt x="2974" y="9615"/>
                  </a:lnTo>
                  <a:lnTo>
                    <a:pt x="2896" y="9422"/>
                  </a:lnTo>
                  <a:lnTo>
                    <a:pt x="2781" y="9268"/>
                  </a:lnTo>
                  <a:lnTo>
                    <a:pt x="2626" y="9113"/>
                  </a:lnTo>
                  <a:lnTo>
                    <a:pt x="2433" y="9036"/>
                  </a:lnTo>
                  <a:lnTo>
                    <a:pt x="2240" y="8997"/>
                  </a:lnTo>
                  <a:lnTo>
                    <a:pt x="2047" y="8997"/>
                  </a:lnTo>
                  <a:lnTo>
                    <a:pt x="1854" y="9075"/>
                  </a:lnTo>
                  <a:lnTo>
                    <a:pt x="1699" y="9191"/>
                  </a:lnTo>
                  <a:lnTo>
                    <a:pt x="1545" y="9345"/>
                  </a:lnTo>
                  <a:lnTo>
                    <a:pt x="1429" y="9499"/>
                  </a:lnTo>
                  <a:lnTo>
                    <a:pt x="1390" y="9693"/>
                  </a:lnTo>
                  <a:lnTo>
                    <a:pt x="1352" y="9886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272"/>
                  </a:lnTo>
                  <a:lnTo>
                    <a:pt x="386" y="10426"/>
                  </a:lnTo>
                  <a:lnTo>
                    <a:pt x="271" y="10542"/>
                  </a:lnTo>
                  <a:lnTo>
                    <a:pt x="116" y="10851"/>
                  </a:lnTo>
                  <a:lnTo>
                    <a:pt x="39" y="11199"/>
                  </a:lnTo>
                  <a:lnTo>
                    <a:pt x="0" y="11546"/>
                  </a:lnTo>
                  <a:lnTo>
                    <a:pt x="77" y="11894"/>
                  </a:lnTo>
                  <a:lnTo>
                    <a:pt x="193" y="12241"/>
                  </a:lnTo>
                  <a:lnTo>
                    <a:pt x="386" y="12511"/>
                  </a:lnTo>
                  <a:lnTo>
                    <a:pt x="618" y="12782"/>
                  </a:lnTo>
                  <a:lnTo>
                    <a:pt x="811" y="12898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124" y="13091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11"/>
                  </a:lnTo>
                  <a:lnTo>
                    <a:pt x="3360" y="12203"/>
                  </a:lnTo>
                  <a:lnTo>
                    <a:pt x="3591" y="12009"/>
                  </a:lnTo>
                  <a:lnTo>
                    <a:pt x="3553" y="11932"/>
                  </a:lnTo>
                  <a:lnTo>
                    <a:pt x="3514" y="11816"/>
                  </a:lnTo>
                  <a:lnTo>
                    <a:pt x="3437" y="11739"/>
                  </a:lnTo>
                  <a:lnTo>
                    <a:pt x="3283" y="11739"/>
                  </a:lnTo>
                  <a:lnTo>
                    <a:pt x="3244" y="11816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7" y="12434"/>
                  </a:lnTo>
                  <a:lnTo>
                    <a:pt x="2317" y="12550"/>
                  </a:lnTo>
                  <a:lnTo>
                    <a:pt x="2047" y="12666"/>
                  </a:lnTo>
                  <a:lnTo>
                    <a:pt x="1429" y="12666"/>
                  </a:lnTo>
                  <a:lnTo>
                    <a:pt x="1159" y="12550"/>
                  </a:lnTo>
                  <a:lnTo>
                    <a:pt x="966" y="12434"/>
                  </a:lnTo>
                  <a:lnTo>
                    <a:pt x="811" y="12318"/>
                  </a:lnTo>
                  <a:lnTo>
                    <a:pt x="695" y="12203"/>
                  </a:lnTo>
                  <a:lnTo>
                    <a:pt x="618" y="12048"/>
                  </a:lnTo>
                  <a:lnTo>
                    <a:pt x="541" y="11855"/>
                  </a:lnTo>
                  <a:lnTo>
                    <a:pt x="502" y="11701"/>
                  </a:lnTo>
                  <a:lnTo>
                    <a:pt x="502" y="11546"/>
                  </a:lnTo>
                  <a:lnTo>
                    <a:pt x="502" y="11353"/>
                  </a:lnTo>
                  <a:lnTo>
                    <a:pt x="541" y="11199"/>
                  </a:lnTo>
                  <a:lnTo>
                    <a:pt x="579" y="11044"/>
                  </a:lnTo>
                  <a:lnTo>
                    <a:pt x="657" y="10890"/>
                  </a:lnTo>
                  <a:lnTo>
                    <a:pt x="773" y="10735"/>
                  </a:lnTo>
                  <a:lnTo>
                    <a:pt x="927" y="10619"/>
                  </a:lnTo>
                  <a:lnTo>
                    <a:pt x="1043" y="10503"/>
                  </a:lnTo>
                  <a:lnTo>
                    <a:pt x="1236" y="10426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317" y="10349"/>
                  </a:lnTo>
                  <a:lnTo>
                    <a:pt x="2587" y="10426"/>
                  </a:lnTo>
                  <a:lnTo>
                    <a:pt x="2858" y="10503"/>
                  </a:lnTo>
                  <a:lnTo>
                    <a:pt x="3128" y="10619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6"/>
                  </a:lnTo>
                  <a:lnTo>
                    <a:pt x="5908" y="12666"/>
                  </a:lnTo>
                  <a:lnTo>
                    <a:pt x="6294" y="12936"/>
                  </a:lnTo>
                  <a:lnTo>
                    <a:pt x="6681" y="13207"/>
                  </a:lnTo>
                  <a:lnTo>
                    <a:pt x="7105" y="13400"/>
                  </a:lnTo>
                  <a:lnTo>
                    <a:pt x="7530" y="13593"/>
                  </a:lnTo>
                  <a:lnTo>
                    <a:pt x="7994" y="13708"/>
                  </a:lnTo>
                  <a:lnTo>
                    <a:pt x="8457" y="13786"/>
                  </a:lnTo>
                  <a:lnTo>
                    <a:pt x="8920" y="13747"/>
                  </a:lnTo>
                  <a:lnTo>
                    <a:pt x="9345" y="13670"/>
                  </a:lnTo>
                  <a:lnTo>
                    <a:pt x="9731" y="13515"/>
                  </a:lnTo>
                  <a:lnTo>
                    <a:pt x="10079" y="13322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34"/>
                  </a:lnTo>
                  <a:lnTo>
                    <a:pt x="11121" y="12087"/>
                  </a:lnTo>
                  <a:lnTo>
                    <a:pt x="11314" y="11739"/>
                  </a:lnTo>
                  <a:lnTo>
                    <a:pt x="11507" y="11199"/>
                  </a:lnTo>
                  <a:lnTo>
                    <a:pt x="11662" y="10658"/>
                  </a:lnTo>
                  <a:lnTo>
                    <a:pt x="11971" y="9615"/>
                  </a:lnTo>
                  <a:lnTo>
                    <a:pt x="12164" y="9075"/>
                  </a:lnTo>
                  <a:lnTo>
                    <a:pt x="12357" y="8573"/>
                  </a:lnTo>
                  <a:lnTo>
                    <a:pt x="12627" y="8109"/>
                  </a:lnTo>
                  <a:lnTo>
                    <a:pt x="12936" y="7646"/>
                  </a:lnTo>
                  <a:lnTo>
                    <a:pt x="13284" y="7298"/>
                  </a:lnTo>
                  <a:lnTo>
                    <a:pt x="13631" y="6951"/>
                  </a:lnTo>
                  <a:lnTo>
                    <a:pt x="14017" y="6681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1"/>
                  </a:lnTo>
                  <a:lnTo>
                    <a:pt x="15832" y="5986"/>
                  </a:lnTo>
                  <a:lnTo>
                    <a:pt x="16296" y="5908"/>
                  </a:lnTo>
                  <a:lnTo>
                    <a:pt x="16914" y="5908"/>
                  </a:lnTo>
                  <a:lnTo>
                    <a:pt x="17454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565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30" y="7492"/>
                  </a:lnTo>
                  <a:lnTo>
                    <a:pt x="21316" y="7607"/>
                  </a:lnTo>
                  <a:lnTo>
                    <a:pt x="21740" y="7685"/>
                  </a:lnTo>
                  <a:lnTo>
                    <a:pt x="22165" y="7723"/>
                  </a:lnTo>
                  <a:lnTo>
                    <a:pt x="22590" y="7723"/>
                  </a:lnTo>
                  <a:lnTo>
                    <a:pt x="22976" y="7646"/>
                  </a:lnTo>
                  <a:lnTo>
                    <a:pt x="23362" y="7492"/>
                  </a:lnTo>
                  <a:lnTo>
                    <a:pt x="23748" y="7260"/>
                  </a:lnTo>
                  <a:lnTo>
                    <a:pt x="24057" y="6990"/>
                  </a:lnTo>
                  <a:lnTo>
                    <a:pt x="24366" y="6642"/>
                  </a:lnTo>
                  <a:lnTo>
                    <a:pt x="24598" y="6294"/>
                  </a:lnTo>
                  <a:lnTo>
                    <a:pt x="24752" y="5870"/>
                  </a:lnTo>
                  <a:lnTo>
                    <a:pt x="24907" y="5484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171"/>
                  </a:lnTo>
                  <a:lnTo>
                    <a:pt x="24984" y="3707"/>
                  </a:lnTo>
                  <a:lnTo>
                    <a:pt x="24907" y="3283"/>
                  </a:lnTo>
                  <a:lnTo>
                    <a:pt x="24791" y="2819"/>
                  </a:lnTo>
                  <a:lnTo>
                    <a:pt x="24637" y="2394"/>
                  </a:lnTo>
                  <a:lnTo>
                    <a:pt x="24482" y="1970"/>
                  </a:lnTo>
                  <a:lnTo>
                    <a:pt x="24250" y="1545"/>
                  </a:lnTo>
                  <a:lnTo>
                    <a:pt x="24057" y="1159"/>
                  </a:lnTo>
                  <a:lnTo>
                    <a:pt x="23826" y="811"/>
                  </a:lnTo>
                  <a:lnTo>
                    <a:pt x="23941" y="348"/>
                  </a:lnTo>
                  <a:lnTo>
                    <a:pt x="23594" y="193"/>
                  </a:lnTo>
                  <a:lnTo>
                    <a:pt x="23208" y="77"/>
                  </a:lnTo>
                  <a:lnTo>
                    <a:pt x="23169" y="39"/>
                  </a:lnTo>
                  <a:lnTo>
                    <a:pt x="2309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7" name="Google Shape;5467;p22"/>
            <p:cNvSpPr/>
            <p:nvPr/>
          </p:nvSpPr>
          <p:spPr>
            <a:xfrm>
              <a:off x="3792600" y="960050"/>
              <a:ext cx="625600" cy="344650"/>
            </a:xfrm>
            <a:custGeom>
              <a:avLst/>
              <a:gdLst/>
              <a:ahLst/>
              <a:cxnLst/>
              <a:rect l="l" t="t" r="r" b="b"/>
              <a:pathLst>
                <a:path w="25024" h="13786" extrusionOk="0">
                  <a:moveTo>
                    <a:pt x="23286" y="966"/>
                  </a:moveTo>
                  <a:lnTo>
                    <a:pt x="23633" y="1468"/>
                  </a:lnTo>
                  <a:lnTo>
                    <a:pt x="23942" y="2008"/>
                  </a:lnTo>
                  <a:lnTo>
                    <a:pt x="23788" y="2163"/>
                  </a:lnTo>
                  <a:lnTo>
                    <a:pt x="23633" y="2201"/>
                  </a:lnTo>
                  <a:lnTo>
                    <a:pt x="23479" y="2201"/>
                  </a:lnTo>
                  <a:lnTo>
                    <a:pt x="23324" y="2163"/>
                  </a:lnTo>
                  <a:lnTo>
                    <a:pt x="23208" y="2085"/>
                  </a:lnTo>
                  <a:lnTo>
                    <a:pt x="23093" y="1970"/>
                  </a:lnTo>
                  <a:lnTo>
                    <a:pt x="23015" y="1815"/>
                  </a:lnTo>
                  <a:lnTo>
                    <a:pt x="22977" y="1661"/>
                  </a:lnTo>
                  <a:lnTo>
                    <a:pt x="22977" y="1429"/>
                  </a:lnTo>
                  <a:lnTo>
                    <a:pt x="23054" y="1274"/>
                  </a:lnTo>
                  <a:lnTo>
                    <a:pt x="23170" y="1120"/>
                  </a:lnTo>
                  <a:lnTo>
                    <a:pt x="23286" y="966"/>
                  </a:lnTo>
                  <a:close/>
                  <a:moveTo>
                    <a:pt x="24097" y="2433"/>
                  </a:moveTo>
                  <a:lnTo>
                    <a:pt x="24212" y="2780"/>
                  </a:lnTo>
                  <a:lnTo>
                    <a:pt x="24328" y="3089"/>
                  </a:lnTo>
                  <a:lnTo>
                    <a:pt x="24367" y="3437"/>
                  </a:lnTo>
                  <a:lnTo>
                    <a:pt x="24444" y="3823"/>
                  </a:lnTo>
                  <a:lnTo>
                    <a:pt x="24174" y="3746"/>
                  </a:lnTo>
                  <a:lnTo>
                    <a:pt x="23942" y="3591"/>
                  </a:lnTo>
                  <a:lnTo>
                    <a:pt x="23865" y="3514"/>
                  </a:lnTo>
                  <a:lnTo>
                    <a:pt x="23788" y="3398"/>
                  </a:lnTo>
                  <a:lnTo>
                    <a:pt x="23749" y="3282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8" y="2742"/>
                  </a:lnTo>
                  <a:lnTo>
                    <a:pt x="23942" y="2587"/>
                  </a:lnTo>
                  <a:lnTo>
                    <a:pt x="24097" y="2433"/>
                  </a:lnTo>
                  <a:close/>
                  <a:moveTo>
                    <a:pt x="16296" y="4981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7" y="5290"/>
                  </a:lnTo>
                  <a:lnTo>
                    <a:pt x="16567" y="5406"/>
                  </a:lnTo>
                  <a:lnTo>
                    <a:pt x="16296" y="5445"/>
                  </a:lnTo>
                  <a:lnTo>
                    <a:pt x="15640" y="5522"/>
                  </a:lnTo>
                  <a:lnTo>
                    <a:pt x="15640" y="5483"/>
                  </a:lnTo>
                  <a:lnTo>
                    <a:pt x="15679" y="5368"/>
                  </a:lnTo>
                  <a:lnTo>
                    <a:pt x="15717" y="5252"/>
                  </a:lnTo>
                  <a:lnTo>
                    <a:pt x="15756" y="5175"/>
                  </a:lnTo>
                  <a:lnTo>
                    <a:pt x="15833" y="5097"/>
                  </a:lnTo>
                  <a:lnTo>
                    <a:pt x="15949" y="5020"/>
                  </a:lnTo>
                  <a:lnTo>
                    <a:pt x="16065" y="4981"/>
                  </a:lnTo>
                  <a:close/>
                  <a:moveTo>
                    <a:pt x="24444" y="4248"/>
                  </a:moveTo>
                  <a:lnTo>
                    <a:pt x="24444" y="4673"/>
                  </a:lnTo>
                  <a:lnTo>
                    <a:pt x="24367" y="5097"/>
                  </a:lnTo>
                  <a:lnTo>
                    <a:pt x="24251" y="5522"/>
                  </a:lnTo>
                  <a:lnTo>
                    <a:pt x="24058" y="5445"/>
                  </a:lnTo>
                  <a:lnTo>
                    <a:pt x="23904" y="5290"/>
                  </a:lnTo>
                  <a:lnTo>
                    <a:pt x="23826" y="5097"/>
                  </a:lnTo>
                  <a:lnTo>
                    <a:pt x="23788" y="4981"/>
                  </a:lnTo>
                  <a:lnTo>
                    <a:pt x="23788" y="4866"/>
                  </a:lnTo>
                  <a:lnTo>
                    <a:pt x="23826" y="4750"/>
                  </a:lnTo>
                  <a:lnTo>
                    <a:pt x="23865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6"/>
                  </a:lnTo>
                  <a:lnTo>
                    <a:pt x="18073" y="5638"/>
                  </a:lnTo>
                  <a:lnTo>
                    <a:pt x="17571" y="5522"/>
                  </a:lnTo>
                  <a:lnTo>
                    <a:pt x="17030" y="5445"/>
                  </a:lnTo>
                  <a:lnTo>
                    <a:pt x="17069" y="5290"/>
                  </a:lnTo>
                  <a:lnTo>
                    <a:pt x="17107" y="5175"/>
                  </a:lnTo>
                  <a:lnTo>
                    <a:pt x="17185" y="5059"/>
                  </a:lnTo>
                  <a:lnTo>
                    <a:pt x="17300" y="4943"/>
                  </a:lnTo>
                  <a:lnTo>
                    <a:pt x="17416" y="4904"/>
                  </a:lnTo>
                  <a:lnTo>
                    <a:pt x="17532" y="4866"/>
                  </a:lnTo>
                  <a:lnTo>
                    <a:pt x="17648" y="4827"/>
                  </a:lnTo>
                  <a:close/>
                  <a:moveTo>
                    <a:pt x="14713" y="5329"/>
                  </a:moveTo>
                  <a:lnTo>
                    <a:pt x="14829" y="5368"/>
                  </a:lnTo>
                  <a:lnTo>
                    <a:pt x="14906" y="5445"/>
                  </a:lnTo>
                  <a:lnTo>
                    <a:pt x="15022" y="5561"/>
                  </a:lnTo>
                  <a:lnTo>
                    <a:pt x="15061" y="5677"/>
                  </a:lnTo>
                  <a:lnTo>
                    <a:pt x="14559" y="5870"/>
                  </a:lnTo>
                  <a:lnTo>
                    <a:pt x="14057" y="6101"/>
                  </a:lnTo>
                  <a:lnTo>
                    <a:pt x="14018" y="6063"/>
                  </a:lnTo>
                  <a:lnTo>
                    <a:pt x="14057" y="5831"/>
                  </a:lnTo>
                  <a:lnTo>
                    <a:pt x="14134" y="5599"/>
                  </a:lnTo>
                  <a:lnTo>
                    <a:pt x="14250" y="5445"/>
                  </a:lnTo>
                  <a:lnTo>
                    <a:pt x="14366" y="5368"/>
                  </a:lnTo>
                  <a:lnTo>
                    <a:pt x="14443" y="5329"/>
                  </a:lnTo>
                  <a:close/>
                  <a:moveTo>
                    <a:pt x="18999" y="5483"/>
                  </a:moveTo>
                  <a:lnTo>
                    <a:pt x="19115" y="5522"/>
                  </a:lnTo>
                  <a:lnTo>
                    <a:pt x="19193" y="5561"/>
                  </a:lnTo>
                  <a:lnTo>
                    <a:pt x="19308" y="5677"/>
                  </a:lnTo>
                  <a:lnTo>
                    <a:pt x="19386" y="5831"/>
                  </a:lnTo>
                  <a:lnTo>
                    <a:pt x="19386" y="5985"/>
                  </a:lnTo>
                  <a:lnTo>
                    <a:pt x="19347" y="6179"/>
                  </a:lnTo>
                  <a:lnTo>
                    <a:pt x="18613" y="5831"/>
                  </a:lnTo>
                  <a:lnTo>
                    <a:pt x="18652" y="5754"/>
                  </a:lnTo>
                  <a:lnTo>
                    <a:pt x="18691" y="5677"/>
                  </a:lnTo>
                  <a:lnTo>
                    <a:pt x="18845" y="5522"/>
                  </a:lnTo>
                  <a:lnTo>
                    <a:pt x="18999" y="5483"/>
                  </a:lnTo>
                  <a:close/>
                  <a:moveTo>
                    <a:pt x="20197" y="6063"/>
                  </a:moveTo>
                  <a:lnTo>
                    <a:pt x="20351" y="6101"/>
                  </a:lnTo>
                  <a:lnTo>
                    <a:pt x="20467" y="6140"/>
                  </a:lnTo>
                  <a:lnTo>
                    <a:pt x="20544" y="6179"/>
                  </a:lnTo>
                  <a:lnTo>
                    <a:pt x="20699" y="6333"/>
                  </a:lnTo>
                  <a:lnTo>
                    <a:pt x="20776" y="6526"/>
                  </a:lnTo>
                  <a:lnTo>
                    <a:pt x="20814" y="6719"/>
                  </a:lnTo>
                  <a:lnTo>
                    <a:pt x="20892" y="6951"/>
                  </a:lnTo>
                  <a:lnTo>
                    <a:pt x="20467" y="6758"/>
                  </a:lnTo>
                  <a:lnTo>
                    <a:pt x="20081" y="6565"/>
                  </a:lnTo>
                  <a:lnTo>
                    <a:pt x="19810" y="6410"/>
                  </a:lnTo>
                  <a:lnTo>
                    <a:pt x="19849" y="6294"/>
                  </a:lnTo>
                  <a:lnTo>
                    <a:pt x="19888" y="6179"/>
                  </a:lnTo>
                  <a:lnTo>
                    <a:pt x="20003" y="6140"/>
                  </a:lnTo>
                  <a:lnTo>
                    <a:pt x="20081" y="6101"/>
                  </a:lnTo>
                  <a:lnTo>
                    <a:pt x="20197" y="6063"/>
                  </a:lnTo>
                  <a:close/>
                  <a:moveTo>
                    <a:pt x="23517" y="5870"/>
                  </a:moveTo>
                  <a:lnTo>
                    <a:pt x="23710" y="5908"/>
                  </a:lnTo>
                  <a:lnTo>
                    <a:pt x="23942" y="5985"/>
                  </a:lnTo>
                  <a:lnTo>
                    <a:pt x="24019" y="6024"/>
                  </a:lnTo>
                  <a:lnTo>
                    <a:pt x="24097" y="6024"/>
                  </a:lnTo>
                  <a:lnTo>
                    <a:pt x="23942" y="6294"/>
                  </a:lnTo>
                  <a:lnTo>
                    <a:pt x="23749" y="6565"/>
                  </a:lnTo>
                  <a:lnTo>
                    <a:pt x="23517" y="6796"/>
                  </a:lnTo>
                  <a:lnTo>
                    <a:pt x="23247" y="6989"/>
                  </a:lnTo>
                  <a:lnTo>
                    <a:pt x="23208" y="6951"/>
                  </a:lnTo>
                  <a:lnTo>
                    <a:pt x="23093" y="6758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4" y="6179"/>
                  </a:lnTo>
                  <a:lnTo>
                    <a:pt x="23131" y="6101"/>
                  </a:lnTo>
                  <a:lnTo>
                    <a:pt x="23208" y="6024"/>
                  </a:lnTo>
                  <a:lnTo>
                    <a:pt x="23286" y="5947"/>
                  </a:lnTo>
                  <a:lnTo>
                    <a:pt x="23517" y="5870"/>
                  </a:lnTo>
                  <a:close/>
                  <a:moveTo>
                    <a:pt x="13246" y="6101"/>
                  </a:moveTo>
                  <a:lnTo>
                    <a:pt x="13478" y="6179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9" y="6719"/>
                  </a:lnTo>
                  <a:lnTo>
                    <a:pt x="12782" y="7105"/>
                  </a:lnTo>
                  <a:lnTo>
                    <a:pt x="12705" y="7067"/>
                  </a:lnTo>
                  <a:lnTo>
                    <a:pt x="12667" y="6951"/>
                  </a:lnTo>
                  <a:lnTo>
                    <a:pt x="12628" y="6796"/>
                  </a:lnTo>
                  <a:lnTo>
                    <a:pt x="12628" y="6681"/>
                  </a:lnTo>
                  <a:lnTo>
                    <a:pt x="12667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60" y="6217"/>
                  </a:lnTo>
                  <a:lnTo>
                    <a:pt x="13014" y="6140"/>
                  </a:lnTo>
                  <a:lnTo>
                    <a:pt x="13130" y="6101"/>
                  </a:lnTo>
                  <a:close/>
                  <a:moveTo>
                    <a:pt x="22166" y="6565"/>
                  </a:moveTo>
                  <a:lnTo>
                    <a:pt x="22282" y="6603"/>
                  </a:lnTo>
                  <a:lnTo>
                    <a:pt x="22475" y="6719"/>
                  </a:lnTo>
                  <a:lnTo>
                    <a:pt x="22629" y="6874"/>
                  </a:lnTo>
                  <a:lnTo>
                    <a:pt x="22784" y="7028"/>
                  </a:lnTo>
                  <a:lnTo>
                    <a:pt x="22861" y="7067"/>
                  </a:lnTo>
                  <a:lnTo>
                    <a:pt x="22938" y="7067"/>
                  </a:lnTo>
                  <a:lnTo>
                    <a:pt x="22977" y="7105"/>
                  </a:lnTo>
                  <a:lnTo>
                    <a:pt x="22938" y="7144"/>
                  </a:lnTo>
                  <a:lnTo>
                    <a:pt x="22552" y="7221"/>
                  </a:lnTo>
                  <a:lnTo>
                    <a:pt x="22166" y="7260"/>
                  </a:lnTo>
                  <a:lnTo>
                    <a:pt x="21780" y="7221"/>
                  </a:lnTo>
                  <a:lnTo>
                    <a:pt x="21394" y="7105"/>
                  </a:lnTo>
                  <a:lnTo>
                    <a:pt x="21471" y="6912"/>
                  </a:lnTo>
                  <a:lnTo>
                    <a:pt x="21625" y="6758"/>
                  </a:lnTo>
                  <a:lnTo>
                    <a:pt x="21818" y="6603"/>
                  </a:lnTo>
                  <a:lnTo>
                    <a:pt x="22050" y="6565"/>
                  </a:lnTo>
                  <a:close/>
                  <a:moveTo>
                    <a:pt x="12280" y="7414"/>
                  </a:moveTo>
                  <a:lnTo>
                    <a:pt x="12474" y="7453"/>
                  </a:lnTo>
                  <a:lnTo>
                    <a:pt x="12126" y="7993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63" y="8109"/>
                  </a:lnTo>
                  <a:lnTo>
                    <a:pt x="11663" y="7955"/>
                  </a:lnTo>
                  <a:lnTo>
                    <a:pt x="11663" y="7839"/>
                  </a:lnTo>
                  <a:lnTo>
                    <a:pt x="11740" y="7723"/>
                  </a:lnTo>
                  <a:lnTo>
                    <a:pt x="11817" y="7607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65" y="7414"/>
                  </a:lnTo>
                  <a:close/>
                  <a:moveTo>
                    <a:pt x="2241" y="9384"/>
                  </a:moveTo>
                  <a:lnTo>
                    <a:pt x="2356" y="9422"/>
                  </a:lnTo>
                  <a:lnTo>
                    <a:pt x="2472" y="9499"/>
                  </a:lnTo>
                  <a:lnTo>
                    <a:pt x="2550" y="9577"/>
                  </a:lnTo>
                  <a:lnTo>
                    <a:pt x="2627" y="9770"/>
                  </a:lnTo>
                  <a:lnTo>
                    <a:pt x="2627" y="9886"/>
                  </a:lnTo>
                  <a:lnTo>
                    <a:pt x="2627" y="10001"/>
                  </a:lnTo>
                  <a:lnTo>
                    <a:pt x="2125" y="9886"/>
                  </a:lnTo>
                  <a:lnTo>
                    <a:pt x="1661" y="9886"/>
                  </a:lnTo>
                  <a:lnTo>
                    <a:pt x="1700" y="9770"/>
                  </a:lnTo>
                  <a:lnTo>
                    <a:pt x="1739" y="9654"/>
                  </a:lnTo>
                  <a:lnTo>
                    <a:pt x="1816" y="9538"/>
                  </a:lnTo>
                  <a:lnTo>
                    <a:pt x="1893" y="9461"/>
                  </a:lnTo>
                  <a:lnTo>
                    <a:pt x="2009" y="9384"/>
                  </a:lnTo>
                  <a:close/>
                  <a:moveTo>
                    <a:pt x="11663" y="8997"/>
                  </a:moveTo>
                  <a:lnTo>
                    <a:pt x="11470" y="9499"/>
                  </a:lnTo>
                  <a:lnTo>
                    <a:pt x="11354" y="10040"/>
                  </a:lnTo>
                  <a:lnTo>
                    <a:pt x="11276" y="10272"/>
                  </a:lnTo>
                  <a:lnTo>
                    <a:pt x="11238" y="10272"/>
                  </a:lnTo>
                  <a:lnTo>
                    <a:pt x="11083" y="10079"/>
                  </a:lnTo>
                  <a:lnTo>
                    <a:pt x="10968" y="9847"/>
                  </a:lnTo>
                  <a:lnTo>
                    <a:pt x="10929" y="9692"/>
                  </a:lnTo>
                  <a:lnTo>
                    <a:pt x="10929" y="9577"/>
                  </a:lnTo>
                  <a:lnTo>
                    <a:pt x="10968" y="9461"/>
                  </a:lnTo>
                  <a:lnTo>
                    <a:pt x="11006" y="9345"/>
                  </a:lnTo>
                  <a:lnTo>
                    <a:pt x="11122" y="9152"/>
                  </a:lnTo>
                  <a:lnTo>
                    <a:pt x="11276" y="9075"/>
                  </a:lnTo>
                  <a:lnTo>
                    <a:pt x="11470" y="8997"/>
                  </a:lnTo>
                  <a:close/>
                  <a:moveTo>
                    <a:pt x="3785" y="9770"/>
                  </a:moveTo>
                  <a:lnTo>
                    <a:pt x="3901" y="9808"/>
                  </a:lnTo>
                  <a:lnTo>
                    <a:pt x="4017" y="9886"/>
                  </a:lnTo>
                  <a:lnTo>
                    <a:pt x="4094" y="10001"/>
                  </a:lnTo>
                  <a:lnTo>
                    <a:pt x="4133" y="10117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4" y="10542"/>
                  </a:lnTo>
                  <a:lnTo>
                    <a:pt x="4017" y="10658"/>
                  </a:lnTo>
                  <a:lnTo>
                    <a:pt x="3862" y="10542"/>
                  </a:lnTo>
                  <a:lnTo>
                    <a:pt x="3515" y="10349"/>
                  </a:lnTo>
                  <a:lnTo>
                    <a:pt x="3090" y="10156"/>
                  </a:lnTo>
                  <a:lnTo>
                    <a:pt x="3129" y="10040"/>
                  </a:lnTo>
                  <a:lnTo>
                    <a:pt x="3245" y="9924"/>
                  </a:lnTo>
                  <a:lnTo>
                    <a:pt x="3360" y="9847"/>
                  </a:lnTo>
                  <a:lnTo>
                    <a:pt x="3515" y="9770"/>
                  </a:lnTo>
                  <a:close/>
                  <a:moveTo>
                    <a:pt x="4944" y="10658"/>
                  </a:moveTo>
                  <a:lnTo>
                    <a:pt x="5021" y="10735"/>
                  </a:lnTo>
                  <a:lnTo>
                    <a:pt x="5098" y="10774"/>
                  </a:lnTo>
                  <a:lnTo>
                    <a:pt x="5137" y="10890"/>
                  </a:lnTo>
                  <a:lnTo>
                    <a:pt x="5175" y="11044"/>
                  </a:lnTo>
                  <a:lnTo>
                    <a:pt x="5137" y="11237"/>
                  </a:lnTo>
                  <a:lnTo>
                    <a:pt x="5098" y="11430"/>
                  </a:lnTo>
                  <a:lnTo>
                    <a:pt x="4403" y="10928"/>
                  </a:lnTo>
                  <a:lnTo>
                    <a:pt x="4442" y="10812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1" y="10619"/>
                  </a:moveTo>
                  <a:lnTo>
                    <a:pt x="10968" y="11198"/>
                  </a:lnTo>
                  <a:lnTo>
                    <a:pt x="10736" y="11739"/>
                  </a:lnTo>
                  <a:lnTo>
                    <a:pt x="10659" y="11700"/>
                  </a:lnTo>
                  <a:lnTo>
                    <a:pt x="10504" y="11546"/>
                  </a:lnTo>
                  <a:lnTo>
                    <a:pt x="10427" y="11353"/>
                  </a:lnTo>
                  <a:lnTo>
                    <a:pt x="10388" y="11160"/>
                  </a:lnTo>
                  <a:lnTo>
                    <a:pt x="10466" y="10967"/>
                  </a:lnTo>
                  <a:lnTo>
                    <a:pt x="10581" y="10812"/>
                  </a:lnTo>
                  <a:lnTo>
                    <a:pt x="10736" y="10696"/>
                  </a:lnTo>
                  <a:lnTo>
                    <a:pt x="10929" y="10619"/>
                  </a:lnTo>
                  <a:close/>
                  <a:moveTo>
                    <a:pt x="5986" y="11469"/>
                  </a:moveTo>
                  <a:lnTo>
                    <a:pt x="6063" y="11507"/>
                  </a:lnTo>
                  <a:lnTo>
                    <a:pt x="6179" y="11585"/>
                  </a:lnTo>
                  <a:lnTo>
                    <a:pt x="6257" y="11662"/>
                  </a:lnTo>
                  <a:lnTo>
                    <a:pt x="6334" y="11778"/>
                  </a:lnTo>
                  <a:lnTo>
                    <a:pt x="6372" y="12009"/>
                  </a:lnTo>
                  <a:lnTo>
                    <a:pt x="6411" y="12241"/>
                  </a:lnTo>
                  <a:lnTo>
                    <a:pt x="6372" y="12473"/>
                  </a:lnTo>
                  <a:lnTo>
                    <a:pt x="5909" y="12087"/>
                  </a:lnTo>
                  <a:lnTo>
                    <a:pt x="5407" y="11700"/>
                  </a:lnTo>
                  <a:lnTo>
                    <a:pt x="5446" y="11623"/>
                  </a:lnTo>
                  <a:lnTo>
                    <a:pt x="5561" y="11546"/>
                  </a:lnTo>
                  <a:lnTo>
                    <a:pt x="5639" y="11507"/>
                  </a:lnTo>
                  <a:lnTo>
                    <a:pt x="5755" y="11469"/>
                  </a:lnTo>
                  <a:close/>
                  <a:moveTo>
                    <a:pt x="10543" y="12048"/>
                  </a:moveTo>
                  <a:lnTo>
                    <a:pt x="10388" y="12318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1" y="12936"/>
                  </a:lnTo>
                  <a:lnTo>
                    <a:pt x="9771" y="12859"/>
                  </a:lnTo>
                  <a:lnTo>
                    <a:pt x="9655" y="12666"/>
                  </a:lnTo>
                  <a:lnTo>
                    <a:pt x="9655" y="12473"/>
                  </a:lnTo>
                  <a:lnTo>
                    <a:pt x="9693" y="12357"/>
                  </a:lnTo>
                  <a:lnTo>
                    <a:pt x="9809" y="12241"/>
                  </a:lnTo>
                  <a:lnTo>
                    <a:pt x="9964" y="12164"/>
                  </a:lnTo>
                  <a:lnTo>
                    <a:pt x="10157" y="12087"/>
                  </a:lnTo>
                  <a:lnTo>
                    <a:pt x="10543" y="12048"/>
                  </a:lnTo>
                  <a:close/>
                  <a:moveTo>
                    <a:pt x="7376" y="12511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40" y="12820"/>
                  </a:lnTo>
                  <a:lnTo>
                    <a:pt x="7878" y="13013"/>
                  </a:lnTo>
                  <a:lnTo>
                    <a:pt x="7878" y="13206"/>
                  </a:lnTo>
                  <a:lnTo>
                    <a:pt x="7840" y="13206"/>
                  </a:lnTo>
                  <a:lnTo>
                    <a:pt x="7338" y="13013"/>
                  </a:lnTo>
                  <a:lnTo>
                    <a:pt x="6836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1"/>
                  </a:lnTo>
                  <a:close/>
                  <a:moveTo>
                    <a:pt x="8844" y="12627"/>
                  </a:moveTo>
                  <a:lnTo>
                    <a:pt x="8960" y="12666"/>
                  </a:lnTo>
                  <a:lnTo>
                    <a:pt x="9114" y="12782"/>
                  </a:lnTo>
                  <a:lnTo>
                    <a:pt x="9191" y="12936"/>
                  </a:lnTo>
                  <a:lnTo>
                    <a:pt x="9230" y="13129"/>
                  </a:lnTo>
                  <a:lnTo>
                    <a:pt x="9269" y="13206"/>
                  </a:lnTo>
                  <a:lnTo>
                    <a:pt x="9037" y="13284"/>
                  </a:lnTo>
                  <a:lnTo>
                    <a:pt x="8805" y="13322"/>
                  </a:lnTo>
                  <a:lnTo>
                    <a:pt x="8573" y="13322"/>
                  </a:lnTo>
                  <a:lnTo>
                    <a:pt x="8303" y="13284"/>
                  </a:lnTo>
                  <a:lnTo>
                    <a:pt x="8303" y="13206"/>
                  </a:lnTo>
                  <a:lnTo>
                    <a:pt x="8342" y="13013"/>
                  </a:lnTo>
                  <a:lnTo>
                    <a:pt x="8419" y="12820"/>
                  </a:lnTo>
                  <a:lnTo>
                    <a:pt x="8573" y="12704"/>
                  </a:lnTo>
                  <a:lnTo>
                    <a:pt x="8651" y="12666"/>
                  </a:lnTo>
                  <a:lnTo>
                    <a:pt x="8767" y="12627"/>
                  </a:lnTo>
                  <a:close/>
                  <a:moveTo>
                    <a:pt x="22977" y="0"/>
                  </a:moveTo>
                  <a:lnTo>
                    <a:pt x="22900" y="39"/>
                  </a:lnTo>
                  <a:lnTo>
                    <a:pt x="22822" y="77"/>
                  </a:lnTo>
                  <a:lnTo>
                    <a:pt x="22784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822" y="425"/>
                  </a:lnTo>
                  <a:lnTo>
                    <a:pt x="22861" y="464"/>
                  </a:lnTo>
                  <a:lnTo>
                    <a:pt x="23015" y="657"/>
                  </a:lnTo>
                  <a:lnTo>
                    <a:pt x="22900" y="772"/>
                  </a:lnTo>
                  <a:lnTo>
                    <a:pt x="22784" y="966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1" y="1506"/>
                  </a:lnTo>
                  <a:lnTo>
                    <a:pt x="22591" y="1699"/>
                  </a:lnTo>
                  <a:lnTo>
                    <a:pt x="22629" y="1892"/>
                  </a:lnTo>
                  <a:lnTo>
                    <a:pt x="22706" y="2047"/>
                  </a:lnTo>
                  <a:lnTo>
                    <a:pt x="22861" y="2278"/>
                  </a:lnTo>
                  <a:lnTo>
                    <a:pt x="23054" y="2394"/>
                  </a:lnTo>
                  <a:lnTo>
                    <a:pt x="23247" y="2510"/>
                  </a:lnTo>
                  <a:lnTo>
                    <a:pt x="23479" y="2510"/>
                  </a:lnTo>
                  <a:lnTo>
                    <a:pt x="23402" y="2703"/>
                  </a:lnTo>
                  <a:lnTo>
                    <a:pt x="23363" y="2896"/>
                  </a:lnTo>
                  <a:lnTo>
                    <a:pt x="23324" y="3089"/>
                  </a:lnTo>
                  <a:lnTo>
                    <a:pt x="23363" y="3282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900"/>
                  </a:lnTo>
                  <a:lnTo>
                    <a:pt x="23981" y="4016"/>
                  </a:lnTo>
                  <a:lnTo>
                    <a:pt x="23749" y="4209"/>
                  </a:lnTo>
                  <a:lnTo>
                    <a:pt x="23556" y="4479"/>
                  </a:lnTo>
                  <a:lnTo>
                    <a:pt x="23479" y="4750"/>
                  </a:lnTo>
                  <a:lnTo>
                    <a:pt x="23440" y="4904"/>
                  </a:lnTo>
                  <a:lnTo>
                    <a:pt x="23440" y="5020"/>
                  </a:lnTo>
                  <a:lnTo>
                    <a:pt x="23517" y="5290"/>
                  </a:lnTo>
                  <a:lnTo>
                    <a:pt x="23633" y="5483"/>
                  </a:lnTo>
                  <a:lnTo>
                    <a:pt x="23402" y="5522"/>
                  </a:lnTo>
                  <a:lnTo>
                    <a:pt x="23170" y="5561"/>
                  </a:lnTo>
                  <a:lnTo>
                    <a:pt x="22977" y="5715"/>
                  </a:lnTo>
                  <a:lnTo>
                    <a:pt x="22784" y="5870"/>
                  </a:lnTo>
                  <a:lnTo>
                    <a:pt x="22706" y="6101"/>
                  </a:lnTo>
                  <a:lnTo>
                    <a:pt x="22629" y="6372"/>
                  </a:lnTo>
                  <a:lnTo>
                    <a:pt x="22475" y="6294"/>
                  </a:lnTo>
                  <a:lnTo>
                    <a:pt x="22320" y="6256"/>
                  </a:lnTo>
                  <a:lnTo>
                    <a:pt x="22166" y="6217"/>
                  </a:lnTo>
                  <a:lnTo>
                    <a:pt x="21973" y="6217"/>
                  </a:lnTo>
                  <a:lnTo>
                    <a:pt x="21741" y="6294"/>
                  </a:lnTo>
                  <a:lnTo>
                    <a:pt x="21509" y="6410"/>
                  </a:lnTo>
                  <a:lnTo>
                    <a:pt x="21355" y="6565"/>
                  </a:lnTo>
                  <a:lnTo>
                    <a:pt x="21201" y="6796"/>
                  </a:lnTo>
                  <a:lnTo>
                    <a:pt x="21123" y="6449"/>
                  </a:lnTo>
                  <a:lnTo>
                    <a:pt x="20969" y="6140"/>
                  </a:lnTo>
                  <a:lnTo>
                    <a:pt x="20853" y="6024"/>
                  </a:lnTo>
                  <a:lnTo>
                    <a:pt x="20737" y="5908"/>
                  </a:lnTo>
                  <a:lnTo>
                    <a:pt x="20583" y="5831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81" y="5792"/>
                  </a:lnTo>
                  <a:lnTo>
                    <a:pt x="19888" y="5870"/>
                  </a:lnTo>
                  <a:lnTo>
                    <a:pt x="19772" y="5947"/>
                  </a:lnTo>
                  <a:lnTo>
                    <a:pt x="19733" y="5715"/>
                  </a:lnTo>
                  <a:lnTo>
                    <a:pt x="19617" y="5483"/>
                  </a:lnTo>
                  <a:lnTo>
                    <a:pt x="19463" y="5329"/>
                  </a:lnTo>
                  <a:lnTo>
                    <a:pt x="19386" y="5252"/>
                  </a:lnTo>
                  <a:lnTo>
                    <a:pt x="19270" y="5175"/>
                  </a:lnTo>
                  <a:lnTo>
                    <a:pt x="19038" y="5136"/>
                  </a:lnTo>
                  <a:lnTo>
                    <a:pt x="18845" y="5175"/>
                  </a:lnTo>
                  <a:lnTo>
                    <a:pt x="18652" y="5290"/>
                  </a:lnTo>
                  <a:lnTo>
                    <a:pt x="18497" y="5406"/>
                  </a:lnTo>
                  <a:lnTo>
                    <a:pt x="18459" y="5252"/>
                  </a:lnTo>
                  <a:lnTo>
                    <a:pt x="18420" y="5136"/>
                  </a:lnTo>
                  <a:lnTo>
                    <a:pt x="18382" y="4981"/>
                  </a:lnTo>
                  <a:lnTo>
                    <a:pt x="18304" y="4866"/>
                  </a:lnTo>
                  <a:lnTo>
                    <a:pt x="18189" y="4750"/>
                  </a:lnTo>
                  <a:lnTo>
                    <a:pt x="18073" y="4673"/>
                  </a:lnTo>
                  <a:lnTo>
                    <a:pt x="17957" y="4595"/>
                  </a:lnTo>
                  <a:lnTo>
                    <a:pt x="17802" y="4557"/>
                  </a:lnTo>
                  <a:lnTo>
                    <a:pt x="17648" y="4518"/>
                  </a:lnTo>
                  <a:lnTo>
                    <a:pt x="17493" y="4557"/>
                  </a:lnTo>
                  <a:lnTo>
                    <a:pt x="17378" y="4595"/>
                  </a:lnTo>
                  <a:lnTo>
                    <a:pt x="17262" y="4634"/>
                  </a:lnTo>
                  <a:lnTo>
                    <a:pt x="17146" y="4750"/>
                  </a:lnTo>
                  <a:lnTo>
                    <a:pt x="17030" y="4827"/>
                  </a:lnTo>
                  <a:lnTo>
                    <a:pt x="16876" y="5097"/>
                  </a:lnTo>
                  <a:lnTo>
                    <a:pt x="16760" y="4943"/>
                  </a:lnTo>
                  <a:lnTo>
                    <a:pt x="16605" y="4788"/>
                  </a:lnTo>
                  <a:lnTo>
                    <a:pt x="16451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9" y="4673"/>
                  </a:lnTo>
                  <a:lnTo>
                    <a:pt x="15794" y="4750"/>
                  </a:lnTo>
                  <a:lnTo>
                    <a:pt x="15640" y="4866"/>
                  </a:lnTo>
                  <a:lnTo>
                    <a:pt x="15524" y="4981"/>
                  </a:lnTo>
                  <a:lnTo>
                    <a:pt x="15447" y="5136"/>
                  </a:lnTo>
                  <a:lnTo>
                    <a:pt x="15408" y="5329"/>
                  </a:lnTo>
                  <a:lnTo>
                    <a:pt x="15408" y="5483"/>
                  </a:lnTo>
                  <a:lnTo>
                    <a:pt x="15447" y="5561"/>
                  </a:lnTo>
                  <a:lnTo>
                    <a:pt x="15408" y="5561"/>
                  </a:lnTo>
                  <a:lnTo>
                    <a:pt x="15331" y="5368"/>
                  </a:lnTo>
                  <a:lnTo>
                    <a:pt x="15177" y="5175"/>
                  </a:lnTo>
                  <a:lnTo>
                    <a:pt x="15022" y="5059"/>
                  </a:lnTo>
                  <a:lnTo>
                    <a:pt x="14829" y="4981"/>
                  </a:lnTo>
                  <a:lnTo>
                    <a:pt x="14636" y="4943"/>
                  </a:lnTo>
                  <a:lnTo>
                    <a:pt x="14443" y="4981"/>
                  </a:lnTo>
                  <a:lnTo>
                    <a:pt x="14288" y="5020"/>
                  </a:lnTo>
                  <a:lnTo>
                    <a:pt x="14134" y="5097"/>
                  </a:lnTo>
                  <a:lnTo>
                    <a:pt x="14057" y="5175"/>
                  </a:lnTo>
                  <a:lnTo>
                    <a:pt x="13941" y="5290"/>
                  </a:lnTo>
                  <a:lnTo>
                    <a:pt x="13825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2" y="5715"/>
                  </a:lnTo>
                  <a:lnTo>
                    <a:pt x="13169" y="5715"/>
                  </a:lnTo>
                  <a:lnTo>
                    <a:pt x="12937" y="5754"/>
                  </a:lnTo>
                  <a:lnTo>
                    <a:pt x="12744" y="5831"/>
                  </a:lnTo>
                  <a:lnTo>
                    <a:pt x="12589" y="5947"/>
                  </a:lnTo>
                  <a:lnTo>
                    <a:pt x="12512" y="6063"/>
                  </a:lnTo>
                  <a:lnTo>
                    <a:pt x="12435" y="6217"/>
                  </a:lnTo>
                  <a:lnTo>
                    <a:pt x="12358" y="6372"/>
                  </a:lnTo>
                  <a:lnTo>
                    <a:pt x="12358" y="6526"/>
                  </a:lnTo>
                  <a:lnTo>
                    <a:pt x="12358" y="6681"/>
                  </a:lnTo>
                  <a:lnTo>
                    <a:pt x="12358" y="6835"/>
                  </a:lnTo>
                  <a:lnTo>
                    <a:pt x="12435" y="6989"/>
                  </a:lnTo>
                  <a:lnTo>
                    <a:pt x="12165" y="7028"/>
                  </a:lnTo>
                  <a:lnTo>
                    <a:pt x="11894" y="7105"/>
                  </a:lnTo>
                  <a:lnTo>
                    <a:pt x="11663" y="7221"/>
                  </a:lnTo>
                  <a:lnTo>
                    <a:pt x="11508" y="7414"/>
                  </a:lnTo>
                  <a:lnTo>
                    <a:pt x="11392" y="7530"/>
                  </a:lnTo>
                  <a:lnTo>
                    <a:pt x="11354" y="7685"/>
                  </a:lnTo>
                  <a:lnTo>
                    <a:pt x="11315" y="7839"/>
                  </a:lnTo>
                  <a:lnTo>
                    <a:pt x="11276" y="7993"/>
                  </a:lnTo>
                  <a:lnTo>
                    <a:pt x="11315" y="8148"/>
                  </a:lnTo>
                  <a:lnTo>
                    <a:pt x="11354" y="8302"/>
                  </a:lnTo>
                  <a:lnTo>
                    <a:pt x="11392" y="8457"/>
                  </a:lnTo>
                  <a:lnTo>
                    <a:pt x="11470" y="8611"/>
                  </a:lnTo>
                  <a:lnTo>
                    <a:pt x="11199" y="8650"/>
                  </a:lnTo>
                  <a:lnTo>
                    <a:pt x="10968" y="8804"/>
                  </a:lnTo>
                  <a:lnTo>
                    <a:pt x="10774" y="8997"/>
                  </a:lnTo>
                  <a:lnTo>
                    <a:pt x="10659" y="9229"/>
                  </a:lnTo>
                  <a:lnTo>
                    <a:pt x="10581" y="9499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2" y="10233"/>
                  </a:lnTo>
                  <a:lnTo>
                    <a:pt x="10620" y="10310"/>
                  </a:lnTo>
                  <a:lnTo>
                    <a:pt x="10427" y="10426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79" y="11005"/>
                  </a:lnTo>
                  <a:lnTo>
                    <a:pt x="10041" y="11237"/>
                  </a:lnTo>
                  <a:lnTo>
                    <a:pt x="10079" y="11469"/>
                  </a:lnTo>
                  <a:lnTo>
                    <a:pt x="10195" y="11700"/>
                  </a:lnTo>
                  <a:lnTo>
                    <a:pt x="9925" y="11739"/>
                  </a:lnTo>
                  <a:lnTo>
                    <a:pt x="9693" y="11855"/>
                  </a:lnTo>
                  <a:lnTo>
                    <a:pt x="9500" y="12009"/>
                  </a:lnTo>
                  <a:lnTo>
                    <a:pt x="9423" y="12087"/>
                  </a:lnTo>
                  <a:lnTo>
                    <a:pt x="9384" y="12202"/>
                  </a:lnTo>
                  <a:lnTo>
                    <a:pt x="9346" y="12318"/>
                  </a:lnTo>
                  <a:lnTo>
                    <a:pt x="9307" y="12473"/>
                  </a:lnTo>
                  <a:lnTo>
                    <a:pt x="9191" y="12396"/>
                  </a:lnTo>
                  <a:lnTo>
                    <a:pt x="9037" y="12318"/>
                  </a:lnTo>
                  <a:lnTo>
                    <a:pt x="8882" y="12280"/>
                  </a:lnTo>
                  <a:lnTo>
                    <a:pt x="8728" y="12280"/>
                  </a:lnTo>
                  <a:lnTo>
                    <a:pt x="8535" y="12357"/>
                  </a:lnTo>
                  <a:lnTo>
                    <a:pt x="8380" y="12434"/>
                  </a:lnTo>
                  <a:lnTo>
                    <a:pt x="8265" y="12550"/>
                  </a:lnTo>
                  <a:lnTo>
                    <a:pt x="8187" y="12704"/>
                  </a:lnTo>
                  <a:lnTo>
                    <a:pt x="8110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4" y="12241"/>
                  </a:lnTo>
                  <a:lnTo>
                    <a:pt x="7492" y="12164"/>
                  </a:lnTo>
                  <a:lnTo>
                    <a:pt x="7222" y="12202"/>
                  </a:lnTo>
                  <a:lnTo>
                    <a:pt x="6990" y="12280"/>
                  </a:lnTo>
                  <a:lnTo>
                    <a:pt x="6797" y="12434"/>
                  </a:lnTo>
                  <a:lnTo>
                    <a:pt x="6797" y="12048"/>
                  </a:lnTo>
                  <a:lnTo>
                    <a:pt x="6759" y="11894"/>
                  </a:lnTo>
                  <a:lnTo>
                    <a:pt x="6681" y="11700"/>
                  </a:lnTo>
                  <a:lnTo>
                    <a:pt x="6604" y="11546"/>
                  </a:lnTo>
                  <a:lnTo>
                    <a:pt x="6527" y="11430"/>
                  </a:lnTo>
                  <a:lnTo>
                    <a:pt x="6372" y="11314"/>
                  </a:lnTo>
                  <a:lnTo>
                    <a:pt x="6218" y="11198"/>
                  </a:lnTo>
                  <a:lnTo>
                    <a:pt x="6063" y="11160"/>
                  </a:lnTo>
                  <a:lnTo>
                    <a:pt x="5716" y="11160"/>
                  </a:lnTo>
                  <a:lnTo>
                    <a:pt x="5523" y="11237"/>
                  </a:lnTo>
                  <a:lnTo>
                    <a:pt x="5523" y="10967"/>
                  </a:lnTo>
                  <a:lnTo>
                    <a:pt x="5446" y="10735"/>
                  </a:lnTo>
                  <a:lnTo>
                    <a:pt x="5330" y="10503"/>
                  </a:lnTo>
                  <a:lnTo>
                    <a:pt x="5214" y="10426"/>
                  </a:lnTo>
                  <a:lnTo>
                    <a:pt x="5098" y="10388"/>
                  </a:lnTo>
                  <a:lnTo>
                    <a:pt x="4944" y="10310"/>
                  </a:lnTo>
                  <a:lnTo>
                    <a:pt x="4828" y="10310"/>
                  </a:lnTo>
                  <a:lnTo>
                    <a:pt x="4673" y="10349"/>
                  </a:lnTo>
                  <a:lnTo>
                    <a:pt x="4519" y="10388"/>
                  </a:lnTo>
                  <a:lnTo>
                    <a:pt x="4519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10" y="9577"/>
                  </a:lnTo>
                  <a:lnTo>
                    <a:pt x="4056" y="9499"/>
                  </a:lnTo>
                  <a:lnTo>
                    <a:pt x="3901" y="9461"/>
                  </a:lnTo>
                  <a:lnTo>
                    <a:pt x="3747" y="9422"/>
                  </a:lnTo>
                  <a:lnTo>
                    <a:pt x="3592" y="9422"/>
                  </a:lnTo>
                  <a:lnTo>
                    <a:pt x="3399" y="9461"/>
                  </a:lnTo>
                  <a:lnTo>
                    <a:pt x="3283" y="9538"/>
                  </a:lnTo>
                  <a:lnTo>
                    <a:pt x="3129" y="9615"/>
                  </a:lnTo>
                  <a:lnTo>
                    <a:pt x="3013" y="9770"/>
                  </a:lnTo>
                  <a:lnTo>
                    <a:pt x="2974" y="9615"/>
                  </a:lnTo>
                  <a:lnTo>
                    <a:pt x="2897" y="9461"/>
                  </a:lnTo>
                  <a:lnTo>
                    <a:pt x="2781" y="9268"/>
                  </a:lnTo>
                  <a:lnTo>
                    <a:pt x="2627" y="9152"/>
                  </a:lnTo>
                  <a:lnTo>
                    <a:pt x="2434" y="9036"/>
                  </a:lnTo>
                  <a:lnTo>
                    <a:pt x="2241" y="8997"/>
                  </a:lnTo>
                  <a:lnTo>
                    <a:pt x="2048" y="9036"/>
                  </a:lnTo>
                  <a:lnTo>
                    <a:pt x="1854" y="9113"/>
                  </a:lnTo>
                  <a:lnTo>
                    <a:pt x="1700" y="9190"/>
                  </a:lnTo>
                  <a:lnTo>
                    <a:pt x="1546" y="9345"/>
                  </a:lnTo>
                  <a:lnTo>
                    <a:pt x="1430" y="9538"/>
                  </a:lnTo>
                  <a:lnTo>
                    <a:pt x="1391" y="9731"/>
                  </a:lnTo>
                  <a:lnTo>
                    <a:pt x="1352" y="9924"/>
                  </a:lnTo>
                  <a:lnTo>
                    <a:pt x="1121" y="9963"/>
                  </a:lnTo>
                  <a:lnTo>
                    <a:pt x="928" y="10040"/>
                  </a:lnTo>
                  <a:lnTo>
                    <a:pt x="696" y="10156"/>
                  </a:lnTo>
                  <a:lnTo>
                    <a:pt x="503" y="10310"/>
                  </a:lnTo>
                  <a:lnTo>
                    <a:pt x="387" y="10426"/>
                  </a:lnTo>
                  <a:lnTo>
                    <a:pt x="271" y="10581"/>
                  </a:lnTo>
                  <a:lnTo>
                    <a:pt x="117" y="10890"/>
                  </a:lnTo>
                  <a:lnTo>
                    <a:pt x="1" y="11237"/>
                  </a:lnTo>
                  <a:lnTo>
                    <a:pt x="1" y="11585"/>
                  </a:lnTo>
                  <a:lnTo>
                    <a:pt x="78" y="11932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9" y="12820"/>
                  </a:lnTo>
                  <a:lnTo>
                    <a:pt x="812" y="12936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9" y="13168"/>
                  </a:lnTo>
                  <a:lnTo>
                    <a:pt x="2086" y="13129"/>
                  </a:lnTo>
                  <a:lnTo>
                    <a:pt x="2472" y="12975"/>
                  </a:lnTo>
                  <a:lnTo>
                    <a:pt x="2820" y="12782"/>
                  </a:lnTo>
                  <a:lnTo>
                    <a:pt x="3129" y="12550"/>
                  </a:lnTo>
                  <a:lnTo>
                    <a:pt x="3360" y="12241"/>
                  </a:lnTo>
                  <a:lnTo>
                    <a:pt x="3592" y="12009"/>
                  </a:lnTo>
                  <a:lnTo>
                    <a:pt x="3554" y="11932"/>
                  </a:lnTo>
                  <a:lnTo>
                    <a:pt x="3515" y="11816"/>
                  </a:lnTo>
                  <a:lnTo>
                    <a:pt x="3438" y="11778"/>
                  </a:lnTo>
                  <a:lnTo>
                    <a:pt x="3322" y="11739"/>
                  </a:lnTo>
                  <a:lnTo>
                    <a:pt x="3283" y="11778"/>
                  </a:lnTo>
                  <a:lnTo>
                    <a:pt x="3245" y="11816"/>
                  </a:lnTo>
                  <a:lnTo>
                    <a:pt x="3052" y="12048"/>
                  </a:lnTo>
                  <a:lnTo>
                    <a:pt x="2820" y="12241"/>
                  </a:lnTo>
                  <a:lnTo>
                    <a:pt x="2588" y="12434"/>
                  </a:lnTo>
                  <a:lnTo>
                    <a:pt x="2318" y="12589"/>
                  </a:lnTo>
                  <a:lnTo>
                    <a:pt x="2048" y="12666"/>
                  </a:lnTo>
                  <a:lnTo>
                    <a:pt x="1739" y="12704"/>
                  </a:lnTo>
                  <a:lnTo>
                    <a:pt x="1430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2" y="12357"/>
                  </a:lnTo>
                  <a:lnTo>
                    <a:pt x="696" y="12202"/>
                  </a:lnTo>
                  <a:lnTo>
                    <a:pt x="619" y="12048"/>
                  </a:lnTo>
                  <a:lnTo>
                    <a:pt x="542" y="11894"/>
                  </a:lnTo>
                  <a:lnTo>
                    <a:pt x="503" y="11739"/>
                  </a:lnTo>
                  <a:lnTo>
                    <a:pt x="503" y="11546"/>
                  </a:lnTo>
                  <a:lnTo>
                    <a:pt x="503" y="11392"/>
                  </a:lnTo>
                  <a:lnTo>
                    <a:pt x="542" y="11198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9" y="10619"/>
                  </a:lnTo>
                  <a:lnTo>
                    <a:pt x="1044" y="10542"/>
                  </a:lnTo>
                  <a:lnTo>
                    <a:pt x="1237" y="10465"/>
                  </a:lnTo>
                  <a:lnTo>
                    <a:pt x="1430" y="10388"/>
                  </a:lnTo>
                  <a:lnTo>
                    <a:pt x="1739" y="10349"/>
                  </a:lnTo>
                  <a:lnTo>
                    <a:pt x="2009" y="10349"/>
                  </a:lnTo>
                  <a:lnTo>
                    <a:pt x="2318" y="10388"/>
                  </a:lnTo>
                  <a:lnTo>
                    <a:pt x="2588" y="10426"/>
                  </a:lnTo>
                  <a:lnTo>
                    <a:pt x="2858" y="10542"/>
                  </a:lnTo>
                  <a:lnTo>
                    <a:pt x="3129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5" y="11662"/>
                  </a:lnTo>
                  <a:lnTo>
                    <a:pt x="5523" y="12396"/>
                  </a:lnTo>
                  <a:lnTo>
                    <a:pt x="5870" y="12704"/>
                  </a:lnTo>
                  <a:lnTo>
                    <a:pt x="6257" y="12975"/>
                  </a:lnTo>
                  <a:lnTo>
                    <a:pt x="6681" y="13206"/>
                  </a:lnTo>
                  <a:lnTo>
                    <a:pt x="7106" y="13438"/>
                  </a:lnTo>
                  <a:lnTo>
                    <a:pt x="7531" y="13593"/>
                  </a:lnTo>
                  <a:lnTo>
                    <a:pt x="7994" y="13747"/>
                  </a:lnTo>
                  <a:lnTo>
                    <a:pt x="8458" y="13786"/>
                  </a:lnTo>
                  <a:lnTo>
                    <a:pt x="8921" y="13786"/>
                  </a:lnTo>
                  <a:lnTo>
                    <a:pt x="9346" y="13708"/>
                  </a:lnTo>
                  <a:lnTo>
                    <a:pt x="9732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9" y="12782"/>
                  </a:lnTo>
                  <a:lnTo>
                    <a:pt x="10929" y="12473"/>
                  </a:lnTo>
                  <a:lnTo>
                    <a:pt x="11122" y="12125"/>
                  </a:lnTo>
                  <a:lnTo>
                    <a:pt x="11315" y="11739"/>
                  </a:lnTo>
                  <a:lnTo>
                    <a:pt x="11508" y="11237"/>
                  </a:lnTo>
                  <a:lnTo>
                    <a:pt x="11663" y="10696"/>
                  </a:lnTo>
                  <a:lnTo>
                    <a:pt x="11972" y="9615"/>
                  </a:lnTo>
                  <a:lnTo>
                    <a:pt x="12126" y="9113"/>
                  </a:lnTo>
                  <a:lnTo>
                    <a:pt x="12358" y="8611"/>
                  </a:lnTo>
                  <a:lnTo>
                    <a:pt x="12589" y="8109"/>
                  </a:lnTo>
                  <a:lnTo>
                    <a:pt x="12937" y="7646"/>
                  </a:lnTo>
                  <a:lnTo>
                    <a:pt x="13284" y="7298"/>
                  </a:lnTo>
                  <a:lnTo>
                    <a:pt x="13632" y="6989"/>
                  </a:lnTo>
                  <a:lnTo>
                    <a:pt x="14018" y="6719"/>
                  </a:lnTo>
                  <a:lnTo>
                    <a:pt x="14443" y="6449"/>
                  </a:lnTo>
                  <a:lnTo>
                    <a:pt x="14906" y="6256"/>
                  </a:lnTo>
                  <a:lnTo>
                    <a:pt x="15370" y="6101"/>
                  </a:lnTo>
                  <a:lnTo>
                    <a:pt x="15833" y="5985"/>
                  </a:lnTo>
                  <a:lnTo>
                    <a:pt x="16296" y="5947"/>
                  </a:lnTo>
                  <a:lnTo>
                    <a:pt x="16605" y="5908"/>
                  </a:lnTo>
                  <a:lnTo>
                    <a:pt x="16914" y="5908"/>
                  </a:lnTo>
                  <a:lnTo>
                    <a:pt x="17455" y="5985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3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1"/>
                  </a:lnTo>
                  <a:lnTo>
                    <a:pt x="21316" y="7646"/>
                  </a:lnTo>
                  <a:lnTo>
                    <a:pt x="21741" y="7723"/>
                  </a:lnTo>
                  <a:lnTo>
                    <a:pt x="22166" y="7762"/>
                  </a:lnTo>
                  <a:lnTo>
                    <a:pt x="22591" y="7723"/>
                  </a:lnTo>
                  <a:lnTo>
                    <a:pt x="22977" y="7646"/>
                  </a:lnTo>
                  <a:lnTo>
                    <a:pt x="23363" y="7530"/>
                  </a:lnTo>
                  <a:lnTo>
                    <a:pt x="23710" y="7298"/>
                  </a:lnTo>
                  <a:lnTo>
                    <a:pt x="24058" y="6989"/>
                  </a:lnTo>
                  <a:lnTo>
                    <a:pt x="24367" y="6642"/>
                  </a:lnTo>
                  <a:lnTo>
                    <a:pt x="24599" y="6294"/>
                  </a:lnTo>
                  <a:lnTo>
                    <a:pt x="24753" y="5908"/>
                  </a:lnTo>
                  <a:lnTo>
                    <a:pt x="24869" y="5483"/>
                  </a:lnTo>
                  <a:lnTo>
                    <a:pt x="24985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6" y="3746"/>
                  </a:lnTo>
                  <a:lnTo>
                    <a:pt x="24869" y="3282"/>
                  </a:lnTo>
                  <a:lnTo>
                    <a:pt x="24792" y="2858"/>
                  </a:lnTo>
                  <a:lnTo>
                    <a:pt x="24637" y="2394"/>
                  </a:lnTo>
                  <a:lnTo>
                    <a:pt x="24444" y="1970"/>
                  </a:lnTo>
                  <a:lnTo>
                    <a:pt x="24251" y="1583"/>
                  </a:lnTo>
                  <a:lnTo>
                    <a:pt x="24058" y="1197"/>
                  </a:lnTo>
                  <a:lnTo>
                    <a:pt x="23788" y="811"/>
                  </a:lnTo>
                  <a:lnTo>
                    <a:pt x="23942" y="386"/>
                  </a:lnTo>
                  <a:lnTo>
                    <a:pt x="23595" y="232"/>
                  </a:lnTo>
                  <a:lnTo>
                    <a:pt x="23208" y="116"/>
                  </a:lnTo>
                  <a:lnTo>
                    <a:pt x="23170" y="77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8" name="Google Shape;5468;p22"/>
            <p:cNvSpPr/>
            <p:nvPr/>
          </p:nvSpPr>
          <p:spPr>
            <a:xfrm>
              <a:off x="1687125" y="961000"/>
              <a:ext cx="152575" cy="276125"/>
            </a:xfrm>
            <a:custGeom>
              <a:avLst/>
              <a:gdLst/>
              <a:ahLst/>
              <a:cxnLst/>
              <a:rect l="l" t="t" r="r" b="b"/>
              <a:pathLst>
                <a:path w="6103" h="11045" extrusionOk="0">
                  <a:moveTo>
                    <a:pt x="3553" y="1"/>
                  </a:moveTo>
                  <a:lnTo>
                    <a:pt x="3438" y="464"/>
                  </a:lnTo>
                  <a:lnTo>
                    <a:pt x="3785" y="657"/>
                  </a:lnTo>
                  <a:lnTo>
                    <a:pt x="4094" y="889"/>
                  </a:lnTo>
                  <a:lnTo>
                    <a:pt x="4364" y="1159"/>
                  </a:lnTo>
                  <a:lnTo>
                    <a:pt x="4635" y="1468"/>
                  </a:lnTo>
                  <a:lnTo>
                    <a:pt x="4866" y="1777"/>
                  </a:lnTo>
                  <a:lnTo>
                    <a:pt x="5059" y="2086"/>
                  </a:lnTo>
                  <a:lnTo>
                    <a:pt x="5253" y="2472"/>
                  </a:lnTo>
                  <a:lnTo>
                    <a:pt x="5368" y="2820"/>
                  </a:lnTo>
                  <a:lnTo>
                    <a:pt x="5484" y="3206"/>
                  </a:lnTo>
                  <a:lnTo>
                    <a:pt x="5561" y="3592"/>
                  </a:lnTo>
                  <a:lnTo>
                    <a:pt x="5600" y="4017"/>
                  </a:lnTo>
                  <a:lnTo>
                    <a:pt x="5600" y="4403"/>
                  </a:lnTo>
                  <a:lnTo>
                    <a:pt x="5561" y="4828"/>
                  </a:lnTo>
                  <a:lnTo>
                    <a:pt x="5523" y="5214"/>
                  </a:lnTo>
                  <a:lnTo>
                    <a:pt x="5446" y="5639"/>
                  </a:lnTo>
                  <a:lnTo>
                    <a:pt x="5330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1" y="7299"/>
                  </a:lnTo>
                  <a:lnTo>
                    <a:pt x="4519" y="7685"/>
                  </a:lnTo>
                  <a:lnTo>
                    <a:pt x="4249" y="8033"/>
                  </a:lnTo>
                  <a:lnTo>
                    <a:pt x="3940" y="8419"/>
                  </a:lnTo>
                  <a:lnTo>
                    <a:pt x="3631" y="8728"/>
                  </a:lnTo>
                  <a:lnTo>
                    <a:pt x="3283" y="9037"/>
                  </a:lnTo>
                  <a:lnTo>
                    <a:pt x="2936" y="9346"/>
                  </a:lnTo>
                  <a:lnTo>
                    <a:pt x="2549" y="9616"/>
                  </a:lnTo>
                  <a:lnTo>
                    <a:pt x="2163" y="9848"/>
                  </a:lnTo>
                  <a:lnTo>
                    <a:pt x="1739" y="10041"/>
                  </a:lnTo>
                  <a:lnTo>
                    <a:pt x="1352" y="10234"/>
                  </a:lnTo>
                  <a:lnTo>
                    <a:pt x="889" y="10427"/>
                  </a:lnTo>
                  <a:lnTo>
                    <a:pt x="464" y="10543"/>
                  </a:lnTo>
                  <a:lnTo>
                    <a:pt x="1" y="10658"/>
                  </a:lnTo>
                  <a:lnTo>
                    <a:pt x="78" y="11045"/>
                  </a:lnTo>
                  <a:lnTo>
                    <a:pt x="619" y="10967"/>
                  </a:lnTo>
                  <a:lnTo>
                    <a:pt x="1121" y="1085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49" y="10234"/>
                  </a:lnTo>
                  <a:lnTo>
                    <a:pt x="2974" y="9963"/>
                  </a:lnTo>
                  <a:lnTo>
                    <a:pt x="3399" y="9654"/>
                  </a:lnTo>
                  <a:lnTo>
                    <a:pt x="3785" y="9307"/>
                  </a:lnTo>
                  <a:lnTo>
                    <a:pt x="4171" y="8921"/>
                  </a:lnTo>
                  <a:lnTo>
                    <a:pt x="4519" y="8535"/>
                  </a:lnTo>
                  <a:lnTo>
                    <a:pt x="4828" y="8148"/>
                  </a:lnTo>
                  <a:lnTo>
                    <a:pt x="5098" y="7685"/>
                  </a:lnTo>
                  <a:lnTo>
                    <a:pt x="5368" y="7260"/>
                  </a:lnTo>
                  <a:lnTo>
                    <a:pt x="5600" y="6797"/>
                  </a:lnTo>
                  <a:lnTo>
                    <a:pt x="5793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94"/>
                  </a:lnTo>
                  <a:lnTo>
                    <a:pt x="6063" y="3669"/>
                  </a:lnTo>
                  <a:lnTo>
                    <a:pt x="5986" y="3244"/>
                  </a:lnTo>
                  <a:lnTo>
                    <a:pt x="5870" y="2820"/>
                  </a:lnTo>
                  <a:lnTo>
                    <a:pt x="5755" y="2434"/>
                  </a:lnTo>
                  <a:lnTo>
                    <a:pt x="5561" y="2047"/>
                  </a:lnTo>
                  <a:lnTo>
                    <a:pt x="5368" y="1700"/>
                  </a:lnTo>
                  <a:lnTo>
                    <a:pt x="5137" y="1352"/>
                  </a:lnTo>
                  <a:lnTo>
                    <a:pt x="4905" y="1005"/>
                  </a:lnTo>
                  <a:lnTo>
                    <a:pt x="4596" y="734"/>
                  </a:lnTo>
                  <a:lnTo>
                    <a:pt x="4287" y="464"/>
                  </a:lnTo>
                  <a:lnTo>
                    <a:pt x="3940" y="232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9" name="Google Shape;5469;p22"/>
            <p:cNvSpPr/>
            <p:nvPr/>
          </p:nvSpPr>
          <p:spPr>
            <a:xfrm>
              <a:off x="4302325" y="96970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0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8"/>
                  </a:lnTo>
                  <a:lnTo>
                    <a:pt x="4364" y="1120"/>
                  </a:lnTo>
                  <a:lnTo>
                    <a:pt x="4634" y="1429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4" y="2433"/>
                  </a:lnTo>
                  <a:lnTo>
                    <a:pt x="5368" y="2819"/>
                  </a:lnTo>
                  <a:lnTo>
                    <a:pt x="5484" y="3205"/>
                  </a:lnTo>
                  <a:lnTo>
                    <a:pt x="5523" y="3591"/>
                  </a:lnTo>
                  <a:lnTo>
                    <a:pt x="5600" y="3978"/>
                  </a:lnTo>
                  <a:lnTo>
                    <a:pt x="5600" y="4402"/>
                  </a:lnTo>
                  <a:lnTo>
                    <a:pt x="5561" y="4789"/>
                  </a:lnTo>
                  <a:lnTo>
                    <a:pt x="5523" y="5213"/>
                  </a:lnTo>
                  <a:lnTo>
                    <a:pt x="5445" y="5599"/>
                  </a:lnTo>
                  <a:lnTo>
                    <a:pt x="5329" y="6024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6"/>
                  </a:lnTo>
                  <a:lnTo>
                    <a:pt x="4210" y="8032"/>
                  </a:lnTo>
                  <a:lnTo>
                    <a:pt x="3939" y="8380"/>
                  </a:lnTo>
                  <a:lnTo>
                    <a:pt x="3630" y="8727"/>
                  </a:lnTo>
                  <a:lnTo>
                    <a:pt x="3283" y="9036"/>
                  </a:lnTo>
                  <a:lnTo>
                    <a:pt x="2935" y="9306"/>
                  </a:lnTo>
                  <a:lnTo>
                    <a:pt x="2549" y="9577"/>
                  </a:lnTo>
                  <a:lnTo>
                    <a:pt x="2163" y="9808"/>
                  </a:lnTo>
                  <a:lnTo>
                    <a:pt x="1738" y="10040"/>
                  </a:lnTo>
                  <a:lnTo>
                    <a:pt x="1313" y="10233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1" y="10658"/>
                  </a:lnTo>
                  <a:lnTo>
                    <a:pt x="78" y="11044"/>
                  </a:lnTo>
                  <a:lnTo>
                    <a:pt x="618" y="10967"/>
                  </a:lnTo>
                  <a:lnTo>
                    <a:pt x="1120" y="1081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4"/>
                  </a:lnTo>
                  <a:lnTo>
                    <a:pt x="3399" y="9615"/>
                  </a:lnTo>
                  <a:lnTo>
                    <a:pt x="3785" y="9268"/>
                  </a:lnTo>
                  <a:lnTo>
                    <a:pt x="4171" y="8920"/>
                  </a:lnTo>
                  <a:lnTo>
                    <a:pt x="4480" y="8534"/>
                  </a:lnTo>
                  <a:lnTo>
                    <a:pt x="4827" y="8109"/>
                  </a:lnTo>
                  <a:lnTo>
                    <a:pt x="5098" y="7685"/>
                  </a:lnTo>
                  <a:lnTo>
                    <a:pt x="5368" y="7221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8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4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6" y="1313"/>
                  </a:lnTo>
                  <a:lnTo>
                    <a:pt x="4905" y="1004"/>
                  </a:lnTo>
                  <a:lnTo>
                    <a:pt x="4596" y="695"/>
                  </a:lnTo>
                  <a:lnTo>
                    <a:pt x="4287" y="425"/>
                  </a:lnTo>
                  <a:lnTo>
                    <a:pt x="3939" y="193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0" name="Google Shape;5470;p22"/>
            <p:cNvSpPr/>
            <p:nvPr/>
          </p:nvSpPr>
          <p:spPr>
            <a:xfrm>
              <a:off x="5445325" y="98900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7" y="1005"/>
                  </a:lnTo>
                  <a:lnTo>
                    <a:pt x="7028" y="1314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9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8"/>
                  </a:lnTo>
                  <a:lnTo>
                    <a:pt x="8573" y="3708"/>
                  </a:lnTo>
                  <a:lnTo>
                    <a:pt x="7724" y="3823"/>
                  </a:lnTo>
                  <a:lnTo>
                    <a:pt x="6874" y="3901"/>
                  </a:lnTo>
                  <a:lnTo>
                    <a:pt x="6411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5"/>
                  </a:lnTo>
                  <a:lnTo>
                    <a:pt x="2588" y="3708"/>
                  </a:lnTo>
                  <a:lnTo>
                    <a:pt x="2511" y="3862"/>
                  </a:lnTo>
                  <a:lnTo>
                    <a:pt x="2433" y="4017"/>
                  </a:lnTo>
                  <a:lnTo>
                    <a:pt x="2317" y="4132"/>
                  </a:lnTo>
                  <a:lnTo>
                    <a:pt x="2124" y="4210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7" y="4017"/>
                  </a:lnTo>
                  <a:lnTo>
                    <a:pt x="503" y="3515"/>
                  </a:lnTo>
                  <a:lnTo>
                    <a:pt x="657" y="3013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7" y="1738"/>
                  </a:lnTo>
                  <a:lnTo>
                    <a:pt x="1893" y="1429"/>
                  </a:lnTo>
                  <a:lnTo>
                    <a:pt x="2317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8" y="5638"/>
                  </a:lnTo>
                  <a:lnTo>
                    <a:pt x="11624" y="5986"/>
                  </a:lnTo>
                  <a:lnTo>
                    <a:pt x="11431" y="6140"/>
                  </a:lnTo>
                  <a:lnTo>
                    <a:pt x="11353" y="6218"/>
                  </a:lnTo>
                  <a:lnTo>
                    <a:pt x="11238" y="6256"/>
                  </a:lnTo>
                  <a:lnTo>
                    <a:pt x="11083" y="6295"/>
                  </a:lnTo>
                  <a:lnTo>
                    <a:pt x="10929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20" y="5523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1"/>
                  </a:moveTo>
                  <a:lnTo>
                    <a:pt x="3939" y="39"/>
                  </a:lnTo>
                  <a:lnTo>
                    <a:pt x="3515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2"/>
                  </a:lnTo>
                  <a:lnTo>
                    <a:pt x="1507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8" y="2009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69"/>
                  </a:lnTo>
                  <a:lnTo>
                    <a:pt x="1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9"/>
                  </a:lnTo>
                  <a:lnTo>
                    <a:pt x="1313" y="4596"/>
                  </a:lnTo>
                  <a:lnTo>
                    <a:pt x="1700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1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3" y="3630"/>
                  </a:lnTo>
                  <a:lnTo>
                    <a:pt x="3013" y="2974"/>
                  </a:lnTo>
                  <a:lnTo>
                    <a:pt x="3128" y="773"/>
                  </a:lnTo>
                  <a:lnTo>
                    <a:pt x="3515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1" y="1661"/>
                  </a:lnTo>
                  <a:lnTo>
                    <a:pt x="5059" y="2704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4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6" y="4287"/>
                  </a:lnTo>
                  <a:lnTo>
                    <a:pt x="5870" y="4325"/>
                  </a:lnTo>
                  <a:lnTo>
                    <a:pt x="6218" y="4325"/>
                  </a:lnTo>
                  <a:lnTo>
                    <a:pt x="6565" y="4287"/>
                  </a:lnTo>
                  <a:lnTo>
                    <a:pt x="7608" y="4210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1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2" y="5252"/>
                  </a:lnTo>
                  <a:lnTo>
                    <a:pt x="10427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4" y="5754"/>
                  </a:lnTo>
                  <a:lnTo>
                    <a:pt x="10234" y="5909"/>
                  </a:lnTo>
                  <a:lnTo>
                    <a:pt x="10234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9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7"/>
                  </a:lnTo>
                  <a:lnTo>
                    <a:pt x="11740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3"/>
                  </a:lnTo>
                  <a:lnTo>
                    <a:pt x="12396" y="7222"/>
                  </a:lnTo>
                  <a:lnTo>
                    <a:pt x="12473" y="7569"/>
                  </a:lnTo>
                  <a:lnTo>
                    <a:pt x="12550" y="7917"/>
                  </a:lnTo>
                  <a:lnTo>
                    <a:pt x="12550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5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6" y="9654"/>
                  </a:lnTo>
                  <a:lnTo>
                    <a:pt x="12821" y="9616"/>
                  </a:lnTo>
                  <a:lnTo>
                    <a:pt x="12937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30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724"/>
                  </a:lnTo>
                  <a:lnTo>
                    <a:pt x="12937" y="7183"/>
                  </a:lnTo>
                  <a:lnTo>
                    <a:pt x="12743" y="6681"/>
                  </a:lnTo>
                  <a:lnTo>
                    <a:pt x="12435" y="6218"/>
                  </a:lnTo>
                  <a:lnTo>
                    <a:pt x="12126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30" y="3515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4" y="1931"/>
                  </a:lnTo>
                  <a:lnTo>
                    <a:pt x="8226" y="1584"/>
                  </a:lnTo>
                  <a:lnTo>
                    <a:pt x="7839" y="1275"/>
                  </a:lnTo>
                  <a:lnTo>
                    <a:pt x="7453" y="1005"/>
                  </a:lnTo>
                  <a:lnTo>
                    <a:pt x="7067" y="734"/>
                  </a:lnTo>
                  <a:lnTo>
                    <a:pt x="6642" y="503"/>
                  </a:lnTo>
                  <a:lnTo>
                    <a:pt x="6179" y="348"/>
                  </a:lnTo>
                  <a:lnTo>
                    <a:pt x="5716" y="194"/>
                  </a:lnTo>
                  <a:lnTo>
                    <a:pt x="5291" y="78"/>
                  </a:lnTo>
                  <a:lnTo>
                    <a:pt x="4827" y="39"/>
                  </a:lnTo>
                  <a:lnTo>
                    <a:pt x="44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1" name="Google Shape;5471;p22"/>
            <p:cNvSpPr/>
            <p:nvPr/>
          </p:nvSpPr>
          <p:spPr>
            <a:xfrm>
              <a:off x="4674950" y="1001550"/>
              <a:ext cx="375575" cy="387150"/>
            </a:xfrm>
            <a:custGeom>
              <a:avLst/>
              <a:gdLst/>
              <a:ahLst/>
              <a:cxnLst/>
              <a:rect l="l" t="t" r="r" b="b"/>
              <a:pathLst>
                <a:path w="15023" h="15486" extrusionOk="0">
                  <a:moveTo>
                    <a:pt x="7492" y="503"/>
                  </a:moveTo>
                  <a:lnTo>
                    <a:pt x="8033" y="541"/>
                  </a:lnTo>
                  <a:lnTo>
                    <a:pt x="8612" y="580"/>
                  </a:lnTo>
                  <a:lnTo>
                    <a:pt x="9153" y="696"/>
                  </a:lnTo>
                  <a:lnTo>
                    <a:pt x="9693" y="850"/>
                  </a:lnTo>
                  <a:lnTo>
                    <a:pt x="10195" y="1043"/>
                  </a:lnTo>
                  <a:lnTo>
                    <a:pt x="10697" y="1275"/>
                  </a:lnTo>
                  <a:lnTo>
                    <a:pt x="11161" y="1545"/>
                  </a:lnTo>
                  <a:lnTo>
                    <a:pt x="11624" y="1815"/>
                  </a:lnTo>
                  <a:lnTo>
                    <a:pt x="10813" y="2202"/>
                  </a:lnTo>
                  <a:lnTo>
                    <a:pt x="10079" y="2626"/>
                  </a:lnTo>
                  <a:lnTo>
                    <a:pt x="9307" y="3090"/>
                  </a:lnTo>
                  <a:lnTo>
                    <a:pt x="8612" y="3630"/>
                  </a:lnTo>
                  <a:lnTo>
                    <a:pt x="7956" y="4171"/>
                  </a:lnTo>
                  <a:lnTo>
                    <a:pt x="7299" y="4789"/>
                  </a:lnTo>
                  <a:lnTo>
                    <a:pt x="6720" y="5445"/>
                  </a:lnTo>
                  <a:lnTo>
                    <a:pt x="6141" y="6140"/>
                  </a:lnTo>
                  <a:lnTo>
                    <a:pt x="5639" y="6874"/>
                  </a:lnTo>
                  <a:lnTo>
                    <a:pt x="5214" y="7646"/>
                  </a:lnTo>
                  <a:lnTo>
                    <a:pt x="4789" y="8419"/>
                  </a:lnTo>
                  <a:lnTo>
                    <a:pt x="4480" y="9230"/>
                  </a:lnTo>
                  <a:lnTo>
                    <a:pt x="4171" y="10040"/>
                  </a:lnTo>
                  <a:lnTo>
                    <a:pt x="3978" y="10890"/>
                  </a:lnTo>
                  <a:lnTo>
                    <a:pt x="3824" y="11778"/>
                  </a:lnTo>
                  <a:lnTo>
                    <a:pt x="3747" y="12666"/>
                  </a:lnTo>
                  <a:lnTo>
                    <a:pt x="3592" y="12666"/>
                  </a:lnTo>
                  <a:lnTo>
                    <a:pt x="3283" y="11855"/>
                  </a:lnTo>
                  <a:lnTo>
                    <a:pt x="3052" y="11044"/>
                  </a:lnTo>
                  <a:lnTo>
                    <a:pt x="2858" y="10195"/>
                  </a:lnTo>
                  <a:lnTo>
                    <a:pt x="2704" y="9345"/>
                  </a:lnTo>
                  <a:lnTo>
                    <a:pt x="2588" y="8534"/>
                  </a:lnTo>
                  <a:lnTo>
                    <a:pt x="2550" y="7685"/>
                  </a:lnTo>
                  <a:lnTo>
                    <a:pt x="2588" y="6797"/>
                  </a:lnTo>
                  <a:lnTo>
                    <a:pt x="2704" y="5947"/>
                  </a:lnTo>
                  <a:lnTo>
                    <a:pt x="2858" y="5214"/>
                  </a:lnTo>
                  <a:lnTo>
                    <a:pt x="3052" y="4519"/>
                  </a:lnTo>
                  <a:lnTo>
                    <a:pt x="3322" y="3823"/>
                  </a:lnTo>
                  <a:lnTo>
                    <a:pt x="3669" y="3206"/>
                  </a:lnTo>
                  <a:lnTo>
                    <a:pt x="4017" y="2588"/>
                  </a:lnTo>
                  <a:lnTo>
                    <a:pt x="4442" y="1970"/>
                  </a:lnTo>
                  <a:lnTo>
                    <a:pt x="4905" y="1429"/>
                  </a:lnTo>
                  <a:lnTo>
                    <a:pt x="5407" y="889"/>
                  </a:lnTo>
                  <a:lnTo>
                    <a:pt x="5909" y="734"/>
                  </a:lnTo>
                  <a:lnTo>
                    <a:pt x="6411" y="618"/>
                  </a:lnTo>
                  <a:lnTo>
                    <a:pt x="6952" y="541"/>
                  </a:lnTo>
                  <a:lnTo>
                    <a:pt x="7492" y="503"/>
                  </a:lnTo>
                  <a:close/>
                  <a:moveTo>
                    <a:pt x="11972" y="2086"/>
                  </a:moveTo>
                  <a:lnTo>
                    <a:pt x="12358" y="2433"/>
                  </a:lnTo>
                  <a:lnTo>
                    <a:pt x="12705" y="2819"/>
                  </a:lnTo>
                  <a:lnTo>
                    <a:pt x="13053" y="3206"/>
                  </a:lnTo>
                  <a:lnTo>
                    <a:pt x="13323" y="3669"/>
                  </a:lnTo>
                  <a:lnTo>
                    <a:pt x="13593" y="4094"/>
                  </a:lnTo>
                  <a:lnTo>
                    <a:pt x="13864" y="4596"/>
                  </a:lnTo>
                  <a:lnTo>
                    <a:pt x="14057" y="5098"/>
                  </a:lnTo>
                  <a:lnTo>
                    <a:pt x="14211" y="5600"/>
                  </a:lnTo>
                  <a:lnTo>
                    <a:pt x="14327" y="6102"/>
                  </a:lnTo>
                  <a:lnTo>
                    <a:pt x="14443" y="6642"/>
                  </a:lnTo>
                  <a:lnTo>
                    <a:pt x="13671" y="6681"/>
                  </a:lnTo>
                  <a:lnTo>
                    <a:pt x="12898" y="6797"/>
                  </a:lnTo>
                  <a:lnTo>
                    <a:pt x="12165" y="6951"/>
                  </a:lnTo>
                  <a:lnTo>
                    <a:pt x="11392" y="7144"/>
                  </a:lnTo>
                  <a:lnTo>
                    <a:pt x="10659" y="7415"/>
                  </a:lnTo>
                  <a:lnTo>
                    <a:pt x="9964" y="7724"/>
                  </a:lnTo>
                  <a:lnTo>
                    <a:pt x="9230" y="8032"/>
                  </a:lnTo>
                  <a:lnTo>
                    <a:pt x="8535" y="8419"/>
                  </a:lnTo>
                  <a:lnTo>
                    <a:pt x="7878" y="8843"/>
                  </a:lnTo>
                  <a:lnTo>
                    <a:pt x="7261" y="9307"/>
                  </a:lnTo>
                  <a:lnTo>
                    <a:pt x="6643" y="9809"/>
                  </a:lnTo>
                  <a:lnTo>
                    <a:pt x="6102" y="10349"/>
                  </a:lnTo>
                  <a:lnTo>
                    <a:pt x="5561" y="10890"/>
                  </a:lnTo>
                  <a:lnTo>
                    <a:pt x="5098" y="11508"/>
                  </a:lnTo>
                  <a:lnTo>
                    <a:pt x="4635" y="12126"/>
                  </a:lnTo>
                  <a:lnTo>
                    <a:pt x="4249" y="12821"/>
                  </a:lnTo>
                  <a:lnTo>
                    <a:pt x="4133" y="12743"/>
                  </a:lnTo>
                  <a:lnTo>
                    <a:pt x="3978" y="12666"/>
                  </a:lnTo>
                  <a:lnTo>
                    <a:pt x="4094" y="11817"/>
                  </a:lnTo>
                  <a:lnTo>
                    <a:pt x="4326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4" y="8496"/>
                  </a:lnTo>
                  <a:lnTo>
                    <a:pt x="5600" y="7724"/>
                  </a:lnTo>
                  <a:lnTo>
                    <a:pt x="6025" y="6990"/>
                  </a:lnTo>
                  <a:lnTo>
                    <a:pt x="6527" y="6295"/>
                  </a:lnTo>
                  <a:lnTo>
                    <a:pt x="7067" y="5600"/>
                  </a:lnTo>
                  <a:lnTo>
                    <a:pt x="7608" y="4982"/>
                  </a:lnTo>
                  <a:lnTo>
                    <a:pt x="8226" y="4403"/>
                  </a:lnTo>
                  <a:lnTo>
                    <a:pt x="8921" y="3823"/>
                  </a:lnTo>
                  <a:lnTo>
                    <a:pt x="9616" y="3321"/>
                  </a:lnTo>
                  <a:lnTo>
                    <a:pt x="10350" y="2858"/>
                  </a:lnTo>
                  <a:lnTo>
                    <a:pt x="11122" y="2472"/>
                  </a:lnTo>
                  <a:lnTo>
                    <a:pt x="11972" y="2086"/>
                  </a:lnTo>
                  <a:close/>
                  <a:moveTo>
                    <a:pt x="14482" y="6990"/>
                  </a:moveTo>
                  <a:lnTo>
                    <a:pt x="14482" y="7839"/>
                  </a:lnTo>
                  <a:lnTo>
                    <a:pt x="14443" y="8689"/>
                  </a:lnTo>
                  <a:lnTo>
                    <a:pt x="14288" y="9538"/>
                  </a:lnTo>
                  <a:lnTo>
                    <a:pt x="14173" y="9963"/>
                  </a:lnTo>
                  <a:lnTo>
                    <a:pt x="14057" y="10349"/>
                  </a:lnTo>
                  <a:lnTo>
                    <a:pt x="13902" y="10774"/>
                  </a:lnTo>
                  <a:lnTo>
                    <a:pt x="13709" y="11160"/>
                  </a:lnTo>
                  <a:lnTo>
                    <a:pt x="13516" y="11546"/>
                  </a:lnTo>
                  <a:lnTo>
                    <a:pt x="13284" y="11894"/>
                  </a:lnTo>
                  <a:lnTo>
                    <a:pt x="13053" y="12241"/>
                  </a:lnTo>
                  <a:lnTo>
                    <a:pt x="12782" y="12589"/>
                  </a:lnTo>
                  <a:lnTo>
                    <a:pt x="12512" y="12898"/>
                  </a:lnTo>
                  <a:lnTo>
                    <a:pt x="12203" y="13207"/>
                  </a:lnTo>
                  <a:lnTo>
                    <a:pt x="11972" y="13052"/>
                  </a:lnTo>
                  <a:lnTo>
                    <a:pt x="11701" y="12937"/>
                  </a:lnTo>
                  <a:lnTo>
                    <a:pt x="11122" y="12782"/>
                  </a:lnTo>
                  <a:lnTo>
                    <a:pt x="10543" y="12628"/>
                  </a:lnTo>
                  <a:lnTo>
                    <a:pt x="10002" y="12550"/>
                  </a:lnTo>
                  <a:lnTo>
                    <a:pt x="9423" y="12512"/>
                  </a:lnTo>
                  <a:lnTo>
                    <a:pt x="8844" y="12473"/>
                  </a:lnTo>
                  <a:lnTo>
                    <a:pt x="8303" y="12473"/>
                  </a:lnTo>
                  <a:lnTo>
                    <a:pt x="7763" y="12512"/>
                  </a:lnTo>
                  <a:lnTo>
                    <a:pt x="7222" y="12589"/>
                  </a:lnTo>
                  <a:lnTo>
                    <a:pt x="6720" y="12666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61"/>
                  </a:lnTo>
                  <a:lnTo>
                    <a:pt x="4557" y="13130"/>
                  </a:lnTo>
                  <a:lnTo>
                    <a:pt x="4442" y="12937"/>
                  </a:lnTo>
                  <a:lnTo>
                    <a:pt x="4905" y="12319"/>
                  </a:lnTo>
                  <a:lnTo>
                    <a:pt x="5368" y="11739"/>
                  </a:lnTo>
                  <a:lnTo>
                    <a:pt x="5870" y="11160"/>
                  </a:lnTo>
                  <a:lnTo>
                    <a:pt x="6411" y="10620"/>
                  </a:lnTo>
                  <a:lnTo>
                    <a:pt x="6990" y="10118"/>
                  </a:lnTo>
                  <a:lnTo>
                    <a:pt x="7569" y="9654"/>
                  </a:lnTo>
                  <a:lnTo>
                    <a:pt x="8149" y="9230"/>
                  </a:lnTo>
                  <a:lnTo>
                    <a:pt x="8767" y="8805"/>
                  </a:lnTo>
                  <a:lnTo>
                    <a:pt x="9423" y="8457"/>
                  </a:lnTo>
                  <a:lnTo>
                    <a:pt x="10079" y="8110"/>
                  </a:lnTo>
                  <a:lnTo>
                    <a:pt x="10736" y="7839"/>
                  </a:lnTo>
                  <a:lnTo>
                    <a:pt x="11470" y="7569"/>
                  </a:lnTo>
                  <a:lnTo>
                    <a:pt x="12165" y="7376"/>
                  </a:lnTo>
                  <a:lnTo>
                    <a:pt x="12937" y="7183"/>
                  </a:lnTo>
                  <a:lnTo>
                    <a:pt x="13671" y="7067"/>
                  </a:lnTo>
                  <a:lnTo>
                    <a:pt x="14482" y="6990"/>
                  </a:lnTo>
                  <a:close/>
                  <a:moveTo>
                    <a:pt x="4519" y="1236"/>
                  </a:moveTo>
                  <a:lnTo>
                    <a:pt x="4055" y="1854"/>
                  </a:lnTo>
                  <a:lnTo>
                    <a:pt x="3631" y="2472"/>
                  </a:lnTo>
                  <a:lnTo>
                    <a:pt x="3245" y="3128"/>
                  </a:lnTo>
                  <a:lnTo>
                    <a:pt x="2936" y="3823"/>
                  </a:lnTo>
                  <a:lnTo>
                    <a:pt x="2665" y="4519"/>
                  </a:lnTo>
                  <a:lnTo>
                    <a:pt x="2472" y="5291"/>
                  </a:lnTo>
                  <a:lnTo>
                    <a:pt x="2318" y="6025"/>
                  </a:lnTo>
                  <a:lnTo>
                    <a:pt x="2241" y="6797"/>
                  </a:lnTo>
                  <a:lnTo>
                    <a:pt x="2202" y="7569"/>
                  </a:lnTo>
                  <a:lnTo>
                    <a:pt x="2202" y="8341"/>
                  </a:lnTo>
                  <a:lnTo>
                    <a:pt x="2279" y="9114"/>
                  </a:lnTo>
                  <a:lnTo>
                    <a:pt x="2395" y="9886"/>
                  </a:lnTo>
                  <a:lnTo>
                    <a:pt x="2550" y="10620"/>
                  </a:lnTo>
                  <a:lnTo>
                    <a:pt x="2781" y="11353"/>
                  </a:lnTo>
                  <a:lnTo>
                    <a:pt x="3013" y="12087"/>
                  </a:lnTo>
                  <a:lnTo>
                    <a:pt x="3322" y="12743"/>
                  </a:lnTo>
                  <a:lnTo>
                    <a:pt x="3129" y="12898"/>
                  </a:lnTo>
                  <a:lnTo>
                    <a:pt x="2936" y="13052"/>
                  </a:lnTo>
                  <a:lnTo>
                    <a:pt x="2820" y="13245"/>
                  </a:lnTo>
                  <a:lnTo>
                    <a:pt x="2743" y="13439"/>
                  </a:lnTo>
                  <a:lnTo>
                    <a:pt x="2395" y="13014"/>
                  </a:lnTo>
                  <a:lnTo>
                    <a:pt x="2086" y="12550"/>
                  </a:lnTo>
                  <a:lnTo>
                    <a:pt x="1777" y="12087"/>
                  </a:lnTo>
                  <a:lnTo>
                    <a:pt x="1507" y="11624"/>
                  </a:lnTo>
                  <a:lnTo>
                    <a:pt x="1275" y="11122"/>
                  </a:lnTo>
                  <a:lnTo>
                    <a:pt x="1082" y="10620"/>
                  </a:lnTo>
                  <a:lnTo>
                    <a:pt x="889" y="10118"/>
                  </a:lnTo>
                  <a:lnTo>
                    <a:pt x="735" y="9616"/>
                  </a:lnTo>
                  <a:lnTo>
                    <a:pt x="619" y="9114"/>
                  </a:lnTo>
                  <a:lnTo>
                    <a:pt x="542" y="8573"/>
                  </a:lnTo>
                  <a:lnTo>
                    <a:pt x="503" y="8032"/>
                  </a:lnTo>
                  <a:lnTo>
                    <a:pt x="503" y="7492"/>
                  </a:lnTo>
                  <a:lnTo>
                    <a:pt x="542" y="6951"/>
                  </a:lnTo>
                  <a:lnTo>
                    <a:pt x="619" y="6411"/>
                  </a:lnTo>
                  <a:lnTo>
                    <a:pt x="773" y="5870"/>
                  </a:lnTo>
                  <a:lnTo>
                    <a:pt x="928" y="5329"/>
                  </a:lnTo>
                  <a:lnTo>
                    <a:pt x="1198" y="4673"/>
                  </a:lnTo>
                  <a:lnTo>
                    <a:pt x="1546" y="4055"/>
                  </a:lnTo>
                  <a:lnTo>
                    <a:pt x="1932" y="3476"/>
                  </a:lnTo>
                  <a:lnTo>
                    <a:pt x="2356" y="2935"/>
                  </a:lnTo>
                  <a:lnTo>
                    <a:pt x="2858" y="2433"/>
                  </a:lnTo>
                  <a:lnTo>
                    <a:pt x="3360" y="2009"/>
                  </a:lnTo>
                  <a:lnTo>
                    <a:pt x="3940" y="1584"/>
                  </a:lnTo>
                  <a:lnTo>
                    <a:pt x="4519" y="1236"/>
                  </a:lnTo>
                  <a:close/>
                  <a:moveTo>
                    <a:pt x="3862" y="12975"/>
                  </a:moveTo>
                  <a:lnTo>
                    <a:pt x="4017" y="13052"/>
                  </a:lnTo>
                  <a:lnTo>
                    <a:pt x="4171" y="13168"/>
                  </a:lnTo>
                  <a:lnTo>
                    <a:pt x="4287" y="13284"/>
                  </a:lnTo>
                  <a:lnTo>
                    <a:pt x="4326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326" y="13941"/>
                  </a:lnTo>
                  <a:lnTo>
                    <a:pt x="4210" y="14095"/>
                  </a:lnTo>
                  <a:lnTo>
                    <a:pt x="3785" y="13825"/>
                  </a:lnTo>
                  <a:lnTo>
                    <a:pt x="3360" y="13477"/>
                  </a:lnTo>
                  <a:lnTo>
                    <a:pt x="3245" y="13439"/>
                  </a:lnTo>
                  <a:lnTo>
                    <a:pt x="3167" y="13439"/>
                  </a:lnTo>
                  <a:lnTo>
                    <a:pt x="3052" y="13477"/>
                  </a:lnTo>
                  <a:lnTo>
                    <a:pt x="2974" y="13516"/>
                  </a:lnTo>
                  <a:lnTo>
                    <a:pt x="3052" y="13361"/>
                  </a:lnTo>
                  <a:lnTo>
                    <a:pt x="3167" y="13207"/>
                  </a:lnTo>
                  <a:lnTo>
                    <a:pt x="3322" y="13130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9153" y="12859"/>
                  </a:moveTo>
                  <a:lnTo>
                    <a:pt x="9616" y="12898"/>
                  </a:lnTo>
                  <a:lnTo>
                    <a:pt x="10118" y="12975"/>
                  </a:lnTo>
                  <a:lnTo>
                    <a:pt x="10504" y="13014"/>
                  </a:lnTo>
                  <a:lnTo>
                    <a:pt x="11006" y="13130"/>
                  </a:lnTo>
                  <a:lnTo>
                    <a:pt x="11508" y="13245"/>
                  </a:lnTo>
                  <a:lnTo>
                    <a:pt x="11701" y="13361"/>
                  </a:lnTo>
                  <a:lnTo>
                    <a:pt x="11894" y="13477"/>
                  </a:lnTo>
                  <a:lnTo>
                    <a:pt x="11508" y="13786"/>
                  </a:lnTo>
                  <a:lnTo>
                    <a:pt x="11083" y="14018"/>
                  </a:lnTo>
                  <a:lnTo>
                    <a:pt x="10659" y="14249"/>
                  </a:lnTo>
                  <a:lnTo>
                    <a:pt x="10234" y="14443"/>
                  </a:lnTo>
                  <a:lnTo>
                    <a:pt x="9770" y="14636"/>
                  </a:lnTo>
                  <a:lnTo>
                    <a:pt x="9307" y="14751"/>
                  </a:lnTo>
                  <a:lnTo>
                    <a:pt x="8844" y="14867"/>
                  </a:lnTo>
                  <a:lnTo>
                    <a:pt x="8342" y="14945"/>
                  </a:lnTo>
                  <a:lnTo>
                    <a:pt x="7878" y="14983"/>
                  </a:lnTo>
                  <a:lnTo>
                    <a:pt x="7376" y="14983"/>
                  </a:lnTo>
                  <a:lnTo>
                    <a:pt x="6913" y="14945"/>
                  </a:lnTo>
                  <a:lnTo>
                    <a:pt x="6411" y="14867"/>
                  </a:lnTo>
                  <a:lnTo>
                    <a:pt x="5948" y="14790"/>
                  </a:lnTo>
                  <a:lnTo>
                    <a:pt x="5484" y="14636"/>
                  </a:lnTo>
                  <a:lnTo>
                    <a:pt x="5021" y="14481"/>
                  </a:lnTo>
                  <a:lnTo>
                    <a:pt x="4596" y="14288"/>
                  </a:lnTo>
                  <a:lnTo>
                    <a:pt x="4712" y="14018"/>
                  </a:lnTo>
                  <a:lnTo>
                    <a:pt x="4751" y="13747"/>
                  </a:lnTo>
                  <a:lnTo>
                    <a:pt x="4712" y="13593"/>
                  </a:lnTo>
                  <a:lnTo>
                    <a:pt x="5561" y="13323"/>
                  </a:lnTo>
                  <a:lnTo>
                    <a:pt x="6411" y="13091"/>
                  </a:lnTo>
                  <a:lnTo>
                    <a:pt x="7299" y="12937"/>
                  </a:lnTo>
                  <a:lnTo>
                    <a:pt x="8187" y="12859"/>
                  </a:lnTo>
                  <a:close/>
                  <a:moveTo>
                    <a:pt x="7608" y="1"/>
                  </a:moveTo>
                  <a:lnTo>
                    <a:pt x="6990" y="39"/>
                  </a:lnTo>
                  <a:lnTo>
                    <a:pt x="6450" y="116"/>
                  </a:lnTo>
                  <a:lnTo>
                    <a:pt x="5870" y="232"/>
                  </a:lnTo>
                  <a:lnTo>
                    <a:pt x="5330" y="387"/>
                  </a:lnTo>
                  <a:lnTo>
                    <a:pt x="4789" y="580"/>
                  </a:lnTo>
                  <a:lnTo>
                    <a:pt x="4249" y="812"/>
                  </a:lnTo>
                  <a:lnTo>
                    <a:pt x="3785" y="1120"/>
                  </a:lnTo>
                  <a:lnTo>
                    <a:pt x="3283" y="1429"/>
                  </a:lnTo>
                  <a:lnTo>
                    <a:pt x="2820" y="1777"/>
                  </a:lnTo>
                  <a:lnTo>
                    <a:pt x="2395" y="2163"/>
                  </a:lnTo>
                  <a:lnTo>
                    <a:pt x="2009" y="2588"/>
                  </a:lnTo>
                  <a:lnTo>
                    <a:pt x="1623" y="3013"/>
                  </a:lnTo>
                  <a:lnTo>
                    <a:pt x="1275" y="3515"/>
                  </a:lnTo>
                  <a:lnTo>
                    <a:pt x="966" y="4017"/>
                  </a:lnTo>
                  <a:lnTo>
                    <a:pt x="696" y="4596"/>
                  </a:lnTo>
                  <a:lnTo>
                    <a:pt x="426" y="5252"/>
                  </a:lnTo>
                  <a:lnTo>
                    <a:pt x="233" y="5909"/>
                  </a:lnTo>
                  <a:lnTo>
                    <a:pt x="117" y="6565"/>
                  </a:lnTo>
                  <a:lnTo>
                    <a:pt x="40" y="7222"/>
                  </a:lnTo>
                  <a:lnTo>
                    <a:pt x="1" y="7917"/>
                  </a:lnTo>
                  <a:lnTo>
                    <a:pt x="40" y="8612"/>
                  </a:lnTo>
                  <a:lnTo>
                    <a:pt x="117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6" y="11238"/>
                  </a:lnTo>
                  <a:lnTo>
                    <a:pt x="1005" y="11817"/>
                  </a:lnTo>
                  <a:lnTo>
                    <a:pt x="1352" y="12396"/>
                  </a:lnTo>
                  <a:lnTo>
                    <a:pt x="1739" y="12937"/>
                  </a:lnTo>
                  <a:lnTo>
                    <a:pt x="2202" y="13439"/>
                  </a:lnTo>
                  <a:lnTo>
                    <a:pt x="2704" y="13902"/>
                  </a:lnTo>
                  <a:lnTo>
                    <a:pt x="2781" y="13941"/>
                  </a:lnTo>
                  <a:lnTo>
                    <a:pt x="2820" y="13941"/>
                  </a:lnTo>
                  <a:lnTo>
                    <a:pt x="2936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5" y="14520"/>
                  </a:lnTo>
                  <a:lnTo>
                    <a:pt x="4133" y="14597"/>
                  </a:lnTo>
                  <a:lnTo>
                    <a:pt x="4557" y="14829"/>
                  </a:lnTo>
                  <a:lnTo>
                    <a:pt x="4982" y="14983"/>
                  </a:lnTo>
                  <a:lnTo>
                    <a:pt x="5407" y="15138"/>
                  </a:lnTo>
                  <a:lnTo>
                    <a:pt x="5870" y="15292"/>
                  </a:lnTo>
                  <a:lnTo>
                    <a:pt x="6334" y="15369"/>
                  </a:lnTo>
                  <a:lnTo>
                    <a:pt x="6797" y="15447"/>
                  </a:lnTo>
                  <a:lnTo>
                    <a:pt x="7299" y="15485"/>
                  </a:lnTo>
                  <a:lnTo>
                    <a:pt x="7763" y="15485"/>
                  </a:lnTo>
                  <a:lnTo>
                    <a:pt x="8226" y="15447"/>
                  </a:lnTo>
                  <a:lnTo>
                    <a:pt x="8689" y="15408"/>
                  </a:lnTo>
                  <a:lnTo>
                    <a:pt x="9153" y="15331"/>
                  </a:lnTo>
                  <a:lnTo>
                    <a:pt x="9616" y="15215"/>
                  </a:lnTo>
                  <a:lnTo>
                    <a:pt x="10079" y="15060"/>
                  </a:lnTo>
                  <a:lnTo>
                    <a:pt x="10543" y="14867"/>
                  </a:lnTo>
                  <a:lnTo>
                    <a:pt x="10968" y="14674"/>
                  </a:lnTo>
                  <a:lnTo>
                    <a:pt x="11392" y="14443"/>
                  </a:lnTo>
                  <a:lnTo>
                    <a:pt x="11856" y="14134"/>
                  </a:lnTo>
                  <a:lnTo>
                    <a:pt x="12319" y="13786"/>
                  </a:lnTo>
                  <a:lnTo>
                    <a:pt x="12744" y="13400"/>
                  </a:lnTo>
                  <a:lnTo>
                    <a:pt x="13130" y="12975"/>
                  </a:lnTo>
                  <a:lnTo>
                    <a:pt x="13478" y="12550"/>
                  </a:lnTo>
                  <a:lnTo>
                    <a:pt x="13786" y="12048"/>
                  </a:lnTo>
                  <a:lnTo>
                    <a:pt x="14057" y="11585"/>
                  </a:lnTo>
                  <a:lnTo>
                    <a:pt x="14288" y="11044"/>
                  </a:lnTo>
                  <a:lnTo>
                    <a:pt x="14520" y="10542"/>
                  </a:lnTo>
                  <a:lnTo>
                    <a:pt x="14675" y="10002"/>
                  </a:lnTo>
                  <a:lnTo>
                    <a:pt x="14829" y="9423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5022" y="7724"/>
                  </a:lnTo>
                  <a:lnTo>
                    <a:pt x="14983" y="7144"/>
                  </a:lnTo>
                  <a:lnTo>
                    <a:pt x="14945" y="6604"/>
                  </a:lnTo>
                  <a:lnTo>
                    <a:pt x="14829" y="5986"/>
                  </a:lnTo>
                  <a:lnTo>
                    <a:pt x="14675" y="5407"/>
                  </a:lnTo>
                  <a:lnTo>
                    <a:pt x="14482" y="4827"/>
                  </a:lnTo>
                  <a:lnTo>
                    <a:pt x="14250" y="4287"/>
                  </a:lnTo>
                  <a:lnTo>
                    <a:pt x="13980" y="3746"/>
                  </a:lnTo>
                  <a:lnTo>
                    <a:pt x="13671" y="3244"/>
                  </a:lnTo>
                  <a:lnTo>
                    <a:pt x="13323" y="2742"/>
                  </a:lnTo>
                  <a:lnTo>
                    <a:pt x="12937" y="2317"/>
                  </a:lnTo>
                  <a:lnTo>
                    <a:pt x="12512" y="1893"/>
                  </a:lnTo>
                  <a:lnTo>
                    <a:pt x="12049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3" y="618"/>
                  </a:lnTo>
                  <a:lnTo>
                    <a:pt x="9964" y="387"/>
                  </a:lnTo>
                  <a:lnTo>
                    <a:pt x="9384" y="232"/>
                  </a:lnTo>
                  <a:lnTo>
                    <a:pt x="8767" y="116"/>
                  </a:lnTo>
                  <a:lnTo>
                    <a:pt x="8187" y="39"/>
                  </a:lnTo>
                  <a:lnTo>
                    <a:pt x="760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2" name="Google Shape;5472;p22"/>
            <p:cNvSpPr/>
            <p:nvPr/>
          </p:nvSpPr>
          <p:spPr>
            <a:xfrm>
              <a:off x="5477175" y="100252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4" y="7298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60" y="7569"/>
                  </a:lnTo>
                  <a:lnTo>
                    <a:pt x="9153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5" y="8573"/>
                  </a:lnTo>
                  <a:lnTo>
                    <a:pt x="9693" y="8882"/>
                  </a:lnTo>
                  <a:lnTo>
                    <a:pt x="9655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60" y="10040"/>
                  </a:lnTo>
                  <a:lnTo>
                    <a:pt x="8689" y="10117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40" y="10079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7"/>
                  </a:lnTo>
                  <a:lnTo>
                    <a:pt x="7029" y="9345"/>
                  </a:lnTo>
                  <a:lnTo>
                    <a:pt x="6952" y="9075"/>
                  </a:lnTo>
                  <a:lnTo>
                    <a:pt x="6913" y="8804"/>
                  </a:lnTo>
                  <a:lnTo>
                    <a:pt x="6952" y="8534"/>
                  </a:lnTo>
                  <a:lnTo>
                    <a:pt x="7029" y="8264"/>
                  </a:lnTo>
                  <a:lnTo>
                    <a:pt x="7145" y="8071"/>
                  </a:lnTo>
                  <a:lnTo>
                    <a:pt x="7299" y="7878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9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6" y="8457"/>
                  </a:lnTo>
                  <a:lnTo>
                    <a:pt x="2974" y="8611"/>
                  </a:lnTo>
                  <a:lnTo>
                    <a:pt x="3051" y="8766"/>
                  </a:lnTo>
                  <a:lnTo>
                    <a:pt x="1545" y="8727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5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7"/>
                  </a:lnTo>
                  <a:lnTo>
                    <a:pt x="6990" y="10079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7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2"/>
                  </a:lnTo>
                  <a:lnTo>
                    <a:pt x="10157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7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1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9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5" y="7337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50" y="8534"/>
                  </a:lnTo>
                  <a:lnTo>
                    <a:pt x="6450" y="8843"/>
                  </a:lnTo>
                  <a:lnTo>
                    <a:pt x="5716" y="8804"/>
                  </a:lnTo>
                  <a:lnTo>
                    <a:pt x="4944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8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80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6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3" name="Google Shape;5473;p22"/>
            <p:cNvSpPr/>
            <p:nvPr/>
          </p:nvSpPr>
          <p:spPr>
            <a:xfrm>
              <a:off x="2850400" y="1030525"/>
              <a:ext cx="475950" cy="686400"/>
            </a:xfrm>
            <a:custGeom>
              <a:avLst/>
              <a:gdLst/>
              <a:ahLst/>
              <a:cxnLst/>
              <a:rect l="l" t="t" r="r" b="b"/>
              <a:pathLst>
                <a:path w="19038" h="27456" extrusionOk="0">
                  <a:moveTo>
                    <a:pt x="18690" y="309"/>
                  </a:moveTo>
                  <a:lnTo>
                    <a:pt x="18690" y="463"/>
                  </a:lnTo>
                  <a:lnTo>
                    <a:pt x="18382" y="2047"/>
                  </a:lnTo>
                  <a:lnTo>
                    <a:pt x="17995" y="3668"/>
                  </a:lnTo>
                  <a:lnTo>
                    <a:pt x="17609" y="5252"/>
                  </a:lnTo>
                  <a:lnTo>
                    <a:pt x="17184" y="6873"/>
                  </a:lnTo>
                  <a:lnTo>
                    <a:pt x="16489" y="6873"/>
                  </a:lnTo>
                  <a:lnTo>
                    <a:pt x="16180" y="6835"/>
                  </a:lnTo>
                  <a:lnTo>
                    <a:pt x="15833" y="6758"/>
                  </a:lnTo>
                  <a:lnTo>
                    <a:pt x="15524" y="6680"/>
                  </a:lnTo>
                  <a:lnTo>
                    <a:pt x="15215" y="6565"/>
                  </a:lnTo>
                  <a:lnTo>
                    <a:pt x="14906" y="6410"/>
                  </a:lnTo>
                  <a:lnTo>
                    <a:pt x="14597" y="6217"/>
                  </a:lnTo>
                  <a:lnTo>
                    <a:pt x="14327" y="6024"/>
                  </a:lnTo>
                  <a:lnTo>
                    <a:pt x="14057" y="5792"/>
                  </a:lnTo>
                  <a:lnTo>
                    <a:pt x="13593" y="5329"/>
                  </a:lnTo>
                  <a:lnTo>
                    <a:pt x="13168" y="4788"/>
                  </a:lnTo>
                  <a:lnTo>
                    <a:pt x="12782" y="4248"/>
                  </a:lnTo>
                  <a:lnTo>
                    <a:pt x="13477" y="3668"/>
                  </a:lnTo>
                  <a:lnTo>
                    <a:pt x="14172" y="3128"/>
                  </a:lnTo>
                  <a:lnTo>
                    <a:pt x="14868" y="2587"/>
                  </a:lnTo>
                  <a:lnTo>
                    <a:pt x="15601" y="2085"/>
                  </a:lnTo>
                  <a:lnTo>
                    <a:pt x="16374" y="1622"/>
                  </a:lnTo>
                  <a:lnTo>
                    <a:pt x="17146" y="1158"/>
                  </a:lnTo>
                  <a:lnTo>
                    <a:pt x="17918" y="734"/>
                  </a:lnTo>
                  <a:lnTo>
                    <a:pt x="18690" y="309"/>
                  </a:lnTo>
                  <a:close/>
                  <a:moveTo>
                    <a:pt x="6063" y="12434"/>
                  </a:moveTo>
                  <a:lnTo>
                    <a:pt x="5793" y="13013"/>
                  </a:lnTo>
                  <a:lnTo>
                    <a:pt x="5600" y="13592"/>
                  </a:lnTo>
                  <a:lnTo>
                    <a:pt x="5446" y="14172"/>
                  </a:lnTo>
                  <a:lnTo>
                    <a:pt x="5291" y="14790"/>
                  </a:lnTo>
                  <a:lnTo>
                    <a:pt x="5252" y="15369"/>
                  </a:lnTo>
                  <a:lnTo>
                    <a:pt x="5214" y="15407"/>
                  </a:lnTo>
                  <a:lnTo>
                    <a:pt x="4750" y="16102"/>
                  </a:lnTo>
                  <a:lnTo>
                    <a:pt x="4287" y="16797"/>
                  </a:lnTo>
                  <a:lnTo>
                    <a:pt x="4171" y="17106"/>
                  </a:lnTo>
                  <a:lnTo>
                    <a:pt x="4017" y="17415"/>
                  </a:lnTo>
                  <a:lnTo>
                    <a:pt x="3824" y="17724"/>
                  </a:lnTo>
                  <a:lnTo>
                    <a:pt x="3746" y="17840"/>
                  </a:lnTo>
                  <a:lnTo>
                    <a:pt x="3631" y="17956"/>
                  </a:lnTo>
                  <a:lnTo>
                    <a:pt x="3476" y="18033"/>
                  </a:lnTo>
                  <a:lnTo>
                    <a:pt x="3283" y="18072"/>
                  </a:lnTo>
                  <a:lnTo>
                    <a:pt x="2858" y="18110"/>
                  </a:lnTo>
                  <a:lnTo>
                    <a:pt x="2009" y="18149"/>
                  </a:lnTo>
                  <a:lnTo>
                    <a:pt x="426" y="18342"/>
                  </a:lnTo>
                  <a:lnTo>
                    <a:pt x="426" y="18342"/>
                  </a:lnTo>
                  <a:lnTo>
                    <a:pt x="850" y="17724"/>
                  </a:lnTo>
                  <a:lnTo>
                    <a:pt x="1275" y="17106"/>
                  </a:lnTo>
                  <a:lnTo>
                    <a:pt x="1661" y="16489"/>
                  </a:lnTo>
                  <a:lnTo>
                    <a:pt x="2009" y="15832"/>
                  </a:lnTo>
                  <a:lnTo>
                    <a:pt x="2549" y="14751"/>
                  </a:lnTo>
                  <a:lnTo>
                    <a:pt x="2820" y="14017"/>
                  </a:lnTo>
                  <a:lnTo>
                    <a:pt x="3013" y="13670"/>
                  </a:lnTo>
                  <a:lnTo>
                    <a:pt x="3206" y="13322"/>
                  </a:lnTo>
                  <a:lnTo>
                    <a:pt x="3360" y="13322"/>
                  </a:lnTo>
                  <a:lnTo>
                    <a:pt x="3399" y="13245"/>
                  </a:lnTo>
                  <a:lnTo>
                    <a:pt x="3438" y="13206"/>
                  </a:lnTo>
                  <a:lnTo>
                    <a:pt x="4750" y="12782"/>
                  </a:lnTo>
                  <a:lnTo>
                    <a:pt x="6063" y="12434"/>
                  </a:lnTo>
                  <a:close/>
                  <a:moveTo>
                    <a:pt x="12551" y="4441"/>
                  </a:moveTo>
                  <a:lnTo>
                    <a:pt x="12898" y="5020"/>
                  </a:lnTo>
                  <a:lnTo>
                    <a:pt x="13362" y="5561"/>
                  </a:lnTo>
                  <a:lnTo>
                    <a:pt x="13864" y="6101"/>
                  </a:lnTo>
                  <a:lnTo>
                    <a:pt x="14172" y="6333"/>
                  </a:lnTo>
                  <a:lnTo>
                    <a:pt x="14443" y="6565"/>
                  </a:lnTo>
                  <a:lnTo>
                    <a:pt x="14752" y="6758"/>
                  </a:lnTo>
                  <a:lnTo>
                    <a:pt x="15061" y="6951"/>
                  </a:lnTo>
                  <a:lnTo>
                    <a:pt x="15370" y="7067"/>
                  </a:lnTo>
                  <a:lnTo>
                    <a:pt x="15717" y="7182"/>
                  </a:lnTo>
                  <a:lnTo>
                    <a:pt x="16026" y="7260"/>
                  </a:lnTo>
                  <a:lnTo>
                    <a:pt x="16721" y="7260"/>
                  </a:lnTo>
                  <a:lnTo>
                    <a:pt x="17107" y="7182"/>
                  </a:lnTo>
                  <a:lnTo>
                    <a:pt x="16682" y="8573"/>
                  </a:lnTo>
                  <a:lnTo>
                    <a:pt x="16180" y="9963"/>
                  </a:lnTo>
                  <a:lnTo>
                    <a:pt x="15756" y="11160"/>
                  </a:lnTo>
                  <a:lnTo>
                    <a:pt x="15254" y="12357"/>
                  </a:lnTo>
                  <a:lnTo>
                    <a:pt x="14752" y="13515"/>
                  </a:lnTo>
                  <a:lnTo>
                    <a:pt x="14172" y="14635"/>
                  </a:lnTo>
                  <a:lnTo>
                    <a:pt x="13555" y="15793"/>
                  </a:lnTo>
                  <a:lnTo>
                    <a:pt x="13207" y="16373"/>
                  </a:lnTo>
                  <a:lnTo>
                    <a:pt x="12860" y="16952"/>
                  </a:lnTo>
                  <a:lnTo>
                    <a:pt x="12473" y="17493"/>
                  </a:lnTo>
                  <a:lnTo>
                    <a:pt x="12087" y="17995"/>
                  </a:lnTo>
                  <a:lnTo>
                    <a:pt x="11624" y="18458"/>
                  </a:lnTo>
                  <a:lnTo>
                    <a:pt x="11161" y="18883"/>
                  </a:lnTo>
                  <a:lnTo>
                    <a:pt x="10620" y="19230"/>
                  </a:lnTo>
                  <a:lnTo>
                    <a:pt x="10079" y="19462"/>
                  </a:lnTo>
                  <a:lnTo>
                    <a:pt x="9809" y="19578"/>
                  </a:lnTo>
                  <a:lnTo>
                    <a:pt x="9539" y="19655"/>
                  </a:lnTo>
                  <a:lnTo>
                    <a:pt x="9230" y="19694"/>
                  </a:lnTo>
                  <a:lnTo>
                    <a:pt x="8959" y="19732"/>
                  </a:lnTo>
                  <a:lnTo>
                    <a:pt x="8689" y="19732"/>
                  </a:lnTo>
                  <a:lnTo>
                    <a:pt x="8380" y="19694"/>
                  </a:lnTo>
                  <a:lnTo>
                    <a:pt x="8110" y="19616"/>
                  </a:lnTo>
                  <a:lnTo>
                    <a:pt x="7840" y="19539"/>
                  </a:lnTo>
                  <a:lnTo>
                    <a:pt x="7569" y="19423"/>
                  </a:lnTo>
                  <a:lnTo>
                    <a:pt x="7299" y="19269"/>
                  </a:lnTo>
                  <a:lnTo>
                    <a:pt x="7067" y="19114"/>
                  </a:lnTo>
                  <a:lnTo>
                    <a:pt x="6836" y="18883"/>
                  </a:lnTo>
                  <a:lnTo>
                    <a:pt x="6450" y="18458"/>
                  </a:lnTo>
                  <a:lnTo>
                    <a:pt x="6141" y="17956"/>
                  </a:lnTo>
                  <a:lnTo>
                    <a:pt x="5870" y="17454"/>
                  </a:lnTo>
                  <a:lnTo>
                    <a:pt x="5716" y="16913"/>
                  </a:lnTo>
                  <a:lnTo>
                    <a:pt x="5639" y="16334"/>
                  </a:lnTo>
                  <a:lnTo>
                    <a:pt x="5600" y="15755"/>
                  </a:lnTo>
                  <a:lnTo>
                    <a:pt x="5639" y="15214"/>
                  </a:lnTo>
                  <a:lnTo>
                    <a:pt x="5716" y="14635"/>
                  </a:lnTo>
                  <a:lnTo>
                    <a:pt x="5832" y="14056"/>
                  </a:lnTo>
                  <a:lnTo>
                    <a:pt x="6025" y="13515"/>
                  </a:lnTo>
                  <a:lnTo>
                    <a:pt x="6218" y="13013"/>
                  </a:lnTo>
                  <a:lnTo>
                    <a:pt x="6450" y="12473"/>
                  </a:lnTo>
                  <a:lnTo>
                    <a:pt x="6952" y="11469"/>
                  </a:lnTo>
                  <a:lnTo>
                    <a:pt x="7531" y="10465"/>
                  </a:lnTo>
                  <a:lnTo>
                    <a:pt x="8149" y="9461"/>
                  </a:lnTo>
                  <a:lnTo>
                    <a:pt x="8844" y="8495"/>
                  </a:lnTo>
                  <a:lnTo>
                    <a:pt x="9539" y="7530"/>
                  </a:lnTo>
                  <a:lnTo>
                    <a:pt x="10311" y="6642"/>
                  </a:lnTo>
                  <a:lnTo>
                    <a:pt x="10852" y="6063"/>
                  </a:lnTo>
                  <a:lnTo>
                    <a:pt x="11392" y="5522"/>
                  </a:lnTo>
                  <a:lnTo>
                    <a:pt x="11971" y="4981"/>
                  </a:lnTo>
                  <a:lnTo>
                    <a:pt x="12551" y="4441"/>
                  </a:lnTo>
                  <a:close/>
                  <a:moveTo>
                    <a:pt x="5986" y="18419"/>
                  </a:moveTo>
                  <a:lnTo>
                    <a:pt x="6218" y="18767"/>
                  </a:lnTo>
                  <a:lnTo>
                    <a:pt x="6450" y="19076"/>
                  </a:lnTo>
                  <a:lnTo>
                    <a:pt x="6758" y="19346"/>
                  </a:lnTo>
                  <a:lnTo>
                    <a:pt x="7067" y="19616"/>
                  </a:lnTo>
                  <a:lnTo>
                    <a:pt x="7415" y="19809"/>
                  </a:lnTo>
                  <a:lnTo>
                    <a:pt x="7801" y="19964"/>
                  </a:lnTo>
                  <a:lnTo>
                    <a:pt x="8187" y="20080"/>
                  </a:lnTo>
                  <a:lnTo>
                    <a:pt x="8612" y="20118"/>
                  </a:lnTo>
                  <a:lnTo>
                    <a:pt x="8535" y="20466"/>
                  </a:lnTo>
                  <a:lnTo>
                    <a:pt x="8496" y="20852"/>
                  </a:lnTo>
                  <a:lnTo>
                    <a:pt x="7994" y="20813"/>
                  </a:lnTo>
                  <a:lnTo>
                    <a:pt x="7531" y="20698"/>
                  </a:lnTo>
                  <a:lnTo>
                    <a:pt x="7106" y="20504"/>
                  </a:lnTo>
                  <a:lnTo>
                    <a:pt x="6720" y="20273"/>
                  </a:lnTo>
                  <a:lnTo>
                    <a:pt x="6334" y="20002"/>
                  </a:lnTo>
                  <a:lnTo>
                    <a:pt x="6025" y="19655"/>
                  </a:lnTo>
                  <a:lnTo>
                    <a:pt x="5716" y="19307"/>
                  </a:lnTo>
                  <a:lnTo>
                    <a:pt x="5446" y="18883"/>
                  </a:lnTo>
                  <a:lnTo>
                    <a:pt x="5446" y="18844"/>
                  </a:lnTo>
                  <a:lnTo>
                    <a:pt x="5986" y="18419"/>
                  </a:lnTo>
                  <a:close/>
                  <a:moveTo>
                    <a:pt x="5291" y="18960"/>
                  </a:moveTo>
                  <a:lnTo>
                    <a:pt x="5523" y="19462"/>
                  </a:lnTo>
                  <a:lnTo>
                    <a:pt x="5793" y="19887"/>
                  </a:lnTo>
                  <a:lnTo>
                    <a:pt x="6141" y="20234"/>
                  </a:lnTo>
                  <a:lnTo>
                    <a:pt x="6527" y="20582"/>
                  </a:lnTo>
                  <a:lnTo>
                    <a:pt x="6952" y="20813"/>
                  </a:lnTo>
                  <a:lnTo>
                    <a:pt x="7453" y="21006"/>
                  </a:lnTo>
                  <a:lnTo>
                    <a:pt x="7955" y="21122"/>
                  </a:lnTo>
                  <a:lnTo>
                    <a:pt x="8457" y="21161"/>
                  </a:lnTo>
                  <a:lnTo>
                    <a:pt x="8496" y="21702"/>
                  </a:lnTo>
                  <a:lnTo>
                    <a:pt x="7878" y="21624"/>
                  </a:lnTo>
                  <a:lnTo>
                    <a:pt x="7299" y="21508"/>
                  </a:lnTo>
                  <a:lnTo>
                    <a:pt x="6797" y="21315"/>
                  </a:lnTo>
                  <a:lnTo>
                    <a:pt x="6295" y="21084"/>
                  </a:lnTo>
                  <a:lnTo>
                    <a:pt x="5870" y="20775"/>
                  </a:lnTo>
                  <a:lnTo>
                    <a:pt x="5446" y="20389"/>
                  </a:lnTo>
                  <a:lnTo>
                    <a:pt x="5021" y="19964"/>
                  </a:lnTo>
                  <a:lnTo>
                    <a:pt x="4673" y="19501"/>
                  </a:lnTo>
                  <a:lnTo>
                    <a:pt x="4828" y="19385"/>
                  </a:lnTo>
                  <a:lnTo>
                    <a:pt x="4982" y="19269"/>
                  </a:lnTo>
                  <a:lnTo>
                    <a:pt x="5291" y="18960"/>
                  </a:lnTo>
                  <a:close/>
                  <a:moveTo>
                    <a:pt x="13555" y="16527"/>
                  </a:moveTo>
                  <a:lnTo>
                    <a:pt x="13748" y="17184"/>
                  </a:lnTo>
                  <a:lnTo>
                    <a:pt x="13979" y="17840"/>
                  </a:lnTo>
                  <a:lnTo>
                    <a:pt x="14250" y="18458"/>
                  </a:lnTo>
                  <a:lnTo>
                    <a:pt x="14597" y="19037"/>
                  </a:lnTo>
                  <a:lnTo>
                    <a:pt x="13670" y="20157"/>
                  </a:lnTo>
                  <a:lnTo>
                    <a:pt x="12782" y="21315"/>
                  </a:lnTo>
                  <a:lnTo>
                    <a:pt x="11083" y="23748"/>
                  </a:lnTo>
                  <a:lnTo>
                    <a:pt x="10736" y="22783"/>
                  </a:lnTo>
                  <a:lnTo>
                    <a:pt x="10350" y="21856"/>
                  </a:lnTo>
                  <a:lnTo>
                    <a:pt x="10234" y="21586"/>
                  </a:lnTo>
                  <a:lnTo>
                    <a:pt x="10195" y="21354"/>
                  </a:lnTo>
                  <a:lnTo>
                    <a:pt x="10195" y="21238"/>
                  </a:lnTo>
                  <a:lnTo>
                    <a:pt x="10234" y="21122"/>
                  </a:lnTo>
                  <a:lnTo>
                    <a:pt x="10388" y="20813"/>
                  </a:lnTo>
                  <a:lnTo>
                    <a:pt x="10813" y="20234"/>
                  </a:lnTo>
                  <a:lnTo>
                    <a:pt x="11199" y="19578"/>
                  </a:lnTo>
                  <a:lnTo>
                    <a:pt x="11199" y="19501"/>
                  </a:lnTo>
                  <a:lnTo>
                    <a:pt x="11199" y="19462"/>
                  </a:lnTo>
                  <a:lnTo>
                    <a:pt x="11161" y="19346"/>
                  </a:lnTo>
                  <a:lnTo>
                    <a:pt x="11585" y="18999"/>
                  </a:lnTo>
                  <a:lnTo>
                    <a:pt x="11971" y="18612"/>
                  </a:lnTo>
                  <a:lnTo>
                    <a:pt x="12358" y="18226"/>
                  </a:lnTo>
                  <a:lnTo>
                    <a:pt x="12705" y="17801"/>
                  </a:lnTo>
                  <a:lnTo>
                    <a:pt x="13130" y="17184"/>
                  </a:lnTo>
                  <a:lnTo>
                    <a:pt x="13555" y="16527"/>
                  </a:lnTo>
                  <a:close/>
                  <a:moveTo>
                    <a:pt x="5677" y="21161"/>
                  </a:moveTo>
                  <a:lnTo>
                    <a:pt x="5948" y="21393"/>
                  </a:lnTo>
                  <a:lnTo>
                    <a:pt x="6256" y="21547"/>
                  </a:lnTo>
                  <a:lnTo>
                    <a:pt x="6565" y="21702"/>
                  </a:lnTo>
                  <a:lnTo>
                    <a:pt x="6913" y="21817"/>
                  </a:lnTo>
                  <a:lnTo>
                    <a:pt x="6836" y="22010"/>
                  </a:lnTo>
                  <a:lnTo>
                    <a:pt x="6797" y="22204"/>
                  </a:lnTo>
                  <a:lnTo>
                    <a:pt x="6643" y="22088"/>
                  </a:lnTo>
                  <a:lnTo>
                    <a:pt x="6604" y="22010"/>
                  </a:lnTo>
                  <a:lnTo>
                    <a:pt x="6411" y="22010"/>
                  </a:lnTo>
                  <a:lnTo>
                    <a:pt x="6372" y="22088"/>
                  </a:lnTo>
                  <a:lnTo>
                    <a:pt x="6218" y="22628"/>
                  </a:lnTo>
                  <a:lnTo>
                    <a:pt x="6025" y="23092"/>
                  </a:lnTo>
                  <a:lnTo>
                    <a:pt x="5832" y="23594"/>
                  </a:lnTo>
                  <a:lnTo>
                    <a:pt x="5600" y="24057"/>
                  </a:lnTo>
                  <a:lnTo>
                    <a:pt x="5330" y="24482"/>
                  </a:lnTo>
                  <a:lnTo>
                    <a:pt x="5021" y="24907"/>
                  </a:lnTo>
                  <a:lnTo>
                    <a:pt x="4712" y="25331"/>
                  </a:lnTo>
                  <a:lnTo>
                    <a:pt x="4364" y="25717"/>
                  </a:lnTo>
                  <a:lnTo>
                    <a:pt x="4248" y="25293"/>
                  </a:lnTo>
                  <a:lnTo>
                    <a:pt x="4171" y="24868"/>
                  </a:lnTo>
                  <a:lnTo>
                    <a:pt x="4171" y="24482"/>
                  </a:lnTo>
                  <a:lnTo>
                    <a:pt x="4210" y="24057"/>
                  </a:lnTo>
                  <a:lnTo>
                    <a:pt x="4326" y="23671"/>
                  </a:lnTo>
                  <a:lnTo>
                    <a:pt x="4480" y="23285"/>
                  </a:lnTo>
                  <a:lnTo>
                    <a:pt x="4673" y="22899"/>
                  </a:lnTo>
                  <a:lnTo>
                    <a:pt x="4944" y="22512"/>
                  </a:lnTo>
                  <a:lnTo>
                    <a:pt x="5175" y="22204"/>
                  </a:lnTo>
                  <a:lnTo>
                    <a:pt x="5330" y="21895"/>
                  </a:lnTo>
                  <a:lnTo>
                    <a:pt x="5407" y="21740"/>
                  </a:lnTo>
                  <a:lnTo>
                    <a:pt x="5407" y="21586"/>
                  </a:lnTo>
                  <a:lnTo>
                    <a:pt x="5368" y="21470"/>
                  </a:lnTo>
                  <a:lnTo>
                    <a:pt x="5291" y="21315"/>
                  </a:lnTo>
                  <a:lnTo>
                    <a:pt x="5446" y="21238"/>
                  </a:lnTo>
                  <a:lnTo>
                    <a:pt x="5677" y="21161"/>
                  </a:lnTo>
                  <a:close/>
                  <a:moveTo>
                    <a:pt x="4905" y="20466"/>
                  </a:moveTo>
                  <a:lnTo>
                    <a:pt x="5175" y="20736"/>
                  </a:lnTo>
                  <a:lnTo>
                    <a:pt x="5484" y="21006"/>
                  </a:lnTo>
                  <a:lnTo>
                    <a:pt x="5252" y="21084"/>
                  </a:lnTo>
                  <a:lnTo>
                    <a:pt x="5021" y="21161"/>
                  </a:lnTo>
                  <a:lnTo>
                    <a:pt x="4982" y="21200"/>
                  </a:lnTo>
                  <a:lnTo>
                    <a:pt x="4944" y="21277"/>
                  </a:lnTo>
                  <a:lnTo>
                    <a:pt x="4982" y="21354"/>
                  </a:lnTo>
                  <a:lnTo>
                    <a:pt x="5021" y="21393"/>
                  </a:lnTo>
                  <a:lnTo>
                    <a:pt x="5059" y="21470"/>
                  </a:lnTo>
                  <a:lnTo>
                    <a:pt x="5098" y="21547"/>
                  </a:lnTo>
                  <a:lnTo>
                    <a:pt x="5059" y="21779"/>
                  </a:lnTo>
                  <a:lnTo>
                    <a:pt x="4905" y="22049"/>
                  </a:lnTo>
                  <a:lnTo>
                    <a:pt x="4750" y="22358"/>
                  </a:lnTo>
                  <a:lnTo>
                    <a:pt x="4364" y="22937"/>
                  </a:lnTo>
                  <a:lnTo>
                    <a:pt x="4133" y="23323"/>
                  </a:lnTo>
                  <a:lnTo>
                    <a:pt x="3940" y="23748"/>
                  </a:lnTo>
                  <a:lnTo>
                    <a:pt x="3862" y="24212"/>
                  </a:lnTo>
                  <a:lnTo>
                    <a:pt x="3824" y="24714"/>
                  </a:lnTo>
                  <a:lnTo>
                    <a:pt x="3862" y="25177"/>
                  </a:lnTo>
                  <a:lnTo>
                    <a:pt x="3940" y="25409"/>
                  </a:lnTo>
                  <a:lnTo>
                    <a:pt x="4017" y="25640"/>
                  </a:lnTo>
                  <a:lnTo>
                    <a:pt x="4133" y="25872"/>
                  </a:lnTo>
                  <a:lnTo>
                    <a:pt x="4248" y="26065"/>
                  </a:lnTo>
                  <a:lnTo>
                    <a:pt x="4287" y="26104"/>
                  </a:lnTo>
                  <a:lnTo>
                    <a:pt x="4364" y="26104"/>
                  </a:lnTo>
                  <a:lnTo>
                    <a:pt x="4403" y="26065"/>
                  </a:lnTo>
                  <a:lnTo>
                    <a:pt x="4442" y="25988"/>
                  </a:lnTo>
                  <a:lnTo>
                    <a:pt x="4480" y="25988"/>
                  </a:lnTo>
                  <a:lnTo>
                    <a:pt x="4828" y="25602"/>
                  </a:lnTo>
                  <a:lnTo>
                    <a:pt x="5175" y="25215"/>
                  </a:lnTo>
                  <a:lnTo>
                    <a:pt x="5484" y="24791"/>
                  </a:lnTo>
                  <a:lnTo>
                    <a:pt x="5793" y="24366"/>
                  </a:lnTo>
                  <a:lnTo>
                    <a:pt x="6025" y="23903"/>
                  </a:lnTo>
                  <a:lnTo>
                    <a:pt x="6256" y="23439"/>
                  </a:lnTo>
                  <a:lnTo>
                    <a:pt x="6450" y="22937"/>
                  </a:lnTo>
                  <a:lnTo>
                    <a:pt x="6604" y="22435"/>
                  </a:lnTo>
                  <a:lnTo>
                    <a:pt x="6720" y="22551"/>
                  </a:lnTo>
                  <a:lnTo>
                    <a:pt x="6913" y="22590"/>
                  </a:lnTo>
                  <a:lnTo>
                    <a:pt x="6952" y="22628"/>
                  </a:lnTo>
                  <a:lnTo>
                    <a:pt x="7029" y="22590"/>
                  </a:lnTo>
                  <a:lnTo>
                    <a:pt x="7067" y="22512"/>
                  </a:lnTo>
                  <a:lnTo>
                    <a:pt x="7067" y="22474"/>
                  </a:lnTo>
                  <a:lnTo>
                    <a:pt x="7145" y="21895"/>
                  </a:lnTo>
                  <a:lnTo>
                    <a:pt x="7608" y="22010"/>
                  </a:lnTo>
                  <a:lnTo>
                    <a:pt x="7724" y="22512"/>
                  </a:lnTo>
                  <a:lnTo>
                    <a:pt x="7762" y="23014"/>
                  </a:lnTo>
                  <a:lnTo>
                    <a:pt x="7801" y="23555"/>
                  </a:lnTo>
                  <a:lnTo>
                    <a:pt x="7801" y="24057"/>
                  </a:lnTo>
                  <a:lnTo>
                    <a:pt x="7608" y="23903"/>
                  </a:lnTo>
                  <a:lnTo>
                    <a:pt x="7492" y="23671"/>
                  </a:lnTo>
                  <a:lnTo>
                    <a:pt x="7376" y="23439"/>
                  </a:lnTo>
                  <a:lnTo>
                    <a:pt x="7338" y="23169"/>
                  </a:lnTo>
                  <a:lnTo>
                    <a:pt x="7338" y="23092"/>
                  </a:lnTo>
                  <a:lnTo>
                    <a:pt x="7299" y="23053"/>
                  </a:lnTo>
                  <a:lnTo>
                    <a:pt x="7183" y="23014"/>
                  </a:lnTo>
                  <a:lnTo>
                    <a:pt x="7106" y="23014"/>
                  </a:lnTo>
                  <a:lnTo>
                    <a:pt x="7067" y="23053"/>
                  </a:lnTo>
                  <a:lnTo>
                    <a:pt x="7029" y="23092"/>
                  </a:lnTo>
                  <a:lnTo>
                    <a:pt x="6990" y="23169"/>
                  </a:lnTo>
                  <a:lnTo>
                    <a:pt x="6952" y="23787"/>
                  </a:lnTo>
                  <a:lnTo>
                    <a:pt x="6797" y="24405"/>
                  </a:lnTo>
                  <a:lnTo>
                    <a:pt x="6681" y="24675"/>
                  </a:lnTo>
                  <a:lnTo>
                    <a:pt x="6565" y="24984"/>
                  </a:lnTo>
                  <a:lnTo>
                    <a:pt x="6411" y="25254"/>
                  </a:lnTo>
                  <a:lnTo>
                    <a:pt x="6218" y="25524"/>
                  </a:lnTo>
                  <a:lnTo>
                    <a:pt x="5832" y="25988"/>
                  </a:lnTo>
                  <a:lnTo>
                    <a:pt x="5600" y="26219"/>
                  </a:lnTo>
                  <a:lnTo>
                    <a:pt x="5368" y="26451"/>
                  </a:lnTo>
                  <a:lnTo>
                    <a:pt x="5098" y="26644"/>
                  </a:lnTo>
                  <a:lnTo>
                    <a:pt x="4828" y="26799"/>
                  </a:lnTo>
                  <a:lnTo>
                    <a:pt x="4557" y="26953"/>
                  </a:lnTo>
                  <a:lnTo>
                    <a:pt x="4248" y="27030"/>
                  </a:lnTo>
                  <a:lnTo>
                    <a:pt x="4017" y="27030"/>
                  </a:lnTo>
                  <a:lnTo>
                    <a:pt x="3862" y="26992"/>
                  </a:lnTo>
                  <a:lnTo>
                    <a:pt x="3708" y="26915"/>
                  </a:lnTo>
                  <a:lnTo>
                    <a:pt x="3592" y="26760"/>
                  </a:lnTo>
                  <a:lnTo>
                    <a:pt x="3515" y="26606"/>
                  </a:lnTo>
                  <a:lnTo>
                    <a:pt x="3438" y="26413"/>
                  </a:lnTo>
                  <a:lnTo>
                    <a:pt x="3322" y="25988"/>
                  </a:lnTo>
                  <a:lnTo>
                    <a:pt x="3206" y="25293"/>
                  </a:lnTo>
                  <a:lnTo>
                    <a:pt x="3167" y="24945"/>
                  </a:lnTo>
                  <a:lnTo>
                    <a:pt x="3167" y="24598"/>
                  </a:lnTo>
                  <a:lnTo>
                    <a:pt x="3206" y="24173"/>
                  </a:lnTo>
                  <a:lnTo>
                    <a:pt x="3283" y="23787"/>
                  </a:lnTo>
                  <a:lnTo>
                    <a:pt x="3360" y="23401"/>
                  </a:lnTo>
                  <a:lnTo>
                    <a:pt x="3515" y="23014"/>
                  </a:lnTo>
                  <a:lnTo>
                    <a:pt x="3708" y="22667"/>
                  </a:lnTo>
                  <a:lnTo>
                    <a:pt x="3901" y="22319"/>
                  </a:lnTo>
                  <a:lnTo>
                    <a:pt x="4171" y="22010"/>
                  </a:lnTo>
                  <a:lnTo>
                    <a:pt x="4480" y="21702"/>
                  </a:lnTo>
                  <a:lnTo>
                    <a:pt x="4519" y="21624"/>
                  </a:lnTo>
                  <a:lnTo>
                    <a:pt x="4519" y="21547"/>
                  </a:lnTo>
                  <a:lnTo>
                    <a:pt x="4442" y="21470"/>
                  </a:lnTo>
                  <a:lnTo>
                    <a:pt x="4364" y="21431"/>
                  </a:lnTo>
                  <a:lnTo>
                    <a:pt x="3553" y="21315"/>
                  </a:lnTo>
                  <a:lnTo>
                    <a:pt x="3862" y="21045"/>
                  </a:lnTo>
                  <a:lnTo>
                    <a:pt x="4171" y="20775"/>
                  </a:lnTo>
                  <a:lnTo>
                    <a:pt x="4519" y="20582"/>
                  </a:lnTo>
                  <a:lnTo>
                    <a:pt x="4905" y="20466"/>
                  </a:lnTo>
                  <a:close/>
                  <a:moveTo>
                    <a:pt x="18845" y="0"/>
                  </a:moveTo>
                  <a:lnTo>
                    <a:pt x="18806" y="77"/>
                  </a:lnTo>
                  <a:lnTo>
                    <a:pt x="18729" y="39"/>
                  </a:lnTo>
                  <a:lnTo>
                    <a:pt x="18652" y="39"/>
                  </a:lnTo>
                  <a:lnTo>
                    <a:pt x="17455" y="618"/>
                  </a:lnTo>
                  <a:lnTo>
                    <a:pt x="16296" y="1236"/>
                  </a:lnTo>
                  <a:lnTo>
                    <a:pt x="15215" y="1931"/>
                  </a:lnTo>
                  <a:lnTo>
                    <a:pt x="14134" y="2664"/>
                  </a:lnTo>
                  <a:lnTo>
                    <a:pt x="13091" y="3475"/>
                  </a:lnTo>
                  <a:lnTo>
                    <a:pt x="12087" y="4325"/>
                  </a:lnTo>
                  <a:lnTo>
                    <a:pt x="11161" y="5213"/>
                  </a:lnTo>
                  <a:lnTo>
                    <a:pt x="10272" y="6178"/>
                  </a:lnTo>
                  <a:lnTo>
                    <a:pt x="9384" y="7144"/>
                  </a:lnTo>
                  <a:lnTo>
                    <a:pt x="8573" y="8186"/>
                  </a:lnTo>
                  <a:lnTo>
                    <a:pt x="7840" y="9268"/>
                  </a:lnTo>
                  <a:lnTo>
                    <a:pt x="7145" y="10387"/>
                  </a:lnTo>
                  <a:lnTo>
                    <a:pt x="6643" y="11276"/>
                  </a:lnTo>
                  <a:lnTo>
                    <a:pt x="6179" y="12164"/>
                  </a:lnTo>
                  <a:lnTo>
                    <a:pt x="5368" y="12241"/>
                  </a:lnTo>
                  <a:lnTo>
                    <a:pt x="4557" y="12395"/>
                  </a:lnTo>
                  <a:lnTo>
                    <a:pt x="3785" y="12627"/>
                  </a:lnTo>
                  <a:lnTo>
                    <a:pt x="3013" y="12936"/>
                  </a:lnTo>
                  <a:lnTo>
                    <a:pt x="2936" y="12975"/>
                  </a:lnTo>
                  <a:lnTo>
                    <a:pt x="2897" y="13013"/>
                  </a:lnTo>
                  <a:lnTo>
                    <a:pt x="2897" y="13168"/>
                  </a:lnTo>
                  <a:lnTo>
                    <a:pt x="2704" y="13361"/>
                  </a:lnTo>
                  <a:lnTo>
                    <a:pt x="2549" y="13592"/>
                  </a:lnTo>
                  <a:lnTo>
                    <a:pt x="2395" y="13863"/>
                  </a:lnTo>
                  <a:lnTo>
                    <a:pt x="2279" y="14133"/>
                  </a:lnTo>
                  <a:lnTo>
                    <a:pt x="2086" y="14712"/>
                  </a:lnTo>
                  <a:lnTo>
                    <a:pt x="1854" y="15214"/>
                  </a:lnTo>
                  <a:lnTo>
                    <a:pt x="1430" y="15987"/>
                  </a:lnTo>
                  <a:lnTo>
                    <a:pt x="1005" y="16759"/>
                  </a:lnTo>
                  <a:lnTo>
                    <a:pt x="541" y="17493"/>
                  </a:lnTo>
                  <a:lnTo>
                    <a:pt x="39" y="18226"/>
                  </a:lnTo>
                  <a:lnTo>
                    <a:pt x="1" y="18303"/>
                  </a:lnTo>
                  <a:lnTo>
                    <a:pt x="1" y="18381"/>
                  </a:lnTo>
                  <a:lnTo>
                    <a:pt x="39" y="18419"/>
                  </a:lnTo>
                  <a:lnTo>
                    <a:pt x="117" y="18458"/>
                  </a:lnTo>
                  <a:lnTo>
                    <a:pt x="117" y="18535"/>
                  </a:lnTo>
                  <a:lnTo>
                    <a:pt x="117" y="18612"/>
                  </a:lnTo>
                  <a:lnTo>
                    <a:pt x="155" y="18651"/>
                  </a:lnTo>
                  <a:lnTo>
                    <a:pt x="233" y="18690"/>
                  </a:lnTo>
                  <a:lnTo>
                    <a:pt x="1159" y="18612"/>
                  </a:lnTo>
                  <a:lnTo>
                    <a:pt x="2086" y="18574"/>
                  </a:lnTo>
                  <a:lnTo>
                    <a:pt x="3901" y="18381"/>
                  </a:lnTo>
                  <a:lnTo>
                    <a:pt x="3978" y="18342"/>
                  </a:lnTo>
                  <a:lnTo>
                    <a:pt x="4055" y="18265"/>
                  </a:lnTo>
                  <a:lnTo>
                    <a:pt x="4596" y="17106"/>
                  </a:lnTo>
                  <a:lnTo>
                    <a:pt x="5252" y="15987"/>
                  </a:lnTo>
                  <a:lnTo>
                    <a:pt x="5291" y="16566"/>
                  </a:lnTo>
                  <a:lnTo>
                    <a:pt x="5446" y="17106"/>
                  </a:lnTo>
                  <a:lnTo>
                    <a:pt x="5600" y="17647"/>
                  </a:lnTo>
                  <a:lnTo>
                    <a:pt x="5832" y="18188"/>
                  </a:lnTo>
                  <a:lnTo>
                    <a:pt x="5446" y="18381"/>
                  </a:lnTo>
                  <a:lnTo>
                    <a:pt x="5059" y="18651"/>
                  </a:lnTo>
                  <a:lnTo>
                    <a:pt x="4673" y="18960"/>
                  </a:lnTo>
                  <a:lnTo>
                    <a:pt x="4519" y="19153"/>
                  </a:lnTo>
                  <a:lnTo>
                    <a:pt x="4403" y="19346"/>
                  </a:lnTo>
                  <a:lnTo>
                    <a:pt x="4403" y="19423"/>
                  </a:lnTo>
                  <a:lnTo>
                    <a:pt x="4442" y="19501"/>
                  </a:lnTo>
                  <a:lnTo>
                    <a:pt x="4442" y="19539"/>
                  </a:lnTo>
                  <a:lnTo>
                    <a:pt x="4442" y="19616"/>
                  </a:lnTo>
                  <a:lnTo>
                    <a:pt x="4596" y="19964"/>
                  </a:lnTo>
                  <a:lnTo>
                    <a:pt x="4789" y="20273"/>
                  </a:lnTo>
                  <a:lnTo>
                    <a:pt x="4519" y="20311"/>
                  </a:lnTo>
                  <a:lnTo>
                    <a:pt x="4287" y="20389"/>
                  </a:lnTo>
                  <a:lnTo>
                    <a:pt x="4055" y="20504"/>
                  </a:lnTo>
                  <a:lnTo>
                    <a:pt x="3862" y="20620"/>
                  </a:lnTo>
                  <a:lnTo>
                    <a:pt x="3669" y="20775"/>
                  </a:lnTo>
                  <a:lnTo>
                    <a:pt x="3476" y="20968"/>
                  </a:lnTo>
                  <a:lnTo>
                    <a:pt x="3283" y="21161"/>
                  </a:lnTo>
                  <a:lnTo>
                    <a:pt x="3129" y="21354"/>
                  </a:lnTo>
                  <a:lnTo>
                    <a:pt x="3090" y="21431"/>
                  </a:lnTo>
                  <a:lnTo>
                    <a:pt x="3129" y="21508"/>
                  </a:lnTo>
                  <a:lnTo>
                    <a:pt x="3167" y="21586"/>
                  </a:lnTo>
                  <a:lnTo>
                    <a:pt x="3244" y="21624"/>
                  </a:lnTo>
                  <a:lnTo>
                    <a:pt x="4017" y="21702"/>
                  </a:lnTo>
                  <a:lnTo>
                    <a:pt x="3746" y="22010"/>
                  </a:lnTo>
                  <a:lnTo>
                    <a:pt x="3476" y="22358"/>
                  </a:lnTo>
                  <a:lnTo>
                    <a:pt x="3283" y="22706"/>
                  </a:lnTo>
                  <a:lnTo>
                    <a:pt x="3129" y="23092"/>
                  </a:lnTo>
                  <a:lnTo>
                    <a:pt x="3013" y="23478"/>
                  </a:lnTo>
                  <a:lnTo>
                    <a:pt x="2897" y="23864"/>
                  </a:lnTo>
                  <a:lnTo>
                    <a:pt x="2858" y="24289"/>
                  </a:lnTo>
                  <a:lnTo>
                    <a:pt x="2858" y="24714"/>
                  </a:lnTo>
                  <a:lnTo>
                    <a:pt x="2858" y="25370"/>
                  </a:lnTo>
                  <a:lnTo>
                    <a:pt x="2897" y="25795"/>
                  </a:lnTo>
                  <a:lnTo>
                    <a:pt x="2974" y="26219"/>
                  </a:lnTo>
                  <a:lnTo>
                    <a:pt x="3090" y="26644"/>
                  </a:lnTo>
                  <a:lnTo>
                    <a:pt x="3244" y="26992"/>
                  </a:lnTo>
                  <a:lnTo>
                    <a:pt x="3360" y="27146"/>
                  </a:lnTo>
                  <a:lnTo>
                    <a:pt x="3438" y="27262"/>
                  </a:lnTo>
                  <a:lnTo>
                    <a:pt x="3553" y="27378"/>
                  </a:lnTo>
                  <a:lnTo>
                    <a:pt x="3708" y="27417"/>
                  </a:lnTo>
                  <a:lnTo>
                    <a:pt x="3862" y="27455"/>
                  </a:lnTo>
                  <a:lnTo>
                    <a:pt x="4017" y="27455"/>
                  </a:lnTo>
                  <a:lnTo>
                    <a:pt x="4364" y="27417"/>
                  </a:lnTo>
                  <a:lnTo>
                    <a:pt x="4750" y="27262"/>
                  </a:lnTo>
                  <a:lnTo>
                    <a:pt x="5098" y="27069"/>
                  </a:lnTo>
                  <a:lnTo>
                    <a:pt x="5407" y="26837"/>
                  </a:lnTo>
                  <a:lnTo>
                    <a:pt x="5716" y="26567"/>
                  </a:lnTo>
                  <a:lnTo>
                    <a:pt x="6218" y="26065"/>
                  </a:lnTo>
                  <a:lnTo>
                    <a:pt x="6565" y="25602"/>
                  </a:lnTo>
                  <a:lnTo>
                    <a:pt x="6874" y="25100"/>
                  </a:lnTo>
                  <a:lnTo>
                    <a:pt x="7106" y="24559"/>
                  </a:lnTo>
                  <a:lnTo>
                    <a:pt x="7260" y="23980"/>
                  </a:lnTo>
                  <a:lnTo>
                    <a:pt x="7376" y="24134"/>
                  </a:lnTo>
                  <a:lnTo>
                    <a:pt x="7531" y="24289"/>
                  </a:lnTo>
                  <a:lnTo>
                    <a:pt x="7685" y="24405"/>
                  </a:lnTo>
                  <a:lnTo>
                    <a:pt x="7878" y="24520"/>
                  </a:lnTo>
                  <a:lnTo>
                    <a:pt x="7955" y="24559"/>
                  </a:lnTo>
                  <a:lnTo>
                    <a:pt x="8033" y="24520"/>
                  </a:lnTo>
                  <a:lnTo>
                    <a:pt x="8110" y="24482"/>
                  </a:lnTo>
                  <a:lnTo>
                    <a:pt x="8110" y="24366"/>
                  </a:lnTo>
                  <a:lnTo>
                    <a:pt x="8149" y="23787"/>
                  </a:lnTo>
                  <a:lnTo>
                    <a:pt x="8149" y="23208"/>
                  </a:lnTo>
                  <a:lnTo>
                    <a:pt x="8071" y="22628"/>
                  </a:lnTo>
                  <a:lnTo>
                    <a:pt x="7955" y="22049"/>
                  </a:lnTo>
                  <a:lnTo>
                    <a:pt x="8535" y="22049"/>
                  </a:lnTo>
                  <a:lnTo>
                    <a:pt x="8651" y="22010"/>
                  </a:lnTo>
                  <a:lnTo>
                    <a:pt x="8728" y="21972"/>
                  </a:lnTo>
                  <a:lnTo>
                    <a:pt x="8766" y="21933"/>
                  </a:lnTo>
                  <a:lnTo>
                    <a:pt x="8766" y="21895"/>
                  </a:lnTo>
                  <a:lnTo>
                    <a:pt x="8844" y="21006"/>
                  </a:lnTo>
                  <a:lnTo>
                    <a:pt x="8921" y="20543"/>
                  </a:lnTo>
                  <a:lnTo>
                    <a:pt x="8998" y="20118"/>
                  </a:lnTo>
                  <a:lnTo>
                    <a:pt x="9153" y="20118"/>
                  </a:lnTo>
                  <a:lnTo>
                    <a:pt x="9577" y="20041"/>
                  </a:lnTo>
                  <a:lnTo>
                    <a:pt x="9963" y="19964"/>
                  </a:lnTo>
                  <a:lnTo>
                    <a:pt x="10311" y="19809"/>
                  </a:lnTo>
                  <a:lnTo>
                    <a:pt x="10659" y="19655"/>
                  </a:lnTo>
                  <a:lnTo>
                    <a:pt x="10157" y="20389"/>
                  </a:lnTo>
                  <a:lnTo>
                    <a:pt x="9616" y="21161"/>
                  </a:lnTo>
                  <a:lnTo>
                    <a:pt x="9577" y="21238"/>
                  </a:lnTo>
                  <a:lnTo>
                    <a:pt x="9616" y="21354"/>
                  </a:lnTo>
                  <a:lnTo>
                    <a:pt x="9963" y="22049"/>
                  </a:lnTo>
                  <a:lnTo>
                    <a:pt x="10272" y="22783"/>
                  </a:lnTo>
                  <a:lnTo>
                    <a:pt x="10581" y="23516"/>
                  </a:lnTo>
                  <a:lnTo>
                    <a:pt x="10813" y="24250"/>
                  </a:lnTo>
                  <a:lnTo>
                    <a:pt x="10890" y="24327"/>
                  </a:lnTo>
                  <a:lnTo>
                    <a:pt x="11006" y="24405"/>
                  </a:lnTo>
                  <a:lnTo>
                    <a:pt x="11122" y="24405"/>
                  </a:lnTo>
                  <a:lnTo>
                    <a:pt x="11199" y="24289"/>
                  </a:lnTo>
                  <a:lnTo>
                    <a:pt x="13130" y="21740"/>
                  </a:lnTo>
                  <a:lnTo>
                    <a:pt x="14095" y="20389"/>
                  </a:lnTo>
                  <a:lnTo>
                    <a:pt x="14520" y="19732"/>
                  </a:lnTo>
                  <a:lnTo>
                    <a:pt x="14945" y="19037"/>
                  </a:lnTo>
                  <a:lnTo>
                    <a:pt x="14983" y="18960"/>
                  </a:lnTo>
                  <a:lnTo>
                    <a:pt x="14945" y="18883"/>
                  </a:lnTo>
                  <a:lnTo>
                    <a:pt x="14790" y="18535"/>
                  </a:lnTo>
                  <a:lnTo>
                    <a:pt x="14597" y="18149"/>
                  </a:lnTo>
                  <a:lnTo>
                    <a:pt x="14288" y="17454"/>
                  </a:lnTo>
                  <a:lnTo>
                    <a:pt x="13786" y="16180"/>
                  </a:lnTo>
                  <a:lnTo>
                    <a:pt x="14211" y="15369"/>
                  </a:lnTo>
                  <a:lnTo>
                    <a:pt x="14674" y="14558"/>
                  </a:lnTo>
                  <a:lnTo>
                    <a:pt x="15061" y="13708"/>
                  </a:lnTo>
                  <a:lnTo>
                    <a:pt x="15447" y="12897"/>
                  </a:lnTo>
                  <a:lnTo>
                    <a:pt x="16065" y="11391"/>
                  </a:lnTo>
                  <a:lnTo>
                    <a:pt x="16644" y="9885"/>
                  </a:lnTo>
                  <a:lnTo>
                    <a:pt x="17146" y="8341"/>
                  </a:lnTo>
                  <a:lnTo>
                    <a:pt x="17609" y="6796"/>
                  </a:lnTo>
                  <a:lnTo>
                    <a:pt x="17995" y="5213"/>
                  </a:lnTo>
                  <a:lnTo>
                    <a:pt x="18382" y="3630"/>
                  </a:lnTo>
                  <a:lnTo>
                    <a:pt x="18729" y="2047"/>
                  </a:lnTo>
                  <a:lnTo>
                    <a:pt x="19038" y="463"/>
                  </a:lnTo>
                  <a:lnTo>
                    <a:pt x="19038" y="386"/>
                  </a:lnTo>
                  <a:lnTo>
                    <a:pt x="18999" y="309"/>
                  </a:lnTo>
                  <a:lnTo>
                    <a:pt x="18999" y="232"/>
                  </a:lnTo>
                  <a:lnTo>
                    <a:pt x="18999" y="77"/>
                  </a:lnTo>
                  <a:lnTo>
                    <a:pt x="18961" y="39"/>
                  </a:lnTo>
                  <a:lnTo>
                    <a:pt x="1888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4" name="Google Shape;5474;p22"/>
            <p:cNvSpPr/>
            <p:nvPr/>
          </p:nvSpPr>
          <p:spPr>
            <a:xfrm>
              <a:off x="5947325" y="1038225"/>
              <a:ext cx="458575" cy="289650"/>
            </a:xfrm>
            <a:custGeom>
              <a:avLst/>
              <a:gdLst/>
              <a:ahLst/>
              <a:cxnLst/>
              <a:rect l="l" t="t" r="r" b="b"/>
              <a:pathLst>
                <a:path w="18343" h="11586" extrusionOk="0">
                  <a:moveTo>
                    <a:pt x="17068" y="387"/>
                  </a:moveTo>
                  <a:lnTo>
                    <a:pt x="17145" y="426"/>
                  </a:lnTo>
                  <a:lnTo>
                    <a:pt x="17223" y="503"/>
                  </a:lnTo>
                  <a:lnTo>
                    <a:pt x="17300" y="735"/>
                  </a:lnTo>
                  <a:lnTo>
                    <a:pt x="17377" y="928"/>
                  </a:lnTo>
                  <a:lnTo>
                    <a:pt x="17377" y="1121"/>
                  </a:lnTo>
                  <a:lnTo>
                    <a:pt x="17338" y="1314"/>
                  </a:lnTo>
                  <a:lnTo>
                    <a:pt x="17223" y="1546"/>
                  </a:lnTo>
                  <a:lnTo>
                    <a:pt x="16952" y="1893"/>
                  </a:lnTo>
                  <a:lnTo>
                    <a:pt x="16721" y="2125"/>
                  </a:lnTo>
                  <a:lnTo>
                    <a:pt x="16450" y="2356"/>
                  </a:lnTo>
                  <a:lnTo>
                    <a:pt x="16180" y="2550"/>
                  </a:lnTo>
                  <a:lnTo>
                    <a:pt x="15871" y="2665"/>
                  </a:lnTo>
                  <a:lnTo>
                    <a:pt x="15871" y="2086"/>
                  </a:lnTo>
                  <a:lnTo>
                    <a:pt x="15910" y="1777"/>
                  </a:lnTo>
                  <a:lnTo>
                    <a:pt x="15948" y="1468"/>
                  </a:lnTo>
                  <a:lnTo>
                    <a:pt x="16025" y="1198"/>
                  </a:lnTo>
                  <a:lnTo>
                    <a:pt x="16180" y="928"/>
                  </a:lnTo>
                  <a:lnTo>
                    <a:pt x="16334" y="696"/>
                  </a:lnTo>
                  <a:lnTo>
                    <a:pt x="16605" y="503"/>
                  </a:lnTo>
                  <a:lnTo>
                    <a:pt x="16836" y="426"/>
                  </a:lnTo>
                  <a:lnTo>
                    <a:pt x="16991" y="387"/>
                  </a:lnTo>
                  <a:close/>
                  <a:moveTo>
                    <a:pt x="14597" y="2974"/>
                  </a:moveTo>
                  <a:lnTo>
                    <a:pt x="14867" y="3013"/>
                  </a:lnTo>
                  <a:lnTo>
                    <a:pt x="15137" y="3090"/>
                  </a:lnTo>
                  <a:lnTo>
                    <a:pt x="15099" y="3206"/>
                  </a:lnTo>
                  <a:lnTo>
                    <a:pt x="14713" y="3515"/>
                  </a:lnTo>
                  <a:lnTo>
                    <a:pt x="14288" y="3747"/>
                  </a:lnTo>
                  <a:lnTo>
                    <a:pt x="14056" y="3862"/>
                  </a:lnTo>
                  <a:lnTo>
                    <a:pt x="13786" y="3940"/>
                  </a:lnTo>
                  <a:lnTo>
                    <a:pt x="13477" y="4017"/>
                  </a:lnTo>
                  <a:lnTo>
                    <a:pt x="13052" y="4017"/>
                  </a:lnTo>
                  <a:lnTo>
                    <a:pt x="12975" y="3940"/>
                  </a:lnTo>
                  <a:lnTo>
                    <a:pt x="12975" y="3862"/>
                  </a:lnTo>
                  <a:lnTo>
                    <a:pt x="12975" y="3708"/>
                  </a:lnTo>
                  <a:lnTo>
                    <a:pt x="13014" y="3476"/>
                  </a:lnTo>
                  <a:lnTo>
                    <a:pt x="13052" y="3360"/>
                  </a:lnTo>
                  <a:lnTo>
                    <a:pt x="13207" y="3245"/>
                  </a:lnTo>
                  <a:lnTo>
                    <a:pt x="13400" y="3167"/>
                  </a:lnTo>
                  <a:lnTo>
                    <a:pt x="13709" y="3052"/>
                  </a:lnTo>
                  <a:lnTo>
                    <a:pt x="14018" y="3013"/>
                  </a:lnTo>
                  <a:lnTo>
                    <a:pt x="14326" y="2974"/>
                  </a:lnTo>
                  <a:close/>
                  <a:moveTo>
                    <a:pt x="15678" y="3283"/>
                  </a:moveTo>
                  <a:lnTo>
                    <a:pt x="16334" y="3476"/>
                  </a:lnTo>
                  <a:lnTo>
                    <a:pt x="16643" y="3554"/>
                  </a:lnTo>
                  <a:lnTo>
                    <a:pt x="16991" y="3669"/>
                  </a:lnTo>
                  <a:lnTo>
                    <a:pt x="17261" y="3824"/>
                  </a:lnTo>
                  <a:lnTo>
                    <a:pt x="17531" y="4017"/>
                  </a:lnTo>
                  <a:lnTo>
                    <a:pt x="17725" y="4287"/>
                  </a:lnTo>
                  <a:lnTo>
                    <a:pt x="17802" y="4403"/>
                  </a:lnTo>
                  <a:lnTo>
                    <a:pt x="17879" y="4596"/>
                  </a:lnTo>
                  <a:lnTo>
                    <a:pt x="17918" y="4789"/>
                  </a:lnTo>
                  <a:lnTo>
                    <a:pt x="17879" y="4944"/>
                  </a:lnTo>
                  <a:lnTo>
                    <a:pt x="17802" y="5059"/>
                  </a:lnTo>
                  <a:lnTo>
                    <a:pt x="17647" y="5137"/>
                  </a:lnTo>
                  <a:lnTo>
                    <a:pt x="17493" y="5175"/>
                  </a:lnTo>
                  <a:lnTo>
                    <a:pt x="17338" y="5175"/>
                  </a:lnTo>
                  <a:lnTo>
                    <a:pt x="17145" y="5137"/>
                  </a:lnTo>
                  <a:lnTo>
                    <a:pt x="16991" y="5059"/>
                  </a:lnTo>
                  <a:lnTo>
                    <a:pt x="16643" y="4789"/>
                  </a:lnTo>
                  <a:lnTo>
                    <a:pt x="16373" y="4480"/>
                  </a:lnTo>
                  <a:lnTo>
                    <a:pt x="16180" y="4210"/>
                  </a:lnTo>
                  <a:lnTo>
                    <a:pt x="15987" y="3901"/>
                  </a:lnTo>
                  <a:lnTo>
                    <a:pt x="15832" y="3592"/>
                  </a:lnTo>
                  <a:lnTo>
                    <a:pt x="15678" y="3283"/>
                  </a:lnTo>
                  <a:close/>
                  <a:moveTo>
                    <a:pt x="4634" y="542"/>
                  </a:moveTo>
                  <a:lnTo>
                    <a:pt x="5252" y="580"/>
                  </a:lnTo>
                  <a:lnTo>
                    <a:pt x="5831" y="696"/>
                  </a:lnTo>
                  <a:lnTo>
                    <a:pt x="6410" y="850"/>
                  </a:lnTo>
                  <a:lnTo>
                    <a:pt x="6990" y="1121"/>
                  </a:lnTo>
                  <a:lnTo>
                    <a:pt x="7492" y="1430"/>
                  </a:lnTo>
                  <a:lnTo>
                    <a:pt x="7916" y="1739"/>
                  </a:lnTo>
                  <a:lnTo>
                    <a:pt x="8303" y="2086"/>
                  </a:lnTo>
                  <a:lnTo>
                    <a:pt x="8650" y="2472"/>
                  </a:lnTo>
                  <a:lnTo>
                    <a:pt x="8959" y="2858"/>
                  </a:lnTo>
                  <a:lnTo>
                    <a:pt x="9538" y="3669"/>
                  </a:lnTo>
                  <a:lnTo>
                    <a:pt x="10156" y="4480"/>
                  </a:lnTo>
                  <a:lnTo>
                    <a:pt x="10388" y="4828"/>
                  </a:lnTo>
                  <a:lnTo>
                    <a:pt x="10697" y="5137"/>
                  </a:lnTo>
                  <a:lnTo>
                    <a:pt x="11006" y="5446"/>
                  </a:lnTo>
                  <a:lnTo>
                    <a:pt x="11353" y="5677"/>
                  </a:lnTo>
                  <a:lnTo>
                    <a:pt x="11701" y="5870"/>
                  </a:lnTo>
                  <a:lnTo>
                    <a:pt x="12125" y="5986"/>
                  </a:lnTo>
                  <a:lnTo>
                    <a:pt x="12512" y="6025"/>
                  </a:lnTo>
                  <a:lnTo>
                    <a:pt x="12975" y="5986"/>
                  </a:lnTo>
                  <a:lnTo>
                    <a:pt x="13322" y="5870"/>
                  </a:lnTo>
                  <a:lnTo>
                    <a:pt x="13631" y="5755"/>
                  </a:lnTo>
                  <a:lnTo>
                    <a:pt x="13902" y="5600"/>
                  </a:lnTo>
                  <a:lnTo>
                    <a:pt x="14172" y="5407"/>
                  </a:lnTo>
                  <a:lnTo>
                    <a:pt x="14404" y="5214"/>
                  </a:lnTo>
                  <a:lnTo>
                    <a:pt x="14597" y="4982"/>
                  </a:lnTo>
                  <a:lnTo>
                    <a:pt x="14828" y="4712"/>
                  </a:lnTo>
                  <a:lnTo>
                    <a:pt x="14983" y="4442"/>
                  </a:lnTo>
                  <a:lnTo>
                    <a:pt x="14751" y="5253"/>
                  </a:lnTo>
                  <a:lnTo>
                    <a:pt x="14442" y="5986"/>
                  </a:lnTo>
                  <a:lnTo>
                    <a:pt x="14056" y="6720"/>
                  </a:lnTo>
                  <a:lnTo>
                    <a:pt x="13593" y="7415"/>
                  </a:lnTo>
                  <a:lnTo>
                    <a:pt x="13091" y="8071"/>
                  </a:lnTo>
                  <a:lnTo>
                    <a:pt x="12512" y="8651"/>
                  </a:lnTo>
                  <a:lnTo>
                    <a:pt x="11894" y="9191"/>
                  </a:lnTo>
                  <a:lnTo>
                    <a:pt x="11199" y="9693"/>
                  </a:lnTo>
                  <a:lnTo>
                    <a:pt x="10697" y="10002"/>
                  </a:lnTo>
                  <a:lnTo>
                    <a:pt x="10156" y="10272"/>
                  </a:lnTo>
                  <a:lnTo>
                    <a:pt x="9615" y="10466"/>
                  </a:lnTo>
                  <a:lnTo>
                    <a:pt x="9075" y="10659"/>
                  </a:lnTo>
                  <a:lnTo>
                    <a:pt x="8496" y="10774"/>
                  </a:lnTo>
                  <a:lnTo>
                    <a:pt x="7955" y="10890"/>
                  </a:lnTo>
                  <a:lnTo>
                    <a:pt x="7376" y="10929"/>
                  </a:lnTo>
                  <a:lnTo>
                    <a:pt x="6835" y="10929"/>
                  </a:lnTo>
                  <a:lnTo>
                    <a:pt x="6256" y="10890"/>
                  </a:lnTo>
                  <a:lnTo>
                    <a:pt x="5715" y="10774"/>
                  </a:lnTo>
                  <a:lnTo>
                    <a:pt x="5175" y="10620"/>
                  </a:lnTo>
                  <a:lnTo>
                    <a:pt x="4634" y="10466"/>
                  </a:lnTo>
                  <a:lnTo>
                    <a:pt x="4132" y="10195"/>
                  </a:lnTo>
                  <a:lnTo>
                    <a:pt x="3630" y="9925"/>
                  </a:lnTo>
                  <a:lnTo>
                    <a:pt x="3128" y="9577"/>
                  </a:lnTo>
                  <a:lnTo>
                    <a:pt x="2665" y="9191"/>
                  </a:lnTo>
                  <a:lnTo>
                    <a:pt x="2201" y="8767"/>
                  </a:lnTo>
                  <a:lnTo>
                    <a:pt x="1777" y="8303"/>
                  </a:lnTo>
                  <a:lnTo>
                    <a:pt x="1429" y="7801"/>
                  </a:lnTo>
                  <a:lnTo>
                    <a:pt x="1082" y="7261"/>
                  </a:lnTo>
                  <a:lnTo>
                    <a:pt x="811" y="6720"/>
                  </a:lnTo>
                  <a:lnTo>
                    <a:pt x="618" y="6141"/>
                  </a:lnTo>
                  <a:lnTo>
                    <a:pt x="464" y="5523"/>
                  </a:lnTo>
                  <a:lnTo>
                    <a:pt x="425" y="4905"/>
                  </a:lnTo>
                  <a:lnTo>
                    <a:pt x="464" y="4287"/>
                  </a:lnTo>
                  <a:lnTo>
                    <a:pt x="618" y="3708"/>
                  </a:lnTo>
                  <a:lnTo>
                    <a:pt x="811" y="3129"/>
                  </a:lnTo>
                  <a:lnTo>
                    <a:pt x="1120" y="2588"/>
                  </a:lnTo>
                  <a:lnTo>
                    <a:pt x="1468" y="2086"/>
                  </a:lnTo>
                  <a:lnTo>
                    <a:pt x="1892" y="1661"/>
                  </a:lnTo>
                  <a:lnTo>
                    <a:pt x="2356" y="1275"/>
                  </a:lnTo>
                  <a:lnTo>
                    <a:pt x="2896" y="1005"/>
                  </a:lnTo>
                  <a:lnTo>
                    <a:pt x="3476" y="773"/>
                  </a:lnTo>
                  <a:lnTo>
                    <a:pt x="4055" y="619"/>
                  </a:lnTo>
                  <a:lnTo>
                    <a:pt x="4634" y="542"/>
                  </a:lnTo>
                  <a:close/>
                  <a:moveTo>
                    <a:pt x="16875" y="1"/>
                  </a:moveTo>
                  <a:lnTo>
                    <a:pt x="16682" y="40"/>
                  </a:lnTo>
                  <a:lnTo>
                    <a:pt x="16450" y="155"/>
                  </a:lnTo>
                  <a:lnTo>
                    <a:pt x="16257" y="271"/>
                  </a:lnTo>
                  <a:lnTo>
                    <a:pt x="16103" y="426"/>
                  </a:lnTo>
                  <a:lnTo>
                    <a:pt x="15948" y="580"/>
                  </a:lnTo>
                  <a:lnTo>
                    <a:pt x="15832" y="773"/>
                  </a:lnTo>
                  <a:lnTo>
                    <a:pt x="15717" y="1005"/>
                  </a:lnTo>
                  <a:lnTo>
                    <a:pt x="15601" y="1237"/>
                  </a:lnTo>
                  <a:lnTo>
                    <a:pt x="15485" y="1739"/>
                  </a:lnTo>
                  <a:lnTo>
                    <a:pt x="15446" y="2279"/>
                  </a:lnTo>
                  <a:lnTo>
                    <a:pt x="15485" y="2820"/>
                  </a:lnTo>
                  <a:lnTo>
                    <a:pt x="15369" y="2820"/>
                  </a:lnTo>
                  <a:lnTo>
                    <a:pt x="15330" y="2858"/>
                  </a:lnTo>
                  <a:lnTo>
                    <a:pt x="14906" y="2743"/>
                  </a:lnTo>
                  <a:lnTo>
                    <a:pt x="14442" y="2665"/>
                  </a:lnTo>
                  <a:lnTo>
                    <a:pt x="13979" y="2665"/>
                  </a:lnTo>
                  <a:lnTo>
                    <a:pt x="13516" y="2743"/>
                  </a:lnTo>
                  <a:lnTo>
                    <a:pt x="13168" y="2858"/>
                  </a:lnTo>
                  <a:lnTo>
                    <a:pt x="12975" y="2974"/>
                  </a:lnTo>
                  <a:lnTo>
                    <a:pt x="12782" y="3090"/>
                  </a:lnTo>
                  <a:lnTo>
                    <a:pt x="12627" y="3206"/>
                  </a:lnTo>
                  <a:lnTo>
                    <a:pt x="12512" y="3360"/>
                  </a:lnTo>
                  <a:lnTo>
                    <a:pt x="12396" y="3554"/>
                  </a:lnTo>
                  <a:lnTo>
                    <a:pt x="12396" y="3747"/>
                  </a:lnTo>
                  <a:lnTo>
                    <a:pt x="12396" y="3940"/>
                  </a:lnTo>
                  <a:lnTo>
                    <a:pt x="12473" y="4094"/>
                  </a:lnTo>
                  <a:lnTo>
                    <a:pt x="12627" y="4210"/>
                  </a:lnTo>
                  <a:lnTo>
                    <a:pt x="12782" y="4287"/>
                  </a:lnTo>
                  <a:lnTo>
                    <a:pt x="12975" y="4364"/>
                  </a:lnTo>
                  <a:lnTo>
                    <a:pt x="13168" y="4403"/>
                  </a:lnTo>
                  <a:lnTo>
                    <a:pt x="13516" y="4364"/>
                  </a:lnTo>
                  <a:lnTo>
                    <a:pt x="13863" y="4326"/>
                  </a:lnTo>
                  <a:lnTo>
                    <a:pt x="14211" y="4210"/>
                  </a:lnTo>
                  <a:lnTo>
                    <a:pt x="14520" y="4017"/>
                  </a:lnTo>
                  <a:lnTo>
                    <a:pt x="14828" y="3824"/>
                  </a:lnTo>
                  <a:lnTo>
                    <a:pt x="14597" y="4287"/>
                  </a:lnTo>
                  <a:lnTo>
                    <a:pt x="14288" y="4673"/>
                  </a:lnTo>
                  <a:lnTo>
                    <a:pt x="14133" y="4866"/>
                  </a:lnTo>
                  <a:lnTo>
                    <a:pt x="13940" y="5021"/>
                  </a:lnTo>
                  <a:lnTo>
                    <a:pt x="13709" y="5175"/>
                  </a:lnTo>
                  <a:lnTo>
                    <a:pt x="13516" y="5291"/>
                  </a:lnTo>
                  <a:lnTo>
                    <a:pt x="13129" y="5446"/>
                  </a:lnTo>
                  <a:lnTo>
                    <a:pt x="12743" y="5523"/>
                  </a:lnTo>
                  <a:lnTo>
                    <a:pt x="12396" y="5523"/>
                  </a:lnTo>
                  <a:lnTo>
                    <a:pt x="12048" y="5446"/>
                  </a:lnTo>
                  <a:lnTo>
                    <a:pt x="11739" y="5330"/>
                  </a:lnTo>
                  <a:lnTo>
                    <a:pt x="11430" y="5137"/>
                  </a:lnTo>
                  <a:lnTo>
                    <a:pt x="11121" y="4905"/>
                  </a:lnTo>
                  <a:lnTo>
                    <a:pt x="10851" y="4635"/>
                  </a:lnTo>
                  <a:lnTo>
                    <a:pt x="10542" y="4210"/>
                  </a:lnTo>
                  <a:lnTo>
                    <a:pt x="10195" y="3785"/>
                  </a:lnTo>
                  <a:lnTo>
                    <a:pt x="9615" y="2936"/>
                  </a:lnTo>
                  <a:lnTo>
                    <a:pt x="9307" y="2511"/>
                  </a:lnTo>
                  <a:lnTo>
                    <a:pt x="8959" y="2086"/>
                  </a:lnTo>
                  <a:lnTo>
                    <a:pt x="8573" y="1700"/>
                  </a:lnTo>
                  <a:lnTo>
                    <a:pt x="8187" y="1352"/>
                  </a:lnTo>
                  <a:lnTo>
                    <a:pt x="7646" y="966"/>
                  </a:lnTo>
                  <a:lnTo>
                    <a:pt x="7105" y="657"/>
                  </a:lnTo>
                  <a:lnTo>
                    <a:pt x="6526" y="426"/>
                  </a:lnTo>
                  <a:lnTo>
                    <a:pt x="5947" y="271"/>
                  </a:lnTo>
                  <a:lnTo>
                    <a:pt x="5329" y="155"/>
                  </a:lnTo>
                  <a:lnTo>
                    <a:pt x="4750" y="117"/>
                  </a:lnTo>
                  <a:lnTo>
                    <a:pt x="4132" y="155"/>
                  </a:lnTo>
                  <a:lnTo>
                    <a:pt x="3553" y="271"/>
                  </a:lnTo>
                  <a:lnTo>
                    <a:pt x="3283" y="348"/>
                  </a:lnTo>
                  <a:lnTo>
                    <a:pt x="2935" y="464"/>
                  </a:lnTo>
                  <a:lnTo>
                    <a:pt x="2588" y="619"/>
                  </a:lnTo>
                  <a:lnTo>
                    <a:pt x="2279" y="812"/>
                  </a:lnTo>
                  <a:lnTo>
                    <a:pt x="1931" y="1005"/>
                  </a:lnTo>
                  <a:lnTo>
                    <a:pt x="1661" y="1275"/>
                  </a:lnTo>
                  <a:lnTo>
                    <a:pt x="1352" y="1546"/>
                  </a:lnTo>
                  <a:lnTo>
                    <a:pt x="1082" y="1854"/>
                  </a:lnTo>
                  <a:lnTo>
                    <a:pt x="850" y="2163"/>
                  </a:lnTo>
                  <a:lnTo>
                    <a:pt x="541" y="2665"/>
                  </a:lnTo>
                  <a:lnTo>
                    <a:pt x="309" y="3167"/>
                  </a:lnTo>
                  <a:lnTo>
                    <a:pt x="155" y="3669"/>
                  </a:lnTo>
                  <a:lnTo>
                    <a:pt x="78" y="4171"/>
                  </a:lnTo>
                  <a:lnTo>
                    <a:pt x="0" y="4712"/>
                  </a:lnTo>
                  <a:lnTo>
                    <a:pt x="39" y="5214"/>
                  </a:lnTo>
                  <a:lnTo>
                    <a:pt x="78" y="5716"/>
                  </a:lnTo>
                  <a:lnTo>
                    <a:pt x="193" y="6218"/>
                  </a:lnTo>
                  <a:lnTo>
                    <a:pt x="386" y="6720"/>
                  </a:lnTo>
                  <a:lnTo>
                    <a:pt x="580" y="7222"/>
                  </a:lnTo>
                  <a:lnTo>
                    <a:pt x="811" y="7685"/>
                  </a:lnTo>
                  <a:lnTo>
                    <a:pt x="1082" y="8110"/>
                  </a:lnTo>
                  <a:lnTo>
                    <a:pt x="1429" y="8573"/>
                  </a:lnTo>
                  <a:lnTo>
                    <a:pt x="1777" y="8960"/>
                  </a:lnTo>
                  <a:lnTo>
                    <a:pt x="2124" y="9384"/>
                  </a:lnTo>
                  <a:lnTo>
                    <a:pt x="2549" y="9732"/>
                  </a:lnTo>
                  <a:lnTo>
                    <a:pt x="3090" y="10157"/>
                  </a:lnTo>
                  <a:lnTo>
                    <a:pt x="3630" y="10504"/>
                  </a:lnTo>
                  <a:lnTo>
                    <a:pt x="4209" y="10774"/>
                  </a:lnTo>
                  <a:lnTo>
                    <a:pt x="4789" y="11045"/>
                  </a:lnTo>
                  <a:lnTo>
                    <a:pt x="5406" y="11199"/>
                  </a:lnTo>
                  <a:lnTo>
                    <a:pt x="6024" y="11354"/>
                  </a:lnTo>
                  <a:lnTo>
                    <a:pt x="6642" y="11392"/>
                  </a:lnTo>
                  <a:lnTo>
                    <a:pt x="7260" y="11431"/>
                  </a:lnTo>
                  <a:lnTo>
                    <a:pt x="7337" y="11585"/>
                  </a:lnTo>
                  <a:lnTo>
                    <a:pt x="7646" y="11392"/>
                  </a:lnTo>
                  <a:lnTo>
                    <a:pt x="8457" y="11315"/>
                  </a:lnTo>
                  <a:lnTo>
                    <a:pt x="9268" y="11122"/>
                  </a:lnTo>
                  <a:lnTo>
                    <a:pt x="10079" y="10813"/>
                  </a:lnTo>
                  <a:lnTo>
                    <a:pt x="10851" y="10466"/>
                  </a:lnTo>
                  <a:lnTo>
                    <a:pt x="11546" y="10041"/>
                  </a:lnTo>
                  <a:lnTo>
                    <a:pt x="12164" y="9577"/>
                  </a:lnTo>
                  <a:lnTo>
                    <a:pt x="12434" y="9384"/>
                  </a:lnTo>
                  <a:lnTo>
                    <a:pt x="13052" y="8805"/>
                  </a:lnTo>
                  <a:lnTo>
                    <a:pt x="13631" y="8187"/>
                  </a:lnTo>
                  <a:lnTo>
                    <a:pt x="14133" y="7492"/>
                  </a:lnTo>
                  <a:lnTo>
                    <a:pt x="14597" y="6797"/>
                  </a:lnTo>
                  <a:lnTo>
                    <a:pt x="14944" y="6025"/>
                  </a:lnTo>
                  <a:lnTo>
                    <a:pt x="15099" y="5639"/>
                  </a:lnTo>
                  <a:lnTo>
                    <a:pt x="15253" y="5214"/>
                  </a:lnTo>
                  <a:lnTo>
                    <a:pt x="15330" y="4828"/>
                  </a:lnTo>
                  <a:lnTo>
                    <a:pt x="15408" y="4403"/>
                  </a:lnTo>
                  <a:lnTo>
                    <a:pt x="15485" y="4017"/>
                  </a:lnTo>
                  <a:lnTo>
                    <a:pt x="15485" y="3592"/>
                  </a:lnTo>
                  <a:lnTo>
                    <a:pt x="15678" y="4056"/>
                  </a:lnTo>
                  <a:lnTo>
                    <a:pt x="15948" y="4480"/>
                  </a:lnTo>
                  <a:lnTo>
                    <a:pt x="16257" y="4866"/>
                  </a:lnTo>
                  <a:lnTo>
                    <a:pt x="16605" y="5214"/>
                  </a:lnTo>
                  <a:lnTo>
                    <a:pt x="16759" y="5368"/>
                  </a:lnTo>
                  <a:lnTo>
                    <a:pt x="16991" y="5484"/>
                  </a:lnTo>
                  <a:lnTo>
                    <a:pt x="17184" y="5561"/>
                  </a:lnTo>
                  <a:lnTo>
                    <a:pt x="17416" y="5639"/>
                  </a:lnTo>
                  <a:lnTo>
                    <a:pt x="17609" y="5677"/>
                  </a:lnTo>
                  <a:lnTo>
                    <a:pt x="17840" y="5639"/>
                  </a:lnTo>
                  <a:lnTo>
                    <a:pt x="18033" y="5523"/>
                  </a:lnTo>
                  <a:lnTo>
                    <a:pt x="18188" y="5330"/>
                  </a:lnTo>
                  <a:lnTo>
                    <a:pt x="18304" y="5137"/>
                  </a:lnTo>
                  <a:lnTo>
                    <a:pt x="18342" y="4944"/>
                  </a:lnTo>
                  <a:lnTo>
                    <a:pt x="18304" y="4712"/>
                  </a:lnTo>
                  <a:lnTo>
                    <a:pt x="18265" y="4519"/>
                  </a:lnTo>
                  <a:lnTo>
                    <a:pt x="18188" y="4287"/>
                  </a:lnTo>
                  <a:lnTo>
                    <a:pt x="18072" y="4133"/>
                  </a:lnTo>
                  <a:lnTo>
                    <a:pt x="17956" y="3940"/>
                  </a:lnTo>
                  <a:lnTo>
                    <a:pt x="17802" y="3785"/>
                  </a:lnTo>
                  <a:lnTo>
                    <a:pt x="17647" y="3631"/>
                  </a:lnTo>
                  <a:lnTo>
                    <a:pt x="17416" y="3476"/>
                  </a:lnTo>
                  <a:lnTo>
                    <a:pt x="16952" y="3245"/>
                  </a:lnTo>
                  <a:lnTo>
                    <a:pt x="16489" y="3052"/>
                  </a:lnTo>
                  <a:lnTo>
                    <a:pt x="15987" y="2936"/>
                  </a:lnTo>
                  <a:lnTo>
                    <a:pt x="16412" y="2781"/>
                  </a:lnTo>
                  <a:lnTo>
                    <a:pt x="16836" y="2511"/>
                  </a:lnTo>
                  <a:lnTo>
                    <a:pt x="17184" y="2202"/>
                  </a:lnTo>
                  <a:lnTo>
                    <a:pt x="17493" y="1816"/>
                  </a:lnTo>
                  <a:lnTo>
                    <a:pt x="17609" y="1584"/>
                  </a:lnTo>
                  <a:lnTo>
                    <a:pt x="17725" y="1352"/>
                  </a:lnTo>
                  <a:lnTo>
                    <a:pt x="17763" y="1082"/>
                  </a:lnTo>
                  <a:lnTo>
                    <a:pt x="17802" y="850"/>
                  </a:lnTo>
                  <a:lnTo>
                    <a:pt x="17802" y="580"/>
                  </a:lnTo>
                  <a:lnTo>
                    <a:pt x="17725" y="387"/>
                  </a:lnTo>
                  <a:lnTo>
                    <a:pt x="17570" y="194"/>
                  </a:lnTo>
                  <a:lnTo>
                    <a:pt x="17454" y="117"/>
                  </a:lnTo>
                  <a:lnTo>
                    <a:pt x="17338" y="40"/>
                  </a:lnTo>
                  <a:lnTo>
                    <a:pt x="171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5" name="Google Shape;5475;p22"/>
            <p:cNvSpPr/>
            <p:nvPr/>
          </p:nvSpPr>
          <p:spPr>
            <a:xfrm>
              <a:off x="5978200" y="1074925"/>
              <a:ext cx="144850" cy="162200"/>
            </a:xfrm>
            <a:custGeom>
              <a:avLst/>
              <a:gdLst/>
              <a:ahLst/>
              <a:cxnLst/>
              <a:rect l="l" t="t" r="r" b="b"/>
              <a:pathLst>
                <a:path w="5794" h="6488" extrusionOk="0">
                  <a:moveTo>
                    <a:pt x="2241" y="425"/>
                  </a:moveTo>
                  <a:lnTo>
                    <a:pt x="2781" y="464"/>
                  </a:lnTo>
                  <a:lnTo>
                    <a:pt x="3283" y="580"/>
                  </a:lnTo>
                  <a:lnTo>
                    <a:pt x="3747" y="734"/>
                  </a:lnTo>
                  <a:lnTo>
                    <a:pt x="4171" y="1004"/>
                  </a:lnTo>
                  <a:lnTo>
                    <a:pt x="4558" y="1313"/>
                  </a:lnTo>
                  <a:lnTo>
                    <a:pt x="4751" y="1506"/>
                  </a:lnTo>
                  <a:lnTo>
                    <a:pt x="4905" y="1738"/>
                  </a:lnTo>
                  <a:lnTo>
                    <a:pt x="5021" y="1931"/>
                  </a:lnTo>
                  <a:lnTo>
                    <a:pt x="5137" y="2163"/>
                  </a:lnTo>
                  <a:lnTo>
                    <a:pt x="5214" y="2433"/>
                  </a:lnTo>
                  <a:lnTo>
                    <a:pt x="5291" y="2703"/>
                  </a:lnTo>
                  <a:lnTo>
                    <a:pt x="5330" y="3167"/>
                  </a:lnTo>
                  <a:lnTo>
                    <a:pt x="5330" y="3630"/>
                  </a:lnTo>
                  <a:lnTo>
                    <a:pt x="5214" y="4132"/>
                  </a:lnTo>
                  <a:lnTo>
                    <a:pt x="5021" y="4557"/>
                  </a:lnTo>
                  <a:lnTo>
                    <a:pt x="4789" y="4982"/>
                  </a:lnTo>
                  <a:lnTo>
                    <a:pt x="4480" y="5329"/>
                  </a:lnTo>
                  <a:lnTo>
                    <a:pt x="4287" y="5484"/>
                  </a:lnTo>
                  <a:lnTo>
                    <a:pt x="4094" y="5638"/>
                  </a:lnTo>
                  <a:lnTo>
                    <a:pt x="3901" y="5754"/>
                  </a:lnTo>
                  <a:lnTo>
                    <a:pt x="3669" y="5831"/>
                  </a:lnTo>
                  <a:lnTo>
                    <a:pt x="3360" y="5947"/>
                  </a:lnTo>
                  <a:lnTo>
                    <a:pt x="3090" y="5986"/>
                  </a:lnTo>
                  <a:lnTo>
                    <a:pt x="2820" y="6024"/>
                  </a:lnTo>
                  <a:lnTo>
                    <a:pt x="2550" y="5986"/>
                  </a:lnTo>
                  <a:lnTo>
                    <a:pt x="2279" y="5947"/>
                  </a:lnTo>
                  <a:lnTo>
                    <a:pt x="2048" y="5870"/>
                  </a:lnTo>
                  <a:lnTo>
                    <a:pt x="1855" y="5754"/>
                  </a:lnTo>
                  <a:lnTo>
                    <a:pt x="1623" y="5638"/>
                  </a:lnTo>
                  <a:lnTo>
                    <a:pt x="1430" y="5484"/>
                  </a:lnTo>
                  <a:lnTo>
                    <a:pt x="1275" y="5291"/>
                  </a:lnTo>
                  <a:lnTo>
                    <a:pt x="1082" y="5097"/>
                  </a:lnTo>
                  <a:lnTo>
                    <a:pt x="966" y="4904"/>
                  </a:lnTo>
                  <a:lnTo>
                    <a:pt x="696" y="4441"/>
                  </a:lnTo>
                  <a:lnTo>
                    <a:pt x="542" y="3900"/>
                  </a:lnTo>
                  <a:lnTo>
                    <a:pt x="426" y="3398"/>
                  </a:lnTo>
                  <a:lnTo>
                    <a:pt x="426" y="2858"/>
                  </a:lnTo>
                  <a:lnTo>
                    <a:pt x="503" y="2317"/>
                  </a:lnTo>
                  <a:lnTo>
                    <a:pt x="542" y="2047"/>
                  </a:lnTo>
                  <a:lnTo>
                    <a:pt x="657" y="1815"/>
                  </a:lnTo>
                  <a:lnTo>
                    <a:pt x="735" y="1584"/>
                  </a:lnTo>
                  <a:lnTo>
                    <a:pt x="889" y="1352"/>
                  </a:lnTo>
                  <a:lnTo>
                    <a:pt x="1044" y="1159"/>
                  </a:lnTo>
                  <a:lnTo>
                    <a:pt x="1237" y="1004"/>
                  </a:lnTo>
                  <a:lnTo>
                    <a:pt x="1430" y="811"/>
                  </a:lnTo>
                  <a:lnTo>
                    <a:pt x="1661" y="695"/>
                  </a:lnTo>
                  <a:lnTo>
                    <a:pt x="1893" y="580"/>
                  </a:lnTo>
                  <a:lnTo>
                    <a:pt x="2202" y="502"/>
                  </a:lnTo>
                  <a:lnTo>
                    <a:pt x="2241" y="464"/>
                  </a:lnTo>
                  <a:lnTo>
                    <a:pt x="2241" y="425"/>
                  </a:lnTo>
                  <a:close/>
                  <a:moveTo>
                    <a:pt x="2279" y="0"/>
                  </a:moveTo>
                  <a:lnTo>
                    <a:pt x="1970" y="39"/>
                  </a:lnTo>
                  <a:lnTo>
                    <a:pt x="1893" y="78"/>
                  </a:lnTo>
                  <a:lnTo>
                    <a:pt x="1816" y="116"/>
                  </a:lnTo>
                  <a:lnTo>
                    <a:pt x="1816" y="193"/>
                  </a:lnTo>
                  <a:lnTo>
                    <a:pt x="1816" y="271"/>
                  </a:lnTo>
                  <a:lnTo>
                    <a:pt x="1507" y="348"/>
                  </a:lnTo>
                  <a:lnTo>
                    <a:pt x="1275" y="464"/>
                  </a:lnTo>
                  <a:lnTo>
                    <a:pt x="1044" y="618"/>
                  </a:lnTo>
                  <a:lnTo>
                    <a:pt x="812" y="773"/>
                  </a:lnTo>
                  <a:lnTo>
                    <a:pt x="619" y="966"/>
                  </a:lnTo>
                  <a:lnTo>
                    <a:pt x="464" y="1197"/>
                  </a:lnTo>
                  <a:lnTo>
                    <a:pt x="349" y="1429"/>
                  </a:lnTo>
                  <a:lnTo>
                    <a:pt x="233" y="1661"/>
                  </a:lnTo>
                  <a:lnTo>
                    <a:pt x="117" y="1931"/>
                  </a:lnTo>
                  <a:lnTo>
                    <a:pt x="78" y="2201"/>
                  </a:lnTo>
                  <a:lnTo>
                    <a:pt x="1" y="2781"/>
                  </a:lnTo>
                  <a:lnTo>
                    <a:pt x="1" y="3360"/>
                  </a:lnTo>
                  <a:lnTo>
                    <a:pt x="78" y="3900"/>
                  </a:lnTo>
                  <a:lnTo>
                    <a:pt x="271" y="4518"/>
                  </a:lnTo>
                  <a:lnTo>
                    <a:pt x="387" y="4827"/>
                  </a:lnTo>
                  <a:lnTo>
                    <a:pt x="542" y="5097"/>
                  </a:lnTo>
                  <a:lnTo>
                    <a:pt x="696" y="5329"/>
                  </a:lnTo>
                  <a:lnTo>
                    <a:pt x="851" y="5561"/>
                  </a:lnTo>
                  <a:lnTo>
                    <a:pt x="1082" y="5793"/>
                  </a:lnTo>
                  <a:lnTo>
                    <a:pt x="1275" y="5986"/>
                  </a:lnTo>
                  <a:lnTo>
                    <a:pt x="1507" y="6140"/>
                  </a:lnTo>
                  <a:lnTo>
                    <a:pt x="1739" y="6256"/>
                  </a:lnTo>
                  <a:lnTo>
                    <a:pt x="2009" y="6372"/>
                  </a:lnTo>
                  <a:lnTo>
                    <a:pt x="2279" y="6449"/>
                  </a:lnTo>
                  <a:lnTo>
                    <a:pt x="2588" y="6488"/>
                  </a:lnTo>
                  <a:lnTo>
                    <a:pt x="2897" y="6488"/>
                  </a:lnTo>
                  <a:lnTo>
                    <a:pt x="3206" y="6449"/>
                  </a:lnTo>
                  <a:lnTo>
                    <a:pt x="3554" y="6372"/>
                  </a:lnTo>
                  <a:lnTo>
                    <a:pt x="3862" y="6256"/>
                  </a:lnTo>
                  <a:lnTo>
                    <a:pt x="4133" y="6140"/>
                  </a:lnTo>
                  <a:lnTo>
                    <a:pt x="4403" y="5986"/>
                  </a:lnTo>
                  <a:lnTo>
                    <a:pt x="4635" y="5793"/>
                  </a:lnTo>
                  <a:lnTo>
                    <a:pt x="4866" y="5599"/>
                  </a:lnTo>
                  <a:lnTo>
                    <a:pt x="5060" y="5368"/>
                  </a:lnTo>
                  <a:lnTo>
                    <a:pt x="5214" y="5136"/>
                  </a:lnTo>
                  <a:lnTo>
                    <a:pt x="5368" y="4866"/>
                  </a:lnTo>
                  <a:lnTo>
                    <a:pt x="5523" y="4634"/>
                  </a:lnTo>
                  <a:lnTo>
                    <a:pt x="5639" y="4325"/>
                  </a:lnTo>
                  <a:lnTo>
                    <a:pt x="5716" y="4055"/>
                  </a:lnTo>
                  <a:lnTo>
                    <a:pt x="5755" y="3746"/>
                  </a:lnTo>
                  <a:lnTo>
                    <a:pt x="5793" y="3437"/>
                  </a:lnTo>
                  <a:lnTo>
                    <a:pt x="5793" y="3128"/>
                  </a:lnTo>
                  <a:lnTo>
                    <a:pt x="5793" y="2858"/>
                  </a:lnTo>
                  <a:lnTo>
                    <a:pt x="5716" y="2549"/>
                  </a:lnTo>
                  <a:lnTo>
                    <a:pt x="5639" y="2240"/>
                  </a:lnTo>
                  <a:lnTo>
                    <a:pt x="5523" y="1931"/>
                  </a:lnTo>
                  <a:lnTo>
                    <a:pt x="5368" y="1661"/>
                  </a:lnTo>
                  <a:lnTo>
                    <a:pt x="5214" y="1390"/>
                  </a:lnTo>
                  <a:lnTo>
                    <a:pt x="5021" y="1159"/>
                  </a:lnTo>
                  <a:lnTo>
                    <a:pt x="4828" y="927"/>
                  </a:lnTo>
                  <a:lnTo>
                    <a:pt x="4596" y="734"/>
                  </a:lnTo>
                  <a:lnTo>
                    <a:pt x="4326" y="541"/>
                  </a:lnTo>
                  <a:lnTo>
                    <a:pt x="4094" y="386"/>
                  </a:lnTo>
                  <a:lnTo>
                    <a:pt x="3824" y="271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6" name="Google Shape;5476;p22"/>
            <p:cNvSpPr/>
            <p:nvPr/>
          </p:nvSpPr>
          <p:spPr>
            <a:xfrm>
              <a:off x="5341075" y="1099050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0" y="78"/>
                  </a:lnTo>
                  <a:lnTo>
                    <a:pt x="2510" y="194"/>
                  </a:lnTo>
                  <a:lnTo>
                    <a:pt x="2240" y="310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0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0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9" y="4866"/>
                  </a:lnTo>
                  <a:lnTo>
                    <a:pt x="888" y="4828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7" y="3167"/>
                  </a:lnTo>
                  <a:lnTo>
                    <a:pt x="772" y="2742"/>
                  </a:lnTo>
                  <a:lnTo>
                    <a:pt x="966" y="2318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80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7" name="Google Shape;5477;p22"/>
            <p:cNvSpPr/>
            <p:nvPr/>
          </p:nvSpPr>
          <p:spPr>
            <a:xfrm>
              <a:off x="695700" y="1106775"/>
              <a:ext cx="102350" cy="132275"/>
            </a:xfrm>
            <a:custGeom>
              <a:avLst/>
              <a:gdLst/>
              <a:ahLst/>
              <a:cxnLst/>
              <a:rect l="l" t="t" r="r" b="b"/>
              <a:pathLst>
                <a:path w="4094" h="5291" extrusionOk="0">
                  <a:moveTo>
                    <a:pt x="2279" y="1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4" y="1893"/>
                  </a:lnTo>
                  <a:lnTo>
                    <a:pt x="116" y="2279"/>
                  </a:lnTo>
                  <a:lnTo>
                    <a:pt x="39" y="2665"/>
                  </a:lnTo>
                  <a:lnTo>
                    <a:pt x="0" y="3051"/>
                  </a:lnTo>
                  <a:lnTo>
                    <a:pt x="0" y="3823"/>
                  </a:lnTo>
                  <a:lnTo>
                    <a:pt x="0" y="5291"/>
                  </a:lnTo>
                  <a:lnTo>
                    <a:pt x="425" y="5291"/>
                  </a:lnTo>
                  <a:lnTo>
                    <a:pt x="464" y="4750"/>
                  </a:lnTo>
                  <a:lnTo>
                    <a:pt x="464" y="4210"/>
                  </a:lnTo>
                  <a:lnTo>
                    <a:pt x="464" y="3630"/>
                  </a:lnTo>
                  <a:lnTo>
                    <a:pt x="464" y="3090"/>
                  </a:lnTo>
                  <a:lnTo>
                    <a:pt x="541" y="2549"/>
                  </a:lnTo>
                  <a:lnTo>
                    <a:pt x="657" y="2047"/>
                  </a:lnTo>
                  <a:lnTo>
                    <a:pt x="773" y="1816"/>
                  </a:lnTo>
                  <a:lnTo>
                    <a:pt x="889" y="1545"/>
                  </a:lnTo>
                  <a:lnTo>
                    <a:pt x="1043" y="1352"/>
                  </a:lnTo>
                  <a:lnTo>
                    <a:pt x="1198" y="1120"/>
                  </a:lnTo>
                  <a:lnTo>
                    <a:pt x="1391" y="927"/>
                  </a:lnTo>
                  <a:lnTo>
                    <a:pt x="1622" y="773"/>
                  </a:lnTo>
                  <a:lnTo>
                    <a:pt x="1854" y="657"/>
                  </a:lnTo>
                  <a:lnTo>
                    <a:pt x="2124" y="580"/>
                  </a:lnTo>
                  <a:lnTo>
                    <a:pt x="2433" y="541"/>
                  </a:lnTo>
                  <a:lnTo>
                    <a:pt x="2703" y="541"/>
                  </a:lnTo>
                  <a:lnTo>
                    <a:pt x="2974" y="618"/>
                  </a:lnTo>
                  <a:lnTo>
                    <a:pt x="3205" y="773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2" y="1391"/>
                  </a:lnTo>
                  <a:lnTo>
                    <a:pt x="3669" y="1661"/>
                  </a:lnTo>
                  <a:lnTo>
                    <a:pt x="4094" y="1545"/>
                  </a:lnTo>
                  <a:lnTo>
                    <a:pt x="3978" y="1159"/>
                  </a:lnTo>
                  <a:lnTo>
                    <a:pt x="3823" y="812"/>
                  </a:lnTo>
                  <a:lnTo>
                    <a:pt x="3630" y="503"/>
                  </a:lnTo>
                  <a:lnTo>
                    <a:pt x="3399" y="271"/>
                  </a:lnTo>
                  <a:lnTo>
                    <a:pt x="3244" y="194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8" name="Google Shape;5478;p22"/>
            <p:cNvSpPr/>
            <p:nvPr/>
          </p:nvSpPr>
          <p:spPr>
            <a:xfrm>
              <a:off x="560550" y="1107750"/>
              <a:ext cx="437325" cy="302175"/>
            </a:xfrm>
            <a:custGeom>
              <a:avLst/>
              <a:gdLst/>
              <a:ahLst/>
              <a:cxnLst/>
              <a:rect l="l" t="t" r="r" b="b"/>
              <a:pathLst>
                <a:path w="17493" h="12087" extrusionOk="0">
                  <a:moveTo>
                    <a:pt x="11971" y="502"/>
                  </a:moveTo>
                  <a:lnTo>
                    <a:pt x="12087" y="541"/>
                  </a:lnTo>
                  <a:lnTo>
                    <a:pt x="12203" y="579"/>
                  </a:lnTo>
                  <a:lnTo>
                    <a:pt x="12280" y="657"/>
                  </a:lnTo>
                  <a:lnTo>
                    <a:pt x="12627" y="888"/>
                  </a:lnTo>
                  <a:lnTo>
                    <a:pt x="12898" y="1159"/>
                  </a:lnTo>
                  <a:lnTo>
                    <a:pt x="13129" y="1506"/>
                  </a:lnTo>
                  <a:lnTo>
                    <a:pt x="13322" y="1854"/>
                  </a:lnTo>
                  <a:lnTo>
                    <a:pt x="13477" y="2278"/>
                  </a:lnTo>
                  <a:lnTo>
                    <a:pt x="13593" y="2665"/>
                  </a:lnTo>
                  <a:lnTo>
                    <a:pt x="13824" y="3437"/>
                  </a:lnTo>
                  <a:lnTo>
                    <a:pt x="13824" y="3437"/>
                  </a:lnTo>
                  <a:lnTo>
                    <a:pt x="13091" y="3012"/>
                  </a:lnTo>
                  <a:lnTo>
                    <a:pt x="12705" y="2780"/>
                  </a:lnTo>
                  <a:lnTo>
                    <a:pt x="12357" y="2510"/>
                  </a:lnTo>
                  <a:lnTo>
                    <a:pt x="12010" y="2124"/>
                  </a:lnTo>
                  <a:lnTo>
                    <a:pt x="11817" y="1931"/>
                  </a:lnTo>
                  <a:lnTo>
                    <a:pt x="11662" y="1738"/>
                  </a:lnTo>
                  <a:lnTo>
                    <a:pt x="11508" y="1429"/>
                  </a:lnTo>
                  <a:lnTo>
                    <a:pt x="11430" y="1081"/>
                  </a:lnTo>
                  <a:lnTo>
                    <a:pt x="11662" y="734"/>
                  </a:lnTo>
                  <a:lnTo>
                    <a:pt x="11739" y="618"/>
                  </a:lnTo>
                  <a:lnTo>
                    <a:pt x="11855" y="541"/>
                  </a:lnTo>
                  <a:lnTo>
                    <a:pt x="11971" y="502"/>
                  </a:lnTo>
                  <a:close/>
                  <a:moveTo>
                    <a:pt x="16296" y="1622"/>
                  </a:moveTo>
                  <a:lnTo>
                    <a:pt x="16412" y="1661"/>
                  </a:lnTo>
                  <a:lnTo>
                    <a:pt x="16489" y="1738"/>
                  </a:lnTo>
                  <a:lnTo>
                    <a:pt x="16566" y="1854"/>
                  </a:lnTo>
                  <a:lnTo>
                    <a:pt x="16605" y="1970"/>
                  </a:lnTo>
                  <a:lnTo>
                    <a:pt x="16643" y="2163"/>
                  </a:lnTo>
                  <a:lnTo>
                    <a:pt x="16643" y="2356"/>
                  </a:lnTo>
                  <a:lnTo>
                    <a:pt x="16605" y="2510"/>
                  </a:lnTo>
                  <a:lnTo>
                    <a:pt x="16528" y="2665"/>
                  </a:lnTo>
                  <a:lnTo>
                    <a:pt x="16412" y="2819"/>
                  </a:lnTo>
                  <a:lnTo>
                    <a:pt x="16296" y="2974"/>
                  </a:lnTo>
                  <a:lnTo>
                    <a:pt x="15948" y="3205"/>
                  </a:lnTo>
                  <a:lnTo>
                    <a:pt x="15524" y="3398"/>
                  </a:lnTo>
                  <a:lnTo>
                    <a:pt x="15137" y="3553"/>
                  </a:lnTo>
                  <a:lnTo>
                    <a:pt x="14713" y="3669"/>
                  </a:lnTo>
                  <a:lnTo>
                    <a:pt x="14365" y="3746"/>
                  </a:lnTo>
                  <a:lnTo>
                    <a:pt x="14481" y="3360"/>
                  </a:lnTo>
                  <a:lnTo>
                    <a:pt x="14635" y="2974"/>
                  </a:lnTo>
                  <a:lnTo>
                    <a:pt x="14828" y="2626"/>
                  </a:lnTo>
                  <a:lnTo>
                    <a:pt x="15060" y="2278"/>
                  </a:lnTo>
                  <a:lnTo>
                    <a:pt x="15408" y="1970"/>
                  </a:lnTo>
                  <a:lnTo>
                    <a:pt x="15639" y="1815"/>
                  </a:lnTo>
                  <a:lnTo>
                    <a:pt x="15871" y="1699"/>
                  </a:lnTo>
                  <a:lnTo>
                    <a:pt x="16103" y="1622"/>
                  </a:lnTo>
                  <a:close/>
                  <a:moveTo>
                    <a:pt x="13824" y="4286"/>
                  </a:moveTo>
                  <a:lnTo>
                    <a:pt x="13670" y="4557"/>
                  </a:lnTo>
                  <a:lnTo>
                    <a:pt x="13477" y="4788"/>
                  </a:lnTo>
                  <a:lnTo>
                    <a:pt x="13245" y="5020"/>
                  </a:lnTo>
                  <a:lnTo>
                    <a:pt x="13014" y="5252"/>
                  </a:lnTo>
                  <a:lnTo>
                    <a:pt x="12666" y="5484"/>
                  </a:lnTo>
                  <a:lnTo>
                    <a:pt x="12125" y="5792"/>
                  </a:lnTo>
                  <a:lnTo>
                    <a:pt x="11855" y="5908"/>
                  </a:lnTo>
                  <a:lnTo>
                    <a:pt x="11623" y="5986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4" y="5870"/>
                  </a:lnTo>
                  <a:lnTo>
                    <a:pt x="10967" y="5792"/>
                  </a:lnTo>
                  <a:lnTo>
                    <a:pt x="10928" y="5715"/>
                  </a:lnTo>
                  <a:lnTo>
                    <a:pt x="10890" y="5638"/>
                  </a:lnTo>
                  <a:lnTo>
                    <a:pt x="10890" y="5445"/>
                  </a:lnTo>
                  <a:lnTo>
                    <a:pt x="10967" y="5290"/>
                  </a:lnTo>
                  <a:lnTo>
                    <a:pt x="11121" y="5097"/>
                  </a:lnTo>
                  <a:lnTo>
                    <a:pt x="11276" y="4943"/>
                  </a:lnTo>
                  <a:lnTo>
                    <a:pt x="11546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7" y="4480"/>
                  </a:lnTo>
                  <a:lnTo>
                    <a:pt x="13245" y="4402"/>
                  </a:lnTo>
                  <a:lnTo>
                    <a:pt x="13554" y="4364"/>
                  </a:lnTo>
                  <a:lnTo>
                    <a:pt x="13824" y="4286"/>
                  </a:lnTo>
                  <a:close/>
                  <a:moveTo>
                    <a:pt x="14404" y="4248"/>
                  </a:moveTo>
                  <a:lnTo>
                    <a:pt x="15060" y="4595"/>
                  </a:lnTo>
                  <a:lnTo>
                    <a:pt x="15408" y="4788"/>
                  </a:lnTo>
                  <a:lnTo>
                    <a:pt x="15717" y="4982"/>
                  </a:lnTo>
                  <a:lnTo>
                    <a:pt x="15910" y="5136"/>
                  </a:lnTo>
                  <a:lnTo>
                    <a:pt x="16141" y="5368"/>
                  </a:lnTo>
                  <a:lnTo>
                    <a:pt x="16412" y="5677"/>
                  </a:lnTo>
                  <a:lnTo>
                    <a:pt x="16643" y="6024"/>
                  </a:lnTo>
                  <a:lnTo>
                    <a:pt x="16875" y="6333"/>
                  </a:lnTo>
                  <a:lnTo>
                    <a:pt x="16991" y="6681"/>
                  </a:lnTo>
                  <a:lnTo>
                    <a:pt x="16991" y="6835"/>
                  </a:lnTo>
                  <a:lnTo>
                    <a:pt x="16991" y="6990"/>
                  </a:lnTo>
                  <a:lnTo>
                    <a:pt x="16952" y="7105"/>
                  </a:lnTo>
                  <a:lnTo>
                    <a:pt x="16836" y="7221"/>
                  </a:lnTo>
                  <a:lnTo>
                    <a:pt x="16759" y="7298"/>
                  </a:lnTo>
                  <a:lnTo>
                    <a:pt x="16643" y="7337"/>
                  </a:lnTo>
                  <a:lnTo>
                    <a:pt x="16373" y="7337"/>
                  </a:lnTo>
                  <a:lnTo>
                    <a:pt x="16141" y="7221"/>
                  </a:lnTo>
                  <a:lnTo>
                    <a:pt x="15871" y="7028"/>
                  </a:lnTo>
                  <a:lnTo>
                    <a:pt x="15601" y="6835"/>
                  </a:lnTo>
                  <a:lnTo>
                    <a:pt x="15369" y="6565"/>
                  </a:lnTo>
                  <a:lnTo>
                    <a:pt x="15060" y="6179"/>
                  </a:lnTo>
                  <a:lnTo>
                    <a:pt x="14828" y="5715"/>
                  </a:lnTo>
                  <a:lnTo>
                    <a:pt x="14635" y="5252"/>
                  </a:lnTo>
                  <a:lnTo>
                    <a:pt x="14520" y="4750"/>
                  </a:lnTo>
                  <a:lnTo>
                    <a:pt x="14404" y="4248"/>
                  </a:lnTo>
                  <a:close/>
                  <a:moveTo>
                    <a:pt x="11855" y="0"/>
                  </a:moveTo>
                  <a:lnTo>
                    <a:pt x="11585" y="77"/>
                  </a:lnTo>
                  <a:lnTo>
                    <a:pt x="11469" y="116"/>
                  </a:lnTo>
                  <a:lnTo>
                    <a:pt x="11353" y="232"/>
                  </a:lnTo>
                  <a:lnTo>
                    <a:pt x="11160" y="425"/>
                  </a:lnTo>
                  <a:lnTo>
                    <a:pt x="11006" y="618"/>
                  </a:lnTo>
                  <a:lnTo>
                    <a:pt x="10928" y="811"/>
                  </a:lnTo>
                  <a:lnTo>
                    <a:pt x="10928" y="1043"/>
                  </a:lnTo>
                  <a:lnTo>
                    <a:pt x="10928" y="1236"/>
                  </a:lnTo>
                  <a:lnTo>
                    <a:pt x="10967" y="1468"/>
                  </a:lnTo>
                  <a:lnTo>
                    <a:pt x="11083" y="1699"/>
                  </a:lnTo>
                  <a:lnTo>
                    <a:pt x="11199" y="1892"/>
                  </a:lnTo>
                  <a:lnTo>
                    <a:pt x="11546" y="2317"/>
                  </a:lnTo>
                  <a:lnTo>
                    <a:pt x="11932" y="2742"/>
                  </a:lnTo>
                  <a:lnTo>
                    <a:pt x="12396" y="3089"/>
                  </a:lnTo>
                  <a:lnTo>
                    <a:pt x="12859" y="3437"/>
                  </a:lnTo>
                  <a:lnTo>
                    <a:pt x="12048" y="3321"/>
                  </a:lnTo>
                  <a:lnTo>
                    <a:pt x="11199" y="3282"/>
                  </a:lnTo>
                  <a:lnTo>
                    <a:pt x="10388" y="3360"/>
                  </a:lnTo>
                  <a:lnTo>
                    <a:pt x="9615" y="3476"/>
                  </a:lnTo>
                  <a:lnTo>
                    <a:pt x="9654" y="3012"/>
                  </a:lnTo>
                  <a:lnTo>
                    <a:pt x="9654" y="2510"/>
                  </a:lnTo>
                  <a:lnTo>
                    <a:pt x="9615" y="2008"/>
                  </a:lnTo>
                  <a:lnTo>
                    <a:pt x="9500" y="1506"/>
                  </a:lnTo>
                  <a:lnTo>
                    <a:pt x="9075" y="1622"/>
                  </a:lnTo>
                  <a:lnTo>
                    <a:pt x="9152" y="2085"/>
                  </a:lnTo>
                  <a:lnTo>
                    <a:pt x="9152" y="2587"/>
                  </a:lnTo>
                  <a:lnTo>
                    <a:pt x="9113" y="3089"/>
                  </a:lnTo>
                  <a:lnTo>
                    <a:pt x="9075" y="3514"/>
                  </a:lnTo>
                  <a:lnTo>
                    <a:pt x="9075" y="3630"/>
                  </a:lnTo>
                  <a:lnTo>
                    <a:pt x="8225" y="3900"/>
                  </a:lnTo>
                  <a:lnTo>
                    <a:pt x="7414" y="4286"/>
                  </a:lnTo>
                  <a:lnTo>
                    <a:pt x="6604" y="4711"/>
                  </a:lnTo>
                  <a:lnTo>
                    <a:pt x="5831" y="5252"/>
                  </a:lnTo>
                  <a:lnTo>
                    <a:pt x="5406" y="5252"/>
                  </a:lnTo>
                  <a:lnTo>
                    <a:pt x="5406" y="5561"/>
                  </a:lnTo>
                  <a:lnTo>
                    <a:pt x="4596" y="6217"/>
                  </a:lnTo>
                  <a:lnTo>
                    <a:pt x="3823" y="6951"/>
                  </a:lnTo>
                  <a:lnTo>
                    <a:pt x="3090" y="7685"/>
                  </a:lnTo>
                  <a:lnTo>
                    <a:pt x="2394" y="8495"/>
                  </a:lnTo>
                  <a:lnTo>
                    <a:pt x="1738" y="9306"/>
                  </a:lnTo>
                  <a:lnTo>
                    <a:pt x="1082" y="10156"/>
                  </a:lnTo>
                  <a:lnTo>
                    <a:pt x="502" y="10967"/>
                  </a:lnTo>
                  <a:lnTo>
                    <a:pt x="0" y="11816"/>
                  </a:lnTo>
                  <a:lnTo>
                    <a:pt x="309" y="12087"/>
                  </a:lnTo>
                  <a:lnTo>
                    <a:pt x="1545" y="10503"/>
                  </a:lnTo>
                  <a:lnTo>
                    <a:pt x="2742" y="8959"/>
                  </a:lnTo>
                  <a:lnTo>
                    <a:pt x="3360" y="8225"/>
                  </a:lnTo>
                  <a:lnTo>
                    <a:pt x="4016" y="7491"/>
                  </a:lnTo>
                  <a:lnTo>
                    <a:pt x="4711" y="6835"/>
                  </a:lnTo>
                  <a:lnTo>
                    <a:pt x="5484" y="6179"/>
                  </a:lnTo>
                  <a:lnTo>
                    <a:pt x="6256" y="5599"/>
                  </a:lnTo>
                  <a:lnTo>
                    <a:pt x="7106" y="5059"/>
                  </a:lnTo>
                  <a:lnTo>
                    <a:pt x="7994" y="4634"/>
                  </a:lnTo>
                  <a:lnTo>
                    <a:pt x="8457" y="4441"/>
                  </a:lnTo>
                  <a:lnTo>
                    <a:pt x="8920" y="4248"/>
                  </a:lnTo>
                  <a:lnTo>
                    <a:pt x="9422" y="4132"/>
                  </a:lnTo>
                  <a:lnTo>
                    <a:pt x="9886" y="4016"/>
                  </a:lnTo>
                  <a:lnTo>
                    <a:pt x="10388" y="3939"/>
                  </a:lnTo>
                  <a:lnTo>
                    <a:pt x="10851" y="3862"/>
                  </a:lnTo>
                  <a:lnTo>
                    <a:pt x="11353" y="3823"/>
                  </a:lnTo>
                  <a:lnTo>
                    <a:pt x="11855" y="3823"/>
                  </a:lnTo>
                  <a:lnTo>
                    <a:pt x="12357" y="3862"/>
                  </a:lnTo>
                  <a:lnTo>
                    <a:pt x="12821" y="3939"/>
                  </a:lnTo>
                  <a:lnTo>
                    <a:pt x="12319" y="4016"/>
                  </a:lnTo>
                  <a:lnTo>
                    <a:pt x="11855" y="4132"/>
                  </a:lnTo>
                  <a:lnTo>
                    <a:pt x="11392" y="4286"/>
                  </a:lnTo>
                  <a:lnTo>
                    <a:pt x="11199" y="4402"/>
                  </a:lnTo>
                  <a:lnTo>
                    <a:pt x="11006" y="4557"/>
                  </a:lnTo>
                  <a:lnTo>
                    <a:pt x="10813" y="4711"/>
                  </a:lnTo>
                  <a:lnTo>
                    <a:pt x="10697" y="4866"/>
                  </a:lnTo>
                  <a:lnTo>
                    <a:pt x="10542" y="5059"/>
                  </a:lnTo>
                  <a:lnTo>
                    <a:pt x="10465" y="5290"/>
                  </a:lnTo>
                  <a:lnTo>
                    <a:pt x="10388" y="5522"/>
                  </a:lnTo>
                  <a:lnTo>
                    <a:pt x="10388" y="5754"/>
                  </a:lnTo>
                  <a:lnTo>
                    <a:pt x="10426" y="5947"/>
                  </a:lnTo>
                  <a:lnTo>
                    <a:pt x="10581" y="6179"/>
                  </a:lnTo>
                  <a:lnTo>
                    <a:pt x="10658" y="6256"/>
                  </a:lnTo>
                  <a:lnTo>
                    <a:pt x="10774" y="6333"/>
                  </a:lnTo>
                  <a:lnTo>
                    <a:pt x="11006" y="6410"/>
                  </a:lnTo>
                  <a:lnTo>
                    <a:pt x="11276" y="6449"/>
                  </a:lnTo>
                  <a:lnTo>
                    <a:pt x="11585" y="6410"/>
                  </a:lnTo>
                  <a:lnTo>
                    <a:pt x="11855" y="6372"/>
                  </a:lnTo>
                  <a:lnTo>
                    <a:pt x="12164" y="6256"/>
                  </a:lnTo>
                  <a:lnTo>
                    <a:pt x="12627" y="6063"/>
                  </a:lnTo>
                  <a:lnTo>
                    <a:pt x="13052" y="5792"/>
                  </a:lnTo>
                  <a:lnTo>
                    <a:pt x="13422" y="5533"/>
                  </a:lnTo>
                  <a:lnTo>
                    <a:pt x="13422" y="5533"/>
                  </a:lnTo>
                  <a:lnTo>
                    <a:pt x="13786" y="5715"/>
                  </a:lnTo>
                  <a:lnTo>
                    <a:pt x="14056" y="4866"/>
                  </a:lnTo>
                  <a:lnTo>
                    <a:pt x="14211" y="5406"/>
                  </a:lnTo>
                  <a:lnTo>
                    <a:pt x="14404" y="5908"/>
                  </a:lnTo>
                  <a:lnTo>
                    <a:pt x="14674" y="6410"/>
                  </a:lnTo>
                  <a:lnTo>
                    <a:pt x="14983" y="6874"/>
                  </a:lnTo>
                  <a:lnTo>
                    <a:pt x="15176" y="7067"/>
                  </a:lnTo>
                  <a:lnTo>
                    <a:pt x="15408" y="7298"/>
                  </a:lnTo>
                  <a:lnTo>
                    <a:pt x="15678" y="7491"/>
                  </a:lnTo>
                  <a:lnTo>
                    <a:pt x="15987" y="7685"/>
                  </a:lnTo>
                  <a:lnTo>
                    <a:pt x="16296" y="7800"/>
                  </a:lnTo>
                  <a:lnTo>
                    <a:pt x="16605" y="7878"/>
                  </a:lnTo>
                  <a:lnTo>
                    <a:pt x="16875" y="7878"/>
                  </a:lnTo>
                  <a:lnTo>
                    <a:pt x="17030" y="7800"/>
                  </a:lnTo>
                  <a:lnTo>
                    <a:pt x="17184" y="7723"/>
                  </a:lnTo>
                  <a:lnTo>
                    <a:pt x="17300" y="7646"/>
                  </a:lnTo>
                  <a:lnTo>
                    <a:pt x="17377" y="7530"/>
                  </a:lnTo>
                  <a:lnTo>
                    <a:pt x="17416" y="7414"/>
                  </a:lnTo>
                  <a:lnTo>
                    <a:pt x="17454" y="7260"/>
                  </a:lnTo>
                  <a:lnTo>
                    <a:pt x="17493" y="6951"/>
                  </a:lnTo>
                  <a:lnTo>
                    <a:pt x="17416" y="6603"/>
                  </a:lnTo>
                  <a:lnTo>
                    <a:pt x="17300" y="6294"/>
                  </a:lnTo>
                  <a:lnTo>
                    <a:pt x="17184" y="5986"/>
                  </a:lnTo>
                  <a:lnTo>
                    <a:pt x="17030" y="5715"/>
                  </a:lnTo>
                  <a:lnTo>
                    <a:pt x="16875" y="5484"/>
                  </a:lnTo>
                  <a:lnTo>
                    <a:pt x="16682" y="5252"/>
                  </a:lnTo>
                  <a:lnTo>
                    <a:pt x="16489" y="5020"/>
                  </a:lnTo>
                  <a:lnTo>
                    <a:pt x="16257" y="4788"/>
                  </a:lnTo>
                  <a:lnTo>
                    <a:pt x="16026" y="4634"/>
                  </a:lnTo>
                  <a:lnTo>
                    <a:pt x="15524" y="4286"/>
                  </a:lnTo>
                  <a:lnTo>
                    <a:pt x="14944" y="4016"/>
                  </a:lnTo>
                  <a:lnTo>
                    <a:pt x="15408" y="3900"/>
                  </a:lnTo>
                  <a:lnTo>
                    <a:pt x="15832" y="3746"/>
                  </a:lnTo>
                  <a:lnTo>
                    <a:pt x="16219" y="3514"/>
                  </a:lnTo>
                  <a:lnTo>
                    <a:pt x="16605" y="3244"/>
                  </a:lnTo>
                  <a:lnTo>
                    <a:pt x="16759" y="3089"/>
                  </a:lnTo>
                  <a:lnTo>
                    <a:pt x="16914" y="2858"/>
                  </a:lnTo>
                  <a:lnTo>
                    <a:pt x="17030" y="2665"/>
                  </a:lnTo>
                  <a:lnTo>
                    <a:pt x="17107" y="2433"/>
                  </a:lnTo>
                  <a:lnTo>
                    <a:pt x="17145" y="2201"/>
                  </a:lnTo>
                  <a:lnTo>
                    <a:pt x="17107" y="1931"/>
                  </a:lnTo>
                  <a:lnTo>
                    <a:pt x="17068" y="1699"/>
                  </a:lnTo>
                  <a:lnTo>
                    <a:pt x="16914" y="1506"/>
                  </a:lnTo>
                  <a:lnTo>
                    <a:pt x="16759" y="1313"/>
                  </a:lnTo>
                  <a:lnTo>
                    <a:pt x="16528" y="1236"/>
                  </a:lnTo>
                  <a:lnTo>
                    <a:pt x="16334" y="1159"/>
                  </a:lnTo>
                  <a:lnTo>
                    <a:pt x="16103" y="1159"/>
                  </a:lnTo>
                  <a:lnTo>
                    <a:pt x="15910" y="1197"/>
                  </a:lnTo>
                  <a:lnTo>
                    <a:pt x="15678" y="1275"/>
                  </a:lnTo>
                  <a:lnTo>
                    <a:pt x="15446" y="1352"/>
                  </a:lnTo>
                  <a:lnTo>
                    <a:pt x="15253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6" y="2587"/>
                  </a:lnTo>
                  <a:lnTo>
                    <a:pt x="14095" y="3012"/>
                  </a:lnTo>
                  <a:lnTo>
                    <a:pt x="13940" y="2433"/>
                  </a:lnTo>
                  <a:lnTo>
                    <a:pt x="13747" y="1892"/>
                  </a:lnTo>
                  <a:lnTo>
                    <a:pt x="13516" y="1352"/>
                  </a:lnTo>
                  <a:lnTo>
                    <a:pt x="13168" y="850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7" y="155"/>
                  </a:lnTo>
                  <a:lnTo>
                    <a:pt x="12087" y="39"/>
                  </a:lnTo>
                  <a:lnTo>
                    <a:pt x="118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9" name="Google Shape;5479;p22"/>
            <p:cNvSpPr/>
            <p:nvPr/>
          </p:nvSpPr>
          <p:spPr>
            <a:xfrm>
              <a:off x="5590125" y="113380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39" y="233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3"/>
                  </a:lnTo>
                  <a:lnTo>
                    <a:pt x="1005" y="155"/>
                  </a:lnTo>
                  <a:lnTo>
                    <a:pt x="966" y="117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0" name="Google Shape;5480;p22"/>
            <p:cNvSpPr/>
            <p:nvPr/>
          </p:nvSpPr>
          <p:spPr>
            <a:xfrm>
              <a:off x="5491675" y="1139600"/>
              <a:ext cx="21250" cy="8725"/>
            </a:xfrm>
            <a:custGeom>
              <a:avLst/>
              <a:gdLst/>
              <a:ahLst/>
              <a:cxnLst/>
              <a:rect l="l" t="t" r="r" b="b"/>
              <a:pathLst>
                <a:path w="850" h="349" extrusionOk="0">
                  <a:moveTo>
                    <a:pt x="425" y="1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0" y="194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4"/>
                  </a:lnTo>
                  <a:lnTo>
                    <a:pt x="811" y="78"/>
                  </a:lnTo>
                  <a:lnTo>
                    <a:pt x="73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1" name="Google Shape;5481;p22"/>
            <p:cNvSpPr/>
            <p:nvPr/>
          </p:nvSpPr>
          <p:spPr>
            <a:xfrm>
              <a:off x="2443975" y="1153125"/>
              <a:ext cx="315725" cy="477875"/>
            </a:xfrm>
            <a:custGeom>
              <a:avLst/>
              <a:gdLst/>
              <a:ahLst/>
              <a:cxnLst/>
              <a:rect l="l" t="t" r="r" b="b"/>
              <a:pathLst>
                <a:path w="12629" h="19115" extrusionOk="0">
                  <a:moveTo>
                    <a:pt x="1005" y="618"/>
                  </a:moveTo>
                  <a:lnTo>
                    <a:pt x="1661" y="850"/>
                  </a:lnTo>
                  <a:lnTo>
                    <a:pt x="2318" y="1120"/>
                  </a:lnTo>
                  <a:lnTo>
                    <a:pt x="2743" y="1352"/>
                  </a:lnTo>
                  <a:lnTo>
                    <a:pt x="3167" y="1583"/>
                  </a:lnTo>
                  <a:lnTo>
                    <a:pt x="3322" y="1699"/>
                  </a:lnTo>
                  <a:lnTo>
                    <a:pt x="3476" y="1854"/>
                  </a:lnTo>
                  <a:lnTo>
                    <a:pt x="3669" y="2124"/>
                  </a:lnTo>
                  <a:lnTo>
                    <a:pt x="3862" y="2471"/>
                  </a:lnTo>
                  <a:lnTo>
                    <a:pt x="4017" y="2819"/>
                  </a:lnTo>
                  <a:lnTo>
                    <a:pt x="5677" y="6796"/>
                  </a:lnTo>
                  <a:lnTo>
                    <a:pt x="9075" y="15021"/>
                  </a:lnTo>
                  <a:lnTo>
                    <a:pt x="9153" y="15098"/>
                  </a:lnTo>
                  <a:lnTo>
                    <a:pt x="9191" y="15137"/>
                  </a:lnTo>
                  <a:lnTo>
                    <a:pt x="9346" y="15137"/>
                  </a:lnTo>
                  <a:lnTo>
                    <a:pt x="8921" y="15369"/>
                  </a:lnTo>
                  <a:lnTo>
                    <a:pt x="7956" y="13515"/>
                  </a:lnTo>
                  <a:lnTo>
                    <a:pt x="6990" y="11662"/>
                  </a:lnTo>
                  <a:lnTo>
                    <a:pt x="5021" y="7955"/>
                  </a:lnTo>
                  <a:lnTo>
                    <a:pt x="3013" y="4286"/>
                  </a:lnTo>
                  <a:lnTo>
                    <a:pt x="1005" y="618"/>
                  </a:lnTo>
                  <a:close/>
                  <a:moveTo>
                    <a:pt x="657" y="502"/>
                  </a:moveTo>
                  <a:lnTo>
                    <a:pt x="657" y="541"/>
                  </a:lnTo>
                  <a:lnTo>
                    <a:pt x="4673" y="8032"/>
                  </a:lnTo>
                  <a:lnTo>
                    <a:pt x="6720" y="11739"/>
                  </a:lnTo>
                  <a:lnTo>
                    <a:pt x="7763" y="13593"/>
                  </a:lnTo>
                  <a:lnTo>
                    <a:pt x="8805" y="15446"/>
                  </a:lnTo>
                  <a:lnTo>
                    <a:pt x="8651" y="15523"/>
                  </a:lnTo>
                  <a:lnTo>
                    <a:pt x="7415" y="13747"/>
                  </a:lnTo>
                  <a:lnTo>
                    <a:pt x="6179" y="12009"/>
                  </a:lnTo>
                  <a:lnTo>
                    <a:pt x="3592" y="8534"/>
                  </a:lnTo>
                  <a:lnTo>
                    <a:pt x="2318" y="6758"/>
                  </a:lnTo>
                  <a:lnTo>
                    <a:pt x="1005" y="4943"/>
                  </a:lnTo>
                  <a:lnTo>
                    <a:pt x="850" y="4711"/>
                  </a:lnTo>
                  <a:lnTo>
                    <a:pt x="735" y="4479"/>
                  </a:lnTo>
                  <a:lnTo>
                    <a:pt x="619" y="4209"/>
                  </a:lnTo>
                  <a:lnTo>
                    <a:pt x="542" y="3939"/>
                  </a:lnTo>
                  <a:lnTo>
                    <a:pt x="464" y="3398"/>
                  </a:lnTo>
                  <a:lnTo>
                    <a:pt x="426" y="2819"/>
                  </a:lnTo>
                  <a:lnTo>
                    <a:pt x="464" y="2240"/>
                  </a:lnTo>
                  <a:lnTo>
                    <a:pt x="503" y="1661"/>
                  </a:lnTo>
                  <a:lnTo>
                    <a:pt x="657" y="502"/>
                  </a:lnTo>
                  <a:close/>
                  <a:moveTo>
                    <a:pt x="11508" y="12280"/>
                  </a:moveTo>
                  <a:lnTo>
                    <a:pt x="11663" y="12357"/>
                  </a:lnTo>
                  <a:lnTo>
                    <a:pt x="11817" y="12434"/>
                  </a:lnTo>
                  <a:lnTo>
                    <a:pt x="12165" y="12859"/>
                  </a:lnTo>
                  <a:lnTo>
                    <a:pt x="12242" y="13052"/>
                  </a:lnTo>
                  <a:lnTo>
                    <a:pt x="12280" y="13245"/>
                  </a:lnTo>
                  <a:lnTo>
                    <a:pt x="12242" y="13438"/>
                  </a:lnTo>
                  <a:lnTo>
                    <a:pt x="12203" y="13631"/>
                  </a:lnTo>
                  <a:lnTo>
                    <a:pt x="12049" y="14017"/>
                  </a:lnTo>
                  <a:lnTo>
                    <a:pt x="11856" y="14365"/>
                  </a:lnTo>
                  <a:lnTo>
                    <a:pt x="11508" y="14790"/>
                  </a:lnTo>
                  <a:lnTo>
                    <a:pt x="11122" y="15176"/>
                  </a:lnTo>
                  <a:lnTo>
                    <a:pt x="10697" y="15523"/>
                  </a:lnTo>
                  <a:lnTo>
                    <a:pt x="10273" y="15871"/>
                  </a:lnTo>
                  <a:lnTo>
                    <a:pt x="10157" y="15871"/>
                  </a:lnTo>
                  <a:lnTo>
                    <a:pt x="10118" y="15987"/>
                  </a:lnTo>
                  <a:lnTo>
                    <a:pt x="9771" y="16180"/>
                  </a:lnTo>
                  <a:lnTo>
                    <a:pt x="9114" y="16604"/>
                  </a:lnTo>
                  <a:lnTo>
                    <a:pt x="8458" y="16952"/>
                  </a:lnTo>
                  <a:lnTo>
                    <a:pt x="7724" y="17261"/>
                  </a:lnTo>
                  <a:lnTo>
                    <a:pt x="6990" y="17493"/>
                  </a:lnTo>
                  <a:lnTo>
                    <a:pt x="6643" y="17608"/>
                  </a:lnTo>
                  <a:lnTo>
                    <a:pt x="6295" y="17647"/>
                  </a:lnTo>
                  <a:lnTo>
                    <a:pt x="5755" y="17647"/>
                  </a:lnTo>
                  <a:lnTo>
                    <a:pt x="5562" y="17570"/>
                  </a:lnTo>
                  <a:lnTo>
                    <a:pt x="5446" y="17493"/>
                  </a:lnTo>
                  <a:lnTo>
                    <a:pt x="5330" y="17415"/>
                  </a:lnTo>
                  <a:lnTo>
                    <a:pt x="5098" y="17184"/>
                  </a:lnTo>
                  <a:lnTo>
                    <a:pt x="4982" y="16875"/>
                  </a:lnTo>
                  <a:lnTo>
                    <a:pt x="4905" y="16604"/>
                  </a:lnTo>
                  <a:lnTo>
                    <a:pt x="4944" y="16411"/>
                  </a:lnTo>
                  <a:lnTo>
                    <a:pt x="4982" y="16218"/>
                  </a:lnTo>
                  <a:lnTo>
                    <a:pt x="5060" y="16064"/>
                  </a:lnTo>
                  <a:lnTo>
                    <a:pt x="5175" y="15948"/>
                  </a:lnTo>
                  <a:lnTo>
                    <a:pt x="5291" y="15832"/>
                  </a:lnTo>
                  <a:lnTo>
                    <a:pt x="5407" y="15755"/>
                  </a:lnTo>
                  <a:lnTo>
                    <a:pt x="5523" y="15716"/>
                  </a:lnTo>
                  <a:lnTo>
                    <a:pt x="5639" y="15755"/>
                  </a:lnTo>
                  <a:lnTo>
                    <a:pt x="5793" y="15832"/>
                  </a:lnTo>
                  <a:lnTo>
                    <a:pt x="5948" y="15948"/>
                  </a:lnTo>
                  <a:lnTo>
                    <a:pt x="6064" y="16141"/>
                  </a:lnTo>
                  <a:lnTo>
                    <a:pt x="6257" y="16373"/>
                  </a:lnTo>
                  <a:lnTo>
                    <a:pt x="6102" y="16411"/>
                  </a:lnTo>
                  <a:lnTo>
                    <a:pt x="6025" y="16450"/>
                  </a:lnTo>
                  <a:lnTo>
                    <a:pt x="6025" y="16566"/>
                  </a:lnTo>
                  <a:lnTo>
                    <a:pt x="6064" y="16643"/>
                  </a:lnTo>
                  <a:lnTo>
                    <a:pt x="6141" y="16643"/>
                  </a:lnTo>
                  <a:lnTo>
                    <a:pt x="6913" y="16566"/>
                  </a:lnTo>
                  <a:lnTo>
                    <a:pt x="7685" y="16373"/>
                  </a:lnTo>
                  <a:lnTo>
                    <a:pt x="8496" y="16064"/>
                  </a:lnTo>
                  <a:lnTo>
                    <a:pt x="9230" y="15716"/>
                  </a:lnTo>
                  <a:lnTo>
                    <a:pt x="9616" y="15485"/>
                  </a:lnTo>
                  <a:lnTo>
                    <a:pt x="9964" y="15253"/>
                  </a:lnTo>
                  <a:lnTo>
                    <a:pt x="10273" y="15021"/>
                  </a:lnTo>
                  <a:lnTo>
                    <a:pt x="10581" y="14751"/>
                  </a:lnTo>
                  <a:lnTo>
                    <a:pt x="10890" y="14481"/>
                  </a:lnTo>
                  <a:lnTo>
                    <a:pt x="11122" y="14172"/>
                  </a:lnTo>
                  <a:lnTo>
                    <a:pt x="11354" y="13824"/>
                  </a:lnTo>
                  <a:lnTo>
                    <a:pt x="11547" y="13515"/>
                  </a:lnTo>
                  <a:lnTo>
                    <a:pt x="11547" y="13438"/>
                  </a:lnTo>
                  <a:lnTo>
                    <a:pt x="11547" y="13361"/>
                  </a:lnTo>
                  <a:lnTo>
                    <a:pt x="11508" y="13284"/>
                  </a:lnTo>
                  <a:lnTo>
                    <a:pt x="11431" y="13245"/>
                  </a:lnTo>
                  <a:lnTo>
                    <a:pt x="11238" y="13245"/>
                  </a:lnTo>
                  <a:lnTo>
                    <a:pt x="11161" y="13322"/>
                  </a:lnTo>
                  <a:lnTo>
                    <a:pt x="10968" y="13670"/>
                  </a:lnTo>
                  <a:lnTo>
                    <a:pt x="10775" y="13554"/>
                  </a:lnTo>
                  <a:lnTo>
                    <a:pt x="10659" y="13438"/>
                  </a:lnTo>
                  <a:lnTo>
                    <a:pt x="10620" y="13284"/>
                  </a:lnTo>
                  <a:lnTo>
                    <a:pt x="10581" y="13168"/>
                  </a:lnTo>
                  <a:lnTo>
                    <a:pt x="10620" y="13013"/>
                  </a:lnTo>
                  <a:lnTo>
                    <a:pt x="10659" y="12859"/>
                  </a:lnTo>
                  <a:lnTo>
                    <a:pt x="10852" y="12627"/>
                  </a:lnTo>
                  <a:lnTo>
                    <a:pt x="10929" y="12473"/>
                  </a:lnTo>
                  <a:lnTo>
                    <a:pt x="11045" y="12357"/>
                  </a:lnTo>
                  <a:lnTo>
                    <a:pt x="11122" y="12318"/>
                  </a:lnTo>
                  <a:lnTo>
                    <a:pt x="11238" y="12280"/>
                  </a:lnTo>
                  <a:close/>
                  <a:moveTo>
                    <a:pt x="426" y="0"/>
                  </a:moveTo>
                  <a:lnTo>
                    <a:pt x="349" y="39"/>
                  </a:lnTo>
                  <a:lnTo>
                    <a:pt x="271" y="116"/>
                  </a:lnTo>
                  <a:lnTo>
                    <a:pt x="233" y="193"/>
                  </a:lnTo>
                  <a:lnTo>
                    <a:pt x="78" y="2587"/>
                  </a:lnTo>
                  <a:lnTo>
                    <a:pt x="40" y="3012"/>
                  </a:lnTo>
                  <a:lnTo>
                    <a:pt x="1" y="3475"/>
                  </a:lnTo>
                  <a:lnTo>
                    <a:pt x="40" y="3900"/>
                  </a:lnTo>
                  <a:lnTo>
                    <a:pt x="117" y="4325"/>
                  </a:lnTo>
                  <a:lnTo>
                    <a:pt x="233" y="4518"/>
                  </a:lnTo>
                  <a:lnTo>
                    <a:pt x="349" y="4750"/>
                  </a:lnTo>
                  <a:lnTo>
                    <a:pt x="619" y="5175"/>
                  </a:lnTo>
                  <a:lnTo>
                    <a:pt x="1237" y="5985"/>
                  </a:lnTo>
                  <a:lnTo>
                    <a:pt x="2665" y="7955"/>
                  </a:lnTo>
                  <a:lnTo>
                    <a:pt x="5446" y="11816"/>
                  </a:lnTo>
                  <a:lnTo>
                    <a:pt x="6874" y="13747"/>
                  </a:lnTo>
                  <a:lnTo>
                    <a:pt x="8342" y="15639"/>
                  </a:lnTo>
                  <a:lnTo>
                    <a:pt x="7492" y="15987"/>
                  </a:lnTo>
                  <a:lnTo>
                    <a:pt x="6643" y="16257"/>
                  </a:lnTo>
                  <a:lnTo>
                    <a:pt x="6643" y="16257"/>
                  </a:lnTo>
                  <a:lnTo>
                    <a:pt x="6681" y="16102"/>
                  </a:lnTo>
                  <a:lnTo>
                    <a:pt x="6681" y="15948"/>
                  </a:lnTo>
                  <a:lnTo>
                    <a:pt x="6643" y="15755"/>
                  </a:lnTo>
                  <a:lnTo>
                    <a:pt x="6565" y="15639"/>
                  </a:lnTo>
                  <a:lnTo>
                    <a:pt x="6488" y="15485"/>
                  </a:lnTo>
                  <a:lnTo>
                    <a:pt x="6334" y="15369"/>
                  </a:lnTo>
                  <a:lnTo>
                    <a:pt x="6179" y="15292"/>
                  </a:lnTo>
                  <a:lnTo>
                    <a:pt x="6025" y="15253"/>
                  </a:lnTo>
                  <a:lnTo>
                    <a:pt x="5716" y="15253"/>
                  </a:lnTo>
                  <a:lnTo>
                    <a:pt x="5484" y="15292"/>
                  </a:lnTo>
                  <a:lnTo>
                    <a:pt x="5214" y="15407"/>
                  </a:lnTo>
                  <a:lnTo>
                    <a:pt x="5021" y="15600"/>
                  </a:lnTo>
                  <a:lnTo>
                    <a:pt x="4828" y="15794"/>
                  </a:lnTo>
                  <a:lnTo>
                    <a:pt x="4712" y="16025"/>
                  </a:lnTo>
                  <a:lnTo>
                    <a:pt x="4596" y="16296"/>
                  </a:lnTo>
                  <a:lnTo>
                    <a:pt x="4596" y="16566"/>
                  </a:lnTo>
                  <a:lnTo>
                    <a:pt x="4635" y="16991"/>
                  </a:lnTo>
                  <a:lnTo>
                    <a:pt x="4751" y="17300"/>
                  </a:lnTo>
                  <a:lnTo>
                    <a:pt x="4905" y="17531"/>
                  </a:lnTo>
                  <a:lnTo>
                    <a:pt x="5098" y="17724"/>
                  </a:lnTo>
                  <a:lnTo>
                    <a:pt x="5368" y="17840"/>
                  </a:lnTo>
                  <a:lnTo>
                    <a:pt x="5677" y="17917"/>
                  </a:lnTo>
                  <a:lnTo>
                    <a:pt x="6025" y="17956"/>
                  </a:lnTo>
                  <a:lnTo>
                    <a:pt x="6372" y="17917"/>
                  </a:lnTo>
                  <a:lnTo>
                    <a:pt x="6720" y="17840"/>
                  </a:lnTo>
                  <a:lnTo>
                    <a:pt x="7106" y="17763"/>
                  </a:lnTo>
                  <a:lnTo>
                    <a:pt x="7878" y="17531"/>
                  </a:lnTo>
                  <a:lnTo>
                    <a:pt x="8573" y="17222"/>
                  </a:lnTo>
                  <a:lnTo>
                    <a:pt x="9153" y="16952"/>
                  </a:lnTo>
                  <a:lnTo>
                    <a:pt x="9230" y="16875"/>
                  </a:lnTo>
                  <a:lnTo>
                    <a:pt x="9462" y="16759"/>
                  </a:lnTo>
                  <a:lnTo>
                    <a:pt x="10234" y="16257"/>
                  </a:lnTo>
                  <a:lnTo>
                    <a:pt x="10813" y="17106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4"/>
                  </a:lnTo>
                  <a:lnTo>
                    <a:pt x="12280" y="19037"/>
                  </a:lnTo>
                  <a:lnTo>
                    <a:pt x="12203" y="18883"/>
                  </a:lnTo>
                  <a:lnTo>
                    <a:pt x="11817" y="18149"/>
                  </a:lnTo>
                  <a:lnTo>
                    <a:pt x="11392" y="17454"/>
                  </a:lnTo>
                  <a:lnTo>
                    <a:pt x="10929" y="16759"/>
                  </a:lnTo>
                  <a:lnTo>
                    <a:pt x="10466" y="16102"/>
                  </a:lnTo>
                  <a:lnTo>
                    <a:pt x="10968" y="15716"/>
                  </a:lnTo>
                  <a:lnTo>
                    <a:pt x="11470" y="15253"/>
                  </a:lnTo>
                  <a:lnTo>
                    <a:pt x="11894" y="14790"/>
                  </a:lnTo>
                  <a:lnTo>
                    <a:pt x="12126" y="14558"/>
                  </a:lnTo>
                  <a:lnTo>
                    <a:pt x="12280" y="14288"/>
                  </a:lnTo>
                  <a:lnTo>
                    <a:pt x="12435" y="14056"/>
                  </a:lnTo>
                  <a:lnTo>
                    <a:pt x="12512" y="13786"/>
                  </a:lnTo>
                  <a:lnTo>
                    <a:pt x="12589" y="13554"/>
                  </a:lnTo>
                  <a:lnTo>
                    <a:pt x="12628" y="13284"/>
                  </a:lnTo>
                  <a:lnTo>
                    <a:pt x="12589" y="13052"/>
                  </a:lnTo>
                  <a:lnTo>
                    <a:pt x="12512" y="12820"/>
                  </a:lnTo>
                  <a:lnTo>
                    <a:pt x="12358" y="12589"/>
                  </a:lnTo>
                  <a:lnTo>
                    <a:pt x="12165" y="12357"/>
                  </a:lnTo>
                  <a:lnTo>
                    <a:pt x="11972" y="12202"/>
                  </a:lnTo>
                  <a:lnTo>
                    <a:pt x="11740" y="12087"/>
                  </a:lnTo>
                  <a:lnTo>
                    <a:pt x="11470" y="12009"/>
                  </a:lnTo>
                  <a:lnTo>
                    <a:pt x="11238" y="12009"/>
                  </a:lnTo>
                  <a:lnTo>
                    <a:pt x="10968" y="12048"/>
                  </a:lnTo>
                  <a:lnTo>
                    <a:pt x="10736" y="12125"/>
                  </a:lnTo>
                  <a:lnTo>
                    <a:pt x="10543" y="12280"/>
                  </a:lnTo>
                  <a:lnTo>
                    <a:pt x="10388" y="12511"/>
                  </a:lnTo>
                  <a:lnTo>
                    <a:pt x="10311" y="12704"/>
                  </a:lnTo>
                  <a:lnTo>
                    <a:pt x="10273" y="12897"/>
                  </a:lnTo>
                  <a:lnTo>
                    <a:pt x="10273" y="13091"/>
                  </a:lnTo>
                  <a:lnTo>
                    <a:pt x="10311" y="13284"/>
                  </a:lnTo>
                  <a:lnTo>
                    <a:pt x="10388" y="13477"/>
                  </a:lnTo>
                  <a:lnTo>
                    <a:pt x="10504" y="13631"/>
                  </a:lnTo>
                  <a:lnTo>
                    <a:pt x="10620" y="13786"/>
                  </a:lnTo>
                  <a:lnTo>
                    <a:pt x="10813" y="13901"/>
                  </a:lnTo>
                  <a:lnTo>
                    <a:pt x="10504" y="14249"/>
                  </a:lnTo>
                  <a:lnTo>
                    <a:pt x="10157" y="14597"/>
                  </a:lnTo>
                  <a:lnTo>
                    <a:pt x="9771" y="14867"/>
                  </a:lnTo>
                  <a:lnTo>
                    <a:pt x="9431" y="15083"/>
                  </a:lnTo>
                  <a:lnTo>
                    <a:pt x="9431" y="15083"/>
                  </a:lnTo>
                  <a:lnTo>
                    <a:pt x="9462" y="15021"/>
                  </a:lnTo>
                  <a:lnTo>
                    <a:pt x="9500" y="14944"/>
                  </a:lnTo>
                  <a:lnTo>
                    <a:pt x="9462" y="14828"/>
                  </a:lnTo>
                  <a:lnTo>
                    <a:pt x="5716" y="5754"/>
                  </a:lnTo>
                  <a:lnTo>
                    <a:pt x="4789" y="3475"/>
                  </a:lnTo>
                  <a:lnTo>
                    <a:pt x="4364" y="2471"/>
                  </a:lnTo>
                  <a:lnTo>
                    <a:pt x="4133" y="1969"/>
                  </a:lnTo>
                  <a:lnTo>
                    <a:pt x="3978" y="1738"/>
                  </a:lnTo>
                  <a:lnTo>
                    <a:pt x="3824" y="1545"/>
                  </a:lnTo>
                  <a:lnTo>
                    <a:pt x="3515" y="1236"/>
                  </a:lnTo>
                  <a:lnTo>
                    <a:pt x="3129" y="965"/>
                  </a:lnTo>
                  <a:lnTo>
                    <a:pt x="2743" y="772"/>
                  </a:lnTo>
                  <a:lnTo>
                    <a:pt x="2279" y="541"/>
                  </a:lnTo>
                  <a:lnTo>
                    <a:pt x="1816" y="386"/>
                  </a:lnTo>
                  <a:lnTo>
                    <a:pt x="1391" y="232"/>
                  </a:lnTo>
                  <a:lnTo>
                    <a:pt x="54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2" name="Google Shape;5482;p22"/>
            <p:cNvSpPr/>
            <p:nvPr/>
          </p:nvSpPr>
          <p:spPr>
            <a:xfrm>
              <a:off x="5383550" y="118015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3" y="464"/>
                  </a:moveTo>
                  <a:lnTo>
                    <a:pt x="2085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89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89" y="2472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7" y="3051"/>
                  </a:lnTo>
                  <a:lnTo>
                    <a:pt x="2356" y="3167"/>
                  </a:lnTo>
                  <a:lnTo>
                    <a:pt x="2085" y="3244"/>
                  </a:lnTo>
                  <a:lnTo>
                    <a:pt x="1777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4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80"/>
                  </a:lnTo>
                  <a:lnTo>
                    <a:pt x="1583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8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1" y="271"/>
                  </a:lnTo>
                  <a:lnTo>
                    <a:pt x="850" y="386"/>
                  </a:lnTo>
                  <a:lnTo>
                    <a:pt x="618" y="580"/>
                  </a:lnTo>
                  <a:lnTo>
                    <a:pt x="425" y="773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7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2"/>
                  </a:lnTo>
                  <a:lnTo>
                    <a:pt x="1583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2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6" y="2781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4"/>
                  </a:lnTo>
                  <a:lnTo>
                    <a:pt x="3669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3" name="Google Shape;5483;p22"/>
            <p:cNvSpPr/>
            <p:nvPr/>
          </p:nvSpPr>
          <p:spPr>
            <a:xfrm>
              <a:off x="1657200" y="1227450"/>
              <a:ext cx="61825" cy="90775"/>
            </a:xfrm>
            <a:custGeom>
              <a:avLst/>
              <a:gdLst/>
              <a:ahLst/>
              <a:cxnLst/>
              <a:rect l="l" t="t" r="r" b="b"/>
              <a:pathLst>
                <a:path w="2473" h="3631" extrusionOk="0">
                  <a:moveTo>
                    <a:pt x="1198" y="0"/>
                  </a:moveTo>
                  <a:lnTo>
                    <a:pt x="1082" y="39"/>
                  </a:lnTo>
                  <a:lnTo>
                    <a:pt x="1005" y="39"/>
                  </a:lnTo>
                  <a:lnTo>
                    <a:pt x="966" y="116"/>
                  </a:lnTo>
                  <a:lnTo>
                    <a:pt x="966" y="194"/>
                  </a:lnTo>
                  <a:lnTo>
                    <a:pt x="966" y="232"/>
                  </a:lnTo>
                  <a:lnTo>
                    <a:pt x="850" y="271"/>
                  </a:lnTo>
                  <a:lnTo>
                    <a:pt x="773" y="271"/>
                  </a:lnTo>
                  <a:lnTo>
                    <a:pt x="735" y="348"/>
                  </a:lnTo>
                  <a:lnTo>
                    <a:pt x="696" y="425"/>
                  </a:lnTo>
                  <a:lnTo>
                    <a:pt x="696" y="502"/>
                  </a:lnTo>
                  <a:lnTo>
                    <a:pt x="735" y="618"/>
                  </a:lnTo>
                  <a:lnTo>
                    <a:pt x="773" y="657"/>
                  </a:lnTo>
                  <a:lnTo>
                    <a:pt x="850" y="734"/>
                  </a:lnTo>
                  <a:lnTo>
                    <a:pt x="1082" y="811"/>
                  </a:lnTo>
                  <a:lnTo>
                    <a:pt x="1275" y="966"/>
                  </a:lnTo>
                  <a:lnTo>
                    <a:pt x="1468" y="1120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1"/>
                  </a:lnTo>
                  <a:lnTo>
                    <a:pt x="1970" y="2163"/>
                  </a:lnTo>
                  <a:lnTo>
                    <a:pt x="1932" y="2472"/>
                  </a:lnTo>
                  <a:lnTo>
                    <a:pt x="1816" y="2742"/>
                  </a:lnTo>
                  <a:lnTo>
                    <a:pt x="1739" y="2897"/>
                  </a:lnTo>
                  <a:lnTo>
                    <a:pt x="1661" y="2974"/>
                  </a:lnTo>
                  <a:lnTo>
                    <a:pt x="1545" y="3090"/>
                  </a:lnTo>
                  <a:lnTo>
                    <a:pt x="1391" y="3128"/>
                  </a:lnTo>
                  <a:lnTo>
                    <a:pt x="1237" y="3167"/>
                  </a:lnTo>
                  <a:lnTo>
                    <a:pt x="1043" y="3128"/>
                  </a:lnTo>
                  <a:lnTo>
                    <a:pt x="928" y="3012"/>
                  </a:lnTo>
                  <a:lnTo>
                    <a:pt x="850" y="2897"/>
                  </a:lnTo>
                  <a:lnTo>
                    <a:pt x="812" y="2742"/>
                  </a:lnTo>
                  <a:lnTo>
                    <a:pt x="850" y="2626"/>
                  </a:lnTo>
                  <a:lnTo>
                    <a:pt x="928" y="2472"/>
                  </a:lnTo>
                  <a:lnTo>
                    <a:pt x="1082" y="2356"/>
                  </a:lnTo>
                  <a:lnTo>
                    <a:pt x="1159" y="2279"/>
                  </a:lnTo>
                  <a:lnTo>
                    <a:pt x="1159" y="2163"/>
                  </a:lnTo>
                  <a:lnTo>
                    <a:pt x="1159" y="2047"/>
                  </a:lnTo>
                  <a:lnTo>
                    <a:pt x="1082" y="1970"/>
                  </a:lnTo>
                  <a:lnTo>
                    <a:pt x="657" y="1622"/>
                  </a:lnTo>
                  <a:lnTo>
                    <a:pt x="426" y="1468"/>
                  </a:lnTo>
                  <a:lnTo>
                    <a:pt x="194" y="1352"/>
                  </a:lnTo>
                  <a:lnTo>
                    <a:pt x="1" y="1622"/>
                  </a:lnTo>
                  <a:lnTo>
                    <a:pt x="271" y="1893"/>
                  </a:lnTo>
                  <a:lnTo>
                    <a:pt x="580" y="2163"/>
                  </a:lnTo>
                  <a:lnTo>
                    <a:pt x="426" y="2356"/>
                  </a:lnTo>
                  <a:lnTo>
                    <a:pt x="348" y="2626"/>
                  </a:lnTo>
                  <a:lnTo>
                    <a:pt x="348" y="2897"/>
                  </a:lnTo>
                  <a:lnTo>
                    <a:pt x="348" y="3051"/>
                  </a:lnTo>
                  <a:lnTo>
                    <a:pt x="426" y="3167"/>
                  </a:lnTo>
                  <a:lnTo>
                    <a:pt x="541" y="3360"/>
                  </a:lnTo>
                  <a:lnTo>
                    <a:pt x="696" y="3476"/>
                  </a:lnTo>
                  <a:lnTo>
                    <a:pt x="889" y="3553"/>
                  </a:lnTo>
                  <a:lnTo>
                    <a:pt x="1082" y="3630"/>
                  </a:lnTo>
                  <a:lnTo>
                    <a:pt x="1275" y="3630"/>
                  </a:lnTo>
                  <a:lnTo>
                    <a:pt x="1507" y="3592"/>
                  </a:lnTo>
                  <a:lnTo>
                    <a:pt x="1700" y="3514"/>
                  </a:lnTo>
                  <a:lnTo>
                    <a:pt x="1854" y="3437"/>
                  </a:lnTo>
                  <a:lnTo>
                    <a:pt x="2047" y="3244"/>
                  </a:lnTo>
                  <a:lnTo>
                    <a:pt x="2202" y="3090"/>
                  </a:lnTo>
                  <a:lnTo>
                    <a:pt x="2318" y="2897"/>
                  </a:lnTo>
                  <a:lnTo>
                    <a:pt x="2395" y="2703"/>
                  </a:lnTo>
                  <a:lnTo>
                    <a:pt x="2434" y="2472"/>
                  </a:lnTo>
                  <a:lnTo>
                    <a:pt x="2472" y="2279"/>
                  </a:lnTo>
                  <a:lnTo>
                    <a:pt x="2434" y="2047"/>
                  </a:lnTo>
                  <a:lnTo>
                    <a:pt x="2395" y="1815"/>
                  </a:lnTo>
                  <a:lnTo>
                    <a:pt x="2318" y="1622"/>
                  </a:lnTo>
                  <a:lnTo>
                    <a:pt x="2202" y="1391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4" name="Google Shape;5484;p22"/>
            <p:cNvSpPr/>
            <p:nvPr/>
          </p:nvSpPr>
          <p:spPr>
            <a:xfrm>
              <a:off x="6055450" y="1230350"/>
              <a:ext cx="302175" cy="155450"/>
            </a:xfrm>
            <a:custGeom>
              <a:avLst/>
              <a:gdLst/>
              <a:ahLst/>
              <a:cxnLst/>
              <a:rect l="l" t="t" r="r" b="b"/>
              <a:pathLst>
                <a:path w="12087" h="6218" extrusionOk="0">
                  <a:moveTo>
                    <a:pt x="11739" y="0"/>
                  </a:moveTo>
                  <a:lnTo>
                    <a:pt x="11662" y="39"/>
                  </a:lnTo>
                  <a:lnTo>
                    <a:pt x="11585" y="78"/>
                  </a:lnTo>
                  <a:lnTo>
                    <a:pt x="11507" y="116"/>
                  </a:lnTo>
                  <a:lnTo>
                    <a:pt x="11469" y="232"/>
                  </a:lnTo>
                  <a:lnTo>
                    <a:pt x="11469" y="309"/>
                  </a:lnTo>
                  <a:lnTo>
                    <a:pt x="11507" y="425"/>
                  </a:lnTo>
                  <a:lnTo>
                    <a:pt x="11585" y="580"/>
                  </a:lnTo>
                  <a:lnTo>
                    <a:pt x="11623" y="773"/>
                  </a:lnTo>
                  <a:lnTo>
                    <a:pt x="11585" y="966"/>
                  </a:lnTo>
                  <a:lnTo>
                    <a:pt x="11507" y="1120"/>
                  </a:lnTo>
                  <a:lnTo>
                    <a:pt x="11392" y="1275"/>
                  </a:lnTo>
                  <a:lnTo>
                    <a:pt x="11276" y="1429"/>
                  </a:lnTo>
                  <a:lnTo>
                    <a:pt x="10928" y="1738"/>
                  </a:lnTo>
                  <a:lnTo>
                    <a:pt x="10503" y="2008"/>
                  </a:lnTo>
                  <a:lnTo>
                    <a:pt x="10079" y="2240"/>
                  </a:lnTo>
                  <a:lnTo>
                    <a:pt x="9422" y="2587"/>
                  </a:lnTo>
                  <a:lnTo>
                    <a:pt x="9036" y="2781"/>
                  </a:lnTo>
                  <a:lnTo>
                    <a:pt x="9036" y="2703"/>
                  </a:lnTo>
                  <a:lnTo>
                    <a:pt x="8959" y="2626"/>
                  </a:lnTo>
                  <a:lnTo>
                    <a:pt x="8495" y="2201"/>
                  </a:lnTo>
                  <a:lnTo>
                    <a:pt x="8109" y="1699"/>
                  </a:lnTo>
                  <a:lnTo>
                    <a:pt x="7839" y="1892"/>
                  </a:lnTo>
                  <a:lnTo>
                    <a:pt x="7993" y="2201"/>
                  </a:lnTo>
                  <a:lnTo>
                    <a:pt x="8187" y="2510"/>
                  </a:lnTo>
                  <a:lnTo>
                    <a:pt x="8418" y="2781"/>
                  </a:lnTo>
                  <a:lnTo>
                    <a:pt x="8650" y="2974"/>
                  </a:lnTo>
                  <a:lnTo>
                    <a:pt x="7607" y="3514"/>
                  </a:lnTo>
                  <a:lnTo>
                    <a:pt x="6565" y="3978"/>
                  </a:lnTo>
                  <a:lnTo>
                    <a:pt x="5252" y="4518"/>
                  </a:lnTo>
                  <a:lnTo>
                    <a:pt x="3939" y="4982"/>
                  </a:lnTo>
                  <a:lnTo>
                    <a:pt x="3669" y="5059"/>
                  </a:lnTo>
                  <a:lnTo>
                    <a:pt x="3707" y="4711"/>
                  </a:lnTo>
                  <a:lnTo>
                    <a:pt x="3630" y="4364"/>
                  </a:lnTo>
                  <a:lnTo>
                    <a:pt x="3514" y="4055"/>
                  </a:lnTo>
                  <a:lnTo>
                    <a:pt x="3321" y="3707"/>
                  </a:lnTo>
                  <a:lnTo>
                    <a:pt x="3012" y="3900"/>
                  </a:lnTo>
                  <a:lnTo>
                    <a:pt x="3128" y="4171"/>
                  </a:lnTo>
                  <a:lnTo>
                    <a:pt x="3205" y="4441"/>
                  </a:lnTo>
                  <a:lnTo>
                    <a:pt x="3244" y="4866"/>
                  </a:lnTo>
                  <a:lnTo>
                    <a:pt x="3244" y="5252"/>
                  </a:lnTo>
                  <a:lnTo>
                    <a:pt x="2356" y="5522"/>
                  </a:lnTo>
                  <a:lnTo>
                    <a:pt x="1892" y="5638"/>
                  </a:lnTo>
                  <a:lnTo>
                    <a:pt x="1429" y="5677"/>
                  </a:lnTo>
                  <a:lnTo>
                    <a:pt x="1043" y="5715"/>
                  </a:lnTo>
                  <a:lnTo>
                    <a:pt x="850" y="5715"/>
                  </a:lnTo>
                  <a:lnTo>
                    <a:pt x="695" y="5677"/>
                  </a:lnTo>
                  <a:lnTo>
                    <a:pt x="579" y="5599"/>
                  </a:lnTo>
                  <a:lnTo>
                    <a:pt x="464" y="5522"/>
                  </a:lnTo>
                  <a:lnTo>
                    <a:pt x="386" y="5406"/>
                  </a:lnTo>
                  <a:lnTo>
                    <a:pt x="348" y="5291"/>
                  </a:lnTo>
                  <a:lnTo>
                    <a:pt x="309" y="5213"/>
                  </a:lnTo>
                  <a:lnTo>
                    <a:pt x="270" y="5175"/>
                  </a:lnTo>
                  <a:lnTo>
                    <a:pt x="155" y="5136"/>
                  </a:lnTo>
                  <a:lnTo>
                    <a:pt x="77" y="5175"/>
                  </a:lnTo>
                  <a:lnTo>
                    <a:pt x="39" y="5213"/>
                  </a:lnTo>
                  <a:lnTo>
                    <a:pt x="0" y="5291"/>
                  </a:lnTo>
                  <a:lnTo>
                    <a:pt x="0" y="5445"/>
                  </a:lnTo>
                  <a:lnTo>
                    <a:pt x="39" y="5599"/>
                  </a:lnTo>
                  <a:lnTo>
                    <a:pt x="77" y="5754"/>
                  </a:lnTo>
                  <a:lnTo>
                    <a:pt x="155" y="5870"/>
                  </a:lnTo>
                  <a:lnTo>
                    <a:pt x="232" y="5947"/>
                  </a:lnTo>
                  <a:lnTo>
                    <a:pt x="309" y="6024"/>
                  </a:lnTo>
                  <a:lnTo>
                    <a:pt x="541" y="6140"/>
                  </a:lnTo>
                  <a:lnTo>
                    <a:pt x="811" y="6179"/>
                  </a:lnTo>
                  <a:lnTo>
                    <a:pt x="1120" y="6217"/>
                  </a:lnTo>
                  <a:lnTo>
                    <a:pt x="1429" y="6179"/>
                  </a:lnTo>
                  <a:lnTo>
                    <a:pt x="1699" y="6140"/>
                  </a:lnTo>
                  <a:lnTo>
                    <a:pt x="2896" y="5831"/>
                  </a:lnTo>
                  <a:lnTo>
                    <a:pt x="4093" y="5445"/>
                  </a:lnTo>
                  <a:lnTo>
                    <a:pt x="5290" y="5020"/>
                  </a:lnTo>
                  <a:lnTo>
                    <a:pt x="6449" y="4557"/>
                  </a:lnTo>
                  <a:lnTo>
                    <a:pt x="7530" y="4093"/>
                  </a:lnTo>
                  <a:lnTo>
                    <a:pt x="8573" y="3591"/>
                  </a:lnTo>
                  <a:lnTo>
                    <a:pt x="9615" y="3051"/>
                  </a:lnTo>
                  <a:lnTo>
                    <a:pt x="10619" y="2472"/>
                  </a:lnTo>
                  <a:lnTo>
                    <a:pt x="10928" y="2279"/>
                  </a:lnTo>
                  <a:lnTo>
                    <a:pt x="11276" y="2047"/>
                  </a:lnTo>
                  <a:lnTo>
                    <a:pt x="11546" y="1777"/>
                  </a:lnTo>
                  <a:lnTo>
                    <a:pt x="11816" y="1506"/>
                  </a:lnTo>
                  <a:lnTo>
                    <a:pt x="12009" y="1197"/>
                  </a:lnTo>
                  <a:lnTo>
                    <a:pt x="12048" y="1043"/>
                  </a:lnTo>
                  <a:lnTo>
                    <a:pt x="12087" y="888"/>
                  </a:lnTo>
                  <a:lnTo>
                    <a:pt x="12087" y="695"/>
                  </a:lnTo>
                  <a:lnTo>
                    <a:pt x="12048" y="502"/>
                  </a:lnTo>
                  <a:lnTo>
                    <a:pt x="12009" y="309"/>
                  </a:lnTo>
                  <a:lnTo>
                    <a:pt x="11894" y="116"/>
                  </a:lnTo>
                  <a:lnTo>
                    <a:pt x="11816" y="39"/>
                  </a:lnTo>
                  <a:lnTo>
                    <a:pt x="1173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5" name="Google Shape;5485;p22"/>
            <p:cNvSpPr/>
            <p:nvPr/>
          </p:nvSpPr>
          <p:spPr>
            <a:xfrm>
              <a:off x="4272400" y="1236125"/>
              <a:ext cx="61800" cy="89825"/>
            </a:xfrm>
            <a:custGeom>
              <a:avLst/>
              <a:gdLst/>
              <a:ahLst/>
              <a:cxnLst/>
              <a:rect l="l" t="t" r="r" b="b"/>
              <a:pathLst>
                <a:path w="2472" h="3593" extrusionOk="0">
                  <a:moveTo>
                    <a:pt x="1082" y="1"/>
                  </a:moveTo>
                  <a:lnTo>
                    <a:pt x="1005" y="40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3"/>
                  </a:lnTo>
                  <a:lnTo>
                    <a:pt x="850" y="233"/>
                  </a:lnTo>
                  <a:lnTo>
                    <a:pt x="773" y="271"/>
                  </a:lnTo>
                  <a:lnTo>
                    <a:pt x="734" y="349"/>
                  </a:lnTo>
                  <a:lnTo>
                    <a:pt x="696" y="426"/>
                  </a:lnTo>
                  <a:lnTo>
                    <a:pt x="696" y="503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2"/>
                  </a:lnTo>
                  <a:lnTo>
                    <a:pt x="1275" y="928"/>
                  </a:lnTo>
                  <a:lnTo>
                    <a:pt x="1468" y="1082"/>
                  </a:lnTo>
                  <a:lnTo>
                    <a:pt x="1622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1" y="1932"/>
                  </a:lnTo>
                  <a:lnTo>
                    <a:pt x="1931" y="2163"/>
                  </a:lnTo>
                  <a:lnTo>
                    <a:pt x="1931" y="2434"/>
                  </a:lnTo>
                  <a:lnTo>
                    <a:pt x="1815" y="2743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2"/>
                  </a:lnTo>
                  <a:lnTo>
                    <a:pt x="1391" y="3129"/>
                  </a:lnTo>
                  <a:lnTo>
                    <a:pt x="1198" y="3129"/>
                  </a:lnTo>
                  <a:lnTo>
                    <a:pt x="1043" y="3090"/>
                  </a:lnTo>
                  <a:lnTo>
                    <a:pt x="927" y="3013"/>
                  </a:lnTo>
                  <a:lnTo>
                    <a:pt x="850" y="2897"/>
                  </a:lnTo>
                  <a:lnTo>
                    <a:pt x="811" y="2743"/>
                  </a:lnTo>
                  <a:lnTo>
                    <a:pt x="850" y="2588"/>
                  </a:lnTo>
                  <a:lnTo>
                    <a:pt x="927" y="2434"/>
                  </a:lnTo>
                  <a:lnTo>
                    <a:pt x="1043" y="2318"/>
                  </a:lnTo>
                  <a:lnTo>
                    <a:pt x="1159" y="2241"/>
                  </a:lnTo>
                  <a:lnTo>
                    <a:pt x="1159" y="2125"/>
                  </a:lnTo>
                  <a:lnTo>
                    <a:pt x="1120" y="2009"/>
                  </a:lnTo>
                  <a:lnTo>
                    <a:pt x="1043" y="1932"/>
                  </a:lnTo>
                  <a:lnTo>
                    <a:pt x="657" y="1623"/>
                  </a:lnTo>
                  <a:lnTo>
                    <a:pt x="425" y="1468"/>
                  </a:lnTo>
                  <a:lnTo>
                    <a:pt x="194" y="1314"/>
                  </a:lnTo>
                  <a:lnTo>
                    <a:pt x="1" y="1623"/>
                  </a:lnTo>
                  <a:lnTo>
                    <a:pt x="271" y="1893"/>
                  </a:lnTo>
                  <a:lnTo>
                    <a:pt x="580" y="2125"/>
                  </a:lnTo>
                  <a:lnTo>
                    <a:pt x="425" y="2356"/>
                  </a:lnTo>
                  <a:lnTo>
                    <a:pt x="348" y="2627"/>
                  </a:lnTo>
                  <a:lnTo>
                    <a:pt x="309" y="2897"/>
                  </a:lnTo>
                  <a:lnTo>
                    <a:pt x="348" y="3052"/>
                  </a:lnTo>
                  <a:lnTo>
                    <a:pt x="425" y="3167"/>
                  </a:lnTo>
                  <a:lnTo>
                    <a:pt x="541" y="3322"/>
                  </a:lnTo>
                  <a:lnTo>
                    <a:pt x="696" y="3476"/>
                  </a:lnTo>
                  <a:lnTo>
                    <a:pt x="889" y="3554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4"/>
                  </a:lnTo>
                  <a:lnTo>
                    <a:pt x="1700" y="3515"/>
                  </a:lnTo>
                  <a:lnTo>
                    <a:pt x="1854" y="3399"/>
                  </a:lnTo>
                  <a:lnTo>
                    <a:pt x="2047" y="3245"/>
                  </a:lnTo>
                  <a:lnTo>
                    <a:pt x="2202" y="3052"/>
                  </a:lnTo>
                  <a:lnTo>
                    <a:pt x="2317" y="2858"/>
                  </a:lnTo>
                  <a:lnTo>
                    <a:pt x="2395" y="2665"/>
                  </a:lnTo>
                  <a:lnTo>
                    <a:pt x="2433" y="2472"/>
                  </a:lnTo>
                  <a:lnTo>
                    <a:pt x="2472" y="2241"/>
                  </a:lnTo>
                  <a:lnTo>
                    <a:pt x="2433" y="2009"/>
                  </a:lnTo>
                  <a:lnTo>
                    <a:pt x="2395" y="1816"/>
                  </a:lnTo>
                  <a:lnTo>
                    <a:pt x="2317" y="1584"/>
                  </a:lnTo>
                  <a:lnTo>
                    <a:pt x="2202" y="1391"/>
                  </a:lnTo>
                  <a:lnTo>
                    <a:pt x="1970" y="1005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6" name="Google Shape;5486;p22"/>
            <p:cNvSpPr/>
            <p:nvPr/>
          </p:nvSpPr>
          <p:spPr>
            <a:xfrm>
              <a:off x="799000" y="1245800"/>
              <a:ext cx="106200" cy="124550"/>
            </a:xfrm>
            <a:custGeom>
              <a:avLst/>
              <a:gdLst/>
              <a:ahLst/>
              <a:cxnLst/>
              <a:rect l="l" t="t" r="r" b="b"/>
              <a:pathLst>
                <a:path w="4248" h="4982" extrusionOk="0">
                  <a:moveTo>
                    <a:pt x="3862" y="0"/>
                  </a:moveTo>
                  <a:lnTo>
                    <a:pt x="3591" y="579"/>
                  </a:lnTo>
                  <a:lnTo>
                    <a:pt x="3244" y="1159"/>
                  </a:lnTo>
                  <a:lnTo>
                    <a:pt x="2896" y="1699"/>
                  </a:lnTo>
                  <a:lnTo>
                    <a:pt x="2510" y="2201"/>
                  </a:lnTo>
                  <a:lnTo>
                    <a:pt x="1931" y="2858"/>
                  </a:lnTo>
                  <a:lnTo>
                    <a:pt x="1313" y="3475"/>
                  </a:lnTo>
                  <a:lnTo>
                    <a:pt x="1004" y="3784"/>
                  </a:lnTo>
                  <a:lnTo>
                    <a:pt x="657" y="4016"/>
                  </a:lnTo>
                  <a:lnTo>
                    <a:pt x="309" y="4286"/>
                  </a:lnTo>
                  <a:lnTo>
                    <a:pt x="0" y="4595"/>
                  </a:lnTo>
                  <a:lnTo>
                    <a:pt x="39" y="4981"/>
                  </a:lnTo>
                  <a:lnTo>
                    <a:pt x="155" y="4981"/>
                  </a:lnTo>
                  <a:lnTo>
                    <a:pt x="541" y="4788"/>
                  </a:lnTo>
                  <a:lnTo>
                    <a:pt x="927" y="4557"/>
                  </a:lnTo>
                  <a:lnTo>
                    <a:pt x="1313" y="4248"/>
                  </a:lnTo>
                  <a:lnTo>
                    <a:pt x="1699" y="3939"/>
                  </a:lnTo>
                  <a:lnTo>
                    <a:pt x="2008" y="3591"/>
                  </a:lnTo>
                  <a:lnTo>
                    <a:pt x="2356" y="3205"/>
                  </a:lnTo>
                  <a:lnTo>
                    <a:pt x="2896" y="2510"/>
                  </a:lnTo>
                  <a:lnTo>
                    <a:pt x="3321" y="1969"/>
                  </a:lnTo>
                  <a:lnTo>
                    <a:pt x="3669" y="1390"/>
                  </a:lnTo>
                  <a:lnTo>
                    <a:pt x="3978" y="811"/>
                  </a:lnTo>
                  <a:lnTo>
                    <a:pt x="4248" y="193"/>
                  </a:lnTo>
                  <a:lnTo>
                    <a:pt x="386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7" name="Google Shape;5487;p22"/>
            <p:cNvSpPr/>
            <p:nvPr/>
          </p:nvSpPr>
          <p:spPr>
            <a:xfrm>
              <a:off x="747825" y="12477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5" y="271"/>
                  </a:moveTo>
                  <a:lnTo>
                    <a:pt x="1236" y="387"/>
                  </a:lnTo>
                  <a:lnTo>
                    <a:pt x="1429" y="541"/>
                  </a:lnTo>
                  <a:lnTo>
                    <a:pt x="1545" y="773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4" y="1197"/>
                  </a:lnTo>
                  <a:lnTo>
                    <a:pt x="1545" y="1313"/>
                  </a:lnTo>
                  <a:lnTo>
                    <a:pt x="1429" y="1391"/>
                  </a:lnTo>
                  <a:lnTo>
                    <a:pt x="1352" y="1468"/>
                  </a:lnTo>
                  <a:lnTo>
                    <a:pt x="1198" y="1545"/>
                  </a:lnTo>
                  <a:lnTo>
                    <a:pt x="966" y="1584"/>
                  </a:lnTo>
                  <a:lnTo>
                    <a:pt x="773" y="1545"/>
                  </a:lnTo>
                  <a:lnTo>
                    <a:pt x="657" y="1468"/>
                  </a:lnTo>
                  <a:lnTo>
                    <a:pt x="580" y="1429"/>
                  </a:lnTo>
                  <a:lnTo>
                    <a:pt x="503" y="1313"/>
                  </a:lnTo>
                  <a:lnTo>
                    <a:pt x="464" y="1197"/>
                  </a:lnTo>
                  <a:lnTo>
                    <a:pt x="425" y="1004"/>
                  </a:lnTo>
                  <a:lnTo>
                    <a:pt x="425" y="773"/>
                  </a:lnTo>
                  <a:lnTo>
                    <a:pt x="541" y="580"/>
                  </a:lnTo>
                  <a:lnTo>
                    <a:pt x="696" y="425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78"/>
                  </a:lnTo>
                  <a:lnTo>
                    <a:pt x="657" y="116"/>
                  </a:lnTo>
                  <a:lnTo>
                    <a:pt x="541" y="78"/>
                  </a:lnTo>
                  <a:lnTo>
                    <a:pt x="425" y="116"/>
                  </a:lnTo>
                  <a:lnTo>
                    <a:pt x="271" y="193"/>
                  </a:lnTo>
                  <a:lnTo>
                    <a:pt x="155" y="348"/>
                  </a:lnTo>
                  <a:lnTo>
                    <a:pt x="78" y="502"/>
                  </a:lnTo>
                  <a:lnTo>
                    <a:pt x="1" y="695"/>
                  </a:lnTo>
                  <a:lnTo>
                    <a:pt x="1" y="889"/>
                  </a:lnTo>
                  <a:lnTo>
                    <a:pt x="1" y="1082"/>
                  </a:lnTo>
                  <a:lnTo>
                    <a:pt x="39" y="1275"/>
                  </a:lnTo>
                  <a:lnTo>
                    <a:pt x="78" y="1429"/>
                  </a:lnTo>
                  <a:lnTo>
                    <a:pt x="194" y="1622"/>
                  </a:lnTo>
                  <a:lnTo>
                    <a:pt x="310" y="1777"/>
                  </a:lnTo>
                  <a:lnTo>
                    <a:pt x="464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043" y="2008"/>
                  </a:lnTo>
                  <a:lnTo>
                    <a:pt x="1236" y="1970"/>
                  </a:lnTo>
                  <a:lnTo>
                    <a:pt x="1429" y="1892"/>
                  </a:lnTo>
                  <a:lnTo>
                    <a:pt x="1584" y="1815"/>
                  </a:lnTo>
                  <a:lnTo>
                    <a:pt x="1738" y="1699"/>
                  </a:lnTo>
                  <a:lnTo>
                    <a:pt x="1893" y="1545"/>
                  </a:lnTo>
                  <a:lnTo>
                    <a:pt x="1970" y="1352"/>
                  </a:lnTo>
                  <a:lnTo>
                    <a:pt x="2047" y="1197"/>
                  </a:lnTo>
                  <a:lnTo>
                    <a:pt x="2086" y="1004"/>
                  </a:lnTo>
                  <a:lnTo>
                    <a:pt x="2047" y="811"/>
                  </a:lnTo>
                  <a:lnTo>
                    <a:pt x="1970" y="580"/>
                  </a:lnTo>
                  <a:lnTo>
                    <a:pt x="1893" y="425"/>
                  </a:lnTo>
                  <a:lnTo>
                    <a:pt x="1738" y="271"/>
                  </a:lnTo>
                  <a:lnTo>
                    <a:pt x="1584" y="155"/>
                  </a:lnTo>
                  <a:lnTo>
                    <a:pt x="1429" y="78"/>
                  </a:lnTo>
                  <a:lnTo>
                    <a:pt x="123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8" name="Google Shape;5488;p22"/>
            <p:cNvSpPr/>
            <p:nvPr/>
          </p:nvSpPr>
          <p:spPr>
            <a:xfrm>
              <a:off x="1261400" y="125255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1" y="194"/>
                  </a:lnTo>
                  <a:lnTo>
                    <a:pt x="503" y="927"/>
                  </a:lnTo>
                  <a:lnTo>
                    <a:pt x="1043" y="1622"/>
                  </a:lnTo>
                  <a:lnTo>
                    <a:pt x="1700" y="2240"/>
                  </a:lnTo>
                  <a:lnTo>
                    <a:pt x="2356" y="2858"/>
                  </a:lnTo>
                  <a:lnTo>
                    <a:pt x="3090" y="3360"/>
                  </a:lnTo>
                  <a:lnTo>
                    <a:pt x="3901" y="3823"/>
                  </a:lnTo>
                  <a:lnTo>
                    <a:pt x="4673" y="4209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05"/>
                  </a:lnTo>
                  <a:lnTo>
                    <a:pt x="7685" y="4943"/>
                  </a:lnTo>
                  <a:lnTo>
                    <a:pt x="8110" y="4982"/>
                  </a:lnTo>
                  <a:lnTo>
                    <a:pt x="8535" y="4943"/>
                  </a:lnTo>
                  <a:lnTo>
                    <a:pt x="8998" y="4905"/>
                  </a:lnTo>
                  <a:lnTo>
                    <a:pt x="9423" y="4866"/>
                  </a:lnTo>
                  <a:lnTo>
                    <a:pt x="9848" y="4750"/>
                  </a:lnTo>
                  <a:lnTo>
                    <a:pt x="10272" y="4634"/>
                  </a:lnTo>
                  <a:lnTo>
                    <a:pt x="10658" y="4480"/>
                  </a:lnTo>
                  <a:lnTo>
                    <a:pt x="11083" y="4325"/>
                  </a:lnTo>
                  <a:lnTo>
                    <a:pt x="11469" y="4094"/>
                  </a:lnTo>
                  <a:lnTo>
                    <a:pt x="11856" y="3862"/>
                  </a:lnTo>
                  <a:lnTo>
                    <a:pt x="12242" y="3592"/>
                  </a:lnTo>
                  <a:lnTo>
                    <a:pt x="12319" y="3514"/>
                  </a:lnTo>
                  <a:lnTo>
                    <a:pt x="12435" y="3167"/>
                  </a:lnTo>
                  <a:lnTo>
                    <a:pt x="12280" y="3167"/>
                  </a:lnTo>
                  <a:lnTo>
                    <a:pt x="12203" y="3128"/>
                  </a:lnTo>
                  <a:lnTo>
                    <a:pt x="12126" y="3090"/>
                  </a:lnTo>
                  <a:lnTo>
                    <a:pt x="12010" y="3128"/>
                  </a:lnTo>
                  <a:lnTo>
                    <a:pt x="11933" y="3167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6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03"/>
                  </a:lnTo>
                  <a:lnTo>
                    <a:pt x="8342" y="4441"/>
                  </a:lnTo>
                  <a:lnTo>
                    <a:pt x="7492" y="4441"/>
                  </a:lnTo>
                  <a:lnTo>
                    <a:pt x="7067" y="4403"/>
                  </a:lnTo>
                  <a:lnTo>
                    <a:pt x="6643" y="4325"/>
                  </a:lnTo>
                  <a:lnTo>
                    <a:pt x="6218" y="4248"/>
                  </a:lnTo>
                  <a:lnTo>
                    <a:pt x="5793" y="4132"/>
                  </a:lnTo>
                  <a:lnTo>
                    <a:pt x="5407" y="4016"/>
                  </a:lnTo>
                  <a:lnTo>
                    <a:pt x="4596" y="3669"/>
                  </a:lnTo>
                  <a:lnTo>
                    <a:pt x="3901" y="3283"/>
                  </a:lnTo>
                  <a:lnTo>
                    <a:pt x="3206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8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9" name="Google Shape;5489;p22"/>
            <p:cNvSpPr/>
            <p:nvPr/>
          </p:nvSpPr>
          <p:spPr>
            <a:xfrm>
              <a:off x="1569350" y="1258350"/>
              <a:ext cx="92700" cy="136125"/>
            </a:xfrm>
            <a:custGeom>
              <a:avLst/>
              <a:gdLst/>
              <a:ahLst/>
              <a:cxnLst/>
              <a:rect l="l" t="t" r="r" b="b"/>
              <a:pathLst>
                <a:path w="3708" h="5445" extrusionOk="0">
                  <a:moveTo>
                    <a:pt x="3399" y="0"/>
                  </a:moveTo>
                  <a:lnTo>
                    <a:pt x="3360" y="77"/>
                  </a:lnTo>
                  <a:lnTo>
                    <a:pt x="3245" y="116"/>
                  </a:lnTo>
                  <a:lnTo>
                    <a:pt x="3013" y="309"/>
                  </a:lnTo>
                  <a:lnTo>
                    <a:pt x="2781" y="541"/>
                  </a:lnTo>
                  <a:lnTo>
                    <a:pt x="2549" y="772"/>
                  </a:lnTo>
                  <a:lnTo>
                    <a:pt x="2356" y="1004"/>
                  </a:lnTo>
                  <a:lnTo>
                    <a:pt x="2047" y="1236"/>
                  </a:lnTo>
                  <a:lnTo>
                    <a:pt x="1777" y="1467"/>
                  </a:lnTo>
                  <a:lnTo>
                    <a:pt x="1159" y="1815"/>
                  </a:lnTo>
                  <a:lnTo>
                    <a:pt x="1082" y="1892"/>
                  </a:lnTo>
                  <a:lnTo>
                    <a:pt x="1082" y="1969"/>
                  </a:lnTo>
                  <a:lnTo>
                    <a:pt x="1082" y="2008"/>
                  </a:lnTo>
                  <a:lnTo>
                    <a:pt x="1121" y="2085"/>
                  </a:lnTo>
                  <a:lnTo>
                    <a:pt x="1005" y="2085"/>
                  </a:lnTo>
                  <a:lnTo>
                    <a:pt x="889" y="2124"/>
                  </a:lnTo>
                  <a:lnTo>
                    <a:pt x="850" y="2201"/>
                  </a:lnTo>
                  <a:lnTo>
                    <a:pt x="812" y="2278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510"/>
                  </a:lnTo>
                  <a:lnTo>
                    <a:pt x="966" y="2549"/>
                  </a:lnTo>
                  <a:lnTo>
                    <a:pt x="1198" y="2626"/>
                  </a:lnTo>
                  <a:lnTo>
                    <a:pt x="1430" y="2703"/>
                  </a:lnTo>
                  <a:lnTo>
                    <a:pt x="1623" y="2858"/>
                  </a:lnTo>
                  <a:lnTo>
                    <a:pt x="1816" y="3012"/>
                  </a:lnTo>
                  <a:lnTo>
                    <a:pt x="1970" y="3205"/>
                  </a:lnTo>
                  <a:lnTo>
                    <a:pt x="2086" y="3398"/>
                  </a:lnTo>
                  <a:lnTo>
                    <a:pt x="2125" y="3630"/>
                  </a:lnTo>
                  <a:lnTo>
                    <a:pt x="2125" y="3900"/>
                  </a:lnTo>
                  <a:lnTo>
                    <a:pt x="2086" y="4132"/>
                  </a:lnTo>
                  <a:lnTo>
                    <a:pt x="2009" y="4364"/>
                  </a:lnTo>
                  <a:lnTo>
                    <a:pt x="1893" y="4557"/>
                  </a:lnTo>
                  <a:lnTo>
                    <a:pt x="1739" y="4711"/>
                  </a:lnTo>
                  <a:lnTo>
                    <a:pt x="1545" y="4866"/>
                  </a:lnTo>
                  <a:lnTo>
                    <a:pt x="1314" y="4943"/>
                  </a:lnTo>
                  <a:lnTo>
                    <a:pt x="1198" y="4981"/>
                  </a:lnTo>
                  <a:lnTo>
                    <a:pt x="1082" y="4981"/>
                  </a:lnTo>
                  <a:lnTo>
                    <a:pt x="889" y="4904"/>
                  </a:lnTo>
                  <a:lnTo>
                    <a:pt x="773" y="4788"/>
                  </a:lnTo>
                  <a:lnTo>
                    <a:pt x="696" y="4634"/>
                  </a:lnTo>
                  <a:lnTo>
                    <a:pt x="696" y="4441"/>
                  </a:lnTo>
                  <a:lnTo>
                    <a:pt x="735" y="4286"/>
                  </a:lnTo>
                  <a:lnTo>
                    <a:pt x="812" y="4209"/>
                  </a:lnTo>
                  <a:lnTo>
                    <a:pt x="889" y="4171"/>
                  </a:lnTo>
                  <a:lnTo>
                    <a:pt x="966" y="4132"/>
                  </a:lnTo>
                  <a:lnTo>
                    <a:pt x="1121" y="4093"/>
                  </a:lnTo>
                  <a:lnTo>
                    <a:pt x="1237" y="4055"/>
                  </a:lnTo>
                  <a:lnTo>
                    <a:pt x="1314" y="3939"/>
                  </a:lnTo>
                  <a:lnTo>
                    <a:pt x="1314" y="3784"/>
                  </a:lnTo>
                  <a:lnTo>
                    <a:pt x="1275" y="3746"/>
                  </a:lnTo>
                  <a:lnTo>
                    <a:pt x="1237" y="3669"/>
                  </a:lnTo>
                  <a:lnTo>
                    <a:pt x="117" y="2935"/>
                  </a:lnTo>
                  <a:lnTo>
                    <a:pt x="1" y="3282"/>
                  </a:lnTo>
                  <a:lnTo>
                    <a:pt x="657" y="3784"/>
                  </a:lnTo>
                  <a:lnTo>
                    <a:pt x="503" y="3900"/>
                  </a:lnTo>
                  <a:lnTo>
                    <a:pt x="387" y="3977"/>
                  </a:lnTo>
                  <a:lnTo>
                    <a:pt x="310" y="4132"/>
                  </a:lnTo>
                  <a:lnTo>
                    <a:pt x="233" y="4248"/>
                  </a:lnTo>
                  <a:lnTo>
                    <a:pt x="194" y="4402"/>
                  </a:lnTo>
                  <a:lnTo>
                    <a:pt x="194" y="4557"/>
                  </a:lnTo>
                  <a:lnTo>
                    <a:pt x="194" y="4711"/>
                  </a:lnTo>
                  <a:lnTo>
                    <a:pt x="271" y="4904"/>
                  </a:lnTo>
                  <a:lnTo>
                    <a:pt x="387" y="5097"/>
                  </a:lnTo>
                  <a:lnTo>
                    <a:pt x="542" y="5252"/>
                  </a:lnTo>
                  <a:lnTo>
                    <a:pt x="735" y="5368"/>
                  </a:lnTo>
                  <a:lnTo>
                    <a:pt x="966" y="5445"/>
                  </a:lnTo>
                  <a:lnTo>
                    <a:pt x="1198" y="5445"/>
                  </a:lnTo>
                  <a:lnTo>
                    <a:pt x="1430" y="5406"/>
                  </a:lnTo>
                  <a:lnTo>
                    <a:pt x="1623" y="5329"/>
                  </a:lnTo>
                  <a:lnTo>
                    <a:pt x="1854" y="5213"/>
                  </a:lnTo>
                  <a:lnTo>
                    <a:pt x="2086" y="5059"/>
                  </a:lnTo>
                  <a:lnTo>
                    <a:pt x="2241" y="4866"/>
                  </a:lnTo>
                  <a:lnTo>
                    <a:pt x="2395" y="4673"/>
                  </a:lnTo>
                  <a:lnTo>
                    <a:pt x="2511" y="4441"/>
                  </a:lnTo>
                  <a:lnTo>
                    <a:pt x="2588" y="4209"/>
                  </a:lnTo>
                  <a:lnTo>
                    <a:pt x="2588" y="3977"/>
                  </a:lnTo>
                  <a:lnTo>
                    <a:pt x="2588" y="3746"/>
                  </a:lnTo>
                  <a:lnTo>
                    <a:pt x="2549" y="3514"/>
                  </a:lnTo>
                  <a:lnTo>
                    <a:pt x="2472" y="3282"/>
                  </a:lnTo>
                  <a:lnTo>
                    <a:pt x="2395" y="3089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510"/>
                  </a:lnTo>
                  <a:lnTo>
                    <a:pt x="1739" y="2356"/>
                  </a:lnTo>
                  <a:lnTo>
                    <a:pt x="1507" y="2240"/>
                  </a:lnTo>
                  <a:lnTo>
                    <a:pt x="1275" y="2124"/>
                  </a:lnTo>
                  <a:lnTo>
                    <a:pt x="1623" y="2008"/>
                  </a:lnTo>
                  <a:lnTo>
                    <a:pt x="1932" y="1815"/>
                  </a:lnTo>
                  <a:lnTo>
                    <a:pt x="2279" y="1661"/>
                  </a:lnTo>
                  <a:lnTo>
                    <a:pt x="2549" y="1429"/>
                  </a:lnTo>
                  <a:lnTo>
                    <a:pt x="2820" y="1197"/>
                  </a:lnTo>
                  <a:lnTo>
                    <a:pt x="3129" y="966"/>
                  </a:lnTo>
                  <a:lnTo>
                    <a:pt x="3360" y="695"/>
                  </a:lnTo>
                  <a:lnTo>
                    <a:pt x="3438" y="541"/>
                  </a:lnTo>
                  <a:lnTo>
                    <a:pt x="3515" y="386"/>
                  </a:lnTo>
                  <a:lnTo>
                    <a:pt x="3708" y="116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0" name="Google Shape;5490;p22"/>
            <p:cNvSpPr/>
            <p:nvPr/>
          </p:nvSpPr>
          <p:spPr>
            <a:xfrm>
              <a:off x="3876600" y="1260275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0" y="232"/>
                  </a:lnTo>
                  <a:lnTo>
                    <a:pt x="502" y="966"/>
                  </a:lnTo>
                  <a:lnTo>
                    <a:pt x="1043" y="1622"/>
                  </a:lnTo>
                  <a:lnTo>
                    <a:pt x="1699" y="2279"/>
                  </a:lnTo>
                  <a:lnTo>
                    <a:pt x="2356" y="2858"/>
                  </a:lnTo>
                  <a:lnTo>
                    <a:pt x="3090" y="3398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4" y="4982"/>
                  </a:lnTo>
                  <a:lnTo>
                    <a:pt x="8998" y="4943"/>
                  </a:lnTo>
                  <a:lnTo>
                    <a:pt x="9422" y="4866"/>
                  </a:lnTo>
                  <a:lnTo>
                    <a:pt x="9847" y="4789"/>
                  </a:lnTo>
                  <a:lnTo>
                    <a:pt x="10272" y="4673"/>
                  </a:lnTo>
                  <a:lnTo>
                    <a:pt x="10658" y="4518"/>
                  </a:lnTo>
                  <a:lnTo>
                    <a:pt x="11083" y="4325"/>
                  </a:lnTo>
                  <a:lnTo>
                    <a:pt x="11469" y="4132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319" y="3553"/>
                  </a:lnTo>
                  <a:lnTo>
                    <a:pt x="12434" y="3205"/>
                  </a:lnTo>
                  <a:lnTo>
                    <a:pt x="12357" y="3167"/>
                  </a:lnTo>
                  <a:lnTo>
                    <a:pt x="12280" y="3205"/>
                  </a:lnTo>
                  <a:lnTo>
                    <a:pt x="12203" y="3128"/>
                  </a:lnTo>
                  <a:lnTo>
                    <a:pt x="12010" y="3128"/>
                  </a:lnTo>
                  <a:lnTo>
                    <a:pt x="11932" y="3205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6" y="4016"/>
                  </a:lnTo>
                  <a:lnTo>
                    <a:pt x="10040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1" y="4480"/>
                  </a:lnTo>
                  <a:lnTo>
                    <a:pt x="7916" y="4480"/>
                  </a:lnTo>
                  <a:lnTo>
                    <a:pt x="7492" y="4441"/>
                  </a:lnTo>
                  <a:lnTo>
                    <a:pt x="7067" y="4402"/>
                  </a:lnTo>
                  <a:lnTo>
                    <a:pt x="6642" y="4364"/>
                  </a:lnTo>
                  <a:lnTo>
                    <a:pt x="6217" y="4248"/>
                  </a:lnTo>
                  <a:lnTo>
                    <a:pt x="5793" y="4171"/>
                  </a:lnTo>
                  <a:lnTo>
                    <a:pt x="5368" y="4016"/>
                  </a:lnTo>
                  <a:lnTo>
                    <a:pt x="4596" y="3707"/>
                  </a:lnTo>
                  <a:lnTo>
                    <a:pt x="3901" y="3283"/>
                  </a:lnTo>
                  <a:lnTo>
                    <a:pt x="3205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1" name="Google Shape;5491;p22"/>
            <p:cNvSpPr/>
            <p:nvPr/>
          </p:nvSpPr>
          <p:spPr>
            <a:xfrm>
              <a:off x="4184550" y="1267025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1"/>
                  </a:moveTo>
                  <a:lnTo>
                    <a:pt x="3360" y="78"/>
                  </a:lnTo>
                  <a:lnTo>
                    <a:pt x="3244" y="78"/>
                  </a:lnTo>
                  <a:lnTo>
                    <a:pt x="3013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3" y="1931"/>
                  </a:lnTo>
                  <a:lnTo>
                    <a:pt x="1082" y="2009"/>
                  </a:lnTo>
                  <a:lnTo>
                    <a:pt x="1120" y="2086"/>
                  </a:lnTo>
                  <a:lnTo>
                    <a:pt x="1005" y="2086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1" y="2240"/>
                  </a:lnTo>
                  <a:lnTo>
                    <a:pt x="811" y="2356"/>
                  </a:lnTo>
                  <a:lnTo>
                    <a:pt x="811" y="2433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8" y="2588"/>
                  </a:lnTo>
                  <a:lnTo>
                    <a:pt x="1429" y="2704"/>
                  </a:lnTo>
                  <a:lnTo>
                    <a:pt x="1622" y="2820"/>
                  </a:lnTo>
                  <a:lnTo>
                    <a:pt x="1815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4" y="3630"/>
                  </a:lnTo>
                  <a:lnTo>
                    <a:pt x="2124" y="3901"/>
                  </a:lnTo>
                  <a:lnTo>
                    <a:pt x="2086" y="4094"/>
                  </a:lnTo>
                  <a:lnTo>
                    <a:pt x="2009" y="4326"/>
                  </a:lnTo>
                  <a:lnTo>
                    <a:pt x="1893" y="4519"/>
                  </a:lnTo>
                  <a:lnTo>
                    <a:pt x="1738" y="4712"/>
                  </a:lnTo>
                  <a:lnTo>
                    <a:pt x="1545" y="4828"/>
                  </a:lnTo>
                  <a:lnTo>
                    <a:pt x="1313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6"/>
                  </a:lnTo>
                  <a:lnTo>
                    <a:pt x="657" y="4441"/>
                  </a:lnTo>
                  <a:lnTo>
                    <a:pt x="734" y="4287"/>
                  </a:lnTo>
                  <a:lnTo>
                    <a:pt x="811" y="4210"/>
                  </a:lnTo>
                  <a:lnTo>
                    <a:pt x="889" y="4132"/>
                  </a:lnTo>
                  <a:lnTo>
                    <a:pt x="966" y="4094"/>
                  </a:lnTo>
                  <a:lnTo>
                    <a:pt x="1120" y="4094"/>
                  </a:lnTo>
                  <a:lnTo>
                    <a:pt x="1236" y="4017"/>
                  </a:lnTo>
                  <a:lnTo>
                    <a:pt x="1313" y="3901"/>
                  </a:lnTo>
                  <a:lnTo>
                    <a:pt x="1313" y="3785"/>
                  </a:lnTo>
                  <a:lnTo>
                    <a:pt x="1275" y="3708"/>
                  </a:lnTo>
                  <a:lnTo>
                    <a:pt x="1198" y="3669"/>
                  </a:lnTo>
                  <a:lnTo>
                    <a:pt x="116" y="2935"/>
                  </a:lnTo>
                  <a:lnTo>
                    <a:pt x="1" y="3283"/>
                  </a:lnTo>
                  <a:lnTo>
                    <a:pt x="657" y="3785"/>
                  </a:lnTo>
                  <a:lnTo>
                    <a:pt x="503" y="3862"/>
                  </a:lnTo>
                  <a:lnTo>
                    <a:pt x="387" y="3978"/>
                  </a:lnTo>
                  <a:lnTo>
                    <a:pt x="309" y="4094"/>
                  </a:lnTo>
                  <a:lnTo>
                    <a:pt x="232" y="4248"/>
                  </a:lnTo>
                  <a:lnTo>
                    <a:pt x="194" y="4403"/>
                  </a:lnTo>
                  <a:lnTo>
                    <a:pt x="194" y="4557"/>
                  </a:lnTo>
                  <a:lnTo>
                    <a:pt x="194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1" y="5252"/>
                  </a:lnTo>
                  <a:lnTo>
                    <a:pt x="734" y="5368"/>
                  </a:lnTo>
                  <a:lnTo>
                    <a:pt x="966" y="5407"/>
                  </a:lnTo>
                  <a:lnTo>
                    <a:pt x="1198" y="5407"/>
                  </a:lnTo>
                  <a:lnTo>
                    <a:pt x="1429" y="5368"/>
                  </a:lnTo>
                  <a:lnTo>
                    <a:pt x="1622" y="5330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0" y="4828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6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31" y="2472"/>
                  </a:lnTo>
                  <a:lnTo>
                    <a:pt x="1738" y="2356"/>
                  </a:lnTo>
                  <a:lnTo>
                    <a:pt x="1507" y="2202"/>
                  </a:lnTo>
                  <a:lnTo>
                    <a:pt x="1275" y="2124"/>
                  </a:lnTo>
                  <a:lnTo>
                    <a:pt x="1622" y="1970"/>
                  </a:lnTo>
                  <a:lnTo>
                    <a:pt x="1931" y="1816"/>
                  </a:lnTo>
                  <a:lnTo>
                    <a:pt x="2240" y="1622"/>
                  </a:lnTo>
                  <a:lnTo>
                    <a:pt x="2549" y="1391"/>
                  </a:lnTo>
                  <a:lnTo>
                    <a:pt x="2819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7" y="541"/>
                  </a:lnTo>
                  <a:lnTo>
                    <a:pt x="3515" y="387"/>
                  </a:lnTo>
                  <a:lnTo>
                    <a:pt x="3708" y="78"/>
                  </a:lnTo>
                  <a:lnTo>
                    <a:pt x="351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2" name="Google Shape;5492;p22"/>
            <p:cNvSpPr/>
            <p:nvPr/>
          </p:nvSpPr>
          <p:spPr>
            <a:xfrm>
              <a:off x="3067625" y="1293100"/>
              <a:ext cx="105250" cy="105250"/>
            </a:xfrm>
            <a:custGeom>
              <a:avLst/>
              <a:gdLst/>
              <a:ahLst/>
              <a:cxnLst/>
              <a:rect l="l" t="t" r="r" b="b"/>
              <a:pathLst>
                <a:path w="4210" h="4210" extrusionOk="0">
                  <a:moveTo>
                    <a:pt x="2317" y="348"/>
                  </a:moveTo>
                  <a:lnTo>
                    <a:pt x="2472" y="425"/>
                  </a:lnTo>
                  <a:lnTo>
                    <a:pt x="2665" y="464"/>
                  </a:lnTo>
                  <a:lnTo>
                    <a:pt x="2819" y="579"/>
                  </a:lnTo>
                  <a:lnTo>
                    <a:pt x="2974" y="695"/>
                  </a:lnTo>
                  <a:lnTo>
                    <a:pt x="3128" y="811"/>
                  </a:lnTo>
                  <a:lnTo>
                    <a:pt x="3205" y="850"/>
                  </a:lnTo>
                  <a:lnTo>
                    <a:pt x="3360" y="1081"/>
                  </a:lnTo>
                  <a:lnTo>
                    <a:pt x="3553" y="1313"/>
                  </a:lnTo>
                  <a:lnTo>
                    <a:pt x="3669" y="1545"/>
                  </a:lnTo>
                  <a:lnTo>
                    <a:pt x="3784" y="1815"/>
                  </a:lnTo>
                  <a:lnTo>
                    <a:pt x="3823" y="2085"/>
                  </a:lnTo>
                  <a:lnTo>
                    <a:pt x="3823" y="2356"/>
                  </a:lnTo>
                  <a:lnTo>
                    <a:pt x="3784" y="2665"/>
                  </a:lnTo>
                  <a:lnTo>
                    <a:pt x="3669" y="2935"/>
                  </a:lnTo>
                  <a:lnTo>
                    <a:pt x="3476" y="3244"/>
                  </a:lnTo>
                  <a:lnTo>
                    <a:pt x="3205" y="3476"/>
                  </a:lnTo>
                  <a:lnTo>
                    <a:pt x="2896" y="3669"/>
                  </a:lnTo>
                  <a:lnTo>
                    <a:pt x="2587" y="3785"/>
                  </a:lnTo>
                  <a:lnTo>
                    <a:pt x="2201" y="3862"/>
                  </a:lnTo>
                  <a:lnTo>
                    <a:pt x="1854" y="3823"/>
                  </a:lnTo>
                  <a:lnTo>
                    <a:pt x="1506" y="3746"/>
                  </a:lnTo>
                  <a:lnTo>
                    <a:pt x="1197" y="3591"/>
                  </a:lnTo>
                  <a:lnTo>
                    <a:pt x="927" y="3398"/>
                  </a:lnTo>
                  <a:lnTo>
                    <a:pt x="695" y="3167"/>
                  </a:lnTo>
                  <a:lnTo>
                    <a:pt x="541" y="2858"/>
                  </a:lnTo>
                  <a:lnTo>
                    <a:pt x="425" y="2549"/>
                  </a:lnTo>
                  <a:lnTo>
                    <a:pt x="348" y="2240"/>
                  </a:lnTo>
                  <a:lnTo>
                    <a:pt x="348" y="1892"/>
                  </a:lnTo>
                  <a:lnTo>
                    <a:pt x="425" y="1583"/>
                  </a:lnTo>
                  <a:lnTo>
                    <a:pt x="541" y="1275"/>
                  </a:lnTo>
                  <a:lnTo>
                    <a:pt x="772" y="966"/>
                  </a:lnTo>
                  <a:lnTo>
                    <a:pt x="1081" y="695"/>
                  </a:lnTo>
                  <a:lnTo>
                    <a:pt x="1390" y="502"/>
                  </a:lnTo>
                  <a:lnTo>
                    <a:pt x="1738" y="386"/>
                  </a:lnTo>
                  <a:lnTo>
                    <a:pt x="2124" y="348"/>
                  </a:lnTo>
                  <a:close/>
                  <a:moveTo>
                    <a:pt x="1892" y="0"/>
                  </a:moveTo>
                  <a:lnTo>
                    <a:pt x="1545" y="77"/>
                  </a:lnTo>
                  <a:lnTo>
                    <a:pt x="1197" y="232"/>
                  </a:lnTo>
                  <a:lnTo>
                    <a:pt x="850" y="425"/>
                  </a:lnTo>
                  <a:lnTo>
                    <a:pt x="618" y="618"/>
                  </a:lnTo>
                  <a:lnTo>
                    <a:pt x="464" y="811"/>
                  </a:lnTo>
                  <a:lnTo>
                    <a:pt x="309" y="966"/>
                  </a:lnTo>
                  <a:lnTo>
                    <a:pt x="232" y="1159"/>
                  </a:lnTo>
                  <a:lnTo>
                    <a:pt x="116" y="1390"/>
                  </a:lnTo>
                  <a:lnTo>
                    <a:pt x="39" y="1815"/>
                  </a:lnTo>
                  <a:lnTo>
                    <a:pt x="0" y="2240"/>
                  </a:lnTo>
                  <a:lnTo>
                    <a:pt x="77" y="2665"/>
                  </a:lnTo>
                  <a:lnTo>
                    <a:pt x="232" y="3051"/>
                  </a:lnTo>
                  <a:lnTo>
                    <a:pt x="464" y="3437"/>
                  </a:lnTo>
                  <a:lnTo>
                    <a:pt x="618" y="3591"/>
                  </a:lnTo>
                  <a:lnTo>
                    <a:pt x="772" y="3746"/>
                  </a:lnTo>
                  <a:lnTo>
                    <a:pt x="1120" y="3978"/>
                  </a:lnTo>
                  <a:lnTo>
                    <a:pt x="1506" y="4132"/>
                  </a:lnTo>
                  <a:lnTo>
                    <a:pt x="1931" y="4209"/>
                  </a:lnTo>
                  <a:lnTo>
                    <a:pt x="2317" y="4209"/>
                  </a:lnTo>
                  <a:lnTo>
                    <a:pt x="2742" y="4132"/>
                  </a:lnTo>
                  <a:lnTo>
                    <a:pt x="3128" y="3978"/>
                  </a:lnTo>
                  <a:lnTo>
                    <a:pt x="3476" y="3785"/>
                  </a:lnTo>
                  <a:lnTo>
                    <a:pt x="3784" y="3476"/>
                  </a:lnTo>
                  <a:lnTo>
                    <a:pt x="3900" y="3321"/>
                  </a:lnTo>
                  <a:lnTo>
                    <a:pt x="4016" y="3128"/>
                  </a:lnTo>
                  <a:lnTo>
                    <a:pt x="4093" y="2935"/>
                  </a:lnTo>
                  <a:lnTo>
                    <a:pt x="4132" y="2703"/>
                  </a:lnTo>
                  <a:lnTo>
                    <a:pt x="4209" y="2279"/>
                  </a:lnTo>
                  <a:lnTo>
                    <a:pt x="4171" y="1854"/>
                  </a:lnTo>
                  <a:lnTo>
                    <a:pt x="4055" y="1429"/>
                  </a:lnTo>
                  <a:lnTo>
                    <a:pt x="3939" y="1236"/>
                  </a:lnTo>
                  <a:lnTo>
                    <a:pt x="3823" y="1043"/>
                  </a:lnTo>
                  <a:lnTo>
                    <a:pt x="3707" y="888"/>
                  </a:lnTo>
                  <a:lnTo>
                    <a:pt x="3553" y="734"/>
                  </a:lnTo>
                  <a:lnTo>
                    <a:pt x="3360" y="579"/>
                  </a:lnTo>
                  <a:lnTo>
                    <a:pt x="3167" y="502"/>
                  </a:lnTo>
                  <a:lnTo>
                    <a:pt x="3128" y="502"/>
                  </a:lnTo>
                  <a:lnTo>
                    <a:pt x="3051" y="348"/>
                  </a:lnTo>
                  <a:lnTo>
                    <a:pt x="2896" y="232"/>
                  </a:lnTo>
                  <a:lnTo>
                    <a:pt x="2780" y="116"/>
                  </a:lnTo>
                  <a:lnTo>
                    <a:pt x="2626" y="77"/>
                  </a:lnTo>
                  <a:lnTo>
                    <a:pt x="2433" y="39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3" name="Google Shape;5493;p22"/>
            <p:cNvSpPr/>
            <p:nvPr/>
          </p:nvSpPr>
          <p:spPr>
            <a:xfrm>
              <a:off x="686050" y="1295025"/>
              <a:ext cx="44425" cy="43475"/>
            </a:xfrm>
            <a:custGeom>
              <a:avLst/>
              <a:gdLst/>
              <a:ahLst/>
              <a:cxnLst/>
              <a:rect l="l" t="t" r="r" b="b"/>
              <a:pathLst>
                <a:path w="1777" h="1739" extrusionOk="0">
                  <a:moveTo>
                    <a:pt x="773" y="309"/>
                  </a:moveTo>
                  <a:lnTo>
                    <a:pt x="966" y="348"/>
                  </a:lnTo>
                  <a:lnTo>
                    <a:pt x="1159" y="464"/>
                  </a:lnTo>
                  <a:lnTo>
                    <a:pt x="1313" y="580"/>
                  </a:lnTo>
                  <a:lnTo>
                    <a:pt x="1390" y="773"/>
                  </a:lnTo>
                  <a:lnTo>
                    <a:pt x="1390" y="966"/>
                  </a:lnTo>
                  <a:lnTo>
                    <a:pt x="1352" y="1043"/>
                  </a:lnTo>
                  <a:lnTo>
                    <a:pt x="1275" y="1159"/>
                  </a:lnTo>
                  <a:lnTo>
                    <a:pt x="1197" y="1236"/>
                  </a:lnTo>
                  <a:lnTo>
                    <a:pt x="1082" y="1275"/>
                  </a:lnTo>
                  <a:lnTo>
                    <a:pt x="888" y="1352"/>
                  </a:lnTo>
                  <a:lnTo>
                    <a:pt x="695" y="1352"/>
                  </a:lnTo>
                  <a:lnTo>
                    <a:pt x="541" y="1236"/>
                  </a:lnTo>
                  <a:lnTo>
                    <a:pt x="425" y="1082"/>
                  </a:lnTo>
                  <a:lnTo>
                    <a:pt x="386" y="889"/>
                  </a:lnTo>
                  <a:lnTo>
                    <a:pt x="386" y="734"/>
                  </a:lnTo>
                  <a:lnTo>
                    <a:pt x="464" y="541"/>
                  </a:lnTo>
                  <a:lnTo>
                    <a:pt x="541" y="387"/>
                  </a:lnTo>
                  <a:lnTo>
                    <a:pt x="541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8" y="39"/>
                  </a:lnTo>
                  <a:lnTo>
                    <a:pt x="464" y="116"/>
                  </a:lnTo>
                  <a:lnTo>
                    <a:pt x="425" y="155"/>
                  </a:lnTo>
                  <a:lnTo>
                    <a:pt x="348" y="155"/>
                  </a:lnTo>
                  <a:lnTo>
                    <a:pt x="232" y="271"/>
                  </a:lnTo>
                  <a:lnTo>
                    <a:pt x="116" y="387"/>
                  </a:lnTo>
                  <a:lnTo>
                    <a:pt x="39" y="502"/>
                  </a:lnTo>
                  <a:lnTo>
                    <a:pt x="0" y="657"/>
                  </a:lnTo>
                  <a:lnTo>
                    <a:pt x="0" y="850"/>
                  </a:lnTo>
                  <a:lnTo>
                    <a:pt x="0" y="1004"/>
                  </a:lnTo>
                  <a:lnTo>
                    <a:pt x="39" y="1159"/>
                  </a:lnTo>
                  <a:lnTo>
                    <a:pt x="116" y="1313"/>
                  </a:lnTo>
                  <a:lnTo>
                    <a:pt x="193" y="1468"/>
                  </a:lnTo>
                  <a:lnTo>
                    <a:pt x="348" y="1584"/>
                  </a:lnTo>
                  <a:lnTo>
                    <a:pt x="464" y="1661"/>
                  </a:lnTo>
                  <a:lnTo>
                    <a:pt x="618" y="1738"/>
                  </a:lnTo>
                  <a:lnTo>
                    <a:pt x="966" y="1738"/>
                  </a:lnTo>
                  <a:lnTo>
                    <a:pt x="1120" y="1700"/>
                  </a:lnTo>
                  <a:lnTo>
                    <a:pt x="1275" y="1622"/>
                  </a:lnTo>
                  <a:lnTo>
                    <a:pt x="1429" y="1545"/>
                  </a:lnTo>
                  <a:lnTo>
                    <a:pt x="1584" y="1391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27"/>
                  </a:lnTo>
                  <a:lnTo>
                    <a:pt x="1777" y="773"/>
                  </a:lnTo>
                  <a:lnTo>
                    <a:pt x="1738" y="580"/>
                  </a:lnTo>
                  <a:lnTo>
                    <a:pt x="1661" y="425"/>
                  </a:lnTo>
                  <a:lnTo>
                    <a:pt x="1545" y="271"/>
                  </a:lnTo>
                  <a:lnTo>
                    <a:pt x="1429" y="155"/>
                  </a:lnTo>
                  <a:lnTo>
                    <a:pt x="1275" y="78"/>
                  </a:lnTo>
                  <a:lnTo>
                    <a:pt x="1120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4" name="Google Shape;5494;p22"/>
            <p:cNvSpPr/>
            <p:nvPr/>
          </p:nvSpPr>
          <p:spPr>
            <a:xfrm>
              <a:off x="691825" y="1300825"/>
              <a:ext cx="114925" cy="285775"/>
            </a:xfrm>
            <a:custGeom>
              <a:avLst/>
              <a:gdLst/>
              <a:ahLst/>
              <a:cxnLst/>
              <a:rect l="l" t="t" r="r" b="b"/>
              <a:pathLst>
                <a:path w="4597" h="11431" extrusionOk="0">
                  <a:moveTo>
                    <a:pt x="3631" y="888"/>
                  </a:moveTo>
                  <a:lnTo>
                    <a:pt x="3708" y="2008"/>
                  </a:lnTo>
                  <a:lnTo>
                    <a:pt x="3824" y="3128"/>
                  </a:lnTo>
                  <a:lnTo>
                    <a:pt x="3940" y="4248"/>
                  </a:lnTo>
                  <a:lnTo>
                    <a:pt x="4017" y="5406"/>
                  </a:lnTo>
                  <a:lnTo>
                    <a:pt x="4056" y="6603"/>
                  </a:lnTo>
                  <a:lnTo>
                    <a:pt x="4056" y="7260"/>
                  </a:lnTo>
                  <a:lnTo>
                    <a:pt x="3978" y="7878"/>
                  </a:lnTo>
                  <a:lnTo>
                    <a:pt x="3901" y="8534"/>
                  </a:lnTo>
                  <a:lnTo>
                    <a:pt x="3747" y="9152"/>
                  </a:lnTo>
                  <a:lnTo>
                    <a:pt x="3515" y="9731"/>
                  </a:lnTo>
                  <a:lnTo>
                    <a:pt x="3245" y="10272"/>
                  </a:lnTo>
                  <a:lnTo>
                    <a:pt x="3013" y="10542"/>
                  </a:lnTo>
                  <a:lnTo>
                    <a:pt x="2781" y="10735"/>
                  </a:lnTo>
                  <a:lnTo>
                    <a:pt x="2472" y="10851"/>
                  </a:lnTo>
                  <a:lnTo>
                    <a:pt x="2202" y="10851"/>
                  </a:lnTo>
                  <a:lnTo>
                    <a:pt x="1893" y="10812"/>
                  </a:lnTo>
                  <a:lnTo>
                    <a:pt x="1623" y="10696"/>
                  </a:lnTo>
                  <a:lnTo>
                    <a:pt x="1353" y="10503"/>
                  </a:lnTo>
                  <a:lnTo>
                    <a:pt x="1121" y="10233"/>
                  </a:lnTo>
                  <a:lnTo>
                    <a:pt x="966" y="9963"/>
                  </a:lnTo>
                  <a:lnTo>
                    <a:pt x="851" y="9692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95"/>
                  </a:lnTo>
                  <a:lnTo>
                    <a:pt x="657" y="7878"/>
                  </a:lnTo>
                  <a:lnTo>
                    <a:pt x="657" y="5329"/>
                  </a:lnTo>
                  <a:lnTo>
                    <a:pt x="619" y="4055"/>
                  </a:lnTo>
                  <a:lnTo>
                    <a:pt x="580" y="2780"/>
                  </a:lnTo>
                  <a:lnTo>
                    <a:pt x="542" y="2742"/>
                  </a:lnTo>
                  <a:lnTo>
                    <a:pt x="580" y="2742"/>
                  </a:lnTo>
                  <a:lnTo>
                    <a:pt x="1353" y="2356"/>
                  </a:lnTo>
                  <a:lnTo>
                    <a:pt x="2163" y="1931"/>
                  </a:lnTo>
                  <a:lnTo>
                    <a:pt x="2936" y="1429"/>
                  </a:lnTo>
                  <a:lnTo>
                    <a:pt x="3283" y="1159"/>
                  </a:lnTo>
                  <a:lnTo>
                    <a:pt x="3631" y="888"/>
                  </a:lnTo>
                  <a:close/>
                  <a:moveTo>
                    <a:pt x="3978" y="0"/>
                  </a:moveTo>
                  <a:lnTo>
                    <a:pt x="3901" y="39"/>
                  </a:lnTo>
                  <a:lnTo>
                    <a:pt x="3476" y="309"/>
                  </a:lnTo>
                  <a:lnTo>
                    <a:pt x="3052" y="657"/>
                  </a:lnTo>
                  <a:lnTo>
                    <a:pt x="2627" y="966"/>
                  </a:lnTo>
                  <a:lnTo>
                    <a:pt x="2202" y="1313"/>
                  </a:lnTo>
                  <a:lnTo>
                    <a:pt x="1314" y="1892"/>
                  </a:lnTo>
                  <a:lnTo>
                    <a:pt x="426" y="2472"/>
                  </a:lnTo>
                  <a:lnTo>
                    <a:pt x="349" y="2549"/>
                  </a:lnTo>
                  <a:lnTo>
                    <a:pt x="349" y="2626"/>
                  </a:lnTo>
                  <a:lnTo>
                    <a:pt x="271" y="2665"/>
                  </a:lnTo>
                  <a:lnTo>
                    <a:pt x="233" y="2780"/>
                  </a:lnTo>
                  <a:lnTo>
                    <a:pt x="194" y="3823"/>
                  </a:lnTo>
                  <a:lnTo>
                    <a:pt x="155" y="4827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7"/>
                  </a:lnTo>
                  <a:lnTo>
                    <a:pt x="155" y="7685"/>
                  </a:lnTo>
                  <a:lnTo>
                    <a:pt x="155" y="8418"/>
                  </a:lnTo>
                  <a:lnTo>
                    <a:pt x="233" y="9152"/>
                  </a:lnTo>
                  <a:lnTo>
                    <a:pt x="310" y="9615"/>
                  </a:lnTo>
                  <a:lnTo>
                    <a:pt x="503" y="10079"/>
                  </a:lnTo>
                  <a:lnTo>
                    <a:pt x="735" y="10503"/>
                  </a:lnTo>
                  <a:lnTo>
                    <a:pt x="1044" y="10890"/>
                  </a:lnTo>
                  <a:lnTo>
                    <a:pt x="1198" y="11044"/>
                  </a:lnTo>
                  <a:lnTo>
                    <a:pt x="1391" y="11198"/>
                  </a:lnTo>
                  <a:lnTo>
                    <a:pt x="1623" y="11314"/>
                  </a:lnTo>
                  <a:lnTo>
                    <a:pt x="1816" y="11392"/>
                  </a:lnTo>
                  <a:lnTo>
                    <a:pt x="2048" y="11430"/>
                  </a:lnTo>
                  <a:lnTo>
                    <a:pt x="2279" y="11430"/>
                  </a:lnTo>
                  <a:lnTo>
                    <a:pt x="2550" y="11392"/>
                  </a:lnTo>
                  <a:lnTo>
                    <a:pt x="2820" y="11314"/>
                  </a:lnTo>
                  <a:lnTo>
                    <a:pt x="3052" y="11198"/>
                  </a:lnTo>
                  <a:lnTo>
                    <a:pt x="3283" y="11044"/>
                  </a:lnTo>
                  <a:lnTo>
                    <a:pt x="3476" y="10851"/>
                  </a:lnTo>
                  <a:lnTo>
                    <a:pt x="3669" y="10658"/>
                  </a:lnTo>
                  <a:lnTo>
                    <a:pt x="3824" y="10388"/>
                  </a:lnTo>
                  <a:lnTo>
                    <a:pt x="3978" y="10117"/>
                  </a:lnTo>
                  <a:lnTo>
                    <a:pt x="4171" y="9538"/>
                  </a:lnTo>
                  <a:lnTo>
                    <a:pt x="4326" y="8920"/>
                  </a:lnTo>
                  <a:lnTo>
                    <a:pt x="4442" y="8302"/>
                  </a:lnTo>
                  <a:lnTo>
                    <a:pt x="4519" y="7723"/>
                  </a:lnTo>
                  <a:lnTo>
                    <a:pt x="4558" y="7221"/>
                  </a:lnTo>
                  <a:lnTo>
                    <a:pt x="4596" y="6642"/>
                  </a:lnTo>
                  <a:lnTo>
                    <a:pt x="4596" y="6101"/>
                  </a:lnTo>
                  <a:lnTo>
                    <a:pt x="4519" y="4981"/>
                  </a:lnTo>
                  <a:lnTo>
                    <a:pt x="4442" y="3862"/>
                  </a:lnTo>
                  <a:lnTo>
                    <a:pt x="4326" y="2780"/>
                  </a:lnTo>
                  <a:lnTo>
                    <a:pt x="4287" y="2394"/>
                  </a:lnTo>
                  <a:lnTo>
                    <a:pt x="4210" y="1468"/>
                  </a:lnTo>
                  <a:lnTo>
                    <a:pt x="4133" y="541"/>
                  </a:lnTo>
                  <a:lnTo>
                    <a:pt x="4094" y="386"/>
                  </a:lnTo>
                  <a:lnTo>
                    <a:pt x="4133" y="348"/>
                  </a:lnTo>
                  <a:lnTo>
                    <a:pt x="4171" y="270"/>
                  </a:lnTo>
                  <a:lnTo>
                    <a:pt x="4210" y="193"/>
                  </a:lnTo>
                  <a:lnTo>
                    <a:pt x="4171" y="77"/>
                  </a:lnTo>
                  <a:lnTo>
                    <a:pt x="4094" y="39"/>
                  </a:lnTo>
                  <a:lnTo>
                    <a:pt x="405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5" name="Google Shape;5495;p22"/>
            <p:cNvSpPr/>
            <p:nvPr/>
          </p:nvSpPr>
          <p:spPr>
            <a:xfrm>
              <a:off x="635850" y="1347150"/>
              <a:ext cx="42500" cy="41550"/>
            </a:xfrm>
            <a:custGeom>
              <a:avLst/>
              <a:gdLst/>
              <a:ahLst/>
              <a:cxnLst/>
              <a:rect l="l" t="t" r="r" b="b"/>
              <a:pathLst>
                <a:path w="1700" h="1662" extrusionOk="0">
                  <a:moveTo>
                    <a:pt x="1004" y="387"/>
                  </a:moveTo>
                  <a:lnTo>
                    <a:pt x="1120" y="425"/>
                  </a:lnTo>
                  <a:lnTo>
                    <a:pt x="1159" y="464"/>
                  </a:lnTo>
                  <a:lnTo>
                    <a:pt x="1236" y="541"/>
                  </a:lnTo>
                  <a:lnTo>
                    <a:pt x="1313" y="734"/>
                  </a:lnTo>
                  <a:lnTo>
                    <a:pt x="1313" y="927"/>
                  </a:lnTo>
                  <a:lnTo>
                    <a:pt x="1236" y="1082"/>
                  </a:lnTo>
                  <a:lnTo>
                    <a:pt x="1159" y="1159"/>
                  </a:lnTo>
                  <a:lnTo>
                    <a:pt x="1082" y="1236"/>
                  </a:lnTo>
                  <a:lnTo>
                    <a:pt x="888" y="1275"/>
                  </a:lnTo>
                  <a:lnTo>
                    <a:pt x="695" y="1236"/>
                  </a:lnTo>
                  <a:lnTo>
                    <a:pt x="541" y="1121"/>
                  </a:lnTo>
                  <a:lnTo>
                    <a:pt x="464" y="1082"/>
                  </a:lnTo>
                  <a:lnTo>
                    <a:pt x="425" y="966"/>
                  </a:lnTo>
                  <a:lnTo>
                    <a:pt x="386" y="889"/>
                  </a:lnTo>
                  <a:lnTo>
                    <a:pt x="386" y="773"/>
                  </a:lnTo>
                  <a:lnTo>
                    <a:pt x="425" y="541"/>
                  </a:lnTo>
                  <a:lnTo>
                    <a:pt x="541" y="580"/>
                  </a:lnTo>
                  <a:lnTo>
                    <a:pt x="618" y="541"/>
                  </a:lnTo>
                  <a:lnTo>
                    <a:pt x="773" y="425"/>
                  </a:lnTo>
                  <a:lnTo>
                    <a:pt x="927" y="387"/>
                  </a:lnTo>
                  <a:close/>
                  <a:moveTo>
                    <a:pt x="734" y="1"/>
                  </a:moveTo>
                  <a:lnTo>
                    <a:pt x="618" y="39"/>
                  </a:lnTo>
                  <a:lnTo>
                    <a:pt x="502" y="117"/>
                  </a:lnTo>
                  <a:lnTo>
                    <a:pt x="348" y="194"/>
                  </a:lnTo>
                  <a:lnTo>
                    <a:pt x="232" y="310"/>
                  </a:lnTo>
                  <a:lnTo>
                    <a:pt x="155" y="425"/>
                  </a:lnTo>
                  <a:lnTo>
                    <a:pt x="78" y="580"/>
                  </a:lnTo>
                  <a:lnTo>
                    <a:pt x="39" y="696"/>
                  </a:lnTo>
                  <a:lnTo>
                    <a:pt x="0" y="850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3" y="1352"/>
                  </a:lnTo>
                  <a:lnTo>
                    <a:pt x="309" y="1468"/>
                  </a:lnTo>
                  <a:lnTo>
                    <a:pt x="464" y="1584"/>
                  </a:lnTo>
                  <a:lnTo>
                    <a:pt x="657" y="1623"/>
                  </a:lnTo>
                  <a:lnTo>
                    <a:pt x="811" y="1661"/>
                  </a:lnTo>
                  <a:lnTo>
                    <a:pt x="1004" y="1661"/>
                  </a:lnTo>
                  <a:lnTo>
                    <a:pt x="1197" y="1584"/>
                  </a:lnTo>
                  <a:lnTo>
                    <a:pt x="1352" y="1507"/>
                  </a:lnTo>
                  <a:lnTo>
                    <a:pt x="1468" y="1391"/>
                  </a:lnTo>
                  <a:lnTo>
                    <a:pt x="1584" y="1236"/>
                  </a:lnTo>
                  <a:lnTo>
                    <a:pt x="1661" y="1082"/>
                  </a:lnTo>
                  <a:lnTo>
                    <a:pt x="1699" y="927"/>
                  </a:lnTo>
                  <a:lnTo>
                    <a:pt x="1699" y="734"/>
                  </a:lnTo>
                  <a:lnTo>
                    <a:pt x="1661" y="541"/>
                  </a:lnTo>
                  <a:lnTo>
                    <a:pt x="1584" y="387"/>
                  </a:lnTo>
                  <a:lnTo>
                    <a:pt x="1506" y="232"/>
                  </a:lnTo>
                  <a:lnTo>
                    <a:pt x="1390" y="155"/>
                  </a:lnTo>
                  <a:lnTo>
                    <a:pt x="1275" y="78"/>
                  </a:lnTo>
                  <a:lnTo>
                    <a:pt x="100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6" name="Google Shape;5496;p22"/>
            <p:cNvSpPr/>
            <p:nvPr/>
          </p:nvSpPr>
          <p:spPr>
            <a:xfrm>
              <a:off x="444700" y="1374175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71" y="1"/>
                  </a:moveTo>
                  <a:lnTo>
                    <a:pt x="116" y="40"/>
                  </a:lnTo>
                  <a:lnTo>
                    <a:pt x="39" y="117"/>
                  </a:lnTo>
                  <a:lnTo>
                    <a:pt x="1" y="233"/>
                  </a:lnTo>
                  <a:lnTo>
                    <a:pt x="39" y="387"/>
                  </a:lnTo>
                  <a:lnTo>
                    <a:pt x="348" y="889"/>
                  </a:lnTo>
                  <a:lnTo>
                    <a:pt x="657" y="1391"/>
                  </a:lnTo>
                  <a:lnTo>
                    <a:pt x="1005" y="1854"/>
                  </a:lnTo>
                  <a:lnTo>
                    <a:pt x="1391" y="2318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4" y="3553"/>
                  </a:lnTo>
                  <a:lnTo>
                    <a:pt x="3167" y="3901"/>
                  </a:lnTo>
                  <a:lnTo>
                    <a:pt x="3553" y="3747"/>
                  </a:lnTo>
                  <a:lnTo>
                    <a:pt x="2781" y="3013"/>
                  </a:lnTo>
                  <a:lnTo>
                    <a:pt x="2047" y="2241"/>
                  </a:lnTo>
                  <a:lnTo>
                    <a:pt x="1352" y="1430"/>
                  </a:lnTo>
                  <a:lnTo>
                    <a:pt x="1043" y="1005"/>
                  </a:lnTo>
                  <a:lnTo>
                    <a:pt x="734" y="542"/>
                  </a:lnTo>
                  <a:lnTo>
                    <a:pt x="1622" y="696"/>
                  </a:lnTo>
                  <a:lnTo>
                    <a:pt x="2511" y="889"/>
                  </a:lnTo>
                  <a:lnTo>
                    <a:pt x="3013" y="1044"/>
                  </a:lnTo>
                  <a:lnTo>
                    <a:pt x="3515" y="1198"/>
                  </a:lnTo>
                  <a:lnTo>
                    <a:pt x="4017" y="1352"/>
                  </a:lnTo>
                  <a:lnTo>
                    <a:pt x="4480" y="1507"/>
                  </a:lnTo>
                  <a:lnTo>
                    <a:pt x="4596" y="1507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5" y="1507"/>
                  </a:lnTo>
                  <a:lnTo>
                    <a:pt x="4943" y="1430"/>
                  </a:lnTo>
                  <a:lnTo>
                    <a:pt x="4634" y="1159"/>
                  </a:lnTo>
                  <a:lnTo>
                    <a:pt x="4171" y="850"/>
                  </a:lnTo>
                  <a:lnTo>
                    <a:pt x="3630" y="619"/>
                  </a:lnTo>
                  <a:lnTo>
                    <a:pt x="3090" y="464"/>
                  </a:lnTo>
                  <a:lnTo>
                    <a:pt x="2511" y="310"/>
                  </a:lnTo>
                  <a:lnTo>
                    <a:pt x="1931" y="194"/>
                  </a:lnTo>
                  <a:lnTo>
                    <a:pt x="1352" y="117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7" name="Google Shape;5497;p22"/>
            <p:cNvSpPr/>
            <p:nvPr/>
          </p:nvSpPr>
          <p:spPr>
            <a:xfrm>
              <a:off x="5333350" y="1388675"/>
              <a:ext cx="625575" cy="344650"/>
            </a:xfrm>
            <a:custGeom>
              <a:avLst/>
              <a:gdLst/>
              <a:ahLst/>
              <a:cxnLst/>
              <a:rect l="l" t="t" r="r" b="b"/>
              <a:pathLst>
                <a:path w="25023" h="13786" extrusionOk="0">
                  <a:moveTo>
                    <a:pt x="23285" y="965"/>
                  </a:moveTo>
                  <a:lnTo>
                    <a:pt x="23633" y="1467"/>
                  </a:lnTo>
                  <a:lnTo>
                    <a:pt x="23941" y="2008"/>
                  </a:lnTo>
                  <a:lnTo>
                    <a:pt x="23787" y="2163"/>
                  </a:lnTo>
                  <a:lnTo>
                    <a:pt x="23633" y="2201"/>
                  </a:lnTo>
                  <a:lnTo>
                    <a:pt x="23478" y="2201"/>
                  </a:lnTo>
                  <a:lnTo>
                    <a:pt x="23324" y="2163"/>
                  </a:lnTo>
                  <a:lnTo>
                    <a:pt x="23208" y="2085"/>
                  </a:lnTo>
                  <a:lnTo>
                    <a:pt x="23092" y="1969"/>
                  </a:lnTo>
                  <a:lnTo>
                    <a:pt x="23015" y="1815"/>
                  </a:lnTo>
                  <a:lnTo>
                    <a:pt x="22976" y="1661"/>
                  </a:lnTo>
                  <a:lnTo>
                    <a:pt x="22976" y="1429"/>
                  </a:lnTo>
                  <a:lnTo>
                    <a:pt x="23053" y="1274"/>
                  </a:lnTo>
                  <a:lnTo>
                    <a:pt x="23169" y="1120"/>
                  </a:lnTo>
                  <a:lnTo>
                    <a:pt x="23285" y="965"/>
                  </a:lnTo>
                  <a:close/>
                  <a:moveTo>
                    <a:pt x="24096" y="2433"/>
                  </a:moveTo>
                  <a:lnTo>
                    <a:pt x="24212" y="2780"/>
                  </a:lnTo>
                  <a:lnTo>
                    <a:pt x="24328" y="3089"/>
                  </a:lnTo>
                  <a:lnTo>
                    <a:pt x="24366" y="3437"/>
                  </a:lnTo>
                  <a:lnTo>
                    <a:pt x="24443" y="3823"/>
                  </a:lnTo>
                  <a:lnTo>
                    <a:pt x="24443" y="3823"/>
                  </a:lnTo>
                  <a:lnTo>
                    <a:pt x="24173" y="3746"/>
                  </a:lnTo>
                  <a:lnTo>
                    <a:pt x="23941" y="3591"/>
                  </a:lnTo>
                  <a:lnTo>
                    <a:pt x="23864" y="3514"/>
                  </a:lnTo>
                  <a:lnTo>
                    <a:pt x="23787" y="3398"/>
                  </a:lnTo>
                  <a:lnTo>
                    <a:pt x="23748" y="3282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7" y="2742"/>
                  </a:lnTo>
                  <a:lnTo>
                    <a:pt x="23941" y="2587"/>
                  </a:lnTo>
                  <a:lnTo>
                    <a:pt x="24096" y="2433"/>
                  </a:lnTo>
                  <a:close/>
                  <a:moveTo>
                    <a:pt x="16296" y="4981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6" y="5290"/>
                  </a:lnTo>
                  <a:lnTo>
                    <a:pt x="16566" y="5406"/>
                  </a:lnTo>
                  <a:lnTo>
                    <a:pt x="16296" y="5445"/>
                  </a:lnTo>
                  <a:lnTo>
                    <a:pt x="15639" y="5522"/>
                  </a:lnTo>
                  <a:lnTo>
                    <a:pt x="15639" y="5483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55" y="5175"/>
                  </a:lnTo>
                  <a:lnTo>
                    <a:pt x="15832" y="5097"/>
                  </a:lnTo>
                  <a:lnTo>
                    <a:pt x="15948" y="5020"/>
                  </a:lnTo>
                  <a:lnTo>
                    <a:pt x="16064" y="4981"/>
                  </a:lnTo>
                  <a:close/>
                  <a:moveTo>
                    <a:pt x="24443" y="4248"/>
                  </a:moveTo>
                  <a:lnTo>
                    <a:pt x="24443" y="4673"/>
                  </a:lnTo>
                  <a:lnTo>
                    <a:pt x="24366" y="5097"/>
                  </a:lnTo>
                  <a:lnTo>
                    <a:pt x="24250" y="5522"/>
                  </a:lnTo>
                  <a:lnTo>
                    <a:pt x="24057" y="5445"/>
                  </a:lnTo>
                  <a:lnTo>
                    <a:pt x="23903" y="5290"/>
                  </a:lnTo>
                  <a:lnTo>
                    <a:pt x="23826" y="5097"/>
                  </a:lnTo>
                  <a:lnTo>
                    <a:pt x="23787" y="4981"/>
                  </a:lnTo>
                  <a:lnTo>
                    <a:pt x="23787" y="4866"/>
                  </a:lnTo>
                  <a:lnTo>
                    <a:pt x="23826" y="4750"/>
                  </a:lnTo>
                  <a:lnTo>
                    <a:pt x="23864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48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6"/>
                  </a:lnTo>
                  <a:lnTo>
                    <a:pt x="18072" y="5638"/>
                  </a:lnTo>
                  <a:lnTo>
                    <a:pt x="17570" y="5522"/>
                  </a:lnTo>
                  <a:lnTo>
                    <a:pt x="17029" y="5445"/>
                  </a:lnTo>
                  <a:lnTo>
                    <a:pt x="17068" y="5290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4"/>
                  </a:lnTo>
                  <a:lnTo>
                    <a:pt x="17531" y="4866"/>
                  </a:lnTo>
                  <a:lnTo>
                    <a:pt x="17647" y="4827"/>
                  </a:lnTo>
                  <a:close/>
                  <a:moveTo>
                    <a:pt x="14713" y="5329"/>
                  </a:moveTo>
                  <a:lnTo>
                    <a:pt x="14828" y="5368"/>
                  </a:lnTo>
                  <a:lnTo>
                    <a:pt x="14906" y="5445"/>
                  </a:lnTo>
                  <a:lnTo>
                    <a:pt x="15021" y="5561"/>
                  </a:lnTo>
                  <a:lnTo>
                    <a:pt x="15060" y="5676"/>
                  </a:lnTo>
                  <a:lnTo>
                    <a:pt x="14558" y="5870"/>
                  </a:lnTo>
                  <a:lnTo>
                    <a:pt x="14056" y="6101"/>
                  </a:lnTo>
                  <a:lnTo>
                    <a:pt x="14017" y="6063"/>
                  </a:lnTo>
                  <a:lnTo>
                    <a:pt x="14056" y="5831"/>
                  </a:lnTo>
                  <a:lnTo>
                    <a:pt x="14133" y="5599"/>
                  </a:lnTo>
                  <a:lnTo>
                    <a:pt x="14249" y="5445"/>
                  </a:lnTo>
                  <a:lnTo>
                    <a:pt x="14365" y="5368"/>
                  </a:lnTo>
                  <a:lnTo>
                    <a:pt x="14442" y="5329"/>
                  </a:lnTo>
                  <a:close/>
                  <a:moveTo>
                    <a:pt x="18999" y="5483"/>
                  </a:moveTo>
                  <a:lnTo>
                    <a:pt x="19115" y="5522"/>
                  </a:lnTo>
                  <a:lnTo>
                    <a:pt x="19192" y="5561"/>
                  </a:lnTo>
                  <a:lnTo>
                    <a:pt x="19308" y="5676"/>
                  </a:lnTo>
                  <a:lnTo>
                    <a:pt x="19385" y="5831"/>
                  </a:lnTo>
                  <a:lnTo>
                    <a:pt x="19385" y="5985"/>
                  </a:lnTo>
                  <a:lnTo>
                    <a:pt x="19346" y="6178"/>
                  </a:lnTo>
                  <a:lnTo>
                    <a:pt x="18613" y="5831"/>
                  </a:lnTo>
                  <a:lnTo>
                    <a:pt x="18651" y="5754"/>
                  </a:lnTo>
                  <a:lnTo>
                    <a:pt x="18690" y="5676"/>
                  </a:lnTo>
                  <a:lnTo>
                    <a:pt x="18844" y="5522"/>
                  </a:lnTo>
                  <a:lnTo>
                    <a:pt x="18999" y="5483"/>
                  </a:lnTo>
                  <a:close/>
                  <a:moveTo>
                    <a:pt x="20196" y="6063"/>
                  </a:moveTo>
                  <a:lnTo>
                    <a:pt x="20350" y="6101"/>
                  </a:lnTo>
                  <a:lnTo>
                    <a:pt x="20466" y="6140"/>
                  </a:lnTo>
                  <a:lnTo>
                    <a:pt x="20543" y="6178"/>
                  </a:lnTo>
                  <a:lnTo>
                    <a:pt x="20698" y="6333"/>
                  </a:lnTo>
                  <a:lnTo>
                    <a:pt x="20775" y="6526"/>
                  </a:lnTo>
                  <a:lnTo>
                    <a:pt x="20814" y="6719"/>
                  </a:lnTo>
                  <a:lnTo>
                    <a:pt x="20891" y="6951"/>
                  </a:lnTo>
                  <a:lnTo>
                    <a:pt x="20466" y="6758"/>
                  </a:lnTo>
                  <a:lnTo>
                    <a:pt x="20080" y="6565"/>
                  </a:lnTo>
                  <a:lnTo>
                    <a:pt x="19810" y="6410"/>
                  </a:lnTo>
                  <a:lnTo>
                    <a:pt x="19848" y="6294"/>
                  </a:lnTo>
                  <a:lnTo>
                    <a:pt x="19887" y="6178"/>
                  </a:lnTo>
                  <a:lnTo>
                    <a:pt x="20003" y="6140"/>
                  </a:lnTo>
                  <a:lnTo>
                    <a:pt x="20080" y="6101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8"/>
                  </a:lnTo>
                  <a:lnTo>
                    <a:pt x="23941" y="5985"/>
                  </a:lnTo>
                  <a:lnTo>
                    <a:pt x="24019" y="6024"/>
                  </a:lnTo>
                  <a:lnTo>
                    <a:pt x="24096" y="6024"/>
                  </a:lnTo>
                  <a:lnTo>
                    <a:pt x="23941" y="6294"/>
                  </a:lnTo>
                  <a:lnTo>
                    <a:pt x="23748" y="6565"/>
                  </a:lnTo>
                  <a:lnTo>
                    <a:pt x="23517" y="6796"/>
                  </a:lnTo>
                  <a:lnTo>
                    <a:pt x="23246" y="6989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6"/>
                  </a:lnTo>
                  <a:lnTo>
                    <a:pt x="23015" y="6294"/>
                  </a:lnTo>
                  <a:lnTo>
                    <a:pt x="23053" y="6178"/>
                  </a:lnTo>
                  <a:lnTo>
                    <a:pt x="23131" y="6101"/>
                  </a:lnTo>
                  <a:lnTo>
                    <a:pt x="23208" y="6024"/>
                  </a:lnTo>
                  <a:lnTo>
                    <a:pt x="23285" y="5947"/>
                  </a:lnTo>
                  <a:lnTo>
                    <a:pt x="23517" y="5870"/>
                  </a:lnTo>
                  <a:close/>
                  <a:moveTo>
                    <a:pt x="13245" y="6101"/>
                  </a:moveTo>
                  <a:lnTo>
                    <a:pt x="13477" y="6178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105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7" y="6796"/>
                  </a:lnTo>
                  <a:lnTo>
                    <a:pt x="12627" y="6680"/>
                  </a:lnTo>
                  <a:lnTo>
                    <a:pt x="12666" y="6526"/>
                  </a:lnTo>
                  <a:lnTo>
                    <a:pt x="12705" y="6410"/>
                  </a:lnTo>
                  <a:lnTo>
                    <a:pt x="12782" y="6294"/>
                  </a:lnTo>
                  <a:lnTo>
                    <a:pt x="12859" y="6217"/>
                  </a:lnTo>
                  <a:lnTo>
                    <a:pt x="13013" y="6140"/>
                  </a:lnTo>
                  <a:lnTo>
                    <a:pt x="13129" y="6101"/>
                  </a:lnTo>
                  <a:close/>
                  <a:moveTo>
                    <a:pt x="22165" y="6565"/>
                  </a:moveTo>
                  <a:lnTo>
                    <a:pt x="22281" y="6603"/>
                  </a:lnTo>
                  <a:lnTo>
                    <a:pt x="22474" y="6719"/>
                  </a:lnTo>
                  <a:lnTo>
                    <a:pt x="22629" y="6874"/>
                  </a:lnTo>
                  <a:lnTo>
                    <a:pt x="22783" y="7028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5"/>
                  </a:lnTo>
                  <a:lnTo>
                    <a:pt x="22937" y="7144"/>
                  </a:lnTo>
                  <a:lnTo>
                    <a:pt x="22551" y="7221"/>
                  </a:lnTo>
                  <a:lnTo>
                    <a:pt x="22165" y="7260"/>
                  </a:lnTo>
                  <a:lnTo>
                    <a:pt x="21779" y="7221"/>
                  </a:lnTo>
                  <a:lnTo>
                    <a:pt x="21393" y="7105"/>
                  </a:lnTo>
                  <a:lnTo>
                    <a:pt x="21470" y="6912"/>
                  </a:lnTo>
                  <a:lnTo>
                    <a:pt x="21625" y="6758"/>
                  </a:lnTo>
                  <a:lnTo>
                    <a:pt x="21818" y="6603"/>
                  </a:lnTo>
                  <a:lnTo>
                    <a:pt x="22049" y="6565"/>
                  </a:lnTo>
                  <a:close/>
                  <a:moveTo>
                    <a:pt x="12280" y="7414"/>
                  </a:moveTo>
                  <a:lnTo>
                    <a:pt x="12473" y="7453"/>
                  </a:lnTo>
                  <a:lnTo>
                    <a:pt x="12125" y="7993"/>
                  </a:lnTo>
                  <a:lnTo>
                    <a:pt x="11816" y="8573"/>
                  </a:lnTo>
                  <a:lnTo>
                    <a:pt x="11701" y="8341"/>
                  </a:lnTo>
                  <a:lnTo>
                    <a:pt x="11662" y="8109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39" y="7723"/>
                  </a:lnTo>
                  <a:lnTo>
                    <a:pt x="11816" y="7607"/>
                  </a:lnTo>
                  <a:lnTo>
                    <a:pt x="11894" y="7530"/>
                  </a:lnTo>
                  <a:lnTo>
                    <a:pt x="12009" y="7453"/>
                  </a:lnTo>
                  <a:lnTo>
                    <a:pt x="12164" y="7414"/>
                  </a:lnTo>
                  <a:close/>
                  <a:moveTo>
                    <a:pt x="2240" y="9384"/>
                  </a:moveTo>
                  <a:lnTo>
                    <a:pt x="2356" y="9422"/>
                  </a:lnTo>
                  <a:lnTo>
                    <a:pt x="2472" y="9499"/>
                  </a:lnTo>
                  <a:lnTo>
                    <a:pt x="2549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10001"/>
                  </a:lnTo>
                  <a:lnTo>
                    <a:pt x="2124" y="9886"/>
                  </a:lnTo>
                  <a:lnTo>
                    <a:pt x="1661" y="9886"/>
                  </a:lnTo>
                  <a:lnTo>
                    <a:pt x="1699" y="9770"/>
                  </a:lnTo>
                  <a:lnTo>
                    <a:pt x="1738" y="9654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close/>
                  <a:moveTo>
                    <a:pt x="11662" y="8997"/>
                  </a:moveTo>
                  <a:lnTo>
                    <a:pt x="11469" y="9499"/>
                  </a:lnTo>
                  <a:lnTo>
                    <a:pt x="11353" y="10040"/>
                  </a:lnTo>
                  <a:lnTo>
                    <a:pt x="11276" y="10272"/>
                  </a:lnTo>
                  <a:lnTo>
                    <a:pt x="11237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8" y="9692"/>
                  </a:lnTo>
                  <a:lnTo>
                    <a:pt x="10928" y="9577"/>
                  </a:lnTo>
                  <a:lnTo>
                    <a:pt x="10967" y="9461"/>
                  </a:lnTo>
                  <a:lnTo>
                    <a:pt x="11006" y="9345"/>
                  </a:lnTo>
                  <a:lnTo>
                    <a:pt x="11121" y="9152"/>
                  </a:lnTo>
                  <a:lnTo>
                    <a:pt x="11276" y="9075"/>
                  </a:lnTo>
                  <a:lnTo>
                    <a:pt x="11469" y="8997"/>
                  </a:lnTo>
                  <a:close/>
                  <a:moveTo>
                    <a:pt x="3785" y="9770"/>
                  </a:moveTo>
                  <a:lnTo>
                    <a:pt x="3900" y="9808"/>
                  </a:lnTo>
                  <a:lnTo>
                    <a:pt x="4016" y="9886"/>
                  </a:lnTo>
                  <a:lnTo>
                    <a:pt x="4093" y="10001"/>
                  </a:lnTo>
                  <a:lnTo>
                    <a:pt x="4132" y="10117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3" y="10542"/>
                  </a:lnTo>
                  <a:lnTo>
                    <a:pt x="4016" y="10658"/>
                  </a:lnTo>
                  <a:lnTo>
                    <a:pt x="3862" y="10542"/>
                  </a:lnTo>
                  <a:lnTo>
                    <a:pt x="3514" y="10349"/>
                  </a:lnTo>
                  <a:lnTo>
                    <a:pt x="3089" y="10156"/>
                  </a:lnTo>
                  <a:lnTo>
                    <a:pt x="3128" y="10040"/>
                  </a:lnTo>
                  <a:lnTo>
                    <a:pt x="3244" y="9924"/>
                  </a:lnTo>
                  <a:lnTo>
                    <a:pt x="3360" y="9847"/>
                  </a:lnTo>
                  <a:lnTo>
                    <a:pt x="3514" y="9770"/>
                  </a:lnTo>
                  <a:close/>
                  <a:moveTo>
                    <a:pt x="4943" y="10658"/>
                  </a:moveTo>
                  <a:lnTo>
                    <a:pt x="5020" y="10735"/>
                  </a:lnTo>
                  <a:lnTo>
                    <a:pt x="5097" y="10774"/>
                  </a:lnTo>
                  <a:lnTo>
                    <a:pt x="5136" y="10889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97" y="11430"/>
                  </a:lnTo>
                  <a:lnTo>
                    <a:pt x="4402" y="10928"/>
                  </a:lnTo>
                  <a:lnTo>
                    <a:pt x="4441" y="10812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19"/>
                  </a:moveTo>
                  <a:lnTo>
                    <a:pt x="10967" y="11198"/>
                  </a:lnTo>
                  <a:lnTo>
                    <a:pt x="10735" y="11739"/>
                  </a:lnTo>
                  <a:lnTo>
                    <a:pt x="10658" y="11700"/>
                  </a:lnTo>
                  <a:lnTo>
                    <a:pt x="10504" y="11546"/>
                  </a:lnTo>
                  <a:lnTo>
                    <a:pt x="10426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2"/>
                  </a:lnTo>
                  <a:lnTo>
                    <a:pt x="10735" y="10696"/>
                  </a:lnTo>
                  <a:lnTo>
                    <a:pt x="10928" y="10619"/>
                  </a:lnTo>
                  <a:close/>
                  <a:moveTo>
                    <a:pt x="5986" y="11469"/>
                  </a:moveTo>
                  <a:lnTo>
                    <a:pt x="6063" y="11507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3" y="11778"/>
                  </a:lnTo>
                  <a:lnTo>
                    <a:pt x="6372" y="12009"/>
                  </a:lnTo>
                  <a:lnTo>
                    <a:pt x="6410" y="12241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0"/>
                  </a:lnTo>
                  <a:lnTo>
                    <a:pt x="5445" y="11623"/>
                  </a:lnTo>
                  <a:lnTo>
                    <a:pt x="5561" y="11546"/>
                  </a:lnTo>
                  <a:lnTo>
                    <a:pt x="5638" y="11507"/>
                  </a:lnTo>
                  <a:lnTo>
                    <a:pt x="5754" y="11469"/>
                  </a:lnTo>
                  <a:close/>
                  <a:moveTo>
                    <a:pt x="10542" y="12048"/>
                  </a:moveTo>
                  <a:lnTo>
                    <a:pt x="10388" y="12318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8" y="12241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76" y="12511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0"/>
                  </a:lnTo>
                  <a:lnTo>
                    <a:pt x="7878" y="13013"/>
                  </a:lnTo>
                  <a:lnTo>
                    <a:pt x="7878" y="13206"/>
                  </a:lnTo>
                  <a:lnTo>
                    <a:pt x="7839" y="13206"/>
                  </a:lnTo>
                  <a:lnTo>
                    <a:pt x="7337" y="13013"/>
                  </a:lnTo>
                  <a:lnTo>
                    <a:pt x="6835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1"/>
                  </a:lnTo>
                  <a:close/>
                  <a:moveTo>
                    <a:pt x="8843" y="12627"/>
                  </a:moveTo>
                  <a:lnTo>
                    <a:pt x="8959" y="12666"/>
                  </a:lnTo>
                  <a:lnTo>
                    <a:pt x="9113" y="12782"/>
                  </a:lnTo>
                  <a:lnTo>
                    <a:pt x="9191" y="12936"/>
                  </a:lnTo>
                  <a:lnTo>
                    <a:pt x="9229" y="13129"/>
                  </a:lnTo>
                  <a:lnTo>
                    <a:pt x="9268" y="13206"/>
                  </a:lnTo>
                  <a:lnTo>
                    <a:pt x="9036" y="13284"/>
                  </a:lnTo>
                  <a:lnTo>
                    <a:pt x="8804" y="13322"/>
                  </a:lnTo>
                  <a:lnTo>
                    <a:pt x="8573" y="13322"/>
                  </a:lnTo>
                  <a:lnTo>
                    <a:pt x="8302" y="13284"/>
                  </a:lnTo>
                  <a:lnTo>
                    <a:pt x="8302" y="13206"/>
                  </a:lnTo>
                  <a:lnTo>
                    <a:pt x="8341" y="13013"/>
                  </a:lnTo>
                  <a:lnTo>
                    <a:pt x="8418" y="12820"/>
                  </a:lnTo>
                  <a:lnTo>
                    <a:pt x="8573" y="12704"/>
                  </a:lnTo>
                  <a:lnTo>
                    <a:pt x="8650" y="12666"/>
                  </a:lnTo>
                  <a:lnTo>
                    <a:pt x="8766" y="12627"/>
                  </a:lnTo>
                  <a:close/>
                  <a:moveTo>
                    <a:pt x="22976" y="0"/>
                  </a:moveTo>
                  <a:lnTo>
                    <a:pt x="22899" y="39"/>
                  </a:lnTo>
                  <a:lnTo>
                    <a:pt x="22822" y="77"/>
                  </a:lnTo>
                  <a:lnTo>
                    <a:pt x="22783" y="155"/>
                  </a:lnTo>
                  <a:lnTo>
                    <a:pt x="22744" y="232"/>
                  </a:lnTo>
                  <a:lnTo>
                    <a:pt x="22744" y="309"/>
                  </a:lnTo>
                  <a:lnTo>
                    <a:pt x="22822" y="425"/>
                  </a:lnTo>
                  <a:lnTo>
                    <a:pt x="22860" y="464"/>
                  </a:lnTo>
                  <a:lnTo>
                    <a:pt x="23015" y="657"/>
                  </a:lnTo>
                  <a:lnTo>
                    <a:pt x="22899" y="772"/>
                  </a:lnTo>
                  <a:lnTo>
                    <a:pt x="22783" y="965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699"/>
                  </a:lnTo>
                  <a:lnTo>
                    <a:pt x="22629" y="1892"/>
                  </a:lnTo>
                  <a:lnTo>
                    <a:pt x="22706" y="2047"/>
                  </a:lnTo>
                  <a:lnTo>
                    <a:pt x="22860" y="2278"/>
                  </a:lnTo>
                  <a:lnTo>
                    <a:pt x="23053" y="2394"/>
                  </a:lnTo>
                  <a:lnTo>
                    <a:pt x="23246" y="2510"/>
                  </a:lnTo>
                  <a:lnTo>
                    <a:pt x="23478" y="2510"/>
                  </a:lnTo>
                  <a:lnTo>
                    <a:pt x="23401" y="2703"/>
                  </a:lnTo>
                  <a:lnTo>
                    <a:pt x="23362" y="2896"/>
                  </a:lnTo>
                  <a:lnTo>
                    <a:pt x="23324" y="3089"/>
                  </a:lnTo>
                  <a:lnTo>
                    <a:pt x="23362" y="3282"/>
                  </a:lnTo>
                  <a:lnTo>
                    <a:pt x="23439" y="3514"/>
                  </a:lnTo>
                  <a:lnTo>
                    <a:pt x="23555" y="3707"/>
                  </a:lnTo>
                  <a:lnTo>
                    <a:pt x="23748" y="3900"/>
                  </a:lnTo>
                  <a:lnTo>
                    <a:pt x="23980" y="4016"/>
                  </a:lnTo>
                  <a:lnTo>
                    <a:pt x="23748" y="4209"/>
                  </a:lnTo>
                  <a:lnTo>
                    <a:pt x="23555" y="4479"/>
                  </a:lnTo>
                  <a:lnTo>
                    <a:pt x="23478" y="4750"/>
                  </a:lnTo>
                  <a:lnTo>
                    <a:pt x="23439" y="4904"/>
                  </a:lnTo>
                  <a:lnTo>
                    <a:pt x="23439" y="5020"/>
                  </a:lnTo>
                  <a:lnTo>
                    <a:pt x="23517" y="5290"/>
                  </a:lnTo>
                  <a:lnTo>
                    <a:pt x="23633" y="5483"/>
                  </a:lnTo>
                  <a:lnTo>
                    <a:pt x="23401" y="5522"/>
                  </a:lnTo>
                  <a:lnTo>
                    <a:pt x="23169" y="5561"/>
                  </a:lnTo>
                  <a:lnTo>
                    <a:pt x="22976" y="5715"/>
                  </a:lnTo>
                  <a:lnTo>
                    <a:pt x="22783" y="5870"/>
                  </a:lnTo>
                  <a:lnTo>
                    <a:pt x="22706" y="6101"/>
                  </a:lnTo>
                  <a:lnTo>
                    <a:pt x="22629" y="6372"/>
                  </a:lnTo>
                  <a:lnTo>
                    <a:pt x="22474" y="6294"/>
                  </a:lnTo>
                  <a:lnTo>
                    <a:pt x="22320" y="6256"/>
                  </a:lnTo>
                  <a:lnTo>
                    <a:pt x="22165" y="6217"/>
                  </a:lnTo>
                  <a:lnTo>
                    <a:pt x="21972" y="6217"/>
                  </a:lnTo>
                  <a:lnTo>
                    <a:pt x="21740" y="6294"/>
                  </a:lnTo>
                  <a:lnTo>
                    <a:pt x="21509" y="6410"/>
                  </a:lnTo>
                  <a:lnTo>
                    <a:pt x="21354" y="6565"/>
                  </a:lnTo>
                  <a:lnTo>
                    <a:pt x="21200" y="6796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6024"/>
                  </a:lnTo>
                  <a:lnTo>
                    <a:pt x="20736" y="5908"/>
                  </a:lnTo>
                  <a:lnTo>
                    <a:pt x="20582" y="5831"/>
                  </a:lnTo>
                  <a:lnTo>
                    <a:pt x="20428" y="5754"/>
                  </a:lnTo>
                  <a:lnTo>
                    <a:pt x="20234" y="5754"/>
                  </a:lnTo>
                  <a:lnTo>
                    <a:pt x="20080" y="5792"/>
                  </a:lnTo>
                  <a:lnTo>
                    <a:pt x="19887" y="5870"/>
                  </a:lnTo>
                  <a:lnTo>
                    <a:pt x="19771" y="5947"/>
                  </a:lnTo>
                  <a:lnTo>
                    <a:pt x="19732" y="5715"/>
                  </a:lnTo>
                  <a:lnTo>
                    <a:pt x="19617" y="5483"/>
                  </a:lnTo>
                  <a:lnTo>
                    <a:pt x="19462" y="5329"/>
                  </a:lnTo>
                  <a:lnTo>
                    <a:pt x="19385" y="5252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90"/>
                  </a:lnTo>
                  <a:lnTo>
                    <a:pt x="18497" y="5406"/>
                  </a:lnTo>
                  <a:lnTo>
                    <a:pt x="18458" y="5252"/>
                  </a:lnTo>
                  <a:lnTo>
                    <a:pt x="18420" y="5136"/>
                  </a:lnTo>
                  <a:lnTo>
                    <a:pt x="18381" y="4981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73"/>
                  </a:lnTo>
                  <a:lnTo>
                    <a:pt x="17956" y="4595"/>
                  </a:lnTo>
                  <a:lnTo>
                    <a:pt x="17802" y="4557"/>
                  </a:lnTo>
                  <a:lnTo>
                    <a:pt x="17647" y="4518"/>
                  </a:lnTo>
                  <a:lnTo>
                    <a:pt x="17493" y="4557"/>
                  </a:lnTo>
                  <a:lnTo>
                    <a:pt x="17377" y="4595"/>
                  </a:lnTo>
                  <a:lnTo>
                    <a:pt x="17261" y="4634"/>
                  </a:lnTo>
                  <a:lnTo>
                    <a:pt x="17145" y="4750"/>
                  </a:lnTo>
                  <a:lnTo>
                    <a:pt x="17029" y="4827"/>
                  </a:lnTo>
                  <a:lnTo>
                    <a:pt x="16875" y="5097"/>
                  </a:lnTo>
                  <a:lnTo>
                    <a:pt x="16759" y="4943"/>
                  </a:lnTo>
                  <a:lnTo>
                    <a:pt x="16605" y="4788"/>
                  </a:lnTo>
                  <a:lnTo>
                    <a:pt x="16450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66"/>
                  </a:lnTo>
                  <a:lnTo>
                    <a:pt x="15523" y="4981"/>
                  </a:lnTo>
                  <a:lnTo>
                    <a:pt x="15446" y="5136"/>
                  </a:lnTo>
                  <a:lnTo>
                    <a:pt x="15408" y="5329"/>
                  </a:lnTo>
                  <a:lnTo>
                    <a:pt x="15408" y="5483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68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1"/>
                  </a:lnTo>
                  <a:lnTo>
                    <a:pt x="14635" y="4943"/>
                  </a:lnTo>
                  <a:lnTo>
                    <a:pt x="14442" y="4981"/>
                  </a:lnTo>
                  <a:lnTo>
                    <a:pt x="14288" y="5020"/>
                  </a:lnTo>
                  <a:lnTo>
                    <a:pt x="14133" y="5097"/>
                  </a:lnTo>
                  <a:lnTo>
                    <a:pt x="14056" y="5175"/>
                  </a:lnTo>
                  <a:lnTo>
                    <a:pt x="13940" y="5290"/>
                  </a:lnTo>
                  <a:lnTo>
                    <a:pt x="13824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5"/>
                  </a:lnTo>
                  <a:lnTo>
                    <a:pt x="13168" y="5715"/>
                  </a:lnTo>
                  <a:lnTo>
                    <a:pt x="12936" y="5754"/>
                  </a:lnTo>
                  <a:lnTo>
                    <a:pt x="12743" y="5831"/>
                  </a:lnTo>
                  <a:lnTo>
                    <a:pt x="12589" y="5947"/>
                  </a:lnTo>
                  <a:lnTo>
                    <a:pt x="12511" y="6063"/>
                  </a:lnTo>
                  <a:lnTo>
                    <a:pt x="12434" y="6217"/>
                  </a:lnTo>
                  <a:lnTo>
                    <a:pt x="12357" y="6372"/>
                  </a:lnTo>
                  <a:lnTo>
                    <a:pt x="12357" y="6526"/>
                  </a:lnTo>
                  <a:lnTo>
                    <a:pt x="12357" y="6680"/>
                  </a:lnTo>
                  <a:lnTo>
                    <a:pt x="12357" y="6835"/>
                  </a:lnTo>
                  <a:lnTo>
                    <a:pt x="12434" y="6989"/>
                  </a:lnTo>
                  <a:lnTo>
                    <a:pt x="12164" y="7028"/>
                  </a:lnTo>
                  <a:lnTo>
                    <a:pt x="11894" y="7105"/>
                  </a:lnTo>
                  <a:lnTo>
                    <a:pt x="11662" y="7221"/>
                  </a:lnTo>
                  <a:lnTo>
                    <a:pt x="11507" y="7414"/>
                  </a:lnTo>
                  <a:lnTo>
                    <a:pt x="11392" y="7530"/>
                  </a:lnTo>
                  <a:lnTo>
                    <a:pt x="11353" y="7684"/>
                  </a:lnTo>
                  <a:lnTo>
                    <a:pt x="11314" y="7839"/>
                  </a:lnTo>
                  <a:lnTo>
                    <a:pt x="11276" y="7993"/>
                  </a:lnTo>
                  <a:lnTo>
                    <a:pt x="11314" y="8148"/>
                  </a:lnTo>
                  <a:lnTo>
                    <a:pt x="11353" y="8302"/>
                  </a:lnTo>
                  <a:lnTo>
                    <a:pt x="11392" y="8457"/>
                  </a:lnTo>
                  <a:lnTo>
                    <a:pt x="11469" y="8611"/>
                  </a:lnTo>
                  <a:lnTo>
                    <a:pt x="11199" y="8650"/>
                  </a:lnTo>
                  <a:lnTo>
                    <a:pt x="10967" y="8804"/>
                  </a:lnTo>
                  <a:lnTo>
                    <a:pt x="10774" y="8997"/>
                  </a:lnTo>
                  <a:lnTo>
                    <a:pt x="10658" y="9229"/>
                  </a:lnTo>
                  <a:lnTo>
                    <a:pt x="10581" y="9499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1" y="10233"/>
                  </a:lnTo>
                  <a:lnTo>
                    <a:pt x="10619" y="10310"/>
                  </a:lnTo>
                  <a:lnTo>
                    <a:pt x="10426" y="10426"/>
                  </a:lnTo>
                  <a:lnTo>
                    <a:pt x="10233" y="10581"/>
                  </a:lnTo>
                  <a:lnTo>
                    <a:pt x="10117" y="10774"/>
                  </a:lnTo>
                  <a:lnTo>
                    <a:pt x="10079" y="11005"/>
                  </a:lnTo>
                  <a:lnTo>
                    <a:pt x="10040" y="11237"/>
                  </a:lnTo>
                  <a:lnTo>
                    <a:pt x="10079" y="11469"/>
                  </a:lnTo>
                  <a:lnTo>
                    <a:pt x="10195" y="11700"/>
                  </a:lnTo>
                  <a:lnTo>
                    <a:pt x="9924" y="11739"/>
                  </a:lnTo>
                  <a:lnTo>
                    <a:pt x="9693" y="11855"/>
                  </a:lnTo>
                  <a:lnTo>
                    <a:pt x="9500" y="12009"/>
                  </a:lnTo>
                  <a:lnTo>
                    <a:pt x="9422" y="12087"/>
                  </a:lnTo>
                  <a:lnTo>
                    <a:pt x="9384" y="12202"/>
                  </a:lnTo>
                  <a:lnTo>
                    <a:pt x="9345" y="12318"/>
                  </a:lnTo>
                  <a:lnTo>
                    <a:pt x="9306" y="12473"/>
                  </a:lnTo>
                  <a:lnTo>
                    <a:pt x="9191" y="12395"/>
                  </a:lnTo>
                  <a:lnTo>
                    <a:pt x="9036" y="12318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57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4"/>
                  </a:lnTo>
                  <a:lnTo>
                    <a:pt x="8109" y="12550"/>
                  </a:lnTo>
                  <a:lnTo>
                    <a:pt x="7994" y="12434"/>
                  </a:lnTo>
                  <a:lnTo>
                    <a:pt x="7878" y="12318"/>
                  </a:lnTo>
                  <a:lnTo>
                    <a:pt x="7723" y="12241"/>
                  </a:lnTo>
                  <a:lnTo>
                    <a:pt x="7492" y="12164"/>
                  </a:lnTo>
                  <a:lnTo>
                    <a:pt x="7221" y="12202"/>
                  </a:lnTo>
                  <a:lnTo>
                    <a:pt x="6990" y="12280"/>
                  </a:lnTo>
                  <a:lnTo>
                    <a:pt x="6796" y="12434"/>
                  </a:lnTo>
                  <a:lnTo>
                    <a:pt x="6796" y="12048"/>
                  </a:lnTo>
                  <a:lnTo>
                    <a:pt x="6758" y="11893"/>
                  </a:lnTo>
                  <a:lnTo>
                    <a:pt x="6681" y="11700"/>
                  </a:lnTo>
                  <a:lnTo>
                    <a:pt x="6603" y="11546"/>
                  </a:lnTo>
                  <a:lnTo>
                    <a:pt x="6526" y="11430"/>
                  </a:lnTo>
                  <a:lnTo>
                    <a:pt x="6372" y="11314"/>
                  </a:lnTo>
                  <a:lnTo>
                    <a:pt x="6217" y="11198"/>
                  </a:lnTo>
                  <a:lnTo>
                    <a:pt x="6063" y="11160"/>
                  </a:lnTo>
                  <a:lnTo>
                    <a:pt x="5715" y="11160"/>
                  </a:lnTo>
                  <a:lnTo>
                    <a:pt x="5522" y="11237"/>
                  </a:lnTo>
                  <a:lnTo>
                    <a:pt x="5522" y="10967"/>
                  </a:lnTo>
                  <a:lnTo>
                    <a:pt x="5445" y="10735"/>
                  </a:lnTo>
                  <a:lnTo>
                    <a:pt x="5329" y="10503"/>
                  </a:lnTo>
                  <a:lnTo>
                    <a:pt x="5213" y="10426"/>
                  </a:lnTo>
                  <a:lnTo>
                    <a:pt x="5097" y="10388"/>
                  </a:lnTo>
                  <a:lnTo>
                    <a:pt x="4943" y="10310"/>
                  </a:lnTo>
                  <a:lnTo>
                    <a:pt x="4827" y="10310"/>
                  </a:lnTo>
                  <a:lnTo>
                    <a:pt x="4673" y="10349"/>
                  </a:lnTo>
                  <a:lnTo>
                    <a:pt x="4518" y="10388"/>
                  </a:lnTo>
                  <a:lnTo>
                    <a:pt x="4518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09" y="9577"/>
                  </a:lnTo>
                  <a:lnTo>
                    <a:pt x="4055" y="9499"/>
                  </a:lnTo>
                  <a:lnTo>
                    <a:pt x="3900" y="9461"/>
                  </a:lnTo>
                  <a:lnTo>
                    <a:pt x="3746" y="9422"/>
                  </a:lnTo>
                  <a:lnTo>
                    <a:pt x="3591" y="9422"/>
                  </a:lnTo>
                  <a:lnTo>
                    <a:pt x="3398" y="9461"/>
                  </a:lnTo>
                  <a:lnTo>
                    <a:pt x="3283" y="9538"/>
                  </a:lnTo>
                  <a:lnTo>
                    <a:pt x="3128" y="9615"/>
                  </a:lnTo>
                  <a:lnTo>
                    <a:pt x="3012" y="9770"/>
                  </a:lnTo>
                  <a:lnTo>
                    <a:pt x="2974" y="9615"/>
                  </a:lnTo>
                  <a:lnTo>
                    <a:pt x="2896" y="9461"/>
                  </a:lnTo>
                  <a:lnTo>
                    <a:pt x="2781" y="9268"/>
                  </a:lnTo>
                  <a:lnTo>
                    <a:pt x="2626" y="9152"/>
                  </a:lnTo>
                  <a:lnTo>
                    <a:pt x="2433" y="9036"/>
                  </a:lnTo>
                  <a:lnTo>
                    <a:pt x="2240" y="8997"/>
                  </a:lnTo>
                  <a:lnTo>
                    <a:pt x="2047" y="9036"/>
                  </a:lnTo>
                  <a:lnTo>
                    <a:pt x="1854" y="9113"/>
                  </a:lnTo>
                  <a:lnTo>
                    <a:pt x="1699" y="9190"/>
                  </a:lnTo>
                  <a:lnTo>
                    <a:pt x="1545" y="9345"/>
                  </a:lnTo>
                  <a:lnTo>
                    <a:pt x="1429" y="9538"/>
                  </a:lnTo>
                  <a:lnTo>
                    <a:pt x="1390" y="9731"/>
                  </a:lnTo>
                  <a:lnTo>
                    <a:pt x="1352" y="9924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310"/>
                  </a:lnTo>
                  <a:lnTo>
                    <a:pt x="386" y="10426"/>
                  </a:lnTo>
                  <a:lnTo>
                    <a:pt x="271" y="10581"/>
                  </a:lnTo>
                  <a:lnTo>
                    <a:pt x="116" y="10889"/>
                  </a:lnTo>
                  <a:lnTo>
                    <a:pt x="0" y="11237"/>
                  </a:lnTo>
                  <a:lnTo>
                    <a:pt x="0" y="11585"/>
                  </a:lnTo>
                  <a:lnTo>
                    <a:pt x="77" y="11932"/>
                  </a:lnTo>
                  <a:lnTo>
                    <a:pt x="193" y="12241"/>
                  </a:lnTo>
                  <a:lnTo>
                    <a:pt x="386" y="12550"/>
                  </a:lnTo>
                  <a:lnTo>
                    <a:pt x="618" y="12820"/>
                  </a:lnTo>
                  <a:lnTo>
                    <a:pt x="811" y="12936"/>
                  </a:lnTo>
                  <a:lnTo>
                    <a:pt x="966" y="13013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085" y="13129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50"/>
                  </a:lnTo>
                  <a:lnTo>
                    <a:pt x="3360" y="12241"/>
                  </a:lnTo>
                  <a:lnTo>
                    <a:pt x="3591" y="12009"/>
                  </a:lnTo>
                  <a:lnTo>
                    <a:pt x="3553" y="11932"/>
                  </a:lnTo>
                  <a:lnTo>
                    <a:pt x="3514" y="11816"/>
                  </a:lnTo>
                  <a:lnTo>
                    <a:pt x="3437" y="11778"/>
                  </a:lnTo>
                  <a:lnTo>
                    <a:pt x="3321" y="11739"/>
                  </a:lnTo>
                  <a:lnTo>
                    <a:pt x="3283" y="11778"/>
                  </a:lnTo>
                  <a:lnTo>
                    <a:pt x="3244" y="11816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7" y="12434"/>
                  </a:lnTo>
                  <a:lnTo>
                    <a:pt x="2317" y="12589"/>
                  </a:lnTo>
                  <a:lnTo>
                    <a:pt x="2047" y="12666"/>
                  </a:lnTo>
                  <a:lnTo>
                    <a:pt x="1738" y="12704"/>
                  </a:lnTo>
                  <a:lnTo>
                    <a:pt x="1429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1" y="12357"/>
                  </a:lnTo>
                  <a:lnTo>
                    <a:pt x="695" y="12202"/>
                  </a:lnTo>
                  <a:lnTo>
                    <a:pt x="618" y="12048"/>
                  </a:lnTo>
                  <a:lnTo>
                    <a:pt x="541" y="11893"/>
                  </a:lnTo>
                  <a:lnTo>
                    <a:pt x="502" y="11739"/>
                  </a:lnTo>
                  <a:lnTo>
                    <a:pt x="502" y="11546"/>
                  </a:lnTo>
                  <a:lnTo>
                    <a:pt x="502" y="11391"/>
                  </a:lnTo>
                  <a:lnTo>
                    <a:pt x="541" y="11198"/>
                  </a:lnTo>
                  <a:lnTo>
                    <a:pt x="579" y="11044"/>
                  </a:lnTo>
                  <a:lnTo>
                    <a:pt x="657" y="10889"/>
                  </a:lnTo>
                  <a:lnTo>
                    <a:pt x="773" y="10774"/>
                  </a:lnTo>
                  <a:lnTo>
                    <a:pt x="888" y="10619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008" y="10349"/>
                  </a:lnTo>
                  <a:lnTo>
                    <a:pt x="2317" y="10388"/>
                  </a:lnTo>
                  <a:lnTo>
                    <a:pt x="2587" y="10426"/>
                  </a:lnTo>
                  <a:lnTo>
                    <a:pt x="2858" y="10542"/>
                  </a:lnTo>
                  <a:lnTo>
                    <a:pt x="3128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5"/>
                  </a:lnTo>
                  <a:lnTo>
                    <a:pt x="5870" y="12704"/>
                  </a:lnTo>
                  <a:lnTo>
                    <a:pt x="6256" y="12975"/>
                  </a:lnTo>
                  <a:lnTo>
                    <a:pt x="6681" y="13206"/>
                  </a:lnTo>
                  <a:lnTo>
                    <a:pt x="7105" y="13438"/>
                  </a:lnTo>
                  <a:lnTo>
                    <a:pt x="7530" y="13593"/>
                  </a:lnTo>
                  <a:lnTo>
                    <a:pt x="7994" y="13747"/>
                  </a:lnTo>
                  <a:lnTo>
                    <a:pt x="8457" y="13786"/>
                  </a:lnTo>
                  <a:lnTo>
                    <a:pt x="8920" y="13786"/>
                  </a:lnTo>
                  <a:lnTo>
                    <a:pt x="9345" y="13708"/>
                  </a:lnTo>
                  <a:lnTo>
                    <a:pt x="9731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73"/>
                  </a:lnTo>
                  <a:lnTo>
                    <a:pt x="11121" y="12125"/>
                  </a:lnTo>
                  <a:lnTo>
                    <a:pt x="11314" y="11739"/>
                  </a:lnTo>
                  <a:lnTo>
                    <a:pt x="11507" y="11237"/>
                  </a:lnTo>
                  <a:lnTo>
                    <a:pt x="11662" y="10696"/>
                  </a:lnTo>
                  <a:lnTo>
                    <a:pt x="11971" y="9615"/>
                  </a:lnTo>
                  <a:lnTo>
                    <a:pt x="12125" y="9113"/>
                  </a:lnTo>
                  <a:lnTo>
                    <a:pt x="12357" y="8611"/>
                  </a:lnTo>
                  <a:lnTo>
                    <a:pt x="12589" y="8109"/>
                  </a:lnTo>
                  <a:lnTo>
                    <a:pt x="12936" y="7646"/>
                  </a:lnTo>
                  <a:lnTo>
                    <a:pt x="13284" y="7298"/>
                  </a:lnTo>
                  <a:lnTo>
                    <a:pt x="13631" y="6989"/>
                  </a:lnTo>
                  <a:lnTo>
                    <a:pt x="14017" y="6719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1"/>
                  </a:lnTo>
                  <a:lnTo>
                    <a:pt x="15832" y="5985"/>
                  </a:lnTo>
                  <a:lnTo>
                    <a:pt x="16296" y="5947"/>
                  </a:lnTo>
                  <a:lnTo>
                    <a:pt x="16605" y="5908"/>
                  </a:lnTo>
                  <a:lnTo>
                    <a:pt x="16914" y="5908"/>
                  </a:lnTo>
                  <a:lnTo>
                    <a:pt x="17454" y="5985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3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30" y="7491"/>
                  </a:lnTo>
                  <a:lnTo>
                    <a:pt x="21316" y="7646"/>
                  </a:lnTo>
                  <a:lnTo>
                    <a:pt x="21740" y="7723"/>
                  </a:lnTo>
                  <a:lnTo>
                    <a:pt x="22165" y="7762"/>
                  </a:lnTo>
                  <a:lnTo>
                    <a:pt x="22590" y="7723"/>
                  </a:lnTo>
                  <a:lnTo>
                    <a:pt x="22976" y="7646"/>
                  </a:lnTo>
                  <a:lnTo>
                    <a:pt x="23362" y="7530"/>
                  </a:lnTo>
                  <a:lnTo>
                    <a:pt x="23710" y="7298"/>
                  </a:lnTo>
                  <a:lnTo>
                    <a:pt x="24057" y="6989"/>
                  </a:lnTo>
                  <a:lnTo>
                    <a:pt x="24366" y="6642"/>
                  </a:lnTo>
                  <a:lnTo>
                    <a:pt x="24598" y="6294"/>
                  </a:lnTo>
                  <a:lnTo>
                    <a:pt x="24752" y="5908"/>
                  </a:lnTo>
                  <a:lnTo>
                    <a:pt x="24868" y="5483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5" y="3746"/>
                  </a:lnTo>
                  <a:lnTo>
                    <a:pt x="24868" y="3282"/>
                  </a:lnTo>
                  <a:lnTo>
                    <a:pt x="24791" y="2858"/>
                  </a:lnTo>
                  <a:lnTo>
                    <a:pt x="24637" y="2394"/>
                  </a:lnTo>
                  <a:lnTo>
                    <a:pt x="24443" y="1969"/>
                  </a:lnTo>
                  <a:lnTo>
                    <a:pt x="24250" y="1583"/>
                  </a:lnTo>
                  <a:lnTo>
                    <a:pt x="24057" y="1197"/>
                  </a:lnTo>
                  <a:lnTo>
                    <a:pt x="23787" y="811"/>
                  </a:lnTo>
                  <a:lnTo>
                    <a:pt x="23941" y="386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69" y="77"/>
                  </a:lnTo>
                  <a:lnTo>
                    <a:pt x="230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8" name="Google Shape;5498;p22"/>
            <p:cNvSpPr/>
            <p:nvPr/>
          </p:nvSpPr>
          <p:spPr>
            <a:xfrm>
              <a:off x="5843050" y="1398325"/>
              <a:ext cx="152575" cy="276125"/>
            </a:xfrm>
            <a:custGeom>
              <a:avLst/>
              <a:gdLst/>
              <a:ahLst/>
              <a:cxnLst/>
              <a:rect l="l" t="t" r="r" b="b"/>
              <a:pathLst>
                <a:path w="6103" h="11045" extrusionOk="0">
                  <a:moveTo>
                    <a:pt x="3553" y="0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8"/>
                  </a:lnTo>
                  <a:lnTo>
                    <a:pt x="4364" y="1120"/>
                  </a:lnTo>
                  <a:lnTo>
                    <a:pt x="4635" y="1429"/>
                  </a:lnTo>
                  <a:lnTo>
                    <a:pt x="4866" y="1738"/>
                  </a:lnTo>
                  <a:lnTo>
                    <a:pt x="5059" y="2085"/>
                  </a:lnTo>
                  <a:lnTo>
                    <a:pt x="5214" y="2433"/>
                  </a:lnTo>
                  <a:lnTo>
                    <a:pt x="5368" y="2819"/>
                  </a:lnTo>
                  <a:lnTo>
                    <a:pt x="5484" y="3205"/>
                  </a:lnTo>
                  <a:lnTo>
                    <a:pt x="5523" y="3591"/>
                  </a:lnTo>
                  <a:lnTo>
                    <a:pt x="5600" y="3978"/>
                  </a:lnTo>
                  <a:lnTo>
                    <a:pt x="5600" y="4402"/>
                  </a:lnTo>
                  <a:lnTo>
                    <a:pt x="5561" y="4789"/>
                  </a:lnTo>
                  <a:lnTo>
                    <a:pt x="5523" y="5213"/>
                  </a:lnTo>
                  <a:lnTo>
                    <a:pt x="5446" y="5599"/>
                  </a:lnTo>
                  <a:lnTo>
                    <a:pt x="5330" y="6024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1" y="7260"/>
                  </a:lnTo>
                  <a:lnTo>
                    <a:pt x="4480" y="7646"/>
                  </a:lnTo>
                  <a:lnTo>
                    <a:pt x="4210" y="8032"/>
                  </a:lnTo>
                  <a:lnTo>
                    <a:pt x="3940" y="8380"/>
                  </a:lnTo>
                  <a:lnTo>
                    <a:pt x="3631" y="8727"/>
                  </a:lnTo>
                  <a:lnTo>
                    <a:pt x="3283" y="9036"/>
                  </a:lnTo>
                  <a:lnTo>
                    <a:pt x="2936" y="9306"/>
                  </a:lnTo>
                  <a:lnTo>
                    <a:pt x="2549" y="9577"/>
                  </a:lnTo>
                  <a:lnTo>
                    <a:pt x="2163" y="9808"/>
                  </a:lnTo>
                  <a:lnTo>
                    <a:pt x="1739" y="10040"/>
                  </a:lnTo>
                  <a:lnTo>
                    <a:pt x="1314" y="10233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1" y="10658"/>
                  </a:lnTo>
                  <a:lnTo>
                    <a:pt x="78" y="11044"/>
                  </a:lnTo>
                  <a:lnTo>
                    <a:pt x="619" y="10967"/>
                  </a:lnTo>
                  <a:lnTo>
                    <a:pt x="1121" y="10812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4"/>
                  </a:lnTo>
                  <a:lnTo>
                    <a:pt x="3399" y="9615"/>
                  </a:lnTo>
                  <a:lnTo>
                    <a:pt x="3785" y="9268"/>
                  </a:lnTo>
                  <a:lnTo>
                    <a:pt x="4171" y="8920"/>
                  </a:lnTo>
                  <a:lnTo>
                    <a:pt x="4480" y="8534"/>
                  </a:lnTo>
                  <a:lnTo>
                    <a:pt x="4828" y="8109"/>
                  </a:lnTo>
                  <a:lnTo>
                    <a:pt x="5098" y="7685"/>
                  </a:lnTo>
                  <a:lnTo>
                    <a:pt x="5368" y="7221"/>
                  </a:lnTo>
                  <a:lnTo>
                    <a:pt x="5600" y="6758"/>
                  </a:lnTo>
                  <a:lnTo>
                    <a:pt x="5755" y="6294"/>
                  </a:lnTo>
                  <a:lnTo>
                    <a:pt x="5909" y="5792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8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5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7" y="1313"/>
                  </a:lnTo>
                  <a:lnTo>
                    <a:pt x="4905" y="1004"/>
                  </a:lnTo>
                  <a:lnTo>
                    <a:pt x="4596" y="695"/>
                  </a:lnTo>
                  <a:lnTo>
                    <a:pt x="4287" y="425"/>
                  </a:lnTo>
                  <a:lnTo>
                    <a:pt x="3940" y="193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9" name="Google Shape;5499;p22"/>
            <p:cNvSpPr/>
            <p:nvPr/>
          </p:nvSpPr>
          <p:spPr>
            <a:xfrm>
              <a:off x="569225" y="1424375"/>
              <a:ext cx="126500" cy="69550"/>
            </a:xfrm>
            <a:custGeom>
              <a:avLst/>
              <a:gdLst/>
              <a:ahLst/>
              <a:cxnLst/>
              <a:rect l="l" t="t" r="r" b="b"/>
              <a:pathLst>
                <a:path w="5060" h="2782" extrusionOk="0">
                  <a:moveTo>
                    <a:pt x="4905" y="1"/>
                  </a:moveTo>
                  <a:lnTo>
                    <a:pt x="3824" y="657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30" y="1854"/>
                  </a:lnTo>
                  <a:lnTo>
                    <a:pt x="773" y="2125"/>
                  </a:lnTo>
                  <a:lnTo>
                    <a:pt x="117" y="2395"/>
                  </a:lnTo>
                  <a:lnTo>
                    <a:pt x="40" y="2472"/>
                  </a:lnTo>
                  <a:lnTo>
                    <a:pt x="1" y="2588"/>
                  </a:lnTo>
                  <a:lnTo>
                    <a:pt x="40" y="2665"/>
                  </a:lnTo>
                  <a:lnTo>
                    <a:pt x="117" y="2781"/>
                  </a:lnTo>
                  <a:lnTo>
                    <a:pt x="387" y="2781"/>
                  </a:lnTo>
                  <a:lnTo>
                    <a:pt x="1082" y="2627"/>
                  </a:lnTo>
                  <a:lnTo>
                    <a:pt x="1739" y="2356"/>
                  </a:lnTo>
                  <a:lnTo>
                    <a:pt x="2356" y="2047"/>
                  </a:lnTo>
                  <a:lnTo>
                    <a:pt x="2974" y="1739"/>
                  </a:lnTo>
                  <a:lnTo>
                    <a:pt x="3553" y="1430"/>
                  </a:lnTo>
                  <a:lnTo>
                    <a:pt x="4094" y="1082"/>
                  </a:lnTo>
                  <a:lnTo>
                    <a:pt x="4596" y="735"/>
                  </a:lnTo>
                  <a:lnTo>
                    <a:pt x="5059" y="310"/>
                  </a:lnTo>
                  <a:lnTo>
                    <a:pt x="490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0" name="Google Shape;5500;p22"/>
            <p:cNvSpPr/>
            <p:nvPr/>
          </p:nvSpPr>
          <p:spPr>
            <a:xfrm>
              <a:off x="512275" y="1467825"/>
              <a:ext cx="66650" cy="99450"/>
            </a:xfrm>
            <a:custGeom>
              <a:avLst/>
              <a:gdLst/>
              <a:ahLst/>
              <a:cxnLst/>
              <a:rect l="l" t="t" r="r" b="b"/>
              <a:pathLst>
                <a:path w="2666" h="3978" extrusionOk="0">
                  <a:moveTo>
                    <a:pt x="850" y="1"/>
                  </a:moveTo>
                  <a:lnTo>
                    <a:pt x="464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2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1" y="2704"/>
                  </a:lnTo>
                  <a:lnTo>
                    <a:pt x="39" y="2974"/>
                  </a:lnTo>
                  <a:lnTo>
                    <a:pt x="78" y="3206"/>
                  </a:lnTo>
                  <a:lnTo>
                    <a:pt x="155" y="3399"/>
                  </a:lnTo>
                  <a:lnTo>
                    <a:pt x="271" y="3592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9" y="3939"/>
                  </a:lnTo>
                  <a:lnTo>
                    <a:pt x="1082" y="3978"/>
                  </a:lnTo>
                  <a:lnTo>
                    <a:pt x="1314" y="3939"/>
                  </a:lnTo>
                  <a:lnTo>
                    <a:pt x="1507" y="3823"/>
                  </a:lnTo>
                  <a:lnTo>
                    <a:pt x="1661" y="3708"/>
                  </a:lnTo>
                  <a:lnTo>
                    <a:pt x="1816" y="3514"/>
                  </a:lnTo>
                  <a:lnTo>
                    <a:pt x="1970" y="3321"/>
                  </a:lnTo>
                  <a:lnTo>
                    <a:pt x="2086" y="3090"/>
                  </a:lnTo>
                  <a:lnTo>
                    <a:pt x="2318" y="2549"/>
                  </a:lnTo>
                  <a:lnTo>
                    <a:pt x="2472" y="2009"/>
                  </a:lnTo>
                  <a:lnTo>
                    <a:pt x="2626" y="1507"/>
                  </a:lnTo>
                  <a:lnTo>
                    <a:pt x="2665" y="1043"/>
                  </a:lnTo>
                  <a:lnTo>
                    <a:pt x="2395" y="1043"/>
                  </a:lnTo>
                  <a:lnTo>
                    <a:pt x="2009" y="2009"/>
                  </a:lnTo>
                  <a:lnTo>
                    <a:pt x="1738" y="2665"/>
                  </a:lnTo>
                  <a:lnTo>
                    <a:pt x="1545" y="3051"/>
                  </a:lnTo>
                  <a:lnTo>
                    <a:pt x="1468" y="3206"/>
                  </a:lnTo>
                  <a:lnTo>
                    <a:pt x="1314" y="3283"/>
                  </a:lnTo>
                  <a:lnTo>
                    <a:pt x="1159" y="3283"/>
                  </a:lnTo>
                  <a:lnTo>
                    <a:pt x="966" y="3206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4"/>
                  </a:lnTo>
                  <a:lnTo>
                    <a:pt x="541" y="2395"/>
                  </a:lnTo>
                  <a:lnTo>
                    <a:pt x="580" y="2047"/>
                  </a:lnTo>
                  <a:lnTo>
                    <a:pt x="618" y="1622"/>
                  </a:lnTo>
                  <a:lnTo>
                    <a:pt x="734" y="1198"/>
                  </a:lnTo>
                  <a:lnTo>
                    <a:pt x="889" y="773"/>
                  </a:lnTo>
                  <a:lnTo>
                    <a:pt x="1043" y="348"/>
                  </a:lnTo>
                  <a:lnTo>
                    <a:pt x="1082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1" name="Google Shape;5501;p22"/>
            <p:cNvSpPr/>
            <p:nvPr/>
          </p:nvSpPr>
          <p:spPr>
            <a:xfrm>
              <a:off x="4008850" y="152575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7" y="1004"/>
                  </a:lnTo>
                  <a:lnTo>
                    <a:pt x="7029" y="1313"/>
                  </a:lnTo>
                  <a:lnTo>
                    <a:pt x="7531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9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7"/>
                  </a:lnTo>
                  <a:lnTo>
                    <a:pt x="8573" y="3707"/>
                  </a:lnTo>
                  <a:lnTo>
                    <a:pt x="7724" y="3823"/>
                  </a:lnTo>
                  <a:lnTo>
                    <a:pt x="6874" y="3901"/>
                  </a:lnTo>
                  <a:lnTo>
                    <a:pt x="6411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8" y="3707"/>
                  </a:lnTo>
                  <a:lnTo>
                    <a:pt x="2511" y="3862"/>
                  </a:lnTo>
                  <a:lnTo>
                    <a:pt x="2433" y="4016"/>
                  </a:lnTo>
                  <a:lnTo>
                    <a:pt x="2318" y="4132"/>
                  </a:lnTo>
                  <a:lnTo>
                    <a:pt x="2124" y="4209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1" y="4248"/>
                  </a:lnTo>
                  <a:lnTo>
                    <a:pt x="734" y="4132"/>
                  </a:lnTo>
                  <a:lnTo>
                    <a:pt x="387" y="4016"/>
                  </a:lnTo>
                  <a:lnTo>
                    <a:pt x="503" y="3514"/>
                  </a:lnTo>
                  <a:lnTo>
                    <a:pt x="657" y="3012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7" y="1738"/>
                  </a:lnTo>
                  <a:lnTo>
                    <a:pt x="1893" y="1429"/>
                  </a:lnTo>
                  <a:lnTo>
                    <a:pt x="2318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8" y="5638"/>
                  </a:lnTo>
                  <a:lnTo>
                    <a:pt x="11624" y="5986"/>
                  </a:lnTo>
                  <a:lnTo>
                    <a:pt x="11431" y="6140"/>
                  </a:lnTo>
                  <a:lnTo>
                    <a:pt x="11353" y="6217"/>
                  </a:lnTo>
                  <a:lnTo>
                    <a:pt x="11238" y="6256"/>
                  </a:lnTo>
                  <a:lnTo>
                    <a:pt x="11083" y="6295"/>
                  </a:lnTo>
                  <a:lnTo>
                    <a:pt x="10929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3" y="5947"/>
                  </a:lnTo>
                  <a:lnTo>
                    <a:pt x="10543" y="5870"/>
                  </a:lnTo>
                  <a:lnTo>
                    <a:pt x="10543" y="5754"/>
                  </a:lnTo>
                  <a:lnTo>
                    <a:pt x="10620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0"/>
                  </a:moveTo>
                  <a:lnTo>
                    <a:pt x="3939" y="39"/>
                  </a:lnTo>
                  <a:lnTo>
                    <a:pt x="3515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1"/>
                  </a:lnTo>
                  <a:lnTo>
                    <a:pt x="1507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9" y="2008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7" y="3205"/>
                  </a:lnTo>
                  <a:lnTo>
                    <a:pt x="39" y="3669"/>
                  </a:lnTo>
                  <a:lnTo>
                    <a:pt x="1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8"/>
                  </a:lnTo>
                  <a:lnTo>
                    <a:pt x="1314" y="4596"/>
                  </a:lnTo>
                  <a:lnTo>
                    <a:pt x="1700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1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3" y="3630"/>
                  </a:lnTo>
                  <a:lnTo>
                    <a:pt x="3013" y="2974"/>
                  </a:lnTo>
                  <a:lnTo>
                    <a:pt x="3128" y="773"/>
                  </a:lnTo>
                  <a:lnTo>
                    <a:pt x="3515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1" y="1661"/>
                  </a:lnTo>
                  <a:lnTo>
                    <a:pt x="5059" y="2703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4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6" y="4287"/>
                  </a:lnTo>
                  <a:lnTo>
                    <a:pt x="5870" y="4325"/>
                  </a:lnTo>
                  <a:lnTo>
                    <a:pt x="6218" y="4325"/>
                  </a:lnTo>
                  <a:lnTo>
                    <a:pt x="6565" y="4287"/>
                  </a:lnTo>
                  <a:lnTo>
                    <a:pt x="7608" y="4209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0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7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3" y="5252"/>
                  </a:lnTo>
                  <a:lnTo>
                    <a:pt x="10427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4" y="5754"/>
                  </a:lnTo>
                  <a:lnTo>
                    <a:pt x="10234" y="5908"/>
                  </a:lnTo>
                  <a:lnTo>
                    <a:pt x="10234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9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7" y="6526"/>
                  </a:lnTo>
                  <a:lnTo>
                    <a:pt x="11740" y="6410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2"/>
                  </a:lnTo>
                  <a:lnTo>
                    <a:pt x="12396" y="7221"/>
                  </a:lnTo>
                  <a:lnTo>
                    <a:pt x="12473" y="7569"/>
                  </a:lnTo>
                  <a:lnTo>
                    <a:pt x="12551" y="7916"/>
                  </a:lnTo>
                  <a:lnTo>
                    <a:pt x="12551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5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6" y="9654"/>
                  </a:lnTo>
                  <a:lnTo>
                    <a:pt x="12821" y="9616"/>
                  </a:lnTo>
                  <a:lnTo>
                    <a:pt x="12937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30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5"/>
                  </a:lnTo>
                  <a:lnTo>
                    <a:pt x="13091" y="7723"/>
                  </a:lnTo>
                  <a:lnTo>
                    <a:pt x="12937" y="7183"/>
                  </a:lnTo>
                  <a:lnTo>
                    <a:pt x="12744" y="6681"/>
                  </a:lnTo>
                  <a:lnTo>
                    <a:pt x="12435" y="6217"/>
                  </a:lnTo>
                  <a:lnTo>
                    <a:pt x="12126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9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30" y="3514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5" y="1931"/>
                  </a:lnTo>
                  <a:lnTo>
                    <a:pt x="8226" y="1584"/>
                  </a:lnTo>
                  <a:lnTo>
                    <a:pt x="7839" y="1275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9" y="348"/>
                  </a:lnTo>
                  <a:lnTo>
                    <a:pt x="5716" y="193"/>
                  </a:lnTo>
                  <a:lnTo>
                    <a:pt x="5291" y="78"/>
                  </a:lnTo>
                  <a:lnTo>
                    <a:pt x="4828" y="39"/>
                  </a:lnTo>
                  <a:lnTo>
                    <a:pt x="44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2" name="Google Shape;5502;p22"/>
            <p:cNvSpPr/>
            <p:nvPr/>
          </p:nvSpPr>
          <p:spPr>
            <a:xfrm>
              <a:off x="6763050" y="1538300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9" y="5908"/>
                  </a:moveTo>
                  <a:lnTo>
                    <a:pt x="1082" y="5986"/>
                  </a:lnTo>
                  <a:lnTo>
                    <a:pt x="1237" y="6024"/>
                  </a:lnTo>
                  <a:lnTo>
                    <a:pt x="1391" y="6179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1" y="6797"/>
                  </a:lnTo>
                  <a:lnTo>
                    <a:pt x="1237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9" y="6990"/>
                  </a:lnTo>
                  <a:lnTo>
                    <a:pt x="464" y="6835"/>
                  </a:lnTo>
                  <a:lnTo>
                    <a:pt x="426" y="6719"/>
                  </a:lnTo>
                  <a:lnTo>
                    <a:pt x="387" y="6642"/>
                  </a:lnTo>
                  <a:lnTo>
                    <a:pt x="348" y="6488"/>
                  </a:lnTo>
                  <a:lnTo>
                    <a:pt x="387" y="6372"/>
                  </a:lnTo>
                  <a:lnTo>
                    <a:pt x="426" y="6256"/>
                  </a:lnTo>
                  <a:lnTo>
                    <a:pt x="503" y="6179"/>
                  </a:lnTo>
                  <a:lnTo>
                    <a:pt x="696" y="6024"/>
                  </a:lnTo>
                  <a:lnTo>
                    <a:pt x="889" y="5908"/>
                  </a:lnTo>
                  <a:close/>
                  <a:moveTo>
                    <a:pt x="5909" y="0"/>
                  </a:moveTo>
                  <a:lnTo>
                    <a:pt x="5832" y="39"/>
                  </a:lnTo>
                  <a:lnTo>
                    <a:pt x="5523" y="309"/>
                  </a:lnTo>
                  <a:lnTo>
                    <a:pt x="5175" y="618"/>
                  </a:lnTo>
                  <a:lnTo>
                    <a:pt x="4596" y="1313"/>
                  </a:lnTo>
                  <a:lnTo>
                    <a:pt x="4017" y="2047"/>
                  </a:lnTo>
                  <a:lnTo>
                    <a:pt x="3438" y="2781"/>
                  </a:lnTo>
                  <a:lnTo>
                    <a:pt x="2279" y="4132"/>
                  </a:lnTo>
                  <a:lnTo>
                    <a:pt x="1739" y="4866"/>
                  </a:lnTo>
                  <a:lnTo>
                    <a:pt x="1198" y="5561"/>
                  </a:lnTo>
                  <a:lnTo>
                    <a:pt x="1043" y="5522"/>
                  </a:lnTo>
                  <a:lnTo>
                    <a:pt x="889" y="5522"/>
                  </a:lnTo>
                  <a:lnTo>
                    <a:pt x="773" y="5561"/>
                  </a:lnTo>
                  <a:lnTo>
                    <a:pt x="619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10" y="5870"/>
                  </a:lnTo>
                  <a:lnTo>
                    <a:pt x="117" y="6063"/>
                  </a:lnTo>
                  <a:lnTo>
                    <a:pt x="1" y="6333"/>
                  </a:lnTo>
                  <a:lnTo>
                    <a:pt x="1" y="6488"/>
                  </a:lnTo>
                  <a:lnTo>
                    <a:pt x="1" y="6604"/>
                  </a:lnTo>
                  <a:lnTo>
                    <a:pt x="40" y="6797"/>
                  </a:lnTo>
                  <a:lnTo>
                    <a:pt x="117" y="6990"/>
                  </a:lnTo>
                  <a:lnTo>
                    <a:pt x="194" y="7144"/>
                  </a:lnTo>
                  <a:lnTo>
                    <a:pt x="348" y="7260"/>
                  </a:lnTo>
                  <a:lnTo>
                    <a:pt x="503" y="7376"/>
                  </a:lnTo>
                  <a:lnTo>
                    <a:pt x="696" y="7453"/>
                  </a:lnTo>
                  <a:lnTo>
                    <a:pt x="1082" y="7453"/>
                  </a:lnTo>
                  <a:lnTo>
                    <a:pt x="1275" y="7414"/>
                  </a:lnTo>
                  <a:lnTo>
                    <a:pt x="1430" y="7299"/>
                  </a:lnTo>
                  <a:lnTo>
                    <a:pt x="1584" y="7183"/>
                  </a:lnTo>
                  <a:lnTo>
                    <a:pt x="1700" y="7067"/>
                  </a:lnTo>
                  <a:lnTo>
                    <a:pt x="1816" y="6874"/>
                  </a:lnTo>
                  <a:lnTo>
                    <a:pt x="1854" y="6681"/>
                  </a:lnTo>
                  <a:lnTo>
                    <a:pt x="1893" y="6526"/>
                  </a:lnTo>
                  <a:lnTo>
                    <a:pt x="1854" y="6333"/>
                  </a:lnTo>
                  <a:lnTo>
                    <a:pt x="1816" y="6179"/>
                  </a:lnTo>
                  <a:lnTo>
                    <a:pt x="1739" y="6024"/>
                  </a:lnTo>
                  <a:lnTo>
                    <a:pt x="1661" y="5908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3" y="4403"/>
                  </a:lnTo>
                  <a:lnTo>
                    <a:pt x="3940" y="3012"/>
                  </a:lnTo>
                  <a:lnTo>
                    <a:pt x="4480" y="2395"/>
                  </a:lnTo>
                  <a:lnTo>
                    <a:pt x="5098" y="1699"/>
                  </a:lnTo>
                  <a:lnTo>
                    <a:pt x="5639" y="1043"/>
                  </a:lnTo>
                  <a:lnTo>
                    <a:pt x="5909" y="657"/>
                  </a:lnTo>
                  <a:lnTo>
                    <a:pt x="6102" y="309"/>
                  </a:lnTo>
                  <a:lnTo>
                    <a:pt x="6141" y="193"/>
                  </a:lnTo>
                  <a:lnTo>
                    <a:pt x="6063" y="78"/>
                  </a:lnTo>
                  <a:lnTo>
                    <a:pt x="598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3" name="Google Shape;5503;p22"/>
            <p:cNvSpPr/>
            <p:nvPr/>
          </p:nvSpPr>
          <p:spPr>
            <a:xfrm>
              <a:off x="4040700" y="153927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5" y="7298"/>
                  </a:moveTo>
                  <a:lnTo>
                    <a:pt x="8496" y="7375"/>
                  </a:lnTo>
                  <a:lnTo>
                    <a:pt x="8728" y="7453"/>
                  </a:lnTo>
                  <a:lnTo>
                    <a:pt x="8960" y="7569"/>
                  </a:lnTo>
                  <a:lnTo>
                    <a:pt x="9153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5" y="8573"/>
                  </a:lnTo>
                  <a:lnTo>
                    <a:pt x="9693" y="8881"/>
                  </a:lnTo>
                  <a:lnTo>
                    <a:pt x="9655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60" y="10040"/>
                  </a:lnTo>
                  <a:lnTo>
                    <a:pt x="8689" y="10117"/>
                  </a:lnTo>
                  <a:lnTo>
                    <a:pt x="8419" y="10194"/>
                  </a:lnTo>
                  <a:lnTo>
                    <a:pt x="8110" y="10156"/>
                  </a:lnTo>
                  <a:lnTo>
                    <a:pt x="7840" y="10078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6"/>
                  </a:lnTo>
                  <a:lnTo>
                    <a:pt x="7029" y="9345"/>
                  </a:lnTo>
                  <a:lnTo>
                    <a:pt x="6952" y="9075"/>
                  </a:lnTo>
                  <a:lnTo>
                    <a:pt x="6913" y="8804"/>
                  </a:lnTo>
                  <a:lnTo>
                    <a:pt x="6952" y="8534"/>
                  </a:lnTo>
                  <a:lnTo>
                    <a:pt x="7029" y="8264"/>
                  </a:lnTo>
                  <a:lnTo>
                    <a:pt x="7145" y="8071"/>
                  </a:lnTo>
                  <a:lnTo>
                    <a:pt x="7299" y="7877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9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6" y="8457"/>
                  </a:lnTo>
                  <a:lnTo>
                    <a:pt x="2974" y="8611"/>
                  </a:lnTo>
                  <a:lnTo>
                    <a:pt x="3052" y="8766"/>
                  </a:lnTo>
                  <a:lnTo>
                    <a:pt x="1546" y="8727"/>
                  </a:lnTo>
                  <a:lnTo>
                    <a:pt x="40" y="8688"/>
                  </a:lnTo>
                  <a:lnTo>
                    <a:pt x="1" y="8688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6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6"/>
                  </a:lnTo>
                  <a:lnTo>
                    <a:pt x="6759" y="9847"/>
                  </a:lnTo>
                  <a:lnTo>
                    <a:pt x="6990" y="10078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0"/>
                  </a:lnTo>
                  <a:lnTo>
                    <a:pt x="8110" y="10658"/>
                  </a:lnTo>
                  <a:lnTo>
                    <a:pt x="8419" y="10696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7"/>
                  </a:lnTo>
                  <a:lnTo>
                    <a:pt x="9539" y="10194"/>
                  </a:lnTo>
                  <a:lnTo>
                    <a:pt x="9771" y="9963"/>
                  </a:lnTo>
                  <a:lnTo>
                    <a:pt x="9925" y="9692"/>
                  </a:lnTo>
                  <a:lnTo>
                    <a:pt x="10079" y="9422"/>
                  </a:lnTo>
                  <a:lnTo>
                    <a:pt x="10157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7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1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9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5" y="7337"/>
                  </a:lnTo>
                  <a:lnTo>
                    <a:pt x="6913" y="7569"/>
                  </a:lnTo>
                  <a:lnTo>
                    <a:pt x="6720" y="7877"/>
                  </a:lnTo>
                  <a:lnTo>
                    <a:pt x="6565" y="8186"/>
                  </a:lnTo>
                  <a:lnTo>
                    <a:pt x="6450" y="8534"/>
                  </a:lnTo>
                  <a:lnTo>
                    <a:pt x="6450" y="8843"/>
                  </a:lnTo>
                  <a:lnTo>
                    <a:pt x="5716" y="8804"/>
                  </a:lnTo>
                  <a:lnTo>
                    <a:pt x="4944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8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79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6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4" name="Google Shape;5504;p22"/>
            <p:cNvSpPr/>
            <p:nvPr/>
          </p:nvSpPr>
          <p:spPr>
            <a:xfrm>
              <a:off x="1387875" y="1558575"/>
              <a:ext cx="374575" cy="387125"/>
            </a:xfrm>
            <a:custGeom>
              <a:avLst/>
              <a:gdLst/>
              <a:ahLst/>
              <a:cxnLst/>
              <a:rect l="l" t="t" r="r" b="b"/>
              <a:pathLst>
                <a:path w="14983" h="15485" extrusionOk="0">
                  <a:moveTo>
                    <a:pt x="7453" y="502"/>
                  </a:moveTo>
                  <a:lnTo>
                    <a:pt x="8032" y="541"/>
                  </a:lnTo>
                  <a:lnTo>
                    <a:pt x="8573" y="580"/>
                  </a:lnTo>
                  <a:lnTo>
                    <a:pt x="9152" y="695"/>
                  </a:lnTo>
                  <a:lnTo>
                    <a:pt x="9654" y="850"/>
                  </a:lnTo>
                  <a:lnTo>
                    <a:pt x="10195" y="1043"/>
                  </a:lnTo>
                  <a:lnTo>
                    <a:pt x="10697" y="1275"/>
                  </a:lnTo>
                  <a:lnTo>
                    <a:pt x="11160" y="1545"/>
                  </a:lnTo>
                  <a:lnTo>
                    <a:pt x="11585" y="1854"/>
                  </a:lnTo>
                  <a:lnTo>
                    <a:pt x="10812" y="2201"/>
                  </a:lnTo>
                  <a:lnTo>
                    <a:pt x="10040" y="2626"/>
                  </a:lnTo>
                  <a:lnTo>
                    <a:pt x="9306" y="3090"/>
                  </a:lnTo>
                  <a:lnTo>
                    <a:pt x="8611" y="3630"/>
                  </a:lnTo>
                  <a:lnTo>
                    <a:pt x="7916" y="4171"/>
                  </a:lnTo>
                  <a:lnTo>
                    <a:pt x="7299" y="4789"/>
                  </a:lnTo>
                  <a:lnTo>
                    <a:pt x="6681" y="5445"/>
                  </a:lnTo>
                  <a:lnTo>
                    <a:pt x="6140" y="6140"/>
                  </a:lnTo>
                  <a:lnTo>
                    <a:pt x="5638" y="6874"/>
                  </a:lnTo>
                  <a:lnTo>
                    <a:pt x="5175" y="7646"/>
                  </a:lnTo>
                  <a:lnTo>
                    <a:pt x="4789" y="8418"/>
                  </a:lnTo>
                  <a:lnTo>
                    <a:pt x="4441" y="9229"/>
                  </a:lnTo>
                  <a:lnTo>
                    <a:pt x="4171" y="10040"/>
                  </a:lnTo>
                  <a:lnTo>
                    <a:pt x="3939" y="10890"/>
                  </a:lnTo>
                  <a:lnTo>
                    <a:pt x="3823" y="11778"/>
                  </a:lnTo>
                  <a:lnTo>
                    <a:pt x="3746" y="12666"/>
                  </a:lnTo>
                  <a:lnTo>
                    <a:pt x="3553" y="12666"/>
                  </a:lnTo>
                  <a:lnTo>
                    <a:pt x="3283" y="11855"/>
                  </a:lnTo>
                  <a:lnTo>
                    <a:pt x="3051" y="11044"/>
                  </a:lnTo>
                  <a:lnTo>
                    <a:pt x="2819" y="10195"/>
                  </a:lnTo>
                  <a:lnTo>
                    <a:pt x="2665" y="9384"/>
                  </a:lnTo>
                  <a:lnTo>
                    <a:pt x="2588" y="8534"/>
                  </a:lnTo>
                  <a:lnTo>
                    <a:pt x="2549" y="7685"/>
                  </a:lnTo>
                  <a:lnTo>
                    <a:pt x="2588" y="6797"/>
                  </a:lnTo>
                  <a:lnTo>
                    <a:pt x="2665" y="5947"/>
                  </a:lnTo>
                  <a:lnTo>
                    <a:pt x="2858" y="5213"/>
                  </a:lnTo>
                  <a:lnTo>
                    <a:pt x="3051" y="4518"/>
                  </a:lnTo>
                  <a:lnTo>
                    <a:pt x="3321" y="3823"/>
                  </a:lnTo>
                  <a:lnTo>
                    <a:pt x="3630" y="3205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29"/>
                  </a:lnTo>
                  <a:lnTo>
                    <a:pt x="5406" y="888"/>
                  </a:lnTo>
                  <a:lnTo>
                    <a:pt x="5908" y="734"/>
                  </a:lnTo>
                  <a:lnTo>
                    <a:pt x="6410" y="618"/>
                  </a:lnTo>
                  <a:lnTo>
                    <a:pt x="6912" y="541"/>
                  </a:lnTo>
                  <a:lnTo>
                    <a:pt x="7453" y="502"/>
                  </a:lnTo>
                  <a:close/>
                  <a:moveTo>
                    <a:pt x="11932" y="2086"/>
                  </a:moveTo>
                  <a:lnTo>
                    <a:pt x="12318" y="2433"/>
                  </a:lnTo>
                  <a:lnTo>
                    <a:pt x="12666" y="2819"/>
                  </a:lnTo>
                  <a:lnTo>
                    <a:pt x="13014" y="3205"/>
                  </a:lnTo>
                  <a:lnTo>
                    <a:pt x="13322" y="3669"/>
                  </a:lnTo>
                  <a:lnTo>
                    <a:pt x="13593" y="4093"/>
                  </a:lnTo>
                  <a:lnTo>
                    <a:pt x="13824" y="4595"/>
                  </a:lnTo>
                  <a:lnTo>
                    <a:pt x="14018" y="5097"/>
                  </a:lnTo>
                  <a:lnTo>
                    <a:pt x="14211" y="5599"/>
                  </a:lnTo>
                  <a:lnTo>
                    <a:pt x="14326" y="6101"/>
                  </a:lnTo>
                  <a:lnTo>
                    <a:pt x="14404" y="6642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25" y="6951"/>
                  </a:lnTo>
                  <a:lnTo>
                    <a:pt x="11392" y="7144"/>
                  </a:lnTo>
                  <a:lnTo>
                    <a:pt x="10658" y="7414"/>
                  </a:lnTo>
                  <a:lnTo>
                    <a:pt x="9924" y="7723"/>
                  </a:lnTo>
                  <a:lnTo>
                    <a:pt x="9229" y="8032"/>
                  </a:lnTo>
                  <a:lnTo>
                    <a:pt x="8534" y="8418"/>
                  </a:lnTo>
                  <a:lnTo>
                    <a:pt x="7878" y="8843"/>
                  </a:lnTo>
                  <a:lnTo>
                    <a:pt x="7221" y="9306"/>
                  </a:lnTo>
                  <a:lnTo>
                    <a:pt x="6642" y="9808"/>
                  </a:lnTo>
                  <a:lnTo>
                    <a:pt x="6063" y="10349"/>
                  </a:lnTo>
                  <a:lnTo>
                    <a:pt x="5561" y="10890"/>
                  </a:lnTo>
                  <a:lnTo>
                    <a:pt x="5059" y="11508"/>
                  </a:lnTo>
                  <a:lnTo>
                    <a:pt x="4634" y="12125"/>
                  </a:lnTo>
                  <a:lnTo>
                    <a:pt x="4248" y="12820"/>
                  </a:lnTo>
                  <a:lnTo>
                    <a:pt x="4093" y="12743"/>
                  </a:lnTo>
                  <a:lnTo>
                    <a:pt x="3939" y="12666"/>
                  </a:lnTo>
                  <a:lnTo>
                    <a:pt x="4093" y="11816"/>
                  </a:lnTo>
                  <a:lnTo>
                    <a:pt x="4287" y="10928"/>
                  </a:lnTo>
                  <a:lnTo>
                    <a:pt x="4557" y="10117"/>
                  </a:lnTo>
                  <a:lnTo>
                    <a:pt x="4827" y="9306"/>
                  </a:lnTo>
                  <a:lnTo>
                    <a:pt x="5175" y="8496"/>
                  </a:lnTo>
                  <a:lnTo>
                    <a:pt x="5561" y="7723"/>
                  </a:lnTo>
                  <a:lnTo>
                    <a:pt x="6024" y="6990"/>
                  </a:lnTo>
                  <a:lnTo>
                    <a:pt x="6488" y="6295"/>
                  </a:lnTo>
                  <a:lnTo>
                    <a:pt x="7028" y="5599"/>
                  </a:lnTo>
                  <a:lnTo>
                    <a:pt x="7607" y="4982"/>
                  </a:lnTo>
                  <a:lnTo>
                    <a:pt x="8225" y="4402"/>
                  </a:lnTo>
                  <a:lnTo>
                    <a:pt x="8882" y="3823"/>
                  </a:lnTo>
                  <a:lnTo>
                    <a:pt x="9577" y="3321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32" y="2086"/>
                  </a:lnTo>
                  <a:close/>
                  <a:moveTo>
                    <a:pt x="14442" y="6990"/>
                  </a:moveTo>
                  <a:lnTo>
                    <a:pt x="14481" y="7839"/>
                  </a:lnTo>
                  <a:lnTo>
                    <a:pt x="14404" y="8689"/>
                  </a:lnTo>
                  <a:lnTo>
                    <a:pt x="14249" y="9538"/>
                  </a:lnTo>
                  <a:lnTo>
                    <a:pt x="14172" y="9963"/>
                  </a:lnTo>
                  <a:lnTo>
                    <a:pt x="14018" y="10388"/>
                  </a:lnTo>
                  <a:lnTo>
                    <a:pt x="13863" y="10774"/>
                  </a:lnTo>
                  <a:lnTo>
                    <a:pt x="13709" y="11160"/>
                  </a:lnTo>
                  <a:lnTo>
                    <a:pt x="13516" y="11546"/>
                  </a:lnTo>
                  <a:lnTo>
                    <a:pt x="13284" y="11894"/>
                  </a:lnTo>
                  <a:lnTo>
                    <a:pt x="13052" y="12241"/>
                  </a:lnTo>
                  <a:lnTo>
                    <a:pt x="12782" y="12589"/>
                  </a:lnTo>
                  <a:lnTo>
                    <a:pt x="12473" y="12898"/>
                  </a:lnTo>
                  <a:lnTo>
                    <a:pt x="12203" y="13207"/>
                  </a:lnTo>
                  <a:lnTo>
                    <a:pt x="11932" y="13052"/>
                  </a:lnTo>
                  <a:lnTo>
                    <a:pt x="11662" y="12936"/>
                  </a:lnTo>
                  <a:lnTo>
                    <a:pt x="11083" y="12782"/>
                  </a:lnTo>
                  <a:lnTo>
                    <a:pt x="10542" y="12627"/>
                  </a:lnTo>
                  <a:lnTo>
                    <a:pt x="9963" y="12550"/>
                  </a:lnTo>
                  <a:lnTo>
                    <a:pt x="9384" y="12512"/>
                  </a:lnTo>
                  <a:lnTo>
                    <a:pt x="8843" y="12473"/>
                  </a:lnTo>
                  <a:lnTo>
                    <a:pt x="8303" y="12473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681" y="12666"/>
                  </a:lnTo>
                  <a:lnTo>
                    <a:pt x="6179" y="12782"/>
                  </a:lnTo>
                  <a:lnTo>
                    <a:pt x="5638" y="12975"/>
                  </a:lnTo>
                  <a:lnTo>
                    <a:pt x="5136" y="13129"/>
                  </a:lnTo>
                  <a:lnTo>
                    <a:pt x="4673" y="13361"/>
                  </a:lnTo>
                  <a:lnTo>
                    <a:pt x="4557" y="13129"/>
                  </a:lnTo>
                  <a:lnTo>
                    <a:pt x="4402" y="12936"/>
                  </a:lnTo>
                  <a:lnTo>
                    <a:pt x="4866" y="12318"/>
                  </a:lnTo>
                  <a:lnTo>
                    <a:pt x="5368" y="11739"/>
                  </a:lnTo>
                  <a:lnTo>
                    <a:pt x="5870" y="11160"/>
                  </a:lnTo>
                  <a:lnTo>
                    <a:pt x="6410" y="10619"/>
                  </a:lnTo>
                  <a:lnTo>
                    <a:pt x="6951" y="10117"/>
                  </a:lnTo>
                  <a:lnTo>
                    <a:pt x="7530" y="9654"/>
                  </a:lnTo>
                  <a:lnTo>
                    <a:pt x="8148" y="9229"/>
                  </a:lnTo>
                  <a:lnTo>
                    <a:pt x="8766" y="8804"/>
                  </a:lnTo>
                  <a:lnTo>
                    <a:pt x="9384" y="8457"/>
                  </a:lnTo>
                  <a:lnTo>
                    <a:pt x="10040" y="8109"/>
                  </a:lnTo>
                  <a:lnTo>
                    <a:pt x="10735" y="7839"/>
                  </a:lnTo>
                  <a:lnTo>
                    <a:pt x="11430" y="7569"/>
                  </a:lnTo>
                  <a:lnTo>
                    <a:pt x="12164" y="7376"/>
                  </a:lnTo>
                  <a:lnTo>
                    <a:pt x="12898" y="7183"/>
                  </a:lnTo>
                  <a:lnTo>
                    <a:pt x="13670" y="7067"/>
                  </a:lnTo>
                  <a:lnTo>
                    <a:pt x="14442" y="6990"/>
                  </a:lnTo>
                  <a:close/>
                  <a:moveTo>
                    <a:pt x="4518" y="1275"/>
                  </a:moveTo>
                  <a:lnTo>
                    <a:pt x="4016" y="1854"/>
                  </a:lnTo>
                  <a:lnTo>
                    <a:pt x="3591" y="2472"/>
                  </a:lnTo>
                  <a:lnTo>
                    <a:pt x="3244" y="3128"/>
                  </a:lnTo>
                  <a:lnTo>
                    <a:pt x="2935" y="3823"/>
                  </a:lnTo>
                  <a:lnTo>
                    <a:pt x="2665" y="4518"/>
                  </a:lnTo>
                  <a:lnTo>
                    <a:pt x="2472" y="5291"/>
                  </a:lnTo>
                  <a:lnTo>
                    <a:pt x="2317" y="6024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1"/>
                  </a:lnTo>
                  <a:lnTo>
                    <a:pt x="2279" y="9113"/>
                  </a:lnTo>
                  <a:lnTo>
                    <a:pt x="2356" y="9886"/>
                  </a:lnTo>
                  <a:lnTo>
                    <a:pt x="2549" y="10619"/>
                  </a:lnTo>
                  <a:lnTo>
                    <a:pt x="2742" y="11353"/>
                  </a:lnTo>
                  <a:lnTo>
                    <a:pt x="3012" y="12087"/>
                  </a:lnTo>
                  <a:lnTo>
                    <a:pt x="3283" y="12782"/>
                  </a:lnTo>
                  <a:lnTo>
                    <a:pt x="3089" y="12898"/>
                  </a:lnTo>
                  <a:lnTo>
                    <a:pt x="2935" y="13052"/>
                  </a:lnTo>
                  <a:lnTo>
                    <a:pt x="2819" y="13245"/>
                  </a:lnTo>
                  <a:lnTo>
                    <a:pt x="2703" y="13438"/>
                  </a:lnTo>
                  <a:lnTo>
                    <a:pt x="2394" y="13014"/>
                  </a:lnTo>
                  <a:lnTo>
                    <a:pt x="2047" y="12550"/>
                  </a:lnTo>
                  <a:lnTo>
                    <a:pt x="1777" y="12087"/>
                  </a:lnTo>
                  <a:lnTo>
                    <a:pt x="1506" y="11623"/>
                  </a:lnTo>
                  <a:lnTo>
                    <a:pt x="1275" y="11121"/>
                  </a:lnTo>
                  <a:lnTo>
                    <a:pt x="1043" y="10619"/>
                  </a:lnTo>
                  <a:lnTo>
                    <a:pt x="850" y="10117"/>
                  </a:lnTo>
                  <a:lnTo>
                    <a:pt x="734" y="9615"/>
                  </a:lnTo>
                  <a:lnTo>
                    <a:pt x="618" y="9113"/>
                  </a:lnTo>
                  <a:lnTo>
                    <a:pt x="541" y="8573"/>
                  </a:lnTo>
                  <a:lnTo>
                    <a:pt x="502" y="8032"/>
                  </a:lnTo>
                  <a:lnTo>
                    <a:pt x="502" y="7492"/>
                  </a:lnTo>
                  <a:lnTo>
                    <a:pt x="541" y="6951"/>
                  </a:lnTo>
                  <a:lnTo>
                    <a:pt x="618" y="6410"/>
                  </a:lnTo>
                  <a:lnTo>
                    <a:pt x="734" y="5870"/>
                  </a:lnTo>
                  <a:lnTo>
                    <a:pt x="927" y="5329"/>
                  </a:lnTo>
                  <a:lnTo>
                    <a:pt x="1197" y="4673"/>
                  </a:lnTo>
                  <a:lnTo>
                    <a:pt x="1506" y="4055"/>
                  </a:lnTo>
                  <a:lnTo>
                    <a:pt x="1892" y="3476"/>
                  </a:lnTo>
                  <a:lnTo>
                    <a:pt x="2356" y="2935"/>
                  </a:lnTo>
                  <a:lnTo>
                    <a:pt x="2819" y="2433"/>
                  </a:lnTo>
                  <a:lnTo>
                    <a:pt x="3360" y="2008"/>
                  </a:lnTo>
                  <a:lnTo>
                    <a:pt x="3900" y="1584"/>
                  </a:lnTo>
                  <a:lnTo>
                    <a:pt x="4518" y="1275"/>
                  </a:lnTo>
                  <a:close/>
                  <a:moveTo>
                    <a:pt x="3823" y="12975"/>
                  </a:moveTo>
                  <a:lnTo>
                    <a:pt x="4016" y="13052"/>
                  </a:lnTo>
                  <a:lnTo>
                    <a:pt x="4132" y="13168"/>
                  </a:lnTo>
                  <a:lnTo>
                    <a:pt x="4248" y="13284"/>
                  </a:lnTo>
                  <a:lnTo>
                    <a:pt x="4325" y="13438"/>
                  </a:lnTo>
                  <a:lnTo>
                    <a:pt x="4364" y="13631"/>
                  </a:lnTo>
                  <a:lnTo>
                    <a:pt x="4325" y="13786"/>
                  </a:lnTo>
                  <a:lnTo>
                    <a:pt x="4287" y="13940"/>
                  </a:lnTo>
                  <a:lnTo>
                    <a:pt x="4209" y="14095"/>
                  </a:lnTo>
                  <a:lnTo>
                    <a:pt x="3746" y="13824"/>
                  </a:lnTo>
                  <a:lnTo>
                    <a:pt x="3321" y="13477"/>
                  </a:lnTo>
                  <a:lnTo>
                    <a:pt x="3244" y="13438"/>
                  </a:lnTo>
                  <a:lnTo>
                    <a:pt x="3128" y="13438"/>
                  </a:lnTo>
                  <a:lnTo>
                    <a:pt x="3051" y="13477"/>
                  </a:lnTo>
                  <a:lnTo>
                    <a:pt x="2974" y="13515"/>
                  </a:lnTo>
                  <a:lnTo>
                    <a:pt x="3051" y="13361"/>
                  </a:lnTo>
                  <a:lnTo>
                    <a:pt x="3167" y="13245"/>
                  </a:lnTo>
                  <a:lnTo>
                    <a:pt x="3321" y="13129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9113" y="12859"/>
                  </a:moveTo>
                  <a:lnTo>
                    <a:pt x="9615" y="12898"/>
                  </a:lnTo>
                  <a:lnTo>
                    <a:pt x="10079" y="12975"/>
                  </a:lnTo>
                  <a:lnTo>
                    <a:pt x="10504" y="13014"/>
                  </a:lnTo>
                  <a:lnTo>
                    <a:pt x="11006" y="13129"/>
                  </a:lnTo>
                  <a:lnTo>
                    <a:pt x="11469" y="13245"/>
                  </a:lnTo>
                  <a:lnTo>
                    <a:pt x="11701" y="13361"/>
                  </a:lnTo>
                  <a:lnTo>
                    <a:pt x="11894" y="13477"/>
                  </a:lnTo>
                  <a:lnTo>
                    <a:pt x="11508" y="13786"/>
                  </a:lnTo>
                  <a:lnTo>
                    <a:pt x="11083" y="14017"/>
                  </a:lnTo>
                  <a:lnTo>
                    <a:pt x="10658" y="14249"/>
                  </a:lnTo>
                  <a:lnTo>
                    <a:pt x="10195" y="14442"/>
                  </a:lnTo>
                  <a:lnTo>
                    <a:pt x="9770" y="14635"/>
                  </a:lnTo>
                  <a:lnTo>
                    <a:pt x="9306" y="14751"/>
                  </a:lnTo>
                  <a:lnTo>
                    <a:pt x="8804" y="14867"/>
                  </a:lnTo>
                  <a:lnTo>
                    <a:pt x="8341" y="14944"/>
                  </a:lnTo>
                  <a:lnTo>
                    <a:pt x="7839" y="14983"/>
                  </a:lnTo>
                  <a:lnTo>
                    <a:pt x="7376" y="14983"/>
                  </a:lnTo>
                  <a:lnTo>
                    <a:pt x="6874" y="14944"/>
                  </a:lnTo>
                  <a:lnTo>
                    <a:pt x="6410" y="14867"/>
                  </a:lnTo>
                  <a:lnTo>
                    <a:pt x="5947" y="14790"/>
                  </a:lnTo>
                  <a:lnTo>
                    <a:pt x="5484" y="14674"/>
                  </a:lnTo>
                  <a:lnTo>
                    <a:pt x="5020" y="14481"/>
                  </a:lnTo>
                  <a:lnTo>
                    <a:pt x="4557" y="14288"/>
                  </a:lnTo>
                  <a:lnTo>
                    <a:pt x="4673" y="14017"/>
                  </a:lnTo>
                  <a:lnTo>
                    <a:pt x="4711" y="13747"/>
                  </a:lnTo>
                  <a:lnTo>
                    <a:pt x="4711" y="13593"/>
                  </a:lnTo>
                  <a:lnTo>
                    <a:pt x="5561" y="13322"/>
                  </a:lnTo>
                  <a:lnTo>
                    <a:pt x="6410" y="13091"/>
                  </a:lnTo>
                  <a:lnTo>
                    <a:pt x="7260" y="12936"/>
                  </a:lnTo>
                  <a:lnTo>
                    <a:pt x="8148" y="12859"/>
                  </a:lnTo>
                  <a:close/>
                  <a:moveTo>
                    <a:pt x="7569" y="0"/>
                  </a:moveTo>
                  <a:lnTo>
                    <a:pt x="6990" y="39"/>
                  </a:lnTo>
                  <a:lnTo>
                    <a:pt x="6410" y="116"/>
                  </a:lnTo>
                  <a:lnTo>
                    <a:pt x="5870" y="232"/>
                  </a:lnTo>
                  <a:lnTo>
                    <a:pt x="5291" y="386"/>
                  </a:lnTo>
                  <a:lnTo>
                    <a:pt x="4750" y="580"/>
                  </a:lnTo>
                  <a:lnTo>
                    <a:pt x="4248" y="811"/>
                  </a:lnTo>
                  <a:lnTo>
                    <a:pt x="3746" y="1120"/>
                  </a:lnTo>
                  <a:lnTo>
                    <a:pt x="3283" y="1429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1970" y="2588"/>
                  </a:lnTo>
                  <a:lnTo>
                    <a:pt x="1622" y="3012"/>
                  </a:lnTo>
                  <a:lnTo>
                    <a:pt x="1275" y="3514"/>
                  </a:lnTo>
                  <a:lnTo>
                    <a:pt x="966" y="4016"/>
                  </a:lnTo>
                  <a:lnTo>
                    <a:pt x="657" y="4595"/>
                  </a:lnTo>
                  <a:lnTo>
                    <a:pt x="425" y="5252"/>
                  </a:lnTo>
                  <a:lnTo>
                    <a:pt x="232" y="5908"/>
                  </a:lnTo>
                  <a:lnTo>
                    <a:pt x="116" y="6565"/>
                  </a:lnTo>
                  <a:lnTo>
                    <a:pt x="0" y="7221"/>
                  </a:lnTo>
                  <a:lnTo>
                    <a:pt x="0" y="7916"/>
                  </a:lnTo>
                  <a:lnTo>
                    <a:pt x="39" y="8611"/>
                  </a:lnTo>
                  <a:lnTo>
                    <a:pt x="116" y="9268"/>
                  </a:lnTo>
                  <a:lnTo>
                    <a:pt x="232" y="9924"/>
                  </a:lnTo>
                  <a:lnTo>
                    <a:pt x="425" y="10581"/>
                  </a:lnTo>
                  <a:lnTo>
                    <a:pt x="695" y="11237"/>
                  </a:lnTo>
                  <a:lnTo>
                    <a:pt x="966" y="11855"/>
                  </a:lnTo>
                  <a:lnTo>
                    <a:pt x="1313" y="12396"/>
                  </a:lnTo>
                  <a:lnTo>
                    <a:pt x="1738" y="12975"/>
                  </a:lnTo>
                  <a:lnTo>
                    <a:pt x="2201" y="13477"/>
                  </a:lnTo>
                  <a:lnTo>
                    <a:pt x="2703" y="13902"/>
                  </a:lnTo>
                  <a:lnTo>
                    <a:pt x="2742" y="13940"/>
                  </a:lnTo>
                  <a:lnTo>
                    <a:pt x="2819" y="13940"/>
                  </a:lnTo>
                  <a:lnTo>
                    <a:pt x="2896" y="13902"/>
                  </a:lnTo>
                  <a:lnTo>
                    <a:pt x="3167" y="14133"/>
                  </a:lnTo>
                  <a:lnTo>
                    <a:pt x="3437" y="14326"/>
                  </a:lnTo>
                  <a:lnTo>
                    <a:pt x="3785" y="14519"/>
                  </a:lnTo>
                  <a:lnTo>
                    <a:pt x="4093" y="14597"/>
                  </a:lnTo>
                  <a:lnTo>
                    <a:pt x="4518" y="14828"/>
                  </a:lnTo>
                  <a:lnTo>
                    <a:pt x="4943" y="14983"/>
                  </a:lnTo>
                  <a:lnTo>
                    <a:pt x="5406" y="15137"/>
                  </a:lnTo>
                  <a:lnTo>
                    <a:pt x="5870" y="15292"/>
                  </a:lnTo>
                  <a:lnTo>
                    <a:pt x="6333" y="15369"/>
                  </a:lnTo>
                  <a:lnTo>
                    <a:pt x="6797" y="15446"/>
                  </a:lnTo>
                  <a:lnTo>
                    <a:pt x="7260" y="15485"/>
                  </a:lnTo>
                  <a:lnTo>
                    <a:pt x="7723" y="15485"/>
                  </a:lnTo>
                  <a:lnTo>
                    <a:pt x="8225" y="15446"/>
                  </a:lnTo>
                  <a:lnTo>
                    <a:pt x="8689" y="15408"/>
                  </a:lnTo>
                  <a:lnTo>
                    <a:pt x="9152" y="15330"/>
                  </a:lnTo>
                  <a:lnTo>
                    <a:pt x="9615" y="15215"/>
                  </a:lnTo>
                  <a:lnTo>
                    <a:pt x="10079" y="15060"/>
                  </a:lnTo>
                  <a:lnTo>
                    <a:pt x="10504" y="14906"/>
                  </a:lnTo>
                  <a:lnTo>
                    <a:pt x="10928" y="14674"/>
                  </a:lnTo>
                  <a:lnTo>
                    <a:pt x="11353" y="14442"/>
                  </a:lnTo>
                  <a:lnTo>
                    <a:pt x="11855" y="14133"/>
                  </a:lnTo>
                  <a:lnTo>
                    <a:pt x="12318" y="13786"/>
                  </a:lnTo>
                  <a:lnTo>
                    <a:pt x="12705" y="13400"/>
                  </a:lnTo>
                  <a:lnTo>
                    <a:pt x="13091" y="12975"/>
                  </a:lnTo>
                  <a:lnTo>
                    <a:pt x="13438" y="12550"/>
                  </a:lnTo>
                  <a:lnTo>
                    <a:pt x="13747" y="12048"/>
                  </a:lnTo>
                  <a:lnTo>
                    <a:pt x="14056" y="11585"/>
                  </a:lnTo>
                  <a:lnTo>
                    <a:pt x="14288" y="11044"/>
                  </a:lnTo>
                  <a:lnTo>
                    <a:pt x="14481" y="10542"/>
                  </a:lnTo>
                  <a:lnTo>
                    <a:pt x="14674" y="10002"/>
                  </a:lnTo>
                  <a:lnTo>
                    <a:pt x="14790" y="9422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4983" y="7723"/>
                  </a:lnTo>
                  <a:lnTo>
                    <a:pt x="14983" y="7144"/>
                  </a:lnTo>
                  <a:lnTo>
                    <a:pt x="14906" y="6603"/>
                  </a:lnTo>
                  <a:lnTo>
                    <a:pt x="14828" y="5986"/>
                  </a:lnTo>
                  <a:lnTo>
                    <a:pt x="14674" y="5406"/>
                  </a:lnTo>
                  <a:lnTo>
                    <a:pt x="14481" y="4827"/>
                  </a:lnTo>
                  <a:lnTo>
                    <a:pt x="14249" y="4287"/>
                  </a:lnTo>
                  <a:lnTo>
                    <a:pt x="13979" y="3746"/>
                  </a:lnTo>
                  <a:lnTo>
                    <a:pt x="13631" y="3244"/>
                  </a:lnTo>
                  <a:lnTo>
                    <a:pt x="13284" y="2742"/>
                  </a:lnTo>
                  <a:lnTo>
                    <a:pt x="12898" y="2317"/>
                  </a:lnTo>
                  <a:lnTo>
                    <a:pt x="12512" y="1892"/>
                  </a:lnTo>
                  <a:lnTo>
                    <a:pt x="12048" y="1506"/>
                  </a:lnTo>
                  <a:lnTo>
                    <a:pt x="11546" y="1197"/>
                  </a:lnTo>
                  <a:lnTo>
                    <a:pt x="11044" y="888"/>
                  </a:lnTo>
                  <a:lnTo>
                    <a:pt x="10504" y="618"/>
                  </a:lnTo>
                  <a:lnTo>
                    <a:pt x="9963" y="386"/>
                  </a:lnTo>
                  <a:lnTo>
                    <a:pt x="9345" y="232"/>
                  </a:lnTo>
                  <a:lnTo>
                    <a:pt x="8766" y="116"/>
                  </a:lnTo>
                  <a:lnTo>
                    <a:pt x="8148" y="39"/>
                  </a:lnTo>
                  <a:lnTo>
                    <a:pt x="756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5" name="Google Shape;5505;p22"/>
            <p:cNvSpPr/>
            <p:nvPr/>
          </p:nvSpPr>
          <p:spPr>
            <a:xfrm>
              <a:off x="6509175" y="1566300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8" y="5870"/>
                  </a:lnTo>
                  <a:lnTo>
                    <a:pt x="7491" y="6024"/>
                  </a:lnTo>
                  <a:lnTo>
                    <a:pt x="7530" y="6140"/>
                  </a:lnTo>
                  <a:lnTo>
                    <a:pt x="7569" y="6256"/>
                  </a:lnTo>
                  <a:lnTo>
                    <a:pt x="7607" y="6372"/>
                  </a:lnTo>
                  <a:lnTo>
                    <a:pt x="7569" y="6488"/>
                  </a:lnTo>
                  <a:lnTo>
                    <a:pt x="7530" y="6565"/>
                  </a:lnTo>
                  <a:lnTo>
                    <a:pt x="7491" y="6681"/>
                  </a:lnTo>
                  <a:lnTo>
                    <a:pt x="7337" y="6796"/>
                  </a:lnTo>
                  <a:lnTo>
                    <a:pt x="7105" y="6912"/>
                  </a:lnTo>
                  <a:lnTo>
                    <a:pt x="6912" y="6912"/>
                  </a:lnTo>
                  <a:lnTo>
                    <a:pt x="6719" y="6835"/>
                  </a:lnTo>
                  <a:lnTo>
                    <a:pt x="6565" y="6681"/>
                  </a:lnTo>
                  <a:lnTo>
                    <a:pt x="6487" y="6488"/>
                  </a:lnTo>
                  <a:lnTo>
                    <a:pt x="6487" y="6294"/>
                  </a:lnTo>
                  <a:lnTo>
                    <a:pt x="6526" y="6101"/>
                  </a:lnTo>
                  <a:lnTo>
                    <a:pt x="6642" y="5908"/>
                  </a:lnTo>
                  <a:lnTo>
                    <a:pt x="6796" y="5754"/>
                  </a:lnTo>
                  <a:close/>
                  <a:moveTo>
                    <a:pt x="232" y="0"/>
                  </a:moveTo>
                  <a:lnTo>
                    <a:pt x="155" y="39"/>
                  </a:lnTo>
                  <a:lnTo>
                    <a:pt x="77" y="39"/>
                  </a:lnTo>
                  <a:lnTo>
                    <a:pt x="39" y="116"/>
                  </a:lnTo>
                  <a:lnTo>
                    <a:pt x="0" y="232"/>
                  </a:lnTo>
                  <a:lnTo>
                    <a:pt x="0" y="309"/>
                  </a:lnTo>
                  <a:lnTo>
                    <a:pt x="39" y="386"/>
                  </a:lnTo>
                  <a:lnTo>
                    <a:pt x="425" y="773"/>
                  </a:lnTo>
                  <a:lnTo>
                    <a:pt x="811" y="1120"/>
                  </a:lnTo>
                  <a:lnTo>
                    <a:pt x="1622" y="1777"/>
                  </a:lnTo>
                  <a:lnTo>
                    <a:pt x="3398" y="3205"/>
                  </a:lnTo>
                  <a:lnTo>
                    <a:pt x="4866" y="4441"/>
                  </a:lnTo>
                  <a:lnTo>
                    <a:pt x="5638" y="5020"/>
                  </a:lnTo>
                  <a:lnTo>
                    <a:pt x="6410" y="5599"/>
                  </a:lnTo>
                  <a:lnTo>
                    <a:pt x="6294" y="5677"/>
                  </a:lnTo>
                  <a:lnTo>
                    <a:pt x="6217" y="5792"/>
                  </a:lnTo>
                  <a:lnTo>
                    <a:pt x="6101" y="6101"/>
                  </a:lnTo>
                  <a:lnTo>
                    <a:pt x="6063" y="6410"/>
                  </a:lnTo>
                  <a:lnTo>
                    <a:pt x="6101" y="6681"/>
                  </a:lnTo>
                  <a:lnTo>
                    <a:pt x="6179" y="6835"/>
                  </a:lnTo>
                  <a:lnTo>
                    <a:pt x="6294" y="6990"/>
                  </a:lnTo>
                  <a:lnTo>
                    <a:pt x="6410" y="7144"/>
                  </a:lnTo>
                  <a:lnTo>
                    <a:pt x="6565" y="7221"/>
                  </a:lnTo>
                  <a:lnTo>
                    <a:pt x="6719" y="7298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8"/>
                  </a:lnTo>
                  <a:lnTo>
                    <a:pt x="7453" y="7260"/>
                  </a:lnTo>
                  <a:lnTo>
                    <a:pt x="7607" y="7144"/>
                  </a:lnTo>
                  <a:lnTo>
                    <a:pt x="7723" y="7028"/>
                  </a:lnTo>
                  <a:lnTo>
                    <a:pt x="7839" y="6912"/>
                  </a:lnTo>
                  <a:lnTo>
                    <a:pt x="7955" y="6758"/>
                  </a:lnTo>
                  <a:lnTo>
                    <a:pt x="7993" y="6565"/>
                  </a:lnTo>
                  <a:lnTo>
                    <a:pt x="8032" y="6410"/>
                  </a:lnTo>
                  <a:lnTo>
                    <a:pt x="8032" y="6217"/>
                  </a:lnTo>
                  <a:lnTo>
                    <a:pt x="7955" y="6024"/>
                  </a:lnTo>
                  <a:lnTo>
                    <a:pt x="7839" y="5870"/>
                  </a:lnTo>
                  <a:lnTo>
                    <a:pt x="7723" y="5715"/>
                  </a:lnTo>
                  <a:lnTo>
                    <a:pt x="7569" y="5599"/>
                  </a:lnTo>
                  <a:lnTo>
                    <a:pt x="7414" y="5522"/>
                  </a:lnTo>
                  <a:lnTo>
                    <a:pt x="7221" y="5445"/>
                  </a:lnTo>
                  <a:lnTo>
                    <a:pt x="7028" y="5445"/>
                  </a:lnTo>
                  <a:lnTo>
                    <a:pt x="6835" y="5484"/>
                  </a:lnTo>
                  <a:lnTo>
                    <a:pt x="6024" y="4711"/>
                  </a:lnTo>
                  <a:lnTo>
                    <a:pt x="5213" y="4016"/>
                  </a:lnTo>
                  <a:lnTo>
                    <a:pt x="3514" y="2626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4" y="309"/>
                  </a:lnTo>
                  <a:lnTo>
                    <a:pt x="309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6" name="Google Shape;5506;p22"/>
            <p:cNvSpPr/>
            <p:nvPr/>
          </p:nvSpPr>
          <p:spPr>
            <a:xfrm>
              <a:off x="2672775" y="1574975"/>
              <a:ext cx="84975" cy="94650"/>
            </a:xfrm>
            <a:custGeom>
              <a:avLst/>
              <a:gdLst/>
              <a:ahLst/>
              <a:cxnLst/>
              <a:rect l="l" t="t" r="r" b="b"/>
              <a:pathLst>
                <a:path w="3399" h="3786" extrusionOk="0">
                  <a:moveTo>
                    <a:pt x="78" y="1"/>
                  </a:moveTo>
                  <a:lnTo>
                    <a:pt x="1" y="78"/>
                  </a:lnTo>
                  <a:lnTo>
                    <a:pt x="1" y="117"/>
                  </a:lnTo>
                  <a:lnTo>
                    <a:pt x="348" y="889"/>
                  </a:lnTo>
                  <a:lnTo>
                    <a:pt x="812" y="1661"/>
                  </a:lnTo>
                  <a:lnTo>
                    <a:pt x="1275" y="2395"/>
                  </a:lnTo>
                  <a:lnTo>
                    <a:pt x="1738" y="3090"/>
                  </a:lnTo>
                  <a:lnTo>
                    <a:pt x="2009" y="3437"/>
                  </a:lnTo>
                  <a:lnTo>
                    <a:pt x="2202" y="3553"/>
                  </a:lnTo>
                  <a:lnTo>
                    <a:pt x="2395" y="3669"/>
                  </a:lnTo>
                  <a:lnTo>
                    <a:pt x="2588" y="3746"/>
                  </a:lnTo>
                  <a:lnTo>
                    <a:pt x="2781" y="3785"/>
                  </a:lnTo>
                  <a:lnTo>
                    <a:pt x="3013" y="3708"/>
                  </a:lnTo>
                  <a:lnTo>
                    <a:pt x="3206" y="3592"/>
                  </a:lnTo>
                  <a:lnTo>
                    <a:pt x="3322" y="3437"/>
                  </a:lnTo>
                  <a:lnTo>
                    <a:pt x="3399" y="3244"/>
                  </a:lnTo>
                  <a:lnTo>
                    <a:pt x="3399" y="3090"/>
                  </a:lnTo>
                  <a:lnTo>
                    <a:pt x="3399" y="2897"/>
                  </a:lnTo>
                  <a:lnTo>
                    <a:pt x="3360" y="2704"/>
                  </a:lnTo>
                  <a:lnTo>
                    <a:pt x="3283" y="2511"/>
                  </a:lnTo>
                  <a:lnTo>
                    <a:pt x="3128" y="2163"/>
                  </a:lnTo>
                  <a:lnTo>
                    <a:pt x="2935" y="2240"/>
                  </a:lnTo>
                  <a:lnTo>
                    <a:pt x="3051" y="2588"/>
                  </a:lnTo>
                  <a:lnTo>
                    <a:pt x="3090" y="2742"/>
                  </a:lnTo>
                  <a:lnTo>
                    <a:pt x="3128" y="2858"/>
                  </a:lnTo>
                  <a:lnTo>
                    <a:pt x="2897" y="3013"/>
                  </a:lnTo>
                  <a:lnTo>
                    <a:pt x="2665" y="3129"/>
                  </a:lnTo>
                  <a:lnTo>
                    <a:pt x="2511" y="3206"/>
                  </a:lnTo>
                  <a:lnTo>
                    <a:pt x="2318" y="3206"/>
                  </a:lnTo>
                  <a:lnTo>
                    <a:pt x="2202" y="3167"/>
                  </a:lnTo>
                  <a:lnTo>
                    <a:pt x="2047" y="3090"/>
                  </a:lnTo>
                  <a:lnTo>
                    <a:pt x="1931" y="2936"/>
                  </a:lnTo>
                  <a:lnTo>
                    <a:pt x="1854" y="2742"/>
                  </a:lnTo>
                  <a:lnTo>
                    <a:pt x="1700" y="2511"/>
                  </a:lnTo>
                  <a:lnTo>
                    <a:pt x="1082" y="1507"/>
                  </a:lnTo>
                  <a:lnTo>
                    <a:pt x="619" y="773"/>
                  </a:lnTo>
                  <a:lnTo>
                    <a:pt x="387" y="387"/>
                  </a:lnTo>
                  <a:lnTo>
                    <a:pt x="117" y="39"/>
                  </a:lnTo>
                  <a:lnTo>
                    <a:pt x="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7" name="Google Shape;5507;p22"/>
            <p:cNvSpPr/>
            <p:nvPr/>
          </p:nvSpPr>
          <p:spPr>
            <a:xfrm>
              <a:off x="4909550" y="1580775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8" y="5909"/>
                  </a:moveTo>
                  <a:lnTo>
                    <a:pt x="1082" y="5986"/>
                  </a:lnTo>
                  <a:lnTo>
                    <a:pt x="1236" y="6024"/>
                  </a:lnTo>
                  <a:lnTo>
                    <a:pt x="1390" y="6179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0" y="6797"/>
                  </a:lnTo>
                  <a:lnTo>
                    <a:pt x="1236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90"/>
                  </a:lnTo>
                  <a:lnTo>
                    <a:pt x="464" y="6835"/>
                  </a:lnTo>
                  <a:lnTo>
                    <a:pt x="425" y="6719"/>
                  </a:lnTo>
                  <a:lnTo>
                    <a:pt x="386" y="6642"/>
                  </a:lnTo>
                  <a:lnTo>
                    <a:pt x="348" y="6488"/>
                  </a:lnTo>
                  <a:lnTo>
                    <a:pt x="386" y="6372"/>
                  </a:lnTo>
                  <a:lnTo>
                    <a:pt x="425" y="6256"/>
                  </a:lnTo>
                  <a:lnTo>
                    <a:pt x="502" y="6179"/>
                  </a:lnTo>
                  <a:lnTo>
                    <a:pt x="695" y="6024"/>
                  </a:lnTo>
                  <a:lnTo>
                    <a:pt x="888" y="5909"/>
                  </a:lnTo>
                  <a:close/>
                  <a:moveTo>
                    <a:pt x="5908" y="0"/>
                  </a:moveTo>
                  <a:lnTo>
                    <a:pt x="5831" y="39"/>
                  </a:lnTo>
                  <a:lnTo>
                    <a:pt x="5522" y="309"/>
                  </a:lnTo>
                  <a:lnTo>
                    <a:pt x="5175" y="618"/>
                  </a:lnTo>
                  <a:lnTo>
                    <a:pt x="4596" y="1313"/>
                  </a:lnTo>
                  <a:lnTo>
                    <a:pt x="4016" y="2047"/>
                  </a:lnTo>
                  <a:lnTo>
                    <a:pt x="3437" y="2781"/>
                  </a:lnTo>
                  <a:lnTo>
                    <a:pt x="2279" y="4132"/>
                  </a:lnTo>
                  <a:lnTo>
                    <a:pt x="1738" y="4866"/>
                  </a:lnTo>
                  <a:lnTo>
                    <a:pt x="1197" y="5561"/>
                  </a:lnTo>
                  <a:lnTo>
                    <a:pt x="1043" y="5522"/>
                  </a:lnTo>
                  <a:lnTo>
                    <a:pt x="888" y="5522"/>
                  </a:lnTo>
                  <a:lnTo>
                    <a:pt x="773" y="5561"/>
                  </a:lnTo>
                  <a:lnTo>
                    <a:pt x="618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0" y="6333"/>
                  </a:lnTo>
                  <a:lnTo>
                    <a:pt x="0" y="6488"/>
                  </a:lnTo>
                  <a:lnTo>
                    <a:pt x="0" y="6604"/>
                  </a:lnTo>
                  <a:lnTo>
                    <a:pt x="39" y="6797"/>
                  </a:lnTo>
                  <a:lnTo>
                    <a:pt x="116" y="6990"/>
                  </a:lnTo>
                  <a:lnTo>
                    <a:pt x="193" y="7144"/>
                  </a:lnTo>
                  <a:lnTo>
                    <a:pt x="348" y="7260"/>
                  </a:lnTo>
                  <a:lnTo>
                    <a:pt x="502" y="7376"/>
                  </a:lnTo>
                  <a:lnTo>
                    <a:pt x="695" y="7453"/>
                  </a:lnTo>
                  <a:lnTo>
                    <a:pt x="1082" y="7453"/>
                  </a:lnTo>
                  <a:lnTo>
                    <a:pt x="1275" y="7415"/>
                  </a:lnTo>
                  <a:lnTo>
                    <a:pt x="1429" y="7299"/>
                  </a:lnTo>
                  <a:lnTo>
                    <a:pt x="1584" y="7183"/>
                  </a:lnTo>
                  <a:lnTo>
                    <a:pt x="1699" y="7067"/>
                  </a:lnTo>
                  <a:lnTo>
                    <a:pt x="1815" y="6874"/>
                  </a:lnTo>
                  <a:lnTo>
                    <a:pt x="1854" y="6681"/>
                  </a:lnTo>
                  <a:lnTo>
                    <a:pt x="1892" y="6526"/>
                  </a:lnTo>
                  <a:lnTo>
                    <a:pt x="1854" y="6333"/>
                  </a:lnTo>
                  <a:lnTo>
                    <a:pt x="1815" y="6179"/>
                  </a:lnTo>
                  <a:lnTo>
                    <a:pt x="1738" y="6024"/>
                  </a:lnTo>
                  <a:lnTo>
                    <a:pt x="1661" y="5909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2" y="4403"/>
                  </a:lnTo>
                  <a:lnTo>
                    <a:pt x="3939" y="3012"/>
                  </a:lnTo>
                  <a:lnTo>
                    <a:pt x="4480" y="2395"/>
                  </a:lnTo>
                  <a:lnTo>
                    <a:pt x="5098" y="1700"/>
                  </a:lnTo>
                  <a:lnTo>
                    <a:pt x="5638" y="1043"/>
                  </a:lnTo>
                  <a:lnTo>
                    <a:pt x="5908" y="657"/>
                  </a:lnTo>
                  <a:lnTo>
                    <a:pt x="6101" y="309"/>
                  </a:lnTo>
                  <a:lnTo>
                    <a:pt x="6140" y="194"/>
                  </a:lnTo>
                  <a:lnTo>
                    <a:pt x="6063" y="78"/>
                  </a:lnTo>
                  <a:lnTo>
                    <a:pt x="598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8" name="Google Shape;5508;p22"/>
            <p:cNvSpPr/>
            <p:nvPr/>
          </p:nvSpPr>
          <p:spPr>
            <a:xfrm>
              <a:off x="4655650" y="160877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4"/>
                  </a:lnTo>
                  <a:lnTo>
                    <a:pt x="7531" y="6140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1" y="6565"/>
                  </a:lnTo>
                  <a:lnTo>
                    <a:pt x="7492" y="6681"/>
                  </a:lnTo>
                  <a:lnTo>
                    <a:pt x="7337" y="6796"/>
                  </a:lnTo>
                  <a:lnTo>
                    <a:pt x="7106" y="6912"/>
                  </a:lnTo>
                  <a:lnTo>
                    <a:pt x="6913" y="6912"/>
                  </a:lnTo>
                  <a:lnTo>
                    <a:pt x="6720" y="6835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7" y="6101"/>
                  </a:lnTo>
                  <a:lnTo>
                    <a:pt x="6642" y="5908"/>
                  </a:lnTo>
                  <a:lnTo>
                    <a:pt x="6797" y="5754"/>
                  </a:lnTo>
                  <a:close/>
                  <a:moveTo>
                    <a:pt x="232" y="0"/>
                  </a:moveTo>
                  <a:lnTo>
                    <a:pt x="155" y="39"/>
                  </a:lnTo>
                  <a:lnTo>
                    <a:pt x="78" y="39"/>
                  </a:lnTo>
                  <a:lnTo>
                    <a:pt x="39" y="116"/>
                  </a:lnTo>
                  <a:lnTo>
                    <a:pt x="1" y="232"/>
                  </a:lnTo>
                  <a:lnTo>
                    <a:pt x="1" y="309"/>
                  </a:lnTo>
                  <a:lnTo>
                    <a:pt x="39" y="386"/>
                  </a:lnTo>
                  <a:lnTo>
                    <a:pt x="425" y="773"/>
                  </a:lnTo>
                  <a:lnTo>
                    <a:pt x="812" y="1120"/>
                  </a:lnTo>
                  <a:lnTo>
                    <a:pt x="1622" y="1777"/>
                  </a:lnTo>
                  <a:lnTo>
                    <a:pt x="3399" y="3205"/>
                  </a:lnTo>
                  <a:lnTo>
                    <a:pt x="4866" y="4441"/>
                  </a:lnTo>
                  <a:lnTo>
                    <a:pt x="5638" y="5020"/>
                  </a:lnTo>
                  <a:lnTo>
                    <a:pt x="6411" y="5599"/>
                  </a:lnTo>
                  <a:lnTo>
                    <a:pt x="6295" y="5677"/>
                  </a:lnTo>
                  <a:lnTo>
                    <a:pt x="6218" y="5793"/>
                  </a:lnTo>
                  <a:lnTo>
                    <a:pt x="6102" y="6101"/>
                  </a:lnTo>
                  <a:lnTo>
                    <a:pt x="6063" y="6410"/>
                  </a:lnTo>
                  <a:lnTo>
                    <a:pt x="6102" y="6681"/>
                  </a:lnTo>
                  <a:lnTo>
                    <a:pt x="6179" y="6835"/>
                  </a:lnTo>
                  <a:lnTo>
                    <a:pt x="6295" y="6990"/>
                  </a:lnTo>
                  <a:lnTo>
                    <a:pt x="6411" y="7144"/>
                  </a:lnTo>
                  <a:lnTo>
                    <a:pt x="6565" y="7221"/>
                  </a:lnTo>
                  <a:lnTo>
                    <a:pt x="6720" y="7298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8"/>
                  </a:lnTo>
                  <a:lnTo>
                    <a:pt x="7453" y="7260"/>
                  </a:lnTo>
                  <a:lnTo>
                    <a:pt x="7608" y="7144"/>
                  </a:lnTo>
                  <a:lnTo>
                    <a:pt x="7724" y="7028"/>
                  </a:lnTo>
                  <a:lnTo>
                    <a:pt x="7839" y="6912"/>
                  </a:lnTo>
                  <a:lnTo>
                    <a:pt x="7955" y="6758"/>
                  </a:lnTo>
                  <a:lnTo>
                    <a:pt x="7994" y="6565"/>
                  </a:lnTo>
                  <a:lnTo>
                    <a:pt x="8033" y="6410"/>
                  </a:lnTo>
                  <a:lnTo>
                    <a:pt x="8033" y="6217"/>
                  </a:lnTo>
                  <a:lnTo>
                    <a:pt x="7955" y="6024"/>
                  </a:lnTo>
                  <a:lnTo>
                    <a:pt x="7839" y="5870"/>
                  </a:lnTo>
                  <a:lnTo>
                    <a:pt x="7724" y="5715"/>
                  </a:lnTo>
                  <a:lnTo>
                    <a:pt x="7569" y="5599"/>
                  </a:lnTo>
                  <a:lnTo>
                    <a:pt x="7415" y="5522"/>
                  </a:lnTo>
                  <a:lnTo>
                    <a:pt x="7222" y="5445"/>
                  </a:lnTo>
                  <a:lnTo>
                    <a:pt x="7029" y="5445"/>
                  </a:lnTo>
                  <a:lnTo>
                    <a:pt x="6835" y="5484"/>
                  </a:lnTo>
                  <a:lnTo>
                    <a:pt x="6025" y="4711"/>
                  </a:lnTo>
                  <a:lnTo>
                    <a:pt x="5214" y="4016"/>
                  </a:lnTo>
                  <a:lnTo>
                    <a:pt x="3515" y="2626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4" y="309"/>
                  </a:lnTo>
                  <a:lnTo>
                    <a:pt x="310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9" name="Google Shape;5509;p22"/>
            <p:cNvSpPr/>
            <p:nvPr/>
          </p:nvSpPr>
          <p:spPr>
            <a:xfrm>
              <a:off x="781625" y="1619400"/>
              <a:ext cx="153500" cy="186325"/>
            </a:xfrm>
            <a:custGeom>
              <a:avLst/>
              <a:gdLst/>
              <a:ahLst/>
              <a:cxnLst/>
              <a:rect l="l" t="t" r="r" b="b"/>
              <a:pathLst>
                <a:path w="6140" h="7453" extrusionOk="0">
                  <a:moveTo>
                    <a:pt x="888" y="5908"/>
                  </a:moveTo>
                  <a:lnTo>
                    <a:pt x="1081" y="5985"/>
                  </a:lnTo>
                  <a:lnTo>
                    <a:pt x="1236" y="6024"/>
                  </a:lnTo>
                  <a:lnTo>
                    <a:pt x="1390" y="6178"/>
                  </a:lnTo>
                  <a:lnTo>
                    <a:pt x="1468" y="6333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0" y="6796"/>
                  </a:lnTo>
                  <a:lnTo>
                    <a:pt x="1236" y="6951"/>
                  </a:lnTo>
                  <a:lnTo>
                    <a:pt x="1159" y="7028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89"/>
                  </a:lnTo>
                  <a:lnTo>
                    <a:pt x="464" y="6835"/>
                  </a:lnTo>
                  <a:lnTo>
                    <a:pt x="425" y="6719"/>
                  </a:lnTo>
                  <a:lnTo>
                    <a:pt x="386" y="6642"/>
                  </a:lnTo>
                  <a:lnTo>
                    <a:pt x="348" y="6487"/>
                  </a:lnTo>
                  <a:lnTo>
                    <a:pt x="386" y="6371"/>
                  </a:lnTo>
                  <a:lnTo>
                    <a:pt x="425" y="6256"/>
                  </a:lnTo>
                  <a:lnTo>
                    <a:pt x="502" y="6178"/>
                  </a:lnTo>
                  <a:lnTo>
                    <a:pt x="695" y="6024"/>
                  </a:lnTo>
                  <a:lnTo>
                    <a:pt x="888" y="5908"/>
                  </a:lnTo>
                  <a:close/>
                  <a:moveTo>
                    <a:pt x="5908" y="0"/>
                  </a:moveTo>
                  <a:lnTo>
                    <a:pt x="5831" y="39"/>
                  </a:lnTo>
                  <a:lnTo>
                    <a:pt x="5522" y="309"/>
                  </a:lnTo>
                  <a:lnTo>
                    <a:pt x="5175" y="618"/>
                  </a:lnTo>
                  <a:lnTo>
                    <a:pt x="4595" y="1313"/>
                  </a:lnTo>
                  <a:lnTo>
                    <a:pt x="4016" y="2047"/>
                  </a:lnTo>
                  <a:lnTo>
                    <a:pt x="3437" y="2780"/>
                  </a:lnTo>
                  <a:lnTo>
                    <a:pt x="2278" y="4132"/>
                  </a:lnTo>
                  <a:lnTo>
                    <a:pt x="1738" y="4866"/>
                  </a:lnTo>
                  <a:lnTo>
                    <a:pt x="1197" y="5561"/>
                  </a:lnTo>
                  <a:lnTo>
                    <a:pt x="1043" y="5522"/>
                  </a:lnTo>
                  <a:lnTo>
                    <a:pt x="888" y="5522"/>
                  </a:lnTo>
                  <a:lnTo>
                    <a:pt x="772" y="5561"/>
                  </a:lnTo>
                  <a:lnTo>
                    <a:pt x="618" y="5599"/>
                  </a:lnTo>
                  <a:lnTo>
                    <a:pt x="541" y="5676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0" y="6333"/>
                  </a:lnTo>
                  <a:lnTo>
                    <a:pt x="0" y="6487"/>
                  </a:lnTo>
                  <a:lnTo>
                    <a:pt x="0" y="6603"/>
                  </a:lnTo>
                  <a:lnTo>
                    <a:pt x="39" y="6796"/>
                  </a:lnTo>
                  <a:lnTo>
                    <a:pt x="116" y="6989"/>
                  </a:lnTo>
                  <a:lnTo>
                    <a:pt x="193" y="7144"/>
                  </a:lnTo>
                  <a:lnTo>
                    <a:pt x="348" y="7260"/>
                  </a:lnTo>
                  <a:lnTo>
                    <a:pt x="502" y="7375"/>
                  </a:lnTo>
                  <a:lnTo>
                    <a:pt x="695" y="7453"/>
                  </a:lnTo>
                  <a:lnTo>
                    <a:pt x="1081" y="7453"/>
                  </a:lnTo>
                  <a:lnTo>
                    <a:pt x="1274" y="7414"/>
                  </a:lnTo>
                  <a:lnTo>
                    <a:pt x="1429" y="7298"/>
                  </a:lnTo>
                  <a:lnTo>
                    <a:pt x="1583" y="7182"/>
                  </a:lnTo>
                  <a:lnTo>
                    <a:pt x="1699" y="7067"/>
                  </a:lnTo>
                  <a:lnTo>
                    <a:pt x="1815" y="6873"/>
                  </a:lnTo>
                  <a:lnTo>
                    <a:pt x="1854" y="6680"/>
                  </a:lnTo>
                  <a:lnTo>
                    <a:pt x="1892" y="6526"/>
                  </a:lnTo>
                  <a:lnTo>
                    <a:pt x="1854" y="6333"/>
                  </a:lnTo>
                  <a:lnTo>
                    <a:pt x="1815" y="6178"/>
                  </a:lnTo>
                  <a:lnTo>
                    <a:pt x="1738" y="6024"/>
                  </a:lnTo>
                  <a:lnTo>
                    <a:pt x="1661" y="5908"/>
                  </a:lnTo>
                  <a:lnTo>
                    <a:pt x="1545" y="5792"/>
                  </a:lnTo>
                  <a:lnTo>
                    <a:pt x="2163" y="5097"/>
                  </a:lnTo>
                  <a:lnTo>
                    <a:pt x="2742" y="4402"/>
                  </a:lnTo>
                  <a:lnTo>
                    <a:pt x="3939" y="3012"/>
                  </a:lnTo>
                  <a:lnTo>
                    <a:pt x="4479" y="2394"/>
                  </a:lnTo>
                  <a:lnTo>
                    <a:pt x="5097" y="1699"/>
                  </a:lnTo>
                  <a:lnTo>
                    <a:pt x="5638" y="1043"/>
                  </a:lnTo>
                  <a:lnTo>
                    <a:pt x="5908" y="657"/>
                  </a:lnTo>
                  <a:lnTo>
                    <a:pt x="6101" y="309"/>
                  </a:lnTo>
                  <a:lnTo>
                    <a:pt x="6140" y="193"/>
                  </a:lnTo>
                  <a:lnTo>
                    <a:pt x="6063" y="77"/>
                  </a:lnTo>
                  <a:lnTo>
                    <a:pt x="598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0" name="Google Shape;5510;p22"/>
            <p:cNvSpPr/>
            <p:nvPr/>
          </p:nvSpPr>
          <p:spPr>
            <a:xfrm>
              <a:off x="1926550" y="1629050"/>
              <a:ext cx="67600" cy="76275"/>
            </a:xfrm>
            <a:custGeom>
              <a:avLst/>
              <a:gdLst/>
              <a:ahLst/>
              <a:cxnLst/>
              <a:rect l="l" t="t" r="r" b="b"/>
              <a:pathLst>
                <a:path w="2704" h="3051" extrusionOk="0">
                  <a:moveTo>
                    <a:pt x="1159" y="425"/>
                  </a:moveTo>
                  <a:lnTo>
                    <a:pt x="1429" y="502"/>
                  </a:lnTo>
                  <a:lnTo>
                    <a:pt x="1661" y="618"/>
                  </a:lnTo>
                  <a:lnTo>
                    <a:pt x="1854" y="773"/>
                  </a:lnTo>
                  <a:lnTo>
                    <a:pt x="2008" y="966"/>
                  </a:lnTo>
                  <a:lnTo>
                    <a:pt x="2124" y="1120"/>
                  </a:lnTo>
                  <a:lnTo>
                    <a:pt x="2201" y="1313"/>
                  </a:lnTo>
                  <a:lnTo>
                    <a:pt x="2317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1" y="2394"/>
                  </a:lnTo>
                  <a:lnTo>
                    <a:pt x="2047" y="2278"/>
                  </a:lnTo>
                  <a:lnTo>
                    <a:pt x="1622" y="2047"/>
                  </a:lnTo>
                  <a:lnTo>
                    <a:pt x="1236" y="1892"/>
                  </a:lnTo>
                  <a:lnTo>
                    <a:pt x="1004" y="1776"/>
                  </a:lnTo>
                  <a:lnTo>
                    <a:pt x="811" y="1661"/>
                  </a:lnTo>
                  <a:lnTo>
                    <a:pt x="618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1"/>
                  </a:lnTo>
                  <a:lnTo>
                    <a:pt x="541" y="657"/>
                  </a:lnTo>
                  <a:lnTo>
                    <a:pt x="618" y="579"/>
                  </a:lnTo>
                  <a:lnTo>
                    <a:pt x="695" y="502"/>
                  </a:lnTo>
                  <a:lnTo>
                    <a:pt x="811" y="464"/>
                  </a:lnTo>
                  <a:lnTo>
                    <a:pt x="927" y="425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1"/>
                  </a:lnTo>
                  <a:lnTo>
                    <a:pt x="193" y="425"/>
                  </a:lnTo>
                  <a:lnTo>
                    <a:pt x="78" y="618"/>
                  </a:lnTo>
                  <a:lnTo>
                    <a:pt x="0" y="811"/>
                  </a:lnTo>
                  <a:lnTo>
                    <a:pt x="0" y="1004"/>
                  </a:lnTo>
                  <a:lnTo>
                    <a:pt x="0" y="1236"/>
                  </a:lnTo>
                  <a:lnTo>
                    <a:pt x="39" y="1429"/>
                  </a:lnTo>
                  <a:lnTo>
                    <a:pt x="155" y="1622"/>
                  </a:lnTo>
                  <a:lnTo>
                    <a:pt x="387" y="1854"/>
                  </a:lnTo>
                  <a:lnTo>
                    <a:pt x="618" y="2047"/>
                  </a:lnTo>
                  <a:lnTo>
                    <a:pt x="889" y="2201"/>
                  </a:lnTo>
                  <a:lnTo>
                    <a:pt x="1197" y="2317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8" y="2742"/>
                  </a:lnTo>
                  <a:lnTo>
                    <a:pt x="2201" y="2974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0" y="3012"/>
                  </a:lnTo>
                  <a:lnTo>
                    <a:pt x="2588" y="2974"/>
                  </a:lnTo>
                  <a:lnTo>
                    <a:pt x="2626" y="2896"/>
                  </a:lnTo>
                  <a:lnTo>
                    <a:pt x="2703" y="2317"/>
                  </a:lnTo>
                  <a:lnTo>
                    <a:pt x="2703" y="2008"/>
                  </a:lnTo>
                  <a:lnTo>
                    <a:pt x="2703" y="1699"/>
                  </a:lnTo>
                  <a:lnTo>
                    <a:pt x="2626" y="1429"/>
                  </a:lnTo>
                  <a:lnTo>
                    <a:pt x="2549" y="1120"/>
                  </a:lnTo>
                  <a:lnTo>
                    <a:pt x="2433" y="850"/>
                  </a:lnTo>
                  <a:lnTo>
                    <a:pt x="2279" y="579"/>
                  </a:lnTo>
                  <a:lnTo>
                    <a:pt x="2124" y="425"/>
                  </a:lnTo>
                  <a:lnTo>
                    <a:pt x="1931" y="271"/>
                  </a:lnTo>
                  <a:lnTo>
                    <a:pt x="1699" y="116"/>
                  </a:lnTo>
                  <a:lnTo>
                    <a:pt x="1506" y="39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1" name="Google Shape;5511;p22"/>
            <p:cNvSpPr/>
            <p:nvPr/>
          </p:nvSpPr>
          <p:spPr>
            <a:xfrm>
              <a:off x="3904600" y="1635800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0" y="194"/>
                  </a:lnTo>
                  <a:lnTo>
                    <a:pt x="2240" y="309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1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9" y="4866"/>
                  </a:lnTo>
                  <a:lnTo>
                    <a:pt x="888" y="4827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80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2" name="Google Shape;5512;p22"/>
            <p:cNvSpPr/>
            <p:nvPr/>
          </p:nvSpPr>
          <p:spPr>
            <a:xfrm>
              <a:off x="527725" y="164737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5"/>
                  </a:lnTo>
                  <a:lnTo>
                    <a:pt x="7530" y="6141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0" y="6565"/>
                  </a:lnTo>
                  <a:lnTo>
                    <a:pt x="7492" y="6681"/>
                  </a:lnTo>
                  <a:lnTo>
                    <a:pt x="7337" y="6797"/>
                  </a:lnTo>
                  <a:lnTo>
                    <a:pt x="7106" y="6913"/>
                  </a:lnTo>
                  <a:lnTo>
                    <a:pt x="6913" y="6913"/>
                  </a:lnTo>
                  <a:lnTo>
                    <a:pt x="6719" y="6836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6" y="6102"/>
                  </a:lnTo>
                  <a:lnTo>
                    <a:pt x="6642" y="5909"/>
                  </a:lnTo>
                  <a:lnTo>
                    <a:pt x="6797" y="5754"/>
                  </a:lnTo>
                  <a:close/>
                  <a:moveTo>
                    <a:pt x="232" y="1"/>
                  </a:moveTo>
                  <a:lnTo>
                    <a:pt x="155" y="40"/>
                  </a:lnTo>
                  <a:lnTo>
                    <a:pt x="78" y="40"/>
                  </a:lnTo>
                  <a:lnTo>
                    <a:pt x="39" y="117"/>
                  </a:lnTo>
                  <a:lnTo>
                    <a:pt x="0" y="233"/>
                  </a:lnTo>
                  <a:lnTo>
                    <a:pt x="0" y="310"/>
                  </a:lnTo>
                  <a:lnTo>
                    <a:pt x="39" y="387"/>
                  </a:lnTo>
                  <a:lnTo>
                    <a:pt x="425" y="773"/>
                  </a:lnTo>
                  <a:lnTo>
                    <a:pt x="811" y="1121"/>
                  </a:lnTo>
                  <a:lnTo>
                    <a:pt x="1622" y="1777"/>
                  </a:lnTo>
                  <a:lnTo>
                    <a:pt x="3399" y="3206"/>
                  </a:lnTo>
                  <a:lnTo>
                    <a:pt x="4866" y="4442"/>
                  </a:lnTo>
                  <a:lnTo>
                    <a:pt x="5638" y="5021"/>
                  </a:lnTo>
                  <a:lnTo>
                    <a:pt x="6411" y="5600"/>
                  </a:lnTo>
                  <a:lnTo>
                    <a:pt x="6295" y="5677"/>
                  </a:lnTo>
                  <a:lnTo>
                    <a:pt x="6217" y="5793"/>
                  </a:lnTo>
                  <a:lnTo>
                    <a:pt x="6102" y="6102"/>
                  </a:lnTo>
                  <a:lnTo>
                    <a:pt x="6063" y="6411"/>
                  </a:lnTo>
                  <a:lnTo>
                    <a:pt x="6102" y="6681"/>
                  </a:lnTo>
                  <a:lnTo>
                    <a:pt x="6179" y="6836"/>
                  </a:lnTo>
                  <a:lnTo>
                    <a:pt x="6295" y="6990"/>
                  </a:lnTo>
                  <a:lnTo>
                    <a:pt x="6411" y="7145"/>
                  </a:lnTo>
                  <a:lnTo>
                    <a:pt x="6565" y="7222"/>
                  </a:lnTo>
                  <a:lnTo>
                    <a:pt x="6719" y="7299"/>
                  </a:lnTo>
                  <a:lnTo>
                    <a:pt x="6874" y="7338"/>
                  </a:lnTo>
                  <a:lnTo>
                    <a:pt x="7067" y="7338"/>
                  </a:lnTo>
                  <a:lnTo>
                    <a:pt x="7260" y="7299"/>
                  </a:lnTo>
                  <a:lnTo>
                    <a:pt x="7453" y="7260"/>
                  </a:lnTo>
                  <a:lnTo>
                    <a:pt x="7608" y="7145"/>
                  </a:lnTo>
                  <a:lnTo>
                    <a:pt x="7723" y="7029"/>
                  </a:lnTo>
                  <a:lnTo>
                    <a:pt x="7839" y="6913"/>
                  </a:lnTo>
                  <a:lnTo>
                    <a:pt x="7955" y="6758"/>
                  </a:lnTo>
                  <a:lnTo>
                    <a:pt x="7994" y="6565"/>
                  </a:lnTo>
                  <a:lnTo>
                    <a:pt x="8032" y="6411"/>
                  </a:lnTo>
                  <a:lnTo>
                    <a:pt x="8032" y="6218"/>
                  </a:lnTo>
                  <a:lnTo>
                    <a:pt x="7955" y="6025"/>
                  </a:lnTo>
                  <a:lnTo>
                    <a:pt x="7839" y="5870"/>
                  </a:lnTo>
                  <a:lnTo>
                    <a:pt x="7723" y="5716"/>
                  </a:lnTo>
                  <a:lnTo>
                    <a:pt x="7569" y="5600"/>
                  </a:lnTo>
                  <a:lnTo>
                    <a:pt x="7415" y="5523"/>
                  </a:lnTo>
                  <a:lnTo>
                    <a:pt x="7221" y="5446"/>
                  </a:lnTo>
                  <a:lnTo>
                    <a:pt x="7028" y="5446"/>
                  </a:lnTo>
                  <a:lnTo>
                    <a:pt x="6835" y="5484"/>
                  </a:lnTo>
                  <a:lnTo>
                    <a:pt x="6024" y="4712"/>
                  </a:lnTo>
                  <a:lnTo>
                    <a:pt x="5213" y="4017"/>
                  </a:lnTo>
                  <a:lnTo>
                    <a:pt x="3514" y="2627"/>
                  </a:lnTo>
                  <a:lnTo>
                    <a:pt x="2742" y="1970"/>
                  </a:lnTo>
                  <a:lnTo>
                    <a:pt x="1970" y="1275"/>
                  </a:lnTo>
                  <a:lnTo>
                    <a:pt x="1159" y="619"/>
                  </a:lnTo>
                  <a:lnTo>
                    <a:pt x="734" y="310"/>
                  </a:lnTo>
                  <a:lnTo>
                    <a:pt x="309" y="40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3" name="Google Shape;5513;p22"/>
            <p:cNvSpPr/>
            <p:nvPr/>
          </p:nvSpPr>
          <p:spPr>
            <a:xfrm>
              <a:off x="5813125" y="1664750"/>
              <a:ext cx="61825" cy="89825"/>
            </a:xfrm>
            <a:custGeom>
              <a:avLst/>
              <a:gdLst/>
              <a:ahLst/>
              <a:cxnLst/>
              <a:rect l="l" t="t" r="r" b="b"/>
              <a:pathLst>
                <a:path w="2473" h="3593" extrusionOk="0">
                  <a:moveTo>
                    <a:pt x="1082" y="1"/>
                  </a:moveTo>
                  <a:lnTo>
                    <a:pt x="1005" y="40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3"/>
                  </a:lnTo>
                  <a:lnTo>
                    <a:pt x="850" y="233"/>
                  </a:lnTo>
                  <a:lnTo>
                    <a:pt x="773" y="271"/>
                  </a:lnTo>
                  <a:lnTo>
                    <a:pt x="735" y="348"/>
                  </a:lnTo>
                  <a:lnTo>
                    <a:pt x="696" y="426"/>
                  </a:lnTo>
                  <a:lnTo>
                    <a:pt x="696" y="503"/>
                  </a:lnTo>
                  <a:lnTo>
                    <a:pt x="735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2"/>
                  </a:lnTo>
                  <a:lnTo>
                    <a:pt x="1275" y="928"/>
                  </a:lnTo>
                  <a:lnTo>
                    <a:pt x="1468" y="1082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2"/>
                  </a:lnTo>
                  <a:lnTo>
                    <a:pt x="1932" y="2163"/>
                  </a:lnTo>
                  <a:lnTo>
                    <a:pt x="1932" y="2434"/>
                  </a:lnTo>
                  <a:lnTo>
                    <a:pt x="1816" y="2743"/>
                  </a:lnTo>
                  <a:lnTo>
                    <a:pt x="1739" y="2858"/>
                  </a:lnTo>
                  <a:lnTo>
                    <a:pt x="1661" y="2974"/>
                  </a:lnTo>
                  <a:lnTo>
                    <a:pt x="1545" y="3052"/>
                  </a:lnTo>
                  <a:lnTo>
                    <a:pt x="1391" y="3129"/>
                  </a:lnTo>
                  <a:lnTo>
                    <a:pt x="1198" y="3129"/>
                  </a:lnTo>
                  <a:lnTo>
                    <a:pt x="1043" y="3090"/>
                  </a:lnTo>
                  <a:lnTo>
                    <a:pt x="928" y="3013"/>
                  </a:lnTo>
                  <a:lnTo>
                    <a:pt x="850" y="2897"/>
                  </a:lnTo>
                  <a:lnTo>
                    <a:pt x="812" y="2743"/>
                  </a:lnTo>
                  <a:lnTo>
                    <a:pt x="850" y="2588"/>
                  </a:lnTo>
                  <a:lnTo>
                    <a:pt x="928" y="2434"/>
                  </a:lnTo>
                  <a:lnTo>
                    <a:pt x="1043" y="2318"/>
                  </a:lnTo>
                  <a:lnTo>
                    <a:pt x="1159" y="2241"/>
                  </a:lnTo>
                  <a:lnTo>
                    <a:pt x="1159" y="2125"/>
                  </a:lnTo>
                  <a:lnTo>
                    <a:pt x="1121" y="2009"/>
                  </a:lnTo>
                  <a:lnTo>
                    <a:pt x="1043" y="1932"/>
                  </a:lnTo>
                  <a:lnTo>
                    <a:pt x="657" y="1623"/>
                  </a:lnTo>
                  <a:lnTo>
                    <a:pt x="426" y="1468"/>
                  </a:lnTo>
                  <a:lnTo>
                    <a:pt x="194" y="1314"/>
                  </a:lnTo>
                  <a:lnTo>
                    <a:pt x="1" y="1623"/>
                  </a:lnTo>
                  <a:lnTo>
                    <a:pt x="271" y="1893"/>
                  </a:lnTo>
                  <a:lnTo>
                    <a:pt x="580" y="2125"/>
                  </a:lnTo>
                  <a:lnTo>
                    <a:pt x="426" y="2356"/>
                  </a:lnTo>
                  <a:lnTo>
                    <a:pt x="348" y="2627"/>
                  </a:lnTo>
                  <a:lnTo>
                    <a:pt x="310" y="2897"/>
                  </a:lnTo>
                  <a:lnTo>
                    <a:pt x="348" y="3052"/>
                  </a:lnTo>
                  <a:lnTo>
                    <a:pt x="426" y="3167"/>
                  </a:lnTo>
                  <a:lnTo>
                    <a:pt x="541" y="3322"/>
                  </a:lnTo>
                  <a:lnTo>
                    <a:pt x="696" y="3476"/>
                  </a:lnTo>
                  <a:lnTo>
                    <a:pt x="889" y="3554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4"/>
                  </a:lnTo>
                  <a:lnTo>
                    <a:pt x="1700" y="3515"/>
                  </a:lnTo>
                  <a:lnTo>
                    <a:pt x="1854" y="3399"/>
                  </a:lnTo>
                  <a:lnTo>
                    <a:pt x="2047" y="3245"/>
                  </a:lnTo>
                  <a:lnTo>
                    <a:pt x="2202" y="3052"/>
                  </a:lnTo>
                  <a:lnTo>
                    <a:pt x="2318" y="2858"/>
                  </a:lnTo>
                  <a:lnTo>
                    <a:pt x="2395" y="2665"/>
                  </a:lnTo>
                  <a:lnTo>
                    <a:pt x="2434" y="2472"/>
                  </a:lnTo>
                  <a:lnTo>
                    <a:pt x="2472" y="2241"/>
                  </a:lnTo>
                  <a:lnTo>
                    <a:pt x="2434" y="2009"/>
                  </a:lnTo>
                  <a:lnTo>
                    <a:pt x="2395" y="1816"/>
                  </a:lnTo>
                  <a:lnTo>
                    <a:pt x="2318" y="1584"/>
                  </a:lnTo>
                  <a:lnTo>
                    <a:pt x="2202" y="1391"/>
                  </a:lnTo>
                  <a:lnTo>
                    <a:pt x="1970" y="1005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4" name="Google Shape;5514;p22"/>
            <p:cNvSpPr/>
            <p:nvPr/>
          </p:nvSpPr>
          <p:spPr>
            <a:xfrm>
              <a:off x="4153650" y="167055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2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40" y="232"/>
                  </a:lnTo>
                  <a:lnTo>
                    <a:pt x="1" y="271"/>
                  </a:lnTo>
                  <a:lnTo>
                    <a:pt x="40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4" y="232"/>
                  </a:lnTo>
                  <a:lnTo>
                    <a:pt x="1005" y="155"/>
                  </a:lnTo>
                  <a:lnTo>
                    <a:pt x="966" y="116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5" name="Google Shape;5515;p22"/>
            <p:cNvSpPr/>
            <p:nvPr/>
          </p:nvSpPr>
          <p:spPr>
            <a:xfrm>
              <a:off x="4055200" y="1676350"/>
              <a:ext cx="21250" cy="8700"/>
            </a:xfrm>
            <a:custGeom>
              <a:avLst/>
              <a:gdLst/>
              <a:ahLst/>
              <a:cxnLst/>
              <a:rect l="l" t="t" r="r" b="b"/>
              <a:pathLst>
                <a:path w="850" h="348" extrusionOk="0">
                  <a:moveTo>
                    <a:pt x="425" y="0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0" y="193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3"/>
                  </a:lnTo>
                  <a:lnTo>
                    <a:pt x="811" y="78"/>
                  </a:lnTo>
                  <a:lnTo>
                    <a:pt x="73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6" name="Google Shape;5516;p22"/>
            <p:cNvSpPr/>
            <p:nvPr/>
          </p:nvSpPr>
          <p:spPr>
            <a:xfrm>
              <a:off x="5417325" y="168890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0"/>
                  </a:moveTo>
                  <a:lnTo>
                    <a:pt x="1" y="232"/>
                  </a:lnTo>
                  <a:lnTo>
                    <a:pt x="503" y="966"/>
                  </a:lnTo>
                  <a:lnTo>
                    <a:pt x="1043" y="1622"/>
                  </a:lnTo>
                  <a:lnTo>
                    <a:pt x="1700" y="2279"/>
                  </a:lnTo>
                  <a:lnTo>
                    <a:pt x="2356" y="2858"/>
                  </a:lnTo>
                  <a:lnTo>
                    <a:pt x="3090" y="3398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5" y="4982"/>
                  </a:lnTo>
                  <a:lnTo>
                    <a:pt x="8998" y="4943"/>
                  </a:lnTo>
                  <a:lnTo>
                    <a:pt x="9423" y="4866"/>
                  </a:lnTo>
                  <a:lnTo>
                    <a:pt x="9848" y="4789"/>
                  </a:lnTo>
                  <a:lnTo>
                    <a:pt x="10272" y="4673"/>
                  </a:lnTo>
                  <a:lnTo>
                    <a:pt x="10658" y="4518"/>
                  </a:lnTo>
                  <a:lnTo>
                    <a:pt x="11083" y="4325"/>
                  </a:lnTo>
                  <a:lnTo>
                    <a:pt x="11469" y="4132"/>
                  </a:lnTo>
                  <a:lnTo>
                    <a:pt x="11856" y="3862"/>
                  </a:lnTo>
                  <a:lnTo>
                    <a:pt x="12242" y="3591"/>
                  </a:lnTo>
                  <a:lnTo>
                    <a:pt x="12319" y="3553"/>
                  </a:lnTo>
                  <a:lnTo>
                    <a:pt x="12435" y="3205"/>
                  </a:lnTo>
                  <a:lnTo>
                    <a:pt x="12358" y="3167"/>
                  </a:lnTo>
                  <a:lnTo>
                    <a:pt x="12280" y="3205"/>
                  </a:lnTo>
                  <a:lnTo>
                    <a:pt x="12203" y="3128"/>
                  </a:lnTo>
                  <a:lnTo>
                    <a:pt x="12010" y="3128"/>
                  </a:lnTo>
                  <a:lnTo>
                    <a:pt x="11933" y="3205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6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2" y="4480"/>
                  </a:lnTo>
                  <a:lnTo>
                    <a:pt x="7917" y="4480"/>
                  </a:lnTo>
                  <a:lnTo>
                    <a:pt x="7492" y="4441"/>
                  </a:lnTo>
                  <a:lnTo>
                    <a:pt x="7067" y="4402"/>
                  </a:lnTo>
                  <a:lnTo>
                    <a:pt x="6643" y="4364"/>
                  </a:lnTo>
                  <a:lnTo>
                    <a:pt x="6218" y="4248"/>
                  </a:lnTo>
                  <a:lnTo>
                    <a:pt x="5793" y="4171"/>
                  </a:lnTo>
                  <a:lnTo>
                    <a:pt x="5368" y="4016"/>
                  </a:lnTo>
                  <a:lnTo>
                    <a:pt x="4596" y="3707"/>
                  </a:lnTo>
                  <a:lnTo>
                    <a:pt x="3901" y="3283"/>
                  </a:lnTo>
                  <a:lnTo>
                    <a:pt x="3206" y="2819"/>
                  </a:lnTo>
                  <a:lnTo>
                    <a:pt x="2588" y="2317"/>
                  </a:lnTo>
                  <a:lnTo>
                    <a:pt x="1970" y="1777"/>
                  </a:lnTo>
                  <a:lnTo>
                    <a:pt x="1391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7" name="Google Shape;5517;p22"/>
            <p:cNvSpPr/>
            <p:nvPr/>
          </p:nvSpPr>
          <p:spPr>
            <a:xfrm>
              <a:off x="5725275" y="1695650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1"/>
                  </a:moveTo>
                  <a:lnTo>
                    <a:pt x="3360" y="78"/>
                  </a:lnTo>
                  <a:lnTo>
                    <a:pt x="3245" y="78"/>
                  </a:lnTo>
                  <a:lnTo>
                    <a:pt x="3013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4" y="1931"/>
                  </a:lnTo>
                  <a:lnTo>
                    <a:pt x="1082" y="2009"/>
                  </a:lnTo>
                  <a:lnTo>
                    <a:pt x="1121" y="2086"/>
                  </a:lnTo>
                  <a:lnTo>
                    <a:pt x="1005" y="2086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2" y="2240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8" y="2588"/>
                  </a:lnTo>
                  <a:lnTo>
                    <a:pt x="1430" y="2704"/>
                  </a:lnTo>
                  <a:lnTo>
                    <a:pt x="1623" y="2820"/>
                  </a:lnTo>
                  <a:lnTo>
                    <a:pt x="1816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5" y="3630"/>
                  </a:lnTo>
                  <a:lnTo>
                    <a:pt x="2125" y="3901"/>
                  </a:lnTo>
                  <a:lnTo>
                    <a:pt x="2086" y="4094"/>
                  </a:lnTo>
                  <a:lnTo>
                    <a:pt x="2009" y="4325"/>
                  </a:lnTo>
                  <a:lnTo>
                    <a:pt x="1893" y="4519"/>
                  </a:lnTo>
                  <a:lnTo>
                    <a:pt x="1739" y="4712"/>
                  </a:lnTo>
                  <a:lnTo>
                    <a:pt x="1545" y="4827"/>
                  </a:lnTo>
                  <a:lnTo>
                    <a:pt x="1314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6"/>
                  </a:lnTo>
                  <a:lnTo>
                    <a:pt x="657" y="4441"/>
                  </a:lnTo>
                  <a:lnTo>
                    <a:pt x="735" y="4287"/>
                  </a:lnTo>
                  <a:lnTo>
                    <a:pt x="812" y="4210"/>
                  </a:lnTo>
                  <a:lnTo>
                    <a:pt x="889" y="4132"/>
                  </a:lnTo>
                  <a:lnTo>
                    <a:pt x="966" y="4094"/>
                  </a:lnTo>
                  <a:lnTo>
                    <a:pt x="1121" y="4094"/>
                  </a:lnTo>
                  <a:lnTo>
                    <a:pt x="1237" y="4017"/>
                  </a:lnTo>
                  <a:lnTo>
                    <a:pt x="1314" y="3901"/>
                  </a:lnTo>
                  <a:lnTo>
                    <a:pt x="1314" y="3785"/>
                  </a:lnTo>
                  <a:lnTo>
                    <a:pt x="1275" y="3708"/>
                  </a:lnTo>
                  <a:lnTo>
                    <a:pt x="1198" y="3669"/>
                  </a:lnTo>
                  <a:lnTo>
                    <a:pt x="117" y="2935"/>
                  </a:lnTo>
                  <a:lnTo>
                    <a:pt x="1" y="3283"/>
                  </a:lnTo>
                  <a:lnTo>
                    <a:pt x="657" y="3785"/>
                  </a:lnTo>
                  <a:lnTo>
                    <a:pt x="503" y="3862"/>
                  </a:lnTo>
                  <a:lnTo>
                    <a:pt x="387" y="3978"/>
                  </a:lnTo>
                  <a:lnTo>
                    <a:pt x="310" y="4094"/>
                  </a:lnTo>
                  <a:lnTo>
                    <a:pt x="233" y="4248"/>
                  </a:lnTo>
                  <a:lnTo>
                    <a:pt x="194" y="4403"/>
                  </a:lnTo>
                  <a:lnTo>
                    <a:pt x="194" y="4557"/>
                  </a:lnTo>
                  <a:lnTo>
                    <a:pt x="194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2" y="5252"/>
                  </a:lnTo>
                  <a:lnTo>
                    <a:pt x="735" y="5368"/>
                  </a:lnTo>
                  <a:lnTo>
                    <a:pt x="966" y="5407"/>
                  </a:lnTo>
                  <a:lnTo>
                    <a:pt x="1198" y="5407"/>
                  </a:lnTo>
                  <a:lnTo>
                    <a:pt x="1430" y="5368"/>
                  </a:lnTo>
                  <a:lnTo>
                    <a:pt x="1623" y="5329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1" y="4827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6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472"/>
                  </a:lnTo>
                  <a:lnTo>
                    <a:pt x="1739" y="2356"/>
                  </a:lnTo>
                  <a:lnTo>
                    <a:pt x="1507" y="2202"/>
                  </a:lnTo>
                  <a:lnTo>
                    <a:pt x="1275" y="2124"/>
                  </a:lnTo>
                  <a:lnTo>
                    <a:pt x="1623" y="1970"/>
                  </a:lnTo>
                  <a:lnTo>
                    <a:pt x="1932" y="1816"/>
                  </a:lnTo>
                  <a:lnTo>
                    <a:pt x="2241" y="1622"/>
                  </a:lnTo>
                  <a:lnTo>
                    <a:pt x="2549" y="1391"/>
                  </a:lnTo>
                  <a:lnTo>
                    <a:pt x="2820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8" y="541"/>
                  </a:lnTo>
                  <a:lnTo>
                    <a:pt x="3515" y="387"/>
                  </a:lnTo>
                  <a:lnTo>
                    <a:pt x="3708" y="78"/>
                  </a:lnTo>
                  <a:lnTo>
                    <a:pt x="351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8" name="Google Shape;5518;p22"/>
            <p:cNvSpPr/>
            <p:nvPr/>
          </p:nvSpPr>
          <p:spPr>
            <a:xfrm>
              <a:off x="1994125" y="1698550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313" y="387"/>
                  </a:moveTo>
                  <a:lnTo>
                    <a:pt x="1506" y="464"/>
                  </a:lnTo>
                  <a:lnTo>
                    <a:pt x="1661" y="580"/>
                  </a:lnTo>
                  <a:lnTo>
                    <a:pt x="1777" y="734"/>
                  </a:lnTo>
                  <a:lnTo>
                    <a:pt x="1777" y="889"/>
                  </a:lnTo>
                  <a:lnTo>
                    <a:pt x="1777" y="927"/>
                  </a:lnTo>
                  <a:lnTo>
                    <a:pt x="1738" y="1004"/>
                  </a:lnTo>
                  <a:lnTo>
                    <a:pt x="1661" y="1043"/>
                  </a:lnTo>
                  <a:lnTo>
                    <a:pt x="1584" y="1082"/>
                  </a:lnTo>
                  <a:lnTo>
                    <a:pt x="1275" y="1120"/>
                  </a:lnTo>
                  <a:lnTo>
                    <a:pt x="927" y="1120"/>
                  </a:lnTo>
                  <a:lnTo>
                    <a:pt x="618" y="1159"/>
                  </a:lnTo>
                  <a:lnTo>
                    <a:pt x="464" y="1198"/>
                  </a:lnTo>
                  <a:lnTo>
                    <a:pt x="348" y="1275"/>
                  </a:lnTo>
                  <a:lnTo>
                    <a:pt x="348" y="1120"/>
                  </a:lnTo>
                  <a:lnTo>
                    <a:pt x="348" y="1004"/>
                  </a:lnTo>
                  <a:lnTo>
                    <a:pt x="387" y="850"/>
                  </a:lnTo>
                  <a:lnTo>
                    <a:pt x="464" y="734"/>
                  </a:lnTo>
                  <a:lnTo>
                    <a:pt x="580" y="618"/>
                  </a:lnTo>
                  <a:lnTo>
                    <a:pt x="657" y="502"/>
                  </a:lnTo>
                  <a:lnTo>
                    <a:pt x="811" y="425"/>
                  </a:lnTo>
                  <a:lnTo>
                    <a:pt x="966" y="387"/>
                  </a:lnTo>
                  <a:close/>
                  <a:moveTo>
                    <a:pt x="1004" y="0"/>
                  </a:moveTo>
                  <a:lnTo>
                    <a:pt x="811" y="39"/>
                  </a:lnTo>
                  <a:lnTo>
                    <a:pt x="618" y="116"/>
                  </a:lnTo>
                  <a:lnTo>
                    <a:pt x="425" y="232"/>
                  </a:lnTo>
                  <a:lnTo>
                    <a:pt x="271" y="348"/>
                  </a:lnTo>
                  <a:lnTo>
                    <a:pt x="155" y="502"/>
                  </a:lnTo>
                  <a:lnTo>
                    <a:pt x="78" y="696"/>
                  </a:lnTo>
                  <a:lnTo>
                    <a:pt x="39" y="889"/>
                  </a:lnTo>
                  <a:lnTo>
                    <a:pt x="0" y="1082"/>
                  </a:lnTo>
                  <a:lnTo>
                    <a:pt x="0" y="1275"/>
                  </a:lnTo>
                  <a:lnTo>
                    <a:pt x="39" y="1429"/>
                  </a:lnTo>
                  <a:lnTo>
                    <a:pt x="116" y="1622"/>
                  </a:lnTo>
                  <a:lnTo>
                    <a:pt x="155" y="1738"/>
                  </a:lnTo>
                  <a:lnTo>
                    <a:pt x="232" y="1777"/>
                  </a:lnTo>
                  <a:lnTo>
                    <a:pt x="348" y="1815"/>
                  </a:lnTo>
                  <a:lnTo>
                    <a:pt x="425" y="1738"/>
                  </a:lnTo>
                  <a:lnTo>
                    <a:pt x="580" y="1622"/>
                  </a:lnTo>
                  <a:lnTo>
                    <a:pt x="696" y="1545"/>
                  </a:lnTo>
                  <a:lnTo>
                    <a:pt x="889" y="1506"/>
                  </a:lnTo>
                  <a:lnTo>
                    <a:pt x="1429" y="1506"/>
                  </a:lnTo>
                  <a:lnTo>
                    <a:pt x="1584" y="1468"/>
                  </a:lnTo>
                  <a:lnTo>
                    <a:pt x="1777" y="1429"/>
                  </a:lnTo>
                  <a:lnTo>
                    <a:pt x="1931" y="1352"/>
                  </a:lnTo>
                  <a:lnTo>
                    <a:pt x="2047" y="1236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8"/>
                  </a:lnTo>
                  <a:lnTo>
                    <a:pt x="2086" y="464"/>
                  </a:lnTo>
                  <a:lnTo>
                    <a:pt x="1970" y="309"/>
                  </a:lnTo>
                  <a:lnTo>
                    <a:pt x="1815" y="194"/>
                  </a:lnTo>
                  <a:lnTo>
                    <a:pt x="1622" y="78"/>
                  </a:lnTo>
                  <a:lnTo>
                    <a:pt x="142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9" name="Google Shape;5519;p22"/>
            <p:cNvSpPr/>
            <p:nvPr/>
          </p:nvSpPr>
          <p:spPr>
            <a:xfrm>
              <a:off x="3947075" y="171690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90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90" y="2471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86" y="3244"/>
                  </a:lnTo>
                  <a:lnTo>
                    <a:pt x="1777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3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79"/>
                  </a:lnTo>
                  <a:lnTo>
                    <a:pt x="1584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7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2" y="270"/>
                  </a:lnTo>
                  <a:lnTo>
                    <a:pt x="850" y="386"/>
                  </a:lnTo>
                  <a:lnTo>
                    <a:pt x="618" y="579"/>
                  </a:lnTo>
                  <a:lnTo>
                    <a:pt x="425" y="772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8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1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6" y="2780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3"/>
                  </a:lnTo>
                  <a:lnTo>
                    <a:pt x="3669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7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0" name="Google Shape;5520;p22"/>
            <p:cNvSpPr/>
            <p:nvPr/>
          </p:nvSpPr>
          <p:spPr>
            <a:xfrm>
              <a:off x="2585900" y="1732325"/>
              <a:ext cx="305075" cy="236550"/>
            </a:xfrm>
            <a:custGeom>
              <a:avLst/>
              <a:gdLst/>
              <a:ahLst/>
              <a:cxnLst/>
              <a:rect l="l" t="t" r="r" b="b"/>
              <a:pathLst>
                <a:path w="12203" h="9462" extrusionOk="0">
                  <a:moveTo>
                    <a:pt x="5329" y="349"/>
                  </a:moveTo>
                  <a:lnTo>
                    <a:pt x="5522" y="426"/>
                  </a:lnTo>
                  <a:lnTo>
                    <a:pt x="5600" y="426"/>
                  </a:lnTo>
                  <a:lnTo>
                    <a:pt x="5831" y="657"/>
                  </a:lnTo>
                  <a:lnTo>
                    <a:pt x="5986" y="889"/>
                  </a:lnTo>
                  <a:lnTo>
                    <a:pt x="6063" y="1198"/>
                  </a:lnTo>
                  <a:lnTo>
                    <a:pt x="6102" y="1468"/>
                  </a:lnTo>
                  <a:lnTo>
                    <a:pt x="6140" y="1777"/>
                  </a:lnTo>
                  <a:lnTo>
                    <a:pt x="6102" y="2086"/>
                  </a:lnTo>
                  <a:lnTo>
                    <a:pt x="6024" y="2704"/>
                  </a:lnTo>
                  <a:lnTo>
                    <a:pt x="5715" y="4866"/>
                  </a:lnTo>
                  <a:lnTo>
                    <a:pt x="5715" y="4905"/>
                  </a:lnTo>
                  <a:lnTo>
                    <a:pt x="5561" y="4982"/>
                  </a:lnTo>
                  <a:lnTo>
                    <a:pt x="5291" y="4017"/>
                  </a:lnTo>
                  <a:lnTo>
                    <a:pt x="5020" y="3090"/>
                  </a:lnTo>
                  <a:lnTo>
                    <a:pt x="4750" y="1970"/>
                  </a:lnTo>
                  <a:lnTo>
                    <a:pt x="4673" y="1468"/>
                  </a:lnTo>
                  <a:lnTo>
                    <a:pt x="4673" y="1159"/>
                  </a:lnTo>
                  <a:lnTo>
                    <a:pt x="4673" y="851"/>
                  </a:lnTo>
                  <a:lnTo>
                    <a:pt x="4750" y="619"/>
                  </a:lnTo>
                  <a:lnTo>
                    <a:pt x="4827" y="503"/>
                  </a:lnTo>
                  <a:lnTo>
                    <a:pt x="4904" y="426"/>
                  </a:lnTo>
                  <a:lnTo>
                    <a:pt x="5020" y="349"/>
                  </a:lnTo>
                  <a:close/>
                  <a:moveTo>
                    <a:pt x="11199" y="3515"/>
                  </a:moveTo>
                  <a:lnTo>
                    <a:pt x="11315" y="3554"/>
                  </a:lnTo>
                  <a:lnTo>
                    <a:pt x="11392" y="3592"/>
                  </a:lnTo>
                  <a:lnTo>
                    <a:pt x="11508" y="3708"/>
                  </a:lnTo>
                  <a:lnTo>
                    <a:pt x="11585" y="3824"/>
                  </a:lnTo>
                  <a:lnTo>
                    <a:pt x="11701" y="4133"/>
                  </a:lnTo>
                  <a:lnTo>
                    <a:pt x="11585" y="4287"/>
                  </a:lnTo>
                  <a:lnTo>
                    <a:pt x="11430" y="4403"/>
                  </a:lnTo>
                  <a:lnTo>
                    <a:pt x="11237" y="4519"/>
                  </a:lnTo>
                  <a:lnTo>
                    <a:pt x="11044" y="4596"/>
                  </a:lnTo>
                  <a:lnTo>
                    <a:pt x="10581" y="4751"/>
                  </a:lnTo>
                  <a:lnTo>
                    <a:pt x="10195" y="4866"/>
                  </a:lnTo>
                  <a:lnTo>
                    <a:pt x="9422" y="5021"/>
                  </a:lnTo>
                  <a:lnTo>
                    <a:pt x="8650" y="5137"/>
                  </a:lnTo>
                  <a:lnTo>
                    <a:pt x="7994" y="5175"/>
                  </a:lnTo>
                  <a:lnTo>
                    <a:pt x="7376" y="5175"/>
                  </a:lnTo>
                  <a:lnTo>
                    <a:pt x="6102" y="5137"/>
                  </a:lnTo>
                  <a:lnTo>
                    <a:pt x="7260" y="4673"/>
                  </a:lnTo>
                  <a:lnTo>
                    <a:pt x="8418" y="4249"/>
                  </a:lnTo>
                  <a:lnTo>
                    <a:pt x="9075" y="4017"/>
                  </a:lnTo>
                  <a:lnTo>
                    <a:pt x="9770" y="3824"/>
                  </a:lnTo>
                  <a:lnTo>
                    <a:pt x="10465" y="3631"/>
                  </a:lnTo>
                  <a:lnTo>
                    <a:pt x="10928" y="3554"/>
                  </a:lnTo>
                  <a:lnTo>
                    <a:pt x="11083" y="3515"/>
                  </a:lnTo>
                  <a:close/>
                  <a:moveTo>
                    <a:pt x="5136" y="5909"/>
                  </a:moveTo>
                  <a:lnTo>
                    <a:pt x="4209" y="6797"/>
                  </a:lnTo>
                  <a:lnTo>
                    <a:pt x="3244" y="7685"/>
                  </a:lnTo>
                  <a:lnTo>
                    <a:pt x="2742" y="8110"/>
                  </a:lnTo>
                  <a:lnTo>
                    <a:pt x="2163" y="8535"/>
                  </a:lnTo>
                  <a:lnTo>
                    <a:pt x="1854" y="8728"/>
                  </a:lnTo>
                  <a:lnTo>
                    <a:pt x="1468" y="8921"/>
                  </a:lnTo>
                  <a:lnTo>
                    <a:pt x="1197" y="8998"/>
                  </a:lnTo>
                  <a:lnTo>
                    <a:pt x="1004" y="9037"/>
                  </a:lnTo>
                  <a:lnTo>
                    <a:pt x="888" y="8998"/>
                  </a:lnTo>
                  <a:lnTo>
                    <a:pt x="811" y="8960"/>
                  </a:lnTo>
                  <a:lnTo>
                    <a:pt x="734" y="8844"/>
                  </a:lnTo>
                  <a:lnTo>
                    <a:pt x="695" y="8689"/>
                  </a:lnTo>
                  <a:lnTo>
                    <a:pt x="657" y="8535"/>
                  </a:lnTo>
                  <a:lnTo>
                    <a:pt x="618" y="8419"/>
                  </a:lnTo>
                  <a:lnTo>
                    <a:pt x="657" y="8342"/>
                  </a:lnTo>
                  <a:lnTo>
                    <a:pt x="695" y="8265"/>
                  </a:lnTo>
                  <a:lnTo>
                    <a:pt x="850" y="8110"/>
                  </a:lnTo>
                  <a:lnTo>
                    <a:pt x="1120" y="7956"/>
                  </a:lnTo>
                  <a:lnTo>
                    <a:pt x="1699" y="7608"/>
                  </a:lnTo>
                  <a:lnTo>
                    <a:pt x="2472" y="7222"/>
                  </a:lnTo>
                  <a:lnTo>
                    <a:pt x="3244" y="6874"/>
                  </a:lnTo>
                  <a:lnTo>
                    <a:pt x="4209" y="6411"/>
                  </a:lnTo>
                  <a:lnTo>
                    <a:pt x="4673" y="6179"/>
                  </a:lnTo>
                  <a:lnTo>
                    <a:pt x="5136" y="5909"/>
                  </a:lnTo>
                  <a:close/>
                  <a:moveTo>
                    <a:pt x="5136" y="1"/>
                  </a:moveTo>
                  <a:lnTo>
                    <a:pt x="4943" y="78"/>
                  </a:lnTo>
                  <a:lnTo>
                    <a:pt x="4750" y="194"/>
                  </a:lnTo>
                  <a:lnTo>
                    <a:pt x="4596" y="387"/>
                  </a:lnTo>
                  <a:lnTo>
                    <a:pt x="4441" y="580"/>
                  </a:lnTo>
                  <a:lnTo>
                    <a:pt x="4364" y="812"/>
                  </a:lnTo>
                  <a:lnTo>
                    <a:pt x="4325" y="1044"/>
                  </a:lnTo>
                  <a:lnTo>
                    <a:pt x="4325" y="1507"/>
                  </a:lnTo>
                  <a:lnTo>
                    <a:pt x="4402" y="1970"/>
                  </a:lnTo>
                  <a:lnTo>
                    <a:pt x="4634" y="2897"/>
                  </a:lnTo>
                  <a:lnTo>
                    <a:pt x="4982" y="4017"/>
                  </a:lnTo>
                  <a:lnTo>
                    <a:pt x="5175" y="4558"/>
                  </a:lnTo>
                  <a:lnTo>
                    <a:pt x="5368" y="5098"/>
                  </a:lnTo>
                  <a:lnTo>
                    <a:pt x="5368" y="5214"/>
                  </a:lnTo>
                  <a:lnTo>
                    <a:pt x="5406" y="5330"/>
                  </a:lnTo>
                  <a:lnTo>
                    <a:pt x="4943" y="5600"/>
                  </a:lnTo>
                  <a:lnTo>
                    <a:pt x="4480" y="5870"/>
                  </a:lnTo>
                  <a:lnTo>
                    <a:pt x="3476" y="6334"/>
                  </a:lnTo>
                  <a:lnTo>
                    <a:pt x="2472" y="6797"/>
                  </a:lnTo>
                  <a:lnTo>
                    <a:pt x="1970" y="7029"/>
                  </a:lnTo>
                  <a:lnTo>
                    <a:pt x="1468" y="7299"/>
                  </a:lnTo>
                  <a:lnTo>
                    <a:pt x="966" y="7608"/>
                  </a:lnTo>
                  <a:lnTo>
                    <a:pt x="657" y="7801"/>
                  </a:lnTo>
                  <a:lnTo>
                    <a:pt x="348" y="8071"/>
                  </a:lnTo>
                  <a:lnTo>
                    <a:pt x="116" y="8342"/>
                  </a:lnTo>
                  <a:lnTo>
                    <a:pt x="39" y="8458"/>
                  </a:lnTo>
                  <a:lnTo>
                    <a:pt x="0" y="8612"/>
                  </a:lnTo>
                  <a:lnTo>
                    <a:pt x="0" y="8767"/>
                  </a:lnTo>
                  <a:lnTo>
                    <a:pt x="0" y="8921"/>
                  </a:lnTo>
                  <a:lnTo>
                    <a:pt x="78" y="9037"/>
                  </a:lnTo>
                  <a:lnTo>
                    <a:pt x="232" y="9191"/>
                  </a:lnTo>
                  <a:lnTo>
                    <a:pt x="348" y="9307"/>
                  </a:lnTo>
                  <a:lnTo>
                    <a:pt x="502" y="9384"/>
                  </a:lnTo>
                  <a:lnTo>
                    <a:pt x="618" y="9423"/>
                  </a:lnTo>
                  <a:lnTo>
                    <a:pt x="773" y="9462"/>
                  </a:lnTo>
                  <a:lnTo>
                    <a:pt x="1120" y="9462"/>
                  </a:lnTo>
                  <a:lnTo>
                    <a:pt x="1429" y="9384"/>
                  </a:lnTo>
                  <a:lnTo>
                    <a:pt x="1738" y="9230"/>
                  </a:lnTo>
                  <a:lnTo>
                    <a:pt x="2047" y="9075"/>
                  </a:lnTo>
                  <a:lnTo>
                    <a:pt x="2588" y="8767"/>
                  </a:lnTo>
                  <a:lnTo>
                    <a:pt x="3476" y="8071"/>
                  </a:lnTo>
                  <a:lnTo>
                    <a:pt x="4287" y="7338"/>
                  </a:lnTo>
                  <a:lnTo>
                    <a:pt x="5098" y="6565"/>
                  </a:lnTo>
                  <a:lnTo>
                    <a:pt x="5445" y="6141"/>
                  </a:lnTo>
                  <a:lnTo>
                    <a:pt x="5793" y="5677"/>
                  </a:lnTo>
                  <a:lnTo>
                    <a:pt x="5793" y="5716"/>
                  </a:lnTo>
                  <a:lnTo>
                    <a:pt x="6063" y="6064"/>
                  </a:lnTo>
                  <a:lnTo>
                    <a:pt x="6217" y="6218"/>
                  </a:lnTo>
                  <a:lnTo>
                    <a:pt x="6372" y="6334"/>
                  </a:lnTo>
                  <a:lnTo>
                    <a:pt x="6603" y="6179"/>
                  </a:lnTo>
                  <a:lnTo>
                    <a:pt x="6603" y="6141"/>
                  </a:lnTo>
                  <a:lnTo>
                    <a:pt x="6333" y="5870"/>
                  </a:lnTo>
                  <a:lnTo>
                    <a:pt x="6217" y="5716"/>
                  </a:lnTo>
                  <a:lnTo>
                    <a:pt x="6179" y="5523"/>
                  </a:lnTo>
                  <a:lnTo>
                    <a:pt x="6140" y="5484"/>
                  </a:lnTo>
                  <a:lnTo>
                    <a:pt x="7028" y="5562"/>
                  </a:lnTo>
                  <a:lnTo>
                    <a:pt x="7955" y="5562"/>
                  </a:lnTo>
                  <a:lnTo>
                    <a:pt x="8882" y="5484"/>
                  </a:lnTo>
                  <a:lnTo>
                    <a:pt x="9770" y="5330"/>
                  </a:lnTo>
                  <a:lnTo>
                    <a:pt x="10465" y="5175"/>
                  </a:lnTo>
                  <a:lnTo>
                    <a:pt x="10890" y="5060"/>
                  </a:lnTo>
                  <a:lnTo>
                    <a:pt x="11315" y="4905"/>
                  </a:lnTo>
                  <a:lnTo>
                    <a:pt x="11701" y="4673"/>
                  </a:lnTo>
                  <a:lnTo>
                    <a:pt x="11894" y="4558"/>
                  </a:lnTo>
                  <a:lnTo>
                    <a:pt x="12010" y="4403"/>
                  </a:lnTo>
                  <a:lnTo>
                    <a:pt x="12125" y="4249"/>
                  </a:lnTo>
                  <a:lnTo>
                    <a:pt x="12164" y="4094"/>
                  </a:lnTo>
                  <a:lnTo>
                    <a:pt x="12203" y="3901"/>
                  </a:lnTo>
                  <a:lnTo>
                    <a:pt x="12164" y="3708"/>
                  </a:lnTo>
                  <a:lnTo>
                    <a:pt x="12125" y="3554"/>
                  </a:lnTo>
                  <a:lnTo>
                    <a:pt x="12010" y="3438"/>
                  </a:lnTo>
                  <a:lnTo>
                    <a:pt x="11932" y="3322"/>
                  </a:lnTo>
                  <a:lnTo>
                    <a:pt x="11817" y="3245"/>
                  </a:lnTo>
                  <a:lnTo>
                    <a:pt x="11662" y="3167"/>
                  </a:lnTo>
                  <a:lnTo>
                    <a:pt x="11508" y="3167"/>
                  </a:lnTo>
                  <a:lnTo>
                    <a:pt x="11199" y="3129"/>
                  </a:lnTo>
                  <a:lnTo>
                    <a:pt x="10851" y="3167"/>
                  </a:lnTo>
                  <a:lnTo>
                    <a:pt x="10504" y="3245"/>
                  </a:lnTo>
                  <a:lnTo>
                    <a:pt x="9924" y="3360"/>
                  </a:lnTo>
                  <a:lnTo>
                    <a:pt x="8959" y="3669"/>
                  </a:lnTo>
                  <a:lnTo>
                    <a:pt x="7994" y="3978"/>
                  </a:lnTo>
                  <a:lnTo>
                    <a:pt x="7028" y="4326"/>
                  </a:lnTo>
                  <a:lnTo>
                    <a:pt x="6102" y="4751"/>
                  </a:lnTo>
                  <a:lnTo>
                    <a:pt x="6333" y="3283"/>
                  </a:lnTo>
                  <a:lnTo>
                    <a:pt x="6449" y="2550"/>
                  </a:lnTo>
                  <a:lnTo>
                    <a:pt x="6488" y="1816"/>
                  </a:lnTo>
                  <a:lnTo>
                    <a:pt x="6488" y="1546"/>
                  </a:lnTo>
                  <a:lnTo>
                    <a:pt x="6449" y="1275"/>
                  </a:lnTo>
                  <a:lnTo>
                    <a:pt x="6372" y="1044"/>
                  </a:lnTo>
                  <a:lnTo>
                    <a:pt x="6295" y="851"/>
                  </a:lnTo>
                  <a:lnTo>
                    <a:pt x="6179" y="619"/>
                  </a:lnTo>
                  <a:lnTo>
                    <a:pt x="6024" y="464"/>
                  </a:lnTo>
                  <a:lnTo>
                    <a:pt x="5831" y="310"/>
                  </a:lnTo>
                  <a:lnTo>
                    <a:pt x="5600" y="155"/>
                  </a:lnTo>
                  <a:lnTo>
                    <a:pt x="5484" y="78"/>
                  </a:lnTo>
                  <a:lnTo>
                    <a:pt x="5368" y="40"/>
                  </a:lnTo>
                  <a:lnTo>
                    <a:pt x="51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1" name="Google Shape;5521;p22"/>
            <p:cNvSpPr/>
            <p:nvPr/>
          </p:nvSpPr>
          <p:spPr>
            <a:xfrm>
              <a:off x="1851250" y="1767100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0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0"/>
                  </a:lnTo>
                  <a:lnTo>
                    <a:pt x="3862" y="502"/>
                  </a:lnTo>
                  <a:lnTo>
                    <a:pt x="3321" y="772"/>
                  </a:lnTo>
                  <a:lnTo>
                    <a:pt x="2781" y="1081"/>
                  </a:lnTo>
                  <a:lnTo>
                    <a:pt x="2279" y="1429"/>
                  </a:lnTo>
                  <a:lnTo>
                    <a:pt x="1815" y="1854"/>
                  </a:lnTo>
                  <a:lnTo>
                    <a:pt x="1429" y="2278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2" y="3746"/>
                  </a:lnTo>
                  <a:lnTo>
                    <a:pt x="271" y="4248"/>
                  </a:lnTo>
                  <a:lnTo>
                    <a:pt x="116" y="4788"/>
                  </a:lnTo>
                  <a:lnTo>
                    <a:pt x="0" y="5368"/>
                  </a:lnTo>
                  <a:lnTo>
                    <a:pt x="348" y="5406"/>
                  </a:lnTo>
                  <a:lnTo>
                    <a:pt x="464" y="4981"/>
                  </a:lnTo>
                  <a:lnTo>
                    <a:pt x="580" y="4595"/>
                  </a:lnTo>
                  <a:lnTo>
                    <a:pt x="811" y="3977"/>
                  </a:lnTo>
                  <a:lnTo>
                    <a:pt x="1120" y="3398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6"/>
                  </a:lnTo>
                  <a:lnTo>
                    <a:pt x="3399" y="1159"/>
                  </a:lnTo>
                  <a:lnTo>
                    <a:pt x="3978" y="888"/>
                  </a:lnTo>
                  <a:lnTo>
                    <a:pt x="4634" y="657"/>
                  </a:lnTo>
                  <a:lnTo>
                    <a:pt x="5252" y="463"/>
                  </a:lnTo>
                  <a:lnTo>
                    <a:pt x="5909" y="386"/>
                  </a:lnTo>
                  <a:lnTo>
                    <a:pt x="6565" y="386"/>
                  </a:lnTo>
                  <a:lnTo>
                    <a:pt x="7221" y="463"/>
                  </a:lnTo>
                  <a:lnTo>
                    <a:pt x="7878" y="579"/>
                  </a:lnTo>
                  <a:lnTo>
                    <a:pt x="8496" y="811"/>
                  </a:lnTo>
                  <a:lnTo>
                    <a:pt x="9114" y="1081"/>
                  </a:lnTo>
                  <a:lnTo>
                    <a:pt x="9422" y="1274"/>
                  </a:lnTo>
                  <a:lnTo>
                    <a:pt x="9731" y="1506"/>
                  </a:lnTo>
                  <a:lnTo>
                    <a:pt x="10040" y="1699"/>
                  </a:lnTo>
                  <a:lnTo>
                    <a:pt x="10311" y="1931"/>
                  </a:lnTo>
                  <a:lnTo>
                    <a:pt x="10774" y="2471"/>
                  </a:lnTo>
                  <a:lnTo>
                    <a:pt x="11199" y="3012"/>
                  </a:lnTo>
                  <a:lnTo>
                    <a:pt x="11546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4" y="5638"/>
                  </a:lnTo>
                  <a:lnTo>
                    <a:pt x="12628" y="6217"/>
                  </a:lnTo>
                  <a:lnTo>
                    <a:pt x="12859" y="6796"/>
                  </a:lnTo>
                  <a:lnTo>
                    <a:pt x="13129" y="7376"/>
                  </a:lnTo>
                  <a:lnTo>
                    <a:pt x="13438" y="7955"/>
                  </a:lnTo>
                  <a:lnTo>
                    <a:pt x="13825" y="8495"/>
                  </a:lnTo>
                  <a:lnTo>
                    <a:pt x="14249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499"/>
                  </a:lnTo>
                  <a:lnTo>
                    <a:pt x="15292" y="9654"/>
                  </a:lnTo>
                  <a:lnTo>
                    <a:pt x="15755" y="9808"/>
                  </a:lnTo>
                  <a:lnTo>
                    <a:pt x="16219" y="9886"/>
                  </a:lnTo>
                  <a:lnTo>
                    <a:pt x="16721" y="9886"/>
                  </a:lnTo>
                  <a:lnTo>
                    <a:pt x="17184" y="9808"/>
                  </a:lnTo>
                  <a:lnTo>
                    <a:pt x="17609" y="9615"/>
                  </a:lnTo>
                  <a:lnTo>
                    <a:pt x="17841" y="9499"/>
                  </a:lnTo>
                  <a:lnTo>
                    <a:pt x="18034" y="9384"/>
                  </a:lnTo>
                  <a:lnTo>
                    <a:pt x="18188" y="9229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1" y="8611"/>
                  </a:lnTo>
                  <a:lnTo>
                    <a:pt x="18651" y="8534"/>
                  </a:lnTo>
                  <a:lnTo>
                    <a:pt x="18651" y="8457"/>
                  </a:lnTo>
                  <a:lnTo>
                    <a:pt x="18651" y="8380"/>
                  </a:lnTo>
                  <a:lnTo>
                    <a:pt x="18651" y="8341"/>
                  </a:lnTo>
                  <a:lnTo>
                    <a:pt x="18304" y="8341"/>
                  </a:lnTo>
                  <a:lnTo>
                    <a:pt x="18265" y="8418"/>
                  </a:lnTo>
                  <a:lnTo>
                    <a:pt x="18072" y="8727"/>
                  </a:lnTo>
                  <a:lnTo>
                    <a:pt x="17802" y="8997"/>
                  </a:lnTo>
                  <a:lnTo>
                    <a:pt x="17493" y="9190"/>
                  </a:lnTo>
                  <a:lnTo>
                    <a:pt x="17184" y="9345"/>
                  </a:lnTo>
                  <a:lnTo>
                    <a:pt x="16837" y="9422"/>
                  </a:lnTo>
                  <a:lnTo>
                    <a:pt x="16450" y="9461"/>
                  </a:lnTo>
                  <a:lnTo>
                    <a:pt x="16103" y="9422"/>
                  </a:lnTo>
                  <a:lnTo>
                    <a:pt x="15717" y="9345"/>
                  </a:lnTo>
                  <a:lnTo>
                    <a:pt x="15369" y="9190"/>
                  </a:lnTo>
                  <a:lnTo>
                    <a:pt x="15022" y="8997"/>
                  </a:lnTo>
                  <a:lnTo>
                    <a:pt x="14713" y="8766"/>
                  </a:lnTo>
                  <a:lnTo>
                    <a:pt x="14404" y="8495"/>
                  </a:lnTo>
                  <a:lnTo>
                    <a:pt x="14172" y="8186"/>
                  </a:lnTo>
                  <a:lnTo>
                    <a:pt x="13940" y="7839"/>
                  </a:lnTo>
                  <a:lnTo>
                    <a:pt x="13709" y="7530"/>
                  </a:lnTo>
                  <a:lnTo>
                    <a:pt x="13554" y="7182"/>
                  </a:lnTo>
                  <a:lnTo>
                    <a:pt x="13245" y="6526"/>
                  </a:lnTo>
                  <a:lnTo>
                    <a:pt x="12975" y="5831"/>
                  </a:lnTo>
                  <a:lnTo>
                    <a:pt x="12473" y="4479"/>
                  </a:lnTo>
                  <a:lnTo>
                    <a:pt x="12164" y="3823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278"/>
                  </a:lnTo>
                  <a:lnTo>
                    <a:pt x="11006" y="2008"/>
                  </a:lnTo>
                  <a:lnTo>
                    <a:pt x="10542" y="1583"/>
                  </a:lnTo>
                  <a:lnTo>
                    <a:pt x="10079" y="1197"/>
                  </a:lnTo>
                  <a:lnTo>
                    <a:pt x="9577" y="850"/>
                  </a:lnTo>
                  <a:lnTo>
                    <a:pt x="9036" y="579"/>
                  </a:lnTo>
                  <a:lnTo>
                    <a:pt x="8496" y="348"/>
                  </a:lnTo>
                  <a:lnTo>
                    <a:pt x="7916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2" name="Google Shape;5522;p22"/>
            <p:cNvSpPr/>
            <p:nvPr/>
          </p:nvSpPr>
          <p:spPr>
            <a:xfrm>
              <a:off x="6591225" y="1769975"/>
              <a:ext cx="353350" cy="159325"/>
            </a:xfrm>
            <a:custGeom>
              <a:avLst/>
              <a:gdLst/>
              <a:ahLst/>
              <a:cxnLst/>
              <a:rect l="l" t="t" r="r" b="b"/>
              <a:pathLst>
                <a:path w="14134" h="6373" extrusionOk="0">
                  <a:moveTo>
                    <a:pt x="11160" y="464"/>
                  </a:moveTo>
                  <a:lnTo>
                    <a:pt x="11624" y="503"/>
                  </a:lnTo>
                  <a:lnTo>
                    <a:pt x="12048" y="542"/>
                  </a:lnTo>
                  <a:lnTo>
                    <a:pt x="12434" y="657"/>
                  </a:lnTo>
                  <a:lnTo>
                    <a:pt x="12628" y="735"/>
                  </a:lnTo>
                  <a:lnTo>
                    <a:pt x="12743" y="812"/>
                  </a:lnTo>
                  <a:lnTo>
                    <a:pt x="12859" y="966"/>
                  </a:lnTo>
                  <a:lnTo>
                    <a:pt x="12936" y="1082"/>
                  </a:lnTo>
                  <a:lnTo>
                    <a:pt x="12975" y="1314"/>
                  </a:lnTo>
                  <a:lnTo>
                    <a:pt x="12975" y="1507"/>
                  </a:lnTo>
                  <a:lnTo>
                    <a:pt x="12936" y="1700"/>
                  </a:lnTo>
                  <a:lnTo>
                    <a:pt x="12821" y="1893"/>
                  </a:lnTo>
                  <a:lnTo>
                    <a:pt x="12705" y="2086"/>
                  </a:lnTo>
                  <a:lnTo>
                    <a:pt x="12589" y="2241"/>
                  </a:lnTo>
                  <a:lnTo>
                    <a:pt x="12241" y="2472"/>
                  </a:lnTo>
                  <a:lnTo>
                    <a:pt x="11817" y="2743"/>
                  </a:lnTo>
                  <a:lnTo>
                    <a:pt x="11392" y="2936"/>
                  </a:lnTo>
                  <a:lnTo>
                    <a:pt x="10658" y="3206"/>
                  </a:lnTo>
                  <a:lnTo>
                    <a:pt x="9924" y="3438"/>
                  </a:lnTo>
                  <a:lnTo>
                    <a:pt x="9152" y="3708"/>
                  </a:lnTo>
                  <a:lnTo>
                    <a:pt x="8380" y="3901"/>
                  </a:lnTo>
                  <a:lnTo>
                    <a:pt x="7608" y="4094"/>
                  </a:lnTo>
                  <a:lnTo>
                    <a:pt x="6797" y="4287"/>
                  </a:lnTo>
                  <a:lnTo>
                    <a:pt x="5909" y="4442"/>
                  </a:lnTo>
                  <a:lnTo>
                    <a:pt x="5020" y="4596"/>
                  </a:lnTo>
                  <a:lnTo>
                    <a:pt x="4132" y="4712"/>
                  </a:lnTo>
                  <a:lnTo>
                    <a:pt x="3244" y="4789"/>
                  </a:lnTo>
                  <a:lnTo>
                    <a:pt x="2201" y="4789"/>
                  </a:lnTo>
                  <a:lnTo>
                    <a:pt x="1854" y="4751"/>
                  </a:lnTo>
                  <a:lnTo>
                    <a:pt x="1506" y="4673"/>
                  </a:lnTo>
                  <a:lnTo>
                    <a:pt x="1198" y="4558"/>
                  </a:lnTo>
                  <a:lnTo>
                    <a:pt x="889" y="4442"/>
                  </a:lnTo>
                  <a:lnTo>
                    <a:pt x="580" y="4249"/>
                  </a:lnTo>
                  <a:lnTo>
                    <a:pt x="657" y="4171"/>
                  </a:lnTo>
                  <a:lnTo>
                    <a:pt x="696" y="4056"/>
                  </a:lnTo>
                  <a:lnTo>
                    <a:pt x="696" y="3940"/>
                  </a:lnTo>
                  <a:lnTo>
                    <a:pt x="734" y="3824"/>
                  </a:lnTo>
                  <a:lnTo>
                    <a:pt x="850" y="3631"/>
                  </a:lnTo>
                  <a:lnTo>
                    <a:pt x="1082" y="3438"/>
                  </a:lnTo>
                  <a:lnTo>
                    <a:pt x="1313" y="3245"/>
                  </a:lnTo>
                  <a:lnTo>
                    <a:pt x="1854" y="2936"/>
                  </a:lnTo>
                  <a:lnTo>
                    <a:pt x="2279" y="2704"/>
                  </a:lnTo>
                  <a:lnTo>
                    <a:pt x="3012" y="2356"/>
                  </a:lnTo>
                  <a:lnTo>
                    <a:pt x="3707" y="2009"/>
                  </a:lnTo>
                  <a:lnTo>
                    <a:pt x="4480" y="1700"/>
                  </a:lnTo>
                  <a:lnTo>
                    <a:pt x="5252" y="1430"/>
                  </a:lnTo>
                  <a:lnTo>
                    <a:pt x="6024" y="1198"/>
                  </a:lnTo>
                  <a:lnTo>
                    <a:pt x="6835" y="1005"/>
                  </a:lnTo>
                  <a:lnTo>
                    <a:pt x="7608" y="812"/>
                  </a:lnTo>
                  <a:lnTo>
                    <a:pt x="8418" y="696"/>
                  </a:lnTo>
                  <a:lnTo>
                    <a:pt x="9229" y="580"/>
                  </a:lnTo>
                  <a:lnTo>
                    <a:pt x="10040" y="542"/>
                  </a:lnTo>
                  <a:lnTo>
                    <a:pt x="10735" y="503"/>
                  </a:lnTo>
                  <a:lnTo>
                    <a:pt x="11160" y="464"/>
                  </a:lnTo>
                  <a:close/>
                  <a:moveTo>
                    <a:pt x="13477" y="1121"/>
                  </a:moveTo>
                  <a:lnTo>
                    <a:pt x="13631" y="1314"/>
                  </a:lnTo>
                  <a:lnTo>
                    <a:pt x="13709" y="1507"/>
                  </a:lnTo>
                  <a:lnTo>
                    <a:pt x="13747" y="1739"/>
                  </a:lnTo>
                  <a:lnTo>
                    <a:pt x="13709" y="2009"/>
                  </a:lnTo>
                  <a:lnTo>
                    <a:pt x="13631" y="2241"/>
                  </a:lnTo>
                  <a:lnTo>
                    <a:pt x="13516" y="2472"/>
                  </a:lnTo>
                  <a:lnTo>
                    <a:pt x="13400" y="2704"/>
                  </a:lnTo>
                  <a:lnTo>
                    <a:pt x="13207" y="2897"/>
                  </a:lnTo>
                  <a:lnTo>
                    <a:pt x="12859" y="3206"/>
                  </a:lnTo>
                  <a:lnTo>
                    <a:pt x="12473" y="3438"/>
                  </a:lnTo>
                  <a:lnTo>
                    <a:pt x="12048" y="3669"/>
                  </a:lnTo>
                  <a:lnTo>
                    <a:pt x="11624" y="3901"/>
                  </a:lnTo>
                  <a:lnTo>
                    <a:pt x="10658" y="4287"/>
                  </a:lnTo>
                  <a:lnTo>
                    <a:pt x="9731" y="4635"/>
                  </a:lnTo>
                  <a:lnTo>
                    <a:pt x="8766" y="4905"/>
                  </a:lnTo>
                  <a:lnTo>
                    <a:pt x="7762" y="5175"/>
                  </a:lnTo>
                  <a:lnTo>
                    <a:pt x="6758" y="5407"/>
                  </a:lnTo>
                  <a:lnTo>
                    <a:pt x="5754" y="5600"/>
                  </a:lnTo>
                  <a:lnTo>
                    <a:pt x="4711" y="5793"/>
                  </a:lnTo>
                  <a:lnTo>
                    <a:pt x="3707" y="5909"/>
                  </a:lnTo>
                  <a:lnTo>
                    <a:pt x="2781" y="5986"/>
                  </a:lnTo>
                  <a:lnTo>
                    <a:pt x="2279" y="5986"/>
                  </a:lnTo>
                  <a:lnTo>
                    <a:pt x="1815" y="5948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9"/>
                  </a:lnTo>
                  <a:lnTo>
                    <a:pt x="696" y="5484"/>
                  </a:lnTo>
                  <a:lnTo>
                    <a:pt x="502" y="5253"/>
                  </a:lnTo>
                  <a:lnTo>
                    <a:pt x="348" y="5021"/>
                  </a:lnTo>
                  <a:lnTo>
                    <a:pt x="309" y="4866"/>
                  </a:lnTo>
                  <a:lnTo>
                    <a:pt x="309" y="4751"/>
                  </a:lnTo>
                  <a:lnTo>
                    <a:pt x="309" y="4596"/>
                  </a:lnTo>
                  <a:lnTo>
                    <a:pt x="348" y="4442"/>
                  </a:lnTo>
                  <a:lnTo>
                    <a:pt x="541" y="4673"/>
                  </a:lnTo>
                  <a:lnTo>
                    <a:pt x="811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2" y="5214"/>
                  </a:lnTo>
                  <a:lnTo>
                    <a:pt x="1931" y="5253"/>
                  </a:lnTo>
                  <a:lnTo>
                    <a:pt x="2588" y="5330"/>
                  </a:lnTo>
                  <a:lnTo>
                    <a:pt x="3244" y="5291"/>
                  </a:lnTo>
                  <a:lnTo>
                    <a:pt x="3939" y="5253"/>
                  </a:lnTo>
                  <a:lnTo>
                    <a:pt x="5136" y="5059"/>
                  </a:lnTo>
                  <a:lnTo>
                    <a:pt x="6913" y="4789"/>
                  </a:lnTo>
                  <a:lnTo>
                    <a:pt x="7839" y="4596"/>
                  </a:lnTo>
                  <a:lnTo>
                    <a:pt x="8727" y="4403"/>
                  </a:lnTo>
                  <a:lnTo>
                    <a:pt x="9616" y="4133"/>
                  </a:lnTo>
                  <a:lnTo>
                    <a:pt x="10504" y="3862"/>
                  </a:lnTo>
                  <a:lnTo>
                    <a:pt x="11353" y="3515"/>
                  </a:lnTo>
                  <a:lnTo>
                    <a:pt x="12164" y="3129"/>
                  </a:lnTo>
                  <a:lnTo>
                    <a:pt x="12434" y="2974"/>
                  </a:lnTo>
                  <a:lnTo>
                    <a:pt x="12705" y="2820"/>
                  </a:lnTo>
                  <a:lnTo>
                    <a:pt x="12936" y="2588"/>
                  </a:lnTo>
                  <a:lnTo>
                    <a:pt x="13129" y="2395"/>
                  </a:lnTo>
                  <a:lnTo>
                    <a:pt x="13323" y="2125"/>
                  </a:lnTo>
                  <a:lnTo>
                    <a:pt x="13438" y="1854"/>
                  </a:lnTo>
                  <a:lnTo>
                    <a:pt x="13516" y="1584"/>
                  </a:lnTo>
                  <a:lnTo>
                    <a:pt x="13516" y="1237"/>
                  </a:lnTo>
                  <a:lnTo>
                    <a:pt x="13477" y="1121"/>
                  </a:lnTo>
                  <a:close/>
                  <a:moveTo>
                    <a:pt x="10658" y="1"/>
                  </a:moveTo>
                  <a:lnTo>
                    <a:pt x="9886" y="40"/>
                  </a:lnTo>
                  <a:lnTo>
                    <a:pt x="9114" y="117"/>
                  </a:lnTo>
                  <a:lnTo>
                    <a:pt x="8303" y="233"/>
                  </a:lnTo>
                  <a:lnTo>
                    <a:pt x="7530" y="348"/>
                  </a:lnTo>
                  <a:lnTo>
                    <a:pt x="6719" y="542"/>
                  </a:lnTo>
                  <a:lnTo>
                    <a:pt x="5909" y="735"/>
                  </a:lnTo>
                  <a:lnTo>
                    <a:pt x="5020" y="1005"/>
                  </a:lnTo>
                  <a:lnTo>
                    <a:pt x="4132" y="1352"/>
                  </a:lnTo>
                  <a:lnTo>
                    <a:pt x="3244" y="1700"/>
                  </a:lnTo>
                  <a:lnTo>
                    <a:pt x="2395" y="2125"/>
                  </a:lnTo>
                  <a:lnTo>
                    <a:pt x="1777" y="2434"/>
                  </a:lnTo>
                  <a:lnTo>
                    <a:pt x="1391" y="2627"/>
                  </a:lnTo>
                  <a:lnTo>
                    <a:pt x="1043" y="2858"/>
                  </a:lnTo>
                  <a:lnTo>
                    <a:pt x="696" y="3090"/>
                  </a:lnTo>
                  <a:lnTo>
                    <a:pt x="464" y="3399"/>
                  </a:lnTo>
                  <a:lnTo>
                    <a:pt x="348" y="3554"/>
                  </a:lnTo>
                  <a:lnTo>
                    <a:pt x="271" y="3708"/>
                  </a:lnTo>
                  <a:lnTo>
                    <a:pt x="232" y="3862"/>
                  </a:lnTo>
                  <a:lnTo>
                    <a:pt x="232" y="4056"/>
                  </a:lnTo>
                  <a:lnTo>
                    <a:pt x="194" y="4133"/>
                  </a:lnTo>
                  <a:lnTo>
                    <a:pt x="194" y="4171"/>
                  </a:lnTo>
                  <a:lnTo>
                    <a:pt x="116" y="4326"/>
                  </a:lnTo>
                  <a:lnTo>
                    <a:pt x="39" y="4480"/>
                  </a:lnTo>
                  <a:lnTo>
                    <a:pt x="0" y="4635"/>
                  </a:lnTo>
                  <a:lnTo>
                    <a:pt x="0" y="4789"/>
                  </a:lnTo>
                  <a:lnTo>
                    <a:pt x="39" y="5137"/>
                  </a:lnTo>
                  <a:lnTo>
                    <a:pt x="194" y="5446"/>
                  </a:lnTo>
                  <a:lnTo>
                    <a:pt x="348" y="5639"/>
                  </a:lnTo>
                  <a:lnTo>
                    <a:pt x="502" y="5832"/>
                  </a:lnTo>
                  <a:lnTo>
                    <a:pt x="696" y="5948"/>
                  </a:lnTo>
                  <a:lnTo>
                    <a:pt x="927" y="6063"/>
                  </a:lnTo>
                  <a:lnTo>
                    <a:pt x="966" y="6257"/>
                  </a:lnTo>
                  <a:lnTo>
                    <a:pt x="1275" y="6179"/>
                  </a:lnTo>
                  <a:lnTo>
                    <a:pt x="1313" y="6218"/>
                  </a:lnTo>
                  <a:lnTo>
                    <a:pt x="1313" y="6257"/>
                  </a:lnTo>
                  <a:lnTo>
                    <a:pt x="1352" y="6295"/>
                  </a:lnTo>
                  <a:lnTo>
                    <a:pt x="1468" y="6257"/>
                  </a:lnTo>
                  <a:lnTo>
                    <a:pt x="1815" y="6295"/>
                  </a:lnTo>
                  <a:lnTo>
                    <a:pt x="2395" y="6334"/>
                  </a:lnTo>
                  <a:lnTo>
                    <a:pt x="3012" y="6372"/>
                  </a:lnTo>
                  <a:lnTo>
                    <a:pt x="3592" y="6334"/>
                  </a:lnTo>
                  <a:lnTo>
                    <a:pt x="4171" y="6295"/>
                  </a:lnTo>
                  <a:lnTo>
                    <a:pt x="5368" y="6102"/>
                  </a:lnTo>
                  <a:lnTo>
                    <a:pt x="6565" y="5870"/>
                  </a:lnTo>
                  <a:lnTo>
                    <a:pt x="6758" y="5832"/>
                  </a:lnTo>
                  <a:lnTo>
                    <a:pt x="7994" y="5523"/>
                  </a:lnTo>
                  <a:lnTo>
                    <a:pt x="9036" y="5253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6" y="4133"/>
                  </a:lnTo>
                  <a:lnTo>
                    <a:pt x="12126" y="4249"/>
                  </a:lnTo>
                  <a:lnTo>
                    <a:pt x="12396" y="4287"/>
                  </a:lnTo>
                  <a:lnTo>
                    <a:pt x="12782" y="4712"/>
                  </a:lnTo>
                  <a:lnTo>
                    <a:pt x="13014" y="4519"/>
                  </a:lnTo>
                  <a:lnTo>
                    <a:pt x="12434" y="3940"/>
                  </a:lnTo>
                  <a:lnTo>
                    <a:pt x="12898" y="3669"/>
                  </a:lnTo>
                  <a:lnTo>
                    <a:pt x="13361" y="3322"/>
                  </a:lnTo>
                  <a:lnTo>
                    <a:pt x="13631" y="3052"/>
                  </a:lnTo>
                  <a:lnTo>
                    <a:pt x="13825" y="2704"/>
                  </a:lnTo>
                  <a:lnTo>
                    <a:pt x="14133" y="2627"/>
                  </a:lnTo>
                  <a:lnTo>
                    <a:pt x="14018" y="2318"/>
                  </a:lnTo>
                  <a:lnTo>
                    <a:pt x="14095" y="2009"/>
                  </a:lnTo>
                  <a:lnTo>
                    <a:pt x="14133" y="1739"/>
                  </a:lnTo>
                  <a:lnTo>
                    <a:pt x="14095" y="1468"/>
                  </a:lnTo>
                  <a:lnTo>
                    <a:pt x="14018" y="1237"/>
                  </a:lnTo>
                  <a:lnTo>
                    <a:pt x="13902" y="1005"/>
                  </a:lnTo>
                  <a:lnTo>
                    <a:pt x="13747" y="812"/>
                  </a:lnTo>
                  <a:lnTo>
                    <a:pt x="13477" y="619"/>
                  </a:lnTo>
                  <a:lnTo>
                    <a:pt x="13168" y="503"/>
                  </a:lnTo>
                  <a:lnTo>
                    <a:pt x="13091" y="503"/>
                  </a:lnTo>
                  <a:lnTo>
                    <a:pt x="12898" y="387"/>
                  </a:lnTo>
                  <a:lnTo>
                    <a:pt x="12666" y="271"/>
                  </a:lnTo>
                  <a:lnTo>
                    <a:pt x="12434" y="155"/>
                  </a:lnTo>
                  <a:lnTo>
                    <a:pt x="12203" y="117"/>
                  </a:lnTo>
                  <a:lnTo>
                    <a:pt x="11817" y="40"/>
                  </a:lnTo>
                  <a:lnTo>
                    <a:pt x="1143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3" name="Google Shape;5523;p22"/>
            <p:cNvSpPr/>
            <p:nvPr/>
          </p:nvSpPr>
          <p:spPr>
            <a:xfrm>
              <a:off x="2687250" y="1806675"/>
              <a:ext cx="449900" cy="337900"/>
            </a:xfrm>
            <a:custGeom>
              <a:avLst/>
              <a:gdLst/>
              <a:ahLst/>
              <a:cxnLst/>
              <a:rect l="l" t="t" r="r" b="b"/>
              <a:pathLst>
                <a:path w="17996" h="13516" extrusionOk="0">
                  <a:moveTo>
                    <a:pt x="15794" y="386"/>
                  </a:moveTo>
                  <a:lnTo>
                    <a:pt x="15872" y="425"/>
                  </a:lnTo>
                  <a:lnTo>
                    <a:pt x="15949" y="464"/>
                  </a:lnTo>
                  <a:lnTo>
                    <a:pt x="16103" y="657"/>
                  </a:lnTo>
                  <a:lnTo>
                    <a:pt x="16181" y="850"/>
                  </a:lnTo>
                  <a:lnTo>
                    <a:pt x="16258" y="1043"/>
                  </a:lnTo>
                  <a:lnTo>
                    <a:pt x="16219" y="1236"/>
                  </a:lnTo>
                  <a:lnTo>
                    <a:pt x="16181" y="1468"/>
                  </a:lnTo>
                  <a:lnTo>
                    <a:pt x="15987" y="1892"/>
                  </a:lnTo>
                  <a:lnTo>
                    <a:pt x="15833" y="2163"/>
                  </a:lnTo>
                  <a:lnTo>
                    <a:pt x="15601" y="2433"/>
                  </a:lnTo>
                  <a:lnTo>
                    <a:pt x="15370" y="2665"/>
                  </a:lnTo>
                  <a:lnTo>
                    <a:pt x="15099" y="2896"/>
                  </a:lnTo>
                  <a:lnTo>
                    <a:pt x="14983" y="2279"/>
                  </a:lnTo>
                  <a:lnTo>
                    <a:pt x="14945" y="1970"/>
                  </a:lnTo>
                  <a:lnTo>
                    <a:pt x="14906" y="1699"/>
                  </a:lnTo>
                  <a:lnTo>
                    <a:pt x="14945" y="1390"/>
                  </a:lnTo>
                  <a:lnTo>
                    <a:pt x="15022" y="1120"/>
                  </a:lnTo>
                  <a:lnTo>
                    <a:pt x="15138" y="850"/>
                  </a:lnTo>
                  <a:lnTo>
                    <a:pt x="15331" y="618"/>
                  </a:lnTo>
                  <a:lnTo>
                    <a:pt x="15563" y="464"/>
                  </a:lnTo>
                  <a:lnTo>
                    <a:pt x="15679" y="386"/>
                  </a:lnTo>
                  <a:close/>
                  <a:moveTo>
                    <a:pt x="14481" y="3437"/>
                  </a:moveTo>
                  <a:lnTo>
                    <a:pt x="14443" y="3591"/>
                  </a:lnTo>
                  <a:lnTo>
                    <a:pt x="14134" y="3939"/>
                  </a:lnTo>
                  <a:lnTo>
                    <a:pt x="13786" y="4287"/>
                  </a:lnTo>
                  <a:lnTo>
                    <a:pt x="13593" y="4441"/>
                  </a:lnTo>
                  <a:lnTo>
                    <a:pt x="13362" y="4595"/>
                  </a:lnTo>
                  <a:lnTo>
                    <a:pt x="13091" y="4711"/>
                  </a:lnTo>
                  <a:lnTo>
                    <a:pt x="12782" y="4750"/>
                  </a:lnTo>
                  <a:lnTo>
                    <a:pt x="12667" y="4789"/>
                  </a:lnTo>
                  <a:lnTo>
                    <a:pt x="12589" y="4750"/>
                  </a:lnTo>
                  <a:lnTo>
                    <a:pt x="12551" y="4673"/>
                  </a:lnTo>
                  <a:lnTo>
                    <a:pt x="12512" y="4518"/>
                  </a:lnTo>
                  <a:lnTo>
                    <a:pt x="12474" y="4287"/>
                  </a:lnTo>
                  <a:lnTo>
                    <a:pt x="12512" y="4171"/>
                  </a:lnTo>
                  <a:lnTo>
                    <a:pt x="12628" y="4055"/>
                  </a:lnTo>
                  <a:lnTo>
                    <a:pt x="12821" y="3900"/>
                  </a:lnTo>
                  <a:lnTo>
                    <a:pt x="13091" y="3746"/>
                  </a:lnTo>
                  <a:lnTo>
                    <a:pt x="13362" y="3591"/>
                  </a:lnTo>
                  <a:lnTo>
                    <a:pt x="13632" y="3514"/>
                  </a:lnTo>
                  <a:lnTo>
                    <a:pt x="13941" y="3437"/>
                  </a:lnTo>
                  <a:close/>
                  <a:moveTo>
                    <a:pt x="15061" y="3514"/>
                  </a:moveTo>
                  <a:lnTo>
                    <a:pt x="15717" y="3553"/>
                  </a:lnTo>
                  <a:lnTo>
                    <a:pt x="16065" y="3591"/>
                  </a:lnTo>
                  <a:lnTo>
                    <a:pt x="16412" y="3630"/>
                  </a:lnTo>
                  <a:lnTo>
                    <a:pt x="16721" y="3707"/>
                  </a:lnTo>
                  <a:lnTo>
                    <a:pt x="17030" y="3823"/>
                  </a:lnTo>
                  <a:lnTo>
                    <a:pt x="17262" y="4016"/>
                  </a:lnTo>
                  <a:lnTo>
                    <a:pt x="17378" y="4171"/>
                  </a:lnTo>
                  <a:lnTo>
                    <a:pt x="17493" y="4287"/>
                  </a:lnTo>
                  <a:lnTo>
                    <a:pt x="17571" y="4480"/>
                  </a:lnTo>
                  <a:lnTo>
                    <a:pt x="17571" y="4634"/>
                  </a:lnTo>
                  <a:lnTo>
                    <a:pt x="17493" y="4789"/>
                  </a:lnTo>
                  <a:lnTo>
                    <a:pt x="17378" y="4904"/>
                  </a:lnTo>
                  <a:lnTo>
                    <a:pt x="17262" y="4982"/>
                  </a:lnTo>
                  <a:lnTo>
                    <a:pt x="17069" y="5020"/>
                  </a:lnTo>
                  <a:lnTo>
                    <a:pt x="16914" y="4982"/>
                  </a:lnTo>
                  <a:lnTo>
                    <a:pt x="16721" y="4943"/>
                  </a:lnTo>
                  <a:lnTo>
                    <a:pt x="16335" y="4750"/>
                  </a:lnTo>
                  <a:lnTo>
                    <a:pt x="15987" y="4518"/>
                  </a:lnTo>
                  <a:lnTo>
                    <a:pt x="15717" y="4287"/>
                  </a:lnTo>
                  <a:lnTo>
                    <a:pt x="15485" y="4055"/>
                  </a:lnTo>
                  <a:lnTo>
                    <a:pt x="15254" y="3785"/>
                  </a:lnTo>
                  <a:lnTo>
                    <a:pt x="15061" y="3514"/>
                  </a:lnTo>
                  <a:close/>
                  <a:moveTo>
                    <a:pt x="4866" y="3128"/>
                  </a:moveTo>
                  <a:lnTo>
                    <a:pt x="5484" y="3167"/>
                  </a:lnTo>
                  <a:lnTo>
                    <a:pt x="6102" y="3283"/>
                  </a:lnTo>
                  <a:lnTo>
                    <a:pt x="6681" y="3514"/>
                  </a:lnTo>
                  <a:lnTo>
                    <a:pt x="7145" y="3707"/>
                  </a:lnTo>
                  <a:lnTo>
                    <a:pt x="7569" y="3978"/>
                  </a:lnTo>
                  <a:lnTo>
                    <a:pt x="7994" y="4248"/>
                  </a:lnTo>
                  <a:lnTo>
                    <a:pt x="8380" y="4557"/>
                  </a:lnTo>
                  <a:lnTo>
                    <a:pt x="9153" y="5213"/>
                  </a:lnTo>
                  <a:lnTo>
                    <a:pt x="9925" y="5908"/>
                  </a:lnTo>
                  <a:lnTo>
                    <a:pt x="10234" y="6179"/>
                  </a:lnTo>
                  <a:lnTo>
                    <a:pt x="10581" y="6410"/>
                  </a:lnTo>
                  <a:lnTo>
                    <a:pt x="10968" y="6642"/>
                  </a:lnTo>
                  <a:lnTo>
                    <a:pt x="11354" y="6797"/>
                  </a:lnTo>
                  <a:lnTo>
                    <a:pt x="11740" y="6874"/>
                  </a:lnTo>
                  <a:lnTo>
                    <a:pt x="12165" y="6912"/>
                  </a:lnTo>
                  <a:lnTo>
                    <a:pt x="12589" y="6874"/>
                  </a:lnTo>
                  <a:lnTo>
                    <a:pt x="13014" y="6719"/>
                  </a:lnTo>
                  <a:lnTo>
                    <a:pt x="13323" y="6565"/>
                  </a:lnTo>
                  <a:lnTo>
                    <a:pt x="13593" y="6372"/>
                  </a:lnTo>
                  <a:lnTo>
                    <a:pt x="13825" y="6179"/>
                  </a:lnTo>
                  <a:lnTo>
                    <a:pt x="14018" y="5947"/>
                  </a:lnTo>
                  <a:lnTo>
                    <a:pt x="14211" y="5677"/>
                  </a:lnTo>
                  <a:lnTo>
                    <a:pt x="14366" y="5406"/>
                  </a:lnTo>
                  <a:lnTo>
                    <a:pt x="14520" y="5097"/>
                  </a:lnTo>
                  <a:lnTo>
                    <a:pt x="14636" y="4789"/>
                  </a:lnTo>
                  <a:lnTo>
                    <a:pt x="14559" y="5638"/>
                  </a:lnTo>
                  <a:lnTo>
                    <a:pt x="14404" y="6449"/>
                  </a:lnTo>
                  <a:lnTo>
                    <a:pt x="14211" y="7221"/>
                  </a:lnTo>
                  <a:lnTo>
                    <a:pt x="13941" y="7994"/>
                  </a:lnTo>
                  <a:lnTo>
                    <a:pt x="13593" y="8727"/>
                  </a:lnTo>
                  <a:lnTo>
                    <a:pt x="13169" y="9422"/>
                  </a:lnTo>
                  <a:lnTo>
                    <a:pt x="12667" y="10117"/>
                  </a:lnTo>
                  <a:lnTo>
                    <a:pt x="12087" y="10735"/>
                  </a:lnTo>
                  <a:lnTo>
                    <a:pt x="11624" y="11160"/>
                  </a:lnTo>
                  <a:lnTo>
                    <a:pt x="11199" y="11546"/>
                  </a:lnTo>
                  <a:lnTo>
                    <a:pt x="10697" y="11855"/>
                  </a:lnTo>
                  <a:lnTo>
                    <a:pt x="10195" y="12164"/>
                  </a:lnTo>
                  <a:lnTo>
                    <a:pt x="9693" y="12396"/>
                  </a:lnTo>
                  <a:lnTo>
                    <a:pt x="9153" y="12627"/>
                  </a:lnTo>
                  <a:lnTo>
                    <a:pt x="8612" y="12782"/>
                  </a:lnTo>
                  <a:lnTo>
                    <a:pt x="8071" y="12898"/>
                  </a:lnTo>
                  <a:lnTo>
                    <a:pt x="7531" y="12975"/>
                  </a:lnTo>
                  <a:lnTo>
                    <a:pt x="6990" y="13014"/>
                  </a:lnTo>
                  <a:lnTo>
                    <a:pt x="6411" y="12975"/>
                  </a:lnTo>
                  <a:lnTo>
                    <a:pt x="5870" y="12898"/>
                  </a:lnTo>
                  <a:lnTo>
                    <a:pt x="5291" y="12782"/>
                  </a:lnTo>
                  <a:lnTo>
                    <a:pt x="4751" y="12627"/>
                  </a:lnTo>
                  <a:lnTo>
                    <a:pt x="4171" y="12396"/>
                  </a:lnTo>
                  <a:lnTo>
                    <a:pt x="3631" y="12125"/>
                  </a:lnTo>
                  <a:lnTo>
                    <a:pt x="3090" y="11816"/>
                  </a:lnTo>
                  <a:lnTo>
                    <a:pt x="2588" y="11469"/>
                  </a:lnTo>
                  <a:lnTo>
                    <a:pt x="2125" y="11044"/>
                  </a:lnTo>
                  <a:lnTo>
                    <a:pt x="1700" y="10581"/>
                  </a:lnTo>
                  <a:lnTo>
                    <a:pt x="1314" y="10117"/>
                  </a:lnTo>
                  <a:lnTo>
                    <a:pt x="966" y="9577"/>
                  </a:lnTo>
                  <a:lnTo>
                    <a:pt x="696" y="8998"/>
                  </a:lnTo>
                  <a:lnTo>
                    <a:pt x="542" y="8418"/>
                  </a:lnTo>
                  <a:lnTo>
                    <a:pt x="426" y="7801"/>
                  </a:lnTo>
                  <a:lnTo>
                    <a:pt x="426" y="7221"/>
                  </a:lnTo>
                  <a:lnTo>
                    <a:pt x="503" y="6603"/>
                  </a:lnTo>
                  <a:lnTo>
                    <a:pt x="696" y="6024"/>
                  </a:lnTo>
                  <a:lnTo>
                    <a:pt x="928" y="5484"/>
                  </a:lnTo>
                  <a:lnTo>
                    <a:pt x="1237" y="4943"/>
                  </a:lnTo>
                  <a:lnTo>
                    <a:pt x="1623" y="4480"/>
                  </a:lnTo>
                  <a:lnTo>
                    <a:pt x="2048" y="4055"/>
                  </a:lnTo>
                  <a:lnTo>
                    <a:pt x="2588" y="3707"/>
                  </a:lnTo>
                  <a:lnTo>
                    <a:pt x="3129" y="3437"/>
                  </a:lnTo>
                  <a:lnTo>
                    <a:pt x="3708" y="3244"/>
                  </a:lnTo>
                  <a:lnTo>
                    <a:pt x="4287" y="3167"/>
                  </a:lnTo>
                  <a:lnTo>
                    <a:pt x="4866" y="3128"/>
                  </a:lnTo>
                  <a:close/>
                  <a:moveTo>
                    <a:pt x="15717" y="0"/>
                  </a:moveTo>
                  <a:lnTo>
                    <a:pt x="15524" y="39"/>
                  </a:lnTo>
                  <a:lnTo>
                    <a:pt x="15331" y="155"/>
                  </a:lnTo>
                  <a:lnTo>
                    <a:pt x="15138" y="271"/>
                  </a:lnTo>
                  <a:lnTo>
                    <a:pt x="14983" y="464"/>
                  </a:lnTo>
                  <a:lnTo>
                    <a:pt x="14829" y="618"/>
                  </a:lnTo>
                  <a:lnTo>
                    <a:pt x="14713" y="850"/>
                  </a:lnTo>
                  <a:lnTo>
                    <a:pt x="14636" y="1043"/>
                  </a:lnTo>
                  <a:lnTo>
                    <a:pt x="14597" y="1275"/>
                  </a:lnTo>
                  <a:lnTo>
                    <a:pt x="14559" y="1545"/>
                  </a:lnTo>
                  <a:lnTo>
                    <a:pt x="14520" y="2047"/>
                  </a:lnTo>
                  <a:lnTo>
                    <a:pt x="14597" y="2588"/>
                  </a:lnTo>
                  <a:lnTo>
                    <a:pt x="14752" y="3090"/>
                  </a:lnTo>
                  <a:lnTo>
                    <a:pt x="14713" y="3128"/>
                  </a:lnTo>
                  <a:lnTo>
                    <a:pt x="14675" y="3167"/>
                  </a:lnTo>
                  <a:lnTo>
                    <a:pt x="14636" y="3205"/>
                  </a:lnTo>
                  <a:lnTo>
                    <a:pt x="14173" y="3128"/>
                  </a:lnTo>
                  <a:lnTo>
                    <a:pt x="13709" y="3167"/>
                  </a:lnTo>
                  <a:lnTo>
                    <a:pt x="13246" y="3283"/>
                  </a:lnTo>
                  <a:lnTo>
                    <a:pt x="12821" y="3476"/>
                  </a:lnTo>
                  <a:lnTo>
                    <a:pt x="12512" y="3669"/>
                  </a:lnTo>
                  <a:lnTo>
                    <a:pt x="12358" y="3785"/>
                  </a:lnTo>
                  <a:lnTo>
                    <a:pt x="12203" y="3939"/>
                  </a:lnTo>
                  <a:lnTo>
                    <a:pt x="12049" y="4132"/>
                  </a:lnTo>
                  <a:lnTo>
                    <a:pt x="11972" y="4287"/>
                  </a:lnTo>
                  <a:lnTo>
                    <a:pt x="11933" y="4480"/>
                  </a:lnTo>
                  <a:lnTo>
                    <a:pt x="11933" y="4673"/>
                  </a:lnTo>
                  <a:lnTo>
                    <a:pt x="12010" y="4866"/>
                  </a:lnTo>
                  <a:lnTo>
                    <a:pt x="12126" y="5020"/>
                  </a:lnTo>
                  <a:lnTo>
                    <a:pt x="12280" y="5097"/>
                  </a:lnTo>
                  <a:lnTo>
                    <a:pt x="12435" y="5136"/>
                  </a:lnTo>
                  <a:lnTo>
                    <a:pt x="12628" y="5175"/>
                  </a:lnTo>
                  <a:lnTo>
                    <a:pt x="12821" y="5136"/>
                  </a:lnTo>
                  <a:lnTo>
                    <a:pt x="13207" y="5059"/>
                  </a:lnTo>
                  <a:lnTo>
                    <a:pt x="13516" y="4904"/>
                  </a:lnTo>
                  <a:lnTo>
                    <a:pt x="13825" y="4711"/>
                  </a:lnTo>
                  <a:lnTo>
                    <a:pt x="14095" y="4480"/>
                  </a:lnTo>
                  <a:lnTo>
                    <a:pt x="14366" y="4248"/>
                  </a:lnTo>
                  <a:lnTo>
                    <a:pt x="14211" y="4711"/>
                  </a:lnTo>
                  <a:lnTo>
                    <a:pt x="14018" y="5175"/>
                  </a:lnTo>
                  <a:lnTo>
                    <a:pt x="13864" y="5406"/>
                  </a:lnTo>
                  <a:lnTo>
                    <a:pt x="13709" y="5599"/>
                  </a:lnTo>
                  <a:lnTo>
                    <a:pt x="13555" y="5793"/>
                  </a:lnTo>
                  <a:lnTo>
                    <a:pt x="13362" y="5947"/>
                  </a:lnTo>
                  <a:lnTo>
                    <a:pt x="13053" y="6179"/>
                  </a:lnTo>
                  <a:lnTo>
                    <a:pt x="12705" y="6333"/>
                  </a:lnTo>
                  <a:lnTo>
                    <a:pt x="12358" y="6410"/>
                  </a:lnTo>
                  <a:lnTo>
                    <a:pt x="12010" y="6410"/>
                  </a:lnTo>
                  <a:lnTo>
                    <a:pt x="11663" y="6372"/>
                  </a:lnTo>
                  <a:lnTo>
                    <a:pt x="11315" y="6256"/>
                  </a:lnTo>
                  <a:lnTo>
                    <a:pt x="10968" y="6101"/>
                  </a:lnTo>
                  <a:lnTo>
                    <a:pt x="10659" y="5870"/>
                  </a:lnTo>
                  <a:lnTo>
                    <a:pt x="10234" y="5561"/>
                  </a:lnTo>
                  <a:lnTo>
                    <a:pt x="9809" y="5213"/>
                  </a:lnTo>
                  <a:lnTo>
                    <a:pt x="9037" y="4480"/>
                  </a:lnTo>
                  <a:lnTo>
                    <a:pt x="8651" y="4132"/>
                  </a:lnTo>
                  <a:lnTo>
                    <a:pt x="8226" y="3823"/>
                  </a:lnTo>
                  <a:lnTo>
                    <a:pt x="7801" y="3514"/>
                  </a:lnTo>
                  <a:lnTo>
                    <a:pt x="7299" y="3244"/>
                  </a:lnTo>
                  <a:lnTo>
                    <a:pt x="6720" y="3012"/>
                  </a:lnTo>
                  <a:lnTo>
                    <a:pt x="6102" y="2819"/>
                  </a:lnTo>
                  <a:lnTo>
                    <a:pt x="5523" y="2742"/>
                  </a:lnTo>
                  <a:lnTo>
                    <a:pt x="4905" y="2703"/>
                  </a:lnTo>
                  <a:lnTo>
                    <a:pt x="4287" y="2703"/>
                  </a:lnTo>
                  <a:lnTo>
                    <a:pt x="3708" y="2819"/>
                  </a:lnTo>
                  <a:lnTo>
                    <a:pt x="3129" y="2974"/>
                  </a:lnTo>
                  <a:lnTo>
                    <a:pt x="2549" y="3205"/>
                  </a:lnTo>
                  <a:lnTo>
                    <a:pt x="2318" y="3360"/>
                  </a:lnTo>
                  <a:lnTo>
                    <a:pt x="2009" y="3553"/>
                  </a:lnTo>
                  <a:lnTo>
                    <a:pt x="1700" y="3785"/>
                  </a:lnTo>
                  <a:lnTo>
                    <a:pt x="1430" y="4016"/>
                  </a:lnTo>
                  <a:lnTo>
                    <a:pt x="1159" y="4325"/>
                  </a:lnTo>
                  <a:lnTo>
                    <a:pt x="928" y="4595"/>
                  </a:lnTo>
                  <a:lnTo>
                    <a:pt x="696" y="4943"/>
                  </a:lnTo>
                  <a:lnTo>
                    <a:pt x="503" y="5291"/>
                  </a:lnTo>
                  <a:lnTo>
                    <a:pt x="348" y="5677"/>
                  </a:lnTo>
                  <a:lnTo>
                    <a:pt x="155" y="6217"/>
                  </a:lnTo>
                  <a:lnTo>
                    <a:pt x="40" y="6758"/>
                  </a:lnTo>
                  <a:lnTo>
                    <a:pt x="1" y="7299"/>
                  </a:lnTo>
                  <a:lnTo>
                    <a:pt x="1" y="7801"/>
                  </a:lnTo>
                  <a:lnTo>
                    <a:pt x="78" y="8303"/>
                  </a:lnTo>
                  <a:lnTo>
                    <a:pt x="194" y="8804"/>
                  </a:lnTo>
                  <a:lnTo>
                    <a:pt x="387" y="9306"/>
                  </a:lnTo>
                  <a:lnTo>
                    <a:pt x="580" y="9770"/>
                  </a:lnTo>
                  <a:lnTo>
                    <a:pt x="850" y="10195"/>
                  </a:lnTo>
                  <a:lnTo>
                    <a:pt x="1159" y="10658"/>
                  </a:lnTo>
                  <a:lnTo>
                    <a:pt x="1507" y="11044"/>
                  </a:lnTo>
                  <a:lnTo>
                    <a:pt x="1893" y="11430"/>
                  </a:lnTo>
                  <a:lnTo>
                    <a:pt x="2279" y="11778"/>
                  </a:lnTo>
                  <a:lnTo>
                    <a:pt x="2704" y="12125"/>
                  </a:lnTo>
                  <a:lnTo>
                    <a:pt x="3167" y="12396"/>
                  </a:lnTo>
                  <a:lnTo>
                    <a:pt x="3631" y="12666"/>
                  </a:lnTo>
                  <a:lnTo>
                    <a:pt x="4249" y="12975"/>
                  </a:lnTo>
                  <a:lnTo>
                    <a:pt x="4866" y="13168"/>
                  </a:lnTo>
                  <a:lnTo>
                    <a:pt x="5484" y="13361"/>
                  </a:lnTo>
                  <a:lnTo>
                    <a:pt x="6141" y="13438"/>
                  </a:lnTo>
                  <a:lnTo>
                    <a:pt x="6759" y="13515"/>
                  </a:lnTo>
                  <a:lnTo>
                    <a:pt x="7376" y="13477"/>
                  </a:lnTo>
                  <a:lnTo>
                    <a:pt x="7994" y="13438"/>
                  </a:lnTo>
                  <a:lnTo>
                    <a:pt x="8612" y="13284"/>
                  </a:lnTo>
                  <a:lnTo>
                    <a:pt x="8728" y="13438"/>
                  </a:lnTo>
                  <a:lnTo>
                    <a:pt x="8998" y="13207"/>
                  </a:lnTo>
                  <a:lnTo>
                    <a:pt x="9770" y="12898"/>
                  </a:lnTo>
                  <a:lnTo>
                    <a:pt x="10504" y="12550"/>
                  </a:lnTo>
                  <a:lnTo>
                    <a:pt x="11238" y="12087"/>
                  </a:lnTo>
                  <a:lnTo>
                    <a:pt x="11933" y="11546"/>
                  </a:lnTo>
                  <a:lnTo>
                    <a:pt x="12474" y="11044"/>
                  </a:lnTo>
                  <a:lnTo>
                    <a:pt x="13014" y="10426"/>
                  </a:lnTo>
                  <a:lnTo>
                    <a:pt x="13246" y="10195"/>
                  </a:lnTo>
                  <a:lnTo>
                    <a:pt x="13207" y="10156"/>
                  </a:lnTo>
                  <a:lnTo>
                    <a:pt x="13709" y="9461"/>
                  </a:lnTo>
                  <a:lnTo>
                    <a:pt x="14134" y="8727"/>
                  </a:lnTo>
                  <a:lnTo>
                    <a:pt x="14481" y="7955"/>
                  </a:lnTo>
                  <a:lnTo>
                    <a:pt x="14752" y="7183"/>
                  </a:lnTo>
                  <a:lnTo>
                    <a:pt x="14945" y="6333"/>
                  </a:lnTo>
                  <a:lnTo>
                    <a:pt x="15022" y="5947"/>
                  </a:lnTo>
                  <a:lnTo>
                    <a:pt x="15061" y="5522"/>
                  </a:lnTo>
                  <a:lnTo>
                    <a:pt x="15061" y="5097"/>
                  </a:lnTo>
                  <a:lnTo>
                    <a:pt x="15061" y="4673"/>
                  </a:lnTo>
                  <a:lnTo>
                    <a:pt x="15022" y="4248"/>
                  </a:lnTo>
                  <a:lnTo>
                    <a:pt x="14945" y="3862"/>
                  </a:lnTo>
                  <a:lnTo>
                    <a:pt x="15215" y="4248"/>
                  </a:lnTo>
                  <a:lnTo>
                    <a:pt x="15563" y="4595"/>
                  </a:lnTo>
                  <a:lnTo>
                    <a:pt x="15949" y="4943"/>
                  </a:lnTo>
                  <a:lnTo>
                    <a:pt x="16374" y="5213"/>
                  </a:lnTo>
                  <a:lnTo>
                    <a:pt x="16567" y="5291"/>
                  </a:lnTo>
                  <a:lnTo>
                    <a:pt x="16798" y="5368"/>
                  </a:lnTo>
                  <a:lnTo>
                    <a:pt x="17030" y="5445"/>
                  </a:lnTo>
                  <a:lnTo>
                    <a:pt x="17262" y="5445"/>
                  </a:lnTo>
                  <a:lnTo>
                    <a:pt x="17493" y="5406"/>
                  </a:lnTo>
                  <a:lnTo>
                    <a:pt x="17687" y="5329"/>
                  </a:lnTo>
                  <a:lnTo>
                    <a:pt x="17841" y="5175"/>
                  </a:lnTo>
                  <a:lnTo>
                    <a:pt x="17957" y="4982"/>
                  </a:lnTo>
                  <a:lnTo>
                    <a:pt x="17995" y="4750"/>
                  </a:lnTo>
                  <a:lnTo>
                    <a:pt x="17995" y="4557"/>
                  </a:lnTo>
                  <a:lnTo>
                    <a:pt x="17957" y="4325"/>
                  </a:lnTo>
                  <a:lnTo>
                    <a:pt x="17841" y="4132"/>
                  </a:lnTo>
                  <a:lnTo>
                    <a:pt x="17725" y="3978"/>
                  </a:lnTo>
                  <a:lnTo>
                    <a:pt x="17571" y="3785"/>
                  </a:lnTo>
                  <a:lnTo>
                    <a:pt x="17416" y="3669"/>
                  </a:lnTo>
                  <a:lnTo>
                    <a:pt x="17262" y="3553"/>
                  </a:lnTo>
                  <a:lnTo>
                    <a:pt x="17030" y="3437"/>
                  </a:lnTo>
                  <a:lnTo>
                    <a:pt x="16798" y="3321"/>
                  </a:lnTo>
                  <a:lnTo>
                    <a:pt x="16296" y="3205"/>
                  </a:lnTo>
                  <a:lnTo>
                    <a:pt x="15794" y="3128"/>
                  </a:lnTo>
                  <a:lnTo>
                    <a:pt x="15254" y="3128"/>
                  </a:lnTo>
                  <a:lnTo>
                    <a:pt x="15679" y="2858"/>
                  </a:lnTo>
                  <a:lnTo>
                    <a:pt x="16026" y="2510"/>
                  </a:lnTo>
                  <a:lnTo>
                    <a:pt x="16296" y="2124"/>
                  </a:lnTo>
                  <a:lnTo>
                    <a:pt x="16528" y="1661"/>
                  </a:lnTo>
                  <a:lnTo>
                    <a:pt x="16567" y="1429"/>
                  </a:lnTo>
                  <a:lnTo>
                    <a:pt x="16605" y="1197"/>
                  </a:lnTo>
                  <a:lnTo>
                    <a:pt x="16644" y="927"/>
                  </a:lnTo>
                  <a:lnTo>
                    <a:pt x="16605" y="657"/>
                  </a:lnTo>
                  <a:lnTo>
                    <a:pt x="16528" y="425"/>
                  </a:lnTo>
                  <a:lnTo>
                    <a:pt x="16412" y="232"/>
                  </a:lnTo>
                  <a:lnTo>
                    <a:pt x="16219" y="78"/>
                  </a:lnTo>
                  <a:lnTo>
                    <a:pt x="16103" y="39"/>
                  </a:lnTo>
                  <a:lnTo>
                    <a:pt x="1594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4" name="Google Shape;5524;p22"/>
            <p:cNvSpPr/>
            <p:nvPr/>
          </p:nvSpPr>
          <p:spPr>
            <a:xfrm>
              <a:off x="4737700" y="1812475"/>
              <a:ext cx="353350" cy="159300"/>
            </a:xfrm>
            <a:custGeom>
              <a:avLst/>
              <a:gdLst/>
              <a:ahLst/>
              <a:cxnLst/>
              <a:rect l="l" t="t" r="r" b="b"/>
              <a:pathLst>
                <a:path w="14134" h="6372" extrusionOk="0">
                  <a:moveTo>
                    <a:pt x="11161" y="463"/>
                  </a:moveTo>
                  <a:lnTo>
                    <a:pt x="11624" y="502"/>
                  </a:lnTo>
                  <a:lnTo>
                    <a:pt x="12049" y="541"/>
                  </a:lnTo>
                  <a:lnTo>
                    <a:pt x="12435" y="656"/>
                  </a:lnTo>
                  <a:lnTo>
                    <a:pt x="12628" y="734"/>
                  </a:lnTo>
                  <a:lnTo>
                    <a:pt x="12744" y="811"/>
                  </a:lnTo>
                  <a:lnTo>
                    <a:pt x="12860" y="965"/>
                  </a:lnTo>
                  <a:lnTo>
                    <a:pt x="12937" y="1081"/>
                  </a:lnTo>
                  <a:lnTo>
                    <a:pt x="12975" y="1313"/>
                  </a:lnTo>
                  <a:lnTo>
                    <a:pt x="12975" y="1506"/>
                  </a:lnTo>
                  <a:lnTo>
                    <a:pt x="12937" y="1699"/>
                  </a:lnTo>
                  <a:lnTo>
                    <a:pt x="12821" y="1892"/>
                  </a:lnTo>
                  <a:lnTo>
                    <a:pt x="12705" y="2085"/>
                  </a:lnTo>
                  <a:lnTo>
                    <a:pt x="12589" y="2240"/>
                  </a:lnTo>
                  <a:lnTo>
                    <a:pt x="12242" y="2471"/>
                  </a:lnTo>
                  <a:lnTo>
                    <a:pt x="11817" y="2742"/>
                  </a:lnTo>
                  <a:lnTo>
                    <a:pt x="11392" y="2935"/>
                  </a:lnTo>
                  <a:lnTo>
                    <a:pt x="10659" y="3205"/>
                  </a:lnTo>
                  <a:lnTo>
                    <a:pt x="9925" y="3437"/>
                  </a:lnTo>
                  <a:lnTo>
                    <a:pt x="9153" y="3707"/>
                  </a:lnTo>
                  <a:lnTo>
                    <a:pt x="8380" y="3900"/>
                  </a:lnTo>
                  <a:lnTo>
                    <a:pt x="7608" y="4093"/>
                  </a:lnTo>
                  <a:lnTo>
                    <a:pt x="6797" y="4286"/>
                  </a:lnTo>
                  <a:lnTo>
                    <a:pt x="5909" y="4441"/>
                  </a:lnTo>
                  <a:lnTo>
                    <a:pt x="5021" y="4595"/>
                  </a:lnTo>
                  <a:lnTo>
                    <a:pt x="4133" y="4711"/>
                  </a:lnTo>
                  <a:lnTo>
                    <a:pt x="3245" y="4788"/>
                  </a:lnTo>
                  <a:lnTo>
                    <a:pt x="2202" y="4788"/>
                  </a:lnTo>
                  <a:lnTo>
                    <a:pt x="1854" y="4750"/>
                  </a:lnTo>
                  <a:lnTo>
                    <a:pt x="1507" y="4672"/>
                  </a:lnTo>
                  <a:lnTo>
                    <a:pt x="1198" y="4557"/>
                  </a:lnTo>
                  <a:lnTo>
                    <a:pt x="889" y="4441"/>
                  </a:lnTo>
                  <a:lnTo>
                    <a:pt x="580" y="4248"/>
                  </a:lnTo>
                  <a:lnTo>
                    <a:pt x="657" y="4170"/>
                  </a:lnTo>
                  <a:lnTo>
                    <a:pt x="696" y="4055"/>
                  </a:lnTo>
                  <a:lnTo>
                    <a:pt x="696" y="3939"/>
                  </a:lnTo>
                  <a:lnTo>
                    <a:pt x="735" y="3823"/>
                  </a:lnTo>
                  <a:lnTo>
                    <a:pt x="850" y="3630"/>
                  </a:lnTo>
                  <a:lnTo>
                    <a:pt x="1082" y="3437"/>
                  </a:lnTo>
                  <a:lnTo>
                    <a:pt x="1314" y="3244"/>
                  </a:lnTo>
                  <a:lnTo>
                    <a:pt x="1854" y="2935"/>
                  </a:lnTo>
                  <a:lnTo>
                    <a:pt x="2279" y="2703"/>
                  </a:lnTo>
                  <a:lnTo>
                    <a:pt x="3013" y="2356"/>
                  </a:lnTo>
                  <a:lnTo>
                    <a:pt x="3708" y="2008"/>
                  </a:lnTo>
                  <a:lnTo>
                    <a:pt x="4480" y="1699"/>
                  </a:lnTo>
                  <a:lnTo>
                    <a:pt x="5253" y="1429"/>
                  </a:lnTo>
                  <a:lnTo>
                    <a:pt x="6025" y="1197"/>
                  </a:lnTo>
                  <a:lnTo>
                    <a:pt x="6836" y="1004"/>
                  </a:lnTo>
                  <a:lnTo>
                    <a:pt x="7608" y="811"/>
                  </a:lnTo>
                  <a:lnTo>
                    <a:pt x="8419" y="695"/>
                  </a:lnTo>
                  <a:lnTo>
                    <a:pt x="9230" y="579"/>
                  </a:lnTo>
                  <a:lnTo>
                    <a:pt x="10041" y="541"/>
                  </a:lnTo>
                  <a:lnTo>
                    <a:pt x="10736" y="502"/>
                  </a:lnTo>
                  <a:lnTo>
                    <a:pt x="11161" y="463"/>
                  </a:lnTo>
                  <a:close/>
                  <a:moveTo>
                    <a:pt x="13477" y="1120"/>
                  </a:moveTo>
                  <a:lnTo>
                    <a:pt x="13632" y="1313"/>
                  </a:lnTo>
                  <a:lnTo>
                    <a:pt x="13709" y="1506"/>
                  </a:lnTo>
                  <a:lnTo>
                    <a:pt x="13748" y="1738"/>
                  </a:lnTo>
                  <a:lnTo>
                    <a:pt x="13709" y="2008"/>
                  </a:lnTo>
                  <a:lnTo>
                    <a:pt x="13632" y="2240"/>
                  </a:lnTo>
                  <a:lnTo>
                    <a:pt x="13516" y="2471"/>
                  </a:lnTo>
                  <a:lnTo>
                    <a:pt x="13400" y="2703"/>
                  </a:lnTo>
                  <a:lnTo>
                    <a:pt x="13207" y="2896"/>
                  </a:lnTo>
                  <a:lnTo>
                    <a:pt x="12860" y="3205"/>
                  </a:lnTo>
                  <a:lnTo>
                    <a:pt x="12473" y="3437"/>
                  </a:lnTo>
                  <a:lnTo>
                    <a:pt x="12049" y="3668"/>
                  </a:lnTo>
                  <a:lnTo>
                    <a:pt x="11624" y="3900"/>
                  </a:lnTo>
                  <a:lnTo>
                    <a:pt x="10659" y="4286"/>
                  </a:lnTo>
                  <a:lnTo>
                    <a:pt x="9732" y="4634"/>
                  </a:lnTo>
                  <a:lnTo>
                    <a:pt x="8766" y="4904"/>
                  </a:lnTo>
                  <a:lnTo>
                    <a:pt x="7762" y="5174"/>
                  </a:lnTo>
                  <a:lnTo>
                    <a:pt x="6758" y="5406"/>
                  </a:lnTo>
                  <a:lnTo>
                    <a:pt x="5755" y="5599"/>
                  </a:lnTo>
                  <a:lnTo>
                    <a:pt x="4712" y="5792"/>
                  </a:lnTo>
                  <a:lnTo>
                    <a:pt x="3708" y="5908"/>
                  </a:lnTo>
                  <a:lnTo>
                    <a:pt x="2781" y="5985"/>
                  </a:lnTo>
                  <a:lnTo>
                    <a:pt x="2279" y="5985"/>
                  </a:lnTo>
                  <a:lnTo>
                    <a:pt x="1816" y="5947"/>
                  </a:lnTo>
                  <a:lnTo>
                    <a:pt x="1545" y="5869"/>
                  </a:lnTo>
                  <a:lnTo>
                    <a:pt x="1237" y="5792"/>
                  </a:lnTo>
                  <a:lnTo>
                    <a:pt x="928" y="5638"/>
                  </a:lnTo>
                  <a:lnTo>
                    <a:pt x="696" y="5483"/>
                  </a:lnTo>
                  <a:lnTo>
                    <a:pt x="503" y="5252"/>
                  </a:lnTo>
                  <a:lnTo>
                    <a:pt x="348" y="5020"/>
                  </a:lnTo>
                  <a:lnTo>
                    <a:pt x="310" y="4865"/>
                  </a:lnTo>
                  <a:lnTo>
                    <a:pt x="310" y="4750"/>
                  </a:lnTo>
                  <a:lnTo>
                    <a:pt x="310" y="4595"/>
                  </a:lnTo>
                  <a:lnTo>
                    <a:pt x="348" y="4441"/>
                  </a:lnTo>
                  <a:lnTo>
                    <a:pt x="542" y="4672"/>
                  </a:lnTo>
                  <a:lnTo>
                    <a:pt x="812" y="4865"/>
                  </a:lnTo>
                  <a:lnTo>
                    <a:pt x="1043" y="4981"/>
                  </a:lnTo>
                  <a:lnTo>
                    <a:pt x="1352" y="5097"/>
                  </a:lnTo>
                  <a:lnTo>
                    <a:pt x="1623" y="5213"/>
                  </a:lnTo>
                  <a:lnTo>
                    <a:pt x="1932" y="5252"/>
                  </a:lnTo>
                  <a:lnTo>
                    <a:pt x="2588" y="5329"/>
                  </a:lnTo>
                  <a:lnTo>
                    <a:pt x="3245" y="5290"/>
                  </a:lnTo>
                  <a:lnTo>
                    <a:pt x="3940" y="5252"/>
                  </a:lnTo>
                  <a:lnTo>
                    <a:pt x="5137" y="5059"/>
                  </a:lnTo>
                  <a:lnTo>
                    <a:pt x="6913" y="4788"/>
                  </a:lnTo>
                  <a:lnTo>
                    <a:pt x="7840" y="4595"/>
                  </a:lnTo>
                  <a:lnTo>
                    <a:pt x="8728" y="4402"/>
                  </a:lnTo>
                  <a:lnTo>
                    <a:pt x="9616" y="4132"/>
                  </a:lnTo>
                  <a:lnTo>
                    <a:pt x="10504" y="3861"/>
                  </a:lnTo>
                  <a:lnTo>
                    <a:pt x="11354" y="3514"/>
                  </a:lnTo>
                  <a:lnTo>
                    <a:pt x="12165" y="3128"/>
                  </a:lnTo>
                  <a:lnTo>
                    <a:pt x="12435" y="2973"/>
                  </a:lnTo>
                  <a:lnTo>
                    <a:pt x="12705" y="2819"/>
                  </a:lnTo>
                  <a:lnTo>
                    <a:pt x="12937" y="2587"/>
                  </a:lnTo>
                  <a:lnTo>
                    <a:pt x="13130" y="2394"/>
                  </a:lnTo>
                  <a:lnTo>
                    <a:pt x="13323" y="2124"/>
                  </a:lnTo>
                  <a:lnTo>
                    <a:pt x="13439" y="1854"/>
                  </a:lnTo>
                  <a:lnTo>
                    <a:pt x="13516" y="1583"/>
                  </a:lnTo>
                  <a:lnTo>
                    <a:pt x="13516" y="1236"/>
                  </a:lnTo>
                  <a:lnTo>
                    <a:pt x="13477" y="1120"/>
                  </a:lnTo>
                  <a:close/>
                  <a:moveTo>
                    <a:pt x="10659" y="0"/>
                  </a:moveTo>
                  <a:lnTo>
                    <a:pt x="9886" y="39"/>
                  </a:lnTo>
                  <a:lnTo>
                    <a:pt x="9114" y="116"/>
                  </a:lnTo>
                  <a:lnTo>
                    <a:pt x="8303" y="232"/>
                  </a:lnTo>
                  <a:lnTo>
                    <a:pt x="7531" y="348"/>
                  </a:lnTo>
                  <a:lnTo>
                    <a:pt x="6720" y="541"/>
                  </a:lnTo>
                  <a:lnTo>
                    <a:pt x="5909" y="734"/>
                  </a:lnTo>
                  <a:lnTo>
                    <a:pt x="5021" y="1004"/>
                  </a:lnTo>
                  <a:lnTo>
                    <a:pt x="4133" y="1352"/>
                  </a:lnTo>
                  <a:lnTo>
                    <a:pt x="3245" y="1699"/>
                  </a:lnTo>
                  <a:lnTo>
                    <a:pt x="2395" y="2124"/>
                  </a:lnTo>
                  <a:lnTo>
                    <a:pt x="1777" y="2433"/>
                  </a:lnTo>
                  <a:lnTo>
                    <a:pt x="1391" y="2626"/>
                  </a:lnTo>
                  <a:lnTo>
                    <a:pt x="1043" y="2858"/>
                  </a:lnTo>
                  <a:lnTo>
                    <a:pt x="696" y="3089"/>
                  </a:lnTo>
                  <a:lnTo>
                    <a:pt x="464" y="3398"/>
                  </a:lnTo>
                  <a:lnTo>
                    <a:pt x="348" y="3553"/>
                  </a:lnTo>
                  <a:lnTo>
                    <a:pt x="271" y="3707"/>
                  </a:lnTo>
                  <a:lnTo>
                    <a:pt x="233" y="3861"/>
                  </a:lnTo>
                  <a:lnTo>
                    <a:pt x="233" y="4055"/>
                  </a:lnTo>
                  <a:lnTo>
                    <a:pt x="194" y="4132"/>
                  </a:lnTo>
                  <a:lnTo>
                    <a:pt x="194" y="4170"/>
                  </a:lnTo>
                  <a:lnTo>
                    <a:pt x="117" y="4325"/>
                  </a:lnTo>
                  <a:lnTo>
                    <a:pt x="40" y="4479"/>
                  </a:lnTo>
                  <a:lnTo>
                    <a:pt x="1" y="4634"/>
                  </a:lnTo>
                  <a:lnTo>
                    <a:pt x="1" y="4788"/>
                  </a:lnTo>
                  <a:lnTo>
                    <a:pt x="40" y="5136"/>
                  </a:lnTo>
                  <a:lnTo>
                    <a:pt x="194" y="5445"/>
                  </a:lnTo>
                  <a:lnTo>
                    <a:pt x="348" y="5638"/>
                  </a:lnTo>
                  <a:lnTo>
                    <a:pt x="503" y="5831"/>
                  </a:lnTo>
                  <a:lnTo>
                    <a:pt x="696" y="5947"/>
                  </a:lnTo>
                  <a:lnTo>
                    <a:pt x="928" y="6063"/>
                  </a:lnTo>
                  <a:lnTo>
                    <a:pt x="966" y="6256"/>
                  </a:lnTo>
                  <a:lnTo>
                    <a:pt x="1275" y="6178"/>
                  </a:lnTo>
                  <a:lnTo>
                    <a:pt x="1314" y="6217"/>
                  </a:lnTo>
                  <a:lnTo>
                    <a:pt x="1314" y="6256"/>
                  </a:lnTo>
                  <a:lnTo>
                    <a:pt x="1352" y="6294"/>
                  </a:lnTo>
                  <a:lnTo>
                    <a:pt x="1468" y="6256"/>
                  </a:lnTo>
                  <a:lnTo>
                    <a:pt x="1816" y="6294"/>
                  </a:lnTo>
                  <a:lnTo>
                    <a:pt x="2395" y="6333"/>
                  </a:lnTo>
                  <a:lnTo>
                    <a:pt x="3013" y="6371"/>
                  </a:lnTo>
                  <a:lnTo>
                    <a:pt x="3592" y="6333"/>
                  </a:lnTo>
                  <a:lnTo>
                    <a:pt x="4171" y="6294"/>
                  </a:lnTo>
                  <a:lnTo>
                    <a:pt x="5368" y="6101"/>
                  </a:lnTo>
                  <a:lnTo>
                    <a:pt x="6565" y="5869"/>
                  </a:lnTo>
                  <a:lnTo>
                    <a:pt x="6758" y="5831"/>
                  </a:lnTo>
                  <a:lnTo>
                    <a:pt x="7994" y="5522"/>
                  </a:lnTo>
                  <a:lnTo>
                    <a:pt x="9037" y="5252"/>
                  </a:lnTo>
                  <a:lnTo>
                    <a:pt x="10079" y="4981"/>
                  </a:lnTo>
                  <a:lnTo>
                    <a:pt x="11161" y="4595"/>
                  </a:lnTo>
                  <a:lnTo>
                    <a:pt x="11663" y="4363"/>
                  </a:lnTo>
                  <a:lnTo>
                    <a:pt x="12126" y="4132"/>
                  </a:lnTo>
                  <a:lnTo>
                    <a:pt x="12126" y="4248"/>
                  </a:lnTo>
                  <a:lnTo>
                    <a:pt x="12396" y="4286"/>
                  </a:lnTo>
                  <a:lnTo>
                    <a:pt x="12782" y="4711"/>
                  </a:lnTo>
                  <a:lnTo>
                    <a:pt x="13014" y="4518"/>
                  </a:lnTo>
                  <a:lnTo>
                    <a:pt x="12435" y="3939"/>
                  </a:lnTo>
                  <a:lnTo>
                    <a:pt x="12898" y="3668"/>
                  </a:lnTo>
                  <a:lnTo>
                    <a:pt x="13362" y="3321"/>
                  </a:lnTo>
                  <a:lnTo>
                    <a:pt x="13632" y="3051"/>
                  </a:lnTo>
                  <a:lnTo>
                    <a:pt x="13825" y="2703"/>
                  </a:lnTo>
                  <a:lnTo>
                    <a:pt x="14134" y="2626"/>
                  </a:lnTo>
                  <a:lnTo>
                    <a:pt x="14018" y="2317"/>
                  </a:lnTo>
                  <a:lnTo>
                    <a:pt x="14095" y="2008"/>
                  </a:lnTo>
                  <a:lnTo>
                    <a:pt x="14134" y="1738"/>
                  </a:lnTo>
                  <a:lnTo>
                    <a:pt x="14095" y="1467"/>
                  </a:lnTo>
                  <a:lnTo>
                    <a:pt x="14018" y="1236"/>
                  </a:lnTo>
                  <a:lnTo>
                    <a:pt x="13902" y="1004"/>
                  </a:lnTo>
                  <a:lnTo>
                    <a:pt x="13748" y="811"/>
                  </a:lnTo>
                  <a:lnTo>
                    <a:pt x="13477" y="618"/>
                  </a:lnTo>
                  <a:lnTo>
                    <a:pt x="13169" y="502"/>
                  </a:lnTo>
                  <a:lnTo>
                    <a:pt x="13091" y="502"/>
                  </a:lnTo>
                  <a:lnTo>
                    <a:pt x="12898" y="386"/>
                  </a:lnTo>
                  <a:lnTo>
                    <a:pt x="12667" y="270"/>
                  </a:lnTo>
                  <a:lnTo>
                    <a:pt x="12435" y="154"/>
                  </a:lnTo>
                  <a:lnTo>
                    <a:pt x="12203" y="116"/>
                  </a:lnTo>
                  <a:lnTo>
                    <a:pt x="11817" y="39"/>
                  </a:lnTo>
                  <a:lnTo>
                    <a:pt x="1143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5" name="Google Shape;5525;p22"/>
            <p:cNvSpPr/>
            <p:nvPr/>
          </p:nvSpPr>
          <p:spPr>
            <a:xfrm>
              <a:off x="2291450" y="1821150"/>
              <a:ext cx="200825" cy="230750"/>
            </a:xfrm>
            <a:custGeom>
              <a:avLst/>
              <a:gdLst/>
              <a:ahLst/>
              <a:cxnLst/>
              <a:rect l="l" t="t" r="r" b="b"/>
              <a:pathLst>
                <a:path w="8033" h="9230" extrusionOk="0">
                  <a:moveTo>
                    <a:pt x="2047" y="1"/>
                  </a:moveTo>
                  <a:lnTo>
                    <a:pt x="1893" y="78"/>
                  </a:lnTo>
                  <a:lnTo>
                    <a:pt x="1738" y="155"/>
                  </a:lnTo>
                  <a:lnTo>
                    <a:pt x="1430" y="425"/>
                  </a:lnTo>
                  <a:lnTo>
                    <a:pt x="1198" y="734"/>
                  </a:lnTo>
                  <a:lnTo>
                    <a:pt x="966" y="1005"/>
                  </a:lnTo>
                  <a:lnTo>
                    <a:pt x="735" y="1352"/>
                  </a:lnTo>
                  <a:lnTo>
                    <a:pt x="503" y="1738"/>
                  </a:lnTo>
                  <a:lnTo>
                    <a:pt x="348" y="2124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39" y="3476"/>
                  </a:lnTo>
                  <a:lnTo>
                    <a:pt x="1" y="3939"/>
                  </a:lnTo>
                  <a:lnTo>
                    <a:pt x="78" y="4441"/>
                  </a:lnTo>
                  <a:lnTo>
                    <a:pt x="155" y="4905"/>
                  </a:lnTo>
                  <a:lnTo>
                    <a:pt x="271" y="5329"/>
                  </a:lnTo>
                  <a:lnTo>
                    <a:pt x="464" y="5793"/>
                  </a:lnTo>
                  <a:lnTo>
                    <a:pt x="696" y="6179"/>
                  </a:lnTo>
                  <a:lnTo>
                    <a:pt x="1043" y="6179"/>
                  </a:lnTo>
                  <a:lnTo>
                    <a:pt x="889" y="5831"/>
                  </a:lnTo>
                  <a:lnTo>
                    <a:pt x="735" y="5484"/>
                  </a:lnTo>
                  <a:lnTo>
                    <a:pt x="657" y="5136"/>
                  </a:lnTo>
                  <a:lnTo>
                    <a:pt x="541" y="4789"/>
                  </a:lnTo>
                  <a:lnTo>
                    <a:pt x="503" y="4403"/>
                  </a:lnTo>
                  <a:lnTo>
                    <a:pt x="464" y="4055"/>
                  </a:lnTo>
                  <a:lnTo>
                    <a:pt x="464" y="3669"/>
                  </a:lnTo>
                  <a:lnTo>
                    <a:pt x="464" y="3321"/>
                  </a:lnTo>
                  <a:lnTo>
                    <a:pt x="541" y="2974"/>
                  </a:lnTo>
                  <a:lnTo>
                    <a:pt x="619" y="2626"/>
                  </a:lnTo>
                  <a:lnTo>
                    <a:pt x="735" y="2279"/>
                  </a:lnTo>
                  <a:lnTo>
                    <a:pt x="850" y="1931"/>
                  </a:lnTo>
                  <a:lnTo>
                    <a:pt x="1043" y="1622"/>
                  </a:lnTo>
                  <a:lnTo>
                    <a:pt x="1236" y="1313"/>
                  </a:lnTo>
                  <a:lnTo>
                    <a:pt x="1468" y="1005"/>
                  </a:lnTo>
                  <a:lnTo>
                    <a:pt x="1777" y="734"/>
                  </a:lnTo>
                  <a:lnTo>
                    <a:pt x="1970" y="580"/>
                  </a:lnTo>
                  <a:lnTo>
                    <a:pt x="2086" y="503"/>
                  </a:lnTo>
                  <a:lnTo>
                    <a:pt x="2202" y="464"/>
                  </a:lnTo>
                  <a:lnTo>
                    <a:pt x="2318" y="580"/>
                  </a:lnTo>
                  <a:lnTo>
                    <a:pt x="2434" y="811"/>
                  </a:lnTo>
                  <a:lnTo>
                    <a:pt x="2588" y="1198"/>
                  </a:lnTo>
                  <a:lnTo>
                    <a:pt x="2742" y="1584"/>
                  </a:lnTo>
                  <a:lnTo>
                    <a:pt x="2858" y="1931"/>
                  </a:lnTo>
                  <a:lnTo>
                    <a:pt x="2974" y="2317"/>
                  </a:lnTo>
                  <a:lnTo>
                    <a:pt x="3051" y="2704"/>
                  </a:lnTo>
                  <a:lnTo>
                    <a:pt x="3090" y="3090"/>
                  </a:lnTo>
                  <a:lnTo>
                    <a:pt x="3090" y="3437"/>
                  </a:lnTo>
                  <a:lnTo>
                    <a:pt x="3051" y="3785"/>
                  </a:lnTo>
                  <a:lnTo>
                    <a:pt x="3013" y="4132"/>
                  </a:lnTo>
                  <a:lnTo>
                    <a:pt x="2897" y="4480"/>
                  </a:lnTo>
                  <a:lnTo>
                    <a:pt x="2781" y="4789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22"/>
                  </a:lnTo>
                  <a:lnTo>
                    <a:pt x="2395" y="5638"/>
                  </a:lnTo>
                  <a:lnTo>
                    <a:pt x="2356" y="5716"/>
                  </a:lnTo>
                  <a:lnTo>
                    <a:pt x="2356" y="5754"/>
                  </a:lnTo>
                  <a:lnTo>
                    <a:pt x="2395" y="5793"/>
                  </a:lnTo>
                  <a:lnTo>
                    <a:pt x="2472" y="5793"/>
                  </a:lnTo>
                  <a:lnTo>
                    <a:pt x="2627" y="5716"/>
                  </a:lnTo>
                  <a:lnTo>
                    <a:pt x="2820" y="5677"/>
                  </a:lnTo>
                  <a:lnTo>
                    <a:pt x="3206" y="5677"/>
                  </a:lnTo>
                  <a:lnTo>
                    <a:pt x="3631" y="5716"/>
                  </a:lnTo>
                  <a:lnTo>
                    <a:pt x="4055" y="5793"/>
                  </a:lnTo>
                  <a:lnTo>
                    <a:pt x="4442" y="5947"/>
                  </a:lnTo>
                  <a:lnTo>
                    <a:pt x="4866" y="6102"/>
                  </a:lnTo>
                  <a:lnTo>
                    <a:pt x="5214" y="6256"/>
                  </a:lnTo>
                  <a:lnTo>
                    <a:pt x="5523" y="6449"/>
                  </a:lnTo>
                  <a:lnTo>
                    <a:pt x="5832" y="6642"/>
                  </a:lnTo>
                  <a:lnTo>
                    <a:pt x="6141" y="6835"/>
                  </a:lnTo>
                  <a:lnTo>
                    <a:pt x="6411" y="7067"/>
                  </a:lnTo>
                  <a:lnTo>
                    <a:pt x="6681" y="7337"/>
                  </a:lnTo>
                  <a:lnTo>
                    <a:pt x="6913" y="7608"/>
                  </a:lnTo>
                  <a:lnTo>
                    <a:pt x="7145" y="7878"/>
                  </a:lnTo>
                  <a:lnTo>
                    <a:pt x="7338" y="8187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95" y="8766"/>
                  </a:lnTo>
                  <a:lnTo>
                    <a:pt x="5870" y="8805"/>
                  </a:lnTo>
                  <a:lnTo>
                    <a:pt x="5484" y="8805"/>
                  </a:lnTo>
                  <a:lnTo>
                    <a:pt x="5059" y="8727"/>
                  </a:lnTo>
                  <a:lnTo>
                    <a:pt x="4673" y="8612"/>
                  </a:lnTo>
                  <a:lnTo>
                    <a:pt x="4248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72" y="7106"/>
                  </a:lnTo>
                  <a:lnTo>
                    <a:pt x="1932" y="6565"/>
                  </a:lnTo>
                  <a:lnTo>
                    <a:pt x="1854" y="6526"/>
                  </a:lnTo>
                  <a:lnTo>
                    <a:pt x="1816" y="6488"/>
                  </a:lnTo>
                  <a:lnTo>
                    <a:pt x="1661" y="6526"/>
                  </a:lnTo>
                  <a:lnTo>
                    <a:pt x="1623" y="6526"/>
                  </a:lnTo>
                  <a:lnTo>
                    <a:pt x="1584" y="6565"/>
                  </a:lnTo>
                  <a:lnTo>
                    <a:pt x="1430" y="6835"/>
                  </a:lnTo>
                  <a:lnTo>
                    <a:pt x="1661" y="6874"/>
                  </a:lnTo>
                  <a:lnTo>
                    <a:pt x="2279" y="7492"/>
                  </a:lnTo>
                  <a:lnTo>
                    <a:pt x="2897" y="8071"/>
                  </a:lnTo>
                  <a:lnTo>
                    <a:pt x="3244" y="8341"/>
                  </a:lnTo>
                  <a:lnTo>
                    <a:pt x="3631" y="8573"/>
                  </a:lnTo>
                  <a:lnTo>
                    <a:pt x="3978" y="8766"/>
                  </a:lnTo>
                  <a:lnTo>
                    <a:pt x="4364" y="8959"/>
                  </a:lnTo>
                  <a:lnTo>
                    <a:pt x="4828" y="9114"/>
                  </a:lnTo>
                  <a:lnTo>
                    <a:pt x="5252" y="9191"/>
                  </a:lnTo>
                  <a:lnTo>
                    <a:pt x="5677" y="9229"/>
                  </a:lnTo>
                  <a:lnTo>
                    <a:pt x="6141" y="9229"/>
                  </a:lnTo>
                  <a:lnTo>
                    <a:pt x="6565" y="9152"/>
                  </a:lnTo>
                  <a:lnTo>
                    <a:pt x="6990" y="9075"/>
                  </a:lnTo>
                  <a:lnTo>
                    <a:pt x="7878" y="8843"/>
                  </a:lnTo>
                  <a:lnTo>
                    <a:pt x="7955" y="8805"/>
                  </a:lnTo>
                  <a:lnTo>
                    <a:pt x="7994" y="8727"/>
                  </a:lnTo>
                  <a:lnTo>
                    <a:pt x="8033" y="8650"/>
                  </a:lnTo>
                  <a:lnTo>
                    <a:pt x="7994" y="8534"/>
                  </a:lnTo>
                  <a:lnTo>
                    <a:pt x="7762" y="8110"/>
                  </a:lnTo>
                  <a:lnTo>
                    <a:pt x="7492" y="7685"/>
                  </a:lnTo>
                  <a:lnTo>
                    <a:pt x="7222" y="7299"/>
                  </a:lnTo>
                  <a:lnTo>
                    <a:pt x="6874" y="6913"/>
                  </a:lnTo>
                  <a:lnTo>
                    <a:pt x="6527" y="6604"/>
                  </a:lnTo>
                  <a:lnTo>
                    <a:pt x="6141" y="6295"/>
                  </a:lnTo>
                  <a:lnTo>
                    <a:pt x="5716" y="6024"/>
                  </a:lnTo>
                  <a:lnTo>
                    <a:pt x="5252" y="5793"/>
                  </a:lnTo>
                  <a:lnTo>
                    <a:pt x="4828" y="5638"/>
                  </a:lnTo>
                  <a:lnTo>
                    <a:pt x="4248" y="5445"/>
                  </a:lnTo>
                  <a:lnTo>
                    <a:pt x="3940" y="5368"/>
                  </a:lnTo>
                  <a:lnTo>
                    <a:pt x="3592" y="5291"/>
                  </a:lnTo>
                  <a:lnTo>
                    <a:pt x="3013" y="5291"/>
                  </a:lnTo>
                  <a:lnTo>
                    <a:pt x="3167" y="4982"/>
                  </a:lnTo>
                  <a:lnTo>
                    <a:pt x="3322" y="4634"/>
                  </a:lnTo>
                  <a:lnTo>
                    <a:pt x="3399" y="4287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06"/>
                  </a:lnTo>
                  <a:lnTo>
                    <a:pt x="3515" y="2858"/>
                  </a:lnTo>
                  <a:lnTo>
                    <a:pt x="3438" y="2472"/>
                  </a:lnTo>
                  <a:lnTo>
                    <a:pt x="3322" y="1970"/>
                  </a:lnTo>
                  <a:lnTo>
                    <a:pt x="3167" y="1468"/>
                  </a:lnTo>
                  <a:lnTo>
                    <a:pt x="2936" y="966"/>
                  </a:lnTo>
                  <a:lnTo>
                    <a:pt x="2704" y="503"/>
                  </a:lnTo>
                  <a:lnTo>
                    <a:pt x="2588" y="271"/>
                  </a:lnTo>
                  <a:lnTo>
                    <a:pt x="2472" y="116"/>
                  </a:lnTo>
                  <a:lnTo>
                    <a:pt x="2356" y="39"/>
                  </a:lnTo>
                  <a:lnTo>
                    <a:pt x="227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6" name="Google Shape;5526;p22"/>
            <p:cNvSpPr/>
            <p:nvPr/>
          </p:nvSpPr>
          <p:spPr>
            <a:xfrm>
              <a:off x="6650100" y="1835625"/>
              <a:ext cx="350475" cy="288675"/>
            </a:xfrm>
            <a:custGeom>
              <a:avLst/>
              <a:gdLst/>
              <a:ahLst/>
              <a:cxnLst/>
              <a:rect l="l" t="t" r="r" b="b"/>
              <a:pathLst>
                <a:path w="14019" h="11547" extrusionOk="0">
                  <a:moveTo>
                    <a:pt x="11778" y="1"/>
                  </a:moveTo>
                  <a:lnTo>
                    <a:pt x="11470" y="78"/>
                  </a:lnTo>
                  <a:lnTo>
                    <a:pt x="11856" y="1932"/>
                  </a:lnTo>
                  <a:lnTo>
                    <a:pt x="12280" y="3746"/>
                  </a:lnTo>
                  <a:lnTo>
                    <a:pt x="11508" y="2781"/>
                  </a:lnTo>
                  <a:lnTo>
                    <a:pt x="10659" y="1893"/>
                  </a:lnTo>
                  <a:lnTo>
                    <a:pt x="10427" y="2086"/>
                  </a:lnTo>
                  <a:lnTo>
                    <a:pt x="11470" y="3437"/>
                  </a:lnTo>
                  <a:lnTo>
                    <a:pt x="12551" y="4750"/>
                  </a:lnTo>
                  <a:lnTo>
                    <a:pt x="12860" y="5754"/>
                  </a:lnTo>
                  <a:lnTo>
                    <a:pt x="13169" y="5754"/>
                  </a:lnTo>
                  <a:lnTo>
                    <a:pt x="13207" y="5639"/>
                  </a:lnTo>
                  <a:lnTo>
                    <a:pt x="13169" y="5523"/>
                  </a:lnTo>
                  <a:lnTo>
                    <a:pt x="13439" y="5716"/>
                  </a:lnTo>
                  <a:lnTo>
                    <a:pt x="13593" y="5947"/>
                  </a:lnTo>
                  <a:lnTo>
                    <a:pt x="13671" y="6179"/>
                  </a:lnTo>
                  <a:lnTo>
                    <a:pt x="13709" y="6411"/>
                  </a:lnTo>
                  <a:lnTo>
                    <a:pt x="13632" y="6681"/>
                  </a:lnTo>
                  <a:lnTo>
                    <a:pt x="13516" y="6913"/>
                  </a:lnTo>
                  <a:lnTo>
                    <a:pt x="13362" y="7183"/>
                  </a:lnTo>
                  <a:lnTo>
                    <a:pt x="13169" y="7453"/>
                  </a:lnTo>
                  <a:lnTo>
                    <a:pt x="12744" y="7955"/>
                  </a:lnTo>
                  <a:lnTo>
                    <a:pt x="12203" y="8419"/>
                  </a:lnTo>
                  <a:lnTo>
                    <a:pt x="11740" y="8766"/>
                  </a:lnTo>
                  <a:lnTo>
                    <a:pt x="11354" y="9075"/>
                  </a:lnTo>
                  <a:lnTo>
                    <a:pt x="10543" y="9577"/>
                  </a:lnTo>
                  <a:lnTo>
                    <a:pt x="9655" y="10002"/>
                  </a:lnTo>
                  <a:lnTo>
                    <a:pt x="8767" y="10388"/>
                  </a:lnTo>
                  <a:lnTo>
                    <a:pt x="7878" y="10658"/>
                  </a:lnTo>
                  <a:lnTo>
                    <a:pt x="6952" y="10890"/>
                  </a:lnTo>
                  <a:lnTo>
                    <a:pt x="5986" y="11083"/>
                  </a:lnTo>
                  <a:lnTo>
                    <a:pt x="5021" y="11160"/>
                  </a:lnTo>
                  <a:lnTo>
                    <a:pt x="3631" y="11160"/>
                  </a:lnTo>
                  <a:lnTo>
                    <a:pt x="3013" y="11122"/>
                  </a:lnTo>
                  <a:lnTo>
                    <a:pt x="2356" y="11045"/>
                  </a:lnTo>
                  <a:lnTo>
                    <a:pt x="1661" y="10929"/>
                  </a:lnTo>
                  <a:lnTo>
                    <a:pt x="1352" y="10813"/>
                  </a:lnTo>
                  <a:lnTo>
                    <a:pt x="1082" y="10697"/>
                  </a:lnTo>
                  <a:lnTo>
                    <a:pt x="812" y="10543"/>
                  </a:lnTo>
                  <a:lnTo>
                    <a:pt x="619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2"/>
                  </a:lnTo>
                  <a:lnTo>
                    <a:pt x="387" y="9461"/>
                  </a:lnTo>
                  <a:lnTo>
                    <a:pt x="155" y="9423"/>
                  </a:lnTo>
                  <a:lnTo>
                    <a:pt x="40" y="9654"/>
                  </a:lnTo>
                  <a:lnTo>
                    <a:pt x="1" y="9886"/>
                  </a:lnTo>
                  <a:lnTo>
                    <a:pt x="40" y="10118"/>
                  </a:lnTo>
                  <a:lnTo>
                    <a:pt x="78" y="10311"/>
                  </a:lnTo>
                  <a:lnTo>
                    <a:pt x="194" y="10465"/>
                  </a:lnTo>
                  <a:lnTo>
                    <a:pt x="348" y="10620"/>
                  </a:lnTo>
                  <a:lnTo>
                    <a:pt x="542" y="10774"/>
                  </a:lnTo>
                  <a:lnTo>
                    <a:pt x="773" y="10890"/>
                  </a:lnTo>
                  <a:lnTo>
                    <a:pt x="1237" y="11083"/>
                  </a:lnTo>
                  <a:lnTo>
                    <a:pt x="1739" y="11238"/>
                  </a:lnTo>
                  <a:lnTo>
                    <a:pt x="2202" y="11354"/>
                  </a:lnTo>
                  <a:lnTo>
                    <a:pt x="2627" y="11431"/>
                  </a:lnTo>
                  <a:lnTo>
                    <a:pt x="3322" y="11508"/>
                  </a:lnTo>
                  <a:lnTo>
                    <a:pt x="3978" y="11547"/>
                  </a:lnTo>
                  <a:lnTo>
                    <a:pt x="4673" y="11547"/>
                  </a:lnTo>
                  <a:lnTo>
                    <a:pt x="5368" y="11508"/>
                  </a:lnTo>
                  <a:lnTo>
                    <a:pt x="6063" y="11431"/>
                  </a:lnTo>
                  <a:lnTo>
                    <a:pt x="6759" y="11315"/>
                  </a:lnTo>
                  <a:lnTo>
                    <a:pt x="7415" y="11160"/>
                  </a:lnTo>
                  <a:lnTo>
                    <a:pt x="8071" y="11006"/>
                  </a:lnTo>
                  <a:lnTo>
                    <a:pt x="8728" y="10774"/>
                  </a:lnTo>
                  <a:lnTo>
                    <a:pt x="9346" y="10543"/>
                  </a:lnTo>
                  <a:lnTo>
                    <a:pt x="9964" y="10272"/>
                  </a:lnTo>
                  <a:lnTo>
                    <a:pt x="10543" y="9963"/>
                  </a:lnTo>
                  <a:lnTo>
                    <a:pt x="11122" y="9654"/>
                  </a:lnTo>
                  <a:lnTo>
                    <a:pt x="11701" y="9268"/>
                  </a:lnTo>
                  <a:lnTo>
                    <a:pt x="12242" y="8882"/>
                  </a:lnTo>
                  <a:lnTo>
                    <a:pt x="12744" y="8457"/>
                  </a:lnTo>
                  <a:lnTo>
                    <a:pt x="13169" y="8071"/>
                  </a:lnTo>
                  <a:lnTo>
                    <a:pt x="13555" y="7646"/>
                  </a:lnTo>
                  <a:lnTo>
                    <a:pt x="13748" y="7376"/>
                  </a:lnTo>
                  <a:lnTo>
                    <a:pt x="13864" y="7145"/>
                  </a:lnTo>
                  <a:lnTo>
                    <a:pt x="13980" y="6874"/>
                  </a:lnTo>
                  <a:lnTo>
                    <a:pt x="14018" y="6565"/>
                  </a:lnTo>
                  <a:lnTo>
                    <a:pt x="14018" y="6334"/>
                  </a:lnTo>
                  <a:lnTo>
                    <a:pt x="14018" y="6141"/>
                  </a:lnTo>
                  <a:lnTo>
                    <a:pt x="13941" y="5909"/>
                  </a:lnTo>
                  <a:lnTo>
                    <a:pt x="13864" y="5716"/>
                  </a:lnTo>
                  <a:lnTo>
                    <a:pt x="13748" y="5523"/>
                  </a:lnTo>
                  <a:lnTo>
                    <a:pt x="13593" y="5368"/>
                  </a:lnTo>
                  <a:lnTo>
                    <a:pt x="13439" y="5252"/>
                  </a:lnTo>
                  <a:lnTo>
                    <a:pt x="13246" y="5137"/>
                  </a:lnTo>
                  <a:lnTo>
                    <a:pt x="13091" y="5137"/>
                  </a:lnTo>
                  <a:lnTo>
                    <a:pt x="12821" y="3824"/>
                  </a:lnTo>
                  <a:lnTo>
                    <a:pt x="12512" y="2549"/>
                  </a:lnTo>
                  <a:lnTo>
                    <a:pt x="12165" y="1275"/>
                  </a:lnTo>
                  <a:lnTo>
                    <a:pt x="117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7" name="Google Shape;5527;p22"/>
            <p:cNvSpPr/>
            <p:nvPr/>
          </p:nvSpPr>
          <p:spPr>
            <a:xfrm>
              <a:off x="609775" y="1851075"/>
              <a:ext cx="353350" cy="159325"/>
            </a:xfrm>
            <a:custGeom>
              <a:avLst/>
              <a:gdLst/>
              <a:ahLst/>
              <a:cxnLst/>
              <a:rect l="l" t="t" r="r" b="b"/>
              <a:pathLst>
                <a:path w="14134" h="6373" extrusionOk="0">
                  <a:moveTo>
                    <a:pt x="11160" y="464"/>
                  </a:moveTo>
                  <a:lnTo>
                    <a:pt x="11624" y="503"/>
                  </a:lnTo>
                  <a:lnTo>
                    <a:pt x="12049" y="541"/>
                  </a:lnTo>
                  <a:lnTo>
                    <a:pt x="12435" y="657"/>
                  </a:lnTo>
                  <a:lnTo>
                    <a:pt x="12628" y="734"/>
                  </a:lnTo>
                  <a:lnTo>
                    <a:pt x="12744" y="812"/>
                  </a:lnTo>
                  <a:lnTo>
                    <a:pt x="12859" y="966"/>
                  </a:lnTo>
                  <a:lnTo>
                    <a:pt x="12937" y="1082"/>
                  </a:lnTo>
                  <a:lnTo>
                    <a:pt x="12975" y="1314"/>
                  </a:lnTo>
                  <a:lnTo>
                    <a:pt x="12975" y="1507"/>
                  </a:lnTo>
                  <a:lnTo>
                    <a:pt x="12937" y="1700"/>
                  </a:lnTo>
                  <a:lnTo>
                    <a:pt x="12821" y="1893"/>
                  </a:lnTo>
                  <a:lnTo>
                    <a:pt x="12705" y="2086"/>
                  </a:lnTo>
                  <a:lnTo>
                    <a:pt x="12589" y="2240"/>
                  </a:lnTo>
                  <a:lnTo>
                    <a:pt x="12242" y="2472"/>
                  </a:lnTo>
                  <a:lnTo>
                    <a:pt x="11817" y="2742"/>
                  </a:lnTo>
                  <a:lnTo>
                    <a:pt x="11392" y="2935"/>
                  </a:lnTo>
                  <a:lnTo>
                    <a:pt x="10658" y="3206"/>
                  </a:lnTo>
                  <a:lnTo>
                    <a:pt x="9925" y="3437"/>
                  </a:lnTo>
                  <a:lnTo>
                    <a:pt x="9152" y="3708"/>
                  </a:lnTo>
                  <a:lnTo>
                    <a:pt x="8380" y="3901"/>
                  </a:lnTo>
                  <a:lnTo>
                    <a:pt x="7608" y="4094"/>
                  </a:lnTo>
                  <a:lnTo>
                    <a:pt x="6797" y="4287"/>
                  </a:lnTo>
                  <a:lnTo>
                    <a:pt x="5909" y="4441"/>
                  </a:lnTo>
                  <a:lnTo>
                    <a:pt x="5021" y="4596"/>
                  </a:lnTo>
                  <a:lnTo>
                    <a:pt x="4133" y="4712"/>
                  </a:lnTo>
                  <a:lnTo>
                    <a:pt x="3244" y="4789"/>
                  </a:lnTo>
                  <a:lnTo>
                    <a:pt x="2202" y="4789"/>
                  </a:lnTo>
                  <a:lnTo>
                    <a:pt x="1854" y="4750"/>
                  </a:lnTo>
                  <a:lnTo>
                    <a:pt x="1507" y="4673"/>
                  </a:lnTo>
                  <a:lnTo>
                    <a:pt x="1198" y="4557"/>
                  </a:lnTo>
                  <a:lnTo>
                    <a:pt x="889" y="4441"/>
                  </a:lnTo>
                  <a:lnTo>
                    <a:pt x="580" y="4248"/>
                  </a:lnTo>
                  <a:lnTo>
                    <a:pt x="657" y="4171"/>
                  </a:lnTo>
                  <a:lnTo>
                    <a:pt x="696" y="4055"/>
                  </a:lnTo>
                  <a:lnTo>
                    <a:pt x="696" y="3939"/>
                  </a:lnTo>
                  <a:lnTo>
                    <a:pt x="734" y="3823"/>
                  </a:lnTo>
                  <a:lnTo>
                    <a:pt x="850" y="3630"/>
                  </a:lnTo>
                  <a:lnTo>
                    <a:pt x="1082" y="3437"/>
                  </a:lnTo>
                  <a:lnTo>
                    <a:pt x="1314" y="3244"/>
                  </a:lnTo>
                  <a:lnTo>
                    <a:pt x="1854" y="2935"/>
                  </a:lnTo>
                  <a:lnTo>
                    <a:pt x="2279" y="2704"/>
                  </a:lnTo>
                  <a:lnTo>
                    <a:pt x="3013" y="2356"/>
                  </a:lnTo>
                  <a:lnTo>
                    <a:pt x="3708" y="2009"/>
                  </a:lnTo>
                  <a:lnTo>
                    <a:pt x="4480" y="1700"/>
                  </a:lnTo>
                  <a:lnTo>
                    <a:pt x="5252" y="1429"/>
                  </a:lnTo>
                  <a:lnTo>
                    <a:pt x="6025" y="1198"/>
                  </a:lnTo>
                  <a:lnTo>
                    <a:pt x="6836" y="1005"/>
                  </a:lnTo>
                  <a:lnTo>
                    <a:pt x="7608" y="812"/>
                  </a:lnTo>
                  <a:lnTo>
                    <a:pt x="8419" y="696"/>
                  </a:lnTo>
                  <a:lnTo>
                    <a:pt x="9230" y="580"/>
                  </a:lnTo>
                  <a:lnTo>
                    <a:pt x="10041" y="541"/>
                  </a:lnTo>
                  <a:lnTo>
                    <a:pt x="10736" y="503"/>
                  </a:lnTo>
                  <a:lnTo>
                    <a:pt x="11160" y="464"/>
                  </a:lnTo>
                  <a:close/>
                  <a:moveTo>
                    <a:pt x="13477" y="1120"/>
                  </a:moveTo>
                  <a:lnTo>
                    <a:pt x="13632" y="1314"/>
                  </a:lnTo>
                  <a:lnTo>
                    <a:pt x="13709" y="1507"/>
                  </a:lnTo>
                  <a:lnTo>
                    <a:pt x="13748" y="1738"/>
                  </a:lnTo>
                  <a:lnTo>
                    <a:pt x="13709" y="2009"/>
                  </a:lnTo>
                  <a:lnTo>
                    <a:pt x="13632" y="2240"/>
                  </a:lnTo>
                  <a:lnTo>
                    <a:pt x="13516" y="2472"/>
                  </a:lnTo>
                  <a:lnTo>
                    <a:pt x="13400" y="2704"/>
                  </a:lnTo>
                  <a:lnTo>
                    <a:pt x="13207" y="2897"/>
                  </a:lnTo>
                  <a:lnTo>
                    <a:pt x="12859" y="3206"/>
                  </a:lnTo>
                  <a:lnTo>
                    <a:pt x="12473" y="3437"/>
                  </a:lnTo>
                  <a:lnTo>
                    <a:pt x="12049" y="3669"/>
                  </a:lnTo>
                  <a:lnTo>
                    <a:pt x="11624" y="3901"/>
                  </a:lnTo>
                  <a:lnTo>
                    <a:pt x="10658" y="4287"/>
                  </a:lnTo>
                  <a:lnTo>
                    <a:pt x="9732" y="4634"/>
                  </a:lnTo>
                  <a:lnTo>
                    <a:pt x="8766" y="4905"/>
                  </a:lnTo>
                  <a:lnTo>
                    <a:pt x="7762" y="5175"/>
                  </a:lnTo>
                  <a:lnTo>
                    <a:pt x="6758" y="5407"/>
                  </a:lnTo>
                  <a:lnTo>
                    <a:pt x="5754" y="5600"/>
                  </a:lnTo>
                  <a:lnTo>
                    <a:pt x="4712" y="5793"/>
                  </a:lnTo>
                  <a:lnTo>
                    <a:pt x="3708" y="5909"/>
                  </a:lnTo>
                  <a:lnTo>
                    <a:pt x="2781" y="5986"/>
                  </a:lnTo>
                  <a:lnTo>
                    <a:pt x="2279" y="5986"/>
                  </a:lnTo>
                  <a:lnTo>
                    <a:pt x="1816" y="5947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8"/>
                  </a:lnTo>
                  <a:lnTo>
                    <a:pt x="696" y="5484"/>
                  </a:lnTo>
                  <a:lnTo>
                    <a:pt x="503" y="5252"/>
                  </a:lnTo>
                  <a:lnTo>
                    <a:pt x="348" y="5021"/>
                  </a:lnTo>
                  <a:lnTo>
                    <a:pt x="310" y="4866"/>
                  </a:lnTo>
                  <a:lnTo>
                    <a:pt x="310" y="4750"/>
                  </a:lnTo>
                  <a:lnTo>
                    <a:pt x="310" y="4596"/>
                  </a:lnTo>
                  <a:lnTo>
                    <a:pt x="348" y="4441"/>
                  </a:lnTo>
                  <a:lnTo>
                    <a:pt x="541" y="4673"/>
                  </a:lnTo>
                  <a:lnTo>
                    <a:pt x="812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3" y="5214"/>
                  </a:lnTo>
                  <a:lnTo>
                    <a:pt x="1931" y="5252"/>
                  </a:lnTo>
                  <a:lnTo>
                    <a:pt x="2588" y="5329"/>
                  </a:lnTo>
                  <a:lnTo>
                    <a:pt x="3244" y="5291"/>
                  </a:lnTo>
                  <a:lnTo>
                    <a:pt x="3939" y="5252"/>
                  </a:lnTo>
                  <a:lnTo>
                    <a:pt x="5137" y="5059"/>
                  </a:lnTo>
                  <a:lnTo>
                    <a:pt x="6913" y="4789"/>
                  </a:lnTo>
                  <a:lnTo>
                    <a:pt x="7840" y="4596"/>
                  </a:lnTo>
                  <a:lnTo>
                    <a:pt x="8728" y="4403"/>
                  </a:lnTo>
                  <a:lnTo>
                    <a:pt x="9616" y="4132"/>
                  </a:lnTo>
                  <a:lnTo>
                    <a:pt x="10504" y="3862"/>
                  </a:lnTo>
                  <a:lnTo>
                    <a:pt x="11353" y="3515"/>
                  </a:lnTo>
                  <a:lnTo>
                    <a:pt x="12164" y="3128"/>
                  </a:lnTo>
                  <a:lnTo>
                    <a:pt x="12435" y="2974"/>
                  </a:lnTo>
                  <a:lnTo>
                    <a:pt x="12705" y="2819"/>
                  </a:lnTo>
                  <a:lnTo>
                    <a:pt x="12937" y="2588"/>
                  </a:lnTo>
                  <a:lnTo>
                    <a:pt x="13130" y="2395"/>
                  </a:lnTo>
                  <a:lnTo>
                    <a:pt x="13323" y="2124"/>
                  </a:lnTo>
                  <a:lnTo>
                    <a:pt x="13439" y="1854"/>
                  </a:lnTo>
                  <a:lnTo>
                    <a:pt x="13516" y="1584"/>
                  </a:lnTo>
                  <a:lnTo>
                    <a:pt x="13516" y="1236"/>
                  </a:lnTo>
                  <a:lnTo>
                    <a:pt x="13477" y="1120"/>
                  </a:lnTo>
                  <a:close/>
                  <a:moveTo>
                    <a:pt x="10658" y="1"/>
                  </a:moveTo>
                  <a:lnTo>
                    <a:pt x="9886" y="39"/>
                  </a:lnTo>
                  <a:lnTo>
                    <a:pt x="9114" y="116"/>
                  </a:lnTo>
                  <a:lnTo>
                    <a:pt x="8303" y="232"/>
                  </a:lnTo>
                  <a:lnTo>
                    <a:pt x="7531" y="348"/>
                  </a:lnTo>
                  <a:lnTo>
                    <a:pt x="6720" y="541"/>
                  </a:lnTo>
                  <a:lnTo>
                    <a:pt x="5909" y="734"/>
                  </a:lnTo>
                  <a:lnTo>
                    <a:pt x="5021" y="1005"/>
                  </a:lnTo>
                  <a:lnTo>
                    <a:pt x="4133" y="1352"/>
                  </a:lnTo>
                  <a:lnTo>
                    <a:pt x="3244" y="1700"/>
                  </a:lnTo>
                  <a:lnTo>
                    <a:pt x="2395" y="2124"/>
                  </a:lnTo>
                  <a:lnTo>
                    <a:pt x="1777" y="2433"/>
                  </a:lnTo>
                  <a:lnTo>
                    <a:pt x="1391" y="2626"/>
                  </a:lnTo>
                  <a:lnTo>
                    <a:pt x="1043" y="2858"/>
                  </a:lnTo>
                  <a:lnTo>
                    <a:pt x="696" y="3090"/>
                  </a:lnTo>
                  <a:lnTo>
                    <a:pt x="464" y="3399"/>
                  </a:lnTo>
                  <a:lnTo>
                    <a:pt x="348" y="3553"/>
                  </a:lnTo>
                  <a:lnTo>
                    <a:pt x="271" y="3708"/>
                  </a:lnTo>
                  <a:lnTo>
                    <a:pt x="232" y="3862"/>
                  </a:lnTo>
                  <a:lnTo>
                    <a:pt x="232" y="4055"/>
                  </a:lnTo>
                  <a:lnTo>
                    <a:pt x="194" y="4132"/>
                  </a:lnTo>
                  <a:lnTo>
                    <a:pt x="194" y="4171"/>
                  </a:lnTo>
                  <a:lnTo>
                    <a:pt x="117" y="4325"/>
                  </a:lnTo>
                  <a:lnTo>
                    <a:pt x="39" y="4480"/>
                  </a:lnTo>
                  <a:lnTo>
                    <a:pt x="1" y="4634"/>
                  </a:lnTo>
                  <a:lnTo>
                    <a:pt x="1" y="4789"/>
                  </a:lnTo>
                  <a:lnTo>
                    <a:pt x="39" y="5136"/>
                  </a:lnTo>
                  <a:lnTo>
                    <a:pt x="194" y="5445"/>
                  </a:lnTo>
                  <a:lnTo>
                    <a:pt x="348" y="5638"/>
                  </a:lnTo>
                  <a:lnTo>
                    <a:pt x="503" y="5831"/>
                  </a:lnTo>
                  <a:lnTo>
                    <a:pt x="696" y="5947"/>
                  </a:lnTo>
                  <a:lnTo>
                    <a:pt x="927" y="6063"/>
                  </a:lnTo>
                  <a:lnTo>
                    <a:pt x="966" y="6256"/>
                  </a:lnTo>
                  <a:lnTo>
                    <a:pt x="1275" y="6179"/>
                  </a:lnTo>
                  <a:lnTo>
                    <a:pt x="1314" y="6218"/>
                  </a:lnTo>
                  <a:lnTo>
                    <a:pt x="1314" y="6256"/>
                  </a:lnTo>
                  <a:lnTo>
                    <a:pt x="1352" y="6295"/>
                  </a:lnTo>
                  <a:lnTo>
                    <a:pt x="1468" y="6256"/>
                  </a:lnTo>
                  <a:lnTo>
                    <a:pt x="1816" y="6295"/>
                  </a:lnTo>
                  <a:lnTo>
                    <a:pt x="2395" y="6333"/>
                  </a:lnTo>
                  <a:lnTo>
                    <a:pt x="3013" y="6372"/>
                  </a:lnTo>
                  <a:lnTo>
                    <a:pt x="3592" y="6333"/>
                  </a:lnTo>
                  <a:lnTo>
                    <a:pt x="4171" y="6295"/>
                  </a:lnTo>
                  <a:lnTo>
                    <a:pt x="5368" y="6102"/>
                  </a:lnTo>
                  <a:lnTo>
                    <a:pt x="6565" y="5870"/>
                  </a:lnTo>
                  <a:lnTo>
                    <a:pt x="6758" y="5831"/>
                  </a:lnTo>
                  <a:lnTo>
                    <a:pt x="7994" y="5523"/>
                  </a:lnTo>
                  <a:lnTo>
                    <a:pt x="9037" y="5252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6" y="4132"/>
                  </a:lnTo>
                  <a:lnTo>
                    <a:pt x="12126" y="4248"/>
                  </a:lnTo>
                  <a:lnTo>
                    <a:pt x="12396" y="4287"/>
                  </a:lnTo>
                  <a:lnTo>
                    <a:pt x="12782" y="4712"/>
                  </a:lnTo>
                  <a:lnTo>
                    <a:pt x="13014" y="4519"/>
                  </a:lnTo>
                  <a:lnTo>
                    <a:pt x="12435" y="3939"/>
                  </a:lnTo>
                  <a:lnTo>
                    <a:pt x="12898" y="3669"/>
                  </a:lnTo>
                  <a:lnTo>
                    <a:pt x="13361" y="3321"/>
                  </a:lnTo>
                  <a:lnTo>
                    <a:pt x="13632" y="3051"/>
                  </a:lnTo>
                  <a:lnTo>
                    <a:pt x="13825" y="2704"/>
                  </a:lnTo>
                  <a:lnTo>
                    <a:pt x="14134" y="2626"/>
                  </a:lnTo>
                  <a:lnTo>
                    <a:pt x="14018" y="2317"/>
                  </a:lnTo>
                  <a:lnTo>
                    <a:pt x="14095" y="2009"/>
                  </a:lnTo>
                  <a:lnTo>
                    <a:pt x="14134" y="1738"/>
                  </a:lnTo>
                  <a:lnTo>
                    <a:pt x="14095" y="1468"/>
                  </a:lnTo>
                  <a:lnTo>
                    <a:pt x="14018" y="1236"/>
                  </a:lnTo>
                  <a:lnTo>
                    <a:pt x="13902" y="1005"/>
                  </a:lnTo>
                  <a:lnTo>
                    <a:pt x="13748" y="812"/>
                  </a:lnTo>
                  <a:lnTo>
                    <a:pt x="13477" y="618"/>
                  </a:lnTo>
                  <a:lnTo>
                    <a:pt x="13168" y="503"/>
                  </a:lnTo>
                  <a:lnTo>
                    <a:pt x="13091" y="503"/>
                  </a:lnTo>
                  <a:lnTo>
                    <a:pt x="12898" y="387"/>
                  </a:lnTo>
                  <a:lnTo>
                    <a:pt x="12666" y="271"/>
                  </a:lnTo>
                  <a:lnTo>
                    <a:pt x="12435" y="155"/>
                  </a:lnTo>
                  <a:lnTo>
                    <a:pt x="12203" y="116"/>
                  </a:lnTo>
                  <a:lnTo>
                    <a:pt x="11817" y="39"/>
                  </a:lnTo>
                  <a:lnTo>
                    <a:pt x="1143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8" name="Google Shape;5528;p22"/>
            <p:cNvSpPr/>
            <p:nvPr/>
          </p:nvSpPr>
          <p:spPr>
            <a:xfrm>
              <a:off x="6883725" y="1876175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6" y="1"/>
                  </a:moveTo>
                  <a:lnTo>
                    <a:pt x="348" y="889"/>
                  </a:lnTo>
                  <a:lnTo>
                    <a:pt x="232" y="1815"/>
                  </a:lnTo>
                  <a:lnTo>
                    <a:pt x="155" y="3630"/>
                  </a:lnTo>
                  <a:lnTo>
                    <a:pt x="1" y="7260"/>
                  </a:lnTo>
                  <a:lnTo>
                    <a:pt x="194" y="7260"/>
                  </a:lnTo>
                  <a:lnTo>
                    <a:pt x="426" y="5484"/>
                  </a:lnTo>
                  <a:lnTo>
                    <a:pt x="580" y="3669"/>
                  </a:lnTo>
                  <a:lnTo>
                    <a:pt x="696" y="1854"/>
                  </a:lnTo>
                  <a:lnTo>
                    <a:pt x="696" y="927"/>
                  </a:lnTo>
                  <a:lnTo>
                    <a:pt x="696" y="39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9" name="Google Shape;5529;p22"/>
            <p:cNvSpPr/>
            <p:nvPr/>
          </p:nvSpPr>
          <p:spPr>
            <a:xfrm>
              <a:off x="4796600" y="1878100"/>
              <a:ext cx="350450" cy="288675"/>
            </a:xfrm>
            <a:custGeom>
              <a:avLst/>
              <a:gdLst/>
              <a:ahLst/>
              <a:cxnLst/>
              <a:rect l="l" t="t" r="r" b="b"/>
              <a:pathLst>
                <a:path w="14018" h="11547" extrusionOk="0">
                  <a:moveTo>
                    <a:pt x="11778" y="1"/>
                  </a:moveTo>
                  <a:lnTo>
                    <a:pt x="11469" y="78"/>
                  </a:lnTo>
                  <a:lnTo>
                    <a:pt x="11855" y="1932"/>
                  </a:lnTo>
                  <a:lnTo>
                    <a:pt x="12280" y="3746"/>
                  </a:lnTo>
                  <a:lnTo>
                    <a:pt x="11508" y="2781"/>
                  </a:lnTo>
                  <a:lnTo>
                    <a:pt x="10658" y="1893"/>
                  </a:lnTo>
                  <a:lnTo>
                    <a:pt x="10426" y="2086"/>
                  </a:lnTo>
                  <a:lnTo>
                    <a:pt x="11469" y="3438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9"/>
                  </a:lnTo>
                  <a:lnTo>
                    <a:pt x="13168" y="5523"/>
                  </a:lnTo>
                  <a:lnTo>
                    <a:pt x="13438" y="5716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1"/>
                  </a:lnTo>
                  <a:lnTo>
                    <a:pt x="13631" y="6681"/>
                  </a:lnTo>
                  <a:lnTo>
                    <a:pt x="13516" y="6913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3" y="7955"/>
                  </a:lnTo>
                  <a:lnTo>
                    <a:pt x="12203" y="8419"/>
                  </a:lnTo>
                  <a:lnTo>
                    <a:pt x="11739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2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0" y="11160"/>
                  </a:lnTo>
                  <a:lnTo>
                    <a:pt x="3630" y="11160"/>
                  </a:lnTo>
                  <a:lnTo>
                    <a:pt x="3012" y="11122"/>
                  </a:lnTo>
                  <a:lnTo>
                    <a:pt x="2356" y="11045"/>
                  </a:lnTo>
                  <a:lnTo>
                    <a:pt x="1661" y="10929"/>
                  </a:lnTo>
                  <a:lnTo>
                    <a:pt x="1352" y="10813"/>
                  </a:lnTo>
                  <a:lnTo>
                    <a:pt x="1082" y="10697"/>
                  </a:lnTo>
                  <a:lnTo>
                    <a:pt x="811" y="10543"/>
                  </a:lnTo>
                  <a:lnTo>
                    <a:pt x="618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2"/>
                  </a:lnTo>
                  <a:lnTo>
                    <a:pt x="387" y="9461"/>
                  </a:lnTo>
                  <a:lnTo>
                    <a:pt x="155" y="9423"/>
                  </a:lnTo>
                  <a:lnTo>
                    <a:pt x="39" y="9655"/>
                  </a:lnTo>
                  <a:lnTo>
                    <a:pt x="0" y="9886"/>
                  </a:lnTo>
                  <a:lnTo>
                    <a:pt x="39" y="10118"/>
                  </a:lnTo>
                  <a:lnTo>
                    <a:pt x="78" y="10311"/>
                  </a:lnTo>
                  <a:lnTo>
                    <a:pt x="193" y="10465"/>
                  </a:lnTo>
                  <a:lnTo>
                    <a:pt x="348" y="10620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8"/>
                  </a:lnTo>
                  <a:lnTo>
                    <a:pt x="2201" y="11354"/>
                  </a:lnTo>
                  <a:lnTo>
                    <a:pt x="2626" y="11431"/>
                  </a:lnTo>
                  <a:lnTo>
                    <a:pt x="3321" y="11508"/>
                  </a:lnTo>
                  <a:lnTo>
                    <a:pt x="3978" y="11547"/>
                  </a:lnTo>
                  <a:lnTo>
                    <a:pt x="4673" y="11547"/>
                  </a:lnTo>
                  <a:lnTo>
                    <a:pt x="5368" y="11508"/>
                  </a:lnTo>
                  <a:lnTo>
                    <a:pt x="6063" y="11431"/>
                  </a:lnTo>
                  <a:lnTo>
                    <a:pt x="6758" y="11315"/>
                  </a:lnTo>
                  <a:lnTo>
                    <a:pt x="7414" y="11160"/>
                  </a:lnTo>
                  <a:lnTo>
                    <a:pt x="8071" y="11006"/>
                  </a:lnTo>
                  <a:lnTo>
                    <a:pt x="8727" y="10774"/>
                  </a:lnTo>
                  <a:lnTo>
                    <a:pt x="9345" y="10543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1" y="9655"/>
                  </a:lnTo>
                  <a:lnTo>
                    <a:pt x="11701" y="9268"/>
                  </a:lnTo>
                  <a:lnTo>
                    <a:pt x="12241" y="8882"/>
                  </a:lnTo>
                  <a:lnTo>
                    <a:pt x="12743" y="8457"/>
                  </a:lnTo>
                  <a:lnTo>
                    <a:pt x="13168" y="8071"/>
                  </a:lnTo>
                  <a:lnTo>
                    <a:pt x="13554" y="7647"/>
                  </a:lnTo>
                  <a:lnTo>
                    <a:pt x="13747" y="7376"/>
                  </a:lnTo>
                  <a:lnTo>
                    <a:pt x="13863" y="7145"/>
                  </a:lnTo>
                  <a:lnTo>
                    <a:pt x="13979" y="6874"/>
                  </a:lnTo>
                  <a:lnTo>
                    <a:pt x="14018" y="6565"/>
                  </a:lnTo>
                  <a:lnTo>
                    <a:pt x="14018" y="6334"/>
                  </a:lnTo>
                  <a:lnTo>
                    <a:pt x="14018" y="6141"/>
                  </a:lnTo>
                  <a:lnTo>
                    <a:pt x="13940" y="5909"/>
                  </a:lnTo>
                  <a:lnTo>
                    <a:pt x="13863" y="5716"/>
                  </a:lnTo>
                  <a:lnTo>
                    <a:pt x="13747" y="5523"/>
                  </a:lnTo>
                  <a:lnTo>
                    <a:pt x="13593" y="5368"/>
                  </a:lnTo>
                  <a:lnTo>
                    <a:pt x="13438" y="5252"/>
                  </a:lnTo>
                  <a:lnTo>
                    <a:pt x="13245" y="5137"/>
                  </a:lnTo>
                  <a:lnTo>
                    <a:pt x="13091" y="5137"/>
                  </a:lnTo>
                  <a:lnTo>
                    <a:pt x="12821" y="3824"/>
                  </a:lnTo>
                  <a:lnTo>
                    <a:pt x="12512" y="2549"/>
                  </a:lnTo>
                  <a:lnTo>
                    <a:pt x="12164" y="1275"/>
                  </a:lnTo>
                  <a:lnTo>
                    <a:pt x="1177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0" name="Google Shape;5530;p22"/>
            <p:cNvSpPr/>
            <p:nvPr/>
          </p:nvSpPr>
          <p:spPr>
            <a:xfrm>
              <a:off x="6050625" y="1898375"/>
              <a:ext cx="329200" cy="241375"/>
            </a:xfrm>
            <a:custGeom>
              <a:avLst/>
              <a:gdLst/>
              <a:ahLst/>
              <a:cxnLst/>
              <a:rect l="l" t="t" r="r" b="b"/>
              <a:pathLst>
                <a:path w="13168" h="9655" extrusionOk="0">
                  <a:moveTo>
                    <a:pt x="5368" y="619"/>
                  </a:moveTo>
                  <a:lnTo>
                    <a:pt x="5947" y="773"/>
                  </a:lnTo>
                  <a:lnTo>
                    <a:pt x="6526" y="1005"/>
                  </a:lnTo>
                  <a:lnTo>
                    <a:pt x="7028" y="1314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5"/>
                  </a:lnTo>
                  <a:lnTo>
                    <a:pt x="8109" y="2356"/>
                  </a:lnTo>
                  <a:lnTo>
                    <a:pt x="8264" y="2627"/>
                  </a:lnTo>
                  <a:lnTo>
                    <a:pt x="8380" y="2858"/>
                  </a:lnTo>
                  <a:lnTo>
                    <a:pt x="8495" y="3129"/>
                  </a:lnTo>
                  <a:lnTo>
                    <a:pt x="8573" y="3437"/>
                  </a:lnTo>
                  <a:lnTo>
                    <a:pt x="8611" y="3708"/>
                  </a:lnTo>
                  <a:lnTo>
                    <a:pt x="8573" y="3708"/>
                  </a:lnTo>
                  <a:lnTo>
                    <a:pt x="7723" y="3824"/>
                  </a:lnTo>
                  <a:lnTo>
                    <a:pt x="6874" y="3901"/>
                  </a:lnTo>
                  <a:lnTo>
                    <a:pt x="6410" y="3939"/>
                  </a:lnTo>
                  <a:lnTo>
                    <a:pt x="6178" y="3939"/>
                  </a:lnTo>
                  <a:lnTo>
                    <a:pt x="5985" y="3901"/>
                  </a:lnTo>
                  <a:lnTo>
                    <a:pt x="5792" y="3862"/>
                  </a:lnTo>
                  <a:lnTo>
                    <a:pt x="5638" y="3746"/>
                  </a:lnTo>
                  <a:lnTo>
                    <a:pt x="5561" y="3553"/>
                  </a:lnTo>
                  <a:lnTo>
                    <a:pt x="5483" y="3283"/>
                  </a:lnTo>
                  <a:lnTo>
                    <a:pt x="5406" y="2627"/>
                  </a:lnTo>
                  <a:lnTo>
                    <a:pt x="5368" y="1970"/>
                  </a:lnTo>
                  <a:lnTo>
                    <a:pt x="5368" y="619"/>
                  </a:lnTo>
                  <a:close/>
                  <a:moveTo>
                    <a:pt x="2742" y="889"/>
                  </a:moveTo>
                  <a:lnTo>
                    <a:pt x="2626" y="3090"/>
                  </a:lnTo>
                  <a:lnTo>
                    <a:pt x="2626" y="3515"/>
                  </a:lnTo>
                  <a:lnTo>
                    <a:pt x="2587" y="3708"/>
                  </a:lnTo>
                  <a:lnTo>
                    <a:pt x="2510" y="3862"/>
                  </a:lnTo>
                  <a:lnTo>
                    <a:pt x="2433" y="3978"/>
                  </a:lnTo>
                  <a:lnTo>
                    <a:pt x="2278" y="4094"/>
                  </a:lnTo>
                  <a:lnTo>
                    <a:pt x="2124" y="4210"/>
                  </a:lnTo>
                  <a:lnTo>
                    <a:pt x="1892" y="4248"/>
                  </a:lnTo>
                  <a:lnTo>
                    <a:pt x="1699" y="4287"/>
                  </a:lnTo>
                  <a:lnTo>
                    <a:pt x="1506" y="4287"/>
                  </a:lnTo>
                  <a:lnTo>
                    <a:pt x="1120" y="4210"/>
                  </a:lnTo>
                  <a:lnTo>
                    <a:pt x="734" y="4133"/>
                  </a:lnTo>
                  <a:lnTo>
                    <a:pt x="386" y="4017"/>
                  </a:lnTo>
                  <a:lnTo>
                    <a:pt x="502" y="3515"/>
                  </a:lnTo>
                  <a:lnTo>
                    <a:pt x="657" y="3013"/>
                  </a:lnTo>
                  <a:lnTo>
                    <a:pt x="888" y="2549"/>
                  </a:lnTo>
                  <a:lnTo>
                    <a:pt x="1159" y="2125"/>
                  </a:lnTo>
                  <a:lnTo>
                    <a:pt x="1506" y="1738"/>
                  </a:lnTo>
                  <a:lnTo>
                    <a:pt x="1892" y="1391"/>
                  </a:lnTo>
                  <a:lnTo>
                    <a:pt x="2317" y="1121"/>
                  </a:lnTo>
                  <a:lnTo>
                    <a:pt x="2742" y="889"/>
                  </a:lnTo>
                  <a:close/>
                  <a:moveTo>
                    <a:pt x="10774" y="5368"/>
                  </a:moveTo>
                  <a:lnTo>
                    <a:pt x="11198" y="5638"/>
                  </a:lnTo>
                  <a:lnTo>
                    <a:pt x="11623" y="5986"/>
                  </a:lnTo>
                  <a:lnTo>
                    <a:pt x="11430" y="6140"/>
                  </a:lnTo>
                  <a:lnTo>
                    <a:pt x="11314" y="6179"/>
                  </a:lnTo>
                  <a:lnTo>
                    <a:pt x="11198" y="6256"/>
                  </a:lnTo>
                  <a:lnTo>
                    <a:pt x="10928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32"/>
                  </a:lnTo>
                  <a:lnTo>
                    <a:pt x="10542" y="5716"/>
                  </a:lnTo>
                  <a:lnTo>
                    <a:pt x="10619" y="5523"/>
                  </a:lnTo>
                  <a:lnTo>
                    <a:pt x="10658" y="5407"/>
                  </a:lnTo>
                  <a:lnTo>
                    <a:pt x="10774" y="5368"/>
                  </a:lnTo>
                  <a:close/>
                  <a:moveTo>
                    <a:pt x="4402" y="1"/>
                  </a:moveTo>
                  <a:lnTo>
                    <a:pt x="3939" y="39"/>
                  </a:lnTo>
                  <a:lnTo>
                    <a:pt x="3514" y="117"/>
                  </a:lnTo>
                  <a:lnTo>
                    <a:pt x="3051" y="194"/>
                  </a:lnTo>
                  <a:lnTo>
                    <a:pt x="2626" y="348"/>
                  </a:lnTo>
                  <a:lnTo>
                    <a:pt x="2240" y="541"/>
                  </a:lnTo>
                  <a:lnTo>
                    <a:pt x="1854" y="773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8" y="1661"/>
                  </a:lnTo>
                  <a:lnTo>
                    <a:pt x="618" y="2009"/>
                  </a:lnTo>
                  <a:lnTo>
                    <a:pt x="386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31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57"/>
                  </a:lnTo>
                  <a:lnTo>
                    <a:pt x="348" y="4287"/>
                  </a:lnTo>
                  <a:lnTo>
                    <a:pt x="965" y="4519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5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364"/>
                  </a:lnTo>
                  <a:lnTo>
                    <a:pt x="2858" y="4248"/>
                  </a:lnTo>
                  <a:lnTo>
                    <a:pt x="2896" y="4094"/>
                  </a:lnTo>
                  <a:lnTo>
                    <a:pt x="2973" y="3939"/>
                  </a:lnTo>
                  <a:lnTo>
                    <a:pt x="3012" y="3631"/>
                  </a:lnTo>
                  <a:lnTo>
                    <a:pt x="3012" y="2974"/>
                  </a:lnTo>
                  <a:lnTo>
                    <a:pt x="3089" y="734"/>
                  </a:lnTo>
                  <a:lnTo>
                    <a:pt x="3514" y="619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7" y="580"/>
                  </a:lnTo>
                  <a:lnTo>
                    <a:pt x="5020" y="1623"/>
                  </a:lnTo>
                  <a:lnTo>
                    <a:pt x="5059" y="2704"/>
                  </a:lnTo>
                  <a:lnTo>
                    <a:pt x="5097" y="3399"/>
                  </a:lnTo>
                  <a:lnTo>
                    <a:pt x="5175" y="3746"/>
                  </a:lnTo>
                  <a:lnTo>
                    <a:pt x="5213" y="3901"/>
                  </a:lnTo>
                  <a:lnTo>
                    <a:pt x="5290" y="4017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70" y="4326"/>
                  </a:lnTo>
                  <a:lnTo>
                    <a:pt x="6217" y="4326"/>
                  </a:lnTo>
                  <a:lnTo>
                    <a:pt x="6565" y="4287"/>
                  </a:lnTo>
                  <a:lnTo>
                    <a:pt x="7607" y="4210"/>
                  </a:lnTo>
                  <a:lnTo>
                    <a:pt x="8650" y="4055"/>
                  </a:lnTo>
                  <a:lnTo>
                    <a:pt x="8650" y="4441"/>
                  </a:lnTo>
                  <a:lnTo>
                    <a:pt x="8611" y="4866"/>
                  </a:lnTo>
                  <a:lnTo>
                    <a:pt x="8611" y="4905"/>
                  </a:lnTo>
                  <a:lnTo>
                    <a:pt x="8611" y="5021"/>
                  </a:lnTo>
                  <a:lnTo>
                    <a:pt x="8650" y="5059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0" y="4905"/>
                  </a:lnTo>
                  <a:lnTo>
                    <a:pt x="9384" y="4905"/>
                  </a:lnTo>
                  <a:lnTo>
                    <a:pt x="9808" y="4982"/>
                  </a:lnTo>
                  <a:lnTo>
                    <a:pt x="10194" y="5098"/>
                  </a:lnTo>
                  <a:lnTo>
                    <a:pt x="10503" y="5252"/>
                  </a:lnTo>
                  <a:lnTo>
                    <a:pt x="10426" y="5330"/>
                  </a:lnTo>
                  <a:lnTo>
                    <a:pt x="10310" y="5445"/>
                  </a:lnTo>
                  <a:lnTo>
                    <a:pt x="10272" y="5600"/>
                  </a:lnTo>
                  <a:lnTo>
                    <a:pt x="10233" y="5716"/>
                  </a:lnTo>
                  <a:lnTo>
                    <a:pt x="10233" y="5870"/>
                  </a:lnTo>
                  <a:lnTo>
                    <a:pt x="10233" y="6025"/>
                  </a:lnTo>
                  <a:lnTo>
                    <a:pt x="10272" y="6179"/>
                  </a:lnTo>
                  <a:lnTo>
                    <a:pt x="10349" y="6334"/>
                  </a:lnTo>
                  <a:lnTo>
                    <a:pt x="10503" y="6488"/>
                  </a:lnTo>
                  <a:lnTo>
                    <a:pt x="10696" y="6565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7"/>
                  </a:lnTo>
                  <a:lnTo>
                    <a:pt x="11739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41" y="6913"/>
                  </a:lnTo>
                  <a:lnTo>
                    <a:pt x="12395" y="7222"/>
                  </a:lnTo>
                  <a:lnTo>
                    <a:pt x="12473" y="7569"/>
                  </a:lnTo>
                  <a:lnTo>
                    <a:pt x="12511" y="7917"/>
                  </a:lnTo>
                  <a:lnTo>
                    <a:pt x="12550" y="8264"/>
                  </a:lnTo>
                  <a:lnTo>
                    <a:pt x="12550" y="8998"/>
                  </a:lnTo>
                  <a:lnTo>
                    <a:pt x="12473" y="8998"/>
                  </a:lnTo>
                  <a:lnTo>
                    <a:pt x="12434" y="9037"/>
                  </a:lnTo>
                  <a:lnTo>
                    <a:pt x="12357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54"/>
                  </a:lnTo>
                  <a:lnTo>
                    <a:pt x="12125" y="9654"/>
                  </a:lnTo>
                  <a:lnTo>
                    <a:pt x="12820" y="9616"/>
                  </a:lnTo>
                  <a:lnTo>
                    <a:pt x="12936" y="9577"/>
                  </a:lnTo>
                  <a:lnTo>
                    <a:pt x="13013" y="9461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091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685"/>
                  </a:lnTo>
                  <a:lnTo>
                    <a:pt x="12936" y="7183"/>
                  </a:lnTo>
                  <a:lnTo>
                    <a:pt x="12704" y="6681"/>
                  </a:lnTo>
                  <a:lnTo>
                    <a:pt x="12434" y="6218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276" y="5098"/>
                  </a:lnTo>
                  <a:lnTo>
                    <a:pt x="10967" y="4905"/>
                  </a:lnTo>
                  <a:lnTo>
                    <a:pt x="10619" y="4750"/>
                  </a:lnTo>
                  <a:lnTo>
                    <a:pt x="10233" y="4596"/>
                  </a:lnTo>
                  <a:lnTo>
                    <a:pt x="9886" y="4480"/>
                  </a:lnTo>
                  <a:lnTo>
                    <a:pt x="9499" y="4403"/>
                  </a:lnTo>
                  <a:lnTo>
                    <a:pt x="9190" y="4441"/>
                  </a:lnTo>
                  <a:lnTo>
                    <a:pt x="9268" y="3978"/>
                  </a:lnTo>
                  <a:lnTo>
                    <a:pt x="9229" y="3515"/>
                  </a:lnTo>
                  <a:lnTo>
                    <a:pt x="9152" y="3090"/>
                  </a:lnTo>
                  <a:lnTo>
                    <a:pt x="8997" y="2665"/>
                  </a:lnTo>
                  <a:lnTo>
                    <a:pt x="8804" y="2279"/>
                  </a:lnTo>
                  <a:lnTo>
                    <a:pt x="8534" y="1931"/>
                  </a:lnTo>
                  <a:lnTo>
                    <a:pt x="8186" y="1584"/>
                  </a:lnTo>
                  <a:lnTo>
                    <a:pt x="7839" y="1275"/>
                  </a:lnTo>
                  <a:lnTo>
                    <a:pt x="7453" y="966"/>
                  </a:lnTo>
                  <a:lnTo>
                    <a:pt x="7067" y="734"/>
                  </a:lnTo>
                  <a:lnTo>
                    <a:pt x="6603" y="503"/>
                  </a:lnTo>
                  <a:lnTo>
                    <a:pt x="6178" y="348"/>
                  </a:lnTo>
                  <a:lnTo>
                    <a:pt x="5715" y="194"/>
                  </a:lnTo>
                  <a:lnTo>
                    <a:pt x="5290" y="78"/>
                  </a:lnTo>
                  <a:lnTo>
                    <a:pt x="482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1" name="Google Shape;5531;p22"/>
            <p:cNvSpPr/>
            <p:nvPr/>
          </p:nvSpPr>
          <p:spPr>
            <a:xfrm>
              <a:off x="1849325" y="1901275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7" y="1"/>
                  </a:moveTo>
                  <a:lnTo>
                    <a:pt x="0" y="580"/>
                  </a:lnTo>
                  <a:lnTo>
                    <a:pt x="0" y="1198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9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70" y="5947"/>
                  </a:lnTo>
                  <a:lnTo>
                    <a:pt x="2433" y="6411"/>
                  </a:lnTo>
                  <a:lnTo>
                    <a:pt x="2974" y="6874"/>
                  </a:lnTo>
                  <a:lnTo>
                    <a:pt x="3514" y="7260"/>
                  </a:lnTo>
                  <a:lnTo>
                    <a:pt x="4093" y="7646"/>
                  </a:lnTo>
                  <a:lnTo>
                    <a:pt x="4711" y="7955"/>
                  </a:lnTo>
                  <a:lnTo>
                    <a:pt x="5329" y="8226"/>
                  </a:lnTo>
                  <a:lnTo>
                    <a:pt x="5986" y="8496"/>
                  </a:lnTo>
                  <a:lnTo>
                    <a:pt x="6642" y="8689"/>
                  </a:lnTo>
                  <a:lnTo>
                    <a:pt x="7298" y="8843"/>
                  </a:lnTo>
                  <a:lnTo>
                    <a:pt x="7993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4"/>
                  </a:lnTo>
                  <a:lnTo>
                    <a:pt x="10774" y="9075"/>
                  </a:lnTo>
                  <a:lnTo>
                    <a:pt x="11392" y="8998"/>
                  </a:lnTo>
                  <a:lnTo>
                    <a:pt x="12048" y="8921"/>
                  </a:lnTo>
                  <a:lnTo>
                    <a:pt x="12705" y="8766"/>
                  </a:lnTo>
                  <a:lnTo>
                    <a:pt x="13361" y="8612"/>
                  </a:lnTo>
                  <a:lnTo>
                    <a:pt x="14017" y="8380"/>
                  </a:lnTo>
                  <a:lnTo>
                    <a:pt x="14635" y="8148"/>
                  </a:lnTo>
                  <a:lnTo>
                    <a:pt x="15253" y="7878"/>
                  </a:lnTo>
                  <a:lnTo>
                    <a:pt x="15871" y="7569"/>
                  </a:lnTo>
                  <a:lnTo>
                    <a:pt x="16450" y="7222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5"/>
                  </a:lnTo>
                  <a:lnTo>
                    <a:pt x="19076" y="4287"/>
                  </a:lnTo>
                  <a:lnTo>
                    <a:pt x="19346" y="3669"/>
                  </a:lnTo>
                  <a:lnTo>
                    <a:pt x="19115" y="3630"/>
                  </a:lnTo>
                  <a:lnTo>
                    <a:pt x="18767" y="4171"/>
                  </a:lnTo>
                  <a:lnTo>
                    <a:pt x="18420" y="4634"/>
                  </a:lnTo>
                  <a:lnTo>
                    <a:pt x="18033" y="5098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0" y="6333"/>
                  </a:lnTo>
                  <a:lnTo>
                    <a:pt x="16257" y="6681"/>
                  </a:lnTo>
                  <a:lnTo>
                    <a:pt x="15755" y="7028"/>
                  </a:lnTo>
                  <a:lnTo>
                    <a:pt x="15214" y="7299"/>
                  </a:lnTo>
                  <a:lnTo>
                    <a:pt x="14712" y="7569"/>
                  </a:lnTo>
                  <a:lnTo>
                    <a:pt x="14133" y="7801"/>
                  </a:lnTo>
                  <a:lnTo>
                    <a:pt x="13593" y="8032"/>
                  </a:lnTo>
                  <a:lnTo>
                    <a:pt x="13013" y="8187"/>
                  </a:lnTo>
                  <a:lnTo>
                    <a:pt x="12434" y="8341"/>
                  </a:lnTo>
                  <a:lnTo>
                    <a:pt x="11816" y="8457"/>
                  </a:lnTo>
                  <a:lnTo>
                    <a:pt x="11199" y="8534"/>
                  </a:lnTo>
                  <a:lnTo>
                    <a:pt x="10503" y="8612"/>
                  </a:lnTo>
                  <a:lnTo>
                    <a:pt x="9113" y="8612"/>
                  </a:lnTo>
                  <a:lnTo>
                    <a:pt x="8380" y="8534"/>
                  </a:lnTo>
                  <a:lnTo>
                    <a:pt x="7685" y="8419"/>
                  </a:lnTo>
                  <a:lnTo>
                    <a:pt x="6990" y="8303"/>
                  </a:lnTo>
                  <a:lnTo>
                    <a:pt x="6333" y="8110"/>
                  </a:lnTo>
                  <a:lnTo>
                    <a:pt x="5638" y="7878"/>
                  </a:lnTo>
                  <a:lnTo>
                    <a:pt x="5020" y="7608"/>
                  </a:lnTo>
                  <a:lnTo>
                    <a:pt x="4364" y="7260"/>
                  </a:lnTo>
                  <a:lnTo>
                    <a:pt x="3784" y="6913"/>
                  </a:lnTo>
                  <a:lnTo>
                    <a:pt x="3205" y="6488"/>
                  </a:lnTo>
                  <a:lnTo>
                    <a:pt x="2703" y="6063"/>
                  </a:lnTo>
                  <a:lnTo>
                    <a:pt x="2201" y="5561"/>
                  </a:lnTo>
                  <a:lnTo>
                    <a:pt x="1776" y="4982"/>
                  </a:lnTo>
                  <a:lnTo>
                    <a:pt x="1390" y="4403"/>
                  </a:lnTo>
                  <a:lnTo>
                    <a:pt x="1120" y="3901"/>
                  </a:lnTo>
                  <a:lnTo>
                    <a:pt x="850" y="3360"/>
                  </a:lnTo>
                  <a:lnTo>
                    <a:pt x="695" y="2858"/>
                  </a:lnTo>
                  <a:lnTo>
                    <a:pt x="541" y="2279"/>
                  </a:lnTo>
                  <a:lnTo>
                    <a:pt x="425" y="1738"/>
                  </a:lnTo>
                  <a:lnTo>
                    <a:pt x="386" y="1159"/>
                  </a:lnTo>
                  <a:lnTo>
                    <a:pt x="386" y="618"/>
                  </a:lnTo>
                  <a:lnTo>
                    <a:pt x="425" y="39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2" name="Google Shape;5532;p22"/>
            <p:cNvSpPr/>
            <p:nvPr/>
          </p:nvSpPr>
          <p:spPr>
            <a:xfrm>
              <a:off x="1935225" y="1910925"/>
              <a:ext cx="35750" cy="29000"/>
            </a:xfrm>
            <a:custGeom>
              <a:avLst/>
              <a:gdLst/>
              <a:ahLst/>
              <a:cxnLst/>
              <a:rect l="l" t="t" r="r" b="b"/>
              <a:pathLst>
                <a:path w="1430" h="1160" extrusionOk="0">
                  <a:moveTo>
                    <a:pt x="503" y="1"/>
                  </a:moveTo>
                  <a:lnTo>
                    <a:pt x="310" y="117"/>
                  </a:lnTo>
                  <a:lnTo>
                    <a:pt x="194" y="232"/>
                  </a:lnTo>
                  <a:lnTo>
                    <a:pt x="78" y="387"/>
                  </a:lnTo>
                  <a:lnTo>
                    <a:pt x="40" y="541"/>
                  </a:lnTo>
                  <a:lnTo>
                    <a:pt x="1" y="734"/>
                  </a:lnTo>
                  <a:lnTo>
                    <a:pt x="40" y="927"/>
                  </a:lnTo>
                  <a:lnTo>
                    <a:pt x="117" y="1082"/>
                  </a:lnTo>
                  <a:lnTo>
                    <a:pt x="194" y="1159"/>
                  </a:lnTo>
                  <a:lnTo>
                    <a:pt x="348" y="1159"/>
                  </a:lnTo>
                  <a:lnTo>
                    <a:pt x="426" y="1043"/>
                  </a:lnTo>
                  <a:lnTo>
                    <a:pt x="426" y="1005"/>
                  </a:lnTo>
                  <a:lnTo>
                    <a:pt x="387" y="927"/>
                  </a:lnTo>
                  <a:lnTo>
                    <a:pt x="387" y="850"/>
                  </a:lnTo>
                  <a:lnTo>
                    <a:pt x="348" y="773"/>
                  </a:lnTo>
                  <a:lnTo>
                    <a:pt x="426" y="580"/>
                  </a:lnTo>
                  <a:lnTo>
                    <a:pt x="542" y="425"/>
                  </a:lnTo>
                  <a:lnTo>
                    <a:pt x="619" y="387"/>
                  </a:lnTo>
                  <a:lnTo>
                    <a:pt x="773" y="387"/>
                  </a:lnTo>
                  <a:lnTo>
                    <a:pt x="850" y="425"/>
                  </a:lnTo>
                  <a:lnTo>
                    <a:pt x="966" y="580"/>
                  </a:lnTo>
                  <a:lnTo>
                    <a:pt x="1005" y="657"/>
                  </a:lnTo>
                  <a:lnTo>
                    <a:pt x="1005" y="734"/>
                  </a:lnTo>
                  <a:lnTo>
                    <a:pt x="966" y="927"/>
                  </a:lnTo>
                  <a:lnTo>
                    <a:pt x="966" y="1005"/>
                  </a:lnTo>
                  <a:lnTo>
                    <a:pt x="966" y="1082"/>
                  </a:lnTo>
                  <a:lnTo>
                    <a:pt x="1005" y="1121"/>
                  </a:lnTo>
                  <a:lnTo>
                    <a:pt x="1082" y="1159"/>
                  </a:lnTo>
                  <a:lnTo>
                    <a:pt x="1198" y="1159"/>
                  </a:lnTo>
                  <a:lnTo>
                    <a:pt x="1275" y="1121"/>
                  </a:lnTo>
                  <a:lnTo>
                    <a:pt x="1314" y="1082"/>
                  </a:lnTo>
                  <a:lnTo>
                    <a:pt x="1391" y="889"/>
                  </a:lnTo>
                  <a:lnTo>
                    <a:pt x="1430" y="734"/>
                  </a:lnTo>
                  <a:lnTo>
                    <a:pt x="1391" y="541"/>
                  </a:lnTo>
                  <a:lnTo>
                    <a:pt x="1314" y="348"/>
                  </a:lnTo>
                  <a:lnTo>
                    <a:pt x="1198" y="194"/>
                  </a:lnTo>
                  <a:lnTo>
                    <a:pt x="1044" y="78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3" name="Google Shape;5533;p22"/>
            <p:cNvSpPr/>
            <p:nvPr/>
          </p:nvSpPr>
          <p:spPr>
            <a:xfrm>
              <a:off x="6081500" y="1911900"/>
              <a:ext cx="255850" cy="266475"/>
            </a:xfrm>
            <a:custGeom>
              <a:avLst/>
              <a:gdLst/>
              <a:ahLst/>
              <a:cxnLst/>
              <a:rect l="l" t="t" r="r" b="b"/>
              <a:pathLst>
                <a:path w="10234" h="10659" extrusionOk="0">
                  <a:moveTo>
                    <a:pt x="8303" y="7299"/>
                  </a:moveTo>
                  <a:lnTo>
                    <a:pt x="8535" y="7376"/>
                  </a:lnTo>
                  <a:lnTo>
                    <a:pt x="8766" y="7453"/>
                  </a:lnTo>
                  <a:lnTo>
                    <a:pt x="8998" y="7569"/>
                  </a:lnTo>
                  <a:lnTo>
                    <a:pt x="9191" y="7723"/>
                  </a:lnTo>
                  <a:lnTo>
                    <a:pt x="9384" y="7878"/>
                  </a:lnTo>
                  <a:lnTo>
                    <a:pt x="9539" y="8109"/>
                  </a:lnTo>
                  <a:lnTo>
                    <a:pt x="9655" y="8341"/>
                  </a:lnTo>
                  <a:lnTo>
                    <a:pt x="9693" y="8573"/>
                  </a:lnTo>
                  <a:lnTo>
                    <a:pt x="9732" y="8843"/>
                  </a:lnTo>
                  <a:lnTo>
                    <a:pt x="9693" y="9152"/>
                  </a:lnTo>
                  <a:lnTo>
                    <a:pt x="9577" y="9422"/>
                  </a:lnTo>
                  <a:lnTo>
                    <a:pt x="9423" y="9654"/>
                  </a:lnTo>
                  <a:lnTo>
                    <a:pt x="9230" y="9847"/>
                  </a:lnTo>
                  <a:lnTo>
                    <a:pt x="8959" y="10002"/>
                  </a:lnTo>
                  <a:lnTo>
                    <a:pt x="8728" y="10117"/>
                  </a:lnTo>
                  <a:lnTo>
                    <a:pt x="8419" y="10156"/>
                  </a:lnTo>
                  <a:lnTo>
                    <a:pt x="8149" y="10156"/>
                  </a:lnTo>
                  <a:lnTo>
                    <a:pt x="7878" y="10079"/>
                  </a:lnTo>
                  <a:lnTo>
                    <a:pt x="7647" y="9963"/>
                  </a:lnTo>
                  <a:lnTo>
                    <a:pt x="7415" y="9770"/>
                  </a:lnTo>
                  <a:lnTo>
                    <a:pt x="7222" y="9577"/>
                  </a:lnTo>
                  <a:lnTo>
                    <a:pt x="7067" y="9345"/>
                  </a:lnTo>
                  <a:lnTo>
                    <a:pt x="6990" y="9075"/>
                  </a:lnTo>
                  <a:lnTo>
                    <a:pt x="6951" y="8805"/>
                  </a:lnTo>
                  <a:lnTo>
                    <a:pt x="6990" y="8496"/>
                  </a:lnTo>
                  <a:lnTo>
                    <a:pt x="7067" y="8264"/>
                  </a:lnTo>
                  <a:lnTo>
                    <a:pt x="7183" y="8071"/>
                  </a:lnTo>
                  <a:lnTo>
                    <a:pt x="7338" y="7878"/>
                  </a:lnTo>
                  <a:lnTo>
                    <a:pt x="7531" y="7723"/>
                  </a:lnTo>
                  <a:lnTo>
                    <a:pt x="7762" y="7569"/>
                  </a:lnTo>
                  <a:lnTo>
                    <a:pt x="8187" y="7337"/>
                  </a:lnTo>
                  <a:lnTo>
                    <a:pt x="8264" y="7299"/>
                  </a:lnTo>
                  <a:close/>
                  <a:moveTo>
                    <a:pt x="2897" y="0"/>
                  </a:moveTo>
                  <a:lnTo>
                    <a:pt x="2704" y="39"/>
                  </a:lnTo>
                  <a:lnTo>
                    <a:pt x="2665" y="78"/>
                  </a:lnTo>
                  <a:lnTo>
                    <a:pt x="2665" y="1313"/>
                  </a:lnTo>
                  <a:lnTo>
                    <a:pt x="2665" y="2588"/>
                  </a:lnTo>
                  <a:lnTo>
                    <a:pt x="2704" y="3823"/>
                  </a:lnTo>
                  <a:lnTo>
                    <a:pt x="2742" y="5059"/>
                  </a:lnTo>
                  <a:lnTo>
                    <a:pt x="2936" y="7492"/>
                  </a:lnTo>
                  <a:lnTo>
                    <a:pt x="2936" y="8148"/>
                  </a:lnTo>
                  <a:lnTo>
                    <a:pt x="2974" y="8457"/>
                  </a:lnTo>
                  <a:lnTo>
                    <a:pt x="3013" y="8611"/>
                  </a:lnTo>
                  <a:lnTo>
                    <a:pt x="3090" y="8766"/>
                  </a:lnTo>
                  <a:lnTo>
                    <a:pt x="1584" y="8689"/>
                  </a:lnTo>
                  <a:lnTo>
                    <a:pt x="1" y="8689"/>
                  </a:lnTo>
                  <a:lnTo>
                    <a:pt x="39" y="8998"/>
                  </a:lnTo>
                  <a:lnTo>
                    <a:pt x="812" y="9113"/>
                  </a:lnTo>
                  <a:lnTo>
                    <a:pt x="1584" y="9152"/>
                  </a:lnTo>
                  <a:lnTo>
                    <a:pt x="3167" y="9229"/>
                  </a:lnTo>
                  <a:lnTo>
                    <a:pt x="4866" y="9306"/>
                  </a:lnTo>
                  <a:lnTo>
                    <a:pt x="5677" y="9306"/>
                  </a:lnTo>
                  <a:lnTo>
                    <a:pt x="6527" y="9229"/>
                  </a:lnTo>
                  <a:lnTo>
                    <a:pt x="6643" y="9538"/>
                  </a:lnTo>
                  <a:lnTo>
                    <a:pt x="6797" y="9847"/>
                  </a:lnTo>
                  <a:lnTo>
                    <a:pt x="6990" y="10079"/>
                  </a:lnTo>
                  <a:lnTo>
                    <a:pt x="7260" y="10310"/>
                  </a:lnTo>
                  <a:lnTo>
                    <a:pt x="7531" y="10465"/>
                  </a:lnTo>
                  <a:lnTo>
                    <a:pt x="7840" y="10581"/>
                  </a:lnTo>
                  <a:lnTo>
                    <a:pt x="8149" y="10658"/>
                  </a:lnTo>
                  <a:lnTo>
                    <a:pt x="8457" y="10658"/>
                  </a:lnTo>
                  <a:lnTo>
                    <a:pt x="8766" y="10619"/>
                  </a:lnTo>
                  <a:lnTo>
                    <a:pt x="9075" y="10504"/>
                  </a:lnTo>
                  <a:lnTo>
                    <a:pt x="9346" y="10388"/>
                  </a:lnTo>
                  <a:lnTo>
                    <a:pt x="9577" y="10195"/>
                  </a:lnTo>
                  <a:lnTo>
                    <a:pt x="9809" y="9963"/>
                  </a:lnTo>
                  <a:lnTo>
                    <a:pt x="9963" y="9693"/>
                  </a:lnTo>
                  <a:lnTo>
                    <a:pt x="10118" y="9422"/>
                  </a:lnTo>
                  <a:lnTo>
                    <a:pt x="10195" y="9113"/>
                  </a:lnTo>
                  <a:lnTo>
                    <a:pt x="10234" y="9113"/>
                  </a:lnTo>
                  <a:lnTo>
                    <a:pt x="10234" y="8766"/>
                  </a:lnTo>
                  <a:lnTo>
                    <a:pt x="10195" y="8380"/>
                  </a:lnTo>
                  <a:lnTo>
                    <a:pt x="10041" y="8071"/>
                  </a:lnTo>
                  <a:lnTo>
                    <a:pt x="9886" y="7762"/>
                  </a:lnTo>
                  <a:lnTo>
                    <a:pt x="9655" y="7492"/>
                  </a:lnTo>
                  <a:lnTo>
                    <a:pt x="9346" y="7260"/>
                  </a:lnTo>
                  <a:lnTo>
                    <a:pt x="9037" y="7105"/>
                  </a:lnTo>
                  <a:lnTo>
                    <a:pt x="8689" y="7028"/>
                  </a:lnTo>
                  <a:lnTo>
                    <a:pt x="8342" y="6990"/>
                  </a:lnTo>
                  <a:lnTo>
                    <a:pt x="8226" y="7067"/>
                  </a:lnTo>
                  <a:lnTo>
                    <a:pt x="8187" y="7028"/>
                  </a:lnTo>
                  <a:lnTo>
                    <a:pt x="8110" y="6990"/>
                  </a:lnTo>
                  <a:lnTo>
                    <a:pt x="7955" y="6990"/>
                  </a:lnTo>
                  <a:lnTo>
                    <a:pt x="7762" y="7028"/>
                  </a:lnTo>
                  <a:lnTo>
                    <a:pt x="7453" y="7144"/>
                  </a:lnTo>
                  <a:lnTo>
                    <a:pt x="7183" y="7337"/>
                  </a:lnTo>
                  <a:lnTo>
                    <a:pt x="6951" y="7569"/>
                  </a:lnTo>
                  <a:lnTo>
                    <a:pt x="6758" y="7878"/>
                  </a:lnTo>
                  <a:lnTo>
                    <a:pt x="6604" y="8187"/>
                  </a:lnTo>
                  <a:lnTo>
                    <a:pt x="6488" y="8496"/>
                  </a:lnTo>
                  <a:lnTo>
                    <a:pt x="6488" y="8843"/>
                  </a:lnTo>
                  <a:lnTo>
                    <a:pt x="5716" y="8766"/>
                  </a:lnTo>
                  <a:lnTo>
                    <a:pt x="3476" y="8766"/>
                  </a:lnTo>
                  <a:lnTo>
                    <a:pt x="3515" y="8689"/>
                  </a:lnTo>
                  <a:lnTo>
                    <a:pt x="3515" y="8650"/>
                  </a:lnTo>
                  <a:lnTo>
                    <a:pt x="3476" y="8573"/>
                  </a:lnTo>
                  <a:lnTo>
                    <a:pt x="3438" y="8496"/>
                  </a:lnTo>
                  <a:lnTo>
                    <a:pt x="3399" y="8457"/>
                  </a:lnTo>
                  <a:lnTo>
                    <a:pt x="3322" y="8457"/>
                  </a:lnTo>
                  <a:lnTo>
                    <a:pt x="3244" y="8496"/>
                  </a:lnTo>
                  <a:lnTo>
                    <a:pt x="3322" y="8380"/>
                  </a:lnTo>
                  <a:lnTo>
                    <a:pt x="3322" y="8225"/>
                  </a:lnTo>
                  <a:lnTo>
                    <a:pt x="3322" y="8071"/>
                  </a:lnTo>
                  <a:lnTo>
                    <a:pt x="3283" y="7955"/>
                  </a:lnTo>
                  <a:lnTo>
                    <a:pt x="3244" y="7337"/>
                  </a:lnTo>
                  <a:lnTo>
                    <a:pt x="3167" y="6410"/>
                  </a:lnTo>
                  <a:lnTo>
                    <a:pt x="3051" y="4325"/>
                  </a:lnTo>
                  <a:lnTo>
                    <a:pt x="2974" y="2201"/>
                  </a:lnTo>
                  <a:lnTo>
                    <a:pt x="2897" y="78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4" name="Google Shape;5534;p22"/>
            <p:cNvSpPr/>
            <p:nvPr/>
          </p:nvSpPr>
          <p:spPr>
            <a:xfrm>
              <a:off x="2715250" y="1912850"/>
              <a:ext cx="147725" cy="161250"/>
            </a:xfrm>
            <a:custGeom>
              <a:avLst/>
              <a:gdLst/>
              <a:ahLst/>
              <a:cxnLst/>
              <a:rect l="l" t="t" r="r" b="b"/>
              <a:pathLst>
                <a:path w="5909" h="6450" extrusionOk="0">
                  <a:moveTo>
                    <a:pt x="2781" y="503"/>
                  </a:moveTo>
                  <a:lnTo>
                    <a:pt x="3283" y="580"/>
                  </a:lnTo>
                  <a:lnTo>
                    <a:pt x="3746" y="735"/>
                  </a:lnTo>
                  <a:lnTo>
                    <a:pt x="4210" y="966"/>
                  </a:lnTo>
                  <a:lnTo>
                    <a:pt x="4403" y="1082"/>
                  </a:lnTo>
                  <a:lnTo>
                    <a:pt x="4596" y="1275"/>
                  </a:lnTo>
                  <a:lnTo>
                    <a:pt x="4750" y="1468"/>
                  </a:lnTo>
                  <a:lnTo>
                    <a:pt x="4943" y="1661"/>
                  </a:lnTo>
                  <a:lnTo>
                    <a:pt x="5059" y="1893"/>
                  </a:lnTo>
                  <a:lnTo>
                    <a:pt x="5175" y="2125"/>
                  </a:lnTo>
                  <a:lnTo>
                    <a:pt x="5330" y="2588"/>
                  </a:lnTo>
                  <a:lnTo>
                    <a:pt x="5407" y="3052"/>
                  </a:lnTo>
                  <a:lnTo>
                    <a:pt x="5407" y="3515"/>
                  </a:lnTo>
                  <a:lnTo>
                    <a:pt x="5368" y="4017"/>
                  </a:lnTo>
                  <a:lnTo>
                    <a:pt x="5214" y="4442"/>
                  </a:lnTo>
                  <a:lnTo>
                    <a:pt x="4982" y="4866"/>
                  </a:lnTo>
                  <a:lnTo>
                    <a:pt x="4828" y="5059"/>
                  </a:lnTo>
                  <a:lnTo>
                    <a:pt x="4673" y="5253"/>
                  </a:lnTo>
                  <a:lnTo>
                    <a:pt x="4480" y="5407"/>
                  </a:lnTo>
                  <a:lnTo>
                    <a:pt x="4287" y="5561"/>
                  </a:lnTo>
                  <a:lnTo>
                    <a:pt x="4017" y="5716"/>
                  </a:lnTo>
                  <a:lnTo>
                    <a:pt x="3746" y="5832"/>
                  </a:lnTo>
                  <a:lnTo>
                    <a:pt x="3515" y="5909"/>
                  </a:lnTo>
                  <a:lnTo>
                    <a:pt x="3244" y="5948"/>
                  </a:lnTo>
                  <a:lnTo>
                    <a:pt x="2742" y="5948"/>
                  </a:lnTo>
                  <a:lnTo>
                    <a:pt x="2511" y="5870"/>
                  </a:lnTo>
                  <a:lnTo>
                    <a:pt x="2279" y="5793"/>
                  </a:lnTo>
                  <a:lnTo>
                    <a:pt x="2047" y="5677"/>
                  </a:lnTo>
                  <a:lnTo>
                    <a:pt x="1816" y="5561"/>
                  </a:lnTo>
                  <a:lnTo>
                    <a:pt x="1623" y="5407"/>
                  </a:lnTo>
                  <a:lnTo>
                    <a:pt x="1429" y="5214"/>
                  </a:lnTo>
                  <a:lnTo>
                    <a:pt x="1082" y="4828"/>
                  </a:lnTo>
                  <a:lnTo>
                    <a:pt x="812" y="4364"/>
                  </a:lnTo>
                  <a:lnTo>
                    <a:pt x="619" y="3862"/>
                  </a:lnTo>
                  <a:lnTo>
                    <a:pt x="464" y="3322"/>
                  </a:lnTo>
                  <a:lnTo>
                    <a:pt x="426" y="2820"/>
                  </a:lnTo>
                  <a:lnTo>
                    <a:pt x="426" y="2550"/>
                  </a:lnTo>
                  <a:lnTo>
                    <a:pt x="464" y="2279"/>
                  </a:lnTo>
                  <a:lnTo>
                    <a:pt x="503" y="2048"/>
                  </a:lnTo>
                  <a:lnTo>
                    <a:pt x="619" y="1777"/>
                  </a:lnTo>
                  <a:lnTo>
                    <a:pt x="696" y="1584"/>
                  </a:lnTo>
                  <a:lnTo>
                    <a:pt x="850" y="1352"/>
                  </a:lnTo>
                  <a:lnTo>
                    <a:pt x="1005" y="1159"/>
                  </a:lnTo>
                  <a:lnTo>
                    <a:pt x="1198" y="966"/>
                  </a:lnTo>
                  <a:lnTo>
                    <a:pt x="1429" y="812"/>
                  </a:lnTo>
                  <a:lnTo>
                    <a:pt x="1700" y="657"/>
                  </a:lnTo>
                  <a:lnTo>
                    <a:pt x="1738" y="619"/>
                  </a:lnTo>
                  <a:lnTo>
                    <a:pt x="1738" y="580"/>
                  </a:lnTo>
                  <a:lnTo>
                    <a:pt x="2240" y="503"/>
                  </a:lnTo>
                  <a:close/>
                  <a:moveTo>
                    <a:pt x="2588" y="1"/>
                  </a:moveTo>
                  <a:lnTo>
                    <a:pt x="2279" y="40"/>
                  </a:lnTo>
                  <a:lnTo>
                    <a:pt x="1970" y="78"/>
                  </a:lnTo>
                  <a:lnTo>
                    <a:pt x="1661" y="155"/>
                  </a:lnTo>
                  <a:lnTo>
                    <a:pt x="1391" y="233"/>
                  </a:lnTo>
                  <a:lnTo>
                    <a:pt x="1314" y="310"/>
                  </a:lnTo>
                  <a:lnTo>
                    <a:pt x="1236" y="387"/>
                  </a:lnTo>
                  <a:lnTo>
                    <a:pt x="1236" y="464"/>
                  </a:lnTo>
                  <a:lnTo>
                    <a:pt x="1275" y="542"/>
                  </a:lnTo>
                  <a:lnTo>
                    <a:pt x="1005" y="657"/>
                  </a:lnTo>
                  <a:lnTo>
                    <a:pt x="773" y="850"/>
                  </a:lnTo>
                  <a:lnTo>
                    <a:pt x="580" y="1044"/>
                  </a:lnTo>
                  <a:lnTo>
                    <a:pt x="426" y="1237"/>
                  </a:lnTo>
                  <a:lnTo>
                    <a:pt x="271" y="1468"/>
                  </a:lnTo>
                  <a:lnTo>
                    <a:pt x="155" y="1700"/>
                  </a:lnTo>
                  <a:lnTo>
                    <a:pt x="78" y="1970"/>
                  </a:lnTo>
                  <a:lnTo>
                    <a:pt x="39" y="2241"/>
                  </a:lnTo>
                  <a:lnTo>
                    <a:pt x="1" y="2511"/>
                  </a:lnTo>
                  <a:lnTo>
                    <a:pt x="1" y="2781"/>
                  </a:lnTo>
                  <a:lnTo>
                    <a:pt x="39" y="3360"/>
                  </a:lnTo>
                  <a:lnTo>
                    <a:pt x="155" y="3901"/>
                  </a:lnTo>
                  <a:lnTo>
                    <a:pt x="387" y="4442"/>
                  </a:lnTo>
                  <a:lnTo>
                    <a:pt x="696" y="5021"/>
                  </a:lnTo>
                  <a:lnTo>
                    <a:pt x="889" y="5253"/>
                  </a:lnTo>
                  <a:lnTo>
                    <a:pt x="1082" y="5484"/>
                  </a:lnTo>
                  <a:lnTo>
                    <a:pt x="1275" y="5716"/>
                  </a:lnTo>
                  <a:lnTo>
                    <a:pt x="1507" y="5909"/>
                  </a:lnTo>
                  <a:lnTo>
                    <a:pt x="1738" y="6063"/>
                  </a:lnTo>
                  <a:lnTo>
                    <a:pt x="2009" y="6179"/>
                  </a:lnTo>
                  <a:lnTo>
                    <a:pt x="2240" y="6295"/>
                  </a:lnTo>
                  <a:lnTo>
                    <a:pt x="2511" y="6372"/>
                  </a:lnTo>
                  <a:lnTo>
                    <a:pt x="2820" y="6411"/>
                  </a:lnTo>
                  <a:lnTo>
                    <a:pt x="3090" y="6450"/>
                  </a:lnTo>
                  <a:lnTo>
                    <a:pt x="3399" y="6411"/>
                  </a:lnTo>
                  <a:lnTo>
                    <a:pt x="3669" y="6334"/>
                  </a:lnTo>
                  <a:lnTo>
                    <a:pt x="3978" y="6218"/>
                  </a:lnTo>
                  <a:lnTo>
                    <a:pt x="4326" y="6102"/>
                  </a:lnTo>
                  <a:lnTo>
                    <a:pt x="4557" y="5909"/>
                  </a:lnTo>
                  <a:lnTo>
                    <a:pt x="4828" y="5716"/>
                  </a:lnTo>
                  <a:lnTo>
                    <a:pt x="5021" y="5523"/>
                  </a:lnTo>
                  <a:lnTo>
                    <a:pt x="5214" y="5291"/>
                  </a:lnTo>
                  <a:lnTo>
                    <a:pt x="5407" y="5059"/>
                  </a:lnTo>
                  <a:lnTo>
                    <a:pt x="5561" y="4789"/>
                  </a:lnTo>
                  <a:lnTo>
                    <a:pt x="5677" y="4519"/>
                  </a:lnTo>
                  <a:lnTo>
                    <a:pt x="5754" y="4249"/>
                  </a:lnTo>
                  <a:lnTo>
                    <a:pt x="5832" y="3940"/>
                  </a:lnTo>
                  <a:lnTo>
                    <a:pt x="5870" y="3669"/>
                  </a:lnTo>
                  <a:lnTo>
                    <a:pt x="5909" y="3360"/>
                  </a:lnTo>
                  <a:lnTo>
                    <a:pt x="5870" y="3052"/>
                  </a:lnTo>
                  <a:lnTo>
                    <a:pt x="5832" y="2743"/>
                  </a:lnTo>
                  <a:lnTo>
                    <a:pt x="5793" y="2472"/>
                  </a:lnTo>
                  <a:lnTo>
                    <a:pt x="5716" y="2163"/>
                  </a:lnTo>
                  <a:lnTo>
                    <a:pt x="5600" y="1893"/>
                  </a:lnTo>
                  <a:lnTo>
                    <a:pt x="5445" y="1584"/>
                  </a:lnTo>
                  <a:lnTo>
                    <a:pt x="5252" y="1352"/>
                  </a:lnTo>
                  <a:lnTo>
                    <a:pt x="5059" y="1082"/>
                  </a:lnTo>
                  <a:lnTo>
                    <a:pt x="4828" y="889"/>
                  </a:lnTo>
                  <a:lnTo>
                    <a:pt x="4596" y="696"/>
                  </a:lnTo>
                  <a:lnTo>
                    <a:pt x="4364" y="503"/>
                  </a:lnTo>
                  <a:lnTo>
                    <a:pt x="4094" y="348"/>
                  </a:lnTo>
                  <a:lnTo>
                    <a:pt x="3785" y="233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40"/>
                  </a:lnTo>
                  <a:lnTo>
                    <a:pt x="258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5" name="Google Shape;5535;p22"/>
            <p:cNvSpPr/>
            <p:nvPr/>
          </p:nvSpPr>
          <p:spPr>
            <a:xfrm>
              <a:off x="1882150" y="1914800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0"/>
                  </a:moveTo>
                  <a:lnTo>
                    <a:pt x="425" y="39"/>
                  </a:lnTo>
                  <a:lnTo>
                    <a:pt x="232" y="116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1"/>
                  </a:lnTo>
                  <a:lnTo>
                    <a:pt x="77" y="966"/>
                  </a:lnTo>
                  <a:lnTo>
                    <a:pt x="232" y="1081"/>
                  </a:lnTo>
                  <a:lnTo>
                    <a:pt x="386" y="1197"/>
                  </a:lnTo>
                  <a:lnTo>
                    <a:pt x="463" y="1197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3" y="1004"/>
                  </a:lnTo>
                  <a:lnTo>
                    <a:pt x="386" y="927"/>
                  </a:lnTo>
                  <a:lnTo>
                    <a:pt x="348" y="811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6" y="502"/>
                  </a:lnTo>
                  <a:lnTo>
                    <a:pt x="463" y="464"/>
                  </a:lnTo>
                  <a:lnTo>
                    <a:pt x="541" y="386"/>
                  </a:lnTo>
                  <a:lnTo>
                    <a:pt x="772" y="386"/>
                  </a:lnTo>
                  <a:lnTo>
                    <a:pt x="850" y="464"/>
                  </a:lnTo>
                  <a:lnTo>
                    <a:pt x="927" y="541"/>
                  </a:lnTo>
                  <a:lnTo>
                    <a:pt x="965" y="657"/>
                  </a:lnTo>
                  <a:lnTo>
                    <a:pt x="1004" y="850"/>
                  </a:lnTo>
                  <a:lnTo>
                    <a:pt x="1043" y="966"/>
                  </a:lnTo>
                  <a:lnTo>
                    <a:pt x="1081" y="1043"/>
                  </a:lnTo>
                  <a:lnTo>
                    <a:pt x="1159" y="1081"/>
                  </a:lnTo>
                  <a:lnTo>
                    <a:pt x="1197" y="1081"/>
                  </a:lnTo>
                  <a:lnTo>
                    <a:pt x="1274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4" y="386"/>
                  </a:lnTo>
                  <a:lnTo>
                    <a:pt x="1159" y="232"/>
                  </a:lnTo>
                  <a:lnTo>
                    <a:pt x="1004" y="77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6" name="Google Shape;5536;p22"/>
            <p:cNvSpPr/>
            <p:nvPr/>
          </p:nvSpPr>
          <p:spPr>
            <a:xfrm>
              <a:off x="6734100" y="1914800"/>
              <a:ext cx="30925" cy="168950"/>
            </a:xfrm>
            <a:custGeom>
              <a:avLst/>
              <a:gdLst/>
              <a:ahLst/>
              <a:cxnLst/>
              <a:rect l="l" t="t" r="r" b="b"/>
              <a:pathLst>
                <a:path w="1237" h="6758" extrusionOk="0">
                  <a:moveTo>
                    <a:pt x="1120" y="0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7"/>
                  </a:lnTo>
                  <a:lnTo>
                    <a:pt x="850" y="116"/>
                  </a:lnTo>
                  <a:lnTo>
                    <a:pt x="541" y="1738"/>
                  </a:lnTo>
                  <a:lnTo>
                    <a:pt x="309" y="3398"/>
                  </a:lnTo>
                  <a:lnTo>
                    <a:pt x="116" y="5059"/>
                  </a:lnTo>
                  <a:lnTo>
                    <a:pt x="0" y="6719"/>
                  </a:lnTo>
                  <a:lnTo>
                    <a:pt x="232" y="6758"/>
                  </a:lnTo>
                  <a:lnTo>
                    <a:pt x="502" y="5136"/>
                  </a:lnTo>
                  <a:lnTo>
                    <a:pt x="773" y="3514"/>
                  </a:lnTo>
                  <a:lnTo>
                    <a:pt x="966" y="1854"/>
                  </a:lnTo>
                  <a:lnTo>
                    <a:pt x="1082" y="232"/>
                  </a:lnTo>
                  <a:lnTo>
                    <a:pt x="1236" y="77"/>
                  </a:lnTo>
                  <a:lnTo>
                    <a:pt x="1236" y="39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7" name="Google Shape;5537;p22"/>
            <p:cNvSpPr/>
            <p:nvPr/>
          </p:nvSpPr>
          <p:spPr>
            <a:xfrm>
              <a:off x="668675" y="1916725"/>
              <a:ext cx="350450" cy="288675"/>
            </a:xfrm>
            <a:custGeom>
              <a:avLst/>
              <a:gdLst/>
              <a:ahLst/>
              <a:cxnLst/>
              <a:rect l="l" t="t" r="r" b="b"/>
              <a:pathLst>
                <a:path w="14018" h="11547" extrusionOk="0">
                  <a:moveTo>
                    <a:pt x="11778" y="0"/>
                  </a:moveTo>
                  <a:lnTo>
                    <a:pt x="11469" y="78"/>
                  </a:lnTo>
                  <a:lnTo>
                    <a:pt x="11855" y="1931"/>
                  </a:lnTo>
                  <a:lnTo>
                    <a:pt x="12280" y="3746"/>
                  </a:lnTo>
                  <a:lnTo>
                    <a:pt x="11507" y="2781"/>
                  </a:lnTo>
                  <a:lnTo>
                    <a:pt x="10658" y="1893"/>
                  </a:lnTo>
                  <a:lnTo>
                    <a:pt x="10426" y="2086"/>
                  </a:lnTo>
                  <a:lnTo>
                    <a:pt x="11469" y="3437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8"/>
                  </a:lnTo>
                  <a:lnTo>
                    <a:pt x="13168" y="5522"/>
                  </a:lnTo>
                  <a:lnTo>
                    <a:pt x="13438" y="5715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0"/>
                  </a:lnTo>
                  <a:lnTo>
                    <a:pt x="13631" y="6681"/>
                  </a:lnTo>
                  <a:lnTo>
                    <a:pt x="13515" y="6912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3" y="7955"/>
                  </a:lnTo>
                  <a:lnTo>
                    <a:pt x="12203" y="8418"/>
                  </a:lnTo>
                  <a:lnTo>
                    <a:pt x="11739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2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0" y="11160"/>
                  </a:lnTo>
                  <a:lnTo>
                    <a:pt x="3630" y="11160"/>
                  </a:lnTo>
                  <a:lnTo>
                    <a:pt x="3012" y="11121"/>
                  </a:lnTo>
                  <a:lnTo>
                    <a:pt x="2356" y="11044"/>
                  </a:lnTo>
                  <a:lnTo>
                    <a:pt x="1661" y="10928"/>
                  </a:lnTo>
                  <a:lnTo>
                    <a:pt x="1352" y="10813"/>
                  </a:lnTo>
                  <a:lnTo>
                    <a:pt x="1081" y="10697"/>
                  </a:lnTo>
                  <a:lnTo>
                    <a:pt x="811" y="10542"/>
                  </a:lnTo>
                  <a:lnTo>
                    <a:pt x="618" y="10388"/>
                  </a:lnTo>
                  <a:lnTo>
                    <a:pt x="464" y="10195"/>
                  </a:lnTo>
                  <a:lnTo>
                    <a:pt x="348" y="9963"/>
                  </a:lnTo>
                  <a:lnTo>
                    <a:pt x="348" y="9731"/>
                  </a:lnTo>
                  <a:lnTo>
                    <a:pt x="386" y="9461"/>
                  </a:lnTo>
                  <a:lnTo>
                    <a:pt x="155" y="9422"/>
                  </a:lnTo>
                  <a:lnTo>
                    <a:pt x="39" y="9654"/>
                  </a:lnTo>
                  <a:lnTo>
                    <a:pt x="0" y="9886"/>
                  </a:lnTo>
                  <a:lnTo>
                    <a:pt x="39" y="10117"/>
                  </a:lnTo>
                  <a:lnTo>
                    <a:pt x="77" y="10311"/>
                  </a:lnTo>
                  <a:lnTo>
                    <a:pt x="193" y="10465"/>
                  </a:lnTo>
                  <a:lnTo>
                    <a:pt x="348" y="10619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7"/>
                  </a:lnTo>
                  <a:lnTo>
                    <a:pt x="2201" y="11353"/>
                  </a:lnTo>
                  <a:lnTo>
                    <a:pt x="2626" y="11430"/>
                  </a:lnTo>
                  <a:lnTo>
                    <a:pt x="3321" y="11508"/>
                  </a:lnTo>
                  <a:lnTo>
                    <a:pt x="3978" y="11546"/>
                  </a:lnTo>
                  <a:lnTo>
                    <a:pt x="4673" y="11546"/>
                  </a:lnTo>
                  <a:lnTo>
                    <a:pt x="5368" y="11508"/>
                  </a:lnTo>
                  <a:lnTo>
                    <a:pt x="6063" y="11430"/>
                  </a:lnTo>
                  <a:lnTo>
                    <a:pt x="6758" y="11315"/>
                  </a:lnTo>
                  <a:lnTo>
                    <a:pt x="7414" y="11160"/>
                  </a:lnTo>
                  <a:lnTo>
                    <a:pt x="8071" y="11006"/>
                  </a:lnTo>
                  <a:lnTo>
                    <a:pt x="8727" y="10774"/>
                  </a:lnTo>
                  <a:lnTo>
                    <a:pt x="9345" y="10542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1" y="9654"/>
                  </a:lnTo>
                  <a:lnTo>
                    <a:pt x="11701" y="9268"/>
                  </a:lnTo>
                  <a:lnTo>
                    <a:pt x="12241" y="8882"/>
                  </a:lnTo>
                  <a:lnTo>
                    <a:pt x="12743" y="8457"/>
                  </a:lnTo>
                  <a:lnTo>
                    <a:pt x="13168" y="8071"/>
                  </a:lnTo>
                  <a:lnTo>
                    <a:pt x="13554" y="7646"/>
                  </a:lnTo>
                  <a:lnTo>
                    <a:pt x="13747" y="7376"/>
                  </a:lnTo>
                  <a:lnTo>
                    <a:pt x="13863" y="7144"/>
                  </a:lnTo>
                  <a:lnTo>
                    <a:pt x="13979" y="6874"/>
                  </a:lnTo>
                  <a:lnTo>
                    <a:pt x="14017" y="6565"/>
                  </a:lnTo>
                  <a:lnTo>
                    <a:pt x="14017" y="6333"/>
                  </a:lnTo>
                  <a:lnTo>
                    <a:pt x="14017" y="6140"/>
                  </a:lnTo>
                  <a:lnTo>
                    <a:pt x="13940" y="5908"/>
                  </a:lnTo>
                  <a:lnTo>
                    <a:pt x="13863" y="5715"/>
                  </a:lnTo>
                  <a:lnTo>
                    <a:pt x="13747" y="5522"/>
                  </a:lnTo>
                  <a:lnTo>
                    <a:pt x="13593" y="5368"/>
                  </a:lnTo>
                  <a:lnTo>
                    <a:pt x="13438" y="5252"/>
                  </a:lnTo>
                  <a:lnTo>
                    <a:pt x="13245" y="5136"/>
                  </a:lnTo>
                  <a:lnTo>
                    <a:pt x="13091" y="5136"/>
                  </a:lnTo>
                  <a:lnTo>
                    <a:pt x="12820" y="3823"/>
                  </a:lnTo>
                  <a:lnTo>
                    <a:pt x="12511" y="2549"/>
                  </a:lnTo>
                  <a:lnTo>
                    <a:pt x="12164" y="1275"/>
                  </a:lnTo>
                  <a:lnTo>
                    <a:pt x="117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8" name="Google Shape;5538;p22"/>
            <p:cNvSpPr/>
            <p:nvPr/>
          </p:nvSpPr>
          <p:spPr>
            <a:xfrm>
              <a:off x="6761125" y="1916725"/>
              <a:ext cx="121675" cy="144825"/>
            </a:xfrm>
            <a:custGeom>
              <a:avLst/>
              <a:gdLst/>
              <a:ahLst/>
              <a:cxnLst/>
              <a:rect l="l" t="t" r="r" b="b"/>
              <a:pathLst>
                <a:path w="4867" h="5793" extrusionOk="0">
                  <a:moveTo>
                    <a:pt x="155" y="0"/>
                  </a:moveTo>
                  <a:lnTo>
                    <a:pt x="1" y="155"/>
                  </a:lnTo>
                  <a:lnTo>
                    <a:pt x="1198" y="1545"/>
                  </a:lnTo>
                  <a:lnTo>
                    <a:pt x="2356" y="2935"/>
                  </a:lnTo>
                  <a:lnTo>
                    <a:pt x="2897" y="3630"/>
                  </a:lnTo>
                  <a:lnTo>
                    <a:pt x="3476" y="4402"/>
                  </a:lnTo>
                  <a:lnTo>
                    <a:pt x="4055" y="5098"/>
                  </a:lnTo>
                  <a:lnTo>
                    <a:pt x="4326" y="5445"/>
                  </a:lnTo>
                  <a:lnTo>
                    <a:pt x="4634" y="5793"/>
                  </a:lnTo>
                  <a:lnTo>
                    <a:pt x="4828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4" y="5252"/>
                  </a:lnTo>
                  <a:lnTo>
                    <a:pt x="4403" y="4866"/>
                  </a:lnTo>
                  <a:lnTo>
                    <a:pt x="3862" y="4171"/>
                  </a:lnTo>
                  <a:lnTo>
                    <a:pt x="2704" y="2781"/>
                  </a:lnTo>
                  <a:lnTo>
                    <a:pt x="1468" y="1352"/>
                  </a:lnTo>
                  <a:lnTo>
                    <a:pt x="812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9" name="Google Shape;5539;p22"/>
            <p:cNvSpPr/>
            <p:nvPr/>
          </p:nvSpPr>
          <p:spPr>
            <a:xfrm>
              <a:off x="5030225" y="1918650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5" y="1"/>
                  </a:moveTo>
                  <a:lnTo>
                    <a:pt x="348" y="889"/>
                  </a:lnTo>
                  <a:lnTo>
                    <a:pt x="232" y="1816"/>
                  </a:lnTo>
                  <a:lnTo>
                    <a:pt x="155" y="3630"/>
                  </a:lnTo>
                  <a:lnTo>
                    <a:pt x="0" y="7260"/>
                  </a:lnTo>
                  <a:lnTo>
                    <a:pt x="193" y="7260"/>
                  </a:lnTo>
                  <a:lnTo>
                    <a:pt x="425" y="5484"/>
                  </a:lnTo>
                  <a:lnTo>
                    <a:pt x="579" y="3669"/>
                  </a:lnTo>
                  <a:lnTo>
                    <a:pt x="695" y="1854"/>
                  </a:lnTo>
                  <a:lnTo>
                    <a:pt x="695" y="927"/>
                  </a:lnTo>
                  <a:lnTo>
                    <a:pt x="695" y="39"/>
                  </a:lnTo>
                  <a:lnTo>
                    <a:pt x="42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0" name="Google Shape;5540;p22"/>
            <p:cNvSpPr/>
            <p:nvPr/>
          </p:nvSpPr>
          <p:spPr>
            <a:xfrm>
              <a:off x="6615350" y="1924450"/>
              <a:ext cx="61825" cy="160275"/>
            </a:xfrm>
            <a:custGeom>
              <a:avLst/>
              <a:gdLst/>
              <a:ahLst/>
              <a:cxnLst/>
              <a:rect l="l" t="t" r="r" b="b"/>
              <a:pathLst>
                <a:path w="2473" h="6411" extrusionOk="0">
                  <a:moveTo>
                    <a:pt x="310" y="0"/>
                  </a:moveTo>
                  <a:lnTo>
                    <a:pt x="1" y="78"/>
                  </a:lnTo>
                  <a:lnTo>
                    <a:pt x="194" y="927"/>
                  </a:lnTo>
                  <a:lnTo>
                    <a:pt x="426" y="1777"/>
                  </a:lnTo>
                  <a:lnTo>
                    <a:pt x="657" y="2626"/>
                  </a:lnTo>
                  <a:lnTo>
                    <a:pt x="928" y="3476"/>
                  </a:lnTo>
                  <a:lnTo>
                    <a:pt x="1507" y="5097"/>
                  </a:lnTo>
                  <a:lnTo>
                    <a:pt x="1738" y="5754"/>
                  </a:lnTo>
                  <a:lnTo>
                    <a:pt x="1661" y="5715"/>
                  </a:lnTo>
                  <a:lnTo>
                    <a:pt x="1584" y="5793"/>
                  </a:lnTo>
                  <a:lnTo>
                    <a:pt x="1545" y="5870"/>
                  </a:lnTo>
                  <a:lnTo>
                    <a:pt x="1777" y="5908"/>
                  </a:lnTo>
                  <a:lnTo>
                    <a:pt x="1932" y="6140"/>
                  </a:lnTo>
                  <a:lnTo>
                    <a:pt x="2086" y="6333"/>
                  </a:lnTo>
                  <a:lnTo>
                    <a:pt x="2125" y="6410"/>
                  </a:lnTo>
                  <a:lnTo>
                    <a:pt x="2318" y="6410"/>
                  </a:lnTo>
                  <a:lnTo>
                    <a:pt x="2356" y="6333"/>
                  </a:lnTo>
                  <a:lnTo>
                    <a:pt x="2434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5" y="5599"/>
                  </a:lnTo>
                  <a:lnTo>
                    <a:pt x="1970" y="5213"/>
                  </a:lnTo>
                  <a:lnTo>
                    <a:pt x="1738" y="4441"/>
                  </a:lnTo>
                  <a:lnTo>
                    <a:pt x="1198" y="2935"/>
                  </a:lnTo>
                  <a:lnTo>
                    <a:pt x="734" y="1468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1" name="Google Shape;5541;p22"/>
            <p:cNvSpPr/>
            <p:nvPr/>
          </p:nvSpPr>
          <p:spPr>
            <a:xfrm>
              <a:off x="3366875" y="1926375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1" y="2317"/>
                  </a:lnTo>
                  <a:lnTo>
                    <a:pt x="6449" y="3901"/>
                  </a:lnTo>
                  <a:lnTo>
                    <a:pt x="6527" y="6990"/>
                  </a:lnTo>
                  <a:lnTo>
                    <a:pt x="3515" y="6758"/>
                  </a:lnTo>
                  <a:lnTo>
                    <a:pt x="2009" y="6642"/>
                  </a:lnTo>
                  <a:lnTo>
                    <a:pt x="503" y="6604"/>
                  </a:lnTo>
                  <a:lnTo>
                    <a:pt x="1352" y="5986"/>
                  </a:lnTo>
                  <a:lnTo>
                    <a:pt x="2202" y="5291"/>
                  </a:lnTo>
                  <a:lnTo>
                    <a:pt x="2974" y="4557"/>
                  </a:lnTo>
                  <a:lnTo>
                    <a:pt x="3708" y="3823"/>
                  </a:lnTo>
                  <a:lnTo>
                    <a:pt x="4441" y="3090"/>
                  </a:lnTo>
                  <a:lnTo>
                    <a:pt x="5137" y="2356"/>
                  </a:lnTo>
                  <a:lnTo>
                    <a:pt x="5793" y="1584"/>
                  </a:lnTo>
                  <a:lnTo>
                    <a:pt x="6449" y="773"/>
                  </a:lnTo>
                  <a:close/>
                  <a:moveTo>
                    <a:pt x="6720" y="1"/>
                  </a:moveTo>
                  <a:lnTo>
                    <a:pt x="6643" y="39"/>
                  </a:lnTo>
                  <a:lnTo>
                    <a:pt x="6565" y="39"/>
                  </a:lnTo>
                  <a:lnTo>
                    <a:pt x="6488" y="116"/>
                  </a:lnTo>
                  <a:lnTo>
                    <a:pt x="4982" y="1854"/>
                  </a:lnTo>
                  <a:lnTo>
                    <a:pt x="4210" y="2704"/>
                  </a:lnTo>
                  <a:lnTo>
                    <a:pt x="3438" y="3515"/>
                  </a:lnTo>
                  <a:lnTo>
                    <a:pt x="2588" y="4287"/>
                  </a:lnTo>
                  <a:lnTo>
                    <a:pt x="1738" y="5059"/>
                  </a:lnTo>
                  <a:lnTo>
                    <a:pt x="889" y="5793"/>
                  </a:lnTo>
                  <a:lnTo>
                    <a:pt x="39" y="6604"/>
                  </a:lnTo>
                  <a:lnTo>
                    <a:pt x="1" y="6642"/>
                  </a:lnTo>
                  <a:lnTo>
                    <a:pt x="1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1" y="6913"/>
                  </a:lnTo>
                  <a:lnTo>
                    <a:pt x="39" y="6990"/>
                  </a:lnTo>
                  <a:lnTo>
                    <a:pt x="117" y="7144"/>
                  </a:lnTo>
                  <a:lnTo>
                    <a:pt x="387" y="6990"/>
                  </a:lnTo>
                  <a:lnTo>
                    <a:pt x="1893" y="7144"/>
                  </a:lnTo>
                  <a:lnTo>
                    <a:pt x="3438" y="7299"/>
                  </a:lnTo>
                  <a:lnTo>
                    <a:pt x="6527" y="7453"/>
                  </a:lnTo>
                  <a:lnTo>
                    <a:pt x="6565" y="9307"/>
                  </a:lnTo>
                  <a:lnTo>
                    <a:pt x="6527" y="12628"/>
                  </a:lnTo>
                  <a:lnTo>
                    <a:pt x="6951" y="12628"/>
                  </a:lnTo>
                  <a:lnTo>
                    <a:pt x="6990" y="9461"/>
                  </a:lnTo>
                  <a:lnTo>
                    <a:pt x="6990" y="7492"/>
                  </a:lnTo>
                  <a:lnTo>
                    <a:pt x="8651" y="7569"/>
                  </a:lnTo>
                  <a:lnTo>
                    <a:pt x="10311" y="7646"/>
                  </a:lnTo>
                  <a:lnTo>
                    <a:pt x="10311" y="7183"/>
                  </a:lnTo>
                  <a:lnTo>
                    <a:pt x="8651" y="7106"/>
                  </a:lnTo>
                  <a:lnTo>
                    <a:pt x="6990" y="7028"/>
                  </a:lnTo>
                  <a:lnTo>
                    <a:pt x="7029" y="5368"/>
                  </a:lnTo>
                  <a:lnTo>
                    <a:pt x="6990" y="3708"/>
                  </a:lnTo>
                  <a:lnTo>
                    <a:pt x="6951" y="2047"/>
                  </a:lnTo>
                  <a:lnTo>
                    <a:pt x="6797" y="387"/>
                  </a:lnTo>
                  <a:lnTo>
                    <a:pt x="6990" y="194"/>
                  </a:lnTo>
                  <a:lnTo>
                    <a:pt x="6836" y="39"/>
                  </a:lnTo>
                  <a:lnTo>
                    <a:pt x="67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2" name="Google Shape;5542;p22"/>
            <p:cNvSpPr/>
            <p:nvPr/>
          </p:nvSpPr>
          <p:spPr>
            <a:xfrm>
              <a:off x="6625000" y="1926375"/>
              <a:ext cx="355300" cy="170900"/>
            </a:xfrm>
            <a:custGeom>
              <a:avLst/>
              <a:gdLst/>
              <a:ahLst/>
              <a:cxnLst/>
              <a:rect l="l" t="t" r="r" b="b"/>
              <a:pathLst>
                <a:path w="14212" h="6836" extrusionOk="0">
                  <a:moveTo>
                    <a:pt x="117" y="1"/>
                  </a:moveTo>
                  <a:lnTo>
                    <a:pt x="1" y="39"/>
                  </a:lnTo>
                  <a:lnTo>
                    <a:pt x="1970" y="3206"/>
                  </a:lnTo>
                  <a:lnTo>
                    <a:pt x="4056" y="6333"/>
                  </a:lnTo>
                  <a:lnTo>
                    <a:pt x="3554" y="6295"/>
                  </a:lnTo>
                  <a:lnTo>
                    <a:pt x="3052" y="6179"/>
                  </a:lnTo>
                  <a:lnTo>
                    <a:pt x="2588" y="6024"/>
                  </a:lnTo>
                  <a:lnTo>
                    <a:pt x="2125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6"/>
                  </a:lnTo>
                  <a:lnTo>
                    <a:pt x="3283" y="6642"/>
                  </a:lnTo>
                  <a:lnTo>
                    <a:pt x="3708" y="6720"/>
                  </a:lnTo>
                  <a:lnTo>
                    <a:pt x="4133" y="6797"/>
                  </a:lnTo>
                  <a:lnTo>
                    <a:pt x="4596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9" y="6642"/>
                  </a:lnTo>
                  <a:lnTo>
                    <a:pt x="8149" y="6488"/>
                  </a:lnTo>
                  <a:lnTo>
                    <a:pt x="8960" y="6295"/>
                  </a:lnTo>
                  <a:lnTo>
                    <a:pt x="9771" y="6024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8" y="4673"/>
                  </a:lnTo>
                  <a:lnTo>
                    <a:pt x="12667" y="4403"/>
                  </a:lnTo>
                  <a:lnTo>
                    <a:pt x="12976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8"/>
                  </a:lnTo>
                  <a:lnTo>
                    <a:pt x="13980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3" y="2163"/>
                  </a:lnTo>
                  <a:lnTo>
                    <a:pt x="14173" y="2124"/>
                  </a:lnTo>
                  <a:lnTo>
                    <a:pt x="13864" y="2124"/>
                  </a:lnTo>
                  <a:lnTo>
                    <a:pt x="13825" y="2163"/>
                  </a:lnTo>
                  <a:lnTo>
                    <a:pt x="13555" y="2704"/>
                  </a:lnTo>
                  <a:lnTo>
                    <a:pt x="13207" y="3167"/>
                  </a:lnTo>
                  <a:lnTo>
                    <a:pt x="12860" y="3630"/>
                  </a:lnTo>
                  <a:lnTo>
                    <a:pt x="12474" y="4016"/>
                  </a:lnTo>
                  <a:lnTo>
                    <a:pt x="12010" y="4364"/>
                  </a:lnTo>
                  <a:lnTo>
                    <a:pt x="11547" y="4712"/>
                  </a:lnTo>
                  <a:lnTo>
                    <a:pt x="11083" y="4982"/>
                  </a:lnTo>
                  <a:lnTo>
                    <a:pt x="10543" y="5252"/>
                  </a:lnTo>
                  <a:lnTo>
                    <a:pt x="10350" y="5252"/>
                  </a:lnTo>
                  <a:lnTo>
                    <a:pt x="10350" y="5368"/>
                  </a:lnTo>
                  <a:lnTo>
                    <a:pt x="10273" y="5368"/>
                  </a:lnTo>
                  <a:lnTo>
                    <a:pt x="10079" y="5407"/>
                  </a:lnTo>
                  <a:lnTo>
                    <a:pt x="10157" y="5445"/>
                  </a:lnTo>
                  <a:lnTo>
                    <a:pt x="9500" y="5677"/>
                  </a:lnTo>
                  <a:lnTo>
                    <a:pt x="8844" y="5870"/>
                  </a:lnTo>
                  <a:lnTo>
                    <a:pt x="7840" y="6102"/>
                  </a:lnTo>
                  <a:lnTo>
                    <a:pt x="6759" y="6295"/>
                  </a:lnTo>
                  <a:lnTo>
                    <a:pt x="6218" y="6333"/>
                  </a:lnTo>
                  <a:lnTo>
                    <a:pt x="5677" y="6411"/>
                  </a:lnTo>
                  <a:lnTo>
                    <a:pt x="4558" y="6411"/>
                  </a:lnTo>
                  <a:lnTo>
                    <a:pt x="4596" y="6295"/>
                  </a:lnTo>
                  <a:lnTo>
                    <a:pt x="4364" y="6256"/>
                  </a:lnTo>
                  <a:lnTo>
                    <a:pt x="3399" y="4634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3" name="Google Shape;5543;p22"/>
            <p:cNvSpPr/>
            <p:nvPr/>
          </p:nvSpPr>
          <p:spPr>
            <a:xfrm>
              <a:off x="3536800" y="1931200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3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6" y="7492"/>
                  </a:lnTo>
                  <a:lnTo>
                    <a:pt x="6371" y="7453"/>
                  </a:lnTo>
                  <a:lnTo>
                    <a:pt x="6371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59" y="12087"/>
                  </a:lnTo>
                  <a:lnTo>
                    <a:pt x="1583" y="14983"/>
                  </a:lnTo>
                  <a:lnTo>
                    <a:pt x="772" y="16451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50"/>
                  </a:lnTo>
                  <a:lnTo>
                    <a:pt x="1158" y="16759"/>
                  </a:lnTo>
                  <a:lnTo>
                    <a:pt x="1969" y="15369"/>
                  </a:lnTo>
                  <a:lnTo>
                    <a:pt x="2780" y="13979"/>
                  </a:lnTo>
                  <a:lnTo>
                    <a:pt x="3591" y="12589"/>
                  </a:lnTo>
                  <a:lnTo>
                    <a:pt x="4441" y="11199"/>
                  </a:lnTo>
                  <a:lnTo>
                    <a:pt x="5290" y="9809"/>
                  </a:lnTo>
                  <a:lnTo>
                    <a:pt x="5715" y="9191"/>
                  </a:lnTo>
                  <a:lnTo>
                    <a:pt x="6178" y="8612"/>
                  </a:lnTo>
                  <a:lnTo>
                    <a:pt x="6603" y="8033"/>
                  </a:lnTo>
                  <a:lnTo>
                    <a:pt x="6989" y="7453"/>
                  </a:lnTo>
                  <a:lnTo>
                    <a:pt x="6989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89" y="7067"/>
                  </a:lnTo>
                  <a:lnTo>
                    <a:pt x="6873" y="7029"/>
                  </a:lnTo>
                  <a:lnTo>
                    <a:pt x="6835" y="7029"/>
                  </a:lnTo>
                  <a:lnTo>
                    <a:pt x="6101" y="6102"/>
                  </a:lnTo>
                  <a:lnTo>
                    <a:pt x="5290" y="5175"/>
                  </a:lnTo>
                  <a:lnTo>
                    <a:pt x="3668" y="3437"/>
                  </a:lnTo>
                  <a:lnTo>
                    <a:pt x="1969" y="1700"/>
                  </a:lnTo>
                  <a:lnTo>
                    <a:pt x="1081" y="812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4" name="Google Shape;5544;p22"/>
            <p:cNvSpPr/>
            <p:nvPr/>
          </p:nvSpPr>
          <p:spPr>
            <a:xfrm>
              <a:off x="902300" y="1957275"/>
              <a:ext cx="17400" cy="181500"/>
            </a:xfrm>
            <a:custGeom>
              <a:avLst/>
              <a:gdLst/>
              <a:ahLst/>
              <a:cxnLst/>
              <a:rect l="l" t="t" r="r" b="b"/>
              <a:pathLst>
                <a:path w="696" h="7260" extrusionOk="0">
                  <a:moveTo>
                    <a:pt x="425" y="0"/>
                  </a:moveTo>
                  <a:lnTo>
                    <a:pt x="348" y="888"/>
                  </a:lnTo>
                  <a:lnTo>
                    <a:pt x="232" y="1815"/>
                  </a:lnTo>
                  <a:lnTo>
                    <a:pt x="154" y="3630"/>
                  </a:lnTo>
                  <a:lnTo>
                    <a:pt x="0" y="7260"/>
                  </a:lnTo>
                  <a:lnTo>
                    <a:pt x="193" y="7260"/>
                  </a:lnTo>
                  <a:lnTo>
                    <a:pt x="425" y="5484"/>
                  </a:lnTo>
                  <a:lnTo>
                    <a:pt x="579" y="3669"/>
                  </a:lnTo>
                  <a:lnTo>
                    <a:pt x="695" y="1854"/>
                  </a:lnTo>
                  <a:lnTo>
                    <a:pt x="695" y="927"/>
                  </a:lnTo>
                  <a:lnTo>
                    <a:pt x="695" y="39"/>
                  </a:lnTo>
                  <a:lnTo>
                    <a:pt x="42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5" name="Google Shape;5545;p22"/>
            <p:cNvSpPr/>
            <p:nvPr/>
          </p:nvSpPr>
          <p:spPr>
            <a:xfrm>
              <a:off x="4880575" y="1957275"/>
              <a:ext cx="30925" cy="168950"/>
            </a:xfrm>
            <a:custGeom>
              <a:avLst/>
              <a:gdLst/>
              <a:ahLst/>
              <a:cxnLst/>
              <a:rect l="l" t="t" r="r" b="b"/>
              <a:pathLst>
                <a:path w="1237" h="6758" extrusionOk="0">
                  <a:moveTo>
                    <a:pt x="1121" y="0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7"/>
                  </a:lnTo>
                  <a:lnTo>
                    <a:pt x="850" y="116"/>
                  </a:lnTo>
                  <a:lnTo>
                    <a:pt x="542" y="1738"/>
                  </a:lnTo>
                  <a:lnTo>
                    <a:pt x="310" y="3398"/>
                  </a:lnTo>
                  <a:lnTo>
                    <a:pt x="117" y="5059"/>
                  </a:lnTo>
                  <a:lnTo>
                    <a:pt x="1" y="6719"/>
                  </a:lnTo>
                  <a:lnTo>
                    <a:pt x="233" y="6758"/>
                  </a:lnTo>
                  <a:lnTo>
                    <a:pt x="503" y="5136"/>
                  </a:lnTo>
                  <a:lnTo>
                    <a:pt x="773" y="3514"/>
                  </a:lnTo>
                  <a:lnTo>
                    <a:pt x="966" y="1854"/>
                  </a:lnTo>
                  <a:lnTo>
                    <a:pt x="1082" y="232"/>
                  </a:lnTo>
                  <a:lnTo>
                    <a:pt x="1237" y="77"/>
                  </a:lnTo>
                  <a:lnTo>
                    <a:pt x="1237" y="39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6" name="Google Shape;5546;p22"/>
            <p:cNvSpPr/>
            <p:nvPr/>
          </p:nvSpPr>
          <p:spPr>
            <a:xfrm>
              <a:off x="4907625" y="1959200"/>
              <a:ext cx="121650" cy="144825"/>
            </a:xfrm>
            <a:custGeom>
              <a:avLst/>
              <a:gdLst/>
              <a:ahLst/>
              <a:cxnLst/>
              <a:rect l="l" t="t" r="r" b="b"/>
              <a:pathLst>
                <a:path w="4866" h="5793" extrusionOk="0">
                  <a:moveTo>
                    <a:pt x="155" y="0"/>
                  </a:moveTo>
                  <a:lnTo>
                    <a:pt x="0" y="155"/>
                  </a:lnTo>
                  <a:lnTo>
                    <a:pt x="1197" y="1545"/>
                  </a:lnTo>
                  <a:lnTo>
                    <a:pt x="2356" y="2935"/>
                  </a:lnTo>
                  <a:lnTo>
                    <a:pt x="2896" y="3630"/>
                  </a:lnTo>
                  <a:lnTo>
                    <a:pt x="3475" y="4403"/>
                  </a:lnTo>
                  <a:lnTo>
                    <a:pt x="4055" y="5098"/>
                  </a:lnTo>
                  <a:lnTo>
                    <a:pt x="4325" y="5445"/>
                  </a:lnTo>
                  <a:lnTo>
                    <a:pt x="4634" y="5793"/>
                  </a:lnTo>
                  <a:lnTo>
                    <a:pt x="4827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4" y="5252"/>
                  </a:lnTo>
                  <a:lnTo>
                    <a:pt x="4402" y="4866"/>
                  </a:lnTo>
                  <a:lnTo>
                    <a:pt x="3862" y="4171"/>
                  </a:lnTo>
                  <a:lnTo>
                    <a:pt x="2703" y="2781"/>
                  </a:lnTo>
                  <a:lnTo>
                    <a:pt x="1467" y="1352"/>
                  </a:lnTo>
                  <a:lnTo>
                    <a:pt x="811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7" name="Google Shape;5547;p22"/>
            <p:cNvSpPr/>
            <p:nvPr/>
          </p:nvSpPr>
          <p:spPr>
            <a:xfrm>
              <a:off x="4761850" y="1966925"/>
              <a:ext cx="61800" cy="160275"/>
            </a:xfrm>
            <a:custGeom>
              <a:avLst/>
              <a:gdLst/>
              <a:ahLst/>
              <a:cxnLst/>
              <a:rect l="l" t="t" r="r" b="b"/>
              <a:pathLst>
                <a:path w="2472" h="6411" extrusionOk="0">
                  <a:moveTo>
                    <a:pt x="309" y="0"/>
                  </a:moveTo>
                  <a:lnTo>
                    <a:pt x="0" y="78"/>
                  </a:lnTo>
                  <a:lnTo>
                    <a:pt x="193" y="927"/>
                  </a:lnTo>
                  <a:lnTo>
                    <a:pt x="425" y="1777"/>
                  </a:lnTo>
                  <a:lnTo>
                    <a:pt x="657" y="2626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4"/>
                  </a:lnTo>
                  <a:lnTo>
                    <a:pt x="1661" y="5715"/>
                  </a:lnTo>
                  <a:lnTo>
                    <a:pt x="1583" y="5793"/>
                  </a:lnTo>
                  <a:lnTo>
                    <a:pt x="1545" y="5870"/>
                  </a:lnTo>
                  <a:lnTo>
                    <a:pt x="1777" y="5908"/>
                  </a:lnTo>
                  <a:lnTo>
                    <a:pt x="1931" y="6140"/>
                  </a:lnTo>
                  <a:lnTo>
                    <a:pt x="2085" y="6333"/>
                  </a:lnTo>
                  <a:lnTo>
                    <a:pt x="2124" y="6410"/>
                  </a:lnTo>
                  <a:lnTo>
                    <a:pt x="2317" y="6410"/>
                  </a:lnTo>
                  <a:lnTo>
                    <a:pt x="2356" y="6333"/>
                  </a:lnTo>
                  <a:lnTo>
                    <a:pt x="2433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4" y="5600"/>
                  </a:lnTo>
                  <a:lnTo>
                    <a:pt x="1970" y="5213"/>
                  </a:lnTo>
                  <a:lnTo>
                    <a:pt x="1738" y="4441"/>
                  </a:lnTo>
                  <a:lnTo>
                    <a:pt x="1197" y="2935"/>
                  </a:lnTo>
                  <a:lnTo>
                    <a:pt x="734" y="1468"/>
                  </a:lnTo>
                  <a:lnTo>
                    <a:pt x="30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8" name="Google Shape;5548;p22"/>
            <p:cNvSpPr/>
            <p:nvPr/>
          </p:nvSpPr>
          <p:spPr>
            <a:xfrm>
              <a:off x="4771500" y="1968850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1"/>
                  </a:moveTo>
                  <a:lnTo>
                    <a:pt x="0" y="39"/>
                  </a:lnTo>
                  <a:lnTo>
                    <a:pt x="1970" y="3206"/>
                  </a:lnTo>
                  <a:lnTo>
                    <a:pt x="4055" y="6333"/>
                  </a:lnTo>
                  <a:lnTo>
                    <a:pt x="3553" y="6295"/>
                  </a:lnTo>
                  <a:lnTo>
                    <a:pt x="3051" y="6179"/>
                  </a:lnTo>
                  <a:lnTo>
                    <a:pt x="2588" y="6025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7"/>
                  </a:lnTo>
                  <a:lnTo>
                    <a:pt x="3283" y="6642"/>
                  </a:lnTo>
                  <a:lnTo>
                    <a:pt x="3707" y="6720"/>
                  </a:lnTo>
                  <a:lnTo>
                    <a:pt x="4132" y="6797"/>
                  </a:lnTo>
                  <a:lnTo>
                    <a:pt x="4596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9" y="6642"/>
                  </a:lnTo>
                  <a:lnTo>
                    <a:pt x="8148" y="6488"/>
                  </a:lnTo>
                  <a:lnTo>
                    <a:pt x="8959" y="6295"/>
                  </a:lnTo>
                  <a:lnTo>
                    <a:pt x="9770" y="6025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7" y="4673"/>
                  </a:lnTo>
                  <a:lnTo>
                    <a:pt x="12666" y="4403"/>
                  </a:lnTo>
                  <a:lnTo>
                    <a:pt x="12975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8"/>
                  </a:lnTo>
                  <a:lnTo>
                    <a:pt x="13979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2" y="2163"/>
                  </a:lnTo>
                  <a:lnTo>
                    <a:pt x="14172" y="2124"/>
                  </a:lnTo>
                  <a:lnTo>
                    <a:pt x="13863" y="2124"/>
                  </a:lnTo>
                  <a:lnTo>
                    <a:pt x="13825" y="2163"/>
                  </a:lnTo>
                  <a:lnTo>
                    <a:pt x="13554" y="2704"/>
                  </a:lnTo>
                  <a:lnTo>
                    <a:pt x="13207" y="3167"/>
                  </a:lnTo>
                  <a:lnTo>
                    <a:pt x="12859" y="3630"/>
                  </a:lnTo>
                  <a:lnTo>
                    <a:pt x="12473" y="4017"/>
                  </a:lnTo>
                  <a:lnTo>
                    <a:pt x="12010" y="4364"/>
                  </a:lnTo>
                  <a:lnTo>
                    <a:pt x="11546" y="4712"/>
                  </a:lnTo>
                  <a:lnTo>
                    <a:pt x="11083" y="4982"/>
                  </a:lnTo>
                  <a:lnTo>
                    <a:pt x="10542" y="5252"/>
                  </a:lnTo>
                  <a:lnTo>
                    <a:pt x="10349" y="5252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7"/>
                  </a:lnTo>
                  <a:lnTo>
                    <a:pt x="10156" y="5445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2"/>
                  </a:lnTo>
                  <a:lnTo>
                    <a:pt x="6758" y="6295"/>
                  </a:lnTo>
                  <a:lnTo>
                    <a:pt x="6217" y="6333"/>
                  </a:lnTo>
                  <a:lnTo>
                    <a:pt x="5677" y="6411"/>
                  </a:lnTo>
                  <a:lnTo>
                    <a:pt x="4557" y="6411"/>
                  </a:lnTo>
                  <a:lnTo>
                    <a:pt x="4596" y="6295"/>
                  </a:lnTo>
                  <a:lnTo>
                    <a:pt x="4364" y="6256"/>
                  </a:lnTo>
                  <a:lnTo>
                    <a:pt x="3399" y="4634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9" name="Google Shape;5549;p22"/>
            <p:cNvSpPr/>
            <p:nvPr/>
          </p:nvSpPr>
          <p:spPr>
            <a:xfrm>
              <a:off x="5286050" y="1976575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0" y="2317"/>
                  </a:lnTo>
                  <a:lnTo>
                    <a:pt x="6449" y="3901"/>
                  </a:lnTo>
                  <a:lnTo>
                    <a:pt x="6526" y="6990"/>
                  </a:lnTo>
                  <a:lnTo>
                    <a:pt x="3514" y="6758"/>
                  </a:lnTo>
                  <a:lnTo>
                    <a:pt x="2008" y="6642"/>
                  </a:lnTo>
                  <a:lnTo>
                    <a:pt x="502" y="6604"/>
                  </a:lnTo>
                  <a:lnTo>
                    <a:pt x="1352" y="5986"/>
                  </a:lnTo>
                  <a:lnTo>
                    <a:pt x="2201" y="5291"/>
                  </a:lnTo>
                  <a:lnTo>
                    <a:pt x="2973" y="4557"/>
                  </a:lnTo>
                  <a:lnTo>
                    <a:pt x="3707" y="3823"/>
                  </a:lnTo>
                  <a:lnTo>
                    <a:pt x="4441" y="3090"/>
                  </a:lnTo>
                  <a:lnTo>
                    <a:pt x="5136" y="2356"/>
                  </a:lnTo>
                  <a:lnTo>
                    <a:pt x="5792" y="1584"/>
                  </a:lnTo>
                  <a:lnTo>
                    <a:pt x="6449" y="773"/>
                  </a:lnTo>
                  <a:close/>
                  <a:moveTo>
                    <a:pt x="6719" y="1"/>
                  </a:moveTo>
                  <a:lnTo>
                    <a:pt x="6642" y="39"/>
                  </a:lnTo>
                  <a:lnTo>
                    <a:pt x="6565" y="39"/>
                  </a:lnTo>
                  <a:lnTo>
                    <a:pt x="6487" y="116"/>
                  </a:lnTo>
                  <a:lnTo>
                    <a:pt x="4981" y="1854"/>
                  </a:lnTo>
                  <a:lnTo>
                    <a:pt x="4209" y="2704"/>
                  </a:lnTo>
                  <a:lnTo>
                    <a:pt x="3437" y="3514"/>
                  </a:lnTo>
                  <a:lnTo>
                    <a:pt x="2587" y="4287"/>
                  </a:lnTo>
                  <a:lnTo>
                    <a:pt x="1738" y="5059"/>
                  </a:lnTo>
                  <a:lnTo>
                    <a:pt x="888" y="5793"/>
                  </a:lnTo>
                  <a:lnTo>
                    <a:pt x="39" y="6604"/>
                  </a:lnTo>
                  <a:lnTo>
                    <a:pt x="0" y="6642"/>
                  </a:lnTo>
                  <a:lnTo>
                    <a:pt x="0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0" y="6913"/>
                  </a:lnTo>
                  <a:lnTo>
                    <a:pt x="39" y="6990"/>
                  </a:lnTo>
                  <a:lnTo>
                    <a:pt x="116" y="7144"/>
                  </a:lnTo>
                  <a:lnTo>
                    <a:pt x="386" y="6990"/>
                  </a:lnTo>
                  <a:lnTo>
                    <a:pt x="1892" y="7144"/>
                  </a:lnTo>
                  <a:lnTo>
                    <a:pt x="3437" y="7299"/>
                  </a:lnTo>
                  <a:lnTo>
                    <a:pt x="6526" y="7453"/>
                  </a:lnTo>
                  <a:lnTo>
                    <a:pt x="6565" y="9307"/>
                  </a:lnTo>
                  <a:lnTo>
                    <a:pt x="6526" y="12628"/>
                  </a:lnTo>
                  <a:lnTo>
                    <a:pt x="6951" y="12628"/>
                  </a:lnTo>
                  <a:lnTo>
                    <a:pt x="6989" y="9461"/>
                  </a:lnTo>
                  <a:lnTo>
                    <a:pt x="6989" y="7492"/>
                  </a:lnTo>
                  <a:lnTo>
                    <a:pt x="8650" y="7569"/>
                  </a:lnTo>
                  <a:lnTo>
                    <a:pt x="10310" y="7646"/>
                  </a:lnTo>
                  <a:lnTo>
                    <a:pt x="10310" y="7183"/>
                  </a:lnTo>
                  <a:lnTo>
                    <a:pt x="8650" y="7106"/>
                  </a:lnTo>
                  <a:lnTo>
                    <a:pt x="6989" y="7028"/>
                  </a:lnTo>
                  <a:lnTo>
                    <a:pt x="7028" y="5368"/>
                  </a:lnTo>
                  <a:lnTo>
                    <a:pt x="6989" y="3708"/>
                  </a:lnTo>
                  <a:lnTo>
                    <a:pt x="6951" y="2047"/>
                  </a:lnTo>
                  <a:lnTo>
                    <a:pt x="6796" y="387"/>
                  </a:lnTo>
                  <a:lnTo>
                    <a:pt x="6989" y="194"/>
                  </a:lnTo>
                  <a:lnTo>
                    <a:pt x="6835" y="39"/>
                  </a:lnTo>
                  <a:lnTo>
                    <a:pt x="679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0" name="Google Shape;5550;p22"/>
            <p:cNvSpPr/>
            <p:nvPr/>
          </p:nvSpPr>
          <p:spPr>
            <a:xfrm>
              <a:off x="5455950" y="1981400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4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7" y="7492"/>
                  </a:lnTo>
                  <a:lnTo>
                    <a:pt x="6372" y="7453"/>
                  </a:lnTo>
                  <a:lnTo>
                    <a:pt x="6372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60" y="12087"/>
                  </a:lnTo>
                  <a:lnTo>
                    <a:pt x="1584" y="14983"/>
                  </a:lnTo>
                  <a:lnTo>
                    <a:pt x="773" y="16450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50"/>
                  </a:lnTo>
                  <a:lnTo>
                    <a:pt x="1159" y="16759"/>
                  </a:lnTo>
                  <a:lnTo>
                    <a:pt x="1970" y="15369"/>
                  </a:lnTo>
                  <a:lnTo>
                    <a:pt x="2781" y="13979"/>
                  </a:lnTo>
                  <a:lnTo>
                    <a:pt x="3592" y="12589"/>
                  </a:lnTo>
                  <a:lnTo>
                    <a:pt x="4441" y="11199"/>
                  </a:lnTo>
                  <a:lnTo>
                    <a:pt x="5291" y="9809"/>
                  </a:lnTo>
                  <a:lnTo>
                    <a:pt x="5715" y="9191"/>
                  </a:lnTo>
                  <a:lnTo>
                    <a:pt x="6179" y="8612"/>
                  </a:lnTo>
                  <a:lnTo>
                    <a:pt x="6603" y="8032"/>
                  </a:lnTo>
                  <a:lnTo>
                    <a:pt x="6990" y="7453"/>
                  </a:lnTo>
                  <a:lnTo>
                    <a:pt x="6990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90" y="7067"/>
                  </a:lnTo>
                  <a:lnTo>
                    <a:pt x="6874" y="7028"/>
                  </a:lnTo>
                  <a:lnTo>
                    <a:pt x="6835" y="7028"/>
                  </a:lnTo>
                  <a:lnTo>
                    <a:pt x="6102" y="6102"/>
                  </a:lnTo>
                  <a:lnTo>
                    <a:pt x="5291" y="5175"/>
                  </a:lnTo>
                  <a:lnTo>
                    <a:pt x="3669" y="3437"/>
                  </a:lnTo>
                  <a:lnTo>
                    <a:pt x="1970" y="1700"/>
                  </a:lnTo>
                  <a:lnTo>
                    <a:pt x="1082" y="812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1" name="Google Shape;5551;p22"/>
            <p:cNvSpPr/>
            <p:nvPr/>
          </p:nvSpPr>
          <p:spPr>
            <a:xfrm>
              <a:off x="752650" y="1995875"/>
              <a:ext cx="30925" cy="168975"/>
            </a:xfrm>
            <a:custGeom>
              <a:avLst/>
              <a:gdLst/>
              <a:ahLst/>
              <a:cxnLst/>
              <a:rect l="l" t="t" r="r" b="b"/>
              <a:pathLst>
                <a:path w="1237" h="6759" extrusionOk="0">
                  <a:moveTo>
                    <a:pt x="1121" y="1"/>
                  </a:moveTo>
                  <a:lnTo>
                    <a:pt x="1082" y="39"/>
                  </a:lnTo>
                  <a:lnTo>
                    <a:pt x="1043" y="39"/>
                  </a:lnTo>
                  <a:lnTo>
                    <a:pt x="850" y="78"/>
                  </a:lnTo>
                  <a:lnTo>
                    <a:pt x="850" y="117"/>
                  </a:lnTo>
                  <a:lnTo>
                    <a:pt x="541" y="1738"/>
                  </a:lnTo>
                  <a:lnTo>
                    <a:pt x="310" y="3399"/>
                  </a:lnTo>
                  <a:lnTo>
                    <a:pt x="117" y="5059"/>
                  </a:lnTo>
                  <a:lnTo>
                    <a:pt x="1" y="6720"/>
                  </a:lnTo>
                  <a:lnTo>
                    <a:pt x="232" y="6758"/>
                  </a:lnTo>
                  <a:lnTo>
                    <a:pt x="503" y="5137"/>
                  </a:lnTo>
                  <a:lnTo>
                    <a:pt x="773" y="3515"/>
                  </a:lnTo>
                  <a:lnTo>
                    <a:pt x="966" y="1854"/>
                  </a:lnTo>
                  <a:lnTo>
                    <a:pt x="1082" y="233"/>
                  </a:lnTo>
                  <a:lnTo>
                    <a:pt x="1236" y="78"/>
                  </a:lnTo>
                  <a:lnTo>
                    <a:pt x="1236" y="39"/>
                  </a:lnTo>
                  <a:lnTo>
                    <a:pt x="11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2" name="Google Shape;5552;p22"/>
            <p:cNvSpPr/>
            <p:nvPr/>
          </p:nvSpPr>
          <p:spPr>
            <a:xfrm>
              <a:off x="779675" y="1997825"/>
              <a:ext cx="121675" cy="144825"/>
            </a:xfrm>
            <a:custGeom>
              <a:avLst/>
              <a:gdLst/>
              <a:ahLst/>
              <a:cxnLst/>
              <a:rect l="l" t="t" r="r" b="b"/>
              <a:pathLst>
                <a:path w="4867" h="5793" extrusionOk="0">
                  <a:moveTo>
                    <a:pt x="155" y="0"/>
                  </a:moveTo>
                  <a:lnTo>
                    <a:pt x="1" y="155"/>
                  </a:lnTo>
                  <a:lnTo>
                    <a:pt x="1198" y="1545"/>
                  </a:lnTo>
                  <a:lnTo>
                    <a:pt x="2356" y="2935"/>
                  </a:lnTo>
                  <a:lnTo>
                    <a:pt x="2897" y="3630"/>
                  </a:lnTo>
                  <a:lnTo>
                    <a:pt x="3476" y="4402"/>
                  </a:lnTo>
                  <a:lnTo>
                    <a:pt x="4056" y="5097"/>
                  </a:lnTo>
                  <a:lnTo>
                    <a:pt x="4326" y="5445"/>
                  </a:lnTo>
                  <a:lnTo>
                    <a:pt x="4635" y="5792"/>
                  </a:lnTo>
                  <a:lnTo>
                    <a:pt x="4828" y="5754"/>
                  </a:lnTo>
                  <a:lnTo>
                    <a:pt x="4866" y="5715"/>
                  </a:lnTo>
                  <a:lnTo>
                    <a:pt x="4866" y="5638"/>
                  </a:lnTo>
                  <a:lnTo>
                    <a:pt x="4635" y="5252"/>
                  </a:lnTo>
                  <a:lnTo>
                    <a:pt x="4403" y="4866"/>
                  </a:lnTo>
                  <a:lnTo>
                    <a:pt x="3862" y="4170"/>
                  </a:lnTo>
                  <a:lnTo>
                    <a:pt x="2704" y="2780"/>
                  </a:lnTo>
                  <a:lnTo>
                    <a:pt x="1468" y="1352"/>
                  </a:lnTo>
                  <a:lnTo>
                    <a:pt x="812" y="657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3" name="Google Shape;5553;p22"/>
            <p:cNvSpPr/>
            <p:nvPr/>
          </p:nvSpPr>
          <p:spPr>
            <a:xfrm>
              <a:off x="2839800" y="2000700"/>
              <a:ext cx="270325" cy="209525"/>
            </a:xfrm>
            <a:custGeom>
              <a:avLst/>
              <a:gdLst/>
              <a:ahLst/>
              <a:cxnLst/>
              <a:rect l="l" t="t" r="r" b="b"/>
              <a:pathLst>
                <a:path w="10813" h="8381" extrusionOk="0">
                  <a:moveTo>
                    <a:pt x="10233" y="1"/>
                  </a:moveTo>
                  <a:lnTo>
                    <a:pt x="10156" y="78"/>
                  </a:lnTo>
                  <a:lnTo>
                    <a:pt x="10117" y="155"/>
                  </a:lnTo>
                  <a:lnTo>
                    <a:pt x="10079" y="233"/>
                  </a:lnTo>
                  <a:lnTo>
                    <a:pt x="10079" y="348"/>
                  </a:lnTo>
                  <a:lnTo>
                    <a:pt x="10156" y="426"/>
                  </a:lnTo>
                  <a:lnTo>
                    <a:pt x="10272" y="580"/>
                  </a:lnTo>
                  <a:lnTo>
                    <a:pt x="10310" y="735"/>
                  </a:lnTo>
                  <a:lnTo>
                    <a:pt x="10349" y="928"/>
                  </a:lnTo>
                  <a:lnTo>
                    <a:pt x="10310" y="1121"/>
                  </a:lnTo>
                  <a:lnTo>
                    <a:pt x="10233" y="1275"/>
                  </a:lnTo>
                  <a:lnTo>
                    <a:pt x="10156" y="1468"/>
                  </a:lnTo>
                  <a:lnTo>
                    <a:pt x="9847" y="1854"/>
                  </a:lnTo>
                  <a:lnTo>
                    <a:pt x="9538" y="2202"/>
                  </a:lnTo>
                  <a:lnTo>
                    <a:pt x="9152" y="2511"/>
                  </a:lnTo>
                  <a:lnTo>
                    <a:pt x="8611" y="3013"/>
                  </a:lnTo>
                  <a:lnTo>
                    <a:pt x="8264" y="3283"/>
                  </a:lnTo>
                  <a:lnTo>
                    <a:pt x="8225" y="3206"/>
                  </a:lnTo>
                  <a:lnTo>
                    <a:pt x="8148" y="3129"/>
                  </a:lnTo>
                  <a:lnTo>
                    <a:pt x="7607" y="2820"/>
                  </a:lnTo>
                  <a:lnTo>
                    <a:pt x="7144" y="2434"/>
                  </a:lnTo>
                  <a:lnTo>
                    <a:pt x="6912" y="2665"/>
                  </a:lnTo>
                  <a:lnTo>
                    <a:pt x="7105" y="2936"/>
                  </a:lnTo>
                  <a:lnTo>
                    <a:pt x="7376" y="3167"/>
                  </a:lnTo>
                  <a:lnTo>
                    <a:pt x="7646" y="3399"/>
                  </a:lnTo>
                  <a:lnTo>
                    <a:pt x="7955" y="3553"/>
                  </a:lnTo>
                  <a:lnTo>
                    <a:pt x="7028" y="4287"/>
                  </a:lnTo>
                  <a:lnTo>
                    <a:pt x="6101" y="4982"/>
                  </a:lnTo>
                  <a:lnTo>
                    <a:pt x="4943" y="5793"/>
                  </a:lnTo>
                  <a:lnTo>
                    <a:pt x="3746" y="6527"/>
                  </a:lnTo>
                  <a:lnTo>
                    <a:pt x="3553" y="6681"/>
                  </a:lnTo>
                  <a:lnTo>
                    <a:pt x="3475" y="6334"/>
                  </a:lnTo>
                  <a:lnTo>
                    <a:pt x="3321" y="6025"/>
                  </a:lnTo>
                  <a:lnTo>
                    <a:pt x="3128" y="5716"/>
                  </a:lnTo>
                  <a:lnTo>
                    <a:pt x="2896" y="5446"/>
                  </a:lnTo>
                  <a:lnTo>
                    <a:pt x="2626" y="5677"/>
                  </a:lnTo>
                  <a:lnTo>
                    <a:pt x="2819" y="5909"/>
                  </a:lnTo>
                  <a:lnTo>
                    <a:pt x="2935" y="6179"/>
                  </a:lnTo>
                  <a:lnTo>
                    <a:pt x="3051" y="6565"/>
                  </a:lnTo>
                  <a:lnTo>
                    <a:pt x="3128" y="6952"/>
                  </a:lnTo>
                  <a:lnTo>
                    <a:pt x="2317" y="7376"/>
                  </a:lnTo>
                  <a:lnTo>
                    <a:pt x="1892" y="7608"/>
                  </a:lnTo>
                  <a:lnTo>
                    <a:pt x="1467" y="7762"/>
                  </a:lnTo>
                  <a:lnTo>
                    <a:pt x="1081" y="7878"/>
                  </a:lnTo>
                  <a:lnTo>
                    <a:pt x="927" y="7917"/>
                  </a:lnTo>
                  <a:lnTo>
                    <a:pt x="772" y="7917"/>
                  </a:lnTo>
                  <a:lnTo>
                    <a:pt x="618" y="7878"/>
                  </a:lnTo>
                  <a:lnTo>
                    <a:pt x="502" y="7840"/>
                  </a:lnTo>
                  <a:lnTo>
                    <a:pt x="386" y="7724"/>
                  </a:lnTo>
                  <a:lnTo>
                    <a:pt x="309" y="7608"/>
                  </a:lnTo>
                  <a:lnTo>
                    <a:pt x="270" y="7569"/>
                  </a:lnTo>
                  <a:lnTo>
                    <a:pt x="232" y="7531"/>
                  </a:lnTo>
                  <a:lnTo>
                    <a:pt x="116" y="7492"/>
                  </a:lnTo>
                  <a:lnTo>
                    <a:pt x="39" y="7569"/>
                  </a:lnTo>
                  <a:lnTo>
                    <a:pt x="0" y="7608"/>
                  </a:lnTo>
                  <a:lnTo>
                    <a:pt x="0" y="7685"/>
                  </a:lnTo>
                  <a:lnTo>
                    <a:pt x="39" y="7840"/>
                  </a:lnTo>
                  <a:lnTo>
                    <a:pt x="77" y="7994"/>
                  </a:lnTo>
                  <a:lnTo>
                    <a:pt x="155" y="8110"/>
                  </a:lnTo>
                  <a:lnTo>
                    <a:pt x="270" y="8226"/>
                  </a:lnTo>
                  <a:lnTo>
                    <a:pt x="348" y="8264"/>
                  </a:lnTo>
                  <a:lnTo>
                    <a:pt x="463" y="8342"/>
                  </a:lnTo>
                  <a:lnTo>
                    <a:pt x="734" y="8380"/>
                  </a:lnTo>
                  <a:lnTo>
                    <a:pt x="1004" y="8380"/>
                  </a:lnTo>
                  <a:lnTo>
                    <a:pt x="1274" y="8342"/>
                  </a:lnTo>
                  <a:lnTo>
                    <a:pt x="1545" y="8264"/>
                  </a:lnTo>
                  <a:lnTo>
                    <a:pt x="1815" y="8149"/>
                  </a:lnTo>
                  <a:lnTo>
                    <a:pt x="2935" y="7569"/>
                  </a:lnTo>
                  <a:lnTo>
                    <a:pt x="4055" y="6952"/>
                  </a:lnTo>
                  <a:lnTo>
                    <a:pt x="5097" y="6295"/>
                  </a:lnTo>
                  <a:lnTo>
                    <a:pt x="6140" y="5561"/>
                  </a:lnTo>
                  <a:lnTo>
                    <a:pt x="7067" y="4866"/>
                  </a:lnTo>
                  <a:lnTo>
                    <a:pt x="7993" y="4171"/>
                  </a:lnTo>
                  <a:lnTo>
                    <a:pt x="8881" y="3399"/>
                  </a:lnTo>
                  <a:lnTo>
                    <a:pt x="9731" y="2627"/>
                  </a:lnTo>
                  <a:lnTo>
                    <a:pt x="10001" y="2356"/>
                  </a:lnTo>
                  <a:lnTo>
                    <a:pt x="10272" y="2047"/>
                  </a:lnTo>
                  <a:lnTo>
                    <a:pt x="10503" y="1739"/>
                  </a:lnTo>
                  <a:lnTo>
                    <a:pt x="10696" y="1430"/>
                  </a:lnTo>
                  <a:lnTo>
                    <a:pt x="10812" y="1082"/>
                  </a:lnTo>
                  <a:lnTo>
                    <a:pt x="10812" y="928"/>
                  </a:lnTo>
                  <a:lnTo>
                    <a:pt x="10812" y="735"/>
                  </a:lnTo>
                  <a:lnTo>
                    <a:pt x="10774" y="580"/>
                  </a:lnTo>
                  <a:lnTo>
                    <a:pt x="10735" y="387"/>
                  </a:lnTo>
                  <a:lnTo>
                    <a:pt x="10619" y="233"/>
                  </a:lnTo>
                  <a:lnTo>
                    <a:pt x="10465" y="40"/>
                  </a:lnTo>
                  <a:lnTo>
                    <a:pt x="103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4" name="Google Shape;5554;p22"/>
            <p:cNvSpPr/>
            <p:nvPr/>
          </p:nvSpPr>
          <p:spPr>
            <a:xfrm>
              <a:off x="633925" y="2005525"/>
              <a:ext cx="61800" cy="160300"/>
            </a:xfrm>
            <a:custGeom>
              <a:avLst/>
              <a:gdLst/>
              <a:ahLst/>
              <a:cxnLst/>
              <a:rect l="l" t="t" r="r" b="b"/>
              <a:pathLst>
                <a:path w="2472" h="6412" extrusionOk="0">
                  <a:moveTo>
                    <a:pt x="309" y="1"/>
                  </a:moveTo>
                  <a:lnTo>
                    <a:pt x="0" y="78"/>
                  </a:lnTo>
                  <a:lnTo>
                    <a:pt x="193" y="928"/>
                  </a:lnTo>
                  <a:lnTo>
                    <a:pt x="425" y="1777"/>
                  </a:lnTo>
                  <a:lnTo>
                    <a:pt x="657" y="2627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5"/>
                  </a:lnTo>
                  <a:lnTo>
                    <a:pt x="1661" y="5716"/>
                  </a:lnTo>
                  <a:lnTo>
                    <a:pt x="1583" y="5793"/>
                  </a:lnTo>
                  <a:lnTo>
                    <a:pt x="1545" y="5870"/>
                  </a:lnTo>
                  <a:lnTo>
                    <a:pt x="1776" y="5909"/>
                  </a:lnTo>
                  <a:lnTo>
                    <a:pt x="1931" y="6141"/>
                  </a:lnTo>
                  <a:lnTo>
                    <a:pt x="2085" y="6334"/>
                  </a:lnTo>
                  <a:lnTo>
                    <a:pt x="2124" y="6411"/>
                  </a:lnTo>
                  <a:lnTo>
                    <a:pt x="2317" y="6411"/>
                  </a:lnTo>
                  <a:lnTo>
                    <a:pt x="2356" y="6334"/>
                  </a:lnTo>
                  <a:lnTo>
                    <a:pt x="2433" y="6295"/>
                  </a:lnTo>
                  <a:lnTo>
                    <a:pt x="2471" y="6257"/>
                  </a:lnTo>
                  <a:lnTo>
                    <a:pt x="2356" y="5948"/>
                  </a:lnTo>
                  <a:lnTo>
                    <a:pt x="2278" y="5948"/>
                  </a:lnTo>
                  <a:lnTo>
                    <a:pt x="2124" y="5600"/>
                  </a:lnTo>
                  <a:lnTo>
                    <a:pt x="1969" y="5214"/>
                  </a:lnTo>
                  <a:lnTo>
                    <a:pt x="1738" y="4442"/>
                  </a:lnTo>
                  <a:lnTo>
                    <a:pt x="1197" y="2936"/>
                  </a:lnTo>
                  <a:lnTo>
                    <a:pt x="734" y="1468"/>
                  </a:lnTo>
                  <a:lnTo>
                    <a:pt x="30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5" name="Google Shape;5555;p22"/>
            <p:cNvSpPr/>
            <p:nvPr/>
          </p:nvSpPr>
          <p:spPr>
            <a:xfrm>
              <a:off x="643575" y="2007475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0"/>
                  </a:moveTo>
                  <a:lnTo>
                    <a:pt x="0" y="39"/>
                  </a:lnTo>
                  <a:lnTo>
                    <a:pt x="1970" y="3205"/>
                  </a:lnTo>
                  <a:lnTo>
                    <a:pt x="4055" y="6333"/>
                  </a:lnTo>
                  <a:lnTo>
                    <a:pt x="3553" y="6294"/>
                  </a:lnTo>
                  <a:lnTo>
                    <a:pt x="3051" y="6179"/>
                  </a:lnTo>
                  <a:lnTo>
                    <a:pt x="2587" y="6024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5" y="6179"/>
                  </a:lnTo>
                  <a:lnTo>
                    <a:pt x="2472" y="6372"/>
                  </a:lnTo>
                  <a:lnTo>
                    <a:pt x="2858" y="6526"/>
                  </a:lnTo>
                  <a:lnTo>
                    <a:pt x="3283" y="6642"/>
                  </a:lnTo>
                  <a:lnTo>
                    <a:pt x="3707" y="6719"/>
                  </a:lnTo>
                  <a:lnTo>
                    <a:pt x="4132" y="6796"/>
                  </a:lnTo>
                  <a:lnTo>
                    <a:pt x="4595" y="6835"/>
                  </a:lnTo>
                  <a:lnTo>
                    <a:pt x="5484" y="6835"/>
                  </a:lnTo>
                  <a:lnTo>
                    <a:pt x="6372" y="6758"/>
                  </a:lnTo>
                  <a:lnTo>
                    <a:pt x="7298" y="6642"/>
                  </a:lnTo>
                  <a:lnTo>
                    <a:pt x="8148" y="6487"/>
                  </a:lnTo>
                  <a:lnTo>
                    <a:pt x="8959" y="6294"/>
                  </a:lnTo>
                  <a:lnTo>
                    <a:pt x="9770" y="6024"/>
                  </a:lnTo>
                  <a:lnTo>
                    <a:pt x="10581" y="5715"/>
                  </a:lnTo>
                  <a:lnTo>
                    <a:pt x="11314" y="5368"/>
                  </a:lnTo>
                  <a:lnTo>
                    <a:pt x="12009" y="4904"/>
                  </a:lnTo>
                  <a:lnTo>
                    <a:pt x="12357" y="4673"/>
                  </a:lnTo>
                  <a:lnTo>
                    <a:pt x="12666" y="4402"/>
                  </a:lnTo>
                  <a:lnTo>
                    <a:pt x="12975" y="4093"/>
                  </a:lnTo>
                  <a:lnTo>
                    <a:pt x="13284" y="3784"/>
                  </a:lnTo>
                  <a:lnTo>
                    <a:pt x="13515" y="3476"/>
                  </a:lnTo>
                  <a:lnTo>
                    <a:pt x="13786" y="3128"/>
                  </a:lnTo>
                  <a:lnTo>
                    <a:pt x="13979" y="2780"/>
                  </a:lnTo>
                  <a:lnTo>
                    <a:pt x="14211" y="2394"/>
                  </a:lnTo>
                  <a:lnTo>
                    <a:pt x="14211" y="2278"/>
                  </a:lnTo>
                  <a:lnTo>
                    <a:pt x="14172" y="2163"/>
                  </a:lnTo>
                  <a:lnTo>
                    <a:pt x="14172" y="2124"/>
                  </a:lnTo>
                  <a:lnTo>
                    <a:pt x="13863" y="2124"/>
                  </a:lnTo>
                  <a:lnTo>
                    <a:pt x="13824" y="2163"/>
                  </a:lnTo>
                  <a:lnTo>
                    <a:pt x="13554" y="2703"/>
                  </a:lnTo>
                  <a:lnTo>
                    <a:pt x="13207" y="3167"/>
                  </a:lnTo>
                  <a:lnTo>
                    <a:pt x="12859" y="3630"/>
                  </a:lnTo>
                  <a:lnTo>
                    <a:pt x="12473" y="4016"/>
                  </a:lnTo>
                  <a:lnTo>
                    <a:pt x="12009" y="4364"/>
                  </a:lnTo>
                  <a:lnTo>
                    <a:pt x="11546" y="4711"/>
                  </a:lnTo>
                  <a:lnTo>
                    <a:pt x="11083" y="4982"/>
                  </a:lnTo>
                  <a:lnTo>
                    <a:pt x="10542" y="5252"/>
                  </a:lnTo>
                  <a:lnTo>
                    <a:pt x="10349" y="5252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6"/>
                  </a:lnTo>
                  <a:lnTo>
                    <a:pt x="10156" y="5445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1"/>
                  </a:lnTo>
                  <a:lnTo>
                    <a:pt x="6758" y="6294"/>
                  </a:lnTo>
                  <a:lnTo>
                    <a:pt x="6217" y="6333"/>
                  </a:lnTo>
                  <a:lnTo>
                    <a:pt x="5677" y="6410"/>
                  </a:lnTo>
                  <a:lnTo>
                    <a:pt x="4557" y="6410"/>
                  </a:lnTo>
                  <a:lnTo>
                    <a:pt x="4595" y="6294"/>
                  </a:lnTo>
                  <a:lnTo>
                    <a:pt x="4364" y="6256"/>
                  </a:lnTo>
                  <a:lnTo>
                    <a:pt x="3398" y="4634"/>
                  </a:lnTo>
                  <a:lnTo>
                    <a:pt x="2356" y="3012"/>
                  </a:lnTo>
                  <a:lnTo>
                    <a:pt x="1275" y="1468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6" name="Google Shape;5556;p22"/>
            <p:cNvSpPr/>
            <p:nvPr/>
          </p:nvSpPr>
          <p:spPr>
            <a:xfrm>
              <a:off x="5946350" y="2008425"/>
              <a:ext cx="112975" cy="132300"/>
            </a:xfrm>
            <a:custGeom>
              <a:avLst/>
              <a:gdLst/>
              <a:ahLst/>
              <a:cxnLst/>
              <a:rect l="l" t="t" r="r" b="b"/>
              <a:pathLst>
                <a:path w="4519" h="5292" extrusionOk="0">
                  <a:moveTo>
                    <a:pt x="3360" y="1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1" y="155"/>
                  </a:lnTo>
                  <a:lnTo>
                    <a:pt x="2240" y="271"/>
                  </a:lnTo>
                  <a:lnTo>
                    <a:pt x="2009" y="426"/>
                  </a:lnTo>
                  <a:lnTo>
                    <a:pt x="1738" y="580"/>
                  </a:lnTo>
                  <a:lnTo>
                    <a:pt x="1507" y="773"/>
                  </a:lnTo>
                  <a:lnTo>
                    <a:pt x="1082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9"/>
                  </a:lnTo>
                  <a:lnTo>
                    <a:pt x="39" y="3708"/>
                  </a:lnTo>
                  <a:lnTo>
                    <a:pt x="1" y="4055"/>
                  </a:lnTo>
                  <a:lnTo>
                    <a:pt x="1" y="4364"/>
                  </a:lnTo>
                  <a:lnTo>
                    <a:pt x="39" y="4673"/>
                  </a:lnTo>
                  <a:lnTo>
                    <a:pt x="117" y="4905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700" y="5291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789"/>
                  </a:lnTo>
                  <a:lnTo>
                    <a:pt x="696" y="4712"/>
                  </a:lnTo>
                  <a:lnTo>
                    <a:pt x="580" y="4557"/>
                  </a:lnTo>
                  <a:lnTo>
                    <a:pt x="541" y="4442"/>
                  </a:lnTo>
                  <a:lnTo>
                    <a:pt x="503" y="4248"/>
                  </a:lnTo>
                  <a:lnTo>
                    <a:pt x="541" y="4055"/>
                  </a:lnTo>
                  <a:lnTo>
                    <a:pt x="580" y="3592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27" y="2318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16" y="1159"/>
                  </a:lnTo>
                  <a:lnTo>
                    <a:pt x="2202" y="889"/>
                  </a:lnTo>
                  <a:lnTo>
                    <a:pt x="2627" y="696"/>
                  </a:lnTo>
                  <a:lnTo>
                    <a:pt x="3090" y="580"/>
                  </a:lnTo>
                  <a:lnTo>
                    <a:pt x="3592" y="541"/>
                  </a:lnTo>
                  <a:lnTo>
                    <a:pt x="4094" y="580"/>
                  </a:lnTo>
                  <a:lnTo>
                    <a:pt x="4248" y="541"/>
                  </a:lnTo>
                  <a:lnTo>
                    <a:pt x="4326" y="464"/>
                  </a:lnTo>
                  <a:lnTo>
                    <a:pt x="4441" y="464"/>
                  </a:lnTo>
                  <a:lnTo>
                    <a:pt x="4519" y="426"/>
                  </a:lnTo>
                  <a:lnTo>
                    <a:pt x="4519" y="348"/>
                  </a:lnTo>
                  <a:lnTo>
                    <a:pt x="4519" y="155"/>
                  </a:lnTo>
                  <a:lnTo>
                    <a:pt x="4210" y="155"/>
                  </a:lnTo>
                  <a:lnTo>
                    <a:pt x="3901" y="78"/>
                  </a:lnTo>
                  <a:lnTo>
                    <a:pt x="363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7" name="Google Shape;5557;p22"/>
            <p:cNvSpPr/>
            <p:nvPr/>
          </p:nvSpPr>
          <p:spPr>
            <a:xfrm>
              <a:off x="6195425" y="2043175"/>
              <a:ext cx="25125" cy="11625"/>
            </a:xfrm>
            <a:custGeom>
              <a:avLst/>
              <a:gdLst/>
              <a:ahLst/>
              <a:cxnLst/>
              <a:rect l="l" t="t" r="r" b="b"/>
              <a:pathLst>
                <a:path w="1005" h="465" extrusionOk="0">
                  <a:moveTo>
                    <a:pt x="773" y="1"/>
                  </a:moveTo>
                  <a:lnTo>
                    <a:pt x="541" y="40"/>
                  </a:lnTo>
                  <a:lnTo>
                    <a:pt x="309" y="78"/>
                  </a:lnTo>
                  <a:lnTo>
                    <a:pt x="78" y="155"/>
                  </a:lnTo>
                  <a:lnTo>
                    <a:pt x="39" y="194"/>
                  </a:lnTo>
                  <a:lnTo>
                    <a:pt x="0" y="271"/>
                  </a:lnTo>
                  <a:lnTo>
                    <a:pt x="0" y="348"/>
                  </a:lnTo>
                  <a:lnTo>
                    <a:pt x="78" y="426"/>
                  </a:lnTo>
                  <a:lnTo>
                    <a:pt x="116" y="464"/>
                  </a:lnTo>
                  <a:lnTo>
                    <a:pt x="193" y="464"/>
                  </a:lnTo>
                  <a:lnTo>
                    <a:pt x="386" y="387"/>
                  </a:lnTo>
                  <a:lnTo>
                    <a:pt x="580" y="348"/>
                  </a:lnTo>
                  <a:lnTo>
                    <a:pt x="773" y="387"/>
                  </a:lnTo>
                  <a:lnTo>
                    <a:pt x="850" y="348"/>
                  </a:lnTo>
                  <a:lnTo>
                    <a:pt x="966" y="348"/>
                  </a:lnTo>
                  <a:lnTo>
                    <a:pt x="1004" y="271"/>
                  </a:lnTo>
                  <a:lnTo>
                    <a:pt x="1004" y="233"/>
                  </a:lnTo>
                  <a:lnTo>
                    <a:pt x="1004" y="155"/>
                  </a:lnTo>
                  <a:lnTo>
                    <a:pt x="966" y="78"/>
                  </a:lnTo>
                  <a:lnTo>
                    <a:pt x="888" y="40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8" name="Google Shape;5558;p22"/>
            <p:cNvSpPr/>
            <p:nvPr/>
          </p:nvSpPr>
          <p:spPr>
            <a:xfrm>
              <a:off x="6096950" y="2048975"/>
              <a:ext cx="21275" cy="8725"/>
            </a:xfrm>
            <a:custGeom>
              <a:avLst/>
              <a:gdLst/>
              <a:ahLst/>
              <a:cxnLst/>
              <a:rect l="l" t="t" r="r" b="b"/>
              <a:pathLst>
                <a:path w="851" h="349" extrusionOk="0">
                  <a:moveTo>
                    <a:pt x="155" y="1"/>
                  </a:moveTo>
                  <a:lnTo>
                    <a:pt x="116" y="39"/>
                  </a:lnTo>
                  <a:lnTo>
                    <a:pt x="39" y="78"/>
                  </a:lnTo>
                  <a:lnTo>
                    <a:pt x="1" y="155"/>
                  </a:lnTo>
                  <a:lnTo>
                    <a:pt x="39" y="271"/>
                  </a:lnTo>
                  <a:lnTo>
                    <a:pt x="116" y="310"/>
                  </a:lnTo>
                  <a:lnTo>
                    <a:pt x="155" y="310"/>
                  </a:lnTo>
                  <a:lnTo>
                    <a:pt x="425" y="348"/>
                  </a:lnTo>
                  <a:lnTo>
                    <a:pt x="734" y="348"/>
                  </a:lnTo>
                  <a:lnTo>
                    <a:pt x="812" y="271"/>
                  </a:lnTo>
                  <a:lnTo>
                    <a:pt x="850" y="155"/>
                  </a:lnTo>
                  <a:lnTo>
                    <a:pt x="812" y="78"/>
                  </a:lnTo>
                  <a:lnTo>
                    <a:pt x="73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9" name="Google Shape;5559;p22"/>
            <p:cNvSpPr/>
            <p:nvPr/>
          </p:nvSpPr>
          <p:spPr>
            <a:xfrm>
              <a:off x="5988825" y="2089525"/>
              <a:ext cx="93675" cy="93675"/>
            </a:xfrm>
            <a:custGeom>
              <a:avLst/>
              <a:gdLst/>
              <a:ahLst/>
              <a:cxnLst/>
              <a:rect l="l" t="t" r="r" b="b"/>
              <a:pathLst>
                <a:path w="3747" h="3747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8" y="580"/>
                  </a:lnTo>
                  <a:lnTo>
                    <a:pt x="2549" y="696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90" y="1159"/>
                  </a:lnTo>
                  <a:lnTo>
                    <a:pt x="3206" y="1429"/>
                  </a:lnTo>
                  <a:lnTo>
                    <a:pt x="3244" y="1661"/>
                  </a:lnTo>
                  <a:lnTo>
                    <a:pt x="3244" y="1931"/>
                  </a:lnTo>
                  <a:lnTo>
                    <a:pt x="3206" y="2201"/>
                  </a:lnTo>
                  <a:lnTo>
                    <a:pt x="3090" y="2433"/>
                  </a:lnTo>
                  <a:lnTo>
                    <a:pt x="2974" y="2665"/>
                  </a:lnTo>
                  <a:lnTo>
                    <a:pt x="2781" y="2858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47" y="3244"/>
                  </a:lnTo>
                  <a:lnTo>
                    <a:pt x="1777" y="3244"/>
                  </a:lnTo>
                  <a:lnTo>
                    <a:pt x="1468" y="3167"/>
                  </a:lnTo>
                  <a:lnTo>
                    <a:pt x="1198" y="3051"/>
                  </a:lnTo>
                  <a:lnTo>
                    <a:pt x="966" y="2897"/>
                  </a:lnTo>
                  <a:lnTo>
                    <a:pt x="773" y="2665"/>
                  </a:lnTo>
                  <a:lnTo>
                    <a:pt x="619" y="2433"/>
                  </a:lnTo>
                  <a:lnTo>
                    <a:pt x="503" y="2124"/>
                  </a:lnTo>
                  <a:lnTo>
                    <a:pt x="464" y="1854"/>
                  </a:lnTo>
                  <a:lnTo>
                    <a:pt x="503" y="1584"/>
                  </a:lnTo>
                  <a:lnTo>
                    <a:pt x="619" y="1352"/>
                  </a:lnTo>
                  <a:lnTo>
                    <a:pt x="734" y="1120"/>
                  </a:lnTo>
                  <a:lnTo>
                    <a:pt x="928" y="889"/>
                  </a:lnTo>
                  <a:lnTo>
                    <a:pt x="1121" y="734"/>
                  </a:lnTo>
                  <a:lnTo>
                    <a:pt x="1352" y="580"/>
                  </a:lnTo>
                  <a:lnTo>
                    <a:pt x="1584" y="464"/>
                  </a:lnTo>
                  <a:close/>
                  <a:moveTo>
                    <a:pt x="1700" y="0"/>
                  </a:moveTo>
                  <a:lnTo>
                    <a:pt x="1545" y="78"/>
                  </a:lnTo>
                  <a:lnTo>
                    <a:pt x="1352" y="116"/>
                  </a:lnTo>
                  <a:lnTo>
                    <a:pt x="1314" y="155"/>
                  </a:lnTo>
                  <a:lnTo>
                    <a:pt x="1082" y="271"/>
                  </a:lnTo>
                  <a:lnTo>
                    <a:pt x="812" y="387"/>
                  </a:lnTo>
                  <a:lnTo>
                    <a:pt x="619" y="541"/>
                  </a:lnTo>
                  <a:lnTo>
                    <a:pt x="426" y="734"/>
                  </a:lnTo>
                  <a:lnTo>
                    <a:pt x="271" y="966"/>
                  </a:lnTo>
                  <a:lnTo>
                    <a:pt x="155" y="1236"/>
                  </a:lnTo>
                  <a:lnTo>
                    <a:pt x="78" y="1468"/>
                  </a:lnTo>
                  <a:lnTo>
                    <a:pt x="1" y="1738"/>
                  </a:lnTo>
                  <a:lnTo>
                    <a:pt x="1" y="2047"/>
                  </a:lnTo>
                  <a:lnTo>
                    <a:pt x="1" y="2086"/>
                  </a:lnTo>
                  <a:lnTo>
                    <a:pt x="39" y="2279"/>
                  </a:lnTo>
                  <a:lnTo>
                    <a:pt x="117" y="2472"/>
                  </a:lnTo>
                  <a:lnTo>
                    <a:pt x="310" y="2819"/>
                  </a:lnTo>
                  <a:lnTo>
                    <a:pt x="541" y="3128"/>
                  </a:lnTo>
                  <a:lnTo>
                    <a:pt x="850" y="3399"/>
                  </a:lnTo>
                  <a:lnTo>
                    <a:pt x="1198" y="3592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07"/>
                  </a:lnTo>
                  <a:lnTo>
                    <a:pt x="2356" y="3669"/>
                  </a:lnTo>
                  <a:lnTo>
                    <a:pt x="2627" y="3553"/>
                  </a:lnTo>
                  <a:lnTo>
                    <a:pt x="2897" y="3399"/>
                  </a:lnTo>
                  <a:lnTo>
                    <a:pt x="3129" y="3244"/>
                  </a:lnTo>
                  <a:lnTo>
                    <a:pt x="3322" y="3012"/>
                  </a:lnTo>
                  <a:lnTo>
                    <a:pt x="3476" y="2742"/>
                  </a:lnTo>
                  <a:lnTo>
                    <a:pt x="3631" y="2472"/>
                  </a:lnTo>
                  <a:lnTo>
                    <a:pt x="3708" y="2201"/>
                  </a:lnTo>
                  <a:lnTo>
                    <a:pt x="3746" y="1893"/>
                  </a:lnTo>
                  <a:lnTo>
                    <a:pt x="3708" y="1584"/>
                  </a:lnTo>
                  <a:lnTo>
                    <a:pt x="3669" y="1275"/>
                  </a:lnTo>
                  <a:lnTo>
                    <a:pt x="3515" y="966"/>
                  </a:lnTo>
                  <a:lnTo>
                    <a:pt x="3322" y="696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5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0" name="Google Shape;5560;p22"/>
            <p:cNvSpPr/>
            <p:nvPr/>
          </p:nvSpPr>
          <p:spPr>
            <a:xfrm>
              <a:off x="3369775" y="2101100"/>
              <a:ext cx="174750" cy="292550"/>
            </a:xfrm>
            <a:custGeom>
              <a:avLst/>
              <a:gdLst/>
              <a:ahLst/>
              <a:cxnLst/>
              <a:rect l="l" t="t" r="r" b="b"/>
              <a:pathLst>
                <a:path w="6990" h="11702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3" y="6256"/>
                  </a:lnTo>
                  <a:lnTo>
                    <a:pt x="5214" y="9346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3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1" y="11508"/>
                  </a:lnTo>
                  <a:lnTo>
                    <a:pt x="6951" y="11392"/>
                  </a:lnTo>
                  <a:lnTo>
                    <a:pt x="6990" y="11354"/>
                  </a:lnTo>
                  <a:lnTo>
                    <a:pt x="6681" y="11122"/>
                  </a:lnTo>
                  <a:lnTo>
                    <a:pt x="6758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5" y="5639"/>
                  </a:lnTo>
                  <a:lnTo>
                    <a:pt x="6411" y="5639"/>
                  </a:lnTo>
                  <a:lnTo>
                    <a:pt x="6411" y="6758"/>
                  </a:lnTo>
                  <a:lnTo>
                    <a:pt x="6333" y="8573"/>
                  </a:lnTo>
                  <a:lnTo>
                    <a:pt x="6295" y="9500"/>
                  </a:lnTo>
                  <a:lnTo>
                    <a:pt x="6256" y="10427"/>
                  </a:lnTo>
                  <a:lnTo>
                    <a:pt x="5986" y="9886"/>
                  </a:lnTo>
                  <a:lnTo>
                    <a:pt x="5252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3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1" name="Google Shape;5561;p22"/>
            <p:cNvSpPr/>
            <p:nvPr/>
          </p:nvSpPr>
          <p:spPr>
            <a:xfrm>
              <a:off x="4221225" y="2127175"/>
              <a:ext cx="103325" cy="132275"/>
            </a:xfrm>
            <a:custGeom>
              <a:avLst/>
              <a:gdLst/>
              <a:ahLst/>
              <a:cxnLst/>
              <a:rect l="l" t="t" r="r" b="b"/>
              <a:pathLst>
                <a:path w="4133" h="5291" extrusionOk="0">
                  <a:moveTo>
                    <a:pt x="2511" y="0"/>
                  </a:moveTo>
                  <a:lnTo>
                    <a:pt x="2279" y="39"/>
                  </a:lnTo>
                  <a:lnTo>
                    <a:pt x="2048" y="39"/>
                  </a:lnTo>
                  <a:lnTo>
                    <a:pt x="1816" y="116"/>
                  </a:lnTo>
                  <a:lnTo>
                    <a:pt x="1430" y="271"/>
                  </a:lnTo>
                  <a:lnTo>
                    <a:pt x="1121" y="464"/>
                  </a:lnTo>
                  <a:lnTo>
                    <a:pt x="850" y="695"/>
                  </a:lnTo>
                  <a:lnTo>
                    <a:pt x="619" y="966"/>
                  </a:lnTo>
                  <a:lnTo>
                    <a:pt x="464" y="1236"/>
                  </a:lnTo>
                  <a:lnTo>
                    <a:pt x="310" y="1584"/>
                  </a:lnTo>
                  <a:lnTo>
                    <a:pt x="194" y="1931"/>
                  </a:lnTo>
                  <a:lnTo>
                    <a:pt x="117" y="2279"/>
                  </a:lnTo>
                  <a:lnTo>
                    <a:pt x="40" y="2665"/>
                  </a:lnTo>
                  <a:lnTo>
                    <a:pt x="1" y="3051"/>
                  </a:lnTo>
                  <a:lnTo>
                    <a:pt x="1" y="3823"/>
                  </a:lnTo>
                  <a:lnTo>
                    <a:pt x="1" y="5291"/>
                  </a:lnTo>
                  <a:lnTo>
                    <a:pt x="426" y="5291"/>
                  </a:lnTo>
                  <a:lnTo>
                    <a:pt x="464" y="4750"/>
                  </a:lnTo>
                  <a:lnTo>
                    <a:pt x="464" y="4209"/>
                  </a:lnTo>
                  <a:lnTo>
                    <a:pt x="464" y="3669"/>
                  </a:lnTo>
                  <a:lnTo>
                    <a:pt x="503" y="3128"/>
                  </a:lnTo>
                  <a:lnTo>
                    <a:pt x="542" y="2588"/>
                  </a:lnTo>
                  <a:lnTo>
                    <a:pt x="696" y="2047"/>
                  </a:lnTo>
                  <a:lnTo>
                    <a:pt x="773" y="1815"/>
                  </a:lnTo>
                  <a:lnTo>
                    <a:pt x="889" y="1584"/>
                  </a:lnTo>
                  <a:lnTo>
                    <a:pt x="1044" y="1352"/>
                  </a:lnTo>
                  <a:lnTo>
                    <a:pt x="1198" y="1159"/>
                  </a:lnTo>
                  <a:lnTo>
                    <a:pt x="1391" y="966"/>
                  </a:lnTo>
                  <a:lnTo>
                    <a:pt x="1623" y="811"/>
                  </a:lnTo>
                  <a:lnTo>
                    <a:pt x="1893" y="657"/>
                  </a:lnTo>
                  <a:lnTo>
                    <a:pt x="2163" y="580"/>
                  </a:lnTo>
                  <a:lnTo>
                    <a:pt x="2434" y="541"/>
                  </a:lnTo>
                  <a:lnTo>
                    <a:pt x="2704" y="580"/>
                  </a:lnTo>
                  <a:lnTo>
                    <a:pt x="2974" y="657"/>
                  </a:lnTo>
                  <a:lnTo>
                    <a:pt x="3206" y="811"/>
                  </a:lnTo>
                  <a:lnTo>
                    <a:pt x="3360" y="966"/>
                  </a:lnTo>
                  <a:lnTo>
                    <a:pt x="3515" y="1197"/>
                  </a:lnTo>
                  <a:lnTo>
                    <a:pt x="3592" y="1429"/>
                  </a:lnTo>
                  <a:lnTo>
                    <a:pt x="3669" y="1661"/>
                  </a:lnTo>
                  <a:lnTo>
                    <a:pt x="4133" y="1584"/>
                  </a:lnTo>
                  <a:lnTo>
                    <a:pt x="4017" y="1197"/>
                  </a:lnTo>
                  <a:lnTo>
                    <a:pt x="3862" y="850"/>
                  </a:lnTo>
                  <a:lnTo>
                    <a:pt x="3631" y="541"/>
                  </a:lnTo>
                  <a:lnTo>
                    <a:pt x="3399" y="309"/>
                  </a:lnTo>
                  <a:lnTo>
                    <a:pt x="3245" y="194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4" y="39"/>
                  </a:lnTo>
                  <a:lnTo>
                    <a:pt x="25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2" name="Google Shape;5562;p22"/>
            <p:cNvSpPr/>
            <p:nvPr/>
          </p:nvSpPr>
          <p:spPr>
            <a:xfrm>
              <a:off x="4086075" y="2129100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41"/>
                  </a:lnTo>
                  <a:lnTo>
                    <a:pt x="12319" y="618"/>
                  </a:lnTo>
                  <a:lnTo>
                    <a:pt x="12628" y="850"/>
                  </a:lnTo>
                  <a:lnTo>
                    <a:pt x="12898" y="1120"/>
                  </a:lnTo>
                  <a:lnTo>
                    <a:pt x="13130" y="1468"/>
                  </a:lnTo>
                  <a:lnTo>
                    <a:pt x="13323" y="1854"/>
                  </a:lnTo>
                  <a:lnTo>
                    <a:pt x="13477" y="2240"/>
                  </a:lnTo>
                  <a:lnTo>
                    <a:pt x="13632" y="2665"/>
                  </a:lnTo>
                  <a:lnTo>
                    <a:pt x="13864" y="3437"/>
                  </a:lnTo>
                  <a:lnTo>
                    <a:pt x="13091" y="3013"/>
                  </a:lnTo>
                  <a:lnTo>
                    <a:pt x="12705" y="2742"/>
                  </a:lnTo>
                  <a:lnTo>
                    <a:pt x="12358" y="2472"/>
                  </a:lnTo>
                  <a:lnTo>
                    <a:pt x="12010" y="2124"/>
                  </a:lnTo>
                  <a:lnTo>
                    <a:pt x="11817" y="1893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696"/>
                  </a:lnTo>
                  <a:lnTo>
                    <a:pt x="11778" y="618"/>
                  </a:lnTo>
                  <a:lnTo>
                    <a:pt x="11856" y="541"/>
                  </a:lnTo>
                  <a:lnTo>
                    <a:pt x="11971" y="503"/>
                  </a:lnTo>
                  <a:close/>
                  <a:moveTo>
                    <a:pt x="16296" y="1584"/>
                  </a:moveTo>
                  <a:lnTo>
                    <a:pt x="16412" y="1661"/>
                  </a:lnTo>
                  <a:lnTo>
                    <a:pt x="16489" y="1700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18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35"/>
                  </a:lnTo>
                  <a:lnTo>
                    <a:pt x="15949" y="3167"/>
                  </a:lnTo>
                  <a:lnTo>
                    <a:pt x="15563" y="3360"/>
                  </a:lnTo>
                  <a:lnTo>
                    <a:pt x="15138" y="3515"/>
                  </a:lnTo>
                  <a:lnTo>
                    <a:pt x="14713" y="3630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1" y="3322"/>
                  </a:lnTo>
                  <a:lnTo>
                    <a:pt x="14636" y="2974"/>
                  </a:lnTo>
                  <a:lnTo>
                    <a:pt x="14829" y="2588"/>
                  </a:lnTo>
                  <a:lnTo>
                    <a:pt x="15099" y="2279"/>
                  </a:lnTo>
                  <a:lnTo>
                    <a:pt x="15408" y="1931"/>
                  </a:lnTo>
                  <a:lnTo>
                    <a:pt x="15640" y="1777"/>
                  </a:lnTo>
                  <a:lnTo>
                    <a:pt x="15872" y="1661"/>
                  </a:lnTo>
                  <a:lnTo>
                    <a:pt x="16103" y="1584"/>
                  </a:lnTo>
                  <a:close/>
                  <a:moveTo>
                    <a:pt x="13864" y="4287"/>
                  </a:moveTo>
                  <a:lnTo>
                    <a:pt x="13671" y="4519"/>
                  </a:lnTo>
                  <a:lnTo>
                    <a:pt x="13477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09"/>
                  </a:lnTo>
                  <a:lnTo>
                    <a:pt x="11083" y="5870"/>
                  </a:lnTo>
                  <a:lnTo>
                    <a:pt x="10967" y="5793"/>
                  </a:lnTo>
                  <a:lnTo>
                    <a:pt x="10929" y="5677"/>
                  </a:lnTo>
                  <a:lnTo>
                    <a:pt x="10890" y="5600"/>
                  </a:lnTo>
                  <a:lnTo>
                    <a:pt x="10890" y="5445"/>
                  </a:lnTo>
                  <a:lnTo>
                    <a:pt x="11006" y="5252"/>
                  </a:lnTo>
                  <a:lnTo>
                    <a:pt x="11122" y="5098"/>
                  </a:lnTo>
                  <a:lnTo>
                    <a:pt x="11276" y="4943"/>
                  </a:lnTo>
                  <a:lnTo>
                    <a:pt x="11547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8" y="4441"/>
                  </a:lnTo>
                  <a:lnTo>
                    <a:pt x="13246" y="4403"/>
                  </a:lnTo>
                  <a:lnTo>
                    <a:pt x="13555" y="4326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57"/>
                  </a:lnTo>
                  <a:lnTo>
                    <a:pt x="15408" y="4750"/>
                  </a:lnTo>
                  <a:lnTo>
                    <a:pt x="15717" y="4943"/>
                  </a:lnTo>
                  <a:lnTo>
                    <a:pt x="15910" y="5136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82" y="5986"/>
                  </a:lnTo>
                  <a:lnTo>
                    <a:pt x="16876" y="6333"/>
                  </a:lnTo>
                  <a:lnTo>
                    <a:pt x="16991" y="6642"/>
                  </a:lnTo>
                  <a:lnTo>
                    <a:pt x="16991" y="6797"/>
                  </a:lnTo>
                  <a:lnTo>
                    <a:pt x="16991" y="6951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528" y="7337"/>
                  </a:lnTo>
                  <a:lnTo>
                    <a:pt x="16374" y="7299"/>
                  </a:lnTo>
                  <a:lnTo>
                    <a:pt x="16142" y="7183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408" y="6565"/>
                  </a:lnTo>
                  <a:lnTo>
                    <a:pt x="15061" y="6140"/>
                  </a:lnTo>
                  <a:lnTo>
                    <a:pt x="14829" y="5677"/>
                  </a:lnTo>
                  <a:lnTo>
                    <a:pt x="14636" y="5214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69" y="117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45" y="580"/>
                  </a:lnTo>
                  <a:lnTo>
                    <a:pt x="10967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29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1" y="2704"/>
                  </a:lnTo>
                  <a:lnTo>
                    <a:pt x="12396" y="3090"/>
                  </a:lnTo>
                  <a:lnTo>
                    <a:pt x="12898" y="3399"/>
                  </a:lnTo>
                  <a:lnTo>
                    <a:pt x="12898" y="3399"/>
                  </a:lnTo>
                  <a:lnTo>
                    <a:pt x="12049" y="3283"/>
                  </a:lnTo>
                  <a:lnTo>
                    <a:pt x="11199" y="3244"/>
                  </a:lnTo>
                  <a:lnTo>
                    <a:pt x="10427" y="3322"/>
                  </a:lnTo>
                  <a:lnTo>
                    <a:pt x="9616" y="3476"/>
                  </a:lnTo>
                  <a:lnTo>
                    <a:pt x="9655" y="2974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584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51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48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14"/>
                  </a:lnTo>
                  <a:lnTo>
                    <a:pt x="5407" y="5523"/>
                  </a:lnTo>
                  <a:lnTo>
                    <a:pt x="4596" y="6179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18"/>
                  </a:lnTo>
                  <a:lnTo>
                    <a:pt x="541" y="10967"/>
                  </a:lnTo>
                  <a:lnTo>
                    <a:pt x="1" y="11778"/>
                  </a:lnTo>
                  <a:lnTo>
                    <a:pt x="348" y="12048"/>
                  </a:lnTo>
                  <a:lnTo>
                    <a:pt x="1545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40"/>
                  </a:lnTo>
                  <a:lnTo>
                    <a:pt x="6256" y="5561"/>
                  </a:lnTo>
                  <a:lnTo>
                    <a:pt x="7106" y="5059"/>
                  </a:lnTo>
                  <a:lnTo>
                    <a:pt x="8033" y="4596"/>
                  </a:lnTo>
                  <a:lnTo>
                    <a:pt x="8458" y="4403"/>
                  </a:lnTo>
                  <a:lnTo>
                    <a:pt x="8960" y="4248"/>
                  </a:lnTo>
                  <a:lnTo>
                    <a:pt x="9423" y="4094"/>
                  </a:lnTo>
                  <a:lnTo>
                    <a:pt x="9886" y="3978"/>
                  </a:lnTo>
                  <a:lnTo>
                    <a:pt x="10388" y="3901"/>
                  </a:lnTo>
                  <a:lnTo>
                    <a:pt x="10852" y="3824"/>
                  </a:lnTo>
                  <a:lnTo>
                    <a:pt x="12358" y="3824"/>
                  </a:lnTo>
                  <a:lnTo>
                    <a:pt x="12860" y="3901"/>
                  </a:lnTo>
                  <a:lnTo>
                    <a:pt x="12358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19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5" y="5252"/>
                  </a:lnTo>
                  <a:lnTo>
                    <a:pt x="10388" y="5484"/>
                  </a:lnTo>
                  <a:lnTo>
                    <a:pt x="10388" y="5716"/>
                  </a:lnTo>
                  <a:lnTo>
                    <a:pt x="10465" y="5947"/>
                  </a:lnTo>
                  <a:lnTo>
                    <a:pt x="10581" y="6140"/>
                  </a:lnTo>
                  <a:lnTo>
                    <a:pt x="10659" y="6256"/>
                  </a:lnTo>
                  <a:lnTo>
                    <a:pt x="10774" y="6333"/>
                  </a:lnTo>
                  <a:lnTo>
                    <a:pt x="11006" y="6411"/>
                  </a:lnTo>
                  <a:lnTo>
                    <a:pt x="11276" y="6449"/>
                  </a:lnTo>
                  <a:lnTo>
                    <a:pt x="11585" y="6411"/>
                  </a:lnTo>
                  <a:lnTo>
                    <a:pt x="11894" y="6333"/>
                  </a:lnTo>
                  <a:lnTo>
                    <a:pt x="12165" y="6256"/>
                  </a:lnTo>
                  <a:lnTo>
                    <a:pt x="12628" y="6025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677"/>
                  </a:lnTo>
                  <a:lnTo>
                    <a:pt x="14057" y="4866"/>
                  </a:lnTo>
                  <a:lnTo>
                    <a:pt x="14211" y="5368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3" y="6835"/>
                  </a:lnTo>
                  <a:lnTo>
                    <a:pt x="15177" y="7067"/>
                  </a:lnTo>
                  <a:lnTo>
                    <a:pt x="15408" y="7260"/>
                  </a:lnTo>
                  <a:lnTo>
                    <a:pt x="15678" y="7492"/>
                  </a:lnTo>
                  <a:lnTo>
                    <a:pt x="15987" y="7646"/>
                  </a:lnTo>
                  <a:lnTo>
                    <a:pt x="16296" y="7801"/>
                  </a:lnTo>
                  <a:lnTo>
                    <a:pt x="16605" y="7839"/>
                  </a:lnTo>
                  <a:lnTo>
                    <a:pt x="16876" y="7839"/>
                  </a:lnTo>
                  <a:lnTo>
                    <a:pt x="17030" y="7801"/>
                  </a:lnTo>
                  <a:lnTo>
                    <a:pt x="17184" y="7724"/>
                  </a:lnTo>
                  <a:lnTo>
                    <a:pt x="17300" y="7608"/>
                  </a:lnTo>
                  <a:lnTo>
                    <a:pt x="17378" y="7492"/>
                  </a:lnTo>
                  <a:lnTo>
                    <a:pt x="17455" y="7376"/>
                  </a:lnTo>
                  <a:lnTo>
                    <a:pt x="17455" y="7222"/>
                  </a:lnTo>
                  <a:lnTo>
                    <a:pt x="17493" y="6913"/>
                  </a:lnTo>
                  <a:lnTo>
                    <a:pt x="17416" y="6604"/>
                  </a:lnTo>
                  <a:lnTo>
                    <a:pt x="17339" y="6256"/>
                  </a:lnTo>
                  <a:lnTo>
                    <a:pt x="17184" y="5947"/>
                  </a:lnTo>
                  <a:lnTo>
                    <a:pt x="17030" y="5677"/>
                  </a:lnTo>
                  <a:lnTo>
                    <a:pt x="16914" y="5484"/>
                  </a:lnTo>
                  <a:lnTo>
                    <a:pt x="16721" y="5214"/>
                  </a:lnTo>
                  <a:lnTo>
                    <a:pt x="16489" y="4982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08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26"/>
                  </a:lnTo>
                  <a:lnTo>
                    <a:pt x="17107" y="2395"/>
                  </a:lnTo>
                  <a:lnTo>
                    <a:pt x="17146" y="2163"/>
                  </a:lnTo>
                  <a:lnTo>
                    <a:pt x="17146" y="1931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20"/>
                  </a:lnTo>
                  <a:lnTo>
                    <a:pt x="15910" y="1159"/>
                  </a:lnTo>
                  <a:lnTo>
                    <a:pt x="15678" y="1236"/>
                  </a:lnTo>
                  <a:lnTo>
                    <a:pt x="15485" y="1314"/>
                  </a:lnTo>
                  <a:lnTo>
                    <a:pt x="15292" y="1429"/>
                  </a:lnTo>
                  <a:lnTo>
                    <a:pt x="14906" y="1777"/>
                  </a:lnTo>
                  <a:lnTo>
                    <a:pt x="14597" y="2124"/>
                  </a:lnTo>
                  <a:lnTo>
                    <a:pt x="14327" y="2549"/>
                  </a:lnTo>
                  <a:lnTo>
                    <a:pt x="14095" y="3013"/>
                  </a:lnTo>
                  <a:lnTo>
                    <a:pt x="13979" y="2433"/>
                  </a:lnTo>
                  <a:lnTo>
                    <a:pt x="13748" y="1854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25"/>
                  </a:lnTo>
                  <a:lnTo>
                    <a:pt x="12589" y="271"/>
                  </a:lnTo>
                  <a:lnTo>
                    <a:pt x="12358" y="117"/>
                  </a:lnTo>
                  <a:lnTo>
                    <a:pt x="121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3" name="Google Shape;5563;p22"/>
            <p:cNvSpPr/>
            <p:nvPr/>
          </p:nvSpPr>
          <p:spPr>
            <a:xfrm>
              <a:off x="5288925" y="2151300"/>
              <a:ext cx="174775" cy="292550"/>
            </a:xfrm>
            <a:custGeom>
              <a:avLst/>
              <a:gdLst/>
              <a:ahLst/>
              <a:cxnLst/>
              <a:rect l="l" t="t" r="r" b="b"/>
              <a:pathLst>
                <a:path w="6991" h="11702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4" y="6256"/>
                  </a:lnTo>
                  <a:lnTo>
                    <a:pt x="4403" y="7801"/>
                  </a:lnTo>
                  <a:lnTo>
                    <a:pt x="5214" y="9346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4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2" y="11508"/>
                  </a:lnTo>
                  <a:lnTo>
                    <a:pt x="6952" y="11392"/>
                  </a:lnTo>
                  <a:lnTo>
                    <a:pt x="6990" y="11354"/>
                  </a:lnTo>
                  <a:lnTo>
                    <a:pt x="6681" y="11122"/>
                  </a:lnTo>
                  <a:lnTo>
                    <a:pt x="6759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6" y="5639"/>
                  </a:lnTo>
                  <a:lnTo>
                    <a:pt x="6411" y="5639"/>
                  </a:lnTo>
                  <a:lnTo>
                    <a:pt x="6411" y="6758"/>
                  </a:lnTo>
                  <a:lnTo>
                    <a:pt x="6334" y="8573"/>
                  </a:lnTo>
                  <a:lnTo>
                    <a:pt x="6295" y="9500"/>
                  </a:lnTo>
                  <a:lnTo>
                    <a:pt x="6257" y="10427"/>
                  </a:lnTo>
                  <a:lnTo>
                    <a:pt x="5986" y="9886"/>
                  </a:lnTo>
                  <a:lnTo>
                    <a:pt x="5253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3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4" name="Google Shape;5564;p22"/>
            <p:cNvSpPr/>
            <p:nvPr/>
          </p:nvSpPr>
          <p:spPr>
            <a:xfrm>
              <a:off x="1498900" y="2189925"/>
              <a:ext cx="329200" cy="242325"/>
            </a:xfrm>
            <a:custGeom>
              <a:avLst/>
              <a:gdLst/>
              <a:ahLst/>
              <a:cxnLst/>
              <a:rect l="l" t="t" r="r" b="b"/>
              <a:pathLst>
                <a:path w="13168" h="9693" extrusionOk="0">
                  <a:moveTo>
                    <a:pt x="5367" y="618"/>
                  </a:moveTo>
                  <a:lnTo>
                    <a:pt x="5947" y="773"/>
                  </a:lnTo>
                  <a:lnTo>
                    <a:pt x="6526" y="1004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6"/>
                  </a:lnTo>
                  <a:lnTo>
                    <a:pt x="8495" y="3167"/>
                  </a:lnTo>
                  <a:lnTo>
                    <a:pt x="8573" y="3437"/>
                  </a:lnTo>
                  <a:lnTo>
                    <a:pt x="8611" y="3707"/>
                  </a:lnTo>
                  <a:lnTo>
                    <a:pt x="8573" y="3707"/>
                  </a:lnTo>
                  <a:lnTo>
                    <a:pt x="7723" y="3823"/>
                  </a:lnTo>
                  <a:lnTo>
                    <a:pt x="6873" y="3900"/>
                  </a:lnTo>
                  <a:lnTo>
                    <a:pt x="6410" y="3939"/>
                  </a:lnTo>
                  <a:lnTo>
                    <a:pt x="6178" y="3939"/>
                  </a:lnTo>
                  <a:lnTo>
                    <a:pt x="5985" y="3900"/>
                  </a:lnTo>
                  <a:lnTo>
                    <a:pt x="5792" y="3862"/>
                  </a:lnTo>
                  <a:lnTo>
                    <a:pt x="5676" y="3746"/>
                  </a:lnTo>
                  <a:lnTo>
                    <a:pt x="5561" y="3553"/>
                  </a:lnTo>
                  <a:lnTo>
                    <a:pt x="5483" y="3321"/>
                  </a:lnTo>
                  <a:lnTo>
                    <a:pt x="5406" y="2626"/>
                  </a:lnTo>
                  <a:lnTo>
                    <a:pt x="5367" y="1970"/>
                  </a:lnTo>
                  <a:lnTo>
                    <a:pt x="5367" y="618"/>
                  </a:lnTo>
                  <a:close/>
                  <a:moveTo>
                    <a:pt x="2780" y="889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7" y="3707"/>
                  </a:lnTo>
                  <a:lnTo>
                    <a:pt x="2510" y="3862"/>
                  </a:lnTo>
                  <a:lnTo>
                    <a:pt x="2433" y="4016"/>
                  </a:lnTo>
                  <a:lnTo>
                    <a:pt x="2317" y="4132"/>
                  </a:lnTo>
                  <a:lnTo>
                    <a:pt x="2124" y="4209"/>
                  </a:lnTo>
                  <a:lnTo>
                    <a:pt x="1892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6" y="4016"/>
                  </a:lnTo>
                  <a:lnTo>
                    <a:pt x="502" y="3514"/>
                  </a:lnTo>
                  <a:lnTo>
                    <a:pt x="656" y="3012"/>
                  </a:lnTo>
                  <a:lnTo>
                    <a:pt x="888" y="2549"/>
                  </a:lnTo>
                  <a:lnTo>
                    <a:pt x="1158" y="2124"/>
                  </a:lnTo>
                  <a:lnTo>
                    <a:pt x="1506" y="1738"/>
                  </a:lnTo>
                  <a:lnTo>
                    <a:pt x="1892" y="1429"/>
                  </a:lnTo>
                  <a:lnTo>
                    <a:pt x="2317" y="1120"/>
                  </a:lnTo>
                  <a:lnTo>
                    <a:pt x="2780" y="889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3" y="5986"/>
                  </a:lnTo>
                  <a:lnTo>
                    <a:pt x="11430" y="6140"/>
                  </a:lnTo>
                  <a:lnTo>
                    <a:pt x="11353" y="6217"/>
                  </a:lnTo>
                  <a:lnTo>
                    <a:pt x="11237" y="6256"/>
                  </a:lnTo>
                  <a:lnTo>
                    <a:pt x="11082" y="6295"/>
                  </a:lnTo>
                  <a:lnTo>
                    <a:pt x="10928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0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19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2" y="0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4" y="387"/>
                  </a:lnTo>
                  <a:lnTo>
                    <a:pt x="2240" y="580"/>
                  </a:lnTo>
                  <a:lnTo>
                    <a:pt x="1854" y="811"/>
                  </a:lnTo>
                  <a:lnTo>
                    <a:pt x="1506" y="1043"/>
                  </a:lnTo>
                  <a:lnTo>
                    <a:pt x="1158" y="1352"/>
                  </a:lnTo>
                  <a:lnTo>
                    <a:pt x="888" y="1661"/>
                  </a:lnTo>
                  <a:lnTo>
                    <a:pt x="618" y="2008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5"/>
                  </a:lnTo>
                  <a:lnTo>
                    <a:pt x="39" y="3669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6" y="4287"/>
                  </a:lnTo>
                  <a:lnTo>
                    <a:pt x="965" y="4518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402"/>
                  </a:lnTo>
                  <a:lnTo>
                    <a:pt x="2858" y="4248"/>
                  </a:lnTo>
                  <a:lnTo>
                    <a:pt x="2896" y="4132"/>
                  </a:lnTo>
                  <a:lnTo>
                    <a:pt x="2973" y="3978"/>
                  </a:lnTo>
                  <a:lnTo>
                    <a:pt x="3012" y="3630"/>
                  </a:lnTo>
                  <a:lnTo>
                    <a:pt x="3012" y="2974"/>
                  </a:lnTo>
                  <a:lnTo>
                    <a:pt x="3128" y="773"/>
                  </a:lnTo>
                  <a:lnTo>
                    <a:pt x="3514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7" y="580"/>
                  </a:lnTo>
                  <a:lnTo>
                    <a:pt x="5020" y="1661"/>
                  </a:lnTo>
                  <a:lnTo>
                    <a:pt x="5059" y="2703"/>
                  </a:lnTo>
                  <a:lnTo>
                    <a:pt x="5097" y="3398"/>
                  </a:lnTo>
                  <a:lnTo>
                    <a:pt x="5174" y="3746"/>
                  </a:lnTo>
                  <a:lnTo>
                    <a:pt x="5213" y="3900"/>
                  </a:lnTo>
                  <a:lnTo>
                    <a:pt x="5290" y="4055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69" y="4325"/>
                  </a:lnTo>
                  <a:lnTo>
                    <a:pt x="6217" y="4325"/>
                  </a:lnTo>
                  <a:lnTo>
                    <a:pt x="6565" y="4287"/>
                  </a:lnTo>
                  <a:lnTo>
                    <a:pt x="7607" y="4209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1" y="4866"/>
                  </a:lnTo>
                  <a:lnTo>
                    <a:pt x="8611" y="4904"/>
                  </a:lnTo>
                  <a:lnTo>
                    <a:pt x="8611" y="5020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6" y="4943"/>
                  </a:lnTo>
                  <a:lnTo>
                    <a:pt x="9190" y="4904"/>
                  </a:lnTo>
                  <a:lnTo>
                    <a:pt x="9383" y="4904"/>
                  </a:lnTo>
                  <a:lnTo>
                    <a:pt x="9808" y="4982"/>
                  </a:lnTo>
                  <a:lnTo>
                    <a:pt x="10194" y="5098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0" y="5445"/>
                  </a:lnTo>
                  <a:lnTo>
                    <a:pt x="10272" y="5600"/>
                  </a:lnTo>
                  <a:lnTo>
                    <a:pt x="10233" y="5754"/>
                  </a:lnTo>
                  <a:lnTo>
                    <a:pt x="10233" y="5908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3" y="6488"/>
                  </a:lnTo>
                  <a:lnTo>
                    <a:pt x="10696" y="6604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6"/>
                  </a:lnTo>
                  <a:lnTo>
                    <a:pt x="11739" y="6410"/>
                  </a:lnTo>
                  <a:lnTo>
                    <a:pt x="11855" y="6256"/>
                  </a:lnTo>
                  <a:lnTo>
                    <a:pt x="12086" y="6565"/>
                  </a:lnTo>
                  <a:lnTo>
                    <a:pt x="12280" y="6912"/>
                  </a:lnTo>
                  <a:lnTo>
                    <a:pt x="12395" y="7221"/>
                  </a:lnTo>
                  <a:lnTo>
                    <a:pt x="12473" y="7569"/>
                  </a:lnTo>
                  <a:lnTo>
                    <a:pt x="12550" y="7916"/>
                  </a:lnTo>
                  <a:lnTo>
                    <a:pt x="12550" y="8264"/>
                  </a:lnTo>
                  <a:lnTo>
                    <a:pt x="12588" y="8998"/>
                  </a:lnTo>
                  <a:lnTo>
                    <a:pt x="12511" y="8998"/>
                  </a:lnTo>
                  <a:lnTo>
                    <a:pt x="12434" y="9075"/>
                  </a:lnTo>
                  <a:lnTo>
                    <a:pt x="12395" y="9113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5" y="9654"/>
                  </a:lnTo>
                  <a:lnTo>
                    <a:pt x="12820" y="9615"/>
                  </a:lnTo>
                  <a:lnTo>
                    <a:pt x="12936" y="9577"/>
                  </a:lnTo>
                  <a:lnTo>
                    <a:pt x="13013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5"/>
                  </a:lnTo>
                  <a:lnTo>
                    <a:pt x="13090" y="7723"/>
                  </a:lnTo>
                  <a:lnTo>
                    <a:pt x="12936" y="7183"/>
                  </a:lnTo>
                  <a:lnTo>
                    <a:pt x="12743" y="6681"/>
                  </a:lnTo>
                  <a:lnTo>
                    <a:pt x="12434" y="6217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314" y="5098"/>
                  </a:lnTo>
                  <a:lnTo>
                    <a:pt x="10967" y="4904"/>
                  </a:lnTo>
                  <a:lnTo>
                    <a:pt x="10619" y="4750"/>
                  </a:lnTo>
                  <a:lnTo>
                    <a:pt x="10272" y="4596"/>
                  </a:lnTo>
                  <a:lnTo>
                    <a:pt x="9885" y="4480"/>
                  </a:lnTo>
                  <a:lnTo>
                    <a:pt x="9538" y="4441"/>
                  </a:lnTo>
                  <a:lnTo>
                    <a:pt x="9190" y="4441"/>
                  </a:lnTo>
                  <a:lnTo>
                    <a:pt x="9268" y="3978"/>
                  </a:lnTo>
                  <a:lnTo>
                    <a:pt x="9229" y="3514"/>
                  </a:lnTo>
                  <a:lnTo>
                    <a:pt x="9152" y="3090"/>
                  </a:lnTo>
                  <a:lnTo>
                    <a:pt x="8997" y="2665"/>
                  </a:lnTo>
                  <a:lnTo>
                    <a:pt x="8804" y="2279"/>
                  </a:lnTo>
                  <a:lnTo>
                    <a:pt x="8534" y="1931"/>
                  </a:lnTo>
                  <a:lnTo>
                    <a:pt x="8225" y="1584"/>
                  </a:lnTo>
                  <a:lnTo>
                    <a:pt x="7839" y="1275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8" y="348"/>
                  </a:lnTo>
                  <a:lnTo>
                    <a:pt x="5715" y="193"/>
                  </a:lnTo>
                  <a:lnTo>
                    <a:pt x="5290" y="78"/>
                  </a:lnTo>
                  <a:lnTo>
                    <a:pt x="4827" y="39"/>
                  </a:lnTo>
                  <a:lnTo>
                    <a:pt x="440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5" name="Google Shape;5565;p22"/>
            <p:cNvSpPr/>
            <p:nvPr/>
          </p:nvSpPr>
          <p:spPr>
            <a:xfrm>
              <a:off x="1530750" y="2203425"/>
              <a:ext cx="254875" cy="267450"/>
            </a:xfrm>
            <a:custGeom>
              <a:avLst/>
              <a:gdLst/>
              <a:ahLst/>
              <a:cxnLst/>
              <a:rect l="l" t="t" r="r" b="b"/>
              <a:pathLst>
                <a:path w="10195" h="10698" extrusionOk="0">
                  <a:moveTo>
                    <a:pt x="8264" y="7299"/>
                  </a:moveTo>
                  <a:lnTo>
                    <a:pt x="8496" y="7376"/>
                  </a:lnTo>
                  <a:lnTo>
                    <a:pt x="8727" y="7454"/>
                  </a:lnTo>
                  <a:lnTo>
                    <a:pt x="8959" y="7569"/>
                  </a:lnTo>
                  <a:lnTo>
                    <a:pt x="9152" y="7724"/>
                  </a:lnTo>
                  <a:lnTo>
                    <a:pt x="9345" y="7917"/>
                  </a:lnTo>
                  <a:lnTo>
                    <a:pt x="9500" y="8110"/>
                  </a:lnTo>
                  <a:lnTo>
                    <a:pt x="9615" y="8342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3"/>
                  </a:lnTo>
                  <a:lnTo>
                    <a:pt x="9538" y="9423"/>
                  </a:lnTo>
                  <a:lnTo>
                    <a:pt x="9384" y="9655"/>
                  </a:lnTo>
                  <a:lnTo>
                    <a:pt x="9191" y="9848"/>
                  </a:lnTo>
                  <a:lnTo>
                    <a:pt x="8959" y="10041"/>
                  </a:lnTo>
                  <a:lnTo>
                    <a:pt x="8689" y="10118"/>
                  </a:lnTo>
                  <a:lnTo>
                    <a:pt x="8418" y="10195"/>
                  </a:lnTo>
                  <a:lnTo>
                    <a:pt x="8109" y="10157"/>
                  </a:lnTo>
                  <a:lnTo>
                    <a:pt x="7839" y="10079"/>
                  </a:lnTo>
                  <a:lnTo>
                    <a:pt x="7607" y="9964"/>
                  </a:lnTo>
                  <a:lnTo>
                    <a:pt x="7376" y="9809"/>
                  </a:lnTo>
                  <a:lnTo>
                    <a:pt x="7183" y="9577"/>
                  </a:lnTo>
                  <a:lnTo>
                    <a:pt x="7028" y="9346"/>
                  </a:lnTo>
                  <a:lnTo>
                    <a:pt x="6951" y="9075"/>
                  </a:lnTo>
                  <a:lnTo>
                    <a:pt x="6912" y="8805"/>
                  </a:lnTo>
                  <a:lnTo>
                    <a:pt x="6951" y="8535"/>
                  </a:lnTo>
                  <a:lnTo>
                    <a:pt x="7028" y="8265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4"/>
                  </a:lnTo>
                  <a:lnTo>
                    <a:pt x="7723" y="7569"/>
                  </a:lnTo>
                  <a:lnTo>
                    <a:pt x="8148" y="7338"/>
                  </a:lnTo>
                  <a:lnTo>
                    <a:pt x="8225" y="7299"/>
                  </a:lnTo>
                  <a:close/>
                  <a:moveTo>
                    <a:pt x="2858" y="1"/>
                  </a:moveTo>
                  <a:lnTo>
                    <a:pt x="2665" y="40"/>
                  </a:lnTo>
                  <a:lnTo>
                    <a:pt x="2665" y="78"/>
                  </a:lnTo>
                  <a:lnTo>
                    <a:pt x="2626" y="1353"/>
                  </a:lnTo>
                  <a:lnTo>
                    <a:pt x="2626" y="2588"/>
                  </a:lnTo>
                  <a:lnTo>
                    <a:pt x="2665" y="3824"/>
                  </a:lnTo>
                  <a:lnTo>
                    <a:pt x="2703" y="5098"/>
                  </a:lnTo>
                  <a:lnTo>
                    <a:pt x="2896" y="7492"/>
                  </a:lnTo>
                  <a:lnTo>
                    <a:pt x="2896" y="8149"/>
                  </a:lnTo>
                  <a:lnTo>
                    <a:pt x="2935" y="8458"/>
                  </a:lnTo>
                  <a:lnTo>
                    <a:pt x="2974" y="8612"/>
                  </a:lnTo>
                  <a:lnTo>
                    <a:pt x="3051" y="8767"/>
                  </a:lnTo>
                  <a:lnTo>
                    <a:pt x="1545" y="8728"/>
                  </a:lnTo>
                  <a:lnTo>
                    <a:pt x="39" y="8689"/>
                  </a:lnTo>
                  <a:lnTo>
                    <a:pt x="0" y="8689"/>
                  </a:lnTo>
                  <a:lnTo>
                    <a:pt x="0" y="9037"/>
                  </a:lnTo>
                  <a:lnTo>
                    <a:pt x="773" y="9114"/>
                  </a:lnTo>
                  <a:lnTo>
                    <a:pt x="1545" y="9153"/>
                  </a:lnTo>
                  <a:lnTo>
                    <a:pt x="3128" y="9230"/>
                  </a:lnTo>
                  <a:lnTo>
                    <a:pt x="4827" y="9307"/>
                  </a:lnTo>
                  <a:lnTo>
                    <a:pt x="5677" y="9307"/>
                  </a:lnTo>
                  <a:lnTo>
                    <a:pt x="6488" y="9269"/>
                  </a:lnTo>
                  <a:lnTo>
                    <a:pt x="6603" y="9577"/>
                  </a:lnTo>
                  <a:lnTo>
                    <a:pt x="6758" y="9848"/>
                  </a:lnTo>
                  <a:lnTo>
                    <a:pt x="6990" y="10079"/>
                  </a:lnTo>
                  <a:lnTo>
                    <a:pt x="7221" y="10311"/>
                  </a:lnTo>
                  <a:lnTo>
                    <a:pt x="7492" y="10466"/>
                  </a:lnTo>
                  <a:lnTo>
                    <a:pt x="7801" y="10581"/>
                  </a:lnTo>
                  <a:lnTo>
                    <a:pt x="8109" y="10659"/>
                  </a:lnTo>
                  <a:lnTo>
                    <a:pt x="8418" y="10697"/>
                  </a:lnTo>
                  <a:lnTo>
                    <a:pt x="8727" y="10620"/>
                  </a:lnTo>
                  <a:lnTo>
                    <a:pt x="9036" y="10543"/>
                  </a:lnTo>
                  <a:lnTo>
                    <a:pt x="9306" y="10388"/>
                  </a:lnTo>
                  <a:lnTo>
                    <a:pt x="9538" y="10195"/>
                  </a:lnTo>
                  <a:lnTo>
                    <a:pt x="9770" y="9964"/>
                  </a:lnTo>
                  <a:lnTo>
                    <a:pt x="9924" y="9693"/>
                  </a:lnTo>
                  <a:lnTo>
                    <a:pt x="10079" y="9423"/>
                  </a:lnTo>
                  <a:lnTo>
                    <a:pt x="10156" y="9153"/>
                  </a:lnTo>
                  <a:lnTo>
                    <a:pt x="10195" y="9153"/>
                  </a:lnTo>
                  <a:lnTo>
                    <a:pt x="10195" y="8767"/>
                  </a:lnTo>
                  <a:lnTo>
                    <a:pt x="10156" y="8419"/>
                  </a:lnTo>
                  <a:lnTo>
                    <a:pt x="10040" y="8071"/>
                  </a:lnTo>
                  <a:lnTo>
                    <a:pt x="9847" y="7763"/>
                  </a:lnTo>
                  <a:lnTo>
                    <a:pt x="9615" y="7492"/>
                  </a:lnTo>
                  <a:lnTo>
                    <a:pt x="9306" y="7261"/>
                  </a:lnTo>
                  <a:lnTo>
                    <a:pt x="8998" y="7106"/>
                  </a:lnTo>
                  <a:lnTo>
                    <a:pt x="8650" y="7029"/>
                  </a:lnTo>
                  <a:lnTo>
                    <a:pt x="8303" y="7029"/>
                  </a:lnTo>
                  <a:lnTo>
                    <a:pt x="8187" y="7067"/>
                  </a:lnTo>
                  <a:lnTo>
                    <a:pt x="8148" y="7029"/>
                  </a:lnTo>
                  <a:lnTo>
                    <a:pt x="8071" y="6990"/>
                  </a:lnTo>
                  <a:lnTo>
                    <a:pt x="7916" y="6990"/>
                  </a:lnTo>
                  <a:lnTo>
                    <a:pt x="7723" y="7029"/>
                  </a:lnTo>
                  <a:lnTo>
                    <a:pt x="7414" y="7145"/>
                  </a:lnTo>
                  <a:lnTo>
                    <a:pt x="7144" y="7338"/>
                  </a:lnTo>
                  <a:lnTo>
                    <a:pt x="6912" y="7569"/>
                  </a:lnTo>
                  <a:lnTo>
                    <a:pt x="6719" y="7878"/>
                  </a:lnTo>
                  <a:lnTo>
                    <a:pt x="6565" y="8187"/>
                  </a:lnTo>
                  <a:lnTo>
                    <a:pt x="6449" y="8535"/>
                  </a:lnTo>
                  <a:lnTo>
                    <a:pt x="6449" y="8844"/>
                  </a:lnTo>
                  <a:lnTo>
                    <a:pt x="5715" y="8805"/>
                  </a:lnTo>
                  <a:lnTo>
                    <a:pt x="4943" y="8767"/>
                  </a:lnTo>
                  <a:lnTo>
                    <a:pt x="3476" y="8767"/>
                  </a:lnTo>
                  <a:lnTo>
                    <a:pt x="3476" y="8728"/>
                  </a:lnTo>
                  <a:lnTo>
                    <a:pt x="3476" y="8651"/>
                  </a:lnTo>
                  <a:lnTo>
                    <a:pt x="3476" y="8573"/>
                  </a:lnTo>
                  <a:lnTo>
                    <a:pt x="3437" y="8535"/>
                  </a:lnTo>
                  <a:lnTo>
                    <a:pt x="3360" y="8496"/>
                  </a:lnTo>
                  <a:lnTo>
                    <a:pt x="3283" y="8496"/>
                  </a:lnTo>
                  <a:lnTo>
                    <a:pt x="3205" y="8535"/>
                  </a:lnTo>
                  <a:lnTo>
                    <a:pt x="3283" y="8380"/>
                  </a:lnTo>
                  <a:lnTo>
                    <a:pt x="3283" y="8226"/>
                  </a:lnTo>
                  <a:lnTo>
                    <a:pt x="3283" y="8110"/>
                  </a:lnTo>
                  <a:lnTo>
                    <a:pt x="3283" y="7956"/>
                  </a:lnTo>
                  <a:lnTo>
                    <a:pt x="3205" y="7338"/>
                  </a:lnTo>
                  <a:lnTo>
                    <a:pt x="3128" y="6450"/>
                  </a:lnTo>
                  <a:lnTo>
                    <a:pt x="3012" y="4326"/>
                  </a:lnTo>
                  <a:lnTo>
                    <a:pt x="2935" y="2202"/>
                  </a:lnTo>
                  <a:lnTo>
                    <a:pt x="2896" y="78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6" name="Google Shape;5566;p22"/>
            <p:cNvSpPr/>
            <p:nvPr/>
          </p:nvSpPr>
          <p:spPr>
            <a:xfrm>
              <a:off x="4324525" y="22671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20"/>
                  </a:lnTo>
                  <a:lnTo>
                    <a:pt x="2897" y="1661"/>
                  </a:lnTo>
                  <a:lnTo>
                    <a:pt x="2511" y="2202"/>
                  </a:lnTo>
                  <a:lnTo>
                    <a:pt x="1970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80" y="4750"/>
                  </a:lnTo>
                  <a:lnTo>
                    <a:pt x="966" y="4518"/>
                  </a:lnTo>
                  <a:lnTo>
                    <a:pt x="1314" y="4210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935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3"/>
                  </a:lnTo>
                  <a:lnTo>
                    <a:pt x="4248" y="155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7" name="Google Shape;5567;p22"/>
            <p:cNvSpPr/>
            <p:nvPr/>
          </p:nvSpPr>
          <p:spPr>
            <a:xfrm>
              <a:off x="4273375" y="22681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0"/>
                  </a:moveTo>
                  <a:lnTo>
                    <a:pt x="1004" y="309"/>
                  </a:lnTo>
                  <a:lnTo>
                    <a:pt x="1236" y="386"/>
                  </a:lnTo>
                  <a:lnTo>
                    <a:pt x="1429" y="579"/>
                  </a:lnTo>
                  <a:lnTo>
                    <a:pt x="1583" y="772"/>
                  </a:lnTo>
                  <a:lnTo>
                    <a:pt x="1622" y="1004"/>
                  </a:lnTo>
                  <a:lnTo>
                    <a:pt x="1622" y="1120"/>
                  </a:lnTo>
                  <a:lnTo>
                    <a:pt x="1583" y="1197"/>
                  </a:lnTo>
                  <a:lnTo>
                    <a:pt x="1545" y="1313"/>
                  </a:lnTo>
                  <a:lnTo>
                    <a:pt x="1468" y="1390"/>
                  </a:lnTo>
                  <a:lnTo>
                    <a:pt x="1352" y="1506"/>
                  </a:lnTo>
                  <a:lnTo>
                    <a:pt x="1197" y="1545"/>
                  </a:lnTo>
                  <a:lnTo>
                    <a:pt x="966" y="1583"/>
                  </a:lnTo>
                  <a:lnTo>
                    <a:pt x="772" y="1545"/>
                  </a:lnTo>
                  <a:lnTo>
                    <a:pt x="657" y="1506"/>
                  </a:lnTo>
                  <a:lnTo>
                    <a:pt x="579" y="1429"/>
                  </a:lnTo>
                  <a:lnTo>
                    <a:pt x="502" y="1352"/>
                  </a:lnTo>
                  <a:lnTo>
                    <a:pt x="464" y="1236"/>
                  </a:lnTo>
                  <a:lnTo>
                    <a:pt x="425" y="1004"/>
                  </a:lnTo>
                  <a:lnTo>
                    <a:pt x="464" y="811"/>
                  </a:lnTo>
                  <a:lnTo>
                    <a:pt x="541" y="618"/>
                  </a:lnTo>
                  <a:lnTo>
                    <a:pt x="695" y="425"/>
                  </a:lnTo>
                  <a:lnTo>
                    <a:pt x="734" y="348"/>
                  </a:lnTo>
                  <a:lnTo>
                    <a:pt x="734" y="309"/>
                  </a:lnTo>
                  <a:lnTo>
                    <a:pt x="888" y="270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116"/>
                  </a:lnTo>
                  <a:lnTo>
                    <a:pt x="541" y="77"/>
                  </a:lnTo>
                  <a:lnTo>
                    <a:pt x="464" y="116"/>
                  </a:lnTo>
                  <a:lnTo>
                    <a:pt x="270" y="232"/>
                  </a:lnTo>
                  <a:lnTo>
                    <a:pt x="155" y="386"/>
                  </a:lnTo>
                  <a:lnTo>
                    <a:pt x="77" y="541"/>
                  </a:lnTo>
                  <a:lnTo>
                    <a:pt x="39" y="734"/>
                  </a:lnTo>
                  <a:lnTo>
                    <a:pt x="0" y="888"/>
                  </a:lnTo>
                  <a:lnTo>
                    <a:pt x="0" y="1081"/>
                  </a:lnTo>
                  <a:lnTo>
                    <a:pt x="39" y="1274"/>
                  </a:lnTo>
                  <a:lnTo>
                    <a:pt x="77" y="1468"/>
                  </a:lnTo>
                  <a:lnTo>
                    <a:pt x="193" y="1661"/>
                  </a:lnTo>
                  <a:lnTo>
                    <a:pt x="309" y="1776"/>
                  </a:lnTo>
                  <a:lnTo>
                    <a:pt x="502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236" y="2008"/>
                  </a:lnTo>
                  <a:lnTo>
                    <a:pt x="1429" y="1931"/>
                  </a:lnTo>
                  <a:lnTo>
                    <a:pt x="1622" y="1815"/>
                  </a:lnTo>
                  <a:lnTo>
                    <a:pt x="1776" y="1699"/>
                  </a:lnTo>
                  <a:lnTo>
                    <a:pt x="1892" y="1545"/>
                  </a:lnTo>
                  <a:lnTo>
                    <a:pt x="1970" y="1390"/>
                  </a:lnTo>
                  <a:lnTo>
                    <a:pt x="2047" y="1197"/>
                  </a:lnTo>
                  <a:lnTo>
                    <a:pt x="2085" y="1004"/>
                  </a:lnTo>
                  <a:lnTo>
                    <a:pt x="2047" y="811"/>
                  </a:lnTo>
                  <a:lnTo>
                    <a:pt x="1970" y="618"/>
                  </a:lnTo>
                  <a:lnTo>
                    <a:pt x="1892" y="425"/>
                  </a:lnTo>
                  <a:lnTo>
                    <a:pt x="1738" y="270"/>
                  </a:lnTo>
                  <a:lnTo>
                    <a:pt x="1583" y="155"/>
                  </a:lnTo>
                  <a:lnTo>
                    <a:pt x="1429" y="77"/>
                  </a:lnTo>
                  <a:lnTo>
                    <a:pt x="1236" y="39"/>
                  </a:lnTo>
                  <a:lnTo>
                    <a:pt x="104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8" name="Google Shape;5568;p22"/>
            <p:cNvSpPr/>
            <p:nvPr/>
          </p:nvSpPr>
          <p:spPr>
            <a:xfrm>
              <a:off x="1394625" y="2299975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0"/>
                  </a:moveTo>
                  <a:lnTo>
                    <a:pt x="3051" y="39"/>
                  </a:lnTo>
                  <a:lnTo>
                    <a:pt x="2781" y="78"/>
                  </a:lnTo>
                  <a:lnTo>
                    <a:pt x="2511" y="194"/>
                  </a:lnTo>
                  <a:lnTo>
                    <a:pt x="2240" y="309"/>
                  </a:lnTo>
                  <a:lnTo>
                    <a:pt x="2009" y="425"/>
                  </a:lnTo>
                  <a:lnTo>
                    <a:pt x="1738" y="580"/>
                  </a:lnTo>
                  <a:lnTo>
                    <a:pt x="1507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9"/>
                  </a:lnTo>
                  <a:lnTo>
                    <a:pt x="39" y="3746"/>
                  </a:lnTo>
                  <a:lnTo>
                    <a:pt x="1" y="4055"/>
                  </a:lnTo>
                  <a:lnTo>
                    <a:pt x="1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4" y="5252"/>
                  </a:lnTo>
                  <a:lnTo>
                    <a:pt x="966" y="5291"/>
                  </a:lnTo>
                  <a:lnTo>
                    <a:pt x="1700" y="5291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827"/>
                  </a:lnTo>
                  <a:lnTo>
                    <a:pt x="734" y="4711"/>
                  </a:lnTo>
                  <a:lnTo>
                    <a:pt x="580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80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54" y="1159"/>
                  </a:lnTo>
                  <a:lnTo>
                    <a:pt x="2202" y="889"/>
                  </a:lnTo>
                  <a:lnTo>
                    <a:pt x="2626" y="696"/>
                  </a:lnTo>
                  <a:lnTo>
                    <a:pt x="3090" y="580"/>
                  </a:lnTo>
                  <a:lnTo>
                    <a:pt x="3592" y="541"/>
                  </a:lnTo>
                  <a:lnTo>
                    <a:pt x="4094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3" y="502"/>
                  </a:lnTo>
                  <a:lnTo>
                    <a:pt x="4480" y="464"/>
                  </a:lnTo>
                  <a:lnTo>
                    <a:pt x="4519" y="425"/>
                  </a:lnTo>
                  <a:lnTo>
                    <a:pt x="4519" y="348"/>
                  </a:lnTo>
                  <a:lnTo>
                    <a:pt x="4519" y="194"/>
                  </a:lnTo>
                  <a:lnTo>
                    <a:pt x="4210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9" name="Google Shape;5569;p22"/>
            <p:cNvSpPr/>
            <p:nvPr/>
          </p:nvSpPr>
          <p:spPr>
            <a:xfrm>
              <a:off x="4211575" y="2315425"/>
              <a:ext cx="44450" cy="44425"/>
            </a:xfrm>
            <a:custGeom>
              <a:avLst/>
              <a:gdLst/>
              <a:ahLst/>
              <a:cxnLst/>
              <a:rect l="l" t="t" r="r" b="b"/>
              <a:pathLst>
                <a:path w="1778" h="1777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8"/>
                  </a:lnTo>
                  <a:lnTo>
                    <a:pt x="1391" y="811"/>
                  </a:lnTo>
                  <a:lnTo>
                    <a:pt x="1391" y="966"/>
                  </a:lnTo>
                  <a:lnTo>
                    <a:pt x="1352" y="1082"/>
                  </a:lnTo>
                  <a:lnTo>
                    <a:pt x="1275" y="1159"/>
                  </a:lnTo>
                  <a:lnTo>
                    <a:pt x="1198" y="1236"/>
                  </a:lnTo>
                  <a:lnTo>
                    <a:pt x="1082" y="1313"/>
                  </a:lnTo>
                  <a:lnTo>
                    <a:pt x="889" y="1390"/>
                  </a:lnTo>
                  <a:lnTo>
                    <a:pt x="734" y="1352"/>
                  </a:lnTo>
                  <a:lnTo>
                    <a:pt x="541" y="1275"/>
                  </a:lnTo>
                  <a:lnTo>
                    <a:pt x="426" y="1082"/>
                  </a:lnTo>
                  <a:lnTo>
                    <a:pt x="387" y="927"/>
                  </a:lnTo>
                  <a:lnTo>
                    <a:pt x="387" y="734"/>
                  </a:lnTo>
                  <a:lnTo>
                    <a:pt x="464" y="580"/>
                  </a:lnTo>
                  <a:lnTo>
                    <a:pt x="541" y="386"/>
                  </a:lnTo>
                  <a:lnTo>
                    <a:pt x="541" y="348"/>
                  </a:lnTo>
                  <a:lnTo>
                    <a:pt x="580" y="348"/>
                  </a:lnTo>
                  <a:lnTo>
                    <a:pt x="773" y="309"/>
                  </a:lnTo>
                  <a:close/>
                  <a:moveTo>
                    <a:pt x="966" y="0"/>
                  </a:moveTo>
                  <a:lnTo>
                    <a:pt x="773" y="39"/>
                  </a:lnTo>
                  <a:lnTo>
                    <a:pt x="619" y="78"/>
                  </a:lnTo>
                  <a:lnTo>
                    <a:pt x="464" y="155"/>
                  </a:lnTo>
                  <a:lnTo>
                    <a:pt x="426" y="193"/>
                  </a:lnTo>
                  <a:lnTo>
                    <a:pt x="387" y="193"/>
                  </a:lnTo>
                  <a:lnTo>
                    <a:pt x="232" y="271"/>
                  </a:lnTo>
                  <a:lnTo>
                    <a:pt x="117" y="386"/>
                  </a:lnTo>
                  <a:lnTo>
                    <a:pt x="39" y="541"/>
                  </a:lnTo>
                  <a:lnTo>
                    <a:pt x="1" y="695"/>
                  </a:lnTo>
                  <a:lnTo>
                    <a:pt x="1" y="850"/>
                  </a:lnTo>
                  <a:lnTo>
                    <a:pt x="1" y="1004"/>
                  </a:lnTo>
                  <a:lnTo>
                    <a:pt x="39" y="1197"/>
                  </a:lnTo>
                  <a:lnTo>
                    <a:pt x="117" y="1313"/>
                  </a:lnTo>
                  <a:lnTo>
                    <a:pt x="194" y="1468"/>
                  </a:lnTo>
                  <a:lnTo>
                    <a:pt x="348" y="1584"/>
                  </a:lnTo>
                  <a:lnTo>
                    <a:pt x="464" y="1699"/>
                  </a:lnTo>
                  <a:lnTo>
                    <a:pt x="619" y="1738"/>
                  </a:lnTo>
                  <a:lnTo>
                    <a:pt x="812" y="1777"/>
                  </a:lnTo>
                  <a:lnTo>
                    <a:pt x="966" y="1777"/>
                  </a:lnTo>
                  <a:lnTo>
                    <a:pt x="1121" y="1738"/>
                  </a:lnTo>
                  <a:lnTo>
                    <a:pt x="1314" y="1661"/>
                  </a:lnTo>
                  <a:lnTo>
                    <a:pt x="1430" y="1545"/>
                  </a:lnTo>
                  <a:lnTo>
                    <a:pt x="1584" y="1429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66"/>
                  </a:lnTo>
                  <a:lnTo>
                    <a:pt x="1777" y="773"/>
                  </a:lnTo>
                  <a:lnTo>
                    <a:pt x="1738" y="618"/>
                  </a:lnTo>
                  <a:lnTo>
                    <a:pt x="1661" y="425"/>
                  </a:lnTo>
                  <a:lnTo>
                    <a:pt x="1545" y="309"/>
                  </a:lnTo>
                  <a:lnTo>
                    <a:pt x="1430" y="193"/>
                  </a:lnTo>
                  <a:lnTo>
                    <a:pt x="1275" y="116"/>
                  </a:lnTo>
                  <a:lnTo>
                    <a:pt x="1121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0" name="Google Shape;5570;p22"/>
            <p:cNvSpPr/>
            <p:nvPr/>
          </p:nvSpPr>
          <p:spPr>
            <a:xfrm>
              <a:off x="2413100" y="2319275"/>
              <a:ext cx="84975" cy="222075"/>
            </a:xfrm>
            <a:custGeom>
              <a:avLst/>
              <a:gdLst/>
              <a:ahLst/>
              <a:cxnLst/>
              <a:rect l="l" t="t" r="r" b="b"/>
              <a:pathLst>
                <a:path w="3399" h="8883" extrusionOk="0">
                  <a:moveTo>
                    <a:pt x="1043" y="7376"/>
                  </a:moveTo>
                  <a:lnTo>
                    <a:pt x="1197" y="7453"/>
                  </a:lnTo>
                  <a:lnTo>
                    <a:pt x="1352" y="7608"/>
                  </a:lnTo>
                  <a:lnTo>
                    <a:pt x="1429" y="7685"/>
                  </a:lnTo>
                  <a:lnTo>
                    <a:pt x="1468" y="7801"/>
                  </a:lnTo>
                  <a:lnTo>
                    <a:pt x="1468" y="8033"/>
                  </a:lnTo>
                  <a:lnTo>
                    <a:pt x="1390" y="8226"/>
                  </a:lnTo>
                  <a:lnTo>
                    <a:pt x="1313" y="8342"/>
                  </a:lnTo>
                  <a:lnTo>
                    <a:pt x="1236" y="8419"/>
                  </a:lnTo>
                  <a:lnTo>
                    <a:pt x="1159" y="8457"/>
                  </a:lnTo>
                  <a:lnTo>
                    <a:pt x="1043" y="8496"/>
                  </a:lnTo>
                  <a:lnTo>
                    <a:pt x="811" y="8496"/>
                  </a:lnTo>
                  <a:lnTo>
                    <a:pt x="618" y="8419"/>
                  </a:lnTo>
                  <a:lnTo>
                    <a:pt x="541" y="8342"/>
                  </a:lnTo>
                  <a:lnTo>
                    <a:pt x="464" y="8264"/>
                  </a:lnTo>
                  <a:lnTo>
                    <a:pt x="386" y="8148"/>
                  </a:lnTo>
                  <a:lnTo>
                    <a:pt x="386" y="8033"/>
                  </a:lnTo>
                  <a:lnTo>
                    <a:pt x="386" y="7917"/>
                  </a:lnTo>
                  <a:lnTo>
                    <a:pt x="386" y="7801"/>
                  </a:lnTo>
                  <a:lnTo>
                    <a:pt x="502" y="7569"/>
                  </a:lnTo>
                  <a:lnTo>
                    <a:pt x="695" y="7415"/>
                  </a:lnTo>
                  <a:lnTo>
                    <a:pt x="850" y="7376"/>
                  </a:lnTo>
                  <a:close/>
                  <a:moveTo>
                    <a:pt x="3128" y="1"/>
                  </a:moveTo>
                  <a:lnTo>
                    <a:pt x="3089" y="39"/>
                  </a:lnTo>
                  <a:lnTo>
                    <a:pt x="3051" y="78"/>
                  </a:lnTo>
                  <a:lnTo>
                    <a:pt x="2819" y="503"/>
                  </a:lnTo>
                  <a:lnTo>
                    <a:pt x="2665" y="889"/>
                  </a:lnTo>
                  <a:lnTo>
                    <a:pt x="2356" y="1777"/>
                  </a:lnTo>
                  <a:lnTo>
                    <a:pt x="2085" y="2665"/>
                  </a:lnTo>
                  <a:lnTo>
                    <a:pt x="1854" y="3515"/>
                  </a:lnTo>
                  <a:lnTo>
                    <a:pt x="1313" y="5252"/>
                  </a:lnTo>
                  <a:lnTo>
                    <a:pt x="1043" y="6102"/>
                  </a:lnTo>
                  <a:lnTo>
                    <a:pt x="811" y="6990"/>
                  </a:lnTo>
                  <a:lnTo>
                    <a:pt x="657" y="6990"/>
                  </a:lnTo>
                  <a:lnTo>
                    <a:pt x="541" y="7029"/>
                  </a:lnTo>
                  <a:lnTo>
                    <a:pt x="386" y="7106"/>
                  </a:lnTo>
                  <a:lnTo>
                    <a:pt x="309" y="7222"/>
                  </a:lnTo>
                  <a:lnTo>
                    <a:pt x="271" y="7299"/>
                  </a:lnTo>
                  <a:lnTo>
                    <a:pt x="271" y="7376"/>
                  </a:lnTo>
                  <a:lnTo>
                    <a:pt x="116" y="7608"/>
                  </a:lnTo>
                  <a:lnTo>
                    <a:pt x="0" y="7840"/>
                  </a:lnTo>
                  <a:lnTo>
                    <a:pt x="0" y="8110"/>
                  </a:lnTo>
                  <a:lnTo>
                    <a:pt x="39" y="8264"/>
                  </a:lnTo>
                  <a:lnTo>
                    <a:pt x="78" y="8419"/>
                  </a:lnTo>
                  <a:lnTo>
                    <a:pt x="193" y="8573"/>
                  </a:lnTo>
                  <a:lnTo>
                    <a:pt x="348" y="8689"/>
                  </a:lnTo>
                  <a:lnTo>
                    <a:pt x="502" y="8805"/>
                  </a:lnTo>
                  <a:lnTo>
                    <a:pt x="657" y="8882"/>
                  </a:lnTo>
                  <a:lnTo>
                    <a:pt x="1043" y="8882"/>
                  </a:lnTo>
                  <a:lnTo>
                    <a:pt x="1236" y="8844"/>
                  </a:lnTo>
                  <a:lnTo>
                    <a:pt x="1429" y="8766"/>
                  </a:lnTo>
                  <a:lnTo>
                    <a:pt x="1584" y="8650"/>
                  </a:lnTo>
                  <a:lnTo>
                    <a:pt x="1699" y="8496"/>
                  </a:lnTo>
                  <a:lnTo>
                    <a:pt x="1777" y="8342"/>
                  </a:lnTo>
                  <a:lnTo>
                    <a:pt x="1854" y="8148"/>
                  </a:lnTo>
                  <a:lnTo>
                    <a:pt x="1854" y="7955"/>
                  </a:lnTo>
                  <a:lnTo>
                    <a:pt x="1854" y="7762"/>
                  </a:lnTo>
                  <a:lnTo>
                    <a:pt x="1815" y="7608"/>
                  </a:lnTo>
                  <a:lnTo>
                    <a:pt x="1738" y="7415"/>
                  </a:lnTo>
                  <a:lnTo>
                    <a:pt x="1622" y="7299"/>
                  </a:lnTo>
                  <a:lnTo>
                    <a:pt x="1506" y="7183"/>
                  </a:lnTo>
                  <a:lnTo>
                    <a:pt x="1352" y="7106"/>
                  </a:lnTo>
                  <a:lnTo>
                    <a:pt x="1197" y="7029"/>
                  </a:lnTo>
                  <a:lnTo>
                    <a:pt x="1545" y="6179"/>
                  </a:lnTo>
                  <a:lnTo>
                    <a:pt x="1815" y="5330"/>
                  </a:lnTo>
                  <a:lnTo>
                    <a:pt x="2394" y="3592"/>
                  </a:lnTo>
                  <a:lnTo>
                    <a:pt x="2665" y="2781"/>
                  </a:lnTo>
                  <a:lnTo>
                    <a:pt x="2974" y="1932"/>
                  </a:lnTo>
                  <a:lnTo>
                    <a:pt x="3244" y="1082"/>
                  </a:lnTo>
                  <a:lnTo>
                    <a:pt x="3321" y="657"/>
                  </a:lnTo>
                  <a:lnTo>
                    <a:pt x="3398" y="232"/>
                  </a:lnTo>
                  <a:lnTo>
                    <a:pt x="3360" y="117"/>
                  </a:lnTo>
                  <a:lnTo>
                    <a:pt x="3244" y="39"/>
                  </a:lnTo>
                  <a:lnTo>
                    <a:pt x="312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1" name="Google Shape;5571;p22"/>
            <p:cNvSpPr/>
            <p:nvPr/>
          </p:nvSpPr>
          <p:spPr>
            <a:xfrm>
              <a:off x="4217375" y="2321200"/>
              <a:ext cx="114900" cy="286750"/>
            </a:xfrm>
            <a:custGeom>
              <a:avLst/>
              <a:gdLst/>
              <a:ahLst/>
              <a:cxnLst/>
              <a:rect l="l" t="t" r="r" b="b"/>
              <a:pathLst>
                <a:path w="4596" h="11470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67"/>
                  </a:lnTo>
                  <a:lnTo>
                    <a:pt x="3939" y="4287"/>
                  </a:lnTo>
                  <a:lnTo>
                    <a:pt x="4016" y="5407"/>
                  </a:lnTo>
                  <a:lnTo>
                    <a:pt x="4055" y="6643"/>
                  </a:lnTo>
                  <a:lnTo>
                    <a:pt x="4055" y="7261"/>
                  </a:lnTo>
                  <a:lnTo>
                    <a:pt x="3978" y="7917"/>
                  </a:lnTo>
                  <a:lnTo>
                    <a:pt x="3901" y="8535"/>
                  </a:lnTo>
                  <a:lnTo>
                    <a:pt x="3746" y="9153"/>
                  </a:lnTo>
                  <a:lnTo>
                    <a:pt x="3553" y="9732"/>
                  </a:lnTo>
                  <a:lnTo>
                    <a:pt x="3244" y="10273"/>
                  </a:lnTo>
                  <a:lnTo>
                    <a:pt x="3012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4"/>
                  </a:lnTo>
                  <a:lnTo>
                    <a:pt x="850" y="9693"/>
                  </a:lnTo>
                  <a:lnTo>
                    <a:pt x="773" y="9423"/>
                  </a:lnTo>
                  <a:lnTo>
                    <a:pt x="734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6"/>
                  </a:lnTo>
                  <a:lnTo>
                    <a:pt x="580" y="2781"/>
                  </a:lnTo>
                  <a:lnTo>
                    <a:pt x="618" y="2781"/>
                  </a:lnTo>
                  <a:lnTo>
                    <a:pt x="1391" y="2395"/>
                  </a:lnTo>
                  <a:lnTo>
                    <a:pt x="2163" y="1970"/>
                  </a:lnTo>
                  <a:lnTo>
                    <a:pt x="2935" y="1468"/>
                  </a:lnTo>
                  <a:lnTo>
                    <a:pt x="3283" y="1198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40"/>
                  </a:lnTo>
                  <a:lnTo>
                    <a:pt x="3476" y="349"/>
                  </a:lnTo>
                  <a:lnTo>
                    <a:pt x="3051" y="657"/>
                  </a:lnTo>
                  <a:lnTo>
                    <a:pt x="2626" y="1005"/>
                  </a:lnTo>
                  <a:lnTo>
                    <a:pt x="2202" y="1314"/>
                  </a:lnTo>
                  <a:lnTo>
                    <a:pt x="1313" y="1893"/>
                  </a:lnTo>
                  <a:lnTo>
                    <a:pt x="425" y="2472"/>
                  </a:lnTo>
                  <a:lnTo>
                    <a:pt x="348" y="2550"/>
                  </a:lnTo>
                  <a:lnTo>
                    <a:pt x="348" y="2665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4"/>
                  </a:lnTo>
                  <a:lnTo>
                    <a:pt x="155" y="4866"/>
                  </a:lnTo>
                  <a:lnTo>
                    <a:pt x="0" y="4944"/>
                  </a:lnTo>
                  <a:lnTo>
                    <a:pt x="155" y="5291"/>
                  </a:lnTo>
                  <a:lnTo>
                    <a:pt x="155" y="6257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3"/>
                  </a:lnTo>
                  <a:lnTo>
                    <a:pt x="309" y="9616"/>
                  </a:lnTo>
                  <a:lnTo>
                    <a:pt x="502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429" y="11199"/>
                  </a:lnTo>
                  <a:lnTo>
                    <a:pt x="1622" y="11315"/>
                  </a:lnTo>
                  <a:lnTo>
                    <a:pt x="1815" y="11392"/>
                  </a:lnTo>
                  <a:lnTo>
                    <a:pt x="2047" y="11431"/>
                  </a:lnTo>
                  <a:lnTo>
                    <a:pt x="2279" y="11470"/>
                  </a:lnTo>
                  <a:lnTo>
                    <a:pt x="2549" y="11431"/>
                  </a:lnTo>
                  <a:lnTo>
                    <a:pt x="2819" y="11354"/>
                  </a:lnTo>
                  <a:lnTo>
                    <a:pt x="3051" y="11238"/>
                  </a:lnTo>
                  <a:lnTo>
                    <a:pt x="3283" y="11083"/>
                  </a:lnTo>
                  <a:lnTo>
                    <a:pt x="3476" y="10890"/>
                  </a:lnTo>
                  <a:lnTo>
                    <a:pt x="3669" y="10659"/>
                  </a:lnTo>
                  <a:lnTo>
                    <a:pt x="3823" y="10427"/>
                  </a:lnTo>
                  <a:lnTo>
                    <a:pt x="3978" y="10157"/>
                  </a:lnTo>
                  <a:lnTo>
                    <a:pt x="4171" y="9577"/>
                  </a:lnTo>
                  <a:lnTo>
                    <a:pt x="4325" y="8960"/>
                  </a:lnTo>
                  <a:lnTo>
                    <a:pt x="4441" y="8342"/>
                  </a:lnTo>
                  <a:lnTo>
                    <a:pt x="4518" y="7763"/>
                  </a:lnTo>
                  <a:lnTo>
                    <a:pt x="4557" y="7222"/>
                  </a:lnTo>
                  <a:lnTo>
                    <a:pt x="4596" y="6681"/>
                  </a:lnTo>
                  <a:lnTo>
                    <a:pt x="4596" y="6102"/>
                  </a:lnTo>
                  <a:lnTo>
                    <a:pt x="4557" y="5021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2"/>
                  </a:lnTo>
                  <a:lnTo>
                    <a:pt x="4094" y="426"/>
                  </a:lnTo>
                  <a:lnTo>
                    <a:pt x="4171" y="349"/>
                  </a:lnTo>
                  <a:lnTo>
                    <a:pt x="4210" y="271"/>
                  </a:lnTo>
                  <a:lnTo>
                    <a:pt x="4210" y="233"/>
                  </a:lnTo>
                  <a:lnTo>
                    <a:pt x="4171" y="78"/>
                  </a:lnTo>
                  <a:lnTo>
                    <a:pt x="4132" y="40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2" name="Google Shape;5572;p22"/>
            <p:cNvSpPr/>
            <p:nvPr/>
          </p:nvSpPr>
          <p:spPr>
            <a:xfrm>
              <a:off x="1643700" y="2334725"/>
              <a:ext cx="26075" cy="11600"/>
            </a:xfrm>
            <a:custGeom>
              <a:avLst/>
              <a:gdLst/>
              <a:ahLst/>
              <a:cxnLst/>
              <a:rect l="l" t="t" r="r" b="b"/>
              <a:pathLst>
                <a:path w="1043" h="464" extrusionOk="0">
                  <a:moveTo>
                    <a:pt x="773" y="1"/>
                  </a:moveTo>
                  <a:lnTo>
                    <a:pt x="541" y="39"/>
                  </a:lnTo>
                  <a:lnTo>
                    <a:pt x="309" y="78"/>
                  </a:lnTo>
                  <a:lnTo>
                    <a:pt x="77" y="194"/>
                  </a:lnTo>
                  <a:lnTo>
                    <a:pt x="39" y="232"/>
                  </a:lnTo>
                  <a:lnTo>
                    <a:pt x="0" y="271"/>
                  </a:lnTo>
                  <a:lnTo>
                    <a:pt x="39" y="387"/>
                  </a:lnTo>
                  <a:lnTo>
                    <a:pt x="77" y="464"/>
                  </a:lnTo>
                  <a:lnTo>
                    <a:pt x="193" y="464"/>
                  </a:lnTo>
                  <a:lnTo>
                    <a:pt x="386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4" y="271"/>
                  </a:lnTo>
                  <a:lnTo>
                    <a:pt x="1043" y="232"/>
                  </a:lnTo>
                  <a:lnTo>
                    <a:pt x="1004" y="155"/>
                  </a:lnTo>
                  <a:lnTo>
                    <a:pt x="966" y="116"/>
                  </a:lnTo>
                  <a:lnTo>
                    <a:pt x="888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3" name="Google Shape;5573;p22"/>
            <p:cNvSpPr/>
            <p:nvPr/>
          </p:nvSpPr>
          <p:spPr>
            <a:xfrm>
              <a:off x="5914500" y="2336650"/>
              <a:ext cx="309900" cy="605325"/>
            </a:xfrm>
            <a:custGeom>
              <a:avLst/>
              <a:gdLst/>
              <a:ahLst/>
              <a:cxnLst/>
              <a:rect l="l" t="t" r="r" b="b"/>
              <a:pathLst>
                <a:path w="12396" h="24213" extrusionOk="0">
                  <a:moveTo>
                    <a:pt x="7955" y="464"/>
                  </a:moveTo>
                  <a:lnTo>
                    <a:pt x="8496" y="503"/>
                  </a:lnTo>
                  <a:lnTo>
                    <a:pt x="9036" y="619"/>
                  </a:lnTo>
                  <a:lnTo>
                    <a:pt x="9500" y="812"/>
                  </a:lnTo>
                  <a:lnTo>
                    <a:pt x="9924" y="1043"/>
                  </a:lnTo>
                  <a:lnTo>
                    <a:pt x="10311" y="1352"/>
                  </a:lnTo>
                  <a:lnTo>
                    <a:pt x="10658" y="1700"/>
                  </a:lnTo>
                  <a:lnTo>
                    <a:pt x="10967" y="2086"/>
                  </a:lnTo>
                  <a:lnTo>
                    <a:pt x="11237" y="2511"/>
                  </a:lnTo>
                  <a:lnTo>
                    <a:pt x="11469" y="2974"/>
                  </a:lnTo>
                  <a:lnTo>
                    <a:pt x="11662" y="3438"/>
                  </a:lnTo>
                  <a:lnTo>
                    <a:pt x="11778" y="3940"/>
                  </a:lnTo>
                  <a:lnTo>
                    <a:pt x="11855" y="4442"/>
                  </a:lnTo>
                  <a:lnTo>
                    <a:pt x="11894" y="4982"/>
                  </a:lnTo>
                  <a:lnTo>
                    <a:pt x="11894" y="5484"/>
                  </a:lnTo>
                  <a:lnTo>
                    <a:pt x="11817" y="5986"/>
                  </a:lnTo>
                  <a:lnTo>
                    <a:pt x="11701" y="6488"/>
                  </a:lnTo>
                  <a:lnTo>
                    <a:pt x="11546" y="6990"/>
                  </a:lnTo>
                  <a:lnTo>
                    <a:pt x="11315" y="7453"/>
                  </a:lnTo>
                  <a:lnTo>
                    <a:pt x="11083" y="7917"/>
                  </a:lnTo>
                  <a:lnTo>
                    <a:pt x="10813" y="8342"/>
                  </a:lnTo>
                  <a:lnTo>
                    <a:pt x="10504" y="8766"/>
                  </a:lnTo>
                  <a:lnTo>
                    <a:pt x="10195" y="9153"/>
                  </a:lnTo>
                  <a:lnTo>
                    <a:pt x="9847" y="9500"/>
                  </a:lnTo>
                  <a:lnTo>
                    <a:pt x="9461" y="9848"/>
                  </a:lnTo>
                  <a:lnTo>
                    <a:pt x="9036" y="10157"/>
                  </a:lnTo>
                  <a:lnTo>
                    <a:pt x="8650" y="10465"/>
                  </a:lnTo>
                  <a:lnTo>
                    <a:pt x="8187" y="10736"/>
                  </a:lnTo>
                  <a:lnTo>
                    <a:pt x="7762" y="11006"/>
                  </a:lnTo>
                  <a:lnTo>
                    <a:pt x="6835" y="11469"/>
                  </a:lnTo>
                  <a:lnTo>
                    <a:pt x="5870" y="11856"/>
                  </a:lnTo>
                  <a:lnTo>
                    <a:pt x="5677" y="11856"/>
                  </a:lnTo>
                  <a:lnTo>
                    <a:pt x="5638" y="11933"/>
                  </a:lnTo>
                  <a:lnTo>
                    <a:pt x="5600" y="11933"/>
                  </a:lnTo>
                  <a:lnTo>
                    <a:pt x="4982" y="11276"/>
                  </a:lnTo>
                  <a:lnTo>
                    <a:pt x="4441" y="10543"/>
                  </a:lnTo>
                  <a:lnTo>
                    <a:pt x="3978" y="9809"/>
                  </a:lnTo>
                  <a:lnTo>
                    <a:pt x="3746" y="9384"/>
                  </a:lnTo>
                  <a:lnTo>
                    <a:pt x="3592" y="8998"/>
                  </a:lnTo>
                  <a:lnTo>
                    <a:pt x="3437" y="8612"/>
                  </a:lnTo>
                  <a:lnTo>
                    <a:pt x="3283" y="8187"/>
                  </a:lnTo>
                  <a:lnTo>
                    <a:pt x="3167" y="7762"/>
                  </a:lnTo>
                  <a:lnTo>
                    <a:pt x="3090" y="7299"/>
                  </a:lnTo>
                  <a:lnTo>
                    <a:pt x="3051" y="6874"/>
                  </a:lnTo>
                  <a:lnTo>
                    <a:pt x="3012" y="6411"/>
                  </a:lnTo>
                  <a:lnTo>
                    <a:pt x="3051" y="5948"/>
                  </a:lnTo>
                  <a:lnTo>
                    <a:pt x="3090" y="5484"/>
                  </a:lnTo>
                  <a:lnTo>
                    <a:pt x="3167" y="5021"/>
                  </a:lnTo>
                  <a:lnTo>
                    <a:pt x="3244" y="4557"/>
                  </a:lnTo>
                  <a:lnTo>
                    <a:pt x="3399" y="4094"/>
                  </a:lnTo>
                  <a:lnTo>
                    <a:pt x="3592" y="3669"/>
                  </a:lnTo>
                  <a:lnTo>
                    <a:pt x="3785" y="3206"/>
                  </a:lnTo>
                  <a:lnTo>
                    <a:pt x="4055" y="2820"/>
                  </a:lnTo>
                  <a:lnTo>
                    <a:pt x="4325" y="2395"/>
                  </a:lnTo>
                  <a:lnTo>
                    <a:pt x="4634" y="2047"/>
                  </a:lnTo>
                  <a:lnTo>
                    <a:pt x="4943" y="1700"/>
                  </a:lnTo>
                  <a:lnTo>
                    <a:pt x="5329" y="1391"/>
                  </a:lnTo>
                  <a:lnTo>
                    <a:pt x="5715" y="1082"/>
                  </a:lnTo>
                  <a:lnTo>
                    <a:pt x="6102" y="850"/>
                  </a:lnTo>
                  <a:lnTo>
                    <a:pt x="6526" y="696"/>
                  </a:lnTo>
                  <a:lnTo>
                    <a:pt x="6990" y="541"/>
                  </a:lnTo>
                  <a:lnTo>
                    <a:pt x="7453" y="464"/>
                  </a:lnTo>
                  <a:close/>
                  <a:moveTo>
                    <a:pt x="5561" y="12280"/>
                  </a:moveTo>
                  <a:lnTo>
                    <a:pt x="5600" y="12319"/>
                  </a:lnTo>
                  <a:lnTo>
                    <a:pt x="5677" y="12358"/>
                  </a:lnTo>
                  <a:lnTo>
                    <a:pt x="5793" y="12898"/>
                  </a:lnTo>
                  <a:lnTo>
                    <a:pt x="5098" y="12589"/>
                  </a:lnTo>
                  <a:lnTo>
                    <a:pt x="5561" y="12280"/>
                  </a:lnTo>
                  <a:close/>
                  <a:moveTo>
                    <a:pt x="3321" y="12975"/>
                  </a:moveTo>
                  <a:lnTo>
                    <a:pt x="3476" y="13477"/>
                  </a:lnTo>
                  <a:lnTo>
                    <a:pt x="3553" y="13979"/>
                  </a:lnTo>
                  <a:lnTo>
                    <a:pt x="3012" y="13979"/>
                  </a:lnTo>
                  <a:lnTo>
                    <a:pt x="2781" y="13941"/>
                  </a:lnTo>
                  <a:lnTo>
                    <a:pt x="2510" y="13825"/>
                  </a:lnTo>
                  <a:lnTo>
                    <a:pt x="2935" y="13400"/>
                  </a:lnTo>
                  <a:lnTo>
                    <a:pt x="3321" y="12975"/>
                  </a:lnTo>
                  <a:close/>
                  <a:moveTo>
                    <a:pt x="3939" y="14327"/>
                  </a:moveTo>
                  <a:lnTo>
                    <a:pt x="5098" y="14520"/>
                  </a:lnTo>
                  <a:lnTo>
                    <a:pt x="4441" y="15485"/>
                  </a:lnTo>
                  <a:lnTo>
                    <a:pt x="4287" y="15215"/>
                  </a:lnTo>
                  <a:lnTo>
                    <a:pt x="4171" y="14945"/>
                  </a:lnTo>
                  <a:lnTo>
                    <a:pt x="4055" y="14636"/>
                  </a:lnTo>
                  <a:lnTo>
                    <a:pt x="3978" y="14366"/>
                  </a:lnTo>
                  <a:lnTo>
                    <a:pt x="3939" y="14327"/>
                  </a:lnTo>
                  <a:close/>
                  <a:moveTo>
                    <a:pt x="3746" y="14597"/>
                  </a:moveTo>
                  <a:lnTo>
                    <a:pt x="3823" y="14945"/>
                  </a:lnTo>
                  <a:lnTo>
                    <a:pt x="3978" y="15292"/>
                  </a:lnTo>
                  <a:lnTo>
                    <a:pt x="4132" y="15601"/>
                  </a:lnTo>
                  <a:lnTo>
                    <a:pt x="4287" y="15910"/>
                  </a:lnTo>
                  <a:lnTo>
                    <a:pt x="4364" y="15987"/>
                  </a:lnTo>
                  <a:lnTo>
                    <a:pt x="4055" y="16412"/>
                  </a:lnTo>
                  <a:lnTo>
                    <a:pt x="3746" y="16875"/>
                  </a:lnTo>
                  <a:lnTo>
                    <a:pt x="3592" y="16412"/>
                  </a:lnTo>
                  <a:lnTo>
                    <a:pt x="3476" y="15949"/>
                  </a:lnTo>
                  <a:lnTo>
                    <a:pt x="3476" y="15717"/>
                  </a:lnTo>
                  <a:lnTo>
                    <a:pt x="3476" y="15447"/>
                  </a:lnTo>
                  <a:lnTo>
                    <a:pt x="3514" y="15215"/>
                  </a:lnTo>
                  <a:lnTo>
                    <a:pt x="3553" y="14983"/>
                  </a:lnTo>
                  <a:lnTo>
                    <a:pt x="3746" y="14597"/>
                  </a:lnTo>
                  <a:close/>
                  <a:moveTo>
                    <a:pt x="4480" y="16335"/>
                  </a:moveTo>
                  <a:lnTo>
                    <a:pt x="4673" y="16760"/>
                  </a:lnTo>
                  <a:lnTo>
                    <a:pt x="4789" y="17223"/>
                  </a:lnTo>
                  <a:lnTo>
                    <a:pt x="4364" y="17107"/>
                  </a:lnTo>
                  <a:lnTo>
                    <a:pt x="3939" y="17030"/>
                  </a:lnTo>
                  <a:lnTo>
                    <a:pt x="4480" y="16335"/>
                  </a:lnTo>
                  <a:close/>
                  <a:moveTo>
                    <a:pt x="2472" y="16875"/>
                  </a:moveTo>
                  <a:lnTo>
                    <a:pt x="3399" y="17107"/>
                  </a:lnTo>
                  <a:lnTo>
                    <a:pt x="3476" y="17262"/>
                  </a:lnTo>
                  <a:lnTo>
                    <a:pt x="3321" y="17377"/>
                  </a:lnTo>
                  <a:lnTo>
                    <a:pt x="3167" y="17571"/>
                  </a:lnTo>
                  <a:lnTo>
                    <a:pt x="2897" y="17918"/>
                  </a:lnTo>
                  <a:lnTo>
                    <a:pt x="2665" y="17416"/>
                  </a:lnTo>
                  <a:lnTo>
                    <a:pt x="2472" y="16875"/>
                  </a:lnTo>
                  <a:close/>
                  <a:moveTo>
                    <a:pt x="3360" y="19733"/>
                  </a:moveTo>
                  <a:lnTo>
                    <a:pt x="4055" y="20428"/>
                  </a:lnTo>
                  <a:lnTo>
                    <a:pt x="3553" y="20660"/>
                  </a:lnTo>
                  <a:lnTo>
                    <a:pt x="3012" y="20969"/>
                  </a:lnTo>
                  <a:lnTo>
                    <a:pt x="3012" y="20969"/>
                  </a:lnTo>
                  <a:lnTo>
                    <a:pt x="3167" y="20351"/>
                  </a:lnTo>
                  <a:lnTo>
                    <a:pt x="3360" y="19733"/>
                  </a:lnTo>
                  <a:close/>
                  <a:moveTo>
                    <a:pt x="5677" y="20119"/>
                  </a:moveTo>
                  <a:lnTo>
                    <a:pt x="5986" y="20196"/>
                  </a:lnTo>
                  <a:lnTo>
                    <a:pt x="5715" y="20891"/>
                  </a:lnTo>
                  <a:lnTo>
                    <a:pt x="5368" y="21548"/>
                  </a:lnTo>
                  <a:lnTo>
                    <a:pt x="4673" y="20583"/>
                  </a:lnTo>
                  <a:lnTo>
                    <a:pt x="4634" y="20544"/>
                  </a:lnTo>
                  <a:lnTo>
                    <a:pt x="4673" y="20235"/>
                  </a:lnTo>
                  <a:lnTo>
                    <a:pt x="5020" y="20158"/>
                  </a:lnTo>
                  <a:lnTo>
                    <a:pt x="5329" y="20119"/>
                  </a:lnTo>
                  <a:close/>
                  <a:moveTo>
                    <a:pt x="7453" y="1"/>
                  </a:moveTo>
                  <a:lnTo>
                    <a:pt x="7067" y="39"/>
                  </a:lnTo>
                  <a:lnTo>
                    <a:pt x="6719" y="155"/>
                  </a:lnTo>
                  <a:lnTo>
                    <a:pt x="6333" y="271"/>
                  </a:lnTo>
                  <a:lnTo>
                    <a:pt x="5986" y="426"/>
                  </a:lnTo>
                  <a:lnTo>
                    <a:pt x="5638" y="580"/>
                  </a:lnTo>
                  <a:lnTo>
                    <a:pt x="5291" y="812"/>
                  </a:lnTo>
                  <a:lnTo>
                    <a:pt x="4943" y="1043"/>
                  </a:lnTo>
                  <a:lnTo>
                    <a:pt x="4634" y="1314"/>
                  </a:lnTo>
                  <a:lnTo>
                    <a:pt x="4364" y="1623"/>
                  </a:lnTo>
                  <a:lnTo>
                    <a:pt x="4094" y="1893"/>
                  </a:lnTo>
                  <a:lnTo>
                    <a:pt x="3823" y="2240"/>
                  </a:lnTo>
                  <a:lnTo>
                    <a:pt x="3592" y="2549"/>
                  </a:lnTo>
                  <a:lnTo>
                    <a:pt x="3399" y="2897"/>
                  </a:lnTo>
                  <a:lnTo>
                    <a:pt x="3205" y="3283"/>
                  </a:lnTo>
                  <a:lnTo>
                    <a:pt x="3051" y="3631"/>
                  </a:lnTo>
                  <a:lnTo>
                    <a:pt x="2897" y="4017"/>
                  </a:lnTo>
                  <a:lnTo>
                    <a:pt x="2781" y="4403"/>
                  </a:lnTo>
                  <a:lnTo>
                    <a:pt x="2703" y="4789"/>
                  </a:lnTo>
                  <a:lnTo>
                    <a:pt x="2626" y="5175"/>
                  </a:lnTo>
                  <a:lnTo>
                    <a:pt x="2588" y="5600"/>
                  </a:lnTo>
                  <a:lnTo>
                    <a:pt x="2549" y="5986"/>
                  </a:lnTo>
                  <a:lnTo>
                    <a:pt x="2549" y="6411"/>
                  </a:lnTo>
                  <a:lnTo>
                    <a:pt x="2549" y="6836"/>
                  </a:lnTo>
                  <a:lnTo>
                    <a:pt x="2665" y="7724"/>
                  </a:lnTo>
                  <a:lnTo>
                    <a:pt x="2742" y="8149"/>
                  </a:lnTo>
                  <a:lnTo>
                    <a:pt x="2858" y="8573"/>
                  </a:lnTo>
                  <a:lnTo>
                    <a:pt x="3012" y="8998"/>
                  </a:lnTo>
                  <a:lnTo>
                    <a:pt x="3167" y="9384"/>
                  </a:lnTo>
                  <a:lnTo>
                    <a:pt x="3321" y="9809"/>
                  </a:lnTo>
                  <a:lnTo>
                    <a:pt x="3553" y="10195"/>
                  </a:lnTo>
                  <a:lnTo>
                    <a:pt x="3746" y="10543"/>
                  </a:lnTo>
                  <a:lnTo>
                    <a:pt x="4016" y="10929"/>
                  </a:lnTo>
                  <a:lnTo>
                    <a:pt x="4287" y="11238"/>
                  </a:lnTo>
                  <a:lnTo>
                    <a:pt x="4596" y="11547"/>
                  </a:lnTo>
                  <a:lnTo>
                    <a:pt x="4905" y="11856"/>
                  </a:lnTo>
                  <a:lnTo>
                    <a:pt x="5252" y="12087"/>
                  </a:lnTo>
                  <a:lnTo>
                    <a:pt x="4557" y="12473"/>
                  </a:lnTo>
                  <a:lnTo>
                    <a:pt x="4480" y="12551"/>
                  </a:lnTo>
                  <a:lnTo>
                    <a:pt x="4441" y="12666"/>
                  </a:lnTo>
                  <a:lnTo>
                    <a:pt x="4480" y="12782"/>
                  </a:lnTo>
                  <a:lnTo>
                    <a:pt x="4596" y="12860"/>
                  </a:lnTo>
                  <a:lnTo>
                    <a:pt x="5020" y="13014"/>
                  </a:lnTo>
                  <a:lnTo>
                    <a:pt x="4673" y="13168"/>
                  </a:lnTo>
                  <a:lnTo>
                    <a:pt x="4403" y="13362"/>
                  </a:lnTo>
                  <a:lnTo>
                    <a:pt x="4094" y="13555"/>
                  </a:lnTo>
                  <a:lnTo>
                    <a:pt x="3862" y="13786"/>
                  </a:lnTo>
                  <a:lnTo>
                    <a:pt x="3823" y="13477"/>
                  </a:lnTo>
                  <a:lnTo>
                    <a:pt x="3746" y="13168"/>
                  </a:lnTo>
                  <a:lnTo>
                    <a:pt x="3630" y="12860"/>
                  </a:lnTo>
                  <a:lnTo>
                    <a:pt x="3514" y="12551"/>
                  </a:lnTo>
                  <a:lnTo>
                    <a:pt x="3476" y="12473"/>
                  </a:lnTo>
                  <a:lnTo>
                    <a:pt x="3360" y="12435"/>
                  </a:lnTo>
                  <a:lnTo>
                    <a:pt x="3283" y="12473"/>
                  </a:lnTo>
                  <a:lnTo>
                    <a:pt x="3205" y="12512"/>
                  </a:lnTo>
                  <a:lnTo>
                    <a:pt x="2665" y="13168"/>
                  </a:lnTo>
                  <a:lnTo>
                    <a:pt x="2086" y="13748"/>
                  </a:lnTo>
                  <a:lnTo>
                    <a:pt x="2047" y="13825"/>
                  </a:lnTo>
                  <a:lnTo>
                    <a:pt x="2008" y="13902"/>
                  </a:lnTo>
                  <a:lnTo>
                    <a:pt x="2047" y="13979"/>
                  </a:lnTo>
                  <a:lnTo>
                    <a:pt x="2086" y="14057"/>
                  </a:lnTo>
                  <a:lnTo>
                    <a:pt x="2395" y="14211"/>
                  </a:lnTo>
                  <a:lnTo>
                    <a:pt x="2742" y="14288"/>
                  </a:lnTo>
                  <a:lnTo>
                    <a:pt x="3051" y="14366"/>
                  </a:lnTo>
                  <a:lnTo>
                    <a:pt x="3399" y="14366"/>
                  </a:lnTo>
                  <a:lnTo>
                    <a:pt x="3244" y="14636"/>
                  </a:lnTo>
                  <a:lnTo>
                    <a:pt x="3128" y="14945"/>
                  </a:lnTo>
                  <a:lnTo>
                    <a:pt x="3090" y="15176"/>
                  </a:lnTo>
                  <a:lnTo>
                    <a:pt x="3051" y="15408"/>
                  </a:lnTo>
                  <a:lnTo>
                    <a:pt x="3051" y="15872"/>
                  </a:lnTo>
                  <a:lnTo>
                    <a:pt x="3128" y="16296"/>
                  </a:lnTo>
                  <a:lnTo>
                    <a:pt x="3244" y="16760"/>
                  </a:lnTo>
                  <a:lnTo>
                    <a:pt x="2781" y="16567"/>
                  </a:lnTo>
                  <a:lnTo>
                    <a:pt x="2279" y="16412"/>
                  </a:lnTo>
                  <a:lnTo>
                    <a:pt x="2201" y="16412"/>
                  </a:lnTo>
                  <a:lnTo>
                    <a:pt x="2124" y="16451"/>
                  </a:lnTo>
                  <a:lnTo>
                    <a:pt x="2047" y="16528"/>
                  </a:lnTo>
                  <a:lnTo>
                    <a:pt x="2047" y="16644"/>
                  </a:lnTo>
                  <a:lnTo>
                    <a:pt x="2163" y="17107"/>
                  </a:lnTo>
                  <a:lnTo>
                    <a:pt x="2279" y="17532"/>
                  </a:lnTo>
                  <a:lnTo>
                    <a:pt x="2472" y="17957"/>
                  </a:lnTo>
                  <a:lnTo>
                    <a:pt x="2703" y="18381"/>
                  </a:lnTo>
                  <a:lnTo>
                    <a:pt x="2781" y="18459"/>
                  </a:lnTo>
                  <a:lnTo>
                    <a:pt x="2858" y="18497"/>
                  </a:lnTo>
                  <a:lnTo>
                    <a:pt x="2935" y="18459"/>
                  </a:lnTo>
                  <a:lnTo>
                    <a:pt x="3012" y="18381"/>
                  </a:lnTo>
                  <a:lnTo>
                    <a:pt x="3321" y="18034"/>
                  </a:lnTo>
                  <a:lnTo>
                    <a:pt x="3514" y="17802"/>
                  </a:lnTo>
                  <a:lnTo>
                    <a:pt x="3630" y="17609"/>
                  </a:lnTo>
                  <a:lnTo>
                    <a:pt x="3707" y="17764"/>
                  </a:lnTo>
                  <a:lnTo>
                    <a:pt x="3978" y="18343"/>
                  </a:lnTo>
                  <a:lnTo>
                    <a:pt x="4132" y="18961"/>
                  </a:lnTo>
                  <a:lnTo>
                    <a:pt x="4248" y="19540"/>
                  </a:lnTo>
                  <a:lnTo>
                    <a:pt x="4248" y="20158"/>
                  </a:lnTo>
                  <a:lnTo>
                    <a:pt x="3437" y="19308"/>
                  </a:lnTo>
                  <a:lnTo>
                    <a:pt x="3399" y="19270"/>
                  </a:lnTo>
                  <a:lnTo>
                    <a:pt x="3205" y="19270"/>
                  </a:lnTo>
                  <a:lnTo>
                    <a:pt x="3167" y="19347"/>
                  </a:lnTo>
                  <a:lnTo>
                    <a:pt x="2974" y="19810"/>
                  </a:lnTo>
                  <a:lnTo>
                    <a:pt x="2781" y="20274"/>
                  </a:lnTo>
                  <a:lnTo>
                    <a:pt x="2665" y="20776"/>
                  </a:lnTo>
                  <a:lnTo>
                    <a:pt x="2626" y="21316"/>
                  </a:lnTo>
                  <a:lnTo>
                    <a:pt x="2626" y="21393"/>
                  </a:lnTo>
                  <a:lnTo>
                    <a:pt x="2703" y="21471"/>
                  </a:lnTo>
                  <a:lnTo>
                    <a:pt x="2781" y="21509"/>
                  </a:lnTo>
                  <a:lnTo>
                    <a:pt x="2897" y="21471"/>
                  </a:lnTo>
                  <a:lnTo>
                    <a:pt x="3514" y="21162"/>
                  </a:lnTo>
                  <a:lnTo>
                    <a:pt x="4171" y="20776"/>
                  </a:lnTo>
                  <a:lnTo>
                    <a:pt x="4171" y="20776"/>
                  </a:lnTo>
                  <a:lnTo>
                    <a:pt x="4055" y="21162"/>
                  </a:lnTo>
                  <a:lnTo>
                    <a:pt x="3901" y="21548"/>
                  </a:lnTo>
                  <a:lnTo>
                    <a:pt x="3669" y="22050"/>
                  </a:lnTo>
                  <a:lnTo>
                    <a:pt x="3321" y="22552"/>
                  </a:lnTo>
                  <a:lnTo>
                    <a:pt x="2897" y="23015"/>
                  </a:lnTo>
                  <a:lnTo>
                    <a:pt x="2626" y="23247"/>
                  </a:lnTo>
                  <a:lnTo>
                    <a:pt x="2395" y="23401"/>
                  </a:lnTo>
                  <a:lnTo>
                    <a:pt x="2124" y="23594"/>
                  </a:lnTo>
                  <a:lnTo>
                    <a:pt x="1854" y="23710"/>
                  </a:lnTo>
                  <a:lnTo>
                    <a:pt x="1584" y="23788"/>
                  </a:lnTo>
                  <a:lnTo>
                    <a:pt x="1313" y="23788"/>
                  </a:lnTo>
                  <a:lnTo>
                    <a:pt x="1082" y="23749"/>
                  </a:lnTo>
                  <a:lnTo>
                    <a:pt x="811" y="23672"/>
                  </a:lnTo>
                  <a:lnTo>
                    <a:pt x="541" y="23517"/>
                  </a:lnTo>
                  <a:lnTo>
                    <a:pt x="309" y="23286"/>
                  </a:lnTo>
                  <a:lnTo>
                    <a:pt x="232" y="23247"/>
                  </a:lnTo>
                  <a:lnTo>
                    <a:pt x="78" y="23247"/>
                  </a:lnTo>
                  <a:lnTo>
                    <a:pt x="39" y="23363"/>
                  </a:lnTo>
                  <a:lnTo>
                    <a:pt x="0" y="23401"/>
                  </a:lnTo>
                  <a:lnTo>
                    <a:pt x="39" y="23479"/>
                  </a:lnTo>
                  <a:lnTo>
                    <a:pt x="155" y="23633"/>
                  </a:lnTo>
                  <a:lnTo>
                    <a:pt x="271" y="23788"/>
                  </a:lnTo>
                  <a:lnTo>
                    <a:pt x="387" y="23903"/>
                  </a:lnTo>
                  <a:lnTo>
                    <a:pt x="541" y="24019"/>
                  </a:lnTo>
                  <a:lnTo>
                    <a:pt x="695" y="24096"/>
                  </a:lnTo>
                  <a:lnTo>
                    <a:pt x="889" y="24135"/>
                  </a:lnTo>
                  <a:lnTo>
                    <a:pt x="1236" y="24212"/>
                  </a:lnTo>
                  <a:lnTo>
                    <a:pt x="1584" y="24174"/>
                  </a:lnTo>
                  <a:lnTo>
                    <a:pt x="1970" y="24096"/>
                  </a:lnTo>
                  <a:lnTo>
                    <a:pt x="2317" y="23942"/>
                  </a:lnTo>
                  <a:lnTo>
                    <a:pt x="2665" y="23749"/>
                  </a:lnTo>
                  <a:lnTo>
                    <a:pt x="3012" y="23479"/>
                  </a:lnTo>
                  <a:lnTo>
                    <a:pt x="3321" y="23208"/>
                  </a:lnTo>
                  <a:lnTo>
                    <a:pt x="3630" y="22861"/>
                  </a:lnTo>
                  <a:lnTo>
                    <a:pt x="3901" y="22513"/>
                  </a:lnTo>
                  <a:lnTo>
                    <a:pt x="4132" y="22127"/>
                  </a:lnTo>
                  <a:lnTo>
                    <a:pt x="4325" y="21702"/>
                  </a:lnTo>
                  <a:lnTo>
                    <a:pt x="4480" y="21316"/>
                  </a:lnTo>
                  <a:lnTo>
                    <a:pt x="4596" y="20853"/>
                  </a:lnTo>
                  <a:lnTo>
                    <a:pt x="5213" y="21973"/>
                  </a:lnTo>
                  <a:lnTo>
                    <a:pt x="5291" y="22050"/>
                  </a:lnTo>
                  <a:lnTo>
                    <a:pt x="5368" y="22088"/>
                  </a:lnTo>
                  <a:lnTo>
                    <a:pt x="5445" y="22050"/>
                  </a:lnTo>
                  <a:lnTo>
                    <a:pt x="5522" y="22011"/>
                  </a:lnTo>
                  <a:lnTo>
                    <a:pt x="5793" y="21548"/>
                  </a:lnTo>
                  <a:lnTo>
                    <a:pt x="6024" y="21084"/>
                  </a:lnTo>
                  <a:lnTo>
                    <a:pt x="6410" y="20119"/>
                  </a:lnTo>
                  <a:lnTo>
                    <a:pt x="6410" y="20042"/>
                  </a:lnTo>
                  <a:lnTo>
                    <a:pt x="6410" y="19965"/>
                  </a:lnTo>
                  <a:lnTo>
                    <a:pt x="6372" y="19926"/>
                  </a:lnTo>
                  <a:lnTo>
                    <a:pt x="6295" y="19887"/>
                  </a:lnTo>
                  <a:lnTo>
                    <a:pt x="5908" y="19772"/>
                  </a:lnTo>
                  <a:lnTo>
                    <a:pt x="5484" y="19733"/>
                  </a:lnTo>
                  <a:lnTo>
                    <a:pt x="5098" y="19733"/>
                  </a:lnTo>
                  <a:lnTo>
                    <a:pt x="4673" y="19849"/>
                  </a:lnTo>
                  <a:lnTo>
                    <a:pt x="4634" y="19231"/>
                  </a:lnTo>
                  <a:lnTo>
                    <a:pt x="4518" y="18652"/>
                  </a:lnTo>
                  <a:lnTo>
                    <a:pt x="4287" y="18034"/>
                  </a:lnTo>
                  <a:lnTo>
                    <a:pt x="4055" y="17455"/>
                  </a:lnTo>
                  <a:lnTo>
                    <a:pt x="4518" y="17532"/>
                  </a:lnTo>
                  <a:lnTo>
                    <a:pt x="4982" y="17609"/>
                  </a:lnTo>
                  <a:lnTo>
                    <a:pt x="5059" y="17609"/>
                  </a:lnTo>
                  <a:lnTo>
                    <a:pt x="5098" y="17532"/>
                  </a:lnTo>
                  <a:lnTo>
                    <a:pt x="5136" y="17493"/>
                  </a:lnTo>
                  <a:lnTo>
                    <a:pt x="5136" y="17377"/>
                  </a:lnTo>
                  <a:lnTo>
                    <a:pt x="5098" y="17030"/>
                  </a:lnTo>
                  <a:lnTo>
                    <a:pt x="4982" y="16644"/>
                  </a:lnTo>
                  <a:lnTo>
                    <a:pt x="4827" y="16296"/>
                  </a:lnTo>
                  <a:lnTo>
                    <a:pt x="4673" y="15987"/>
                  </a:lnTo>
                  <a:lnTo>
                    <a:pt x="4596" y="15910"/>
                  </a:lnTo>
                  <a:lnTo>
                    <a:pt x="4634" y="15910"/>
                  </a:lnTo>
                  <a:lnTo>
                    <a:pt x="5600" y="14481"/>
                  </a:lnTo>
                  <a:lnTo>
                    <a:pt x="5638" y="14366"/>
                  </a:lnTo>
                  <a:lnTo>
                    <a:pt x="5600" y="14288"/>
                  </a:lnTo>
                  <a:lnTo>
                    <a:pt x="5561" y="14211"/>
                  </a:lnTo>
                  <a:lnTo>
                    <a:pt x="5445" y="14172"/>
                  </a:lnTo>
                  <a:lnTo>
                    <a:pt x="4209" y="13979"/>
                  </a:lnTo>
                  <a:lnTo>
                    <a:pt x="4480" y="13748"/>
                  </a:lnTo>
                  <a:lnTo>
                    <a:pt x="4789" y="13555"/>
                  </a:lnTo>
                  <a:lnTo>
                    <a:pt x="5098" y="13362"/>
                  </a:lnTo>
                  <a:lnTo>
                    <a:pt x="5406" y="13168"/>
                  </a:lnTo>
                  <a:lnTo>
                    <a:pt x="6024" y="13400"/>
                  </a:lnTo>
                  <a:lnTo>
                    <a:pt x="6140" y="13439"/>
                  </a:lnTo>
                  <a:lnTo>
                    <a:pt x="6217" y="13362"/>
                  </a:lnTo>
                  <a:lnTo>
                    <a:pt x="6256" y="13284"/>
                  </a:lnTo>
                  <a:lnTo>
                    <a:pt x="6295" y="13168"/>
                  </a:lnTo>
                  <a:lnTo>
                    <a:pt x="6179" y="12705"/>
                  </a:lnTo>
                  <a:lnTo>
                    <a:pt x="6063" y="12242"/>
                  </a:lnTo>
                  <a:lnTo>
                    <a:pt x="6912" y="11933"/>
                  </a:lnTo>
                  <a:lnTo>
                    <a:pt x="7723" y="11585"/>
                  </a:lnTo>
                  <a:lnTo>
                    <a:pt x="8534" y="11122"/>
                  </a:lnTo>
                  <a:lnTo>
                    <a:pt x="9268" y="10620"/>
                  </a:lnTo>
                  <a:lnTo>
                    <a:pt x="9963" y="10079"/>
                  </a:lnTo>
                  <a:lnTo>
                    <a:pt x="10311" y="9770"/>
                  </a:lnTo>
                  <a:lnTo>
                    <a:pt x="10620" y="9423"/>
                  </a:lnTo>
                  <a:lnTo>
                    <a:pt x="10890" y="9075"/>
                  </a:lnTo>
                  <a:lnTo>
                    <a:pt x="11160" y="8728"/>
                  </a:lnTo>
                  <a:lnTo>
                    <a:pt x="11392" y="8342"/>
                  </a:lnTo>
                  <a:lnTo>
                    <a:pt x="11623" y="7955"/>
                  </a:lnTo>
                  <a:lnTo>
                    <a:pt x="11817" y="7569"/>
                  </a:lnTo>
                  <a:lnTo>
                    <a:pt x="11971" y="7183"/>
                  </a:lnTo>
                  <a:lnTo>
                    <a:pt x="12125" y="6758"/>
                  </a:lnTo>
                  <a:lnTo>
                    <a:pt x="12241" y="6334"/>
                  </a:lnTo>
                  <a:lnTo>
                    <a:pt x="12319" y="5948"/>
                  </a:lnTo>
                  <a:lnTo>
                    <a:pt x="12357" y="5523"/>
                  </a:lnTo>
                  <a:lnTo>
                    <a:pt x="12396" y="5098"/>
                  </a:lnTo>
                  <a:lnTo>
                    <a:pt x="12396" y="4673"/>
                  </a:lnTo>
                  <a:lnTo>
                    <a:pt x="12357" y="4248"/>
                  </a:lnTo>
                  <a:lnTo>
                    <a:pt x="12280" y="3824"/>
                  </a:lnTo>
                  <a:lnTo>
                    <a:pt x="12203" y="3438"/>
                  </a:lnTo>
                  <a:lnTo>
                    <a:pt x="12048" y="3051"/>
                  </a:lnTo>
                  <a:lnTo>
                    <a:pt x="11894" y="2665"/>
                  </a:lnTo>
                  <a:lnTo>
                    <a:pt x="11701" y="2279"/>
                  </a:lnTo>
                  <a:lnTo>
                    <a:pt x="11469" y="1893"/>
                  </a:lnTo>
                  <a:lnTo>
                    <a:pt x="11160" y="1545"/>
                  </a:lnTo>
                  <a:lnTo>
                    <a:pt x="10890" y="1275"/>
                  </a:lnTo>
                  <a:lnTo>
                    <a:pt x="10620" y="1005"/>
                  </a:lnTo>
                  <a:lnTo>
                    <a:pt x="10311" y="773"/>
                  </a:lnTo>
                  <a:lnTo>
                    <a:pt x="9963" y="580"/>
                  </a:lnTo>
                  <a:lnTo>
                    <a:pt x="9654" y="387"/>
                  </a:lnTo>
                  <a:lnTo>
                    <a:pt x="9307" y="233"/>
                  </a:lnTo>
                  <a:lnTo>
                    <a:pt x="8920" y="117"/>
                  </a:lnTo>
                  <a:lnTo>
                    <a:pt x="8573" y="39"/>
                  </a:lnTo>
                  <a:lnTo>
                    <a:pt x="81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4" name="Google Shape;5574;p22"/>
            <p:cNvSpPr/>
            <p:nvPr/>
          </p:nvSpPr>
          <p:spPr>
            <a:xfrm>
              <a:off x="1545225" y="2340525"/>
              <a:ext cx="21275" cy="8700"/>
            </a:xfrm>
            <a:custGeom>
              <a:avLst/>
              <a:gdLst/>
              <a:ahLst/>
              <a:cxnLst/>
              <a:rect l="l" t="t" r="r" b="b"/>
              <a:pathLst>
                <a:path w="851" h="348" extrusionOk="0">
                  <a:moveTo>
                    <a:pt x="425" y="0"/>
                  </a:moveTo>
                  <a:lnTo>
                    <a:pt x="155" y="39"/>
                  </a:lnTo>
                  <a:lnTo>
                    <a:pt x="116" y="39"/>
                  </a:lnTo>
                  <a:lnTo>
                    <a:pt x="39" y="78"/>
                  </a:lnTo>
                  <a:lnTo>
                    <a:pt x="1" y="193"/>
                  </a:lnTo>
                  <a:lnTo>
                    <a:pt x="39" y="271"/>
                  </a:lnTo>
                  <a:lnTo>
                    <a:pt x="116" y="309"/>
                  </a:lnTo>
                  <a:lnTo>
                    <a:pt x="155" y="348"/>
                  </a:lnTo>
                  <a:lnTo>
                    <a:pt x="734" y="348"/>
                  </a:lnTo>
                  <a:lnTo>
                    <a:pt x="811" y="271"/>
                  </a:lnTo>
                  <a:lnTo>
                    <a:pt x="850" y="193"/>
                  </a:lnTo>
                  <a:lnTo>
                    <a:pt x="811" y="78"/>
                  </a:lnTo>
                  <a:lnTo>
                    <a:pt x="73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5" name="Google Shape;5575;p22"/>
            <p:cNvSpPr/>
            <p:nvPr/>
          </p:nvSpPr>
          <p:spPr>
            <a:xfrm>
              <a:off x="6777550" y="234825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26"/>
                  </a:lnTo>
                  <a:lnTo>
                    <a:pt x="0" y="3012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52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30"/>
                  </a:lnTo>
                  <a:lnTo>
                    <a:pt x="463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776"/>
                  </a:lnTo>
                  <a:lnTo>
                    <a:pt x="888" y="1545"/>
                  </a:lnTo>
                  <a:lnTo>
                    <a:pt x="1043" y="1313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3"/>
                  </a:lnTo>
                  <a:lnTo>
                    <a:pt x="1854" y="657"/>
                  </a:lnTo>
                  <a:lnTo>
                    <a:pt x="2124" y="541"/>
                  </a:lnTo>
                  <a:lnTo>
                    <a:pt x="2433" y="502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3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1" y="1390"/>
                  </a:lnTo>
                  <a:lnTo>
                    <a:pt x="3669" y="1661"/>
                  </a:lnTo>
                  <a:lnTo>
                    <a:pt x="4132" y="1545"/>
                  </a:lnTo>
                  <a:lnTo>
                    <a:pt x="4016" y="1159"/>
                  </a:lnTo>
                  <a:lnTo>
                    <a:pt x="3823" y="811"/>
                  </a:lnTo>
                  <a:lnTo>
                    <a:pt x="3630" y="502"/>
                  </a:lnTo>
                  <a:lnTo>
                    <a:pt x="3398" y="271"/>
                  </a:lnTo>
                  <a:lnTo>
                    <a:pt x="3244" y="155"/>
                  </a:lnTo>
                  <a:lnTo>
                    <a:pt x="3089" y="77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6" name="Google Shape;5576;p22"/>
            <p:cNvSpPr/>
            <p:nvPr/>
          </p:nvSpPr>
          <p:spPr>
            <a:xfrm>
              <a:off x="6642400" y="2349200"/>
              <a:ext cx="437325" cy="301225"/>
            </a:xfrm>
            <a:custGeom>
              <a:avLst/>
              <a:gdLst/>
              <a:ahLst/>
              <a:cxnLst/>
              <a:rect l="l" t="t" r="r" b="b"/>
              <a:pathLst>
                <a:path w="17493" h="12049" extrusionOk="0">
                  <a:moveTo>
                    <a:pt x="12086" y="503"/>
                  </a:moveTo>
                  <a:lnTo>
                    <a:pt x="12202" y="580"/>
                  </a:lnTo>
                  <a:lnTo>
                    <a:pt x="12280" y="657"/>
                  </a:lnTo>
                  <a:lnTo>
                    <a:pt x="12627" y="850"/>
                  </a:lnTo>
                  <a:lnTo>
                    <a:pt x="12897" y="1159"/>
                  </a:lnTo>
                  <a:lnTo>
                    <a:pt x="13129" y="1507"/>
                  </a:lnTo>
                  <a:lnTo>
                    <a:pt x="13322" y="1854"/>
                  </a:lnTo>
                  <a:lnTo>
                    <a:pt x="13477" y="2240"/>
                  </a:lnTo>
                  <a:lnTo>
                    <a:pt x="13631" y="2665"/>
                  </a:lnTo>
                  <a:lnTo>
                    <a:pt x="13824" y="3438"/>
                  </a:lnTo>
                  <a:lnTo>
                    <a:pt x="13090" y="3013"/>
                  </a:lnTo>
                  <a:lnTo>
                    <a:pt x="12704" y="2781"/>
                  </a:lnTo>
                  <a:lnTo>
                    <a:pt x="12357" y="2472"/>
                  </a:lnTo>
                  <a:lnTo>
                    <a:pt x="12009" y="2125"/>
                  </a:lnTo>
                  <a:lnTo>
                    <a:pt x="11816" y="1932"/>
                  </a:lnTo>
                  <a:lnTo>
                    <a:pt x="11662" y="1700"/>
                  </a:lnTo>
                  <a:lnTo>
                    <a:pt x="11507" y="1391"/>
                  </a:lnTo>
                  <a:lnTo>
                    <a:pt x="11430" y="1043"/>
                  </a:lnTo>
                  <a:lnTo>
                    <a:pt x="11662" y="735"/>
                  </a:lnTo>
                  <a:lnTo>
                    <a:pt x="11739" y="619"/>
                  </a:lnTo>
                  <a:lnTo>
                    <a:pt x="11855" y="541"/>
                  </a:lnTo>
                  <a:lnTo>
                    <a:pt x="11971" y="503"/>
                  </a:lnTo>
                  <a:close/>
                  <a:moveTo>
                    <a:pt x="16218" y="1584"/>
                  </a:moveTo>
                  <a:lnTo>
                    <a:pt x="16296" y="1623"/>
                  </a:lnTo>
                  <a:lnTo>
                    <a:pt x="16411" y="1661"/>
                  </a:lnTo>
                  <a:lnTo>
                    <a:pt x="16489" y="1738"/>
                  </a:lnTo>
                  <a:lnTo>
                    <a:pt x="16566" y="1816"/>
                  </a:lnTo>
                  <a:lnTo>
                    <a:pt x="16604" y="1970"/>
                  </a:lnTo>
                  <a:lnTo>
                    <a:pt x="16643" y="2163"/>
                  </a:lnTo>
                  <a:lnTo>
                    <a:pt x="16643" y="2356"/>
                  </a:lnTo>
                  <a:lnTo>
                    <a:pt x="16604" y="2511"/>
                  </a:lnTo>
                  <a:lnTo>
                    <a:pt x="16527" y="2665"/>
                  </a:lnTo>
                  <a:lnTo>
                    <a:pt x="16411" y="2820"/>
                  </a:lnTo>
                  <a:lnTo>
                    <a:pt x="16296" y="2974"/>
                  </a:lnTo>
                  <a:lnTo>
                    <a:pt x="15948" y="3206"/>
                  </a:lnTo>
                  <a:lnTo>
                    <a:pt x="15562" y="3399"/>
                  </a:lnTo>
                  <a:lnTo>
                    <a:pt x="15137" y="3553"/>
                  </a:lnTo>
                  <a:lnTo>
                    <a:pt x="14712" y="3669"/>
                  </a:lnTo>
                  <a:lnTo>
                    <a:pt x="14365" y="3746"/>
                  </a:lnTo>
                  <a:lnTo>
                    <a:pt x="14481" y="3360"/>
                  </a:lnTo>
                  <a:lnTo>
                    <a:pt x="14635" y="2974"/>
                  </a:lnTo>
                  <a:lnTo>
                    <a:pt x="14828" y="2627"/>
                  </a:lnTo>
                  <a:lnTo>
                    <a:pt x="15098" y="2279"/>
                  </a:lnTo>
                  <a:lnTo>
                    <a:pt x="15407" y="1970"/>
                  </a:lnTo>
                  <a:lnTo>
                    <a:pt x="15639" y="1816"/>
                  </a:lnTo>
                  <a:lnTo>
                    <a:pt x="15871" y="1661"/>
                  </a:lnTo>
                  <a:lnTo>
                    <a:pt x="16102" y="1623"/>
                  </a:lnTo>
                  <a:lnTo>
                    <a:pt x="16218" y="1584"/>
                  </a:lnTo>
                  <a:close/>
                  <a:moveTo>
                    <a:pt x="13824" y="4287"/>
                  </a:moveTo>
                  <a:lnTo>
                    <a:pt x="13670" y="4557"/>
                  </a:lnTo>
                  <a:lnTo>
                    <a:pt x="13477" y="4789"/>
                  </a:lnTo>
                  <a:lnTo>
                    <a:pt x="13245" y="5021"/>
                  </a:lnTo>
                  <a:lnTo>
                    <a:pt x="13013" y="5214"/>
                  </a:lnTo>
                  <a:lnTo>
                    <a:pt x="12666" y="5484"/>
                  </a:lnTo>
                  <a:lnTo>
                    <a:pt x="12164" y="5754"/>
                  </a:lnTo>
                  <a:lnTo>
                    <a:pt x="11893" y="5870"/>
                  </a:lnTo>
                  <a:lnTo>
                    <a:pt x="11623" y="5948"/>
                  </a:lnTo>
                  <a:lnTo>
                    <a:pt x="11391" y="5986"/>
                  </a:lnTo>
                  <a:lnTo>
                    <a:pt x="11198" y="5948"/>
                  </a:lnTo>
                  <a:lnTo>
                    <a:pt x="11044" y="5870"/>
                  </a:lnTo>
                  <a:lnTo>
                    <a:pt x="10967" y="5793"/>
                  </a:lnTo>
                  <a:lnTo>
                    <a:pt x="10928" y="5716"/>
                  </a:lnTo>
                  <a:lnTo>
                    <a:pt x="10889" y="5639"/>
                  </a:lnTo>
                  <a:lnTo>
                    <a:pt x="10889" y="5446"/>
                  </a:lnTo>
                  <a:lnTo>
                    <a:pt x="10967" y="5252"/>
                  </a:lnTo>
                  <a:lnTo>
                    <a:pt x="11121" y="5098"/>
                  </a:lnTo>
                  <a:lnTo>
                    <a:pt x="11276" y="4944"/>
                  </a:lnTo>
                  <a:lnTo>
                    <a:pt x="11546" y="4750"/>
                  </a:lnTo>
                  <a:lnTo>
                    <a:pt x="11816" y="4635"/>
                  </a:lnTo>
                  <a:lnTo>
                    <a:pt x="12086" y="4557"/>
                  </a:lnTo>
                  <a:lnTo>
                    <a:pt x="12627" y="4480"/>
                  </a:lnTo>
                  <a:lnTo>
                    <a:pt x="13245" y="4403"/>
                  </a:lnTo>
                  <a:lnTo>
                    <a:pt x="13554" y="4364"/>
                  </a:lnTo>
                  <a:lnTo>
                    <a:pt x="13824" y="4287"/>
                  </a:lnTo>
                  <a:close/>
                  <a:moveTo>
                    <a:pt x="14403" y="4248"/>
                  </a:moveTo>
                  <a:lnTo>
                    <a:pt x="15098" y="4596"/>
                  </a:lnTo>
                  <a:lnTo>
                    <a:pt x="15407" y="4789"/>
                  </a:lnTo>
                  <a:lnTo>
                    <a:pt x="15716" y="4982"/>
                  </a:lnTo>
                  <a:lnTo>
                    <a:pt x="15909" y="5137"/>
                  </a:lnTo>
                  <a:lnTo>
                    <a:pt x="16141" y="5368"/>
                  </a:lnTo>
                  <a:lnTo>
                    <a:pt x="16411" y="5677"/>
                  </a:lnTo>
                  <a:lnTo>
                    <a:pt x="16643" y="5986"/>
                  </a:lnTo>
                  <a:lnTo>
                    <a:pt x="16875" y="6334"/>
                  </a:lnTo>
                  <a:lnTo>
                    <a:pt x="16991" y="6681"/>
                  </a:lnTo>
                  <a:lnTo>
                    <a:pt x="16991" y="6836"/>
                  </a:lnTo>
                  <a:lnTo>
                    <a:pt x="16991" y="6990"/>
                  </a:lnTo>
                  <a:lnTo>
                    <a:pt x="16952" y="7106"/>
                  </a:lnTo>
                  <a:lnTo>
                    <a:pt x="16836" y="7222"/>
                  </a:lnTo>
                  <a:lnTo>
                    <a:pt x="16759" y="7299"/>
                  </a:lnTo>
                  <a:lnTo>
                    <a:pt x="16643" y="7338"/>
                  </a:lnTo>
                  <a:lnTo>
                    <a:pt x="16373" y="7338"/>
                  </a:lnTo>
                  <a:lnTo>
                    <a:pt x="16141" y="7222"/>
                  </a:lnTo>
                  <a:lnTo>
                    <a:pt x="15871" y="7029"/>
                  </a:lnTo>
                  <a:lnTo>
                    <a:pt x="15600" y="6797"/>
                  </a:lnTo>
                  <a:lnTo>
                    <a:pt x="15369" y="6565"/>
                  </a:lnTo>
                  <a:lnTo>
                    <a:pt x="15060" y="6141"/>
                  </a:lnTo>
                  <a:lnTo>
                    <a:pt x="14828" y="5716"/>
                  </a:lnTo>
                  <a:lnTo>
                    <a:pt x="14635" y="5252"/>
                  </a:lnTo>
                  <a:lnTo>
                    <a:pt x="14519" y="4750"/>
                  </a:lnTo>
                  <a:lnTo>
                    <a:pt x="14403" y="4248"/>
                  </a:lnTo>
                  <a:close/>
                  <a:moveTo>
                    <a:pt x="11855" y="1"/>
                  </a:moveTo>
                  <a:lnTo>
                    <a:pt x="11584" y="39"/>
                  </a:lnTo>
                  <a:lnTo>
                    <a:pt x="11469" y="117"/>
                  </a:lnTo>
                  <a:lnTo>
                    <a:pt x="11353" y="194"/>
                  </a:lnTo>
                  <a:lnTo>
                    <a:pt x="11160" y="387"/>
                  </a:lnTo>
                  <a:lnTo>
                    <a:pt x="11005" y="619"/>
                  </a:lnTo>
                  <a:lnTo>
                    <a:pt x="10928" y="812"/>
                  </a:lnTo>
                  <a:lnTo>
                    <a:pt x="10928" y="1005"/>
                  </a:lnTo>
                  <a:lnTo>
                    <a:pt x="10928" y="1236"/>
                  </a:lnTo>
                  <a:lnTo>
                    <a:pt x="11005" y="1468"/>
                  </a:lnTo>
                  <a:lnTo>
                    <a:pt x="11082" y="1661"/>
                  </a:lnTo>
                  <a:lnTo>
                    <a:pt x="11198" y="1893"/>
                  </a:lnTo>
                  <a:lnTo>
                    <a:pt x="11546" y="2318"/>
                  </a:lnTo>
                  <a:lnTo>
                    <a:pt x="11932" y="2742"/>
                  </a:lnTo>
                  <a:lnTo>
                    <a:pt x="12395" y="3090"/>
                  </a:lnTo>
                  <a:lnTo>
                    <a:pt x="12859" y="3399"/>
                  </a:lnTo>
                  <a:lnTo>
                    <a:pt x="12859" y="3399"/>
                  </a:lnTo>
                  <a:lnTo>
                    <a:pt x="12048" y="3283"/>
                  </a:lnTo>
                  <a:lnTo>
                    <a:pt x="11198" y="3283"/>
                  </a:lnTo>
                  <a:lnTo>
                    <a:pt x="10387" y="3322"/>
                  </a:lnTo>
                  <a:lnTo>
                    <a:pt x="9615" y="3476"/>
                  </a:lnTo>
                  <a:lnTo>
                    <a:pt x="9654" y="3013"/>
                  </a:lnTo>
                  <a:lnTo>
                    <a:pt x="9654" y="2511"/>
                  </a:lnTo>
                  <a:lnTo>
                    <a:pt x="9615" y="2009"/>
                  </a:lnTo>
                  <a:lnTo>
                    <a:pt x="9538" y="1507"/>
                  </a:lnTo>
                  <a:lnTo>
                    <a:pt x="9075" y="1623"/>
                  </a:lnTo>
                  <a:lnTo>
                    <a:pt x="9152" y="2086"/>
                  </a:lnTo>
                  <a:lnTo>
                    <a:pt x="9152" y="2588"/>
                  </a:lnTo>
                  <a:lnTo>
                    <a:pt x="9152" y="3090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5" y="3901"/>
                  </a:lnTo>
                  <a:lnTo>
                    <a:pt x="7414" y="4287"/>
                  </a:lnTo>
                  <a:lnTo>
                    <a:pt x="6603" y="4712"/>
                  </a:lnTo>
                  <a:lnTo>
                    <a:pt x="5831" y="5214"/>
                  </a:lnTo>
                  <a:lnTo>
                    <a:pt x="5406" y="5252"/>
                  </a:lnTo>
                  <a:lnTo>
                    <a:pt x="5406" y="5561"/>
                  </a:lnTo>
                  <a:lnTo>
                    <a:pt x="4595" y="6218"/>
                  </a:lnTo>
                  <a:lnTo>
                    <a:pt x="3823" y="6913"/>
                  </a:lnTo>
                  <a:lnTo>
                    <a:pt x="3089" y="7685"/>
                  </a:lnTo>
                  <a:lnTo>
                    <a:pt x="2394" y="8496"/>
                  </a:lnTo>
                  <a:lnTo>
                    <a:pt x="1738" y="9307"/>
                  </a:lnTo>
                  <a:lnTo>
                    <a:pt x="1081" y="10157"/>
                  </a:lnTo>
                  <a:lnTo>
                    <a:pt x="502" y="10967"/>
                  </a:lnTo>
                  <a:lnTo>
                    <a:pt x="0" y="11778"/>
                  </a:lnTo>
                  <a:lnTo>
                    <a:pt x="348" y="12049"/>
                  </a:lnTo>
                  <a:lnTo>
                    <a:pt x="1545" y="10504"/>
                  </a:lnTo>
                  <a:lnTo>
                    <a:pt x="2742" y="8959"/>
                  </a:lnTo>
                  <a:lnTo>
                    <a:pt x="3360" y="8226"/>
                  </a:lnTo>
                  <a:lnTo>
                    <a:pt x="4016" y="7492"/>
                  </a:lnTo>
                  <a:lnTo>
                    <a:pt x="4711" y="6797"/>
                  </a:lnTo>
                  <a:lnTo>
                    <a:pt x="5483" y="6179"/>
                  </a:lnTo>
                  <a:lnTo>
                    <a:pt x="6256" y="5561"/>
                  </a:lnTo>
                  <a:lnTo>
                    <a:pt x="7105" y="5059"/>
                  </a:lnTo>
                  <a:lnTo>
                    <a:pt x="7993" y="4596"/>
                  </a:lnTo>
                  <a:lnTo>
                    <a:pt x="8457" y="4442"/>
                  </a:lnTo>
                  <a:lnTo>
                    <a:pt x="8920" y="4248"/>
                  </a:lnTo>
                  <a:lnTo>
                    <a:pt x="9422" y="4133"/>
                  </a:lnTo>
                  <a:lnTo>
                    <a:pt x="9885" y="4017"/>
                  </a:lnTo>
                  <a:lnTo>
                    <a:pt x="10387" y="3901"/>
                  </a:lnTo>
                  <a:lnTo>
                    <a:pt x="10851" y="3862"/>
                  </a:lnTo>
                  <a:lnTo>
                    <a:pt x="11353" y="3824"/>
                  </a:lnTo>
                  <a:lnTo>
                    <a:pt x="11855" y="3824"/>
                  </a:lnTo>
                  <a:lnTo>
                    <a:pt x="12357" y="3862"/>
                  </a:lnTo>
                  <a:lnTo>
                    <a:pt x="12859" y="3901"/>
                  </a:lnTo>
                  <a:lnTo>
                    <a:pt x="12318" y="3978"/>
                  </a:lnTo>
                  <a:lnTo>
                    <a:pt x="11855" y="4094"/>
                  </a:lnTo>
                  <a:lnTo>
                    <a:pt x="11391" y="4287"/>
                  </a:lnTo>
                  <a:lnTo>
                    <a:pt x="11198" y="4403"/>
                  </a:lnTo>
                  <a:lnTo>
                    <a:pt x="11005" y="4557"/>
                  </a:lnTo>
                  <a:lnTo>
                    <a:pt x="10851" y="4673"/>
                  </a:lnTo>
                  <a:lnTo>
                    <a:pt x="10696" y="4866"/>
                  </a:lnTo>
                  <a:lnTo>
                    <a:pt x="10542" y="5059"/>
                  </a:lnTo>
                  <a:lnTo>
                    <a:pt x="10465" y="5291"/>
                  </a:lnTo>
                  <a:lnTo>
                    <a:pt x="10387" y="5523"/>
                  </a:lnTo>
                  <a:lnTo>
                    <a:pt x="10387" y="5754"/>
                  </a:lnTo>
                  <a:lnTo>
                    <a:pt x="10426" y="5948"/>
                  </a:lnTo>
                  <a:lnTo>
                    <a:pt x="10581" y="6179"/>
                  </a:lnTo>
                  <a:lnTo>
                    <a:pt x="10658" y="6256"/>
                  </a:lnTo>
                  <a:lnTo>
                    <a:pt x="10774" y="6334"/>
                  </a:lnTo>
                  <a:lnTo>
                    <a:pt x="11005" y="6411"/>
                  </a:lnTo>
                  <a:lnTo>
                    <a:pt x="11276" y="6449"/>
                  </a:lnTo>
                  <a:lnTo>
                    <a:pt x="11584" y="6411"/>
                  </a:lnTo>
                  <a:lnTo>
                    <a:pt x="11855" y="6372"/>
                  </a:lnTo>
                  <a:lnTo>
                    <a:pt x="12164" y="6256"/>
                  </a:lnTo>
                  <a:lnTo>
                    <a:pt x="12627" y="6063"/>
                  </a:lnTo>
                  <a:lnTo>
                    <a:pt x="13052" y="5793"/>
                  </a:lnTo>
                  <a:lnTo>
                    <a:pt x="13438" y="5484"/>
                  </a:lnTo>
                  <a:lnTo>
                    <a:pt x="13399" y="5523"/>
                  </a:lnTo>
                  <a:lnTo>
                    <a:pt x="13786" y="5716"/>
                  </a:lnTo>
                  <a:lnTo>
                    <a:pt x="14056" y="4866"/>
                  </a:lnTo>
                  <a:lnTo>
                    <a:pt x="14210" y="5407"/>
                  </a:lnTo>
                  <a:lnTo>
                    <a:pt x="14403" y="5909"/>
                  </a:lnTo>
                  <a:lnTo>
                    <a:pt x="14674" y="6411"/>
                  </a:lnTo>
                  <a:lnTo>
                    <a:pt x="14983" y="6874"/>
                  </a:lnTo>
                  <a:lnTo>
                    <a:pt x="15176" y="7067"/>
                  </a:lnTo>
                  <a:lnTo>
                    <a:pt x="15407" y="7299"/>
                  </a:lnTo>
                  <a:lnTo>
                    <a:pt x="15678" y="7492"/>
                  </a:lnTo>
                  <a:lnTo>
                    <a:pt x="15987" y="7685"/>
                  </a:lnTo>
                  <a:lnTo>
                    <a:pt x="16296" y="7801"/>
                  </a:lnTo>
                  <a:lnTo>
                    <a:pt x="16604" y="7878"/>
                  </a:lnTo>
                  <a:lnTo>
                    <a:pt x="16759" y="7878"/>
                  </a:lnTo>
                  <a:lnTo>
                    <a:pt x="16875" y="7840"/>
                  </a:lnTo>
                  <a:lnTo>
                    <a:pt x="17029" y="7801"/>
                  </a:lnTo>
                  <a:lnTo>
                    <a:pt x="17184" y="7724"/>
                  </a:lnTo>
                  <a:lnTo>
                    <a:pt x="17299" y="7647"/>
                  </a:lnTo>
                  <a:lnTo>
                    <a:pt x="17377" y="7531"/>
                  </a:lnTo>
                  <a:lnTo>
                    <a:pt x="17415" y="7376"/>
                  </a:lnTo>
                  <a:lnTo>
                    <a:pt x="17454" y="7260"/>
                  </a:lnTo>
                  <a:lnTo>
                    <a:pt x="17493" y="6951"/>
                  </a:lnTo>
                  <a:lnTo>
                    <a:pt x="17415" y="6604"/>
                  </a:lnTo>
                  <a:lnTo>
                    <a:pt x="17299" y="6295"/>
                  </a:lnTo>
                  <a:lnTo>
                    <a:pt x="17184" y="5986"/>
                  </a:lnTo>
                  <a:lnTo>
                    <a:pt x="17029" y="5716"/>
                  </a:lnTo>
                  <a:lnTo>
                    <a:pt x="16875" y="5484"/>
                  </a:lnTo>
                  <a:lnTo>
                    <a:pt x="16682" y="5252"/>
                  </a:lnTo>
                  <a:lnTo>
                    <a:pt x="16489" y="5021"/>
                  </a:lnTo>
                  <a:lnTo>
                    <a:pt x="16257" y="4789"/>
                  </a:lnTo>
                  <a:lnTo>
                    <a:pt x="16025" y="4596"/>
                  </a:lnTo>
                  <a:lnTo>
                    <a:pt x="15523" y="4287"/>
                  </a:lnTo>
                  <a:lnTo>
                    <a:pt x="14944" y="4017"/>
                  </a:lnTo>
                  <a:lnTo>
                    <a:pt x="15407" y="3901"/>
                  </a:lnTo>
                  <a:lnTo>
                    <a:pt x="15832" y="3746"/>
                  </a:lnTo>
                  <a:lnTo>
                    <a:pt x="16218" y="3515"/>
                  </a:lnTo>
                  <a:lnTo>
                    <a:pt x="16604" y="3244"/>
                  </a:lnTo>
                  <a:lnTo>
                    <a:pt x="16759" y="3051"/>
                  </a:lnTo>
                  <a:lnTo>
                    <a:pt x="16913" y="2858"/>
                  </a:lnTo>
                  <a:lnTo>
                    <a:pt x="17029" y="2665"/>
                  </a:lnTo>
                  <a:lnTo>
                    <a:pt x="17106" y="2434"/>
                  </a:lnTo>
                  <a:lnTo>
                    <a:pt x="17145" y="2163"/>
                  </a:lnTo>
                  <a:lnTo>
                    <a:pt x="17106" y="1932"/>
                  </a:lnTo>
                  <a:lnTo>
                    <a:pt x="17068" y="1700"/>
                  </a:lnTo>
                  <a:lnTo>
                    <a:pt x="16913" y="1468"/>
                  </a:lnTo>
                  <a:lnTo>
                    <a:pt x="16759" y="1314"/>
                  </a:lnTo>
                  <a:lnTo>
                    <a:pt x="16566" y="1198"/>
                  </a:lnTo>
                  <a:lnTo>
                    <a:pt x="16334" y="1159"/>
                  </a:lnTo>
                  <a:lnTo>
                    <a:pt x="16102" y="1159"/>
                  </a:lnTo>
                  <a:lnTo>
                    <a:pt x="15909" y="1198"/>
                  </a:lnTo>
                  <a:lnTo>
                    <a:pt x="15678" y="1236"/>
                  </a:lnTo>
                  <a:lnTo>
                    <a:pt x="15446" y="1352"/>
                  </a:lnTo>
                  <a:lnTo>
                    <a:pt x="15253" y="1468"/>
                  </a:lnTo>
                  <a:lnTo>
                    <a:pt x="14905" y="1777"/>
                  </a:lnTo>
                  <a:lnTo>
                    <a:pt x="14596" y="2163"/>
                  </a:lnTo>
                  <a:lnTo>
                    <a:pt x="14326" y="2588"/>
                  </a:lnTo>
                  <a:lnTo>
                    <a:pt x="14094" y="3013"/>
                  </a:lnTo>
                  <a:lnTo>
                    <a:pt x="13940" y="2434"/>
                  </a:lnTo>
                  <a:lnTo>
                    <a:pt x="13747" y="1893"/>
                  </a:lnTo>
                  <a:lnTo>
                    <a:pt x="13515" y="1352"/>
                  </a:lnTo>
                  <a:lnTo>
                    <a:pt x="13168" y="850"/>
                  </a:lnTo>
                  <a:lnTo>
                    <a:pt x="13013" y="657"/>
                  </a:lnTo>
                  <a:lnTo>
                    <a:pt x="12820" y="464"/>
                  </a:lnTo>
                  <a:lnTo>
                    <a:pt x="12588" y="271"/>
                  </a:lnTo>
                  <a:lnTo>
                    <a:pt x="12357" y="117"/>
                  </a:lnTo>
                  <a:lnTo>
                    <a:pt x="12086" y="39"/>
                  </a:lnTo>
                  <a:lnTo>
                    <a:pt x="118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7" name="Google Shape;5577;p22"/>
            <p:cNvSpPr/>
            <p:nvPr/>
          </p:nvSpPr>
          <p:spPr>
            <a:xfrm>
              <a:off x="4161375" y="2367550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3" y="387"/>
                  </a:moveTo>
                  <a:lnTo>
                    <a:pt x="1121" y="425"/>
                  </a:lnTo>
                  <a:lnTo>
                    <a:pt x="1198" y="464"/>
                  </a:lnTo>
                  <a:lnTo>
                    <a:pt x="1236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6" y="1120"/>
                  </a:lnTo>
                  <a:lnTo>
                    <a:pt x="1159" y="1198"/>
                  </a:lnTo>
                  <a:lnTo>
                    <a:pt x="1082" y="1236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1" y="1159"/>
                  </a:lnTo>
                  <a:lnTo>
                    <a:pt x="464" y="1082"/>
                  </a:lnTo>
                  <a:lnTo>
                    <a:pt x="426" y="1004"/>
                  </a:lnTo>
                  <a:lnTo>
                    <a:pt x="387" y="889"/>
                  </a:lnTo>
                  <a:lnTo>
                    <a:pt x="387" y="773"/>
                  </a:lnTo>
                  <a:lnTo>
                    <a:pt x="464" y="580"/>
                  </a:lnTo>
                  <a:lnTo>
                    <a:pt x="541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7"/>
                  </a:lnTo>
                  <a:close/>
                  <a:moveTo>
                    <a:pt x="889" y="1"/>
                  </a:moveTo>
                  <a:lnTo>
                    <a:pt x="735" y="39"/>
                  </a:lnTo>
                  <a:lnTo>
                    <a:pt x="619" y="78"/>
                  </a:lnTo>
                  <a:lnTo>
                    <a:pt x="503" y="155"/>
                  </a:lnTo>
                  <a:lnTo>
                    <a:pt x="348" y="232"/>
                  </a:lnTo>
                  <a:lnTo>
                    <a:pt x="233" y="309"/>
                  </a:lnTo>
                  <a:lnTo>
                    <a:pt x="155" y="464"/>
                  </a:lnTo>
                  <a:lnTo>
                    <a:pt x="78" y="580"/>
                  </a:lnTo>
                  <a:lnTo>
                    <a:pt x="39" y="734"/>
                  </a:lnTo>
                  <a:lnTo>
                    <a:pt x="1" y="889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4" y="1352"/>
                  </a:lnTo>
                  <a:lnTo>
                    <a:pt x="310" y="1468"/>
                  </a:lnTo>
                  <a:lnTo>
                    <a:pt x="464" y="1584"/>
                  </a:lnTo>
                  <a:lnTo>
                    <a:pt x="657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45"/>
                  </a:lnTo>
                  <a:lnTo>
                    <a:pt x="1507" y="1429"/>
                  </a:lnTo>
                  <a:lnTo>
                    <a:pt x="1584" y="1275"/>
                  </a:lnTo>
                  <a:lnTo>
                    <a:pt x="1661" y="1120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80"/>
                  </a:lnTo>
                  <a:lnTo>
                    <a:pt x="1584" y="387"/>
                  </a:lnTo>
                  <a:lnTo>
                    <a:pt x="1507" y="271"/>
                  </a:lnTo>
                  <a:lnTo>
                    <a:pt x="1391" y="194"/>
                  </a:lnTo>
                  <a:lnTo>
                    <a:pt x="1275" y="116"/>
                  </a:lnTo>
                  <a:lnTo>
                    <a:pt x="1005" y="39"/>
                  </a:lnTo>
                  <a:lnTo>
                    <a:pt x="88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8" name="Google Shape;5578;p22"/>
            <p:cNvSpPr/>
            <p:nvPr/>
          </p:nvSpPr>
          <p:spPr>
            <a:xfrm>
              <a:off x="4673025" y="2378175"/>
              <a:ext cx="330175" cy="176675"/>
            </a:xfrm>
            <a:custGeom>
              <a:avLst/>
              <a:gdLst/>
              <a:ahLst/>
              <a:cxnLst/>
              <a:rect l="l" t="t" r="r" b="b"/>
              <a:pathLst>
                <a:path w="13207" h="7067" extrusionOk="0">
                  <a:moveTo>
                    <a:pt x="8110" y="309"/>
                  </a:moveTo>
                  <a:lnTo>
                    <a:pt x="8226" y="348"/>
                  </a:lnTo>
                  <a:lnTo>
                    <a:pt x="8380" y="425"/>
                  </a:lnTo>
                  <a:lnTo>
                    <a:pt x="8535" y="541"/>
                  </a:lnTo>
                  <a:lnTo>
                    <a:pt x="8612" y="579"/>
                  </a:lnTo>
                  <a:lnTo>
                    <a:pt x="8728" y="888"/>
                  </a:lnTo>
                  <a:lnTo>
                    <a:pt x="8766" y="1197"/>
                  </a:lnTo>
                  <a:lnTo>
                    <a:pt x="8728" y="1468"/>
                  </a:lnTo>
                  <a:lnTo>
                    <a:pt x="8650" y="1777"/>
                  </a:lnTo>
                  <a:lnTo>
                    <a:pt x="8496" y="2047"/>
                  </a:lnTo>
                  <a:lnTo>
                    <a:pt x="8380" y="2317"/>
                  </a:lnTo>
                  <a:lnTo>
                    <a:pt x="8033" y="2858"/>
                  </a:lnTo>
                  <a:lnTo>
                    <a:pt x="6836" y="4711"/>
                  </a:lnTo>
                  <a:lnTo>
                    <a:pt x="6681" y="4711"/>
                  </a:lnTo>
                  <a:lnTo>
                    <a:pt x="6797" y="3746"/>
                  </a:lnTo>
                  <a:lnTo>
                    <a:pt x="6990" y="2781"/>
                  </a:lnTo>
                  <a:lnTo>
                    <a:pt x="7222" y="1661"/>
                  </a:lnTo>
                  <a:lnTo>
                    <a:pt x="7338" y="1197"/>
                  </a:lnTo>
                  <a:lnTo>
                    <a:pt x="7453" y="888"/>
                  </a:lnTo>
                  <a:lnTo>
                    <a:pt x="7608" y="618"/>
                  </a:lnTo>
                  <a:lnTo>
                    <a:pt x="7762" y="425"/>
                  </a:lnTo>
                  <a:lnTo>
                    <a:pt x="7878" y="348"/>
                  </a:lnTo>
                  <a:lnTo>
                    <a:pt x="7994" y="309"/>
                  </a:lnTo>
                  <a:close/>
                  <a:moveTo>
                    <a:pt x="5909" y="5406"/>
                  </a:moveTo>
                  <a:lnTo>
                    <a:pt x="4673" y="5831"/>
                  </a:lnTo>
                  <a:lnTo>
                    <a:pt x="3437" y="6217"/>
                  </a:lnTo>
                  <a:lnTo>
                    <a:pt x="2781" y="6372"/>
                  </a:lnTo>
                  <a:lnTo>
                    <a:pt x="2125" y="6526"/>
                  </a:lnTo>
                  <a:lnTo>
                    <a:pt x="1700" y="6565"/>
                  </a:lnTo>
                  <a:lnTo>
                    <a:pt x="1314" y="6603"/>
                  </a:lnTo>
                  <a:lnTo>
                    <a:pt x="1043" y="6565"/>
                  </a:lnTo>
                  <a:lnTo>
                    <a:pt x="812" y="6488"/>
                  </a:lnTo>
                  <a:lnTo>
                    <a:pt x="734" y="6449"/>
                  </a:lnTo>
                  <a:lnTo>
                    <a:pt x="696" y="6333"/>
                  </a:lnTo>
                  <a:lnTo>
                    <a:pt x="696" y="6217"/>
                  </a:lnTo>
                  <a:lnTo>
                    <a:pt x="696" y="6063"/>
                  </a:lnTo>
                  <a:lnTo>
                    <a:pt x="696" y="5908"/>
                  </a:lnTo>
                  <a:lnTo>
                    <a:pt x="734" y="5792"/>
                  </a:lnTo>
                  <a:lnTo>
                    <a:pt x="812" y="5715"/>
                  </a:lnTo>
                  <a:lnTo>
                    <a:pt x="889" y="5677"/>
                  </a:lnTo>
                  <a:lnTo>
                    <a:pt x="1082" y="5599"/>
                  </a:lnTo>
                  <a:lnTo>
                    <a:pt x="1391" y="5561"/>
                  </a:lnTo>
                  <a:lnTo>
                    <a:pt x="2047" y="5484"/>
                  </a:lnTo>
                  <a:lnTo>
                    <a:pt x="2897" y="5445"/>
                  </a:lnTo>
                  <a:lnTo>
                    <a:pt x="5368" y="5445"/>
                  </a:lnTo>
                  <a:lnTo>
                    <a:pt x="5909" y="5406"/>
                  </a:lnTo>
                  <a:close/>
                  <a:moveTo>
                    <a:pt x="7067" y="5097"/>
                  </a:moveTo>
                  <a:lnTo>
                    <a:pt x="8342" y="5136"/>
                  </a:lnTo>
                  <a:lnTo>
                    <a:pt x="9577" y="5252"/>
                  </a:lnTo>
                  <a:lnTo>
                    <a:pt x="10272" y="5329"/>
                  </a:lnTo>
                  <a:lnTo>
                    <a:pt x="11006" y="5445"/>
                  </a:lnTo>
                  <a:lnTo>
                    <a:pt x="11701" y="5561"/>
                  </a:lnTo>
                  <a:lnTo>
                    <a:pt x="12164" y="5677"/>
                  </a:lnTo>
                  <a:lnTo>
                    <a:pt x="12280" y="5715"/>
                  </a:lnTo>
                  <a:lnTo>
                    <a:pt x="12396" y="5754"/>
                  </a:lnTo>
                  <a:lnTo>
                    <a:pt x="12473" y="5831"/>
                  </a:lnTo>
                  <a:lnTo>
                    <a:pt x="12551" y="5908"/>
                  </a:lnTo>
                  <a:lnTo>
                    <a:pt x="12589" y="6024"/>
                  </a:lnTo>
                  <a:lnTo>
                    <a:pt x="12628" y="6179"/>
                  </a:lnTo>
                  <a:lnTo>
                    <a:pt x="12589" y="6526"/>
                  </a:lnTo>
                  <a:lnTo>
                    <a:pt x="12435" y="6603"/>
                  </a:lnTo>
                  <a:lnTo>
                    <a:pt x="12242" y="6642"/>
                  </a:lnTo>
                  <a:lnTo>
                    <a:pt x="12010" y="6681"/>
                  </a:lnTo>
                  <a:lnTo>
                    <a:pt x="11778" y="6681"/>
                  </a:lnTo>
                  <a:lnTo>
                    <a:pt x="11315" y="6603"/>
                  </a:lnTo>
                  <a:lnTo>
                    <a:pt x="10929" y="6526"/>
                  </a:lnTo>
                  <a:lnTo>
                    <a:pt x="10156" y="6372"/>
                  </a:lnTo>
                  <a:lnTo>
                    <a:pt x="9423" y="6140"/>
                  </a:lnTo>
                  <a:lnTo>
                    <a:pt x="8805" y="5908"/>
                  </a:lnTo>
                  <a:lnTo>
                    <a:pt x="8226" y="5677"/>
                  </a:lnTo>
                  <a:lnTo>
                    <a:pt x="7067" y="5097"/>
                  </a:lnTo>
                  <a:close/>
                  <a:moveTo>
                    <a:pt x="8148" y="0"/>
                  </a:moveTo>
                  <a:lnTo>
                    <a:pt x="7917" y="39"/>
                  </a:lnTo>
                  <a:lnTo>
                    <a:pt x="7724" y="116"/>
                  </a:lnTo>
                  <a:lnTo>
                    <a:pt x="7492" y="271"/>
                  </a:lnTo>
                  <a:lnTo>
                    <a:pt x="7338" y="425"/>
                  </a:lnTo>
                  <a:lnTo>
                    <a:pt x="7183" y="618"/>
                  </a:lnTo>
                  <a:lnTo>
                    <a:pt x="6990" y="1043"/>
                  </a:lnTo>
                  <a:lnTo>
                    <a:pt x="6874" y="1506"/>
                  </a:lnTo>
                  <a:lnTo>
                    <a:pt x="6681" y="2433"/>
                  </a:lnTo>
                  <a:lnTo>
                    <a:pt x="6527" y="3591"/>
                  </a:lnTo>
                  <a:lnTo>
                    <a:pt x="6488" y="4171"/>
                  </a:lnTo>
                  <a:lnTo>
                    <a:pt x="6449" y="4750"/>
                  </a:lnTo>
                  <a:lnTo>
                    <a:pt x="6411" y="4866"/>
                  </a:lnTo>
                  <a:lnTo>
                    <a:pt x="6411" y="4982"/>
                  </a:lnTo>
                  <a:lnTo>
                    <a:pt x="5870" y="5020"/>
                  </a:lnTo>
                  <a:lnTo>
                    <a:pt x="5291" y="5059"/>
                  </a:lnTo>
                  <a:lnTo>
                    <a:pt x="2549" y="5059"/>
                  </a:lnTo>
                  <a:lnTo>
                    <a:pt x="2009" y="5097"/>
                  </a:lnTo>
                  <a:lnTo>
                    <a:pt x="1391" y="5175"/>
                  </a:lnTo>
                  <a:lnTo>
                    <a:pt x="1005" y="5213"/>
                  </a:lnTo>
                  <a:lnTo>
                    <a:pt x="657" y="5329"/>
                  </a:lnTo>
                  <a:lnTo>
                    <a:pt x="310" y="5484"/>
                  </a:lnTo>
                  <a:lnTo>
                    <a:pt x="194" y="5599"/>
                  </a:lnTo>
                  <a:lnTo>
                    <a:pt x="78" y="5677"/>
                  </a:lnTo>
                  <a:lnTo>
                    <a:pt x="1" y="5831"/>
                  </a:lnTo>
                  <a:lnTo>
                    <a:pt x="1" y="5947"/>
                  </a:lnTo>
                  <a:lnTo>
                    <a:pt x="1" y="6140"/>
                  </a:lnTo>
                  <a:lnTo>
                    <a:pt x="39" y="6294"/>
                  </a:lnTo>
                  <a:lnTo>
                    <a:pt x="117" y="6449"/>
                  </a:lnTo>
                  <a:lnTo>
                    <a:pt x="232" y="6603"/>
                  </a:lnTo>
                  <a:lnTo>
                    <a:pt x="348" y="6681"/>
                  </a:lnTo>
                  <a:lnTo>
                    <a:pt x="464" y="6796"/>
                  </a:lnTo>
                  <a:lnTo>
                    <a:pt x="773" y="6912"/>
                  </a:lnTo>
                  <a:lnTo>
                    <a:pt x="1082" y="6990"/>
                  </a:lnTo>
                  <a:lnTo>
                    <a:pt x="1777" y="6990"/>
                  </a:lnTo>
                  <a:lnTo>
                    <a:pt x="2395" y="6912"/>
                  </a:lnTo>
                  <a:lnTo>
                    <a:pt x="3476" y="6642"/>
                  </a:lnTo>
                  <a:lnTo>
                    <a:pt x="4519" y="6333"/>
                  </a:lnTo>
                  <a:lnTo>
                    <a:pt x="5600" y="5947"/>
                  </a:lnTo>
                  <a:lnTo>
                    <a:pt x="6102" y="5715"/>
                  </a:lnTo>
                  <a:lnTo>
                    <a:pt x="6565" y="5484"/>
                  </a:lnTo>
                  <a:lnTo>
                    <a:pt x="6604" y="5484"/>
                  </a:lnTo>
                  <a:lnTo>
                    <a:pt x="6681" y="5908"/>
                  </a:lnTo>
                  <a:lnTo>
                    <a:pt x="6758" y="6101"/>
                  </a:lnTo>
                  <a:lnTo>
                    <a:pt x="6836" y="6294"/>
                  </a:lnTo>
                  <a:lnTo>
                    <a:pt x="7106" y="6256"/>
                  </a:lnTo>
                  <a:lnTo>
                    <a:pt x="7106" y="6217"/>
                  </a:lnTo>
                  <a:lnTo>
                    <a:pt x="6990" y="5870"/>
                  </a:lnTo>
                  <a:lnTo>
                    <a:pt x="6951" y="5677"/>
                  </a:lnTo>
                  <a:lnTo>
                    <a:pt x="6990" y="5484"/>
                  </a:lnTo>
                  <a:lnTo>
                    <a:pt x="6990" y="5406"/>
                  </a:lnTo>
                  <a:lnTo>
                    <a:pt x="7762" y="5870"/>
                  </a:lnTo>
                  <a:lnTo>
                    <a:pt x="8612" y="6256"/>
                  </a:lnTo>
                  <a:lnTo>
                    <a:pt x="9461" y="6565"/>
                  </a:lnTo>
                  <a:lnTo>
                    <a:pt x="10349" y="6796"/>
                  </a:lnTo>
                  <a:lnTo>
                    <a:pt x="11045" y="6951"/>
                  </a:lnTo>
                  <a:lnTo>
                    <a:pt x="11469" y="7028"/>
                  </a:lnTo>
                  <a:lnTo>
                    <a:pt x="11933" y="7067"/>
                  </a:lnTo>
                  <a:lnTo>
                    <a:pt x="12396" y="7028"/>
                  </a:lnTo>
                  <a:lnTo>
                    <a:pt x="12589" y="6990"/>
                  </a:lnTo>
                  <a:lnTo>
                    <a:pt x="12782" y="6912"/>
                  </a:lnTo>
                  <a:lnTo>
                    <a:pt x="12937" y="6796"/>
                  </a:lnTo>
                  <a:lnTo>
                    <a:pt x="13053" y="6681"/>
                  </a:lnTo>
                  <a:lnTo>
                    <a:pt x="13130" y="6526"/>
                  </a:lnTo>
                  <a:lnTo>
                    <a:pt x="13207" y="6333"/>
                  </a:lnTo>
                  <a:lnTo>
                    <a:pt x="13207" y="6179"/>
                  </a:lnTo>
                  <a:lnTo>
                    <a:pt x="13168" y="6024"/>
                  </a:lnTo>
                  <a:lnTo>
                    <a:pt x="13130" y="5870"/>
                  </a:lnTo>
                  <a:lnTo>
                    <a:pt x="13053" y="5754"/>
                  </a:lnTo>
                  <a:lnTo>
                    <a:pt x="12975" y="5638"/>
                  </a:lnTo>
                  <a:lnTo>
                    <a:pt x="12821" y="5561"/>
                  </a:lnTo>
                  <a:lnTo>
                    <a:pt x="12551" y="5406"/>
                  </a:lnTo>
                  <a:lnTo>
                    <a:pt x="12242" y="5290"/>
                  </a:lnTo>
                  <a:lnTo>
                    <a:pt x="11894" y="5213"/>
                  </a:lnTo>
                  <a:lnTo>
                    <a:pt x="11315" y="5097"/>
                  </a:lnTo>
                  <a:lnTo>
                    <a:pt x="10311" y="4943"/>
                  </a:lnTo>
                  <a:lnTo>
                    <a:pt x="9268" y="4827"/>
                  </a:lnTo>
                  <a:lnTo>
                    <a:pt x="8264" y="4750"/>
                  </a:lnTo>
                  <a:lnTo>
                    <a:pt x="7260" y="4711"/>
                  </a:lnTo>
                  <a:lnTo>
                    <a:pt x="8071" y="3514"/>
                  </a:lnTo>
                  <a:lnTo>
                    <a:pt x="8496" y="2858"/>
                  </a:lnTo>
                  <a:lnTo>
                    <a:pt x="8844" y="2201"/>
                  </a:lnTo>
                  <a:lnTo>
                    <a:pt x="8921" y="1970"/>
                  </a:lnTo>
                  <a:lnTo>
                    <a:pt x="8998" y="1738"/>
                  </a:lnTo>
                  <a:lnTo>
                    <a:pt x="9037" y="1506"/>
                  </a:lnTo>
                  <a:lnTo>
                    <a:pt x="9075" y="1275"/>
                  </a:lnTo>
                  <a:lnTo>
                    <a:pt x="9037" y="1004"/>
                  </a:lnTo>
                  <a:lnTo>
                    <a:pt x="8959" y="811"/>
                  </a:lnTo>
                  <a:lnTo>
                    <a:pt x="8882" y="579"/>
                  </a:lnTo>
                  <a:lnTo>
                    <a:pt x="8728" y="348"/>
                  </a:lnTo>
                  <a:lnTo>
                    <a:pt x="8650" y="232"/>
                  </a:lnTo>
                  <a:lnTo>
                    <a:pt x="8573" y="155"/>
                  </a:lnTo>
                  <a:lnTo>
                    <a:pt x="8380" y="39"/>
                  </a:lnTo>
                  <a:lnTo>
                    <a:pt x="814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9" name="Google Shape;5579;p22"/>
            <p:cNvSpPr/>
            <p:nvPr/>
          </p:nvSpPr>
          <p:spPr>
            <a:xfrm>
              <a:off x="1437100" y="2381075"/>
              <a:ext cx="93675" cy="93650"/>
            </a:xfrm>
            <a:custGeom>
              <a:avLst/>
              <a:gdLst/>
              <a:ahLst/>
              <a:cxnLst/>
              <a:rect l="l" t="t" r="r" b="b"/>
              <a:pathLst>
                <a:path w="3747" h="3746" extrusionOk="0">
                  <a:moveTo>
                    <a:pt x="1584" y="463"/>
                  </a:moveTo>
                  <a:lnTo>
                    <a:pt x="2086" y="541"/>
                  </a:lnTo>
                  <a:lnTo>
                    <a:pt x="2318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5"/>
                  </a:lnTo>
                  <a:lnTo>
                    <a:pt x="3090" y="1197"/>
                  </a:lnTo>
                  <a:lnTo>
                    <a:pt x="3206" y="1429"/>
                  </a:lnTo>
                  <a:lnTo>
                    <a:pt x="3244" y="1699"/>
                  </a:lnTo>
                  <a:lnTo>
                    <a:pt x="3244" y="1969"/>
                  </a:lnTo>
                  <a:lnTo>
                    <a:pt x="3206" y="2201"/>
                  </a:lnTo>
                  <a:lnTo>
                    <a:pt x="3090" y="2471"/>
                  </a:lnTo>
                  <a:lnTo>
                    <a:pt x="2974" y="2665"/>
                  </a:lnTo>
                  <a:lnTo>
                    <a:pt x="2781" y="2896"/>
                  </a:lnTo>
                  <a:lnTo>
                    <a:pt x="2588" y="3051"/>
                  </a:lnTo>
                  <a:lnTo>
                    <a:pt x="2356" y="3167"/>
                  </a:lnTo>
                  <a:lnTo>
                    <a:pt x="2086" y="3244"/>
                  </a:lnTo>
                  <a:lnTo>
                    <a:pt x="1777" y="3244"/>
                  </a:lnTo>
                  <a:lnTo>
                    <a:pt x="1507" y="3167"/>
                  </a:lnTo>
                  <a:lnTo>
                    <a:pt x="1236" y="3051"/>
                  </a:lnTo>
                  <a:lnTo>
                    <a:pt x="966" y="2896"/>
                  </a:lnTo>
                  <a:lnTo>
                    <a:pt x="773" y="2665"/>
                  </a:lnTo>
                  <a:lnTo>
                    <a:pt x="619" y="2433"/>
                  </a:lnTo>
                  <a:lnTo>
                    <a:pt x="503" y="2163"/>
                  </a:lnTo>
                  <a:lnTo>
                    <a:pt x="503" y="1854"/>
                  </a:lnTo>
                  <a:lnTo>
                    <a:pt x="503" y="1583"/>
                  </a:lnTo>
                  <a:lnTo>
                    <a:pt x="619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79"/>
                  </a:lnTo>
                  <a:lnTo>
                    <a:pt x="1584" y="463"/>
                  </a:lnTo>
                  <a:close/>
                  <a:moveTo>
                    <a:pt x="1893" y="0"/>
                  </a:moveTo>
                  <a:lnTo>
                    <a:pt x="1700" y="39"/>
                  </a:lnTo>
                  <a:lnTo>
                    <a:pt x="1545" y="77"/>
                  </a:lnTo>
                  <a:lnTo>
                    <a:pt x="1352" y="155"/>
                  </a:lnTo>
                  <a:lnTo>
                    <a:pt x="1314" y="193"/>
                  </a:lnTo>
                  <a:lnTo>
                    <a:pt x="1082" y="270"/>
                  </a:lnTo>
                  <a:lnTo>
                    <a:pt x="850" y="386"/>
                  </a:lnTo>
                  <a:lnTo>
                    <a:pt x="619" y="579"/>
                  </a:lnTo>
                  <a:lnTo>
                    <a:pt x="425" y="772"/>
                  </a:lnTo>
                  <a:lnTo>
                    <a:pt x="271" y="965"/>
                  </a:lnTo>
                  <a:lnTo>
                    <a:pt x="155" y="1236"/>
                  </a:lnTo>
                  <a:lnTo>
                    <a:pt x="78" y="1467"/>
                  </a:lnTo>
                  <a:lnTo>
                    <a:pt x="1" y="1738"/>
                  </a:lnTo>
                  <a:lnTo>
                    <a:pt x="1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7" y="2510"/>
                  </a:lnTo>
                  <a:lnTo>
                    <a:pt x="310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8" y="3591"/>
                  </a:lnTo>
                  <a:lnTo>
                    <a:pt x="1584" y="3707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7" y="3437"/>
                  </a:lnTo>
                  <a:lnTo>
                    <a:pt x="3128" y="3244"/>
                  </a:lnTo>
                  <a:lnTo>
                    <a:pt x="3322" y="3012"/>
                  </a:lnTo>
                  <a:lnTo>
                    <a:pt x="3476" y="2780"/>
                  </a:lnTo>
                  <a:lnTo>
                    <a:pt x="3630" y="2510"/>
                  </a:lnTo>
                  <a:lnTo>
                    <a:pt x="3708" y="2201"/>
                  </a:lnTo>
                  <a:lnTo>
                    <a:pt x="3746" y="1931"/>
                  </a:lnTo>
                  <a:lnTo>
                    <a:pt x="3746" y="1583"/>
                  </a:lnTo>
                  <a:lnTo>
                    <a:pt x="3669" y="1313"/>
                  </a:lnTo>
                  <a:lnTo>
                    <a:pt x="3515" y="1004"/>
                  </a:lnTo>
                  <a:lnTo>
                    <a:pt x="3322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5" y="77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0" name="Google Shape;5580;p22"/>
            <p:cNvSpPr/>
            <p:nvPr/>
          </p:nvSpPr>
          <p:spPr>
            <a:xfrm>
              <a:off x="3476925" y="2391675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7" y="1159"/>
                  </a:lnTo>
                  <a:lnTo>
                    <a:pt x="1391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6" y="1816"/>
                  </a:lnTo>
                  <a:lnTo>
                    <a:pt x="387" y="1700"/>
                  </a:lnTo>
                  <a:lnTo>
                    <a:pt x="348" y="1584"/>
                  </a:lnTo>
                  <a:lnTo>
                    <a:pt x="387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2" y="1623"/>
                  </a:lnTo>
                  <a:lnTo>
                    <a:pt x="3669" y="1700"/>
                  </a:lnTo>
                  <a:lnTo>
                    <a:pt x="3747" y="1816"/>
                  </a:lnTo>
                  <a:lnTo>
                    <a:pt x="3747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9" y="2356"/>
                  </a:lnTo>
                  <a:lnTo>
                    <a:pt x="3206" y="2434"/>
                  </a:lnTo>
                  <a:lnTo>
                    <a:pt x="3013" y="2395"/>
                  </a:lnTo>
                  <a:lnTo>
                    <a:pt x="2820" y="2356"/>
                  </a:lnTo>
                  <a:lnTo>
                    <a:pt x="2627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1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90" y="1468"/>
                  </a:lnTo>
                  <a:close/>
                  <a:moveTo>
                    <a:pt x="3747" y="4750"/>
                  </a:moveTo>
                  <a:lnTo>
                    <a:pt x="3901" y="4789"/>
                  </a:lnTo>
                  <a:lnTo>
                    <a:pt x="4017" y="4828"/>
                  </a:lnTo>
                  <a:lnTo>
                    <a:pt x="4094" y="4944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3" y="5368"/>
                  </a:lnTo>
                  <a:lnTo>
                    <a:pt x="4094" y="5484"/>
                  </a:lnTo>
                  <a:lnTo>
                    <a:pt x="3978" y="5600"/>
                  </a:lnTo>
                  <a:lnTo>
                    <a:pt x="3785" y="5754"/>
                  </a:lnTo>
                  <a:lnTo>
                    <a:pt x="3515" y="5870"/>
                  </a:lnTo>
                  <a:lnTo>
                    <a:pt x="3129" y="5870"/>
                  </a:lnTo>
                  <a:lnTo>
                    <a:pt x="2743" y="5793"/>
                  </a:lnTo>
                  <a:lnTo>
                    <a:pt x="2936" y="5368"/>
                  </a:lnTo>
                  <a:lnTo>
                    <a:pt x="3051" y="5214"/>
                  </a:lnTo>
                  <a:lnTo>
                    <a:pt x="3206" y="5021"/>
                  </a:lnTo>
                  <a:lnTo>
                    <a:pt x="3476" y="4866"/>
                  </a:lnTo>
                  <a:lnTo>
                    <a:pt x="3631" y="4789"/>
                  </a:lnTo>
                  <a:lnTo>
                    <a:pt x="3747" y="4750"/>
                  </a:lnTo>
                  <a:close/>
                  <a:moveTo>
                    <a:pt x="1121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3" y="6102"/>
                  </a:lnTo>
                  <a:lnTo>
                    <a:pt x="1430" y="6256"/>
                  </a:lnTo>
                  <a:lnTo>
                    <a:pt x="1237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6" y="6334"/>
                  </a:lnTo>
                  <a:lnTo>
                    <a:pt x="503" y="6179"/>
                  </a:lnTo>
                  <a:lnTo>
                    <a:pt x="426" y="6025"/>
                  </a:lnTo>
                  <a:lnTo>
                    <a:pt x="426" y="5909"/>
                  </a:lnTo>
                  <a:lnTo>
                    <a:pt x="464" y="5754"/>
                  </a:lnTo>
                  <a:lnTo>
                    <a:pt x="580" y="5677"/>
                  </a:lnTo>
                  <a:lnTo>
                    <a:pt x="696" y="5600"/>
                  </a:lnTo>
                  <a:lnTo>
                    <a:pt x="850" y="5523"/>
                  </a:lnTo>
                  <a:close/>
                  <a:moveTo>
                    <a:pt x="5716" y="6218"/>
                  </a:moveTo>
                  <a:lnTo>
                    <a:pt x="5870" y="6334"/>
                  </a:lnTo>
                  <a:lnTo>
                    <a:pt x="5948" y="6411"/>
                  </a:lnTo>
                  <a:lnTo>
                    <a:pt x="5986" y="6527"/>
                  </a:lnTo>
                  <a:lnTo>
                    <a:pt x="6025" y="6681"/>
                  </a:lnTo>
                  <a:lnTo>
                    <a:pt x="5986" y="6797"/>
                  </a:lnTo>
                  <a:lnTo>
                    <a:pt x="5909" y="7067"/>
                  </a:lnTo>
                  <a:lnTo>
                    <a:pt x="5793" y="7260"/>
                  </a:lnTo>
                  <a:lnTo>
                    <a:pt x="5677" y="7492"/>
                  </a:lnTo>
                  <a:lnTo>
                    <a:pt x="5484" y="7647"/>
                  </a:lnTo>
                  <a:lnTo>
                    <a:pt x="5291" y="7801"/>
                  </a:lnTo>
                  <a:lnTo>
                    <a:pt x="5059" y="7917"/>
                  </a:lnTo>
                  <a:lnTo>
                    <a:pt x="5098" y="7878"/>
                  </a:lnTo>
                  <a:lnTo>
                    <a:pt x="5021" y="7415"/>
                  </a:lnTo>
                  <a:lnTo>
                    <a:pt x="4982" y="7183"/>
                  </a:lnTo>
                  <a:lnTo>
                    <a:pt x="5021" y="6952"/>
                  </a:lnTo>
                  <a:lnTo>
                    <a:pt x="5137" y="6681"/>
                  </a:lnTo>
                  <a:lnTo>
                    <a:pt x="5214" y="6527"/>
                  </a:lnTo>
                  <a:lnTo>
                    <a:pt x="5330" y="6372"/>
                  </a:lnTo>
                  <a:lnTo>
                    <a:pt x="5446" y="6256"/>
                  </a:lnTo>
                  <a:lnTo>
                    <a:pt x="5600" y="6218"/>
                  </a:lnTo>
                  <a:close/>
                  <a:moveTo>
                    <a:pt x="8960" y="8071"/>
                  </a:moveTo>
                  <a:lnTo>
                    <a:pt x="9153" y="8110"/>
                  </a:lnTo>
                  <a:lnTo>
                    <a:pt x="9268" y="8187"/>
                  </a:lnTo>
                  <a:lnTo>
                    <a:pt x="9346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1"/>
                  </a:lnTo>
                  <a:lnTo>
                    <a:pt x="9268" y="8921"/>
                  </a:lnTo>
                  <a:lnTo>
                    <a:pt x="9037" y="9153"/>
                  </a:lnTo>
                  <a:lnTo>
                    <a:pt x="8805" y="9346"/>
                  </a:lnTo>
                  <a:lnTo>
                    <a:pt x="8689" y="9384"/>
                  </a:lnTo>
                  <a:lnTo>
                    <a:pt x="8612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2" y="9346"/>
                  </a:lnTo>
                  <a:lnTo>
                    <a:pt x="8264" y="9346"/>
                  </a:lnTo>
                  <a:lnTo>
                    <a:pt x="8226" y="8960"/>
                  </a:lnTo>
                  <a:lnTo>
                    <a:pt x="8226" y="8766"/>
                  </a:lnTo>
                  <a:lnTo>
                    <a:pt x="8264" y="8573"/>
                  </a:lnTo>
                  <a:lnTo>
                    <a:pt x="8342" y="8342"/>
                  </a:lnTo>
                  <a:lnTo>
                    <a:pt x="8496" y="8187"/>
                  </a:lnTo>
                  <a:lnTo>
                    <a:pt x="8728" y="8110"/>
                  </a:lnTo>
                  <a:lnTo>
                    <a:pt x="8844" y="8071"/>
                  </a:lnTo>
                  <a:close/>
                  <a:moveTo>
                    <a:pt x="4944" y="8380"/>
                  </a:moveTo>
                  <a:lnTo>
                    <a:pt x="4944" y="8419"/>
                  </a:lnTo>
                  <a:lnTo>
                    <a:pt x="4751" y="8805"/>
                  </a:lnTo>
                  <a:lnTo>
                    <a:pt x="4596" y="8960"/>
                  </a:lnTo>
                  <a:lnTo>
                    <a:pt x="4442" y="9153"/>
                  </a:lnTo>
                  <a:lnTo>
                    <a:pt x="4210" y="9307"/>
                  </a:lnTo>
                  <a:lnTo>
                    <a:pt x="3940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9" y="9346"/>
                  </a:lnTo>
                  <a:lnTo>
                    <a:pt x="3322" y="9191"/>
                  </a:lnTo>
                  <a:lnTo>
                    <a:pt x="3322" y="9075"/>
                  </a:lnTo>
                  <a:lnTo>
                    <a:pt x="3322" y="8960"/>
                  </a:lnTo>
                  <a:lnTo>
                    <a:pt x="3399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5" y="8458"/>
                  </a:lnTo>
                  <a:lnTo>
                    <a:pt x="4055" y="8380"/>
                  </a:lnTo>
                  <a:lnTo>
                    <a:pt x="4326" y="8380"/>
                  </a:lnTo>
                  <a:lnTo>
                    <a:pt x="4905" y="8419"/>
                  </a:lnTo>
                  <a:lnTo>
                    <a:pt x="4944" y="8380"/>
                  </a:lnTo>
                  <a:close/>
                  <a:moveTo>
                    <a:pt x="7994" y="10002"/>
                  </a:moveTo>
                  <a:lnTo>
                    <a:pt x="7956" y="10195"/>
                  </a:lnTo>
                  <a:lnTo>
                    <a:pt x="7917" y="10350"/>
                  </a:lnTo>
                  <a:lnTo>
                    <a:pt x="7840" y="10543"/>
                  </a:lnTo>
                  <a:lnTo>
                    <a:pt x="7724" y="10697"/>
                  </a:lnTo>
                  <a:lnTo>
                    <a:pt x="7608" y="10813"/>
                  </a:lnTo>
                  <a:lnTo>
                    <a:pt x="7492" y="10929"/>
                  </a:lnTo>
                  <a:lnTo>
                    <a:pt x="7338" y="11045"/>
                  </a:lnTo>
                  <a:lnTo>
                    <a:pt x="7145" y="11083"/>
                  </a:lnTo>
                  <a:lnTo>
                    <a:pt x="6952" y="11122"/>
                  </a:lnTo>
                  <a:lnTo>
                    <a:pt x="6797" y="11083"/>
                  </a:lnTo>
                  <a:lnTo>
                    <a:pt x="6720" y="11045"/>
                  </a:lnTo>
                  <a:lnTo>
                    <a:pt x="6681" y="10967"/>
                  </a:lnTo>
                  <a:lnTo>
                    <a:pt x="6643" y="10890"/>
                  </a:lnTo>
                  <a:lnTo>
                    <a:pt x="6604" y="10813"/>
                  </a:lnTo>
                  <a:lnTo>
                    <a:pt x="6643" y="10620"/>
                  </a:lnTo>
                  <a:lnTo>
                    <a:pt x="6720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2" y="10157"/>
                  </a:lnTo>
                  <a:lnTo>
                    <a:pt x="7492" y="10079"/>
                  </a:lnTo>
                  <a:lnTo>
                    <a:pt x="7724" y="10041"/>
                  </a:lnTo>
                  <a:lnTo>
                    <a:pt x="7994" y="10002"/>
                  </a:lnTo>
                  <a:close/>
                  <a:moveTo>
                    <a:pt x="2202" y="1"/>
                  </a:moveTo>
                  <a:lnTo>
                    <a:pt x="2009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1" y="812"/>
                  </a:lnTo>
                  <a:lnTo>
                    <a:pt x="1237" y="773"/>
                  </a:lnTo>
                  <a:lnTo>
                    <a:pt x="1043" y="735"/>
                  </a:lnTo>
                  <a:lnTo>
                    <a:pt x="696" y="735"/>
                  </a:lnTo>
                  <a:lnTo>
                    <a:pt x="541" y="812"/>
                  </a:lnTo>
                  <a:lnTo>
                    <a:pt x="387" y="889"/>
                  </a:lnTo>
                  <a:lnTo>
                    <a:pt x="233" y="1005"/>
                  </a:lnTo>
                  <a:lnTo>
                    <a:pt x="117" y="1159"/>
                  </a:lnTo>
                  <a:lnTo>
                    <a:pt x="39" y="1314"/>
                  </a:lnTo>
                  <a:lnTo>
                    <a:pt x="1" y="1468"/>
                  </a:lnTo>
                  <a:lnTo>
                    <a:pt x="1" y="1623"/>
                  </a:lnTo>
                  <a:lnTo>
                    <a:pt x="1" y="1777"/>
                  </a:lnTo>
                  <a:lnTo>
                    <a:pt x="78" y="1932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6" y="2279"/>
                  </a:lnTo>
                  <a:lnTo>
                    <a:pt x="580" y="2356"/>
                  </a:lnTo>
                  <a:lnTo>
                    <a:pt x="735" y="2395"/>
                  </a:lnTo>
                  <a:lnTo>
                    <a:pt x="1043" y="2434"/>
                  </a:lnTo>
                  <a:lnTo>
                    <a:pt x="1391" y="2395"/>
                  </a:lnTo>
                  <a:lnTo>
                    <a:pt x="1700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9" y="4635"/>
                  </a:lnTo>
                  <a:lnTo>
                    <a:pt x="1777" y="5021"/>
                  </a:lnTo>
                  <a:lnTo>
                    <a:pt x="1893" y="5368"/>
                  </a:lnTo>
                  <a:lnTo>
                    <a:pt x="1584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3" y="5252"/>
                  </a:lnTo>
                  <a:lnTo>
                    <a:pt x="387" y="5330"/>
                  </a:lnTo>
                  <a:lnTo>
                    <a:pt x="271" y="5446"/>
                  </a:lnTo>
                  <a:lnTo>
                    <a:pt x="155" y="5561"/>
                  </a:lnTo>
                  <a:lnTo>
                    <a:pt x="78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8" y="6218"/>
                  </a:lnTo>
                  <a:lnTo>
                    <a:pt x="155" y="6334"/>
                  </a:lnTo>
                  <a:lnTo>
                    <a:pt x="233" y="6450"/>
                  </a:lnTo>
                  <a:lnTo>
                    <a:pt x="348" y="6565"/>
                  </a:lnTo>
                  <a:lnTo>
                    <a:pt x="503" y="6643"/>
                  </a:lnTo>
                  <a:lnTo>
                    <a:pt x="657" y="6720"/>
                  </a:lnTo>
                  <a:lnTo>
                    <a:pt x="812" y="6758"/>
                  </a:lnTo>
                  <a:lnTo>
                    <a:pt x="1121" y="6758"/>
                  </a:lnTo>
                  <a:lnTo>
                    <a:pt x="1430" y="6681"/>
                  </a:lnTo>
                  <a:lnTo>
                    <a:pt x="1700" y="6527"/>
                  </a:lnTo>
                  <a:lnTo>
                    <a:pt x="1932" y="6295"/>
                  </a:lnTo>
                  <a:lnTo>
                    <a:pt x="2125" y="6063"/>
                  </a:lnTo>
                  <a:lnTo>
                    <a:pt x="2395" y="6527"/>
                  </a:lnTo>
                  <a:lnTo>
                    <a:pt x="2743" y="6990"/>
                  </a:lnTo>
                  <a:lnTo>
                    <a:pt x="3129" y="7376"/>
                  </a:lnTo>
                  <a:lnTo>
                    <a:pt x="3592" y="7762"/>
                  </a:lnTo>
                  <a:lnTo>
                    <a:pt x="4017" y="7994"/>
                  </a:lnTo>
                  <a:lnTo>
                    <a:pt x="3824" y="8033"/>
                  </a:lnTo>
                  <a:lnTo>
                    <a:pt x="3631" y="8110"/>
                  </a:lnTo>
                  <a:lnTo>
                    <a:pt x="3438" y="8187"/>
                  </a:lnTo>
                  <a:lnTo>
                    <a:pt x="3283" y="8342"/>
                  </a:lnTo>
                  <a:lnTo>
                    <a:pt x="3167" y="8458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6" y="8882"/>
                  </a:lnTo>
                  <a:lnTo>
                    <a:pt x="2897" y="9075"/>
                  </a:lnTo>
                  <a:lnTo>
                    <a:pt x="2936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2" y="9770"/>
                  </a:lnTo>
                  <a:lnTo>
                    <a:pt x="3515" y="9848"/>
                  </a:lnTo>
                  <a:lnTo>
                    <a:pt x="3708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9" y="9770"/>
                  </a:lnTo>
                  <a:lnTo>
                    <a:pt x="4403" y="9693"/>
                  </a:lnTo>
                  <a:lnTo>
                    <a:pt x="4673" y="9461"/>
                  </a:lnTo>
                  <a:lnTo>
                    <a:pt x="4905" y="9153"/>
                  </a:lnTo>
                  <a:lnTo>
                    <a:pt x="5098" y="8844"/>
                  </a:lnTo>
                  <a:lnTo>
                    <a:pt x="5214" y="8496"/>
                  </a:lnTo>
                  <a:lnTo>
                    <a:pt x="6527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6" y="9655"/>
                  </a:lnTo>
                  <a:lnTo>
                    <a:pt x="7762" y="9655"/>
                  </a:lnTo>
                  <a:lnTo>
                    <a:pt x="7569" y="9693"/>
                  </a:lnTo>
                  <a:lnTo>
                    <a:pt x="7145" y="9809"/>
                  </a:lnTo>
                  <a:lnTo>
                    <a:pt x="6797" y="9963"/>
                  </a:lnTo>
                  <a:lnTo>
                    <a:pt x="6643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5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5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6" y="11508"/>
                  </a:lnTo>
                  <a:lnTo>
                    <a:pt x="7029" y="11508"/>
                  </a:lnTo>
                  <a:lnTo>
                    <a:pt x="7222" y="11469"/>
                  </a:lnTo>
                  <a:lnTo>
                    <a:pt x="7415" y="11392"/>
                  </a:lnTo>
                  <a:lnTo>
                    <a:pt x="7569" y="11315"/>
                  </a:lnTo>
                  <a:lnTo>
                    <a:pt x="7724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10" y="10697"/>
                  </a:lnTo>
                  <a:lnTo>
                    <a:pt x="8226" y="10465"/>
                  </a:lnTo>
                  <a:lnTo>
                    <a:pt x="8264" y="10234"/>
                  </a:lnTo>
                  <a:lnTo>
                    <a:pt x="8303" y="9963"/>
                  </a:lnTo>
                  <a:lnTo>
                    <a:pt x="8342" y="9925"/>
                  </a:lnTo>
                  <a:lnTo>
                    <a:pt x="8728" y="10272"/>
                  </a:lnTo>
                  <a:lnTo>
                    <a:pt x="9075" y="10659"/>
                  </a:lnTo>
                  <a:lnTo>
                    <a:pt x="9346" y="11122"/>
                  </a:lnTo>
                  <a:lnTo>
                    <a:pt x="9462" y="11354"/>
                  </a:lnTo>
                  <a:lnTo>
                    <a:pt x="9539" y="11585"/>
                  </a:lnTo>
                  <a:lnTo>
                    <a:pt x="9655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5" y="12937"/>
                  </a:lnTo>
                  <a:lnTo>
                    <a:pt x="9577" y="13284"/>
                  </a:lnTo>
                  <a:lnTo>
                    <a:pt x="9462" y="13593"/>
                  </a:lnTo>
                  <a:lnTo>
                    <a:pt x="9191" y="14211"/>
                  </a:lnTo>
                  <a:lnTo>
                    <a:pt x="9153" y="14288"/>
                  </a:lnTo>
                  <a:lnTo>
                    <a:pt x="9153" y="14327"/>
                  </a:lnTo>
                  <a:lnTo>
                    <a:pt x="9230" y="14404"/>
                  </a:lnTo>
                  <a:lnTo>
                    <a:pt x="9307" y="14443"/>
                  </a:lnTo>
                  <a:lnTo>
                    <a:pt x="9423" y="14404"/>
                  </a:lnTo>
                  <a:lnTo>
                    <a:pt x="9577" y="14250"/>
                  </a:lnTo>
                  <a:lnTo>
                    <a:pt x="9732" y="14057"/>
                  </a:lnTo>
                  <a:lnTo>
                    <a:pt x="9848" y="13902"/>
                  </a:lnTo>
                  <a:lnTo>
                    <a:pt x="9925" y="13671"/>
                  </a:lnTo>
                  <a:lnTo>
                    <a:pt x="10079" y="13246"/>
                  </a:lnTo>
                  <a:lnTo>
                    <a:pt x="10118" y="12782"/>
                  </a:lnTo>
                  <a:lnTo>
                    <a:pt x="10118" y="12319"/>
                  </a:lnTo>
                  <a:lnTo>
                    <a:pt x="10041" y="11856"/>
                  </a:lnTo>
                  <a:lnTo>
                    <a:pt x="9925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7" y="10272"/>
                  </a:lnTo>
                  <a:lnTo>
                    <a:pt x="9037" y="9963"/>
                  </a:lnTo>
                  <a:lnTo>
                    <a:pt x="8728" y="9693"/>
                  </a:lnTo>
                  <a:lnTo>
                    <a:pt x="8960" y="9577"/>
                  </a:lnTo>
                  <a:lnTo>
                    <a:pt x="9230" y="9423"/>
                  </a:lnTo>
                  <a:lnTo>
                    <a:pt x="9462" y="9191"/>
                  </a:lnTo>
                  <a:lnTo>
                    <a:pt x="9616" y="8921"/>
                  </a:lnTo>
                  <a:lnTo>
                    <a:pt x="9732" y="8612"/>
                  </a:lnTo>
                  <a:lnTo>
                    <a:pt x="9732" y="8496"/>
                  </a:lnTo>
                  <a:lnTo>
                    <a:pt x="9732" y="8342"/>
                  </a:lnTo>
                  <a:lnTo>
                    <a:pt x="9693" y="8187"/>
                  </a:lnTo>
                  <a:lnTo>
                    <a:pt x="9616" y="8071"/>
                  </a:lnTo>
                  <a:lnTo>
                    <a:pt x="9500" y="7956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7" y="7724"/>
                  </a:lnTo>
                  <a:lnTo>
                    <a:pt x="8689" y="7724"/>
                  </a:lnTo>
                  <a:lnTo>
                    <a:pt x="8535" y="7762"/>
                  </a:lnTo>
                  <a:lnTo>
                    <a:pt x="8380" y="7840"/>
                  </a:lnTo>
                  <a:lnTo>
                    <a:pt x="8226" y="7956"/>
                  </a:lnTo>
                  <a:lnTo>
                    <a:pt x="8110" y="8071"/>
                  </a:lnTo>
                  <a:lnTo>
                    <a:pt x="7956" y="8264"/>
                  </a:lnTo>
                  <a:lnTo>
                    <a:pt x="7878" y="8535"/>
                  </a:lnTo>
                  <a:lnTo>
                    <a:pt x="7840" y="8766"/>
                  </a:lnTo>
                  <a:lnTo>
                    <a:pt x="7840" y="9037"/>
                  </a:lnTo>
                  <a:lnTo>
                    <a:pt x="7222" y="8766"/>
                  </a:lnTo>
                  <a:lnTo>
                    <a:pt x="6643" y="8496"/>
                  </a:lnTo>
                  <a:lnTo>
                    <a:pt x="5368" y="8033"/>
                  </a:lnTo>
                  <a:lnTo>
                    <a:pt x="5639" y="7878"/>
                  </a:lnTo>
                  <a:lnTo>
                    <a:pt x="5870" y="7685"/>
                  </a:lnTo>
                  <a:lnTo>
                    <a:pt x="6063" y="7454"/>
                  </a:lnTo>
                  <a:lnTo>
                    <a:pt x="6218" y="7183"/>
                  </a:lnTo>
                  <a:lnTo>
                    <a:pt x="6334" y="6874"/>
                  </a:lnTo>
                  <a:lnTo>
                    <a:pt x="6334" y="6720"/>
                  </a:lnTo>
                  <a:lnTo>
                    <a:pt x="6334" y="6527"/>
                  </a:lnTo>
                  <a:lnTo>
                    <a:pt x="6334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5" y="5948"/>
                  </a:lnTo>
                  <a:lnTo>
                    <a:pt x="5870" y="5870"/>
                  </a:lnTo>
                  <a:lnTo>
                    <a:pt x="5716" y="5832"/>
                  </a:lnTo>
                  <a:lnTo>
                    <a:pt x="5561" y="5870"/>
                  </a:lnTo>
                  <a:lnTo>
                    <a:pt x="5407" y="5909"/>
                  </a:lnTo>
                  <a:lnTo>
                    <a:pt x="5253" y="5986"/>
                  </a:lnTo>
                  <a:lnTo>
                    <a:pt x="5137" y="6063"/>
                  </a:lnTo>
                  <a:lnTo>
                    <a:pt x="4905" y="6334"/>
                  </a:lnTo>
                  <a:lnTo>
                    <a:pt x="4751" y="6643"/>
                  </a:lnTo>
                  <a:lnTo>
                    <a:pt x="4635" y="7029"/>
                  </a:lnTo>
                  <a:lnTo>
                    <a:pt x="4635" y="7222"/>
                  </a:lnTo>
                  <a:lnTo>
                    <a:pt x="4635" y="7415"/>
                  </a:lnTo>
                  <a:lnTo>
                    <a:pt x="4635" y="7608"/>
                  </a:lnTo>
                  <a:lnTo>
                    <a:pt x="4712" y="7762"/>
                  </a:lnTo>
                  <a:lnTo>
                    <a:pt x="4094" y="7454"/>
                  </a:lnTo>
                  <a:lnTo>
                    <a:pt x="3824" y="7299"/>
                  </a:lnTo>
                  <a:lnTo>
                    <a:pt x="3553" y="7106"/>
                  </a:lnTo>
                  <a:lnTo>
                    <a:pt x="3322" y="6874"/>
                  </a:lnTo>
                  <a:lnTo>
                    <a:pt x="3090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2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3" y="5986"/>
                  </a:lnTo>
                  <a:lnTo>
                    <a:pt x="4249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9" y="5407"/>
                  </a:lnTo>
                  <a:lnTo>
                    <a:pt x="4557" y="5214"/>
                  </a:lnTo>
                  <a:lnTo>
                    <a:pt x="4519" y="5059"/>
                  </a:lnTo>
                  <a:lnTo>
                    <a:pt x="4480" y="4866"/>
                  </a:lnTo>
                  <a:lnTo>
                    <a:pt x="4403" y="4712"/>
                  </a:lnTo>
                  <a:lnTo>
                    <a:pt x="4287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1" y="4364"/>
                  </a:lnTo>
                  <a:lnTo>
                    <a:pt x="3708" y="4364"/>
                  </a:lnTo>
                  <a:lnTo>
                    <a:pt x="3553" y="4403"/>
                  </a:lnTo>
                  <a:lnTo>
                    <a:pt x="3399" y="4442"/>
                  </a:lnTo>
                  <a:lnTo>
                    <a:pt x="3245" y="4519"/>
                  </a:lnTo>
                  <a:lnTo>
                    <a:pt x="3090" y="4635"/>
                  </a:lnTo>
                  <a:lnTo>
                    <a:pt x="2820" y="4905"/>
                  </a:lnTo>
                  <a:lnTo>
                    <a:pt x="2588" y="5214"/>
                  </a:lnTo>
                  <a:lnTo>
                    <a:pt x="2434" y="5561"/>
                  </a:lnTo>
                  <a:lnTo>
                    <a:pt x="2395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6" y="4326"/>
                  </a:lnTo>
                  <a:lnTo>
                    <a:pt x="2047" y="3940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5" y="2318"/>
                  </a:lnTo>
                  <a:lnTo>
                    <a:pt x="2356" y="2511"/>
                  </a:lnTo>
                  <a:lnTo>
                    <a:pt x="2588" y="2627"/>
                  </a:lnTo>
                  <a:lnTo>
                    <a:pt x="2820" y="2743"/>
                  </a:lnTo>
                  <a:lnTo>
                    <a:pt x="3129" y="2781"/>
                  </a:lnTo>
                  <a:lnTo>
                    <a:pt x="3283" y="2743"/>
                  </a:lnTo>
                  <a:lnTo>
                    <a:pt x="3476" y="2704"/>
                  </a:lnTo>
                  <a:lnTo>
                    <a:pt x="3631" y="2627"/>
                  </a:lnTo>
                  <a:lnTo>
                    <a:pt x="3785" y="2549"/>
                  </a:lnTo>
                  <a:lnTo>
                    <a:pt x="3901" y="2434"/>
                  </a:lnTo>
                  <a:lnTo>
                    <a:pt x="4017" y="2279"/>
                  </a:lnTo>
                  <a:lnTo>
                    <a:pt x="4094" y="2125"/>
                  </a:lnTo>
                  <a:lnTo>
                    <a:pt x="4133" y="1970"/>
                  </a:lnTo>
                  <a:lnTo>
                    <a:pt x="4094" y="1777"/>
                  </a:lnTo>
                  <a:lnTo>
                    <a:pt x="4055" y="1623"/>
                  </a:lnTo>
                  <a:lnTo>
                    <a:pt x="4017" y="1507"/>
                  </a:lnTo>
                  <a:lnTo>
                    <a:pt x="3901" y="1352"/>
                  </a:lnTo>
                  <a:lnTo>
                    <a:pt x="3785" y="1237"/>
                  </a:lnTo>
                  <a:lnTo>
                    <a:pt x="3631" y="1159"/>
                  </a:lnTo>
                  <a:lnTo>
                    <a:pt x="3515" y="1121"/>
                  </a:lnTo>
                  <a:lnTo>
                    <a:pt x="3322" y="1082"/>
                  </a:lnTo>
                  <a:lnTo>
                    <a:pt x="3167" y="1043"/>
                  </a:lnTo>
                  <a:lnTo>
                    <a:pt x="3013" y="1082"/>
                  </a:lnTo>
                  <a:lnTo>
                    <a:pt x="2743" y="1159"/>
                  </a:lnTo>
                  <a:lnTo>
                    <a:pt x="2472" y="1314"/>
                  </a:lnTo>
                  <a:lnTo>
                    <a:pt x="2241" y="1545"/>
                  </a:lnTo>
                  <a:lnTo>
                    <a:pt x="2511" y="78"/>
                  </a:lnTo>
                  <a:lnTo>
                    <a:pt x="220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1" name="Google Shape;5581;p22"/>
            <p:cNvSpPr/>
            <p:nvPr/>
          </p:nvSpPr>
          <p:spPr>
            <a:xfrm>
              <a:off x="3971200" y="2394575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32" y="1"/>
                  </a:moveTo>
                  <a:lnTo>
                    <a:pt x="117" y="39"/>
                  </a:lnTo>
                  <a:lnTo>
                    <a:pt x="1" y="155"/>
                  </a:lnTo>
                  <a:lnTo>
                    <a:pt x="1" y="271"/>
                  </a:lnTo>
                  <a:lnTo>
                    <a:pt x="1" y="387"/>
                  </a:lnTo>
                  <a:lnTo>
                    <a:pt x="310" y="889"/>
                  </a:lnTo>
                  <a:lnTo>
                    <a:pt x="657" y="1391"/>
                  </a:lnTo>
                  <a:lnTo>
                    <a:pt x="1005" y="1893"/>
                  </a:lnTo>
                  <a:lnTo>
                    <a:pt x="1352" y="2356"/>
                  </a:lnTo>
                  <a:lnTo>
                    <a:pt x="1777" y="2781"/>
                  </a:lnTo>
                  <a:lnTo>
                    <a:pt x="2202" y="3206"/>
                  </a:lnTo>
                  <a:lnTo>
                    <a:pt x="2665" y="3592"/>
                  </a:lnTo>
                  <a:lnTo>
                    <a:pt x="3167" y="3901"/>
                  </a:lnTo>
                  <a:lnTo>
                    <a:pt x="3515" y="3785"/>
                  </a:lnTo>
                  <a:lnTo>
                    <a:pt x="2742" y="3013"/>
                  </a:lnTo>
                  <a:lnTo>
                    <a:pt x="2009" y="2240"/>
                  </a:lnTo>
                  <a:lnTo>
                    <a:pt x="1314" y="1429"/>
                  </a:lnTo>
                  <a:lnTo>
                    <a:pt x="1005" y="1005"/>
                  </a:lnTo>
                  <a:lnTo>
                    <a:pt x="696" y="580"/>
                  </a:lnTo>
                  <a:lnTo>
                    <a:pt x="1584" y="696"/>
                  </a:lnTo>
                  <a:lnTo>
                    <a:pt x="2472" y="889"/>
                  </a:lnTo>
                  <a:lnTo>
                    <a:pt x="2974" y="1043"/>
                  </a:lnTo>
                  <a:lnTo>
                    <a:pt x="3476" y="1236"/>
                  </a:lnTo>
                  <a:lnTo>
                    <a:pt x="3978" y="1391"/>
                  </a:lnTo>
                  <a:lnTo>
                    <a:pt x="4480" y="1507"/>
                  </a:lnTo>
                  <a:lnTo>
                    <a:pt x="4557" y="1507"/>
                  </a:lnTo>
                  <a:lnTo>
                    <a:pt x="4634" y="1584"/>
                  </a:lnTo>
                  <a:lnTo>
                    <a:pt x="4789" y="1584"/>
                  </a:lnTo>
                  <a:lnTo>
                    <a:pt x="4866" y="1507"/>
                  </a:lnTo>
                  <a:lnTo>
                    <a:pt x="4943" y="1429"/>
                  </a:lnTo>
                  <a:lnTo>
                    <a:pt x="4596" y="1159"/>
                  </a:lnTo>
                  <a:lnTo>
                    <a:pt x="4132" y="889"/>
                  </a:lnTo>
                  <a:lnTo>
                    <a:pt x="3592" y="657"/>
                  </a:lnTo>
                  <a:lnTo>
                    <a:pt x="3051" y="464"/>
                  </a:lnTo>
                  <a:lnTo>
                    <a:pt x="2511" y="310"/>
                  </a:lnTo>
                  <a:lnTo>
                    <a:pt x="1893" y="194"/>
                  </a:lnTo>
                  <a:lnTo>
                    <a:pt x="1314" y="117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2" name="Google Shape;5582;p22"/>
            <p:cNvSpPr/>
            <p:nvPr/>
          </p:nvSpPr>
          <p:spPr>
            <a:xfrm>
              <a:off x="591450" y="239845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32"/>
                  </a:lnTo>
                  <a:lnTo>
                    <a:pt x="1120" y="425"/>
                  </a:lnTo>
                  <a:lnTo>
                    <a:pt x="850" y="657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26"/>
                  </a:lnTo>
                  <a:lnTo>
                    <a:pt x="0" y="3012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52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30"/>
                  </a:lnTo>
                  <a:lnTo>
                    <a:pt x="463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776"/>
                  </a:lnTo>
                  <a:lnTo>
                    <a:pt x="888" y="1545"/>
                  </a:lnTo>
                  <a:lnTo>
                    <a:pt x="1043" y="1313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2"/>
                  </a:lnTo>
                  <a:lnTo>
                    <a:pt x="1854" y="657"/>
                  </a:lnTo>
                  <a:lnTo>
                    <a:pt x="2124" y="541"/>
                  </a:lnTo>
                  <a:lnTo>
                    <a:pt x="2433" y="502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2"/>
                  </a:lnTo>
                  <a:lnTo>
                    <a:pt x="3360" y="966"/>
                  </a:lnTo>
                  <a:lnTo>
                    <a:pt x="3514" y="1159"/>
                  </a:lnTo>
                  <a:lnTo>
                    <a:pt x="3591" y="1390"/>
                  </a:lnTo>
                  <a:lnTo>
                    <a:pt x="3668" y="1661"/>
                  </a:lnTo>
                  <a:lnTo>
                    <a:pt x="4132" y="1545"/>
                  </a:lnTo>
                  <a:lnTo>
                    <a:pt x="4016" y="1159"/>
                  </a:lnTo>
                  <a:lnTo>
                    <a:pt x="3823" y="811"/>
                  </a:lnTo>
                  <a:lnTo>
                    <a:pt x="3630" y="502"/>
                  </a:lnTo>
                  <a:lnTo>
                    <a:pt x="3398" y="270"/>
                  </a:lnTo>
                  <a:lnTo>
                    <a:pt x="3244" y="155"/>
                  </a:lnTo>
                  <a:lnTo>
                    <a:pt x="3089" y="77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3" name="Google Shape;5583;p22"/>
            <p:cNvSpPr/>
            <p:nvPr/>
          </p:nvSpPr>
          <p:spPr>
            <a:xfrm>
              <a:off x="456275" y="2399400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80"/>
                  </a:lnTo>
                  <a:lnTo>
                    <a:pt x="12280" y="657"/>
                  </a:lnTo>
                  <a:lnTo>
                    <a:pt x="12628" y="850"/>
                  </a:lnTo>
                  <a:lnTo>
                    <a:pt x="12898" y="1159"/>
                  </a:lnTo>
                  <a:lnTo>
                    <a:pt x="13130" y="1507"/>
                  </a:lnTo>
                  <a:lnTo>
                    <a:pt x="13323" y="1854"/>
                  </a:lnTo>
                  <a:lnTo>
                    <a:pt x="13478" y="2240"/>
                  </a:lnTo>
                  <a:lnTo>
                    <a:pt x="13632" y="2665"/>
                  </a:lnTo>
                  <a:lnTo>
                    <a:pt x="13825" y="3438"/>
                  </a:lnTo>
                  <a:lnTo>
                    <a:pt x="13825" y="3438"/>
                  </a:lnTo>
                  <a:lnTo>
                    <a:pt x="13091" y="3013"/>
                  </a:lnTo>
                  <a:lnTo>
                    <a:pt x="12705" y="2781"/>
                  </a:lnTo>
                  <a:lnTo>
                    <a:pt x="12358" y="2472"/>
                  </a:lnTo>
                  <a:lnTo>
                    <a:pt x="12010" y="2125"/>
                  </a:lnTo>
                  <a:lnTo>
                    <a:pt x="11817" y="1932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734"/>
                  </a:lnTo>
                  <a:lnTo>
                    <a:pt x="11740" y="619"/>
                  </a:lnTo>
                  <a:lnTo>
                    <a:pt x="11856" y="541"/>
                  </a:lnTo>
                  <a:lnTo>
                    <a:pt x="11972" y="503"/>
                  </a:lnTo>
                  <a:close/>
                  <a:moveTo>
                    <a:pt x="16219" y="1584"/>
                  </a:moveTo>
                  <a:lnTo>
                    <a:pt x="16296" y="1623"/>
                  </a:lnTo>
                  <a:lnTo>
                    <a:pt x="16412" y="1661"/>
                  </a:lnTo>
                  <a:lnTo>
                    <a:pt x="16490" y="1738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56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74"/>
                  </a:lnTo>
                  <a:lnTo>
                    <a:pt x="15949" y="3206"/>
                  </a:lnTo>
                  <a:lnTo>
                    <a:pt x="15563" y="3399"/>
                  </a:lnTo>
                  <a:lnTo>
                    <a:pt x="15138" y="3553"/>
                  </a:lnTo>
                  <a:lnTo>
                    <a:pt x="14713" y="3669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2" y="3360"/>
                  </a:lnTo>
                  <a:lnTo>
                    <a:pt x="14636" y="2974"/>
                  </a:lnTo>
                  <a:lnTo>
                    <a:pt x="14829" y="2627"/>
                  </a:lnTo>
                  <a:lnTo>
                    <a:pt x="15099" y="2279"/>
                  </a:lnTo>
                  <a:lnTo>
                    <a:pt x="15408" y="1970"/>
                  </a:lnTo>
                  <a:lnTo>
                    <a:pt x="15640" y="1816"/>
                  </a:lnTo>
                  <a:lnTo>
                    <a:pt x="15872" y="1661"/>
                  </a:lnTo>
                  <a:lnTo>
                    <a:pt x="16103" y="1623"/>
                  </a:lnTo>
                  <a:lnTo>
                    <a:pt x="16219" y="1584"/>
                  </a:lnTo>
                  <a:close/>
                  <a:moveTo>
                    <a:pt x="13825" y="4287"/>
                  </a:moveTo>
                  <a:lnTo>
                    <a:pt x="13671" y="4557"/>
                  </a:lnTo>
                  <a:lnTo>
                    <a:pt x="13478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5" y="5870"/>
                  </a:lnTo>
                  <a:lnTo>
                    <a:pt x="10968" y="5793"/>
                  </a:lnTo>
                  <a:lnTo>
                    <a:pt x="10929" y="5716"/>
                  </a:lnTo>
                  <a:lnTo>
                    <a:pt x="10890" y="5639"/>
                  </a:lnTo>
                  <a:lnTo>
                    <a:pt x="10890" y="5445"/>
                  </a:lnTo>
                  <a:lnTo>
                    <a:pt x="10968" y="5252"/>
                  </a:lnTo>
                  <a:lnTo>
                    <a:pt x="11122" y="5098"/>
                  </a:lnTo>
                  <a:lnTo>
                    <a:pt x="11277" y="4943"/>
                  </a:lnTo>
                  <a:lnTo>
                    <a:pt x="11547" y="4750"/>
                  </a:lnTo>
                  <a:lnTo>
                    <a:pt x="11817" y="4635"/>
                  </a:lnTo>
                  <a:lnTo>
                    <a:pt x="12087" y="4557"/>
                  </a:lnTo>
                  <a:lnTo>
                    <a:pt x="12628" y="4480"/>
                  </a:lnTo>
                  <a:lnTo>
                    <a:pt x="13246" y="4403"/>
                  </a:lnTo>
                  <a:lnTo>
                    <a:pt x="13555" y="4364"/>
                  </a:lnTo>
                  <a:lnTo>
                    <a:pt x="13825" y="4287"/>
                  </a:lnTo>
                  <a:close/>
                  <a:moveTo>
                    <a:pt x="14404" y="4248"/>
                  </a:moveTo>
                  <a:lnTo>
                    <a:pt x="15099" y="4596"/>
                  </a:lnTo>
                  <a:lnTo>
                    <a:pt x="15408" y="4789"/>
                  </a:lnTo>
                  <a:lnTo>
                    <a:pt x="15717" y="4982"/>
                  </a:lnTo>
                  <a:lnTo>
                    <a:pt x="15910" y="5137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44" y="5986"/>
                  </a:lnTo>
                  <a:lnTo>
                    <a:pt x="16876" y="6334"/>
                  </a:lnTo>
                  <a:lnTo>
                    <a:pt x="16992" y="6681"/>
                  </a:lnTo>
                  <a:lnTo>
                    <a:pt x="16992" y="6836"/>
                  </a:lnTo>
                  <a:lnTo>
                    <a:pt x="16992" y="6990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8"/>
                  </a:lnTo>
                  <a:lnTo>
                    <a:pt x="16374" y="7338"/>
                  </a:lnTo>
                  <a:lnTo>
                    <a:pt x="16142" y="7222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370" y="6565"/>
                  </a:lnTo>
                  <a:lnTo>
                    <a:pt x="15061" y="6141"/>
                  </a:lnTo>
                  <a:lnTo>
                    <a:pt x="14829" y="5716"/>
                  </a:lnTo>
                  <a:lnTo>
                    <a:pt x="14636" y="5252"/>
                  </a:lnTo>
                  <a:lnTo>
                    <a:pt x="14520" y="4750"/>
                  </a:lnTo>
                  <a:lnTo>
                    <a:pt x="14404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70" y="117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06" y="619"/>
                  </a:lnTo>
                  <a:lnTo>
                    <a:pt x="10929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68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33" y="2742"/>
                  </a:lnTo>
                  <a:lnTo>
                    <a:pt x="12396" y="3090"/>
                  </a:lnTo>
                  <a:lnTo>
                    <a:pt x="12860" y="3399"/>
                  </a:lnTo>
                  <a:lnTo>
                    <a:pt x="12860" y="3399"/>
                  </a:lnTo>
                  <a:lnTo>
                    <a:pt x="12049" y="3283"/>
                  </a:lnTo>
                  <a:lnTo>
                    <a:pt x="11199" y="3283"/>
                  </a:lnTo>
                  <a:lnTo>
                    <a:pt x="10388" y="3322"/>
                  </a:lnTo>
                  <a:lnTo>
                    <a:pt x="9616" y="3476"/>
                  </a:lnTo>
                  <a:lnTo>
                    <a:pt x="9655" y="3013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623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90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87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52"/>
                  </a:lnTo>
                  <a:lnTo>
                    <a:pt x="5407" y="5561"/>
                  </a:lnTo>
                  <a:lnTo>
                    <a:pt x="4596" y="6218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082" y="10156"/>
                  </a:lnTo>
                  <a:lnTo>
                    <a:pt x="503" y="10967"/>
                  </a:lnTo>
                  <a:lnTo>
                    <a:pt x="1" y="11778"/>
                  </a:lnTo>
                  <a:lnTo>
                    <a:pt x="348" y="12049"/>
                  </a:lnTo>
                  <a:lnTo>
                    <a:pt x="1546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79"/>
                  </a:lnTo>
                  <a:lnTo>
                    <a:pt x="6257" y="5561"/>
                  </a:lnTo>
                  <a:lnTo>
                    <a:pt x="7106" y="5059"/>
                  </a:lnTo>
                  <a:lnTo>
                    <a:pt x="7994" y="4596"/>
                  </a:lnTo>
                  <a:lnTo>
                    <a:pt x="8458" y="4441"/>
                  </a:lnTo>
                  <a:lnTo>
                    <a:pt x="8921" y="4248"/>
                  </a:lnTo>
                  <a:lnTo>
                    <a:pt x="9423" y="4133"/>
                  </a:lnTo>
                  <a:lnTo>
                    <a:pt x="9886" y="4017"/>
                  </a:lnTo>
                  <a:lnTo>
                    <a:pt x="10388" y="3901"/>
                  </a:lnTo>
                  <a:lnTo>
                    <a:pt x="10852" y="3862"/>
                  </a:lnTo>
                  <a:lnTo>
                    <a:pt x="11354" y="3824"/>
                  </a:lnTo>
                  <a:lnTo>
                    <a:pt x="11856" y="3824"/>
                  </a:lnTo>
                  <a:lnTo>
                    <a:pt x="12358" y="3862"/>
                  </a:lnTo>
                  <a:lnTo>
                    <a:pt x="12860" y="3901"/>
                  </a:lnTo>
                  <a:lnTo>
                    <a:pt x="12319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57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6" y="5291"/>
                  </a:lnTo>
                  <a:lnTo>
                    <a:pt x="10388" y="5523"/>
                  </a:lnTo>
                  <a:lnTo>
                    <a:pt x="10388" y="5754"/>
                  </a:lnTo>
                  <a:lnTo>
                    <a:pt x="10427" y="5947"/>
                  </a:lnTo>
                  <a:lnTo>
                    <a:pt x="10581" y="6179"/>
                  </a:lnTo>
                  <a:lnTo>
                    <a:pt x="10659" y="6256"/>
                  </a:lnTo>
                  <a:lnTo>
                    <a:pt x="10775" y="6334"/>
                  </a:lnTo>
                  <a:lnTo>
                    <a:pt x="11006" y="6411"/>
                  </a:lnTo>
                  <a:lnTo>
                    <a:pt x="11277" y="6449"/>
                  </a:lnTo>
                  <a:lnTo>
                    <a:pt x="11585" y="6411"/>
                  </a:lnTo>
                  <a:lnTo>
                    <a:pt x="11856" y="6372"/>
                  </a:lnTo>
                  <a:lnTo>
                    <a:pt x="12165" y="6256"/>
                  </a:lnTo>
                  <a:lnTo>
                    <a:pt x="12628" y="6063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716"/>
                  </a:lnTo>
                  <a:lnTo>
                    <a:pt x="14057" y="4866"/>
                  </a:lnTo>
                  <a:lnTo>
                    <a:pt x="14211" y="5407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4" y="6874"/>
                  </a:lnTo>
                  <a:lnTo>
                    <a:pt x="15177" y="7067"/>
                  </a:lnTo>
                  <a:lnTo>
                    <a:pt x="15408" y="7299"/>
                  </a:lnTo>
                  <a:lnTo>
                    <a:pt x="15679" y="7492"/>
                  </a:lnTo>
                  <a:lnTo>
                    <a:pt x="15988" y="7685"/>
                  </a:lnTo>
                  <a:lnTo>
                    <a:pt x="16296" y="7801"/>
                  </a:lnTo>
                  <a:lnTo>
                    <a:pt x="16605" y="7878"/>
                  </a:lnTo>
                  <a:lnTo>
                    <a:pt x="16760" y="7878"/>
                  </a:lnTo>
                  <a:lnTo>
                    <a:pt x="16876" y="7840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47"/>
                  </a:lnTo>
                  <a:lnTo>
                    <a:pt x="17378" y="7531"/>
                  </a:lnTo>
                  <a:lnTo>
                    <a:pt x="17416" y="7376"/>
                  </a:lnTo>
                  <a:lnTo>
                    <a:pt x="17455" y="7260"/>
                  </a:lnTo>
                  <a:lnTo>
                    <a:pt x="17493" y="6951"/>
                  </a:lnTo>
                  <a:lnTo>
                    <a:pt x="17416" y="6604"/>
                  </a:lnTo>
                  <a:lnTo>
                    <a:pt x="17300" y="6295"/>
                  </a:lnTo>
                  <a:lnTo>
                    <a:pt x="17185" y="5986"/>
                  </a:lnTo>
                  <a:lnTo>
                    <a:pt x="17030" y="5716"/>
                  </a:lnTo>
                  <a:lnTo>
                    <a:pt x="16876" y="5484"/>
                  </a:lnTo>
                  <a:lnTo>
                    <a:pt x="16683" y="5252"/>
                  </a:lnTo>
                  <a:lnTo>
                    <a:pt x="16490" y="5021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46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65"/>
                  </a:lnTo>
                  <a:lnTo>
                    <a:pt x="17107" y="2434"/>
                  </a:lnTo>
                  <a:lnTo>
                    <a:pt x="17146" y="2163"/>
                  </a:lnTo>
                  <a:lnTo>
                    <a:pt x="17107" y="1932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59"/>
                  </a:lnTo>
                  <a:lnTo>
                    <a:pt x="15910" y="1198"/>
                  </a:lnTo>
                  <a:lnTo>
                    <a:pt x="15679" y="1236"/>
                  </a:lnTo>
                  <a:lnTo>
                    <a:pt x="15447" y="1352"/>
                  </a:lnTo>
                  <a:lnTo>
                    <a:pt x="15254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7" y="2588"/>
                  </a:lnTo>
                  <a:lnTo>
                    <a:pt x="14095" y="3013"/>
                  </a:lnTo>
                  <a:lnTo>
                    <a:pt x="13941" y="2434"/>
                  </a:lnTo>
                  <a:lnTo>
                    <a:pt x="13748" y="1893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8" y="117"/>
                  </a:lnTo>
                  <a:lnTo>
                    <a:pt x="12087" y="39"/>
                  </a:lnTo>
                  <a:lnTo>
                    <a:pt x="118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4" name="Google Shape;5584;p22"/>
            <p:cNvSpPr/>
            <p:nvPr/>
          </p:nvSpPr>
          <p:spPr>
            <a:xfrm>
              <a:off x="5396100" y="2441875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6" y="1159"/>
                  </a:lnTo>
                  <a:lnTo>
                    <a:pt x="1390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5" y="1816"/>
                  </a:lnTo>
                  <a:lnTo>
                    <a:pt x="386" y="1700"/>
                  </a:lnTo>
                  <a:lnTo>
                    <a:pt x="348" y="1584"/>
                  </a:lnTo>
                  <a:lnTo>
                    <a:pt x="386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1" y="1623"/>
                  </a:lnTo>
                  <a:lnTo>
                    <a:pt x="3669" y="1700"/>
                  </a:lnTo>
                  <a:lnTo>
                    <a:pt x="3746" y="1816"/>
                  </a:lnTo>
                  <a:lnTo>
                    <a:pt x="3746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8" y="2356"/>
                  </a:lnTo>
                  <a:lnTo>
                    <a:pt x="3205" y="2434"/>
                  </a:lnTo>
                  <a:lnTo>
                    <a:pt x="3012" y="2395"/>
                  </a:lnTo>
                  <a:lnTo>
                    <a:pt x="2819" y="2356"/>
                  </a:lnTo>
                  <a:lnTo>
                    <a:pt x="2626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0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89" y="1468"/>
                  </a:lnTo>
                  <a:close/>
                  <a:moveTo>
                    <a:pt x="3746" y="4750"/>
                  </a:moveTo>
                  <a:lnTo>
                    <a:pt x="3900" y="4789"/>
                  </a:lnTo>
                  <a:lnTo>
                    <a:pt x="4016" y="4828"/>
                  </a:lnTo>
                  <a:lnTo>
                    <a:pt x="4093" y="4944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2" y="5368"/>
                  </a:lnTo>
                  <a:lnTo>
                    <a:pt x="4093" y="5484"/>
                  </a:lnTo>
                  <a:lnTo>
                    <a:pt x="3978" y="5600"/>
                  </a:lnTo>
                  <a:lnTo>
                    <a:pt x="3784" y="5754"/>
                  </a:lnTo>
                  <a:lnTo>
                    <a:pt x="3514" y="5870"/>
                  </a:lnTo>
                  <a:lnTo>
                    <a:pt x="3128" y="5870"/>
                  </a:lnTo>
                  <a:lnTo>
                    <a:pt x="2742" y="5793"/>
                  </a:lnTo>
                  <a:lnTo>
                    <a:pt x="2935" y="5368"/>
                  </a:lnTo>
                  <a:lnTo>
                    <a:pt x="3051" y="5214"/>
                  </a:lnTo>
                  <a:lnTo>
                    <a:pt x="3205" y="5021"/>
                  </a:lnTo>
                  <a:lnTo>
                    <a:pt x="3476" y="4866"/>
                  </a:lnTo>
                  <a:lnTo>
                    <a:pt x="3630" y="4789"/>
                  </a:lnTo>
                  <a:lnTo>
                    <a:pt x="3746" y="4750"/>
                  </a:lnTo>
                  <a:close/>
                  <a:moveTo>
                    <a:pt x="1120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2" y="6102"/>
                  </a:lnTo>
                  <a:lnTo>
                    <a:pt x="1429" y="6256"/>
                  </a:lnTo>
                  <a:lnTo>
                    <a:pt x="1236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5" y="6334"/>
                  </a:lnTo>
                  <a:lnTo>
                    <a:pt x="502" y="6179"/>
                  </a:lnTo>
                  <a:lnTo>
                    <a:pt x="425" y="6025"/>
                  </a:lnTo>
                  <a:lnTo>
                    <a:pt x="425" y="5909"/>
                  </a:lnTo>
                  <a:lnTo>
                    <a:pt x="464" y="5754"/>
                  </a:lnTo>
                  <a:lnTo>
                    <a:pt x="579" y="5677"/>
                  </a:lnTo>
                  <a:lnTo>
                    <a:pt x="695" y="5600"/>
                  </a:lnTo>
                  <a:lnTo>
                    <a:pt x="850" y="5523"/>
                  </a:lnTo>
                  <a:close/>
                  <a:moveTo>
                    <a:pt x="5715" y="6218"/>
                  </a:moveTo>
                  <a:lnTo>
                    <a:pt x="5870" y="6334"/>
                  </a:lnTo>
                  <a:lnTo>
                    <a:pt x="5947" y="6411"/>
                  </a:lnTo>
                  <a:lnTo>
                    <a:pt x="5986" y="6527"/>
                  </a:lnTo>
                  <a:lnTo>
                    <a:pt x="6024" y="6681"/>
                  </a:lnTo>
                  <a:lnTo>
                    <a:pt x="5986" y="6797"/>
                  </a:lnTo>
                  <a:lnTo>
                    <a:pt x="5908" y="7067"/>
                  </a:lnTo>
                  <a:lnTo>
                    <a:pt x="5792" y="7260"/>
                  </a:lnTo>
                  <a:lnTo>
                    <a:pt x="5677" y="7492"/>
                  </a:lnTo>
                  <a:lnTo>
                    <a:pt x="5484" y="7647"/>
                  </a:lnTo>
                  <a:lnTo>
                    <a:pt x="5290" y="7801"/>
                  </a:lnTo>
                  <a:lnTo>
                    <a:pt x="5059" y="7917"/>
                  </a:lnTo>
                  <a:lnTo>
                    <a:pt x="5097" y="7878"/>
                  </a:lnTo>
                  <a:lnTo>
                    <a:pt x="5020" y="7415"/>
                  </a:lnTo>
                  <a:lnTo>
                    <a:pt x="4982" y="7183"/>
                  </a:lnTo>
                  <a:lnTo>
                    <a:pt x="5020" y="6952"/>
                  </a:lnTo>
                  <a:lnTo>
                    <a:pt x="5136" y="6681"/>
                  </a:lnTo>
                  <a:lnTo>
                    <a:pt x="5213" y="6527"/>
                  </a:lnTo>
                  <a:lnTo>
                    <a:pt x="5329" y="6372"/>
                  </a:lnTo>
                  <a:lnTo>
                    <a:pt x="5445" y="6256"/>
                  </a:lnTo>
                  <a:lnTo>
                    <a:pt x="5599" y="6218"/>
                  </a:lnTo>
                  <a:close/>
                  <a:moveTo>
                    <a:pt x="8959" y="8071"/>
                  </a:moveTo>
                  <a:lnTo>
                    <a:pt x="9152" y="8110"/>
                  </a:lnTo>
                  <a:lnTo>
                    <a:pt x="9268" y="8187"/>
                  </a:lnTo>
                  <a:lnTo>
                    <a:pt x="9345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1"/>
                  </a:lnTo>
                  <a:lnTo>
                    <a:pt x="9268" y="8921"/>
                  </a:lnTo>
                  <a:lnTo>
                    <a:pt x="9036" y="9153"/>
                  </a:lnTo>
                  <a:lnTo>
                    <a:pt x="8804" y="9346"/>
                  </a:lnTo>
                  <a:lnTo>
                    <a:pt x="8689" y="9384"/>
                  </a:lnTo>
                  <a:lnTo>
                    <a:pt x="8611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1" y="9346"/>
                  </a:lnTo>
                  <a:lnTo>
                    <a:pt x="8264" y="9346"/>
                  </a:lnTo>
                  <a:lnTo>
                    <a:pt x="8225" y="8959"/>
                  </a:lnTo>
                  <a:lnTo>
                    <a:pt x="8225" y="8766"/>
                  </a:lnTo>
                  <a:lnTo>
                    <a:pt x="8264" y="8573"/>
                  </a:lnTo>
                  <a:lnTo>
                    <a:pt x="8341" y="8342"/>
                  </a:lnTo>
                  <a:lnTo>
                    <a:pt x="8496" y="8187"/>
                  </a:lnTo>
                  <a:lnTo>
                    <a:pt x="8727" y="8110"/>
                  </a:lnTo>
                  <a:lnTo>
                    <a:pt x="8843" y="8071"/>
                  </a:lnTo>
                  <a:close/>
                  <a:moveTo>
                    <a:pt x="4943" y="8380"/>
                  </a:moveTo>
                  <a:lnTo>
                    <a:pt x="4943" y="8419"/>
                  </a:lnTo>
                  <a:lnTo>
                    <a:pt x="4750" y="8805"/>
                  </a:lnTo>
                  <a:lnTo>
                    <a:pt x="4595" y="8959"/>
                  </a:lnTo>
                  <a:lnTo>
                    <a:pt x="4441" y="9153"/>
                  </a:lnTo>
                  <a:lnTo>
                    <a:pt x="4209" y="9307"/>
                  </a:lnTo>
                  <a:lnTo>
                    <a:pt x="3939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8" y="9346"/>
                  </a:lnTo>
                  <a:lnTo>
                    <a:pt x="3321" y="9191"/>
                  </a:lnTo>
                  <a:lnTo>
                    <a:pt x="3321" y="9075"/>
                  </a:lnTo>
                  <a:lnTo>
                    <a:pt x="3321" y="8959"/>
                  </a:lnTo>
                  <a:lnTo>
                    <a:pt x="3398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4" y="8457"/>
                  </a:lnTo>
                  <a:lnTo>
                    <a:pt x="4055" y="8380"/>
                  </a:lnTo>
                  <a:lnTo>
                    <a:pt x="4325" y="8380"/>
                  </a:lnTo>
                  <a:lnTo>
                    <a:pt x="4904" y="8419"/>
                  </a:lnTo>
                  <a:lnTo>
                    <a:pt x="4943" y="8380"/>
                  </a:lnTo>
                  <a:close/>
                  <a:moveTo>
                    <a:pt x="7994" y="10002"/>
                  </a:moveTo>
                  <a:lnTo>
                    <a:pt x="7955" y="10195"/>
                  </a:lnTo>
                  <a:lnTo>
                    <a:pt x="7916" y="10350"/>
                  </a:lnTo>
                  <a:lnTo>
                    <a:pt x="7839" y="10543"/>
                  </a:lnTo>
                  <a:lnTo>
                    <a:pt x="7723" y="10697"/>
                  </a:lnTo>
                  <a:lnTo>
                    <a:pt x="7607" y="10813"/>
                  </a:lnTo>
                  <a:lnTo>
                    <a:pt x="7492" y="10929"/>
                  </a:lnTo>
                  <a:lnTo>
                    <a:pt x="7337" y="11045"/>
                  </a:lnTo>
                  <a:lnTo>
                    <a:pt x="7144" y="11083"/>
                  </a:lnTo>
                  <a:lnTo>
                    <a:pt x="6951" y="11122"/>
                  </a:lnTo>
                  <a:lnTo>
                    <a:pt x="6796" y="11083"/>
                  </a:lnTo>
                  <a:lnTo>
                    <a:pt x="6719" y="11045"/>
                  </a:lnTo>
                  <a:lnTo>
                    <a:pt x="6681" y="10967"/>
                  </a:lnTo>
                  <a:lnTo>
                    <a:pt x="6642" y="10890"/>
                  </a:lnTo>
                  <a:lnTo>
                    <a:pt x="6603" y="10813"/>
                  </a:lnTo>
                  <a:lnTo>
                    <a:pt x="6642" y="10620"/>
                  </a:lnTo>
                  <a:lnTo>
                    <a:pt x="6719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1" y="10157"/>
                  </a:lnTo>
                  <a:lnTo>
                    <a:pt x="7492" y="10079"/>
                  </a:lnTo>
                  <a:lnTo>
                    <a:pt x="7723" y="10041"/>
                  </a:lnTo>
                  <a:lnTo>
                    <a:pt x="7994" y="10002"/>
                  </a:lnTo>
                  <a:close/>
                  <a:moveTo>
                    <a:pt x="2201" y="1"/>
                  </a:moveTo>
                  <a:lnTo>
                    <a:pt x="2008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0" y="812"/>
                  </a:lnTo>
                  <a:lnTo>
                    <a:pt x="1236" y="773"/>
                  </a:lnTo>
                  <a:lnTo>
                    <a:pt x="1043" y="735"/>
                  </a:lnTo>
                  <a:lnTo>
                    <a:pt x="695" y="735"/>
                  </a:lnTo>
                  <a:lnTo>
                    <a:pt x="541" y="812"/>
                  </a:lnTo>
                  <a:lnTo>
                    <a:pt x="386" y="889"/>
                  </a:lnTo>
                  <a:lnTo>
                    <a:pt x="232" y="1005"/>
                  </a:lnTo>
                  <a:lnTo>
                    <a:pt x="116" y="1159"/>
                  </a:lnTo>
                  <a:lnTo>
                    <a:pt x="39" y="1314"/>
                  </a:lnTo>
                  <a:lnTo>
                    <a:pt x="0" y="1468"/>
                  </a:lnTo>
                  <a:lnTo>
                    <a:pt x="0" y="1623"/>
                  </a:lnTo>
                  <a:lnTo>
                    <a:pt x="0" y="1777"/>
                  </a:lnTo>
                  <a:lnTo>
                    <a:pt x="77" y="1932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5" y="2279"/>
                  </a:lnTo>
                  <a:lnTo>
                    <a:pt x="579" y="2356"/>
                  </a:lnTo>
                  <a:lnTo>
                    <a:pt x="734" y="2395"/>
                  </a:lnTo>
                  <a:lnTo>
                    <a:pt x="1043" y="2434"/>
                  </a:lnTo>
                  <a:lnTo>
                    <a:pt x="1390" y="2395"/>
                  </a:lnTo>
                  <a:lnTo>
                    <a:pt x="1699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8" y="4635"/>
                  </a:lnTo>
                  <a:lnTo>
                    <a:pt x="1777" y="5021"/>
                  </a:lnTo>
                  <a:lnTo>
                    <a:pt x="1892" y="5368"/>
                  </a:lnTo>
                  <a:lnTo>
                    <a:pt x="1583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2" y="5252"/>
                  </a:lnTo>
                  <a:lnTo>
                    <a:pt x="386" y="5330"/>
                  </a:lnTo>
                  <a:lnTo>
                    <a:pt x="271" y="5446"/>
                  </a:lnTo>
                  <a:lnTo>
                    <a:pt x="155" y="5561"/>
                  </a:lnTo>
                  <a:lnTo>
                    <a:pt x="77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7" y="6218"/>
                  </a:lnTo>
                  <a:lnTo>
                    <a:pt x="155" y="6334"/>
                  </a:lnTo>
                  <a:lnTo>
                    <a:pt x="232" y="6450"/>
                  </a:lnTo>
                  <a:lnTo>
                    <a:pt x="348" y="6565"/>
                  </a:lnTo>
                  <a:lnTo>
                    <a:pt x="502" y="6643"/>
                  </a:lnTo>
                  <a:lnTo>
                    <a:pt x="657" y="6720"/>
                  </a:lnTo>
                  <a:lnTo>
                    <a:pt x="811" y="6758"/>
                  </a:lnTo>
                  <a:lnTo>
                    <a:pt x="1120" y="6758"/>
                  </a:lnTo>
                  <a:lnTo>
                    <a:pt x="1429" y="6681"/>
                  </a:lnTo>
                  <a:lnTo>
                    <a:pt x="1699" y="6527"/>
                  </a:lnTo>
                  <a:lnTo>
                    <a:pt x="1931" y="6295"/>
                  </a:lnTo>
                  <a:lnTo>
                    <a:pt x="2124" y="6063"/>
                  </a:lnTo>
                  <a:lnTo>
                    <a:pt x="2394" y="6527"/>
                  </a:lnTo>
                  <a:lnTo>
                    <a:pt x="2742" y="6990"/>
                  </a:lnTo>
                  <a:lnTo>
                    <a:pt x="3128" y="7376"/>
                  </a:lnTo>
                  <a:lnTo>
                    <a:pt x="3591" y="7762"/>
                  </a:lnTo>
                  <a:lnTo>
                    <a:pt x="4016" y="7994"/>
                  </a:lnTo>
                  <a:lnTo>
                    <a:pt x="3823" y="8033"/>
                  </a:lnTo>
                  <a:lnTo>
                    <a:pt x="3630" y="8110"/>
                  </a:lnTo>
                  <a:lnTo>
                    <a:pt x="3437" y="8187"/>
                  </a:lnTo>
                  <a:lnTo>
                    <a:pt x="3282" y="8342"/>
                  </a:lnTo>
                  <a:lnTo>
                    <a:pt x="3167" y="8457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5" y="8882"/>
                  </a:lnTo>
                  <a:lnTo>
                    <a:pt x="2896" y="9075"/>
                  </a:lnTo>
                  <a:lnTo>
                    <a:pt x="2935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1" y="9770"/>
                  </a:lnTo>
                  <a:lnTo>
                    <a:pt x="3514" y="9848"/>
                  </a:lnTo>
                  <a:lnTo>
                    <a:pt x="3707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8" y="9770"/>
                  </a:lnTo>
                  <a:lnTo>
                    <a:pt x="4402" y="9693"/>
                  </a:lnTo>
                  <a:lnTo>
                    <a:pt x="4673" y="9461"/>
                  </a:lnTo>
                  <a:lnTo>
                    <a:pt x="4904" y="9153"/>
                  </a:lnTo>
                  <a:lnTo>
                    <a:pt x="5097" y="8844"/>
                  </a:lnTo>
                  <a:lnTo>
                    <a:pt x="5213" y="8496"/>
                  </a:lnTo>
                  <a:lnTo>
                    <a:pt x="6526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5" y="9655"/>
                  </a:lnTo>
                  <a:lnTo>
                    <a:pt x="7762" y="9655"/>
                  </a:lnTo>
                  <a:lnTo>
                    <a:pt x="7569" y="9693"/>
                  </a:lnTo>
                  <a:lnTo>
                    <a:pt x="7144" y="9809"/>
                  </a:lnTo>
                  <a:lnTo>
                    <a:pt x="6796" y="9963"/>
                  </a:lnTo>
                  <a:lnTo>
                    <a:pt x="6642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4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4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5" y="11508"/>
                  </a:lnTo>
                  <a:lnTo>
                    <a:pt x="7028" y="11508"/>
                  </a:lnTo>
                  <a:lnTo>
                    <a:pt x="7221" y="11469"/>
                  </a:lnTo>
                  <a:lnTo>
                    <a:pt x="7414" y="11392"/>
                  </a:lnTo>
                  <a:lnTo>
                    <a:pt x="7569" y="11315"/>
                  </a:lnTo>
                  <a:lnTo>
                    <a:pt x="7723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09" y="10697"/>
                  </a:lnTo>
                  <a:lnTo>
                    <a:pt x="8225" y="10465"/>
                  </a:lnTo>
                  <a:lnTo>
                    <a:pt x="8264" y="10234"/>
                  </a:lnTo>
                  <a:lnTo>
                    <a:pt x="8302" y="9963"/>
                  </a:lnTo>
                  <a:lnTo>
                    <a:pt x="8341" y="9925"/>
                  </a:lnTo>
                  <a:lnTo>
                    <a:pt x="8727" y="10272"/>
                  </a:lnTo>
                  <a:lnTo>
                    <a:pt x="9075" y="10659"/>
                  </a:lnTo>
                  <a:lnTo>
                    <a:pt x="9345" y="11122"/>
                  </a:lnTo>
                  <a:lnTo>
                    <a:pt x="9461" y="11354"/>
                  </a:lnTo>
                  <a:lnTo>
                    <a:pt x="9538" y="11585"/>
                  </a:lnTo>
                  <a:lnTo>
                    <a:pt x="9654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4" y="12937"/>
                  </a:lnTo>
                  <a:lnTo>
                    <a:pt x="9577" y="13284"/>
                  </a:lnTo>
                  <a:lnTo>
                    <a:pt x="9461" y="13593"/>
                  </a:lnTo>
                  <a:lnTo>
                    <a:pt x="9191" y="14211"/>
                  </a:lnTo>
                  <a:lnTo>
                    <a:pt x="9152" y="14288"/>
                  </a:lnTo>
                  <a:lnTo>
                    <a:pt x="9152" y="14327"/>
                  </a:lnTo>
                  <a:lnTo>
                    <a:pt x="9229" y="14404"/>
                  </a:lnTo>
                  <a:lnTo>
                    <a:pt x="9306" y="14443"/>
                  </a:lnTo>
                  <a:lnTo>
                    <a:pt x="9422" y="14404"/>
                  </a:lnTo>
                  <a:lnTo>
                    <a:pt x="9577" y="14250"/>
                  </a:lnTo>
                  <a:lnTo>
                    <a:pt x="9731" y="14057"/>
                  </a:lnTo>
                  <a:lnTo>
                    <a:pt x="9847" y="13902"/>
                  </a:lnTo>
                  <a:lnTo>
                    <a:pt x="9924" y="13670"/>
                  </a:lnTo>
                  <a:lnTo>
                    <a:pt x="10079" y="13246"/>
                  </a:lnTo>
                  <a:lnTo>
                    <a:pt x="10117" y="12782"/>
                  </a:lnTo>
                  <a:lnTo>
                    <a:pt x="10117" y="12319"/>
                  </a:lnTo>
                  <a:lnTo>
                    <a:pt x="10040" y="11856"/>
                  </a:lnTo>
                  <a:lnTo>
                    <a:pt x="9924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6" y="10272"/>
                  </a:lnTo>
                  <a:lnTo>
                    <a:pt x="9036" y="9963"/>
                  </a:lnTo>
                  <a:lnTo>
                    <a:pt x="8727" y="9693"/>
                  </a:lnTo>
                  <a:lnTo>
                    <a:pt x="8959" y="9577"/>
                  </a:lnTo>
                  <a:lnTo>
                    <a:pt x="9229" y="9423"/>
                  </a:lnTo>
                  <a:lnTo>
                    <a:pt x="9461" y="9191"/>
                  </a:lnTo>
                  <a:lnTo>
                    <a:pt x="9615" y="8921"/>
                  </a:lnTo>
                  <a:lnTo>
                    <a:pt x="9731" y="8612"/>
                  </a:lnTo>
                  <a:lnTo>
                    <a:pt x="9731" y="8496"/>
                  </a:lnTo>
                  <a:lnTo>
                    <a:pt x="9731" y="8342"/>
                  </a:lnTo>
                  <a:lnTo>
                    <a:pt x="9693" y="8187"/>
                  </a:lnTo>
                  <a:lnTo>
                    <a:pt x="9615" y="8071"/>
                  </a:lnTo>
                  <a:lnTo>
                    <a:pt x="9499" y="7955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6" y="7724"/>
                  </a:lnTo>
                  <a:lnTo>
                    <a:pt x="8689" y="7724"/>
                  </a:lnTo>
                  <a:lnTo>
                    <a:pt x="8534" y="7762"/>
                  </a:lnTo>
                  <a:lnTo>
                    <a:pt x="8380" y="7840"/>
                  </a:lnTo>
                  <a:lnTo>
                    <a:pt x="8225" y="7955"/>
                  </a:lnTo>
                  <a:lnTo>
                    <a:pt x="8109" y="8071"/>
                  </a:lnTo>
                  <a:lnTo>
                    <a:pt x="7955" y="8264"/>
                  </a:lnTo>
                  <a:lnTo>
                    <a:pt x="7878" y="8535"/>
                  </a:lnTo>
                  <a:lnTo>
                    <a:pt x="7839" y="8766"/>
                  </a:lnTo>
                  <a:lnTo>
                    <a:pt x="7839" y="9037"/>
                  </a:lnTo>
                  <a:lnTo>
                    <a:pt x="7221" y="8766"/>
                  </a:lnTo>
                  <a:lnTo>
                    <a:pt x="6642" y="8496"/>
                  </a:lnTo>
                  <a:lnTo>
                    <a:pt x="5368" y="8033"/>
                  </a:lnTo>
                  <a:lnTo>
                    <a:pt x="5638" y="7878"/>
                  </a:lnTo>
                  <a:lnTo>
                    <a:pt x="5870" y="7685"/>
                  </a:lnTo>
                  <a:lnTo>
                    <a:pt x="6063" y="7453"/>
                  </a:lnTo>
                  <a:lnTo>
                    <a:pt x="6217" y="7183"/>
                  </a:lnTo>
                  <a:lnTo>
                    <a:pt x="6333" y="6874"/>
                  </a:lnTo>
                  <a:lnTo>
                    <a:pt x="6333" y="6720"/>
                  </a:lnTo>
                  <a:lnTo>
                    <a:pt x="6333" y="6527"/>
                  </a:lnTo>
                  <a:lnTo>
                    <a:pt x="6333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4" y="5948"/>
                  </a:lnTo>
                  <a:lnTo>
                    <a:pt x="5870" y="5870"/>
                  </a:lnTo>
                  <a:lnTo>
                    <a:pt x="5715" y="5832"/>
                  </a:lnTo>
                  <a:lnTo>
                    <a:pt x="5561" y="5870"/>
                  </a:lnTo>
                  <a:lnTo>
                    <a:pt x="5406" y="5909"/>
                  </a:lnTo>
                  <a:lnTo>
                    <a:pt x="5252" y="5986"/>
                  </a:lnTo>
                  <a:lnTo>
                    <a:pt x="5136" y="6063"/>
                  </a:lnTo>
                  <a:lnTo>
                    <a:pt x="4904" y="6334"/>
                  </a:lnTo>
                  <a:lnTo>
                    <a:pt x="4750" y="6643"/>
                  </a:lnTo>
                  <a:lnTo>
                    <a:pt x="4634" y="7029"/>
                  </a:lnTo>
                  <a:lnTo>
                    <a:pt x="4634" y="7222"/>
                  </a:lnTo>
                  <a:lnTo>
                    <a:pt x="4634" y="7415"/>
                  </a:lnTo>
                  <a:lnTo>
                    <a:pt x="4634" y="7608"/>
                  </a:lnTo>
                  <a:lnTo>
                    <a:pt x="4711" y="7762"/>
                  </a:lnTo>
                  <a:lnTo>
                    <a:pt x="4093" y="7453"/>
                  </a:lnTo>
                  <a:lnTo>
                    <a:pt x="3823" y="7299"/>
                  </a:lnTo>
                  <a:lnTo>
                    <a:pt x="3553" y="7106"/>
                  </a:lnTo>
                  <a:lnTo>
                    <a:pt x="3321" y="6874"/>
                  </a:lnTo>
                  <a:lnTo>
                    <a:pt x="3089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1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2" y="5986"/>
                  </a:lnTo>
                  <a:lnTo>
                    <a:pt x="4248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8" y="5407"/>
                  </a:lnTo>
                  <a:lnTo>
                    <a:pt x="4557" y="5214"/>
                  </a:lnTo>
                  <a:lnTo>
                    <a:pt x="4518" y="5059"/>
                  </a:lnTo>
                  <a:lnTo>
                    <a:pt x="4480" y="4866"/>
                  </a:lnTo>
                  <a:lnTo>
                    <a:pt x="4402" y="4712"/>
                  </a:lnTo>
                  <a:lnTo>
                    <a:pt x="4286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0" y="4364"/>
                  </a:lnTo>
                  <a:lnTo>
                    <a:pt x="3707" y="4364"/>
                  </a:lnTo>
                  <a:lnTo>
                    <a:pt x="3553" y="4403"/>
                  </a:lnTo>
                  <a:lnTo>
                    <a:pt x="3398" y="4442"/>
                  </a:lnTo>
                  <a:lnTo>
                    <a:pt x="3244" y="4519"/>
                  </a:lnTo>
                  <a:lnTo>
                    <a:pt x="3089" y="4635"/>
                  </a:lnTo>
                  <a:lnTo>
                    <a:pt x="2819" y="4905"/>
                  </a:lnTo>
                  <a:lnTo>
                    <a:pt x="2587" y="5214"/>
                  </a:lnTo>
                  <a:lnTo>
                    <a:pt x="2433" y="5561"/>
                  </a:lnTo>
                  <a:lnTo>
                    <a:pt x="2394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5" y="4326"/>
                  </a:lnTo>
                  <a:lnTo>
                    <a:pt x="2047" y="3940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4" y="2318"/>
                  </a:lnTo>
                  <a:lnTo>
                    <a:pt x="2356" y="2511"/>
                  </a:lnTo>
                  <a:lnTo>
                    <a:pt x="2587" y="2627"/>
                  </a:lnTo>
                  <a:lnTo>
                    <a:pt x="2819" y="2742"/>
                  </a:lnTo>
                  <a:lnTo>
                    <a:pt x="3128" y="2781"/>
                  </a:lnTo>
                  <a:lnTo>
                    <a:pt x="3282" y="2742"/>
                  </a:lnTo>
                  <a:lnTo>
                    <a:pt x="3476" y="2704"/>
                  </a:lnTo>
                  <a:lnTo>
                    <a:pt x="3630" y="2627"/>
                  </a:lnTo>
                  <a:lnTo>
                    <a:pt x="3784" y="2549"/>
                  </a:lnTo>
                  <a:lnTo>
                    <a:pt x="3900" y="2434"/>
                  </a:lnTo>
                  <a:lnTo>
                    <a:pt x="4016" y="2279"/>
                  </a:lnTo>
                  <a:lnTo>
                    <a:pt x="4093" y="2125"/>
                  </a:lnTo>
                  <a:lnTo>
                    <a:pt x="4132" y="1970"/>
                  </a:lnTo>
                  <a:lnTo>
                    <a:pt x="4093" y="1777"/>
                  </a:lnTo>
                  <a:lnTo>
                    <a:pt x="4055" y="1623"/>
                  </a:lnTo>
                  <a:lnTo>
                    <a:pt x="4016" y="1507"/>
                  </a:lnTo>
                  <a:lnTo>
                    <a:pt x="3900" y="1352"/>
                  </a:lnTo>
                  <a:lnTo>
                    <a:pt x="3784" y="1237"/>
                  </a:lnTo>
                  <a:lnTo>
                    <a:pt x="3630" y="1159"/>
                  </a:lnTo>
                  <a:lnTo>
                    <a:pt x="3514" y="1121"/>
                  </a:lnTo>
                  <a:lnTo>
                    <a:pt x="3321" y="1082"/>
                  </a:lnTo>
                  <a:lnTo>
                    <a:pt x="3167" y="1043"/>
                  </a:lnTo>
                  <a:lnTo>
                    <a:pt x="3012" y="1082"/>
                  </a:lnTo>
                  <a:lnTo>
                    <a:pt x="2742" y="1159"/>
                  </a:lnTo>
                  <a:lnTo>
                    <a:pt x="2472" y="1314"/>
                  </a:lnTo>
                  <a:lnTo>
                    <a:pt x="2240" y="1545"/>
                  </a:lnTo>
                  <a:lnTo>
                    <a:pt x="2510" y="78"/>
                  </a:lnTo>
                  <a:lnTo>
                    <a:pt x="220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5" name="Google Shape;5585;p22"/>
            <p:cNvSpPr/>
            <p:nvPr/>
          </p:nvSpPr>
          <p:spPr>
            <a:xfrm>
              <a:off x="4094775" y="2444775"/>
              <a:ext cx="126475" cy="70500"/>
            </a:xfrm>
            <a:custGeom>
              <a:avLst/>
              <a:gdLst/>
              <a:ahLst/>
              <a:cxnLst/>
              <a:rect l="l" t="t" r="r" b="b"/>
              <a:pathLst>
                <a:path w="5059" h="2820" extrusionOk="0">
                  <a:moveTo>
                    <a:pt x="4904" y="1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42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5"/>
                  </a:lnTo>
                  <a:lnTo>
                    <a:pt x="116" y="2433"/>
                  </a:lnTo>
                  <a:lnTo>
                    <a:pt x="39" y="2511"/>
                  </a:lnTo>
                  <a:lnTo>
                    <a:pt x="0" y="2588"/>
                  </a:lnTo>
                  <a:lnTo>
                    <a:pt x="39" y="2704"/>
                  </a:lnTo>
                  <a:lnTo>
                    <a:pt x="116" y="2781"/>
                  </a:lnTo>
                  <a:lnTo>
                    <a:pt x="387" y="2820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95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121"/>
                  </a:lnTo>
                  <a:lnTo>
                    <a:pt x="4596" y="734"/>
                  </a:lnTo>
                  <a:lnTo>
                    <a:pt x="5059" y="348"/>
                  </a:lnTo>
                  <a:lnTo>
                    <a:pt x="490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6" name="Google Shape;5586;p22"/>
            <p:cNvSpPr/>
            <p:nvPr/>
          </p:nvSpPr>
          <p:spPr>
            <a:xfrm>
              <a:off x="6880825" y="24872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5" y="1159"/>
                  </a:lnTo>
                  <a:lnTo>
                    <a:pt x="2897" y="1700"/>
                  </a:lnTo>
                  <a:lnTo>
                    <a:pt x="2511" y="2202"/>
                  </a:lnTo>
                  <a:lnTo>
                    <a:pt x="1932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96"/>
                  </a:lnTo>
                  <a:lnTo>
                    <a:pt x="40" y="4943"/>
                  </a:lnTo>
                  <a:lnTo>
                    <a:pt x="155" y="4943"/>
                  </a:lnTo>
                  <a:lnTo>
                    <a:pt x="542" y="4789"/>
                  </a:lnTo>
                  <a:lnTo>
                    <a:pt x="966" y="4519"/>
                  </a:lnTo>
                  <a:lnTo>
                    <a:pt x="1314" y="4248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897" y="2511"/>
                  </a:lnTo>
                  <a:lnTo>
                    <a:pt x="3322" y="1970"/>
                  </a:lnTo>
                  <a:lnTo>
                    <a:pt x="3669" y="1391"/>
                  </a:lnTo>
                  <a:lnTo>
                    <a:pt x="3978" y="812"/>
                  </a:lnTo>
                  <a:lnTo>
                    <a:pt x="4249" y="194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7" name="Google Shape;5587;p22"/>
            <p:cNvSpPr/>
            <p:nvPr/>
          </p:nvSpPr>
          <p:spPr>
            <a:xfrm>
              <a:off x="4037825" y="2489175"/>
              <a:ext cx="66625" cy="98500"/>
            </a:xfrm>
            <a:custGeom>
              <a:avLst/>
              <a:gdLst/>
              <a:ahLst/>
              <a:cxnLst/>
              <a:rect l="l" t="t" r="r" b="b"/>
              <a:pathLst>
                <a:path w="2665" h="3940" extrusionOk="0">
                  <a:moveTo>
                    <a:pt x="850" y="1"/>
                  </a:moveTo>
                  <a:lnTo>
                    <a:pt x="502" y="117"/>
                  </a:lnTo>
                  <a:lnTo>
                    <a:pt x="618" y="194"/>
                  </a:lnTo>
                  <a:lnTo>
                    <a:pt x="463" y="580"/>
                  </a:lnTo>
                  <a:lnTo>
                    <a:pt x="270" y="1082"/>
                  </a:lnTo>
                  <a:lnTo>
                    <a:pt x="155" y="1584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36"/>
                  </a:lnTo>
                  <a:lnTo>
                    <a:pt x="77" y="3167"/>
                  </a:lnTo>
                  <a:lnTo>
                    <a:pt x="193" y="3399"/>
                  </a:lnTo>
                  <a:lnTo>
                    <a:pt x="309" y="3554"/>
                  </a:lnTo>
                  <a:lnTo>
                    <a:pt x="463" y="3708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40"/>
                  </a:lnTo>
                  <a:lnTo>
                    <a:pt x="1313" y="3901"/>
                  </a:lnTo>
                  <a:lnTo>
                    <a:pt x="1506" y="3824"/>
                  </a:lnTo>
                  <a:lnTo>
                    <a:pt x="1661" y="3669"/>
                  </a:lnTo>
                  <a:lnTo>
                    <a:pt x="1815" y="3476"/>
                  </a:lnTo>
                  <a:lnTo>
                    <a:pt x="1969" y="3283"/>
                  </a:lnTo>
                  <a:lnTo>
                    <a:pt x="2124" y="3052"/>
                  </a:lnTo>
                  <a:lnTo>
                    <a:pt x="2317" y="2511"/>
                  </a:lnTo>
                  <a:lnTo>
                    <a:pt x="2510" y="1970"/>
                  </a:lnTo>
                  <a:lnTo>
                    <a:pt x="2626" y="1468"/>
                  </a:lnTo>
                  <a:lnTo>
                    <a:pt x="2665" y="1044"/>
                  </a:lnTo>
                  <a:lnTo>
                    <a:pt x="2394" y="1005"/>
                  </a:lnTo>
                  <a:lnTo>
                    <a:pt x="2008" y="2009"/>
                  </a:lnTo>
                  <a:lnTo>
                    <a:pt x="1738" y="2665"/>
                  </a:lnTo>
                  <a:lnTo>
                    <a:pt x="1545" y="3013"/>
                  </a:lnTo>
                  <a:lnTo>
                    <a:pt x="1467" y="3206"/>
                  </a:lnTo>
                  <a:lnTo>
                    <a:pt x="1352" y="3283"/>
                  </a:lnTo>
                  <a:lnTo>
                    <a:pt x="1159" y="3283"/>
                  </a:lnTo>
                  <a:lnTo>
                    <a:pt x="1004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897"/>
                  </a:lnTo>
                  <a:lnTo>
                    <a:pt x="541" y="2665"/>
                  </a:lnTo>
                  <a:lnTo>
                    <a:pt x="541" y="2356"/>
                  </a:lnTo>
                  <a:lnTo>
                    <a:pt x="579" y="2048"/>
                  </a:lnTo>
                  <a:lnTo>
                    <a:pt x="657" y="1623"/>
                  </a:lnTo>
                  <a:lnTo>
                    <a:pt x="734" y="1159"/>
                  </a:lnTo>
                  <a:lnTo>
                    <a:pt x="888" y="773"/>
                  </a:lnTo>
                  <a:lnTo>
                    <a:pt x="1043" y="349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5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8" name="Google Shape;5588;p22"/>
            <p:cNvSpPr/>
            <p:nvPr/>
          </p:nvSpPr>
          <p:spPr>
            <a:xfrm>
              <a:off x="6829675" y="248917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4" y="271"/>
                  </a:moveTo>
                  <a:lnTo>
                    <a:pt x="1236" y="387"/>
                  </a:lnTo>
                  <a:lnTo>
                    <a:pt x="1429" y="542"/>
                  </a:lnTo>
                  <a:lnTo>
                    <a:pt x="1545" y="735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4" y="1198"/>
                  </a:lnTo>
                  <a:lnTo>
                    <a:pt x="1545" y="1275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6"/>
                  </a:lnTo>
                  <a:lnTo>
                    <a:pt x="966" y="1584"/>
                  </a:lnTo>
                  <a:lnTo>
                    <a:pt x="773" y="1546"/>
                  </a:lnTo>
                  <a:lnTo>
                    <a:pt x="580" y="1391"/>
                  </a:lnTo>
                  <a:lnTo>
                    <a:pt x="502" y="1314"/>
                  </a:lnTo>
                  <a:lnTo>
                    <a:pt x="464" y="1198"/>
                  </a:lnTo>
                  <a:lnTo>
                    <a:pt x="425" y="966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387"/>
                  </a:lnTo>
                  <a:lnTo>
                    <a:pt x="734" y="349"/>
                  </a:lnTo>
                  <a:lnTo>
                    <a:pt x="734" y="271"/>
                  </a:lnTo>
                  <a:close/>
                  <a:moveTo>
                    <a:pt x="850" y="1"/>
                  </a:moveTo>
                  <a:lnTo>
                    <a:pt x="657" y="78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78"/>
                  </a:lnTo>
                  <a:lnTo>
                    <a:pt x="271" y="194"/>
                  </a:lnTo>
                  <a:lnTo>
                    <a:pt x="155" y="349"/>
                  </a:lnTo>
                  <a:lnTo>
                    <a:pt x="78" y="503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8" y="1430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893"/>
                  </a:lnTo>
                  <a:lnTo>
                    <a:pt x="1584" y="1816"/>
                  </a:lnTo>
                  <a:lnTo>
                    <a:pt x="1738" y="1661"/>
                  </a:lnTo>
                  <a:lnTo>
                    <a:pt x="1892" y="1546"/>
                  </a:lnTo>
                  <a:lnTo>
                    <a:pt x="1970" y="1352"/>
                  </a:lnTo>
                  <a:lnTo>
                    <a:pt x="2047" y="1159"/>
                  </a:lnTo>
                  <a:lnTo>
                    <a:pt x="2086" y="966"/>
                  </a:lnTo>
                  <a:lnTo>
                    <a:pt x="2047" y="773"/>
                  </a:lnTo>
                  <a:lnTo>
                    <a:pt x="1970" y="580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4" y="155"/>
                  </a:lnTo>
                  <a:lnTo>
                    <a:pt x="1429" y="40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9" name="Google Shape;5589;p22"/>
            <p:cNvSpPr/>
            <p:nvPr/>
          </p:nvSpPr>
          <p:spPr>
            <a:xfrm>
              <a:off x="2130250" y="2495950"/>
              <a:ext cx="246175" cy="107175"/>
            </a:xfrm>
            <a:custGeom>
              <a:avLst/>
              <a:gdLst/>
              <a:ahLst/>
              <a:cxnLst/>
              <a:rect l="l" t="t" r="r" b="b"/>
              <a:pathLst>
                <a:path w="9847" h="4287" extrusionOk="0">
                  <a:moveTo>
                    <a:pt x="8882" y="2742"/>
                  </a:moveTo>
                  <a:lnTo>
                    <a:pt x="9113" y="2819"/>
                  </a:lnTo>
                  <a:lnTo>
                    <a:pt x="9229" y="2896"/>
                  </a:lnTo>
                  <a:lnTo>
                    <a:pt x="9306" y="3012"/>
                  </a:lnTo>
                  <a:lnTo>
                    <a:pt x="9384" y="3089"/>
                  </a:lnTo>
                  <a:lnTo>
                    <a:pt x="9384" y="3205"/>
                  </a:lnTo>
                  <a:lnTo>
                    <a:pt x="9422" y="3321"/>
                  </a:lnTo>
                  <a:lnTo>
                    <a:pt x="9384" y="3437"/>
                  </a:lnTo>
                  <a:lnTo>
                    <a:pt x="9268" y="3630"/>
                  </a:lnTo>
                  <a:lnTo>
                    <a:pt x="9113" y="3785"/>
                  </a:lnTo>
                  <a:lnTo>
                    <a:pt x="8920" y="3862"/>
                  </a:lnTo>
                  <a:lnTo>
                    <a:pt x="8727" y="3862"/>
                  </a:lnTo>
                  <a:lnTo>
                    <a:pt x="8573" y="3785"/>
                  </a:lnTo>
                  <a:lnTo>
                    <a:pt x="8418" y="3630"/>
                  </a:lnTo>
                  <a:lnTo>
                    <a:pt x="8302" y="3437"/>
                  </a:lnTo>
                  <a:lnTo>
                    <a:pt x="8302" y="3244"/>
                  </a:lnTo>
                  <a:lnTo>
                    <a:pt x="8341" y="3051"/>
                  </a:lnTo>
                  <a:lnTo>
                    <a:pt x="8380" y="2858"/>
                  </a:lnTo>
                  <a:lnTo>
                    <a:pt x="8418" y="2819"/>
                  </a:lnTo>
                  <a:lnTo>
                    <a:pt x="8650" y="2742"/>
                  </a:lnTo>
                  <a:close/>
                  <a:moveTo>
                    <a:pt x="155" y="0"/>
                  </a:moveTo>
                  <a:lnTo>
                    <a:pt x="77" y="39"/>
                  </a:lnTo>
                  <a:lnTo>
                    <a:pt x="39" y="78"/>
                  </a:lnTo>
                  <a:lnTo>
                    <a:pt x="0" y="155"/>
                  </a:lnTo>
                  <a:lnTo>
                    <a:pt x="39" y="271"/>
                  </a:lnTo>
                  <a:lnTo>
                    <a:pt x="77" y="348"/>
                  </a:lnTo>
                  <a:lnTo>
                    <a:pt x="116" y="386"/>
                  </a:lnTo>
                  <a:lnTo>
                    <a:pt x="618" y="618"/>
                  </a:lnTo>
                  <a:lnTo>
                    <a:pt x="1120" y="773"/>
                  </a:lnTo>
                  <a:lnTo>
                    <a:pt x="2124" y="1081"/>
                  </a:lnTo>
                  <a:lnTo>
                    <a:pt x="4286" y="1738"/>
                  </a:lnTo>
                  <a:lnTo>
                    <a:pt x="6101" y="2317"/>
                  </a:lnTo>
                  <a:lnTo>
                    <a:pt x="7028" y="2587"/>
                  </a:lnTo>
                  <a:lnTo>
                    <a:pt x="7993" y="2819"/>
                  </a:lnTo>
                  <a:lnTo>
                    <a:pt x="7916" y="2974"/>
                  </a:lnTo>
                  <a:lnTo>
                    <a:pt x="7878" y="3089"/>
                  </a:lnTo>
                  <a:lnTo>
                    <a:pt x="7878" y="3398"/>
                  </a:lnTo>
                  <a:lnTo>
                    <a:pt x="7993" y="3707"/>
                  </a:lnTo>
                  <a:lnTo>
                    <a:pt x="8109" y="3939"/>
                  </a:lnTo>
                  <a:lnTo>
                    <a:pt x="8225" y="4093"/>
                  </a:lnTo>
                  <a:lnTo>
                    <a:pt x="8380" y="4171"/>
                  </a:lnTo>
                  <a:lnTo>
                    <a:pt x="8573" y="4248"/>
                  </a:lnTo>
                  <a:lnTo>
                    <a:pt x="8727" y="4287"/>
                  </a:lnTo>
                  <a:lnTo>
                    <a:pt x="8920" y="4287"/>
                  </a:lnTo>
                  <a:lnTo>
                    <a:pt x="9075" y="4248"/>
                  </a:lnTo>
                  <a:lnTo>
                    <a:pt x="9268" y="4209"/>
                  </a:lnTo>
                  <a:lnTo>
                    <a:pt x="9422" y="4093"/>
                  </a:lnTo>
                  <a:lnTo>
                    <a:pt x="9538" y="3978"/>
                  </a:lnTo>
                  <a:lnTo>
                    <a:pt x="9654" y="3823"/>
                  </a:lnTo>
                  <a:lnTo>
                    <a:pt x="9770" y="3669"/>
                  </a:lnTo>
                  <a:lnTo>
                    <a:pt x="9808" y="3514"/>
                  </a:lnTo>
                  <a:lnTo>
                    <a:pt x="9847" y="3321"/>
                  </a:lnTo>
                  <a:lnTo>
                    <a:pt x="9847" y="3128"/>
                  </a:lnTo>
                  <a:lnTo>
                    <a:pt x="9770" y="2974"/>
                  </a:lnTo>
                  <a:lnTo>
                    <a:pt x="9692" y="2781"/>
                  </a:lnTo>
                  <a:lnTo>
                    <a:pt x="9577" y="2665"/>
                  </a:lnTo>
                  <a:lnTo>
                    <a:pt x="9422" y="2549"/>
                  </a:lnTo>
                  <a:lnTo>
                    <a:pt x="9229" y="2433"/>
                  </a:lnTo>
                  <a:lnTo>
                    <a:pt x="9075" y="2394"/>
                  </a:lnTo>
                  <a:lnTo>
                    <a:pt x="8688" y="2394"/>
                  </a:lnTo>
                  <a:lnTo>
                    <a:pt x="8495" y="2472"/>
                  </a:lnTo>
                  <a:lnTo>
                    <a:pt x="8341" y="2549"/>
                  </a:lnTo>
                  <a:lnTo>
                    <a:pt x="7298" y="2163"/>
                  </a:lnTo>
                  <a:lnTo>
                    <a:pt x="6294" y="1815"/>
                  </a:lnTo>
                  <a:lnTo>
                    <a:pt x="4209" y="1159"/>
                  </a:lnTo>
                  <a:lnTo>
                    <a:pt x="3244" y="850"/>
                  </a:lnTo>
                  <a:lnTo>
                    <a:pt x="2240" y="502"/>
                  </a:lnTo>
                  <a:lnTo>
                    <a:pt x="1236" y="193"/>
                  </a:lnTo>
                  <a:lnTo>
                    <a:pt x="734" y="78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0" name="Google Shape;5590;p22"/>
            <p:cNvSpPr/>
            <p:nvPr/>
          </p:nvSpPr>
          <p:spPr>
            <a:xfrm>
              <a:off x="4737700" y="2534550"/>
              <a:ext cx="459550" cy="296400"/>
            </a:xfrm>
            <a:custGeom>
              <a:avLst/>
              <a:gdLst/>
              <a:ahLst/>
              <a:cxnLst/>
              <a:rect l="l" t="t" r="r" b="b"/>
              <a:pathLst>
                <a:path w="18382" h="11856" extrusionOk="0">
                  <a:moveTo>
                    <a:pt x="17648" y="2936"/>
                  </a:moveTo>
                  <a:lnTo>
                    <a:pt x="17725" y="2974"/>
                  </a:lnTo>
                  <a:lnTo>
                    <a:pt x="17802" y="3051"/>
                  </a:lnTo>
                  <a:lnTo>
                    <a:pt x="17841" y="3129"/>
                  </a:lnTo>
                  <a:lnTo>
                    <a:pt x="17880" y="3322"/>
                  </a:lnTo>
                  <a:lnTo>
                    <a:pt x="17918" y="3553"/>
                  </a:lnTo>
                  <a:lnTo>
                    <a:pt x="17880" y="3746"/>
                  </a:lnTo>
                  <a:lnTo>
                    <a:pt x="17764" y="3940"/>
                  </a:lnTo>
                  <a:lnTo>
                    <a:pt x="17648" y="4133"/>
                  </a:lnTo>
                  <a:lnTo>
                    <a:pt x="17300" y="4403"/>
                  </a:lnTo>
                  <a:lnTo>
                    <a:pt x="17030" y="4596"/>
                  </a:lnTo>
                  <a:lnTo>
                    <a:pt x="16721" y="4750"/>
                  </a:lnTo>
                  <a:lnTo>
                    <a:pt x="16412" y="4866"/>
                  </a:lnTo>
                  <a:lnTo>
                    <a:pt x="16065" y="4944"/>
                  </a:lnTo>
                  <a:lnTo>
                    <a:pt x="16181" y="4364"/>
                  </a:lnTo>
                  <a:lnTo>
                    <a:pt x="16296" y="4055"/>
                  </a:lnTo>
                  <a:lnTo>
                    <a:pt x="16412" y="3785"/>
                  </a:lnTo>
                  <a:lnTo>
                    <a:pt x="16528" y="3515"/>
                  </a:lnTo>
                  <a:lnTo>
                    <a:pt x="16721" y="3283"/>
                  </a:lnTo>
                  <a:lnTo>
                    <a:pt x="16953" y="3129"/>
                  </a:lnTo>
                  <a:lnTo>
                    <a:pt x="17223" y="2974"/>
                  </a:lnTo>
                  <a:lnTo>
                    <a:pt x="17493" y="2936"/>
                  </a:lnTo>
                  <a:close/>
                  <a:moveTo>
                    <a:pt x="14211" y="4866"/>
                  </a:moveTo>
                  <a:lnTo>
                    <a:pt x="14481" y="4905"/>
                  </a:lnTo>
                  <a:lnTo>
                    <a:pt x="14752" y="4982"/>
                  </a:lnTo>
                  <a:lnTo>
                    <a:pt x="15022" y="5059"/>
                  </a:lnTo>
                  <a:lnTo>
                    <a:pt x="15254" y="5175"/>
                  </a:lnTo>
                  <a:lnTo>
                    <a:pt x="15177" y="5330"/>
                  </a:lnTo>
                  <a:lnTo>
                    <a:pt x="14752" y="5523"/>
                  </a:lnTo>
                  <a:lnTo>
                    <a:pt x="14288" y="5677"/>
                  </a:lnTo>
                  <a:lnTo>
                    <a:pt x="14018" y="5716"/>
                  </a:lnTo>
                  <a:lnTo>
                    <a:pt x="13748" y="5754"/>
                  </a:lnTo>
                  <a:lnTo>
                    <a:pt x="13477" y="5754"/>
                  </a:lnTo>
                  <a:lnTo>
                    <a:pt x="13169" y="5677"/>
                  </a:lnTo>
                  <a:lnTo>
                    <a:pt x="13053" y="5677"/>
                  </a:lnTo>
                  <a:lnTo>
                    <a:pt x="12975" y="5600"/>
                  </a:lnTo>
                  <a:lnTo>
                    <a:pt x="12975" y="5484"/>
                  </a:lnTo>
                  <a:lnTo>
                    <a:pt x="13053" y="5368"/>
                  </a:lnTo>
                  <a:lnTo>
                    <a:pt x="13091" y="5137"/>
                  </a:lnTo>
                  <a:lnTo>
                    <a:pt x="13169" y="5021"/>
                  </a:lnTo>
                  <a:lnTo>
                    <a:pt x="13323" y="4944"/>
                  </a:lnTo>
                  <a:lnTo>
                    <a:pt x="13555" y="4905"/>
                  </a:lnTo>
                  <a:lnTo>
                    <a:pt x="13864" y="4866"/>
                  </a:lnTo>
                  <a:close/>
                  <a:moveTo>
                    <a:pt x="15756" y="5523"/>
                  </a:moveTo>
                  <a:lnTo>
                    <a:pt x="16374" y="5832"/>
                  </a:lnTo>
                  <a:lnTo>
                    <a:pt x="16644" y="5986"/>
                  </a:lnTo>
                  <a:lnTo>
                    <a:pt x="16953" y="6179"/>
                  </a:lnTo>
                  <a:lnTo>
                    <a:pt x="17185" y="6372"/>
                  </a:lnTo>
                  <a:lnTo>
                    <a:pt x="17416" y="6604"/>
                  </a:lnTo>
                  <a:lnTo>
                    <a:pt x="17571" y="6913"/>
                  </a:lnTo>
                  <a:lnTo>
                    <a:pt x="17609" y="7067"/>
                  </a:lnTo>
                  <a:lnTo>
                    <a:pt x="17609" y="7222"/>
                  </a:lnTo>
                  <a:lnTo>
                    <a:pt x="17609" y="7454"/>
                  </a:lnTo>
                  <a:lnTo>
                    <a:pt x="17532" y="7569"/>
                  </a:lnTo>
                  <a:lnTo>
                    <a:pt x="17455" y="7685"/>
                  </a:lnTo>
                  <a:lnTo>
                    <a:pt x="17300" y="7724"/>
                  </a:lnTo>
                  <a:lnTo>
                    <a:pt x="17146" y="7724"/>
                  </a:lnTo>
                  <a:lnTo>
                    <a:pt x="16953" y="7685"/>
                  </a:lnTo>
                  <a:lnTo>
                    <a:pt x="16798" y="7608"/>
                  </a:lnTo>
                  <a:lnTo>
                    <a:pt x="16644" y="7492"/>
                  </a:lnTo>
                  <a:lnTo>
                    <a:pt x="16412" y="7183"/>
                  </a:lnTo>
                  <a:lnTo>
                    <a:pt x="16181" y="6797"/>
                  </a:lnTo>
                  <a:lnTo>
                    <a:pt x="16026" y="6488"/>
                  </a:lnTo>
                  <a:lnTo>
                    <a:pt x="15910" y="6179"/>
                  </a:lnTo>
                  <a:lnTo>
                    <a:pt x="15833" y="5832"/>
                  </a:lnTo>
                  <a:lnTo>
                    <a:pt x="15756" y="5523"/>
                  </a:lnTo>
                  <a:close/>
                  <a:moveTo>
                    <a:pt x="4944" y="464"/>
                  </a:moveTo>
                  <a:lnTo>
                    <a:pt x="5561" y="503"/>
                  </a:lnTo>
                  <a:lnTo>
                    <a:pt x="6141" y="657"/>
                  </a:lnTo>
                  <a:lnTo>
                    <a:pt x="6681" y="889"/>
                  </a:lnTo>
                  <a:lnTo>
                    <a:pt x="7222" y="1198"/>
                  </a:lnTo>
                  <a:lnTo>
                    <a:pt x="7685" y="1545"/>
                  </a:lnTo>
                  <a:lnTo>
                    <a:pt x="8149" y="1970"/>
                  </a:lnTo>
                  <a:lnTo>
                    <a:pt x="8496" y="2395"/>
                  </a:lnTo>
                  <a:lnTo>
                    <a:pt x="8766" y="2781"/>
                  </a:lnTo>
                  <a:lnTo>
                    <a:pt x="9037" y="3206"/>
                  </a:lnTo>
                  <a:lnTo>
                    <a:pt x="9268" y="3669"/>
                  </a:lnTo>
                  <a:lnTo>
                    <a:pt x="9693" y="4596"/>
                  </a:lnTo>
                  <a:lnTo>
                    <a:pt x="10079" y="5523"/>
                  </a:lnTo>
                  <a:lnTo>
                    <a:pt x="10272" y="5909"/>
                  </a:lnTo>
                  <a:lnTo>
                    <a:pt x="10504" y="6295"/>
                  </a:lnTo>
                  <a:lnTo>
                    <a:pt x="10736" y="6643"/>
                  </a:lnTo>
                  <a:lnTo>
                    <a:pt x="11006" y="6913"/>
                  </a:lnTo>
                  <a:lnTo>
                    <a:pt x="11354" y="7183"/>
                  </a:lnTo>
                  <a:lnTo>
                    <a:pt x="11701" y="7376"/>
                  </a:lnTo>
                  <a:lnTo>
                    <a:pt x="12087" y="7492"/>
                  </a:lnTo>
                  <a:lnTo>
                    <a:pt x="12551" y="7569"/>
                  </a:lnTo>
                  <a:lnTo>
                    <a:pt x="12898" y="7531"/>
                  </a:lnTo>
                  <a:lnTo>
                    <a:pt x="13207" y="7492"/>
                  </a:lnTo>
                  <a:lnTo>
                    <a:pt x="13516" y="7415"/>
                  </a:lnTo>
                  <a:lnTo>
                    <a:pt x="13825" y="7260"/>
                  </a:lnTo>
                  <a:lnTo>
                    <a:pt x="14095" y="7106"/>
                  </a:lnTo>
                  <a:lnTo>
                    <a:pt x="14366" y="6952"/>
                  </a:lnTo>
                  <a:lnTo>
                    <a:pt x="14597" y="6720"/>
                  </a:lnTo>
                  <a:lnTo>
                    <a:pt x="14829" y="6488"/>
                  </a:lnTo>
                  <a:lnTo>
                    <a:pt x="14829" y="6488"/>
                  </a:lnTo>
                  <a:lnTo>
                    <a:pt x="14404" y="7222"/>
                  </a:lnTo>
                  <a:lnTo>
                    <a:pt x="13941" y="7878"/>
                  </a:lnTo>
                  <a:lnTo>
                    <a:pt x="13439" y="8535"/>
                  </a:lnTo>
                  <a:lnTo>
                    <a:pt x="12860" y="9114"/>
                  </a:lnTo>
                  <a:lnTo>
                    <a:pt x="12242" y="9616"/>
                  </a:lnTo>
                  <a:lnTo>
                    <a:pt x="11547" y="10079"/>
                  </a:lnTo>
                  <a:lnTo>
                    <a:pt x="10813" y="10504"/>
                  </a:lnTo>
                  <a:lnTo>
                    <a:pt x="10041" y="10813"/>
                  </a:lnTo>
                  <a:lnTo>
                    <a:pt x="9462" y="11006"/>
                  </a:lnTo>
                  <a:lnTo>
                    <a:pt x="8882" y="11161"/>
                  </a:lnTo>
                  <a:lnTo>
                    <a:pt x="8303" y="11276"/>
                  </a:lnTo>
                  <a:lnTo>
                    <a:pt x="7724" y="11315"/>
                  </a:lnTo>
                  <a:lnTo>
                    <a:pt x="7145" y="11354"/>
                  </a:lnTo>
                  <a:lnTo>
                    <a:pt x="6604" y="11315"/>
                  </a:lnTo>
                  <a:lnTo>
                    <a:pt x="6025" y="11238"/>
                  </a:lnTo>
                  <a:lnTo>
                    <a:pt x="5484" y="11122"/>
                  </a:lnTo>
                  <a:lnTo>
                    <a:pt x="4944" y="10967"/>
                  </a:lnTo>
                  <a:lnTo>
                    <a:pt x="4442" y="10736"/>
                  </a:lnTo>
                  <a:lnTo>
                    <a:pt x="3940" y="10504"/>
                  </a:lnTo>
                  <a:lnTo>
                    <a:pt x="3476" y="10195"/>
                  </a:lnTo>
                  <a:lnTo>
                    <a:pt x="3013" y="9848"/>
                  </a:lnTo>
                  <a:lnTo>
                    <a:pt x="2549" y="9461"/>
                  </a:lnTo>
                  <a:lnTo>
                    <a:pt x="2163" y="9037"/>
                  </a:lnTo>
                  <a:lnTo>
                    <a:pt x="1777" y="8573"/>
                  </a:lnTo>
                  <a:lnTo>
                    <a:pt x="1430" y="8033"/>
                  </a:lnTo>
                  <a:lnTo>
                    <a:pt x="1121" y="7492"/>
                  </a:lnTo>
                  <a:lnTo>
                    <a:pt x="850" y="6913"/>
                  </a:lnTo>
                  <a:lnTo>
                    <a:pt x="657" y="6334"/>
                  </a:lnTo>
                  <a:lnTo>
                    <a:pt x="503" y="5754"/>
                  </a:lnTo>
                  <a:lnTo>
                    <a:pt x="426" y="5137"/>
                  </a:lnTo>
                  <a:lnTo>
                    <a:pt x="426" y="4519"/>
                  </a:lnTo>
                  <a:lnTo>
                    <a:pt x="503" y="3862"/>
                  </a:lnTo>
                  <a:lnTo>
                    <a:pt x="696" y="3283"/>
                  </a:lnTo>
                  <a:lnTo>
                    <a:pt x="928" y="2743"/>
                  </a:lnTo>
                  <a:lnTo>
                    <a:pt x="1275" y="2241"/>
                  </a:lnTo>
                  <a:lnTo>
                    <a:pt x="1661" y="1777"/>
                  </a:lnTo>
                  <a:lnTo>
                    <a:pt x="2086" y="1352"/>
                  </a:lnTo>
                  <a:lnTo>
                    <a:pt x="2588" y="1043"/>
                  </a:lnTo>
                  <a:lnTo>
                    <a:pt x="3129" y="773"/>
                  </a:lnTo>
                  <a:lnTo>
                    <a:pt x="3708" y="580"/>
                  </a:lnTo>
                  <a:lnTo>
                    <a:pt x="4326" y="464"/>
                  </a:lnTo>
                  <a:close/>
                  <a:moveTo>
                    <a:pt x="4519" y="1"/>
                  </a:moveTo>
                  <a:lnTo>
                    <a:pt x="4249" y="39"/>
                  </a:lnTo>
                  <a:lnTo>
                    <a:pt x="3901" y="78"/>
                  </a:lnTo>
                  <a:lnTo>
                    <a:pt x="3515" y="155"/>
                  </a:lnTo>
                  <a:lnTo>
                    <a:pt x="3167" y="271"/>
                  </a:lnTo>
                  <a:lnTo>
                    <a:pt x="2820" y="426"/>
                  </a:lnTo>
                  <a:lnTo>
                    <a:pt x="2472" y="580"/>
                  </a:lnTo>
                  <a:lnTo>
                    <a:pt x="2125" y="773"/>
                  </a:lnTo>
                  <a:lnTo>
                    <a:pt x="1777" y="1043"/>
                  </a:lnTo>
                  <a:lnTo>
                    <a:pt x="1468" y="1314"/>
                  </a:lnTo>
                  <a:lnTo>
                    <a:pt x="1082" y="1700"/>
                  </a:lnTo>
                  <a:lnTo>
                    <a:pt x="773" y="2163"/>
                  </a:lnTo>
                  <a:lnTo>
                    <a:pt x="503" y="2627"/>
                  </a:lnTo>
                  <a:lnTo>
                    <a:pt x="310" y="3090"/>
                  </a:lnTo>
                  <a:lnTo>
                    <a:pt x="155" y="3592"/>
                  </a:lnTo>
                  <a:lnTo>
                    <a:pt x="40" y="4094"/>
                  </a:lnTo>
                  <a:lnTo>
                    <a:pt x="1" y="4596"/>
                  </a:lnTo>
                  <a:lnTo>
                    <a:pt x="1" y="5137"/>
                  </a:lnTo>
                  <a:lnTo>
                    <a:pt x="78" y="5639"/>
                  </a:lnTo>
                  <a:lnTo>
                    <a:pt x="155" y="6179"/>
                  </a:lnTo>
                  <a:lnTo>
                    <a:pt x="310" y="6681"/>
                  </a:lnTo>
                  <a:lnTo>
                    <a:pt x="464" y="7183"/>
                  </a:lnTo>
                  <a:lnTo>
                    <a:pt x="696" y="7685"/>
                  </a:lnTo>
                  <a:lnTo>
                    <a:pt x="966" y="8149"/>
                  </a:lnTo>
                  <a:lnTo>
                    <a:pt x="1237" y="8612"/>
                  </a:lnTo>
                  <a:lnTo>
                    <a:pt x="1545" y="9037"/>
                  </a:lnTo>
                  <a:lnTo>
                    <a:pt x="2009" y="9577"/>
                  </a:lnTo>
                  <a:lnTo>
                    <a:pt x="2472" y="10041"/>
                  </a:lnTo>
                  <a:lnTo>
                    <a:pt x="2974" y="10427"/>
                  </a:lnTo>
                  <a:lnTo>
                    <a:pt x="3476" y="10813"/>
                  </a:lnTo>
                  <a:lnTo>
                    <a:pt x="4055" y="11083"/>
                  </a:lnTo>
                  <a:lnTo>
                    <a:pt x="4596" y="11354"/>
                  </a:lnTo>
                  <a:lnTo>
                    <a:pt x="5214" y="11547"/>
                  </a:lnTo>
                  <a:lnTo>
                    <a:pt x="5832" y="11701"/>
                  </a:lnTo>
                  <a:lnTo>
                    <a:pt x="5870" y="11856"/>
                  </a:lnTo>
                  <a:lnTo>
                    <a:pt x="6218" y="11778"/>
                  </a:lnTo>
                  <a:lnTo>
                    <a:pt x="7029" y="11817"/>
                  </a:lnTo>
                  <a:lnTo>
                    <a:pt x="7840" y="11817"/>
                  </a:lnTo>
                  <a:lnTo>
                    <a:pt x="8689" y="11701"/>
                  </a:lnTo>
                  <a:lnTo>
                    <a:pt x="9539" y="11508"/>
                  </a:lnTo>
                  <a:lnTo>
                    <a:pt x="10272" y="11238"/>
                  </a:lnTo>
                  <a:lnTo>
                    <a:pt x="11006" y="10929"/>
                  </a:lnTo>
                  <a:lnTo>
                    <a:pt x="11315" y="10813"/>
                  </a:lnTo>
                  <a:lnTo>
                    <a:pt x="11315" y="10774"/>
                  </a:lnTo>
                  <a:lnTo>
                    <a:pt x="12049" y="10350"/>
                  </a:lnTo>
                  <a:lnTo>
                    <a:pt x="12705" y="9848"/>
                  </a:lnTo>
                  <a:lnTo>
                    <a:pt x="13362" y="9307"/>
                  </a:lnTo>
                  <a:lnTo>
                    <a:pt x="13941" y="8689"/>
                  </a:lnTo>
                  <a:lnTo>
                    <a:pt x="14481" y="8033"/>
                  </a:lnTo>
                  <a:lnTo>
                    <a:pt x="14713" y="7685"/>
                  </a:lnTo>
                  <a:lnTo>
                    <a:pt x="14906" y="7299"/>
                  </a:lnTo>
                  <a:lnTo>
                    <a:pt x="15099" y="6952"/>
                  </a:lnTo>
                  <a:lnTo>
                    <a:pt x="15254" y="6565"/>
                  </a:lnTo>
                  <a:lnTo>
                    <a:pt x="15408" y="6179"/>
                  </a:lnTo>
                  <a:lnTo>
                    <a:pt x="15524" y="5754"/>
                  </a:lnTo>
                  <a:lnTo>
                    <a:pt x="15601" y="6256"/>
                  </a:lnTo>
                  <a:lnTo>
                    <a:pt x="15756" y="6720"/>
                  </a:lnTo>
                  <a:lnTo>
                    <a:pt x="15987" y="7145"/>
                  </a:lnTo>
                  <a:lnTo>
                    <a:pt x="16258" y="7569"/>
                  </a:lnTo>
                  <a:lnTo>
                    <a:pt x="16374" y="7762"/>
                  </a:lnTo>
                  <a:lnTo>
                    <a:pt x="16567" y="7917"/>
                  </a:lnTo>
                  <a:lnTo>
                    <a:pt x="16760" y="8071"/>
                  </a:lnTo>
                  <a:lnTo>
                    <a:pt x="16953" y="8187"/>
                  </a:lnTo>
                  <a:lnTo>
                    <a:pt x="17146" y="8264"/>
                  </a:lnTo>
                  <a:lnTo>
                    <a:pt x="17378" y="8264"/>
                  </a:lnTo>
                  <a:lnTo>
                    <a:pt x="17571" y="8187"/>
                  </a:lnTo>
                  <a:lnTo>
                    <a:pt x="17802" y="8033"/>
                  </a:lnTo>
                  <a:lnTo>
                    <a:pt x="17918" y="7878"/>
                  </a:lnTo>
                  <a:lnTo>
                    <a:pt x="17995" y="7685"/>
                  </a:lnTo>
                  <a:lnTo>
                    <a:pt x="18034" y="7454"/>
                  </a:lnTo>
                  <a:lnTo>
                    <a:pt x="18034" y="7260"/>
                  </a:lnTo>
                  <a:lnTo>
                    <a:pt x="17995" y="7029"/>
                  </a:lnTo>
                  <a:lnTo>
                    <a:pt x="17918" y="6836"/>
                  </a:lnTo>
                  <a:lnTo>
                    <a:pt x="17841" y="6643"/>
                  </a:lnTo>
                  <a:lnTo>
                    <a:pt x="17725" y="6450"/>
                  </a:lnTo>
                  <a:lnTo>
                    <a:pt x="17571" y="6256"/>
                  </a:lnTo>
                  <a:lnTo>
                    <a:pt x="17416" y="6063"/>
                  </a:lnTo>
                  <a:lnTo>
                    <a:pt x="17030" y="5716"/>
                  </a:lnTo>
                  <a:lnTo>
                    <a:pt x="16567" y="5446"/>
                  </a:lnTo>
                  <a:lnTo>
                    <a:pt x="16103" y="5252"/>
                  </a:lnTo>
                  <a:lnTo>
                    <a:pt x="16605" y="5175"/>
                  </a:lnTo>
                  <a:lnTo>
                    <a:pt x="17030" y="4982"/>
                  </a:lnTo>
                  <a:lnTo>
                    <a:pt x="17455" y="4750"/>
                  </a:lnTo>
                  <a:lnTo>
                    <a:pt x="17841" y="4442"/>
                  </a:lnTo>
                  <a:lnTo>
                    <a:pt x="17995" y="4248"/>
                  </a:lnTo>
                  <a:lnTo>
                    <a:pt x="18150" y="4055"/>
                  </a:lnTo>
                  <a:lnTo>
                    <a:pt x="18266" y="3824"/>
                  </a:lnTo>
                  <a:lnTo>
                    <a:pt x="18343" y="3553"/>
                  </a:lnTo>
                  <a:lnTo>
                    <a:pt x="18382" y="3322"/>
                  </a:lnTo>
                  <a:lnTo>
                    <a:pt x="18343" y="3090"/>
                  </a:lnTo>
                  <a:lnTo>
                    <a:pt x="18227" y="2858"/>
                  </a:lnTo>
                  <a:lnTo>
                    <a:pt x="18150" y="2781"/>
                  </a:lnTo>
                  <a:lnTo>
                    <a:pt x="18034" y="2704"/>
                  </a:lnTo>
                  <a:lnTo>
                    <a:pt x="17841" y="2588"/>
                  </a:lnTo>
                  <a:lnTo>
                    <a:pt x="17609" y="2549"/>
                  </a:lnTo>
                  <a:lnTo>
                    <a:pt x="17416" y="2549"/>
                  </a:lnTo>
                  <a:lnTo>
                    <a:pt x="17185" y="2588"/>
                  </a:lnTo>
                  <a:lnTo>
                    <a:pt x="16953" y="2704"/>
                  </a:lnTo>
                  <a:lnTo>
                    <a:pt x="16760" y="2781"/>
                  </a:lnTo>
                  <a:lnTo>
                    <a:pt x="16567" y="2936"/>
                  </a:lnTo>
                  <a:lnTo>
                    <a:pt x="16412" y="3090"/>
                  </a:lnTo>
                  <a:lnTo>
                    <a:pt x="16258" y="3283"/>
                  </a:lnTo>
                  <a:lnTo>
                    <a:pt x="16103" y="3476"/>
                  </a:lnTo>
                  <a:lnTo>
                    <a:pt x="15872" y="3978"/>
                  </a:lnTo>
                  <a:lnTo>
                    <a:pt x="15717" y="4480"/>
                  </a:lnTo>
                  <a:lnTo>
                    <a:pt x="15640" y="4982"/>
                  </a:lnTo>
                  <a:lnTo>
                    <a:pt x="15601" y="4982"/>
                  </a:lnTo>
                  <a:lnTo>
                    <a:pt x="15563" y="5021"/>
                  </a:lnTo>
                  <a:lnTo>
                    <a:pt x="15524" y="5021"/>
                  </a:lnTo>
                  <a:lnTo>
                    <a:pt x="15099" y="4789"/>
                  </a:lnTo>
                  <a:lnTo>
                    <a:pt x="14675" y="4635"/>
                  </a:lnTo>
                  <a:lnTo>
                    <a:pt x="14211" y="4519"/>
                  </a:lnTo>
                  <a:lnTo>
                    <a:pt x="13748" y="4519"/>
                  </a:lnTo>
                  <a:lnTo>
                    <a:pt x="13362" y="4596"/>
                  </a:lnTo>
                  <a:lnTo>
                    <a:pt x="13169" y="4635"/>
                  </a:lnTo>
                  <a:lnTo>
                    <a:pt x="12975" y="4712"/>
                  </a:lnTo>
                  <a:lnTo>
                    <a:pt x="12782" y="4789"/>
                  </a:lnTo>
                  <a:lnTo>
                    <a:pt x="12628" y="4944"/>
                  </a:lnTo>
                  <a:lnTo>
                    <a:pt x="12512" y="5098"/>
                  </a:lnTo>
                  <a:lnTo>
                    <a:pt x="12435" y="5252"/>
                  </a:lnTo>
                  <a:lnTo>
                    <a:pt x="12396" y="5446"/>
                  </a:lnTo>
                  <a:lnTo>
                    <a:pt x="12473" y="5639"/>
                  </a:lnTo>
                  <a:lnTo>
                    <a:pt x="12551" y="5793"/>
                  </a:lnTo>
                  <a:lnTo>
                    <a:pt x="12705" y="5909"/>
                  </a:lnTo>
                  <a:lnTo>
                    <a:pt x="12860" y="5986"/>
                  </a:lnTo>
                  <a:lnTo>
                    <a:pt x="13053" y="6063"/>
                  </a:lnTo>
                  <a:lnTo>
                    <a:pt x="13439" y="6141"/>
                  </a:lnTo>
                  <a:lnTo>
                    <a:pt x="13786" y="6141"/>
                  </a:lnTo>
                  <a:lnTo>
                    <a:pt x="14134" y="6102"/>
                  </a:lnTo>
                  <a:lnTo>
                    <a:pt x="14481" y="5986"/>
                  </a:lnTo>
                  <a:lnTo>
                    <a:pt x="14790" y="5870"/>
                  </a:lnTo>
                  <a:lnTo>
                    <a:pt x="14481" y="6256"/>
                  </a:lnTo>
                  <a:lnTo>
                    <a:pt x="14095" y="6565"/>
                  </a:lnTo>
                  <a:lnTo>
                    <a:pt x="13902" y="6720"/>
                  </a:lnTo>
                  <a:lnTo>
                    <a:pt x="13671" y="6836"/>
                  </a:lnTo>
                  <a:lnTo>
                    <a:pt x="13439" y="6952"/>
                  </a:lnTo>
                  <a:lnTo>
                    <a:pt x="13207" y="7029"/>
                  </a:lnTo>
                  <a:lnTo>
                    <a:pt x="12821" y="7067"/>
                  </a:lnTo>
                  <a:lnTo>
                    <a:pt x="12435" y="7067"/>
                  </a:lnTo>
                  <a:lnTo>
                    <a:pt x="12087" y="6990"/>
                  </a:lnTo>
                  <a:lnTo>
                    <a:pt x="11778" y="6874"/>
                  </a:lnTo>
                  <a:lnTo>
                    <a:pt x="11470" y="6681"/>
                  </a:lnTo>
                  <a:lnTo>
                    <a:pt x="11199" y="6411"/>
                  </a:lnTo>
                  <a:lnTo>
                    <a:pt x="10968" y="6141"/>
                  </a:lnTo>
                  <a:lnTo>
                    <a:pt x="10774" y="5793"/>
                  </a:lnTo>
                  <a:lnTo>
                    <a:pt x="10504" y="5330"/>
                  </a:lnTo>
                  <a:lnTo>
                    <a:pt x="10311" y="4828"/>
                  </a:lnTo>
                  <a:lnTo>
                    <a:pt x="9886" y="3862"/>
                  </a:lnTo>
                  <a:lnTo>
                    <a:pt x="9655" y="3399"/>
                  </a:lnTo>
                  <a:lnTo>
                    <a:pt x="9423" y="2936"/>
                  </a:lnTo>
                  <a:lnTo>
                    <a:pt x="9153" y="2472"/>
                  </a:lnTo>
                  <a:lnTo>
                    <a:pt x="8844" y="2047"/>
                  </a:lnTo>
                  <a:lnTo>
                    <a:pt x="8380" y="1545"/>
                  </a:lnTo>
                  <a:lnTo>
                    <a:pt x="7917" y="1159"/>
                  </a:lnTo>
                  <a:lnTo>
                    <a:pt x="7415" y="812"/>
                  </a:lnTo>
                  <a:lnTo>
                    <a:pt x="6874" y="503"/>
                  </a:lnTo>
                  <a:lnTo>
                    <a:pt x="6295" y="271"/>
                  </a:lnTo>
                  <a:lnTo>
                    <a:pt x="5716" y="117"/>
                  </a:lnTo>
                  <a:lnTo>
                    <a:pt x="5137" y="39"/>
                  </a:lnTo>
                  <a:lnTo>
                    <a:pt x="451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1" name="Google Shape;5591;p22"/>
            <p:cNvSpPr/>
            <p:nvPr/>
          </p:nvSpPr>
          <p:spPr>
            <a:xfrm>
              <a:off x="6767875" y="2536500"/>
              <a:ext cx="44450" cy="43450"/>
            </a:xfrm>
            <a:custGeom>
              <a:avLst/>
              <a:gdLst/>
              <a:ahLst/>
              <a:cxnLst/>
              <a:rect l="l" t="t" r="r" b="b"/>
              <a:pathLst>
                <a:path w="1778" h="1738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25"/>
                  </a:lnTo>
                  <a:lnTo>
                    <a:pt x="1314" y="579"/>
                  </a:lnTo>
                  <a:lnTo>
                    <a:pt x="1391" y="772"/>
                  </a:lnTo>
                  <a:lnTo>
                    <a:pt x="1391" y="965"/>
                  </a:lnTo>
                  <a:lnTo>
                    <a:pt x="1352" y="1043"/>
                  </a:lnTo>
                  <a:lnTo>
                    <a:pt x="1275" y="1120"/>
                  </a:lnTo>
                  <a:lnTo>
                    <a:pt x="1198" y="1197"/>
                  </a:lnTo>
                  <a:lnTo>
                    <a:pt x="1082" y="1274"/>
                  </a:lnTo>
                  <a:lnTo>
                    <a:pt x="889" y="1352"/>
                  </a:lnTo>
                  <a:lnTo>
                    <a:pt x="696" y="1313"/>
                  </a:lnTo>
                  <a:lnTo>
                    <a:pt x="542" y="1236"/>
                  </a:lnTo>
                  <a:lnTo>
                    <a:pt x="426" y="1081"/>
                  </a:lnTo>
                  <a:lnTo>
                    <a:pt x="387" y="888"/>
                  </a:lnTo>
                  <a:lnTo>
                    <a:pt x="387" y="734"/>
                  </a:lnTo>
                  <a:lnTo>
                    <a:pt x="464" y="541"/>
                  </a:lnTo>
                  <a:lnTo>
                    <a:pt x="542" y="386"/>
                  </a:lnTo>
                  <a:lnTo>
                    <a:pt x="542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9" y="39"/>
                  </a:lnTo>
                  <a:lnTo>
                    <a:pt x="464" y="116"/>
                  </a:lnTo>
                  <a:lnTo>
                    <a:pt x="426" y="155"/>
                  </a:lnTo>
                  <a:lnTo>
                    <a:pt x="348" y="155"/>
                  </a:lnTo>
                  <a:lnTo>
                    <a:pt x="233" y="232"/>
                  </a:lnTo>
                  <a:lnTo>
                    <a:pt x="117" y="348"/>
                  </a:lnTo>
                  <a:lnTo>
                    <a:pt x="40" y="502"/>
                  </a:lnTo>
                  <a:lnTo>
                    <a:pt x="1" y="657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40" y="1159"/>
                  </a:lnTo>
                  <a:lnTo>
                    <a:pt x="117" y="1313"/>
                  </a:lnTo>
                  <a:lnTo>
                    <a:pt x="194" y="1467"/>
                  </a:lnTo>
                  <a:lnTo>
                    <a:pt x="348" y="1583"/>
                  </a:lnTo>
                  <a:lnTo>
                    <a:pt x="464" y="1661"/>
                  </a:lnTo>
                  <a:lnTo>
                    <a:pt x="619" y="1699"/>
                  </a:lnTo>
                  <a:lnTo>
                    <a:pt x="812" y="1738"/>
                  </a:lnTo>
                  <a:lnTo>
                    <a:pt x="966" y="1738"/>
                  </a:lnTo>
                  <a:lnTo>
                    <a:pt x="1121" y="1699"/>
                  </a:lnTo>
                  <a:lnTo>
                    <a:pt x="1275" y="1622"/>
                  </a:lnTo>
                  <a:lnTo>
                    <a:pt x="1430" y="1506"/>
                  </a:lnTo>
                  <a:lnTo>
                    <a:pt x="1584" y="1390"/>
                  </a:lnTo>
                  <a:lnTo>
                    <a:pt x="1661" y="1236"/>
                  </a:lnTo>
                  <a:lnTo>
                    <a:pt x="1739" y="1081"/>
                  </a:lnTo>
                  <a:lnTo>
                    <a:pt x="1777" y="927"/>
                  </a:lnTo>
                  <a:lnTo>
                    <a:pt x="1777" y="772"/>
                  </a:lnTo>
                  <a:lnTo>
                    <a:pt x="1739" y="579"/>
                  </a:lnTo>
                  <a:lnTo>
                    <a:pt x="1661" y="425"/>
                  </a:lnTo>
                  <a:lnTo>
                    <a:pt x="1546" y="270"/>
                  </a:lnTo>
                  <a:lnTo>
                    <a:pt x="1430" y="155"/>
                  </a:lnTo>
                  <a:lnTo>
                    <a:pt x="1275" y="77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2" name="Google Shape;5592;p22"/>
            <p:cNvSpPr/>
            <p:nvPr/>
          </p:nvSpPr>
          <p:spPr>
            <a:xfrm>
              <a:off x="694725" y="2537450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59"/>
                  </a:lnTo>
                  <a:lnTo>
                    <a:pt x="2897" y="1700"/>
                  </a:lnTo>
                  <a:lnTo>
                    <a:pt x="2511" y="2202"/>
                  </a:lnTo>
                  <a:lnTo>
                    <a:pt x="1932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7"/>
                  </a:lnTo>
                  <a:lnTo>
                    <a:pt x="310" y="4287"/>
                  </a:lnTo>
                  <a:lnTo>
                    <a:pt x="1" y="4596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41" y="4789"/>
                  </a:lnTo>
                  <a:lnTo>
                    <a:pt x="966" y="4519"/>
                  </a:lnTo>
                  <a:lnTo>
                    <a:pt x="1314" y="4248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897" y="2511"/>
                  </a:lnTo>
                  <a:lnTo>
                    <a:pt x="3322" y="1970"/>
                  </a:lnTo>
                  <a:lnTo>
                    <a:pt x="3669" y="1391"/>
                  </a:lnTo>
                  <a:lnTo>
                    <a:pt x="3978" y="812"/>
                  </a:lnTo>
                  <a:lnTo>
                    <a:pt x="4248" y="194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3" name="Google Shape;5593;p22"/>
            <p:cNvSpPr/>
            <p:nvPr/>
          </p:nvSpPr>
          <p:spPr>
            <a:xfrm>
              <a:off x="643575" y="253937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1004" y="271"/>
                  </a:moveTo>
                  <a:lnTo>
                    <a:pt x="1236" y="387"/>
                  </a:lnTo>
                  <a:lnTo>
                    <a:pt x="1429" y="542"/>
                  </a:lnTo>
                  <a:lnTo>
                    <a:pt x="1545" y="735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3" y="1198"/>
                  </a:lnTo>
                  <a:lnTo>
                    <a:pt x="1545" y="1275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6"/>
                  </a:lnTo>
                  <a:lnTo>
                    <a:pt x="966" y="1584"/>
                  </a:lnTo>
                  <a:lnTo>
                    <a:pt x="773" y="1546"/>
                  </a:lnTo>
                  <a:lnTo>
                    <a:pt x="657" y="1468"/>
                  </a:lnTo>
                  <a:lnTo>
                    <a:pt x="579" y="1391"/>
                  </a:lnTo>
                  <a:lnTo>
                    <a:pt x="502" y="1314"/>
                  </a:lnTo>
                  <a:lnTo>
                    <a:pt x="464" y="1198"/>
                  </a:lnTo>
                  <a:lnTo>
                    <a:pt x="425" y="966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387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850" y="1"/>
                  </a:moveTo>
                  <a:lnTo>
                    <a:pt x="657" y="78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78"/>
                  </a:lnTo>
                  <a:lnTo>
                    <a:pt x="271" y="194"/>
                  </a:lnTo>
                  <a:lnTo>
                    <a:pt x="155" y="348"/>
                  </a:lnTo>
                  <a:lnTo>
                    <a:pt x="77" y="503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7" y="1430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893"/>
                  </a:lnTo>
                  <a:lnTo>
                    <a:pt x="1583" y="1816"/>
                  </a:lnTo>
                  <a:lnTo>
                    <a:pt x="1738" y="1661"/>
                  </a:lnTo>
                  <a:lnTo>
                    <a:pt x="1892" y="1546"/>
                  </a:lnTo>
                  <a:lnTo>
                    <a:pt x="1970" y="1352"/>
                  </a:lnTo>
                  <a:lnTo>
                    <a:pt x="2047" y="1159"/>
                  </a:lnTo>
                  <a:lnTo>
                    <a:pt x="2085" y="966"/>
                  </a:lnTo>
                  <a:lnTo>
                    <a:pt x="2047" y="773"/>
                  </a:lnTo>
                  <a:lnTo>
                    <a:pt x="1970" y="580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3" y="155"/>
                  </a:lnTo>
                  <a:lnTo>
                    <a:pt x="1429" y="40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4" name="Google Shape;5594;p22"/>
            <p:cNvSpPr/>
            <p:nvPr/>
          </p:nvSpPr>
          <p:spPr>
            <a:xfrm>
              <a:off x="2323325" y="2542275"/>
              <a:ext cx="309900" cy="249100"/>
            </a:xfrm>
            <a:custGeom>
              <a:avLst/>
              <a:gdLst/>
              <a:ahLst/>
              <a:cxnLst/>
              <a:rect l="l" t="t" r="r" b="b"/>
              <a:pathLst>
                <a:path w="12396" h="9964" extrusionOk="0">
                  <a:moveTo>
                    <a:pt x="10079" y="426"/>
                  </a:moveTo>
                  <a:lnTo>
                    <a:pt x="10272" y="464"/>
                  </a:lnTo>
                  <a:lnTo>
                    <a:pt x="10465" y="503"/>
                  </a:lnTo>
                  <a:lnTo>
                    <a:pt x="10581" y="541"/>
                  </a:lnTo>
                  <a:lnTo>
                    <a:pt x="10735" y="657"/>
                  </a:lnTo>
                  <a:lnTo>
                    <a:pt x="10851" y="850"/>
                  </a:lnTo>
                  <a:lnTo>
                    <a:pt x="10928" y="1043"/>
                  </a:lnTo>
                  <a:lnTo>
                    <a:pt x="10928" y="1236"/>
                  </a:lnTo>
                  <a:lnTo>
                    <a:pt x="10928" y="1430"/>
                  </a:lnTo>
                  <a:lnTo>
                    <a:pt x="10890" y="1661"/>
                  </a:lnTo>
                  <a:lnTo>
                    <a:pt x="10812" y="1854"/>
                  </a:lnTo>
                  <a:lnTo>
                    <a:pt x="10619" y="2202"/>
                  </a:lnTo>
                  <a:lnTo>
                    <a:pt x="10310" y="2588"/>
                  </a:lnTo>
                  <a:lnTo>
                    <a:pt x="9963" y="2936"/>
                  </a:lnTo>
                  <a:lnTo>
                    <a:pt x="9422" y="3476"/>
                  </a:lnTo>
                  <a:lnTo>
                    <a:pt x="8843" y="3978"/>
                  </a:lnTo>
                  <a:lnTo>
                    <a:pt x="8186" y="4480"/>
                  </a:lnTo>
                  <a:lnTo>
                    <a:pt x="7569" y="4982"/>
                  </a:lnTo>
                  <a:lnTo>
                    <a:pt x="6912" y="5484"/>
                  </a:lnTo>
                  <a:lnTo>
                    <a:pt x="6256" y="5947"/>
                  </a:lnTo>
                  <a:lnTo>
                    <a:pt x="5483" y="6411"/>
                  </a:lnTo>
                  <a:lnTo>
                    <a:pt x="4711" y="6874"/>
                  </a:lnTo>
                  <a:lnTo>
                    <a:pt x="3939" y="7299"/>
                  </a:lnTo>
                  <a:lnTo>
                    <a:pt x="3128" y="7724"/>
                  </a:lnTo>
                  <a:lnTo>
                    <a:pt x="2471" y="7994"/>
                  </a:lnTo>
                  <a:lnTo>
                    <a:pt x="2163" y="8110"/>
                  </a:lnTo>
                  <a:lnTo>
                    <a:pt x="1815" y="8226"/>
                  </a:lnTo>
                  <a:lnTo>
                    <a:pt x="1506" y="8264"/>
                  </a:lnTo>
                  <a:lnTo>
                    <a:pt x="1159" y="8303"/>
                  </a:lnTo>
                  <a:lnTo>
                    <a:pt x="811" y="8303"/>
                  </a:lnTo>
                  <a:lnTo>
                    <a:pt x="463" y="8226"/>
                  </a:lnTo>
                  <a:lnTo>
                    <a:pt x="502" y="8148"/>
                  </a:lnTo>
                  <a:lnTo>
                    <a:pt x="463" y="8033"/>
                  </a:lnTo>
                  <a:lnTo>
                    <a:pt x="463" y="7917"/>
                  </a:lnTo>
                  <a:lnTo>
                    <a:pt x="463" y="7801"/>
                  </a:lnTo>
                  <a:lnTo>
                    <a:pt x="502" y="7569"/>
                  </a:lnTo>
                  <a:lnTo>
                    <a:pt x="618" y="7299"/>
                  </a:lnTo>
                  <a:lnTo>
                    <a:pt x="772" y="7029"/>
                  </a:lnTo>
                  <a:lnTo>
                    <a:pt x="1159" y="6565"/>
                  </a:lnTo>
                  <a:lnTo>
                    <a:pt x="1467" y="6179"/>
                  </a:lnTo>
                  <a:lnTo>
                    <a:pt x="2008" y="5561"/>
                  </a:lnTo>
                  <a:lnTo>
                    <a:pt x="2549" y="4982"/>
                  </a:lnTo>
                  <a:lnTo>
                    <a:pt x="3128" y="4441"/>
                  </a:lnTo>
                  <a:lnTo>
                    <a:pt x="3746" y="3862"/>
                  </a:lnTo>
                  <a:lnTo>
                    <a:pt x="4364" y="3360"/>
                  </a:lnTo>
                  <a:lnTo>
                    <a:pt x="5020" y="2858"/>
                  </a:lnTo>
                  <a:lnTo>
                    <a:pt x="5715" y="2434"/>
                  </a:lnTo>
                  <a:lnTo>
                    <a:pt x="6410" y="1970"/>
                  </a:lnTo>
                  <a:lnTo>
                    <a:pt x="7105" y="1584"/>
                  </a:lnTo>
                  <a:lnTo>
                    <a:pt x="7839" y="1236"/>
                  </a:lnTo>
                  <a:lnTo>
                    <a:pt x="8457" y="928"/>
                  </a:lnTo>
                  <a:lnTo>
                    <a:pt x="8843" y="734"/>
                  </a:lnTo>
                  <a:lnTo>
                    <a:pt x="9268" y="580"/>
                  </a:lnTo>
                  <a:lnTo>
                    <a:pt x="9692" y="464"/>
                  </a:lnTo>
                  <a:lnTo>
                    <a:pt x="10079" y="426"/>
                  </a:lnTo>
                  <a:close/>
                  <a:moveTo>
                    <a:pt x="11237" y="464"/>
                  </a:moveTo>
                  <a:lnTo>
                    <a:pt x="11430" y="580"/>
                  </a:lnTo>
                  <a:lnTo>
                    <a:pt x="11585" y="773"/>
                  </a:lnTo>
                  <a:lnTo>
                    <a:pt x="11700" y="966"/>
                  </a:lnTo>
                  <a:lnTo>
                    <a:pt x="11778" y="1236"/>
                  </a:lnTo>
                  <a:lnTo>
                    <a:pt x="11778" y="1468"/>
                  </a:lnTo>
                  <a:lnTo>
                    <a:pt x="11778" y="1738"/>
                  </a:lnTo>
                  <a:lnTo>
                    <a:pt x="11739" y="1970"/>
                  </a:lnTo>
                  <a:lnTo>
                    <a:pt x="11662" y="2240"/>
                  </a:lnTo>
                  <a:lnTo>
                    <a:pt x="11430" y="2627"/>
                  </a:lnTo>
                  <a:lnTo>
                    <a:pt x="11160" y="3013"/>
                  </a:lnTo>
                  <a:lnTo>
                    <a:pt x="10851" y="3399"/>
                  </a:lnTo>
                  <a:lnTo>
                    <a:pt x="10542" y="3746"/>
                  </a:lnTo>
                  <a:lnTo>
                    <a:pt x="9847" y="4480"/>
                  </a:lnTo>
                  <a:lnTo>
                    <a:pt x="9075" y="5137"/>
                  </a:lnTo>
                  <a:lnTo>
                    <a:pt x="8264" y="5793"/>
                  </a:lnTo>
                  <a:lnTo>
                    <a:pt x="7453" y="6372"/>
                  </a:lnTo>
                  <a:lnTo>
                    <a:pt x="6603" y="6990"/>
                  </a:lnTo>
                  <a:lnTo>
                    <a:pt x="5754" y="7569"/>
                  </a:lnTo>
                  <a:lnTo>
                    <a:pt x="4866" y="8110"/>
                  </a:lnTo>
                  <a:lnTo>
                    <a:pt x="3977" y="8612"/>
                  </a:lnTo>
                  <a:lnTo>
                    <a:pt x="3128" y="9037"/>
                  </a:lnTo>
                  <a:lnTo>
                    <a:pt x="2703" y="9191"/>
                  </a:lnTo>
                  <a:lnTo>
                    <a:pt x="2240" y="9346"/>
                  </a:lnTo>
                  <a:lnTo>
                    <a:pt x="1969" y="9384"/>
                  </a:lnTo>
                  <a:lnTo>
                    <a:pt x="1661" y="9423"/>
                  </a:lnTo>
                  <a:lnTo>
                    <a:pt x="1313" y="9384"/>
                  </a:lnTo>
                  <a:lnTo>
                    <a:pt x="1004" y="9346"/>
                  </a:lnTo>
                  <a:lnTo>
                    <a:pt x="734" y="9191"/>
                  </a:lnTo>
                  <a:lnTo>
                    <a:pt x="541" y="9037"/>
                  </a:lnTo>
                  <a:lnTo>
                    <a:pt x="463" y="8921"/>
                  </a:lnTo>
                  <a:lnTo>
                    <a:pt x="386" y="8805"/>
                  </a:lnTo>
                  <a:lnTo>
                    <a:pt x="348" y="8650"/>
                  </a:lnTo>
                  <a:lnTo>
                    <a:pt x="309" y="8496"/>
                  </a:lnTo>
                  <a:lnTo>
                    <a:pt x="579" y="8612"/>
                  </a:lnTo>
                  <a:lnTo>
                    <a:pt x="888" y="8728"/>
                  </a:lnTo>
                  <a:lnTo>
                    <a:pt x="1197" y="8766"/>
                  </a:lnTo>
                  <a:lnTo>
                    <a:pt x="1506" y="8766"/>
                  </a:lnTo>
                  <a:lnTo>
                    <a:pt x="1815" y="8728"/>
                  </a:lnTo>
                  <a:lnTo>
                    <a:pt x="2124" y="8650"/>
                  </a:lnTo>
                  <a:lnTo>
                    <a:pt x="2742" y="8457"/>
                  </a:lnTo>
                  <a:lnTo>
                    <a:pt x="3321" y="8187"/>
                  </a:lnTo>
                  <a:lnTo>
                    <a:pt x="3939" y="7917"/>
                  </a:lnTo>
                  <a:lnTo>
                    <a:pt x="4981" y="7299"/>
                  </a:lnTo>
                  <a:lnTo>
                    <a:pt x="6526" y="6372"/>
                  </a:lnTo>
                  <a:lnTo>
                    <a:pt x="7298" y="5832"/>
                  </a:lnTo>
                  <a:lnTo>
                    <a:pt x="8071" y="5291"/>
                  </a:lnTo>
                  <a:lnTo>
                    <a:pt x="8804" y="4750"/>
                  </a:lnTo>
                  <a:lnTo>
                    <a:pt x="9499" y="4133"/>
                  </a:lnTo>
                  <a:lnTo>
                    <a:pt x="10156" y="3515"/>
                  </a:lnTo>
                  <a:lnTo>
                    <a:pt x="10774" y="2820"/>
                  </a:lnTo>
                  <a:lnTo>
                    <a:pt x="10967" y="2588"/>
                  </a:lnTo>
                  <a:lnTo>
                    <a:pt x="11121" y="2356"/>
                  </a:lnTo>
                  <a:lnTo>
                    <a:pt x="11276" y="2047"/>
                  </a:lnTo>
                  <a:lnTo>
                    <a:pt x="11391" y="1777"/>
                  </a:lnTo>
                  <a:lnTo>
                    <a:pt x="11469" y="1468"/>
                  </a:lnTo>
                  <a:lnTo>
                    <a:pt x="11507" y="1159"/>
                  </a:lnTo>
                  <a:lnTo>
                    <a:pt x="11430" y="889"/>
                  </a:lnTo>
                  <a:lnTo>
                    <a:pt x="11314" y="580"/>
                  </a:lnTo>
                  <a:lnTo>
                    <a:pt x="11237" y="464"/>
                  </a:lnTo>
                  <a:close/>
                  <a:moveTo>
                    <a:pt x="9924" y="1"/>
                  </a:moveTo>
                  <a:lnTo>
                    <a:pt x="9654" y="39"/>
                  </a:lnTo>
                  <a:lnTo>
                    <a:pt x="9306" y="117"/>
                  </a:lnTo>
                  <a:lnTo>
                    <a:pt x="8920" y="194"/>
                  </a:lnTo>
                  <a:lnTo>
                    <a:pt x="8186" y="503"/>
                  </a:lnTo>
                  <a:lnTo>
                    <a:pt x="7491" y="850"/>
                  </a:lnTo>
                  <a:lnTo>
                    <a:pt x="6835" y="1198"/>
                  </a:lnTo>
                  <a:lnTo>
                    <a:pt x="6101" y="1584"/>
                  </a:lnTo>
                  <a:lnTo>
                    <a:pt x="5406" y="2009"/>
                  </a:lnTo>
                  <a:lnTo>
                    <a:pt x="4750" y="2472"/>
                  </a:lnTo>
                  <a:lnTo>
                    <a:pt x="4093" y="2974"/>
                  </a:lnTo>
                  <a:lnTo>
                    <a:pt x="3360" y="3553"/>
                  </a:lnTo>
                  <a:lnTo>
                    <a:pt x="2665" y="4210"/>
                  </a:lnTo>
                  <a:lnTo>
                    <a:pt x="1969" y="4866"/>
                  </a:lnTo>
                  <a:lnTo>
                    <a:pt x="1352" y="5600"/>
                  </a:lnTo>
                  <a:lnTo>
                    <a:pt x="888" y="6141"/>
                  </a:lnTo>
                  <a:lnTo>
                    <a:pt x="618" y="6449"/>
                  </a:lnTo>
                  <a:lnTo>
                    <a:pt x="348" y="6797"/>
                  </a:lnTo>
                  <a:lnTo>
                    <a:pt x="155" y="7145"/>
                  </a:lnTo>
                  <a:lnTo>
                    <a:pt x="0" y="7492"/>
                  </a:lnTo>
                  <a:lnTo>
                    <a:pt x="0" y="7685"/>
                  </a:lnTo>
                  <a:lnTo>
                    <a:pt x="0" y="7840"/>
                  </a:lnTo>
                  <a:lnTo>
                    <a:pt x="0" y="8033"/>
                  </a:lnTo>
                  <a:lnTo>
                    <a:pt x="77" y="8187"/>
                  </a:lnTo>
                  <a:lnTo>
                    <a:pt x="77" y="8264"/>
                  </a:lnTo>
                  <a:lnTo>
                    <a:pt x="77" y="8342"/>
                  </a:lnTo>
                  <a:lnTo>
                    <a:pt x="39" y="8496"/>
                  </a:lnTo>
                  <a:lnTo>
                    <a:pt x="39" y="8650"/>
                  </a:lnTo>
                  <a:lnTo>
                    <a:pt x="77" y="8805"/>
                  </a:lnTo>
                  <a:lnTo>
                    <a:pt x="116" y="8959"/>
                  </a:lnTo>
                  <a:lnTo>
                    <a:pt x="309" y="9230"/>
                  </a:lnTo>
                  <a:lnTo>
                    <a:pt x="541" y="9500"/>
                  </a:lnTo>
                  <a:lnTo>
                    <a:pt x="734" y="9616"/>
                  </a:lnTo>
                  <a:lnTo>
                    <a:pt x="965" y="9732"/>
                  </a:lnTo>
                  <a:lnTo>
                    <a:pt x="1236" y="9770"/>
                  </a:lnTo>
                  <a:lnTo>
                    <a:pt x="1467" y="9809"/>
                  </a:lnTo>
                  <a:lnTo>
                    <a:pt x="1583" y="9963"/>
                  </a:lnTo>
                  <a:lnTo>
                    <a:pt x="1815" y="9770"/>
                  </a:lnTo>
                  <a:lnTo>
                    <a:pt x="1892" y="9770"/>
                  </a:lnTo>
                  <a:lnTo>
                    <a:pt x="1892" y="9848"/>
                  </a:lnTo>
                  <a:lnTo>
                    <a:pt x="1931" y="9848"/>
                  </a:lnTo>
                  <a:lnTo>
                    <a:pt x="2008" y="9770"/>
                  </a:lnTo>
                  <a:lnTo>
                    <a:pt x="2394" y="9654"/>
                  </a:lnTo>
                  <a:lnTo>
                    <a:pt x="2935" y="9500"/>
                  </a:lnTo>
                  <a:lnTo>
                    <a:pt x="3514" y="9268"/>
                  </a:lnTo>
                  <a:lnTo>
                    <a:pt x="4055" y="9037"/>
                  </a:lnTo>
                  <a:lnTo>
                    <a:pt x="4557" y="8766"/>
                  </a:lnTo>
                  <a:lnTo>
                    <a:pt x="5599" y="8148"/>
                  </a:lnTo>
                  <a:lnTo>
                    <a:pt x="6603" y="7492"/>
                  </a:lnTo>
                  <a:lnTo>
                    <a:pt x="6758" y="7376"/>
                  </a:lnTo>
                  <a:lnTo>
                    <a:pt x="7839" y="6643"/>
                  </a:lnTo>
                  <a:lnTo>
                    <a:pt x="8688" y="5986"/>
                  </a:lnTo>
                  <a:lnTo>
                    <a:pt x="9538" y="5330"/>
                  </a:lnTo>
                  <a:lnTo>
                    <a:pt x="10388" y="4596"/>
                  </a:lnTo>
                  <a:lnTo>
                    <a:pt x="10774" y="4171"/>
                  </a:lnTo>
                  <a:lnTo>
                    <a:pt x="11121" y="3785"/>
                  </a:lnTo>
                  <a:lnTo>
                    <a:pt x="11160" y="3901"/>
                  </a:lnTo>
                  <a:lnTo>
                    <a:pt x="11430" y="3824"/>
                  </a:lnTo>
                  <a:lnTo>
                    <a:pt x="11932" y="4094"/>
                  </a:lnTo>
                  <a:lnTo>
                    <a:pt x="12087" y="3824"/>
                  </a:lnTo>
                  <a:lnTo>
                    <a:pt x="11353" y="3476"/>
                  </a:lnTo>
                  <a:lnTo>
                    <a:pt x="11662" y="3051"/>
                  </a:lnTo>
                  <a:lnTo>
                    <a:pt x="11932" y="2588"/>
                  </a:lnTo>
                  <a:lnTo>
                    <a:pt x="12087" y="2202"/>
                  </a:lnTo>
                  <a:lnTo>
                    <a:pt x="12164" y="1816"/>
                  </a:lnTo>
                  <a:lnTo>
                    <a:pt x="12395" y="1623"/>
                  </a:lnTo>
                  <a:lnTo>
                    <a:pt x="12164" y="1391"/>
                  </a:lnTo>
                  <a:lnTo>
                    <a:pt x="12125" y="1082"/>
                  </a:lnTo>
                  <a:lnTo>
                    <a:pt x="12048" y="812"/>
                  </a:lnTo>
                  <a:lnTo>
                    <a:pt x="11932" y="580"/>
                  </a:lnTo>
                  <a:lnTo>
                    <a:pt x="11778" y="387"/>
                  </a:lnTo>
                  <a:lnTo>
                    <a:pt x="11585" y="194"/>
                  </a:lnTo>
                  <a:lnTo>
                    <a:pt x="11353" y="78"/>
                  </a:lnTo>
                  <a:lnTo>
                    <a:pt x="11044" y="39"/>
                  </a:lnTo>
                  <a:lnTo>
                    <a:pt x="10735" y="39"/>
                  </a:lnTo>
                  <a:lnTo>
                    <a:pt x="10619" y="78"/>
                  </a:lnTo>
                  <a:lnTo>
                    <a:pt x="1038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5" name="Google Shape;5595;p22"/>
            <p:cNvSpPr/>
            <p:nvPr/>
          </p:nvSpPr>
          <p:spPr>
            <a:xfrm>
              <a:off x="6773675" y="254227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4" y="3129"/>
                  </a:lnTo>
                  <a:lnTo>
                    <a:pt x="3939" y="4248"/>
                  </a:lnTo>
                  <a:lnTo>
                    <a:pt x="4017" y="5368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878"/>
                  </a:lnTo>
                  <a:lnTo>
                    <a:pt x="3901" y="8535"/>
                  </a:lnTo>
                  <a:lnTo>
                    <a:pt x="3746" y="9114"/>
                  </a:lnTo>
                  <a:lnTo>
                    <a:pt x="3515" y="9693"/>
                  </a:lnTo>
                  <a:lnTo>
                    <a:pt x="3244" y="10234"/>
                  </a:lnTo>
                  <a:lnTo>
                    <a:pt x="3013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52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465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54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57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580" y="2742"/>
                  </a:lnTo>
                  <a:lnTo>
                    <a:pt x="1352" y="2356"/>
                  </a:lnTo>
                  <a:lnTo>
                    <a:pt x="2163" y="1932"/>
                  </a:lnTo>
                  <a:lnTo>
                    <a:pt x="2935" y="1430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01" y="1"/>
                  </a:moveTo>
                  <a:lnTo>
                    <a:pt x="3476" y="310"/>
                  </a:lnTo>
                  <a:lnTo>
                    <a:pt x="3051" y="619"/>
                  </a:lnTo>
                  <a:lnTo>
                    <a:pt x="2626" y="966"/>
                  </a:lnTo>
                  <a:lnTo>
                    <a:pt x="2202" y="1275"/>
                  </a:lnTo>
                  <a:lnTo>
                    <a:pt x="1314" y="1893"/>
                  </a:lnTo>
                  <a:lnTo>
                    <a:pt x="425" y="2434"/>
                  </a:lnTo>
                  <a:lnTo>
                    <a:pt x="348" y="2511"/>
                  </a:lnTo>
                  <a:lnTo>
                    <a:pt x="348" y="2627"/>
                  </a:lnTo>
                  <a:lnTo>
                    <a:pt x="271" y="2665"/>
                  </a:lnTo>
                  <a:lnTo>
                    <a:pt x="232" y="2781"/>
                  </a:lnTo>
                  <a:lnTo>
                    <a:pt x="194" y="3785"/>
                  </a:lnTo>
                  <a:lnTo>
                    <a:pt x="155" y="4828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577"/>
                  </a:lnTo>
                  <a:lnTo>
                    <a:pt x="503" y="10041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391" y="11160"/>
                  </a:lnTo>
                  <a:lnTo>
                    <a:pt x="1622" y="11276"/>
                  </a:lnTo>
                  <a:lnTo>
                    <a:pt x="1816" y="11354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20" y="11315"/>
                  </a:lnTo>
                  <a:lnTo>
                    <a:pt x="3051" y="11199"/>
                  </a:lnTo>
                  <a:lnTo>
                    <a:pt x="3283" y="11045"/>
                  </a:lnTo>
                  <a:lnTo>
                    <a:pt x="3476" y="10852"/>
                  </a:lnTo>
                  <a:lnTo>
                    <a:pt x="3669" y="10620"/>
                  </a:lnTo>
                  <a:lnTo>
                    <a:pt x="3824" y="10388"/>
                  </a:lnTo>
                  <a:lnTo>
                    <a:pt x="3978" y="10118"/>
                  </a:lnTo>
                  <a:lnTo>
                    <a:pt x="4171" y="9539"/>
                  </a:lnTo>
                  <a:lnTo>
                    <a:pt x="4326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183"/>
                  </a:lnTo>
                  <a:lnTo>
                    <a:pt x="4596" y="6643"/>
                  </a:lnTo>
                  <a:lnTo>
                    <a:pt x="4596" y="6102"/>
                  </a:lnTo>
                  <a:lnTo>
                    <a:pt x="4519" y="4982"/>
                  </a:lnTo>
                  <a:lnTo>
                    <a:pt x="4441" y="3862"/>
                  </a:lnTo>
                  <a:lnTo>
                    <a:pt x="4326" y="2742"/>
                  </a:lnTo>
                  <a:lnTo>
                    <a:pt x="4287" y="2395"/>
                  </a:lnTo>
                  <a:lnTo>
                    <a:pt x="4210" y="1430"/>
                  </a:lnTo>
                  <a:lnTo>
                    <a:pt x="4132" y="503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6" name="Google Shape;5596;p22"/>
            <p:cNvSpPr/>
            <p:nvPr/>
          </p:nvSpPr>
          <p:spPr>
            <a:xfrm>
              <a:off x="4769575" y="2562550"/>
              <a:ext cx="144825" cy="164150"/>
            </a:xfrm>
            <a:custGeom>
              <a:avLst/>
              <a:gdLst/>
              <a:ahLst/>
              <a:cxnLst/>
              <a:rect l="l" t="t" r="r" b="b"/>
              <a:pathLst>
                <a:path w="5793" h="6566" extrusionOk="0">
                  <a:moveTo>
                    <a:pt x="2858" y="464"/>
                  </a:moveTo>
                  <a:lnTo>
                    <a:pt x="3360" y="619"/>
                  </a:lnTo>
                  <a:lnTo>
                    <a:pt x="3823" y="812"/>
                  </a:lnTo>
                  <a:lnTo>
                    <a:pt x="4248" y="1082"/>
                  </a:lnTo>
                  <a:lnTo>
                    <a:pt x="4634" y="1429"/>
                  </a:lnTo>
                  <a:lnTo>
                    <a:pt x="4943" y="1854"/>
                  </a:lnTo>
                  <a:lnTo>
                    <a:pt x="5059" y="2047"/>
                  </a:lnTo>
                  <a:lnTo>
                    <a:pt x="5175" y="2279"/>
                  </a:lnTo>
                  <a:lnTo>
                    <a:pt x="5252" y="2511"/>
                  </a:lnTo>
                  <a:lnTo>
                    <a:pt x="5290" y="2781"/>
                  </a:lnTo>
                  <a:lnTo>
                    <a:pt x="5329" y="3051"/>
                  </a:lnTo>
                  <a:lnTo>
                    <a:pt x="5329" y="3322"/>
                  </a:lnTo>
                  <a:lnTo>
                    <a:pt x="5290" y="3785"/>
                  </a:lnTo>
                  <a:lnTo>
                    <a:pt x="5175" y="4248"/>
                  </a:lnTo>
                  <a:lnTo>
                    <a:pt x="4982" y="4712"/>
                  </a:lnTo>
                  <a:lnTo>
                    <a:pt x="4711" y="5098"/>
                  </a:lnTo>
                  <a:lnTo>
                    <a:pt x="4364" y="5445"/>
                  </a:lnTo>
                  <a:lnTo>
                    <a:pt x="4016" y="5716"/>
                  </a:lnTo>
                  <a:lnTo>
                    <a:pt x="3784" y="5832"/>
                  </a:lnTo>
                  <a:lnTo>
                    <a:pt x="3553" y="5947"/>
                  </a:lnTo>
                  <a:lnTo>
                    <a:pt x="3321" y="6025"/>
                  </a:lnTo>
                  <a:lnTo>
                    <a:pt x="3089" y="6063"/>
                  </a:lnTo>
                  <a:lnTo>
                    <a:pt x="2780" y="6102"/>
                  </a:lnTo>
                  <a:lnTo>
                    <a:pt x="2510" y="6102"/>
                  </a:lnTo>
                  <a:lnTo>
                    <a:pt x="2201" y="6063"/>
                  </a:lnTo>
                  <a:lnTo>
                    <a:pt x="1970" y="5986"/>
                  </a:lnTo>
                  <a:lnTo>
                    <a:pt x="1738" y="5870"/>
                  </a:lnTo>
                  <a:lnTo>
                    <a:pt x="1506" y="5754"/>
                  </a:lnTo>
                  <a:lnTo>
                    <a:pt x="1313" y="5600"/>
                  </a:lnTo>
                  <a:lnTo>
                    <a:pt x="1159" y="5445"/>
                  </a:lnTo>
                  <a:lnTo>
                    <a:pt x="1004" y="5252"/>
                  </a:lnTo>
                  <a:lnTo>
                    <a:pt x="850" y="5021"/>
                  </a:lnTo>
                  <a:lnTo>
                    <a:pt x="734" y="4789"/>
                  </a:lnTo>
                  <a:lnTo>
                    <a:pt x="618" y="4557"/>
                  </a:lnTo>
                  <a:lnTo>
                    <a:pt x="502" y="4055"/>
                  </a:lnTo>
                  <a:lnTo>
                    <a:pt x="425" y="3515"/>
                  </a:lnTo>
                  <a:lnTo>
                    <a:pt x="464" y="2974"/>
                  </a:lnTo>
                  <a:lnTo>
                    <a:pt x="541" y="2433"/>
                  </a:lnTo>
                  <a:lnTo>
                    <a:pt x="734" y="1931"/>
                  </a:lnTo>
                  <a:lnTo>
                    <a:pt x="850" y="1700"/>
                  </a:lnTo>
                  <a:lnTo>
                    <a:pt x="966" y="1507"/>
                  </a:lnTo>
                  <a:lnTo>
                    <a:pt x="1120" y="1275"/>
                  </a:lnTo>
                  <a:lnTo>
                    <a:pt x="1313" y="1121"/>
                  </a:lnTo>
                  <a:lnTo>
                    <a:pt x="1506" y="927"/>
                  </a:lnTo>
                  <a:lnTo>
                    <a:pt x="1738" y="812"/>
                  </a:lnTo>
                  <a:lnTo>
                    <a:pt x="1970" y="696"/>
                  </a:lnTo>
                  <a:lnTo>
                    <a:pt x="2201" y="580"/>
                  </a:lnTo>
                  <a:lnTo>
                    <a:pt x="2472" y="541"/>
                  </a:lnTo>
                  <a:lnTo>
                    <a:pt x="2780" y="503"/>
                  </a:lnTo>
                  <a:lnTo>
                    <a:pt x="2819" y="503"/>
                  </a:lnTo>
                  <a:lnTo>
                    <a:pt x="2858" y="464"/>
                  </a:lnTo>
                  <a:close/>
                  <a:moveTo>
                    <a:pt x="2665" y="1"/>
                  </a:moveTo>
                  <a:lnTo>
                    <a:pt x="2587" y="39"/>
                  </a:lnTo>
                  <a:lnTo>
                    <a:pt x="2510" y="78"/>
                  </a:lnTo>
                  <a:lnTo>
                    <a:pt x="2472" y="155"/>
                  </a:lnTo>
                  <a:lnTo>
                    <a:pt x="2433" y="232"/>
                  </a:lnTo>
                  <a:lnTo>
                    <a:pt x="2163" y="271"/>
                  </a:lnTo>
                  <a:lnTo>
                    <a:pt x="1854" y="310"/>
                  </a:lnTo>
                  <a:lnTo>
                    <a:pt x="1622" y="387"/>
                  </a:lnTo>
                  <a:lnTo>
                    <a:pt x="1390" y="503"/>
                  </a:lnTo>
                  <a:lnTo>
                    <a:pt x="1159" y="657"/>
                  </a:lnTo>
                  <a:lnTo>
                    <a:pt x="966" y="850"/>
                  </a:lnTo>
                  <a:lnTo>
                    <a:pt x="772" y="1043"/>
                  </a:lnTo>
                  <a:lnTo>
                    <a:pt x="618" y="1236"/>
                  </a:lnTo>
                  <a:lnTo>
                    <a:pt x="464" y="1507"/>
                  </a:lnTo>
                  <a:lnTo>
                    <a:pt x="348" y="1738"/>
                  </a:lnTo>
                  <a:lnTo>
                    <a:pt x="155" y="2279"/>
                  </a:lnTo>
                  <a:lnTo>
                    <a:pt x="39" y="2858"/>
                  </a:lnTo>
                  <a:lnTo>
                    <a:pt x="0" y="3399"/>
                  </a:lnTo>
                  <a:lnTo>
                    <a:pt x="39" y="4055"/>
                  </a:lnTo>
                  <a:lnTo>
                    <a:pt x="116" y="4364"/>
                  </a:lnTo>
                  <a:lnTo>
                    <a:pt x="193" y="4673"/>
                  </a:lnTo>
                  <a:lnTo>
                    <a:pt x="309" y="4943"/>
                  </a:lnTo>
                  <a:lnTo>
                    <a:pt x="425" y="5214"/>
                  </a:lnTo>
                  <a:lnTo>
                    <a:pt x="579" y="5445"/>
                  </a:lnTo>
                  <a:lnTo>
                    <a:pt x="734" y="5677"/>
                  </a:lnTo>
                  <a:lnTo>
                    <a:pt x="927" y="5870"/>
                  </a:lnTo>
                  <a:lnTo>
                    <a:pt x="1120" y="6063"/>
                  </a:lnTo>
                  <a:lnTo>
                    <a:pt x="1390" y="6218"/>
                  </a:lnTo>
                  <a:lnTo>
                    <a:pt x="1622" y="6372"/>
                  </a:lnTo>
                  <a:lnTo>
                    <a:pt x="1892" y="6449"/>
                  </a:lnTo>
                  <a:lnTo>
                    <a:pt x="2201" y="6527"/>
                  </a:lnTo>
                  <a:lnTo>
                    <a:pt x="2549" y="6565"/>
                  </a:lnTo>
                  <a:lnTo>
                    <a:pt x="2896" y="6565"/>
                  </a:lnTo>
                  <a:lnTo>
                    <a:pt x="3205" y="6527"/>
                  </a:lnTo>
                  <a:lnTo>
                    <a:pt x="3476" y="6449"/>
                  </a:lnTo>
                  <a:lnTo>
                    <a:pt x="3784" y="6334"/>
                  </a:lnTo>
                  <a:lnTo>
                    <a:pt x="4055" y="6218"/>
                  </a:lnTo>
                  <a:lnTo>
                    <a:pt x="4325" y="6063"/>
                  </a:lnTo>
                  <a:lnTo>
                    <a:pt x="4557" y="5909"/>
                  </a:lnTo>
                  <a:lnTo>
                    <a:pt x="4788" y="5716"/>
                  </a:lnTo>
                  <a:lnTo>
                    <a:pt x="4982" y="5484"/>
                  </a:lnTo>
                  <a:lnTo>
                    <a:pt x="5175" y="5252"/>
                  </a:lnTo>
                  <a:lnTo>
                    <a:pt x="5329" y="4982"/>
                  </a:lnTo>
                  <a:lnTo>
                    <a:pt x="5483" y="4750"/>
                  </a:lnTo>
                  <a:lnTo>
                    <a:pt x="5599" y="4441"/>
                  </a:lnTo>
                  <a:lnTo>
                    <a:pt x="5677" y="4171"/>
                  </a:lnTo>
                  <a:lnTo>
                    <a:pt x="5754" y="3862"/>
                  </a:lnTo>
                  <a:lnTo>
                    <a:pt x="5792" y="3553"/>
                  </a:lnTo>
                  <a:lnTo>
                    <a:pt x="5792" y="3244"/>
                  </a:lnTo>
                  <a:lnTo>
                    <a:pt x="5792" y="2935"/>
                  </a:lnTo>
                  <a:lnTo>
                    <a:pt x="5715" y="2626"/>
                  </a:lnTo>
                  <a:lnTo>
                    <a:pt x="5638" y="2318"/>
                  </a:lnTo>
                  <a:lnTo>
                    <a:pt x="5561" y="2047"/>
                  </a:lnTo>
                  <a:lnTo>
                    <a:pt x="5406" y="1777"/>
                  </a:lnTo>
                  <a:lnTo>
                    <a:pt x="5252" y="1507"/>
                  </a:lnTo>
                  <a:lnTo>
                    <a:pt x="5059" y="1275"/>
                  </a:lnTo>
                  <a:lnTo>
                    <a:pt x="4866" y="1043"/>
                  </a:lnTo>
                  <a:lnTo>
                    <a:pt x="4634" y="812"/>
                  </a:lnTo>
                  <a:lnTo>
                    <a:pt x="4402" y="619"/>
                  </a:lnTo>
                  <a:lnTo>
                    <a:pt x="4132" y="464"/>
                  </a:lnTo>
                  <a:lnTo>
                    <a:pt x="3862" y="310"/>
                  </a:lnTo>
                  <a:lnTo>
                    <a:pt x="3591" y="194"/>
                  </a:lnTo>
                  <a:lnTo>
                    <a:pt x="3282" y="117"/>
                  </a:lnTo>
                  <a:lnTo>
                    <a:pt x="2974" y="39"/>
                  </a:lnTo>
                  <a:lnTo>
                    <a:pt x="266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7" name="Google Shape;5597;p22"/>
            <p:cNvSpPr/>
            <p:nvPr/>
          </p:nvSpPr>
          <p:spPr>
            <a:xfrm>
              <a:off x="2452675" y="2582825"/>
              <a:ext cx="296400" cy="356250"/>
            </a:xfrm>
            <a:custGeom>
              <a:avLst/>
              <a:gdLst/>
              <a:ahLst/>
              <a:cxnLst/>
              <a:rect l="l" t="t" r="r" b="b"/>
              <a:pathLst>
                <a:path w="11856" h="14250" extrusionOk="0">
                  <a:moveTo>
                    <a:pt x="7221" y="1"/>
                  </a:moveTo>
                  <a:lnTo>
                    <a:pt x="6990" y="194"/>
                  </a:lnTo>
                  <a:lnTo>
                    <a:pt x="8032" y="1777"/>
                  </a:lnTo>
                  <a:lnTo>
                    <a:pt x="9114" y="3283"/>
                  </a:lnTo>
                  <a:lnTo>
                    <a:pt x="8032" y="2704"/>
                  </a:lnTo>
                  <a:lnTo>
                    <a:pt x="6913" y="2202"/>
                  </a:lnTo>
                  <a:lnTo>
                    <a:pt x="6758" y="2472"/>
                  </a:lnTo>
                  <a:lnTo>
                    <a:pt x="8225" y="3283"/>
                  </a:lnTo>
                  <a:lnTo>
                    <a:pt x="9731" y="4094"/>
                  </a:lnTo>
                  <a:lnTo>
                    <a:pt x="10388" y="4905"/>
                  </a:lnTo>
                  <a:lnTo>
                    <a:pt x="10388" y="4943"/>
                  </a:lnTo>
                  <a:lnTo>
                    <a:pt x="10697" y="4827"/>
                  </a:lnTo>
                  <a:lnTo>
                    <a:pt x="10658" y="4712"/>
                  </a:lnTo>
                  <a:lnTo>
                    <a:pt x="10620" y="4596"/>
                  </a:lnTo>
                  <a:lnTo>
                    <a:pt x="10620" y="4596"/>
                  </a:lnTo>
                  <a:lnTo>
                    <a:pt x="10929" y="4712"/>
                  </a:lnTo>
                  <a:lnTo>
                    <a:pt x="11160" y="4827"/>
                  </a:lnTo>
                  <a:lnTo>
                    <a:pt x="11315" y="5021"/>
                  </a:lnTo>
                  <a:lnTo>
                    <a:pt x="11431" y="5252"/>
                  </a:lnTo>
                  <a:lnTo>
                    <a:pt x="11469" y="5484"/>
                  </a:lnTo>
                  <a:lnTo>
                    <a:pt x="11469" y="5754"/>
                  </a:lnTo>
                  <a:lnTo>
                    <a:pt x="11431" y="6063"/>
                  </a:lnTo>
                  <a:lnTo>
                    <a:pt x="11353" y="6372"/>
                  </a:lnTo>
                  <a:lnTo>
                    <a:pt x="11083" y="7028"/>
                  </a:lnTo>
                  <a:lnTo>
                    <a:pt x="10813" y="7646"/>
                  </a:lnTo>
                  <a:lnTo>
                    <a:pt x="10504" y="8148"/>
                  </a:lnTo>
                  <a:lnTo>
                    <a:pt x="10233" y="8573"/>
                  </a:lnTo>
                  <a:lnTo>
                    <a:pt x="9654" y="9345"/>
                  </a:lnTo>
                  <a:lnTo>
                    <a:pt x="9036" y="10079"/>
                  </a:lnTo>
                  <a:lnTo>
                    <a:pt x="8380" y="10736"/>
                  </a:lnTo>
                  <a:lnTo>
                    <a:pt x="7646" y="11353"/>
                  </a:lnTo>
                  <a:lnTo>
                    <a:pt x="6874" y="11933"/>
                  </a:lnTo>
                  <a:lnTo>
                    <a:pt x="6024" y="12435"/>
                  </a:lnTo>
                  <a:lnTo>
                    <a:pt x="5175" y="12898"/>
                  </a:lnTo>
                  <a:lnTo>
                    <a:pt x="4287" y="13284"/>
                  </a:lnTo>
                  <a:lnTo>
                    <a:pt x="3862" y="13439"/>
                  </a:lnTo>
                  <a:lnTo>
                    <a:pt x="3283" y="13632"/>
                  </a:lnTo>
                  <a:lnTo>
                    <a:pt x="2665" y="13786"/>
                  </a:lnTo>
                  <a:lnTo>
                    <a:pt x="1970" y="13941"/>
                  </a:lnTo>
                  <a:lnTo>
                    <a:pt x="1043" y="13941"/>
                  </a:lnTo>
                  <a:lnTo>
                    <a:pt x="811" y="13863"/>
                  </a:lnTo>
                  <a:lnTo>
                    <a:pt x="580" y="13709"/>
                  </a:lnTo>
                  <a:lnTo>
                    <a:pt x="425" y="13554"/>
                  </a:lnTo>
                  <a:lnTo>
                    <a:pt x="309" y="13323"/>
                  </a:lnTo>
                  <a:lnTo>
                    <a:pt x="232" y="13052"/>
                  </a:lnTo>
                  <a:lnTo>
                    <a:pt x="1" y="13130"/>
                  </a:lnTo>
                  <a:lnTo>
                    <a:pt x="1" y="13400"/>
                  </a:lnTo>
                  <a:lnTo>
                    <a:pt x="39" y="13632"/>
                  </a:lnTo>
                  <a:lnTo>
                    <a:pt x="155" y="13825"/>
                  </a:lnTo>
                  <a:lnTo>
                    <a:pt x="271" y="13941"/>
                  </a:lnTo>
                  <a:lnTo>
                    <a:pt x="464" y="14056"/>
                  </a:lnTo>
                  <a:lnTo>
                    <a:pt x="657" y="14172"/>
                  </a:lnTo>
                  <a:lnTo>
                    <a:pt x="889" y="14211"/>
                  </a:lnTo>
                  <a:lnTo>
                    <a:pt x="1120" y="14249"/>
                  </a:lnTo>
                  <a:lnTo>
                    <a:pt x="1661" y="14249"/>
                  </a:lnTo>
                  <a:lnTo>
                    <a:pt x="2163" y="14211"/>
                  </a:lnTo>
                  <a:lnTo>
                    <a:pt x="2665" y="14134"/>
                  </a:lnTo>
                  <a:lnTo>
                    <a:pt x="3051" y="14056"/>
                  </a:lnTo>
                  <a:lnTo>
                    <a:pt x="3708" y="13863"/>
                  </a:lnTo>
                  <a:lnTo>
                    <a:pt x="4364" y="13632"/>
                  </a:lnTo>
                  <a:lnTo>
                    <a:pt x="5020" y="13361"/>
                  </a:lnTo>
                  <a:lnTo>
                    <a:pt x="5638" y="13091"/>
                  </a:lnTo>
                  <a:lnTo>
                    <a:pt x="6256" y="12743"/>
                  </a:lnTo>
                  <a:lnTo>
                    <a:pt x="6835" y="12396"/>
                  </a:lnTo>
                  <a:lnTo>
                    <a:pt x="7415" y="12010"/>
                  </a:lnTo>
                  <a:lnTo>
                    <a:pt x="7955" y="11585"/>
                  </a:lnTo>
                  <a:lnTo>
                    <a:pt x="8457" y="11160"/>
                  </a:lnTo>
                  <a:lnTo>
                    <a:pt x="8959" y="10697"/>
                  </a:lnTo>
                  <a:lnTo>
                    <a:pt x="9423" y="10234"/>
                  </a:lnTo>
                  <a:lnTo>
                    <a:pt x="9847" y="9732"/>
                  </a:lnTo>
                  <a:lnTo>
                    <a:pt x="10272" y="9191"/>
                  </a:lnTo>
                  <a:lnTo>
                    <a:pt x="10620" y="8650"/>
                  </a:lnTo>
                  <a:lnTo>
                    <a:pt x="11006" y="8071"/>
                  </a:lnTo>
                  <a:lnTo>
                    <a:pt x="11315" y="7492"/>
                  </a:lnTo>
                  <a:lnTo>
                    <a:pt x="11546" y="6951"/>
                  </a:lnTo>
                  <a:lnTo>
                    <a:pt x="11778" y="6411"/>
                  </a:lnTo>
                  <a:lnTo>
                    <a:pt x="11817" y="6102"/>
                  </a:lnTo>
                  <a:lnTo>
                    <a:pt x="11855" y="5831"/>
                  </a:lnTo>
                  <a:lnTo>
                    <a:pt x="11855" y="5523"/>
                  </a:lnTo>
                  <a:lnTo>
                    <a:pt x="11778" y="5252"/>
                  </a:lnTo>
                  <a:lnTo>
                    <a:pt x="11701" y="5021"/>
                  </a:lnTo>
                  <a:lnTo>
                    <a:pt x="11585" y="4866"/>
                  </a:lnTo>
                  <a:lnTo>
                    <a:pt x="11469" y="4673"/>
                  </a:lnTo>
                  <a:lnTo>
                    <a:pt x="11315" y="4519"/>
                  </a:lnTo>
                  <a:lnTo>
                    <a:pt x="11122" y="4403"/>
                  </a:lnTo>
                  <a:lnTo>
                    <a:pt x="10929" y="4325"/>
                  </a:lnTo>
                  <a:lnTo>
                    <a:pt x="10735" y="4248"/>
                  </a:lnTo>
                  <a:lnTo>
                    <a:pt x="10504" y="4210"/>
                  </a:lnTo>
                  <a:lnTo>
                    <a:pt x="10465" y="4248"/>
                  </a:lnTo>
                  <a:lnTo>
                    <a:pt x="10388" y="4248"/>
                  </a:lnTo>
                  <a:lnTo>
                    <a:pt x="9654" y="3167"/>
                  </a:lnTo>
                  <a:lnTo>
                    <a:pt x="8882" y="2086"/>
                  </a:lnTo>
                  <a:lnTo>
                    <a:pt x="8032" y="1043"/>
                  </a:lnTo>
                  <a:lnTo>
                    <a:pt x="72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8" name="Google Shape;5598;p22"/>
            <p:cNvSpPr/>
            <p:nvPr/>
          </p:nvSpPr>
          <p:spPr>
            <a:xfrm>
              <a:off x="581775" y="2586700"/>
              <a:ext cx="44450" cy="43450"/>
            </a:xfrm>
            <a:custGeom>
              <a:avLst/>
              <a:gdLst/>
              <a:ahLst/>
              <a:cxnLst/>
              <a:rect l="l" t="t" r="r" b="b"/>
              <a:pathLst>
                <a:path w="1778" h="1738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25"/>
                  </a:lnTo>
                  <a:lnTo>
                    <a:pt x="1314" y="579"/>
                  </a:lnTo>
                  <a:lnTo>
                    <a:pt x="1391" y="772"/>
                  </a:lnTo>
                  <a:lnTo>
                    <a:pt x="1391" y="965"/>
                  </a:lnTo>
                  <a:lnTo>
                    <a:pt x="1352" y="1043"/>
                  </a:lnTo>
                  <a:lnTo>
                    <a:pt x="1275" y="1120"/>
                  </a:lnTo>
                  <a:lnTo>
                    <a:pt x="1198" y="1197"/>
                  </a:lnTo>
                  <a:lnTo>
                    <a:pt x="1082" y="1274"/>
                  </a:lnTo>
                  <a:lnTo>
                    <a:pt x="889" y="1352"/>
                  </a:lnTo>
                  <a:lnTo>
                    <a:pt x="696" y="1313"/>
                  </a:lnTo>
                  <a:lnTo>
                    <a:pt x="542" y="1236"/>
                  </a:lnTo>
                  <a:lnTo>
                    <a:pt x="426" y="1081"/>
                  </a:lnTo>
                  <a:lnTo>
                    <a:pt x="387" y="888"/>
                  </a:lnTo>
                  <a:lnTo>
                    <a:pt x="387" y="734"/>
                  </a:lnTo>
                  <a:lnTo>
                    <a:pt x="464" y="541"/>
                  </a:lnTo>
                  <a:lnTo>
                    <a:pt x="542" y="386"/>
                  </a:lnTo>
                  <a:lnTo>
                    <a:pt x="542" y="348"/>
                  </a:lnTo>
                  <a:lnTo>
                    <a:pt x="773" y="309"/>
                  </a:lnTo>
                  <a:close/>
                  <a:moveTo>
                    <a:pt x="773" y="0"/>
                  </a:moveTo>
                  <a:lnTo>
                    <a:pt x="619" y="39"/>
                  </a:lnTo>
                  <a:lnTo>
                    <a:pt x="464" y="116"/>
                  </a:lnTo>
                  <a:lnTo>
                    <a:pt x="426" y="155"/>
                  </a:lnTo>
                  <a:lnTo>
                    <a:pt x="348" y="155"/>
                  </a:lnTo>
                  <a:lnTo>
                    <a:pt x="233" y="232"/>
                  </a:lnTo>
                  <a:lnTo>
                    <a:pt x="117" y="348"/>
                  </a:lnTo>
                  <a:lnTo>
                    <a:pt x="40" y="502"/>
                  </a:lnTo>
                  <a:lnTo>
                    <a:pt x="1" y="657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40" y="1159"/>
                  </a:lnTo>
                  <a:lnTo>
                    <a:pt x="117" y="1313"/>
                  </a:lnTo>
                  <a:lnTo>
                    <a:pt x="194" y="1467"/>
                  </a:lnTo>
                  <a:lnTo>
                    <a:pt x="348" y="1583"/>
                  </a:lnTo>
                  <a:lnTo>
                    <a:pt x="464" y="1660"/>
                  </a:lnTo>
                  <a:lnTo>
                    <a:pt x="619" y="1699"/>
                  </a:lnTo>
                  <a:lnTo>
                    <a:pt x="812" y="1738"/>
                  </a:lnTo>
                  <a:lnTo>
                    <a:pt x="966" y="1738"/>
                  </a:lnTo>
                  <a:lnTo>
                    <a:pt x="1121" y="1699"/>
                  </a:lnTo>
                  <a:lnTo>
                    <a:pt x="1275" y="1622"/>
                  </a:lnTo>
                  <a:lnTo>
                    <a:pt x="1430" y="1506"/>
                  </a:lnTo>
                  <a:lnTo>
                    <a:pt x="1584" y="1390"/>
                  </a:lnTo>
                  <a:lnTo>
                    <a:pt x="1661" y="1236"/>
                  </a:lnTo>
                  <a:lnTo>
                    <a:pt x="1739" y="1081"/>
                  </a:lnTo>
                  <a:lnTo>
                    <a:pt x="1777" y="927"/>
                  </a:lnTo>
                  <a:lnTo>
                    <a:pt x="1777" y="772"/>
                  </a:lnTo>
                  <a:lnTo>
                    <a:pt x="1739" y="579"/>
                  </a:lnTo>
                  <a:lnTo>
                    <a:pt x="1661" y="425"/>
                  </a:lnTo>
                  <a:lnTo>
                    <a:pt x="1545" y="270"/>
                  </a:lnTo>
                  <a:lnTo>
                    <a:pt x="1430" y="155"/>
                  </a:lnTo>
                  <a:lnTo>
                    <a:pt x="1275" y="77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9" name="Google Shape;5599;p22"/>
            <p:cNvSpPr/>
            <p:nvPr/>
          </p:nvSpPr>
          <p:spPr>
            <a:xfrm>
              <a:off x="6717675" y="2588625"/>
              <a:ext cx="42525" cy="41525"/>
            </a:xfrm>
            <a:custGeom>
              <a:avLst/>
              <a:gdLst/>
              <a:ahLst/>
              <a:cxnLst/>
              <a:rect l="l" t="t" r="r" b="b"/>
              <a:pathLst>
                <a:path w="1701" h="1661" extrusionOk="0">
                  <a:moveTo>
                    <a:pt x="1121" y="386"/>
                  </a:moveTo>
                  <a:lnTo>
                    <a:pt x="1198" y="464"/>
                  </a:lnTo>
                  <a:lnTo>
                    <a:pt x="1237" y="541"/>
                  </a:lnTo>
                  <a:lnTo>
                    <a:pt x="1314" y="695"/>
                  </a:lnTo>
                  <a:lnTo>
                    <a:pt x="1314" y="927"/>
                  </a:lnTo>
                  <a:lnTo>
                    <a:pt x="1237" y="1082"/>
                  </a:lnTo>
                  <a:lnTo>
                    <a:pt x="1159" y="1159"/>
                  </a:lnTo>
                  <a:lnTo>
                    <a:pt x="1082" y="1197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2" y="1120"/>
                  </a:lnTo>
                  <a:lnTo>
                    <a:pt x="464" y="1043"/>
                  </a:lnTo>
                  <a:lnTo>
                    <a:pt x="426" y="966"/>
                  </a:lnTo>
                  <a:lnTo>
                    <a:pt x="387" y="850"/>
                  </a:lnTo>
                  <a:lnTo>
                    <a:pt x="387" y="773"/>
                  </a:lnTo>
                  <a:lnTo>
                    <a:pt x="426" y="541"/>
                  </a:lnTo>
                  <a:lnTo>
                    <a:pt x="542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735" y="0"/>
                  </a:moveTo>
                  <a:lnTo>
                    <a:pt x="619" y="39"/>
                  </a:lnTo>
                  <a:lnTo>
                    <a:pt x="503" y="116"/>
                  </a:lnTo>
                  <a:lnTo>
                    <a:pt x="349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41"/>
                  </a:lnTo>
                  <a:lnTo>
                    <a:pt x="40" y="695"/>
                  </a:lnTo>
                  <a:lnTo>
                    <a:pt x="1" y="850"/>
                  </a:lnTo>
                  <a:lnTo>
                    <a:pt x="40" y="1004"/>
                  </a:lnTo>
                  <a:lnTo>
                    <a:pt x="78" y="1159"/>
                  </a:lnTo>
                  <a:lnTo>
                    <a:pt x="194" y="1313"/>
                  </a:lnTo>
                  <a:lnTo>
                    <a:pt x="310" y="1468"/>
                  </a:lnTo>
                  <a:lnTo>
                    <a:pt x="464" y="1545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583"/>
                  </a:lnTo>
                  <a:lnTo>
                    <a:pt x="1353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2"/>
                  </a:lnTo>
                  <a:lnTo>
                    <a:pt x="1700" y="888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8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0" name="Google Shape;5600;p22"/>
            <p:cNvSpPr/>
            <p:nvPr/>
          </p:nvSpPr>
          <p:spPr>
            <a:xfrm>
              <a:off x="587575" y="259247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29"/>
                  </a:lnTo>
                  <a:lnTo>
                    <a:pt x="3939" y="4248"/>
                  </a:lnTo>
                  <a:lnTo>
                    <a:pt x="4017" y="5368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878"/>
                  </a:lnTo>
                  <a:lnTo>
                    <a:pt x="3901" y="8535"/>
                  </a:lnTo>
                  <a:lnTo>
                    <a:pt x="3746" y="9114"/>
                  </a:lnTo>
                  <a:lnTo>
                    <a:pt x="3515" y="9693"/>
                  </a:lnTo>
                  <a:lnTo>
                    <a:pt x="3244" y="10234"/>
                  </a:lnTo>
                  <a:lnTo>
                    <a:pt x="3013" y="10543"/>
                  </a:lnTo>
                  <a:lnTo>
                    <a:pt x="2781" y="10736"/>
                  </a:lnTo>
                  <a:lnTo>
                    <a:pt x="2472" y="10851"/>
                  </a:lnTo>
                  <a:lnTo>
                    <a:pt x="2202" y="10851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465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54"/>
                  </a:lnTo>
                  <a:lnTo>
                    <a:pt x="773" y="9384"/>
                  </a:lnTo>
                  <a:lnTo>
                    <a:pt x="696" y="9075"/>
                  </a:lnTo>
                  <a:lnTo>
                    <a:pt x="657" y="8457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580" y="2742"/>
                  </a:lnTo>
                  <a:lnTo>
                    <a:pt x="1352" y="2356"/>
                  </a:lnTo>
                  <a:lnTo>
                    <a:pt x="2163" y="1931"/>
                  </a:lnTo>
                  <a:lnTo>
                    <a:pt x="2935" y="1429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01" y="1"/>
                  </a:moveTo>
                  <a:lnTo>
                    <a:pt x="3476" y="310"/>
                  </a:lnTo>
                  <a:lnTo>
                    <a:pt x="3051" y="619"/>
                  </a:lnTo>
                  <a:lnTo>
                    <a:pt x="2626" y="966"/>
                  </a:lnTo>
                  <a:lnTo>
                    <a:pt x="2202" y="1275"/>
                  </a:lnTo>
                  <a:lnTo>
                    <a:pt x="1313" y="1893"/>
                  </a:lnTo>
                  <a:lnTo>
                    <a:pt x="425" y="2433"/>
                  </a:lnTo>
                  <a:lnTo>
                    <a:pt x="348" y="2511"/>
                  </a:lnTo>
                  <a:lnTo>
                    <a:pt x="348" y="2627"/>
                  </a:lnTo>
                  <a:lnTo>
                    <a:pt x="271" y="2665"/>
                  </a:lnTo>
                  <a:lnTo>
                    <a:pt x="232" y="2781"/>
                  </a:lnTo>
                  <a:lnTo>
                    <a:pt x="194" y="3785"/>
                  </a:lnTo>
                  <a:lnTo>
                    <a:pt x="155" y="4828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577"/>
                  </a:lnTo>
                  <a:lnTo>
                    <a:pt x="503" y="10041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391" y="11160"/>
                  </a:lnTo>
                  <a:lnTo>
                    <a:pt x="1622" y="11276"/>
                  </a:lnTo>
                  <a:lnTo>
                    <a:pt x="1815" y="11353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19" y="11315"/>
                  </a:lnTo>
                  <a:lnTo>
                    <a:pt x="3051" y="11199"/>
                  </a:lnTo>
                  <a:lnTo>
                    <a:pt x="3283" y="11045"/>
                  </a:lnTo>
                  <a:lnTo>
                    <a:pt x="3476" y="10851"/>
                  </a:lnTo>
                  <a:lnTo>
                    <a:pt x="3669" y="10620"/>
                  </a:lnTo>
                  <a:lnTo>
                    <a:pt x="3823" y="10388"/>
                  </a:lnTo>
                  <a:lnTo>
                    <a:pt x="3978" y="10118"/>
                  </a:lnTo>
                  <a:lnTo>
                    <a:pt x="4171" y="9539"/>
                  </a:lnTo>
                  <a:lnTo>
                    <a:pt x="4325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183"/>
                  </a:lnTo>
                  <a:lnTo>
                    <a:pt x="4596" y="6642"/>
                  </a:lnTo>
                  <a:lnTo>
                    <a:pt x="4596" y="6102"/>
                  </a:lnTo>
                  <a:lnTo>
                    <a:pt x="4519" y="4982"/>
                  </a:lnTo>
                  <a:lnTo>
                    <a:pt x="4441" y="3862"/>
                  </a:lnTo>
                  <a:lnTo>
                    <a:pt x="4325" y="2742"/>
                  </a:lnTo>
                  <a:lnTo>
                    <a:pt x="4287" y="2395"/>
                  </a:lnTo>
                  <a:lnTo>
                    <a:pt x="4210" y="1429"/>
                  </a:lnTo>
                  <a:lnTo>
                    <a:pt x="4132" y="503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1" name="Google Shape;5601;p22"/>
            <p:cNvSpPr/>
            <p:nvPr/>
          </p:nvSpPr>
          <p:spPr>
            <a:xfrm>
              <a:off x="6526550" y="261565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116" y="1"/>
                  </a:moveTo>
                  <a:lnTo>
                    <a:pt x="39" y="116"/>
                  </a:lnTo>
                  <a:lnTo>
                    <a:pt x="0" y="232"/>
                  </a:lnTo>
                  <a:lnTo>
                    <a:pt x="39" y="348"/>
                  </a:lnTo>
                  <a:lnTo>
                    <a:pt x="348" y="850"/>
                  </a:lnTo>
                  <a:lnTo>
                    <a:pt x="657" y="1352"/>
                  </a:lnTo>
                  <a:lnTo>
                    <a:pt x="1004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3" y="3553"/>
                  </a:lnTo>
                  <a:lnTo>
                    <a:pt x="3205" y="3901"/>
                  </a:lnTo>
                  <a:lnTo>
                    <a:pt x="3553" y="3746"/>
                  </a:lnTo>
                  <a:lnTo>
                    <a:pt x="2781" y="2974"/>
                  </a:lnTo>
                  <a:lnTo>
                    <a:pt x="2047" y="2202"/>
                  </a:lnTo>
                  <a:lnTo>
                    <a:pt x="1352" y="1429"/>
                  </a:lnTo>
                  <a:lnTo>
                    <a:pt x="1043" y="966"/>
                  </a:lnTo>
                  <a:lnTo>
                    <a:pt x="734" y="541"/>
                  </a:lnTo>
                  <a:lnTo>
                    <a:pt x="1622" y="657"/>
                  </a:lnTo>
                  <a:lnTo>
                    <a:pt x="2510" y="850"/>
                  </a:lnTo>
                  <a:lnTo>
                    <a:pt x="3012" y="1004"/>
                  </a:lnTo>
                  <a:lnTo>
                    <a:pt x="3514" y="1198"/>
                  </a:lnTo>
                  <a:lnTo>
                    <a:pt x="4016" y="1352"/>
                  </a:lnTo>
                  <a:lnTo>
                    <a:pt x="4480" y="1506"/>
                  </a:lnTo>
                  <a:lnTo>
                    <a:pt x="4595" y="1468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4" y="1506"/>
                  </a:lnTo>
                  <a:lnTo>
                    <a:pt x="4982" y="1391"/>
                  </a:lnTo>
                  <a:lnTo>
                    <a:pt x="4634" y="1120"/>
                  </a:lnTo>
                  <a:lnTo>
                    <a:pt x="4171" y="850"/>
                  </a:lnTo>
                  <a:lnTo>
                    <a:pt x="3630" y="618"/>
                  </a:lnTo>
                  <a:lnTo>
                    <a:pt x="3089" y="425"/>
                  </a:lnTo>
                  <a:lnTo>
                    <a:pt x="2510" y="309"/>
                  </a:lnTo>
                  <a:lnTo>
                    <a:pt x="1931" y="194"/>
                  </a:lnTo>
                  <a:lnTo>
                    <a:pt x="1352" y="116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2" name="Google Shape;5602;p22"/>
            <p:cNvSpPr/>
            <p:nvPr/>
          </p:nvSpPr>
          <p:spPr>
            <a:xfrm>
              <a:off x="1725750" y="2629175"/>
              <a:ext cx="67600" cy="76275"/>
            </a:xfrm>
            <a:custGeom>
              <a:avLst/>
              <a:gdLst/>
              <a:ahLst/>
              <a:cxnLst/>
              <a:rect l="l" t="t" r="r" b="b"/>
              <a:pathLst>
                <a:path w="2704" h="3051" extrusionOk="0">
                  <a:moveTo>
                    <a:pt x="1159" y="425"/>
                  </a:moveTo>
                  <a:lnTo>
                    <a:pt x="1429" y="502"/>
                  </a:lnTo>
                  <a:lnTo>
                    <a:pt x="1661" y="618"/>
                  </a:lnTo>
                  <a:lnTo>
                    <a:pt x="1854" y="772"/>
                  </a:lnTo>
                  <a:lnTo>
                    <a:pt x="2008" y="965"/>
                  </a:lnTo>
                  <a:lnTo>
                    <a:pt x="2124" y="1120"/>
                  </a:lnTo>
                  <a:lnTo>
                    <a:pt x="2202" y="1313"/>
                  </a:lnTo>
                  <a:lnTo>
                    <a:pt x="2317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2" y="2394"/>
                  </a:lnTo>
                  <a:lnTo>
                    <a:pt x="2047" y="2278"/>
                  </a:lnTo>
                  <a:lnTo>
                    <a:pt x="1622" y="2047"/>
                  </a:lnTo>
                  <a:lnTo>
                    <a:pt x="1236" y="1892"/>
                  </a:lnTo>
                  <a:lnTo>
                    <a:pt x="1004" y="1776"/>
                  </a:lnTo>
                  <a:lnTo>
                    <a:pt x="811" y="1661"/>
                  </a:lnTo>
                  <a:lnTo>
                    <a:pt x="618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1"/>
                  </a:lnTo>
                  <a:lnTo>
                    <a:pt x="541" y="657"/>
                  </a:lnTo>
                  <a:lnTo>
                    <a:pt x="618" y="579"/>
                  </a:lnTo>
                  <a:lnTo>
                    <a:pt x="696" y="502"/>
                  </a:lnTo>
                  <a:lnTo>
                    <a:pt x="811" y="463"/>
                  </a:lnTo>
                  <a:lnTo>
                    <a:pt x="927" y="425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0"/>
                  </a:lnTo>
                  <a:lnTo>
                    <a:pt x="194" y="425"/>
                  </a:lnTo>
                  <a:lnTo>
                    <a:pt x="78" y="618"/>
                  </a:lnTo>
                  <a:lnTo>
                    <a:pt x="1" y="811"/>
                  </a:lnTo>
                  <a:lnTo>
                    <a:pt x="1" y="1004"/>
                  </a:lnTo>
                  <a:lnTo>
                    <a:pt x="1" y="1236"/>
                  </a:lnTo>
                  <a:lnTo>
                    <a:pt x="39" y="1429"/>
                  </a:lnTo>
                  <a:lnTo>
                    <a:pt x="155" y="1622"/>
                  </a:lnTo>
                  <a:lnTo>
                    <a:pt x="387" y="1854"/>
                  </a:lnTo>
                  <a:lnTo>
                    <a:pt x="618" y="2047"/>
                  </a:lnTo>
                  <a:lnTo>
                    <a:pt x="889" y="2201"/>
                  </a:lnTo>
                  <a:lnTo>
                    <a:pt x="1198" y="2317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8" y="2742"/>
                  </a:lnTo>
                  <a:lnTo>
                    <a:pt x="2202" y="2973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0" y="3012"/>
                  </a:lnTo>
                  <a:lnTo>
                    <a:pt x="2588" y="2973"/>
                  </a:lnTo>
                  <a:lnTo>
                    <a:pt x="2626" y="2896"/>
                  </a:lnTo>
                  <a:lnTo>
                    <a:pt x="2704" y="2317"/>
                  </a:lnTo>
                  <a:lnTo>
                    <a:pt x="2704" y="2008"/>
                  </a:lnTo>
                  <a:lnTo>
                    <a:pt x="2704" y="1699"/>
                  </a:lnTo>
                  <a:lnTo>
                    <a:pt x="2626" y="1429"/>
                  </a:lnTo>
                  <a:lnTo>
                    <a:pt x="2549" y="1120"/>
                  </a:lnTo>
                  <a:lnTo>
                    <a:pt x="2433" y="850"/>
                  </a:lnTo>
                  <a:lnTo>
                    <a:pt x="2279" y="579"/>
                  </a:lnTo>
                  <a:lnTo>
                    <a:pt x="2124" y="425"/>
                  </a:lnTo>
                  <a:lnTo>
                    <a:pt x="1931" y="270"/>
                  </a:lnTo>
                  <a:lnTo>
                    <a:pt x="1700" y="116"/>
                  </a:lnTo>
                  <a:lnTo>
                    <a:pt x="1506" y="39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3" name="Google Shape;5603;p22"/>
            <p:cNvSpPr/>
            <p:nvPr/>
          </p:nvSpPr>
          <p:spPr>
            <a:xfrm>
              <a:off x="2602300" y="2637850"/>
              <a:ext cx="63750" cy="173800"/>
            </a:xfrm>
            <a:custGeom>
              <a:avLst/>
              <a:gdLst/>
              <a:ahLst/>
              <a:cxnLst/>
              <a:rect l="l" t="t" r="r" b="b"/>
              <a:pathLst>
                <a:path w="2550" h="6952" extrusionOk="0">
                  <a:moveTo>
                    <a:pt x="271" y="1"/>
                  </a:moveTo>
                  <a:lnTo>
                    <a:pt x="1" y="78"/>
                  </a:lnTo>
                  <a:lnTo>
                    <a:pt x="232" y="927"/>
                  </a:lnTo>
                  <a:lnTo>
                    <a:pt x="503" y="1816"/>
                  </a:lnTo>
                  <a:lnTo>
                    <a:pt x="1082" y="3515"/>
                  </a:lnTo>
                  <a:lnTo>
                    <a:pt x="2318" y="6951"/>
                  </a:lnTo>
                  <a:lnTo>
                    <a:pt x="2549" y="6874"/>
                  </a:lnTo>
                  <a:lnTo>
                    <a:pt x="2047" y="5136"/>
                  </a:lnTo>
                  <a:lnTo>
                    <a:pt x="1507" y="3399"/>
                  </a:lnTo>
                  <a:lnTo>
                    <a:pt x="928" y="1661"/>
                  </a:lnTo>
                  <a:lnTo>
                    <a:pt x="619" y="81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4" name="Google Shape;5604;p22"/>
            <p:cNvSpPr/>
            <p:nvPr/>
          </p:nvSpPr>
          <p:spPr>
            <a:xfrm>
              <a:off x="531575" y="263882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121" y="386"/>
                  </a:moveTo>
                  <a:lnTo>
                    <a:pt x="1198" y="464"/>
                  </a:lnTo>
                  <a:lnTo>
                    <a:pt x="1237" y="541"/>
                  </a:lnTo>
                  <a:lnTo>
                    <a:pt x="1314" y="695"/>
                  </a:lnTo>
                  <a:lnTo>
                    <a:pt x="1314" y="927"/>
                  </a:lnTo>
                  <a:lnTo>
                    <a:pt x="1237" y="1081"/>
                  </a:lnTo>
                  <a:lnTo>
                    <a:pt x="1159" y="1159"/>
                  </a:lnTo>
                  <a:lnTo>
                    <a:pt x="1082" y="1197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2" y="1120"/>
                  </a:lnTo>
                  <a:lnTo>
                    <a:pt x="464" y="1043"/>
                  </a:lnTo>
                  <a:lnTo>
                    <a:pt x="426" y="966"/>
                  </a:lnTo>
                  <a:lnTo>
                    <a:pt x="387" y="850"/>
                  </a:lnTo>
                  <a:lnTo>
                    <a:pt x="387" y="773"/>
                  </a:lnTo>
                  <a:lnTo>
                    <a:pt x="426" y="541"/>
                  </a:lnTo>
                  <a:lnTo>
                    <a:pt x="542" y="579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735" y="0"/>
                  </a:moveTo>
                  <a:lnTo>
                    <a:pt x="619" y="39"/>
                  </a:lnTo>
                  <a:lnTo>
                    <a:pt x="503" y="116"/>
                  </a:lnTo>
                  <a:lnTo>
                    <a:pt x="348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41"/>
                  </a:lnTo>
                  <a:lnTo>
                    <a:pt x="40" y="695"/>
                  </a:lnTo>
                  <a:lnTo>
                    <a:pt x="1" y="850"/>
                  </a:lnTo>
                  <a:lnTo>
                    <a:pt x="40" y="1004"/>
                  </a:lnTo>
                  <a:lnTo>
                    <a:pt x="78" y="1159"/>
                  </a:lnTo>
                  <a:lnTo>
                    <a:pt x="194" y="1313"/>
                  </a:lnTo>
                  <a:lnTo>
                    <a:pt x="310" y="1468"/>
                  </a:lnTo>
                  <a:lnTo>
                    <a:pt x="464" y="1545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583"/>
                  </a:lnTo>
                  <a:lnTo>
                    <a:pt x="1352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1"/>
                  </a:lnTo>
                  <a:lnTo>
                    <a:pt x="1700" y="888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7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5" name="Google Shape;5605;p22"/>
            <p:cNvSpPr/>
            <p:nvPr/>
          </p:nvSpPr>
          <p:spPr>
            <a:xfrm>
              <a:off x="340450" y="266585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116" y="0"/>
                  </a:moveTo>
                  <a:lnTo>
                    <a:pt x="39" y="116"/>
                  </a:lnTo>
                  <a:lnTo>
                    <a:pt x="0" y="232"/>
                  </a:lnTo>
                  <a:lnTo>
                    <a:pt x="39" y="348"/>
                  </a:lnTo>
                  <a:lnTo>
                    <a:pt x="348" y="850"/>
                  </a:lnTo>
                  <a:lnTo>
                    <a:pt x="657" y="1352"/>
                  </a:lnTo>
                  <a:lnTo>
                    <a:pt x="1004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167"/>
                  </a:lnTo>
                  <a:lnTo>
                    <a:pt x="2703" y="3553"/>
                  </a:lnTo>
                  <a:lnTo>
                    <a:pt x="3205" y="3901"/>
                  </a:lnTo>
                  <a:lnTo>
                    <a:pt x="3553" y="3746"/>
                  </a:lnTo>
                  <a:lnTo>
                    <a:pt x="2780" y="2974"/>
                  </a:lnTo>
                  <a:lnTo>
                    <a:pt x="2047" y="2202"/>
                  </a:lnTo>
                  <a:lnTo>
                    <a:pt x="1352" y="1429"/>
                  </a:lnTo>
                  <a:lnTo>
                    <a:pt x="1043" y="966"/>
                  </a:lnTo>
                  <a:lnTo>
                    <a:pt x="734" y="541"/>
                  </a:lnTo>
                  <a:lnTo>
                    <a:pt x="1622" y="657"/>
                  </a:lnTo>
                  <a:lnTo>
                    <a:pt x="2510" y="850"/>
                  </a:lnTo>
                  <a:lnTo>
                    <a:pt x="3012" y="1004"/>
                  </a:lnTo>
                  <a:lnTo>
                    <a:pt x="3514" y="1198"/>
                  </a:lnTo>
                  <a:lnTo>
                    <a:pt x="4016" y="1352"/>
                  </a:lnTo>
                  <a:lnTo>
                    <a:pt x="4480" y="1506"/>
                  </a:lnTo>
                  <a:lnTo>
                    <a:pt x="4595" y="1468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45"/>
                  </a:lnTo>
                  <a:lnTo>
                    <a:pt x="4904" y="1506"/>
                  </a:lnTo>
                  <a:lnTo>
                    <a:pt x="4981" y="1391"/>
                  </a:lnTo>
                  <a:lnTo>
                    <a:pt x="4634" y="1120"/>
                  </a:lnTo>
                  <a:lnTo>
                    <a:pt x="4171" y="850"/>
                  </a:lnTo>
                  <a:lnTo>
                    <a:pt x="3630" y="618"/>
                  </a:lnTo>
                  <a:lnTo>
                    <a:pt x="3089" y="425"/>
                  </a:lnTo>
                  <a:lnTo>
                    <a:pt x="2510" y="309"/>
                  </a:lnTo>
                  <a:lnTo>
                    <a:pt x="1931" y="194"/>
                  </a:lnTo>
                  <a:lnTo>
                    <a:pt x="1352" y="116"/>
                  </a:lnTo>
                  <a:lnTo>
                    <a:pt x="27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6" name="Google Shape;5606;p22"/>
            <p:cNvSpPr/>
            <p:nvPr/>
          </p:nvSpPr>
          <p:spPr>
            <a:xfrm>
              <a:off x="6651075" y="2665850"/>
              <a:ext cx="126500" cy="69525"/>
            </a:xfrm>
            <a:custGeom>
              <a:avLst/>
              <a:gdLst/>
              <a:ahLst/>
              <a:cxnLst/>
              <a:rect l="l" t="t" r="r" b="b"/>
              <a:pathLst>
                <a:path w="5060" h="2781" extrusionOk="0">
                  <a:moveTo>
                    <a:pt x="4905" y="0"/>
                  </a:moveTo>
                  <a:lnTo>
                    <a:pt x="3823" y="618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395"/>
                  </a:lnTo>
                  <a:lnTo>
                    <a:pt x="39" y="2472"/>
                  </a:lnTo>
                  <a:lnTo>
                    <a:pt x="1" y="2588"/>
                  </a:lnTo>
                  <a:lnTo>
                    <a:pt x="39" y="2665"/>
                  </a:lnTo>
                  <a:lnTo>
                    <a:pt x="116" y="2742"/>
                  </a:lnTo>
                  <a:lnTo>
                    <a:pt x="387" y="2781"/>
                  </a:lnTo>
                  <a:lnTo>
                    <a:pt x="1082" y="2588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2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7" name="Google Shape;5607;p22"/>
            <p:cNvSpPr/>
            <p:nvPr/>
          </p:nvSpPr>
          <p:spPr>
            <a:xfrm>
              <a:off x="1793325" y="2698675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313" y="387"/>
                  </a:moveTo>
                  <a:lnTo>
                    <a:pt x="1507" y="464"/>
                  </a:lnTo>
                  <a:lnTo>
                    <a:pt x="1661" y="580"/>
                  </a:lnTo>
                  <a:lnTo>
                    <a:pt x="1777" y="734"/>
                  </a:lnTo>
                  <a:lnTo>
                    <a:pt x="1777" y="889"/>
                  </a:lnTo>
                  <a:lnTo>
                    <a:pt x="1777" y="927"/>
                  </a:lnTo>
                  <a:lnTo>
                    <a:pt x="1738" y="1004"/>
                  </a:lnTo>
                  <a:lnTo>
                    <a:pt x="1661" y="1043"/>
                  </a:lnTo>
                  <a:lnTo>
                    <a:pt x="1584" y="1082"/>
                  </a:lnTo>
                  <a:lnTo>
                    <a:pt x="1275" y="1120"/>
                  </a:lnTo>
                  <a:lnTo>
                    <a:pt x="927" y="1120"/>
                  </a:lnTo>
                  <a:lnTo>
                    <a:pt x="618" y="1159"/>
                  </a:lnTo>
                  <a:lnTo>
                    <a:pt x="464" y="1197"/>
                  </a:lnTo>
                  <a:lnTo>
                    <a:pt x="348" y="1275"/>
                  </a:lnTo>
                  <a:lnTo>
                    <a:pt x="348" y="1120"/>
                  </a:lnTo>
                  <a:lnTo>
                    <a:pt x="348" y="1004"/>
                  </a:lnTo>
                  <a:lnTo>
                    <a:pt x="387" y="850"/>
                  </a:lnTo>
                  <a:lnTo>
                    <a:pt x="464" y="734"/>
                  </a:lnTo>
                  <a:lnTo>
                    <a:pt x="580" y="618"/>
                  </a:lnTo>
                  <a:lnTo>
                    <a:pt x="657" y="502"/>
                  </a:lnTo>
                  <a:lnTo>
                    <a:pt x="811" y="425"/>
                  </a:lnTo>
                  <a:lnTo>
                    <a:pt x="966" y="387"/>
                  </a:lnTo>
                  <a:close/>
                  <a:moveTo>
                    <a:pt x="1005" y="0"/>
                  </a:moveTo>
                  <a:lnTo>
                    <a:pt x="811" y="39"/>
                  </a:lnTo>
                  <a:lnTo>
                    <a:pt x="618" y="116"/>
                  </a:lnTo>
                  <a:lnTo>
                    <a:pt x="425" y="232"/>
                  </a:lnTo>
                  <a:lnTo>
                    <a:pt x="271" y="348"/>
                  </a:lnTo>
                  <a:lnTo>
                    <a:pt x="155" y="502"/>
                  </a:lnTo>
                  <a:lnTo>
                    <a:pt x="78" y="695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29"/>
                  </a:lnTo>
                  <a:lnTo>
                    <a:pt x="116" y="1622"/>
                  </a:lnTo>
                  <a:lnTo>
                    <a:pt x="155" y="1738"/>
                  </a:lnTo>
                  <a:lnTo>
                    <a:pt x="232" y="1777"/>
                  </a:lnTo>
                  <a:lnTo>
                    <a:pt x="348" y="1815"/>
                  </a:lnTo>
                  <a:lnTo>
                    <a:pt x="425" y="1738"/>
                  </a:lnTo>
                  <a:lnTo>
                    <a:pt x="580" y="1622"/>
                  </a:lnTo>
                  <a:lnTo>
                    <a:pt x="696" y="1545"/>
                  </a:lnTo>
                  <a:lnTo>
                    <a:pt x="889" y="1506"/>
                  </a:lnTo>
                  <a:lnTo>
                    <a:pt x="1429" y="1506"/>
                  </a:lnTo>
                  <a:lnTo>
                    <a:pt x="1584" y="1468"/>
                  </a:lnTo>
                  <a:lnTo>
                    <a:pt x="1777" y="1429"/>
                  </a:lnTo>
                  <a:lnTo>
                    <a:pt x="1931" y="1352"/>
                  </a:lnTo>
                  <a:lnTo>
                    <a:pt x="2047" y="1236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8"/>
                  </a:lnTo>
                  <a:lnTo>
                    <a:pt x="2086" y="464"/>
                  </a:lnTo>
                  <a:lnTo>
                    <a:pt x="1970" y="309"/>
                  </a:lnTo>
                  <a:lnTo>
                    <a:pt x="1815" y="193"/>
                  </a:lnTo>
                  <a:lnTo>
                    <a:pt x="1622" y="78"/>
                  </a:lnTo>
                  <a:lnTo>
                    <a:pt x="142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8" name="Google Shape;5608;p22"/>
            <p:cNvSpPr/>
            <p:nvPr/>
          </p:nvSpPr>
          <p:spPr>
            <a:xfrm>
              <a:off x="2371575" y="2703500"/>
              <a:ext cx="351425" cy="207575"/>
            </a:xfrm>
            <a:custGeom>
              <a:avLst/>
              <a:gdLst/>
              <a:ahLst/>
              <a:cxnLst/>
              <a:rect l="l" t="t" r="r" b="b"/>
              <a:pathLst>
                <a:path w="14057" h="8303" extrusionOk="0">
                  <a:moveTo>
                    <a:pt x="13941" y="0"/>
                  </a:moveTo>
                  <a:lnTo>
                    <a:pt x="13632" y="116"/>
                  </a:lnTo>
                  <a:lnTo>
                    <a:pt x="13632" y="155"/>
                  </a:lnTo>
                  <a:lnTo>
                    <a:pt x="13555" y="773"/>
                  </a:lnTo>
                  <a:lnTo>
                    <a:pt x="13439" y="1313"/>
                  </a:lnTo>
                  <a:lnTo>
                    <a:pt x="13284" y="1854"/>
                  </a:lnTo>
                  <a:lnTo>
                    <a:pt x="13053" y="2395"/>
                  </a:lnTo>
                  <a:lnTo>
                    <a:pt x="12782" y="2897"/>
                  </a:lnTo>
                  <a:lnTo>
                    <a:pt x="12473" y="3360"/>
                  </a:lnTo>
                  <a:lnTo>
                    <a:pt x="12126" y="3823"/>
                  </a:lnTo>
                  <a:lnTo>
                    <a:pt x="11778" y="4248"/>
                  </a:lnTo>
                  <a:lnTo>
                    <a:pt x="11547" y="4325"/>
                  </a:lnTo>
                  <a:lnTo>
                    <a:pt x="11585" y="4441"/>
                  </a:lnTo>
                  <a:lnTo>
                    <a:pt x="11547" y="4480"/>
                  </a:lnTo>
                  <a:lnTo>
                    <a:pt x="11392" y="4557"/>
                  </a:lnTo>
                  <a:lnTo>
                    <a:pt x="11469" y="4557"/>
                  </a:lnTo>
                  <a:lnTo>
                    <a:pt x="10967" y="5020"/>
                  </a:lnTo>
                  <a:lnTo>
                    <a:pt x="10427" y="5445"/>
                  </a:lnTo>
                  <a:lnTo>
                    <a:pt x="9539" y="6063"/>
                  </a:lnTo>
                  <a:lnTo>
                    <a:pt x="8612" y="6642"/>
                  </a:lnTo>
                  <a:lnTo>
                    <a:pt x="8149" y="6912"/>
                  </a:lnTo>
                  <a:lnTo>
                    <a:pt x="7647" y="7144"/>
                  </a:lnTo>
                  <a:lnTo>
                    <a:pt x="7145" y="7376"/>
                  </a:lnTo>
                  <a:lnTo>
                    <a:pt x="6643" y="7569"/>
                  </a:lnTo>
                  <a:lnTo>
                    <a:pt x="6604" y="7453"/>
                  </a:lnTo>
                  <a:lnTo>
                    <a:pt x="6411" y="7492"/>
                  </a:lnTo>
                  <a:lnTo>
                    <a:pt x="4905" y="6372"/>
                  </a:lnTo>
                  <a:lnTo>
                    <a:pt x="3322" y="5291"/>
                  </a:lnTo>
                  <a:lnTo>
                    <a:pt x="1739" y="4248"/>
                  </a:lnTo>
                  <a:lnTo>
                    <a:pt x="78" y="3321"/>
                  </a:lnTo>
                  <a:lnTo>
                    <a:pt x="1" y="3399"/>
                  </a:lnTo>
                  <a:lnTo>
                    <a:pt x="3051" y="5600"/>
                  </a:lnTo>
                  <a:lnTo>
                    <a:pt x="6141" y="7723"/>
                  </a:lnTo>
                  <a:lnTo>
                    <a:pt x="5639" y="7839"/>
                  </a:lnTo>
                  <a:lnTo>
                    <a:pt x="5175" y="7916"/>
                  </a:lnTo>
                  <a:lnTo>
                    <a:pt x="4673" y="7955"/>
                  </a:lnTo>
                  <a:lnTo>
                    <a:pt x="4210" y="7994"/>
                  </a:lnTo>
                  <a:lnTo>
                    <a:pt x="4094" y="7994"/>
                  </a:lnTo>
                  <a:lnTo>
                    <a:pt x="4055" y="8071"/>
                  </a:lnTo>
                  <a:lnTo>
                    <a:pt x="4248" y="8303"/>
                  </a:lnTo>
                  <a:lnTo>
                    <a:pt x="5098" y="8303"/>
                  </a:lnTo>
                  <a:lnTo>
                    <a:pt x="5523" y="8264"/>
                  </a:lnTo>
                  <a:lnTo>
                    <a:pt x="5948" y="8187"/>
                  </a:lnTo>
                  <a:lnTo>
                    <a:pt x="6372" y="8110"/>
                  </a:lnTo>
                  <a:lnTo>
                    <a:pt x="6797" y="7955"/>
                  </a:lnTo>
                  <a:lnTo>
                    <a:pt x="7647" y="7646"/>
                  </a:lnTo>
                  <a:lnTo>
                    <a:pt x="8458" y="7221"/>
                  </a:lnTo>
                  <a:lnTo>
                    <a:pt x="9230" y="6758"/>
                  </a:lnTo>
                  <a:lnTo>
                    <a:pt x="10002" y="6295"/>
                  </a:lnTo>
                  <a:lnTo>
                    <a:pt x="10659" y="5793"/>
                  </a:lnTo>
                  <a:lnTo>
                    <a:pt x="11315" y="5252"/>
                  </a:lnTo>
                  <a:lnTo>
                    <a:pt x="11933" y="4673"/>
                  </a:lnTo>
                  <a:lnTo>
                    <a:pt x="12512" y="4055"/>
                  </a:lnTo>
                  <a:lnTo>
                    <a:pt x="12975" y="3360"/>
                  </a:lnTo>
                  <a:lnTo>
                    <a:pt x="13207" y="3012"/>
                  </a:lnTo>
                  <a:lnTo>
                    <a:pt x="13400" y="2665"/>
                  </a:lnTo>
                  <a:lnTo>
                    <a:pt x="13555" y="2279"/>
                  </a:lnTo>
                  <a:lnTo>
                    <a:pt x="13709" y="1893"/>
                  </a:lnTo>
                  <a:lnTo>
                    <a:pt x="13864" y="1506"/>
                  </a:lnTo>
                  <a:lnTo>
                    <a:pt x="13941" y="1082"/>
                  </a:lnTo>
                  <a:lnTo>
                    <a:pt x="14018" y="657"/>
                  </a:lnTo>
                  <a:lnTo>
                    <a:pt x="14057" y="232"/>
                  </a:lnTo>
                  <a:lnTo>
                    <a:pt x="14018" y="116"/>
                  </a:lnTo>
                  <a:lnTo>
                    <a:pt x="13941" y="39"/>
                  </a:lnTo>
                  <a:lnTo>
                    <a:pt x="1394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9" name="Google Shape;5609;p22"/>
            <p:cNvSpPr/>
            <p:nvPr/>
          </p:nvSpPr>
          <p:spPr>
            <a:xfrm>
              <a:off x="6594125" y="2709300"/>
              <a:ext cx="66625" cy="99450"/>
            </a:xfrm>
            <a:custGeom>
              <a:avLst/>
              <a:gdLst/>
              <a:ahLst/>
              <a:cxnLst/>
              <a:rect l="l" t="t" r="r" b="b"/>
              <a:pathLst>
                <a:path w="2665" h="3978" extrusionOk="0">
                  <a:moveTo>
                    <a:pt x="850" y="0"/>
                  </a:moveTo>
                  <a:lnTo>
                    <a:pt x="502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1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0" y="2703"/>
                  </a:lnTo>
                  <a:lnTo>
                    <a:pt x="39" y="2935"/>
                  </a:lnTo>
                  <a:lnTo>
                    <a:pt x="78" y="3167"/>
                  </a:lnTo>
                  <a:lnTo>
                    <a:pt x="155" y="3398"/>
                  </a:lnTo>
                  <a:lnTo>
                    <a:pt x="309" y="3591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8" y="3939"/>
                  </a:lnTo>
                  <a:lnTo>
                    <a:pt x="1120" y="3977"/>
                  </a:lnTo>
                  <a:lnTo>
                    <a:pt x="1313" y="3900"/>
                  </a:lnTo>
                  <a:lnTo>
                    <a:pt x="1506" y="3823"/>
                  </a:lnTo>
                  <a:lnTo>
                    <a:pt x="1661" y="3669"/>
                  </a:lnTo>
                  <a:lnTo>
                    <a:pt x="1815" y="3514"/>
                  </a:lnTo>
                  <a:lnTo>
                    <a:pt x="1970" y="3282"/>
                  </a:lnTo>
                  <a:lnTo>
                    <a:pt x="2085" y="3051"/>
                  </a:lnTo>
                  <a:lnTo>
                    <a:pt x="2317" y="2549"/>
                  </a:lnTo>
                  <a:lnTo>
                    <a:pt x="2472" y="2008"/>
                  </a:lnTo>
                  <a:lnTo>
                    <a:pt x="2626" y="1467"/>
                  </a:lnTo>
                  <a:lnTo>
                    <a:pt x="2665" y="1043"/>
                  </a:lnTo>
                  <a:lnTo>
                    <a:pt x="2394" y="1004"/>
                  </a:lnTo>
                  <a:lnTo>
                    <a:pt x="2008" y="2008"/>
                  </a:lnTo>
                  <a:lnTo>
                    <a:pt x="1738" y="2665"/>
                  </a:lnTo>
                  <a:lnTo>
                    <a:pt x="1545" y="3012"/>
                  </a:lnTo>
                  <a:lnTo>
                    <a:pt x="1468" y="3205"/>
                  </a:lnTo>
                  <a:lnTo>
                    <a:pt x="1313" y="3282"/>
                  </a:lnTo>
                  <a:lnTo>
                    <a:pt x="1159" y="3282"/>
                  </a:lnTo>
                  <a:lnTo>
                    <a:pt x="966" y="3205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3"/>
                  </a:lnTo>
                  <a:lnTo>
                    <a:pt x="541" y="2356"/>
                  </a:lnTo>
                  <a:lnTo>
                    <a:pt x="580" y="2047"/>
                  </a:lnTo>
                  <a:lnTo>
                    <a:pt x="618" y="1622"/>
                  </a:lnTo>
                  <a:lnTo>
                    <a:pt x="734" y="1197"/>
                  </a:lnTo>
                  <a:lnTo>
                    <a:pt x="888" y="772"/>
                  </a:lnTo>
                  <a:lnTo>
                    <a:pt x="1043" y="348"/>
                  </a:lnTo>
                  <a:lnTo>
                    <a:pt x="1082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0" name="Google Shape;5610;p22"/>
            <p:cNvSpPr/>
            <p:nvPr/>
          </p:nvSpPr>
          <p:spPr>
            <a:xfrm>
              <a:off x="464975" y="2716050"/>
              <a:ext cx="126500" cy="69525"/>
            </a:xfrm>
            <a:custGeom>
              <a:avLst/>
              <a:gdLst/>
              <a:ahLst/>
              <a:cxnLst/>
              <a:rect l="l" t="t" r="r" b="b"/>
              <a:pathLst>
                <a:path w="5060" h="2781" extrusionOk="0">
                  <a:moveTo>
                    <a:pt x="4905" y="0"/>
                  </a:moveTo>
                  <a:lnTo>
                    <a:pt x="3823" y="618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395"/>
                  </a:lnTo>
                  <a:lnTo>
                    <a:pt x="39" y="2472"/>
                  </a:lnTo>
                  <a:lnTo>
                    <a:pt x="0" y="2588"/>
                  </a:lnTo>
                  <a:lnTo>
                    <a:pt x="39" y="2665"/>
                  </a:lnTo>
                  <a:lnTo>
                    <a:pt x="116" y="2742"/>
                  </a:lnTo>
                  <a:lnTo>
                    <a:pt x="387" y="2781"/>
                  </a:lnTo>
                  <a:lnTo>
                    <a:pt x="1082" y="2588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2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1" name="Google Shape;5611;p22"/>
            <p:cNvSpPr/>
            <p:nvPr/>
          </p:nvSpPr>
          <p:spPr>
            <a:xfrm>
              <a:off x="2488400" y="2725700"/>
              <a:ext cx="48275" cy="165100"/>
            </a:xfrm>
            <a:custGeom>
              <a:avLst/>
              <a:gdLst/>
              <a:ahLst/>
              <a:cxnLst/>
              <a:rect l="l" t="t" r="r" b="b"/>
              <a:pathLst>
                <a:path w="1931" h="6604" extrusionOk="0">
                  <a:moveTo>
                    <a:pt x="271" y="1"/>
                  </a:moveTo>
                  <a:lnTo>
                    <a:pt x="193" y="39"/>
                  </a:lnTo>
                  <a:lnTo>
                    <a:pt x="155" y="39"/>
                  </a:lnTo>
                  <a:lnTo>
                    <a:pt x="0" y="155"/>
                  </a:lnTo>
                  <a:lnTo>
                    <a:pt x="0" y="194"/>
                  </a:lnTo>
                  <a:lnTo>
                    <a:pt x="348" y="1815"/>
                  </a:lnTo>
                  <a:lnTo>
                    <a:pt x="773" y="3437"/>
                  </a:lnTo>
                  <a:lnTo>
                    <a:pt x="1236" y="5021"/>
                  </a:lnTo>
                  <a:lnTo>
                    <a:pt x="1738" y="6604"/>
                  </a:lnTo>
                  <a:lnTo>
                    <a:pt x="1931" y="6565"/>
                  </a:lnTo>
                  <a:lnTo>
                    <a:pt x="1622" y="4982"/>
                  </a:lnTo>
                  <a:lnTo>
                    <a:pt x="1236" y="3360"/>
                  </a:lnTo>
                  <a:lnTo>
                    <a:pt x="773" y="1777"/>
                  </a:lnTo>
                  <a:lnTo>
                    <a:pt x="271" y="194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2" name="Google Shape;5612;p22"/>
            <p:cNvSpPr/>
            <p:nvPr/>
          </p:nvSpPr>
          <p:spPr>
            <a:xfrm>
              <a:off x="2495150" y="2725700"/>
              <a:ext cx="165100" cy="91725"/>
            </a:xfrm>
            <a:custGeom>
              <a:avLst/>
              <a:gdLst/>
              <a:ahLst/>
              <a:cxnLst/>
              <a:rect l="l" t="t" r="r" b="b"/>
              <a:pathLst>
                <a:path w="6604" h="3669" extrusionOk="0">
                  <a:moveTo>
                    <a:pt x="116" y="1"/>
                  </a:moveTo>
                  <a:lnTo>
                    <a:pt x="1" y="194"/>
                  </a:lnTo>
                  <a:lnTo>
                    <a:pt x="1622" y="1043"/>
                  </a:lnTo>
                  <a:lnTo>
                    <a:pt x="3244" y="1893"/>
                  </a:lnTo>
                  <a:lnTo>
                    <a:pt x="4017" y="2356"/>
                  </a:lnTo>
                  <a:lnTo>
                    <a:pt x="4827" y="2819"/>
                  </a:lnTo>
                  <a:lnTo>
                    <a:pt x="5638" y="3283"/>
                  </a:lnTo>
                  <a:lnTo>
                    <a:pt x="6024" y="3476"/>
                  </a:lnTo>
                  <a:lnTo>
                    <a:pt x="6449" y="3669"/>
                  </a:lnTo>
                  <a:lnTo>
                    <a:pt x="6604" y="3592"/>
                  </a:lnTo>
                  <a:lnTo>
                    <a:pt x="6604" y="3515"/>
                  </a:lnTo>
                  <a:lnTo>
                    <a:pt x="6565" y="3437"/>
                  </a:lnTo>
                  <a:lnTo>
                    <a:pt x="6218" y="3167"/>
                  </a:lnTo>
                  <a:lnTo>
                    <a:pt x="5870" y="2935"/>
                  </a:lnTo>
                  <a:lnTo>
                    <a:pt x="5098" y="2472"/>
                  </a:lnTo>
                  <a:lnTo>
                    <a:pt x="3515" y="1622"/>
                  </a:lnTo>
                  <a:lnTo>
                    <a:pt x="1815" y="773"/>
                  </a:lnTo>
                  <a:lnTo>
                    <a:pt x="966" y="387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3" name="Google Shape;5613;p22"/>
            <p:cNvSpPr/>
            <p:nvPr/>
          </p:nvSpPr>
          <p:spPr>
            <a:xfrm>
              <a:off x="4212550" y="2732450"/>
              <a:ext cx="315700" cy="477900"/>
            </a:xfrm>
            <a:custGeom>
              <a:avLst/>
              <a:gdLst/>
              <a:ahLst/>
              <a:cxnLst/>
              <a:rect l="l" t="t" r="r" b="b"/>
              <a:pathLst>
                <a:path w="12628" h="19116" extrusionOk="0">
                  <a:moveTo>
                    <a:pt x="1004" y="619"/>
                  </a:moveTo>
                  <a:lnTo>
                    <a:pt x="1661" y="850"/>
                  </a:lnTo>
                  <a:lnTo>
                    <a:pt x="2317" y="1121"/>
                  </a:lnTo>
                  <a:lnTo>
                    <a:pt x="2742" y="1352"/>
                  </a:lnTo>
                  <a:lnTo>
                    <a:pt x="3167" y="1584"/>
                  </a:lnTo>
                  <a:lnTo>
                    <a:pt x="3321" y="1700"/>
                  </a:lnTo>
                  <a:lnTo>
                    <a:pt x="3476" y="1854"/>
                  </a:lnTo>
                  <a:lnTo>
                    <a:pt x="3669" y="2125"/>
                  </a:lnTo>
                  <a:lnTo>
                    <a:pt x="3862" y="2472"/>
                  </a:lnTo>
                  <a:lnTo>
                    <a:pt x="4016" y="2820"/>
                  </a:lnTo>
                  <a:lnTo>
                    <a:pt x="5677" y="6797"/>
                  </a:lnTo>
                  <a:lnTo>
                    <a:pt x="9075" y="15022"/>
                  </a:lnTo>
                  <a:lnTo>
                    <a:pt x="9152" y="15099"/>
                  </a:lnTo>
                  <a:lnTo>
                    <a:pt x="9191" y="15138"/>
                  </a:lnTo>
                  <a:lnTo>
                    <a:pt x="9345" y="15138"/>
                  </a:lnTo>
                  <a:lnTo>
                    <a:pt x="8920" y="15370"/>
                  </a:lnTo>
                  <a:lnTo>
                    <a:pt x="7955" y="13516"/>
                  </a:lnTo>
                  <a:lnTo>
                    <a:pt x="6990" y="11663"/>
                  </a:lnTo>
                  <a:lnTo>
                    <a:pt x="5020" y="7956"/>
                  </a:lnTo>
                  <a:lnTo>
                    <a:pt x="3012" y="4287"/>
                  </a:lnTo>
                  <a:lnTo>
                    <a:pt x="1004" y="619"/>
                  </a:lnTo>
                  <a:close/>
                  <a:moveTo>
                    <a:pt x="657" y="503"/>
                  </a:moveTo>
                  <a:lnTo>
                    <a:pt x="657" y="541"/>
                  </a:lnTo>
                  <a:lnTo>
                    <a:pt x="4673" y="8033"/>
                  </a:lnTo>
                  <a:lnTo>
                    <a:pt x="6719" y="11740"/>
                  </a:lnTo>
                  <a:lnTo>
                    <a:pt x="7762" y="13593"/>
                  </a:lnTo>
                  <a:lnTo>
                    <a:pt x="8805" y="15447"/>
                  </a:lnTo>
                  <a:lnTo>
                    <a:pt x="8650" y="15524"/>
                  </a:lnTo>
                  <a:lnTo>
                    <a:pt x="7414" y="13748"/>
                  </a:lnTo>
                  <a:lnTo>
                    <a:pt x="6179" y="12010"/>
                  </a:lnTo>
                  <a:lnTo>
                    <a:pt x="3592" y="8535"/>
                  </a:lnTo>
                  <a:lnTo>
                    <a:pt x="2317" y="6758"/>
                  </a:lnTo>
                  <a:lnTo>
                    <a:pt x="1004" y="4944"/>
                  </a:lnTo>
                  <a:lnTo>
                    <a:pt x="850" y="4712"/>
                  </a:lnTo>
                  <a:lnTo>
                    <a:pt x="734" y="4480"/>
                  </a:lnTo>
                  <a:lnTo>
                    <a:pt x="618" y="4210"/>
                  </a:lnTo>
                  <a:lnTo>
                    <a:pt x="541" y="3940"/>
                  </a:lnTo>
                  <a:lnTo>
                    <a:pt x="464" y="3399"/>
                  </a:lnTo>
                  <a:lnTo>
                    <a:pt x="425" y="2820"/>
                  </a:lnTo>
                  <a:lnTo>
                    <a:pt x="464" y="2241"/>
                  </a:lnTo>
                  <a:lnTo>
                    <a:pt x="502" y="1661"/>
                  </a:lnTo>
                  <a:lnTo>
                    <a:pt x="657" y="503"/>
                  </a:lnTo>
                  <a:close/>
                  <a:moveTo>
                    <a:pt x="11508" y="12280"/>
                  </a:moveTo>
                  <a:lnTo>
                    <a:pt x="11662" y="12358"/>
                  </a:lnTo>
                  <a:lnTo>
                    <a:pt x="11817" y="12435"/>
                  </a:lnTo>
                  <a:lnTo>
                    <a:pt x="12164" y="12860"/>
                  </a:lnTo>
                  <a:lnTo>
                    <a:pt x="12241" y="13053"/>
                  </a:lnTo>
                  <a:lnTo>
                    <a:pt x="12280" y="13246"/>
                  </a:lnTo>
                  <a:lnTo>
                    <a:pt x="12241" y="13439"/>
                  </a:lnTo>
                  <a:lnTo>
                    <a:pt x="12203" y="13632"/>
                  </a:lnTo>
                  <a:lnTo>
                    <a:pt x="12048" y="14018"/>
                  </a:lnTo>
                  <a:lnTo>
                    <a:pt x="11855" y="14366"/>
                  </a:lnTo>
                  <a:lnTo>
                    <a:pt x="11508" y="14790"/>
                  </a:lnTo>
                  <a:lnTo>
                    <a:pt x="11121" y="15176"/>
                  </a:lnTo>
                  <a:lnTo>
                    <a:pt x="10697" y="15524"/>
                  </a:lnTo>
                  <a:lnTo>
                    <a:pt x="10272" y="15872"/>
                  </a:lnTo>
                  <a:lnTo>
                    <a:pt x="10156" y="15872"/>
                  </a:lnTo>
                  <a:lnTo>
                    <a:pt x="10118" y="15987"/>
                  </a:lnTo>
                  <a:lnTo>
                    <a:pt x="9770" y="16180"/>
                  </a:lnTo>
                  <a:lnTo>
                    <a:pt x="9114" y="16605"/>
                  </a:lnTo>
                  <a:lnTo>
                    <a:pt x="8457" y="16953"/>
                  </a:lnTo>
                  <a:lnTo>
                    <a:pt x="7723" y="17262"/>
                  </a:lnTo>
                  <a:lnTo>
                    <a:pt x="6990" y="17493"/>
                  </a:lnTo>
                  <a:lnTo>
                    <a:pt x="6642" y="17609"/>
                  </a:lnTo>
                  <a:lnTo>
                    <a:pt x="6295" y="17648"/>
                  </a:lnTo>
                  <a:lnTo>
                    <a:pt x="5754" y="17648"/>
                  </a:lnTo>
                  <a:lnTo>
                    <a:pt x="5561" y="17571"/>
                  </a:lnTo>
                  <a:lnTo>
                    <a:pt x="5445" y="17493"/>
                  </a:lnTo>
                  <a:lnTo>
                    <a:pt x="5329" y="17416"/>
                  </a:lnTo>
                  <a:lnTo>
                    <a:pt x="5098" y="17184"/>
                  </a:lnTo>
                  <a:lnTo>
                    <a:pt x="4982" y="16876"/>
                  </a:lnTo>
                  <a:lnTo>
                    <a:pt x="4904" y="16605"/>
                  </a:lnTo>
                  <a:lnTo>
                    <a:pt x="4943" y="16412"/>
                  </a:lnTo>
                  <a:lnTo>
                    <a:pt x="4982" y="16219"/>
                  </a:lnTo>
                  <a:lnTo>
                    <a:pt x="5059" y="16065"/>
                  </a:lnTo>
                  <a:lnTo>
                    <a:pt x="5175" y="15949"/>
                  </a:lnTo>
                  <a:lnTo>
                    <a:pt x="5291" y="15833"/>
                  </a:lnTo>
                  <a:lnTo>
                    <a:pt x="5406" y="15756"/>
                  </a:lnTo>
                  <a:lnTo>
                    <a:pt x="5522" y="15717"/>
                  </a:lnTo>
                  <a:lnTo>
                    <a:pt x="5638" y="15756"/>
                  </a:lnTo>
                  <a:lnTo>
                    <a:pt x="5793" y="15833"/>
                  </a:lnTo>
                  <a:lnTo>
                    <a:pt x="5947" y="15949"/>
                  </a:lnTo>
                  <a:lnTo>
                    <a:pt x="6063" y="16142"/>
                  </a:lnTo>
                  <a:lnTo>
                    <a:pt x="6256" y="16374"/>
                  </a:lnTo>
                  <a:lnTo>
                    <a:pt x="6102" y="16412"/>
                  </a:lnTo>
                  <a:lnTo>
                    <a:pt x="6024" y="16451"/>
                  </a:lnTo>
                  <a:lnTo>
                    <a:pt x="6024" y="16567"/>
                  </a:lnTo>
                  <a:lnTo>
                    <a:pt x="6063" y="16644"/>
                  </a:lnTo>
                  <a:lnTo>
                    <a:pt x="6140" y="16644"/>
                  </a:lnTo>
                  <a:lnTo>
                    <a:pt x="6912" y="16567"/>
                  </a:lnTo>
                  <a:lnTo>
                    <a:pt x="7685" y="16374"/>
                  </a:lnTo>
                  <a:lnTo>
                    <a:pt x="8496" y="16065"/>
                  </a:lnTo>
                  <a:lnTo>
                    <a:pt x="9229" y="15717"/>
                  </a:lnTo>
                  <a:lnTo>
                    <a:pt x="9616" y="15485"/>
                  </a:lnTo>
                  <a:lnTo>
                    <a:pt x="9963" y="15254"/>
                  </a:lnTo>
                  <a:lnTo>
                    <a:pt x="10272" y="15022"/>
                  </a:lnTo>
                  <a:lnTo>
                    <a:pt x="10581" y="14752"/>
                  </a:lnTo>
                  <a:lnTo>
                    <a:pt x="10890" y="14481"/>
                  </a:lnTo>
                  <a:lnTo>
                    <a:pt x="11121" y="14173"/>
                  </a:lnTo>
                  <a:lnTo>
                    <a:pt x="11353" y="13825"/>
                  </a:lnTo>
                  <a:lnTo>
                    <a:pt x="11546" y="13516"/>
                  </a:lnTo>
                  <a:lnTo>
                    <a:pt x="11546" y="13439"/>
                  </a:lnTo>
                  <a:lnTo>
                    <a:pt x="11546" y="13362"/>
                  </a:lnTo>
                  <a:lnTo>
                    <a:pt x="11508" y="13284"/>
                  </a:lnTo>
                  <a:lnTo>
                    <a:pt x="11430" y="13246"/>
                  </a:lnTo>
                  <a:lnTo>
                    <a:pt x="11237" y="13246"/>
                  </a:lnTo>
                  <a:lnTo>
                    <a:pt x="11160" y="13323"/>
                  </a:lnTo>
                  <a:lnTo>
                    <a:pt x="10967" y="13671"/>
                  </a:lnTo>
                  <a:lnTo>
                    <a:pt x="10774" y="13555"/>
                  </a:lnTo>
                  <a:lnTo>
                    <a:pt x="10658" y="13439"/>
                  </a:lnTo>
                  <a:lnTo>
                    <a:pt x="10619" y="13284"/>
                  </a:lnTo>
                  <a:lnTo>
                    <a:pt x="10581" y="13169"/>
                  </a:lnTo>
                  <a:lnTo>
                    <a:pt x="10619" y="13014"/>
                  </a:lnTo>
                  <a:lnTo>
                    <a:pt x="10658" y="12860"/>
                  </a:lnTo>
                  <a:lnTo>
                    <a:pt x="10851" y="12628"/>
                  </a:lnTo>
                  <a:lnTo>
                    <a:pt x="10928" y="12473"/>
                  </a:lnTo>
                  <a:lnTo>
                    <a:pt x="11044" y="12358"/>
                  </a:lnTo>
                  <a:lnTo>
                    <a:pt x="11121" y="12319"/>
                  </a:lnTo>
                  <a:lnTo>
                    <a:pt x="11237" y="12280"/>
                  </a:lnTo>
                  <a:close/>
                  <a:moveTo>
                    <a:pt x="425" y="1"/>
                  </a:moveTo>
                  <a:lnTo>
                    <a:pt x="348" y="40"/>
                  </a:lnTo>
                  <a:lnTo>
                    <a:pt x="271" y="117"/>
                  </a:lnTo>
                  <a:lnTo>
                    <a:pt x="232" y="194"/>
                  </a:lnTo>
                  <a:lnTo>
                    <a:pt x="78" y="2588"/>
                  </a:lnTo>
                  <a:lnTo>
                    <a:pt x="39" y="3013"/>
                  </a:lnTo>
                  <a:lnTo>
                    <a:pt x="0" y="3476"/>
                  </a:lnTo>
                  <a:lnTo>
                    <a:pt x="39" y="3901"/>
                  </a:lnTo>
                  <a:lnTo>
                    <a:pt x="116" y="4326"/>
                  </a:lnTo>
                  <a:lnTo>
                    <a:pt x="232" y="4519"/>
                  </a:lnTo>
                  <a:lnTo>
                    <a:pt x="348" y="4751"/>
                  </a:lnTo>
                  <a:lnTo>
                    <a:pt x="618" y="5175"/>
                  </a:lnTo>
                  <a:lnTo>
                    <a:pt x="1236" y="5986"/>
                  </a:lnTo>
                  <a:lnTo>
                    <a:pt x="2665" y="7956"/>
                  </a:lnTo>
                  <a:lnTo>
                    <a:pt x="5445" y="11817"/>
                  </a:lnTo>
                  <a:lnTo>
                    <a:pt x="6874" y="13748"/>
                  </a:lnTo>
                  <a:lnTo>
                    <a:pt x="8341" y="15640"/>
                  </a:lnTo>
                  <a:lnTo>
                    <a:pt x="7492" y="15987"/>
                  </a:lnTo>
                  <a:lnTo>
                    <a:pt x="6642" y="16258"/>
                  </a:lnTo>
                  <a:lnTo>
                    <a:pt x="6681" y="16103"/>
                  </a:lnTo>
                  <a:lnTo>
                    <a:pt x="6681" y="15949"/>
                  </a:lnTo>
                  <a:lnTo>
                    <a:pt x="6642" y="15756"/>
                  </a:lnTo>
                  <a:lnTo>
                    <a:pt x="6565" y="15640"/>
                  </a:lnTo>
                  <a:lnTo>
                    <a:pt x="6488" y="15485"/>
                  </a:lnTo>
                  <a:lnTo>
                    <a:pt x="6333" y="15370"/>
                  </a:lnTo>
                  <a:lnTo>
                    <a:pt x="6179" y="15292"/>
                  </a:lnTo>
                  <a:lnTo>
                    <a:pt x="6024" y="15254"/>
                  </a:lnTo>
                  <a:lnTo>
                    <a:pt x="5715" y="15254"/>
                  </a:lnTo>
                  <a:lnTo>
                    <a:pt x="5484" y="15292"/>
                  </a:lnTo>
                  <a:lnTo>
                    <a:pt x="5213" y="15408"/>
                  </a:lnTo>
                  <a:lnTo>
                    <a:pt x="5020" y="15601"/>
                  </a:lnTo>
                  <a:lnTo>
                    <a:pt x="4827" y="15794"/>
                  </a:lnTo>
                  <a:lnTo>
                    <a:pt x="4711" y="16026"/>
                  </a:lnTo>
                  <a:lnTo>
                    <a:pt x="4596" y="16296"/>
                  </a:lnTo>
                  <a:lnTo>
                    <a:pt x="4596" y="16567"/>
                  </a:lnTo>
                  <a:lnTo>
                    <a:pt x="4634" y="16991"/>
                  </a:lnTo>
                  <a:lnTo>
                    <a:pt x="4750" y="17300"/>
                  </a:lnTo>
                  <a:lnTo>
                    <a:pt x="4904" y="17532"/>
                  </a:lnTo>
                  <a:lnTo>
                    <a:pt x="5098" y="17725"/>
                  </a:lnTo>
                  <a:lnTo>
                    <a:pt x="5368" y="17841"/>
                  </a:lnTo>
                  <a:lnTo>
                    <a:pt x="5677" y="17918"/>
                  </a:lnTo>
                  <a:lnTo>
                    <a:pt x="6024" y="17957"/>
                  </a:lnTo>
                  <a:lnTo>
                    <a:pt x="6372" y="17918"/>
                  </a:lnTo>
                  <a:lnTo>
                    <a:pt x="6719" y="17841"/>
                  </a:lnTo>
                  <a:lnTo>
                    <a:pt x="7106" y="17764"/>
                  </a:lnTo>
                  <a:lnTo>
                    <a:pt x="7878" y="17532"/>
                  </a:lnTo>
                  <a:lnTo>
                    <a:pt x="8573" y="17223"/>
                  </a:lnTo>
                  <a:lnTo>
                    <a:pt x="9152" y="16953"/>
                  </a:lnTo>
                  <a:lnTo>
                    <a:pt x="9229" y="16876"/>
                  </a:lnTo>
                  <a:lnTo>
                    <a:pt x="9461" y="16760"/>
                  </a:lnTo>
                  <a:lnTo>
                    <a:pt x="10233" y="16258"/>
                  </a:lnTo>
                  <a:lnTo>
                    <a:pt x="10813" y="17107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5"/>
                  </a:lnTo>
                  <a:lnTo>
                    <a:pt x="12280" y="19038"/>
                  </a:lnTo>
                  <a:lnTo>
                    <a:pt x="12203" y="18884"/>
                  </a:lnTo>
                  <a:lnTo>
                    <a:pt x="11817" y="18150"/>
                  </a:lnTo>
                  <a:lnTo>
                    <a:pt x="11392" y="17455"/>
                  </a:lnTo>
                  <a:lnTo>
                    <a:pt x="10928" y="16760"/>
                  </a:lnTo>
                  <a:lnTo>
                    <a:pt x="10465" y="16103"/>
                  </a:lnTo>
                  <a:lnTo>
                    <a:pt x="10967" y="15717"/>
                  </a:lnTo>
                  <a:lnTo>
                    <a:pt x="11469" y="15254"/>
                  </a:lnTo>
                  <a:lnTo>
                    <a:pt x="11894" y="14790"/>
                  </a:lnTo>
                  <a:lnTo>
                    <a:pt x="12125" y="14559"/>
                  </a:lnTo>
                  <a:lnTo>
                    <a:pt x="12280" y="14288"/>
                  </a:lnTo>
                  <a:lnTo>
                    <a:pt x="12434" y="14057"/>
                  </a:lnTo>
                  <a:lnTo>
                    <a:pt x="12512" y="13786"/>
                  </a:lnTo>
                  <a:lnTo>
                    <a:pt x="12589" y="13555"/>
                  </a:lnTo>
                  <a:lnTo>
                    <a:pt x="12627" y="13284"/>
                  </a:lnTo>
                  <a:lnTo>
                    <a:pt x="12589" y="13053"/>
                  </a:lnTo>
                  <a:lnTo>
                    <a:pt x="12512" y="12821"/>
                  </a:lnTo>
                  <a:lnTo>
                    <a:pt x="12357" y="12589"/>
                  </a:lnTo>
                  <a:lnTo>
                    <a:pt x="12164" y="12358"/>
                  </a:lnTo>
                  <a:lnTo>
                    <a:pt x="11971" y="12203"/>
                  </a:lnTo>
                  <a:lnTo>
                    <a:pt x="11739" y="12087"/>
                  </a:lnTo>
                  <a:lnTo>
                    <a:pt x="11469" y="12010"/>
                  </a:lnTo>
                  <a:lnTo>
                    <a:pt x="11237" y="12010"/>
                  </a:lnTo>
                  <a:lnTo>
                    <a:pt x="10967" y="12049"/>
                  </a:lnTo>
                  <a:lnTo>
                    <a:pt x="10735" y="12126"/>
                  </a:lnTo>
                  <a:lnTo>
                    <a:pt x="10542" y="12280"/>
                  </a:lnTo>
                  <a:lnTo>
                    <a:pt x="10388" y="12512"/>
                  </a:lnTo>
                  <a:lnTo>
                    <a:pt x="10311" y="12705"/>
                  </a:lnTo>
                  <a:lnTo>
                    <a:pt x="10272" y="12898"/>
                  </a:lnTo>
                  <a:lnTo>
                    <a:pt x="10272" y="13091"/>
                  </a:lnTo>
                  <a:lnTo>
                    <a:pt x="10311" y="13284"/>
                  </a:lnTo>
                  <a:lnTo>
                    <a:pt x="10388" y="13477"/>
                  </a:lnTo>
                  <a:lnTo>
                    <a:pt x="10504" y="13632"/>
                  </a:lnTo>
                  <a:lnTo>
                    <a:pt x="10619" y="13786"/>
                  </a:lnTo>
                  <a:lnTo>
                    <a:pt x="10813" y="13902"/>
                  </a:lnTo>
                  <a:lnTo>
                    <a:pt x="10504" y="14250"/>
                  </a:lnTo>
                  <a:lnTo>
                    <a:pt x="10156" y="14597"/>
                  </a:lnTo>
                  <a:lnTo>
                    <a:pt x="9770" y="14868"/>
                  </a:lnTo>
                  <a:lnTo>
                    <a:pt x="9430" y="15084"/>
                  </a:lnTo>
                  <a:lnTo>
                    <a:pt x="9461" y="15022"/>
                  </a:lnTo>
                  <a:lnTo>
                    <a:pt x="9500" y="14945"/>
                  </a:lnTo>
                  <a:lnTo>
                    <a:pt x="9461" y="14829"/>
                  </a:lnTo>
                  <a:lnTo>
                    <a:pt x="5715" y="5754"/>
                  </a:lnTo>
                  <a:lnTo>
                    <a:pt x="4789" y="3476"/>
                  </a:lnTo>
                  <a:lnTo>
                    <a:pt x="4364" y="2472"/>
                  </a:lnTo>
                  <a:lnTo>
                    <a:pt x="4132" y="1970"/>
                  </a:lnTo>
                  <a:lnTo>
                    <a:pt x="3978" y="1739"/>
                  </a:lnTo>
                  <a:lnTo>
                    <a:pt x="3823" y="1545"/>
                  </a:lnTo>
                  <a:lnTo>
                    <a:pt x="3514" y="1237"/>
                  </a:lnTo>
                  <a:lnTo>
                    <a:pt x="3128" y="966"/>
                  </a:lnTo>
                  <a:lnTo>
                    <a:pt x="2742" y="773"/>
                  </a:lnTo>
                  <a:lnTo>
                    <a:pt x="2279" y="541"/>
                  </a:lnTo>
                  <a:lnTo>
                    <a:pt x="1815" y="387"/>
                  </a:lnTo>
                  <a:lnTo>
                    <a:pt x="1391" y="233"/>
                  </a:lnTo>
                  <a:lnTo>
                    <a:pt x="54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4" name="Google Shape;5614;p22"/>
            <p:cNvSpPr/>
            <p:nvPr/>
          </p:nvSpPr>
          <p:spPr>
            <a:xfrm>
              <a:off x="3419975" y="2751775"/>
              <a:ext cx="68575" cy="77250"/>
            </a:xfrm>
            <a:custGeom>
              <a:avLst/>
              <a:gdLst/>
              <a:ahLst/>
              <a:cxnLst/>
              <a:rect l="l" t="t" r="r" b="b"/>
              <a:pathLst>
                <a:path w="2743" h="3090" extrusionOk="0">
                  <a:moveTo>
                    <a:pt x="1198" y="464"/>
                  </a:moveTo>
                  <a:lnTo>
                    <a:pt x="1429" y="502"/>
                  </a:lnTo>
                  <a:lnTo>
                    <a:pt x="1700" y="618"/>
                  </a:lnTo>
                  <a:lnTo>
                    <a:pt x="1893" y="772"/>
                  </a:lnTo>
                  <a:lnTo>
                    <a:pt x="2047" y="966"/>
                  </a:lnTo>
                  <a:lnTo>
                    <a:pt x="2163" y="1159"/>
                  </a:lnTo>
                  <a:lnTo>
                    <a:pt x="2240" y="1352"/>
                  </a:lnTo>
                  <a:lnTo>
                    <a:pt x="2356" y="1738"/>
                  </a:lnTo>
                  <a:lnTo>
                    <a:pt x="2395" y="2163"/>
                  </a:lnTo>
                  <a:lnTo>
                    <a:pt x="2395" y="2587"/>
                  </a:lnTo>
                  <a:lnTo>
                    <a:pt x="2240" y="2433"/>
                  </a:lnTo>
                  <a:lnTo>
                    <a:pt x="2047" y="2278"/>
                  </a:lnTo>
                  <a:lnTo>
                    <a:pt x="1661" y="2085"/>
                  </a:lnTo>
                  <a:lnTo>
                    <a:pt x="1275" y="1931"/>
                  </a:lnTo>
                  <a:lnTo>
                    <a:pt x="1043" y="1815"/>
                  </a:lnTo>
                  <a:lnTo>
                    <a:pt x="850" y="1699"/>
                  </a:lnTo>
                  <a:lnTo>
                    <a:pt x="657" y="1545"/>
                  </a:lnTo>
                  <a:lnTo>
                    <a:pt x="503" y="1390"/>
                  </a:lnTo>
                  <a:lnTo>
                    <a:pt x="425" y="1197"/>
                  </a:lnTo>
                  <a:lnTo>
                    <a:pt x="425" y="1081"/>
                  </a:lnTo>
                  <a:lnTo>
                    <a:pt x="425" y="966"/>
                  </a:lnTo>
                  <a:lnTo>
                    <a:pt x="503" y="811"/>
                  </a:lnTo>
                  <a:lnTo>
                    <a:pt x="541" y="695"/>
                  </a:lnTo>
                  <a:lnTo>
                    <a:pt x="618" y="618"/>
                  </a:lnTo>
                  <a:lnTo>
                    <a:pt x="734" y="541"/>
                  </a:lnTo>
                  <a:lnTo>
                    <a:pt x="850" y="464"/>
                  </a:lnTo>
                  <a:close/>
                  <a:moveTo>
                    <a:pt x="1043" y="0"/>
                  </a:moveTo>
                  <a:lnTo>
                    <a:pt x="812" y="77"/>
                  </a:lnTo>
                  <a:lnTo>
                    <a:pt x="580" y="155"/>
                  </a:lnTo>
                  <a:lnTo>
                    <a:pt x="387" y="309"/>
                  </a:lnTo>
                  <a:lnTo>
                    <a:pt x="232" y="464"/>
                  </a:lnTo>
                  <a:lnTo>
                    <a:pt x="116" y="618"/>
                  </a:lnTo>
                  <a:lnTo>
                    <a:pt x="39" y="811"/>
                  </a:lnTo>
                  <a:lnTo>
                    <a:pt x="1" y="1043"/>
                  </a:lnTo>
                  <a:lnTo>
                    <a:pt x="39" y="1236"/>
                  </a:lnTo>
                  <a:lnTo>
                    <a:pt x="78" y="1468"/>
                  </a:lnTo>
                  <a:lnTo>
                    <a:pt x="194" y="1661"/>
                  </a:lnTo>
                  <a:lnTo>
                    <a:pt x="387" y="1892"/>
                  </a:lnTo>
                  <a:lnTo>
                    <a:pt x="657" y="2085"/>
                  </a:lnTo>
                  <a:lnTo>
                    <a:pt x="927" y="2201"/>
                  </a:lnTo>
                  <a:lnTo>
                    <a:pt x="1236" y="2317"/>
                  </a:lnTo>
                  <a:lnTo>
                    <a:pt x="1507" y="2433"/>
                  </a:lnTo>
                  <a:lnTo>
                    <a:pt x="1777" y="2587"/>
                  </a:lnTo>
                  <a:lnTo>
                    <a:pt x="2009" y="2780"/>
                  </a:lnTo>
                  <a:lnTo>
                    <a:pt x="2240" y="3012"/>
                  </a:lnTo>
                  <a:lnTo>
                    <a:pt x="2317" y="3051"/>
                  </a:lnTo>
                  <a:lnTo>
                    <a:pt x="2395" y="3089"/>
                  </a:lnTo>
                  <a:lnTo>
                    <a:pt x="2472" y="3051"/>
                  </a:lnTo>
                  <a:lnTo>
                    <a:pt x="2549" y="3012"/>
                  </a:lnTo>
                  <a:lnTo>
                    <a:pt x="2588" y="3012"/>
                  </a:lnTo>
                  <a:lnTo>
                    <a:pt x="2626" y="2935"/>
                  </a:lnTo>
                  <a:lnTo>
                    <a:pt x="2704" y="2356"/>
                  </a:lnTo>
                  <a:lnTo>
                    <a:pt x="2742" y="2047"/>
                  </a:lnTo>
                  <a:lnTo>
                    <a:pt x="2704" y="1738"/>
                  </a:lnTo>
                  <a:lnTo>
                    <a:pt x="2665" y="1429"/>
                  </a:lnTo>
                  <a:lnTo>
                    <a:pt x="2588" y="1159"/>
                  </a:lnTo>
                  <a:lnTo>
                    <a:pt x="2472" y="888"/>
                  </a:lnTo>
                  <a:lnTo>
                    <a:pt x="2317" y="618"/>
                  </a:lnTo>
                  <a:lnTo>
                    <a:pt x="2124" y="425"/>
                  </a:lnTo>
                  <a:lnTo>
                    <a:pt x="1931" y="270"/>
                  </a:lnTo>
                  <a:lnTo>
                    <a:pt x="1738" y="155"/>
                  </a:lnTo>
                  <a:lnTo>
                    <a:pt x="1507" y="77"/>
                  </a:lnTo>
                  <a:lnTo>
                    <a:pt x="127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5" name="Google Shape;5615;p22"/>
            <p:cNvSpPr/>
            <p:nvPr/>
          </p:nvSpPr>
          <p:spPr>
            <a:xfrm>
              <a:off x="408025" y="2759500"/>
              <a:ext cx="66625" cy="99450"/>
            </a:xfrm>
            <a:custGeom>
              <a:avLst/>
              <a:gdLst/>
              <a:ahLst/>
              <a:cxnLst/>
              <a:rect l="l" t="t" r="r" b="b"/>
              <a:pathLst>
                <a:path w="2665" h="3978" extrusionOk="0">
                  <a:moveTo>
                    <a:pt x="850" y="0"/>
                  </a:moveTo>
                  <a:lnTo>
                    <a:pt x="502" y="155"/>
                  </a:lnTo>
                  <a:lnTo>
                    <a:pt x="618" y="232"/>
                  </a:lnTo>
                  <a:lnTo>
                    <a:pt x="464" y="618"/>
                  </a:lnTo>
                  <a:lnTo>
                    <a:pt x="271" y="1081"/>
                  </a:lnTo>
                  <a:lnTo>
                    <a:pt x="116" y="1622"/>
                  </a:lnTo>
                  <a:lnTo>
                    <a:pt x="39" y="2163"/>
                  </a:lnTo>
                  <a:lnTo>
                    <a:pt x="0" y="2703"/>
                  </a:lnTo>
                  <a:lnTo>
                    <a:pt x="39" y="2935"/>
                  </a:lnTo>
                  <a:lnTo>
                    <a:pt x="77" y="3167"/>
                  </a:lnTo>
                  <a:lnTo>
                    <a:pt x="155" y="3398"/>
                  </a:lnTo>
                  <a:lnTo>
                    <a:pt x="309" y="3591"/>
                  </a:lnTo>
                  <a:lnTo>
                    <a:pt x="464" y="3746"/>
                  </a:lnTo>
                  <a:lnTo>
                    <a:pt x="657" y="3862"/>
                  </a:lnTo>
                  <a:lnTo>
                    <a:pt x="888" y="3939"/>
                  </a:lnTo>
                  <a:lnTo>
                    <a:pt x="1120" y="3977"/>
                  </a:lnTo>
                  <a:lnTo>
                    <a:pt x="1313" y="3900"/>
                  </a:lnTo>
                  <a:lnTo>
                    <a:pt x="1506" y="3823"/>
                  </a:lnTo>
                  <a:lnTo>
                    <a:pt x="1661" y="3669"/>
                  </a:lnTo>
                  <a:lnTo>
                    <a:pt x="1815" y="3514"/>
                  </a:lnTo>
                  <a:lnTo>
                    <a:pt x="1970" y="3282"/>
                  </a:lnTo>
                  <a:lnTo>
                    <a:pt x="2085" y="3051"/>
                  </a:lnTo>
                  <a:lnTo>
                    <a:pt x="2317" y="2549"/>
                  </a:lnTo>
                  <a:lnTo>
                    <a:pt x="2472" y="2008"/>
                  </a:lnTo>
                  <a:lnTo>
                    <a:pt x="2626" y="1467"/>
                  </a:lnTo>
                  <a:lnTo>
                    <a:pt x="2665" y="1043"/>
                  </a:lnTo>
                  <a:lnTo>
                    <a:pt x="2394" y="1004"/>
                  </a:lnTo>
                  <a:lnTo>
                    <a:pt x="2008" y="2008"/>
                  </a:lnTo>
                  <a:lnTo>
                    <a:pt x="1738" y="2665"/>
                  </a:lnTo>
                  <a:lnTo>
                    <a:pt x="1545" y="3012"/>
                  </a:lnTo>
                  <a:lnTo>
                    <a:pt x="1468" y="3205"/>
                  </a:lnTo>
                  <a:lnTo>
                    <a:pt x="1313" y="3282"/>
                  </a:lnTo>
                  <a:lnTo>
                    <a:pt x="1159" y="3282"/>
                  </a:lnTo>
                  <a:lnTo>
                    <a:pt x="966" y="3205"/>
                  </a:lnTo>
                  <a:lnTo>
                    <a:pt x="734" y="3128"/>
                  </a:lnTo>
                  <a:lnTo>
                    <a:pt x="618" y="3051"/>
                  </a:lnTo>
                  <a:lnTo>
                    <a:pt x="541" y="2935"/>
                  </a:lnTo>
                  <a:lnTo>
                    <a:pt x="541" y="2703"/>
                  </a:lnTo>
                  <a:lnTo>
                    <a:pt x="541" y="2356"/>
                  </a:lnTo>
                  <a:lnTo>
                    <a:pt x="579" y="2047"/>
                  </a:lnTo>
                  <a:lnTo>
                    <a:pt x="618" y="1622"/>
                  </a:lnTo>
                  <a:lnTo>
                    <a:pt x="734" y="1197"/>
                  </a:lnTo>
                  <a:lnTo>
                    <a:pt x="888" y="772"/>
                  </a:lnTo>
                  <a:lnTo>
                    <a:pt x="1043" y="348"/>
                  </a:lnTo>
                  <a:lnTo>
                    <a:pt x="1081" y="232"/>
                  </a:lnTo>
                  <a:lnTo>
                    <a:pt x="1043" y="116"/>
                  </a:lnTo>
                  <a:lnTo>
                    <a:pt x="927" y="39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6" name="Google Shape;5616;p22"/>
            <p:cNvSpPr/>
            <p:nvPr/>
          </p:nvSpPr>
          <p:spPr>
            <a:xfrm>
              <a:off x="1650450" y="2767225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0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0"/>
                  </a:lnTo>
                  <a:lnTo>
                    <a:pt x="3862" y="502"/>
                  </a:lnTo>
                  <a:lnTo>
                    <a:pt x="3321" y="772"/>
                  </a:lnTo>
                  <a:lnTo>
                    <a:pt x="2781" y="1081"/>
                  </a:lnTo>
                  <a:lnTo>
                    <a:pt x="2279" y="1429"/>
                  </a:lnTo>
                  <a:lnTo>
                    <a:pt x="1815" y="1854"/>
                  </a:lnTo>
                  <a:lnTo>
                    <a:pt x="1429" y="2278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3" y="3746"/>
                  </a:lnTo>
                  <a:lnTo>
                    <a:pt x="271" y="4248"/>
                  </a:lnTo>
                  <a:lnTo>
                    <a:pt x="116" y="4788"/>
                  </a:lnTo>
                  <a:lnTo>
                    <a:pt x="1" y="5367"/>
                  </a:lnTo>
                  <a:lnTo>
                    <a:pt x="348" y="5406"/>
                  </a:lnTo>
                  <a:lnTo>
                    <a:pt x="464" y="4981"/>
                  </a:lnTo>
                  <a:lnTo>
                    <a:pt x="580" y="4595"/>
                  </a:lnTo>
                  <a:lnTo>
                    <a:pt x="811" y="3977"/>
                  </a:lnTo>
                  <a:lnTo>
                    <a:pt x="1120" y="3398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6"/>
                  </a:lnTo>
                  <a:lnTo>
                    <a:pt x="3399" y="1158"/>
                  </a:lnTo>
                  <a:lnTo>
                    <a:pt x="3978" y="888"/>
                  </a:lnTo>
                  <a:lnTo>
                    <a:pt x="4634" y="656"/>
                  </a:lnTo>
                  <a:lnTo>
                    <a:pt x="5252" y="463"/>
                  </a:lnTo>
                  <a:lnTo>
                    <a:pt x="5909" y="386"/>
                  </a:lnTo>
                  <a:lnTo>
                    <a:pt x="6565" y="386"/>
                  </a:lnTo>
                  <a:lnTo>
                    <a:pt x="7222" y="463"/>
                  </a:lnTo>
                  <a:lnTo>
                    <a:pt x="7878" y="579"/>
                  </a:lnTo>
                  <a:lnTo>
                    <a:pt x="8496" y="811"/>
                  </a:lnTo>
                  <a:lnTo>
                    <a:pt x="9114" y="1081"/>
                  </a:lnTo>
                  <a:lnTo>
                    <a:pt x="9423" y="1274"/>
                  </a:lnTo>
                  <a:lnTo>
                    <a:pt x="9731" y="1506"/>
                  </a:lnTo>
                  <a:lnTo>
                    <a:pt x="10040" y="1699"/>
                  </a:lnTo>
                  <a:lnTo>
                    <a:pt x="10311" y="1931"/>
                  </a:lnTo>
                  <a:lnTo>
                    <a:pt x="10774" y="2471"/>
                  </a:lnTo>
                  <a:lnTo>
                    <a:pt x="11199" y="3012"/>
                  </a:lnTo>
                  <a:lnTo>
                    <a:pt x="11546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5" y="5638"/>
                  </a:lnTo>
                  <a:lnTo>
                    <a:pt x="12628" y="6217"/>
                  </a:lnTo>
                  <a:lnTo>
                    <a:pt x="12859" y="6796"/>
                  </a:lnTo>
                  <a:lnTo>
                    <a:pt x="13130" y="7375"/>
                  </a:lnTo>
                  <a:lnTo>
                    <a:pt x="13439" y="7955"/>
                  </a:lnTo>
                  <a:lnTo>
                    <a:pt x="13825" y="8495"/>
                  </a:lnTo>
                  <a:lnTo>
                    <a:pt x="14249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499"/>
                  </a:lnTo>
                  <a:lnTo>
                    <a:pt x="15292" y="9654"/>
                  </a:lnTo>
                  <a:lnTo>
                    <a:pt x="15755" y="9808"/>
                  </a:lnTo>
                  <a:lnTo>
                    <a:pt x="16219" y="9885"/>
                  </a:lnTo>
                  <a:lnTo>
                    <a:pt x="16721" y="9885"/>
                  </a:lnTo>
                  <a:lnTo>
                    <a:pt x="17184" y="9808"/>
                  </a:lnTo>
                  <a:lnTo>
                    <a:pt x="17609" y="9615"/>
                  </a:lnTo>
                  <a:lnTo>
                    <a:pt x="17841" y="9499"/>
                  </a:lnTo>
                  <a:lnTo>
                    <a:pt x="18034" y="9383"/>
                  </a:lnTo>
                  <a:lnTo>
                    <a:pt x="18188" y="9229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2" y="8611"/>
                  </a:lnTo>
                  <a:lnTo>
                    <a:pt x="18652" y="8534"/>
                  </a:lnTo>
                  <a:lnTo>
                    <a:pt x="18652" y="8457"/>
                  </a:lnTo>
                  <a:lnTo>
                    <a:pt x="18652" y="8379"/>
                  </a:lnTo>
                  <a:lnTo>
                    <a:pt x="18652" y="8341"/>
                  </a:lnTo>
                  <a:lnTo>
                    <a:pt x="18304" y="8341"/>
                  </a:lnTo>
                  <a:lnTo>
                    <a:pt x="18265" y="8418"/>
                  </a:lnTo>
                  <a:lnTo>
                    <a:pt x="18072" y="8727"/>
                  </a:lnTo>
                  <a:lnTo>
                    <a:pt x="17802" y="8997"/>
                  </a:lnTo>
                  <a:lnTo>
                    <a:pt x="17493" y="9190"/>
                  </a:lnTo>
                  <a:lnTo>
                    <a:pt x="17184" y="9345"/>
                  </a:lnTo>
                  <a:lnTo>
                    <a:pt x="16837" y="9422"/>
                  </a:lnTo>
                  <a:lnTo>
                    <a:pt x="16450" y="9461"/>
                  </a:lnTo>
                  <a:lnTo>
                    <a:pt x="16103" y="9422"/>
                  </a:lnTo>
                  <a:lnTo>
                    <a:pt x="15717" y="9345"/>
                  </a:lnTo>
                  <a:lnTo>
                    <a:pt x="15369" y="9190"/>
                  </a:lnTo>
                  <a:lnTo>
                    <a:pt x="15022" y="8997"/>
                  </a:lnTo>
                  <a:lnTo>
                    <a:pt x="14713" y="8766"/>
                  </a:lnTo>
                  <a:lnTo>
                    <a:pt x="14404" y="8495"/>
                  </a:lnTo>
                  <a:lnTo>
                    <a:pt x="14172" y="8186"/>
                  </a:lnTo>
                  <a:lnTo>
                    <a:pt x="13941" y="7839"/>
                  </a:lnTo>
                  <a:lnTo>
                    <a:pt x="13709" y="7530"/>
                  </a:lnTo>
                  <a:lnTo>
                    <a:pt x="13554" y="7182"/>
                  </a:lnTo>
                  <a:lnTo>
                    <a:pt x="13245" y="6526"/>
                  </a:lnTo>
                  <a:lnTo>
                    <a:pt x="12975" y="5831"/>
                  </a:lnTo>
                  <a:lnTo>
                    <a:pt x="12473" y="4479"/>
                  </a:lnTo>
                  <a:lnTo>
                    <a:pt x="12164" y="3823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278"/>
                  </a:lnTo>
                  <a:lnTo>
                    <a:pt x="11006" y="2008"/>
                  </a:lnTo>
                  <a:lnTo>
                    <a:pt x="10542" y="1583"/>
                  </a:lnTo>
                  <a:lnTo>
                    <a:pt x="10079" y="1197"/>
                  </a:lnTo>
                  <a:lnTo>
                    <a:pt x="9577" y="850"/>
                  </a:lnTo>
                  <a:lnTo>
                    <a:pt x="9036" y="579"/>
                  </a:lnTo>
                  <a:lnTo>
                    <a:pt x="8496" y="348"/>
                  </a:lnTo>
                  <a:lnTo>
                    <a:pt x="7917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7" name="Google Shape;5617;p22"/>
            <p:cNvSpPr/>
            <p:nvPr/>
          </p:nvSpPr>
          <p:spPr>
            <a:xfrm>
              <a:off x="4802400" y="2781700"/>
              <a:ext cx="320525" cy="97525"/>
            </a:xfrm>
            <a:custGeom>
              <a:avLst/>
              <a:gdLst/>
              <a:ahLst/>
              <a:cxnLst/>
              <a:rect l="l" t="t" r="r" b="b"/>
              <a:pathLst>
                <a:path w="12821" h="3901" extrusionOk="0">
                  <a:moveTo>
                    <a:pt x="12550" y="0"/>
                  </a:moveTo>
                  <a:lnTo>
                    <a:pt x="12434" y="39"/>
                  </a:lnTo>
                  <a:lnTo>
                    <a:pt x="12357" y="77"/>
                  </a:lnTo>
                  <a:lnTo>
                    <a:pt x="12318" y="155"/>
                  </a:lnTo>
                  <a:lnTo>
                    <a:pt x="12280" y="271"/>
                  </a:lnTo>
                  <a:lnTo>
                    <a:pt x="12318" y="348"/>
                  </a:lnTo>
                  <a:lnTo>
                    <a:pt x="12357" y="541"/>
                  </a:lnTo>
                  <a:lnTo>
                    <a:pt x="12318" y="734"/>
                  </a:lnTo>
                  <a:lnTo>
                    <a:pt x="12280" y="888"/>
                  </a:lnTo>
                  <a:lnTo>
                    <a:pt x="12164" y="1043"/>
                  </a:lnTo>
                  <a:lnTo>
                    <a:pt x="12009" y="1197"/>
                  </a:lnTo>
                  <a:lnTo>
                    <a:pt x="11855" y="1313"/>
                  </a:lnTo>
                  <a:lnTo>
                    <a:pt x="11430" y="1545"/>
                  </a:lnTo>
                  <a:lnTo>
                    <a:pt x="11005" y="1699"/>
                  </a:lnTo>
                  <a:lnTo>
                    <a:pt x="10542" y="1854"/>
                  </a:lnTo>
                  <a:lnTo>
                    <a:pt x="9808" y="2047"/>
                  </a:lnTo>
                  <a:lnTo>
                    <a:pt x="9422" y="2163"/>
                  </a:lnTo>
                  <a:lnTo>
                    <a:pt x="9384" y="2085"/>
                  </a:lnTo>
                  <a:lnTo>
                    <a:pt x="9345" y="2008"/>
                  </a:lnTo>
                  <a:lnTo>
                    <a:pt x="8997" y="1468"/>
                  </a:lnTo>
                  <a:lnTo>
                    <a:pt x="8727" y="927"/>
                  </a:lnTo>
                  <a:lnTo>
                    <a:pt x="8418" y="1043"/>
                  </a:lnTo>
                  <a:lnTo>
                    <a:pt x="8495" y="1390"/>
                  </a:lnTo>
                  <a:lnTo>
                    <a:pt x="8611" y="1699"/>
                  </a:lnTo>
                  <a:lnTo>
                    <a:pt x="8804" y="2008"/>
                  </a:lnTo>
                  <a:lnTo>
                    <a:pt x="8997" y="2279"/>
                  </a:lnTo>
                  <a:lnTo>
                    <a:pt x="7839" y="2587"/>
                  </a:lnTo>
                  <a:lnTo>
                    <a:pt x="6719" y="2819"/>
                  </a:lnTo>
                  <a:lnTo>
                    <a:pt x="5329" y="3051"/>
                  </a:lnTo>
                  <a:lnTo>
                    <a:pt x="3939" y="3244"/>
                  </a:lnTo>
                  <a:lnTo>
                    <a:pt x="3669" y="3282"/>
                  </a:lnTo>
                  <a:lnTo>
                    <a:pt x="3746" y="2935"/>
                  </a:lnTo>
                  <a:lnTo>
                    <a:pt x="3784" y="2587"/>
                  </a:lnTo>
                  <a:lnTo>
                    <a:pt x="3707" y="2240"/>
                  </a:lnTo>
                  <a:lnTo>
                    <a:pt x="3630" y="1892"/>
                  </a:lnTo>
                  <a:lnTo>
                    <a:pt x="3282" y="1970"/>
                  </a:lnTo>
                  <a:lnTo>
                    <a:pt x="3321" y="2279"/>
                  </a:lnTo>
                  <a:lnTo>
                    <a:pt x="3360" y="2587"/>
                  </a:lnTo>
                  <a:lnTo>
                    <a:pt x="3282" y="2974"/>
                  </a:lnTo>
                  <a:lnTo>
                    <a:pt x="3205" y="3321"/>
                  </a:lnTo>
                  <a:lnTo>
                    <a:pt x="2278" y="3398"/>
                  </a:lnTo>
                  <a:lnTo>
                    <a:pt x="1815" y="3437"/>
                  </a:lnTo>
                  <a:lnTo>
                    <a:pt x="1352" y="3398"/>
                  </a:lnTo>
                  <a:lnTo>
                    <a:pt x="965" y="3360"/>
                  </a:lnTo>
                  <a:lnTo>
                    <a:pt x="772" y="3282"/>
                  </a:lnTo>
                  <a:lnTo>
                    <a:pt x="618" y="3244"/>
                  </a:lnTo>
                  <a:lnTo>
                    <a:pt x="502" y="3128"/>
                  </a:lnTo>
                  <a:lnTo>
                    <a:pt x="425" y="3051"/>
                  </a:lnTo>
                  <a:lnTo>
                    <a:pt x="386" y="2935"/>
                  </a:lnTo>
                  <a:lnTo>
                    <a:pt x="348" y="2781"/>
                  </a:lnTo>
                  <a:lnTo>
                    <a:pt x="348" y="2703"/>
                  </a:lnTo>
                  <a:lnTo>
                    <a:pt x="309" y="2665"/>
                  </a:lnTo>
                  <a:lnTo>
                    <a:pt x="232" y="2587"/>
                  </a:lnTo>
                  <a:lnTo>
                    <a:pt x="116" y="2626"/>
                  </a:lnTo>
                  <a:lnTo>
                    <a:pt x="77" y="2626"/>
                  </a:lnTo>
                  <a:lnTo>
                    <a:pt x="39" y="2703"/>
                  </a:lnTo>
                  <a:lnTo>
                    <a:pt x="0" y="2858"/>
                  </a:lnTo>
                  <a:lnTo>
                    <a:pt x="0" y="3012"/>
                  </a:lnTo>
                  <a:lnTo>
                    <a:pt x="0" y="3167"/>
                  </a:lnTo>
                  <a:lnTo>
                    <a:pt x="39" y="3282"/>
                  </a:lnTo>
                  <a:lnTo>
                    <a:pt x="116" y="3398"/>
                  </a:lnTo>
                  <a:lnTo>
                    <a:pt x="193" y="3514"/>
                  </a:lnTo>
                  <a:lnTo>
                    <a:pt x="386" y="3669"/>
                  </a:lnTo>
                  <a:lnTo>
                    <a:pt x="657" y="3746"/>
                  </a:lnTo>
                  <a:lnTo>
                    <a:pt x="927" y="3823"/>
                  </a:lnTo>
                  <a:lnTo>
                    <a:pt x="1236" y="3862"/>
                  </a:lnTo>
                  <a:lnTo>
                    <a:pt x="1506" y="3900"/>
                  </a:lnTo>
                  <a:lnTo>
                    <a:pt x="2780" y="3823"/>
                  </a:lnTo>
                  <a:lnTo>
                    <a:pt x="4016" y="3746"/>
                  </a:lnTo>
                  <a:lnTo>
                    <a:pt x="5252" y="3553"/>
                  </a:lnTo>
                  <a:lnTo>
                    <a:pt x="6487" y="3360"/>
                  </a:lnTo>
                  <a:lnTo>
                    <a:pt x="7646" y="3128"/>
                  </a:lnTo>
                  <a:lnTo>
                    <a:pt x="8766" y="2858"/>
                  </a:lnTo>
                  <a:lnTo>
                    <a:pt x="9885" y="2510"/>
                  </a:lnTo>
                  <a:lnTo>
                    <a:pt x="11005" y="2163"/>
                  </a:lnTo>
                  <a:lnTo>
                    <a:pt x="11353" y="2047"/>
                  </a:lnTo>
                  <a:lnTo>
                    <a:pt x="11700" y="1892"/>
                  </a:lnTo>
                  <a:lnTo>
                    <a:pt x="12048" y="1699"/>
                  </a:lnTo>
                  <a:lnTo>
                    <a:pt x="12357" y="1506"/>
                  </a:lnTo>
                  <a:lnTo>
                    <a:pt x="12627" y="1236"/>
                  </a:lnTo>
                  <a:lnTo>
                    <a:pt x="12704" y="1081"/>
                  </a:lnTo>
                  <a:lnTo>
                    <a:pt x="12782" y="927"/>
                  </a:lnTo>
                  <a:lnTo>
                    <a:pt x="12820" y="773"/>
                  </a:lnTo>
                  <a:lnTo>
                    <a:pt x="12820" y="579"/>
                  </a:lnTo>
                  <a:lnTo>
                    <a:pt x="12820" y="386"/>
                  </a:lnTo>
                  <a:lnTo>
                    <a:pt x="12743" y="155"/>
                  </a:lnTo>
                  <a:lnTo>
                    <a:pt x="12704" y="77"/>
                  </a:lnTo>
                  <a:lnTo>
                    <a:pt x="12627" y="39"/>
                  </a:lnTo>
                  <a:lnTo>
                    <a:pt x="125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8" name="Google Shape;5618;p22"/>
            <p:cNvSpPr/>
            <p:nvPr/>
          </p:nvSpPr>
          <p:spPr>
            <a:xfrm>
              <a:off x="2362900" y="2786525"/>
              <a:ext cx="114900" cy="130350"/>
            </a:xfrm>
            <a:custGeom>
              <a:avLst/>
              <a:gdLst/>
              <a:ahLst/>
              <a:cxnLst/>
              <a:rect l="l" t="t" r="r" b="b"/>
              <a:pathLst>
                <a:path w="4596" h="5214" extrusionOk="0">
                  <a:moveTo>
                    <a:pt x="232" y="0"/>
                  </a:moveTo>
                  <a:lnTo>
                    <a:pt x="0" y="193"/>
                  </a:lnTo>
                  <a:lnTo>
                    <a:pt x="502" y="888"/>
                  </a:lnTo>
                  <a:lnTo>
                    <a:pt x="1004" y="1622"/>
                  </a:lnTo>
                  <a:lnTo>
                    <a:pt x="1545" y="2279"/>
                  </a:lnTo>
                  <a:lnTo>
                    <a:pt x="2124" y="2974"/>
                  </a:lnTo>
                  <a:lnTo>
                    <a:pt x="3283" y="4248"/>
                  </a:lnTo>
                  <a:lnTo>
                    <a:pt x="3746" y="4789"/>
                  </a:lnTo>
                  <a:lnTo>
                    <a:pt x="3630" y="4789"/>
                  </a:lnTo>
                  <a:lnTo>
                    <a:pt x="3592" y="4866"/>
                  </a:lnTo>
                  <a:lnTo>
                    <a:pt x="3592" y="4982"/>
                  </a:lnTo>
                  <a:lnTo>
                    <a:pt x="3823" y="4904"/>
                  </a:lnTo>
                  <a:lnTo>
                    <a:pt x="4055" y="5059"/>
                  </a:lnTo>
                  <a:lnTo>
                    <a:pt x="4287" y="5213"/>
                  </a:lnTo>
                  <a:lnTo>
                    <a:pt x="4441" y="5213"/>
                  </a:lnTo>
                  <a:lnTo>
                    <a:pt x="4518" y="5175"/>
                  </a:lnTo>
                  <a:lnTo>
                    <a:pt x="4557" y="5097"/>
                  </a:lnTo>
                  <a:lnTo>
                    <a:pt x="4557" y="5059"/>
                  </a:lnTo>
                  <a:lnTo>
                    <a:pt x="4595" y="4982"/>
                  </a:lnTo>
                  <a:lnTo>
                    <a:pt x="4402" y="4750"/>
                  </a:lnTo>
                  <a:lnTo>
                    <a:pt x="4325" y="4750"/>
                  </a:lnTo>
                  <a:lnTo>
                    <a:pt x="4016" y="4480"/>
                  </a:lnTo>
                  <a:lnTo>
                    <a:pt x="3746" y="4171"/>
                  </a:lnTo>
                  <a:lnTo>
                    <a:pt x="3244" y="3553"/>
                  </a:lnTo>
                  <a:lnTo>
                    <a:pt x="2201" y="2394"/>
                  </a:lnTo>
                  <a:lnTo>
                    <a:pt x="1197" y="1197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9" name="Google Shape;5619;p22"/>
            <p:cNvSpPr/>
            <p:nvPr/>
          </p:nvSpPr>
          <p:spPr>
            <a:xfrm>
              <a:off x="2090650" y="2821275"/>
              <a:ext cx="200825" cy="230750"/>
            </a:xfrm>
            <a:custGeom>
              <a:avLst/>
              <a:gdLst/>
              <a:ahLst/>
              <a:cxnLst/>
              <a:rect l="l" t="t" r="r" b="b"/>
              <a:pathLst>
                <a:path w="8033" h="9230" extrusionOk="0">
                  <a:moveTo>
                    <a:pt x="2048" y="0"/>
                  </a:moveTo>
                  <a:lnTo>
                    <a:pt x="1893" y="78"/>
                  </a:lnTo>
                  <a:lnTo>
                    <a:pt x="1739" y="155"/>
                  </a:lnTo>
                  <a:lnTo>
                    <a:pt x="1430" y="425"/>
                  </a:lnTo>
                  <a:lnTo>
                    <a:pt x="1198" y="734"/>
                  </a:lnTo>
                  <a:lnTo>
                    <a:pt x="966" y="1004"/>
                  </a:lnTo>
                  <a:lnTo>
                    <a:pt x="735" y="1352"/>
                  </a:lnTo>
                  <a:lnTo>
                    <a:pt x="503" y="1738"/>
                  </a:lnTo>
                  <a:lnTo>
                    <a:pt x="348" y="2124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40" y="3476"/>
                  </a:lnTo>
                  <a:lnTo>
                    <a:pt x="1" y="3939"/>
                  </a:lnTo>
                  <a:lnTo>
                    <a:pt x="78" y="4441"/>
                  </a:lnTo>
                  <a:lnTo>
                    <a:pt x="155" y="4905"/>
                  </a:lnTo>
                  <a:lnTo>
                    <a:pt x="271" y="5329"/>
                  </a:lnTo>
                  <a:lnTo>
                    <a:pt x="464" y="5793"/>
                  </a:lnTo>
                  <a:lnTo>
                    <a:pt x="696" y="6179"/>
                  </a:lnTo>
                  <a:lnTo>
                    <a:pt x="1044" y="6179"/>
                  </a:lnTo>
                  <a:lnTo>
                    <a:pt x="889" y="5831"/>
                  </a:lnTo>
                  <a:lnTo>
                    <a:pt x="735" y="5484"/>
                  </a:lnTo>
                  <a:lnTo>
                    <a:pt x="657" y="5136"/>
                  </a:lnTo>
                  <a:lnTo>
                    <a:pt x="542" y="4789"/>
                  </a:lnTo>
                  <a:lnTo>
                    <a:pt x="503" y="4403"/>
                  </a:lnTo>
                  <a:lnTo>
                    <a:pt x="464" y="4055"/>
                  </a:lnTo>
                  <a:lnTo>
                    <a:pt x="464" y="3669"/>
                  </a:lnTo>
                  <a:lnTo>
                    <a:pt x="464" y="3321"/>
                  </a:lnTo>
                  <a:lnTo>
                    <a:pt x="542" y="2974"/>
                  </a:lnTo>
                  <a:lnTo>
                    <a:pt x="619" y="2626"/>
                  </a:lnTo>
                  <a:lnTo>
                    <a:pt x="735" y="2279"/>
                  </a:lnTo>
                  <a:lnTo>
                    <a:pt x="850" y="1931"/>
                  </a:lnTo>
                  <a:lnTo>
                    <a:pt x="1044" y="1622"/>
                  </a:lnTo>
                  <a:lnTo>
                    <a:pt x="1237" y="1313"/>
                  </a:lnTo>
                  <a:lnTo>
                    <a:pt x="1468" y="1004"/>
                  </a:lnTo>
                  <a:lnTo>
                    <a:pt x="1777" y="734"/>
                  </a:lnTo>
                  <a:lnTo>
                    <a:pt x="1970" y="580"/>
                  </a:lnTo>
                  <a:lnTo>
                    <a:pt x="2086" y="502"/>
                  </a:lnTo>
                  <a:lnTo>
                    <a:pt x="2202" y="464"/>
                  </a:lnTo>
                  <a:lnTo>
                    <a:pt x="2318" y="580"/>
                  </a:lnTo>
                  <a:lnTo>
                    <a:pt x="2434" y="811"/>
                  </a:lnTo>
                  <a:lnTo>
                    <a:pt x="2588" y="1198"/>
                  </a:lnTo>
                  <a:lnTo>
                    <a:pt x="2743" y="1584"/>
                  </a:lnTo>
                  <a:lnTo>
                    <a:pt x="2858" y="1931"/>
                  </a:lnTo>
                  <a:lnTo>
                    <a:pt x="2974" y="2317"/>
                  </a:lnTo>
                  <a:lnTo>
                    <a:pt x="3052" y="2703"/>
                  </a:lnTo>
                  <a:lnTo>
                    <a:pt x="3090" y="3090"/>
                  </a:lnTo>
                  <a:lnTo>
                    <a:pt x="3090" y="3437"/>
                  </a:lnTo>
                  <a:lnTo>
                    <a:pt x="3052" y="3785"/>
                  </a:lnTo>
                  <a:lnTo>
                    <a:pt x="3013" y="4132"/>
                  </a:lnTo>
                  <a:lnTo>
                    <a:pt x="2897" y="4480"/>
                  </a:lnTo>
                  <a:lnTo>
                    <a:pt x="2781" y="4789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22"/>
                  </a:lnTo>
                  <a:lnTo>
                    <a:pt x="2395" y="5638"/>
                  </a:lnTo>
                  <a:lnTo>
                    <a:pt x="2356" y="5715"/>
                  </a:lnTo>
                  <a:lnTo>
                    <a:pt x="2356" y="5754"/>
                  </a:lnTo>
                  <a:lnTo>
                    <a:pt x="2395" y="5793"/>
                  </a:lnTo>
                  <a:lnTo>
                    <a:pt x="2472" y="5793"/>
                  </a:lnTo>
                  <a:lnTo>
                    <a:pt x="2627" y="5715"/>
                  </a:lnTo>
                  <a:lnTo>
                    <a:pt x="2820" y="5677"/>
                  </a:lnTo>
                  <a:lnTo>
                    <a:pt x="3206" y="5677"/>
                  </a:lnTo>
                  <a:lnTo>
                    <a:pt x="3631" y="5715"/>
                  </a:lnTo>
                  <a:lnTo>
                    <a:pt x="4055" y="5793"/>
                  </a:lnTo>
                  <a:lnTo>
                    <a:pt x="4442" y="5947"/>
                  </a:lnTo>
                  <a:lnTo>
                    <a:pt x="4866" y="6102"/>
                  </a:lnTo>
                  <a:lnTo>
                    <a:pt x="5214" y="6256"/>
                  </a:lnTo>
                  <a:lnTo>
                    <a:pt x="5523" y="6449"/>
                  </a:lnTo>
                  <a:lnTo>
                    <a:pt x="5832" y="6642"/>
                  </a:lnTo>
                  <a:lnTo>
                    <a:pt x="6141" y="6835"/>
                  </a:lnTo>
                  <a:lnTo>
                    <a:pt x="6411" y="7067"/>
                  </a:lnTo>
                  <a:lnTo>
                    <a:pt x="6681" y="7337"/>
                  </a:lnTo>
                  <a:lnTo>
                    <a:pt x="6913" y="7608"/>
                  </a:lnTo>
                  <a:lnTo>
                    <a:pt x="7145" y="7878"/>
                  </a:lnTo>
                  <a:lnTo>
                    <a:pt x="7338" y="8187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95" y="8766"/>
                  </a:lnTo>
                  <a:lnTo>
                    <a:pt x="5870" y="8805"/>
                  </a:lnTo>
                  <a:lnTo>
                    <a:pt x="5484" y="8805"/>
                  </a:lnTo>
                  <a:lnTo>
                    <a:pt x="5059" y="8727"/>
                  </a:lnTo>
                  <a:lnTo>
                    <a:pt x="4673" y="8612"/>
                  </a:lnTo>
                  <a:lnTo>
                    <a:pt x="4249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72" y="7106"/>
                  </a:lnTo>
                  <a:lnTo>
                    <a:pt x="1932" y="6565"/>
                  </a:lnTo>
                  <a:lnTo>
                    <a:pt x="1854" y="6526"/>
                  </a:lnTo>
                  <a:lnTo>
                    <a:pt x="1816" y="6488"/>
                  </a:lnTo>
                  <a:lnTo>
                    <a:pt x="1661" y="6526"/>
                  </a:lnTo>
                  <a:lnTo>
                    <a:pt x="1623" y="6526"/>
                  </a:lnTo>
                  <a:lnTo>
                    <a:pt x="1584" y="6565"/>
                  </a:lnTo>
                  <a:lnTo>
                    <a:pt x="1430" y="6835"/>
                  </a:lnTo>
                  <a:lnTo>
                    <a:pt x="1661" y="6874"/>
                  </a:lnTo>
                  <a:lnTo>
                    <a:pt x="2279" y="7492"/>
                  </a:lnTo>
                  <a:lnTo>
                    <a:pt x="2897" y="8071"/>
                  </a:lnTo>
                  <a:lnTo>
                    <a:pt x="3245" y="8341"/>
                  </a:lnTo>
                  <a:lnTo>
                    <a:pt x="3631" y="8573"/>
                  </a:lnTo>
                  <a:lnTo>
                    <a:pt x="3978" y="8766"/>
                  </a:lnTo>
                  <a:lnTo>
                    <a:pt x="4364" y="8959"/>
                  </a:lnTo>
                  <a:lnTo>
                    <a:pt x="4828" y="9114"/>
                  </a:lnTo>
                  <a:lnTo>
                    <a:pt x="5253" y="9191"/>
                  </a:lnTo>
                  <a:lnTo>
                    <a:pt x="5677" y="9229"/>
                  </a:lnTo>
                  <a:lnTo>
                    <a:pt x="6141" y="9229"/>
                  </a:lnTo>
                  <a:lnTo>
                    <a:pt x="6565" y="9152"/>
                  </a:lnTo>
                  <a:lnTo>
                    <a:pt x="6990" y="9075"/>
                  </a:lnTo>
                  <a:lnTo>
                    <a:pt x="7878" y="8843"/>
                  </a:lnTo>
                  <a:lnTo>
                    <a:pt x="7956" y="8805"/>
                  </a:lnTo>
                  <a:lnTo>
                    <a:pt x="7994" y="8727"/>
                  </a:lnTo>
                  <a:lnTo>
                    <a:pt x="8033" y="8650"/>
                  </a:lnTo>
                  <a:lnTo>
                    <a:pt x="7994" y="8534"/>
                  </a:lnTo>
                  <a:lnTo>
                    <a:pt x="7763" y="8110"/>
                  </a:lnTo>
                  <a:lnTo>
                    <a:pt x="7492" y="7685"/>
                  </a:lnTo>
                  <a:lnTo>
                    <a:pt x="7222" y="7299"/>
                  </a:lnTo>
                  <a:lnTo>
                    <a:pt x="6874" y="6912"/>
                  </a:lnTo>
                  <a:lnTo>
                    <a:pt x="6527" y="6604"/>
                  </a:lnTo>
                  <a:lnTo>
                    <a:pt x="6141" y="6295"/>
                  </a:lnTo>
                  <a:lnTo>
                    <a:pt x="5716" y="6024"/>
                  </a:lnTo>
                  <a:lnTo>
                    <a:pt x="5253" y="5793"/>
                  </a:lnTo>
                  <a:lnTo>
                    <a:pt x="4828" y="5638"/>
                  </a:lnTo>
                  <a:lnTo>
                    <a:pt x="4249" y="5445"/>
                  </a:lnTo>
                  <a:lnTo>
                    <a:pt x="3940" y="5368"/>
                  </a:lnTo>
                  <a:lnTo>
                    <a:pt x="3592" y="5291"/>
                  </a:lnTo>
                  <a:lnTo>
                    <a:pt x="3013" y="5291"/>
                  </a:lnTo>
                  <a:lnTo>
                    <a:pt x="3167" y="4982"/>
                  </a:lnTo>
                  <a:lnTo>
                    <a:pt x="3322" y="4634"/>
                  </a:lnTo>
                  <a:lnTo>
                    <a:pt x="3399" y="4287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05"/>
                  </a:lnTo>
                  <a:lnTo>
                    <a:pt x="3515" y="2858"/>
                  </a:lnTo>
                  <a:lnTo>
                    <a:pt x="3438" y="2472"/>
                  </a:lnTo>
                  <a:lnTo>
                    <a:pt x="3322" y="1970"/>
                  </a:lnTo>
                  <a:lnTo>
                    <a:pt x="3167" y="1468"/>
                  </a:lnTo>
                  <a:lnTo>
                    <a:pt x="2936" y="966"/>
                  </a:lnTo>
                  <a:lnTo>
                    <a:pt x="2704" y="502"/>
                  </a:lnTo>
                  <a:lnTo>
                    <a:pt x="2588" y="271"/>
                  </a:lnTo>
                  <a:lnTo>
                    <a:pt x="2472" y="116"/>
                  </a:lnTo>
                  <a:lnTo>
                    <a:pt x="2356" y="39"/>
                  </a:lnTo>
                  <a:lnTo>
                    <a:pt x="227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0" name="Google Shape;5620;p22"/>
            <p:cNvSpPr/>
            <p:nvPr/>
          </p:nvSpPr>
          <p:spPr>
            <a:xfrm>
              <a:off x="3488525" y="2821275"/>
              <a:ext cx="54075" cy="45400"/>
            </a:xfrm>
            <a:custGeom>
              <a:avLst/>
              <a:gdLst/>
              <a:ahLst/>
              <a:cxnLst/>
              <a:rect l="l" t="t" r="r" b="b"/>
              <a:pathLst>
                <a:path w="2163" h="1816" extrusionOk="0">
                  <a:moveTo>
                    <a:pt x="1120" y="387"/>
                  </a:moveTo>
                  <a:lnTo>
                    <a:pt x="1313" y="425"/>
                  </a:lnTo>
                  <a:lnTo>
                    <a:pt x="1506" y="464"/>
                  </a:lnTo>
                  <a:lnTo>
                    <a:pt x="1661" y="580"/>
                  </a:lnTo>
                  <a:lnTo>
                    <a:pt x="1738" y="734"/>
                  </a:lnTo>
                  <a:lnTo>
                    <a:pt x="1777" y="889"/>
                  </a:lnTo>
                  <a:lnTo>
                    <a:pt x="1738" y="966"/>
                  </a:lnTo>
                  <a:lnTo>
                    <a:pt x="1699" y="1004"/>
                  </a:lnTo>
                  <a:lnTo>
                    <a:pt x="1661" y="1082"/>
                  </a:lnTo>
                  <a:lnTo>
                    <a:pt x="1545" y="1120"/>
                  </a:lnTo>
                  <a:lnTo>
                    <a:pt x="1236" y="1159"/>
                  </a:lnTo>
                  <a:lnTo>
                    <a:pt x="927" y="1159"/>
                  </a:lnTo>
                  <a:lnTo>
                    <a:pt x="579" y="1198"/>
                  </a:lnTo>
                  <a:lnTo>
                    <a:pt x="464" y="1236"/>
                  </a:lnTo>
                  <a:lnTo>
                    <a:pt x="309" y="1313"/>
                  </a:lnTo>
                  <a:lnTo>
                    <a:pt x="309" y="1159"/>
                  </a:lnTo>
                  <a:lnTo>
                    <a:pt x="348" y="1004"/>
                  </a:lnTo>
                  <a:lnTo>
                    <a:pt x="386" y="850"/>
                  </a:lnTo>
                  <a:lnTo>
                    <a:pt x="464" y="734"/>
                  </a:lnTo>
                  <a:lnTo>
                    <a:pt x="541" y="618"/>
                  </a:lnTo>
                  <a:lnTo>
                    <a:pt x="657" y="541"/>
                  </a:lnTo>
                  <a:lnTo>
                    <a:pt x="811" y="464"/>
                  </a:lnTo>
                  <a:lnTo>
                    <a:pt x="927" y="425"/>
                  </a:lnTo>
                  <a:lnTo>
                    <a:pt x="1120" y="387"/>
                  </a:lnTo>
                  <a:close/>
                  <a:moveTo>
                    <a:pt x="1004" y="0"/>
                  </a:moveTo>
                  <a:lnTo>
                    <a:pt x="773" y="39"/>
                  </a:lnTo>
                  <a:lnTo>
                    <a:pt x="579" y="116"/>
                  </a:lnTo>
                  <a:lnTo>
                    <a:pt x="425" y="232"/>
                  </a:lnTo>
                  <a:lnTo>
                    <a:pt x="271" y="387"/>
                  </a:lnTo>
                  <a:lnTo>
                    <a:pt x="155" y="541"/>
                  </a:lnTo>
                  <a:lnTo>
                    <a:pt x="77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0" y="1275"/>
                  </a:lnTo>
                  <a:lnTo>
                    <a:pt x="39" y="1468"/>
                  </a:lnTo>
                  <a:lnTo>
                    <a:pt x="116" y="1661"/>
                  </a:lnTo>
                  <a:lnTo>
                    <a:pt x="155" y="1738"/>
                  </a:lnTo>
                  <a:lnTo>
                    <a:pt x="232" y="1815"/>
                  </a:lnTo>
                  <a:lnTo>
                    <a:pt x="309" y="1815"/>
                  </a:lnTo>
                  <a:lnTo>
                    <a:pt x="425" y="1777"/>
                  </a:lnTo>
                  <a:lnTo>
                    <a:pt x="541" y="1661"/>
                  </a:lnTo>
                  <a:lnTo>
                    <a:pt x="695" y="1584"/>
                  </a:lnTo>
                  <a:lnTo>
                    <a:pt x="850" y="1545"/>
                  </a:lnTo>
                  <a:lnTo>
                    <a:pt x="1043" y="1545"/>
                  </a:lnTo>
                  <a:lnTo>
                    <a:pt x="1390" y="1506"/>
                  </a:lnTo>
                  <a:lnTo>
                    <a:pt x="1583" y="1506"/>
                  </a:lnTo>
                  <a:lnTo>
                    <a:pt x="1738" y="1468"/>
                  </a:lnTo>
                  <a:lnTo>
                    <a:pt x="1931" y="1391"/>
                  </a:lnTo>
                  <a:lnTo>
                    <a:pt x="2047" y="1275"/>
                  </a:lnTo>
                  <a:lnTo>
                    <a:pt x="2124" y="1120"/>
                  </a:lnTo>
                  <a:lnTo>
                    <a:pt x="2163" y="966"/>
                  </a:lnTo>
                  <a:lnTo>
                    <a:pt x="2163" y="811"/>
                  </a:lnTo>
                  <a:lnTo>
                    <a:pt x="2124" y="657"/>
                  </a:lnTo>
                  <a:lnTo>
                    <a:pt x="2047" y="502"/>
                  </a:lnTo>
                  <a:lnTo>
                    <a:pt x="1970" y="348"/>
                  </a:lnTo>
                  <a:lnTo>
                    <a:pt x="1777" y="194"/>
                  </a:lnTo>
                  <a:lnTo>
                    <a:pt x="1622" y="116"/>
                  </a:lnTo>
                  <a:lnTo>
                    <a:pt x="1429" y="39"/>
                  </a:lnTo>
                  <a:lnTo>
                    <a:pt x="11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1" name="Google Shape;5621;p22"/>
            <p:cNvSpPr/>
            <p:nvPr/>
          </p:nvSpPr>
          <p:spPr>
            <a:xfrm>
              <a:off x="3345650" y="2889825"/>
              <a:ext cx="466300" cy="248125"/>
            </a:xfrm>
            <a:custGeom>
              <a:avLst/>
              <a:gdLst/>
              <a:ahLst/>
              <a:cxnLst/>
              <a:rect l="l" t="t" r="r" b="b"/>
              <a:pathLst>
                <a:path w="18652" h="9925" extrusionOk="0">
                  <a:moveTo>
                    <a:pt x="6140" y="0"/>
                  </a:moveTo>
                  <a:lnTo>
                    <a:pt x="5561" y="39"/>
                  </a:lnTo>
                  <a:lnTo>
                    <a:pt x="4982" y="155"/>
                  </a:lnTo>
                  <a:lnTo>
                    <a:pt x="4402" y="309"/>
                  </a:lnTo>
                  <a:lnTo>
                    <a:pt x="3862" y="502"/>
                  </a:lnTo>
                  <a:lnTo>
                    <a:pt x="3283" y="772"/>
                  </a:lnTo>
                  <a:lnTo>
                    <a:pt x="2781" y="1081"/>
                  </a:lnTo>
                  <a:lnTo>
                    <a:pt x="2279" y="1467"/>
                  </a:lnTo>
                  <a:lnTo>
                    <a:pt x="1815" y="1892"/>
                  </a:lnTo>
                  <a:lnTo>
                    <a:pt x="1390" y="2317"/>
                  </a:lnTo>
                  <a:lnTo>
                    <a:pt x="1043" y="2780"/>
                  </a:lnTo>
                  <a:lnTo>
                    <a:pt x="734" y="3244"/>
                  </a:lnTo>
                  <a:lnTo>
                    <a:pt x="464" y="3746"/>
                  </a:lnTo>
                  <a:lnTo>
                    <a:pt x="271" y="4286"/>
                  </a:lnTo>
                  <a:lnTo>
                    <a:pt x="116" y="4827"/>
                  </a:lnTo>
                  <a:lnTo>
                    <a:pt x="0" y="5368"/>
                  </a:lnTo>
                  <a:lnTo>
                    <a:pt x="348" y="5445"/>
                  </a:lnTo>
                  <a:lnTo>
                    <a:pt x="425" y="5020"/>
                  </a:lnTo>
                  <a:lnTo>
                    <a:pt x="541" y="4595"/>
                  </a:lnTo>
                  <a:lnTo>
                    <a:pt x="773" y="4016"/>
                  </a:lnTo>
                  <a:lnTo>
                    <a:pt x="1081" y="3437"/>
                  </a:lnTo>
                  <a:lnTo>
                    <a:pt x="1468" y="2896"/>
                  </a:lnTo>
                  <a:lnTo>
                    <a:pt x="1892" y="2394"/>
                  </a:lnTo>
                  <a:lnTo>
                    <a:pt x="2356" y="1931"/>
                  </a:lnTo>
                  <a:lnTo>
                    <a:pt x="2858" y="1545"/>
                  </a:lnTo>
                  <a:lnTo>
                    <a:pt x="3398" y="1197"/>
                  </a:lnTo>
                  <a:lnTo>
                    <a:pt x="3978" y="888"/>
                  </a:lnTo>
                  <a:lnTo>
                    <a:pt x="4595" y="657"/>
                  </a:lnTo>
                  <a:lnTo>
                    <a:pt x="5252" y="502"/>
                  </a:lnTo>
                  <a:lnTo>
                    <a:pt x="5908" y="425"/>
                  </a:lnTo>
                  <a:lnTo>
                    <a:pt x="6565" y="386"/>
                  </a:lnTo>
                  <a:lnTo>
                    <a:pt x="7221" y="463"/>
                  </a:lnTo>
                  <a:lnTo>
                    <a:pt x="7839" y="618"/>
                  </a:lnTo>
                  <a:lnTo>
                    <a:pt x="8457" y="811"/>
                  </a:lnTo>
                  <a:lnTo>
                    <a:pt x="9075" y="1120"/>
                  </a:lnTo>
                  <a:lnTo>
                    <a:pt x="9422" y="1313"/>
                  </a:lnTo>
                  <a:lnTo>
                    <a:pt x="9731" y="1506"/>
                  </a:lnTo>
                  <a:lnTo>
                    <a:pt x="10002" y="1738"/>
                  </a:lnTo>
                  <a:lnTo>
                    <a:pt x="10272" y="1969"/>
                  </a:lnTo>
                  <a:lnTo>
                    <a:pt x="10774" y="2471"/>
                  </a:lnTo>
                  <a:lnTo>
                    <a:pt x="11199" y="3051"/>
                  </a:lnTo>
                  <a:lnTo>
                    <a:pt x="11546" y="3630"/>
                  </a:lnTo>
                  <a:lnTo>
                    <a:pt x="11855" y="4286"/>
                  </a:lnTo>
                  <a:lnTo>
                    <a:pt x="12164" y="4943"/>
                  </a:lnTo>
                  <a:lnTo>
                    <a:pt x="12396" y="5638"/>
                  </a:lnTo>
                  <a:lnTo>
                    <a:pt x="12627" y="6217"/>
                  </a:lnTo>
                  <a:lnTo>
                    <a:pt x="12859" y="6835"/>
                  </a:lnTo>
                  <a:lnTo>
                    <a:pt x="13129" y="7414"/>
                  </a:lnTo>
                  <a:lnTo>
                    <a:pt x="13438" y="7993"/>
                  </a:lnTo>
                  <a:lnTo>
                    <a:pt x="13786" y="8495"/>
                  </a:lnTo>
                  <a:lnTo>
                    <a:pt x="14211" y="8959"/>
                  </a:lnTo>
                  <a:lnTo>
                    <a:pt x="14442" y="9190"/>
                  </a:lnTo>
                  <a:lnTo>
                    <a:pt x="14713" y="9383"/>
                  </a:lnTo>
                  <a:lnTo>
                    <a:pt x="14983" y="9538"/>
                  </a:lnTo>
                  <a:lnTo>
                    <a:pt x="15253" y="9692"/>
                  </a:lnTo>
                  <a:lnTo>
                    <a:pt x="15717" y="9847"/>
                  </a:lnTo>
                  <a:lnTo>
                    <a:pt x="16219" y="9924"/>
                  </a:lnTo>
                  <a:lnTo>
                    <a:pt x="16682" y="9885"/>
                  </a:lnTo>
                  <a:lnTo>
                    <a:pt x="17145" y="9808"/>
                  </a:lnTo>
                  <a:lnTo>
                    <a:pt x="17609" y="9654"/>
                  </a:lnTo>
                  <a:lnTo>
                    <a:pt x="17802" y="9538"/>
                  </a:lnTo>
                  <a:lnTo>
                    <a:pt x="17995" y="9383"/>
                  </a:lnTo>
                  <a:lnTo>
                    <a:pt x="18188" y="9229"/>
                  </a:lnTo>
                  <a:lnTo>
                    <a:pt x="18342" y="9075"/>
                  </a:lnTo>
                  <a:lnTo>
                    <a:pt x="18497" y="8881"/>
                  </a:lnTo>
                  <a:lnTo>
                    <a:pt x="18613" y="8650"/>
                  </a:lnTo>
                  <a:lnTo>
                    <a:pt x="18651" y="8573"/>
                  </a:lnTo>
                  <a:lnTo>
                    <a:pt x="18613" y="8457"/>
                  </a:lnTo>
                  <a:lnTo>
                    <a:pt x="18651" y="8418"/>
                  </a:lnTo>
                  <a:lnTo>
                    <a:pt x="18613" y="8341"/>
                  </a:lnTo>
                  <a:lnTo>
                    <a:pt x="18304" y="8380"/>
                  </a:lnTo>
                  <a:lnTo>
                    <a:pt x="18265" y="8418"/>
                  </a:lnTo>
                  <a:lnTo>
                    <a:pt x="18033" y="8766"/>
                  </a:lnTo>
                  <a:lnTo>
                    <a:pt x="17802" y="8997"/>
                  </a:lnTo>
                  <a:lnTo>
                    <a:pt x="17493" y="9229"/>
                  </a:lnTo>
                  <a:lnTo>
                    <a:pt x="17184" y="9345"/>
                  </a:lnTo>
                  <a:lnTo>
                    <a:pt x="16798" y="9461"/>
                  </a:lnTo>
                  <a:lnTo>
                    <a:pt x="16064" y="9461"/>
                  </a:lnTo>
                  <a:lnTo>
                    <a:pt x="15717" y="9383"/>
                  </a:lnTo>
                  <a:lnTo>
                    <a:pt x="15330" y="9229"/>
                  </a:lnTo>
                  <a:lnTo>
                    <a:pt x="15021" y="9036"/>
                  </a:lnTo>
                  <a:lnTo>
                    <a:pt x="14674" y="8766"/>
                  </a:lnTo>
                  <a:lnTo>
                    <a:pt x="14404" y="8495"/>
                  </a:lnTo>
                  <a:lnTo>
                    <a:pt x="14133" y="8186"/>
                  </a:lnTo>
                  <a:lnTo>
                    <a:pt x="13902" y="7878"/>
                  </a:lnTo>
                  <a:lnTo>
                    <a:pt x="13709" y="7530"/>
                  </a:lnTo>
                  <a:lnTo>
                    <a:pt x="13515" y="7182"/>
                  </a:lnTo>
                  <a:lnTo>
                    <a:pt x="13207" y="6526"/>
                  </a:lnTo>
                  <a:lnTo>
                    <a:pt x="12936" y="5870"/>
                  </a:lnTo>
                  <a:lnTo>
                    <a:pt x="12434" y="4518"/>
                  </a:lnTo>
                  <a:lnTo>
                    <a:pt x="12164" y="3862"/>
                  </a:lnTo>
                  <a:lnTo>
                    <a:pt x="11855" y="3205"/>
                  </a:lnTo>
                  <a:lnTo>
                    <a:pt x="11469" y="2587"/>
                  </a:lnTo>
                  <a:lnTo>
                    <a:pt x="11237" y="2317"/>
                  </a:lnTo>
                  <a:lnTo>
                    <a:pt x="11005" y="2047"/>
                  </a:lnTo>
                  <a:lnTo>
                    <a:pt x="10542" y="1583"/>
                  </a:lnTo>
                  <a:lnTo>
                    <a:pt x="10040" y="1197"/>
                  </a:lnTo>
                  <a:lnTo>
                    <a:pt x="9538" y="888"/>
                  </a:lnTo>
                  <a:lnTo>
                    <a:pt x="9036" y="579"/>
                  </a:lnTo>
                  <a:lnTo>
                    <a:pt x="8457" y="386"/>
                  </a:lnTo>
                  <a:lnTo>
                    <a:pt x="7916" y="193"/>
                  </a:lnTo>
                  <a:lnTo>
                    <a:pt x="7337" y="77"/>
                  </a:lnTo>
                  <a:lnTo>
                    <a:pt x="67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2" name="Google Shape;5622;p22"/>
            <p:cNvSpPr/>
            <p:nvPr/>
          </p:nvSpPr>
          <p:spPr>
            <a:xfrm>
              <a:off x="6719625" y="2898500"/>
              <a:ext cx="625575" cy="344675"/>
            </a:xfrm>
            <a:custGeom>
              <a:avLst/>
              <a:gdLst/>
              <a:ahLst/>
              <a:cxnLst/>
              <a:rect l="l" t="t" r="r" b="b"/>
              <a:pathLst>
                <a:path w="25023" h="13787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41" y="2009"/>
                  </a:lnTo>
                  <a:lnTo>
                    <a:pt x="23787" y="2163"/>
                  </a:lnTo>
                  <a:lnTo>
                    <a:pt x="23633" y="2202"/>
                  </a:lnTo>
                  <a:lnTo>
                    <a:pt x="23478" y="2202"/>
                  </a:lnTo>
                  <a:lnTo>
                    <a:pt x="23324" y="2163"/>
                  </a:lnTo>
                  <a:lnTo>
                    <a:pt x="23208" y="2086"/>
                  </a:lnTo>
                  <a:lnTo>
                    <a:pt x="23092" y="1970"/>
                  </a:lnTo>
                  <a:lnTo>
                    <a:pt x="23015" y="1816"/>
                  </a:lnTo>
                  <a:lnTo>
                    <a:pt x="22976" y="1661"/>
                  </a:lnTo>
                  <a:lnTo>
                    <a:pt x="22976" y="1429"/>
                  </a:lnTo>
                  <a:lnTo>
                    <a:pt x="23053" y="1275"/>
                  </a:lnTo>
                  <a:lnTo>
                    <a:pt x="23169" y="1120"/>
                  </a:lnTo>
                  <a:lnTo>
                    <a:pt x="23285" y="966"/>
                  </a:lnTo>
                  <a:close/>
                  <a:moveTo>
                    <a:pt x="24096" y="2433"/>
                  </a:moveTo>
                  <a:lnTo>
                    <a:pt x="24212" y="2781"/>
                  </a:lnTo>
                  <a:lnTo>
                    <a:pt x="24328" y="3090"/>
                  </a:lnTo>
                  <a:lnTo>
                    <a:pt x="24366" y="3437"/>
                  </a:lnTo>
                  <a:lnTo>
                    <a:pt x="24443" y="3823"/>
                  </a:lnTo>
                  <a:lnTo>
                    <a:pt x="24173" y="3746"/>
                  </a:lnTo>
                  <a:lnTo>
                    <a:pt x="23941" y="3592"/>
                  </a:lnTo>
                  <a:lnTo>
                    <a:pt x="23864" y="3515"/>
                  </a:lnTo>
                  <a:lnTo>
                    <a:pt x="23787" y="3399"/>
                  </a:lnTo>
                  <a:lnTo>
                    <a:pt x="23748" y="3283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7" y="2742"/>
                  </a:lnTo>
                  <a:lnTo>
                    <a:pt x="23941" y="2588"/>
                  </a:lnTo>
                  <a:lnTo>
                    <a:pt x="24096" y="2433"/>
                  </a:lnTo>
                  <a:close/>
                  <a:moveTo>
                    <a:pt x="16296" y="4982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6" y="5291"/>
                  </a:lnTo>
                  <a:lnTo>
                    <a:pt x="16566" y="5407"/>
                  </a:lnTo>
                  <a:lnTo>
                    <a:pt x="16296" y="5445"/>
                  </a:lnTo>
                  <a:lnTo>
                    <a:pt x="15639" y="5523"/>
                  </a:lnTo>
                  <a:lnTo>
                    <a:pt x="15639" y="5484"/>
                  </a:lnTo>
                  <a:lnTo>
                    <a:pt x="15678" y="5368"/>
                  </a:lnTo>
                  <a:lnTo>
                    <a:pt x="15716" y="5252"/>
                  </a:lnTo>
                  <a:lnTo>
                    <a:pt x="15755" y="5175"/>
                  </a:lnTo>
                  <a:lnTo>
                    <a:pt x="15832" y="5098"/>
                  </a:lnTo>
                  <a:lnTo>
                    <a:pt x="15948" y="5021"/>
                  </a:lnTo>
                  <a:lnTo>
                    <a:pt x="16064" y="4982"/>
                  </a:lnTo>
                  <a:close/>
                  <a:moveTo>
                    <a:pt x="24443" y="4248"/>
                  </a:moveTo>
                  <a:lnTo>
                    <a:pt x="24443" y="4673"/>
                  </a:lnTo>
                  <a:lnTo>
                    <a:pt x="24366" y="5098"/>
                  </a:lnTo>
                  <a:lnTo>
                    <a:pt x="24250" y="5523"/>
                  </a:lnTo>
                  <a:lnTo>
                    <a:pt x="24057" y="5445"/>
                  </a:lnTo>
                  <a:lnTo>
                    <a:pt x="23903" y="5291"/>
                  </a:lnTo>
                  <a:lnTo>
                    <a:pt x="23826" y="5098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50"/>
                  </a:lnTo>
                  <a:lnTo>
                    <a:pt x="23864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3" y="4248"/>
                  </a:lnTo>
                  <a:close/>
                  <a:moveTo>
                    <a:pt x="17647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1"/>
                  </a:lnTo>
                  <a:lnTo>
                    <a:pt x="18111" y="5214"/>
                  </a:lnTo>
                  <a:lnTo>
                    <a:pt x="18111" y="5407"/>
                  </a:lnTo>
                  <a:lnTo>
                    <a:pt x="18072" y="5638"/>
                  </a:lnTo>
                  <a:lnTo>
                    <a:pt x="17570" y="5523"/>
                  </a:lnTo>
                  <a:lnTo>
                    <a:pt x="17029" y="5445"/>
                  </a:lnTo>
                  <a:lnTo>
                    <a:pt x="17068" y="5291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5"/>
                  </a:lnTo>
                  <a:lnTo>
                    <a:pt x="17531" y="4866"/>
                  </a:lnTo>
                  <a:lnTo>
                    <a:pt x="17647" y="4827"/>
                  </a:lnTo>
                  <a:close/>
                  <a:moveTo>
                    <a:pt x="14712" y="5329"/>
                  </a:moveTo>
                  <a:lnTo>
                    <a:pt x="14828" y="5368"/>
                  </a:lnTo>
                  <a:lnTo>
                    <a:pt x="14906" y="5445"/>
                  </a:lnTo>
                  <a:lnTo>
                    <a:pt x="15021" y="5561"/>
                  </a:lnTo>
                  <a:lnTo>
                    <a:pt x="15060" y="5677"/>
                  </a:lnTo>
                  <a:lnTo>
                    <a:pt x="14558" y="5870"/>
                  </a:lnTo>
                  <a:lnTo>
                    <a:pt x="14056" y="6102"/>
                  </a:lnTo>
                  <a:lnTo>
                    <a:pt x="14017" y="6063"/>
                  </a:lnTo>
                  <a:lnTo>
                    <a:pt x="14056" y="5831"/>
                  </a:lnTo>
                  <a:lnTo>
                    <a:pt x="14133" y="5600"/>
                  </a:lnTo>
                  <a:lnTo>
                    <a:pt x="14249" y="5445"/>
                  </a:lnTo>
                  <a:lnTo>
                    <a:pt x="14365" y="5368"/>
                  </a:lnTo>
                  <a:lnTo>
                    <a:pt x="14442" y="5329"/>
                  </a:lnTo>
                  <a:close/>
                  <a:moveTo>
                    <a:pt x="18999" y="5484"/>
                  </a:moveTo>
                  <a:lnTo>
                    <a:pt x="19115" y="5523"/>
                  </a:lnTo>
                  <a:lnTo>
                    <a:pt x="19192" y="5561"/>
                  </a:lnTo>
                  <a:lnTo>
                    <a:pt x="19308" y="5677"/>
                  </a:lnTo>
                  <a:lnTo>
                    <a:pt x="19385" y="5831"/>
                  </a:lnTo>
                  <a:lnTo>
                    <a:pt x="19385" y="5986"/>
                  </a:lnTo>
                  <a:lnTo>
                    <a:pt x="19346" y="6179"/>
                  </a:lnTo>
                  <a:lnTo>
                    <a:pt x="18613" y="5831"/>
                  </a:lnTo>
                  <a:lnTo>
                    <a:pt x="18651" y="5754"/>
                  </a:lnTo>
                  <a:lnTo>
                    <a:pt x="18690" y="5677"/>
                  </a:lnTo>
                  <a:lnTo>
                    <a:pt x="18844" y="5523"/>
                  </a:lnTo>
                  <a:lnTo>
                    <a:pt x="18999" y="5484"/>
                  </a:lnTo>
                  <a:close/>
                  <a:moveTo>
                    <a:pt x="20196" y="6063"/>
                  </a:moveTo>
                  <a:lnTo>
                    <a:pt x="20350" y="6102"/>
                  </a:lnTo>
                  <a:lnTo>
                    <a:pt x="20466" y="6140"/>
                  </a:lnTo>
                  <a:lnTo>
                    <a:pt x="20543" y="6179"/>
                  </a:lnTo>
                  <a:lnTo>
                    <a:pt x="20698" y="6333"/>
                  </a:lnTo>
                  <a:lnTo>
                    <a:pt x="20775" y="6527"/>
                  </a:lnTo>
                  <a:lnTo>
                    <a:pt x="20814" y="6720"/>
                  </a:lnTo>
                  <a:lnTo>
                    <a:pt x="20891" y="6951"/>
                  </a:lnTo>
                  <a:lnTo>
                    <a:pt x="20466" y="6758"/>
                  </a:lnTo>
                  <a:lnTo>
                    <a:pt x="20080" y="6565"/>
                  </a:lnTo>
                  <a:lnTo>
                    <a:pt x="19810" y="6411"/>
                  </a:lnTo>
                  <a:lnTo>
                    <a:pt x="19848" y="6295"/>
                  </a:lnTo>
                  <a:lnTo>
                    <a:pt x="19887" y="6179"/>
                  </a:lnTo>
                  <a:lnTo>
                    <a:pt x="20003" y="6140"/>
                  </a:lnTo>
                  <a:lnTo>
                    <a:pt x="20080" y="6102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9"/>
                  </a:lnTo>
                  <a:lnTo>
                    <a:pt x="23941" y="5986"/>
                  </a:lnTo>
                  <a:lnTo>
                    <a:pt x="24019" y="6025"/>
                  </a:lnTo>
                  <a:lnTo>
                    <a:pt x="24096" y="6025"/>
                  </a:lnTo>
                  <a:lnTo>
                    <a:pt x="23941" y="6295"/>
                  </a:lnTo>
                  <a:lnTo>
                    <a:pt x="23748" y="6565"/>
                  </a:lnTo>
                  <a:lnTo>
                    <a:pt x="23517" y="6797"/>
                  </a:lnTo>
                  <a:lnTo>
                    <a:pt x="23246" y="6990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7"/>
                  </a:lnTo>
                  <a:lnTo>
                    <a:pt x="23015" y="6295"/>
                  </a:lnTo>
                  <a:lnTo>
                    <a:pt x="23053" y="6179"/>
                  </a:lnTo>
                  <a:lnTo>
                    <a:pt x="23131" y="6102"/>
                  </a:lnTo>
                  <a:lnTo>
                    <a:pt x="23208" y="6025"/>
                  </a:lnTo>
                  <a:lnTo>
                    <a:pt x="23285" y="5947"/>
                  </a:lnTo>
                  <a:lnTo>
                    <a:pt x="23517" y="5870"/>
                  </a:lnTo>
                  <a:close/>
                  <a:moveTo>
                    <a:pt x="13245" y="6102"/>
                  </a:moveTo>
                  <a:lnTo>
                    <a:pt x="13477" y="6179"/>
                  </a:lnTo>
                  <a:lnTo>
                    <a:pt x="13593" y="6256"/>
                  </a:lnTo>
                  <a:lnTo>
                    <a:pt x="13708" y="6333"/>
                  </a:lnTo>
                  <a:lnTo>
                    <a:pt x="13168" y="6720"/>
                  </a:lnTo>
                  <a:lnTo>
                    <a:pt x="12782" y="7106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7" y="6797"/>
                  </a:lnTo>
                  <a:lnTo>
                    <a:pt x="12627" y="6681"/>
                  </a:lnTo>
                  <a:lnTo>
                    <a:pt x="12666" y="6527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59" y="6218"/>
                  </a:lnTo>
                  <a:lnTo>
                    <a:pt x="13013" y="6140"/>
                  </a:lnTo>
                  <a:lnTo>
                    <a:pt x="13129" y="6102"/>
                  </a:lnTo>
                  <a:close/>
                  <a:moveTo>
                    <a:pt x="22165" y="6565"/>
                  </a:moveTo>
                  <a:lnTo>
                    <a:pt x="22281" y="6604"/>
                  </a:lnTo>
                  <a:lnTo>
                    <a:pt x="22474" y="6720"/>
                  </a:lnTo>
                  <a:lnTo>
                    <a:pt x="22629" y="6874"/>
                  </a:lnTo>
                  <a:lnTo>
                    <a:pt x="22783" y="7029"/>
                  </a:lnTo>
                  <a:lnTo>
                    <a:pt x="22860" y="7067"/>
                  </a:lnTo>
                  <a:lnTo>
                    <a:pt x="22937" y="7067"/>
                  </a:lnTo>
                  <a:lnTo>
                    <a:pt x="22976" y="7106"/>
                  </a:lnTo>
                  <a:lnTo>
                    <a:pt x="22937" y="7144"/>
                  </a:lnTo>
                  <a:lnTo>
                    <a:pt x="22551" y="7222"/>
                  </a:lnTo>
                  <a:lnTo>
                    <a:pt x="22165" y="7260"/>
                  </a:lnTo>
                  <a:lnTo>
                    <a:pt x="21779" y="7222"/>
                  </a:lnTo>
                  <a:lnTo>
                    <a:pt x="21393" y="7106"/>
                  </a:lnTo>
                  <a:lnTo>
                    <a:pt x="21470" y="6913"/>
                  </a:lnTo>
                  <a:lnTo>
                    <a:pt x="21625" y="6758"/>
                  </a:lnTo>
                  <a:lnTo>
                    <a:pt x="21818" y="6604"/>
                  </a:lnTo>
                  <a:lnTo>
                    <a:pt x="22049" y="6565"/>
                  </a:lnTo>
                  <a:close/>
                  <a:moveTo>
                    <a:pt x="12280" y="7415"/>
                  </a:moveTo>
                  <a:lnTo>
                    <a:pt x="12473" y="7453"/>
                  </a:lnTo>
                  <a:lnTo>
                    <a:pt x="12125" y="7994"/>
                  </a:lnTo>
                  <a:lnTo>
                    <a:pt x="11816" y="8573"/>
                  </a:lnTo>
                  <a:lnTo>
                    <a:pt x="11701" y="8341"/>
                  </a:lnTo>
                  <a:lnTo>
                    <a:pt x="11662" y="8110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39" y="7724"/>
                  </a:lnTo>
                  <a:lnTo>
                    <a:pt x="11816" y="7608"/>
                  </a:lnTo>
                  <a:lnTo>
                    <a:pt x="11894" y="7531"/>
                  </a:lnTo>
                  <a:lnTo>
                    <a:pt x="12009" y="7453"/>
                  </a:lnTo>
                  <a:lnTo>
                    <a:pt x="12164" y="7415"/>
                  </a:lnTo>
                  <a:close/>
                  <a:moveTo>
                    <a:pt x="2240" y="9384"/>
                  </a:moveTo>
                  <a:lnTo>
                    <a:pt x="2356" y="9423"/>
                  </a:lnTo>
                  <a:lnTo>
                    <a:pt x="2472" y="9500"/>
                  </a:lnTo>
                  <a:lnTo>
                    <a:pt x="2549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626" y="10002"/>
                  </a:lnTo>
                  <a:lnTo>
                    <a:pt x="2124" y="9886"/>
                  </a:lnTo>
                  <a:lnTo>
                    <a:pt x="1661" y="9886"/>
                  </a:lnTo>
                  <a:lnTo>
                    <a:pt x="1699" y="9770"/>
                  </a:lnTo>
                  <a:lnTo>
                    <a:pt x="1738" y="9654"/>
                  </a:lnTo>
                  <a:lnTo>
                    <a:pt x="1815" y="9538"/>
                  </a:lnTo>
                  <a:lnTo>
                    <a:pt x="1892" y="9461"/>
                  </a:lnTo>
                  <a:lnTo>
                    <a:pt x="2008" y="9384"/>
                  </a:lnTo>
                  <a:close/>
                  <a:moveTo>
                    <a:pt x="11662" y="8998"/>
                  </a:moveTo>
                  <a:lnTo>
                    <a:pt x="11469" y="9500"/>
                  </a:lnTo>
                  <a:lnTo>
                    <a:pt x="11353" y="10040"/>
                  </a:lnTo>
                  <a:lnTo>
                    <a:pt x="11276" y="10272"/>
                  </a:lnTo>
                  <a:lnTo>
                    <a:pt x="11237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8" y="9693"/>
                  </a:lnTo>
                  <a:lnTo>
                    <a:pt x="10928" y="9577"/>
                  </a:lnTo>
                  <a:lnTo>
                    <a:pt x="10967" y="9461"/>
                  </a:lnTo>
                  <a:lnTo>
                    <a:pt x="11005" y="9345"/>
                  </a:lnTo>
                  <a:lnTo>
                    <a:pt x="11121" y="9152"/>
                  </a:lnTo>
                  <a:lnTo>
                    <a:pt x="11276" y="9075"/>
                  </a:lnTo>
                  <a:lnTo>
                    <a:pt x="11469" y="8998"/>
                  </a:lnTo>
                  <a:close/>
                  <a:moveTo>
                    <a:pt x="3784" y="9770"/>
                  </a:moveTo>
                  <a:lnTo>
                    <a:pt x="3900" y="9809"/>
                  </a:lnTo>
                  <a:lnTo>
                    <a:pt x="4016" y="9886"/>
                  </a:lnTo>
                  <a:lnTo>
                    <a:pt x="4093" y="10002"/>
                  </a:lnTo>
                  <a:lnTo>
                    <a:pt x="4132" y="10118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3" y="10542"/>
                  </a:lnTo>
                  <a:lnTo>
                    <a:pt x="4016" y="10658"/>
                  </a:lnTo>
                  <a:lnTo>
                    <a:pt x="3862" y="10542"/>
                  </a:lnTo>
                  <a:lnTo>
                    <a:pt x="3514" y="10349"/>
                  </a:lnTo>
                  <a:lnTo>
                    <a:pt x="3089" y="10156"/>
                  </a:lnTo>
                  <a:lnTo>
                    <a:pt x="3128" y="10040"/>
                  </a:lnTo>
                  <a:lnTo>
                    <a:pt x="3244" y="9925"/>
                  </a:lnTo>
                  <a:lnTo>
                    <a:pt x="3360" y="9847"/>
                  </a:lnTo>
                  <a:lnTo>
                    <a:pt x="3514" y="9770"/>
                  </a:lnTo>
                  <a:close/>
                  <a:moveTo>
                    <a:pt x="4943" y="10658"/>
                  </a:moveTo>
                  <a:lnTo>
                    <a:pt x="5020" y="10736"/>
                  </a:lnTo>
                  <a:lnTo>
                    <a:pt x="5097" y="10774"/>
                  </a:lnTo>
                  <a:lnTo>
                    <a:pt x="5136" y="10890"/>
                  </a:lnTo>
                  <a:lnTo>
                    <a:pt x="5175" y="11044"/>
                  </a:lnTo>
                  <a:lnTo>
                    <a:pt x="5136" y="11238"/>
                  </a:lnTo>
                  <a:lnTo>
                    <a:pt x="5097" y="11431"/>
                  </a:lnTo>
                  <a:lnTo>
                    <a:pt x="4402" y="10929"/>
                  </a:lnTo>
                  <a:lnTo>
                    <a:pt x="4441" y="10813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20"/>
                  </a:moveTo>
                  <a:lnTo>
                    <a:pt x="10967" y="11199"/>
                  </a:lnTo>
                  <a:lnTo>
                    <a:pt x="10735" y="11740"/>
                  </a:lnTo>
                  <a:lnTo>
                    <a:pt x="10658" y="11701"/>
                  </a:lnTo>
                  <a:lnTo>
                    <a:pt x="10503" y="11546"/>
                  </a:lnTo>
                  <a:lnTo>
                    <a:pt x="10426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3"/>
                  </a:lnTo>
                  <a:lnTo>
                    <a:pt x="10735" y="10697"/>
                  </a:lnTo>
                  <a:lnTo>
                    <a:pt x="10928" y="10620"/>
                  </a:lnTo>
                  <a:close/>
                  <a:moveTo>
                    <a:pt x="5986" y="11469"/>
                  </a:moveTo>
                  <a:lnTo>
                    <a:pt x="6063" y="11508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3" y="11778"/>
                  </a:lnTo>
                  <a:lnTo>
                    <a:pt x="6372" y="12010"/>
                  </a:lnTo>
                  <a:lnTo>
                    <a:pt x="6410" y="12242"/>
                  </a:lnTo>
                  <a:lnTo>
                    <a:pt x="6372" y="12473"/>
                  </a:lnTo>
                  <a:lnTo>
                    <a:pt x="5908" y="12087"/>
                  </a:lnTo>
                  <a:lnTo>
                    <a:pt x="5406" y="11701"/>
                  </a:lnTo>
                  <a:lnTo>
                    <a:pt x="5445" y="11624"/>
                  </a:lnTo>
                  <a:lnTo>
                    <a:pt x="5561" y="11546"/>
                  </a:lnTo>
                  <a:lnTo>
                    <a:pt x="5638" y="11508"/>
                  </a:lnTo>
                  <a:lnTo>
                    <a:pt x="5754" y="11469"/>
                  </a:lnTo>
                  <a:close/>
                  <a:moveTo>
                    <a:pt x="10542" y="12048"/>
                  </a:moveTo>
                  <a:lnTo>
                    <a:pt x="10388" y="12319"/>
                  </a:lnTo>
                  <a:lnTo>
                    <a:pt x="10195" y="12550"/>
                  </a:lnTo>
                  <a:lnTo>
                    <a:pt x="10001" y="12744"/>
                  </a:lnTo>
                  <a:lnTo>
                    <a:pt x="9770" y="12937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8" y="12242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76" y="12512"/>
                  </a:moveTo>
                  <a:lnTo>
                    <a:pt x="7569" y="12550"/>
                  </a:lnTo>
                  <a:lnTo>
                    <a:pt x="7723" y="12666"/>
                  </a:lnTo>
                  <a:lnTo>
                    <a:pt x="7839" y="12821"/>
                  </a:lnTo>
                  <a:lnTo>
                    <a:pt x="7878" y="13014"/>
                  </a:lnTo>
                  <a:lnTo>
                    <a:pt x="7878" y="13207"/>
                  </a:lnTo>
                  <a:lnTo>
                    <a:pt x="7839" y="13207"/>
                  </a:lnTo>
                  <a:lnTo>
                    <a:pt x="7337" y="13014"/>
                  </a:lnTo>
                  <a:lnTo>
                    <a:pt x="6835" y="12744"/>
                  </a:lnTo>
                  <a:lnTo>
                    <a:pt x="6990" y="12628"/>
                  </a:lnTo>
                  <a:lnTo>
                    <a:pt x="7183" y="12550"/>
                  </a:lnTo>
                  <a:lnTo>
                    <a:pt x="7376" y="12512"/>
                  </a:lnTo>
                  <a:close/>
                  <a:moveTo>
                    <a:pt x="8843" y="12628"/>
                  </a:moveTo>
                  <a:lnTo>
                    <a:pt x="8959" y="12666"/>
                  </a:lnTo>
                  <a:lnTo>
                    <a:pt x="9113" y="12782"/>
                  </a:lnTo>
                  <a:lnTo>
                    <a:pt x="9191" y="12937"/>
                  </a:lnTo>
                  <a:lnTo>
                    <a:pt x="9229" y="13130"/>
                  </a:lnTo>
                  <a:lnTo>
                    <a:pt x="9268" y="13207"/>
                  </a:lnTo>
                  <a:lnTo>
                    <a:pt x="9036" y="13284"/>
                  </a:lnTo>
                  <a:lnTo>
                    <a:pt x="8804" y="13323"/>
                  </a:lnTo>
                  <a:lnTo>
                    <a:pt x="8573" y="13323"/>
                  </a:lnTo>
                  <a:lnTo>
                    <a:pt x="8302" y="13284"/>
                  </a:lnTo>
                  <a:lnTo>
                    <a:pt x="8302" y="13207"/>
                  </a:lnTo>
                  <a:lnTo>
                    <a:pt x="8341" y="13014"/>
                  </a:lnTo>
                  <a:lnTo>
                    <a:pt x="8418" y="12821"/>
                  </a:lnTo>
                  <a:lnTo>
                    <a:pt x="8573" y="12705"/>
                  </a:lnTo>
                  <a:lnTo>
                    <a:pt x="8650" y="12666"/>
                  </a:lnTo>
                  <a:lnTo>
                    <a:pt x="8766" y="12628"/>
                  </a:lnTo>
                  <a:close/>
                  <a:moveTo>
                    <a:pt x="22976" y="1"/>
                  </a:moveTo>
                  <a:lnTo>
                    <a:pt x="22899" y="39"/>
                  </a:lnTo>
                  <a:lnTo>
                    <a:pt x="22822" y="78"/>
                  </a:lnTo>
                  <a:lnTo>
                    <a:pt x="22783" y="155"/>
                  </a:lnTo>
                  <a:lnTo>
                    <a:pt x="22744" y="232"/>
                  </a:lnTo>
                  <a:lnTo>
                    <a:pt x="22744" y="310"/>
                  </a:lnTo>
                  <a:lnTo>
                    <a:pt x="22822" y="425"/>
                  </a:lnTo>
                  <a:lnTo>
                    <a:pt x="22860" y="464"/>
                  </a:lnTo>
                  <a:lnTo>
                    <a:pt x="23015" y="657"/>
                  </a:lnTo>
                  <a:lnTo>
                    <a:pt x="22899" y="773"/>
                  </a:lnTo>
                  <a:lnTo>
                    <a:pt x="22783" y="966"/>
                  </a:lnTo>
                  <a:lnTo>
                    <a:pt x="22706" y="1120"/>
                  </a:lnTo>
                  <a:lnTo>
                    <a:pt x="22629" y="1314"/>
                  </a:lnTo>
                  <a:lnTo>
                    <a:pt x="22590" y="1507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60" y="2279"/>
                  </a:lnTo>
                  <a:lnTo>
                    <a:pt x="23053" y="2395"/>
                  </a:lnTo>
                  <a:lnTo>
                    <a:pt x="23246" y="2511"/>
                  </a:lnTo>
                  <a:lnTo>
                    <a:pt x="23478" y="2511"/>
                  </a:lnTo>
                  <a:lnTo>
                    <a:pt x="23401" y="2704"/>
                  </a:lnTo>
                  <a:lnTo>
                    <a:pt x="23362" y="2897"/>
                  </a:lnTo>
                  <a:lnTo>
                    <a:pt x="23324" y="3090"/>
                  </a:lnTo>
                  <a:lnTo>
                    <a:pt x="23362" y="3283"/>
                  </a:lnTo>
                  <a:lnTo>
                    <a:pt x="23439" y="3515"/>
                  </a:lnTo>
                  <a:lnTo>
                    <a:pt x="23555" y="3708"/>
                  </a:lnTo>
                  <a:lnTo>
                    <a:pt x="23748" y="3901"/>
                  </a:lnTo>
                  <a:lnTo>
                    <a:pt x="23980" y="4017"/>
                  </a:lnTo>
                  <a:lnTo>
                    <a:pt x="23748" y="4210"/>
                  </a:lnTo>
                  <a:lnTo>
                    <a:pt x="23555" y="4480"/>
                  </a:lnTo>
                  <a:lnTo>
                    <a:pt x="23478" y="4750"/>
                  </a:lnTo>
                  <a:lnTo>
                    <a:pt x="23439" y="4905"/>
                  </a:lnTo>
                  <a:lnTo>
                    <a:pt x="23439" y="5021"/>
                  </a:lnTo>
                  <a:lnTo>
                    <a:pt x="23517" y="5291"/>
                  </a:lnTo>
                  <a:lnTo>
                    <a:pt x="23633" y="5484"/>
                  </a:lnTo>
                  <a:lnTo>
                    <a:pt x="23401" y="5523"/>
                  </a:lnTo>
                  <a:lnTo>
                    <a:pt x="23169" y="5561"/>
                  </a:lnTo>
                  <a:lnTo>
                    <a:pt x="22976" y="5716"/>
                  </a:lnTo>
                  <a:lnTo>
                    <a:pt x="22783" y="5870"/>
                  </a:lnTo>
                  <a:lnTo>
                    <a:pt x="22706" y="6102"/>
                  </a:lnTo>
                  <a:lnTo>
                    <a:pt x="22629" y="6372"/>
                  </a:lnTo>
                  <a:lnTo>
                    <a:pt x="22474" y="6295"/>
                  </a:lnTo>
                  <a:lnTo>
                    <a:pt x="22320" y="6256"/>
                  </a:lnTo>
                  <a:lnTo>
                    <a:pt x="22165" y="6218"/>
                  </a:lnTo>
                  <a:lnTo>
                    <a:pt x="21972" y="6218"/>
                  </a:lnTo>
                  <a:lnTo>
                    <a:pt x="21740" y="6295"/>
                  </a:lnTo>
                  <a:lnTo>
                    <a:pt x="21509" y="6411"/>
                  </a:lnTo>
                  <a:lnTo>
                    <a:pt x="21354" y="6565"/>
                  </a:lnTo>
                  <a:lnTo>
                    <a:pt x="21200" y="6797"/>
                  </a:lnTo>
                  <a:lnTo>
                    <a:pt x="21123" y="6449"/>
                  </a:lnTo>
                  <a:lnTo>
                    <a:pt x="20968" y="6140"/>
                  </a:lnTo>
                  <a:lnTo>
                    <a:pt x="20852" y="6025"/>
                  </a:lnTo>
                  <a:lnTo>
                    <a:pt x="20736" y="5909"/>
                  </a:lnTo>
                  <a:lnTo>
                    <a:pt x="20582" y="5831"/>
                  </a:lnTo>
                  <a:lnTo>
                    <a:pt x="20427" y="5754"/>
                  </a:lnTo>
                  <a:lnTo>
                    <a:pt x="20234" y="5754"/>
                  </a:lnTo>
                  <a:lnTo>
                    <a:pt x="20080" y="5793"/>
                  </a:lnTo>
                  <a:lnTo>
                    <a:pt x="19887" y="5870"/>
                  </a:lnTo>
                  <a:lnTo>
                    <a:pt x="19771" y="5947"/>
                  </a:lnTo>
                  <a:lnTo>
                    <a:pt x="19732" y="5716"/>
                  </a:lnTo>
                  <a:lnTo>
                    <a:pt x="19617" y="5484"/>
                  </a:lnTo>
                  <a:lnTo>
                    <a:pt x="19462" y="5329"/>
                  </a:lnTo>
                  <a:lnTo>
                    <a:pt x="19385" y="5252"/>
                  </a:lnTo>
                  <a:lnTo>
                    <a:pt x="19269" y="5175"/>
                  </a:lnTo>
                  <a:lnTo>
                    <a:pt x="19037" y="5136"/>
                  </a:lnTo>
                  <a:lnTo>
                    <a:pt x="18844" y="5175"/>
                  </a:lnTo>
                  <a:lnTo>
                    <a:pt x="18651" y="5291"/>
                  </a:lnTo>
                  <a:lnTo>
                    <a:pt x="18497" y="5407"/>
                  </a:lnTo>
                  <a:lnTo>
                    <a:pt x="18458" y="5252"/>
                  </a:lnTo>
                  <a:lnTo>
                    <a:pt x="18420" y="5136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73"/>
                  </a:lnTo>
                  <a:lnTo>
                    <a:pt x="17956" y="4596"/>
                  </a:lnTo>
                  <a:lnTo>
                    <a:pt x="17802" y="4557"/>
                  </a:lnTo>
                  <a:lnTo>
                    <a:pt x="17647" y="4519"/>
                  </a:lnTo>
                  <a:lnTo>
                    <a:pt x="17493" y="4557"/>
                  </a:lnTo>
                  <a:lnTo>
                    <a:pt x="17377" y="4596"/>
                  </a:lnTo>
                  <a:lnTo>
                    <a:pt x="17261" y="4634"/>
                  </a:lnTo>
                  <a:lnTo>
                    <a:pt x="17145" y="4750"/>
                  </a:lnTo>
                  <a:lnTo>
                    <a:pt x="17029" y="4827"/>
                  </a:lnTo>
                  <a:lnTo>
                    <a:pt x="16875" y="5098"/>
                  </a:lnTo>
                  <a:lnTo>
                    <a:pt x="16759" y="4943"/>
                  </a:lnTo>
                  <a:lnTo>
                    <a:pt x="16605" y="4789"/>
                  </a:lnTo>
                  <a:lnTo>
                    <a:pt x="16450" y="4712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8" y="4673"/>
                  </a:lnTo>
                  <a:lnTo>
                    <a:pt x="15794" y="4750"/>
                  </a:lnTo>
                  <a:lnTo>
                    <a:pt x="15639" y="4866"/>
                  </a:lnTo>
                  <a:lnTo>
                    <a:pt x="15523" y="4982"/>
                  </a:lnTo>
                  <a:lnTo>
                    <a:pt x="15446" y="5136"/>
                  </a:lnTo>
                  <a:lnTo>
                    <a:pt x="15408" y="5329"/>
                  </a:lnTo>
                  <a:lnTo>
                    <a:pt x="15408" y="5484"/>
                  </a:lnTo>
                  <a:lnTo>
                    <a:pt x="15446" y="5561"/>
                  </a:lnTo>
                  <a:lnTo>
                    <a:pt x="15408" y="5561"/>
                  </a:lnTo>
                  <a:lnTo>
                    <a:pt x="15330" y="5368"/>
                  </a:lnTo>
                  <a:lnTo>
                    <a:pt x="15176" y="5175"/>
                  </a:lnTo>
                  <a:lnTo>
                    <a:pt x="15021" y="5059"/>
                  </a:lnTo>
                  <a:lnTo>
                    <a:pt x="14828" y="4982"/>
                  </a:lnTo>
                  <a:lnTo>
                    <a:pt x="14635" y="4943"/>
                  </a:lnTo>
                  <a:lnTo>
                    <a:pt x="14442" y="4982"/>
                  </a:lnTo>
                  <a:lnTo>
                    <a:pt x="14288" y="5021"/>
                  </a:lnTo>
                  <a:lnTo>
                    <a:pt x="14133" y="5098"/>
                  </a:lnTo>
                  <a:lnTo>
                    <a:pt x="14056" y="5175"/>
                  </a:lnTo>
                  <a:lnTo>
                    <a:pt x="13940" y="5291"/>
                  </a:lnTo>
                  <a:lnTo>
                    <a:pt x="13824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6"/>
                  </a:lnTo>
                  <a:lnTo>
                    <a:pt x="13168" y="5716"/>
                  </a:lnTo>
                  <a:lnTo>
                    <a:pt x="12936" y="5754"/>
                  </a:lnTo>
                  <a:lnTo>
                    <a:pt x="12743" y="5831"/>
                  </a:lnTo>
                  <a:lnTo>
                    <a:pt x="12589" y="5947"/>
                  </a:lnTo>
                  <a:lnTo>
                    <a:pt x="12511" y="6063"/>
                  </a:lnTo>
                  <a:lnTo>
                    <a:pt x="12434" y="6218"/>
                  </a:lnTo>
                  <a:lnTo>
                    <a:pt x="12357" y="6372"/>
                  </a:lnTo>
                  <a:lnTo>
                    <a:pt x="12357" y="6527"/>
                  </a:lnTo>
                  <a:lnTo>
                    <a:pt x="12357" y="6681"/>
                  </a:lnTo>
                  <a:lnTo>
                    <a:pt x="12357" y="6835"/>
                  </a:lnTo>
                  <a:lnTo>
                    <a:pt x="12434" y="6990"/>
                  </a:lnTo>
                  <a:lnTo>
                    <a:pt x="12164" y="7029"/>
                  </a:lnTo>
                  <a:lnTo>
                    <a:pt x="11894" y="7106"/>
                  </a:lnTo>
                  <a:lnTo>
                    <a:pt x="11662" y="7222"/>
                  </a:lnTo>
                  <a:lnTo>
                    <a:pt x="11507" y="7415"/>
                  </a:lnTo>
                  <a:lnTo>
                    <a:pt x="11392" y="7531"/>
                  </a:lnTo>
                  <a:lnTo>
                    <a:pt x="11353" y="7685"/>
                  </a:lnTo>
                  <a:lnTo>
                    <a:pt x="11314" y="7839"/>
                  </a:lnTo>
                  <a:lnTo>
                    <a:pt x="11276" y="7994"/>
                  </a:lnTo>
                  <a:lnTo>
                    <a:pt x="11314" y="8148"/>
                  </a:lnTo>
                  <a:lnTo>
                    <a:pt x="11353" y="8303"/>
                  </a:lnTo>
                  <a:lnTo>
                    <a:pt x="11392" y="8457"/>
                  </a:lnTo>
                  <a:lnTo>
                    <a:pt x="11469" y="8612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58" y="9230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1" y="10234"/>
                  </a:lnTo>
                  <a:lnTo>
                    <a:pt x="10619" y="10311"/>
                  </a:lnTo>
                  <a:lnTo>
                    <a:pt x="10426" y="10427"/>
                  </a:lnTo>
                  <a:lnTo>
                    <a:pt x="10233" y="10581"/>
                  </a:lnTo>
                  <a:lnTo>
                    <a:pt x="10117" y="10774"/>
                  </a:lnTo>
                  <a:lnTo>
                    <a:pt x="10079" y="11006"/>
                  </a:lnTo>
                  <a:lnTo>
                    <a:pt x="10040" y="11238"/>
                  </a:lnTo>
                  <a:lnTo>
                    <a:pt x="10079" y="11469"/>
                  </a:lnTo>
                  <a:lnTo>
                    <a:pt x="10195" y="11701"/>
                  </a:lnTo>
                  <a:lnTo>
                    <a:pt x="9924" y="11740"/>
                  </a:lnTo>
                  <a:lnTo>
                    <a:pt x="9693" y="11855"/>
                  </a:lnTo>
                  <a:lnTo>
                    <a:pt x="9499" y="12010"/>
                  </a:lnTo>
                  <a:lnTo>
                    <a:pt x="9422" y="12087"/>
                  </a:lnTo>
                  <a:lnTo>
                    <a:pt x="9384" y="12203"/>
                  </a:lnTo>
                  <a:lnTo>
                    <a:pt x="9345" y="12319"/>
                  </a:lnTo>
                  <a:lnTo>
                    <a:pt x="9306" y="12473"/>
                  </a:lnTo>
                  <a:lnTo>
                    <a:pt x="9191" y="12396"/>
                  </a:lnTo>
                  <a:lnTo>
                    <a:pt x="9036" y="12319"/>
                  </a:lnTo>
                  <a:lnTo>
                    <a:pt x="8882" y="12280"/>
                  </a:lnTo>
                  <a:lnTo>
                    <a:pt x="8727" y="12280"/>
                  </a:lnTo>
                  <a:lnTo>
                    <a:pt x="8534" y="12357"/>
                  </a:lnTo>
                  <a:lnTo>
                    <a:pt x="8380" y="12435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09" y="12550"/>
                  </a:lnTo>
                  <a:lnTo>
                    <a:pt x="7993" y="12435"/>
                  </a:lnTo>
                  <a:lnTo>
                    <a:pt x="7878" y="12319"/>
                  </a:lnTo>
                  <a:lnTo>
                    <a:pt x="7723" y="12242"/>
                  </a:lnTo>
                  <a:lnTo>
                    <a:pt x="7492" y="12164"/>
                  </a:lnTo>
                  <a:lnTo>
                    <a:pt x="7221" y="12203"/>
                  </a:lnTo>
                  <a:lnTo>
                    <a:pt x="6990" y="12280"/>
                  </a:lnTo>
                  <a:lnTo>
                    <a:pt x="6796" y="12435"/>
                  </a:lnTo>
                  <a:lnTo>
                    <a:pt x="6796" y="12048"/>
                  </a:lnTo>
                  <a:lnTo>
                    <a:pt x="6758" y="11894"/>
                  </a:lnTo>
                  <a:lnTo>
                    <a:pt x="6681" y="11701"/>
                  </a:lnTo>
                  <a:lnTo>
                    <a:pt x="6603" y="11546"/>
                  </a:lnTo>
                  <a:lnTo>
                    <a:pt x="6526" y="11431"/>
                  </a:lnTo>
                  <a:lnTo>
                    <a:pt x="6372" y="11315"/>
                  </a:lnTo>
                  <a:lnTo>
                    <a:pt x="6217" y="11199"/>
                  </a:lnTo>
                  <a:lnTo>
                    <a:pt x="6063" y="11160"/>
                  </a:lnTo>
                  <a:lnTo>
                    <a:pt x="5715" y="11160"/>
                  </a:lnTo>
                  <a:lnTo>
                    <a:pt x="5522" y="11238"/>
                  </a:lnTo>
                  <a:lnTo>
                    <a:pt x="5522" y="10967"/>
                  </a:lnTo>
                  <a:lnTo>
                    <a:pt x="5445" y="10736"/>
                  </a:lnTo>
                  <a:lnTo>
                    <a:pt x="5329" y="10504"/>
                  </a:lnTo>
                  <a:lnTo>
                    <a:pt x="5213" y="10427"/>
                  </a:lnTo>
                  <a:lnTo>
                    <a:pt x="5097" y="10388"/>
                  </a:lnTo>
                  <a:lnTo>
                    <a:pt x="4943" y="10311"/>
                  </a:lnTo>
                  <a:lnTo>
                    <a:pt x="4827" y="10311"/>
                  </a:lnTo>
                  <a:lnTo>
                    <a:pt x="4673" y="10349"/>
                  </a:lnTo>
                  <a:lnTo>
                    <a:pt x="4518" y="10388"/>
                  </a:lnTo>
                  <a:lnTo>
                    <a:pt x="4518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09" y="9577"/>
                  </a:lnTo>
                  <a:lnTo>
                    <a:pt x="4055" y="9500"/>
                  </a:lnTo>
                  <a:lnTo>
                    <a:pt x="3900" y="9461"/>
                  </a:lnTo>
                  <a:lnTo>
                    <a:pt x="3746" y="9423"/>
                  </a:lnTo>
                  <a:lnTo>
                    <a:pt x="3591" y="9423"/>
                  </a:lnTo>
                  <a:lnTo>
                    <a:pt x="3398" y="9461"/>
                  </a:lnTo>
                  <a:lnTo>
                    <a:pt x="3282" y="9538"/>
                  </a:lnTo>
                  <a:lnTo>
                    <a:pt x="3128" y="9616"/>
                  </a:lnTo>
                  <a:lnTo>
                    <a:pt x="3012" y="9770"/>
                  </a:lnTo>
                  <a:lnTo>
                    <a:pt x="2974" y="9616"/>
                  </a:lnTo>
                  <a:lnTo>
                    <a:pt x="2896" y="9461"/>
                  </a:lnTo>
                  <a:lnTo>
                    <a:pt x="2780" y="9268"/>
                  </a:lnTo>
                  <a:lnTo>
                    <a:pt x="2626" y="9152"/>
                  </a:lnTo>
                  <a:lnTo>
                    <a:pt x="2433" y="9036"/>
                  </a:lnTo>
                  <a:lnTo>
                    <a:pt x="2240" y="8998"/>
                  </a:lnTo>
                  <a:lnTo>
                    <a:pt x="2047" y="9036"/>
                  </a:lnTo>
                  <a:lnTo>
                    <a:pt x="1854" y="9114"/>
                  </a:lnTo>
                  <a:lnTo>
                    <a:pt x="1699" y="9191"/>
                  </a:lnTo>
                  <a:lnTo>
                    <a:pt x="1545" y="9345"/>
                  </a:lnTo>
                  <a:lnTo>
                    <a:pt x="1429" y="9538"/>
                  </a:lnTo>
                  <a:lnTo>
                    <a:pt x="1390" y="9732"/>
                  </a:lnTo>
                  <a:lnTo>
                    <a:pt x="1352" y="9925"/>
                  </a:lnTo>
                  <a:lnTo>
                    <a:pt x="1120" y="9963"/>
                  </a:lnTo>
                  <a:lnTo>
                    <a:pt x="927" y="10040"/>
                  </a:lnTo>
                  <a:lnTo>
                    <a:pt x="695" y="10156"/>
                  </a:lnTo>
                  <a:lnTo>
                    <a:pt x="502" y="10311"/>
                  </a:lnTo>
                  <a:lnTo>
                    <a:pt x="386" y="10427"/>
                  </a:lnTo>
                  <a:lnTo>
                    <a:pt x="271" y="10581"/>
                  </a:lnTo>
                  <a:lnTo>
                    <a:pt x="116" y="10890"/>
                  </a:lnTo>
                  <a:lnTo>
                    <a:pt x="0" y="11238"/>
                  </a:lnTo>
                  <a:lnTo>
                    <a:pt x="0" y="11585"/>
                  </a:lnTo>
                  <a:lnTo>
                    <a:pt x="77" y="11933"/>
                  </a:lnTo>
                  <a:lnTo>
                    <a:pt x="193" y="12242"/>
                  </a:lnTo>
                  <a:lnTo>
                    <a:pt x="386" y="12550"/>
                  </a:lnTo>
                  <a:lnTo>
                    <a:pt x="618" y="12821"/>
                  </a:lnTo>
                  <a:lnTo>
                    <a:pt x="811" y="12937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52" y="13130"/>
                  </a:lnTo>
                  <a:lnTo>
                    <a:pt x="1738" y="13168"/>
                  </a:lnTo>
                  <a:lnTo>
                    <a:pt x="2085" y="13130"/>
                  </a:lnTo>
                  <a:lnTo>
                    <a:pt x="2472" y="12975"/>
                  </a:lnTo>
                  <a:lnTo>
                    <a:pt x="2819" y="12782"/>
                  </a:lnTo>
                  <a:lnTo>
                    <a:pt x="3128" y="12550"/>
                  </a:lnTo>
                  <a:lnTo>
                    <a:pt x="3360" y="12242"/>
                  </a:lnTo>
                  <a:lnTo>
                    <a:pt x="3591" y="12010"/>
                  </a:lnTo>
                  <a:lnTo>
                    <a:pt x="3553" y="11933"/>
                  </a:lnTo>
                  <a:lnTo>
                    <a:pt x="3514" y="11817"/>
                  </a:lnTo>
                  <a:lnTo>
                    <a:pt x="3437" y="11778"/>
                  </a:lnTo>
                  <a:lnTo>
                    <a:pt x="3321" y="11740"/>
                  </a:lnTo>
                  <a:lnTo>
                    <a:pt x="3282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19" y="12242"/>
                  </a:lnTo>
                  <a:lnTo>
                    <a:pt x="2587" y="12435"/>
                  </a:lnTo>
                  <a:lnTo>
                    <a:pt x="2317" y="12589"/>
                  </a:lnTo>
                  <a:lnTo>
                    <a:pt x="2047" y="12666"/>
                  </a:lnTo>
                  <a:lnTo>
                    <a:pt x="1738" y="12705"/>
                  </a:lnTo>
                  <a:lnTo>
                    <a:pt x="1429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1" y="12357"/>
                  </a:lnTo>
                  <a:lnTo>
                    <a:pt x="695" y="12203"/>
                  </a:lnTo>
                  <a:lnTo>
                    <a:pt x="618" y="12048"/>
                  </a:lnTo>
                  <a:lnTo>
                    <a:pt x="541" y="11894"/>
                  </a:lnTo>
                  <a:lnTo>
                    <a:pt x="502" y="11740"/>
                  </a:lnTo>
                  <a:lnTo>
                    <a:pt x="502" y="11546"/>
                  </a:lnTo>
                  <a:lnTo>
                    <a:pt x="502" y="11392"/>
                  </a:lnTo>
                  <a:lnTo>
                    <a:pt x="541" y="11199"/>
                  </a:lnTo>
                  <a:lnTo>
                    <a:pt x="579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8" y="10620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29" y="10388"/>
                  </a:lnTo>
                  <a:lnTo>
                    <a:pt x="1738" y="10349"/>
                  </a:lnTo>
                  <a:lnTo>
                    <a:pt x="2008" y="10349"/>
                  </a:lnTo>
                  <a:lnTo>
                    <a:pt x="2317" y="10388"/>
                  </a:lnTo>
                  <a:lnTo>
                    <a:pt x="2587" y="10427"/>
                  </a:lnTo>
                  <a:lnTo>
                    <a:pt x="2858" y="10542"/>
                  </a:lnTo>
                  <a:lnTo>
                    <a:pt x="3128" y="10658"/>
                  </a:lnTo>
                  <a:lnTo>
                    <a:pt x="3669" y="10929"/>
                  </a:lnTo>
                  <a:lnTo>
                    <a:pt x="4171" y="11276"/>
                  </a:lnTo>
                  <a:lnTo>
                    <a:pt x="4634" y="11662"/>
                  </a:lnTo>
                  <a:lnTo>
                    <a:pt x="5522" y="12396"/>
                  </a:lnTo>
                  <a:lnTo>
                    <a:pt x="5870" y="12705"/>
                  </a:lnTo>
                  <a:lnTo>
                    <a:pt x="6256" y="12975"/>
                  </a:lnTo>
                  <a:lnTo>
                    <a:pt x="6681" y="13207"/>
                  </a:lnTo>
                  <a:lnTo>
                    <a:pt x="7105" y="13439"/>
                  </a:lnTo>
                  <a:lnTo>
                    <a:pt x="7530" y="13593"/>
                  </a:lnTo>
                  <a:lnTo>
                    <a:pt x="7993" y="13747"/>
                  </a:lnTo>
                  <a:lnTo>
                    <a:pt x="8457" y="13786"/>
                  </a:lnTo>
                  <a:lnTo>
                    <a:pt x="8920" y="13786"/>
                  </a:lnTo>
                  <a:lnTo>
                    <a:pt x="9345" y="13709"/>
                  </a:lnTo>
                  <a:lnTo>
                    <a:pt x="9731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8" y="12473"/>
                  </a:lnTo>
                  <a:lnTo>
                    <a:pt x="11121" y="12126"/>
                  </a:lnTo>
                  <a:lnTo>
                    <a:pt x="11314" y="11740"/>
                  </a:lnTo>
                  <a:lnTo>
                    <a:pt x="11507" y="11238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5" y="9114"/>
                  </a:lnTo>
                  <a:lnTo>
                    <a:pt x="12357" y="8612"/>
                  </a:lnTo>
                  <a:lnTo>
                    <a:pt x="12589" y="8110"/>
                  </a:lnTo>
                  <a:lnTo>
                    <a:pt x="12936" y="7646"/>
                  </a:lnTo>
                  <a:lnTo>
                    <a:pt x="13284" y="7299"/>
                  </a:lnTo>
                  <a:lnTo>
                    <a:pt x="13631" y="6990"/>
                  </a:lnTo>
                  <a:lnTo>
                    <a:pt x="14017" y="6720"/>
                  </a:lnTo>
                  <a:lnTo>
                    <a:pt x="14442" y="6449"/>
                  </a:lnTo>
                  <a:lnTo>
                    <a:pt x="14906" y="6256"/>
                  </a:lnTo>
                  <a:lnTo>
                    <a:pt x="15369" y="6102"/>
                  </a:lnTo>
                  <a:lnTo>
                    <a:pt x="15832" y="5986"/>
                  </a:lnTo>
                  <a:lnTo>
                    <a:pt x="16296" y="5947"/>
                  </a:lnTo>
                  <a:lnTo>
                    <a:pt x="16605" y="5909"/>
                  </a:lnTo>
                  <a:lnTo>
                    <a:pt x="16914" y="5909"/>
                  </a:lnTo>
                  <a:lnTo>
                    <a:pt x="17454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4"/>
                  </a:lnTo>
                  <a:lnTo>
                    <a:pt x="19501" y="6835"/>
                  </a:lnTo>
                  <a:lnTo>
                    <a:pt x="20543" y="7337"/>
                  </a:lnTo>
                  <a:lnTo>
                    <a:pt x="20929" y="7492"/>
                  </a:lnTo>
                  <a:lnTo>
                    <a:pt x="21316" y="7646"/>
                  </a:lnTo>
                  <a:lnTo>
                    <a:pt x="21740" y="7724"/>
                  </a:lnTo>
                  <a:lnTo>
                    <a:pt x="22165" y="7762"/>
                  </a:lnTo>
                  <a:lnTo>
                    <a:pt x="22590" y="7724"/>
                  </a:lnTo>
                  <a:lnTo>
                    <a:pt x="22976" y="7646"/>
                  </a:lnTo>
                  <a:lnTo>
                    <a:pt x="23362" y="7531"/>
                  </a:lnTo>
                  <a:lnTo>
                    <a:pt x="23710" y="7299"/>
                  </a:lnTo>
                  <a:lnTo>
                    <a:pt x="24057" y="6990"/>
                  </a:lnTo>
                  <a:lnTo>
                    <a:pt x="24366" y="6642"/>
                  </a:lnTo>
                  <a:lnTo>
                    <a:pt x="24598" y="6295"/>
                  </a:lnTo>
                  <a:lnTo>
                    <a:pt x="24752" y="5909"/>
                  </a:lnTo>
                  <a:lnTo>
                    <a:pt x="24868" y="5484"/>
                  </a:lnTo>
                  <a:lnTo>
                    <a:pt x="24984" y="5059"/>
                  </a:lnTo>
                  <a:lnTo>
                    <a:pt x="25023" y="4634"/>
                  </a:lnTo>
                  <a:lnTo>
                    <a:pt x="25023" y="4210"/>
                  </a:lnTo>
                  <a:lnTo>
                    <a:pt x="24945" y="3746"/>
                  </a:lnTo>
                  <a:lnTo>
                    <a:pt x="24868" y="3283"/>
                  </a:lnTo>
                  <a:lnTo>
                    <a:pt x="24791" y="2858"/>
                  </a:lnTo>
                  <a:lnTo>
                    <a:pt x="24637" y="2395"/>
                  </a:lnTo>
                  <a:lnTo>
                    <a:pt x="24443" y="1970"/>
                  </a:lnTo>
                  <a:lnTo>
                    <a:pt x="24250" y="1584"/>
                  </a:lnTo>
                  <a:lnTo>
                    <a:pt x="24057" y="1198"/>
                  </a:lnTo>
                  <a:lnTo>
                    <a:pt x="23787" y="812"/>
                  </a:lnTo>
                  <a:lnTo>
                    <a:pt x="23941" y="387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69" y="78"/>
                  </a:lnTo>
                  <a:lnTo>
                    <a:pt x="230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3" name="Google Shape;5623;p22"/>
            <p:cNvSpPr/>
            <p:nvPr/>
          </p:nvSpPr>
          <p:spPr>
            <a:xfrm>
              <a:off x="1648525" y="2901400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8" y="0"/>
                  </a:moveTo>
                  <a:lnTo>
                    <a:pt x="0" y="580"/>
                  </a:lnTo>
                  <a:lnTo>
                    <a:pt x="0" y="1198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9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70" y="5947"/>
                  </a:lnTo>
                  <a:lnTo>
                    <a:pt x="2433" y="6411"/>
                  </a:lnTo>
                  <a:lnTo>
                    <a:pt x="2974" y="6874"/>
                  </a:lnTo>
                  <a:lnTo>
                    <a:pt x="3514" y="7260"/>
                  </a:lnTo>
                  <a:lnTo>
                    <a:pt x="4093" y="7646"/>
                  </a:lnTo>
                  <a:lnTo>
                    <a:pt x="4711" y="7955"/>
                  </a:lnTo>
                  <a:lnTo>
                    <a:pt x="5329" y="8225"/>
                  </a:lnTo>
                  <a:lnTo>
                    <a:pt x="5986" y="8496"/>
                  </a:lnTo>
                  <a:lnTo>
                    <a:pt x="6642" y="8689"/>
                  </a:lnTo>
                  <a:lnTo>
                    <a:pt x="7299" y="8843"/>
                  </a:lnTo>
                  <a:lnTo>
                    <a:pt x="7994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4"/>
                  </a:lnTo>
                  <a:lnTo>
                    <a:pt x="10774" y="9075"/>
                  </a:lnTo>
                  <a:lnTo>
                    <a:pt x="11392" y="8998"/>
                  </a:lnTo>
                  <a:lnTo>
                    <a:pt x="12048" y="8920"/>
                  </a:lnTo>
                  <a:lnTo>
                    <a:pt x="12705" y="8766"/>
                  </a:lnTo>
                  <a:lnTo>
                    <a:pt x="13361" y="8612"/>
                  </a:lnTo>
                  <a:lnTo>
                    <a:pt x="14018" y="8380"/>
                  </a:lnTo>
                  <a:lnTo>
                    <a:pt x="14635" y="8148"/>
                  </a:lnTo>
                  <a:lnTo>
                    <a:pt x="15253" y="7878"/>
                  </a:lnTo>
                  <a:lnTo>
                    <a:pt x="15871" y="7569"/>
                  </a:lnTo>
                  <a:lnTo>
                    <a:pt x="16450" y="7221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5"/>
                  </a:lnTo>
                  <a:lnTo>
                    <a:pt x="19076" y="4287"/>
                  </a:lnTo>
                  <a:lnTo>
                    <a:pt x="19346" y="3669"/>
                  </a:lnTo>
                  <a:lnTo>
                    <a:pt x="19115" y="3630"/>
                  </a:lnTo>
                  <a:lnTo>
                    <a:pt x="18767" y="4171"/>
                  </a:lnTo>
                  <a:lnTo>
                    <a:pt x="18420" y="4634"/>
                  </a:lnTo>
                  <a:lnTo>
                    <a:pt x="18033" y="5098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1" y="6333"/>
                  </a:lnTo>
                  <a:lnTo>
                    <a:pt x="16257" y="6681"/>
                  </a:lnTo>
                  <a:lnTo>
                    <a:pt x="15755" y="7028"/>
                  </a:lnTo>
                  <a:lnTo>
                    <a:pt x="15215" y="7299"/>
                  </a:lnTo>
                  <a:lnTo>
                    <a:pt x="14713" y="7569"/>
                  </a:lnTo>
                  <a:lnTo>
                    <a:pt x="14133" y="7801"/>
                  </a:lnTo>
                  <a:lnTo>
                    <a:pt x="13593" y="8032"/>
                  </a:lnTo>
                  <a:lnTo>
                    <a:pt x="13014" y="8187"/>
                  </a:lnTo>
                  <a:lnTo>
                    <a:pt x="12434" y="8341"/>
                  </a:lnTo>
                  <a:lnTo>
                    <a:pt x="11816" y="8457"/>
                  </a:lnTo>
                  <a:lnTo>
                    <a:pt x="11199" y="8534"/>
                  </a:lnTo>
                  <a:lnTo>
                    <a:pt x="10504" y="8612"/>
                  </a:lnTo>
                  <a:lnTo>
                    <a:pt x="9113" y="8612"/>
                  </a:lnTo>
                  <a:lnTo>
                    <a:pt x="8380" y="8534"/>
                  </a:lnTo>
                  <a:lnTo>
                    <a:pt x="7685" y="8418"/>
                  </a:lnTo>
                  <a:lnTo>
                    <a:pt x="6990" y="8303"/>
                  </a:lnTo>
                  <a:lnTo>
                    <a:pt x="6333" y="8110"/>
                  </a:lnTo>
                  <a:lnTo>
                    <a:pt x="5638" y="7878"/>
                  </a:lnTo>
                  <a:lnTo>
                    <a:pt x="5020" y="7608"/>
                  </a:lnTo>
                  <a:lnTo>
                    <a:pt x="4364" y="7260"/>
                  </a:lnTo>
                  <a:lnTo>
                    <a:pt x="3785" y="6913"/>
                  </a:lnTo>
                  <a:lnTo>
                    <a:pt x="3205" y="6488"/>
                  </a:lnTo>
                  <a:lnTo>
                    <a:pt x="2703" y="6063"/>
                  </a:lnTo>
                  <a:lnTo>
                    <a:pt x="2201" y="5561"/>
                  </a:lnTo>
                  <a:lnTo>
                    <a:pt x="1777" y="4982"/>
                  </a:lnTo>
                  <a:lnTo>
                    <a:pt x="1390" y="4403"/>
                  </a:lnTo>
                  <a:lnTo>
                    <a:pt x="1120" y="3901"/>
                  </a:lnTo>
                  <a:lnTo>
                    <a:pt x="850" y="3360"/>
                  </a:lnTo>
                  <a:lnTo>
                    <a:pt x="695" y="2858"/>
                  </a:lnTo>
                  <a:lnTo>
                    <a:pt x="541" y="2279"/>
                  </a:lnTo>
                  <a:lnTo>
                    <a:pt x="425" y="1738"/>
                  </a:lnTo>
                  <a:lnTo>
                    <a:pt x="386" y="1159"/>
                  </a:lnTo>
                  <a:lnTo>
                    <a:pt x="386" y="618"/>
                  </a:lnTo>
                  <a:lnTo>
                    <a:pt x="425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4" name="Google Shape;5624;p22"/>
            <p:cNvSpPr/>
            <p:nvPr/>
          </p:nvSpPr>
          <p:spPr>
            <a:xfrm>
              <a:off x="7229325" y="290815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1"/>
                  </a:moveTo>
                  <a:lnTo>
                    <a:pt x="3399" y="426"/>
                  </a:lnTo>
                  <a:lnTo>
                    <a:pt x="3785" y="619"/>
                  </a:lnTo>
                  <a:lnTo>
                    <a:pt x="4094" y="889"/>
                  </a:lnTo>
                  <a:lnTo>
                    <a:pt x="4364" y="1121"/>
                  </a:lnTo>
                  <a:lnTo>
                    <a:pt x="4635" y="1430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4" y="2434"/>
                  </a:lnTo>
                  <a:lnTo>
                    <a:pt x="5368" y="2820"/>
                  </a:lnTo>
                  <a:lnTo>
                    <a:pt x="5484" y="3206"/>
                  </a:lnTo>
                  <a:lnTo>
                    <a:pt x="5523" y="3592"/>
                  </a:lnTo>
                  <a:lnTo>
                    <a:pt x="5600" y="3978"/>
                  </a:lnTo>
                  <a:lnTo>
                    <a:pt x="5600" y="4403"/>
                  </a:lnTo>
                  <a:lnTo>
                    <a:pt x="5561" y="4789"/>
                  </a:lnTo>
                  <a:lnTo>
                    <a:pt x="5523" y="5214"/>
                  </a:lnTo>
                  <a:lnTo>
                    <a:pt x="5446" y="5600"/>
                  </a:lnTo>
                  <a:lnTo>
                    <a:pt x="5330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7"/>
                  </a:lnTo>
                  <a:lnTo>
                    <a:pt x="4210" y="8033"/>
                  </a:lnTo>
                  <a:lnTo>
                    <a:pt x="3940" y="8380"/>
                  </a:lnTo>
                  <a:lnTo>
                    <a:pt x="3631" y="8728"/>
                  </a:lnTo>
                  <a:lnTo>
                    <a:pt x="3283" y="9037"/>
                  </a:lnTo>
                  <a:lnTo>
                    <a:pt x="2936" y="9307"/>
                  </a:lnTo>
                  <a:lnTo>
                    <a:pt x="2549" y="9577"/>
                  </a:lnTo>
                  <a:lnTo>
                    <a:pt x="2163" y="9809"/>
                  </a:lnTo>
                  <a:lnTo>
                    <a:pt x="1739" y="10041"/>
                  </a:lnTo>
                  <a:lnTo>
                    <a:pt x="1314" y="10234"/>
                  </a:lnTo>
                  <a:lnTo>
                    <a:pt x="889" y="10388"/>
                  </a:lnTo>
                  <a:lnTo>
                    <a:pt x="464" y="10543"/>
                  </a:lnTo>
                  <a:lnTo>
                    <a:pt x="1" y="10658"/>
                  </a:lnTo>
                  <a:lnTo>
                    <a:pt x="78" y="11045"/>
                  </a:lnTo>
                  <a:lnTo>
                    <a:pt x="619" y="10967"/>
                  </a:lnTo>
                  <a:lnTo>
                    <a:pt x="1121" y="10813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1" y="10195"/>
                  </a:lnTo>
                  <a:lnTo>
                    <a:pt x="2974" y="9925"/>
                  </a:lnTo>
                  <a:lnTo>
                    <a:pt x="3399" y="9616"/>
                  </a:lnTo>
                  <a:lnTo>
                    <a:pt x="3785" y="9268"/>
                  </a:lnTo>
                  <a:lnTo>
                    <a:pt x="4171" y="8921"/>
                  </a:lnTo>
                  <a:lnTo>
                    <a:pt x="4480" y="8535"/>
                  </a:lnTo>
                  <a:lnTo>
                    <a:pt x="4828" y="8110"/>
                  </a:lnTo>
                  <a:lnTo>
                    <a:pt x="5098" y="7685"/>
                  </a:lnTo>
                  <a:lnTo>
                    <a:pt x="5368" y="7222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9" y="5793"/>
                  </a:lnTo>
                  <a:lnTo>
                    <a:pt x="6025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55"/>
                  </a:lnTo>
                  <a:lnTo>
                    <a:pt x="6063" y="3631"/>
                  </a:lnTo>
                  <a:lnTo>
                    <a:pt x="5986" y="3244"/>
                  </a:lnTo>
                  <a:lnTo>
                    <a:pt x="5870" y="2820"/>
                  </a:lnTo>
                  <a:lnTo>
                    <a:pt x="5754" y="2434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7" y="1314"/>
                  </a:lnTo>
                  <a:lnTo>
                    <a:pt x="4905" y="1005"/>
                  </a:lnTo>
                  <a:lnTo>
                    <a:pt x="4596" y="696"/>
                  </a:lnTo>
                  <a:lnTo>
                    <a:pt x="4287" y="426"/>
                  </a:lnTo>
                  <a:lnTo>
                    <a:pt x="3940" y="194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5" name="Google Shape;5625;p22"/>
            <p:cNvSpPr/>
            <p:nvPr/>
          </p:nvSpPr>
          <p:spPr>
            <a:xfrm>
              <a:off x="1734450" y="2911050"/>
              <a:ext cx="35725" cy="29000"/>
            </a:xfrm>
            <a:custGeom>
              <a:avLst/>
              <a:gdLst/>
              <a:ahLst/>
              <a:cxnLst/>
              <a:rect l="l" t="t" r="r" b="b"/>
              <a:pathLst>
                <a:path w="1429" h="1160" extrusionOk="0">
                  <a:moveTo>
                    <a:pt x="502" y="1"/>
                  </a:moveTo>
                  <a:lnTo>
                    <a:pt x="309" y="116"/>
                  </a:lnTo>
                  <a:lnTo>
                    <a:pt x="193" y="232"/>
                  </a:lnTo>
                  <a:lnTo>
                    <a:pt x="77" y="387"/>
                  </a:lnTo>
                  <a:lnTo>
                    <a:pt x="39" y="541"/>
                  </a:lnTo>
                  <a:lnTo>
                    <a:pt x="0" y="734"/>
                  </a:lnTo>
                  <a:lnTo>
                    <a:pt x="39" y="927"/>
                  </a:lnTo>
                  <a:lnTo>
                    <a:pt x="116" y="1082"/>
                  </a:lnTo>
                  <a:lnTo>
                    <a:pt x="193" y="1159"/>
                  </a:lnTo>
                  <a:lnTo>
                    <a:pt x="348" y="1159"/>
                  </a:lnTo>
                  <a:lnTo>
                    <a:pt x="425" y="1043"/>
                  </a:lnTo>
                  <a:lnTo>
                    <a:pt x="425" y="1005"/>
                  </a:lnTo>
                  <a:lnTo>
                    <a:pt x="386" y="927"/>
                  </a:lnTo>
                  <a:lnTo>
                    <a:pt x="386" y="850"/>
                  </a:lnTo>
                  <a:lnTo>
                    <a:pt x="348" y="773"/>
                  </a:lnTo>
                  <a:lnTo>
                    <a:pt x="425" y="580"/>
                  </a:lnTo>
                  <a:lnTo>
                    <a:pt x="541" y="425"/>
                  </a:lnTo>
                  <a:lnTo>
                    <a:pt x="618" y="387"/>
                  </a:lnTo>
                  <a:lnTo>
                    <a:pt x="772" y="387"/>
                  </a:lnTo>
                  <a:lnTo>
                    <a:pt x="850" y="425"/>
                  </a:lnTo>
                  <a:lnTo>
                    <a:pt x="965" y="580"/>
                  </a:lnTo>
                  <a:lnTo>
                    <a:pt x="1004" y="657"/>
                  </a:lnTo>
                  <a:lnTo>
                    <a:pt x="1004" y="734"/>
                  </a:lnTo>
                  <a:lnTo>
                    <a:pt x="965" y="927"/>
                  </a:lnTo>
                  <a:lnTo>
                    <a:pt x="965" y="1005"/>
                  </a:lnTo>
                  <a:lnTo>
                    <a:pt x="965" y="1082"/>
                  </a:lnTo>
                  <a:lnTo>
                    <a:pt x="1004" y="1120"/>
                  </a:lnTo>
                  <a:lnTo>
                    <a:pt x="1081" y="1159"/>
                  </a:lnTo>
                  <a:lnTo>
                    <a:pt x="1197" y="1159"/>
                  </a:lnTo>
                  <a:lnTo>
                    <a:pt x="1274" y="1120"/>
                  </a:lnTo>
                  <a:lnTo>
                    <a:pt x="1313" y="1082"/>
                  </a:lnTo>
                  <a:lnTo>
                    <a:pt x="1390" y="889"/>
                  </a:lnTo>
                  <a:lnTo>
                    <a:pt x="1429" y="734"/>
                  </a:lnTo>
                  <a:lnTo>
                    <a:pt x="1390" y="541"/>
                  </a:lnTo>
                  <a:lnTo>
                    <a:pt x="1313" y="348"/>
                  </a:lnTo>
                  <a:lnTo>
                    <a:pt x="1197" y="194"/>
                  </a:lnTo>
                  <a:lnTo>
                    <a:pt x="1043" y="78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6" name="Google Shape;5626;p22"/>
            <p:cNvSpPr/>
            <p:nvPr/>
          </p:nvSpPr>
          <p:spPr>
            <a:xfrm>
              <a:off x="6320925" y="2913950"/>
              <a:ext cx="315700" cy="477875"/>
            </a:xfrm>
            <a:custGeom>
              <a:avLst/>
              <a:gdLst/>
              <a:ahLst/>
              <a:cxnLst/>
              <a:rect l="l" t="t" r="r" b="b"/>
              <a:pathLst>
                <a:path w="12628" h="19115" extrusionOk="0">
                  <a:moveTo>
                    <a:pt x="1004" y="618"/>
                  </a:moveTo>
                  <a:lnTo>
                    <a:pt x="1661" y="850"/>
                  </a:lnTo>
                  <a:lnTo>
                    <a:pt x="2317" y="1120"/>
                  </a:lnTo>
                  <a:lnTo>
                    <a:pt x="2742" y="1352"/>
                  </a:lnTo>
                  <a:lnTo>
                    <a:pt x="3167" y="1584"/>
                  </a:lnTo>
                  <a:lnTo>
                    <a:pt x="3321" y="1700"/>
                  </a:lnTo>
                  <a:lnTo>
                    <a:pt x="3476" y="1854"/>
                  </a:lnTo>
                  <a:lnTo>
                    <a:pt x="3669" y="2124"/>
                  </a:lnTo>
                  <a:lnTo>
                    <a:pt x="3862" y="2472"/>
                  </a:lnTo>
                  <a:lnTo>
                    <a:pt x="4016" y="2819"/>
                  </a:lnTo>
                  <a:lnTo>
                    <a:pt x="5677" y="6797"/>
                  </a:lnTo>
                  <a:lnTo>
                    <a:pt x="9075" y="15022"/>
                  </a:lnTo>
                  <a:lnTo>
                    <a:pt x="9152" y="15099"/>
                  </a:lnTo>
                  <a:lnTo>
                    <a:pt x="9191" y="15137"/>
                  </a:lnTo>
                  <a:lnTo>
                    <a:pt x="9345" y="15137"/>
                  </a:lnTo>
                  <a:lnTo>
                    <a:pt x="8920" y="15369"/>
                  </a:lnTo>
                  <a:lnTo>
                    <a:pt x="7955" y="13516"/>
                  </a:lnTo>
                  <a:lnTo>
                    <a:pt x="6990" y="11662"/>
                  </a:lnTo>
                  <a:lnTo>
                    <a:pt x="5020" y="7955"/>
                  </a:lnTo>
                  <a:lnTo>
                    <a:pt x="3012" y="4287"/>
                  </a:lnTo>
                  <a:lnTo>
                    <a:pt x="1004" y="618"/>
                  </a:lnTo>
                  <a:close/>
                  <a:moveTo>
                    <a:pt x="657" y="502"/>
                  </a:moveTo>
                  <a:lnTo>
                    <a:pt x="657" y="541"/>
                  </a:lnTo>
                  <a:lnTo>
                    <a:pt x="4673" y="8032"/>
                  </a:lnTo>
                  <a:lnTo>
                    <a:pt x="6719" y="11739"/>
                  </a:lnTo>
                  <a:lnTo>
                    <a:pt x="7762" y="13593"/>
                  </a:lnTo>
                  <a:lnTo>
                    <a:pt x="8804" y="15446"/>
                  </a:lnTo>
                  <a:lnTo>
                    <a:pt x="8650" y="15524"/>
                  </a:lnTo>
                  <a:lnTo>
                    <a:pt x="7414" y="13747"/>
                  </a:lnTo>
                  <a:lnTo>
                    <a:pt x="6179" y="12010"/>
                  </a:lnTo>
                  <a:lnTo>
                    <a:pt x="3591" y="8534"/>
                  </a:lnTo>
                  <a:lnTo>
                    <a:pt x="2317" y="6758"/>
                  </a:lnTo>
                  <a:lnTo>
                    <a:pt x="1004" y="4943"/>
                  </a:lnTo>
                  <a:lnTo>
                    <a:pt x="850" y="4711"/>
                  </a:lnTo>
                  <a:lnTo>
                    <a:pt x="734" y="4480"/>
                  </a:lnTo>
                  <a:lnTo>
                    <a:pt x="618" y="4209"/>
                  </a:lnTo>
                  <a:lnTo>
                    <a:pt x="541" y="3939"/>
                  </a:lnTo>
                  <a:lnTo>
                    <a:pt x="464" y="3399"/>
                  </a:lnTo>
                  <a:lnTo>
                    <a:pt x="425" y="2819"/>
                  </a:lnTo>
                  <a:lnTo>
                    <a:pt x="464" y="2240"/>
                  </a:lnTo>
                  <a:lnTo>
                    <a:pt x="502" y="1661"/>
                  </a:lnTo>
                  <a:lnTo>
                    <a:pt x="657" y="502"/>
                  </a:lnTo>
                  <a:close/>
                  <a:moveTo>
                    <a:pt x="11508" y="12280"/>
                  </a:moveTo>
                  <a:lnTo>
                    <a:pt x="11662" y="12357"/>
                  </a:lnTo>
                  <a:lnTo>
                    <a:pt x="11816" y="12434"/>
                  </a:lnTo>
                  <a:lnTo>
                    <a:pt x="12164" y="12859"/>
                  </a:lnTo>
                  <a:lnTo>
                    <a:pt x="12241" y="13052"/>
                  </a:lnTo>
                  <a:lnTo>
                    <a:pt x="12280" y="13245"/>
                  </a:lnTo>
                  <a:lnTo>
                    <a:pt x="12241" y="13438"/>
                  </a:lnTo>
                  <a:lnTo>
                    <a:pt x="12203" y="13631"/>
                  </a:lnTo>
                  <a:lnTo>
                    <a:pt x="12048" y="14018"/>
                  </a:lnTo>
                  <a:lnTo>
                    <a:pt x="11855" y="14365"/>
                  </a:lnTo>
                  <a:lnTo>
                    <a:pt x="11508" y="14790"/>
                  </a:lnTo>
                  <a:lnTo>
                    <a:pt x="11121" y="15176"/>
                  </a:lnTo>
                  <a:lnTo>
                    <a:pt x="10697" y="15524"/>
                  </a:lnTo>
                  <a:lnTo>
                    <a:pt x="10272" y="15871"/>
                  </a:lnTo>
                  <a:lnTo>
                    <a:pt x="10156" y="15871"/>
                  </a:lnTo>
                  <a:lnTo>
                    <a:pt x="10117" y="15987"/>
                  </a:lnTo>
                  <a:lnTo>
                    <a:pt x="9770" y="16180"/>
                  </a:lnTo>
                  <a:lnTo>
                    <a:pt x="9113" y="16605"/>
                  </a:lnTo>
                  <a:lnTo>
                    <a:pt x="8457" y="16952"/>
                  </a:lnTo>
                  <a:lnTo>
                    <a:pt x="7723" y="17261"/>
                  </a:lnTo>
                  <a:lnTo>
                    <a:pt x="6990" y="17493"/>
                  </a:lnTo>
                  <a:lnTo>
                    <a:pt x="6642" y="17609"/>
                  </a:lnTo>
                  <a:lnTo>
                    <a:pt x="6294" y="17647"/>
                  </a:lnTo>
                  <a:lnTo>
                    <a:pt x="5754" y="17647"/>
                  </a:lnTo>
                  <a:lnTo>
                    <a:pt x="5561" y="17570"/>
                  </a:lnTo>
                  <a:lnTo>
                    <a:pt x="5445" y="17493"/>
                  </a:lnTo>
                  <a:lnTo>
                    <a:pt x="5329" y="17416"/>
                  </a:lnTo>
                  <a:lnTo>
                    <a:pt x="5097" y="17184"/>
                  </a:lnTo>
                  <a:lnTo>
                    <a:pt x="4982" y="16875"/>
                  </a:lnTo>
                  <a:lnTo>
                    <a:pt x="4904" y="16605"/>
                  </a:lnTo>
                  <a:lnTo>
                    <a:pt x="4943" y="16412"/>
                  </a:lnTo>
                  <a:lnTo>
                    <a:pt x="4982" y="16219"/>
                  </a:lnTo>
                  <a:lnTo>
                    <a:pt x="5059" y="16064"/>
                  </a:lnTo>
                  <a:lnTo>
                    <a:pt x="5175" y="15948"/>
                  </a:lnTo>
                  <a:lnTo>
                    <a:pt x="5291" y="15833"/>
                  </a:lnTo>
                  <a:lnTo>
                    <a:pt x="5406" y="15755"/>
                  </a:lnTo>
                  <a:lnTo>
                    <a:pt x="5522" y="15717"/>
                  </a:lnTo>
                  <a:lnTo>
                    <a:pt x="5638" y="15755"/>
                  </a:lnTo>
                  <a:lnTo>
                    <a:pt x="5793" y="15833"/>
                  </a:lnTo>
                  <a:lnTo>
                    <a:pt x="5947" y="15948"/>
                  </a:lnTo>
                  <a:lnTo>
                    <a:pt x="6063" y="16141"/>
                  </a:lnTo>
                  <a:lnTo>
                    <a:pt x="6256" y="16373"/>
                  </a:lnTo>
                  <a:lnTo>
                    <a:pt x="6101" y="16412"/>
                  </a:lnTo>
                  <a:lnTo>
                    <a:pt x="6024" y="16450"/>
                  </a:lnTo>
                  <a:lnTo>
                    <a:pt x="6024" y="16566"/>
                  </a:lnTo>
                  <a:lnTo>
                    <a:pt x="6063" y="16643"/>
                  </a:lnTo>
                  <a:lnTo>
                    <a:pt x="6140" y="16643"/>
                  </a:lnTo>
                  <a:lnTo>
                    <a:pt x="6912" y="16566"/>
                  </a:lnTo>
                  <a:lnTo>
                    <a:pt x="7685" y="16373"/>
                  </a:lnTo>
                  <a:lnTo>
                    <a:pt x="8496" y="16064"/>
                  </a:lnTo>
                  <a:lnTo>
                    <a:pt x="9229" y="15717"/>
                  </a:lnTo>
                  <a:lnTo>
                    <a:pt x="9615" y="15485"/>
                  </a:lnTo>
                  <a:lnTo>
                    <a:pt x="9963" y="15253"/>
                  </a:lnTo>
                  <a:lnTo>
                    <a:pt x="10272" y="15022"/>
                  </a:lnTo>
                  <a:lnTo>
                    <a:pt x="10581" y="14751"/>
                  </a:lnTo>
                  <a:lnTo>
                    <a:pt x="10890" y="14481"/>
                  </a:lnTo>
                  <a:lnTo>
                    <a:pt x="11121" y="14172"/>
                  </a:lnTo>
                  <a:lnTo>
                    <a:pt x="11353" y="13825"/>
                  </a:lnTo>
                  <a:lnTo>
                    <a:pt x="11546" y="13516"/>
                  </a:lnTo>
                  <a:lnTo>
                    <a:pt x="11546" y="13438"/>
                  </a:lnTo>
                  <a:lnTo>
                    <a:pt x="11546" y="13361"/>
                  </a:lnTo>
                  <a:lnTo>
                    <a:pt x="11508" y="13284"/>
                  </a:lnTo>
                  <a:lnTo>
                    <a:pt x="11430" y="13245"/>
                  </a:lnTo>
                  <a:lnTo>
                    <a:pt x="11237" y="13245"/>
                  </a:lnTo>
                  <a:lnTo>
                    <a:pt x="11160" y="13323"/>
                  </a:lnTo>
                  <a:lnTo>
                    <a:pt x="10967" y="13670"/>
                  </a:lnTo>
                  <a:lnTo>
                    <a:pt x="10774" y="13554"/>
                  </a:lnTo>
                  <a:lnTo>
                    <a:pt x="10658" y="13438"/>
                  </a:lnTo>
                  <a:lnTo>
                    <a:pt x="10619" y="13284"/>
                  </a:lnTo>
                  <a:lnTo>
                    <a:pt x="10581" y="13168"/>
                  </a:lnTo>
                  <a:lnTo>
                    <a:pt x="10619" y="13014"/>
                  </a:lnTo>
                  <a:lnTo>
                    <a:pt x="10658" y="12859"/>
                  </a:lnTo>
                  <a:lnTo>
                    <a:pt x="10851" y="12627"/>
                  </a:lnTo>
                  <a:lnTo>
                    <a:pt x="10928" y="12473"/>
                  </a:lnTo>
                  <a:lnTo>
                    <a:pt x="11044" y="12357"/>
                  </a:lnTo>
                  <a:lnTo>
                    <a:pt x="11121" y="12319"/>
                  </a:lnTo>
                  <a:lnTo>
                    <a:pt x="11237" y="12280"/>
                  </a:lnTo>
                  <a:close/>
                  <a:moveTo>
                    <a:pt x="425" y="0"/>
                  </a:moveTo>
                  <a:lnTo>
                    <a:pt x="348" y="39"/>
                  </a:lnTo>
                  <a:lnTo>
                    <a:pt x="271" y="116"/>
                  </a:lnTo>
                  <a:lnTo>
                    <a:pt x="232" y="194"/>
                  </a:lnTo>
                  <a:lnTo>
                    <a:pt x="78" y="2588"/>
                  </a:lnTo>
                  <a:lnTo>
                    <a:pt x="39" y="3012"/>
                  </a:lnTo>
                  <a:lnTo>
                    <a:pt x="0" y="3476"/>
                  </a:lnTo>
                  <a:lnTo>
                    <a:pt x="39" y="3901"/>
                  </a:lnTo>
                  <a:lnTo>
                    <a:pt x="116" y="4325"/>
                  </a:lnTo>
                  <a:lnTo>
                    <a:pt x="232" y="4518"/>
                  </a:lnTo>
                  <a:lnTo>
                    <a:pt x="348" y="4750"/>
                  </a:lnTo>
                  <a:lnTo>
                    <a:pt x="618" y="5175"/>
                  </a:lnTo>
                  <a:lnTo>
                    <a:pt x="1236" y="5986"/>
                  </a:lnTo>
                  <a:lnTo>
                    <a:pt x="2665" y="7955"/>
                  </a:lnTo>
                  <a:lnTo>
                    <a:pt x="5445" y="11817"/>
                  </a:lnTo>
                  <a:lnTo>
                    <a:pt x="6874" y="13747"/>
                  </a:lnTo>
                  <a:lnTo>
                    <a:pt x="8341" y="15639"/>
                  </a:lnTo>
                  <a:lnTo>
                    <a:pt x="7492" y="15987"/>
                  </a:lnTo>
                  <a:lnTo>
                    <a:pt x="6642" y="16257"/>
                  </a:lnTo>
                  <a:lnTo>
                    <a:pt x="6642" y="16257"/>
                  </a:lnTo>
                  <a:lnTo>
                    <a:pt x="6681" y="16103"/>
                  </a:lnTo>
                  <a:lnTo>
                    <a:pt x="6681" y="15948"/>
                  </a:lnTo>
                  <a:lnTo>
                    <a:pt x="6642" y="15755"/>
                  </a:lnTo>
                  <a:lnTo>
                    <a:pt x="6565" y="15639"/>
                  </a:lnTo>
                  <a:lnTo>
                    <a:pt x="6488" y="15485"/>
                  </a:lnTo>
                  <a:lnTo>
                    <a:pt x="6333" y="15369"/>
                  </a:lnTo>
                  <a:lnTo>
                    <a:pt x="6179" y="15292"/>
                  </a:lnTo>
                  <a:lnTo>
                    <a:pt x="6024" y="15253"/>
                  </a:lnTo>
                  <a:lnTo>
                    <a:pt x="5715" y="15253"/>
                  </a:lnTo>
                  <a:lnTo>
                    <a:pt x="5484" y="15292"/>
                  </a:lnTo>
                  <a:lnTo>
                    <a:pt x="5213" y="15408"/>
                  </a:lnTo>
                  <a:lnTo>
                    <a:pt x="5020" y="15601"/>
                  </a:lnTo>
                  <a:lnTo>
                    <a:pt x="4827" y="15794"/>
                  </a:lnTo>
                  <a:lnTo>
                    <a:pt x="4711" y="16026"/>
                  </a:lnTo>
                  <a:lnTo>
                    <a:pt x="4595" y="16296"/>
                  </a:lnTo>
                  <a:lnTo>
                    <a:pt x="4595" y="16566"/>
                  </a:lnTo>
                  <a:lnTo>
                    <a:pt x="4634" y="16991"/>
                  </a:lnTo>
                  <a:lnTo>
                    <a:pt x="4750" y="17300"/>
                  </a:lnTo>
                  <a:lnTo>
                    <a:pt x="4904" y="17532"/>
                  </a:lnTo>
                  <a:lnTo>
                    <a:pt x="5097" y="17725"/>
                  </a:lnTo>
                  <a:lnTo>
                    <a:pt x="5368" y="17840"/>
                  </a:lnTo>
                  <a:lnTo>
                    <a:pt x="5677" y="17918"/>
                  </a:lnTo>
                  <a:lnTo>
                    <a:pt x="6024" y="17956"/>
                  </a:lnTo>
                  <a:lnTo>
                    <a:pt x="6372" y="17918"/>
                  </a:lnTo>
                  <a:lnTo>
                    <a:pt x="6719" y="17840"/>
                  </a:lnTo>
                  <a:lnTo>
                    <a:pt x="7105" y="17763"/>
                  </a:lnTo>
                  <a:lnTo>
                    <a:pt x="7878" y="17532"/>
                  </a:lnTo>
                  <a:lnTo>
                    <a:pt x="8573" y="17223"/>
                  </a:lnTo>
                  <a:lnTo>
                    <a:pt x="9152" y="16952"/>
                  </a:lnTo>
                  <a:lnTo>
                    <a:pt x="9229" y="16875"/>
                  </a:lnTo>
                  <a:lnTo>
                    <a:pt x="9461" y="16759"/>
                  </a:lnTo>
                  <a:lnTo>
                    <a:pt x="10233" y="16257"/>
                  </a:lnTo>
                  <a:lnTo>
                    <a:pt x="10812" y="17107"/>
                  </a:lnTo>
                  <a:lnTo>
                    <a:pt x="11392" y="17995"/>
                  </a:lnTo>
                  <a:lnTo>
                    <a:pt x="11701" y="18497"/>
                  </a:lnTo>
                  <a:lnTo>
                    <a:pt x="11894" y="18806"/>
                  </a:lnTo>
                  <a:lnTo>
                    <a:pt x="12087" y="19115"/>
                  </a:lnTo>
                  <a:lnTo>
                    <a:pt x="12280" y="19038"/>
                  </a:lnTo>
                  <a:lnTo>
                    <a:pt x="12203" y="18883"/>
                  </a:lnTo>
                  <a:lnTo>
                    <a:pt x="11816" y="18149"/>
                  </a:lnTo>
                  <a:lnTo>
                    <a:pt x="11392" y="17454"/>
                  </a:lnTo>
                  <a:lnTo>
                    <a:pt x="10928" y="16759"/>
                  </a:lnTo>
                  <a:lnTo>
                    <a:pt x="10465" y="16103"/>
                  </a:lnTo>
                  <a:lnTo>
                    <a:pt x="10967" y="15717"/>
                  </a:lnTo>
                  <a:lnTo>
                    <a:pt x="11469" y="15253"/>
                  </a:lnTo>
                  <a:lnTo>
                    <a:pt x="11894" y="14790"/>
                  </a:lnTo>
                  <a:lnTo>
                    <a:pt x="12125" y="14558"/>
                  </a:lnTo>
                  <a:lnTo>
                    <a:pt x="12280" y="14288"/>
                  </a:lnTo>
                  <a:lnTo>
                    <a:pt x="12434" y="14056"/>
                  </a:lnTo>
                  <a:lnTo>
                    <a:pt x="12511" y="13786"/>
                  </a:lnTo>
                  <a:lnTo>
                    <a:pt x="12589" y="13554"/>
                  </a:lnTo>
                  <a:lnTo>
                    <a:pt x="12627" y="13284"/>
                  </a:lnTo>
                  <a:lnTo>
                    <a:pt x="12589" y="13052"/>
                  </a:lnTo>
                  <a:lnTo>
                    <a:pt x="12511" y="12821"/>
                  </a:lnTo>
                  <a:lnTo>
                    <a:pt x="12357" y="12589"/>
                  </a:lnTo>
                  <a:lnTo>
                    <a:pt x="12164" y="12357"/>
                  </a:lnTo>
                  <a:lnTo>
                    <a:pt x="11971" y="12203"/>
                  </a:lnTo>
                  <a:lnTo>
                    <a:pt x="11739" y="12087"/>
                  </a:lnTo>
                  <a:lnTo>
                    <a:pt x="11469" y="12010"/>
                  </a:lnTo>
                  <a:lnTo>
                    <a:pt x="11237" y="12010"/>
                  </a:lnTo>
                  <a:lnTo>
                    <a:pt x="10967" y="12048"/>
                  </a:lnTo>
                  <a:lnTo>
                    <a:pt x="10735" y="12126"/>
                  </a:lnTo>
                  <a:lnTo>
                    <a:pt x="10542" y="12280"/>
                  </a:lnTo>
                  <a:lnTo>
                    <a:pt x="10388" y="12512"/>
                  </a:lnTo>
                  <a:lnTo>
                    <a:pt x="10310" y="12705"/>
                  </a:lnTo>
                  <a:lnTo>
                    <a:pt x="10272" y="12898"/>
                  </a:lnTo>
                  <a:lnTo>
                    <a:pt x="10272" y="13091"/>
                  </a:lnTo>
                  <a:lnTo>
                    <a:pt x="10310" y="13284"/>
                  </a:lnTo>
                  <a:lnTo>
                    <a:pt x="10388" y="13477"/>
                  </a:lnTo>
                  <a:lnTo>
                    <a:pt x="10504" y="13631"/>
                  </a:lnTo>
                  <a:lnTo>
                    <a:pt x="10619" y="13786"/>
                  </a:lnTo>
                  <a:lnTo>
                    <a:pt x="10812" y="13902"/>
                  </a:lnTo>
                  <a:lnTo>
                    <a:pt x="10504" y="14249"/>
                  </a:lnTo>
                  <a:lnTo>
                    <a:pt x="10156" y="14597"/>
                  </a:lnTo>
                  <a:lnTo>
                    <a:pt x="9770" y="14867"/>
                  </a:lnTo>
                  <a:lnTo>
                    <a:pt x="9430" y="15083"/>
                  </a:lnTo>
                  <a:lnTo>
                    <a:pt x="9461" y="15022"/>
                  </a:lnTo>
                  <a:lnTo>
                    <a:pt x="9500" y="14944"/>
                  </a:lnTo>
                  <a:lnTo>
                    <a:pt x="9461" y="14829"/>
                  </a:lnTo>
                  <a:lnTo>
                    <a:pt x="5715" y="5754"/>
                  </a:lnTo>
                  <a:lnTo>
                    <a:pt x="4789" y="3476"/>
                  </a:lnTo>
                  <a:lnTo>
                    <a:pt x="4364" y="2472"/>
                  </a:lnTo>
                  <a:lnTo>
                    <a:pt x="4132" y="1970"/>
                  </a:lnTo>
                  <a:lnTo>
                    <a:pt x="3978" y="1738"/>
                  </a:lnTo>
                  <a:lnTo>
                    <a:pt x="3823" y="1545"/>
                  </a:lnTo>
                  <a:lnTo>
                    <a:pt x="3514" y="1236"/>
                  </a:lnTo>
                  <a:lnTo>
                    <a:pt x="3128" y="966"/>
                  </a:lnTo>
                  <a:lnTo>
                    <a:pt x="2742" y="773"/>
                  </a:lnTo>
                  <a:lnTo>
                    <a:pt x="2279" y="541"/>
                  </a:lnTo>
                  <a:lnTo>
                    <a:pt x="1815" y="387"/>
                  </a:lnTo>
                  <a:lnTo>
                    <a:pt x="1390" y="232"/>
                  </a:lnTo>
                  <a:lnTo>
                    <a:pt x="54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7" name="Google Shape;5627;p22"/>
            <p:cNvSpPr/>
            <p:nvPr/>
          </p:nvSpPr>
          <p:spPr>
            <a:xfrm>
              <a:off x="1681350" y="2914925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0"/>
                  </a:moveTo>
                  <a:lnTo>
                    <a:pt x="425" y="39"/>
                  </a:lnTo>
                  <a:lnTo>
                    <a:pt x="232" y="116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1"/>
                  </a:lnTo>
                  <a:lnTo>
                    <a:pt x="77" y="965"/>
                  </a:lnTo>
                  <a:lnTo>
                    <a:pt x="232" y="1081"/>
                  </a:lnTo>
                  <a:lnTo>
                    <a:pt x="386" y="1197"/>
                  </a:lnTo>
                  <a:lnTo>
                    <a:pt x="464" y="1197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4" y="1004"/>
                  </a:lnTo>
                  <a:lnTo>
                    <a:pt x="386" y="927"/>
                  </a:lnTo>
                  <a:lnTo>
                    <a:pt x="348" y="811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6" y="502"/>
                  </a:lnTo>
                  <a:lnTo>
                    <a:pt x="464" y="463"/>
                  </a:lnTo>
                  <a:lnTo>
                    <a:pt x="541" y="386"/>
                  </a:lnTo>
                  <a:lnTo>
                    <a:pt x="773" y="386"/>
                  </a:lnTo>
                  <a:lnTo>
                    <a:pt x="850" y="463"/>
                  </a:lnTo>
                  <a:lnTo>
                    <a:pt x="927" y="541"/>
                  </a:lnTo>
                  <a:lnTo>
                    <a:pt x="966" y="657"/>
                  </a:lnTo>
                  <a:lnTo>
                    <a:pt x="1004" y="850"/>
                  </a:lnTo>
                  <a:lnTo>
                    <a:pt x="1043" y="965"/>
                  </a:lnTo>
                  <a:lnTo>
                    <a:pt x="1081" y="1043"/>
                  </a:lnTo>
                  <a:lnTo>
                    <a:pt x="1159" y="1081"/>
                  </a:lnTo>
                  <a:lnTo>
                    <a:pt x="1197" y="1081"/>
                  </a:lnTo>
                  <a:lnTo>
                    <a:pt x="1275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5" y="386"/>
                  </a:lnTo>
                  <a:lnTo>
                    <a:pt x="1159" y="232"/>
                  </a:lnTo>
                  <a:lnTo>
                    <a:pt x="1004" y="77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8" name="Google Shape;5628;p22"/>
            <p:cNvSpPr/>
            <p:nvPr/>
          </p:nvSpPr>
          <p:spPr>
            <a:xfrm>
              <a:off x="3785850" y="2943875"/>
              <a:ext cx="199850" cy="231725"/>
            </a:xfrm>
            <a:custGeom>
              <a:avLst/>
              <a:gdLst/>
              <a:ahLst/>
              <a:cxnLst/>
              <a:rect l="l" t="t" r="r" b="b"/>
              <a:pathLst>
                <a:path w="7994" h="9269" extrusionOk="0">
                  <a:moveTo>
                    <a:pt x="2163" y="1"/>
                  </a:moveTo>
                  <a:lnTo>
                    <a:pt x="2009" y="39"/>
                  </a:lnTo>
                  <a:lnTo>
                    <a:pt x="1854" y="78"/>
                  </a:lnTo>
                  <a:lnTo>
                    <a:pt x="1700" y="194"/>
                  </a:lnTo>
                  <a:lnTo>
                    <a:pt x="1429" y="425"/>
                  </a:lnTo>
                  <a:lnTo>
                    <a:pt x="1159" y="734"/>
                  </a:lnTo>
                  <a:lnTo>
                    <a:pt x="966" y="1005"/>
                  </a:lnTo>
                  <a:lnTo>
                    <a:pt x="696" y="1391"/>
                  </a:lnTo>
                  <a:lnTo>
                    <a:pt x="503" y="1777"/>
                  </a:lnTo>
                  <a:lnTo>
                    <a:pt x="310" y="2163"/>
                  </a:lnTo>
                  <a:lnTo>
                    <a:pt x="194" y="2549"/>
                  </a:lnTo>
                  <a:lnTo>
                    <a:pt x="78" y="3012"/>
                  </a:lnTo>
                  <a:lnTo>
                    <a:pt x="1" y="3514"/>
                  </a:lnTo>
                  <a:lnTo>
                    <a:pt x="1" y="3978"/>
                  </a:lnTo>
                  <a:lnTo>
                    <a:pt x="39" y="4441"/>
                  </a:lnTo>
                  <a:lnTo>
                    <a:pt x="155" y="4905"/>
                  </a:lnTo>
                  <a:lnTo>
                    <a:pt x="271" y="5368"/>
                  </a:lnTo>
                  <a:lnTo>
                    <a:pt x="464" y="5793"/>
                  </a:lnTo>
                  <a:lnTo>
                    <a:pt x="696" y="6218"/>
                  </a:lnTo>
                  <a:lnTo>
                    <a:pt x="1005" y="6179"/>
                  </a:lnTo>
                  <a:lnTo>
                    <a:pt x="850" y="5870"/>
                  </a:lnTo>
                  <a:lnTo>
                    <a:pt x="734" y="5522"/>
                  </a:lnTo>
                  <a:lnTo>
                    <a:pt x="618" y="5175"/>
                  </a:lnTo>
                  <a:lnTo>
                    <a:pt x="541" y="4789"/>
                  </a:lnTo>
                  <a:lnTo>
                    <a:pt x="503" y="4441"/>
                  </a:lnTo>
                  <a:lnTo>
                    <a:pt x="464" y="4055"/>
                  </a:lnTo>
                  <a:lnTo>
                    <a:pt x="464" y="3708"/>
                  </a:lnTo>
                  <a:lnTo>
                    <a:pt x="464" y="3360"/>
                  </a:lnTo>
                  <a:lnTo>
                    <a:pt x="503" y="2974"/>
                  </a:lnTo>
                  <a:lnTo>
                    <a:pt x="580" y="2626"/>
                  </a:lnTo>
                  <a:lnTo>
                    <a:pt x="696" y="2279"/>
                  </a:lnTo>
                  <a:lnTo>
                    <a:pt x="850" y="1931"/>
                  </a:lnTo>
                  <a:lnTo>
                    <a:pt x="1005" y="1622"/>
                  </a:lnTo>
                  <a:lnTo>
                    <a:pt x="1236" y="1313"/>
                  </a:lnTo>
                  <a:lnTo>
                    <a:pt x="1468" y="1043"/>
                  </a:lnTo>
                  <a:lnTo>
                    <a:pt x="1738" y="773"/>
                  </a:lnTo>
                  <a:lnTo>
                    <a:pt x="1970" y="580"/>
                  </a:lnTo>
                  <a:lnTo>
                    <a:pt x="2086" y="503"/>
                  </a:lnTo>
                  <a:lnTo>
                    <a:pt x="2202" y="503"/>
                  </a:lnTo>
                  <a:lnTo>
                    <a:pt x="2279" y="618"/>
                  </a:lnTo>
                  <a:lnTo>
                    <a:pt x="2395" y="850"/>
                  </a:lnTo>
                  <a:lnTo>
                    <a:pt x="2588" y="1236"/>
                  </a:lnTo>
                  <a:lnTo>
                    <a:pt x="2742" y="1584"/>
                  </a:lnTo>
                  <a:lnTo>
                    <a:pt x="2858" y="1970"/>
                  </a:lnTo>
                  <a:lnTo>
                    <a:pt x="2974" y="2356"/>
                  </a:lnTo>
                  <a:lnTo>
                    <a:pt x="3051" y="2742"/>
                  </a:lnTo>
                  <a:lnTo>
                    <a:pt x="3090" y="3090"/>
                  </a:lnTo>
                  <a:lnTo>
                    <a:pt x="3090" y="3476"/>
                  </a:lnTo>
                  <a:lnTo>
                    <a:pt x="3051" y="3823"/>
                  </a:lnTo>
                  <a:lnTo>
                    <a:pt x="2974" y="4171"/>
                  </a:lnTo>
                  <a:lnTo>
                    <a:pt x="2897" y="4480"/>
                  </a:lnTo>
                  <a:lnTo>
                    <a:pt x="2742" y="4827"/>
                  </a:lnTo>
                  <a:lnTo>
                    <a:pt x="2588" y="5136"/>
                  </a:lnTo>
                  <a:lnTo>
                    <a:pt x="2395" y="5445"/>
                  </a:lnTo>
                  <a:lnTo>
                    <a:pt x="2356" y="5561"/>
                  </a:lnTo>
                  <a:lnTo>
                    <a:pt x="2395" y="5638"/>
                  </a:lnTo>
                  <a:lnTo>
                    <a:pt x="2356" y="5716"/>
                  </a:lnTo>
                  <a:lnTo>
                    <a:pt x="2356" y="5754"/>
                  </a:lnTo>
                  <a:lnTo>
                    <a:pt x="2356" y="5793"/>
                  </a:lnTo>
                  <a:lnTo>
                    <a:pt x="2395" y="5831"/>
                  </a:lnTo>
                  <a:lnTo>
                    <a:pt x="2433" y="5793"/>
                  </a:lnTo>
                  <a:lnTo>
                    <a:pt x="2626" y="5754"/>
                  </a:lnTo>
                  <a:lnTo>
                    <a:pt x="2781" y="5716"/>
                  </a:lnTo>
                  <a:lnTo>
                    <a:pt x="3167" y="5677"/>
                  </a:lnTo>
                  <a:lnTo>
                    <a:pt x="3592" y="5716"/>
                  </a:lnTo>
                  <a:lnTo>
                    <a:pt x="4017" y="5831"/>
                  </a:lnTo>
                  <a:lnTo>
                    <a:pt x="4441" y="5947"/>
                  </a:lnTo>
                  <a:lnTo>
                    <a:pt x="4827" y="6102"/>
                  </a:lnTo>
                  <a:lnTo>
                    <a:pt x="5214" y="6295"/>
                  </a:lnTo>
                  <a:lnTo>
                    <a:pt x="5523" y="6449"/>
                  </a:lnTo>
                  <a:lnTo>
                    <a:pt x="5831" y="6642"/>
                  </a:lnTo>
                  <a:lnTo>
                    <a:pt x="6140" y="6874"/>
                  </a:lnTo>
                  <a:lnTo>
                    <a:pt x="6411" y="7106"/>
                  </a:lnTo>
                  <a:lnTo>
                    <a:pt x="6681" y="7337"/>
                  </a:lnTo>
                  <a:lnTo>
                    <a:pt x="6913" y="7646"/>
                  </a:lnTo>
                  <a:lnTo>
                    <a:pt x="7144" y="7917"/>
                  </a:lnTo>
                  <a:lnTo>
                    <a:pt x="7337" y="8225"/>
                  </a:lnTo>
                  <a:lnTo>
                    <a:pt x="7531" y="8534"/>
                  </a:lnTo>
                  <a:lnTo>
                    <a:pt x="7106" y="8650"/>
                  </a:lnTo>
                  <a:lnTo>
                    <a:pt x="6681" y="8727"/>
                  </a:lnTo>
                  <a:lnTo>
                    <a:pt x="6256" y="8805"/>
                  </a:lnTo>
                  <a:lnTo>
                    <a:pt x="5870" y="8843"/>
                  </a:lnTo>
                  <a:lnTo>
                    <a:pt x="5445" y="8805"/>
                  </a:lnTo>
                  <a:lnTo>
                    <a:pt x="5059" y="8766"/>
                  </a:lnTo>
                  <a:lnTo>
                    <a:pt x="4634" y="8650"/>
                  </a:lnTo>
                  <a:lnTo>
                    <a:pt x="4248" y="8457"/>
                  </a:lnTo>
                  <a:lnTo>
                    <a:pt x="3901" y="8264"/>
                  </a:lnTo>
                  <a:lnTo>
                    <a:pt x="3592" y="8071"/>
                  </a:lnTo>
                  <a:lnTo>
                    <a:pt x="3013" y="7608"/>
                  </a:lnTo>
                  <a:lnTo>
                    <a:pt x="2433" y="7106"/>
                  </a:lnTo>
                  <a:lnTo>
                    <a:pt x="1931" y="6604"/>
                  </a:lnTo>
                  <a:lnTo>
                    <a:pt x="1854" y="6526"/>
                  </a:lnTo>
                  <a:lnTo>
                    <a:pt x="1777" y="6526"/>
                  </a:lnTo>
                  <a:lnTo>
                    <a:pt x="1661" y="6565"/>
                  </a:lnTo>
                  <a:lnTo>
                    <a:pt x="1622" y="6565"/>
                  </a:lnTo>
                  <a:lnTo>
                    <a:pt x="1584" y="6604"/>
                  </a:lnTo>
                  <a:lnTo>
                    <a:pt x="1429" y="6874"/>
                  </a:lnTo>
                  <a:lnTo>
                    <a:pt x="1622" y="6913"/>
                  </a:lnTo>
                  <a:lnTo>
                    <a:pt x="2240" y="7492"/>
                  </a:lnTo>
                  <a:lnTo>
                    <a:pt x="2897" y="8071"/>
                  </a:lnTo>
                  <a:lnTo>
                    <a:pt x="3244" y="8341"/>
                  </a:lnTo>
                  <a:lnTo>
                    <a:pt x="3592" y="8573"/>
                  </a:lnTo>
                  <a:lnTo>
                    <a:pt x="3978" y="8805"/>
                  </a:lnTo>
                  <a:lnTo>
                    <a:pt x="4364" y="8998"/>
                  </a:lnTo>
                  <a:lnTo>
                    <a:pt x="4789" y="9152"/>
                  </a:lnTo>
                  <a:lnTo>
                    <a:pt x="5252" y="9229"/>
                  </a:lnTo>
                  <a:lnTo>
                    <a:pt x="5677" y="9268"/>
                  </a:lnTo>
                  <a:lnTo>
                    <a:pt x="6102" y="9229"/>
                  </a:lnTo>
                  <a:lnTo>
                    <a:pt x="6565" y="9191"/>
                  </a:lnTo>
                  <a:lnTo>
                    <a:pt x="6990" y="9114"/>
                  </a:lnTo>
                  <a:lnTo>
                    <a:pt x="7878" y="8882"/>
                  </a:lnTo>
                  <a:lnTo>
                    <a:pt x="7955" y="8805"/>
                  </a:lnTo>
                  <a:lnTo>
                    <a:pt x="7994" y="8727"/>
                  </a:lnTo>
                  <a:lnTo>
                    <a:pt x="7994" y="8650"/>
                  </a:lnTo>
                  <a:lnTo>
                    <a:pt x="7994" y="8573"/>
                  </a:lnTo>
                  <a:lnTo>
                    <a:pt x="7762" y="8110"/>
                  </a:lnTo>
                  <a:lnTo>
                    <a:pt x="7492" y="7685"/>
                  </a:lnTo>
                  <a:lnTo>
                    <a:pt x="7183" y="7299"/>
                  </a:lnTo>
                  <a:lnTo>
                    <a:pt x="6874" y="6951"/>
                  </a:lnTo>
                  <a:lnTo>
                    <a:pt x="6488" y="6604"/>
                  </a:lnTo>
                  <a:lnTo>
                    <a:pt x="6102" y="6295"/>
                  </a:lnTo>
                  <a:lnTo>
                    <a:pt x="5677" y="6063"/>
                  </a:lnTo>
                  <a:lnTo>
                    <a:pt x="5252" y="5831"/>
                  </a:lnTo>
                  <a:lnTo>
                    <a:pt x="4827" y="5638"/>
                  </a:lnTo>
                  <a:lnTo>
                    <a:pt x="4248" y="5445"/>
                  </a:lnTo>
                  <a:lnTo>
                    <a:pt x="3901" y="5368"/>
                  </a:lnTo>
                  <a:lnTo>
                    <a:pt x="3592" y="5329"/>
                  </a:lnTo>
                  <a:lnTo>
                    <a:pt x="3283" y="5291"/>
                  </a:lnTo>
                  <a:lnTo>
                    <a:pt x="2974" y="5291"/>
                  </a:lnTo>
                  <a:lnTo>
                    <a:pt x="3167" y="4982"/>
                  </a:lnTo>
                  <a:lnTo>
                    <a:pt x="3283" y="4673"/>
                  </a:lnTo>
                  <a:lnTo>
                    <a:pt x="3399" y="4325"/>
                  </a:lnTo>
                  <a:lnTo>
                    <a:pt x="3476" y="3939"/>
                  </a:lnTo>
                  <a:lnTo>
                    <a:pt x="3515" y="3592"/>
                  </a:lnTo>
                  <a:lnTo>
                    <a:pt x="3515" y="3244"/>
                  </a:lnTo>
                  <a:lnTo>
                    <a:pt x="3476" y="2858"/>
                  </a:lnTo>
                  <a:lnTo>
                    <a:pt x="3437" y="2510"/>
                  </a:lnTo>
                  <a:lnTo>
                    <a:pt x="3322" y="1970"/>
                  </a:lnTo>
                  <a:lnTo>
                    <a:pt x="3128" y="1468"/>
                  </a:lnTo>
                  <a:lnTo>
                    <a:pt x="2935" y="1005"/>
                  </a:lnTo>
                  <a:lnTo>
                    <a:pt x="2704" y="503"/>
                  </a:lnTo>
                  <a:lnTo>
                    <a:pt x="2588" y="309"/>
                  </a:lnTo>
                  <a:lnTo>
                    <a:pt x="2433" y="116"/>
                  </a:lnTo>
                  <a:lnTo>
                    <a:pt x="2356" y="78"/>
                  </a:lnTo>
                  <a:lnTo>
                    <a:pt x="227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9" name="Google Shape;5629;p22"/>
            <p:cNvSpPr/>
            <p:nvPr/>
          </p:nvSpPr>
          <p:spPr>
            <a:xfrm>
              <a:off x="1264300" y="2944850"/>
              <a:ext cx="455675" cy="657425"/>
            </a:xfrm>
            <a:custGeom>
              <a:avLst/>
              <a:gdLst/>
              <a:ahLst/>
              <a:cxnLst/>
              <a:rect l="l" t="t" r="r" b="b"/>
              <a:pathLst>
                <a:path w="18227" h="26297" extrusionOk="0">
                  <a:moveTo>
                    <a:pt x="310" y="348"/>
                  </a:moveTo>
                  <a:lnTo>
                    <a:pt x="425" y="386"/>
                  </a:lnTo>
                  <a:lnTo>
                    <a:pt x="1700" y="1429"/>
                  </a:lnTo>
                  <a:lnTo>
                    <a:pt x="2974" y="2510"/>
                  </a:lnTo>
                  <a:lnTo>
                    <a:pt x="4210" y="3591"/>
                  </a:lnTo>
                  <a:lnTo>
                    <a:pt x="5445" y="4673"/>
                  </a:lnTo>
                  <a:lnTo>
                    <a:pt x="5098" y="5290"/>
                  </a:lnTo>
                  <a:lnTo>
                    <a:pt x="4943" y="5599"/>
                  </a:lnTo>
                  <a:lnTo>
                    <a:pt x="4712" y="5831"/>
                  </a:lnTo>
                  <a:lnTo>
                    <a:pt x="4519" y="6101"/>
                  </a:lnTo>
                  <a:lnTo>
                    <a:pt x="4248" y="6294"/>
                  </a:lnTo>
                  <a:lnTo>
                    <a:pt x="3978" y="6526"/>
                  </a:lnTo>
                  <a:lnTo>
                    <a:pt x="3669" y="6680"/>
                  </a:lnTo>
                  <a:lnTo>
                    <a:pt x="3360" y="6835"/>
                  </a:lnTo>
                  <a:lnTo>
                    <a:pt x="3051" y="6989"/>
                  </a:lnTo>
                  <a:lnTo>
                    <a:pt x="2395" y="7182"/>
                  </a:lnTo>
                  <a:lnTo>
                    <a:pt x="1738" y="7298"/>
                  </a:lnTo>
                  <a:lnTo>
                    <a:pt x="1082" y="7414"/>
                  </a:lnTo>
                  <a:lnTo>
                    <a:pt x="889" y="6526"/>
                  </a:lnTo>
                  <a:lnTo>
                    <a:pt x="734" y="5677"/>
                  </a:lnTo>
                  <a:lnTo>
                    <a:pt x="580" y="4788"/>
                  </a:lnTo>
                  <a:lnTo>
                    <a:pt x="464" y="3900"/>
                  </a:lnTo>
                  <a:lnTo>
                    <a:pt x="387" y="3012"/>
                  </a:lnTo>
                  <a:lnTo>
                    <a:pt x="348" y="2124"/>
                  </a:lnTo>
                  <a:lnTo>
                    <a:pt x="310" y="1236"/>
                  </a:lnTo>
                  <a:lnTo>
                    <a:pt x="310" y="348"/>
                  </a:lnTo>
                  <a:close/>
                  <a:moveTo>
                    <a:pt x="12357" y="12318"/>
                  </a:moveTo>
                  <a:lnTo>
                    <a:pt x="13014" y="12473"/>
                  </a:lnTo>
                  <a:lnTo>
                    <a:pt x="13709" y="12550"/>
                  </a:lnTo>
                  <a:lnTo>
                    <a:pt x="14404" y="12589"/>
                  </a:lnTo>
                  <a:lnTo>
                    <a:pt x="15060" y="12550"/>
                  </a:lnTo>
                  <a:lnTo>
                    <a:pt x="15640" y="13901"/>
                  </a:lnTo>
                  <a:lnTo>
                    <a:pt x="16296" y="15214"/>
                  </a:lnTo>
                  <a:lnTo>
                    <a:pt x="17648" y="17840"/>
                  </a:lnTo>
                  <a:lnTo>
                    <a:pt x="16644" y="17686"/>
                  </a:lnTo>
                  <a:lnTo>
                    <a:pt x="15640" y="17647"/>
                  </a:lnTo>
                  <a:lnTo>
                    <a:pt x="15331" y="17608"/>
                  </a:lnTo>
                  <a:lnTo>
                    <a:pt x="15099" y="17531"/>
                  </a:lnTo>
                  <a:lnTo>
                    <a:pt x="14983" y="17493"/>
                  </a:lnTo>
                  <a:lnTo>
                    <a:pt x="14906" y="17415"/>
                  </a:lnTo>
                  <a:lnTo>
                    <a:pt x="14751" y="17106"/>
                  </a:lnTo>
                  <a:lnTo>
                    <a:pt x="14365" y="16489"/>
                  </a:lnTo>
                  <a:lnTo>
                    <a:pt x="13979" y="15832"/>
                  </a:lnTo>
                  <a:lnTo>
                    <a:pt x="13941" y="15794"/>
                  </a:lnTo>
                  <a:lnTo>
                    <a:pt x="13902" y="15755"/>
                  </a:lnTo>
                  <a:lnTo>
                    <a:pt x="13747" y="15755"/>
                  </a:lnTo>
                  <a:lnTo>
                    <a:pt x="13670" y="15214"/>
                  </a:lnTo>
                  <a:lnTo>
                    <a:pt x="13516" y="14712"/>
                  </a:lnTo>
                  <a:lnTo>
                    <a:pt x="13323" y="14172"/>
                  </a:lnTo>
                  <a:lnTo>
                    <a:pt x="13091" y="13670"/>
                  </a:lnTo>
                  <a:lnTo>
                    <a:pt x="12744" y="13013"/>
                  </a:lnTo>
                  <a:lnTo>
                    <a:pt x="12357" y="12318"/>
                  </a:lnTo>
                  <a:close/>
                  <a:moveTo>
                    <a:pt x="5677" y="4904"/>
                  </a:moveTo>
                  <a:lnTo>
                    <a:pt x="6720" y="5947"/>
                  </a:lnTo>
                  <a:lnTo>
                    <a:pt x="7762" y="6989"/>
                  </a:lnTo>
                  <a:lnTo>
                    <a:pt x="8612" y="7916"/>
                  </a:lnTo>
                  <a:lnTo>
                    <a:pt x="9423" y="8920"/>
                  </a:lnTo>
                  <a:lnTo>
                    <a:pt x="10234" y="9886"/>
                  </a:lnTo>
                  <a:lnTo>
                    <a:pt x="10967" y="10928"/>
                  </a:lnTo>
                  <a:lnTo>
                    <a:pt x="11701" y="12009"/>
                  </a:lnTo>
                  <a:lnTo>
                    <a:pt x="12087" y="12550"/>
                  </a:lnTo>
                  <a:lnTo>
                    <a:pt x="12396" y="13129"/>
                  </a:lnTo>
                  <a:lnTo>
                    <a:pt x="12705" y="13708"/>
                  </a:lnTo>
                  <a:lnTo>
                    <a:pt x="12975" y="14326"/>
                  </a:lnTo>
                  <a:lnTo>
                    <a:pt x="13207" y="14944"/>
                  </a:lnTo>
                  <a:lnTo>
                    <a:pt x="13361" y="15562"/>
                  </a:lnTo>
                  <a:lnTo>
                    <a:pt x="13439" y="16180"/>
                  </a:lnTo>
                  <a:lnTo>
                    <a:pt x="13400" y="16759"/>
                  </a:lnTo>
                  <a:lnTo>
                    <a:pt x="13361" y="17068"/>
                  </a:lnTo>
                  <a:lnTo>
                    <a:pt x="13284" y="17338"/>
                  </a:lnTo>
                  <a:lnTo>
                    <a:pt x="13207" y="17608"/>
                  </a:lnTo>
                  <a:lnTo>
                    <a:pt x="13091" y="17879"/>
                  </a:lnTo>
                  <a:lnTo>
                    <a:pt x="12975" y="18149"/>
                  </a:lnTo>
                  <a:lnTo>
                    <a:pt x="12821" y="18381"/>
                  </a:lnTo>
                  <a:lnTo>
                    <a:pt x="12628" y="18612"/>
                  </a:lnTo>
                  <a:lnTo>
                    <a:pt x="12435" y="18806"/>
                  </a:lnTo>
                  <a:lnTo>
                    <a:pt x="12203" y="18999"/>
                  </a:lnTo>
                  <a:lnTo>
                    <a:pt x="11971" y="19153"/>
                  </a:lnTo>
                  <a:lnTo>
                    <a:pt x="11662" y="19308"/>
                  </a:lnTo>
                  <a:lnTo>
                    <a:pt x="11392" y="19423"/>
                  </a:lnTo>
                  <a:lnTo>
                    <a:pt x="10813" y="19539"/>
                  </a:lnTo>
                  <a:lnTo>
                    <a:pt x="10234" y="19616"/>
                  </a:lnTo>
                  <a:lnTo>
                    <a:pt x="9693" y="19578"/>
                  </a:lnTo>
                  <a:lnTo>
                    <a:pt x="9114" y="19462"/>
                  </a:lnTo>
                  <a:lnTo>
                    <a:pt x="8573" y="19308"/>
                  </a:lnTo>
                  <a:lnTo>
                    <a:pt x="8032" y="19076"/>
                  </a:lnTo>
                  <a:lnTo>
                    <a:pt x="7531" y="18767"/>
                  </a:lnTo>
                  <a:lnTo>
                    <a:pt x="7067" y="18458"/>
                  </a:lnTo>
                  <a:lnTo>
                    <a:pt x="6642" y="18072"/>
                  </a:lnTo>
                  <a:lnTo>
                    <a:pt x="6256" y="17686"/>
                  </a:lnTo>
                  <a:lnTo>
                    <a:pt x="5870" y="17261"/>
                  </a:lnTo>
                  <a:lnTo>
                    <a:pt x="5484" y="16798"/>
                  </a:lnTo>
                  <a:lnTo>
                    <a:pt x="4827" y="15871"/>
                  </a:lnTo>
                  <a:lnTo>
                    <a:pt x="4210" y="14944"/>
                  </a:lnTo>
                  <a:lnTo>
                    <a:pt x="3592" y="13901"/>
                  </a:lnTo>
                  <a:lnTo>
                    <a:pt x="3051" y="12859"/>
                  </a:lnTo>
                  <a:lnTo>
                    <a:pt x="2549" y="11778"/>
                  </a:lnTo>
                  <a:lnTo>
                    <a:pt x="2086" y="10696"/>
                  </a:lnTo>
                  <a:lnTo>
                    <a:pt x="1816" y="9963"/>
                  </a:lnTo>
                  <a:lnTo>
                    <a:pt x="1584" y="9190"/>
                  </a:lnTo>
                  <a:lnTo>
                    <a:pt x="1352" y="8457"/>
                  </a:lnTo>
                  <a:lnTo>
                    <a:pt x="1159" y="7723"/>
                  </a:lnTo>
                  <a:lnTo>
                    <a:pt x="1816" y="7646"/>
                  </a:lnTo>
                  <a:lnTo>
                    <a:pt x="2549" y="7491"/>
                  </a:lnTo>
                  <a:lnTo>
                    <a:pt x="3244" y="7298"/>
                  </a:lnTo>
                  <a:lnTo>
                    <a:pt x="3592" y="7144"/>
                  </a:lnTo>
                  <a:lnTo>
                    <a:pt x="3901" y="6989"/>
                  </a:lnTo>
                  <a:lnTo>
                    <a:pt x="4248" y="6796"/>
                  </a:lnTo>
                  <a:lnTo>
                    <a:pt x="4519" y="6603"/>
                  </a:lnTo>
                  <a:lnTo>
                    <a:pt x="4789" y="6410"/>
                  </a:lnTo>
                  <a:lnTo>
                    <a:pt x="5059" y="6140"/>
                  </a:lnTo>
                  <a:lnTo>
                    <a:pt x="5252" y="5870"/>
                  </a:lnTo>
                  <a:lnTo>
                    <a:pt x="5445" y="5599"/>
                  </a:lnTo>
                  <a:lnTo>
                    <a:pt x="5561" y="5252"/>
                  </a:lnTo>
                  <a:lnTo>
                    <a:pt x="5677" y="4904"/>
                  </a:lnTo>
                  <a:close/>
                  <a:moveTo>
                    <a:pt x="13284" y="18381"/>
                  </a:moveTo>
                  <a:lnTo>
                    <a:pt x="13593" y="18612"/>
                  </a:lnTo>
                  <a:lnTo>
                    <a:pt x="13902" y="18844"/>
                  </a:lnTo>
                  <a:lnTo>
                    <a:pt x="13632" y="19230"/>
                  </a:lnTo>
                  <a:lnTo>
                    <a:pt x="13323" y="19578"/>
                  </a:lnTo>
                  <a:lnTo>
                    <a:pt x="12975" y="19887"/>
                  </a:lnTo>
                  <a:lnTo>
                    <a:pt x="12589" y="20157"/>
                  </a:lnTo>
                  <a:lnTo>
                    <a:pt x="12164" y="20350"/>
                  </a:lnTo>
                  <a:lnTo>
                    <a:pt x="11701" y="20505"/>
                  </a:lnTo>
                  <a:lnTo>
                    <a:pt x="11238" y="20582"/>
                  </a:lnTo>
                  <a:lnTo>
                    <a:pt x="10736" y="20620"/>
                  </a:lnTo>
                  <a:lnTo>
                    <a:pt x="10697" y="20620"/>
                  </a:lnTo>
                  <a:lnTo>
                    <a:pt x="10581" y="19964"/>
                  </a:lnTo>
                  <a:lnTo>
                    <a:pt x="10967" y="19887"/>
                  </a:lnTo>
                  <a:lnTo>
                    <a:pt x="11392" y="19810"/>
                  </a:lnTo>
                  <a:lnTo>
                    <a:pt x="11740" y="19694"/>
                  </a:lnTo>
                  <a:lnTo>
                    <a:pt x="12126" y="19501"/>
                  </a:lnTo>
                  <a:lnTo>
                    <a:pt x="12473" y="19308"/>
                  </a:lnTo>
                  <a:lnTo>
                    <a:pt x="12782" y="19037"/>
                  </a:lnTo>
                  <a:lnTo>
                    <a:pt x="13052" y="18728"/>
                  </a:lnTo>
                  <a:lnTo>
                    <a:pt x="13284" y="18381"/>
                  </a:lnTo>
                  <a:close/>
                  <a:moveTo>
                    <a:pt x="14172" y="18999"/>
                  </a:moveTo>
                  <a:lnTo>
                    <a:pt x="14636" y="19230"/>
                  </a:lnTo>
                  <a:lnTo>
                    <a:pt x="14327" y="19732"/>
                  </a:lnTo>
                  <a:lnTo>
                    <a:pt x="13941" y="20157"/>
                  </a:lnTo>
                  <a:lnTo>
                    <a:pt x="13516" y="20543"/>
                  </a:lnTo>
                  <a:lnTo>
                    <a:pt x="13091" y="20852"/>
                  </a:lnTo>
                  <a:lnTo>
                    <a:pt x="12589" y="21122"/>
                  </a:lnTo>
                  <a:lnTo>
                    <a:pt x="12087" y="21315"/>
                  </a:lnTo>
                  <a:lnTo>
                    <a:pt x="11508" y="21470"/>
                  </a:lnTo>
                  <a:lnTo>
                    <a:pt x="10929" y="21624"/>
                  </a:lnTo>
                  <a:lnTo>
                    <a:pt x="10929" y="21393"/>
                  </a:lnTo>
                  <a:lnTo>
                    <a:pt x="10851" y="21200"/>
                  </a:lnTo>
                  <a:lnTo>
                    <a:pt x="10736" y="20814"/>
                  </a:lnTo>
                  <a:lnTo>
                    <a:pt x="11276" y="20852"/>
                  </a:lnTo>
                  <a:lnTo>
                    <a:pt x="11778" y="20775"/>
                  </a:lnTo>
                  <a:lnTo>
                    <a:pt x="12280" y="20659"/>
                  </a:lnTo>
                  <a:lnTo>
                    <a:pt x="12744" y="20427"/>
                  </a:lnTo>
                  <a:lnTo>
                    <a:pt x="13168" y="20157"/>
                  </a:lnTo>
                  <a:lnTo>
                    <a:pt x="13554" y="19810"/>
                  </a:lnTo>
                  <a:lnTo>
                    <a:pt x="13863" y="19423"/>
                  </a:lnTo>
                  <a:lnTo>
                    <a:pt x="14172" y="18999"/>
                  </a:lnTo>
                  <a:close/>
                  <a:moveTo>
                    <a:pt x="14018" y="20659"/>
                  </a:moveTo>
                  <a:lnTo>
                    <a:pt x="14172" y="20852"/>
                  </a:lnTo>
                  <a:lnTo>
                    <a:pt x="14288" y="20968"/>
                  </a:lnTo>
                  <a:lnTo>
                    <a:pt x="14134" y="21007"/>
                  </a:lnTo>
                  <a:lnTo>
                    <a:pt x="14056" y="21045"/>
                  </a:lnTo>
                  <a:lnTo>
                    <a:pt x="14018" y="21122"/>
                  </a:lnTo>
                  <a:lnTo>
                    <a:pt x="13979" y="21200"/>
                  </a:lnTo>
                  <a:lnTo>
                    <a:pt x="14018" y="21277"/>
                  </a:lnTo>
                  <a:lnTo>
                    <a:pt x="14404" y="21663"/>
                  </a:lnTo>
                  <a:lnTo>
                    <a:pt x="14751" y="22049"/>
                  </a:lnTo>
                  <a:lnTo>
                    <a:pt x="15099" y="22435"/>
                  </a:lnTo>
                  <a:lnTo>
                    <a:pt x="15408" y="22860"/>
                  </a:lnTo>
                  <a:lnTo>
                    <a:pt x="15678" y="23285"/>
                  </a:lnTo>
                  <a:lnTo>
                    <a:pt x="15910" y="23748"/>
                  </a:lnTo>
                  <a:lnTo>
                    <a:pt x="16142" y="24250"/>
                  </a:lnTo>
                  <a:lnTo>
                    <a:pt x="16335" y="24714"/>
                  </a:lnTo>
                  <a:lnTo>
                    <a:pt x="15871" y="24636"/>
                  </a:lnTo>
                  <a:lnTo>
                    <a:pt x="15485" y="24521"/>
                  </a:lnTo>
                  <a:lnTo>
                    <a:pt x="15099" y="24327"/>
                  </a:lnTo>
                  <a:lnTo>
                    <a:pt x="14790" y="24096"/>
                  </a:lnTo>
                  <a:lnTo>
                    <a:pt x="14481" y="23825"/>
                  </a:lnTo>
                  <a:lnTo>
                    <a:pt x="14211" y="23517"/>
                  </a:lnTo>
                  <a:lnTo>
                    <a:pt x="13979" y="23169"/>
                  </a:lnTo>
                  <a:lnTo>
                    <a:pt x="13747" y="22744"/>
                  </a:lnTo>
                  <a:lnTo>
                    <a:pt x="13593" y="22397"/>
                  </a:lnTo>
                  <a:lnTo>
                    <a:pt x="13400" y="22126"/>
                  </a:lnTo>
                  <a:lnTo>
                    <a:pt x="13284" y="22011"/>
                  </a:lnTo>
                  <a:lnTo>
                    <a:pt x="13130" y="21895"/>
                  </a:lnTo>
                  <a:lnTo>
                    <a:pt x="12975" y="21856"/>
                  </a:lnTo>
                  <a:lnTo>
                    <a:pt x="12821" y="21895"/>
                  </a:lnTo>
                  <a:lnTo>
                    <a:pt x="12821" y="21702"/>
                  </a:lnTo>
                  <a:lnTo>
                    <a:pt x="12898" y="21470"/>
                  </a:lnTo>
                  <a:lnTo>
                    <a:pt x="13207" y="21315"/>
                  </a:lnTo>
                  <a:lnTo>
                    <a:pt x="13477" y="21122"/>
                  </a:lnTo>
                  <a:lnTo>
                    <a:pt x="13786" y="20891"/>
                  </a:lnTo>
                  <a:lnTo>
                    <a:pt x="14018" y="20659"/>
                  </a:lnTo>
                  <a:close/>
                  <a:moveTo>
                    <a:pt x="5291" y="17145"/>
                  </a:moveTo>
                  <a:lnTo>
                    <a:pt x="5677" y="17608"/>
                  </a:lnTo>
                  <a:lnTo>
                    <a:pt x="6102" y="18072"/>
                  </a:lnTo>
                  <a:lnTo>
                    <a:pt x="6565" y="18497"/>
                  </a:lnTo>
                  <a:lnTo>
                    <a:pt x="7029" y="18883"/>
                  </a:lnTo>
                  <a:lnTo>
                    <a:pt x="7531" y="19192"/>
                  </a:lnTo>
                  <a:lnTo>
                    <a:pt x="7531" y="19230"/>
                  </a:lnTo>
                  <a:lnTo>
                    <a:pt x="7917" y="19964"/>
                  </a:lnTo>
                  <a:lnTo>
                    <a:pt x="8380" y="20698"/>
                  </a:lnTo>
                  <a:lnTo>
                    <a:pt x="8573" y="20968"/>
                  </a:lnTo>
                  <a:lnTo>
                    <a:pt x="8805" y="21238"/>
                  </a:lnTo>
                  <a:lnTo>
                    <a:pt x="8998" y="21509"/>
                  </a:lnTo>
                  <a:lnTo>
                    <a:pt x="9036" y="21663"/>
                  </a:lnTo>
                  <a:lnTo>
                    <a:pt x="9075" y="21817"/>
                  </a:lnTo>
                  <a:lnTo>
                    <a:pt x="9075" y="22011"/>
                  </a:lnTo>
                  <a:lnTo>
                    <a:pt x="9036" y="22204"/>
                  </a:lnTo>
                  <a:lnTo>
                    <a:pt x="8882" y="22590"/>
                  </a:lnTo>
                  <a:lnTo>
                    <a:pt x="8496" y="23362"/>
                  </a:lnTo>
                  <a:lnTo>
                    <a:pt x="7955" y="24868"/>
                  </a:lnTo>
                  <a:lnTo>
                    <a:pt x="7608" y="24173"/>
                  </a:lnTo>
                  <a:lnTo>
                    <a:pt x="7260" y="23555"/>
                  </a:lnTo>
                  <a:lnTo>
                    <a:pt x="6874" y="22899"/>
                  </a:lnTo>
                  <a:lnTo>
                    <a:pt x="6488" y="22281"/>
                  </a:lnTo>
                  <a:lnTo>
                    <a:pt x="5716" y="21315"/>
                  </a:lnTo>
                  <a:lnTo>
                    <a:pt x="5214" y="20736"/>
                  </a:lnTo>
                  <a:lnTo>
                    <a:pt x="4982" y="20389"/>
                  </a:lnTo>
                  <a:lnTo>
                    <a:pt x="4789" y="20080"/>
                  </a:lnTo>
                  <a:lnTo>
                    <a:pt x="4827" y="20003"/>
                  </a:lnTo>
                  <a:lnTo>
                    <a:pt x="4827" y="19925"/>
                  </a:lnTo>
                  <a:lnTo>
                    <a:pt x="4827" y="19887"/>
                  </a:lnTo>
                  <a:lnTo>
                    <a:pt x="4750" y="19810"/>
                  </a:lnTo>
                  <a:lnTo>
                    <a:pt x="5021" y="18458"/>
                  </a:lnTo>
                  <a:lnTo>
                    <a:pt x="5291" y="17145"/>
                  </a:lnTo>
                  <a:close/>
                  <a:moveTo>
                    <a:pt x="14481" y="20157"/>
                  </a:moveTo>
                  <a:lnTo>
                    <a:pt x="15022" y="20273"/>
                  </a:lnTo>
                  <a:lnTo>
                    <a:pt x="15485" y="20466"/>
                  </a:lnTo>
                  <a:lnTo>
                    <a:pt x="15987" y="20659"/>
                  </a:lnTo>
                  <a:lnTo>
                    <a:pt x="16451" y="20891"/>
                  </a:lnTo>
                  <a:lnTo>
                    <a:pt x="16180" y="21007"/>
                  </a:lnTo>
                  <a:lnTo>
                    <a:pt x="15949" y="21007"/>
                  </a:lnTo>
                  <a:lnTo>
                    <a:pt x="15678" y="20968"/>
                  </a:lnTo>
                  <a:lnTo>
                    <a:pt x="15447" y="20891"/>
                  </a:lnTo>
                  <a:lnTo>
                    <a:pt x="15292" y="20891"/>
                  </a:lnTo>
                  <a:lnTo>
                    <a:pt x="15176" y="20968"/>
                  </a:lnTo>
                  <a:lnTo>
                    <a:pt x="15176" y="21045"/>
                  </a:lnTo>
                  <a:lnTo>
                    <a:pt x="15176" y="21084"/>
                  </a:lnTo>
                  <a:lnTo>
                    <a:pt x="15215" y="21161"/>
                  </a:lnTo>
                  <a:lnTo>
                    <a:pt x="15253" y="21200"/>
                  </a:lnTo>
                  <a:lnTo>
                    <a:pt x="15794" y="21547"/>
                  </a:lnTo>
                  <a:lnTo>
                    <a:pt x="16257" y="21972"/>
                  </a:lnTo>
                  <a:lnTo>
                    <a:pt x="16489" y="22204"/>
                  </a:lnTo>
                  <a:lnTo>
                    <a:pt x="16682" y="22435"/>
                  </a:lnTo>
                  <a:lnTo>
                    <a:pt x="16837" y="22706"/>
                  </a:lnTo>
                  <a:lnTo>
                    <a:pt x="16991" y="22976"/>
                  </a:lnTo>
                  <a:lnTo>
                    <a:pt x="17223" y="23517"/>
                  </a:lnTo>
                  <a:lnTo>
                    <a:pt x="17339" y="23825"/>
                  </a:lnTo>
                  <a:lnTo>
                    <a:pt x="17416" y="24173"/>
                  </a:lnTo>
                  <a:lnTo>
                    <a:pt x="17493" y="24482"/>
                  </a:lnTo>
                  <a:lnTo>
                    <a:pt x="17532" y="24791"/>
                  </a:lnTo>
                  <a:lnTo>
                    <a:pt x="17493" y="25100"/>
                  </a:lnTo>
                  <a:lnTo>
                    <a:pt x="17455" y="25409"/>
                  </a:lnTo>
                  <a:lnTo>
                    <a:pt x="17339" y="25602"/>
                  </a:lnTo>
                  <a:lnTo>
                    <a:pt x="17223" y="25756"/>
                  </a:lnTo>
                  <a:lnTo>
                    <a:pt x="17068" y="25833"/>
                  </a:lnTo>
                  <a:lnTo>
                    <a:pt x="16914" y="25872"/>
                  </a:lnTo>
                  <a:lnTo>
                    <a:pt x="16528" y="25872"/>
                  </a:lnTo>
                  <a:lnTo>
                    <a:pt x="16103" y="25756"/>
                  </a:lnTo>
                  <a:lnTo>
                    <a:pt x="15447" y="25563"/>
                  </a:lnTo>
                  <a:lnTo>
                    <a:pt x="15099" y="25409"/>
                  </a:lnTo>
                  <a:lnTo>
                    <a:pt x="14790" y="25254"/>
                  </a:lnTo>
                  <a:lnTo>
                    <a:pt x="14443" y="25061"/>
                  </a:lnTo>
                  <a:lnTo>
                    <a:pt x="14095" y="24829"/>
                  </a:lnTo>
                  <a:lnTo>
                    <a:pt x="13786" y="24559"/>
                  </a:lnTo>
                  <a:lnTo>
                    <a:pt x="13516" y="24250"/>
                  </a:lnTo>
                  <a:lnTo>
                    <a:pt x="13284" y="23903"/>
                  </a:lnTo>
                  <a:lnTo>
                    <a:pt x="13091" y="23555"/>
                  </a:lnTo>
                  <a:lnTo>
                    <a:pt x="12937" y="23208"/>
                  </a:lnTo>
                  <a:lnTo>
                    <a:pt x="12821" y="22783"/>
                  </a:lnTo>
                  <a:lnTo>
                    <a:pt x="12744" y="22706"/>
                  </a:lnTo>
                  <a:lnTo>
                    <a:pt x="12666" y="22667"/>
                  </a:lnTo>
                  <a:lnTo>
                    <a:pt x="12589" y="22706"/>
                  </a:lnTo>
                  <a:lnTo>
                    <a:pt x="12512" y="22744"/>
                  </a:lnTo>
                  <a:lnTo>
                    <a:pt x="12048" y="23439"/>
                  </a:lnTo>
                  <a:lnTo>
                    <a:pt x="11933" y="23053"/>
                  </a:lnTo>
                  <a:lnTo>
                    <a:pt x="11855" y="22628"/>
                  </a:lnTo>
                  <a:lnTo>
                    <a:pt x="11855" y="22242"/>
                  </a:lnTo>
                  <a:lnTo>
                    <a:pt x="11894" y="21817"/>
                  </a:lnTo>
                  <a:lnTo>
                    <a:pt x="12280" y="21740"/>
                  </a:lnTo>
                  <a:lnTo>
                    <a:pt x="12666" y="21586"/>
                  </a:lnTo>
                  <a:lnTo>
                    <a:pt x="12589" y="21817"/>
                  </a:lnTo>
                  <a:lnTo>
                    <a:pt x="12589" y="22049"/>
                  </a:lnTo>
                  <a:lnTo>
                    <a:pt x="12589" y="22126"/>
                  </a:lnTo>
                  <a:lnTo>
                    <a:pt x="12628" y="22165"/>
                  </a:lnTo>
                  <a:lnTo>
                    <a:pt x="12937" y="22165"/>
                  </a:lnTo>
                  <a:lnTo>
                    <a:pt x="13130" y="22319"/>
                  </a:lnTo>
                  <a:lnTo>
                    <a:pt x="13323" y="22551"/>
                  </a:lnTo>
                  <a:lnTo>
                    <a:pt x="13516" y="22821"/>
                  </a:lnTo>
                  <a:lnTo>
                    <a:pt x="13863" y="23439"/>
                  </a:lnTo>
                  <a:lnTo>
                    <a:pt x="14095" y="23825"/>
                  </a:lnTo>
                  <a:lnTo>
                    <a:pt x="14404" y="24173"/>
                  </a:lnTo>
                  <a:lnTo>
                    <a:pt x="14751" y="24482"/>
                  </a:lnTo>
                  <a:lnTo>
                    <a:pt x="15176" y="24752"/>
                  </a:lnTo>
                  <a:lnTo>
                    <a:pt x="15640" y="24907"/>
                  </a:lnTo>
                  <a:lnTo>
                    <a:pt x="15871" y="24945"/>
                  </a:lnTo>
                  <a:lnTo>
                    <a:pt x="16103" y="24984"/>
                  </a:lnTo>
                  <a:lnTo>
                    <a:pt x="16566" y="24984"/>
                  </a:lnTo>
                  <a:lnTo>
                    <a:pt x="16644" y="24945"/>
                  </a:lnTo>
                  <a:lnTo>
                    <a:pt x="16644" y="24907"/>
                  </a:lnTo>
                  <a:lnTo>
                    <a:pt x="16644" y="24829"/>
                  </a:lnTo>
                  <a:lnTo>
                    <a:pt x="16605" y="24791"/>
                  </a:lnTo>
                  <a:lnTo>
                    <a:pt x="16605" y="24752"/>
                  </a:lnTo>
                  <a:lnTo>
                    <a:pt x="16451" y="24250"/>
                  </a:lnTo>
                  <a:lnTo>
                    <a:pt x="16257" y="23748"/>
                  </a:lnTo>
                  <a:lnTo>
                    <a:pt x="16026" y="23285"/>
                  </a:lnTo>
                  <a:lnTo>
                    <a:pt x="15755" y="22821"/>
                  </a:lnTo>
                  <a:lnTo>
                    <a:pt x="15485" y="22397"/>
                  </a:lnTo>
                  <a:lnTo>
                    <a:pt x="15176" y="22011"/>
                  </a:lnTo>
                  <a:lnTo>
                    <a:pt x="14829" y="21586"/>
                  </a:lnTo>
                  <a:lnTo>
                    <a:pt x="14443" y="21238"/>
                  </a:lnTo>
                  <a:lnTo>
                    <a:pt x="14597" y="21161"/>
                  </a:lnTo>
                  <a:lnTo>
                    <a:pt x="14713" y="21045"/>
                  </a:lnTo>
                  <a:lnTo>
                    <a:pt x="14751" y="20968"/>
                  </a:lnTo>
                  <a:lnTo>
                    <a:pt x="14751" y="20929"/>
                  </a:lnTo>
                  <a:lnTo>
                    <a:pt x="14713" y="20852"/>
                  </a:lnTo>
                  <a:lnTo>
                    <a:pt x="14674" y="20814"/>
                  </a:lnTo>
                  <a:lnTo>
                    <a:pt x="14211" y="20505"/>
                  </a:lnTo>
                  <a:lnTo>
                    <a:pt x="14481" y="20157"/>
                  </a:lnTo>
                  <a:close/>
                  <a:moveTo>
                    <a:pt x="155" y="0"/>
                  </a:moveTo>
                  <a:lnTo>
                    <a:pt x="116" y="39"/>
                  </a:lnTo>
                  <a:lnTo>
                    <a:pt x="78" y="77"/>
                  </a:lnTo>
                  <a:lnTo>
                    <a:pt x="116" y="155"/>
                  </a:lnTo>
                  <a:lnTo>
                    <a:pt x="78" y="193"/>
                  </a:lnTo>
                  <a:lnTo>
                    <a:pt x="39" y="270"/>
                  </a:lnTo>
                  <a:lnTo>
                    <a:pt x="1" y="1583"/>
                  </a:lnTo>
                  <a:lnTo>
                    <a:pt x="39" y="2896"/>
                  </a:lnTo>
                  <a:lnTo>
                    <a:pt x="116" y="4171"/>
                  </a:lnTo>
                  <a:lnTo>
                    <a:pt x="310" y="5483"/>
                  </a:lnTo>
                  <a:lnTo>
                    <a:pt x="541" y="6758"/>
                  </a:lnTo>
                  <a:lnTo>
                    <a:pt x="850" y="8032"/>
                  </a:lnTo>
                  <a:lnTo>
                    <a:pt x="1198" y="9306"/>
                  </a:lnTo>
                  <a:lnTo>
                    <a:pt x="1622" y="10542"/>
                  </a:lnTo>
                  <a:lnTo>
                    <a:pt x="2124" y="11739"/>
                  </a:lnTo>
                  <a:lnTo>
                    <a:pt x="2665" y="12936"/>
                  </a:lnTo>
                  <a:lnTo>
                    <a:pt x="3283" y="14095"/>
                  </a:lnTo>
                  <a:lnTo>
                    <a:pt x="3978" y="15214"/>
                  </a:lnTo>
                  <a:lnTo>
                    <a:pt x="4519" y="16064"/>
                  </a:lnTo>
                  <a:lnTo>
                    <a:pt x="5098" y="16913"/>
                  </a:lnTo>
                  <a:lnTo>
                    <a:pt x="4827" y="17686"/>
                  </a:lnTo>
                  <a:lnTo>
                    <a:pt x="4596" y="18458"/>
                  </a:lnTo>
                  <a:lnTo>
                    <a:pt x="4441" y="19269"/>
                  </a:lnTo>
                  <a:lnTo>
                    <a:pt x="4325" y="20080"/>
                  </a:lnTo>
                  <a:lnTo>
                    <a:pt x="4325" y="20157"/>
                  </a:lnTo>
                  <a:lnTo>
                    <a:pt x="4364" y="20196"/>
                  </a:lnTo>
                  <a:lnTo>
                    <a:pt x="4480" y="20273"/>
                  </a:lnTo>
                  <a:lnTo>
                    <a:pt x="4596" y="20543"/>
                  </a:lnTo>
                  <a:lnTo>
                    <a:pt x="4712" y="20775"/>
                  </a:lnTo>
                  <a:lnTo>
                    <a:pt x="4905" y="21045"/>
                  </a:lnTo>
                  <a:lnTo>
                    <a:pt x="5059" y="21277"/>
                  </a:lnTo>
                  <a:lnTo>
                    <a:pt x="5484" y="21702"/>
                  </a:lnTo>
                  <a:lnTo>
                    <a:pt x="5831" y="22165"/>
                  </a:lnTo>
                  <a:lnTo>
                    <a:pt x="6333" y="22860"/>
                  </a:lnTo>
                  <a:lnTo>
                    <a:pt x="6835" y="23594"/>
                  </a:lnTo>
                  <a:lnTo>
                    <a:pt x="7260" y="24366"/>
                  </a:lnTo>
                  <a:lnTo>
                    <a:pt x="7646" y="25138"/>
                  </a:lnTo>
                  <a:lnTo>
                    <a:pt x="7724" y="25216"/>
                  </a:lnTo>
                  <a:lnTo>
                    <a:pt x="7878" y="25216"/>
                  </a:lnTo>
                  <a:lnTo>
                    <a:pt x="7917" y="25177"/>
                  </a:lnTo>
                  <a:lnTo>
                    <a:pt x="7994" y="25216"/>
                  </a:lnTo>
                  <a:lnTo>
                    <a:pt x="8110" y="25216"/>
                  </a:lnTo>
                  <a:lnTo>
                    <a:pt x="8187" y="25138"/>
                  </a:lnTo>
                  <a:lnTo>
                    <a:pt x="8534" y="24327"/>
                  </a:lnTo>
                  <a:lnTo>
                    <a:pt x="8921" y="23478"/>
                  </a:lnTo>
                  <a:lnTo>
                    <a:pt x="9577" y="21779"/>
                  </a:lnTo>
                  <a:lnTo>
                    <a:pt x="9577" y="21663"/>
                  </a:lnTo>
                  <a:lnTo>
                    <a:pt x="9538" y="21586"/>
                  </a:lnTo>
                  <a:lnTo>
                    <a:pt x="8766" y="20543"/>
                  </a:lnTo>
                  <a:lnTo>
                    <a:pt x="8071" y="19462"/>
                  </a:lnTo>
                  <a:lnTo>
                    <a:pt x="8612" y="19694"/>
                  </a:lnTo>
                  <a:lnTo>
                    <a:pt x="9152" y="19848"/>
                  </a:lnTo>
                  <a:lnTo>
                    <a:pt x="9732" y="19925"/>
                  </a:lnTo>
                  <a:lnTo>
                    <a:pt x="10311" y="19964"/>
                  </a:lnTo>
                  <a:lnTo>
                    <a:pt x="10311" y="20389"/>
                  </a:lnTo>
                  <a:lnTo>
                    <a:pt x="10349" y="20852"/>
                  </a:lnTo>
                  <a:lnTo>
                    <a:pt x="10465" y="21315"/>
                  </a:lnTo>
                  <a:lnTo>
                    <a:pt x="10542" y="21547"/>
                  </a:lnTo>
                  <a:lnTo>
                    <a:pt x="10697" y="21740"/>
                  </a:lnTo>
                  <a:lnTo>
                    <a:pt x="10736" y="21779"/>
                  </a:lnTo>
                  <a:lnTo>
                    <a:pt x="10813" y="21779"/>
                  </a:lnTo>
                  <a:lnTo>
                    <a:pt x="10851" y="21856"/>
                  </a:lnTo>
                  <a:lnTo>
                    <a:pt x="10929" y="21856"/>
                  </a:lnTo>
                  <a:lnTo>
                    <a:pt x="11315" y="21895"/>
                  </a:lnTo>
                  <a:lnTo>
                    <a:pt x="11662" y="21856"/>
                  </a:lnTo>
                  <a:lnTo>
                    <a:pt x="11624" y="22126"/>
                  </a:lnTo>
                  <a:lnTo>
                    <a:pt x="11585" y="22358"/>
                  </a:lnTo>
                  <a:lnTo>
                    <a:pt x="11546" y="22590"/>
                  </a:lnTo>
                  <a:lnTo>
                    <a:pt x="11585" y="22860"/>
                  </a:lnTo>
                  <a:lnTo>
                    <a:pt x="11624" y="23092"/>
                  </a:lnTo>
                  <a:lnTo>
                    <a:pt x="11662" y="23323"/>
                  </a:lnTo>
                  <a:lnTo>
                    <a:pt x="11778" y="23594"/>
                  </a:lnTo>
                  <a:lnTo>
                    <a:pt x="11894" y="23825"/>
                  </a:lnTo>
                  <a:lnTo>
                    <a:pt x="11933" y="23903"/>
                  </a:lnTo>
                  <a:lnTo>
                    <a:pt x="12010" y="23903"/>
                  </a:lnTo>
                  <a:lnTo>
                    <a:pt x="12087" y="23864"/>
                  </a:lnTo>
                  <a:lnTo>
                    <a:pt x="12164" y="23825"/>
                  </a:lnTo>
                  <a:lnTo>
                    <a:pt x="12589" y="23208"/>
                  </a:lnTo>
                  <a:lnTo>
                    <a:pt x="12744" y="23594"/>
                  </a:lnTo>
                  <a:lnTo>
                    <a:pt x="12937" y="23941"/>
                  </a:lnTo>
                  <a:lnTo>
                    <a:pt x="13168" y="24289"/>
                  </a:lnTo>
                  <a:lnTo>
                    <a:pt x="13439" y="24598"/>
                  </a:lnTo>
                  <a:lnTo>
                    <a:pt x="13709" y="24907"/>
                  </a:lnTo>
                  <a:lnTo>
                    <a:pt x="14018" y="25177"/>
                  </a:lnTo>
                  <a:lnTo>
                    <a:pt x="14365" y="25409"/>
                  </a:lnTo>
                  <a:lnTo>
                    <a:pt x="14713" y="25602"/>
                  </a:lnTo>
                  <a:lnTo>
                    <a:pt x="15331" y="25911"/>
                  </a:lnTo>
                  <a:lnTo>
                    <a:pt x="15717" y="26027"/>
                  </a:lnTo>
                  <a:lnTo>
                    <a:pt x="16142" y="26181"/>
                  </a:lnTo>
                  <a:lnTo>
                    <a:pt x="16566" y="26258"/>
                  </a:lnTo>
                  <a:lnTo>
                    <a:pt x="16953" y="26297"/>
                  </a:lnTo>
                  <a:lnTo>
                    <a:pt x="17146" y="26297"/>
                  </a:lnTo>
                  <a:lnTo>
                    <a:pt x="17300" y="26258"/>
                  </a:lnTo>
                  <a:lnTo>
                    <a:pt x="17416" y="26181"/>
                  </a:lnTo>
                  <a:lnTo>
                    <a:pt x="17570" y="26104"/>
                  </a:lnTo>
                  <a:lnTo>
                    <a:pt x="17648" y="25949"/>
                  </a:lnTo>
                  <a:lnTo>
                    <a:pt x="17725" y="25833"/>
                  </a:lnTo>
                  <a:lnTo>
                    <a:pt x="17841" y="25486"/>
                  </a:lnTo>
                  <a:lnTo>
                    <a:pt x="17879" y="25100"/>
                  </a:lnTo>
                  <a:lnTo>
                    <a:pt x="17841" y="24675"/>
                  </a:lnTo>
                  <a:lnTo>
                    <a:pt x="17802" y="24289"/>
                  </a:lnTo>
                  <a:lnTo>
                    <a:pt x="17686" y="23903"/>
                  </a:lnTo>
                  <a:lnTo>
                    <a:pt x="17493" y="23246"/>
                  </a:lnTo>
                  <a:lnTo>
                    <a:pt x="17223" y="22706"/>
                  </a:lnTo>
                  <a:lnTo>
                    <a:pt x="16914" y="22204"/>
                  </a:lnTo>
                  <a:lnTo>
                    <a:pt x="16528" y="21740"/>
                  </a:lnTo>
                  <a:lnTo>
                    <a:pt x="16103" y="21354"/>
                  </a:lnTo>
                  <a:lnTo>
                    <a:pt x="16296" y="21315"/>
                  </a:lnTo>
                  <a:lnTo>
                    <a:pt x="16489" y="21277"/>
                  </a:lnTo>
                  <a:lnTo>
                    <a:pt x="16682" y="21161"/>
                  </a:lnTo>
                  <a:lnTo>
                    <a:pt x="16875" y="21045"/>
                  </a:lnTo>
                  <a:lnTo>
                    <a:pt x="16914" y="21007"/>
                  </a:lnTo>
                  <a:lnTo>
                    <a:pt x="16953" y="20929"/>
                  </a:lnTo>
                  <a:lnTo>
                    <a:pt x="16914" y="20814"/>
                  </a:lnTo>
                  <a:lnTo>
                    <a:pt x="16875" y="20775"/>
                  </a:lnTo>
                  <a:lnTo>
                    <a:pt x="16335" y="20466"/>
                  </a:lnTo>
                  <a:lnTo>
                    <a:pt x="15833" y="20196"/>
                  </a:lnTo>
                  <a:lnTo>
                    <a:pt x="15292" y="20003"/>
                  </a:lnTo>
                  <a:lnTo>
                    <a:pt x="14713" y="19848"/>
                  </a:lnTo>
                  <a:lnTo>
                    <a:pt x="14983" y="19346"/>
                  </a:lnTo>
                  <a:lnTo>
                    <a:pt x="14983" y="19230"/>
                  </a:lnTo>
                  <a:lnTo>
                    <a:pt x="14983" y="19114"/>
                  </a:lnTo>
                  <a:lnTo>
                    <a:pt x="14983" y="19076"/>
                  </a:lnTo>
                  <a:lnTo>
                    <a:pt x="14945" y="19037"/>
                  </a:lnTo>
                  <a:lnTo>
                    <a:pt x="14172" y="18574"/>
                  </a:lnTo>
                  <a:lnTo>
                    <a:pt x="13825" y="18342"/>
                  </a:lnTo>
                  <a:lnTo>
                    <a:pt x="13477" y="18033"/>
                  </a:lnTo>
                  <a:lnTo>
                    <a:pt x="13554" y="17879"/>
                  </a:lnTo>
                  <a:lnTo>
                    <a:pt x="13670" y="17493"/>
                  </a:lnTo>
                  <a:lnTo>
                    <a:pt x="13747" y="17106"/>
                  </a:lnTo>
                  <a:lnTo>
                    <a:pt x="13786" y="16720"/>
                  </a:lnTo>
                  <a:lnTo>
                    <a:pt x="13825" y="16334"/>
                  </a:lnTo>
                  <a:lnTo>
                    <a:pt x="14249" y="17106"/>
                  </a:lnTo>
                  <a:lnTo>
                    <a:pt x="14674" y="17956"/>
                  </a:lnTo>
                  <a:lnTo>
                    <a:pt x="14751" y="18033"/>
                  </a:lnTo>
                  <a:lnTo>
                    <a:pt x="14867" y="18033"/>
                  </a:lnTo>
                  <a:lnTo>
                    <a:pt x="15640" y="18072"/>
                  </a:lnTo>
                  <a:lnTo>
                    <a:pt x="16412" y="18110"/>
                  </a:lnTo>
                  <a:lnTo>
                    <a:pt x="17184" y="18188"/>
                  </a:lnTo>
                  <a:lnTo>
                    <a:pt x="17957" y="18304"/>
                  </a:lnTo>
                  <a:lnTo>
                    <a:pt x="18111" y="18304"/>
                  </a:lnTo>
                  <a:lnTo>
                    <a:pt x="18188" y="18226"/>
                  </a:lnTo>
                  <a:lnTo>
                    <a:pt x="18227" y="18110"/>
                  </a:lnTo>
                  <a:lnTo>
                    <a:pt x="18188" y="17995"/>
                  </a:lnTo>
                  <a:lnTo>
                    <a:pt x="16798" y="15099"/>
                  </a:lnTo>
                  <a:lnTo>
                    <a:pt x="16064" y="13631"/>
                  </a:lnTo>
                  <a:lnTo>
                    <a:pt x="15678" y="12936"/>
                  </a:lnTo>
                  <a:lnTo>
                    <a:pt x="15253" y="12241"/>
                  </a:lnTo>
                  <a:lnTo>
                    <a:pt x="15176" y="12202"/>
                  </a:lnTo>
                  <a:lnTo>
                    <a:pt x="15099" y="12202"/>
                  </a:lnTo>
                  <a:lnTo>
                    <a:pt x="14713" y="12164"/>
                  </a:lnTo>
                  <a:lnTo>
                    <a:pt x="14288" y="12164"/>
                  </a:lnTo>
                  <a:lnTo>
                    <a:pt x="13516" y="12125"/>
                  </a:lnTo>
                  <a:lnTo>
                    <a:pt x="12164" y="12009"/>
                  </a:lnTo>
                  <a:lnTo>
                    <a:pt x="11662" y="11198"/>
                  </a:lnTo>
                  <a:lnTo>
                    <a:pt x="11122" y="10465"/>
                  </a:lnTo>
                  <a:lnTo>
                    <a:pt x="10542" y="9731"/>
                  </a:lnTo>
                  <a:lnTo>
                    <a:pt x="10002" y="8997"/>
                  </a:lnTo>
                  <a:lnTo>
                    <a:pt x="8959" y="7762"/>
                  </a:lnTo>
                  <a:lnTo>
                    <a:pt x="7839" y="6565"/>
                  </a:lnTo>
                  <a:lnTo>
                    <a:pt x="6720" y="5406"/>
                  </a:lnTo>
                  <a:lnTo>
                    <a:pt x="5561" y="4286"/>
                  </a:lnTo>
                  <a:lnTo>
                    <a:pt x="4325" y="3205"/>
                  </a:lnTo>
                  <a:lnTo>
                    <a:pt x="3128" y="2163"/>
                  </a:lnTo>
                  <a:lnTo>
                    <a:pt x="1854" y="1120"/>
                  </a:lnTo>
                  <a:lnTo>
                    <a:pt x="580" y="116"/>
                  </a:lnTo>
                  <a:lnTo>
                    <a:pt x="541" y="77"/>
                  </a:lnTo>
                  <a:lnTo>
                    <a:pt x="464" y="77"/>
                  </a:lnTo>
                  <a:lnTo>
                    <a:pt x="348" y="39"/>
                  </a:lnTo>
                  <a:lnTo>
                    <a:pt x="23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0" name="Google Shape;5630;p22"/>
            <p:cNvSpPr/>
            <p:nvPr/>
          </p:nvSpPr>
          <p:spPr>
            <a:xfrm>
              <a:off x="668675" y="2948700"/>
              <a:ext cx="256800" cy="152550"/>
            </a:xfrm>
            <a:custGeom>
              <a:avLst/>
              <a:gdLst/>
              <a:ahLst/>
              <a:cxnLst/>
              <a:rect l="l" t="t" r="r" b="b"/>
              <a:pathLst>
                <a:path w="10272" h="6102" extrusionOk="0">
                  <a:moveTo>
                    <a:pt x="541" y="1"/>
                  </a:moveTo>
                  <a:lnTo>
                    <a:pt x="425" y="39"/>
                  </a:lnTo>
                  <a:lnTo>
                    <a:pt x="348" y="116"/>
                  </a:lnTo>
                  <a:lnTo>
                    <a:pt x="232" y="194"/>
                  </a:lnTo>
                  <a:lnTo>
                    <a:pt x="155" y="348"/>
                  </a:lnTo>
                  <a:lnTo>
                    <a:pt x="77" y="503"/>
                  </a:lnTo>
                  <a:lnTo>
                    <a:pt x="0" y="889"/>
                  </a:lnTo>
                  <a:lnTo>
                    <a:pt x="0" y="1275"/>
                  </a:lnTo>
                  <a:lnTo>
                    <a:pt x="0" y="1622"/>
                  </a:lnTo>
                  <a:lnTo>
                    <a:pt x="0" y="2047"/>
                  </a:lnTo>
                  <a:lnTo>
                    <a:pt x="77" y="2511"/>
                  </a:lnTo>
                  <a:lnTo>
                    <a:pt x="155" y="2935"/>
                  </a:lnTo>
                  <a:lnTo>
                    <a:pt x="309" y="3321"/>
                  </a:lnTo>
                  <a:lnTo>
                    <a:pt x="502" y="3785"/>
                  </a:lnTo>
                  <a:lnTo>
                    <a:pt x="734" y="4171"/>
                  </a:lnTo>
                  <a:lnTo>
                    <a:pt x="1004" y="4557"/>
                  </a:lnTo>
                  <a:lnTo>
                    <a:pt x="1313" y="4905"/>
                  </a:lnTo>
                  <a:lnTo>
                    <a:pt x="1699" y="5214"/>
                  </a:lnTo>
                  <a:lnTo>
                    <a:pt x="2047" y="5523"/>
                  </a:lnTo>
                  <a:lnTo>
                    <a:pt x="2472" y="5754"/>
                  </a:lnTo>
                  <a:lnTo>
                    <a:pt x="2896" y="5947"/>
                  </a:lnTo>
                  <a:lnTo>
                    <a:pt x="3167" y="5716"/>
                  </a:lnTo>
                  <a:lnTo>
                    <a:pt x="2819" y="5561"/>
                  </a:lnTo>
                  <a:lnTo>
                    <a:pt x="2510" y="5368"/>
                  </a:lnTo>
                  <a:lnTo>
                    <a:pt x="2240" y="5136"/>
                  </a:lnTo>
                  <a:lnTo>
                    <a:pt x="1931" y="4905"/>
                  </a:lnTo>
                  <a:lnTo>
                    <a:pt x="1661" y="4634"/>
                  </a:lnTo>
                  <a:lnTo>
                    <a:pt x="1429" y="4364"/>
                  </a:lnTo>
                  <a:lnTo>
                    <a:pt x="1197" y="4094"/>
                  </a:lnTo>
                  <a:lnTo>
                    <a:pt x="1004" y="3785"/>
                  </a:lnTo>
                  <a:lnTo>
                    <a:pt x="811" y="3476"/>
                  </a:lnTo>
                  <a:lnTo>
                    <a:pt x="657" y="3128"/>
                  </a:lnTo>
                  <a:lnTo>
                    <a:pt x="541" y="2781"/>
                  </a:lnTo>
                  <a:lnTo>
                    <a:pt x="464" y="2433"/>
                  </a:lnTo>
                  <a:lnTo>
                    <a:pt x="425" y="2086"/>
                  </a:lnTo>
                  <a:lnTo>
                    <a:pt x="386" y="1700"/>
                  </a:lnTo>
                  <a:lnTo>
                    <a:pt x="425" y="1352"/>
                  </a:lnTo>
                  <a:lnTo>
                    <a:pt x="464" y="966"/>
                  </a:lnTo>
                  <a:lnTo>
                    <a:pt x="541" y="696"/>
                  </a:lnTo>
                  <a:lnTo>
                    <a:pt x="579" y="541"/>
                  </a:lnTo>
                  <a:lnTo>
                    <a:pt x="657" y="464"/>
                  </a:lnTo>
                  <a:lnTo>
                    <a:pt x="811" y="503"/>
                  </a:lnTo>
                  <a:lnTo>
                    <a:pt x="1043" y="618"/>
                  </a:lnTo>
                  <a:lnTo>
                    <a:pt x="1429" y="812"/>
                  </a:lnTo>
                  <a:lnTo>
                    <a:pt x="1738" y="1005"/>
                  </a:lnTo>
                  <a:lnTo>
                    <a:pt x="2085" y="1236"/>
                  </a:lnTo>
                  <a:lnTo>
                    <a:pt x="2394" y="1468"/>
                  </a:lnTo>
                  <a:lnTo>
                    <a:pt x="2665" y="1738"/>
                  </a:lnTo>
                  <a:lnTo>
                    <a:pt x="2935" y="2009"/>
                  </a:lnTo>
                  <a:lnTo>
                    <a:pt x="3167" y="2279"/>
                  </a:lnTo>
                  <a:lnTo>
                    <a:pt x="3360" y="2588"/>
                  </a:lnTo>
                  <a:lnTo>
                    <a:pt x="3514" y="2897"/>
                  </a:lnTo>
                  <a:lnTo>
                    <a:pt x="3630" y="3244"/>
                  </a:lnTo>
                  <a:lnTo>
                    <a:pt x="3707" y="3592"/>
                  </a:lnTo>
                  <a:lnTo>
                    <a:pt x="3784" y="3939"/>
                  </a:lnTo>
                  <a:lnTo>
                    <a:pt x="3784" y="4325"/>
                  </a:lnTo>
                  <a:lnTo>
                    <a:pt x="3823" y="4403"/>
                  </a:lnTo>
                  <a:lnTo>
                    <a:pt x="3939" y="4480"/>
                  </a:lnTo>
                  <a:lnTo>
                    <a:pt x="3939" y="4557"/>
                  </a:lnTo>
                  <a:lnTo>
                    <a:pt x="3978" y="4596"/>
                  </a:lnTo>
                  <a:lnTo>
                    <a:pt x="4016" y="4596"/>
                  </a:lnTo>
                  <a:lnTo>
                    <a:pt x="4055" y="4557"/>
                  </a:lnTo>
                  <a:lnTo>
                    <a:pt x="4171" y="4403"/>
                  </a:lnTo>
                  <a:lnTo>
                    <a:pt x="4286" y="4287"/>
                  </a:lnTo>
                  <a:lnTo>
                    <a:pt x="4595" y="4017"/>
                  </a:lnTo>
                  <a:lnTo>
                    <a:pt x="4943" y="3785"/>
                  </a:lnTo>
                  <a:lnTo>
                    <a:pt x="5329" y="3630"/>
                  </a:lnTo>
                  <a:lnTo>
                    <a:pt x="5754" y="3476"/>
                  </a:lnTo>
                  <a:lnTo>
                    <a:pt x="6179" y="3360"/>
                  </a:lnTo>
                  <a:lnTo>
                    <a:pt x="6565" y="3283"/>
                  </a:lnTo>
                  <a:lnTo>
                    <a:pt x="6912" y="3206"/>
                  </a:lnTo>
                  <a:lnTo>
                    <a:pt x="7260" y="3167"/>
                  </a:lnTo>
                  <a:lnTo>
                    <a:pt x="7646" y="3167"/>
                  </a:lnTo>
                  <a:lnTo>
                    <a:pt x="7994" y="3206"/>
                  </a:lnTo>
                  <a:lnTo>
                    <a:pt x="8380" y="3244"/>
                  </a:lnTo>
                  <a:lnTo>
                    <a:pt x="8727" y="3321"/>
                  </a:lnTo>
                  <a:lnTo>
                    <a:pt x="9075" y="3399"/>
                  </a:lnTo>
                  <a:lnTo>
                    <a:pt x="9422" y="3553"/>
                  </a:lnTo>
                  <a:lnTo>
                    <a:pt x="9770" y="3669"/>
                  </a:lnTo>
                  <a:lnTo>
                    <a:pt x="9499" y="4017"/>
                  </a:lnTo>
                  <a:lnTo>
                    <a:pt x="9229" y="4364"/>
                  </a:lnTo>
                  <a:lnTo>
                    <a:pt x="8920" y="4634"/>
                  </a:lnTo>
                  <a:lnTo>
                    <a:pt x="8611" y="4905"/>
                  </a:lnTo>
                  <a:lnTo>
                    <a:pt x="8264" y="5136"/>
                  </a:lnTo>
                  <a:lnTo>
                    <a:pt x="7916" y="5329"/>
                  </a:lnTo>
                  <a:lnTo>
                    <a:pt x="7530" y="5484"/>
                  </a:lnTo>
                  <a:lnTo>
                    <a:pt x="7105" y="5600"/>
                  </a:lnTo>
                  <a:lnTo>
                    <a:pt x="6719" y="5638"/>
                  </a:lnTo>
                  <a:lnTo>
                    <a:pt x="6333" y="5677"/>
                  </a:lnTo>
                  <a:lnTo>
                    <a:pt x="5599" y="5677"/>
                  </a:lnTo>
                  <a:lnTo>
                    <a:pt x="4866" y="5600"/>
                  </a:lnTo>
                  <a:lnTo>
                    <a:pt x="4093" y="5484"/>
                  </a:lnTo>
                  <a:lnTo>
                    <a:pt x="4016" y="5484"/>
                  </a:lnTo>
                  <a:lnTo>
                    <a:pt x="3978" y="5523"/>
                  </a:lnTo>
                  <a:lnTo>
                    <a:pt x="3900" y="5638"/>
                  </a:lnTo>
                  <a:lnTo>
                    <a:pt x="3862" y="5638"/>
                  </a:lnTo>
                  <a:lnTo>
                    <a:pt x="3862" y="5716"/>
                  </a:lnTo>
                  <a:lnTo>
                    <a:pt x="3900" y="6025"/>
                  </a:lnTo>
                  <a:lnTo>
                    <a:pt x="4093" y="5909"/>
                  </a:lnTo>
                  <a:lnTo>
                    <a:pt x="4943" y="6025"/>
                  </a:lnTo>
                  <a:lnTo>
                    <a:pt x="5792" y="6102"/>
                  </a:lnTo>
                  <a:lnTo>
                    <a:pt x="6217" y="6102"/>
                  </a:lnTo>
                  <a:lnTo>
                    <a:pt x="6642" y="6063"/>
                  </a:lnTo>
                  <a:lnTo>
                    <a:pt x="7105" y="6025"/>
                  </a:lnTo>
                  <a:lnTo>
                    <a:pt x="7530" y="5947"/>
                  </a:lnTo>
                  <a:lnTo>
                    <a:pt x="7955" y="5793"/>
                  </a:lnTo>
                  <a:lnTo>
                    <a:pt x="8341" y="5600"/>
                  </a:lnTo>
                  <a:lnTo>
                    <a:pt x="8727" y="5368"/>
                  </a:lnTo>
                  <a:lnTo>
                    <a:pt x="9075" y="5098"/>
                  </a:lnTo>
                  <a:lnTo>
                    <a:pt x="9384" y="4789"/>
                  </a:lnTo>
                  <a:lnTo>
                    <a:pt x="9654" y="4441"/>
                  </a:lnTo>
                  <a:lnTo>
                    <a:pt x="10233" y="3746"/>
                  </a:lnTo>
                  <a:lnTo>
                    <a:pt x="10272" y="3630"/>
                  </a:lnTo>
                  <a:lnTo>
                    <a:pt x="10272" y="3553"/>
                  </a:lnTo>
                  <a:lnTo>
                    <a:pt x="10233" y="3476"/>
                  </a:lnTo>
                  <a:lnTo>
                    <a:pt x="10156" y="3399"/>
                  </a:lnTo>
                  <a:lnTo>
                    <a:pt x="9693" y="3206"/>
                  </a:lnTo>
                  <a:lnTo>
                    <a:pt x="9229" y="3013"/>
                  </a:lnTo>
                  <a:lnTo>
                    <a:pt x="8766" y="2897"/>
                  </a:lnTo>
                  <a:lnTo>
                    <a:pt x="8264" y="2781"/>
                  </a:lnTo>
                  <a:lnTo>
                    <a:pt x="7800" y="2742"/>
                  </a:lnTo>
                  <a:lnTo>
                    <a:pt x="7298" y="2742"/>
                  </a:lnTo>
                  <a:lnTo>
                    <a:pt x="6796" y="2781"/>
                  </a:lnTo>
                  <a:lnTo>
                    <a:pt x="6294" y="2858"/>
                  </a:lnTo>
                  <a:lnTo>
                    <a:pt x="5870" y="3013"/>
                  </a:lnTo>
                  <a:lnTo>
                    <a:pt x="5290" y="3206"/>
                  </a:lnTo>
                  <a:lnTo>
                    <a:pt x="4982" y="3321"/>
                  </a:lnTo>
                  <a:lnTo>
                    <a:pt x="4673" y="3476"/>
                  </a:lnTo>
                  <a:lnTo>
                    <a:pt x="4402" y="3630"/>
                  </a:lnTo>
                  <a:lnTo>
                    <a:pt x="4209" y="3823"/>
                  </a:lnTo>
                  <a:lnTo>
                    <a:pt x="4132" y="3476"/>
                  </a:lnTo>
                  <a:lnTo>
                    <a:pt x="4055" y="3128"/>
                  </a:lnTo>
                  <a:lnTo>
                    <a:pt x="3939" y="2781"/>
                  </a:lnTo>
                  <a:lnTo>
                    <a:pt x="3784" y="2472"/>
                  </a:lnTo>
                  <a:lnTo>
                    <a:pt x="3591" y="2163"/>
                  </a:lnTo>
                  <a:lnTo>
                    <a:pt x="3360" y="1854"/>
                  </a:lnTo>
                  <a:lnTo>
                    <a:pt x="3128" y="1584"/>
                  </a:lnTo>
                  <a:lnTo>
                    <a:pt x="2858" y="1314"/>
                  </a:lnTo>
                  <a:lnTo>
                    <a:pt x="2472" y="966"/>
                  </a:lnTo>
                  <a:lnTo>
                    <a:pt x="2008" y="696"/>
                  </a:lnTo>
                  <a:lnTo>
                    <a:pt x="1545" y="425"/>
                  </a:lnTo>
                  <a:lnTo>
                    <a:pt x="1081" y="194"/>
                  </a:lnTo>
                  <a:lnTo>
                    <a:pt x="850" y="78"/>
                  </a:lnTo>
                  <a:lnTo>
                    <a:pt x="657" y="39"/>
                  </a:lnTo>
                  <a:lnTo>
                    <a:pt x="54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1" name="Google Shape;5631;p22"/>
            <p:cNvSpPr/>
            <p:nvPr/>
          </p:nvSpPr>
          <p:spPr>
            <a:xfrm>
              <a:off x="3343725" y="3024000"/>
              <a:ext cx="482700" cy="227850"/>
            </a:xfrm>
            <a:custGeom>
              <a:avLst/>
              <a:gdLst/>
              <a:ahLst/>
              <a:cxnLst/>
              <a:rect l="l" t="t" r="r" b="b"/>
              <a:pathLst>
                <a:path w="19308" h="9114" extrusionOk="0">
                  <a:moveTo>
                    <a:pt x="77" y="1"/>
                  </a:moveTo>
                  <a:lnTo>
                    <a:pt x="0" y="618"/>
                  </a:lnTo>
                  <a:lnTo>
                    <a:pt x="0" y="1236"/>
                  </a:lnTo>
                  <a:lnTo>
                    <a:pt x="39" y="1854"/>
                  </a:lnTo>
                  <a:lnTo>
                    <a:pt x="154" y="2472"/>
                  </a:lnTo>
                  <a:lnTo>
                    <a:pt x="309" y="3090"/>
                  </a:lnTo>
                  <a:lnTo>
                    <a:pt x="502" y="3669"/>
                  </a:lnTo>
                  <a:lnTo>
                    <a:pt x="772" y="4248"/>
                  </a:lnTo>
                  <a:lnTo>
                    <a:pt x="1120" y="4827"/>
                  </a:lnTo>
                  <a:lnTo>
                    <a:pt x="1506" y="5407"/>
                  </a:lnTo>
                  <a:lnTo>
                    <a:pt x="1969" y="5947"/>
                  </a:lnTo>
                  <a:lnTo>
                    <a:pt x="2433" y="6449"/>
                  </a:lnTo>
                  <a:lnTo>
                    <a:pt x="2935" y="6913"/>
                  </a:lnTo>
                  <a:lnTo>
                    <a:pt x="3514" y="7299"/>
                  </a:lnTo>
                  <a:lnTo>
                    <a:pt x="4093" y="7646"/>
                  </a:lnTo>
                  <a:lnTo>
                    <a:pt x="4672" y="7994"/>
                  </a:lnTo>
                  <a:lnTo>
                    <a:pt x="5329" y="8264"/>
                  </a:lnTo>
                  <a:lnTo>
                    <a:pt x="5947" y="8496"/>
                  </a:lnTo>
                  <a:lnTo>
                    <a:pt x="6642" y="8689"/>
                  </a:lnTo>
                  <a:lnTo>
                    <a:pt x="7298" y="8843"/>
                  </a:lnTo>
                  <a:lnTo>
                    <a:pt x="7993" y="8998"/>
                  </a:lnTo>
                  <a:lnTo>
                    <a:pt x="8688" y="9075"/>
                  </a:lnTo>
                  <a:lnTo>
                    <a:pt x="9383" y="9114"/>
                  </a:lnTo>
                  <a:lnTo>
                    <a:pt x="10079" y="9114"/>
                  </a:lnTo>
                  <a:lnTo>
                    <a:pt x="10735" y="9075"/>
                  </a:lnTo>
                  <a:lnTo>
                    <a:pt x="11391" y="9036"/>
                  </a:lnTo>
                  <a:lnTo>
                    <a:pt x="12048" y="8921"/>
                  </a:lnTo>
                  <a:lnTo>
                    <a:pt x="12704" y="8805"/>
                  </a:lnTo>
                  <a:lnTo>
                    <a:pt x="13361" y="8612"/>
                  </a:lnTo>
                  <a:lnTo>
                    <a:pt x="14017" y="8419"/>
                  </a:lnTo>
                  <a:lnTo>
                    <a:pt x="14635" y="8187"/>
                  </a:lnTo>
                  <a:lnTo>
                    <a:pt x="15253" y="7917"/>
                  </a:lnTo>
                  <a:lnTo>
                    <a:pt x="15871" y="7569"/>
                  </a:lnTo>
                  <a:lnTo>
                    <a:pt x="16411" y="7222"/>
                  </a:lnTo>
                  <a:lnTo>
                    <a:pt x="16991" y="6835"/>
                  </a:lnTo>
                  <a:lnTo>
                    <a:pt x="17493" y="6411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28" y="4905"/>
                  </a:lnTo>
                  <a:lnTo>
                    <a:pt x="19076" y="4325"/>
                  </a:lnTo>
                  <a:lnTo>
                    <a:pt x="19307" y="3708"/>
                  </a:lnTo>
                  <a:lnTo>
                    <a:pt x="19114" y="3669"/>
                  </a:lnTo>
                  <a:lnTo>
                    <a:pt x="18767" y="4171"/>
                  </a:lnTo>
                  <a:lnTo>
                    <a:pt x="18381" y="4673"/>
                  </a:lnTo>
                  <a:lnTo>
                    <a:pt x="17995" y="5136"/>
                  </a:lnTo>
                  <a:lnTo>
                    <a:pt x="17608" y="5561"/>
                  </a:lnTo>
                  <a:lnTo>
                    <a:pt x="17145" y="5986"/>
                  </a:lnTo>
                  <a:lnTo>
                    <a:pt x="16720" y="6372"/>
                  </a:lnTo>
                  <a:lnTo>
                    <a:pt x="16218" y="6720"/>
                  </a:lnTo>
                  <a:lnTo>
                    <a:pt x="15716" y="7028"/>
                  </a:lnTo>
                  <a:lnTo>
                    <a:pt x="15214" y="7337"/>
                  </a:lnTo>
                  <a:lnTo>
                    <a:pt x="14674" y="7608"/>
                  </a:lnTo>
                  <a:lnTo>
                    <a:pt x="14133" y="7839"/>
                  </a:lnTo>
                  <a:lnTo>
                    <a:pt x="13554" y="8032"/>
                  </a:lnTo>
                  <a:lnTo>
                    <a:pt x="12975" y="8225"/>
                  </a:lnTo>
                  <a:lnTo>
                    <a:pt x="12395" y="8380"/>
                  </a:lnTo>
                  <a:lnTo>
                    <a:pt x="11816" y="8496"/>
                  </a:lnTo>
                  <a:lnTo>
                    <a:pt x="11198" y="8573"/>
                  </a:lnTo>
                  <a:lnTo>
                    <a:pt x="10503" y="8612"/>
                  </a:lnTo>
                  <a:lnTo>
                    <a:pt x="9808" y="8650"/>
                  </a:lnTo>
                  <a:lnTo>
                    <a:pt x="9075" y="8612"/>
                  </a:lnTo>
                  <a:lnTo>
                    <a:pt x="8379" y="8573"/>
                  </a:lnTo>
                  <a:lnTo>
                    <a:pt x="7684" y="8457"/>
                  </a:lnTo>
                  <a:lnTo>
                    <a:pt x="6989" y="8303"/>
                  </a:lnTo>
                  <a:lnTo>
                    <a:pt x="6294" y="8110"/>
                  </a:lnTo>
                  <a:lnTo>
                    <a:pt x="5638" y="7878"/>
                  </a:lnTo>
                  <a:lnTo>
                    <a:pt x="4981" y="7608"/>
                  </a:lnTo>
                  <a:lnTo>
                    <a:pt x="4364" y="7299"/>
                  </a:lnTo>
                  <a:lnTo>
                    <a:pt x="3784" y="6951"/>
                  </a:lnTo>
                  <a:lnTo>
                    <a:pt x="3205" y="6526"/>
                  </a:lnTo>
                  <a:lnTo>
                    <a:pt x="2664" y="6063"/>
                  </a:lnTo>
                  <a:lnTo>
                    <a:pt x="2201" y="5561"/>
                  </a:lnTo>
                  <a:lnTo>
                    <a:pt x="1738" y="5020"/>
                  </a:lnTo>
                  <a:lnTo>
                    <a:pt x="1352" y="4403"/>
                  </a:lnTo>
                  <a:lnTo>
                    <a:pt x="1081" y="3901"/>
                  </a:lnTo>
                  <a:lnTo>
                    <a:pt x="850" y="3399"/>
                  </a:lnTo>
                  <a:lnTo>
                    <a:pt x="656" y="2858"/>
                  </a:lnTo>
                  <a:lnTo>
                    <a:pt x="502" y="2317"/>
                  </a:lnTo>
                  <a:lnTo>
                    <a:pt x="425" y="1777"/>
                  </a:lnTo>
                  <a:lnTo>
                    <a:pt x="348" y="1198"/>
                  </a:lnTo>
                  <a:lnTo>
                    <a:pt x="386" y="618"/>
                  </a:lnTo>
                  <a:lnTo>
                    <a:pt x="425" y="78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2" name="Google Shape;5632;p22"/>
            <p:cNvSpPr/>
            <p:nvPr/>
          </p:nvSpPr>
          <p:spPr>
            <a:xfrm>
              <a:off x="238125" y="3026900"/>
              <a:ext cx="84975" cy="55050"/>
            </a:xfrm>
            <a:custGeom>
              <a:avLst/>
              <a:gdLst/>
              <a:ahLst/>
              <a:cxnLst/>
              <a:rect l="l" t="t" r="r" b="b"/>
              <a:pathLst>
                <a:path w="3399" h="2202" extrusionOk="0">
                  <a:moveTo>
                    <a:pt x="1506" y="425"/>
                  </a:moveTo>
                  <a:lnTo>
                    <a:pt x="1738" y="502"/>
                  </a:lnTo>
                  <a:lnTo>
                    <a:pt x="1931" y="580"/>
                  </a:lnTo>
                  <a:lnTo>
                    <a:pt x="2124" y="657"/>
                  </a:lnTo>
                  <a:lnTo>
                    <a:pt x="2433" y="927"/>
                  </a:lnTo>
                  <a:lnTo>
                    <a:pt x="2742" y="1236"/>
                  </a:lnTo>
                  <a:lnTo>
                    <a:pt x="2973" y="1545"/>
                  </a:lnTo>
                  <a:lnTo>
                    <a:pt x="2549" y="1545"/>
                  </a:lnTo>
                  <a:lnTo>
                    <a:pt x="2085" y="1584"/>
                  </a:lnTo>
                  <a:lnTo>
                    <a:pt x="1699" y="1699"/>
                  </a:lnTo>
                  <a:lnTo>
                    <a:pt x="1467" y="1777"/>
                  </a:lnTo>
                  <a:lnTo>
                    <a:pt x="965" y="1777"/>
                  </a:lnTo>
                  <a:lnTo>
                    <a:pt x="772" y="1738"/>
                  </a:lnTo>
                  <a:lnTo>
                    <a:pt x="579" y="1622"/>
                  </a:lnTo>
                  <a:lnTo>
                    <a:pt x="502" y="1545"/>
                  </a:lnTo>
                  <a:lnTo>
                    <a:pt x="463" y="1429"/>
                  </a:lnTo>
                  <a:lnTo>
                    <a:pt x="386" y="1313"/>
                  </a:lnTo>
                  <a:lnTo>
                    <a:pt x="386" y="1159"/>
                  </a:lnTo>
                  <a:lnTo>
                    <a:pt x="386" y="1043"/>
                  </a:lnTo>
                  <a:lnTo>
                    <a:pt x="425" y="927"/>
                  </a:lnTo>
                  <a:lnTo>
                    <a:pt x="463" y="811"/>
                  </a:lnTo>
                  <a:lnTo>
                    <a:pt x="541" y="734"/>
                  </a:lnTo>
                  <a:lnTo>
                    <a:pt x="734" y="580"/>
                  </a:lnTo>
                  <a:lnTo>
                    <a:pt x="1004" y="502"/>
                  </a:lnTo>
                  <a:lnTo>
                    <a:pt x="1236" y="425"/>
                  </a:lnTo>
                  <a:close/>
                  <a:moveTo>
                    <a:pt x="1004" y="0"/>
                  </a:moveTo>
                  <a:lnTo>
                    <a:pt x="772" y="78"/>
                  </a:lnTo>
                  <a:lnTo>
                    <a:pt x="541" y="193"/>
                  </a:lnTo>
                  <a:lnTo>
                    <a:pt x="386" y="309"/>
                  </a:lnTo>
                  <a:lnTo>
                    <a:pt x="193" y="502"/>
                  </a:lnTo>
                  <a:lnTo>
                    <a:pt x="77" y="734"/>
                  </a:lnTo>
                  <a:lnTo>
                    <a:pt x="0" y="927"/>
                  </a:lnTo>
                  <a:lnTo>
                    <a:pt x="0" y="1159"/>
                  </a:lnTo>
                  <a:lnTo>
                    <a:pt x="0" y="1391"/>
                  </a:lnTo>
                  <a:lnTo>
                    <a:pt x="77" y="1584"/>
                  </a:lnTo>
                  <a:lnTo>
                    <a:pt x="154" y="1777"/>
                  </a:lnTo>
                  <a:lnTo>
                    <a:pt x="309" y="1931"/>
                  </a:lnTo>
                  <a:lnTo>
                    <a:pt x="463" y="2047"/>
                  </a:lnTo>
                  <a:lnTo>
                    <a:pt x="695" y="2163"/>
                  </a:lnTo>
                  <a:lnTo>
                    <a:pt x="1004" y="2201"/>
                  </a:lnTo>
                  <a:lnTo>
                    <a:pt x="1274" y="2201"/>
                  </a:lnTo>
                  <a:lnTo>
                    <a:pt x="1583" y="2163"/>
                  </a:lnTo>
                  <a:lnTo>
                    <a:pt x="1892" y="2086"/>
                  </a:lnTo>
                  <a:lnTo>
                    <a:pt x="2201" y="2008"/>
                  </a:lnTo>
                  <a:lnTo>
                    <a:pt x="2510" y="1931"/>
                  </a:lnTo>
                  <a:lnTo>
                    <a:pt x="2819" y="1931"/>
                  </a:lnTo>
                  <a:lnTo>
                    <a:pt x="3089" y="2008"/>
                  </a:lnTo>
                  <a:lnTo>
                    <a:pt x="3205" y="2008"/>
                  </a:lnTo>
                  <a:lnTo>
                    <a:pt x="3282" y="1970"/>
                  </a:lnTo>
                  <a:lnTo>
                    <a:pt x="3359" y="1893"/>
                  </a:lnTo>
                  <a:lnTo>
                    <a:pt x="3359" y="1815"/>
                  </a:lnTo>
                  <a:lnTo>
                    <a:pt x="3398" y="1777"/>
                  </a:lnTo>
                  <a:lnTo>
                    <a:pt x="3398" y="1699"/>
                  </a:lnTo>
                  <a:lnTo>
                    <a:pt x="3089" y="1159"/>
                  </a:lnTo>
                  <a:lnTo>
                    <a:pt x="2935" y="927"/>
                  </a:lnTo>
                  <a:lnTo>
                    <a:pt x="2742" y="695"/>
                  </a:lnTo>
                  <a:lnTo>
                    <a:pt x="2510" y="464"/>
                  </a:lnTo>
                  <a:lnTo>
                    <a:pt x="2278" y="309"/>
                  </a:lnTo>
                  <a:lnTo>
                    <a:pt x="2008" y="155"/>
                  </a:lnTo>
                  <a:lnTo>
                    <a:pt x="1738" y="39"/>
                  </a:lnTo>
                  <a:lnTo>
                    <a:pt x="150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3" name="Google Shape;5633;p22"/>
            <p:cNvSpPr/>
            <p:nvPr/>
          </p:nvSpPr>
          <p:spPr>
            <a:xfrm>
              <a:off x="3429625" y="3033650"/>
              <a:ext cx="35750" cy="29950"/>
            </a:xfrm>
            <a:custGeom>
              <a:avLst/>
              <a:gdLst/>
              <a:ahLst/>
              <a:cxnLst/>
              <a:rect l="l" t="t" r="r" b="b"/>
              <a:pathLst>
                <a:path w="1430" h="1198" extrusionOk="0">
                  <a:moveTo>
                    <a:pt x="657" y="1"/>
                  </a:moveTo>
                  <a:lnTo>
                    <a:pt x="464" y="39"/>
                  </a:lnTo>
                  <a:lnTo>
                    <a:pt x="310" y="117"/>
                  </a:lnTo>
                  <a:lnTo>
                    <a:pt x="194" y="232"/>
                  </a:lnTo>
                  <a:lnTo>
                    <a:pt x="78" y="387"/>
                  </a:lnTo>
                  <a:lnTo>
                    <a:pt x="1" y="580"/>
                  </a:lnTo>
                  <a:lnTo>
                    <a:pt x="1" y="773"/>
                  </a:lnTo>
                  <a:lnTo>
                    <a:pt x="39" y="927"/>
                  </a:lnTo>
                  <a:lnTo>
                    <a:pt x="117" y="1121"/>
                  </a:lnTo>
                  <a:lnTo>
                    <a:pt x="155" y="1159"/>
                  </a:lnTo>
                  <a:lnTo>
                    <a:pt x="232" y="1198"/>
                  </a:lnTo>
                  <a:lnTo>
                    <a:pt x="348" y="1159"/>
                  </a:lnTo>
                  <a:lnTo>
                    <a:pt x="387" y="1082"/>
                  </a:lnTo>
                  <a:lnTo>
                    <a:pt x="426" y="1005"/>
                  </a:lnTo>
                  <a:lnTo>
                    <a:pt x="387" y="966"/>
                  </a:lnTo>
                  <a:lnTo>
                    <a:pt x="348" y="850"/>
                  </a:lnTo>
                  <a:lnTo>
                    <a:pt x="348" y="773"/>
                  </a:lnTo>
                  <a:lnTo>
                    <a:pt x="387" y="580"/>
                  </a:lnTo>
                  <a:lnTo>
                    <a:pt x="503" y="464"/>
                  </a:lnTo>
                  <a:lnTo>
                    <a:pt x="580" y="425"/>
                  </a:lnTo>
                  <a:lnTo>
                    <a:pt x="696" y="387"/>
                  </a:lnTo>
                  <a:lnTo>
                    <a:pt x="773" y="425"/>
                  </a:lnTo>
                  <a:lnTo>
                    <a:pt x="850" y="464"/>
                  </a:lnTo>
                  <a:lnTo>
                    <a:pt x="966" y="580"/>
                  </a:lnTo>
                  <a:lnTo>
                    <a:pt x="1005" y="696"/>
                  </a:lnTo>
                  <a:lnTo>
                    <a:pt x="1005" y="773"/>
                  </a:lnTo>
                  <a:lnTo>
                    <a:pt x="966" y="966"/>
                  </a:lnTo>
                  <a:lnTo>
                    <a:pt x="928" y="1043"/>
                  </a:lnTo>
                  <a:lnTo>
                    <a:pt x="966" y="1082"/>
                  </a:lnTo>
                  <a:lnTo>
                    <a:pt x="1005" y="1121"/>
                  </a:lnTo>
                  <a:lnTo>
                    <a:pt x="1043" y="1159"/>
                  </a:lnTo>
                  <a:lnTo>
                    <a:pt x="1236" y="1159"/>
                  </a:lnTo>
                  <a:lnTo>
                    <a:pt x="1314" y="1082"/>
                  </a:lnTo>
                  <a:lnTo>
                    <a:pt x="1391" y="927"/>
                  </a:lnTo>
                  <a:lnTo>
                    <a:pt x="1430" y="734"/>
                  </a:lnTo>
                  <a:lnTo>
                    <a:pt x="1391" y="541"/>
                  </a:lnTo>
                  <a:lnTo>
                    <a:pt x="1314" y="387"/>
                  </a:lnTo>
                  <a:lnTo>
                    <a:pt x="1159" y="232"/>
                  </a:lnTo>
                  <a:lnTo>
                    <a:pt x="1005" y="117"/>
                  </a:lnTo>
                  <a:lnTo>
                    <a:pt x="850" y="39"/>
                  </a:lnTo>
                  <a:lnTo>
                    <a:pt x="65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4" name="Google Shape;5634;p22"/>
            <p:cNvSpPr/>
            <p:nvPr/>
          </p:nvSpPr>
          <p:spPr>
            <a:xfrm>
              <a:off x="3375575" y="3037525"/>
              <a:ext cx="34775" cy="29950"/>
            </a:xfrm>
            <a:custGeom>
              <a:avLst/>
              <a:gdLst/>
              <a:ahLst/>
              <a:cxnLst/>
              <a:rect l="l" t="t" r="r" b="b"/>
              <a:pathLst>
                <a:path w="1391" h="1198" extrusionOk="0">
                  <a:moveTo>
                    <a:pt x="657" y="0"/>
                  </a:moveTo>
                  <a:lnTo>
                    <a:pt x="425" y="39"/>
                  </a:lnTo>
                  <a:lnTo>
                    <a:pt x="271" y="116"/>
                  </a:lnTo>
                  <a:lnTo>
                    <a:pt x="116" y="270"/>
                  </a:lnTo>
                  <a:lnTo>
                    <a:pt x="39" y="425"/>
                  </a:lnTo>
                  <a:lnTo>
                    <a:pt x="0" y="618"/>
                  </a:lnTo>
                  <a:lnTo>
                    <a:pt x="39" y="811"/>
                  </a:lnTo>
                  <a:lnTo>
                    <a:pt x="116" y="1004"/>
                  </a:lnTo>
                  <a:lnTo>
                    <a:pt x="232" y="1120"/>
                  </a:lnTo>
                  <a:lnTo>
                    <a:pt x="425" y="1197"/>
                  </a:lnTo>
                  <a:lnTo>
                    <a:pt x="502" y="1197"/>
                  </a:lnTo>
                  <a:lnTo>
                    <a:pt x="541" y="1159"/>
                  </a:lnTo>
                  <a:lnTo>
                    <a:pt x="541" y="1081"/>
                  </a:lnTo>
                  <a:lnTo>
                    <a:pt x="502" y="1004"/>
                  </a:lnTo>
                  <a:lnTo>
                    <a:pt x="425" y="927"/>
                  </a:lnTo>
                  <a:lnTo>
                    <a:pt x="386" y="850"/>
                  </a:lnTo>
                  <a:lnTo>
                    <a:pt x="386" y="734"/>
                  </a:lnTo>
                  <a:lnTo>
                    <a:pt x="386" y="618"/>
                  </a:lnTo>
                  <a:lnTo>
                    <a:pt x="425" y="541"/>
                  </a:lnTo>
                  <a:lnTo>
                    <a:pt x="464" y="464"/>
                  </a:lnTo>
                  <a:lnTo>
                    <a:pt x="580" y="425"/>
                  </a:lnTo>
                  <a:lnTo>
                    <a:pt x="695" y="386"/>
                  </a:lnTo>
                  <a:lnTo>
                    <a:pt x="811" y="425"/>
                  </a:lnTo>
                  <a:lnTo>
                    <a:pt x="888" y="464"/>
                  </a:lnTo>
                  <a:lnTo>
                    <a:pt x="927" y="579"/>
                  </a:lnTo>
                  <a:lnTo>
                    <a:pt x="966" y="657"/>
                  </a:lnTo>
                  <a:lnTo>
                    <a:pt x="1043" y="888"/>
                  </a:lnTo>
                  <a:lnTo>
                    <a:pt x="1082" y="966"/>
                  </a:lnTo>
                  <a:lnTo>
                    <a:pt x="1120" y="1081"/>
                  </a:lnTo>
                  <a:lnTo>
                    <a:pt x="1159" y="1120"/>
                  </a:lnTo>
                  <a:lnTo>
                    <a:pt x="1236" y="1120"/>
                  </a:lnTo>
                  <a:lnTo>
                    <a:pt x="1313" y="1043"/>
                  </a:lnTo>
                  <a:lnTo>
                    <a:pt x="1352" y="966"/>
                  </a:lnTo>
                  <a:lnTo>
                    <a:pt x="1390" y="850"/>
                  </a:lnTo>
                  <a:lnTo>
                    <a:pt x="1352" y="618"/>
                  </a:lnTo>
                  <a:lnTo>
                    <a:pt x="1313" y="425"/>
                  </a:lnTo>
                  <a:lnTo>
                    <a:pt x="1197" y="232"/>
                  </a:lnTo>
                  <a:lnTo>
                    <a:pt x="1043" y="116"/>
                  </a:lnTo>
                  <a:lnTo>
                    <a:pt x="850" y="39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5" name="Google Shape;5635;p22"/>
            <p:cNvSpPr/>
            <p:nvPr/>
          </p:nvSpPr>
          <p:spPr>
            <a:xfrm>
              <a:off x="333675" y="3041375"/>
              <a:ext cx="49275" cy="56025"/>
            </a:xfrm>
            <a:custGeom>
              <a:avLst/>
              <a:gdLst/>
              <a:ahLst/>
              <a:cxnLst/>
              <a:rect l="l" t="t" r="r" b="b"/>
              <a:pathLst>
                <a:path w="1971" h="2241" extrusionOk="0">
                  <a:moveTo>
                    <a:pt x="1237" y="425"/>
                  </a:moveTo>
                  <a:lnTo>
                    <a:pt x="1391" y="464"/>
                  </a:lnTo>
                  <a:lnTo>
                    <a:pt x="1507" y="580"/>
                  </a:lnTo>
                  <a:lnTo>
                    <a:pt x="1545" y="657"/>
                  </a:lnTo>
                  <a:lnTo>
                    <a:pt x="1545" y="734"/>
                  </a:lnTo>
                  <a:lnTo>
                    <a:pt x="1507" y="812"/>
                  </a:lnTo>
                  <a:lnTo>
                    <a:pt x="1468" y="889"/>
                  </a:lnTo>
                  <a:lnTo>
                    <a:pt x="1275" y="1082"/>
                  </a:lnTo>
                  <a:lnTo>
                    <a:pt x="1005" y="1314"/>
                  </a:lnTo>
                  <a:lnTo>
                    <a:pt x="773" y="1507"/>
                  </a:lnTo>
                  <a:lnTo>
                    <a:pt x="657" y="1661"/>
                  </a:lnTo>
                  <a:lnTo>
                    <a:pt x="619" y="1777"/>
                  </a:lnTo>
                  <a:lnTo>
                    <a:pt x="503" y="1661"/>
                  </a:lnTo>
                  <a:lnTo>
                    <a:pt x="464" y="1545"/>
                  </a:lnTo>
                  <a:lnTo>
                    <a:pt x="387" y="1391"/>
                  </a:lnTo>
                  <a:lnTo>
                    <a:pt x="387" y="1236"/>
                  </a:lnTo>
                  <a:lnTo>
                    <a:pt x="387" y="1082"/>
                  </a:lnTo>
                  <a:lnTo>
                    <a:pt x="426" y="966"/>
                  </a:lnTo>
                  <a:lnTo>
                    <a:pt x="464" y="812"/>
                  </a:lnTo>
                  <a:lnTo>
                    <a:pt x="580" y="696"/>
                  </a:lnTo>
                  <a:lnTo>
                    <a:pt x="696" y="580"/>
                  </a:lnTo>
                  <a:lnTo>
                    <a:pt x="850" y="464"/>
                  </a:lnTo>
                  <a:lnTo>
                    <a:pt x="1043" y="425"/>
                  </a:lnTo>
                  <a:close/>
                  <a:moveTo>
                    <a:pt x="1121" y="1"/>
                  </a:moveTo>
                  <a:lnTo>
                    <a:pt x="928" y="39"/>
                  </a:lnTo>
                  <a:lnTo>
                    <a:pt x="735" y="116"/>
                  </a:lnTo>
                  <a:lnTo>
                    <a:pt x="541" y="232"/>
                  </a:lnTo>
                  <a:lnTo>
                    <a:pt x="348" y="348"/>
                  </a:lnTo>
                  <a:lnTo>
                    <a:pt x="233" y="503"/>
                  </a:lnTo>
                  <a:lnTo>
                    <a:pt x="117" y="696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68"/>
                  </a:lnTo>
                  <a:lnTo>
                    <a:pt x="117" y="1622"/>
                  </a:lnTo>
                  <a:lnTo>
                    <a:pt x="233" y="1816"/>
                  </a:lnTo>
                  <a:lnTo>
                    <a:pt x="348" y="1931"/>
                  </a:lnTo>
                  <a:lnTo>
                    <a:pt x="503" y="2086"/>
                  </a:lnTo>
                  <a:lnTo>
                    <a:pt x="657" y="2163"/>
                  </a:lnTo>
                  <a:lnTo>
                    <a:pt x="735" y="2240"/>
                  </a:lnTo>
                  <a:lnTo>
                    <a:pt x="850" y="2240"/>
                  </a:lnTo>
                  <a:lnTo>
                    <a:pt x="928" y="2202"/>
                  </a:lnTo>
                  <a:lnTo>
                    <a:pt x="966" y="2086"/>
                  </a:lnTo>
                  <a:lnTo>
                    <a:pt x="1005" y="1931"/>
                  </a:lnTo>
                  <a:lnTo>
                    <a:pt x="1082" y="1777"/>
                  </a:lnTo>
                  <a:lnTo>
                    <a:pt x="1198" y="1661"/>
                  </a:lnTo>
                  <a:lnTo>
                    <a:pt x="1314" y="1507"/>
                  </a:lnTo>
                  <a:lnTo>
                    <a:pt x="1623" y="1314"/>
                  </a:lnTo>
                  <a:lnTo>
                    <a:pt x="1739" y="1198"/>
                  </a:lnTo>
                  <a:lnTo>
                    <a:pt x="1854" y="1043"/>
                  </a:lnTo>
                  <a:lnTo>
                    <a:pt x="1932" y="889"/>
                  </a:lnTo>
                  <a:lnTo>
                    <a:pt x="1970" y="696"/>
                  </a:lnTo>
                  <a:lnTo>
                    <a:pt x="1932" y="541"/>
                  </a:lnTo>
                  <a:lnTo>
                    <a:pt x="1893" y="387"/>
                  </a:lnTo>
                  <a:lnTo>
                    <a:pt x="1777" y="271"/>
                  </a:lnTo>
                  <a:lnTo>
                    <a:pt x="1661" y="155"/>
                  </a:lnTo>
                  <a:lnTo>
                    <a:pt x="1507" y="78"/>
                  </a:lnTo>
                  <a:lnTo>
                    <a:pt x="1352" y="39"/>
                  </a:lnTo>
                  <a:lnTo>
                    <a:pt x="112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6" name="Google Shape;5636;p22"/>
            <p:cNvSpPr/>
            <p:nvPr/>
          </p:nvSpPr>
          <p:spPr>
            <a:xfrm>
              <a:off x="312450" y="3078050"/>
              <a:ext cx="440225" cy="234625"/>
            </a:xfrm>
            <a:custGeom>
              <a:avLst/>
              <a:gdLst/>
              <a:ahLst/>
              <a:cxnLst/>
              <a:rect l="l" t="t" r="r" b="b"/>
              <a:pathLst>
                <a:path w="17609" h="9385" extrusionOk="0">
                  <a:moveTo>
                    <a:pt x="6256" y="1"/>
                  </a:moveTo>
                  <a:lnTo>
                    <a:pt x="5638" y="40"/>
                  </a:lnTo>
                  <a:lnTo>
                    <a:pt x="5059" y="155"/>
                  </a:lnTo>
                  <a:lnTo>
                    <a:pt x="4480" y="271"/>
                  </a:lnTo>
                  <a:lnTo>
                    <a:pt x="3939" y="503"/>
                  </a:lnTo>
                  <a:lnTo>
                    <a:pt x="3398" y="735"/>
                  </a:lnTo>
                  <a:lnTo>
                    <a:pt x="2896" y="1044"/>
                  </a:lnTo>
                  <a:lnTo>
                    <a:pt x="2433" y="1391"/>
                  </a:lnTo>
                  <a:lnTo>
                    <a:pt x="1970" y="1777"/>
                  </a:lnTo>
                  <a:lnTo>
                    <a:pt x="1584" y="2202"/>
                  </a:lnTo>
                  <a:lnTo>
                    <a:pt x="1197" y="2665"/>
                  </a:lnTo>
                  <a:lnTo>
                    <a:pt x="888" y="3206"/>
                  </a:lnTo>
                  <a:lnTo>
                    <a:pt x="618" y="3747"/>
                  </a:lnTo>
                  <a:lnTo>
                    <a:pt x="386" y="4287"/>
                  </a:lnTo>
                  <a:lnTo>
                    <a:pt x="193" y="4905"/>
                  </a:lnTo>
                  <a:lnTo>
                    <a:pt x="78" y="5484"/>
                  </a:lnTo>
                  <a:lnTo>
                    <a:pt x="0" y="6102"/>
                  </a:lnTo>
                  <a:lnTo>
                    <a:pt x="0" y="6681"/>
                  </a:lnTo>
                  <a:lnTo>
                    <a:pt x="39" y="7261"/>
                  </a:lnTo>
                  <a:lnTo>
                    <a:pt x="155" y="7801"/>
                  </a:lnTo>
                  <a:lnTo>
                    <a:pt x="309" y="8342"/>
                  </a:lnTo>
                  <a:lnTo>
                    <a:pt x="502" y="8882"/>
                  </a:lnTo>
                  <a:lnTo>
                    <a:pt x="734" y="9384"/>
                  </a:lnTo>
                  <a:lnTo>
                    <a:pt x="1043" y="9230"/>
                  </a:lnTo>
                  <a:lnTo>
                    <a:pt x="888" y="8844"/>
                  </a:lnTo>
                  <a:lnTo>
                    <a:pt x="734" y="8458"/>
                  </a:lnTo>
                  <a:lnTo>
                    <a:pt x="541" y="7801"/>
                  </a:lnTo>
                  <a:lnTo>
                    <a:pt x="425" y="7183"/>
                  </a:lnTo>
                  <a:lnTo>
                    <a:pt x="425" y="6527"/>
                  </a:lnTo>
                  <a:lnTo>
                    <a:pt x="425" y="5870"/>
                  </a:lnTo>
                  <a:lnTo>
                    <a:pt x="541" y="5253"/>
                  </a:lnTo>
                  <a:lnTo>
                    <a:pt x="695" y="4596"/>
                  </a:lnTo>
                  <a:lnTo>
                    <a:pt x="927" y="3978"/>
                  </a:lnTo>
                  <a:lnTo>
                    <a:pt x="1236" y="3399"/>
                  </a:lnTo>
                  <a:lnTo>
                    <a:pt x="1584" y="2858"/>
                  </a:lnTo>
                  <a:lnTo>
                    <a:pt x="2008" y="2318"/>
                  </a:lnTo>
                  <a:lnTo>
                    <a:pt x="2472" y="1854"/>
                  </a:lnTo>
                  <a:lnTo>
                    <a:pt x="2974" y="1468"/>
                  </a:lnTo>
                  <a:lnTo>
                    <a:pt x="3553" y="1121"/>
                  </a:lnTo>
                  <a:lnTo>
                    <a:pt x="4132" y="851"/>
                  </a:lnTo>
                  <a:lnTo>
                    <a:pt x="4750" y="657"/>
                  </a:lnTo>
                  <a:lnTo>
                    <a:pt x="5406" y="503"/>
                  </a:lnTo>
                  <a:lnTo>
                    <a:pt x="5793" y="464"/>
                  </a:lnTo>
                  <a:lnTo>
                    <a:pt x="6912" y="464"/>
                  </a:lnTo>
                  <a:lnTo>
                    <a:pt x="7607" y="580"/>
                  </a:lnTo>
                  <a:lnTo>
                    <a:pt x="8264" y="773"/>
                  </a:lnTo>
                  <a:lnTo>
                    <a:pt x="8920" y="1044"/>
                  </a:lnTo>
                  <a:lnTo>
                    <a:pt x="9538" y="1352"/>
                  </a:lnTo>
                  <a:lnTo>
                    <a:pt x="10195" y="1739"/>
                  </a:lnTo>
                  <a:lnTo>
                    <a:pt x="10813" y="2125"/>
                  </a:lnTo>
                  <a:lnTo>
                    <a:pt x="11315" y="2472"/>
                  </a:lnTo>
                  <a:lnTo>
                    <a:pt x="11894" y="2781"/>
                  </a:lnTo>
                  <a:lnTo>
                    <a:pt x="12434" y="3090"/>
                  </a:lnTo>
                  <a:lnTo>
                    <a:pt x="13052" y="3360"/>
                  </a:lnTo>
                  <a:lnTo>
                    <a:pt x="13631" y="3554"/>
                  </a:lnTo>
                  <a:lnTo>
                    <a:pt x="14249" y="3708"/>
                  </a:lnTo>
                  <a:lnTo>
                    <a:pt x="14867" y="3708"/>
                  </a:lnTo>
                  <a:lnTo>
                    <a:pt x="15215" y="3669"/>
                  </a:lnTo>
                  <a:lnTo>
                    <a:pt x="15524" y="3631"/>
                  </a:lnTo>
                  <a:lnTo>
                    <a:pt x="15987" y="3476"/>
                  </a:lnTo>
                  <a:lnTo>
                    <a:pt x="16412" y="3245"/>
                  </a:lnTo>
                  <a:lnTo>
                    <a:pt x="16798" y="2936"/>
                  </a:lnTo>
                  <a:lnTo>
                    <a:pt x="17107" y="2588"/>
                  </a:lnTo>
                  <a:lnTo>
                    <a:pt x="17377" y="2202"/>
                  </a:lnTo>
                  <a:lnTo>
                    <a:pt x="17454" y="1970"/>
                  </a:lnTo>
                  <a:lnTo>
                    <a:pt x="17531" y="1739"/>
                  </a:lnTo>
                  <a:lnTo>
                    <a:pt x="17609" y="1507"/>
                  </a:lnTo>
                  <a:lnTo>
                    <a:pt x="17609" y="1275"/>
                  </a:lnTo>
                  <a:lnTo>
                    <a:pt x="17609" y="1044"/>
                  </a:lnTo>
                  <a:lnTo>
                    <a:pt x="17570" y="773"/>
                  </a:lnTo>
                  <a:lnTo>
                    <a:pt x="17531" y="696"/>
                  </a:lnTo>
                  <a:lnTo>
                    <a:pt x="17493" y="657"/>
                  </a:lnTo>
                  <a:lnTo>
                    <a:pt x="17454" y="580"/>
                  </a:lnTo>
                  <a:lnTo>
                    <a:pt x="17416" y="542"/>
                  </a:lnTo>
                  <a:lnTo>
                    <a:pt x="17145" y="773"/>
                  </a:lnTo>
                  <a:lnTo>
                    <a:pt x="17145" y="851"/>
                  </a:lnTo>
                  <a:lnTo>
                    <a:pt x="17184" y="1198"/>
                  </a:lnTo>
                  <a:lnTo>
                    <a:pt x="17145" y="1584"/>
                  </a:lnTo>
                  <a:lnTo>
                    <a:pt x="17030" y="1893"/>
                  </a:lnTo>
                  <a:lnTo>
                    <a:pt x="16836" y="2241"/>
                  </a:lnTo>
                  <a:lnTo>
                    <a:pt x="16605" y="2511"/>
                  </a:lnTo>
                  <a:lnTo>
                    <a:pt x="16334" y="2743"/>
                  </a:lnTo>
                  <a:lnTo>
                    <a:pt x="16026" y="2936"/>
                  </a:lnTo>
                  <a:lnTo>
                    <a:pt x="15678" y="3090"/>
                  </a:lnTo>
                  <a:lnTo>
                    <a:pt x="15292" y="3206"/>
                  </a:lnTo>
                  <a:lnTo>
                    <a:pt x="14906" y="3245"/>
                  </a:lnTo>
                  <a:lnTo>
                    <a:pt x="14520" y="3245"/>
                  </a:lnTo>
                  <a:lnTo>
                    <a:pt x="14133" y="3206"/>
                  </a:lnTo>
                  <a:lnTo>
                    <a:pt x="13747" y="3129"/>
                  </a:lnTo>
                  <a:lnTo>
                    <a:pt x="13361" y="3013"/>
                  </a:lnTo>
                  <a:lnTo>
                    <a:pt x="12975" y="2858"/>
                  </a:lnTo>
                  <a:lnTo>
                    <a:pt x="12627" y="2704"/>
                  </a:lnTo>
                  <a:lnTo>
                    <a:pt x="12010" y="2356"/>
                  </a:lnTo>
                  <a:lnTo>
                    <a:pt x="11353" y="1970"/>
                  </a:lnTo>
                  <a:lnTo>
                    <a:pt x="10156" y="1198"/>
                  </a:lnTo>
                  <a:lnTo>
                    <a:pt x="9538" y="851"/>
                  </a:lnTo>
                  <a:lnTo>
                    <a:pt x="8882" y="542"/>
                  </a:lnTo>
                  <a:lnTo>
                    <a:pt x="8225" y="271"/>
                  </a:lnTo>
                  <a:lnTo>
                    <a:pt x="7878" y="155"/>
                  </a:lnTo>
                  <a:lnTo>
                    <a:pt x="7492" y="78"/>
                  </a:lnTo>
                  <a:lnTo>
                    <a:pt x="687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7" name="Google Shape;5637;p22"/>
            <p:cNvSpPr/>
            <p:nvPr/>
          </p:nvSpPr>
          <p:spPr>
            <a:xfrm>
              <a:off x="330800" y="3096400"/>
              <a:ext cx="446975" cy="310875"/>
            </a:xfrm>
            <a:custGeom>
              <a:avLst/>
              <a:gdLst/>
              <a:ahLst/>
              <a:cxnLst/>
              <a:rect l="l" t="t" r="r" b="b"/>
              <a:pathLst>
                <a:path w="17879" h="12435" extrusionOk="0">
                  <a:moveTo>
                    <a:pt x="17608" y="1"/>
                  </a:moveTo>
                  <a:lnTo>
                    <a:pt x="17415" y="117"/>
                  </a:lnTo>
                  <a:lnTo>
                    <a:pt x="17454" y="734"/>
                  </a:lnTo>
                  <a:lnTo>
                    <a:pt x="17454" y="1352"/>
                  </a:lnTo>
                  <a:lnTo>
                    <a:pt x="17415" y="1931"/>
                  </a:lnTo>
                  <a:lnTo>
                    <a:pt x="17338" y="2549"/>
                  </a:lnTo>
                  <a:lnTo>
                    <a:pt x="17261" y="3128"/>
                  </a:lnTo>
                  <a:lnTo>
                    <a:pt x="17106" y="3708"/>
                  </a:lnTo>
                  <a:lnTo>
                    <a:pt x="16952" y="4287"/>
                  </a:lnTo>
                  <a:lnTo>
                    <a:pt x="16720" y="4828"/>
                  </a:lnTo>
                  <a:lnTo>
                    <a:pt x="16489" y="5368"/>
                  </a:lnTo>
                  <a:lnTo>
                    <a:pt x="16257" y="5909"/>
                  </a:lnTo>
                  <a:lnTo>
                    <a:pt x="15948" y="6449"/>
                  </a:lnTo>
                  <a:lnTo>
                    <a:pt x="15600" y="6951"/>
                  </a:lnTo>
                  <a:lnTo>
                    <a:pt x="15253" y="7415"/>
                  </a:lnTo>
                  <a:lnTo>
                    <a:pt x="14867" y="7917"/>
                  </a:lnTo>
                  <a:lnTo>
                    <a:pt x="14481" y="8341"/>
                  </a:lnTo>
                  <a:lnTo>
                    <a:pt x="14017" y="8805"/>
                  </a:lnTo>
                  <a:lnTo>
                    <a:pt x="13515" y="9268"/>
                  </a:lnTo>
                  <a:lnTo>
                    <a:pt x="12975" y="9693"/>
                  </a:lnTo>
                  <a:lnTo>
                    <a:pt x="12395" y="10118"/>
                  </a:lnTo>
                  <a:lnTo>
                    <a:pt x="11778" y="10465"/>
                  </a:lnTo>
                  <a:lnTo>
                    <a:pt x="11160" y="10813"/>
                  </a:lnTo>
                  <a:lnTo>
                    <a:pt x="10503" y="11122"/>
                  </a:lnTo>
                  <a:lnTo>
                    <a:pt x="9847" y="11392"/>
                  </a:lnTo>
                  <a:lnTo>
                    <a:pt x="9190" y="11585"/>
                  </a:lnTo>
                  <a:lnTo>
                    <a:pt x="8495" y="11778"/>
                  </a:lnTo>
                  <a:lnTo>
                    <a:pt x="7839" y="11894"/>
                  </a:lnTo>
                  <a:lnTo>
                    <a:pt x="7144" y="11971"/>
                  </a:lnTo>
                  <a:lnTo>
                    <a:pt x="6449" y="11971"/>
                  </a:lnTo>
                  <a:lnTo>
                    <a:pt x="5754" y="11933"/>
                  </a:lnTo>
                  <a:lnTo>
                    <a:pt x="5059" y="11817"/>
                  </a:lnTo>
                  <a:lnTo>
                    <a:pt x="4364" y="11624"/>
                  </a:lnTo>
                  <a:lnTo>
                    <a:pt x="3668" y="11392"/>
                  </a:lnTo>
                  <a:lnTo>
                    <a:pt x="3166" y="11160"/>
                  </a:lnTo>
                  <a:lnTo>
                    <a:pt x="2664" y="10890"/>
                  </a:lnTo>
                  <a:lnTo>
                    <a:pt x="2201" y="10581"/>
                  </a:lnTo>
                  <a:lnTo>
                    <a:pt x="1738" y="10234"/>
                  </a:lnTo>
                  <a:lnTo>
                    <a:pt x="1352" y="9847"/>
                  </a:lnTo>
                  <a:lnTo>
                    <a:pt x="965" y="9423"/>
                  </a:lnTo>
                  <a:lnTo>
                    <a:pt x="618" y="8959"/>
                  </a:lnTo>
                  <a:lnTo>
                    <a:pt x="309" y="8496"/>
                  </a:lnTo>
                  <a:lnTo>
                    <a:pt x="0" y="8650"/>
                  </a:lnTo>
                  <a:lnTo>
                    <a:pt x="309" y="9191"/>
                  </a:lnTo>
                  <a:lnTo>
                    <a:pt x="695" y="9693"/>
                  </a:lnTo>
                  <a:lnTo>
                    <a:pt x="1081" y="10156"/>
                  </a:lnTo>
                  <a:lnTo>
                    <a:pt x="1545" y="10581"/>
                  </a:lnTo>
                  <a:lnTo>
                    <a:pt x="2047" y="10967"/>
                  </a:lnTo>
                  <a:lnTo>
                    <a:pt x="2549" y="11315"/>
                  </a:lnTo>
                  <a:lnTo>
                    <a:pt x="3128" y="11624"/>
                  </a:lnTo>
                  <a:lnTo>
                    <a:pt x="3746" y="11894"/>
                  </a:lnTo>
                  <a:lnTo>
                    <a:pt x="4402" y="12126"/>
                  </a:lnTo>
                  <a:lnTo>
                    <a:pt x="5097" y="12280"/>
                  </a:lnTo>
                  <a:lnTo>
                    <a:pt x="5754" y="12357"/>
                  </a:lnTo>
                  <a:lnTo>
                    <a:pt x="6449" y="12435"/>
                  </a:lnTo>
                  <a:lnTo>
                    <a:pt x="7144" y="12396"/>
                  </a:lnTo>
                  <a:lnTo>
                    <a:pt x="7800" y="12357"/>
                  </a:lnTo>
                  <a:lnTo>
                    <a:pt x="8495" y="12242"/>
                  </a:lnTo>
                  <a:lnTo>
                    <a:pt x="9152" y="12087"/>
                  </a:lnTo>
                  <a:lnTo>
                    <a:pt x="9808" y="11894"/>
                  </a:lnTo>
                  <a:lnTo>
                    <a:pt x="10465" y="11662"/>
                  </a:lnTo>
                  <a:lnTo>
                    <a:pt x="11121" y="11353"/>
                  </a:lnTo>
                  <a:lnTo>
                    <a:pt x="11739" y="11044"/>
                  </a:lnTo>
                  <a:lnTo>
                    <a:pt x="12318" y="10697"/>
                  </a:lnTo>
                  <a:lnTo>
                    <a:pt x="12897" y="10311"/>
                  </a:lnTo>
                  <a:lnTo>
                    <a:pt x="13477" y="9925"/>
                  </a:lnTo>
                  <a:lnTo>
                    <a:pt x="13979" y="9461"/>
                  </a:lnTo>
                  <a:lnTo>
                    <a:pt x="14481" y="9037"/>
                  </a:lnTo>
                  <a:lnTo>
                    <a:pt x="14944" y="8573"/>
                  </a:lnTo>
                  <a:lnTo>
                    <a:pt x="15369" y="8071"/>
                  </a:lnTo>
                  <a:lnTo>
                    <a:pt x="15794" y="7531"/>
                  </a:lnTo>
                  <a:lnTo>
                    <a:pt x="16180" y="6990"/>
                  </a:lnTo>
                  <a:lnTo>
                    <a:pt x="16566" y="6411"/>
                  </a:lnTo>
                  <a:lnTo>
                    <a:pt x="16875" y="5793"/>
                  </a:lnTo>
                  <a:lnTo>
                    <a:pt x="17184" y="5214"/>
                  </a:lnTo>
                  <a:lnTo>
                    <a:pt x="17415" y="4557"/>
                  </a:lnTo>
                  <a:lnTo>
                    <a:pt x="17608" y="3939"/>
                  </a:lnTo>
                  <a:lnTo>
                    <a:pt x="17763" y="3283"/>
                  </a:lnTo>
                  <a:lnTo>
                    <a:pt x="17840" y="2626"/>
                  </a:lnTo>
                  <a:lnTo>
                    <a:pt x="17879" y="1970"/>
                  </a:lnTo>
                  <a:lnTo>
                    <a:pt x="17840" y="1314"/>
                  </a:lnTo>
                  <a:lnTo>
                    <a:pt x="17763" y="657"/>
                  </a:lnTo>
                  <a:lnTo>
                    <a:pt x="1760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8" name="Google Shape;5638;p22"/>
            <p:cNvSpPr/>
            <p:nvPr/>
          </p:nvSpPr>
          <p:spPr>
            <a:xfrm>
              <a:off x="4441350" y="3154325"/>
              <a:ext cx="84975" cy="94625"/>
            </a:xfrm>
            <a:custGeom>
              <a:avLst/>
              <a:gdLst/>
              <a:ahLst/>
              <a:cxnLst/>
              <a:rect l="l" t="t" r="r" b="b"/>
              <a:pathLst>
                <a:path w="3399" h="3785" extrusionOk="0">
                  <a:moveTo>
                    <a:pt x="77" y="1"/>
                  </a:moveTo>
                  <a:lnTo>
                    <a:pt x="0" y="78"/>
                  </a:lnTo>
                  <a:lnTo>
                    <a:pt x="0" y="116"/>
                  </a:lnTo>
                  <a:lnTo>
                    <a:pt x="348" y="889"/>
                  </a:lnTo>
                  <a:lnTo>
                    <a:pt x="811" y="1661"/>
                  </a:lnTo>
                  <a:lnTo>
                    <a:pt x="1274" y="2395"/>
                  </a:lnTo>
                  <a:lnTo>
                    <a:pt x="1738" y="3090"/>
                  </a:lnTo>
                  <a:lnTo>
                    <a:pt x="2008" y="3437"/>
                  </a:lnTo>
                  <a:lnTo>
                    <a:pt x="2201" y="3553"/>
                  </a:lnTo>
                  <a:lnTo>
                    <a:pt x="2394" y="3669"/>
                  </a:lnTo>
                  <a:lnTo>
                    <a:pt x="2587" y="3746"/>
                  </a:lnTo>
                  <a:lnTo>
                    <a:pt x="2780" y="3785"/>
                  </a:lnTo>
                  <a:lnTo>
                    <a:pt x="3012" y="3708"/>
                  </a:lnTo>
                  <a:lnTo>
                    <a:pt x="3205" y="3592"/>
                  </a:lnTo>
                  <a:lnTo>
                    <a:pt x="3321" y="3437"/>
                  </a:lnTo>
                  <a:lnTo>
                    <a:pt x="3398" y="3244"/>
                  </a:lnTo>
                  <a:lnTo>
                    <a:pt x="3398" y="3090"/>
                  </a:lnTo>
                  <a:lnTo>
                    <a:pt x="3398" y="2897"/>
                  </a:lnTo>
                  <a:lnTo>
                    <a:pt x="3360" y="2704"/>
                  </a:lnTo>
                  <a:lnTo>
                    <a:pt x="3282" y="2511"/>
                  </a:lnTo>
                  <a:lnTo>
                    <a:pt x="3128" y="2163"/>
                  </a:lnTo>
                  <a:lnTo>
                    <a:pt x="2935" y="2240"/>
                  </a:lnTo>
                  <a:lnTo>
                    <a:pt x="3051" y="2588"/>
                  </a:lnTo>
                  <a:lnTo>
                    <a:pt x="3089" y="2742"/>
                  </a:lnTo>
                  <a:lnTo>
                    <a:pt x="3128" y="2858"/>
                  </a:lnTo>
                  <a:lnTo>
                    <a:pt x="2896" y="3012"/>
                  </a:lnTo>
                  <a:lnTo>
                    <a:pt x="2665" y="3128"/>
                  </a:lnTo>
                  <a:lnTo>
                    <a:pt x="2510" y="3206"/>
                  </a:lnTo>
                  <a:lnTo>
                    <a:pt x="2317" y="3206"/>
                  </a:lnTo>
                  <a:lnTo>
                    <a:pt x="2201" y="3167"/>
                  </a:lnTo>
                  <a:lnTo>
                    <a:pt x="2047" y="3090"/>
                  </a:lnTo>
                  <a:lnTo>
                    <a:pt x="1931" y="2935"/>
                  </a:lnTo>
                  <a:lnTo>
                    <a:pt x="1854" y="2742"/>
                  </a:lnTo>
                  <a:lnTo>
                    <a:pt x="1699" y="2511"/>
                  </a:lnTo>
                  <a:lnTo>
                    <a:pt x="1081" y="1507"/>
                  </a:lnTo>
                  <a:lnTo>
                    <a:pt x="618" y="773"/>
                  </a:lnTo>
                  <a:lnTo>
                    <a:pt x="386" y="387"/>
                  </a:lnTo>
                  <a:lnTo>
                    <a:pt x="116" y="39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9" name="Google Shape;5639;p22"/>
            <p:cNvSpPr/>
            <p:nvPr/>
          </p:nvSpPr>
          <p:spPr>
            <a:xfrm>
              <a:off x="7199400" y="3174600"/>
              <a:ext cx="61825" cy="89800"/>
            </a:xfrm>
            <a:custGeom>
              <a:avLst/>
              <a:gdLst/>
              <a:ahLst/>
              <a:cxnLst/>
              <a:rect l="l" t="t" r="r" b="b"/>
              <a:pathLst>
                <a:path w="2473" h="3592" extrusionOk="0">
                  <a:moveTo>
                    <a:pt x="1082" y="0"/>
                  </a:moveTo>
                  <a:lnTo>
                    <a:pt x="1005" y="39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2"/>
                  </a:lnTo>
                  <a:lnTo>
                    <a:pt x="850" y="232"/>
                  </a:lnTo>
                  <a:lnTo>
                    <a:pt x="773" y="271"/>
                  </a:lnTo>
                  <a:lnTo>
                    <a:pt x="734" y="348"/>
                  </a:lnTo>
                  <a:lnTo>
                    <a:pt x="696" y="425"/>
                  </a:lnTo>
                  <a:lnTo>
                    <a:pt x="696" y="502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6"/>
                  </a:lnTo>
                  <a:lnTo>
                    <a:pt x="1082" y="811"/>
                  </a:lnTo>
                  <a:lnTo>
                    <a:pt x="1275" y="927"/>
                  </a:lnTo>
                  <a:lnTo>
                    <a:pt x="1468" y="1082"/>
                  </a:lnTo>
                  <a:lnTo>
                    <a:pt x="1623" y="1275"/>
                  </a:lnTo>
                  <a:lnTo>
                    <a:pt x="1777" y="1468"/>
                  </a:lnTo>
                  <a:lnTo>
                    <a:pt x="1854" y="1700"/>
                  </a:lnTo>
                  <a:lnTo>
                    <a:pt x="1932" y="1931"/>
                  </a:lnTo>
                  <a:lnTo>
                    <a:pt x="1932" y="2163"/>
                  </a:lnTo>
                  <a:lnTo>
                    <a:pt x="1932" y="2433"/>
                  </a:lnTo>
                  <a:lnTo>
                    <a:pt x="1816" y="2742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1"/>
                  </a:lnTo>
                  <a:lnTo>
                    <a:pt x="1391" y="3128"/>
                  </a:lnTo>
                  <a:lnTo>
                    <a:pt x="1198" y="3128"/>
                  </a:lnTo>
                  <a:lnTo>
                    <a:pt x="1043" y="3090"/>
                  </a:lnTo>
                  <a:lnTo>
                    <a:pt x="928" y="3012"/>
                  </a:lnTo>
                  <a:lnTo>
                    <a:pt x="850" y="2897"/>
                  </a:lnTo>
                  <a:lnTo>
                    <a:pt x="812" y="2742"/>
                  </a:lnTo>
                  <a:lnTo>
                    <a:pt x="850" y="2588"/>
                  </a:lnTo>
                  <a:lnTo>
                    <a:pt x="928" y="2433"/>
                  </a:lnTo>
                  <a:lnTo>
                    <a:pt x="1043" y="2317"/>
                  </a:lnTo>
                  <a:lnTo>
                    <a:pt x="1159" y="2240"/>
                  </a:lnTo>
                  <a:lnTo>
                    <a:pt x="1159" y="2124"/>
                  </a:lnTo>
                  <a:lnTo>
                    <a:pt x="1121" y="2008"/>
                  </a:lnTo>
                  <a:lnTo>
                    <a:pt x="1043" y="1931"/>
                  </a:lnTo>
                  <a:lnTo>
                    <a:pt x="657" y="1622"/>
                  </a:lnTo>
                  <a:lnTo>
                    <a:pt x="426" y="1468"/>
                  </a:lnTo>
                  <a:lnTo>
                    <a:pt x="194" y="1313"/>
                  </a:lnTo>
                  <a:lnTo>
                    <a:pt x="1" y="1622"/>
                  </a:lnTo>
                  <a:lnTo>
                    <a:pt x="271" y="1893"/>
                  </a:lnTo>
                  <a:lnTo>
                    <a:pt x="580" y="2124"/>
                  </a:lnTo>
                  <a:lnTo>
                    <a:pt x="426" y="2356"/>
                  </a:lnTo>
                  <a:lnTo>
                    <a:pt x="348" y="2626"/>
                  </a:lnTo>
                  <a:lnTo>
                    <a:pt x="310" y="2897"/>
                  </a:lnTo>
                  <a:lnTo>
                    <a:pt x="348" y="3051"/>
                  </a:lnTo>
                  <a:lnTo>
                    <a:pt x="426" y="3167"/>
                  </a:lnTo>
                  <a:lnTo>
                    <a:pt x="541" y="3321"/>
                  </a:lnTo>
                  <a:lnTo>
                    <a:pt x="696" y="3476"/>
                  </a:lnTo>
                  <a:lnTo>
                    <a:pt x="889" y="3553"/>
                  </a:lnTo>
                  <a:lnTo>
                    <a:pt x="1082" y="3592"/>
                  </a:lnTo>
                  <a:lnTo>
                    <a:pt x="1275" y="3592"/>
                  </a:lnTo>
                  <a:lnTo>
                    <a:pt x="1507" y="3553"/>
                  </a:lnTo>
                  <a:lnTo>
                    <a:pt x="1700" y="3514"/>
                  </a:lnTo>
                  <a:lnTo>
                    <a:pt x="1854" y="3399"/>
                  </a:lnTo>
                  <a:lnTo>
                    <a:pt x="2047" y="3244"/>
                  </a:lnTo>
                  <a:lnTo>
                    <a:pt x="2202" y="3051"/>
                  </a:lnTo>
                  <a:lnTo>
                    <a:pt x="2318" y="2858"/>
                  </a:lnTo>
                  <a:lnTo>
                    <a:pt x="2395" y="2665"/>
                  </a:lnTo>
                  <a:lnTo>
                    <a:pt x="2434" y="2472"/>
                  </a:lnTo>
                  <a:lnTo>
                    <a:pt x="2472" y="2240"/>
                  </a:lnTo>
                  <a:lnTo>
                    <a:pt x="2434" y="2008"/>
                  </a:lnTo>
                  <a:lnTo>
                    <a:pt x="2395" y="1815"/>
                  </a:lnTo>
                  <a:lnTo>
                    <a:pt x="2318" y="1584"/>
                  </a:lnTo>
                  <a:lnTo>
                    <a:pt x="2202" y="1391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7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0" name="Google Shape;5640;p22"/>
            <p:cNvSpPr/>
            <p:nvPr/>
          </p:nvSpPr>
          <p:spPr>
            <a:xfrm>
              <a:off x="6803600" y="3198725"/>
              <a:ext cx="310875" cy="124575"/>
            </a:xfrm>
            <a:custGeom>
              <a:avLst/>
              <a:gdLst/>
              <a:ahLst/>
              <a:cxnLst/>
              <a:rect l="l" t="t" r="r" b="b"/>
              <a:pathLst>
                <a:path w="12435" h="4983" extrusionOk="0">
                  <a:moveTo>
                    <a:pt x="232" y="1"/>
                  </a:moveTo>
                  <a:lnTo>
                    <a:pt x="1" y="233"/>
                  </a:lnTo>
                  <a:lnTo>
                    <a:pt x="503" y="966"/>
                  </a:lnTo>
                  <a:lnTo>
                    <a:pt x="1043" y="1623"/>
                  </a:lnTo>
                  <a:lnTo>
                    <a:pt x="1700" y="2279"/>
                  </a:lnTo>
                  <a:lnTo>
                    <a:pt x="2356" y="2858"/>
                  </a:lnTo>
                  <a:lnTo>
                    <a:pt x="3090" y="3399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3" y="4557"/>
                  </a:lnTo>
                  <a:lnTo>
                    <a:pt x="6372" y="4789"/>
                  </a:lnTo>
                  <a:lnTo>
                    <a:pt x="7260" y="4944"/>
                  </a:lnTo>
                  <a:lnTo>
                    <a:pt x="7685" y="4982"/>
                  </a:lnTo>
                  <a:lnTo>
                    <a:pt x="8535" y="4982"/>
                  </a:lnTo>
                  <a:lnTo>
                    <a:pt x="8998" y="4944"/>
                  </a:lnTo>
                  <a:lnTo>
                    <a:pt x="9423" y="4866"/>
                  </a:lnTo>
                  <a:lnTo>
                    <a:pt x="9848" y="4789"/>
                  </a:lnTo>
                  <a:lnTo>
                    <a:pt x="10272" y="4673"/>
                  </a:lnTo>
                  <a:lnTo>
                    <a:pt x="10658" y="4519"/>
                  </a:lnTo>
                  <a:lnTo>
                    <a:pt x="11083" y="4326"/>
                  </a:lnTo>
                  <a:lnTo>
                    <a:pt x="11469" y="4133"/>
                  </a:lnTo>
                  <a:lnTo>
                    <a:pt x="11855" y="3862"/>
                  </a:lnTo>
                  <a:lnTo>
                    <a:pt x="12242" y="3592"/>
                  </a:lnTo>
                  <a:lnTo>
                    <a:pt x="12319" y="3553"/>
                  </a:lnTo>
                  <a:lnTo>
                    <a:pt x="12435" y="3206"/>
                  </a:lnTo>
                  <a:lnTo>
                    <a:pt x="12357" y="3167"/>
                  </a:lnTo>
                  <a:lnTo>
                    <a:pt x="12280" y="3206"/>
                  </a:lnTo>
                  <a:lnTo>
                    <a:pt x="12203" y="3129"/>
                  </a:lnTo>
                  <a:lnTo>
                    <a:pt x="12010" y="3129"/>
                  </a:lnTo>
                  <a:lnTo>
                    <a:pt x="11933" y="3206"/>
                  </a:lnTo>
                  <a:lnTo>
                    <a:pt x="11585" y="3438"/>
                  </a:lnTo>
                  <a:lnTo>
                    <a:pt x="11199" y="3669"/>
                  </a:lnTo>
                  <a:lnTo>
                    <a:pt x="10813" y="3862"/>
                  </a:lnTo>
                  <a:lnTo>
                    <a:pt x="10427" y="4017"/>
                  </a:lnTo>
                  <a:lnTo>
                    <a:pt x="10041" y="4171"/>
                  </a:lnTo>
                  <a:lnTo>
                    <a:pt x="9616" y="4287"/>
                  </a:lnTo>
                  <a:lnTo>
                    <a:pt x="9191" y="4364"/>
                  </a:lnTo>
                  <a:lnTo>
                    <a:pt x="8766" y="4442"/>
                  </a:lnTo>
                  <a:lnTo>
                    <a:pt x="8342" y="4480"/>
                  </a:lnTo>
                  <a:lnTo>
                    <a:pt x="7917" y="4480"/>
                  </a:lnTo>
                  <a:lnTo>
                    <a:pt x="7492" y="4442"/>
                  </a:lnTo>
                  <a:lnTo>
                    <a:pt x="7067" y="4403"/>
                  </a:lnTo>
                  <a:lnTo>
                    <a:pt x="6642" y="4364"/>
                  </a:lnTo>
                  <a:lnTo>
                    <a:pt x="6218" y="4248"/>
                  </a:lnTo>
                  <a:lnTo>
                    <a:pt x="5793" y="4171"/>
                  </a:lnTo>
                  <a:lnTo>
                    <a:pt x="5368" y="4017"/>
                  </a:lnTo>
                  <a:lnTo>
                    <a:pt x="4596" y="3708"/>
                  </a:lnTo>
                  <a:lnTo>
                    <a:pt x="3901" y="3283"/>
                  </a:lnTo>
                  <a:lnTo>
                    <a:pt x="3206" y="2820"/>
                  </a:lnTo>
                  <a:lnTo>
                    <a:pt x="2588" y="2318"/>
                  </a:lnTo>
                  <a:lnTo>
                    <a:pt x="1970" y="1777"/>
                  </a:lnTo>
                  <a:lnTo>
                    <a:pt x="1391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1" name="Google Shape;5641;p22"/>
            <p:cNvSpPr/>
            <p:nvPr/>
          </p:nvSpPr>
          <p:spPr>
            <a:xfrm>
              <a:off x="7111550" y="3205500"/>
              <a:ext cx="92700" cy="135175"/>
            </a:xfrm>
            <a:custGeom>
              <a:avLst/>
              <a:gdLst/>
              <a:ahLst/>
              <a:cxnLst/>
              <a:rect l="l" t="t" r="r" b="b"/>
              <a:pathLst>
                <a:path w="3708" h="5407" extrusionOk="0">
                  <a:moveTo>
                    <a:pt x="3399" y="0"/>
                  </a:moveTo>
                  <a:lnTo>
                    <a:pt x="3360" y="77"/>
                  </a:lnTo>
                  <a:lnTo>
                    <a:pt x="3245" y="77"/>
                  </a:lnTo>
                  <a:lnTo>
                    <a:pt x="3013" y="270"/>
                  </a:lnTo>
                  <a:lnTo>
                    <a:pt x="2781" y="502"/>
                  </a:lnTo>
                  <a:lnTo>
                    <a:pt x="2549" y="772"/>
                  </a:lnTo>
                  <a:lnTo>
                    <a:pt x="2356" y="1004"/>
                  </a:lnTo>
                  <a:lnTo>
                    <a:pt x="2047" y="1236"/>
                  </a:lnTo>
                  <a:lnTo>
                    <a:pt x="1777" y="1429"/>
                  </a:lnTo>
                  <a:lnTo>
                    <a:pt x="1159" y="1815"/>
                  </a:lnTo>
                  <a:lnTo>
                    <a:pt x="1082" y="1854"/>
                  </a:lnTo>
                  <a:lnTo>
                    <a:pt x="1043" y="1931"/>
                  </a:lnTo>
                  <a:lnTo>
                    <a:pt x="1082" y="2008"/>
                  </a:lnTo>
                  <a:lnTo>
                    <a:pt x="1121" y="2085"/>
                  </a:lnTo>
                  <a:lnTo>
                    <a:pt x="1005" y="2085"/>
                  </a:lnTo>
                  <a:lnTo>
                    <a:pt x="889" y="2124"/>
                  </a:lnTo>
                  <a:lnTo>
                    <a:pt x="850" y="2163"/>
                  </a:lnTo>
                  <a:lnTo>
                    <a:pt x="812" y="2240"/>
                  </a:lnTo>
                  <a:lnTo>
                    <a:pt x="812" y="2356"/>
                  </a:lnTo>
                  <a:lnTo>
                    <a:pt x="812" y="2433"/>
                  </a:lnTo>
                  <a:lnTo>
                    <a:pt x="889" y="2471"/>
                  </a:lnTo>
                  <a:lnTo>
                    <a:pt x="966" y="2510"/>
                  </a:lnTo>
                  <a:lnTo>
                    <a:pt x="1198" y="2587"/>
                  </a:lnTo>
                  <a:lnTo>
                    <a:pt x="1430" y="2703"/>
                  </a:lnTo>
                  <a:lnTo>
                    <a:pt x="1623" y="2819"/>
                  </a:lnTo>
                  <a:lnTo>
                    <a:pt x="1816" y="2973"/>
                  </a:lnTo>
                  <a:lnTo>
                    <a:pt x="1970" y="3167"/>
                  </a:lnTo>
                  <a:lnTo>
                    <a:pt x="2047" y="3398"/>
                  </a:lnTo>
                  <a:lnTo>
                    <a:pt x="2125" y="3630"/>
                  </a:lnTo>
                  <a:lnTo>
                    <a:pt x="2125" y="3900"/>
                  </a:lnTo>
                  <a:lnTo>
                    <a:pt x="2086" y="4093"/>
                  </a:lnTo>
                  <a:lnTo>
                    <a:pt x="2009" y="4325"/>
                  </a:lnTo>
                  <a:lnTo>
                    <a:pt x="1893" y="4518"/>
                  </a:lnTo>
                  <a:lnTo>
                    <a:pt x="1739" y="4711"/>
                  </a:lnTo>
                  <a:lnTo>
                    <a:pt x="1545" y="4827"/>
                  </a:lnTo>
                  <a:lnTo>
                    <a:pt x="1314" y="4943"/>
                  </a:lnTo>
                  <a:lnTo>
                    <a:pt x="1082" y="4943"/>
                  </a:lnTo>
                  <a:lnTo>
                    <a:pt x="889" y="4866"/>
                  </a:lnTo>
                  <a:lnTo>
                    <a:pt x="773" y="4750"/>
                  </a:lnTo>
                  <a:lnTo>
                    <a:pt x="696" y="4595"/>
                  </a:lnTo>
                  <a:lnTo>
                    <a:pt x="657" y="4441"/>
                  </a:lnTo>
                  <a:lnTo>
                    <a:pt x="735" y="4286"/>
                  </a:lnTo>
                  <a:lnTo>
                    <a:pt x="812" y="4209"/>
                  </a:lnTo>
                  <a:lnTo>
                    <a:pt x="889" y="4132"/>
                  </a:lnTo>
                  <a:lnTo>
                    <a:pt x="966" y="4093"/>
                  </a:lnTo>
                  <a:lnTo>
                    <a:pt x="1121" y="4093"/>
                  </a:lnTo>
                  <a:lnTo>
                    <a:pt x="1237" y="4016"/>
                  </a:lnTo>
                  <a:lnTo>
                    <a:pt x="1314" y="3900"/>
                  </a:lnTo>
                  <a:lnTo>
                    <a:pt x="1314" y="3784"/>
                  </a:lnTo>
                  <a:lnTo>
                    <a:pt x="1275" y="3707"/>
                  </a:lnTo>
                  <a:lnTo>
                    <a:pt x="1198" y="3669"/>
                  </a:lnTo>
                  <a:lnTo>
                    <a:pt x="117" y="2935"/>
                  </a:lnTo>
                  <a:lnTo>
                    <a:pt x="1" y="3282"/>
                  </a:lnTo>
                  <a:lnTo>
                    <a:pt x="657" y="3784"/>
                  </a:lnTo>
                  <a:lnTo>
                    <a:pt x="503" y="3862"/>
                  </a:lnTo>
                  <a:lnTo>
                    <a:pt x="387" y="3977"/>
                  </a:lnTo>
                  <a:lnTo>
                    <a:pt x="310" y="4093"/>
                  </a:lnTo>
                  <a:lnTo>
                    <a:pt x="233" y="4248"/>
                  </a:lnTo>
                  <a:lnTo>
                    <a:pt x="194" y="4402"/>
                  </a:lnTo>
                  <a:lnTo>
                    <a:pt x="194" y="4557"/>
                  </a:lnTo>
                  <a:lnTo>
                    <a:pt x="194" y="4711"/>
                  </a:lnTo>
                  <a:lnTo>
                    <a:pt x="271" y="4866"/>
                  </a:lnTo>
                  <a:lnTo>
                    <a:pt x="387" y="5097"/>
                  </a:lnTo>
                  <a:lnTo>
                    <a:pt x="541" y="5252"/>
                  </a:lnTo>
                  <a:lnTo>
                    <a:pt x="735" y="5368"/>
                  </a:lnTo>
                  <a:lnTo>
                    <a:pt x="966" y="5406"/>
                  </a:lnTo>
                  <a:lnTo>
                    <a:pt x="1198" y="5406"/>
                  </a:lnTo>
                  <a:lnTo>
                    <a:pt x="1430" y="5368"/>
                  </a:lnTo>
                  <a:lnTo>
                    <a:pt x="1623" y="5329"/>
                  </a:lnTo>
                  <a:lnTo>
                    <a:pt x="1854" y="5213"/>
                  </a:lnTo>
                  <a:lnTo>
                    <a:pt x="2086" y="5020"/>
                  </a:lnTo>
                  <a:lnTo>
                    <a:pt x="2241" y="4827"/>
                  </a:lnTo>
                  <a:lnTo>
                    <a:pt x="2395" y="4634"/>
                  </a:lnTo>
                  <a:lnTo>
                    <a:pt x="2511" y="4441"/>
                  </a:lnTo>
                  <a:lnTo>
                    <a:pt x="2549" y="4209"/>
                  </a:lnTo>
                  <a:lnTo>
                    <a:pt x="2588" y="3977"/>
                  </a:lnTo>
                  <a:lnTo>
                    <a:pt x="2588" y="3746"/>
                  </a:lnTo>
                  <a:lnTo>
                    <a:pt x="2549" y="3514"/>
                  </a:lnTo>
                  <a:lnTo>
                    <a:pt x="2472" y="3282"/>
                  </a:lnTo>
                  <a:lnTo>
                    <a:pt x="2395" y="3051"/>
                  </a:lnTo>
                  <a:lnTo>
                    <a:pt x="2279" y="2858"/>
                  </a:lnTo>
                  <a:lnTo>
                    <a:pt x="2125" y="2665"/>
                  </a:lnTo>
                  <a:lnTo>
                    <a:pt x="1932" y="2471"/>
                  </a:lnTo>
                  <a:lnTo>
                    <a:pt x="1739" y="2356"/>
                  </a:lnTo>
                  <a:lnTo>
                    <a:pt x="1507" y="2201"/>
                  </a:lnTo>
                  <a:lnTo>
                    <a:pt x="1275" y="2124"/>
                  </a:lnTo>
                  <a:lnTo>
                    <a:pt x="1623" y="1969"/>
                  </a:lnTo>
                  <a:lnTo>
                    <a:pt x="1932" y="1815"/>
                  </a:lnTo>
                  <a:lnTo>
                    <a:pt x="2241" y="1622"/>
                  </a:lnTo>
                  <a:lnTo>
                    <a:pt x="2549" y="1390"/>
                  </a:lnTo>
                  <a:lnTo>
                    <a:pt x="2820" y="1197"/>
                  </a:lnTo>
                  <a:lnTo>
                    <a:pt x="3090" y="965"/>
                  </a:lnTo>
                  <a:lnTo>
                    <a:pt x="3360" y="657"/>
                  </a:lnTo>
                  <a:lnTo>
                    <a:pt x="3438" y="541"/>
                  </a:lnTo>
                  <a:lnTo>
                    <a:pt x="3515" y="386"/>
                  </a:lnTo>
                  <a:lnTo>
                    <a:pt x="3708" y="77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2" name="Google Shape;5642;p22"/>
            <p:cNvSpPr/>
            <p:nvPr/>
          </p:nvSpPr>
          <p:spPr>
            <a:xfrm>
              <a:off x="1402350" y="3219000"/>
              <a:ext cx="106225" cy="103325"/>
            </a:xfrm>
            <a:custGeom>
              <a:avLst/>
              <a:gdLst/>
              <a:ahLst/>
              <a:cxnLst/>
              <a:rect l="l" t="t" r="r" b="b"/>
              <a:pathLst>
                <a:path w="4249" h="4133" extrusionOk="0">
                  <a:moveTo>
                    <a:pt x="2317" y="387"/>
                  </a:moveTo>
                  <a:lnTo>
                    <a:pt x="2588" y="425"/>
                  </a:lnTo>
                  <a:lnTo>
                    <a:pt x="2858" y="503"/>
                  </a:lnTo>
                  <a:lnTo>
                    <a:pt x="3128" y="619"/>
                  </a:lnTo>
                  <a:lnTo>
                    <a:pt x="3321" y="812"/>
                  </a:lnTo>
                  <a:lnTo>
                    <a:pt x="3553" y="1043"/>
                  </a:lnTo>
                  <a:lnTo>
                    <a:pt x="3708" y="1352"/>
                  </a:lnTo>
                  <a:lnTo>
                    <a:pt x="3823" y="1700"/>
                  </a:lnTo>
                  <a:lnTo>
                    <a:pt x="3862" y="2047"/>
                  </a:lnTo>
                  <a:lnTo>
                    <a:pt x="3785" y="2395"/>
                  </a:lnTo>
                  <a:lnTo>
                    <a:pt x="3708" y="2742"/>
                  </a:lnTo>
                  <a:lnTo>
                    <a:pt x="3514" y="3051"/>
                  </a:lnTo>
                  <a:lnTo>
                    <a:pt x="3283" y="3322"/>
                  </a:lnTo>
                  <a:lnTo>
                    <a:pt x="3012" y="3515"/>
                  </a:lnTo>
                  <a:lnTo>
                    <a:pt x="2704" y="3669"/>
                  </a:lnTo>
                  <a:lnTo>
                    <a:pt x="2395" y="3746"/>
                  </a:lnTo>
                  <a:lnTo>
                    <a:pt x="2047" y="3785"/>
                  </a:lnTo>
                  <a:lnTo>
                    <a:pt x="1738" y="3746"/>
                  </a:lnTo>
                  <a:lnTo>
                    <a:pt x="1391" y="3631"/>
                  </a:lnTo>
                  <a:lnTo>
                    <a:pt x="1120" y="3476"/>
                  </a:lnTo>
                  <a:lnTo>
                    <a:pt x="850" y="3283"/>
                  </a:lnTo>
                  <a:lnTo>
                    <a:pt x="618" y="3013"/>
                  </a:lnTo>
                  <a:lnTo>
                    <a:pt x="464" y="2665"/>
                  </a:lnTo>
                  <a:lnTo>
                    <a:pt x="348" y="2318"/>
                  </a:lnTo>
                  <a:lnTo>
                    <a:pt x="348" y="1931"/>
                  </a:lnTo>
                  <a:lnTo>
                    <a:pt x="387" y="1545"/>
                  </a:lnTo>
                  <a:lnTo>
                    <a:pt x="541" y="1236"/>
                  </a:lnTo>
                  <a:lnTo>
                    <a:pt x="618" y="1082"/>
                  </a:lnTo>
                  <a:lnTo>
                    <a:pt x="734" y="927"/>
                  </a:lnTo>
                  <a:lnTo>
                    <a:pt x="889" y="812"/>
                  </a:lnTo>
                  <a:lnTo>
                    <a:pt x="1043" y="696"/>
                  </a:lnTo>
                  <a:lnTo>
                    <a:pt x="1236" y="619"/>
                  </a:lnTo>
                  <a:lnTo>
                    <a:pt x="1429" y="541"/>
                  </a:lnTo>
                  <a:lnTo>
                    <a:pt x="1468" y="503"/>
                  </a:lnTo>
                  <a:lnTo>
                    <a:pt x="1777" y="425"/>
                  </a:lnTo>
                  <a:lnTo>
                    <a:pt x="2047" y="387"/>
                  </a:lnTo>
                  <a:close/>
                  <a:moveTo>
                    <a:pt x="1931" y="1"/>
                  </a:moveTo>
                  <a:lnTo>
                    <a:pt x="1738" y="39"/>
                  </a:lnTo>
                  <a:lnTo>
                    <a:pt x="1507" y="117"/>
                  </a:lnTo>
                  <a:lnTo>
                    <a:pt x="1313" y="232"/>
                  </a:lnTo>
                  <a:lnTo>
                    <a:pt x="1159" y="348"/>
                  </a:lnTo>
                  <a:lnTo>
                    <a:pt x="1120" y="387"/>
                  </a:lnTo>
                  <a:lnTo>
                    <a:pt x="966" y="387"/>
                  </a:lnTo>
                  <a:lnTo>
                    <a:pt x="773" y="464"/>
                  </a:lnTo>
                  <a:lnTo>
                    <a:pt x="657" y="541"/>
                  </a:lnTo>
                  <a:lnTo>
                    <a:pt x="503" y="657"/>
                  </a:lnTo>
                  <a:lnTo>
                    <a:pt x="387" y="773"/>
                  </a:lnTo>
                  <a:lnTo>
                    <a:pt x="309" y="927"/>
                  </a:lnTo>
                  <a:lnTo>
                    <a:pt x="155" y="1236"/>
                  </a:lnTo>
                  <a:lnTo>
                    <a:pt x="39" y="1623"/>
                  </a:lnTo>
                  <a:lnTo>
                    <a:pt x="1" y="2009"/>
                  </a:lnTo>
                  <a:lnTo>
                    <a:pt x="39" y="2356"/>
                  </a:lnTo>
                  <a:lnTo>
                    <a:pt x="78" y="2704"/>
                  </a:lnTo>
                  <a:lnTo>
                    <a:pt x="155" y="2897"/>
                  </a:lnTo>
                  <a:lnTo>
                    <a:pt x="271" y="3090"/>
                  </a:lnTo>
                  <a:lnTo>
                    <a:pt x="387" y="3283"/>
                  </a:lnTo>
                  <a:lnTo>
                    <a:pt x="541" y="3437"/>
                  </a:lnTo>
                  <a:lnTo>
                    <a:pt x="850" y="3746"/>
                  </a:lnTo>
                  <a:lnTo>
                    <a:pt x="1236" y="3939"/>
                  </a:lnTo>
                  <a:lnTo>
                    <a:pt x="1661" y="4094"/>
                  </a:lnTo>
                  <a:lnTo>
                    <a:pt x="2086" y="4133"/>
                  </a:lnTo>
                  <a:lnTo>
                    <a:pt x="2510" y="4094"/>
                  </a:lnTo>
                  <a:lnTo>
                    <a:pt x="2742" y="4055"/>
                  </a:lnTo>
                  <a:lnTo>
                    <a:pt x="2974" y="3978"/>
                  </a:lnTo>
                  <a:lnTo>
                    <a:pt x="3321" y="3746"/>
                  </a:lnTo>
                  <a:lnTo>
                    <a:pt x="3630" y="3476"/>
                  </a:lnTo>
                  <a:lnTo>
                    <a:pt x="3862" y="3167"/>
                  </a:lnTo>
                  <a:lnTo>
                    <a:pt x="4055" y="2781"/>
                  </a:lnTo>
                  <a:lnTo>
                    <a:pt x="4171" y="2395"/>
                  </a:lnTo>
                  <a:lnTo>
                    <a:pt x="4248" y="2009"/>
                  </a:lnTo>
                  <a:lnTo>
                    <a:pt x="4210" y="1584"/>
                  </a:lnTo>
                  <a:lnTo>
                    <a:pt x="4094" y="1198"/>
                  </a:lnTo>
                  <a:lnTo>
                    <a:pt x="3978" y="1005"/>
                  </a:lnTo>
                  <a:lnTo>
                    <a:pt x="3862" y="812"/>
                  </a:lnTo>
                  <a:lnTo>
                    <a:pt x="3708" y="657"/>
                  </a:lnTo>
                  <a:lnTo>
                    <a:pt x="3553" y="503"/>
                  </a:lnTo>
                  <a:lnTo>
                    <a:pt x="3206" y="232"/>
                  </a:lnTo>
                  <a:lnTo>
                    <a:pt x="2781" y="78"/>
                  </a:lnTo>
                  <a:lnTo>
                    <a:pt x="23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3" name="Google Shape;5643;p22"/>
            <p:cNvSpPr/>
            <p:nvPr/>
          </p:nvSpPr>
          <p:spPr>
            <a:xfrm>
              <a:off x="4924025" y="3220925"/>
              <a:ext cx="335975" cy="782950"/>
            </a:xfrm>
            <a:custGeom>
              <a:avLst/>
              <a:gdLst/>
              <a:ahLst/>
              <a:cxnLst/>
              <a:rect l="l" t="t" r="r" b="b"/>
              <a:pathLst>
                <a:path w="13439" h="31318" extrusionOk="0">
                  <a:moveTo>
                    <a:pt x="6488" y="387"/>
                  </a:moveTo>
                  <a:lnTo>
                    <a:pt x="6526" y="464"/>
                  </a:lnTo>
                  <a:lnTo>
                    <a:pt x="7144" y="2009"/>
                  </a:lnTo>
                  <a:lnTo>
                    <a:pt x="7685" y="3554"/>
                  </a:lnTo>
                  <a:lnTo>
                    <a:pt x="8226" y="5137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2"/>
                  </a:lnTo>
                  <a:lnTo>
                    <a:pt x="7530" y="7338"/>
                  </a:lnTo>
                  <a:lnTo>
                    <a:pt x="7222" y="7454"/>
                  </a:lnTo>
                  <a:lnTo>
                    <a:pt x="6913" y="7531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1"/>
                  </a:lnTo>
                  <a:lnTo>
                    <a:pt x="5522" y="7492"/>
                  </a:lnTo>
                  <a:lnTo>
                    <a:pt x="4866" y="7338"/>
                  </a:lnTo>
                  <a:lnTo>
                    <a:pt x="4210" y="7106"/>
                  </a:lnTo>
                  <a:lnTo>
                    <a:pt x="3592" y="6874"/>
                  </a:lnTo>
                  <a:lnTo>
                    <a:pt x="3862" y="6025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4"/>
                  </a:lnTo>
                  <a:lnTo>
                    <a:pt x="5214" y="2743"/>
                  </a:lnTo>
                  <a:lnTo>
                    <a:pt x="5600" y="1932"/>
                  </a:lnTo>
                  <a:lnTo>
                    <a:pt x="6024" y="1159"/>
                  </a:lnTo>
                  <a:lnTo>
                    <a:pt x="6488" y="387"/>
                  </a:lnTo>
                  <a:close/>
                  <a:moveTo>
                    <a:pt x="8805" y="7029"/>
                  </a:moveTo>
                  <a:lnTo>
                    <a:pt x="9230" y="8419"/>
                  </a:lnTo>
                  <a:lnTo>
                    <a:pt x="9577" y="9848"/>
                  </a:lnTo>
                  <a:lnTo>
                    <a:pt x="9847" y="11083"/>
                  </a:lnTo>
                  <a:lnTo>
                    <a:pt x="10079" y="12358"/>
                  </a:lnTo>
                  <a:lnTo>
                    <a:pt x="10234" y="13632"/>
                  </a:lnTo>
                  <a:lnTo>
                    <a:pt x="10388" y="14906"/>
                  </a:lnTo>
                  <a:lnTo>
                    <a:pt x="10465" y="16181"/>
                  </a:lnTo>
                  <a:lnTo>
                    <a:pt x="10504" y="16837"/>
                  </a:lnTo>
                  <a:lnTo>
                    <a:pt x="10504" y="17493"/>
                  </a:lnTo>
                  <a:lnTo>
                    <a:pt x="10504" y="18189"/>
                  </a:lnTo>
                  <a:lnTo>
                    <a:pt x="10427" y="18845"/>
                  </a:lnTo>
                  <a:lnTo>
                    <a:pt x="10311" y="19463"/>
                  </a:lnTo>
                  <a:lnTo>
                    <a:pt x="10118" y="20081"/>
                  </a:lnTo>
                  <a:lnTo>
                    <a:pt x="9886" y="20660"/>
                  </a:lnTo>
                  <a:lnTo>
                    <a:pt x="9538" y="21162"/>
                  </a:lnTo>
                  <a:lnTo>
                    <a:pt x="9384" y="21394"/>
                  </a:lnTo>
                  <a:lnTo>
                    <a:pt x="9152" y="21587"/>
                  </a:lnTo>
                  <a:lnTo>
                    <a:pt x="8959" y="21780"/>
                  </a:lnTo>
                  <a:lnTo>
                    <a:pt x="8728" y="21973"/>
                  </a:lnTo>
                  <a:lnTo>
                    <a:pt x="8496" y="22127"/>
                  </a:lnTo>
                  <a:lnTo>
                    <a:pt x="8226" y="22243"/>
                  </a:lnTo>
                  <a:lnTo>
                    <a:pt x="7955" y="22359"/>
                  </a:lnTo>
                  <a:lnTo>
                    <a:pt x="7685" y="22436"/>
                  </a:lnTo>
                  <a:lnTo>
                    <a:pt x="7415" y="22475"/>
                  </a:lnTo>
                  <a:lnTo>
                    <a:pt x="6797" y="22475"/>
                  </a:lnTo>
                  <a:lnTo>
                    <a:pt x="6488" y="22436"/>
                  </a:lnTo>
                  <a:lnTo>
                    <a:pt x="5909" y="22282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5"/>
                  </a:lnTo>
                  <a:lnTo>
                    <a:pt x="4094" y="20930"/>
                  </a:lnTo>
                  <a:lnTo>
                    <a:pt x="3785" y="20467"/>
                  </a:lnTo>
                  <a:lnTo>
                    <a:pt x="3476" y="19965"/>
                  </a:lnTo>
                  <a:lnTo>
                    <a:pt x="3244" y="19424"/>
                  </a:lnTo>
                  <a:lnTo>
                    <a:pt x="3051" y="18884"/>
                  </a:lnTo>
                  <a:lnTo>
                    <a:pt x="2897" y="18343"/>
                  </a:lnTo>
                  <a:lnTo>
                    <a:pt x="2781" y="17802"/>
                  </a:lnTo>
                  <a:lnTo>
                    <a:pt x="2704" y="17223"/>
                  </a:lnTo>
                  <a:lnTo>
                    <a:pt x="2588" y="16103"/>
                  </a:lnTo>
                  <a:lnTo>
                    <a:pt x="2511" y="14945"/>
                  </a:lnTo>
                  <a:lnTo>
                    <a:pt x="2511" y="13748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3"/>
                  </a:lnTo>
                  <a:lnTo>
                    <a:pt x="3128" y="8689"/>
                  </a:lnTo>
                  <a:lnTo>
                    <a:pt x="3283" y="7917"/>
                  </a:lnTo>
                  <a:lnTo>
                    <a:pt x="3515" y="7183"/>
                  </a:lnTo>
                  <a:lnTo>
                    <a:pt x="4132" y="7454"/>
                  </a:lnTo>
                  <a:lnTo>
                    <a:pt x="4827" y="7685"/>
                  </a:lnTo>
                  <a:lnTo>
                    <a:pt x="5522" y="7840"/>
                  </a:lnTo>
                  <a:lnTo>
                    <a:pt x="5909" y="7917"/>
                  </a:lnTo>
                  <a:lnTo>
                    <a:pt x="6256" y="7917"/>
                  </a:lnTo>
                  <a:lnTo>
                    <a:pt x="6604" y="7956"/>
                  </a:lnTo>
                  <a:lnTo>
                    <a:pt x="6990" y="7917"/>
                  </a:lnTo>
                  <a:lnTo>
                    <a:pt x="7299" y="7878"/>
                  </a:lnTo>
                  <a:lnTo>
                    <a:pt x="7646" y="7763"/>
                  </a:lnTo>
                  <a:lnTo>
                    <a:pt x="7955" y="7647"/>
                  </a:lnTo>
                  <a:lnTo>
                    <a:pt x="8264" y="7492"/>
                  </a:lnTo>
                  <a:lnTo>
                    <a:pt x="8573" y="7261"/>
                  </a:lnTo>
                  <a:lnTo>
                    <a:pt x="8805" y="7029"/>
                  </a:lnTo>
                  <a:close/>
                  <a:moveTo>
                    <a:pt x="8650" y="22475"/>
                  </a:moveTo>
                  <a:lnTo>
                    <a:pt x="8766" y="22822"/>
                  </a:lnTo>
                  <a:lnTo>
                    <a:pt x="8921" y="23170"/>
                  </a:lnTo>
                  <a:lnTo>
                    <a:pt x="8496" y="23402"/>
                  </a:lnTo>
                  <a:lnTo>
                    <a:pt x="8071" y="23556"/>
                  </a:lnTo>
                  <a:lnTo>
                    <a:pt x="7608" y="23633"/>
                  </a:lnTo>
                  <a:lnTo>
                    <a:pt x="7144" y="23672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3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5"/>
                  </a:lnTo>
                  <a:lnTo>
                    <a:pt x="5870" y="22629"/>
                  </a:lnTo>
                  <a:lnTo>
                    <a:pt x="6256" y="22784"/>
                  </a:lnTo>
                  <a:lnTo>
                    <a:pt x="6681" y="22861"/>
                  </a:lnTo>
                  <a:lnTo>
                    <a:pt x="7067" y="22900"/>
                  </a:lnTo>
                  <a:lnTo>
                    <a:pt x="7453" y="22861"/>
                  </a:lnTo>
                  <a:lnTo>
                    <a:pt x="7878" y="22822"/>
                  </a:lnTo>
                  <a:lnTo>
                    <a:pt x="8264" y="22668"/>
                  </a:lnTo>
                  <a:lnTo>
                    <a:pt x="8650" y="22475"/>
                  </a:lnTo>
                  <a:close/>
                  <a:moveTo>
                    <a:pt x="10890" y="16798"/>
                  </a:moveTo>
                  <a:lnTo>
                    <a:pt x="11392" y="17262"/>
                  </a:lnTo>
                  <a:lnTo>
                    <a:pt x="11933" y="17648"/>
                  </a:lnTo>
                  <a:lnTo>
                    <a:pt x="12512" y="18034"/>
                  </a:lnTo>
                  <a:lnTo>
                    <a:pt x="13091" y="18343"/>
                  </a:lnTo>
                  <a:lnTo>
                    <a:pt x="12937" y="19772"/>
                  </a:lnTo>
                  <a:lnTo>
                    <a:pt x="12821" y="21239"/>
                  </a:lnTo>
                  <a:lnTo>
                    <a:pt x="12705" y="24212"/>
                  </a:lnTo>
                  <a:lnTo>
                    <a:pt x="11894" y="23595"/>
                  </a:lnTo>
                  <a:lnTo>
                    <a:pt x="11044" y="23015"/>
                  </a:lnTo>
                  <a:lnTo>
                    <a:pt x="10813" y="22861"/>
                  </a:lnTo>
                  <a:lnTo>
                    <a:pt x="10620" y="22668"/>
                  </a:lnTo>
                  <a:lnTo>
                    <a:pt x="10581" y="22591"/>
                  </a:lnTo>
                  <a:lnTo>
                    <a:pt x="10542" y="22436"/>
                  </a:lnTo>
                  <a:lnTo>
                    <a:pt x="10542" y="22127"/>
                  </a:lnTo>
                  <a:lnTo>
                    <a:pt x="10542" y="21394"/>
                  </a:lnTo>
                  <a:lnTo>
                    <a:pt x="10504" y="20660"/>
                  </a:lnTo>
                  <a:lnTo>
                    <a:pt x="10504" y="20583"/>
                  </a:lnTo>
                  <a:lnTo>
                    <a:pt x="10465" y="20544"/>
                  </a:lnTo>
                  <a:lnTo>
                    <a:pt x="10388" y="20467"/>
                  </a:lnTo>
                  <a:lnTo>
                    <a:pt x="10542" y="19965"/>
                  </a:lnTo>
                  <a:lnTo>
                    <a:pt x="10697" y="19424"/>
                  </a:lnTo>
                  <a:lnTo>
                    <a:pt x="10774" y="18884"/>
                  </a:lnTo>
                  <a:lnTo>
                    <a:pt x="10851" y="18304"/>
                  </a:lnTo>
                  <a:lnTo>
                    <a:pt x="10890" y="17571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5"/>
                  </a:lnTo>
                  <a:lnTo>
                    <a:pt x="6140" y="23826"/>
                  </a:lnTo>
                  <a:lnTo>
                    <a:pt x="6642" y="23942"/>
                  </a:lnTo>
                  <a:lnTo>
                    <a:pt x="7144" y="23981"/>
                  </a:lnTo>
                  <a:lnTo>
                    <a:pt x="7646" y="23981"/>
                  </a:lnTo>
                  <a:lnTo>
                    <a:pt x="8148" y="23865"/>
                  </a:lnTo>
                  <a:lnTo>
                    <a:pt x="8612" y="23710"/>
                  </a:lnTo>
                  <a:lnTo>
                    <a:pt x="9075" y="23440"/>
                  </a:lnTo>
                  <a:lnTo>
                    <a:pt x="9384" y="23904"/>
                  </a:lnTo>
                  <a:lnTo>
                    <a:pt x="8843" y="24174"/>
                  </a:lnTo>
                  <a:lnTo>
                    <a:pt x="8303" y="24367"/>
                  </a:lnTo>
                  <a:lnTo>
                    <a:pt x="7762" y="24483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4"/>
                  </a:lnTo>
                  <a:lnTo>
                    <a:pt x="5561" y="24290"/>
                  </a:lnTo>
                  <a:lnTo>
                    <a:pt x="4982" y="24097"/>
                  </a:lnTo>
                  <a:lnTo>
                    <a:pt x="5059" y="23904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8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3"/>
                  </a:lnTo>
                  <a:lnTo>
                    <a:pt x="2974" y="19772"/>
                  </a:lnTo>
                  <a:lnTo>
                    <a:pt x="3244" y="20312"/>
                  </a:lnTo>
                  <a:lnTo>
                    <a:pt x="3244" y="20351"/>
                  </a:lnTo>
                  <a:lnTo>
                    <a:pt x="3206" y="21200"/>
                  </a:lnTo>
                  <a:lnTo>
                    <a:pt x="3244" y="22050"/>
                  </a:lnTo>
                  <a:lnTo>
                    <a:pt x="3283" y="22359"/>
                  </a:lnTo>
                  <a:lnTo>
                    <a:pt x="3321" y="22706"/>
                  </a:lnTo>
                  <a:lnTo>
                    <a:pt x="3321" y="23054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9"/>
                  </a:lnTo>
                  <a:lnTo>
                    <a:pt x="3051" y="23633"/>
                  </a:lnTo>
                  <a:lnTo>
                    <a:pt x="2704" y="23904"/>
                  </a:lnTo>
                  <a:lnTo>
                    <a:pt x="2009" y="24406"/>
                  </a:lnTo>
                  <a:lnTo>
                    <a:pt x="773" y="25409"/>
                  </a:lnTo>
                  <a:lnTo>
                    <a:pt x="811" y="24676"/>
                  </a:lnTo>
                  <a:lnTo>
                    <a:pt x="850" y="23942"/>
                  </a:lnTo>
                  <a:lnTo>
                    <a:pt x="811" y="23170"/>
                  </a:lnTo>
                  <a:lnTo>
                    <a:pt x="773" y="22436"/>
                  </a:lnTo>
                  <a:lnTo>
                    <a:pt x="657" y="21239"/>
                  </a:lnTo>
                  <a:lnTo>
                    <a:pt x="503" y="20467"/>
                  </a:lnTo>
                  <a:lnTo>
                    <a:pt x="425" y="20081"/>
                  </a:lnTo>
                  <a:lnTo>
                    <a:pt x="464" y="19695"/>
                  </a:lnTo>
                  <a:lnTo>
                    <a:pt x="503" y="19656"/>
                  </a:lnTo>
                  <a:lnTo>
                    <a:pt x="541" y="19579"/>
                  </a:lnTo>
                  <a:lnTo>
                    <a:pt x="541" y="19540"/>
                  </a:lnTo>
                  <a:lnTo>
                    <a:pt x="541" y="19463"/>
                  </a:lnTo>
                  <a:lnTo>
                    <a:pt x="1429" y="18420"/>
                  </a:lnTo>
                  <a:lnTo>
                    <a:pt x="2356" y="17378"/>
                  </a:lnTo>
                  <a:close/>
                  <a:moveTo>
                    <a:pt x="8148" y="24830"/>
                  </a:moveTo>
                  <a:lnTo>
                    <a:pt x="8148" y="25062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8"/>
                  </a:lnTo>
                  <a:lnTo>
                    <a:pt x="7878" y="25216"/>
                  </a:lnTo>
                  <a:lnTo>
                    <a:pt x="7839" y="25294"/>
                  </a:lnTo>
                  <a:lnTo>
                    <a:pt x="7839" y="25371"/>
                  </a:lnTo>
                  <a:lnTo>
                    <a:pt x="7994" y="25873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60"/>
                  </a:lnTo>
                  <a:lnTo>
                    <a:pt x="8148" y="28962"/>
                  </a:lnTo>
                  <a:lnTo>
                    <a:pt x="8071" y="29503"/>
                  </a:lnTo>
                  <a:lnTo>
                    <a:pt x="7762" y="29194"/>
                  </a:lnTo>
                  <a:lnTo>
                    <a:pt x="7453" y="28885"/>
                  </a:lnTo>
                  <a:lnTo>
                    <a:pt x="7260" y="28537"/>
                  </a:lnTo>
                  <a:lnTo>
                    <a:pt x="7067" y="28190"/>
                  </a:lnTo>
                  <a:lnTo>
                    <a:pt x="6951" y="27804"/>
                  </a:lnTo>
                  <a:lnTo>
                    <a:pt x="6874" y="27417"/>
                  </a:lnTo>
                  <a:lnTo>
                    <a:pt x="6835" y="26954"/>
                  </a:lnTo>
                  <a:lnTo>
                    <a:pt x="6835" y="26491"/>
                  </a:lnTo>
                  <a:lnTo>
                    <a:pt x="6874" y="26105"/>
                  </a:lnTo>
                  <a:lnTo>
                    <a:pt x="6874" y="25757"/>
                  </a:lnTo>
                  <a:lnTo>
                    <a:pt x="6835" y="25603"/>
                  </a:lnTo>
                  <a:lnTo>
                    <a:pt x="6758" y="25487"/>
                  </a:lnTo>
                  <a:lnTo>
                    <a:pt x="6642" y="25371"/>
                  </a:lnTo>
                  <a:lnTo>
                    <a:pt x="6488" y="25294"/>
                  </a:lnTo>
                  <a:lnTo>
                    <a:pt x="6604" y="25101"/>
                  </a:lnTo>
                  <a:lnTo>
                    <a:pt x="6720" y="24985"/>
                  </a:lnTo>
                  <a:lnTo>
                    <a:pt x="7106" y="24985"/>
                  </a:lnTo>
                  <a:lnTo>
                    <a:pt x="7453" y="24946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5"/>
                  </a:lnTo>
                  <a:lnTo>
                    <a:pt x="9500" y="25409"/>
                  </a:lnTo>
                  <a:lnTo>
                    <a:pt x="9809" y="25796"/>
                  </a:lnTo>
                  <a:lnTo>
                    <a:pt x="10118" y="26259"/>
                  </a:lnTo>
                  <a:lnTo>
                    <a:pt x="9847" y="26220"/>
                  </a:lnTo>
                  <a:lnTo>
                    <a:pt x="9616" y="26105"/>
                  </a:lnTo>
                  <a:lnTo>
                    <a:pt x="9423" y="25950"/>
                  </a:lnTo>
                  <a:lnTo>
                    <a:pt x="9230" y="25757"/>
                  </a:lnTo>
                  <a:lnTo>
                    <a:pt x="9191" y="25680"/>
                  </a:lnTo>
                  <a:lnTo>
                    <a:pt x="8998" y="25680"/>
                  </a:lnTo>
                  <a:lnTo>
                    <a:pt x="8959" y="25718"/>
                  </a:lnTo>
                  <a:lnTo>
                    <a:pt x="8921" y="25796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1"/>
                  </a:lnTo>
                  <a:lnTo>
                    <a:pt x="9423" y="27070"/>
                  </a:lnTo>
                  <a:lnTo>
                    <a:pt x="9500" y="27379"/>
                  </a:lnTo>
                  <a:lnTo>
                    <a:pt x="9538" y="27688"/>
                  </a:lnTo>
                  <a:lnTo>
                    <a:pt x="9538" y="27997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80"/>
                  </a:lnTo>
                  <a:lnTo>
                    <a:pt x="9230" y="29889"/>
                  </a:lnTo>
                  <a:lnTo>
                    <a:pt x="9075" y="30159"/>
                  </a:lnTo>
                  <a:lnTo>
                    <a:pt x="8921" y="30429"/>
                  </a:lnTo>
                  <a:lnTo>
                    <a:pt x="8728" y="30661"/>
                  </a:lnTo>
                  <a:lnTo>
                    <a:pt x="8534" y="30777"/>
                  </a:lnTo>
                  <a:lnTo>
                    <a:pt x="8341" y="30854"/>
                  </a:lnTo>
                  <a:lnTo>
                    <a:pt x="8187" y="30854"/>
                  </a:lnTo>
                  <a:lnTo>
                    <a:pt x="7994" y="30777"/>
                  </a:lnTo>
                  <a:lnTo>
                    <a:pt x="7839" y="30700"/>
                  </a:lnTo>
                  <a:lnTo>
                    <a:pt x="7685" y="30584"/>
                  </a:lnTo>
                  <a:lnTo>
                    <a:pt x="7376" y="30275"/>
                  </a:lnTo>
                  <a:lnTo>
                    <a:pt x="6874" y="29773"/>
                  </a:lnTo>
                  <a:lnTo>
                    <a:pt x="6681" y="29503"/>
                  </a:lnTo>
                  <a:lnTo>
                    <a:pt x="6488" y="29194"/>
                  </a:lnTo>
                  <a:lnTo>
                    <a:pt x="6295" y="28846"/>
                  </a:lnTo>
                  <a:lnTo>
                    <a:pt x="6102" y="28460"/>
                  </a:lnTo>
                  <a:lnTo>
                    <a:pt x="5986" y="28074"/>
                  </a:lnTo>
                  <a:lnTo>
                    <a:pt x="5909" y="27688"/>
                  </a:lnTo>
                  <a:lnTo>
                    <a:pt x="5870" y="27263"/>
                  </a:lnTo>
                  <a:lnTo>
                    <a:pt x="5870" y="26877"/>
                  </a:lnTo>
                  <a:lnTo>
                    <a:pt x="5909" y="26491"/>
                  </a:lnTo>
                  <a:lnTo>
                    <a:pt x="6024" y="26066"/>
                  </a:lnTo>
                  <a:lnTo>
                    <a:pt x="6024" y="25950"/>
                  </a:lnTo>
                  <a:lnTo>
                    <a:pt x="5947" y="25911"/>
                  </a:lnTo>
                  <a:lnTo>
                    <a:pt x="5870" y="25873"/>
                  </a:lnTo>
                  <a:lnTo>
                    <a:pt x="5793" y="25873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8"/>
                  </a:lnTo>
                  <a:lnTo>
                    <a:pt x="5445" y="25101"/>
                  </a:lnTo>
                  <a:lnTo>
                    <a:pt x="5716" y="24753"/>
                  </a:lnTo>
                  <a:lnTo>
                    <a:pt x="6102" y="24869"/>
                  </a:lnTo>
                  <a:lnTo>
                    <a:pt x="6488" y="24946"/>
                  </a:lnTo>
                  <a:lnTo>
                    <a:pt x="6333" y="25101"/>
                  </a:lnTo>
                  <a:lnTo>
                    <a:pt x="6179" y="25294"/>
                  </a:lnTo>
                  <a:lnTo>
                    <a:pt x="6179" y="25371"/>
                  </a:lnTo>
                  <a:lnTo>
                    <a:pt x="6179" y="25448"/>
                  </a:lnTo>
                  <a:lnTo>
                    <a:pt x="6256" y="25487"/>
                  </a:lnTo>
                  <a:lnTo>
                    <a:pt x="6295" y="25487"/>
                  </a:lnTo>
                  <a:lnTo>
                    <a:pt x="6372" y="25525"/>
                  </a:lnTo>
                  <a:lnTo>
                    <a:pt x="6449" y="25603"/>
                  </a:lnTo>
                  <a:lnTo>
                    <a:pt x="6526" y="25796"/>
                  </a:lnTo>
                  <a:lnTo>
                    <a:pt x="6565" y="26105"/>
                  </a:lnTo>
                  <a:lnTo>
                    <a:pt x="6604" y="26452"/>
                  </a:lnTo>
                  <a:lnTo>
                    <a:pt x="6604" y="27147"/>
                  </a:lnTo>
                  <a:lnTo>
                    <a:pt x="6604" y="27611"/>
                  </a:lnTo>
                  <a:lnTo>
                    <a:pt x="6681" y="28074"/>
                  </a:lnTo>
                  <a:lnTo>
                    <a:pt x="6835" y="28499"/>
                  </a:lnTo>
                  <a:lnTo>
                    <a:pt x="7067" y="28923"/>
                  </a:lnTo>
                  <a:lnTo>
                    <a:pt x="7376" y="29310"/>
                  </a:lnTo>
                  <a:lnTo>
                    <a:pt x="7569" y="29464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50"/>
                  </a:lnTo>
                  <a:lnTo>
                    <a:pt x="8264" y="29850"/>
                  </a:lnTo>
                  <a:lnTo>
                    <a:pt x="8303" y="29812"/>
                  </a:lnTo>
                  <a:lnTo>
                    <a:pt x="8303" y="29734"/>
                  </a:lnTo>
                  <a:lnTo>
                    <a:pt x="8303" y="29696"/>
                  </a:lnTo>
                  <a:lnTo>
                    <a:pt x="8303" y="29657"/>
                  </a:lnTo>
                  <a:lnTo>
                    <a:pt x="8419" y="29155"/>
                  </a:lnTo>
                  <a:lnTo>
                    <a:pt x="8496" y="28615"/>
                  </a:lnTo>
                  <a:lnTo>
                    <a:pt x="8534" y="28113"/>
                  </a:lnTo>
                  <a:lnTo>
                    <a:pt x="8534" y="27572"/>
                  </a:lnTo>
                  <a:lnTo>
                    <a:pt x="8534" y="27070"/>
                  </a:lnTo>
                  <a:lnTo>
                    <a:pt x="8457" y="26568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7"/>
                  </a:lnTo>
                  <a:lnTo>
                    <a:pt x="8650" y="25409"/>
                  </a:lnTo>
                  <a:lnTo>
                    <a:pt x="8650" y="25371"/>
                  </a:lnTo>
                  <a:lnTo>
                    <a:pt x="8612" y="25294"/>
                  </a:lnTo>
                  <a:lnTo>
                    <a:pt x="8380" y="24792"/>
                  </a:lnTo>
                  <a:lnTo>
                    <a:pt x="8805" y="24637"/>
                  </a:lnTo>
                  <a:close/>
                  <a:moveTo>
                    <a:pt x="6449" y="1"/>
                  </a:moveTo>
                  <a:lnTo>
                    <a:pt x="6411" y="40"/>
                  </a:lnTo>
                  <a:lnTo>
                    <a:pt x="6411" y="117"/>
                  </a:lnTo>
                  <a:lnTo>
                    <a:pt x="6333" y="117"/>
                  </a:lnTo>
                  <a:lnTo>
                    <a:pt x="6295" y="194"/>
                  </a:lnTo>
                  <a:lnTo>
                    <a:pt x="5600" y="1275"/>
                  </a:lnTo>
                  <a:lnTo>
                    <a:pt x="4943" y="2434"/>
                  </a:lnTo>
                  <a:lnTo>
                    <a:pt x="4403" y="3592"/>
                  </a:lnTo>
                  <a:lnTo>
                    <a:pt x="3901" y="4828"/>
                  </a:lnTo>
                  <a:lnTo>
                    <a:pt x="3437" y="6063"/>
                  </a:lnTo>
                  <a:lnTo>
                    <a:pt x="3090" y="7299"/>
                  </a:lnTo>
                  <a:lnTo>
                    <a:pt x="2742" y="8573"/>
                  </a:lnTo>
                  <a:lnTo>
                    <a:pt x="2511" y="9848"/>
                  </a:lnTo>
                  <a:lnTo>
                    <a:pt x="2317" y="11161"/>
                  </a:lnTo>
                  <a:lnTo>
                    <a:pt x="2202" y="12474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9"/>
                  </a:lnTo>
                  <a:lnTo>
                    <a:pt x="541" y="18806"/>
                  </a:lnTo>
                  <a:lnTo>
                    <a:pt x="39" y="19463"/>
                  </a:lnTo>
                  <a:lnTo>
                    <a:pt x="1" y="19501"/>
                  </a:lnTo>
                  <a:lnTo>
                    <a:pt x="1" y="19579"/>
                  </a:lnTo>
                  <a:lnTo>
                    <a:pt x="78" y="19695"/>
                  </a:lnTo>
                  <a:lnTo>
                    <a:pt x="39" y="19965"/>
                  </a:lnTo>
                  <a:lnTo>
                    <a:pt x="39" y="20274"/>
                  </a:lnTo>
                  <a:lnTo>
                    <a:pt x="39" y="20544"/>
                  </a:lnTo>
                  <a:lnTo>
                    <a:pt x="78" y="20853"/>
                  </a:lnTo>
                  <a:lnTo>
                    <a:pt x="194" y="21432"/>
                  </a:lnTo>
                  <a:lnTo>
                    <a:pt x="309" y="22011"/>
                  </a:lnTo>
                  <a:lnTo>
                    <a:pt x="387" y="22900"/>
                  </a:lnTo>
                  <a:lnTo>
                    <a:pt x="425" y="23749"/>
                  </a:lnTo>
                  <a:lnTo>
                    <a:pt x="425" y="24637"/>
                  </a:lnTo>
                  <a:lnTo>
                    <a:pt x="387" y="25487"/>
                  </a:lnTo>
                  <a:lnTo>
                    <a:pt x="387" y="25603"/>
                  </a:lnTo>
                  <a:lnTo>
                    <a:pt x="464" y="25641"/>
                  </a:lnTo>
                  <a:lnTo>
                    <a:pt x="503" y="25680"/>
                  </a:lnTo>
                  <a:lnTo>
                    <a:pt x="580" y="25680"/>
                  </a:lnTo>
                  <a:lnTo>
                    <a:pt x="618" y="25757"/>
                  </a:lnTo>
                  <a:lnTo>
                    <a:pt x="696" y="25796"/>
                  </a:lnTo>
                  <a:lnTo>
                    <a:pt x="811" y="25796"/>
                  </a:lnTo>
                  <a:lnTo>
                    <a:pt x="1584" y="25255"/>
                  </a:lnTo>
                  <a:lnTo>
                    <a:pt x="2279" y="24714"/>
                  </a:lnTo>
                  <a:lnTo>
                    <a:pt x="3746" y="23595"/>
                  </a:lnTo>
                  <a:lnTo>
                    <a:pt x="3785" y="23479"/>
                  </a:lnTo>
                  <a:lnTo>
                    <a:pt x="3785" y="23363"/>
                  </a:lnTo>
                  <a:lnTo>
                    <a:pt x="3630" y="22089"/>
                  </a:lnTo>
                  <a:lnTo>
                    <a:pt x="3592" y="20814"/>
                  </a:lnTo>
                  <a:lnTo>
                    <a:pt x="3939" y="21278"/>
                  </a:lnTo>
                  <a:lnTo>
                    <a:pt x="4364" y="21664"/>
                  </a:lnTo>
                  <a:lnTo>
                    <a:pt x="4789" y="22050"/>
                  </a:lnTo>
                  <a:lnTo>
                    <a:pt x="5252" y="22359"/>
                  </a:lnTo>
                  <a:lnTo>
                    <a:pt x="5059" y="22745"/>
                  </a:lnTo>
                  <a:lnTo>
                    <a:pt x="4866" y="23170"/>
                  </a:lnTo>
                  <a:lnTo>
                    <a:pt x="4712" y="23633"/>
                  </a:lnTo>
                  <a:lnTo>
                    <a:pt x="4673" y="23865"/>
                  </a:lnTo>
                  <a:lnTo>
                    <a:pt x="4712" y="24097"/>
                  </a:lnTo>
                  <a:lnTo>
                    <a:pt x="4750" y="24174"/>
                  </a:lnTo>
                  <a:lnTo>
                    <a:pt x="4789" y="24212"/>
                  </a:lnTo>
                  <a:lnTo>
                    <a:pt x="4827" y="24251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6"/>
                  </a:lnTo>
                  <a:lnTo>
                    <a:pt x="5329" y="24869"/>
                  </a:lnTo>
                  <a:lnTo>
                    <a:pt x="5175" y="25062"/>
                  </a:lnTo>
                  <a:lnTo>
                    <a:pt x="5020" y="25255"/>
                  </a:lnTo>
                  <a:lnTo>
                    <a:pt x="4905" y="25487"/>
                  </a:lnTo>
                  <a:lnTo>
                    <a:pt x="4827" y="25718"/>
                  </a:lnTo>
                  <a:lnTo>
                    <a:pt x="4750" y="25950"/>
                  </a:lnTo>
                  <a:lnTo>
                    <a:pt x="4712" y="26220"/>
                  </a:lnTo>
                  <a:lnTo>
                    <a:pt x="4712" y="26491"/>
                  </a:lnTo>
                  <a:lnTo>
                    <a:pt x="4712" y="26568"/>
                  </a:lnTo>
                  <a:lnTo>
                    <a:pt x="4789" y="26645"/>
                  </a:lnTo>
                  <a:lnTo>
                    <a:pt x="4943" y="26645"/>
                  </a:lnTo>
                  <a:lnTo>
                    <a:pt x="5638" y="26298"/>
                  </a:lnTo>
                  <a:lnTo>
                    <a:pt x="5561" y="26722"/>
                  </a:lnTo>
                  <a:lnTo>
                    <a:pt x="5561" y="27147"/>
                  </a:lnTo>
                  <a:lnTo>
                    <a:pt x="5561" y="27533"/>
                  </a:lnTo>
                  <a:lnTo>
                    <a:pt x="5638" y="27958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7"/>
                  </a:lnTo>
                  <a:lnTo>
                    <a:pt x="6256" y="29464"/>
                  </a:lnTo>
                  <a:lnTo>
                    <a:pt x="6642" y="30005"/>
                  </a:lnTo>
                  <a:lnTo>
                    <a:pt x="6913" y="30352"/>
                  </a:lnTo>
                  <a:lnTo>
                    <a:pt x="7183" y="30661"/>
                  </a:lnTo>
                  <a:lnTo>
                    <a:pt x="7530" y="30970"/>
                  </a:lnTo>
                  <a:lnTo>
                    <a:pt x="7839" y="31163"/>
                  </a:lnTo>
                  <a:lnTo>
                    <a:pt x="7994" y="31240"/>
                  </a:lnTo>
                  <a:lnTo>
                    <a:pt x="8148" y="31318"/>
                  </a:lnTo>
                  <a:lnTo>
                    <a:pt x="8303" y="31318"/>
                  </a:lnTo>
                  <a:lnTo>
                    <a:pt x="8457" y="31279"/>
                  </a:lnTo>
                  <a:lnTo>
                    <a:pt x="8612" y="31240"/>
                  </a:lnTo>
                  <a:lnTo>
                    <a:pt x="8766" y="31163"/>
                  </a:lnTo>
                  <a:lnTo>
                    <a:pt x="8998" y="30893"/>
                  </a:lnTo>
                  <a:lnTo>
                    <a:pt x="9230" y="30584"/>
                  </a:lnTo>
                  <a:lnTo>
                    <a:pt x="9423" y="30236"/>
                  </a:lnTo>
                  <a:lnTo>
                    <a:pt x="9577" y="29850"/>
                  </a:lnTo>
                  <a:lnTo>
                    <a:pt x="9693" y="29464"/>
                  </a:lnTo>
                  <a:lnTo>
                    <a:pt x="9847" y="28808"/>
                  </a:lnTo>
                  <a:lnTo>
                    <a:pt x="9886" y="28228"/>
                  </a:lnTo>
                  <a:lnTo>
                    <a:pt x="9847" y="27611"/>
                  </a:lnTo>
                  <a:lnTo>
                    <a:pt x="9770" y="27031"/>
                  </a:lnTo>
                  <a:lnTo>
                    <a:pt x="9577" y="26491"/>
                  </a:lnTo>
                  <a:lnTo>
                    <a:pt x="9770" y="26529"/>
                  </a:lnTo>
                  <a:lnTo>
                    <a:pt x="9963" y="26568"/>
                  </a:lnTo>
                  <a:lnTo>
                    <a:pt x="10156" y="26607"/>
                  </a:lnTo>
                  <a:lnTo>
                    <a:pt x="10388" y="26607"/>
                  </a:lnTo>
                  <a:lnTo>
                    <a:pt x="10465" y="26568"/>
                  </a:lnTo>
                  <a:lnTo>
                    <a:pt x="10542" y="26529"/>
                  </a:lnTo>
                  <a:lnTo>
                    <a:pt x="10542" y="26452"/>
                  </a:lnTo>
                  <a:lnTo>
                    <a:pt x="10542" y="26336"/>
                  </a:lnTo>
                  <a:lnTo>
                    <a:pt x="10234" y="25834"/>
                  </a:lnTo>
                  <a:lnTo>
                    <a:pt x="9925" y="25332"/>
                  </a:lnTo>
                  <a:lnTo>
                    <a:pt x="9538" y="24869"/>
                  </a:lnTo>
                  <a:lnTo>
                    <a:pt x="9114" y="24483"/>
                  </a:lnTo>
                  <a:lnTo>
                    <a:pt x="9616" y="24135"/>
                  </a:lnTo>
                  <a:lnTo>
                    <a:pt x="9693" y="24058"/>
                  </a:lnTo>
                  <a:lnTo>
                    <a:pt x="9732" y="23981"/>
                  </a:lnTo>
                  <a:lnTo>
                    <a:pt x="9770" y="23942"/>
                  </a:lnTo>
                  <a:lnTo>
                    <a:pt x="9732" y="23865"/>
                  </a:lnTo>
                  <a:lnTo>
                    <a:pt x="9307" y="23093"/>
                  </a:lnTo>
                  <a:lnTo>
                    <a:pt x="9114" y="22706"/>
                  </a:lnTo>
                  <a:lnTo>
                    <a:pt x="8959" y="22282"/>
                  </a:lnTo>
                  <a:lnTo>
                    <a:pt x="9114" y="22204"/>
                  </a:lnTo>
                  <a:lnTo>
                    <a:pt x="9423" y="21934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9"/>
                  </a:lnTo>
                  <a:lnTo>
                    <a:pt x="10118" y="21896"/>
                  </a:lnTo>
                  <a:lnTo>
                    <a:pt x="10040" y="22822"/>
                  </a:lnTo>
                  <a:lnTo>
                    <a:pt x="10079" y="22900"/>
                  </a:lnTo>
                  <a:lnTo>
                    <a:pt x="10156" y="22977"/>
                  </a:lnTo>
                  <a:lnTo>
                    <a:pt x="10813" y="23402"/>
                  </a:lnTo>
                  <a:lnTo>
                    <a:pt x="11469" y="23826"/>
                  </a:lnTo>
                  <a:lnTo>
                    <a:pt x="12126" y="24290"/>
                  </a:lnTo>
                  <a:lnTo>
                    <a:pt x="12743" y="24753"/>
                  </a:lnTo>
                  <a:lnTo>
                    <a:pt x="12859" y="24830"/>
                  </a:lnTo>
                  <a:lnTo>
                    <a:pt x="12975" y="24792"/>
                  </a:lnTo>
                  <a:lnTo>
                    <a:pt x="13052" y="24753"/>
                  </a:lnTo>
                  <a:lnTo>
                    <a:pt x="13091" y="24637"/>
                  </a:lnTo>
                  <a:lnTo>
                    <a:pt x="13323" y="21394"/>
                  </a:lnTo>
                  <a:lnTo>
                    <a:pt x="13400" y="19772"/>
                  </a:lnTo>
                  <a:lnTo>
                    <a:pt x="13439" y="18961"/>
                  </a:lnTo>
                  <a:lnTo>
                    <a:pt x="13400" y="18189"/>
                  </a:lnTo>
                  <a:lnTo>
                    <a:pt x="13361" y="18073"/>
                  </a:lnTo>
                  <a:lnTo>
                    <a:pt x="13323" y="18034"/>
                  </a:lnTo>
                  <a:lnTo>
                    <a:pt x="13284" y="18034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5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5" y="14559"/>
                  </a:lnTo>
                  <a:lnTo>
                    <a:pt x="10620" y="13632"/>
                  </a:lnTo>
                  <a:lnTo>
                    <a:pt x="10504" y="12705"/>
                  </a:lnTo>
                  <a:lnTo>
                    <a:pt x="10234" y="11122"/>
                  </a:lnTo>
                  <a:lnTo>
                    <a:pt x="9886" y="9539"/>
                  </a:lnTo>
                  <a:lnTo>
                    <a:pt x="9500" y="7956"/>
                  </a:lnTo>
                  <a:lnTo>
                    <a:pt x="9036" y="6411"/>
                  </a:lnTo>
                  <a:lnTo>
                    <a:pt x="8534" y="4866"/>
                  </a:lnTo>
                  <a:lnTo>
                    <a:pt x="7994" y="3322"/>
                  </a:lnTo>
                  <a:lnTo>
                    <a:pt x="7415" y="1816"/>
                  </a:lnTo>
                  <a:lnTo>
                    <a:pt x="6835" y="310"/>
                  </a:lnTo>
                  <a:lnTo>
                    <a:pt x="6797" y="233"/>
                  </a:lnTo>
                  <a:lnTo>
                    <a:pt x="6720" y="194"/>
                  </a:lnTo>
                  <a:lnTo>
                    <a:pt x="6642" y="155"/>
                  </a:lnTo>
                  <a:lnTo>
                    <a:pt x="6604" y="40"/>
                  </a:lnTo>
                  <a:lnTo>
                    <a:pt x="65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4" name="Google Shape;5644;p22"/>
            <p:cNvSpPr/>
            <p:nvPr/>
          </p:nvSpPr>
          <p:spPr>
            <a:xfrm>
              <a:off x="2672775" y="3239275"/>
              <a:ext cx="330175" cy="176700"/>
            </a:xfrm>
            <a:custGeom>
              <a:avLst/>
              <a:gdLst/>
              <a:ahLst/>
              <a:cxnLst/>
              <a:rect l="l" t="t" r="r" b="b"/>
              <a:pathLst>
                <a:path w="13207" h="7068" extrusionOk="0">
                  <a:moveTo>
                    <a:pt x="8110" y="310"/>
                  </a:moveTo>
                  <a:lnTo>
                    <a:pt x="8226" y="348"/>
                  </a:lnTo>
                  <a:lnTo>
                    <a:pt x="8380" y="425"/>
                  </a:lnTo>
                  <a:lnTo>
                    <a:pt x="8535" y="541"/>
                  </a:lnTo>
                  <a:lnTo>
                    <a:pt x="8612" y="580"/>
                  </a:lnTo>
                  <a:lnTo>
                    <a:pt x="8728" y="889"/>
                  </a:lnTo>
                  <a:lnTo>
                    <a:pt x="8766" y="1198"/>
                  </a:lnTo>
                  <a:lnTo>
                    <a:pt x="8728" y="1468"/>
                  </a:lnTo>
                  <a:lnTo>
                    <a:pt x="8650" y="1777"/>
                  </a:lnTo>
                  <a:lnTo>
                    <a:pt x="8496" y="2047"/>
                  </a:lnTo>
                  <a:lnTo>
                    <a:pt x="8380" y="2318"/>
                  </a:lnTo>
                  <a:lnTo>
                    <a:pt x="8033" y="2858"/>
                  </a:lnTo>
                  <a:lnTo>
                    <a:pt x="6836" y="4712"/>
                  </a:lnTo>
                  <a:lnTo>
                    <a:pt x="6681" y="4712"/>
                  </a:lnTo>
                  <a:lnTo>
                    <a:pt x="6797" y="3746"/>
                  </a:lnTo>
                  <a:lnTo>
                    <a:pt x="6990" y="2781"/>
                  </a:lnTo>
                  <a:lnTo>
                    <a:pt x="7222" y="1661"/>
                  </a:lnTo>
                  <a:lnTo>
                    <a:pt x="7338" y="1198"/>
                  </a:lnTo>
                  <a:lnTo>
                    <a:pt x="7453" y="889"/>
                  </a:lnTo>
                  <a:lnTo>
                    <a:pt x="7608" y="618"/>
                  </a:lnTo>
                  <a:lnTo>
                    <a:pt x="7762" y="425"/>
                  </a:lnTo>
                  <a:lnTo>
                    <a:pt x="7878" y="348"/>
                  </a:lnTo>
                  <a:lnTo>
                    <a:pt x="7994" y="310"/>
                  </a:lnTo>
                  <a:close/>
                  <a:moveTo>
                    <a:pt x="5909" y="5407"/>
                  </a:moveTo>
                  <a:lnTo>
                    <a:pt x="4673" y="5831"/>
                  </a:lnTo>
                  <a:lnTo>
                    <a:pt x="3437" y="6218"/>
                  </a:lnTo>
                  <a:lnTo>
                    <a:pt x="2781" y="6372"/>
                  </a:lnTo>
                  <a:lnTo>
                    <a:pt x="2125" y="6527"/>
                  </a:lnTo>
                  <a:lnTo>
                    <a:pt x="1700" y="6565"/>
                  </a:lnTo>
                  <a:lnTo>
                    <a:pt x="1314" y="6604"/>
                  </a:lnTo>
                  <a:lnTo>
                    <a:pt x="1043" y="6565"/>
                  </a:lnTo>
                  <a:lnTo>
                    <a:pt x="812" y="6488"/>
                  </a:lnTo>
                  <a:lnTo>
                    <a:pt x="734" y="6449"/>
                  </a:lnTo>
                  <a:lnTo>
                    <a:pt x="696" y="6333"/>
                  </a:lnTo>
                  <a:lnTo>
                    <a:pt x="696" y="6218"/>
                  </a:lnTo>
                  <a:lnTo>
                    <a:pt x="696" y="6063"/>
                  </a:lnTo>
                  <a:lnTo>
                    <a:pt x="696" y="5909"/>
                  </a:lnTo>
                  <a:lnTo>
                    <a:pt x="734" y="5793"/>
                  </a:lnTo>
                  <a:lnTo>
                    <a:pt x="812" y="5716"/>
                  </a:lnTo>
                  <a:lnTo>
                    <a:pt x="889" y="5677"/>
                  </a:lnTo>
                  <a:lnTo>
                    <a:pt x="1082" y="5600"/>
                  </a:lnTo>
                  <a:lnTo>
                    <a:pt x="1391" y="5561"/>
                  </a:lnTo>
                  <a:lnTo>
                    <a:pt x="2047" y="5484"/>
                  </a:lnTo>
                  <a:lnTo>
                    <a:pt x="2897" y="5445"/>
                  </a:lnTo>
                  <a:lnTo>
                    <a:pt x="5368" y="5445"/>
                  </a:lnTo>
                  <a:lnTo>
                    <a:pt x="5909" y="5407"/>
                  </a:lnTo>
                  <a:close/>
                  <a:moveTo>
                    <a:pt x="7067" y="5098"/>
                  </a:moveTo>
                  <a:lnTo>
                    <a:pt x="8342" y="5136"/>
                  </a:lnTo>
                  <a:lnTo>
                    <a:pt x="9577" y="5252"/>
                  </a:lnTo>
                  <a:lnTo>
                    <a:pt x="10272" y="5329"/>
                  </a:lnTo>
                  <a:lnTo>
                    <a:pt x="11006" y="5445"/>
                  </a:lnTo>
                  <a:lnTo>
                    <a:pt x="11701" y="5561"/>
                  </a:lnTo>
                  <a:lnTo>
                    <a:pt x="12164" y="5677"/>
                  </a:lnTo>
                  <a:lnTo>
                    <a:pt x="12280" y="5716"/>
                  </a:lnTo>
                  <a:lnTo>
                    <a:pt x="12396" y="5754"/>
                  </a:lnTo>
                  <a:lnTo>
                    <a:pt x="12473" y="5831"/>
                  </a:lnTo>
                  <a:lnTo>
                    <a:pt x="12551" y="5909"/>
                  </a:lnTo>
                  <a:lnTo>
                    <a:pt x="12589" y="6025"/>
                  </a:lnTo>
                  <a:lnTo>
                    <a:pt x="12628" y="6179"/>
                  </a:lnTo>
                  <a:lnTo>
                    <a:pt x="12589" y="6527"/>
                  </a:lnTo>
                  <a:lnTo>
                    <a:pt x="12435" y="6604"/>
                  </a:lnTo>
                  <a:lnTo>
                    <a:pt x="12242" y="6642"/>
                  </a:lnTo>
                  <a:lnTo>
                    <a:pt x="12010" y="6681"/>
                  </a:lnTo>
                  <a:lnTo>
                    <a:pt x="11778" y="6681"/>
                  </a:lnTo>
                  <a:lnTo>
                    <a:pt x="11315" y="6604"/>
                  </a:lnTo>
                  <a:lnTo>
                    <a:pt x="10929" y="6527"/>
                  </a:lnTo>
                  <a:lnTo>
                    <a:pt x="10156" y="6372"/>
                  </a:lnTo>
                  <a:lnTo>
                    <a:pt x="9423" y="6140"/>
                  </a:lnTo>
                  <a:lnTo>
                    <a:pt x="8805" y="5909"/>
                  </a:lnTo>
                  <a:lnTo>
                    <a:pt x="8226" y="5677"/>
                  </a:lnTo>
                  <a:lnTo>
                    <a:pt x="7067" y="5098"/>
                  </a:lnTo>
                  <a:close/>
                  <a:moveTo>
                    <a:pt x="8148" y="1"/>
                  </a:moveTo>
                  <a:lnTo>
                    <a:pt x="7917" y="39"/>
                  </a:lnTo>
                  <a:lnTo>
                    <a:pt x="7724" y="116"/>
                  </a:lnTo>
                  <a:lnTo>
                    <a:pt x="7492" y="271"/>
                  </a:lnTo>
                  <a:lnTo>
                    <a:pt x="7338" y="425"/>
                  </a:lnTo>
                  <a:lnTo>
                    <a:pt x="7183" y="618"/>
                  </a:lnTo>
                  <a:lnTo>
                    <a:pt x="6990" y="1043"/>
                  </a:lnTo>
                  <a:lnTo>
                    <a:pt x="6874" y="1507"/>
                  </a:lnTo>
                  <a:lnTo>
                    <a:pt x="6681" y="2433"/>
                  </a:lnTo>
                  <a:lnTo>
                    <a:pt x="6527" y="3592"/>
                  </a:lnTo>
                  <a:lnTo>
                    <a:pt x="6488" y="4171"/>
                  </a:lnTo>
                  <a:lnTo>
                    <a:pt x="6449" y="4750"/>
                  </a:lnTo>
                  <a:lnTo>
                    <a:pt x="6411" y="4866"/>
                  </a:lnTo>
                  <a:lnTo>
                    <a:pt x="6411" y="4982"/>
                  </a:lnTo>
                  <a:lnTo>
                    <a:pt x="5870" y="5021"/>
                  </a:lnTo>
                  <a:lnTo>
                    <a:pt x="5291" y="5059"/>
                  </a:lnTo>
                  <a:lnTo>
                    <a:pt x="2549" y="5059"/>
                  </a:lnTo>
                  <a:lnTo>
                    <a:pt x="2009" y="5098"/>
                  </a:lnTo>
                  <a:lnTo>
                    <a:pt x="1391" y="5175"/>
                  </a:lnTo>
                  <a:lnTo>
                    <a:pt x="1005" y="5214"/>
                  </a:lnTo>
                  <a:lnTo>
                    <a:pt x="657" y="5329"/>
                  </a:lnTo>
                  <a:lnTo>
                    <a:pt x="310" y="5484"/>
                  </a:lnTo>
                  <a:lnTo>
                    <a:pt x="194" y="5600"/>
                  </a:lnTo>
                  <a:lnTo>
                    <a:pt x="78" y="5677"/>
                  </a:lnTo>
                  <a:lnTo>
                    <a:pt x="1" y="5831"/>
                  </a:lnTo>
                  <a:lnTo>
                    <a:pt x="1" y="5947"/>
                  </a:lnTo>
                  <a:lnTo>
                    <a:pt x="1" y="6140"/>
                  </a:lnTo>
                  <a:lnTo>
                    <a:pt x="39" y="6295"/>
                  </a:lnTo>
                  <a:lnTo>
                    <a:pt x="117" y="6449"/>
                  </a:lnTo>
                  <a:lnTo>
                    <a:pt x="232" y="6604"/>
                  </a:lnTo>
                  <a:lnTo>
                    <a:pt x="348" y="6681"/>
                  </a:lnTo>
                  <a:lnTo>
                    <a:pt x="464" y="6797"/>
                  </a:lnTo>
                  <a:lnTo>
                    <a:pt x="773" y="6913"/>
                  </a:lnTo>
                  <a:lnTo>
                    <a:pt x="1082" y="6990"/>
                  </a:lnTo>
                  <a:lnTo>
                    <a:pt x="1777" y="6990"/>
                  </a:lnTo>
                  <a:lnTo>
                    <a:pt x="2395" y="6913"/>
                  </a:lnTo>
                  <a:lnTo>
                    <a:pt x="3476" y="6642"/>
                  </a:lnTo>
                  <a:lnTo>
                    <a:pt x="4519" y="6333"/>
                  </a:lnTo>
                  <a:lnTo>
                    <a:pt x="5600" y="5947"/>
                  </a:lnTo>
                  <a:lnTo>
                    <a:pt x="6102" y="5716"/>
                  </a:lnTo>
                  <a:lnTo>
                    <a:pt x="6565" y="5484"/>
                  </a:lnTo>
                  <a:lnTo>
                    <a:pt x="6604" y="5484"/>
                  </a:lnTo>
                  <a:lnTo>
                    <a:pt x="6681" y="5909"/>
                  </a:lnTo>
                  <a:lnTo>
                    <a:pt x="6758" y="6102"/>
                  </a:lnTo>
                  <a:lnTo>
                    <a:pt x="6836" y="6295"/>
                  </a:lnTo>
                  <a:lnTo>
                    <a:pt x="7106" y="6256"/>
                  </a:lnTo>
                  <a:lnTo>
                    <a:pt x="7106" y="6218"/>
                  </a:lnTo>
                  <a:lnTo>
                    <a:pt x="6990" y="5870"/>
                  </a:lnTo>
                  <a:lnTo>
                    <a:pt x="6951" y="5677"/>
                  </a:lnTo>
                  <a:lnTo>
                    <a:pt x="6990" y="5484"/>
                  </a:lnTo>
                  <a:lnTo>
                    <a:pt x="6990" y="5407"/>
                  </a:lnTo>
                  <a:lnTo>
                    <a:pt x="7762" y="5870"/>
                  </a:lnTo>
                  <a:lnTo>
                    <a:pt x="8612" y="6256"/>
                  </a:lnTo>
                  <a:lnTo>
                    <a:pt x="9461" y="6565"/>
                  </a:lnTo>
                  <a:lnTo>
                    <a:pt x="10349" y="6797"/>
                  </a:lnTo>
                  <a:lnTo>
                    <a:pt x="11045" y="6951"/>
                  </a:lnTo>
                  <a:lnTo>
                    <a:pt x="11469" y="7029"/>
                  </a:lnTo>
                  <a:lnTo>
                    <a:pt x="11933" y="7067"/>
                  </a:lnTo>
                  <a:lnTo>
                    <a:pt x="12396" y="7029"/>
                  </a:lnTo>
                  <a:lnTo>
                    <a:pt x="12589" y="6990"/>
                  </a:lnTo>
                  <a:lnTo>
                    <a:pt x="12782" y="6913"/>
                  </a:lnTo>
                  <a:lnTo>
                    <a:pt x="12937" y="6797"/>
                  </a:lnTo>
                  <a:lnTo>
                    <a:pt x="13053" y="6681"/>
                  </a:lnTo>
                  <a:lnTo>
                    <a:pt x="13130" y="6527"/>
                  </a:lnTo>
                  <a:lnTo>
                    <a:pt x="13207" y="6333"/>
                  </a:lnTo>
                  <a:lnTo>
                    <a:pt x="13207" y="6179"/>
                  </a:lnTo>
                  <a:lnTo>
                    <a:pt x="13168" y="6025"/>
                  </a:lnTo>
                  <a:lnTo>
                    <a:pt x="13130" y="5870"/>
                  </a:lnTo>
                  <a:lnTo>
                    <a:pt x="13053" y="5754"/>
                  </a:lnTo>
                  <a:lnTo>
                    <a:pt x="12975" y="5638"/>
                  </a:lnTo>
                  <a:lnTo>
                    <a:pt x="12821" y="5561"/>
                  </a:lnTo>
                  <a:lnTo>
                    <a:pt x="12551" y="5407"/>
                  </a:lnTo>
                  <a:lnTo>
                    <a:pt x="12242" y="5291"/>
                  </a:lnTo>
                  <a:lnTo>
                    <a:pt x="11894" y="5214"/>
                  </a:lnTo>
                  <a:lnTo>
                    <a:pt x="11315" y="5098"/>
                  </a:lnTo>
                  <a:lnTo>
                    <a:pt x="10311" y="4943"/>
                  </a:lnTo>
                  <a:lnTo>
                    <a:pt x="9268" y="4827"/>
                  </a:lnTo>
                  <a:lnTo>
                    <a:pt x="8264" y="4750"/>
                  </a:lnTo>
                  <a:lnTo>
                    <a:pt x="7260" y="4712"/>
                  </a:lnTo>
                  <a:lnTo>
                    <a:pt x="8071" y="3515"/>
                  </a:lnTo>
                  <a:lnTo>
                    <a:pt x="8496" y="2858"/>
                  </a:lnTo>
                  <a:lnTo>
                    <a:pt x="8843" y="2202"/>
                  </a:lnTo>
                  <a:lnTo>
                    <a:pt x="8921" y="1970"/>
                  </a:lnTo>
                  <a:lnTo>
                    <a:pt x="8998" y="1738"/>
                  </a:lnTo>
                  <a:lnTo>
                    <a:pt x="9037" y="1507"/>
                  </a:lnTo>
                  <a:lnTo>
                    <a:pt x="9075" y="1275"/>
                  </a:lnTo>
                  <a:lnTo>
                    <a:pt x="9037" y="1005"/>
                  </a:lnTo>
                  <a:lnTo>
                    <a:pt x="8959" y="812"/>
                  </a:lnTo>
                  <a:lnTo>
                    <a:pt x="8882" y="580"/>
                  </a:lnTo>
                  <a:lnTo>
                    <a:pt x="8728" y="348"/>
                  </a:lnTo>
                  <a:lnTo>
                    <a:pt x="8650" y="232"/>
                  </a:lnTo>
                  <a:lnTo>
                    <a:pt x="8573" y="155"/>
                  </a:lnTo>
                  <a:lnTo>
                    <a:pt x="8380" y="39"/>
                  </a:lnTo>
                  <a:lnTo>
                    <a:pt x="814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5" name="Google Shape;5645;p22"/>
            <p:cNvSpPr/>
            <p:nvPr/>
          </p:nvSpPr>
          <p:spPr>
            <a:xfrm>
              <a:off x="410925" y="3256650"/>
              <a:ext cx="35725" cy="33825"/>
            </a:xfrm>
            <a:custGeom>
              <a:avLst/>
              <a:gdLst/>
              <a:ahLst/>
              <a:cxnLst/>
              <a:rect l="l" t="t" r="r" b="b"/>
              <a:pathLst>
                <a:path w="1429" h="1353" extrusionOk="0">
                  <a:moveTo>
                    <a:pt x="579" y="1"/>
                  </a:moveTo>
                  <a:lnTo>
                    <a:pt x="425" y="39"/>
                  </a:lnTo>
                  <a:lnTo>
                    <a:pt x="232" y="117"/>
                  </a:lnTo>
                  <a:lnTo>
                    <a:pt x="116" y="271"/>
                  </a:lnTo>
                  <a:lnTo>
                    <a:pt x="39" y="425"/>
                  </a:lnTo>
                  <a:lnTo>
                    <a:pt x="0" y="619"/>
                  </a:lnTo>
                  <a:lnTo>
                    <a:pt x="0" y="812"/>
                  </a:lnTo>
                  <a:lnTo>
                    <a:pt x="77" y="966"/>
                  </a:lnTo>
                  <a:lnTo>
                    <a:pt x="155" y="1121"/>
                  </a:lnTo>
                  <a:lnTo>
                    <a:pt x="309" y="1275"/>
                  </a:lnTo>
                  <a:lnTo>
                    <a:pt x="463" y="1352"/>
                  </a:lnTo>
                  <a:lnTo>
                    <a:pt x="618" y="1352"/>
                  </a:lnTo>
                  <a:lnTo>
                    <a:pt x="695" y="1236"/>
                  </a:lnTo>
                  <a:lnTo>
                    <a:pt x="695" y="1121"/>
                  </a:lnTo>
                  <a:lnTo>
                    <a:pt x="657" y="1082"/>
                  </a:lnTo>
                  <a:lnTo>
                    <a:pt x="579" y="1043"/>
                  </a:lnTo>
                  <a:lnTo>
                    <a:pt x="502" y="1005"/>
                  </a:lnTo>
                  <a:lnTo>
                    <a:pt x="463" y="927"/>
                  </a:lnTo>
                  <a:lnTo>
                    <a:pt x="386" y="773"/>
                  </a:lnTo>
                  <a:lnTo>
                    <a:pt x="386" y="580"/>
                  </a:lnTo>
                  <a:lnTo>
                    <a:pt x="425" y="503"/>
                  </a:lnTo>
                  <a:lnTo>
                    <a:pt x="502" y="425"/>
                  </a:lnTo>
                  <a:lnTo>
                    <a:pt x="579" y="387"/>
                  </a:lnTo>
                  <a:lnTo>
                    <a:pt x="657" y="387"/>
                  </a:lnTo>
                  <a:lnTo>
                    <a:pt x="850" y="425"/>
                  </a:lnTo>
                  <a:lnTo>
                    <a:pt x="927" y="464"/>
                  </a:lnTo>
                  <a:lnTo>
                    <a:pt x="965" y="541"/>
                  </a:lnTo>
                  <a:lnTo>
                    <a:pt x="1043" y="696"/>
                  </a:lnTo>
                  <a:lnTo>
                    <a:pt x="1081" y="773"/>
                  </a:lnTo>
                  <a:lnTo>
                    <a:pt x="1120" y="812"/>
                  </a:lnTo>
                  <a:lnTo>
                    <a:pt x="1274" y="812"/>
                  </a:lnTo>
                  <a:lnTo>
                    <a:pt x="1352" y="734"/>
                  </a:lnTo>
                  <a:lnTo>
                    <a:pt x="1390" y="696"/>
                  </a:lnTo>
                  <a:lnTo>
                    <a:pt x="1429" y="619"/>
                  </a:lnTo>
                  <a:lnTo>
                    <a:pt x="1390" y="425"/>
                  </a:lnTo>
                  <a:lnTo>
                    <a:pt x="1274" y="271"/>
                  </a:lnTo>
                  <a:lnTo>
                    <a:pt x="1159" y="117"/>
                  </a:lnTo>
                  <a:lnTo>
                    <a:pt x="965" y="39"/>
                  </a:lnTo>
                  <a:lnTo>
                    <a:pt x="77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6" name="Google Shape;5646;p22"/>
            <p:cNvSpPr/>
            <p:nvPr/>
          </p:nvSpPr>
          <p:spPr>
            <a:xfrm>
              <a:off x="5445325" y="3267275"/>
              <a:ext cx="624625" cy="344650"/>
            </a:xfrm>
            <a:custGeom>
              <a:avLst/>
              <a:gdLst/>
              <a:ahLst/>
              <a:cxnLst/>
              <a:rect l="l" t="t" r="r" b="b"/>
              <a:pathLst>
                <a:path w="24985" h="13786" extrusionOk="0">
                  <a:moveTo>
                    <a:pt x="23285" y="966"/>
                  </a:moveTo>
                  <a:lnTo>
                    <a:pt x="23633" y="1468"/>
                  </a:lnTo>
                  <a:lnTo>
                    <a:pt x="23903" y="2008"/>
                  </a:lnTo>
                  <a:lnTo>
                    <a:pt x="23787" y="2124"/>
                  </a:lnTo>
                  <a:lnTo>
                    <a:pt x="23633" y="2202"/>
                  </a:lnTo>
                  <a:lnTo>
                    <a:pt x="23478" y="2202"/>
                  </a:lnTo>
                  <a:lnTo>
                    <a:pt x="23324" y="2163"/>
                  </a:lnTo>
                  <a:lnTo>
                    <a:pt x="23170" y="2086"/>
                  </a:lnTo>
                  <a:lnTo>
                    <a:pt x="23054" y="1970"/>
                  </a:lnTo>
                  <a:lnTo>
                    <a:pt x="22976" y="1815"/>
                  </a:lnTo>
                  <a:lnTo>
                    <a:pt x="22938" y="1622"/>
                  </a:lnTo>
                  <a:lnTo>
                    <a:pt x="22976" y="1429"/>
                  </a:lnTo>
                  <a:lnTo>
                    <a:pt x="23015" y="1236"/>
                  </a:lnTo>
                  <a:lnTo>
                    <a:pt x="23131" y="1082"/>
                  </a:lnTo>
                  <a:lnTo>
                    <a:pt x="23285" y="966"/>
                  </a:lnTo>
                  <a:close/>
                  <a:moveTo>
                    <a:pt x="24096" y="2433"/>
                  </a:moveTo>
                  <a:lnTo>
                    <a:pt x="24212" y="2742"/>
                  </a:lnTo>
                  <a:lnTo>
                    <a:pt x="24289" y="3090"/>
                  </a:lnTo>
                  <a:lnTo>
                    <a:pt x="24367" y="3437"/>
                  </a:lnTo>
                  <a:lnTo>
                    <a:pt x="24405" y="3785"/>
                  </a:lnTo>
                  <a:lnTo>
                    <a:pt x="24173" y="3707"/>
                  </a:lnTo>
                  <a:lnTo>
                    <a:pt x="23942" y="3592"/>
                  </a:lnTo>
                  <a:lnTo>
                    <a:pt x="23826" y="3514"/>
                  </a:lnTo>
                  <a:lnTo>
                    <a:pt x="23787" y="3399"/>
                  </a:lnTo>
                  <a:lnTo>
                    <a:pt x="23710" y="3283"/>
                  </a:lnTo>
                  <a:lnTo>
                    <a:pt x="23672" y="3128"/>
                  </a:lnTo>
                  <a:lnTo>
                    <a:pt x="23710" y="2897"/>
                  </a:lnTo>
                  <a:lnTo>
                    <a:pt x="23787" y="2704"/>
                  </a:lnTo>
                  <a:lnTo>
                    <a:pt x="23903" y="2549"/>
                  </a:lnTo>
                  <a:lnTo>
                    <a:pt x="24096" y="2433"/>
                  </a:lnTo>
                  <a:close/>
                  <a:moveTo>
                    <a:pt x="16142" y="4943"/>
                  </a:moveTo>
                  <a:lnTo>
                    <a:pt x="16257" y="4982"/>
                  </a:lnTo>
                  <a:lnTo>
                    <a:pt x="16412" y="5059"/>
                  </a:lnTo>
                  <a:lnTo>
                    <a:pt x="16489" y="5136"/>
                  </a:lnTo>
                  <a:lnTo>
                    <a:pt x="16528" y="5252"/>
                  </a:lnTo>
                  <a:lnTo>
                    <a:pt x="16566" y="5407"/>
                  </a:lnTo>
                  <a:lnTo>
                    <a:pt x="16296" y="5407"/>
                  </a:lnTo>
                  <a:lnTo>
                    <a:pt x="15640" y="5522"/>
                  </a:lnTo>
                  <a:lnTo>
                    <a:pt x="15640" y="5484"/>
                  </a:lnTo>
                  <a:lnTo>
                    <a:pt x="15640" y="5368"/>
                  </a:lnTo>
                  <a:lnTo>
                    <a:pt x="15678" y="5252"/>
                  </a:lnTo>
                  <a:lnTo>
                    <a:pt x="15755" y="5136"/>
                  </a:lnTo>
                  <a:lnTo>
                    <a:pt x="15833" y="5059"/>
                  </a:lnTo>
                  <a:lnTo>
                    <a:pt x="15949" y="5020"/>
                  </a:lnTo>
                  <a:lnTo>
                    <a:pt x="16026" y="4982"/>
                  </a:lnTo>
                  <a:lnTo>
                    <a:pt x="16142" y="4943"/>
                  </a:lnTo>
                  <a:close/>
                  <a:moveTo>
                    <a:pt x="24444" y="4248"/>
                  </a:moveTo>
                  <a:lnTo>
                    <a:pt x="24405" y="4673"/>
                  </a:lnTo>
                  <a:lnTo>
                    <a:pt x="24367" y="5098"/>
                  </a:lnTo>
                  <a:lnTo>
                    <a:pt x="24251" y="5522"/>
                  </a:lnTo>
                  <a:lnTo>
                    <a:pt x="24058" y="5407"/>
                  </a:lnTo>
                  <a:lnTo>
                    <a:pt x="23903" y="5252"/>
                  </a:lnTo>
                  <a:lnTo>
                    <a:pt x="23787" y="5059"/>
                  </a:lnTo>
                  <a:lnTo>
                    <a:pt x="23787" y="4982"/>
                  </a:lnTo>
                  <a:lnTo>
                    <a:pt x="23787" y="4866"/>
                  </a:lnTo>
                  <a:lnTo>
                    <a:pt x="23826" y="4711"/>
                  </a:lnTo>
                  <a:lnTo>
                    <a:pt x="23865" y="4596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763" y="4866"/>
                  </a:lnTo>
                  <a:lnTo>
                    <a:pt x="17879" y="4905"/>
                  </a:lnTo>
                  <a:lnTo>
                    <a:pt x="17957" y="4982"/>
                  </a:lnTo>
                  <a:lnTo>
                    <a:pt x="18072" y="5175"/>
                  </a:lnTo>
                  <a:lnTo>
                    <a:pt x="18111" y="5407"/>
                  </a:lnTo>
                  <a:lnTo>
                    <a:pt x="18072" y="5638"/>
                  </a:lnTo>
                  <a:lnTo>
                    <a:pt x="17570" y="5484"/>
                  </a:lnTo>
                  <a:lnTo>
                    <a:pt x="17030" y="5407"/>
                  </a:lnTo>
                  <a:lnTo>
                    <a:pt x="17030" y="5291"/>
                  </a:lnTo>
                  <a:lnTo>
                    <a:pt x="17107" y="5136"/>
                  </a:lnTo>
                  <a:lnTo>
                    <a:pt x="17184" y="5059"/>
                  </a:lnTo>
                  <a:lnTo>
                    <a:pt x="17261" y="4943"/>
                  </a:lnTo>
                  <a:lnTo>
                    <a:pt x="17377" y="4866"/>
                  </a:lnTo>
                  <a:lnTo>
                    <a:pt x="17493" y="4827"/>
                  </a:lnTo>
                  <a:close/>
                  <a:moveTo>
                    <a:pt x="14558" y="5291"/>
                  </a:moveTo>
                  <a:lnTo>
                    <a:pt x="14674" y="5329"/>
                  </a:lnTo>
                  <a:lnTo>
                    <a:pt x="14790" y="5368"/>
                  </a:lnTo>
                  <a:lnTo>
                    <a:pt x="14906" y="5445"/>
                  </a:lnTo>
                  <a:lnTo>
                    <a:pt x="14983" y="5522"/>
                  </a:lnTo>
                  <a:lnTo>
                    <a:pt x="15060" y="5677"/>
                  </a:lnTo>
                  <a:lnTo>
                    <a:pt x="14520" y="5870"/>
                  </a:lnTo>
                  <a:lnTo>
                    <a:pt x="14056" y="6102"/>
                  </a:lnTo>
                  <a:lnTo>
                    <a:pt x="14018" y="6024"/>
                  </a:lnTo>
                  <a:lnTo>
                    <a:pt x="14018" y="5793"/>
                  </a:lnTo>
                  <a:lnTo>
                    <a:pt x="14095" y="5600"/>
                  </a:lnTo>
                  <a:lnTo>
                    <a:pt x="14249" y="5445"/>
                  </a:lnTo>
                  <a:lnTo>
                    <a:pt x="14327" y="5368"/>
                  </a:lnTo>
                  <a:lnTo>
                    <a:pt x="14443" y="5329"/>
                  </a:lnTo>
                  <a:lnTo>
                    <a:pt x="14558" y="5291"/>
                  </a:lnTo>
                  <a:close/>
                  <a:moveTo>
                    <a:pt x="19076" y="5484"/>
                  </a:moveTo>
                  <a:lnTo>
                    <a:pt x="19192" y="5522"/>
                  </a:lnTo>
                  <a:lnTo>
                    <a:pt x="19308" y="5638"/>
                  </a:lnTo>
                  <a:lnTo>
                    <a:pt x="19347" y="5793"/>
                  </a:lnTo>
                  <a:lnTo>
                    <a:pt x="19385" y="5986"/>
                  </a:lnTo>
                  <a:lnTo>
                    <a:pt x="19347" y="6140"/>
                  </a:lnTo>
                  <a:lnTo>
                    <a:pt x="18574" y="5831"/>
                  </a:lnTo>
                  <a:lnTo>
                    <a:pt x="18613" y="5715"/>
                  </a:lnTo>
                  <a:lnTo>
                    <a:pt x="18652" y="5638"/>
                  </a:lnTo>
                  <a:lnTo>
                    <a:pt x="18806" y="5522"/>
                  </a:lnTo>
                  <a:lnTo>
                    <a:pt x="18999" y="5484"/>
                  </a:lnTo>
                  <a:close/>
                  <a:moveTo>
                    <a:pt x="20312" y="6063"/>
                  </a:moveTo>
                  <a:lnTo>
                    <a:pt x="20428" y="6102"/>
                  </a:lnTo>
                  <a:lnTo>
                    <a:pt x="20544" y="6179"/>
                  </a:lnTo>
                  <a:lnTo>
                    <a:pt x="20660" y="6333"/>
                  </a:lnTo>
                  <a:lnTo>
                    <a:pt x="20775" y="6526"/>
                  </a:lnTo>
                  <a:lnTo>
                    <a:pt x="20814" y="6719"/>
                  </a:lnTo>
                  <a:lnTo>
                    <a:pt x="20853" y="6913"/>
                  </a:lnTo>
                  <a:lnTo>
                    <a:pt x="20466" y="6719"/>
                  </a:lnTo>
                  <a:lnTo>
                    <a:pt x="20080" y="6526"/>
                  </a:lnTo>
                  <a:lnTo>
                    <a:pt x="19810" y="6372"/>
                  </a:lnTo>
                  <a:lnTo>
                    <a:pt x="19810" y="6256"/>
                  </a:lnTo>
                  <a:lnTo>
                    <a:pt x="19887" y="6179"/>
                  </a:lnTo>
                  <a:lnTo>
                    <a:pt x="19964" y="6102"/>
                  </a:lnTo>
                  <a:lnTo>
                    <a:pt x="20080" y="6063"/>
                  </a:lnTo>
                  <a:close/>
                  <a:moveTo>
                    <a:pt x="23710" y="5870"/>
                  </a:moveTo>
                  <a:lnTo>
                    <a:pt x="23942" y="5986"/>
                  </a:lnTo>
                  <a:lnTo>
                    <a:pt x="24058" y="5986"/>
                  </a:lnTo>
                  <a:lnTo>
                    <a:pt x="23903" y="6295"/>
                  </a:lnTo>
                  <a:lnTo>
                    <a:pt x="23710" y="6565"/>
                  </a:lnTo>
                  <a:lnTo>
                    <a:pt x="23478" y="6797"/>
                  </a:lnTo>
                  <a:lnTo>
                    <a:pt x="23247" y="6990"/>
                  </a:lnTo>
                  <a:lnTo>
                    <a:pt x="23208" y="6913"/>
                  </a:lnTo>
                  <a:lnTo>
                    <a:pt x="23054" y="6758"/>
                  </a:lnTo>
                  <a:lnTo>
                    <a:pt x="23015" y="6526"/>
                  </a:lnTo>
                  <a:lnTo>
                    <a:pt x="23015" y="6295"/>
                  </a:lnTo>
                  <a:lnTo>
                    <a:pt x="23054" y="6179"/>
                  </a:lnTo>
                  <a:lnTo>
                    <a:pt x="23092" y="6063"/>
                  </a:lnTo>
                  <a:lnTo>
                    <a:pt x="23170" y="5986"/>
                  </a:lnTo>
                  <a:lnTo>
                    <a:pt x="23285" y="5947"/>
                  </a:lnTo>
                  <a:lnTo>
                    <a:pt x="23478" y="5870"/>
                  </a:lnTo>
                  <a:close/>
                  <a:moveTo>
                    <a:pt x="13207" y="6102"/>
                  </a:moveTo>
                  <a:lnTo>
                    <a:pt x="13477" y="6140"/>
                  </a:lnTo>
                  <a:lnTo>
                    <a:pt x="13593" y="6217"/>
                  </a:lnTo>
                  <a:lnTo>
                    <a:pt x="13670" y="6333"/>
                  </a:lnTo>
                  <a:lnTo>
                    <a:pt x="13130" y="6719"/>
                  </a:lnTo>
                  <a:lnTo>
                    <a:pt x="12782" y="7067"/>
                  </a:lnTo>
                  <a:lnTo>
                    <a:pt x="12705" y="7028"/>
                  </a:lnTo>
                  <a:lnTo>
                    <a:pt x="12666" y="6913"/>
                  </a:lnTo>
                  <a:lnTo>
                    <a:pt x="12628" y="6797"/>
                  </a:lnTo>
                  <a:lnTo>
                    <a:pt x="12628" y="6642"/>
                  </a:lnTo>
                  <a:lnTo>
                    <a:pt x="12666" y="6526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59" y="6179"/>
                  </a:lnTo>
                  <a:lnTo>
                    <a:pt x="12975" y="6140"/>
                  </a:lnTo>
                  <a:lnTo>
                    <a:pt x="13091" y="6102"/>
                  </a:lnTo>
                  <a:close/>
                  <a:moveTo>
                    <a:pt x="22166" y="6565"/>
                  </a:moveTo>
                  <a:lnTo>
                    <a:pt x="22281" y="6604"/>
                  </a:lnTo>
                  <a:lnTo>
                    <a:pt x="22436" y="6681"/>
                  </a:lnTo>
                  <a:lnTo>
                    <a:pt x="22629" y="6874"/>
                  </a:lnTo>
                  <a:lnTo>
                    <a:pt x="22783" y="7028"/>
                  </a:lnTo>
                  <a:lnTo>
                    <a:pt x="22861" y="7067"/>
                  </a:lnTo>
                  <a:lnTo>
                    <a:pt x="22899" y="7067"/>
                  </a:lnTo>
                  <a:lnTo>
                    <a:pt x="22976" y="7106"/>
                  </a:lnTo>
                  <a:lnTo>
                    <a:pt x="22938" y="7106"/>
                  </a:lnTo>
                  <a:lnTo>
                    <a:pt x="22552" y="7221"/>
                  </a:lnTo>
                  <a:lnTo>
                    <a:pt x="22166" y="7221"/>
                  </a:lnTo>
                  <a:lnTo>
                    <a:pt x="21779" y="7183"/>
                  </a:lnTo>
                  <a:lnTo>
                    <a:pt x="21393" y="7106"/>
                  </a:lnTo>
                  <a:lnTo>
                    <a:pt x="21470" y="6913"/>
                  </a:lnTo>
                  <a:lnTo>
                    <a:pt x="21625" y="6719"/>
                  </a:lnTo>
                  <a:lnTo>
                    <a:pt x="21779" y="6604"/>
                  </a:lnTo>
                  <a:lnTo>
                    <a:pt x="22011" y="6565"/>
                  </a:lnTo>
                  <a:close/>
                  <a:moveTo>
                    <a:pt x="12280" y="7376"/>
                  </a:moveTo>
                  <a:lnTo>
                    <a:pt x="12473" y="7415"/>
                  </a:lnTo>
                  <a:lnTo>
                    <a:pt x="12087" y="7955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24" y="8071"/>
                  </a:lnTo>
                  <a:lnTo>
                    <a:pt x="11624" y="7955"/>
                  </a:lnTo>
                  <a:lnTo>
                    <a:pt x="11662" y="7839"/>
                  </a:lnTo>
                  <a:lnTo>
                    <a:pt x="11701" y="7723"/>
                  </a:lnTo>
                  <a:lnTo>
                    <a:pt x="11778" y="7608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26" y="7415"/>
                  </a:lnTo>
                  <a:lnTo>
                    <a:pt x="12280" y="7376"/>
                  </a:lnTo>
                  <a:close/>
                  <a:moveTo>
                    <a:pt x="2240" y="9345"/>
                  </a:moveTo>
                  <a:lnTo>
                    <a:pt x="2356" y="9422"/>
                  </a:lnTo>
                  <a:lnTo>
                    <a:pt x="2433" y="9461"/>
                  </a:lnTo>
                  <a:lnTo>
                    <a:pt x="2511" y="9577"/>
                  </a:lnTo>
                  <a:lnTo>
                    <a:pt x="2626" y="9770"/>
                  </a:lnTo>
                  <a:lnTo>
                    <a:pt x="2626" y="9886"/>
                  </a:lnTo>
                  <a:lnTo>
                    <a:pt x="2588" y="10002"/>
                  </a:lnTo>
                  <a:lnTo>
                    <a:pt x="2124" y="9886"/>
                  </a:lnTo>
                  <a:lnTo>
                    <a:pt x="1622" y="9886"/>
                  </a:lnTo>
                  <a:lnTo>
                    <a:pt x="1661" y="9731"/>
                  </a:lnTo>
                  <a:lnTo>
                    <a:pt x="1738" y="9616"/>
                  </a:lnTo>
                  <a:lnTo>
                    <a:pt x="1815" y="9538"/>
                  </a:lnTo>
                  <a:lnTo>
                    <a:pt x="1893" y="9461"/>
                  </a:lnTo>
                  <a:lnTo>
                    <a:pt x="2009" y="9384"/>
                  </a:lnTo>
                  <a:lnTo>
                    <a:pt x="2124" y="9345"/>
                  </a:lnTo>
                  <a:close/>
                  <a:moveTo>
                    <a:pt x="11624" y="8998"/>
                  </a:moveTo>
                  <a:lnTo>
                    <a:pt x="11469" y="9500"/>
                  </a:lnTo>
                  <a:lnTo>
                    <a:pt x="11315" y="10002"/>
                  </a:lnTo>
                  <a:lnTo>
                    <a:pt x="11238" y="10272"/>
                  </a:lnTo>
                  <a:lnTo>
                    <a:pt x="11044" y="10079"/>
                  </a:lnTo>
                  <a:lnTo>
                    <a:pt x="10967" y="9809"/>
                  </a:lnTo>
                  <a:lnTo>
                    <a:pt x="10929" y="9693"/>
                  </a:lnTo>
                  <a:lnTo>
                    <a:pt x="10929" y="9577"/>
                  </a:lnTo>
                  <a:lnTo>
                    <a:pt x="10929" y="9422"/>
                  </a:lnTo>
                  <a:lnTo>
                    <a:pt x="11006" y="9307"/>
                  </a:lnTo>
                  <a:lnTo>
                    <a:pt x="11122" y="9152"/>
                  </a:lnTo>
                  <a:lnTo>
                    <a:pt x="11276" y="9036"/>
                  </a:lnTo>
                  <a:lnTo>
                    <a:pt x="11469" y="8998"/>
                  </a:lnTo>
                  <a:close/>
                  <a:moveTo>
                    <a:pt x="3746" y="9731"/>
                  </a:moveTo>
                  <a:lnTo>
                    <a:pt x="3901" y="9809"/>
                  </a:lnTo>
                  <a:lnTo>
                    <a:pt x="4017" y="9886"/>
                  </a:lnTo>
                  <a:lnTo>
                    <a:pt x="4094" y="10002"/>
                  </a:lnTo>
                  <a:lnTo>
                    <a:pt x="4132" y="10118"/>
                  </a:lnTo>
                  <a:lnTo>
                    <a:pt x="4171" y="10233"/>
                  </a:lnTo>
                  <a:lnTo>
                    <a:pt x="4132" y="10388"/>
                  </a:lnTo>
                  <a:lnTo>
                    <a:pt x="4094" y="10504"/>
                  </a:lnTo>
                  <a:lnTo>
                    <a:pt x="4017" y="10620"/>
                  </a:lnTo>
                  <a:lnTo>
                    <a:pt x="3862" y="10542"/>
                  </a:lnTo>
                  <a:lnTo>
                    <a:pt x="3476" y="10311"/>
                  </a:lnTo>
                  <a:lnTo>
                    <a:pt x="3051" y="10156"/>
                  </a:lnTo>
                  <a:lnTo>
                    <a:pt x="3128" y="10002"/>
                  </a:lnTo>
                  <a:lnTo>
                    <a:pt x="3244" y="9924"/>
                  </a:lnTo>
                  <a:lnTo>
                    <a:pt x="3360" y="9809"/>
                  </a:lnTo>
                  <a:lnTo>
                    <a:pt x="3476" y="9770"/>
                  </a:lnTo>
                  <a:lnTo>
                    <a:pt x="3630" y="9731"/>
                  </a:lnTo>
                  <a:close/>
                  <a:moveTo>
                    <a:pt x="4827" y="10620"/>
                  </a:moveTo>
                  <a:lnTo>
                    <a:pt x="4905" y="10658"/>
                  </a:lnTo>
                  <a:lnTo>
                    <a:pt x="4982" y="10697"/>
                  </a:lnTo>
                  <a:lnTo>
                    <a:pt x="5059" y="10774"/>
                  </a:lnTo>
                  <a:lnTo>
                    <a:pt x="5136" y="10851"/>
                  </a:lnTo>
                  <a:lnTo>
                    <a:pt x="5175" y="11044"/>
                  </a:lnTo>
                  <a:lnTo>
                    <a:pt x="5136" y="11237"/>
                  </a:lnTo>
                  <a:lnTo>
                    <a:pt x="5059" y="11430"/>
                  </a:lnTo>
                  <a:lnTo>
                    <a:pt x="4403" y="10890"/>
                  </a:lnTo>
                  <a:lnTo>
                    <a:pt x="4441" y="10813"/>
                  </a:lnTo>
                  <a:lnTo>
                    <a:pt x="4480" y="10735"/>
                  </a:lnTo>
                  <a:lnTo>
                    <a:pt x="4634" y="10658"/>
                  </a:lnTo>
                  <a:lnTo>
                    <a:pt x="4827" y="10620"/>
                  </a:lnTo>
                  <a:close/>
                  <a:moveTo>
                    <a:pt x="11160" y="10620"/>
                  </a:moveTo>
                  <a:lnTo>
                    <a:pt x="10929" y="11199"/>
                  </a:lnTo>
                  <a:lnTo>
                    <a:pt x="10697" y="11739"/>
                  </a:lnTo>
                  <a:lnTo>
                    <a:pt x="10658" y="11701"/>
                  </a:lnTo>
                  <a:lnTo>
                    <a:pt x="10465" y="11508"/>
                  </a:lnTo>
                  <a:lnTo>
                    <a:pt x="10388" y="11315"/>
                  </a:lnTo>
                  <a:lnTo>
                    <a:pt x="10388" y="11122"/>
                  </a:lnTo>
                  <a:lnTo>
                    <a:pt x="10427" y="10967"/>
                  </a:lnTo>
                  <a:lnTo>
                    <a:pt x="10542" y="10774"/>
                  </a:lnTo>
                  <a:lnTo>
                    <a:pt x="10697" y="10658"/>
                  </a:lnTo>
                  <a:lnTo>
                    <a:pt x="10929" y="10620"/>
                  </a:lnTo>
                  <a:close/>
                  <a:moveTo>
                    <a:pt x="5947" y="11469"/>
                  </a:moveTo>
                  <a:lnTo>
                    <a:pt x="6063" y="11508"/>
                  </a:lnTo>
                  <a:lnTo>
                    <a:pt x="6140" y="11546"/>
                  </a:lnTo>
                  <a:lnTo>
                    <a:pt x="6218" y="11662"/>
                  </a:lnTo>
                  <a:lnTo>
                    <a:pt x="6295" y="11739"/>
                  </a:lnTo>
                  <a:lnTo>
                    <a:pt x="6372" y="11971"/>
                  </a:lnTo>
                  <a:lnTo>
                    <a:pt x="6411" y="12203"/>
                  </a:lnTo>
                  <a:lnTo>
                    <a:pt x="6372" y="12473"/>
                  </a:lnTo>
                  <a:lnTo>
                    <a:pt x="5870" y="12087"/>
                  </a:lnTo>
                  <a:lnTo>
                    <a:pt x="5407" y="11701"/>
                  </a:lnTo>
                  <a:lnTo>
                    <a:pt x="5445" y="11585"/>
                  </a:lnTo>
                  <a:lnTo>
                    <a:pt x="5523" y="11508"/>
                  </a:lnTo>
                  <a:lnTo>
                    <a:pt x="5638" y="11469"/>
                  </a:lnTo>
                  <a:close/>
                  <a:moveTo>
                    <a:pt x="10542" y="12048"/>
                  </a:moveTo>
                  <a:lnTo>
                    <a:pt x="10388" y="12280"/>
                  </a:lnTo>
                  <a:lnTo>
                    <a:pt x="10195" y="12550"/>
                  </a:lnTo>
                  <a:lnTo>
                    <a:pt x="9963" y="12743"/>
                  </a:lnTo>
                  <a:lnTo>
                    <a:pt x="9770" y="12936"/>
                  </a:lnTo>
                  <a:lnTo>
                    <a:pt x="9732" y="12859"/>
                  </a:lnTo>
                  <a:lnTo>
                    <a:pt x="9654" y="12666"/>
                  </a:lnTo>
                  <a:lnTo>
                    <a:pt x="9616" y="12473"/>
                  </a:lnTo>
                  <a:lnTo>
                    <a:pt x="9693" y="12319"/>
                  </a:lnTo>
                  <a:lnTo>
                    <a:pt x="9809" y="12203"/>
                  </a:lnTo>
                  <a:lnTo>
                    <a:pt x="9963" y="12126"/>
                  </a:lnTo>
                  <a:lnTo>
                    <a:pt x="10156" y="12087"/>
                  </a:lnTo>
                  <a:lnTo>
                    <a:pt x="10542" y="12048"/>
                  </a:lnTo>
                  <a:close/>
                  <a:moveTo>
                    <a:pt x="7337" y="12473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01" y="12821"/>
                  </a:lnTo>
                  <a:lnTo>
                    <a:pt x="7878" y="13014"/>
                  </a:lnTo>
                  <a:lnTo>
                    <a:pt x="7839" y="13207"/>
                  </a:lnTo>
                  <a:lnTo>
                    <a:pt x="7299" y="13014"/>
                  </a:lnTo>
                  <a:lnTo>
                    <a:pt x="6835" y="12743"/>
                  </a:lnTo>
                  <a:lnTo>
                    <a:pt x="6990" y="12589"/>
                  </a:lnTo>
                  <a:lnTo>
                    <a:pt x="7144" y="12512"/>
                  </a:lnTo>
                  <a:lnTo>
                    <a:pt x="7337" y="12473"/>
                  </a:lnTo>
                  <a:close/>
                  <a:moveTo>
                    <a:pt x="8843" y="12628"/>
                  </a:moveTo>
                  <a:lnTo>
                    <a:pt x="8921" y="12666"/>
                  </a:lnTo>
                  <a:lnTo>
                    <a:pt x="9075" y="12743"/>
                  </a:lnTo>
                  <a:lnTo>
                    <a:pt x="9191" y="12936"/>
                  </a:lnTo>
                  <a:lnTo>
                    <a:pt x="9230" y="13130"/>
                  </a:lnTo>
                  <a:lnTo>
                    <a:pt x="9230" y="13207"/>
                  </a:lnTo>
                  <a:lnTo>
                    <a:pt x="9036" y="13245"/>
                  </a:lnTo>
                  <a:lnTo>
                    <a:pt x="8805" y="13284"/>
                  </a:lnTo>
                  <a:lnTo>
                    <a:pt x="8303" y="13284"/>
                  </a:lnTo>
                  <a:lnTo>
                    <a:pt x="8303" y="13207"/>
                  </a:lnTo>
                  <a:lnTo>
                    <a:pt x="8303" y="13014"/>
                  </a:lnTo>
                  <a:lnTo>
                    <a:pt x="8419" y="12821"/>
                  </a:lnTo>
                  <a:lnTo>
                    <a:pt x="8534" y="12666"/>
                  </a:lnTo>
                  <a:lnTo>
                    <a:pt x="8650" y="12628"/>
                  </a:lnTo>
                  <a:close/>
                  <a:moveTo>
                    <a:pt x="22861" y="0"/>
                  </a:moveTo>
                  <a:lnTo>
                    <a:pt x="22822" y="78"/>
                  </a:lnTo>
                  <a:lnTo>
                    <a:pt x="22745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783" y="387"/>
                  </a:lnTo>
                  <a:lnTo>
                    <a:pt x="22822" y="387"/>
                  </a:lnTo>
                  <a:lnTo>
                    <a:pt x="22861" y="464"/>
                  </a:lnTo>
                  <a:lnTo>
                    <a:pt x="23015" y="618"/>
                  </a:lnTo>
                  <a:lnTo>
                    <a:pt x="22899" y="773"/>
                  </a:lnTo>
                  <a:lnTo>
                    <a:pt x="22783" y="927"/>
                  </a:lnTo>
                  <a:lnTo>
                    <a:pt x="22668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22" y="2240"/>
                  </a:lnTo>
                  <a:lnTo>
                    <a:pt x="23015" y="2395"/>
                  </a:lnTo>
                  <a:lnTo>
                    <a:pt x="23247" y="2472"/>
                  </a:lnTo>
                  <a:lnTo>
                    <a:pt x="23478" y="2510"/>
                  </a:lnTo>
                  <a:lnTo>
                    <a:pt x="23401" y="2704"/>
                  </a:lnTo>
                  <a:lnTo>
                    <a:pt x="23363" y="2897"/>
                  </a:lnTo>
                  <a:lnTo>
                    <a:pt x="23324" y="3090"/>
                  </a:lnTo>
                  <a:lnTo>
                    <a:pt x="23324" y="3244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862"/>
                  </a:lnTo>
                  <a:lnTo>
                    <a:pt x="23942" y="4016"/>
                  </a:lnTo>
                  <a:lnTo>
                    <a:pt x="23710" y="4209"/>
                  </a:lnTo>
                  <a:lnTo>
                    <a:pt x="23556" y="4480"/>
                  </a:lnTo>
                  <a:lnTo>
                    <a:pt x="23440" y="4750"/>
                  </a:lnTo>
                  <a:lnTo>
                    <a:pt x="23440" y="4866"/>
                  </a:lnTo>
                  <a:lnTo>
                    <a:pt x="23440" y="5020"/>
                  </a:lnTo>
                  <a:lnTo>
                    <a:pt x="23478" y="5252"/>
                  </a:lnTo>
                  <a:lnTo>
                    <a:pt x="23633" y="5484"/>
                  </a:lnTo>
                  <a:lnTo>
                    <a:pt x="23401" y="5484"/>
                  </a:lnTo>
                  <a:lnTo>
                    <a:pt x="23170" y="5561"/>
                  </a:lnTo>
                  <a:lnTo>
                    <a:pt x="22938" y="5677"/>
                  </a:lnTo>
                  <a:lnTo>
                    <a:pt x="22783" y="5870"/>
                  </a:lnTo>
                  <a:lnTo>
                    <a:pt x="22668" y="6102"/>
                  </a:lnTo>
                  <a:lnTo>
                    <a:pt x="22629" y="6333"/>
                  </a:lnTo>
                  <a:lnTo>
                    <a:pt x="22474" y="6256"/>
                  </a:lnTo>
                  <a:lnTo>
                    <a:pt x="22320" y="6217"/>
                  </a:lnTo>
                  <a:lnTo>
                    <a:pt x="21972" y="6217"/>
                  </a:lnTo>
                  <a:lnTo>
                    <a:pt x="21741" y="6256"/>
                  </a:lnTo>
                  <a:lnTo>
                    <a:pt x="21509" y="6411"/>
                  </a:lnTo>
                  <a:lnTo>
                    <a:pt x="21316" y="6565"/>
                  </a:lnTo>
                  <a:lnTo>
                    <a:pt x="21200" y="6758"/>
                  </a:lnTo>
                  <a:lnTo>
                    <a:pt x="21084" y="6449"/>
                  </a:lnTo>
                  <a:lnTo>
                    <a:pt x="20930" y="6140"/>
                  </a:lnTo>
                  <a:lnTo>
                    <a:pt x="20853" y="5986"/>
                  </a:lnTo>
                  <a:lnTo>
                    <a:pt x="20698" y="5870"/>
                  </a:lnTo>
                  <a:lnTo>
                    <a:pt x="20582" y="5793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42" y="5793"/>
                  </a:lnTo>
                  <a:lnTo>
                    <a:pt x="19887" y="5831"/>
                  </a:lnTo>
                  <a:lnTo>
                    <a:pt x="19733" y="5947"/>
                  </a:lnTo>
                  <a:lnTo>
                    <a:pt x="19694" y="5715"/>
                  </a:lnTo>
                  <a:lnTo>
                    <a:pt x="19617" y="5484"/>
                  </a:lnTo>
                  <a:lnTo>
                    <a:pt x="19462" y="5291"/>
                  </a:lnTo>
                  <a:lnTo>
                    <a:pt x="19347" y="5213"/>
                  </a:lnTo>
                  <a:lnTo>
                    <a:pt x="19231" y="5175"/>
                  </a:lnTo>
                  <a:lnTo>
                    <a:pt x="19038" y="5136"/>
                  </a:lnTo>
                  <a:lnTo>
                    <a:pt x="18806" y="5175"/>
                  </a:lnTo>
                  <a:lnTo>
                    <a:pt x="18613" y="5252"/>
                  </a:lnTo>
                  <a:lnTo>
                    <a:pt x="18458" y="5407"/>
                  </a:lnTo>
                  <a:lnTo>
                    <a:pt x="18458" y="5252"/>
                  </a:lnTo>
                  <a:lnTo>
                    <a:pt x="18420" y="5098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2" y="4634"/>
                  </a:lnTo>
                  <a:lnTo>
                    <a:pt x="17957" y="4557"/>
                  </a:lnTo>
                  <a:lnTo>
                    <a:pt x="17802" y="4518"/>
                  </a:lnTo>
                  <a:lnTo>
                    <a:pt x="17493" y="4518"/>
                  </a:lnTo>
                  <a:lnTo>
                    <a:pt x="17377" y="4557"/>
                  </a:lnTo>
                  <a:lnTo>
                    <a:pt x="17223" y="4634"/>
                  </a:lnTo>
                  <a:lnTo>
                    <a:pt x="17107" y="4711"/>
                  </a:lnTo>
                  <a:lnTo>
                    <a:pt x="17030" y="4827"/>
                  </a:lnTo>
                  <a:lnTo>
                    <a:pt x="16875" y="5059"/>
                  </a:lnTo>
                  <a:lnTo>
                    <a:pt x="16759" y="4905"/>
                  </a:lnTo>
                  <a:lnTo>
                    <a:pt x="16605" y="4789"/>
                  </a:lnTo>
                  <a:lnTo>
                    <a:pt x="16451" y="4673"/>
                  </a:lnTo>
                  <a:lnTo>
                    <a:pt x="16257" y="4634"/>
                  </a:lnTo>
                  <a:lnTo>
                    <a:pt x="16103" y="4634"/>
                  </a:lnTo>
                  <a:lnTo>
                    <a:pt x="15910" y="4673"/>
                  </a:lnTo>
                  <a:lnTo>
                    <a:pt x="15755" y="4750"/>
                  </a:lnTo>
                  <a:lnTo>
                    <a:pt x="15640" y="4827"/>
                  </a:lnTo>
                  <a:lnTo>
                    <a:pt x="15524" y="4982"/>
                  </a:lnTo>
                  <a:lnTo>
                    <a:pt x="15447" y="5136"/>
                  </a:lnTo>
                  <a:lnTo>
                    <a:pt x="15408" y="5291"/>
                  </a:lnTo>
                  <a:lnTo>
                    <a:pt x="15374" y="5460"/>
                  </a:lnTo>
                  <a:lnTo>
                    <a:pt x="15331" y="5329"/>
                  </a:lnTo>
                  <a:lnTo>
                    <a:pt x="15176" y="5175"/>
                  </a:lnTo>
                  <a:lnTo>
                    <a:pt x="15022" y="5059"/>
                  </a:lnTo>
                  <a:lnTo>
                    <a:pt x="14829" y="4982"/>
                  </a:lnTo>
                  <a:lnTo>
                    <a:pt x="14597" y="4943"/>
                  </a:lnTo>
                  <a:lnTo>
                    <a:pt x="14404" y="4943"/>
                  </a:lnTo>
                  <a:lnTo>
                    <a:pt x="14249" y="5020"/>
                  </a:lnTo>
                  <a:lnTo>
                    <a:pt x="14134" y="5098"/>
                  </a:lnTo>
                  <a:lnTo>
                    <a:pt x="14018" y="5175"/>
                  </a:lnTo>
                  <a:lnTo>
                    <a:pt x="13941" y="5291"/>
                  </a:lnTo>
                  <a:lnTo>
                    <a:pt x="13825" y="5522"/>
                  </a:lnTo>
                  <a:lnTo>
                    <a:pt x="13747" y="5831"/>
                  </a:lnTo>
                  <a:lnTo>
                    <a:pt x="13593" y="5754"/>
                  </a:lnTo>
                  <a:lnTo>
                    <a:pt x="13361" y="5677"/>
                  </a:lnTo>
                  <a:lnTo>
                    <a:pt x="13130" y="5677"/>
                  </a:lnTo>
                  <a:lnTo>
                    <a:pt x="12937" y="5715"/>
                  </a:lnTo>
                  <a:lnTo>
                    <a:pt x="12705" y="5831"/>
                  </a:lnTo>
                  <a:lnTo>
                    <a:pt x="12589" y="5947"/>
                  </a:lnTo>
                  <a:lnTo>
                    <a:pt x="12473" y="6063"/>
                  </a:lnTo>
                  <a:lnTo>
                    <a:pt x="12396" y="6217"/>
                  </a:lnTo>
                  <a:lnTo>
                    <a:pt x="12357" y="6333"/>
                  </a:lnTo>
                  <a:lnTo>
                    <a:pt x="12319" y="6526"/>
                  </a:lnTo>
                  <a:lnTo>
                    <a:pt x="12319" y="6681"/>
                  </a:lnTo>
                  <a:lnTo>
                    <a:pt x="12357" y="6835"/>
                  </a:lnTo>
                  <a:lnTo>
                    <a:pt x="12396" y="6990"/>
                  </a:lnTo>
                  <a:lnTo>
                    <a:pt x="12126" y="7028"/>
                  </a:lnTo>
                  <a:lnTo>
                    <a:pt x="11894" y="7106"/>
                  </a:lnTo>
                  <a:lnTo>
                    <a:pt x="11662" y="7221"/>
                  </a:lnTo>
                  <a:lnTo>
                    <a:pt x="11469" y="7376"/>
                  </a:lnTo>
                  <a:lnTo>
                    <a:pt x="11392" y="7530"/>
                  </a:lnTo>
                  <a:lnTo>
                    <a:pt x="11315" y="7685"/>
                  </a:lnTo>
                  <a:lnTo>
                    <a:pt x="11276" y="7839"/>
                  </a:lnTo>
                  <a:lnTo>
                    <a:pt x="11276" y="7994"/>
                  </a:lnTo>
                  <a:lnTo>
                    <a:pt x="11276" y="8148"/>
                  </a:lnTo>
                  <a:lnTo>
                    <a:pt x="11315" y="8303"/>
                  </a:lnTo>
                  <a:lnTo>
                    <a:pt x="11392" y="8457"/>
                  </a:lnTo>
                  <a:lnTo>
                    <a:pt x="11469" y="8573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20" y="9229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02"/>
                  </a:lnTo>
                  <a:lnTo>
                    <a:pt x="10851" y="10233"/>
                  </a:lnTo>
                  <a:lnTo>
                    <a:pt x="10620" y="10272"/>
                  </a:lnTo>
                  <a:lnTo>
                    <a:pt x="10388" y="10388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40" y="11006"/>
                  </a:lnTo>
                  <a:lnTo>
                    <a:pt x="10040" y="11237"/>
                  </a:lnTo>
                  <a:lnTo>
                    <a:pt x="10079" y="11469"/>
                  </a:lnTo>
                  <a:lnTo>
                    <a:pt x="10156" y="11701"/>
                  </a:lnTo>
                  <a:lnTo>
                    <a:pt x="9925" y="11739"/>
                  </a:lnTo>
                  <a:lnTo>
                    <a:pt x="9693" y="11817"/>
                  </a:lnTo>
                  <a:lnTo>
                    <a:pt x="9500" y="11971"/>
                  </a:lnTo>
                  <a:lnTo>
                    <a:pt x="9423" y="12087"/>
                  </a:lnTo>
                  <a:lnTo>
                    <a:pt x="9345" y="12203"/>
                  </a:lnTo>
                  <a:lnTo>
                    <a:pt x="9307" y="12319"/>
                  </a:lnTo>
                  <a:lnTo>
                    <a:pt x="9307" y="12473"/>
                  </a:lnTo>
                  <a:lnTo>
                    <a:pt x="9152" y="12357"/>
                  </a:lnTo>
                  <a:lnTo>
                    <a:pt x="9036" y="12319"/>
                  </a:lnTo>
                  <a:lnTo>
                    <a:pt x="8882" y="12280"/>
                  </a:lnTo>
                  <a:lnTo>
                    <a:pt x="8689" y="12280"/>
                  </a:lnTo>
                  <a:lnTo>
                    <a:pt x="8534" y="12319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48" y="12705"/>
                  </a:lnTo>
                  <a:lnTo>
                    <a:pt x="8071" y="12550"/>
                  </a:lnTo>
                  <a:lnTo>
                    <a:pt x="7994" y="12434"/>
                  </a:lnTo>
                  <a:lnTo>
                    <a:pt x="7839" y="12319"/>
                  </a:lnTo>
                  <a:lnTo>
                    <a:pt x="7724" y="12241"/>
                  </a:lnTo>
                  <a:lnTo>
                    <a:pt x="7453" y="12164"/>
                  </a:lnTo>
                  <a:lnTo>
                    <a:pt x="7222" y="12164"/>
                  </a:lnTo>
                  <a:lnTo>
                    <a:pt x="6990" y="12241"/>
                  </a:lnTo>
                  <a:lnTo>
                    <a:pt x="6758" y="12396"/>
                  </a:lnTo>
                  <a:lnTo>
                    <a:pt x="6758" y="12048"/>
                  </a:lnTo>
                  <a:lnTo>
                    <a:pt x="6720" y="11855"/>
                  </a:lnTo>
                  <a:lnTo>
                    <a:pt x="6681" y="11701"/>
                  </a:lnTo>
                  <a:lnTo>
                    <a:pt x="6604" y="11546"/>
                  </a:lnTo>
                  <a:lnTo>
                    <a:pt x="6488" y="11392"/>
                  </a:lnTo>
                  <a:lnTo>
                    <a:pt x="6372" y="11276"/>
                  </a:lnTo>
                  <a:lnTo>
                    <a:pt x="6218" y="11199"/>
                  </a:lnTo>
                  <a:lnTo>
                    <a:pt x="6063" y="11160"/>
                  </a:lnTo>
                  <a:lnTo>
                    <a:pt x="5870" y="11122"/>
                  </a:lnTo>
                  <a:lnTo>
                    <a:pt x="5677" y="11160"/>
                  </a:lnTo>
                  <a:lnTo>
                    <a:pt x="5523" y="11199"/>
                  </a:lnTo>
                  <a:lnTo>
                    <a:pt x="5523" y="10967"/>
                  </a:lnTo>
                  <a:lnTo>
                    <a:pt x="5445" y="10697"/>
                  </a:lnTo>
                  <a:lnTo>
                    <a:pt x="5291" y="10504"/>
                  </a:lnTo>
                  <a:lnTo>
                    <a:pt x="5214" y="10426"/>
                  </a:lnTo>
                  <a:lnTo>
                    <a:pt x="5098" y="10349"/>
                  </a:lnTo>
                  <a:lnTo>
                    <a:pt x="4943" y="10311"/>
                  </a:lnTo>
                  <a:lnTo>
                    <a:pt x="4673" y="10311"/>
                  </a:lnTo>
                  <a:lnTo>
                    <a:pt x="4519" y="10349"/>
                  </a:lnTo>
                  <a:lnTo>
                    <a:pt x="4519" y="10156"/>
                  </a:lnTo>
                  <a:lnTo>
                    <a:pt x="4480" y="9924"/>
                  </a:lnTo>
                  <a:lnTo>
                    <a:pt x="4364" y="9731"/>
                  </a:lnTo>
                  <a:lnTo>
                    <a:pt x="4210" y="9577"/>
                  </a:lnTo>
                  <a:lnTo>
                    <a:pt x="4055" y="9500"/>
                  </a:lnTo>
                  <a:lnTo>
                    <a:pt x="3901" y="9422"/>
                  </a:lnTo>
                  <a:lnTo>
                    <a:pt x="3553" y="9422"/>
                  </a:lnTo>
                  <a:lnTo>
                    <a:pt x="3399" y="9461"/>
                  </a:lnTo>
                  <a:lnTo>
                    <a:pt x="3244" y="9538"/>
                  </a:lnTo>
                  <a:lnTo>
                    <a:pt x="3128" y="9616"/>
                  </a:lnTo>
                  <a:lnTo>
                    <a:pt x="2974" y="9731"/>
                  </a:lnTo>
                  <a:lnTo>
                    <a:pt x="2974" y="9616"/>
                  </a:lnTo>
                  <a:lnTo>
                    <a:pt x="2897" y="9422"/>
                  </a:lnTo>
                  <a:lnTo>
                    <a:pt x="2742" y="9268"/>
                  </a:lnTo>
                  <a:lnTo>
                    <a:pt x="2588" y="9114"/>
                  </a:lnTo>
                  <a:lnTo>
                    <a:pt x="2433" y="9036"/>
                  </a:lnTo>
                  <a:lnTo>
                    <a:pt x="2202" y="8998"/>
                  </a:lnTo>
                  <a:lnTo>
                    <a:pt x="2009" y="8998"/>
                  </a:lnTo>
                  <a:lnTo>
                    <a:pt x="1815" y="9075"/>
                  </a:lnTo>
                  <a:lnTo>
                    <a:pt x="1661" y="9191"/>
                  </a:lnTo>
                  <a:lnTo>
                    <a:pt x="1545" y="9345"/>
                  </a:lnTo>
                  <a:lnTo>
                    <a:pt x="1429" y="9500"/>
                  </a:lnTo>
                  <a:lnTo>
                    <a:pt x="1352" y="9693"/>
                  </a:lnTo>
                  <a:lnTo>
                    <a:pt x="1352" y="9886"/>
                  </a:lnTo>
                  <a:lnTo>
                    <a:pt x="1120" y="9963"/>
                  </a:lnTo>
                  <a:lnTo>
                    <a:pt x="889" y="10040"/>
                  </a:lnTo>
                  <a:lnTo>
                    <a:pt x="696" y="10156"/>
                  </a:lnTo>
                  <a:lnTo>
                    <a:pt x="503" y="10311"/>
                  </a:lnTo>
                  <a:lnTo>
                    <a:pt x="348" y="10426"/>
                  </a:lnTo>
                  <a:lnTo>
                    <a:pt x="232" y="10581"/>
                  </a:lnTo>
                  <a:lnTo>
                    <a:pt x="78" y="10890"/>
                  </a:lnTo>
                  <a:lnTo>
                    <a:pt x="1" y="11199"/>
                  </a:lnTo>
                  <a:lnTo>
                    <a:pt x="1" y="11546"/>
                  </a:lnTo>
                  <a:lnTo>
                    <a:pt x="39" y="11894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8" y="12782"/>
                  </a:lnTo>
                  <a:lnTo>
                    <a:pt x="773" y="12898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13" y="13130"/>
                  </a:lnTo>
                  <a:lnTo>
                    <a:pt x="1700" y="13168"/>
                  </a:lnTo>
                  <a:lnTo>
                    <a:pt x="2086" y="13091"/>
                  </a:lnTo>
                  <a:lnTo>
                    <a:pt x="2472" y="12975"/>
                  </a:lnTo>
                  <a:lnTo>
                    <a:pt x="2781" y="12782"/>
                  </a:lnTo>
                  <a:lnTo>
                    <a:pt x="3090" y="12512"/>
                  </a:lnTo>
                  <a:lnTo>
                    <a:pt x="3360" y="12241"/>
                  </a:lnTo>
                  <a:lnTo>
                    <a:pt x="3592" y="12010"/>
                  </a:lnTo>
                  <a:lnTo>
                    <a:pt x="3515" y="11932"/>
                  </a:lnTo>
                  <a:lnTo>
                    <a:pt x="3515" y="11817"/>
                  </a:lnTo>
                  <a:lnTo>
                    <a:pt x="3437" y="11739"/>
                  </a:lnTo>
                  <a:lnTo>
                    <a:pt x="3321" y="11739"/>
                  </a:lnTo>
                  <a:lnTo>
                    <a:pt x="3283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19" y="12241"/>
                  </a:lnTo>
                  <a:lnTo>
                    <a:pt x="2588" y="12434"/>
                  </a:lnTo>
                  <a:lnTo>
                    <a:pt x="2317" y="12550"/>
                  </a:lnTo>
                  <a:lnTo>
                    <a:pt x="2009" y="12666"/>
                  </a:lnTo>
                  <a:lnTo>
                    <a:pt x="1738" y="12705"/>
                  </a:lnTo>
                  <a:lnTo>
                    <a:pt x="1429" y="12666"/>
                  </a:lnTo>
                  <a:lnTo>
                    <a:pt x="1120" y="12550"/>
                  </a:lnTo>
                  <a:lnTo>
                    <a:pt x="966" y="12434"/>
                  </a:lnTo>
                  <a:lnTo>
                    <a:pt x="812" y="12319"/>
                  </a:lnTo>
                  <a:lnTo>
                    <a:pt x="696" y="12203"/>
                  </a:lnTo>
                  <a:lnTo>
                    <a:pt x="580" y="12048"/>
                  </a:lnTo>
                  <a:lnTo>
                    <a:pt x="541" y="11855"/>
                  </a:lnTo>
                  <a:lnTo>
                    <a:pt x="503" y="11701"/>
                  </a:lnTo>
                  <a:lnTo>
                    <a:pt x="464" y="11546"/>
                  </a:lnTo>
                  <a:lnTo>
                    <a:pt x="464" y="11353"/>
                  </a:lnTo>
                  <a:lnTo>
                    <a:pt x="503" y="11199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35"/>
                  </a:lnTo>
                  <a:lnTo>
                    <a:pt x="889" y="10620"/>
                  </a:lnTo>
                  <a:lnTo>
                    <a:pt x="1043" y="10504"/>
                  </a:lnTo>
                  <a:lnTo>
                    <a:pt x="1236" y="10426"/>
                  </a:lnTo>
                  <a:lnTo>
                    <a:pt x="1429" y="10388"/>
                  </a:lnTo>
                  <a:lnTo>
                    <a:pt x="1700" y="10349"/>
                  </a:lnTo>
                  <a:lnTo>
                    <a:pt x="2279" y="10349"/>
                  </a:lnTo>
                  <a:lnTo>
                    <a:pt x="2588" y="10426"/>
                  </a:lnTo>
                  <a:lnTo>
                    <a:pt x="2858" y="10504"/>
                  </a:lnTo>
                  <a:lnTo>
                    <a:pt x="3128" y="10620"/>
                  </a:lnTo>
                  <a:lnTo>
                    <a:pt x="3630" y="10928"/>
                  </a:lnTo>
                  <a:lnTo>
                    <a:pt x="4132" y="11276"/>
                  </a:lnTo>
                  <a:lnTo>
                    <a:pt x="4634" y="11662"/>
                  </a:lnTo>
                  <a:lnTo>
                    <a:pt x="5523" y="12396"/>
                  </a:lnTo>
                  <a:lnTo>
                    <a:pt x="5870" y="12666"/>
                  </a:lnTo>
                  <a:lnTo>
                    <a:pt x="6256" y="12936"/>
                  </a:lnTo>
                  <a:lnTo>
                    <a:pt x="6681" y="13207"/>
                  </a:lnTo>
                  <a:lnTo>
                    <a:pt x="7106" y="13400"/>
                  </a:lnTo>
                  <a:lnTo>
                    <a:pt x="7530" y="13593"/>
                  </a:lnTo>
                  <a:lnTo>
                    <a:pt x="7994" y="13709"/>
                  </a:lnTo>
                  <a:lnTo>
                    <a:pt x="8419" y="13786"/>
                  </a:lnTo>
                  <a:lnTo>
                    <a:pt x="8921" y="13786"/>
                  </a:lnTo>
                  <a:lnTo>
                    <a:pt x="9345" y="13670"/>
                  </a:lnTo>
                  <a:lnTo>
                    <a:pt x="9693" y="13554"/>
                  </a:lnTo>
                  <a:lnTo>
                    <a:pt x="10040" y="13323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890" y="12473"/>
                  </a:lnTo>
                  <a:lnTo>
                    <a:pt x="11122" y="12087"/>
                  </a:lnTo>
                  <a:lnTo>
                    <a:pt x="11315" y="11739"/>
                  </a:lnTo>
                  <a:lnTo>
                    <a:pt x="11508" y="11199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6" y="9075"/>
                  </a:lnTo>
                  <a:lnTo>
                    <a:pt x="12319" y="8573"/>
                  </a:lnTo>
                  <a:lnTo>
                    <a:pt x="12589" y="8110"/>
                  </a:lnTo>
                  <a:lnTo>
                    <a:pt x="12937" y="7646"/>
                  </a:lnTo>
                  <a:lnTo>
                    <a:pt x="13245" y="7299"/>
                  </a:lnTo>
                  <a:lnTo>
                    <a:pt x="13632" y="6951"/>
                  </a:lnTo>
                  <a:lnTo>
                    <a:pt x="14018" y="6681"/>
                  </a:lnTo>
                  <a:lnTo>
                    <a:pt x="14443" y="6449"/>
                  </a:lnTo>
                  <a:lnTo>
                    <a:pt x="14867" y="6256"/>
                  </a:lnTo>
                  <a:lnTo>
                    <a:pt x="15331" y="6102"/>
                  </a:lnTo>
                  <a:lnTo>
                    <a:pt x="15794" y="5986"/>
                  </a:lnTo>
                  <a:lnTo>
                    <a:pt x="16296" y="5909"/>
                  </a:lnTo>
                  <a:lnTo>
                    <a:pt x="16875" y="5909"/>
                  </a:lnTo>
                  <a:lnTo>
                    <a:pt x="17455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565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2"/>
                  </a:lnTo>
                  <a:lnTo>
                    <a:pt x="21316" y="7608"/>
                  </a:lnTo>
                  <a:lnTo>
                    <a:pt x="21741" y="7723"/>
                  </a:lnTo>
                  <a:lnTo>
                    <a:pt x="22127" y="7762"/>
                  </a:lnTo>
                  <a:lnTo>
                    <a:pt x="22552" y="7723"/>
                  </a:lnTo>
                  <a:lnTo>
                    <a:pt x="22976" y="7646"/>
                  </a:lnTo>
                  <a:lnTo>
                    <a:pt x="23363" y="7492"/>
                  </a:lnTo>
                  <a:lnTo>
                    <a:pt x="23710" y="7260"/>
                  </a:lnTo>
                  <a:lnTo>
                    <a:pt x="24058" y="6990"/>
                  </a:lnTo>
                  <a:lnTo>
                    <a:pt x="24328" y="6642"/>
                  </a:lnTo>
                  <a:lnTo>
                    <a:pt x="24560" y="6295"/>
                  </a:lnTo>
                  <a:lnTo>
                    <a:pt x="24753" y="5909"/>
                  </a:lnTo>
                  <a:lnTo>
                    <a:pt x="24869" y="5484"/>
                  </a:lnTo>
                  <a:lnTo>
                    <a:pt x="24946" y="5059"/>
                  </a:lnTo>
                  <a:lnTo>
                    <a:pt x="24984" y="4634"/>
                  </a:lnTo>
                  <a:lnTo>
                    <a:pt x="24984" y="4171"/>
                  </a:lnTo>
                  <a:lnTo>
                    <a:pt x="24946" y="3707"/>
                  </a:lnTo>
                  <a:lnTo>
                    <a:pt x="24869" y="3283"/>
                  </a:lnTo>
                  <a:lnTo>
                    <a:pt x="24753" y="2819"/>
                  </a:lnTo>
                  <a:lnTo>
                    <a:pt x="24637" y="2395"/>
                  </a:lnTo>
                  <a:lnTo>
                    <a:pt x="24444" y="1970"/>
                  </a:lnTo>
                  <a:lnTo>
                    <a:pt x="24251" y="1545"/>
                  </a:lnTo>
                  <a:lnTo>
                    <a:pt x="24019" y="1159"/>
                  </a:lnTo>
                  <a:lnTo>
                    <a:pt x="23787" y="811"/>
                  </a:lnTo>
                  <a:lnTo>
                    <a:pt x="23942" y="348"/>
                  </a:lnTo>
                  <a:lnTo>
                    <a:pt x="23556" y="232"/>
                  </a:lnTo>
                  <a:lnTo>
                    <a:pt x="23170" y="78"/>
                  </a:lnTo>
                  <a:lnTo>
                    <a:pt x="23131" y="39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7" name="Google Shape;5647;p22"/>
            <p:cNvSpPr/>
            <p:nvPr/>
          </p:nvSpPr>
          <p:spPr>
            <a:xfrm>
              <a:off x="5955050" y="3275975"/>
              <a:ext cx="152550" cy="277075"/>
            </a:xfrm>
            <a:custGeom>
              <a:avLst/>
              <a:gdLst/>
              <a:ahLst/>
              <a:cxnLst/>
              <a:rect l="l" t="t" r="r" b="b"/>
              <a:pathLst>
                <a:path w="6102" h="11083" extrusionOk="0">
                  <a:moveTo>
                    <a:pt x="3553" y="0"/>
                  </a:moveTo>
                  <a:lnTo>
                    <a:pt x="3398" y="463"/>
                  </a:lnTo>
                  <a:lnTo>
                    <a:pt x="3746" y="656"/>
                  </a:lnTo>
                  <a:lnTo>
                    <a:pt x="4093" y="888"/>
                  </a:lnTo>
                  <a:lnTo>
                    <a:pt x="4364" y="1158"/>
                  </a:lnTo>
                  <a:lnTo>
                    <a:pt x="4634" y="1467"/>
                  </a:lnTo>
                  <a:lnTo>
                    <a:pt x="4866" y="1776"/>
                  </a:lnTo>
                  <a:lnTo>
                    <a:pt x="5059" y="2124"/>
                  </a:lnTo>
                  <a:lnTo>
                    <a:pt x="5213" y="2471"/>
                  </a:lnTo>
                  <a:lnTo>
                    <a:pt x="5368" y="2819"/>
                  </a:lnTo>
                  <a:lnTo>
                    <a:pt x="5445" y="3205"/>
                  </a:lnTo>
                  <a:lnTo>
                    <a:pt x="5522" y="3630"/>
                  </a:lnTo>
                  <a:lnTo>
                    <a:pt x="5561" y="4016"/>
                  </a:lnTo>
                  <a:lnTo>
                    <a:pt x="5561" y="4441"/>
                  </a:lnTo>
                  <a:lnTo>
                    <a:pt x="5561" y="4827"/>
                  </a:lnTo>
                  <a:lnTo>
                    <a:pt x="5522" y="5252"/>
                  </a:lnTo>
                  <a:lnTo>
                    <a:pt x="5406" y="5638"/>
                  </a:lnTo>
                  <a:lnTo>
                    <a:pt x="5290" y="6024"/>
                  </a:lnTo>
                  <a:lnTo>
                    <a:pt x="5136" y="6449"/>
                  </a:lnTo>
                  <a:lnTo>
                    <a:pt x="4943" y="6873"/>
                  </a:lnTo>
                  <a:lnTo>
                    <a:pt x="4711" y="7298"/>
                  </a:lnTo>
                  <a:lnTo>
                    <a:pt x="4480" y="7684"/>
                  </a:lnTo>
                  <a:lnTo>
                    <a:pt x="4209" y="8070"/>
                  </a:lnTo>
                  <a:lnTo>
                    <a:pt x="3900" y="8418"/>
                  </a:lnTo>
                  <a:lnTo>
                    <a:pt x="3591" y="8727"/>
                  </a:lnTo>
                  <a:lnTo>
                    <a:pt x="3244" y="9036"/>
                  </a:lnTo>
                  <a:lnTo>
                    <a:pt x="2896" y="9345"/>
                  </a:lnTo>
                  <a:lnTo>
                    <a:pt x="2549" y="9615"/>
                  </a:lnTo>
                  <a:lnTo>
                    <a:pt x="2124" y="9847"/>
                  </a:lnTo>
                  <a:lnTo>
                    <a:pt x="1738" y="10078"/>
                  </a:lnTo>
                  <a:lnTo>
                    <a:pt x="1313" y="10272"/>
                  </a:lnTo>
                  <a:lnTo>
                    <a:pt x="888" y="10426"/>
                  </a:lnTo>
                  <a:lnTo>
                    <a:pt x="464" y="10542"/>
                  </a:lnTo>
                  <a:lnTo>
                    <a:pt x="0" y="10658"/>
                  </a:lnTo>
                  <a:lnTo>
                    <a:pt x="77" y="11082"/>
                  </a:lnTo>
                  <a:lnTo>
                    <a:pt x="579" y="10967"/>
                  </a:lnTo>
                  <a:lnTo>
                    <a:pt x="1081" y="10851"/>
                  </a:lnTo>
                  <a:lnTo>
                    <a:pt x="1583" y="10696"/>
                  </a:lnTo>
                  <a:lnTo>
                    <a:pt x="2047" y="10465"/>
                  </a:lnTo>
                  <a:lnTo>
                    <a:pt x="2510" y="10233"/>
                  </a:lnTo>
                  <a:lnTo>
                    <a:pt x="2935" y="9963"/>
                  </a:lnTo>
                  <a:lnTo>
                    <a:pt x="3360" y="9654"/>
                  </a:lnTo>
                  <a:lnTo>
                    <a:pt x="3784" y="9306"/>
                  </a:lnTo>
                  <a:lnTo>
                    <a:pt x="4132" y="8959"/>
                  </a:lnTo>
                  <a:lnTo>
                    <a:pt x="4480" y="8572"/>
                  </a:lnTo>
                  <a:lnTo>
                    <a:pt x="4788" y="8148"/>
                  </a:lnTo>
                  <a:lnTo>
                    <a:pt x="5097" y="7723"/>
                  </a:lnTo>
                  <a:lnTo>
                    <a:pt x="5329" y="7260"/>
                  </a:lnTo>
                  <a:lnTo>
                    <a:pt x="5561" y="6796"/>
                  </a:lnTo>
                  <a:lnTo>
                    <a:pt x="5754" y="6294"/>
                  </a:lnTo>
                  <a:lnTo>
                    <a:pt x="5908" y="5792"/>
                  </a:lnTo>
                  <a:lnTo>
                    <a:pt x="5986" y="5367"/>
                  </a:lnTo>
                  <a:lnTo>
                    <a:pt x="6063" y="4943"/>
                  </a:lnTo>
                  <a:lnTo>
                    <a:pt x="6101" y="4518"/>
                  </a:lnTo>
                  <a:lnTo>
                    <a:pt x="6063" y="4093"/>
                  </a:lnTo>
                  <a:lnTo>
                    <a:pt x="6024" y="3668"/>
                  </a:lnTo>
                  <a:lnTo>
                    <a:pt x="5986" y="3244"/>
                  </a:lnTo>
                  <a:lnTo>
                    <a:pt x="5870" y="2858"/>
                  </a:lnTo>
                  <a:lnTo>
                    <a:pt x="5715" y="2433"/>
                  </a:lnTo>
                  <a:lnTo>
                    <a:pt x="5561" y="2047"/>
                  </a:lnTo>
                  <a:lnTo>
                    <a:pt x="5368" y="1699"/>
                  </a:lnTo>
                  <a:lnTo>
                    <a:pt x="5136" y="1352"/>
                  </a:lnTo>
                  <a:lnTo>
                    <a:pt x="4866" y="1043"/>
                  </a:lnTo>
                  <a:lnTo>
                    <a:pt x="4595" y="734"/>
                  </a:lnTo>
                  <a:lnTo>
                    <a:pt x="4286" y="463"/>
                  </a:lnTo>
                  <a:lnTo>
                    <a:pt x="3939" y="232"/>
                  </a:lnTo>
                  <a:lnTo>
                    <a:pt x="355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8" name="Google Shape;5648;p22"/>
            <p:cNvSpPr/>
            <p:nvPr/>
          </p:nvSpPr>
          <p:spPr>
            <a:xfrm>
              <a:off x="369400" y="3292375"/>
              <a:ext cx="35750" cy="31875"/>
            </a:xfrm>
            <a:custGeom>
              <a:avLst/>
              <a:gdLst/>
              <a:ahLst/>
              <a:cxnLst/>
              <a:rect l="l" t="t" r="r" b="b"/>
              <a:pathLst>
                <a:path w="1430" h="1275" extrusionOk="0">
                  <a:moveTo>
                    <a:pt x="618" y="0"/>
                  </a:moveTo>
                  <a:lnTo>
                    <a:pt x="425" y="39"/>
                  </a:lnTo>
                  <a:lnTo>
                    <a:pt x="271" y="116"/>
                  </a:lnTo>
                  <a:lnTo>
                    <a:pt x="116" y="271"/>
                  </a:lnTo>
                  <a:lnTo>
                    <a:pt x="39" y="464"/>
                  </a:lnTo>
                  <a:lnTo>
                    <a:pt x="1" y="657"/>
                  </a:lnTo>
                  <a:lnTo>
                    <a:pt x="39" y="850"/>
                  </a:lnTo>
                  <a:lnTo>
                    <a:pt x="116" y="1004"/>
                  </a:lnTo>
                  <a:lnTo>
                    <a:pt x="271" y="1159"/>
                  </a:lnTo>
                  <a:lnTo>
                    <a:pt x="425" y="1236"/>
                  </a:lnTo>
                  <a:lnTo>
                    <a:pt x="618" y="1275"/>
                  </a:lnTo>
                  <a:lnTo>
                    <a:pt x="812" y="1236"/>
                  </a:lnTo>
                  <a:lnTo>
                    <a:pt x="850" y="1198"/>
                  </a:lnTo>
                  <a:lnTo>
                    <a:pt x="889" y="1120"/>
                  </a:lnTo>
                  <a:lnTo>
                    <a:pt x="812" y="1043"/>
                  </a:lnTo>
                  <a:lnTo>
                    <a:pt x="734" y="1004"/>
                  </a:lnTo>
                  <a:lnTo>
                    <a:pt x="657" y="1004"/>
                  </a:lnTo>
                  <a:lnTo>
                    <a:pt x="541" y="966"/>
                  </a:lnTo>
                  <a:lnTo>
                    <a:pt x="464" y="889"/>
                  </a:lnTo>
                  <a:lnTo>
                    <a:pt x="425" y="811"/>
                  </a:lnTo>
                  <a:lnTo>
                    <a:pt x="387" y="696"/>
                  </a:lnTo>
                  <a:lnTo>
                    <a:pt x="425" y="618"/>
                  </a:lnTo>
                  <a:lnTo>
                    <a:pt x="464" y="502"/>
                  </a:lnTo>
                  <a:lnTo>
                    <a:pt x="541" y="425"/>
                  </a:lnTo>
                  <a:lnTo>
                    <a:pt x="618" y="387"/>
                  </a:lnTo>
                  <a:lnTo>
                    <a:pt x="812" y="387"/>
                  </a:lnTo>
                  <a:lnTo>
                    <a:pt x="927" y="464"/>
                  </a:lnTo>
                  <a:lnTo>
                    <a:pt x="1082" y="618"/>
                  </a:lnTo>
                  <a:lnTo>
                    <a:pt x="1198" y="657"/>
                  </a:lnTo>
                  <a:lnTo>
                    <a:pt x="1275" y="696"/>
                  </a:lnTo>
                  <a:lnTo>
                    <a:pt x="1352" y="696"/>
                  </a:lnTo>
                  <a:lnTo>
                    <a:pt x="1391" y="657"/>
                  </a:lnTo>
                  <a:lnTo>
                    <a:pt x="1429" y="541"/>
                  </a:lnTo>
                  <a:lnTo>
                    <a:pt x="1391" y="464"/>
                  </a:lnTo>
                  <a:lnTo>
                    <a:pt x="1352" y="348"/>
                  </a:lnTo>
                  <a:lnTo>
                    <a:pt x="1198" y="194"/>
                  </a:lnTo>
                  <a:lnTo>
                    <a:pt x="1005" y="78"/>
                  </a:lnTo>
                  <a:lnTo>
                    <a:pt x="81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9" name="Google Shape;5649;p22"/>
            <p:cNvSpPr/>
            <p:nvPr/>
          </p:nvSpPr>
          <p:spPr>
            <a:xfrm>
              <a:off x="6549700" y="3335825"/>
              <a:ext cx="85000" cy="94625"/>
            </a:xfrm>
            <a:custGeom>
              <a:avLst/>
              <a:gdLst/>
              <a:ahLst/>
              <a:cxnLst/>
              <a:rect l="l" t="t" r="r" b="b"/>
              <a:pathLst>
                <a:path w="3400" h="3785" extrusionOk="0">
                  <a:moveTo>
                    <a:pt x="78" y="0"/>
                  </a:moveTo>
                  <a:lnTo>
                    <a:pt x="1" y="77"/>
                  </a:lnTo>
                  <a:lnTo>
                    <a:pt x="1" y="116"/>
                  </a:lnTo>
                  <a:lnTo>
                    <a:pt x="349" y="888"/>
                  </a:lnTo>
                  <a:lnTo>
                    <a:pt x="812" y="1661"/>
                  </a:lnTo>
                  <a:lnTo>
                    <a:pt x="1275" y="2394"/>
                  </a:lnTo>
                  <a:lnTo>
                    <a:pt x="1739" y="3089"/>
                  </a:lnTo>
                  <a:lnTo>
                    <a:pt x="2009" y="3437"/>
                  </a:lnTo>
                  <a:lnTo>
                    <a:pt x="2202" y="3553"/>
                  </a:lnTo>
                  <a:lnTo>
                    <a:pt x="2395" y="3669"/>
                  </a:lnTo>
                  <a:lnTo>
                    <a:pt x="2588" y="3746"/>
                  </a:lnTo>
                  <a:lnTo>
                    <a:pt x="2781" y="3784"/>
                  </a:lnTo>
                  <a:lnTo>
                    <a:pt x="3013" y="3707"/>
                  </a:lnTo>
                  <a:lnTo>
                    <a:pt x="3206" y="3591"/>
                  </a:lnTo>
                  <a:lnTo>
                    <a:pt x="3322" y="3437"/>
                  </a:lnTo>
                  <a:lnTo>
                    <a:pt x="3399" y="3244"/>
                  </a:lnTo>
                  <a:lnTo>
                    <a:pt x="3399" y="3089"/>
                  </a:lnTo>
                  <a:lnTo>
                    <a:pt x="3399" y="2896"/>
                  </a:lnTo>
                  <a:lnTo>
                    <a:pt x="3360" y="2703"/>
                  </a:lnTo>
                  <a:lnTo>
                    <a:pt x="3283" y="2510"/>
                  </a:lnTo>
                  <a:lnTo>
                    <a:pt x="3129" y="2163"/>
                  </a:lnTo>
                  <a:lnTo>
                    <a:pt x="2936" y="2240"/>
                  </a:lnTo>
                  <a:lnTo>
                    <a:pt x="3052" y="2587"/>
                  </a:lnTo>
                  <a:lnTo>
                    <a:pt x="3090" y="2742"/>
                  </a:lnTo>
                  <a:lnTo>
                    <a:pt x="3129" y="2858"/>
                  </a:lnTo>
                  <a:lnTo>
                    <a:pt x="2897" y="3012"/>
                  </a:lnTo>
                  <a:lnTo>
                    <a:pt x="2665" y="3128"/>
                  </a:lnTo>
                  <a:lnTo>
                    <a:pt x="2511" y="3205"/>
                  </a:lnTo>
                  <a:lnTo>
                    <a:pt x="2318" y="3205"/>
                  </a:lnTo>
                  <a:lnTo>
                    <a:pt x="2202" y="3167"/>
                  </a:lnTo>
                  <a:lnTo>
                    <a:pt x="2048" y="3089"/>
                  </a:lnTo>
                  <a:lnTo>
                    <a:pt x="1932" y="2935"/>
                  </a:lnTo>
                  <a:lnTo>
                    <a:pt x="1855" y="2742"/>
                  </a:lnTo>
                  <a:lnTo>
                    <a:pt x="1700" y="2510"/>
                  </a:lnTo>
                  <a:lnTo>
                    <a:pt x="1082" y="1506"/>
                  </a:lnTo>
                  <a:lnTo>
                    <a:pt x="619" y="772"/>
                  </a:lnTo>
                  <a:lnTo>
                    <a:pt x="387" y="386"/>
                  </a:lnTo>
                  <a:lnTo>
                    <a:pt x="117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0" name="Google Shape;5650;p22"/>
            <p:cNvSpPr/>
            <p:nvPr/>
          </p:nvSpPr>
          <p:spPr>
            <a:xfrm>
              <a:off x="2268300" y="3381200"/>
              <a:ext cx="103300" cy="132275"/>
            </a:xfrm>
            <a:custGeom>
              <a:avLst/>
              <a:gdLst/>
              <a:ahLst/>
              <a:cxnLst/>
              <a:rect l="l" t="t" r="r" b="b"/>
              <a:pathLst>
                <a:path w="4132" h="5291" extrusionOk="0">
                  <a:moveTo>
                    <a:pt x="2278" y="0"/>
                  </a:moveTo>
                  <a:lnTo>
                    <a:pt x="2047" y="39"/>
                  </a:lnTo>
                  <a:lnTo>
                    <a:pt x="1815" y="116"/>
                  </a:lnTo>
                  <a:lnTo>
                    <a:pt x="1429" y="270"/>
                  </a:lnTo>
                  <a:lnTo>
                    <a:pt x="1120" y="463"/>
                  </a:lnTo>
                  <a:lnTo>
                    <a:pt x="850" y="656"/>
                  </a:lnTo>
                  <a:lnTo>
                    <a:pt x="618" y="927"/>
                  </a:lnTo>
                  <a:lnTo>
                    <a:pt x="425" y="1236"/>
                  </a:lnTo>
                  <a:lnTo>
                    <a:pt x="309" y="1545"/>
                  </a:lnTo>
                  <a:lnTo>
                    <a:pt x="193" y="1892"/>
                  </a:lnTo>
                  <a:lnTo>
                    <a:pt x="116" y="2278"/>
                  </a:lnTo>
                  <a:lnTo>
                    <a:pt x="39" y="2664"/>
                  </a:lnTo>
                  <a:lnTo>
                    <a:pt x="0" y="3051"/>
                  </a:lnTo>
                  <a:lnTo>
                    <a:pt x="0" y="3823"/>
                  </a:lnTo>
                  <a:lnTo>
                    <a:pt x="0" y="5290"/>
                  </a:lnTo>
                  <a:lnTo>
                    <a:pt x="425" y="5290"/>
                  </a:lnTo>
                  <a:lnTo>
                    <a:pt x="463" y="4750"/>
                  </a:lnTo>
                  <a:lnTo>
                    <a:pt x="463" y="4209"/>
                  </a:lnTo>
                  <a:lnTo>
                    <a:pt x="463" y="3668"/>
                  </a:lnTo>
                  <a:lnTo>
                    <a:pt x="502" y="3089"/>
                  </a:lnTo>
                  <a:lnTo>
                    <a:pt x="541" y="2549"/>
                  </a:lnTo>
                  <a:lnTo>
                    <a:pt x="695" y="2047"/>
                  </a:lnTo>
                  <a:lnTo>
                    <a:pt x="772" y="1815"/>
                  </a:lnTo>
                  <a:lnTo>
                    <a:pt x="888" y="1583"/>
                  </a:lnTo>
                  <a:lnTo>
                    <a:pt x="1043" y="1352"/>
                  </a:lnTo>
                  <a:lnTo>
                    <a:pt x="1197" y="1120"/>
                  </a:lnTo>
                  <a:lnTo>
                    <a:pt x="1390" y="927"/>
                  </a:lnTo>
                  <a:lnTo>
                    <a:pt x="1622" y="772"/>
                  </a:lnTo>
                  <a:lnTo>
                    <a:pt x="1892" y="656"/>
                  </a:lnTo>
                  <a:lnTo>
                    <a:pt x="2124" y="579"/>
                  </a:lnTo>
                  <a:lnTo>
                    <a:pt x="2433" y="541"/>
                  </a:lnTo>
                  <a:lnTo>
                    <a:pt x="2703" y="541"/>
                  </a:lnTo>
                  <a:lnTo>
                    <a:pt x="2973" y="618"/>
                  </a:lnTo>
                  <a:lnTo>
                    <a:pt x="3205" y="772"/>
                  </a:lnTo>
                  <a:lnTo>
                    <a:pt x="3360" y="965"/>
                  </a:lnTo>
                  <a:lnTo>
                    <a:pt x="3514" y="1158"/>
                  </a:lnTo>
                  <a:lnTo>
                    <a:pt x="3591" y="1390"/>
                  </a:lnTo>
                  <a:lnTo>
                    <a:pt x="3668" y="1660"/>
                  </a:lnTo>
                  <a:lnTo>
                    <a:pt x="4132" y="1583"/>
                  </a:lnTo>
                  <a:lnTo>
                    <a:pt x="4016" y="1197"/>
                  </a:lnTo>
                  <a:lnTo>
                    <a:pt x="3823" y="811"/>
                  </a:lnTo>
                  <a:lnTo>
                    <a:pt x="3630" y="541"/>
                  </a:lnTo>
                  <a:lnTo>
                    <a:pt x="3398" y="270"/>
                  </a:lnTo>
                  <a:lnTo>
                    <a:pt x="3244" y="193"/>
                  </a:lnTo>
                  <a:lnTo>
                    <a:pt x="3089" y="116"/>
                  </a:lnTo>
                  <a:lnTo>
                    <a:pt x="2896" y="39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1" name="Google Shape;5651;p22"/>
            <p:cNvSpPr/>
            <p:nvPr/>
          </p:nvSpPr>
          <p:spPr>
            <a:xfrm>
              <a:off x="2133125" y="3382150"/>
              <a:ext cx="437350" cy="302200"/>
            </a:xfrm>
            <a:custGeom>
              <a:avLst/>
              <a:gdLst/>
              <a:ahLst/>
              <a:cxnLst/>
              <a:rect l="l" t="t" r="r" b="b"/>
              <a:pathLst>
                <a:path w="17494" h="12088" extrusionOk="0">
                  <a:moveTo>
                    <a:pt x="12087" y="541"/>
                  </a:moveTo>
                  <a:lnTo>
                    <a:pt x="12203" y="580"/>
                  </a:lnTo>
                  <a:lnTo>
                    <a:pt x="12319" y="657"/>
                  </a:lnTo>
                  <a:lnTo>
                    <a:pt x="12628" y="889"/>
                  </a:lnTo>
                  <a:lnTo>
                    <a:pt x="12898" y="1159"/>
                  </a:lnTo>
                  <a:lnTo>
                    <a:pt x="13130" y="1507"/>
                  </a:lnTo>
                  <a:lnTo>
                    <a:pt x="13323" y="1893"/>
                  </a:lnTo>
                  <a:lnTo>
                    <a:pt x="13478" y="2279"/>
                  </a:lnTo>
                  <a:lnTo>
                    <a:pt x="13632" y="2665"/>
                  </a:lnTo>
                  <a:lnTo>
                    <a:pt x="13825" y="3476"/>
                  </a:lnTo>
                  <a:lnTo>
                    <a:pt x="13091" y="3013"/>
                  </a:lnTo>
                  <a:lnTo>
                    <a:pt x="12705" y="2781"/>
                  </a:lnTo>
                  <a:lnTo>
                    <a:pt x="12358" y="2511"/>
                  </a:lnTo>
                  <a:lnTo>
                    <a:pt x="12010" y="2124"/>
                  </a:lnTo>
                  <a:lnTo>
                    <a:pt x="11817" y="1931"/>
                  </a:lnTo>
                  <a:lnTo>
                    <a:pt x="11663" y="1738"/>
                  </a:lnTo>
                  <a:lnTo>
                    <a:pt x="11508" y="1429"/>
                  </a:lnTo>
                  <a:lnTo>
                    <a:pt x="11431" y="1082"/>
                  </a:lnTo>
                  <a:lnTo>
                    <a:pt x="11663" y="734"/>
                  </a:lnTo>
                  <a:lnTo>
                    <a:pt x="11779" y="618"/>
                  </a:lnTo>
                  <a:lnTo>
                    <a:pt x="11856" y="541"/>
                  </a:lnTo>
                  <a:close/>
                  <a:moveTo>
                    <a:pt x="16296" y="1622"/>
                  </a:moveTo>
                  <a:lnTo>
                    <a:pt x="16412" y="1661"/>
                  </a:lnTo>
                  <a:lnTo>
                    <a:pt x="16490" y="1738"/>
                  </a:lnTo>
                  <a:lnTo>
                    <a:pt x="16567" y="1854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56"/>
                  </a:lnTo>
                  <a:lnTo>
                    <a:pt x="16605" y="2511"/>
                  </a:lnTo>
                  <a:lnTo>
                    <a:pt x="16528" y="2704"/>
                  </a:lnTo>
                  <a:lnTo>
                    <a:pt x="16412" y="2820"/>
                  </a:lnTo>
                  <a:lnTo>
                    <a:pt x="16296" y="2974"/>
                  </a:lnTo>
                  <a:lnTo>
                    <a:pt x="15949" y="3206"/>
                  </a:lnTo>
                  <a:lnTo>
                    <a:pt x="15563" y="3399"/>
                  </a:lnTo>
                  <a:lnTo>
                    <a:pt x="15138" y="3553"/>
                  </a:lnTo>
                  <a:lnTo>
                    <a:pt x="14713" y="3669"/>
                  </a:lnTo>
                  <a:lnTo>
                    <a:pt x="14366" y="3746"/>
                  </a:lnTo>
                  <a:lnTo>
                    <a:pt x="14482" y="3360"/>
                  </a:lnTo>
                  <a:lnTo>
                    <a:pt x="14636" y="2974"/>
                  </a:lnTo>
                  <a:lnTo>
                    <a:pt x="14829" y="2626"/>
                  </a:lnTo>
                  <a:lnTo>
                    <a:pt x="15099" y="2279"/>
                  </a:lnTo>
                  <a:lnTo>
                    <a:pt x="15408" y="1970"/>
                  </a:lnTo>
                  <a:lnTo>
                    <a:pt x="15640" y="1816"/>
                  </a:lnTo>
                  <a:lnTo>
                    <a:pt x="15872" y="1700"/>
                  </a:lnTo>
                  <a:lnTo>
                    <a:pt x="16103" y="1622"/>
                  </a:lnTo>
                  <a:close/>
                  <a:moveTo>
                    <a:pt x="13864" y="4287"/>
                  </a:moveTo>
                  <a:lnTo>
                    <a:pt x="13671" y="4557"/>
                  </a:lnTo>
                  <a:lnTo>
                    <a:pt x="13478" y="4789"/>
                  </a:lnTo>
                  <a:lnTo>
                    <a:pt x="13246" y="5021"/>
                  </a:lnTo>
                  <a:lnTo>
                    <a:pt x="13014" y="5252"/>
                  </a:lnTo>
                  <a:lnTo>
                    <a:pt x="12667" y="5484"/>
                  </a:lnTo>
                  <a:lnTo>
                    <a:pt x="12165" y="5793"/>
                  </a:lnTo>
                  <a:lnTo>
                    <a:pt x="11894" y="5909"/>
                  </a:lnTo>
                  <a:lnTo>
                    <a:pt x="11624" y="5986"/>
                  </a:lnTo>
                  <a:lnTo>
                    <a:pt x="11392" y="5986"/>
                  </a:lnTo>
                  <a:lnTo>
                    <a:pt x="11199" y="5947"/>
                  </a:lnTo>
                  <a:lnTo>
                    <a:pt x="11045" y="5870"/>
                  </a:lnTo>
                  <a:lnTo>
                    <a:pt x="10968" y="5793"/>
                  </a:lnTo>
                  <a:lnTo>
                    <a:pt x="10929" y="5716"/>
                  </a:lnTo>
                  <a:lnTo>
                    <a:pt x="10890" y="5638"/>
                  </a:lnTo>
                  <a:lnTo>
                    <a:pt x="10890" y="5445"/>
                  </a:lnTo>
                  <a:lnTo>
                    <a:pt x="10968" y="5291"/>
                  </a:lnTo>
                  <a:lnTo>
                    <a:pt x="11122" y="5098"/>
                  </a:lnTo>
                  <a:lnTo>
                    <a:pt x="11277" y="4982"/>
                  </a:lnTo>
                  <a:lnTo>
                    <a:pt x="11547" y="4750"/>
                  </a:lnTo>
                  <a:lnTo>
                    <a:pt x="11817" y="4673"/>
                  </a:lnTo>
                  <a:lnTo>
                    <a:pt x="12087" y="4557"/>
                  </a:lnTo>
                  <a:lnTo>
                    <a:pt x="12628" y="4480"/>
                  </a:lnTo>
                  <a:lnTo>
                    <a:pt x="13246" y="4403"/>
                  </a:lnTo>
                  <a:lnTo>
                    <a:pt x="13555" y="4364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96"/>
                  </a:lnTo>
                  <a:lnTo>
                    <a:pt x="15408" y="4789"/>
                  </a:lnTo>
                  <a:lnTo>
                    <a:pt x="15717" y="4982"/>
                  </a:lnTo>
                  <a:lnTo>
                    <a:pt x="15910" y="5136"/>
                  </a:lnTo>
                  <a:lnTo>
                    <a:pt x="16142" y="5407"/>
                  </a:lnTo>
                  <a:lnTo>
                    <a:pt x="16412" y="5677"/>
                  </a:lnTo>
                  <a:lnTo>
                    <a:pt x="16644" y="6025"/>
                  </a:lnTo>
                  <a:lnTo>
                    <a:pt x="16876" y="6333"/>
                  </a:lnTo>
                  <a:lnTo>
                    <a:pt x="16992" y="6681"/>
                  </a:lnTo>
                  <a:lnTo>
                    <a:pt x="16992" y="6835"/>
                  </a:lnTo>
                  <a:lnTo>
                    <a:pt x="16992" y="6990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374" y="7337"/>
                  </a:lnTo>
                  <a:lnTo>
                    <a:pt x="16142" y="7222"/>
                  </a:lnTo>
                  <a:lnTo>
                    <a:pt x="15872" y="7029"/>
                  </a:lnTo>
                  <a:lnTo>
                    <a:pt x="15601" y="6835"/>
                  </a:lnTo>
                  <a:lnTo>
                    <a:pt x="15370" y="6565"/>
                  </a:lnTo>
                  <a:lnTo>
                    <a:pt x="15061" y="6179"/>
                  </a:lnTo>
                  <a:lnTo>
                    <a:pt x="14829" y="5716"/>
                  </a:lnTo>
                  <a:lnTo>
                    <a:pt x="14636" y="5252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78"/>
                  </a:lnTo>
                  <a:lnTo>
                    <a:pt x="11470" y="116"/>
                  </a:lnTo>
                  <a:lnTo>
                    <a:pt x="11354" y="232"/>
                  </a:lnTo>
                  <a:lnTo>
                    <a:pt x="11161" y="425"/>
                  </a:lnTo>
                  <a:lnTo>
                    <a:pt x="11006" y="618"/>
                  </a:lnTo>
                  <a:lnTo>
                    <a:pt x="10929" y="812"/>
                  </a:lnTo>
                  <a:lnTo>
                    <a:pt x="10929" y="1043"/>
                  </a:lnTo>
                  <a:lnTo>
                    <a:pt x="10929" y="1236"/>
                  </a:lnTo>
                  <a:lnTo>
                    <a:pt x="11006" y="1468"/>
                  </a:lnTo>
                  <a:lnTo>
                    <a:pt x="11083" y="1700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2" y="2742"/>
                  </a:lnTo>
                  <a:lnTo>
                    <a:pt x="12396" y="3090"/>
                  </a:lnTo>
                  <a:lnTo>
                    <a:pt x="12860" y="3437"/>
                  </a:lnTo>
                  <a:lnTo>
                    <a:pt x="12860" y="3437"/>
                  </a:lnTo>
                  <a:lnTo>
                    <a:pt x="12049" y="3322"/>
                  </a:lnTo>
                  <a:lnTo>
                    <a:pt x="11199" y="3283"/>
                  </a:lnTo>
                  <a:lnTo>
                    <a:pt x="10388" y="3360"/>
                  </a:lnTo>
                  <a:lnTo>
                    <a:pt x="9616" y="3476"/>
                  </a:lnTo>
                  <a:lnTo>
                    <a:pt x="9655" y="3013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45"/>
                  </a:lnTo>
                  <a:lnTo>
                    <a:pt x="9075" y="1622"/>
                  </a:lnTo>
                  <a:lnTo>
                    <a:pt x="9153" y="2124"/>
                  </a:lnTo>
                  <a:lnTo>
                    <a:pt x="9153" y="2626"/>
                  </a:lnTo>
                  <a:lnTo>
                    <a:pt x="9153" y="3090"/>
                  </a:lnTo>
                  <a:lnTo>
                    <a:pt x="9075" y="3515"/>
                  </a:lnTo>
                  <a:lnTo>
                    <a:pt x="9075" y="3630"/>
                  </a:lnTo>
                  <a:lnTo>
                    <a:pt x="8226" y="3901"/>
                  </a:lnTo>
                  <a:lnTo>
                    <a:pt x="7415" y="4287"/>
                  </a:lnTo>
                  <a:lnTo>
                    <a:pt x="6604" y="4750"/>
                  </a:lnTo>
                  <a:lnTo>
                    <a:pt x="5832" y="5252"/>
                  </a:lnTo>
                  <a:lnTo>
                    <a:pt x="5407" y="5252"/>
                  </a:lnTo>
                  <a:lnTo>
                    <a:pt x="5407" y="5561"/>
                  </a:lnTo>
                  <a:lnTo>
                    <a:pt x="4596" y="6218"/>
                  </a:lnTo>
                  <a:lnTo>
                    <a:pt x="3824" y="6951"/>
                  </a:lnTo>
                  <a:lnTo>
                    <a:pt x="3090" y="7724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56"/>
                  </a:lnTo>
                  <a:lnTo>
                    <a:pt x="542" y="10967"/>
                  </a:lnTo>
                  <a:lnTo>
                    <a:pt x="1" y="11817"/>
                  </a:lnTo>
                  <a:lnTo>
                    <a:pt x="349" y="12087"/>
                  </a:lnTo>
                  <a:lnTo>
                    <a:pt x="1546" y="10542"/>
                  </a:lnTo>
                  <a:lnTo>
                    <a:pt x="2743" y="8998"/>
                  </a:lnTo>
                  <a:lnTo>
                    <a:pt x="3360" y="8226"/>
                  </a:lnTo>
                  <a:lnTo>
                    <a:pt x="4017" y="7531"/>
                  </a:lnTo>
                  <a:lnTo>
                    <a:pt x="4712" y="6835"/>
                  </a:lnTo>
                  <a:lnTo>
                    <a:pt x="5484" y="6179"/>
                  </a:lnTo>
                  <a:lnTo>
                    <a:pt x="6257" y="5600"/>
                  </a:lnTo>
                  <a:lnTo>
                    <a:pt x="7106" y="5059"/>
                  </a:lnTo>
                  <a:lnTo>
                    <a:pt x="7994" y="4634"/>
                  </a:lnTo>
                  <a:lnTo>
                    <a:pt x="8458" y="4441"/>
                  </a:lnTo>
                  <a:lnTo>
                    <a:pt x="8921" y="4287"/>
                  </a:lnTo>
                  <a:lnTo>
                    <a:pt x="9423" y="4132"/>
                  </a:lnTo>
                  <a:lnTo>
                    <a:pt x="9886" y="4017"/>
                  </a:lnTo>
                  <a:lnTo>
                    <a:pt x="10388" y="3939"/>
                  </a:lnTo>
                  <a:lnTo>
                    <a:pt x="10852" y="3862"/>
                  </a:lnTo>
                  <a:lnTo>
                    <a:pt x="11354" y="3823"/>
                  </a:lnTo>
                  <a:lnTo>
                    <a:pt x="11856" y="3823"/>
                  </a:lnTo>
                  <a:lnTo>
                    <a:pt x="12358" y="3862"/>
                  </a:lnTo>
                  <a:lnTo>
                    <a:pt x="12860" y="3939"/>
                  </a:lnTo>
                  <a:lnTo>
                    <a:pt x="12358" y="4017"/>
                  </a:lnTo>
                  <a:lnTo>
                    <a:pt x="11856" y="4132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57"/>
                  </a:lnTo>
                  <a:lnTo>
                    <a:pt x="10852" y="4712"/>
                  </a:lnTo>
                  <a:lnTo>
                    <a:pt x="10697" y="4866"/>
                  </a:lnTo>
                  <a:lnTo>
                    <a:pt x="10543" y="5098"/>
                  </a:lnTo>
                  <a:lnTo>
                    <a:pt x="10466" y="5291"/>
                  </a:lnTo>
                  <a:lnTo>
                    <a:pt x="10388" y="5523"/>
                  </a:lnTo>
                  <a:lnTo>
                    <a:pt x="10388" y="5754"/>
                  </a:lnTo>
                  <a:lnTo>
                    <a:pt x="10427" y="5986"/>
                  </a:lnTo>
                  <a:lnTo>
                    <a:pt x="10581" y="6179"/>
                  </a:lnTo>
                  <a:lnTo>
                    <a:pt x="10659" y="6256"/>
                  </a:lnTo>
                  <a:lnTo>
                    <a:pt x="10775" y="6333"/>
                  </a:lnTo>
                  <a:lnTo>
                    <a:pt x="11006" y="6449"/>
                  </a:lnTo>
                  <a:lnTo>
                    <a:pt x="11585" y="6449"/>
                  </a:lnTo>
                  <a:lnTo>
                    <a:pt x="11894" y="6372"/>
                  </a:lnTo>
                  <a:lnTo>
                    <a:pt x="12165" y="6295"/>
                  </a:lnTo>
                  <a:lnTo>
                    <a:pt x="12628" y="6063"/>
                  </a:lnTo>
                  <a:lnTo>
                    <a:pt x="13053" y="5831"/>
                  </a:lnTo>
                  <a:lnTo>
                    <a:pt x="13439" y="5523"/>
                  </a:lnTo>
                  <a:lnTo>
                    <a:pt x="13400" y="5561"/>
                  </a:lnTo>
                  <a:lnTo>
                    <a:pt x="13786" y="5716"/>
                  </a:lnTo>
                  <a:lnTo>
                    <a:pt x="14057" y="4866"/>
                  </a:lnTo>
                  <a:lnTo>
                    <a:pt x="14211" y="5407"/>
                  </a:lnTo>
                  <a:lnTo>
                    <a:pt x="14404" y="5947"/>
                  </a:lnTo>
                  <a:lnTo>
                    <a:pt x="14675" y="6411"/>
                  </a:lnTo>
                  <a:lnTo>
                    <a:pt x="14984" y="6874"/>
                  </a:lnTo>
                  <a:lnTo>
                    <a:pt x="15177" y="7067"/>
                  </a:lnTo>
                  <a:lnTo>
                    <a:pt x="15408" y="7299"/>
                  </a:lnTo>
                  <a:lnTo>
                    <a:pt x="15679" y="7492"/>
                  </a:lnTo>
                  <a:lnTo>
                    <a:pt x="15988" y="7685"/>
                  </a:lnTo>
                  <a:lnTo>
                    <a:pt x="16296" y="7801"/>
                  </a:lnTo>
                  <a:lnTo>
                    <a:pt x="16605" y="7878"/>
                  </a:lnTo>
                  <a:lnTo>
                    <a:pt x="16876" y="7878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46"/>
                  </a:lnTo>
                  <a:lnTo>
                    <a:pt x="17378" y="7531"/>
                  </a:lnTo>
                  <a:lnTo>
                    <a:pt x="17416" y="7415"/>
                  </a:lnTo>
                  <a:lnTo>
                    <a:pt x="17455" y="7260"/>
                  </a:lnTo>
                  <a:lnTo>
                    <a:pt x="17494" y="6951"/>
                  </a:lnTo>
                  <a:lnTo>
                    <a:pt x="17416" y="6642"/>
                  </a:lnTo>
                  <a:lnTo>
                    <a:pt x="17300" y="6295"/>
                  </a:lnTo>
                  <a:lnTo>
                    <a:pt x="17185" y="5986"/>
                  </a:lnTo>
                  <a:lnTo>
                    <a:pt x="17030" y="5716"/>
                  </a:lnTo>
                  <a:lnTo>
                    <a:pt x="16876" y="5484"/>
                  </a:lnTo>
                  <a:lnTo>
                    <a:pt x="16683" y="5252"/>
                  </a:lnTo>
                  <a:lnTo>
                    <a:pt x="16490" y="5021"/>
                  </a:lnTo>
                  <a:lnTo>
                    <a:pt x="16258" y="4827"/>
                  </a:lnTo>
                  <a:lnTo>
                    <a:pt x="16026" y="4634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39"/>
                  </a:lnTo>
                  <a:lnTo>
                    <a:pt x="15833" y="3746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90"/>
                  </a:lnTo>
                  <a:lnTo>
                    <a:pt x="16914" y="2897"/>
                  </a:lnTo>
                  <a:lnTo>
                    <a:pt x="17030" y="2665"/>
                  </a:lnTo>
                  <a:lnTo>
                    <a:pt x="17107" y="2433"/>
                  </a:lnTo>
                  <a:lnTo>
                    <a:pt x="17146" y="2202"/>
                  </a:lnTo>
                  <a:lnTo>
                    <a:pt x="17107" y="1931"/>
                  </a:lnTo>
                  <a:lnTo>
                    <a:pt x="17069" y="1700"/>
                  </a:lnTo>
                  <a:lnTo>
                    <a:pt x="16914" y="1507"/>
                  </a:lnTo>
                  <a:lnTo>
                    <a:pt x="16760" y="1352"/>
                  </a:lnTo>
                  <a:lnTo>
                    <a:pt x="16567" y="1236"/>
                  </a:lnTo>
                  <a:lnTo>
                    <a:pt x="16335" y="1159"/>
                  </a:lnTo>
                  <a:lnTo>
                    <a:pt x="16103" y="1159"/>
                  </a:lnTo>
                  <a:lnTo>
                    <a:pt x="15910" y="1198"/>
                  </a:lnTo>
                  <a:lnTo>
                    <a:pt x="15679" y="1275"/>
                  </a:lnTo>
                  <a:lnTo>
                    <a:pt x="15447" y="1352"/>
                  </a:lnTo>
                  <a:lnTo>
                    <a:pt x="15254" y="1468"/>
                  </a:lnTo>
                  <a:lnTo>
                    <a:pt x="14906" y="1777"/>
                  </a:lnTo>
                  <a:lnTo>
                    <a:pt x="14597" y="2163"/>
                  </a:lnTo>
                  <a:lnTo>
                    <a:pt x="14327" y="2588"/>
                  </a:lnTo>
                  <a:lnTo>
                    <a:pt x="14095" y="3013"/>
                  </a:lnTo>
                  <a:lnTo>
                    <a:pt x="13980" y="2472"/>
                  </a:lnTo>
                  <a:lnTo>
                    <a:pt x="13748" y="1893"/>
                  </a:lnTo>
                  <a:lnTo>
                    <a:pt x="13516" y="1352"/>
                  </a:lnTo>
                  <a:lnTo>
                    <a:pt x="13169" y="889"/>
                  </a:lnTo>
                  <a:lnTo>
                    <a:pt x="13014" y="657"/>
                  </a:lnTo>
                  <a:lnTo>
                    <a:pt x="12821" y="464"/>
                  </a:lnTo>
                  <a:lnTo>
                    <a:pt x="12589" y="271"/>
                  </a:lnTo>
                  <a:lnTo>
                    <a:pt x="12358" y="155"/>
                  </a:lnTo>
                  <a:lnTo>
                    <a:pt x="12087" y="39"/>
                  </a:lnTo>
                  <a:lnTo>
                    <a:pt x="1185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2" name="Google Shape;5652;p22"/>
            <p:cNvSpPr/>
            <p:nvPr/>
          </p:nvSpPr>
          <p:spPr>
            <a:xfrm>
              <a:off x="2737450" y="3395675"/>
              <a:ext cx="459550" cy="296375"/>
            </a:xfrm>
            <a:custGeom>
              <a:avLst/>
              <a:gdLst/>
              <a:ahLst/>
              <a:cxnLst/>
              <a:rect l="l" t="t" r="r" b="b"/>
              <a:pathLst>
                <a:path w="18382" h="11855" extrusionOk="0">
                  <a:moveTo>
                    <a:pt x="17648" y="2935"/>
                  </a:moveTo>
                  <a:lnTo>
                    <a:pt x="17725" y="2974"/>
                  </a:lnTo>
                  <a:lnTo>
                    <a:pt x="17802" y="3051"/>
                  </a:lnTo>
                  <a:lnTo>
                    <a:pt x="17841" y="3128"/>
                  </a:lnTo>
                  <a:lnTo>
                    <a:pt x="17880" y="3321"/>
                  </a:lnTo>
                  <a:lnTo>
                    <a:pt x="17918" y="3553"/>
                  </a:lnTo>
                  <a:lnTo>
                    <a:pt x="17880" y="3746"/>
                  </a:lnTo>
                  <a:lnTo>
                    <a:pt x="17764" y="3939"/>
                  </a:lnTo>
                  <a:lnTo>
                    <a:pt x="17648" y="4132"/>
                  </a:lnTo>
                  <a:lnTo>
                    <a:pt x="17300" y="4402"/>
                  </a:lnTo>
                  <a:lnTo>
                    <a:pt x="17030" y="4595"/>
                  </a:lnTo>
                  <a:lnTo>
                    <a:pt x="16721" y="4750"/>
                  </a:lnTo>
                  <a:lnTo>
                    <a:pt x="16412" y="4866"/>
                  </a:lnTo>
                  <a:lnTo>
                    <a:pt x="16065" y="4943"/>
                  </a:lnTo>
                  <a:lnTo>
                    <a:pt x="16181" y="4364"/>
                  </a:lnTo>
                  <a:lnTo>
                    <a:pt x="16296" y="4055"/>
                  </a:lnTo>
                  <a:lnTo>
                    <a:pt x="16412" y="3784"/>
                  </a:lnTo>
                  <a:lnTo>
                    <a:pt x="16528" y="3514"/>
                  </a:lnTo>
                  <a:lnTo>
                    <a:pt x="16721" y="3282"/>
                  </a:lnTo>
                  <a:lnTo>
                    <a:pt x="16953" y="3128"/>
                  </a:lnTo>
                  <a:lnTo>
                    <a:pt x="17223" y="2974"/>
                  </a:lnTo>
                  <a:lnTo>
                    <a:pt x="17493" y="2935"/>
                  </a:lnTo>
                  <a:close/>
                  <a:moveTo>
                    <a:pt x="14211" y="4866"/>
                  </a:moveTo>
                  <a:lnTo>
                    <a:pt x="14481" y="4904"/>
                  </a:lnTo>
                  <a:lnTo>
                    <a:pt x="14752" y="4982"/>
                  </a:lnTo>
                  <a:lnTo>
                    <a:pt x="15022" y="5059"/>
                  </a:lnTo>
                  <a:lnTo>
                    <a:pt x="15254" y="5175"/>
                  </a:lnTo>
                  <a:lnTo>
                    <a:pt x="15177" y="5329"/>
                  </a:lnTo>
                  <a:lnTo>
                    <a:pt x="14752" y="5522"/>
                  </a:lnTo>
                  <a:lnTo>
                    <a:pt x="14288" y="5677"/>
                  </a:lnTo>
                  <a:lnTo>
                    <a:pt x="14018" y="5715"/>
                  </a:lnTo>
                  <a:lnTo>
                    <a:pt x="13748" y="5754"/>
                  </a:lnTo>
                  <a:lnTo>
                    <a:pt x="13477" y="5754"/>
                  </a:lnTo>
                  <a:lnTo>
                    <a:pt x="13169" y="5677"/>
                  </a:lnTo>
                  <a:lnTo>
                    <a:pt x="13053" y="5677"/>
                  </a:lnTo>
                  <a:lnTo>
                    <a:pt x="12975" y="5599"/>
                  </a:lnTo>
                  <a:lnTo>
                    <a:pt x="12975" y="5484"/>
                  </a:lnTo>
                  <a:lnTo>
                    <a:pt x="13053" y="5368"/>
                  </a:lnTo>
                  <a:lnTo>
                    <a:pt x="13091" y="5136"/>
                  </a:lnTo>
                  <a:lnTo>
                    <a:pt x="13169" y="5020"/>
                  </a:lnTo>
                  <a:lnTo>
                    <a:pt x="13323" y="4943"/>
                  </a:lnTo>
                  <a:lnTo>
                    <a:pt x="13555" y="4904"/>
                  </a:lnTo>
                  <a:lnTo>
                    <a:pt x="13864" y="4866"/>
                  </a:lnTo>
                  <a:close/>
                  <a:moveTo>
                    <a:pt x="15756" y="5522"/>
                  </a:moveTo>
                  <a:lnTo>
                    <a:pt x="16374" y="5831"/>
                  </a:lnTo>
                  <a:lnTo>
                    <a:pt x="16644" y="5986"/>
                  </a:lnTo>
                  <a:lnTo>
                    <a:pt x="16953" y="6179"/>
                  </a:lnTo>
                  <a:lnTo>
                    <a:pt x="17185" y="6372"/>
                  </a:lnTo>
                  <a:lnTo>
                    <a:pt x="17416" y="6603"/>
                  </a:lnTo>
                  <a:lnTo>
                    <a:pt x="17571" y="6912"/>
                  </a:lnTo>
                  <a:lnTo>
                    <a:pt x="17609" y="7067"/>
                  </a:lnTo>
                  <a:lnTo>
                    <a:pt x="17609" y="7221"/>
                  </a:lnTo>
                  <a:lnTo>
                    <a:pt x="17609" y="7453"/>
                  </a:lnTo>
                  <a:lnTo>
                    <a:pt x="17532" y="7569"/>
                  </a:lnTo>
                  <a:lnTo>
                    <a:pt x="17455" y="7685"/>
                  </a:lnTo>
                  <a:lnTo>
                    <a:pt x="17300" y="7723"/>
                  </a:lnTo>
                  <a:lnTo>
                    <a:pt x="17146" y="7723"/>
                  </a:lnTo>
                  <a:lnTo>
                    <a:pt x="16953" y="7685"/>
                  </a:lnTo>
                  <a:lnTo>
                    <a:pt x="16798" y="7607"/>
                  </a:lnTo>
                  <a:lnTo>
                    <a:pt x="16644" y="7492"/>
                  </a:lnTo>
                  <a:lnTo>
                    <a:pt x="16412" y="7183"/>
                  </a:lnTo>
                  <a:lnTo>
                    <a:pt x="16181" y="6796"/>
                  </a:lnTo>
                  <a:lnTo>
                    <a:pt x="16026" y="6488"/>
                  </a:lnTo>
                  <a:lnTo>
                    <a:pt x="15910" y="6179"/>
                  </a:lnTo>
                  <a:lnTo>
                    <a:pt x="15833" y="5831"/>
                  </a:lnTo>
                  <a:lnTo>
                    <a:pt x="15756" y="5522"/>
                  </a:lnTo>
                  <a:close/>
                  <a:moveTo>
                    <a:pt x="4944" y="464"/>
                  </a:moveTo>
                  <a:lnTo>
                    <a:pt x="5561" y="502"/>
                  </a:lnTo>
                  <a:lnTo>
                    <a:pt x="6141" y="657"/>
                  </a:lnTo>
                  <a:lnTo>
                    <a:pt x="6681" y="888"/>
                  </a:lnTo>
                  <a:lnTo>
                    <a:pt x="7222" y="1197"/>
                  </a:lnTo>
                  <a:lnTo>
                    <a:pt x="7685" y="1545"/>
                  </a:lnTo>
                  <a:lnTo>
                    <a:pt x="8149" y="1970"/>
                  </a:lnTo>
                  <a:lnTo>
                    <a:pt x="8496" y="2394"/>
                  </a:lnTo>
                  <a:lnTo>
                    <a:pt x="8766" y="2781"/>
                  </a:lnTo>
                  <a:lnTo>
                    <a:pt x="9037" y="3205"/>
                  </a:lnTo>
                  <a:lnTo>
                    <a:pt x="9268" y="3669"/>
                  </a:lnTo>
                  <a:lnTo>
                    <a:pt x="9693" y="4595"/>
                  </a:lnTo>
                  <a:lnTo>
                    <a:pt x="10079" y="5522"/>
                  </a:lnTo>
                  <a:lnTo>
                    <a:pt x="10272" y="5908"/>
                  </a:lnTo>
                  <a:lnTo>
                    <a:pt x="10504" y="6294"/>
                  </a:lnTo>
                  <a:lnTo>
                    <a:pt x="10736" y="6642"/>
                  </a:lnTo>
                  <a:lnTo>
                    <a:pt x="11006" y="6912"/>
                  </a:lnTo>
                  <a:lnTo>
                    <a:pt x="11354" y="7183"/>
                  </a:lnTo>
                  <a:lnTo>
                    <a:pt x="11701" y="7376"/>
                  </a:lnTo>
                  <a:lnTo>
                    <a:pt x="12087" y="7492"/>
                  </a:lnTo>
                  <a:lnTo>
                    <a:pt x="12551" y="7569"/>
                  </a:lnTo>
                  <a:lnTo>
                    <a:pt x="12898" y="7530"/>
                  </a:lnTo>
                  <a:lnTo>
                    <a:pt x="13207" y="7492"/>
                  </a:lnTo>
                  <a:lnTo>
                    <a:pt x="13516" y="7414"/>
                  </a:lnTo>
                  <a:lnTo>
                    <a:pt x="13825" y="7260"/>
                  </a:lnTo>
                  <a:lnTo>
                    <a:pt x="14095" y="7105"/>
                  </a:lnTo>
                  <a:lnTo>
                    <a:pt x="14366" y="6951"/>
                  </a:lnTo>
                  <a:lnTo>
                    <a:pt x="14597" y="6719"/>
                  </a:lnTo>
                  <a:lnTo>
                    <a:pt x="14829" y="6488"/>
                  </a:lnTo>
                  <a:lnTo>
                    <a:pt x="14404" y="7221"/>
                  </a:lnTo>
                  <a:lnTo>
                    <a:pt x="13941" y="7878"/>
                  </a:lnTo>
                  <a:lnTo>
                    <a:pt x="13439" y="8534"/>
                  </a:lnTo>
                  <a:lnTo>
                    <a:pt x="12860" y="9113"/>
                  </a:lnTo>
                  <a:lnTo>
                    <a:pt x="12242" y="9615"/>
                  </a:lnTo>
                  <a:lnTo>
                    <a:pt x="11547" y="10079"/>
                  </a:lnTo>
                  <a:lnTo>
                    <a:pt x="10813" y="10503"/>
                  </a:lnTo>
                  <a:lnTo>
                    <a:pt x="10041" y="10812"/>
                  </a:lnTo>
                  <a:lnTo>
                    <a:pt x="9462" y="11005"/>
                  </a:lnTo>
                  <a:lnTo>
                    <a:pt x="8882" y="11160"/>
                  </a:lnTo>
                  <a:lnTo>
                    <a:pt x="8303" y="11276"/>
                  </a:lnTo>
                  <a:lnTo>
                    <a:pt x="7724" y="11314"/>
                  </a:lnTo>
                  <a:lnTo>
                    <a:pt x="7145" y="11353"/>
                  </a:lnTo>
                  <a:lnTo>
                    <a:pt x="6604" y="11314"/>
                  </a:lnTo>
                  <a:lnTo>
                    <a:pt x="6025" y="11237"/>
                  </a:lnTo>
                  <a:lnTo>
                    <a:pt x="5484" y="11121"/>
                  </a:lnTo>
                  <a:lnTo>
                    <a:pt x="4944" y="10967"/>
                  </a:lnTo>
                  <a:lnTo>
                    <a:pt x="4442" y="10735"/>
                  </a:lnTo>
                  <a:lnTo>
                    <a:pt x="3940" y="10503"/>
                  </a:lnTo>
                  <a:lnTo>
                    <a:pt x="3476" y="10195"/>
                  </a:lnTo>
                  <a:lnTo>
                    <a:pt x="3013" y="9847"/>
                  </a:lnTo>
                  <a:lnTo>
                    <a:pt x="2549" y="9461"/>
                  </a:lnTo>
                  <a:lnTo>
                    <a:pt x="2163" y="9036"/>
                  </a:lnTo>
                  <a:lnTo>
                    <a:pt x="1777" y="8573"/>
                  </a:lnTo>
                  <a:lnTo>
                    <a:pt x="1430" y="8032"/>
                  </a:lnTo>
                  <a:lnTo>
                    <a:pt x="1121" y="7492"/>
                  </a:lnTo>
                  <a:lnTo>
                    <a:pt x="850" y="6912"/>
                  </a:lnTo>
                  <a:lnTo>
                    <a:pt x="657" y="6333"/>
                  </a:lnTo>
                  <a:lnTo>
                    <a:pt x="503" y="5754"/>
                  </a:lnTo>
                  <a:lnTo>
                    <a:pt x="426" y="5136"/>
                  </a:lnTo>
                  <a:lnTo>
                    <a:pt x="426" y="4518"/>
                  </a:lnTo>
                  <a:lnTo>
                    <a:pt x="503" y="3862"/>
                  </a:lnTo>
                  <a:lnTo>
                    <a:pt x="696" y="3282"/>
                  </a:lnTo>
                  <a:lnTo>
                    <a:pt x="928" y="2742"/>
                  </a:lnTo>
                  <a:lnTo>
                    <a:pt x="1275" y="2240"/>
                  </a:lnTo>
                  <a:lnTo>
                    <a:pt x="1661" y="1777"/>
                  </a:lnTo>
                  <a:lnTo>
                    <a:pt x="2086" y="1352"/>
                  </a:lnTo>
                  <a:lnTo>
                    <a:pt x="2588" y="1043"/>
                  </a:lnTo>
                  <a:lnTo>
                    <a:pt x="3129" y="773"/>
                  </a:lnTo>
                  <a:lnTo>
                    <a:pt x="3708" y="579"/>
                  </a:lnTo>
                  <a:lnTo>
                    <a:pt x="4326" y="464"/>
                  </a:lnTo>
                  <a:close/>
                  <a:moveTo>
                    <a:pt x="4519" y="0"/>
                  </a:moveTo>
                  <a:lnTo>
                    <a:pt x="4249" y="39"/>
                  </a:lnTo>
                  <a:lnTo>
                    <a:pt x="3901" y="77"/>
                  </a:lnTo>
                  <a:lnTo>
                    <a:pt x="3515" y="155"/>
                  </a:lnTo>
                  <a:lnTo>
                    <a:pt x="3167" y="271"/>
                  </a:lnTo>
                  <a:lnTo>
                    <a:pt x="2820" y="425"/>
                  </a:lnTo>
                  <a:lnTo>
                    <a:pt x="2472" y="579"/>
                  </a:lnTo>
                  <a:lnTo>
                    <a:pt x="2125" y="773"/>
                  </a:lnTo>
                  <a:lnTo>
                    <a:pt x="1777" y="1043"/>
                  </a:lnTo>
                  <a:lnTo>
                    <a:pt x="1468" y="1313"/>
                  </a:lnTo>
                  <a:lnTo>
                    <a:pt x="1082" y="1699"/>
                  </a:lnTo>
                  <a:lnTo>
                    <a:pt x="773" y="2163"/>
                  </a:lnTo>
                  <a:lnTo>
                    <a:pt x="503" y="2626"/>
                  </a:lnTo>
                  <a:lnTo>
                    <a:pt x="310" y="3089"/>
                  </a:lnTo>
                  <a:lnTo>
                    <a:pt x="155" y="3591"/>
                  </a:lnTo>
                  <a:lnTo>
                    <a:pt x="40" y="4093"/>
                  </a:lnTo>
                  <a:lnTo>
                    <a:pt x="1" y="4595"/>
                  </a:lnTo>
                  <a:lnTo>
                    <a:pt x="1" y="5136"/>
                  </a:lnTo>
                  <a:lnTo>
                    <a:pt x="78" y="5638"/>
                  </a:lnTo>
                  <a:lnTo>
                    <a:pt x="155" y="6179"/>
                  </a:lnTo>
                  <a:lnTo>
                    <a:pt x="310" y="6681"/>
                  </a:lnTo>
                  <a:lnTo>
                    <a:pt x="464" y="7183"/>
                  </a:lnTo>
                  <a:lnTo>
                    <a:pt x="696" y="7685"/>
                  </a:lnTo>
                  <a:lnTo>
                    <a:pt x="966" y="8148"/>
                  </a:lnTo>
                  <a:lnTo>
                    <a:pt x="1237" y="8611"/>
                  </a:lnTo>
                  <a:lnTo>
                    <a:pt x="1545" y="9036"/>
                  </a:lnTo>
                  <a:lnTo>
                    <a:pt x="2009" y="9577"/>
                  </a:lnTo>
                  <a:lnTo>
                    <a:pt x="2472" y="10040"/>
                  </a:lnTo>
                  <a:lnTo>
                    <a:pt x="2974" y="10426"/>
                  </a:lnTo>
                  <a:lnTo>
                    <a:pt x="3476" y="10812"/>
                  </a:lnTo>
                  <a:lnTo>
                    <a:pt x="4055" y="11083"/>
                  </a:lnTo>
                  <a:lnTo>
                    <a:pt x="4596" y="11353"/>
                  </a:lnTo>
                  <a:lnTo>
                    <a:pt x="5214" y="11546"/>
                  </a:lnTo>
                  <a:lnTo>
                    <a:pt x="5832" y="11701"/>
                  </a:lnTo>
                  <a:lnTo>
                    <a:pt x="5870" y="11855"/>
                  </a:lnTo>
                  <a:lnTo>
                    <a:pt x="6218" y="11778"/>
                  </a:lnTo>
                  <a:lnTo>
                    <a:pt x="7029" y="11816"/>
                  </a:lnTo>
                  <a:lnTo>
                    <a:pt x="7840" y="11816"/>
                  </a:lnTo>
                  <a:lnTo>
                    <a:pt x="8689" y="11701"/>
                  </a:lnTo>
                  <a:lnTo>
                    <a:pt x="9539" y="11507"/>
                  </a:lnTo>
                  <a:lnTo>
                    <a:pt x="10272" y="11237"/>
                  </a:lnTo>
                  <a:lnTo>
                    <a:pt x="11006" y="10928"/>
                  </a:lnTo>
                  <a:lnTo>
                    <a:pt x="11315" y="10812"/>
                  </a:lnTo>
                  <a:lnTo>
                    <a:pt x="11315" y="10774"/>
                  </a:lnTo>
                  <a:lnTo>
                    <a:pt x="12049" y="10349"/>
                  </a:lnTo>
                  <a:lnTo>
                    <a:pt x="12705" y="9847"/>
                  </a:lnTo>
                  <a:lnTo>
                    <a:pt x="13362" y="9306"/>
                  </a:lnTo>
                  <a:lnTo>
                    <a:pt x="13941" y="8689"/>
                  </a:lnTo>
                  <a:lnTo>
                    <a:pt x="14481" y="8032"/>
                  </a:lnTo>
                  <a:lnTo>
                    <a:pt x="14713" y="7685"/>
                  </a:lnTo>
                  <a:lnTo>
                    <a:pt x="14906" y="7298"/>
                  </a:lnTo>
                  <a:lnTo>
                    <a:pt x="15099" y="6951"/>
                  </a:lnTo>
                  <a:lnTo>
                    <a:pt x="15254" y="6565"/>
                  </a:lnTo>
                  <a:lnTo>
                    <a:pt x="15408" y="6179"/>
                  </a:lnTo>
                  <a:lnTo>
                    <a:pt x="15524" y="5754"/>
                  </a:lnTo>
                  <a:lnTo>
                    <a:pt x="15601" y="6256"/>
                  </a:lnTo>
                  <a:lnTo>
                    <a:pt x="15756" y="6719"/>
                  </a:lnTo>
                  <a:lnTo>
                    <a:pt x="15987" y="7144"/>
                  </a:lnTo>
                  <a:lnTo>
                    <a:pt x="16258" y="7569"/>
                  </a:lnTo>
                  <a:lnTo>
                    <a:pt x="16374" y="7762"/>
                  </a:lnTo>
                  <a:lnTo>
                    <a:pt x="16567" y="7916"/>
                  </a:lnTo>
                  <a:lnTo>
                    <a:pt x="16760" y="8071"/>
                  </a:lnTo>
                  <a:lnTo>
                    <a:pt x="16953" y="8187"/>
                  </a:lnTo>
                  <a:lnTo>
                    <a:pt x="17146" y="8264"/>
                  </a:lnTo>
                  <a:lnTo>
                    <a:pt x="17378" y="8264"/>
                  </a:lnTo>
                  <a:lnTo>
                    <a:pt x="17571" y="8187"/>
                  </a:lnTo>
                  <a:lnTo>
                    <a:pt x="17802" y="8032"/>
                  </a:lnTo>
                  <a:lnTo>
                    <a:pt x="17918" y="7878"/>
                  </a:lnTo>
                  <a:lnTo>
                    <a:pt x="17995" y="7685"/>
                  </a:lnTo>
                  <a:lnTo>
                    <a:pt x="18034" y="7453"/>
                  </a:lnTo>
                  <a:lnTo>
                    <a:pt x="18034" y="7260"/>
                  </a:lnTo>
                  <a:lnTo>
                    <a:pt x="17995" y="7028"/>
                  </a:lnTo>
                  <a:lnTo>
                    <a:pt x="17918" y="6835"/>
                  </a:lnTo>
                  <a:lnTo>
                    <a:pt x="17841" y="6642"/>
                  </a:lnTo>
                  <a:lnTo>
                    <a:pt x="17725" y="6449"/>
                  </a:lnTo>
                  <a:lnTo>
                    <a:pt x="17571" y="6256"/>
                  </a:lnTo>
                  <a:lnTo>
                    <a:pt x="17416" y="6063"/>
                  </a:lnTo>
                  <a:lnTo>
                    <a:pt x="17030" y="5715"/>
                  </a:lnTo>
                  <a:lnTo>
                    <a:pt x="16567" y="5445"/>
                  </a:lnTo>
                  <a:lnTo>
                    <a:pt x="16103" y="5252"/>
                  </a:lnTo>
                  <a:lnTo>
                    <a:pt x="16605" y="5175"/>
                  </a:lnTo>
                  <a:lnTo>
                    <a:pt x="17030" y="4982"/>
                  </a:lnTo>
                  <a:lnTo>
                    <a:pt x="17455" y="4750"/>
                  </a:lnTo>
                  <a:lnTo>
                    <a:pt x="17841" y="4441"/>
                  </a:lnTo>
                  <a:lnTo>
                    <a:pt x="17995" y="4248"/>
                  </a:lnTo>
                  <a:lnTo>
                    <a:pt x="18150" y="4055"/>
                  </a:lnTo>
                  <a:lnTo>
                    <a:pt x="18266" y="3823"/>
                  </a:lnTo>
                  <a:lnTo>
                    <a:pt x="18343" y="3553"/>
                  </a:lnTo>
                  <a:lnTo>
                    <a:pt x="18382" y="3321"/>
                  </a:lnTo>
                  <a:lnTo>
                    <a:pt x="18343" y="3089"/>
                  </a:lnTo>
                  <a:lnTo>
                    <a:pt x="18227" y="2858"/>
                  </a:lnTo>
                  <a:lnTo>
                    <a:pt x="18150" y="2781"/>
                  </a:lnTo>
                  <a:lnTo>
                    <a:pt x="18034" y="2703"/>
                  </a:lnTo>
                  <a:lnTo>
                    <a:pt x="17841" y="2587"/>
                  </a:lnTo>
                  <a:lnTo>
                    <a:pt x="17609" y="2549"/>
                  </a:lnTo>
                  <a:lnTo>
                    <a:pt x="17416" y="2549"/>
                  </a:lnTo>
                  <a:lnTo>
                    <a:pt x="17185" y="2587"/>
                  </a:lnTo>
                  <a:lnTo>
                    <a:pt x="16953" y="2703"/>
                  </a:lnTo>
                  <a:lnTo>
                    <a:pt x="16760" y="2781"/>
                  </a:lnTo>
                  <a:lnTo>
                    <a:pt x="16567" y="2935"/>
                  </a:lnTo>
                  <a:lnTo>
                    <a:pt x="16412" y="3089"/>
                  </a:lnTo>
                  <a:lnTo>
                    <a:pt x="16258" y="3282"/>
                  </a:lnTo>
                  <a:lnTo>
                    <a:pt x="16103" y="3476"/>
                  </a:lnTo>
                  <a:lnTo>
                    <a:pt x="15872" y="3978"/>
                  </a:lnTo>
                  <a:lnTo>
                    <a:pt x="15717" y="4480"/>
                  </a:lnTo>
                  <a:lnTo>
                    <a:pt x="15640" y="4982"/>
                  </a:lnTo>
                  <a:lnTo>
                    <a:pt x="15601" y="4982"/>
                  </a:lnTo>
                  <a:lnTo>
                    <a:pt x="15563" y="5020"/>
                  </a:lnTo>
                  <a:lnTo>
                    <a:pt x="15524" y="5020"/>
                  </a:lnTo>
                  <a:lnTo>
                    <a:pt x="15099" y="4788"/>
                  </a:lnTo>
                  <a:lnTo>
                    <a:pt x="14675" y="4634"/>
                  </a:lnTo>
                  <a:lnTo>
                    <a:pt x="14211" y="4518"/>
                  </a:lnTo>
                  <a:lnTo>
                    <a:pt x="13748" y="4518"/>
                  </a:lnTo>
                  <a:lnTo>
                    <a:pt x="13362" y="4595"/>
                  </a:lnTo>
                  <a:lnTo>
                    <a:pt x="13169" y="4634"/>
                  </a:lnTo>
                  <a:lnTo>
                    <a:pt x="12975" y="4711"/>
                  </a:lnTo>
                  <a:lnTo>
                    <a:pt x="12782" y="4788"/>
                  </a:lnTo>
                  <a:lnTo>
                    <a:pt x="12628" y="4943"/>
                  </a:lnTo>
                  <a:lnTo>
                    <a:pt x="12512" y="5097"/>
                  </a:lnTo>
                  <a:lnTo>
                    <a:pt x="12435" y="5252"/>
                  </a:lnTo>
                  <a:lnTo>
                    <a:pt x="12396" y="5445"/>
                  </a:lnTo>
                  <a:lnTo>
                    <a:pt x="12473" y="5638"/>
                  </a:lnTo>
                  <a:lnTo>
                    <a:pt x="12551" y="5792"/>
                  </a:lnTo>
                  <a:lnTo>
                    <a:pt x="12705" y="5908"/>
                  </a:lnTo>
                  <a:lnTo>
                    <a:pt x="12860" y="5986"/>
                  </a:lnTo>
                  <a:lnTo>
                    <a:pt x="13053" y="6063"/>
                  </a:lnTo>
                  <a:lnTo>
                    <a:pt x="13439" y="6140"/>
                  </a:lnTo>
                  <a:lnTo>
                    <a:pt x="13786" y="6140"/>
                  </a:lnTo>
                  <a:lnTo>
                    <a:pt x="14134" y="6101"/>
                  </a:lnTo>
                  <a:lnTo>
                    <a:pt x="14481" y="5986"/>
                  </a:lnTo>
                  <a:lnTo>
                    <a:pt x="14790" y="5870"/>
                  </a:lnTo>
                  <a:lnTo>
                    <a:pt x="14481" y="6256"/>
                  </a:lnTo>
                  <a:lnTo>
                    <a:pt x="14095" y="6565"/>
                  </a:lnTo>
                  <a:lnTo>
                    <a:pt x="13902" y="6719"/>
                  </a:lnTo>
                  <a:lnTo>
                    <a:pt x="13671" y="6835"/>
                  </a:lnTo>
                  <a:lnTo>
                    <a:pt x="13439" y="6951"/>
                  </a:lnTo>
                  <a:lnTo>
                    <a:pt x="13207" y="7028"/>
                  </a:lnTo>
                  <a:lnTo>
                    <a:pt x="12821" y="7067"/>
                  </a:lnTo>
                  <a:lnTo>
                    <a:pt x="12435" y="7067"/>
                  </a:lnTo>
                  <a:lnTo>
                    <a:pt x="12087" y="6990"/>
                  </a:lnTo>
                  <a:lnTo>
                    <a:pt x="11778" y="6874"/>
                  </a:lnTo>
                  <a:lnTo>
                    <a:pt x="11470" y="6681"/>
                  </a:lnTo>
                  <a:lnTo>
                    <a:pt x="11199" y="6410"/>
                  </a:lnTo>
                  <a:lnTo>
                    <a:pt x="10968" y="6140"/>
                  </a:lnTo>
                  <a:lnTo>
                    <a:pt x="10774" y="5792"/>
                  </a:lnTo>
                  <a:lnTo>
                    <a:pt x="10504" y="5329"/>
                  </a:lnTo>
                  <a:lnTo>
                    <a:pt x="10311" y="4827"/>
                  </a:lnTo>
                  <a:lnTo>
                    <a:pt x="9886" y="3862"/>
                  </a:lnTo>
                  <a:lnTo>
                    <a:pt x="9655" y="3398"/>
                  </a:lnTo>
                  <a:lnTo>
                    <a:pt x="9423" y="2935"/>
                  </a:lnTo>
                  <a:lnTo>
                    <a:pt x="9153" y="2472"/>
                  </a:lnTo>
                  <a:lnTo>
                    <a:pt x="8844" y="2047"/>
                  </a:lnTo>
                  <a:lnTo>
                    <a:pt x="8380" y="1545"/>
                  </a:lnTo>
                  <a:lnTo>
                    <a:pt x="7917" y="1159"/>
                  </a:lnTo>
                  <a:lnTo>
                    <a:pt x="7415" y="811"/>
                  </a:lnTo>
                  <a:lnTo>
                    <a:pt x="6874" y="502"/>
                  </a:lnTo>
                  <a:lnTo>
                    <a:pt x="6295" y="271"/>
                  </a:lnTo>
                  <a:lnTo>
                    <a:pt x="5716" y="116"/>
                  </a:lnTo>
                  <a:lnTo>
                    <a:pt x="5137" y="39"/>
                  </a:lnTo>
                  <a:lnTo>
                    <a:pt x="451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3" name="Google Shape;5653;p22"/>
            <p:cNvSpPr/>
            <p:nvPr/>
          </p:nvSpPr>
          <p:spPr>
            <a:xfrm>
              <a:off x="2769325" y="3423675"/>
              <a:ext cx="144825" cy="164125"/>
            </a:xfrm>
            <a:custGeom>
              <a:avLst/>
              <a:gdLst/>
              <a:ahLst/>
              <a:cxnLst/>
              <a:rect l="l" t="t" r="r" b="b"/>
              <a:pathLst>
                <a:path w="5793" h="6565" extrusionOk="0">
                  <a:moveTo>
                    <a:pt x="2858" y="463"/>
                  </a:moveTo>
                  <a:lnTo>
                    <a:pt x="3360" y="618"/>
                  </a:lnTo>
                  <a:lnTo>
                    <a:pt x="3823" y="811"/>
                  </a:lnTo>
                  <a:lnTo>
                    <a:pt x="4248" y="1081"/>
                  </a:lnTo>
                  <a:lnTo>
                    <a:pt x="4634" y="1429"/>
                  </a:lnTo>
                  <a:lnTo>
                    <a:pt x="4943" y="1854"/>
                  </a:lnTo>
                  <a:lnTo>
                    <a:pt x="5059" y="2047"/>
                  </a:lnTo>
                  <a:lnTo>
                    <a:pt x="5175" y="2278"/>
                  </a:lnTo>
                  <a:lnTo>
                    <a:pt x="5252" y="2510"/>
                  </a:lnTo>
                  <a:lnTo>
                    <a:pt x="5290" y="2780"/>
                  </a:lnTo>
                  <a:lnTo>
                    <a:pt x="5329" y="3051"/>
                  </a:lnTo>
                  <a:lnTo>
                    <a:pt x="5329" y="3321"/>
                  </a:lnTo>
                  <a:lnTo>
                    <a:pt x="5290" y="3784"/>
                  </a:lnTo>
                  <a:lnTo>
                    <a:pt x="5175" y="4248"/>
                  </a:lnTo>
                  <a:lnTo>
                    <a:pt x="4981" y="4711"/>
                  </a:lnTo>
                  <a:lnTo>
                    <a:pt x="4711" y="5097"/>
                  </a:lnTo>
                  <a:lnTo>
                    <a:pt x="4364" y="5445"/>
                  </a:lnTo>
                  <a:lnTo>
                    <a:pt x="4016" y="5715"/>
                  </a:lnTo>
                  <a:lnTo>
                    <a:pt x="3784" y="5831"/>
                  </a:lnTo>
                  <a:lnTo>
                    <a:pt x="3553" y="5947"/>
                  </a:lnTo>
                  <a:lnTo>
                    <a:pt x="3321" y="6024"/>
                  </a:lnTo>
                  <a:lnTo>
                    <a:pt x="3089" y="6063"/>
                  </a:lnTo>
                  <a:lnTo>
                    <a:pt x="2780" y="6101"/>
                  </a:lnTo>
                  <a:lnTo>
                    <a:pt x="2510" y="6101"/>
                  </a:lnTo>
                  <a:lnTo>
                    <a:pt x="2201" y="6063"/>
                  </a:lnTo>
                  <a:lnTo>
                    <a:pt x="1970" y="5985"/>
                  </a:lnTo>
                  <a:lnTo>
                    <a:pt x="1738" y="5870"/>
                  </a:lnTo>
                  <a:lnTo>
                    <a:pt x="1506" y="5754"/>
                  </a:lnTo>
                  <a:lnTo>
                    <a:pt x="1313" y="5599"/>
                  </a:lnTo>
                  <a:lnTo>
                    <a:pt x="1159" y="5445"/>
                  </a:lnTo>
                  <a:lnTo>
                    <a:pt x="1004" y="5252"/>
                  </a:lnTo>
                  <a:lnTo>
                    <a:pt x="850" y="5020"/>
                  </a:lnTo>
                  <a:lnTo>
                    <a:pt x="734" y="4788"/>
                  </a:lnTo>
                  <a:lnTo>
                    <a:pt x="618" y="4557"/>
                  </a:lnTo>
                  <a:lnTo>
                    <a:pt x="502" y="4055"/>
                  </a:lnTo>
                  <a:lnTo>
                    <a:pt x="425" y="3514"/>
                  </a:lnTo>
                  <a:lnTo>
                    <a:pt x="464" y="2973"/>
                  </a:lnTo>
                  <a:lnTo>
                    <a:pt x="541" y="2433"/>
                  </a:lnTo>
                  <a:lnTo>
                    <a:pt x="734" y="1931"/>
                  </a:lnTo>
                  <a:lnTo>
                    <a:pt x="850" y="1699"/>
                  </a:lnTo>
                  <a:lnTo>
                    <a:pt x="966" y="1506"/>
                  </a:lnTo>
                  <a:lnTo>
                    <a:pt x="1120" y="1274"/>
                  </a:lnTo>
                  <a:lnTo>
                    <a:pt x="1313" y="1120"/>
                  </a:lnTo>
                  <a:lnTo>
                    <a:pt x="1506" y="927"/>
                  </a:lnTo>
                  <a:lnTo>
                    <a:pt x="1738" y="811"/>
                  </a:lnTo>
                  <a:lnTo>
                    <a:pt x="1970" y="695"/>
                  </a:lnTo>
                  <a:lnTo>
                    <a:pt x="2201" y="579"/>
                  </a:lnTo>
                  <a:lnTo>
                    <a:pt x="2472" y="541"/>
                  </a:lnTo>
                  <a:lnTo>
                    <a:pt x="2780" y="502"/>
                  </a:lnTo>
                  <a:lnTo>
                    <a:pt x="2819" y="502"/>
                  </a:lnTo>
                  <a:lnTo>
                    <a:pt x="2858" y="463"/>
                  </a:lnTo>
                  <a:close/>
                  <a:moveTo>
                    <a:pt x="2665" y="0"/>
                  </a:moveTo>
                  <a:lnTo>
                    <a:pt x="2587" y="39"/>
                  </a:lnTo>
                  <a:lnTo>
                    <a:pt x="2510" y="77"/>
                  </a:lnTo>
                  <a:lnTo>
                    <a:pt x="2472" y="155"/>
                  </a:lnTo>
                  <a:lnTo>
                    <a:pt x="2433" y="232"/>
                  </a:lnTo>
                  <a:lnTo>
                    <a:pt x="2163" y="270"/>
                  </a:lnTo>
                  <a:lnTo>
                    <a:pt x="1854" y="309"/>
                  </a:lnTo>
                  <a:lnTo>
                    <a:pt x="1622" y="386"/>
                  </a:lnTo>
                  <a:lnTo>
                    <a:pt x="1390" y="502"/>
                  </a:lnTo>
                  <a:lnTo>
                    <a:pt x="1159" y="657"/>
                  </a:lnTo>
                  <a:lnTo>
                    <a:pt x="966" y="850"/>
                  </a:lnTo>
                  <a:lnTo>
                    <a:pt x="772" y="1043"/>
                  </a:lnTo>
                  <a:lnTo>
                    <a:pt x="618" y="1236"/>
                  </a:lnTo>
                  <a:lnTo>
                    <a:pt x="464" y="1506"/>
                  </a:lnTo>
                  <a:lnTo>
                    <a:pt x="348" y="1738"/>
                  </a:lnTo>
                  <a:lnTo>
                    <a:pt x="155" y="2278"/>
                  </a:lnTo>
                  <a:lnTo>
                    <a:pt x="39" y="2858"/>
                  </a:lnTo>
                  <a:lnTo>
                    <a:pt x="0" y="3398"/>
                  </a:lnTo>
                  <a:lnTo>
                    <a:pt x="39" y="4055"/>
                  </a:lnTo>
                  <a:lnTo>
                    <a:pt x="116" y="4364"/>
                  </a:lnTo>
                  <a:lnTo>
                    <a:pt x="193" y="4672"/>
                  </a:lnTo>
                  <a:lnTo>
                    <a:pt x="309" y="4943"/>
                  </a:lnTo>
                  <a:lnTo>
                    <a:pt x="425" y="5213"/>
                  </a:lnTo>
                  <a:lnTo>
                    <a:pt x="579" y="5445"/>
                  </a:lnTo>
                  <a:lnTo>
                    <a:pt x="734" y="5676"/>
                  </a:lnTo>
                  <a:lnTo>
                    <a:pt x="927" y="5870"/>
                  </a:lnTo>
                  <a:lnTo>
                    <a:pt x="1120" y="6063"/>
                  </a:lnTo>
                  <a:lnTo>
                    <a:pt x="1390" y="6217"/>
                  </a:lnTo>
                  <a:lnTo>
                    <a:pt x="1622" y="6372"/>
                  </a:lnTo>
                  <a:lnTo>
                    <a:pt x="1892" y="6449"/>
                  </a:lnTo>
                  <a:lnTo>
                    <a:pt x="2201" y="6526"/>
                  </a:lnTo>
                  <a:lnTo>
                    <a:pt x="2549" y="6565"/>
                  </a:lnTo>
                  <a:lnTo>
                    <a:pt x="2896" y="6565"/>
                  </a:lnTo>
                  <a:lnTo>
                    <a:pt x="3205" y="6526"/>
                  </a:lnTo>
                  <a:lnTo>
                    <a:pt x="3476" y="6449"/>
                  </a:lnTo>
                  <a:lnTo>
                    <a:pt x="3784" y="6333"/>
                  </a:lnTo>
                  <a:lnTo>
                    <a:pt x="4055" y="6217"/>
                  </a:lnTo>
                  <a:lnTo>
                    <a:pt x="4325" y="6063"/>
                  </a:lnTo>
                  <a:lnTo>
                    <a:pt x="4557" y="5908"/>
                  </a:lnTo>
                  <a:lnTo>
                    <a:pt x="4788" y="5715"/>
                  </a:lnTo>
                  <a:lnTo>
                    <a:pt x="4981" y="5483"/>
                  </a:lnTo>
                  <a:lnTo>
                    <a:pt x="5175" y="5252"/>
                  </a:lnTo>
                  <a:lnTo>
                    <a:pt x="5329" y="4981"/>
                  </a:lnTo>
                  <a:lnTo>
                    <a:pt x="5483" y="4750"/>
                  </a:lnTo>
                  <a:lnTo>
                    <a:pt x="5599" y="4441"/>
                  </a:lnTo>
                  <a:lnTo>
                    <a:pt x="5677" y="4170"/>
                  </a:lnTo>
                  <a:lnTo>
                    <a:pt x="5754" y="3862"/>
                  </a:lnTo>
                  <a:lnTo>
                    <a:pt x="5792" y="3553"/>
                  </a:lnTo>
                  <a:lnTo>
                    <a:pt x="5792" y="3244"/>
                  </a:lnTo>
                  <a:lnTo>
                    <a:pt x="5792" y="2935"/>
                  </a:lnTo>
                  <a:lnTo>
                    <a:pt x="5715" y="2626"/>
                  </a:lnTo>
                  <a:lnTo>
                    <a:pt x="5638" y="2317"/>
                  </a:lnTo>
                  <a:lnTo>
                    <a:pt x="5561" y="2047"/>
                  </a:lnTo>
                  <a:lnTo>
                    <a:pt x="5406" y="1776"/>
                  </a:lnTo>
                  <a:lnTo>
                    <a:pt x="5252" y="1506"/>
                  </a:lnTo>
                  <a:lnTo>
                    <a:pt x="5059" y="1274"/>
                  </a:lnTo>
                  <a:lnTo>
                    <a:pt x="4866" y="1043"/>
                  </a:lnTo>
                  <a:lnTo>
                    <a:pt x="4634" y="811"/>
                  </a:lnTo>
                  <a:lnTo>
                    <a:pt x="4402" y="618"/>
                  </a:lnTo>
                  <a:lnTo>
                    <a:pt x="4132" y="463"/>
                  </a:lnTo>
                  <a:lnTo>
                    <a:pt x="3862" y="309"/>
                  </a:lnTo>
                  <a:lnTo>
                    <a:pt x="3591" y="193"/>
                  </a:lnTo>
                  <a:lnTo>
                    <a:pt x="3282" y="116"/>
                  </a:lnTo>
                  <a:lnTo>
                    <a:pt x="2974" y="39"/>
                  </a:lnTo>
                  <a:lnTo>
                    <a:pt x="266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4" name="Google Shape;5654;p22"/>
            <p:cNvSpPr/>
            <p:nvPr/>
          </p:nvSpPr>
          <p:spPr>
            <a:xfrm>
              <a:off x="3889150" y="3444900"/>
              <a:ext cx="329225" cy="242325"/>
            </a:xfrm>
            <a:custGeom>
              <a:avLst/>
              <a:gdLst/>
              <a:ahLst/>
              <a:cxnLst/>
              <a:rect l="l" t="t" r="r" b="b"/>
              <a:pathLst>
                <a:path w="13169" h="9693" extrusionOk="0">
                  <a:moveTo>
                    <a:pt x="5368" y="618"/>
                  </a:moveTo>
                  <a:lnTo>
                    <a:pt x="5947" y="773"/>
                  </a:lnTo>
                  <a:lnTo>
                    <a:pt x="6526" y="1005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3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7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2" y="3708"/>
                  </a:lnTo>
                  <a:lnTo>
                    <a:pt x="8573" y="3708"/>
                  </a:lnTo>
                  <a:lnTo>
                    <a:pt x="7723" y="3823"/>
                  </a:lnTo>
                  <a:lnTo>
                    <a:pt x="6874" y="3901"/>
                  </a:lnTo>
                  <a:lnTo>
                    <a:pt x="6410" y="3939"/>
                  </a:lnTo>
                  <a:lnTo>
                    <a:pt x="6179" y="3939"/>
                  </a:lnTo>
                  <a:lnTo>
                    <a:pt x="5986" y="3901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7" y="2626"/>
                  </a:lnTo>
                  <a:lnTo>
                    <a:pt x="5368" y="1970"/>
                  </a:lnTo>
                  <a:lnTo>
                    <a:pt x="5368" y="618"/>
                  </a:lnTo>
                  <a:close/>
                  <a:moveTo>
                    <a:pt x="2781" y="889"/>
                  </a:moveTo>
                  <a:lnTo>
                    <a:pt x="2626" y="3128"/>
                  </a:lnTo>
                  <a:lnTo>
                    <a:pt x="2626" y="3515"/>
                  </a:lnTo>
                  <a:lnTo>
                    <a:pt x="2588" y="3708"/>
                  </a:lnTo>
                  <a:lnTo>
                    <a:pt x="2510" y="3862"/>
                  </a:lnTo>
                  <a:lnTo>
                    <a:pt x="2433" y="4017"/>
                  </a:lnTo>
                  <a:lnTo>
                    <a:pt x="2317" y="4132"/>
                  </a:lnTo>
                  <a:lnTo>
                    <a:pt x="2124" y="4210"/>
                  </a:lnTo>
                  <a:lnTo>
                    <a:pt x="1893" y="4287"/>
                  </a:lnTo>
                  <a:lnTo>
                    <a:pt x="1545" y="4287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7" y="4017"/>
                  </a:lnTo>
                  <a:lnTo>
                    <a:pt x="502" y="3515"/>
                  </a:lnTo>
                  <a:lnTo>
                    <a:pt x="657" y="3013"/>
                  </a:lnTo>
                  <a:lnTo>
                    <a:pt x="889" y="2549"/>
                  </a:lnTo>
                  <a:lnTo>
                    <a:pt x="1159" y="2124"/>
                  </a:lnTo>
                  <a:lnTo>
                    <a:pt x="1506" y="1738"/>
                  </a:lnTo>
                  <a:lnTo>
                    <a:pt x="1893" y="1429"/>
                  </a:lnTo>
                  <a:lnTo>
                    <a:pt x="2317" y="1120"/>
                  </a:lnTo>
                  <a:lnTo>
                    <a:pt x="2781" y="889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4" y="5986"/>
                  </a:lnTo>
                  <a:lnTo>
                    <a:pt x="11430" y="6140"/>
                  </a:lnTo>
                  <a:lnTo>
                    <a:pt x="11353" y="6218"/>
                  </a:lnTo>
                  <a:lnTo>
                    <a:pt x="11237" y="6256"/>
                  </a:lnTo>
                  <a:lnTo>
                    <a:pt x="11083" y="6295"/>
                  </a:lnTo>
                  <a:lnTo>
                    <a:pt x="10928" y="6256"/>
                  </a:lnTo>
                  <a:lnTo>
                    <a:pt x="10774" y="6218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20" y="5523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3" y="1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5" y="387"/>
                  </a:lnTo>
                  <a:lnTo>
                    <a:pt x="2240" y="580"/>
                  </a:lnTo>
                  <a:lnTo>
                    <a:pt x="1854" y="812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9" y="1661"/>
                  </a:lnTo>
                  <a:lnTo>
                    <a:pt x="618" y="2009"/>
                  </a:lnTo>
                  <a:lnTo>
                    <a:pt x="425" y="2395"/>
                  </a:lnTo>
                  <a:lnTo>
                    <a:pt x="232" y="2781"/>
                  </a:lnTo>
                  <a:lnTo>
                    <a:pt x="116" y="3206"/>
                  </a:lnTo>
                  <a:lnTo>
                    <a:pt x="39" y="3669"/>
                  </a:lnTo>
                  <a:lnTo>
                    <a:pt x="0" y="4094"/>
                  </a:lnTo>
                  <a:lnTo>
                    <a:pt x="39" y="4557"/>
                  </a:lnTo>
                  <a:lnTo>
                    <a:pt x="348" y="4596"/>
                  </a:lnTo>
                  <a:lnTo>
                    <a:pt x="387" y="4287"/>
                  </a:lnTo>
                  <a:lnTo>
                    <a:pt x="966" y="4519"/>
                  </a:lnTo>
                  <a:lnTo>
                    <a:pt x="1313" y="4596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80"/>
                  </a:lnTo>
                  <a:lnTo>
                    <a:pt x="2742" y="4403"/>
                  </a:lnTo>
                  <a:lnTo>
                    <a:pt x="2858" y="4248"/>
                  </a:lnTo>
                  <a:lnTo>
                    <a:pt x="2897" y="4132"/>
                  </a:lnTo>
                  <a:lnTo>
                    <a:pt x="2974" y="3978"/>
                  </a:lnTo>
                  <a:lnTo>
                    <a:pt x="3012" y="3630"/>
                  </a:lnTo>
                  <a:lnTo>
                    <a:pt x="3012" y="2974"/>
                  </a:lnTo>
                  <a:lnTo>
                    <a:pt x="3128" y="773"/>
                  </a:lnTo>
                  <a:lnTo>
                    <a:pt x="3514" y="657"/>
                  </a:lnTo>
                  <a:lnTo>
                    <a:pt x="3939" y="580"/>
                  </a:lnTo>
                  <a:lnTo>
                    <a:pt x="4132" y="541"/>
                  </a:lnTo>
                  <a:lnTo>
                    <a:pt x="4403" y="541"/>
                  </a:lnTo>
                  <a:lnTo>
                    <a:pt x="5098" y="580"/>
                  </a:lnTo>
                  <a:lnTo>
                    <a:pt x="5020" y="1661"/>
                  </a:lnTo>
                  <a:lnTo>
                    <a:pt x="5059" y="2704"/>
                  </a:lnTo>
                  <a:lnTo>
                    <a:pt x="5098" y="3399"/>
                  </a:lnTo>
                  <a:lnTo>
                    <a:pt x="5175" y="3746"/>
                  </a:lnTo>
                  <a:lnTo>
                    <a:pt x="5213" y="3901"/>
                  </a:lnTo>
                  <a:lnTo>
                    <a:pt x="5291" y="4055"/>
                  </a:lnTo>
                  <a:lnTo>
                    <a:pt x="5407" y="4171"/>
                  </a:lnTo>
                  <a:lnTo>
                    <a:pt x="5561" y="4248"/>
                  </a:lnTo>
                  <a:lnTo>
                    <a:pt x="5715" y="4287"/>
                  </a:lnTo>
                  <a:lnTo>
                    <a:pt x="5870" y="4325"/>
                  </a:lnTo>
                  <a:lnTo>
                    <a:pt x="6217" y="4325"/>
                  </a:lnTo>
                  <a:lnTo>
                    <a:pt x="6565" y="4287"/>
                  </a:lnTo>
                  <a:lnTo>
                    <a:pt x="7608" y="4210"/>
                  </a:lnTo>
                  <a:lnTo>
                    <a:pt x="8650" y="4094"/>
                  </a:lnTo>
                  <a:lnTo>
                    <a:pt x="8650" y="4480"/>
                  </a:lnTo>
                  <a:lnTo>
                    <a:pt x="8612" y="4866"/>
                  </a:lnTo>
                  <a:lnTo>
                    <a:pt x="8612" y="4905"/>
                  </a:lnTo>
                  <a:lnTo>
                    <a:pt x="8612" y="5021"/>
                  </a:lnTo>
                  <a:lnTo>
                    <a:pt x="8650" y="5098"/>
                  </a:lnTo>
                  <a:lnTo>
                    <a:pt x="8766" y="5098"/>
                  </a:lnTo>
                  <a:lnTo>
                    <a:pt x="8843" y="5059"/>
                  </a:lnTo>
                  <a:lnTo>
                    <a:pt x="8959" y="5021"/>
                  </a:lnTo>
                  <a:lnTo>
                    <a:pt x="9036" y="4943"/>
                  </a:lnTo>
                  <a:lnTo>
                    <a:pt x="9191" y="4905"/>
                  </a:lnTo>
                  <a:lnTo>
                    <a:pt x="9384" y="4905"/>
                  </a:lnTo>
                  <a:lnTo>
                    <a:pt x="9809" y="4982"/>
                  </a:lnTo>
                  <a:lnTo>
                    <a:pt x="10195" y="5098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1" y="5445"/>
                  </a:lnTo>
                  <a:lnTo>
                    <a:pt x="10272" y="5600"/>
                  </a:lnTo>
                  <a:lnTo>
                    <a:pt x="10233" y="5754"/>
                  </a:lnTo>
                  <a:lnTo>
                    <a:pt x="10233" y="5909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8"/>
                  </a:lnTo>
                  <a:lnTo>
                    <a:pt x="10697" y="6604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4"/>
                  </a:lnTo>
                  <a:lnTo>
                    <a:pt x="11546" y="6526"/>
                  </a:lnTo>
                  <a:lnTo>
                    <a:pt x="11739" y="6411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3"/>
                  </a:lnTo>
                  <a:lnTo>
                    <a:pt x="12396" y="7222"/>
                  </a:lnTo>
                  <a:lnTo>
                    <a:pt x="12473" y="7569"/>
                  </a:lnTo>
                  <a:lnTo>
                    <a:pt x="12550" y="7917"/>
                  </a:lnTo>
                  <a:lnTo>
                    <a:pt x="12550" y="8264"/>
                  </a:lnTo>
                  <a:lnTo>
                    <a:pt x="12589" y="8998"/>
                  </a:lnTo>
                  <a:lnTo>
                    <a:pt x="12512" y="8998"/>
                  </a:lnTo>
                  <a:lnTo>
                    <a:pt x="12434" y="9075"/>
                  </a:lnTo>
                  <a:lnTo>
                    <a:pt x="12396" y="9114"/>
                  </a:lnTo>
                  <a:lnTo>
                    <a:pt x="12357" y="9191"/>
                  </a:lnTo>
                  <a:lnTo>
                    <a:pt x="11469" y="9307"/>
                  </a:lnTo>
                  <a:lnTo>
                    <a:pt x="11469" y="9693"/>
                  </a:lnTo>
                  <a:lnTo>
                    <a:pt x="12125" y="9654"/>
                  </a:lnTo>
                  <a:lnTo>
                    <a:pt x="12821" y="9616"/>
                  </a:lnTo>
                  <a:lnTo>
                    <a:pt x="12936" y="9577"/>
                  </a:lnTo>
                  <a:lnTo>
                    <a:pt x="13014" y="9500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8"/>
                  </a:lnTo>
                  <a:lnTo>
                    <a:pt x="13168" y="8766"/>
                  </a:lnTo>
                  <a:lnTo>
                    <a:pt x="13168" y="8496"/>
                  </a:lnTo>
                  <a:lnTo>
                    <a:pt x="13168" y="8226"/>
                  </a:lnTo>
                  <a:lnTo>
                    <a:pt x="13091" y="7724"/>
                  </a:lnTo>
                  <a:lnTo>
                    <a:pt x="12936" y="7183"/>
                  </a:lnTo>
                  <a:lnTo>
                    <a:pt x="12743" y="6681"/>
                  </a:lnTo>
                  <a:lnTo>
                    <a:pt x="12434" y="6218"/>
                  </a:lnTo>
                  <a:lnTo>
                    <a:pt x="12125" y="5793"/>
                  </a:lnTo>
                  <a:lnTo>
                    <a:pt x="11778" y="5445"/>
                  </a:lnTo>
                  <a:lnTo>
                    <a:pt x="11315" y="5098"/>
                  </a:lnTo>
                  <a:lnTo>
                    <a:pt x="10967" y="4905"/>
                  </a:lnTo>
                  <a:lnTo>
                    <a:pt x="10620" y="4750"/>
                  </a:lnTo>
                  <a:lnTo>
                    <a:pt x="10272" y="4596"/>
                  </a:lnTo>
                  <a:lnTo>
                    <a:pt x="9886" y="4480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8"/>
                  </a:lnTo>
                  <a:lnTo>
                    <a:pt x="9229" y="3515"/>
                  </a:lnTo>
                  <a:lnTo>
                    <a:pt x="9152" y="3090"/>
                  </a:lnTo>
                  <a:lnTo>
                    <a:pt x="8998" y="2665"/>
                  </a:lnTo>
                  <a:lnTo>
                    <a:pt x="8805" y="2279"/>
                  </a:lnTo>
                  <a:lnTo>
                    <a:pt x="8534" y="1931"/>
                  </a:lnTo>
                  <a:lnTo>
                    <a:pt x="8225" y="1584"/>
                  </a:lnTo>
                  <a:lnTo>
                    <a:pt x="7839" y="1275"/>
                  </a:lnTo>
                  <a:lnTo>
                    <a:pt x="7453" y="1005"/>
                  </a:lnTo>
                  <a:lnTo>
                    <a:pt x="7067" y="734"/>
                  </a:lnTo>
                  <a:lnTo>
                    <a:pt x="6642" y="503"/>
                  </a:lnTo>
                  <a:lnTo>
                    <a:pt x="6179" y="348"/>
                  </a:lnTo>
                  <a:lnTo>
                    <a:pt x="5715" y="194"/>
                  </a:lnTo>
                  <a:lnTo>
                    <a:pt x="5291" y="78"/>
                  </a:lnTo>
                  <a:lnTo>
                    <a:pt x="4827" y="39"/>
                  </a:lnTo>
                  <a:lnTo>
                    <a:pt x="440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5" name="Google Shape;5655;p22"/>
            <p:cNvSpPr/>
            <p:nvPr/>
          </p:nvSpPr>
          <p:spPr>
            <a:xfrm>
              <a:off x="4428800" y="3447800"/>
              <a:ext cx="257775" cy="315700"/>
            </a:xfrm>
            <a:custGeom>
              <a:avLst/>
              <a:gdLst/>
              <a:ahLst/>
              <a:cxnLst/>
              <a:rect l="l" t="t" r="r" b="b"/>
              <a:pathLst>
                <a:path w="10311" h="12628" extrusionOk="0">
                  <a:moveTo>
                    <a:pt x="6449" y="773"/>
                  </a:moveTo>
                  <a:lnTo>
                    <a:pt x="6410" y="2317"/>
                  </a:lnTo>
                  <a:lnTo>
                    <a:pt x="6449" y="3901"/>
                  </a:lnTo>
                  <a:lnTo>
                    <a:pt x="6526" y="6990"/>
                  </a:lnTo>
                  <a:lnTo>
                    <a:pt x="3514" y="6758"/>
                  </a:lnTo>
                  <a:lnTo>
                    <a:pt x="2008" y="6642"/>
                  </a:lnTo>
                  <a:lnTo>
                    <a:pt x="502" y="6604"/>
                  </a:lnTo>
                  <a:lnTo>
                    <a:pt x="1352" y="5986"/>
                  </a:lnTo>
                  <a:lnTo>
                    <a:pt x="2201" y="5291"/>
                  </a:lnTo>
                  <a:lnTo>
                    <a:pt x="2973" y="4557"/>
                  </a:lnTo>
                  <a:lnTo>
                    <a:pt x="3707" y="3823"/>
                  </a:lnTo>
                  <a:lnTo>
                    <a:pt x="4441" y="3090"/>
                  </a:lnTo>
                  <a:lnTo>
                    <a:pt x="5136" y="2356"/>
                  </a:lnTo>
                  <a:lnTo>
                    <a:pt x="5792" y="1584"/>
                  </a:lnTo>
                  <a:lnTo>
                    <a:pt x="6449" y="773"/>
                  </a:lnTo>
                  <a:close/>
                  <a:moveTo>
                    <a:pt x="6719" y="0"/>
                  </a:moveTo>
                  <a:lnTo>
                    <a:pt x="6642" y="39"/>
                  </a:lnTo>
                  <a:lnTo>
                    <a:pt x="6565" y="39"/>
                  </a:lnTo>
                  <a:lnTo>
                    <a:pt x="6487" y="116"/>
                  </a:lnTo>
                  <a:lnTo>
                    <a:pt x="4981" y="1854"/>
                  </a:lnTo>
                  <a:lnTo>
                    <a:pt x="4209" y="2703"/>
                  </a:lnTo>
                  <a:lnTo>
                    <a:pt x="3437" y="3514"/>
                  </a:lnTo>
                  <a:lnTo>
                    <a:pt x="2587" y="4287"/>
                  </a:lnTo>
                  <a:lnTo>
                    <a:pt x="1738" y="5059"/>
                  </a:lnTo>
                  <a:lnTo>
                    <a:pt x="888" y="5793"/>
                  </a:lnTo>
                  <a:lnTo>
                    <a:pt x="39" y="6604"/>
                  </a:lnTo>
                  <a:lnTo>
                    <a:pt x="0" y="6642"/>
                  </a:lnTo>
                  <a:lnTo>
                    <a:pt x="0" y="6681"/>
                  </a:lnTo>
                  <a:lnTo>
                    <a:pt x="39" y="6797"/>
                  </a:lnTo>
                  <a:lnTo>
                    <a:pt x="39" y="6835"/>
                  </a:lnTo>
                  <a:lnTo>
                    <a:pt x="0" y="6912"/>
                  </a:lnTo>
                  <a:lnTo>
                    <a:pt x="39" y="6990"/>
                  </a:lnTo>
                  <a:lnTo>
                    <a:pt x="116" y="7144"/>
                  </a:lnTo>
                  <a:lnTo>
                    <a:pt x="386" y="6990"/>
                  </a:lnTo>
                  <a:lnTo>
                    <a:pt x="1892" y="7144"/>
                  </a:lnTo>
                  <a:lnTo>
                    <a:pt x="3437" y="7299"/>
                  </a:lnTo>
                  <a:lnTo>
                    <a:pt x="6526" y="7453"/>
                  </a:lnTo>
                  <a:lnTo>
                    <a:pt x="6565" y="9307"/>
                  </a:lnTo>
                  <a:lnTo>
                    <a:pt x="6526" y="12627"/>
                  </a:lnTo>
                  <a:lnTo>
                    <a:pt x="6951" y="12627"/>
                  </a:lnTo>
                  <a:lnTo>
                    <a:pt x="6989" y="9461"/>
                  </a:lnTo>
                  <a:lnTo>
                    <a:pt x="6989" y="7492"/>
                  </a:lnTo>
                  <a:lnTo>
                    <a:pt x="8650" y="7569"/>
                  </a:lnTo>
                  <a:lnTo>
                    <a:pt x="10310" y="7646"/>
                  </a:lnTo>
                  <a:lnTo>
                    <a:pt x="10310" y="7183"/>
                  </a:lnTo>
                  <a:lnTo>
                    <a:pt x="8650" y="7106"/>
                  </a:lnTo>
                  <a:lnTo>
                    <a:pt x="6989" y="7028"/>
                  </a:lnTo>
                  <a:lnTo>
                    <a:pt x="7028" y="5368"/>
                  </a:lnTo>
                  <a:lnTo>
                    <a:pt x="6989" y="3707"/>
                  </a:lnTo>
                  <a:lnTo>
                    <a:pt x="6951" y="2047"/>
                  </a:lnTo>
                  <a:lnTo>
                    <a:pt x="6796" y="387"/>
                  </a:lnTo>
                  <a:lnTo>
                    <a:pt x="6989" y="194"/>
                  </a:lnTo>
                  <a:lnTo>
                    <a:pt x="6835" y="39"/>
                  </a:lnTo>
                  <a:lnTo>
                    <a:pt x="679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6" name="Google Shape;5656;p22"/>
            <p:cNvSpPr/>
            <p:nvPr/>
          </p:nvSpPr>
          <p:spPr>
            <a:xfrm>
              <a:off x="4598700" y="3452625"/>
              <a:ext cx="176675" cy="453750"/>
            </a:xfrm>
            <a:custGeom>
              <a:avLst/>
              <a:gdLst/>
              <a:ahLst/>
              <a:cxnLst/>
              <a:rect l="l" t="t" r="r" b="b"/>
              <a:pathLst>
                <a:path w="7067" h="18150" extrusionOk="0">
                  <a:moveTo>
                    <a:pt x="193" y="1"/>
                  </a:moveTo>
                  <a:lnTo>
                    <a:pt x="0" y="194"/>
                  </a:lnTo>
                  <a:lnTo>
                    <a:pt x="1622" y="1931"/>
                  </a:lnTo>
                  <a:lnTo>
                    <a:pt x="3244" y="3630"/>
                  </a:lnTo>
                  <a:lnTo>
                    <a:pt x="4016" y="4480"/>
                  </a:lnTo>
                  <a:lnTo>
                    <a:pt x="4750" y="5329"/>
                  </a:lnTo>
                  <a:lnTo>
                    <a:pt x="5484" y="6179"/>
                  </a:lnTo>
                  <a:lnTo>
                    <a:pt x="6217" y="6990"/>
                  </a:lnTo>
                  <a:lnTo>
                    <a:pt x="3514" y="6990"/>
                  </a:lnTo>
                  <a:lnTo>
                    <a:pt x="3514" y="7453"/>
                  </a:lnTo>
                  <a:lnTo>
                    <a:pt x="4943" y="7492"/>
                  </a:lnTo>
                  <a:lnTo>
                    <a:pt x="5677" y="7492"/>
                  </a:lnTo>
                  <a:lnTo>
                    <a:pt x="6372" y="7453"/>
                  </a:lnTo>
                  <a:lnTo>
                    <a:pt x="6024" y="7878"/>
                  </a:lnTo>
                  <a:lnTo>
                    <a:pt x="5715" y="8303"/>
                  </a:lnTo>
                  <a:lnTo>
                    <a:pt x="5136" y="9191"/>
                  </a:lnTo>
                  <a:lnTo>
                    <a:pt x="4248" y="10658"/>
                  </a:lnTo>
                  <a:lnTo>
                    <a:pt x="3360" y="12087"/>
                  </a:lnTo>
                  <a:lnTo>
                    <a:pt x="1584" y="14983"/>
                  </a:lnTo>
                  <a:lnTo>
                    <a:pt x="773" y="16450"/>
                  </a:lnTo>
                  <a:lnTo>
                    <a:pt x="348" y="17184"/>
                  </a:lnTo>
                  <a:lnTo>
                    <a:pt x="0" y="17918"/>
                  </a:lnTo>
                  <a:lnTo>
                    <a:pt x="309" y="18149"/>
                  </a:lnTo>
                  <a:lnTo>
                    <a:pt x="1159" y="16759"/>
                  </a:lnTo>
                  <a:lnTo>
                    <a:pt x="1970" y="15369"/>
                  </a:lnTo>
                  <a:lnTo>
                    <a:pt x="2781" y="13979"/>
                  </a:lnTo>
                  <a:lnTo>
                    <a:pt x="3592" y="12589"/>
                  </a:lnTo>
                  <a:lnTo>
                    <a:pt x="4441" y="11199"/>
                  </a:lnTo>
                  <a:lnTo>
                    <a:pt x="5291" y="9809"/>
                  </a:lnTo>
                  <a:lnTo>
                    <a:pt x="5715" y="9191"/>
                  </a:lnTo>
                  <a:lnTo>
                    <a:pt x="6179" y="8612"/>
                  </a:lnTo>
                  <a:lnTo>
                    <a:pt x="6603" y="8032"/>
                  </a:lnTo>
                  <a:lnTo>
                    <a:pt x="6990" y="7453"/>
                  </a:lnTo>
                  <a:lnTo>
                    <a:pt x="6990" y="7376"/>
                  </a:lnTo>
                  <a:lnTo>
                    <a:pt x="7067" y="7299"/>
                  </a:lnTo>
                  <a:lnTo>
                    <a:pt x="7028" y="7183"/>
                  </a:lnTo>
                  <a:lnTo>
                    <a:pt x="6990" y="7067"/>
                  </a:lnTo>
                  <a:lnTo>
                    <a:pt x="6874" y="7028"/>
                  </a:lnTo>
                  <a:lnTo>
                    <a:pt x="6835" y="7028"/>
                  </a:lnTo>
                  <a:lnTo>
                    <a:pt x="6102" y="6102"/>
                  </a:lnTo>
                  <a:lnTo>
                    <a:pt x="5291" y="5175"/>
                  </a:lnTo>
                  <a:lnTo>
                    <a:pt x="3669" y="3437"/>
                  </a:lnTo>
                  <a:lnTo>
                    <a:pt x="1970" y="1700"/>
                  </a:lnTo>
                  <a:lnTo>
                    <a:pt x="1082" y="811"/>
                  </a:lnTo>
                  <a:lnTo>
                    <a:pt x="19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7" name="Google Shape;5657;p22"/>
            <p:cNvSpPr/>
            <p:nvPr/>
          </p:nvSpPr>
          <p:spPr>
            <a:xfrm>
              <a:off x="3921000" y="3458425"/>
              <a:ext cx="254900" cy="267425"/>
            </a:xfrm>
            <a:custGeom>
              <a:avLst/>
              <a:gdLst/>
              <a:ahLst/>
              <a:cxnLst/>
              <a:rect l="l" t="t" r="r" b="b"/>
              <a:pathLst>
                <a:path w="10196" h="10697" extrusionOk="0">
                  <a:moveTo>
                    <a:pt x="8264" y="7298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59" y="7569"/>
                  </a:lnTo>
                  <a:lnTo>
                    <a:pt x="9152" y="7723"/>
                  </a:lnTo>
                  <a:lnTo>
                    <a:pt x="9346" y="7916"/>
                  </a:lnTo>
                  <a:lnTo>
                    <a:pt x="9500" y="8109"/>
                  </a:lnTo>
                  <a:lnTo>
                    <a:pt x="9616" y="8341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2"/>
                  </a:lnTo>
                  <a:lnTo>
                    <a:pt x="9539" y="9422"/>
                  </a:lnTo>
                  <a:lnTo>
                    <a:pt x="9384" y="9654"/>
                  </a:lnTo>
                  <a:lnTo>
                    <a:pt x="9191" y="9847"/>
                  </a:lnTo>
                  <a:lnTo>
                    <a:pt x="8959" y="10040"/>
                  </a:lnTo>
                  <a:lnTo>
                    <a:pt x="8689" y="10117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40" y="10079"/>
                  </a:lnTo>
                  <a:lnTo>
                    <a:pt x="7608" y="9963"/>
                  </a:lnTo>
                  <a:lnTo>
                    <a:pt x="7376" y="9808"/>
                  </a:lnTo>
                  <a:lnTo>
                    <a:pt x="7183" y="9577"/>
                  </a:lnTo>
                  <a:lnTo>
                    <a:pt x="7029" y="9345"/>
                  </a:lnTo>
                  <a:lnTo>
                    <a:pt x="6951" y="9075"/>
                  </a:lnTo>
                  <a:lnTo>
                    <a:pt x="6913" y="8804"/>
                  </a:lnTo>
                  <a:lnTo>
                    <a:pt x="6951" y="8534"/>
                  </a:lnTo>
                  <a:lnTo>
                    <a:pt x="7029" y="8264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3"/>
                  </a:lnTo>
                  <a:lnTo>
                    <a:pt x="7724" y="7569"/>
                  </a:lnTo>
                  <a:lnTo>
                    <a:pt x="8148" y="7337"/>
                  </a:lnTo>
                  <a:lnTo>
                    <a:pt x="8226" y="7298"/>
                  </a:lnTo>
                  <a:close/>
                  <a:moveTo>
                    <a:pt x="2858" y="0"/>
                  </a:moveTo>
                  <a:lnTo>
                    <a:pt x="2665" y="39"/>
                  </a:lnTo>
                  <a:lnTo>
                    <a:pt x="2665" y="77"/>
                  </a:lnTo>
                  <a:lnTo>
                    <a:pt x="2627" y="1352"/>
                  </a:lnTo>
                  <a:lnTo>
                    <a:pt x="2627" y="2587"/>
                  </a:lnTo>
                  <a:lnTo>
                    <a:pt x="2665" y="3823"/>
                  </a:lnTo>
                  <a:lnTo>
                    <a:pt x="2704" y="5097"/>
                  </a:lnTo>
                  <a:lnTo>
                    <a:pt x="2897" y="7491"/>
                  </a:lnTo>
                  <a:lnTo>
                    <a:pt x="2897" y="8148"/>
                  </a:lnTo>
                  <a:lnTo>
                    <a:pt x="2935" y="8457"/>
                  </a:lnTo>
                  <a:lnTo>
                    <a:pt x="2974" y="8611"/>
                  </a:lnTo>
                  <a:lnTo>
                    <a:pt x="3051" y="8766"/>
                  </a:lnTo>
                  <a:lnTo>
                    <a:pt x="1545" y="8727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6"/>
                  </a:lnTo>
                  <a:lnTo>
                    <a:pt x="773" y="9113"/>
                  </a:lnTo>
                  <a:lnTo>
                    <a:pt x="1545" y="9152"/>
                  </a:lnTo>
                  <a:lnTo>
                    <a:pt x="3129" y="9229"/>
                  </a:lnTo>
                  <a:lnTo>
                    <a:pt x="4828" y="9306"/>
                  </a:lnTo>
                  <a:lnTo>
                    <a:pt x="5677" y="9306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7"/>
                  </a:lnTo>
                  <a:lnTo>
                    <a:pt x="6990" y="10079"/>
                  </a:lnTo>
                  <a:lnTo>
                    <a:pt x="7222" y="10310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6"/>
                  </a:lnTo>
                  <a:lnTo>
                    <a:pt x="8728" y="10619"/>
                  </a:lnTo>
                  <a:lnTo>
                    <a:pt x="9037" y="10542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2"/>
                  </a:lnTo>
                  <a:lnTo>
                    <a:pt x="10156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6" y="8418"/>
                  </a:lnTo>
                  <a:lnTo>
                    <a:pt x="10041" y="8071"/>
                  </a:lnTo>
                  <a:lnTo>
                    <a:pt x="9848" y="7762"/>
                  </a:lnTo>
                  <a:lnTo>
                    <a:pt x="9616" y="7491"/>
                  </a:lnTo>
                  <a:lnTo>
                    <a:pt x="9307" y="7260"/>
                  </a:lnTo>
                  <a:lnTo>
                    <a:pt x="8998" y="7105"/>
                  </a:lnTo>
                  <a:lnTo>
                    <a:pt x="8650" y="7028"/>
                  </a:lnTo>
                  <a:lnTo>
                    <a:pt x="8303" y="7028"/>
                  </a:lnTo>
                  <a:lnTo>
                    <a:pt x="8187" y="7067"/>
                  </a:lnTo>
                  <a:lnTo>
                    <a:pt x="8148" y="7028"/>
                  </a:lnTo>
                  <a:lnTo>
                    <a:pt x="8071" y="6989"/>
                  </a:lnTo>
                  <a:lnTo>
                    <a:pt x="7917" y="6989"/>
                  </a:lnTo>
                  <a:lnTo>
                    <a:pt x="7724" y="7028"/>
                  </a:lnTo>
                  <a:lnTo>
                    <a:pt x="7415" y="7144"/>
                  </a:lnTo>
                  <a:lnTo>
                    <a:pt x="7144" y="7337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49" y="8534"/>
                  </a:lnTo>
                  <a:lnTo>
                    <a:pt x="6449" y="8843"/>
                  </a:lnTo>
                  <a:lnTo>
                    <a:pt x="5716" y="8804"/>
                  </a:lnTo>
                  <a:lnTo>
                    <a:pt x="4943" y="8766"/>
                  </a:lnTo>
                  <a:lnTo>
                    <a:pt x="3476" y="8766"/>
                  </a:lnTo>
                  <a:lnTo>
                    <a:pt x="3476" y="8727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7" y="8534"/>
                  </a:lnTo>
                  <a:lnTo>
                    <a:pt x="3360" y="8495"/>
                  </a:lnTo>
                  <a:lnTo>
                    <a:pt x="3283" y="8495"/>
                  </a:lnTo>
                  <a:lnTo>
                    <a:pt x="3206" y="8534"/>
                  </a:lnTo>
                  <a:lnTo>
                    <a:pt x="3283" y="8380"/>
                  </a:lnTo>
                  <a:lnTo>
                    <a:pt x="3283" y="8225"/>
                  </a:lnTo>
                  <a:lnTo>
                    <a:pt x="3283" y="8109"/>
                  </a:lnTo>
                  <a:lnTo>
                    <a:pt x="3283" y="7955"/>
                  </a:lnTo>
                  <a:lnTo>
                    <a:pt x="3206" y="7337"/>
                  </a:lnTo>
                  <a:lnTo>
                    <a:pt x="3129" y="6449"/>
                  </a:lnTo>
                  <a:lnTo>
                    <a:pt x="3013" y="4325"/>
                  </a:lnTo>
                  <a:lnTo>
                    <a:pt x="2935" y="2201"/>
                  </a:lnTo>
                  <a:lnTo>
                    <a:pt x="2897" y="77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8" name="Google Shape;5658;p22"/>
            <p:cNvSpPr/>
            <p:nvPr/>
          </p:nvSpPr>
          <p:spPr>
            <a:xfrm>
              <a:off x="1220850" y="3492200"/>
              <a:ext cx="274200" cy="516500"/>
            </a:xfrm>
            <a:custGeom>
              <a:avLst/>
              <a:gdLst/>
              <a:ahLst/>
              <a:cxnLst/>
              <a:rect l="l" t="t" r="r" b="b"/>
              <a:pathLst>
                <a:path w="10968" h="20660" extrusionOk="0">
                  <a:moveTo>
                    <a:pt x="1468" y="657"/>
                  </a:moveTo>
                  <a:lnTo>
                    <a:pt x="2086" y="1005"/>
                  </a:lnTo>
                  <a:lnTo>
                    <a:pt x="2665" y="1391"/>
                  </a:lnTo>
                  <a:lnTo>
                    <a:pt x="3052" y="1661"/>
                  </a:lnTo>
                  <a:lnTo>
                    <a:pt x="3438" y="1970"/>
                  </a:lnTo>
                  <a:lnTo>
                    <a:pt x="3592" y="2125"/>
                  </a:lnTo>
                  <a:lnTo>
                    <a:pt x="3708" y="2279"/>
                  </a:lnTo>
                  <a:lnTo>
                    <a:pt x="3862" y="2588"/>
                  </a:lnTo>
                  <a:lnTo>
                    <a:pt x="3978" y="2935"/>
                  </a:lnTo>
                  <a:lnTo>
                    <a:pt x="4055" y="3322"/>
                  </a:lnTo>
                  <a:lnTo>
                    <a:pt x="5098" y="7492"/>
                  </a:lnTo>
                  <a:lnTo>
                    <a:pt x="7222" y="16180"/>
                  </a:lnTo>
                  <a:lnTo>
                    <a:pt x="7261" y="16258"/>
                  </a:lnTo>
                  <a:lnTo>
                    <a:pt x="7299" y="16296"/>
                  </a:lnTo>
                  <a:lnTo>
                    <a:pt x="7369" y="16331"/>
                  </a:lnTo>
                  <a:lnTo>
                    <a:pt x="7369" y="16331"/>
                  </a:lnTo>
                  <a:lnTo>
                    <a:pt x="6990" y="16489"/>
                  </a:lnTo>
                  <a:lnTo>
                    <a:pt x="6334" y="14481"/>
                  </a:lnTo>
                  <a:lnTo>
                    <a:pt x="5677" y="12512"/>
                  </a:lnTo>
                  <a:lnTo>
                    <a:pt x="4287" y="8573"/>
                  </a:lnTo>
                  <a:lnTo>
                    <a:pt x="2858" y="4634"/>
                  </a:lnTo>
                  <a:lnTo>
                    <a:pt x="1468" y="657"/>
                  </a:lnTo>
                  <a:close/>
                  <a:moveTo>
                    <a:pt x="1121" y="503"/>
                  </a:moveTo>
                  <a:lnTo>
                    <a:pt x="1121" y="580"/>
                  </a:lnTo>
                  <a:lnTo>
                    <a:pt x="3940" y="8573"/>
                  </a:lnTo>
                  <a:lnTo>
                    <a:pt x="5368" y="12551"/>
                  </a:lnTo>
                  <a:lnTo>
                    <a:pt x="6102" y="14558"/>
                  </a:lnTo>
                  <a:lnTo>
                    <a:pt x="6874" y="16528"/>
                  </a:lnTo>
                  <a:lnTo>
                    <a:pt x="6681" y="16566"/>
                  </a:lnTo>
                  <a:lnTo>
                    <a:pt x="5755" y="14636"/>
                  </a:lnTo>
                  <a:lnTo>
                    <a:pt x="4789" y="12705"/>
                  </a:lnTo>
                  <a:lnTo>
                    <a:pt x="2820" y="8882"/>
                  </a:lnTo>
                  <a:lnTo>
                    <a:pt x="1777" y="6951"/>
                  </a:lnTo>
                  <a:lnTo>
                    <a:pt x="773" y="4982"/>
                  </a:lnTo>
                  <a:lnTo>
                    <a:pt x="657" y="4712"/>
                  </a:lnTo>
                  <a:lnTo>
                    <a:pt x="580" y="4441"/>
                  </a:lnTo>
                  <a:lnTo>
                    <a:pt x="542" y="4171"/>
                  </a:lnTo>
                  <a:lnTo>
                    <a:pt x="503" y="3901"/>
                  </a:lnTo>
                  <a:lnTo>
                    <a:pt x="503" y="3322"/>
                  </a:lnTo>
                  <a:lnTo>
                    <a:pt x="542" y="2781"/>
                  </a:lnTo>
                  <a:lnTo>
                    <a:pt x="657" y="2202"/>
                  </a:lnTo>
                  <a:lnTo>
                    <a:pt x="812" y="1623"/>
                  </a:lnTo>
                  <a:lnTo>
                    <a:pt x="1121" y="503"/>
                  </a:lnTo>
                  <a:close/>
                  <a:moveTo>
                    <a:pt x="9886" y="13786"/>
                  </a:moveTo>
                  <a:lnTo>
                    <a:pt x="10041" y="13825"/>
                  </a:lnTo>
                  <a:lnTo>
                    <a:pt x="10157" y="13902"/>
                  </a:lnTo>
                  <a:lnTo>
                    <a:pt x="10311" y="14018"/>
                  </a:lnTo>
                  <a:lnTo>
                    <a:pt x="10581" y="14481"/>
                  </a:lnTo>
                  <a:lnTo>
                    <a:pt x="10620" y="14674"/>
                  </a:lnTo>
                  <a:lnTo>
                    <a:pt x="10620" y="14906"/>
                  </a:lnTo>
                  <a:lnTo>
                    <a:pt x="10581" y="15099"/>
                  </a:lnTo>
                  <a:lnTo>
                    <a:pt x="10504" y="15254"/>
                  </a:lnTo>
                  <a:lnTo>
                    <a:pt x="10311" y="15640"/>
                  </a:lnTo>
                  <a:lnTo>
                    <a:pt x="10041" y="15910"/>
                  </a:lnTo>
                  <a:lnTo>
                    <a:pt x="9655" y="16296"/>
                  </a:lnTo>
                  <a:lnTo>
                    <a:pt x="9191" y="16605"/>
                  </a:lnTo>
                  <a:lnTo>
                    <a:pt x="8728" y="16914"/>
                  </a:lnTo>
                  <a:lnTo>
                    <a:pt x="8265" y="17184"/>
                  </a:lnTo>
                  <a:lnTo>
                    <a:pt x="8149" y="17184"/>
                  </a:lnTo>
                  <a:lnTo>
                    <a:pt x="8071" y="17262"/>
                  </a:lnTo>
                  <a:lnTo>
                    <a:pt x="7724" y="17416"/>
                  </a:lnTo>
                  <a:lnTo>
                    <a:pt x="7029" y="17725"/>
                  </a:lnTo>
                  <a:lnTo>
                    <a:pt x="6295" y="17995"/>
                  </a:lnTo>
                  <a:lnTo>
                    <a:pt x="5523" y="18150"/>
                  </a:lnTo>
                  <a:lnTo>
                    <a:pt x="4789" y="18304"/>
                  </a:lnTo>
                  <a:lnTo>
                    <a:pt x="4403" y="18343"/>
                  </a:lnTo>
                  <a:lnTo>
                    <a:pt x="4055" y="18343"/>
                  </a:lnTo>
                  <a:lnTo>
                    <a:pt x="3669" y="18266"/>
                  </a:lnTo>
                  <a:lnTo>
                    <a:pt x="3515" y="18227"/>
                  </a:lnTo>
                  <a:lnTo>
                    <a:pt x="3360" y="18150"/>
                  </a:lnTo>
                  <a:lnTo>
                    <a:pt x="3245" y="18034"/>
                  </a:lnTo>
                  <a:lnTo>
                    <a:pt x="3129" y="17957"/>
                  </a:lnTo>
                  <a:lnTo>
                    <a:pt x="2974" y="17686"/>
                  </a:lnTo>
                  <a:lnTo>
                    <a:pt x="2858" y="17377"/>
                  </a:lnTo>
                  <a:lnTo>
                    <a:pt x="2858" y="17068"/>
                  </a:lnTo>
                  <a:lnTo>
                    <a:pt x="2897" y="16875"/>
                  </a:lnTo>
                  <a:lnTo>
                    <a:pt x="2974" y="16721"/>
                  </a:lnTo>
                  <a:lnTo>
                    <a:pt x="3090" y="16566"/>
                  </a:lnTo>
                  <a:lnTo>
                    <a:pt x="3206" y="16451"/>
                  </a:lnTo>
                  <a:lnTo>
                    <a:pt x="3322" y="16373"/>
                  </a:lnTo>
                  <a:lnTo>
                    <a:pt x="3476" y="16296"/>
                  </a:lnTo>
                  <a:lnTo>
                    <a:pt x="3592" y="16296"/>
                  </a:lnTo>
                  <a:lnTo>
                    <a:pt x="3708" y="16335"/>
                  </a:lnTo>
                  <a:lnTo>
                    <a:pt x="3824" y="16451"/>
                  </a:lnTo>
                  <a:lnTo>
                    <a:pt x="3940" y="16605"/>
                  </a:lnTo>
                  <a:lnTo>
                    <a:pt x="4094" y="16798"/>
                  </a:lnTo>
                  <a:lnTo>
                    <a:pt x="4210" y="17068"/>
                  </a:lnTo>
                  <a:lnTo>
                    <a:pt x="4055" y="17068"/>
                  </a:lnTo>
                  <a:lnTo>
                    <a:pt x="3978" y="17107"/>
                  </a:lnTo>
                  <a:lnTo>
                    <a:pt x="3940" y="17184"/>
                  </a:lnTo>
                  <a:lnTo>
                    <a:pt x="3978" y="17300"/>
                  </a:lnTo>
                  <a:lnTo>
                    <a:pt x="4055" y="17339"/>
                  </a:lnTo>
                  <a:lnTo>
                    <a:pt x="4828" y="17339"/>
                  </a:lnTo>
                  <a:lnTo>
                    <a:pt x="5639" y="17262"/>
                  </a:lnTo>
                  <a:lnTo>
                    <a:pt x="6450" y="17107"/>
                  </a:lnTo>
                  <a:lnTo>
                    <a:pt x="7261" y="16875"/>
                  </a:lnTo>
                  <a:lnTo>
                    <a:pt x="7647" y="16721"/>
                  </a:lnTo>
                  <a:lnTo>
                    <a:pt x="8033" y="16528"/>
                  </a:lnTo>
                  <a:lnTo>
                    <a:pt x="8419" y="16335"/>
                  </a:lnTo>
                  <a:lnTo>
                    <a:pt x="8728" y="16103"/>
                  </a:lnTo>
                  <a:lnTo>
                    <a:pt x="9075" y="15871"/>
                  </a:lnTo>
                  <a:lnTo>
                    <a:pt x="9384" y="15601"/>
                  </a:lnTo>
                  <a:lnTo>
                    <a:pt x="9616" y="15331"/>
                  </a:lnTo>
                  <a:lnTo>
                    <a:pt x="9886" y="15022"/>
                  </a:lnTo>
                  <a:lnTo>
                    <a:pt x="9886" y="14945"/>
                  </a:lnTo>
                  <a:lnTo>
                    <a:pt x="9886" y="14906"/>
                  </a:lnTo>
                  <a:lnTo>
                    <a:pt x="9848" y="14829"/>
                  </a:lnTo>
                  <a:lnTo>
                    <a:pt x="9809" y="14790"/>
                  </a:lnTo>
                  <a:lnTo>
                    <a:pt x="9732" y="14752"/>
                  </a:lnTo>
                  <a:lnTo>
                    <a:pt x="9616" y="14752"/>
                  </a:lnTo>
                  <a:lnTo>
                    <a:pt x="9539" y="14790"/>
                  </a:lnTo>
                  <a:lnTo>
                    <a:pt x="9307" y="15099"/>
                  </a:lnTo>
                  <a:lnTo>
                    <a:pt x="9114" y="14945"/>
                  </a:lnTo>
                  <a:lnTo>
                    <a:pt x="9037" y="14829"/>
                  </a:lnTo>
                  <a:lnTo>
                    <a:pt x="8998" y="14674"/>
                  </a:lnTo>
                  <a:lnTo>
                    <a:pt x="8998" y="14558"/>
                  </a:lnTo>
                  <a:lnTo>
                    <a:pt x="9037" y="14404"/>
                  </a:lnTo>
                  <a:lnTo>
                    <a:pt x="9114" y="14288"/>
                  </a:lnTo>
                  <a:lnTo>
                    <a:pt x="9346" y="14056"/>
                  </a:lnTo>
                  <a:lnTo>
                    <a:pt x="9462" y="13941"/>
                  </a:lnTo>
                  <a:lnTo>
                    <a:pt x="9539" y="13825"/>
                  </a:lnTo>
                  <a:lnTo>
                    <a:pt x="9655" y="13786"/>
                  </a:lnTo>
                  <a:close/>
                  <a:moveTo>
                    <a:pt x="889" y="1"/>
                  </a:moveTo>
                  <a:lnTo>
                    <a:pt x="812" y="78"/>
                  </a:lnTo>
                  <a:lnTo>
                    <a:pt x="773" y="155"/>
                  </a:lnTo>
                  <a:lnTo>
                    <a:pt x="194" y="2511"/>
                  </a:lnTo>
                  <a:lnTo>
                    <a:pt x="117" y="2897"/>
                  </a:lnTo>
                  <a:lnTo>
                    <a:pt x="40" y="3322"/>
                  </a:lnTo>
                  <a:lnTo>
                    <a:pt x="1" y="3746"/>
                  </a:lnTo>
                  <a:lnTo>
                    <a:pt x="1" y="4210"/>
                  </a:lnTo>
                  <a:lnTo>
                    <a:pt x="78" y="4441"/>
                  </a:lnTo>
                  <a:lnTo>
                    <a:pt x="155" y="4673"/>
                  </a:lnTo>
                  <a:lnTo>
                    <a:pt x="348" y="5136"/>
                  </a:lnTo>
                  <a:lnTo>
                    <a:pt x="850" y="6025"/>
                  </a:lnTo>
                  <a:lnTo>
                    <a:pt x="1970" y="8187"/>
                  </a:lnTo>
                  <a:lnTo>
                    <a:pt x="4133" y="12435"/>
                  </a:lnTo>
                  <a:lnTo>
                    <a:pt x="5253" y="14558"/>
                  </a:lnTo>
                  <a:lnTo>
                    <a:pt x="6411" y="16682"/>
                  </a:lnTo>
                  <a:lnTo>
                    <a:pt x="5484" y="16875"/>
                  </a:lnTo>
                  <a:lnTo>
                    <a:pt x="4596" y="16991"/>
                  </a:lnTo>
                  <a:lnTo>
                    <a:pt x="4596" y="16991"/>
                  </a:lnTo>
                  <a:lnTo>
                    <a:pt x="4673" y="16837"/>
                  </a:lnTo>
                  <a:lnTo>
                    <a:pt x="4712" y="16682"/>
                  </a:lnTo>
                  <a:lnTo>
                    <a:pt x="4712" y="16528"/>
                  </a:lnTo>
                  <a:lnTo>
                    <a:pt x="4635" y="16373"/>
                  </a:lnTo>
                  <a:lnTo>
                    <a:pt x="4557" y="16219"/>
                  </a:lnTo>
                  <a:lnTo>
                    <a:pt x="4442" y="16103"/>
                  </a:lnTo>
                  <a:lnTo>
                    <a:pt x="4326" y="15987"/>
                  </a:lnTo>
                  <a:lnTo>
                    <a:pt x="4133" y="15910"/>
                  </a:lnTo>
                  <a:lnTo>
                    <a:pt x="3862" y="15871"/>
                  </a:lnTo>
                  <a:lnTo>
                    <a:pt x="3592" y="15871"/>
                  </a:lnTo>
                  <a:lnTo>
                    <a:pt x="3322" y="15949"/>
                  </a:lnTo>
                  <a:lnTo>
                    <a:pt x="3090" y="16103"/>
                  </a:lnTo>
                  <a:lnTo>
                    <a:pt x="2897" y="16258"/>
                  </a:lnTo>
                  <a:lnTo>
                    <a:pt x="2743" y="16489"/>
                  </a:lnTo>
                  <a:lnTo>
                    <a:pt x="2588" y="16721"/>
                  </a:lnTo>
                  <a:lnTo>
                    <a:pt x="2550" y="16991"/>
                  </a:lnTo>
                  <a:lnTo>
                    <a:pt x="2511" y="17416"/>
                  </a:lnTo>
                  <a:lnTo>
                    <a:pt x="2550" y="17725"/>
                  </a:lnTo>
                  <a:lnTo>
                    <a:pt x="2704" y="17995"/>
                  </a:lnTo>
                  <a:lnTo>
                    <a:pt x="2858" y="18227"/>
                  </a:lnTo>
                  <a:lnTo>
                    <a:pt x="3129" y="18381"/>
                  </a:lnTo>
                  <a:lnTo>
                    <a:pt x="3399" y="18497"/>
                  </a:lnTo>
                  <a:lnTo>
                    <a:pt x="3747" y="18574"/>
                  </a:lnTo>
                  <a:lnTo>
                    <a:pt x="4094" y="18613"/>
                  </a:lnTo>
                  <a:lnTo>
                    <a:pt x="4442" y="18613"/>
                  </a:lnTo>
                  <a:lnTo>
                    <a:pt x="4828" y="18574"/>
                  </a:lnTo>
                  <a:lnTo>
                    <a:pt x="5639" y="18420"/>
                  </a:lnTo>
                  <a:lnTo>
                    <a:pt x="6334" y="18266"/>
                  </a:lnTo>
                  <a:lnTo>
                    <a:pt x="6952" y="18072"/>
                  </a:lnTo>
                  <a:lnTo>
                    <a:pt x="7067" y="18034"/>
                  </a:lnTo>
                  <a:lnTo>
                    <a:pt x="7299" y="17957"/>
                  </a:lnTo>
                  <a:lnTo>
                    <a:pt x="8149" y="17570"/>
                  </a:lnTo>
                  <a:lnTo>
                    <a:pt x="8612" y="18497"/>
                  </a:lnTo>
                  <a:lnTo>
                    <a:pt x="9037" y="19463"/>
                  </a:lnTo>
                  <a:lnTo>
                    <a:pt x="9269" y="20003"/>
                  </a:lnTo>
                  <a:lnTo>
                    <a:pt x="9423" y="20351"/>
                  </a:lnTo>
                  <a:lnTo>
                    <a:pt x="9539" y="20660"/>
                  </a:lnTo>
                  <a:lnTo>
                    <a:pt x="9770" y="20621"/>
                  </a:lnTo>
                  <a:lnTo>
                    <a:pt x="9693" y="20428"/>
                  </a:lnTo>
                  <a:lnTo>
                    <a:pt x="9423" y="19656"/>
                  </a:lnTo>
                  <a:lnTo>
                    <a:pt x="9114" y="18922"/>
                  </a:lnTo>
                  <a:lnTo>
                    <a:pt x="8767" y="18150"/>
                  </a:lnTo>
                  <a:lnTo>
                    <a:pt x="8419" y="17416"/>
                  </a:lnTo>
                  <a:lnTo>
                    <a:pt x="8960" y="17107"/>
                  </a:lnTo>
                  <a:lnTo>
                    <a:pt x="9539" y="16760"/>
                  </a:lnTo>
                  <a:lnTo>
                    <a:pt x="10041" y="16373"/>
                  </a:lnTo>
                  <a:lnTo>
                    <a:pt x="10272" y="16180"/>
                  </a:lnTo>
                  <a:lnTo>
                    <a:pt x="10466" y="15949"/>
                  </a:lnTo>
                  <a:lnTo>
                    <a:pt x="10659" y="15717"/>
                  </a:lnTo>
                  <a:lnTo>
                    <a:pt x="10813" y="15485"/>
                  </a:lnTo>
                  <a:lnTo>
                    <a:pt x="10929" y="15254"/>
                  </a:lnTo>
                  <a:lnTo>
                    <a:pt x="10968" y="14983"/>
                  </a:lnTo>
                  <a:lnTo>
                    <a:pt x="10968" y="14752"/>
                  </a:lnTo>
                  <a:lnTo>
                    <a:pt x="10929" y="14520"/>
                  </a:lnTo>
                  <a:lnTo>
                    <a:pt x="10852" y="14250"/>
                  </a:lnTo>
                  <a:lnTo>
                    <a:pt x="10659" y="13979"/>
                  </a:lnTo>
                  <a:lnTo>
                    <a:pt x="10504" y="13825"/>
                  </a:lnTo>
                  <a:lnTo>
                    <a:pt x="10272" y="13670"/>
                  </a:lnTo>
                  <a:lnTo>
                    <a:pt x="10041" y="13555"/>
                  </a:lnTo>
                  <a:lnTo>
                    <a:pt x="9809" y="13516"/>
                  </a:lnTo>
                  <a:lnTo>
                    <a:pt x="9539" y="13516"/>
                  </a:lnTo>
                  <a:lnTo>
                    <a:pt x="9307" y="13555"/>
                  </a:lnTo>
                  <a:lnTo>
                    <a:pt x="9075" y="13670"/>
                  </a:lnTo>
                  <a:lnTo>
                    <a:pt x="8882" y="13863"/>
                  </a:lnTo>
                  <a:lnTo>
                    <a:pt x="8767" y="14056"/>
                  </a:lnTo>
                  <a:lnTo>
                    <a:pt x="8728" y="14250"/>
                  </a:lnTo>
                  <a:lnTo>
                    <a:pt x="8689" y="14443"/>
                  </a:lnTo>
                  <a:lnTo>
                    <a:pt x="8689" y="14636"/>
                  </a:lnTo>
                  <a:lnTo>
                    <a:pt x="8728" y="14829"/>
                  </a:lnTo>
                  <a:lnTo>
                    <a:pt x="8805" y="15022"/>
                  </a:lnTo>
                  <a:lnTo>
                    <a:pt x="8921" y="15176"/>
                  </a:lnTo>
                  <a:lnTo>
                    <a:pt x="9075" y="15331"/>
                  </a:lnTo>
                  <a:lnTo>
                    <a:pt x="8728" y="15640"/>
                  </a:lnTo>
                  <a:lnTo>
                    <a:pt x="8342" y="15871"/>
                  </a:lnTo>
                  <a:lnTo>
                    <a:pt x="7917" y="16103"/>
                  </a:lnTo>
                  <a:lnTo>
                    <a:pt x="7454" y="16296"/>
                  </a:lnTo>
                  <a:lnTo>
                    <a:pt x="7531" y="16258"/>
                  </a:lnTo>
                  <a:lnTo>
                    <a:pt x="7608" y="16219"/>
                  </a:lnTo>
                  <a:lnTo>
                    <a:pt x="7608" y="16142"/>
                  </a:lnTo>
                  <a:lnTo>
                    <a:pt x="7608" y="16026"/>
                  </a:lnTo>
                  <a:lnTo>
                    <a:pt x="5330" y="6488"/>
                  </a:lnTo>
                  <a:lnTo>
                    <a:pt x="4712" y="4094"/>
                  </a:lnTo>
                  <a:lnTo>
                    <a:pt x="4480" y="3013"/>
                  </a:lnTo>
                  <a:lnTo>
                    <a:pt x="4326" y="2511"/>
                  </a:lnTo>
                  <a:lnTo>
                    <a:pt x="4249" y="2240"/>
                  </a:lnTo>
                  <a:lnTo>
                    <a:pt x="4094" y="2009"/>
                  </a:lnTo>
                  <a:lnTo>
                    <a:pt x="3824" y="1700"/>
                  </a:lnTo>
                  <a:lnTo>
                    <a:pt x="3515" y="1352"/>
                  </a:lnTo>
                  <a:lnTo>
                    <a:pt x="3129" y="1082"/>
                  </a:lnTo>
                  <a:lnTo>
                    <a:pt x="2704" y="812"/>
                  </a:lnTo>
                  <a:lnTo>
                    <a:pt x="2318" y="580"/>
                  </a:lnTo>
                  <a:lnTo>
                    <a:pt x="1854" y="387"/>
                  </a:lnTo>
                  <a:lnTo>
                    <a:pt x="108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9" name="Google Shape;5659;p22"/>
            <p:cNvSpPr/>
            <p:nvPr/>
          </p:nvSpPr>
          <p:spPr>
            <a:xfrm>
              <a:off x="319200" y="3515375"/>
              <a:ext cx="324400" cy="208550"/>
            </a:xfrm>
            <a:custGeom>
              <a:avLst/>
              <a:gdLst/>
              <a:ahLst/>
              <a:cxnLst/>
              <a:rect l="l" t="t" r="r" b="b"/>
              <a:pathLst>
                <a:path w="12976" h="8342" extrusionOk="0">
                  <a:moveTo>
                    <a:pt x="6758" y="309"/>
                  </a:moveTo>
                  <a:lnTo>
                    <a:pt x="6874" y="348"/>
                  </a:lnTo>
                  <a:lnTo>
                    <a:pt x="7029" y="387"/>
                  </a:lnTo>
                  <a:lnTo>
                    <a:pt x="7222" y="502"/>
                  </a:lnTo>
                  <a:lnTo>
                    <a:pt x="7299" y="502"/>
                  </a:lnTo>
                  <a:lnTo>
                    <a:pt x="7453" y="773"/>
                  </a:lnTo>
                  <a:lnTo>
                    <a:pt x="7569" y="1043"/>
                  </a:lnTo>
                  <a:lnTo>
                    <a:pt x="7608" y="1352"/>
                  </a:lnTo>
                  <a:lnTo>
                    <a:pt x="7569" y="1661"/>
                  </a:lnTo>
                  <a:lnTo>
                    <a:pt x="7492" y="1970"/>
                  </a:lnTo>
                  <a:lnTo>
                    <a:pt x="7415" y="2240"/>
                  </a:lnTo>
                  <a:lnTo>
                    <a:pt x="7222" y="2858"/>
                  </a:lnTo>
                  <a:lnTo>
                    <a:pt x="6411" y="4905"/>
                  </a:lnTo>
                  <a:lnTo>
                    <a:pt x="6411" y="4943"/>
                  </a:lnTo>
                  <a:lnTo>
                    <a:pt x="6295" y="4943"/>
                  </a:lnTo>
                  <a:lnTo>
                    <a:pt x="6218" y="3978"/>
                  </a:lnTo>
                  <a:lnTo>
                    <a:pt x="6140" y="2974"/>
                  </a:lnTo>
                  <a:lnTo>
                    <a:pt x="6140" y="1854"/>
                  </a:lnTo>
                  <a:lnTo>
                    <a:pt x="6179" y="1352"/>
                  </a:lnTo>
                  <a:lnTo>
                    <a:pt x="6218" y="1043"/>
                  </a:lnTo>
                  <a:lnTo>
                    <a:pt x="6295" y="734"/>
                  </a:lnTo>
                  <a:lnTo>
                    <a:pt x="6449" y="502"/>
                  </a:lnTo>
                  <a:lnTo>
                    <a:pt x="6527" y="425"/>
                  </a:lnTo>
                  <a:lnTo>
                    <a:pt x="6642" y="348"/>
                  </a:lnTo>
                  <a:lnTo>
                    <a:pt x="6758" y="309"/>
                  </a:lnTo>
                  <a:close/>
                  <a:moveTo>
                    <a:pt x="11971" y="4711"/>
                  </a:moveTo>
                  <a:lnTo>
                    <a:pt x="12087" y="4750"/>
                  </a:lnTo>
                  <a:lnTo>
                    <a:pt x="12164" y="4827"/>
                  </a:lnTo>
                  <a:lnTo>
                    <a:pt x="12280" y="4905"/>
                  </a:lnTo>
                  <a:lnTo>
                    <a:pt x="12319" y="4982"/>
                  </a:lnTo>
                  <a:lnTo>
                    <a:pt x="12396" y="5136"/>
                  </a:lnTo>
                  <a:lnTo>
                    <a:pt x="12435" y="5484"/>
                  </a:lnTo>
                  <a:lnTo>
                    <a:pt x="12319" y="5600"/>
                  </a:lnTo>
                  <a:lnTo>
                    <a:pt x="12126" y="5677"/>
                  </a:lnTo>
                  <a:lnTo>
                    <a:pt x="11933" y="5754"/>
                  </a:lnTo>
                  <a:lnTo>
                    <a:pt x="11701" y="5793"/>
                  </a:lnTo>
                  <a:lnTo>
                    <a:pt x="11199" y="5831"/>
                  </a:lnTo>
                  <a:lnTo>
                    <a:pt x="10041" y="5831"/>
                  </a:lnTo>
                  <a:lnTo>
                    <a:pt x="9230" y="5754"/>
                  </a:lnTo>
                  <a:lnTo>
                    <a:pt x="8612" y="5677"/>
                  </a:lnTo>
                  <a:lnTo>
                    <a:pt x="7994" y="5561"/>
                  </a:lnTo>
                  <a:lnTo>
                    <a:pt x="6758" y="5252"/>
                  </a:lnTo>
                  <a:lnTo>
                    <a:pt x="7955" y="5020"/>
                  </a:lnTo>
                  <a:lnTo>
                    <a:pt x="9191" y="4866"/>
                  </a:lnTo>
                  <a:lnTo>
                    <a:pt x="9925" y="4789"/>
                  </a:lnTo>
                  <a:lnTo>
                    <a:pt x="10658" y="4750"/>
                  </a:lnTo>
                  <a:lnTo>
                    <a:pt x="11353" y="4711"/>
                  </a:lnTo>
                  <a:close/>
                  <a:moveTo>
                    <a:pt x="5638" y="5754"/>
                  </a:moveTo>
                  <a:lnTo>
                    <a:pt x="4557" y="6449"/>
                  </a:lnTo>
                  <a:lnTo>
                    <a:pt x="3437" y="7106"/>
                  </a:lnTo>
                  <a:lnTo>
                    <a:pt x="2820" y="7376"/>
                  </a:lnTo>
                  <a:lnTo>
                    <a:pt x="2202" y="7685"/>
                  </a:lnTo>
                  <a:lnTo>
                    <a:pt x="1816" y="7801"/>
                  </a:lnTo>
                  <a:lnTo>
                    <a:pt x="1429" y="7917"/>
                  </a:lnTo>
                  <a:lnTo>
                    <a:pt x="1120" y="7955"/>
                  </a:lnTo>
                  <a:lnTo>
                    <a:pt x="927" y="7917"/>
                  </a:lnTo>
                  <a:lnTo>
                    <a:pt x="850" y="7878"/>
                  </a:lnTo>
                  <a:lnTo>
                    <a:pt x="773" y="7801"/>
                  </a:lnTo>
                  <a:lnTo>
                    <a:pt x="734" y="7685"/>
                  </a:lnTo>
                  <a:lnTo>
                    <a:pt x="696" y="7530"/>
                  </a:lnTo>
                  <a:lnTo>
                    <a:pt x="696" y="7376"/>
                  </a:lnTo>
                  <a:lnTo>
                    <a:pt x="696" y="7221"/>
                  </a:lnTo>
                  <a:lnTo>
                    <a:pt x="734" y="7144"/>
                  </a:lnTo>
                  <a:lnTo>
                    <a:pt x="812" y="7067"/>
                  </a:lnTo>
                  <a:lnTo>
                    <a:pt x="1005" y="6990"/>
                  </a:lnTo>
                  <a:lnTo>
                    <a:pt x="1275" y="6874"/>
                  </a:lnTo>
                  <a:lnTo>
                    <a:pt x="1893" y="6642"/>
                  </a:lnTo>
                  <a:lnTo>
                    <a:pt x="2742" y="6449"/>
                  </a:lnTo>
                  <a:lnTo>
                    <a:pt x="3592" y="6295"/>
                  </a:lnTo>
                  <a:lnTo>
                    <a:pt x="4634" y="6063"/>
                  </a:lnTo>
                  <a:lnTo>
                    <a:pt x="5136" y="5909"/>
                  </a:lnTo>
                  <a:lnTo>
                    <a:pt x="5638" y="5754"/>
                  </a:lnTo>
                  <a:close/>
                  <a:moveTo>
                    <a:pt x="6951" y="0"/>
                  </a:moveTo>
                  <a:lnTo>
                    <a:pt x="6720" y="39"/>
                  </a:lnTo>
                  <a:lnTo>
                    <a:pt x="6527" y="116"/>
                  </a:lnTo>
                  <a:lnTo>
                    <a:pt x="6333" y="232"/>
                  </a:lnTo>
                  <a:lnTo>
                    <a:pt x="6140" y="425"/>
                  </a:lnTo>
                  <a:lnTo>
                    <a:pt x="5986" y="618"/>
                  </a:lnTo>
                  <a:lnTo>
                    <a:pt x="5909" y="811"/>
                  </a:lnTo>
                  <a:lnTo>
                    <a:pt x="5793" y="1275"/>
                  </a:lnTo>
                  <a:lnTo>
                    <a:pt x="5793" y="1777"/>
                  </a:lnTo>
                  <a:lnTo>
                    <a:pt x="5831" y="2742"/>
                  </a:lnTo>
                  <a:lnTo>
                    <a:pt x="5909" y="3901"/>
                  </a:lnTo>
                  <a:lnTo>
                    <a:pt x="5986" y="4480"/>
                  </a:lnTo>
                  <a:lnTo>
                    <a:pt x="6063" y="5020"/>
                  </a:lnTo>
                  <a:lnTo>
                    <a:pt x="6025" y="5136"/>
                  </a:lnTo>
                  <a:lnTo>
                    <a:pt x="6063" y="5252"/>
                  </a:lnTo>
                  <a:lnTo>
                    <a:pt x="5523" y="5445"/>
                  </a:lnTo>
                  <a:lnTo>
                    <a:pt x="4982" y="5561"/>
                  </a:lnTo>
                  <a:lnTo>
                    <a:pt x="3939" y="5831"/>
                  </a:lnTo>
                  <a:lnTo>
                    <a:pt x="2858" y="6024"/>
                  </a:lnTo>
                  <a:lnTo>
                    <a:pt x="2318" y="6179"/>
                  </a:lnTo>
                  <a:lnTo>
                    <a:pt x="1777" y="6295"/>
                  </a:lnTo>
                  <a:lnTo>
                    <a:pt x="1198" y="6488"/>
                  </a:lnTo>
                  <a:lnTo>
                    <a:pt x="850" y="6642"/>
                  </a:lnTo>
                  <a:lnTo>
                    <a:pt x="503" y="6835"/>
                  </a:lnTo>
                  <a:lnTo>
                    <a:pt x="232" y="7028"/>
                  </a:lnTo>
                  <a:lnTo>
                    <a:pt x="116" y="7144"/>
                  </a:lnTo>
                  <a:lnTo>
                    <a:pt x="39" y="7299"/>
                  </a:lnTo>
                  <a:lnTo>
                    <a:pt x="1" y="7415"/>
                  </a:lnTo>
                  <a:lnTo>
                    <a:pt x="1" y="7569"/>
                  </a:lnTo>
                  <a:lnTo>
                    <a:pt x="39" y="7723"/>
                  </a:lnTo>
                  <a:lnTo>
                    <a:pt x="116" y="7917"/>
                  </a:lnTo>
                  <a:lnTo>
                    <a:pt x="232" y="8032"/>
                  </a:lnTo>
                  <a:lnTo>
                    <a:pt x="348" y="8148"/>
                  </a:lnTo>
                  <a:lnTo>
                    <a:pt x="503" y="8225"/>
                  </a:lnTo>
                  <a:lnTo>
                    <a:pt x="618" y="8264"/>
                  </a:lnTo>
                  <a:lnTo>
                    <a:pt x="927" y="8341"/>
                  </a:lnTo>
                  <a:lnTo>
                    <a:pt x="1275" y="8341"/>
                  </a:lnTo>
                  <a:lnTo>
                    <a:pt x="1622" y="8303"/>
                  </a:lnTo>
                  <a:lnTo>
                    <a:pt x="1931" y="8187"/>
                  </a:lnTo>
                  <a:lnTo>
                    <a:pt x="2549" y="7994"/>
                  </a:lnTo>
                  <a:lnTo>
                    <a:pt x="3553" y="7530"/>
                  </a:lnTo>
                  <a:lnTo>
                    <a:pt x="4519" y="6990"/>
                  </a:lnTo>
                  <a:lnTo>
                    <a:pt x="5445" y="6372"/>
                  </a:lnTo>
                  <a:lnTo>
                    <a:pt x="5909" y="6063"/>
                  </a:lnTo>
                  <a:lnTo>
                    <a:pt x="6333" y="5715"/>
                  </a:lnTo>
                  <a:lnTo>
                    <a:pt x="6527" y="6102"/>
                  </a:lnTo>
                  <a:lnTo>
                    <a:pt x="6642" y="6295"/>
                  </a:lnTo>
                  <a:lnTo>
                    <a:pt x="6758" y="6449"/>
                  </a:lnTo>
                  <a:lnTo>
                    <a:pt x="7029" y="6372"/>
                  </a:lnTo>
                  <a:lnTo>
                    <a:pt x="7029" y="6333"/>
                  </a:lnTo>
                  <a:lnTo>
                    <a:pt x="6835" y="5986"/>
                  </a:lnTo>
                  <a:lnTo>
                    <a:pt x="6758" y="5831"/>
                  </a:lnTo>
                  <a:lnTo>
                    <a:pt x="6720" y="5638"/>
                  </a:lnTo>
                  <a:lnTo>
                    <a:pt x="6720" y="5561"/>
                  </a:lnTo>
                  <a:lnTo>
                    <a:pt x="7569" y="5831"/>
                  </a:lnTo>
                  <a:lnTo>
                    <a:pt x="8496" y="6063"/>
                  </a:lnTo>
                  <a:lnTo>
                    <a:pt x="9384" y="6179"/>
                  </a:lnTo>
                  <a:lnTo>
                    <a:pt x="10311" y="6217"/>
                  </a:lnTo>
                  <a:lnTo>
                    <a:pt x="11006" y="6217"/>
                  </a:lnTo>
                  <a:lnTo>
                    <a:pt x="11469" y="6179"/>
                  </a:lnTo>
                  <a:lnTo>
                    <a:pt x="11933" y="6140"/>
                  </a:lnTo>
                  <a:lnTo>
                    <a:pt x="12357" y="5986"/>
                  </a:lnTo>
                  <a:lnTo>
                    <a:pt x="12512" y="5909"/>
                  </a:lnTo>
                  <a:lnTo>
                    <a:pt x="12666" y="5793"/>
                  </a:lnTo>
                  <a:lnTo>
                    <a:pt x="12821" y="5677"/>
                  </a:lnTo>
                  <a:lnTo>
                    <a:pt x="12898" y="5522"/>
                  </a:lnTo>
                  <a:lnTo>
                    <a:pt x="12975" y="5368"/>
                  </a:lnTo>
                  <a:lnTo>
                    <a:pt x="12975" y="5175"/>
                  </a:lnTo>
                  <a:lnTo>
                    <a:pt x="12975" y="4982"/>
                  </a:lnTo>
                  <a:lnTo>
                    <a:pt x="12898" y="4827"/>
                  </a:lnTo>
                  <a:lnTo>
                    <a:pt x="12821" y="4711"/>
                  </a:lnTo>
                  <a:lnTo>
                    <a:pt x="12744" y="4634"/>
                  </a:lnTo>
                  <a:lnTo>
                    <a:pt x="12628" y="4518"/>
                  </a:lnTo>
                  <a:lnTo>
                    <a:pt x="12473" y="4480"/>
                  </a:lnTo>
                  <a:lnTo>
                    <a:pt x="12164" y="4364"/>
                  </a:lnTo>
                  <a:lnTo>
                    <a:pt x="11817" y="4325"/>
                  </a:lnTo>
                  <a:lnTo>
                    <a:pt x="11469" y="4325"/>
                  </a:lnTo>
                  <a:lnTo>
                    <a:pt x="10890" y="4364"/>
                  </a:lnTo>
                  <a:lnTo>
                    <a:pt x="9847" y="4403"/>
                  </a:lnTo>
                  <a:lnTo>
                    <a:pt x="8843" y="4480"/>
                  </a:lnTo>
                  <a:lnTo>
                    <a:pt x="7839" y="4634"/>
                  </a:lnTo>
                  <a:lnTo>
                    <a:pt x="6835" y="4827"/>
                  </a:lnTo>
                  <a:lnTo>
                    <a:pt x="7376" y="3476"/>
                  </a:lnTo>
                  <a:lnTo>
                    <a:pt x="7646" y="2742"/>
                  </a:lnTo>
                  <a:lnTo>
                    <a:pt x="7839" y="2047"/>
                  </a:lnTo>
                  <a:lnTo>
                    <a:pt x="7917" y="1815"/>
                  </a:lnTo>
                  <a:lnTo>
                    <a:pt x="7917" y="1545"/>
                  </a:lnTo>
                  <a:lnTo>
                    <a:pt x="7917" y="1313"/>
                  </a:lnTo>
                  <a:lnTo>
                    <a:pt x="7878" y="1082"/>
                  </a:lnTo>
                  <a:lnTo>
                    <a:pt x="7801" y="850"/>
                  </a:lnTo>
                  <a:lnTo>
                    <a:pt x="7685" y="618"/>
                  </a:lnTo>
                  <a:lnTo>
                    <a:pt x="7531" y="425"/>
                  </a:lnTo>
                  <a:lnTo>
                    <a:pt x="7337" y="271"/>
                  </a:lnTo>
                  <a:lnTo>
                    <a:pt x="7260" y="155"/>
                  </a:lnTo>
                  <a:lnTo>
                    <a:pt x="7144" y="78"/>
                  </a:lnTo>
                  <a:lnTo>
                    <a:pt x="695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0" name="Google Shape;5660;p22"/>
            <p:cNvSpPr/>
            <p:nvPr/>
          </p:nvSpPr>
          <p:spPr>
            <a:xfrm>
              <a:off x="2371575" y="3521175"/>
              <a:ext cx="106225" cy="123575"/>
            </a:xfrm>
            <a:custGeom>
              <a:avLst/>
              <a:gdLst/>
              <a:ahLst/>
              <a:cxnLst/>
              <a:rect l="l" t="t" r="r" b="b"/>
              <a:pathLst>
                <a:path w="4249" h="4943" extrusionOk="0">
                  <a:moveTo>
                    <a:pt x="3862" y="0"/>
                  </a:moveTo>
                  <a:lnTo>
                    <a:pt x="3592" y="541"/>
                  </a:lnTo>
                  <a:lnTo>
                    <a:pt x="3245" y="1120"/>
                  </a:lnTo>
                  <a:lnTo>
                    <a:pt x="2897" y="1661"/>
                  </a:lnTo>
                  <a:lnTo>
                    <a:pt x="2511" y="2163"/>
                  </a:lnTo>
                  <a:lnTo>
                    <a:pt x="1932" y="2858"/>
                  </a:lnTo>
                  <a:lnTo>
                    <a:pt x="1314" y="3475"/>
                  </a:lnTo>
                  <a:lnTo>
                    <a:pt x="1005" y="3746"/>
                  </a:lnTo>
                  <a:lnTo>
                    <a:pt x="657" y="4016"/>
                  </a:lnTo>
                  <a:lnTo>
                    <a:pt x="310" y="4248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41" y="4750"/>
                  </a:lnTo>
                  <a:lnTo>
                    <a:pt x="966" y="4518"/>
                  </a:lnTo>
                  <a:lnTo>
                    <a:pt x="1314" y="4209"/>
                  </a:lnTo>
                  <a:lnTo>
                    <a:pt x="1700" y="3900"/>
                  </a:lnTo>
                  <a:lnTo>
                    <a:pt x="2009" y="3553"/>
                  </a:lnTo>
                  <a:lnTo>
                    <a:pt x="2356" y="3167"/>
                  </a:lnTo>
                  <a:lnTo>
                    <a:pt x="2897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2"/>
                  </a:lnTo>
                  <a:lnTo>
                    <a:pt x="4248" y="155"/>
                  </a:lnTo>
                  <a:lnTo>
                    <a:pt x="386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1" name="Google Shape;5661;p22"/>
            <p:cNvSpPr/>
            <p:nvPr/>
          </p:nvSpPr>
          <p:spPr>
            <a:xfrm>
              <a:off x="2320425" y="3522125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1"/>
                  </a:moveTo>
                  <a:lnTo>
                    <a:pt x="1004" y="310"/>
                  </a:lnTo>
                  <a:lnTo>
                    <a:pt x="1236" y="387"/>
                  </a:lnTo>
                  <a:lnTo>
                    <a:pt x="1429" y="541"/>
                  </a:lnTo>
                  <a:lnTo>
                    <a:pt x="1545" y="773"/>
                  </a:lnTo>
                  <a:lnTo>
                    <a:pt x="1622" y="966"/>
                  </a:lnTo>
                  <a:lnTo>
                    <a:pt x="1622" y="1082"/>
                  </a:lnTo>
                  <a:lnTo>
                    <a:pt x="1583" y="1198"/>
                  </a:lnTo>
                  <a:lnTo>
                    <a:pt x="1545" y="1314"/>
                  </a:lnTo>
                  <a:lnTo>
                    <a:pt x="1468" y="1391"/>
                  </a:lnTo>
                  <a:lnTo>
                    <a:pt x="1352" y="1468"/>
                  </a:lnTo>
                  <a:lnTo>
                    <a:pt x="1197" y="1545"/>
                  </a:lnTo>
                  <a:lnTo>
                    <a:pt x="966" y="1584"/>
                  </a:lnTo>
                  <a:lnTo>
                    <a:pt x="773" y="1545"/>
                  </a:lnTo>
                  <a:lnTo>
                    <a:pt x="657" y="1507"/>
                  </a:lnTo>
                  <a:lnTo>
                    <a:pt x="579" y="1430"/>
                  </a:lnTo>
                  <a:lnTo>
                    <a:pt x="502" y="1314"/>
                  </a:lnTo>
                  <a:lnTo>
                    <a:pt x="464" y="1236"/>
                  </a:lnTo>
                  <a:lnTo>
                    <a:pt x="425" y="1005"/>
                  </a:lnTo>
                  <a:lnTo>
                    <a:pt x="464" y="773"/>
                  </a:lnTo>
                  <a:lnTo>
                    <a:pt x="541" y="580"/>
                  </a:lnTo>
                  <a:lnTo>
                    <a:pt x="695" y="426"/>
                  </a:lnTo>
                  <a:lnTo>
                    <a:pt x="734" y="348"/>
                  </a:lnTo>
                  <a:lnTo>
                    <a:pt x="734" y="271"/>
                  </a:lnTo>
                  <a:close/>
                  <a:moveTo>
                    <a:pt x="1043" y="1"/>
                  </a:moveTo>
                  <a:lnTo>
                    <a:pt x="850" y="39"/>
                  </a:lnTo>
                  <a:lnTo>
                    <a:pt x="657" y="117"/>
                  </a:lnTo>
                  <a:lnTo>
                    <a:pt x="541" y="78"/>
                  </a:lnTo>
                  <a:lnTo>
                    <a:pt x="425" y="117"/>
                  </a:lnTo>
                  <a:lnTo>
                    <a:pt x="271" y="232"/>
                  </a:lnTo>
                  <a:lnTo>
                    <a:pt x="155" y="348"/>
                  </a:lnTo>
                  <a:lnTo>
                    <a:pt x="77" y="541"/>
                  </a:lnTo>
                  <a:lnTo>
                    <a:pt x="0" y="696"/>
                  </a:lnTo>
                  <a:lnTo>
                    <a:pt x="0" y="889"/>
                  </a:lnTo>
                  <a:lnTo>
                    <a:pt x="0" y="1082"/>
                  </a:lnTo>
                  <a:lnTo>
                    <a:pt x="39" y="1275"/>
                  </a:lnTo>
                  <a:lnTo>
                    <a:pt x="77" y="1468"/>
                  </a:lnTo>
                  <a:lnTo>
                    <a:pt x="193" y="1623"/>
                  </a:lnTo>
                  <a:lnTo>
                    <a:pt x="309" y="1777"/>
                  </a:lnTo>
                  <a:lnTo>
                    <a:pt x="464" y="1893"/>
                  </a:lnTo>
                  <a:lnTo>
                    <a:pt x="657" y="1970"/>
                  </a:lnTo>
                  <a:lnTo>
                    <a:pt x="850" y="2009"/>
                  </a:lnTo>
                  <a:lnTo>
                    <a:pt x="1043" y="2009"/>
                  </a:lnTo>
                  <a:lnTo>
                    <a:pt x="1236" y="1970"/>
                  </a:lnTo>
                  <a:lnTo>
                    <a:pt x="1429" y="1932"/>
                  </a:lnTo>
                  <a:lnTo>
                    <a:pt x="1622" y="1816"/>
                  </a:lnTo>
                  <a:lnTo>
                    <a:pt x="1777" y="1700"/>
                  </a:lnTo>
                  <a:lnTo>
                    <a:pt x="1892" y="1545"/>
                  </a:lnTo>
                  <a:lnTo>
                    <a:pt x="1970" y="1352"/>
                  </a:lnTo>
                  <a:lnTo>
                    <a:pt x="2047" y="1198"/>
                  </a:lnTo>
                  <a:lnTo>
                    <a:pt x="2085" y="1005"/>
                  </a:lnTo>
                  <a:lnTo>
                    <a:pt x="2047" y="812"/>
                  </a:lnTo>
                  <a:lnTo>
                    <a:pt x="1970" y="619"/>
                  </a:lnTo>
                  <a:lnTo>
                    <a:pt x="1892" y="426"/>
                  </a:lnTo>
                  <a:lnTo>
                    <a:pt x="1738" y="271"/>
                  </a:lnTo>
                  <a:lnTo>
                    <a:pt x="1583" y="155"/>
                  </a:lnTo>
                  <a:lnTo>
                    <a:pt x="1429" y="78"/>
                  </a:lnTo>
                  <a:lnTo>
                    <a:pt x="123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2" name="Google Shape;5662;p22"/>
            <p:cNvSpPr/>
            <p:nvPr/>
          </p:nvSpPr>
          <p:spPr>
            <a:xfrm>
              <a:off x="5925125" y="3542400"/>
              <a:ext cx="60825" cy="90775"/>
            </a:xfrm>
            <a:custGeom>
              <a:avLst/>
              <a:gdLst/>
              <a:ahLst/>
              <a:cxnLst/>
              <a:rect l="l" t="t" r="r" b="b"/>
              <a:pathLst>
                <a:path w="2433" h="3631" extrusionOk="0">
                  <a:moveTo>
                    <a:pt x="1197" y="1"/>
                  </a:moveTo>
                  <a:lnTo>
                    <a:pt x="1081" y="39"/>
                  </a:lnTo>
                  <a:lnTo>
                    <a:pt x="1004" y="78"/>
                  </a:lnTo>
                  <a:lnTo>
                    <a:pt x="966" y="117"/>
                  </a:lnTo>
                  <a:lnTo>
                    <a:pt x="927" y="194"/>
                  </a:lnTo>
                  <a:lnTo>
                    <a:pt x="927" y="271"/>
                  </a:lnTo>
                  <a:lnTo>
                    <a:pt x="850" y="271"/>
                  </a:lnTo>
                  <a:lnTo>
                    <a:pt x="772" y="310"/>
                  </a:lnTo>
                  <a:lnTo>
                    <a:pt x="734" y="348"/>
                  </a:lnTo>
                  <a:lnTo>
                    <a:pt x="695" y="425"/>
                  </a:lnTo>
                  <a:lnTo>
                    <a:pt x="695" y="541"/>
                  </a:lnTo>
                  <a:lnTo>
                    <a:pt x="695" y="619"/>
                  </a:lnTo>
                  <a:lnTo>
                    <a:pt x="772" y="696"/>
                  </a:lnTo>
                  <a:lnTo>
                    <a:pt x="850" y="734"/>
                  </a:lnTo>
                  <a:lnTo>
                    <a:pt x="1081" y="812"/>
                  </a:lnTo>
                  <a:lnTo>
                    <a:pt x="1274" y="966"/>
                  </a:lnTo>
                  <a:lnTo>
                    <a:pt x="1468" y="1121"/>
                  </a:lnTo>
                  <a:lnTo>
                    <a:pt x="1622" y="1275"/>
                  </a:lnTo>
                  <a:lnTo>
                    <a:pt x="1738" y="1507"/>
                  </a:lnTo>
                  <a:lnTo>
                    <a:pt x="1854" y="1700"/>
                  </a:lnTo>
                  <a:lnTo>
                    <a:pt x="1892" y="1931"/>
                  </a:lnTo>
                  <a:lnTo>
                    <a:pt x="1931" y="2163"/>
                  </a:lnTo>
                  <a:lnTo>
                    <a:pt x="1892" y="2472"/>
                  </a:lnTo>
                  <a:lnTo>
                    <a:pt x="1815" y="2742"/>
                  </a:lnTo>
                  <a:lnTo>
                    <a:pt x="1738" y="2897"/>
                  </a:lnTo>
                  <a:lnTo>
                    <a:pt x="1622" y="2974"/>
                  </a:lnTo>
                  <a:lnTo>
                    <a:pt x="1506" y="3090"/>
                  </a:lnTo>
                  <a:lnTo>
                    <a:pt x="1390" y="3128"/>
                  </a:lnTo>
                  <a:lnTo>
                    <a:pt x="1197" y="3167"/>
                  </a:lnTo>
                  <a:lnTo>
                    <a:pt x="1043" y="3128"/>
                  </a:lnTo>
                  <a:lnTo>
                    <a:pt x="927" y="3013"/>
                  </a:lnTo>
                  <a:lnTo>
                    <a:pt x="850" y="2897"/>
                  </a:lnTo>
                  <a:lnTo>
                    <a:pt x="811" y="2781"/>
                  </a:lnTo>
                  <a:lnTo>
                    <a:pt x="811" y="2626"/>
                  </a:lnTo>
                  <a:lnTo>
                    <a:pt x="888" y="2472"/>
                  </a:lnTo>
                  <a:lnTo>
                    <a:pt x="1043" y="2356"/>
                  </a:lnTo>
                  <a:lnTo>
                    <a:pt x="1120" y="2279"/>
                  </a:lnTo>
                  <a:lnTo>
                    <a:pt x="1159" y="2163"/>
                  </a:lnTo>
                  <a:lnTo>
                    <a:pt x="1120" y="2047"/>
                  </a:lnTo>
                  <a:lnTo>
                    <a:pt x="1043" y="1970"/>
                  </a:lnTo>
                  <a:lnTo>
                    <a:pt x="618" y="1623"/>
                  </a:lnTo>
                  <a:lnTo>
                    <a:pt x="425" y="1468"/>
                  </a:lnTo>
                  <a:lnTo>
                    <a:pt x="193" y="1352"/>
                  </a:lnTo>
                  <a:lnTo>
                    <a:pt x="0" y="1623"/>
                  </a:lnTo>
                  <a:lnTo>
                    <a:pt x="270" y="1893"/>
                  </a:lnTo>
                  <a:lnTo>
                    <a:pt x="541" y="2163"/>
                  </a:lnTo>
                  <a:lnTo>
                    <a:pt x="386" y="2395"/>
                  </a:lnTo>
                  <a:lnTo>
                    <a:pt x="309" y="2626"/>
                  </a:lnTo>
                  <a:lnTo>
                    <a:pt x="309" y="2935"/>
                  </a:lnTo>
                  <a:lnTo>
                    <a:pt x="348" y="3051"/>
                  </a:lnTo>
                  <a:lnTo>
                    <a:pt x="425" y="3206"/>
                  </a:lnTo>
                  <a:lnTo>
                    <a:pt x="541" y="3360"/>
                  </a:lnTo>
                  <a:lnTo>
                    <a:pt x="695" y="3476"/>
                  </a:lnTo>
                  <a:lnTo>
                    <a:pt x="850" y="3592"/>
                  </a:lnTo>
                  <a:lnTo>
                    <a:pt x="1081" y="3630"/>
                  </a:lnTo>
                  <a:lnTo>
                    <a:pt x="1274" y="3630"/>
                  </a:lnTo>
                  <a:lnTo>
                    <a:pt x="1468" y="3592"/>
                  </a:lnTo>
                  <a:lnTo>
                    <a:pt x="1661" y="3515"/>
                  </a:lnTo>
                  <a:lnTo>
                    <a:pt x="1854" y="3437"/>
                  </a:lnTo>
                  <a:lnTo>
                    <a:pt x="2047" y="3283"/>
                  </a:lnTo>
                  <a:lnTo>
                    <a:pt x="2201" y="3090"/>
                  </a:lnTo>
                  <a:lnTo>
                    <a:pt x="2317" y="2897"/>
                  </a:lnTo>
                  <a:lnTo>
                    <a:pt x="2394" y="2704"/>
                  </a:lnTo>
                  <a:lnTo>
                    <a:pt x="2433" y="2472"/>
                  </a:lnTo>
                  <a:lnTo>
                    <a:pt x="2433" y="2279"/>
                  </a:lnTo>
                  <a:lnTo>
                    <a:pt x="2433" y="2047"/>
                  </a:lnTo>
                  <a:lnTo>
                    <a:pt x="2356" y="1816"/>
                  </a:lnTo>
                  <a:lnTo>
                    <a:pt x="2317" y="1623"/>
                  </a:lnTo>
                  <a:lnTo>
                    <a:pt x="2201" y="1391"/>
                  </a:lnTo>
                  <a:lnTo>
                    <a:pt x="1931" y="1005"/>
                  </a:lnTo>
                  <a:lnTo>
                    <a:pt x="1622" y="657"/>
                  </a:lnTo>
                  <a:lnTo>
                    <a:pt x="1274" y="425"/>
                  </a:lnTo>
                  <a:lnTo>
                    <a:pt x="11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3" name="Google Shape;5663;p22"/>
            <p:cNvSpPr/>
            <p:nvPr/>
          </p:nvSpPr>
          <p:spPr>
            <a:xfrm>
              <a:off x="5032150" y="3545300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3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7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0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5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8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4"/>
                  </a:lnTo>
                  <a:lnTo>
                    <a:pt x="1159" y="541"/>
                  </a:lnTo>
                  <a:lnTo>
                    <a:pt x="1352" y="425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8"/>
                  </a:lnTo>
                  <a:lnTo>
                    <a:pt x="309" y="927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5"/>
                  </a:lnTo>
                  <a:lnTo>
                    <a:pt x="0" y="2009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4" y="2858"/>
                  </a:lnTo>
                  <a:lnTo>
                    <a:pt x="425" y="3244"/>
                  </a:lnTo>
                  <a:lnTo>
                    <a:pt x="695" y="3553"/>
                  </a:lnTo>
                  <a:lnTo>
                    <a:pt x="1043" y="3823"/>
                  </a:lnTo>
                  <a:lnTo>
                    <a:pt x="1468" y="4016"/>
                  </a:lnTo>
                  <a:lnTo>
                    <a:pt x="1661" y="4094"/>
                  </a:lnTo>
                  <a:lnTo>
                    <a:pt x="1893" y="4132"/>
                  </a:lnTo>
                  <a:lnTo>
                    <a:pt x="2317" y="4132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2"/>
                  </a:lnTo>
                  <a:lnTo>
                    <a:pt x="4171" y="1429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6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4" name="Google Shape;5664;p22"/>
            <p:cNvSpPr/>
            <p:nvPr/>
          </p:nvSpPr>
          <p:spPr>
            <a:xfrm>
              <a:off x="3784900" y="3554950"/>
              <a:ext cx="112950" cy="132275"/>
            </a:xfrm>
            <a:custGeom>
              <a:avLst/>
              <a:gdLst/>
              <a:ahLst/>
              <a:cxnLst/>
              <a:rect l="l" t="t" r="r" b="b"/>
              <a:pathLst>
                <a:path w="4518" h="5291" extrusionOk="0">
                  <a:moveTo>
                    <a:pt x="3360" y="1"/>
                  </a:moveTo>
                  <a:lnTo>
                    <a:pt x="3051" y="39"/>
                  </a:lnTo>
                  <a:lnTo>
                    <a:pt x="2780" y="78"/>
                  </a:lnTo>
                  <a:lnTo>
                    <a:pt x="2510" y="194"/>
                  </a:lnTo>
                  <a:lnTo>
                    <a:pt x="2240" y="310"/>
                  </a:lnTo>
                  <a:lnTo>
                    <a:pt x="2008" y="425"/>
                  </a:lnTo>
                  <a:lnTo>
                    <a:pt x="1738" y="580"/>
                  </a:lnTo>
                  <a:lnTo>
                    <a:pt x="1506" y="773"/>
                  </a:lnTo>
                  <a:lnTo>
                    <a:pt x="1120" y="1198"/>
                  </a:lnTo>
                  <a:lnTo>
                    <a:pt x="734" y="1661"/>
                  </a:lnTo>
                  <a:lnTo>
                    <a:pt x="463" y="2163"/>
                  </a:lnTo>
                  <a:lnTo>
                    <a:pt x="270" y="2742"/>
                  </a:lnTo>
                  <a:lnTo>
                    <a:pt x="77" y="3399"/>
                  </a:lnTo>
                  <a:lnTo>
                    <a:pt x="39" y="3746"/>
                  </a:lnTo>
                  <a:lnTo>
                    <a:pt x="0" y="4055"/>
                  </a:lnTo>
                  <a:lnTo>
                    <a:pt x="0" y="4403"/>
                  </a:lnTo>
                  <a:lnTo>
                    <a:pt x="39" y="4673"/>
                  </a:lnTo>
                  <a:lnTo>
                    <a:pt x="116" y="4905"/>
                  </a:lnTo>
                  <a:lnTo>
                    <a:pt x="270" y="5059"/>
                  </a:lnTo>
                  <a:lnTo>
                    <a:pt x="502" y="5175"/>
                  </a:lnTo>
                  <a:lnTo>
                    <a:pt x="734" y="5252"/>
                  </a:lnTo>
                  <a:lnTo>
                    <a:pt x="965" y="5291"/>
                  </a:lnTo>
                  <a:lnTo>
                    <a:pt x="1699" y="5291"/>
                  </a:lnTo>
                  <a:lnTo>
                    <a:pt x="1699" y="4982"/>
                  </a:lnTo>
                  <a:lnTo>
                    <a:pt x="1158" y="4866"/>
                  </a:lnTo>
                  <a:lnTo>
                    <a:pt x="888" y="4828"/>
                  </a:lnTo>
                  <a:lnTo>
                    <a:pt x="734" y="4712"/>
                  </a:lnTo>
                  <a:lnTo>
                    <a:pt x="579" y="4596"/>
                  </a:lnTo>
                  <a:lnTo>
                    <a:pt x="541" y="4441"/>
                  </a:lnTo>
                  <a:lnTo>
                    <a:pt x="541" y="4248"/>
                  </a:lnTo>
                  <a:lnTo>
                    <a:pt x="541" y="4055"/>
                  </a:lnTo>
                  <a:lnTo>
                    <a:pt x="579" y="3630"/>
                  </a:lnTo>
                  <a:lnTo>
                    <a:pt x="656" y="3167"/>
                  </a:lnTo>
                  <a:lnTo>
                    <a:pt x="772" y="2742"/>
                  </a:lnTo>
                  <a:lnTo>
                    <a:pt x="965" y="2318"/>
                  </a:lnTo>
                  <a:lnTo>
                    <a:pt x="1197" y="1854"/>
                  </a:lnTo>
                  <a:lnTo>
                    <a:pt x="1506" y="1468"/>
                  </a:lnTo>
                  <a:lnTo>
                    <a:pt x="1854" y="1159"/>
                  </a:lnTo>
                  <a:lnTo>
                    <a:pt x="2201" y="889"/>
                  </a:lnTo>
                  <a:lnTo>
                    <a:pt x="2626" y="696"/>
                  </a:lnTo>
                  <a:lnTo>
                    <a:pt x="3089" y="580"/>
                  </a:lnTo>
                  <a:lnTo>
                    <a:pt x="3591" y="541"/>
                  </a:lnTo>
                  <a:lnTo>
                    <a:pt x="4093" y="580"/>
                  </a:lnTo>
                  <a:lnTo>
                    <a:pt x="4248" y="541"/>
                  </a:lnTo>
                  <a:lnTo>
                    <a:pt x="4325" y="464"/>
                  </a:lnTo>
                  <a:lnTo>
                    <a:pt x="4402" y="503"/>
                  </a:lnTo>
                  <a:lnTo>
                    <a:pt x="4479" y="464"/>
                  </a:lnTo>
                  <a:lnTo>
                    <a:pt x="4518" y="425"/>
                  </a:lnTo>
                  <a:lnTo>
                    <a:pt x="4518" y="348"/>
                  </a:lnTo>
                  <a:lnTo>
                    <a:pt x="4518" y="194"/>
                  </a:lnTo>
                  <a:lnTo>
                    <a:pt x="4209" y="155"/>
                  </a:lnTo>
                  <a:lnTo>
                    <a:pt x="3939" y="78"/>
                  </a:lnTo>
                  <a:lnTo>
                    <a:pt x="3630" y="39"/>
                  </a:lnTo>
                  <a:lnTo>
                    <a:pt x="336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5" name="Google Shape;5665;p22"/>
            <p:cNvSpPr/>
            <p:nvPr/>
          </p:nvSpPr>
          <p:spPr>
            <a:xfrm>
              <a:off x="5529325" y="3567500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1"/>
                  </a:moveTo>
                  <a:lnTo>
                    <a:pt x="0" y="232"/>
                  </a:lnTo>
                  <a:lnTo>
                    <a:pt x="463" y="927"/>
                  </a:lnTo>
                  <a:lnTo>
                    <a:pt x="1043" y="1622"/>
                  </a:lnTo>
                  <a:lnTo>
                    <a:pt x="1661" y="2279"/>
                  </a:lnTo>
                  <a:lnTo>
                    <a:pt x="2356" y="2858"/>
                  </a:lnTo>
                  <a:lnTo>
                    <a:pt x="3089" y="3360"/>
                  </a:lnTo>
                  <a:lnTo>
                    <a:pt x="3862" y="3824"/>
                  </a:lnTo>
                  <a:lnTo>
                    <a:pt x="4672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21" y="4905"/>
                  </a:lnTo>
                  <a:lnTo>
                    <a:pt x="7684" y="4943"/>
                  </a:lnTo>
                  <a:lnTo>
                    <a:pt x="8109" y="4982"/>
                  </a:lnTo>
                  <a:lnTo>
                    <a:pt x="8534" y="4943"/>
                  </a:lnTo>
                  <a:lnTo>
                    <a:pt x="8959" y="4905"/>
                  </a:lnTo>
                  <a:lnTo>
                    <a:pt x="9383" y="4866"/>
                  </a:lnTo>
                  <a:lnTo>
                    <a:pt x="9808" y="4750"/>
                  </a:lnTo>
                  <a:lnTo>
                    <a:pt x="10233" y="4634"/>
                  </a:lnTo>
                  <a:lnTo>
                    <a:pt x="10658" y="4480"/>
                  </a:lnTo>
                  <a:lnTo>
                    <a:pt x="11044" y="4326"/>
                  </a:lnTo>
                  <a:lnTo>
                    <a:pt x="11469" y="4094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280" y="3553"/>
                  </a:lnTo>
                  <a:lnTo>
                    <a:pt x="12434" y="3167"/>
                  </a:lnTo>
                  <a:lnTo>
                    <a:pt x="12241" y="3167"/>
                  </a:lnTo>
                  <a:lnTo>
                    <a:pt x="12202" y="3128"/>
                  </a:lnTo>
                  <a:lnTo>
                    <a:pt x="12009" y="3128"/>
                  </a:lnTo>
                  <a:lnTo>
                    <a:pt x="11893" y="3167"/>
                  </a:lnTo>
                  <a:lnTo>
                    <a:pt x="11546" y="3437"/>
                  </a:lnTo>
                  <a:lnTo>
                    <a:pt x="11198" y="3669"/>
                  </a:lnTo>
                  <a:lnTo>
                    <a:pt x="10812" y="3862"/>
                  </a:lnTo>
                  <a:lnTo>
                    <a:pt x="10426" y="4017"/>
                  </a:lnTo>
                  <a:lnTo>
                    <a:pt x="10001" y="4171"/>
                  </a:lnTo>
                  <a:lnTo>
                    <a:pt x="9615" y="4287"/>
                  </a:lnTo>
                  <a:lnTo>
                    <a:pt x="9190" y="4364"/>
                  </a:lnTo>
                  <a:lnTo>
                    <a:pt x="8766" y="4403"/>
                  </a:lnTo>
                  <a:lnTo>
                    <a:pt x="8341" y="4441"/>
                  </a:lnTo>
                  <a:lnTo>
                    <a:pt x="7916" y="4480"/>
                  </a:lnTo>
                  <a:lnTo>
                    <a:pt x="7453" y="4441"/>
                  </a:lnTo>
                  <a:lnTo>
                    <a:pt x="7028" y="4403"/>
                  </a:lnTo>
                  <a:lnTo>
                    <a:pt x="6603" y="4326"/>
                  </a:lnTo>
                  <a:lnTo>
                    <a:pt x="6178" y="4248"/>
                  </a:lnTo>
                  <a:lnTo>
                    <a:pt x="5792" y="4132"/>
                  </a:lnTo>
                  <a:lnTo>
                    <a:pt x="5368" y="4017"/>
                  </a:lnTo>
                  <a:lnTo>
                    <a:pt x="4595" y="3669"/>
                  </a:lnTo>
                  <a:lnTo>
                    <a:pt x="3862" y="3283"/>
                  </a:lnTo>
                  <a:lnTo>
                    <a:pt x="3205" y="2820"/>
                  </a:lnTo>
                  <a:lnTo>
                    <a:pt x="2549" y="2318"/>
                  </a:lnTo>
                  <a:lnTo>
                    <a:pt x="1969" y="1777"/>
                  </a:lnTo>
                  <a:lnTo>
                    <a:pt x="1352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6" name="Google Shape;5666;p22"/>
            <p:cNvSpPr/>
            <p:nvPr/>
          </p:nvSpPr>
          <p:spPr>
            <a:xfrm>
              <a:off x="2258625" y="3569425"/>
              <a:ext cx="44450" cy="43475"/>
            </a:xfrm>
            <a:custGeom>
              <a:avLst/>
              <a:gdLst/>
              <a:ahLst/>
              <a:cxnLst/>
              <a:rect l="l" t="t" r="r" b="b"/>
              <a:pathLst>
                <a:path w="1778" h="1739" extrusionOk="0">
                  <a:moveTo>
                    <a:pt x="773" y="310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9"/>
                  </a:lnTo>
                  <a:lnTo>
                    <a:pt x="1391" y="773"/>
                  </a:lnTo>
                  <a:lnTo>
                    <a:pt x="1391" y="966"/>
                  </a:lnTo>
                  <a:lnTo>
                    <a:pt x="1352" y="1044"/>
                  </a:lnTo>
                  <a:lnTo>
                    <a:pt x="1275" y="1159"/>
                  </a:lnTo>
                  <a:lnTo>
                    <a:pt x="1198" y="1237"/>
                  </a:lnTo>
                  <a:lnTo>
                    <a:pt x="1082" y="1314"/>
                  </a:lnTo>
                  <a:lnTo>
                    <a:pt x="889" y="1352"/>
                  </a:lnTo>
                  <a:lnTo>
                    <a:pt x="696" y="1352"/>
                  </a:lnTo>
                  <a:lnTo>
                    <a:pt x="542" y="1237"/>
                  </a:lnTo>
                  <a:lnTo>
                    <a:pt x="426" y="1082"/>
                  </a:lnTo>
                  <a:lnTo>
                    <a:pt x="387" y="889"/>
                  </a:lnTo>
                  <a:lnTo>
                    <a:pt x="387" y="735"/>
                  </a:lnTo>
                  <a:lnTo>
                    <a:pt x="464" y="580"/>
                  </a:lnTo>
                  <a:lnTo>
                    <a:pt x="542" y="387"/>
                  </a:lnTo>
                  <a:lnTo>
                    <a:pt x="542" y="348"/>
                  </a:lnTo>
                  <a:lnTo>
                    <a:pt x="773" y="310"/>
                  </a:lnTo>
                  <a:close/>
                  <a:moveTo>
                    <a:pt x="773" y="1"/>
                  </a:moveTo>
                  <a:lnTo>
                    <a:pt x="619" y="40"/>
                  </a:lnTo>
                  <a:lnTo>
                    <a:pt x="464" y="117"/>
                  </a:lnTo>
                  <a:lnTo>
                    <a:pt x="426" y="155"/>
                  </a:lnTo>
                  <a:lnTo>
                    <a:pt x="348" y="194"/>
                  </a:lnTo>
                  <a:lnTo>
                    <a:pt x="233" y="271"/>
                  </a:lnTo>
                  <a:lnTo>
                    <a:pt x="117" y="387"/>
                  </a:lnTo>
                  <a:lnTo>
                    <a:pt x="40" y="503"/>
                  </a:lnTo>
                  <a:lnTo>
                    <a:pt x="1" y="657"/>
                  </a:lnTo>
                  <a:lnTo>
                    <a:pt x="1" y="850"/>
                  </a:lnTo>
                  <a:lnTo>
                    <a:pt x="1" y="1005"/>
                  </a:lnTo>
                  <a:lnTo>
                    <a:pt x="40" y="1159"/>
                  </a:lnTo>
                  <a:lnTo>
                    <a:pt x="117" y="1314"/>
                  </a:lnTo>
                  <a:lnTo>
                    <a:pt x="194" y="1468"/>
                  </a:lnTo>
                  <a:lnTo>
                    <a:pt x="348" y="1584"/>
                  </a:lnTo>
                  <a:lnTo>
                    <a:pt x="464" y="1661"/>
                  </a:lnTo>
                  <a:lnTo>
                    <a:pt x="619" y="1739"/>
                  </a:lnTo>
                  <a:lnTo>
                    <a:pt x="966" y="1739"/>
                  </a:lnTo>
                  <a:lnTo>
                    <a:pt x="1121" y="1700"/>
                  </a:lnTo>
                  <a:lnTo>
                    <a:pt x="1275" y="1623"/>
                  </a:lnTo>
                  <a:lnTo>
                    <a:pt x="1430" y="1545"/>
                  </a:lnTo>
                  <a:lnTo>
                    <a:pt x="1584" y="1430"/>
                  </a:lnTo>
                  <a:lnTo>
                    <a:pt x="1661" y="1275"/>
                  </a:lnTo>
                  <a:lnTo>
                    <a:pt x="1739" y="1121"/>
                  </a:lnTo>
                  <a:lnTo>
                    <a:pt x="1777" y="928"/>
                  </a:lnTo>
                  <a:lnTo>
                    <a:pt x="1777" y="773"/>
                  </a:lnTo>
                  <a:lnTo>
                    <a:pt x="1739" y="580"/>
                  </a:lnTo>
                  <a:lnTo>
                    <a:pt x="1661" y="426"/>
                  </a:lnTo>
                  <a:lnTo>
                    <a:pt x="1546" y="271"/>
                  </a:lnTo>
                  <a:lnTo>
                    <a:pt x="1430" y="155"/>
                  </a:lnTo>
                  <a:lnTo>
                    <a:pt x="1275" y="78"/>
                  </a:lnTo>
                  <a:lnTo>
                    <a:pt x="1121" y="40"/>
                  </a:lnTo>
                  <a:lnTo>
                    <a:pt x="96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7" name="Google Shape;5667;p22"/>
            <p:cNvSpPr/>
            <p:nvPr/>
          </p:nvSpPr>
          <p:spPr>
            <a:xfrm>
              <a:off x="5836300" y="3573300"/>
              <a:ext cx="93675" cy="136150"/>
            </a:xfrm>
            <a:custGeom>
              <a:avLst/>
              <a:gdLst/>
              <a:ahLst/>
              <a:cxnLst/>
              <a:rect l="l" t="t" r="r" b="b"/>
              <a:pathLst>
                <a:path w="3747" h="5446" extrusionOk="0">
                  <a:moveTo>
                    <a:pt x="3515" y="0"/>
                  </a:moveTo>
                  <a:lnTo>
                    <a:pt x="3437" y="39"/>
                  </a:lnTo>
                  <a:lnTo>
                    <a:pt x="3360" y="78"/>
                  </a:lnTo>
                  <a:lnTo>
                    <a:pt x="3283" y="116"/>
                  </a:lnTo>
                  <a:lnTo>
                    <a:pt x="3013" y="309"/>
                  </a:lnTo>
                  <a:lnTo>
                    <a:pt x="2781" y="541"/>
                  </a:lnTo>
                  <a:lnTo>
                    <a:pt x="2588" y="773"/>
                  </a:lnTo>
                  <a:lnTo>
                    <a:pt x="2356" y="1004"/>
                  </a:lnTo>
                  <a:lnTo>
                    <a:pt x="2086" y="1236"/>
                  </a:lnTo>
                  <a:lnTo>
                    <a:pt x="1777" y="1468"/>
                  </a:lnTo>
                  <a:lnTo>
                    <a:pt x="1159" y="1815"/>
                  </a:lnTo>
                  <a:lnTo>
                    <a:pt x="1120" y="1892"/>
                  </a:lnTo>
                  <a:lnTo>
                    <a:pt x="1082" y="1970"/>
                  </a:lnTo>
                  <a:lnTo>
                    <a:pt x="1082" y="2047"/>
                  </a:lnTo>
                  <a:lnTo>
                    <a:pt x="1120" y="2086"/>
                  </a:lnTo>
                  <a:lnTo>
                    <a:pt x="1005" y="2086"/>
                  </a:lnTo>
                  <a:lnTo>
                    <a:pt x="927" y="2124"/>
                  </a:lnTo>
                  <a:lnTo>
                    <a:pt x="850" y="2201"/>
                  </a:lnTo>
                  <a:lnTo>
                    <a:pt x="812" y="2279"/>
                  </a:lnTo>
                  <a:lnTo>
                    <a:pt x="812" y="2356"/>
                  </a:lnTo>
                  <a:lnTo>
                    <a:pt x="850" y="2433"/>
                  </a:lnTo>
                  <a:lnTo>
                    <a:pt x="889" y="2510"/>
                  </a:lnTo>
                  <a:lnTo>
                    <a:pt x="1005" y="2549"/>
                  </a:lnTo>
                  <a:lnTo>
                    <a:pt x="1236" y="2626"/>
                  </a:lnTo>
                  <a:lnTo>
                    <a:pt x="1468" y="2703"/>
                  </a:lnTo>
                  <a:lnTo>
                    <a:pt x="1661" y="2858"/>
                  </a:lnTo>
                  <a:lnTo>
                    <a:pt x="1854" y="3012"/>
                  </a:lnTo>
                  <a:lnTo>
                    <a:pt x="1970" y="3205"/>
                  </a:lnTo>
                  <a:lnTo>
                    <a:pt x="2086" y="3398"/>
                  </a:lnTo>
                  <a:lnTo>
                    <a:pt x="2163" y="3669"/>
                  </a:lnTo>
                  <a:lnTo>
                    <a:pt x="2163" y="3900"/>
                  </a:lnTo>
                  <a:lnTo>
                    <a:pt x="2124" y="4132"/>
                  </a:lnTo>
                  <a:lnTo>
                    <a:pt x="2047" y="4364"/>
                  </a:lnTo>
                  <a:lnTo>
                    <a:pt x="1931" y="4557"/>
                  </a:lnTo>
                  <a:lnTo>
                    <a:pt x="1777" y="4711"/>
                  </a:lnTo>
                  <a:lnTo>
                    <a:pt x="1584" y="4866"/>
                  </a:lnTo>
                  <a:lnTo>
                    <a:pt x="1352" y="4943"/>
                  </a:lnTo>
                  <a:lnTo>
                    <a:pt x="1236" y="4982"/>
                  </a:lnTo>
                  <a:lnTo>
                    <a:pt x="1120" y="4982"/>
                  </a:lnTo>
                  <a:lnTo>
                    <a:pt x="927" y="4904"/>
                  </a:lnTo>
                  <a:lnTo>
                    <a:pt x="773" y="4789"/>
                  </a:lnTo>
                  <a:lnTo>
                    <a:pt x="696" y="4634"/>
                  </a:lnTo>
                  <a:lnTo>
                    <a:pt x="696" y="4441"/>
                  </a:lnTo>
                  <a:lnTo>
                    <a:pt x="773" y="4287"/>
                  </a:lnTo>
                  <a:lnTo>
                    <a:pt x="812" y="4209"/>
                  </a:lnTo>
                  <a:lnTo>
                    <a:pt x="889" y="4171"/>
                  </a:lnTo>
                  <a:lnTo>
                    <a:pt x="1005" y="4132"/>
                  </a:lnTo>
                  <a:lnTo>
                    <a:pt x="1120" y="4094"/>
                  </a:lnTo>
                  <a:lnTo>
                    <a:pt x="1275" y="4055"/>
                  </a:lnTo>
                  <a:lnTo>
                    <a:pt x="1352" y="3939"/>
                  </a:lnTo>
                  <a:lnTo>
                    <a:pt x="1314" y="3823"/>
                  </a:lnTo>
                  <a:lnTo>
                    <a:pt x="1314" y="3746"/>
                  </a:lnTo>
                  <a:lnTo>
                    <a:pt x="1236" y="3669"/>
                  </a:lnTo>
                  <a:lnTo>
                    <a:pt x="155" y="2935"/>
                  </a:lnTo>
                  <a:lnTo>
                    <a:pt x="1" y="3321"/>
                  </a:lnTo>
                  <a:lnTo>
                    <a:pt x="657" y="3785"/>
                  </a:lnTo>
                  <a:lnTo>
                    <a:pt x="541" y="3900"/>
                  </a:lnTo>
                  <a:lnTo>
                    <a:pt x="425" y="4016"/>
                  </a:lnTo>
                  <a:lnTo>
                    <a:pt x="310" y="4132"/>
                  </a:lnTo>
                  <a:lnTo>
                    <a:pt x="271" y="4248"/>
                  </a:lnTo>
                  <a:lnTo>
                    <a:pt x="232" y="4402"/>
                  </a:lnTo>
                  <a:lnTo>
                    <a:pt x="194" y="4557"/>
                  </a:lnTo>
                  <a:lnTo>
                    <a:pt x="232" y="4750"/>
                  </a:lnTo>
                  <a:lnTo>
                    <a:pt x="271" y="4904"/>
                  </a:lnTo>
                  <a:lnTo>
                    <a:pt x="425" y="5136"/>
                  </a:lnTo>
                  <a:lnTo>
                    <a:pt x="580" y="5291"/>
                  </a:lnTo>
                  <a:lnTo>
                    <a:pt x="773" y="5368"/>
                  </a:lnTo>
                  <a:lnTo>
                    <a:pt x="966" y="5445"/>
                  </a:lnTo>
                  <a:lnTo>
                    <a:pt x="1198" y="5445"/>
                  </a:lnTo>
                  <a:lnTo>
                    <a:pt x="1429" y="5406"/>
                  </a:lnTo>
                  <a:lnTo>
                    <a:pt x="1661" y="5329"/>
                  </a:lnTo>
                  <a:lnTo>
                    <a:pt x="1854" y="5213"/>
                  </a:lnTo>
                  <a:lnTo>
                    <a:pt x="2086" y="5059"/>
                  </a:lnTo>
                  <a:lnTo>
                    <a:pt x="2279" y="4866"/>
                  </a:lnTo>
                  <a:lnTo>
                    <a:pt x="2433" y="4673"/>
                  </a:lnTo>
                  <a:lnTo>
                    <a:pt x="2511" y="4441"/>
                  </a:lnTo>
                  <a:lnTo>
                    <a:pt x="2588" y="4209"/>
                  </a:lnTo>
                  <a:lnTo>
                    <a:pt x="2626" y="3978"/>
                  </a:lnTo>
                  <a:lnTo>
                    <a:pt x="2626" y="3746"/>
                  </a:lnTo>
                  <a:lnTo>
                    <a:pt x="2588" y="3514"/>
                  </a:lnTo>
                  <a:lnTo>
                    <a:pt x="2511" y="3283"/>
                  </a:lnTo>
                  <a:lnTo>
                    <a:pt x="2395" y="3090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70" y="2510"/>
                  </a:lnTo>
                  <a:lnTo>
                    <a:pt x="1777" y="2356"/>
                  </a:lnTo>
                  <a:lnTo>
                    <a:pt x="1545" y="2240"/>
                  </a:lnTo>
                  <a:lnTo>
                    <a:pt x="1314" y="2124"/>
                  </a:lnTo>
                  <a:lnTo>
                    <a:pt x="1661" y="2008"/>
                  </a:lnTo>
                  <a:lnTo>
                    <a:pt x="1970" y="1854"/>
                  </a:lnTo>
                  <a:lnTo>
                    <a:pt x="2279" y="1661"/>
                  </a:lnTo>
                  <a:lnTo>
                    <a:pt x="2588" y="1429"/>
                  </a:lnTo>
                  <a:lnTo>
                    <a:pt x="2858" y="1236"/>
                  </a:lnTo>
                  <a:lnTo>
                    <a:pt x="3128" y="966"/>
                  </a:lnTo>
                  <a:lnTo>
                    <a:pt x="3360" y="695"/>
                  </a:lnTo>
                  <a:lnTo>
                    <a:pt x="3476" y="541"/>
                  </a:lnTo>
                  <a:lnTo>
                    <a:pt x="3553" y="387"/>
                  </a:lnTo>
                  <a:lnTo>
                    <a:pt x="3746" y="116"/>
                  </a:lnTo>
                  <a:lnTo>
                    <a:pt x="351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8" name="Google Shape;5668;p22"/>
            <p:cNvSpPr/>
            <p:nvPr/>
          </p:nvSpPr>
          <p:spPr>
            <a:xfrm>
              <a:off x="2264425" y="3575225"/>
              <a:ext cx="114900" cy="285775"/>
            </a:xfrm>
            <a:custGeom>
              <a:avLst/>
              <a:gdLst/>
              <a:ahLst/>
              <a:cxnLst/>
              <a:rect l="l" t="t" r="r" b="b"/>
              <a:pathLst>
                <a:path w="4596" h="11431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28"/>
                  </a:lnTo>
                  <a:lnTo>
                    <a:pt x="3939" y="4248"/>
                  </a:lnTo>
                  <a:lnTo>
                    <a:pt x="4017" y="5407"/>
                  </a:lnTo>
                  <a:lnTo>
                    <a:pt x="4055" y="6604"/>
                  </a:lnTo>
                  <a:lnTo>
                    <a:pt x="4055" y="7260"/>
                  </a:lnTo>
                  <a:lnTo>
                    <a:pt x="3978" y="7917"/>
                  </a:lnTo>
                  <a:lnTo>
                    <a:pt x="3901" y="8534"/>
                  </a:lnTo>
                  <a:lnTo>
                    <a:pt x="3746" y="9152"/>
                  </a:lnTo>
                  <a:lnTo>
                    <a:pt x="3515" y="9732"/>
                  </a:lnTo>
                  <a:lnTo>
                    <a:pt x="3244" y="10272"/>
                  </a:lnTo>
                  <a:lnTo>
                    <a:pt x="3013" y="10542"/>
                  </a:lnTo>
                  <a:lnTo>
                    <a:pt x="2781" y="10735"/>
                  </a:lnTo>
                  <a:lnTo>
                    <a:pt x="2472" y="10851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3"/>
                  </a:lnTo>
                  <a:lnTo>
                    <a:pt x="850" y="9693"/>
                  </a:lnTo>
                  <a:lnTo>
                    <a:pt x="773" y="9384"/>
                  </a:lnTo>
                  <a:lnTo>
                    <a:pt x="696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29"/>
                  </a:lnTo>
                  <a:lnTo>
                    <a:pt x="618" y="4055"/>
                  </a:lnTo>
                  <a:lnTo>
                    <a:pt x="580" y="2781"/>
                  </a:lnTo>
                  <a:lnTo>
                    <a:pt x="618" y="2742"/>
                  </a:lnTo>
                  <a:lnTo>
                    <a:pt x="1391" y="2395"/>
                  </a:lnTo>
                  <a:lnTo>
                    <a:pt x="2163" y="1931"/>
                  </a:lnTo>
                  <a:lnTo>
                    <a:pt x="2935" y="1429"/>
                  </a:lnTo>
                  <a:lnTo>
                    <a:pt x="3283" y="1159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39"/>
                  </a:lnTo>
                  <a:lnTo>
                    <a:pt x="3476" y="310"/>
                  </a:lnTo>
                  <a:lnTo>
                    <a:pt x="3051" y="657"/>
                  </a:lnTo>
                  <a:lnTo>
                    <a:pt x="2626" y="966"/>
                  </a:lnTo>
                  <a:lnTo>
                    <a:pt x="2202" y="1313"/>
                  </a:lnTo>
                  <a:lnTo>
                    <a:pt x="1314" y="1893"/>
                  </a:lnTo>
                  <a:lnTo>
                    <a:pt x="425" y="2472"/>
                  </a:lnTo>
                  <a:lnTo>
                    <a:pt x="348" y="2549"/>
                  </a:lnTo>
                  <a:lnTo>
                    <a:pt x="348" y="2626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3"/>
                  </a:lnTo>
                  <a:lnTo>
                    <a:pt x="155" y="4866"/>
                  </a:lnTo>
                  <a:lnTo>
                    <a:pt x="1" y="4943"/>
                  </a:lnTo>
                  <a:lnTo>
                    <a:pt x="155" y="5252"/>
                  </a:lnTo>
                  <a:lnTo>
                    <a:pt x="155" y="6218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2"/>
                  </a:lnTo>
                  <a:lnTo>
                    <a:pt x="310" y="9616"/>
                  </a:lnTo>
                  <a:lnTo>
                    <a:pt x="503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4"/>
                  </a:lnTo>
                  <a:lnTo>
                    <a:pt x="1391" y="11199"/>
                  </a:lnTo>
                  <a:lnTo>
                    <a:pt x="1622" y="11315"/>
                  </a:lnTo>
                  <a:lnTo>
                    <a:pt x="1816" y="11392"/>
                  </a:lnTo>
                  <a:lnTo>
                    <a:pt x="2047" y="11431"/>
                  </a:lnTo>
                  <a:lnTo>
                    <a:pt x="2279" y="11431"/>
                  </a:lnTo>
                  <a:lnTo>
                    <a:pt x="2549" y="11392"/>
                  </a:lnTo>
                  <a:lnTo>
                    <a:pt x="2819" y="11353"/>
                  </a:lnTo>
                  <a:lnTo>
                    <a:pt x="3051" y="11237"/>
                  </a:lnTo>
                  <a:lnTo>
                    <a:pt x="3283" y="11044"/>
                  </a:lnTo>
                  <a:lnTo>
                    <a:pt x="3476" y="10890"/>
                  </a:lnTo>
                  <a:lnTo>
                    <a:pt x="3669" y="10658"/>
                  </a:lnTo>
                  <a:lnTo>
                    <a:pt x="3823" y="10388"/>
                  </a:lnTo>
                  <a:lnTo>
                    <a:pt x="3978" y="10156"/>
                  </a:lnTo>
                  <a:lnTo>
                    <a:pt x="4171" y="9538"/>
                  </a:lnTo>
                  <a:lnTo>
                    <a:pt x="4325" y="8921"/>
                  </a:lnTo>
                  <a:lnTo>
                    <a:pt x="4441" y="8303"/>
                  </a:lnTo>
                  <a:lnTo>
                    <a:pt x="4519" y="7724"/>
                  </a:lnTo>
                  <a:lnTo>
                    <a:pt x="4557" y="7222"/>
                  </a:lnTo>
                  <a:lnTo>
                    <a:pt x="4596" y="6642"/>
                  </a:lnTo>
                  <a:lnTo>
                    <a:pt x="4596" y="6102"/>
                  </a:lnTo>
                  <a:lnTo>
                    <a:pt x="4557" y="4982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1"/>
                  </a:lnTo>
                  <a:lnTo>
                    <a:pt x="4094" y="387"/>
                  </a:lnTo>
                  <a:lnTo>
                    <a:pt x="4132" y="348"/>
                  </a:lnTo>
                  <a:lnTo>
                    <a:pt x="4171" y="271"/>
                  </a:lnTo>
                  <a:lnTo>
                    <a:pt x="4210" y="194"/>
                  </a:lnTo>
                  <a:lnTo>
                    <a:pt x="4171" y="78"/>
                  </a:lnTo>
                  <a:lnTo>
                    <a:pt x="4094" y="39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9" name="Google Shape;5669;p22"/>
            <p:cNvSpPr/>
            <p:nvPr/>
          </p:nvSpPr>
          <p:spPr>
            <a:xfrm>
              <a:off x="4033950" y="3589700"/>
              <a:ext cx="26100" cy="11625"/>
            </a:xfrm>
            <a:custGeom>
              <a:avLst/>
              <a:gdLst/>
              <a:ahLst/>
              <a:cxnLst/>
              <a:rect l="l" t="t" r="r" b="b"/>
              <a:pathLst>
                <a:path w="1044" h="465" extrusionOk="0">
                  <a:moveTo>
                    <a:pt x="773" y="1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4"/>
                  </a:lnTo>
                  <a:lnTo>
                    <a:pt x="39" y="233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3"/>
                  </a:lnTo>
                  <a:lnTo>
                    <a:pt x="1005" y="155"/>
                  </a:lnTo>
                  <a:lnTo>
                    <a:pt x="966" y="117"/>
                  </a:lnTo>
                  <a:lnTo>
                    <a:pt x="889" y="39"/>
                  </a:lnTo>
                  <a:lnTo>
                    <a:pt x="77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0" name="Google Shape;5670;p22"/>
            <p:cNvSpPr/>
            <p:nvPr/>
          </p:nvSpPr>
          <p:spPr>
            <a:xfrm>
              <a:off x="3935475" y="3595500"/>
              <a:ext cx="21275" cy="8725"/>
            </a:xfrm>
            <a:custGeom>
              <a:avLst/>
              <a:gdLst/>
              <a:ahLst/>
              <a:cxnLst/>
              <a:rect l="l" t="t" r="r" b="b"/>
              <a:pathLst>
                <a:path w="851" h="349" extrusionOk="0">
                  <a:moveTo>
                    <a:pt x="426" y="1"/>
                  </a:moveTo>
                  <a:lnTo>
                    <a:pt x="155" y="39"/>
                  </a:lnTo>
                  <a:lnTo>
                    <a:pt x="117" y="39"/>
                  </a:lnTo>
                  <a:lnTo>
                    <a:pt x="40" y="78"/>
                  </a:lnTo>
                  <a:lnTo>
                    <a:pt x="1" y="194"/>
                  </a:lnTo>
                  <a:lnTo>
                    <a:pt x="40" y="271"/>
                  </a:lnTo>
                  <a:lnTo>
                    <a:pt x="117" y="309"/>
                  </a:lnTo>
                  <a:lnTo>
                    <a:pt x="155" y="348"/>
                  </a:lnTo>
                  <a:lnTo>
                    <a:pt x="735" y="348"/>
                  </a:lnTo>
                  <a:lnTo>
                    <a:pt x="812" y="271"/>
                  </a:lnTo>
                  <a:lnTo>
                    <a:pt x="850" y="194"/>
                  </a:lnTo>
                  <a:lnTo>
                    <a:pt x="812" y="78"/>
                  </a:lnTo>
                  <a:lnTo>
                    <a:pt x="73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1" name="Google Shape;5671;p22"/>
            <p:cNvSpPr/>
            <p:nvPr/>
          </p:nvSpPr>
          <p:spPr>
            <a:xfrm>
              <a:off x="6924275" y="3599350"/>
              <a:ext cx="335975" cy="782950"/>
            </a:xfrm>
            <a:custGeom>
              <a:avLst/>
              <a:gdLst/>
              <a:ahLst/>
              <a:cxnLst/>
              <a:rect l="l" t="t" r="r" b="b"/>
              <a:pathLst>
                <a:path w="13439" h="31318" extrusionOk="0">
                  <a:moveTo>
                    <a:pt x="6488" y="387"/>
                  </a:moveTo>
                  <a:lnTo>
                    <a:pt x="6526" y="464"/>
                  </a:lnTo>
                  <a:lnTo>
                    <a:pt x="7144" y="2009"/>
                  </a:lnTo>
                  <a:lnTo>
                    <a:pt x="7685" y="3554"/>
                  </a:lnTo>
                  <a:lnTo>
                    <a:pt x="8226" y="5137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2"/>
                  </a:lnTo>
                  <a:lnTo>
                    <a:pt x="7530" y="7338"/>
                  </a:lnTo>
                  <a:lnTo>
                    <a:pt x="7222" y="7454"/>
                  </a:lnTo>
                  <a:lnTo>
                    <a:pt x="6913" y="7531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1"/>
                  </a:lnTo>
                  <a:lnTo>
                    <a:pt x="5522" y="7492"/>
                  </a:lnTo>
                  <a:lnTo>
                    <a:pt x="4866" y="7338"/>
                  </a:lnTo>
                  <a:lnTo>
                    <a:pt x="4210" y="7106"/>
                  </a:lnTo>
                  <a:lnTo>
                    <a:pt x="3592" y="6874"/>
                  </a:lnTo>
                  <a:lnTo>
                    <a:pt x="3862" y="6025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4"/>
                  </a:lnTo>
                  <a:lnTo>
                    <a:pt x="5214" y="2743"/>
                  </a:lnTo>
                  <a:lnTo>
                    <a:pt x="5600" y="1932"/>
                  </a:lnTo>
                  <a:lnTo>
                    <a:pt x="6024" y="1159"/>
                  </a:lnTo>
                  <a:lnTo>
                    <a:pt x="6488" y="387"/>
                  </a:lnTo>
                  <a:close/>
                  <a:moveTo>
                    <a:pt x="8805" y="7029"/>
                  </a:moveTo>
                  <a:lnTo>
                    <a:pt x="9230" y="8419"/>
                  </a:lnTo>
                  <a:lnTo>
                    <a:pt x="9577" y="9848"/>
                  </a:lnTo>
                  <a:lnTo>
                    <a:pt x="9847" y="11083"/>
                  </a:lnTo>
                  <a:lnTo>
                    <a:pt x="10079" y="12358"/>
                  </a:lnTo>
                  <a:lnTo>
                    <a:pt x="10234" y="13632"/>
                  </a:lnTo>
                  <a:lnTo>
                    <a:pt x="10388" y="14906"/>
                  </a:lnTo>
                  <a:lnTo>
                    <a:pt x="10465" y="16181"/>
                  </a:lnTo>
                  <a:lnTo>
                    <a:pt x="10504" y="16837"/>
                  </a:lnTo>
                  <a:lnTo>
                    <a:pt x="10504" y="17493"/>
                  </a:lnTo>
                  <a:lnTo>
                    <a:pt x="10504" y="18189"/>
                  </a:lnTo>
                  <a:lnTo>
                    <a:pt x="10427" y="18845"/>
                  </a:lnTo>
                  <a:lnTo>
                    <a:pt x="10311" y="19463"/>
                  </a:lnTo>
                  <a:lnTo>
                    <a:pt x="10118" y="20081"/>
                  </a:lnTo>
                  <a:lnTo>
                    <a:pt x="9886" y="20660"/>
                  </a:lnTo>
                  <a:lnTo>
                    <a:pt x="9538" y="21162"/>
                  </a:lnTo>
                  <a:lnTo>
                    <a:pt x="9384" y="21394"/>
                  </a:lnTo>
                  <a:lnTo>
                    <a:pt x="9152" y="21587"/>
                  </a:lnTo>
                  <a:lnTo>
                    <a:pt x="8959" y="21780"/>
                  </a:lnTo>
                  <a:lnTo>
                    <a:pt x="8728" y="21973"/>
                  </a:lnTo>
                  <a:lnTo>
                    <a:pt x="8496" y="22127"/>
                  </a:lnTo>
                  <a:lnTo>
                    <a:pt x="8226" y="22243"/>
                  </a:lnTo>
                  <a:lnTo>
                    <a:pt x="7955" y="22359"/>
                  </a:lnTo>
                  <a:lnTo>
                    <a:pt x="7685" y="22436"/>
                  </a:lnTo>
                  <a:lnTo>
                    <a:pt x="7415" y="22475"/>
                  </a:lnTo>
                  <a:lnTo>
                    <a:pt x="6797" y="22475"/>
                  </a:lnTo>
                  <a:lnTo>
                    <a:pt x="6488" y="22436"/>
                  </a:lnTo>
                  <a:lnTo>
                    <a:pt x="5909" y="22282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5"/>
                  </a:lnTo>
                  <a:lnTo>
                    <a:pt x="4094" y="20930"/>
                  </a:lnTo>
                  <a:lnTo>
                    <a:pt x="3785" y="20467"/>
                  </a:lnTo>
                  <a:lnTo>
                    <a:pt x="3476" y="19965"/>
                  </a:lnTo>
                  <a:lnTo>
                    <a:pt x="3244" y="19424"/>
                  </a:lnTo>
                  <a:lnTo>
                    <a:pt x="3051" y="18884"/>
                  </a:lnTo>
                  <a:lnTo>
                    <a:pt x="2897" y="18343"/>
                  </a:lnTo>
                  <a:lnTo>
                    <a:pt x="2781" y="17802"/>
                  </a:lnTo>
                  <a:lnTo>
                    <a:pt x="2704" y="17223"/>
                  </a:lnTo>
                  <a:lnTo>
                    <a:pt x="2588" y="16103"/>
                  </a:lnTo>
                  <a:lnTo>
                    <a:pt x="2511" y="14945"/>
                  </a:lnTo>
                  <a:lnTo>
                    <a:pt x="2511" y="13748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3"/>
                  </a:lnTo>
                  <a:lnTo>
                    <a:pt x="3128" y="8689"/>
                  </a:lnTo>
                  <a:lnTo>
                    <a:pt x="3283" y="7917"/>
                  </a:lnTo>
                  <a:lnTo>
                    <a:pt x="3515" y="7183"/>
                  </a:lnTo>
                  <a:lnTo>
                    <a:pt x="4132" y="7454"/>
                  </a:lnTo>
                  <a:lnTo>
                    <a:pt x="4827" y="7685"/>
                  </a:lnTo>
                  <a:lnTo>
                    <a:pt x="5522" y="7840"/>
                  </a:lnTo>
                  <a:lnTo>
                    <a:pt x="5909" y="7917"/>
                  </a:lnTo>
                  <a:lnTo>
                    <a:pt x="6256" y="7917"/>
                  </a:lnTo>
                  <a:lnTo>
                    <a:pt x="6604" y="7956"/>
                  </a:lnTo>
                  <a:lnTo>
                    <a:pt x="6990" y="7917"/>
                  </a:lnTo>
                  <a:lnTo>
                    <a:pt x="7299" y="7878"/>
                  </a:lnTo>
                  <a:lnTo>
                    <a:pt x="7646" y="7763"/>
                  </a:lnTo>
                  <a:lnTo>
                    <a:pt x="7955" y="7647"/>
                  </a:lnTo>
                  <a:lnTo>
                    <a:pt x="8264" y="7492"/>
                  </a:lnTo>
                  <a:lnTo>
                    <a:pt x="8573" y="7261"/>
                  </a:lnTo>
                  <a:lnTo>
                    <a:pt x="8805" y="7029"/>
                  </a:lnTo>
                  <a:close/>
                  <a:moveTo>
                    <a:pt x="8650" y="22475"/>
                  </a:moveTo>
                  <a:lnTo>
                    <a:pt x="8766" y="22822"/>
                  </a:lnTo>
                  <a:lnTo>
                    <a:pt x="8921" y="23170"/>
                  </a:lnTo>
                  <a:lnTo>
                    <a:pt x="8496" y="23402"/>
                  </a:lnTo>
                  <a:lnTo>
                    <a:pt x="8071" y="23556"/>
                  </a:lnTo>
                  <a:lnTo>
                    <a:pt x="7608" y="23633"/>
                  </a:lnTo>
                  <a:lnTo>
                    <a:pt x="7144" y="23672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3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5"/>
                  </a:lnTo>
                  <a:lnTo>
                    <a:pt x="5870" y="22629"/>
                  </a:lnTo>
                  <a:lnTo>
                    <a:pt x="6256" y="22784"/>
                  </a:lnTo>
                  <a:lnTo>
                    <a:pt x="6681" y="22861"/>
                  </a:lnTo>
                  <a:lnTo>
                    <a:pt x="7067" y="22900"/>
                  </a:lnTo>
                  <a:lnTo>
                    <a:pt x="7453" y="22861"/>
                  </a:lnTo>
                  <a:lnTo>
                    <a:pt x="7878" y="22822"/>
                  </a:lnTo>
                  <a:lnTo>
                    <a:pt x="8264" y="22668"/>
                  </a:lnTo>
                  <a:lnTo>
                    <a:pt x="8650" y="22475"/>
                  </a:lnTo>
                  <a:close/>
                  <a:moveTo>
                    <a:pt x="10890" y="16798"/>
                  </a:moveTo>
                  <a:lnTo>
                    <a:pt x="11392" y="17262"/>
                  </a:lnTo>
                  <a:lnTo>
                    <a:pt x="11933" y="17648"/>
                  </a:lnTo>
                  <a:lnTo>
                    <a:pt x="12512" y="18034"/>
                  </a:lnTo>
                  <a:lnTo>
                    <a:pt x="13091" y="18343"/>
                  </a:lnTo>
                  <a:lnTo>
                    <a:pt x="12937" y="19772"/>
                  </a:lnTo>
                  <a:lnTo>
                    <a:pt x="12821" y="21239"/>
                  </a:lnTo>
                  <a:lnTo>
                    <a:pt x="12705" y="24212"/>
                  </a:lnTo>
                  <a:lnTo>
                    <a:pt x="11894" y="23595"/>
                  </a:lnTo>
                  <a:lnTo>
                    <a:pt x="11044" y="23015"/>
                  </a:lnTo>
                  <a:lnTo>
                    <a:pt x="10813" y="22861"/>
                  </a:lnTo>
                  <a:lnTo>
                    <a:pt x="10620" y="22668"/>
                  </a:lnTo>
                  <a:lnTo>
                    <a:pt x="10581" y="22591"/>
                  </a:lnTo>
                  <a:lnTo>
                    <a:pt x="10542" y="22436"/>
                  </a:lnTo>
                  <a:lnTo>
                    <a:pt x="10542" y="22127"/>
                  </a:lnTo>
                  <a:lnTo>
                    <a:pt x="10542" y="21394"/>
                  </a:lnTo>
                  <a:lnTo>
                    <a:pt x="10504" y="20660"/>
                  </a:lnTo>
                  <a:lnTo>
                    <a:pt x="10504" y="20583"/>
                  </a:lnTo>
                  <a:lnTo>
                    <a:pt x="10465" y="20544"/>
                  </a:lnTo>
                  <a:lnTo>
                    <a:pt x="10388" y="20467"/>
                  </a:lnTo>
                  <a:lnTo>
                    <a:pt x="10542" y="19965"/>
                  </a:lnTo>
                  <a:lnTo>
                    <a:pt x="10697" y="19424"/>
                  </a:lnTo>
                  <a:lnTo>
                    <a:pt x="10774" y="18884"/>
                  </a:lnTo>
                  <a:lnTo>
                    <a:pt x="10851" y="18304"/>
                  </a:lnTo>
                  <a:lnTo>
                    <a:pt x="10890" y="17571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5"/>
                  </a:lnTo>
                  <a:lnTo>
                    <a:pt x="6140" y="23826"/>
                  </a:lnTo>
                  <a:lnTo>
                    <a:pt x="6642" y="23942"/>
                  </a:lnTo>
                  <a:lnTo>
                    <a:pt x="7144" y="23981"/>
                  </a:lnTo>
                  <a:lnTo>
                    <a:pt x="7646" y="23981"/>
                  </a:lnTo>
                  <a:lnTo>
                    <a:pt x="8148" y="23865"/>
                  </a:lnTo>
                  <a:lnTo>
                    <a:pt x="8612" y="23710"/>
                  </a:lnTo>
                  <a:lnTo>
                    <a:pt x="9075" y="23440"/>
                  </a:lnTo>
                  <a:lnTo>
                    <a:pt x="9384" y="23904"/>
                  </a:lnTo>
                  <a:lnTo>
                    <a:pt x="8843" y="24174"/>
                  </a:lnTo>
                  <a:lnTo>
                    <a:pt x="8303" y="24367"/>
                  </a:lnTo>
                  <a:lnTo>
                    <a:pt x="7762" y="24483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4"/>
                  </a:lnTo>
                  <a:lnTo>
                    <a:pt x="5561" y="24290"/>
                  </a:lnTo>
                  <a:lnTo>
                    <a:pt x="4982" y="24097"/>
                  </a:lnTo>
                  <a:lnTo>
                    <a:pt x="5059" y="23904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8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3"/>
                  </a:lnTo>
                  <a:lnTo>
                    <a:pt x="2974" y="19772"/>
                  </a:lnTo>
                  <a:lnTo>
                    <a:pt x="3244" y="20312"/>
                  </a:lnTo>
                  <a:lnTo>
                    <a:pt x="3244" y="20351"/>
                  </a:lnTo>
                  <a:lnTo>
                    <a:pt x="3206" y="21200"/>
                  </a:lnTo>
                  <a:lnTo>
                    <a:pt x="3244" y="22050"/>
                  </a:lnTo>
                  <a:lnTo>
                    <a:pt x="3283" y="22359"/>
                  </a:lnTo>
                  <a:lnTo>
                    <a:pt x="3321" y="22706"/>
                  </a:lnTo>
                  <a:lnTo>
                    <a:pt x="3321" y="23054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9"/>
                  </a:lnTo>
                  <a:lnTo>
                    <a:pt x="3051" y="23633"/>
                  </a:lnTo>
                  <a:lnTo>
                    <a:pt x="2704" y="23904"/>
                  </a:lnTo>
                  <a:lnTo>
                    <a:pt x="2009" y="24405"/>
                  </a:lnTo>
                  <a:lnTo>
                    <a:pt x="773" y="25409"/>
                  </a:lnTo>
                  <a:lnTo>
                    <a:pt x="811" y="24676"/>
                  </a:lnTo>
                  <a:lnTo>
                    <a:pt x="850" y="23942"/>
                  </a:lnTo>
                  <a:lnTo>
                    <a:pt x="811" y="23170"/>
                  </a:lnTo>
                  <a:lnTo>
                    <a:pt x="773" y="22436"/>
                  </a:lnTo>
                  <a:lnTo>
                    <a:pt x="657" y="21239"/>
                  </a:lnTo>
                  <a:lnTo>
                    <a:pt x="503" y="20467"/>
                  </a:lnTo>
                  <a:lnTo>
                    <a:pt x="425" y="20081"/>
                  </a:lnTo>
                  <a:lnTo>
                    <a:pt x="464" y="19694"/>
                  </a:lnTo>
                  <a:lnTo>
                    <a:pt x="503" y="19656"/>
                  </a:lnTo>
                  <a:lnTo>
                    <a:pt x="541" y="19579"/>
                  </a:lnTo>
                  <a:lnTo>
                    <a:pt x="541" y="19540"/>
                  </a:lnTo>
                  <a:lnTo>
                    <a:pt x="541" y="19463"/>
                  </a:lnTo>
                  <a:lnTo>
                    <a:pt x="1429" y="18420"/>
                  </a:lnTo>
                  <a:lnTo>
                    <a:pt x="2356" y="17378"/>
                  </a:lnTo>
                  <a:close/>
                  <a:moveTo>
                    <a:pt x="8148" y="24830"/>
                  </a:moveTo>
                  <a:lnTo>
                    <a:pt x="8148" y="25062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8"/>
                  </a:lnTo>
                  <a:lnTo>
                    <a:pt x="7878" y="25216"/>
                  </a:lnTo>
                  <a:lnTo>
                    <a:pt x="7839" y="25294"/>
                  </a:lnTo>
                  <a:lnTo>
                    <a:pt x="7839" y="25371"/>
                  </a:lnTo>
                  <a:lnTo>
                    <a:pt x="7994" y="25873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60"/>
                  </a:lnTo>
                  <a:lnTo>
                    <a:pt x="8148" y="28962"/>
                  </a:lnTo>
                  <a:lnTo>
                    <a:pt x="8071" y="29503"/>
                  </a:lnTo>
                  <a:lnTo>
                    <a:pt x="7762" y="29194"/>
                  </a:lnTo>
                  <a:lnTo>
                    <a:pt x="7453" y="28885"/>
                  </a:lnTo>
                  <a:lnTo>
                    <a:pt x="7260" y="28537"/>
                  </a:lnTo>
                  <a:lnTo>
                    <a:pt x="7067" y="28190"/>
                  </a:lnTo>
                  <a:lnTo>
                    <a:pt x="6951" y="27804"/>
                  </a:lnTo>
                  <a:lnTo>
                    <a:pt x="6874" y="27417"/>
                  </a:lnTo>
                  <a:lnTo>
                    <a:pt x="6835" y="26954"/>
                  </a:lnTo>
                  <a:lnTo>
                    <a:pt x="6835" y="26491"/>
                  </a:lnTo>
                  <a:lnTo>
                    <a:pt x="6874" y="26105"/>
                  </a:lnTo>
                  <a:lnTo>
                    <a:pt x="6874" y="25757"/>
                  </a:lnTo>
                  <a:lnTo>
                    <a:pt x="6835" y="25603"/>
                  </a:lnTo>
                  <a:lnTo>
                    <a:pt x="6758" y="25487"/>
                  </a:lnTo>
                  <a:lnTo>
                    <a:pt x="6642" y="25371"/>
                  </a:lnTo>
                  <a:lnTo>
                    <a:pt x="6488" y="25294"/>
                  </a:lnTo>
                  <a:lnTo>
                    <a:pt x="6604" y="25101"/>
                  </a:lnTo>
                  <a:lnTo>
                    <a:pt x="6720" y="24985"/>
                  </a:lnTo>
                  <a:lnTo>
                    <a:pt x="7106" y="24985"/>
                  </a:lnTo>
                  <a:lnTo>
                    <a:pt x="7453" y="24946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5"/>
                  </a:lnTo>
                  <a:lnTo>
                    <a:pt x="9500" y="25409"/>
                  </a:lnTo>
                  <a:lnTo>
                    <a:pt x="9809" y="25796"/>
                  </a:lnTo>
                  <a:lnTo>
                    <a:pt x="10118" y="26259"/>
                  </a:lnTo>
                  <a:lnTo>
                    <a:pt x="9847" y="26220"/>
                  </a:lnTo>
                  <a:lnTo>
                    <a:pt x="9616" y="26105"/>
                  </a:lnTo>
                  <a:lnTo>
                    <a:pt x="9423" y="25950"/>
                  </a:lnTo>
                  <a:lnTo>
                    <a:pt x="9230" y="25757"/>
                  </a:lnTo>
                  <a:lnTo>
                    <a:pt x="9191" y="25680"/>
                  </a:lnTo>
                  <a:lnTo>
                    <a:pt x="8998" y="25680"/>
                  </a:lnTo>
                  <a:lnTo>
                    <a:pt x="8959" y="25718"/>
                  </a:lnTo>
                  <a:lnTo>
                    <a:pt x="8921" y="25796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1"/>
                  </a:lnTo>
                  <a:lnTo>
                    <a:pt x="9423" y="27070"/>
                  </a:lnTo>
                  <a:lnTo>
                    <a:pt x="9500" y="27379"/>
                  </a:lnTo>
                  <a:lnTo>
                    <a:pt x="9538" y="27688"/>
                  </a:lnTo>
                  <a:lnTo>
                    <a:pt x="9538" y="27997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80"/>
                  </a:lnTo>
                  <a:lnTo>
                    <a:pt x="9230" y="29889"/>
                  </a:lnTo>
                  <a:lnTo>
                    <a:pt x="9075" y="30159"/>
                  </a:lnTo>
                  <a:lnTo>
                    <a:pt x="8921" y="30429"/>
                  </a:lnTo>
                  <a:lnTo>
                    <a:pt x="8728" y="30661"/>
                  </a:lnTo>
                  <a:lnTo>
                    <a:pt x="8534" y="30777"/>
                  </a:lnTo>
                  <a:lnTo>
                    <a:pt x="8341" y="30854"/>
                  </a:lnTo>
                  <a:lnTo>
                    <a:pt x="8187" y="30854"/>
                  </a:lnTo>
                  <a:lnTo>
                    <a:pt x="7994" y="30777"/>
                  </a:lnTo>
                  <a:lnTo>
                    <a:pt x="7839" y="30700"/>
                  </a:lnTo>
                  <a:lnTo>
                    <a:pt x="7685" y="30584"/>
                  </a:lnTo>
                  <a:lnTo>
                    <a:pt x="7376" y="30275"/>
                  </a:lnTo>
                  <a:lnTo>
                    <a:pt x="6874" y="29773"/>
                  </a:lnTo>
                  <a:lnTo>
                    <a:pt x="6681" y="29503"/>
                  </a:lnTo>
                  <a:lnTo>
                    <a:pt x="6488" y="29194"/>
                  </a:lnTo>
                  <a:lnTo>
                    <a:pt x="6295" y="28846"/>
                  </a:lnTo>
                  <a:lnTo>
                    <a:pt x="6102" y="28460"/>
                  </a:lnTo>
                  <a:lnTo>
                    <a:pt x="5986" y="28074"/>
                  </a:lnTo>
                  <a:lnTo>
                    <a:pt x="5909" y="27688"/>
                  </a:lnTo>
                  <a:lnTo>
                    <a:pt x="5870" y="27263"/>
                  </a:lnTo>
                  <a:lnTo>
                    <a:pt x="5870" y="26877"/>
                  </a:lnTo>
                  <a:lnTo>
                    <a:pt x="5909" y="26491"/>
                  </a:lnTo>
                  <a:lnTo>
                    <a:pt x="6024" y="26066"/>
                  </a:lnTo>
                  <a:lnTo>
                    <a:pt x="6024" y="25950"/>
                  </a:lnTo>
                  <a:lnTo>
                    <a:pt x="5947" y="25911"/>
                  </a:lnTo>
                  <a:lnTo>
                    <a:pt x="5870" y="25873"/>
                  </a:lnTo>
                  <a:lnTo>
                    <a:pt x="5793" y="25873"/>
                  </a:lnTo>
                  <a:lnTo>
                    <a:pt x="5059" y="26220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8"/>
                  </a:lnTo>
                  <a:lnTo>
                    <a:pt x="5445" y="25101"/>
                  </a:lnTo>
                  <a:lnTo>
                    <a:pt x="5716" y="24753"/>
                  </a:lnTo>
                  <a:lnTo>
                    <a:pt x="6102" y="24869"/>
                  </a:lnTo>
                  <a:lnTo>
                    <a:pt x="6488" y="24946"/>
                  </a:lnTo>
                  <a:lnTo>
                    <a:pt x="6333" y="25101"/>
                  </a:lnTo>
                  <a:lnTo>
                    <a:pt x="6179" y="25294"/>
                  </a:lnTo>
                  <a:lnTo>
                    <a:pt x="6179" y="25371"/>
                  </a:lnTo>
                  <a:lnTo>
                    <a:pt x="6179" y="25448"/>
                  </a:lnTo>
                  <a:lnTo>
                    <a:pt x="6256" y="25487"/>
                  </a:lnTo>
                  <a:lnTo>
                    <a:pt x="6295" y="25487"/>
                  </a:lnTo>
                  <a:lnTo>
                    <a:pt x="6372" y="25525"/>
                  </a:lnTo>
                  <a:lnTo>
                    <a:pt x="6449" y="25603"/>
                  </a:lnTo>
                  <a:lnTo>
                    <a:pt x="6526" y="25796"/>
                  </a:lnTo>
                  <a:lnTo>
                    <a:pt x="6565" y="26105"/>
                  </a:lnTo>
                  <a:lnTo>
                    <a:pt x="6604" y="26452"/>
                  </a:lnTo>
                  <a:lnTo>
                    <a:pt x="6604" y="27147"/>
                  </a:lnTo>
                  <a:lnTo>
                    <a:pt x="6604" y="27611"/>
                  </a:lnTo>
                  <a:lnTo>
                    <a:pt x="6681" y="28074"/>
                  </a:lnTo>
                  <a:lnTo>
                    <a:pt x="6835" y="28499"/>
                  </a:lnTo>
                  <a:lnTo>
                    <a:pt x="7067" y="28923"/>
                  </a:lnTo>
                  <a:lnTo>
                    <a:pt x="7376" y="29310"/>
                  </a:lnTo>
                  <a:lnTo>
                    <a:pt x="7569" y="29464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50"/>
                  </a:lnTo>
                  <a:lnTo>
                    <a:pt x="8264" y="29850"/>
                  </a:lnTo>
                  <a:lnTo>
                    <a:pt x="8303" y="29812"/>
                  </a:lnTo>
                  <a:lnTo>
                    <a:pt x="8303" y="29734"/>
                  </a:lnTo>
                  <a:lnTo>
                    <a:pt x="8303" y="29696"/>
                  </a:lnTo>
                  <a:lnTo>
                    <a:pt x="8303" y="29657"/>
                  </a:lnTo>
                  <a:lnTo>
                    <a:pt x="8419" y="29155"/>
                  </a:lnTo>
                  <a:lnTo>
                    <a:pt x="8496" y="28615"/>
                  </a:lnTo>
                  <a:lnTo>
                    <a:pt x="8534" y="28113"/>
                  </a:lnTo>
                  <a:lnTo>
                    <a:pt x="8534" y="27572"/>
                  </a:lnTo>
                  <a:lnTo>
                    <a:pt x="8534" y="27070"/>
                  </a:lnTo>
                  <a:lnTo>
                    <a:pt x="8457" y="26568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7"/>
                  </a:lnTo>
                  <a:lnTo>
                    <a:pt x="8650" y="25409"/>
                  </a:lnTo>
                  <a:lnTo>
                    <a:pt x="8650" y="25371"/>
                  </a:lnTo>
                  <a:lnTo>
                    <a:pt x="8612" y="25294"/>
                  </a:lnTo>
                  <a:lnTo>
                    <a:pt x="8380" y="24792"/>
                  </a:lnTo>
                  <a:lnTo>
                    <a:pt x="8805" y="24637"/>
                  </a:lnTo>
                  <a:close/>
                  <a:moveTo>
                    <a:pt x="6449" y="1"/>
                  </a:moveTo>
                  <a:lnTo>
                    <a:pt x="6411" y="40"/>
                  </a:lnTo>
                  <a:lnTo>
                    <a:pt x="6411" y="117"/>
                  </a:lnTo>
                  <a:lnTo>
                    <a:pt x="6333" y="117"/>
                  </a:lnTo>
                  <a:lnTo>
                    <a:pt x="6295" y="194"/>
                  </a:lnTo>
                  <a:lnTo>
                    <a:pt x="5600" y="1275"/>
                  </a:lnTo>
                  <a:lnTo>
                    <a:pt x="4943" y="2434"/>
                  </a:lnTo>
                  <a:lnTo>
                    <a:pt x="4403" y="3592"/>
                  </a:lnTo>
                  <a:lnTo>
                    <a:pt x="3901" y="4828"/>
                  </a:lnTo>
                  <a:lnTo>
                    <a:pt x="3437" y="6063"/>
                  </a:lnTo>
                  <a:lnTo>
                    <a:pt x="3090" y="7299"/>
                  </a:lnTo>
                  <a:lnTo>
                    <a:pt x="2742" y="8573"/>
                  </a:lnTo>
                  <a:lnTo>
                    <a:pt x="2511" y="9848"/>
                  </a:lnTo>
                  <a:lnTo>
                    <a:pt x="2317" y="11161"/>
                  </a:lnTo>
                  <a:lnTo>
                    <a:pt x="2202" y="12474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9"/>
                  </a:lnTo>
                  <a:lnTo>
                    <a:pt x="541" y="18806"/>
                  </a:lnTo>
                  <a:lnTo>
                    <a:pt x="39" y="19463"/>
                  </a:lnTo>
                  <a:lnTo>
                    <a:pt x="1" y="19501"/>
                  </a:lnTo>
                  <a:lnTo>
                    <a:pt x="1" y="19579"/>
                  </a:lnTo>
                  <a:lnTo>
                    <a:pt x="78" y="19694"/>
                  </a:lnTo>
                  <a:lnTo>
                    <a:pt x="39" y="19965"/>
                  </a:lnTo>
                  <a:lnTo>
                    <a:pt x="39" y="20274"/>
                  </a:lnTo>
                  <a:lnTo>
                    <a:pt x="39" y="20544"/>
                  </a:lnTo>
                  <a:lnTo>
                    <a:pt x="78" y="20853"/>
                  </a:lnTo>
                  <a:lnTo>
                    <a:pt x="194" y="21432"/>
                  </a:lnTo>
                  <a:lnTo>
                    <a:pt x="309" y="22011"/>
                  </a:lnTo>
                  <a:lnTo>
                    <a:pt x="387" y="22900"/>
                  </a:lnTo>
                  <a:lnTo>
                    <a:pt x="425" y="23749"/>
                  </a:lnTo>
                  <a:lnTo>
                    <a:pt x="425" y="24637"/>
                  </a:lnTo>
                  <a:lnTo>
                    <a:pt x="387" y="25487"/>
                  </a:lnTo>
                  <a:lnTo>
                    <a:pt x="387" y="25603"/>
                  </a:lnTo>
                  <a:lnTo>
                    <a:pt x="464" y="25641"/>
                  </a:lnTo>
                  <a:lnTo>
                    <a:pt x="503" y="25680"/>
                  </a:lnTo>
                  <a:lnTo>
                    <a:pt x="580" y="25680"/>
                  </a:lnTo>
                  <a:lnTo>
                    <a:pt x="618" y="25757"/>
                  </a:lnTo>
                  <a:lnTo>
                    <a:pt x="696" y="25796"/>
                  </a:lnTo>
                  <a:lnTo>
                    <a:pt x="811" y="25796"/>
                  </a:lnTo>
                  <a:lnTo>
                    <a:pt x="1584" y="25255"/>
                  </a:lnTo>
                  <a:lnTo>
                    <a:pt x="2279" y="24714"/>
                  </a:lnTo>
                  <a:lnTo>
                    <a:pt x="3746" y="23595"/>
                  </a:lnTo>
                  <a:lnTo>
                    <a:pt x="3785" y="23479"/>
                  </a:lnTo>
                  <a:lnTo>
                    <a:pt x="3785" y="23363"/>
                  </a:lnTo>
                  <a:lnTo>
                    <a:pt x="3630" y="22089"/>
                  </a:lnTo>
                  <a:lnTo>
                    <a:pt x="3592" y="20814"/>
                  </a:lnTo>
                  <a:lnTo>
                    <a:pt x="3939" y="21278"/>
                  </a:lnTo>
                  <a:lnTo>
                    <a:pt x="4364" y="21664"/>
                  </a:lnTo>
                  <a:lnTo>
                    <a:pt x="4789" y="22050"/>
                  </a:lnTo>
                  <a:lnTo>
                    <a:pt x="5252" y="22359"/>
                  </a:lnTo>
                  <a:lnTo>
                    <a:pt x="5059" y="22745"/>
                  </a:lnTo>
                  <a:lnTo>
                    <a:pt x="4866" y="23170"/>
                  </a:lnTo>
                  <a:lnTo>
                    <a:pt x="4712" y="23633"/>
                  </a:lnTo>
                  <a:lnTo>
                    <a:pt x="4673" y="23865"/>
                  </a:lnTo>
                  <a:lnTo>
                    <a:pt x="4712" y="24097"/>
                  </a:lnTo>
                  <a:lnTo>
                    <a:pt x="4750" y="24174"/>
                  </a:lnTo>
                  <a:lnTo>
                    <a:pt x="4789" y="24212"/>
                  </a:lnTo>
                  <a:lnTo>
                    <a:pt x="4827" y="24251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6"/>
                  </a:lnTo>
                  <a:lnTo>
                    <a:pt x="5329" y="24869"/>
                  </a:lnTo>
                  <a:lnTo>
                    <a:pt x="5175" y="25062"/>
                  </a:lnTo>
                  <a:lnTo>
                    <a:pt x="5021" y="25255"/>
                  </a:lnTo>
                  <a:lnTo>
                    <a:pt x="4905" y="25487"/>
                  </a:lnTo>
                  <a:lnTo>
                    <a:pt x="4827" y="25718"/>
                  </a:lnTo>
                  <a:lnTo>
                    <a:pt x="4750" y="25950"/>
                  </a:lnTo>
                  <a:lnTo>
                    <a:pt x="4712" y="26220"/>
                  </a:lnTo>
                  <a:lnTo>
                    <a:pt x="4712" y="26491"/>
                  </a:lnTo>
                  <a:lnTo>
                    <a:pt x="4712" y="26568"/>
                  </a:lnTo>
                  <a:lnTo>
                    <a:pt x="4789" y="26645"/>
                  </a:lnTo>
                  <a:lnTo>
                    <a:pt x="4943" y="26645"/>
                  </a:lnTo>
                  <a:lnTo>
                    <a:pt x="5638" y="26298"/>
                  </a:lnTo>
                  <a:lnTo>
                    <a:pt x="5561" y="26722"/>
                  </a:lnTo>
                  <a:lnTo>
                    <a:pt x="5561" y="27147"/>
                  </a:lnTo>
                  <a:lnTo>
                    <a:pt x="5561" y="27533"/>
                  </a:lnTo>
                  <a:lnTo>
                    <a:pt x="5638" y="27958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6"/>
                  </a:lnTo>
                  <a:lnTo>
                    <a:pt x="6256" y="29464"/>
                  </a:lnTo>
                  <a:lnTo>
                    <a:pt x="6642" y="30005"/>
                  </a:lnTo>
                  <a:lnTo>
                    <a:pt x="6913" y="30352"/>
                  </a:lnTo>
                  <a:lnTo>
                    <a:pt x="7183" y="30661"/>
                  </a:lnTo>
                  <a:lnTo>
                    <a:pt x="7530" y="30970"/>
                  </a:lnTo>
                  <a:lnTo>
                    <a:pt x="7839" y="31163"/>
                  </a:lnTo>
                  <a:lnTo>
                    <a:pt x="7994" y="31240"/>
                  </a:lnTo>
                  <a:lnTo>
                    <a:pt x="8148" y="31318"/>
                  </a:lnTo>
                  <a:lnTo>
                    <a:pt x="8303" y="31318"/>
                  </a:lnTo>
                  <a:lnTo>
                    <a:pt x="8457" y="31279"/>
                  </a:lnTo>
                  <a:lnTo>
                    <a:pt x="8612" y="31240"/>
                  </a:lnTo>
                  <a:lnTo>
                    <a:pt x="8766" y="31163"/>
                  </a:lnTo>
                  <a:lnTo>
                    <a:pt x="8998" y="30893"/>
                  </a:lnTo>
                  <a:lnTo>
                    <a:pt x="9230" y="30584"/>
                  </a:lnTo>
                  <a:lnTo>
                    <a:pt x="9423" y="30236"/>
                  </a:lnTo>
                  <a:lnTo>
                    <a:pt x="9577" y="29850"/>
                  </a:lnTo>
                  <a:lnTo>
                    <a:pt x="9693" y="29464"/>
                  </a:lnTo>
                  <a:lnTo>
                    <a:pt x="9847" y="28808"/>
                  </a:lnTo>
                  <a:lnTo>
                    <a:pt x="9886" y="28228"/>
                  </a:lnTo>
                  <a:lnTo>
                    <a:pt x="9847" y="27611"/>
                  </a:lnTo>
                  <a:lnTo>
                    <a:pt x="9770" y="27031"/>
                  </a:lnTo>
                  <a:lnTo>
                    <a:pt x="9577" y="26491"/>
                  </a:lnTo>
                  <a:lnTo>
                    <a:pt x="9770" y="26529"/>
                  </a:lnTo>
                  <a:lnTo>
                    <a:pt x="9963" y="26568"/>
                  </a:lnTo>
                  <a:lnTo>
                    <a:pt x="10156" y="26607"/>
                  </a:lnTo>
                  <a:lnTo>
                    <a:pt x="10388" y="26607"/>
                  </a:lnTo>
                  <a:lnTo>
                    <a:pt x="10465" y="26568"/>
                  </a:lnTo>
                  <a:lnTo>
                    <a:pt x="10542" y="26529"/>
                  </a:lnTo>
                  <a:lnTo>
                    <a:pt x="10542" y="26452"/>
                  </a:lnTo>
                  <a:lnTo>
                    <a:pt x="10542" y="26336"/>
                  </a:lnTo>
                  <a:lnTo>
                    <a:pt x="10234" y="25834"/>
                  </a:lnTo>
                  <a:lnTo>
                    <a:pt x="9925" y="25332"/>
                  </a:lnTo>
                  <a:lnTo>
                    <a:pt x="9538" y="24869"/>
                  </a:lnTo>
                  <a:lnTo>
                    <a:pt x="9114" y="24483"/>
                  </a:lnTo>
                  <a:lnTo>
                    <a:pt x="9616" y="24135"/>
                  </a:lnTo>
                  <a:lnTo>
                    <a:pt x="9693" y="24058"/>
                  </a:lnTo>
                  <a:lnTo>
                    <a:pt x="9732" y="23981"/>
                  </a:lnTo>
                  <a:lnTo>
                    <a:pt x="9770" y="23942"/>
                  </a:lnTo>
                  <a:lnTo>
                    <a:pt x="9732" y="23865"/>
                  </a:lnTo>
                  <a:lnTo>
                    <a:pt x="9307" y="23093"/>
                  </a:lnTo>
                  <a:lnTo>
                    <a:pt x="9114" y="22706"/>
                  </a:lnTo>
                  <a:lnTo>
                    <a:pt x="8959" y="22282"/>
                  </a:lnTo>
                  <a:lnTo>
                    <a:pt x="9114" y="22204"/>
                  </a:lnTo>
                  <a:lnTo>
                    <a:pt x="9423" y="21934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9"/>
                  </a:lnTo>
                  <a:lnTo>
                    <a:pt x="10118" y="21896"/>
                  </a:lnTo>
                  <a:lnTo>
                    <a:pt x="10040" y="22822"/>
                  </a:lnTo>
                  <a:lnTo>
                    <a:pt x="10079" y="22900"/>
                  </a:lnTo>
                  <a:lnTo>
                    <a:pt x="10156" y="22977"/>
                  </a:lnTo>
                  <a:lnTo>
                    <a:pt x="10813" y="23402"/>
                  </a:lnTo>
                  <a:lnTo>
                    <a:pt x="11469" y="23826"/>
                  </a:lnTo>
                  <a:lnTo>
                    <a:pt x="12126" y="24290"/>
                  </a:lnTo>
                  <a:lnTo>
                    <a:pt x="12743" y="24753"/>
                  </a:lnTo>
                  <a:lnTo>
                    <a:pt x="12859" y="24830"/>
                  </a:lnTo>
                  <a:lnTo>
                    <a:pt x="12975" y="24792"/>
                  </a:lnTo>
                  <a:lnTo>
                    <a:pt x="13052" y="24753"/>
                  </a:lnTo>
                  <a:lnTo>
                    <a:pt x="13091" y="24637"/>
                  </a:lnTo>
                  <a:lnTo>
                    <a:pt x="13323" y="21394"/>
                  </a:lnTo>
                  <a:lnTo>
                    <a:pt x="13400" y="19772"/>
                  </a:lnTo>
                  <a:lnTo>
                    <a:pt x="13439" y="18961"/>
                  </a:lnTo>
                  <a:lnTo>
                    <a:pt x="13400" y="18189"/>
                  </a:lnTo>
                  <a:lnTo>
                    <a:pt x="13361" y="18073"/>
                  </a:lnTo>
                  <a:lnTo>
                    <a:pt x="13323" y="18034"/>
                  </a:lnTo>
                  <a:lnTo>
                    <a:pt x="13284" y="18034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5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6" y="14559"/>
                  </a:lnTo>
                  <a:lnTo>
                    <a:pt x="10620" y="13632"/>
                  </a:lnTo>
                  <a:lnTo>
                    <a:pt x="10504" y="12705"/>
                  </a:lnTo>
                  <a:lnTo>
                    <a:pt x="10234" y="11122"/>
                  </a:lnTo>
                  <a:lnTo>
                    <a:pt x="9886" y="9539"/>
                  </a:lnTo>
                  <a:lnTo>
                    <a:pt x="9500" y="7956"/>
                  </a:lnTo>
                  <a:lnTo>
                    <a:pt x="9036" y="6411"/>
                  </a:lnTo>
                  <a:lnTo>
                    <a:pt x="8534" y="4866"/>
                  </a:lnTo>
                  <a:lnTo>
                    <a:pt x="7994" y="3322"/>
                  </a:lnTo>
                  <a:lnTo>
                    <a:pt x="7415" y="1816"/>
                  </a:lnTo>
                  <a:lnTo>
                    <a:pt x="6835" y="310"/>
                  </a:lnTo>
                  <a:lnTo>
                    <a:pt x="6797" y="233"/>
                  </a:lnTo>
                  <a:lnTo>
                    <a:pt x="6720" y="194"/>
                  </a:lnTo>
                  <a:lnTo>
                    <a:pt x="6642" y="155"/>
                  </a:lnTo>
                  <a:lnTo>
                    <a:pt x="6604" y="40"/>
                  </a:lnTo>
                  <a:lnTo>
                    <a:pt x="65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2" name="Google Shape;5672;p22"/>
            <p:cNvSpPr/>
            <p:nvPr/>
          </p:nvSpPr>
          <p:spPr>
            <a:xfrm>
              <a:off x="2208425" y="362157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4" y="386"/>
                  </a:moveTo>
                  <a:lnTo>
                    <a:pt x="1121" y="425"/>
                  </a:lnTo>
                  <a:lnTo>
                    <a:pt x="1198" y="463"/>
                  </a:lnTo>
                  <a:lnTo>
                    <a:pt x="1237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7" y="1120"/>
                  </a:lnTo>
                  <a:lnTo>
                    <a:pt x="1159" y="1159"/>
                  </a:lnTo>
                  <a:lnTo>
                    <a:pt x="1082" y="1236"/>
                  </a:lnTo>
                  <a:lnTo>
                    <a:pt x="889" y="1274"/>
                  </a:lnTo>
                  <a:lnTo>
                    <a:pt x="696" y="1236"/>
                  </a:lnTo>
                  <a:lnTo>
                    <a:pt x="542" y="1159"/>
                  </a:lnTo>
                  <a:lnTo>
                    <a:pt x="464" y="1081"/>
                  </a:lnTo>
                  <a:lnTo>
                    <a:pt x="426" y="965"/>
                  </a:lnTo>
                  <a:lnTo>
                    <a:pt x="387" y="888"/>
                  </a:lnTo>
                  <a:lnTo>
                    <a:pt x="387" y="772"/>
                  </a:lnTo>
                  <a:lnTo>
                    <a:pt x="426" y="579"/>
                  </a:lnTo>
                  <a:lnTo>
                    <a:pt x="542" y="579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6"/>
                  </a:lnTo>
                  <a:close/>
                  <a:moveTo>
                    <a:pt x="850" y="0"/>
                  </a:moveTo>
                  <a:lnTo>
                    <a:pt x="735" y="39"/>
                  </a:lnTo>
                  <a:lnTo>
                    <a:pt x="619" y="77"/>
                  </a:lnTo>
                  <a:lnTo>
                    <a:pt x="503" y="116"/>
                  </a:lnTo>
                  <a:lnTo>
                    <a:pt x="348" y="193"/>
                  </a:lnTo>
                  <a:lnTo>
                    <a:pt x="233" y="309"/>
                  </a:lnTo>
                  <a:lnTo>
                    <a:pt x="155" y="425"/>
                  </a:lnTo>
                  <a:lnTo>
                    <a:pt x="78" y="579"/>
                  </a:lnTo>
                  <a:lnTo>
                    <a:pt x="40" y="734"/>
                  </a:lnTo>
                  <a:lnTo>
                    <a:pt x="1" y="888"/>
                  </a:lnTo>
                  <a:lnTo>
                    <a:pt x="40" y="1043"/>
                  </a:lnTo>
                  <a:lnTo>
                    <a:pt x="78" y="1197"/>
                  </a:lnTo>
                  <a:lnTo>
                    <a:pt x="194" y="1352"/>
                  </a:lnTo>
                  <a:lnTo>
                    <a:pt x="310" y="1467"/>
                  </a:lnTo>
                  <a:lnTo>
                    <a:pt x="464" y="1583"/>
                  </a:lnTo>
                  <a:lnTo>
                    <a:pt x="657" y="1622"/>
                  </a:lnTo>
                  <a:lnTo>
                    <a:pt x="812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06"/>
                  </a:lnTo>
                  <a:lnTo>
                    <a:pt x="1468" y="1390"/>
                  </a:lnTo>
                  <a:lnTo>
                    <a:pt x="1584" y="1236"/>
                  </a:lnTo>
                  <a:lnTo>
                    <a:pt x="1661" y="1081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41"/>
                  </a:lnTo>
                  <a:lnTo>
                    <a:pt x="1584" y="386"/>
                  </a:lnTo>
                  <a:lnTo>
                    <a:pt x="1507" y="232"/>
                  </a:lnTo>
                  <a:lnTo>
                    <a:pt x="1391" y="155"/>
                  </a:lnTo>
                  <a:lnTo>
                    <a:pt x="1275" y="77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3" name="Google Shape;5673;p22"/>
            <p:cNvSpPr/>
            <p:nvPr/>
          </p:nvSpPr>
          <p:spPr>
            <a:xfrm>
              <a:off x="4431675" y="3622525"/>
              <a:ext cx="174775" cy="292525"/>
            </a:xfrm>
            <a:custGeom>
              <a:avLst/>
              <a:gdLst/>
              <a:ahLst/>
              <a:cxnLst/>
              <a:rect l="l" t="t" r="r" b="b"/>
              <a:pathLst>
                <a:path w="6991" h="11701" extrusionOk="0">
                  <a:moveTo>
                    <a:pt x="271" y="1"/>
                  </a:moveTo>
                  <a:lnTo>
                    <a:pt x="1" y="155"/>
                  </a:lnTo>
                  <a:lnTo>
                    <a:pt x="889" y="1661"/>
                  </a:lnTo>
                  <a:lnTo>
                    <a:pt x="1777" y="3206"/>
                  </a:lnTo>
                  <a:lnTo>
                    <a:pt x="2665" y="4750"/>
                  </a:lnTo>
                  <a:lnTo>
                    <a:pt x="3554" y="6256"/>
                  </a:lnTo>
                  <a:lnTo>
                    <a:pt x="4403" y="7801"/>
                  </a:lnTo>
                  <a:lnTo>
                    <a:pt x="5214" y="9345"/>
                  </a:lnTo>
                  <a:lnTo>
                    <a:pt x="6025" y="10890"/>
                  </a:lnTo>
                  <a:lnTo>
                    <a:pt x="6218" y="11315"/>
                  </a:lnTo>
                  <a:lnTo>
                    <a:pt x="6334" y="11469"/>
                  </a:lnTo>
                  <a:lnTo>
                    <a:pt x="6488" y="11624"/>
                  </a:lnTo>
                  <a:lnTo>
                    <a:pt x="6797" y="11701"/>
                  </a:lnTo>
                  <a:lnTo>
                    <a:pt x="6874" y="11624"/>
                  </a:lnTo>
                  <a:lnTo>
                    <a:pt x="6952" y="11508"/>
                  </a:lnTo>
                  <a:lnTo>
                    <a:pt x="6952" y="11392"/>
                  </a:lnTo>
                  <a:lnTo>
                    <a:pt x="6990" y="11353"/>
                  </a:lnTo>
                  <a:lnTo>
                    <a:pt x="6681" y="11122"/>
                  </a:lnTo>
                  <a:lnTo>
                    <a:pt x="6759" y="10118"/>
                  </a:lnTo>
                  <a:lnTo>
                    <a:pt x="6797" y="9114"/>
                  </a:lnTo>
                  <a:lnTo>
                    <a:pt x="6797" y="7067"/>
                  </a:lnTo>
                  <a:lnTo>
                    <a:pt x="6836" y="5638"/>
                  </a:lnTo>
                  <a:lnTo>
                    <a:pt x="6411" y="5638"/>
                  </a:lnTo>
                  <a:lnTo>
                    <a:pt x="6411" y="6758"/>
                  </a:lnTo>
                  <a:lnTo>
                    <a:pt x="6334" y="8573"/>
                  </a:lnTo>
                  <a:lnTo>
                    <a:pt x="6295" y="9500"/>
                  </a:lnTo>
                  <a:lnTo>
                    <a:pt x="6257" y="10427"/>
                  </a:lnTo>
                  <a:lnTo>
                    <a:pt x="5986" y="9886"/>
                  </a:lnTo>
                  <a:lnTo>
                    <a:pt x="5253" y="8457"/>
                  </a:lnTo>
                  <a:lnTo>
                    <a:pt x="4480" y="6990"/>
                  </a:lnTo>
                  <a:lnTo>
                    <a:pt x="3669" y="5561"/>
                  </a:lnTo>
                  <a:lnTo>
                    <a:pt x="2858" y="4132"/>
                  </a:lnTo>
                  <a:lnTo>
                    <a:pt x="2009" y="2742"/>
                  </a:lnTo>
                  <a:lnTo>
                    <a:pt x="1159" y="1352"/>
                  </a:lnTo>
                  <a:lnTo>
                    <a:pt x="27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4" name="Google Shape;5674;p22"/>
            <p:cNvSpPr/>
            <p:nvPr/>
          </p:nvSpPr>
          <p:spPr>
            <a:xfrm>
              <a:off x="3827375" y="3636050"/>
              <a:ext cx="93650" cy="93650"/>
            </a:xfrm>
            <a:custGeom>
              <a:avLst/>
              <a:gdLst/>
              <a:ahLst/>
              <a:cxnLst/>
              <a:rect l="l" t="t" r="r" b="b"/>
              <a:pathLst>
                <a:path w="3746" h="3746" extrusionOk="0">
                  <a:moveTo>
                    <a:pt x="1583" y="464"/>
                  </a:moveTo>
                  <a:lnTo>
                    <a:pt x="2085" y="541"/>
                  </a:lnTo>
                  <a:lnTo>
                    <a:pt x="2317" y="618"/>
                  </a:lnTo>
                  <a:lnTo>
                    <a:pt x="2549" y="695"/>
                  </a:lnTo>
                  <a:lnTo>
                    <a:pt x="2742" y="811"/>
                  </a:lnTo>
                  <a:lnTo>
                    <a:pt x="2935" y="966"/>
                  </a:lnTo>
                  <a:lnTo>
                    <a:pt x="3089" y="1197"/>
                  </a:lnTo>
                  <a:lnTo>
                    <a:pt x="3205" y="1429"/>
                  </a:lnTo>
                  <a:lnTo>
                    <a:pt x="3244" y="1699"/>
                  </a:lnTo>
                  <a:lnTo>
                    <a:pt x="3244" y="1970"/>
                  </a:lnTo>
                  <a:lnTo>
                    <a:pt x="3205" y="2201"/>
                  </a:lnTo>
                  <a:lnTo>
                    <a:pt x="3089" y="2472"/>
                  </a:lnTo>
                  <a:lnTo>
                    <a:pt x="2973" y="2665"/>
                  </a:lnTo>
                  <a:lnTo>
                    <a:pt x="2780" y="2896"/>
                  </a:lnTo>
                  <a:lnTo>
                    <a:pt x="2587" y="3051"/>
                  </a:lnTo>
                  <a:lnTo>
                    <a:pt x="2356" y="3167"/>
                  </a:lnTo>
                  <a:lnTo>
                    <a:pt x="2085" y="3244"/>
                  </a:lnTo>
                  <a:lnTo>
                    <a:pt x="1776" y="3244"/>
                  </a:lnTo>
                  <a:lnTo>
                    <a:pt x="1506" y="3167"/>
                  </a:lnTo>
                  <a:lnTo>
                    <a:pt x="1236" y="3051"/>
                  </a:lnTo>
                  <a:lnTo>
                    <a:pt x="965" y="2896"/>
                  </a:lnTo>
                  <a:lnTo>
                    <a:pt x="772" y="2665"/>
                  </a:lnTo>
                  <a:lnTo>
                    <a:pt x="618" y="2433"/>
                  </a:lnTo>
                  <a:lnTo>
                    <a:pt x="502" y="2163"/>
                  </a:lnTo>
                  <a:lnTo>
                    <a:pt x="502" y="1854"/>
                  </a:lnTo>
                  <a:lnTo>
                    <a:pt x="502" y="1584"/>
                  </a:lnTo>
                  <a:lnTo>
                    <a:pt x="618" y="1352"/>
                  </a:lnTo>
                  <a:lnTo>
                    <a:pt x="734" y="1120"/>
                  </a:lnTo>
                  <a:lnTo>
                    <a:pt x="927" y="927"/>
                  </a:lnTo>
                  <a:lnTo>
                    <a:pt x="1120" y="734"/>
                  </a:lnTo>
                  <a:lnTo>
                    <a:pt x="1352" y="580"/>
                  </a:lnTo>
                  <a:lnTo>
                    <a:pt x="1583" y="464"/>
                  </a:lnTo>
                  <a:close/>
                  <a:moveTo>
                    <a:pt x="1892" y="0"/>
                  </a:moveTo>
                  <a:lnTo>
                    <a:pt x="1699" y="39"/>
                  </a:lnTo>
                  <a:lnTo>
                    <a:pt x="1545" y="78"/>
                  </a:lnTo>
                  <a:lnTo>
                    <a:pt x="1352" y="155"/>
                  </a:lnTo>
                  <a:lnTo>
                    <a:pt x="1313" y="193"/>
                  </a:lnTo>
                  <a:lnTo>
                    <a:pt x="1081" y="271"/>
                  </a:lnTo>
                  <a:lnTo>
                    <a:pt x="850" y="386"/>
                  </a:lnTo>
                  <a:lnTo>
                    <a:pt x="618" y="580"/>
                  </a:lnTo>
                  <a:lnTo>
                    <a:pt x="425" y="773"/>
                  </a:lnTo>
                  <a:lnTo>
                    <a:pt x="270" y="966"/>
                  </a:lnTo>
                  <a:lnTo>
                    <a:pt x="155" y="1236"/>
                  </a:lnTo>
                  <a:lnTo>
                    <a:pt x="77" y="1468"/>
                  </a:lnTo>
                  <a:lnTo>
                    <a:pt x="0" y="1738"/>
                  </a:lnTo>
                  <a:lnTo>
                    <a:pt x="0" y="2047"/>
                  </a:lnTo>
                  <a:lnTo>
                    <a:pt x="39" y="2124"/>
                  </a:lnTo>
                  <a:lnTo>
                    <a:pt x="39" y="2317"/>
                  </a:lnTo>
                  <a:lnTo>
                    <a:pt x="116" y="2510"/>
                  </a:lnTo>
                  <a:lnTo>
                    <a:pt x="309" y="2858"/>
                  </a:lnTo>
                  <a:lnTo>
                    <a:pt x="541" y="3167"/>
                  </a:lnTo>
                  <a:lnTo>
                    <a:pt x="850" y="3398"/>
                  </a:lnTo>
                  <a:lnTo>
                    <a:pt x="1197" y="3591"/>
                  </a:lnTo>
                  <a:lnTo>
                    <a:pt x="1583" y="3707"/>
                  </a:lnTo>
                  <a:lnTo>
                    <a:pt x="1969" y="3746"/>
                  </a:lnTo>
                  <a:lnTo>
                    <a:pt x="2163" y="3746"/>
                  </a:lnTo>
                  <a:lnTo>
                    <a:pt x="2356" y="3669"/>
                  </a:lnTo>
                  <a:lnTo>
                    <a:pt x="2626" y="3591"/>
                  </a:lnTo>
                  <a:lnTo>
                    <a:pt x="2896" y="3437"/>
                  </a:lnTo>
                  <a:lnTo>
                    <a:pt x="3128" y="3244"/>
                  </a:lnTo>
                  <a:lnTo>
                    <a:pt x="3321" y="3012"/>
                  </a:lnTo>
                  <a:lnTo>
                    <a:pt x="3475" y="2781"/>
                  </a:lnTo>
                  <a:lnTo>
                    <a:pt x="3630" y="2510"/>
                  </a:lnTo>
                  <a:lnTo>
                    <a:pt x="3707" y="2201"/>
                  </a:lnTo>
                  <a:lnTo>
                    <a:pt x="3746" y="1931"/>
                  </a:lnTo>
                  <a:lnTo>
                    <a:pt x="3746" y="1584"/>
                  </a:lnTo>
                  <a:lnTo>
                    <a:pt x="3668" y="1313"/>
                  </a:lnTo>
                  <a:lnTo>
                    <a:pt x="3514" y="1004"/>
                  </a:lnTo>
                  <a:lnTo>
                    <a:pt x="3321" y="695"/>
                  </a:lnTo>
                  <a:lnTo>
                    <a:pt x="3051" y="425"/>
                  </a:lnTo>
                  <a:lnTo>
                    <a:pt x="2742" y="232"/>
                  </a:lnTo>
                  <a:lnTo>
                    <a:pt x="2394" y="78"/>
                  </a:lnTo>
                  <a:lnTo>
                    <a:pt x="204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5" name="Google Shape;5675;p22"/>
            <p:cNvSpPr/>
            <p:nvPr/>
          </p:nvSpPr>
          <p:spPr>
            <a:xfrm>
              <a:off x="2802150" y="3642800"/>
              <a:ext cx="320525" cy="97525"/>
            </a:xfrm>
            <a:custGeom>
              <a:avLst/>
              <a:gdLst/>
              <a:ahLst/>
              <a:cxnLst/>
              <a:rect l="l" t="t" r="r" b="b"/>
              <a:pathLst>
                <a:path w="12821" h="3901" extrusionOk="0">
                  <a:moveTo>
                    <a:pt x="12550" y="1"/>
                  </a:moveTo>
                  <a:lnTo>
                    <a:pt x="12434" y="39"/>
                  </a:lnTo>
                  <a:lnTo>
                    <a:pt x="12357" y="78"/>
                  </a:lnTo>
                  <a:lnTo>
                    <a:pt x="12318" y="155"/>
                  </a:lnTo>
                  <a:lnTo>
                    <a:pt x="12280" y="271"/>
                  </a:lnTo>
                  <a:lnTo>
                    <a:pt x="12318" y="348"/>
                  </a:lnTo>
                  <a:lnTo>
                    <a:pt x="12357" y="541"/>
                  </a:lnTo>
                  <a:lnTo>
                    <a:pt x="12318" y="734"/>
                  </a:lnTo>
                  <a:lnTo>
                    <a:pt x="12280" y="889"/>
                  </a:lnTo>
                  <a:lnTo>
                    <a:pt x="12164" y="1043"/>
                  </a:lnTo>
                  <a:lnTo>
                    <a:pt x="12009" y="1198"/>
                  </a:lnTo>
                  <a:lnTo>
                    <a:pt x="11855" y="1314"/>
                  </a:lnTo>
                  <a:lnTo>
                    <a:pt x="11430" y="1545"/>
                  </a:lnTo>
                  <a:lnTo>
                    <a:pt x="11005" y="1700"/>
                  </a:lnTo>
                  <a:lnTo>
                    <a:pt x="10542" y="1854"/>
                  </a:lnTo>
                  <a:lnTo>
                    <a:pt x="9808" y="2047"/>
                  </a:lnTo>
                  <a:lnTo>
                    <a:pt x="9422" y="2163"/>
                  </a:lnTo>
                  <a:lnTo>
                    <a:pt x="9383" y="2086"/>
                  </a:lnTo>
                  <a:lnTo>
                    <a:pt x="9345" y="2009"/>
                  </a:lnTo>
                  <a:lnTo>
                    <a:pt x="8997" y="1468"/>
                  </a:lnTo>
                  <a:lnTo>
                    <a:pt x="8727" y="927"/>
                  </a:lnTo>
                  <a:lnTo>
                    <a:pt x="8418" y="1043"/>
                  </a:lnTo>
                  <a:lnTo>
                    <a:pt x="8495" y="1391"/>
                  </a:lnTo>
                  <a:lnTo>
                    <a:pt x="8611" y="1700"/>
                  </a:lnTo>
                  <a:lnTo>
                    <a:pt x="8804" y="2009"/>
                  </a:lnTo>
                  <a:lnTo>
                    <a:pt x="8997" y="2279"/>
                  </a:lnTo>
                  <a:lnTo>
                    <a:pt x="7839" y="2588"/>
                  </a:lnTo>
                  <a:lnTo>
                    <a:pt x="6719" y="2820"/>
                  </a:lnTo>
                  <a:lnTo>
                    <a:pt x="5329" y="3051"/>
                  </a:lnTo>
                  <a:lnTo>
                    <a:pt x="3939" y="3244"/>
                  </a:lnTo>
                  <a:lnTo>
                    <a:pt x="3668" y="3283"/>
                  </a:lnTo>
                  <a:lnTo>
                    <a:pt x="3746" y="2935"/>
                  </a:lnTo>
                  <a:lnTo>
                    <a:pt x="3784" y="2588"/>
                  </a:lnTo>
                  <a:lnTo>
                    <a:pt x="3707" y="2240"/>
                  </a:lnTo>
                  <a:lnTo>
                    <a:pt x="3630" y="1893"/>
                  </a:lnTo>
                  <a:lnTo>
                    <a:pt x="3282" y="1970"/>
                  </a:lnTo>
                  <a:lnTo>
                    <a:pt x="3321" y="2279"/>
                  </a:lnTo>
                  <a:lnTo>
                    <a:pt x="3360" y="2588"/>
                  </a:lnTo>
                  <a:lnTo>
                    <a:pt x="3282" y="2974"/>
                  </a:lnTo>
                  <a:lnTo>
                    <a:pt x="3205" y="3321"/>
                  </a:lnTo>
                  <a:lnTo>
                    <a:pt x="2278" y="3399"/>
                  </a:lnTo>
                  <a:lnTo>
                    <a:pt x="1815" y="3437"/>
                  </a:lnTo>
                  <a:lnTo>
                    <a:pt x="1352" y="3399"/>
                  </a:lnTo>
                  <a:lnTo>
                    <a:pt x="965" y="3360"/>
                  </a:lnTo>
                  <a:lnTo>
                    <a:pt x="772" y="3283"/>
                  </a:lnTo>
                  <a:lnTo>
                    <a:pt x="618" y="3244"/>
                  </a:lnTo>
                  <a:lnTo>
                    <a:pt x="502" y="3128"/>
                  </a:lnTo>
                  <a:lnTo>
                    <a:pt x="425" y="3051"/>
                  </a:lnTo>
                  <a:lnTo>
                    <a:pt x="386" y="2935"/>
                  </a:lnTo>
                  <a:lnTo>
                    <a:pt x="348" y="2781"/>
                  </a:lnTo>
                  <a:lnTo>
                    <a:pt x="348" y="2704"/>
                  </a:lnTo>
                  <a:lnTo>
                    <a:pt x="309" y="2665"/>
                  </a:lnTo>
                  <a:lnTo>
                    <a:pt x="232" y="2588"/>
                  </a:lnTo>
                  <a:lnTo>
                    <a:pt x="116" y="2626"/>
                  </a:lnTo>
                  <a:lnTo>
                    <a:pt x="77" y="2626"/>
                  </a:lnTo>
                  <a:lnTo>
                    <a:pt x="39" y="2704"/>
                  </a:lnTo>
                  <a:lnTo>
                    <a:pt x="0" y="2858"/>
                  </a:lnTo>
                  <a:lnTo>
                    <a:pt x="0" y="3013"/>
                  </a:lnTo>
                  <a:lnTo>
                    <a:pt x="0" y="3167"/>
                  </a:lnTo>
                  <a:lnTo>
                    <a:pt x="39" y="3283"/>
                  </a:lnTo>
                  <a:lnTo>
                    <a:pt x="116" y="3399"/>
                  </a:lnTo>
                  <a:lnTo>
                    <a:pt x="193" y="3515"/>
                  </a:lnTo>
                  <a:lnTo>
                    <a:pt x="386" y="3669"/>
                  </a:lnTo>
                  <a:lnTo>
                    <a:pt x="657" y="3746"/>
                  </a:lnTo>
                  <a:lnTo>
                    <a:pt x="927" y="3823"/>
                  </a:lnTo>
                  <a:lnTo>
                    <a:pt x="1236" y="3862"/>
                  </a:lnTo>
                  <a:lnTo>
                    <a:pt x="1506" y="3901"/>
                  </a:lnTo>
                  <a:lnTo>
                    <a:pt x="2780" y="3823"/>
                  </a:lnTo>
                  <a:lnTo>
                    <a:pt x="4016" y="3746"/>
                  </a:lnTo>
                  <a:lnTo>
                    <a:pt x="5252" y="3553"/>
                  </a:lnTo>
                  <a:lnTo>
                    <a:pt x="6487" y="3360"/>
                  </a:lnTo>
                  <a:lnTo>
                    <a:pt x="7646" y="3128"/>
                  </a:lnTo>
                  <a:lnTo>
                    <a:pt x="8766" y="2858"/>
                  </a:lnTo>
                  <a:lnTo>
                    <a:pt x="9885" y="2511"/>
                  </a:lnTo>
                  <a:lnTo>
                    <a:pt x="11005" y="2163"/>
                  </a:lnTo>
                  <a:lnTo>
                    <a:pt x="11353" y="2047"/>
                  </a:lnTo>
                  <a:lnTo>
                    <a:pt x="11700" y="1893"/>
                  </a:lnTo>
                  <a:lnTo>
                    <a:pt x="12048" y="1700"/>
                  </a:lnTo>
                  <a:lnTo>
                    <a:pt x="12357" y="1507"/>
                  </a:lnTo>
                  <a:lnTo>
                    <a:pt x="12627" y="1236"/>
                  </a:lnTo>
                  <a:lnTo>
                    <a:pt x="12704" y="1082"/>
                  </a:lnTo>
                  <a:lnTo>
                    <a:pt x="12782" y="927"/>
                  </a:lnTo>
                  <a:lnTo>
                    <a:pt x="12820" y="773"/>
                  </a:lnTo>
                  <a:lnTo>
                    <a:pt x="12820" y="580"/>
                  </a:lnTo>
                  <a:lnTo>
                    <a:pt x="12820" y="387"/>
                  </a:lnTo>
                  <a:lnTo>
                    <a:pt x="12743" y="155"/>
                  </a:lnTo>
                  <a:lnTo>
                    <a:pt x="12704" y="78"/>
                  </a:lnTo>
                  <a:lnTo>
                    <a:pt x="12627" y="39"/>
                  </a:lnTo>
                  <a:lnTo>
                    <a:pt x="125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6" name="Google Shape;5676;p22"/>
            <p:cNvSpPr/>
            <p:nvPr/>
          </p:nvSpPr>
          <p:spPr>
            <a:xfrm>
              <a:off x="2017300" y="3648600"/>
              <a:ext cx="124550" cy="97525"/>
            </a:xfrm>
            <a:custGeom>
              <a:avLst/>
              <a:gdLst/>
              <a:ahLst/>
              <a:cxnLst/>
              <a:rect l="l" t="t" r="r" b="b"/>
              <a:pathLst>
                <a:path w="4982" h="3901" extrusionOk="0">
                  <a:moveTo>
                    <a:pt x="271" y="0"/>
                  </a:moveTo>
                  <a:lnTo>
                    <a:pt x="155" y="39"/>
                  </a:lnTo>
                  <a:lnTo>
                    <a:pt x="39" y="116"/>
                  </a:lnTo>
                  <a:lnTo>
                    <a:pt x="0" y="232"/>
                  </a:lnTo>
                  <a:lnTo>
                    <a:pt x="39" y="386"/>
                  </a:lnTo>
                  <a:lnTo>
                    <a:pt x="348" y="888"/>
                  </a:lnTo>
                  <a:lnTo>
                    <a:pt x="657" y="1390"/>
                  </a:lnTo>
                  <a:lnTo>
                    <a:pt x="1043" y="1854"/>
                  </a:lnTo>
                  <a:lnTo>
                    <a:pt x="1390" y="2317"/>
                  </a:lnTo>
                  <a:lnTo>
                    <a:pt x="1815" y="2781"/>
                  </a:lnTo>
                  <a:lnTo>
                    <a:pt x="2240" y="3205"/>
                  </a:lnTo>
                  <a:lnTo>
                    <a:pt x="2703" y="3553"/>
                  </a:lnTo>
                  <a:lnTo>
                    <a:pt x="3205" y="3900"/>
                  </a:lnTo>
                  <a:lnTo>
                    <a:pt x="3553" y="3746"/>
                  </a:lnTo>
                  <a:lnTo>
                    <a:pt x="2780" y="3012"/>
                  </a:lnTo>
                  <a:lnTo>
                    <a:pt x="2047" y="2240"/>
                  </a:lnTo>
                  <a:lnTo>
                    <a:pt x="1352" y="1429"/>
                  </a:lnTo>
                  <a:lnTo>
                    <a:pt x="1043" y="1004"/>
                  </a:lnTo>
                  <a:lnTo>
                    <a:pt x="734" y="541"/>
                  </a:lnTo>
                  <a:lnTo>
                    <a:pt x="1622" y="695"/>
                  </a:lnTo>
                  <a:lnTo>
                    <a:pt x="2510" y="888"/>
                  </a:lnTo>
                  <a:lnTo>
                    <a:pt x="3012" y="1043"/>
                  </a:lnTo>
                  <a:lnTo>
                    <a:pt x="3514" y="1197"/>
                  </a:lnTo>
                  <a:lnTo>
                    <a:pt x="4016" y="1390"/>
                  </a:lnTo>
                  <a:lnTo>
                    <a:pt x="4518" y="1506"/>
                  </a:lnTo>
                  <a:lnTo>
                    <a:pt x="4595" y="1506"/>
                  </a:lnTo>
                  <a:lnTo>
                    <a:pt x="4673" y="1545"/>
                  </a:lnTo>
                  <a:lnTo>
                    <a:pt x="4750" y="1584"/>
                  </a:lnTo>
                  <a:lnTo>
                    <a:pt x="4827" y="1584"/>
                  </a:lnTo>
                  <a:lnTo>
                    <a:pt x="4904" y="1506"/>
                  </a:lnTo>
                  <a:lnTo>
                    <a:pt x="4982" y="1429"/>
                  </a:lnTo>
                  <a:lnTo>
                    <a:pt x="4634" y="1159"/>
                  </a:lnTo>
                  <a:lnTo>
                    <a:pt x="4171" y="888"/>
                  </a:lnTo>
                  <a:lnTo>
                    <a:pt x="3630" y="657"/>
                  </a:lnTo>
                  <a:lnTo>
                    <a:pt x="3089" y="464"/>
                  </a:lnTo>
                  <a:lnTo>
                    <a:pt x="2510" y="309"/>
                  </a:lnTo>
                  <a:lnTo>
                    <a:pt x="1931" y="193"/>
                  </a:lnTo>
                  <a:lnTo>
                    <a:pt x="1352" y="116"/>
                  </a:lnTo>
                  <a:lnTo>
                    <a:pt x="27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7" name="Google Shape;5677;p22"/>
            <p:cNvSpPr/>
            <p:nvPr/>
          </p:nvSpPr>
          <p:spPr>
            <a:xfrm>
              <a:off x="1564525" y="3658250"/>
              <a:ext cx="248125" cy="295425"/>
            </a:xfrm>
            <a:custGeom>
              <a:avLst/>
              <a:gdLst/>
              <a:ahLst/>
              <a:cxnLst/>
              <a:rect l="l" t="t" r="r" b="b"/>
              <a:pathLst>
                <a:path w="9925" h="11817" extrusionOk="0">
                  <a:moveTo>
                    <a:pt x="3785" y="850"/>
                  </a:moveTo>
                  <a:lnTo>
                    <a:pt x="4326" y="2279"/>
                  </a:lnTo>
                  <a:lnTo>
                    <a:pt x="4944" y="3746"/>
                  </a:lnTo>
                  <a:lnTo>
                    <a:pt x="6179" y="6565"/>
                  </a:lnTo>
                  <a:lnTo>
                    <a:pt x="3322" y="7492"/>
                  </a:lnTo>
                  <a:lnTo>
                    <a:pt x="1893" y="7955"/>
                  </a:lnTo>
                  <a:lnTo>
                    <a:pt x="464" y="8457"/>
                  </a:lnTo>
                  <a:lnTo>
                    <a:pt x="464" y="8457"/>
                  </a:lnTo>
                  <a:lnTo>
                    <a:pt x="1043" y="7569"/>
                  </a:lnTo>
                  <a:lnTo>
                    <a:pt x="1507" y="6604"/>
                  </a:lnTo>
                  <a:lnTo>
                    <a:pt x="1970" y="5638"/>
                  </a:lnTo>
                  <a:lnTo>
                    <a:pt x="2395" y="4673"/>
                  </a:lnTo>
                  <a:lnTo>
                    <a:pt x="2781" y="3746"/>
                  </a:lnTo>
                  <a:lnTo>
                    <a:pt x="3167" y="2781"/>
                  </a:lnTo>
                  <a:lnTo>
                    <a:pt x="3476" y="1815"/>
                  </a:lnTo>
                  <a:lnTo>
                    <a:pt x="3785" y="850"/>
                  </a:lnTo>
                  <a:close/>
                  <a:moveTo>
                    <a:pt x="3824" y="0"/>
                  </a:moveTo>
                  <a:lnTo>
                    <a:pt x="3746" y="39"/>
                  </a:lnTo>
                  <a:lnTo>
                    <a:pt x="3708" y="78"/>
                  </a:lnTo>
                  <a:lnTo>
                    <a:pt x="3592" y="116"/>
                  </a:lnTo>
                  <a:lnTo>
                    <a:pt x="3553" y="194"/>
                  </a:lnTo>
                  <a:lnTo>
                    <a:pt x="2820" y="2395"/>
                  </a:lnTo>
                  <a:lnTo>
                    <a:pt x="2434" y="3476"/>
                  </a:lnTo>
                  <a:lnTo>
                    <a:pt x="2009" y="4518"/>
                  </a:lnTo>
                  <a:lnTo>
                    <a:pt x="1545" y="5561"/>
                  </a:lnTo>
                  <a:lnTo>
                    <a:pt x="1043" y="6604"/>
                  </a:lnTo>
                  <a:lnTo>
                    <a:pt x="503" y="7608"/>
                  </a:lnTo>
                  <a:lnTo>
                    <a:pt x="39" y="8650"/>
                  </a:lnTo>
                  <a:lnTo>
                    <a:pt x="1" y="8689"/>
                  </a:lnTo>
                  <a:lnTo>
                    <a:pt x="39" y="8766"/>
                  </a:lnTo>
                  <a:lnTo>
                    <a:pt x="117" y="8805"/>
                  </a:lnTo>
                  <a:lnTo>
                    <a:pt x="117" y="8843"/>
                  </a:lnTo>
                  <a:lnTo>
                    <a:pt x="117" y="8920"/>
                  </a:lnTo>
                  <a:lnTo>
                    <a:pt x="155" y="8998"/>
                  </a:lnTo>
                  <a:lnTo>
                    <a:pt x="310" y="9114"/>
                  </a:lnTo>
                  <a:lnTo>
                    <a:pt x="464" y="8882"/>
                  </a:lnTo>
                  <a:lnTo>
                    <a:pt x="1970" y="8457"/>
                  </a:lnTo>
                  <a:lnTo>
                    <a:pt x="3438" y="7994"/>
                  </a:lnTo>
                  <a:lnTo>
                    <a:pt x="6372" y="7028"/>
                  </a:lnTo>
                  <a:lnTo>
                    <a:pt x="7106" y="8689"/>
                  </a:lnTo>
                  <a:lnTo>
                    <a:pt x="8303" y="11817"/>
                  </a:lnTo>
                  <a:lnTo>
                    <a:pt x="8689" y="11662"/>
                  </a:lnTo>
                  <a:lnTo>
                    <a:pt x="7531" y="8689"/>
                  </a:lnTo>
                  <a:lnTo>
                    <a:pt x="6797" y="6874"/>
                  </a:lnTo>
                  <a:lnTo>
                    <a:pt x="8380" y="6333"/>
                  </a:lnTo>
                  <a:lnTo>
                    <a:pt x="9925" y="5754"/>
                  </a:lnTo>
                  <a:lnTo>
                    <a:pt x="9770" y="5329"/>
                  </a:lnTo>
                  <a:lnTo>
                    <a:pt x="8187" y="5909"/>
                  </a:lnTo>
                  <a:lnTo>
                    <a:pt x="6643" y="6449"/>
                  </a:lnTo>
                  <a:lnTo>
                    <a:pt x="6025" y="4905"/>
                  </a:lnTo>
                  <a:lnTo>
                    <a:pt x="5407" y="3360"/>
                  </a:lnTo>
                  <a:lnTo>
                    <a:pt x="4712" y="1854"/>
                  </a:lnTo>
                  <a:lnTo>
                    <a:pt x="3978" y="348"/>
                  </a:lnTo>
                  <a:lnTo>
                    <a:pt x="4055" y="78"/>
                  </a:lnTo>
                  <a:lnTo>
                    <a:pt x="3862" y="39"/>
                  </a:lnTo>
                  <a:lnTo>
                    <a:pt x="382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8" name="Google Shape;5678;p22"/>
            <p:cNvSpPr/>
            <p:nvPr/>
          </p:nvSpPr>
          <p:spPr>
            <a:xfrm>
              <a:off x="1663975" y="3660175"/>
              <a:ext cx="229775" cy="419975"/>
            </a:xfrm>
            <a:custGeom>
              <a:avLst/>
              <a:gdLst/>
              <a:ahLst/>
              <a:cxnLst/>
              <a:rect l="l" t="t" r="r" b="b"/>
              <a:pathLst>
                <a:path w="9191" h="16799" extrusionOk="0">
                  <a:moveTo>
                    <a:pt x="77" y="1"/>
                  </a:moveTo>
                  <a:lnTo>
                    <a:pt x="0" y="271"/>
                  </a:lnTo>
                  <a:lnTo>
                    <a:pt x="2124" y="1275"/>
                  </a:lnTo>
                  <a:lnTo>
                    <a:pt x="4286" y="2240"/>
                  </a:lnTo>
                  <a:lnTo>
                    <a:pt x="5290" y="2742"/>
                  </a:lnTo>
                  <a:lnTo>
                    <a:pt x="6294" y="3244"/>
                  </a:lnTo>
                  <a:lnTo>
                    <a:pt x="7298" y="3746"/>
                  </a:lnTo>
                  <a:lnTo>
                    <a:pt x="8302" y="4248"/>
                  </a:lnTo>
                  <a:lnTo>
                    <a:pt x="7028" y="4750"/>
                  </a:lnTo>
                  <a:lnTo>
                    <a:pt x="5792" y="5252"/>
                  </a:lnTo>
                  <a:lnTo>
                    <a:pt x="5947" y="5677"/>
                  </a:lnTo>
                  <a:lnTo>
                    <a:pt x="7298" y="5175"/>
                  </a:lnTo>
                  <a:lnTo>
                    <a:pt x="7955" y="4905"/>
                  </a:lnTo>
                  <a:lnTo>
                    <a:pt x="8611" y="4596"/>
                  </a:lnTo>
                  <a:lnTo>
                    <a:pt x="8457" y="5136"/>
                  </a:lnTo>
                  <a:lnTo>
                    <a:pt x="8341" y="5638"/>
                  </a:lnTo>
                  <a:lnTo>
                    <a:pt x="8148" y="6681"/>
                  </a:lnTo>
                  <a:lnTo>
                    <a:pt x="7839" y="8380"/>
                  </a:lnTo>
                  <a:lnTo>
                    <a:pt x="7569" y="10041"/>
                  </a:lnTo>
                  <a:lnTo>
                    <a:pt x="7028" y="13361"/>
                  </a:lnTo>
                  <a:lnTo>
                    <a:pt x="6796" y="15060"/>
                  </a:lnTo>
                  <a:lnTo>
                    <a:pt x="6681" y="15871"/>
                  </a:lnTo>
                  <a:lnTo>
                    <a:pt x="6642" y="16721"/>
                  </a:lnTo>
                  <a:lnTo>
                    <a:pt x="6989" y="16798"/>
                  </a:lnTo>
                  <a:lnTo>
                    <a:pt x="7298" y="15215"/>
                  </a:lnTo>
                  <a:lnTo>
                    <a:pt x="7530" y="13593"/>
                  </a:lnTo>
                  <a:lnTo>
                    <a:pt x="7723" y="12010"/>
                  </a:lnTo>
                  <a:lnTo>
                    <a:pt x="7955" y="10427"/>
                  </a:lnTo>
                  <a:lnTo>
                    <a:pt x="8225" y="8805"/>
                  </a:lnTo>
                  <a:lnTo>
                    <a:pt x="8495" y="7183"/>
                  </a:lnTo>
                  <a:lnTo>
                    <a:pt x="8689" y="6488"/>
                  </a:lnTo>
                  <a:lnTo>
                    <a:pt x="8882" y="5793"/>
                  </a:lnTo>
                  <a:lnTo>
                    <a:pt x="9036" y="5059"/>
                  </a:lnTo>
                  <a:lnTo>
                    <a:pt x="9152" y="4364"/>
                  </a:lnTo>
                  <a:lnTo>
                    <a:pt x="9152" y="4287"/>
                  </a:lnTo>
                  <a:lnTo>
                    <a:pt x="9190" y="4210"/>
                  </a:lnTo>
                  <a:lnTo>
                    <a:pt x="9113" y="4094"/>
                  </a:lnTo>
                  <a:lnTo>
                    <a:pt x="9036" y="4017"/>
                  </a:lnTo>
                  <a:lnTo>
                    <a:pt x="8920" y="4017"/>
                  </a:lnTo>
                  <a:lnTo>
                    <a:pt x="8882" y="4055"/>
                  </a:lnTo>
                  <a:lnTo>
                    <a:pt x="7839" y="3437"/>
                  </a:lnTo>
                  <a:lnTo>
                    <a:pt x="6758" y="2897"/>
                  </a:lnTo>
                  <a:lnTo>
                    <a:pt x="4595" y="1893"/>
                  </a:lnTo>
                  <a:lnTo>
                    <a:pt x="2356" y="927"/>
                  </a:lnTo>
                  <a:lnTo>
                    <a:pt x="1236" y="464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9" name="Google Shape;5679;p22"/>
            <p:cNvSpPr/>
            <p:nvPr/>
          </p:nvSpPr>
          <p:spPr>
            <a:xfrm>
              <a:off x="406075" y="3667900"/>
              <a:ext cx="458600" cy="289650"/>
            </a:xfrm>
            <a:custGeom>
              <a:avLst/>
              <a:gdLst/>
              <a:ahLst/>
              <a:cxnLst/>
              <a:rect l="l" t="t" r="r" b="b"/>
              <a:pathLst>
                <a:path w="18344" h="11586" extrusionOk="0">
                  <a:moveTo>
                    <a:pt x="17069" y="387"/>
                  </a:moveTo>
                  <a:lnTo>
                    <a:pt x="17146" y="425"/>
                  </a:lnTo>
                  <a:lnTo>
                    <a:pt x="17223" y="503"/>
                  </a:lnTo>
                  <a:lnTo>
                    <a:pt x="17300" y="734"/>
                  </a:lnTo>
                  <a:lnTo>
                    <a:pt x="17378" y="927"/>
                  </a:lnTo>
                  <a:lnTo>
                    <a:pt x="17378" y="1120"/>
                  </a:lnTo>
                  <a:lnTo>
                    <a:pt x="17339" y="1314"/>
                  </a:lnTo>
                  <a:lnTo>
                    <a:pt x="17223" y="1545"/>
                  </a:lnTo>
                  <a:lnTo>
                    <a:pt x="16953" y="1893"/>
                  </a:lnTo>
                  <a:lnTo>
                    <a:pt x="16721" y="2124"/>
                  </a:lnTo>
                  <a:lnTo>
                    <a:pt x="16451" y="2356"/>
                  </a:lnTo>
                  <a:lnTo>
                    <a:pt x="16181" y="2549"/>
                  </a:lnTo>
                  <a:lnTo>
                    <a:pt x="15872" y="2665"/>
                  </a:lnTo>
                  <a:lnTo>
                    <a:pt x="15872" y="2086"/>
                  </a:lnTo>
                  <a:lnTo>
                    <a:pt x="15910" y="1777"/>
                  </a:lnTo>
                  <a:lnTo>
                    <a:pt x="15949" y="1468"/>
                  </a:lnTo>
                  <a:lnTo>
                    <a:pt x="16026" y="1198"/>
                  </a:lnTo>
                  <a:lnTo>
                    <a:pt x="16181" y="927"/>
                  </a:lnTo>
                  <a:lnTo>
                    <a:pt x="16335" y="696"/>
                  </a:lnTo>
                  <a:lnTo>
                    <a:pt x="16605" y="503"/>
                  </a:lnTo>
                  <a:lnTo>
                    <a:pt x="16837" y="425"/>
                  </a:lnTo>
                  <a:lnTo>
                    <a:pt x="16992" y="387"/>
                  </a:lnTo>
                  <a:close/>
                  <a:moveTo>
                    <a:pt x="14597" y="2974"/>
                  </a:moveTo>
                  <a:lnTo>
                    <a:pt x="14868" y="3013"/>
                  </a:lnTo>
                  <a:lnTo>
                    <a:pt x="15138" y="3090"/>
                  </a:lnTo>
                  <a:lnTo>
                    <a:pt x="15099" y="3206"/>
                  </a:lnTo>
                  <a:lnTo>
                    <a:pt x="14713" y="3515"/>
                  </a:lnTo>
                  <a:lnTo>
                    <a:pt x="14288" y="3746"/>
                  </a:lnTo>
                  <a:lnTo>
                    <a:pt x="14057" y="3862"/>
                  </a:lnTo>
                  <a:lnTo>
                    <a:pt x="13786" y="3939"/>
                  </a:lnTo>
                  <a:lnTo>
                    <a:pt x="13478" y="4017"/>
                  </a:lnTo>
                  <a:lnTo>
                    <a:pt x="13053" y="4017"/>
                  </a:lnTo>
                  <a:lnTo>
                    <a:pt x="12976" y="3939"/>
                  </a:lnTo>
                  <a:lnTo>
                    <a:pt x="12976" y="3862"/>
                  </a:lnTo>
                  <a:lnTo>
                    <a:pt x="12976" y="3708"/>
                  </a:lnTo>
                  <a:lnTo>
                    <a:pt x="13014" y="3476"/>
                  </a:lnTo>
                  <a:lnTo>
                    <a:pt x="13053" y="3360"/>
                  </a:lnTo>
                  <a:lnTo>
                    <a:pt x="13207" y="3244"/>
                  </a:lnTo>
                  <a:lnTo>
                    <a:pt x="13400" y="3167"/>
                  </a:lnTo>
                  <a:lnTo>
                    <a:pt x="13709" y="3051"/>
                  </a:lnTo>
                  <a:lnTo>
                    <a:pt x="14018" y="3013"/>
                  </a:lnTo>
                  <a:lnTo>
                    <a:pt x="14327" y="2974"/>
                  </a:lnTo>
                  <a:close/>
                  <a:moveTo>
                    <a:pt x="15679" y="3283"/>
                  </a:moveTo>
                  <a:lnTo>
                    <a:pt x="16335" y="3476"/>
                  </a:lnTo>
                  <a:lnTo>
                    <a:pt x="16644" y="3553"/>
                  </a:lnTo>
                  <a:lnTo>
                    <a:pt x="16992" y="3669"/>
                  </a:lnTo>
                  <a:lnTo>
                    <a:pt x="17262" y="3823"/>
                  </a:lnTo>
                  <a:lnTo>
                    <a:pt x="17532" y="4017"/>
                  </a:lnTo>
                  <a:lnTo>
                    <a:pt x="17725" y="4287"/>
                  </a:lnTo>
                  <a:lnTo>
                    <a:pt x="17802" y="4403"/>
                  </a:lnTo>
                  <a:lnTo>
                    <a:pt x="17880" y="4596"/>
                  </a:lnTo>
                  <a:lnTo>
                    <a:pt x="17918" y="4789"/>
                  </a:lnTo>
                  <a:lnTo>
                    <a:pt x="17880" y="4943"/>
                  </a:lnTo>
                  <a:lnTo>
                    <a:pt x="17802" y="5059"/>
                  </a:lnTo>
                  <a:lnTo>
                    <a:pt x="17648" y="5136"/>
                  </a:lnTo>
                  <a:lnTo>
                    <a:pt x="17494" y="5175"/>
                  </a:lnTo>
                  <a:lnTo>
                    <a:pt x="17339" y="5175"/>
                  </a:lnTo>
                  <a:lnTo>
                    <a:pt x="17146" y="5136"/>
                  </a:lnTo>
                  <a:lnTo>
                    <a:pt x="16992" y="5059"/>
                  </a:lnTo>
                  <a:lnTo>
                    <a:pt x="16644" y="4789"/>
                  </a:lnTo>
                  <a:lnTo>
                    <a:pt x="16374" y="4480"/>
                  </a:lnTo>
                  <a:lnTo>
                    <a:pt x="16181" y="4210"/>
                  </a:lnTo>
                  <a:lnTo>
                    <a:pt x="15988" y="3901"/>
                  </a:lnTo>
                  <a:lnTo>
                    <a:pt x="15833" y="3592"/>
                  </a:lnTo>
                  <a:lnTo>
                    <a:pt x="15679" y="3283"/>
                  </a:lnTo>
                  <a:close/>
                  <a:moveTo>
                    <a:pt x="4635" y="541"/>
                  </a:moveTo>
                  <a:lnTo>
                    <a:pt x="5253" y="580"/>
                  </a:lnTo>
                  <a:lnTo>
                    <a:pt x="5832" y="696"/>
                  </a:lnTo>
                  <a:lnTo>
                    <a:pt x="6411" y="850"/>
                  </a:lnTo>
                  <a:lnTo>
                    <a:pt x="6990" y="1120"/>
                  </a:lnTo>
                  <a:lnTo>
                    <a:pt x="7492" y="1429"/>
                  </a:lnTo>
                  <a:lnTo>
                    <a:pt x="7917" y="1738"/>
                  </a:lnTo>
                  <a:lnTo>
                    <a:pt x="8303" y="2086"/>
                  </a:lnTo>
                  <a:lnTo>
                    <a:pt x="8651" y="2472"/>
                  </a:lnTo>
                  <a:lnTo>
                    <a:pt x="8960" y="2858"/>
                  </a:lnTo>
                  <a:lnTo>
                    <a:pt x="9539" y="3669"/>
                  </a:lnTo>
                  <a:lnTo>
                    <a:pt x="10157" y="4480"/>
                  </a:lnTo>
                  <a:lnTo>
                    <a:pt x="10388" y="4827"/>
                  </a:lnTo>
                  <a:lnTo>
                    <a:pt x="10697" y="5136"/>
                  </a:lnTo>
                  <a:lnTo>
                    <a:pt x="11006" y="5445"/>
                  </a:lnTo>
                  <a:lnTo>
                    <a:pt x="11354" y="5677"/>
                  </a:lnTo>
                  <a:lnTo>
                    <a:pt x="11701" y="5870"/>
                  </a:lnTo>
                  <a:lnTo>
                    <a:pt x="12126" y="5986"/>
                  </a:lnTo>
                  <a:lnTo>
                    <a:pt x="12512" y="6025"/>
                  </a:lnTo>
                  <a:lnTo>
                    <a:pt x="12976" y="5986"/>
                  </a:lnTo>
                  <a:lnTo>
                    <a:pt x="13323" y="5870"/>
                  </a:lnTo>
                  <a:lnTo>
                    <a:pt x="13632" y="5754"/>
                  </a:lnTo>
                  <a:lnTo>
                    <a:pt x="13902" y="5600"/>
                  </a:lnTo>
                  <a:lnTo>
                    <a:pt x="14173" y="5407"/>
                  </a:lnTo>
                  <a:lnTo>
                    <a:pt x="14404" y="5214"/>
                  </a:lnTo>
                  <a:lnTo>
                    <a:pt x="14597" y="4982"/>
                  </a:lnTo>
                  <a:lnTo>
                    <a:pt x="14829" y="4712"/>
                  </a:lnTo>
                  <a:lnTo>
                    <a:pt x="14984" y="4441"/>
                  </a:lnTo>
                  <a:lnTo>
                    <a:pt x="14752" y="5252"/>
                  </a:lnTo>
                  <a:lnTo>
                    <a:pt x="14443" y="5986"/>
                  </a:lnTo>
                  <a:lnTo>
                    <a:pt x="14057" y="6720"/>
                  </a:lnTo>
                  <a:lnTo>
                    <a:pt x="13593" y="7415"/>
                  </a:lnTo>
                  <a:lnTo>
                    <a:pt x="13091" y="8071"/>
                  </a:lnTo>
                  <a:lnTo>
                    <a:pt x="12512" y="8650"/>
                  </a:lnTo>
                  <a:lnTo>
                    <a:pt x="11894" y="9191"/>
                  </a:lnTo>
                  <a:lnTo>
                    <a:pt x="11199" y="9693"/>
                  </a:lnTo>
                  <a:lnTo>
                    <a:pt x="10697" y="10002"/>
                  </a:lnTo>
                  <a:lnTo>
                    <a:pt x="10157" y="10272"/>
                  </a:lnTo>
                  <a:lnTo>
                    <a:pt x="9616" y="10465"/>
                  </a:lnTo>
                  <a:lnTo>
                    <a:pt x="9075" y="10658"/>
                  </a:lnTo>
                  <a:lnTo>
                    <a:pt x="8496" y="10774"/>
                  </a:lnTo>
                  <a:lnTo>
                    <a:pt x="7956" y="10890"/>
                  </a:lnTo>
                  <a:lnTo>
                    <a:pt x="7376" y="10929"/>
                  </a:lnTo>
                  <a:lnTo>
                    <a:pt x="6836" y="10929"/>
                  </a:lnTo>
                  <a:lnTo>
                    <a:pt x="6257" y="10890"/>
                  </a:lnTo>
                  <a:lnTo>
                    <a:pt x="5716" y="10774"/>
                  </a:lnTo>
                  <a:lnTo>
                    <a:pt x="5175" y="10620"/>
                  </a:lnTo>
                  <a:lnTo>
                    <a:pt x="4635" y="10465"/>
                  </a:lnTo>
                  <a:lnTo>
                    <a:pt x="4133" y="10195"/>
                  </a:lnTo>
                  <a:lnTo>
                    <a:pt x="3631" y="9925"/>
                  </a:lnTo>
                  <a:lnTo>
                    <a:pt x="3129" y="9577"/>
                  </a:lnTo>
                  <a:lnTo>
                    <a:pt x="2665" y="9191"/>
                  </a:lnTo>
                  <a:lnTo>
                    <a:pt x="2202" y="8766"/>
                  </a:lnTo>
                  <a:lnTo>
                    <a:pt x="1777" y="8303"/>
                  </a:lnTo>
                  <a:lnTo>
                    <a:pt x="1430" y="7801"/>
                  </a:lnTo>
                  <a:lnTo>
                    <a:pt x="1082" y="7260"/>
                  </a:lnTo>
                  <a:lnTo>
                    <a:pt x="812" y="6720"/>
                  </a:lnTo>
                  <a:lnTo>
                    <a:pt x="619" y="6140"/>
                  </a:lnTo>
                  <a:lnTo>
                    <a:pt x="464" y="5523"/>
                  </a:lnTo>
                  <a:lnTo>
                    <a:pt x="426" y="4905"/>
                  </a:lnTo>
                  <a:lnTo>
                    <a:pt x="464" y="4287"/>
                  </a:lnTo>
                  <a:lnTo>
                    <a:pt x="619" y="3708"/>
                  </a:lnTo>
                  <a:lnTo>
                    <a:pt x="812" y="3128"/>
                  </a:lnTo>
                  <a:lnTo>
                    <a:pt x="1121" y="2588"/>
                  </a:lnTo>
                  <a:lnTo>
                    <a:pt x="1468" y="2086"/>
                  </a:lnTo>
                  <a:lnTo>
                    <a:pt x="1893" y="1661"/>
                  </a:lnTo>
                  <a:lnTo>
                    <a:pt x="2356" y="1275"/>
                  </a:lnTo>
                  <a:lnTo>
                    <a:pt x="2897" y="1005"/>
                  </a:lnTo>
                  <a:lnTo>
                    <a:pt x="3476" y="773"/>
                  </a:lnTo>
                  <a:lnTo>
                    <a:pt x="4056" y="618"/>
                  </a:lnTo>
                  <a:lnTo>
                    <a:pt x="4635" y="541"/>
                  </a:lnTo>
                  <a:close/>
                  <a:moveTo>
                    <a:pt x="16876" y="1"/>
                  </a:moveTo>
                  <a:lnTo>
                    <a:pt x="16683" y="39"/>
                  </a:lnTo>
                  <a:lnTo>
                    <a:pt x="16451" y="155"/>
                  </a:lnTo>
                  <a:lnTo>
                    <a:pt x="16258" y="271"/>
                  </a:lnTo>
                  <a:lnTo>
                    <a:pt x="16103" y="425"/>
                  </a:lnTo>
                  <a:lnTo>
                    <a:pt x="15949" y="580"/>
                  </a:lnTo>
                  <a:lnTo>
                    <a:pt x="15833" y="773"/>
                  </a:lnTo>
                  <a:lnTo>
                    <a:pt x="15717" y="1005"/>
                  </a:lnTo>
                  <a:lnTo>
                    <a:pt x="15601" y="1236"/>
                  </a:lnTo>
                  <a:lnTo>
                    <a:pt x="15486" y="1738"/>
                  </a:lnTo>
                  <a:lnTo>
                    <a:pt x="15447" y="2279"/>
                  </a:lnTo>
                  <a:lnTo>
                    <a:pt x="15486" y="2819"/>
                  </a:lnTo>
                  <a:lnTo>
                    <a:pt x="15370" y="2819"/>
                  </a:lnTo>
                  <a:lnTo>
                    <a:pt x="15331" y="2858"/>
                  </a:lnTo>
                  <a:lnTo>
                    <a:pt x="14906" y="2742"/>
                  </a:lnTo>
                  <a:lnTo>
                    <a:pt x="14443" y="2665"/>
                  </a:lnTo>
                  <a:lnTo>
                    <a:pt x="13980" y="2665"/>
                  </a:lnTo>
                  <a:lnTo>
                    <a:pt x="13516" y="2742"/>
                  </a:lnTo>
                  <a:lnTo>
                    <a:pt x="13169" y="2858"/>
                  </a:lnTo>
                  <a:lnTo>
                    <a:pt x="12976" y="2974"/>
                  </a:lnTo>
                  <a:lnTo>
                    <a:pt x="12783" y="3090"/>
                  </a:lnTo>
                  <a:lnTo>
                    <a:pt x="12628" y="3206"/>
                  </a:lnTo>
                  <a:lnTo>
                    <a:pt x="12512" y="3360"/>
                  </a:lnTo>
                  <a:lnTo>
                    <a:pt x="12396" y="3553"/>
                  </a:lnTo>
                  <a:lnTo>
                    <a:pt x="12396" y="3746"/>
                  </a:lnTo>
                  <a:lnTo>
                    <a:pt x="12396" y="3939"/>
                  </a:lnTo>
                  <a:lnTo>
                    <a:pt x="12474" y="4094"/>
                  </a:lnTo>
                  <a:lnTo>
                    <a:pt x="12628" y="4210"/>
                  </a:lnTo>
                  <a:lnTo>
                    <a:pt x="12783" y="4287"/>
                  </a:lnTo>
                  <a:lnTo>
                    <a:pt x="12976" y="4364"/>
                  </a:lnTo>
                  <a:lnTo>
                    <a:pt x="13169" y="4403"/>
                  </a:lnTo>
                  <a:lnTo>
                    <a:pt x="13516" y="4364"/>
                  </a:lnTo>
                  <a:lnTo>
                    <a:pt x="13864" y="4325"/>
                  </a:lnTo>
                  <a:lnTo>
                    <a:pt x="14211" y="4210"/>
                  </a:lnTo>
                  <a:lnTo>
                    <a:pt x="14520" y="4017"/>
                  </a:lnTo>
                  <a:lnTo>
                    <a:pt x="14829" y="3823"/>
                  </a:lnTo>
                  <a:lnTo>
                    <a:pt x="14597" y="4287"/>
                  </a:lnTo>
                  <a:lnTo>
                    <a:pt x="14288" y="4673"/>
                  </a:lnTo>
                  <a:lnTo>
                    <a:pt x="14134" y="4866"/>
                  </a:lnTo>
                  <a:lnTo>
                    <a:pt x="13941" y="5021"/>
                  </a:lnTo>
                  <a:lnTo>
                    <a:pt x="13709" y="5175"/>
                  </a:lnTo>
                  <a:lnTo>
                    <a:pt x="13516" y="5291"/>
                  </a:lnTo>
                  <a:lnTo>
                    <a:pt x="13130" y="5445"/>
                  </a:lnTo>
                  <a:lnTo>
                    <a:pt x="12744" y="5523"/>
                  </a:lnTo>
                  <a:lnTo>
                    <a:pt x="12396" y="5523"/>
                  </a:lnTo>
                  <a:lnTo>
                    <a:pt x="12049" y="5445"/>
                  </a:lnTo>
                  <a:lnTo>
                    <a:pt x="11740" y="5329"/>
                  </a:lnTo>
                  <a:lnTo>
                    <a:pt x="11431" y="5136"/>
                  </a:lnTo>
                  <a:lnTo>
                    <a:pt x="11122" y="4905"/>
                  </a:lnTo>
                  <a:lnTo>
                    <a:pt x="10852" y="4634"/>
                  </a:lnTo>
                  <a:lnTo>
                    <a:pt x="10543" y="4210"/>
                  </a:lnTo>
                  <a:lnTo>
                    <a:pt x="10195" y="3785"/>
                  </a:lnTo>
                  <a:lnTo>
                    <a:pt x="9616" y="2935"/>
                  </a:lnTo>
                  <a:lnTo>
                    <a:pt x="9307" y="2511"/>
                  </a:lnTo>
                  <a:lnTo>
                    <a:pt x="8960" y="2086"/>
                  </a:lnTo>
                  <a:lnTo>
                    <a:pt x="8573" y="1700"/>
                  </a:lnTo>
                  <a:lnTo>
                    <a:pt x="8187" y="1352"/>
                  </a:lnTo>
                  <a:lnTo>
                    <a:pt x="7647" y="966"/>
                  </a:lnTo>
                  <a:lnTo>
                    <a:pt x="7106" y="657"/>
                  </a:lnTo>
                  <a:lnTo>
                    <a:pt x="6527" y="425"/>
                  </a:lnTo>
                  <a:lnTo>
                    <a:pt x="5948" y="271"/>
                  </a:lnTo>
                  <a:lnTo>
                    <a:pt x="5330" y="155"/>
                  </a:lnTo>
                  <a:lnTo>
                    <a:pt x="4751" y="116"/>
                  </a:lnTo>
                  <a:lnTo>
                    <a:pt x="4133" y="155"/>
                  </a:lnTo>
                  <a:lnTo>
                    <a:pt x="3554" y="271"/>
                  </a:lnTo>
                  <a:lnTo>
                    <a:pt x="3283" y="348"/>
                  </a:lnTo>
                  <a:lnTo>
                    <a:pt x="2936" y="464"/>
                  </a:lnTo>
                  <a:lnTo>
                    <a:pt x="2588" y="618"/>
                  </a:lnTo>
                  <a:lnTo>
                    <a:pt x="2279" y="812"/>
                  </a:lnTo>
                  <a:lnTo>
                    <a:pt x="1932" y="1005"/>
                  </a:lnTo>
                  <a:lnTo>
                    <a:pt x="1661" y="1275"/>
                  </a:lnTo>
                  <a:lnTo>
                    <a:pt x="1353" y="1545"/>
                  </a:lnTo>
                  <a:lnTo>
                    <a:pt x="1082" y="1854"/>
                  </a:lnTo>
                  <a:lnTo>
                    <a:pt x="851" y="2163"/>
                  </a:lnTo>
                  <a:lnTo>
                    <a:pt x="542" y="2665"/>
                  </a:lnTo>
                  <a:lnTo>
                    <a:pt x="310" y="3167"/>
                  </a:lnTo>
                  <a:lnTo>
                    <a:pt x="155" y="3669"/>
                  </a:lnTo>
                  <a:lnTo>
                    <a:pt x="78" y="4171"/>
                  </a:lnTo>
                  <a:lnTo>
                    <a:pt x="1" y="4712"/>
                  </a:lnTo>
                  <a:lnTo>
                    <a:pt x="40" y="5214"/>
                  </a:lnTo>
                  <a:lnTo>
                    <a:pt x="78" y="5716"/>
                  </a:lnTo>
                  <a:lnTo>
                    <a:pt x="194" y="6218"/>
                  </a:lnTo>
                  <a:lnTo>
                    <a:pt x="387" y="6720"/>
                  </a:lnTo>
                  <a:lnTo>
                    <a:pt x="580" y="7222"/>
                  </a:lnTo>
                  <a:lnTo>
                    <a:pt x="812" y="7685"/>
                  </a:lnTo>
                  <a:lnTo>
                    <a:pt x="1082" y="8110"/>
                  </a:lnTo>
                  <a:lnTo>
                    <a:pt x="1430" y="8573"/>
                  </a:lnTo>
                  <a:lnTo>
                    <a:pt x="1777" y="8959"/>
                  </a:lnTo>
                  <a:lnTo>
                    <a:pt x="2125" y="9384"/>
                  </a:lnTo>
                  <a:lnTo>
                    <a:pt x="2550" y="9732"/>
                  </a:lnTo>
                  <a:lnTo>
                    <a:pt x="3090" y="10156"/>
                  </a:lnTo>
                  <a:lnTo>
                    <a:pt x="3631" y="10504"/>
                  </a:lnTo>
                  <a:lnTo>
                    <a:pt x="4210" y="10774"/>
                  </a:lnTo>
                  <a:lnTo>
                    <a:pt x="4789" y="11044"/>
                  </a:lnTo>
                  <a:lnTo>
                    <a:pt x="5407" y="11199"/>
                  </a:lnTo>
                  <a:lnTo>
                    <a:pt x="6025" y="11353"/>
                  </a:lnTo>
                  <a:lnTo>
                    <a:pt x="6643" y="11392"/>
                  </a:lnTo>
                  <a:lnTo>
                    <a:pt x="7261" y="11431"/>
                  </a:lnTo>
                  <a:lnTo>
                    <a:pt x="7338" y="11585"/>
                  </a:lnTo>
                  <a:lnTo>
                    <a:pt x="7647" y="11392"/>
                  </a:lnTo>
                  <a:lnTo>
                    <a:pt x="8458" y="11315"/>
                  </a:lnTo>
                  <a:lnTo>
                    <a:pt x="9269" y="11122"/>
                  </a:lnTo>
                  <a:lnTo>
                    <a:pt x="10079" y="10813"/>
                  </a:lnTo>
                  <a:lnTo>
                    <a:pt x="10852" y="10465"/>
                  </a:lnTo>
                  <a:lnTo>
                    <a:pt x="11547" y="10040"/>
                  </a:lnTo>
                  <a:lnTo>
                    <a:pt x="12165" y="9577"/>
                  </a:lnTo>
                  <a:lnTo>
                    <a:pt x="12435" y="9384"/>
                  </a:lnTo>
                  <a:lnTo>
                    <a:pt x="13053" y="8805"/>
                  </a:lnTo>
                  <a:lnTo>
                    <a:pt x="13632" y="8187"/>
                  </a:lnTo>
                  <a:lnTo>
                    <a:pt x="14134" y="7492"/>
                  </a:lnTo>
                  <a:lnTo>
                    <a:pt x="14597" y="6797"/>
                  </a:lnTo>
                  <a:lnTo>
                    <a:pt x="14945" y="6025"/>
                  </a:lnTo>
                  <a:lnTo>
                    <a:pt x="15099" y="5638"/>
                  </a:lnTo>
                  <a:lnTo>
                    <a:pt x="15254" y="5214"/>
                  </a:lnTo>
                  <a:lnTo>
                    <a:pt x="15331" y="4827"/>
                  </a:lnTo>
                  <a:lnTo>
                    <a:pt x="15408" y="4403"/>
                  </a:lnTo>
                  <a:lnTo>
                    <a:pt x="15486" y="4017"/>
                  </a:lnTo>
                  <a:lnTo>
                    <a:pt x="15486" y="3592"/>
                  </a:lnTo>
                  <a:lnTo>
                    <a:pt x="15679" y="4055"/>
                  </a:lnTo>
                  <a:lnTo>
                    <a:pt x="15949" y="4480"/>
                  </a:lnTo>
                  <a:lnTo>
                    <a:pt x="16258" y="4866"/>
                  </a:lnTo>
                  <a:lnTo>
                    <a:pt x="16605" y="5214"/>
                  </a:lnTo>
                  <a:lnTo>
                    <a:pt x="16760" y="5368"/>
                  </a:lnTo>
                  <a:lnTo>
                    <a:pt x="16992" y="5484"/>
                  </a:lnTo>
                  <a:lnTo>
                    <a:pt x="17185" y="5561"/>
                  </a:lnTo>
                  <a:lnTo>
                    <a:pt x="17416" y="5638"/>
                  </a:lnTo>
                  <a:lnTo>
                    <a:pt x="17609" y="5677"/>
                  </a:lnTo>
                  <a:lnTo>
                    <a:pt x="17841" y="5638"/>
                  </a:lnTo>
                  <a:lnTo>
                    <a:pt x="18034" y="5523"/>
                  </a:lnTo>
                  <a:lnTo>
                    <a:pt x="18189" y="5329"/>
                  </a:lnTo>
                  <a:lnTo>
                    <a:pt x="18304" y="5136"/>
                  </a:lnTo>
                  <a:lnTo>
                    <a:pt x="18343" y="4943"/>
                  </a:lnTo>
                  <a:lnTo>
                    <a:pt x="18304" y="4712"/>
                  </a:lnTo>
                  <a:lnTo>
                    <a:pt x="18266" y="4519"/>
                  </a:lnTo>
                  <a:lnTo>
                    <a:pt x="18189" y="4287"/>
                  </a:lnTo>
                  <a:lnTo>
                    <a:pt x="18073" y="4132"/>
                  </a:lnTo>
                  <a:lnTo>
                    <a:pt x="17957" y="3939"/>
                  </a:lnTo>
                  <a:lnTo>
                    <a:pt x="17802" y="3785"/>
                  </a:lnTo>
                  <a:lnTo>
                    <a:pt x="17648" y="3630"/>
                  </a:lnTo>
                  <a:lnTo>
                    <a:pt x="17416" y="3476"/>
                  </a:lnTo>
                  <a:lnTo>
                    <a:pt x="16953" y="3244"/>
                  </a:lnTo>
                  <a:lnTo>
                    <a:pt x="16490" y="3051"/>
                  </a:lnTo>
                  <a:lnTo>
                    <a:pt x="15988" y="2935"/>
                  </a:lnTo>
                  <a:lnTo>
                    <a:pt x="16412" y="2781"/>
                  </a:lnTo>
                  <a:lnTo>
                    <a:pt x="16837" y="2511"/>
                  </a:lnTo>
                  <a:lnTo>
                    <a:pt x="17185" y="2202"/>
                  </a:lnTo>
                  <a:lnTo>
                    <a:pt x="17494" y="1816"/>
                  </a:lnTo>
                  <a:lnTo>
                    <a:pt x="17609" y="1584"/>
                  </a:lnTo>
                  <a:lnTo>
                    <a:pt x="17725" y="1352"/>
                  </a:lnTo>
                  <a:lnTo>
                    <a:pt x="17764" y="1082"/>
                  </a:lnTo>
                  <a:lnTo>
                    <a:pt x="17802" y="850"/>
                  </a:lnTo>
                  <a:lnTo>
                    <a:pt x="17802" y="580"/>
                  </a:lnTo>
                  <a:lnTo>
                    <a:pt x="17725" y="387"/>
                  </a:lnTo>
                  <a:lnTo>
                    <a:pt x="17571" y="194"/>
                  </a:lnTo>
                  <a:lnTo>
                    <a:pt x="17455" y="116"/>
                  </a:lnTo>
                  <a:lnTo>
                    <a:pt x="17339" y="39"/>
                  </a:lnTo>
                  <a:lnTo>
                    <a:pt x="1710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0" name="Google Shape;5680;p22"/>
            <p:cNvSpPr/>
            <p:nvPr/>
          </p:nvSpPr>
          <p:spPr>
            <a:xfrm>
              <a:off x="2141825" y="3698800"/>
              <a:ext cx="126500" cy="70500"/>
            </a:xfrm>
            <a:custGeom>
              <a:avLst/>
              <a:gdLst/>
              <a:ahLst/>
              <a:cxnLst/>
              <a:rect l="l" t="t" r="r" b="b"/>
              <a:pathLst>
                <a:path w="5060" h="2820" extrusionOk="0">
                  <a:moveTo>
                    <a:pt x="4905" y="0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04" y="1275"/>
                  </a:lnTo>
                  <a:lnTo>
                    <a:pt x="2086" y="1583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433"/>
                  </a:lnTo>
                  <a:lnTo>
                    <a:pt x="39" y="2510"/>
                  </a:lnTo>
                  <a:lnTo>
                    <a:pt x="1" y="2587"/>
                  </a:lnTo>
                  <a:lnTo>
                    <a:pt x="39" y="2703"/>
                  </a:lnTo>
                  <a:lnTo>
                    <a:pt x="116" y="2781"/>
                  </a:lnTo>
                  <a:lnTo>
                    <a:pt x="387" y="2819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56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081"/>
                  </a:lnTo>
                  <a:lnTo>
                    <a:pt x="4596" y="734"/>
                  </a:lnTo>
                  <a:lnTo>
                    <a:pt x="5059" y="30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1" name="Google Shape;5681;p22"/>
            <p:cNvSpPr/>
            <p:nvPr/>
          </p:nvSpPr>
          <p:spPr>
            <a:xfrm>
              <a:off x="436975" y="3704575"/>
              <a:ext cx="144825" cy="162225"/>
            </a:xfrm>
            <a:custGeom>
              <a:avLst/>
              <a:gdLst/>
              <a:ahLst/>
              <a:cxnLst/>
              <a:rect l="l" t="t" r="r" b="b"/>
              <a:pathLst>
                <a:path w="5793" h="6489" extrusionOk="0">
                  <a:moveTo>
                    <a:pt x="2240" y="426"/>
                  </a:moveTo>
                  <a:lnTo>
                    <a:pt x="2781" y="464"/>
                  </a:lnTo>
                  <a:lnTo>
                    <a:pt x="3283" y="580"/>
                  </a:lnTo>
                  <a:lnTo>
                    <a:pt x="3746" y="735"/>
                  </a:lnTo>
                  <a:lnTo>
                    <a:pt x="4171" y="1005"/>
                  </a:lnTo>
                  <a:lnTo>
                    <a:pt x="4557" y="1314"/>
                  </a:lnTo>
                  <a:lnTo>
                    <a:pt x="4750" y="1507"/>
                  </a:lnTo>
                  <a:lnTo>
                    <a:pt x="4905" y="1739"/>
                  </a:lnTo>
                  <a:lnTo>
                    <a:pt x="5021" y="1932"/>
                  </a:lnTo>
                  <a:lnTo>
                    <a:pt x="5136" y="2163"/>
                  </a:lnTo>
                  <a:lnTo>
                    <a:pt x="5214" y="2434"/>
                  </a:lnTo>
                  <a:lnTo>
                    <a:pt x="5291" y="2704"/>
                  </a:lnTo>
                  <a:lnTo>
                    <a:pt x="5330" y="3167"/>
                  </a:lnTo>
                  <a:lnTo>
                    <a:pt x="5330" y="3631"/>
                  </a:lnTo>
                  <a:lnTo>
                    <a:pt x="5214" y="4133"/>
                  </a:lnTo>
                  <a:lnTo>
                    <a:pt x="5021" y="4558"/>
                  </a:lnTo>
                  <a:lnTo>
                    <a:pt x="4789" y="4982"/>
                  </a:lnTo>
                  <a:lnTo>
                    <a:pt x="4480" y="5330"/>
                  </a:lnTo>
                  <a:lnTo>
                    <a:pt x="4287" y="5484"/>
                  </a:lnTo>
                  <a:lnTo>
                    <a:pt x="4094" y="5639"/>
                  </a:lnTo>
                  <a:lnTo>
                    <a:pt x="3901" y="5755"/>
                  </a:lnTo>
                  <a:lnTo>
                    <a:pt x="3669" y="5832"/>
                  </a:lnTo>
                  <a:lnTo>
                    <a:pt x="3360" y="5948"/>
                  </a:lnTo>
                  <a:lnTo>
                    <a:pt x="3090" y="5986"/>
                  </a:lnTo>
                  <a:lnTo>
                    <a:pt x="2820" y="6025"/>
                  </a:lnTo>
                  <a:lnTo>
                    <a:pt x="2549" y="5986"/>
                  </a:lnTo>
                  <a:lnTo>
                    <a:pt x="2279" y="5948"/>
                  </a:lnTo>
                  <a:lnTo>
                    <a:pt x="2047" y="5870"/>
                  </a:lnTo>
                  <a:lnTo>
                    <a:pt x="1854" y="5755"/>
                  </a:lnTo>
                  <a:lnTo>
                    <a:pt x="1622" y="5639"/>
                  </a:lnTo>
                  <a:lnTo>
                    <a:pt x="1429" y="5484"/>
                  </a:lnTo>
                  <a:lnTo>
                    <a:pt x="1275" y="5291"/>
                  </a:lnTo>
                  <a:lnTo>
                    <a:pt x="1082" y="5098"/>
                  </a:lnTo>
                  <a:lnTo>
                    <a:pt x="966" y="4905"/>
                  </a:lnTo>
                  <a:lnTo>
                    <a:pt x="696" y="4442"/>
                  </a:lnTo>
                  <a:lnTo>
                    <a:pt x="541" y="3901"/>
                  </a:lnTo>
                  <a:lnTo>
                    <a:pt x="425" y="3399"/>
                  </a:lnTo>
                  <a:lnTo>
                    <a:pt x="425" y="2858"/>
                  </a:lnTo>
                  <a:lnTo>
                    <a:pt x="503" y="2318"/>
                  </a:lnTo>
                  <a:lnTo>
                    <a:pt x="541" y="2048"/>
                  </a:lnTo>
                  <a:lnTo>
                    <a:pt x="657" y="1816"/>
                  </a:lnTo>
                  <a:lnTo>
                    <a:pt x="734" y="1584"/>
                  </a:lnTo>
                  <a:lnTo>
                    <a:pt x="889" y="1352"/>
                  </a:lnTo>
                  <a:lnTo>
                    <a:pt x="1043" y="1159"/>
                  </a:lnTo>
                  <a:lnTo>
                    <a:pt x="1236" y="1005"/>
                  </a:lnTo>
                  <a:lnTo>
                    <a:pt x="1429" y="812"/>
                  </a:lnTo>
                  <a:lnTo>
                    <a:pt x="1661" y="696"/>
                  </a:lnTo>
                  <a:lnTo>
                    <a:pt x="1893" y="580"/>
                  </a:lnTo>
                  <a:lnTo>
                    <a:pt x="2202" y="503"/>
                  </a:lnTo>
                  <a:lnTo>
                    <a:pt x="2240" y="464"/>
                  </a:lnTo>
                  <a:lnTo>
                    <a:pt x="2240" y="426"/>
                  </a:lnTo>
                  <a:close/>
                  <a:moveTo>
                    <a:pt x="2279" y="1"/>
                  </a:moveTo>
                  <a:lnTo>
                    <a:pt x="1970" y="40"/>
                  </a:lnTo>
                  <a:lnTo>
                    <a:pt x="1893" y="78"/>
                  </a:lnTo>
                  <a:lnTo>
                    <a:pt x="1816" y="117"/>
                  </a:lnTo>
                  <a:lnTo>
                    <a:pt x="1816" y="194"/>
                  </a:lnTo>
                  <a:lnTo>
                    <a:pt x="1816" y="271"/>
                  </a:lnTo>
                  <a:lnTo>
                    <a:pt x="1507" y="349"/>
                  </a:lnTo>
                  <a:lnTo>
                    <a:pt x="1275" y="464"/>
                  </a:lnTo>
                  <a:lnTo>
                    <a:pt x="1043" y="619"/>
                  </a:lnTo>
                  <a:lnTo>
                    <a:pt x="812" y="773"/>
                  </a:lnTo>
                  <a:lnTo>
                    <a:pt x="619" y="966"/>
                  </a:lnTo>
                  <a:lnTo>
                    <a:pt x="464" y="1198"/>
                  </a:lnTo>
                  <a:lnTo>
                    <a:pt x="348" y="1430"/>
                  </a:lnTo>
                  <a:lnTo>
                    <a:pt x="232" y="1661"/>
                  </a:lnTo>
                  <a:lnTo>
                    <a:pt x="117" y="1932"/>
                  </a:lnTo>
                  <a:lnTo>
                    <a:pt x="78" y="2202"/>
                  </a:lnTo>
                  <a:lnTo>
                    <a:pt x="1" y="2781"/>
                  </a:lnTo>
                  <a:lnTo>
                    <a:pt x="1" y="3360"/>
                  </a:lnTo>
                  <a:lnTo>
                    <a:pt x="78" y="3901"/>
                  </a:lnTo>
                  <a:lnTo>
                    <a:pt x="271" y="4519"/>
                  </a:lnTo>
                  <a:lnTo>
                    <a:pt x="387" y="4828"/>
                  </a:lnTo>
                  <a:lnTo>
                    <a:pt x="541" y="5098"/>
                  </a:lnTo>
                  <a:lnTo>
                    <a:pt x="696" y="5330"/>
                  </a:lnTo>
                  <a:lnTo>
                    <a:pt x="850" y="5561"/>
                  </a:lnTo>
                  <a:lnTo>
                    <a:pt x="1082" y="5793"/>
                  </a:lnTo>
                  <a:lnTo>
                    <a:pt x="1275" y="5986"/>
                  </a:lnTo>
                  <a:lnTo>
                    <a:pt x="1507" y="6141"/>
                  </a:lnTo>
                  <a:lnTo>
                    <a:pt x="1738" y="6257"/>
                  </a:lnTo>
                  <a:lnTo>
                    <a:pt x="2009" y="6372"/>
                  </a:lnTo>
                  <a:lnTo>
                    <a:pt x="2279" y="6450"/>
                  </a:lnTo>
                  <a:lnTo>
                    <a:pt x="2588" y="6488"/>
                  </a:lnTo>
                  <a:lnTo>
                    <a:pt x="2897" y="6488"/>
                  </a:lnTo>
                  <a:lnTo>
                    <a:pt x="3206" y="6450"/>
                  </a:lnTo>
                  <a:lnTo>
                    <a:pt x="3553" y="6372"/>
                  </a:lnTo>
                  <a:lnTo>
                    <a:pt x="3862" y="6257"/>
                  </a:lnTo>
                  <a:lnTo>
                    <a:pt x="4132" y="6141"/>
                  </a:lnTo>
                  <a:lnTo>
                    <a:pt x="4403" y="5986"/>
                  </a:lnTo>
                  <a:lnTo>
                    <a:pt x="4634" y="5793"/>
                  </a:lnTo>
                  <a:lnTo>
                    <a:pt x="4866" y="5600"/>
                  </a:lnTo>
                  <a:lnTo>
                    <a:pt x="5059" y="5368"/>
                  </a:lnTo>
                  <a:lnTo>
                    <a:pt x="5214" y="5137"/>
                  </a:lnTo>
                  <a:lnTo>
                    <a:pt x="5368" y="4866"/>
                  </a:lnTo>
                  <a:lnTo>
                    <a:pt x="5523" y="4635"/>
                  </a:lnTo>
                  <a:lnTo>
                    <a:pt x="5638" y="4326"/>
                  </a:lnTo>
                  <a:lnTo>
                    <a:pt x="5716" y="4056"/>
                  </a:lnTo>
                  <a:lnTo>
                    <a:pt x="5754" y="3747"/>
                  </a:lnTo>
                  <a:lnTo>
                    <a:pt x="5793" y="3438"/>
                  </a:lnTo>
                  <a:lnTo>
                    <a:pt x="5793" y="3129"/>
                  </a:lnTo>
                  <a:lnTo>
                    <a:pt x="5793" y="2858"/>
                  </a:lnTo>
                  <a:lnTo>
                    <a:pt x="5716" y="2550"/>
                  </a:lnTo>
                  <a:lnTo>
                    <a:pt x="5638" y="2241"/>
                  </a:lnTo>
                  <a:lnTo>
                    <a:pt x="5523" y="1932"/>
                  </a:lnTo>
                  <a:lnTo>
                    <a:pt x="5368" y="1661"/>
                  </a:lnTo>
                  <a:lnTo>
                    <a:pt x="5214" y="1391"/>
                  </a:lnTo>
                  <a:lnTo>
                    <a:pt x="5021" y="1159"/>
                  </a:lnTo>
                  <a:lnTo>
                    <a:pt x="4828" y="928"/>
                  </a:lnTo>
                  <a:lnTo>
                    <a:pt x="4596" y="735"/>
                  </a:lnTo>
                  <a:lnTo>
                    <a:pt x="4326" y="542"/>
                  </a:lnTo>
                  <a:lnTo>
                    <a:pt x="4094" y="387"/>
                  </a:lnTo>
                  <a:lnTo>
                    <a:pt x="3824" y="271"/>
                  </a:lnTo>
                  <a:lnTo>
                    <a:pt x="3515" y="155"/>
                  </a:lnTo>
                  <a:lnTo>
                    <a:pt x="3206" y="78"/>
                  </a:lnTo>
                  <a:lnTo>
                    <a:pt x="289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2" name="Google Shape;5682;p22"/>
            <p:cNvSpPr/>
            <p:nvPr/>
          </p:nvSpPr>
          <p:spPr>
            <a:xfrm>
              <a:off x="6171275" y="3733550"/>
              <a:ext cx="103325" cy="132275"/>
            </a:xfrm>
            <a:custGeom>
              <a:avLst/>
              <a:gdLst/>
              <a:ahLst/>
              <a:cxnLst/>
              <a:rect l="l" t="t" r="r" b="b"/>
              <a:pathLst>
                <a:path w="4133" h="5291" extrusionOk="0">
                  <a:moveTo>
                    <a:pt x="2511" y="0"/>
                  </a:moveTo>
                  <a:lnTo>
                    <a:pt x="2279" y="39"/>
                  </a:lnTo>
                  <a:lnTo>
                    <a:pt x="2048" y="39"/>
                  </a:lnTo>
                  <a:lnTo>
                    <a:pt x="1816" y="116"/>
                  </a:lnTo>
                  <a:lnTo>
                    <a:pt x="1430" y="271"/>
                  </a:lnTo>
                  <a:lnTo>
                    <a:pt x="1121" y="464"/>
                  </a:lnTo>
                  <a:lnTo>
                    <a:pt x="850" y="695"/>
                  </a:lnTo>
                  <a:lnTo>
                    <a:pt x="619" y="966"/>
                  </a:lnTo>
                  <a:lnTo>
                    <a:pt x="464" y="1236"/>
                  </a:lnTo>
                  <a:lnTo>
                    <a:pt x="310" y="1584"/>
                  </a:lnTo>
                  <a:lnTo>
                    <a:pt x="194" y="1931"/>
                  </a:lnTo>
                  <a:lnTo>
                    <a:pt x="117" y="2279"/>
                  </a:lnTo>
                  <a:lnTo>
                    <a:pt x="40" y="2665"/>
                  </a:lnTo>
                  <a:lnTo>
                    <a:pt x="1" y="3051"/>
                  </a:lnTo>
                  <a:lnTo>
                    <a:pt x="1" y="3823"/>
                  </a:lnTo>
                  <a:lnTo>
                    <a:pt x="1" y="5291"/>
                  </a:lnTo>
                  <a:lnTo>
                    <a:pt x="426" y="5291"/>
                  </a:lnTo>
                  <a:lnTo>
                    <a:pt x="464" y="4750"/>
                  </a:lnTo>
                  <a:lnTo>
                    <a:pt x="464" y="4209"/>
                  </a:lnTo>
                  <a:lnTo>
                    <a:pt x="464" y="3669"/>
                  </a:lnTo>
                  <a:lnTo>
                    <a:pt x="503" y="3128"/>
                  </a:lnTo>
                  <a:lnTo>
                    <a:pt x="542" y="2588"/>
                  </a:lnTo>
                  <a:lnTo>
                    <a:pt x="696" y="2047"/>
                  </a:lnTo>
                  <a:lnTo>
                    <a:pt x="773" y="1815"/>
                  </a:lnTo>
                  <a:lnTo>
                    <a:pt x="889" y="1584"/>
                  </a:lnTo>
                  <a:lnTo>
                    <a:pt x="1044" y="1352"/>
                  </a:lnTo>
                  <a:lnTo>
                    <a:pt x="1198" y="1159"/>
                  </a:lnTo>
                  <a:lnTo>
                    <a:pt x="1391" y="966"/>
                  </a:lnTo>
                  <a:lnTo>
                    <a:pt x="1623" y="811"/>
                  </a:lnTo>
                  <a:lnTo>
                    <a:pt x="1893" y="657"/>
                  </a:lnTo>
                  <a:lnTo>
                    <a:pt x="2163" y="580"/>
                  </a:lnTo>
                  <a:lnTo>
                    <a:pt x="2434" y="541"/>
                  </a:lnTo>
                  <a:lnTo>
                    <a:pt x="2704" y="580"/>
                  </a:lnTo>
                  <a:lnTo>
                    <a:pt x="2974" y="657"/>
                  </a:lnTo>
                  <a:lnTo>
                    <a:pt x="3206" y="811"/>
                  </a:lnTo>
                  <a:lnTo>
                    <a:pt x="3360" y="966"/>
                  </a:lnTo>
                  <a:lnTo>
                    <a:pt x="3515" y="1197"/>
                  </a:lnTo>
                  <a:lnTo>
                    <a:pt x="3592" y="1429"/>
                  </a:lnTo>
                  <a:lnTo>
                    <a:pt x="3669" y="1661"/>
                  </a:lnTo>
                  <a:lnTo>
                    <a:pt x="4133" y="1584"/>
                  </a:lnTo>
                  <a:lnTo>
                    <a:pt x="4017" y="1197"/>
                  </a:lnTo>
                  <a:lnTo>
                    <a:pt x="3862" y="850"/>
                  </a:lnTo>
                  <a:lnTo>
                    <a:pt x="3631" y="541"/>
                  </a:lnTo>
                  <a:lnTo>
                    <a:pt x="3399" y="309"/>
                  </a:lnTo>
                  <a:lnTo>
                    <a:pt x="3245" y="193"/>
                  </a:lnTo>
                  <a:lnTo>
                    <a:pt x="3090" y="116"/>
                  </a:lnTo>
                  <a:lnTo>
                    <a:pt x="2897" y="39"/>
                  </a:lnTo>
                  <a:lnTo>
                    <a:pt x="2704" y="39"/>
                  </a:lnTo>
                  <a:lnTo>
                    <a:pt x="251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3" name="Google Shape;5683;p22"/>
            <p:cNvSpPr/>
            <p:nvPr/>
          </p:nvSpPr>
          <p:spPr>
            <a:xfrm>
              <a:off x="6036125" y="3735475"/>
              <a:ext cx="437350" cy="301225"/>
            </a:xfrm>
            <a:custGeom>
              <a:avLst/>
              <a:gdLst/>
              <a:ahLst/>
              <a:cxnLst/>
              <a:rect l="l" t="t" r="r" b="b"/>
              <a:pathLst>
                <a:path w="17494" h="12049" extrusionOk="0">
                  <a:moveTo>
                    <a:pt x="12087" y="503"/>
                  </a:moveTo>
                  <a:lnTo>
                    <a:pt x="12203" y="541"/>
                  </a:lnTo>
                  <a:lnTo>
                    <a:pt x="12319" y="618"/>
                  </a:lnTo>
                  <a:lnTo>
                    <a:pt x="12628" y="850"/>
                  </a:lnTo>
                  <a:lnTo>
                    <a:pt x="12898" y="1120"/>
                  </a:lnTo>
                  <a:lnTo>
                    <a:pt x="13130" y="1468"/>
                  </a:lnTo>
                  <a:lnTo>
                    <a:pt x="13323" y="1854"/>
                  </a:lnTo>
                  <a:lnTo>
                    <a:pt x="13477" y="2240"/>
                  </a:lnTo>
                  <a:lnTo>
                    <a:pt x="13632" y="2665"/>
                  </a:lnTo>
                  <a:lnTo>
                    <a:pt x="13864" y="3437"/>
                  </a:lnTo>
                  <a:lnTo>
                    <a:pt x="13091" y="3013"/>
                  </a:lnTo>
                  <a:lnTo>
                    <a:pt x="12705" y="2742"/>
                  </a:lnTo>
                  <a:lnTo>
                    <a:pt x="12358" y="2472"/>
                  </a:lnTo>
                  <a:lnTo>
                    <a:pt x="12010" y="2124"/>
                  </a:lnTo>
                  <a:lnTo>
                    <a:pt x="11817" y="1893"/>
                  </a:lnTo>
                  <a:lnTo>
                    <a:pt x="11663" y="1700"/>
                  </a:lnTo>
                  <a:lnTo>
                    <a:pt x="11508" y="1391"/>
                  </a:lnTo>
                  <a:lnTo>
                    <a:pt x="11431" y="1043"/>
                  </a:lnTo>
                  <a:lnTo>
                    <a:pt x="11663" y="696"/>
                  </a:lnTo>
                  <a:lnTo>
                    <a:pt x="11778" y="618"/>
                  </a:lnTo>
                  <a:lnTo>
                    <a:pt x="11856" y="541"/>
                  </a:lnTo>
                  <a:lnTo>
                    <a:pt x="11971" y="503"/>
                  </a:lnTo>
                  <a:close/>
                  <a:moveTo>
                    <a:pt x="16296" y="1584"/>
                  </a:moveTo>
                  <a:lnTo>
                    <a:pt x="16412" y="1661"/>
                  </a:lnTo>
                  <a:lnTo>
                    <a:pt x="16489" y="1700"/>
                  </a:lnTo>
                  <a:lnTo>
                    <a:pt x="16567" y="1816"/>
                  </a:lnTo>
                  <a:lnTo>
                    <a:pt x="16605" y="1970"/>
                  </a:lnTo>
                  <a:lnTo>
                    <a:pt x="16644" y="2163"/>
                  </a:lnTo>
                  <a:lnTo>
                    <a:pt x="16644" y="2318"/>
                  </a:lnTo>
                  <a:lnTo>
                    <a:pt x="16605" y="2511"/>
                  </a:lnTo>
                  <a:lnTo>
                    <a:pt x="16528" y="2665"/>
                  </a:lnTo>
                  <a:lnTo>
                    <a:pt x="16412" y="2820"/>
                  </a:lnTo>
                  <a:lnTo>
                    <a:pt x="16296" y="2935"/>
                  </a:lnTo>
                  <a:lnTo>
                    <a:pt x="15949" y="3167"/>
                  </a:lnTo>
                  <a:lnTo>
                    <a:pt x="15563" y="3360"/>
                  </a:lnTo>
                  <a:lnTo>
                    <a:pt x="15138" y="3515"/>
                  </a:lnTo>
                  <a:lnTo>
                    <a:pt x="14713" y="3630"/>
                  </a:lnTo>
                  <a:lnTo>
                    <a:pt x="14366" y="3746"/>
                  </a:lnTo>
                  <a:lnTo>
                    <a:pt x="14366" y="3746"/>
                  </a:lnTo>
                  <a:lnTo>
                    <a:pt x="14481" y="3322"/>
                  </a:lnTo>
                  <a:lnTo>
                    <a:pt x="14636" y="2974"/>
                  </a:lnTo>
                  <a:lnTo>
                    <a:pt x="14829" y="2588"/>
                  </a:lnTo>
                  <a:lnTo>
                    <a:pt x="15099" y="2279"/>
                  </a:lnTo>
                  <a:lnTo>
                    <a:pt x="15408" y="1931"/>
                  </a:lnTo>
                  <a:lnTo>
                    <a:pt x="15640" y="1777"/>
                  </a:lnTo>
                  <a:lnTo>
                    <a:pt x="15872" y="1661"/>
                  </a:lnTo>
                  <a:lnTo>
                    <a:pt x="16103" y="1584"/>
                  </a:lnTo>
                  <a:close/>
                  <a:moveTo>
                    <a:pt x="13864" y="4287"/>
                  </a:moveTo>
                  <a:lnTo>
                    <a:pt x="13671" y="4519"/>
                  </a:lnTo>
                  <a:lnTo>
                    <a:pt x="13477" y="4789"/>
                  </a:lnTo>
                  <a:lnTo>
                    <a:pt x="13246" y="5021"/>
                  </a:lnTo>
                  <a:lnTo>
                    <a:pt x="13014" y="5214"/>
                  </a:lnTo>
                  <a:lnTo>
                    <a:pt x="12667" y="5484"/>
                  </a:lnTo>
                  <a:lnTo>
                    <a:pt x="12165" y="5754"/>
                  </a:lnTo>
                  <a:lnTo>
                    <a:pt x="11894" y="5870"/>
                  </a:lnTo>
                  <a:lnTo>
                    <a:pt x="11624" y="5947"/>
                  </a:lnTo>
                  <a:lnTo>
                    <a:pt x="11392" y="5986"/>
                  </a:lnTo>
                  <a:lnTo>
                    <a:pt x="11199" y="5909"/>
                  </a:lnTo>
                  <a:lnTo>
                    <a:pt x="11083" y="5870"/>
                  </a:lnTo>
                  <a:lnTo>
                    <a:pt x="10968" y="5793"/>
                  </a:lnTo>
                  <a:lnTo>
                    <a:pt x="10929" y="5677"/>
                  </a:lnTo>
                  <a:lnTo>
                    <a:pt x="10890" y="5600"/>
                  </a:lnTo>
                  <a:lnTo>
                    <a:pt x="10890" y="5445"/>
                  </a:lnTo>
                  <a:lnTo>
                    <a:pt x="11006" y="5252"/>
                  </a:lnTo>
                  <a:lnTo>
                    <a:pt x="11122" y="5098"/>
                  </a:lnTo>
                  <a:lnTo>
                    <a:pt x="11276" y="4943"/>
                  </a:lnTo>
                  <a:lnTo>
                    <a:pt x="11547" y="4750"/>
                  </a:lnTo>
                  <a:lnTo>
                    <a:pt x="11817" y="4634"/>
                  </a:lnTo>
                  <a:lnTo>
                    <a:pt x="12087" y="4557"/>
                  </a:lnTo>
                  <a:lnTo>
                    <a:pt x="12628" y="4441"/>
                  </a:lnTo>
                  <a:lnTo>
                    <a:pt x="13246" y="4403"/>
                  </a:lnTo>
                  <a:lnTo>
                    <a:pt x="13555" y="4325"/>
                  </a:lnTo>
                  <a:lnTo>
                    <a:pt x="13864" y="4287"/>
                  </a:lnTo>
                  <a:close/>
                  <a:moveTo>
                    <a:pt x="14443" y="4248"/>
                  </a:moveTo>
                  <a:lnTo>
                    <a:pt x="15099" y="4557"/>
                  </a:lnTo>
                  <a:lnTo>
                    <a:pt x="15408" y="4750"/>
                  </a:lnTo>
                  <a:lnTo>
                    <a:pt x="15717" y="4943"/>
                  </a:lnTo>
                  <a:lnTo>
                    <a:pt x="15910" y="5136"/>
                  </a:lnTo>
                  <a:lnTo>
                    <a:pt x="16142" y="5368"/>
                  </a:lnTo>
                  <a:lnTo>
                    <a:pt x="16412" y="5677"/>
                  </a:lnTo>
                  <a:lnTo>
                    <a:pt x="16683" y="5986"/>
                  </a:lnTo>
                  <a:lnTo>
                    <a:pt x="16876" y="6333"/>
                  </a:lnTo>
                  <a:lnTo>
                    <a:pt x="16991" y="6642"/>
                  </a:lnTo>
                  <a:lnTo>
                    <a:pt x="16991" y="6797"/>
                  </a:lnTo>
                  <a:lnTo>
                    <a:pt x="16991" y="6951"/>
                  </a:lnTo>
                  <a:lnTo>
                    <a:pt x="16953" y="7106"/>
                  </a:lnTo>
                  <a:lnTo>
                    <a:pt x="16837" y="7222"/>
                  </a:lnTo>
                  <a:lnTo>
                    <a:pt x="16760" y="7299"/>
                  </a:lnTo>
                  <a:lnTo>
                    <a:pt x="16644" y="7337"/>
                  </a:lnTo>
                  <a:lnTo>
                    <a:pt x="16528" y="7337"/>
                  </a:lnTo>
                  <a:lnTo>
                    <a:pt x="16374" y="7299"/>
                  </a:lnTo>
                  <a:lnTo>
                    <a:pt x="16142" y="7183"/>
                  </a:lnTo>
                  <a:lnTo>
                    <a:pt x="15872" y="7029"/>
                  </a:lnTo>
                  <a:lnTo>
                    <a:pt x="15601" y="6797"/>
                  </a:lnTo>
                  <a:lnTo>
                    <a:pt x="15408" y="6565"/>
                  </a:lnTo>
                  <a:lnTo>
                    <a:pt x="15061" y="6140"/>
                  </a:lnTo>
                  <a:lnTo>
                    <a:pt x="14829" y="5677"/>
                  </a:lnTo>
                  <a:lnTo>
                    <a:pt x="14636" y="5214"/>
                  </a:lnTo>
                  <a:lnTo>
                    <a:pt x="14520" y="4750"/>
                  </a:lnTo>
                  <a:lnTo>
                    <a:pt x="14443" y="4248"/>
                  </a:lnTo>
                  <a:close/>
                  <a:moveTo>
                    <a:pt x="11856" y="1"/>
                  </a:moveTo>
                  <a:lnTo>
                    <a:pt x="11585" y="39"/>
                  </a:lnTo>
                  <a:lnTo>
                    <a:pt x="11470" y="116"/>
                  </a:lnTo>
                  <a:lnTo>
                    <a:pt x="11354" y="194"/>
                  </a:lnTo>
                  <a:lnTo>
                    <a:pt x="11161" y="387"/>
                  </a:lnTo>
                  <a:lnTo>
                    <a:pt x="11045" y="580"/>
                  </a:lnTo>
                  <a:lnTo>
                    <a:pt x="10968" y="812"/>
                  </a:lnTo>
                  <a:lnTo>
                    <a:pt x="10929" y="1005"/>
                  </a:lnTo>
                  <a:lnTo>
                    <a:pt x="10929" y="1236"/>
                  </a:lnTo>
                  <a:lnTo>
                    <a:pt x="11006" y="1429"/>
                  </a:lnTo>
                  <a:lnTo>
                    <a:pt x="11083" y="1661"/>
                  </a:lnTo>
                  <a:lnTo>
                    <a:pt x="11199" y="1893"/>
                  </a:lnTo>
                  <a:lnTo>
                    <a:pt x="11547" y="2318"/>
                  </a:lnTo>
                  <a:lnTo>
                    <a:pt x="11971" y="2704"/>
                  </a:lnTo>
                  <a:lnTo>
                    <a:pt x="12396" y="3090"/>
                  </a:lnTo>
                  <a:lnTo>
                    <a:pt x="12898" y="3399"/>
                  </a:lnTo>
                  <a:lnTo>
                    <a:pt x="12049" y="3283"/>
                  </a:lnTo>
                  <a:lnTo>
                    <a:pt x="11199" y="3244"/>
                  </a:lnTo>
                  <a:lnTo>
                    <a:pt x="10427" y="3322"/>
                  </a:lnTo>
                  <a:lnTo>
                    <a:pt x="9616" y="3476"/>
                  </a:lnTo>
                  <a:lnTo>
                    <a:pt x="9616" y="3476"/>
                  </a:lnTo>
                  <a:lnTo>
                    <a:pt x="9655" y="2974"/>
                  </a:lnTo>
                  <a:lnTo>
                    <a:pt x="9655" y="2511"/>
                  </a:lnTo>
                  <a:lnTo>
                    <a:pt x="9616" y="2009"/>
                  </a:lnTo>
                  <a:lnTo>
                    <a:pt x="9539" y="1507"/>
                  </a:lnTo>
                  <a:lnTo>
                    <a:pt x="9075" y="1584"/>
                  </a:lnTo>
                  <a:lnTo>
                    <a:pt x="9153" y="2086"/>
                  </a:lnTo>
                  <a:lnTo>
                    <a:pt x="9153" y="2588"/>
                  </a:lnTo>
                  <a:lnTo>
                    <a:pt x="9153" y="3051"/>
                  </a:lnTo>
                  <a:lnTo>
                    <a:pt x="9075" y="3515"/>
                  </a:lnTo>
                  <a:lnTo>
                    <a:pt x="9075" y="3592"/>
                  </a:lnTo>
                  <a:lnTo>
                    <a:pt x="8226" y="3901"/>
                  </a:lnTo>
                  <a:lnTo>
                    <a:pt x="7415" y="4248"/>
                  </a:lnTo>
                  <a:lnTo>
                    <a:pt x="6604" y="4712"/>
                  </a:lnTo>
                  <a:lnTo>
                    <a:pt x="5832" y="5214"/>
                  </a:lnTo>
                  <a:lnTo>
                    <a:pt x="5407" y="5214"/>
                  </a:lnTo>
                  <a:lnTo>
                    <a:pt x="5407" y="5523"/>
                  </a:lnTo>
                  <a:lnTo>
                    <a:pt x="4596" y="6179"/>
                  </a:lnTo>
                  <a:lnTo>
                    <a:pt x="3824" y="6913"/>
                  </a:lnTo>
                  <a:lnTo>
                    <a:pt x="3090" y="7685"/>
                  </a:lnTo>
                  <a:lnTo>
                    <a:pt x="2395" y="8496"/>
                  </a:lnTo>
                  <a:lnTo>
                    <a:pt x="1739" y="9307"/>
                  </a:lnTo>
                  <a:lnTo>
                    <a:pt x="1121" y="10118"/>
                  </a:lnTo>
                  <a:lnTo>
                    <a:pt x="541" y="10967"/>
                  </a:lnTo>
                  <a:lnTo>
                    <a:pt x="1" y="11778"/>
                  </a:lnTo>
                  <a:lnTo>
                    <a:pt x="348" y="12048"/>
                  </a:lnTo>
                  <a:lnTo>
                    <a:pt x="1545" y="10504"/>
                  </a:lnTo>
                  <a:lnTo>
                    <a:pt x="2743" y="8959"/>
                  </a:lnTo>
                  <a:lnTo>
                    <a:pt x="3360" y="8226"/>
                  </a:lnTo>
                  <a:lnTo>
                    <a:pt x="4017" y="7492"/>
                  </a:lnTo>
                  <a:lnTo>
                    <a:pt x="4712" y="6797"/>
                  </a:lnTo>
                  <a:lnTo>
                    <a:pt x="5484" y="6140"/>
                  </a:lnTo>
                  <a:lnTo>
                    <a:pt x="6256" y="5561"/>
                  </a:lnTo>
                  <a:lnTo>
                    <a:pt x="7106" y="5059"/>
                  </a:lnTo>
                  <a:lnTo>
                    <a:pt x="8033" y="4596"/>
                  </a:lnTo>
                  <a:lnTo>
                    <a:pt x="8458" y="4403"/>
                  </a:lnTo>
                  <a:lnTo>
                    <a:pt x="8960" y="4248"/>
                  </a:lnTo>
                  <a:lnTo>
                    <a:pt x="9423" y="4094"/>
                  </a:lnTo>
                  <a:lnTo>
                    <a:pt x="9886" y="3978"/>
                  </a:lnTo>
                  <a:lnTo>
                    <a:pt x="10388" y="3901"/>
                  </a:lnTo>
                  <a:lnTo>
                    <a:pt x="10852" y="3824"/>
                  </a:lnTo>
                  <a:lnTo>
                    <a:pt x="12358" y="3824"/>
                  </a:lnTo>
                  <a:lnTo>
                    <a:pt x="12860" y="3901"/>
                  </a:lnTo>
                  <a:lnTo>
                    <a:pt x="12358" y="3978"/>
                  </a:lnTo>
                  <a:lnTo>
                    <a:pt x="11856" y="4094"/>
                  </a:lnTo>
                  <a:lnTo>
                    <a:pt x="11392" y="4287"/>
                  </a:lnTo>
                  <a:lnTo>
                    <a:pt x="11199" y="4403"/>
                  </a:lnTo>
                  <a:lnTo>
                    <a:pt x="11006" y="4519"/>
                  </a:lnTo>
                  <a:lnTo>
                    <a:pt x="10852" y="4673"/>
                  </a:lnTo>
                  <a:lnTo>
                    <a:pt x="10697" y="4866"/>
                  </a:lnTo>
                  <a:lnTo>
                    <a:pt x="10543" y="5059"/>
                  </a:lnTo>
                  <a:lnTo>
                    <a:pt x="10466" y="5252"/>
                  </a:lnTo>
                  <a:lnTo>
                    <a:pt x="10388" y="5484"/>
                  </a:lnTo>
                  <a:lnTo>
                    <a:pt x="10388" y="5716"/>
                  </a:lnTo>
                  <a:lnTo>
                    <a:pt x="10466" y="5947"/>
                  </a:lnTo>
                  <a:lnTo>
                    <a:pt x="10581" y="6140"/>
                  </a:lnTo>
                  <a:lnTo>
                    <a:pt x="10659" y="6256"/>
                  </a:lnTo>
                  <a:lnTo>
                    <a:pt x="10774" y="6333"/>
                  </a:lnTo>
                  <a:lnTo>
                    <a:pt x="11006" y="6411"/>
                  </a:lnTo>
                  <a:lnTo>
                    <a:pt x="11276" y="6449"/>
                  </a:lnTo>
                  <a:lnTo>
                    <a:pt x="11585" y="6411"/>
                  </a:lnTo>
                  <a:lnTo>
                    <a:pt x="11894" y="6333"/>
                  </a:lnTo>
                  <a:lnTo>
                    <a:pt x="12165" y="6256"/>
                  </a:lnTo>
                  <a:lnTo>
                    <a:pt x="12628" y="6025"/>
                  </a:lnTo>
                  <a:lnTo>
                    <a:pt x="13053" y="5793"/>
                  </a:lnTo>
                  <a:lnTo>
                    <a:pt x="13439" y="5484"/>
                  </a:lnTo>
                  <a:lnTo>
                    <a:pt x="13400" y="5523"/>
                  </a:lnTo>
                  <a:lnTo>
                    <a:pt x="13786" y="5677"/>
                  </a:lnTo>
                  <a:lnTo>
                    <a:pt x="14057" y="4866"/>
                  </a:lnTo>
                  <a:lnTo>
                    <a:pt x="14211" y="5368"/>
                  </a:lnTo>
                  <a:lnTo>
                    <a:pt x="14404" y="5909"/>
                  </a:lnTo>
                  <a:lnTo>
                    <a:pt x="14675" y="6411"/>
                  </a:lnTo>
                  <a:lnTo>
                    <a:pt x="14983" y="6835"/>
                  </a:lnTo>
                  <a:lnTo>
                    <a:pt x="15177" y="7067"/>
                  </a:lnTo>
                  <a:lnTo>
                    <a:pt x="15408" y="7260"/>
                  </a:lnTo>
                  <a:lnTo>
                    <a:pt x="15679" y="7492"/>
                  </a:lnTo>
                  <a:lnTo>
                    <a:pt x="15987" y="7646"/>
                  </a:lnTo>
                  <a:lnTo>
                    <a:pt x="16296" y="7801"/>
                  </a:lnTo>
                  <a:lnTo>
                    <a:pt x="16605" y="7839"/>
                  </a:lnTo>
                  <a:lnTo>
                    <a:pt x="16876" y="7839"/>
                  </a:lnTo>
                  <a:lnTo>
                    <a:pt x="17030" y="7801"/>
                  </a:lnTo>
                  <a:lnTo>
                    <a:pt x="17185" y="7724"/>
                  </a:lnTo>
                  <a:lnTo>
                    <a:pt x="17300" y="7608"/>
                  </a:lnTo>
                  <a:lnTo>
                    <a:pt x="17378" y="7492"/>
                  </a:lnTo>
                  <a:lnTo>
                    <a:pt x="17455" y="7376"/>
                  </a:lnTo>
                  <a:lnTo>
                    <a:pt x="17455" y="7222"/>
                  </a:lnTo>
                  <a:lnTo>
                    <a:pt x="17493" y="6913"/>
                  </a:lnTo>
                  <a:lnTo>
                    <a:pt x="17416" y="6604"/>
                  </a:lnTo>
                  <a:lnTo>
                    <a:pt x="17339" y="6256"/>
                  </a:lnTo>
                  <a:lnTo>
                    <a:pt x="17185" y="5947"/>
                  </a:lnTo>
                  <a:lnTo>
                    <a:pt x="17030" y="5677"/>
                  </a:lnTo>
                  <a:lnTo>
                    <a:pt x="16914" y="5484"/>
                  </a:lnTo>
                  <a:lnTo>
                    <a:pt x="16721" y="5214"/>
                  </a:lnTo>
                  <a:lnTo>
                    <a:pt x="16489" y="4982"/>
                  </a:lnTo>
                  <a:lnTo>
                    <a:pt x="16258" y="4789"/>
                  </a:lnTo>
                  <a:lnTo>
                    <a:pt x="16026" y="4596"/>
                  </a:lnTo>
                  <a:lnTo>
                    <a:pt x="15524" y="4287"/>
                  </a:lnTo>
                  <a:lnTo>
                    <a:pt x="14945" y="4017"/>
                  </a:lnTo>
                  <a:lnTo>
                    <a:pt x="15408" y="3901"/>
                  </a:lnTo>
                  <a:lnTo>
                    <a:pt x="15833" y="3708"/>
                  </a:lnTo>
                  <a:lnTo>
                    <a:pt x="16219" y="3515"/>
                  </a:lnTo>
                  <a:lnTo>
                    <a:pt x="16605" y="3244"/>
                  </a:lnTo>
                  <a:lnTo>
                    <a:pt x="16760" y="3051"/>
                  </a:lnTo>
                  <a:lnTo>
                    <a:pt x="16914" y="2858"/>
                  </a:lnTo>
                  <a:lnTo>
                    <a:pt x="17030" y="2626"/>
                  </a:lnTo>
                  <a:lnTo>
                    <a:pt x="17107" y="2395"/>
                  </a:lnTo>
                  <a:lnTo>
                    <a:pt x="17146" y="2163"/>
                  </a:lnTo>
                  <a:lnTo>
                    <a:pt x="17146" y="1931"/>
                  </a:lnTo>
                  <a:lnTo>
                    <a:pt x="17069" y="1700"/>
                  </a:lnTo>
                  <a:lnTo>
                    <a:pt x="16914" y="1468"/>
                  </a:lnTo>
                  <a:lnTo>
                    <a:pt x="16760" y="1314"/>
                  </a:lnTo>
                  <a:lnTo>
                    <a:pt x="16567" y="1198"/>
                  </a:lnTo>
                  <a:lnTo>
                    <a:pt x="16335" y="1159"/>
                  </a:lnTo>
                  <a:lnTo>
                    <a:pt x="16103" y="1120"/>
                  </a:lnTo>
                  <a:lnTo>
                    <a:pt x="15910" y="1159"/>
                  </a:lnTo>
                  <a:lnTo>
                    <a:pt x="15679" y="1236"/>
                  </a:lnTo>
                  <a:lnTo>
                    <a:pt x="15485" y="1314"/>
                  </a:lnTo>
                  <a:lnTo>
                    <a:pt x="15292" y="1429"/>
                  </a:lnTo>
                  <a:lnTo>
                    <a:pt x="14906" y="1777"/>
                  </a:lnTo>
                  <a:lnTo>
                    <a:pt x="14597" y="2124"/>
                  </a:lnTo>
                  <a:lnTo>
                    <a:pt x="14327" y="2549"/>
                  </a:lnTo>
                  <a:lnTo>
                    <a:pt x="14095" y="3013"/>
                  </a:lnTo>
                  <a:lnTo>
                    <a:pt x="13979" y="2433"/>
                  </a:lnTo>
                  <a:lnTo>
                    <a:pt x="13748" y="1854"/>
                  </a:lnTo>
                  <a:lnTo>
                    <a:pt x="13516" y="1352"/>
                  </a:lnTo>
                  <a:lnTo>
                    <a:pt x="13169" y="850"/>
                  </a:lnTo>
                  <a:lnTo>
                    <a:pt x="13014" y="657"/>
                  </a:lnTo>
                  <a:lnTo>
                    <a:pt x="12821" y="425"/>
                  </a:lnTo>
                  <a:lnTo>
                    <a:pt x="12589" y="271"/>
                  </a:lnTo>
                  <a:lnTo>
                    <a:pt x="12358" y="116"/>
                  </a:lnTo>
                  <a:lnTo>
                    <a:pt x="1212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4" name="Google Shape;5684;p22"/>
            <p:cNvSpPr/>
            <p:nvPr/>
          </p:nvSpPr>
          <p:spPr>
            <a:xfrm>
              <a:off x="2084875" y="3742225"/>
              <a:ext cx="66625" cy="99475"/>
            </a:xfrm>
            <a:custGeom>
              <a:avLst/>
              <a:gdLst/>
              <a:ahLst/>
              <a:cxnLst/>
              <a:rect l="l" t="t" r="r" b="b"/>
              <a:pathLst>
                <a:path w="2665" h="3979" extrusionOk="0">
                  <a:moveTo>
                    <a:pt x="850" y="1"/>
                  </a:moveTo>
                  <a:lnTo>
                    <a:pt x="502" y="155"/>
                  </a:lnTo>
                  <a:lnTo>
                    <a:pt x="618" y="233"/>
                  </a:lnTo>
                  <a:lnTo>
                    <a:pt x="464" y="619"/>
                  </a:lnTo>
                  <a:lnTo>
                    <a:pt x="271" y="1082"/>
                  </a:lnTo>
                  <a:lnTo>
                    <a:pt x="116" y="1623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74"/>
                  </a:lnTo>
                  <a:lnTo>
                    <a:pt x="77" y="3206"/>
                  </a:lnTo>
                  <a:lnTo>
                    <a:pt x="155" y="3399"/>
                  </a:lnTo>
                  <a:lnTo>
                    <a:pt x="309" y="3592"/>
                  </a:lnTo>
                  <a:lnTo>
                    <a:pt x="464" y="3747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78"/>
                  </a:lnTo>
                  <a:lnTo>
                    <a:pt x="1313" y="3940"/>
                  </a:lnTo>
                  <a:lnTo>
                    <a:pt x="1506" y="3824"/>
                  </a:lnTo>
                  <a:lnTo>
                    <a:pt x="1661" y="3708"/>
                  </a:lnTo>
                  <a:lnTo>
                    <a:pt x="1815" y="3515"/>
                  </a:lnTo>
                  <a:lnTo>
                    <a:pt x="1970" y="3322"/>
                  </a:lnTo>
                  <a:lnTo>
                    <a:pt x="2085" y="3090"/>
                  </a:lnTo>
                  <a:lnTo>
                    <a:pt x="2317" y="2550"/>
                  </a:lnTo>
                  <a:lnTo>
                    <a:pt x="2510" y="2009"/>
                  </a:lnTo>
                  <a:lnTo>
                    <a:pt x="2626" y="1507"/>
                  </a:lnTo>
                  <a:lnTo>
                    <a:pt x="2665" y="1082"/>
                  </a:lnTo>
                  <a:lnTo>
                    <a:pt x="2394" y="1044"/>
                  </a:lnTo>
                  <a:lnTo>
                    <a:pt x="2008" y="2048"/>
                  </a:lnTo>
                  <a:lnTo>
                    <a:pt x="1738" y="2704"/>
                  </a:lnTo>
                  <a:lnTo>
                    <a:pt x="1545" y="3052"/>
                  </a:lnTo>
                  <a:lnTo>
                    <a:pt x="1468" y="3206"/>
                  </a:lnTo>
                  <a:lnTo>
                    <a:pt x="1313" y="3322"/>
                  </a:lnTo>
                  <a:lnTo>
                    <a:pt x="1159" y="3322"/>
                  </a:lnTo>
                  <a:lnTo>
                    <a:pt x="966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936"/>
                  </a:lnTo>
                  <a:lnTo>
                    <a:pt x="541" y="2704"/>
                  </a:lnTo>
                  <a:lnTo>
                    <a:pt x="541" y="2395"/>
                  </a:lnTo>
                  <a:lnTo>
                    <a:pt x="579" y="2086"/>
                  </a:lnTo>
                  <a:lnTo>
                    <a:pt x="618" y="1623"/>
                  </a:lnTo>
                  <a:lnTo>
                    <a:pt x="734" y="1198"/>
                  </a:lnTo>
                  <a:lnTo>
                    <a:pt x="888" y="773"/>
                  </a:lnTo>
                  <a:lnTo>
                    <a:pt x="1043" y="348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6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5" name="Google Shape;5685;p22"/>
            <p:cNvSpPr/>
            <p:nvPr/>
          </p:nvSpPr>
          <p:spPr>
            <a:xfrm>
              <a:off x="3315725" y="3754775"/>
              <a:ext cx="374575" cy="387150"/>
            </a:xfrm>
            <a:custGeom>
              <a:avLst/>
              <a:gdLst/>
              <a:ahLst/>
              <a:cxnLst/>
              <a:rect l="l" t="t" r="r" b="b"/>
              <a:pathLst>
                <a:path w="14983" h="15486" extrusionOk="0">
                  <a:moveTo>
                    <a:pt x="7453" y="503"/>
                  </a:moveTo>
                  <a:lnTo>
                    <a:pt x="8032" y="542"/>
                  </a:lnTo>
                  <a:lnTo>
                    <a:pt x="8611" y="580"/>
                  </a:lnTo>
                  <a:lnTo>
                    <a:pt x="9152" y="696"/>
                  </a:lnTo>
                  <a:lnTo>
                    <a:pt x="9693" y="850"/>
                  </a:lnTo>
                  <a:lnTo>
                    <a:pt x="10195" y="1044"/>
                  </a:lnTo>
                  <a:lnTo>
                    <a:pt x="10697" y="1275"/>
                  </a:lnTo>
                  <a:lnTo>
                    <a:pt x="11160" y="1546"/>
                  </a:lnTo>
                  <a:lnTo>
                    <a:pt x="11623" y="1816"/>
                  </a:lnTo>
                  <a:lnTo>
                    <a:pt x="10812" y="2202"/>
                  </a:lnTo>
                  <a:lnTo>
                    <a:pt x="10040" y="2627"/>
                  </a:lnTo>
                  <a:lnTo>
                    <a:pt x="9306" y="3090"/>
                  </a:lnTo>
                  <a:lnTo>
                    <a:pt x="8611" y="3631"/>
                  </a:lnTo>
                  <a:lnTo>
                    <a:pt x="7955" y="4171"/>
                  </a:lnTo>
                  <a:lnTo>
                    <a:pt x="7298" y="4789"/>
                  </a:lnTo>
                  <a:lnTo>
                    <a:pt x="6719" y="5446"/>
                  </a:lnTo>
                  <a:lnTo>
                    <a:pt x="6140" y="6141"/>
                  </a:lnTo>
                  <a:lnTo>
                    <a:pt x="5638" y="6874"/>
                  </a:lnTo>
                  <a:lnTo>
                    <a:pt x="5213" y="7647"/>
                  </a:lnTo>
                  <a:lnTo>
                    <a:pt x="4788" y="8419"/>
                  </a:lnTo>
                  <a:lnTo>
                    <a:pt x="4480" y="9230"/>
                  </a:lnTo>
                  <a:lnTo>
                    <a:pt x="4171" y="10041"/>
                  </a:lnTo>
                  <a:lnTo>
                    <a:pt x="3978" y="10890"/>
                  </a:lnTo>
                  <a:lnTo>
                    <a:pt x="3823" y="11778"/>
                  </a:lnTo>
                  <a:lnTo>
                    <a:pt x="3746" y="12667"/>
                  </a:lnTo>
                  <a:lnTo>
                    <a:pt x="3553" y="12667"/>
                  </a:lnTo>
                  <a:lnTo>
                    <a:pt x="3282" y="11856"/>
                  </a:lnTo>
                  <a:lnTo>
                    <a:pt x="3051" y="11045"/>
                  </a:lnTo>
                  <a:lnTo>
                    <a:pt x="2858" y="10195"/>
                  </a:lnTo>
                  <a:lnTo>
                    <a:pt x="2703" y="9346"/>
                  </a:lnTo>
                  <a:lnTo>
                    <a:pt x="2587" y="8535"/>
                  </a:lnTo>
                  <a:lnTo>
                    <a:pt x="2549" y="7685"/>
                  </a:lnTo>
                  <a:lnTo>
                    <a:pt x="2587" y="6797"/>
                  </a:lnTo>
                  <a:lnTo>
                    <a:pt x="2703" y="5948"/>
                  </a:lnTo>
                  <a:lnTo>
                    <a:pt x="2858" y="5214"/>
                  </a:lnTo>
                  <a:lnTo>
                    <a:pt x="3051" y="4519"/>
                  </a:lnTo>
                  <a:lnTo>
                    <a:pt x="3321" y="3824"/>
                  </a:lnTo>
                  <a:lnTo>
                    <a:pt x="3669" y="3206"/>
                  </a:lnTo>
                  <a:lnTo>
                    <a:pt x="4016" y="2588"/>
                  </a:lnTo>
                  <a:lnTo>
                    <a:pt x="4441" y="1970"/>
                  </a:lnTo>
                  <a:lnTo>
                    <a:pt x="4904" y="1430"/>
                  </a:lnTo>
                  <a:lnTo>
                    <a:pt x="5406" y="889"/>
                  </a:lnTo>
                  <a:lnTo>
                    <a:pt x="5908" y="735"/>
                  </a:lnTo>
                  <a:lnTo>
                    <a:pt x="6410" y="619"/>
                  </a:lnTo>
                  <a:lnTo>
                    <a:pt x="6951" y="542"/>
                  </a:lnTo>
                  <a:lnTo>
                    <a:pt x="7453" y="503"/>
                  </a:lnTo>
                  <a:close/>
                  <a:moveTo>
                    <a:pt x="11932" y="2086"/>
                  </a:moveTo>
                  <a:lnTo>
                    <a:pt x="12357" y="2434"/>
                  </a:lnTo>
                  <a:lnTo>
                    <a:pt x="12704" y="2820"/>
                  </a:lnTo>
                  <a:lnTo>
                    <a:pt x="13013" y="3206"/>
                  </a:lnTo>
                  <a:lnTo>
                    <a:pt x="13322" y="3669"/>
                  </a:lnTo>
                  <a:lnTo>
                    <a:pt x="13593" y="4094"/>
                  </a:lnTo>
                  <a:lnTo>
                    <a:pt x="13863" y="4596"/>
                  </a:lnTo>
                  <a:lnTo>
                    <a:pt x="14056" y="5098"/>
                  </a:lnTo>
                  <a:lnTo>
                    <a:pt x="14210" y="5600"/>
                  </a:lnTo>
                  <a:lnTo>
                    <a:pt x="14326" y="6102"/>
                  </a:lnTo>
                  <a:lnTo>
                    <a:pt x="14442" y="6643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64" y="6952"/>
                  </a:lnTo>
                  <a:lnTo>
                    <a:pt x="11392" y="7145"/>
                  </a:lnTo>
                  <a:lnTo>
                    <a:pt x="10658" y="7415"/>
                  </a:lnTo>
                  <a:lnTo>
                    <a:pt x="9924" y="7724"/>
                  </a:lnTo>
                  <a:lnTo>
                    <a:pt x="9229" y="8033"/>
                  </a:lnTo>
                  <a:lnTo>
                    <a:pt x="8534" y="8419"/>
                  </a:lnTo>
                  <a:lnTo>
                    <a:pt x="7878" y="8844"/>
                  </a:lnTo>
                  <a:lnTo>
                    <a:pt x="7260" y="9307"/>
                  </a:lnTo>
                  <a:lnTo>
                    <a:pt x="6642" y="9809"/>
                  </a:lnTo>
                  <a:lnTo>
                    <a:pt x="6101" y="10350"/>
                  </a:lnTo>
                  <a:lnTo>
                    <a:pt x="5561" y="10890"/>
                  </a:lnTo>
                  <a:lnTo>
                    <a:pt x="5097" y="11508"/>
                  </a:lnTo>
                  <a:lnTo>
                    <a:pt x="4634" y="12126"/>
                  </a:lnTo>
                  <a:lnTo>
                    <a:pt x="4248" y="12821"/>
                  </a:lnTo>
                  <a:lnTo>
                    <a:pt x="4132" y="12744"/>
                  </a:lnTo>
                  <a:lnTo>
                    <a:pt x="3978" y="12667"/>
                  </a:lnTo>
                  <a:lnTo>
                    <a:pt x="4093" y="11817"/>
                  </a:lnTo>
                  <a:lnTo>
                    <a:pt x="4325" y="10929"/>
                  </a:lnTo>
                  <a:lnTo>
                    <a:pt x="4557" y="10118"/>
                  </a:lnTo>
                  <a:lnTo>
                    <a:pt x="4866" y="9307"/>
                  </a:lnTo>
                  <a:lnTo>
                    <a:pt x="5213" y="8496"/>
                  </a:lnTo>
                  <a:lnTo>
                    <a:pt x="5599" y="7724"/>
                  </a:lnTo>
                  <a:lnTo>
                    <a:pt x="6024" y="6990"/>
                  </a:lnTo>
                  <a:lnTo>
                    <a:pt x="6526" y="6295"/>
                  </a:lnTo>
                  <a:lnTo>
                    <a:pt x="7067" y="5600"/>
                  </a:lnTo>
                  <a:lnTo>
                    <a:pt x="7607" y="4982"/>
                  </a:lnTo>
                  <a:lnTo>
                    <a:pt x="8225" y="4403"/>
                  </a:lnTo>
                  <a:lnTo>
                    <a:pt x="8920" y="3824"/>
                  </a:lnTo>
                  <a:lnTo>
                    <a:pt x="9615" y="3322"/>
                  </a:lnTo>
                  <a:lnTo>
                    <a:pt x="10349" y="2858"/>
                  </a:lnTo>
                  <a:lnTo>
                    <a:pt x="11121" y="2472"/>
                  </a:lnTo>
                  <a:lnTo>
                    <a:pt x="11932" y="2086"/>
                  </a:lnTo>
                  <a:close/>
                  <a:moveTo>
                    <a:pt x="14481" y="6990"/>
                  </a:moveTo>
                  <a:lnTo>
                    <a:pt x="14481" y="7840"/>
                  </a:lnTo>
                  <a:lnTo>
                    <a:pt x="14442" y="8689"/>
                  </a:lnTo>
                  <a:lnTo>
                    <a:pt x="14288" y="9539"/>
                  </a:lnTo>
                  <a:lnTo>
                    <a:pt x="14172" y="9964"/>
                  </a:lnTo>
                  <a:lnTo>
                    <a:pt x="14056" y="10350"/>
                  </a:lnTo>
                  <a:lnTo>
                    <a:pt x="13902" y="10774"/>
                  </a:lnTo>
                  <a:lnTo>
                    <a:pt x="13708" y="11161"/>
                  </a:lnTo>
                  <a:lnTo>
                    <a:pt x="13515" y="11547"/>
                  </a:lnTo>
                  <a:lnTo>
                    <a:pt x="13284" y="11894"/>
                  </a:lnTo>
                  <a:lnTo>
                    <a:pt x="13052" y="12242"/>
                  </a:lnTo>
                  <a:lnTo>
                    <a:pt x="12782" y="12589"/>
                  </a:lnTo>
                  <a:lnTo>
                    <a:pt x="12511" y="12898"/>
                  </a:lnTo>
                  <a:lnTo>
                    <a:pt x="12202" y="13207"/>
                  </a:lnTo>
                  <a:lnTo>
                    <a:pt x="11971" y="13053"/>
                  </a:lnTo>
                  <a:lnTo>
                    <a:pt x="11701" y="12937"/>
                  </a:lnTo>
                  <a:lnTo>
                    <a:pt x="11121" y="12782"/>
                  </a:lnTo>
                  <a:lnTo>
                    <a:pt x="10542" y="12628"/>
                  </a:lnTo>
                  <a:lnTo>
                    <a:pt x="10001" y="12551"/>
                  </a:lnTo>
                  <a:lnTo>
                    <a:pt x="9422" y="12512"/>
                  </a:lnTo>
                  <a:lnTo>
                    <a:pt x="8843" y="12474"/>
                  </a:lnTo>
                  <a:lnTo>
                    <a:pt x="8302" y="12474"/>
                  </a:lnTo>
                  <a:lnTo>
                    <a:pt x="7762" y="12512"/>
                  </a:lnTo>
                  <a:lnTo>
                    <a:pt x="7221" y="12589"/>
                  </a:lnTo>
                  <a:lnTo>
                    <a:pt x="6681" y="12667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62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40"/>
                  </a:lnTo>
                  <a:lnTo>
                    <a:pt x="5870" y="11161"/>
                  </a:lnTo>
                  <a:lnTo>
                    <a:pt x="6410" y="10620"/>
                  </a:lnTo>
                  <a:lnTo>
                    <a:pt x="6989" y="10118"/>
                  </a:lnTo>
                  <a:lnTo>
                    <a:pt x="7530" y="9655"/>
                  </a:lnTo>
                  <a:lnTo>
                    <a:pt x="8148" y="9230"/>
                  </a:lnTo>
                  <a:lnTo>
                    <a:pt x="8766" y="8805"/>
                  </a:lnTo>
                  <a:lnTo>
                    <a:pt x="9422" y="8458"/>
                  </a:lnTo>
                  <a:lnTo>
                    <a:pt x="10079" y="8110"/>
                  </a:lnTo>
                  <a:lnTo>
                    <a:pt x="10735" y="7840"/>
                  </a:lnTo>
                  <a:lnTo>
                    <a:pt x="11469" y="7569"/>
                  </a:lnTo>
                  <a:lnTo>
                    <a:pt x="12164" y="7376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7"/>
                  </a:moveTo>
                  <a:lnTo>
                    <a:pt x="4055" y="1854"/>
                  </a:lnTo>
                  <a:lnTo>
                    <a:pt x="3630" y="2472"/>
                  </a:lnTo>
                  <a:lnTo>
                    <a:pt x="3244" y="3129"/>
                  </a:lnTo>
                  <a:lnTo>
                    <a:pt x="2935" y="3824"/>
                  </a:lnTo>
                  <a:lnTo>
                    <a:pt x="2665" y="4519"/>
                  </a:lnTo>
                  <a:lnTo>
                    <a:pt x="2472" y="5291"/>
                  </a:lnTo>
                  <a:lnTo>
                    <a:pt x="2317" y="6025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2"/>
                  </a:lnTo>
                  <a:lnTo>
                    <a:pt x="2278" y="9114"/>
                  </a:lnTo>
                  <a:lnTo>
                    <a:pt x="2394" y="9886"/>
                  </a:lnTo>
                  <a:lnTo>
                    <a:pt x="2549" y="10620"/>
                  </a:lnTo>
                  <a:lnTo>
                    <a:pt x="2742" y="11354"/>
                  </a:lnTo>
                  <a:lnTo>
                    <a:pt x="3012" y="12087"/>
                  </a:lnTo>
                  <a:lnTo>
                    <a:pt x="3321" y="12744"/>
                  </a:lnTo>
                  <a:lnTo>
                    <a:pt x="3128" y="12898"/>
                  </a:lnTo>
                  <a:lnTo>
                    <a:pt x="2935" y="13053"/>
                  </a:lnTo>
                  <a:lnTo>
                    <a:pt x="2819" y="13246"/>
                  </a:lnTo>
                  <a:lnTo>
                    <a:pt x="2742" y="13439"/>
                  </a:lnTo>
                  <a:lnTo>
                    <a:pt x="2394" y="13014"/>
                  </a:lnTo>
                  <a:lnTo>
                    <a:pt x="2085" y="12551"/>
                  </a:lnTo>
                  <a:lnTo>
                    <a:pt x="1776" y="12087"/>
                  </a:lnTo>
                  <a:lnTo>
                    <a:pt x="1506" y="11624"/>
                  </a:lnTo>
                  <a:lnTo>
                    <a:pt x="1274" y="11122"/>
                  </a:lnTo>
                  <a:lnTo>
                    <a:pt x="1081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114"/>
                  </a:lnTo>
                  <a:lnTo>
                    <a:pt x="541" y="8573"/>
                  </a:lnTo>
                  <a:lnTo>
                    <a:pt x="502" y="8033"/>
                  </a:lnTo>
                  <a:lnTo>
                    <a:pt x="502" y="7492"/>
                  </a:lnTo>
                  <a:lnTo>
                    <a:pt x="541" y="6952"/>
                  </a:lnTo>
                  <a:lnTo>
                    <a:pt x="618" y="6411"/>
                  </a:lnTo>
                  <a:lnTo>
                    <a:pt x="772" y="5870"/>
                  </a:lnTo>
                  <a:lnTo>
                    <a:pt x="927" y="5330"/>
                  </a:lnTo>
                  <a:lnTo>
                    <a:pt x="1197" y="4673"/>
                  </a:lnTo>
                  <a:lnTo>
                    <a:pt x="1545" y="4055"/>
                  </a:lnTo>
                  <a:lnTo>
                    <a:pt x="1931" y="3476"/>
                  </a:lnTo>
                  <a:lnTo>
                    <a:pt x="2356" y="2936"/>
                  </a:lnTo>
                  <a:lnTo>
                    <a:pt x="2819" y="2434"/>
                  </a:lnTo>
                  <a:lnTo>
                    <a:pt x="3360" y="2009"/>
                  </a:lnTo>
                  <a:lnTo>
                    <a:pt x="3939" y="1584"/>
                  </a:lnTo>
                  <a:lnTo>
                    <a:pt x="4518" y="1237"/>
                  </a:lnTo>
                  <a:close/>
                  <a:moveTo>
                    <a:pt x="3862" y="12976"/>
                  </a:moveTo>
                  <a:lnTo>
                    <a:pt x="4016" y="13053"/>
                  </a:lnTo>
                  <a:lnTo>
                    <a:pt x="4171" y="13169"/>
                  </a:lnTo>
                  <a:lnTo>
                    <a:pt x="4286" y="13284"/>
                  </a:lnTo>
                  <a:lnTo>
                    <a:pt x="4325" y="13439"/>
                  </a:lnTo>
                  <a:lnTo>
                    <a:pt x="4364" y="13632"/>
                  </a:lnTo>
                  <a:lnTo>
                    <a:pt x="4364" y="13786"/>
                  </a:lnTo>
                  <a:lnTo>
                    <a:pt x="4286" y="13941"/>
                  </a:lnTo>
                  <a:lnTo>
                    <a:pt x="4209" y="14095"/>
                  </a:lnTo>
                  <a:lnTo>
                    <a:pt x="3784" y="13825"/>
                  </a:lnTo>
                  <a:lnTo>
                    <a:pt x="3360" y="13477"/>
                  </a:lnTo>
                  <a:lnTo>
                    <a:pt x="3244" y="13439"/>
                  </a:lnTo>
                  <a:lnTo>
                    <a:pt x="3167" y="13439"/>
                  </a:lnTo>
                  <a:lnTo>
                    <a:pt x="3051" y="13477"/>
                  </a:lnTo>
                  <a:lnTo>
                    <a:pt x="2974" y="13516"/>
                  </a:lnTo>
                  <a:lnTo>
                    <a:pt x="3051" y="13362"/>
                  </a:lnTo>
                  <a:lnTo>
                    <a:pt x="3167" y="13207"/>
                  </a:lnTo>
                  <a:lnTo>
                    <a:pt x="3321" y="13130"/>
                  </a:lnTo>
                  <a:lnTo>
                    <a:pt x="3476" y="13014"/>
                  </a:lnTo>
                  <a:lnTo>
                    <a:pt x="3669" y="12976"/>
                  </a:lnTo>
                  <a:close/>
                  <a:moveTo>
                    <a:pt x="9152" y="12860"/>
                  </a:moveTo>
                  <a:lnTo>
                    <a:pt x="9615" y="12898"/>
                  </a:lnTo>
                  <a:lnTo>
                    <a:pt x="10117" y="12976"/>
                  </a:lnTo>
                  <a:lnTo>
                    <a:pt x="10503" y="13014"/>
                  </a:lnTo>
                  <a:lnTo>
                    <a:pt x="11005" y="13130"/>
                  </a:lnTo>
                  <a:lnTo>
                    <a:pt x="11507" y="13246"/>
                  </a:lnTo>
                  <a:lnTo>
                    <a:pt x="11701" y="13362"/>
                  </a:lnTo>
                  <a:lnTo>
                    <a:pt x="11894" y="13477"/>
                  </a:lnTo>
                  <a:lnTo>
                    <a:pt x="11507" y="13786"/>
                  </a:lnTo>
                  <a:lnTo>
                    <a:pt x="11083" y="14018"/>
                  </a:lnTo>
                  <a:lnTo>
                    <a:pt x="10658" y="14250"/>
                  </a:lnTo>
                  <a:lnTo>
                    <a:pt x="10233" y="14443"/>
                  </a:lnTo>
                  <a:lnTo>
                    <a:pt x="9770" y="14636"/>
                  </a:lnTo>
                  <a:lnTo>
                    <a:pt x="9306" y="14752"/>
                  </a:lnTo>
                  <a:lnTo>
                    <a:pt x="8843" y="14868"/>
                  </a:lnTo>
                  <a:lnTo>
                    <a:pt x="8341" y="14945"/>
                  </a:lnTo>
                  <a:lnTo>
                    <a:pt x="7878" y="14983"/>
                  </a:lnTo>
                  <a:lnTo>
                    <a:pt x="7376" y="14983"/>
                  </a:lnTo>
                  <a:lnTo>
                    <a:pt x="6912" y="14945"/>
                  </a:lnTo>
                  <a:lnTo>
                    <a:pt x="6410" y="14868"/>
                  </a:lnTo>
                  <a:lnTo>
                    <a:pt x="5947" y="14790"/>
                  </a:lnTo>
                  <a:lnTo>
                    <a:pt x="5484" y="14636"/>
                  </a:lnTo>
                  <a:lnTo>
                    <a:pt x="5020" y="14481"/>
                  </a:lnTo>
                  <a:lnTo>
                    <a:pt x="4595" y="14288"/>
                  </a:lnTo>
                  <a:lnTo>
                    <a:pt x="4711" y="14018"/>
                  </a:lnTo>
                  <a:lnTo>
                    <a:pt x="4711" y="13748"/>
                  </a:lnTo>
                  <a:lnTo>
                    <a:pt x="4711" y="13593"/>
                  </a:lnTo>
                  <a:lnTo>
                    <a:pt x="5561" y="13323"/>
                  </a:lnTo>
                  <a:lnTo>
                    <a:pt x="6410" y="13091"/>
                  </a:lnTo>
                  <a:lnTo>
                    <a:pt x="7298" y="12937"/>
                  </a:lnTo>
                  <a:lnTo>
                    <a:pt x="8187" y="12860"/>
                  </a:lnTo>
                  <a:close/>
                  <a:moveTo>
                    <a:pt x="7569" y="1"/>
                  </a:moveTo>
                  <a:lnTo>
                    <a:pt x="6989" y="40"/>
                  </a:lnTo>
                  <a:lnTo>
                    <a:pt x="6449" y="117"/>
                  </a:lnTo>
                  <a:lnTo>
                    <a:pt x="5870" y="233"/>
                  </a:lnTo>
                  <a:lnTo>
                    <a:pt x="5329" y="387"/>
                  </a:lnTo>
                  <a:lnTo>
                    <a:pt x="4788" y="580"/>
                  </a:lnTo>
                  <a:lnTo>
                    <a:pt x="4248" y="812"/>
                  </a:lnTo>
                  <a:lnTo>
                    <a:pt x="3746" y="1121"/>
                  </a:lnTo>
                  <a:lnTo>
                    <a:pt x="3282" y="1430"/>
                  </a:lnTo>
                  <a:lnTo>
                    <a:pt x="2819" y="1777"/>
                  </a:lnTo>
                  <a:lnTo>
                    <a:pt x="2394" y="2163"/>
                  </a:lnTo>
                  <a:lnTo>
                    <a:pt x="2008" y="2588"/>
                  </a:lnTo>
                  <a:lnTo>
                    <a:pt x="1622" y="3013"/>
                  </a:lnTo>
                  <a:lnTo>
                    <a:pt x="1274" y="3515"/>
                  </a:lnTo>
                  <a:lnTo>
                    <a:pt x="966" y="4017"/>
                  </a:lnTo>
                  <a:lnTo>
                    <a:pt x="695" y="4596"/>
                  </a:lnTo>
                  <a:lnTo>
                    <a:pt x="425" y="5253"/>
                  </a:lnTo>
                  <a:lnTo>
                    <a:pt x="232" y="5909"/>
                  </a:lnTo>
                  <a:lnTo>
                    <a:pt x="116" y="6565"/>
                  </a:lnTo>
                  <a:lnTo>
                    <a:pt x="39" y="7222"/>
                  </a:lnTo>
                  <a:lnTo>
                    <a:pt x="0" y="7917"/>
                  </a:lnTo>
                  <a:lnTo>
                    <a:pt x="39" y="8612"/>
                  </a:lnTo>
                  <a:lnTo>
                    <a:pt x="116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5" y="11238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0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4" y="14520"/>
                  </a:lnTo>
                  <a:lnTo>
                    <a:pt x="4093" y="14597"/>
                  </a:lnTo>
                  <a:lnTo>
                    <a:pt x="4518" y="14829"/>
                  </a:lnTo>
                  <a:lnTo>
                    <a:pt x="4982" y="14983"/>
                  </a:lnTo>
                  <a:lnTo>
                    <a:pt x="5406" y="15138"/>
                  </a:lnTo>
                  <a:lnTo>
                    <a:pt x="5870" y="15292"/>
                  </a:lnTo>
                  <a:lnTo>
                    <a:pt x="6333" y="15370"/>
                  </a:lnTo>
                  <a:lnTo>
                    <a:pt x="6796" y="15447"/>
                  </a:lnTo>
                  <a:lnTo>
                    <a:pt x="7260" y="15485"/>
                  </a:lnTo>
                  <a:lnTo>
                    <a:pt x="7762" y="15485"/>
                  </a:lnTo>
                  <a:lnTo>
                    <a:pt x="8225" y="15447"/>
                  </a:lnTo>
                  <a:lnTo>
                    <a:pt x="8689" y="15408"/>
                  </a:lnTo>
                  <a:lnTo>
                    <a:pt x="9152" y="15331"/>
                  </a:lnTo>
                  <a:lnTo>
                    <a:pt x="9615" y="15215"/>
                  </a:lnTo>
                  <a:lnTo>
                    <a:pt x="10079" y="15061"/>
                  </a:lnTo>
                  <a:lnTo>
                    <a:pt x="10542" y="14868"/>
                  </a:lnTo>
                  <a:lnTo>
                    <a:pt x="10967" y="14675"/>
                  </a:lnTo>
                  <a:lnTo>
                    <a:pt x="11392" y="14443"/>
                  </a:lnTo>
                  <a:lnTo>
                    <a:pt x="11855" y="14134"/>
                  </a:lnTo>
                  <a:lnTo>
                    <a:pt x="12318" y="13786"/>
                  </a:lnTo>
                  <a:lnTo>
                    <a:pt x="12743" y="13400"/>
                  </a:lnTo>
                  <a:lnTo>
                    <a:pt x="13129" y="12976"/>
                  </a:lnTo>
                  <a:lnTo>
                    <a:pt x="13477" y="12551"/>
                  </a:lnTo>
                  <a:lnTo>
                    <a:pt x="13786" y="12049"/>
                  </a:lnTo>
                  <a:lnTo>
                    <a:pt x="14056" y="11585"/>
                  </a:lnTo>
                  <a:lnTo>
                    <a:pt x="14288" y="11045"/>
                  </a:lnTo>
                  <a:lnTo>
                    <a:pt x="14519" y="10543"/>
                  </a:lnTo>
                  <a:lnTo>
                    <a:pt x="14674" y="10002"/>
                  </a:lnTo>
                  <a:lnTo>
                    <a:pt x="14828" y="9423"/>
                  </a:lnTo>
                  <a:lnTo>
                    <a:pt x="14906" y="8882"/>
                  </a:lnTo>
                  <a:lnTo>
                    <a:pt x="14983" y="8303"/>
                  </a:lnTo>
                  <a:lnTo>
                    <a:pt x="14983" y="7724"/>
                  </a:lnTo>
                  <a:lnTo>
                    <a:pt x="14983" y="7145"/>
                  </a:lnTo>
                  <a:lnTo>
                    <a:pt x="14944" y="6604"/>
                  </a:lnTo>
                  <a:lnTo>
                    <a:pt x="14828" y="5986"/>
                  </a:lnTo>
                  <a:lnTo>
                    <a:pt x="14674" y="5407"/>
                  </a:lnTo>
                  <a:lnTo>
                    <a:pt x="14481" y="4828"/>
                  </a:lnTo>
                  <a:lnTo>
                    <a:pt x="14249" y="4287"/>
                  </a:lnTo>
                  <a:lnTo>
                    <a:pt x="13979" y="3747"/>
                  </a:lnTo>
                  <a:lnTo>
                    <a:pt x="13670" y="3245"/>
                  </a:lnTo>
                  <a:lnTo>
                    <a:pt x="13322" y="2743"/>
                  </a:lnTo>
                  <a:lnTo>
                    <a:pt x="12936" y="2318"/>
                  </a:lnTo>
                  <a:lnTo>
                    <a:pt x="12511" y="1893"/>
                  </a:lnTo>
                  <a:lnTo>
                    <a:pt x="12048" y="1507"/>
                  </a:lnTo>
                  <a:lnTo>
                    <a:pt x="11585" y="1198"/>
                  </a:lnTo>
                  <a:lnTo>
                    <a:pt x="11083" y="889"/>
                  </a:lnTo>
                  <a:lnTo>
                    <a:pt x="10542" y="619"/>
                  </a:lnTo>
                  <a:lnTo>
                    <a:pt x="9963" y="387"/>
                  </a:lnTo>
                  <a:lnTo>
                    <a:pt x="9384" y="233"/>
                  </a:lnTo>
                  <a:lnTo>
                    <a:pt x="8766" y="117"/>
                  </a:lnTo>
                  <a:lnTo>
                    <a:pt x="8187" y="40"/>
                  </a:lnTo>
                  <a:lnTo>
                    <a:pt x="756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6" name="Google Shape;5686;p22"/>
            <p:cNvSpPr/>
            <p:nvPr/>
          </p:nvSpPr>
          <p:spPr>
            <a:xfrm>
              <a:off x="514200" y="3860000"/>
              <a:ext cx="302200" cy="155450"/>
            </a:xfrm>
            <a:custGeom>
              <a:avLst/>
              <a:gdLst/>
              <a:ahLst/>
              <a:cxnLst/>
              <a:rect l="l" t="t" r="r" b="b"/>
              <a:pathLst>
                <a:path w="12088" h="6218" extrusionOk="0">
                  <a:moveTo>
                    <a:pt x="11740" y="1"/>
                  </a:moveTo>
                  <a:lnTo>
                    <a:pt x="11663" y="40"/>
                  </a:lnTo>
                  <a:lnTo>
                    <a:pt x="11585" y="78"/>
                  </a:lnTo>
                  <a:lnTo>
                    <a:pt x="11508" y="117"/>
                  </a:lnTo>
                  <a:lnTo>
                    <a:pt x="11469" y="233"/>
                  </a:lnTo>
                  <a:lnTo>
                    <a:pt x="11469" y="310"/>
                  </a:lnTo>
                  <a:lnTo>
                    <a:pt x="11508" y="426"/>
                  </a:lnTo>
                  <a:lnTo>
                    <a:pt x="11585" y="580"/>
                  </a:lnTo>
                  <a:lnTo>
                    <a:pt x="11624" y="773"/>
                  </a:lnTo>
                  <a:lnTo>
                    <a:pt x="11585" y="966"/>
                  </a:lnTo>
                  <a:lnTo>
                    <a:pt x="11508" y="1121"/>
                  </a:lnTo>
                  <a:lnTo>
                    <a:pt x="11392" y="1275"/>
                  </a:lnTo>
                  <a:lnTo>
                    <a:pt x="11276" y="1430"/>
                  </a:lnTo>
                  <a:lnTo>
                    <a:pt x="10929" y="1739"/>
                  </a:lnTo>
                  <a:lnTo>
                    <a:pt x="10504" y="2009"/>
                  </a:lnTo>
                  <a:lnTo>
                    <a:pt x="10079" y="2241"/>
                  </a:lnTo>
                  <a:lnTo>
                    <a:pt x="9423" y="2588"/>
                  </a:lnTo>
                  <a:lnTo>
                    <a:pt x="9037" y="2781"/>
                  </a:lnTo>
                  <a:lnTo>
                    <a:pt x="9037" y="2704"/>
                  </a:lnTo>
                  <a:lnTo>
                    <a:pt x="8960" y="2627"/>
                  </a:lnTo>
                  <a:lnTo>
                    <a:pt x="8496" y="2202"/>
                  </a:lnTo>
                  <a:lnTo>
                    <a:pt x="8110" y="1700"/>
                  </a:lnTo>
                  <a:lnTo>
                    <a:pt x="7840" y="1893"/>
                  </a:lnTo>
                  <a:lnTo>
                    <a:pt x="7994" y="2202"/>
                  </a:lnTo>
                  <a:lnTo>
                    <a:pt x="8187" y="2511"/>
                  </a:lnTo>
                  <a:lnTo>
                    <a:pt x="8419" y="2781"/>
                  </a:lnTo>
                  <a:lnTo>
                    <a:pt x="8651" y="2974"/>
                  </a:lnTo>
                  <a:lnTo>
                    <a:pt x="7608" y="3515"/>
                  </a:lnTo>
                  <a:lnTo>
                    <a:pt x="6565" y="3978"/>
                  </a:lnTo>
                  <a:lnTo>
                    <a:pt x="5252" y="4519"/>
                  </a:lnTo>
                  <a:lnTo>
                    <a:pt x="3940" y="4982"/>
                  </a:lnTo>
                  <a:lnTo>
                    <a:pt x="3669" y="5059"/>
                  </a:lnTo>
                  <a:lnTo>
                    <a:pt x="3708" y="4712"/>
                  </a:lnTo>
                  <a:lnTo>
                    <a:pt x="3631" y="4364"/>
                  </a:lnTo>
                  <a:lnTo>
                    <a:pt x="3515" y="4055"/>
                  </a:lnTo>
                  <a:lnTo>
                    <a:pt x="3322" y="3708"/>
                  </a:lnTo>
                  <a:lnTo>
                    <a:pt x="3013" y="3901"/>
                  </a:lnTo>
                  <a:lnTo>
                    <a:pt x="3129" y="4171"/>
                  </a:lnTo>
                  <a:lnTo>
                    <a:pt x="3206" y="4442"/>
                  </a:lnTo>
                  <a:lnTo>
                    <a:pt x="3245" y="4866"/>
                  </a:lnTo>
                  <a:lnTo>
                    <a:pt x="3245" y="5253"/>
                  </a:lnTo>
                  <a:lnTo>
                    <a:pt x="2356" y="5523"/>
                  </a:lnTo>
                  <a:lnTo>
                    <a:pt x="1893" y="5639"/>
                  </a:lnTo>
                  <a:lnTo>
                    <a:pt x="1430" y="5677"/>
                  </a:lnTo>
                  <a:lnTo>
                    <a:pt x="1043" y="5716"/>
                  </a:lnTo>
                  <a:lnTo>
                    <a:pt x="850" y="5716"/>
                  </a:lnTo>
                  <a:lnTo>
                    <a:pt x="696" y="5677"/>
                  </a:lnTo>
                  <a:lnTo>
                    <a:pt x="580" y="5600"/>
                  </a:lnTo>
                  <a:lnTo>
                    <a:pt x="464" y="5523"/>
                  </a:lnTo>
                  <a:lnTo>
                    <a:pt x="387" y="5407"/>
                  </a:lnTo>
                  <a:lnTo>
                    <a:pt x="348" y="5291"/>
                  </a:lnTo>
                  <a:lnTo>
                    <a:pt x="310" y="5214"/>
                  </a:lnTo>
                  <a:lnTo>
                    <a:pt x="271" y="5175"/>
                  </a:lnTo>
                  <a:lnTo>
                    <a:pt x="155" y="5137"/>
                  </a:lnTo>
                  <a:lnTo>
                    <a:pt x="78" y="5175"/>
                  </a:lnTo>
                  <a:lnTo>
                    <a:pt x="39" y="5214"/>
                  </a:lnTo>
                  <a:lnTo>
                    <a:pt x="1" y="5291"/>
                  </a:lnTo>
                  <a:lnTo>
                    <a:pt x="1" y="5446"/>
                  </a:lnTo>
                  <a:lnTo>
                    <a:pt x="39" y="5600"/>
                  </a:lnTo>
                  <a:lnTo>
                    <a:pt x="78" y="5755"/>
                  </a:lnTo>
                  <a:lnTo>
                    <a:pt x="155" y="5870"/>
                  </a:lnTo>
                  <a:lnTo>
                    <a:pt x="233" y="5948"/>
                  </a:lnTo>
                  <a:lnTo>
                    <a:pt x="310" y="6025"/>
                  </a:lnTo>
                  <a:lnTo>
                    <a:pt x="541" y="6141"/>
                  </a:lnTo>
                  <a:lnTo>
                    <a:pt x="812" y="6179"/>
                  </a:lnTo>
                  <a:lnTo>
                    <a:pt x="1121" y="6218"/>
                  </a:lnTo>
                  <a:lnTo>
                    <a:pt x="1430" y="6179"/>
                  </a:lnTo>
                  <a:lnTo>
                    <a:pt x="1700" y="6141"/>
                  </a:lnTo>
                  <a:lnTo>
                    <a:pt x="2897" y="5832"/>
                  </a:lnTo>
                  <a:lnTo>
                    <a:pt x="4094" y="5446"/>
                  </a:lnTo>
                  <a:lnTo>
                    <a:pt x="5291" y="5021"/>
                  </a:lnTo>
                  <a:lnTo>
                    <a:pt x="6450" y="4557"/>
                  </a:lnTo>
                  <a:lnTo>
                    <a:pt x="7531" y="4094"/>
                  </a:lnTo>
                  <a:lnTo>
                    <a:pt x="8573" y="3592"/>
                  </a:lnTo>
                  <a:lnTo>
                    <a:pt x="9616" y="3052"/>
                  </a:lnTo>
                  <a:lnTo>
                    <a:pt x="10620" y="2472"/>
                  </a:lnTo>
                  <a:lnTo>
                    <a:pt x="10929" y="2279"/>
                  </a:lnTo>
                  <a:lnTo>
                    <a:pt x="11276" y="2048"/>
                  </a:lnTo>
                  <a:lnTo>
                    <a:pt x="11547" y="1777"/>
                  </a:lnTo>
                  <a:lnTo>
                    <a:pt x="11817" y="1507"/>
                  </a:lnTo>
                  <a:lnTo>
                    <a:pt x="12010" y="1198"/>
                  </a:lnTo>
                  <a:lnTo>
                    <a:pt x="12049" y="1044"/>
                  </a:lnTo>
                  <a:lnTo>
                    <a:pt x="12087" y="889"/>
                  </a:lnTo>
                  <a:lnTo>
                    <a:pt x="12087" y="696"/>
                  </a:lnTo>
                  <a:lnTo>
                    <a:pt x="12049" y="503"/>
                  </a:lnTo>
                  <a:lnTo>
                    <a:pt x="12010" y="310"/>
                  </a:lnTo>
                  <a:lnTo>
                    <a:pt x="11894" y="117"/>
                  </a:lnTo>
                  <a:lnTo>
                    <a:pt x="11817" y="40"/>
                  </a:lnTo>
                  <a:lnTo>
                    <a:pt x="1174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7" name="Google Shape;5687;p22"/>
            <p:cNvSpPr/>
            <p:nvPr/>
          </p:nvSpPr>
          <p:spPr>
            <a:xfrm>
              <a:off x="6274575" y="3873525"/>
              <a:ext cx="106225" cy="123600"/>
            </a:xfrm>
            <a:custGeom>
              <a:avLst/>
              <a:gdLst/>
              <a:ahLst/>
              <a:cxnLst/>
              <a:rect l="l" t="t" r="r" b="b"/>
              <a:pathLst>
                <a:path w="4249" h="4944" extrusionOk="0">
                  <a:moveTo>
                    <a:pt x="3862" y="1"/>
                  </a:moveTo>
                  <a:lnTo>
                    <a:pt x="3592" y="580"/>
                  </a:lnTo>
                  <a:lnTo>
                    <a:pt x="3244" y="1120"/>
                  </a:lnTo>
                  <a:lnTo>
                    <a:pt x="2897" y="1661"/>
                  </a:lnTo>
                  <a:lnTo>
                    <a:pt x="2511" y="2202"/>
                  </a:lnTo>
                  <a:lnTo>
                    <a:pt x="1970" y="2858"/>
                  </a:lnTo>
                  <a:lnTo>
                    <a:pt x="1314" y="3476"/>
                  </a:lnTo>
                  <a:lnTo>
                    <a:pt x="1005" y="3746"/>
                  </a:lnTo>
                  <a:lnTo>
                    <a:pt x="657" y="4016"/>
                  </a:lnTo>
                  <a:lnTo>
                    <a:pt x="310" y="4287"/>
                  </a:lnTo>
                  <a:lnTo>
                    <a:pt x="1" y="4557"/>
                  </a:lnTo>
                  <a:lnTo>
                    <a:pt x="39" y="4943"/>
                  </a:lnTo>
                  <a:lnTo>
                    <a:pt x="155" y="4943"/>
                  </a:lnTo>
                  <a:lnTo>
                    <a:pt x="580" y="4750"/>
                  </a:lnTo>
                  <a:lnTo>
                    <a:pt x="966" y="4518"/>
                  </a:lnTo>
                  <a:lnTo>
                    <a:pt x="1314" y="4210"/>
                  </a:lnTo>
                  <a:lnTo>
                    <a:pt x="1700" y="3901"/>
                  </a:lnTo>
                  <a:lnTo>
                    <a:pt x="2009" y="3553"/>
                  </a:lnTo>
                  <a:lnTo>
                    <a:pt x="2356" y="3206"/>
                  </a:lnTo>
                  <a:lnTo>
                    <a:pt x="2935" y="2472"/>
                  </a:lnTo>
                  <a:lnTo>
                    <a:pt x="3322" y="1931"/>
                  </a:lnTo>
                  <a:lnTo>
                    <a:pt x="3669" y="1352"/>
                  </a:lnTo>
                  <a:lnTo>
                    <a:pt x="3978" y="773"/>
                  </a:lnTo>
                  <a:lnTo>
                    <a:pt x="4248" y="155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8" name="Google Shape;5688;p22"/>
            <p:cNvSpPr/>
            <p:nvPr/>
          </p:nvSpPr>
          <p:spPr>
            <a:xfrm>
              <a:off x="6223425" y="3874500"/>
              <a:ext cx="52150" cy="50225"/>
            </a:xfrm>
            <a:custGeom>
              <a:avLst/>
              <a:gdLst/>
              <a:ahLst/>
              <a:cxnLst/>
              <a:rect l="l" t="t" r="r" b="b"/>
              <a:pathLst>
                <a:path w="2086" h="2009" extrusionOk="0">
                  <a:moveTo>
                    <a:pt x="888" y="270"/>
                  </a:moveTo>
                  <a:lnTo>
                    <a:pt x="1004" y="309"/>
                  </a:lnTo>
                  <a:lnTo>
                    <a:pt x="1236" y="386"/>
                  </a:lnTo>
                  <a:lnTo>
                    <a:pt x="1429" y="579"/>
                  </a:lnTo>
                  <a:lnTo>
                    <a:pt x="1583" y="772"/>
                  </a:lnTo>
                  <a:lnTo>
                    <a:pt x="1622" y="1004"/>
                  </a:lnTo>
                  <a:lnTo>
                    <a:pt x="1622" y="1120"/>
                  </a:lnTo>
                  <a:lnTo>
                    <a:pt x="1583" y="1197"/>
                  </a:lnTo>
                  <a:lnTo>
                    <a:pt x="1545" y="1313"/>
                  </a:lnTo>
                  <a:lnTo>
                    <a:pt x="1468" y="1390"/>
                  </a:lnTo>
                  <a:lnTo>
                    <a:pt x="1352" y="1506"/>
                  </a:lnTo>
                  <a:lnTo>
                    <a:pt x="1197" y="1545"/>
                  </a:lnTo>
                  <a:lnTo>
                    <a:pt x="966" y="1583"/>
                  </a:lnTo>
                  <a:lnTo>
                    <a:pt x="772" y="1545"/>
                  </a:lnTo>
                  <a:lnTo>
                    <a:pt x="657" y="1506"/>
                  </a:lnTo>
                  <a:lnTo>
                    <a:pt x="579" y="1429"/>
                  </a:lnTo>
                  <a:lnTo>
                    <a:pt x="502" y="1352"/>
                  </a:lnTo>
                  <a:lnTo>
                    <a:pt x="464" y="1236"/>
                  </a:lnTo>
                  <a:lnTo>
                    <a:pt x="425" y="1004"/>
                  </a:lnTo>
                  <a:lnTo>
                    <a:pt x="464" y="811"/>
                  </a:lnTo>
                  <a:lnTo>
                    <a:pt x="541" y="618"/>
                  </a:lnTo>
                  <a:lnTo>
                    <a:pt x="695" y="425"/>
                  </a:lnTo>
                  <a:lnTo>
                    <a:pt x="734" y="348"/>
                  </a:lnTo>
                  <a:lnTo>
                    <a:pt x="734" y="309"/>
                  </a:lnTo>
                  <a:lnTo>
                    <a:pt x="888" y="270"/>
                  </a:lnTo>
                  <a:close/>
                  <a:moveTo>
                    <a:pt x="1043" y="0"/>
                  </a:moveTo>
                  <a:lnTo>
                    <a:pt x="850" y="39"/>
                  </a:lnTo>
                  <a:lnTo>
                    <a:pt x="657" y="116"/>
                  </a:lnTo>
                  <a:lnTo>
                    <a:pt x="541" y="77"/>
                  </a:lnTo>
                  <a:lnTo>
                    <a:pt x="464" y="116"/>
                  </a:lnTo>
                  <a:lnTo>
                    <a:pt x="270" y="232"/>
                  </a:lnTo>
                  <a:lnTo>
                    <a:pt x="155" y="386"/>
                  </a:lnTo>
                  <a:lnTo>
                    <a:pt x="77" y="541"/>
                  </a:lnTo>
                  <a:lnTo>
                    <a:pt x="39" y="734"/>
                  </a:lnTo>
                  <a:lnTo>
                    <a:pt x="0" y="888"/>
                  </a:lnTo>
                  <a:lnTo>
                    <a:pt x="0" y="1081"/>
                  </a:lnTo>
                  <a:lnTo>
                    <a:pt x="39" y="1274"/>
                  </a:lnTo>
                  <a:lnTo>
                    <a:pt x="77" y="1468"/>
                  </a:lnTo>
                  <a:lnTo>
                    <a:pt x="193" y="1661"/>
                  </a:lnTo>
                  <a:lnTo>
                    <a:pt x="309" y="1776"/>
                  </a:lnTo>
                  <a:lnTo>
                    <a:pt x="502" y="1892"/>
                  </a:lnTo>
                  <a:lnTo>
                    <a:pt x="657" y="1970"/>
                  </a:lnTo>
                  <a:lnTo>
                    <a:pt x="850" y="2008"/>
                  </a:lnTo>
                  <a:lnTo>
                    <a:pt x="1236" y="2008"/>
                  </a:lnTo>
                  <a:lnTo>
                    <a:pt x="1429" y="1931"/>
                  </a:lnTo>
                  <a:lnTo>
                    <a:pt x="1622" y="1815"/>
                  </a:lnTo>
                  <a:lnTo>
                    <a:pt x="1776" y="1699"/>
                  </a:lnTo>
                  <a:lnTo>
                    <a:pt x="1892" y="1545"/>
                  </a:lnTo>
                  <a:lnTo>
                    <a:pt x="1970" y="1390"/>
                  </a:lnTo>
                  <a:lnTo>
                    <a:pt x="2047" y="1197"/>
                  </a:lnTo>
                  <a:lnTo>
                    <a:pt x="2085" y="1004"/>
                  </a:lnTo>
                  <a:lnTo>
                    <a:pt x="2047" y="811"/>
                  </a:lnTo>
                  <a:lnTo>
                    <a:pt x="1970" y="618"/>
                  </a:lnTo>
                  <a:lnTo>
                    <a:pt x="1892" y="425"/>
                  </a:lnTo>
                  <a:lnTo>
                    <a:pt x="1738" y="270"/>
                  </a:lnTo>
                  <a:lnTo>
                    <a:pt x="1583" y="155"/>
                  </a:lnTo>
                  <a:lnTo>
                    <a:pt x="1429" y="77"/>
                  </a:lnTo>
                  <a:lnTo>
                    <a:pt x="1236" y="39"/>
                  </a:lnTo>
                  <a:lnTo>
                    <a:pt x="104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9" name="Google Shape;5689;p22"/>
            <p:cNvSpPr/>
            <p:nvPr/>
          </p:nvSpPr>
          <p:spPr>
            <a:xfrm>
              <a:off x="1572250" y="3880275"/>
              <a:ext cx="267450" cy="210475"/>
            </a:xfrm>
            <a:custGeom>
              <a:avLst/>
              <a:gdLst/>
              <a:ahLst/>
              <a:cxnLst/>
              <a:rect l="l" t="t" r="r" b="b"/>
              <a:pathLst>
                <a:path w="10698" h="8419" extrusionOk="0">
                  <a:moveTo>
                    <a:pt x="155" y="1"/>
                  </a:moveTo>
                  <a:lnTo>
                    <a:pt x="1" y="233"/>
                  </a:lnTo>
                  <a:lnTo>
                    <a:pt x="1391" y="1314"/>
                  </a:lnTo>
                  <a:lnTo>
                    <a:pt x="2781" y="2395"/>
                  </a:lnTo>
                  <a:lnTo>
                    <a:pt x="4210" y="3476"/>
                  </a:lnTo>
                  <a:lnTo>
                    <a:pt x="5600" y="4596"/>
                  </a:lnTo>
                  <a:lnTo>
                    <a:pt x="6951" y="5677"/>
                  </a:lnTo>
                  <a:lnTo>
                    <a:pt x="8303" y="6797"/>
                  </a:lnTo>
                  <a:lnTo>
                    <a:pt x="9616" y="7917"/>
                  </a:lnTo>
                  <a:lnTo>
                    <a:pt x="9963" y="8226"/>
                  </a:lnTo>
                  <a:lnTo>
                    <a:pt x="10118" y="8342"/>
                  </a:lnTo>
                  <a:lnTo>
                    <a:pt x="10311" y="8419"/>
                  </a:lnTo>
                  <a:lnTo>
                    <a:pt x="10658" y="8380"/>
                  </a:lnTo>
                  <a:lnTo>
                    <a:pt x="10697" y="8264"/>
                  </a:lnTo>
                  <a:lnTo>
                    <a:pt x="10697" y="8149"/>
                  </a:lnTo>
                  <a:lnTo>
                    <a:pt x="10658" y="8033"/>
                  </a:lnTo>
                  <a:lnTo>
                    <a:pt x="10658" y="7994"/>
                  </a:lnTo>
                  <a:lnTo>
                    <a:pt x="10311" y="7917"/>
                  </a:lnTo>
                  <a:lnTo>
                    <a:pt x="10002" y="6952"/>
                  </a:lnTo>
                  <a:lnTo>
                    <a:pt x="9654" y="5986"/>
                  </a:lnTo>
                  <a:lnTo>
                    <a:pt x="8882" y="4094"/>
                  </a:lnTo>
                  <a:lnTo>
                    <a:pt x="8380" y="2781"/>
                  </a:lnTo>
                  <a:lnTo>
                    <a:pt x="7994" y="2936"/>
                  </a:lnTo>
                  <a:lnTo>
                    <a:pt x="8419" y="3940"/>
                  </a:lnTo>
                  <a:lnTo>
                    <a:pt x="9037" y="5677"/>
                  </a:lnTo>
                  <a:lnTo>
                    <a:pt x="9346" y="6565"/>
                  </a:lnTo>
                  <a:lnTo>
                    <a:pt x="9654" y="7415"/>
                  </a:lnTo>
                  <a:lnTo>
                    <a:pt x="9230" y="7029"/>
                  </a:lnTo>
                  <a:lnTo>
                    <a:pt x="7994" y="5986"/>
                  </a:lnTo>
                  <a:lnTo>
                    <a:pt x="6720" y="4905"/>
                  </a:lnTo>
                  <a:lnTo>
                    <a:pt x="5407" y="3862"/>
                  </a:lnTo>
                  <a:lnTo>
                    <a:pt x="4133" y="2858"/>
                  </a:lnTo>
                  <a:lnTo>
                    <a:pt x="2820" y="1854"/>
                  </a:lnTo>
                  <a:lnTo>
                    <a:pt x="1507" y="928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0" name="Google Shape;5690;p22"/>
            <p:cNvSpPr/>
            <p:nvPr/>
          </p:nvSpPr>
          <p:spPr>
            <a:xfrm>
              <a:off x="4538850" y="3913100"/>
              <a:ext cx="252950" cy="361075"/>
            </a:xfrm>
            <a:custGeom>
              <a:avLst/>
              <a:gdLst/>
              <a:ahLst/>
              <a:cxnLst/>
              <a:rect l="l" t="t" r="r" b="b"/>
              <a:pathLst>
                <a:path w="10118" h="14443" extrusionOk="0">
                  <a:moveTo>
                    <a:pt x="1043" y="1082"/>
                  </a:moveTo>
                  <a:lnTo>
                    <a:pt x="1236" y="1159"/>
                  </a:lnTo>
                  <a:lnTo>
                    <a:pt x="1390" y="1275"/>
                  </a:lnTo>
                  <a:lnTo>
                    <a:pt x="1545" y="1430"/>
                  </a:lnTo>
                  <a:lnTo>
                    <a:pt x="1661" y="1623"/>
                  </a:lnTo>
                  <a:lnTo>
                    <a:pt x="1777" y="1816"/>
                  </a:lnTo>
                  <a:lnTo>
                    <a:pt x="1352" y="2009"/>
                  </a:lnTo>
                  <a:lnTo>
                    <a:pt x="1159" y="2047"/>
                  </a:lnTo>
                  <a:lnTo>
                    <a:pt x="773" y="2047"/>
                  </a:lnTo>
                  <a:lnTo>
                    <a:pt x="657" y="1970"/>
                  </a:lnTo>
                  <a:lnTo>
                    <a:pt x="541" y="1893"/>
                  </a:lnTo>
                  <a:lnTo>
                    <a:pt x="425" y="1816"/>
                  </a:lnTo>
                  <a:lnTo>
                    <a:pt x="386" y="1700"/>
                  </a:lnTo>
                  <a:lnTo>
                    <a:pt x="348" y="1584"/>
                  </a:lnTo>
                  <a:lnTo>
                    <a:pt x="386" y="1430"/>
                  </a:lnTo>
                  <a:lnTo>
                    <a:pt x="464" y="1314"/>
                  </a:lnTo>
                  <a:lnTo>
                    <a:pt x="657" y="1121"/>
                  </a:lnTo>
                  <a:lnTo>
                    <a:pt x="850" y="1082"/>
                  </a:lnTo>
                  <a:close/>
                  <a:moveTo>
                    <a:pt x="3360" y="1468"/>
                  </a:moveTo>
                  <a:lnTo>
                    <a:pt x="3476" y="1545"/>
                  </a:lnTo>
                  <a:lnTo>
                    <a:pt x="3591" y="1623"/>
                  </a:lnTo>
                  <a:lnTo>
                    <a:pt x="3669" y="1700"/>
                  </a:lnTo>
                  <a:lnTo>
                    <a:pt x="3746" y="1816"/>
                  </a:lnTo>
                  <a:lnTo>
                    <a:pt x="3746" y="1970"/>
                  </a:lnTo>
                  <a:lnTo>
                    <a:pt x="3669" y="2086"/>
                  </a:lnTo>
                  <a:lnTo>
                    <a:pt x="3553" y="2279"/>
                  </a:lnTo>
                  <a:lnTo>
                    <a:pt x="3398" y="2356"/>
                  </a:lnTo>
                  <a:lnTo>
                    <a:pt x="3205" y="2433"/>
                  </a:lnTo>
                  <a:lnTo>
                    <a:pt x="3012" y="2395"/>
                  </a:lnTo>
                  <a:lnTo>
                    <a:pt x="2819" y="2356"/>
                  </a:lnTo>
                  <a:lnTo>
                    <a:pt x="2626" y="2279"/>
                  </a:lnTo>
                  <a:lnTo>
                    <a:pt x="2279" y="2086"/>
                  </a:lnTo>
                  <a:lnTo>
                    <a:pt x="2356" y="2009"/>
                  </a:lnTo>
                  <a:lnTo>
                    <a:pt x="2510" y="1854"/>
                  </a:lnTo>
                  <a:lnTo>
                    <a:pt x="2665" y="1661"/>
                  </a:lnTo>
                  <a:lnTo>
                    <a:pt x="2858" y="1545"/>
                  </a:lnTo>
                  <a:lnTo>
                    <a:pt x="3089" y="1468"/>
                  </a:lnTo>
                  <a:close/>
                  <a:moveTo>
                    <a:pt x="3746" y="4750"/>
                  </a:moveTo>
                  <a:lnTo>
                    <a:pt x="3900" y="4789"/>
                  </a:lnTo>
                  <a:lnTo>
                    <a:pt x="4016" y="4828"/>
                  </a:lnTo>
                  <a:lnTo>
                    <a:pt x="4093" y="4943"/>
                  </a:lnTo>
                  <a:lnTo>
                    <a:pt x="4171" y="5098"/>
                  </a:lnTo>
                  <a:lnTo>
                    <a:pt x="4171" y="5252"/>
                  </a:lnTo>
                  <a:lnTo>
                    <a:pt x="4132" y="5368"/>
                  </a:lnTo>
                  <a:lnTo>
                    <a:pt x="4093" y="5484"/>
                  </a:lnTo>
                  <a:lnTo>
                    <a:pt x="3978" y="5600"/>
                  </a:lnTo>
                  <a:lnTo>
                    <a:pt x="3784" y="5754"/>
                  </a:lnTo>
                  <a:lnTo>
                    <a:pt x="3514" y="5870"/>
                  </a:lnTo>
                  <a:lnTo>
                    <a:pt x="3128" y="5870"/>
                  </a:lnTo>
                  <a:lnTo>
                    <a:pt x="2742" y="5793"/>
                  </a:lnTo>
                  <a:lnTo>
                    <a:pt x="2935" y="5368"/>
                  </a:lnTo>
                  <a:lnTo>
                    <a:pt x="3051" y="5214"/>
                  </a:lnTo>
                  <a:lnTo>
                    <a:pt x="3205" y="5021"/>
                  </a:lnTo>
                  <a:lnTo>
                    <a:pt x="3476" y="4866"/>
                  </a:lnTo>
                  <a:lnTo>
                    <a:pt x="3630" y="4789"/>
                  </a:lnTo>
                  <a:lnTo>
                    <a:pt x="3746" y="4750"/>
                  </a:lnTo>
                  <a:close/>
                  <a:moveTo>
                    <a:pt x="1120" y="5523"/>
                  </a:moveTo>
                  <a:lnTo>
                    <a:pt x="1352" y="5561"/>
                  </a:lnTo>
                  <a:lnTo>
                    <a:pt x="1545" y="5639"/>
                  </a:lnTo>
                  <a:lnTo>
                    <a:pt x="1970" y="5832"/>
                  </a:lnTo>
                  <a:lnTo>
                    <a:pt x="1622" y="6102"/>
                  </a:lnTo>
                  <a:lnTo>
                    <a:pt x="1429" y="6256"/>
                  </a:lnTo>
                  <a:lnTo>
                    <a:pt x="1236" y="6334"/>
                  </a:lnTo>
                  <a:lnTo>
                    <a:pt x="1043" y="6411"/>
                  </a:lnTo>
                  <a:lnTo>
                    <a:pt x="850" y="6411"/>
                  </a:lnTo>
                  <a:lnTo>
                    <a:pt x="695" y="6334"/>
                  </a:lnTo>
                  <a:lnTo>
                    <a:pt x="502" y="6179"/>
                  </a:lnTo>
                  <a:lnTo>
                    <a:pt x="425" y="6025"/>
                  </a:lnTo>
                  <a:lnTo>
                    <a:pt x="425" y="5909"/>
                  </a:lnTo>
                  <a:lnTo>
                    <a:pt x="464" y="5754"/>
                  </a:lnTo>
                  <a:lnTo>
                    <a:pt x="579" y="5677"/>
                  </a:lnTo>
                  <a:lnTo>
                    <a:pt x="695" y="5600"/>
                  </a:lnTo>
                  <a:lnTo>
                    <a:pt x="850" y="5523"/>
                  </a:lnTo>
                  <a:close/>
                  <a:moveTo>
                    <a:pt x="5715" y="6218"/>
                  </a:moveTo>
                  <a:lnTo>
                    <a:pt x="5870" y="6334"/>
                  </a:lnTo>
                  <a:lnTo>
                    <a:pt x="5947" y="6411"/>
                  </a:lnTo>
                  <a:lnTo>
                    <a:pt x="5986" y="6527"/>
                  </a:lnTo>
                  <a:lnTo>
                    <a:pt x="6024" y="6681"/>
                  </a:lnTo>
                  <a:lnTo>
                    <a:pt x="5986" y="6797"/>
                  </a:lnTo>
                  <a:lnTo>
                    <a:pt x="5908" y="7067"/>
                  </a:lnTo>
                  <a:lnTo>
                    <a:pt x="5792" y="7260"/>
                  </a:lnTo>
                  <a:lnTo>
                    <a:pt x="5677" y="7492"/>
                  </a:lnTo>
                  <a:lnTo>
                    <a:pt x="5484" y="7646"/>
                  </a:lnTo>
                  <a:lnTo>
                    <a:pt x="5290" y="7801"/>
                  </a:lnTo>
                  <a:lnTo>
                    <a:pt x="5059" y="7917"/>
                  </a:lnTo>
                  <a:lnTo>
                    <a:pt x="5097" y="7878"/>
                  </a:lnTo>
                  <a:lnTo>
                    <a:pt x="5020" y="7415"/>
                  </a:lnTo>
                  <a:lnTo>
                    <a:pt x="4982" y="7183"/>
                  </a:lnTo>
                  <a:lnTo>
                    <a:pt x="5020" y="6951"/>
                  </a:lnTo>
                  <a:lnTo>
                    <a:pt x="5136" y="6681"/>
                  </a:lnTo>
                  <a:lnTo>
                    <a:pt x="5213" y="6527"/>
                  </a:lnTo>
                  <a:lnTo>
                    <a:pt x="5329" y="6372"/>
                  </a:lnTo>
                  <a:lnTo>
                    <a:pt x="5445" y="6256"/>
                  </a:lnTo>
                  <a:lnTo>
                    <a:pt x="5599" y="6218"/>
                  </a:lnTo>
                  <a:close/>
                  <a:moveTo>
                    <a:pt x="8959" y="8071"/>
                  </a:moveTo>
                  <a:lnTo>
                    <a:pt x="9152" y="8110"/>
                  </a:lnTo>
                  <a:lnTo>
                    <a:pt x="9268" y="8187"/>
                  </a:lnTo>
                  <a:lnTo>
                    <a:pt x="9345" y="8303"/>
                  </a:lnTo>
                  <a:lnTo>
                    <a:pt x="9384" y="8419"/>
                  </a:lnTo>
                  <a:lnTo>
                    <a:pt x="9384" y="8535"/>
                  </a:lnTo>
                  <a:lnTo>
                    <a:pt x="9384" y="8650"/>
                  </a:lnTo>
                  <a:lnTo>
                    <a:pt x="9268" y="8921"/>
                  </a:lnTo>
                  <a:lnTo>
                    <a:pt x="9036" y="9152"/>
                  </a:lnTo>
                  <a:lnTo>
                    <a:pt x="8804" y="9346"/>
                  </a:lnTo>
                  <a:lnTo>
                    <a:pt x="8689" y="9384"/>
                  </a:lnTo>
                  <a:lnTo>
                    <a:pt x="8611" y="9423"/>
                  </a:lnTo>
                  <a:lnTo>
                    <a:pt x="8496" y="9423"/>
                  </a:lnTo>
                  <a:lnTo>
                    <a:pt x="8380" y="9384"/>
                  </a:lnTo>
                  <a:lnTo>
                    <a:pt x="8341" y="9346"/>
                  </a:lnTo>
                  <a:lnTo>
                    <a:pt x="8264" y="9346"/>
                  </a:lnTo>
                  <a:lnTo>
                    <a:pt x="8225" y="8959"/>
                  </a:lnTo>
                  <a:lnTo>
                    <a:pt x="8225" y="8766"/>
                  </a:lnTo>
                  <a:lnTo>
                    <a:pt x="8264" y="8573"/>
                  </a:lnTo>
                  <a:lnTo>
                    <a:pt x="8341" y="8342"/>
                  </a:lnTo>
                  <a:lnTo>
                    <a:pt x="8496" y="8187"/>
                  </a:lnTo>
                  <a:lnTo>
                    <a:pt x="8727" y="8110"/>
                  </a:lnTo>
                  <a:lnTo>
                    <a:pt x="8843" y="8071"/>
                  </a:lnTo>
                  <a:close/>
                  <a:moveTo>
                    <a:pt x="4943" y="8380"/>
                  </a:moveTo>
                  <a:lnTo>
                    <a:pt x="4943" y="8419"/>
                  </a:lnTo>
                  <a:lnTo>
                    <a:pt x="4750" y="8805"/>
                  </a:lnTo>
                  <a:lnTo>
                    <a:pt x="4595" y="8959"/>
                  </a:lnTo>
                  <a:lnTo>
                    <a:pt x="4441" y="9152"/>
                  </a:lnTo>
                  <a:lnTo>
                    <a:pt x="4209" y="9307"/>
                  </a:lnTo>
                  <a:lnTo>
                    <a:pt x="3939" y="9461"/>
                  </a:lnTo>
                  <a:lnTo>
                    <a:pt x="3669" y="9461"/>
                  </a:lnTo>
                  <a:lnTo>
                    <a:pt x="3553" y="9423"/>
                  </a:lnTo>
                  <a:lnTo>
                    <a:pt x="3398" y="9346"/>
                  </a:lnTo>
                  <a:lnTo>
                    <a:pt x="3321" y="9191"/>
                  </a:lnTo>
                  <a:lnTo>
                    <a:pt x="3321" y="9075"/>
                  </a:lnTo>
                  <a:lnTo>
                    <a:pt x="3321" y="8959"/>
                  </a:lnTo>
                  <a:lnTo>
                    <a:pt x="3398" y="8805"/>
                  </a:lnTo>
                  <a:lnTo>
                    <a:pt x="3476" y="8689"/>
                  </a:lnTo>
                  <a:lnTo>
                    <a:pt x="3553" y="8612"/>
                  </a:lnTo>
                  <a:lnTo>
                    <a:pt x="3784" y="8457"/>
                  </a:lnTo>
                  <a:lnTo>
                    <a:pt x="4055" y="8380"/>
                  </a:lnTo>
                  <a:lnTo>
                    <a:pt x="4325" y="8380"/>
                  </a:lnTo>
                  <a:lnTo>
                    <a:pt x="4904" y="8419"/>
                  </a:lnTo>
                  <a:lnTo>
                    <a:pt x="4943" y="8380"/>
                  </a:lnTo>
                  <a:close/>
                  <a:moveTo>
                    <a:pt x="7994" y="10002"/>
                  </a:moveTo>
                  <a:lnTo>
                    <a:pt x="7955" y="10195"/>
                  </a:lnTo>
                  <a:lnTo>
                    <a:pt x="7916" y="10350"/>
                  </a:lnTo>
                  <a:lnTo>
                    <a:pt x="7839" y="10543"/>
                  </a:lnTo>
                  <a:lnTo>
                    <a:pt x="7723" y="10697"/>
                  </a:lnTo>
                  <a:lnTo>
                    <a:pt x="7607" y="10813"/>
                  </a:lnTo>
                  <a:lnTo>
                    <a:pt x="7492" y="10929"/>
                  </a:lnTo>
                  <a:lnTo>
                    <a:pt x="7337" y="11045"/>
                  </a:lnTo>
                  <a:lnTo>
                    <a:pt x="7144" y="11083"/>
                  </a:lnTo>
                  <a:lnTo>
                    <a:pt x="6951" y="11122"/>
                  </a:lnTo>
                  <a:lnTo>
                    <a:pt x="6796" y="11083"/>
                  </a:lnTo>
                  <a:lnTo>
                    <a:pt x="6719" y="11045"/>
                  </a:lnTo>
                  <a:lnTo>
                    <a:pt x="6681" y="10967"/>
                  </a:lnTo>
                  <a:lnTo>
                    <a:pt x="6642" y="10890"/>
                  </a:lnTo>
                  <a:lnTo>
                    <a:pt x="6603" y="10813"/>
                  </a:lnTo>
                  <a:lnTo>
                    <a:pt x="6642" y="10620"/>
                  </a:lnTo>
                  <a:lnTo>
                    <a:pt x="6719" y="10504"/>
                  </a:lnTo>
                  <a:lnTo>
                    <a:pt x="6874" y="10350"/>
                  </a:lnTo>
                  <a:lnTo>
                    <a:pt x="6990" y="10272"/>
                  </a:lnTo>
                  <a:lnTo>
                    <a:pt x="7221" y="10156"/>
                  </a:lnTo>
                  <a:lnTo>
                    <a:pt x="7492" y="10079"/>
                  </a:lnTo>
                  <a:lnTo>
                    <a:pt x="7723" y="10041"/>
                  </a:lnTo>
                  <a:lnTo>
                    <a:pt x="7994" y="10002"/>
                  </a:lnTo>
                  <a:close/>
                  <a:moveTo>
                    <a:pt x="2201" y="1"/>
                  </a:moveTo>
                  <a:lnTo>
                    <a:pt x="2008" y="657"/>
                  </a:lnTo>
                  <a:lnTo>
                    <a:pt x="1854" y="1352"/>
                  </a:lnTo>
                  <a:lnTo>
                    <a:pt x="1777" y="1198"/>
                  </a:lnTo>
                  <a:lnTo>
                    <a:pt x="1661" y="1043"/>
                  </a:lnTo>
                  <a:lnTo>
                    <a:pt x="1545" y="928"/>
                  </a:lnTo>
                  <a:lnTo>
                    <a:pt x="1390" y="812"/>
                  </a:lnTo>
                  <a:lnTo>
                    <a:pt x="1236" y="773"/>
                  </a:lnTo>
                  <a:lnTo>
                    <a:pt x="1043" y="734"/>
                  </a:lnTo>
                  <a:lnTo>
                    <a:pt x="695" y="734"/>
                  </a:lnTo>
                  <a:lnTo>
                    <a:pt x="541" y="812"/>
                  </a:lnTo>
                  <a:lnTo>
                    <a:pt x="386" y="889"/>
                  </a:lnTo>
                  <a:lnTo>
                    <a:pt x="232" y="1005"/>
                  </a:lnTo>
                  <a:lnTo>
                    <a:pt x="116" y="1159"/>
                  </a:lnTo>
                  <a:lnTo>
                    <a:pt x="39" y="1314"/>
                  </a:lnTo>
                  <a:lnTo>
                    <a:pt x="0" y="1468"/>
                  </a:lnTo>
                  <a:lnTo>
                    <a:pt x="0" y="1623"/>
                  </a:lnTo>
                  <a:lnTo>
                    <a:pt x="0" y="1777"/>
                  </a:lnTo>
                  <a:lnTo>
                    <a:pt x="77" y="1931"/>
                  </a:lnTo>
                  <a:lnTo>
                    <a:pt x="155" y="2086"/>
                  </a:lnTo>
                  <a:lnTo>
                    <a:pt x="271" y="2202"/>
                  </a:lnTo>
                  <a:lnTo>
                    <a:pt x="425" y="2279"/>
                  </a:lnTo>
                  <a:lnTo>
                    <a:pt x="579" y="2356"/>
                  </a:lnTo>
                  <a:lnTo>
                    <a:pt x="734" y="2395"/>
                  </a:lnTo>
                  <a:lnTo>
                    <a:pt x="1043" y="2433"/>
                  </a:lnTo>
                  <a:lnTo>
                    <a:pt x="1390" y="2395"/>
                  </a:lnTo>
                  <a:lnTo>
                    <a:pt x="1699" y="2279"/>
                  </a:lnTo>
                  <a:lnTo>
                    <a:pt x="1661" y="3051"/>
                  </a:lnTo>
                  <a:lnTo>
                    <a:pt x="1661" y="3862"/>
                  </a:lnTo>
                  <a:lnTo>
                    <a:pt x="1738" y="4635"/>
                  </a:lnTo>
                  <a:lnTo>
                    <a:pt x="1777" y="5021"/>
                  </a:lnTo>
                  <a:lnTo>
                    <a:pt x="1892" y="5368"/>
                  </a:lnTo>
                  <a:lnTo>
                    <a:pt x="1583" y="5214"/>
                  </a:lnTo>
                  <a:lnTo>
                    <a:pt x="1275" y="5137"/>
                  </a:lnTo>
                  <a:lnTo>
                    <a:pt x="966" y="5137"/>
                  </a:lnTo>
                  <a:lnTo>
                    <a:pt x="657" y="5175"/>
                  </a:lnTo>
                  <a:lnTo>
                    <a:pt x="502" y="5252"/>
                  </a:lnTo>
                  <a:lnTo>
                    <a:pt x="386" y="5330"/>
                  </a:lnTo>
                  <a:lnTo>
                    <a:pt x="271" y="5445"/>
                  </a:lnTo>
                  <a:lnTo>
                    <a:pt x="155" y="5561"/>
                  </a:lnTo>
                  <a:lnTo>
                    <a:pt x="77" y="5716"/>
                  </a:lnTo>
                  <a:lnTo>
                    <a:pt x="39" y="5870"/>
                  </a:lnTo>
                  <a:lnTo>
                    <a:pt x="39" y="6025"/>
                  </a:lnTo>
                  <a:lnTo>
                    <a:pt x="77" y="6218"/>
                  </a:lnTo>
                  <a:lnTo>
                    <a:pt x="155" y="6334"/>
                  </a:lnTo>
                  <a:lnTo>
                    <a:pt x="232" y="6449"/>
                  </a:lnTo>
                  <a:lnTo>
                    <a:pt x="348" y="6565"/>
                  </a:lnTo>
                  <a:lnTo>
                    <a:pt x="502" y="6643"/>
                  </a:lnTo>
                  <a:lnTo>
                    <a:pt x="657" y="6720"/>
                  </a:lnTo>
                  <a:lnTo>
                    <a:pt x="811" y="6758"/>
                  </a:lnTo>
                  <a:lnTo>
                    <a:pt x="1120" y="6758"/>
                  </a:lnTo>
                  <a:lnTo>
                    <a:pt x="1429" y="6681"/>
                  </a:lnTo>
                  <a:lnTo>
                    <a:pt x="1699" y="6527"/>
                  </a:lnTo>
                  <a:lnTo>
                    <a:pt x="1931" y="6295"/>
                  </a:lnTo>
                  <a:lnTo>
                    <a:pt x="2124" y="6063"/>
                  </a:lnTo>
                  <a:lnTo>
                    <a:pt x="2394" y="6527"/>
                  </a:lnTo>
                  <a:lnTo>
                    <a:pt x="2742" y="6990"/>
                  </a:lnTo>
                  <a:lnTo>
                    <a:pt x="3128" y="7376"/>
                  </a:lnTo>
                  <a:lnTo>
                    <a:pt x="3591" y="7762"/>
                  </a:lnTo>
                  <a:lnTo>
                    <a:pt x="4016" y="7994"/>
                  </a:lnTo>
                  <a:lnTo>
                    <a:pt x="3823" y="8033"/>
                  </a:lnTo>
                  <a:lnTo>
                    <a:pt x="3630" y="8110"/>
                  </a:lnTo>
                  <a:lnTo>
                    <a:pt x="3437" y="8187"/>
                  </a:lnTo>
                  <a:lnTo>
                    <a:pt x="3282" y="8342"/>
                  </a:lnTo>
                  <a:lnTo>
                    <a:pt x="3167" y="8457"/>
                  </a:lnTo>
                  <a:lnTo>
                    <a:pt x="3051" y="8573"/>
                  </a:lnTo>
                  <a:lnTo>
                    <a:pt x="2974" y="8728"/>
                  </a:lnTo>
                  <a:lnTo>
                    <a:pt x="2935" y="8882"/>
                  </a:lnTo>
                  <a:lnTo>
                    <a:pt x="2896" y="9075"/>
                  </a:lnTo>
                  <a:lnTo>
                    <a:pt x="2935" y="9230"/>
                  </a:lnTo>
                  <a:lnTo>
                    <a:pt x="2974" y="9384"/>
                  </a:lnTo>
                  <a:lnTo>
                    <a:pt x="3051" y="9539"/>
                  </a:lnTo>
                  <a:lnTo>
                    <a:pt x="3167" y="9693"/>
                  </a:lnTo>
                  <a:lnTo>
                    <a:pt x="3321" y="9770"/>
                  </a:lnTo>
                  <a:lnTo>
                    <a:pt x="3514" y="9848"/>
                  </a:lnTo>
                  <a:lnTo>
                    <a:pt x="3707" y="9886"/>
                  </a:lnTo>
                  <a:lnTo>
                    <a:pt x="3862" y="9886"/>
                  </a:lnTo>
                  <a:lnTo>
                    <a:pt x="4055" y="9848"/>
                  </a:lnTo>
                  <a:lnTo>
                    <a:pt x="4248" y="9770"/>
                  </a:lnTo>
                  <a:lnTo>
                    <a:pt x="4402" y="9693"/>
                  </a:lnTo>
                  <a:lnTo>
                    <a:pt x="4673" y="9461"/>
                  </a:lnTo>
                  <a:lnTo>
                    <a:pt x="4904" y="9152"/>
                  </a:lnTo>
                  <a:lnTo>
                    <a:pt x="5097" y="8844"/>
                  </a:lnTo>
                  <a:lnTo>
                    <a:pt x="5213" y="8496"/>
                  </a:lnTo>
                  <a:lnTo>
                    <a:pt x="6526" y="8921"/>
                  </a:lnTo>
                  <a:lnTo>
                    <a:pt x="7183" y="9191"/>
                  </a:lnTo>
                  <a:lnTo>
                    <a:pt x="7762" y="9500"/>
                  </a:lnTo>
                  <a:lnTo>
                    <a:pt x="7955" y="9654"/>
                  </a:lnTo>
                  <a:lnTo>
                    <a:pt x="7762" y="9654"/>
                  </a:lnTo>
                  <a:lnTo>
                    <a:pt x="7569" y="9693"/>
                  </a:lnTo>
                  <a:lnTo>
                    <a:pt x="7144" y="9809"/>
                  </a:lnTo>
                  <a:lnTo>
                    <a:pt x="6796" y="9963"/>
                  </a:lnTo>
                  <a:lnTo>
                    <a:pt x="6642" y="10079"/>
                  </a:lnTo>
                  <a:lnTo>
                    <a:pt x="6488" y="10234"/>
                  </a:lnTo>
                  <a:lnTo>
                    <a:pt x="6372" y="10388"/>
                  </a:lnTo>
                  <a:lnTo>
                    <a:pt x="6294" y="10543"/>
                  </a:lnTo>
                  <a:lnTo>
                    <a:pt x="6256" y="10736"/>
                  </a:lnTo>
                  <a:lnTo>
                    <a:pt x="6256" y="10890"/>
                  </a:lnTo>
                  <a:lnTo>
                    <a:pt x="6294" y="11083"/>
                  </a:lnTo>
                  <a:lnTo>
                    <a:pt x="6372" y="11238"/>
                  </a:lnTo>
                  <a:lnTo>
                    <a:pt x="6488" y="11354"/>
                  </a:lnTo>
                  <a:lnTo>
                    <a:pt x="6681" y="11469"/>
                  </a:lnTo>
                  <a:lnTo>
                    <a:pt x="6835" y="11508"/>
                  </a:lnTo>
                  <a:lnTo>
                    <a:pt x="7028" y="11508"/>
                  </a:lnTo>
                  <a:lnTo>
                    <a:pt x="7221" y="11469"/>
                  </a:lnTo>
                  <a:lnTo>
                    <a:pt x="7414" y="11392"/>
                  </a:lnTo>
                  <a:lnTo>
                    <a:pt x="7569" y="11315"/>
                  </a:lnTo>
                  <a:lnTo>
                    <a:pt x="7723" y="11199"/>
                  </a:lnTo>
                  <a:lnTo>
                    <a:pt x="7878" y="11083"/>
                  </a:lnTo>
                  <a:lnTo>
                    <a:pt x="7994" y="10929"/>
                  </a:lnTo>
                  <a:lnTo>
                    <a:pt x="8109" y="10697"/>
                  </a:lnTo>
                  <a:lnTo>
                    <a:pt x="8225" y="10465"/>
                  </a:lnTo>
                  <a:lnTo>
                    <a:pt x="8264" y="10234"/>
                  </a:lnTo>
                  <a:lnTo>
                    <a:pt x="8302" y="9963"/>
                  </a:lnTo>
                  <a:lnTo>
                    <a:pt x="8341" y="9925"/>
                  </a:lnTo>
                  <a:lnTo>
                    <a:pt x="8727" y="10272"/>
                  </a:lnTo>
                  <a:lnTo>
                    <a:pt x="9075" y="10658"/>
                  </a:lnTo>
                  <a:lnTo>
                    <a:pt x="9345" y="11122"/>
                  </a:lnTo>
                  <a:lnTo>
                    <a:pt x="9461" y="11354"/>
                  </a:lnTo>
                  <a:lnTo>
                    <a:pt x="9538" y="11585"/>
                  </a:lnTo>
                  <a:lnTo>
                    <a:pt x="9654" y="11971"/>
                  </a:lnTo>
                  <a:lnTo>
                    <a:pt x="9693" y="12280"/>
                  </a:lnTo>
                  <a:lnTo>
                    <a:pt x="9693" y="12628"/>
                  </a:lnTo>
                  <a:lnTo>
                    <a:pt x="9654" y="12937"/>
                  </a:lnTo>
                  <a:lnTo>
                    <a:pt x="9577" y="13284"/>
                  </a:lnTo>
                  <a:lnTo>
                    <a:pt x="9461" y="13593"/>
                  </a:lnTo>
                  <a:lnTo>
                    <a:pt x="9191" y="14211"/>
                  </a:lnTo>
                  <a:lnTo>
                    <a:pt x="9152" y="14288"/>
                  </a:lnTo>
                  <a:lnTo>
                    <a:pt x="9152" y="14327"/>
                  </a:lnTo>
                  <a:lnTo>
                    <a:pt x="9229" y="14404"/>
                  </a:lnTo>
                  <a:lnTo>
                    <a:pt x="9306" y="14443"/>
                  </a:lnTo>
                  <a:lnTo>
                    <a:pt x="9422" y="14404"/>
                  </a:lnTo>
                  <a:lnTo>
                    <a:pt x="9577" y="14250"/>
                  </a:lnTo>
                  <a:lnTo>
                    <a:pt x="9731" y="14057"/>
                  </a:lnTo>
                  <a:lnTo>
                    <a:pt x="9847" y="13902"/>
                  </a:lnTo>
                  <a:lnTo>
                    <a:pt x="9924" y="13670"/>
                  </a:lnTo>
                  <a:lnTo>
                    <a:pt x="10079" y="13246"/>
                  </a:lnTo>
                  <a:lnTo>
                    <a:pt x="10117" y="12782"/>
                  </a:lnTo>
                  <a:lnTo>
                    <a:pt x="10117" y="12319"/>
                  </a:lnTo>
                  <a:lnTo>
                    <a:pt x="10040" y="11855"/>
                  </a:lnTo>
                  <a:lnTo>
                    <a:pt x="9924" y="11431"/>
                  </a:lnTo>
                  <a:lnTo>
                    <a:pt x="9770" y="11006"/>
                  </a:lnTo>
                  <a:lnTo>
                    <a:pt x="9577" y="10620"/>
                  </a:lnTo>
                  <a:lnTo>
                    <a:pt x="9306" y="10272"/>
                  </a:lnTo>
                  <a:lnTo>
                    <a:pt x="9036" y="9963"/>
                  </a:lnTo>
                  <a:lnTo>
                    <a:pt x="8727" y="9693"/>
                  </a:lnTo>
                  <a:lnTo>
                    <a:pt x="8959" y="9577"/>
                  </a:lnTo>
                  <a:lnTo>
                    <a:pt x="9229" y="9423"/>
                  </a:lnTo>
                  <a:lnTo>
                    <a:pt x="9461" y="9191"/>
                  </a:lnTo>
                  <a:lnTo>
                    <a:pt x="9615" y="8921"/>
                  </a:lnTo>
                  <a:lnTo>
                    <a:pt x="9731" y="8612"/>
                  </a:lnTo>
                  <a:lnTo>
                    <a:pt x="9731" y="8496"/>
                  </a:lnTo>
                  <a:lnTo>
                    <a:pt x="9731" y="8342"/>
                  </a:lnTo>
                  <a:lnTo>
                    <a:pt x="9693" y="8187"/>
                  </a:lnTo>
                  <a:lnTo>
                    <a:pt x="9615" y="8071"/>
                  </a:lnTo>
                  <a:lnTo>
                    <a:pt x="9499" y="7955"/>
                  </a:lnTo>
                  <a:lnTo>
                    <a:pt x="9384" y="7840"/>
                  </a:lnTo>
                  <a:lnTo>
                    <a:pt x="9191" y="7762"/>
                  </a:lnTo>
                  <a:lnTo>
                    <a:pt x="9036" y="7724"/>
                  </a:lnTo>
                  <a:lnTo>
                    <a:pt x="8689" y="7724"/>
                  </a:lnTo>
                  <a:lnTo>
                    <a:pt x="8534" y="7762"/>
                  </a:lnTo>
                  <a:lnTo>
                    <a:pt x="8380" y="7840"/>
                  </a:lnTo>
                  <a:lnTo>
                    <a:pt x="8225" y="7955"/>
                  </a:lnTo>
                  <a:lnTo>
                    <a:pt x="8109" y="8071"/>
                  </a:lnTo>
                  <a:lnTo>
                    <a:pt x="7955" y="8264"/>
                  </a:lnTo>
                  <a:lnTo>
                    <a:pt x="7878" y="8535"/>
                  </a:lnTo>
                  <a:lnTo>
                    <a:pt x="7839" y="8766"/>
                  </a:lnTo>
                  <a:lnTo>
                    <a:pt x="7839" y="9037"/>
                  </a:lnTo>
                  <a:lnTo>
                    <a:pt x="7221" y="8766"/>
                  </a:lnTo>
                  <a:lnTo>
                    <a:pt x="6642" y="8496"/>
                  </a:lnTo>
                  <a:lnTo>
                    <a:pt x="5368" y="8033"/>
                  </a:lnTo>
                  <a:lnTo>
                    <a:pt x="5638" y="7878"/>
                  </a:lnTo>
                  <a:lnTo>
                    <a:pt x="5870" y="7685"/>
                  </a:lnTo>
                  <a:lnTo>
                    <a:pt x="6063" y="7453"/>
                  </a:lnTo>
                  <a:lnTo>
                    <a:pt x="6217" y="7183"/>
                  </a:lnTo>
                  <a:lnTo>
                    <a:pt x="6333" y="6874"/>
                  </a:lnTo>
                  <a:lnTo>
                    <a:pt x="6333" y="6720"/>
                  </a:lnTo>
                  <a:lnTo>
                    <a:pt x="6333" y="6527"/>
                  </a:lnTo>
                  <a:lnTo>
                    <a:pt x="6333" y="6372"/>
                  </a:lnTo>
                  <a:lnTo>
                    <a:pt x="6256" y="6218"/>
                  </a:lnTo>
                  <a:lnTo>
                    <a:pt x="6179" y="6063"/>
                  </a:lnTo>
                  <a:lnTo>
                    <a:pt x="6024" y="5947"/>
                  </a:lnTo>
                  <a:lnTo>
                    <a:pt x="5870" y="5870"/>
                  </a:lnTo>
                  <a:lnTo>
                    <a:pt x="5715" y="5832"/>
                  </a:lnTo>
                  <a:lnTo>
                    <a:pt x="5561" y="5870"/>
                  </a:lnTo>
                  <a:lnTo>
                    <a:pt x="5406" y="5909"/>
                  </a:lnTo>
                  <a:lnTo>
                    <a:pt x="5252" y="5986"/>
                  </a:lnTo>
                  <a:lnTo>
                    <a:pt x="5136" y="6063"/>
                  </a:lnTo>
                  <a:lnTo>
                    <a:pt x="4904" y="6334"/>
                  </a:lnTo>
                  <a:lnTo>
                    <a:pt x="4750" y="6643"/>
                  </a:lnTo>
                  <a:lnTo>
                    <a:pt x="4634" y="7029"/>
                  </a:lnTo>
                  <a:lnTo>
                    <a:pt x="4634" y="7222"/>
                  </a:lnTo>
                  <a:lnTo>
                    <a:pt x="4634" y="7415"/>
                  </a:lnTo>
                  <a:lnTo>
                    <a:pt x="4634" y="7608"/>
                  </a:lnTo>
                  <a:lnTo>
                    <a:pt x="4711" y="7762"/>
                  </a:lnTo>
                  <a:lnTo>
                    <a:pt x="4093" y="7453"/>
                  </a:lnTo>
                  <a:lnTo>
                    <a:pt x="3823" y="7299"/>
                  </a:lnTo>
                  <a:lnTo>
                    <a:pt x="3553" y="7106"/>
                  </a:lnTo>
                  <a:lnTo>
                    <a:pt x="3321" y="6874"/>
                  </a:lnTo>
                  <a:lnTo>
                    <a:pt x="3089" y="6643"/>
                  </a:lnTo>
                  <a:lnTo>
                    <a:pt x="2858" y="6372"/>
                  </a:lnTo>
                  <a:lnTo>
                    <a:pt x="2665" y="6063"/>
                  </a:lnTo>
                  <a:lnTo>
                    <a:pt x="2665" y="6063"/>
                  </a:lnTo>
                  <a:lnTo>
                    <a:pt x="2974" y="6179"/>
                  </a:lnTo>
                  <a:lnTo>
                    <a:pt x="3321" y="6218"/>
                  </a:lnTo>
                  <a:lnTo>
                    <a:pt x="3669" y="6179"/>
                  </a:lnTo>
                  <a:lnTo>
                    <a:pt x="3978" y="6063"/>
                  </a:lnTo>
                  <a:lnTo>
                    <a:pt x="4132" y="5986"/>
                  </a:lnTo>
                  <a:lnTo>
                    <a:pt x="4248" y="5870"/>
                  </a:lnTo>
                  <a:lnTo>
                    <a:pt x="4364" y="5716"/>
                  </a:lnTo>
                  <a:lnTo>
                    <a:pt x="4480" y="5561"/>
                  </a:lnTo>
                  <a:lnTo>
                    <a:pt x="4518" y="5407"/>
                  </a:lnTo>
                  <a:lnTo>
                    <a:pt x="4557" y="5214"/>
                  </a:lnTo>
                  <a:lnTo>
                    <a:pt x="4518" y="5059"/>
                  </a:lnTo>
                  <a:lnTo>
                    <a:pt x="4480" y="4866"/>
                  </a:lnTo>
                  <a:lnTo>
                    <a:pt x="4402" y="4712"/>
                  </a:lnTo>
                  <a:lnTo>
                    <a:pt x="4286" y="4596"/>
                  </a:lnTo>
                  <a:lnTo>
                    <a:pt x="4171" y="4480"/>
                  </a:lnTo>
                  <a:lnTo>
                    <a:pt x="4055" y="4403"/>
                  </a:lnTo>
                  <a:lnTo>
                    <a:pt x="3900" y="4364"/>
                  </a:lnTo>
                  <a:lnTo>
                    <a:pt x="3707" y="4364"/>
                  </a:lnTo>
                  <a:lnTo>
                    <a:pt x="3553" y="4403"/>
                  </a:lnTo>
                  <a:lnTo>
                    <a:pt x="3398" y="4441"/>
                  </a:lnTo>
                  <a:lnTo>
                    <a:pt x="3244" y="4519"/>
                  </a:lnTo>
                  <a:lnTo>
                    <a:pt x="3089" y="4635"/>
                  </a:lnTo>
                  <a:lnTo>
                    <a:pt x="2819" y="4905"/>
                  </a:lnTo>
                  <a:lnTo>
                    <a:pt x="2587" y="5214"/>
                  </a:lnTo>
                  <a:lnTo>
                    <a:pt x="2433" y="5561"/>
                  </a:lnTo>
                  <a:lnTo>
                    <a:pt x="2394" y="5523"/>
                  </a:lnTo>
                  <a:lnTo>
                    <a:pt x="2279" y="5137"/>
                  </a:lnTo>
                  <a:lnTo>
                    <a:pt x="2163" y="4750"/>
                  </a:lnTo>
                  <a:lnTo>
                    <a:pt x="2085" y="4326"/>
                  </a:lnTo>
                  <a:lnTo>
                    <a:pt x="2047" y="3939"/>
                  </a:lnTo>
                  <a:lnTo>
                    <a:pt x="2047" y="3515"/>
                  </a:lnTo>
                  <a:lnTo>
                    <a:pt x="2047" y="3129"/>
                  </a:lnTo>
                  <a:lnTo>
                    <a:pt x="2124" y="2318"/>
                  </a:lnTo>
                  <a:lnTo>
                    <a:pt x="2356" y="2511"/>
                  </a:lnTo>
                  <a:lnTo>
                    <a:pt x="2587" y="2627"/>
                  </a:lnTo>
                  <a:lnTo>
                    <a:pt x="2819" y="2742"/>
                  </a:lnTo>
                  <a:lnTo>
                    <a:pt x="3128" y="2781"/>
                  </a:lnTo>
                  <a:lnTo>
                    <a:pt x="3282" y="2742"/>
                  </a:lnTo>
                  <a:lnTo>
                    <a:pt x="3476" y="2704"/>
                  </a:lnTo>
                  <a:lnTo>
                    <a:pt x="3630" y="2627"/>
                  </a:lnTo>
                  <a:lnTo>
                    <a:pt x="3784" y="2549"/>
                  </a:lnTo>
                  <a:lnTo>
                    <a:pt x="3900" y="2433"/>
                  </a:lnTo>
                  <a:lnTo>
                    <a:pt x="4016" y="2279"/>
                  </a:lnTo>
                  <a:lnTo>
                    <a:pt x="4093" y="2125"/>
                  </a:lnTo>
                  <a:lnTo>
                    <a:pt x="4132" y="1970"/>
                  </a:lnTo>
                  <a:lnTo>
                    <a:pt x="4093" y="1777"/>
                  </a:lnTo>
                  <a:lnTo>
                    <a:pt x="4055" y="1623"/>
                  </a:lnTo>
                  <a:lnTo>
                    <a:pt x="4016" y="1507"/>
                  </a:lnTo>
                  <a:lnTo>
                    <a:pt x="3900" y="1352"/>
                  </a:lnTo>
                  <a:lnTo>
                    <a:pt x="3784" y="1236"/>
                  </a:lnTo>
                  <a:lnTo>
                    <a:pt x="3630" y="1159"/>
                  </a:lnTo>
                  <a:lnTo>
                    <a:pt x="3514" y="1121"/>
                  </a:lnTo>
                  <a:lnTo>
                    <a:pt x="3321" y="1082"/>
                  </a:lnTo>
                  <a:lnTo>
                    <a:pt x="3167" y="1043"/>
                  </a:lnTo>
                  <a:lnTo>
                    <a:pt x="3012" y="1082"/>
                  </a:lnTo>
                  <a:lnTo>
                    <a:pt x="2742" y="1159"/>
                  </a:lnTo>
                  <a:lnTo>
                    <a:pt x="2472" y="1314"/>
                  </a:lnTo>
                  <a:lnTo>
                    <a:pt x="2240" y="1545"/>
                  </a:lnTo>
                  <a:lnTo>
                    <a:pt x="2510" y="78"/>
                  </a:lnTo>
                  <a:lnTo>
                    <a:pt x="220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1" name="Google Shape;5691;p22"/>
            <p:cNvSpPr/>
            <p:nvPr/>
          </p:nvSpPr>
          <p:spPr>
            <a:xfrm>
              <a:off x="6161625" y="3921800"/>
              <a:ext cx="44450" cy="44425"/>
            </a:xfrm>
            <a:custGeom>
              <a:avLst/>
              <a:gdLst/>
              <a:ahLst/>
              <a:cxnLst/>
              <a:rect l="l" t="t" r="r" b="b"/>
              <a:pathLst>
                <a:path w="1778" h="1777" extrusionOk="0">
                  <a:moveTo>
                    <a:pt x="773" y="309"/>
                  </a:moveTo>
                  <a:lnTo>
                    <a:pt x="1005" y="348"/>
                  </a:lnTo>
                  <a:lnTo>
                    <a:pt x="1159" y="464"/>
                  </a:lnTo>
                  <a:lnTo>
                    <a:pt x="1314" y="618"/>
                  </a:lnTo>
                  <a:lnTo>
                    <a:pt x="1391" y="811"/>
                  </a:lnTo>
                  <a:lnTo>
                    <a:pt x="1391" y="966"/>
                  </a:lnTo>
                  <a:lnTo>
                    <a:pt x="1352" y="1082"/>
                  </a:lnTo>
                  <a:lnTo>
                    <a:pt x="1275" y="1159"/>
                  </a:lnTo>
                  <a:lnTo>
                    <a:pt x="1198" y="1236"/>
                  </a:lnTo>
                  <a:lnTo>
                    <a:pt x="1082" y="1313"/>
                  </a:lnTo>
                  <a:lnTo>
                    <a:pt x="889" y="1390"/>
                  </a:lnTo>
                  <a:lnTo>
                    <a:pt x="735" y="1352"/>
                  </a:lnTo>
                  <a:lnTo>
                    <a:pt x="541" y="1275"/>
                  </a:lnTo>
                  <a:lnTo>
                    <a:pt x="426" y="1082"/>
                  </a:lnTo>
                  <a:lnTo>
                    <a:pt x="387" y="927"/>
                  </a:lnTo>
                  <a:lnTo>
                    <a:pt x="387" y="734"/>
                  </a:lnTo>
                  <a:lnTo>
                    <a:pt x="464" y="580"/>
                  </a:lnTo>
                  <a:lnTo>
                    <a:pt x="541" y="386"/>
                  </a:lnTo>
                  <a:lnTo>
                    <a:pt x="541" y="348"/>
                  </a:lnTo>
                  <a:lnTo>
                    <a:pt x="580" y="348"/>
                  </a:lnTo>
                  <a:lnTo>
                    <a:pt x="773" y="309"/>
                  </a:lnTo>
                  <a:close/>
                  <a:moveTo>
                    <a:pt x="966" y="0"/>
                  </a:moveTo>
                  <a:lnTo>
                    <a:pt x="773" y="39"/>
                  </a:lnTo>
                  <a:lnTo>
                    <a:pt x="619" y="78"/>
                  </a:lnTo>
                  <a:lnTo>
                    <a:pt x="464" y="155"/>
                  </a:lnTo>
                  <a:lnTo>
                    <a:pt x="426" y="193"/>
                  </a:lnTo>
                  <a:lnTo>
                    <a:pt x="387" y="193"/>
                  </a:lnTo>
                  <a:lnTo>
                    <a:pt x="233" y="271"/>
                  </a:lnTo>
                  <a:lnTo>
                    <a:pt x="117" y="386"/>
                  </a:lnTo>
                  <a:lnTo>
                    <a:pt x="39" y="541"/>
                  </a:lnTo>
                  <a:lnTo>
                    <a:pt x="1" y="695"/>
                  </a:lnTo>
                  <a:lnTo>
                    <a:pt x="1" y="850"/>
                  </a:lnTo>
                  <a:lnTo>
                    <a:pt x="1" y="1004"/>
                  </a:lnTo>
                  <a:lnTo>
                    <a:pt x="39" y="1197"/>
                  </a:lnTo>
                  <a:lnTo>
                    <a:pt x="117" y="1313"/>
                  </a:lnTo>
                  <a:lnTo>
                    <a:pt x="194" y="1468"/>
                  </a:lnTo>
                  <a:lnTo>
                    <a:pt x="348" y="1583"/>
                  </a:lnTo>
                  <a:lnTo>
                    <a:pt x="464" y="1699"/>
                  </a:lnTo>
                  <a:lnTo>
                    <a:pt x="619" y="1738"/>
                  </a:lnTo>
                  <a:lnTo>
                    <a:pt x="812" y="1777"/>
                  </a:lnTo>
                  <a:lnTo>
                    <a:pt x="966" y="1777"/>
                  </a:lnTo>
                  <a:lnTo>
                    <a:pt x="1121" y="1738"/>
                  </a:lnTo>
                  <a:lnTo>
                    <a:pt x="1314" y="1661"/>
                  </a:lnTo>
                  <a:lnTo>
                    <a:pt x="1430" y="1545"/>
                  </a:lnTo>
                  <a:lnTo>
                    <a:pt x="1584" y="1429"/>
                  </a:lnTo>
                  <a:lnTo>
                    <a:pt x="1661" y="1275"/>
                  </a:lnTo>
                  <a:lnTo>
                    <a:pt x="1738" y="1120"/>
                  </a:lnTo>
                  <a:lnTo>
                    <a:pt x="1777" y="966"/>
                  </a:lnTo>
                  <a:lnTo>
                    <a:pt x="1777" y="773"/>
                  </a:lnTo>
                  <a:lnTo>
                    <a:pt x="1738" y="618"/>
                  </a:lnTo>
                  <a:lnTo>
                    <a:pt x="1661" y="425"/>
                  </a:lnTo>
                  <a:lnTo>
                    <a:pt x="1545" y="309"/>
                  </a:lnTo>
                  <a:lnTo>
                    <a:pt x="1430" y="193"/>
                  </a:lnTo>
                  <a:lnTo>
                    <a:pt x="1275" y="116"/>
                  </a:lnTo>
                  <a:lnTo>
                    <a:pt x="1121" y="39"/>
                  </a:lnTo>
                  <a:lnTo>
                    <a:pt x="96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2" name="Google Shape;5692;p22"/>
            <p:cNvSpPr/>
            <p:nvPr/>
          </p:nvSpPr>
          <p:spPr>
            <a:xfrm>
              <a:off x="7032400" y="3923725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3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7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0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6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8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4"/>
                  </a:lnTo>
                  <a:lnTo>
                    <a:pt x="1159" y="541"/>
                  </a:lnTo>
                  <a:lnTo>
                    <a:pt x="1352" y="425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8"/>
                  </a:lnTo>
                  <a:lnTo>
                    <a:pt x="309" y="927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5"/>
                  </a:lnTo>
                  <a:lnTo>
                    <a:pt x="0" y="2008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4" y="2858"/>
                  </a:lnTo>
                  <a:lnTo>
                    <a:pt x="425" y="3244"/>
                  </a:lnTo>
                  <a:lnTo>
                    <a:pt x="696" y="3553"/>
                  </a:lnTo>
                  <a:lnTo>
                    <a:pt x="1043" y="3823"/>
                  </a:lnTo>
                  <a:lnTo>
                    <a:pt x="1468" y="4016"/>
                  </a:lnTo>
                  <a:lnTo>
                    <a:pt x="1661" y="4094"/>
                  </a:lnTo>
                  <a:lnTo>
                    <a:pt x="1893" y="4132"/>
                  </a:lnTo>
                  <a:lnTo>
                    <a:pt x="2317" y="4132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2"/>
                  </a:lnTo>
                  <a:lnTo>
                    <a:pt x="4171" y="1429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6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3" name="Google Shape;5693;p22"/>
            <p:cNvSpPr/>
            <p:nvPr/>
          </p:nvSpPr>
          <p:spPr>
            <a:xfrm>
              <a:off x="6167425" y="3927575"/>
              <a:ext cx="114900" cy="286750"/>
            </a:xfrm>
            <a:custGeom>
              <a:avLst/>
              <a:gdLst/>
              <a:ahLst/>
              <a:cxnLst/>
              <a:rect l="l" t="t" r="r" b="b"/>
              <a:pathLst>
                <a:path w="4596" h="11470" extrusionOk="0">
                  <a:moveTo>
                    <a:pt x="3630" y="889"/>
                  </a:moveTo>
                  <a:lnTo>
                    <a:pt x="3708" y="2009"/>
                  </a:lnTo>
                  <a:lnTo>
                    <a:pt x="3823" y="3167"/>
                  </a:lnTo>
                  <a:lnTo>
                    <a:pt x="3939" y="4287"/>
                  </a:lnTo>
                  <a:lnTo>
                    <a:pt x="4016" y="5407"/>
                  </a:lnTo>
                  <a:lnTo>
                    <a:pt x="4055" y="6643"/>
                  </a:lnTo>
                  <a:lnTo>
                    <a:pt x="4055" y="7261"/>
                  </a:lnTo>
                  <a:lnTo>
                    <a:pt x="3978" y="7917"/>
                  </a:lnTo>
                  <a:lnTo>
                    <a:pt x="3901" y="8535"/>
                  </a:lnTo>
                  <a:lnTo>
                    <a:pt x="3746" y="9153"/>
                  </a:lnTo>
                  <a:lnTo>
                    <a:pt x="3553" y="9732"/>
                  </a:lnTo>
                  <a:lnTo>
                    <a:pt x="3244" y="10273"/>
                  </a:lnTo>
                  <a:lnTo>
                    <a:pt x="3012" y="10543"/>
                  </a:lnTo>
                  <a:lnTo>
                    <a:pt x="2781" y="10736"/>
                  </a:lnTo>
                  <a:lnTo>
                    <a:pt x="2472" y="10852"/>
                  </a:lnTo>
                  <a:lnTo>
                    <a:pt x="2202" y="10890"/>
                  </a:lnTo>
                  <a:lnTo>
                    <a:pt x="1893" y="10813"/>
                  </a:lnTo>
                  <a:lnTo>
                    <a:pt x="1622" y="10697"/>
                  </a:lnTo>
                  <a:lnTo>
                    <a:pt x="1352" y="10504"/>
                  </a:lnTo>
                  <a:lnTo>
                    <a:pt x="1120" y="10234"/>
                  </a:lnTo>
                  <a:lnTo>
                    <a:pt x="966" y="9964"/>
                  </a:lnTo>
                  <a:lnTo>
                    <a:pt x="850" y="9693"/>
                  </a:lnTo>
                  <a:lnTo>
                    <a:pt x="773" y="9423"/>
                  </a:lnTo>
                  <a:lnTo>
                    <a:pt x="734" y="9114"/>
                  </a:lnTo>
                  <a:lnTo>
                    <a:pt x="657" y="8496"/>
                  </a:lnTo>
                  <a:lnTo>
                    <a:pt x="657" y="7878"/>
                  </a:lnTo>
                  <a:lnTo>
                    <a:pt x="657" y="5330"/>
                  </a:lnTo>
                  <a:lnTo>
                    <a:pt x="618" y="4056"/>
                  </a:lnTo>
                  <a:lnTo>
                    <a:pt x="580" y="2781"/>
                  </a:lnTo>
                  <a:lnTo>
                    <a:pt x="618" y="2781"/>
                  </a:lnTo>
                  <a:lnTo>
                    <a:pt x="1391" y="2395"/>
                  </a:lnTo>
                  <a:lnTo>
                    <a:pt x="2163" y="1970"/>
                  </a:lnTo>
                  <a:lnTo>
                    <a:pt x="2935" y="1468"/>
                  </a:lnTo>
                  <a:lnTo>
                    <a:pt x="3283" y="1198"/>
                  </a:lnTo>
                  <a:lnTo>
                    <a:pt x="3630" y="889"/>
                  </a:lnTo>
                  <a:close/>
                  <a:moveTo>
                    <a:pt x="3978" y="1"/>
                  </a:moveTo>
                  <a:lnTo>
                    <a:pt x="3901" y="40"/>
                  </a:lnTo>
                  <a:lnTo>
                    <a:pt x="3476" y="349"/>
                  </a:lnTo>
                  <a:lnTo>
                    <a:pt x="3051" y="657"/>
                  </a:lnTo>
                  <a:lnTo>
                    <a:pt x="2626" y="1005"/>
                  </a:lnTo>
                  <a:lnTo>
                    <a:pt x="2202" y="1314"/>
                  </a:lnTo>
                  <a:lnTo>
                    <a:pt x="1313" y="1893"/>
                  </a:lnTo>
                  <a:lnTo>
                    <a:pt x="425" y="2472"/>
                  </a:lnTo>
                  <a:lnTo>
                    <a:pt x="348" y="2550"/>
                  </a:lnTo>
                  <a:lnTo>
                    <a:pt x="348" y="2665"/>
                  </a:lnTo>
                  <a:lnTo>
                    <a:pt x="271" y="2704"/>
                  </a:lnTo>
                  <a:lnTo>
                    <a:pt x="232" y="2781"/>
                  </a:lnTo>
                  <a:lnTo>
                    <a:pt x="194" y="3824"/>
                  </a:lnTo>
                  <a:lnTo>
                    <a:pt x="155" y="4866"/>
                  </a:lnTo>
                  <a:lnTo>
                    <a:pt x="1" y="4944"/>
                  </a:lnTo>
                  <a:lnTo>
                    <a:pt x="155" y="5291"/>
                  </a:lnTo>
                  <a:lnTo>
                    <a:pt x="155" y="6257"/>
                  </a:lnTo>
                  <a:lnTo>
                    <a:pt x="155" y="7685"/>
                  </a:lnTo>
                  <a:lnTo>
                    <a:pt x="155" y="8419"/>
                  </a:lnTo>
                  <a:lnTo>
                    <a:pt x="232" y="9153"/>
                  </a:lnTo>
                  <a:lnTo>
                    <a:pt x="309" y="9616"/>
                  </a:lnTo>
                  <a:lnTo>
                    <a:pt x="503" y="10079"/>
                  </a:lnTo>
                  <a:lnTo>
                    <a:pt x="734" y="10504"/>
                  </a:lnTo>
                  <a:lnTo>
                    <a:pt x="1043" y="10890"/>
                  </a:lnTo>
                  <a:lnTo>
                    <a:pt x="1236" y="11045"/>
                  </a:lnTo>
                  <a:lnTo>
                    <a:pt x="1429" y="11199"/>
                  </a:lnTo>
                  <a:lnTo>
                    <a:pt x="1622" y="11315"/>
                  </a:lnTo>
                  <a:lnTo>
                    <a:pt x="1815" y="11392"/>
                  </a:lnTo>
                  <a:lnTo>
                    <a:pt x="2047" y="11431"/>
                  </a:lnTo>
                  <a:lnTo>
                    <a:pt x="2279" y="11470"/>
                  </a:lnTo>
                  <a:lnTo>
                    <a:pt x="2549" y="11431"/>
                  </a:lnTo>
                  <a:lnTo>
                    <a:pt x="2819" y="11354"/>
                  </a:lnTo>
                  <a:lnTo>
                    <a:pt x="3051" y="11238"/>
                  </a:lnTo>
                  <a:lnTo>
                    <a:pt x="3283" y="11083"/>
                  </a:lnTo>
                  <a:lnTo>
                    <a:pt x="3476" y="10890"/>
                  </a:lnTo>
                  <a:lnTo>
                    <a:pt x="3669" y="10659"/>
                  </a:lnTo>
                  <a:lnTo>
                    <a:pt x="3823" y="10427"/>
                  </a:lnTo>
                  <a:lnTo>
                    <a:pt x="3978" y="10157"/>
                  </a:lnTo>
                  <a:lnTo>
                    <a:pt x="4171" y="9577"/>
                  </a:lnTo>
                  <a:lnTo>
                    <a:pt x="4325" y="8960"/>
                  </a:lnTo>
                  <a:lnTo>
                    <a:pt x="4441" y="8342"/>
                  </a:lnTo>
                  <a:lnTo>
                    <a:pt x="4518" y="7763"/>
                  </a:lnTo>
                  <a:lnTo>
                    <a:pt x="4557" y="7222"/>
                  </a:lnTo>
                  <a:lnTo>
                    <a:pt x="4596" y="6681"/>
                  </a:lnTo>
                  <a:lnTo>
                    <a:pt x="4596" y="6102"/>
                  </a:lnTo>
                  <a:lnTo>
                    <a:pt x="4557" y="5021"/>
                  </a:lnTo>
                  <a:lnTo>
                    <a:pt x="4441" y="3901"/>
                  </a:lnTo>
                  <a:lnTo>
                    <a:pt x="4325" y="2781"/>
                  </a:lnTo>
                  <a:lnTo>
                    <a:pt x="4287" y="2395"/>
                  </a:lnTo>
                  <a:lnTo>
                    <a:pt x="4210" y="1468"/>
                  </a:lnTo>
                  <a:lnTo>
                    <a:pt x="4132" y="542"/>
                  </a:lnTo>
                  <a:lnTo>
                    <a:pt x="4094" y="426"/>
                  </a:lnTo>
                  <a:lnTo>
                    <a:pt x="4171" y="349"/>
                  </a:lnTo>
                  <a:lnTo>
                    <a:pt x="4210" y="271"/>
                  </a:lnTo>
                  <a:lnTo>
                    <a:pt x="4210" y="233"/>
                  </a:lnTo>
                  <a:lnTo>
                    <a:pt x="4171" y="78"/>
                  </a:lnTo>
                  <a:lnTo>
                    <a:pt x="4132" y="40"/>
                  </a:lnTo>
                  <a:lnTo>
                    <a:pt x="40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4" name="Google Shape;5694;p22"/>
            <p:cNvSpPr/>
            <p:nvPr/>
          </p:nvSpPr>
          <p:spPr>
            <a:xfrm>
              <a:off x="1394625" y="3943025"/>
              <a:ext cx="74350" cy="103325"/>
            </a:xfrm>
            <a:custGeom>
              <a:avLst/>
              <a:gdLst/>
              <a:ahLst/>
              <a:cxnLst/>
              <a:rect l="l" t="t" r="r" b="b"/>
              <a:pathLst>
                <a:path w="2974" h="4133" extrusionOk="0">
                  <a:moveTo>
                    <a:pt x="116" y="1"/>
                  </a:moveTo>
                  <a:lnTo>
                    <a:pt x="1" y="39"/>
                  </a:lnTo>
                  <a:lnTo>
                    <a:pt x="1" y="78"/>
                  </a:lnTo>
                  <a:lnTo>
                    <a:pt x="271" y="928"/>
                  </a:lnTo>
                  <a:lnTo>
                    <a:pt x="580" y="1738"/>
                  </a:lnTo>
                  <a:lnTo>
                    <a:pt x="927" y="2549"/>
                  </a:lnTo>
                  <a:lnTo>
                    <a:pt x="1275" y="3283"/>
                  </a:lnTo>
                  <a:lnTo>
                    <a:pt x="1507" y="3669"/>
                  </a:lnTo>
                  <a:lnTo>
                    <a:pt x="1661" y="3824"/>
                  </a:lnTo>
                  <a:lnTo>
                    <a:pt x="1854" y="3978"/>
                  </a:lnTo>
                  <a:lnTo>
                    <a:pt x="2009" y="4055"/>
                  </a:lnTo>
                  <a:lnTo>
                    <a:pt x="2240" y="4133"/>
                  </a:lnTo>
                  <a:lnTo>
                    <a:pt x="2433" y="4094"/>
                  </a:lnTo>
                  <a:lnTo>
                    <a:pt x="2665" y="4017"/>
                  </a:lnTo>
                  <a:lnTo>
                    <a:pt x="2781" y="3862"/>
                  </a:lnTo>
                  <a:lnTo>
                    <a:pt x="2897" y="3708"/>
                  </a:lnTo>
                  <a:lnTo>
                    <a:pt x="2935" y="3515"/>
                  </a:lnTo>
                  <a:lnTo>
                    <a:pt x="2974" y="3360"/>
                  </a:lnTo>
                  <a:lnTo>
                    <a:pt x="2935" y="3129"/>
                  </a:lnTo>
                  <a:lnTo>
                    <a:pt x="2897" y="2936"/>
                  </a:lnTo>
                  <a:lnTo>
                    <a:pt x="2819" y="2588"/>
                  </a:lnTo>
                  <a:lnTo>
                    <a:pt x="2588" y="2627"/>
                  </a:lnTo>
                  <a:lnTo>
                    <a:pt x="2665" y="2974"/>
                  </a:lnTo>
                  <a:lnTo>
                    <a:pt x="2704" y="3129"/>
                  </a:lnTo>
                  <a:lnTo>
                    <a:pt x="2665" y="3283"/>
                  </a:lnTo>
                  <a:lnTo>
                    <a:pt x="2433" y="3399"/>
                  </a:lnTo>
                  <a:lnTo>
                    <a:pt x="2202" y="3476"/>
                  </a:lnTo>
                  <a:lnTo>
                    <a:pt x="2009" y="3515"/>
                  </a:lnTo>
                  <a:lnTo>
                    <a:pt x="1854" y="3476"/>
                  </a:lnTo>
                  <a:lnTo>
                    <a:pt x="1700" y="3438"/>
                  </a:lnTo>
                  <a:lnTo>
                    <a:pt x="1584" y="3322"/>
                  </a:lnTo>
                  <a:lnTo>
                    <a:pt x="1507" y="3167"/>
                  </a:lnTo>
                  <a:lnTo>
                    <a:pt x="1468" y="2974"/>
                  </a:lnTo>
                  <a:lnTo>
                    <a:pt x="1352" y="2704"/>
                  </a:lnTo>
                  <a:lnTo>
                    <a:pt x="889" y="1623"/>
                  </a:lnTo>
                  <a:lnTo>
                    <a:pt x="541" y="812"/>
                  </a:lnTo>
                  <a:lnTo>
                    <a:pt x="348" y="426"/>
                  </a:lnTo>
                  <a:lnTo>
                    <a:pt x="155" y="39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5" name="Google Shape;5695;p22"/>
            <p:cNvSpPr/>
            <p:nvPr/>
          </p:nvSpPr>
          <p:spPr>
            <a:xfrm>
              <a:off x="2923775" y="3946900"/>
              <a:ext cx="335975" cy="782925"/>
            </a:xfrm>
            <a:custGeom>
              <a:avLst/>
              <a:gdLst/>
              <a:ahLst/>
              <a:cxnLst/>
              <a:rect l="l" t="t" r="r" b="b"/>
              <a:pathLst>
                <a:path w="13439" h="31317" extrusionOk="0">
                  <a:moveTo>
                    <a:pt x="6488" y="386"/>
                  </a:moveTo>
                  <a:lnTo>
                    <a:pt x="6526" y="464"/>
                  </a:lnTo>
                  <a:lnTo>
                    <a:pt x="7144" y="2008"/>
                  </a:lnTo>
                  <a:lnTo>
                    <a:pt x="7685" y="3553"/>
                  </a:lnTo>
                  <a:lnTo>
                    <a:pt x="8226" y="5136"/>
                  </a:lnTo>
                  <a:lnTo>
                    <a:pt x="8728" y="6681"/>
                  </a:lnTo>
                  <a:lnTo>
                    <a:pt x="8148" y="7067"/>
                  </a:lnTo>
                  <a:lnTo>
                    <a:pt x="7839" y="7221"/>
                  </a:lnTo>
                  <a:lnTo>
                    <a:pt x="7530" y="7337"/>
                  </a:lnTo>
                  <a:lnTo>
                    <a:pt x="7222" y="7453"/>
                  </a:lnTo>
                  <a:lnTo>
                    <a:pt x="6913" y="7530"/>
                  </a:lnTo>
                  <a:lnTo>
                    <a:pt x="6565" y="7569"/>
                  </a:lnTo>
                  <a:lnTo>
                    <a:pt x="6218" y="7569"/>
                  </a:lnTo>
                  <a:lnTo>
                    <a:pt x="5870" y="7530"/>
                  </a:lnTo>
                  <a:lnTo>
                    <a:pt x="5522" y="7492"/>
                  </a:lnTo>
                  <a:lnTo>
                    <a:pt x="4866" y="7337"/>
                  </a:lnTo>
                  <a:lnTo>
                    <a:pt x="4210" y="7105"/>
                  </a:lnTo>
                  <a:lnTo>
                    <a:pt x="3592" y="6874"/>
                  </a:lnTo>
                  <a:lnTo>
                    <a:pt x="3862" y="6024"/>
                  </a:lnTo>
                  <a:lnTo>
                    <a:pt x="4171" y="5175"/>
                  </a:lnTo>
                  <a:lnTo>
                    <a:pt x="4480" y="4364"/>
                  </a:lnTo>
                  <a:lnTo>
                    <a:pt x="4827" y="3553"/>
                  </a:lnTo>
                  <a:lnTo>
                    <a:pt x="5214" y="2742"/>
                  </a:lnTo>
                  <a:lnTo>
                    <a:pt x="5600" y="1931"/>
                  </a:lnTo>
                  <a:lnTo>
                    <a:pt x="6024" y="1159"/>
                  </a:lnTo>
                  <a:lnTo>
                    <a:pt x="6488" y="386"/>
                  </a:lnTo>
                  <a:close/>
                  <a:moveTo>
                    <a:pt x="8805" y="7028"/>
                  </a:moveTo>
                  <a:lnTo>
                    <a:pt x="9230" y="8418"/>
                  </a:lnTo>
                  <a:lnTo>
                    <a:pt x="9577" y="9847"/>
                  </a:lnTo>
                  <a:lnTo>
                    <a:pt x="9847" y="11083"/>
                  </a:lnTo>
                  <a:lnTo>
                    <a:pt x="10079" y="12357"/>
                  </a:lnTo>
                  <a:lnTo>
                    <a:pt x="10233" y="13631"/>
                  </a:lnTo>
                  <a:lnTo>
                    <a:pt x="10388" y="14906"/>
                  </a:lnTo>
                  <a:lnTo>
                    <a:pt x="10465" y="16180"/>
                  </a:lnTo>
                  <a:lnTo>
                    <a:pt x="10504" y="16836"/>
                  </a:lnTo>
                  <a:lnTo>
                    <a:pt x="10504" y="17493"/>
                  </a:lnTo>
                  <a:lnTo>
                    <a:pt x="10504" y="18188"/>
                  </a:lnTo>
                  <a:lnTo>
                    <a:pt x="10427" y="18844"/>
                  </a:lnTo>
                  <a:lnTo>
                    <a:pt x="10311" y="19462"/>
                  </a:lnTo>
                  <a:lnTo>
                    <a:pt x="10118" y="20080"/>
                  </a:lnTo>
                  <a:lnTo>
                    <a:pt x="9886" y="20659"/>
                  </a:lnTo>
                  <a:lnTo>
                    <a:pt x="9538" y="21161"/>
                  </a:lnTo>
                  <a:lnTo>
                    <a:pt x="9384" y="21393"/>
                  </a:lnTo>
                  <a:lnTo>
                    <a:pt x="9152" y="21586"/>
                  </a:lnTo>
                  <a:lnTo>
                    <a:pt x="8959" y="21779"/>
                  </a:lnTo>
                  <a:lnTo>
                    <a:pt x="8728" y="21972"/>
                  </a:lnTo>
                  <a:lnTo>
                    <a:pt x="8496" y="22127"/>
                  </a:lnTo>
                  <a:lnTo>
                    <a:pt x="8226" y="22242"/>
                  </a:lnTo>
                  <a:lnTo>
                    <a:pt x="7955" y="22358"/>
                  </a:lnTo>
                  <a:lnTo>
                    <a:pt x="7685" y="22435"/>
                  </a:lnTo>
                  <a:lnTo>
                    <a:pt x="7415" y="22474"/>
                  </a:lnTo>
                  <a:lnTo>
                    <a:pt x="6797" y="22474"/>
                  </a:lnTo>
                  <a:lnTo>
                    <a:pt x="6488" y="22435"/>
                  </a:lnTo>
                  <a:lnTo>
                    <a:pt x="5909" y="22281"/>
                  </a:lnTo>
                  <a:lnTo>
                    <a:pt x="5407" y="22011"/>
                  </a:lnTo>
                  <a:lnTo>
                    <a:pt x="4905" y="21702"/>
                  </a:lnTo>
                  <a:lnTo>
                    <a:pt x="4480" y="21354"/>
                  </a:lnTo>
                  <a:lnTo>
                    <a:pt x="4094" y="20929"/>
                  </a:lnTo>
                  <a:lnTo>
                    <a:pt x="3785" y="20466"/>
                  </a:lnTo>
                  <a:lnTo>
                    <a:pt x="3476" y="19964"/>
                  </a:lnTo>
                  <a:lnTo>
                    <a:pt x="3244" y="19424"/>
                  </a:lnTo>
                  <a:lnTo>
                    <a:pt x="3051" y="18883"/>
                  </a:lnTo>
                  <a:lnTo>
                    <a:pt x="2897" y="18342"/>
                  </a:lnTo>
                  <a:lnTo>
                    <a:pt x="2781" y="17802"/>
                  </a:lnTo>
                  <a:lnTo>
                    <a:pt x="2704" y="17222"/>
                  </a:lnTo>
                  <a:lnTo>
                    <a:pt x="2588" y="16103"/>
                  </a:lnTo>
                  <a:lnTo>
                    <a:pt x="2511" y="14944"/>
                  </a:lnTo>
                  <a:lnTo>
                    <a:pt x="2511" y="13747"/>
                  </a:lnTo>
                  <a:lnTo>
                    <a:pt x="2549" y="12589"/>
                  </a:lnTo>
                  <a:lnTo>
                    <a:pt x="2665" y="11392"/>
                  </a:lnTo>
                  <a:lnTo>
                    <a:pt x="2819" y="10195"/>
                  </a:lnTo>
                  <a:lnTo>
                    <a:pt x="2974" y="9422"/>
                  </a:lnTo>
                  <a:lnTo>
                    <a:pt x="3128" y="8689"/>
                  </a:lnTo>
                  <a:lnTo>
                    <a:pt x="3283" y="7916"/>
                  </a:lnTo>
                  <a:lnTo>
                    <a:pt x="3515" y="7183"/>
                  </a:lnTo>
                  <a:lnTo>
                    <a:pt x="4132" y="7453"/>
                  </a:lnTo>
                  <a:lnTo>
                    <a:pt x="4827" y="7685"/>
                  </a:lnTo>
                  <a:lnTo>
                    <a:pt x="5522" y="7839"/>
                  </a:lnTo>
                  <a:lnTo>
                    <a:pt x="5909" y="7916"/>
                  </a:lnTo>
                  <a:lnTo>
                    <a:pt x="6256" y="7916"/>
                  </a:lnTo>
                  <a:lnTo>
                    <a:pt x="6604" y="7955"/>
                  </a:lnTo>
                  <a:lnTo>
                    <a:pt x="6990" y="7916"/>
                  </a:lnTo>
                  <a:lnTo>
                    <a:pt x="7299" y="7878"/>
                  </a:lnTo>
                  <a:lnTo>
                    <a:pt x="7646" y="7762"/>
                  </a:lnTo>
                  <a:lnTo>
                    <a:pt x="7955" y="7646"/>
                  </a:lnTo>
                  <a:lnTo>
                    <a:pt x="8264" y="7492"/>
                  </a:lnTo>
                  <a:lnTo>
                    <a:pt x="8573" y="7260"/>
                  </a:lnTo>
                  <a:lnTo>
                    <a:pt x="8805" y="7028"/>
                  </a:lnTo>
                  <a:close/>
                  <a:moveTo>
                    <a:pt x="8650" y="22474"/>
                  </a:moveTo>
                  <a:lnTo>
                    <a:pt x="8766" y="22822"/>
                  </a:lnTo>
                  <a:lnTo>
                    <a:pt x="8921" y="23169"/>
                  </a:lnTo>
                  <a:lnTo>
                    <a:pt x="8496" y="23401"/>
                  </a:lnTo>
                  <a:lnTo>
                    <a:pt x="8071" y="23555"/>
                  </a:lnTo>
                  <a:lnTo>
                    <a:pt x="7608" y="23633"/>
                  </a:lnTo>
                  <a:lnTo>
                    <a:pt x="7144" y="23671"/>
                  </a:lnTo>
                  <a:lnTo>
                    <a:pt x="6681" y="23633"/>
                  </a:lnTo>
                  <a:lnTo>
                    <a:pt x="6218" y="23517"/>
                  </a:lnTo>
                  <a:lnTo>
                    <a:pt x="5754" y="23362"/>
                  </a:lnTo>
                  <a:lnTo>
                    <a:pt x="5329" y="23131"/>
                  </a:lnTo>
                  <a:lnTo>
                    <a:pt x="5291" y="23131"/>
                  </a:lnTo>
                  <a:lnTo>
                    <a:pt x="5522" y="22474"/>
                  </a:lnTo>
                  <a:lnTo>
                    <a:pt x="5870" y="22629"/>
                  </a:lnTo>
                  <a:lnTo>
                    <a:pt x="6256" y="22783"/>
                  </a:lnTo>
                  <a:lnTo>
                    <a:pt x="6681" y="22860"/>
                  </a:lnTo>
                  <a:lnTo>
                    <a:pt x="7067" y="22899"/>
                  </a:lnTo>
                  <a:lnTo>
                    <a:pt x="7453" y="22860"/>
                  </a:lnTo>
                  <a:lnTo>
                    <a:pt x="7878" y="22822"/>
                  </a:lnTo>
                  <a:lnTo>
                    <a:pt x="8264" y="22667"/>
                  </a:lnTo>
                  <a:lnTo>
                    <a:pt x="8650" y="22474"/>
                  </a:lnTo>
                  <a:close/>
                  <a:moveTo>
                    <a:pt x="10890" y="16798"/>
                  </a:moveTo>
                  <a:lnTo>
                    <a:pt x="11392" y="17261"/>
                  </a:lnTo>
                  <a:lnTo>
                    <a:pt x="11933" y="17647"/>
                  </a:lnTo>
                  <a:lnTo>
                    <a:pt x="12512" y="18033"/>
                  </a:lnTo>
                  <a:lnTo>
                    <a:pt x="13091" y="18342"/>
                  </a:lnTo>
                  <a:lnTo>
                    <a:pt x="12937" y="19771"/>
                  </a:lnTo>
                  <a:lnTo>
                    <a:pt x="12821" y="21238"/>
                  </a:lnTo>
                  <a:lnTo>
                    <a:pt x="12705" y="24212"/>
                  </a:lnTo>
                  <a:lnTo>
                    <a:pt x="11894" y="23594"/>
                  </a:lnTo>
                  <a:lnTo>
                    <a:pt x="11044" y="23015"/>
                  </a:lnTo>
                  <a:lnTo>
                    <a:pt x="10813" y="22860"/>
                  </a:lnTo>
                  <a:lnTo>
                    <a:pt x="10620" y="22667"/>
                  </a:lnTo>
                  <a:lnTo>
                    <a:pt x="10581" y="22590"/>
                  </a:lnTo>
                  <a:lnTo>
                    <a:pt x="10542" y="22435"/>
                  </a:lnTo>
                  <a:lnTo>
                    <a:pt x="10542" y="22127"/>
                  </a:lnTo>
                  <a:lnTo>
                    <a:pt x="10542" y="21393"/>
                  </a:lnTo>
                  <a:lnTo>
                    <a:pt x="10504" y="20659"/>
                  </a:lnTo>
                  <a:lnTo>
                    <a:pt x="10504" y="20582"/>
                  </a:lnTo>
                  <a:lnTo>
                    <a:pt x="10465" y="20543"/>
                  </a:lnTo>
                  <a:lnTo>
                    <a:pt x="10388" y="20466"/>
                  </a:lnTo>
                  <a:lnTo>
                    <a:pt x="10542" y="19964"/>
                  </a:lnTo>
                  <a:lnTo>
                    <a:pt x="10697" y="19424"/>
                  </a:lnTo>
                  <a:lnTo>
                    <a:pt x="10774" y="18883"/>
                  </a:lnTo>
                  <a:lnTo>
                    <a:pt x="10851" y="18304"/>
                  </a:lnTo>
                  <a:lnTo>
                    <a:pt x="10890" y="17570"/>
                  </a:lnTo>
                  <a:lnTo>
                    <a:pt x="10890" y="16798"/>
                  </a:lnTo>
                  <a:close/>
                  <a:moveTo>
                    <a:pt x="5214" y="23324"/>
                  </a:moveTo>
                  <a:lnTo>
                    <a:pt x="5677" y="23594"/>
                  </a:lnTo>
                  <a:lnTo>
                    <a:pt x="6140" y="23826"/>
                  </a:lnTo>
                  <a:lnTo>
                    <a:pt x="6642" y="23941"/>
                  </a:lnTo>
                  <a:lnTo>
                    <a:pt x="7144" y="23980"/>
                  </a:lnTo>
                  <a:lnTo>
                    <a:pt x="7646" y="23980"/>
                  </a:lnTo>
                  <a:lnTo>
                    <a:pt x="8148" y="23864"/>
                  </a:lnTo>
                  <a:lnTo>
                    <a:pt x="8612" y="23710"/>
                  </a:lnTo>
                  <a:lnTo>
                    <a:pt x="9075" y="23439"/>
                  </a:lnTo>
                  <a:lnTo>
                    <a:pt x="9384" y="23903"/>
                  </a:lnTo>
                  <a:lnTo>
                    <a:pt x="8843" y="24173"/>
                  </a:lnTo>
                  <a:lnTo>
                    <a:pt x="8303" y="24366"/>
                  </a:lnTo>
                  <a:lnTo>
                    <a:pt x="7762" y="24482"/>
                  </a:lnTo>
                  <a:lnTo>
                    <a:pt x="7222" y="24521"/>
                  </a:lnTo>
                  <a:lnTo>
                    <a:pt x="6681" y="24521"/>
                  </a:lnTo>
                  <a:lnTo>
                    <a:pt x="6102" y="24443"/>
                  </a:lnTo>
                  <a:lnTo>
                    <a:pt x="5561" y="24289"/>
                  </a:lnTo>
                  <a:lnTo>
                    <a:pt x="4982" y="24096"/>
                  </a:lnTo>
                  <a:lnTo>
                    <a:pt x="5059" y="23903"/>
                  </a:lnTo>
                  <a:lnTo>
                    <a:pt x="5136" y="23710"/>
                  </a:lnTo>
                  <a:lnTo>
                    <a:pt x="5214" y="23324"/>
                  </a:lnTo>
                  <a:close/>
                  <a:moveTo>
                    <a:pt x="2356" y="17377"/>
                  </a:moveTo>
                  <a:lnTo>
                    <a:pt x="2433" y="17995"/>
                  </a:lnTo>
                  <a:lnTo>
                    <a:pt x="2588" y="18613"/>
                  </a:lnTo>
                  <a:lnTo>
                    <a:pt x="2781" y="19192"/>
                  </a:lnTo>
                  <a:lnTo>
                    <a:pt x="2974" y="19771"/>
                  </a:lnTo>
                  <a:lnTo>
                    <a:pt x="3244" y="20312"/>
                  </a:lnTo>
                  <a:lnTo>
                    <a:pt x="3244" y="20350"/>
                  </a:lnTo>
                  <a:lnTo>
                    <a:pt x="3206" y="21200"/>
                  </a:lnTo>
                  <a:lnTo>
                    <a:pt x="3244" y="22049"/>
                  </a:lnTo>
                  <a:lnTo>
                    <a:pt x="3283" y="22358"/>
                  </a:lnTo>
                  <a:lnTo>
                    <a:pt x="3321" y="22706"/>
                  </a:lnTo>
                  <a:lnTo>
                    <a:pt x="3321" y="23053"/>
                  </a:lnTo>
                  <a:lnTo>
                    <a:pt x="3321" y="23208"/>
                  </a:lnTo>
                  <a:lnTo>
                    <a:pt x="3283" y="23324"/>
                  </a:lnTo>
                  <a:lnTo>
                    <a:pt x="3167" y="23478"/>
                  </a:lnTo>
                  <a:lnTo>
                    <a:pt x="3051" y="23633"/>
                  </a:lnTo>
                  <a:lnTo>
                    <a:pt x="2704" y="23903"/>
                  </a:lnTo>
                  <a:lnTo>
                    <a:pt x="2009" y="24405"/>
                  </a:lnTo>
                  <a:lnTo>
                    <a:pt x="773" y="25409"/>
                  </a:lnTo>
                  <a:lnTo>
                    <a:pt x="811" y="24675"/>
                  </a:lnTo>
                  <a:lnTo>
                    <a:pt x="850" y="23941"/>
                  </a:lnTo>
                  <a:lnTo>
                    <a:pt x="811" y="23169"/>
                  </a:lnTo>
                  <a:lnTo>
                    <a:pt x="773" y="22435"/>
                  </a:lnTo>
                  <a:lnTo>
                    <a:pt x="657" y="21238"/>
                  </a:lnTo>
                  <a:lnTo>
                    <a:pt x="503" y="20466"/>
                  </a:lnTo>
                  <a:lnTo>
                    <a:pt x="425" y="20080"/>
                  </a:lnTo>
                  <a:lnTo>
                    <a:pt x="464" y="19694"/>
                  </a:lnTo>
                  <a:lnTo>
                    <a:pt x="503" y="19655"/>
                  </a:lnTo>
                  <a:lnTo>
                    <a:pt x="541" y="19578"/>
                  </a:lnTo>
                  <a:lnTo>
                    <a:pt x="541" y="19539"/>
                  </a:lnTo>
                  <a:lnTo>
                    <a:pt x="541" y="19462"/>
                  </a:lnTo>
                  <a:lnTo>
                    <a:pt x="1429" y="18420"/>
                  </a:lnTo>
                  <a:lnTo>
                    <a:pt x="2356" y="17377"/>
                  </a:lnTo>
                  <a:close/>
                  <a:moveTo>
                    <a:pt x="8148" y="24830"/>
                  </a:moveTo>
                  <a:lnTo>
                    <a:pt x="8148" y="25061"/>
                  </a:lnTo>
                  <a:lnTo>
                    <a:pt x="8226" y="25216"/>
                  </a:lnTo>
                  <a:lnTo>
                    <a:pt x="8071" y="25216"/>
                  </a:lnTo>
                  <a:lnTo>
                    <a:pt x="7955" y="25177"/>
                  </a:lnTo>
                  <a:lnTo>
                    <a:pt x="7878" y="25216"/>
                  </a:lnTo>
                  <a:lnTo>
                    <a:pt x="7839" y="25293"/>
                  </a:lnTo>
                  <a:lnTo>
                    <a:pt x="7839" y="25370"/>
                  </a:lnTo>
                  <a:lnTo>
                    <a:pt x="7994" y="25872"/>
                  </a:lnTo>
                  <a:lnTo>
                    <a:pt x="8110" y="26413"/>
                  </a:lnTo>
                  <a:lnTo>
                    <a:pt x="8187" y="26915"/>
                  </a:lnTo>
                  <a:lnTo>
                    <a:pt x="8226" y="27417"/>
                  </a:lnTo>
                  <a:lnTo>
                    <a:pt x="8226" y="27919"/>
                  </a:lnTo>
                  <a:lnTo>
                    <a:pt x="8226" y="28459"/>
                  </a:lnTo>
                  <a:lnTo>
                    <a:pt x="8148" y="28961"/>
                  </a:lnTo>
                  <a:lnTo>
                    <a:pt x="8071" y="29502"/>
                  </a:lnTo>
                  <a:lnTo>
                    <a:pt x="7762" y="29193"/>
                  </a:lnTo>
                  <a:lnTo>
                    <a:pt x="7453" y="28884"/>
                  </a:lnTo>
                  <a:lnTo>
                    <a:pt x="7260" y="28537"/>
                  </a:lnTo>
                  <a:lnTo>
                    <a:pt x="7067" y="28189"/>
                  </a:lnTo>
                  <a:lnTo>
                    <a:pt x="6951" y="27803"/>
                  </a:lnTo>
                  <a:lnTo>
                    <a:pt x="6874" y="27417"/>
                  </a:lnTo>
                  <a:lnTo>
                    <a:pt x="6835" y="26953"/>
                  </a:lnTo>
                  <a:lnTo>
                    <a:pt x="6835" y="26490"/>
                  </a:lnTo>
                  <a:lnTo>
                    <a:pt x="6874" y="26104"/>
                  </a:lnTo>
                  <a:lnTo>
                    <a:pt x="6874" y="25756"/>
                  </a:lnTo>
                  <a:lnTo>
                    <a:pt x="6835" y="25602"/>
                  </a:lnTo>
                  <a:lnTo>
                    <a:pt x="6758" y="25486"/>
                  </a:lnTo>
                  <a:lnTo>
                    <a:pt x="6642" y="25370"/>
                  </a:lnTo>
                  <a:lnTo>
                    <a:pt x="6488" y="25293"/>
                  </a:lnTo>
                  <a:lnTo>
                    <a:pt x="6604" y="25100"/>
                  </a:lnTo>
                  <a:lnTo>
                    <a:pt x="6720" y="24984"/>
                  </a:lnTo>
                  <a:lnTo>
                    <a:pt x="7106" y="24984"/>
                  </a:lnTo>
                  <a:lnTo>
                    <a:pt x="7453" y="24945"/>
                  </a:lnTo>
                  <a:lnTo>
                    <a:pt x="7801" y="24907"/>
                  </a:lnTo>
                  <a:lnTo>
                    <a:pt x="8148" y="24830"/>
                  </a:lnTo>
                  <a:close/>
                  <a:moveTo>
                    <a:pt x="8805" y="24637"/>
                  </a:moveTo>
                  <a:lnTo>
                    <a:pt x="9191" y="24984"/>
                  </a:lnTo>
                  <a:lnTo>
                    <a:pt x="9500" y="25409"/>
                  </a:lnTo>
                  <a:lnTo>
                    <a:pt x="9809" y="25795"/>
                  </a:lnTo>
                  <a:lnTo>
                    <a:pt x="10118" y="26258"/>
                  </a:lnTo>
                  <a:lnTo>
                    <a:pt x="9847" y="26220"/>
                  </a:lnTo>
                  <a:lnTo>
                    <a:pt x="9616" y="26104"/>
                  </a:lnTo>
                  <a:lnTo>
                    <a:pt x="9423" y="25949"/>
                  </a:lnTo>
                  <a:lnTo>
                    <a:pt x="9230" y="25756"/>
                  </a:lnTo>
                  <a:lnTo>
                    <a:pt x="9191" y="25679"/>
                  </a:lnTo>
                  <a:lnTo>
                    <a:pt x="8998" y="25679"/>
                  </a:lnTo>
                  <a:lnTo>
                    <a:pt x="8959" y="25718"/>
                  </a:lnTo>
                  <a:lnTo>
                    <a:pt x="8921" y="25795"/>
                  </a:lnTo>
                  <a:lnTo>
                    <a:pt x="8921" y="25834"/>
                  </a:lnTo>
                  <a:lnTo>
                    <a:pt x="8921" y="25911"/>
                  </a:lnTo>
                  <a:lnTo>
                    <a:pt x="9230" y="26490"/>
                  </a:lnTo>
                  <a:lnTo>
                    <a:pt x="9423" y="27069"/>
                  </a:lnTo>
                  <a:lnTo>
                    <a:pt x="9500" y="27378"/>
                  </a:lnTo>
                  <a:lnTo>
                    <a:pt x="9538" y="27687"/>
                  </a:lnTo>
                  <a:lnTo>
                    <a:pt x="9538" y="27996"/>
                  </a:lnTo>
                  <a:lnTo>
                    <a:pt x="9538" y="28344"/>
                  </a:lnTo>
                  <a:lnTo>
                    <a:pt x="9461" y="28923"/>
                  </a:lnTo>
                  <a:lnTo>
                    <a:pt x="9423" y="29232"/>
                  </a:lnTo>
                  <a:lnTo>
                    <a:pt x="9307" y="29579"/>
                  </a:lnTo>
                  <a:lnTo>
                    <a:pt x="9230" y="29888"/>
                  </a:lnTo>
                  <a:lnTo>
                    <a:pt x="9075" y="30158"/>
                  </a:lnTo>
                  <a:lnTo>
                    <a:pt x="8921" y="30429"/>
                  </a:lnTo>
                  <a:lnTo>
                    <a:pt x="8728" y="30660"/>
                  </a:lnTo>
                  <a:lnTo>
                    <a:pt x="8534" y="30776"/>
                  </a:lnTo>
                  <a:lnTo>
                    <a:pt x="8341" y="30853"/>
                  </a:lnTo>
                  <a:lnTo>
                    <a:pt x="8187" y="30853"/>
                  </a:lnTo>
                  <a:lnTo>
                    <a:pt x="7994" y="30776"/>
                  </a:lnTo>
                  <a:lnTo>
                    <a:pt x="7839" y="30699"/>
                  </a:lnTo>
                  <a:lnTo>
                    <a:pt x="7685" y="30583"/>
                  </a:lnTo>
                  <a:lnTo>
                    <a:pt x="7376" y="30274"/>
                  </a:lnTo>
                  <a:lnTo>
                    <a:pt x="6874" y="29772"/>
                  </a:lnTo>
                  <a:lnTo>
                    <a:pt x="6681" y="29502"/>
                  </a:lnTo>
                  <a:lnTo>
                    <a:pt x="6488" y="29193"/>
                  </a:lnTo>
                  <a:lnTo>
                    <a:pt x="6295" y="28846"/>
                  </a:lnTo>
                  <a:lnTo>
                    <a:pt x="6102" y="28459"/>
                  </a:lnTo>
                  <a:lnTo>
                    <a:pt x="5986" y="28073"/>
                  </a:lnTo>
                  <a:lnTo>
                    <a:pt x="5909" y="27687"/>
                  </a:lnTo>
                  <a:lnTo>
                    <a:pt x="5870" y="27262"/>
                  </a:lnTo>
                  <a:lnTo>
                    <a:pt x="5870" y="26876"/>
                  </a:lnTo>
                  <a:lnTo>
                    <a:pt x="5909" y="26490"/>
                  </a:lnTo>
                  <a:lnTo>
                    <a:pt x="6024" y="26065"/>
                  </a:lnTo>
                  <a:lnTo>
                    <a:pt x="6024" y="25949"/>
                  </a:lnTo>
                  <a:lnTo>
                    <a:pt x="5947" y="25911"/>
                  </a:lnTo>
                  <a:lnTo>
                    <a:pt x="5870" y="25872"/>
                  </a:lnTo>
                  <a:lnTo>
                    <a:pt x="5793" y="25872"/>
                  </a:lnTo>
                  <a:lnTo>
                    <a:pt x="5059" y="26220"/>
                  </a:lnTo>
                  <a:lnTo>
                    <a:pt x="5136" y="25834"/>
                  </a:lnTo>
                  <a:lnTo>
                    <a:pt x="5252" y="25447"/>
                  </a:lnTo>
                  <a:lnTo>
                    <a:pt x="5445" y="25100"/>
                  </a:lnTo>
                  <a:lnTo>
                    <a:pt x="5716" y="24752"/>
                  </a:lnTo>
                  <a:lnTo>
                    <a:pt x="6102" y="24868"/>
                  </a:lnTo>
                  <a:lnTo>
                    <a:pt x="6488" y="24945"/>
                  </a:lnTo>
                  <a:lnTo>
                    <a:pt x="6333" y="25100"/>
                  </a:lnTo>
                  <a:lnTo>
                    <a:pt x="6179" y="25293"/>
                  </a:lnTo>
                  <a:lnTo>
                    <a:pt x="6179" y="25370"/>
                  </a:lnTo>
                  <a:lnTo>
                    <a:pt x="6179" y="25447"/>
                  </a:lnTo>
                  <a:lnTo>
                    <a:pt x="6256" y="25486"/>
                  </a:lnTo>
                  <a:lnTo>
                    <a:pt x="6295" y="25486"/>
                  </a:lnTo>
                  <a:lnTo>
                    <a:pt x="6372" y="25525"/>
                  </a:lnTo>
                  <a:lnTo>
                    <a:pt x="6449" y="25602"/>
                  </a:lnTo>
                  <a:lnTo>
                    <a:pt x="6526" y="25795"/>
                  </a:lnTo>
                  <a:lnTo>
                    <a:pt x="6565" y="26104"/>
                  </a:lnTo>
                  <a:lnTo>
                    <a:pt x="6604" y="26451"/>
                  </a:lnTo>
                  <a:lnTo>
                    <a:pt x="6604" y="27146"/>
                  </a:lnTo>
                  <a:lnTo>
                    <a:pt x="6604" y="27610"/>
                  </a:lnTo>
                  <a:lnTo>
                    <a:pt x="6681" y="28073"/>
                  </a:lnTo>
                  <a:lnTo>
                    <a:pt x="6835" y="28498"/>
                  </a:lnTo>
                  <a:lnTo>
                    <a:pt x="7067" y="28923"/>
                  </a:lnTo>
                  <a:lnTo>
                    <a:pt x="7376" y="29309"/>
                  </a:lnTo>
                  <a:lnTo>
                    <a:pt x="7569" y="29463"/>
                  </a:lnTo>
                  <a:lnTo>
                    <a:pt x="7762" y="29618"/>
                  </a:lnTo>
                  <a:lnTo>
                    <a:pt x="7955" y="29734"/>
                  </a:lnTo>
                  <a:lnTo>
                    <a:pt x="8187" y="29849"/>
                  </a:lnTo>
                  <a:lnTo>
                    <a:pt x="8264" y="29849"/>
                  </a:lnTo>
                  <a:lnTo>
                    <a:pt x="8303" y="29811"/>
                  </a:lnTo>
                  <a:lnTo>
                    <a:pt x="8303" y="29734"/>
                  </a:lnTo>
                  <a:lnTo>
                    <a:pt x="8303" y="29695"/>
                  </a:lnTo>
                  <a:lnTo>
                    <a:pt x="8303" y="29656"/>
                  </a:lnTo>
                  <a:lnTo>
                    <a:pt x="8419" y="29154"/>
                  </a:lnTo>
                  <a:lnTo>
                    <a:pt x="8496" y="28614"/>
                  </a:lnTo>
                  <a:lnTo>
                    <a:pt x="8534" y="28112"/>
                  </a:lnTo>
                  <a:lnTo>
                    <a:pt x="8534" y="27571"/>
                  </a:lnTo>
                  <a:lnTo>
                    <a:pt x="8534" y="27069"/>
                  </a:lnTo>
                  <a:lnTo>
                    <a:pt x="8457" y="26567"/>
                  </a:lnTo>
                  <a:lnTo>
                    <a:pt x="8341" y="26027"/>
                  </a:lnTo>
                  <a:lnTo>
                    <a:pt x="8187" y="25525"/>
                  </a:lnTo>
                  <a:lnTo>
                    <a:pt x="8534" y="25525"/>
                  </a:lnTo>
                  <a:lnTo>
                    <a:pt x="8612" y="25486"/>
                  </a:lnTo>
                  <a:lnTo>
                    <a:pt x="8650" y="25409"/>
                  </a:lnTo>
                  <a:lnTo>
                    <a:pt x="8650" y="25370"/>
                  </a:lnTo>
                  <a:lnTo>
                    <a:pt x="8612" y="25293"/>
                  </a:lnTo>
                  <a:lnTo>
                    <a:pt x="8380" y="24791"/>
                  </a:lnTo>
                  <a:lnTo>
                    <a:pt x="8805" y="24637"/>
                  </a:lnTo>
                  <a:close/>
                  <a:moveTo>
                    <a:pt x="6449" y="0"/>
                  </a:moveTo>
                  <a:lnTo>
                    <a:pt x="6411" y="39"/>
                  </a:lnTo>
                  <a:lnTo>
                    <a:pt x="6411" y="116"/>
                  </a:lnTo>
                  <a:lnTo>
                    <a:pt x="6333" y="116"/>
                  </a:lnTo>
                  <a:lnTo>
                    <a:pt x="6295" y="193"/>
                  </a:lnTo>
                  <a:lnTo>
                    <a:pt x="5600" y="1275"/>
                  </a:lnTo>
                  <a:lnTo>
                    <a:pt x="4943" y="2433"/>
                  </a:lnTo>
                  <a:lnTo>
                    <a:pt x="4403" y="3591"/>
                  </a:lnTo>
                  <a:lnTo>
                    <a:pt x="3901" y="4827"/>
                  </a:lnTo>
                  <a:lnTo>
                    <a:pt x="3437" y="6063"/>
                  </a:lnTo>
                  <a:lnTo>
                    <a:pt x="3090" y="7298"/>
                  </a:lnTo>
                  <a:lnTo>
                    <a:pt x="2742" y="8573"/>
                  </a:lnTo>
                  <a:lnTo>
                    <a:pt x="2511" y="9847"/>
                  </a:lnTo>
                  <a:lnTo>
                    <a:pt x="2317" y="11160"/>
                  </a:lnTo>
                  <a:lnTo>
                    <a:pt x="2202" y="12473"/>
                  </a:lnTo>
                  <a:lnTo>
                    <a:pt x="2163" y="13786"/>
                  </a:lnTo>
                  <a:lnTo>
                    <a:pt x="2163" y="15099"/>
                  </a:lnTo>
                  <a:lnTo>
                    <a:pt x="2202" y="16103"/>
                  </a:lnTo>
                  <a:lnTo>
                    <a:pt x="2317" y="17107"/>
                  </a:lnTo>
                  <a:lnTo>
                    <a:pt x="1661" y="17609"/>
                  </a:lnTo>
                  <a:lnTo>
                    <a:pt x="1082" y="18188"/>
                  </a:lnTo>
                  <a:lnTo>
                    <a:pt x="541" y="18806"/>
                  </a:lnTo>
                  <a:lnTo>
                    <a:pt x="39" y="19462"/>
                  </a:lnTo>
                  <a:lnTo>
                    <a:pt x="1" y="19501"/>
                  </a:lnTo>
                  <a:lnTo>
                    <a:pt x="1" y="19578"/>
                  </a:lnTo>
                  <a:lnTo>
                    <a:pt x="78" y="19694"/>
                  </a:lnTo>
                  <a:lnTo>
                    <a:pt x="39" y="19964"/>
                  </a:lnTo>
                  <a:lnTo>
                    <a:pt x="39" y="20273"/>
                  </a:lnTo>
                  <a:lnTo>
                    <a:pt x="39" y="20543"/>
                  </a:lnTo>
                  <a:lnTo>
                    <a:pt x="78" y="20852"/>
                  </a:lnTo>
                  <a:lnTo>
                    <a:pt x="194" y="21431"/>
                  </a:lnTo>
                  <a:lnTo>
                    <a:pt x="309" y="22011"/>
                  </a:lnTo>
                  <a:lnTo>
                    <a:pt x="387" y="22899"/>
                  </a:lnTo>
                  <a:lnTo>
                    <a:pt x="425" y="23748"/>
                  </a:lnTo>
                  <a:lnTo>
                    <a:pt x="425" y="24637"/>
                  </a:lnTo>
                  <a:lnTo>
                    <a:pt x="387" y="25486"/>
                  </a:lnTo>
                  <a:lnTo>
                    <a:pt x="387" y="25602"/>
                  </a:lnTo>
                  <a:lnTo>
                    <a:pt x="464" y="25640"/>
                  </a:lnTo>
                  <a:lnTo>
                    <a:pt x="503" y="25679"/>
                  </a:lnTo>
                  <a:lnTo>
                    <a:pt x="580" y="25679"/>
                  </a:lnTo>
                  <a:lnTo>
                    <a:pt x="618" y="25756"/>
                  </a:lnTo>
                  <a:lnTo>
                    <a:pt x="696" y="25795"/>
                  </a:lnTo>
                  <a:lnTo>
                    <a:pt x="811" y="25795"/>
                  </a:lnTo>
                  <a:lnTo>
                    <a:pt x="1584" y="25254"/>
                  </a:lnTo>
                  <a:lnTo>
                    <a:pt x="2279" y="24714"/>
                  </a:lnTo>
                  <a:lnTo>
                    <a:pt x="3746" y="23594"/>
                  </a:lnTo>
                  <a:lnTo>
                    <a:pt x="3785" y="23478"/>
                  </a:lnTo>
                  <a:lnTo>
                    <a:pt x="3785" y="23362"/>
                  </a:lnTo>
                  <a:lnTo>
                    <a:pt x="3630" y="22088"/>
                  </a:lnTo>
                  <a:lnTo>
                    <a:pt x="3592" y="20814"/>
                  </a:lnTo>
                  <a:lnTo>
                    <a:pt x="3939" y="21277"/>
                  </a:lnTo>
                  <a:lnTo>
                    <a:pt x="4364" y="21663"/>
                  </a:lnTo>
                  <a:lnTo>
                    <a:pt x="4789" y="22049"/>
                  </a:lnTo>
                  <a:lnTo>
                    <a:pt x="5252" y="22358"/>
                  </a:lnTo>
                  <a:lnTo>
                    <a:pt x="5059" y="22744"/>
                  </a:lnTo>
                  <a:lnTo>
                    <a:pt x="4866" y="23169"/>
                  </a:lnTo>
                  <a:lnTo>
                    <a:pt x="4712" y="23633"/>
                  </a:lnTo>
                  <a:lnTo>
                    <a:pt x="4673" y="23864"/>
                  </a:lnTo>
                  <a:lnTo>
                    <a:pt x="4712" y="24096"/>
                  </a:lnTo>
                  <a:lnTo>
                    <a:pt x="4750" y="24173"/>
                  </a:lnTo>
                  <a:lnTo>
                    <a:pt x="4789" y="24212"/>
                  </a:lnTo>
                  <a:lnTo>
                    <a:pt x="4827" y="24250"/>
                  </a:lnTo>
                  <a:lnTo>
                    <a:pt x="4866" y="24328"/>
                  </a:lnTo>
                  <a:lnTo>
                    <a:pt x="5175" y="24521"/>
                  </a:lnTo>
                  <a:lnTo>
                    <a:pt x="5484" y="24675"/>
                  </a:lnTo>
                  <a:lnTo>
                    <a:pt x="5329" y="24868"/>
                  </a:lnTo>
                  <a:lnTo>
                    <a:pt x="5175" y="25061"/>
                  </a:lnTo>
                  <a:lnTo>
                    <a:pt x="5020" y="25254"/>
                  </a:lnTo>
                  <a:lnTo>
                    <a:pt x="4905" y="25486"/>
                  </a:lnTo>
                  <a:lnTo>
                    <a:pt x="4827" y="25718"/>
                  </a:lnTo>
                  <a:lnTo>
                    <a:pt x="4750" y="25949"/>
                  </a:lnTo>
                  <a:lnTo>
                    <a:pt x="4712" y="26220"/>
                  </a:lnTo>
                  <a:lnTo>
                    <a:pt x="4712" y="26490"/>
                  </a:lnTo>
                  <a:lnTo>
                    <a:pt x="4712" y="26567"/>
                  </a:lnTo>
                  <a:lnTo>
                    <a:pt x="4789" y="26644"/>
                  </a:lnTo>
                  <a:lnTo>
                    <a:pt x="4943" y="26644"/>
                  </a:lnTo>
                  <a:lnTo>
                    <a:pt x="5638" y="26297"/>
                  </a:lnTo>
                  <a:lnTo>
                    <a:pt x="5638" y="26297"/>
                  </a:lnTo>
                  <a:lnTo>
                    <a:pt x="5561" y="26722"/>
                  </a:lnTo>
                  <a:lnTo>
                    <a:pt x="5561" y="27146"/>
                  </a:lnTo>
                  <a:lnTo>
                    <a:pt x="5561" y="27533"/>
                  </a:lnTo>
                  <a:lnTo>
                    <a:pt x="5638" y="27957"/>
                  </a:lnTo>
                  <a:lnTo>
                    <a:pt x="5716" y="28344"/>
                  </a:lnTo>
                  <a:lnTo>
                    <a:pt x="5870" y="28730"/>
                  </a:lnTo>
                  <a:lnTo>
                    <a:pt x="6063" y="29116"/>
                  </a:lnTo>
                  <a:lnTo>
                    <a:pt x="6256" y="29463"/>
                  </a:lnTo>
                  <a:lnTo>
                    <a:pt x="6642" y="30004"/>
                  </a:lnTo>
                  <a:lnTo>
                    <a:pt x="6913" y="30351"/>
                  </a:lnTo>
                  <a:lnTo>
                    <a:pt x="7183" y="30660"/>
                  </a:lnTo>
                  <a:lnTo>
                    <a:pt x="7530" y="30969"/>
                  </a:lnTo>
                  <a:lnTo>
                    <a:pt x="7839" y="31162"/>
                  </a:lnTo>
                  <a:lnTo>
                    <a:pt x="7994" y="31240"/>
                  </a:lnTo>
                  <a:lnTo>
                    <a:pt x="8148" y="31317"/>
                  </a:lnTo>
                  <a:lnTo>
                    <a:pt x="8303" y="31317"/>
                  </a:lnTo>
                  <a:lnTo>
                    <a:pt x="8457" y="31278"/>
                  </a:lnTo>
                  <a:lnTo>
                    <a:pt x="8612" y="31240"/>
                  </a:lnTo>
                  <a:lnTo>
                    <a:pt x="8766" y="31162"/>
                  </a:lnTo>
                  <a:lnTo>
                    <a:pt x="8998" y="30892"/>
                  </a:lnTo>
                  <a:lnTo>
                    <a:pt x="9230" y="30583"/>
                  </a:lnTo>
                  <a:lnTo>
                    <a:pt x="9423" y="30236"/>
                  </a:lnTo>
                  <a:lnTo>
                    <a:pt x="9577" y="29849"/>
                  </a:lnTo>
                  <a:lnTo>
                    <a:pt x="9693" y="29463"/>
                  </a:lnTo>
                  <a:lnTo>
                    <a:pt x="9847" y="28807"/>
                  </a:lnTo>
                  <a:lnTo>
                    <a:pt x="9886" y="28228"/>
                  </a:lnTo>
                  <a:lnTo>
                    <a:pt x="9847" y="27610"/>
                  </a:lnTo>
                  <a:lnTo>
                    <a:pt x="9770" y="27031"/>
                  </a:lnTo>
                  <a:lnTo>
                    <a:pt x="9577" y="26490"/>
                  </a:lnTo>
                  <a:lnTo>
                    <a:pt x="9770" y="26529"/>
                  </a:lnTo>
                  <a:lnTo>
                    <a:pt x="9963" y="26567"/>
                  </a:lnTo>
                  <a:lnTo>
                    <a:pt x="10156" y="26606"/>
                  </a:lnTo>
                  <a:lnTo>
                    <a:pt x="10388" y="26606"/>
                  </a:lnTo>
                  <a:lnTo>
                    <a:pt x="10465" y="26567"/>
                  </a:lnTo>
                  <a:lnTo>
                    <a:pt x="10542" y="26529"/>
                  </a:lnTo>
                  <a:lnTo>
                    <a:pt x="10542" y="26451"/>
                  </a:lnTo>
                  <a:lnTo>
                    <a:pt x="10542" y="26336"/>
                  </a:lnTo>
                  <a:lnTo>
                    <a:pt x="10233" y="25834"/>
                  </a:lnTo>
                  <a:lnTo>
                    <a:pt x="9925" y="25332"/>
                  </a:lnTo>
                  <a:lnTo>
                    <a:pt x="9538" y="24868"/>
                  </a:lnTo>
                  <a:lnTo>
                    <a:pt x="9114" y="24482"/>
                  </a:lnTo>
                  <a:lnTo>
                    <a:pt x="9616" y="24135"/>
                  </a:lnTo>
                  <a:lnTo>
                    <a:pt x="9693" y="24057"/>
                  </a:lnTo>
                  <a:lnTo>
                    <a:pt x="9732" y="23980"/>
                  </a:lnTo>
                  <a:lnTo>
                    <a:pt x="9770" y="23941"/>
                  </a:lnTo>
                  <a:lnTo>
                    <a:pt x="9732" y="23864"/>
                  </a:lnTo>
                  <a:lnTo>
                    <a:pt x="9307" y="23092"/>
                  </a:lnTo>
                  <a:lnTo>
                    <a:pt x="9114" y="22706"/>
                  </a:lnTo>
                  <a:lnTo>
                    <a:pt x="8959" y="22281"/>
                  </a:lnTo>
                  <a:lnTo>
                    <a:pt x="9114" y="22204"/>
                  </a:lnTo>
                  <a:lnTo>
                    <a:pt x="9423" y="21933"/>
                  </a:lnTo>
                  <a:lnTo>
                    <a:pt x="9693" y="21625"/>
                  </a:lnTo>
                  <a:lnTo>
                    <a:pt x="9925" y="21316"/>
                  </a:lnTo>
                  <a:lnTo>
                    <a:pt x="10118" y="20968"/>
                  </a:lnTo>
                  <a:lnTo>
                    <a:pt x="10118" y="21895"/>
                  </a:lnTo>
                  <a:lnTo>
                    <a:pt x="10040" y="22822"/>
                  </a:lnTo>
                  <a:lnTo>
                    <a:pt x="10079" y="22899"/>
                  </a:lnTo>
                  <a:lnTo>
                    <a:pt x="10156" y="22976"/>
                  </a:lnTo>
                  <a:lnTo>
                    <a:pt x="10813" y="23401"/>
                  </a:lnTo>
                  <a:lnTo>
                    <a:pt x="11469" y="23826"/>
                  </a:lnTo>
                  <a:lnTo>
                    <a:pt x="12126" y="24289"/>
                  </a:lnTo>
                  <a:lnTo>
                    <a:pt x="12743" y="24752"/>
                  </a:lnTo>
                  <a:lnTo>
                    <a:pt x="12859" y="24830"/>
                  </a:lnTo>
                  <a:lnTo>
                    <a:pt x="12975" y="24791"/>
                  </a:lnTo>
                  <a:lnTo>
                    <a:pt x="13052" y="24752"/>
                  </a:lnTo>
                  <a:lnTo>
                    <a:pt x="13091" y="24637"/>
                  </a:lnTo>
                  <a:lnTo>
                    <a:pt x="13323" y="21393"/>
                  </a:lnTo>
                  <a:lnTo>
                    <a:pt x="13400" y="19771"/>
                  </a:lnTo>
                  <a:lnTo>
                    <a:pt x="13439" y="18960"/>
                  </a:lnTo>
                  <a:lnTo>
                    <a:pt x="13400" y="18188"/>
                  </a:lnTo>
                  <a:lnTo>
                    <a:pt x="13361" y="18072"/>
                  </a:lnTo>
                  <a:lnTo>
                    <a:pt x="13323" y="18033"/>
                  </a:lnTo>
                  <a:lnTo>
                    <a:pt x="13284" y="18033"/>
                  </a:lnTo>
                  <a:lnTo>
                    <a:pt x="12975" y="17802"/>
                  </a:lnTo>
                  <a:lnTo>
                    <a:pt x="12666" y="17609"/>
                  </a:lnTo>
                  <a:lnTo>
                    <a:pt x="11971" y="17184"/>
                  </a:lnTo>
                  <a:lnTo>
                    <a:pt x="10890" y="16412"/>
                  </a:lnTo>
                  <a:lnTo>
                    <a:pt x="10813" y="15485"/>
                  </a:lnTo>
                  <a:lnTo>
                    <a:pt x="10735" y="14558"/>
                  </a:lnTo>
                  <a:lnTo>
                    <a:pt x="10620" y="13631"/>
                  </a:lnTo>
                  <a:lnTo>
                    <a:pt x="10504" y="12705"/>
                  </a:lnTo>
                  <a:lnTo>
                    <a:pt x="10233" y="11121"/>
                  </a:lnTo>
                  <a:lnTo>
                    <a:pt x="9886" y="9538"/>
                  </a:lnTo>
                  <a:lnTo>
                    <a:pt x="9500" y="7955"/>
                  </a:lnTo>
                  <a:lnTo>
                    <a:pt x="9036" y="6410"/>
                  </a:lnTo>
                  <a:lnTo>
                    <a:pt x="8534" y="4866"/>
                  </a:lnTo>
                  <a:lnTo>
                    <a:pt x="7994" y="3321"/>
                  </a:lnTo>
                  <a:lnTo>
                    <a:pt x="7415" y="1815"/>
                  </a:lnTo>
                  <a:lnTo>
                    <a:pt x="6835" y="309"/>
                  </a:lnTo>
                  <a:lnTo>
                    <a:pt x="6797" y="232"/>
                  </a:lnTo>
                  <a:lnTo>
                    <a:pt x="6720" y="193"/>
                  </a:lnTo>
                  <a:lnTo>
                    <a:pt x="6642" y="155"/>
                  </a:lnTo>
                  <a:lnTo>
                    <a:pt x="6604" y="39"/>
                  </a:lnTo>
                  <a:lnTo>
                    <a:pt x="652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6" name="Google Shape;5696;p22"/>
            <p:cNvSpPr/>
            <p:nvPr/>
          </p:nvSpPr>
          <p:spPr>
            <a:xfrm>
              <a:off x="6111425" y="3973925"/>
              <a:ext cx="42500" cy="41525"/>
            </a:xfrm>
            <a:custGeom>
              <a:avLst/>
              <a:gdLst/>
              <a:ahLst/>
              <a:cxnLst/>
              <a:rect l="l" t="t" r="r" b="b"/>
              <a:pathLst>
                <a:path w="1700" h="1661" extrusionOk="0">
                  <a:moveTo>
                    <a:pt x="1043" y="387"/>
                  </a:moveTo>
                  <a:lnTo>
                    <a:pt x="1121" y="425"/>
                  </a:lnTo>
                  <a:lnTo>
                    <a:pt x="1198" y="464"/>
                  </a:lnTo>
                  <a:lnTo>
                    <a:pt x="1237" y="541"/>
                  </a:lnTo>
                  <a:lnTo>
                    <a:pt x="1314" y="734"/>
                  </a:lnTo>
                  <a:lnTo>
                    <a:pt x="1314" y="927"/>
                  </a:lnTo>
                  <a:lnTo>
                    <a:pt x="1237" y="1120"/>
                  </a:lnTo>
                  <a:lnTo>
                    <a:pt x="1159" y="1198"/>
                  </a:lnTo>
                  <a:lnTo>
                    <a:pt x="1082" y="1236"/>
                  </a:lnTo>
                  <a:lnTo>
                    <a:pt x="889" y="1275"/>
                  </a:lnTo>
                  <a:lnTo>
                    <a:pt x="696" y="1236"/>
                  </a:lnTo>
                  <a:lnTo>
                    <a:pt x="541" y="1159"/>
                  </a:lnTo>
                  <a:lnTo>
                    <a:pt x="464" y="1082"/>
                  </a:lnTo>
                  <a:lnTo>
                    <a:pt x="426" y="1004"/>
                  </a:lnTo>
                  <a:lnTo>
                    <a:pt x="387" y="889"/>
                  </a:lnTo>
                  <a:lnTo>
                    <a:pt x="387" y="773"/>
                  </a:lnTo>
                  <a:lnTo>
                    <a:pt x="464" y="580"/>
                  </a:lnTo>
                  <a:lnTo>
                    <a:pt x="541" y="580"/>
                  </a:lnTo>
                  <a:lnTo>
                    <a:pt x="619" y="541"/>
                  </a:lnTo>
                  <a:lnTo>
                    <a:pt x="773" y="425"/>
                  </a:lnTo>
                  <a:lnTo>
                    <a:pt x="928" y="387"/>
                  </a:lnTo>
                  <a:close/>
                  <a:moveTo>
                    <a:pt x="889" y="0"/>
                  </a:moveTo>
                  <a:lnTo>
                    <a:pt x="735" y="39"/>
                  </a:lnTo>
                  <a:lnTo>
                    <a:pt x="619" y="78"/>
                  </a:lnTo>
                  <a:lnTo>
                    <a:pt x="503" y="155"/>
                  </a:lnTo>
                  <a:lnTo>
                    <a:pt x="348" y="232"/>
                  </a:lnTo>
                  <a:lnTo>
                    <a:pt x="233" y="309"/>
                  </a:lnTo>
                  <a:lnTo>
                    <a:pt x="155" y="464"/>
                  </a:lnTo>
                  <a:lnTo>
                    <a:pt x="78" y="580"/>
                  </a:lnTo>
                  <a:lnTo>
                    <a:pt x="39" y="734"/>
                  </a:lnTo>
                  <a:lnTo>
                    <a:pt x="1" y="889"/>
                  </a:lnTo>
                  <a:lnTo>
                    <a:pt x="39" y="1043"/>
                  </a:lnTo>
                  <a:lnTo>
                    <a:pt x="78" y="1198"/>
                  </a:lnTo>
                  <a:lnTo>
                    <a:pt x="194" y="1352"/>
                  </a:lnTo>
                  <a:lnTo>
                    <a:pt x="310" y="1468"/>
                  </a:lnTo>
                  <a:lnTo>
                    <a:pt x="464" y="1584"/>
                  </a:lnTo>
                  <a:lnTo>
                    <a:pt x="657" y="1661"/>
                  </a:lnTo>
                  <a:lnTo>
                    <a:pt x="1005" y="1661"/>
                  </a:lnTo>
                  <a:lnTo>
                    <a:pt x="1198" y="1622"/>
                  </a:lnTo>
                  <a:lnTo>
                    <a:pt x="1352" y="1545"/>
                  </a:lnTo>
                  <a:lnTo>
                    <a:pt x="1507" y="1429"/>
                  </a:lnTo>
                  <a:lnTo>
                    <a:pt x="1584" y="1275"/>
                  </a:lnTo>
                  <a:lnTo>
                    <a:pt x="1661" y="1120"/>
                  </a:lnTo>
                  <a:lnTo>
                    <a:pt x="1700" y="927"/>
                  </a:lnTo>
                  <a:lnTo>
                    <a:pt x="1700" y="734"/>
                  </a:lnTo>
                  <a:lnTo>
                    <a:pt x="1661" y="580"/>
                  </a:lnTo>
                  <a:lnTo>
                    <a:pt x="1584" y="387"/>
                  </a:lnTo>
                  <a:lnTo>
                    <a:pt x="1507" y="271"/>
                  </a:lnTo>
                  <a:lnTo>
                    <a:pt x="1391" y="194"/>
                  </a:lnTo>
                  <a:lnTo>
                    <a:pt x="1275" y="116"/>
                  </a:lnTo>
                  <a:lnTo>
                    <a:pt x="1005" y="39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7" name="Google Shape;5697;p22"/>
            <p:cNvSpPr/>
            <p:nvPr/>
          </p:nvSpPr>
          <p:spPr>
            <a:xfrm>
              <a:off x="5921250" y="4000950"/>
              <a:ext cx="123600" cy="97525"/>
            </a:xfrm>
            <a:custGeom>
              <a:avLst/>
              <a:gdLst/>
              <a:ahLst/>
              <a:cxnLst/>
              <a:rect l="l" t="t" r="r" b="b"/>
              <a:pathLst>
                <a:path w="4944" h="3901" extrusionOk="0">
                  <a:moveTo>
                    <a:pt x="232" y="1"/>
                  </a:moveTo>
                  <a:lnTo>
                    <a:pt x="117" y="39"/>
                  </a:lnTo>
                  <a:lnTo>
                    <a:pt x="1" y="155"/>
                  </a:lnTo>
                  <a:lnTo>
                    <a:pt x="1" y="271"/>
                  </a:lnTo>
                  <a:lnTo>
                    <a:pt x="1" y="387"/>
                  </a:lnTo>
                  <a:lnTo>
                    <a:pt x="310" y="889"/>
                  </a:lnTo>
                  <a:lnTo>
                    <a:pt x="657" y="1391"/>
                  </a:lnTo>
                  <a:lnTo>
                    <a:pt x="1005" y="1893"/>
                  </a:lnTo>
                  <a:lnTo>
                    <a:pt x="1352" y="2356"/>
                  </a:lnTo>
                  <a:lnTo>
                    <a:pt x="1777" y="2781"/>
                  </a:lnTo>
                  <a:lnTo>
                    <a:pt x="2202" y="3206"/>
                  </a:lnTo>
                  <a:lnTo>
                    <a:pt x="2665" y="3592"/>
                  </a:lnTo>
                  <a:lnTo>
                    <a:pt x="3167" y="3901"/>
                  </a:lnTo>
                  <a:lnTo>
                    <a:pt x="3515" y="3785"/>
                  </a:lnTo>
                  <a:lnTo>
                    <a:pt x="2742" y="3013"/>
                  </a:lnTo>
                  <a:lnTo>
                    <a:pt x="2009" y="2240"/>
                  </a:lnTo>
                  <a:lnTo>
                    <a:pt x="1314" y="1429"/>
                  </a:lnTo>
                  <a:lnTo>
                    <a:pt x="1005" y="1005"/>
                  </a:lnTo>
                  <a:lnTo>
                    <a:pt x="696" y="580"/>
                  </a:lnTo>
                  <a:lnTo>
                    <a:pt x="1584" y="696"/>
                  </a:lnTo>
                  <a:lnTo>
                    <a:pt x="2472" y="889"/>
                  </a:lnTo>
                  <a:lnTo>
                    <a:pt x="2974" y="1043"/>
                  </a:lnTo>
                  <a:lnTo>
                    <a:pt x="3476" y="1236"/>
                  </a:lnTo>
                  <a:lnTo>
                    <a:pt x="3978" y="1391"/>
                  </a:lnTo>
                  <a:lnTo>
                    <a:pt x="4480" y="1507"/>
                  </a:lnTo>
                  <a:lnTo>
                    <a:pt x="4557" y="1507"/>
                  </a:lnTo>
                  <a:lnTo>
                    <a:pt x="4635" y="1584"/>
                  </a:lnTo>
                  <a:lnTo>
                    <a:pt x="4789" y="1584"/>
                  </a:lnTo>
                  <a:lnTo>
                    <a:pt x="4866" y="1507"/>
                  </a:lnTo>
                  <a:lnTo>
                    <a:pt x="4943" y="1429"/>
                  </a:lnTo>
                  <a:lnTo>
                    <a:pt x="4596" y="1159"/>
                  </a:lnTo>
                  <a:lnTo>
                    <a:pt x="4133" y="889"/>
                  </a:lnTo>
                  <a:lnTo>
                    <a:pt x="3592" y="657"/>
                  </a:lnTo>
                  <a:lnTo>
                    <a:pt x="3051" y="464"/>
                  </a:lnTo>
                  <a:lnTo>
                    <a:pt x="2511" y="310"/>
                  </a:lnTo>
                  <a:lnTo>
                    <a:pt x="1893" y="194"/>
                  </a:lnTo>
                  <a:lnTo>
                    <a:pt x="1314" y="117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8" name="Google Shape;5698;p22"/>
            <p:cNvSpPr/>
            <p:nvPr/>
          </p:nvSpPr>
          <p:spPr>
            <a:xfrm>
              <a:off x="6044825" y="4051150"/>
              <a:ext cx="126475" cy="70500"/>
            </a:xfrm>
            <a:custGeom>
              <a:avLst/>
              <a:gdLst/>
              <a:ahLst/>
              <a:cxnLst/>
              <a:rect l="l" t="t" r="r" b="b"/>
              <a:pathLst>
                <a:path w="5059" h="2820" extrusionOk="0">
                  <a:moveTo>
                    <a:pt x="4905" y="1"/>
                  </a:moveTo>
                  <a:lnTo>
                    <a:pt x="3823" y="657"/>
                  </a:lnTo>
                  <a:lnTo>
                    <a:pt x="3283" y="966"/>
                  </a:lnTo>
                  <a:lnTo>
                    <a:pt x="2742" y="1275"/>
                  </a:lnTo>
                  <a:lnTo>
                    <a:pt x="2086" y="1584"/>
                  </a:lnTo>
                  <a:lnTo>
                    <a:pt x="1429" y="1854"/>
                  </a:lnTo>
                  <a:lnTo>
                    <a:pt x="773" y="2124"/>
                  </a:lnTo>
                  <a:lnTo>
                    <a:pt x="116" y="2433"/>
                  </a:lnTo>
                  <a:lnTo>
                    <a:pt x="39" y="2511"/>
                  </a:lnTo>
                  <a:lnTo>
                    <a:pt x="0" y="2588"/>
                  </a:lnTo>
                  <a:lnTo>
                    <a:pt x="39" y="2704"/>
                  </a:lnTo>
                  <a:lnTo>
                    <a:pt x="116" y="2781"/>
                  </a:lnTo>
                  <a:lnTo>
                    <a:pt x="387" y="2820"/>
                  </a:lnTo>
                  <a:lnTo>
                    <a:pt x="1082" y="2626"/>
                  </a:lnTo>
                  <a:lnTo>
                    <a:pt x="1738" y="2356"/>
                  </a:lnTo>
                  <a:lnTo>
                    <a:pt x="2395" y="2047"/>
                  </a:lnTo>
                  <a:lnTo>
                    <a:pt x="2974" y="1738"/>
                  </a:lnTo>
                  <a:lnTo>
                    <a:pt x="3553" y="1429"/>
                  </a:lnTo>
                  <a:lnTo>
                    <a:pt x="4094" y="1121"/>
                  </a:lnTo>
                  <a:lnTo>
                    <a:pt x="4596" y="734"/>
                  </a:lnTo>
                  <a:lnTo>
                    <a:pt x="5059" y="348"/>
                  </a:lnTo>
                  <a:lnTo>
                    <a:pt x="490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9" name="Google Shape;5699;p22"/>
            <p:cNvSpPr/>
            <p:nvPr/>
          </p:nvSpPr>
          <p:spPr>
            <a:xfrm>
              <a:off x="1792350" y="4089775"/>
              <a:ext cx="345650" cy="269350"/>
            </a:xfrm>
            <a:custGeom>
              <a:avLst/>
              <a:gdLst/>
              <a:ahLst/>
              <a:cxnLst/>
              <a:rect l="l" t="t" r="r" b="b"/>
              <a:pathLst>
                <a:path w="13826" h="10774" extrusionOk="0">
                  <a:moveTo>
                    <a:pt x="3438" y="1004"/>
                  </a:moveTo>
                  <a:lnTo>
                    <a:pt x="3515" y="1081"/>
                  </a:lnTo>
                  <a:lnTo>
                    <a:pt x="3631" y="1159"/>
                  </a:lnTo>
                  <a:lnTo>
                    <a:pt x="3669" y="1275"/>
                  </a:lnTo>
                  <a:lnTo>
                    <a:pt x="3669" y="1429"/>
                  </a:lnTo>
                  <a:lnTo>
                    <a:pt x="3592" y="1661"/>
                  </a:lnTo>
                  <a:lnTo>
                    <a:pt x="3515" y="1815"/>
                  </a:lnTo>
                  <a:lnTo>
                    <a:pt x="3360" y="1931"/>
                  </a:lnTo>
                  <a:lnTo>
                    <a:pt x="3167" y="1970"/>
                  </a:lnTo>
                  <a:lnTo>
                    <a:pt x="2974" y="2008"/>
                  </a:lnTo>
                  <a:lnTo>
                    <a:pt x="2781" y="2008"/>
                  </a:lnTo>
                  <a:lnTo>
                    <a:pt x="2356" y="1931"/>
                  </a:lnTo>
                  <a:lnTo>
                    <a:pt x="2395" y="1892"/>
                  </a:lnTo>
                  <a:lnTo>
                    <a:pt x="2472" y="1661"/>
                  </a:lnTo>
                  <a:lnTo>
                    <a:pt x="2588" y="1429"/>
                  </a:lnTo>
                  <a:lnTo>
                    <a:pt x="2704" y="1236"/>
                  </a:lnTo>
                  <a:lnTo>
                    <a:pt x="2897" y="1081"/>
                  </a:lnTo>
                  <a:lnTo>
                    <a:pt x="3013" y="1004"/>
                  </a:lnTo>
                  <a:close/>
                  <a:moveTo>
                    <a:pt x="1044" y="1468"/>
                  </a:moveTo>
                  <a:lnTo>
                    <a:pt x="1237" y="1545"/>
                  </a:lnTo>
                  <a:lnTo>
                    <a:pt x="1430" y="1622"/>
                  </a:lnTo>
                  <a:lnTo>
                    <a:pt x="1623" y="1777"/>
                  </a:lnTo>
                  <a:lnTo>
                    <a:pt x="1816" y="1892"/>
                  </a:lnTo>
                  <a:lnTo>
                    <a:pt x="1507" y="2201"/>
                  </a:lnTo>
                  <a:lnTo>
                    <a:pt x="1314" y="2356"/>
                  </a:lnTo>
                  <a:lnTo>
                    <a:pt x="1121" y="2433"/>
                  </a:lnTo>
                  <a:lnTo>
                    <a:pt x="966" y="2472"/>
                  </a:lnTo>
                  <a:lnTo>
                    <a:pt x="812" y="2472"/>
                  </a:lnTo>
                  <a:lnTo>
                    <a:pt x="696" y="2433"/>
                  </a:lnTo>
                  <a:lnTo>
                    <a:pt x="580" y="2394"/>
                  </a:lnTo>
                  <a:lnTo>
                    <a:pt x="464" y="2317"/>
                  </a:lnTo>
                  <a:lnTo>
                    <a:pt x="387" y="2201"/>
                  </a:lnTo>
                  <a:lnTo>
                    <a:pt x="387" y="2085"/>
                  </a:lnTo>
                  <a:lnTo>
                    <a:pt x="426" y="1892"/>
                  </a:lnTo>
                  <a:lnTo>
                    <a:pt x="503" y="1699"/>
                  </a:lnTo>
                  <a:lnTo>
                    <a:pt x="657" y="1545"/>
                  </a:lnTo>
                  <a:lnTo>
                    <a:pt x="850" y="1468"/>
                  </a:lnTo>
                  <a:close/>
                  <a:moveTo>
                    <a:pt x="4866" y="3823"/>
                  </a:moveTo>
                  <a:lnTo>
                    <a:pt x="5021" y="3862"/>
                  </a:lnTo>
                  <a:lnTo>
                    <a:pt x="5137" y="3939"/>
                  </a:lnTo>
                  <a:lnTo>
                    <a:pt x="5253" y="4055"/>
                  </a:lnTo>
                  <a:lnTo>
                    <a:pt x="5330" y="4171"/>
                  </a:lnTo>
                  <a:lnTo>
                    <a:pt x="5330" y="4325"/>
                  </a:lnTo>
                  <a:lnTo>
                    <a:pt x="5330" y="4441"/>
                  </a:lnTo>
                  <a:lnTo>
                    <a:pt x="5291" y="4557"/>
                  </a:lnTo>
                  <a:lnTo>
                    <a:pt x="5137" y="4788"/>
                  </a:lnTo>
                  <a:lnTo>
                    <a:pt x="4944" y="4982"/>
                  </a:lnTo>
                  <a:lnTo>
                    <a:pt x="4751" y="5097"/>
                  </a:lnTo>
                  <a:lnTo>
                    <a:pt x="4557" y="5136"/>
                  </a:lnTo>
                  <a:lnTo>
                    <a:pt x="4171" y="5213"/>
                  </a:lnTo>
                  <a:lnTo>
                    <a:pt x="4171" y="5213"/>
                  </a:lnTo>
                  <a:lnTo>
                    <a:pt x="4210" y="4750"/>
                  </a:lnTo>
                  <a:lnTo>
                    <a:pt x="4287" y="4557"/>
                  </a:lnTo>
                  <a:lnTo>
                    <a:pt x="4364" y="4325"/>
                  </a:lnTo>
                  <a:lnTo>
                    <a:pt x="4519" y="4055"/>
                  </a:lnTo>
                  <a:lnTo>
                    <a:pt x="4635" y="3978"/>
                  </a:lnTo>
                  <a:lnTo>
                    <a:pt x="4751" y="3900"/>
                  </a:lnTo>
                  <a:lnTo>
                    <a:pt x="4866" y="3823"/>
                  </a:lnTo>
                  <a:close/>
                  <a:moveTo>
                    <a:pt x="7299" y="4518"/>
                  </a:moveTo>
                  <a:lnTo>
                    <a:pt x="7415" y="4595"/>
                  </a:lnTo>
                  <a:lnTo>
                    <a:pt x="7492" y="4673"/>
                  </a:lnTo>
                  <a:lnTo>
                    <a:pt x="7531" y="4788"/>
                  </a:lnTo>
                  <a:lnTo>
                    <a:pt x="7569" y="4943"/>
                  </a:lnTo>
                  <a:lnTo>
                    <a:pt x="7608" y="5175"/>
                  </a:lnTo>
                  <a:lnTo>
                    <a:pt x="7569" y="5445"/>
                  </a:lnTo>
                  <a:lnTo>
                    <a:pt x="7531" y="5677"/>
                  </a:lnTo>
                  <a:lnTo>
                    <a:pt x="7454" y="5908"/>
                  </a:lnTo>
                  <a:lnTo>
                    <a:pt x="7299" y="6101"/>
                  </a:lnTo>
                  <a:lnTo>
                    <a:pt x="7145" y="6294"/>
                  </a:lnTo>
                  <a:lnTo>
                    <a:pt x="6913" y="5870"/>
                  </a:lnTo>
                  <a:lnTo>
                    <a:pt x="6797" y="5677"/>
                  </a:lnTo>
                  <a:lnTo>
                    <a:pt x="6759" y="5445"/>
                  </a:lnTo>
                  <a:lnTo>
                    <a:pt x="6720" y="5136"/>
                  </a:lnTo>
                  <a:lnTo>
                    <a:pt x="6759" y="4943"/>
                  </a:lnTo>
                  <a:lnTo>
                    <a:pt x="6797" y="4788"/>
                  </a:lnTo>
                  <a:lnTo>
                    <a:pt x="6874" y="4634"/>
                  </a:lnTo>
                  <a:lnTo>
                    <a:pt x="6990" y="4557"/>
                  </a:lnTo>
                  <a:lnTo>
                    <a:pt x="7106" y="4518"/>
                  </a:lnTo>
                  <a:close/>
                  <a:moveTo>
                    <a:pt x="11161" y="4982"/>
                  </a:moveTo>
                  <a:lnTo>
                    <a:pt x="11276" y="5059"/>
                  </a:lnTo>
                  <a:lnTo>
                    <a:pt x="11354" y="5136"/>
                  </a:lnTo>
                  <a:lnTo>
                    <a:pt x="11392" y="5252"/>
                  </a:lnTo>
                  <a:lnTo>
                    <a:pt x="11431" y="5368"/>
                  </a:lnTo>
                  <a:lnTo>
                    <a:pt x="11392" y="5677"/>
                  </a:lnTo>
                  <a:lnTo>
                    <a:pt x="11315" y="5986"/>
                  </a:lnTo>
                  <a:lnTo>
                    <a:pt x="11161" y="6217"/>
                  </a:lnTo>
                  <a:lnTo>
                    <a:pt x="11083" y="6333"/>
                  </a:lnTo>
                  <a:lnTo>
                    <a:pt x="10968" y="6372"/>
                  </a:lnTo>
                  <a:lnTo>
                    <a:pt x="10890" y="6410"/>
                  </a:lnTo>
                  <a:lnTo>
                    <a:pt x="10736" y="6410"/>
                  </a:lnTo>
                  <a:lnTo>
                    <a:pt x="10697" y="6449"/>
                  </a:lnTo>
                  <a:lnTo>
                    <a:pt x="10659" y="6449"/>
                  </a:lnTo>
                  <a:lnTo>
                    <a:pt x="10466" y="6101"/>
                  </a:lnTo>
                  <a:lnTo>
                    <a:pt x="10388" y="5947"/>
                  </a:lnTo>
                  <a:lnTo>
                    <a:pt x="10350" y="5715"/>
                  </a:lnTo>
                  <a:lnTo>
                    <a:pt x="10350" y="5484"/>
                  </a:lnTo>
                  <a:lnTo>
                    <a:pt x="10427" y="5252"/>
                  </a:lnTo>
                  <a:lnTo>
                    <a:pt x="10581" y="5097"/>
                  </a:lnTo>
                  <a:lnTo>
                    <a:pt x="10697" y="5059"/>
                  </a:lnTo>
                  <a:lnTo>
                    <a:pt x="10813" y="4982"/>
                  </a:lnTo>
                  <a:close/>
                  <a:moveTo>
                    <a:pt x="3052" y="5522"/>
                  </a:moveTo>
                  <a:lnTo>
                    <a:pt x="3476" y="5561"/>
                  </a:lnTo>
                  <a:lnTo>
                    <a:pt x="3283" y="5947"/>
                  </a:lnTo>
                  <a:lnTo>
                    <a:pt x="3167" y="6140"/>
                  </a:lnTo>
                  <a:lnTo>
                    <a:pt x="3013" y="6294"/>
                  </a:lnTo>
                  <a:lnTo>
                    <a:pt x="2858" y="6410"/>
                  </a:lnTo>
                  <a:lnTo>
                    <a:pt x="2704" y="6488"/>
                  </a:lnTo>
                  <a:lnTo>
                    <a:pt x="2472" y="6488"/>
                  </a:lnTo>
                  <a:lnTo>
                    <a:pt x="2279" y="6410"/>
                  </a:lnTo>
                  <a:lnTo>
                    <a:pt x="2125" y="6294"/>
                  </a:lnTo>
                  <a:lnTo>
                    <a:pt x="2086" y="6179"/>
                  </a:lnTo>
                  <a:lnTo>
                    <a:pt x="2086" y="6063"/>
                  </a:lnTo>
                  <a:lnTo>
                    <a:pt x="2125" y="5908"/>
                  </a:lnTo>
                  <a:lnTo>
                    <a:pt x="2241" y="5792"/>
                  </a:lnTo>
                  <a:lnTo>
                    <a:pt x="2356" y="5677"/>
                  </a:lnTo>
                  <a:lnTo>
                    <a:pt x="2472" y="5599"/>
                  </a:lnTo>
                  <a:lnTo>
                    <a:pt x="2588" y="5561"/>
                  </a:lnTo>
                  <a:lnTo>
                    <a:pt x="2820" y="5522"/>
                  </a:lnTo>
                  <a:close/>
                  <a:moveTo>
                    <a:pt x="7222" y="6796"/>
                  </a:moveTo>
                  <a:lnTo>
                    <a:pt x="7183" y="7260"/>
                  </a:lnTo>
                  <a:lnTo>
                    <a:pt x="7106" y="7453"/>
                  </a:lnTo>
                  <a:lnTo>
                    <a:pt x="7029" y="7685"/>
                  </a:lnTo>
                  <a:lnTo>
                    <a:pt x="6874" y="7916"/>
                  </a:lnTo>
                  <a:lnTo>
                    <a:pt x="6681" y="8148"/>
                  </a:lnTo>
                  <a:lnTo>
                    <a:pt x="6565" y="8225"/>
                  </a:lnTo>
                  <a:lnTo>
                    <a:pt x="6450" y="8264"/>
                  </a:lnTo>
                  <a:lnTo>
                    <a:pt x="6295" y="8302"/>
                  </a:lnTo>
                  <a:lnTo>
                    <a:pt x="6141" y="8225"/>
                  </a:lnTo>
                  <a:lnTo>
                    <a:pt x="6025" y="8148"/>
                  </a:lnTo>
                  <a:lnTo>
                    <a:pt x="5948" y="8032"/>
                  </a:lnTo>
                  <a:lnTo>
                    <a:pt x="5909" y="7916"/>
                  </a:lnTo>
                  <a:lnTo>
                    <a:pt x="5909" y="7800"/>
                  </a:lnTo>
                  <a:lnTo>
                    <a:pt x="5948" y="7646"/>
                  </a:lnTo>
                  <a:lnTo>
                    <a:pt x="6025" y="7530"/>
                  </a:lnTo>
                  <a:lnTo>
                    <a:pt x="6179" y="7298"/>
                  </a:lnTo>
                  <a:lnTo>
                    <a:pt x="6411" y="7144"/>
                  </a:lnTo>
                  <a:lnTo>
                    <a:pt x="6643" y="7028"/>
                  </a:lnTo>
                  <a:lnTo>
                    <a:pt x="7183" y="6835"/>
                  </a:lnTo>
                  <a:lnTo>
                    <a:pt x="7183" y="6796"/>
                  </a:lnTo>
                  <a:close/>
                  <a:moveTo>
                    <a:pt x="10620" y="7144"/>
                  </a:moveTo>
                  <a:lnTo>
                    <a:pt x="10659" y="7337"/>
                  </a:lnTo>
                  <a:lnTo>
                    <a:pt x="10697" y="7530"/>
                  </a:lnTo>
                  <a:lnTo>
                    <a:pt x="10697" y="7685"/>
                  </a:lnTo>
                  <a:lnTo>
                    <a:pt x="10659" y="7878"/>
                  </a:lnTo>
                  <a:lnTo>
                    <a:pt x="10620" y="8032"/>
                  </a:lnTo>
                  <a:lnTo>
                    <a:pt x="10504" y="8187"/>
                  </a:lnTo>
                  <a:lnTo>
                    <a:pt x="10427" y="8341"/>
                  </a:lnTo>
                  <a:lnTo>
                    <a:pt x="10272" y="8457"/>
                  </a:lnTo>
                  <a:lnTo>
                    <a:pt x="10118" y="8573"/>
                  </a:lnTo>
                  <a:lnTo>
                    <a:pt x="9925" y="8611"/>
                  </a:lnTo>
                  <a:lnTo>
                    <a:pt x="9848" y="8573"/>
                  </a:lnTo>
                  <a:lnTo>
                    <a:pt x="9770" y="8573"/>
                  </a:lnTo>
                  <a:lnTo>
                    <a:pt x="9732" y="8496"/>
                  </a:lnTo>
                  <a:lnTo>
                    <a:pt x="9655" y="8418"/>
                  </a:lnTo>
                  <a:lnTo>
                    <a:pt x="9616" y="8225"/>
                  </a:lnTo>
                  <a:lnTo>
                    <a:pt x="9655" y="8071"/>
                  </a:lnTo>
                  <a:lnTo>
                    <a:pt x="9732" y="7916"/>
                  </a:lnTo>
                  <a:lnTo>
                    <a:pt x="9809" y="7762"/>
                  </a:lnTo>
                  <a:lnTo>
                    <a:pt x="10002" y="7569"/>
                  </a:lnTo>
                  <a:lnTo>
                    <a:pt x="10195" y="7414"/>
                  </a:lnTo>
                  <a:lnTo>
                    <a:pt x="10388" y="7260"/>
                  </a:lnTo>
                  <a:lnTo>
                    <a:pt x="10620" y="7144"/>
                  </a:lnTo>
                  <a:close/>
                  <a:moveTo>
                    <a:pt x="1854" y="0"/>
                  </a:moveTo>
                  <a:lnTo>
                    <a:pt x="1507" y="39"/>
                  </a:lnTo>
                  <a:lnTo>
                    <a:pt x="1584" y="734"/>
                  </a:lnTo>
                  <a:lnTo>
                    <a:pt x="1700" y="1429"/>
                  </a:lnTo>
                  <a:lnTo>
                    <a:pt x="1584" y="1313"/>
                  </a:lnTo>
                  <a:lnTo>
                    <a:pt x="1430" y="1236"/>
                  </a:lnTo>
                  <a:lnTo>
                    <a:pt x="1275" y="1159"/>
                  </a:lnTo>
                  <a:lnTo>
                    <a:pt x="1082" y="1120"/>
                  </a:lnTo>
                  <a:lnTo>
                    <a:pt x="889" y="1120"/>
                  </a:lnTo>
                  <a:lnTo>
                    <a:pt x="735" y="1159"/>
                  </a:lnTo>
                  <a:lnTo>
                    <a:pt x="542" y="1236"/>
                  </a:lnTo>
                  <a:lnTo>
                    <a:pt x="387" y="1313"/>
                  </a:lnTo>
                  <a:lnTo>
                    <a:pt x="271" y="1429"/>
                  </a:lnTo>
                  <a:lnTo>
                    <a:pt x="155" y="1545"/>
                  </a:lnTo>
                  <a:lnTo>
                    <a:pt x="78" y="1738"/>
                  </a:lnTo>
                  <a:lnTo>
                    <a:pt x="40" y="1892"/>
                  </a:lnTo>
                  <a:lnTo>
                    <a:pt x="1" y="2085"/>
                  </a:lnTo>
                  <a:lnTo>
                    <a:pt x="40" y="2240"/>
                  </a:lnTo>
                  <a:lnTo>
                    <a:pt x="78" y="2394"/>
                  </a:lnTo>
                  <a:lnTo>
                    <a:pt x="155" y="2549"/>
                  </a:lnTo>
                  <a:lnTo>
                    <a:pt x="271" y="2665"/>
                  </a:lnTo>
                  <a:lnTo>
                    <a:pt x="387" y="2742"/>
                  </a:lnTo>
                  <a:lnTo>
                    <a:pt x="542" y="2819"/>
                  </a:lnTo>
                  <a:lnTo>
                    <a:pt x="735" y="2858"/>
                  </a:lnTo>
                  <a:lnTo>
                    <a:pt x="1044" y="2858"/>
                  </a:lnTo>
                  <a:lnTo>
                    <a:pt x="1352" y="2742"/>
                  </a:lnTo>
                  <a:lnTo>
                    <a:pt x="1661" y="2587"/>
                  </a:lnTo>
                  <a:lnTo>
                    <a:pt x="1932" y="2356"/>
                  </a:lnTo>
                  <a:lnTo>
                    <a:pt x="2163" y="3089"/>
                  </a:lnTo>
                  <a:lnTo>
                    <a:pt x="2434" y="3823"/>
                  </a:lnTo>
                  <a:lnTo>
                    <a:pt x="2820" y="4518"/>
                  </a:lnTo>
                  <a:lnTo>
                    <a:pt x="3013" y="4827"/>
                  </a:lnTo>
                  <a:lnTo>
                    <a:pt x="3245" y="5136"/>
                  </a:lnTo>
                  <a:lnTo>
                    <a:pt x="2936" y="5136"/>
                  </a:lnTo>
                  <a:lnTo>
                    <a:pt x="2588" y="5175"/>
                  </a:lnTo>
                  <a:lnTo>
                    <a:pt x="2318" y="5252"/>
                  </a:lnTo>
                  <a:lnTo>
                    <a:pt x="2048" y="5445"/>
                  </a:lnTo>
                  <a:lnTo>
                    <a:pt x="1932" y="5561"/>
                  </a:lnTo>
                  <a:lnTo>
                    <a:pt x="1854" y="5677"/>
                  </a:lnTo>
                  <a:lnTo>
                    <a:pt x="1777" y="5831"/>
                  </a:lnTo>
                  <a:lnTo>
                    <a:pt x="1739" y="5986"/>
                  </a:lnTo>
                  <a:lnTo>
                    <a:pt x="1700" y="6140"/>
                  </a:lnTo>
                  <a:lnTo>
                    <a:pt x="1739" y="6294"/>
                  </a:lnTo>
                  <a:lnTo>
                    <a:pt x="1777" y="6449"/>
                  </a:lnTo>
                  <a:lnTo>
                    <a:pt x="1893" y="6603"/>
                  </a:lnTo>
                  <a:lnTo>
                    <a:pt x="2009" y="6681"/>
                  </a:lnTo>
                  <a:lnTo>
                    <a:pt x="2125" y="6758"/>
                  </a:lnTo>
                  <a:lnTo>
                    <a:pt x="2279" y="6835"/>
                  </a:lnTo>
                  <a:lnTo>
                    <a:pt x="2434" y="6874"/>
                  </a:lnTo>
                  <a:lnTo>
                    <a:pt x="2588" y="6874"/>
                  </a:lnTo>
                  <a:lnTo>
                    <a:pt x="2743" y="6835"/>
                  </a:lnTo>
                  <a:lnTo>
                    <a:pt x="2897" y="6796"/>
                  </a:lnTo>
                  <a:lnTo>
                    <a:pt x="3052" y="6719"/>
                  </a:lnTo>
                  <a:lnTo>
                    <a:pt x="3283" y="6526"/>
                  </a:lnTo>
                  <a:lnTo>
                    <a:pt x="3476" y="6294"/>
                  </a:lnTo>
                  <a:lnTo>
                    <a:pt x="3631" y="5986"/>
                  </a:lnTo>
                  <a:lnTo>
                    <a:pt x="3747" y="5677"/>
                  </a:lnTo>
                  <a:lnTo>
                    <a:pt x="4171" y="6024"/>
                  </a:lnTo>
                  <a:lnTo>
                    <a:pt x="4635" y="6333"/>
                  </a:lnTo>
                  <a:lnTo>
                    <a:pt x="5137" y="6565"/>
                  </a:lnTo>
                  <a:lnTo>
                    <a:pt x="5716" y="6719"/>
                  </a:lnTo>
                  <a:lnTo>
                    <a:pt x="6218" y="6796"/>
                  </a:lnTo>
                  <a:lnTo>
                    <a:pt x="6025" y="6912"/>
                  </a:lnTo>
                  <a:lnTo>
                    <a:pt x="5870" y="7028"/>
                  </a:lnTo>
                  <a:lnTo>
                    <a:pt x="5755" y="7183"/>
                  </a:lnTo>
                  <a:lnTo>
                    <a:pt x="5639" y="7376"/>
                  </a:lnTo>
                  <a:lnTo>
                    <a:pt x="5561" y="7530"/>
                  </a:lnTo>
                  <a:lnTo>
                    <a:pt x="5523" y="7685"/>
                  </a:lnTo>
                  <a:lnTo>
                    <a:pt x="5523" y="7878"/>
                  </a:lnTo>
                  <a:lnTo>
                    <a:pt x="5523" y="8032"/>
                  </a:lnTo>
                  <a:lnTo>
                    <a:pt x="5561" y="8187"/>
                  </a:lnTo>
                  <a:lnTo>
                    <a:pt x="5639" y="8341"/>
                  </a:lnTo>
                  <a:lnTo>
                    <a:pt x="5755" y="8457"/>
                  </a:lnTo>
                  <a:lnTo>
                    <a:pt x="5909" y="8573"/>
                  </a:lnTo>
                  <a:lnTo>
                    <a:pt x="6063" y="8650"/>
                  </a:lnTo>
                  <a:lnTo>
                    <a:pt x="6257" y="8689"/>
                  </a:lnTo>
                  <a:lnTo>
                    <a:pt x="6411" y="8689"/>
                  </a:lnTo>
                  <a:lnTo>
                    <a:pt x="6604" y="8650"/>
                  </a:lnTo>
                  <a:lnTo>
                    <a:pt x="6759" y="8573"/>
                  </a:lnTo>
                  <a:lnTo>
                    <a:pt x="6952" y="8457"/>
                  </a:lnTo>
                  <a:lnTo>
                    <a:pt x="7067" y="8341"/>
                  </a:lnTo>
                  <a:lnTo>
                    <a:pt x="7183" y="8187"/>
                  </a:lnTo>
                  <a:lnTo>
                    <a:pt x="7376" y="7878"/>
                  </a:lnTo>
                  <a:lnTo>
                    <a:pt x="7492" y="7530"/>
                  </a:lnTo>
                  <a:lnTo>
                    <a:pt x="7531" y="7183"/>
                  </a:lnTo>
                  <a:lnTo>
                    <a:pt x="7531" y="6796"/>
                  </a:lnTo>
                  <a:lnTo>
                    <a:pt x="8882" y="6719"/>
                  </a:lnTo>
                  <a:lnTo>
                    <a:pt x="9577" y="6719"/>
                  </a:lnTo>
                  <a:lnTo>
                    <a:pt x="10272" y="6796"/>
                  </a:lnTo>
                  <a:lnTo>
                    <a:pt x="10466" y="6835"/>
                  </a:lnTo>
                  <a:lnTo>
                    <a:pt x="10311" y="6912"/>
                  </a:lnTo>
                  <a:lnTo>
                    <a:pt x="10118" y="7028"/>
                  </a:lnTo>
                  <a:lnTo>
                    <a:pt x="9809" y="7260"/>
                  </a:lnTo>
                  <a:lnTo>
                    <a:pt x="9539" y="7569"/>
                  </a:lnTo>
                  <a:lnTo>
                    <a:pt x="9423" y="7723"/>
                  </a:lnTo>
                  <a:lnTo>
                    <a:pt x="9346" y="7916"/>
                  </a:lnTo>
                  <a:lnTo>
                    <a:pt x="9307" y="8109"/>
                  </a:lnTo>
                  <a:lnTo>
                    <a:pt x="9269" y="8264"/>
                  </a:lnTo>
                  <a:lnTo>
                    <a:pt x="9307" y="8457"/>
                  </a:lnTo>
                  <a:lnTo>
                    <a:pt x="9384" y="8611"/>
                  </a:lnTo>
                  <a:lnTo>
                    <a:pt x="9462" y="8766"/>
                  </a:lnTo>
                  <a:lnTo>
                    <a:pt x="9616" y="8882"/>
                  </a:lnTo>
                  <a:lnTo>
                    <a:pt x="9770" y="8959"/>
                  </a:lnTo>
                  <a:lnTo>
                    <a:pt x="9964" y="8998"/>
                  </a:lnTo>
                  <a:lnTo>
                    <a:pt x="10157" y="8959"/>
                  </a:lnTo>
                  <a:lnTo>
                    <a:pt x="10311" y="8882"/>
                  </a:lnTo>
                  <a:lnTo>
                    <a:pt x="10466" y="8804"/>
                  </a:lnTo>
                  <a:lnTo>
                    <a:pt x="10620" y="8650"/>
                  </a:lnTo>
                  <a:lnTo>
                    <a:pt x="10736" y="8534"/>
                  </a:lnTo>
                  <a:lnTo>
                    <a:pt x="10852" y="8341"/>
                  </a:lnTo>
                  <a:lnTo>
                    <a:pt x="10929" y="8187"/>
                  </a:lnTo>
                  <a:lnTo>
                    <a:pt x="11006" y="7994"/>
                  </a:lnTo>
                  <a:lnTo>
                    <a:pt x="11045" y="7762"/>
                  </a:lnTo>
                  <a:lnTo>
                    <a:pt x="11045" y="7492"/>
                  </a:lnTo>
                  <a:lnTo>
                    <a:pt x="10968" y="7221"/>
                  </a:lnTo>
                  <a:lnTo>
                    <a:pt x="10890" y="6990"/>
                  </a:lnTo>
                  <a:lnTo>
                    <a:pt x="10929" y="6951"/>
                  </a:lnTo>
                  <a:lnTo>
                    <a:pt x="11431" y="7105"/>
                  </a:lnTo>
                  <a:lnTo>
                    <a:pt x="11894" y="7376"/>
                  </a:lnTo>
                  <a:lnTo>
                    <a:pt x="12319" y="7685"/>
                  </a:lnTo>
                  <a:lnTo>
                    <a:pt x="12512" y="7839"/>
                  </a:lnTo>
                  <a:lnTo>
                    <a:pt x="12705" y="8032"/>
                  </a:lnTo>
                  <a:lnTo>
                    <a:pt x="12898" y="8341"/>
                  </a:lnTo>
                  <a:lnTo>
                    <a:pt x="13091" y="8650"/>
                  </a:lnTo>
                  <a:lnTo>
                    <a:pt x="13207" y="8920"/>
                  </a:lnTo>
                  <a:lnTo>
                    <a:pt x="13284" y="9268"/>
                  </a:lnTo>
                  <a:lnTo>
                    <a:pt x="13323" y="9577"/>
                  </a:lnTo>
                  <a:lnTo>
                    <a:pt x="13362" y="9924"/>
                  </a:lnTo>
                  <a:lnTo>
                    <a:pt x="13323" y="10619"/>
                  </a:lnTo>
                  <a:lnTo>
                    <a:pt x="13323" y="10658"/>
                  </a:lnTo>
                  <a:lnTo>
                    <a:pt x="13362" y="10735"/>
                  </a:lnTo>
                  <a:lnTo>
                    <a:pt x="13439" y="10774"/>
                  </a:lnTo>
                  <a:lnTo>
                    <a:pt x="13555" y="10774"/>
                  </a:lnTo>
                  <a:lnTo>
                    <a:pt x="13632" y="10697"/>
                  </a:lnTo>
                  <a:lnTo>
                    <a:pt x="13709" y="10465"/>
                  </a:lnTo>
                  <a:lnTo>
                    <a:pt x="13786" y="10272"/>
                  </a:lnTo>
                  <a:lnTo>
                    <a:pt x="13825" y="10040"/>
                  </a:lnTo>
                  <a:lnTo>
                    <a:pt x="13825" y="9808"/>
                  </a:lnTo>
                  <a:lnTo>
                    <a:pt x="13786" y="9384"/>
                  </a:lnTo>
                  <a:lnTo>
                    <a:pt x="13671" y="8920"/>
                  </a:lnTo>
                  <a:lnTo>
                    <a:pt x="13478" y="8496"/>
                  </a:lnTo>
                  <a:lnTo>
                    <a:pt x="13246" y="8109"/>
                  </a:lnTo>
                  <a:lnTo>
                    <a:pt x="12976" y="7723"/>
                  </a:lnTo>
                  <a:lnTo>
                    <a:pt x="12667" y="7414"/>
                  </a:lnTo>
                  <a:lnTo>
                    <a:pt x="12319" y="7144"/>
                  </a:lnTo>
                  <a:lnTo>
                    <a:pt x="11972" y="6912"/>
                  </a:lnTo>
                  <a:lnTo>
                    <a:pt x="11585" y="6719"/>
                  </a:lnTo>
                  <a:lnTo>
                    <a:pt x="11199" y="6565"/>
                  </a:lnTo>
                  <a:lnTo>
                    <a:pt x="11392" y="6410"/>
                  </a:lnTo>
                  <a:lnTo>
                    <a:pt x="11585" y="6140"/>
                  </a:lnTo>
                  <a:lnTo>
                    <a:pt x="11701" y="5831"/>
                  </a:lnTo>
                  <a:lnTo>
                    <a:pt x="11740" y="5522"/>
                  </a:lnTo>
                  <a:lnTo>
                    <a:pt x="11740" y="5213"/>
                  </a:lnTo>
                  <a:lnTo>
                    <a:pt x="11701" y="5059"/>
                  </a:lnTo>
                  <a:lnTo>
                    <a:pt x="11624" y="4943"/>
                  </a:lnTo>
                  <a:lnTo>
                    <a:pt x="11547" y="4827"/>
                  </a:lnTo>
                  <a:lnTo>
                    <a:pt x="11431" y="4750"/>
                  </a:lnTo>
                  <a:lnTo>
                    <a:pt x="11276" y="4673"/>
                  </a:lnTo>
                  <a:lnTo>
                    <a:pt x="11122" y="4634"/>
                  </a:lnTo>
                  <a:lnTo>
                    <a:pt x="10774" y="4634"/>
                  </a:lnTo>
                  <a:lnTo>
                    <a:pt x="10581" y="4711"/>
                  </a:lnTo>
                  <a:lnTo>
                    <a:pt x="10427" y="4788"/>
                  </a:lnTo>
                  <a:lnTo>
                    <a:pt x="10311" y="4866"/>
                  </a:lnTo>
                  <a:lnTo>
                    <a:pt x="10195" y="5020"/>
                  </a:lnTo>
                  <a:lnTo>
                    <a:pt x="10079" y="5136"/>
                  </a:lnTo>
                  <a:lnTo>
                    <a:pt x="10002" y="5329"/>
                  </a:lnTo>
                  <a:lnTo>
                    <a:pt x="9964" y="5561"/>
                  </a:lnTo>
                  <a:lnTo>
                    <a:pt x="9964" y="5831"/>
                  </a:lnTo>
                  <a:lnTo>
                    <a:pt x="10041" y="6063"/>
                  </a:lnTo>
                  <a:lnTo>
                    <a:pt x="10118" y="6333"/>
                  </a:lnTo>
                  <a:lnTo>
                    <a:pt x="9462" y="6256"/>
                  </a:lnTo>
                  <a:lnTo>
                    <a:pt x="8805" y="6256"/>
                  </a:lnTo>
                  <a:lnTo>
                    <a:pt x="7492" y="6333"/>
                  </a:lnTo>
                  <a:lnTo>
                    <a:pt x="7685" y="6063"/>
                  </a:lnTo>
                  <a:lnTo>
                    <a:pt x="7801" y="5792"/>
                  </a:lnTo>
                  <a:lnTo>
                    <a:pt x="7878" y="5522"/>
                  </a:lnTo>
                  <a:lnTo>
                    <a:pt x="7956" y="5213"/>
                  </a:lnTo>
                  <a:lnTo>
                    <a:pt x="7917" y="4866"/>
                  </a:lnTo>
                  <a:lnTo>
                    <a:pt x="7878" y="4711"/>
                  </a:lnTo>
                  <a:lnTo>
                    <a:pt x="7801" y="4557"/>
                  </a:lnTo>
                  <a:lnTo>
                    <a:pt x="7724" y="4402"/>
                  </a:lnTo>
                  <a:lnTo>
                    <a:pt x="7608" y="4287"/>
                  </a:lnTo>
                  <a:lnTo>
                    <a:pt x="7492" y="4209"/>
                  </a:lnTo>
                  <a:lnTo>
                    <a:pt x="7299" y="4132"/>
                  </a:lnTo>
                  <a:lnTo>
                    <a:pt x="6990" y="4132"/>
                  </a:lnTo>
                  <a:lnTo>
                    <a:pt x="6836" y="4209"/>
                  </a:lnTo>
                  <a:lnTo>
                    <a:pt x="6720" y="4325"/>
                  </a:lnTo>
                  <a:lnTo>
                    <a:pt x="6604" y="4441"/>
                  </a:lnTo>
                  <a:lnTo>
                    <a:pt x="6527" y="4595"/>
                  </a:lnTo>
                  <a:lnTo>
                    <a:pt x="6411" y="4904"/>
                  </a:lnTo>
                  <a:lnTo>
                    <a:pt x="6372" y="5252"/>
                  </a:lnTo>
                  <a:lnTo>
                    <a:pt x="6411" y="5638"/>
                  </a:lnTo>
                  <a:lnTo>
                    <a:pt x="6450" y="5831"/>
                  </a:lnTo>
                  <a:lnTo>
                    <a:pt x="6527" y="6024"/>
                  </a:lnTo>
                  <a:lnTo>
                    <a:pt x="6643" y="6179"/>
                  </a:lnTo>
                  <a:lnTo>
                    <a:pt x="6759" y="6333"/>
                  </a:lnTo>
                  <a:lnTo>
                    <a:pt x="6102" y="6256"/>
                  </a:lnTo>
                  <a:lnTo>
                    <a:pt x="5755" y="6217"/>
                  </a:lnTo>
                  <a:lnTo>
                    <a:pt x="5446" y="6140"/>
                  </a:lnTo>
                  <a:lnTo>
                    <a:pt x="5137" y="6024"/>
                  </a:lnTo>
                  <a:lnTo>
                    <a:pt x="4828" y="5870"/>
                  </a:lnTo>
                  <a:lnTo>
                    <a:pt x="4519" y="5715"/>
                  </a:lnTo>
                  <a:lnTo>
                    <a:pt x="4210" y="5522"/>
                  </a:lnTo>
                  <a:lnTo>
                    <a:pt x="4557" y="5484"/>
                  </a:lnTo>
                  <a:lnTo>
                    <a:pt x="4905" y="5406"/>
                  </a:lnTo>
                  <a:lnTo>
                    <a:pt x="5175" y="5252"/>
                  </a:lnTo>
                  <a:lnTo>
                    <a:pt x="5446" y="5020"/>
                  </a:lnTo>
                  <a:lnTo>
                    <a:pt x="5561" y="4866"/>
                  </a:lnTo>
                  <a:lnTo>
                    <a:pt x="5639" y="4711"/>
                  </a:lnTo>
                  <a:lnTo>
                    <a:pt x="5677" y="4518"/>
                  </a:lnTo>
                  <a:lnTo>
                    <a:pt x="5716" y="4364"/>
                  </a:lnTo>
                  <a:lnTo>
                    <a:pt x="5716" y="4171"/>
                  </a:lnTo>
                  <a:lnTo>
                    <a:pt x="5639" y="4016"/>
                  </a:lnTo>
                  <a:lnTo>
                    <a:pt x="5561" y="3862"/>
                  </a:lnTo>
                  <a:lnTo>
                    <a:pt x="5446" y="3707"/>
                  </a:lnTo>
                  <a:lnTo>
                    <a:pt x="5330" y="3591"/>
                  </a:lnTo>
                  <a:lnTo>
                    <a:pt x="5175" y="3514"/>
                  </a:lnTo>
                  <a:lnTo>
                    <a:pt x="5021" y="3476"/>
                  </a:lnTo>
                  <a:lnTo>
                    <a:pt x="4866" y="3437"/>
                  </a:lnTo>
                  <a:lnTo>
                    <a:pt x="4712" y="3476"/>
                  </a:lnTo>
                  <a:lnTo>
                    <a:pt x="4557" y="3514"/>
                  </a:lnTo>
                  <a:lnTo>
                    <a:pt x="4442" y="3630"/>
                  </a:lnTo>
                  <a:lnTo>
                    <a:pt x="4287" y="3707"/>
                  </a:lnTo>
                  <a:lnTo>
                    <a:pt x="4171" y="3862"/>
                  </a:lnTo>
                  <a:lnTo>
                    <a:pt x="4055" y="4016"/>
                  </a:lnTo>
                  <a:lnTo>
                    <a:pt x="3940" y="4364"/>
                  </a:lnTo>
                  <a:lnTo>
                    <a:pt x="3824" y="4750"/>
                  </a:lnTo>
                  <a:lnTo>
                    <a:pt x="3785" y="5097"/>
                  </a:lnTo>
                  <a:lnTo>
                    <a:pt x="3515" y="4788"/>
                  </a:lnTo>
                  <a:lnTo>
                    <a:pt x="3283" y="4441"/>
                  </a:lnTo>
                  <a:lnTo>
                    <a:pt x="3052" y="4093"/>
                  </a:lnTo>
                  <a:lnTo>
                    <a:pt x="2858" y="3746"/>
                  </a:lnTo>
                  <a:lnTo>
                    <a:pt x="2704" y="3398"/>
                  </a:lnTo>
                  <a:lnTo>
                    <a:pt x="2550" y="3012"/>
                  </a:lnTo>
                  <a:lnTo>
                    <a:pt x="2318" y="2240"/>
                  </a:lnTo>
                  <a:lnTo>
                    <a:pt x="2318" y="2240"/>
                  </a:lnTo>
                  <a:lnTo>
                    <a:pt x="2588" y="2317"/>
                  </a:lnTo>
                  <a:lnTo>
                    <a:pt x="2858" y="2356"/>
                  </a:lnTo>
                  <a:lnTo>
                    <a:pt x="3129" y="2356"/>
                  </a:lnTo>
                  <a:lnTo>
                    <a:pt x="3399" y="2279"/>
                  </a:lnTo>
                  <a:lnTo>
                    <a:pt x="3554" y="2201"/>
                  </a:lnTo>
                  <a:lnTo>
                    <a:pt x="3708" y="2085"/>
                  </a:lnTo>
                  <a:lnTo>
                    <a:pt x="3824" y="1970"/>
                  </a:lnTo>
                  <a:lnTo>
                    <a:pt x="3940" y="1815"/>
                  </a:lnTo>
                  <a:lnTo>
                    <a:pt x="4017" y="1661"/>
                  </a:lnTo>
                  <a:lnTo>
                    <a:pt x="4055" y="1506"/>
                  </a:lnTo>
                  <a:lnTo>
                    <a:pt x="4055" y="1313"/>
                  </a:lnTo>
                  <a:lnTo>
                    <a:pt x="4017" y="1159"/>
                  </a:lnTo>
                  <a:lnTo>
                    <a:pt x="3978" y="1004"/>
                  </a:lnTo>
                  <a:lnTo>
                    <a:pt x="3862" y="850"/>
                  </a:lnTo>
                  <a:lnTo>
                    <a:pt x="3747" y="773"/>
                  </a:lnTo>
                  <a:lnTo>
                    <a:pt x="3592" y="695"/>
                  </a:lnTo>
                  <a:lnTo>
                    <a:pt x="3438" y="618"/>
                  </a:lnTo>
                  <a:lnTo>
                    <a:pt x="3283" y="579"/>
                  </a:lnTo>
                  <a:lnTo>
                    <a:pt x="3129" y="579"/>
                  </a:lnTo>
                  <a:lnTo>
                    <a:pt x="2974" y="618"/>
                  </a:lnTo>
                  <a:lnTo>
                    <a:pt x="2820" y="657"/>
                  </a:lnTo>
                  <a:lnTo>
                    <a:pt x="2665" y="734"/>
                  </a:lnTo>
                  <a:lnTo>
                    <a:pt x="2434" y="927"/>
                  </a:lnTo>
                  <a:lnTo>
                    <a:pt x="2241" y="1159"/>
                  </a:lnTo>
                  <a:lnTo>
                    <a:pt x="2125" y="1468"/>
                  </a:lnTo>
                  <a:lnTo>
                    <a:pt x="18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0" name="Google Shape;5700;p22"/>
            <p:cNvSpPr/>
            <p:nvPr/>
          </p:nvSpPr>
          <p:spPr>
            <a:xfrm>
              <a:off x="5987875" y="4095550"/>
              <a:ext cx="66625" cy="98500"/>
            </a:xfrm>
            <a:custGeom>
              <a:avLst/>
              <a:gdLst/>
              <a:ahLst/>
              <a:cxnLst/>
              <a:rect l="l" t="t" r="r" b="b"/>
              <a:pathLst>
                <a:path w="2665" h="3940" extrusionOk="0">
                  <a:moveTo>
                    <a:pt x="850" y="1"/>
                  </a:moveTo>
                  <a:lnTo>
                    <a:pt x="502" y="117"/>
                  </a:lnTo>
                  <a:lnTo>
                    <a:pt x="618" y="194"/>
                  </a:lnTo>
                  <a:lnTo>
                    <a:pt x="464" y="580"/>
                  </a:lnTo>
                  <a:lnTo>
                    <a:pt x="270" y="1082"/>
                  </a:lnTo>
                  <a:lnTo>
                    <a:pt x="155" y="1584"/>
                  </a:lnTo>
                  <a:lnTo>
                    <a:pt x="39" y="2163"/>
                  </a:lnTo>
                  <a:lnTo>
                    <a:pt x="0" y="2704"/>
                  </a:lnTo>
                  <a:lnTo>
                    <a:pt x="39" y="2936"/>
                  </a:lnTo>
                  <a:lnTo>
                    <a:pt x="77" y="3167"/>
                  </a:lnTo>
                  <a:lnTo>
                    <a:pt x="193" y="3399"/>
                  </a:lnTo>
                  <a:lnTo>
                    <a:pt x="309" y="3554"/>
                  </a:lnTo>
                  <a:lnTo>
                    <a:pt x="464" y="3708"/>
                  </a:lnTo>
                  <a:lnTo>
                    <a:pt x="657" y="3862"/>
                  </a:lnTo>
                  <a:lnTo>
                    <a:pt x="888" y="3940"/>
                  </a:lnTo>
                  <a:lnTo>
                    <a:pt x="1120" y="3940"/>
                  </a:lnTo>
                  <a:lnTo>
                    <a:pt x="1313" y="3901"/>
                  </a:lnTo>
                  <a:lnTo>
                    <a:pt x="1506" y="3824"/>
                  </a:lnTo>
                  <a:lnTo>
                    <a:pt x="1661" y="3669"/>
                  </a:lnTo>
                  <a:lnTo>
                    <a:pt x="1815" y="3476"/>
                  </a:lnTo>
                  <a:lnTo>
                    <a:pt x="1970" y="3283"/>
                  </a:lnTo>
                  <a:lnTo>
                    <a:pt x="2124" y="3052"/>
                  </a:lnTo>
                  <a:lnTo>
                    <a:pt x="2317" y="2511"/>
                  </a:lnTo>
                  <a:lnTo>
                    <a:pt x="2510" y="1970"/>
                  </a:lnTo>
                  <a:lnTo>
                    <a:pt x="2626" y="1468"/>
                  </a:lnTo>
                  <a:lnTo>
                    <a:pt x="2665" y="1044"/>
                  </a:lnTo>
                  <a:lnTo>
                    <a:pt x="2394" y="1005"/>
                  </a:lnTo>
                  <a:lnTo>
                    <a:pt x="2008" y="2009"/>
                  </a:lnTo>
                  <a:lnTo>
                    <a:pt x="1738" y="2665"/>
                  </a:lnTo>
                  <a:lnTo>
                    <a:pt x="1545" y="3013"/>
                  </a:lnTo>
                  <a:lnTo>
                    <a:pt x="1468" y="3206"/>
                  </a:lnTo>
                  <a:lnTo>
                    <a:pt x="1352" y="3283"/>
                  </a:lnTo>
                  <a:lnTo>
                    <a:pt x="1159" y="3283"/>
                  </a:lnTo>
                  <a:lnTo>
                    <a:pt x="1004" y="3206"/>
                  </a:lnTo>
                  <a:lnTo>
                    <a:pt x="734" y="3129"/>
                  </a:lnTo>
                  <a:lnTo>
                    <a:pt x="618" y="3052"/>
                  </a:lnTo>
                  <a:lnTo>
                    <a:pt x="541" y="2897"/>
                  </a:lnTo>
                  <a:lnTo>
                    <a:pt x="541" y="2665"/>
                  </a:lnTo>
                  <a:lnTo>
                    <a:pt x="541" y="2356"/>
                  </a:lnTo>
                  <a:lnTo>
                    <a:pt x="579" y="2048"/>
                  </a:lnTo>
                  <a:lnTo>
                    <a:pt x="657" y="1623"/>
                  </a:lnTo>
                  <a:lnTo>
                    <a:pt x="734" y="1159"/>
                  </a:lnTo>
                  <a:lnTo>
                    <a:pt x="888" y="773"/>
                  </a:lnTo>
                  <a:lnTo>
                    <a:pt x="1043" y="348"/>
                  </a:lnTo>
                  <a:lnTo>
                    <a:pt x="1081" y="233"/>
                  </a:lnTo>
                  <a:lnTo>
                    <a:pt x="1043" y="117"/>
                  </a:lnTo>
                  <a:lnTo>
                    <a:pt x="966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1" name="Google Shape;5701;p22"/>
            <p:cNvSpPr/>
            <p:nvPr/>
          </p:nvSpPr>
          <p:spPr>
            <a:xfrm>
              <a:off x="4079325" y="4191125"/>
              <a:ext cx="153525" cy="186350"/>
            </a:xfrm>
            <a:custGeom>
              <a:avLst/>
              <a:gdLst/>
              <a:ahLst/>
              <a:cxnLst/>
              <a:rect l="l" t="t" r="r" b="b"/>
              <a:pathLst>
                <a:path w="6141" h="7454" extrusionOk="0">
                  <a:moveTo>
                    <a:pt x="889" y="5909"/>
                  </a:moveTo>
                  <a:lnTo>
                    <a:pt x="1082" y="5986"/>
                  </a:lnTo>
                  <a:lnTo>
                    <a:pt x="1236" y="6025"/>
                  </a:lnTo>
                  <a:lnTo>
                    <a:pt x="1391" y="6179"/>
                  </a:lnTo>
                  <a:lnTo>
                    <a:pt x="1468" y="6334"/>
                  </a:lnTo>
                  <a:lnTo>
                    <a:pt x="1468" y="6449"/>
                  </a:lnTo>
                  <a:lnTo>
                    <a:pt x="1468" y="6565"/>
                  </a:lnTo>
                  <a:lnTo>
                    <a:pt x="1391" y="6797"/>
                  </a:lnTo>
                  <a:lnTo>
                    <a:pt x="1236" y="6951"/>
                  </a:lnTo>
                  <a:lnTo>
                    <a:pt x="1159" y="7029"/>
                  </a:lnTo>
                  <a:lnTo>
                    <a:pt x="1043" y="7067"/>
                  </a:lnTo>
                  <a:lnTo>
                    <a:pt x="850" y="7067"/>
                  </a:lnTo>
                  <a:lnTo>
                    <a:pt x="618" y="6990"/>
                  </a:lnTo>
                  <a:lnTo>
                    <a:pt x="464" y="6836"/>
                  </a:lnTo>
                  <a:lnTo>
                    <a:pt x="425" y="6720"/>
                  </a:lnTo>
                  <a:lnTo>
                    <a:pt x="387" y="6643"/>
                  </a:lnTo>
                  <a:lnTo>
                    <a:pt x="348" y="6488"/>
                  </a:lnTo>
                  <a:lnTo>
                    <a:pt x="387" y="6372"/>
                  </a:lnTo>
                  <a:lnTo>
                    <a:pt x="425" y="6256"/>
                  </a:lnTo>
                  <a:lnTo>
                    <a:pt x="503" y="6179"/>
                  </a:lnTo>
                  <a:lnTo>
                    <a:pt x="696" y="6025"/>
                  </a:lnTo>
                  <a:lnTo>
                    <a:pt x="889" y="5909"/>
                  </a:lnTo>
                  <a:close/>
                  <a:moveTo>
                    <a:pt x="5909" y="1"/>
                  </a:moveTo>
                  <a:lnTo>
                    <a:pt x="5831" y="39"/>
                  </a:lnTo>
                  <a:lnTo>
                    <a:pt x="5522" y="310"/>
                  </a:lnTo>
                  <a:lnTo>
                    <a:pt x="5175" y="619"/>
                  </a:lnTo>
                  <a:lnTo>
                    <a:pt x="4596" y="1314"/>
                  </a:lnTo>
                  <a:lnTo>
                    <a:pt x="4017" y="2047"/>
                  </a:lnTo>
                  <a:lnTo>
                    <a:pt x="3437" y="2781"/>
                  </a:lnTo>
                  <a:lnTo>
                    <a:pt x="2279" y="4133"/>
                  </a:lnTo>
                  <a:lnTo>
                    <a:pt x="1738" y="4866"/>
                  </a:lnTo>
                  <a:lnTo>
                    <a:pt x="1198" y="5561"/>
                  </a:lnTo>
                  <a:lnTo>
                    <a:pt x="1043" y="5523"/>
                  </a:lnTo>
                  <a:lnTo>
                    <a:pt x="889" y="5523"/>
                  </a:lnTo>
                  <a:lnTo>
                    <a:pt x="773" y="5561"/>
                  </a:lnTo>
                  <a:lnTo>
                    <a:pt x="618" y="5600"/>
                  </a:lnTo>
                  <a:lnTo>
                    <a:pt x="541" y="5677"/>
                  </a:lnTo>
                  <a:lnTo>
                    <a:pt x="541" y="5754"/>
                  </a:lnTo>
                  <a:lnTo>
                    <a:pt x="309" y="5870"/>
                  </a:lnTo>
                  <a:lnTo>
                    <a:pt x="116" y="6063"/>
                  </a:lnTo>
                  <a:lnTo>
                    <a:pt x="1" y="6334"/>
                  </a:lnTo>
                  <a:lnTo>
                    <a:pt x="1" y="6488"/>
                  </a:lnTo>
                  <a:lnTo>
                    <a:pt x="1" y="6604"/>
                  </a:lnTo>
                  <a:lnTo>
                    <a:pt x="39" y="6797"/>
                  </a:lnTo>
                  <a:lnTo>
                    <a:pt x="116" y="6990"/>
                  </a:lnTo>
                  <a:lnTo>
                    <a:pt x="194" y="7145"/>
                  </a:lnTo>
                  <a:lnTo>
                    <a:pt x="348" y="7260"/>
                  </a:lnTo>
                  <a:lnTo>
                    <a:pt x="503" y="7376"/>
                  </a:lnTo>
                  <a:lnTo>
                    <a:pt x="696" y="7453"/>
                  </a:lnTo>
                  <a:lnTo>
                    <a:pt x="1082" y="7453"/>
                  </a:lnTo>
                  <a:lnTo>
                    <a:pt x="1275" y="7415"/>
                  </a:lnTo>
                  <a:lnTo>
                    <a:pt x="1429" y="7299"/>
                  </a:lnTo>
                  <a:lnTo>
                    <a:pt x="1584" y="7183"/>
                  </a:lnTo>
                  <a:lnTo>
                    <a:pt x="1700" y="7067"/>
                  </a:lnTo>
                  <a:lnTo>
                    <a:pt x="1815" y="6874"/>
                  </a:lnTo>
                  <a:lnTo>
                    <a:pt x="1854" y="6681"/>
                  </a:lnTo>
                  <a:lnTo>
                    <a:pt x="1893" y="6527"/>
                  </a:lnTo>
                  <a:lnTo>
                    <a:pt x="1854" y="6334"/>
                  </a:lnTo>
                  <a:lnTo>
                    <a:pt x="1815" y="6179"/>
                  </a:lnTo>
                  <a:lnTo>
                    <a:pt x="1738" y="6025"/>
                  </a:lnTo>
                  <a:lnTo>
                    <a:pt x="1661" y="5909"/>
                  </a:lnTo>
                  <a:lnTo>
                    <a:pt x="1545" y="5793"/>
                  </a:lnTo>
                  <a:lnTo>
                    <a:pt x="2163" y="5098"/>
                  </a:lnTo>
                  <a:lnTo>
                    <a:pt x="2742" y="4403"/>
                  </a:lnTo>
                  <a:lnTo>
                    <a:pt x="3939" y="3013"/>
                  </a:lnTo>
                  <a:lnTo>
                    <a:pt x="4480" y="2395"/>
                  </a:lnTo>
                  <a:lnTo>
                    <a:pt x="5098" y="1700"/>
                  </a:lnTo>
                  <a:lnTo>
                    <a:pt x="5638" y="1043"/>
                  </a:lnTo>
                  <a:lnTo>
                    <a:pt x="5909" y="657"/>
                  </a:lnTo>
                  <a:lnTo>
                    <a:pt x="6102" y="310"/>
                  </a:lnTo>
                  <a:lnTo>
                    <a:pt x="6140" y="194"/>
                  </a:lnTo>
                  <a:lnTo>
                    <a:pt x="6063" y="78"/>
                  </a:lnTo>
                  <a:lnTo>
                    <a:pt x="598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2" name="Google Shape;5702;p22"/>
            <p:cNvSpPr/>
            <p:nvPr/>
          </p:nvSpPr>
          <p:spPr>
            <a:xfrm>
              <a:off x="3825425" y="4219125"/>
              <a:ext cx="200825" cy="183450"/>
            </a:xfrm>
            <a:custGeom>
              <a:avLst/>
              <a:gdLst/>
              <a:ahLst/>
              <a:cxnLst/>
              <a:rect l="l" t="t" r="r" b="b"/>
              <a:pathLst>
                <a:path w="8033" h="7338" extrusionOk="0">
                  <a:moveTo>
                    <a:pt x="7067" y="5754"/>
                  </a:moveTo>
                  <a:lnTo>
                    <a:pt x="7299" y="5870"/>
                  </a:lnTo>
                  <a:lnTo>
                    <a:pt x="7492" y="6025"/>
                  </a:lnTo>
                  <a:lnTo>
                    <a:pt x="7531" y="6140"/>
                  </a:lnTo>
                  <a:lnTo>
                    <a:pt x="7569" y="6256"/>
                  </a:lnTo>
                  <a:lnTo>
                    <a:pt x="7608" y="6372"/>
                  </a:lnTo>
                  <a:lnTo>
                    <a:pt x="7569" y="6488"/>
                  </a:lnTo>
                  <a:lnTo>
                    <a:pt x="7531" y="6565"/>
                  </a:lnTo>
                  <a:lnTo>
                    <a:pt x="7492" y="6681"/>
                  </a:lnTo>
                  <a:lnTo>
                    <a:pt x="7338" y="6797"/>
                  </a:lnTo>
                  <a:lnTo>
                    <a:pt x="7106" y="6913"/>
                  </a:lnTo>
                  <a:lnTo>
                    <a:pt x="6913" y="6913"/>
                  </a:lnTo>
                  <a:lnTo>
                    <a:pt x="6720" y="6835"/>
                  </a:lnTo>
                  <a:lnTo>
                    <a:pt x="6565" y="6681"/>
                  </a:lnTo>
                  <a:lnTo>
                    <a:pt x="6488" y="6488"/>
                  </a:lnTo>
                  <a:lnTo>
                    <a:pt x="6488" y="6295"/>
                  </a:lnTo>
                  <a:lnTo>
                    <a:pt x="6527" y="6102"/>
                  </a:lnTo>
                  <a:lnTo>
                    <a:pt x="6643" y="5909"/>
                  </a:lnTo>
                  <a:lnTo>
                    <a:pt x="6797" y="5754"/>
                  </a:lnTo>
                  <a:close/>
                  <a:moveTo>
                    <a:pt x="233" y="1"/>
                  </a:moveTo>
                  <a:lnTo>
                    <a:pt x="155" y="39"/>
                  </a:lnTo>
                  <a:lnTo>
                    <a:pt x="78" y="39"/>
                  </a:lnTo>
                  <a:lnTo>
                    <a:pt x="39" y="116"/>
                  </a:lnTo>
                  <a:lnTo>
                    <a:pt x="1" y="232"/>
                  </a:lnTo>
                  <a:lnTo>
                    <a:pt x="1" y="310"/>
                  </a:lnTo>
                  <a:lnTo>
                    <a:pt x="39" y="387"/>
                  </a:lnTo>
                  <a:lnTo>
                    <a:pt x="426" y="773"/>
                  </a:lnTo>
                  <a:lnTo>
                    <a:pt x="812" y="1120"/>
                  </a:lnTo>
                  <a:lnTo>
                    <a:pt x="1623" y="1777"/>
                  </a:lnTo>
                  <a:lnTo>
                    <a:pt x="3399" y="3206"/>
                  </a:lnTo>
                  <a:lnTo>
                    <a:pt x="4866" y="4441"/>
                  </a:lnTo>
                  <a:lnTo>
                    <a:pt x="5639" y="5021"/>
                  </a:lnTo>
                  <a:lnTo>
                    <a:pt x="6411" y="5600"/>
                  </a:lnTo>
                  <a:lnTo>
                    <a:pt x="6295" y="5677"/>
                  </a:lnTo>
                  <a:lnTo>
                    <a:pt x="6218" y="5793"/>
                  </a:lnTo>
                  <a:lnTo>
                    <a:pt x="6102" y="6102"/>
                  </a:lnTo>
                  <a:lnTo>
                    <a:pt x="6063" y="6411"/>
                  </a:lnTo>
                  <a:lnTo>
                    <a:pt x="6102" y="6681"/>
                  </a:lnTo>
                  <a:lnTo>
                    <a:pt x="6179" y="6835"/>
                  </a:lnTo>
                  <a:lnTo>
                    <a:pt x="6295" y="6990"/>
                  </a:lnTo>
                  <a:lnTo>
                    <a:pt x="6411" y="7144"/>
                  </a:lnTo>
                  <a:lnTo>
                    <a:pt x="6565" y="7222"/>
                  </a:lnTo>
                  <a:lnTo>
                    <a:pt x="6720" y="7299"/>
                  </a:lnTo>
                  <a:lnTo>
                    <a:pt x="6874" y="7337"/>
                  </a:lnTo>
                  <a:lnTo>
                    <a:pt x="7067" y="7337"/>
                  </a:lnTo>
                  <a:lnTo>
                    <a:pt x="7260" y="7299"/>
                  </a:lnTo>
                  <a:lnTo>
                    <a:pt x="7454" y="7260"/>
                  </a:lnTo>
                  <a:lnTo>
                    <a:pt x="7608" y="7144"/>
                  </a:lnTo>
                  <a:lnTo>
                    <a:pt x="7724" y="7029"/>
                  </a:lnTo>
                  <a:lnTo>
                    <a:pt x="7840" y="6913"/>
                  </a:lnTo>
                  <a:lnTo>
                    <a:pt x="7956" y="6758"/>
                  </a:lnTo>
                  <a:lnTo>
                    <a:pt x="7994" y="6565"/>
                  </a:lnTo>
                  <a:lnTo>
                    <a:pt x="8033" y="6411"/>
                  </a:lnTo>
                  <a:lnTo>
                    <a:pt x="8033" y="6218"/>
                  </a:lnTo>
                  <a:lnTo>
                    <a:pt x="7956" y="6025"/>
                  </a:lnTo>
                  <a:lnTo>
                    <a:pt x="7840" y="5870"/>
                  </a:lnTo>
                  <a:lnTo>
                    <a:pt x="7724" y="5716"/>
                  </a:lnTo>
                  <a:lnTo>
                    <a:pt x="7569" y="5600"/>
                  </a:lnTo>
                  <a:lnTo>
                    <a:pt x="7415" y="5523"/>
                  </a:lnTo>
                  <a:lnTo>
                    <a:pt x="7222" y="5445"/>
                  </a:lnTo>
                  <a:lnTo>
                    <a:pt x="7029" y="5445"/>
                  </a:lnTo>
                  <a:lnTo>
                    <a:pt x="6836" y="5484"/>
                  </a:lnTo>
                  <a:lnTo>
                    <a:pt x="6025" y="4712"/>
                  </a:lnTo>
                  <a:lnTo>
                    <a:pt x="5214" y="4017"/>
                  </a:lnTo>
                  <a:lnTo>
                    <a:pt x="3515" y="2626"/>
                  </a:lnTo>
                  <a:lnTo>
                    <a:pt x="2743" y="1970"/>
                  </a:lnTo>
                  <a:lnTo>
                    <a:pt x="1970" y="1275"/>
                  </a:lnTo>
                  <a:lnTo>
                    <a:pt x="1159" y="618"/>
                  </a:lnTo>
                  <a:lnTo>
                    <a:pt x="735" y="310"/>
                  </a:lnTo>
                  <a:lnTo>
                    <a:pt x="310" y="39"/>
                  </a:lnTo>
                  <a:lnTo>
                    <a:pt x="23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3" name="Google Shape;5703;p22"/>
            <p:cNvSpPr/>
            <p:nvPr/>
          </p:nvSpPr>
          <p:spPr>
            <a:xfrm>
              <a:off x="3401625" y="4223000"/>
              <a:ext cx="240425" cy="634250"/>
            </a:xfrm>
            <a:custGeom>
              <a:avLst/>
              <a:gdLst/>
              <a:ahLst/>
              <a:cxnLst/>
              <a:rect l="l" t="t" r="r" b="b"/>
              <a:pathLst>
                <a:path w="9617" h="25370" extrusionOk="0">
                  <a:moveTo>
                    <a:pt x="4751" y="463"/>
                  </a:moveTo>
                  <a:lnTo>
                    <a:pt x="5291" y="502"/>
                  </a:lnTo>
                  <a:lnTo>
                    <a:pt x="5755" y="579"/>
                  </a:lnTo>
                  <a:lnTo>
                    <a:pt x="6218" y="772"/>
                  </a:lnTo>
                  <a:lnTo>
                    <a:pt x="6681" y="965"/>
                  </a:lnTo>
                  <a:lnTo>
                    <a:pt x="7067" y="1236"/>
                  </a:lnTo>
                  <a:lnTo>
                    <a:pt x="7454" y="1583"/>
                  </a:lnTo>
                  <a:lnTo>
                    <a:pt x="7801" y="1931"/>
                  </a:lnTo>
                  <a:lnTo>
                    <a:pt x="8149" y="2356"/>
                  </a:lnTo>
                  <a:lnTo>
                    <a:pt x="8419" y="2780"/>
                  </a:lnTo>
                  <a:lnTo>
                    <a:pt x="8651" y="3244"/>
                  </a:lnTo>
                  <a:lnTo>
                    <a:pt x="8844" y="3707"/>
                  </a:lnTo>
                  <a:lnTo>
                    <a:pt x="8998" y="4209"/>
                  </a:lnTo>
                  <a:lnTo>
                    <a:pt x="9075" y="4711"/>
                  </a:lnTo>
                  <a:lnTo>
                    <a:pt x="9114" y="5213"/>
                  </a:lnTo>
                  <a:lnTo>
                    <a:pt x="9114" y="5754"/>
                  </a:lnTo>
                  <a:lnTo>
                    <a:pt x="9075" y="6256"/>
                  </a:lnTo>
                  <a:lnTo>
                    <a:pt x="8998" y="6758"/>
                  </a:lnTo>
                  <a:lnTo>
                    <a:pt x="8882" y="7260"/>
                  </a:lnTo>
                  <a:lnTo>
                    <a:pt x="8689" y="7723"/>
                  </a:lnTo>
                  <a:lnTo>
                    <a:pt x="8496" y="8225"/>
                  </a:lnTo>
                  <a:lnTo>
                    <a:pt x="8303" y="8650"/>
                  </a:lnTo>
                  <a:lnTo>
                    <a:pt x="8033" y="9113"/>
                  </a:lnTo>
                  <a:lnTo>
                    <a:pt x="7763" y="9538"/>
                  </a:lnTo>
                  <a:lnTo>
                    <a:pt x="7454" y="9924"/>
                  </a:lnTo>
                  <a:lnTo>
                    <a:pt x="7106" y="10349"/>
                  </a:lnTo>
                  <a:lnTo>
                    <a:pt x="6759" y="10735"/>
                  </a:lnTo>
                  <a:lnTo>
                    <a:pt x="6025" y="11469"/>
                  </a:lnTo>
                  <a:lnTo>
                    <a:pt x="5253" y="12125"/>
                  </a:lnTo>
                  <a:lnTo>
                    <a:pt x="5098" y="12125"/>
                  </a:lnTo>
                  <a:lnTo>
                    <a:pt x="5059" y="12202"/>
                  </a:lnTo>
                  <a:lnTo>
                    <a:pt x="5021" y="12241"/>
                  </a:lnTo>
                  <a:lnTo>
                    <a:pt x="5021" y="12280"/>
                  </a:lnTo>
                  <a:lnTo>
                    <a:pt x="4210" y="11816"/>
                  </a:lnTo>
                  <a:lnTo>
                    <a:pt x="3476" y="11314"/>
                  </a:lnTo>
                  <a:lnTo>
                    <a:pt x="2781" y="10735"/>
                  </a:lnTo>
                  <a:lnTo>
                    <a:pt x="2472" y="10426"/>
                  </a:lnTo>
                  <a:lnTo>
                    <a:pt x="2163" y="10117"/>
                  </a:lnTo>
                  <a:lnTo>
                    <a:pt x="1893" y="9770"/>
                  </a:lnTo>
                  <a:lnTo>
                    <a:pt x="1661" y="9422"/>
                  </a:lnTo>
                  <a:lnTo>
                    <a:pt x="1430" y="9036"/>
                  </a:lnTo>
                  <a:lnTo>
                    <a:pt x="1198" y="8650"/>
                  </a:lnTo>
                  <a:lnTo>
                    <a:pt x="1005" y="8264"/>
                  </a:lnTo>
                  <a:lnTo>
                    <a:pt x="850" y="7839"/>
                  </a:lnTo>
                  <a:lnTo>
                    <a:pt x="735" y="7376"/>
                  </a:lnTo>
                  <a:lnTo>
                    <a:pt x="619" y="6912"/>
                  </a:lnTo>
                  <a:lnTo>
                    <a:pt x="542" y="6449"/>
                  </a:lnTo>
                  <a:lnTo>
                    <a:pt x="503" y="5985"/>
                  </a:lnTo>
                  <a:lnTo>
                    <a:pt x="503" y="5522"/>
                  </a:lnTo>
                  <a:lnTo>
                    <a:pt x="542" y="5020"/>
                  </a:lnTo>
                  <a:lnTo>
                    <a:pt x="619" y="4557"/>
                  </a:lnTo>
                  <a:lnTo>
                    <a:pt x="696" y="4055"/>
                  </a:lnTo>
                  <a:lnTo>
                    <a:pt x="850" y="3591"/>
                  </a:lnTo>
                  <a:lnTo>
                    <a:pt x="1005" y="3167"/>
                  </a:lnTo>
                  <a:lnTo>
                    <a:pt x="1237" y="2742"/>
                  </a:lnTo>
                  <a:lnTo>
                    <a:pt x="1468" y="2317"/>
                  </a:lnTo>
                  <a:lnTo>
                    <a:pt x="1739" y="1931"/>
                  </a:lnTo>
                  <a:lnTo>
                    <a:pt x="2086" y="1583"/>
                  </a:lnTo>
                  <a:lnTo>
                    <a:pt x="2434" y="1274"/>
                  </a:lnTo>
                  <a:lnTo>
                    <a:pt x="2820" y="1004"/>
                  </a:lnTo>
                  <a:lnTo>
                    <a:pt x="3245" y="811"/>
                  </a:lnTo>
                  <a:lnTo>
                    <a:pt x="3708" y="618"/>
                  </a:lnTo>
                  <a:lnTo>
                    <a:pt x="4249" y="502"/>
                  </a:lnTo>
                  <a:lnTo>
                    <a:pt x="4751" y="463"/>
                  </a:lnTo>
                  <a:close/>
                  <a:moveTo>
                    <a:pt x="5137" y="12627"/>
                  </a:moveTo>
                  <a:lnTo>
                    <a:pt x="5214" y="12666"/>
                  </a:lnTo>
                  <a:lnTo>
                    <a:pt x="5484" y="13129"/>
                  </a:lnTo>
                  <a:lnTo>
                    <a:pt x="4751" y="13052"/>
                  </a:lnTo>
                  <a:lnTo>
                    <a:pt x="5059" y="12627"/>
                  </a:lnTo>
                  <a:close/>
                  <a:moveTo>
                    <a:pt x="3167" y="13979"/>
                  </a:moveTo>
                  <a:lnTo>
                    <a:pt x="3476" y="14403"/>
                  </a:lnTo>
                  <a:lnTo>
                    <a:pt x="3708" y="14828"/>
                  </a:lnTo>
                  <a:lnTo>
                    <a:pt x="3669" y="14867"/>
                  </a:lnTo>
                  <a:lnTo>
                    <a:pt x="3438" y="14944"/>
                  </a:lnTo>
                  <a:lnTo>
                    <a:pt x="3167" y="15021"/>
                  </a:lnTo>
                  <a:lnTo>
                    <a:pt x="2936" y="15060"/>
                  </a:lnTo>
                  <a:lnTo>
                    <a:pt x="2665" y="15021"/>
                  </a:lnTo>
                  <a:lnTo>
                    <a:pt x="2936" y="14519"/>
                  </a:lnTo>
                  <a:lnTo>
                    <a:pt x="3167" y="13979"/>
                  </a:lnTo>
                  <a:close/>
                  <a:moveTo>
                    <a:pt x="5330" y="14867"/>
                  </a:moveTo>
                  <a:lnTo>
                    <a:pt x="5021" y="15987"/>
                  </a:lnTo>
                  <a:lnTo>
                    <a:pt x="4789" y="15794"/>
                  </a:lnTo>
                  <a:lnTo>
                    <a:pt x="4557" y="15562"/>
                  </a:lnTo>
                  <a:lnTo>
                    <a:pt x="4364" y="15330"/>
                  </a:lnTo>
                  <a:lnTo>
                    <a:pt x="4210" y="15098"/>
                  </a:lnTo>
                  <a:lnTo>
                    <a:pt x="4171" y="15060"/>
                  </a:lnTo>
                  <a:lnTo>
                    <a:pt x="5330" y="14867"/>
                  </a:lnTo>
                  <a:close/>
                  <a:moveTo>
                    <a:pt x="4055" y="15407"/>
                  </a:moveTo>
                  <a:lnTo>
                    <a:pt x="4249" y="15678"/>
                  </a:lnTo>
                  <a:lnTo>
                    <a:pt x="4480" y="15948"/>
                  </a:lnTo>
                  <a:lnTo>
                    <a:pt x="4712" y="16218"/>
                  </a:lnTo>
                  <a:lnTo>
                    <a:pt x="4982" y="16450"/>
                  </a:lnTo>
                  <a:lnTo>
                    <a:pt x="5098" y="16489"/>
                  </a:lnTo>
                  <a:lnTo>
                    <a:pt x="4905" y="16991"/>
                  </a:lnTo>
                  <a:lnTo>
                    <a:pt x="4789" y="17531"/>
                  </a:lnTo>
                  <a:lnTo>
                    <a:pt x="4480" y="17145"/>
                  </a:lnTo>
                  <a:lnTo>
                    <a:pt x="4249" y="16759"/>
                  </a:lnTo>
                  <a:lnTo>
                    <a:pt x="4133" y="16527"/>
                  </a:lnTo>
                  <a:lnTo>
                    <a:pt x="4055" y="16296"/>
                  </a:lnTo>
                  <a:lnTo>
                    <a:pt x="4017" y="16064"/>
                  </a:lnTo>
                  <a:lnTo>
                    <a:pt x="4017" y="15794"/>
                  </a:lnTo>
                  <a:lnTo>
                    <a:pt x="4055" y="15407"/>
                  </a:lnTo>
                  <a:close/>
                  <a:moveTo>
                    <a:pt x="5291" y="16798"/>
                  </a:moveTo>
                  <a:lnTo>
                    <a:pt x="5600" y="17145"/>
                  </a:lnTo>
                  <a:lnTo>
                    <a:pt x="5870" y="17531"/>
                  </a:lnTo>
                  <a:lnTo>
                    <a:pt x="5446" y="17570"/>
                  </a:lnTo>
                  <a:lnTo>
                    <a:pt x="5021" y="17647"/>
                  </a:lnTo>
                  <a:lnTo>
                    <a:pt x="5291" y="16798"/>
                  </a:lnTo>
                  <a:close/>
                  <a:moveTo>
                    <a:pt x="4557" y="17879"/>
                  </a:moveTo>
                  <a:lnTo>
                    <a:pt x="4635" y="17995"/>
                  </a:lnTo>
                  <a:lnTo>
                    <a:pt x="4519" y="18149"/>
                  </a:lnTo>
                  <a:lnTo>
                    <a:pt x="4403" y="18381"/>
                  </a:lnTo>
                  <a:lnTo>
                    <a:pt x="4287" y="18805"/>
                  </a:lnTo>
                  <a:lnTo>
                    <a:pt x="3901" y="18381"/>
                  </a:lnTo>
                  <a:lnTo>
                    <a:pt x="3553" y="17917"/>
                  </a:lnTo>
                  <a:lnTo>
                    <a:pt x="4557" y="17879"/>
                  </a:lnTo>
                  <a:close/>
                  <a:moveTo>
                    <a:pt x="7917" y="20003"/>
                  </a:moveTo>
                  <a:lnTo>
                    <a:pt x="7878" y="20736"/>
                  </a:lnTo>
                  <a:lnTo>
                    <a:pt x="7763" y="21509"/>
                  </a:lnTo>
                  <a:lnTo>
                    <a:pt x="6797" y="20775"/>
                  </a:lnTo>
                  <a:lnTo>
                    <a:pt x="6759" y="20736"/>
                  </a:lnTo>
                  <a:lnTo>
                    <a:pt x="6681" y="20466"/>
                  </a:lnTo>
                  <a:lnTo>
                    <a:pt x="6990" y="20273"/>
                  </a:lnTo>
                  <a:lnTo>
                    <a:pt x="7299" y="20118"/>
                  </a:lnTo>
                  <a:lnTo>
                    <a:pt x="7608" y="20041"/>
                  </a:lnTo>
                  <a:lnTo>
                    <a:pt x="7917" y="20003"/>
                  </a:lnTo>
                  <a:close/>
                  <a:moveTo>
                    <a:pt x="5330" y="20389"/>
                  </a:moveTo>
                  <a:lnTo>
                    <a:pt x="6179" y="20813"/>
                  </a:lnTo>
                  <a:lnTo>
                    <a:pt x="5755" y="21200"/>
                  </a:lnTo>
                  <a:lnTo>
                    <a:pt x="5368" y="21663"/>
                  </a:lnTo>
                  <a:lnTo>
                    <a:pt x="5291" y="21007"/>
                  </a:lnTo>
                  <a:lnTo>
                    <a:pt x="5330" y="20389"/>
                  </a:lnTo>
                  <a:close/>
                  <a:moveTo>
                    <a:pt x="4905" y="0"/>
                  </a:moveTo>
                  <a:lnTo>
                    <a:pt x="4519" y="39"/>
                  </a:lnTo>
                  <a:lnTo>
                    <a:pt x="4171" y="39"/>
                  </a:lnTo>
                  <a:lnTo>
                    <a:pt x="3785" y="116"/>
                  </a:lnTo>
                  <a:lnTo>
                    <a:pt x="3438" y="232"/>
                  </a:lnTo>
                  <a:lnTo>
                    <a:pt x="3090" y="348"/>
                  </a:lnTo>
                  <a:lnTo>
                    <a:pt x="2743" y="502"/>
                  </a:lnTo>
                  <a:lnTo>
                    <a:pt x="2434" y="695"/>
                  </a:lnTo>
                  <a:lnTo>
                    <a:pt x="2086" y="927"/>
                  </a:lnTo>
                  <a:lnTo>
                    <a:pt x="1816" y="1197"/>
                  </a:lnTo>
                  <a:lnTo>
                    <a:pt x="1507" y="1506"/>
                  </a:lnTo>
                  <a:lnTo>
                    <a:pt x="1275" y="1815"/>
                  </a:lnTo>
                  <a:lnTo>
                    <a:pt x="1044" y="2124"/>
                  </a:lnTo>
                  <a:lnTo>
                    <a:pt x="812" y="2471"/>
                  </a:lnTo>
                  <a:lnTo>
                    <a:pt x="619" y="2858"/>
                  </a:lnTo>
                  <a:lnTo>
                    <a:pt x="464" y="3205"/>
                  </a:lnTo>
                  <a:lnTo>
                    <a:pt x="310" y="3591"/>
                  </a:lnTo>
                  <a:lnTo>
                    <a:pt x="233" y="3977"/>
                  </a:lnTo>
                  <a:lnTo>
                    <a:pt x="117" y="4364"/>
                  </a:lnTo>
                  <a:lnTo>
                    <a:pt x="78" y="4750"/>
                  </a:lnTo>
                  <a:lnTo>
                    <a:pt x="1" y="5174"/>
                  </a:lnTo>
                  <a:lnTo>
                    <a:pt x="1" y="5561"/>
                  </a:lnTo>
                  <a:lnTo>
                    <a:pt x="1" y="5985"/>
                  </a:lnTo>
                  <a:lnTo>
                    <a:pt x="40" y="6372"/>
                  </a:lnTo>
                  <a:lnTo>
                    <a:pt x="78" y="6796"/>
                  </a:lnTo>
                  <a:lnTo>
                    <a:pt x="155" y="7182"/>
                  </a:lnTo>
                  <a:lnTo>
                    <a:pt x="271" y="7569"/>
                  </a:lnTo>
                  <a:lnTo>
                    <a:pt x="387" y="7993"/>
                  </a:lnTo>
                  <a:lnTo>
                    <a:pt x="542" y="8380"/>
                  </a:lnTo>
                  <a:lnTo>
                    <a:pt x="928" y="9152"/>
                  </a:lnTo>
                  <a:lnTo>
                    <a:pt x="1121" y="9538"/>
                  </a:lnTo>
                  <a:lnTo>
                    <a:pt x="1352" y="9924"/>
                  </a:lnTo>
                  <a:lnTo>
                    <a:pt x="1623" y="10272"/>
                  </a:lnTo>
                  <a:lnTo>
                    <a:pt x="1893" y="10619"/>
                  </a:lnTo>
                  <a:lnTo>
                    <a:pt x="2202" y="10928"/>
                  </a:lnTo>
                  <a:lnTo>
                    <a:pt x="2511" y="11237"/>
                  </a:lnTo>
                  <a:lnTo>
                    <a:pt x="2820" y="11546"/>
                  </a:lnTo>
                  <a:lnTo>
                    <a:pt x="3167" y="11778"/>
                  </a:lnTo>
                  <a:lnTo>
                    <a:pt x="3553" y="12009"/>
                  </a:lnTo>
                  <a:lnTo>
                    <a:pt x="3940" y="12241"/>
                  </a:lnTo>
                  <a:lnTo>
                    <a:pt x="4326" y="12395"/>
                  </a:lnTo>
                  <a:lnTo>
                    <a:pt x="4712" y="12550"/>
                  </a:lnTo>
                  <a:lnTo>
                    <a:pt x="4171" y="13091"/>
                  </a:lnTo>
                  <a:lnTo>
                    <a:pt x="4133" y="13206"/>
                  </a:lnTo>
                  <a:lnTo>
                    <a:pt x="4133" y="13322"/>
                  </a:lnTo>
                  <a:lnTo>
                    <a:pt x="4210" y="13399"/>
                  </a:lnTo>
                  <a:lnTo>
                    <a:pt x="4326" y="13438"/>
                  </a:lnTo>
                  <a:lnTo>
                    <a:pt x="4789" y="13477"/>
                  </a:lnTo>
                  <a:lnTo>
                    <a:pt x="4519" y="13747"/>
                  </a:lnTo>
                  <a:lnTo>
                    <a:pt x="4287" y="13979"/>
                  </a:lnTo>
                  <a:lnTo>
                    <a:pt x="4094" y="14288"/>
                  </a:lnTo>
                  <a:lnTo>
                    <a:pt x="3940" y="14596"/>
                  </a:lnTo>
                  <a:lnTo>
                    <a:pt x="3785" y="14288"/>
                  </a:lnTo>
                  <a:lnTo>
                    <a:pt x="3631" y="14017"/>
                  </a:lnTo>
                  <a:lnTo>
                    <a:pt x="3438" y="13747"/>
                  </a:lnTo>
                  <a:lnTo>
                    <a:pt x="3206" y="13477"/>
                  </a:lnTo>
                  <a:lnTo>
                    <a:pt x="3129" y="13438"/>
                  </a:lnTo>
                  <a:lnTo>
                    <a:pt x="3051" y="13438"/>
                  </a:lnTo>
                  <a:lnTo>
                    <a:pt x="2974" y="13477"/>
                  </a:lnTo>
                  <a:lnTo>
                    <a:pt x="2897" y="13593"/>
                  </a:lnTo>
                  <a:lnTo>
                    <a:pt x="2588" y="14326"/>
                  </a:lnTo>
                  <a:lnTo>
                    <a:pt x="2241" y="15098"/>
                  </a:lnTo>
                  <a:lnTo>
                    <a:pt x="2202" y="15176"/>
                  </a:lnTo>
                  <a:lnTo>
                    <a:pt x="2202" y="15253"/>
                  </a:lnTo>
                  <a:lnTo>
                    <a:pt x="2241" y="15330"/>
                  </a:lnTo>
                  <a:lnTo>
                    <a:pt x="2318" y="15369"/>
                  </a:lnTo>
                  <a:lnTo>
                    <a:pt x="2665" y="15407"/>
                  </a:lnTo>
                  <a:lnTo>
                    <a:pt x="3013" y="15407"/>
                  </a:lnTo>
                  <a:lnTo>
                    <a:pt x="3360" y="15369"/>
                  </a:lnTo>
                  <a:lnTo>
                    <a:pt x="3669" y="15253"/>
                  </a:lnTo>
                  <a:lnTo>
                    <a:pt x="3669" y="15253"/>
                  </a:lnTo>
                  <a:lnTo>
                    <a:pt x="3631" y="15562"/>
                  </a:lnTo>
                  <a:lnTo>
                    <a:pt x="3592" y="15909"/>
                  </a:lnTo>
                  <a:lnTo>
                    <a:pt x="3631" y="16141"/>
                  </a:lnTo>
                  <a:lnTo>
                    <a:pt x="3669" y="16373"/>
                  </a:lnTo>
                  <a:lnTo>
                    <a:pt x="3785" y="16798"/>
                  </a:lnTo>
                  <a:lnTo>
                    <a:pt x="4017" y="17184"/>
                  </a:lnTo>
                  <a:lnTo>
                    <a:pt x="4287" y="17570"/>
                  </a:lnTo>
                  <a:lnTo>
                    <a:pt x="3245" y="17570"/>
                  </a:lnTo>
                  <a:lnTo>
                    <a:pt x="3167" y="17608"/>
                  </a:lnTo>
                  <a:lnTo>
                    <a:pt x="3090" y="17647"/>
                  </a:lnTo>
                  <a:lnTo>
                    <a:pt x="3051" y="17763"/>
                  </a:lnTo>
                  <a:lnTo>
                    <a:pt x="3090" y="17840"/>
                  </a:lnTo>
                  <a:lnTo>
                    <a:pt x="3322" y="18265"/>
                  </a:lnTo>
                  <a:lnTo>
                    <a:pt x="3592" y="18612"/>
                  </a:lnTo>
                  <a:lnTo>
                    <a:pt x="3901" y="18960"/>
                  </a:lnTo>
                  <a:lnTo>
                    <a:pt x="4249" y="19307"/>
                  </a:lnTo>
                  <a:lnTo>
                    <a:pt x="4326" y="19346"/>
                  </a:lnTo>
                  <a:lnTo>
                    <a:pt x="4442" y="19346"/>
                  </a:lnTo>
                  <a:lnTo>
                    <a:pt x="4519" y="19307"/>
                  </a:lnTo>
                  <a:lnTo>
                    <a:pt x="4557" y="19230"/>
                  </a:lnTo>
                  <a:lnTo>
                    <a:pt x="4751" y="18767"/>
                  </a:lnTo>
                  <a:lnTo>
                    <a:pt x="4828" y="18497"/>
                  </a:lnTo>
                  <a:lnTo>
                    <a:pt x="4905" y="18265"/>
                  </a:lnTo>
                  <a:lnTo>
                    <a:pt x="5021" y="18381"/>
                  </a:lnTo>
                  <a:lnTo>
                    <a:pt x="5446" y="18883"/>
                  </a:lnTo>
                  <a:lnTo>
                    <a:pt x="5793" y="19385"/>
                  </a:lnTo>
                  <a:lnTo>
                    <a:pt x="6063" y="19964"/>
                  </a:lnTo>
                  <a:lnTo>
                    <a:pt x="6257" y="20543"/>
                  </a:lnTo>
                  <a:lnTo>
                    <a:pt x="5253" y="19964"/>
                  </a:lnTo>
                  <a:lnTo>
                    <a:pt x="5175" y="19925"/>
                  </a:lnTo>
                  <a:lnTo>
                    <a:pt x="5098" y="19925"/>
                  </a:lnTo>
                  <a:lnTo>
                    <a:pt x="5021" y="20003"/>
                  </a:lnTo>
                  <a:lnTo>
                    <a:pt x="4982" y="20041"/>
                  </a:lnTo>
                  <a:lnTo>
                    <a:pt x="4944" y="20582"/>
                  </a:lnTo>
                  <a:lnTo>
                    <a:pt x="4944" y="21084"/>
                  </a:lnTo>
                  <a:lnTo>
                    <a:pt x="4982" y="21586"/>
                  </a:lnTo>
                  <a:lnTo>
                    <a:pt x="5059" y="22088"/>
                  </a:lnTo>
                  <a:lnTo>
                    <a:pt x="5098" y="22204"/>
                  </a:lnTo>
                  <a:lnTo>
                    <a:pt x="5214" y="22242"/>
                  </a:lnTo>
                  <a:lnTo>
                    <a:pt x="5291" y="22242"/>
                  </a:lnTo>
                  <a:lnTo>
                    <a:pt x="5368" y="22165"/>
                  </a:lnTo>
                  <a:lnTo>
                    <a:pt x="5870" y="21663"/>
                  </a:lnTo>
                  <a:lnTo>
                    <a:pt x="6372" y="21161"/>
                  </a:lnTo>
                  <a:lnTo>
                    <a:pt x="6411" y="21547"/>
                  </a:lnTo>
                  <a:lnTo>
                    <a:pt x="6372" y="21933"/>
                  </a:lnTo>
                  <a:lnTo>
                    <a:pt x="6295" y="22474"/>
                  </a:lnTo>
                  <a:lnTo>
                    <a:pt x="6102" y="23053"/>
                  </a:lnTo>
                  <a:lnTo>
                    <a:pt x="5870" y="23671"/>
                  </a:lnTo>
                  <a:lnTo>
                    <a:pt x="5677" y="23941"/>
                  </a:lnTo>
                  <a:lnTo>
                    <a:pt x="5523" y="24173"/>
                  </a:lnTo>
                  <a:lnTo>
                    <a:pt x="5330" y="24405"/>
                  </a:lnTo>
                  <a:lnTo>
                    <a:pt x="5098" y="24598"/>
                  </a:lnTo>
                  <a:lnTo>
                    <a:pt x="4866" y="24752"/>
                  </a:lnTo>
                  <a:lnTo>
                    <a:pt x="4635" y="24868"/>
                  </a:lnTo>
                  <a:lnTo>
                    <a:pt x="4364" y="24945"/>
                  </a:lnTo>
                  <a:lnTo>
                    <a:pt x="4094" y="24907"/>
                  </a:lnTo>
                  <a:lnTo>
                    <a:pt x="3785" y="24868"/>
                  </a:lnTo>
                  <a:lnTo>
                    <a:pt x="3476" y="24714"/>
                  </a:lnTo>
                  <a:lnTo>
                    <a:pt x="3399" y="24675"/>
                  </a:lnTo>
                  <a:lnTo>
                    <a:pt x="3360" y="24675"/>
                  </a:lnTo>
                  <a:lnTo>
                    <a:pt x="3283" y="24752"/>
                  </a:lnTo>
                  <a:lnTo>
                    <a:pt x="3245" y="24868"/>
                  </a:lnTo>
                  <a:lnTo>
                    <a:pt x="3245" y="24907"/>
                  </a:lnTo>
                  <a:lnTo>
                    <a:pt x="3283" y="24945"/>
                  </a:lnTo>
                  <a:lnTo>
                    <a:pt x="3438" y="25100"/>
                  </a:lnTo>
                  <a:lnTo>
                    <a:pt x="3592" y="25216"/>
                  </a:lnTo>
                  <a:lnTo>
                    <a:pt x="3785" y="25293"/>
                  </a:lnTo>
                  <a:lnTo>
                    <a:pt x="3940" y="25331"/>
                  </a:lnTo>
                  <a:lnTo>
                    <a:pt x="4133" y="25370"/>
                  </a:lnTo>
                  <a:lnTo>
                    <a:pt x="4287" y="25370"/>
                  </a:lnTo>
                  <a:lnTo>
                    <a:pt x="4635" y="25293"/>
                  </a:lnTo>
                  <a:lnTo>
                    <a:pt x="4982" y="25138"/>
                  </a:lnTo>
                  <a:lnTo>
                    <a:pt x="5330" y="24945"/>
                  </a:lnTo>
                  <a:lnTo>
                    <a:pt x="5600" y="24714"/>
                  </a:lnTo>
                  <a:lnTo>
                    <a:pt x="5870" y="24443"/>
                  </a:lnTo>
                  <a:lnTo>
                    <a:pt x="6141" y="24057"/>
                  </a:lnTo>
                  <a:lnTo>
                    <a:pt x="6334" y="23671"/>
                  </a:lnTo>
                  <a:lnTo>
                    <a:pt x="6527" y="23285"/>
                  </a:lnTo>
                  <a:lnTo>
                    <a:pt x="6643" y="22860"/>
                  </a:lnTo>
                  <a:lnTo>
                    <a:pt x="6759" y="22435"/>
                  </a:lnTo>
                  <a:lnTo>
                    <a:pt x="6797" y="21972"/>
                  </a:lnTo>
                  <a:lnTo>
                    <a:pt x="6836" y="21547"/>
                  </a:lnTo>
                  <a:lnTo>
                    <a:pt x="6797" y="21084"/>
                  </a:lnTo>
                  <a:lnTo>
                    <a:pt x="7763" y="21933"/>
                  </a:lnTo>
                  <a:lnTo>
                    <a:pt x="7840" y="21972"/>
                  </a:lnTo>
                  <a:lnTo>
                    <a:pt x="7917" y="21972"/>
                  </a:lnTo>
                  <a:lnTo>
                    <a:pt x="7994" y="21933"/>
                  </a:lnTo>
                  <a:lnTo>
                    <a:pt x="8071" y="21856"/>
                  </a:lnTo>
                  <a:lnTo>
                    <a:pt x="8149" y="21354"/>
                  </a:lnTo>
                  <a:lnTo>
                    <a:pt x="8226" y="20852"/>
                  </a:lnTo>
                  <a:lnTo>
                    <a:pt x="8303" y="19809"/>
                  </a:lnTo>
                  <a:lnTo>
                    <a:pt x="8303" y="19732"/>
                  </a:lnTo>
                  <a:lnTo>
                    <a:pt x="8265" y="19694"/>
                  </a:lnTo>
                  <a:lnTo>
                    <a:pt x="8187" y="19655"/>
                  </a:lnTo>
                  <a:lnTo>
                    <a:pt x="8149" y="19616"/>
                  </a:lnTo>
                  <a:lnTo>
                    <a:pt x="7724" y="19655"/>
                  </a:lnTo>
                  <a:lnTo>
                    <a:pt x="7299" y="19732"/>
                  </a:lnTo>
                  <a:lnTo>
                    <a:pt x="6952" y="19848"/>
                  </a:lnTo>
                  <a:lnTo>
                    <a:pt x="6604" y="20080"/>
                  </a:lnTo>
                  <a:lnTo>
                    <a:pt x="6334" y="19539"/>
                  </a:lnTo>
                  <a:lnTo>
                    <a:pt x="6025" y="18999"/>
                  </a:lnTo>
                  <a:lnTo>
                    <a:pt x="5677" y="18497"/>
                  </a:lnTo>
                  <a:lnTo>
                    <a:pt x="5253" y="18033"/>
                  </a:lnTo>
                  <a:lnTo>
                    <a:pt x="5214" y="17995"/>
                  </a:lnTo>
                  <a:lnTo>
                    <a:pt x="5716" y="17956"/>
                  </a:lnTo>
                  <a:lnTo>
                    <a:pt x="6179" y="17879"/>
                  </a:lnTo>
                  <a:lnTo>
                    <a:pt x="6257" y="17840"/>
                  </a:lnTo>
                  <a:lnTo>
                    <a:pt x="6295" y="17763"/>
                  </a:lnTo>
                  <a:lnTo>
                    <a:pt x="6295" y="17686"/>
                  </a:lnTo>
                  <a:lnTo>
                    <a:pt x="6257" y="17608"/>
                  </a:lnTo>
                  <a:lnTo>
                    <a:pt x="6102" y="17261"/>
                  </a:lnTo>
                  <a:lnTo>
                    <a:pt x="5870" y="16952"/>
                  </a:lnTo>
                  <a:lnTo>
                    <a:pt x="5639" y="16682"/>
                  </a:lnTo>
                  <a:lnTo>
                    <a:pt x="5368" y="16411"/>
                  </a:lnTo>
                  <a:lnTo>
                    <a:pt x="5291" y="16373"/>
                  </a:lnTo>
                  <a:lnTo>
                    <a:pt x="5793" y="14674"/>
                  </a:lnTo>
                  <a:lnTo>
                    <a:pt x="5793" y="14558"/>
                  </a:lnTo>
                  <a:lnTo>
                    <a:pt x="5755" y="14481"/>
                  </a:lnTo>
                  <a:lnTo>
                    <a:pt x="5677" y="14442"/>
                  </a:lnTo>
                  <a:lnTo>
                    <a:pt x="5561" y="14442"/>
                  </a:lnTo>
                  <a:lnTo>
                    <a:pt x="4326" y="14674"/>
                  </a:lnTo>
                  <a:lnTo>
                    <a:pt x="4326" y="14674"/>
                  </a:lnTo>
                  <a:lnTo>
                    <a:pt x="4519" y="14326"/>
                  </a:lnTo>
                  <a:lnTo>
                    <a:pt x="4751" y="14056"/>
                  </a:lnTo>
                  <a:lnTo>
                    <a:pt x="4982" y="13786"/>
                  </a:lnTo>
                  <a:lnTo>
                    <a:pt x="5214" y="13515"/>
                  </a:lnTo>
                  <a:lnTo>
                    <a:pt x="5870" y="13554"/>
                  </a:lnTo>
                  <a:lnTo>
                    <a:pt x="5986" y="13515"/>
                  </a:lnTo>
                  <a:lnTo>
                    <a:pt x="6025" y="13438"/>
                  </a:lnTo>
                  <a:lnTo>
                    <a:pt x="6063" y="13361"/>
                  </a:lnTo>
                  <a:lnTo>
                    <a:pt x="6025" y="13245"/>
                  </a:lnTo>
                  <a:lnTo>
                    <a:pt x="5832" y="12820"/>
                  </a:lnTo>
                  <a:lnTo>
                    <a:pt x="5561" y="12434"/>
                  </a:lnTo>
                  <a:lnTo>
                    <a:pt x="6257" y="11893"/>
                  </a:lnTo>
                  <a:lnTo>
                    <a:pt x="6913" y="11276"/>
                  </a:lnTo>
                  <a:lnTo>
                    <a:pt x="7531" y="10619"/>
                  </a:lnTo>
                  <a:lnTo>
                    <a:pt x="8110" y="9885"/>
                  </a:lnTo>
                  <a:lnTo>
                    <a:pt x="8573" y="9152"/>
                  </a:lnTo>
                  <a:lnTo>
                    <a:pt x="8805" y="8766"/>
                  </a:lnTo>
                  <a:lnTo>
                    <a:pt x="8998" y="8341"/>
                  </a:lnTo>
                  <a:lnTo>
                    <a:pt x="9153" y="7916"/>
                  </a:lnTo>
                  <a:lnTo>
                    <a:pt x="9307" y="7491"/>
                  </a:lnTo>
                  <a:lnTo>
                    <a:pt x="9423" y="7067"/>
                  </a:lnTo>
                  <a:lnTo>
                    <a:pt x="9500" y="6642"/>
                  </a:lnTo>
                  <a:lnTo>
                    <a:pt x="9577" y="6217"/>
                  </a:lnTo>
                  <a:lnTo>
                    <a:pt x="9616" y="5754"/>
                  </a:lnTo>
                  <a:lnTo>
                    <a:pt x="9616" y="5329"/>
                  </a:lnTo>
                  <a:lnTo>
                    <a:pt x="9577" y="4904"/>
                  </a:lnTo>
                  <a:lnTo>
                    <a:pt x="9539" y="4479"/>
                  </a:lnTo>
                  <a:lnTo>
                    <a:pt x="9462" y="4093"/>
                  </a:lnTo>
                  <a:lnTo>
                    <a:pt x="9346" y="3669"/>
                  </a:lnTo>
                  <a:lnTo>
                    <a:pt x="9230" y="3282"/>
                  </a:lnTo>
                  <a:lnTo>
                    <a:pt x="9037" y="2896"/>
                  </a:lnTo>
                  <a:lnTo>
                    <a:pt x="8882" y="2510"/>
                  </a:lnTo>
                  <a:lnTo>
                    <a:pt x="8651" y="2163"/>
                  </a:lnTo>
                  <a:lnTo>
                    <a:pt x="8380" y="1815"/>
                  </a:lnTo>
                  <a:lnTo>
                    <a:pt x="8110" y="1506"/>
                  </a:lnTo>
                  <a:lnTo>
                    <a:pt x="7801" y="1197"/>
                  </a:lnTo>
                  <a:lnTo>
                    <a:pt x="7492" y="927"/>
                  </a:lnTo>
                  <a:lnTo>
                    <a:pt x="7106" y="695"/>
                  </a:lnTo>
                  <a:lnTo>
                    <a:pt x="6759" y="502"/>
                  </a:lnTo>
                  <a:lnTo>
                    <a:pt x="6411" y="348"/>
                  </a:lnTo>
                  <a:lnTo>
                    <a:pt x="6025" y="193"/>
                  </a:lnTo>
                  <a:lnTo>
                    <a:pt x="5639" y="116"/>
                  </a:lnTo>
                  <a:lnTo>
                    <a:pt x="5291" y="39"/>
                  </a:lnTo>
                  <a:lnTo>
                    <a:pt x="49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4" name="Google Shape;5704;p22"/>
            <p:cNvSpPr/>
            <p:nvPr/>
          </p:nvSpPr>
          <p:spPr>
            <a:xfrm>
              <a:off x="3031900" y="4271250"/>
              <a:ext cx="107175" cy="103325"/>
            </a:xfrm>
            <a:custGeom>
              <a:avLst/>
              <a:gdLst/>
              <a:ahLst/>
              <a:cxnLst/>
              <a:rect l="l" t="t" r="r" b="b"/>
              <a:pathLst>
                <a:path w="4287" h="4133" extrusionOk="0">
                  <a:moveTo>
                    <a:pt x="2086" y="348"/>
                  </a:moveTo>
                  <a:lnTo>
                    <a:pt x="2279" y="387"/>
                  </a:lnTo>
                  <a:lnTo>
                    <a:pt x="2356" y="387"/>
                  </a:lnTo>
                  <a:lnTo>
                    <a:pt x="2626" y="464"/>
                  </a:lnTo>
                  <a:lnTo>
                    <a:pt x="2897" y="580"/>
                  </a:lnTo>
                  <a:lnTo>
                    <a:pt x="3128" y="696"/>
                  </a:lnTo>
                  <a:lnTo>
                    <a:pt x="3360" y="889"/>
                  </a:lnTo>
                  <a:lnTo>
                    <a:pt x="3553" y="1082"/>
                  </a:lnTo>
                  <a:lnTo>
                    <a:pt x="3707" y="1314"/>
                  </a:lnTo>
                  <a:lnTo>
                    <a:pt x="3823" y="1584"/>
                  </a:lnTo>
                  <a:lnTo>
                    <a:pt x="3862" y="1893"/>
                  </a:lnTo>
                  <a:lnTo>
                    <a:pt x="3862" y="2240"/>
                  </a:lnTo>
                  <a:lnTo>
                    <a:pt x="3785" y="2588"/>
                  </a:lnTo>
                  <a:lnTo>
                    <a:pt x="3630" y="2897"/>
                  </a:lnTo>
                  <a:lnTo>
                    <a:pt x="3399" y="3167"/>
                  </a:lnTo>
                  <a:lnTo>
                    <a:pt x="3128" y="3438"/>
                  </a:lnTo>
                  <a:lnTo>
                    <a:pt x="2858" y="3592"/>
                  </a:lnTo>
                  <a:lnTo>
                    <a:pt x="2510" y="3708"/>
                  </a:lnTo>
                  <a:lnTo>
                    <a:pt x="2163" y="3785"/>
                  </a:lnTo>
                  <a:lnTo>
                    <a:pt x="1815" y="3746"/>
                  </a:lnTo>
                  <a:lnTo>
                    <a:pt x="1506" y="3631"/>
                  </a:lnTo>
                  <a:lnTo>
                    <a:pt x="1197" y="3476"/>
                  </a:lnTo>
                  <a:lnTo>
                    <a:pt x="927" y="3283"/>
                  </a:lnTo>
                  <a:lnTo>
                    <a:pt x="695" y="3051"/>
                  </a:lnTo>
                  <a:lnTo>
                    <a:pt x="541" y="2781"/>
                  </a:lnTo>
                  <a:lnTo>
                    <a:pt x="425" y="2472"/>
                  </a:lnTo>
                  <a:lnTo>
                    <a:pt x="348" y="2163"/>
                  </a:lnTo>
                  <a:lnTo>
                    <a:pt x="387" y="1739"/>
                  </a:lnTo>
                  <a:lnTo>
                    <a:pt x="464" y="1391"/>
                  </a:lnTo>
                  <a:lnTo>
                    <a:pt x="657" y="1043"/>
                  </a:lnTo>
                  <a:lnTo>
                    <a:pt x="889" y="735"/>
                  </a:lnTo>
                  <a:lnTo>
                    <a:pt x="1159" y="541"/>
                  </a:lnTo>
                  <a:lnTo>
                    <a:pt x="1352" y="426"/>
                  </a:lnTo>
                  <a:lnTo>
                    <a:pt x="1506" y="387"/>
                  </a:lnTo>
                  <a:lnTo>
                    <a:pt x="1699" y="348"/>
                  </a:lnTo>
                  <a:close/>
                  <a:moveTo>
                    <a:pt x="1429" y="1"/>
                  </a:moveTo>
                  <a:lnTo>
                    <a:pt x="1275" y="78"/>
                  </a:lnTo>
                  <a:lnTo>
                    <a:pt x="1120" y="155"/>
                  </a:lnTo>
                  <a:lnTo>
                    <a:pt x="811" y="348"/>
                  </a:lnTo>
                  <a:lnTo>
                    <a:pt x="541" y="619"/>
                  </a:lnTo>
                  <a:lnTo>
                    <a:pt x="309" y="928"/>
                  </a:lnTo>
                  <a:lnTo>
                    <a:pt x="155" y="1275"/>
                  </a:lnTo>
                  <a:lnTo>
                    <a:pt x="39" y="1584"/>
                  </a:lnTo>
                  <a:lnTo>
                    <a:pt x="0" y="1816"/>
                  </a:lnTo>
                  <a:lnTo>
                    <a:pt x="0" y="2009"/>
                  </a:lnTo>
                  <a:lnTo>
                    <a:pt x="0" y="2240"/>
                  </a:lnTo>
                  <a:lnTo>
                    <a:pt x="39" y="2472"/>
                  </a:lnTo>
                  <a:lnTo>
                    <a:pt x="193" y="2858"/>
                  </a:lnTo>
                  <a:lnTo>
                    <a:pt x="425" y="3244"/>
                  </a:lnTo>
                  <a:lnTo>
                    <a:pt x="695" y="3553"/>
                  </a:lnTo>
                  <a:lnTo>
                    <a:pt x="1043" y="3824"/>
                  </a:lnTo>
                  <a:lnTo>
                    <a:pt x="1468" y="4017"/>
                  </a:lnTo>
                  <a:lnTo>
                    <a:pt x="1661" y="4094"/>
                  </a:lnTo>
                  <a:lnTo>
                    <a:pt x="1893" y="4133"/>
                  </a:lnTo>
                  <a:lnTo>
                    <a:pt x="2317" y="4133"/>
                  </a:lnTo>
                  <a:lnTo>
                    <a:pt x="2703" y="4055"/>
                  </a:lnTo>
                  <a:lnTo>
                    <a:pt x="3090" y="3901"/>
                  </a:lnTo>
                  <a:lnTo>
                    <a:pt x="3437" y="3669"/>
                  </a:lnTo>
                  <a:lnTo>
                    <a:pt x="3746" y="3399"/>
                  </a:lnTo>
                  <a:lnTo>
                    <a:pt x="3978" y="3051"/>
                  </a:lnTo>
                  <a:lnTo>
                    <a:pt x="4171" y="2665"/>
                  </a:lnTo>
                  <a:lnTo>
                    <a:pt x="4248" y="2279"/>
                  </a:lnTo>
                  <a:lnTo>
                    <a:pt x="4287" y="2047"/>
                  </a:lnTo>
                  <a:lnTo>
                    <a:pt x="4248" y="1854"/>
                  </a:lnTo>
                  <a:lnTo>
                    <a:pt x="4209" y="1623"/>
                  </a:lnTo>
                  <a:lnTo>
                    <a:pt x="4171" y="1430"/>
                  </a:lnTo>
                  <a:lnTo>
                    <a:pt x="3978" y="1043"/>
                  </a:lnTo>
                  <a:lnTo>
                    <a:pt x="3707" y="696"/>
                  </a:lnTo>
                  <a:lnTo>
                    <a:pt x="3360" y="387"/>
                  </a:lnTo>
                  <a:lnTo>
                    <a:pt x="3205" y="271"/>
                  </a:lnTo>
                  <a:lnTo>
                    <a:pt x="3012" y="194"/>
                  </a:lnTo>
                  <a:lnTo>
                    <a:pt x="2781" y="117"/>
                  </a:lnTo>
                  <a:lnTo>
                    <a:pt x="2588" y="78"/>
                  </a:lnTo>
                  <a:lnTo>
                    <a:pt x="2124" y="78"/>
                  </a:lnTo>
                  <a:lnTo>
                    <a:pt x="1931" y="39"/>
                  </a:lnTo>
                  <a:lnTo>
                    <a:pt x="177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5" name="Google Shape;5705;p22"/>
            <p:cNvSpPr/>
            <p:nvPr/>
          </p:nvSpPr>
          <p:spPr>
            <a:xfrm>
              <a:off x="5567925" y="4274150"/>
              <a:ext cx="67600" cy="76300"/>
            </a:xfrm>
            <a:custGeom>
              <a:avLst/>
              <a:gdLst/>
              <a:ahLst/>
              <a:cxnLst/>
              <a:rect l="l" t="t" r="r" b="b"/>
              <a:pathLst>
                <a:path w="2704" h="3052" extrusionOk="0">
                  <a:moveTo>
                    <a:pt x="1159" y="425"/>
                  </a:moveTo>
                  <a:lnTo>
                    <a:pt x="1429" y="503"/>
                  </a:lnTo>
                  <a:lnTo>
                    <a:pt x="1661" y="619"/>
                  </a:lnTo>
                  <a:lnTo>
                    <a:pt x="1854" y="773"/>
                  </a:lnTo>
                  <a:lnTo>
                    <a:pt x="2009" y="966"/>
                  </a:lnTo>
                  <a:lnTo>
                    <a:pt x="2124" y="1121"/>
                  </a:lnTo>
                  <a:lnTo>
                    <a:pt x="2202" y="1314"/>
                  </a:lnTo>
                  <a:lnTo>
                    <a:pt x="2318" y="1738"/>
                  </a:lnTo>
                  <a:lnTo>
                    <a:pt x="2356" y="2124"/>
                  </a:lnTo>
                  <a:lnTo>
                    <a:pt x="2356" y="2549"/>
                  </a:lnTo>
                  <a:lnTo>
                    <a:pt x="2202" y="2395"/>
                  </a:lnTo>
                  <a:lnTo>
                    <a:pt x="2047" y="2279"/>
                  </a:lnTo>
                  <a:lnTo>
                    <a:pt x="1623" y="2047"/>
                  </a:lnTo>
                  <a:lnTo>
                    <a:pt x="1236" y="1893"/>
                  </a:lnTo>
                  <a:lnTo>
                    <a:pt x="1005" y="1777"/>
                  </a:lnTo>
                  <a:lnTo>
                    <a:pt x="812" y="1661"/>
                  </a:lnTo>
                  <a:lnTo>
                    <a:pt x="619" y="1545"/>
                  </a:lnTo>
                  <a:lnTo>
                    <a:pt x="464" y="1352"/>
                  </a:lnTo>
                  <a:lnTo>
                    <a:pt x="425" y="1159"/>
                  </a:lnTo>
                  <a:lnTo>
                    <a:pt x="387" y="1043"/>
                  </a:lnTo>
                  <a:lnTo>
                    <a:pt x="425" y="927"/>
                  </a:lnTo>
                  <a:lnTo>
                    <a:pt x="464" y="812"/>
                  </a:lnTo>
                  <a:lnTo>
                    <a:pt x="541" y="657"/>
                  </a:lnTo>
                  <a:lnTo>
                    <a:pt x="619" y="580"/>
                  </a:lnTo>
                  <a:lnTo>
                    <a:pt x="696" y="503"/>
                  </a:lnTo>
                  <a:lnTo>
                    <a:pt x="812" y="464"/>
                  </a:lnTo>
                  <a:lnTo>
                    <a:pt x="927" y="425"/>
                  </a:lnTo>
                  <a:close/>
                  <a:moveTo>
                    <a:pt x="1005" y="1"/>
                  </a:moveTo>
                  <a:lnTo>
                    <a:pt x="773" y="39"/>
                  </a:lnTo>
                  <a:lnTo>
                    <a:pt x="541" y="155"/>
                  </a:lnTo>
                  <a:lnTo>
                    <a:pt x="348" y="271"/>
                  </a:lnTo>
                  <a:lnTo>
                    <a:pt x="194" y="425"/>
                  </a:lnTo>
                  <a:lnTo>
                    <a:pt x="78" y="619"/>
                  </a:lnTo>
                  <a:lnTo>
                    <a:pt x="1" y="812"/>
                  </a:lnTo>
                  <a:lnTo>
                    <a:pt x="1" y="1005"/>
                  </a:lnTo>
                  <a:lnTo>
                    <a:pt x="1" y="1236"/>
                  </a:lnTo>
                  <a:lnTo>
                    <a:pt x="39" y="1429"/>
                  </a:lnTo>
                  <a:lnTo>
                    <a:pt x="155" y="1623"/>
                  </a:lnTo>
                  <a:lnTo>
                    <a:pt x="387" y="1854"/>
                  </a:lnTo>
                  <a:lnTo>
                    <a:pt x="619" y="2047"/>
                  </a:lnTo>
                  <a:lnTo>
                    <a:pt x="889" y="2202"/>
                  </a:lnTo>
                  <a:lnTo>
                    <a:pt x="1198" y="2318"/>
                  </a:lnTo>
                  <a:lnTo>
                    <a:pt x="1468" y="2433"/>
                  </a:lnTo>
                  <a:lnTo>
                    <a:pt x="1738" y="2549"/>
                  </a:lnTo>
                  <a:lnTo>
                    <a:pt x="2009" y="2742"/>
                  </a:lnTo>
                  <a:lnTo>
                    <a:pt x="2202" y="2974"/>
                  </a:lnTo>
                  <a:lnTo>
                    <a:pt x="2279" y="3051"/>
                  </a:lnTo>
                  <a:lnTo>
                    <a:pt x="2433" y="3051"/>
                  </a:lnTo>
                  <a:lnTo>
                    <a:pt x="2511" y="3013"/>
                  </a:lnTo>
                  <a:lnTo>
                    <a:pt x="2588" y="2974"/>
                  </a:lnTo>
                  <a:lnTo>
                    <a:pt x="2626" y="2897"/>
                  </a:lnTo>
                  <a:lnTo>
                    <a:pt x="2704" y="2318"/>
                  </a:lnTo>
                  <a:lnTo>
                    <a:pt x="2704" y="2009"/>
                  </a:lnTo>
                  <a:lnTo>
                    <a:pt x="2704" y="1700"/>
                  </a:lnTo>
                  <a:lnTo>
                    <a:pt x="2626" y="1429"/>
                  </a:lnTo>
                  <a:lnTo>
                    <a:pt x="2549" y="1121"/>
                  </a:lnTo>
                  <a:lnTo>
                    <a:pt x="2433" y="850"/>
                  </a:lnTo>
                  <a:lnTo>
                    <a:pt x="2279" y="580"/>
                  </a:lnTo>
                  <a:lnTo>
                    <a:pt x="2124" y="425"/>
                  </a:lnTo>
                  <a:lnTo>
                    <a:pt x="1931" y="271"/>
                  </a:lnTo>
                  <a:lnTo>
                    <a:pt x="1700" y="117"/>
                  </a:lnTo>
                  <a:lnTo>
                    <a:pt x="1507" y="39"/>
                  </a:lnTo>
                  <a:lnTo>
                    <a:pt x="127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6" name="Google Shape;5706;p22"/>
            <p:cNvSpPr/>
            <p:nvPr/>
          </p:nvSpPr>
          <p:spPr>
            <a:xfrm>
              <a:off x="2254775" y="4312775"/>
              <a:ext cx="326325" cy="190200"/>
            </a:xfrm>
            <a:custGeom>
              <a:avLst/>
              <a:gdLst/>
              <a:ahLst/>
              <a:cxnLst/>
              <a:rect l="l" t="t" r="r" b="b"/>
              <a:pathLst>
                <a:path w="13053" h="7608" extrusionOk="0">
                  <a:moveTo>
                    <a:pt x="8920" y="271"/>
                  </a:moveTo>
                  <a:lnTo>
                    <a:pt x="9036" y="348"/>
                  </a:lnTo>
                  <a:lnTo>
                    <a:pt x="9191" y="464"/>
                  </a:lnTo>
                  <a:lnTo>
                    <a:pt x="9307" y="618"/>
                  </a:lnTo>
                  <a:lnTo>
                    <a:pt x="9384" y="657"/>
                  </a:lnTo>
                  <a:lnTo>
                    <a:pt x="9422" y="966"/>
                  </a:lnTo>
                  <a:lnTo>
                    <a:pt x="9422" y="1275"/>
                  </a:lnTo>
                  <a:lnTo>
                    <a:pt x="9345" y="1545"/>
                  </a:lnTo>
                  <a:lnTo>
                    <a:pt x="9229" y="1815"/>
                  </a:lnTo>
                  <a:lnTo>
                    <a:pt x="9036" y="2085"/>
                  </a:lnTo>
                  <a:lnTo>
                    <a:pt x="8882" y="2317"/>
                  </a:lnTo>
                  <a:lnTo>
                    <a:pt x="8457" y="2781"/>
                  </a:lnTo>
                  <a:lnTo>
                    <a:pt x="6990" y="4441"/>
                  </a:lnTo>
                  <a:lnTo>
                    <a:pt x="6835" y="4441"/>
                  </a:lnTo>
                  <a:lnTo>
                    <a:pt x="7106" y="3476"/>
                  </a:lnTo>
                  <a:lnTo>
                    <a:pt x="7415" y="2549"/>
                  </a:lnTo>
                  <a:lnTo>
                    <a:pt x="7801" y="1506"/>
                  </a:lnTo>
                  <a:lnTo>
                    <a:pt x="8032" y="1043"/>
                  </a:lnTo>
                  <a:lnTo>
                    <a:pt x="8187" y="773"/>
                  </a:lnTo>
                  <a:lnTo>
                    <a:pt x="8380" y="502"/>
                  </a:lnTo>
                  <a:lnTo>
                    <a:pt x="8573" y="348"/>
                  </a:lnTo>
                  <a:lnTo>
                    <a:pt x="8689" y="271"/>
                  </a:lnTo>
                  <a:close/>
                  <a:moveTo>
                    <a:pt x="2124" y="4441"/>
                  </a:moveTo>
                  <a:lnTo>
                    <a:pt x="2974" y="4557"/>
                  </a:lnTo>
                  <a:lnTo>
                    <a:pt x="3823" y="4711"/>
                  </a:lnTo>
                  <a:lnTo>
                    <a:pt x="4905" y="4866"/>
                  </a:lnTo>
                  <a:lnTo>
                    <a:pt x="5407" y="4943"/>
                  </a:lnTo>
                  <a:lnTo>
                    <a:pt x="5947" y="4982"/>
                  </a:lnTo>
                  <a:lnTo>
                    <a:pt x="4673" y="5213"/>
                  </a:lnTo>
                  <a:lnTo>
                    <a:pt x="3399" y="5406"/>
                  </a:lnTo>
                  <a:lnTo>
                    <a:pt x="2703" y="5484"/>
                  </a:lnTo>
                  <a:lnTo>
                    <a:pt x="1622" y="5484"/>
                  </a:lnTo>
                  <a:lnTo>
                    <a:pt x="1236" y="5445"/>
                  </a:lnTo>
                  <a:lnTo>
                    <a:pt x="966" y="5368"/>
                  </a:lnTo>
                  <a:lnTo>
                    <a:pt x="773" y="5291"/>
                  </a:lnTo>
                  <a:lnTo>
                    <a:pt x="696" y="5213"/>
                  </a:lnTo>
                  <a:lnTo>
                    <a:pt x="657" y="5097"/>
                  </a:lnTo>
                  <a:lnTo>
                    <a:pt x="657" y="4982"/>
                  </a:lnTo>
                  <a:lnTo>
                    <a:pt x="696" y="4827"/>
                  </a:lnTo>
                  <a:lnTo>
                    <a:pt x="734" y="4673"/>
                  </a:lnTo>
                  <a:lnTo>
                    <a:pt x="811" y="4557"/>
                  </a:lnTo>
                  <a:lnTo>
                    <a:pt x="889" y="4480"/>
                  </a:lnTo>
                  <a:lnTo>
                    <a:pt x="966" y="4441"/>
                  </a:lnTo>
                  <a:close/>
                  <a:moveTo>
                    <a:pt x="7183" y="4866"/>
                  </a:moveTo>
                  <a:lnTo>
                    <a:pt x="8380" y="5097"/>
                  </a:lnTo>
                  <a:lnTo>
                    <a:pt x="9616" y="5406"/>
                  </a:lnTo>
                  <a:lnTo>
                    <a:pt x="10272" y="5599"/>
                  </a:lnTo>
                  <a:lnTo>
                    <a:pt x="10967" y="5792"/>
                  </a:lnTo>
                  <a:lnTo>
                    <a:pt x="11662" y="6024"/>
                  </a:lnTo>
                  <a:lnTo>
                    <a:pt x="12087" y="6217"/>
                  </a:lnTo>
                  <a:lnTo>
                    <a:pt x="12203" y="6256"/>
                  </a:lnTo>
                  <a:lnTo>
                    <a:pt x="12319" y="6333"/>
                  </a:lnTo>
                  <a:lnTo>
                    <a:pt x="12396" y="6410"/>
                  </a:lnTo>
                  <a:lnTo>
                    <a:pt x="12434" y="6526"/>
                  </a:lnTo>
                  <a:lnTo>
                    <a:pt x="12473" y="6642"/>
                  </a:lnTo>
                  <a:lnTo>
                    <a:pt x="12473" y="6796"/>
                  </a:lnTo>
                  <a:lnTo>
                    <a:pt x="12396" y="7144"/>
                  </a:lnTo>
                  <a:lnTo>
                    <a:pt x="12241" y="7183"/>
                  </a:lnTo>
                  <a:lnTo>
                    <a:pt x="12010" y="7221"/>
                  </a:lnTo>
                  <a:lnTo>
                    <a:pt x="11817" y="7183"/>
                  </a:lnTo>
                  <a:lnTo>
                    <a:pt x="11585" y="7144"/>
                  </a:lnTo>
                  <a:lnTo>
                    <a:pt x="11122" y="7028"/>
                  </a:lnTo>
                  <a:lnTo>
                    <a:pt x="10735" y="6874"/>
                  </a:lnTo>
                  <a:lnTo>
                    <a:pt x="10002" y="6603"/>
                  </a:lnTo>
                  <a:lnTo>
                    <a:pt x="9307" y="6256"/>
                  </a:lnTo>
                  <a:lnTo>
                    <a:pt x="8766" y="5947"/>
                  </a:lnTo>
                  <a:lnTo>
                    <a:pt x="8225" y="5599"/>
                  </a:lnTo>
                  <a:lnTo>
                    <a:pt x="7183" y="4866"/>
                  </a:lnTo>
                  <a:close/>
                  <a:moveTo>
                    <a:pt x="8805" y="0"/>
                  </a:moveTo>
                  <a:lnTo>
                    <a:pt x="8573" y="39"/>
                  </a:lnTo>
                  <a:lnTo>
                    <a:pt x="8341" y="155"/>
                  </a:lnTo>
                  <a:lnTo>
                    <a:pt x="8110" y="271"/>
                  </a:lnTo>
                  <a:lnTo>
                    <a:pt x="7955" y="464"/>
                  </a:lnTo>
                  <a:lnTo>
                    <a:pt x="7723" y="850"/>
                  </a:lnTo>
                  <a:lnTo>
                    <a:pt x="7492" y="1275"/>
                  </a:lnTo>
                  <a:lnTo>
                    <a:pt x="7183" y="2201"/>
                  </a:lnTo>
                  <a:lnTo>
                    <a:pt x="6835" y="3321"/>
                  </a:lnTo>
                  <a:lnTo>
                    <a:pt x="6719" y="3862"/>
                  </a:lnTo>
                  <a:lnTo>
                    <a:pt x="6604" y="4441"/>
                  </a:lnTo>
                  <a:lnTo>
                    <a:pt x="6526" y="4518"/>
                  </a:lnTo>
                  <a:lnTo>
                    <a:pt x="6526" y="4634"/>
                  </a:lnTo>
                  <a:lnTo>
                    <a:pt x="5947" y="4595"/>
                  </a:lnTo>
                  <a:lnTo>
                    <a:pt x="5407" y="4557"/>
                  </a:lnTo>
                  <a:lnTo>
                    <a:pt x="4325" y="4402"/>
                  </a:lnTo>
                  <a:lnTo>
                    <a:pt x="3244" y="4209"/>
                  </a:lnTo>
                  <a:lnTo>
                    <a:pt x="2703" y="4132"/>
                  </a:lnTo>
                  <a:lnTo>
                    <a:pt x="2124" y="4093"/>
                  </a:lnTo>
                  <a:lnTo>
                    <a:pt x="1545" y="4055"/>
                  </a:lnTo>
                  <a:lnTo>
                    <a:pt x="1159" y="4055"/>
                  </a:lnTo>
                  <a:lnTo>
                    <a:pt x="773" y="4093"/>
                  </a:lnTo>
                  <a:lnTo>
                    <a:pt x="425" y="4209"/>
                  </a:lnTo>
                  <a:lnTo>
                    <a:pt x="271" y="4287"/>
                  </a:lnTo>
                  <a:lnTo>
                    <a:pt x="155" y="4364"/>
                  </a:lnTo>
                  <a:lnTo>
                    <a:pt x="78" y="4480"/>
                  </a:lnTo>
                  <a:lnTo>
                    <a:pt x="0" y="4634"/>
                  </a:lnTo>
                  <a:lnTo>
                    <a:pt x="0" y="4789"/>
                  </a:lnTo>
                  <a:lnTo>
                    <a:pt x="39" y="4982"/>
                  </a:lnTo>
                  <a:lnTo>
                    <a:pt x="78" y="5136"/>
                  </a:lnTo>
                  <a:lnTo>
                    <a:pt x="155" y="5252"/>
                  </a:lnTo>
                  <a:lnTo>
                    <a:pt x="232" y="5406"/>
                  </a:lnTo>
                  <a:lnTo>
                    <a:pt x="348" y="5522"/>
                  </a:lnTo>
                  <a:lnTo>
                    <a:pt x="618" y="5677"/>
                  </a:lnTo>
                  <a:lnTo>
                    <a:pt x="927" y="5792"/>
                  </a:lnTo>
                  <a:lnTo>
                    <a:pt x="1275" y="5870"/>
                  </a:lnTo>
                  <a:lnTo>
                    <a:pt x="1622" y="5908"/>
                  </a:lnTo>
                  <a:lnTo>
                    <a:pt x="2240" y="5908"/>
                  </a:lnTo>
                  <a:lnTo>
                    <a:pt x="3360" y="5831"/>
                  </a:lnTo>
                  <a:lnTo>
                    <a:pt x="4441" y="5715"/>
                  </a:lnTo>
                  <a:lnTo>
                    <a:pt x="5561" y="5484"/>
                  </a:lnTo>
                  <a:lnTo>
                    <a:pt x="6102" y="5329"/>
                  </a:lnTo>
                  <a:lnTo>
                    <a:pt x="6604" y="5136"/>
                  </a:lnTo>
                  <a:lnTo>
                    <a:pt x="6604" y="5175"/>
                  </a:lnTo>
                  <a:lnTo>
                    <a:pt x="6642" y="5599"/>
                  </a:lnTo>
                  <a:lnTo>
                    <a:pt x="6681" y="5792"/>
                  </a:lnTo>
                  <a:lnTo>
                    <a:pt x="6758" y="5986"/>
                  </a:lnTo>
                  <a:lnTo>
                    <a:pt x="7028" y="6024"/>
                  </a:lnTo>
                  <a:lnTo>
                    <a:pt x="7028" y="5986"/>
                  </a:lnTo>
                  <a:lnTo>
                    <a:pt x="6951" y="5599"/>
                  </a:lnTo>
                  <a:lnTo>
                    <a:pt x="6951" y="5406"/>
                  </a:lnTo>
                  <a:lnTo>
                    <a:pt x="6990" y="5213"/>
                  </a:lnTo>
                  <a:lnTo>
                    <a:pt x="7028" y="5175"/>
                  </a:lnTo>
                  <a:lnTo>
                    <a:pt x="7723" y="5754"/>
                  </a:lnTo>
                  <a:lnTo>
                    <a:pt x="8496" y="6256"/>
                  </a:lnTo>
                  <a:lnTo>
                    <a:pt x="9307" y="6681"/>
                  </a:lnTo>
                  <a:lnTo>
                    <a:pt x="10118" y="7067"/>
                  </a:lnTo>
                  <a:lnTo>
                    <a:pt x="10774" y="7337"/>
                  </a:lnTo>
                  <a:lnTo>
                    <a:pt x="11237" y="7453"/>
                  </a:lnTo>
                  <a:lnTo>
                    <a:pt x="11662" y="7569"/>
                  </a:lnTo>
                  <a:lnTo>
                    <a:pt x="12126" y="7607"/>
                  </a:lnTo>
                  <a:lnTo>
                    <a:pt x="12319" y="7569"/>
                  </a:lnTo>
                  <a:lnTo>
                    <a:pt x="12512" y="7530"/>
                  </a:lnTo>
                  <a:lnTo>
                    <a:pt x="12666" y="7453"/>
                  </a:lnTo>
                  <a:lnTo>
                    <a:pt x="12821" y="7376"/>
                  </a:lnTo>
                  <a:lnTo>
                    <a:pt x="12936" y="7221"/>
                  </a:lnTo>
                  <a:lnTo>
                    <a:pt x="13014" y="7028"/>
                  </a:lnTo>
                  <a:lnTo>
                    <a:pt x="13052" y="6874"/>
                  </a:lnTo>
                  <a:lnTo>
                    <a:pt x="13052" y="6719"/>
                  </a:lnTo>
                  <a:lnTo>
                    <a:pt x="13014" y="6565"/>
                  </a:lnTo>
                  <a:lnTo>
                    <a:pt x="12975" y="6449"/>
                  </a:lnTo>
                  <a:lnTo>
                    <a:pt x="12898" y="6333"/>
                  </a:lnTo>
                  <a:lnTo>
                    <a:pt x="12782" y="6217"/>
                  </a:lnTo>
                  <a:lnTo>
                    <a:pt x="12512" y="6024"/>
                  </a:lnTo>
                  <a:lnTo>
                    <a:pt x="12241" y="5870"/>
                  </a:lnTo>
                  <a:lnTo>
                    <a:pt x="11894" y="5715"/>
                  </a:lnTo>
                  <a:lnTo>
                    <a:pt x="11353" y="5522"/>
                  </a:lnTo>
                  <a:lnTo>
                    <a:pt x="10388" y="5213"/>
                  </a:lnTo>
                  <a:lnTo>
                    <a:pt x="9384" y="4943"/>
                  </a:lnTo>
                  <a:lnTo>
                    <a:pt x="8380" y="4711"/>
                  </a:lnTo>
                  <a:lnTo>
                    <a:pt x="7376" y="4518"/>
                  </a:lnTo>
                  <a:lnTo>
                    <a:pt x="8418" y="3437"/>
                  </a:lnTo>
                  <a:lnTo>
                    <a:pt x="8882" y="2896"/>
                  </a:lnTo>
                  <a:lnTo>
                    <a:pt x="9345" y="2279"/>
                  </a:lnTo>
                  <a:lnTo>
                    <a:pt x="9461" y="2085"/>
                  </a:lnTo>
                  <a:lnTo>
                    <a:pt x="9577" y="1854"/>
                  </a:lnTo>
                  <a:lnTo>
                    <a:pt x="9654" y="1622"/>
                  </a:lnTo>
                  <a:lnTo>
                    <a:pt x="9731" y="1390"/>
                  </a:lnTo>
                  <a:lnTo>
                    <a:pt x="9731" y="1159"/>
                  </a:lnTo>
                  <a:lnTo>
                    <a:pt x="9693" y="927"/>
                  </a:lnTo>
                  <a:lnTo>
                    <a:pt x="9654" y="657"/>
                  </a:lnTo>
                  <a:lnTo>
                    <a:pt x="9500" y="464"/>
                  </a:lnTo>
                  <a:lnTo>
                    <a:pt x="9461" y="309"/>
                  </a:lnTo>
                  <a:lnTo>
                    <a:pt x="9384" y="232"/>
                  </a:lnTo>
                  <a:lnTo>
                    <a:pt x="9229" y="78"/>
                  </a:lnTo>
                  <a:lnTo>
                    <a:pt x="903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7" name="Google Shape;5707;p22"/>
            <p:cNvSpPr/>
            <p:nvPr/>
          </p:nvSpPr>
          <p:spPr>
            <a:xfrm>
              <a:off x="1058675" y="4315675"/>
              <a:ext cx="594700" cy="534825"/>
            </a:xfrm>
            <a:custGeom>
              <a:avLst/>
              <a:gdLst/>
              <a:ahLst/>
              <a:cxnLst/>
              <a:rect l="l" t="t" r="r" b="b"/>
              <a:pathLst>
                <a:path w="23788" h="21393" extrusionOk="0">
                  <a:moveTo>
                    <a:pt x="23478" y="270"/>
                  </a:moveTo>
                  <a:lnTo>
                    <a:pt x="23401" y="386"/>
                  </a:lnTo>
                  <a:lnTo>
                    <a:pt x="22590" y="1815"/>
                  </a:lnTo>
                  <a:lnTo>
                    <a:pt x="21741" y="3205"/>
                  </a:lnTo>
                  <a:lnTo>
                    <a:pt x="20853" y="4595"/>
                  </a:lnTo>
                  <a:lnTo>
                    <a:pt x="19926" y="5985"/>
                  </a:lnTo>
                  <a:lnTo>
                    <a:pt x="19269" y="5754"/>
                  </a:lnTo>
                  <a:lnTo>
                    <a:pt x="18999" y="5638"/>
                  </a:lnTo>
                  <a:lnTo>
                    <a:pt x="18690" y="5483"/>
                  </a:lnTo>
                  <a:lnTo>
                    <a:pt x="18420" y="5290"/>
                  </a:lnTo>
                  <a:lnTo>
                    <a:pt x="18150" y="5059"/>
                  </a:lnTo>
                  <a:lnTo>
                    <a:pt x="17918" y="4827"/>
                  </a:lnTo>
                  <a:lnTo>
                    <a:pt x="17686" y="4557"/>
                  </a:lnTo>
                  <a:lnTo>
                    <a:pt x="17493" y="4286"/>
                  </a:lnTo>
                  <a:lnTo>
                    <a:pt x="17339" y="3977"/>
                  </a:lnTo>
                  <a:lnTo>
                    <a:pt x="17030" y="3360"/>
                  </a:lnTo>
                  <a:lnTo>
                    <a:pt x="16798" y="2742"/>
                  </a:lnTo>
                  <a:lnTo>
                    <a:pt x="16605" y="2085"/>
                  </a:lnTo>
                  <a:lnTo>
                    <a:pt x="17416" y="1776"/>
                  </a:lnTo>
                  <a:lnTo>
                    <a:pt x="18265" y="1467"/>
                  </a:lnTo>
                  <a:lnTo>
                    <a:pt x="19115" y="1197"/>
                  </a:lnTo>
                  <a:lnTo>
                    <a:pt x="19965" y="965"/>
                  </a:lnTo>
                  <a:lnTo>
                    <a:pt x="20853" y="772"/>
                  </a:lnTo>
                  <a:lnTo>
                    <a:pt x="21702" y="579"/>
                  </a:lnTo>
                  <a:lnTo>
                    <a:pt x="22590" y="425"/>
                  </a:lnTo>
                  <a:lnTo>
                    <a:pt x="23478" y="270"/>
                  </a:lnTo>
                  <a:close/>
                  <a:moveTo>
                    <a:pt x="4866" y="7607"/>
                  </a:moveTo>
                  <a:lnTo>
                    <a:pt x="6256" y="7646"/>
                  </a:lnTo>
                  <a:lnTo>
                    <a:pt x="7608" y="7723"/>
                  </a:lnTo>
                  <a:lnTo>
                    <a:pt x="7222" y="8186"/>
                  </a:lnTo>
                  <a:lnTo>
                    <a:pt x="6835" y="8650"/>
                  </a:lnTo>
                  <a:lnTo>
                    <a:pt x="6488" y="9190"/>
                  </a:lnTo>
                  <a:lnTo>
                    <a:pt x="6140" y="9692"/>
                  </a:lnTo>
                  <a:lnTo>
                    <a:pt x="5909" y="10233"/>
                  </a:lnTo>
                  <a:lnTo>
                    <a:pt x="5870" y="10272"/>
                  </a:lnTo>
                  <a:lnTo>
                    <a:pt x="5214" y="10774"/>
                  </a:lnTo>
                  <a:lnTo>
                    <a:pt x="4557" y="11314"/>
                  </a:lnTo>
                  <a:lnTo>
                    <a:pt x="4326" y="11546"/>
                  </a:lnTo>
                  <a:lnTo>
                    <a:pt x="4094" y="11816"/>
                  </a:lnTo>
                  <a:lnTo>
                    <a:pt x="3824" y="12048"/>
                  </a:lnTo>
                  <a:lnTo>
                    <a:pt x="3708" y="12125"/>
                  </a:lnTo>
                  <a:lnTo>
                    <a:pt x="3553" y="12164"/>
                  </a:lnTo>
                  <a:lnTo>
                    <a:pt x="3399" y="12202"/>
                  </a:lnTo>
                  <a:lnTo>
                    <a:pt x="3206" y="12164"/>
                  </a:lnTo>
                  <a:lnTo>
                    <a:pt x="2742" y="12087"/>
                  </a:lnTo>
                  <a:lnTo>
                    <a:pt x="1970" y="11855"/>
                  </a:lnTo>
                  <a:lnTo>
                    <a:pt x="387" y="11507"/>
                  </a:lnTo>
                  <a:lnTo>
                    <a:pt x="1005" y="11083"/>
                  </a:lnTo>
                  <a:lnTo>
                    <a:pt x="1584" y="10658"/>
                  </a:lnTo>
                  <a:lnTo>
                    <a:pt x="2163" y="10156"/>
                  </a:lnTo>
                  <a:lnTo>
                    <a:pt x="2704" y="9654"/>
                  </a:lnTo>
                  <a:lnTo>
                    <a:pt x="3553" y="8804"/>
                  </a:lnTo>
                  <a:lnTo>
                    <a:pt x="4055" y="8186"/>
                  </a:lnTo>
                  <a:lnTo>
                    <a:pt x="4326" y="7916"/>
                  </a:lnTo>
                  <a:lnTo>
                    <a:pt x="4634" y="7684"/>
                  </a:lnTo>
                  <a:lnTo>
                    <a:pt x="4789" y="7684"/>
                  </a:lnTo>
                  <a:lnTo>
                    <a:pt x="4827" y="7646"/>
                  </a:lnTo>
                  <a:lnTo>
                    <a:pt x="4866" y="7607"/>
                  </a:lnTo>
                  <a:close/>
                  <a:moveTo>
                    <a:pt x="16296" y="2201"/>
                  </a:moveTo>
                  <a:lnTo>
                    <a:pt x="16489" y="2858"/>
                  </a:lnTo>
                  <a:lnTo>
                    <a:pt x="16721" y="3553"/>
                  </a:lnTo>
                  <a:lnTo>
                    <a:pt x="17030" y="4209"/>
                  </a:lnTo>
                  <a:lnTo>
                    <a:pt x="17223" y="4518"/>
                  </a:lnTo>
                  <a:lnTo>
                    <a:pt x="17455" y="4827"/>
                  </a:lnTo>
                  <a:lnTo>
                    <a:pt x="17648" y="5136"/>
                  </a:lnTo>
                  <a:lnTo>
                    <a:pt x="17879" y="5368"/>
                  </a:lnTo>
                  <a:lnTo>
                    <a:pt x="18150" y="5599"/>
                  </a:lnTo>
                  <a:lnTo>
                    <a:pt x="18420" y="5831"/>
                  </a:lnTo>
                  <a:lnTo>
                    <a:pt x="18729" y="5985"/>
                  </a:lnTo>
                  <a:lnTo>
                    <a:pt x="19038" y="6140"/>
                  </a:lnTo>
                  <a:lnTo>
                    <a:pt x="19385" y="6217"/>
                  </a:lnTo>
                  <a:lnTo>
                    <a:pt x="19771" y="6256"/>
                  </a:lnTo>
                  <a:lnTo>
                    <a:pt x="18922" y="7453"/>
                  </a:lnTo>
                  <a:lnTo>
                    <a:pt x="18034" y="8611"/>
                  </a:lnTo>
                  <a:lnTo>
                    <a:pt x="17223" y="9615"/>
                  </a:lnTo>
                  <a:lnTo>
                    <a:pt x="16373" y="10581"/>
                  </a:lnTo>
                  <a:lnTo>
                    <a:pt x="15524" y="11507"/>
                  </a:lnTo>
                  <a:lnTo>
                    <a:pt x="14597" y="12395"/>
                  </a:lnTo>
                  <a:lnTo>
                    <a:pt x="13670" y="13284"/>
                  </a:lnTo>
                  <a:lnTo>
                    <a:pt x="13168" y="13747"/>
                  </a:lnTo>
                  <a:lnTo>
                    <a:pt x="12628" y="14172"/>
                  </a:lnTo>
                  <a:lnTo>
                    <a:pt x="12126" y="14558"/>
                  </a:lnTo>
                  <a:lnTo>
                    <a:pt x="11546" y="14905"/>
                  </a:lnTo>
                  <a:lnTo>
                    <a:pt x="10967" y="15214"/>
                  </a:lnTo>
                  <a:lnTo>
                    <a:pt x="10388" y="15446"/>
                  </a:lnTo>
                  <a:lnTo>
                    <a:pt x="9809" y="15600"/>
                  </a:lnTo>
                  <a:lnTo>
                    <a:pt x="9191" y="15678"/>
                  </a:lnTo>
                  <a:lnTo>
                    <a:pt x="8612" y="15678"/>
                  </a:lnTo>
                  <a:lnTo>
                    <a:pt x="8341" y="15639"/>
                  </a:lnTo>
                  <a:lnTo>
                    <a:pt x="8033" y="15562"/>
                  </a:lnTo>
                  <a:lnTo>
                    <a:pt x="7762" y="15446"/>
                  </a:lnTo>
                  <a:lnTo>
                    <a:pt x="7531" y="15330"/>
                  </a:lnTo>
                  <a:lnTo>
                    <a:pt x="7260" y="15214"/>
                  </a:lnTo>
                  <a:lnTo>
                    <a:pt x="7029" y="15021"/>
                  </a:lnTo>
                  <a:lnTo>
                    <a:pt x="6835" y="14828"/>
                  </a:lnTo>
                  <a:lnTo>
                    <a:pt x="6642" y="14597"/>
                  </a:lnTo>
                  <a:lnTo>
                    <a:pt x="6449" y="14365"/>
                  </a:lnTo>
                  <a:lnTo>
                    <a:pt x="6295" y="14095"/>
                  </a:lnTo>
                  <a:lnTo>
                    <a:pt x="6063" y="13554"/>
                  </a:lnTo>
                  <a:lnTo>
                    <a:pt x="5909" y="13013"/>
                  </a:lnTo>
                  <a:lnTo>
                    <a:pt x="5870" y="12434"/>
                  </a:lnTo>
                  <a:lnTo>
                    <a:pt x="5870" y="11855"/>
                  </a:lnTo>
                  <a:lnTo>
                    <a:pt x="5986" y="11314"/>
                  </a:lnTo>
                  <a:lnTo>
                    <a:pt x="6140" y="10735"/>
                  </a:lnTo>
                  <a:lnTo>
                    <a:pt x="6333" y="10194"/>
                  </a:lnTo>
                  <a:lnTo>
                    <a:pt x="6604" y="9692"/>
                  </a:lnTo>
                  <a:lnTo>
                    <a:pt x="6913" y="9229"/>
                  </a:lnTo>
                  <a:lnTo>
                    <a:pt x="7222" y="8766"/>
                  </a:lnTo>
                  <a:lnTo>
                    <a:pt x="7569" y="8302"/>
                  </a:lnTo>
                  <a:lnTo>
                    <a:pt x="7955" y="7878"/>
                  </a:lnTo>
                  <a:lnTo>
                    <a:pt x="8766" y="7067"/>
                  </a:lnTo>
                  <a:lnTo>
                    <a:pt x="9616" y="6333"/>
                  </a:lnTo>
                  <a:lnTo>
                    <a:pt x="10542" y="5561"/>
                  </a:lnTo>
                  <a:lnTo>
                    <a:pt x="11508" y="4866"/>
                  </a:lnTo>
                  <a:lnTo>
                    <a:pt x="12473" y="4209"/>
                  </a:lnTo>
                  <a:lnTo>
                    <a:pt x="13516" y="3591"/>
                  </a:lnTo>
                  <a:lnTo>
                    <a:pt x="14211" y="3205"/>
                  </a:lnTo>
                  <a:lnTo>
                    <a:pt x="14906" y="2858"/>
                  </a:lnTo>
                  <a:lnTo>
                    <a:pt x="15601" y="2510"/>
                  </a:lnTo>
                  <a:lnTo>
                    <a:pt x="16296" y="2201"/>
                  </a:lnTo>
                  <a:close/>
                  <a:moveTo>
                    <a:pt x="5638" y="13361"/>
                  </a:moveTo>
                  <a:lnTo>
                    <a:pt x="5754" y="13747"/>
                  </a:lnTo>
                  <a:lnTo>
                    <a:pt x="5870" y="14133"/>
                  </a:lnTo>
                  <a:lnTo>
                    <a:pt x="6063" y="14519"/>
                  </a:lnTo>
                  <a:lnTo>
                    <a:pt x="6295" y="14828"/>
                  </a:lnTo>
                  <a:lnTo>
                    <a:pt x="6565" y="15137"/>
                  </a:lnTo>
                  <a:lnTo>
                    <a:pt x="6874" y="15407"/>
                  </a:lnTo>
                  <a:lnTo>
                    <a:pt x="7222" y="15639"/>
                  </a:lnTo>
                  <a:lnTo>
                    <a:pt x="7608" y="15832"/>
                  </a:lnTo>
                  <a:lnTo>
                    <a:pt x="7415" y="16141"/>
                  </a:lnTo>
                  <a:lnTo>
                    <a:pt x="7260" y="16489"/>
                  </a:lnTo>
                  <a:lnTo>
                    <a:pt x="6797" y="16296"/>
                  </a:lnTo>
                  <a:lnTo>
                    <a:pt x="6411" y="16025"/>
                  </a:lnTo>
                  <a:lnTo>
                    <a:pt x="6025" y="15716"/>
                  </a:lnTo>
                  <a:lnTo>
                    <a:pt x="5716" y="15369"/>
                  </a:lnTo>
                  <a:lnTo>
                    <a:pt x="5484" y="14983"/>
                  </a:lnTo>
                  <a:lnTo>
                    <a:pt x="5252" y="14558"/>
                  </a:lnTo>
                  <a:lnTo>
                    <a:pt x="5098" y="14133"/>
                  </a:lnTo>
                  <a:lnTo>
                    <a:pt x="5021" y="13631"/>
                  </a:lnTo>
                  <a:lnTo>
                    <a:pt x="4982" y="13593"/>
                  </a:lnTo>
                  <a:lnTo>
                    <a:pt x="5638" y="13361"/>
                  </a:lnTo>
                  <a:close/>
                  <a:moveTo>
                    <a:pt x="4827" y="13670"/>
                  </a:moveTo>
                  <a:lnTo>
                    <a:pt x="4866" y="14210"/>
                  </a:lnTo>
                  <a:lnTo>
                    <a:pt x="4982" y="14712"/>
                  </a:lnTo>
                  <a:lnTo>
                    <a:pt x="5214" y="15176"/>
                  </a:lnTo>
                  <a:lnTo>
                    <a:pt x="5484" y="15600"/>
                  </a:lnTo>
                  <a:lnTo>
                    <a:pt x="5831" y="15948"/>
                  </a:lnTo>
                  <a:lnTo>
                    <a:pt x="6218" y="16296"/>
                  </a:lnTo>
                  <a:lnTo>
                    <a:pt x="6642" y="16566"/>
                  </a:lnTo>
                  <a:lnTo>
                    <a:pt x="7106" y="16759"/>
                  </a:lnTo>
                  <a:lnTo>
                    <a:pt x="6951" y="17300"/>
                  </a:lnTo>
                  <a:lnTo>
                    <a:pt x="6411" y="17029"/>
                  </a:lnTo>
                  <a:lnTo>
                    <a:pt x="5909" y="16720"/>
                  </a:lnTo>
                  <a:lnTo>
                    <a:pt x="5484" y="16373"/>
                  </a:lnTo>
                  <a:lnTo>
                    <a:pt x="5098" y="15987"/>
                  </a:lnTo>
                  <a:lnTo>
                    <a:pt x="4789" y="15562"/>
                  </a:lnTo>
                  <a:lnTo>
                    <a:pt x="4480" y="15060"/>
                  </a:lnTo>
                  <a:lnTo>
                    <a:pt x="4248" y="14558"/>
                  </a:lnTo>
                  <a:lnTo>
                    <a:pt x="4055" y="13979"/>
                  </a:lnTo>
                  <a:lnTo>
                    <a:pt x="4248" y="13940"/>
                  </a:lnTo>
                  <a:lnTo>
                    <a:pt x="4441" y="13863"/>
                  </a:lnTo>
                  <a:lnTo>
                    <a:pt x="4827" y="13670"/>
                  </a:lnTo>
                  <a:close/>
                  <a:moveTo>
                    <a:pt x="4441" y="15871"/>
                  </a:moveTo>
                  <a:lnTo>
                    <a:pt x="4673" y="16180"/>
                  </a:lnTo>
                  <a:lnTo>
                    <a:pt x="4905" y="16450"/>
                  </a:lnTo>
                  <a:lnTo>
                    <a:pt x="5175" y="16682"/>
                  </a:lnTo>
                  <a:lnTo>
                    <a:pt x="5445" y="16913"/>
                  </a:lnTo>
                  <a:lnTo>
                    <a:pt x="5291" y="17029"/>
                  </a:lnTo>
                  <a:lnTo>
                    <a:pt x="5214" y="17222"/>
                  </a:lnTo>
                  <a:lnTo>
                    <a:pt x="5098" y="17068"/>
                  </a:lnTo>
                  <a:lnTo>
                    <a:pt x="5059" y="16991"/>
                  </a:lnTo>
                  <a:lnTo>
                    <a:pt x="4982" y="16952"/>
                  </a:lnTo>
                  <a:lnTo>
                    <a:pt x="4905" y="16952"/>
                  </a:lnTo>
                  <a:lnTo>
                    <a:pt x="4827" y="16991"/>
                  </a:lnTo>
                  <a:lnTo>
                    <a:pt x="4519" y="17415"/>
                  </a:lnTo>
                  <a:lnTo>
                    <a:pt x="4210" y="17840"/>
                  </a:lnTo>
                  <a:lnTo>
                    <a:pt x="3862" y="18226"/>
                  </a:lnTo>
                  <a:lnTo>
                    <a:pt x="3476" y="18574"/>
                  </a:lnTo>
                  <a:lnTo>
                    <a:pt x="3090" y="18921"/>
                  </a:lnTo>
                  <a:lnTo>
                    <a:pt x="2665" y="19230"/>
                  </a:lnTo>
                  <a:lnTo>
                    <a:pt x="2240" y="19501"/>
                  </a:lnTo>
                  <a:lnTo>
                    <a:pt x="1777" y="19771"/>
                  </a:lnTo>
                  <a:lnTo>
                    <a:pt x="1777" y="19771"/>
                  </a:lnTo>
                  <a:lnTo>
                    <a:pt x="1816" y="19346"/>
                  </a:lnTo>
                  <a:lnTo>
                    <a:pt x="1854" y="18921"/>
                  </a:lnTo>
                  <a:lnTo>
                    <a:pt x="2009" y="18535"/>
                  </a:lnTo>
                  <a:lnTo>
                    <a:pt x="2163" y="18188"/>
                  </a:lnTo>
                  <a:lnTo>
                    <a:pt x="2395" y="17840"/>
                  </a:lnTo>
                  <a:lnTo>
                    <a:pt x="2665" y="17531"/>
                  </a:lnTo>
                  <a:lnTo>
                    <a:pt x="2974" y="17222"/>
                  </a:lnTo>
                  <a:lnTo>
                    <a:pt x="3360" y="16913"/>
                  </a:lnTo>
                  <a:lnTo>
                    <a:pt x="3669" y="16720"/>
                  </a:lnTo>
                  <a:lnTo>
                    <a:pt x="3939" y="16489"/>
                  </a:lnTo>
                  <a:lnTo>
                    <a:pt x="4017" y="16334"/>
                  </a:lnTo>
                  <a:lnTo>
                    <a:pt x="4094" y="16218"/>
                  </a:lnTo>
                  <a:lnTo>
                    <a:pt x="4094" y="16064"/>
                  </a:lnTo>
                  <a:lnTo>
                    <a:pt x="4055" y="15871"/>
                  </a:lnTo>
                  <a:close/>
                  <a:moveTo>
                    <a:pt x="13439" y="13979"/>
                  </a:moveTo>
                  <a:lnTo>
                    <a:pt x="13400" y="14674"/>
                  </a:lnTo>
                  <a:lnTo>
                    <a:pt x="13400" y="15369"/>
                  </a:lnTo>
                  <a:lnTo>
                    <a:pt x="13477" y="16025"/>
                  </a:lnTo>
                  <a:lnTo>
                    <a:pt x="13632" y="16682"/>
                  </a:lnTo>
                  <a:lnTo>
                    <a:pt x="12396" y="17454"/>
                  </a:lnTo>
                  <a:lnTo>
                    <a:pt x="11160" y="18304"/>
                  </a:lnTo>
                  <a:lnTo>
                    <a:pt x="8805" y="20041"/>
                  </a:lnTo>
                  <a:lnTo>
                    <a:pt x="8766" y="19037"/>
                  </a:lnTo>
                  <a:lnTo>
                    <a:pt x="8689" y="18033"/>
                  </a:lnTo>
                  <a:lnTo>
                    <a:pt x="8650" y="17724"/>
                  </a:lnTo>
                  <a:lnTo>
                    <a:pt x="8689" y="17493"/>
                  </a:lnTo>
                  <a:lnTo>
                    <a:pt x="8728" y="17377"/>
                  </a:lnTo>
                  <a:lnTo>
                    <a:pt x="8805" y="17261"/>
                  </a:lnTo>
                  <a:lnTo>
                    <a:pt x="9037" y="17068"/>
                  </a:lnTo>
                  <a:lnTo>
                    <a:pt x="9654" y="16604"/>
                  </a:lnTo>
                  <a:lnTo>
                    <a:pt x="10195" y="16141"/>
                  </a:lnTo>
                  <a:lnTo>
                    <a:pt x="10234" y="16064"/>
                  </a:lnTo>
                  <a:lnTo>
                    <a:pt x="10272" y="16025"/>
                  </a:lnTo>
                  <a:lnTo>
                    <a:pt x="10234" y="15909"/>
                  </a:lnTo>
                  <a:lnTo>
                    <a:pt x="10774" y="15716"/>
                  </a:lnTo>
                  <a:lnTo>
                    <a:pt x="11276" y="15485"/>
                  </a:lnTo>
                  <a:lnTo>
                    <a:pt x="11740" y="15214"/>
                  </a:lnTo>
                  <a:lnTo>
                    <a:pt x="12203" y="14905"/>
                  </a:lnTo>
                  <a:lnTo>
                    <a:pt x="12821" y="14481"/>
                  </a:lnTo>
                  <a:lnTo>
                    <a:pt x="13439" y="13979"/>
                  </a:lnTo>
                  <a:close/>
                  <a:moveTo>
                    <a:pt x="3978" y="14944"/>
                  </a:moveTo>
                  <a:lnTo>
                    <a:pt x="4132" y="15330"/>
                  </a:lnTo>
                  <a:lnTo>
                    <a:pt x="4326" y="15678"/>
                  </a:lnTo>
                  <a:lnTo>
                    <a:pt x="3862" y="15678"/>
                  </a:lnTo>
                  <a:lnTo>
                    <a:pt x="3785" y="15716"/>
                  </a:lnTo>
                  <a:lnTo>
                    <a:pt x="3746" y="15755"/>
                  </a:lnTo>
                  <a:lnTo>
                    <a:pt x="3746" y="15832"/>
                  </a:lnTo>
                  <a:lnTo>
                    <a:pt x="3785" y="15871"/>
                  </a:lnTo>
                  <a:lnTo>
                    <a:pt x="3785" y="15948"/>
                  </a:lnTo>
                  <a:lnTo>
                    <a:pt x="3785" y="16064"/>
                  </a:lnTo>
                  <a:lnTo>
                    <a:pt x="3669" y="16257"/>
                  </a:lnTo>
                  <a:lnTo>
                    <a:pt x="3476" y="16489"/>
                  </a:lnTo>
                  <a:lnTo>
                    <a:pt x="3206" y="16720"/>
                  </a:lnTo>
                  <a:lnTo>
                    <a:pt x="2665" y="17145"/>
                  </a:lnTo>
                  <a:lnTo>
                    <a:pt x="2318" y="17415"/>
                  </a:lnTo>
                  <a:lnTo>
                    <a:pt x="2009" y="17802"/>
                  </a:lnTo>
                  <a:lnTo>
                    <a:pt x="1777" y="18188"/>
                  </a:lnTo>
                  <a:lnTo>
                    <a:pt x="1584" y="18651"/>
                  </a:lnTo>
                  <a:lnTo>
                    <a:pt x="1507" y="19114"/>
                  </a:lnTo>
                  <a:lnTo>
                    <a:pt x="1468" y="19346"/>
                  </a:lnTo>
                  <a:lnTo>
                    <a:pt x="1468" y="19578"/>
                  </a:lnTo>
                  <a:lnTo>
                    <a:pt x="1507" y="19848"/>
                  </a:lnTo>
                  <a:lnTo>
                    <a:pt x="1545" y="20080"/>
                  </a:lnTo>
                  <a:lnTo>
                    <a:pt x="1622" y="20118"/>
                  </a:lnTo>
                  <a:lnTo>
                    <a:pt x="1738" y="20118"/>
                  </a:lnTo>
                  <a:lnTo>
                    <a:pt x="1777" y="20041"/>
                  </a:lnTo>
                  <a:lnTo>
                    <a:pt x="2279" y="19809"/>
                  </a:lnTo>
                  <a:lnTo>
                    <a:pt x="2742" y="19578"/>
                  </a:lnTo>
                  <a:lnTo>
                    <a:pt x="3167" y="19269"/>
                  </a:lnTo>
                  <a:lnTo>
                    <a:pt x="3553" y="18960"/>
                  </a:lnTo>
                  <a:lnTo>
                    <a:pt x="3939" y="18612"/>
                  </a:lnTo>
                  <a:lnTo>
                    <a:pt x="4287" y="18226"/>
                  </a:lnTo>
                  <a:lnTo>
                    <a:pt x="4634" y="17802"/>
                  </a:lnTo>
                  <a:lnTo>
                    <a:pt x="4943" y="17377"/>
                  </a:lnTo>
                  <a:lnTo>
                    <a:pt x="5059" y="17531"/>
                  </a:lnTo>
                  <a:lnTo>
                    <a:pt x="5175" y="17647"/>
                  </a:lnTo>
                  <a:lnTo>
                    <a:pt x="5291" y="17647"/>
                  </a:lnTo>
                  <a:lnTo>
                    <a:pt x="5368" y="17608"/>
                  </a:lnTo>
                  <a:lnTo>
                    <a:pt x="5368" y="17531"/>
                  </a:lnTo>
                  <a:lnTo>
                    <a:pt x="5638" y="17068"/>
                  </a:lnTo>
                  <a:lnTo>
                    <a:pt x="6025" y="17300"/>
                  </a:lnTo>
                  <a:lnTo>
                    <a:pt x="5986" y="17802"/>
                  </a:lnTo>
                  <a:lnTo>
                    <a:pt x="5870" y="18304"/>
                  </a:lnTo>
                  <a:lnTo>
                    <a:pt x="5754" y="18806"/>
                  </a:lnTo>
                  <a:lnTo>
                    <a:pt x="5561" y="19308"/>
                  </a:lnTo>
                  <a:lnTo>
                    <a:pt x="5445" y="19076"/>
                  </a:lnTo>
                  <a:lnTo>
                    <a:pt x="5407" y="18844"/>
                  </a:lnTo>
                  <a:lnTo>
                    <a:pt x="5368" y="18574"/>
                  </a:lnTo>
                  <a:lnTo>
                    <a:pt x="5407" y="18304"/>
                  </a:lnTo>
                  <a:lnTo>
                    <a:pt x="5445" y="18226"/>
                  </a:lnTo>
                  <a:lnTo>
                    <a:pt x="5407" y="18188"/>
                  </a:lnTo>
                  <a:lnTo>
                    <a:pt x="5329" y="18110"/>
                  </a:lnTo>
                  <a:lnTo>
                    <a:pt x="5252" y="18072"/>
                  </a:lnTo>
                  <a:lnTo>
                    <a:pt x="5214" y="18110"/>
                  </a:lnTo>
                  <a:lnTo>
                    <a:pt x="5136" y="18110"/>
                  </a:lnTo>
                  <a:lnTo>
                    <a:pt x="5098" y="18188"/>
                  </a:lnTo>
                  <a:lnTo>
                    <a:pt x="4827" y="18767"/>
                  </a:lnTo>
                  <a:lnTo>
                    <a:pt x="4519" y="19308"/>
                  </a:lnTo>
                  <a:lnTo>
                    <a:pt x="4326" y="19539"/>
                  </a:lnTo>
                  <a:lnTo>
                    <a:pt x="4094" y="19771"/>
                  </a:lnTo>
                  <a:lnTo>
                    <a:pt x="3862" y="19964"/>
                  </a:lnTo>
                  <a:lnTo>
                    <a:pt x="3592" y="20196"/>
                  </a:lnTo>
                  <a:lnTo>
                    <a:pt x="3090" y="20505"/>
                  </a:lnTo>
                  <a:lnTo>
                    <a:pt x="2820" y="20659"/>
                  </a:lnTo>
                  <a:lnTo>
                    <a:pt x="2511" y="20775"/>
                  </a:lnTo>
                  <a:lnTo>
                    <a:pt x="2202" y="20891"/>
                  </a:lnTo>
                  <a:lnTo>
                    <a:pt x="1893" y="20968"/>
                  </a:lnTo>
                  <a:lnTo>
                    <a:pt x="1584" y="21007"/>
                  </a:lnTo>
                  <a:lnTo>
                    <a:pt x="1275" y="20968"/>
                  </a:lnTo>
                  <a:lnTo>
                    <a:pt x="1043" y="20929"/>
                  </a:lnTo>
                  <a:lnTo>
                    <a:pt x="889" y="20813"/>
                  </a:lnTo>
                  <a:lnTo>
                    <a:pt x="773" y="20698"/>
                  </a:lnTo>
                  <a:lnTo>
                    <a:pt x="734" y="20543"/>
                  </a:lnTo>
                  <a:lnTo>
                    <a:pt x="696" y="20350"/>
                  </a:lnTo>
                  <a:lnTo>
                    <a:pt x="696" y="20157"/>
                  </a:lnTo>
                  <a:lnTo>
                    <a:pt x="734" y="19732"/>
                  </a:lnTo>
                  <a:lnTo>
                    <a:pt x="812" y="19037"/>
                  </a:lnTo>
                  <a:lnTo>
                    <a:pt x="889" y="18690"/>
                  </a:lnTo>
                  <a:lnTo>
                    <a:pt x="1005" y="18342"/>
                  </a:lnTo>
                  <a:lnTo>
                    <a:pt x="1159" y="17956"/>
                  </a:lnTo>
                  <a:lnTo>
                    <a:pt x="1352" y="17608"/>
                  </a:lnTo>
                  <a:lnTo>
                    <a:pt x="1584" y="17261"/>
                  </a:lnTo>
                  <a:lnTo>
                    <a:pt x="1854" y="16952"/>
                  </a:lnTo>
                  <a:lnTo>
                    <a:pt x="2124" y="16682"/>
                  </a:lnTo>
                  <a:lnTo>
                    <a:pt x="2433" y="16411"/>
                  </a:lnTo>
                  <a:lnTo>
                    <a:pt x="2781" y="16180"/>
                  </a:lnTo>
                  <a:lnTo>
                    <a:pt x="3167" y="16025"/>
                  </a:lnTo>
                  <a:lnTo>
                    <a:pt x="3244" y="15948"/>
                  </a:lnTo>
                  <a:lnTo>
                    <a:pt x="3244" y="15871"/>
                  </a:lnTo>
                  <a:lnTo>
                    <a:pt x="3206" y="15794"/>
                  </a:lnTo>
                  <a:lnTo>
                    <a:pt x="3167" y="15716"/>
                  </a:lnTo>
                  <a:lnTo>
                    <a:pt x="2433" y="15369"/>
                  </a:lnTo>
                  <a:lnTo>
                    <a:pt x="2781" y="15176"/>
                  </a:lnTo>
                  <a:lnTo>
                    <a:pt x="3167" y="15021"/>
                  </a:lnTo>
                  <a:lnTo>
                    <a:pt x="3553" y="14983"/>
                  </a:lnTo>
                  <a:lnTo>
                    <a:pt x="3978" y="14944"/>
                  </a:lnTo>
                  <a:close/>
                  <a:moveTo>
                    <a:pt x="23478" y="0"/>
                  </a:moveTo>
                  <a:lnTo>
                    <a:pt x="22204" y="155"/>
                  </a:lnTo>
                  <a:lnTo>
                    <a:pt x="20891" y="386"/>
                  </a:lnTo>
                  <a:lnTo>
                    <a:pt x="19617" y="657"/>
                  </a:lnTo>
                  <a:lnTo>
                    <a:pt x="18381" y="1043"/>
                  </a:lnTo>
                  <a:lnTo>
                    <a:pt x="17146" y="1467"/>
                  </a:lnTo>
                  <a:lnTo>
                    <a:pt x="15949" y="1969"/>
                  </a:lnTo>
                  <a:lnTo>
                    <a:pt x="14752" y="2510"/>
                  </a:lnTo>
                  <a:lnTo>
                    <a:pt x="13593" y="3128"/>
                  </a:lnTo>
                  <a:lnTo>
                    <a:pt x="12473" y="3784"/>
                  </a:lnTo>
                  <a:lnTo>
                    <a:pt x="11353" y="4518"/>
                  </a:lnTo>
                  <a:lnTo>
                    <a:pt x="10311" y="5290"/>
                  </a:lnTo>
                  <a:lnTo>
                    <a:pt x="9307" y="6140"/>
                  </a:lnTo>
                  <a:lnTo>
                    <a:pt x="8535" y="6796"/>
                  </a:lnTo>
                  <a:lnTo>
                    <a:pt x="7801" y="7491"/>
                  </a:lnTo>
                  <a:lnTo>
                    <a:pt x="7029" y="7337"/>
                  </a:lnTo>
                  <a:lnTo>
                    <a:pt x="6218" y="7221"/>
                  </a:lnTo>
                  <a:lnTo>
                    <a:pt x="5407" y="7182"/>
                  </a:lnTo>
                  <a:lnTo>
                    <a:pt x="4557" y="7221"/>
                  </a:lnTo>
                  <a:lnTo>
                    <a:pt x="4519" y="7221"/>
                  </a:lnTo>
                  <a:lnTo>
                    <a:pt x="4441" y="7260"/>
                  </a:lnTo>
                  <a:lnTo>
                    <a:pt x="4403" y="7414"/>
                  </a:lnTo>
                  <a:lnTo>
                    <a:pt x="4171" y="7530"/>
                  </a:lnTo>
                  <a:lnTo>
                    <a:pt x="3939" y="7723"/>
                  </a:lnTo>
                  <a:lnTo>
                    <a:pt x="3708" y="7916"/>
                  </a:lnTo>
                  <a:lnTo>
                    <a:pt x="3515" y="8148"/>
                  </a:lnTo>
                  <a:lnTo>
                    <a:pt x="3128" y="8611"/>
                  </a:lnTo>
                  <a:lnTo>
                    <a:pt x="2742" y="9036"/>
                  </a:lnTo>
                  <a:lnTo>
                    <a:pt x="2124" y="9654"/>
                  </a:lnTo>
                  <a:lnTo>
                    <a:pt x="1468" y="10194"/>
                  </a:lnTo>
                  <a:lnTo>
                    <a:pt x="773" y="10774"/>
                  </a:lnTo>
                  <a:lnTo>
                    <a:pt x="78" y="11276"/>
                  </a:lnTo>
                  <a:lnTo>
                    <a:pt x="1" y="11353"/>
                  </a:lnTo>
                  <a:lnTo>
                    <a:pt x="1" y="11430"/>
                  </a:lnTo>
                  <a:lnTo>
                    <a:pt x="1" y="11507"/>
                  </a:lnTo>
                  <a:lnTo>
                    <a:pt x="39" y="11546"/>
                  </a:lnTo>
                  <a:lnTo>
                    <a:pt x="39" y="11623"/>
                  </a:lnTo>
                  <a:lnTo>
                    <a:pt x="39" y="11700"/>
                  </a:lnTo>
                  <a:lnTo>
                    <a:pt x="78" y="11739"/>
                  </a:lnTo>
                  <a:lnTo>
                    <a:pt x="116" y="11778"/>
                  </a:lnTo>
                  <a:lnTo>
                    <a:pt x="1005" y="12048"/>
                  </a:lnTo>
                  <a:lnTo>
                    <a:pt x="1893" y="12280"/>
                  </a:lnTo>
                  <a:lnTo>
                    <a:pt x="3669" y="12666"/>
                  </a:lnTo>
                  <a:lnTo>
                    <a:pt x="3785" y="12666"/>
                  </a:lnTo>
                  <a:lnTo>
                    <a:pt x="3862" y="12589"/>
                  </a:lnTo>
                  <a:lnTo>
                    <a:pt x="4750" y="11700"/>
                  </a:lnTo>
                  <a:lnTo>
                    <a:pt x="5716" y="10851"/>
                  </a:lnTo>
                  <a:lnTo>
                    <a:pt x="5600" y="11391"/>
                  </a:lnTo>
                  <a:lnTo>
                    <a:pt x="5523" y="11971"/>
                  </a:lnTo>
                  <a:lnTo>
                    <a:pt x="5523" y="12550"/>
                  </a:lnTo>
                  <a:lnTo>
                    <a:pt x="5600" y="13091"/>
                  </a:lnTo>
                  <a:lnTo>
                    <a:pt x="5136" y="13168"/>
                  </a:lnTo>
                  <a:lnTo>
                    <a:pt x="4712" y="13284"/>
                  </a:lnTo>
                  <a:lnTo>
                    <a:pt x="4248" y="13477"/>
                  </a:lnTo>
                  <a:lnTo>
                    <a:pt x="4017" y="13593"/>
                  </a:lnTo>
                  <a:lnTo>
                    <a:pt x="3862" y="13747"/>
                  </a:lnTo>
                  <a:lnTo>
                    <a:pt x="3824" y="13824"/>
                  </a:lnTo>
                  <a:lnTo>
                    <a:pt x="3862" y="13901"/>
                  </a:lnTo>
                  <a:lnTo>
                    <a:pt x="3824" y="13940"/>
                  </a:lnTo>
                  <a:lnTo>
                    <a:pt x="3785" y="14017"/>
                  </a:lnTo>
                  <a:lnTo>
                    <a:pt x="3824" y="14403"/>
                  </a:lnTo>
                  <a:lnTo>
                    <a:pt x="3901" y="14751"/>
                  </a:lnTo>
                  <a:lnTo>
                    <a:pt x="3669" y="14712"/>
                  </a:lnTo>
                  <a:lnTo>
                    <a:pt x="3399" y="14712"/>
                  </a:lnTo>
                  <a:lnTo>
                    <a:pt x="3167" y="14751"/>
                  </a:lnTo>
                  <a:lnTo>
                    <a:pt x="2935" y="14790"/>
                  </a:lnTo>
                  <a:lnTo>
                    <a:pt x="2665" y="14867"/>
                  </a:lnTo>
                  <a:lnTo>
                    <a:pt x="2433" y="14983"/>
                  </a:lnTo>
                  <a:lnTo>
                    <a:pt x="2240" y="15098"/>
                  </a:lnTo>
                  <a:lnTo>
                    <a:pt x="2009" y="15253"/>
                  </a:lnTo>
                  <a:lnTo>
                    <a:pt x="1931" y="15330"/>
                  </a:lnTo>
                  <a:lnTo>
                    <a:pt x="1931" y="15407"/>
                  </a:lnTo>
                  <a:lnTo>
                    <a:pt x="1970" y="15485"/>
                  </a:lnTo>
                  <a:lnTo>
                    <a:pt x="2047" y="15523"/>
                  </a:lnTo>
                  <a:lnTo>
                    <a:pt x="2704" y="15871"/>
                  </a:lnTo>
                  <a:lnTo>
                    <a:pt x="2356" y="16064"/>
                  </a:lnTo>
                  <a:lnTo>
                    <a:pt x="2047" y="16334"/>
                  </a:lnTo>
                  <a:lnTo>
                    <a:pt x="1738" y="16604"/>
                  </a:lnTo>
                  <a:lnTo>
                    <a:pt x="1468" y="16875"/>
                  </a:lnTo>
                  <a:lnTo>
                    <a:pt x="1198" y="17222"/>
                  </a:lnTo>
                  <a:lnTo>
                    <a:pt x="1005" y="17570"/>
                  </a:lnTo>
                  <a:lnTo>
                    <a:pt x="812" y="17956"/>
                  </a:lnTo>
                  <a:lnTo>
                    <a:pt x="657" y="18342"/>
                  </a:lnTo>
                  <a:lnTo>
                    <a:pt x="464" y="18960"/>
                  </a:lnTo>
                  <a:lnTo>
                    <a:pt x="387" y="19385"/>
                  </a:lnTo>
                  <a:lnTo>
                    <a:pt x="310" y="19809"/>
                  </a:lnTo>
                  <a:lnTo>
                    <a:pt x="271" y="20234"/>
                  </a:lnTo>
                  <a:lnTo>
                    <a:pt x="310" y="20659"/>
                  </a:lnTo>
                  <a:lnTo>
                    <a:pt x="348" y="20813"/>
                  </a:lnTo>
                  <a:lnTo>
                    <a:pt x="425" y="20968"/>
                  </a:lnTo>
                  <a:lnTo>
                    <a:pt x="503" y="21084"/>
                  </a:lnTo>
                  <a:lnTo>
                    <a:pt x="618" y="21200"/>
                  </a:lnTo>
                  <a:lnTo>
                    <a:pt x="773" y="21277"/>
                  </a:lnTo>
                  <a:lnTo>
                    <a:pt x="927" y="21315"/>
                  </a:lnTo>
                  <a:lnTo>
                    <a:pt x="1275" y="21393"/>
                  </a:lnTo>
                  <a:lnTo>
                    <a:pt x="1661" y="21354"/>
                  </a:lnTo>
                  <a:lnTo>
                    <a:pt x="2047" y="21277"/>
                  </a:lnTo>
                  <a:lnTo>
                    <a:pt x="2433" y="21161"/>
                  </a:lnTo>
                  <a:lnTo>
                    <a:pt x="2820" y="21007"/>
                  </a:lnTo>
                  <a:lnTo>
                    <a:pt x="3437" y="20698"/>
                  </a:lnTo>
                  <a:lnTo>
                    <a:pt x="3901" y="20389"/>
                  </a:lnTo>
                  <a:lnTo>
                    <a:pt x="4364" y="20003"/>
                  </a:lnTo>
                  <a:lnTo>
                    <a:pt x="4750" y="19539"/>
                  </a:lnTo>
                  <a:lnTo>
                    <a:pt x="5098" y="19037"/>
                  </a:lnTo>
                  <a:lnTo>
                    <a:pt x="5136" y="19230"/>
                  </a:lnTo>
                  <a:lnTo>
                    <a:pt x="5214" y="19423"/>
                  </a:lnTo>
                  <a:lnTo>
                    <a:pt x="5329" y="19578"/>
                  </a:lnTo>
                  <a:lnTo>
                    <a:pt x="5484" y="19771"/>
                  </a:lnTo>
                  <a:lnTo>
                    <a:pt x="5561" y="19809"/>
                  </a:lnTo>
                  <a:lnTo>
                    <a:pt x="5638" y="19809"/>
                  </a:lnTo>
                  <a:lnTo>
                    <a:pt x="5716" y="19771"/>
                  </a:lnTo>
                  <a:lnTo>
                    <a:pt x="5793" y="19694"/>
                  </a:lnTo>
                  <a:lnTo>
                    <a:pt x="5986" y="19153"/>
                  </a:lnTo>
                  <a:lnTo>
                    <a:pt x="6179" y="18612"/>
                  </a:lnTo>
                  <a:lnTo>
                    <a:pt x="6295" y="18033"/>
                  </a:lnTo>
                  <a:lnTo>
                    <a:pt x="6372" y="17454"/>
                  </a:lnTo>
                  <a:lnTo>
                    <a:pt x="6913" y="17608"/>
                  </a:lnTo>
                  <a:lnTo>
                    <a:pt x="7183" y="17608"/>
                  </a:lnTo>
                  <a:lnTo>
                    <a:pt x="7183" y="17531"/>
                  </a:lnTo>
                  <a:lnTo>
                    <a:pt x="7531" y="16720"/>
                  </a:lnTo>
                  <a:lnTo>
                    <a:pt x="7724" y="16334"/>
                  </a:lnTo>
                  <a:lnTo>
                    <a:pt x="7955" y="15948"/>
                  </a:lnTo>
                  <a:lnTo>
                    <a:pt x="8110" y="15987"/>
                  </a:lnTo>
                  <a:lnTo>
                    <a:pt x="8535" y="16064"/>
                  </a:lnTo>
                  <a:lnTo>
                    <a:pt x="8921" y="16102"/>
                  </a:lnTo>
                  <a:lnTo>
                    <a:pt x="9307" y="16064"/>
                  </a:lnTo>
                  <a:lnTo>
                    <a:pt x="9693" y="16025"/>
                  </a:lnTo>
                  <a:lnTo>
                    <a:pt x="9693" y="16025"/>
                  </a:lnTo>
                  <a:lnTo>
                    <a:pt x="8998" y="16604"/>
                  </a:lnTo>
                  <a:lnTo>
                    <a:pt x="8226" y="17106"/>
                  </a:lnTo>
                  <a:lnTo>
                    <a:pt x="8148" y="17222"/>
                  </a:lnTo>
                  <a:lnTo>
                    <a:pt x="8148" y="17300"/>
                  </a:lnTo>
                  <a:lnTo>
                    <a:pt x="8264" y="18110"/>
                  </a:lnTo>
                  <a:lnTo>
                    <a:pt x="8341" y="18883"/>
                  </a:lnTo>
                  <a:lnTo>
                    <a:pt x="8380" y="19655"/>
                  </a:lnTo>
                  <a:lnTo>
                    <a:pt x="8380" y="20427"/>
                  </a:lnTo>
                  <a:lnTo>
                    <a:pt x="8419" y="20543"/>
                  </a:lnTo>
                  <a:lnTo>
                    <a:pt x="8496" y="20620"/>
                  </a:lnTo>
                  <a:lnTo>
                    <a:pt x="8612" y="20659"/>
                  </a:lnTo>
                  <a:lnTo>
                    <a:pt x="8728" y="20620"/>
                  </a:lnTo>
                  <a:lnTo>
                    <a:pt x="11392" y="18806"/>
                  </a:lnTo>
                  <a:lnTo>
                    <a:pt x="12705" y="17840"/>
                  </a:lnTo>
                  <a:lnTo>
                    <a:pt x="13323" y="17338"/>
                  </a:lnTo>
                  <a:lnTo>
                    <a:pt x="13941" y="16836"/>
                  </a:lnTo>
                  <a:lnTo>
                    <a:pt x="13979" y="16759"/>
                  </a:lnTo>
                  <a:lnTo>
                    <a:pt x="13979" y="16682"/>
                  </a:lnTo>
                  <a:lnTo>
                    <a:pt x="13979" y="16643"/>
                  </a:lnTo>
                  <a:lnTo>
                    <a:pt x="13941" y="16257"/>
                  </a:lnTo>
                  <a:lnTo>
                    <a:pt x="13902" y="15871"/>
                  </a:lnTo>
                  <a:lnTo>
                    <a:pt x="13825" y="15098"/>
                  </a:lnTo>
                  <a:lnTo>
                    <a:pt x="13748" y="13747"/>
                  </a:lnTo>
                  <a:lnTo>
                    <a:pt x="14443" y="13129"/>
                  </a:lnTo>
                  <a:lnTo>
                    <a:pt x="15099" y="12473"/>
                  </a:lnTo>
                  <a:lnTo>
                    <a:pt x="15756" y="11816"/>
                  </a:lnTo>
                  <a:lnTo>
                    <a:pt x="16373" y="11121"/>
                  </a:lnTo>
                  <a:lnTo>
                    <a:pt x="17455" y="9924"/>
                  </a:lnTo>
                  <a:lnTo>
                    <a:pt x="18459" y="8650"/>
                  </a:lnTo>
                  <a:lnTo>
                    <a:pt x="19424" y="7376"/>
                  </a:lnTo>
                  <a:lnTo>
                    <a:pt x="20351" y="6024"/>
                  </a:lnTo>
                  <a:lnTo>
                    <a:pt x="21239" y="4673"/>
                  </a:lnTo>
                  <a:lnTo>
                    <a:pt x="22088" y="3321"/>
                  </a:lnTo>
                  <a:lnTo>
                    <a:pt x="22938" y="1931"/>
                  </a:lnTo>
                  <a:lnTo>
                    <a:pt x="23749" y="502"/>
                  </a:lnTo>
                  <a:lnTo>
                    <a:pt x="23749" y="425"/>
                  </a:lnTo>
                  <a:lnTo>
                    <a:pt x="23749" y="348"/>
                  </a:lnTo>
                  <a:lnTo>
                    <a:pt x="23749" y="270"/>
                  </a:lnTo>
                  <a:lnTo>
                    <a:pt x="23787" y="155"/>
                  </a:lnTo>
                  <a:lnTo>
                    <a:pt x="23787" y="77"/>
                  </a:lnTo>
                  <a:lnTo>
                    <a:pt x="23749" y="39"/>
                  </a:lnTo>
                  <a:lnTo>
                    <a:pt x="23672" y="0"/>
                  </a:lnTo>
                  <a:lnTo>
                    <a:pt x="23633" y="39"/>
                  </a:lnTo>
                  <a:lnTo>
                    <a:pt x="23633" y="77"/>
                  </a:lnTo>
                  <a:lnTo>
                    <a:pt x="23556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8" name="Google Shape;5708;p22"/>
            <p:cNvSpPr/>
            <p:nvPr/>
          </p:nvSpPr>
          <p:spPr>
            <a:xfrm>
              <a:off x="5635500" y="4343650"/>
              <a:ext cx="54100" cy="45400"/>
            </a:xfrm>
            <a:custGeom>
              <a:avLst/>
              <a:gdLst/>
              <a:ahLst/>
              <a:cxnLst/>
              <a:rect l="l" t="t" r="r" b="b"/>
              <a:pathLst>
                <a:path w="2164" h="1816" extrusionOk="0">
                  <a:moveTo>
                    <a:pt x="1314" y="387"/>
                  </a:moveTo>
                  <a:lnTo>
                    <a:pt x="1507" y="464"/>
                  </a:lnTo>
                  <a:lnTo>
                    <a:pt x="1661" y="580"/>
                  </a:lnTo>
                  <a:lnTo>
                    <a:pt x="1777" y="735"/>
                  </a:lnTo>
                  <a:lnTo>
                    <a:pt x="1777" y="889"/>
                  </a:lnTo>
                  <a:lnTo>
                    <a:pt x="1777" y="928"/>
                  </a:lnTo>
                  <a:lnTo>
                    <a:pt x="1738" y="1005"/>
                  </a:lnTo>
                  <a:lnTo>
                    <a:pt x="1661" y="1044"/>
                  </a:lnTo>
                  <a:lnTo>
                    <a:pt x="1584" y="1082"/>
                  </a:lnTo>
                  <a:lnTo>
                    <a:pt x="1275" y="1121"/>
                  </a:lnTo>
                  <a:lnTo>
                    <a:pt x="927" y="1121"/>
                  </a:lnTo>
                  <a:lnTo>
                    <a:pt x="619" y="1159"/>
                  </a:lnTo>
                  <a:lnTo>
                    <a:pt x="464" y="1198"/>
                  </a:lnTo>
                  <a:lnTo>
                    <a:pt x="348" y="1275"/>
                  </a:lnTo>
                  <a:lnTo>
                    <a:pt x="348" y="1121"/>
                  </a:lnTo>
                  <a:lnTo>
                    <a:pt x="348" y="1005"/>
                  </a:lnTo>
                  <a:lnTo>
                    <a:pt x="387" y="850"/>
                  </a:lnTo>
                  <a:lnTo>
                    <a:pt x="464" y="735"/>
                  </a:lnTo>
                  <a:lnTo>
                    <a:pt x="580" y="619"/>
                  </a:lnTo>
                  <a:lnTo>
                    <a:pt x="657" y="503"/>
                  </a:lnTo>
                  <a:lnTo>
                    <a:pt x="812" y="426"/>
                  </a:lnTo>
                  <a:lnTo>
                    <a:pt x="966" y="387"/>
                  </a:lnTo>
                  <a:close/>
                  <a:moveTo>
                    <a:pt x="1005" y="1"/>
                  </a:moveTo>
                  <a:lnTo>
                    <a:pt x="812" y="40"/>
                  </a:lnTo>
                  <a:lnTo>
                    <a:pt x="619" y="117"/>
                  </a:lnTo>
                  <a:lnTo>
                    <a:pt x="425" y="233"/>
                  </a:lnTo>
                  <a:lnTo>
                    <a:pt x="271" y="348"/>
                  </a:lnTo>
                  <a:lnTo>
                    <a:pt x="155" y="503"/>
                  </a:lnTo>
                  <a:lnTo>
                    <a:pt x="78" y="696"/>
                  </a:lnTo>
                  <a:lnTo>
                    <a:pt x="39" y="889"/>
                  </a:lnTo>
                  <a:lnTo>
                    <a:pt x="1" y="1082"/>
                  </a:lnTo>
                  <a:lnTo>
                    <a:pt x="1" y="1275"/>
                  </a:lnTo>
                  <a:lnTo>
                    <a:pt x="39" y="1430"/>
                  </a:lnTo>
                  <a:lnTo>
                    <a:pt x="117" y="1623"/>
                  </a:lnTo>
                  <a:lnTo>
                    <a:pt x="155" y="1739"/>
                  </a:lnTo>
                  <a:lnTo>
                    <a:pt x="232" y="1777"/>
                  </a:lnTo>
                  <a:lnTo>
                    <a:pt x="348" y="1816"/>
                  </a:lnTo>
                  <a:lnTo>
                    <a:pt x="425" y="1739"/>
                  </a:lnTo>
                  <a:lnTo>
                    <a:pt x="580" y="1623"/>
                  </a:lnTo>
                  <a:lnTo>
                    <a:pt x="696" y="1546"/>
                  </a:lnTo>
                  <a:lnTo>
                    <a:pt x="889" y="1507"/>
                  </a:lnTo>
                  <a:lnTo>
                    <a:pt x="1429" y="1507"/>
                  </a:lnTo>
                  <a:lnTo>
                    <a:pt x="1584" y="1468"/>
                  </a:lnTo>
                  <a:lnTo>
                    <a:pt x="1777" y="1430"/>
                  </a:lnTo>
                  <a:lnTo>
                    <a:pt x="1931" y="1352"/>
                  </a:lnTo>
                  <a:lnTo>
                    <a:pt x="2047" y="1237"/>
                  </a:lnTo>
                  <a:lnTo>
                    <a:pt x="2125" y="1121"/>
                  </a:lnTo>
                  <a:lnTo>
                    <a:pt x="2163" y="966"/>
                  </a:lnTo>
                  <a:lnTo>
                    <a:pt x="2163" y="773"/>
                  </a:lnTo>
                  <a:lnTo>
                    <a:pt x="2163" y="619"/>
                  </a:lnTo>
                  <a:lnTo>
                    <a:pt x="2086" y="464"/>
                  </a:lnTo>
                  <a:lnTo>
                    <a:pt x="1970" y="310"/>
                  </a:lnTo>
                  <a:lnTo>
                    <a:pt x="1816" y="194"/>
                  </a:lnTo>
                  <a:lnTo>
                    <a:pt x="1623" y="78"/>
                  </a:lnTo>
                  <a:lnTo>
                    <a:pt x="142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9" name="Google Shape;5709;p22"/>
            <p:cNvSpPr/>
            <p:nvPr/>
          </p:nvSpPr>
          <p:spPr>
            <a:xfrm>
              <a:off x="4572625" y="4377450"/>
              <a:ext cx="625600" cy="344650"/>
            </a:xfrm>
            <a:custGeom>
              <a:avLst/>
              <a:gdLst/>
              <a:ahLst/>
              <a:cxnLst/>
              <a:rect l="l" t="t" r="r" b="b"/>
              <a:pathLst>
                <a:path w="25024" h="13786" extrusionOk="0">
                  <a:moveTo>
                    <a:pt x="23286" y="966"/>
                  </a:moveTo>
                  <a:lnTo>
                    <a:pt x="23633" y="1468"/>
                  </a:lnTo>
                  <a:lnTo>
                    <a:pt x="23942" y="2008"/>
                  </a:lnTo>
                  <a:lnTo>
                    <a:pt x="23788" y="2163"/>
                  </a:lnTo>
                  <a:lnTo>
                    <a:pt x="23633" y="2202"/>
                  </a:lnTo>
                  <a:lnTo>
                    <a:pt x="23479" y="2202"/>
                  </a:lnTo>
                  <a:lnTo>
                    <a:pt x="23324" y="2163"/>
                  </a:lnTo>
                  <a:lnTo>
                    <a:pt x="23208" y="2086"/>
                  </a:lnTo>
                  <a:lnTo>
                    <a:pt x="23092" y="1970"/>
                  </a:lnTo>
                  <a:lnTo>
                    <a:pt x="23015" y="1815"/>
                  </a:lnTo>
                  <a:lnTo>
                    <a:pt x="22977" y="1661"/>
                  </a:lnTo>
                  <a:lnTo>
                    <a:pt x="22977" y="1429"/>
                  </a:lnTo>
                  <a:lnTo>
                    <a:pt x="23054" y="1275"/>
                  </a:lnTo>
                  <a:lnTo>
                    <a:pt x="23170" y="1120"/>
                  </a:lnTo>
                  <a:lnTo>
                    <a:pt x="23286" y="966"/>
                  </a:lnTo>
                  <a:close/>
                  <a:moveTo>
                    <a:pt x="24096" y="2433"/>
                  </a:moveTo>
                  <a:lnTo>
                    <a:pt x="24212" y="2781"/>
                  </a:lnTo>
                  <a:lnTo>
                    <a:pt x="24328" y="3090"/>
                  </a:lnTo>
                  <a:lnTo>
                    <a:pt x="24367" y="3437"/>
                  </a:lnTo>
                  <a:lnTo>
                    <a:pt x="24444" y="3823"/>
                  </a:lnTo>
                  <a:lnTo>
                    <a:pt x="24174" y="3746"/>
                  </a:lnTo>
                  <a:lnTo>
                    <a:pt x="23942" y="3592"/>
                  </a:lnTo>
                  <a:lnTo>
                    <a:pt x="23865" y="3514"/>
                  </a:lnTo>
                  <a:lnTo>
                    <a:pt x="23788" y="3399"/>
                  </a:lnTo>
                  <a:lnTo>
                    <a:pt x="23749" y="3283"/>
                  </a:lnTo>
                  <a:lnTo>
                    <a:pt x="23710" y="3167"/>
                  </a:lnTo>
                  <a:lnTo>
                    <a:pt x="23710" y="2935"/>
                  </a:lnTo>
                  <a:lnTo>
                    <a:pt x="23788" y="2742"/>
                  </a:lnTo>
                  <a:lnTo>
                    <a:pt x="23942" y="2588"/>
                  </a:lnTo>
                  <a:lnTo>
                    <a:pt x="24096" y="2433"/>
                  </a:lnTo>
                  <a:close/>
                  <a:moveTo>
                    <a:pt x="16296" y="4982"/>
                  </a:moveTo>
                  <a:lnTo>
                    <a:pt x="16412" y="5059"/>
                  </a:lnTo>
                  <a:lnTo>
                    <a:pt x="16489" y="5175"/>
                  </a:lnTo>
                  <a:lnTo>
                    <a:pt x="16567" y="5291"/>
                  </a:lnTo>
                  <a:lnTo>
                    <a:pt x="16567" y="5407"/>
                  </a:lnTo>
                  <a:lnTo>
                    <a:pt x="16296" y="5445"/>
                  </a:lnTo>
                  <a:lnTo>
                    <a:pt x="15640" y="5522"/>
                  </a:lnTo>
                  <a:lnTo>
                    <a:pt x="15640" y="5484"/>
                  </a:lnTo>
                  <a:lnTo>
                    <a:pt x="15678" y="5368"/>
                  </a:lnTo>
                  <a:lnTo>
                    <a:pt x="15717" y="5252"/>
                  </a:lnTo>
                  <a:lnTo>
                    <a:pt x="15756" y="5175"/>
                  </a:lnTo>
                  <a:lnTo>
                    <a:pt x="15833" y="5098"/>
                  </a:lnTo>
                  <a:lnTo>
                    <a:pt x="15949" y="5020"/>
                  </a:lnTo>
                  <a:lnTo>
                    <a:pt x="16065" y="4982"/>
                  </a:lnTo>
                  <a:close/>
                  <a:moveTo>
                    <a:pt x="24444" y="4248"/>
                  </a:moveTo>
                  <a:lnTo>
                    <a:pt x="24444" y="4673"/>
                  </a:lnTo>
                  <a:lnTo>
                    <a:pt x="24367" y="5098"/>
                  </a:lnTo>
                  <a:lnTo>
                    <a:pt x="24251" y="5522"/>
                  </a:lnTo>
                  <a:lnTo>
                    <a:pt x="24058" y="5445"/>
                  </a:lnTo>
                  <a:lnTo>
                    <a:pt x="23903" y="5291"/>
                  </a:lnTo>
                  <a:lnTo>
                    <a:pt x="23826" y="5098"/>
                  </a:lnTo>
                  <a:lnTo>
                    <a:pt x="23788" y="4982"/>
                  </a:lnTo>
                  <a:lnTo>
                    <a:pt x="23788" y="4866"/>
                  </a:lnTo>
                  <a:lnTo>
                    <a:pt x="23826" y="4750"/>
                  </a:lnTo>
                  <a:lnTo>
                    <a:pt x="23865" y="4634"/>
                  </a:lnTo>
                  <a:lnTo>
                    <a:pt x="24019" y="4441"/>
                  </a:lnTo>
                  <a:lnTo>
                    <a:pt x="24212" y="4325"/>
                  </a:lnTo>
                  <a:lnTo>
                    <a:pt x="24444" y="4248"/>
                  </a:lnTo>
                  <a:close/>
                  <a:moveTo>
                    <a:pt x="17648" y="4827"/>
                  </a:moveTo>
                  <a:lnTo>
                    <a:pt x="17802" y="4866"/>
                  </a:lnTo>
                  <a:lnTo>
                    <a:pt x="17918" y="4943"/>
                  </a:lnTo>
                  <a:lnTo>
                    <a:pt x="17995" y="5020"/>
                  </a:lnTo>
                  <a:lnTo>
                    <a:pt x="18111" y="5213"/>
                  </a:lnTo>
                  <a:lnTo>
                    <a:pt x="18111" y="5407"/>
                  </a:lnTo>
                  <a:lnTo>
                    <a:pt x="18073" y="5638"/>
                  </a:lnTo>
                  <a:lnTo>
                    <a:pt x="17571" y="5522"/>
                  </a:lnTo>
                  <a:lnTo>
                    <a:pt x="17030" y="5445"/>
                  </a:lnTo>
                  <a:lnTo>
                    <a:pt x="17069" y="5291"/>
                  </a:lnTo>
                  <a:lnTo>
                    <a:pt x="17107" y="5175"/>
                  </a:lnTo>
                  <a:lnTo>
                    <a:pt x="17184" y="5059"/>
                  </a:lnTo>
                  <a:lnTo>
                    <a:pt x="17300" y="4943"/>
                  </a:lnTo>
                  <a:lnTo>
                    <a:pt x="17416" y="4905"/>
                  </a:lnTo>
                  <a:lnTo>
                    <a:pt x="17532" y="4866"/>
                  </a:lnTo>
                  <a:lnTo>
                    <a:pt x="17648" y="4827"/>
                  </a:lnTo>
                  <a:close/>
                  <a:moveTo>
                    <a:pt x="14713" y="5329"/>
                  </a:moveTo>
                  <a:lnTo>
                    <a:pt x="14829" y="5368"/>
                  </a:lnTo>
                  <a:lnTo>
                    <a:pt x="14906" y="5445"/>
                  </a:lnTo>
                  <a:lnTo>
                    <a:pt x="15022" y="5561"/>
                  </a:lnTo>
                  <a:lnTo>
                    <a:pt x="15061" y="5677"/>
                  </a:lnTo>
                  <a:lnTo>
                    <a:pt x="14559" y="5870"/>
                  </a:lnTo>
                  <a:lnTo>
                    <a:pt x="14057" y="6102"/>
                  </a:lnTo>
                  <a:lnTo>
                    <a:pt x="14018" y="6063"/>
                  </a:lnTo>
                  <a:lnTo>
                    <a:pt x="14057" y="5831"/>
                  </a:lnTo>
                  <a:lnTo>
                    <a:pt x="14134" y="5600"/>
                  </a:lnTo>
                  <a:lnTo>
                    <a:pt x="14250" y="5445"/>
                  </a:lnTo>
                  <a:lnTo>
                    <a:pt x="14365" y="5368"/>
                  </a:lnTo>
                  <a:lnTo>
                    <a:pt x="14443" y="5329"/>
                  </a:lnTo>
                  <a:close/>
                  <a:moveTo>
                    <a:pt x="18999" y="5484"/>
                  </a:moveTo>
                  <a:lnTo>
                    <a:pt x="19115" y="5522"/>
                  </a:lnTo>
                  <a:lnTo>
                    <a:pt x="19192" y="5561"/>
                  </a:lnTo>
                  <a:lnTo>
                    <a:pt x="19308" y="5677"/>
                  </a:lnTo>
                  <a:lnTo>
                    <a:pt x="19385" y="5831"/>
                  </a:lnTo>
                  <a:lnTo>
                    <a:pt x="19385" y="5986"/>
                  </a:lnTo>
                  <a:lnTo>
                    <a:pt x="19347" y="6179"/>
                  </a:lnTo>
                  <a:lnTo>
                    <a:pt x="18613" y="5831"/>
                  </a:lnTo>
                  <a:lnTo>
                    <a:pt x="18652" y="5754"/>
                  </a:lnTo>
                  <a:lnTo>
                    <a:pt x="18690" y="5677"/>
                  </a:lnTo>
                  <a:lnTo>
                    <a:pt x="18845" y="5522"/>
                  </a:lnTo>
                  <a:lnTo>
                    <a:pt x="18999" y="5484"/>
                  </a:lnTo>
                  <a:close/>
                  <a:moveTo>
                    <a:pt x="20196" y="6063"/>
                  </a:moveTo>
                  <a:lnTo>
                    <a:pt x="20351" y="6102"/>
                  </a:lnTo>
                  <a:lnTo>
                    <a:pt x="20467" y="6140"/>
                  </a:lnTo>
                  <a:lnTo>
                    <a:pt x="20544" y="6179"/>
                  </a:lnTo>
                  <a:lnTo>
                    <a:pt x="20698" y="6333"/>
                  </a:lnTo>
                  <a:lnTo>
                    <a:pt x="20776" y="6526"/>
                  </a:lnTo>
                  <a:lnTo>
                    <a:pt x="20814" y="6719"/>
                  </a:lnTo>
                  <a:lnTo>
                    <a:pt x="20891" y="6951"/>
                  </a:lnTo>
                  <a:lnTo>
                    <a:pt x="20891" y="6951"/>
                  </a:lnTo>
                  <a:lnTo>
                    <a:pt x="20467" y="6758"/>
                  </a:lnTo>
                  <a:lnTo>
                    <a:pt x="20080" y="6565"/>
                  </a:lnTo>
                  <a:lnTo>
                    <a:pt x="19810" y="6411"/>
                  </a:lnTo>
                  <a:lnTo>
                    <a:pt x="19849" y="6295"/>
                  </a:lnTo>
                  <a:lnTo>
                    <a:pt x="19887" y="6179"/>
                  </a:lnTo>
                  <a:lnTo>
                    <a:pt x="20003" y="6140"/>
                  </a:lnTo>
                  <a:lnTo>
                    <a:pt x="20080" y="6102"/>
                  </a:lnTo>
                  <a:lnTo>
                    <a:pt x="20196" y="6063"/>
                  </a:lnTo>
                  <a:close/>
                  <a:moveTo>
                    <a:pt x="23517" y="5870"/>
                  </a:moveTo>
                  <a:lnTo>
                    <a:pt x="23710" y="5909"/>
                  </a:lnTo>
                  <a:lnTo>
                    <a:pt x="23942" y="5986"/>
                  </a:lnTo>
                  <a:lnTo>
                    <a:pt x="24019" y="6024"/>
                  </a:lnTo>
                  <a:lnTo>
                    <a:pt x="24096" y="6024"/>
                  </a:lnTo>
                  <a:lnTo>
                    <a:pt x="23942" y="6295"/>
                  </a:lnTo>
                  <a:lnTo>
                    <a:pt x="23749" y="6565"/>
                  </a:lnTo>
                  <a:lnTo>
                    <a:pt x="23517" y="6797"/>
                  </a:lnTo>
                  <a:lnTo>
                    <a:pt x="23247" y="6990"/>
                  </a:lnTo>
                  <a:lnTo>
                    <a:pt x="23208" y="6951"/>
                  </a:lnTo>
                  <a:lnTo>
                    <a:pt x="23092" y="6758"/>
                  </a:lnTo>
                  <a:lnTo>
                    <a:pt x="23015" y="6526"/>
                  </a:lnTo>
                  <a:lnTo>
                    <a:pt x="23015" y="6295"/>
                  </a:lnTo>
                  <a:lnTo>
                    <a:pt x="23054" y="6179"/>
                  </a:lnTo>
                  <a:lnTo>
                    <a:pt x="23131" y="6102"/>
                  </a:lnTo>
                  <a:lnTo>
                    <a:pt x="23208" y="6024"/>
                  </a:lnTo>
                  <a:lnTo>
                    <a:pt x="23286" y="5947"/>
                  </a:lnTo>
                  <a:lnTo>
                    <a:pt x="23517" y="5870"/>
                  </a:lnTo>
                  <a:close/>
                  <a:moveTo>
                    <a:pt x="13246" y="6102"/>
                  </a:moveTo>
                  <a:lnTo>
                    <a:pt x="13477" y="6179"/>
                  </a:lnTo>
                  <a:lnTo>
                    <a:pt x="13593" y="6256"/>
                  </a:lnTo>
                  <a:lnTo>
                    <a:pt x="13709" y="6333"/>
                  </a:lnTo>
                  <a:lnTo>
                    <a:pt x="13168" y="6719"/>
                  </a:lnTo>
                  <a:lnTo>
                    <a:pt x="12782" y="7106"/>
                  </a:lnTo>
                  <a:lnTo>
                    <a:pt x="12705" y="7067"/>
                  </a:lnTo>
                  <a:lnTo>
                    <a:pt x="12666" y="6951"/>
                  </a:lnTo>
                  <a:lnTo>
                    <a:pt x="12628" y="6797"/>
                  </a:lnTo>
                  <a:lnTo>
                    <a:pt x="12628" y="6681"/>
                  </a:lnTo>
                  <a:lnTo>
                    <a:pt x="12666" y="6526"/>
                  </a:lnTo>
                  <a:lnTo>
                    <a:pt x="12705" y="6411"/>
                  </a:lnTo>
                  <a:lnTo>
                    <a:pt x="12782" y="6295"/>
                  </a:lnTo>
                  <a:lnTo>
                    <a:pt x="12860" y="6217"/>
                  </a:lnTo>
                  <a:lnTo>
                    <a:pt x="13014" y="6140"/>
                  </a:lnTo>
                  <a:lnTo>
                    <a:pt x="13130" y="6102"/>
                  </a:lnTo>
                  <a:close/>
                  <a:moveTo>
                    <a:pt x="22166" y="6565"/>
                  </a:moveTo>
                  <a:lnTo>
                    <a:pt x="22282" y="6604"/>
                  </a:lnTo>
                  <a:lnTo>
                    <a:pt x="22475" y="6719"/>
                  </a:lnTo>
                  <a:lnTo>
                    <a:pt x="22629" y="6874"/>
                  </a:lnTo>
                  <a:lnTo>
                    <a:pt x="22784" y="7028"/>
                  </a:lnTo>
                  <a:lnTo>
                    <a:pt x="22861" y="7067"/>
                  </a:lnTo>
                  <a:lnTo>
                    <a:pt x="22938" y="7067"/>
                  </a:lnTo>
                  <a:lnTo>
                    <a:pt x="22977" y="7106"/>
                  </a:lnTo>
                  <a:lnTo>
                    <a:pt x="22938" y="7144"/>
                  </a:lnTo>
                  <a:lnTo>
                    <a:pt x="22552" y="7221"/>
                  </a:lnTo>
                  <a:lnTo>
                    <a:pt x="22166" y="7260"/>
                  </a:lnTo>
                  <a:lnTo>
                    <a:pt x="21780" y="7221"/>
                  </a:lnTo>
                  <a:lnTo>
                    <a:pt x="21393" y="7106"/>
                  </a:lnTo>
                  <a:lnTo>
                    <a:pt x="21471" y="6913"/>
                  </a:lnTo>
                  <a:lnTo>
                    <a:pt x="21625" y="6758"/>
                  </a:lnTo>
                  <a:lnTo>
                    <a:pt x="21818" y="6604"/>
                  </a:lnTo>
                  <a:lnTo>
                    <a:pt x="22050" y="6565"/>
                  </a:lnTo>
                  <a:close/>
                  <a:moveTo>
                    <a:pt x="12280" y="7415"/>
                  </a:moveTo>
                  <a:lnTo>
                    <a:pt x="12473" y="7453"/>
                  </a:lnTo>
                  <a:lnTo>
                    <a:pt x="12126" y="7994"/>
                  </a:lnTo>
                  <a:lnTo>
                    <a:pt x="11817" y="8573"/>
                  </a:lnTo>
                  <a:lnTo>
                    <a:pt x="11701" y="8341"/>
                  </a:lnTo>
                  <a:lnTo>
                    <a:pt x="11662" y="8110"/>
                  </a:lnTo>
                  <a:lnTo>
                    <a:pt x="11662" y="7955"/>
                  </a:lnTo>
                  <a:lnTo>
                    <a:pt x="11662" y="7839"/>
                  </a:lnTo>
                  <a:lnTo>
                    <a:pt x="11740" y="7723"/>
                  </a:lnTo>
                  <a:lnTo>
                    <a:pt x="11817" y="7608"/>
                  </a:lnTo>
                  <a:lnTo>
                    <a:pt x="11894" y="7530"/>
                  </a:lnTo>
                  <a:lnTo>
                    <a:pt x="12010" y="7453"/>
                  </a:lnTo>
                  <a:lnTo>
                    <a:pt x="12164" y="7415"/>
                  </a:lnTo>
                  <a:close/>
                  <a:moveTo>
                    <a:pt x="2240" y="9384"/>
                  </a:moveTo>
                  <a:lnTo>
                    <a:pt x="2356" y="9422"/>
                  </a:lnTo>
                  <a:lnTo>
                    <a:pt x="2472" y="9500"/>
                  </a:lnTo>
                  <a:lnTo>
                    <a:pt x="2549" y="9577"/>
                  </a:lnTo>
                  <a:lnTo>
                    <a:pt x="2627" y="9770"/>
                  </a:lnTo>
                  <a:lnTo>
                    <a:pt x="2627" y="9886"/>
                  </a:lnTo>
                  <a:lnTo>
                    <a:pt x="2627" y="10002"/>
                  </a:lnTo>
                  <a:lnTo>
                    <a:pt x="2125" y="9886"/>
                  </a:lnTo>
                  <a:lnTo>
                    <a:pt x="1661" y="9886"/>
                  </a:lnTo>
                  <a:lnTo>
                    <a:pt x="1700" y="9770"/>
                  </a:lnTo>
                  <a:lnTo>
                    <a:pt x="1738" y="9654"/>
                  </a:lnTo>
                  <a:lnTo>
                    <a:pt x="1816" y="9538"/>
                  </a:lnTo>
                  <a:lnTo>
                    <a:pt x="1893" y="9461"/>
                  </a:lnTo>
                  <a:lnTo>
                    <a:pt x="2009" y="9384"/>
                  </a:lnTo>
                  <a:close/>
                  <a:moveTo>
                    <a:pt x="11662" y="8998"/>
                  </a:moveTo>
                  <a:lnTo>
                    <a:pt x="11469" y="9500"/>
                  </a:lnTo>
                  <a:lnTo>
                    <a:pt x="11354" y="10040"/>
                  </a:lnTo>
                  <a:lnTo>
                    <a:pt x="11276" y="10272"/>
                  </a:lnTo>
                  <a:lnTo>
                    <a:pt x="11238" y="10272"/>
                  </a:lnTo>
                  <a:lnTo>
                    <a:pt x="11083" y="10079"/>
                  </a:lnTo>
                  <a:lnTo>
                    <a:pt x="10967" y="9847"/>
                  </a:lnTo>
                  <a:lnTo>
                    <a:pt x="10929" y="9693"/>
                  </a:lnTo>
                  <a:lnTo>
                    <a:pt x="10929" y="9577"/>
                  </a:lnTo>
                  <a:lnTo>
                    <a:pt x="10967" y="9461"/>
                  </a:lnTo>
                  <a:lnTo>
                    <a:pt x="11006" y="9345"/>
                  </a:lnTo>
                  <a:lnTo>
                    <a:pt x="11122" y="9152"/>
                  </a:lnTo>
                  <a:lnTo>
                    <a:pt x="11276" y="9075"/>
                  </a:lnTo>
                  <a:lnTo>
                    <a:pt x="11469" y="8998"/>
                  </a:lnTo>
                  <a:close/>
                  <a:moveTo>
                    <a:pt x="3785" y="9770"/>
                  </a:moveTo>
                  <a:lnTo>
                    <a:pt x="3901" y="9809"/>
                  </a:lnTo>
                  <a:lnTo>
                    <a:pt x="4017" y="9886"/>
                  </a:lnTo>
                  <a:lnTo>
                    <a:pt x="4094" y="10002"/>
                  </a:lnTo>
                  <a:lnTo>
                    <a:pt x="4133" y="10118"/>
                  </a:lnTo>
                  <a:lnTo>
                    <a:pt x="4171" y="10272"/>
                  </a:lnTo>
                  <a:lnTo>
                    <a:pt x="4171" y="10388"/>
                  </a:lnTo>
                  <a:lnTo>
                    <a:pt x="4094" y="10542"/>
                  </a:lnTo>
                  <a:lnTo>
                    <a:pt x="4017" y="10658"/>
                  </a:lnTo>
                  <a:lnTo>
                    <a:pt x="3862" y="10542"/>
                  </a:lnTo>
                  <a:lnTo>
                    <a:pt x="3515" y="10349"/>
                  </a:lnTo>
                  <a:lnTo>
                    <a:pt x="3090" y="10156"/>
                  </a:lnTo>
                  <a:lnTo>
                    <a:pt x="3129" y="10040"/>
                  </a:lnTo>
                  <a:lnTo>
                    <a:pt x="3244" y="9924"/>
                  </a:lnTo>
                  <a:lnTo>
                    <a:pt x="3360" y="9847"/>
                  </a:lnTo>
                  <a:lnTo>
                    <a:pt x="3515" y="9770"/>
                  </a:lnTo>
                  <a:close/>
                  <a:moveTo>
                    <a:pt x="4943" y="10658"/>
                  </a:moveTo>
                  <a:lnTo>
                    <a:pt x="5021" y="10735"/>
                  </a:lnTo>
                  <a:lnTo>
                    <a:pt x="5098" y="10774"/>
                  </a:lnTo>
                  <a:lnTo>
                    <a:pt x="5137" y="10890"/>
                  </a:lnTo>
                  <a:lnTo>
                    <a:pt x="5175" y="11044"/>
                  </a:lnTo>
                  <a:lnTo>
                    <a:pt x="5137" y="11237"/>
                  </a:lnTo>
                  <a:lnTo>
                    <a:pt x="5098" y="11430"/>
                  </a:lnTo>
                  <a:lnTo>
                    <a:pt x="4403" y="10928"/>
                  </a:lnTo>
                  <a:lnTo>
                    <a:pt x="4441" y="10813"/>
                  </a:lnTo>
                  <a:lnTo>
                    <a:pt x="4480" y="10774"/>
                  </a:lnTo>
                  <a:lnTo>
                    <a:pt x="4673" y="10658"/>
                  </a:lnTo>
                  <a:close/>
                  <a:moveTo>
                    <a:pt x="11160" y="10620"/>
                  </a:moveTo>
                  <a:lnTo>
                    <a:pt x="10967" y="11199"/>
                  </a:lnTo>
                  <a:lnTo>
                    <a:pt x="10736" y="11739"/>
                  </a:lnTo>
                  <a:lnTo>
                    <a:pt x="10658" y="11701"/>
                  </a:lnTo>
                  <a:lnTo>
                    <a:pt x="10504" y="11546"/>
                  </a:lnTo>
                  <a:lnTo>
                    <a:pt x="10427" y="11353"/>
                  </a:lnTo>
                  <a:lnTo>
                    <a:pt x="10388" y="11160"/>
                  </a:lnTo>
                  <a:lnTo>
                    <a:pt x="10465" y="10967"/>
                  </a:lnTo>
                  <a:lnTo>
                    <a:pt x="10581" y="10813"/>
                  </a:lnTo>
                  <a:lnTo>
                    <a:pt x="10736" y="10697"/>
                  </a:lnTo>
                  <a:lnTo>
                    <a:pt x="10929" y="10620"/>
                  </a:lnTo>
                  <a:close/>
                  <a:moveTo>
                    <a:pt x="5986" y="11469"/>
                  </a:moveTo>
                  <a:lnTo>
                    <a:pt x="6063" y="11508"/>
                  </a:lnTo>
                  <a:lnTo>
                    <a:pt x="6179" y="11585"/>
                  </a:lnTo>
                  <a:lnTo>
                    <a:pt x="6256" y="11662"/>
                  </a:lnTo>
                  <a:lnTo>
                    <a:pt x="6334" y="11778"/>
                  </a:lnTo>
                  <a:lnTo>
                    <a:pt x="6372" y="12010"/>
                  </a:lnTo>
                  <a:lnTo>
                    <a:pt x="6411" y="12241"/>
                  </a:lnTo>
                  <a:lnTo>
                    <a:pt x="6372" y="12473"/>
                  </a:lnTo>
                  <a:lnTo>
                    <a:pt x="5909" y="12087"/>
                  </a:lnTo>
                  <a:lnTo>
                    <a:pt x="5407" y="11701"/>
                  </a:lnTo>
                  <a:lnTo>
                    <a:pt x="5445" y="11624"/>
                  </a:lnTo>
                  <a:lnTo>
                    <a:pt x="5561" y="11546"/>
                  </a:lnTo>
                  <a:lnTo>
                    <a:pt x="5639" y="11508"/>
                  </a:lnTo>
                  <a:lnTo>
                    <a:pt x="5754" y="11469"/>
                  </a:lnTo>
                  <a:close/>
                  <a:moveTo>
                    <a:pt x="10543" y="12048"/>
                  </a:moveTo>
                  <a:lnTo>
                    <a:pt x="10388" y="12319"/>
                  </a:lnTo>
                  <a:lnTo>
                    <a:pt x="10195" y="12550"/>
                  </a:lnTo>
                  <a:lnTo>
                    <a:pt x="10002" y="12743"/>
                  </a:lnTo>
                  <a:lnTo>
                    <a:pt x="9770" y="12936"/>
                  </a:lnTo>
                  <a:lnTo>
                    <a:pt x="9770" y="12859"/>
                  </a:lnTo>
                  <a:lnTo>
                    <a:pt x="9654" y="12666"/>
                  </a:lnTo>
                  <a:lnTo>
                    <a:pt x="9654" y="12473"/>
                  </a:lnTo>
                  <a:lnTo>
                    <a:pt x="9693" y="12357"/>
                  </a:lnTo>
                  <a:lnTo>
                    <a:pt x="9809" y="12241"/>
                  </a:lnTo>
                  <a:lnTo>
                    <a:pt x="9963" y="12164"/>
                  </a:lnTo>
                  <a:lnTo>
                    <a:pt x="10156" y="12087"/>
                  </a:lnTo>
                  <a:lnTo>
                    <a:pt x="10543" y="12048"/>
                  </a:lnTo>
                  <a:close/>
                  <a:moveTo>
                    <a:pt x="7376" y="12512"/>
                  </a:moveTo>
                  <a:lnTo>
                    <a:pt x="7569" y="12550"/>
                  </a:lnTo>
                  <a:lnTo>
                    <a:pt x="7724" y="12666"/>
                  </a:lnTo>
                  <a:lnTo>
                    <a:pt x="7840" y="12821"/>
                  </a:lnTo>
                  <a:lnTo>
                    <a:pt x="7878" y="13014"/>
                  </a:lnTo>
                  <a:lnTo>
                    <a:pt x="7878" y="13207"/>
                  </a:lnTo>
                  <a:lnTo>
                    <a:pt x="7840" y="13207"/>
                  </a:lnTo>
                  <a:lnTo>
                    <a:pt x="7338" y="13014"/>
                  </a:lnTo>
                  <a:lnTo>
                    <a:pt x="6836" y="12743"/>
                  </a:lnTo>
                  <a:lnTo>
                    <a:pt x="6990" y="12627"/>
                  </a:lnTo>
                  <a:lnTo>
                    <a:pt x="7183" y="12550"/>
                  </a:lnTo>
                  <a:lnTo>
                    <a:pt x="7376" y="12512"/>
                  </a:lnTo>
                  <a:close/>
                  <a:moveTo>
                    <a:pt x="8844" y="12627"/>
                  </a:moveTo>
                  <a:lnTo>
                    <a:pt x="8959" y="12666"/>
                  </a:lnTo>
                  <a:lnTo>
                    <a:pt x="9114" y="12782"/>
                  </a:lnTo>
                  <a:lnTo>
                    <a:pt x="9191" y="12936"/>
                  </a:lnTo>
                  <a:lnTo>
                    <a:pt x="9230" y="13129"/>
                  </a:lnTo>
                  <a:lnTo>
                    <a:pt x="9268" y="13207"/>
                  </a:lnTo>
                  <a:lnTo>
                    <a:pt x="9037" y="13284"/>
                  </a:lnTo>
                  <a:lnTo>
                    <a:pt x="8805" y="13323"/>
                  </a:lnTo>
                  <a:lnTo>
                    <a:pt x="8573" y="13323"/>
                  </a:lnTo>
                  <a:lnTo>
                    <a:pt x="8303" y="13284"/>
                  </a:lnTo>
                  <a:lnTo>
                    <a:pt x="8303" y="13207"/>
                  </a:lnTo>
                  <a:lnTo>
                    <a:pt x="8342" y="13014"/>
                  </a:lnTo>
                  <a:lnTo>
                    <a:pt x="8419" y="12821"/>
                  </a:lnTo>
                  <a:lnTo>
                    <a:pt x="8573" y="12705"/>
                  </a:lnTo>
                  <a:lnTo>
                    <a:pt x="8650" y="12666"/>
                  </a:lnTo>
                  <a:lnTo>
                    <a:pt x="8766" y="12627"/>
                  </a:lnTo>
                  <a:close/>
                  <a:moveTo>
                    <a:pt x="22977" y="0"/>
                  </a:moveTo>
                  <a:lnTo>
                    <a:pt x="22899" y="39"/>
                  </a:lnTo>
                  <a:lnTo>
                    <a:pt x="22822" y="78"/>
                  </a:lnTo>
                  <a:lnTo>
                    <a:pt x="22784" y="155"/>
                  </a:lnTo>
                  <a:lnTo>
                    <a:pt x="22745" y="232"/>
                  </a:lnTo>
                  <a:lnTo>
                    <a:pt x="22745" y="309"/>
                  </a:lnTo>
                  <a:lnTo>
                    <a:pt x="22822" y="425"/>
                  </a:lnTo>
                  <a:lnTo>
                    <a:pt x="22861" y="464"/>
                  </a:lnTo>
                  <a:lnTo>
                    <a:pt x="23015" y="657"/>
                  </a:lnTo>
                  <a:lnTo>
                    <a:pt x="22899" y="773"/>
                  </a:lnTo>
                  <a:lnTo>
                    <a:pt x="22784" y="966"/>
                  </a:lnTo>
                  <a:lnTo>
                    <a:pt x="22706" y="1120"/>
                  </a:lnTo>
                  <a:lnTo>
                    <a:pt x="22629" y="1313"/>
                  </a:lnTo>
                  <a:lnTo>
                    <a:pt x="22590" y="1506"/>
                  </a:lnTo>
                  <a:lnTo>
                    <a:pt x="22590" y="1700"/>
                  </a:lnTo>
                  <a:lnTo>
                    <a:pt x="22629" y="1893"/>
                  </a:lnTo>
                  <a:lnTo>
                    <a:pt x="22706" y="2047"/>
                  </a:lnTo>
                  <a:lnTo>
                    <a:pt x="22861" y="2279"/>
                  </a:lnTo>
                  <a:lnTo>
                    <a:pt x="23054" y="2395"/>
                  </a:lnTo>
                  <a:lnTo>
                    <a:pt x="23247" y="2510"/>
                  </a:lnTo>
                  <a:lnTo>
                    <a:pt x="23479" y="2510"/>
                  </a:lnTo>
                  <a:lnTo>
                    <a:pt x="23401" y="2704"/>
                  </a:lnTo>
                  <a:lnTo>
                    <a:pt x="23363" y="2897"/>
                  </a:lnTo>
                  <a:lnTo>
                    <a:pt x="23324" y="3090"/>
                  </a:lnTo>
                  <a:lnTo>
                    <a:pt x="23363" y="3283"/>
                  </a:lnTo>
                  <a:lnTo>
                    <a:pt x="23440" y="3514"/>
                  </a:lnTo>
                  <a:lnTo>
                    <a:pt x="23556" y="3707"/>
                  </a:lnTo>
                  <a:lnTo>
                    <a:pt x="23749" y="3901"/>
                  </a:lnTo>
                  <a:lnTo>
                    <a:pt x="23981" y="4016"/>
                  </a:lnTo>
                  <a:lnTo>
                    <a:pt x="23749" y="4209"/>
                  </a:lnTo>
                  <a:lnTo>
                    <a:pt x="23556" y="4480"/>
                  </a:lnTo>
                  <a:lnTo>
                    <a:pt x="23479" y="4750"/>
                  </a:lnTo>
                  <a:lnTo>
                    <a:pt x="23440" y="4905"/>
                  </a:lnTo>
                  <a:lnTo>
                    <a:pt x="23440" y="5020"/>
                  </a:lnTo>
                  <a:lnTo>
                    <a:pt x="23517" y="5291"/>
                  </a:lnTo>
                  <a:lnTo>
                    <a:pt x="23633" y="5484"/>
                  </a:lnTo>
                  <a:lnTo>
                    <a:pt x="23401" y="5522"/>
                  </a:lnTo>
                  <a:lnTo>
                    <a:pt x="23170" y="5561"/>
                  </a:lnTo>
                  <a:lnTo>
                    <a:pt x="22977" y="5715"/>
                  </a:lnTo>
                  <a:lnTo>
                    <a:pt x="22784" y="5870"/>
                  </a:lnTo>
                  <a:lnTo>
                    <a:pt x="22706" y="6102"/>
                  </a:lnTo>
                  <a:lnTo>
                    <a:pt x="22629" y="6372"/>
                  </a:lnTo>
                  <a:lnTo>
                    <a:pt x="22475" y="6295"/>
                  </a:lnTo>
                  <a:lnTo>
                    <a:pt x="22320" y="6256"/>
                  </a:lnTo>
                  <a:lnTo>
                    <a:pt x="22166" y="6217"/>
                  </a:lnTo>
                  <a:lnTo>
                    <a:pt x="21973" y="6217"/>
                  </a:lnTo>
                  <a:lnTo>
                    <a:pt x="21741" y="6295"/>
                  </a:lnTo>
                  <a:lnTo>
                    <a:pt x="21509" y="6411"/>
                  </a:lnTo>
                  <a:lnTo>
                    <a:pt x="21355" y="6565"/>
                  </a:lnTo>
                  <a:lnTo>
                    <a:pt x="21200" y="6797"/>
                  </a:lnTo>
                  <a:lnTo>
                    <a:pt x="21123" y="6449"/>
                  </a:lnTo>
                  <a:lnTo>
                    <a:pt x="20969" y="6140"/>
                  </a:lnTo>
                  <a:lnTo>
                    <a:pt x="20853" y="6024"/>
                  </a:lnTo>
                  <a:lnTo>
                    <a:pt x="20737" y="5909"/>
                  </a:lnTo>
                  <a:lnTo>
                    <a:pt x="20582" y="5831"/>
                  </a:lnTo>
                  <a:lnTo>
                    <a:pt x="20428" y="5754"/>
                  </a:lnTo>
                  <a:lnTo>
                    <a:pt x="20235" y="5754"/>
                  </a:lnTo>
                  <a:lnTo>
                    <a:pt x="20080" y="5793"/>
                  </a:lnTo>
                  <a:lnTo>
                    <a:pt x="19887" y="5870"/>
                  </a:lnTo>
                  <a:lnTo>
                    <a:pt x="19772" y="5947"/>
                  </a:lnTo>
                  <a:lnTo>
                    <a:pt x="19733" y="5715"/>
                  </a:lnTo>
                  <a:lnTo>
                    <a:pt x="19617" y="5484"/>
                  </a:lnTo>
                  <a:lnTo>
                    <a:pt x="19463" y="5329"/>
                  </a:lnTo>
                  <a:lnTo>
                    <a:pt x="19385" y="5252"/>
                  </a:lnTo>
                  <a:lnTo>
                    <a:pt x="19270" y="5175"/>
                  </a:lnTo>
                  <a:lnTo>
                    <a:pt x="19038" y="5136"/>
                  </a:lnTo>
                  <a:lnTo>
                    <a:pt x="18845" y="5175"/>
                  </a:lnTo>
                  <a:lnTo>
                    <a:pt x="18652" y="5291"/>
                  </a:lnTo>
                  <a:lnTo>
                    <a:pt x="18497" y="5407"/>
                  </a:lnTo>
                  <a:lnTo>
                    <a:pt x="18459" y="5252"/>
                  </a:lnTo>
                  <a:lnTo>
                    <a:pt x="18420" y="5136"/>
                  </a:lnTo>
                  <a:lnTo>
                    <a:pt x="18381" y="4982"/>
                  </a:lnTo>
                  <a:lnTo>
                    <a:pt x="18304" y="4866"/>
                  </a:lnTo>
                  <a:lnTo>
                    <a:pt x="18188" y="4750"/>
                  </a:lnTo>
                  <a:lnTo>
                    <a:pt x="18073" y="4673"/>
                  </a:lnTo>
                  <a:lnTo>
                    <a:pt x="17957" y="4596"/>
                  </a:lnTo>
                  <a:lnTo>
                    <a:pt x="17802" y="4557"/>
                  </a:lnTo>
                  <a:lnTo>
                    <a:pt x="17648" y="4518"/>
                  </a:lnTo>
                  <a:lnTo>
                    <a:pt x="17493" y="4557"/>
                  </a:lnTo>
                  <a:lnTo>
                    <a:pt x="17377" y="4596"/>
                  </a:lnTo>
                  <a:lnTo>
                    <a:pt x="17262" y="4634"/>
                  </a:lnTo>
                  <a:lnTo>
                    <a:pt x="17146" y="4750"/>
                  </a:lnTo>
                  <a:lnTo>
                    <a:pt x="17030" y="4827"/>
                  </a:lnTo>
                  <a:lnTo>
                    <a:pt x="16875" y="5098"/>
                  </a:lnTo>
                  <a:lnTo>
                    <a:pt x="16760" y="4943"/>
                  </a:lnTo>
                  <a:lnTo>
                    <a:pt x="16605" y="4789"/>
                  </a:lnTo>
                  <a:lnTo>
                    <a:pt x="16451" y="4711"/>
                  </a:lnTo>
                  <a:lnTo>
                    <a:pt x="16296" y="4634"/>
                  </a:lnTo>
                  <a:lnTo>
                    <a:pt x="16103" y="4634"/>
                  </a:lnTo>
                  <a:lnTo>
                    <a:pt x="15949" y="4673"/>
                  </a:lnTo>
                  <a:lnTo>
                    <a:pt x="15794" y="4750"/>
                  </a:lnTo>
                  <a:lnTo>
                    <a:pt x="15640" y="4866"/>
                  </a:lnTo>
                  <a:lnTo>
                    <a:pt x="15524" y="4982"/>
                  </a:lnTo>
                  <a:lnTo>
                    <a:pt x="15447" y="5136"/>
                  </a:lnTo>
                  <a:lnTo>
                    <a:pt x="15408" y="5329"/>
                  </a:lnTo>
                  <a:lnTo>
                    <a:pt x="15408" y="5484"/>
                  </a:lnTo>
                  <a:lnTo>
                    <a:pt x="15447" y="5561"/>
                  </a:lnTo>
                  <a:lnTo>
                    <a:pt x="15408" y="5561"/>
                  </a:lnTo>
                  <a:lnTo>
                    <a:pt x="15331" y="5368"/>
                  </a:lnTo>
                  <a:lnTo>
                    <a:pt x="15176" y="5175"/>
                  </a:lnTo>
                  <a:lnTo>
                    <a:pt x="15022" y="5059"/>
                  </a:lnTo>
                  <a:lnTo>
                    <a:pt x="14829" y="4982"/>
                  </a:lnTo>
                  <a:lnTo>
                    <a:pt x="14636" y="4943"/>
                  </a:lnTo>
                  <a:lnTo>
                    <a:pt x="14443" y="4982"/>
                  </a:lnTo>
                  <a:lnTo>
                    <a:pt x="14288" y="5020"/>
                  </a:lnTo>
                  <a:lnTo>
                    <a:pt x="14134" y="5098"/>
                  </a:lnTo>
                  <a:lnTo>
                    <a:pt x="14057" y="5175"/>
                  </a:lnTo>
                  <a:lnTo>
                    <a:pt x="13941" y="5291"/>
                  </a:lnTo>
                  <a:lnTo>
                    <a:pt x="13825" y="5561"/>
                  </a:lnTo>
                  <a:lnTo>
                    <a:pt x="13786" y="5831"/>
                  </a:lnTo>
                  <a:lnTo>
                    <a:pt x="13593" y="5754"/>
                  </a:lnTo>
                  <a:lnTo>
                    <a:pt x="13361" y="5715"/>
                  </a:lnTo>
                  <a:lnTo>
                    <a:pt x="13168" y="5715"/>
                  </a:lnTo>
                  <a:lnTo>
                    <a:pt x="12937" y="5754"/>
                  </a:lnTo>
                  <a:lnTo>
                    <a:pt x="12744" y="5831"/>
                  </a:lnTo>
                  <a:lnTo>
                    <a:pt x="12589" y="5947"/>
                  </a:lnTo>
                  <a:lnTo>
                    <a:pt x="12512" y="6063"/>
                  </a:lnTo>
                  <a:lnTo>
                    <a:pt x="12435" y="6217"/>
                  </a:lnTo>
                  <a:lnTo>
                    <a:pt x="12358" y="6372"/>
                  </a:lnTo>
                  <a:lnTo>
                    <a:pt x="12358" y="6526"/>
                  </a:lnTo>
                  <a:lnTo>
                    <a:pt x="12358" y="6681"/>
                  </a:lnTo>
                  <a:lnTo>
                    <a:pt x="12358" y="6835"/>
                  </a:lnTo>
                  <a:lnTo>
                    <a:pt x="12435" y="6990"/>
                  </a:lnTo>
                  <a:lnTo>
                    <a:pt x="12164" y="7028"/>
                  </a:lnTo>
                  <a:lnTo>
                    <a:pt x="11894" y="7106"/>
                  </a:lnTo>
                  <a:lnTo>
                    <a:pt x="11662" y="7221"/>
                  </a:lnTo>
                  <a:lnTo>
                    <a:pt x="11508" y="7415"/>
                  </a:lnTo>
                  <a:lnTo>
                    <a:pt x="11392" y="7530"/>
                  </a:lnTo>
                  <a:lnTo>
                    <a:pt x="11354" y="7685"/>
                  </a:lnTo>
                  <a:lnTo>
                    <a:pt x="11315" y="7839"/>
                  </a:lnTo>
                  <a:lnTo>
                    <a:pt x="11276" y="7994"/>
                  </a:lnTo>
                  <a:lnTo>
                    <a:pt x="11315" y="8148"/>
                  </a:lnTo>
                  <a:lnTo>
                    <a:pt x="11354" y="8303"/>
                  </a:lnTo>
                  <a:lnTo>
                    <a:pt x="11392" y="8457"/>
                  </a:lnTo>
                  <a:lnTo>
                    <a:pt x="11469" y="8612"/>
                  </a:lnTo>
                  <a:lnTo>
                    <a:pt x="11199" y="8650"/>
                  </a:lnTo>
                  <a:lnTo>
                    <a:pt x="10967" y="8805"/>
                  </a:lnTo>
                  <a:lnTo>
                    <a:pt x="10774" y="8998"/>
                  </a:lnTo>
                  <a:lnTo>
                    <a:pt x="10658" y="9229"/>
                  </a:lnTo>
                  <a:lnTo>
                    <a:pt x="10581" y="9500"/>
                  </a:lnTo>
                  <a:lnTo>
                    <a:pt x="10581" y="9770"/>
                  </a:lnTo>
                  <a:lnTo>
                    <a:pt x="10697" y="10040"/>
                  </a:lnTo>
                  <a:lnTo>
                    <a:pt x="10852" y="10233"/>
                  </a:lnTo>
                  <a:lnTo>
                    <a:pt x="10620" y="10311"/>
                  </a:lnTo>
                  <a:lnTo>
                    <a:pt x="10427" y="10426"/>
                  </a:lnTo>
                  <a:lnTo>
                    <a:pt x="10234" y="10581"/>
                  </a:lnTo>
                  <a:lnTo>
                    <a:pt x="10118" y="10774"/>
                  </a:lnTo>
                  <a:lnTo>
                    <a:pt x="10079" y="11006"/>
                  </a:lnTo>
                  <a:lnTo>
                    <a:pt x="10041" y="11237"/>
                  </a:lnTo>
                  <a:lnTo>
                    <a:pt x="10079" y="11469"/>
                  </a:lnTo>
                  <a:lnTo>
                    <a:pt x="10195" y="11701"/>
                  </a:lnTo>
                  <a:lnTo>
                    <a:pt x="9925" y="11739"/>
                  </a:lnTo>
                  <a:lnTo>
                    <a:pt x="9693" y="11855"/>
                  </a:lnTo>
                  <a:lnTo>
                    <a:pt x="9500" y="12010"/>
                  </a:lnTo>
                  <a:lnTo>
                    <a:pt x="9423" y="12087"/>
                  </a:lnTo>
                  <a:lnTo>
                    <a:pt x="9384" y="12203"/>
                  </a:lnTo>
                  <a:lnTo>
                    <a:pt x="9346" y="12319"/>
                  </a:lnTo>
                  <a:lnTo>
                    <a:pt x="9307" y="12473"/>
                  </a:lnTo>
                  <a:lnTo>
                    <a:pt x="9191" y="12396"/>
                  </a:lnTo>
                  <a:lnTo>
                    <a:pt x="9037" y="12319"/>
                  </a:lnTo>
                  <a:lnTo>
                    <a:pt x="8882" y="12280"/>
                  </a:lnTo>
                  <a:lnTo>
                    <a:pt x="8728" y="12280"/>
                  </a:lnTo>
                  <a:lnTo>
                    <a:pt x="8535" y="12357"/>
                  </a:lnTo>
                  <a:lnTo>
                    <a:pt x="8380" y="12434"/>
                  </a:lnTo>
                  <a:lnTo>
                    <a:pt x="8264" y="12550"/>
                  </a:lnTo>
                  <a:lnTo>
                    <a:pt x="8187" y="12705"/>
                  </a:lnTo>
                  <a:lnTo>
                    <a:pt x="8110" y="12550"/>
                  </a:lnTo>
                  <a:lnTo>
                    <a:pt x="7994" y="12434"/>
                  </a:lnTo>
                  <a:lnTo>
                    <a:pt x="7878" y="12319"/>
                  </a:lnTo>
                  <a:lnTo>
                    <a:pt x="7724" y="12241"/>
                  </a:lnTo>
                  <a:lnTo>
                    <a:pt x="7492" y="12164"/>
                  </a:lnTo>
                  <a:lnTo>
                    <a:pt x="7222" y="12203"/>
                  </a:lnTo>
                  <a:lnTo>
                    <a:pt x="6990" y="12280"/>
                  </a:lnTo>
                  <a:lnTo>
                    <a:pt x="6797" y="12434"/>
                  </a:lnTo>
                  <a:lnTo>
                    <a:pt x="6797" y="12048"/>
                  </a:lnTo>
                  <a:lnTo>
                    <a:pt x="6758" y="11894"/>
                  </a:lnTo>
                  <a:lnTo>
                    <a:pt x="6681" y="11701"/>
                  </a:lnTo>
                  <a:lnTo>
                    <a:pt x="6604" y="11546"/>
                  </a:lnTo>
                  <a:lnTo>
                    <a:pt x="6527" y="11430"/>
                  </a:lnTo>
                  <a:lnTo>
                    <a:pt x="6372" y="11315"/>
                  </a:lnTo>
                  <a:lnTo>
                    <a:pt x="6218" y="11199"/>
                  </a:lnTo>
                  <a:lnTo>
                    <a:pt x="6063" y="11160"/>
                  </a:lnTo>
                  <a:lnTo>
                    <a:pt x="5716" y="11160"/>
                  </a:lnTo>
                  <a:lnTo>
                    <a:pt x="5523" y="11237"/>
                  </a:lnTo>
                  <a:lnTo>
                    <a:pt x="5523" y="10967"/>
                  </a:lnTo>
                  <a:lnTo>
                    <a:pt x="5445" y="10735"/>
                  </a:lnTo>
                  <a:lnTo>
                    <a:pt x="5330" y="10504"/>
                  </a:lnTo>
                  <a:lnTo>
                    <a:pt x="5214" y="10426"/>
                  </a:lnTo>
                  <a:lnTo>
                    <a:pt x="5098" y="10388"/>
                  </a:lnTo>
                  <a:lnTo>
                    <a:pt x="4943" y="10311"/>
                  </a:lnTo>
                  <a:lnTo>
                    <a:pt x="4828" y="10311"/>
                  </a:lnTo>
                  <a:lnTo>
                    <a:pt x="4673" y="10349"/>
                  </a:lnTo>
                  <a:lnTo>
                    <a:pt x="4519" y="10388"/>
                  </a:lnTo>
                  <a:lnTo>
                    <a:pt x="4519" y="10156"/>
                  </a:lnTo>
                  <a:lnTo>
                    <a:pt x="4480" y="9963"/>
                  </a:lnTo>
                  <a:lnTo>
                    <a:pt x="4364" y="9770"/>
                  </a:lnTo>
                  <a:lnTo>
                    <a:pt x="4210" y="9577"/>
                  </a:lnTo>
                  <a:lnTo>
                    <a:pt x="4055" y="9500"/>
                  </a:lnTo>
                  <a:lnTo>
                    <a:pt x="3901" y="9461"/>
                  </a:lnTo>
                  <a:lnTo>
                    <a:pt x="3746" y="9422"/>
                  </a:lnTo>
                  <a:lnTo>
                    <a:pt x="3592" y="9422"/>
                  </a:lnTo>
                  <a:lnTo>
                    <a:pt x="3399" y="9461"/>
                  </a:lnTo>
                  <a:lnTo>
                    <a:pt x="3283" y="9538"/>
                  </a:lnTo>
                  <a:lnTo>
                    <a:pt x="3129" y="9616"/>
                  </a:lnTo>
                  <a:lnTo>
                    <a:pt x="3013" y="9770"/>
                  </a:lnTo>
                  <a:lnTo>
                    <a:pt x="2974" y="9616"/>
                  </a:lnTo>
                  <a:lnTo>
                    <a:pt x="2897" y="9461"/>
                  </a:lnTo>
                  <a:lnTo>
                    <a:pt x="2781" y="9268"/>
                  </a:lnTo>
                  <a:lnTo>
                    <a:pt x="2627" y="9152"/>
                  </a:lnTo>
                  <a:lnTo>
                    <a:pt x="2433" y="9036"/>
                  </a:lnTo>
                  <a:lnTo>
                    <a:pt x="2240" y="8998"/>
                  </a:lnTo>
                  <a:lnTo>
                    <a:pt x="2047" y="9036"/>
                  </a:lnTo>
                  <a:lnTo>
                    <a:pt x="1854" y="9114"/>
                  </a:lnTo>
                  <a:lnTo>
                    <a:pt x="1700" y="9191"/>
                  </a:lnTo>
                  <a:lnTo>
                    <a:pt x="1545" y="9345"/>
                  </a:lnTo>
                  <a:lnTo>
                    <a:pt x="1430" y="9538"/>
                  </a:lnTo>
                  <a:lnTo>
                    <a:pt x="1391" y="9731"/>
                  </a:lnTo>
                  <a:lnTo>
                    <a:pt x="1352" y="9924"/>
                  </a:lnTo>
                  <a:lnTo>
                    <a:pt x="1121" y="9963"/>
                  </a:lnTo>
                  <a:lnTo>
                    <a:pt x="928" y="10040"/>
                  </a:lnTo>
                  <a:lnTo>
                    <a:pt x="696" y="10156"/>
                  </a:lnTo>
                  <a:lnTo>
                    <a:pt x="503" y="10311"/>
                  </a:lnTo>
                  <a:lnTo>
                    <a:pt x="387" y="10426"/>
                  </a:lnTo>
                  <a:lnTo>
                    <a:pt x="271" y="10581"/>
                  </a:lnTo>
                  <a:lnTo>
                    <a:pt x="117" y="10890"/>
                  </a:lnTo>
                  <a:lnTo>
                    <a:pt x="1" y="11237"/>
                  </a:lnTo>
                  <a:lnTo>
                    <a:pt x="1" y="11585"/>
                  </a:lnTo>
                  <a:lnTo>
                    <a:pt x="78" y="11932"/>
                  </a:lnTo>
                  <a:lnTo>
                    <a:pt x="194" y="12241"/>
                  </a:lnTo>
                  <a:lnTo>
                    <a:pt x="387" y="12550"/>
                  </a:lnTo>
                  <a:lnTo>
                    <a:pt x="619" y="12821"/>
                  </a:lnTo>
                  <a:lnTo>
                    <a:pt x="812" y="12936"/>
                  </a:lnTo>
                  <a:lnTo>
                    <a:pt x="966" y="13014"/>
                  </a:lnTo>
                  <a:lnTo>
                    <a:pt x="1159" y="13091"/>
                  </a:lnTo>
                  <a:lnTo>
                    <a:pt x="1352" y="13129"/>
                  </a:lnTo>
                  <a:lnTo>
                    <a:pt x="1738" y="13168"/>
                  </a:lnTo>
                  <a:lnTo>
                    <a:pt x="2086" y="13129"/>
                  </a:lnTo>
                  <a:lnTo>
                    <a:pt x="2472" y="12975"/>
                  </a:lnTo>
                  <a:lnTo>
                    <a:pt x="2820" y="12782"/>
                  </a:lnTo>
                  <a:lnTo>
                    <a:pt x="3129" y="12550"/>
                  </a:lnTo>
                  <a:lnTo>
                    <a:pt x="3360" y="12241"/>
                  </a:lnTo>
                  <a:lnTo>
                    <a:pt x="3592" y="12010"/>
                  </a:lnTo>
                  <a:lnTo>
                    <a:pt x="3553" y="11932"/>
                  </a:lnTo>
                  <a:lnTo>
                    <a:pt x="3515" y="11817"/>
                  </a:lnTo>
                  <a:lnTo>
                    <a:pt x="3437" y="11778"/>
                  </a:lnTo>
                  <a:lnTo>
                    <a:pt x="3322" y="11739"/>
                  </a:lnTo>
                  <a:lnTo>
                    <a:pt x="3283" y="11778"/>
                  </a:lnTo>
                  <a:lnTo>
                    <a:pt x="3244" y="11817"/>
                  </a:lnTo>
                  <a:lnTo>
                    <a:pt x="3051" y="12048"/>
                  </a:lnTo>
                  <a:lnTo>
                    <a:pt x="2820" y="12241"/>
                  </a:lnTo>
                  <a:lnTo>
                    <a:pt x="2588" y="12434"/>
                  </a:lnTo>
                  <a:lnTo>
                    <a:pt x="2318" y="12589"/>
                  </a:lnTo>
                  <a:lnTo>
                    <a:pt x="2047" y="12666"/>
                  </a:lnTo>
                  <a:lnTo>
                    <a:pt x="1738" y="12705"/>
                  </a:lnTo>
                  <a:lnTo>
                    <a:pt x="1430" y="12666"/>
                  </a:lnTo>
                  <a:lnTo>
                    <a:pt x="1159" y="12589"/>
                  </a:lnTo>
                  <a:lnTo>
                    <a:pt x="966" y="12473"/>
                  </a:lnTo>
                  <a:lnTo>
                    <a:pt x="812" y="12357"/>
                  </a:lnTo>
                  <a:lnTo>
                    <a:pt x="696" y="12203"/>
                  </a:lnTo>
                  <a:lnTo>
                    <a:pt x="619" y="12048"/>
                  </a:lnTo>
                  <a:lnTo>
                    <a:pt x="541" y="11894"/>
                  </a:lnTo>
                  <a:lnTo>
                    <a:pt x="503" y="11739"/>
                  </a:lnTo>
                  <a:lnTo>
                    <a:pt x="503" y="11546"/>
                  </a:lnTo>
                  <a:lnTo>
                    <a:pt x="503" y="11392"/>
                  </a:lnTo>
                  <a:lnTo>
                    <a:pt x="541" y="11199"/>
                  </a:lnTo>
                  <a:lnTo>
                    <a:pt x="580" y="11044"/>
                  </a:lnTo>
                  <a:lnTo>
                    <a:pt x="657" y="10890"/>
                  </a:lnTo>
                  <a:lnTo>
                    <a:pt x="773" y="10774"/>
                  </a:lnTo>
                  <a:lnTo>
                    <a:pt x="889" y="10620"/>
                  </a:lnTo>
                  <a:lnTo>
                    <a:pt x="1043" y="10542"/>
                  </a:lnTo>
                  <a:lnTo>
                    <a:pt x="1236" y="10465"/>
                  </a:lnTo>
                  <a:lnTo>
                    <a:pt x="1430" y="10388"/>
                  </a:lnTo>
                  <a:lnTo>
                    <a:pt x="1738" y="10349"/>
                  </a:lnTo>
                  <a:lnTo>
                    <a:pt x="2009" y="10349"/>
                  </a:lnTo>
                  <a:lnTo>
                    <a:pt x="2318" y="10388"/>
                  </a:lnTo>
                  <a:lnTo>
                    <a:pt x="2588" y="10426"/>
                  </a:lnTo>
                  <a:lnTo>
                    <a:pt x="2858" y="10542"/>
                  </a:lnTo>
                  <a:lnTo>
                    <a:pt x="3129" y="10658"/>
                  </a:lnTo>
                  <a:lnTo>
                    <a:pt x="3669" y="10928"/>
                  </a:lnTo>
                  <a:lnTo>
                    <a:pt x="4171" y="11276"/>
                  </a:lnTo>
                  <a:lnTo>
                    <a:pt x="4635" y="11662"/>
                  </a:lnTo>
                  <a:lnTo>
                    <a:pt x="5523" y="12396"/>
                  </a:lnTo>
                  <a:lnTo>
                    <a:pt x="5870" y="12705"/>
                  </a:lnTo>
                  <a:lnTo>
                    <a:pt x="6256" y="12975"/>
                  </a:lnTo>
                  <a:lnTo>
                    <a:pt x="6681" y="13207"/>
                  </a:lnTo>
                  <a:lnTo>
                    <a:pt x="7106" y="13438"/>
                  </a:lnTo>
                  <a:lnTo>
                    <a:pt x="7531" y="13593"/>
                  </a:lnTo>
                  <a:lnTo>
                    <a:pt x="7994" y="13747"/>
                  </a:lnTo>
                  <a:lnTo>
                    <a:pt x="8457" y="13786"/>
                  </a:lnTo>
                  <a:lnTo>
                    <a:pt x="8921" y="13786"/>
                  </a:lnTo>
                  <a:lnTo>
                    <a:pt x="9346" y="13709"/>
                  </a:lnTo>
                  <a:lnTo>
                    <a:pt x="9732" y="13554"/>
                  </a:lnTo>
                  <a:lnTo>
                    <a:pt x="10079" y="13361"/>
                  </a:lnTo>
                  <a:lnTo>
                    <a:pt x="10388" y="13091"/>
                  </a:lnTo>
                  <a:lnTo>
                    <a:pt x="10658" y="12782"/>
                  </a:lnTo>
                  <a:lnTo>
                    <a:pt x="10929" y="12473"/>
                  </a:lnTo>
                  <a:lnTo>
                    <a:pt x="11122" y="12126"/>
                  </a:lnTo>
                  <a:lnTo>
                    <a:pt x="11315" y="11739"/>
                  </a:lnTo>
                  <a:lnTo>
                    <a:pt x="11508" y="11237"/>
                  </a:lnTo>
                  <a:lnTo>
                    <a:pt x="11662" y="10697"/>
                  </a:lnTo>
                  <a:lnTo>
                    <a:pt x="11971" y="9616"/>
                  </a:lnTo>
                  <a:lnTo>
                    <a:pt x="12126" y="9114"/>
                  </a:lnTo>
                  <a:lnTo>
                    <a:pt x="12358" y="8612"/>
                  </a:lnTo>
                  <a:lnTo>
                    <a:pt x="12589" y="8110"/>
                  </a:lnTo>
                  <a:lnTo>
                    <a:pt x="12937" y="7646"/>
                  </a:lnTo>
                  <a:lnTo>
                    <a:pt x="13284" y="7299"/>
                  </a:lnTo>
                  <a:lnTo>
                    <a:pt x="13632" y="6990"/>
                  </a:lnTo>
                  <a:lnTo>
                    <a:pt x="14018" y="6719"/>
                  </a:lnTo>
                  <a:lnTo>
                    <a:pt x="14443" y="6449"/>
                  </a:lnTo>
                  <a:lnTo>
                    <a:pt x="14906" y="6256"/>
                  </a:lnTo>
                  <a:lnTo>
                    <a:pt x="15369" y="6102"/>
                  </a:lnTo>
                  <a:lnTo>
                    <a:pt x="15833" y="5986"/>
                  </a:lnTo>
                  <a:lnTo>
                    <a:pt x="16296" y="5947"/>
                  </a:lnTo>
                  <a:lnTo>
                    <a:pt x="16605" y="5909"/>
                  </a:lnTo>
                  <a:lnTo>
                    <a:pt x="16914" y="5909"/>
                  </a:lnTo>
                  <a:lnTo>
                    <a:pt x="17455" y="5986"/>
                  </a:lnTo>
                  <a:lnTo>
                    <a:pt x="17995" y="6140"/>
                  </a:lnTo>
                  <a:lnTo>
                    <a:pt x="18497" y="6333"/>
                  </a:lnTo>
                  <a:lnTo>
                    <a:pt x="18999" y="6604"/>
                  </a:lnTo>
                  <a:lnTo>
                    <a:pt x="19501" y="6835"/>
                  </a:lnTo>
                  <a:lnTo>
                    <a:pt x="20544" y="7337"/>
                  </a:lnTo>
                  <a:lnTo>
                    <a:pt x="20930" y="7492"/>
                  </a:lnTo>
                  <a:lnTo>
                    <a:pt x="21316" y="7646"/>
                  </a:lnTo>
                  <a:lnTo>
                    <a:pt x="21741" y="7723"/>
                  </a:lnTo>
                  <a:lnTo>
                    <a:pt x="22166" y="7762"/>
                  </a:lnTo>
                  <a:lnTo>
                    <a:pt x="22590" y="7723"/>
                  </a:lnTo>
                  <a:lnTo>
                    <a:pt x="22977" y="7646"/>
                  </a:lnTo>
                  <a:lnTo>
                    <a:pt x="23363" y="7530"/>
                  </a:lnTo>
                  <a:lnTo>
                    <a:pt x="23710" y="7299"/>
                  </a:lnTo>
                  <a:lnTo>
                    <a:pt x="24058" y="6990"/>
                  </a:lnTo>
                  <a:lnTo>
                    <a:pt x="24367" y="6642"/>
                  </a:lnTo>
                  <a:lnTo>
                    <a:pt x="24598" y="6295"/>
                  </a:lnTo>
                  <a:lnTo>
                    <a:pt x="24753" y="5909"/>
                  </a:lnTo>
                  <a:lnTo>
                    <a:pt x="24869" y="5484"/>
                  </a:lnTo>
                  <a:lnTo>
                    <a:pt x="24985" y="5059"/>
                  </a:lnTo>
                  <a:lnTo>
                    <a:pt x="25023" y="4634"/>
                  </a:lnTo>
                  <a:lnTo>
                    <a:pt x="25023" y="4209"/>
                  </a:lnTo>
                  <a:lnTo>
                    <a:pt x="24946" y="3746"/>
                  </a:lnTo>
                  <a:lnTo>
                    <a:pt x="24869" y="3283"/>
                  </a:lnTo>
                  <a:lnTo>
                    <a:pt x="24791" y="2858"/>
                  </a:lnTo>
                  <a:lnTo>
                    <a:pt x="24637" y="2395"/>
                  </a:lnTo>
                  <a:lnTo>
                    <a:pt x="24444" y="1970"/>
                  </a:lnTo>
                  <a:lnTo>
                    <a:pt x="24251" y="1584"/>
                  </a:lnTo>
                  <a:lnTo>
                    <a:pt x="24058" y="1198"/>
                  </a:lnTo>
                  <a:lnTo>
                    <a:pt x="23788" y="811"/>
                  </a:lnTo>
                  <a:lnTo>
                    <a:pt x="23942" y="387"/>
                  </a:lnTo>
                  <a:lnTo>
                    <a:pt x="23594" y="232"/>
                  </a:lnTo>
                  <a:lnTo>
                    <a:pt x="23208" y="116"/>
                  </a:lnTo>
                  <a:lnTo>
                    <a:pt x="23170" y="78"/>
                  </a:lnTo>
                  <a:lnTo>
                    <a:pt x="23054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0" name="Google Shape;5710;p22"/>
            <p:cNvSpPr/>
            <p:nvPr/>
          </p:nvSpPr>
          <p:spPr>
            <a:xfrm>
              <a:off x="5082350" y="4387100"/>
              <a:ext cx="152550" cy="276125"/>
            </a:xfrm>
            <a:custGeom>
              <a:avLst/>
              <a:gdLst/>
              <a:ahLst/>
              <a:cxnLst/>
              <a:rect l="l" t="t" r="r" b="b"/>
              <a:pathLst>
                <a:path w="6102" h="11045" extrusionOk="0">
                  <a:moveTo>
                    <a:pt x="3553" y="1"/>
                  </a:moveTo>
                  <a:lnTo>
                    <a:pt x="3399" y="425"/>
                  </a:lnTo>
                  <a:lnTo>
                    <a:pt x="3785" y="618"/>
                  </a:lnTo>
                  <a:lnTo>
                    <a:pt x="4094" y="889"/>
                  </a:lnTo>
                  <a:lnTo>
                    <a:pt x="4364" y="1120"/>
                  </a:lnTo>
                  <a:lnTo>
                    <a:pt x="4634" y="1429"/>
                  </a:lnTo>
                  <a:lnTo>
                    <a:pt x="4866" y="1738"/>
                  </a:lnTo>
                  <a:lnTo>
                    <a:pt x="5059" y="2086"/>
                  </a:lnTo>
                  <a:lnTo>
                    <a:pt x="5213" y="2433"/>
                  </a:lnTo>
                  <a:lnTo>
                    <a:pt x="5368" y="2819"/>
                  </a:lnTo>
                  <a:lnTo>
                    <a:pt x="5484" y="3206"/>
                  </a:lnTo>
                  <a:lnTo>
                    <a:pt x="5522" y="3592"/>
                  </a:lnTo>
                  <a:lnTo>
                    <a:pt x="5600" y="3978"/>
                  </a:lnTo>
                  <a:lnTo>
                    <a:pt x="5600" y="4403"/>
                  </a:lnTo>
                  <a:lnTo>
                    <a:pt x="5561" y="4789"/>
                  </a:lnTo>
                  <a:lnTo>
                    <a:pt x="5522" y="5214"/>
                  </a:lnTo>
                  <a:lnTo>
                    <a:pt x="5445" y="5600"/>
                  </a:lnTo>
                  <a:lnTo>
                    <a:pt x="5329" y="6025"/>
                  </a:lnTo>
                  <a:lnTo>
                    <a:pt x="5175" y="6449"/>
                  </a:lnTo>
                  <a:lnTo>
                    <a:pt x="4982" y="6874"/>
                  </a:lnTo>
                  <a:lnTo>
                    <a:pt x="4750" y="7260"/>
                  </a:lnTo>
                  <a:lnTo>
                    <a:pt x="4480" y="7646"/>
                  </a:lnTo>
                  <a:lnTo>
                    <a:pt x="4209" y="8032"/>
                  </a:lnTo>
                  <a:lnTo>
                    <a:pt x="3939" y="8380"/>
                  </a:lnTo>
                  <a:lnTo>
                    <a:pt x="3630" y="8728"/>
                  </a:lnTo>
                  <a:lnTo>
                    <a:pt x="3283" y="9036"/>
                  </a:lnTo>
                  <a:lnTo>
                    <a:pt x="2935" y="9307"/>
                  </a:lnTo>
                  <a:lnTo>
                    <a:pt x="2549" y="9577"/>
                  </a:lnTo>
                  <a:lnTo>
                    <a:pt x="2163" y="9809"/>
                  </a:lnTo>
                  <a:lnTo>
                    <a:pt x="1738" y="10040"/>
                  </a:lnTo>
                  <a:lnTo>
                    <a:pt x="1313" y="10234"/>
                  </a:lnTo>
                  <a:lnTo>
                    <a:pt x="889" y="10388"/>
                  </a:lnTo>
                  <a:lnTo>
                    <a:pt x="464" y="10542"/>
                  </a:lnTo>
                  <a:lnTo>
                    <a:pt x="0" y="10658"/>
                  </a:lnTo>
                  <a:lnTo>
                    <a:pt x="78" y="11044"/>
                  </a:lnTo>
                  <a:lnTo>
                    <a:pt x="618" y="10967"/>
                  </a:lnTo>
                  <a:lnTo>
                    <a:pt x="1120" y="10813"/>
                  </a:lnTo>
                  <a:lnTo>
                    <a:pt x="1584" y="10658"/>
                  </a:lnTo>
                  <a:lnTo>
                    <a:pt x="2086" y="10465"/>
                  </a:lnTo>
                  <a:lnTo>
                    <a:pt x="2510" y="10195"/>
                  </a:lnTo>
                  <a:lnTo>
                    <a:pt x="2974" y="9925"/>
                  </a:lnTo>
                  <a:lnTo>
                    <a:pt x="3399" y="9616"/>
                  </a:lnTo>
                  <a:lnTo>
                    <a:pt x="3785" y="9268"/>
                  </a:lnTo>
                  <a:lnTo>
                    <a:pt x="4171" y="8921"/>
                  </a:lnTo>
                  <a:lnTo>
                    <a:pt x="4480" y="8534"/>
                  </a:lnTo>
                  <a:lnTo>
                    <a:pt x="4827" y="8110"/>
                  </a:lnTo>
                  <a:lnTo>
                    <a:pt x="5098" y="7685"/>
                  </a:lnTo>
                  <a:lnTo>
                    <a:pt x="5368" y="7222"/>
                  </a:lnTo>
                  <a:lnTo>
                    <a:pt x="5600" y="6758"/>
                  </a:lnTo>
                  <a:lnTo>
                    <a:pt x="5754" y="6295"/>
                  </a:lnTo>
                  <a:lnTo>
                    <a:pt x="5908" y="5793"/>
                  </a:lnTo>
                  <a:lnTo>
                    <a:pt x="6024" y="5368"/>
                  </a:lnTo>
                  <a:lnTo>
                    <a:pt x="6063" y="4943"/>
                  </a:lnTo>
                  <a:lnTo>
                    <a:pt x="6102" y="4519"/>
                  </a:lnTo>
                  <a:lnTo>
                    <a:pt x="6102" y="4055"/>
                  </a:lnTo>
                  <a:lnTo>
                    <a:pt x="6063" y="3630"/>
                  </a:lnTo>
                  <a:lnTo>
                    <a:pt x="5986" y="3244"/>
                  </a:lnTo>
                  <a:lnTo>
                    <a:pt x="5870" y="2819"/>
                  </a:lnTo>
                  <a:lnTo>
                    <a:pt x="5754" y="2433"/>
                  </a:lnTo>
                  <a:lnTo>
                    <a:pt x="5561" y="2047"/>
                  </a:lnTo>
                  <a:lnTo>
                    <a:pt x="5368" y="1661"/>
                  </a:lnTo>
                  <a:lnTo>
                    <a:pt x="5136" y="1314"/>
                  </a:lnTo>
                  <a:lnTo>
                    <a:pt x="4904" y="1005"/>
                  </a:lnTo>
                  <a:lnTo>
                    <a:pt x="4596" y="696"/>
                  </a:lnTo>
                  <a:lnTo>
                    <a:pt x="4287" y="425"/>
                  </a:lnTo>
                  <a:lnTo>
                    <a:pt x="3939" y="194"/>
                  </a:lnTo>
                  <a:lnTo>
                    <a:pt x="3553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1" name="Google Shape;5711;p22"/>
            <p:cNvSpPr/>
            <p:nvPr/>
          </p:nvSpPr>
          <p:spPr>
            <a:xfrm>
              <a:off x="5492625" y="4412200"/>
              <a:ext cx="466300" cy="247150"/>
            </a:xfrm>
            <a:custGeom>
              <a:avLst/>
              <a:gdLst/>
              <a:ahLst/>
              <a:cxnLst/>
              <a:rect l="l" t="t" r="r" b="b"/>
              <a:pathLst>
                <a:path w="18652" h="9886" extrusionOk="0">
                  <a:moveTo>
                    <a:pt x="6179" y="1"/>
                  </a:moveTo>
                  <a:lnTo>
                    <a:pt x="5600" y="39"/>
                  </a:lnTo>
                  <a:lnTo>
                    <a:pt x="4982" y="116"/>
                  </a:lnTo>
                  <a:lnTo>
                    <a:pt x="4441" y="271"/>
                  </a:lnTo>
                  <a:lnTo>
                    <a:pt x="3862" y="503"/>
                  </a:lnTo>
                  <a:lnTo>
                    <a:pt x="3322" y="773"/>
                  </a:lnTo>
                  <a:lnTo>
                    <a:pt x="2781" y="1082"/>
                  </a:lnTo>
                  <a:lnTo>
                    <a:pt x="2279" y="1429"/>
                  </a:lnTo>
                  <a:lnTo>
                    <a:pt x="1816" y="1854"/>
                  </a:lnTo>
                  <a:lnTo>
                    <a:pt x="1429" y="2279"/>
                  </a:lnTo>
                  <a:lnTo>
                    <a:pt x="1043" y="2742"/>
                  </a:lnTo>
                  <a:lnTo>
                    <a:pt x="734" y="3244"/>
                  </a:lnTo>
                  <a:lnTo>
                    <a:pt x="503" y="3746"/>
                  </a:lnTo>
                  <a:lnTo>
                    <a:pt x="271" y="4248"/>
                  </a:lnTo>
                  <a:lnTo>
                    <a:pt x="117" y="4789"/>
                  </a:lnTo>
                  <a:lnTo>
                    <a:pt x="1" y="5368"/>
                  </a:lnTo>
                  <a:lnTo>
                    <a:pt x="348" y="5407"/>
                  </a:lnTo>
                  <a:lnTo>
                    <a:pt x="464" y="4982"/>
                  </a:lnTo>
                  <a:lnTo>
                    <a:pt x="580" y="4596"/>
                  </a:lnTo>
                  <a:lnTo>
                    <a:pt x="812" y="3978"/>
                  </a:lnTo>
                  <a:lnTo>
                    <a:pt x="1121" y="3399"/>
                  </a:lnTo>
                  <a:lnTo>
                    <a:pt x="1468" y="2858"/>
                  </a:lnTo>
                  <a:lnTo>
                    <a:pt x="1893" y="2356"/>
                  </a:lnTo>
                  <a:lnTo>
                    <a:pt x="2356" y="1931"/>
                  </a:lnTo>
                  <a:lnTo>
                    <a:pt x="2858" y="1507"/>
                  </a:lnTo>
                  <a:lnTo>
                    <a:pt x="3399" y="1159"/>
                  </a:lnTo>
                  <a:lnTo>
                    <a:pt x="3978" y="889"/>
                  </a:lnTo>
                  <a:lnTo>
                    <a:pt x="4635" y="657"/>
                  </a:lnTo>
                  <a:lnTo>
                    <a:pt x="5252" y="464"/>
                  </a:lnTo>
                  <a:lnTo>
                    <a:pt x="5909" y="387"/>
                  </a:lnTo>
                  <a:lnTo>
                    <a:pt x="6565" y="387"/>
                  </a:lnTo>
                  <a:lnTo>
                    <a:pt x="7222" y="464"/>
                  </a:lnTo>
                  <a:lnTo>
                    <a:pt x="7878" y="580"/>
                  </a:lnTo>
                  <a:lnTo>
                    <a:pt x="8496" y="812"/>
                  </a:lnTo>
                  <a:lnTo>
                    <a:pt x="9114" y="1082"/>
                  </a:lnTo>
                  <a:lnTo>
                    <a:pt x="9423" y="1275"/>
                  </a:lnTo>
                  <a:lnTo>
                    <a:pt x="9732" y="1507"/>
                  </a:lnTo>
                  <a:lnTo>
                    <a:pt x="10041" y="1700"/>
                  </a:lnTo>
                  <a:lnTo>
                    <a:pt x="10311" y="1931"/>
                  </a:lnTo>
                  <a:lnTo>
                    <a:pt x="10774" y="2472"/>
                  </a:lnTo>
                  <a:lnTo>
                    <a:pt x="11199" y="3013"/>
                  </a:lnTo>
                  <a:lnTo>
                    <a:pt x="11547" y="3630"/>
                  </a:lnTo>
                  <a:lnTo>
                    <a:pt x="11894" y="4248"/>
                  </a:lnTo>
                  <a:lnTo>
                    <a:pt x="12164" y="4943"/>
                  </a:lnTo>
                  <a:lnTo>
                    <a:pt x="12435" y="5638"/>
                  </a:lnTo>
                  <a:lnTo>
                    <a:pt x="12628" y="6218"/>
                  </a:lnTo>
                  <a:lnTo>
                    <a:pt x="12859" y="6797"/>
                  </a:lnTo>
                  <a:lnTo>
                    <a:pt x="13130" y="7376"/>
                  </a:lnTo>
                  <a:lnTo>
                    <a:pt x="13439" y="7955"/>
                  </a:lnTo>
                  <a:lnTo>
                    <a:pt x="13825" y="8496"/>
                  </a:lnTo>
                  <a:lnTo>
                    <a:pt x="14250" y="8959"/>
                  </a:lnTo>
                  <a:lnTo>
                    <a:pt x="14481" y="9152"/>
                  </a:lnTo>
                  <a:lnTo>
                    <a:pt x="14713" y="9345"/>
                  </a:lnTo>
                  <a:lnTo>
                    <a:pt x="14983" y="9500"/>
                  </a:lnTo>
                  <a:lnTo>
                    <a:pt x="15292" y="9654"/>
                  </a:lnTo>
                  <a:lnTo>
                    <a:pt x="15756" y="9809"/>
                  </a:lnTo>
                  <a:lnTo>
                    <a:pt x="16219" y="9886"/>
                  </a:lnTo>
                  <a:lnTo>
                    <a:pt x="16721" y="9886"/>
                  </a:lnTo>
                  <a:lnTo>
                    <a:pt x="17184" y="9809"/>
                  </a:lnTo>
                  <a:lnTo>
                    <a:pt x="17609" y="9616"/>
                  </a:lnTo>
                  <a:lnTo>
                    <a:pt x="17841" y="9500"/>
                  </a:lnTo>
                  <a:lnTo>
                    <a:pt x="18034" y="9384"/>
                  </a:lnTo>
                  <a:lnTo>
                    <a:pt x="18188" y="9230"/>
                  </a:lnTo>
                  <a:lnTo>
                    <a:pt x="18381" y="9036"/>
                  </a:lnTo>
                  <a:lnTo>
                    <a:pt x="18497" y="8843"/>
                  </a:lnTo>
                  <a:lnTo>
                    <a:pt x="18652" y="8612"/>
                  </a:lnTo>
                  <a:lnTo>
                    <a:pt x="18652" y="8534"/>
                  </a:lnTo>
                  <a:lnTo>
                    <a:pt x="18652" y="8457"/>
                  </a:lnTo>
                  <a:lnTo>
                    <a:pt x="18652" y="8380"/>
                  </a:lnTo>
                  <a:lnTo>
                    <a:pt x="18652" y="8341"/>
                  </a:lnTo>
                  <a:lnTo>
                    <a:pt x="18304" y="8341"/>
                  </a:lnTo>
                  <a:lnTo>
                    <a:pt x="18266" y="8419"/>
                  </a:lnTo>
                  <a:lnTo>
                    <a:pt x="18072" y="8728"/>
                  </a:lnTo>
                  <a:lnTo>
                    <a:pt x="17802" y="8998"/>
                  </a:lnTo>
                  <a:lnTo>
                    <a:pt x="17493" y="9191"/>
                  </a:lnTo>
                  <a:lnTo>
                    <a:pt x="17184" y="9345"/>
                  </a:lnTo>
                  <a:lnTo>
                    <a:pt x="16837" y="9423"/>
                  </a:lnTo>
                  <a:lnTo>
                    <a:pt x="16451" y="9461"/>
                  </a:lnTo>
                  <a:lnTo>
                    <a:pt x="16103" y="9423"/>
                  </a:lnTo>
                  <a:lnTo>
                    <a:pt x="15717" y="9345"/>
                  </a:lnTo>
                  <a:lnTo>
                    <a:pt x="15369" y="9191"/>
                  </a:lnTo>
                  <a:lnTo>
                    <a:pt x="15022" y="8998"/>
                  </a:lnTo>
                  <a:lnTo>
                    <a:pt x="14713" y="8766"/>
                  </a:lnTo>
                  <a:lnTo>
                    <a:pt x="14404" y="8496"/>
                  </a:lnTo>
                  <a:lnTo>
                    <a:pt x="14172" y="8187"/>
                  </a:lnTo>
                  <a:lnTo>
                    <a:pt x="13941" y="7839"/>
                  </a:lnTo>
                  <a:lnTo>
                    <a:pt x="13709" y="7530"/>
                  </a:lnTo>
                  <a:lnTo>
                    <a:pt x="13555" y="7183"/>
                  </a:lnTo>
                  <a:lnTo>
                    <a:pt x="13246" y="6526"/>
                  </a:lnTo>
                  <a:lnTo>
                    <a:pt x="12975" y="5831"/>
                  </a:lnTo>
                  <a:lnTo>
                    <a:pt x="12473" y="4480"/>
                  </a:lnTo>
                  <a:lnTo>
                    <a:pt x="12164" y="3823"/>
                  </a:lnTo>
                  <a:lnTo>
                    <a:pt x="11855" y="3206"/>
                  </a:lnTo>
                  <a:lnTo>
                    <a:pt x="11469" y="2588"/>
                  </a:lnTo>
                  <a:lnTo>
                    <a:pt x="11238" y="2279"/>
                  </a:lnTo>
                  <a:lnTo>
                    <a:pt x="11006" y="2009"/>
                  </a:lnTo>
                  <a:lnTo>
                    <a:pt x="10543" y="1584"/>
                  </a:lnTo>
                  <a:lnTo>
                    <a:pt x="10079" y="1198"/>
                  </a:lnTo>
                  <a:lnTo>
                    <a:pt x="9577" y="850"/>
                  </a:lnTo>
                  <a:lnTo>
                    <a:pt x="9037" y="580"/>
                  </a:lnTo>
                  <a:lnTo>
                    <a:pt x="8496" y="348"/>
                  </a:lnTo>
                  <a:lnTo>
                    <a:pt x="7917" y="194"/>
                  </a:lnTo>
                  <a:lnTo>
                    <a:pt x="7338" y="78"/>
                  </a:lnTo>
                  <a:lnTo>
                    <a:pt x="67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2" name="Google Shape;5712;p22"/>
            <p:cNvSpPr/>
            <p:nvPr/>
          </p:nvSpPr>
          <p:spPr>
            <a:xfrm>
              <a:off x="3907500" y="4422825"/>
              <a:ext cx="353350" cy="159300"/>
            </a:xfrm>
            <a:custGeom>
              <a:avLst/>
              <a:gdLst/>
              <a:ahLst/>
              <a:cxnLst/>
              <a:rect l="l" t="t" r="r" b="b"/>
              <a:pathLst>
                <a:path w="14134" h="6372" extrusionOk="0">
                  <a:moveTo>
                    <a:pt x="11160" y="464"/>
                  </a:moveTo>
                  <a:lnTo>
                    <a:pt x="11623" y="502"/>
                  </a:lnTo>
                  <a:lnTo>
                    <a:pt x="12048" y="541"/>
                  </a:lnTo>
                  <a:lnTo>
                    <a:pt x="12434" y="657"/>
                  </a:lnTo>
                  <a:lnTo>
                    <a:pt x="12627" y="734"/>
                  </a:lnTo>
                  <a:lnTo>
                    <a:pt x="12743" y="811"/>
                  </a:lnTo>
                  <a:lnTo>
                    <a:pt x="12859" y="966"/>
                  </a:lnTo>
                  <a:lnTo>
                    <a:pt x="12936" y="1082"/>
                  </a:lnTo>
                  <a:lnTo>
                    <a:pt x="12975" y="1313"/>
                  </a:lnTo>
                  <a:lnTo>
                    <a:pt x="12975" y="1506"/>
                  </a:lnTo>
                  <a:lnTo>
                    <a:pt x="12936" y="1699"/>
                  </a:lnTo>
                  <a:lnTo>
                    <a:pt x="12820" y="1892"/>
                  </a:lnTo>
                  <a:lnTo>
                    <a:pt x="12704" y="2086"/>
                  </a:lnTo>
                  <a:lnTo>
                    <a:pt x="12589" y="2240"/>
                  </a:lnTo>
                  <a:lnTo>
                    <a:pt x="12241" y="2472"/>
                  </a:lnTo>
                  <a:lnTo>
                    <a:pt x="11816" y="2742"/>
                  </a:lnTo>
                  <a:lnTo>
                    <a:pt x="11391" y="2935"/>
                  </a:lnTo>
                  <a:lnTo>
                    <a:pt x="10658" y="3205"/>
                  </a:lnTo>
                  <a:lnTo>
                    <a:pt x="9924" y="3437"/>
                  </a:lnTo>
                  <a:lnTo>
                    <a:pt x="9152" y="3707"/>
                  </a:lnTo>
                  <a:lnTo>
                    <a:pt x="8380" y="3900"/>
                  </a:lnTo>
                  <a:lnTo>
                    <a:pt x="7607" y="4094"/>
                  </a:lnTo>
                  <a:lnTo>
                    <a:pt x="6796" y="4287"/>
                  </a:lnTo>
                  <a:lnTo>
                    <a:pt x="5908" y="4441"/>
                  </a:lnTo>
                  <a:lnTo>
                    <a:pt x="5020" y="4596"/>
                  </a:lnTo>
                  <a:lnTo>
                    <a:pt x="4132" y="4711"/>
                  </a:lnTo>
                  <a:lnTo>
                    <a:pt x="3244" y="4789"/>
                  </a:lnTo>
                  <a:lnTo>
                    <a:pt x="2201" y="4789"/>
                  </a:lnTo>
                  <a:lnTo>
                    <a:pt x="1854" y="4750"/>
                  </a:lnTo>
                  <a:lnTo>
                    <a:pt x="1506" y="4673"/>
                  </a:lnTo>
                  <a:lnTo>
                    <a:pt x="1197" y="4557"/>
                  </a:lnTo>
                  <a:lnTo>
                    <a:pt x="888" y="4441"/>
                  </a:lnTo>
                  <a:lnTo>
                    <a:pt x="579" y="4248"/>
                  </a:lnTo>
                  <a:lnTo>
                    <a:pt x="657" y="4171"/>
                  </a:lnTo>
                  <a:lnTo>
                    <a:pt x="695" y="4055"/>
                  </a:lnTo>
                  <a:lnTo>
                    <a:pt x="695" y="3939"/>
                  </a:lnTo>
                  <a:lnTo>
                    <a:pt x="734" y="3823"/>
                  </a:lnTo>
                  <a:lnTo>
                    <a:pt x="850" y="3630"/>
                  </a:lnTo>
                  <a:lnTo>
                    <a:pt x="1081" y="3437"/>
                  </a:lnTo>
                  <a:lnTo>
                    <a:pt x="1313" y="3244"/>
                  </a:lnTo>
                  <a:lnTo>
                    <a:pt x="1854" y="2935"/>
                  </a:lnTo>
                  <a:lnTo>
                    <a:pt x="2278" y="2703"/>
                  </a:lnTo>
                  <a:lnTo>
                    <a:pt x="3012" y="2356"/>
                  </a:lnTo>
                  <a:lnTo>
                    <a:pt x="3707" y="2008"/>
                  </a:lnTo>
                  <a:lnTo>
                    <a:pt x="4479" y="1699"/>
                  </a:lnTo>
                  <a:lnTo>
                    <a:pt x="5252" y="1429"/>
                  </a:lnTo>
                  <a:lnTo>
                    <a:pt x="6024" y="1197"/>
                  </a:lnTo>
                  <a:lnTo>
                    <a:pt x="6835" y="1004"/>
                  </a:lnTo>
                  <a:lnTo>
                    <a:pt x="7607" y="811"/>
                  </a:lnTo>
                  <a:lnTo>
                    <a:pt x="8418" y="695"/>
                  </a:lnTo>
                  <a:lnTo>
                    <a:pt x="9229" y="580"/>
                  </a:lnTo>
                  <a:lnTo>
                    <a:pt x="10040" y="541"/>
                  </a:lnTo>
                  <a:lnTo>
                    <a:pt x="10735" y="502"/>
                  </a:lnTo>
                  <a:lnTo>
                    <a:pt x="11160" y="464"/>
                  </a:lnTo>
                  <a:close/>
                  <a:moveTo>
                    <a:pt x="13477" y="1120"/>
                  </a:moveTo>
                  <a:lnTo>
                    <a:pt x="13631" y="1313"/>
                  </a:lnTo>
                  <a:lnTo>
                    <a:pt x="13708" y="1506"/>
                  </a:lnTo>
                  <a:lnTo>
                    <a:pt x="13747" y="1738"/>
                  </a:lnTo>
                  <a:lnTo>
                    <a:pt x="13708" y="2008"/>
                  </a:lnTo>
                  <a:lnTo>
                    <a:pt x="13631" y="2240"/>
                  </a:lnTo>
                  <a:lnTo>
                    <a:pt x="13515" y="2472"/>
                  </a:lnTo>
                  <a:lnTo>
                    <a:pt x="13399" y="2703"/>
                  </a:lnTo>
                  <a:lnTo>
                    <a:pt x="13206" y="2896"/>
                  </a:lnTo>
                  <a:lnTo>
                    <a:pt x="12859" y="3205"/>
                  </a:lnTo>
                  <a:lnTo>
                    <a:pt x="12473" y="3437"/>
                  </a:lnTo>
                  <a:lnTo>
                    <a:pt x="12048" y="3669"/>
                  </a:lnTo>
                  <a:lnTo>
                    <a:pt x="11623" y="3900"/>
                  </a:lnTo>
                  <a:lnTo>
                    <a:pt x="10658" y="4287"/>
                  </a:lnTo>
                  <a:lnTo>
                    <a:pt x="9731" y="4634"/>
                  </a:lnTo>
                  <a:lnTo>
                    <a:pt x="8766" y="4904"/>
                  </a:lnTo>
                  <a:lnTo>
                    <a:pt x="7762" y="5175"/>
                  </a:lnTo>
                  <a:lnTo>
                    <a:pt x="6758" y="5406"/>
                  </a:lnTo>
                  <a:lnTo>
                    <a:pt x="5754" y="5600"/>
                  </a:lnTo>
                  <a:lnTo>
                    <a:pt x="4711" y="5793"/>
                  </a:lnTo>
                  <a:lnTo>
                    <a:pt x="3707" y="5908"/>
                  </a:lnTo>
                  <a:lnTo>
                    <a:pt x="2780" y="5986"/>
                  </a:lnTo>
                  <a:lnTo>
                    <a:pt x="2278" y="5986"/>
                  </a:lnTo>
                  <a:lnTo>
                    <a:pt x="1815" y="5947"/>
                  </a:lnTo>
                  <a:lnTo>
                    <a:pt x="1545" y="5870"/>
                  </a:lnTo>
                  <a:lnTo>
                    <a:pt x="1236" y="5793"/>
                  </a:lnTo>
                  <a:lnTo>
                    <a:pt x="927" y="5638"/>
                  </a:lnTo>
                  <a:lnTo>
                    <a:pt x="695" y="5484"/>
                  </a:lnTo>
                  <a:lnTo>
                    <a:pt x="502" y="5252"/>
                  </a:lnTo>
                  <a:lnTo>
                    <a:pt x="348" y="5020"/>
                  </a:lnTo>
                  <a:lnTo>
                    <a:pt x="309" y="4866"/>
                  </a:lnTo>
                  <a:lnTo>
                    <a:pt x="309" y="4750"/>
                  </a:lnTo>
                  <a:lnTo>
                    <a:pt x="309" y="4596"/>
                  </a:lnTo>
                  <a:lnTo>
                    <a:pt x="348" y="4441"/>
                  </a:lnTo>
                  <a:lnTo>
                    <a:pt x="541" y="4673"/>
                  </a:lnTo>
                  <a:lnTo>
                    <a:pt x="811" y="4866"/>
                  </a:lnTo>
                  <a:lnTo>
                    <a:pt x="1043" y="4982"/>
                  </a:lnTo>
                  <a:lnTo>
                    <a:pt x="1352" y="5098"/>
                  </a:lnTo>
                  <a:lnTo>
                    <a:pt x="1622" y="5213"/>
                  </a:lnTo>
                  <a:lnTo>
                    <a:pt x="1931" y="5252"/>
                  </a:lnTo>
                  <a:lnTo>
                    <a:pt x="2587" y="5329"/>
                  </a:lnTo>
                  <a:lnTo>
                    <a:pt x="3244" y="5291"/>
                  </a:lnTo>
                  <a:lnTo>
                    <a:pt x="3939" y="5252"/>
                  </a:lnTo>
                  <a:lnTo>
                    <a:pt x="5136" y="5059"/>
                  </a:lnTo>
                  <a:lnTo>
                    <a:pt x="6912" y="4789"/>
                  </a:lnTo>
                  <a:lnTo>
                    <a:pt x="7839" y="4596"/>
                  </a:lnTo>
                  <a:lnTo>
                    <a:pt x="8727" y="4402"/>
                  </a:lnTo>
                  <a:lnTo>
                    <a:pt x="9615" y="4132"/>
                  </a:lnTo>
                  <a:lnTo>
                    <a:pt x="10503" y="3862"/>
                  </a:lnTo>
                  <a:lnTo>
                    <a:pt x="11353" y="3514"/>
                  </a:lnTo>
                  <a:lnTo>
                    <a:pt x="12164" y="3128"/>
                  </a:lnTo>
                  <a:lnTo>
                    <a:pt x="12434" y="2974"/>
                  </a:lnTo>
                  <a:lnTo>
                    <a:pt x="12704" y="2819"/>
                  </a:lnTo>
                  <a:lnTo>
                    <a:pt x="12936" y="2588"/>
                  </a:lnTo>
                  <a:lnTo>
                    <a:pt x="13129" y="2394"/>
                  </a:lnTo>
                  <a:lnTo>
                    <a:pt x="13322" y="2124"/>
                  </a:lnTo>
                  <a:lnTo>
                    <a:pt x="13438" y="1854"/>
                  </a:lnTo>
                  <a:lnTo>
                    <a:pt x="13515" y="1584"/>
                  </a:lnTo>
                  <a:lnTo>
                    <a:pt x="13515" y="1236"/>
                  </a:lnTo>
                  <a:lnTo>
                    <a:pt x="13477" y="1120"/>
                  </a:lnTo>
                  <a:close/>
                  <a:moveTo>
                    <a:pt x="10658" y="0"/>
                  </a:moveTo>
                  <a:lnTo>
                    <a:pt x="9886" y="39"/>
                  </a:lnTo>
                  <a:lnTo>
                    <a:pt x="9113" y="116"/>
                  </a:lnTo>
                  <a:lnTo>
                    <a:pt x="8302" y="232"/>
                  </a:lnTo>
                  <a:lnTo>
                    <a:pt x="7530" y="348"/>
                  </a:lnTo>
                  <a:lnTo>
                    <a:pt x="6719" y="541"/>
                  </a:lnTo>
                  <a:lnTo>
                    <a:pt x="5908" y="734"/>
                  </a:lnTo>
                  <a:lnTo>
                    <a:pt x="5020" y="1004"/>
                  </a:lnTo>
                  <a:lnTo>
                    <a:pt x="4132" y="1352"/>
                  </a:lnTo>
                  <a:lnTo>
                    <a:pt x="3244" y="1699"/>
                  </a:lnTo>
                  <a:lnTo>
                    <a:pt x="2394" y="2124"/>
                  </a:lnTo>
                  <a:lnTo>
                    <a:pt x="1776" y="2433"/>
                  </a:lnTo>
                  <a:lnTo>
                    <a:pt x="1390" y="2626"/>
                  </a:lnTo>
                  <a:lnTo>
                    <a:pt x="1043" y="2858"/>
                  </a:lnTo>
                  <a:lnTo>
                    <a:pt x="695" y="3090"/>
                  </a:lnTo>
                  <a:lnTo>
                    <a:pt x="463" y="3398"/>
                  </a:lnTo>
                  <a:lnTo>
                    <a:pt x="348" y="3553"/>
                  </a:lnTo>
                  <a:lnTo>
                    <a:pt x="270" y="3707"/>
                  </a:lnTo>
                  <a:lnTo>
                    <a:pt x="232" y="3862"/>
                  </a:lnTo>
                  <a:lnTo>
                    <a:pt x="232" y="4055"/>
                  </a:lnTo>
                  <a:lnTo>
                    <a:pt x="193" y="4132"/>
                  </a:lnTo>
                  <a:lnTo>
                    <a:pt x="193" y="4171"/>
                  </a:lnTo>
                  <a:lnTo>
                    <a:pt x="116" y="4325"/>
                  </a:lnTo>
                  <a:lnTo>
                    <a:pt x="39" y="4480"/>
                  </a:lnTo>
                  <a:lnTo>
                    <a:pt x="0" y="4634"/>
                  </a:lnTo>
                  <a:lnTo>
                    <a:pt x="0" y="4789"/>
                  </a:lnTo>
                  <a:lnTo>
                    <a:pt x="39" y="5136"/>
                  </a:lnTo>
                  <a:lnTo>
                    <a:pt x="193" y="5445"/>
                  </a:lnTo>
                  <a:lnTo>
                    <a:pt x="348" y="5638"/>
                  </a:lnTo>
                  <a:lnTo>
                    <a:pt x="502" y="5831"/>
                  </a:lnTo>
                  <a:lnTo>
                    <a:pt x="695" y="5947"/>
                  </a:lnTo>
                  <a:lnTo>
                    <a:pt x="927" y="6063"/>
                  </a:lnTo>
                  <a:lnTo>
                    <a:pt x="965" y="6256"/>
                  </a:lnTo>
                  <a:lnTo>
                    <a:pt x="1274" y="6179"/>
                  </a:lnTo>
                  <a:lnTo>
                    <a:pt x="1313" y="6217"/>
                  </a:lnTo>
                  <a:lnTo>
                    <a:pt x="1313" y="6256"/>
                  </a:lnTo>
                  <a:lnTo>
                    <a:pt x="1352" y="6295"/>
                  </a:lnTo>
                  <a:lnTo>
                    <a:pt x="1467" y="6256"/>
                  </a:lnTo>
                  <a:lnTo>
                    <a:pt x="1815" y="6295"/>
                  </a:lnTo>
                  <a:lnTo>
                    <a:pt x="2394" y="6333"/>
                  </a:lnTo>
                  <a:lnTo>
                    <a:pt x="3012" y="6372"/>
                  </a:lnTo>
                  <a:lnTo>
                    <a:pt x="3591" y="6333"/>
                  </a:lnTo>
                  <a:lnTo>
                    <a:pt x="4171" y="6295"/>
                  </a:lnTo>
                  <a:lnTo>
                    <a:pt x="5368" y="6101"/>
                  </a:lnTo>
                  <a:lnTo>
                    <a:pt x="6565" y="5870"/>
                  </a:lnTo>
                  <a:lnTo>
                    <a:pt x="6758" y="5831"/>
                  </a:lnTo>
                  <a:lnTo>
                    <a:pt x="7993" y="5522"/>
                  </a:lnTo>
                  <a:lnTo>
                    <a:pt x="9036" y="5252"/>
                  </a:lnTo>
                  <a:lnTo>
                    <a:pt x="10079" y="4982"/>
                  </a:lnTo>
                  <a:lnTo>
                    <a:pt x="11160" y="4596"/>
                  </a:lnTo>
                  <a:lnTo>
                    <a:pt x="11662" y="4364"/>
                  </a:lnTo>
                  <a:lnTo>
                    <a:pt x="12125" y="4132"/>
                  </a:lnTo>
                  <a:lnTo>
                    <a:pt x="12125" y="4248"/>
                  </a:lnTo>
                  <a:lnTo>
                    <a:pt x="12395" y="4287"/>
                  </a:lnTo>
                  <a:lnTo>
                    <a:pt x="12782" y="4711"/>
                  </a:lnTo>
                  <a:lnTo>
                    <a:pt x="13013" y="4518"/>
                  </a:lnTo>
                  <a:lnTo>
                    <a:pt x="12434" y="3939"/>
                  </a:lnTo>
                  <a:lnTo>
                    <a:pt x="12897" y="3669"/>
                  </a:lnTo>
                  <a:lnTo>
                    <a:pt x="13361" y="3321"/>
                  </a:lnTo>
                  <a:lnTo>
                    <a:pt x="13631" y="3051"/>
                  </a:lnTo>
                  <a:lnTo>
                    <a:pt x="13824" y="2703"/>
                  </a:lnTo>
                  <a:lnTo>
                    <a:pt x="14133" y="2626"/>
                  </a:lnTo>
                  <a:lnTo>
                    <a:pt x="14017" y="2317"/>
                  </a:lnTo>
                  <a:lnTo>
                    <a:pt x="14095" y="2008"/>
                  </a:lnTo>
                  <a:lnTo>
                    <a:pt x="14133" y="1738"/>
                  </a:lnTo>
                  <a:lnTo>
                    <a:pt x="14095" y="1468"/>
                  </a:lnTo>
                  <a:lnTo>
                    <a:pt x="14017" y="1236"/>
                  </a:lnTo>
                  <a:lnTo>
                    <a:pt x="13901" y="1004"/>
                  </a:lnTo>
                  <a:lnTo>
                    <a:pt x="13747" y="811"/>
                  </a:lnTo>
                  <a:lnTo>
                    <a:pt x="13477" y="618"/>
                  </a:lnTo>
                  <a:lnTo>
                    <a:pt x="13168" y="502"/>
                  </a:lnTo>
                  <a:lnTo>
                    <a:pt x="13091" y="502"/>
                  </a:lnTo>
                  <a:lnTo>
                    <a:pt x="12897" y="387"/>
                  </a:lnTo>
                  <a:lnTo>
                    <a:pt x="12666" y="271"/>
                  </a:lnTo>
                  <a:lnTo>
                    <a:pt x="12434" y="155"/>
                  </a:lnTo>
                  <a:lnTo>
                    <a:pt x="12202" y="116"/>
                  </a:lnTo>
                  <a:lnTo>
                    <a:pt x="11816" y="39"/>
                  </a:lnTo>
                  <a:lnTo>
                    <a:pt x="1143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3" name="Google Shape;5713;p22"/>
            <p:cNvSpPr/>
            <p:nvPr/>
          </p:nvSpPr>
          <p:spPr>
            <a:xfrm>
              <a:off x="299900" y="4449850"/>
              <a:ext cx="375550" cy="386175"/>
            </a:xfrm>
            <a:custGeom>
              <a:avLst/>
              <a:gdLst/>
              <a:ahLst/>
              <a:cxnLst/>
              <a:rect l="l" t="t" r="r" b="b"/>
              <a:pathLst>
                <a:path w="15022" h="15447" extrusionOk="0">
                  <a:moveTo>
                    <a:pt x="8032" y="503"/>
                  </a:moveTo>
                  <a:lnTo>
                    <a:pt x="8611" y="580"/>
                  </a:lnTo>
                  <a:lnTo>
                    <a:pt x="9152" y="696"/>
                  </a:lnTo>
                  <a:lnTo>
                    <a:pt x="9693" y="850"/>
                  </a:lnTo>
                  <a:lnTo>
                    <a:pt x="10195" y="1005"/>
                  </a:lnTo>
                  <a:lnTo>
                    <a:pt x="10697" y="1236"/>
                  </a:lnTo>
                  <a:lnTo>
                    <a:pt x="11160" y="1507"/>
                  </a:lnTo>
                  <a:lnTo>
                    <a:pt x="11623" y="1815"/>
                  </a:lnTo>
                  <a:lnTo>
                    <a:pt x="10813" y="2163"/>
                  </a:lnTo>
                  <a:lnTo>
                    <a:pt x="10079" y="2588"/>
                  </a:lnTo>
                  <a:lnTo>
                    <a:pt x="9307" y="3090"/>
                  </a:lnTo>
                  <a:lnTo>
                    <a:pt x="8611" y="3592"/>
                  </a:lnTo>
                  <a:lnTo>
                    <a:pt x="7955" y="4171"/>
                  </a:lnTo>
                  <a:lnTo>
                    <a:pt x="7299" y="4789"/>
                  </a:lnTo>
                  <a:lnTo>
                    <a:pt x="6719" y="5445"/>
                  </a:lnTo>
                  <a:lnTo>
                    <a:pt x="6140" y="6140"/>
                  </a:lnTo>
                  <a:lnTo>
                    <a:pt x="5638" y="6835"/>
                  </a:lnTo>
                  <a:lnTo>
                    <a:pt x="5213" y="7608"/>
                  </a:lnTo>
                  <a:lnTo>
                    <a:pt x="4789" y="8380"/>
                  </a:lnTo>
                  <a:lnTo>
                    <a:pt x="4480" y="9191"/>
                  </a:lnTo>
                  <a:lnTo>
                    <a:pt x="4171" y="10040"/>
                  </a:lnTo>
                  <a:lnTo>
                    <a:pt x="3978" y="10890"/>
                  </a:lnTo>
                  <a:lnTo>
                    <a:pt x="3823" y="11739"/>
                  </a:lnTo>
                  <a:lnTo>
                    <a:pt x="3746" y="12628"/>
                  </a:lnTo>
                  <a:lnTo>
                    <a:pt x="3592" y="12666"/>
                  </a:lnTo>
                  <a:lnTo>
                    <a:pt x="3283" y="11817"/>
                  </a:lnTo>
                  <a:lnTo>
                    <a:pt x="3051" y="11006"/>
                  </a:lnTo>
                  <a:lnTo>
                    <a:pt x="2858" y="10195"/>
                  </a:lnTo>
                  <a:lnTo>
                    <a:pt x="2703" y="9345"/>
                  </a:lnTo>
                  <a:lnTo>
                    <a:pt x="2588" y="8496"/>
                  </a:lnTo>
                  <a:lnTo>
                    <a:pt x="2549" y="7646"/>
                  </a:lnTo>
                  <a:lnTo>
                    <a:pt x="2588" y="6797"/>
                  </a:lnTo>
                  <a:lnTo>
                    <a:pt x="2703" y="5909"/>
                  </a:lnTo>
                  <a:lnTo>
                    <a:pt x="2858" y="5214"/>
                  </a:lnTo>
                  <a:lnTo>
                    <a:pt x="3051" y="4480"/>
                  </a:lnTo>
                  <a:lnTo>
                    <a:pt x="3321" y="3823"/>
                  </a:lnTo>
                  <a:lnTo>
                    <a:pt x="3669" y="3167"/>
                  </a:lnTo>
                  <a:lnTo>
                    <a:pt x="4016" y="2549"/>
                  </a:lnTo>
                  <a:lnTo>
                    <a:pt x="4441" y="1970"/>
                  </a:lnTo>
                  <a:lnTo>
                    <a:pt x="4904" y="1391"/>
                  </a:lnTo>
                  <a:lnTo>
                    <a:pt x="5406" y="850"/>
                  </a:lnTo>
                  <a:lnTo>
                    <a:pt x="5908" y="696"/>
                  </a:lnTo>
                  <a:lnTo>
                    <a:pt x="6410" y="618"/>
                  </a:lnTo>
                  <a:lnTo>
                    <a:pt x="6951" y="541"/>
                  </a:lnTo>
                  <a:lnTo>
                    <a:pt x="7492" y="503"/>
                  </a:lnTo>
                  <a:close/>
                  <a:moveTo>
                    <a:pt x="11971" y="2086"/>
                  </a:moveTo>
                  <a:lnTo>
                    <a:pt x="12357" y="2433"/>
                  </a:lnTo>
                  <a:lnTo>
                    <a:pt x="12705" y="2781"/>
                  </a:lnTo>
                  <a:lnTo>
                    <a:pt x="13052" y="3206"/>
                  </a:lnTo>
                  <a:lnTo>
                    <a:pt x="13322" y="3630"/>
                  </a:lnTo>
                  <a:lnTo>
                    <a:pt x="13593" y="4094"/>
                  </a:lnTo>
                  <a:lnTo>
                    <a:pt x="13863" y="4557"/>
                  </a:lnTo>
                  <a:lnTo>
                    <a:pt x="14056" y="5059"/>
                  </a:lnTo>
                  <a:lnTo>
                    <a:pt x="14211" y="5600"/>
                  </a:lnTo>
                  <a:lnTo>
                    <a:pt x="14326" y="6102"/>
                  </a:lnTo>
                  <a:lnTo>
                    <a:pt x="14442" y="6604"/>
                  </a:lnTo>
                  <a:lnTo>
                    <a:pt x="13670" y="6681"/>
                  </a:lnTo>
                  <a:lnTo>
                    <a:pt x="12898" y="6797"/>
                  </a:lnTo>
                  <a:lnTo>
                    <a:pt x="12164" y="6951"/>
                  </a:lnTo>
                  <a:lnTo>
                    <a:pt x="11392" y="7144"/>
                  </a:lnTo>
                  <a:lnTo>
                    <a:pt x="10658" y="7376"/>
                  </a:lnTo>
                  <a:lnTo>
                    <a:pt x="9963" y="7685"/>
                  </a:lnTo>
                  <a:lnTo>
                    <a:pt x="9229" y="8032"/>
                  </a:lnTo>
                  <a:lnTo>
                    <a:pt x="8534" y="8419"/>
                  </a:lnTo>
                  <a:lnTo>
                    <a:pt x="7878" y="8843"/>
                  </a:lnTo>
                  <a:lnTo>
                    <a:pt x="7260" y="9268"/>
                  </a:lnTo>
                  <a:lnTo>
                    <a:pt x="6642" y="9770"/>
                  </a:lnTo>
                  <a:lnTo>
                    <a:pt x="6102" y="10311"/>
                  </a:lnTo>
                  <a:lnTo>
                    <a:pt x="5561" y="10890"/>
                  </a:lnTo>
                  <a:lnTo>
                    <a:pt x="5098" y="11469"/>
                  </a:lnTo>
                  <a:lnTo>
                    <a:pt x="4634" y="12126"/>
                  </a:lnTo>
                  <a:lnTo>
                    <a:pt x="4248" y="12782"/>
                  </a:lnTo>
                  <a:lnTo>
                    <a:pt x="4132" y="12705"/>
                  </a:lnTo>
                  <a:lnTo>
                    <a:pt x="3978" y="12666"/>
                  </a:lnTo>
                  <a:lnTo>
                    <a:pt x="4094" y="11778"/>
                  </a:lnTo>
                  <a:lnTo>
                    <a:pt x="4325" y="10929"/>
                  </a:lnTo>
                  <a:lnTo>
                    <a:pt x="4557" y="10079"/>
                  </a:lnTo>
                  <a:lnTo>
                    <a:pt x="4866" y="9268"/>
                  </a:lnTo>
                  <a:lnTo>
                    <a:pt x="5213" y="8496"/>
                  </a:lnTo>
                  <a:lnTo>
                    <a:pt x="5600" y="7724"/>
                  </a:lnTo>
                  <a:lnTo>
                    <a:pt x="6024" y="6990"/>
                  </a:lnTo>
                  <a:lnTo>
                    <a:pt x="6526" y="6256"/>
                  </a:lnTo>
                  <a:lnTo>
                    <a:pt x="7067" y="5600"/>
                  </a:lnTo>
                  <a:lnTo>
                    <a:pt x="7607" y="4943"/>
                  </a:lnTo>
                  <a:lnTo>
                    <a:pt x="8225" y="4364"/>
                  </a:lnTo>
                  <a:lnTo>
                    <a:pt x="8920" y="3823"/>
                  </a:lnTo>
                  <a:lnTo>
                    <a:pt x="9615" y="3321"/>
                  </a:lnTo>
                  <a:lnTo>
                    <a:pt x="10349" y="2858"/>
                  </a:lnTo>
                  <a:lnTo>
                    <a:pt x="11121" y="2433"/>
                  </a:lnTo>
                  <a:lnTo>
                    <a:pt x="11971" y="2086"/>
                  </a:lnTo>
                  <a:close/>
                  <a:moveTo>
                    <a:pt x="14481" y="6990"/>
                  </a:moveTo>
                  <a:lnTo>
                    <a:pt x="14481" y="7839"/>
                  </a:lnTo>
                  <a:lnTo>
                    <a:pt x="14442" y="8689"/>
                  </a:lnTo>
                  <a:lnTo>
                    <a:pt x="14288" y="9538"/>
                  </a:lnTo>
                  <a:lnTo>
                    <a:pt x="14172" y="9925"/>
                  </a:lnTo>
                  <a:lnTo>
                    <a:pt x="14056" y="10349"/>
                  </a:lnTo>
                  <a:lnTo>
                    <a:pt x="13902" y="10735"/>
                  </a:lnTo>
                  <a:lnTo>
                    <a:pt x="13709" y="11122"/>
                  </a:lnTo>
                  <a:lnTo>
                    <a:pt x="13516" y="11508"/>
                  </a:lnTo>
                  <a:lnTo>
                    <a:pt x="13284" y="11894"/>
                  </a:lnTo>
                  <a:lnTo>
                    <a:pt x="13052" y="12241"/>
                  </a:lnTo>
                  <a:lnTo>
                    <a:pt x="12782" y="12550"/>
                  </a:lnTo>
                  <a:lnTo>
                    <a:pt x="12512" y="12898"/>
                  </a:lnTo>
                  <a:lnTo>
                    <a:pt x="12203" y="13207"/>
                  </a:lnTo>
                  <a:lnTo>
                    <a:pt x="11971" y="13014"/>
                  </a:lnTo>
                  <a:lnTo>
                    <a:pt x="11701" y="12898"/>
                  </a:lnTo>
                  <a:lnTo>
                    <a:pt x="11121" y="12743"/>
                  </a:lnTo>
                  <a:lnTo>
                    <a:pt x="10542" y="12628"/>
                  </a:lnTo>
                  <a:lnTo>
                    <a:pt x="10002" y="12550"/>
                  </a:lnTo>
                  <a:lnTo>
                    <a:pt x="9422" y="12473"/>
                  </a:lnTo>
                  <a:lnTo>
                    <a:pt x="8843" y="12435"/>
                  </a:lnTo>
                  <a:lnTo>
                    <a:pt x="8303" y="12435"/>
                  </a:lnTo>
                  <a:lnTo>
                    <a:pt x="7762" y="12473"/>
                  </a:lnTo>
                  <a:lnTo>
                    <a:pt x="7221" y="12550"/>
                  </a:lnTo>
                  <a:lnTo>
                    <a:pt x="6719" y="12666"/>
                  </a:lnTo>
                  <a:lnTo>
                    <a:pt x="6179" y="12782"/>
                  </a:lnTo>
                  <a:lnTo>
                    <a:pt x="5677" y="12937"/>
                  </a:lnTo>
                  <a:lnTo>
                    <a:pt x="5175" y="13130"/>
                  </a:lnTo>
                  <a:lnTo>
                    <a:pt x="4673" y="13323"/>
                  </a:lnTo>
                  <a:lnTo>
                    <a:pt x="4557" y="13130"/>
                  </a:lnTo>
                  <a:lnTo>
                    <a:pt x="4441" y="12937"/>
                  </a:lnTo>
                  <a:lnTo>
                    <a:pt x="4904" y="12319"/>
                  </a:lnTo>
                  <a:lnTo>
                    <a:pt x="5368" y="11701"/>
                  </a:lnTo>
                  <a:lnTo>
                    <a:pt x="5870" y="11160"/>
                  </a:lnTo>
                  <a:lnTo>
                    <a:pt x="6410" y="10620"/>
                  </a:lnTo>
                  <a:lnTo>
                    <a:pt x="6990" y="10118"/>
                  </a:lnTo>
                  <a:lnTo>
                    <a:pt x="7569" y="9616"/>
                  </a:lnTo>
                  <a:lnTo>
                    <a:pt x="8148" y="9191"/>
                  </a:lnTo>
                  <a:lnTo>
                    <a:pt x="8766" y="8805"/>
                  </a:lnTo>
                  <a:lnTo>
                    <a:pt x="9422" y="8419"/>
                  </a:lnTo>
                  <a:lnTo>
                    <a:pt x="10079" y="8110"/>
                  </a:lnTo>
                  <a:lnTo>
                    <a:pt x="10735" y="7801"/>
                  </a:lnTo>
                  <a:lnTo>
                    <a:pt x="11469" y="7569"/>
                  </a:lnTo>
                  <a:lnTo>
                    <a:pt x="12164" y="7337"/>
                  </a:lnTo>
                  <a:lnTo>
                    <a:pt x="12936" y="7183"/>
                  </a:lnTo>
                  <a:lnTo>
                    <a:pt x="13670" y="7067"/>
                  </a:lnTo>
                  <a:lnTo>
                    <a:pt x="14481" y="6990"/>
                  </a:lnTo>
                  <a:close/>
                  <a:moveTo>
                    <a:pt x="4518" y="1236"/>
                  </a:moveTo>
                  <a:lnTo>
                    <a:pt x="4055" y="1815"/>
                  </a:lnTo>
                  <a:lnTo>
                    <a:pt x="3630" y="2433"/>
                  </a:lnTo>
                  <a:lnTo>
                    <a:pt x="3244" y="3090"/>
                  </a:lnTo>
                  <a:lnTo>
                    <a:pt x="2935" y="3785"/>
                  </a:lnTo>
                  <a:lnTo>
                    <a:pt x="2665" y="4519"/>
                  </a:lnTo>
                  <a:lnTo>
                    <a:pt x="2472" y="5252"/>
                  </a:lnTo>
                  <a:lnTo>
                    <a:pt x="2317" y="6024"/>
                  </a:lnTo>
                  <a:lnTo>
                    <a:pt x="2240" y="6797"/>
                  </a:lnTo>
                  <a:lnTo>
                    <a:pt x="2201" y="7569"/>
                  </a:lnTo>
                  <a:lnTo>
                    <a:pt x="2201" y="8341"/>
                  </a:lnTo>
                  <a:lnTo>
                    <a:pt x="2279" y="9114"/>
                  </a:lnTo>
                  <a:lnTo>
                    <a:pt x="2394" y="9847"/>
                  </a:lnTo>
                  <a:lnTo>
                    <a:pt x="2549" y="10620"/>
                  </a:lnTo>
                  <a:lnTo>
                    <a:pt x="2781" y="11353"/>
                  </a:lnTo>
                  <a:lnTo>
                    <a:pt x="3012" y="12048"/>
                  </a:lnTo>
                  <a:lnTo>
                    <a:pt x="3321" y="12743"/>
                  </a:lnTo>
                  <a:lnTo>
                    <a:pt x="3128" y="12859"/>
                  </a:lnTo>
                  <a:lnTo>
                    <a:pt x="2935" y="13014"/>
                  </a:lnTo>
                  <a:lnTo>
                    <a:pt x="2819" y="13207"/>
                  </a:lnTo>
                  <a:lnTo>
                    <a:pt x="2742" y="13439"/>
                  </a:lnTo>
                  <a:lnTo>
                    <a:pt x="2394" y="12975"/>
                  </a:lnTo>
                  <a:lnTo>
                    <a:pt x="2086" y="12550"/>
                  </a:lnTo>
                  <a:lnTo>
                    <a:pt x="1777" y="12087"/>
                  </a:lnTo>
                  <a:lnTo>
                    <a:pt x="1506" y="11585"/>
                  </a:lnTo>
                  <a:lnTo>
                    <a:pt x="1275" y="11122"/>
                  </a:lnTo>
                  <a:lnTo>
                    <a:pt x="1082" y="10620"/>
                  </a:lnTo>
                  <a:lnTo>
                    <a:pt x="888" y="10118"/>
                  </a:lnTo>
                  <a:lnTo>
                    <a:pt x="734" y="9616"/>
                  </a:lnTo>
                  <a:lnTo>
                    <a:pt x="618" y="9075"/>
                  </a:lnTo>
                  <a:lnTo>
                    <a:pt x="541" y="8534"/>
                  </a:lnTo>
                  <a:lnTo>
                    <a:pt x="502" y="8032"/>
                  </a:lnTo>
                  <a:lnTo>
                    <a:pt x="502" y="7492"/>
                  </a:lnTo>
                  <a:lnTo>
                    <a:pt x="541" y="6951"/>
                  </a:lnTo>
                  <a:lnTo>
                    <a:pt x="618" y="6411"/>
                  </a:lnTo>
                  <a:lnTo>
                    <a:pt x="773" y="5870"/>
                  </a:lnTo>
                  <a:lnTo>
                    <a:pt x="927" y="5291"/>
                  </a:lnTo>
                  <a:lnTo>
                    <a:pt x="1197" y="4673"/>
                  </a:lnTo>
                  <a:lnTo>
                    <a:pt x="1545" y="4055"/>
                  </a:lnTo>
                  <a:lnTo>
                    <a:pt x="1931" y="3476"/>
                  </a:lnTo>
                  <a:lnTo>
                    <a:pt x="2356" y="2935"/>
                  </a:lnTo>
                  <a:lnTo>
                    <a:pt x="2858" y="2433"/>
                  </a:lnTo>
                  <a:lnTo>
                    <a:pt x="3360" y="1970"/>
                  </a:lnTo>
                  <a:lnTo>
                    <a:pt x="3939" y="1584"/>
                  </a:lnTo>
                  <a:lnTo>
                    <a:pt x="4518" y="1236"/>
                  </a:lnTo>
                  <a:close/>
                  <a:moveTo>
                    <a:pt x="3862" y="12975"/>
                  </a:moveTo>
                  <a:lnTo>
                    <a:pt x="4016" y="13014"/>
                  </a:lnTo>
                  <a:lnTo>
                    <a:pt x="4171" y="13130"/>
                  </a:lnTo>
                  <a:lnTo>
                    <a:pt x="4287" y="13284"/>
                  </a:lnTo>
                  <a:lnTo>
                    <a:pt x="4325" y="13439"/>
                  </a:lnTo>
                  <a:lnTo>
                    <a:pt x="4364" y="13593"/>
                  </a:lnTo>
                  <a:lnTo>
                    <a:pt x="4364" y="13786"/>
                  </a:lnTo>
                  <a:lnTo>
                    <a:pt x="4325" y="13941"/>
                  </a:lnTo>
                  <a:lnTo>
                    <a:pt x="4209" y="14095"/>
                  </a:lnTo>
                  <a:lnTo>
                    <a:pt x="3785" y="13786"/>
                  </a:lnTo>
                  <a:lnTo>
                    <a:pt x="3360" y="13477"/>
                  </a:lnTo>
                  <a:lnTo>
                    <a:pt x="3244" y="13439"/>
                  </a:lnTo>
                  <a:lnTo>
                    <a:pt x="3167" y="13400"/>
                  </a:lnTo>
                  <a:lnTo>
                    <a:pt x="3051" y="13439"/>
                  </a:lnTo>
                  <a:lnTo>
                    <a:pt x="2974" y="13516"/>
                  </a:lnTo>
                  <a:lnTo>
                    <a:pt x="3051" y="13361"/>
                  </a:lnTo>
                  <a:lnTo>
                    <a:pt x="3167" y="13207"/>
                  </a:lnTo>
                  <a:lnTo>
                    <a:pt x="3321" y="13091"/>
                  </a:lnTo>
                  <a:lnTo>
                    <a:pt x="3476" y="13014"/>
                  </a:lnTo>
                  <a:lnTo>
                    <a:pt x="3669" y="12975"/>
                  </a:lnTo>
                  <a:close/>
                  <a:moveTo>
                    <a:pt x="8187" y="12821"/>
                  </a:moveTo>
                  <a:lnTo>
                    <a:pt x="9152" y="12859"/>
                  </a:lnTo>
                  <a:lnTo>
                    <a:pt x="9615" y="12898"/>
                  </a:lnTo>
                  <a:lnTo>
                    <a:pt x="10117" y="12937"/>
                  </a:lnTo>
                  <a:lnTo>
                    <a:pt x="10504" y="13014"/>
                  </a:lnTo>
                  <a:lnTo>
                    <a:pt x="11006" y="13091"/>
                  </a:lnTo>
                  <a:lnTo>
                    <a:pt x="11508" y="13245"/>
                  </a:lnTo>
                  <a:lnTo>
                    <a:pt x="11701" y="13323"/>
                  </a:lnTo>
                  <a:lnTo>
                    <a:pt x="11894" y="13439"/>
                  </a:lnTo>
                  <a:lnTo>
                    <a:pt x="11508" y="13747"/>
                  </a:lnTo>
                  <a:lnTo>
                    <a:pt x="11083" y="14018"/>
                  </a:lnTo>
                  <a:lnTo>
                    <a:pt x="10658" y="14249"/>
                  </a:lnTo>
                  <a:lnTo>
                    <a:pt x="10233" y="14442"/>
                  </a:lnTo>
                  <a:lnTo>
                    <a:pt x="9770" y="14597"/>
                  </a:lnTo>
                  <a:lnTo>
                    <a:pt x="9307" y="14751"/>
                  </a:lnTo>
                  <a:lnTo>
                    <a:pt x="8843" y="14829"/>
                  </a:lnTo>
                  <a:lnTo>
                    <a:pt x="8341" y="14906"/>
                  </a:lnTo>
                  <a:lnTo>
                    <a:pt x="7878" y="14944"/>
                  </a:lnTo>
                  <a:lnTo>
                    <a:pt x="7376" y="14944"/>
                  </a:lnTo>
                  <a:lnTo>
                    <a:pt x="6912" y="14906"/>
                  </a:lnTo>
                  <a:lnTo>
                    <a:pt x="6410" y="14867"/>
                  </a:lnTo>
                  <a:lnTo>
                    <a:pt x="5947" y="14751"/>
                  </a:lnTo>
                  <a:lnTo>
                    <a:pt x="5484" y="14636"/>
                  </a:lnTo>
                  <a:lnTo>
                    <a:pt x="5020" y="14481"/>
                  </a:lnTo>
                  <a:lnTo>
                    <a:pt x="4596" y="14288"/>
                  </a:lnTo>
                  <a:lnTo>
                    <a:pt x="4711" y="14018"/>
                  </a:lnTo>
                  <a:lnTo>
                    <a:pt x="4750" y="13709"/>
                  </a:lnTo>
                  <a:lnTo>
                    <a:pt x="4711" y="13593"/>
                  </a:lnTo>
                  <a:lnTo>
                    <a:pt x="5561" y="13284"/>
                  </a:lnTo>
                  <a:lnTo>
                    <a:pt x="6410" y="13091"/>
                  </a:lnTo>
                  <a:lnTo>
                    <a:pt x="7299" y="12937"/>
                  </a:lnTo>
                  <a:lnTo>
                    <a:pt x="8187" y="12821"/>
                  </a:lnTo>
                  <a:close/>
                  <a:moveTo>
                    <a:pt x="6990" y="1"/>
                  </a:moveTo>
                  <a:lnTo>
                    <a:pt x="6449" y="78"/>
                  </a:lnTo>
                  <a:lnTo>
                    <a:pt x="5870" y="194"/>
                  </a:lnTo>
                  <a:lnTo>
                    <a:pt x="5329" y="348"/>
                  </a:lnTo>
                  <a:lnTo>
                    <a:pt x="4789" y="580"/>
                  </a:lnTo>
                  <a:lnTo>
                    <a:pt x="4248" y="811"/>
                  </a:lnTo>
                  <a:lnTo>
                    <a:pt x="3785" y="1082"/>
                  </a:lnTo>
                  <a:lnTo>
                    <a:pt x="3283" y="1391"/>
                  </a:lnTo>
                  <a:lnTo>
                    <a:pt x="2819" y="1738"/>
                  </a:lnTo>
                  <a:lnTo>
                    <a:pt x="2394" y="2124"/>
                  </a:lnTo>
                  <a:lnTo>
                    <a:pt x="2008" y="2549"/>
                  </a:lnTo>
                  <a:lnTo>
                    <a:pt x="1622" y="3013"/>
                  </a:lnTo>
                  <a:lnTo>
                    <a:pt x="1275" y="3476"/>
                  </a:lnTo>
                  <a:lnTo>
                    <a:pt x="966" y="3978"/>
                  </a:lnTo>
                  <a:lnTo>
                    <a:pt x="695" y="4596"/>
                  </a:lnTo>
                  <a:lnTo>
                    <a:pt x="425" y="5214"/>
                  </a:lnTo>
                  <a:lnTo>
                    <a:pt x="232" y="5870"/>
                  </a:lnTo>
                  <a:lnTo>
                    <a:pt x="116" y="6526"/>
                  </a:lnTo>
                  <a:lnTo>
                    <a:pt x="39" y="7222"/>
                  </a:lnTo>
                  <a:lnTo>
                    <a:pt x="0" y="7878"/>
                  </a:lnTo>
                  <a:lnTo>
                    <a:pt x="39" y="8573"/>
                  </a:lnTo>
                  <a:lnTo>
                    <a:pt x="116" y="9268"/>
                  </a:lnTo>
                  <a:lnTo>
                    <a:pt x="271" y="9925"/>
                  </a:lnTo>
                  <a:lnTo>
                    <a:pt x="464" y="10581"/>
                  </a:lnTo>
                  <a:lnTo>
                    <a:pt x="695" y="11199"/>
                  </a:lnTo>
                  <a:lnTo>
                    <a:pt x="1004" y="11817"/>
                  </a:lnTo>
                  <a:lnTo>
                    <a:pt x="1352" y="12396"/>
                  </a:lnTo>
                  <a:lnTo>
                    <a:pt x="1738" y="12937"/>
                  </a:lnTo>
                  <a:lnTo>
                    <a:pt x="2201" y="13439"/>
                  </a:lnTo>
                  <a:lnTo>
                    <a:pt x="2703" y="13902"/>
                  </a:lnTo>
                  <a:lnTo>
                    <a:pt x="2781" y="13941"/>
                  </a:lnTo>
                  <a:lnTo>
                    <a:pt x="2819" y="13941"/>
                  </a:lnTo>
                  <a:lnTo>
                    <a:pt x="2935" y="13902"/>
                  </a:lnTo>
                  <a:lnTo>
                    <a:pt x="3167" y="14134"/>
                  </a:lnTo>
                  <a:lnTo>
                    <a:pt x="3476" y="14327"/>
                  </a:lnTo>
                  <a:lnTo>
                    <a:pt x="3785" y="14481"/>
                  </a:lnTo>
                  <a:lnTo>
                    <a:pt x="4132" y="14597"/>
                  </a:lnTo>
                  <a:lnTo>
                    <a:pt x="4557" y="14790"/>
                  </a:lnTo>
                  <a:lnTo>
                    <a:pt x="4982" y="14983"/>
                  </a:lnTo>
                  <a:lnTo>
                    <a:pt x="5406" y="15138"/>
                  </a:lnTo>
                  <a:lnTo>
                    <a:pt x="5870" y="15253"/>
                  </a:lnTo>
                  <a:lnTo>
                    <a:pt x="6333" y="15369"/>
                  </a:lnTo>
                  <a:lnTo>
                    <a:pt x="6797" y="15408"/>
                  </a:lnTo>
                  <a:lnTo>
                    <a:pt x="7299" y="15446"/>
                  </a:lnTo>
                  <a:lnTo>
                    <a:pt x="8225" y="15446"/>
                  </a:lnTo>
                  <a:lnTo>
                    <a:pt x="8689" y="15369"/>
                  </a:lnTo>
                  <a:lnTo>
                    <a:pt x="9152" y="15292"/>
                  </a:lnTo>
                  <a:lnTo>
                    <a:pt x="9615" y="15176"/>
                  </a:lnTo>
                  <a:lnTo>
                    <a:pt x="10079" y="15022"/>
                  </a:lnTo>
                  <a:lnTo>
                    <a:pt x="10542" y="14867"/>
                  </a:lnTo>
                  <a:lnTo>
                    <a:pt x="10967" y="14674"/>
                  </a:lnTo>
                  <a:lnTo>
                    <a:pt x="11392" y="14442"/>
                  </a:lnTo>
                  <a:lnTo>
                    <a:pt x="11855" y="14134"/>
                  </a:lnTo>
                  <a:lnTo>
                    <a:pt x="12318" y="13747"/>
                  </a:lnTo>
                  <a:lnTo>
                    <a:pt x="12743" y="13361"/>
                  </a:lnTo>
                  <a:lnTo>
                    <a:pt x="13129" y="12975"/>
                  </a:lnTo>
                  <a:lnTo>
                    <a:pt x="13477" y="12512"/>
                  </a:lnTo>
                  <a:lnTo>
                    <a:pt x="13786" y="12048"/>
                  </a:lnTo>
                  <a:lnTo>
                    <a:pt x="14056" y="11546"/>
                  </a:lnTo>
                  <a:lnTo>
                    <a:pt x="14288" y="11044"/>
                  </a:lnTo>
                  <a:lnTo>
                    <a:pt x="14520" y="10504"/>
                  </a:lnTo>
                  <a:lnTo>
                    <a:pt x="14674" y="9963"/>
                  </a:lnTo>
                  <a:lnTo>
                    <a:pt x="14828" y="9423"/>
                  </a:lnTo>
                  <a:lnTo>
                    <a:pt x="14906" y="8843"/>
                  </a:lnTo>
                  <a:lnTo>
                    <a:pt x="14983" y="8264"/>
                  </a:lnTo>
                  <a:lnTo>
                    <a:pt x="15022" y="7724"/>
                  </a:lnTo>
                  <a:lnTo>
                    <a:pt x="14983" y="7144"/>
                  </a:lnTo>
                  <a:lnTo>
                    <a:pt x="14944" y="6565"/>
                  </a:lnTo>
                  <a:lnTo>
                    <a:pt x="14828" y="5986"/>
                  </a:lnTo>
                  <a:lnTo>
                    <a:pt x="14674" y="5368"/>
                  </a:lnTo>
                  <a:lnTo>
                    <a:pt x="14481" y="4789"/>
                  </a:lnTo>
                  <a:lnTo>
                    <a:pt x="14249" y="4248"/>
                  </a:lnTo>
                  <a:lnTo>
                    <a:pt x="13979" y="3708"/>
                  </a:lnTo>
                  <a:lnTo>
                    <a:pt x="13670" y="3206"/>
                  </a:lnTo>
                  <a:lnTo>
                    <a:pt x="13322" y="2742"/>
                  </a:lnTo>
                  <a:lnTo>
                    <a:pt x="12936" y="2279"/>
                  </a:lnTo>
                  <a:lnTo>
                    <a:pt x="12512" y="1893"/>
                  </a:lnTo>
                  <a:lnTo>
                    <a:pt x="12048" y="1507"/>
                  </a:lnTo>
                  <a:lnTo>
                    <a:pt x="11585" y="1159"/>
                  </a:lnTo>
                  <a:lnTo>
                    <a:pt x="11083" y="850"/>
                  </a:lnTo>
                  <a:lnTo>
                    <a:pt x="10542" y="580"/>
                  </a:lnTo>
                  <a:lnTo>
                    <a:pt x="9963" y="387"/>
                  </a:lnTo>
                  <a:lnTo>
                    <a:pt x="9384" y="194"/>
                  </a:lnTo>
                  <a:lnTo>
                    <a:pt x="8766" y="78"/>
                  </a:lnTo>
                  <a:lnTo>
                    <a:pt x="8187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4" name="Google Shape;5714;p22"/>
            <p:cNvSpPr/>
            <p:nvPr/>
          </p:nvSpPr>
          <p:spPr>
            <a:xfrm>
              <a:off x="2298225" y="4462400"/>
              <a:ext cx="461475" cy="306050"/>
            </a:xfrm>
            <a:custGeom>
              <a:avLst/>
              <a:gdLst/>
              <a:ahLst/>
              <a:cxnLst/>
              <a:rect l="l" t="t" r="r" b="b"/>
              <a:pathLst>
                <a:path w="18459" h="12242" extrusionOk="0">
                  <a:moveTo>
                    <a:pt x="17609" y="4943"/>
                  </a:moveTo>
                  <a:lnTo>
                    <a:pt x="17763" y="4982"/>
                  </a:lnTo>
                  <a:lnTo>
                    <a:pt x="17879" y="5020"/>
                  </a:lnTo>
                  <a:lnTo>
                    <a:pt x="17917" y="5098"/>
                  </a:lnTo>
                  <a:lnTo>
                    <a:pt x="17956" y="5175"/>
                  </a:lnTo>
                  <a:lnTo>
                    <a:pt x="17956" y="5407"/>
                  </a:lnTo>
                  <a:lnTo>
                    <a:pt x="17956" y="5638"/>
                  </a:lnTo>
                  <a:lnTo>
                    <a:pt x="17879" y="5793"/>
                  </a:lnTo>
                  <a:lnTo>
                    <a:pt x="17763" y="5986"/>
                  </a:lnTo>
                  <a:lnTo>
                    <a:pt x="17570" y="6140"/>
                  </a:lnTo>
                  <a:lnTo>
                    <a:pt x="17222" y="6372"/>
                  </a:lnTo>
                  <a:lnTo>
                    <a:pt x="16913" y="6526"/>
                  </a:lnTo>
                  <a:lnTo>
                    <a:pt x="16566" y="6642"/>
                  </a:lnTo>
                  <a:lnTo>
                    <a:pt x="16257" y="6681"/>
                  </a:lnTo>
                  <a:lnTo>
                    <a:pt x="15909" y="6720"/>
                  </a:lnTo>
                  <a:lnTo>
                    <a:pt x="16141" y="6140"/>
                  </a:lnTo>
                  <a:lnTo>
                    <a:pt x="16257" y="5870"/>
                  </a:lnTo>
                  <a:lnTo>
                    <a:pt x="16411" y="5600"/>
                  </a:lnTo>
                  <a:lnTo>
                    <a:pt x="16605" y="5368"/>
                  </a:lnTo>
                  <a:lnTo>
                    <a:pt x="16798" y="5175"/>
                  </a:lnTo>
                  <a:lnTo>
                    <a:pt x="17068" y="5059"/>
                  </a:lnTo>
                  <a:lnTo>
                    <a:pt x="17377" y="4943"/>
                  </a:lnTo>
                  <a:close/>
                  <a:moveTo>
                    <a:pt x="13747" y="6295"/>
                  </a:moveTo>
                  <a:lnTo>
                    <a:pt x="14056" y="6333"/>
                  </a:lnTo>
                  <a:lnTo>
                    <a:pt x="14365" y="6411"/>
                  </a:lnTo>
                  <a:lnTo>
                    <a:pt x="14597" y="6526"/>
                  </a:lnTo>
                  <a:lnTo>
                    <a:pt x="14828" y="6681"/>
                  </a:lnTo>
                  <a:lnTo>
                    <a:pt x="15060" y="6835"/>
                  </a:lnTo>
                  <a:lnTo>
                    <a:pt x="14983" y="6951"/>
                  </a:lnTo>
                  <a:lnTo>
                    <a:pt x="14519" y="7067"/>
                  </a:lnTo>
                  <a:lnTo>
                    <a:pt x="14056" y="7144"/>
                  </a:lnTo>
                  <a:lnTo>
                    <a:pt x="13515" y="7144"/>
                  </a:lnTo>
                  <a:lnTo>
                    <a:pt x="13206" y="7106"/>
                  </a:lnTo>
                  <a:lnTo>
                    <a:pt x="12936" y="6990"/>
                  </a:lnTo>
                  <a:lnTo>
                    <a:pt x="12820" y="6951"/>
                  </a:lnTo>
                  <a:lnTo>
                    <a:pt x="12782" y="6874"/>
                  </a:lnTo>
                  <a:lnTo>
                    <a:pt x="12782" y="6758"/>
                  </a:lnTo>
                  <a:lnTo>
                    <a:pt x="12859" y="6642"/>
                  </a:lnTo>
                  <a:lnTo>
                    <a:pt x="12936" y="6449"/>
                  </a:lnTo>
                  <a:lnTo>
                    <a:pt x="13052" y="6333"/>
                  </a:lnTo>
                  <a:lnTo>
                    <a:pt x="13206" y="6295"/>
                  </a:lnTo>
                  <a:close/>
                  <a:moveTo>
                    <a:pt x="15523" y="7222"/>
                  </a:moveTo>
                  <a:lnTo>
                    <a:pt x="16064" y="7608"/>
                  </a:lnTo>
                  <a:lnTo>
                    <a:pt x="16334" y="7839"/>
                  </a:lnTo>
                  <a:lnTo>
                    <a:pt x="16566" y="8071"/>
                  </a:lnTo>
                  <a:lnTo>
                    <a:pt x="16798" y="8303"/>
                  </a:lnTo>
                  <a:lnTo>
                    <a:pt x="16991" y="8573"/>
                  </a:lnTo>
                  <a:lnTo>
                    <a:pt x="17068" y="8882"/>
                  </a:lnTo>
                  <a:lnTo>
                    <a:pt x="17107" y="9036"/>
                  </a:lnTo>
                  <a:lnTo>
                    <a:pt x="17107" y="9229"/>
                  </a:lnTo>
                  <a:lnTo>
                    <a:pt x="17068" y="9423"/>
                  </a:lnTo>
                  <a:lnTo>
                    <a:pt x="16952" y="9538"/>
                  </a:lnTo>
                  <a:lnTo>
                    <a:pt x="16836" y="9616"/>
                  </a:lnTo>
                  <a:lnTo>
                    <a:pt x="16682" y="9654"/>
                  </a:lnTo>
                  <a:lnTo>
                    <a:pt x="16527" y="9654"/>
                  </a:lnTo>
                  <a:lnTo>
                    <a:pt x="16373" y="9577"/>
                  </a:lnTo>
                  <a:lnTo>
                    <a:pt x="16218" y="9461"/>
                  </a:lnTo>
                  <a:lnTo>
                    <a:pt x="16103" y="9307"/>
                  </a:lnTo>
                  <a:lnTo>
                    <a:pt x="15909" y="8959"/>
                  </a:lnTo>
                  <a:lnTo>
                    <a:pt x="15716" y="8573"/>
                  </a:lnTo>
                  <a:lnTo>
                    <a:pt x="15639" y="8226"/>
                  </a:lnTo>
                  <a:lnTo>
                    <a:pt x="15562" y="7917"/>
                  </a:lnTo>
                  <a:lnTo>
                    <a:pt x="15523" y="7569"/>
                  </a:lnTo>
                  <a:lnTo>
                    <a:pt x="15523" y="7222"/>
                  </a:lnTo>
                  <a:close/>
                  <a:moveTo>
                    <a:pt x="5020" y="464"/>
                  </a:moveTo>
                  <a:lnTo>
                    <a:pt x="5638" y="541"/>
                  </a:lnTo>
                  <a:lnTo>
                    <a:pt x="6217" y="696"/>
                  </a:lnTo>
                  <a:lnTo>
                    <a:pt x="6758" y="927"/>
                  </a:lnTo>
                  <a:lnTo>
                    <a:pt x="7260" y="1236"/>
                  </a:lnTo>
                  <a:lnTo>
                    <a:pt x="7723" y="1622"/>
                  </a:lnTo>
                  <a:lnTo>
                    <a:pt x="8186" y="2047"/>
                  </a:lnTo>
                  <a:lnTo>
                    <a:pt x="8534" y="2549"/>
                  </a:lnTo>
                  <a:lnTo>
                    <a:pt x="8804" y="3013"/>
                  </a:lnTo>
                  <a:lnTo>
                    <a:pt x="9036" y="3437"/>
                  </a:lnTo>
                  <a:lnTo>
                    <a:pt x="9229" y="3901"/>
                  </a:lnTo>
                  <a:lnTo>
                    <a:pt x="9384" y="4403"/>
                  </a:lnTo>
                  <a:lnTo>
                    <a:pt x="9654" y="5368"/>
                  </a:lnTo>
                  <a:lnTo>
                    <a:pt x="9924" y="6333"/>
                  </a:lnTo>
                  <a:lnTo>
                    <a:pt x="10040" y="6758"/>
                  </a:lnTo>
                  <a:lnTo>
                    <a:pt x="10194" y="7144"/>
                  </a:lnTo>
                  <a:lnTo>
                    <a:pt x="10388" y="7530"/>
                  </a:lnTo>
                  <a:lnTo>
                    <a:pt x="10619" y="7878"/>
                  </a:lnTo>
                  <a:lnTo>
                    <a:pt x="10890" y="8187"/>
                  </a:lnTo>
                  <a:lnTo>
                    <a:pt x="11198" y="8419"/>
                  </a:lnTo>
                  <a:lnTo>
                    <a:pt x="11585" y="8612"/>
                  </a:lnTo>
                  <a:lnTo>
                    <a:pt x="12009" y="8766"/>
                  </a:lnTo>
                  <a:lnTo>
                    <a:pt x="12357" y="8805"/>
                  </a:lnTo>
                  <a:lnTo>
                    <a:pt x="12704" y="8766"/>
                  </a:lnTo>
                  <a:lnTo>
                    <a:pt x="13013" y="8728"/>
                  </a:lnTo>
                  <a:lnTo>
                    <a:pt x="13322" y="8650"/>
                  </a:lnTo>
                  <a:lnTo>
                    <a:pt x="13631" y="8534"/>
                  </a:lnTo>
                  <a:lnTo>
                    <a:pt x="13901" y="8419"/>
                  </a:lnTo>
                  <a:lnTo>
                    <a:pt x="14172" y="8226"/>
                  </a:lnTo>
                  <a:lnTo>
                    <a:pt x="14442" y="8071"/>
                  </a:lnTo>
                  <a:lnTo>
                    <a:pt x="13940" y="8689"/>
                  </a:lnTo>
                  <a:lnTo>
                    <a:pt x="13361" y="9307"/>
                  </a:lnTo>
                  <a:lnTo>
                    <a:pt x="12743" y="9847"/>
                  </a:lnTo>
                  <a:lnTo>
                    <a:pt x="12087" y="10311"/>
                  </a:lnTo>
                  <a:lnTo>
                    <a:pt x="11392" y="10735"/>
                  </a:lnTo>
                  <a:lnTo>
                    <a:pt x="10658" y="11083"/>
                  </a:lnTo>
                  <a:lnTo>
                    <a:pt x="9847" y="11353"/>
                  </a:lnTo>
                  <a:lnTo>
                    <a:pt x="9036" y="11585"/>
                  </a:lnTo>
                  <a:lnTo>
                    <a:pt x="8418" y="11662"/>
                  </a:lnTo>
                  <a:lnTo>
                    <a:pt x="7839" y="11739"/>
                  </a:lnTo>
                  <a:lnTo>
                    <a:pt x="7260" y="11739"/>
                  </a:lnTo>
                  <a:lnTo>
                    <a:pt x="6680" y="11701"/>
                  </a:lnTo>
                  <a:lnTo>
                    <a:pt x="6101" y="11624"/>
                  </a:lnTo>
                  <a:lnTo>
                    <a:pt x="5561" y="11508"/>
                  </a:lnTo>
                  <a:lnTo>
                    <a:pt x="5020" y="11353"/>
                  </a:lnTo>
                  <a:lnTo>
                    <a:pt x="4518" y="11160"/>
                  </a:lnTo>
                  <a:lnTo>
                    <a:pt x="4016" y="10929"/>
                  </a:lnTo>
                  <a:lnTo>
                    <a:pt x="3514" y="10620"/>
                  </a:lnTo>
                  <a:lnTo>
                    <a:pt x="3089" y="10311"/>
                  </a:lnTo>
                  <a:lnTo>
                    <a:pt x="2626" y="9925"/>
                  </a:lnTo>
                  <a:lnTo>
                    <a:pt x="2240" y="9538"/>
                  </a:lnTo>
                  <a:lnTo>
                    <a:pt x="1854" y="9075"/>
                  </a:lnTo>
                  <a:lnTo>
                    <a:pt x="1545" y="8573"/>
                  </a:lnTo>
                  <a:lnTo>
                    <a:pt x="1236" y="8071"/>
                  </a:lnTo>
                  <a:lnTo>
                    <a:pt x="965" y="7492"/>
                  </a:lnTo>
                  <a:lnTo>
                    <a:pt x="734" y="6913"/>
                  </a:lnTo>
                  <a:lnTo>
                    <a:pt x="579" y="6295"/>
                  </a:lnTo>
                  <a:lnTo>
                    <a:pt x="464" y="5677"/>
                  </a:lnTo>
                  <a:lnTo>
                    <a:pt x="425" y="5059"/>
                  </a:lnTo>
                  <a:lnTo>
                    <a:pt x="425" y="4441"/>
                  </a:lnTo>
                  <a:lnTo>
                    <a:pt x="541" y="3823"/>
                  </a:lnTo>
                  <a:lnTo>
                    <a:pt x="695" y="3244"/>
                  </a:lnTo>
                  <a:lnTo>
                    <a:pt x="965" y="2704"/>
                  </a:lnTo>
                  <a:lnTo>
                    <a:pt x="1313" y="2163"/>
                  </a:lnTo>
                  <a:lnTo>
                    <a:pt x="1699" y="1738"/>
                  </a:lnTo>
                  <a:lnTo>
                    <a:pt x="2163" y="1313"/>
                  </a:lnTo>
                  <a:lnTo>
                    <a:pt x="2665" y="1005"/>
                  </a:lnTo>
                  <a:lnTo>
                    <a:pt x="3205" y="734"/>
                  </a:lnTo>
                  <a:lnTo>
                    <a:pt x="3784" y="580"/>
                  </a:lnTo>
                  <a:lnTo>
                    <a:pt x="4402" y="464"/>
                  </a:lnTo>
                  <a:close/>
                  <a:moveTo>
                    <a:pt x="4634" y="1"/>
                  </a:moveTo>
                  <a:lnTo>
                    <a:pt x="4248" y="39"/>
                  </a:lnTo>
                  <a:lnTo>
                    <a:pt x="3900" y="78"/>
                  </a:lnTo>
                  <a:lnTo>
                    <a:pt x="3514" y="155"/>
                  </a:lnTo>
                  <a:lnTo>
                    <a:pt x="3128" y="271"/>
                  </a:lnTo>
                  <a:lnTo>
                    <a:pt x="2780" y="425"/>
                  </a:lnTo>
                  <a:lnTo>
                    <a:pt x="2433" y="618"/>
                  </a:lnTo>
                  <a:lnTo>
                    <a:pt x="2085" y="850"/>
                  </a:lnTo>
                  <a:lnTo>
                    <a:pt x="1622" y="1198"/>
                  </a:lnTo>
                  <a:lnTo>
                    <a:pt x="1236" y="1584"/>
                  </a:lnTo>
                  <a:lnTo>
                    <a:pt x="888" y="2009"/>
                  </a:lnTo>
                  <a:lnTo>
                    <a:pt x="618" y="2433"/>
                  </a:lnTo>
                  <a:lnTo>
                    <a:pt x="386" y="2897"/>
                  </a:lnTo>
                  <a:lnTo>
                    <a:pt x="232" y="3399"/>
                  </a:lnTo>
                  <a:lnTo>
                    <a:pt x="77" y="3901"/>
                  </a:lnTo>
                  <a:lnTo>
                    <a:pt x="0" y="4403"/>
                  </a:lnTo>
                  <a:lnTo>
                    <a:pt x="0" y="4905"/>
                  </a:lnTo>
                  <a:lnTo>
                    <a:pt x="0" y="5445"/>
                  </a:lnTo>
                  <a:lnTo>
                    <a:pt x="77" y="5986"/>
                  </a:lnTo>
                  <a:lnTo>
                    <a:pt x="155" y="6488"/>
                  </a:lnTo>
                  <a:lnTo>
                    <a:pt x="309" y="7028"/>
                  </a:lnTo>
                  <a:lnTo>
                    <a:pt x="464" y="7530"/>
                  </a:lnTo>
                  <a:lnTo>
                    <a:pt x="695" y="8032"/>
                  </a:lnTo>
                  <a:lnTo>
                    <a:pt x="927" y="8496"/>
                  </a:lnTo>
                  <a:lnTo>
                    <a:pt x="1274" y="9075"/>
                  </a:lnTo>
                  <a:lnTo>
                    <a:pt x="1661" y="9616"/>
                  </a:lnTo>
                  <a:lnTo>
                    <a:pt x="2124" y="10079"/>
                  </a:lnTo>
                  <a:lnTo>
                    <a:pt x="2587" y="10542"/>
                  </a:lnTo>
                  <a:lnTo>
                    <a:pt x="3089" y="10929"/>
                  </a:lnTo>
                  <a:lnTo>
                    <a:pt x="3591" y="11276"/>
                  </a:lnTo>
                  <a:lnTo>
                    <a:pt x="4171" y="11546"/>
                  </a:lnTo>
                  <a:lnTo>
                    <a:pt x="4750" y="11778"/>
                  </a:lnTo>
                  <a:lnTo>
                    <a:pt x="4750" y="11933"/>
                  </a:lnTo>
                  <a:lnTo>
                    <a:pt x="5097" y="11894"/>
                  </a:lnTo>
                  <a:lnTo>
                    <a:pt x="5908" y="12087"/>
                  </a:lnTo>
                  <a:lnTo>
                    <a:pt x="6719" y="12203"/>
                  </a:lnTo>
                  <a:lnTo>
                    <a:pt x="7569" y="12241"/>
                  </a:lnTo>
                  <a:lnTo>
                    <a:pt x="8418" y="12164"/>
                  </a:lnTo>
                  <a:lnTo>
                    <a:pt x="9190" y="12048"/>
                  </a:lnTo>
                  <a:lnTo>
                    <a:pt x="9963" y="11855"/>
                  </a:lnTo>
                  <a:lnTo>
                    <a:pt x="10310" y="11739"/>
                  </a:lnTo>
                  <a:lnTo>
                    <a:pt x="10272" y="11739"/>
                  </a:lnTo>
                  <a:lnTo>
                    <a:pt x="11083" y="11431"/>
                  </a:lnTo>
                  <a:lnTo>
                    <a:pt x="11855" y="11044"/>
                  </a:lnTo>
                  <a:lnTo>
                    <a:pt x="12550" y="10581"/>
                  </a:lnTo>
                  <a:lnTo>
                    <a:pt x="13245" y="10079"/>
                  </a:lnTo>
                  <a:lnTo>
                    <a:pt x="13863" y="9500"/>
                  </a:lnTo>
                  <a:lnTo>
                    <a:pt x="14133" y="9191"/>
                  </a:lnTo>
                  <a:lnTo>
                    <a:pt x="14403" y="8882"/>
                  </a:lnTo>
                  <a:lnTo>
                    <a:pt x="14635" y="8534"/>
                  </a:lnTo>
                  <a:lnTo>
                    <a:pt x="14867" y="8187"/>
                  </a:lnTo>
                  <a:lnTo>
                    <a:pt x="15060" y="7801"/>
                  </a:lnTo>
                  <a:lnTo>
                    <a:pt x="15253" y="7415"/>
                  </a:lnTo>
                  <a:lnTo>
                    <a:pt x="15253" y="7917"/>
                  </a:lnTo>
                  <a:lnTo>
                    <a:pt x="15330" y="8419"/>
                  </a:lnTo>
                  <a:lnTo>
                    <a:pt x="15485" y="8882"/>
                  </a:lnTo>
                  <a:lnTo>
                    <a:pt x="15678" y="9345"/>
                  </a:lnTo>
                  <a:lnTo>
                    <a:pt x="15794" y="9538"/>
                  </a:lnTo>
                  <a:lnTo>
                    <a:pt x="15948" y="9731"/>
                  </a:lnTo>
                  <a:lnTo>
                    <a:pt x="16103" y="9886"/>
                  </a:lnTo>
                  <a:lnTo>
                    <a:pt x="16257" y="10040"/>
                  </a:lnTo>
                  <a:lnTo>
                    <a:pt x="16489" y="10156"/>
                  </a:lnTo>
                  <a:lnTo>
                    <a:pt x="16682" y="10195"/>
                  </a:lnTo>
                  <a:lnTo>
                    <a:pt x="16913" y="10156"/>
                  </a:lnTo>
                  <a:lnTo>
                    <a:pt x="17107" y="10040"/>
                  </a:lnTo>
                  <a:lnTo>
                    <a:pt x="17300" y="9886"/>
                  </a:lnTo>
                  <a:lnTo>
                    <a:pt x="17377" y="9693"/>
                  </a:lnTo>
                  <a:lnTo>
                    <a:pt x="17454" y="9500"/>
                  </a:lnTo>
                  <a:lnTo>
                    <a:pt x="17493" y="9268"/>
                  </a:lnTo>
                  <a:lnTo>
                    <a:pt x="17493" y="9075"/>
                  </a:lnTo>
                  <a:lnTo>
                    <a:pt x="17454" y="8843"/>
                  </a:lnTo>
                  <a:lnTo>
                    <a:pt x="17415" y="8650"/>
                  </a:lnTo>
                  <a:lnTo>
                    <a:pt x="17338" y="8457"/>
                  </a:lnTo>
                  <a:lnTo>
                    <a:pt x="17222" y="8226"/>
                  </a:lnTo>
                  <a:lnTo>
                    <a:pt x="17068" y="8032"/>
                  </a:lnTo>
                  <a:lnTo>
                    <a:pt x="16720" y="7646"/>
                  </a:lnTo>
                  <a:lnTo>
                    <a:pt x="16334" y="7299"/>
                  </a:lnTo>
                  <a:lnTo>
                    <a:pt x="15909" y="6990"/>
                  </a:lnTo>
                  <a:lnTo>
                    <a:pt x="16373" y="6990"/>
                  </a:lnTo>
                  <a:lnTo>
                    <a:pt x="16875" y="6913"/>
                  </a:lnTo>
                  <a:lnTo>
                    <a:pt x="17338" y="6720"/>
                  </a:lnTo>
                  <a:lnTo>
                    <a:pt x="17763" y="6488"/>
                  </a:lnTo>
                  <a:lnTo>
                    <a:pt x="17917" y="6333"/>
                  </a:lnTo>
                  <a:lnTo>
                    <a:pt x="18110" y="6140"/>
                  </a:lnTo>
                  <a:lnTo>
                    <a:pt x="18265" y="5947"/>
                  </a:lnTo>
                  <a:lnTo>
                    <a:pt x="18381" y="5716"/>
                  </a:lnTo>
                  <a:lnTo>
                    <a:pt x="18458" y="5484"/>
                  </a:lnTo>
                  <a:lnTo>
                    <a:pt x="18458" y="5214"/>
                  </a:lnTo>
                  <a:lnTo>
                    <a:pt x="18381" y="4982"/>
                  </a:lnTo>
                  <a:lnTo>
                    <a:pt x="18304" y="4905"/>
                  </a:lnTo>
                  <a:lnTo>
                    <a:pt x="18226" y="4789"/>
                  </a:lnTo>
                  <a:lnTo>
                    <a:pt x="18033" y="4673"/>
                  </a:lnTo>
                  <a:lnTo>
                    <a:pt x="17802" y="4596"/>
                  </a:lnTo>
                  <a:lnTo>
                    <a:pt x="17609" y="4557"/>
                  </a:lnTo>
                  <a:lnTo>
                    <a:pt x="17377" y="4557"/>
                  </a:lnTo>
                  <a:lnTo>
                    <a:pt x="17145" y="4634"/>
                  </a:lnTo>
                  <a:lnTo>
                    <a:pt x="16913" y="4712"/>
                  </a:lnTo>
                  <a:lnTo>
                    <a:pt x="16720" y="4789"/>
                  </a:lnTo>
                  <a:lnTo>
                    <a:pt x="16566" y="4905"/>
                  </a:lnTo>
                  <a:lnTo>
                    <a:pt x="16373" y="5098"/>
                  </a:lnTo>
                  <a:lnTo>
                    <a:pt x="16180" y="5291"/>
                  </a:lnTo>
                  <a:lnTo>
                    <a:pt x="15871" y="5716"/>
                  </a:lnTo>
                  <a:lnTo>
                    <a:pt x="15639" y="6179"/>
                  </a:lnTo>
                  <a:lnTo>
                    <a:pt x="15485" y="6681"/>
                  </a:lnTo>
                  <a:lnTo>
                    <a:pt x="15407" y="6681"/>
                  </a:lnTo>
                  <a:lnTo>
                    <a:pt x="15330" y="6720"/>
                  </a:lnTo>
                  <a:lnTo>
                    <a:pt x="14983" y="6411"/>
                  </a:lnTo>
                  <a:lnTo>
                    <a:pt x="14597" y="6179"/>
                  </a:lnTo>
                  <a:lnTo>
                    <a:pt x="14172" y="6024"/>
                  </a:lnTo>
                  <a:lnTo>
                    <a:pt x="13708" y="5947"/>
                  </a:lnTo>
                  <a:lnTo>
                    <a:pt x="13322" y="5909"/>
                  </a:lnTo>
                  <a:lnTo>
                    <a:pt x="13091" y="5947"/>
                  </a:lnTo>
                  <a:lnTo>
                    <a:pt x="12897" y="5986"/>
                  </a:lnTo>
                  <a:lnTo>
                    <a:pt x="12704" y="6063"/>
                  </a:lnTo>
                  <a:lnTo>
                    <a:pt x="12511" y="6140"/>
                  </a:lnTo>
                  <a:lnTo>
                    <a:pt x="12357" y="6295"/>
                  </a:lnTo>
                  <a:lnTo>
                    <a:pt x="12280" y="6449"/>
                  </a:lnTo>
                  <a:lnTo>
                    <a:pt x="12202" y="6642"/>
                  </a:lnTo>
                  <a:lnTo>
                    <a:pt x="12241" y="6835"/>
                  </a:lnTo>
                  <a:lnTo>
                    <a:pt x="12318" y="6990"/>
                  </a:lnTo>
                  <a:lnTo>
                    <a:pt x="12434" y="7106"/>
                  </a:lnTo>
                  <a:lnTo>
                    <a:pt x="12589" y="7260"/>
                  </a:lnTo>
                  <a:lnTo>
                    <a:pt x="12782" y="7337"/>
                  </a:lnTo>
                  <a:lnTo>
                    <a:pt x="13129" y="7453"/>
                  </a:lnTo>
                  <a:lnTo>
                    <a:pt x="13477" y="7530"/>
                  </a:lnTo>
                  <a:lnTo>
                    <a:pt x="13824" y="7530"/>
                  </a:lnTo>
                  <a:lnTo>
                    <a:pt x="14172" y="7492"/>
                  </a:lnTo>
                  <a:lnTo>
                    <a:pt x="14519" y="7415"/>
                  </a:lnTo>
                  <a:lnTo>
                    <a:pt x="14133" y="7762"/>
                  </a:lnTo>
                  <a:lnTo>
                    <a:pt x="13708" y="8032"/>
                  </a:lnTo>
                  <a:lnTo>
                    <a:pt x="13477" y="8110"/>
                  </a:lnTo>
                  <a:lnTo>
                    <a:pt x="13245" y="8226"/>
                  </a:lnTo>
                  <a:lnTo>
                    <a:pt x="13013" y="8264"/>
                  </a:lnTo>
                  <a:lnTo>
                    <a:pt x="12743" y="8303"/>
                  </a:lnTo>
                  <a:lnTo>
                    <a:pt x="12357" y="8303"/>
                  </a:lnTo>
                  <a:lnTo>
                    <a:pt x="11971" y="8264"/>
                  </a:lnTo>
                  <a:lnTo>
                    <a:pt x="11662" y="8110"/>
                  </a:lnTo>
                  <a:lnTo>
                    <a:pt x="11353" y="7955"/>
                  </a:lnTo>
                  <a:lnTo>
                    <a:pt x="11083" y="7685"/>
                  </a:lnTo>
                  <a:lnTo>
                    <a:pt x="10890" y="7415"/>
                  </a:lnTo>
                  <a:lnTo>
                    <a:pt x="10696" y="7106"/>
                  </a:lnTo>
                  <a:lnTo>
                    <a:pt x="10542" y="6720"/>
                  </a:lnTo>
                  <a:lnTo>
                    <a:pt x="10388" y="6218"/>
                  </a:lnTo>
                  <a:lnTo>
                    <a:pt x="10233" y="5716"/>
                  </a:lnTo>
                  <a:lnTo>
                    <a:pt x="9963" y="4673"/>
                  </a:lnTo>
                  <a:lnTo>
                    <a:pt x="9847" y="4171"/>
                  </a:lnTo>
                  <a:lnTo>
                    <a:pt x="9654" y="3669"/>
                  </a:lnTo>
                  <a:lnTo>
                    <a:pt x="9461" y="3167"/>
                  </a:lnTo>
                  <a:lnTo>
                    <a:pt x="9229" y="2704"/>
                  </a:lnTo>
                  <a:lnTo>
                    <a:pt x="8843" y="2163"/>
                  </a:lnTo>
                  <a:lnTo>
                    <a:pt x="8457" y="1700"/>
                  </a:lnTo>
                  <a:lnTo>
                    <a:pt x="7993" y="1275"/>
                  </a:lnTo>
                  <a:lnTo>
                    <a:pt x="7530" y="889"/>
                  </a:lnTo>
                  <a:lnTo>
                    <a:pt x="6989" y="580"/>
                  </a:lnTo>
                  <a:lnTo>
                    <a:pt x="6449" y="348"/>
                  </a:lnTo>
                  <a:lnTo>
                    <a:pt x="5870" y="155"/>
                  </a:lnTo>
                  <a:lnTo>
                    <a:pt x="5290" y="39"/>
                  </a:lnTo>
                  <a:lnTo>
                    <a:pt x="502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5" name="Google Shape;5715;p22"/>
            <p:cNvSpPr/>
            <p:nvPr/>
          </p:nvSpPr>
          <p:spPr>
            <a:xfrm>
              <a:off x="5932850" y="4466275"/>
              <a:ext cx="200800" cy="230725"/>
            </a:xfrm>
            <a:custGeom>
              <a:avLst/>
              <a:gdLst/>
              <a:ahLst/>
              <a:cxnLst/>
              <a:rect l="l" t="t" r="r" b="b"/>
              <a:pathLst>
                <a:path w="8032" h="9229" extrusionOk="0">
                  <a:moveTo>
                    <a:pt x="2047" y="0"/>
                  </a:moveTo>
                  <a:lnTo>
                    <a:pt x="1892" y="77"/>
                  </a:lnTo>
                  <a:lnTo>
                    <a:pt x="1738" y="154"/>
                  </a:lnTo>
                  <a:lnTo>
                    <a:pt x="1429" y="425"/>
                  </a:lnTo>
                  <a:lnTo>
                    <a:pt x="1197" y="734"/>
                  </a:lnTo>
                  <a:lnTo>
                    <a:pt x="965" y="1004"/>
                  </a:lnTo>
                  <a:lnTo>
                    <a:pt x="734" y="1352"/>
                  </a:lnTo>
                  <a:lnTo>
                    <a:pt x="502" y="1738"/>
                  </a:lnTo>
                  <a:lnTo>
                    <a:pt x="348" y="2124"/>
                  </a:lnTo>
                  <a:lnTo>
                    <a:pt x="193" y="2549"/>
                  </a:lnTo>
                  <a:lnTo>
                    <a:pt x="77" y="3012"/>
                  </a:lnTo>
                  <a:lnTo>
                    <a:pt x="39" y="3475"/>
                  </a:lnTo>
                  <a:lnTo>
                    <a:pt x="0" y="3939"/>
                  </a:lnTo>
                  <a:lnTo>
                    <a:pt x="77" y="4441"/>
                  </a:lnTo>
                  <a:lnTo>
                    <a:pt x="155" y="4904"/>
                  </a:lnTo>
                  <a:lnTo>
                    <a:pt x="270" y="5329"/>
                  </a:lnTo>
                  <a:lnTo>
                    <a:pt x="463" y="5792"/>
                  </a:lnTo>
                  <a:lnTo>
                    <a:pt x="695" y="6178"/>
                  </a:lnTo>
                  <a:lnTo>
                    <a:pt x="1043" y="6178"/>
                  </a:lnTo>
                  <a:lnTo>
                    <a:pt x="888" y="5831"/>
                  </a:lnTo>
                  <a:lnTo>
                    <a:pt x="734" y="5483"/>
                  </a:lnTo>
                  <a:lnTo>
                    <a:pt x="657" y="5136"/>
                  </a:lnTo>
                  <a:lnTo>
                    <a:pt x="541" y="4788"/>
                  </a:lnTo>
                  <a:lnTo>
                    <a:pt x="502" y="4402"/>
                  </a:lnTo>
                  <a:lnTo>
                    <a:pt x="463" y="4055"/>
                  </a:lnTo>
                  <a:lnTo>
                    <a:pt x="463" y="3668"/>
                  </a:lnTo>
                  <a:lnTo>
                    <a:pt x="463" y="3321"/>
                  </a:lnTo>
                  <a:lnTo>
                    <a:pt x="541" y="2973"/>
                  </a:lnTo>
                  <a:lnTo>
                    <a:pt x="618" y="2626"/>
                  </a:lnTo>
                  <a:lnTo>
                    <a:pt x="734" y="2278"/>
                  </a:lnTo>
                  <a:lnTo>
                    <a:pt x="850" y="1931"/>
                  </a:lnTo>
                  <a:lnTo>
                    <a:pt x="1043" y="1622"/>
                  </a:lnTo>
                  <a:lnTo>
                    <a:pt x="1236" y="1313"/>
                  </a:lnTo>
                  <a:lnTo>
                    <a:pt x="1467" y="1004"/>
                  </a:lnTo>
                  <a:lnTo>
                    <a:pt x="1776" y="734"/>
                  </a:lnTo>
                  <a:lnTo>
                    <a:pt x="1969" y="579"/>
                  </a:lnTo>
                  <a:lnTo>
                    <a:pt x="2085" y="502"/>
                  </a:lnTo>
                  <a:lnTo>
                    <a:pt x="2201" y="463"/>
                  </a:lnTo>
                  <a:lnTo>
                    <a:pt x="2317" y="579"/>
                  </a:lnTo>
                  <a:lnTo>
                    <a:pt x="2433" y="811"/>
                  </a:lnTo>
                  <a:lnTo>
                    <a:pt x="2587" y="1197"/>
                  </a:lnTo>
                  <a:lnTo>
                    <a:pt x="2742" y="1583"/>
                  </a:lnTo>
                  <a:lnTo>
                    <a:pt x="2858" y="1931"/>
                  </a:lnTo>
                  <a:lnTo>
                    <a:pt x="2973" y="2317"/>
                  </a:lnTo>
                  <a:lnTo>
                    <a:pt x="3051" y="2703"/>
                  </a:lnTo>
                  <a:lnTo>
                    <a:pt x="3089" y="3089"/>
                  </a:lnTo>
                  <a:lnTo>
                    <a:pt x="3089" y="3437"/>
                  </a:lnTo>
                  <a:lnTo>
                    <a:pt x="3051" y="3784"/>
                  </a:lnTo>
                  <a:lnTo>
                    <a:pt x="3012" y="4132"/>
                  </a:lnTo>
                  <a:lnTo>
                    <a:pt x="2896" y="4479"/>
                  </a:lnTo>
                  <a:lnTo>
                    <a:pt x="2780" y="4788"/>
                  </a:lnTo>
                  <a:lnTo>
                    <a:pt x="2587" y="5136"/>
                  </a:lnTo>
                  <a:lnTo>
                    <a:pt x="2394" y="5445"/>
                  </a:lnTo>
                  <a:lnTo>
                    <a:pt x="2356" y="5522"/>
                  </a:lnTo>
                  <a:lnTo>
                    <a:pt x="2394" y="5638"/>
                  </a:lnTo>
                  <a:lnTo>
                    <a:pt x="2356" y="5715"/>
                  </a:lnTo>
                  <a:lnTo>
                    <a:pt x="2356" y="5754"/>
                  </a:lnTo>
                  <a:lnTo>
                    <a:pt x="2394" y="5792"/>
                  </a:lnTo>
                  <a:lnTo>
                    <a:pt x="2471" y="5792"/>
                  </a:lnTo>
                  <a:lnTo>
                    <a:pt x="2626" y="5715"/>
                  </a:lnTo>
                  <a:lnTo>
                    <a:pt x="2819" y="5676"/>
                  </a:lnTo>
                  <a:lnTo>
                    <a:pt x="3205" y="5676"/>
                  </a:lnTo>
                  <a:lnTo>
                    <a:pt x="3630" y="5715"/>
                  </a:lnTo>
                  <a:lnTo>
                    <a:pt x="4055" y="5792"/>
                  </a:lnTo>
                  <a:lnTo>
                    <a:pt x="4441" y="5947"/>
                  </a:lnTo>
                  <a:lnTo>
                    <a:pt x="4866" y="6101"/>
                  </a:lnTo>
                  <a:lnTo>
                    <a:pt x="5213" y="6256"/>
                  </a:lnTo>
                  <a:lnTo>
                    <a:pt x="5522" y="6449"/>
                  </a:lnTo>
                  <a:lnTo>
                    <a:pt x="5831" y="6642"/>
                  </a:lnTo>
                  <a:lnTo>
                    <a:pt x="6140" y="6835"/>
                  </a:lnTo>
                  <a:lnTo>
                    <a:pt x="6410" y="7067"/>
                  </a:lnTo>
                  <a:lnTo>
                    <a:pt x="6680" y="7337"/>
                  </a:lnTo>
                  <a:lnTo>
                    <a:pt x="6912" y="7607"/>
                  </a:lnTo>
                  <a:lnTo>
                    <a:pt x="7144" y="7877"/>
                  </a:lnTo>
                  <a:lnTo>
                    <a:pt x="7337" y="8186"/>
                  </a:lnTo>
                  <a:lnTo>
                    <a:pt x="7530" y="8534"/>
                  </a:lnTo>
                  <a:lnTo>
                    <a:pt x="7105" y="8650"/>
                  </a:lnTo>
                  <a:lnTo>
                    <a:pt x="6680" y="8727"/>
                  </a:lnTo>
                  <a:lnTo>
                    <a:pt x="6294" y="8766"/>
                  </a:lnTo>
                  <a:lnTo>
                    <a:pt x="5870" y="8804"/>
                  </a:lnTo>
                  <a:lnTo>
                    <a:pt x="5483" y="8804"/>
                  </a:lnTo>
                  <a:lnTo>
                    <a:pt x="5059" y="8727"/>
                  </a:lnTo>
                  <a:lnTo>
                    <a:pt x="4672" y="8611"/>
                  </a:lnTo>
                  <a:lnTo>
                    <a:pt x="4248" y="8457"/>
                  </a:lnTo>
                  <a:lnTo>
                    <a:pt x="3900" y="8264"/>
                  </a:lnTo>
                  <a:lnTo>
                    <a:pt x="3591" y="8071"/>
                  </a:lnTo>
                  <a:lnTo>
                    <a:pt x="3012" y="7607"/>
                  </a:lnTo>
                  <a:lnTo>
                    <a:pt x="2471" y="7105"/>
                  </a:lnTo>
                  <a:lnTo>
                    <a:pt x="1931" y="6565"/>
                  </a:lnTo>
                  <a:lnTo>
                    <a:pt x="1854" y="6526"/>
                  </a:lnTo>
                  <a:lnTo>
                    <a:pt x="1815" y="6487"/>
                  </a:lnTo>
                  <a:lnTo>
                    <a:pt x="1661" y="6526"/>
                  </a:lnTo>
                  <a:lnTo>
                    <a:pt x="1622" y="6526"/>
                  </a:lnTo>
                  <a:lnTo>
                    <a:pt x="1583" y="6565"/>
                  </a:lnTo>
                  <a:lnTo>
                    <a:pt x="1429" y="6835"/>
                  </a:lnTo>
                  <a:lnTo>
                    <a:pt x="1661" y="6873"/>
                  </a:lnTo>
                  <a:lnTo>
                    <a:pt x="2278" y="7491"/>
                  </a:lnTo>
                  <a:lnTo>
                    <a:pt x="2896" y="8071"/>
                  </a:lnTo>
                  <a:lnTo>
                    <a:pt x="3244" y="8341"/>
                  </a:lnTo>
                  <a:lnTo>
                    <a:pt x="3630" y="8573"/>
                  </a:lnTo>
                  <a:lnTo>
                    <a:pt x="3977" y="8766"/>
                  </a:lnTo>
                  <a:lnTo>
                    <a:pt x="4364" y="8959"/>
                  </a:lnTo>
                  <a:lnTo>
                    <a:pt x="4827" y="9113"/>
                  </a:lnTo>
                  <a:lnTo>
                    <a:pt x="5252" y="9190"/>
                  </a:lnTo>
                  <a:lnTo>
                    <a:pt x="5676" y="9229"/>
                  </a:lnTo>
                  <a:lnTo>
                    <a:pt x="6140" y="9229"/>
                  </a:lnTo>
                  <a:lnTo>
                    <a:pt x="6565" y="9152"/>
                  </a:lnTo>
                  <a:lnTo>
                    <a:pt x="6989" y="9074"/>
                  </a:lnTo>
                  <a:lnTo>
                    <a:pt x="7878" y="8843"/>
                  </a:lnTo>
                  <a:lnTo>
                    <a:pt x="7955" y="8804"/>
                  </a:lnTo>
                  <a:lnTo>
                    <a:pt x="7993" y="8727"/>
                  </a:lnTo>
                  <a:lnTo>
                    <a:pt x="8032" y="8650"/>
                  </a:lnTo>
                  <a:lnTo>
                    <a:pt x="7993" y="8534"/>
                  </a:lnTo>
                  <a:lnTo>
                    <a:pt x="7762" y="8109"/>
                  </a:lnTo>
                  <a:lnTo>
                    <a:pt x="7491" y="7684"/>
                  </a:lnTo>
                  <a:lnTo>
                    <a:pt x="7221" y="7298"/>
                  </a:lnTo>
                  <a:lnTo>
                    <a:pt x="6874" y="6912"/>
                  </a:lnTo>
                  <a:lnTo>
                    <a:pt x="6526" y="6603"/>
                  </a:lnTo>
                  <a:lnTo>
                    <a:pt x="6140" y="6294"/>
                  </a:lnTo>
                  <a:lnTo>
                    <a:pt x="5715" y="6024"/>
                  </a:lnTo>
                  <a:lnTo>
                    <a:pt x="5252" y="5792"/>
                  </a:lnTo>
                  <a:lnTo>
                    <a:pt x="4827" y="5638"/>
                  </a:lnTo>
                  <a:lnTo>
                    <a:pt x="4248" y="5445"/>
                  </a:lnTo>
                  <a:lnTo>
                    <a:pt x="3939" y="5367"/>
                  </a:lnTo>
                  <a:lnTo>
                    <a:pt x="3591" y="5290"/>
                  </a:lnTo>
                  <a:lnTo>
                    <a:pt x="3012" y="5290"/>
                  </a:lnTo>
                  <a:lnTo>
                    <a:pt x="3167" y="4981"/>
                  </a:lnTo>
                  <a:lnTo>
                    <a:pt x="3321" y="4634"/>
                  </a:lnTo>
                  <a:lnTo>
                    <a:pt x="3398" y="4286"/>
                  </a:lnTo>
                  <a:lnTo>
                    <a:pt x="3475" y="3939"/>
                  </a:lnTo>
                  <a:lnTo>
                    <a:pt x="3514" y="3591"/>
                  </a:lnTo>
                  <a:lnTo>
                    <a:pt x="3514" y="3205"/>
                  </a:lnTo>
                  <a:lnTo>
                    <a:pt x="3514" y="2858"/>
                  </a:lnTo>
                  <a:lnTo>
                    <a:pt x="3437" y="2471"/>
                  </a:lnTo>
                  <a:lnTo>
                    <a:pt x="3321" y="1969"/>
                  </a:lnTo>
                  <a:lnTo>
                    <a:pt x="3167" y="1467"/>
                  </a:lnTo>
                  <a:lnTo>
                    <a:pt x="2935" y="965"/>
                  </a:lnTo>
                  <a:lnTo>
                    <a:pt x="2703" y="502"/>
                  </a:lnTo>
                  <a:lnTo>
                    <a:pt x="2587" y="270"/>
                  </a:lnTo>
                  <a:lnTo>
                    <a:pt x="2471" y="116"/>
                  </a:lnTo>
                  <a:lnTo>
                    <a:pt x="2356" y="39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6" name="Google Shape;5716;p22"/>
            <p:cNvSpPr/>
            <p:nvPr/>
          </p:nvSpPr>
          <p:spPr>
            <a:xfrm>
              <a:off x="2331050" y="4488475"/>
              <a:ext cx="145775" cy="163175"/>
            </a:xfrm>
            <a:custGeom>
              <a:avLst/>
              <a:gdLst/>
              <a:ahLst/>
              <a:cxnLst/>
              <a:rect l="l" t="t" r="r" b="b"/>
              <a:pathLst>
                <a:path w="5831" h="6527" extrusionOk="0">
                  <a:moveTo>
                    <a:pt x="3321" y="502"/>
                  </a:moveTo>
                  <a:lnTo>
                    <a:pt x="3784" y="695"/>
                  </a:lnTo>
                  <a:lnTo>
                    <a:pt x="4248" y="1004"/>
                  </a:lnTo>
                  <a:lnTo>
                    <a:pt x="4595" y="1313"/>
                  </a:lnTo>
                  <a:lnTo>
                    <a:pt x="4904" y="1738"/>
                  </a:lnTo>
                  <a:lnTo>
                    <a:pt x="5174" y="2163"/>
                  </a:lnTo>
                  <a:lnTo>
                    <a:pt x="5252" y="2394"/>
                  </a:lnTo>
                  <a:lnTo>
                    <a:pt x="5329" y="2665"/>
                  </a:lnTo>
                  <a:lnTo>
                    <a:pt x="5367" y="2896"/>
                  </a:lnTo>
                  <a:lnTo>
                    <a:pt x="5367" y="3167"/>
                  </a:lnTo>
                  <a:lnTo>
                    <a:pt x="5367" y="3437"/>
                  </a:lnTo>
                  <a:lnTo>
                    <a:pt x="5329" y="3707"/>
                  </a:lnTo>
                  <a:lnTo>
                    <a:pt x="5213" y="4171"/>
                  </a:lnTo>
                  <a:lnTo>
                    <a:pt x="5020" y="4595"/>
                  </a:lnTo>
                  <a:lnTo>
                    <a:pt x="4750" y="4981"/>
                  </a:lnTo>
                  <a:lnTo>
                    <a:pt x="4441" y="5368"/>
                  </a:lnTo>
                  <a:lnTo>
                    <a:pt x="4055" y="5638"/>
                  </a:lnTo>
                  <a:lnTo>
                    <a:pt x="3630" y="5870"/>
                  </a:lnTo>
                  <a:lnTo>
                    <a:pt x="3398" y="5947"/>
                  </a:lnTo>
                  <a:lnTo>
                    <a:pt x="3166" y="6024"/>
                  </a:lnTo>
                  <a:lnTo>
                    <a:pt x="2935" y="6024"/>
                  </a:lnTo>
                  <a:lnTo>
                    <a:pt x="2703" y="6063"/>
                  </a:lnTo>
                  <a:lnTo>
                    <a:pt x="2394" y="6024"/>
                  </a:lnTo>
                  <a:lnTo>
                    <a:pt x="2085" y="5985"/>
                  </a:lnTo>
                  <a:lnTo>
                    <a:pt x="1815" y="5908"/>
                  </a:lnTo>
                  <a:lnTo>
                    <a:pt x="1583" y="5792"/>
                  </a:lnTo>
                  <a:lnTo>
                    <a:pt x="1390" y="5677"/>
                  </a:lnTo>
                  <a:lnTo>
                    <a:pt x="1197" y="5522"/>
                  </a:lnTo>
                  <a:lnTo>
                    <a:pt x="1004" y="5329"/>
                  </a:lnTo>
                  <a:lnTo>
                    <a:pt x="850" y="5136"/>
                  </a:lnTo>
                  <a:lnTo>
                    <a:pt x="734" y="4904"/>
                  </a:lnTo>
                  <a:lnTo>
                    <a:pt x="656" y="4673"/>
                  </a:lnTo>
                  <a:lnTo>
                    <a:pt x="541" y="4441"/>
                  </a:lnTo>
                  <a:lnTo>
                    <a:pt x="502" y="4209"/>
                  </a:lnTo>
                  <a:lnTo>
                    <a:pt x="425" y="3669"/>
                  </a:lnTo>
                  <a:lnTo>
                    <a:pt x="463" y="3128"/>
                  </a:lnTo>
                  <a:lnTo>
                    <a:pt x="579" y="2587"/>
                  </a:lnTo>
                  <a:lnTo>
                    <a:pt x="734" y="2085"/>
                  </a:lnTo>
                  <a:lnTo>
                    <a:pt x="1004" y="1622"/>
                  </a:lnTo>
                  <a:lnTo>
                    <a:pt x="1158" y="1390"/>
                  </a:lnTo>
                  <a:lnTo>
                    <a:pt x="1313" y="1197"/>
                  </a:lnTo>
                  <a:lnTo>
                    <a:pt x="1506" y="1043"/>
                  </a:lnTo>
                  <a:lnTo>
                    <a:pt x="1699" y="888"/>
                  </a:lnTo>
                  <a:lnTo>
                    <a:pt x="1931" y="734"/>
                  </a:lnTo>
                  <a:lnTo>
                    <a:pt x="2162" y="657"/>
                  </a:lnTo>
                  <a:lnTo>
                    <a:pt x="2394" y="579"/>
                  </a:lnTo>
                  <a:lnTo>
                    <a:pt x="2664" y="502"/>
                  </a:lnTo>
                  <a:lnTo>
                    <a:pt x="2935" y="502"/>
                  </a:lnTo>
                  <a:lnTo>
                    <a:pt x="3244" y="541"/>
                  </a:lnTo>
                  <a:lnTo>
                    <a:pt x="3282" y="502"/>
                  </a:lnTo>
                  <a:close/>
                  <a:moveTo>
                    <a:pt x="3128" y="0"/>
                  </a:moveTo>
                  <a:lnTo>
                    <a:pt x="3051" y="39"/>
                  </a:lnTo>
                  <a:lnTo>
                    <a:pt x="2973" y="116"/>
                  </a:lnTo>
                  <a:lnTo>
                    <a:pt x="2973" y="193"/>
                  </a:lnTo>
                  <a:lnTo>
                    <a:pt x="2664" y="155"/>
                  </a:lnTo>
                  <a:lnTo>
                    <a:pt x="2394" y="193"/>
                  </a:lnTo>
                  <a:lnTo>
                    <a:pt x="2124" y="232"/>
                  </a:lnTo>
                  <a:lnTo>
                    <a:pt x="1854" y="309"/>
                  </a:lnTo>
                  <a:lnTo>
                    <a:pt x="1622" y="425"/>
                  </a:lnTo>
                  <a:lnTo>
                    <a:pt x="1390" y="579"/>
                  </a:lnTo>
                  <a:lnTo>
                    <a:pt x="1197" y="734"/>
                  </a:lnTo>
                  <a:lnTo>
                    <a:pt x="965" y="927"/>
                  </a:lnTo>
                  <a:lnTo>
                    <a:pt x="811" y="1120"/>
                  </a:lnTo>
                  <a:lnTo>
                    <a:pt x="656" y="1352"/>
                  </a:lnTo>
                  <a:lnTo>
                    <a:pt x="386" y="1854"/>
                  </a:lnTo>
                  <a:lnTo>
                    <a:pt x="154" y="2394"/>
                  </a:lnTo>
                  <a:lnTo>
                    <a:pt x="39" y="2974"/>
                  </a:lnTo>
                  <a:lnTo>
                    <a:pt x="0" y="3591"/>
                  </a:lnTo>
                  <a:lnTo>
                    <a:pt x="0" y="3900"/>
                  </a:lnTo>
                  <a:lnTo>
                    <a:pt x="39" y="4209"/>
                  </a:lnTo>
                  <a:lnTo>
                    <a:pt x="116" y="4518"/>
                  </a:lnTo>
                  <a:lnTo>
                    <a:pt x="193" y="4788"/>
                  </a:lnTo>
                  <a:lnTo>
                    <a:pt x="270" y="5059"/>
                  </a:lnTo>
                  <a:lnTo>
                    <a:pt x="425" y="5329"/>
                  </a:lnTo>
                  <a:lnTo>
                    <a:pt x="579" y="5561"/>
                  </a:lnTo>
                  <a:lnTo>
                    <a:pt x="772" y="5754"/>
                  </a:lnTo>
                  <a:lnTo>
                    <a:pt x="965" y="5947"/>
                  </a:lnTo>
                  <a:lnTo>
                    <a:pt x="1197" y="6101"/>
                  </a:lnTo>
                  <a:lnTo>
                    <a:pt x="1467" y="6256"/>
                  </a:lnTo>
                  <a:lnTo>
                    <a:pt x="1738" y="6372"/>
                  </a:lnTo>
                  <a:lnTo>
                    <a:pt x="2085" y="6449"/>
                  </a:lnTo>
                  <a:lnTo>
                    <a:pt x="2394" y="6487"/>
                  </a:lnTo>
                  <a:lnTo>
                    <a:pt x="2742" y="6526"/>
                  </a:lnTo>
                  <a:lnTo>
                    <a:pt x="3012" y="6487"/>
                  </a:lnTo>
                  <a:lnTo>
                    <a:pt x="3321" y="6449"/>
                  </a:lnTo>
                  <a:lnTo>
                    <a:pt x="3630" y="6372"/>
                  </a:lnTo>
                  <a:lnTo>
                    <a:pt x="3900" y="6256"/>
                  </a:lnTo>
                  <a:lnTo>
                    <a:pt x="4170" y="6101"/>
                  </a:lnTo>
                  <a:lnTo>
                    <a:pt x="4402" y="5947"/>
                  </a:lnTo>
                  <a:lnTo>
                    <a:pt x="4634" y="5792"/>
                  </a:lnTo>
                  <a:lnTo>
                    <a:pt x="4866" y="5561"/>
                  </a:lnTo>
                  <a:lnTo>
                    <a:pt x="5059" y="5368"/>
                  </a:lnTo>
                  <a:lnTo>
                    <a:pt x="5252" y="5097"/>
                  </a:lnTo>
                  <a:lnTo>
                    <a:pt x="5406" y="4866"/>
                  </a:lnTo>
                  <a:lnTo>
                    <a:pt x="5522" y="4595"/>
                  </a:lnTo>
                  <a:lnTo>
                    <a:pt x="5638" y="4286"/>
                  </a:lnTo>
                  <a:lnTo>
                    <a:pt x="5754" y="4016"/>
                  </a:lnTo>
                  <a:lnTo>
                    <a:pt x="5792" y="3707"/>
                  </a:lnTo>
                  <a:lnTo>
                    <a:pt x="5831" y="3398"/>
                  </a:lnTo>
                  <a:lnTo>
                    <a:pt x="5831" y="3089"/>
                  </a:lnTo>
                  <a:lnTo>
                    <a:pt x="5792" y="2780"/>
                  </a:lnTo>
                  <a:lnTo>
                    <a:pt x="5754" y="2472"/>
                  </a:lnTo>
                  <a:lnTo>
                    <a:pt x="5638" y="2163"/>
                  </a:lnTo>
                  <a:lnTo>
                    <a:pt x="5522" y="1892"/>
                  </a:lnTo>
                  <a:lnTo>
                    <a:pt x="5406" y="1622"/>
                  </a:lnTo>
                  <a:lnTo>
                    <a:pt x="5213" y="1352"/>
                  </a:lnTo>
                  <a:lnTo>
                    <a:pt x="5020" y="1120"/>
                  </a:lnTo>
                  <a:lnTo>
                    <a:pt x="4827" y="888"/>
                  </a:lnTo>
                  <a:lnTo>
                    <a:pt x="4595" y="695"/>
                  </a:lnTo>
                  <a:lnTo>
                    <a:pt x="4364" y="502"/>
                  </a:lnTo>
                  <a:lnTo>
                    <a:pt x="4093" y="348"/>
                  </a:lnTo>
                  <a:lnTo>
                    <a:pt x="3823" y="193"/>
                  </a:lnTo>
                  <a:lnTo>
                    <a:pt x="3514" y="116"/>
                  </a:lnTo>
                  <a:lnTo>
                    <a:pt x="320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7" name="Google Shape;5717;p22"/>
            <p:cNvSpPr/>
            <p:nvPr/>
          </p:nvSpPr>
          <p:spPr>
            <a:xfrm>
              <a:off x="3966375" y="4488475"/>
              <a:ext cx="350450" cy="288650"/>
            </a:xfrm>
            <a:custGeom>
              <a:avLst/>
              <a:gdLst/>
              <a:ahLst/>
              <a:cxnLst/>
              <a:rect l="l" t="t" r="r" b="b"/>
              <a:pathLst>
                <a:path w="14018" h="11546" extrusionOk="0">
                  <a:moveTo>
                    <a:pt x="11778" y="0"/>
                  </a:moveTo>
                  <a:lnTo>
                    <a:pt x="11469" y="77"/>
                  </a:lnTo>
                  <a:lnTo>
                    <a:pt x="11855" y="1931"/>
                  </a:lnTo>
                  <a:lnTo>
                    <a:pt x="12280" y="3746"/>
                  </a:lnTo>
                  <a:lnTo>
                    <a:pt x="11508" y="2780"/>
                  </a:lnTo>
                  <a:lnTo>
                    <a:pt x="10658" y="1892"/>
                  </a:lnTo>
                  <a:lnTo>
                    <a:pt x="10427" y="2085"/>
                  </a:lnTo>
                  <a:lnTo>
                    <a:pt x="11469" y="3437"/>
                  </a:lnTo>
                  <a:lnTo>
                    <a:pt x="12550" y="4750"/>
                  </a:lnTo>
                  <a:lnTo>
                    <a:pt x="12859" y="5754"/>
                  </a:lnTo>
                  <a:lnTo>
                    <a:pt x="13168" y="5754"/>
                  </a:lnTo>
                  <a:lnTo>
                    <a:pt x="13207" y="5638"/>
                  </a:lnTo>
                  <a:lnTo>
                    <a:pt x="13168" y="5522"/>
                  </a:lnTo>
                  <a:lnTo>
                    <a:pt x="13168" y="5522"/>
                  </a:lnTo>
                  <a:lnTo>
                    <a:pt x="13439" y="5715"/>
                  </a:lnTo>
                  <a:lnTo>
                    <a:pt x="13593" y="5947"/>
                  </a:lnTo>
                  <a:lnTo>
                    <a:pt x="13670" y="6179"/>
                  </a:lnTo>
                  <a:lnTo>
                    <a:pt x="13709" y="6410"/>
                  </a:lnTo>
                  <a:lnTo>
                    <a:pt x="13632" y="6681"/>
                  </a:lnTo>
                  <a:lnTo>
                    <a:pt x="13516" y="6912"/>
                  </a:lnTo>
                  <a:lnTo>
                    <a:pt x="13361" y="7183"/>
                  </a:lnTo>
                  <a:lnTo>
                    <a:pt x="13168" y="7453"/>
                  </a:lnTo>
                  <a:lnTo>
                    <a:pt x="12744" y="7955"/>
                  </a:lnTo>
                  <a:lnTo>
                    <a:pt x="12203" y="8418"/>
                  </a:lnTo>
                  <a:lnTo>
                    <a:pt x="11740" y="8766"/>
                  </a:lnTo>
                  <a:lnTo>
                    <a:pt x="11353" y="9075"/>
                  </a:lnTo>
                  <a:lnTo>
                    <a:pt x="10542" y="9577"/>
                  </a:lnTo>
                  <a:lnTo>
                    <a:pt x="9654" y="10001"/>
                  </a:lnTo>
                  <a:lnTo>
                    <a:pt x="8766" y="10388"/>
                  </a:lnTo>
                  <a:lnTo>
                    <a:pt x="7878" y="10658"/>
                  </a:lnTo>
                  <a:lnTo>
                    <a:pt x="6951" y="10890"/>
                  </a:lnTo>
                  <a:lnTo>
                    <a:pt x="5986" y="11083"/>
                  </a:lnTo>
                  <a:lnTo>
                    <a:pt x="5021" y="11160"/>
                  </a:lnTo>
                  <a:lnTo>
                    <a:pt x="3630" y="11160"/>
                  </a:lnTo>
                  <a:lnTo>
                    <a:pt x="3013" y="11121"/>
                  </a:lnTo>
                  <a:lnTo>
                    <a:pt x="2356" y="11044"/>
                  </a:lnTo>
                  <a:lnTo>
                    <a:pt x="1661" y="10928"/>
                  </a:lnTo>
                  <a:lnTo>
                    <a:pt x="1352" y="10812"/>
                  </a:lnTo>
                  <a:lnTo>
                    <a:pt x="1082" y="10696"/>
                  </a:lnTo>
                  <a:lnTo>
                    <a:pt x="812" y="10542"/>
                  </a:lnTo>
                  <a:lnTo>
                    <a:pt x="618" y="10388"/>
                  </a:lnTo>
                  <a:lnTo>
                    <a:pt x="464" y="10194"/>
                  </a:lnTo>
                  <a:lnTo>
                    <a:pt x="348" y="9963"/>
                  </a:lnTo>
                  <a:lnTo>
                    <a:pt x="348" y="9731"/>
                  </a:lnTo>
                  <a:lnTo>
                    <a:pt x="387" y="9461"/>
                  </a:lnTo>
                  <a:lnTo>
                    <a:pt x="155" y="9422"/>
                  </a:lnTo>
                  <a:lnTo>
                    <a:pt x="39" y="9654"/>
                  </a:lnTo>
                  <a:lnTo>
                    <a:pt x="1" y="9886"/>
                  </a:lnTo>
                  <a:lnTo>
                    <a:pt x="39" y="10117"/>
                  </a:lnTo>
                  <a:lnTo>
                    <a:pt x="78" y="10310"/>
                  </a:lnTo>
                  <a:lnTo>
                    <a:pt x="194" y="10465"/>
                  </a:lnTo>
                  <a:lnTo>
                    <a:pt x="348" y="10619"/>
                  </a:lnTo>
                  <a:lnTo>
                    <a:pt x="541" y="10774"/>
                  </a:lnTo>
                  <a:lnTo>
                    <a:pt x="773" y="10890"/>
                  </a:lnTo>
                  <a:lnTo>
                    <a:pt x="1236" y="11083"/>
                  </a:lnTo>
                  <a:lnTo>
                    <a:pt x="1738" y="11237"/>
                  </a:lnTo>
                  <a:lnTo>
                    <a:pt x="2202" y="11353"/>
                  </a:lnTo>
                  <a:lnTo>
                    <a:pt x="2626" y="11430"/>
                  </a:lnTo>
                  <a:lnTo>
                    <a:pt x="3321" y="11507"/>
                  </a:lnTo>
                  <a:lnTo>
                    <a:pt x="3978" y="11546"/>
                  </a:lnTo>
                  <a:lnTo>
                    <a:pt x="4673" y="11546"/>
                  </a:lnTo>
                  <a:lnTo>
                    <a:pt x="5368" y="11507"/>
                  </a:lnTo>
                  <a:lnTo>
                    <a:pt x="6063" y="11430"/>
                  </a:lnTo>
                  <a:lnTo>
                    <a:pt x="6758" y="11314"/>
                  </a:lnTo>
                  <a:lnTo>
                    <a:pt x="7415" y="11160"/>
                  </a:lnTo>
                  <a:lnTo>
                    <a:pt x="8071" y="11005"/>
                  </a:lnTo>
                  <a:lnTo>
                    <a:pt x="8728" y="10774"/>
                  </a:lnTo>
                  <a:lnTo>
                    <a:pt x="9345" y="10542"/>
                  </a:lnTo>
                  <a:lnTo>
                    <a:pt x="9963" y="10272"/>
                  </a:lnTo>
                  <a:lnTo>
                    <a:pt x="10542" y="9963"/>
                  </a:lnTo>
                  <a:lnTo>
                    <a:pt x="11122" y="9654"/>
                  </a:lnTo>
                  <a:lnTo>
                    <a:pt x="11701" y="9268"/>
                  </a:lnTo>
                  <a:lnTo>
                    <a:pt x="12242" y="8882"/>
                  </a:lnTo>
                  <a:lnTo>
                    <a:pt x="12744" y="8457"/>
                  </a:lnTo>
                  <a:lnTo>
                    <a:pt x="13168" y="8071"/>
                  </a:lnTo>
                  <a:lnTo>
                    <a:pt x="13554" y="7646"/>
                  </a:lnTo>
                  <a:lnTo>
                    <a:pt x="13748" y="7376"/>
                  </a:lnTo>
                  <a:lnTo>
                    <a:pt x="13863" y="7144"/>
                  </a:lnTo>
                  <a:lnTo>
                    <a:pt x="13979" y="6874"/>
                  </a:lnTo>
                  <a:lnTo>
                    <a:pt x="14018" y="6565"/>
                  </a:lnTo>
                  <a:lnTo>
                    <a:pt x="14018" y="6333"/>
                  </a:lnTo>
                  <a:lnTo>
                    <a:pt x="14018" y="6140"/>
                  </a:lnTo>
                  <a:lnTo>
                    <a:pt x="13941" y="5908"/>
                  </a:lnTo>
                  <a:lnTo>
                    <a:pt x="13863" y="5715"/>
                  </a:lnTo>
                  <a:lnTo>
                    <a:pt x="13748" y="5522"/>
                  </a:lnTo>
                  <a:lnTo>
                    <a:pt x="13593" y="5368"/>
                  </a:lnTo>
                  <a:lnTo>
                    <a:pt x="13439" y="5252"/>
                  </a:lnTo>
                  <a:lnTo>
                    <a:pt x="13246" y="5136"/>
                  </a:lnTo>
                  <a:lnTo>
                    <a:pt x="13091" y="5136"/>
                  </a:lnTo>
                  <a:lnTo>
                    <a:pt x="12821" y="3823"/>
                  </a:lnTo>
                  <a:lnTo>
                    <a:pt x="12512" y="2549"/>
                  </a:lnTo>
                  <a:lnTo>
                    <a:pt x="12164" y="1274"/>
                  </a:lnTo>
                  <a:lnTo>
                    <a:pt x="117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8" name="Google Shape;5718;p22"/>
            <p:cNvSpPr/>
            <p:nvPr/>
          </p:nvSpPr>
          <p:spPr>
            <a:xfrm>
              <a:off x="1307750" y="4498125"/>
              <a:ext cx="103325" cy="105250"/>
            </a:xfrm>
            <a:custGeom>
              <a:avLst/>
              <a:gdLst/>
              <a:ahLst/>
              <a:cxnLst/>
              <a:rect l="l" t="t" r="r" b="b"/>
              <a:pathLst>
                <a:path w="4133" h="4210" extrusionOk="0">
                  <a:moveTo>
                    <a:pt x="2317" y="348"/>
                  </a:moveTo>
                  <a:lnTo>
                    <a:pt x="2665" y="425"/>
                  </a:lnTo>
                  <a:lnTo>
                    <a:pt x="2819" y="502"/>
                  </a:lnTo>
                  <a:lnTo>
                    <a:pt x="2974" y="618"/>
                  </a:lnTo>
                  <a:lnTo>
                    <a:pt x="3128" y="734"/>
                  </a:lnTo>
                  <a:lnTo>
                    <a:pt x="3244" y="850"/>
                  </a:lnTo>
                  <a:lnTo>
                    <a:pt x="3360" y="1043"/>
                  </a:lnTo>
                  <a:lnTo>
                    <a:pt x="3476" y="1197"/>
                  </a:lnTo>
                  <a:lnTo>
                    <a:pt x="3514" y="1236"/>
                  </a:lnTo>
                  <a:lnTo>
                    <a:pt x="3630" y="1545"/>
                  </a:lnTo>
                  <a:lnTo>
                    <a:pt x="3707" y="1815"/>
                  </a:lnTo>
                  <a:lnTo>
                    <a:pt x="3746" y="2086"/>
                  </a:lnTo>
                  <a:lnTo>
                    <a:pt x="3746" y="2356"/>
                  </a:lnTo>
                  <a:lnTo>
                    <a:pt x="3707" y="2626"/>
                  </a:lnTo>
                  <a:lnTo>
                    <a:pt x="3630" y="2896"/>
                  </a:lnTo>
                  <a:lnTo>
                    <a:pt x="3514" y="3128"/>
                  </a:lnTo>
                  <a:lnTo>
                    <a:pt x="3283" y="3398"/>
                  </a:lnTo>
                  <a:lnTo>
                    <a:pt x="3012" y="3591"/>
                  </a:lnTo>
                  <a:lnTo>
                    <a:pt x="2703" y="3746"/>
                  </a:lnTo>
                  <a:lnTo>
                    <a:pt x="2356" y="3823"/>
                  </a:lnTo>
                  <a:lnTo>
                    <a:pt x="2008" y="3862"/>
                  </a:lnTo>
                  <a:lnTo>
                    <a:pt x="1661" y="3785"/>
                  </a:lnTo>
                  <a:lnTo>
                    <a:pt x="1313" y="3669"/>
                  </a:lnTo>
                  <a:lnTo>
                    <a:pt x="1004" y="3476"/>
                  </a:lnTo>
                  <a:lnTo>
                    <a:pt x="734" y="3244"/>
                  </a:lnTo>
                  <a:lnTo>
                    <a:pt x="579" y="2935"/>
                  </a:lnTo>
                  <a:lnTo>
                    <a:pt x="425" y="2665"/>
                  </a:lnTo>
                  <a:lnTo>
                    <a:pt x="386" y="2317"/>
                  </a:lnTo>
                  <a:lnTo>
                    <a:pt x="348" y="2008"/>
                  </a:lnTo>
                  <a:lnTo>
                    <a:pt x="386" y="1661"/>
                  </a:lnTo>
                  <a:lnTo>
                    <a:pt x="502" y="1352"/>
                  </a:lnTo>
                  <a:lnTo>
                    <a:pt x="657" y="1043"/>
                  </a:lnTo>
                  <a:lnTo>
                    <a:pt x="888" y="811"/>
                  </a:lnTo>
                  <a:lnTo>
                    <a:pt x="1197" y="580"/>
                  </a:lnTo>
                  <a:lnTo>
                    <a:pt x="1545" y="425"/>
                  </a:lnTo>
                  <a:lnTo>
                    <a:pt x="1931" y="348"/>
                  </a:lnTo>
                  <a:close/>
                  <a:moveTo>
                    <a:pt x="2201" y="0"/>
                  </a:moveTo>
                  <a:lnTo>
                    <a:pt x="1815" y="39"/>
                  </a:lnTo>
                  <a:lnTo>
                    <a:pt x="1468" y="116"/>
                  </a:lnTo>
                  <a:lnTo>
                    <a:pt x="1120" y="232"/>
                  </a:lnTo>
                  <a:lnTo>
                    <a:pt x="927" y="348"/>
                  </a:lnTo>
                  <a:lnTo>
                    <a:pt x="773" y="464"/>
                  </a:lnTo>
                  <a:lnTo>
                    <a:pt x="579" y="618"/>
                  </a:lnTo>
                  <a:lnTo>
                    <a:pt x="464" y="773"/>
                  </a:lnTo>
                  <a:lnTo>
                    <a:pt x="232" y="1159"/>
                  </a:lnTo>
                  <a:lnTo>
                    <a:pt x="78" y="1545"/>
                  </a:lnTo>
                  <a:lnTo>
                    <a:pt x="0" y="1970"/>
                  </a:lnTo>
                  <a:lnTo>
                    <a:pt x="0" y="2394"/>
                  </a:lnTo>
                  <a:lnTo>
                    <a:pt x="116" y="2858"/>
                  </a:lnTo>
                  <a:lnTo>
                    <a:pt x="193" y="3051"/>
                  </a:lnTo>
                  <a:lnTo>
                    <a:pt x="309" y="3244"/>
                  </a:lnTo>
                  <a:lnTo>
                    <a:pt x="579" y="3553"/>
                  </a:lnTo>
                  <a:lnTo>
                    <a:pt x="888" y="3823"/>
                  </a:lnTo>
                  <a:lnTo>
                    <a:pt x="1236" y="4016"/>
                  </a:lnTo>
                  <a:lnTo>
                    <a:pt x="1622" y="4171"/>
                  </a:lnTo>
                  <a:lnTo>
                    <a:pt x="2047" y="4209"/>
                  </a:lnTo>
                  <a:lnTo>
                    <a:pt x="2472" y="4209"/>
                  </a:lnTo>
                  <a:lnTo>
                    <a:pt x="2858" y="4093"/>
                  </a:lnTo>
                  <a:lnTo>
                    <a:pt x="3244" y="3939"/>
                  </a:lnTo>
                  <a:lnTo>
                    <a:pt x="3398" y="3823"/>
                  </a:lnTo>
                  <a:lnTo>
                    <a:pt x="3553" y="3669"/>
                  </a:lnTo>
                  <a:lnTo>
                    <a:pt x="3707" y="3514"/>
                  </a:lnTo>
                  <a:lnTo>
                    <a:pt x="3823" y="3321"/>
                  </a:lnTo>
                  <a:lnTo>
                    <a:pt x="4016" y="2935"/>
                  </a:lnTo>
                  <a:lnTo>
                    <a:pt x="4132" y="2510"/>
                  </a:lnTo>
                  <a:lnTo>
                    <a:pt x="4132" y="2047"/>
                  </a:lnTo>
                  <a:lnTo>
                    <a:pt x="4132" y="1854"/>
                  </a:lnTo>
                  <a:lnTo>
                    <a:pt x="4055" y="1622"/>
                  </a:lnTo>
                  <a:lnTo>
                    <a:pt x="4016" y="1429"/>
                  </a:lnTo>
                  <a:lnTo>
                    <a:pt x="3900" y="1236"/>
                  </a:lnTo>
                  <a:lnTo>
                    <a:pt x="3785" y="1082"/>
                  </a:lnTo>
                  <a:lnTo>
                    <a:pt x="3630" y="927"/>
                  </a:lnTo>
                  <a:lnTo>
                    <a:pt x="3591" y="888"/>
                  </a:lnTo>
                  <a:lnTo>
                    <a:pt x="3553" y="734"/>
                  </a:lnTo>
                  <a:lnTo>
                    <a:pt x="3437" y="580"/>
                  </a:lnTo>
                  <a:lnTo>
                    <a:pt x="3360" y="425"/>
                  </a:lnTo>
                  <a:lnTo>
                    <a:pt x="3244" y="348"/>
                  </a:lnTo>
                  <a:lnTo>
                    <a:pt x="3089" y="232"/>
                  </a:lnTo>
                  <a:lnTo>
                    <a:pt x="2935" y="155"/>
                  </a:lnTo>
                  <a:lnTo>
                    <a:pt x="2587" y="39"/>
                  </a:lnTo>
                  <a:lnTo>
                    <a:pt x="2201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9" name="Google Shape;5719;p22"/>
            <p:cNvSpPr/>
            <p:nvPr/>
          </p:nvSpPr>
          <p:spPr>
            <a:xfrm>
              <a:off x="6468625" y="4526125"/>
              <a:ext cx="329200" cy="242325"/>
            </a:xfrm>
            <a:custGeom>
              <a:avLst/>
              <a:gdLst/>
              <a:ahLst/>
              <a:cxnLst/>
              <a:rect l="l" t="t" r="r" b="b"/>
              <a:pathLst>
                <a:path w="13168" h="9693" extrusionOk="0">
                  <a:moveTo>
                    <a:pt x="5368" y="618"/>
                  </a:moveTo>
                  <a:lnTo>
                    <a:pt x="5947" y="772"/>
                  </a:lnTo>
                  <a:lnTo>
                    <a:pt x="6526" y="1004"/>
                  </a:lnTo>
                  <a:lnTo>
                    <a:pt x="7028" y="1313"/>
                  </a:lnTo>
                  <a:lnTo>
                    <a:pt x="7530" y="1661"/>
                  </a:lnTo>
                  <a:lnTo>
                    <a:pt x="7762" y="1892"/>
                  </a:lnTo>
                  <a:lnTo>
                    <a:pt x="7955" y="2124"/>
                  </a:lnTo>
                  <a:lnTo>
                    <a:pt x="8148" y="2356"/>
                  </a:lnTo>
                  <a:lnTo>
                    <a:pt x="8264" y="2626"/>
                  </a:lnTo>
                  <a:lnTo>
                    <a:pt x="8418" y="2896"/>
                  </a:lnTo>
                  <a:lnTo>
                    <a:pt x="8496" y="3167"/>
                  </a:lnTo>
                  <a:lnTo>
                    <a:pt x="8573" y="3437"/>
                  </a:lnTo>
                  <a:lnTo>
                    <a:pt x="8611" y="3707"/>
                  </a:lnTo>
                  <a:lnTo>
                    <a:pt x="8573" y="3707"/>
                  </a:lnTo>
                  <a:lnTo>
                    <a:pt x="7723" y="3823"/>
                  </a:lnTo>
                  <a:lnTo>
                    <a:pt x="6874" y="3900"/>
                  </a:lnTo>
                  <a:lnTo>
                    <a:pt x="6410" y="3939"/>
                  </a:lnTo>
                  <a:lnTo>
                    <a:pt x="6179" y="3939"/>
                  </a:lnTo>
                  <a:lnTo>
                    <a:pt x="5986" y="3900"/>
                  </a:lnTo>
                  <a:lnTo>
                    <a:pt x="5793" y="3862"/>
                  </a:lnTo>
                  <a:lnTo>
                    <a:pt x="5677" y="3746"/>
                  </a:lnTo>
                  <a:lnTo>
                    <a:pt x="5561" y="3553"/>
                  </a:lnTo>
                  <a:lnTo>
                    <a:pt x="5484" y="3321"/>
                  </a:lnTo>
                  <a:lnTo>
                    <a:pt x="5406" y="2626"/>
                  </a:lnTo>
                  <a:lnTo>
                    <a:pt x="5368" y="1969"/>
                  </a:lnTo>
                  <a:lnTo>
                    <a:pt x="5368" y="618"/>
                  </a:lnTo>
                  <a:close/>
                  <a:moveTo>
                    <a:pt x="2781" y="888"/>
                  </a:moveTo>
                  <a:lnTo>
                    <a:pt x="2626" y="3128"/>
                  </a:lnTo>
                  <a:lnTo>
                    <a:pt x="2626" y="3514"/>
                  </a:lnTo>
                  <a:lnTo>
                    <a:pt x="2588" y="3707"/>
                  </a:lnTo>
                  <a:lnTo>
                    <a:pt x="2510" y="3862"/>
                  </a:lnTo>
                  <a:lnTo>
                    <a:pt x="2433" y="4016"/>
                  </a:lnTo>
                  <a:lnTo>
                    <a:pt x="2317" y="4132"/>
                  </a:lnTo>
                  <a:lnTo>
                    <a:pt x="2124" y="4209"/>
                  </a:lnTo>
                  <a:lnTo>
                    <a:pt x="1892" y="4286"/>
                  </a:lnTo>
                  <a:lnTo>
                    <a:pt x="1545" y="4286"/>
                  </a:lnTo>
                  <a:lnTo>
                    <a:pt x="1120" y="4248"/>
                  </a:lnTo>
                  <a:lnTo>
                    <a:pt x="734" y="4132"/>
                  </a:lnTo>
                  <a:lnTo>
                    <a:pt x="386" y="4016"/>
                  </a:lnTo>
                  <a:lnTo>
                    <a:pt x="502" y="3514"/>
                  </a:lnTo>
                  <a:lnTo>
                    <a:pt x="657" y="3012"/>
                  </a:lnTo>
                  <a:lnTo>
                    <a:pt x="888" y="2549"/>
                  </a:lnTo>
                  <a:lnTo>
                    <a:pt x="1159" y="2124"/>
                  </a:lnTo>
                  <a:lnTo>
                    <a:pt x="1506" y="1738"/>
                  </a:lnTo>
                  <a:lnTo>
                    <a:pt x="1892" y="1429"/>
                  </a:lnTo>
                  <a:lnTo>
                    <a:pt x="2317" y="1120"/>
                  </a:lnTo>
                  <a:lnTo>
                    <a:pt x="2781" y="888"/>
                  </a:lnTo>
                  <a:close/>
                  <a:moveTo>
                    <a:pt x="10774" y="5368"/>
                  </a:moveTo>
                  <a:lnTo>
                    <a:pt x="11237" y="5638"/>
                  </a:lnTo>
                  <a:lnTo>
                    <a:pt x="11623" y="5985"/>
                  </a:lnTo>
                  <a:lnTo>
                    <a:pt x="11430" y="6140"/>
                  </a:lnTo>
                  <a:lnTo>
                    <a:pt x="11353" y="6217"/>
                  </a:lnTo>
                  <a:lnTo>
                    <a:pt x="11237" y="6256"/>
                  </a:lnTo>
                  <a:lnTo>
                    <a:pt x="11083" y="6294"/>
                  </a:lnTo>
                  <a:lnTo>
                    <a:pt x="10928" y="6256"/>
                  </a:lnTo>
                  <a:lnTo>
                    <a:pt x="10774" y="6217"/>
                  </a:lnTo>
                  <a:lnTo>
                    <a:pt x="10658" y="6140"/>
                  </a:lnTo>
                  <a:lnTo>
                    <a:pt x="10581" y="6063"/>
                  </a:lnTo>
                  <a:lnTo>
                    <a:pt x="10542" y="5947"/>
                  </a:lnTo>
                  <a:lnTo>
                    <a:pt x="10542" y="5870"/>
                  </a:lnTo>
                  <a:lnTo>
                    <a:pt x="10542" y="5754"/>
                  </a:lnTo>
                  <a:lnTo>
                    <a:pt x="10619" y="5522"/>
                  </a:lnTo>
                  <a:lnTo>
                    <a:pt x="10658" y="5445"/>
                  </a:lnTo>
                  <a:lnTo>
                    <a:pt x="10774" y="5368"/>
                  </a:lnTo>
                  <a:close/>
                  <a:moveTo>
                    <a:pt x="4402" y="0"/>
                  </a:moveTo>
                  <a:lnTo>
                    <a:pt x="3939" y="39"/>
                  </a:lnTo>
                  <a:lnTo>
                    <a:pt x="3514" y="116"/>
                  </a:lnTo>
                  <a:lnTo>
                    <a:pt x="3051" y="232"/>
                  </a:lnTo>
                  <a:lnTo>
                    <a:pt x="2665" y="386"/>
                  </a:lnTo>
                  <a:lnTo>
                    <a:pt x="2240" y="579"/>
                  </a:lnTo>
                  <a:lnTo>
                    <a:pt x="1854" y="811"/>
                  </a:lnTo>
                  <a:lnTo>
                    <a:pt x="1506" y="1043"/>
                  </a:lnTo>
                  <a:lnTo>
                    <a:pt x="1159" y="1352"/>
                  </a:lnTo>
                  <a:lnTo>
                    <a:pt x="888" y="1661"/>
                  </a:lnTo>
                  <a:lnTo>
                    <a:pt x="618" y="2008"/>
                  </a:lnTo>
                  <a:lnTo>
                    <a:pt x="425" y="2394"/>
                  </a:lnTo>
                  <a:lnTo>
                    <a:pt x="232" y="2780"/>
                  </a:lnTo>
                  <a:lnTo>
                    <a:pt x="116" y="3205"/>
                  </a:lnTo>
                  <a:lnTo>
                    <a:pt x="39" y="3669"/>
                  </a:lnTo>
                  <a:lnTo>
                    <a:pt x="0" y="4093"/>
                  </a:lnTo>
                  <a:lnTo>
                    <a:pt x="39" y="4557"/>
                  </a:lnTo>
                  <a:lnTo>
                    <a:pt x="348" y="4595"/>
                  </a:lnTo>
                  <a:lnTo>
                    <a:pt x="386" y="4286"/>
                  </a:lnTo>
                  <a:lnTo>
                    <a:pt x="966" y="4518"/>
                  </a:lnTo>
                  <a:lnTo>
                    <a:pt x="1313" y="4595"/>
                  </a:lnTo>
                  <a:lnTo>
                    <a:pt x="1699" y="4673"/>
                  </a:lnTo>
                  <a:lnTo>
                    <a:pt x="2047" y="4673"/>
                  </a:lnTo>
                  <a:lnTo>
                    <a:pt x="2356" y="4634"/>
                  </a:lnTo>
                  <a:lnTo>
                    <a:pt x="2510" y="4557"/>
                  </a:lnTo>
                  <a:lnTo>
                    <a:pt x="2626" y="4479"/>
                  </a:lnTo>
                  <a:lnTo>
                    <a:pt x="2742" y="4402"/>
                  </a:lnTo>
                  <a:lnTo>
                    <a:pt x="2858" y="4248"/>
                  </a:lnTo>
                  <a:lnTo>
                    <a:pt x="2896" y="4132"/>
                  </a:lnTo>
                  <a:lnTo>
                    <a:pt x="2974" y="3977"/>
                  </a:lnTo>
                  <a:lnTo>
                    <a:pt x="3012" y="3630"/>
                  </a:lnTo>
                  <a:lnTo>
                    <a:pt x="3012" y="2973"/>
                  </a:lnTo>
                  <a:lnTo>
                    <a:pt x="3128" y="772"/>
                  </a:lnTo>
                  <a:lnTo>
                    <a:pt x="3514" y="657"/>
                  </a:lnTo>
                  <a:lnTo>
                    <a:pt x="3939" y="579"/>
                  </a:lnTo>
                  <a:lnTo>
                    <a:pt x="4132" y="541"/>
                  </a:lnTo>
                  <a:lnTo>
                    <a:pt x="4402" y="541"/>
                  </a:lnTo>
                  <a:lnTo>
                    <a:pt x="5098" y="579"/>
                  </a:lnTo>
                  <a:lnTo>
                    <a:pt x="5020" y="1661"/>
                  </a:lnTo>
                  <a:lnTo>
                    <a:pt x="5059" y="2703"/>
                  </a:lnTo>
                  <a:lnTo>
                    <a:pt x="5098" y="3398"/>
                  </a:lnTo>
                  <a:lnTo>
                    <a:pt x="5175" y="3746"/>
                  </a:lnTo>
                  <a:lnTo>
                    <a:pt x="5213" y="3900"/>
                  </a:lnTo>
                  <a:lnTo>
                    <a:pt x="5291" y="4055"/>
                  </a:lnTo>
                  <a:lnTo>
                    <a:pt x="5406" y="4171"/>
                  </a:lnTo>
                  <a:lnTo>
                    <a:pt x="5561" y="4248"/>
                  </a:lnTo>
                  <a:lnTo>
                    <a:pt x="5715" y="4286"/>
                  </a:lnTo>
                  <a:lnTo>
                    <a:pt x="5870" y="4325"/>
                  </a:lnTo>
                  <a:lnTo>
                    <a:pt x="6217" y="4325"/>
                  </a:lnTo>
                  <a:lnTo>
                    <a:pt x="6565" y="4286"/>
                  </a:lnTo>
                  <a:lnTo>
                    <a:pt x="7607" y="4209"/>
                  </a:lnTo>
                  <a:lnTo>
                    <a:pt x="8650" y="4093"/>
                  </a:lnTo>
                  <a:lnTo>
                    <a:pt x="8650" y="4479"/>
                  </a:lnTo>
                  <a:lnTo>
                    <a:pt x="8611" y="4866"/>
                  </a:lnTo>
                  <a:lnTo>
                    <a:pt x="8611" y="4904"/>
                  </a:lnTo>
                  <a:lnTo>
                    <a:pt x="8611" y="5020"/>
                  </a:lnTo>
                  <a:lnTo>
                    <a:pt x="8650" y="5097"/>
                  </a:lnTo>
                  <a:lnTo>
                    <a:pt x="8766" y="5097"/>
                  </a:lnTo>
                  <a:lnTo>
                    <a:pt x="8843" y="5059"/>
                  </a:lnTo>
                  <a:lnTo>
                    <a:pt x="8959" y="5020"/>
                  </a:lnTo>
                  <a:lnTo>
                    <a:pt x="9036" y="4943"/>
                  </a:lnTo>
                  <a:lnTo>
                    <a:pt x="9191" y="4904"/>
                  </a:lnTo>
                  <a:lnTo>
                    <a:pt x="9384" y="4904"/>
                  </a:lnTo>
                  <a:lnTo>
                    <a:pt x="9809" y="4981"/>
                  </a:lnTo>
                  <a:lnTo>
                    <a:pt x="10195" y="5097"/>
                  </a:lnTo>
                  <a:lnTo>
                    <a:pt x="10542" y="5252"/>
                  </a:lnTo>
                  <a:lnTo>
                    <a:pt x="10426" y="5329"/>
                  </a:lnTo>
                  <a:lnTo>
                    <a:pt x="10311" y="5445"/>
                  </a:lnTo>
                  <a:lnTo>
                    <a:pt x="10272" y="5599"/>
                  </a:lnTo>
                  <a:lnTo>
                    <a:pt x="10233" y="5754"/>
                  </a:lnTo>
                  <a:lnTo>
                    <a:pt x="10233" y="5908"/>
                  </a:lnTo>
                  <a:lnTo>
                    <a:pt x="10233" y="6063"/>
                  </a:lnTo>
                  <a:lnTo>
                    <a:pt x="10272" y="6179"/>
                  </a:lnTo>
                  <a:lnTo>
                    <a:pt x="10349" y="6333"/>
                  </a:lnTo>
                  <a:lnTo>
                    <a:pt x="10504" y="6487"/>
                  </a:lnTo>
                  <a:lnTo>
                    <a:pt x="10697" y="6603"/>
                  </a:lnTo>
                  <a:lnTo>
                    <a:pt x="10928" y="6642"/>
                  </a:lnTo>
                  <a:lnTo>
                    <a:pt x="11160" y="6642"/>
                  </a:lnTo>
                  <a:lnTo>
                    <a:pt x="11353" y="6603"/>
                  </a:lnTo>
                  <a:lnTo>
                    <a:pt x="11546" y="6526"/>
                  </a:lnTo>
                  <a:lnTo>
                    <a:pt x="11739" y="6410"/>
                  </a:lnTo>
                  <a:lnTo>
                    <a:pt x="11855" y="6256"/>
                  </a:lnTo>
                  <a:lnTo>
                    <a:pt x="12087" y="6565"/>
                  </a:lnTo>
                  <a:lnTo>
                    <a:pt x="12280" y="6912"/>
                  </a:lnTo>
                  <a:lnTo>
                    <a:pt x="12396" y="7221"/>
                  </a:lnTo>
                  <a:lnTo>
                    <a:pt x="12473" y="7569"/>
                  </a:lnTo>
                  <a:lnTo>
                    <a:pt x="12550" y="7916"/>
                  </a:lnTo>
                  <a:lnTo>
                    <a:pt x="12550" y="8264"/>
                  </a:lnTo>
                  <a:lnTo>
                    <a:pt x="12589" y="8997"/>
                  </a:lnTo>
                  <a:lnTo>
                    <a:pt x="12512" y="8997"/>
                  </a:lnTo>
                  <a:lnTo>
                    <a:pt x="12434" y="9075"/>
                  </a:lnTo>
                  <a:lnTo>
                    <a:pt x="12396" y="9113"/>
                  </a:lnTo>
                  <a:lnTo>
                    <a:pt x="12357" y="9190"/>
                  </a:lnTo>
                  <a:lnTo>
                    <a:pt x="11469" y="9306"/>
                  </a:lnTo>
                  <a:lnTo>
                    <a:pt x="11469" y="9692"/>
                  </a:lnTo>
                  <a:lnTo>
                    <a:pt x="12125" y="9654"/>
                  </a:lnTo>
                  <a:lnTo>
                    <a:pt x="12820" y="9615"/>
                  </a:lnTo>
                  <a:lnTo>
                    <a:pt x="12936" y="9577"/>
                  </a:lnTo>
                  <a:lnTo>
                    <a:pt x="13014" y="9499"/>
                  </a:lnTo>
                  <a:lnTo>
                    <a:pt x="13052" y="9384"/>
                  </a:lnTo>
                  <a:lnTo>
                    <a:pt x="13052" y="9268"/>
                  </a:lnTo>
                  <a:lnTo>
                    <a:pt x="13129" y="8997"/>
                  </a:lnTo>
                  <a:lnTo>
                    <a:pt x="13168" y="8766"/>
                  </a:lnTo>
                  <a:lnTo>
                    <a:pt x="13168" y="8495"/>
                  </a:lnTo>
                  <a:lnTo>
                    <a:pt x="13168" y="8225"/>
                  </a:lnTo>
                  <a:lnTo>
                    <a:pt x="13091" y="7723"/>
                  </a:lnTo>
                  <a:lnTo>
                    <a:pt x="12936" y="7182"/>
                  </a:lnTo>
                  <a:lnTo>
                    <a:pt x="12743" y="6680"/>
                  </a:lnTo>
                  <a:lnTo>
                    <a:pt x="12434" y="6217"/>
                  </a:lnTo>
                  <a:lnTo>
                    <a:pt x="12125" y="5792"/>
                  </a:lnTo>
                  <a:lnTo>
                    <a:pt x="11778" y="5445"/>
                  </a:lnTo>
                  <a:lnTo>
                    <a:pt x="11315" y="5097"/>
                  </a:lnTo>
                  <a:lnTo>
                    <a:pt x="10967" y="4904"/>
                  </a:lnTo>
                  <a:lnTo>
                    <a:pt x="10619" y="4750"/>
                  </a:lnTo>
                  <a:lnTo>
                    <a:pt x="10272" y="4595"/>
                  </a:lnTo>
                  <a:lnTo>
                    <a:pt x="9886" y="4479"/>
                  </a:lnTo>
                  <a:lnTo>
                    <a:pt x="9538" y="4441"/>
                  </a:lnTo>
                  <a:lnTo>
                    <a:pt x="9191" y="4441"/>
                  </a:lnTo>
                  <a:lnTo>
                    <a:pt x="9268" y="3977"/>
                  </a:lnTo>
                  <a:lnTo>
                    <a:pt x="9229" y="3514"/>
                  </a:lnTo>
                  <a:lnTo>
                    <a:pt x="9152" y="3089"/>
                  </a:lnTo>
                  <a:lnTo>
                    <a:pt x="8998" y="2665"/>
                  </a:lnTo>
                  <a:lnTo>
                    <a:pt x="8805" y="2278"/>
                  </a:lnTo>
                  <a:lnTo>
                    <a:pt x="8534" y="1931"/>
                  </a:lnTo>
                  <a:lnTo>
                    <a:pt x="8225" y="1583"/>
                  </a:lnTo>
                  <a:lnTo>
                    <a:pt x="7839" y="1274"/>
                  </a:lnTo>
                  <a:lnTo>
                    <a:pt x="7453" y="1004"/>
                  </a:lnTo>
                  <a:lnTo>
                    <a:pt x="7067" y="734"/>
                  </a:lnTo>
                  <a:lnTo>
                    <a:pt x="6642" y="502"/>
                  </a:lnTo>
                  <a:lnTo>
                    <a:pt x="6179" y="348"/>
                  </a:lnTo>
                  <a:lnTo>
                    <a:pt x="5715" y="193"/>
                  </a:lnTo>
                  <a:lnTo>
                    <a:pt x="5291" y="77"/>
                  </a:lnTo>
                  <a:lnTo>
                    <a:pt x="4827" y="39"/>
                  </a:lnTo>
                  <a:lnTo>
                    <a:pt x="4402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0" name="Google Shape;5720;p22"/>
            <p:cNvSpPr/>
            <p:nvPr/>
          </p:nvSpPr>
          <p:spPr>
            <a:xfrm>
              <a:off x="4200000" y="4529000"/>
              <a:ext cx="17400" cy="181525"/>
            </a:xfrm>
            <a:custGeom>
              <a:avLst/>
              <a:gdLst/>
              <a:ahLst/>
              <a:cxnLst/>
              <a:rect l="l" t="t" r="r" b="b"/>
              <a:pathLst>
                <a:path w="696" h="7261" extrusionOk="0">
                  <a:moveTo>
                    <a:pt x="425" y="1"/>
                  </a:moveTo>
                  <a:lnTo>
                    <a:pt x="348" y="889"/>
                  </a:lnTo>
                  <a:lnTo>
                    <a:pt x="232" y="1816"/>
                  </a:lnTo>
                  <a:lnTo>
                    <a:pt x="155" y="3631"/>
                  </a:lnTo>
                  <a:lnTo>
                    <a:pt x="0" y="7261"/>
                  </a:lnTo>
                  <a:lnTo>
                    <a:pt x="193" y="7261"/>
                  </a:lnTo>
                  <a:lnTo>
                    <a:pt x="425" y="5484"/>
                  </a:lnTo>
                  <a:lnTo>
                    <a:pt x="580" y="3669"/>
                  </a:lnTo>
                  <a:lnTo>
                    <a:pt x="695" y="1854"/>
                  </a:lnTo>
                  <a:lnTo>
                    <a:pt x="695" y="928"/>
                  </a:lnTo>
                  <a:lnTo>
                    <a:pt x="695" y="40"/>
                  </a:lnTo>
                  <a:lnTo>
                    <a:pt x="42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1" name="Google Shape;5721;p22"/>
            <p:cNvSpPr/>
            <p:nvPr/>
          </p:nvSpPr>
          <p:spPr>
            <a:xfrm>
              <a:off x="6500475" y="4539625"/>
              <a:ext cx="254875" cy="267450"/>
            </a:xfrm>
            <a:custGeom>
              <a:avLst/>
              <a:gdLst/>
              <a:ahLst/>
              <a:cxnLst/>
              <a:rect l="l" t="t" r="r" b="b"/>
              <a:pathLst>
                <a:path w="10195" h="10698" extrusionOk="0">
                  <a:moveTo>
                    <a:pt x="8264" y="7299"/>
                  </a:moveTo>
                  <a:lnTo>
                    <a:pt x="8496" y="7376"/>
                  </a:lnTo>
                  <a:lnTo>
                    <a:pt x="8728" y="7453"/>
                  </a:lnTo>
                  <a:lnTo>
                    <a:pt x="8959" y="7569"/>
                  </a:lnTo>
                  <a:lnTo>
                    <a:pt x="9152" y="7724"/>
                  </a:lnTo>
                  <a:lnTo>
                    <a:pt x="9345" y="7917"/>
                  </a:lnTo>
                  <a:lnTo>
                    <a:pt x="9500" y="8110"/>
                  </a:lnTo>
                  <a:lnTo>
                    <a:pt x="9616" y="8342"/>
                  </a:lnTo>
                  <a:lnTo>
                    <a:pt x="9654" y="8573"/>
                  </a:lnTo>
                  <a:lnTo>
                    <a:pt x="9693" y="8882"/>
                  </a:lnTo>
                  <a:lnTo>
                    <a:pt x="9654" y="9152"/>
                  </a:lnTo>
                  <a:lnTo>
                    <a:pt x="9539" y="9423"/>
                  </a:lnTo>
                  <a:lnTo>
                    <a:pt x="9384" y="9654"/>
                  </a:lnTo>
                  <a:lnTo>
                    <a:pt x="9191" y="9848"/>
                  </a:lnTo>
                  <a:lnTo>
                    <a:pt x="8959" y="10041"/>
                  </a:lnTo>
                  <a:lnTo>
                    <a:pt x="8689" y="10118"/>
                  </a:lnTo>
                  <a:lnTo>
                    <a:pt x="8419" y="10195"/>
                  </a:lnTo>
                  <a:lnTo>
                    <a:pt x="8110" y="10156"/>
                  </a:lnTo>
                  <a:lnTo>
                    <a:pt x="7839" y="10079"/>
                  </a:lnTo>
                  <a:lnTo>
                    <a:pt x="7608" y="9963"/>
                  </a:lnTo>
                  <a:lnTo>
                    <a:pt x="7376" y="9809"/>
                  </a:lnTo>
                  <a:lnTo>
                    <a:pt x="7183" y="9577"/>
                  </a:lnTo>
                  <a:lnTo>
                    <a:pt x="7029" y="9346"/>
                  </a:lnTo>
                  <a:lnTo>
                    <a:pt x="6951" y="9075"/>
                  </a:lnTo>
                  <a:lnTo>
                    <a:pt x="6913" y="8805"/>
                  </a:lnTo>
                  <a:lnTo>
                    <a:pt x="6951" y="8535"/>
                  </a:lnTo>
                  <a:lnTo>
                    <a:pt x="7029" y="8264"/>
                  </a:lnTo>
                  <a:lnTo>
                    <a:pt x="7144" y="8071"/>
                  </a:lnTo>
                  <a:lnTo>
                    <a:pt x="7299" y="7878"/>
                  </a:lnTo>
                  <a:lnTo>
                    <a:pt x="7492" y="7724"/>
                  </a:lnTo>
                  <a:lnTo>
                    <a:pt x="7724" y="7569"/>
                  </a:lnTo>
                  <a:lnTo>
                    <a:pt x="8148" y="7338"/>
                  </a:lnTo>
                  <a:lnTo>
                    <a:pt x="8226" y="7299"/>
                  </a:lnTo>
                  <a:close/>
                  <a:moveTo>
                    <a:pt x="2858" y="1"/>
                  </a:moveTo>
                  <a:lnTo>
                    <a:pt x="2665" y="39"/>
                  </a:lnTo>
                  <a:lnTo>
                    <a:pt x="2665" y="78"/>
                  </a:lnTo>
                  <a:lnTo>
                    <a:pt x="2626" y="1352"/>
                  </a:lnTo>
                  <a:lnTo>
                    <a:pt x="2626" y="2588"/>
                  </a:lnTo>
                  <a:lnTo>
                    <a:pt x="2665" y="3824"/>
                  </a:lnTo>
                  <a:lnTo>
                    <a:pt x="2704" y="5098"/>
                  </a:lnTo>
                  <a:lnTo>
                    <a:pt x="2897" y="7492"/>
                  </a:lnTo>
                  <a:lnTo>
                    <a:pt x="2897" y="8148"/>
                  </a:lnTo>
                  <a:lnTo>
                    <a:pt x="2935" y="8457"/>
                  </a:lnTo>
                  <a:lnTo>
                    <a:pt x="2974" y="8612"/>
                  </a:lnTo>
                  <a:lnTo>
                    <a:pt x="3051" y="8766"/>
                  </a:lnTo>
                  <a:lnTo>
                    <a:pt x="1545" y="8728"/>
                  </a:lnTo>
                  <a:lnTo>
                    <a:pt x="39" y="8689"/>
                  </a:lnTo>
                  <a:lnTo>
                    <a:pt x="1" y="8689"/>
                  </a:lnTo>
                  <a:lnTo>
                    <a:pt x="1" y="9037"/>
                  </a:lnTo>
                  <a:lnTo>
                    <a:pt x="773" y="9114"/>
                  </a:lnTo>
                  <a:lnTo>
                    <a:pt x="1545" y="9152"/>
                  </a:lnTo>
                  <a:lnTo>
                    <a:pt x="3128" y="9230"/>
                  </a:lnTo>
                  <a:lnTo>
                    <a:pt x="4828" y="9307"/>
                  </a:lnTo>
                  <a:lnTo>
                    <a:pt x="5677" y="9307"/>
                  </a:lnTo>
                  <a:lnTo>
                    <a:pt x="6488" y="9268"/>
                  </a:lnTo>
                  <a:lnTo>
                    <a:pt x="6604" y="9577"/>
                  </a:lnTo>
                  <a:lnTo>
                    <a:pt x="6758" y="9848"/>
                  </a:lnTo>
                  <a:lnTo>
                    <a:pt x="6990" y="10079"/>
                  </a:lnTo>
                  <a:lnTo>
                    <a:pt x="7222" y="10311"/>
                  </a:lnTo>
                  <a:lnTo>
                    <a:pt x="7492" y="10465"/>
                  </a:lnTo>
                  <a:lnTo>
                    <a:pt x="7801" y="10581"/>
                  </a:lnTo>
                  <a:lnTo>
                    <a:pt x="8110" y="10658"/>
                  </a:lnTo>
                  <a:lnTo>
                    <a:pt x="8419" y="10697"/>
                  </a:lnTo>
                  <a:lnTo>
                    <a:pt x="8728" y="10620"/>
                  </a:lnTo>
                  <a:lnTo>
                    <a:pt x="9037" y="10543"/>
                  </a:lnTo>
                  <a:lnTo>
                    <a:pt x="9307" y="10388"/>
                  </a:lnTo>
                  <a:lnTo>
                    <a:pt x="9539" y="10195"/>
                  </a:lnTo>
                  <a:lnTo>
                    <a:pt x="9770" y="9963"/>
                  </a:lnTo>
                  <a:lnTo>
                    <a:pt x="9925" y="9693"/>
                  </a:lnTo>
                  <a:lnTo>
                    <a:pt x="10079" y="9423"/>
                  </a:lnTo>
                  <a:lnTo>
                    <a:pt x="10156" y="9152"/>
                  </a:lnTo>
                  <a:lnTo>
                    <a:pt x="10195" y="9152"/>
                  </a:lnTo>
                  <a:lnTo>
                    <a:pt x="10195" y="8766"/>
                  </a:lnTo>
                  <a:lnTo>
                    <a:pt x="10156" y="8419"/>
                  </a:lnTo>
                  <a:lnTo>
                    <a:pt x="10041" y="8071"/>
                  </a:lnTo>
                  <a:lnTo>
                    <a:pt x="9847" y="7762"/>
                  </a:lnTo>
                  <a:lnTo>
                    <a:pt x="9616" y="7492"/>
                  </a:lnTo>
                  <a:lnTo>
                    <a:pt x="9307" y="7260"/>
                  </a:lnTo>
                  <a:lnTo>
                    <a:pt x="8998" y="7106"/>
                  </a:lnTo>
                  <a:lnTo>
                    <a:pt x="8650" y="7029"/>
                  </a:lnTo>
                  <a:lnTo>
                    <a:pt x="8303" y="7029"/>
                  </a:lnTo>
                  <a:lnTo>
                    <a:pt x="8187" y="7067"/>
                  </a:lnTo>
                  <a:lnTo>
                    <a:pt x="8148" y="7029"/>
                  </a:lnTo>
                  <a:lnTo>
                    <a:pt x="8071" y="6990"/>
                  </a:lnTo>
                  <a:lnTo>
                    <a:pt x="7917" y="6990"/>
                  </a:lnTo>
                  <a:lnTo>
                    <a:pt x="7724" y="7029"/>
                  </a:lnTo>
                  <a:lnTo>
                    <a:pt x="7415" y="7144"/>
                  </a:lnTo>
                  <a:lnTo>
                    <a:pt x="7144" y="7338"/>
                  </a:lnTo>
                  <a:lnTo>
                    <a:pt x="6913" y="7569"/>
                  </a:lnTo>
                  <a:lnTo>
                    <a:pt x="6720" y="7878"/>
                  </a:lnTo>
                  <a:lnTo>
                    <a:pt x="6565" y="8187"/>
                  </a:lnTo>
                  <a:lnTo>
                    <a:pt x="6449" y="8535"/>
                  </a:lnTo>
                  <a:lnTo>
                    <a:pt x="6449" y="8844"/>
                  </a:lnTo>
                  <a:lnTo>
                    <a:pt x="5716" y="8805"/>
                  </a:lnTo>
                  <a:lnTo>
                    <a:pt x="4943" y="8766"/>
                  </a:lnTo>
                  <a:lnTo>
                    <a:pt x="3476" y="8766"/>
                  </a:lnTo>
                  <a:lnTo>
                    <a:pt x="3476" y="8728"/>
                  </a:lnTo>
                  <a:lnTo>
                    <a:pt x="3476" y="8650"/>
                  </a:lnTo>
                  <a:lnTo>
                    <a:pt x="3476" y="8573"/>
                  </a:lnTo>
                  <a:lnTo>
                    <a:pt x="3437" y="8535"/>
                  </a:lnTo>
                  <a:lnTo>
                    <a:pt x="3360" y="8496"/>
                  </a:lnTo>
                  <a:lnTo>
                    <a:pt x="3283" y="8496"/>
                  </a:lnTo>
                  <a:lnTo>
                    <a:pt x="3206" y="8535"/>
                  </a:lnTo>
                  <a:lnTo>
                    <a:pt x="3206" y="8535"/>
                  </a:lnTo>
                  <a:lnTo>
                    <a:pt x="3283" y="8380"/>
                  </a:lnTo>
                  <a:lnTo>
                    <a:pt x="3283" y="8226"/>
                  </a:lnTo>
                  <a:lnTo>
                    <a:pt x="3283" y="8110"/>
                  </a:lnTo>
                  <a:lnTo>
                    <a:pt x="3283" y="7955"/>
                  </a:lnTo>
                  <a:lnTo>
                    <a:pt x="3206" y="7338"/>
                  </a:lnTo>
                  <a:lnTo>
                    <a:pt x="3128" y="6449"/>
                  </a:lnTo>
                  <a:lnTo>
                    <a:pt x="3013" y="4326"/>
                  </a:lnTo>
                  <a:lnTo>
                    <a:pt x="2935" y="2202"/>
                  </a:lnTo>
                  <a:lnTo>
                    <a:pt x="2897" y="78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2" name="Google Shape;5722;p22"/>
            <p:cNvSpPr/>
            <p:nvPr/>
          </p:nvSpPr>
          <p:spPr>
            <a:xfrm>
              <a:off x="5490700" y="4546400"/>
              <a:ext cx="483675" cy="227850"/>
            </a:xfrm>
            <a:custGeom>
              <a:avLst/>
              <a:gdLst/>
              <a:ahLst/>
              <a:cxnLst/>
              <a:rect l="l" t="t" r="r" b="b"/>
              <a:pathLst>
                <a:path w="19347" h="9114" extrusionOk="0">
                  <a:moveTo>
                    <a:pt x="78" y="0"/>
                  </a:moveTo>
                  <a:lnTo>
                    <a:pt x="0" y="579"/>
                  </a:lnTo>
                  <a:lnTo>
                    <a:pt x="0" y="1197"/>
                  </a:lnTo>
                  <a:lnTo>
                    <a:pt x="39" y="1815"/>
                  </a:lnTo>
                  <a:lnTo>
                    <a:pt x="155" y="2433"/>
                  </a:lnTo>
                  <a:lnTo>
                    <a:pt x="309" y="3051"/>
                  </a:lnTo>
                  <a:lnTo>
                    <a:pt x="541" y="3668"/>
                  </a:lnTo>
                  <a:lnTo>
                    <a:pt x="811" y="4248"/>
                  </a:lnTo>
                  <a:lnTo>
                    <a:pt x="1120" y="4827"/>
                  </a:lnTo>
                  <a:lnTo>
                    <a:pt x="1506" y="5406"/>
                  </a:lnTo>
                  <a:lnTo>
                    <a:pt x="1970" y="5947"/>
                  </a:lnTo>
                  <a:lnTo>
                    <a:pt x="2433" y="6410"/>
                  </a:lnTo>
                  <a:lnTo>
                    <a:pt x="2974" y="6873"/>
                  </a:lnTo>
                  <a:lnTo>
                    <a:pt x="3514" y="7260"/>
                  </a:lnTo>
                  <a:lnTo>
                    <a:pt x="4094" y="7646"/>
                  </a:lnTo>
                  <a:lnTo>
                    <a:pt x="4712" y="7955"/>
                  </a:lnTo>
                  <a:lnTo>
                    <a:pt x="5329" y="8225"/>
                  </a:lnTo>
                  <a:lnTo>
                    <a:pt x="5986" y="8495"/>
                  </a:lnTo>
                  <a:lnTo>
                    <a:pt x="6642" y="8688"/>
                  </a:lnTo>
                  <a:lnTo>
                    <a:pt x="7299" y="8843"/>
                  </a:lnTo>
                  <a:lnTo>
                    <a:pt x="7994" y="8959"/>
                  </a:lnTo>
                  <a:lnTo>
                    <a:pt x="8689" y="9036"/>
                  </a:lnTo>
                  <a:lnTo>
                    <a:pt x="9384" y="9075"/>
                  </a:lnTo>
                  <a:lnTo>
                    <a:pt x="10079" y="9113"/>
                  </a:lnTo>
                  <a:lnTo>
                    <a:pt x="10774" y="9075"/>
                  </a:lnTo>
                  <a:lnTo>
                    <a:pt x="11392" y="8997"/>
                  </a:lnTo>
                  <a:lnTo>
                    <a:pt x="12048" y="8920"/>
                  </a:lnTo>
                  <a:lnTo>
                    <a:pt x="12705" y="8766"/>
                  </a:lnTo>
                  <a:lnTo>
                    <a:pt x="13361" y="8611"/>
                  </a:lnTo>
                  <a:lnTo>
                    <a:pt x="14018" y="8379"/>
                  </a:lnTo>
                  <a:lnTo>
                    <a:pt x="14636" y="8148"/>
                  </a:lnTo>
                  <a:lnTo>
                    <a:pt x="15253" y="7877"/>
                  </a:lnTo>
                  <a:lnTo>
                    <a:pt x="15871" y="7569"/>
                  </a:lnTo>
                  <a:lnTo>
                    <a:pt x="16450" y="7221"/>
                  </a:lnTo>
                  <a:lnTo>
                    <a:pt x="16991" y="6835"/>
                  </a:lnTo>
                  <a:lnTo>
                    <a:pt x="17493" y="6410"/>
                  </a:lnTo>
                  <a:lnTo>
                    <a:pt x="17956" y="5947"/>
                  </a:lnTo>
                  <a:lnTo>
                    <a:pt x="18381" y="5445"/>
                  </a:lnTo>
                  <a:lnTo>
                    <a:pt x="18767" y="4904"/>
                  </a:lnTo>
                  <a:lnTo>
                    <a:pt x="19076" y="4286"/>
                  </a:lnTo>
                  <a:lnTo>
                    <a:pt x="19347" y="3668"/>
                  </a:lnTo>
                  <a:lnTo>
                    <a:pt x="19115" y="3630"/>
                  </a:lnTo>
                  <a:lnTo>
                    <a:pt x="18767" y="4170"/>
                  </a:lnTo>
                  <a:lnTo>
                    <a:pt x="18420" y="4634"/>
                  </a:lnTo>
                  <a:lnTo>
                    <a:pt x="18034" y="5097"/>
                  </a:lnTo>
                  <a:lnTo>
                    <a:pt x="17609" y="5561"/>
                  </a:lnTo>
                  <a:lnTo>
                    <a:pt x="17184" y="5947"/>
                  </a:lnTo>
                  <a:lnTo>
                    <a:pt x="16721" y="6333"/>
                  </a:lnTo>
                  <a:lnTo>
                    <a:pt x="16257" y="6680"/>
                  </a:lnTo>
                  <a:lnTo>
                    <a:pt x="15755" y="7028"/>
                  </a:lnTo>
                  <a:lnTo>
                    <a:pt x="15215" y="7298"/>
                  </a:lnTo>
                  <a:lnTo>
                    <a:pt x="14713" y="7569"/>
                  </a:lnTo>
                  <a:lnTo>
                    <a:pt x="14134" y="7800"/>
                  </a:lnTo>
                  <a:lnTo>
                    <a:pt x="13593" y="8032"/>
                  </a:lnTo>
                  <a:lnTo>
                    <a:pt x="13014" y="8186"/>
                  </a:lnTo>
                  <a:lnTo>
                    <a:pt x="12434" y="8341"/>
                  </a:lnTo>
                  <a:lnTo>
                    <a:pt x="11817" y="8457"/>
                  </a:lnTo>
                  <a:lnTo>
                    <a:pt x="11199" y="8534"/>
                  </a:lnTo>
                  <a:lnTo>
                    <a:pt x="10504" y="8611"/>
                  </a:lnTo>
                  <a:lnTo>
                    <a:pt x="9114" y="8611"/>
                  </a:lnTo>
                  <a:lnTo>
                    <a:pt x="8380" y="8534"/>
                  </a:lnTo>
                  <a:lnTo>
                    <a:pt x="7685" y="8418"/>
                  </a:lnTo>
                  <a:lnTo>
                    <a:pt x="6990" y="8302"/>
                  </a:lnTo>
                  <a:lnTo>
                    <a:pt x="6333" y="8109"/>
                  </a:lnTo>
                  <a:lnTo>
                    <a:pt x="5638" y="7877"/>
                  </a:lnTo>
                  <a:lnTo>
                    <a:pt x="5020" y="7607"/>
                  </a:lnTo>
                  <a:lnTo>
                    <a:pt x="4364" y="7260"/>
                  </a:lnTo>
                  <a:lnTo>
                    <a:pt x="3785" y="6912"/>
                  </a:lnTo>
                  <a:lnTo>
                    <a:pt x="3206" y="6487"/>
                  </a:lnTo>
                  <a:lnTo>
                    <a:pt x="2704" y="6063"/>
                  </a:lnTo>
                  <a:lnTo>
                    <a:pt x="2202" y="5561"/>
                  </a:lnTo>
                  <a:lnTo>
                    <a:pt x="1777" y="4981"/>
                  </a:lnTo>
                  <a:lnTo>
                    <a:pt x="1391" y="4402"/>
                  </a:lnTo>
                  <a:lnTo>
                    <a:pt x="1120" y="3900"/>
                  </a:lnTo>
                  <a:lnTo>
                    <a:pt x="850" y="3360"/>
                  </a:lnTo>
                  <a:lnTo>
                    <a:pt x="696" y="2858"/>
                  </a:lnTo>
                  <a:lnTo>
                    <a:pt x="541" y="2278"/>
                  </a:lnTo>
                  <a:lnTo>
                    <a:pt x="425" y="1738"/>
                  </a:lnTo>
                  <a:lnTo>
                    <a:pt x="387" y="1158"/>
                  </a:lnTo>
                  <a:lnTo>
                    <a:pt x="387" y="618"/>
                  </a:lnTo>
                  <a:lnTo>
                    <a:pt x="425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3" name="Google Shape;5723;p22"/>
            <p:cNvSpPr/>
            <p:nvPr/>
          </p:nvSpPr>
          <p:spPr>
            <a:xfrm>
              <a:off x="5576625" y="4556050"/>
              <a:ext cx="35725" cy="28975"/>
            </a:xfrm>
            <a:custGeom>
              <a:avLst/>
              <a:gdLst/>
              <a:ahLst/>
              <a:cxnLst/>
              <a:rect l="l" t="t" r="r" b="b"/>
              <a:pathLst>
                <a:path w="1429" h="1159" extrusionOk="0">
                  <a:moveTo>
                    <a:pt x="502" y="0"/>
                  </a:moveTo>
                  <a:lnTo>
                    <a:pt x="309" y="116"/>
                  </a:lnTo>
                  <a:lnTo>
                    <a:pt x="193" y="232"/>
                  </a:lnTo>
                  <a:lnTo>
                    <a:pt x="77" y="386"/>
                  </a:lnTo>
                  <a:lnTo>
                    <a:pt x="39" y="541"/>
                  </a:lnTo>
                  <a:lnTo>
                    <a:pt x="0" y="734"/>
                  </a:lnTo>
                  <a:lnTo>
                    <a:pt x="39" y="927"/>
                  </a:lnTo>
                  <a:lnTo>
                    <a:pt x="116" y="1081"/>
                  </a:lnTo>
                  <a:lnTo>
                    <a:pt x="193" y="1159"/>
                  </a:lnTo>
                  <a:lnTo>
                    <a:pt x="348" y="1159"/>
                  </a:lnTo>
                  <a:lnTo>
                    <a:pt x="425" y="1043"/>
                  </a:lnTo>
                  <a:lnTo>
                    <a:pt x="425" y="1004"/>
                  </a:lnTo>
                  <a:lnTo>
                    <a:pt x="386" y="927"/>
                  </a:lnTo>
                  <a:lnTo>
                    <a:pt x="386" y="850"/>
                  </a:lnTo>
                  <a:lnTo>
                    <a:pt x="348" y="772"/>
                  </a:lnTo>
                  <a:lnTo>
                    <a:pt x="425" y="579"/>
                  </a:lnTo>
                  <a:lnTo>
                    <a:pt x="541" y="425"/>
                  </a:lnTo>
                  <a:lnTo>
                    <a:pt x="618" y="386"/>
                  </a:lnTo>
                  <a:lnTo>
                    <a:pt x="773" y="386"/>
                  </a:lnTo>
                  <a:lnTo>
                    <a:pt x="850" y="425"/>
                  </a:lnTo>
                  <a:lnTo>
                    <a:pt x="966" y="579"/>
                  </a:lnTo>
                  <a:lnTo>
                    <a:pt x="1004" y="657"/>
                  </a:lnTo>
                  <a:lnTo>
                    <a:pt x="1004" y="734"/>
                  </a:lnTo>
                  <a:lnTo>
                    <a:pt x="966" y="927"/>
                  </a:lnTo>
                  <a:lnTo>
                    <a:pt x="966" y="1004"/>
                  </a:lnTo>
                  <a:lnTo>
                    <a:pt x="966" y="1081"/>
                  </a:lnTo>
                  <a:lnTo>
                    <a:pt x="1004" y="1120"/>
                  </a:lnTo>
                  <a:lnTo>
                    <a:pt x="1081" y="1159"/>
                  </a:lnTo>
                  <a:lnTo>
                    <a:pt x="1197" y="1159"/>
                  </a:lnTo>
                  <a:lnTo>
                    <a:pt x="1275" y="1120"/>
                  </a:lnTo>
                  <a:lnTo>
                    <a:pt x="1313" y="1081"/>
                  </a:lnTo>
                  <a:lnTo>
                    <a:pt x="1390" y="888"/>
                  </a:lnTo>
                  <a:lnTo>
                    <a:pt x="1429" y="734"/>
                  </a:lnTo>
                  <a:lnTo>
                    <a:pt x="1390" y="541"/>
                  </a:lnTo>
                  <a:lnTo>
                    <a:pt x="1313" y="348"/>
                  </a:lnTo>
                  <a:lnTo>
                    <a:pt x="1197" y="193"/>
                  </a:lnTo>
                  <a:lnTo>
                    <a:pt x="1043" y="77"/>
                  </a:lnTo>
                  <a:lnTo>
                    <a:pt x="85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4" name="Google Shape;5724;p22"/>
            <p:cNvSpPr/>
            <p:nvPr/>
          </p:nvSpPr>
          <p:spPr>
            <a:xfrm>
              <a:off x="5523525" y="4559900"/>
              <a:ext cx="33800" cy="29950"/>
            </a:xfrm>
            <a:custGeom>
              <a:avLst/>
              <a:gdLst/>
              <a:ahLst/>
              <a:cxnLst/>
              <a:rect l="l" t="t" r="r" b="b"/>
              <a:pathLst>
                <a:path w="1352" h="1198" extrusionOk="0">
                  <a:moveTo>
                    <a:pt x="618" y="1"/>
                  </a:moveTo>
                  <a:lnTo>
                    <a:pt x="425" y="39"/>
                  </a:lnTo>
                  <a:lnTo>
                    <a:pt x="232" y="117"/>
                  </a:lnTo>
                  <a:lnTo>
                    <a:pt x="116" y="232"/>
                  </a:lnTo>
                  <a:lnTo>
                    <a:pt x="0" y="425"/>
                  </a:lnTo>
                  <a:lnTo>
                    <a:pt x="0" y="618"/>
                  </a:lnTo>
                  <a:lnTo>
                    <a:pt x="0" y="812"/>
                  </a:lnTo>
                  <a:lnTo>
                    <a:pt x="78" y="966"/>
                  </a:lnTo>
                  <a:lnTo>
                    <a:pt x="232" y="1082"/>
                  </a:lnTo>
                  <a:lnTo>
                    <a:pt x="387" y="1198"/>
                  </a:lnTo>
                  <a:lnTo>
                    <a:pt x="464" y="1198"/>
                  </a:lnTo>
                  <a:lnTo>
                    <a:pt x="502" y="1120"/>
                  </a:lnTo>
                  <a:lnTo>
                    <a:pt x="502" y="1043"/>
                  </a:lnTo>
                  <a:lnTo>
                    <a:pt x="464" y="1005"/>
                  </a:lnTo>
                  <a:lnTo>
                    <a:pt x="387" y="927"/>
                  </a:lnTo>
                  <a:lnTo>
                    <a:pt x="348" y="812"/>
                  </a:lnTo>
                  <a:lnTo>
                    <a:pt x="348" y="734"/>
                  </a:lnTo>
                  <a:lnTo>
                    <a:pt x="348" y="618"/>
                  </a:lnTo>
                  <a:lnTo>
                    <a:pt x="387" y="503"/>
                  </a:lnTo>
                  <a:lnTo>
                    <a:pt x="464" y="464"/>
                  </a:lnTo>
                  <a:lnTo>
                    <a:pt x="541" y="387"/>
                  </a:lnTo>
                  <a:lnTo>
                    <a:pt x="773" y="387"/>
                  </a:lnTo>
                  <a:lnTo>
                    <a:pt x="850" y="464"/>
                  </a:lnTo>
                  <a:lnTo>
                    <a:pt x="927" y="541"/>
                  </a:lnTo>
                  <a:lnTo>
                    <a:pt x="966" y="657"/>
                  </a:lnTo>
                  <a:lnTo>
                    <a:pt x="1004" y="850"/>
                  </a:lnTo>
                  <a:lnTo>
                    <a:pt x="1043" y="966"/>
                  </a:lnTo>
                  <a:lnTo>
                    <a:pt x="1082" y="1043"/>
                  </a:lnTo>
                  <a:lnTo>
                    <a:pt x="1159" y="1082"/>
                  </a:lnTo>
                  <a:lnTo>
                    <a:pt x="1197" y="1082"/>
                  </a:lnTo>
                  <a:lnTo>
                    <a:pt x="1275" y="1043"/>
                  </a:lnTo>
                  <a:lnTo>
                    <a:pt x="1352" y="927"/>
                  </a:lnTo>
                  <a:lnTo>
                    <a:pt x="1352" y="850"/>
                  </a:lnTo>
                  <a:lnTo>
                    <a:pt x="1352" y="618"/>
                  </a:lnTo>
                  <a:lnTo>
                    <a:pt x="1275" y="387"/>
                  </a:lnTo>
                  <a:lnTo>
                    <a:pt x="1159" y="232"/>
                  </a:lnTo>
                  <a:lnTo>
                    <a:pt x="1004" y="78"/>
                  </a:lnTo>
                  <a:lnTo>
                    <a:pt x="811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5" name="Google Shape;5725;p22"/>
            <p:cNvSpPr/>
            <p:nvPr/>
          </p:nvSpPr>
          <p:spPr>
            <a:xfrm>
              <a:off x="4050375" y="4567625"/>
              <a:ext cx="30900" cy="168975"/>
            </a:xfrm>
            <a:custGeom>
              <a:avLst/>
              <a:gdLst/>
              <a:ahLst/>
              <a:cxnLst/>
              <a:rect l="l" t="t" r="r" b="b"/>
              <a:pathLst>
                <a:path w="1236" h="6759" extrusionOk="0">
                  <a:moveTo>
                    <a:pt x="1120" y="1"/>
                  </a:moveTo>
                  <a:lnTo>
                    <a:pt x="1081" y="39"/>
                  </a:lnTo>
                  <a:lnTo>
                    <a:pt x="1043" y="39"/>
                  </a:lnTo>
                  <a:lnTo>
                    <a:pt x="850" y="78"/>
                  </a:lnTo>
                  <a:lnTo>
                    <a:pt x="850" y="116"/>
                  </a:lnTo>
                  <a:lnTo>
                    <a:pt x="541" y="1738"/>
                  </a:lnTo>
                  <a:lnTo>
                    <a:pt x="309" y="3399"/>
                  </a:lnTo>
                  <a:lnTo>
                    <a:pt x="116" y="5059"/>
                  </a:lnTo>
                  <a:lnTo>
                    <a:pt x="0" y="6720"/>
                  </a:lnTo>
                  <a:lnTo>
                    <a:pt x="232" y="6758"/>
                  </a:lnTo>
                  <a:lnTo>
                    <a:pt x="502" y="5136"/>
                  </a:lnTo>
                  <a:lnTo>
                    <a:pt x="772" y="3515"/>
                  </a:lnTo>
                  <a:lnTo>
                    <a:pt x="965" y="1854"/>
                  </a:lnTo>
                  <a:lnTo>
                    <a:pt x="1081" y="232"/>
                  </a:lnTo>
                  <a:lnTo>
                    <a:pt x="1236" y="78"/>
                  </a:lnTo>
                  <a:lnTo>
                    <a:pt x="1236" y="39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6" name="Google Shape;5726;p22"/>
            <p:cNvSpPr/>
            <p:nvPr/>
          </p:nvSpPr>
          <p:spPr>
            <a:xfrm>
              <a:off x="4077400" y="4569550"/>
              <a:ext cx="121650" cy="144850"/>
            </a:xfrm>
            <a:custGeom>
              <a:avLst/>
              <a:gdLst/>
              <a:ahLst/>
              <a:cxnLst/>
              <a:rect l="l" t="t" r="r" b="b"/>
              <a:pathLst>
                <a:path w="4866" h="5794" extrusionOk="0">
                  <a:moveTo>
                    <a:pt x="155" y="1"/>
                  </a:moveTo>
                  <a:lnTo>
                    <a:pt x="0" y="155"/>
                  </a:lnTo>
                  <a:lnTo>
                    <a:pt x="1197" y="1545"/>
                  </a:lnTo>
                  <a:lnTo>
                    <a:pt x="2356" y="2936"/>
                  </a:lnTo>
                  <a:lnTo>
                    <a:pt x="2896" y="3631"/>
                  </a:lnTo>
                  <a:lnTo>
                    <a:pt x="3476" y="4403"/>
                  </a:lnTo>
                  <a:lnTo>
                    <a:pt x="4055" y="5098"/>
                  </a:lnTo>
                  <a:lnTo>
                    <a:pt x="4325" y="5445"/>
                  </a:lnTo>
                  <a:lnTo>
                    <a:pt x="4634" y="5793"/>
                  </a:lnTo>
                  <a:lnTo>
                    <a:pt x="4827" y="5754"/>
                  </a:lnTo>
                  <a:lnTo>
                    <a:pt x="4866" y="5716"/>
                  </a:lnTo>
                  <a:lnTo>
                    <a:pt x="4866" y="5639"/>
                  </a:lnTo>
                  <a:lnTo>
                    <a:pt x="4634" y="5252"/>
                  </a:lnTo>
                  <a:lnTo>
                    <a:pt x="4402" y="4866"/>
                  </a:lnTo>
                  <a:lnTo>
                    <a:pt x="3862" y="4171"/>
                  </a:lnTo>
                  <a:lnTo>
                    <a:pt x="2703" y="2781"/>
                  </a:lnTo>
                  <a:lnTo>
                    <a:pt x="1468" y="1352"/>
                  </a:lnTo>
                  <a:lnTo>
                    <a:pt x="811" y="657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7" name="Google Shape;5727;p22"/>
            <p:cNvSpPr/>
            <p:nvPr/>
          </p:nvSpPr>
          <p:spPr>
            <a:xfrm>
              <a:off x="3931625" y="4577275"/>
              <a:ext cx="61800" cy="160275"/>
            </a:xfrm>
            <a:custGeom>
              <a:avLst/>
              <a:gdLst/>
              <a:ahLst/>
              <a:cxnLst/>
              <a:rect l="l" t="t" r="r" b="b"/>
              <a:pathLst>
                <a:path w="2472" h="6411" extrusionOk="0">
                  <a:moveTo>
                    <a:pt x="309" y="1"/>
                  </a:moveTo>
                  <a:lnTo>
                    <a:pt x="0" y="78"/>
                  </a:lnTo>
                  <a:lnTo>
                    <a:pt x="194" y="927"/>
                  </a:lnTo>
                  <a:lnTo>
                    <a:pt x="425" y="1777"/>
                  </a:lnTo>
                  <a:lnTo>
                    <a:pt x="657" y="2627"/>
                  </a:lnTo>
                  <a:lnTo>
                    <a:pt x="927" y="3476"/>
                  </a:lnTo>
                  <a:lnTo>
                    <a:pt x="1506" y="5098"/>
                  </a:lnTo>
                  <a:lnTo>
                    <a:pt x="1738" y="5754"/>
                  </a:lnTo>
                  <a:lnTo>
                    <a:pt x="1661" y="5716"/>
                  </a:lnTo>
                  <a:lnTo>
                    <a:pt x="1584" y="5793"/>
                  </a:lnTo>
                  <a:lnTo>
                    <a:pt x="1545" y="5870"/>
                  </a:lnTo>
                  <a:lnTo>
                    <a:pt x="1777" y="5909"/>
                  </a:lnTo>
                  <a:lnTo>
                    <a:pt x="1931" y="6140"/>
                  </a:lnTo>
                  <a:lnTo>
                    <a:pt x="2086" y="6334"/>
                  </a:lnTo>
                  <a:lnTo>
                    <a:pt x="2124" y="6411"/>
                  </a:lnTo>
                  <a:lnTo>
                    <a:pt x="2317" y="6411"/>
                  </a:lnTo>
                  <a:lnTo>
                    <a:pt x="2356" y="6334"/>
                  </a:lnTo>
                  <a:lnTo>
                    <a:pt x="2433" y="6295"/>
                  </a:lnTo>
                  <a:lnTo>
                    <a:pt x="2472" y="6256"/>
                  </a:lnTo>
                  <a:lnTo>
                    <a:pt x="2356" y="5947"/>
                  </a:lnTo>
                  <a:lnTo>
                    <a:pt x="2279" y="5947"/>
                  </a:lnTo>
                  <a:lnTo>
                    <a:pt x="2124" y="5600"/>
                  </a:lnTo>
                  <a:lnTo>
                    <a:pt x="1970" y="5214"/>
                  </a:lnTo>
                  <a:lnTo>
                    <a:pt x="1738" y="4441"/>
                  </a:lnTo>
                  <a:lnTo>
                    <a:pt x="1198" y="2935"/>
                  </a:lnTo>
                  <a:lnTo>
                    <a:pt x="734" y="1468"/>
                  </a:lnTo>
                  <a:lnTo>
                    <a:pt x="309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8" name="Google Shape;5728;p22"/>
            <p:cNvSpPr/>
            <p:nvPr/>
          </p:nvSpPr>
          <p:spPr>
            <a:xfrm>
              <a:off x="3941275" y="4579200"/>
              <a:ext cx="355275" cy="170900"/>
            </a:xfrm>
            <a:custGeom>
              <a:avLst/>
              <a:gdLst/>
              <a:ahLst/>
              <a:cxnLst/>
              <a:rect l="l" t="t" r="r" b="b"/>
              <a:pathLst>
                <a:path w="14211" h="6836" extrusionOk="0">
                  <a:moveTo>
                    <a:pt x="116" y="1"/>
                  </a:moveTo>
                  <a:lnTo>
                    <a:pt x="1" y="40"/>
                  </a:lnTo>
                  <a:lnTo>
                    <a:pt x="1970" y="3206"/>
                  </a:lnTo>
                  <a:lnTo>
                    <a:pt x="4055" y="6334"/>
                  </a:lnTo>
                  <a:lnTo>
                    <a:pt x="4055" y="6334"/>
                  </a:lnTo>
                  <a:lnTo>
                    <a:pt x="3553" y="6295"/>
                  </a:lnTo>
                  <a:lnTo>
                    <a:pt x="3051" y="6179"/>
                  </a:lnTo>
                  <a:lnTo>
                    <a:pt x="2588" y="6025"/>
                  </a:lnTo>
                  <a:lnTo>
                    <a:pt x="2124" y="5870"/>
                  </a:lnTo>
                  <a:lnTo>
                    <a:pt x="1970" y="5870"/>
                  </a:lnTo>
                  <a:lnTo>
                    <a:pt x="2086" y="6179"/>
                  </a:lnTo>
                  <a:lnTo>
                    <a:pt x="2472" y="6372"/>
                  </a:lnTo>
                  <a:lnTo>
                    <a:pt x="2858" y="6527"/>
                  </a:lnTo>
                  <a:lnTo>
                    <a:pt x="3283" y="6643"/>
                  </a:lnTo>
                  <a:lnTo>
                    <a:pt x="3708" y="6720"/>
                  </a:lnTo>
                  <a:lnTo>
                    <a:pt x="4132" y="6797"/>
                  </a:lnTo>
                  <a:lnTo>
                    <a:pt x="4596" y="6836"/>
                  </a:lnTo>
                  <a:lnTo>
                    <a:pt x="5484" y="6836"/>
                  </a:lnTo>
                  <a:lnTo>
                    <a:pt x="6372" y="6759"/>
                  </a:lnTo>
                  <a:lnTo>
                    <a:pt x="7299" y="6643"/>
                  </a:lnTo>
                  <a:lnTo>
                    <a:pt x="8148" y="6488"/>
                  </a:lnTo>
                  <a:lnTo>
                    <a:pt x="8959" y="6295"/>
                  </a:lnTo>
                  <a:lnTo>
                    <a:pt x="9770" y="6025"/>
                  </a:lnTo>
                  <a:lnTo>
                    <a:pt x="10581" y="5716"/>
                  </a:lnTo>
                  <a:lnTo>
                    <a:pt x="11315" y="5368"/>
                  </a:lnTo>
                  <a:lnTo>
                    <a:pt x="12010" y="4905"/>
                  </a:lnTo>
                  <a:lnTo>
                    <a:pt x="12357" y="4673"/>
                  </a:lnTo>
                  <a:lnTo>
                    <a:pt x="12666" y="4403"/>
                  </a:lnTo>
                  <a:lnTo>
                    <a:pt x="12975" y="4094"/>
                  </a:lnTo>
                  <a:lnTo>
                    <a:pt x="13284" y="3785"/>
                  </a:lnTo>
                  <a:lnTo>
                    <a:pt x="13516" y="3476"/>
                  </a:lnTo>
                  <a:lnTo>
                    <a:pt x="13786" y="3129"/>
                  </a:lnTo>
                  <a:lnTo>
                    <a:pt x="13979" y="2781"/>
                  </a:lnTo>
                  <a:lnTo>
                    <a:pt x="14211" y="2395"/>
                  </a:lnTo>
                  <a:lnTo>
                    <a:pt x="14211" y="2279"/>
                  </a:lnTo>
                  <a:lnTo>
                    <a:pt x="14172" y="2163"/>
                  </a:lnTo>
                  <a:lnTo>
                    <a:pt x="14172" y="2125"/>
                  </a:lnTo>
                  <a:lnTo>
                    <a:pt x="13863" y="2125"/>
                  </a:lnTo>
                  <a:lnTo>
                    <a:pt x="13825" y="2163"/>
                  </a:lnTo>
                  <a:lnTo>
                    <a:pt x="13554" y="2704"/>
                  </a:lnTo>
                  <a:lnTo>
                    <a:pt x="13207" y="3167"/>
                  </a:lnTo>
                  <a:lnTo>
                    <a:pt x="12859" y="3631"/>
                  </a:lnTo>
                  <a:lnTo>
                    <a:pt x="12473" y="4017"/>
                  </a:lnTo>
                  <a:lnTo>
                    <a:pt x="12010" y="4364"/>
                  </a:lnTo>
                  <a:lnTo>
                    <a:pt x="11546" y="4712"/>
                  </a:lnTo>
                  <a:lnTo>
                    <a:pt x="11083" y="4982"/>
                  </a:lnTo>
                  <a:lnTo>
                    <a:pt x="10542" y="5253"/>
                  </a:lnTo>
                  <a:lnTo>
                    <a:pt x="10349" y="5253"/>
                  </a:lnTo>
                  <a:lnTo>
                    <a:pt x="10349" y="5368"/>
                  </a:lnTo>
                  <a:lnTo>
                    <a:pt x="10272" y="5368"/>
                  </a:lnTo>
                  <a:lnTo>
                    <a:pt x="10079" y="5407"/>
                  </a:lnTo>
                  <a:lnTo>
                    <a:pt x="10156" y="5446"/>
                  </a:lnTo>
                  <a:lnTo>
                    <a:pt x="9500" y="5677"/>
                  </a:lnTo>
                  <a:lnTo>
                    <a:pt x="8843" y="5870"/>
                  </a:lnTo>
                  <a:lnTo>
                    <a:pt x="7839" y="6102"/>
                  </a:lnTo>
                  <a:lnTo>
                    <a:pt x="6758" y="6295"/>
                  </a:lnTo>
                  <a:lnTo>
                    <a:pt x="6218" y="6334"/>
                  </a:lnTo>
                  <a:lnTo>
                    <a:pt x="5677" y="6411"/>
                  </a:lnTo>
                  <a:lnTo>
                    <a:pt x="4557" y="6411"/>
                  </a:lnTo>
                  <a:lnTo>
                    <a:pt x="4596" y="6295"/>
                  </a:lnTo>
                  <a:lnTo>
                    <a:pt x="4364" y="6257"/>
                  </a:lnTo>
                  <a:lnTo>
                    <a:pt x="3399" y="4635"/>
                  </a:lnTo>
                  <a:lnTo>
                    <a:pt x="2356" y="3013"/>
                  </a:lnTo>
                  <a:lnTo>
                    <a:pt x="1275" y="1468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9" name="Google Shape;5729;p22"/>
            <p:cNvSpPr/>
            <p:nvPr/>
          </p:nvSpPr>
          <p:spPr>
            <a:xfrm>
              <a:off x="6364350" y="4636175"/>
              <a:ext cx="112975" cy="132275"/>
            </a:xfrm>
            <a:custGeom>
              <a:avLst/>
              <a:gdLst/>
              <a:ahLst/>
              <a:cxnLst/>
              <a:rect l="l" t="t" r="r" b="b"/>
              <a:pathLst>
                <a:path w="4519" h="5291" extrusionOk="0">
                  <a:moveTo>
                    <a:pt x="3360" y="0"/>
                  </a:moveTo>
                  <a:lnTo>
                    <a:pt x="3052" y="39"/>
                  </a:lnTo>
                  <a:lnTo>
                    <a:pt x="2781" y="77"/>
                  </a:lnTo>
                  <a:lnTo>
                    <a:pt x="2511" y="193"/>
                  </a:lnTo>
                  <a:lnTo>
                    <a:pt x="2241" y="309"/>
                  </a:lnTo>
                  <a:lnTo>
                    <a:pt x="2009" y="425"/>
                  </a:lnTo>
                  <a:lnTo>
                    <a:pt x="1739" y="579"/>
                  </a:lnTo>
                  <a:lnTo>
                    <a:pt x="1507" y="773"/>
                  </a:lnTo>
                  <a:lnTo>
                    <a:pt x="1121" y="1197"/>
                  </a:lnTo>
                  <a:lnTo>
                    <a:pt x="735" y="1661"/>
                  </a:lnTo>
                  <a:lnTo>
                    <a:pt x="464" y="2163"/>
                  </a:lnTo>
                  <a:lnTo>
                    <a:pt x="271" y="2742"/>
                  </a:lnTo>
                  <a:lnTo>
                    <a:pt x="78" y="3398"/>
                  </a:lnTo>
                  <a:lnTo>
                    <a:pt x="40" y="3746"/>
                  </a:lnTo>
                  <a:lnTo>
                    <a:pt x="1" y="4055"/>
                  </a:lnTo>
                  <a:lnTo>
                    <a:pt x="1" y="4402"/>
                  </a:lnTo>
                  <a:lnTo>
                    <a:pt x="40" y="4673"/>
                  </a:lnTo>
                  <a:lnTo>
                    <a:pt x="117" y="4904"/>
                  </a:lnTo>
                  <a:lnTo>
                    <a:pt x="271" y="5059"/>
                  </a:lnTo>
                  <a:lnTo>
                    <a:pt x="503" y="5175"/>
                  </a:lnTo>
                  <a:lnTo>
                    <a:pt x="735" y="5252"/>
                  </a:lnTo>
                  <a:lnTo>
                    <a:pt x="966" y="5290"/>
                  </a:lnTo>
                  <a:lnTo>
                    <a:pt x="1700" y="5290"/>
                  </a:lnTo>
                  <a:lnTo>
                    <a:pt x="1700" y="4982"/>
                  </a:lnTo>
                  <a:lnTo>
                    <a:pt x="1159" y="4866"/>
                  </a:lnTo>
                  <a:lnTo>
                    <a:pt x="889" y="4827"/>
                  </a:lnTo>
                  <a:lnTo>
                    <a:pt x="735" y="4711"/>
                  </a:lnTo>
                  <a:lnTo>
                    <a:pt x="580" y="4595"/>
                  </a:lnTo>
                  <a:lnTo>
                    <a:pt x="542" y="4441"/>
                  </a:lnTo>
                  <a:lnTo>
                    <a:pt x="542" y="4248"/>
                  </a:lnTo>
                  <a:lnTo>
                    <a:pt x="542" y="4055"/>
                  </a:lnTo>
                  <a:lnTo>
                    <a:pt x="580" y="3630"/>
                  </a:lnTo>
                  <a:lnTo>
                    <a:pt x="657" y="3167"/>
                  </a:lnTo>
                  <a:lnTo>
                    <a:pt x="773" y="2742"/>
                  </a:lnTo>
                  <a:lnTo>
                    <a:pt x="966" y="2317"/>
                  </a:lnTo>
                  <a:lnTo>
                    <a:pt x="1198" y="1854"/>
                  </a:lnTo>
                  <a:lnTo>
                    <a:pt x="1507" y="1468"/>
                  </a:lnTo>
                  <a:lnTo>
                    <a:pt x="1854" y="1159"/>
                  </a:lnTo>
                  <a:lnTo>
                    <a:pt x="2202" y="888"/>
                  </a:lnTo>
                  <a:lnTo>
                    <a:pt x="2627" y="695"/>
                  </a:lnTo>
                  <a:lnTo>
                    <a:pt x="3090" y="579"/>
                  </a:lnTo>
                  <a:lnTo>
                    <a:pt x="3592" y="541"/>
                  </a:lnTo>
                  <a:lnTo>
                    <a:pt x="4094" y="579"/>
                  </a:lnTo>
                  <a:lnTo>
                    <a:pt x="4249" y="541"/>
                  </a:lnTo>
                  <a:lnTo>
                    <a:pt x="4326" y="464"/>
                  </a:lnTo>
                  <a:lnTo>
                    <a:pt x="4403" y="502"/>
                  </a:lnTo>
                  <a:lnTo>
                    <a:pt x="4480" y="464"/>
                  </a:lnTo>
                  <a:lnTo>
                    <a:pt x="4519" y="425"/>
                  </a:lnTo>
                  <a:lnTo>
                    <a:pt x="4519" y="348"/>
                  </a:lnTo>
                  <a:lnTo>
                    <a:pt x="4519" y="193"/>
                  </a:lnTo>
                  <a:lnTo>
                    <a:pt x="4210" y="155"/>
                  </a:lnTo>
                  <a:lnTo>
                    <a:pt x="3940" y="77"/>
                  </a:lnTo>
                  <a:lnTo>
                    <a:pt x="3631" y="39"/>
                  </a:lnTo>
                  <a:lnTo>
                    <a:pt x="3360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0" name="Google Shape;5730;p22"/>
            <p:cNvSpPr/>
            <p:nvPr/>
          </p:nvSpPr>
          <p:spPr>
            <a:xfrm>
              <a:off x="5052425" y="4653550"/>
              <a:ext cx="61800" cy="89800"/>
            </a:xfrm>
            <a:custGeom>
              <a:avLst/>
              <a:gdLst/>
              <a:ahLst/>
              <a:cxnLst/>
              <a:rect l="l" t="t" r="r" b="b"/>
              <a:pathLst>
                <a:path w="2472" h="3592" extrusionOk="0">
                  <a:moveTo>
                    <a:pt x="1082" y="0"/>
                  </a:moveTo>
                  <a:lnTo>
                    <a:pt x="1004" y="39"/>
                  </a:lnTo>
                  <a:lnTo>
                    <a:pt x="966" y="78"/>
                  </a:lnTo>
                  <a:lnTo>
                    <a:pt x="966" y="155"/>
                  </a:lnTo>
                  <a:lnTo>
                    <a:pt x="966" y="232"/>
                  </a:lnTo>
                  <a:lnTo>
                    <a:pt x="850" y="232"/>
                  </a:lnTo>
                  <a:lnTo>
                    <a:pt x="773" y="271"/>
                  </a:lnTo>
                  <a:lnTo>
                    <a:pt x="734" y="348"/>
                  </a:lnTo>
                  <a:lnTo>
                    <a:pt x="695" y="425"/>
                  </a:lnTo>
                  <a:lnTo>
                    <a:pt x="695" y="502"/>
                  </a:lnTo>
                  <a:lnTo>
                    <a:pt x="734" y="580"/>
                  </a:lnTo>
                  <a:lnTo>
                    <a:pt x="773" y="657"/>
                  </a:lnTo>
                  <a:lnTo>
                    <a:pt x="850" y="695"/>
                  </a:lnTo>
                  <a:lnTo>
                    <a:pt x="1082" y="811"/>
                  </a:lnTo>
                  <a:lnTo>
                    <a:pt x="1275" y="927"/>
                  </a:lnTo>
                  <a:lnTo>
                    <a:pt x="1468" y="1082"/>
                  </a:lnTo>
                  <a:lnTo>
                    <a:pt x="1622" y="1275"/>
                  </a:lnTo>
                  <a:lnTo>
                    <a:pt x="1777" y="1468"/>
                  </a:lnTo>
                  <a:lnTo>
                    <a:pt x="1854" y="1699"/>
                  </a:lnTo>
                  <a:lnTo>
                    <a:pt x="1931" y="1931"/>
                  </a:lnTo>
                  <a:lnTo>
                    <a:pt x="1931" y="2163"/>
                  </a:lnTo>
                  <a:lnTo>
                    <a:pt x="1931" y="2433"/>
                  </a:lnTo>
                  <a:lnTo>
                    <a:pt x="1815" y="2742"/>
                  </a:lnTo>
                  <a:lnTo>
                    <a:pt x="1738" y="2858"/>
                  </a:lnTo>
                  <a:lnTo>
                    <a:pt x="1661" y="2974"/>
                  </a:lnTo>
                  <a:lnTo>
                    <a:pt x="1545" y="3051"/>
                  </a:lnTo>
                  <a:lnTo>
                    <a:pt x="1390" y="3128"/>
                  </a:lnTo>
                  <a:lnTo>
                    <a:pt x="1197" y="3128"/>
                  </a:lnTo>
                  <a:lnTo>
                    <a:pt x="1043" y="3089"/>
                  </a:lnTo>
                  <a:lnTo>
                    <a:pt x="927" y="3012"/>
                  </a:lnTo>
                  <a:lnTo>
                    <a:pt x="850" y="2896"/>
                  </a:lnTo>
                  <a:lnTo>
                    <a:pt x="811" y="2742"/>
                  </a:lnTo>
                  <a:lnTo>
                    <a:pt x="850" y="2587"/>
                  </a:lnTo>
                  <a:lnTo>
                    <a:pt x="927" y="2433"/>
                  </a:lnTo>
                  <a:lnTo>
                    <a:pt x="1043" y="2317"/>
                  </a:lnTo>
                  <a:lnTo>
                    <a:pt x="1159" y="2240"/>
                  </a:lnTo>
                  <a:lnTo>
                    <a:pt x="1159" y="2124"/>
                  </a:lnTo>
                  <a:lnTo>
                    <a:pt x="1120" y="2008"/>
                  </a:lnTo>
                  <a:lnTo>
                    <a:pt x="1043" y="1931"/>
                  </a:lnTo>
                  <a:lnTo>
                    <a:pt x="657" y="1622"/>
                  </a:lnTo>
                  <a:lnTo>
                    <a:pt x="425" y="1468"/>
                  </a:lnTo>
                  <a:lnTo>
                    <a:pt x="193" y="1313"/>
                  </a:lnTo>
                  <a:lnTo>
                    <a:pt x="0" y="1622"/>
                  </a:lnTo>
                  <a:lnTo>
                    <a:pt x="271" y="1892"/>
                  </a:lnTo>
                  <a:lnTo>
                    <a:pt x="580" y="2124"/>
                  </a:lnTo>
                  <a:lnTo>
                    <a:pt x="425" y="2356"/>
                  </a:lnTo>
                  <a:lnTo>
                    <a:pt x="348" y="2626"/>
                  </a:lnTo>
                  <a:lnTo>
                    <a:pt x="309" y="2896"/>
                  </a:lnTo>
                  <a:lnTo>
                    <a:pt x="348" y="3051"/>
                  </a:lnTo>
                  <a:lnTo>
                    <a:pt x="425" y="3167"/>
                  </a:lnTo>
                  <a:lnTo>
                    <a:pt x="541" y="3321"/>
                  </a:lnTo>
                  <a:lnTo>
                    <a:pt x="695" y="3476"/>
                  </a:lnTo>
                  <a:lnTo>
                    <a:pt x="888" y="3553"/>
                  </a:lnTo>
                  <a:lnTo>
                    <a:pt x="1082" y="3591"/>
                  </a:lnTo>
                  <a:lnTo>
                    <a:pt x="1275" y="3591"/>
                  </a:lnTo>
                  <a:lnTo>
                    <a:pt x="1506" y="3553"/>
                  </a:lnTo>
                  <a:lnTo>
                    <a:pt x="1699" y="3514"/>
                  </a:lnTo>
                  <a:lnTo>
                    <a:pt x="1854" y="3398"/>
                  </a:lnTo>
                  <a:lnTo>
                    <a:pt x="2047" y="3244"/>
                  </a:lnTo>
                  <a:lnTo>
                    <a:pt x="2201" y="3051"/>
                  </a:lnTo>
                  <a:lnTo>
                    <a:pt x="2317" y="2858"/>
                  </a:lnTo>
                  <a:lnTo>
                    <a:pt x="2394" y="2665"/>
                  </a:lnTo>
                  <a:lnTo>
                    <a:pt x="2433" y="2472"/>
                  </a:lnTo>
                  <a:lnTo>
                    <a:pt x="2472" y="2240"/>
                  </a:lnTo>
                  <a:lnTo>
                    <a:pt x="2433" y="2008"/>
                  </a:lnTo>
                  <a:lnTo>
                    <a:pt x="2394" y="1815"/>
                  </a:lnTo>
                  <a:lnTo>
                    <a:pt x="2317" y="1583"/>
                  </a:lnTo>
                  <a:lnTo>
                    <a:pt x="2201" y="1390"/>
                  </a:lnTo>
                  <a:lnTo>
                    <a:pt x="1970" y="1004"/>
                  </a:lnTo>
                  <a:lnTo>
                    <a:pt x="1661" y="657"/>
                  </a:lnTo>
                  <a:lnTo>
                    <a:pt x="1275" y="386"/>
                  </a:lnTo>
                  <a:lnTo>
                    <a:pt x="119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1" name="Google Shape;5731;p22"/>
            <p:cNvSpPr/>
            <p:nvPr/>
          </p:nvSpPr>
          <p:spPr>
            <a:xfrm>
              <a:off x="6613425" y="4670925"/>
              <a:ext cx="26100" cy="11600"/>
            </a:xfrm>
            <a:custGeom>
              <a:avLst/>
              <a:gdLst/>
              <a:ahLst/>
              <a:cxnLst/>
              <a:rect l="l" t="t" r="r" b="b"/>
              <a:pathLst>
                <a:path w="1044" h="464" extrusionOk="0">
                  <a:moveTo>
                    <a:pt x="773" y="0"/>
                  </a:moveTo>
                  <a:lnTo>
                    <a:pt x="541" y="39"/>
                  </a:lnTo>
                  <a:lnTo>
                    <a:pt x="310" y="78"/>
                  </a:lnTo>
                  <a:lnTo>
                    <a:pt x="78" y="193"/>
                  </a:lnTo>
                  <a:lnTo>
                    <a:pt x="39" y="232"/>
                  </a:lnTo>
                  <a:lnTo>
                    <a:pt x="1" y="271"/>
                  </a:lnTo>
                  <a:lnTo>
                    <a:pt x="39" y="387"/>
                  </a:lnTo>
                  <a:lnTo>
                    <a:pt x="78" y="464"/>
                  </a:lnTo>
                  <a:lnTo>
                    <a:pt x="194" y="464"/>
                  </a:lnTo>
                  <a:lnTo>
                    <a:pt x="387" y="387"/>
                  </a:lnTo>
                  <a:lnTo>
                    <a:pt x="850" y="387"/>
                  </a:lnTo>
                  <a:lnTo>
                    <a:pt x="966" y="348"/>
                  </a:lnTo>
                  <a:lnTo>
                    <a:pt x="1005" y="271"/>
                  </a:lnTo>
                  <a:lnTo>
                    <a:pt x="1043" y="232"/>
                  </a:lnTo>
                  <a:lnTo>
                    <a:pt x="1005" y="155"/>
                  </a:lnTo>
                  <a:lnTo>
                    <a:pt x="966" y="116"/>
                  </a:lnTo>
                  <a:lnTo>
                    <a:pt x="889" y="39"/>
                  </a:lnTo>
                  <a:lnTo>
                    <a:pt x="773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2" name="Google Shape;5732;p22"/>
            <p:cNvSpPr/>
            <p:nvPr/>
          </p:nvSpPr>
          <p:spPr>
            <a:xfrm>
              <a:off x="6514950" y="4676725"/>
              <a:ext cx="21275" cy="8700"/>
            </a:xfrm>
            <a:custGeom>
              <a:avLst/>
              <a:gdLst/>
              <a:ahLst/>
              <a:cxnLst/>
              <a:rect l="l" t="t" r="r" b="b"/>
              <a:pathLst>
                <a:path w="851" h="348" extrusionOk="0">
                  <a:moveTo>
                    <a:pt x="426" y="0"/>
                  </a:moveTo>
                  <a:lnTo>
                    <a:pt x="155" y="39"/>
                  </a:lnTo>
                  <a:lnTo>
                    <a:pt x="117" y="39"/>
                  </a:lnTo>
                  <a:lnTo>
                    <a:pt x="39" y="77"/>
                  </a:lnTo>
                  <a:lnTo>
                    <a:pt x="1" y="193"/>
                  </a:lnTo>
                  <a:lnTo>
                    <a:pt x="39" y="270"/>
                  </a:lnTo>
                  <a:lnTo>
                    <a:pt x="117" y="309"/>
                  </a:lnTo>
                  <a:lnTo>
                    <a:pt x="155" y="348"/>
                  </a:lnTo>
                  <a:lnTo>
                    <a:pt x="735" y="348"/>
                  </a:lnTo>
                  <a:lnTo>
                    <a:pt x="812" y="270"/>
                  </a:lnTo>
                  <a:lnTo>
                    <a:pt x="850" y="193"/>
                  </a:lnTo>
                  <a:lnTo>
                    <a:pt x="812" y="77"/>
                  </a:lnTo>
                  <a:lnTo>
                    <a:pt x="735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3" name="Google Shape;5733;p22"/>
            <p:cNvSpPr/>
            <p:nvPr/>
          </p:nvSpPr>
          <p:spPr>
            <a:xfrm>
              <a:off x="4656625" y="4677675"/>
              <a:ext cx="310875" cy="124550"/>
            </a:xfrm>
            <a:custGeom>
              <a:avLst/>
              <a:gdLst/>
              <a:ahLst/>
              <a:cxnLst/>
              <a:rect l="l" t="t" r="r" b="b"/>
              <a:pathLst>
                <a:path w="12435" h="4982" extrusionOk="0">
                  <a:moveTo>
                    <a:pt x="232" y="1"/>
                  </a:moveTo>
                  <a:lnTo>
                    <a:pt x="0" y="232"/>
                  </a:lnTo>
                  <a:lnTo>
                    <a:pt x="502" y="966"/>
                  </a:lnTo>
                  <a:lnTo>
                    <a:pt x="1043" y="1622"/>
                  </a:lnTo>
                  <a:lnTo>
                    <a:pt x="1699" y="2279"/>
                  </a:lnTo>
                  <a:lnTo>
                    <a:pt x="2356" y="2858"/>
                  </a:lnTo>
                  <a:lnTo>
                    <a:pt x="3089" y="3399"/>
                  </a:lnTo>
                  <a:lnTo>
                    <a:pt x="3862" y="3862"/>
                  </a:lnTo>
                  <a:lnTo>
                    <a:pt x="4673" y="4248"/>
                  </a:lnTo>
                  <a:lnTo>
                    <a:pt x="5522" y="4557"/>
                  </a:lnTo>
                  <a:lnTo>
                    <a:pt x="6372" y="4789"/>
                  </a:lnTo>
                  <a:lnTo>
                    <a:pt x="7260" y="4943"/>
                  </a:lnTo>
                  <a:lnTo>
                    <a:pt x="7685" y="4982"/>
                  </a:lnTo>
                  <a:lnTo>
                    <a:pt x="8534" y="4982"/>
                  </a:lnTo>
                  <a:lnTo>
                    <a:pt x="8998" y="4943"/>
                  </a:lnTo>
                  <a:lnTo>
                    <a:pt x="9422" y="4866"/>
                  </a:lnTo>
                  <a:lnTo>
                    <a:pt x="9847" y="4789"/>
                  </a:lnTo>
                  <a:lnTo>
                    <a:pt x="10272" y="4673"/>
                  </a:lnTo>
                  <a:lnTo>
                    <a:pt x="10658" y="4519"/>
                  </a:lnTo>
                  <a:lnTo>
                    <a:pt x="11083" y="4326"/>
                  </a:lnTo>
                  <a:lnTo>
                    <a:pt x="11469" y="4132"/>
                  </a:lnTo>
                  <a:lnTo>
                    <a:pt x="11855" y="3862"/>
                  </a:lnTo>
                  <a:lnTo>
                    <a:pt x="12241" y="3592"/>
                  </a:lnTo>
                  <a:lnTo>
                    <a:pt x="12318" y="3553"/>
                  </a:lnTo>
                  <a:lnTo>
                    <a:pt x="12434" y="3206"/>
                  </a:lnTo>
                  <a:lnTo>
                    <a:pt x="12357" y="3167"/>
                  </a:lnTo>
                  <a:lnTo>
                    <a:pt x="12280" y="3206"/>
                  </a:lnTo>
                  <a:lnTo>
                    <a:pt x="12203" y="3128"/>
                  </a:lnTo>
                  <a:lnTo>
                    <a:pt x="12009" y="3128"/>
                  </a:lnTo>
                  <a:lnTo>
                    <a:pt x="11932" y="3206"/>
                  </a:lnTo>
                  <a:lnTo>
                    <a:pt x="11585" y="3437"/>
                  </a:lnTo>
                  <a:lnTo>
                    <a:pt x="11199" y="3669"/>
                  </a:lnTo>
                  <a:lnTo>
                    <a:pt x="10812" y="3862"/>
                  </a:lnTo>
                  <a:lnTo>
                    <a:pt x="10426" y="4017"/>
                  </a:lnTo>
                  <a:lnTo>
                    <a:pt x="10040" y="4171"/>
                  </a:lnTo>
                  <a:lnTo>
                    <a:pt x="9615" y="4287"/>
                  </a:lnTo>
                  <a:lnTo>
                    <a:pt x="9191" y="4364"/>
                  </a:lnTo>
                  <a:lnTo>
                    <a:pt x="8766" y="4441"/>
                  </a:lnTo>
                  <a:lnTo>
                    <a:pt x="8341" y="4480"/>
                  </a:lnTo>
                  <a:lnTo>
                    <a:pt x="7916" y="4480"/>
                  </a:lnTo>
                  <a:lnTo>
                    <a:pt x="7492" y="4441"/>
                  </a:lnTo>
                  <a:lnTo>
                    <a:pt x="7067" y="4403"/>
                  </a:lnTo>
                  <a:lnTo>
                    <a:pt x="6642" y="4364"/>
                  </a:lnTo>
                  <a:lnTo>
                    <a:pt x="6217" y="4248"/>
                  </a:lnTo>
                  <a:lnTo>
                    <a:pt x="5792" y="4171"/>
                  </a:lnTo>
                  <a:lnTo>
                    <a:pt x="5368" y="4017"/>
                  </a:lnTo>
                  <a:lnTo>
                    <a:pt x="4595" y="3708"/>
                  </a:lnTo>
                  <a:lnTo>
                    <a:pt x="3900" y="3283"/>
                  </a:lnTo>
                  <a:lnTo>
                    <a:pt x="3205" y="2820"/>
                  </a:lnTo>
                  <a:lnTo>
                    <a:pt x="2587" y="2318"/>
                  </a:lnTo>
                  <a:lnTo>
                    <a:pt x="1970" y="1777"/>
                  </a:lnTo>
                  <a:lnTo>
                    <a:pt x="1390" y="1198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4" name="Google Shape;5734;p22"/>
            <p:cNvSpPr/>
            <p:nvPr/>
          </p:nvSpPr>
          <p:spPr>
            <a:xfrm>
              <a:off x="4964575" y="4684425"/>
              <a:ext cx="92700" cy="135200"/>
            </a:xfrm>
            <a:custGeom>
              <a:avLst/>
              <a:gdLst/>
              <a:ahLst/>
              <a:cxnLst/>
              <a:rect l="l" t="t" r="r" b="b"/>
              <a:pathLst>
                <a:path w="3708" h="5408" extrusionOk="0">
                  <a:moveTo>
                    <a:pt x="3398" y="1"/>
                  </a:moveTo>
                  <a:lnTo>
                    <a:pt x="3360" y="78"/>
                  </a:lnTo>
                  <a:lnTo>
                    <a:pt x="3244" y="78"/>
                  </a:lnTo>
                  <a:lnTo>
                    <a:pt x="3012" y="271"/>
                  </a:lnTo>
                  <a:lnTo>
                    <a:pt x="2781" y="503"/>
                  </a:lnTo>
                  <a:lnTo>
                    <a:pt x="2549" y="773"/>
                  </a:lnTo>
                  <a:lnTo>
                    <a:pt x="2356" y="1005"/>
                  </a:lnTo>
                  <a:lnTo>
                    <a:pt x="2047" y="1237"/>
                  </a:lnTo>
                  <a:lnTo>
                    <a:pt x="1777" y="1430"/>
                  </a:lnTo>
                  <a:lnTo>
                    <a:pt x="1159" y="1816"/>
                  </a:lnTo>
                  <a:lnTo>
                    <a:pt x="1082" y="1854"/>
                  </a:lnTo>
                  <a:lnTo>
                    <a:pt x="1043" y="1932"/>
                  </a:lnTo>
                  <a:lnTo>
                    <a:pt x="1082" y="2009"/>
                  </a:lnTo>
                  <a:lnTo>
                    <a:pt x="1120" y="2086"/>
                  </a:lnTo>
                  <a:lnTo>
                    <a:pt x="1004" y="2086"/>
                  </a:lnTo>
                  <a:lnTo>
                    <a:pt x="889" y="2125"/>
                  </a:lnTo>
                  <a:lnTo>
                    <a:pt x="850" y="2163"/>
                  </a:lnTo>
                  <a:lnTo>
                    <a:pt x="811" y="2241"/>
                  </a:lnTo>
                  <a:lnTo>
                    <a:pt x="811" y="2356"/>
                  </a:lnTo>
                  <a:lnTo>
                    <a:pt x="811" y="2434"/>
                  </a:lnTo>
                  <a:lnTo>
                    <a:pt x="889" y="2472"/>
                  </a:lnTo>
                  <a:lnTo>
                    <a:pt x="966" y="2511"/>
                  </a:lnTo>
                  <a:lnTo>
                    <a:pt x="1197" y="2588"/>
                  </a:lnTo>
                  <a:lnTo>
                    <a:pt x="1429" y="2704"/>
                  </a:lnTo>
                  <a:lnTo>
                    <a:pt x="1622" y="2820"/>
                  </a:lnTo>
                  <a:lnTo>
                    <a:pt x="1815" y="2974"/>
                  </a:lnTo>
                  <a:lnTo>
                    <a:pt x="1970" y="3167"/>
                  </a:lnTo>
                  <a:lnTo>
                    <a:pt x="2047" y="3399"/>
                  </a:lnTo>
                  <a:lnTo>
                    <a:pt x="2124" y="3631"/>
                  </a:lnTo>
                  <a:lnTo>
                    <a:pt x="2124" y="3901"/>
                  </a:lnTo>
                  <a:lnTo>
                    <a:pt x="2086" y="4094"/>
                  </a:lnTo>
                  <a:lnTo>
                    <a:pt x="2008" y="4326"/>
                  </a:lnTo>
                  <a:lnTo>
                    <a:pt x="1893" y="4519"/>
                  </a:lnTo>
                  <a:lnTo>
                    <a:pt x="1738" y="4712"/>
                  </a:lnTo>
                  <a:lnTo>
                    <a:pt x="1545" y="4828"/>
                  </a:lnTo>
                  <a:lnTo>
                    <a:pt x="1313" y="4944"/>
                  </a:lnTo>
                  <a:lnTo>
                    <a:pt x="1082" y="4944"/>
                  </a:lnTo>
                  <a:lnTo>
                    <a:pt x="889" y="4866"/>
                  </a:lnTo>
                  <a:lnTo>
                    <a:pt x="773" y="4751"/>
                  </a:lnTo>
                  <a:lnTo>
                    <a:pt x="695" y="4596"/>
                  </a:lnTo>
                  <a:lnTo>
                    <a:pt x="657" y="4442"/>
                  </a:lnTo>
                  <a:lnTo>
                    <a:pt x="734" y="4287"/>
                  </a:lnTo>
                  <a:lnTo>
                    <a:pt x="811" y="4210"/>
                  </a:lnTo>
                  <a:lnTo>
                    <a:pt x="889" y="4133"/>
                  </a:lnTo>
                  <a:lnTo>
                    <a:pt x="966" y="4094"/>
                  </a:lnTo>
                  <a:lnTo>
                    <a:pt x="1120" y="4094"/>
                  </a:lnTo>
                  <a:lnTo>
                    <a:pt x="1236" y="4017"/>
                  </a:lnTo>
                  <a:lnTo>
                    <a:pt x="1313" y="3901"/>
                  </a:lnTo>
                  <a:lnTo>
                    <a:pt x="1313" y="3785"/>
                  </a:lnTo>
                  <a:lnTo>
                    <a:pt x="1275" y="3708"/>
                  </a:lnTo>
                  <a:lnTo>
                    <a:pt x="1197" y="3669"/>
                  </a:lnTo>
                  <a:lnTo>
                    <a:pt x="116" y="2936"/>
                  </a:lnTo>
                  <a:lnTo>
                    <a:pt x="0" y="3283"/>
                  </a:lnTo>
                  <a:lnTo>
                    <a:pt x="657" y="3785"/>
                  </a:lnTo>
                  <a:lnTo>
                    <a:pt x="502" y="3862"/>
                  </a:lnTo>
                  <a:lnTo>
                    <a:pt x="387" y="3978"/>
                  </a:lnTo>
                  <a:lnTo>
                    <a:pt x="309" y="4094"/>
                  </a:lnTo>
                  <a:lnTo>
                    <a:pt x="232" y="4249"/>
                  </a:lnTo>
                  <a:lnTo>
                    <a:pt x="193" y="4403"/>
                  </a:lnTo>
                  <a:lnTo>
                    <a:pt x="193" y="4558"/>
                  </a:lnTo>
                  <a:lnTo>
                    <a:pt x="193" y="4712"/>
                  </a:lnTo>
                  <a:lnTo>
                    <a:pt x="271" y="4866"/>
                  </a:lnTo>
                  <a:lnTo>
                    <a:pt x="387" y="5098"/>
                  </a:lnTo>
                  <a:lnTo>
                    <a:pt x="541" y="5253"/>
                  </a:lnTo>
                  <a:lnTo>
                    <a:pt x="734" y="5368"/>
                  </a:lnTo>
                  <a:lnTo>
                    <a:pt x="966" y="5407"/>
                  </a:lnTo>
                  <a:lnTo>
                    <a:pt x="1197" y="5407"/>
                  </a:lnTo>
                  <a:lnTo>
                    <a:pt x="1429" y="5368"/>
                  </a:lnTo>
                  <a:lnTo>
                    <a:pt x="1622" y="5330"/>
                  </a:lnTo>
                  <a:lnTo>
                    <a:pt x="1854" y="5214"/>
                  </a:lnTo>
                  <a:lnTo>
                    <a:pt x="2086" y="5021"/>
                  </a:lnTo>
                  <a:lnTo>
                    <a:pt x="2240" y="4828"/>
                  </a:lnTo>
                  <a:lnTo>
                    <a:pt x="2395" y="4635"/>
                  </a:lnTo>
                  <a:lnTo>
                    <a:pt x="2510" y="4442"/>
                  </a:lnTo>
                  <a:lnTo>
                    <a:pt x="2549" y="4210"/>
                  </a:lnTo>
                  <a:lnTo>
                    <a:pt x="2588" y="3978"/>
                  </a:lnTo>
                  <a:lnTo>
                    <a:pt x="2588" y="3747"/>
                  </a:lnTo>
                  <a:lnTo>
                    <a:pt x="2549" y="3515"/>
                  </a:lnTo>
                  <a:lnTo>
                    <a:pt x="2472" y="3283"/>
                  </a:lnTo>
                  <a:lnTo>
                    <a:pt x="2395" y="3052"/>
                  </a:lnTo>
                  <a:lnTo>
                    <a:pt x="2279" y="2858"/>
                  </a:lnTo>
                  <a:lnTo>
                    <a:pt x="2124" y="2665"/>
                  </a:lnTo>
                  <a:lnTo>
                    <a:pt x="1931" y="2472"/>
                  </a:lnTo>
                  <a:lnTo>
                    <a:pt x="1738" y="2356"/>
                  </a:lnTo>
                  <a:lnTo>
                    <a:pt x="1506" y="2202"/>
                  </a:lnTo>
                  <a:lnTo>
                    <a:pt x="1275" y="2125"/>
                  </a:lnTo>
                  <a:lnTo>
                    <a:pt x="1622" y="1970"/>
                  </a:lnTo>
                  <a:lnTo>
                    <a:pt x="1931" y="1816"/>
                  </a:lnTo>
                  <a:lnTo>
                    <a:pt x="2240" y="1623"/>
                  </a:lnTo>
                  <a:lnTo>
                    <a:pt x="2549" y="1391"/>
                  </a:lnTo>
                  <a:lnTo>
                    <a:pt x="2819" y="1198"/>
                  </a:lnTo>
                  <a:lnTo>
                    <a:pt x="3090" y="966"/>
                  </a:lnTo>
                  <a:lnTo>
                    <a:pt x="3360" y="657"/>
                  </a:lnTo>
                  <a:lnTo>
                    <a:pt x="3437" y="542"/>
                  </a:lnTo>
                  <a:lnTo>
                    <a:pt x="3514" y="387"/>
                  </a:lnTo>
                  <a:lnTo>
                    <a:pt x="3707" y="78"/>
                  </a:lnTo>
                  <a:lnTo>
                    <a:pt x="3514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5" name="Google Shape;5735;p22"/>
            <p:cNvSpPr/>
            <p:nvPr/>
          </p:nvSpPr>
          <p:spPr>
            <a:xfrm>
              <a:off x="6406825" y="4717250"/>
              <a:ext cx="93675" cy="93675"/>
            </a:xfrm>
            <a:custGeom>
              <a:avLst/>
              <a:gdLst/>
              <a:ahLst/>
              <a:cxnLst/>
              <a:rect l="l" t="t" r="r" b="b"/>
              <a:pathLst>
                <a:path w="3747" h="3747" extrusionOk="0">
                  <a:moveTo>
                    <a:pt x="1584" y="464"/>
                  </a:moveTo>
                  <a:lnTo>
                    <a:pt x="2086" y="541"/>
                  </a:lnTo>
                  <a:lnTo>
                    <a:pt x="2318" y="619"/>
                  </a:lnTo>
                  <a:lnTo>
                    <a:pt x="2550" y="696"/>
                  </a:lnTo>
                  <a:lnTo>
                    <a:pt x="2743" y="812"/>
                  </a:lnTo>
                  <a:lnTo>
                    <a:pt x="2936" y="966"/>
                  </a:lnTo>
                  <a:lnTo>
                    <a:pt x="3090" y="1198"/>
                  </a:lnTo>
                  <a:lnTo>
                    <a:pt x="3206" y="1430"/>
                  </a:lnTo>
                  <a:lnTo>
                    <a:pt x="3245" y="1700"/>
                  </a:lnTo>
                  <a:lnTo>
                    <a:pt x="3245" y="1970"/>
                  </a:lnTo>
                  <a:lnTo>
                    <a:pt x="3206" y="2202"/>
                  </a:lnTo>
                  <a:lnTo>
                    <a:pt x="3090" y="2472"/>
                  </a:lnTo>
                  <a:lnTo>
                    <a:pt x="2974" y="2665"/>
                  </a:lnTo>
                  <a:lnTo>
                    <a:pt x="2781" y="2897"/>
                  </a:lnTo>
                  <a:lnTo>
                    <a:pt x="2588" y="3051"/>
                  </a:lnTo>
                  <a:lnTo>
                    <a:pt x="2357" y="3167"/>
                  </a:lnTo>
                  <a:lnTo>
                    <a:pt x="2086" y="3245"/>
                  </a:lnTo>
                  <a:lnTo>
                    <a:pt x="1777" y="3245"/>
                  </a:lnTo>
                  <a:lnTo>
                    <a:pt x="1507" y="3167"/>
                  </a:lnTo>
                  <a:lnTo>
                    <a:pt x="1237" y="3051"/>
                  </a:lnTo>
                  <a:lnTo>
                    <a:pt x="966" y="2897"/>
                  </a:lnTo>
                  <a:lnTo>
                    <a:pt x="773" y="2665"/>
                  </a:lnTo>
                  <a:lnTo>
                    <a:pt x="619" y="2434"/>
                  </a:lnTo>
                  <a:lnTo>
                    <a:pt x="503" y="2163"/>
                  </a:lnTo>
                  <a:lnTo>
                    <a:pt x="503" y="1854"/>
                  </a:lnTo>
                  <a:lnTo>
                    <a:pt x="503" y="1584"/>
                  </a:lnTo>
                  <a:lnTo>
                    <a:pt x="619" y="1352"/>
                  </a:lnTo>
                  <a:lnTo>
                    <a:pt x="735" y="1121"/>
                  </a:lnTo>
                  <a:lnTo>
                    <a:pt x="928" y="928"/>
                  </a:lnTo>
                  <a:lnTo>
                    <a:pt x="1121" y="735"/>
                  </a:lnTo>
                  <a:lnTo>
                    <a:pt x="1353" y="580"/>
                  </a:lnTo>
                  <a:lnTo>
                    <a:pt x="1584" y="464"/>
                  </a:lnTo>
                  <a:close/>
                  <a:moveTo>
                    <a:pt x="1893" y="1"/>
                  </a:moveTo>
                  <a:lnTo>
                    <a:pt x="1700" y="39"/>
                  </a:lnTo>
                  <a:lnTo>
                    <a:pt x="1546" y="78"/>
                  </a:lnTo>
                  <a:lnTo>
                    <a:pt x="1353" y="155"/>
                  </a:lnTo>
                  <a:lnTo>
                    <a:pt x="1314" y="194"/>
                  </a:lnTo>
                  <a:lnTo>
                    <a:pt x="1082" y="271"/>
                  </a:lnTo>
                  <a:lnTo>
                    <a:pt x="851" y="387"/>
                  </a:lnTo>
                  <a:lnTo>
                    <a:pt x="619" y="580"/>
                  </a:lnTo>
                  <a:lnTo>
                    <a:pt x="426" y="773"/>
                  </a:lnTo>
                  <a:lnTo>
                    <a:pt x="271" y="966"/>
                  </a:lnTo>
                  <a:lnTo>
                    <a:pt x="155" y="1237"/>
                  </a:lnTo>
                  <a:lnTo>
                    <a:pt x="78" y="1468"/>
                  </a:lnTo>
                  <a:lnTo>
                    <a:pt x="1" y="1739"/>
                  </a:lnTo>
                  <a:lnTo>
                    <a:pt x="1" y="2047"/>
                  </a:lnTo>
                  <a:lnTo>
                    <a:pt x="40" y="2125"/>
                  </a:lnTo>
                  <a:lnTo>
                    <a:pt x="40" y="2318"/>
                  </a:lnTo>
                  <a:lnTo>
                    <a:pt x="117" y="2511"/>
                  </a:lnTo>
                  <a:lnTo>
                    <a:pt x="310" y="2858"/>
                  </a:lnTo>
                  <a:lnTo>
                    <a:pt x="542" y="3167"/>
                  </a:lnTo>
                  <a:lnTo>
                    <a:pt x="851" y="3399"/>
                  </a:lnTo>
                  <a:lnTo>
                    <a:pt x="1198" y="3592"/>
                  </a:lnTo>
                  <a:lnTo>
                    <a:pt x="1584" y="3708"/>
                  </a:lnTo>
                  <a:lnTo>
                    <a:pt x="1970" y="3746"/>
                  </a:lnTo>
                  <a:lnTo>
                    <a:pt x="2163" y="3746"/>
                  </a:lnTo>
                  <a:lnTo>
                    <a:pt x="2357" y="3669"/>
                  </a:lnTo>
                  <a:lnTo>
                    <a:pt x="2627" y="3592"/>
                  </a:lnTo>
                  <a:lnTo>
                    <a:pt x="2897" y="3438"/>
                  </a:lnTo>
                  <a:lnTo>
                    <a:pt x="3129" y="3245"/>
                  </a:lnTo>
                  <a:lnTo>
                    <a:pt x="3322" y="3013"/>
                  </a:lnTo>
                  <a:lnTo>
                    <a:pt x="3476" y="2781"/>
                  </a:lnTo>
                  <a:lnTo>
                    <a:pt x="3631" y="2511"/>
                  </a:lnTo>
                  <a:lnTo>
                    <a:pt x="3708" y="2202"/>
                  </a:lnTo>
                  <a:lnTo>
                    <a:pt x="3747" y="1932"/>
                  </a:lnTo>
                  <a:lnTo>
                    <a:pt x="3747" y="1584"/>
                  </a:lnTo>
                  <a:lnTo>
                    <a:pt x="3669" y="1314"/>
                  </a:lnTo>
                  <a:lnTo>
                    <a:pt x="3515" y="1005"/>
                  </a:lnTo>
                  <a:lnTo>
                    <a:pt x="3322" y="696"/>
                  </a:lnTo>
                  <a:lnTo>
                    <a:pt x="3052" y="426"/>
                  </a:lnTo>
                  <a:lnTo>
                    <a:pt x="2743" y="233"/>
                  </a:lnTo>
                  <a:lnTo>
                    <a:pt x="2395" y="78"/>
                  </a:lnTo>
                  <a:lnTo>
                    <a:pt x="2048" y="1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6" name="Google Shape;5736;p22"/>
            <p:cNvSpPr/>
            <p:nvPr/>
          </p:nvSpPr>
          <p:spPr>
            <a:xfrm>
              <a:off x="2332000" y="4749125"/>
              <a:ext cx="326325" cy="58900"/>
            </a:xfrm>
            <a:custGeom>
              <a:avLst/>
              <a:gdLst/>
              <a:ahLst/>
              <a:cxnLst/>
              <a:rect l="l" t="t" r="r" b="b"/>
              <a:pathLst>
                <a:path w="13053" h="2356" extrusionOk="0">
                  <a:moveTo>
                    <a:pt x="12782" y="0"/>
                  </a:moveTo>
                  <a:lnTo>
                    <a:pt x="12705" y="39"/>
                  </a:lnTo>
                  <a:lnTo>
                    <a:pt x="12628" y="116"/>
                  </a:lnTo>
                  <a:lnTo>
                    <a:pt x="12589" y="193"/>
                  </a:lnTo>
                  <a:lnTo>
                    <a:pt x="12589" y="309"/>
                  </a:lnTo>
                  <a:lnTo>
                    <a:pt x="12589" y="502"/>
                  </a:lnTo>
                  <a:lnTo>
                    <a:pt x="12550" y="657"/>
                  </a:lnTo>
                  <a:lnTo>
                    <a:pt x="12435" y="811"/>
                  </a:lnTo>
                  <a:lnTo>
                    <a:pt x="12319" y="966"/>
                  </a:lnTo>
                  <a:lnTo>
                    <a:pt x="12164" y="1081"/>
                  </a:lnTo>
                  <a:lnTo>
                    <a:pt x="11971" y="1159"/>
                  </a:lnTo>
                  <a:lnTo>
                    <a:pt x="11546" y="1313"/>
                  </a:lnTo>
                  <a:lnTo>
                    <a:pt x="11083" y="1429"/>
                  </a:lnTo>
                  <a:lnTo>
                    <a:pt x="10581" y="1506"/>
                  </a:lnTo>
                  <a:lnTo>
                    <a:pt x="9847" y="1583"/>
                  </a:lnTo>
                  <a:lnTo>
                    <a:pt x="9423" y="1622"/>
                  </a:lnTo>
                  <a:lnTo>
                    <a:pt x="9423" y="1545"/>
                  </a:lnTo>
                  <a:lnTo>
                    <a:pt x="9423" y="1468"/>
                  </a:lnTo>
                  <a:lnTo>
                    <a:pt x="9152" y="888"/>
                  </a:lnTo>
                  <a:lnTo>
                    <a:pt x="8959" y="270"/>
                  </a:lnTo>
                  <a:lnTo>
                    <a:pt x="8612" y="386"/>
                  </a:lnTo>
                  <a:lnTo>
                    <a:pt x="8650" y="695"/>
                  </a:lnTo>
                  <a:lnTo>
                    <a:pt x="8728" y="1043"/>
                  </a:lnTo>
                  <a:lnTo>
                    <a:pt x="8843" y="1390"/>
                  </a:lnTo>
                  <a:lnTo>
                    <a:pt x="8998" y="1661"/>
                  </a:lnTo>
                  <a:lnTo>
                    <a:pt x="7839" y="1776"/>
                  </a:lnTo>
                  <a:lnTo>
                    <a:pt x="6681" y="1854"/>
                  </a:lnTo>
                  <a:lnTo>
                    <a:pt x="5252" y="1892"/>
                  </a:lnTo>
                  <a:lnTo>
                    <a:pt x="3862" y="1854"/>
                  </a:lnTo>
                  <a:lnTo>
                    <a:pt x="3592" y="1815"/>
                  </a:lnTo>
                  <a:lnTo>
                    <a:pt x="3746" y="1506"/>
                  </a:lnTo>
                  <a:lnTo>
                    <a:pt x="3785" y="1159"/>
                  </a:lnTo>
                  <a:lnTo>
                    <a:pt x="3785" y="811"/>
                  </a:lnTo>
                  <a:lnTo>
                    <a:pt x="3746" y="425"/>
                  </a:lnTo>
                  <a:lnTo>
                    <a:pt x="3399" y="464"/>
                  </a:lnTo>
                  <a:lnTo>
                    <a:pt x="3399" y="772"/>
                  </a:lnTo>
                  <a:lnTo>
                    <a:pt x="3360" y="1081"/>
                  </a:lnTo>
                  <a:lnTo>
                    <a:pt x="3244" y="1468"/>
                  </a:lnTo>
                  <a:lnTo>
                    <a:pt x="3128" y="1815"/>
                  </a:lnTo>
                  <a:lnTo>
                    <a:pt x="2202" y="1738"/>
                  </a:lnTo>
                  <a:lnTo>
                    <a:pt x="1738" y="1699"/>
                  </a:lnTo>
                  <a:lnTo>
                    <a:pt x="1275" y="1622"/>
                  </a:lnTo>
                  <a:lnTo>
                    <a:pt x="889" y="1468"/>
                  </a:lnTo>
                  <a:lnTo>
                    <a:pt x="734" y="1390"/>
                  </a:lnTo>
                  <a:lnTo>
                    <a:pt x="618" y="1313"/>
                  </a:lnTo>
                  <a:lnTo>
                    <a:pt x="503" y="1197"/>
                  </a:lnTo>
                  <a:lnTo>
                    <a:pt x="425" y="1081"/>
                  </a:lnTo>
                  <a:lnTo>
                    <a:pt x="387" y="966"/>
                  </a:lnTo>
                  <a:lnTo>
                    <a:pt x="387" y="811"/>
                  </a:lnTo>
                  <a:lnTo>
                    <a:pt x="387" y="772"/>
                  </a:lnTo>
                  <a:lnTo>
                    <a:pt x="387" y="695"/>
                  </a:lnTo>
                  <a:lnTo>
                    <a:pt x="310" y="618"/>
                  </a:lnTo>
                  <a:lnTo>
                    <a:pt x="194" y="618"/>
                  </a:lnTo>
                  <a:lnTo>
                    <a:pt x="155" y="657"/>
                  </a:lnTo>
                  <a:lnTo>
                    <a:pt x="116" y="695"/>
                  </a:lnTo>
                  <a:lnTo>
                    <a:pt x="39" y="850"/>
                  </a:lnTo>
                  <a:lnTo>
                    <a:pt x="1" y="1004"/>
                  </a:lnTo>
                  <a:lnTo>
                    <a:pt x="1" y="1159"/>
                  </a:lnTo>
                  <a:lnTo>
                    <a:pt x="1" y="1274"/>
                  </a:lnTo>
                  <a:lnTo>
                    <a:pt x="39" y="1390"/>
                  </a:lnTo>
                  <a:lnTo>
                    <a:pt x="116" y="1506"/>
                  </a:lnTo>
                  <a:lnTo>
                    <a:pt x="310" y="1699"/>
                  </a:lnTo>
                  <a:lnTo>
                    <a:pt x="541" y="1854"/>
                  </a:lnTo>
                  <a:lnTo>
                    <a:pt x="812" y="1970"/>
                  </a:lnTo>
                  <a:lnTo>
                    <a:pt x="1082" y="2047"/>
                  </a:lnTo>
                  <a:lnTo>
                    <a:pt x="1352" y="2085"/>
                  </a:lnTo>
                  <a:lnTo>
                    <a:pt x="2626" y="2240"/>
                  </a:lnTo>
                  <a:lnTo>
                    <a:pt x="3862" y="2317"/>
                  </a:lnTo>
                  <a:lnTo>
                    <a:pt x="5136" y="2356"/>
                  </a:lnTo>
                  <a:lnTo>
                    <a:pt x="6372" y="2356"/>
                  </a:lnTo>
                  <a:lnTo>
                    <a:pt x="7531" y="2278"/>
                  </a:lnTo>
                  <a:lnTo>
                    <a:pt x="8689" y="2201"/>
                  </a:lnTo>
                  <a:lnTo>
                    <a:pt x="9847" y="2047"/>
                  </a:lnTo>
                  <a:lnTo>
                    <a:pt x="11006" y="1892"/>
                  </a:lnTo>
                  <a:lnTo>
                    <a:pt x="11392" y="1815"/>
                  </a:lnTo>
                  <a:lnTo>
                    <a:pt x="11740" y="1738"/>
                  </a:lnTo>
                  <a:lnTo>
                    <a:pt x="12126" y="1583"/>
                  </a:lnTo>
                  <a:lnTo>
                    <a:pt x="12473" y="1429"/>
                  </a:lnTo>
                  <a:lnTo>
                    <a:pt x="12744" y="1236"/>
                  </a:lnTo>
                  <a:lnTo>
                    <a:pt x="12859" y="1081"/>
                  </a:lnTo>
                  <a:lnTo>
                    <a:pt x="12937" y="927"/>
                  </a:lnTo>
                  <a:lnTo>
                    <a:pt x="13014" y="772"/>
                  </a:lnTo>
                  <a:lnTo>
                    <a:pt x="13052" y="579"/>
                  </a:lnTo>
                  <a:lnTo>
                    <a:pt x="13052" y="386"/>
                  </a:lnTo>
                  <a:lnTo>
                    <a:pt x="13052" y="155"/>
                  </a:lnTo>
                  <a:lnTo>
                    <a:pt x="13014" y="77"/>
                  </a:lnTo>
                  <a:lnTo>
                    <a:pt x="12937" y="0"/>
                  </a:lnTo>
                  <a:close/>
                </a:path>
              </a:pathLst>
            </a:custGeom>
            <a:solidFill>
              <a:srgbClr val="D7C2B5">
                <a:alpha val="44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37" name="Google Shape;5737;p22"/>
          <p:cNvGrpSpPr/>
          <p:nvPr/>
        </p:nvGrpSpPr>
        <p:grpSpPr>
          <a:xfrm>
            <a:off x="7704944" y="3522626"/>
            <a:ext cx="1194656" cy="1477758"/>
            <a:chOff x="10943088" y="3810625"/>
            <a:chExt cx="1395300" cy="1725950"/>
          </a:xfrm>
        </p:grpSpPr>
        <p:sp>
          <p:nvSpPr>
            <p:cNvPr id="5738" name="Google Shape;5738;p22"/>
            <p:cNvSpPr/>
            <p:nvPr/>
          </p:nvSpPr>
          <p:spPr>
            <a:xfrm>
              <a:off x="11058775" y="4786775"/>
              <a:ext cx="403625" cy="694925"/>
            </a:xfrm>
            <a:custGeom>
              <a:avLst/>
              <a:gdLst/>
              <a:ahLst/>
              <a:cxnLst/>
              <a:rect l="l" t="t" r="r" b="b"/>
              <a:pathLst>
                <a:path w="16145" h="27797" extrusionOk="0">
                  <a:moveTo>
                    <a:pt x="9546" y="1"/>
                  </a:moveTo>
                  <a:lnTo>
                    <a:pt x="9386" y="121"/>
                  </a:lnTo>
                  <a:lnTo>
                    <a:pt x="8965" y="462"/>
                  </a:lnTo>
                  <a:lnTo>
                    <a:pt x="8303" y="1024"/>
                  </a:lnTo>
                  <a:lnTo>
                    <a:pt x="7902" y="1385"/>
                  </a:lnTo>
                  <a:lnTo>
                    <a:pt x="7461" y="1806"/>
                  </a:lnTo>
                  <a:lnTo>
                    <a:pt x="6979" y="2267"/>
                  </a:lnTo>
                  <a:lnTo>
                    <a:pt x="6498" y="2768"/>
                  </a:lnTo>
                  <a:lnTo>
                    <a:pt x="5977" y="3330"/>
                  </a:lnTo>
                  <a:lnTo>
                    <a:pt x="5435" y="3931"/>
                  </a:lnTo>
                  <a:lnTo>
                    <a:pt x="4914" y="4593"/>
                  </a:lnTo>
                  <a:lnTo>
                    <a:pt x="4372" y="5295"/>
                  </a:lnTo>
                  <a:lnTo>
                    <a:pt x="3831" y="6017"/>
                  </a:lnTo>
                  <a:lnTo>
                    <a:pt x="3309" y="6799"/>
                  </a:lnTo>
                  <a:lnTo>
                    <a:pt x="2888" y="7461"/>
                  </a:lnTo>
                  <a:lnTo>
                    <a:pt x="2507" y="8163"/>
                  </a:lnTo>
                  <a:lnTo>
                    <a:pt x="2126" y="8885"/>
                  </a:lnTo>
                  <a:lnTo>
                    <a:pt x="1765" y="9627"/>
                  </a:lnTo>
                  <a:lnTo>
                    <a:pt x="1424" y="10389"/>
                  </a:lnTo>
                  <a:lnTo>
                    <a:pt x="1123" y="11191"/>
                  </a:lnTo>
                  <a:lnTo>
                    <a:pt x="863" y="11993"/>
                  </a:lnTo>
                  <a:lnTo>
                    <a:pt x="622" y="12836"/>
                  </a:lnTo>
                  <a:lnTo>
                    <a:pt x="421" y="13698"/>
                  </a:lnTo>
                  <a:lnTo>
                    <a:pt x="261" y="14560"/>
                  </a:lnTo>
                  <a:lnTo>
                    <a:pt x="141" y="15443"/>
                  </a:lnTo>
                  <a:lnTo>
                    <a:pt x="60" y="16305"/>
                  </a:lnTo>
                  <a:lnTo>
                    <a:pt x="20" y="17188"/>
                  </a:lnTo>
                  <a:lnTo>
                    <a:pt x="0" y="18050"/>
                  </a:lnTo>
                  <a:lnTo>
                    <a:pt x="20" y="18912"/>
                  </a:lnTo>
                  <a:lnTo>
                    <a:pt x="60" y="19755"/>
                  </a:lnTo>
                  <a:lnTo>
                    <a:pt x="121" y="20577"/>
                  </a:lnTo>
                  <a:lnTo>
                    <a:pt x="201" y="21379"/>
                  </a:lnTo>
                  <a:lnTo>
                    <a:pt x="321" y="22141"/>
                  </a:lnTo>
                  <a:lnTo>
                    <a:pt x="442" y="22883"/>
                  </a:lnTo>
                  <a:lnTo>
                    <a:pt x="602" y="23605"/>
                  </a:lnTo>
                  <a:lnTo>
                    <a:pt x="762" y="24267"/>
                  </a:lnTo>
                  <a:lnTo>
                    <a:pt x="923" y="24888"/>
                  </a:lnTo>
                  <a:lnTo>
                    <a:pt x="1103" y="25450"/>
                  </a:lnTo>
                  <a:lnTo>
                    <a:pt x="1304" y="25971"/>
                  </a:lnTo>
                  <a:lnTo>
                    <a:pt x="1484" y="26413"/>
                  </a:lnTo>
                  <a:lnTo>
                    <a:pt x="1685" y="26814"/>
                  </a:lnTo>
                  <a:lnTo>
                    <a:pt x="1865" y="27135"/>
                  </a:lnTo>
                  <a:lnTo>
                    <a:pt x="2066" y="27415"/>
                  </a:lnTo>
                  <a:lnTo>
                    <a:pt x="2266" y="27616"/>
                  </a:lnTo>
                  <a:lnTo>
                    <a:pt x="2347" y="27696"/>
                  </a:lnTo>
                  <a:lnTo>
                    <a:pt x="2447" y="27736"/>
                  </a:lnTo>
                  <a:lnTo>
                    <a:pt x="2527" y="27776"/>
                  </a:lnTo>
                  <a:lnTo>
                    <a:pt x="2627" y="27796"/>
                  </a:lnTo>
                  <a:lnTo>
                    <a:pt x="2688" y="27796"/>
                  </a:lnTo>
                  <a:lnTo>
                    <a:pt x="2768" y="27776"/>
                  </a:lnTo>
                  <a:lnTo>
                    <a:pt x="2908" y="27696"/>
                  </a:lnTo>
                  <a:lnTo>
                    <a:pt x="3049" y="27576"/>
                  </a:lnTo>
                  <a:lnTo>
                    <a:pt x="3189" y="27395"/>
                  </a:lnTo>
                  <a:lnTo>
                    <a:pt x="3349" y="27155"/>
                  </a:lnTo>
                  <a:lnTo>
                    <a:pt x="3510" y="26874"/>
                  </a:lnTo>
                  <a:lnTo>
                    <a:pt x="3871" y="26212"/>
                  </a:lnTo>
                  <a:lnTo>
                    <a:pt x="4773" y="24427"/>
                  </a:lnTo>
                  <a:lnTo>
                    <a:pt x="5335" y="23384"/>
                  </a:lnTo>
                  <a:lnTo>
                    <a:pt x="5656" y="22843"/>
                  </a:lnTo>
                  <a:lnTo>
                    <a:pt x="5997" y="22261"/>
                  </a:lnTo>
                  <a:lnTo>
                    <a:pt x="6358" y="21680"/>
                  </a:lnTo>
                  <a:lnTo>
                    <a:pt x="6759" y="21098"/>
                  </a:lnTo>
                  <a:lnTo>
                    <a:pt x="7180" y="20497"/>
                  </a:lnTo>
                  <a:lnTo>
                    <a:pt x="7641" y="19895"/>
                  </a:lnTo>
                  <a:lnTo>
                    <a:pt x="8122" y="19293"/>
                  </a:lnTo>
                  <a:lnTo>
                    <a:pt x="8644" y="18692"/>
                  </a:lnTo>
                  <a:lnTo>
                    <a:pt x="9205" y="18090"/>
                  </a:lnTo>
                  <a:lnTo>
                    <a:pt x="9807" y="17488"/>
                  </a:lnTo>
                  <a:lnTo>
                    <a:pt x="10429" y="16927"/>
                  </a:lnTo>
                  <a:lnTo>
                    <a:pt x="11110" y="16345"/>
                  </a:lnTo>
                  <a:lnTo>
                    <a:pt x="11832" y="15804"/>
                  </a:lnTo>
                  <a:lnTo>
                    <a:pt x="12595" y="15262"/>
                  </a:lnTo>
                  <a:lnTo>
                    <a:pt x="13417" y="14761"/>
                  </a:lnTo>
                  <a:lnTo>
                    <a:pt x="14279" y="14280"/>
                  </a:lnTo>
                  <a:lnTo>
                    <a:pt x="14720" y="14039"/>
                  </a:lnTo>
                  <a:lnTo>
                    <a:pt x="15182" y="13818"/>
                  </a:lnTo>
                  <a:lnTo>
                    <a:pt x="15643" y="13598"/>
                  </a:lnTo>
                  <a:lnTo>
                    <a:pt x="16144" y="13397"/>
                  </a:lnTo>
                  <a:lnTo>
                    <a:pt x="95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9" name="Google Shape;5739;p22"/>
            <p:cNvSpPr/>
            <p:nvPr/>
          </p:nvSpPr>
          <p:spPr>
            <a:xfrm>
              <a:off x="11058775" y="4786775"/>
              <a:ext cx="403625" cy="694925"/>
            </a:xfrm>
            <a:custGeom>
              <a:avLst/>
              <a:gdLst/>
              <a:ahLst/>
              <a:cxnLst/>
              <a:rect l="l" t="t" r="r" b="b"/>
              <a:pathLst>
                <a:path w="16145" h="27797" fill="none" extrusionOk="0">
                  <a:moveTo>
                    <a:pt x="16144" y="13397"/>
                  </a:moveTo>
                  <a:lnTo>
                    <a:pt x="16144" y="13397"/>
                  </a:lnTo>
                  <a:lnTo>
                    <a:pt x="15643" y="13598"/>
                  </a:lnTo>
                  <a:lnTo>
                    <a:pt x="15182" y="13818"/>
                  </a:lnTo>
                  <a:lnTo>
                    <a:pt x="14720" y="14039"/>
                  </a:lnTo>
                  <a:lnTo>
                    <a:pt x="14279" y="14280"/>
                  </a:lnTo>
                  <a:lnTo>
                    <a:pt x="13417" y="14761"/>
                  </a:lnTo>
                  <a:lnTo>
                    <a:pt x="12595" y="15262"/>
                  </a:lnTo>
                  <a:lnTo>
                    <a:pt x="11832" y="15804"/>
                  </a:lnTo>
                  <a:lnTo>
                    <a:pt x="11110" y="16345"/>
                  </a:lnTo>
                  <a:lnTo>
                    <a:pt x="10429" y="16927"/>
                  </a:lnTo>
                  <a:lnTo>
                    <a:pt x="9807" y="17488"/>
                  </a:lnTo>
                  <a:lnTo>
                    <a:pt x="9205" y="18090"/>
                  </a:lnTo>
                  <a:lnTo>
                    <a:pt x="8644" y="18692"/>
                  </a:lnTo>
                  <a:lnTo>
                    <a:pt x="8122" y="19293"/>
                  </a:lnTo>
                  <a:lnTo>
                    <a:pt x="7641" y="19895"/>
                  </a:lnTo>
                  <a:lnTo>
                    <a:pt x="7180" y="20497"/>
                  </a:lnTo>
                  <a:lnTo>
                    <a:pt x="6759" y="21098"/>
                  </a:lnTo>
                  <a:lnTo>
                    <a:pt x="6358" y="21680"/>
                  </a:lnTo>
                  <a:lnTo>
                    <a:pt x="5997" y="22261"/>
                  </a:lnTo>
                  <a:lnTo>
                    <a:pt x="5656" y="22843"/>
                  </a:lnTo>
                  <a:lnTo>
                    <a:pt x="5335" y="23384"/>
                  </a:lnTo>
                  <a:lnTo>
                    <a:pt x="4773" y="24427"/>
                  </a:lnTo>
                  <a:lnTo>
                    <a:pt x="3871" y="26212"/>
                  </a:lnTo>
                  <a:lnTo>
                    <a:pt x="3510" y="26874"/>
                  </a:lnTo>
                  <a:lnTo>
                    <a:pt x="3349" y="27155"/>
                  </a:lnTo>
                  <a:lnTo>
                    <a:pt x="3189" y="27395"/>
                  </a:lnTo>
                  <a:lnTo>
                    <a:pt x="3049" y="27576"/>
                  </a:lnTo>
                  <a:lnTo>
                    <a:pt x="2908" y="27696"/>
                  </a:lnTo>
                  <a:lnTo>
                    <a:pt x="2768" y="27776"/>
                  </a:lnTo>
                  <a:lnTo>
                    <a:pt x="2688" y="27796"/>
                  </a:lnTo>
                  <a:lnTo>
                    <a:pt x="2627" y="27796"/>
                  </a:lnTo>
                  <a:lnTo>
                    <a:pt x="2627" y="27796"/>
                  </a:lnTo>
                  <a:lnTo>
                    <a:pt x="2527" y="27776"/>
                  </a:lnTo>
                  <a:lnTo>
                    <a:pt x="2447" y="27736"/>
                  </a:lnTo>
                  <a:lnTo>
                    <a:pt x="2347" y="27696"/>
                  </a:lnTo>
                  <a:lnTo>
                    <a:pt x="2266" y="27616"/>
                  </a:lnTo>
                  <a:lnTo>
                    <a:pt x="2066" y="27415"/>
                  </a:lnTo>
                  <a:lnTo>
                    <a:pt x="1865" y="27135"/>
                  </a:lnTo>
                  <a:lnTo>
                    <a:pt x="1685" y="26814"/>
                  </a:lnTo>
                  <a:lnTo>
                    <a:pt x="1484" y="26413"/>
                  </a:lnTo>
                  <a:lnTo>
                    <a:pt x="1304" y="25971"/>
                  </a:lnTo>
                  <a:lnTo>
                    <a:pt x="1103" y="25450"/>
                  </a:lnTo>
                  <a:lnTo>
                    <a:pt x="1103" y="25450"/>
                  </a:lnTo>
                  <a:lnTo>
                    <a:pt x="923" y="24888"/>
                  </a:lnTo>
                  <a:lnTo>
                    <a:pt x="762" y="24267"/>
                  </a:lnTo>
                  <a:lnTo>
                    <a:pt x="602" y="23605"/>
                  </a:lnTo>
                  <a:lnTo>
                    <a:pt x="442" y="22883"/>
                  </a:lnTo>
                  <a:lnTo>
                    <a:pt x="321" y="22141"/>
                  </a:lnTo>
                  <a:lnTo>
                    <a:pt x="201" y="21379"/>
                  </a:lnTo>
                  <a:lnTo>
                    <a:pt x="121" y="20577"/>
                  </a:lnTo>
                  <a:lnTo>
                    <a:pt x="60" y="19755"/>
                  </a:lnTo>
                  <a:lnTo>
                    <a:pt x="20" y="18912"/>
                  </a:lnTo>
                  <a:lnTo>
                    <a:pt x="0" y="18050"/>
                  </a:lnTo>
                  <a:lnTo>
                    <a:pt x="20" y="17188"/>
                  </a:lnTo>
                  <a:lnTo>
                    <a:pt x="60" y="16305"/>
                  </a:lnTo>
                  <a:lnTo>
                    <a:pt x="141" y="15443"/>
                  </a:lnTo>
                  <a:lnTo>
                    <a:pt x="261" y="14560"/>
                  </a:lnTo>
                  <a:lnTo>
                    <a:pt x="421" y="13698"/>
                  </a:lnTo>
                  <a:lnTo>
                    <a:pt x="622" y="12836"/>
                  </a:lnTo>
                  <a:lnTo>
                    <a:pt x="622" y="12836"/>
                  </a:lnTo>
                  <a:lnTo>
                    <a:pt x="863" y="11993"/>
                  </a:lnTo>
                  <a:lnTo>
                    <a:pt x="1123" y="11191"/>
                  </a:lnTo>
                  <a:lnTo>
                    <a:pt x="1424" y="10389"/>
                  </a:lnTo>
                  <a:lnTo>
                    <a:pt x="1765" y="9627"/>
                  </a:lnTo>
                  <a:lnTo>
                    <a:pt x="2126" y="8885"/>
                  </a:lnTo>
                  <a:lnTo>
                    <a:pt x="2507" y="8163"/>
                  </a:lnTo>
                  <a:lnTo>
                    <a:pt x="2888" y="7461"/>
                  </a:lnTo>
                  <a:lnTo>
                    <a:pt x="3309" y="6799"/>
                  </a:lnTo>
                  <a:lnTo>
                    <a:pt x="3309" y="6799"/>
                  </a:lnTo>
                  <a:lnTo>
                    <a:pt x="3831" y="6017"/>
                  </a:lnTo>
                  <a:lnTo>
                    <a:pt x="4372" y="5295"/>
                  </a:lnTo>
                  <a:lnTo>
                    <a:pt x="4914" y="4593"/>
                  </a:lnTo>
                  <a:lnTo>
                    <a:pt x="5435" y="3931"/>
                  </a:lnTo>
                  <a:lnTo>
                    <a:pt x="5977" y="3330"/>
                  </a:lnTo>
                  <a:lnTo>
                    <a:pt x="6498" y="2768"/>
                  </a:lnTo>
                  <a:lnTo>
                    <a:pt x="6979" y="2267"/>
                  </a:lnTo>
                  <a:lnTo>
                    <a:pt x="7461" y="1806"/>
                  </a:lnTo>
                  <a:lnTo>
                    <a:pt x="7902" y="1385"/>
                  </a:lnTo>
                  <a:lnTo>
                    <a:pt x="8303" y="1024"/>
                  </a:lnTo>
                  <a:lnTo>
                    <a:pt x="8965" y="462"/>
                  </a:lnTo>
                  <a:lnTo>
                    <a:pt x="9386" y="121"/>
                  </a:lnTo>
                  <a:lnTo>
                    <a:pt x="9546" y="1"/>
                  </a:lnTo>
                  <a:lnTo>
                    <a:pt x="16144" y="13397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0" name="Google Shape;5740;p22"/>
            <p:cNvSpPr/>
            <p:nvPr/>
          </p:nvSpPr>
          <p:spPr>
            <a:xfrm>
              <a:off x="11086350" y="4817875"/>
              <a:ext cx="330425" cy="663825"/>
            </a:xfrm>
            <a:custGeom>
              <a:avLst/>
              <a:gdLst/>
              <a:ahLst/>
              <a:cxnLst/>
              <a:rect l="l" t="t" r="r" b="b"/>
              <a:pathLst>
                <a:path w="13217" h="26553" extrusionOk="0">
                  <a:moveTo>
                    <a:pt x="6939" y="0"/>
                  </a:moveTo>
                  <a:lnTo>
                    <a:pt x="6438" y="481"/>
                  </a:lnTo>
                  <a:lnTo>
                    <a:pt x="5896" y="1003"/>
                  </a:lnTo>
                  <a:lnTo>
                    <a:pt x="5315" y="1605"/>
                  </a:lnTo>
                  <a:lnTo>
                    <a:pt x="4693" y="2286"/>
                  </a:lnTo>
                  <a:lnTo>
                    <a:pt x="4071" y="3008"/>
                  </a:lnTo>
                  <a:lnTo>
                    <a:pt x="3450" y="3790"/>
                  </a:lnTo>
                  <a:lnTo>
                    <a:pt x="2828" y="4653"/>
                  </a:lnTo>
                  <a:lnTo>
                    <a:pt x="2507" y="5094"/>
                  </a:lnTo>
                  <a:lnTo>
                    <a:pt x="2206" y="5555"/>
                  </a:lnTo>
                  <a:lnTo>
                    <a:pt x="2587" y="5656"/>
                  </a:lnTo>
                  <a:lnTo>
                    <a:pt x="2968" y="5776"/>
                  </a:lnTo>
                  <a:lnTo>
                    <a:pt x="3349" y="5916"/>
                  </a:lnTo>
                  <a:lnTo>
                    <a:pt x="3690" y="6097"/>
                  </a:lnTo>
                  <a:lnTo>
                    <a:pt x="4051" y="6297"/>
                  </a:lnTo>
                  <a:lnTo>
                    <a:pt x="4372" y="6538"/>
                  </a:lnTo>
                  <a:lnTo>
                    <a:pt x="4693" y="6779"/>
                  </a:lnTo>
                  <a:lnTo>
                    <a:pt x="4994" y="7059"/>
                  </a:lnTo>
                  <a:lnTo>
                    <a:pt x="5275" y="7360"/>
                  </a:lnTo>
                  <a:lnTo>
                    <a:pt x="5535" y="7681"/>
                  </a:lnTo>
                  <a:lnTo>
                    <a:pt x="5776" y="8002"/>
                  </a:lnTo>
                  <a:lnTo>
                    <a:pt x="5997" y="8363"/>
                  </a:lnTo>
                  <a:lnTo>
                    <a:pt x="6197" y="8724"/>
                  </a:lnTo>
                  <a:lnTo>
                    <a:pt x="6358" y="9105"/>
                  </a:lnTo>
                  <a:lnTo>
                    <a:pt x="6518" y="9486"/>
                  </a:lnTo>
                  <a:lnTo>
                    <a:pt x="6618" y="9907"/>
                  </a:lnTo>
                  <a:lnTo>
                    <a:pt x="6698" y="10188"/>
                  </a:lnTo>
                  <a:lnTo>
                    <a:pt x="6739" y="10489"/>
                  </a:lnTo>
                  <a:lnTo>
                    <a:pt x="6779" y="10769"/>
                  </a:lnTo>
                  <a:lnTo>
                    <a:pt x="6819" y="11070"/>
                  </a:lnTo>
                  <a:lnTo>
                    <a:pt x="6839" y="11632"/>
                  </a:lnTo>
                  <a:lnTo>
                    <a:pt x="6819" y="12193"/>
                  </a:lnTo>
                  <a:lnTo>
                    <a:pt x="6739" y="12755"/>
                  </a:lnTo>
                  <a:lnTo>
                    <a:pt x="6638" y="13316"/>
                  </a:lnTo>
                  <a:lnTo>
                    <a:pt x="6498" y="13858"/>
                  </a:lnTo>
                  <a:lnTo>
                    <a:pt x="6338" y="14379"/>
                  </a:lnTo>
                  <a:lnTo>
                    <a:pt x="6137" y="14921"/>
                  </a:lnTo>
                  <a:lnTo>
                    <a:pt x="5896" y="15442"/>
                  </a:lnTo>
                  <a:lnTo>
                    <a:pt x="5656" y="15944"/>
                  </a:lnTo>
                  <a:lnTo>
                    <a:pt x="5375" y="16445"/>
                  </a:lnTo>
                  <a:lnTo>
                    <a:pt x="5074" y="16946"/>
                  </a:lnTo>
                  <a:lnTo>
                    <a:pt x="4773" y="17428"/>
                  </a:lnTo>
                  <a:lnTo>
                    <a:pt x="4452" y="17909"/>
                  </a:lnTo>
                  <a:lnTo>
                    <a:pt x="4111" y="18370"/>
                  </a:lnTo>
                  <a:lnTo>
                    <a:pt x="3570" y="19092"/>
                  </a:lnTo>
                  <a:lnTo>
                    <a:pt x="3029" y="19794"/>
                  </a:lnTo>
                  <a:lnTo>
                    <a:pt x="1946" y="21218"/>
                  </a:lnTo>
                  <a:lnTo>
                    <a:pt x="1424" y="21940"/>
                  </a:lnTo>
                  <a:lnTo>
                    <a:pt x="923" y="22682"/>
                  </a:lnTo>
                  <a:lnTo>
                    <a:pt x="441" y="23444"/>
                  </a:lnTo>
                  <a:lnTo>
                    <a:pt x="221" y="23825"/>
                  </a:lnTo>
                  <a:lnTo>
                    <a:pt x="0" y="24206"/>
                  </a:lnTo>
                  <a:lnTo>
                    <a:pt x="201" y="24727"/>
                  </a:lnTo>
                  <a:lnTo>
                    <a:pt x="381" y="25169"/>
                  </a:lnTo>
                  <a:lnTo>
                    <a:pt x="582" y="25570"/>
                  </a:lnTo>
                  <a:lnTo>
                    <a:pt x="762" y="25891"/>
                  </a:lnTo>
                  <a:lnTo>
                    <a:pt x="963" y="26171"/>
                  </a:lnTo>
                  <a:lnTo>
                    <a:pt x="1163" y="26372"/>
                  </a:lnTo>
                  <a:lnTo>
                    <a:pt x="1244" y="26452"/>
                  </a:lnTo>
                  <a:lnTo>
                    <a:pt x="1344" y="26492"/>
                  </a:lnTo>
                  <a:lnTo>
                    <a:pt x="1424" y="26532"/>
                  </a:lnTo>
                  <a:lnTo>
                    <a:pt x="1524" y="26552"/>
                  </a:lnTo>
                  <a:lnTo>
                    <a:pt x="1605" y="26552"/>
                  </a:lnTo>
                  <a:lnTo>
                    <a:pt x="1685" y="26532"/>
                  </a:lnTo>
                  <a:lnTo>
                    <a:pt x="1805" y="26452"/>
                  </a:lnTo>
                  <a:lnTo>
                    <a:pt x="1946" y="26332"/>
                  </a:lnTo>
                  <a:lnTo>
                    <a:pt x="2086" y="26151"/>
                  </a:lnTo>
                  <a:lnTo>
                    <a:pt x="2226" y="25951"/>
                  </a:lnTo>
                  <a:lnTo>
                    <a:pt x="2367" y="25710"/>
                  </a:lnTo>
                  <a:lnTo>
                    <a:pt x="2708" y="25088"/>
                  </a:lnTo>
                  <a:lnTo>
                    <a:pt x="3510" y="23504"/>
                  </a:lnTo>
                  <a:lnTo>
                    <a:pt x="4011" y="22541"/>
                  </a:lnTo>
                  <a:lnTo>
                    <a:pt x="4593" y="21539"/>
                  </a:lnTo>
                  <a:lnTo>
                    <a:pt x="4914" y="20997"/>
                  </a:lnTo>
                  <a:lnTo>
                    <a:pt x="5255" y="20456"/>
                  </a:lnTo>
                  <a:lnTo>
                    <a:pt x="5616" y="19894"/>
                  </a:lnTo>
                  <a:lnTo>
                    <a:pt x="6017" y="19353"/>
                  </a:lnTo>
                  <a:lnTo>
                    <a:pt x="6418" y="18771"/>
                  </a:lnTo>
                  <a:lnTo>
                    <a:pt x="6879" y="18210"/>
                  </a:lnTo>
                  <a:lnTo>
                    <a:pt x="7360" y="17648"/>
                  </a:lnTo>
                  <a:lnTo>
                    <a:pt x="7862" y="17087"/>
                  </a:lnTo>
                  <a:lnTo>
                    <a:pt x="8403" y="16545"/>
                  </a:lnTo>
                  <a:lnTo>
                    <a:pt x="8985" y="15984"/>
                  </a:lnTo>
                  <a:lnTo>
                    <a:pt x="9586" y="15442"/>
                  </a:lnTo>
                  <a:lnTo>
                    <a:pt x="10248" y="14921"/>
                  </a:lnTo>
                  <a:lnTo>
                    <a:pt x="10930" y="14419"/>
                  </a:lnTo>
                  <a:lnTo>
                    <a:pt x="11652" y="13918"/>
                  </a:lnTo>
                  <a:lnTo>
                    <a:pt x="12414" y="13457"/>
                  </a:lnTo>
                  <a:lnTo>
                    <a:pt x="13216" y="13016"/>
                  </a:lnTo>
                  <a:lnTo>
                    <a:pt x="12635" y="12253"/>
                  </a:lnTo>
                  <a:lnTo>
                    <a:pt x="12073" y="11491"/>
                  </a:lnTo>
                  <a:lnTo>
                    <a:pt x="11552" y="10729"/>
                  </a:lnTo>
                  <a:lnTo>
                    <a:pt x="11050" y="9947"/>
                  </a:lnTo>
                  <a:lnTo>
                    <a:pt x="10569" y="9145"/>
                  </a:lnTo>
                  <a:lnTo>
                    <a:pt x="10108" y="8343"/>
                  </a:lnTo>
                  <a:lnTo>
                    <a:pt x="9687" y="7521"/>
                  </a:lnTo>
                  <a:lnTo>
                    <a:pt x="9286" y="6698"/>
                  </a:lnTo>
                  <a:lnTo>
                    <a:pt x="8904" y="5876"/>
                  </a:lnTo>
                  <a:lnTo>
                    <a:pt x="8544" y="5054"/>
                  </a:lnTo>
                  <a:lnTo>
                    <a:pt x="8223" y="4212"/>
                  </a:lnTo>
                  <a:lnTo>
                    <a:pt x="7922" y="3369"/>
                  </a:lnTo>
                  <a:lnTo>
                    <a:pt x="7641" y="2527"/>
                  </a:lnTo>
                  <a:lnTo>
                    <a:pt x="7380" y="1685"/>
                  </a:lnTo>
                  <a:lnTo>
                    <a:pt x="7160" y="842"/>
                  </a:lnTo>
                  <a:lnTo>
                    <a:pt x="6939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1" name="Google Shape;5741;p22"/>
            <p:cNvSpPr/>
            <p:nvPr/>
          </p:nvSpPr>
          <p:spPr>
            <a:xfrm>
              <a:off x="11086350" y="4817875"/>
              <a:ext cx="330425" cy="663825"/>
            </a:xfrm>
            <a:custGeom>
              <a:avLst/>
              <a:gdLst/>
              <a:ahLst/>
              <a:cxnLst/>
              <a:rect l="l" t="t" r="r" b="b"/>
              <a:pathLst>
                <a:path w="13217" h="26553" fill="none" extrusionOk="0">
                  <a:moveTo>
                    <a:pt x="6939" y="0"/>
                  </a:moveTo>
                  <a:lnTo>
                    <a:pt x="6939" y="0"/>
                  </a:lnTo>
                  <a:lnTo>
                    <a:pt x="6438" y="481"/>
                  </a:lnTo>
                  <a:lnTo>
                    <a:pt x="5896" y="1003"/>
                  </a:lnTo>
                  <a:lnTo>
                    <a:pt x="5315" y="1605"/>
                  </a:lnTo>
                  <a:lnTo>
                    <a:pt x="4693" y="2286"/>
                  </a:lnTo>
                  <a:lnTo>
                    <a:pt x="4071" y="3008"/>
                  </a:lnTo>
                  <a:lnTo>
                    <a:pt x="3450" y="3790"/>
                  </a:lnTo>
                  <a:lnTo>
                    <a:pt x="2828" y="4653"/>
                  </a:lnTo>
                  <a:lnTo>
                    <a:pt x="2507" y="5094"/>
                  </a:lnTo>
                  <a:lnTo>
                    <a:pt x="2206" y="5555"/>
                  </a:lnTo>
                  <a:lnTo>
                    <a:pt x="2206" y="5555"/>
                  </a:lnTo>
                  <a:lnTo>
                    <a:pt x="2587" y="5656"/>
                  </a:lnTo>
                  <a:lnTo>
                    <a:pt x="2968" y="5776"/>
                  </a:lnTo>
                  <a:lnTo>
                    <a:pt x="3349" y="5916"/>
                  </a:lnTo>
                  <a:lnTo>
                    <a:pt x="3690" y="6097"/>
                  </a:lnTo>
                  <a:lnTo>
                    <a:pt x="4051" y="6297"/>
                  </a:lnTo>
                  <a:lnTo>
                    <a:pt x="4372" y="6538"/>
                  </a:lnTo>
                  <a:lnTo>
                    <a:pt x="4693" y="6779"/>
                  </a:lnTo>
                  <a:lnTo>
                    <a:pt x="4994" y="7059"/>
                  </a:lnTo>
                  <a:lnTo>
                    <a:pt x="5275" y="7360"/>
                  </a:lnTo>
                  <a:lnTo>
                    <a:pt x="5535" y="7681"/>
                  </a:lnTo>
                  <a:lnTo>
                    <a:pt x="5776" y="8002"/>
                  </a:lnTo>
                  <a:lnTo>
                    <a:pt x="5997" y="8363"/>
                  </a:lnTo>
                  <a:lnTo>
                    <a:pt x="6197" y="8724"/>
                  </a:lnTo>
                  <a:lnTo>
                    <a:pt x="6358" y="9105"/>
                  </a:lnTo>
                  <a:lnTo>
                    <a:pt x="6518" y="9486"/>
                  </a:lnTo>
                  <a:lnTo>
                    <a:pt x="6618" y="9907"/>
                  </a:lnTo>
                  <a:lnTo>
                    <a:pt x="6618" y="9907"/>
                  </a:lnTo>
                  <a:lnTo>
                    <a:pt x="6698" y="10188"/>
                  </a:lnTo>
                  <a:lnTo>
                    <a:pt x="6739" y="10489"/>
                  </a:lnTo>
                  <a:lnTo>
                    <a:pt x="6779" y="10769"/>
                  </a:lnTo>
                  <a:lnTo>
                    <a:pt x="6819" y="11070"/>
                  </a:lnTo>
                  <a:lnTo>
                    <a:pt x="6839" y="11632"/>
                  </a:lnTo>
                  <a:lnTo>
                    <a:pt x="6819" y="12193"/>
                  </a:lnTo>
                  <a:lnTo>
                    <a:pt x="6739" y="12755"/>
                  </a:lnTo>
                  <a:lnTo>
                    <a:pt x="6638" y="13316"/>
                  </a:lnTo>
                  <a:lnTo>
                    <a:pt x="6498" y="13858"/>
                  </a:lnTo>
                  <a:lnTo>
                    <a:pt x="6338" y="14379"/>
                  </a:lnTo>
                  <a:lnTo>
                    <a:pt x="6137" y="14921"/>
                  </a:lnTo>
                  <a:lnTo>
                    <a:pt x="5896" y="15442"/>
                  </a:lnTo>
                  <a:lnTo>
                    <a:pt x="5656" y="15944"/>
                  </a:lnTo>
                  <a:lnTo>
                    <a:pt x="5375" y="16445"/>
                  </a:lnTo>
                  <a:lnTo>
                    <a:pt x="5074" y="16946"/>
                  </a:lnTo>
                  <a:lnTo>
                    <a:pt x="4773" y="17428"/>
                  </a:lnTo>
                  <a:lnTo>
                    <a:pt x="4452" y="17909"/>
                  </a:lnTo>
                  <a:lnTo>
                    <a:pt x="4111" y="18370"/>
                  </a:lnTo>
                  <a:lnTo>
                    <a:pt x="4111" y="18370"/>
                  </a:lnTo>
                  <a:lnTo>
                    <a:pt x="3570" y="19092"/>
                  </a:lnTo>
                  <a:lnTo>
                    <a:pt x="3029" y="19794"/>
                  </a:lnTo>
                  <a:lnTo>
                    <a:pt x="1946" y="21218"/>
                  </a:lnTo>
                  <a:lnTo>
                    <a:pt x="1424" y="21940"/>
                  </a:lnTo>
                  <a:lnTo>
                    <a:pt x="923" y="22682"/>
                  </a:lnTo>
                  <a:lnTo>
                    <a:pt x="441" y="23444"/>
                  </a:lnTo>
                  <a:lnTo>
                    <a:pt x="221" y="23825"/>
                  </a:lnTo>
                  <a:lnTo>
                    <a:pt x="0" y="24206"/>
                  </a:lnTo>
                  <a:lnTo>
                    <a:pt x="0" y="24206"/>
                  </a:lnTo>
                  <a:lnTo>
                    <a:pt x="201" y="24727"/>
                  </a:lnTo>
                  <a:lnTo>
                    <a:pt x="381" y="25169"/>
                  </a:lnTo>
                  <a:lnTo>
                    <a:pt x="582" y="25570"/>
                  </a:lnTo>
                  <a:lnTo>
                    <a:pt x="762" y="25891"/>
                  </a:lnTo>
                  <a:lnTo>
                    <a:pt x="963" y="26171"/>
                  </a:lnTo>
                  <a:lnTo>
                    <a:pt x="1163" y="26372"/>
                  </a:lnTo>
                  <a:lnTo>
                    <a:pt x="1244" y="26452"/>
                  </a:lnTo>
                  <a:lnTo>
                    <a:pt x="1344" y="26492"/>
                  </a:lnTo>
                  <a:lnTo>
                    <a:pt x="1424" y="26532"/>
                  </a:lnTo>
                  <a:lnTo>
                    <a:pt x="1524" y="26552"/>
                  </a:lnTo>
                  <a:lnTo>
                    <a:pt x="1524" y="26552"/>
                  </a:lnTo>
                  <a:lnTo>
                    <a:pt x="1544" y="26552"/>
                  </a:lnTo>
                  <a:lnTo>
                    <a:pt x="1544" y="26552"/>
                  </a:lnTo>
                  <a:lnTo>
                    <a:pt x="1605" y="26552"/>
                  </a:lnTo>
                  <a:lnTo>
                    <a:pt x="1685" y="26532"/>
                  </a:lnTo>
                  <a:lnTo>
                    <a:pt x="1805" y="26452"/>
                  </a:lnTo>
                  <a:lnTo>
                    <a:pt x="1946" y="26332"/>
                  </a:lnTo>
                  <a:lnTo>
                    <a:pt x="2086" y="26151"/>
                  </a:lnTo>
                  <a:lnTo>
                    <a:pt x="2226" y="25951"/>
                  </a:lnTo>
                  <a:lnTo>
                    <a:pt x="2367" y="25710"/>
                  </a:lnTo>
                  <a:lnTo>
                    <a:pt x="2708" y="25088"/>
                  </a:lnTo>
                  <a:lnTo>
                    <a:pt x="3510" y="23504"/>
                  </a:lnTo>
                  <a:lnTo>
                    <a:pt x="4011" y="22541"/>
                  </a:lnTo>
                  <a:lnTo>
                    <a:pt x="4593" y="21539"/>
                  </a:lnTo>
                  <a:lnTo>
                    <a:pt x="4914" y="20997"/>
                  </a:lnTo>
                  <a:lnTo>
                    <a:pt x="5255" y="20456"/>
                  </a:lnTo>
                  <a:lnTo>
                    <a:pt x="5616" y="19894"/>
                  </a:lnTo>
                  <a:lnTo>
                    <a:pt x="6017" y="19353"/>
                  </a:lnTo>
                  <a:lnTo>
                    <a:pt x="6418" y="18771"/>
                  </a:lnTo>
                  <a:lnTo>
                    <a:pt x="6879" y="18210"/>
                  </a:lnTo>
                  <a:lnTo>
                    <a:pt x="7360" y="17648"/>
                  </a:lnTo>
                  <a:lnTo>
                    <a:pt x="7862" y="17087"/>
                  </a:lnTo>
                  <a:lnTo>
                    <a:pt x="8403" y="16545"/>
                  </a:lnTo>
                  <a:lnTo>
                    <a:pt x="8985" y="15984"/>
                  </a:lnTo>
                  <a:lnTo>
                    <a:pt x="9586" y="15442"/>
                  </a:lnTo>
                  <a:lnTo>
                    <a:pt x="10248" y="14921"/>
                  </a:lnTo>
                  <a:lnTo>
                    <a:pt x="10930" y="14419"/>
                  </a:lnTo>
                  <a:lnTo>
                    <a:pt x="11652" y="13918"/>
                  </a:lnTo>
                  <a:lnTo>
                    <a:pt x="12414" y="13457"/>
                  </a:lnTo>
                  <a:lnTo>
                    <a:pt x="13216" y="13016"/>
                  </a:lnTo>
                  <a:lnTo>
                    <a:pt x="13216" y="13016"/>
                  </a:lnTo>
                  <a:lnTo>
                    <a:pt x="12635" y="12253"/>
                  </a:lnTo>
                  <a:lnTo>
                    <a:pt x="12073" y="11491"/>
                  </a:lnTo>
                  <a:lnTo>
                    <a:pt x="11552" y="10729"/>
                  </a:lnTo>
                  <a:lnTo>
                    <a:pt x="11050" y="9947"/>
                  </a:lnTo>
                  <a:lnTo>
                    <a:pt x="10569" y="9145"/>
                  </a:lnTo>
                  <a:lnTo>
                    <a:pt x="10108" y="8343"/>
                  </a:lnTo>
                  <a:lnTo>
                    <a:pt x="9687" y="7521"/>
                  </a:lnTo>
                  <a:lnTo>
                    <a:pt x="9286" y="6698"/>
                  </a:lnTo>
                  <a:lnTo>
                    <a:pt x="8904" y="5876"/>
                  </a:lnTo>
                  <a:lnTo>
                    <a:pt x="8544" y="5054"/>
                  </a:lnTo>
                  <a:lnTo>
                    <a:pt x="8223" y="4212"/>
                  </a:lnTo>
                  <a:lnTo>
                    <a:pt x="7922" y="3369"/>
                  </a:lnTo>
                  <a:lnTo>
                    <a:pt x="7641" y="2527"/>
                  </a:lnTo>
                  <a:lnTo>
                    <a:pt x="7380" y="1685"/>
                  </a:lnTo>
                  <a:lnTo>
                    <a:pt x="7160" y="842"/>
                  </a:lnTo>
                  <a:lnTo>
                    <a:pt x="693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2" name="Google Shape;5742;p22"/>
            <p:cNvSpPr/>
            <p:nvPr/>
          </p:nvSpPr>
          <p:spPr>
            <a:xfrm>
              <a:off x="11839900" y="4786775"/>
              <a:ext cx="403625" cy="694925"/>
            </a:xfrm>
            <a:custGeom>
              <a:avLst/>
              <a:gdLst/>
              <a:ahLst/>
              <a:cxnLst/>
              <a:rect l="l" t="t" r="r" b="b"/>
              <a:pathLst>
                <a:path w="16145" h="27797" extrusionOk="0">
                  <a:moveTo>
                    <a:pt x="6598" y="1"/>
                  </a:moveTo>
                  <a:lnTo>
                    <a:pt x="0" y="13397"/>
                  </a:lnTo>
                  <a:lnTo>
                    <a:pt x="502" y="13598"/>
                  </a:lnTo>
                  <a:lnTo>
                    <a:pt x="963" y="13818"/>
                  </a:lnTo>
                  <a:lnTo>
                    <a:pt x="1424" y="14039"/>
                  </a:lnTo>
                  <a:lnTo>
                    <a:pt x="1865" y="14280"/>
                  </a:lnTo>
                  <a:lnTo>
                    <a:pt x="2728" y="14761"/>
                  </a:lnTo>
                  <a:lnTo>
                    <a:pt x="3550" y="15262"/>
                  </a:lnTo>
                  <a:lnTo>
                    <a:pt x="4312" y="15804"/>
                  </a:lnTo>
                  <a:lnTo>
                    <a:pt x="5034" y="16345"/>
                  </a:lnTo>
                  <a:lnTo>
                    <a:pt x="5696" y="16927"/>
                  </a:lnTo>
                  <a:lnTo>
                    <a:pt x="6337" y="17488"/>
                  </a:lnTo>
                  <a:lnTo>
                    <a:pt x="6939" y="18090"/>
                  </a:lnTo>
                  <a:lnTo>
                    <a:pt x="7501" y="18692"/>
                  </a:lnTo>
                  <a:lnTo>
                    <a:pt x="8022" y="19293"/>
                  </a:lnTo>
                  <a:lnTo>
                    <a:pt x="8503" y="19895"/>
                  </a:lnTo>
                  <a:lnTo>
                    <a:pt x="8965" y="20497"/>
                  </a:lnTo>
                  <a:lnTo>
                    <a:pt x="9386" y="21098"/>
                  </a:lnTo>
                  <a:lnTo>
                    <a:pt x="9787" y="21680"/>
                  </a:lnTo>
                  <a:lnTo>
                    <a:pt x="10148" y="22261"/>
                  </a:lnTo>
                  <a:lnTo>
                    <a:pt x="10489" y="22843"/>
                  </a:lnTo>
                  <a:lnTo>
                    <a:pt x="10810" y="23384"/>
                  </a:lnTo>
                  <a:lnTo>
                    <a:pt x="11371" y="24427"/>
                  </a:lnTo>
                  <a:lnTo>
                    <a:pt x="12274" y="26212"/>
                  </a:lnTo>
                  <a:lnTo>
                    <a:pt x="12635" y="26874"/>
                  </a:lnTo>
                  <a:lnTo>
                    <a:pt x="12795" y="27155"/>
                  </a:lnTo>
                  <a:lnTo>
                    <a:pt x="12955" y="27395"/>
                  </a:lnTo>
                  <a:lnTo>
                    <a:pt x="13096" y="27576"/>
                  </a:lnTo>
                  <a:lnTo>
                    <a:pt x="13236" y="27696"/>
                  </a:lnTo>
                  <a:lnTo>
                    <a:pt x="13377" y="27776"/>
                  </a:lnTo>
                  <a:lnTo>
                    <a:pt x="13457" y="27796"/>
                  </a:lnTo>
                  <a:lnTo>
                    <a:pt x="13517" y="27796"/>
                  </a:lnTo>
                  <a:lnTo>
                    <a:pt x="13597" y="27776"/>
                  </a:lnTo>
                  <a:lnTo>
                    <a:pt x="13657" y="27756"/>
                  </a:lnTo>
                  <a:lnTo>
                    <a:pt x="13818" y="27676"/>
                  </a:lnTo>
                  <a:lnTo>
                    <a:pt x="13978" y="27536"/>
                  </a:lnTo>
                  <a:lnTo>
                    <a:pt x="14119" y="27335"/>
                  </a:lnTo>
                  <a:lnTo>
                    <a:pt x="14279" y="27115"/>
                  </a:lnTo>
                  <a:lnTo>
                    <a:pt x="14439" y="26834"/>
                  </a:lnTo>
                  <a:lnTo>
                    <a:pt x="14600" y="26533"/>
                  </a:lnTo>
                  <a:lnTo>
                    <a:pt x="14760" y="26172"/>
                  </a:lnTo>
                  <a:lnTo>
                    <a:pt x="14961" y="25630"/>
                  </a:lnTo>
                  <a:lnTo>
                    <a:pt x="15161" y="25009"/>
                  </a:lnTo>
                  <a:lnTo>
                    <a:pt x="15362" y="24347"/>
                  </a:lnTo>
                  <a:lnTo>
                    <a:pt x="15542" y="23625"/>
                  </a:lnTo>
                  <a:lnTo>
                    <a:pt x="15703" y="22863"/>
                  </a:lnTo>
                  <a:lnTo>
                    <a:pt x="15843" y="22061"/>
                  </a:lnTo>
                  <a:lnTo>
                    <a:pt x="15944" y="21198"/>
                  </a:lnTo>
                  <a:lnTo>
                    <a:pt x="16044" y="20336"/>
                  </a:lnTo>
                  <a:lnTo>
                    <a:pt x="16104" y="19434"/>
                  </a:lnTo>
                  <a:lnTo>
                    <a:pt x="16144" y="18491"/>
                  </a:lnTo>
                  <a:lnTo>
                    <a:pt x="16144" y="17569"/>
                  </a:lnTo>
                  <a:lnTo>
                    <a:pt x="16104" y="16606"/>
                  </a:lnTo>
                  <a:lnTo>
                    <a:pt x="16024" y="15663"/>
                  </a:lnTo>
                  <a:lnTo>
                    <a:pt x="15903" y="14721"/>
                  </a:lnTo>
                  <a:lnTo>
                    <a:pt x="15743" y="13778"/>
                  </a:lnTo>
                  <a:lnTo>
                    <a:pt x="15643" y="13297"/>
                  </a:lnTo>
                  <a:lnTo>
                    <a:pt x="15522" y="12836"/>
                  </a:lnTo>
                  <a:lnTo>
                    <a:pt x="15402" y="12374"/>
                  </a:lnTo>
                  <a:lnTo>
                    <a:pt x="15262" y="11933"/>
                  </a:lnTo>
                  <a:lnTo>
                    <a:pt x="14961" y="11051"/>
                  </a:lnTo>
                  <a:lnTo>
                    <a:pt x="14640" y="10209"/>
                  </a:lnTo>
                  <a:lnTo>
                    <a:pt x="14259" y="9386"/>
                  </a:lnTo>
                  <a:lnTo>
                    <a:pt x="13878" y="8584"/>
                  </a:lnTo>
                  <a:lnTo>
                    <a:pt x="13457" y="7822"/>
                  </a:lnTo>
                  <a:lnTo>
                    <a:pt x="13016" y="7080"/>
                  </a:lnTo>
                  <a:lnTo>
                    <a:pt x="12554" y="6378"/>
                  </a:lnTo>
                  <a:lnTo>
                    <a:pt x="12093" y="5716"/>
                  </a:lnTo>
                  <a:lnTo>
                    <a:pt x="11612" y="5075"/>
                  </a:lnTo>
                  <a:lnTo>
                    <a:pt x="11150" y="4473"/>
                  </a:lnTo>
                  <a:lnTo>
                    <a:pt x="10669" y="3911"/>
                  </a:lnTo>
                  <a:lnTo>
                    <a:pt x="10208" y="3370"/>
                  </a:lnTo>
                  <a:lnTo>
                    <a:pt x="9747" y="2869"/>
                  </a:lnTo>
                  <a:lnTo>
                    <a:pt x="9305" y="2407"/>
                  </a:lnTo>
                  <a:lnTo>
                    <a:pt x="8884" y="1986"/>
                  </a:lnTo>
                  <a:lnTo>
                    <a:pt x="8403" y="1525"/>
                  </a:lnTo>
                  <a:lnTo>
                    <a:pt x="7962" y="1144"/>
                  </a:lnTo>
                  <a:lnTo>
                    <a:pt x="7240" y="522"/>
                  </a:lnTo>
                  <a:lnTo>
                    <a:pt x="6759" y="121"/>
                  </a:lnTo>
                  <a:lnTo>
                    <a:pt x="659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3" name="Google Shape;5743;p22"/>
            <p:cNvSpPr/>
            <p:nvPr/>
          </p:nvSpPr>
          <p:spPr>
            <a:xfrm>
              <a:off x="11839900" y="4786775"/>
              <a:ext cx="403625" cy="694925"/>
            </a:xfrm>
            <a:custGeom>
              <a:avLst/>
              <a:gdLst/>
              <a:ahLst/>
              <a:cxnLst/>
              <a:rect l="l" t="t" r="r" b="b"/>
              <a:pathLst>
                <a:path w="16145" h="27797" fill="none" extrusionOk="0">
                  <a:moveTo>
                    <a:pt x="14760" y="26172"/>
                  </a:moveTo>
                  <a:lnTo>
                    <a:pt x="14760" y="26172"/>
                  </a:lnTo>
                  <a:lnTo>
                    <a:pt x="14600" y="26533"/>
                  </a:lnTo>
                  <a:lnTo>
                    <a:pt x="14439" y="26834"/>
                  </a:lnTo>
                  <a:lnTo>
                    <a:pt x="14279" y="27115"/>
                  </a:lnTo>
                  <a:lnTo>
                    <a:pt x="14119" y="27335"/>
                  </a:lnTo>
                  <a:lnTo>
                    <a:pt x="13978" y="27536"/>
                  </a:lnTo>
                  <a:lnTo>
                    <a:pt x="13818" y="27676"/>
                  </a:lnTo>
                  <a:lnTo>
                    <a:pt x="13657" y="27756"/>
                  </a:lnTo>
                  <a:lnTo>
                    <a:pt x="13597" y="27776"/>
                  </a:lnTo>
                  <a:lnTo>
                    <a:pt x="13517" y="27796"/>
                  </a:lnTo>
                  <a:lnTo>
                    <a:pt x="13517" y="27796"/>
                  </a:lnTo>
                  <a:lnTo>
                    <a:pt x="13457" y="27796"/>
                  </a:lnTo>
                  <a:lnTo>
                    <a:pt x="13377" y="27776"/>
                  </a:lnTo>
                  <a:lnTo>
                    <a:pt x="13236" y="27696"/>
                  </a:lnTo>
                  <a:lnTo>
                    <a:pt x="13096" y="27576"/>
                  </a:lnTo>
                  <a:lnTo>
                    <a:pt x="12955" y="27395"/>
                  </a:lnTo>
                  <a:lnTo>
                    <a:pt x="12795" y="27155"/>
                  </a:lnTo>
                  <a:lnTo>
                    <a:pt x="12635" y="26874"/>
                  </a:lnTo>
                  <a:lnTo>
                    <a:pt x="12274" y="26212"/>
                  </a:lnTo>
                  <a:lnTo>
                    <a:pt x="11371" y="24427"/>
                  </a:lnTo>
                  <a:lnTo>
                    <a:pt x="10810" y="23384"/>
                  </a:lnTo>
                  <a:lnTo>
                    <a:pt x="10489" y="22843"/>
                  </a:lnTo>
                  <a:lnTo>
                    <a:pt x="10148" y="22261"/>
                  </a:lnTo>
                  <a:lnTo>
                    <a:pt x="9787" y="21680"/>
                  </a:lnTo>
                  <a:lnTo>
                    <a:pt x="9386" y="21098"/>
                  </a:lnTo>
                  <a:lnTo>
                    <a:pt x="8965" y="20497"/>
                  </a:lnTo>
                  <a:lnTo>
                    <a:pt x="8503" y="19895"/>
                  </a:lnTo>
                  <a:lnTo>
                    <a:pt x="8022" y="19293"/>
                  </a:lnTo>
                  <a:lnTo>
                    <a:pt x="7501" y="18692"/>
                  </a:lnTo>
                  <a:lnTo>
                    <a:pt x="6939" y="18090"/>
                  </a:lnTo>
                  <a:lnTo>
                    <a:pt x="6337" y="17488"/>
                  </a:lnTo>
                  <a:lnTo>
                    <a:pt x="5696" y="16927"/>
                  </a:lnTo>
                  <a:lnTo>
                    <a:pt x="5034" y="16345"/>
                  </a:lnTo>
                  <a:lnTo>
                    <a:pt x="4312" y="15804"/>
                  </a:lnTo>
                  <a:lnTo>
                    <a:pt x="3550" y="15262"/>
                  </a:lnTo>
                  <a:lnTo>
                    <a:pt x="2728" y="14761"/>
                  </a:lnTo>
                  <a:lnTo>
                    <a:pt x="1865" y="14280"/>
                  </a:lnTo>
                  <a:lnTo>
                    <a:pt x="1424" y="14039"/>
                  </a:lnTo>
                  <a:lnTo>
                    <a:pt x="963" y="13818"/>
                  </a:lnTo>
                  <a:lnTo>
                    <a:pt x="502" y="13598"/>
                  </a:lnTo>
                  <a:lnTo>
                    <a:pt x="0" y="13397"/>
                  </a:lnTo>
                  <a:lnTo>
                    <a:pt x="6598" y="1"/>
                  </a:lnTo>
                  <a:lnTo>
                    <a:pt x="6598" y="1"/>
                  </a:lnTo>
                  <a:lnTo>
                    <a:pt x="6759" y="121"/>
                  </a:lnTo>
                  <a:lnTo>
                    <a:pt x="7240" y="522"/>
                  </a:lnTo>
                  <a:lnTo>
                    <a:pt x="7962" y="1144"/>
                  </a:lnTo>
                  <a:lnTo>
                    <a:pt x="8403" y="1525"/>
                  </a:lnTo>
                  <a:lnTo>
                    <a:pt x="8884" y="1986"/>
                  </a:lnTo>
                  <a:lnTo>
                    <a:pt x="8884" y="1986"/>
                  </a:lnTo>
                  <a:lnTo>
                    <a:pt x="9305" y="2407"/>
                  </a:lnTo>
                  <a:lnTo>
                    <a:pt x="9747" y="2869"/>
                  </a:lnTo>
                  <a:lnTo>
                    <a:pt x="10208" y="3370"/>
                  </a:lnTo>
                  <a:lnTo>
                    <a:pt x="10669" y="3911"/>
                  </a:lnTo>
                  <a:lnTo>
                    <a:pt x="11150" y="4473"/>
                  </a:lnTo>
                  <a:lnTo>
                    <a:pt x="11612" y="5075"/>
                  </a:lnTo>
                  <a:lnTo>
                    <a:pt x="12093" y="5716"/>
                  </a:lnTo>
                  <a:lnTo>
                    <a:pt x="12554" y="6378"/>
                  </a:lnTo>
                  <a:lnTo>
                    <a:pt x="13016" y="7080"/>
                  </a:lnTo>
                  <a:lnTo>
                    <a:pt x="13457" y="7822"/>
                  </a:lnTo>
                  <a:lnTo>
                    <a:pt x="13878" y="8584"/>
                  </a:lnTo>
                  <a:lnTo>
                    <a:pt x="14259" y="9386"/>
                  </a:lnTo>
                  <a:lnTo>
                    <a:pt x="14640" y="10209"/>
                  </a:lnTo>
                  <a:lnTo>
                    <a:pt x="14961" y="11051"/>
                  </a:lnTo>
                  <a:lnTo>
                    <a:pt x="15262" y="11933"/>
                  </a:lnTo>
                  <a:lnTo>
                    <a:pt x="15402" y="12374"/>
                  </a:lnTo>
                  <a:lnTo>
                    <a:pt x="15522" y="12836"/>
                  </a:lnTo>
                  <a:lnTo>
                    <a:pt x="15522" y="12836"/>
                  </a:lnTo>
                  <a:lnTo>
                    <a:pt x="15643" y="13297"/>
                  </a:lnTo>
                  <a:lnTo>
                    <a:pt x="15743" y="13778"/>
                  </a:lnTo>
                  <a:lnTo>
                    <a:pt x="15903" y="14721"/>
                  </a:lnTo>
                  <a:lnTo>
                    <a:pt x="16024" y="15663"/>
                  </a:lnTo>
                  <a:lnTo>
                    <a:pt x="16104" y="16606"/>
                  </a:lnTo>
                  <a:lnTo>
                    <a:pt x="16144" y="17569"/>
                  </a:lnTo>
                  <a:lnTo>
                    <a:pt x="16144" y="18491"/>
                  </a:lnTo>
                  <a:lnTo>
                    <a:pt x="16104" y="19434"/>
                  </a:lnTo>
                  <a:lnTo>
                    <a:pt x="16044" y="20336"/>
                  </a:lnTo>
                  <a:lnTo>
                    <a:pt x="15944" y="21198"/>
                  </a:lnTo>
                  <a:lnTo>
                    <a:pt x="15843" y="22061"/>
                  </a:lnTo>
                  <a:lnTo>
                    <a:pt x="15703" y="22863"/>
                  </a:lnTo>
                  <a:lnTo>
                    <a:pt x="15542" y="23625"/>
                  </a:lnTo>
                  <a:lnTo>
                    <a:pt x="15362" y="24347"/>
                  </a:lnTo>
                  <a:lnTo>
                    <a:pt x="15161" y="25009"/>
                  </a:lnTo>
                  <a:lnTo>
                    <a:pt x="14961" y="25630"/>
                  </a:lnTo>
                  <a:lnTo>
                    <a:pt x="14760" y="26172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4" name="Google Shape;5744;p22"/>
            <p:cNvSpPr/>
            <p:nvPr/>
          </p:nvSpPr>
          <p:spPr>
            <a:xfrm>
              <a:off x="11885525" y="4817875"/>
              <a:ext cx="323400" cy="663825"/>
            </a:xfrm>
            <a:custGeom>
              <a:avLst/>
              <a:gdLst/>
              <a:ahLst/>
              <a:cxnLst/>
              <a:rect l="l" t="t" r="r" b="b"/>
              <a:pathLst>
                <a:path w="12936" h="26553" extrusionOk="0">
                  <a:moveTo>
                    <a:pt x="6277" y="0"/>
                  </a:moveTo>
                  <a:lnTo>
                    <a:pt x="6117" y="622"/>
                  </a:lnTo>
                  <a:lnTo>
                    <a:pt x="5956" y="1223"/>
                  </a:lnTo>
                  <a:lnTo>
                    <a:pt x="5796" y="1825"/>
                  </a:lnTo>
                  <a:lnTo>
                    <a:pt x="5615" y="2427"/>
                  </a:lnTo>
                  <a:lnTo>
                    <a:pt x="5415" y="3048"/>
                  </a:lnTo>
                  <a:lnTo>
                    <a:pt x="5194" y="3650"/>
                  </a:lnTo>
                  <a:lnTo>
                    <a:pt x="4974" y="4252"/>
                  </a:lnTo>
                  <a:lnTo>
                    <a:pt x="4753" y="4853"/>
                  </a:lnTo>
                  <a:lnTo>
                    <a:pt x="4492" y="5455"/>
                  </a:lnTo>
                  <a:lnTo>
                    <a:pt x="4232" y="6057"/>
                  </a:lnTo>
                  <a:lnTo>
                    <a:pt x="3951" y="6658"/>
                  </a:lnTo>
                  <a:lnTo>
                    <a:pt x="3670" y="7240"/>
                  </a:lnTo>
                  <a:lnTo>
                    <a:pt x="3369" y="7821"/>
                  </a:lnTo>
                  <a:lnTo>
                    <a:pt x="3068" y="8423"/>
                  </a:lnTo>
                  <a:lnTo>
                    <a:pt x="2728" y="8985"/>
                  </a:lnTo>
                  <a:lnTo>
                    <a:pt x="2387" y="9566"/>
                  </a:lnTo>
                  <a:lnTo>
                    <a:pt x="1845" y="10449"/>
                  </a:lnTo>
                  <a:lnTo>
                    <a:pt x="1264" y="11311"/>
                  </a:lnTo>
                  <a:lnTo>
                    <a:pt x="642" y="12173"/>
                  </a:lnTo>
                  <a:lnTo>
                    <a:pt x="0" y="12996"/>
                  </a:lnTo>
                  <a:lnTo>
                    <a:pt x="802" y="13457"/>
                  </a:lnTo>
                  <a:lnTo>
                    <a:pt x="1564" y="13918"/>
                  </a:lnTo>
                  <a:lnTo>
                    <a:pt x="2286" y="14419"/>
                  </a:lnTo>
                  <a:lnTo>
                    <a:pt x="2968" y="14921"/>
                  </a:lnTo>
                  <a:lnTo>
                    <a:pt x="3630" y="15442"/>
                  </a:lnTo>
                  <a:lnTo>
                    <a:pt x="4232" y="15984"/>
                  </a:lnTo>
                  <a:lnTo>
                    <a:pt x="4813" y="16525"/>
                  </a:lnTo>
                  <a:lnTo>
                    <a:pt x="5355" y="17087"/>
                  </a:lnTo>
                  <a:lnTo>
                    <a:pt x="5856" y="17648"/>
                  </a:lnTo>
                  <a:lnTo>
                    <a:pt x="6337" y="18210"/>
                  </a:lnTo>
                  <a:lnTo>
                    <a:pt x="6779" y="18771"/>
                  </a:lnTo>
                  <a:lnTo>
                    <a:pt x="7200" y="19333"/>
                  </a:lnTo>
                  <a:lnTo>
                    <a:pt x="7601" y="19894"/>
                  </a:lnTo>
                  <a:lnTo>
                    <a:pt x="7962" y="20456"/>
                  </a:lnTo>
                  <a:lnTo>
                    <a:pt x="8303" y="20997"/>
                  </a:lnTo>
                  <a:lnTo>
                    <a:pt x="8624" y="21519"/>
                  </a:lnTo>
                  <a:lnTo>
                    <a:pt x="9205" y="22541"/>
                  </a:lnTo>
                  <a:lnTo>
                    <a:pt x="9707" y="23504"/>
                  </a:lnTo>
                  <a:lnTo>
                    <a:pt x="10509" y="25088"/>
                  </a:lnTo>
                  <a:lnTo>
                    <a:pt x="10850" y="25710"/>
                  </a:lnTo>
                  <a:lnTo>
                    <a:pt x="10990" y="25951"/>
                  </a:lnTo>
                  <a:lnTo>
                    <a:pt x="11130" y="26151"/>
                  </a:lnTo>
                  <a:lnTo>
                    <a:pt x="11271" y="26332"/>
                  </a:lnTo>
                  <a:lnTo>
                    <a:pt x="11411" y="26452"/>
                  </a:lnTo>
                  <a:lnTo>
                    <a:pt x="11531" y="26532"/>
                  </a:lnTo>
                  <a:lnTo>
                    <a:pt x="11612" y="26552"/>
                  </a:lnTo>
                  <a:lnTo>
                    <a:pt x="11692" y="26552"/>
                  </a:lnTo>
                  <a:lnTo>
                    <a:pt x="11772" y="26532"/>
                  </a:lnTo>
                  <a:lnTo>
                    <a:pt x="11832" y="26512"/>
                  </a:lnTo>
                  <a:lnTo>
                    <a:pt x="11993" y="26432"/>
                  </a:lnTo>
                  <a:lnTo>
                    <a:pt x="12153" y="26292"/>
                  </a:lnTo>
                  <a:lnTo>
                    <a:pt x="12294" y="26091"/>
                  </a:lnTo>
                  <a:lnTo>
                    <a:pt x="12454" y="25871"/>
                  </a:lnTo>
                  <a:lnTo>
                    <a:pt x="12614" y="25590"/>
                  </a:lnTo>
                  <a:lnTo>
                    <a:pt x="12775" y="25289"/>
                  </a:lnTo>
                  <a:lnTo>
                    <a:pt x="12935" y="24928"/>
                  </a:lnTo>
                  <a:lnTo>
                    <a:pt x="12815" y="24005"/>
                  </a:lnTo>
                  <a:lnTo>
                    <a:pt x="12695" y="23223"/>
                  </a:lnTo>
                  <a:lnTo>
                    <a:pt x="12554" y="22461"/>
                  </a:lnTo>
                  <a:lnTo>
                    <a:pt x="12394" y="21699"/>
                  </a:lnTo>
                  <a:lnTo>
                    <a:pt x="12193" y="20937"/>
                  </a:lnTo>
                  <a:lnTo>
                    <a:pt x="11973" y="20195"/>
                  </a:lnTo>
                  <a:lnTo>
                    <a:pt x="11732" y="19453"/>
                  </a:lnTo>
                  <a:lnTo>
                    <a:pt x="11431" y="18731"/>
                  </a:lnTo>
                  <a:lnTo>
                    <a:pt x="11110" y="18009"/>
                  </a:lnTo>
                  <a:lnTo>
                    <a:pt x="10910" y="17648"/>
                  </a:lnTo>
                  <a:lnTo>
                    <a:pt x="10709" y="17287"/>
                  </a:lnTo>
                  <a:lnTo>
                    <a:pt x="10288" y="16585"/>
                  </a:lnTo>
                  <a:lnTo>
                    <a:pt x="9827" y="15883"/>
                  </a:lnTo>
                  <a:lnTo>
                    <a:pt x="9346" y="15202"/>
                  </a:lnTo>
                  <a:lnTo>
                    <a:pt x="8383" y="13858"/>
                  </a:lnTo>
                  <a:lnTo>
                    <a:pt x="7902" y="13176"/>
                  </a:lnTo>
                  <a:lnTo>
                    <a:pt x="7440" y="12494"/>
                  </a:lnTo>
                  <a:lnTo>
                    <a:pt x="7039" y="11812"/>
                  </a:lnTo>
                  <a:lnTo>
                    <a:pt x="6658" y="11110"/>
                  </a:lnTo>
                  <a:lnTo>
                    <a:pt x="6297" y="10388"/>
                  </a:lnTo>
                  <a:lnTo>
                    <a:pt x="5996" y="9646"/>
                  </a:lnTo>
                  <a:lnTo>
                    <a:pt x="5876" y="9265"/>
                  </a:lnTo>
                  <a:lnTo>
                    <a:pt x="5756" y="8884"/>
                  </a:lnTo>
                  <a:lnTo>
                    <a:pt x="5635" y="8503"/>
                  </a:lnTo>
                  <a:lnTo>
                    <a:pt x="5555" y="8102"/>
                  </a:lnTo>
                  <a:lnTo>
                    <a:pt x="5455" y="7721"/>
                  </a:lnTo>
                  <a:lnTo>
                    <a:pt x="5395" y="7320"/>
                  </a:lnTo>
                  <a:lnTo>
                    <a:pt x="5335" y="6939"/>
                  </a:lnTo>
                  <a:lnTo>
                    <a:pt x="5295" y="6538"/>
                  </a:lnTo>
                  <a:lnTo>
                    <a:pt x="5274" y="6157"/>
                  </a:lnTo>
                  <a:lnTo>
                    <a:pt x="5274" y="5776"/>
                  </a:lnTo>
                  <a:lnTo>
                    <a:pt x="5274" y="5375"/>
                  </a:lnTo>
                  <a:lnTo>
                    <a:pt x="5295" y="4994"/>
                  </a:lnTo>
                  <a:lnTo>
                    <a:pt x="5335" y="4613"/>
                  </a:lnTo>
                  <a:lnTo>
                    <a:pt x="5395" y="4232"/>
                  </a:lnTo>
                  <a:lnTo>
                    <a:pt x="5475" y="3851"/>
                  </a:lnTo>
                  <a:lnTo>
                    <a:pt x="5575" y="3490"/>
                  </a:lnTo>
                  <a:lnTo>
                    <a:pt x="5696" y="3129"/>
                  </a:lnTo>
                  <a:lnTo>
                    <a:pt x="5816" y="2768"/>
                  </a:lnTo>
                  <a:lnTo>
                    <a:pt x="5976" y="2407"/>
                  </a:lnTo>
                  <a:lnTo>
                    <a:pt x="6157" y="2066"/>
                  </a:lnTo>
                  <a:lnTo>
                    <a:pt x="6337" y="1725"/>
                  </a:lnTo>
                  <a:lnTo>
                    <a:pt x="6558" y="1384"/>
                  </a:lnTo>
                  <a:lnTo>
                    <a:pt x="6799" y="1063"/>
                  </a:lnTo>
                  <a:lnTo>
                    <a:pt x="7059" y="742"/>
                  </a:lnTo>
                  <a:lnTo>
                    <a:pt x="6277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5" name="Google Shape;5745;p22"/>
            <p:cNvSpPr/>
            <p:nvPr/>
          </p:nvSpPr>
          <p:spPr>
            <a:xfrm>
              <a:off x="11885525" y="4817875"/>
              <a:ext cx="323400" cy="663825"/>
            </a:xfrm>
            <a:custGeom>
              <a:avLst/>
              <a:gdLst/>
              <a:ahLst/>
              <a:cxnLst/>
              <a:rect l="l" t="t" r="r" b="b"/>
              <a:pathLst>
                <a:path w="12936" h="26553" fill="none" extrusionOk="0">
                  <a:moveTo>
                    <a:pt x="6277" y="0"/>
                  </a:moveTo>
                  <a:lnTo>
                    <a:pt x="6277" y="0"/>
                  </a:lnTo>
                  <a:lnTo>
                    <a:pt x="6117" y="622"/>
                  </a:lnTo>
                  <a:lnTo>
                    <a:pt x="5956" y="1223"/>
                  </a:lnTo>
                  <a:lnTo>
                    <a:pt x="5796" y="1825"/>
                  </a:lnTo>
                  <a:lnTo>
                    <a:pt x="5615" y="2427"/>
                  </a:lnTo>
                  <a:lnTo>
                    <a:pt x="5415" y="3048"/>
                  </a:lnTo>
                  <a:lnTo>
                    <a:pt x="5194" y="3650"/>
                  </a:lnTo>
                  <a:lnTo>
                    <a:pt x="4974" y="4252"/>
                  </a:lnTo>
                  <a:lnTo>
                    <a:pt x="4753" y="4853"/>
                  </a:lnTo>
                  <a:lnTo>
                    <a:pt x="4492" y="5455"/>
                  </a:lnTo>
                  <a:lnTo>
                    <a:pt x="4232" y="6057"/>
                  </a:lnTo>
                  <a:lnTo>
                    <a:pt x="3951" y="6658"/>
                  </a:lnTo>
                  <a:lnTo>
                    <a:pt x="3670" y="7240"/>
                  </a:lnTo>
                  <a:lnTo>
                    <a:pt x="3369" y="7821"/>
                  </a:lnTo>
                  <a:lnTo>
                    <a:pt x="3068" y="8423"/>
                  </a:lnTo>
                  <a:lnTo>
                    <a:pt x="2728" y="8985"/>
                  </a:lnTo>
                  <a:lnTo>
                    <a:pt x="2387" y="9566"/>
                  </a:lnTo>
                  <a:lnTo>
                    <a:pt x="2387" y="9566"/>
                  </a:lnTo>
                  <a:lnTo>
                    <a:pt x="1845" y="10449"/>
                  </a:lnTo>
                  <a:lnTo>
                    <a:pt x="1264" y="11311"/>
                  </a:lnTo>
                  <a:lnTo>
                    <a:pt x="642" y="12173"/>
                  </a:lnTo>
                  <a:lnTo>
                    <a:pt x="0" y="12996"/>
                  </a:lnTo>
                  <a:lnTo>
                    <a:pt x="0" y="12996"/>
                  </a:lnTo>
                  <a:lnTo>
                    <a:pt x="802" y="13457"/>
                  </a:lnTo>
                  <a:lnTo>
                    <a:pt x="1564" y="13918"/>
                  </a:lnTo>
                  <a:lnTo>
                    <a:pt x="2286" y="14419"/>
                  </a:lnTo>
                  <a:lnTo>
                    <a:pt x="2968" y="14921"/>
                  </a:lnTo>
                  <a:lnTo>
                    <a:pt x="3630" y="15442"/>
                  </a:lnTo>
                  <a:lnTo>
                    <a:pt x="4232" y="15984"/>
                  </a:lnTo>
                  <a:lnTo>
                    <a:pt x="4813" y="16525"/>
                  </a:lnTo>
                  <a:lnTo>
                    <a:pt x="5355" y="17087"/>
                  </a:lnTo>
                  <a:lnTo>
                    <a:pt x="5856" y="17648"/>
                  </a:lnTo>
                  <a:lnTo>
                    <a:pt x="6337" y="18210"/>
                  </a:lnTo>
                  <a:lnTo>
                    <a:pt x="6779" y="18771"/>
                  </a:lnTo>
                  <a:lnTo>
                    <a:pt x="7200" y="19333"/>
                  </a:lnTo>
                  <a:lnTo>
                    <a:pt x="7601" y="19894"/>
                  </a:lnTo>
                  <a:lnTo>
                    <a:pt x="7962" y="20456"/>
                  </a:lnTo>
                  <a:lnTo>
                    <a:pt x="8303" y="20997"/>
                  </a:lnTo>
                  <a:lnTo>
                    <a:pt x="8624" y="21519"/>
                  </a:lnTo>
                  <a:lnTo>
                    <a:pt x="9205" y="22541"/>
                  </a:lnTo>
                  <a:lnTo>
                    <a:pt x="9707" y="23504"/>
                  </a:lnTo>
                  <a:lnTo>
                    <a:pt x="10509" y="25088"/>
                  </a:lnTo>
                  <a:lnTo>
                    <a:pt x="10850" y="25710"/>
                  </a:lnTo>
                  <a:lnTo>
                    <a:pt x="10990" y="25951"/>
                  </a:lnTo>
                  <a:lnTo>
                    <a:pt x="11130" y="26151"/>
                  </a:lnTo>
                  <a:lnTo>
                    <a:pt x="11271" y="26332"/>
                  </a:lnTo>
                  <a:lnTo>
                    <a:pt x="11411" y="26452"/>
                  </a:lnTo>
                  <a:lnTo>
                    <a:pt x="11531" y="26532"/>
                  </a:lnTo>
                  <a:lnTo>
                    <a:pt x="11612" y="26552"/>
                  </a:lnTo>
                  <a:lnTo>
                    <a:pt x="11672" y="26552"/>
                  </a:lnTo>
                  <a:lnTo>
                    <a:pt x="11672" y="26552"/>
                  </a:lnTo>
                  <a:lnTo>
                    <a:pt x="11692" y="26552"/>
                  </a:lnTo>
                  <a:lnTo>
                    <a:pt x="11692" y="26552"/>
                  </a:lnTo>
                  <a:lnTo>
                    <a:pt x="11772" y="26532"/>
                  </a:lnTo>
                  <a:lnTo>
                    <a:pt x="11832" y="26512"/>
                  </a:lnTo>
                  <a:lnTo>
                    <a:pt x="11993" y="26432"/>
                  </a:lnTo>
                  <a:lnTo>
                    <a:pt x="12153" y="26292"/>
                  </a:lnTo>
                  <a:lnTo>
                    <a:pt x="12294" y="26091"/>
                  </a:lnTo>
                  <a:lnTo>
                    <a:pt x="12454" y="25871"/>
                  </a:lnTo>
                  <a:lnTo>
                    <a:pt x="12614" y="25590"/>
                  </a:lnTo>
                  <a:lnTo>
                    <a:pt x="12775" y="25289"/>
                  </a:lnTo>
                  <a:lnTo>
                    <a:pt x="12935" y="24928"/>
                  </a:lnTo>
                  <a:lnTo>
                    <a:pt x="12935" y="24928"/>
                  </a:lnTo>
                  <a:lnTo>
                    <a:pt x="12815" y="24005"/>
                  </a:lnTo>
                  <a:lnTo>
                    <a:pt x="12815" y="24005"/>
                  </a:lnTo>
                  <a:lnTo>
                    <a:pt x="12695" y="23223"/>
                  </a:lnTo>
                  <a:lnTo>
                    <a:pt x="12554" y="22461"/>
                  </a:lnTo>
                  <a:lnTo>
                    <a:pt x="12394" y="21699"/>
                  </a:lnTo>
                  <a:lnTo>
                    <a:pt x="12193" y="20937"/>
                  </a:lnTo>
                  <a:lnTo>
                    <a:pt x="11973" y="20195"/>
                  </a:lnTo>
                  <a:lnTo>
                    <a:pt x="11732" y="19453"/>
                  </a:lnTo>
                  <a:lnTo>
                    <a:pt x="11431" y="18731"/>
                  </a:lnTo>
                  <a:lnTo>
                    <a:pt x="11110" y="18009"/>
                  </a:lnTo>
                  <a:lnTo>
                    <a:pt x="11110" y="18009"/>
                  </a:lnTo>
                  <a:lnTo>
                    <a:pt x="10910" y="17648"/>
                  </a:lnTo>
                  <a:lnTo>
                    <a:pt x="10709" y="17287"/>
                  </a:lnTo>
                  <a:lnTo>
                    <a:pt x="10288" y="16585"/>
                  </a:lnTo>
                  <a:lnTo>
                    <a:pt x="9827" y="15883"/>
                  </a:lnTo>
                  <a:lnTo>
                    <a:pt x="9346" y="15202"/>
                  </a:lnTo>
                  <a:lnTo>
                    <a:pt x="8383" y="13858"/>
                  </a:lnTo>
                  <a:lnTo>
                    <a:pt x="7902" y="13176"/>
                  </a:lnTo>
                  <a:lnTo>
                    <a:pt x="7440" y="12494"/>
                  </a:lnTo>
                  <a:lnTo>
                    <a:pt x="7440" y="12494"/>
                  </a:lnTo>
                  <a:lnTo>
                    <a:pt x="7039" y="11812"/>
                  </a:lnTo>
                  <a:lnTo>
                    <a:pt x="6658" y="11110"/>
                  </a:lnTo>
                  <a:lnTo>
                    <a:pt x="6297" y="10388"/>
                  </a:lnTo>
                  <a:lnTo>
                    <a:pt x="5996" y="9646"/>
                  </a:lnTo>
                  <a:lnTo>
                    <a:pt x="5876" y="9265"/>
                  </a:lnTo>
                  <a:lnTo>
                    <a:pt x="5756" y="8884"/>
                  </a:lnTo>
                  <a:lnTo>
                    <a:pt x="5635" y="8503"/>
                  </a:lnTo>
                  <a:lnTo>
                    <a:pt x="5555" y="8102"/>
                  </a:lnTo>
                  <a:lnTo>
                    <a:pt x="5455" y="7721"/>
                  </a:lnTo>
                  <a:lnTo>
                    <a:pt x="5395" y="7320"/>
                  </a:lnTo>
                  <a:lnTo>
                    <a:pt x="5335" y="6939"/>
                  </a:lnTo>
                  <a:lnTo>
                    <a:pt x="5295" y="6538"/>
                  </a:lnTo>
                  <a:lnTo>
                    <a:pt x="5274" y="6157"/>
                  </a:lnTo>
                  <a:lnTo>
                    <a:pt x="5274" y="5776"/>
                  </a:lnTo>
                  <a:lnTo>
                    <a:pt x="5274" y="5375"/>
                  </a:lnTo>
                  <a:lnTo>
                    <a:pt x="5295" y="4994"/>
                  </a:lnTo>
                  <a:lnTo>
                    <a:pt x="5335" y="4613"/>
                  </a:lnTo>
                  <a:lnTo>
                    <a:pt x="5395" y="4232"/>
                  </a:lnTo>
                  <a:lnTo>
                    <a:pt x="5475" y="3851"/>
                  </a:lnTo>
                  <a:lnTo>
                    <a:pt x="5575" y="3490"/>
                  </a:lnTo>
                  <a:lnTo>
                    <a:pt x="5696" y="3129"/>
                  </a:lnTo>
                  <a:lnTo>
                    <a:pt x="5816" y="2768"/>
                  </a:lnTo>
                  <a:lnTo>
                    <a:pt x="5976" y="2407"/>
                  </a:lnTo>
                  <a:lnTo>
                    <a:pt x="6157" y="2066"/>
                  </a:lnTo>
                  <a:lnTo>
                    <a:pt x="6337" y="1725"/>
                  </a:lnTo>
                  <a:lnTo>
                    <a:pt x="6558" y="1384"/>
                  </a:lnTo>
                  <a:lnTo>
                    <a:pt x="6799" y="1063"/>
                  </a:lnTo>
                  <a:lnTo>
                    <a:pt x="7059" y="742"/>
                  </a:lnTo>
                  <a:lnTo>
                    <a:pt x="7059" y="742"/>
                  </a:lnTo>
                  <a:lnTo>
                    <a:pt x="6277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6" name="Google Shape;5746;p22"/>
            <p:cNvSpPr/>
            <p:nvPr/>
          </p:nvSpPr>
          <p:spPr>
            <a:xfrm>
              <a:off x="11500475" y="5143750"/>
              <a:ext cx="301350" cy="119350"/>
            </a:xfrm>
            <a:custGeom>
              <a:avLst/>
              <a:gdLst/>
              <a:ahLst/>
              <a:cxnLst/>
              <a:rect l="l" t="t" r="r" b="b"/>
              <a:pathLst>
                <a:path w="12054" h="4774" extrusionOk="0">
                  <a:moveTo>
                    <a:pt x="1845" y="1"/>
                  </a:moveTo>
                  <a:lnTo>
                    <a:pt x="1645" y="21"/>
                  </a:lnTo>
                  <a:lnTo>
                    <a:pt x="1464" y="41"/>
                  </a:lnTo>
                  <a:lnTo>
                    <a:pt x="1284" y="81"/>
                  </a:lnTo>
                  <a:lnTo>
                    <a:pt x="1123" y="161"/>
                  </a:lnTo>
                  <a:lnTo>
                    <a:pt x="963" y="221"/>
                  </a:lnTo>
                  <a:lnTo>
                    <a:pt x="802" y="321"/>
                  </a:lnTo>
                  <a:lnTo>
                    <a:pt x="662" y="422"/>
                  </a:lnTo>
                  <a:lnTo>
                    <a:pt x="542" y="542"/>
                  </a:lnTo>
                  <a:lnTo>
                    <a:pt x="421" y="682"/>
                  </a:lnTo>
                  <a:lnTo>
                    <a:pt x="321" y="823"/>
                  </a:lnTo>
                  <a:lnTo>
                    <a:pt x="221" y="963"/>
                  </a:lnTo>
                  <a:lnTo>
                    <a:pt x="141" y="1144"/>
                  </a:lnTo>
                  <a:lnTo>
                    <a:pt x="81" y="1304"/>
                  </a:lnTo>
                  <a:lnTo>
                    <a:pt x="40" y="1485"/>
                  </a:lnTo>
                  <a:lnTo>
                    <a:pt x="0" y="1665"/>
                  </a:lnTo>
                  <a:lnTo>
                    <a:pt x="0" y="1846"/>
                  </a:lnTo>
                  <a:lnTo>
                    <a:pt x="0" y="2929"/>
                  </a:lnTo>
                  <a:lnTo>
                    <a:pt x="0" y="3129"/>
                  </a:lnTo>
                  <a:lnTo>
                    <a:pt x="40" y="3310"/>
                  </a:lnTo>
                  <a:lnTo>
                    <a:pt x="81" y="3490"/>
                  </a:lnTo>
                  <a:lnTo>
                    <a:pt x="141" y="3651"/>
                  </a:lnTo>
                  <a:lnTo>
                    <a:pt x="221" y="3811"/>
                  </a:lnTo>
                  <a:lnTo>
                    <a:pt x="321" y="3971"/>
                  </a:lnTo>
                  <a:lnTo>
                    <a:pt x="421" y="4112"/>
                  </a:lnTo>
                  <a:lnTo>
                    <a:pt x="542" y="4252"/>
                  </a:lnTo>
                  <a:lnTo>
                    <a:pt x="662" y="4352"/>
                  </a:lnTo>
                  <a:lnTo>
                    <a:pt x="802" y="4473"/>
                  </a:lnTo>
                  <a:lnTo>
                    <a:pt x="963" y="4553"/>
                  </a:lnTo>
                  <a:lnTo>
                    <a:pt x="1123" y="4633"/>
                  </a:lnTo>
                  <a:lnTo>
                    <a:pt x="1284" y="4693"/>
                  </a:lnTo>
                  <a:lnTo>
                    <a:pt x="1464" y="4754"/>
                  </a:lnTo>
                  <a:lnTo>
                    <a:pt x="1645" y="4774"/>
                  </a:lnTo>
                  <a:lnTo>
                    <a:pt x="10389" y="4774"/>
                  </a:lnTo>
                  <a:lnTo>
                    <a:pt x="10589" y="4754"/>
                  </a:lnTo>
                  <a:lnTo>
                    <a:pt x="10750" y="4693"/>
                  </a:lnTo>
                  <a:lnTo>
                    <a:pt x="10930" y="4633"/>
                  </a:lnTo>
                  <a:lnTo>
                    <a:pt x="11090" y="4553"/>
                  </a:lnTo>
                  <a:lnTo>
                    <a:pt x="11251" y="4473"/>
                  </a:lnTo>
                  <a:lnTo>
                    <a:pt x="11391" y="4352"/>
                  </a:lnTo>
                  <a:lnTo>
                    <a:pt x="11512" y="4252"/>
                  </a:lnTo>
                  <a:lnTo>
                    <a:pt x="11632" y="4112"/>
                  </a:lnTo>
                  <a:lnTo>
                    <a:pt x="11732" y="3971"/>
                  </a:lnTo>
                  <a:lnTo>
                    <a:pt x="11832" y="3811"/>
                  </a:lnTo>
                  <a:lnTo>
                    <a:pt x="11913" y="3651"/>
                  </a:lnTo>
                  <a:lnTo>
                    <a:pt x="11973" y="3490"/>
                  </a:lnTo>
                  <a:lnTo>
                    <a:pt x="12013" y="3310"/>
                  </a:lnTo>
                  <a:lnTo>
                    <a:pt x="12053" y="3129"/>
                  </a:lnTo>
                  <a:lnTo>
                    <a:pt x="12053" y="2929"/>
                  </a:lnTo>
                  <a:lnTo>
                    <a:pt x="12053" y="1846"/>
                  </a:lnTo>
                  <a:lnTo>
                    <a:pt x="12053" y="1665"/>
                  </a:lnTo>
                  <a:lnTo>
                    <a:pt x="12013" y="1485"/>
                  </a:lnTo>
                  <a:lnTo>
                    <a:pt x="11973" y="1304"/>
                  </a:lnTo>
                  <a:lnTo>
                    <a:pt x="11913" y="1144"/>
                  </a:lnTo>
                  <a:lnTo>
                    <a:pt x="11832" y="963"/>
                  </a:lnTo>
                  <a:lnTo>
                    <a:pt x="11732" y="823"/>
                  </a:lnTo>
                  <a:lnTo>
                    <a:pt x="11632" y="682"/>
                  </a:lnTo>
                  <a:lnTo>
                    <a:pt x="11512" y="542"/>
                  </a:lnTo>
                  <a:lnTo>
                    <a:pt x="11391" y="422"/>
                  </a:lnTo>
                  <a:lnTo>
                    <a:pt x="11251" y="321"/>
                  </a:lnTo>
                  <a:lnTo>
                    <a:pt x="11090" y="221"/>
                  </a:lnTo>
                  <a:lnTo>
                    <a:pt x="10930" y="161"/>
                  </a:lnTo>
                  <a:lnTo>
                    <a:pt x="10750" y="81"/>
                  </a:lnTo>
                  <a:lnTo>
                    <a:pt x="10589" y="41"/>
                  </a:lnTo>
                  <a:lnTo>
                    <a:pt x="10389" y="21"/>
                  </a:lnTo>
                  <a:lnTo>
                    <a:pt x="1020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7" name="Google Shape;5747;p22"/>
            <p:cNvSpPr/>
            <p:nvPr/>
          </p:nvSpPr>
          <p:spPr>
            <a:xfrm>
              <a:off x="11500475" y="5143750"/>
              <a:ext cx="301350" cy="119350"/>
            </a:xfrm>
            <a:custGeom>
              <a:avLst/>
              <a:gdLst/>
              <a:ahLst/>
              <a:cxnLst/>
              <a:rect l="l" t="t" r="r" b="b"/>
              <a:pathLst>
                <a:path w="12054" h="4774" fill="none" extrusionOk="0">
                  <a:moveTo>
                    <a:pt x="12053" y="1846"/>
                  </a:moveTo>
                  <a:lnTo>
                    <a:pt x="12053" y="2929"/>
                  </a:lnTo>
                  <a:lnTo>
                    <a:pt x="12053" y="2929"/>
                  </a:lnTo>
                  <a:lnTo>
                    <a:pt x="12053" y="3129"/>
                  </a:lnTo>
                  <a:lnTo>
                    <a:pt x="12013" y="3310"/>
                  </a:lnTo>
                  <a:lnTo>
                    <a:pt x="11973" y="3490"/>
                  </a:lnTo>
                  <a:lnTo>
                    <a:pt x="11913" y="3651"/>
                  </a:lnTo>
                  <a:lnTo>
                    <a:pt x="11832" y="3811"/>
                  </a:lnTo>
                  <a:lnTo>
                    <a:pt x="11732" y="3971"/>
                  </a:lnTo>
                  <a:lnTo>
                    <a:pt x="11632" y="4112"/>
                  </a:lnTo>
                  <a:lnTo>
                    <a:pt x="11512" y="4252"/>
                  </a:lnTo>
                  <a:lnTo>
                    <a:pt x="11391" y="4352"/>
                  </a:lnTo>
                  <a:lnTo>
                    <a:pt x="11251" y="4473"/>
                  </a:lnTo>
                  <a:lnTo>
                    <a:pt x="11090" y="4553"/>
                  </a:lnTo>
                  <a:lnTo>
                    <a:pt x="10930" y="4633"/>
                  </a:lnTo>
                  <a:lnTo>
                    <a:pt x="10750" y="4693"/>
                  </a:lnTo>
                  <a:lnTo>
                    <a:pt x="10589" y="4754"/>
                  </a:lnTo>
                  <a:lnTo>
                    <a:pt x="10389" y="4774"/>
                  </a:lnTo>
                  <a:lnTo>
                    <a:pt x="10208" y="4774"/>
                  </a:lnTo>
                  <a:lnTo>
                    <a:pt x="1845" y="4774"/>
                  </a:lnTo>
                  <a:lnTo>
                    <a:pt x="1845" y="4774"/>
                  </a:lnTo>
                  <a:lnTo>
                    <a:pt x="1645" y="4774"/>
                  </a:lnTo>
                  <a:lnTo>
                    <a:pt x="1464" y="4754"/>
                  </a:lnTo>
                  <a:lnTo>
                    <a:pt x="1284" y="4693"/>
                  </a:lnTo>
                  <a:lnTo>
                    <a:pt x="1123" y="4633"/>
                  </a:lnTo>
                  <a:lnTo>
                    <a:pt x="963" y="4553"/>
                  </a:lnTo>
                  <a:lnTo>
                    <a:pt x="802" y="4473"/>
                  </a:lnTo>
                  <a:lnTo>
                    <a:pt x="662" y="4352"/>
                  </a:lnTo>
                  <a:lnTo>
                    <a:pt x="542" y="4252"/>
                  </a:lnTo>
                  <a:lnTo>
                    <a:pt x="421" y="4112"/>
                  </a:lnTo>
                  <a:lnTo>
                    <a:pt x="321" y="3971"/>
                  </a:lnTo>
                  <a:lnTo>
                    <a:pt x="221" y="3811"/>
                  </a:lnTo>
                  <a:lnTo>
                    <a:pt x="141" y="3651"/>
                  </a:lnTo>
                  <a:lnTo>
                    <a:pt x="81" y="3490"/>
                  </a:lnTo>
                  <a:lnTo>
                    <a:pt x="40" y="3310"/>
                  </a:lnTo>
                  <a:lnTo>
                    <a:pt x="0" y="3129"/>
                  </a:lnTo>
                  <a:lnTo>
                    <a:pt x="0" y="2929"/>
                  </a:lnTo>
                  <a:lnTo>
                    <a:pt x="0" y="1846"/>
                  </a:lnTo>
                  <a:lnTo>
                    <a:pt x="0" y="1846"/>
                  </a:lnTo>
                  <a:lnTo>
                    <a:pt x="0" y="1665"/>
                  </a:lnTo>
                  <a:lnTo>
                    <a:pt x="40" y="1485"/>
                  </a:lnTo>
                  <a:lnTo>
                    <a:pt x="81" y="1304"/>
                  </a:lnTo>
                  <a:lnTo>
                    <a:pt x="141" y="1144"/>
                  </a:lnTo>
                  <a:lnTo>
                    <a:pt x="221" y="963"/>
                  </a:lnTo>
                  <a:lnTo>
                    <a:pt x="321" y="823"/>
                  </a:lnTo>
                  <a:lnTo>
                    <a:pt x="421" y="682"/>
                  </a:lnTo>
                  <a:lnTo>
                    <a:pt x="542" y="542"/>
                  </a:lnTo>
                  <a:lnTo>
                    <a:pt x="662" y="422"/>
                  </a:lnTo>
                  <a:lnTo>
                    <a:pt x="802" y="321"/>
                  </a:lnTo>
                  <a:lnTo>
                    <a:pt x="963" y="221"/>
                  </a:lnTo>
                  <a:lnTo>
                    <a:pt x="1123" y="161"/>
                  </a:lnTo>
                  <a:lnTo>
                    <a:pt x="1284" y="81"/>
                  </a:lnTo>
                  <a:lnTo>
                    <a:pt x="1464" y="41"/>
                  </a:lnTo>
                  <a:lnTo>
                    <a:pt x="1645" y="21"/>
                  </a:lnTo>
                  <a:lnTo>
                    <a:pt x="1845" y="1"/>
                  </a:lnTo>
                  <a:lnTo>
                    <a:pt x="10208" y="1"/>
                  </a:lnTo>
                  <a:lnTo>
                    <a:pt x="10208" y="1"/>
                  </a:lnTo>
                  <a:lnTo>
                    <a:pt x="10389" y="21"/>
                  </a:lnTo>
                  <a:lnTo>
                    <a:pt x="10589" y="41"/>
                  </a:lnTo>
                  <a:lnTo>
                    <a:pt x="10750" y="81"/>
                  </a:lnTo>
                  <a:lnTo>
                    <a:pt x="10930" y="161"/>
                  </a:lnTo>
                  <a:lnTo>
                    <a:pt x="11090" y="221"/>
                  </a:lnTo>
                  <a:lnTo>
                    <a:pt x="11251" y="321"/>
                  </a:lnTo>
                  <a:lnTo>
                    <a:pt x="11391" y="422"/>
                  </a:lnTo>
                  <a:lnTo>
                    <a:pt x="11512" y="542"/>
                  </a:lnTo>
                  <a:lnTo>
                    <a:pt x="11632" y="682"/>
                  </a:lnTo>
                  <a:lnTo>
                    <a:pt x="11732" y="823"/>
                  </a:lnTo>
                  <a:lnTo>
                    <a:pt x="11832" y="963"/>
                  </a:lnTo>
                  <a:lnTo>
                    <a:pt x="11913" y="1144"/>
                  </a:lnTo>
                  <a:lnTo>
                    <a:pt x="11973" y="1304"/>
                  </a:lnTo>
                  <a:lnTo>
                    <a:pt x="12013" y="1485"/>
                  </a:lnTo>
                  <a:lnTo>
                    <a:pt x="12053" y="1665"/>
                  </a:lnTo>
                  <a:lnTo>
                    <a:pt x="12053" y="1846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8" name="Google Shape;5748;p22"/>
            <p:cNvSpPr/>
            <p:nvPr/>
          </p:nvSpPr>
          <p:spPr>
            <a:xfrm>
              <a:off x="11500475" y="5177350"/>
              <a:ext cx="301350" cy="34625"/>
            </a:xfrm>
            <a:custGeom>
              <a:avLst/>
              <a:gdLst/>
              <a:ahLst/>
              <a:cxnLst/>
              <a:rect l="l" t="t" r="r" b="b"/>
              <a:pathLst>
                <a:path w="12054" h="1385" extrusionOk="0">
                  <a:moveTo>
                    <a:pt x="60" y="0"/>
                  </a:moveTo>
                  <a:lnTo>
                    <a:pt x="20" y="241"/>
                  </a:lnTo>
                  <a:lnTo>
                    <a:pt x="0" y="502"/>
                  </a:lnTo>
                  <a:lnTo>
                    <a:pt x="0" y="1344"/>
                  </a:lnTo>
                  <a:lnTo>
                    <a:pt x="3650" y="1364"/>
                  </a:lnTo>
                  <a:lnTo>
                    <a:pt x="7300" y="1384"/>
                  </a:lnTo>
                  <a:lnTo>
                    <a:pt x="12053" y="1384"/>
                  </a:lnTo>
                  <a:lnTo>
                    <a:pt x="12053" y="502"/>
                  </a:lnTo>
                  <a:lnTo>
                    <a:pt x="12033" y="241"/>
                  </a:lnTo>
                  <a:lnTo>
                    <a:pt x="11993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9" name="Google Shape;5749;p22"/>
            <p:cNvSpPr/>
            <p:nvPr/>
          </p:nvSpPr>
          <p:spPr>
            <a:xfrm>
              <a:off x="11500475" y="5177350"/>
              <a:ext cx="301350" cy="34625"/>
            </a:xfrm>
            <a:custGeom>
              <a:avLst/>
              <a:gdLst/>
              <a:ahLst/>
              <a:cxnLst/>
              <a:rect l="l" t="t" r="r" b="b"/>
              <a:pathLst>
                <a:path w="12054" h="1385" fill="none" extrusionOk="0">
                  <a:moveTo>
                    <a:pt x="11993" y="0"/>
                  </a:moveTo>
                  <a:lnTo>
                    <a:pt x="60" y="0"/>
                  </a:lnTo>
                  <a:lnTo>
                    <a:pt x="60" y="0"/>
                  </a:lnTo>
                  <a:lnTo>
                    <a:pt x="20" y="241"/>
                  </a:lnTo>
                  <a:lnTo>
                    <a:pt x="0" y="502"/>
                  </a:lnTo>
                  <a:lnTo>
                    <a:pt x="0" y="1344"/>
                  </a:lnTo>
                  <a:lnTo>
                    <a:pt x="0" y="1344"/>
                  </a:lnTo>
                  <a:lnTo>
                    <a:pt x="3650" y="1364"/>
                  </a:lnTo>
                  <a:lnTo>
                    <a:pt x="7300" y="1384"/>
                  </a:lnTo>
                  <a:lnTo>
                    <a:pt x="7300" y="1384"/>
                  </a:lnTo>
                  <a:lnTo>
                    <a:pt x="9025" y="1384"/>
                  </a:lnTo>
                  <a:lnTo>
                    <a:pt x="9025" y="1384"/>
                  </a:lnTo>
                  <a:lnTo>
                    <a:pt x="10770" y="1384"/>
                  </a:lnTo>
                  <a:lnTo>
                    <a:pt x="10770" y="1384"/>
                  </a:lnTo>
                  <a:lnTo>
                    <a:pt x="12053" y="1384"/>
                  </a:lnTo>
                  <a:lnTo>
                    <a:pt x="12053" y="502"/>
                  </a:lnTo>
                  <a:lnTo>
                    <a:pt x="12053" y="502"/>
                  </a:lnTo>
                  <a:lnTo>
                    <a:pt x="12033" y="241"/>
                  </a:lnTo>
                  <a:lnTo>
                    <a:pt x="1199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0" name="Google Shape;5750;p22"/>
            <p:cNvSpPr/>
            <p:nvPr/>
          </p:nvSpPr>
          <p:spPr>
            <a:xfrm>
              <a:off x="11240775" y="3810625"/>
              <a:ext cx="820750" cy="1366750"/>
            </a:xfrm>
            <a:custGeom>
              <a:avLst/>
              <a:gdLst/>
              <a:ahLst/>
              <a:cxnLst/>
              <a:rect l="l" t="t" r="r" b="b"/>
              <a:pathLst>
                <a:path w="32830" h="54670" extrusionOk="0">
                  <a:moveTo>
                    <a:pt x="16405" y="1"/>
                  </a:moveTo>
                  <a:lnTo>
                    <a:pt x="16344" y="21"/>
                  </a:lnTo>
                  <a:lnTo>
                    <a:pt x="16264" y="41"/>
                  </a:lnTo>
                  <a:lnTo>
                    <a:pt x="16064" y="141"/>
                  </a:lnTo>
                  <a:lnTo>
                    <a:pt x="15783" y="321"/>
                  </a:lnTo>
                  <a:lnTo>
                    <a:pt x="15442" y="562"/>
                  </a:lnTo>
                  <a:lnTo>
                    <a:pt x="15041" y="863"/>
                  </a:lnTo>
                  <a:lnTo>
                    <a:pt x="14580" y="1224"/>
                  </a:lnTo>
                  <a:lnTo>
                    <a:pt x="14078" y="1665"/>
                  </a:lnTo>
                  <a:lnTo>
                    <a:pt x="13537" y="2166"/>
                  </a:lnTo>
                  <a:lnTo>
                    <a:pt x="12955" y="2728"/>
                  </a:lnTo>
                  <a:lnTo>
                    <a:pt x="12354" y="3350"/>
                  </a:lnTo>
                  <a:lnTo>
                    <a:pt x="11712" y="4032"/>
                  </a:lnTo>
                  <a:lnTo>
                    <a:pt x="11030" y="4794"/>
                  </a:lnTo>
                  <a:lnTo>
                    <a:pt x="10348" y="5596"/>
                  </a:lnTo>
                  <a:lnTo>
                    <a:pt x="9646" y="6458"/>
                  </a:lnTo>
                  <a:lnTo>
                    <a:pt x="8944" y="7381"/>
                  </a:lnTo>
                  <a:lnTo>
                    <a:pt x="8222" y="8383"/>
                  </a:lnTo>
                  <a:lnTo>
                    <a:pt x="7500" y="9426"/>
                  </a:lnTo>
                  <a:lnTo>
                    <a:pt x="6799" y="10509"/>
                  </a:lnTo>
                  <a:lnTo>
                    <a:pt x="6097" y="11672"/>
                  </a:lnTo>
                  <a:lnTo>
                    <a:pt x="5415" y="12876"/>
                  </a:lnTo>
                  <a:lnTo>
                    <a:pt x="5054" y="13537"/>
                  </a:lnTo>
                  <a:lnTo>
                    <a:pt x="4713" y="14199"/>
                  </a:lnTo>
                  <a:lnTo>
                    <a:pt x="4372" y="14901"/>
                  </a:lnTo>
                  <a:lnTo>
                    <a:pt x="4051" y="15583"/>
                  </a:lnTo>
                  <a:lnTo>
                    <a:pt x="3630" y="16546"/>
                  </a:lnTo>
                  <a:lnTo>
                    <a:pt x="3209" y="17528"/>
                  </a:lnTo>
                  <a:lnTo>
                    <a:pt x="2808" y="18531"/>
                  </a:lnTo>
                  <a:lnTo>
                    <a:pt x="2447" y="19554"/>
                  </a:lnTo>
                  <a:lnTo>
                    <a:pt x="2086" y="20617"/>
                  </a:lnTo>
                  <a:lnTo>
                    <a:pt x="1745" y="21680"/>
                  </a:lnTo>
                  <a:lnTo>
                    <a:pt x="1444" y="22783"/>
                  </a:lnTo>
                  <a:lnTo>
                    <a:pt x="1163" y="23906"/>
                  </a:lnTo>
                  <a:lnTo>
                    <a:pt x="903" y="25069"/>
                  </a:lnTo>
                  <a:lnTo>
                    <a:pt x="682" y="26232"/>
                  </a:lnTo>
                  <a:lnTo>
                    <a:pt x="481" y="27435"/>
                  </a:lnTo>
                  <a:lnTo>
                    <a:pt x="321" y="28659"/>
                  </a:lnTo>
                  <a:lnTo>
                    <a:pt x="181" y="29882"/>
                  </a:lnTo>
                  <a:lnTo>
                    <a:pt x="80" y="31145"/>
                  </a:lnTo>
                  <a:lnTo>
                    <a:pt x="20" y="32429"/>
                  </a:lnTo>
                  <a:lnTo>
                    <a:pt x="0" y="33752"/>
                  </a:lnTo>
                  <a:lnTo>
                    <a:pt x="20" y="34394"/>
                  </a:lnTo>
                  <a:lnTo>
                    <a:pt x="40" y="35036"/>
                  </a:lnTo>
                  <a:lnTo>
                    <a:pt x="80" y="35698"/>
                  </a:lnTo>
                  <a:lnTo>
                    <a:pt x="120" y="36359"/>
                  </a:lnTo>
                  <a:lnTo>
                    <a:pt x="201" y="37021"/>
                  </a:lnTo>
                  <a:lnTo>
                    <a:pt x="281" y="37703"/>
                  </a:lnTo>
                  <a:lnTo>
                    <a:pt x="381" y="38365"/>
                  </a:lnTo>
                  <a:lnTo>
                    <a:pt x="501" y="39047"/>
                  </a:lnTo>
                  <a:lnTo>
                    <a:pt x="642" y="39729"/>
                  </a:lnTo>
                  <a:lnTo>
                    <a:pt x="782" y="40410"/>
                  </a:lnTo>
                  <a:lnTo>
                    <a:pt x="963" y="41092"/>
                  </a:lnTo>
                  <a:lnTo>
                    <a:pt x="1143" y="41774"/>
                  </a:lnTo>
                  <a:lnTo>
                    <a:pt x="1344" y="42436"/>
                  </a:lnTo>
                  <a:lnTo>
                    <a:pt x="1564" y="43118"/>
                  </a:lnTo>
                  <a:lnTo>
                    <a:pt x="1785" y="43800"/>
                  </a:lnTo>
                  <a:lnTo>
                    <a:pt x="2026" y="44482"/>
                  </a:lnTo>
                  <a:lnTo>
                    <a:pt x="2286" y="45163"/>
                  </a:lnTo>
                  <a:lnTo>
                    <a:pt x="2567" y="45825"/>
                  </a:lnTo>
                  <a:lnTo>
                    <a:pt x="2868" y="46507"/>
                  </a:lnTo>
                  <a:lnTo>
                    <a:pt x="3189" y="47169"/>
                  </a:lnTo>
                  <a:lnTo>
                    <a:pt x="3510" y="47831"/>
                  </a:lnTo>
                  <a:lnTo>
                    <a:pt x="3851" y="48472"/>
                  </a:lnTo>
                  <a:lnTo>
                    <a:pt x="4212" y="49134"/>
                  </a:lnTo>
                  <a:lnTo>
                    <a:pt x="4593" y="49776"/>
                  </a:lnTo>
                  <a:lnTo>
                    <a:pt x="4994" y="50418"/>
                  </a:lnTo>
                  <a:lnTo>
                    <a:pt x="5395" y="51059"/>
                  </a:lnTo>
                  <a:lnTo>
                    <a:pt x="5816" y="51681"/>
                  </a:lnTo>
                  <a:lnTo>
                    <a:pt x="6277" y="52283"/>
                  </a:lnTo>
                  <a:lnTo>
                    <a:pt x="6718" y="52904"/>
                  </a:lnTo>
                  <a:lnTo>
                    <a:pt x="7200" y="53506"/>
                  </a:lnTo>
                  <a:lnTo>
                    <a:pt x="7701" y="54088"/>
                  </a:lnTo>
                  <a:lnTo>
                    <a:pt x="8202" y="54669"/>
                  </a:lnTo>
                  <a:lnTo>
                    <a:pt x="24627" y="54669"/>
                  </a:lnTo>
                  <a:lnTo>
                    <a:pt x="25128" y="54108"/>
                  </a:lnTo>
                  <a:lnTo>
                    <a:pt x="25610" y="53526"/>
                  </a:lnTo>
                  <a:lnTo>
                    <a:pt x="26071" y="52925"/>
                  </a:lnTo>
                  <a:lnTo>
                    <a:pt x="26532" y="52323"/>
                  </a:lnTo>
                  <a:lnTo>
                    <a:pt x="26973" y="51721"/>
                  </a:lnTo>
                  <a:lnTo>
                    <a:pt x="27395" y="51100"/>
                  </a:lnTo>
                  <a:lnTo>
                    <a:pt x="27796" y="50478"/>
                  </a:lnTo>
                  <a:lnTo>
                    <a:pt x="28177" y="49856"/>
                  </a:lnTo>
                  <a:lnTo>
                    <a:pt x="28758" y="48894"/>
                  </a:lnTo>
                  <a:lnTo>
                    <a:pt x="29280" y="47891"/>
                  </a:lnTo>
                  <a:lnTo>
                    <a:pt x="29761" y="46908"/>
                  </a:lnTo>
                  <a:lnTo>
                    <a:pt x="30222" y="45885"/>
                  </a:lnTo>
                  <a:lnTo>
                    <a:pt x="30643" y="44883"/>
                  </a:lnTo>
                  <a:lnTo>
                    <a:pt x="31024" y="43860"/>
                  </a:lnTo>
                  <a:lnTo>
                    <a:pt x="31365" y="42837"/>
                  </a:lnTo>
                  <a:lnTo>
                    <a:pt x="31666" y="41814"/>
                  </a:lnTo>
                  <a:lnTo>
                    <a:pt x="31947" y="40771"/>
                  </a:lnTo>
                  <a:lnTo>
                    <a:pt x="32167" y="39749"/>
                  </a:lnTo>
                  <a:lnTo>
                    <a:pt x="32368" y="38726"/>
                  </a:lnTo>
                  <a:lnTo>
                    <a:pt x="32528" y="37723"/>
                  </a:lnTo>
                  <a:lnTo>
                    <a:pt x="32669" y="36700"/>
                  </a:lnTo>
                  <a:lnTo>
                    <a:pt x="32749" y="35718"/>
                  </a:lnTo>
                  <a:lnTo>
                    <a:pt x="32809" y="34715"/>
                  </a:lnTo>
                  <a:lnTo>
                    <a:pt x="32829" y="33752"/>
                  </a:lnTo>
                  <a:lnTo>
                    <a:pt x="32789" y="32429"/>
                  </a:lnTo>
                  <a:lnTo>
                    <a:pt x="32749" y="31145"/>
                  </a:lnTo>
                  <a:lnTo>
                    <a:pt x="32649" y="29882"/>
                  </a:lnTo>
                  <a:lnTo>
                    <a:pt x="32508" y="28659"/>
                  </a:lnTo>
                  <a:lnTo>
                    <a:pt x="32348" y="27435"/>
                  </a:lnTo>
                  <a:lnTo>
                    <a:pt x="32147" y="26232"/>
                  </a:lnTo>
                  <a:lnTo>
                    <a:pt x="31927" y="25069"/>
                  </a:lnTo>
                  <a:lnTo>
                    <a:pt x="31666" y="23906"/>
                  </a:lnTo>
                  <a:lnTo>
                    <a:pt x="31385" y="22783"/>
                  </a:lnTo>
                  <a:lnTo>
                    <a:pt x="31085" y="21680"/>
                  </a:lnTo>
                  <a:lnTo>
                    <a:pt x="30744" y="20617"/>
                  </a:lnTo>
                  <a:lnTo>
                    <a:pt x="30383" y="19554"/>
                  </a:lnTo>
                  <a:lnTo>
                    <a:pt x="30002" y="18531"/>
                  </a:lnTo>
                  <a:lnTo>
                    <a:pt x="29621" y="17528"/>
                  </a:lnTo>
                  <a:lnTo>
                    <a:pt x="29199" y="16546"/>
                  </a:lnTo>
                  <a:lnTo>
                    <a:pt x="28778" y="15583"/>
                  </a:lnTo>
                  <a:lnTo>
                    <a:pt x="28437" y="14901"/>
                  </a:lnTo>
                  <a:lnTo>
                    <a:pt x="28096" y="14219"/>
                  </a:lnTo>
                  <a:lnTo>
                    <a:pt x="27755" y="13537"/>
                  </a:lnTo>
                  <a:lnTo>
                    <a:pt x="27415" y="12896"/>
                  </a:lnTo>
                  <a:lnTo>
                    <a:pt x="26973" y="12134"/>
                  </a:lnTo>
                  <a:lnTo>
                    <a:pt x="26552" y="11392"/>
                  </a:lnTo>
                  <a:lnTo>
                    <a:pt x="26111" y="10670"/>
                  </a:lnTo>
                  <a:lnTo>
                    <a:pt x="25670" y="9968"/>
                  </a:lnTo>
                  <a:lnTo>
                    <a:pt x="25229" y="9286"/>
                  </a:lnTo>
                  <a:lnTo>
                    <a:pt x="24787" y="8644"/>
                  </a:lnTo>
                  <a:lnTo>
                    <a:pt x="24346" y="8002"/>
                  </a:lnTo>
                  <a:lnTo>
                    <a:pt x="23885" y="7401"/>
                  </a:lnTo>
                  <a:lnTo>
                    <a:pt x="23003" y="6238"/>
                  </a:lnTo>
                  <a:lnTo>
                    <a:pt x="22140" y="5195"/>
                  </a:lnTo>
                  <a:lnTo>
                    <a:pt x="21298" y="4232"/>
                  </a:lnTo>
                  <a:lnTo>
                    <a:pt x="20496" y="3350"/>
                  </a:lnTo>
                  <a:lnTo>
                    <a:pt x="19734" y="2588"/>
                  </a:lnTo>
                  <a:lnTo>
                    <a:pt x="19012" y="1906"/>
                  </a:lnTo>
                  <a:lnTo>
                    <a:pt x="18370" y="1344"/>
                  </a:lnTo>
                  <a:lnTo>
                    <a:pt x="17788" y="863"/>
                  </a:lnTo>
                  <a:lnTo>
                    <a:pt x="17307" y="482"/>
                  </a:lnTo>
                  <a:lnTo>
                    <a:pt x="16906" y="221"/>
                  </a:lnTo>
                  <a:lnTo>
                    <a:pt x="16605" y="61"/>
                  </a:lnTo>
                  <a:lnTo>
                    <a:pt x="16485" y="21"/>
                  </a:lnTo>
                  <a:lnTo>
                    <a:pt x="1640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1" name="Google Shape;5751;p22"/>
            <p:cNvSpPr/>
            <p:nvPr/>
          </p:nvSpPr>
          <p:spPr>
            <a:xfrm>
              <a:off x="11240775" y="3810625"/>
              <a:ext cx="820750" cy="1366750"/>
            </a:xfrm>
            <a:custGeom>
              <a:avLst/>
              <a:gdLst/>
              <a:ahLst/>
              <a:cxnLst/>
              <a:rect l="l" t="t" r="r" b="b"/>
              <a:pathLst>
                <a:path w="32830" h="54670" fill="none" extrusionOk="0">
                  <a:moveTo>
                    <a:pt x="32829" y="33752"/>
                  </a:moveTo>
                  <a:lnTo>
                    <a:pt x="32829" y="33752"/>
                  </a:lnTo>
                  <a:lnTo>
                    <a:pt x="32809" y="34715"/>
                  </a:lnTo>
                  <a:lnTo>
                    <a:pt x="32749" y="35718"/>
                  </a:lnTo>
                  <a:lnTo>
                    <a:pt x="32669" y="36700"/>
                  </a:lnTo>
                  <a:lnTo>
                    <a:pt x="32528" y="37723"/>
                  </a:lnTo>
                  <a:lnTo>
                    <a:pt x="32368" y="38726"/>
                  </a:lnTo>
                  <a:lnTo>
                    <a:pt x="32167" y="39749"/>
                  </a:lnTo>
                  <a:lnTo>
                    <a:pt x="31947" y="40771"/>
                  </a:lnTo>
                  <a:lnTo>
                    <a:pt x="31666" y="41814"/>
                  </a:lnTo>
                  <a:lnTo>
                    <a:pt x="31365" y="42837"/>
                  </a:lnTo>
                  <a:lnTo>
                    <a:pt x="31024" y="43860"/>
                  </a:lnTo>
                  <a:lnTo>
                    <a:pt x="30643" y="44883"/>
                  </a:lnTo>
                  <a:lnTo>
                    <a:pt x="30222" y="45885"/>
                  </a:lnTo>
                  <a:lnTo>
                    <a:pt x="29761" y="46908"/>
                  </a:lnTo>
                  <a:lnTo>
                    <a:pt x="29280" y="47891"/>
                  </a:lnTo>
                  <a:lnTo>
                    <a:pt x="28758" y="48894"/>
                  </a:lnTo>
                  <a:lnTo>
                    <a:pt x="28177" y="49856"/>
                  </a:lnTo>
                  <a:lnTo>
                    <a:pt x="28177" y="49856"/>
                  </a:lnTo>
                  <a:lnTo>
                    <a:pt x="27796" y="50478"/>
                  </a:lnTo>
                  <a:lnTo>
                    <a:pt x="27395" y="51100"/>
                  </a:lnTo>
                  <a:lnTo>
                    <a:pt x="26973" y="51721"/>
                  </a:lnTo>
                  <a:lnTo>
                    <a:pt x="26532" y="52323"/>
                  </a:lnTo>
                  <a:lnTo>
                    <a:pt x="26071" y="52925"/>
                  </a:lnTo>
                  <a:lnTo>
                    <a:pt x="25610" y="53526"/>
                  </a:lnTo>
                  <a:lnTo>
                    <a:pt x="25128" y="54108"/>
                  </a:lnTo>
                  <a:lnTo>
                    <a:pt x="24627" y="54669"/>
                  </a:lnTo>
                  <a:lnTo>
                    <a:pt x="8202" y="54669"/>
                  </a:lnTo>
                  <a:lnTo>
                    <a:pt x="8202" y="54669"/>
                  </a:lnTo>
                  <a:lnTo>
                    <a:pt x="7701" y="54088"/>
                  </a:lnTo>
                  <a:lnTo>
                    <a:pt x="7200" y="53506"/>
                  </a:lnTo>
                  <a:lnTo>
                    <a:pt x="6718" y="52904"/>
                  </a:lnTo>
                  <a:lnTo>
                    <a:pt x="6277" y="52283"/>
                  </a:lnTo>
                  <a:lnTo>
                    <a:pt x="5816" y="51681"/>
                  </a:lnTo>
                  <a:lnTo>
                    <a:pt x="5395" y="51059"/>
                  </a:lnTo>
                  <a:lnTo>
                    <a:pt x="4994" y="50418"/>
                  </a:lnTo>
                  <a:lnTo>
                    <a:pt x="4593" y="49776"/>
                  </a:lnTo>
                  <a:lnTo>
                    <a:pt x="4212" y="49134"/>
                  </a:lnTo>
                  <a:lnTo>
                    <a:pt x="3851" y="48472"/>
                  </a:lnTo>
                  <a:lnTo>
                    <a:pt x="3510" y="47831"/>
                  </a:lnTo>
                  <a:lnTo>
                    <a:pt x="3189" y="47169"/>
                  </a:lnTo>
                  <a:lnTo>
                    <a:pt x="2868" y="46507"/>
                  </a:lnTo>
                  <a:lnTo>
                    <a:pt x="2567" y="45825"/>
                  </a:lnTo>
                  <a:lnTo>
                    <a:pt x="2286" y="45163"/>
                  </a:lnTo>
                  <a:lnTo>
                    <a:pt x="2026" y="44482"/>
                  </a:lnTo>
                  <a:lnTo>
                    <a:pt x="1785" y="43800"/>
                  </a:lnTo>
                  <a:lnTo>
                    <a:pt x="1564" y="43118"/>
                  </a:lnTo>
                  <a:lnTo>
                    <a:pt x="1344" y="42436"/>
                  </a:lnTo>
                  <a:lnTo>
                    <a:pt x="1143" y="41774"/>
                  </a:lnTo>
                  <a:lnTo>
                    <a:pt x="963" y="41092"/>
                  </a:lnTo>
                  <a:lnTo>
                    <a:pt x="782" y="40410"/>
                  </a:lnTo>
                  <a:lnTo>
                    <a:pt x="642" y="39729"/>
                  </a:lnTo>
                  <a:lnTo>
                    <a:pt x="501" y="39047"/>
                  </a:lnTo>
                  <a:lnTo>
                    <a:pt x="381" y="38365"/>
                  </a:lnTo>
                  <a:lnTo>
                    <a:pt x="281" y="37703"/>
                  </a:lnTo>
                  <a:lnTo>
                    <a:pt x="201" y="37021"/>
                  </a:lnTo>
                  <a:lnTo>
                    <a:pt x="120" y="36359"/>
                  </a:lnTo>
                  <a:lnTo>
                    <a:pt x="80" y="35698"/>
                  </a:lnTo>
                  <a:lnTo>
                    <a:pt x="40" y="35036"/>
                  </a:lnTo>
                  <a:lnTo>
                    <a:pt x="20" y="34394"/>
                  </a:lnTo>
                  <a:lnTo>
                    <a:pt x="0" y="33752"/>
                  </a:lnTo>
                  <a:lnTo>
                    <a:pt x="0" y="33752"/>
                  </a:lnTo>
                  <a:lnTo>
                    <a:pt x="20" y="32429"/>
                  </a:lnTo>
                  <a:lnTo>
                    <a:pt x="80" y="31145"/>
                  </a:lnTo>
                  <a:lnTo>
                    <a:pt x="181" y="29882"/>
                  </a:lnTo>
                  <a:lnTo>
                    <a:pt x="321" y="28659"/>
                  </a:lnTo>
                  <a:lnTo>
                    <a:pt x="481" y="27435"/>
                  </a:lnTo>
                  <a:lnTo>
                    <a:pt x="682" y="26232"/>
                  </a:lnTo>
                  <a:lnTo>
                    <a:pt x="903" y="25069"/>
                  </a:lnTo>
                  <a:lnTo>
                    <a:pt x="1163" y="23906"/>
                  </a:lnTo>
                  <a:lnTo>
                    <a:pt x="1444" y="22783"/>
                  </a:lnTo>
                  <a:lnTo>
                    <a:pt x="1745" y="21680"/>
                  </a:lnTo>
                  <a:lnTo>
                    <a:pt x="2086" y="20617"/>
                  </a:lnTo>
                  <a:lnTo>
                    <a:pt x="2447" y="19554"/>
                  </a:lnTo>
                  <a:lnTo>
                    <a:pt x="2808" y="18531"/>
                  </a:lnTo>
                  <a:lnTo>
                    <a:pt x="3209" y="17528"/>
                  </a:lnTo>
                  <a:lnTo>
                    <a:pt x="3630" y="16546"/>
                  </a:lnTo>
                  <a:lnTo>
                    <a:pt x="4051" y="15583"/>
                  </a:lnTo>
                  <a:lnTo>
                    <a:pt x="4051" y="15583"/>
                  </a:lnTo>
                  <a:lnTo>
                    <a:pt x="4372" y="14901"/>
                  </a:lnTo>
                  <a:lnTo>
                    <a:pt x="4713" y="14199"/>
                  </a:lnTo>
                  <a:lnTo>
                    <a:pt x="5054" y="13537"/>
                  </a:lnTo>
                  <a:lnTo>
                    <a:pt x="5415" y="12876"/>
                  </a:lnTo>
                  <a:lnTo>
                    <a:pt x="5415" y="12876"/>
                  </a:lnTo>
                  <a:lnTo>
                    <a:pt x="6097" y="11672"/>
                  </a:lnTo>
                  <a:lnTo>
                    <a:pt x="6799" y="10509"/>
                  </a:lnTo>
                  <a:lnTo>
                    <a:pt x="7500" y="9426"/>
                  </a:lnTo>
                  <a:lnTo>
                    <a:pt x="8222" y="8383"/>
                  </a:lnTo>
                  <a:lnTo>
                    <a:pt x="8944" y="7381"/>
                  </a:lnTo>
                  <a:lnTo>
                    <a:pt x="9646" y="6458"/>
                  </a:lnTo>
                  <a:lnTo>
                    <a:pt x="10348" y="5596"/>
                  </a:lnTo>
                  <a:lnTo>
                    <a:pt x="11030" y="4794"/>
                  </a:lnTo>
                  <a:lnTo>
                    <a:pt x="11712" y="4032"/>
                  </a:lnTo>
                  <a:lnTo>
                    <a:pt x="12354" y="3350"/>
                  </a:lnTo>
                  <a:lnTo>
                    <a:pt x="12955" y="2728"/>
                  </a:lnTo>
                  <a:lnTo>
                    <a:pt x="13537" y="2166"/>
                  </a:lnTo>
                  <a:lnTo>
                    <a:pt x="14078" y="1665"/>
                  </a:lnTo>
                  <a:lnTo>
                    <a:pt x="14580" y="1224"/>
                  </a:lnTo>
                  <a:lnTo>
                    <a:pt x="15041" y="863"/>
                  </a:lnTo>
                  <a:lnTo>
                    <a:pt x="15442" y="562"/>
                  </a:lnTo>
                  <a:lnTo>
                    <a:pt x="15442" y="562"/>
                  </a:lnTo>
                  <a:lnTo>
                    <a:pt x="15783" y="321"/>
                  </a:lnTo>
                  <a:lnTo>
                    <a:pt x="16064" y="141"/>
                  </a:lnTo>
                  <a:lnTo>
                    <a:pt x="16264" y="41"/>
                  </a:lnTo>
                  <a:lnTo>
                    <a:pt x="16344" y="21"/>
                  </a:lnTo>
                  <a:lnTo>
                    <a:pt x="16405" y="1"/>
                  </a:lnTo>
                  <a:lnTo>
                    <a:pt x="16405" y="1"/>
                  </a:lnTo>
                  <a:lnTo>
                    <a:pt x="16485" y="21"/>
                  </a:lnTo>
                  <a:lnTo>
                    <a:pt x="16605" y="61"/>
                  </a:lnTo>
                  <a:lnTo>
                    <a:pt x="16906" y="221"/>
                  </a:lnTo>
                  <a:lnTo>
                    <a:pt x="17307" y="482"/>
                  </a:lnTo>
                  <a:lnTo>
                    <a:pt x="17788" y="863"/>
                  </a:lnTo>
                  <a:lnTo>
                    <a:pt x="18370" y="1344"/>
                  </a:lnTo>
                  <a:lnTo>
                    <a:pt x="19012" y="1906"/>
                  </a:lnTo>
                  <a:lnTo>
                    <a:pt x="19734" y="2588"/>
                  </a:lnTo>
                  <a:lnTo>
                    <a:pt x="20496" y="3350"/>
                  </a:lnTo>
                  <a:lnTo>
                    <a:pt x="21298" y="4232"/>
                  </a:lnTo>
                  <a:lnTo>
                    <a:pt x="22140" y="5195"/>
                  </a:lnTo>
                  <a:lnTo>
                    <a:pt x="23003" y="6238"/>
                  </a:lnTo>
                  <a:lnTo>
                    <a:pt x="23885" y="7401"/>
                  </a:lnTo>
                  <a:lnTo>
                    <a:pt x="24346" y="8002"/>
                  </a:lnTo>
                  <a:lnTo>
                    <a:pt x="24787" y="8644"/>
                  </a:lnTo>
                  <a:lnTo>
                    <a:pt x="25229" y="9286"/>
                  </a:lnTo>
                  <a:lnTo>
                    <a:pt x="25670" y="9968"/>
                  </a:lnTo>
                  <a:lnTo>
                    <a:pt x="26111" y="10670"/>
                  </a:lnTo>
                  <a:lnTo>
                    <a:pt x="26552" y="11392"/>
                  </a:lnTo>
                  <a:lnTo>
                    <a:pt x="26973" y="12134"/>
                  </a:lnTo>
                  <a:lnTo>
                    <a:pt x="27415" y="12896"/>
                  </a:lnTo>
                  <a:lnTo>
                    <a:pt x="27415" y="12896"/>
                  </a:lnTo>
                  <a:lnTo>
                    <a:pt x="27755" y="13537"/>
                  </a:lnTo>
                  <a:lnTo>
                    <a:pt x="28096" y="14219"/>
                  </a:lnTo>
                  <a:lnTo>
                    <a:pt x="28437" y="14901"/>
                  </a:lnTo>
                  <a:lnTo>
                    <a:pt x="28778" y="15583"/>
                  </a:lnTo>
                  <a:lnTo>
                    <a:pt x="28778" y="15583"/>
                  </a:lnTo>
                  <a:lnTo>
                    <a:pt x="29199" y="16546"/>
                  </a:lnTo>
                  <a:lnTo>
                    <a:pt x="29621" y="17528"/>
                  </a:lnTo>
                  <a:lnTo>
                    <a:pt x="30002" y="18531"/>
                  </a:lnTo>
                  <a:lnTo>
                    <a:pt x="30383" y="19554"/>
                  </a:lnTo>
                  <a:lnTo>
                    <a:pt x="30744" y="20617"/>
                  </a:lnTo>
                  <a:lnTo>
                    <a:pt x="31085" y="21680"/>
                  </a:lnTo>
                  <a:lnTo>
                    <a:pt x="31385" y="22783"/>
                  </a:lnTo>
                  <a:lnTo>
                    <a:pt x="31666" y="23906"/>
                  </a:lnTo>
                  <a:lnTo>
                    <a:pt x="31927" y="25069"/>
                  </a:lnTo>
                  <a:lnTo>
                    <a:pt x="32147" y="26232"/>
                  </a:lnTo>
                  <a:lnTo>
                    <a:pt x="32348" y="27435"/>
                  </a:lnTo>
                  <a:lnTo>
                    <a:pt x="32508" y="28659"/>
                  </a:lnTo>
                  <a:lnTo>
                    <a:pt x="32649" y="29882"/>
                  </a:lnTo>
                  <a:lnTo>
                    <a:pt x="32749" y="31145"/>
                  </a:lnTo>
                  <a:lnTo>
                    <a:pt x="32789" y="32429"/>
                  </a:lnTo>
                  <a:lnTo>
                    <a:pt x="32829" y="33752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2" name="Google Shape;5752;p22"/>
            <p:cNvSpPr/>
            <p:nvPr/>
          </p:nvSpPr>
          <p:spPr>
            <a:xfrm>
              <a:off x="11342050" y="3810625"/>
              <a:ext cx="618200" cy="476325"/>
            </a:xfrm>
            <a:custGeom>
              <a:avLst/>
              <a:gdLst/>
              <a:ahLst/>
              <a:cxnLst/>
              <a:rect l="l" t="t" r="r" b="b"/>
              <a:pathLst>
                <a:path w="24728" h="19053" extrusionOk="0">
                  <a:moveTo>
                    <a:pt x="12354" y="1"/>
                  </a:moveTo>
                  <a:lnTo>
                    <a:pt x="12273" y="21"/>
                  </a:lnTo>
                  <a:lnTo>
                    <a:pt x="12173" y="61"/>
                  </a:lnTo>
                  <a:lnTo>
                    <a:pt x="11872" y="221"/>
                  </a:lnTo>
                  <a:lnTo>
                    <a:pt x="11471" y="482"/>
                  </a:lnTo>
                  <a:lnTo>
                    <a:pt x="10970" y="863"/>
                  </a:lnTo>
                  <a:lnTo>
                    <a:pt x="10408" y="1324"/>
                  </a:lnTo>
                  <a:lnTo>
                    <a:pt x="9767" y="1906"/>
                  </a:lnTo>
                  <a:lnTo>
                    <a:pt x="9045" y="2588"/>
                  </a:lnTo>
                  <a:lnTo>
                    <a:pt x="8283" y="3350"/>
                  </a:lnTo>
                  <a:lnTo>
                    <a:pt x="7480" y="4232"/>
                  </a:lnTo>
                  <a:lnTo>
                    <a:pt x="6638" y="5195"/>
                  </a:lnTo>
                  <a:lnTo>
                    <a:pt x="5776" y="6238"/>
                  </a:lnTo>
                  <a:lnTo>
                    <a:pt x="4893" y="7401"/>
                  </a:lnTo>
                  <a:lnTo>
                    <a:pt x="4432" y="8002"/>
                  </a:lnTo>
                  <a:lnTo>
                    <a:pt x="3991" y="8644"/>
                  </a:lnTo>
                  <a:lnTo>
                    <a:pt x="3550" y="9286"/>
                  </a:lnTo>
                  <a:lnTo>
                    <a:pt x="3109" y="9968"/>
                  </a:lnTo>
                  <a:lnTo>
                    <a:pt x="2667" y="10670"/>
                  </a:lnTo>
                  <a:lnTo>
                    <a:pt x="2226" y="11392"/>
                  </a:lnTo>
                  <a:lnTo>
                    <a:pt x="1785" y="12114"/>
                  </a:lnTo>
                  <a:lnTo>
                    <a:pt x="1364" y="12876"/>
                  </a:lnTo>
                  <a:lnTo>
                    <a:pt x="1023" y="13537"/>
                  </a:lnTo>
                  <a:lnTo>
                    <a:pt x="662" y="14199"/>
                  </a:lnTo>
                  <a:lnTo>
                    <a:pt x="341" y="14901"/>
                  </a:lnTo>
                  <a:lnTo>
                    <a:pt x="0" y="15583"/>
                  </a:lnTo>
                  <a:lnTo>
                    <a:pt x="622" y="15984"/>
                  </a:lnTo>
                  <a:lnTo>
                    <a:pt x="1264" y="16365"/>
                  </a:lnTo>
                  <a:lnTo>
                    <a:pt x="1925" y="16706"/>
                  </a:lnTo>
                  <a:lnTo>
                    <a:pt x="2607" y="17027"/>
                  </a:lnTo>
                  <a:lnTo>
                    <a:pt x="3329" y="17348"/>
                  </a:lnTo>
                  <a:lnTo>
                    <a:pt x="4051" y="17629"/>
                  </a:lnTo>
                  <a:lnTo>
                    <a:pt x="4813" y="17889"/>
                  </a:lnTo>
                  <a:lnTo>
                    <a:pt x="5575" y="18130"/>
                  </a:lnTo>
                  <a:lnTo>
                    <a:pt x="6377" y="18330"/>
                  </a:lnTo>
                  <a:lnTo>
                    <a:pt x="7180" y="18531"/>
                  </a:lnTo>
                  <a:lnTo>
                    <a:pt x="8022" y="18671"/>
                  </a:lnTo>
                  <a:lnTo>
                    <a:pt x="8864" y="18812"/>
                  </a:lnTo>
                  <a:lnTo>
                    <a:pt x="9706" y="18912"/>
                  </a:lnTo>
                  <a:lnTo>
                    <a:pt x="10589" y="18992"/>
                  </a:lnTo>
                  <a:lnTo>
                    <a:pt x="11471" y="19032"/>
                  </a:lnTo>
                  <a:lnTo>
                    <a:pt x="12354" y="19052"/>
                  </a:lnTo>
                  <a:lnTo>
                    <a:pt x="13256" y="19032"/>
                  </a:lnTo>
                  <a:lnTo>
                    <a:pt x="14138" y="18992"/>
                  </a:lnTo>
                  <a:lnTo>
                    <a:pt x="15001" y="18912"/>
                  </a:lnTo>
                  <a:lnTo>
                    <a:pt x="15863" y="18812"/>
                  </a:lnTo>
                  <a:lnTo>
                    <a:pt x="16705" y="18671"/>
                  </a:lnTo>
                  <a:lnTo>
                    <a:pt x="17528" y="18531"/>
                  </a:lnTo>
                  <a:lnTo>
                    <a:pt x="18350" y="18330"/>
                  </a:lnTo>
                  <a:lnTo>
                    <a:pt x="19132" y="18130"/>
                  </a:lnTo>
                  <a:lnTo>
                    <a:pt x="19914" y="17889"/>
                  </a:lnTo>
                  <a:lnTo>
                    <a:pt x="20676" y="17629"/>
                  </a:lnTo>
                  <a:lnTo>
                    <a:pt x="21398" y="17348"/>
                  </a:lnTo>
                  <a:lnTo>
                    <a:pt x="22120" y="17027"/>
                  </a:lnTo>
                  <a:lnTo>
                    <a:pt x="22802" y="16706"/>
                  </a:lnTo>
                  <a:lnTo>
                    <a:pt x="23464" y="16365"/>
                  </a:lnTo>
                  <a:lnTo>
                    <a:pt x="24106" y="15984"/>
                  </a:lnTo>
                  <a:lnTo>
                    <a:pt x="24727" y="15583"/>
                  </a:lnTo>
                  <a:lnTo>
                    <a:pt x="24386" y="14901"/>
                  </a:lnTo>
                  <a:lnTo>
                    <a:pt x="24045" y="14219"/>
                  </a:lnTo>
                  <a:lnTo>
                    <a:pt x="23704" y="13537"/>
                  </a:lnTo>
                  <a:lnTo>
                    <a:pt x="23364" y="12896"/>
                  </a:lnTo>
                  <a:lnTo>
                    <a:pt x="22922" y="12134"/>
                  </a:lnTo>
                  <a:lnTo>
                    <a:pt x="22501" y="11392"/>
                  </a:lnTo>
                  <a:lnTo>
                    <a:pt x="22060" y="10670"/>
                  </a:lnTo>
                  <a:lnTo>
                    <a:pt x="21619" y="9968"/>
                  </a:lnTo>
                  <a:lnTo>
                    <a:pt x="21178" y="9286"/>
                  </a:lnTo>
                  <a:lnTo>
                    <a:pt x="20736" y="8644"/>
                  </a:lnTo>
                  <a:lnTo>
                    <a:pt x="20275" y="8002"/>
                  </a:lnTo>
                  <a:lnTo>
                    <a:pt x="19834" y="7401"/>
                  </a:lnTo>
                  <a:lnTo>
                    <a:pt x="18952" y="6238"/>
                  </a:lnTo>
                  <a:lnTo>
                    <a:pt x="18089" y="5195"/>
                  </a:lnTo>
                  <a:lnTo>
                    <a:pt x="17247" y="4232"/>
                  </a:lnTo>
                  <a:lnTo>
                    <a:pt x="16445" y="3350"/>
                  </a:lnTo>
                  <a:lnTo>
                    <a:pt x="15663" y="2588"/>
                  </a:lnTo>
                  <a:lnTo>
                    <a:pt x="14961" y="1906"/>
                  </a:lnTo>
                  <a:lnTo>
                    <a:pt x="14319" y="1324"/>
                  </a:lnTo>
                  <a:lnTo>
                    <a:pt x="13737" y="863"/>
                  </a:lnTo>
                  <a:lnTo>
                    <a:pt x="13256" y="482"/>
                  </a:lnTo>
                  <a:lnTo>
                    <a:pt x="12855" y="221"/>
                  </a:lnTo>
                  <a:lnTo>
                    <a:pt x="12554" y="61"/>
                  </a:lnTo>
                  <a:lnTo>
                    <a:pt x="12434" y="21"/>
                  </a:lnTo>
                  <a:lnTo>
                    <a:pt x="1235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3" name="Google Shape;5753;p22"/>
            <p:cNvSpPr/>
            <p:nvPr/>
          </p:nvSpPr>
          <p:spPr>
            <a:xfrm>
              <a:off x="11342050" y="3810625"/>
              <a:ext cx="618200" cy="476325"/>
            </a:xfrm>
            <a:custGeom>
              <a:avLst/>
              <a:gdLst/>
              <a:ahLst/>
              <a:cxnLst/>
              <a:rect l="l" t="t" r="r" b="b"/>
              <a:pathLst>
                <a:path w="24728" h="19053" fill="none" extrusionOk="0">
                  <a:moveTo>
                    <a:pt x="24727" y="15583"/>
                  </a:moveTo>
                  <a:lnTo>
                    <a:pt x="24727" y="15583"/>
                  </a:lnTo>
                  <a:lnTo>
                    <a:pt x="24106" y="15984"/>
                  </a:lnTo>
                  <a:lnTo>
                    <a:pt x="23464" y="16365"/>
                  </a:lnTo>
                  <a:lnTo>
                    <a:pt x="22802" y="16706"/>
                  </a:lnTo>
                  <a:lnTo>
                    <a:pt x="22120" y="17027"/>
                  </a:lnTo>
                  <a:lnTo>
                    <a:pt x="21398" y="17348"/>
                  </a:lnTo>
                  <a:lnTo>
                    <a:pt x="20676" y="17629"/>
                  </a:lnTo>
                  <a:lnTo>
                    <a:pt x="19914" y="17889"/>
                  </a:lnTo>
                  <a:lnTo>
                    <a:pt x="19132" y="18130"/>
                  </a:lnTo>
                  <a:lnTo>
                    <a:pt x="18350" y="18330"/>
                  </a:lnTo>
                  <a:lnTo>
                    <a:pt x="17528" y="18531"/>
                  </a:lnTo>
                  <a:lnTo>
                    <a:pt x="16705" y="18671"/>
                  </a:lnTo>
                  <a:lnTo>
                    <a:pt x="15863" y="18812"/>
                  </a:lnTo>
                  <a:lnTo>
                    <a:pt x="15001" y="18912"/>
                  </a:lnTo>
                  <a:lnTo>
                    <a:pt x="14138" y="18992"/>
                  </a:lnTo>
                  <a:lnTo>
                    <a:pt x="13256" y="19032"/>
                  </a:lnTo>
                  <a:lnTo>
                    <a:pt x="12354" y="19052"/>
                  </a:lnTo>
                  <a:lnTo>
                    <a:pt x="12354" y="19052"/>
                  </a:lnTo>
                  <a:lnTo>
                    <a:pt x="11471" y="19032"/>
                  </a:lnTo>
                  <a:lnTo>
                    <a:pt x="10589" y="18992"/>
                  </a:lnTo>
                  <a:lnTo>
                    <a:pt x="9706" y="18912"/>
                  </a:lnTo>
                  <a:lnTo>
                    <a:pt x="8864" y="18812"/>
                  </a:lnTo>
                  <a:lnTo>
                    <a:pt x="8022" y="18671"/>
                  </a:lnTo>
                  <a:lnTo>
                    <a:pt x="7180" y="18531"/>
                  </a:lnTo>
                  <a:lnTo>
                    <a:pt x="6377" y="18330"/>
                  </a:lnTo>
                  <a:lnTo>
                    <a:pt x="5575" y="18130"/>
                  </a:lnTo>
                  <a:lnTo>
                    <a:pt x="4813" y="17889"/>
                  </a:lnTo>
                  <a:lnTo>
                    <a:pt x="4051" y="17629"/>
                  </a:lnTo>
                  <a:lnTo>
                    <a:pt x="3329" y="17348"/>
                  </a:lnTo>
                  <a:lnTo>
                    <a:pt x="2607" y="17027"/>
                  </a:lnTo>
                  <a:lnTo>
                    <a:pt x="1925" y="16706"/>
                  </a:lnTo>
                  <a:lnTo>
                    <a:pt x="1264" y="16365"/>
                  </a:lnTo>
                  <a:lnTo>
                    <a:pt x="622" y="15984"/>
                  </a:lnTo>
                  <a:lnTo>
                    <a:pt x="0" y="15583"/>
                  </a:lnTo>
                  <a:lnTo>
                    <a:pt x="0" y="15583"/>
                  </a:lnTo>
                  <a:lnTo>
                    <a:pt x="341" y="14901"/>
                  </a:lnTo>
                  <a:lnTo>
                    <a:pt x="662" y="14199"/>
                  </a:lnTo>
                  <a:lnTo>
                    <a:pt x="1023" y="13537"/>
                  </a:lnTo>
                  <a:lnTo>
                    <a:pt x="1364" y="12876"/>
                  </a:lnTo>
                  <a:lnTo>
                    <a:pt x="1364" y="12876"/>
                  </a:lnTo>
                  <a:lnTo>
                    <a:pt x="1785" y="12114"/>
                  </a:lnTo>
                  <a:lnTo>
                    <a:pt x="2226" y="11392"/>
                  </a:lnTo>
                  <a:lnTo>
                    <a:pt x="2667" y="10670"/>
                  </a:lnTo>
                  <a:lnTo>
                    <a:pt x="3109" y="9968"/>
                  </a:lnTo>
                  <a:lnTo>
                    <a:pt x="3550" y="9286"/>
                  </a:lnTo>
                  <a:lnTo>
                    <a:pt x="3991" y="8644"/>
                  </a:lnTo>
                  <a:lnTo>
                    <a:pt x="4432" y="8002"/>
                  </a:lnTo>
                  <a:lnTo>
                    <a:pt x="4893" y="7401"/>
                  </a:lnTo>
                  <a:lnTo>
                    <a:pt x="5776" y="6238"/>
                  </a:lnTo>
                  <a:lnTo>
                    <a:pt x="6638" y="5195"/>
                  </a:lnTo>
                  <a:lnTo>
                    <a:pt x="7480" y="4232"/>
                  </a:lnTo>
                  <a:lnTo>
                    <a:pt x="8283" y="3350"/>
                  </a:lnTo>
                  <a:lnTo>
                    <a:pt x="9045" y="2588"/>
                  </a:lnTo>
                  <a:lnTo>
                    <a:pt x="9767" y="1906"/>
                  </a:lnTo>
                  <a:lnTo>
                    <a:pt x="10408" y="1324"/>
                  </a:lnTo>
                  <a:lnTo>
                    <a:pt x="10970" y="863"/>
                  </a:lnTo>
                  <a:lnTo>
                    <a:pt x="11471" y="482"/>
                  </a:lnTo>
                  <a:lnTo>
                    <a:pt x="11872" y="221"/>
                  </a:lnTo>
                  <a:lnTo>
                    <a:pt x="12173" y="61"/>
                  </a:lnTo>
                  <a:lnTo>
                    <a:pt x="12273" y="21"/>
                  </a:lnTo>
                  <a:lnTo>
                    <a:pt x="12354" y="1"/>
                  </a:lnTo>
                  <a:lnTo>
                    <a:pt x="12354" y="1"/>
                  </a:lnTo>
                  <a:lnTo>
                    <a:pt x="12434" y="21"/>
                  </a:lnTo>
                  <a:lnTo>
                    <a:pt x="12554" y="61"/>
                  </a:lnTo>
                  <a:lnTo>
                    <a:pt x="12855" y="221"/>
                  </a:lnTo>
                  <a:lnTo>
                    <a:pt x="13256" y="482"/>
                  </a:lnTo>
                  <a:lnTo>
                    <a:pt x="13737" y="863"/>
                  </a:lnTo>
                  <a:lnTo>
                    <a:pt x="14319" y="1324"/>
                  </a:lnTo>
                  <a:lnTo>
                    <a:pt x="14961" y="1906"/>
                  </a:lnTo>
                  <a:lnTo>
                    <a:pt x="15663" y="2588"/>
                  </a:lnTo>
                  <a:lnTo>
                    <a:pt x="16445" y="3350"/>
                  </a:lnTo>
                  <a:lnTo>
                    <a:pt x="17247" y="4232"/>
                  </a:lnTo>
                  <a:lnTo>
                    <a:pt x="18089" y="5195"/>
                  </a:lnTo>
                  <a:lnTo>
                    <a:pt x="18952" y="6238"/>
                  </a:lnTo>
                  <a:lnTo>
                    <a:pt x="19834" y="7401"/>
                  </a:lnTo>
                  <a:lnTo>
                    <a:pt x="20275" y="8002"/>
                  </a:lnTo>
                  <a:lnTo>
                    <a:pt x="20736" y="8644"/>
                  </a:lnTo>
                  <a:lnTo>
                    <a:pt x="21178" y="9286"/>
                  </a:lnTo>
                  <a:lnTo>
                    <a:pt x="21619" y="9968"/>
                  </a:lnTo>
                  <a:lnTo>
                    <a:pt x="22060" y="10670"/>
                  </a:lnTo>
                  <a:lnTo>
                    <a:pt x="22501" y="11392"/>
                  </a:lnTo>
                  <a:lnTo>
                    <a:pt x="22922" y="12134"/>
                  </a:lnTo>
                  <a:lnTo>
                    <a:pt x="23364" y="12896"/>
                  </a:lnTo>
                  <a:lnTo>
                    <a:pt x="23364" y="12896"/>
                  </a:lnTo>
                  <a:lnTo>
                    <a:pt x="23704" y="13537"/>
                  </a:lnTo>
                  <a:lnTo>
                    <a:pt x="24045" y="14219"/>
                  </a:lnTo>
                  <a:lnTo>
                    <a:pt x="24386" y="14901"/>
                  </a:lnTo>
                  <a:lnTo>
                    <a:pt x="24727" y="1558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4" name="Google Shape;5754;p22"/>
            <p:cNvSpPr/>
            <p:nvPr/>
          </p:nvSpPr>
          <p:spPr>
            <a:xfrm>
              <a:off x="11376125" y="3810625"/>
              <a:ext cx="550025" cy="413150"/>
            </a:xfrm>
            <a:custGeom>
              <a:avLst/>
              <a:gdLst/>
              <a:ahLst/>
              <a:cxnLst/>
              <a:rect l="l" t="t" r="r" b="b"/>
              <a:pathLst>
                <a:path w="22001" h="16526" extrusionOk="0">
                  <a:moveTo>
                    <a:pt x="10991" y="1"/>
                  </a:moveTo>
                  <a:lnTo>
                    <a:pt x="10910" y="21"/>
                  </a:lnTo>
                  <a:lnTo>
                    <a:pt x="10810" y="61"/>
                  </a:lnTo>
                  <a:lnTo>
                    <a:pt x="10509" y="221"/>
                  </a:lnTo>
                  <a:lnTo>
                    <a:pt x="10108" y="482"/>
                  </a:lnTo>
                  <a:lnTo>
                    <a:pt x="9607" y="863"/>
                  </a:lnTo>
                  <a:lnTo>
                    <a:pt x="9045" y="1324"/>
                  </a:lnTo>
                  <a:lnTo>
                    <a:pt x="8404" y="1906"/>
                  </a:lnTo>
                  <a:lnTo>
                    <a:pt x="7682" y="2588"/>
                  </a:lnTo>
                  <a:lnTo>
                    <a:pt x="6920" y="3350"/>
                  </a:lnTo>
                  <a:lnTo>
                    <a:pt x="6117" y="4232"/>
                  </a:lnTo>
                  <a:lnTo>
                    <a:pt x="5275" y="5195"/>
                  </a:lnTo>
                  <a:lnTo>
                    <a:pt x="4413" y="6238"/>
                  </a:lnTo>
                  <a:lnTo>
                    <a:pt x="3530" y="7401"/>
                  </a:lnTo>
                  <a:lnTo>
                    <a:pt x="3069" y="8002"/>
                  </a:lnTo>
                  <a:lnTo>
                    <a:pt x="2628" y="8644"/>
                  </a:lnTo>
                  <a:lnTo>
                    <a:pt x="2187" y="9286"/>
                  </a:lnTo>
                  <a:lnTo>
                    <a:pt x="1746" y="9968"/>
                  </a:lnTo>
                  <a:lnTo>
                    <a:pt x="1304" y="10670"/>
                  </a:lnTo>
                  <a:lnTo>
                    <a:pt x="863" y="11392"/>
                  </a:lnTo>
                  <a:lnTo>
                    <a:pt x="422" y="12114"/>
                  </a:lnTo>
                  <a:lnTo>
                    <a:pt x="1" y="12876"/>
                  </a:lnTo>
                  <a:lnTo>
                    <a:pt x="502" y="13297"/>
                  </a:lnTo>
                  <a:lnTo>
                    <a:pt x="1044" y="13678"/>
                  </a:lnTo>
                  <a:lnTo>
                    <a:pt x="1605" y="14039"/>
                  </a:lnTo>
                  <a:lnTo>
                    <a:pt x="2187" y="14380"/>
                  </a:lnTo>
                  <a:lnTo>
                    <a:pt x="2808" y="14701"/>
                  </a:lnTo>
                  <a:lnTo>
                    <a:pt x="3450" y="15001"/>
                  </a:lnTo>
                  <a:lnTo>
                    <a:pt x="4112" y="15282"/>
                  </a:lnTo>
                  <a:lnTo>
                    <a:pt x="4814" y="15523"/>
                  </a:lnTo>
                  <a:lnTo>
                    <a:pt x="5516" y="15763"/>
                  </a:lnTo>
                  <a:lnTo>
                    <a:pt x="6258" y="15944"/>
                  </a:lnTo>
                  <a:lnTo>
                    <a:pt x="7000" y="16124"/>
                  </a:lnTo>
                  <a:lnTo>
                    <a:pt x="7782" y="16265"/>
                  </a:lnTo>
                  <a:lnTo>
                    <a:pt x="8564" y="16365"/>
                  </a:lnTo>
                  <a:lnTo>
                    <a:pt x="9366" y="16445"/>
                  </a:lnTo>
                  <a:lnTo>
                    <a:pt x="10168" y="16505"/>
                  </a:lnTo>
                  <a:lnTo>
                    <a:pt x="10991" y="16526"/>
                  </a:lnTo>
                  <a:lnTo>
                    <a:pt x="11833" y="16505"/>
                  </a:lnTo>
                  <a:lnTo>
                    <a:pt x="12635" y="16445"/>
                  </a:lnTo>
                  <a:lnTo>
                    <a:pt x="13437" y="16365"/>
                  </a:lnTo>
                  <a:lnTo>
                    <a:pt x="14219" y="16265"/>
                  </a:lnTo>
                  <a:lnTo>
                    <a:pt x="14981" y="16124"/>
                  </a:lnTo>
                  <a:lnTo>
                    <a:pt x="15744" y="15944"/>
                  </a:lnTo>
                  <a:lnTo>
                    <a:pt x="16466" y="15763"/>
                  </a:lnTo>
                  <a:lnTo>
                    <a:pt x="17187" y="15523"/>
                  </a:lnTo>
                  <a:lnTo>
                    <a:pt x="17869" y="15282"/>
                  </a:lnTo>
                  <a:lnTo>
                    <a:pt x="18551" y="15001"/>
                  </a:lnTo>
                  <a:lnTo>
                    <a:pt x="19193" y="14721"/>
                  </a:lnTo>
                  <a:lnTo>
                    <a:pt x="19795" y="14380"/>
                  </a:lnTo>
                  <a:lnTo>
                    <a:pt x="20396" y="14039"/>
                  </a:lnTo>
                  <a:lnTo>
                    <a:pt x="20958" y="13678"/>
                  </a:lnTo>
                  <a:lnTo>
                    <a:pt x="21499" y="13297"/>
                  </a:lnTo>
                  <a:lnTo>
                    <a:pt x="22001" y="12896"/>
                  </a:lnTo>
                  <a:lnTo>
                    <a:pt x="21559" y="12134"/>
                  </a:lnTo>
                  <a:lnTo>
                    <a:pt x="21138" y="11392"/>
                  </a:lnTo>
                  <a:lnTo>
                    <a:pt x="20697" y="10670"/>
                  </a:lnTo>
                  <a:lnTo>
                    <a:pt x="20256" y="9968"/>
                  </a:lnTo>
                  <a:lnTo>
                    <a:pt x="19815" y="9286"/>
                  </a:lnTo>
                  <a:lnTo>
                    <a:pt x="19373" y="8644"/>
                  </a:lnTo>
                  <a:lnTo>
                    <a:pt x="18912" y="8002"/>
                  </a:lnTo>
                  <a:lnTo>
                    <a:pt x="18471" y="7401"/>
                  </a:lnTo>
                  <a:lnTo>
                    <a:pt x="17589" y="6238"/>
                  </a:lnTo>
                  <a:lnTo>
                    <a:pt x="16726" y="5195"/>
                  </a:lnTo>
                  <a:lnTo>
                    <a:pt x="15884" y="4232"/>
                  </a:lnTo>
                  <a:lnTo>
                    <a:pt x="15082" y="3350"/>
                  </a:lnTo>
                  <a:lnTo>
                    <a:pt x="14300" y="2588"/>
                  </a:lnTo>
                  <a:lnTo>
                    <a:pt x="13598" y="1906"/>
                  </a:lnTo>
                  <a:lnTo>
                    <a:pt x="12956" y="1324"/>
                  </a:lnTo>
                  <a:lnTo>
                    <a:pt x="12374" y="863"/>
                  </a:lnTo>
                  <a:lnTo>
                    <a:pt x="11893" y="482"/>
                  </a:lnTo>
                  <a:lnTo>
                    <a:pt x="11492" y="221"/>
                  </a:lnTo>
                  <a:lnTo>
                    <a:pt x="11191" y="61"/>
                  </a:lnTo>
                  <a:lnTo>
                    <a:pt x="11071" y="21"/>
                  </a:lnTo>
                  <a:lnTo>
                    <a:pt x="109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5" name="Google Shape;5755;p22"/>
            <p:cNvSpPr/>
            <p:nvPr/>
          </p:nvSpPr>
          <p:spPr>
            <a:xfrm>
              <a:off x="11376125" y="3810625"/>
              <a:ext cx="550025" cy="413150"/>
            </a:xfrm>
            <a:custGeom>
              <a:avLst/>
              <a:gdLst/>
              <a:ahLst/>
              <a:cxnLst/>
              <a:rect l="l" t="t" r="r" b="b"/>
              <a:pathLst>
                <a:path w="22001" h="16526" fill="none" extrusionOk="0">
                  <a:moveTo>
                    <a:pt x="22001" y="12896"/>
                  </a:moveTo>
                  <a:lnTo>
                    <a:pt x="22001" y="12896"/>
                  </a:lnTo>
                  <a:lnTo>
                    <a:pt x="21499" y="13297"/>
                  </a:lnTo>
                  <a:lnTo>
                    <a:pt x="20958" y="13678"/>
                  </a:lnTo>
                  <a:lnTo>
                    <a:pt x="20396" y="14039"/>
                  </a:lnTo>
                  <a:lnTo>
                    <a:pt x="19795" y="14380"/>
                  </a:lnTo>
                  <a:lnTo>
                    <a:pt x="19193" y="14721"/>
                  </a:lnTo>
                  <a:lnTo>
                    <a:pt x="18551" y="15001"/>
                  </a:lnTo>
                  <a:lnTo>
                    <a:pt x="17869" y="15282"/>
                  </a:lnTo>
                  <a:lnTo>
                    <a:pt x="17187" y="15523"/>
                  </a:lnTo>
                  <a:lnTo>
                    <a:pt x="16466" y="15763"/>
                  </a:lnTo>
                  <a:lnTo>
                    <a:pt x="15744" y="15944"/>
                  </a:lnTo>
                  <a:lnTo>
                    <a:pt x="14981" y="16124"/>
                  </a:lnTo>
                  <a:lnTo>
                    <a:pt x="14219" y="16265"/>
                  </a:lnTo>
                  <a:lnTo>
                    <a:pt x="13437" y="16365"/>
                  </a:lnTo>
                  <a:lnTo>
                    <a:pt x="12635" y="16445"/>
                  </a:lnTo>
                  <a:lnTo>
                    <a:pt x="11833" y="16505"/>
                  </a:lnTo>
                  <a:lnTo>
                    <a:pt x="10991" y="16526"/>
                  </a:lnTo>
                  <a:lnTo>
                    <a:pt x="10991" y="16526"/>
                  </a:lnTo>
                  <a:lnTo>
                    <a:pt x="10168" y="16505"/>
                  </a:lnTo>
                  <a:lnTo>
                    <a:pt x="9366" y="16445"/>
                  </a:lnTo>
                  <a:lnTo>
                    <a:pt x="8564" y="16365"/>
                  </a:lnTo>
                  <a:lnTo>
                    <a:pt x="7782" y="16265"/>
                  </a:lnTo>
                  <a:lnTo>
                    <a:pt x="7000" y="16124"/>
                  </a:lnTo>
                  <a:lnTo>
                    <a:pt x="6258" y="15944"/>
                  </a:lnTo>
                  <a:lnTo>
                    <a:pt x="5516" y="15763"/>
                  </a:lnTo>
                  <a:lnTo>
                    <a:pt x="4814" y="15523"/>
                  </a:lnTo>
                  <a:lnTo>
                    <a:pt x="4112" y="15282"/>
                  </a:lnTo>
                  <a:lnTo>
                    <a:pt x="3450" y="15001"/>
                  </a:lnTo>
                  <a:lnTo>
                    <a:pt x="2808" y="14701"/>
                  </a:lnTo>
                  <a:lnTo>
                    <a:pt x="2187" y="14380"/>
                  </a:lnTo>
                  <a:lnTo>
                    <a:pt x="1605" y="14039"/>
                  </a:lnTo>
                  <a:lnTo>
                    <a:pt x="1044" y="13678"/>
                  </a:lnTo>
                  <a:lnTo>
                    <a:pt x="502" y="13297"/>
                  </a:lnTo>
                  <a:lnTo>
                    <a:pt x="1" y="12876"/>
                  </a:lnTo>
                  <a:lnTo>
                    <a:pt x="1" y="12876"/>
                  </a:lnTo>
                  <a:lnTo>
                    <a:pt x="422" y="12114"/>
                  </a:lnTo>
                  <a:lnTo>
                    <a:pt x="863" y="11392"/>
                  </a:lnTo>
                  <a:lnTo>
                    <a:pt x="1304" y="10670"/>
                  </a:lnTo>
                  <a:lnTo>
                    <a:pt x="1746" y="9968"/>
                  </a:lnTo>
                  <a:lnTo>
                    <a:pt x="2187" y="9286"/>
                  </a:lnTo>
                  <a:lnTo>
                    <a:pt x="2628" y="8644"/>
                  </a:lnTo>
                  <a:lnTo>
                    <a:pt x="3069" y="8002"/>
                  </a:lnTo>
                  <a:lnTo>
                    <a:pt x="3530" y="7401"/>
                  </a:lnTo>
                  <a:lnTo>
                    <a:pt x="4413" y="6238"/>
                  </a:lnTo>
                  <a:lnTo>
                    <a:pt x="5275" y="5195"/>
                  </a:lnTo>
                  <a:lnTo>
                    <a:pt x="6117" y="4232"/>
                  </a:lnTo>
                  <a:lnTo>
                    <a:pt x="6920" y="3350"/>
                  </a:lnTo>
                  <a:lnTo>
                    <a:pt x="7682" y="2588"/>
                  </a:lnTo>
                  <a:lnTo>
                    <a:pt x="8404" y="1906"/>
                  </a:lnTo>
                  <a:lnTo>
                    <a:pt x="9045" y="1324"/>
                  </a:lnTo>
                  <a:lnTo>
                    <a:pt x="9607" y="863"/>
                  </a:lnTo>
                  <a:lnTo>
                    <a:pt x="10108" y="482"/>
                  </a:lnTo>
                  <a:lnTo>
                    <a:pt x="10509" y="221"/>
                  </a:lnTo>
                  <a:lnTo>
                    <a:pt x="10810" y="61"/>
                  </a:lnTo>
                  <a:lnTo>
                    <a:pt x="10910" y="21"/>
                  </a:lnTo>
                  <a:lnTo>
                    <a:pt x="10991" y="1"/>
                  </a:lnTo>
                  <a:lnTo>
                    <a:pt x="10991" y="1"/>
                  </a:lnTo>
                  <a:lnTo>
                    <a:pt x="11071" y="21"/>
                  </a:lnTo>
                  <a:lnTo>
                    <a:pt x="11191" y="61"/>
                  </a:lnTo>
                  <a:lnTo>
                    <a:pt x="11492" y="221"/>
                  </a:lnTo>
                  <a:lnTo>
                    <a:pt x="11893" y="482"/>
                  </a:lnTo>
                  <a:lnTo>
                    <a:pt x="12374" y="863"/>
                  </a:lnTo>
                  <a:lnTo>
                    <a:pt x="12956" y="1324"/>
                  </a:lnTo>
                  <a:lnTo>
                    <a:pt x="13598" y="1906"/>
                  </a:lnTo>
                  <a:lnTo>
                    <a:pt x="14300" y="2588"/>
                  </a:lnTo>
                  <a:lnTo>
                    <a:pt x="15082" y="3350"/>
                  </a:lnTo>
                  <a:lnTo>
                    <a:pt x="15884" y="4232"/>
                  </a:lnTo>
                  <a:lnTo>
                    <a:pt x="16726" y="5195"/>
                  </a:lnTo>
                  <a:lnTo>
                    <a:pt x="17589" y="6238"/>
                  </a:lnTo>
                  <a:lnTo>
                    <a:pt x="18471" y="7401"/>
                  </a:lnTo>
                  <a:lnTo>
                    <a:pt x="18912" y="8002"/>
                  </a:lnTo>
                  <a:lnTo>
                    <a:pt x="19373" y="8644"/>
                  </a:lnTo>
                  <a:lnTo>
                    <a:pt x="19815" y="9286"/>
                  </a:lnTo>
                  <a:lnTo>
                    <a:pt x="20256" y="9968"/>
                  </a:lnTo>
                  <a:lnTo>
                    <a:pt x="20697" y="10670"/>
                  </a:lnTo>
                  <a:lnTo>
                    <a:pt x="21138" y="11392"/>
                  </a:lnTo>
                  <a:lnTo>
                    <a:pt x="21559" y="12134"/>
                  </a:lnTo>
                  <a:lnTo>
                    <a:pt x="22001" y="12896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6" name="Google Shape;5756;p22"/>
            <p:cNvSpPr/>
            <p:nvPr/>
          </p:nvSpPr>
          <p:spPr>
            <a:xfrm>
              <a:off x="11448325" y="4016675"/>
              <a:ext cx="525" cy="550"/>
            </a:xfrm>
            <a:custGeom>
              <a:avLst/>
              <a:gdLst/>
              <a:ahLst/>
              <a:cxnLst/>
              <a:rect l="l" t="t" r="r" b="b"/>
              <a:pathLst>
                <a:path w="21" h="22" extrusionOk="0">
                  <a:moveTo>
                    <a:pt x="21" y="1"/>
                  </a:moveTo>
                  <a:lnTo>
                    <a:pt x="2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97B4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7" name="Google Shape;5757;p22"/>
            <p:cNvSpPr/>
            <p:nvPr/>
          </p:nvSpPr>
          <p:spPr>
            <a:xfrm>
              <a:off x="11448325" y="4016675"/>
              <a:ext cx="525" cy="550"/>
            </a:xfrm>
            <a:custGeom>
              <a:avLst/>
              <a:gdLst/>
              <a:ahLst/>
              <a:cxnLst/>
              <a:rect l="l" t="t" r="r" b="b"/>
              <a:pathLst>
                <a:path w="21" h="22" fill="none" extrusionOk="0">
                  <a:moveTo>
                    <a:pt x="21" y="1"/>
                  </a:moveTo>
                  <a:lnTo>
                    <a:pt x="2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8" name="Google Shape;5758;p22"/>
            <p:cNvSpPr/>
            <p:nvPr/>
          </p:nvSpPr>
          <p:spPr>
            <a:xfrm>
              <a:off x="11240775" y="4132500"/>
              <a:ext cx="704425" cy="1044875"/>
            </a:xfrm>
            <a:custGeom>
              <a:avLst/>
              <a:gdLst/>
              <a:ahLst/>
              <a:cxnLst/>
              <a:rect l="l" t="t" r="r" b="b"/>
              <a:pathLst>
                <a:path w="28177" h="41795" extrusionOk="0">
                  <a:moveTo>
                    <a:pt x="5415" y="1"/>
                  </a:moveTo>
                  <a:lnTo>
                    <a:pt x="5054" y="662"/>
                  </a:lnTo>
                  <a:lnTo>
                    <a:pt x="4713" y="1324"/>
                  </a:lnTo>
                  <a:lnTo>
                    <a:pt x="4713" y="1324"/>
                  </a:lnTo>
                  <a:lnTo>
                    <a:pt x="5074" y="662"/>
                  </a:lnTo>
                  <a:lnTo>
                    <a:pt x="5415" y="1"/>
                  </a:lnTo>
                  <a:close/>
                  <a:moveTo>
                    <a:pt x="4713" y="1324"/>
                  </a:moveTo>
                  <a:lnTo>
                    <a:pt x="4372" y="2026"/>
                  </a:lnTo>
                  <a:lnTo>
                    <a:pt x="4051" y="2708"/>
                  </a:lnTo>
                  <a:lnTo>
                    <a:pt x="4051" y="2708"/>
                  </a:lnTo>
                  <a:lnTo>
                    <a:pt x="4392" y="2026"/>
                  </a:lnTo>
                  <a:lnTo>
                    <a:pt x="4713" y="1324"/>
                  </a:lnTo>
                  <a:close/>
                  <a:moveTo>
                    <a:pt x="4051" y="2708"/>
                  </a:moveTo>
                  <a:lnTo>
                    <a:pt x="3630" y="3671"/>
                  </a:lnTo>
                  <a:lnTo>
                    <a:pt x="3209" y="4653"/>
                  </a:lnTo>
                  <a:lnTo>
                    <a:pt x="2808" y="5656"/>
                  </a:lnTo>
                  <a:lnTo>
                    <a:pt x="2447" y="6679"/>
                  </a:lnTo>
                  <a:lnTo>
                    <a:pt x="2086" y="7742"/>
                  </a:lnTo>
                  <a:lnTo>
                    <a:pt x="1745" y="8805"/>
                  </a:lnTo>
                  <a:lnTo>
                    <a:pt x="1444" y="9908"/>
                  </a:lnTo>
                  <a:lnTo>
                    <a:pt x="1163" y="11031"/>
                  </a:lnTo>
                  <a:lnTo>
                    <a:pt x="903" y="12194"/>
                  </a:lnTo>
                  <a:lnTo>
                    <a:pt x="682" y="13357"/>
                  </a:lnTo>
                  <a:lnTo>
                    <a:pt x="481" y="14560"/>
                  </a:lnTo>
                  <a:lnTo>
                    <a:pt x="321" y="15784"/>
                  </a:lnTo>
                  <a:lnTo>
                    <a:pt x="181" y="17007"/>
                  </a:lnTo>
                  <a:lnTo>
                    <a:pt x="80" y="18270"/>
                  </a:lnTo>
                  <a:lnTo>
                    <a:pt x="20" y="19554"/>
                  </a:lnTo>
                  <a:lnTo>
                    <a:pt x="0" y="20877"/>
                  </a:lnTo>
                  <a:lnTo>
                    <a:pt x="0" y="20897"/>
                  </a:lnTo>
                  <a:lnTo>
                    <a:pt x="20" y="21539"/>
                  </a:lnTo>
                  <a:lnTo>
                    <a:pt x="40" y="22181"/>
                  </a:lnTo>
                  <a:lnTo>
                    <a:pt x="80" y="22843"/>
                  </a:lnTo>
                  <a:lnTo>
                    <a:pt x="140" y="23505"/>
                  </a:lnTo>
                  <a:lnTo>
                    <a:pt x="201" y="24166"/>
                  </a:lnTo>
                  <a:lnTo>
                    <a:pt x="281" y="24848"/>
                  </a:lnTo>
                  <a:lnTo>
                    <a:pt x="401" y="25510"/>
                  </a:lnTo>
                  <a:lnTo>
                    <a:pt x="501" y="26192"/>
                  </a:lnTo>
                  <a:lnTo>
                    <a:pt x="642" y="26874"/>
                  </a:lnTo>
                  <a:lnTo>
                    <a:pt x="802" y="27535"/>
                  </a:lnTo>
                  <a:lnTo>
                    <a:pt x="963" y="28217"/>
                  </a:lnTo>
                  <a:lnTo>
                    <a:pt x="1143" y="28899"/>
                  </a:lnTo>
                  <a:lnTo>
                    <a:pt x="1344" y="29581"/>
                  </a:lnTo>
                  <a:lnTo>
                    <a:pt x="1564" y="30263"/>
                  </a:lnTo>
                  <a:lnTo>
                    <a:pt x="1785" y="30945"/>
                  </a:lnTo>
                  <a:lnTo>
                    <a:pt x="2046" y="31627"/>
                  </a:lnTo>
                  <a:lnTo>
                    <a:pt x="2306" y="32288"/>
                  </a:lnTo>
                  <a:lnTo>
                    <a:pt x="2587" y="32970"/>
                  </a:lnTo>
                  <a:lnTo>
                    <a:pt x="2868" y="33632"/>
                  </a:lnTo>
                  <a:lnTo>
                    <a:pt x="3189" y="34294"/>
                  </a:lnTo>
                  <a:lnTo>
                    <a:pt x="3510" y="34956"/>
                  </a:lnTo>
                  <a:lnTo>
                    <a:pt x="3851" y="35617"/>
                  </a:lnTo>
                  <a:lnTo>
                    <a:pt x="4212" y="36259"/>
                  </a:lnTo>
                  <a:lnTo>
                    <a:pt x="4593" y="36901"/>
                  </a:lnTo>
                  <a:lnTo>
                    <a:pt x="4994" y="37543"/>
                  </a:lnTo>
                  <a:lnTo>
                    <a:pt x="5395" y="38184"/>
                  </a:lnTo>
                  <a:lnTo>
                    <a:pt x="5836" y="38806"/>
                  </a:lnTo>
                  <a:lnTo>
                    <a:pt x="6277" y="39428"/>
                  </a:lnTo>
                  <a:lnTo>
                    <a:pt x="6738" y="40029"/>
                  </a:lnTo>
                  <a:lnTo>
                    <a:pt x="7200" y="40631"/>
                  </a:lnTo>
                  <a:lnTo>
                    <a:pt x="7701" y="41213"/>
                  </a:lnTo>
                  <a:lnTo>
                    <a:pt x="8202" y="41794"/>
                  </a:lnTo>
                  <a:lnTo>
                    <a:pt x="24627" y="41794"/>
                  </a:lnTo>
                  <a:lnTo>
                    <a:pt x="25128" y="41233"/>
                  </a:lnTo>
                  <a:lnTo>
                    <a:pt x="25610" y="40651"/>
                  </a:lnTo>
                  <a:lnTo>
                    <a:pt x="26071" y="40050"/>
                  </a:lnTo>
                  <a:lnTo>
                    <a:pt x="26532" y="39448"/>
                  </a:lnTo>
                  <a:lnTo>
                    <a:pt x="26973" y="38846"/>
                  </a:lnTo>
                  <a:lnTo>
                    <a:pt x="27395" y="38225"/>
                  </a:lnTo>
                  <a:lnTo>
                    <a:pt x="27796" y="37603"/>
                  </a:lnTo>
                  <a:lnTo>
                    <a:pt x="28177" y="36981"/>
                  </a:lnTo>
                  <a:lnTo>
                    <a:pt x="27475" y="36901"/>
                  </a:lnTo>
                  <a:lnTo>
                    <a:pt x="26753" y="36801"/>
                  </a:lnTo>
                  <a:lnTo>
                    <a:pt x="26051" y="36680"/>
                  </a:lnTo>
                  <a:lnTo>
                    <a:pt x="25349" y="36540"/>
                  </a:lnTo>
                  <a:lnTo>
                    <a:pt x="24667" y="36380"/>
                  </a:lnTo>
                  <a:lnTo>
                    <a:pt x="23965" y="36199"/>
                  </a:lnTo>
                  <a:lnTo>
                    <a:pt x="23283" y="35999"/>
                  </a:lnTo>
                  <a:lnTo>
                    <a:pt x="22601" y="35778"/>
                  </a:lnTo>
                  <a:lnTo>
                    <a:pt x="21940" y="35517"/>
                  </a:lnTo>
                  <a:lnTo>
                    <a:pt x="21278" y="35256"/>
                  </a:lnTo>
                  <a:lnTo>
                    <a:pt x="20636" y="34976"/>
                  </a:lnTo>
                  <a:lnTo>
                    <a:pt x="19994" y="34655"/>
                  </a:lnTo>
                  <a:lnTo>
                    <a:pt x="19353" y="34334"/>
                  </a:lnTo>
                  <a:lnTo>
                    <a:pt x="18731" y="33993"/>
                  </a:lnTo>
                  <a:lnTo>
                    <a:pt x="18129" y="33612"/>
                  </a:lnTo>
                  <a:lnTo>
                    <a:pt x="17528" y="33231"/>
                  </a:lnTo>
                  <a:lnTo>
                    <a:pt x="17066" y="33251"/>
                  </a:lnTo>
                  <a:lnTo>
                    <a:pt x="16084" y="33251"/>
                  </a:lnTo>
                  <a:lnTo>
                    <a:pt x="15582" y="33211"/>
                  </a:lnTo>
                  <a:lnTo>
                    <a:pt x="15101" y="33151"/>
                  </a:lnTo>
                  <a:lnTo>
                    <a:pt x="14620" y="33071"/>
                  </a:lnTo>
                  <a:lnTo>
                    <a:pt x="14159" y="32970"/>
                  </a:lnTo>
                  <a:lnTo>
                    <a:pt x="13697" y="32850"/>
                  </a:lnTo>
                  <a:lnTo>
                    <a:pt x="13256" y="32710"/>
                  </a:lnTo>
                  <a:lnTo>
                    <a:pt x="12815" y="32529"/>
                  </a:lnTo>
                  <a:lnTo>
                    <a:pt x="12394" y="32349"/>
                  </a:lnTo>
                  <a:lnTo>
                    <a:pt x="11993" y="32148"/>
                  </a:lnTo>
                  <a:lnTo>
                    <a:pt x="11592" y="31947"/>
                  </a:lnTo>
                  <a:lnTo>
                    <a:pt x="11211" y="31707"/>
                  </a:lnTo>
                  <a:lnTo>
                    <a:pt x="10850" y="31466"/>
                  </a:lnTo>
                  <a:lnTo>
                    <a:pt x="10489" y="31205"/>
                  </a:lnTo>
                  <a:lnTo>
                    <a:pt x="10148" y="30925"/>
                  </a:lnTo>
                  <a:lnTo>
                    <a:pt x="9827" y="30644"/>
                  </a:lnTo>
                  <a:lnTo>
                    <a:pt x="9526" y="30343"/>
                  </a:lnTo>
                  <a:lnTo>
                    <a:pt x="9225" y="30022"/>
                  </a:lnTo>
                  <a:lnTo>
                    <a:pt x="8944" y="29701"/>
                  </a:lnTo>
                  <a:lnTo>
                    <a:pt x="8684" y="29380"/>
                  </a:lnTo>
                  <a:lnTo>
                    <a:pt x="8423" y="29040"/>
                  </a:lnTo>
                  <a:lnTo>
                    <a:pt x="8202" y="28679"/>
                  </a:lnTo>
                  <a:lnTo>
                    <a:pt x="7982" y="28338"/>
                  </a:lnTo>
                  <a:lnTo>
                    <a:pt x="7781" y="27977"/>
                  </a:lnTo>
                  <a:lnTo>
                    <a:pt x="7601" y="27596"/>
                  </a:lnTo>
                  <a:lnTo>
                    <a:pt x="7440" y="27215"/>
                  </a:lnTo>
                  <a:lnTo>
                    <a:pt x="7300" y="26854"/>
                  </a:lnTo>
                  <a:lnTo>
                    <a:pt x="7160" y="26473"/>
                  </a:lnTo>
                  <a:lnTo>
                    <a:pt x="7059" y="26071"/>
                  </a:lnTo>
                  <a:lnTo>
                    <a:pt x="6979" y="25690"/>
                  </a:lnTo>
                  <a:lnTo>
                    <a:pt x="6899" y="25309"/>
                  </a:lnTo>
                  <a:lnTo>
                    <a:pt x="6839" y="24928"/>
                  </a:lnTo>
                  <a:lnTo>
                    <a:pt x="6799" y="24487"/>
                  </a:lnTo>
                  <a:lnTo>
                    <a:pt x="6799" y="24066"/>
                  </a:lnTo>
                  <a:lnTo>
                    <a:pt x="6799" y="23645"/>
                  </a:lnTo>
                  <a:lnTo>
                    <a:pt x="6799" y="23204"/>
                  </a:lnTo>
                  <a:lnTo>
                    <a:pt x="6839" y="22803"/>
                  </a:lnTo>
                  <a:lnTo>
                    <a:pt x="6899" y="22381"/>
                  </a:lnTo>
                  <a:lnTo>
                    <a:pt x="6959" y="21960"/>
                  </a:lnTo>
                  <a:lnTo>
                    <a:pt x="7059" y="21559"/>
                  </a:lnTo>
                  <a:lnTo>
                    <a:pt x="7160" y="21158"/>
                  </a:lnTo>
                  <a:lnTo>
                    <a:pt x="7280" y="20777"/>
                  </a:lnTo>
                  <a:lnTo>
                    <a:pt x="7400" y="20376"/>
                  </a:lnTo>
                  <a:lnTo>
                    <a:pt x="7561" y="19995"/>
                  </a:lnTo>
                  <a:lnTo>
                    <a:pt x="7721" y="19634"/>
                  </a:lnTo>
                  <a:lnTo>
                    <a:pt x="7902" y="19273"/>
                  </a:lnTo>
                  <a:lnTo>
                    <a:pt x="8102" y="18912"/>
                  </a:lnTo>
                  <a:lnTo>
                    <a:pt x="8303" y="18551"/>
                  </a:lnTo>
                  <a:lnTo>
                    <a:pt x="8142" y="17709"/>
                  </a:lnTo>
                  <a:lnTo>
                    <a:pt x="8002" y="16866"/>
                  </a:lnTo>
                  <a:lnTo>
                    <a:pt x="7881" y="16004"/>
                  </a:lnTo>
                  <a:lnTo>
                    <a:pt x="7801" y="15142"/>
                  </a:lnTo>
                  <a:lnTo>
                    <a:pt x="7721" y="14279"/>
                  </a:lnTo>
                  <a:lnTo>
                    <a:pt x="7681" y="13417"/>
                  </a:lnTo>
                  <a:lnTo>
                    <a:pt x="7641" y="12555"/>
                  </a:lnTo>
                  <a:lnTo>
                    <a:pt x="7641" y="11692"/>
                  </a:lnTo>
                  <a:lnTo>
                    <a:pt x="7661" y="10810"/>
                  </a:lnTo>
                  <a:lnTo>
                    <a:pt x="7681" y="9948"/>
                  </a:lnTo>
                  <a:lnTo>
                    <a:pt x="7741" y="9085"/>
                  </a:lnTo>
                  <a:lnTo>
                    <a:pt x="7821" y="8223"/>
                  </a:lnTo>
                  <a:lnTo>
                    <a:pt x="7902" y="7361"/>
                  </a:lnTo>
                  <a:lnTo>
                    <a:pt x="8002" y="6518"/>
                  </a:lnTo>
                  <a:lnTo>
                    <a:pt x="8142" y="5656"/>
                  </a:lnTo>
                  <a:lnTo>
                    <a:pt x="8283" y="4814"/>
                  </a:lnTo>
                  <a:lnTo>
                    <a:pt x="7701" y="4593"/>
                  </a:lnTo>
                  <a:lnTo>
                    <a:pt x="7139" y="4372"/>
                  </a:lnTo>
                  <a:lnTo>
                    <a:pt x="6598" y="4132"/>
                  </a:lnTo>
                  <a:lnTo>
                    <a:pt x="6057" y="3871"/>
                  </a:lnTo>
                  <a:lnTo>
                    <a:pt x="5535" y="3610"/>
                  </a:lnTo>
                  <a:lnTo>
                    <a:pt x="5014" y="3310"/>
                  </a:lnTo>
                  <a:lnTo>
                    <a:pt x="4532" y="3029"/>
                  </a:lnTo>
                  <a:lnTo>
                    <a:pt x="4051" y="2708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9" name="Google Shape;5759;p22"/>
            <p:cNvSpPr/>
            <p:nvPr/>
          </p:nvSpPr>
          <p:spPr>
            <a:xfrm>
              <a:off x="11240775" y="4017200"/>
              <a:ext cx="704425" cy="1160175"/>
            </a:xfrm>
            <a:custGeom>
              <a:avLst/>
              <a:gdLst/>
              <a:ahLst/>
              <a:cxnLst/>
              <a:rect l="l" t="t" r="r" b="b"/>
              <a:pathLst>
                <a:path w="28177" h="46407" fill="none" extrusionOk="0">
                  <a:moveTo>
                    <a:pt x="8303" y="0"/>
                  </a:moveTo>
                  <a:lnTo>
                    <a:pt x="8303" y="0"/>
                  </a:lnTo>
                  <a:lnTo>
                    <a:pt x="7581" y="1063"/>
                  </a:lnTo>
                  <a:lnTo>
                    <a:pt x="6839" y="2186"/>
                  </a:lnTo>
                  <a:lnTo>
                    <a:pt x="6117" y="3369"/>
                  </a:lnTo>
                  <a:lnTo>
                    <a:pt x="5415" y="4613"/>
                  </a:lnTo>
                  <a:lnTo>
                    <a:pt x="5415" y="4613"/>
                  </a:lnTo>
                  <a:lnTo>
                    <a:pt x="5054" y="5274"/>
                  </a:lnTo>
                  <a:lnTo>
                    <a:pt x="4713" y="5936"/>
                  </a:lnTo>
                  <a:lnTo>
                    <a:pt x="4372" y="6638"/>
                  </a:lnTo>
                  <a:lnTo>
                    <a:pt x="4051" y="7320"/>
                  </a:lnTo>
                  <a:lnTo>
                    <a:pt x="4051" y="7320"/>
                  </a:lnTo>
                  <a:lnTo>
                    <a:pt x="3630" y="8283"/>
                  </a:lnTo>
                  <a:lnTo>
                    <a:pt x="3209" y="9265"/>
                  </a:lnTo>
                  <a:lnTo>
                    <a:pt x="2808" y="10268"/>
                  </a:lnTo>
                  <a:lnTo>
                    <a:pt x="2447" y="11291"/>
                  </a:lnTo>
                  <a:lnTo>
                    <a:pt x="2086" y="12354"/>
                  </a:lnTo>
                  <a:lnTo>
                    <a:pt x="1745" y="13417"/>
                  </a:lnTo>
                  <a:lnTo>
                    <a:pt x="1444" y="14520"/>
                  </a:lnTo>
                  <a:lnTo>
                    <a:pt x="1163" y="15643"/>
                  </a:lnTo>
                  <a:lnTo>
                    <a:pt x="903" y="16806"/>
                  </a:lnTo>
                  <a:lnTo>
                    <a:pt x="682" y="17969"/>
                  </a:lnTo>
                  <a:lnTo>
                    <a:pt x="481" y="19172"/>
                  </a:lnTo>
                  <a:lnTo>
                    <a:pt x="321" y="20396"/>
                  </a:lnTo>
                  <a:lnTo>
                    <a:pt x="181" y="21619"/>
                  </a:lnTo>
                  <a:lnTo>
                    <a:pt x="80" y="22882"/>
                  </a:lnTo>
                  <a:lnTo>
                    <a:pt x="20" y="24166"/>
                  </a:lnTo>
                  <a:lnTo>
                    <a:pt x="0" y="25489"/>
                  </a:lnTo>
                  <a:lnTo>
                    <a:pt x="0" y="25489"/>
                  </a:lnTo>
                  <a:lnTo>
                    <a:pt x="0" y="25509"/>
                  </a:lnTo>
                  <a:lnTo>
                    <a:pt x="0" y="25509"/>
                  </a:lnTo>
                  <a:lnTo>
                    <a:pt x="20" y="26151"/>
                  </a:lnTo>
                  <a:lnTo>
                    <a:pt x="40" y="26793"/>
                  </a:lnTo>
                  <a:lnTo>
                    <a:pt x="80" y="27455"/>
                  </a:lnTo>
                  <a:lnTo>
                    <a:pt x="140" y="28117"/>
                  </a:lnTo>
                  <a:lnTo>
                    <a:pt x="201" y="28778"/>
                  </a:lnTo>
                  <a:lnTo>
                    <a:pt x="281" y="29460"/>
                  </a:lnTo>
                  <a:lnTo>
                    <a:pt x="401" y="30122"/>
                  </a:lnTo>
                  <a:lnTo>
                    <a:pt x="501" y="30804"/>
                  </a:lnTo>
                  <a:lnTo>
                    <a:pt x="642" y="31486"/>
                  </a:lnTo>
                  <a:lnTo>
                    <a:pt x="802" y="32147"/>
                  </a:lnTo>
                  <a:lnTo>
                    <a:pt x="963" y="32829"/>
                  </a:lnTo>
                  <a:lnTo>
                    <a:pt x="1143" y="33511"/>
                  </a:lnTo>
                  <a:lnTo>
                    <a:pt x="1344" y="34193"/>
                  </a:lnTo>
                  <a:lnTo>
                    <a:pt x="1564" y="34875"/>
                  </a:lnTo>
                  <a:lnTo>
                    <a:pt x="1785" y="35557"/>
                  </a:lnTo>
                  <a:lnTo>
                    <a:pt x="2046" y="36239"/>
                  </a:lnTo>
                  <a:lnTo>
                    <a:pt x="2306" y="36900"/>
                  </a:lnTo>
                  <a:lnTo>
                    <a:pt x="2587" y="37582"/>
                  </a:lnTo>
                  <a:lnTo>
                    <a:pt x="2868" y="38244"/>
                  </a:lnTo>
                  <a:lnTo>
                    <a:pt x="3189" y="38906"/>
                  </a:lnTo>
                  <a:lnTo>
                    <a:pt x="3510" y="39568"/>
                  </a:lnTo>
                  <a:lnTo>
                    <a:pt x="3851" y="40229"/>
                  </a:lnTo>
                  <a:lnTo>
                    <a:pt x="4212" y="40871"/>
                  </a:lnTo>
                  <a:lnTo>
                    <a:pt x="4593" y="41513"/>
                  </a:lnTo>
                  <a:lnTo>
                    <a:pt x="4994" y="42155"/>
                  </a:lnTo>
                  <a:lnTo>
                    <a:pt x="5395" y="42796"/>
                  </a:lnTo>
                  <a:lnTo>
                    <a:pt x="5836" y="43418"/>
                  </a:lnTo>
                  <a:lnTo>
                    <a:pt x="6277" y="44040"/>
                  </a:lnTo>
                  <a:lnTo>
                    <a:pt x="6738" y="44641"/>
                  </a:lnTo>
                  <a:lnTo>
                    <a:pt x="7200" y="45243"/>
                  </a:lnTo>
                  <a:lnTo>
                    <a:pt x="7701" y="45825"/>
                  </a:lnTo>
                  <a:lnTo>
                    <a:pt x="8202" y="46406"/>
                  </a:lnTo>
                  <a:lnTo>
                    <a:pt x="24627" y="46406"/>
                  </a:lnTo>
                  <a:lnTo>
                    <a:pt x="24627" y="46406"/>
                  </a:lnTo>
                  <a:lnTo>
                    <a:pt x="25128" y="45845"/>
                  </a:lnTo>
                  <a:lnTo>
                    <a:pt x="25610" y="45263"/>
                  </a:lnTo>
                  <a:lnTo>
                    <a:pt x="26071" y="44662"/>
                  </a:lnTo>
                  <a:lnTo>
                    <a:pt x="26532" y="44060"/>
                  </a:lnTo>
                  <a:lnTo>
                    <a:pt x="26973" y="43458"/>
                  </a:lnTo>
                  <a:lnTo>
                    <a:pt x="27395" y="42837"/>
                  </a:lnTo>
                  <a:lnTo>
                    <a:pt x="27796" y="42215"/>
                  </a:lnTo>
                  <a:lnTo>
                    <a:pt x="28177" y="41593"/>
                  </a:lnTo>
                  <a:lnTo>
                    <a:pt x="28177" y="41593"/>
                  </a:lnTo>
                  <a:lnTo>
                    <a:pt x="27475" y="41513"/>
                  </a:lnTo>
                  <a:lnTo>
                    <a:pt x="26753" y="41413"/>
                  </a:lnTo>
                  <a:lnTo>
                    <a:pt x="26051" y="41292"/>
                  </a:lnTo>
                  <a:lnTo>
                    <a:pt x="25349" y="41152"/>
                  </a:lnTo>
                  <a:lnTo>
                    <a:pt x="24667" y="40992"/>
                  </a:lnTo>
                  <a:lnTo>
                    <a:pt x="23965" y="40811"/>
                  </a:lnTo>
                  <a:lnTo>
                    <a:pt x="23283" y="40611"/>
                  </a:lnTo>
                  <a:lnTo>
                    <a:pt x="22601" y="40390"/>
                  </a:lnTo>
                  <a:lnTo>
                    <a:pt x="21940" y="40129"/>
                  </a:lnTo>
                  <a:lnTo>
                    <a:pt x="21278" y="39868"/>
                  </a:lnTo>
                  <a:lnTo>
                    <a:pt x="20636" y="39588"/>
                  </a:lnTo>
                  <a:lnTo>
                    <a:pt x="19994" y="39267"/>
                  </a:lnTo>
                  <a:lnTo>
                    <a:pt x="19353" y="38946"/>
                  </a:lnTo>
                  <a:lnTo>
                    <a:pt x="18731" y="38605"/>
                  </a:lnTo>
                  <a:lnTo>
                    <a:pt x="18129" y="38224"/>
                  </a:lnTo>
                  <a:lnTo>
                    <a:pt x="17528" y="37843"/>
                  </a:lnTo>
                  <a:lnTo>
                    <a:pt x="17528" y="37843"/>
                  </a:lnTo>
                  <a:lnTo>
                    <a:pt x="17066" y="37863"/>
                  </a:lnTo>
                  <a:lnTo>
                    <a:pt x="16605" y="37863"/>
                  </a:lnTo>
                  <a:lnTo>
                    <a:pt x="16605" y="37863"/>
                  </a:lnTo>
                  <a:lnTo>
                    <a:pt x="16084" y="37863"/>
                  </a:lnTo>
                  <a:lnTo>
                    <a:pt x="15582" y="37823"/>
                  </a:lnTo>
                  <a:lnTo>
                    <a:pt x="15101" y="37763"/>
                  </a:lnTo>
                  <a:lnTo>
                    <a:pt x="14620" y="37683"/>
                  </a:lnTo>
                  <a:lnTo>
                    <a:pt x="14159" y="37582"/>
                  </a:lnTo>
                  <a:lnTo>
                    <a:pt x="13697" y="37462"/>
                  </a:lnTo>
                  <a:lnTo>
                    <a:pt x="13256" y="37322"/>
                  </a:lnTo>
                  <a:lnTo>
                    <a:pt x="12815" y="37141"/>
                  </a:lnTo>
                  <a:lnTo>
                    <a:pt x="12394" y="36961"/>
                  </a:lnTo>
                  <a:lnTo>
                    <a:pt x="11993" y="36760"/>
                  </a:lnTo>
                  <a:lnTo>
                    <a:pt x="11592" y="36559"/>
                  </a:lnTo>
                  <a:lnTo>
                    <a:pt x="11211" y="36319"/>
                  </a:lnTo>
                  <a:lnTo>
                    <a:pt x="10850" y="36078"/>
                  </a:lnTo>
                  <a:lnTo>
                    <a:pt x="10489" y="35817"/>
                  </a:lnTo>
                  <a:lnTo>
                    <a:pt x="10148" y="35537"/>
                  </a:lnTo>
                  <a:lnTo>
                    <a:pt x="9827" y="35256"/>
                  </a:lnTo>
                  <a:lnTo>
                    <a:pt x="9526" y="34955"/>
                  </a:lnTo>
                  <a:lnTo>
                    <a:pt x="9225" y="34634"/>
                  </a:lnTo>
                  <a:lnTo>
                    <a:pt x="8944" y="34313"/>
                  </a:lnTo>
                  <a:lnTo>
                    <a:pt x="8684" y="33992"/>
                  </a:lnTo>
                  <a:lnTo>
                    <a:pt x="8423" y="33652"/>
                  </a:lnTo>
                  <a:lnTo>
                    <a:pt x="8202" y="33291"/>
                  </a:lnTo>
                  <a:lnTo>
                    <a:pt x="7982" y="32950"/>
                  </a:lnTo>
                  <a:lnTo>
                    <a:pt x="7781" y="32589"/>
                  </a:lnTo>
                  <a:lnTo>
                    <a:pt x="7601" y="32208"/>
                  </a:lnTo>
                  <a:lnTo>
                    <a:pt x="7440" y="31827"/>
                  </a:lnTo>
                  <a:lnTo>
                    <a:pt x="7300" y="31466"/>
                  </a:lnTo>
                  <a:lnTo>
                    <a:pt x="7160" y="31085"/>
                  </a:lnTo>
                  <a:lnTo>
                    <a:pt x="7059" y="30683"/>
                  </a:lnTo>
                  <a:lnTo>
                    <a:pt x="6979" y="30302"/>
                  </a:lnTo>
                  <a:lnTo>
                    <a:pt x="6899" y="29921"/>
                  </a:lnTo>
                  <a:lnTo>
                    <a:pt x="6839" y="29540"/>
                  </a:lnTo>
                  <a:lnTo>
                    <a:pt x="6839" y="29540"/>
                  </a:lnTo>
                  <a:lnTo>
                    <a:pt x="6799" y="29099"/>
                  </a:lnTo>
                  <a:lnTo>
                    <a:pt x="6799" y="28678"/>
                  </a:lnTo>
                  <a:lnTo>
                    <a:pt x="6799" y="28257"/>
                  </a:lnTo>
                  <a:lnTo>
                    <a:pt x="6799" y="27816"/>
                  </a:lnTo>
                  <a:lnTo>
                    <a:pt x="6839" y="27415"/>
                  </a:lnTo>
                  <a:lnTo>
                    <a:pt x="6899" y="26993"/>
                  </a:lnTo>
                  <a:lnTo>
                    <a:pt x="6959" y="26572"/>
                  </a:lnTo>
                  <a:lnTo>
                    <a:pt x="7059" y="26171"/>
                  </a:lnTo>
                  <a:lnTo>
                    <a:pt x="7160" y="25770"/>
                  </a:lnTo>
                  <a:lnTo>
                    <a:pt x="7280" y="25389"/>
                  </a:lnTo>
                  <a:lnTo>
                    <a:pt x="7400" y="24988"/>
                  </a:lnTo>
                  <a:lnTo>
                    <a:pt x="7561" y="24607"/>
                  </a:lnTo>
                  <a:lnTo>
                    <a:pt x="7721" y="24246"/>
                  </a:lnTo>
                  <a:lnTo>
                    <a:pt x="7902" y="23885"/>
                  </a:lnTo>
                  <a:lnTo>
                    <a:pt x="8102" y="23524"/>
                  </a:lnTo>
                  <a:lnTo>
                    <a:pt x="8303" y="23163"/>
                  </a:lnTo>
                  <a:lnTo>
                    <a:pt x="8303" y="23163"/>
                  </a:lnTo>
                  <a:lnTo>
                    <a:pt x="8142" y="22321"/>
                  </a:lnTo>
                  <a:lnTo>
                    <a:pt x="8002" y="21478"/>
                  </a:lnTo>
                  <a:lnTo>
                    <a:pt x="7881" y="20616"/>
                  </a:lnTo>
                  <a:lnTo>
                    <a:pt x="7801" y="19754"/>
                  </a:lnTo>
                  <a:lnTo>
                    <a:pt x="7721" y="18891"/>
                  </a:lnTo>
                  <a:lnTo>
                    <a:pt x="7681" y="18029"/>
                  </a:lnTo>
                  <a:lnTo>
                    <a:pt x="7641" y="17167"/>
                  </a:lnTo>
                  <a:lnTo>
                    <a:pt x="7641" y="16304"/>
                  </a:lnTo>
                  <a:lnTo>
                    <a:pt x="7661" y="15422"/>
                  </a:lnTo>
                  <a:lnTo>
                    <a:pt x="7681" y="14560"/>
                  </a:lnTo>
                  <a:lnTo>
                    <a:pt x="7741" y="13697"/>
                  </a:lnTo>
                  <a:lnTo>
                    <a:pt x="7821" y="12835"/>
                  </a:lnTo>
                  <a:lnTo>
                    <a:pt x="7902" y="11973"/>
                  </a:lnTo>
                  <a:lnTo>
                    <a:pt x="8002" y="11130"/>
                  </a:lnTo>
                  <a:lnTo>
                    <a:pt x="8142" y="10268"/>
                  </a:lnTo>
                  <a:lnTo>
                    <a:pt x="8283" y="9426"/>
                  </a:lnTo>
                  <a:lnTo>
                    <a:pt x="8283" y="9426"/>
                  </a:lnTo>
                  <a:lnTo>
                    <a:pt x="7701" y="9205"/>
                  </a:lnTo>
                  <a:lnTo>
                    <a:pt x="7139" y="8984"/>
                  </a:lnTo>
                  <a:lnTo>
                    <a:pt x="6598" y="8744"/>
                  </a:lnTo>
                  <a:lnTo>
                    <a:pt x="6057" y="8483"/>
                  </a:lnTo>
                  <a:lnTo>
                    <a:pt x="5535" y="8222"/>
                  </a:lnTo>
                  <a:lnTo>
                    <a:pt x="5014" y="7922"/>
                  </a:lnTo>
                  <a:lnTo>
                    <a:pt x="4532" y="7641"/>
                  </a:lnTo>
                  <a:lnTo>
                    <a:pt x="4051" y="7320"/>
                  </a:lnTo>
                  <a:lnTo>
                    <a:pt x="4051" y="7320"/>
                  </a:lnTo>
                  <a:lnTo>
                    <a:pt x="4392" y="6638"/>
                  </a:lnTo>
                  <a:lnTo>
                    <a:pt x="4713" y="5936"/>
                  </a:lnTo>
                  <a:lnTo>
                    <a:pt x="5074" y="5274"/>
                  </a:lnTo>
                  <a:lnTo>
                    <a:pt x="5415" y="4613"/>
                  </a:lnTo>
                  <a:lnTo>
                    <a:pt x="5415" y="4613"/>
                  </a:lnTo>
                  <a:lnTo>
                    <a:pt x="5415" y="4613"/>
                  </a:lnTo>
                  <a:lnTo>
                    <a:pt x="5415" y="4613"/>
                  </a:lnTo>
                  <a:lnTo>
                    <a:pt x="6117" y="3369"/>
                  </a:lnTo>
                  <a:lnTo>
                    <a:pt x="6839" y="2186"/>
                  </a:lnTo>
                  <a:lnTo>
                    <a:pt x="7581" y="1063"/>
                  </a:lnTo>
                  <a:lnTo>
                    <a:pt x="830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0" name="Google Shape;5760;p22"/>
            <p:cNvSpPr/>
            <p:nvPr/>
          </p:nvSpPr>
          <p:spPr>
            <a:xfrm>
              <a:off x="11342050" y="4132500"/>
              <a:ext cx="120350" cy="120350"/>
            </a:xfrm>
            <a:custGeom>
              <a:avLst/>
              <a:gdLst/>
              <a:ahLst/>
              <a:cxnLst/>
              <a:rect l="l" t="t" r="r" b="b"/>
              <a:pathLst>
                <a:path w="4814" h="4814" extrusionOk="0">
                  <a:moveTo>
                    <a:pt x="1364" y="1"/>
                  </a:moveTo>
                  <a:lnTo>
                    <a:pt x="1023" y="662"/>
                  </a:lnTo>
                  <a:lnTo>
                    <a:pt x="662" y="1324"/>
                  </a:lnTo>
                  <a:lnTo>
                    <a:pt x="341" y="2026"/>
                  </a:lnTo>
                  <a:lnTo>
                    <a:pt x="0" y="2708"/>
                  </a:lnTo>
                  <a:lnTo>
                    <a:pt x="481" y="3029"/>
                  </a:lnTo>
                  <a:lnTo>
                    <a:pt x="963" y="3310"/>
                  </a:lnTo>
                  <a:lnTo>
                    <a:pt x="1484" y="3610"/>
                  </a:lnTo>
                  <a:lnTo>
                    <a:pt x="2006" y="3871"/>
                  </a:lnTo>
                  <a:lnTo>
                    <a:pt x="2547" y="4132"/>
                  </a:lnTo>
                  <a:lnTo>
                    <a:pt x="3088" y="4372"/>
                  </a:lnTo>
                  <a:lnTo>
                    <a:pt x="3650" y="4593"/>
                  </a:lnTo>
                  <a:lnTo>
                    <a:pt x="4232" y="4814"/>
                  </a:lnTo>
                  <a:lnTo>
                    <a:pt x="4492" y="3470"/>
                  </a:lnTo>
                  <a:lnTo>
                    <a:pt x="4813" y="2126"/>
                  </a:lnTo>
                  <a:lnTo>
                    <a:pt x="4332" y="1906"/>
                  </a:lnTo>
                  <a:lnTo>
                    <a:pt x="3851" y="1665"/>
                  </a:lnTo>
                  <a:lnTo>
                    <a:pt x="3409" y="1424"/>
                  </a:lnTo>
                  <a:lnTo>
                    <a:pt x="2968" y="1164"/>
                  </a:lnTo>
                  <a:lnTo>
                    <a:pt x="2527" y="903"/>
                  </a:lnTo>
                  <a:lnTo>
                    <a:pt x="2126" y="602"/>
                  </a:lnTo>
                  <a:lnTo>
                    <a:pt x="1745" y="321"/>
                  </a:lnTo>
                  <a:lnTo>
                    <a:pt x="1364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1" name="Google Shape;5761;p22"/>
            <p:cNvSpPr/>
            <p:nvPr/>
          </p:nvSpPr>
          <p:spPr>
            <a:xfrm>
              <a:off x="11342050" y="4132500"/>
              <a:ext cx="120350" cy="120350"/>
            </a:xfrm>
            <a:custGeom>
              <a:avLst/>
              <a:gdLst/>
              <a:ahLst/>
              <a:cxnLst/>
              <a:rect l="l" t="t" r="r" b="b"/>
              <a:pathLst>
                <a:path w="4814" h="4814" fill="none" extrusionOk="0">
                  <a:moveTo>
                    <a:pt x="1364" y="1"/>
                  </a:moveTo>
                  <a:lnTo>
                    <a:pt x="1364" y="1"/>
                  </a:lnTo>
                  <a:lnTo>
                    <a:pt x="1364" y="1"/>
                  </a:lnTo>
                  <a:lnTo>
                    <a:pt x="1023" y="662"/>
                  </a:lnTo>
                  <a:lnTo>
                    <a:pt x="662" y="1324"/>
                  </a:lnTo>
                  <a:lnTo>
                    <a:pt x="341" y="2026"/>
                  </a:lnTo>
                  <a:lnTo>
                    <a:pt x="0" y="2708"/>
                  </a:lnTo>
                  <a:lnTo>
                    <a:pt x="0" y="2708"/>
                  </a:lnTo>
                  <a:lnTo>
                    <a:pt x="481" y="3029"/>
                  </a:lnTo>
                  <a:lnTo>
                    <a:pt x="963" y="3310"/>
                  </a:lnTo>
                  <a:lnTo>
                    <a:pt x="1484" y="3610"/>
                  </a:lnTo>
                  <a:lnTo>
                    <a:pt x="2006" y="3871"/>
                  </a:lnTo>
                  <a:lnTo>
                    <a:pt x="2547" y="4132"/>
                  </a:lnTo>
                  <a:lnTo>
                    <a:pt x="3088" y="4372"/>
                  </a:lnTo>
                  <a:lnTo>
                    <a:pt x="3650" y="4593"/>
                  </a:lnTo>
                  <a:lnTo>
                    <a:pt x="4232" y="4814"/>
                  </a:lnTo>
                  <a:lnTo>
                    <a:pt x="4232" y="4814"/>
                  </a:lnTo>
                  <a:lnTo>
                    <a:pt x="4492" y="3470"/>
                  </a:lnTo>
                  <a:lnTo>
                    <a:pt x="4813" y="2126"/>
                  </a:lnTo>
                  <a:lnTo>
                    <a:pt x="4813" y="2126"/>
                  </a:lnTo>
                  <a:lnTo>
                    <a:pt x="4332" y="1906"/>
                  </a:lnTo>
                  <a:lnTo>
                    <a:pt x="3851" y="1665"/>
                  </a:lnTo>
                  <a:lnTo>
                    <a:pt x="3409" y="1424"/>
                  </a:lnTo>
                  <a:lnTo>
                    <a:pt x="2968" y="1164"/>
                  </a:lnTo>
                  <a:lnTo>
                    <a:pt x="2527" y="903"/>
                  </a:lnTo>
                  <a:lnTo>
                    <a:pt x="2126" y="602"/>
                  </a:lnTo>
                  <a:lnTo>
                    <a:pt x="1745" y="321"/>
                  </a:lnTo>
                  <a:lnTo>
                    <a:pt x="1364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2" name="Google Shape;5762;p22"/>
            <p:cNvSpPr/>
            <p:nvPr/>
          </p:nvSpPr>
          <p:spPr>
            <a:xfrm>
              <a:off x="11376125" y="3824675"/>
              <a:ext cx="250725" cy="361000"/>
            </a:xfrm>
            <a:custGeom>
              <a:avLst/>
              <a:gdLst/>
              <a:ahLst/>
              <a:cxnLst/>
              <a:rect l="l" t="t" r="r" b="b"/>
              <a:pathLst>
                <a:path w="10029" h="14440" extrusionOk="0">
                  <a:moveTo>
                    <a:pt x="10028" y="0"/>
                  </a:moveTo>
                  <a:lnTo>
                    <a:pt x="9406" y="461"/>
                  </a:lnTo>
                  <a:lnTo>
                    <a:pt x="8684" y="1083"/>
                  </a:lnTo>
                  <a:lnTo>
                    <a:pt x="7862" y="1845"/>
                  </a:lnTo>
                  <a:lnTo>
                    <a:pt x="7421" y="2286"/>
                  </a:lnTo>
                  <a:lnTo>
                    <a:pt x="6980" y="2748"/>
                  </a:lnTo>
                  <a:lnTo>
                    <a:pt x="6498" y="3249"/>
                  </a:lnTo>
                  <a:lnTo>
                    <a:pt x="6017" y="3770"/>
                  </a:lnTo>
                  <a:lnTo>
                    <a:pt x="5516" y="4352"/>
                  </a:lnTo>
                  <a:lnTo>
                    <a:pt x="4994" y="4954"/>
                  </a:lnTo>
                  <a:lnTo>
                    <a:pt x="4493" y="5575"/>
                  </a:lnTo>
                  <a:lnTo>
                    <a:pt x="3952" y="6257"/>
                  </a:lnTo>
                  <a:lnTo>
                    <a:pt x="3430" y="6959"/>
                  </a:lnTo>
                  <a:lnTo>
                    <a:pt x="2909" y="7681"/>
                  </a:lnTo>
                  <a:lnTo>
                    <a:pt x="2889" y="7701"/>
                  </a:lnTo>
                  <a:lnTo>
                    <a:pt x="2167" y="8764"/>
                  </a:lnTo>
                  <a:lnTo>
                    <a:pt x="1425" y="9887"/>
                  </a:lnTo>
                  <a:lnTo>
                    <a:pt x="703" y="11070"/>
                  </a:lnTo>
                  <a:lnTo>
                    <a:pt x="1" y="12314"/>
                  </a:lnTo>
                  <a:lnTo>
                    <a:pt x="382" y="12634"/>
                  </a:lnTo>
                  <a:lnTo>
                    <a:pt x="763" y="12915"/>
                  </a:lnTo>
                  <a:lnTo>
                    <a:pt x="1164" y="13216"/>
                  </a:lnTo>
                  <a:lnTo>
                    <a:pt x="1605" y="13477"/>
                  </a:lnTo>
                  <a:lnTo>
                    <a:pt x="2046" y="13737"/>
                  </a:lnTo>
                  <a:lnTo>
                    <a:pt x="2488" y="13978"/>
                  </a:lnTo>
                  <a:lnTo>
                    <a:pt x="2969" y="14219"/>
                  </a:lnTo>
                  <a:lnTo>
                    <a:pt x="3450" y="14439"/>
                  </a:lnTo>
                  <a:lnTo>
                    <a:pt x="3570" y="13978"/>
                  </a:lnTo>
                  <a:lnTo>
                    <a:pt x="3891" y="12815"/>
                  </a:lnTo>
                  <a:lnTo>
                    <a:pt x="3711" y="12715"/>
                  </a:lnTo>
                  <a:lnTo>
                    <a:pt x="3550" y="12594"/>
                  </a:lnTo>
                  <a:lnTo>
                    <a:pt x="3410" y="12474"/>
                  </a:lnTo>
                  <a:lnTo>
                    <a:pt x="3290" y="12314"/>
                  </a:lnTo>
                  <a:lnTo>
                    <a:pt x="3189" y="12153"/>
                  </a:lnTo>
                  <a:lnTo>
                    <a:pt x="3109" y="11993"/>
                  </a:lnTo>
                  <a:lnTo>
                    <a:pt x="3049" y="11832"/>
                  </a:lnTo>
                  <a:lnTo>
                    <a:pt x="3009" y="11652"/>
                  </a:lnTo>
                  <a:lnTo>
                    <a:pt x="3009" y="11491"/>
                  </a:lnTo>
                  <a:lnTo>
                    <a:pt x="3009" y="11311"/>
                  </a:lnTo>
                  <a:lnTo>
                    <a:pt x="3029" y="11150"/>
                  </a:lnTo>
                  <a:lnTo>
                    <a:pt x="3089" y="11010"/>
                  </a:lnTo>
                  <a:lnTo>
                    <a:pt x="3129" y="10850"/>
                  </a:lnTo>
                  <a:lnTo>
                    <a:pt x="3210" y="10709"/>
                  </a:lnTo>
                  <a:lnTo>
                    <a:pt x="3290" y="10589"/>
                  </a:lnTo>
                  <a:lnTo>
                    <a:pt x="3390" y="10449"/>
                  </a:lnTo>
                  <a:lnTo>
                    <a:pt x="3490" y="10348"/>
                  </a:lnTo>
                  <a:lnTo>
                    <a:pt x="3611" y="10248"/>
                  </a:lnTo>
                  <a:lnTo>
                    <a:pt x="3731" y="10148"/>
                  </a:lnTo>
                  <a:lnTo>
                    <a:pt x="3871" y="10067"/>
                  </a:lnTo>
                  <a:lnTo>
                    <a:pt x="4012" y="10007"/>
                  </a:lnTo>
                  <a:lnTo>
                    <a:pt x="4172" y="9967"/>
                  </a:lnTo>
                  <a:lnTo>
                    <a:pt x="4333" y="9947"/>
                  </a:lnTo>
                  <a:lnTo>
                    <a:pt x="4493" y="9927"/>
                  </a:lnTo>
                  <a:lnTo>
                    <a:pt x="4613" y="9947"/>
                  </a:lnTo>
                  <a:lnTo>
                    <a:pt x="4814" y="9967"/>
                  </a:lnTo>
                  <a:lnTo>
                    <a:pt x="5335" y="8664"/>
                  </a:lnTo>
                  <a:lnTo>
                    <a:pt x="5877" y="7360"/>
                  </a:lnTo>
                  <a:lnTo>
                    <a:pt x="6478" y="6077"/>
                  </a:lnTo>
                  <a:lnTo>
                    <a:pt x="7100" y="4813"/>
                  </a:lnTo>
                  <a:lnTo>
                    <a:pt x="7782" y="3570"/>
                  </a:lnTo>
                  <a:lnTo>
                    <a:pt x="8484" y="2346"/>
                  </a:lnTo>
                  <a:lnTo>
                    <a:pt x="9246" y="1163"/>
                  </a:lnTo>
                  <a:lnTo>
                    <a:pt x="10028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3" name="Google Shape;5763;p22"/>
            <p:cNvSpPr/>
            <p:nvPr/>
          </p:nvSpPr>
          <p:spPr>
            <a:xfrm>
              <a:off x="11376125" y="3824675"/>
              <a:ext cx="250725" cy="361000"/>
            </a:xfrm>
            <a:custGeom>
              <a:avLst/>
              <a:gdLst/>
              <a:ahLst/>
              <a:cxnLst/>
              <a:rect l="l" t="t" r="r" b="b"/>
              <a:pathLst>
                <a:path w="10029" h="14440" fill="none" extrusionOk="0">
                  <a:moveTo>
                    <a:pt x="10028" y="0"/>
                  </a:moveTo>
                  <a:lnTo>
                    <a:pt x="10028" y="0"/>
                  </a:lnTo>
                  <a:lnTo>
                    <a:pt x="9406" y="461"/>
                  </a:lnTo>
                  <a:lnTo>
                    <a:pt x="8684" y="1083"/>
                  </a:lnTo>
                  <a:lnTo>
                    <a:pt x="7862" y="1845"/>
                  </a:lnTo>
                  <a:lnTo>
                    <a:pt x="7421" y="2286"/>
                  </a:lnTo>
                  <a:lnTo>
                    <a:pt x="6980" y="2748"/>
                  </a:lnTo>
                  <a:lnTo>
                    <a:pt x="6498" y="3249"/>
                  </a:lnTo>
                  <a:lnTo>
                    <a:pt x="6017" y="3770"/>
                  </a:lnTo>
                  <a:lnTo>
                    <a:pt x="5516" y="4352"/>
                  </a:lnTo>
                  <a:lnTo>
                    <a:pt x="4994" y="4954"/>
                  </a:lnTo>
                  <a:lnTo>
                    <a:pt x="4493" y="5575"/>
                  </a:lnTo>
                  <a:lnTo>
                    <a:pt x="3952" y="6257"/>
                  </a:lnTo>
                  <a:lnTo>
                    <a:pt x="3430" y="6959"/>
                  </a:lnTo>
                  <a:lnTo>
                    <a:pt x="2909" y="7681"/>
                  </a:lnTo>
                  <a:lnTo>
                    <a:pt x="2909" y="7681"/>
                  </a:lnTo>
                  <a:lnTo>
                    <a:pt x="2909" y="7681"/>
                  </a:lnTo>
                  <a:lnTo>
                    <a:pt x="2889" y="7701"/>
                  </a:lnTo>
                  <a:lnTo>
                    <a:pt x="2889" y="7701"/>
                  </a:lnTo>
                  <a:lnTo>
                    <a:pt x="2889" y="7701"/>
                  </a:lnTo>
                  <a:lnTo>
                    <a:pt x="2889" y="7701"/>
                  </a:lnTo>
                  <a:lnTo>
                    <a:pt x="2889" y="7701"/>
                  </a:lnTo>
                  <a:lnTo>
                    <a:pt x="2889" y="7701"/>
                  </a:lnTo>
                  <a:lnTo>
                    <a:pt x="2167" y="8764"/>
                  </a:lnTo>
                  <a:lnTo>
                    <a:pt x="1425" y="9887"/>
                  </a:lnTo>
                  <a:lnTo>
                    <a:pt x="703" y="11070"/>
                  </a:lnTo>
                  <a:lnTo>
                    <a:pt x="1" y="12314"/>
                  </a:lnTo>
                  <a:lnTo>
                    <a:pt x="1" y="12314"/>
                  </a:lnTo>
                  <a:lnTo>
                    <a:pt x="1" y="12314"/>
                  </a:lnTo>
                  <a:lnTo>
                    <a:pt x="382" y="12634"/>
                  </a:lnTo>
                  <a:lnTo>
                    <a:pt x="763" y="12915"/>
                  </a:lnTo>
                  <a:lnTo>
                    <a:pt x="1164" y="13216"/>
                  </a:lnTo>
                  <a:lnTo>
                    <a:pt x="1605" y="13477"/>
                  </a:lnTo>
                  <a:lnTo>
                    <a:pt x="2046" y="13737"/>
                  </a:lnTo>
                  <a:lnTo>
                    <a:pt x="2488" y="13978"/>
                  </a:lnTo>
                  <a:lnTo>
                    <a:pt x="2969" y="14219"/>
                  </a:lnTo>
                  <a:lnTo>
                    <a:pt x="3450" y="14439"/>
                  </a:lnTo>
                  <a:lnTo>
                    <a:pt x="3450" y="14439"/>
                  </a:lnTo>
                  <a:lnTo>
                    <a:pt x="3570" y="13978"/>
                  </a:lnTo>
                  <a:lnTo>
                    <a:pt x="3570" y="13978"/>
                  </a:lnTo>
                  <a:lnTo>
                    <a:pt x="3891" y="12815"/>
                  </a:lnTo>
                  <a:lnTo>
                    <a:pt x="3891" y="12815"/>
                  </a:lnTo>
                  <a:lnTo>
                    <a:pt x="3711" y="12715"/>
                  </a:lnTo>
                  <a:lnTo>
                    <a:pt x="3550" y="12594"/>
                  </a:lnTo>
                  <a:lnTo>
                    <a:pt x="3410" y="12474"/>
                  </a:lnTo>
                  <a:lnTo>
                    <a:pt x="3290" y="12314"/>
                  </a:lnTo>
                  <a:lnTo>
                    <a:pt x="3189" y="12153"/>
                  </a:lnTo>
                  <a:lnTo>
                    <a:pt x="3109" y="11993"/>
                  </a:lnTo>
                  <a:lnTo>
                    <a:pt x="3049" y="11832"/>
                  </a:lnTo>
                  <a:lnTo>
                    <a:pt x="3009" y="11652"/>
                  </a:lnTo>
                  <a:lnTo>
                    <a:pt x="3009" y="11652"/>
                  </a:lnTo>
                  <a:lnTo>
                    <a:pt x="3009" y="11491"/>
                  </a:lnTo>
                  <a:lnTo>
                    <a:pt x="3009" y="11311"/>
                  </a:lnTo>
                  <a:lnTo>
                    <a:pt x="3029" y="11150"/>
                  </a:lnTo>
                  <a:lnTo>
                    <a:pt x="3089" y="11010"/>
                  </a:lnTo>
                  <a:lnTo>
                    <a:pt x="3129" y="10850"/>
                  </a:lnTo>
                  <a:lnTo>
                    <a:pt x="3210" y="10709"/>
                  </a:lnTo>
                  <a:lnTo>
                    <a:pt x="3290" y="10589"/>
                  </a:lnTo>
                  <a:lnTo>
                    <a:pt x="3390" y="10449"/>
                  </a:lnTo>
                  <a:lnTo>
                    <a:pt x="3490" y="10348"/>
                  </a:lnTo>
                  <a:lnTo>
                    <a:pt x="3611" y="10248"/>
                  </a:lnTo>
                  <a:lnTo>
                    <a:pt x="3731" y="10148"/>
                  </a:lnTo>
                  <a:lnTo>
                    <a:pt x="3871" y="10067"/>
                  </a:lnTo>
                  <a:lnTo>
                    <a:pt x="4012" y="10007"/>
                  </a:lnTo>
                  <a:lnTo>
                    <a:pt x="4172" y="9967"/>
                  </a:lnTo>
                  <a:lnTo>
                    <a:pt x="4333" y="9947"/>
                  </a:lnTo>
                  <a:lnTo>
                    <a:pt x="4493" y="9927"/>
                  </a:lnTo>
                  <a:lnTo>
                    <a:pt x="4493" y="9927"/>
                  </a:lnTo>
                  <a:lnTo>
                    <a:pt x="4613" y="9947"/>
                  </a:lnTo>
                  <a:lnTo>
                    <a:pt x="4613" y="9947"/>
                  </a:lnTo>
                  <a:lnTo>
                    <a:pt x="4814" y="9967"/>
                  </a:lnTo>
                  <a:lnTo>
                    <a:pt x="4814" y="9967"/>
                  </a:lnTo>
                  <a:lnTo>
                    <a:pt x="5335" y="8664"/>
                  </a:lnTo>
                  <a:lnTo>
                    <a:pt x="5877" y="7360"/>
                  </a:lnTo>
                  <a:lnTo>
                    <a:pt x="6478" y="6077"/>
                  </a:lnTo>
                  <a:lnTo>
                    <a:pt x="7100" y="4813"/>
                  </a:lnTo>
                  <a:lnTo>
                    <a:pt x="7782" y="3570"/>
                  </a:lnTo>
                  <a:lnTo>
                    <a:pt x="8484" y="2346"/>
                  </a:lnTo>
                  <a:lnTo>
                    <a:pt x="9246" y="1163"/>
                  </a:lnTo>
                  <a:lnTo>
                    <a:pt x="10028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4" name="Google Shape;5764;p22"/>
            <p:cNvSpPr/>
            <p:nvPr/>
          </p:nvSpPr>
          <p:spPr>
            <a:xfrm>
              <a:off x="11613275" y="4110950"/>
              <a:ext cx="75725" cy="75225"/>
            </a:xfrm>
            <a:custGeom>
              <a:avLst/>
              <a:gdLst/>
              <a:ahLst/>
              <a:cxnLst/>
              <a:rect l="l" t="t" r="r" b="b"/>
              <a:pathLst>
                <a:path w="3029" h="3009" extrusionOk="0">
                  <a:moveTo>
                    <a:pt x="1324" y="0"/>
                  </a:moveTo>
                  <a:lnTo>
                    <a:pt x="1164" y="20"/>
                  </a:lnTo>
                  <a:lnTo>
                    <a:pt x="1023" y="80"/>
                  </a:lnTo>
                  <a:lnTo>
                    <a:pt x="883" y="141"/>
                  </a:lnTo>
                  <a:lnTo>
                    <a:pt x="743" y="201"/>
                  </a:lnTo>
                  <a:lnTo>
                    <a:pt x="602" y="301"/>
                  </a:lnTo>
                  <a:lnTo>
                    <a:pt x="482" y="401"/>
                  </a:lnTo>
                  <a:lnTo>
                    <a:pt x="382" y="522"/>
                  </a:lnTo>
                  <a:lnTo>
                    <a:pt x="281" y="642"/>
                  </a:lnTo>
                  <a:lnTo>
                    <a:pt x="201" y="762"/>
                  </a:lnTo>
                  <a:lnTo>
                    <a:pt x="141" y="923"/>
                  </a:lnTo>
                  <a:lnTo>
                    <a:pt x="81" y="1063"/>
                  </a:lnTo>
                  <a:lnTo>
                    <a:pt x="41" y="1224"/>
                  </a:lnTo>
                  <a:lnTo>
                    <a:pt x="21" y="1384"/>
                  </a:lnTo>
                  <a:lnTo>
                    <a:pt x="1" y="1544"/>
                  </a:lnTo>
                  <a:lnTo>
                    <a:pt x="21" y="1705"/>
                  </a:lnTo>
                  <a:lnTo>
                    <a:pt x="61" y="1946"/>
                  </a:lnTo>
                  <a:lnTo>
                    <a:pt x="161" y="2186"/>
                  </a:lnTo>
                  <a:lnTo>
                    <a:pt x="301" y="2407"/>
                  </a:lnTo>
                  <a:lnTo>
                    <a:pt x="482" y="2607"/>
                  </a:lnTo>
                  <a:lnTo>
                    <a:pt x="582" y="2688"/>
                  </a:lnTo>
                  <a:lnTo>
                    <a:pt x="702" y="2768"/>
                  </a:lnTo>
                  <a:lnTo>
                    <a:pt x="823" y="2848"/>
                  </a:lnTo>
                  <a:lnTo>
                    <a:pt x="943" y="2908"/>
                  </a:lnTo>
                  <a:lnTo>
                    <a:pt x="1084" y="2948"/>
                  </a:lnTo>
                  <a:lnTo>
                    <a:pt x="1224" y="2988"/>
                  </a:lnTo>
                  <a:lnTo>
                    <a:pt x="1384" y="3008"/>
                  </a:lnTo>
                  <a:lnTo>
                    <a:pt x="1705" y="3008"/>
                  </a:lnTo>
                  <a:lnTo>
                    <a:pt x="1926" y="2968"/>
                  </a:lnTo>
                  <a:lnTo>
                    <a:pt x="2106" y="2908"/>
                  </a:lnTo>
                  <a:lnTo>
                    <a:pt x="2287" y="2808"/>
                  </a:lnTo>
                  <a:lnTo>
                    <a:pt x="2467" y="2688"/>
                  </a:lnTo>
                  <a:lnTo>
                    <a:pt x="2608" y="2547"/>
                  </a:lnTo>
                  <a:lnTo>
                    <a:pt x="2728" y="2387"/>
                  </a:lnTo>
                  <a:lnTo>
                    <a:pt x="2848" y="2206"/>
                  </a:lnTo>
                  <a:lnTo>
                    <a:pt x="2929" y="2006"/>
                  </a:lnTo>
                  <a:lnTo>
                    <a:pt x="2989" y="1825"/>
                  </a:lnTo>
                  <a:lnTo>
                    <a:pt x="3009" y="1665"/>
                  </a:lnTo>
                  <a:lnTo>
                    <a:pt x="3029" y="1484"/>
                  </a:lnTo>
                  <a:lnTo>
                    <a:pt x="3009" y="1304"/>
                  </a:lnTo>
                  <a:lnTo>
                    <a:pt x="2969" y="1143"/>
                  </a:lnTo>
                  <a:lnTo>
                    <a:pt x="2929" y="983"/>
                  </a:lnTo>
                  <a:lnTo>
                    <a:pt x="2868" y="822"/>
                  </a:lnTo>
                  <a:lnTo>
                    <a:pt x="2768" y="682"/>
                  </a:lnTo>
                  <a:lnTo>
                    <a:pt x="2668" y="542"/>
                  </a:lnTo>
                  <a:lnTo>
                    <a:pt x="2568" y="421"/>
                  </a:lnTo>
                  <a:lnTo>
                    <a:pt x="2427" y="321"/>
                  </a:lnTo>
                  <a:lnTo>
                    <a:pt x="2287" y="221"/>
                  </a:lnTo>
                  <a:lnTo>
                    <a:pt x="2146" y="141"/>
                  </a:lnTo>
                  <a:lnTo>
                    <a:pt x="1986" y="80"/>
                  </a:lnTo>
                  <a:lnTo>
                    <a:pt x="1805" y="20"/>
                  </a:lnTo>
                  <a:lnTo>
                    <a:pt x="1625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5" name="Google Shape;5765;p22"/>
            <p:cNvSpPr/>
            <p:nvPr/>
          </p:nvSpPr>
          <p:spPr>
            <a:xfrm>
              <a:off x="11613275" y="4110950"/>
              <a:ext cx="75725" cy="75225"/>
            </a:xfrm>
            <a:custGeom>
              <a:avLst/>
              <a:gdLst/>
              <a:ahLst/>
              <a:cxnLst/>
              <a:rect l="l" t="t" r="r" b="b"/>
              <a:pathLst>
                <a:path w="3029" h="3009" fill="none" extrusionOk="0">
                  <a:moveTo>
                    <a:pt x="1485" y="0"/>
                  </a:moveTo>
                  <a:lnTo>
                    <a:pt x="1485" y="0"/>
                  </a:lnTo>
                  <a:lnTo>
                    <a:pt x="1324" y="0"/>
                  </a:lnTo>
                  <a:lnTo>
                    <a:pt x="1164" y="20"/>
                  </a:lnTo>
                  <a:lnTo>
                    <a:pt x="1023" y="80"/>
                  </a:lnTo>
                  <a:lnTo>
                    <a:pt x="883" y="141"/>
                  </a:lnTo>
                  <a:lnTo>
                    <a:pt x="743" y="201"/>
                  </a:lnTo>
                  <a:lnTo>
                    <a:pt x="602" y="301"/>
                  </a:lnTo>
                  <a:lnTo>
                    <a:pt x="482" y="401"/>
                  </a:lnTo>
                  <a:lnTo>
                    <a:pt x="382" y="522"/>
                  </a:lnTo>
                  <a:lnTo>
                    <a:pt x="281" y="642"/>
                  </a:lnTo>
                  <a:lnTo>
                    <a:pt x="201" y="762"/>
                  </a:lnTo>
                  <a:lnTo>
                    <a:pt x="141" y="923"/>
                  </a:lnTo>
                  <a:lnTo>
                    <a:pt x="81" y="1063"/>
                  </a:lnTo>
                  <a:lnTo>
                    <a:pt x="41" y="1224"/>
                  </a:lnTo>
                  <a:lnTo>
                    <a:pt x="21" y="1384"/>
                  </a:lnTo>
                  <a:lnTo>
                    <a:pt x="1" y="1544"/>
                  </a:lnTo>
                  <a:lnTo>
                    <a:pt x="21" y="1705"/>
                  </a:lnTo>
                  <a:lnTo>
                    <a:pt x="21" y="1705"/>
                  </a:lnTo>
                  <a:lnTo>
                    <a:pt x="61" y="1946"/>
                  </a:lnTo>
                  <a:lnTo>
                    <a:pt x="161" y="2186"/>
                  </a:lnTo>
                  <a:lnTo>
                    <a:pt x="301" y="2407"/>
                  </a:lnTo>
                  <a:lnTo>
                    <a:pt x="482" y="2607"/>
                  </a:lnTo>
                  <a:lnTo>
                    <a:pt x="582" y="2688"/>
                  </a:lnTo>
                  <a:lnTo>
                    <a:pt x="702" y="2768"/>
                  </a:lnTo>
                  <a:lnTo>
                    <a:pt x="823" y="2848"/>
                  </a:lnTo>
                  <a:lnTo>
                    <a:pt x="943" y="2908"/>
                  </a:lnTo>
                  <a:lnTo>
                    <a:pt x="1084" y="2948"/>
                  </a:lnTo>
                  <a:lnTo>
                    <a:pt x="1224" y="2988"/>
                  </a:lnTo>
                  <a:lnTo>
                    <a:pt x="1384" y="3008"/>
                  </a:lnTo>
                  <a:lnTo>
                    <a:pt x="1545" y="3008"/>
                  </a:lnTo>
                  <a:lnTo>
                    <a:pt x="1545" y="3008"/>
                  </a:lnTo>
                  <a:lnTo>
                    <a:pt x="1705" y="3008"/>
                  </a:lnTo>
                  <a:lnTo>
                    <a:pt x="1705" y="3008"/>
                  </a:lnTo>
                  <a:lnTo>
                    <a:pt x="1926" y="2968"/>
                  </a:lnTo>
                  <a:lnTo>
                    <a:pt x="2106" y="2908"/>
                  </a:lnTo>
                  <a:lnTo>
                    <a:pt x="2287" y="2808"/>
                  </a:lnTo>
                  <a:lnTo>
                    <a:pt x="2467" y="2688"/>
                  </a:lnTo>
                  <a:lnTo>
                    <a:pt x="2608" y="2547"/>
                  </a:lnTo>
                  <a:lnTo>
                    <a:pt x="2728" y="2387"/>
                  </a:lnTo>
                  <a:lnTo>
                    <a:pt x="2848" y="2206"/>
                  </a:lnTo>
                  <a:lnTo>
                    <a:pt x="2929" y="2006"/>
                  </a:lnTo>
                  <a:lnTo>
                    <a:pt x="2929" y="2006"/>
                  </a:lnTo>
                  <a:lnTo>
                    <a:pt x="2989" y="1825"/>
                  </a:lnTo>
                  <a:lnTo>
                    <a:pt x="3009" y="1665"/>
                  </a:lnTo>
                  <a:lnTo>
                    <a:pt x="3029" y="1484"/>
                  </a:lnTo>
                  <a:lnTo>
                    <a:pt x="3009" y="1304"/>
                  </a:lnTo>
                  <a:lnTo>
                    <a:pt x="2969" y="1143"/>
                  </a:lnTo>
                  <a:lnTo>
                    <a:pt x="2929" y="983"/>
                  </a:lnTo>
                  <a:lnTo>
                    <a:pt x="2868" y="822"/>
                  </a:lnTo>
                  <a:lnTo>
                    <a:pt x="2768" y="682"/>
                  </a:lnTo>
                  <a:lnTo>
                    <a:pt x="2668" y="542"/>
                  </a:lnTo>
                  <a:lnTo>
                    <a:pt x="2568" y="421"/>
                  </a:lnTo>
                  <a:lnTo>
                    <a:pt x="2427" y="321"/>
                  </a:lnTo>
                  <a:lnTo>
                    <a:pt x="2287" y="221"/>
                  </a:lnTo>
                  <a:lnTo>
                    <a:pt x="2146" y="141"/>
                  </a:lnTo>
                  <a:lnTo>
                    <a:pt x="1986" y="80"/>
                  </a:lnTo>
                  <a:lnTo>
                    <a:pt x="1805" y="20"/>
                  </a:lnTo>
                  <a:lnTo>
                    <a:pt x="1625" y="0"/>
                  </a:lnTo>
                  <a:lnTo>
                    <a:pt x="1625" y="0"/>
                  </a:lnTo>
                  <a:lnTo>
                    <a:pt x="148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6" name="Google Shape;5766;p22"/>
            <p:cNvSpPr/>
            <p:nvPr/>
          </p:nvSpPr>
          <p:spPr>
            <a:xfrm>
              <a:off x="11473400" y="4073850"/>
              <a:ext cx="53175" cy="74725"/>
            </a:xfrm>
            <a:custGeom>
              <a:avLst/>
              <a:gdLst/>
              <a:ahLst/>
              <a:cxnLst/>
              <a:rect l="l" t="t" r="r" b="b"/>
              <a:pathLst>
                <a:path w="2127" h="2989" extrusionOk="0">
                  <a:moveTo>
                    <a:pt x="923" y="0"/>
                  </a:moveTo>
                  <a:lnTo>
                    <a:pt x="682" y="702"/>
                  </a:lnTo>
                  <a:lnTo>
                    <a:pt x="442" y="1424"/>
                  </a:lnTo>
                  <a:lnTo>
                    <a:pt x="201" y="2126"/>
                  </a:lnTo>
                  <a:lnTo>
                    <a:pt x="0" y="2848"/>
                  </a:lnTo>
                  <a:lnTo>
                    <a:pt x="141" y="2908"/>
                  </a:lnTo>
                  <a:lnTo>
                    <a:pt x="301" y="2948"/>
                  </a:lnTo>
                  <a:lnTo>
                    <a:pt x="482" y="2968"/>
                  </a:lnTo>
                  <a:lnTo>
                    <a:pt x="642" y="2988"/>
                  </a:lnTo>
                  <a:lnTo>
                    <a:pt x="823" y="2988"/>
                  </a:lnTo>
                  <a:lnTo>
                    <a:pt x="1023" y="2948"/>
                  </a:lnTo>
                  <a:lnTo>
                    <a:pt x="1224" y="2868"/>
                  </a:lnTo>
                  <a:lnTo>
                    <a:pt x="1404" y="2788"/>
                  </a:lnTo>
                  <a:lnTo>
                    <a:pt x="1565" y="2667"/>
                  </a:lnTo>
                  <a:lnTo>
                    <a:pt x="1725" y="2527"/>
                  </a:lnTo>
                  <a:lnTo>
                    <a:pt x="1845" y="2367"/>
                  </a:lnTo>
                  <a:lnTo>
                    <a:pt x="1946" y="2186"/>
                  </a:lnTo>
                  <a:lnTo>
                    <a:pt x="2046" y="1986"/>
                  </a:lnTo>
                  <a:lnTo>
                    <a:pt x="2086" y="1825"/>
                  </a:lnTo>
                  <a:lnTo>
                    <a:pt x="2126" y="1645"/>
                  </a:lnTo>
                  <a:lnTo>
                    <a:pt x="2126" y="1484"/>
                  </a:lnTo>
                  <a:lnTo>
                    <a:pt x="2126" y="1324"/>
                  </a:lnTo>
                  <a:lnTo>
                    <a:pt x="2106" y="1163"/>
                  </a:lnTo>
                  <a:lnTo>
                    <a:pt x="2066" y="1023"/>
                  </a:lnTo>
                  <a:lnTo>
                    <a:pt x="2006" y="883"/>
                  </a:lnTo>
                  <a:lnTo>
                    <a:pt x="1926" y="742"/>
                  </a:lnTo>
                  <a:lnTo>
                    <a:pt x="1845" y="602"/>
                  </a:lnTo>
                  <a:lnTo>
                    <a:pt x="1745" y="482"/>
                  </a:lnTo>
                  <a:lnTo>
                    <a:pt x="1645" y="361"/>
                  </a:lnTo>
                  <a:lnTo>
                    <a:pt x="1525" y="261"/>
                  </a:lnTo>
                  <a:lnTo>
                    <a:pt x="1384" y="181"/>
                  </a:lnTo>
                  <a:lnTo>
                    <a:pt x="1244" y="100"/>
                  </a:lnTo>
                  <a:lnTo>
                    <a:pt x="1083" y="40"/>
                  </a:lnTo>
                  <a:lnTo>
                    <a:pt x="923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7" name="Google Shape;5767;p22"/>
            <p:cNvSpPr/>
            <p:nvPr/>
          </p:nvSpPr>
          <p:spPr>
            <a:xfrm>
              <a:off x="11473400" y="4073850"/>
              <a:ext cx="53175" cy="74725"/>
            </a:xfrm>
            <a:custGeom>
              <a:avLst/>
              <a:gdLst/>
              <a:ahLst/>
              <a:cxnLst/>
              <a:rect l="l" t="t" r="r" b="b"/>
              <a:pathLst>
                <a:path w="2127" h="2989" fill="none" extrusionOk="0">
                  <a:moveTo>
                    <a:pt x="923" y="0"/>
                  </a:moveTo>
                  <a:lnTo>
                    <a:pt x="923" y="0"/>
                  </a:lnTo>
                  <a:lnTo>
                    <a:pt x="682" y="702"/>
                  </a:lnTo>
                  <a:lnTo>
                    <a:pt x="442" y="1424"/>
                  </a:lnTo>
                  <a:lnTo>
                    <a:pt x="201" y="2126"/>
                  </a:lnTo>
                  <a:lnTo>
                    <a:pt x="0" y="2848"/>
                  </a:lnTo>
                  <a:lnTo>
                    <a:pt x="0" y="2848"/>
                  </a:lnTo>
                  <a:lnTo>
                    <a:pt x="141" y="2908"/>
                  </a:lnTo>
                  <a:lnTo>
                    <a:pt x="301" y="2948"/>
                  </a:lnTo>
                  <a:lnTo>
                    <a:pt x="482" y="2968"/>
                  </a:lnTo>
                  <a:lnTo>
                    <a:pt x="642" y="2988"/>
                  </a:lnTo>
                  <a:lnTo>
                    <a:pt x="642" y="2988"/>
                  </a:lnTo>
                  <a:lnTo>
                    <a:pt x="823" y="2988"/>
                  </a:lnTo>
                  <a:lnTo>
                    <a:pt x="823" y="2988"/>
                  </a:lnTo>
                  <a:lnTo>
                    <a:pt x="1023" y="2948"/>
                  </a:lnTo>
                  <a:lnTo>
                    <a:pt x="1224" y="2868"/>
                  </a:lnTo>
                  <a:lnTo>
                    <a:pt x="1404" y="2788"/>
                  </a:lnTo>
                  <a:lnTo>
                    <a:pt x="1565" y="2667"/>
                  </a:lnTo>
                  <a:lnTo>
                    <a:pt x="1725" y="2527"/>
                  </a:lnTo>
                  <a:lnTo>
                    <a:pt x="1845" y="2367"/>
                  </a:lnTo>
                  <a:lnTo>
                    <a:pt x="1946" y="2186"/>
                  </a:lnTo>
                  <a:lnTo>
                    <a:pt x="2046" y="1986"/>
                  </a:lnTo>
                  <a:lnTo>
                    <a:pt x="2046" y="1986"/>
                  </a:lnTo>
                  <a:lnTo>
                    <a:pt x="2086" y="1825"/>
                  </a:lnTo>
                  <a:lnTo>
                    <a:pt x="2126" y="1645"/>
                  </a:lnTo>
                  <a:lnTo>
                    <a:pt x="2126" y="1484"/>
                  </a:lnTo>
                  <a:lnTo>
                    <a:pt x="2126" y="1324"/>
                  </a:lnTo>
                  <a:lnTo>
                    <a:pt x="2106" y="1163"/>
                  </a:lnTo>
                  <a:lnTo>
                    <a:pt x="2066" y="1023"/>
                  </a:lnTo>
                  <a:lnTo>
                    <a:pt x="2006" y="883"/>
                  </a:lnTo>
                  <a:lnTo>
                    <a:pt x="1926" y="742"/>
                  </a:lnTo>
                  <a:lnTo>
                    <a:pt x="1845" y="602"/>
                  </a:lnTo>
                  <a:lnTo>
                    <a:pt x="1745" y="482"/>
                  </a:lnTo>
                  <a:lnTo>
                    <a:pt x="1645" y="361"/>
                  </a:lnTo>
                  <a:lnTo>
                    <a:pt x="1525" y="261"/>
                  </a:lnTo>
                  <a:lnTo>
                    <a:pt x="1384" y="181"/>
                  </a:lnTo>
                  <a:lnTo>
                    <a:pt x="1244" y="100"/>
                  </a:lnTo>
                  <a:lnTo>
                    <a:pt x="1083" y="40"/>
                  </a:lnTo>
                  <a:lnTo>
                    <a:pt x="92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8" name="Google Shape;5768;p22"/>
            <p:cNvSpPr/>
            <p:nvPr/>
          </p:nvSpPr>
          <p:spPr>
            <a:xfrm>
              <a:off x="11451325" y="4072850"/>
              <a:ext cx="45150" cy="72200"/>
            </a:xfrm>
            <a:custGeom>
              <a:avLst/>
              <a:gdLst/>
              <a:ahLst/>
              <a:cxnLst/>
              <a:rect l="l" t="t" r="r" b="b"/>
              <a:pathLst>
                <a:path w="1806" h="2888" extrusionOk="0">
                  <a:moveTo>
                    <a:pt x="1485" y="0"/>
                  </a:moveTo>
                  <a:lnTo>
                    <a:pt x="1325" y="20"/>
                  </a:lnTo>
                  <a:lnTo>
                    <a:pt x="1164" y="40"/>
                  </a:lnTo>
                  <a:lnTo>
                    <a:pt x="1004" y="80"/>
                  </a:lnTo>
                  <a:lnTo>
                    <a:pt x="863" y="140"/>
                  </a:lnTo>
                  <a:lnTo>
                    <a:pt x="723" y="221"/>
                  </a:lnTo>
                  <a:lnTo>
                    <a:pt x="603" y="321"/>
                  </a:lnTo>
                  <a:lnTo>
                    <a:pt x="482" y="421"/>
                  </a:lnTo>
                  <a:lnTo>
                    <a:pt x="382" y="522"/>
                  </a:lnTo>
                  <a:lnTo>
                    <a:pt x="282" y="662"/>
                  </a:lnTo>
                  <a:lnTo>
                    <a:pt x="202" y="782"/>
                  </a:lnTo>
                  <a:lnTo>
                    <a:pt x="121" y="923"/>
                  </a:lnTo>
                  <a:lnTo>
                    <a:pt x="81" y="1083"/>
                  </a:lnTo>
                  <a:lnTo>
                    <a:pt x="21" y="1223"/>
                  </a:lnTo>
                  <a:lnTo>
                    <a:pt x="1" y="1384"/>
                  </a:lnTo>
                  <a:lnTo>
                    <a:pt x="1" y="1564"/>
                  </a:lnTo>
                  <a:lnTo>
                    <a:pt x="1" y="1725"/>
                  </a:lnTo>
                  <a:lnTo>
                    <a:pt x="41" y="1905"/>
                  </a:lnTo>
                  <a:lnTo>
                    <a:pt x="101" y="2066"/>
                  </a:lnTo>
                  <a:lnTo>
                    <a:pt x="181" y="2226"/>
                  </a:lnTo>
                  <a:lnTo>
                    <a:pt x="282" y="2387"/>
                  </a:lnTo>
                  <a:lnTo>
                    <a:pt x="402" y="2547"/>
                  </a:lnTo>
                  <a:lnTo>
                    <a:pt x="542" y="2667"/>
                  </a:lnTo>
                  <a:lnTo>
                    <a:pt x="703" y="2788"/>
                  </a:lnTo>
                  <a:lnTo>
                    <a:pt x="883" y="2888"/>
                  </a:lnTo>
                  <a:lnTo>
                    <a:pt x="1084" y="2166"/>
                  </a:lnTo>
                  <a:lnTo>
                    <a:pt x="1325" y="1464"/>
                  </a:lnTo>
                  <a:lnTo>
                    <a:pt x="1565" y="742"/>
                  </a:lnTo>
                  <a:lnTo>
                    <a:pt x="1806" y="40"/>
                  </a:lnTo>
                  <a:lnTo>
                    <a:pt x="1605" y="20"/>
                  </a:lnTo>
                  <a:lnTo>
                    <a:pt x="1485" y="0"/>
                  </a:lnTo>
                  <a:close/>
                </a:path>
              </a:pathLst>
            </a:custGeom>
            <a:solidFill>
              <a:srgbClr val="424242">
                <a:alpha val="307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9" name="Google Shape;5769;p22"/>
            <p:cNvSpPr/>
            <p:nvPr/>
          </p:nvSpPr>
          <p:spPr>
            <a:xfrm>
              <a:off x="11451325" y="4072850"/>
              <a:ext cx="45150" cy="72200"/>
            </a:xfrm>
            <a:custGeom>
              <a:avLst/>
              <a:gdLst/>
              <a:ahLst/>
              <a:cxnLst/>
              <a:rect l="l" t="t" r="r" b="b"/>
              <a:pathLst>
                <a:path w="1806" h="2888" fill="none" extrusionOk="0">
                  <a:moveTo>
                    <a:pt x="1485" y="0"/>
                  </a:moveTo>
                  <a:lnTo>
                    <a:pt x="1485" y="0"/>
                  </a:lnTo>
                  <a:lnTo>
                    <a:pt x="1325" y="20"/>
                  </a:lnTo>
                  <a:lnTo>
                    <a:pt x="1164" y="40"/>
                  </a:lnTo>
                  <a:lnTo>
                    <a:pt x="1004" y="80"/>
                  </a:lnTo>
                  <a:lnTo>
                    <a:pt x="863" y="140"/>
                  </a:lnTo>
                  <a:lnTo>
                    <a:pt x="723" y="221"/>
                  </a:lnTo>
                  <a:lnTo>
                    <a:pt x="603" y="321"/>
                  </a:lnTo>
                  <a:lnTo>
                    <a:pt x="482" y="421"/>
                  </a:lnTo>
                  <a:lnTo>
                    <a:pt x="382" y="522"/>
                  </a:lnTo>
                  <a:lnTo>
                    <a:pt x="282" y="662"/>
                  </a:lnTo>
                  <a:lnTo>
                    <a:pt x="202" y="782"/>
                  </a:lnTo>
                  <a:lnTo>
                    <a:pt x="121" y="923"/>
                  </a:lnTo>
                  <a:lnTo>
                    <a:pt x="81" y="1083"/>
                  </a:lnTo>
                  <a:lnTo>
                    <a:pt x="21" y="1223"/>
                  </a:lnTo>
                  <a:lnTo>
                    <a:pt x="1" y="1384"/>
                  </a:lnTo>
                  <a:lnTo>
                    <a:pt x="1" y="1564"/>
                  </a:lnTo>
                  <a:lnTo>
                    <a:pt x="1" y="1725"/>
                  </a:lnTo>
                  <a:lnTo>
                    <a:pt x="1" y="1725"/>
                  </a:lnTo>
                  <a:lnTo>
                    <a:pt x="41" y="1905"/>
                  </a:lnTo>
                  <a:lnTo>
                    <a:pt x="101" y="2066"/>
                  </a:lnTo>
                  <a:lnTo>
                    <a:pt x="181" y="2226"/>
                  </a:lnTo>
                  <a:lnTo>
                    <a:pt x="282" y="2387"/>
                  </a:lnTo>
                  <a:lnTo>
                    <a:pt x="402" y="2547"/>
                  </a:lnTo>
                  <a:lnTo>
                    <a:pt x="542" y="2667"/>
                  </a:lnTo>
                  <a:lnTo>
                    <a:pt x="703" y="2788"/>
                  </a:lnTo>
                  <a:lnTo>
                    <a:pt x="883" y="2888"/>
                  </a:lnTo>
                  <a:lnTo>
                    <a:pt x="883" y="2888"/>
                  </a:lnTo>
                  <a:lnTo>
                    <a:pt x="1084" y="2166"/>
                  </a:lnTo>
                  <a:lnTo>
                    <a:pt x="1325" y="1464"/>
                  </a:lnTo>
                  <a:lnTo>
                    <a:pt x="1565" y="742"/>
                  </a:lnTo>
                  <a:lnTo>
                    <a:pt x="1806" y="40"/>
                  </a:lnTo>
                  <a:lnTo>
                    <a:pt x="1806" y="40"/>
                  </a:lnTo>
                  <a:lnTo>
                    <a:pt x="1605" y="20"/>
                  </a:lnTo>
                  <a:lnTo>
                    <a:pt x="1605" y="20"/>
                  </a:lnTo>
                  <a:lnTo>
                    <a:pt x="148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0" name="Google Shape;5770;p22"/>
            <p:cNvSpPr/>
            <p:nvPr/>
          </p:nvSpPr>
          <p:spPr>
            <a:xfrm>
              <a:off x="11778225" y="4072850"/>
              <a:ext cx="75225" cy="75725"/>
            </a:xfrm>
            <a:custGeom>
              <a:avLst/>
              <a:gdLst/>
              <a:ahLst/>
              <a:cxnLst/>
              <a:rect l="l" t="t" r="r" b="b"/>
              <a:pathLst>
                <a:path w="3009" h="3029" extrusionOk="0">
                  <a:moveTo>
                    <a:pt x="1485" y="0"/>
                  </a:moveTo>
                  <a:lnTo>
                    <a:pt x="1324" y="20"/>
                  </a:lnTo>
                  <a:lnTo>
                    <a:pt x="1164" y="40"/>
                  </a:lnTo>
                  <a:lnTo>
                    <a:pt x="1003" y="80"/>
                  </a:lnTo>
                  <a:lnTo>
                    <a:pt x="863" y="140"/>
                  </a:lnTo>
                  <a:lnTo>
                    <a:pt x="722" y="221"/>
                  </a:lnTo>
                  <a:lnTo>
                    <a:pt x="602" y="321"/>
                  </a:lnTo>
                  <a:lnTo>
                    <a:pt x="482" y="421"/>
                  </a:lnTo>
                  <a:lnTo>
                    <a:pt x="382" y="522"/>
                  </a:lnTo>
                  <a:lnTo>
                    <a:pt x="281" y="662"/>
                  </a:lnTo>
                  <a:lnTo>
                    <a:pt x="201" y="782"/>
                  </a:lnTo>
                  <a:lnTo>
                    <a:pt x="121" y="923"/>
                  </a:lnTo>
                  <a:lnTo>
                    <a:pt x="81" y="1083"/>
                  </a:lnTo>
                  <a:lnTo>
                    <a:pt x="41" y="1223"/>
                  </a:lnTo>
                  <a:lnTo>
                    <a:pt x="0" y="1384"/>
                  </a:lnTo>
                  <a:lnTo>
                    <a:pt x="0" y="1564"/>
                  </a:lnTo>
                  <a:lnTo>
                    <a:pt x="0" y="1725"/>
                  </a:lnTo>
                  <a:lnTo>
                    <a:pt x="61" y="1965"/>
                  </a:lnTo>
                  <a:lnTo>
                    <a:pt x="161" y="2206"/>
                  </a:lnTo>
                  <a:lnTo>
                    <a:pt x="301" y="2427"/>
                  </a:lnTo>
                  <a:lnTo>
                    <a:pt x="482" y="2607"/>
                  </a:lnTo>
                  <a:lnTo>
                    <a:pt x="582" y="2707"/>
                  </a:lnTo>
                  <a:lnTo>
                    <a:pt x="682" y="2788"/>
                  </a:lnTo>
                  <a:lnTo>
                    <a:pt x="803" y="2848"/>
                  </a:lnTo>
                  <a:lnTo>
                    <a:pt x="943" y="2908"/>
                  </a:lnTo>
                  <a:lnTo>
                    <a:pt x="1083" y="2968"/>
                  </a:lnTo>
                  <a:lnTo>
                    <a:pt x="1224" y="2988"/>
                  </a:lnTo>
                  <a:lnTo>
                    <a:pt x="1384" y="3028"/>
                  </a:lnTo>
                  <a:lnTo>
                    <a:pt x="1705" y="3028"/>
                  </a:lnTo>
                  <a:lnTo>
                    <a:pt x="1906" y="2988"/>
                  </a:lnTo>
                  <a:lnTo>
                    <a:pt x="2106" y="2908"/>
                  </a:lnTo>
                  <a:lnTo>
                    <a:pt x="2287" y="2828"/>
                  </a:lnTo>
                  <a:lnTo>
                    <a:pt x="2447" y="2707"/>
                  </a:lnTo>
                  <a:lnTo>
                    <a:pt x="2608" y="2567"/>
                  </a:lnTo>
                  <a:lnTo>
                    <a:pt x="2728" y="2407"/>
                  </a:lnTo>
                  <a:lnTo>
                    <a:pt x="2828" y="2226"/>
                  </a:lnTo>
                  <a:lnTo>
                    <a:pt x="2928" y="2026"/>
                  </a:lnTo>
                  <a:lnTo>
                    <a:pt x="2969" y="1845"/>
                  </a:lnTo>
                  <a:lnTo>
                    <a:pt x="3009" y="1665"/>
                  </a:lnTo>
                  <a:lnTo>
                    <a:pt x="3009" y="1504"/>
                  </a:lnTo>
                  <a:lnTo>
                    <a:pt x="3009" y="1324"/>
                  </a:lnTo>
                  <a:lnTo>
                    <a:pt x="2969" y="1163"/>
                  </a:lnTo>
                  <a:lnTo>
                    <a:pt x="2928" y="1003"/>
                  </a:lnTo>
                  <a:lnTo>
                    <a:pt x="2848" y="842"/>
                  </a:lnTo>
                  <a:lnTo>
                    <a:pt x="2768" y="702"/>
                  </a:lnTo>
                  <a:lnTo>
                    <a:pt x="2668" y="562"/>
                  </a:lnTo>
                  <a:lnTo>
                    <a:pt x="2547" y="441"/>
                  </a:lnTo>
                  <a:lnTo>
                    <a:pt x="2427" y="321"/>
                  </a:lnTo>
                  <a:lnTo>
                    <a:pt x="2287" y="241"/>
                  </a:lnTo>
                  <a:lnTo>
                    <a:pt x="2126" y="140"/>
                  </a:lnTo>
                  <a:lnTo>
                    <a:pt x="1966" y="80"/>
                  </a:lnTo>
                  <a:lnTo>
                    <a:pt x="1805" y="40"/>
                  </a:lnTo>
                  <a:lnTo>
                    <a:pt x="1625" y="20"/>
                  </a:lnTo>
                  <a:lnTo>
                    <a:pt x="1485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1" name="Google Shape;5771;p22"/>
            <p:cNvSpPr/>
            <p:nvPr/>
          </p:nvSpPr>
          <p:spPr>
            <a:xfrm>
              <a:off x="11778225" y="4072850"/>
              <a:ext cx="75225" cy="75725"/>
            </a:xfrm>
            <a:custGeom>
              <a:avLst/>
              <a:gdLst/>
              <a:ahLst/>
              <a:cxnLst/>
              <a:rect l="l" t="t" r="r" b="b"/>
              <a:pathLst>
                <a:path w="3009" h="3029" fill="none" extrusionOk="0">
                  <a:moveTo>
                    <a:pt x="1485" y="0"/>
                  </a:moveTo>
                  <a:lnTo>
                    <a:pt x="1485" y="0"/>
                  </a:lnTo>
                  <a:lnTo>
                    <a:pt x="1324" y="20"/>
                  </a:lnTo>
                  <a:lnTo>
                    <a:pt x="1164" y="40"/>
                  </a:lnTo>
                  <a:lnTo>
                    <a:pt x="1003" y="80"/>
                  </a:lnTo>
                  <a:lnTo>
                    <a:pt x="863" y="140"/>
                  </a:lnTo>
                  <a:lnTo>
                    <a:pt x="722" y="221"/>
                  </a:lnTo>
                  <a:lnTo>
                    <a:pt x="602" y="321"/>
                  </a:lnTo>
                  <a:lnTo>
                    <a:pt x="482" y="421"/>
                  </a:lnTo>
                  <a:lnTo>
                    <a:pt x="382" y="522"/>
                  </a:lnTo>
                  <a:lnTo>
                    <a:pt x="281" y="662"/>
                  </a:lnTo>
                  <a:lnTo>
                    <a:pt x="201" y="782"/>
                  </a:lnTo>
                  <a:lnTo>
                    <a:pt x="121" y="923"/>
                  </a:lnTo>
                  <a:lnTo>
                    <a:pt x="81" y="1083"/>
                  </a:lnTo>
                  <a:lnTo>
                    <a:pt x="41" y="1223"/>
                  </a:lnTo>
                  <a:lnTo>
                    <a:pt x="0" y="1384"/>
                  </a:lnTo>
                  <a:lnTo>
                    <a:pt x="0" y="1564"/>
                  </a:lnTo>
                  <a:lnTo>
                    <a:pt x="0" y="1725"/>
                  </a:lnTo>
                  <a:lnTo>
                    <a:pt x="0" y="1725"/>
                  </a:lnTo>
                  <a:lnTo>
                    <a:pt x="61" y="1965"/>
                  </a:lnTo>
                  <a:lnTo>
                    <a:pt x="161" y="2206"/>
                  </a:lnTo>
                  <a:lnTo>
                    <a:pt x="301" y="2427"/>
                  </a:lnTo>
                  <a:lnTo>
                    <a:pt x="482" y="2607"/>
                  </a:lnTo>
                  <a:lnTo>
                    <a:pt x="582" y="2707"/>
                  </a:lnTo>
                  <a:lnTo>
                    <a:pt x="682" y="2788"/>
                  </a:lnTo>
                  <a:lnTo>
                    <a:pt x="803" y="2848"/>
                  </a:lnTo>
                  <a:lnTo>
                    <a:pt x="943" y="2908"/>
                  </a:lnTo>
                  <a:lnTo>
                    <a:pt x="1083" y="2968"/>
                  </a:lnTo>
                  <a:lnTo>
                    <a:pt x="1224" y="2988"/>
                  </a:lnTo>
                  <a:lnTo>
                    <a:pt x="1384" y="3028"/>
                  </a:lnTo>
                  <a:lnTo>
                    <a:pt x="1545" y="3028"/>
                  </a:lnTo>
                  <a:lnTo>
                    <a:pt x="1545" y="3028"/>
                  </a:lnTo>
                  <a:lnTo>
                    <a:pt x="1705" y="3028"/>
                  </a:lnTo>
                  <a:lnTo>
                    <a:pt x="1705" y="3028"/>
                  </a:lnTo>
                  <a:lnTo>
                    <a:pt x="1906" y="2988"/>
                  </a:lnTo>
                  <a:lnTo>
                    <a:pt x="2106" y="2908"/>
                  </a:lnTo>
                  <a:lnTo>
                    <a:pt x="2287" y="2828"/>
                  </a:lnTo>
                  <a:lnTo>
                    <a:pt x="2447" y="2707"/>
                  </a:lnTo>
                  <a:lnTo>
                    <a:pt x="2608" y="2567"/>
                  </a:lnTo>
                  <a:lnTo>
                    <a:pt x="2728" y="2407"/>
                  </a:lnTo>
                  <a:lnTo>
                    <a:pt x="2828" y="2226"/>
                  </a:lnTo>
                  <a:lnTo>
                    <a:pt x="2928" y="2026"/>
                  </a:lnTo>
                  <a:lnTo>
                    <a:pt x="2928" y="2026"/>
                  </a:lnTo>
                  <a:lnTo>
                    <a:pt x="2969" y="1845"/>
                  </a:lnTo>
                  <a:lnTo>
                    <a:pt x="3009" y="1665"/>
                  </a:lnTo>
                  <a:lnTo>
                    <a:pt x="3009" y="1504"/>
                  </a:lnTo>
                  <a:lnTo>
                    <a:pt x="3009" y="1324"/>
                  </a:lnTo>
                  <a:lnTo>
                    <a:pt x="2969" y="1163"/>
                  </a:lnTo>
                  <a:lnTo>
                    <a:pt x="2928" y="1003"/>
                  </a:lnTo>
                  <a:lnTo>
                    <a:pt x="2848" y="842"/>
                  </a:lnTo>
                  <a:lnTo>
                    <a:pt x="2768" y="702"/>
                  </a:lnTo>
                  <a:lnTo>
                    <a:pt x="2668" y="562"/>
                  </a:lnTo>
                  <a:lnTo>
                    <a:pt x="2547" y="441"/>
                  </a:lnTo>
                  <a:lnTo>
                    <a:pt x="2427" y="321"/>
                  </a:lnTo>
                  <a:lnTo>
                    <a:pt x="2287" y="241"/>
                  </a:lnTo>
                  <a:lnTo>
                    <a:pt x="2126" y="140"/>
                  </a:lnTo>
                  <a:lnTo>
                    <a:pt x="1966" y="80"/>
                  </a:lnTo>
                  <a:lnTo>
                    <a:pt x="1805" y="40"/>
                  </a:lnTo>
                  <a:lnTo>
                    <a:pt x="1625" y="20"/>
                  </a:lnTo>
                  <a:lnTo>
                    <a:pt x="1625" y="20"/>
                  </a:lnTo>
                  <a:lnTo>
                    <a:pt x="148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2" name="Google Shape;5772;p22"/>
            <p:cNvSpPr/>
            <p:nvPr/>
          </p:nvSpPr>
          <p:spPr>
            <a:xfrm>
              <a:off x="11881000" y="4205700"/>
              <a:ext cx="104300" cy="236675"/>
            </a:xfrm>
            <a:custGeom>
              <a:avLst/>
              <a:gdLst/>
              <a:ahLst/>
              <a:cxnLst/>
              <a:rect l="l" t="t" r="r" b="b"/>
              <a:pathLst>
                <a:path w="4172" h="9467" extrusionOk="0">
                  <a:moveTo>
                    <a:pt x="582" y="1"/>
                  </a:moveTo>
                  <a:lnTo>
                    <a:pt x="502" y="21"/>
                  </a:lnTo>
                  <a:lnTo>
                    <a:pt x="402" y="41"/>
                  </a:lnTo>
                  <a:lnTo>
                    <a:pt x="322" y="101"/>
                  </a:lnTo>
                  <a:lnTo>
                    <a:pt x="241" y="141"/>
                  </a:lnTo>
                  <a:lnTo>
                    <a:pt x="181" y="201"/>
                  </a:lnTo>
                  <a:lnTo>
                    <a:pt x="121" y="281"/>
                  </a:lnTo>
                  <a:lnTo>
                    <a:pt x="61" y="362"/>
                  </a:lnTo>
                  <a:lnTo>
                    <a:pt x="21" y="442"/>
                  </a:lnTo>
                  <a:lnTo>
                    <a:pt x="1" y="542"/>
                  </a:lnTo>
                  <a:lnTo>
                    <a:pt x="1" y="642"/>
                  </a:lnTo>
                  <a:lnTo>
                    <a:pt x="21" y="943"/>
                  </a:lnTo>
                  <a:lnTo>
                    <a:pt x="41" y="1244"/>
                  </a:lnTo>
                  <a:lnTo>
                    <a:pt x="81" y="1525"/>
                  </a:lnTo>
                  <a:lnTo>
                    <a:pt x="141" y="1826"/>
                  </a:lnTo>
                  <a:lnTo>
                    <a:pt x="281" y="2387"/>
                  </a:lnTo>
                  <a:lnTo>
                    <a:pt x="442" y="2969"/>
                  </a:lnTo>
                  <a:lnTo>
                    <a:pt x="642" y="3530"/>
                  </a:lnTo>
                  <a:lnTo>
                    <a:pt x="843" y="4092"/>
                  </a:lnTo>
                  <a:lnTo>
                    <a:pt x="1244" y="5195"/>
                  </a:lnTo>
                  <a:lnTo>
                    <a:pt x="1404" y="5736"/>
                  </a:lnTo>
                  <a:lnTo>
                    <a:pt x="1565" y="6258"/>
                  </a:lnTo>
                  <a:lnTo>
                    <a:pt x="1705" y="6779"/>
                  </a:lnTo>
                  <a:lnTo>
                    <a:pt x="1886" y="7300"/>
                  </a:lnTo>
                  <a:lnTo>
                    <a:pt x="2066" y="7822"/>
                  </a:lnTo>
                  <a:lnTo>
                    <a:pt x="2287" y="8323"/>
                  </a:lnTo>
                  <a:lnTo>
                    <a:pt x="2407" y="8564"/>
                  </a:lnTo>
                  <a:lnTo>
                    <a:pt x="2548" y="8784"/>
                  </a:lnTo>
                  <a:lnTo>
                    <a:pt x="2708" y="9025"/>
                  </a:lnTo>
                  <a:lnTo>
                    <a:pt x="2868" y="9246"/>
                  </a:lnTo>
                  <a:lnTo>
                    <a:pt x="2949" y="9306"/>
                  </a:lnTo>
                  <a:lnTo>
                    <a:pt x="3009" y="9366"/>
                  </a:lnTo>
                  <a:lnTo>
                    <a:pt x="3109" y="9406"/>
                  </a:lnTo>
                  <a:lnTo>
                    <a:pt x="3189" y="9446"/>
                  </a:lnTo>
                  <a:lnTo>
                    <a:pt x="3290" y="9446"/>
                  </a:lnTo>
                  <a:lnTo>
                    <a:pt x="3390" y="9466"/>
                  </a:lnTo>
                  <a:lnTo>
                    <a:pt x="3590" y="9426"/>
                  </a:lnTo>
                  <a:lnTo>
                    <a:pt x="3771" y="9366"/>
                  </a:lnTo>
                  <a:lnTo>
                    <a:pt x="3871" y="9306"/>
                  </a:lnTo>
                  <a:lnTo>
                    <a:pt x="3931" y="9246"/>
                  </a:lnTo>
                  <a:lnTo>
                    <a:pt x="4012" y="9186"/>
                  </a:lnTo>
                  <a:lnTo>
                    <a:pt x="4052" y="9105"/>
                  </a:lnTo>
                  <a:lnTo>
                    <a:pt x="4092" y="9005"/>
                  </a:lnTo>
                  <a:lnTo>
                    <a:pt x="4112" y="8905"/>
                  </a:lnTo>
                  <a:lnTo>
                    <a:pt x="4152" y="8624"/>
                  </a:lnTo>
                  <a:lnTo>
                    <a:pt x="4172" y="8323"/>
                  </a:lnTo>
                  <a:lnTo>
                    <a:pt x="4152" y="8042"/>
                  </a:lnTo>
                  <a:lnTo>
                    <a:pt x="4132" y="7742"/>
                  </a:lnTo>
                  <a:lnTo>
                    <a:pt x="4092" y="7461"/>
                  </a:lnTo>
                  <a:lnTo>
                    <a:pt x="4052" y="7160"/>
                  </a:lnTo>
                  <a:lnTo>
                    <a:pt x="3911" y="6598"/>
                  </a:lnTo>
                  <a:lnTo>
                    <a:pt x="3751" y="6037"/>
                  </a:lnTo>
                  <a:lnTo>
                    <a:pt x="3570" y="5475"/>
                  </a:lnTo>
                  <a:lnTo>
                    <a:pt x="3169" y="4352"/>
                  </a:lnTo>
                  <a:lnTo>
                    <a:pt x="2788" y="3249"/>
                  </a:lnTo>
                  <a:lnTo>
                    <a:pt x="2588" y="2688"/>
                  </a:lnTo>
                  <a:lnTo>
                    <a:pt x="2367" y="2146"/>
                  </a:lnTo>
                  <a:lnTo>
                    <a:pt x="2106" y="1625"/>
                  </a:lnTo>
                  <a:lnTo>
                    <a:pt x="1826" y="1124"/>
                  </a:lnTo>
                  <a:lnTo>
                    <a:pt x="1665" y="863"/>
                  </a:lnTo>
                  <a:lnTo>
                    <a:pt x="1485" y="642"/>
                  </a:lnTo>
                  <a:lnTo>
                    <a:pt x="1304" y="402"/>
                  </a:lnTo>
                  <a:lnTo>
                    <a:pt x="1104" y="181"/>
                  </a:lnTo>
                  <a:lnTo>
                    <a:pt x="1043" y="121"/>
                  </a:lnTo>
                  <a:lnTo>
                    <a:pt x="943" y="61"/>
                  </a:lnTo>
                  <a:lnTo>
                    <a:pt x="863" y="21"/>
                  </a:lnTo>
                  <a:lnTo>
                    <a:pt x="78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3" name="Google Shape;5773;p22"/>
            <p:cNvSpPr/>
            <p:nvPr/>
          </p:nvSpPr>
          <p:spPr>
            <a:xfrm>
              <a:off x="11960725" y="4474425"/>
              <a:ext cx="49150" cy="50175"/>
            </a:xfrm>
            <a:custGeom>
              <a:avLst/>
              <a:gdLst/>
              <a:ahLst/>
              <a:cxnLst/>
              <a:rect l="l" t="t" r="r" b="b"/>
              <a:pathLst>
                <a:path w="1966" h="2007" extrusionOk="0">
                  <a:moveTo>
                    <a:pt x="863" y="1"/>
                  </a:moveTo>
                  <a:lnTo>
                    <a:pt x="742" y="21"/>
                  </a:lnTo>
                  <a:lnTo>
                    <a:pt x="562" y="81"/>
                  </a:lnTo>
                  <a:lnTo>
                    <a:pt x="381" y="181"/>
                  </a:lnTo>
                  <a:lnTo>
                    <a:pt x="241" y="302"/>
                  </a:lnTo>
                  <a:lnTo>
                    <a:pt x="141" y="462"/>
                  </a:lnTo>
                  <a:lnTo>
                    <a:pt x="60" y="622"/>
                  </a:lnTo>
                  <a:lnTo>
                    <a:pt x="20" y="823"/>
                  </a:lnTo>
                  <a:lnTo>
                    <a:pt x="0" y="1004"/>
                  </a:lnTo>
                  <a:lnTo>
                    <a:pt x="20" y="1184"/>
                  </a:lnTo>
                  <a:lnTo>
                    <a:pt x="60" y="1364"/>
                  </a:lnTo>
                  <a:lnTo>
                    <a:pt x="141" y="1545"/>
                  </a:lnTo>
                  <a:lnTo>
                    <a:pt x="241" y="1705"/>
                  </a:lnTo>
                  <a:lnTo>
                    <a:pt x="381" y="1826"/>
                  </a:lnTo>
                  <a:lnTo>
                    <a:pt x="562" y="1926"/>
                  </a:lnTo>
                  <a:lnTo>
                    <a:pt x="742" y="1986"/>
                  </a:lnTo>
                  <a:lnTo>
                    <a:pt x="863" y="2006"/>
                  </a:lnTo>
                  <a:lnTo>
                    <a:pt x="1103" y="2006"/>
                  </a:lnTo>
                  <a:lnTo>
                    <a:pt x="1204" y="1986"/>
                  </a:lnTo>
                  <a:lnTo>
                    <a:pt x="1404" y="1926"/>
                  </a:lnTo>
                  <a:lnTo>
                    <a:pt x="1585" y="1826"/>
                  </a:lnTo>
                  <a:lnTo>
                    <a:pt x="1705" y="1705"/>
                  </a:lnTo>
                  <a:lnTo>
                    <a:pt x="1825" y="1545"/>
                  </a:lnTo>
                  <a:lnTo>
                    <a:pt x="1905" y="1364"/>
                  </a:lnTo>
                  <a:lnTo>
                    <a:pt x="1946" y="1184"/>
                  </a:lnTo>
                  <a:lnTo>
                    <a:pt x="1966" y="1004"/>
                  </a:lnTo>
                  <a:lnTo>
                    <a:pt x="1946" y="823"/>
                  </a:lnTo>
                  <a:lnTo>
                    <a:pt x="1905" y="622"/>
                  </a:lnTo>
                  <a:lnTo>
                    <a:pt x="1825" y="462"/>
                  </a:lnTo>
                  <a:lnTo>
                    <a:pt x="1705" y="302"/>
                  </a:lnTo>
                  <a:lnTo>
                    <a:pt x="1585" y="181"/>
                  </a:lnTo>
                  <a:lnTo>
                    <a:pt x="1404" y="81"/>
                  </a:lnTo>
                  <a:lnTo>
                    <a:pt x="1204" y="21"/>
                  </a:lnTo>
                  <a:lnTo>
                    <a:pt x="110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4" name="Google Shape;5774;p22"/>
            <p:cNvSpPr/>
            <p:nvPr/>
          </p:nvSpPr>
          <p:spPr>
            <a:xfrm>
              <a:off x="11410225" y="4481950"/>
              <a:ext cx="481325" cy="481850"/>
            </a:xfrm>
            <a:custGeom>
              <a:avLst/>
              <a:gdLst/>
              <a:ahLst/>
              <a:cxnLst/>
              <a:rect l="l" t="t" r="r" b="b"/>
              <a:pathLst>
                <a:path w="19253" h="19274" extrusionOk="0">
                  <a:moveTo>
                    <a:pt x="9226" y="1"/>
                  </a:moveTo>
                  <a:lnTo>
                    <a:pt x="8664" y="21"/>
                  </a:lnTo>
                  <a:lnTo>
                    <a:pt x="8123" y="101"/>
                  </a:lnTo>
                  <a:lnTo>
                    <a:pt x="7601" y="201"/>
                  </a:lnTo>
                  <a:lnTo>
                    <a:pt x="7080" y="321"/>
                  </a:lnTo>
                  <a:lnTo>
                    <a:pt x="6578" y="482"/>
                  </a:lnTo>
                  <a:lnTo>
                    <a:pt x="6077" y="662"/>
                  </a:lnTo>
                  <a:lnTo>
                    <a:pt x="5616" y="883"/>
                  </a:lnTo>
                  <a:lnTo>
                    <a:pt x="5134" y="1124"/>
                  </a:lnTo>
                  <a:lnTo>
                    <a:pt x="4693" y="1384"/>
                  </a:lnTo>
                  <a:lnTo>
                    <a:pt x="4252" y="1665"/>
                  </a:lnTo>
                  <a:lnTo>
                    <a:pt x="3831" y="1986"/>
                  </a:lnTo>
                  <a:lnTo>
                    <a:pt x="3430" y="2307"/>
                  </a:lnTo>
                  <a:lnTo>
                    <a:pt x="3049" y="2668"/>
                  </a:lnTo>
                  <a:lnTo>
                    <a:pt x="2688" y="3049"/>
                  </a:lnTo>
                  <a:lnTo>
                    <a:pt x="2347" y="3430"/>
                  </a:lnTo>
                  <a:lnTo>
                    <a:pt x="2026" y="3851"/>
                  </a:lnTo>
                  <a:lnTo>
                    <a:pt x="1725" y="4272"/>
                  </a:lnTo>
                  <a:lnTo>
                    <a:pt x="1444" y="4713"/>
                  </a:lnTo>
                  <a:lnTo>
                    <a:pt x="1184" y="5175"/>
                  </a:lnTo>
                  <a:lnTo>
                    <a:pt x="943" y="5656"/>
                  </a:lnTo>
                  <a:lnTo>
                    <a:pt x="743" y="6137"/>
                  </a:lnTo>
                  <a:lnTo>
                    <a:pt x="542" y="6639"/>
                  </a:lnTo>
                  <a:lnTo>
                    <a:pt x="382" y="7140"/>
                  </a:lnTo>
                  <a:lnTo>
                    <a:pt x="261" y="7661"/>
                  </a:lnTo>
                  <a:lnTo>
                    <a:pt x="161" y="8203"/>
                  </a:lnTo>
                  <a:lnTo>
                    <a:pt x="81" y="8724"/>
                  </a:lnTo>
                  <a:lnTo>
                    <a:pt x="21" y="9286"/>
                  </a:lnTo>
                  <a:lnTo>
                    <a:pt x="0" y="9827"/>
                  </a:lnTo>
                  <a:lnTo>
                    <a:pt x="21" y="10389"/>
                  </a:lnTo>
                  <a:lnTo>
                    <a:pt x="61" y="10950"/>
                  </a:lnTo>
                  <a:lnTo>
                    <a:pt x="121" y="11351"/>
                  </a:lnTo>
                  <a:lnTo>
                    <a:pt x="201" y="11773"/>
                  </a:lnTo>
                  <a:lnTo>
                    <a:pt x="301" y="12174"/>
                  </a:lnTo>
                  <a:lnTo>
                    <a:pt x="422" y="12575"/>
                  </a:lnTo>
                  <a:lnTo>
                    <a:pt x="562" y="12996"/>
                  </a:lnTo>
                  <a:lnTo>
                    <a:pt x="722" y="13397"/>
                  </a:lnTo>
                  <a:lnTo>
                    <a:pt x="903" y="13778"/>
                  </a:lnTo>
                  <a:lnTo>
                    <a:pt x="1103" y="14179"/>
                  </a:lnTo>
                  <a:lnTo>
                    <a:pt x="1324" y="14560"/>
                  </a:lnTo>
                  <a:lnTo>
                    <a:pt x="1565" y="14941"/>
                  </a:lnTo>
                  <a:lnTo>
                    <a:pt x="1825" y="15302"/>
                  </a:lnTo>
                  <a:lnTo>
                    <a:pt x="2106" y="15643"/>
                  </a:lnTo>
                  <a:lnTo>
                    <a:pt x="2387" y="16004"/>
                  </a:lnTo>
                  <a:lnTo>
                    <a:pt x="2708" y="16325"/>
                  </a:lnTo>
                  <a:lnTo>
                    <a:pt x="3029" y="16646"/>
                  </a:lnTo>
                  <a:lnTo>
                    <a:pt x="3390" y="16947"/>
                  </a:lnTo>
                  <a:lnTo>
                    <a:pt x="3751" y="17248"/>
                  </a:lnTo>
                  <a:lnTo>
                    <a:pt x="4132" y="17528"/>
                  </a:lnTo>
                  <a:lnTo>
                    <a:pt x="4513" y="17789"/>
                  </a:lnTo>
                  <a:lnTo>
                    <a:pt x="4934" y="18030"/>
                  </a:lnTo>
                  <a:lnTo>
                    <a:pt x="5355" y="18250"/>
                  </a:lnTo>
                  <a:lnTo>
                    <a:pt x="5796" y="18451"/>
                  </a:lnTo>
                  <a:lnTo>
                    <a:pt x="6237" y="18631"/>
                  </a:lnTo>
                  <a:lnTo>
                    <a:pt x="6719" y="18792"/>
                  </a:lnTo>
                  <a:lnTo>
                    <a:pt x="7180" y="18952"/>
                  </a:lnTo>
                  <a:lnTo>
                    <a:pt x="7681" y="19052"/>
                  </a:lnTo>
                  <a:lnTo>
                    <a:pt x="8183" y="19153"/>
                  </a:lnTo>
                  <a:lnTo>
                    <a:pt x="8704" y="19213"/>
                  </a:lnTo>
                  <a:lnTo>
                    <a:pt x="9246" y="19273"/>
                  </a:lnTo>
                  <a:lnTo>
                    <a:pt x="10329" y="19273"/>
                  </a:lnTo>
                  <a:lnTo>
                    <a:pt x="10910" y="19233"/>
                  </a:lnTo>
                  <a:lnTo>
                    <a:pt x="11231" y="19193"/>
                  </a:lnTo>
                  <a:lnTo>
                    <a:pt x="11572" y="19133"/>
                  </a:lnTo>
                  <a:lnTo>
                    <a:pt x="11893" y="19072"/>
                  </a:lnTo>
                  <a:lnTo>
                    <a:pt x="12234" y="19012"/>
                  </a:lnTo>
                  <a:lnTo>
                    <a:pt x="12555" y="18912"/>
                  </a:lnTo>
                  <a:lnTo>
                    <a:pt x="12855" y="18812"/>
                  </a:lnTo>
                  <a:lnTo>
                    <a:pt x="13176" y="18711"/>
                  </a:lnTo>
                  <a:lnTo>
                    <a:pt x="13477" y="18571"/>
                  </a:lnTo>
                  <a:lnTo>
                    <a:pt x="13778" y="18451"/>
                  </a:lnTo>
                  <a:lnTo>
                    <a:pt x="14059" y="18290"/>
                  </a:lnTo>
                  <a:lnTo>
                    <a:pt x="14360" y="18150"/>
                  </a:lnTo>
                  <a:lnTo>
                    <a:pt x="14640" y="17969"/>
                  </a:lnTo>
                  <a:lnTo>
                    <a:pt x="15182" y="17608"/>
                  </a:lnTo>
                  <a:lnTo>
                    <a:pt x="15703" y="17207"/>
                  </a:lnTo>
                  <a:lnTo>
                    <a:pt x="16184" y="16766"/>
                  </a:lnTo>
                  <a:lnTo>
                    <a:pt x="16646" y="16305"/>
                  </a:lnTo>
                  <a:lnTo>
                    <a:pt x="17067" y="15784"/>
                  </a:lnTo>
                  <a:lnTo>
                    <a:pt x="17468" y="15262"/>
                  </a:lnTo>
                  <a:lnTo>
                    <a:pt x="17829" y="14701"/>
                  </a:lnTo>
                  <a:lnTo>
                    <a:pt x="18150" y="14119"/>
                  </a:lnTo>
                  <a:lnTo>
                    <a:pt x="18431" y="13497"/>
                  </a:lnTo>
                  <a:lnTo>
                    <a:pt x="18671" y="12876"/>
                  </a:lnTo>
                  <a:lnTo>
                    <a:pt x="18872" y="12314"/>
                  </a:lnTo>
                  <a:lnTo>
                    <a:pt x="19012" y="11733"/>
                  </a:lnTo>
                  <a:lnTo>
                    <a:pt x="19132" y="11171"/>
                  </a:lnTo>
                  <a:lnTo>
                    <a:pt x="19213" y="10609"/>
                  </a:lnTo>
                  <a:lnTo>
                    <a:pt x="19253" y="10048"/>
                  </a:lnTo>
                  <a:lnTo>
                    <a:pt x="19253" y="9486"/>
                  </a:lnTo>
                  <a:lnTo>
                    <a:pt x="19233" y="8945"/>
                  </a:lnTo>
                  <a:lnTo>
                    <a:pt x="19193" y="8403"/>
                  </a:lnTo>
                  <a:lnTo>
                    <a:pt x="19092" y="7862"/>
                  </a:lnTo>
                  <a:lnTo>
                    <a:pt x="18992" y="7341"/>
                  </a:lnTo>
                  <a:lnTo>
                    <a:pt x="18832" y="6819"/>
                  </a:lnTo>
                  <a:lnTo>
                    <a:pt x="18671" y="6298"/>
                  </a:lnTo>
                  <a:lnTo>
                    <a:pt x="18471" y="5816"/>
                  </a:lnTo>
                  <a:lnTo>
                    <a:pt x="18230" y="5315"/>
                  </a:lnTo>
                  <a:lnTo>
                    <a:pt x="17969" y="4854"/>
                  </a:lnTo>
                  <a:lnTo>
                    <a:pt x="17689" y="4393"/>
                  </a:lnTo>
                  <a:lnTo>
                    <a:pt x="17388" y="3951"/>
                  </a:lnTo>
                  <a:lnTo>
                    <a:pt x="17067" y="3530"/>
                  </a:lnTo>
                  <a:lnTo>
                    <a:pt x="16706" y="3129"/>
                  </a:lnTo>
                  <a:lnTo>
                    <a:pt x="16325" y="2748"/>
                  </a:lnTo>
                  <a:lnTo>
                    <a:pt x="15944" y="2387"/>
                  </a:lnTo>
                  <a:lnTo>
                    <a:pt x="15523" y="2046"/>
                  </a:lnTo>
                  <a:lnTo>
                    <a:pt x="15081" y="1725"/>
                  </a:lnTo>
                  <a:lnTo>
                    <a:pt x="14620" y="1424"/>
                  </a:lnTo>
                  <a:lnTo>
                    <a:pt x="14139" y="1144"/>
                  </a:lnTo>
                  <a:lnTo>
                    <a:pt x="13638" y="903"/>
                  </a:lnTo>
                  <a:lnTo>
                    <a:pt x="13136" y="682"/>
                  </a:lnTo>
                  <a:lnTo>
                    <a:pt x="12595" y="502"/>
                  </a:lnTo>
                  <a:lnTo>
                    <a:pt x="12053" y="321"/>
                  </a:lnTo>
                  <a:lnTo>
                    <a:pt x="11492" y="201"/>
                  </a:lnTo>
                  <a:lnTo>
                    <a:pt x="10930" y="101"/>
                  </a:lnTo>
                  <a:lnTo>
                    <a:pt x="10349" y="21"/>
                  </a:lnTo>
                  <a:lnTo>
                    <a:pt x="976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5" name="Google Shape;5775;p22"/>
            <p:cNvSpPr/>
            <p:nvPr/>
          </p:nvSpPr>
          <p:spPr>
            <a:xfrm>
              <a:off x="11410225" y="4481950"/>
              <a:ext cx="481325" cy="481850"/>
            </a:xfrm>
            <a:custGeom>
              <a:avLst/>
              <a:gdLst/>
              <a:ahLst/>
              <a:cxnLst/>
              <a:rect l="l" t="t" r="r" b="b"/>
              <a:pathLst>
                <a:path w="19253" h="19274" fill="none" extrusionOk="0">
                  <a:moveTo>
                    <a:pt x="61" y="10950"/>
                  </a:moveTo>
                  <a:lnTo>
                    <a:pt x="61" y="10950"/>
                  </a:lnTo>
                  <a:lnTo>
                    <a:pt x="121" y="11351"/>
                  </a:lnTo>
                  <a:lnTo>
                    <a:pt x="201" y="11773"/>
                  </a:lnTo>
                  <a:lnTo>
                    <a:pt x="301" y="12174"/>
                  </a:lnTo>
                  <a:lnTo>
                    <a:pt x="422" y="12575"/>
                  </a:lnTo>
                  <a:lnTo>
                    <a:pt x="562" y="12996"/>
                  </a:lnTo>
                  <a:lnTo>
                    <a:pt x="722" y="13397"/>
                  </a:lnTo>
                  <a:lnTo>
                    <a:pt x="903" y="13778"/>
                  </a:lnTo>
                  <a:lnTo>
                    <a:pt x="1103" y="14179"/>
                  </a:lnTo>
                  <a:lnTo>
                    <a:pt x="1324" y="14560"/>
                  </a:lnTo>
                  <a:lnTo>
                    <a:pt x="1565" y="14941"/>
                  </a:lnTo>
                  <a:lnTo>
                    <a:pt x="1825" y="15302"/>
                  </a:lnTo>
                  <a:lnTo>
                    <a:pt x="2106" y="15643"/>
                  </a:lnTo>
                  <a:lnTo>
                    <a:pt x="2387" y="16004"/>
                  </a:lnTo>
                  <a:lnTo>
                    <a:pt x="2708" y="16325"/>
                  </a:lnTo>
                  <a:lnTo>
                    <a:pt x="3029" y="16646"/>
                  </a:lnTo>
                  <a:lnTo>
                    <a:pt x="3390" y="16947"/>
                  </a:lnTo>
                  <a:lnTo>
                    <a:pt x="3751" y="17248"/>
                  </a:lnTo>
                  <a:lnTo>
                    <a:pt x="4132" y="17528"/>
                  </a:lnTo>
                  <a:lnTo>
                    <a:pt x="4513" y="17789"/>
                  </a:lnTo>
                  <a:lnTo>
                    <a:pt x="4934" y="18030"/>
                  </a:lnTo>
                  <a:lnTo>
                    <a:pt x="5355" y="18250"/>
                  </a:lnTo>
                  <a:lnTo>
                    <a:pt x="5796" y="18451"/>
                  </a:lnTo>
                  <a:lnTo>
                    <a:pt x="6237" y="18631"/>
                  </a:lnTo>
                  <a:lnTo>
                    <a:pt x="6719" y="18792"/>
                  </a:lnTo>
                  <a:lnTo>
                    <a:pt x="7180" y="18952"/>
                  </a:lnTo>
                  <a:lnTo>
                    <a:pt x="7681" y="19052"/>
                  </a:lnTo>
                  <a:lnTo>
                    <a:pt x="8183" y="19153"/>
                  </a:lnTo>
                  <a:lnTo>
                    <a:pt x="8704" y="19213"/>
                  </a:lnTo>
                  <a:lnTo>
                    <a:pt x="9246" y="19273"/>
                  </a:lnTo>
                  <a:lnTo>
                    <a:pt x="9787" y="19273"/>
                  </a:lnTo>
                  <a:lnTo>
                    <a:pt x="10329" y="19273"/>
                  </a:lnTo>
                  <a:lnTo>
                    <a:pt x="10910" y="19233"/>
                  </a:lnTo>
                  <a:lnTo>
                    <a:pt x="10910" y="19233"/>
                  </a:lnTo>
                  <a:lnTo>
                    <a:pt x="11231" y="19193"/>
                  </a:lnTo>
                  <a:lnTo>
                    <a:pt x="11572" y="19133"/>
                  </a:lnTo>
                  <a:lnTo>
                    <a:pt x="11893" y="19072"/>
                  </a:lnTo>
                  <a:lnTo>
                    <a:pt x="12234" y="19012"/>
                  </a:lnTo>
                  <a:lnTo>
                    <a:pt x="12555" y="18912"/>
                  </a:lnTo>
                  <a:lnTo>
                    <a:pt x="12855" y="18812"/>
                  </a:lnTo>
                  <a:lnTo>
                    <a:pt x="13176" y="18711"/>
                  </a:lnTo>
                  <a:lnTo>
                    <a:pt x="13477" y="18571"/>
                  </a:lnTo>
                  <a:lnTo>
                    <a:pt x="13778" y="18451"/>
                  </a:lnTo>
                  <a:lnTo>
                    <a:pt x="14059" y="18290"/>
                  </a:lnTo>
                  <a:lnTo>
                    <a:pt x="14360" y="18150"/>
                  </a:lnTo>
                  <a:lnTo>
                    <a:pt x="14640" y="17969"/>
                  </a:lnTo>
                  <a:lnTo>
                    <a:pt x="15182" y="17608"/>
                  </a:lnTo>
                  <a:lnTo>
                    <a:pt x="15703" y="17207"/>
                  </a:lnTo>
                  <a:lnTo>
                    <a:pt x="16184" y="16766"/>
                  </a:lnTo>
                  <a:lnTo>
                    <a:pt x="16646" y="16305"/>
                  </a:lnTo>
                  <a:lnTo>
                    <a:pt x="17067" y="15784"/>
                  </a:lnTo>
                  <a:lnTo>
                    <a:pt x="17468" y="15262"/>
                  </a:lnTo>
                  <a:lnTo>
                    <a:pt x="17829" y="14701"/>
                  </a:lnTo>
                  <a:lnTo>
                    <a:pt x="18150" y="14119"/>
                  </a:lnTo>
                  <a:lnTo>
                    <a:pt x="18431" y="13497"/>
                  </a:lnTo>
                  <a:lnTo>
                    <a:pt x="18671" y="12876"/>
                  </a:lnTo>
                  <a:lnTo>
                    <a:pt x="18671" y="12876"/>
                  </a:lnTo>
                  <a:lnTo>
                    <a:pt x="18872" y="12314"/>
                  </a:lnTo>
                  <a:lnTo>
                    <a:pt x="19012" y="11733"/>
                  </a:lnTo>
                  <a:lnTo>
                    <a:pt x="19132" y="11171"/>
                  </a:lnTo>
                  <a:lnTo>
                    <a:pt x="19213" y="10609"/>
                  </a:lnTo>
                  <a:lnTo>
                    <a:pt x="19253" y="10048"/>
                  </a:lnTo>
                  <a:lnTo>
                    <a:pt x="19253" y="9486"/>
                  </a:lnTo>
                  <a:lnTo>
                    <a:pt x="19233" y="8945"/>
                  </a:lnTo>
                  <a:lnTo>
                    <a:pt x="19193" y="8403"/>
                  </a:lnTo>
                  <a:lnTo>
                    <a:pt x="19092" y="7862"/>
                  </a:lnTo>
                  <a:lnTo>
                    <a:pt x="18992" y="7341"/>
                  </a:lnTo>
                  <a:lnTo>
                    <a:pt x="18832" y="6819"/>
                  </a:lnTo>
                  <a:lnTo>
                    <a:pt x="18671" y="6298"/>
                  </a:lnTo>
                  <a:lnTo>
                    <a:pt x="18471" y="5816"/>
                  </a:lnTo>
                  <a:lnTo>
                    <a:pt x="18230" y="5315"/>
                  </a:lnTo>
                  <a:lnTo>
                    <a:pt x="17969" y="4854"/>
                  </a:lnTo>
                  <a:lnTo>
                    <a:pt x="17689" y="4393"/>
                  </a:lnTo>
                  <a:lnTo>
                    <a:pt x="17388" y="3951"/>
                  </a:lnTo>
                  <a:lnTo>
                    <a:pt x="17067" y="3530"/>
                  </a:lnTo>
                  <a:lnTo>
                    <a:pt x="16706" y="3129"/>
                  </a:lnTo>
                  <a:lnTo>
                    <a:pt x="16325" y="2748"/>
                  </a:lnTo>
                  <a:lnTo>
                    <a:pt x="15944" y="2387"/>
                  </a:lnTo>
                  <a:lnTo>
                    <a:pt x="15523" y="2046"/>
                  </a:lnTo>
                  <a:lnTo>
                    <a:pt x="15081" y="1725"/>
                  </a:lnTo>
                  <a:lnTo>
                    <a:pt x="14620" y="1424"/>
                  </a:lnTo>
                  <a:lnTo>
                    <a:pt x="14139" y="1144"/>
                  </a:lnTo>
                  <a:lnTo>
                    <a:pt x="13638" y="903"/>
                  </a:lnTo>
                  <a:lnTo>
                    <a:pt x="13136" y="682"/>
                  </a:lnTo>
                  <a:lnTo>
                    <a:pt x="12595" y="502"/>
                  </a:lnTo>
                  <a:lnTo>
                    <a:pt x="12053" y="321"/>
                  </a:lnTo>
                  <a:lnTo>
                    <a:pt x="11492" y="201"/>
                  </a:lnTo>
                  <a:lnTo>
                    <a:pt x="10930" y="101"/>
                  </a:lnTo>
                  <a:lnTo>
                    <a:pt x="10349" y="21"/>
                  </a:lnTo>
                  <a:lnTo>
                    <a:pt x="10349" y="21"/>
                  </a:lnTo>
                  <a:lnTo>
                    <a:pt x="9767" y="1"/>
                  </a:lnTo>
                  <a:lnTo>
                    <a:pt x="9226" y="1"/>
                  </a:lnTo>
                  <a:lnTo>
                    <a:pt x="8664" y="21"/>
                  </a:lnTo>
                  <a:lnTo>
                    <a:pt x="8123" y="101"/>
                  </a:lnTo>
                  <a:lnTo>
                    <a:pt x="7601" y="201"/>
                  </a:lnTo>
                  <a:lnTo>
                    <a:pt x="7080" y="321"/>
                  </a:lnTo>
                  <a:lnTo>
                    <a:pt x="6578" y="482"/>
                  </a:lnTo>
                  <a:lnTo>
                    <a:pt x="6077" y="662"/>
                  </a:lnTo>
                  <a:lnTo>
                    <a:pt x="5616" y="883"/>
                  </a:lnTo>
                  <a:lnTo>
                    <a:pt x="5134" y="1124"/>
                  </a:lnTo>
                  <a:lnTo>
                    <a:pt x="4693" y="1384"/>
                  </a:lnTo>
                  <a:lnTo>
                    <a:pt x="4252" y="1665"/>
                  </a:lnTo>
                  <a:lnTo>
                    <a:pt x="3831" y="1986"/>
                  </a:lnTo>
                  <a:lnTo>
                    <a:pt x="3430" y="2307"/>
                  </a:lnTo>
                  <a:lnTo>
                    <a:pt x="3049" y="2668"/>
                  </a:lnTo>
                  <a:lnTo>
                    <a:pt x="2688" y="3049"/>
                  </a:lnTo>
                  <a:lnTo>
                    <a:pt x="2347" y="3430"/>
                  </a:lnTo>
                  <a:lnTo>
                    <a:pt x="2026" y="3851"/>
                  </a:lnTo>
                  <a:lnTo>
                    <a:pt x="1725" y="4272"/>
                  </a:lnTo>
                  <a:lnTo>
                    <a:pt x="1444" y="4713"/>
                  </a:lnTo>
                  <a:lnTo>
                    <a:pt x="1184" y="5175"/>
                  </a:lnTo>
                  <a:lnTo>
                    <a:pt x="943" y="5656"/>
                  </a:lnTo>
                  <a:lnTo>
                    <a:pt x="743" y="6137"/>
                  </a:lnTo>
                  <a:lnTo>
                    <a:pt x="542" y="6639"/>
                  </a:lnTo>
                  <a:lnTo>
                    <a:pt x="382" y="7140"/>
                  </a:lnTo>
                  <a:lnTo>
                    <a:pt x="261" y="7661"/>
                  </a:lnTo>
                  <a:lnTo>
                    <a:pt x="161" y="8203"/>
                  </a:lnTo>
                  <a:lnTo>
                    <a:pt x="81" y="8724"/>
                  </a:lnTo>
                  <a:lnTo>
                    <a:pt x="21" y="9286"/>
                  </a:lnTo>
                  <a:lnTo>
                    <a:pt x="0" y="9827"/>
                  </a:lnTo>
                  <a:lnTo>
                    <a:pt x="21" y="10389"/>
                  </a:lnTo>
                  <a:lnTo>
                    <a:pt x="61" y="1095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6" name="Google Shape;5776;p22"/>
            <p:cNvSpPr/>
            <p:nvPr/>
          </p:nvSpPr>
          <p:spPr>
            <a:xfrm>
              <a:off x="11491450" y="4562675"/>
              <a:ext cx="319400" cy="320400"/>
            </a:xfrm>
            <a:custGeom>
              <a:avLst/>
              <a:gdLst/>
              <a:ahLst/>
              <a:cxnLst/>
              <a:rect l="l" t="t" r="r" b="b"/>
              <a:pathLst>
                <a:path w="12776" h="12816" extrusionOk="0">
                  <a:moveTo>
                    <a:pt x="6418" y="0"/>
                  </a:moveTo>
                  <a:lnTo>
                    <a:pt x="5977" y="20"/>
                  </a:lnTo>
                  <a:lnTo>
                    <a:pt x="5555" y="61"/>
                  </a:lnTo>
                  <a:lnTo>
                    <a:pt x="5154" y="121"/>
                  </a:lnTo>
                  <a:lnTo>
                    <a:pt x="4753" y="221"/>
                  </a:lnTo>
                  <a:lnTo>
                    <a:pt x="4352" y="341"/>
                  </a:lnTo>
                  <a:lnTo>
                    <a:pt x="3971" y="482"/>
                  </a:lnTo>
                  <a:lnTo>
                    <a:pt x="3610" y="642"/>
                  </a:lnTo>
                  <a:lnTo>
                    <a:pt x="3249" y="843"/>
                  </a:lnTo>
                  <a:lnTo>
                    <a:pt x="2908" y="1063"/>
                  </a:lnTo>
                  <a:lnTo>
                    <a:pt x="2567" y="1304"/>
                  </a:lnTo>
                  <a:lnTo>
                    <a:pt x="2266" y="1565"/>
                  </a:lnTo>
                  <a:lnTo>
                    <a:pt x="1966" y="1845"/>
                  </a:lnTo>
                  <a:lnTo>
                    <a:pt x="1685" y="2126"/>
                  </a:lnTo>
                  <a:lnTo>
                    <a:pt x="1424" y="2447"/>
                  </a:lnTo>
                  <a:lnTo>
                    <a:pt x="1184" y="2768"/>
                  </a:lnTo>
                  <a:lnTo>
                    <a:pt x="1023" y="3009"/>
                  </a:lnTo>
                  <a:lnTo>
                    <a:pt x="883" y="3269"/>
                  </a:lnTo>
                  <a:lnTo>
                    <a:pt x="742" y="3510"/>
                  </a:lnTo>
                  <a:lnTo>
                    <a:pt x="622" y="3771"/>
                  </a:lnTo>
                  <a:lnTo>
                    <a:pt x="502" y="4051"/>
                  </a:lnTo>
                  <a:lnTo>
                    <a:pt x="381" y="4312"/>
                  </a:lnTo>
                  <a:lnTo>
                    <a:pt x="301" y="4593"/>
                  </a:lnTo>
                  <a:lnTo>
                    <a:pt x="221" y="4874"/>
                  </a:lnTo>
                  <a:lnTo>
                    <a:pt x="141" y="5174"/>
                  </a:lnTo>
                  <a:lnTo>
                    <a:pt x="101" y="5455"/>
                  </a:lnTo>
                  <a:lnTo>
                    <a:pt x="40" y="5756"/>
                  </a:lnTo>
                  <a:lnTo>
                    <a:pt x="20" y="6057"/>
                  </a:lnTo>
                  <a:lnTo>
                    <a:pt x="0" y="6358"/>
                  </a:lnTo>
                  <a:lnTo>
                    <a:pt x="0" y="6658"/>
                  </a:lnTo>
                  <a:lnTo>
                    <a:pt x="20" y="6959"/>
                  </a:lnTo>
                  <a:lnTo>
                    <a:pt x="40" y="7280"/>
                  </a:lnTo>
                  <a:lnTo>
                    <a:pt x="101" y="7661"/>
                  </a:lnTo>
                  <a:lnTo>
                    <a:pt x="181" y="8042"/>
                  </a:lnTo>
                  <a:lnTo>
                    <a:pt x="281" y="8423"/>
                  </a:lnTo>
                  <a:lnTo>
                    <a:pt x="421" y="8804"/>
                  </a:lnTo>
                  <a:lnTo>
                    <a:pt x="602" y="9165"/>
                  </a:lnTo>
                  <a:lnTo>
                    <a:pt x="782" y="9526"/>
                  </a:lnTo>
                  <a:lnTo>
                    <a:pt x="1003" y="9887"/>
                  </a:lnTo>
                  <a:lnTo>
                    <a:pt x="1244" y="10228"/>
                  </a:lnTo>
                  <a:lnTo>
                    <a:pt x="1524" y="10549"/>
                  </a:lnTo>
                  <a:lnTo>
                    <a:pt x="1805" y="10870"/>
                  </a:lnTo>
                  <a:lnTo>
                    <a:pt x="2126" y="11171"/>
                  </a:lnTo>
                  <a:lnTo>
                    <a:pt x="2447" y="11431"/>
                  </a:lnTo>
                  <a:lnTo>
                    <a:pt x="2808" y="11692"/>
                  </a:lnTo>
                  <a:lnTo>
                    <a:pt x="3189" y="11933"/>
                  </a:lnTo>
                  <a:lnTo>
                    <a:pt x="3590" y="12133"/>
                  </a:lnTo>
                  <a:lnTo>
                    <a:pt x="3991" y="12334"/>
                  </a:lnTo>
                  <a:lnTo>
                    <a:pt x="4352" y="12454"/>
                  </a:lnTo>
                  <a:lnTo>
                    <a:pt x="4733" y="12575"/>
                  </a:lnTo>
                  <a:lnTo>
                    <a:pt x="5114" y="12675"/>
                  </a:lnTo>
                  <a:lnTo>
                    <a:pt x="5515" y="12735"/>
                  </a:lnTo>
                  <a:lnTo>
                    <a:pt x="5936" y="12775"/>
                  </a:lnTo>
                  <a:lnTo>
                    <a:pt x="6358" y="12815"/>
                  </a:lnTo>
                  <a:lnTo>
                    <a:pt x="6779" y="12795"/>
                  </a:lnTo>
                  <a:lnTo>
                    <a:pt x="7220" y="12775"/>
                  </a:lnTo>
                  <a:lnTo>
                    <a:pt x="7681" y="12715"/>
                  </a:lnTo>
                  <a:lnTo>
                    <a:pt x="8102" y="12615"/>
                  </a:lnTo>
                  <a:lnTo>
                    <a:pt x="8523" y="12494"/>
                  </a:lnTo>
                  <a:lnTo>
                    <a:pt x="8945" y="12334"/>
                  </a:lnTo>
                  <a:lnTo>
                    <a:pt x="9326" y="12153"/>
                  </a:lnTo>
                  <a:lnTo>
                    <a:pt x="9707" y="11933"/>
                  </a:lnTo>
                  <a:lnTo>
                    <a:pt x="10068" y="11692"/>
                  </a:lnTo>
                  <a:lnTo>
                    <a:pt x="10409" y="11431"/>
                  </a:lnTo>
                  <a:lnTo>
                    <a:pt x="10729" y="11131"/>
                  </a:lnTo>
                  <a:lnTo>
                    <a:pt x="11030" y="10830"/>
                  </a:lnTo>
                  <a:lnTo>
                    <a:pt x="11311" y="10489"/>
                  </a:lnTo>
                  <a:lnTo>
                    <a:pt x="11592" y="10128"/>
                  </a:lnTo>
                  <a:lnTo>
                    <a:pt x="11812" y="9767"/>
                  </a:lnTo>
                  <a:lnTo>
                    <a:pt x="12033" y="9366"/>
                  </a:lnTo>
                  <a:lnTo>
                    <a:pt x="12234" y="8965"/>
                  </a:lnTo>
                  <a:lnTo>
                    <a:pt x="12394" y="8564"/>
                  </a:lnTo>
                  <a:lnTo>
                    <a:pt x="12514" y="8183"/>
                  </a:lnTo>
                  <a:lnTo>
                    <a:pt x="12615" y="7802"/>
                  </a:lnTo>
                  <a:lnTo>
                    <a:pt x="12695" y="7421"/>
                  </a:lnTo>
                  <a:lnTo>
                    <a:pt x="12735" y="7060"/>
                  </a:lnTo>
                  <a:lnTo>
                    <a:pt x="12775" y="6679"/>
                  </a:lnTo>
                  <a:lnTo>
                    <a:pt x="12775" y="6318"/>
                  </a:lnTo>
                  <a:lnTo>
                    <a:pt x="12755" y="5957"/>
                  </a:lnTo>
                  <a:lnTo>
                    <a:pt x="12715" y="5576"/>
                  </a:lnTo>
                  <a:lnTo>
                    <a:pt x="12675" y="5235"/>
                  </a:lnTo>
                  <a:lnTo>
                    <a:pt x="12595" y="4874"/>
                  </a:lnTo>
                  <a:lnTo>
                    <a:pt x="12494" y="4533"/>
                  </a:lnTo>
                  <a:lnTo>
                    <a:pt x="12374" y="4192"/>
                  </a:lnTo>
                  <a:lnTo>
                    <a:pt x="12254" y="3871"/>
                  </a:lnTo>
                  <a:lnTo>
                    <a:pt x="12093" y="3550"/>
                  </a:lnTo>
                  <a:lnTo>
                    <a:pt x="11933" y="3229"/>
                  </a:lnTo>
                  <a:lnTo>
                    <a:pt x="11732" y="2928"/>
                  </a:lnTo>
                  <a:lnTo>
                    <a:pt x="11532" y="2648"/>
                  </a:lnTo>
                  <a:lnTo>
                    <a:pt x="11311" y="2367"/>
                  </a:lnTo>
                  <a:lnTo>
                    <a:pt x="11090" y="2086"/>
                  </a:lnTo>
                  <a:lnTo>
                    <a:pt x="10830" y="1825"/>
                  </a:lnTo>
                  <a:lnTo>
                    <a:pt x="10569" y="1585"/>
                  </a:lnTo>
                  <a:lnTo>
                    <a:pt x="10288" y="1364"/>
                  </a:lnTo>
                  <a:lnTo>
                    <a:pt x="10008" y="1143"/>
                  </a:lnTo>
                  <a:lnTo>
                    <a:pt x="9687" y="963"/>
                  </a:lnTo>
                  <a:lnTo>
                    <a:pt x="9386" y="783"/>
                  </a:lnTo>
                  <a:lnTo>
                    <a:pt x="9045" y="622"/>
                  </a:lnTo>
                  <a:lnTo>
                    <a:pt x="8704" y="462"/>
                  </a:lnTo>
                  <a:lnTo>
                    <a:pt x="8363" y="341"/>
                  </a:lnTo>
                  <a:lnTo>
                    <a:pt x="8002" y="241"/>
                  </a:lnTo>
                  <a:lnTo>
                    <a:pt x="7621" y="141"/>
                  </a:lnTo>
                  <a:lnTo>
                    <a:pt x="7240" y="81"/>
                  </a:lnTo>
                  <a:lnTo>
                    <a:pt x="6859" y="20"/>
                  </a:lnTo>
                  <a:lnTo>
                    <a:pt x="6418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7" name="Google Shape;5777;p22"/>
            <p:cNvSpPr/>
            <p:nvPr/>
          </p:nvSpPr>
          <p:spPr>
            <a:xfrm>
              <a:off x="11491450" y="4562675"/>
              <a:ext cx="319400" cy="320400"/>
            </a:xfrm>
            <a:custGeom>
              <a:avLst/>
              <a:gdLst/>
              <a:ahLst/>
              <a:cxnLst/>
              <a:rect l="l" t="t" r="r" b="b"/>
              <a:pathLst>
                <a:path w="12776" h="12816" fill="none" extrusionOk="0">
                  <a:moveTo>
                    <a:pt x="12394" y="8564"/>
                  </a:moveTo>
                  <a:lnTo>
                    <a:pt x="12394" y="8564"/>
                  </a:lnTo>
                  <a:lnTo>
                    <a:pt x="12234" y="8965"/>
                  </a:lnTo>
                  <a:lnTo>
                    <a:pt x="12033" y="9366"/>
                  </a:lnTo>
                  <a:lnTo>
                    <a:pt x="11812" y="9767"/>
                  </a:lnTo>
                  <a:lnTo>
                    <a:pt x="11592" y="10128"/>
                  </a:lnTo>
                  <a:lnTo>
                    <a:pt x="11311" y="10489"/>
                  </a:lnTo>
                  <a:lnTo>
                    <a:pt x="11030" y="10830"/>
                  </a:lnTo>
                  <a:lnTo>
                    <a:pt x="10729" y="11131"/>
                  </a:lnTo>
                  <a:lnTo>
                    <a:pt x="10409" y="11431"/>
                  </a:lnTo>
                  <a:lnTo>
                    <a:pt x="10068" y="11692"/>
                  </a:lnTo>
                  <a:lnTo>
                    <a:pt x="9707" y="11933"/>
                  </a:lnTo>
                  <a:lnTo>
                    <a:pt x="9326" y="12153"/>
                  </a:lnTo>
                  <a:lnTo>
                    <a:pt x="8945" y="12334"/>
                  </a:lnTo>
                  <a:lnTo>
                    <a:pt x="8523" y="12494"/>
                  </a:lnTo>
                  <a:lnTo>
                    <a:pt x="8102" y="12615"/>
                  </a:lnTo>
                  <a:lnTo>
                    <a:pt x="7681" y="12715"/>
                  </a:lnTo>
                  <a:lnTo>
                    <a:pt x="7220" y="12775"/>
                  </a:lnTo>
                  <a:lnTo>
                    <a:pt x="7220" y="12775"/>
                  </a:lnTo>
                  <a:lnTo>
                    <a:pt x="6779" y="12795"/>
                  </a:lnTo>
                  <a:lnTo>
                    <a:pt x="6358" y="12815"/>
                  </a:lnTo>
                  <a:lnTo>
                    <a:pt x="5936" y="12775"/>
                  </a:lnTo>
                  <a:lnTo>
                    <a:pt x="5515" y="12735"/>
                  </a:lnTo>
                  <a:lnTo>
                    <a:pt x="5114" y="12675"/>
                  </a:lnTo>
                  <a:lnTo>
                    <a:pt x="4733" y="12575"/>
                  </a:lnTo>
                  <a:lnTo>
                    <a:pt x="4352" y="12454"/>
                  </a:lnTo>
                  <a:lnTo>
                    <a:pt x="3991" y="12334"/>
                  </a:lnTo>
                  <a:lnTo>
                    <a:pt x="3991" y="12334"/>
                  </a:lnTo>
                  <a:lnTo>
                    <a:pt x="3590" y="12133"/>
                  </a:lnTo>
                  <a:lnTo>
                    <a:pt x="3189" y="11933"/>
                  </a:lnTo>
                  <a:lnTo>
                    <a:pt x="2808" y="11692"/>
                  </a:lnTo>
                  <a:lnTo>
                    <a:pt x="2447" y="11431"/>
                  </a:lnTo>
                  <a:lnTo>
                    <a:pt x="2126" y="11171"/>
                  </a:lnTo>
                  <a:lnTo>
                    <a:pt x="1805" y="10870"/>
                  </a:lnTo>
                  <a:lnTo>
                    <a:pt x="1524" y="10549"/>
                  </a:lnTo>
                  <a:lnTo>
                    <a:pt x="1244" y="10228"/>
                  </a:lnTo>
                  <a:lnTo>
                    <a:pt x="1003" y="9887"/>
                  </a:lnTo>
                  <a:lnTo>
                    <a:pt x="782" y="9526"/>
                  </a:lnTo>
                  <a:lnTo>
                    <a:pt x="602" y="9165"/>
                  </a:lnTo>
                  <a:lnTo>
                    <a:pt x="421" y="8804"/>
                  </a:lnTo>
                  <a:lnTo>
                    <a:pt x="281" y="8423"/>
                  </a:lnTo>
                  <a:lnTo>
                    <a:pt x="181" y="8042"/>
                  </a:lnTo>
                  <a:lnTo>
                    <a:pt x="101" y="7661"/>
                  </a:lnTo>
                  <a:lnTo>
                    <a:pt x="40" y="7280"/>
                  </a:lnTo>
                  <a:lnTo>
                    <a:pt x="40" y="7280"/>
                  </a:lnTo>
                  <a:lnTo>
                    <a:pt x="20" y="6959"/>
                  </a:lnTo>
                  <a:lnTo>
                    <a:pt x="0" y="6658"/>
                  </a:lnTo>
                  <a:lnTo>
                    <a:pt x="0" y="6358"/>
                  </a:lnTo>
                  <a:lnTo>
                    <a:pt x="20" y="6057"/>
                  </a:lnTo>
                  <a:lnTo>
                    <a:pt x="40" y="5756"/>
                  </a:lnTo>
                  <a:lnTo>
                    <a:pt x="101" y="5455"/>
                  </a:lnTo>
                  <a:lnTo>
                    <a:pt x="141" y="5174"/>
                  </a:lnTo>
                  <a:lnTo>
                    <a:pt x="221" y="4874"/>
                  </a:lnTo>
                  <a:lnTo>
                    <a:pt x="301" y="4593"/>
                  </a:lnTo>
                  <a:lnTo>
                    <a:pt x="381" y="4312"/>
                  </a:lnTo>
                  <a:lnTo>
                    <a:pt x="502" y="4051"/>
                  </a:lnTo>
                  <a:lnTo>
                    <a:pt x="622" y="3771"/>
                  </a:lnTo>
                  <a:lnTo>
                    <a:pt x="742" y="3510"/>
                  </a:lnTo>
                  <a:lnTo>
                    <a:pt x="883" y="3269"/>
                  </a:lnTo>
                  <a:lnTo>
                    <a:pt x="1023" y="3009"/>
                  </a:lnTo>
                  <a:lnTo>
                    <a:pt x="1184" y="2768"/>
                  </a:lnTo>
                  <a:lnTo>
                    <a:pt x="1184" y="2768"/>
                  </a:lnTo>
                  <a:lnTo>
                    <a:pt x="1424" y="2447"/>
                  </a:lnTo>
                  <a:lnTo>
                    <a:pt x="1685" y="2126"/>
                  </a:lnTo>
                  <a:lnTo>
                    <a:pt x="1966" y="1845"/>
                  </a:lnTo>
                  <a:lnTo>
                    <a:pt x="2266" y="1565"/>
                  </a:lnTo>
                  <a:lnTo>
                    <a:pt x="2567" y="1304"/>
                  </a:lnTo>
                  <a:lnTo>
                    <a:pt x="2908" y="1063"/>
                  </a:lnTo>
                  <a:lnTo>
                    <a:pt x="3249" y="843"/>
                  </a:lnTo>
                  <a:lnTo>
                    <a:pt x="3610" y="642"/>
                  </a:lnTo>
                  <a:lnTo>
                    <a:pt x="3971" y="482"/>
                  </a:lnTo>
                  <a:lnTo>
                    <a:pt x="4352" y="341"/>
                  </a:lnTo>
                  <a:lnTo>
                    <a:pt x="4753" y="221"/>
                  </a:lnTo>
                  <a:lnTo>
                    <a:pt x="5154" y="121"/>
                  </a:lnTo>
                  <a:lnTo>
                    <a:pt x="5555" y="61"/>
                  </a:lnTo>
                  <a:lnTo>
                    <a:pt x="5977" y="20"/>
                  </a:lnTo>
                  <a:lnTo>
                    <a:pt x="6418" y="0"/>
                  </a:lnTo>
                  <a:lnTo>
                    <a:pt x="6859" y="20"/>
                  </a:lnTo>
                  <a:lnTo>
                    <a:pt x="6859" y="20"/>
                  </a:lnTo>
                  <a:lnTo>
                    <a:pt x="7240" y="81"/>
                  </a:lnTo>
                  <a:lnTo>
                    <a:pt x="7621" y="141"/>
                  </a:lnTo>
                  <a:lnTo>
                    <a:pt x="8002" y="241"/>
                  </a:lnTo>
                  <a:lnTo>
                    <a:pt x="8363" y="341"/>
                  </a:lnTo>
                  <a:lnTo>
                    <a:pt x="8704" y="462"/>
                  </a:lnTo>
                  <a:lnTo>
                    <a:pt x="9045" y="622"/>
                  </a:lnTo>
                  <a:lnTo>
                    <a:pt x="9386" y="783"/>
                  </a:lnTo>
                  <a:lnTo>
                    <a:pt x="9687" y="963"/>
                  </a:lnTo>
                  <a:lnTo>
                    <a:pt x="10008" y="1143"/>
                  </a:lnTo>
                  <a:lnTo>
                    <a:pt x="10288" y="1364"/>
                  </a:lnTo>
                  <a:lnTo>
                    <a:pt x="10569" y="1585"/>
                  </a:lnTo>
                  <a:lnTo>
                    <a:pt x="10830" y="1825"/>
                  </a:lnTo>
                  <a:lnTo>
                    <a:pt x="11090" y="2086"/>
                  </a:lnTo>
                  <a:lnTo>
                    <a:pt x="11311" y="2367"/>
                  </a:lnTo>
                  <a:lnTo>
                    <a:pt x="11532" y="2648"/>
                  </a:lnTo>
                  <a:lnTo>
                    <a:pt x="11732" y="2928"/>
                  </a:lnTo>
                  <a:lnTo>
                    <a:pt x="11933" y="3229"/>
                  </a:lnTo>
                  <a:lnTo>
                    <a:pt x="12093" y="3550"/>
                  </a:lnTo>
                  <a:lnTo>
                    <a:pt x="12254" y="3871"/>
                  </a:lnTo>
                  <a:lnTo>
                    <a:pt x="12374" y="4192"/>
                  </a:lnTo>
                  <a:lnTo>
                    <a:pt x="12494" y="4533"/>
                  </a:lnTo>
                  <a:lnTo>
                    <a:pt x="12595" y="4874"/>
                  </a:lnTo>
                  <a:lnTo>
                    <a:pt x="12675" y="5235"/>
                  </a:lnTo>
                  <a:lnTo>
                    <a:pt x="12715" y="5576"/>
                  </a:lnTo>
                  <a:lnTo>
                    <a:pt x="12755" y="5957"/>
                  </a:lnTo>
                  <a:lnTo>
                    <a:pt x="12775" y="6318"/>
                  </a:lnTo>
                  <a:lnTo>
                    <a:pt x="12775" y="6679"/>
                  </a:lnTo>
                  <a:lnTo>
                    <a:pt x="12735" y="7060"/>
                  </a:lnTo>
                  <a:lnTo>
                    <a:pt x="12695" y="7421"/>
                  </a:lnTo>
                  <a:lnTo>
                    <a:pt x="12615" y="7802"/>
                  </a:lnTo>
                  <a:lnTo>
                    <a:pt x="12514" y="8183"/>
                  </a:lnTo>
                  <a:lnTo>
                    <a:pt x="12394" y="856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8" name="Google Shape;5778;p22"/>
            <p:cNvSpPr/>
            <p:nvPr/>
          </p:nvSpPr>
          <p:spPr>
            <a:xfrm>
              <a:off x="11521025" y="4562675"/>
              <a:ext cx="289825" cy="320400"/>
            </a:xfrm>
            <a:custGeom>
              <a:avLst/>
              <a:gdLst/>
              <a:ahLst/>
              <a:cxnLst/>
              <a:rect l="l" t="t" r="r" b="b"/>
              <a:pathLst>
                <a:path w="11593" h="12816" extrusionOk="0">
                  <a:moveTo>
                    <a:pt x="5134" y="0"/>
                  </a:moveTo>
                  <a:lnTo>
                    <a:pt x="4733" y="20"/>
                  </a:lnTo>
                  <a:lnTo>
                    <a:pt x="4332" y="61"/>
                  </a:lnTo>
                  <a:lnTo>
                    <a:pt x="3951" y="121"/>
                  </a:lnTo>
                  <a:lnTo>
                    <a:pt x="3590" y="201"/>
                  </a:lnTo>
                  <a:lnTo>
                    <a:pt x="3229" y="321"/>
                  </a:lnTo>
                  <a:lnTo>
                    <a:pt x="2868" y="442"/>
                  </a:lnTo>
                  <a:lnTo>
                    <a:pt x="2527" y="602"/>
                  </a:lnTo>
                  <a:lnTo>
                    <a:pt x="2186" y="762"/>
                  </a:lnTo>
                  <a:lnTo>
                    <a:pt x="1866" y="963"/>
                  </a:lnTo>
                  <a:lnTo>
                    <a:pt x="1565" y="1164"/>
                  </a:lnTo>
                  <a:lnTo>
                    <a:pt x="1264" y="1404"/>
                  </a:lnTo>
                  <a:lnTo>
                    <a:pt x="983" y="1645"/>
                  </a:lnTo>
                  <a:lnTo>
                    <a:pt x="722" y="1906"/>
                  </a:lnTo>
                  <a:lnTo>
                    <a:pt x="462" y="2186"/>
                  </a:lnTo>
                  <a:lnTo>
                    <a:pt x="221" y="2467"/>
                  </a:lnTo>
                  <a:lnTo>
                    <a:pt x="1" y="2768"/>
                  </a:lnTo>
                  <a:lnTo>
                    <a:pt x="1" y="2768"/>
                  </a:lnTo>
                  <a:lnTo>
                    <a:pt x="382" y="2487"/>
                  </a:lnTo>
                  <a:lnTo>
                    <a:pt x="783" y="2246"/>
                  </a:lnTo>
                  <a:lnTo>
                    <a:pt x="1204" y="2026"/>
                  </a:lnTo>
                  <a:lnTo>
                    <a:pt x="1645" y="1845"/>
                  </a:lnTo>
                  <a:lnTo>
                    <a:pt x="2086" y="1705"/>
                  </a:lnTo>
                  <a:lnTo>
                    <a:pt x="2527" y="1605"/>
                  </a:lnTo>
                  <a:lnTo>
                    <a:pt x="2989" y="1545"/>
                  </a:lnTo>
                  <a:lnTo>
                    <a:pt x="3450" y="1525"/>
                  </a:lnTo>
                  <a:lnTo>
                    <a:pt x="3811" y="1545"/>
                  </a:lnTo>
                  <a:lnTo>
                    <a:pt x="4172" y="1585"/>
                  </a:lnTo>
                  <a:lnTo>
                    <a:pt x="4533" y="1645"/>
                  </a:lnTo>
                  <a:lnTo>
                    <a:pt x="4894" y="1745"/>
                  </a:lnTo>
                  <a:lnTo>
                    <a:pt x="5295" y="1865"/>
                  </a:lnTo>
                  <a:lnTo>
                    <a:pt x="5656" y="2046"/>
                  </a:lnTo>
                  <a:lnTo>
                    <a:pt x="6017" y="2246"/>
                  </a:lnTo>
                  <a:lnTo>
                    <a:pt x="6338" y="2467"/>
                  </a:lnTo>
                  <a:lnTo>
                    <a:pt x="6659" y="2708"/>
                  </a:lnTo>
                  <a:lnTo>
                    <a:pt x="6959" y="2989"/>
                  </a:lnTo>
                  <a:lnTo>
                    <a:pt x="7240" y="3289"/>
                  </a:lnTo>
                  <a:lnTo>
                    <a:pt x="7501" y="3610"/>
                  </a:lnTo>
                  <a:lnTo>
                    <a:pt x="7722" y="3931"/>
                  </a:lnTo>
                  <a:lnTo>
                    <a:pt x="7922" y="4292"/>
                  </a:lnTo>
                  <a:lnTo>
                    <a:pt x="8103" y="4653"/>
                  </a:lnTo>
                  <a:lnTo>
                    <a:pt x="8263" y="5034"/>
                  </a:lnTo>
                  <a:lnTo>
                    <a:pt x="8383" y="5415"/>
                  </a:lnTo>
                  <a:lnTo>
                    <a:pt x="8484" y="5796"/>
                  </a:lnTo>
                  <a:lnTo>
                    <a:pt x="8544" y="6197"/>
                  </a:lnTo>
                  <a:lnTo>
                    <a:pt x="8584" y="6618"/>
                  </a:lnTo>
                  <a:lnTo>
                    <a:pt x="8584" y="6999"/>
                  </a:lnTo>
                  <a:lnTo>
                    <a:pt x="8564" y="7380"/>
                  </a:lnTo>
                  <a:lnTo>
                    <a:pt x="8504" y="7761"/>
                  </a:lnTo>
                  <a:lnTo>
                    <a:pt x="8423" y="8122"/>
                  </a:lnTo>
                  <a:lnTo>
                    <a:pt x="8303" y="8483"/>
                  </a:lnTo>
                  <a:lnTo>
                    <a:pt x="8163" y="8844"/>
                  </a:lnTo>
                  <a:lnTo>
                    <a:pt x="8002" y="9185"/>
                  </a:lnTo>
                  <a:lnTo>
                    <a:pt x="7822" y="9526"/>
                  </a:lnTo>
                  <a:lnTo>
                    <a:pt x="7621" y="9847"/>
                  </a:lnTo>
                  <a:lnTo>
                    <a:pt x="7401" y="10148"/>
                  </a:lnTo>
                  <a:lnTo>
                    <a:pt x="7140" y="10429"/>
                  </a:lnTo>
                  <a:lnTo>
                    <a:pt x="6879" y="10710"/>
                  </a:lnTo>
                  <a:lnTo>
                    <a:pt x="6598" y="10970"/>
                  </a:lnTo>
                  <a:lnTo>
                    <a:pt x="6298" y="11211"/>
                  </a:lnTo>
                  <a:lnTo>
                    <a:pt x="5977" y="11431"/>
                  </a:lnTo>
                  <a:lnTo>
                    <a:pt x="5656" y="11612"/>
                  </a:lnTo>
                  <a:lnTo>
                    <a:pt x="5315" y="11792"/>
                  </a:lnTo>
                  <a:lnTo>
                    <a:pt x="4974" y="11933"/>
                  </a:lnTo>
                  <a:lnTo>
                    <a:pt x="4633" y="12053"/>
                  </a:lnTo>
                  <a:lnTo>
                    <a:pt x="4272" y="12153"/>
                  </a:lnTo>
                  <a:lnTo>
                    <a:pt x="3911" y="12214"/>
                  </a:lnTo>
                  <a:lnTo>
                    <a:pt x="3550" y="12274"/>
                  </a:lnTo>
                  <a:lnTo>
                    <a:pt x="3189" y="12314"/>
                  </a:lnTo>
                  <a:lnTo>
                    <a:pt x="2808" y="12334"/>
                  </a:lnTo>
                  <a:lnTo>
                    <a:pt x="3109" y="12434"/>
                  </a:lnTo>
                  <a:lnTo>
                    <a:pt x="3390" y="12534"/>
                  </a:lnTo>
                  <a:lnTo>
                    <a:pt x="3691" y="12615"/>
                  </a:lnTo>
                  <a:lnTo>
                    <a:pt x="4011" y="12675"/>
                  </a:lnTo>
                  <a:lnTo>
                    <a:pt x="4332" y="12735"/>
                  </a:lnTo>
                  <a:lnTo>
                    <a:pt x="4653" y="12775"/>
                  </a:lnTo>
                  <a:lnTo>
                    <a:pt x="4994" y="12795"/>
                  </a:lnTo>
                  <a:lnTo>
                    <a:pt x="5335" y="12815"/>
                  </a:lnTo>
                  <a:lnTo>
                    <a:pt x="5676" y="12795"/>
                  </a:lnTo>
                  <a:lnTo>
                    <a:pt x="6037" y="12775"/>
                  </a:lnTo>
                  <a:lnTo>
                    <a:pt x="6498" y="12715"/>
                  </a:lnTo>
                  <a:lnTo>
                    <a:pt x="6919" y="12615"/>
                  </a:lnTo>
                  <a:lnTo>
                    <a:pt x="7340" y="12494"/>
                  </a:lnTo>
                  <a:lnTo>
                    <a:pt x="7762" y="12334"/>
                  </a:lnTo>
                  <a:lnTo>
                    <a:pt x="8143" y="12153"/>
                  </a:lnTo>
                  <a:lnTo>
                    <a:pt x="8524" y="11933"/>
                  </a:lnTo>
                  <a:lnTo>
                    <a:pt x="8885" y="11692"/>
                  </a:lnTo>
                  <a:lnTo>
                    <a:pt x="9226" y="11431"/>
                  </a:lnTo>
                  <a:lnTo>
                    <a:pt x="9546" y="11131"/>
                  </a:lnTo>
                  <a:lnTo>
                    <a:pt x="9847" y="10830"/>
                  </a:lnTo>
                  <a:lnTo>
                    <a:pt x="10128" y="10489"/>
                  </a:lnTo>
                  <a:lnTo>
                    <a:pt x="10409" y="10128"/>
                  </a:lnTo>
                  <a:lnTo>
                    <a:pt x="10629" y="9767"/>
                  </a:lnTo>
                  <a:lnTo>
                    <a:pt x="10850" y="9366"/>
                  </a:lnTo>
                  <a:lnTo>
                    <a:pt x="11051" y="8965"/>
                  </a:lnTo>
                  <a:lnTo>
                    <a:pt x="11211" y="8564"/>
                  </a:lnTo>
                  <a:lnTo>
                    <a:pt x="11291" y="8283"/>
                  </a:lnTo>
                  <a:lnTo>
                    <a:pt x="11371" y="8002"/>
                  </a:lnTo>
                  <a:lnTo>
                    <a:pt x="11452" y="7741"/>
                  </a:lnTo>
                  <a:lnTo>
                    <a:pt x="11492" y="7461"/>
                  </a:lnTo>
                  <a:lnTo>
                    <a:pt x="11572" y="6919"/>
                  </a:lnTo>
                  <a:lnTo>
                    <a:pt x="11592" y="6378"/>
                  </a:lnTo>
                  <a:lnTo>
                    <a:pt x="11592" y="6077"/>
                  </a:lnTo>
                  <a:lnTo>
                    <a:pt x="11572" y="5776"/>
                  </a:lnTo>
                  <a:lnTo>
                    <a:pt x="11532" y="5495"/>
                  </a:lnTo>
                  <a:lnTo>
                    <a:pt x="11472" y="5195"/>
                  </a:lnTo>
                  <a:lnTo>
                    <a:pt x="11412" y="4914"/>
                  </a:lnTo>
                  <a:lnTo>
                    <a:pt x="11331" y="4633"/>
                  </a:lnTo>
                  <a:lnTo>
                    <a:pt x="11251" y="4352"/>
                  </a:lnTo>
                  <a:lnTo>
                    <a:pt x="11151" y="4071"/>
                  </a:lnTo>
                  <a:lnTo>
                    <a:pt x="11031" y="3811"/>
                  </a:lnTo>
                  <a:lnTo>
                    <a:pt x="10910" y="3550"/>
                  </a:lnTo>
                  <a:lnTo>
                    <a:pt x="10770" y="3289"/>
                  </a:lnTo>
                  <a:lnTo>
                    <a:pt x="10629" y="3049"/>
                  </a:lnTo>
                  <a:lnTo>
                    <a:pt x="10469" y="2788"/>
                  </a:lnTo>
                  <a:lnTo>
                    <a:pt x="10288" y="2567"/>
                  </a:lnTo>
                  <a:lnTo>
                    <a:pt x="10108" y="2327"/>
                  </a:lnTo>
                  <a:lnTo>
                    <a:pt x="9928" y="2106"/>
                  </a:lnTo>
                  <a:lnTo>
                    <a:pt x="9727" y="1906"/>
                  </a:lnTo>
                  <a:lnTo>
                    <a:pt x="9506" y="1705"/>
                  </a:lnTo>
                  <a:lnTo>
                    <a:pt x="9286" y="1504"/>
                  </a:lnTo>
                  <a:lnTo>
                    <a:pt x="9045" y="1324"/>
                  </a:lnTo>
                  <a:lnTo>
                    <a:pt x="8825" y="1164"/>
                  </a:lnTo>
                  <a:lnTo>
                    <a:pt x="8564" y="983"/>
                  </a:lnTo>
                  <a:lnTo>
                    <a:pt x="8303" y="843"/>
                  </a:lnTo>
                  <a:lnTo>
                    <a:pt x="8042" y="702"/>
                  </a:lnTo>
                  <a:lnTo>
                    <a:pt x="7782" y="562"/>
                  </a:lnTo>
                  <a:lnTo>
                    <a:pt x="7501" y="462"/>
                  </a:lnTo>
                  <a:lnTo>
                    <a:pt x="7200" y="341"/>
                  </a:lnTo>
                  <a:lnTo>
                    <a:pt x="6919" y="261"/>
                  </a:lnTo>
                  <a:lnTo>
                    <a:pt x="6619" y="181"/>
                  </a:lnTo>
                  <a:lnTo>
                    <a:pt x="6298" y="121"/>
                  </a:lnTo>
                  <a:lnTo>
                    <a:pt x="5997" y="61"/>
                  </a:lnTo>
                  <a:lnTo>
                    <a:pt x="5676" y="20"/>
                  </a:lnTo>
                  <a:lnTo>
                    <a:pt x="5395" y="20"/>
                  </a:lnTo>
                  <a:lnTo>
                    <a:pt x="5134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9" name="Google Shape;5779;p22"/>
            <p:cNvSpPr/>
            <p:nvPr/>
          </p:nvSpPr>
          <p:spPr>
            <a:xfrm>
              <a:off x="11521025" y="4562675"/>
              <a:ext cx="289825" cy="320400"/>
            </a:xfrm>
            <a:custGeom>
              <a:avLst/>
              <a:gdLst/>
              <a:ahLst/>
              <a:cxnLst/>
              <a:rect l="l" t="t" r="r" b="b"/>
              <a:pathLst>
                <a:path w="11593" h="12816" fill="none" extrusionOk="0">
                  <a:moveTo>
                    <a:pt x="5134" y="0"/>
                  </a:moveTo>
                  <a:lnTo>
                    <a:pt x="5134" y="0"/>
                  </a:lnTo>
                  <a:lnTo>
                    <a:pt x="4733" y="20"/>
                  </a:lnTo>
                  <a:lnTo>
                    <a:pt x="4332" y="61"/>
                  </a:lnTo>
                  <a:lnTo>
                    <a:pt x="3951" y="121"/>
                  </a:lnTo>
                  <a:lnTo>
                    <a:pt x="3590" y="201"/>
                  </a:lnTo>
                  <a:lnTo>
                    <a:pt x="3229" y="321"/>
                  </a:lnTo>
                  <a:lnTo>
                    <a:pt x="2868" y="442"/>
                  </a:lnTo>
                  <a:lnTo>
                    <a:pt x="2527" y="602"/>
                  </a:lnTo>
                  <a:lnTo>
                    <a:pt x="2186" y="762"/>
                  </a:lnTo>
                  <a:lnTo>
                    <a:pt x="1866" y="963"/>
                  </a:lnTo>
                  <a:lnTo>
                    <a:pt x="1565" y="1164"/>
                  </a:lnTo>
                  <a:lnTo>
                    <a:pt x="1264" y="1404"/>
                  </a:lnTo>
                  <a:lnTo>
                    <a:pt x="983" y="1645"/>
                  </a:lnTo>
                  <a:lnTo>
                    <a:pt x="722" y="1906"/>
                  </a:lnTo>
                  <a:lnTo>
                    <a:pt x="462" y="2186"/>
                  </a:lnTo>
                  <a:lnTo>
                    <a:pt x="221" y="2467"/>
                  </a:lnTo>
                  <a:lnTo>
                    <a:pt x="1" y="2768"/>
                  </a:lnTo>
                  <a:lnTo>
                    <a:pt x="1" y="2768"/>
                  </a:lnTo>
                  <a:lnTo>
                    <a:pt x="382" y="2487"/>
                  </a:lnTo>
                  <a:lnTo>
                    <a:pt x="783" y="2246"/>
                  </a:lnTo>
                  <a:lnTo>
                    <a:pt x="1204" y="2026"/>
                  </a:lnTo>
                  <a:lnTo>
                    <a:pt x="1645" y="1845"/>
                  </a:lnTo>
                  <a:lnTo>
                    <a:pt x="2086" y="1705"/>
                  </a:lnTo>
                  <a:lnTo>
                    <a:pt x="2527" y="1605"/>
                  </a:lnTo>
                  <a:lnTo>
                    <a:pt x="2989" y="1545"/>
                  </a:lnTo>
                  <a:lnTo>
                    <a:pt x="3450" y="1525"/>
                  </a:lnTo>
                  <a:lnTo>
                    <a:pt x="3450" y="1525"/>
                  </a:lnTo>
                  <a:lnTo>
                    <a:pt x="3811" y="1545"/>
                  </a:lnTo>
                  <a:lnTo>
                    <a:pt x="4172" y="1585"/>
                  </a:lnTo>
                  <a:lnTo>
                    <a:pt x="4533" y="1645"/>
                  </a:lnTo>
                  <a:lnTo>
                    <a:pt x="4894" y="1745"/>
                  </a:lnTo>
                  <a:lnTo>
                    <a:pt x="4894" y="1745"/>
                  </a:lnTo>
                  <a:lnTo>
                    <a:pt x="5295" y="1865"/>
                  </a:lnTo>
                  <a:lnTo>
                    <a:pt x="5656" y="2046"/>
                  </a:lnTo>
                  <a:lnTo>
                    <a:pt x="6017" y="2246"/>
                  </a:lnTo>
                  <a:lnTo>
                    <a:pt x="6338" y="2467"/>
                  </a:lnTo>
                  <a:lnTo>
                    <a:pt x="6659" y="2708"/>
                  </a:lnTo>
                  <a:lnTo>
                    <a:pt x="6959" y="2989"/>
                  </a:lnTo>
                  <a:lnTo>
                    <a:pt x="7240" y="3289"/>
                  </a:lnTo>
                  <a:lnTo>
                    <a:pt x="7501" y="3610"/>
                  </a:lnTo>
                  <a:lnTo>
                    <a:pt x="7722" y="3931"/>
                  </a:lnTo>
                  <a:lnTo>
                    <a:pt x="7922" y="4292"/>
                  </a:lnTo>
                  <a:lnTo>
                    <a:pt x="8103" y="4653"/>
                  </a:lnTo>
                  <a:lnTo>
                    <a:pt x="8263" y="5034"/>
                  </a:lnTo>
                  <a:lnTo>
                    <a:pt x="8383" y="5415"/>
                  </a:lnTo>
                  <a:lnTo>
                    <a:pt x="8484" y="5796"/>
                  </a:lnTo>
                  <a:lnTo>
                    <a:pt x="8544" y="6197"/>
                  </a:lnTo>
                  <a:lnTo>
                    <a:pt x="8584" y="6618"/>
                  </a:lnTo>
                  <a:lnTo>
                    <a:pt x="8584" y="6618"/>
                  </a:lnTo>
                  <a:lnTo>
                    <a:pt x="8584" y="6999"/>
                  </a:lnTo>
                  <a:lnTo>
                    <a:pt x="8564" y="7380"/>
                  </a:lnTo>
                  <a:lnTo>
                    <a:pt x="8504" y="7761"/>
                  </a:lnTo>
                  <a:lnTo>
                    <a:pt x="8423" y="8122"/>
                  </a:lnTo>
                  <a:lnTo>
                    <a:pt x="8303" y="8483"/>
                  </a:lnTo>
                  <a:lnTo>
                    <a:pt x="8163" y="8844"/>
                  </a:lnTo>
                  <a:lnTo>
                    <a:pt x="8002" y="9185"/>
                  </a:lnTo>
                  <a:lnTo>
                    <a:pt x="7822" y="9526"/>
                  </a:lnTo>
                  <a:lnTo>
                    <a:pt x="7621" y="9847"/>
                  </a:lnTo>
                  <a:lnTo>
                    <a:pt x="7401" y="10148"/>
                  </a:lnTo>
                  <a:lnTo>
                    <a:pt x="7140" y="10429"/>
                  </a:lnTo>
                  <a:lnTo>
                    <a:pt x="6879" y="10710"/>
                  </a:lnTo>
                  <a:lnTo>
                    <a:pt x="6598" y="10970"/>
                  </a:lnTo>
                  <a:lnTo>
                    <a:pt x="6298" y="11211"/>
                  </a:lnTo>
                  <a:lnTo>
                    <a:pt x="5977" y="11431"/>
                  </a:lnTo>
                  <a:lnTo>
                    <a:pt x="5656" y="11612"/>
                  </a:lnTo>
                  <a:lnTo>
                    <a:pt x="5656" y="11612"/>
                  </a:lnTo>
                  <a:lnTo>
                    <a:pt x="5315" y="11792"/>
                  </a:lnTo>
                  <a:lnTo>
                    <a:pt x="4974" y="11933"/>
                  </a:lnTo>
                  <a:lnTo>
                    <a:pt x="4633" y="12053"/>
                  </a:lnTo>
                  <a:lnTo>
                    <a:pt x="4272" y="12153"/>
                  </a:lnTo>
                  <a:lnTo>
                    <a:pt x="3911" y="12214"/>
                  </a:lnTo>
                  <a:lnTo>
                    <a:pt x="3550" y="12274"/>
                  </a:lnTo>
                  <a:lnTo>
                    <a:pt x="3189" y="12314"/>
                  </a:lnTo>
                  <a:lnTo>
                    <a:pt x="2808" y="12334"/>
                  </a:lnTo>
                  <a:lnTo>
                    <a:pt x="2808" y="12334"/>
                  </a:lnTo>
                  <a:lnTo>
                    <a:pt x="3109" y="12434"/>
                  </a:lnTo>
                  <a:lnTo>
                    <a:pt x="3390" y="12534"/>
                  </a:lnTo>
                  <a:lnTo>
                    <a:pt x="3691" y="12615"/>
                  </a:lnTo>
                  <a:lnTo>
                    <a:pt x="4011" y="12675"/>
                  </a:lnTo>
                  <a:lnTo>
                    <a:pt x="4332" y="12735"/>
                  </a:lnTo>
                  <a:lnTo>
                    <a:pt x="4653" y="12775"/>
                  </a:lnTo>
                  <a:lnTo>
                    <a:pt x="4994" y="12795"/>
                  </a:lnTo>
                  <a:lnTo>
                    <a:pt x="5335" y="12815"/>
                  </a:lnTo>
                  <a:lnTo>
                    <a:pt x="5335" y="12815"/>
                  </a:lnTo>
                  <a:lnTo>
                    <a:pt x="5676" y="12795"/>
                  </a:lnTo>
                  <a:lnTo>
                    <a:pt x="6037" y="12775"/>
                  </a:lnTo>
                  <a:lnTo>
                    <a:pt x="6037" y="12775"/>
                  </a:lnTo>
                  <a:lnTo>
                    <a:pt x="6498" y="12715"/>
                  </a:lnTo>
                  <a:lnTo>
                    <a:pt x="6919" y="12615"/>
                  </a:lnTo>
                  <a:lnTo>
                    <a:pt x="7340" y="12494"/>
                  </a:lnTo>
                  <a:lnTo>
                    <a:pt x="7762" y="12334"/>
                  </a:lnTo>
                  <a:lnTo>
                    <a:pt x="8143" y="12153"/>
                  </a:lnTo>
                  <a:lnTo>
                    <a:pt x="8524" y="11933"/>
                  </a:lnTo>
                  <a:lnTo>
                    <a:pt x="8885" y="11692"/>
                  </a:lnTo>
                  <a:lnTo>
                    <a:pt x="9226" y="11431"/>
                  </a:lnTo>
                  <a:lnTo>
                    <a:pt x="9546" y="11131"/>
                  </a:lnTo>
                  <a:lnTo>
                    <a:pt x="9847" y="10830"/>
                  </a:lnTo>
                  <a:lnTo>
                    <a:pt x="10128" y="10489"/>
                  </a:lnTo>
                  <a:lnTo>
                    <a:pt x="10409" y="10128"/>
                  </a:lnTo>
                  <a:lnTo>
                    <a:pt x="10629" y="9767"/>
                  </a:lnTo>
                  <a:lnTo>
                    <a:pt x="10850" y="9366"/>
                  </a:lnTo>
                  <a:lnTo>
                    <a:pt x="11051" y="8965"/>
                  </a:lnTo>
                  <a:lnTo>
                    <a:pt x="11211" y="8564"/>
                  </a:lnTo>
                  <a:lnTo>
                    <a:pt x="11211" y="8564"/>
                  </a:lnTo>
                  <a:lnTo>
                    <a:pt x="11291" y="8283"/>
                  </a:lnTo>
                  <a:lnTo>
                    <a:pt x="11371" y="8002"/>
                  </a:lnTo>
                  <a:lnTo>
                    <a:pt x="11452" y="7741"/>
                  </a:lnTo>
                  <a:lnTo>
                    <a:pt x="11492" y="7461"/>
                  </a:lnTo>
                  <a:lnTo>
                    <a:pt x="11572" y="6919"/>
                  </a:lnTo>
                  <a:lnTo>
                    <a:pt x="11592" y="6378"/>
                  </a:lnTo>
                  <a:lnTo>
                    <a:pt x="11592" y="6378"/>
                  </a:lnTo>
                  <a:lnTo>
                    <a:pt x="11592" y="6077"/>
                  </a:lnTo>
                  <a:lnTo>
                    <a:pt x="11572" y="5776"/>
                  </a:lnTo>
                  <a:lnTo>
                    <a:pt x="11532" y="5495"/>
                  </a:lnTo>
                  <a:lnTo>
                    <a:pt x="11472" y="5195"/>
                  </a:lnTo>
                  <a:lnTo>
                    <a:pt x="11412" y="4914"/>
                  </a:lnTo>
                  <a:lnTo>
                    <a:pt x="11331" y="4633"/>
                  </a:lnTo>
                  <a:lnTo>
                    <a:pt x="11251" y="4352"/>
                  </a:lnTo>
                  <a:lnTo>
                    <a:pt x="11151" y="4071"/>
                  </a:lnTo>
                  <a:lnTo>
                    <a:pt x="11031" y="3811"/>
                  </a:lnTo>
                  <a:lnTo>
                    <a:pt x="10910" y="3550"/>
                  </a:lnTo>
                  <a:lnTo>
                    <a:pt x="10770" y="3289"/>
                  </a:lnTo>
                  <a:lnTo>
                    <a:pt x="10629" y="3049"/>
                  </a:lnTo>
                  <a:lnTo>
                    <a:pt x="10469" y="2788"/>
                  </a:lnTo>
                  <a:lnTo>
                    <a:pt x="10288" y="2567"/>
                  </a:lnTo>
                  <a:lnTo>
                    <a:pt x="10108" y="2327"/>
                  </a:lnTo>
                  <a:lnTo>
                    <a:pt x="9928" y="2106"/>
                  </a:lnTo>
                  <a:lnTo>
                    <a:pt x="9727" y="1906"/>
                  </a:lnTo>
                  <a:lnTo>
                    <a:pt x="9506" y="1705"/>
                  </a:lnTo>
                  <a:lnTo>
                    <a:pt x="9286" y="1504"/>
                  </a:lnTo>
                  <a:lnTo>
                    <a:pt x="9045" y="1324"/>
                  </a:lnTo>
                  <a:lnTo>
                    <a:pt x="8825" y="1164"/>
                  </a:lnTo>
                  <a:lnTo>
                    <a:pt x="8564" y="983"/>
                  </a:lnTo>
                  <a:lnTo>
                    <a:pt x="8303" y="843"/>
                  </a:lnTo>
                  <a:lnTo>
                    <a:pt x="8042" y="702"/>
                  </a:lnTo>
                  <a:lnTo>
                    <a:pt x="7782" y="562"/>
                  </a:lnTo>
                  <a:lnTo>
                    <a:pt x="7501" y="462"/>
                  </a:lnTo>
                  <a:lnTo>
                    <a:pt x="7200" y="341"/>
                  </a:lnTo>
                  <a:lnTo>
                    <a:pt x="6919" y="261"/>
                  </a:lnTo>
                  <a:lnTo>
                    <a:pt x="6619" y="181"/>
                  </a:lnTo>
                  <a:lnTo>
                    <a:pt x="6298" y="121"/>
                  </a:lnTo>
                  <a:lnTo>
                    <a:pt x="5997" y="61"/>
                  </a:lnTo>
                  <a:lnTo>
                    <a:pt x="5676" y="20"/>
                  </a:lnTo>
                  <a:lnTo>
                    <a:pt x="5676" y="20"/>
                  </a:lnTo>
                  <a:lnTo>
                    <a:pt x="5395" y="20"/>
                  </a:lnTo>
                  <a:lnTo>
                    <a:pt x="5134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0" name="Google Shape;5780;p22"/>
            <p:cNvSpPr/>
            <p:nvPr/>
          </p:nvSpPr>
          <p:spPr>
            <a:xfrm>
              <a:off x="11681975" y="4635375"/>
              <a:ext cx="62675" cy="62700"/>
            </a:xfrm>
            <a:custGeom>
              <a:avLst/>
              <a:gdLst/>
              <a:ahLst/>
              <a:cxnLst/>
              <a:rect l="l" t="t" r="r" b="b"/>
              <a:pathLst>
                <a:path w="2507" h="2508" extrusionOk="0">
                  <a:moveTo>
                    <a:pt x="1063" y="0"/>
                  </a:moveTo>
                  <a:lnTo>
                    <a:pt x="923" y="40"/>
                  </a:lnTo>
                  <a:lnTo>
                    <a:pt x="782" y="81"/>
                  </a:lnTo>
                  <a:lnTo>
                    <a:pt x="662" y="141"/>
                  </a:lnTo>
                  <a:lnTo>
                    <a:pt x="541" y="221"/>
                  </a:lnTo>
                  <a:lnTo>
                    <a:pt x="441" y="301"/>
                  </a:lnTo>
                  <a:lnTo>
                    <a:pt x="341" y="381"/>
                  </a:lnTo>
                  <a:lnTo>
                    <a:pt x="261" y="502"/>
                  </a:lnTo>
                  <a:lnTo>
                    <a:pt x="181" y="602"/>
                  </a:lnTo>
                  <a:lnTo>
                    <a:pt x="120" y="722"/>
                  </a:lnTo>
                  <a:lnTo>
                    <a:pt x="60" y="863"/>
                  </a:lnTo>
                  <a:lnTo>
                    <a:pt x="20" y="1003"/>
                  </a:lnTo>
                  <a:lnTo>
                    <a:pt x="0" y="1143"/>
                  </a:lnTo>
                  <a:lnTo>
                    <a:pt x="0" y="1284"/>
                  </a:lnTo>
                  <a:lnTo>
                    <a:pt x="0" y="1424"/>
                  </a:lnTo>
                  <a:lnTo>
                    <a:pt x="40" y="1645"/>
                  </a:lnTo>
                  <a:lnTo>
                    <a:pt x="140" y="1845"/>
                  </a:lnTo>
                  <a:lnTo>
                    <a:pt x="261" y="2046"/>
                  </a:lnTo>
                  <a:lnTo>
                    <a:pt x="441" y="2206"/>
                  </a:lnTo>
                  <a:lnTo>
                    <a:pt x="642" y="2347"/>
                  </a:lnTo>
                  <a:lnTo>
                    <a:pt x="742" y="2407"/>
                  </a:lnTo>
                  <a:lnTo>
                    <a:pt x="862" y="2447"/>
                  </a:lnTo>
                  <a:lnTo>
                    <a:pt x="1003" y="2487"/>
                  </a:lnTo>
                  <a:lnTo>
                    <a:pt x="1123" y="2507"/>
                  </a:lnTo>
                  <a:lnTo>
                    <a:pt x="1424" y="2507"/>
                  </a:lnTo>
                  <a:lnTo>
                    <a:pt x="1584" y="2487"/>
                  </a:lnTo>
                  <a:lnTo>
                    <a:pt x="1745" y="2427"/>
                  </a:lnTo>
                  <a:lnTo>
                    <a:pt x="1905" y="2347"/>
                  </a:lnTo>
                  <a:lnTo>
                    <a:pt x="2046" y="2246"/>
                  </a:lnTo>
                  <a:lnTo>
                    <a:pt x="2166" y="2126"/>
                  </a:lnTo>
                  <a:lnTo>
                    <a:pt x="2266" y="1986"/>
                  </a:lnTo>
                  <a:lnTo>
                    <a:pt x="2366" y="1845"/>
                  </a:lnTo>
                  <a:lnTo>
                    <a:pt x="2427" y="1685"/>
                  </a:lnTo>
                  <a:lnTo>
                    <a:pt x="2487" y="1524"/>
                  </a:lnTo>
                  <a:lnTo>
                    <a:pt x="2507" y="1384"/>
                  </a:lnTo>
                  <a:lnTo>
                    <a:pt x="2507" y="1244"/>
                  </a:lnTo>
                  <a:lnTo>
                    <a:pt x="2507" y="1083"/>
                  </a:lnTo>
                  <a:lnTo>
                    <a:pt x="2467" y="943"/>
                  </a:lnTo>
                  <a:lnTo>
                    <a:pt x="2427" y="823"/>
                  </a:lnTo>
                  <a:lnTo>
                    <a:pt x="2366" y="682"/>
                  </a:lnTo>
                  <a:lnTo>
                    <a:pt x="2306" y="562"/>
                  </a:lnTo>
                  <a:lnTo>
                    <a:pt x="2226" y="462"/>
                  </a:lnTo>
                  <a:lnTo>
                    <a:pt x="2126" y="361"/>
                  </a:lnTo>
                  <a:lnTo>
                    <a:pt x="2026" y="261"/>
                  </a:lnTo>
                  <a:lnTo>
                    <a:pt x="1905" y="181"/>
                  </a:lnTo>
                  <a:lnTo>
                    <a:pt x="1785" y="121"/>
                  </a:lnTo>
                  <a:lnTo>
                    <a:pt x="1644" y="60"/>
                  </a:lnTo>
                  <a:lnTo>
                    <a:pt x="1504" y="20"/>
                  </a:lnTo>
                  <a:lnTo>
                    <a:pt x="1344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1" name="Google Shape;5781;p22"/>
            <p:cNvSpPr/>
            <p:nvPr/>
          </p:nvSpPr>
          <p:spPr>
            <a:xfrm>
              <a:off x="10943088" y="5379375"/>
              <a:ext cx="1395300" cy="157200"/>
            </a:xfrm>
            <a:prstGeom prst="ellipse">
              <a:avLst/>
            </a:pr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82" name="Google Shape;5782;p22"/>
          <p:cNvGrpSpPr/>
          <p:nvPr/>
        </p:nvGrpSpPr>
        <p:grpSpPr>
          <a:xfrm>
            <a:off x="409342" y="3534748"/>
            <a:ext cx="1823591" cy="1453514"/>
            <a:chOff x="8222575" y="3882950"/>
            <a:chExt cx="2306300" cy="1838263"/>
          </a:xfrm>
        </p:grpSpPr>
        <p:sp>
          <p:nvSpPr>
            <p:cNvPr id="5783" name="Google Shape;5783;p22"/>
            <p:cNvSpPr/>
            <p:nvPr/>
          </p:nvSpPr>
          <p:spPr>
            <a:xfrm>
              <a:off x="8266575" y="5442513"/>
              <a:ext cx="2262300" cy="278700"/>
            </a:xfrm>
            <a:prstGeom prst="ellipse">
              <a:avLst/>
            </a:pr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4" name="Google Shape;5784;p22"/>
            <p:cNvSpPr/>
            <p:nvPr/>
          </p:nvSpPr>
          <p:spPr>
            <a:xfrm>
              <a:off x="8364975" y="5252175"/>
              <a:ext cx="1865075" cy="312875"/>
            </a:xfrm>
            <a:custGeom>
              <a:avLst/>
              <a:gdLst/>
              <a:ahLst/>
              <a:cxnLst/>
              <a:rect l="l" t="t" r="r" b="b"/>
              <a:pathLst>
                <a:path w="74603" h="12515" extrusionOk="0">
                  <a:moveTo>
                    <a:pt x="71514" y="0"/>
                  </a:moveTo>
                  <a:lnTo>
                    <a:pt x="71274" y="41"/>
                  </a:lnTo>
                  <a:lnTo>
                    <a:pt x="71033" y="121"/>
                  </a:lnTo>
                  <a:lnTo>
                    <a:pt x="70813" y="221"/>
                  </a:lnTo>
                  <a:lnTo>
                    <a:pt x="69449" y="903"/>
                  </a:lnTo>
                  <a:lnTo>
                    <a:pt x="68085" y="1545"/>
                  </a:lnTo>
                  <a:lnTo>
                    <a:pt x="66701" y="2126"/>
                  </a:lnTo>
                  <a:lnTo>
                    <a:pt x="65298" y="2688"/>
                  </a:lnTo>
                  <a:lnTo>
                    <a:pt x="66120" y="4533"/>
                  </a:lnTo>
                  <a:lnTo>
                    <a:pt x="66862" y="6217"/>
                  </a:lnTo>
                  <a:lnTo>
                    <a:pt x="67744" y="5796"/>
                  </a:lnTo>
                  <a:lnTo>
                    <a:pt x="68587" y="5415"/>
                  </a:lnTo>
                  <a:lnTo>
                    <a:pt x="69369" y="5014"/>
                  </a:lnTo>
                  <a:lnTo>
                    <a:pt x="70111" y="4653"/>
                  </a:lnTo>
                  <a:lnTo>
                    <a:pt x="71434" y="3951"/>
                  </a:lnTo>
                  <a:lnTo>
                    <a:pt x="72537" y="3309"/>
                  </a:lnTo>
                  <a:lnTo>
                    <a:pt x="73400" y="2768"/>
                  </a:lnTo>
                  <a:lnTo>
                    <a:pt x="74041" y="2347"/>
                  </a:lnTo>
                  <a:lnTo>
                    <a:pt x="74442" y="2026"/>
                  </a:lnTo>
                  <a:lnTo>
                    <a:pt x="74563" y="1926"/>
                  </a:lnTo>
                  <a:lnTo>
                    <a:pt x="74603" y="1865"/>
                  </a:lnTo>
                  <a:lnTo>
                    <a:pt x="74603" y="1825"/>
                  </a:lnTo>
                  <a:lnTo>
                    <a:pt x="74583" y="1725"/>
                  </a:lnTo>
                  <a:lnTo>
                    <a:pt x="74543" y="1605"/>
                  </a:lnTo>
                  <a:lnTo>
                    <a:pt x="74463" y="1464"/>
                  </a:lnTo>
                  <a:lnTo>
                    <a:pt x="74362" y="1324"/>
                  </a:lnTo>
                  <a:lnTo>
                    <a:pt x="74222" y="1184"/>
                  </a:lnTo>
                  <a:lnTo>
                    <a:pt x="74081" y="1023"/>
                  </a:lnTo>
                  <a:lnTo>
                    <a:pt x="73901" y="863"/>
                  </a:lnTo>
                  <a:lnTo>
                    <a:pt x="73700" y="722"/>
                  </a:lnTo>
                  <a:lnTo>
                    <a:pt x="73500" y="582"/>
                  </a:lnTo>
                  <a:lnTo>
                    <a:pt x="73279" y="442"/>
                  </a:lnTo>
                  <a:lnTo>
                    <a:pt x="73039" y="321"/>
                  </a:lnTo>
                  <a:lnTo>
                    <a:pt x="72798" y="221"/>
                  </a:lnTo>
                  <a:lnTo>
                    <a:pt x="72537" y="121"/>
                  </a:lnTo>
                  <a:lnTo>
                    <a:pt x="72277" y="61"/>
                  </a:lnTo>
                  <a:lnTo>
                    <a:pt x="72016" y="20"/>
                  </a:lnTo>
                  <a:lnTo>
                    <a:pt x="71755" y="0"/>
                  </a:lnTo>
                  <a:close/>
                  <a:moveTo>
                    <a:pt x="2848" y="0"/>
                  </a:moveTo>
                  <a:lnTo>
                    <a:pt x="2587" y="20"/>
                  </a:lnTo>
                  <a:lnTo>
                    <a:pt x="2327" y="61"/>
                  </a:lnTo>
                  <a:lnTo>
                    <a:pt x="2066" y="121"/>
                  </a:lnTo>
                  <a:lnTo>
                    <a:pt x="1805" y="201"/>
                  </a:lnTo>
                  <a:lnTo>
                    <a:pt x="1564" y="321"/>
                  </a:lnTo>
                  <a:lnTo>
                    <a:pt x="1324" y="442"/>
                  </a:lnTo>
                  <a:lnTo>
                    <a:pt x="1103" y="582"/>
                  </a:lnTo>
                  <a:lnTo>
                    <a:pt x="903" y="722"/>
                  </a:lnTo>
                  <a:lnTo>
                    <a:pt x="702" y="863"/>
                  </a:lnTo>
                  <a:lnTo>
                    <a:pt x="522" y="1023"/>
                  </a:lnTo>
                  <a:lnTo>
                    <a:pt x="381" y="1164"/>
                  </a:lnTo>
                  <a:lnTo>
                    <a:pt x="241" y="1324"/>
                  </a:lnTo>
                  <a:lnTo>
                    <a:pt x="141" y="1464"/>
                  </a:lnTo>
                  <a:lnTo>
                    <a:pt x="60" y="1585"/>
                  </a:lnTo>
                  <a:lnTo>
                    <a:pt x="20" y="1705"/>
                  </a:lnTo>
                  <a:lnTo>
                    <a:pt x="0" y="1805"/>
                  </a:lnTo>
                  <a:lnTo>
                    <a:pt x="0" y="1865"/>
                  </a:lnTo>
                  <a:lnTo>
                    <a:pt x="40" y="1906"/>
                  </a:lnTo>
                  <a:lnTo>
                    <a:pt x="121" y="1986"/>
                  </a:lnTo>
                  <a:lnTo>
                    <a:pt x="381" y="2206"/>
                  </a:lnTo>
                  <a:lnTo>
                    <a:pt x="822" y="2527"/>
                  </a:lnTo>
                  <a:lnTo>
                    <a:pt x="1424" y="2908"/>
                  </a:lnTo>
                  <a:lnTo>
                    <a:pt x="2166" y="3370"/>
                  </a:lnTo>
                  <a:lnTo>
                    <a:pt x="3069" y="3891"/>
                  </a:lnTo>
                  <a:lnTo>
                    <a:pt x="4131" y="4453"/>
                  </a:lnTo>
                  <a:lnTo>
                    <a:pt x="5315" y="5074"/>
                  </a:lnTo>
                  <a:lnTo>
                    <a:pt x="6638" y="5716"/>
                  </a:lnTo>
                  <a:lnTo>
                    <a:pt x="8102" y="6358"/>
                  </a:lnTo>
                  <a:lnTo>
                    <a:pt x="9687" y="7040"/>
                  </a:lnTo>
                  <a:lnTo>
                    <a:pt x="10529" y="7380"/>
                  </a:lnTo>
                  <a:lnTo>
                    <a:pt x="11411" y="7721"/>
                  </a:lnTo>
                  <a:lnTo>
                    <a:pt x="12314" y="8042"/>
                  </a:lnTo>
                  <a:lnTo>
                    <a:pt x="13236" y="8383"/>
                  </a:lnTo>
                  <a:lnTo>
                    <a:pt x="14199" y="8704"/>
                  </a:lnTo>
                  <a:lnTo>
                    <a:pt x="15202" y="9025"/>
                  </a:lnTo>
                  <a:lnTo>
                    <a:pt x="16204" y="9346"/>
                  </a:lnTo>
                  <a:lnTo>
                    <a:pt x="17247" y="9647"/>
                  </a:lnTo>
                  <a:lnTo>
                    <a:pt x="18310" y="9947"/>
                  </a:lnTo>
                  <a:lnTo>
                    <a:pt x="19413" y="10248"/>
                  </a:lnTo>
                  <a:lnTo>
                    <a:pt x="19373" y="10128"/>
                  </a:lnTo>
                  <a:lnTo>
                    <a:pt x="19333" y="10008"/>
                  </a:lnTo>
                  <a:lnTo>
                    <a:pt x="19333" y="9988"/>
                  </a:lnTo>
                  <a:lnTo>
                    <a:pt x="19373" y="9827"/>
                  </a:lnTo>
                  <a:lnTo>
                    <a:pt x="19453" y="9546"/>
                  </a:lnTo>
                  <a:lnTo>
                    <a:pt x="19774" y="8704"/>
                  </a:lnTo>
                  <a:lnTo>
                    <a:pt x="20255" y="7501"/>
                  </a:lnTo>
                  <a:lnTo>
                    <a:pt x="20877" y="6037"/>
                  </a:lnTo>
                  <a:lnTo>
                    <a:pt x="19894" y="5836"/>
                  </a:lnTo>
                  <a:lnTo>
                    <a:pt x="18912" y="5616"/>
                  </a:lnTo>
                  <a:lnTo>
                    <a:pt x="17929" y="5375"/>
                  </a:lnTo>
                  <a:lnTo>
                    <a:pt x="16926" y="5134"/>
                  </a:lnTo>
                  <a:lnTo>
                    <a:pt x="15643" y="4793"/>
                  </a:lnTo>
                  <a:lnTo>
                    <a:pt x="15061" y="5535"/>
                  </a:lnTo>
                  <a:lnTo>
                    <a:pt x="14600" y="6097"/>
                  </a:lnTo>
                  <a:lnTo>
                    <a:pt x="14259" y="6498"/>
                  </a:lnTo>
                  <a:lnTo>
                    <a:pt x="14159" y="6598"/>
                  </a:lnTo>
                  <a:lnTo>
                    <a:pt x="14078" y="6659"/>
                  </a:lnTo>
                  <a:lnTo>
                    <a:pt x="13898" y="6739"/>
                  </a:lnTo>
                  <a:lnTo>
                    <a:pt x="13717" y="6799"/>
                  </a:lnTo>
                  <a:lnTo>
                    <a:pt x="13557" y="6819"/>
                  </a:lnTo>
                  <a:lnTo>
                    <a:pt x="13377" y="6839"/>
                  </a:lnTo>
                  <a:lnTo>
                    <a:pt x="13156" y="6819"/>
                  </a:lnTo>
                  <a:lnTo>
                    <a:pt x="12955" y="6759"/>
                  </a:lnTo>
                  <a:lnTo>
                    <a:pt x="12755" y="6699"/>
                  </a:lnTo>
                  <a:lnTo>
                    <a:pt x="12574" y="6598"/>
                  </a:lnTo>
                  <a:lnTo>
                    <a:pt x="12434" y="6458"/>
                  </a:lnTo>
                  <a:lnTo>
                    <a:pt x="12294" y="6318"/>
                  </a:lnTo>
                  <a:lnTo>
                    <a:pt x="12213" y="6157"/>
                  </a:lnTo>
                  <a:lnTo>
                    <a:pt x="12153" y="5977"/>
                  </a:lnTo>
                  <a:lnTo>
                    <a:pt x="12153" y="5957"/>
                  </a:lnTo>
                  <a:lnTo>
                    <a:pt x="12173" y="5856"/>
                  </a:lnTo>
                  <a:lnTo>
                    <a:pt x="12193" y="5716"/>
                  </a:lnTo>
                  <a:lnTo>
                    <a:pt x="12354" y="5295"/>
                  </a:lnTo>
                  <a:lnTo>
                    <a:pt x="12574" y="4693"/>
                  </a:lnTo>
                  <a:lnTo>
                    <a:pt x="12875" y="3951"/>
                  </a:lnTo>
                  <a:lnTo>
                    <a:pt x="11732" y="3570"/>
                  </a:lnTo>
                  <a:lnTo>
                    <a:pt x="10589" y="3169"/>
                  </a:lnTo>
                  <a:lnTo>
                    <a:pt x="9426" y="2748"/>
                  </a:lnTo>
                  <a:lnTo>
                    <a:pt x="8283" y="2287"/>
                  </a:lnTo>
                  <a:lnTo>
                    <a:pt x="7160" y="1805"/>
                  </a:lnTo>
                  <a:lnTo>
                    <a:pt x="6017" y="1304"/>
                  </a:lnTo>
                  <a:lnTo>
                    <a:pt x="4893" y="783"/>
                  </a:lnTo>
                  <a:lnTo>
                    <a:pt x="3791" y="221"/>
                  </a:lnTo>
                  <a:lnTo>
                    <a:pt x="3550" y="121"/>
                  </a:lnTo>
                  <a:lnTo>
                    <a:pt x="3329" y="41"/>
                  </a:lnTo>
                  <a:lnTo>
                    <a:pt x="3089" y="0"/>
                  </a:lnTo>
                  <a:close/>
                  <a:moveTo>
                    <a:pt x="61106" y="4152"/>
                  </a:moveTo>
                  <a:lnTo>
                    <a:pt x="60103" y="4453"/>
                  </a:lnTo>
                  <a:lnTo>
                    <a:pt x="59101" y="4753"/>
                  </a:lnTo>
                  <a:lnTo>
                    <a:pt x="58098" y="5014"/>
                  </a:lnTo>
                  <a:lnTo>
                    <a:pt x="57115" y="5275"/>
                  </a:lnTo>
                  <a:lnTo>
                    <a:pt x="57396" y="5977"/>
                  </a:lnTo>
                  <a:lnTo>
                    <a:pt x="57617" y="6538"/>
                  </a:lnTo>
                  <a:lnTo>
                    <a:pt x="57737" y="6939"/>
                  </a:lnTo>
                  <a:lnTo>
                    <a:pt x="57777" y="7060"/>
                  </a:lnTo>
                  <a:lnTo>
                    <a:pt x="57797" y="7160"/>
                  </a:lnTo>
                  <a:lnTo>
                    <a:pt x="57797" y="7180"/>
                  </a:lnTo>
                  <a:lnTo>
                    <a:pt x="57737" y="7360"/>
                  </a:lnTo>
                  <a:lnTo>
                    <a:pt x="57637" y="7521"/>
                  </a:lnTo>
                  <a:lnTo>
                    <a:pt x="57516" y="7661"/>
                  </a:lnTo>
                  <a:lnTo>
                    <a:pt x="57356" y="7782"/>
                  </a:lnTo>
                  <a:lnTo>
                    <a:pt x="57196" y="7882"/>
                  </a:lnTo>
                  <a:lnTo>
                    <a:pt x="56995" y="7962"/>
                  </a:lnTo>
                  <a:lnTo>
                    <a:pt x="56774" y="8002"/>
                  </a:lnTo>
                  <a:lnTo>
                    <a:pt x="56574" y="8022"/>
                  </a:lnTo>
                  <a:lnTo>
                    <a:pt x="56393" y="8022"/>
                  </a:lnTo>
                  <a:lnTo>
                    <a:pt x="56213" y="7982"/>
                  </a:lnTo>
                  <a:lnTo>
                    <a:pt x="56052" y="7942"/>
                  </a:lnTo>
                  <a:lnTo>
                    <a:pt x="55872" y="7862"/>
                  </a:lnTo>
                  <a:lnTo>
                    <a:pt x="55792" y="7802"/>
                  </a:lnTo>
                  <a:lnTo>
                    <a:pt x="55671" y="7681"/>
                  </a:lnTo>
                  <a:lnTo>
                    <a:pt x="55331" y="7280"/>
                  </a:lnTo>
                  <a:lnTo>
                    <a:pt x="54849" y="6699"/>
                  </a:lnTo>
                  <a:lnTo>
                    <a:pt x="54268" y="5937"/>
                  </a:lnTo>
                  <a:lnTo>
                    <a:pt x="52924" y="6197"/>
                  </a:lnTo>
                  <a:lnTo>
                    <a:pt x="51600" y="6458"/>
                  </a:lnTo>
                  <a:lnTo>
                    <a:pt x="50297" y="6679"/>
                  </a:lnTo>
                  <a:lnTo>
                    <a:pt x="49033" y="6859"/>
                  </a:lnTo>
                  <a:lnTo>
                    <a:pt x="47810" y="7040"/>
                  </a:lnTo>
                  <a:lnTo>
                    <a:pt x="46607" y="7200"/>
                  </a:lnTo>
                  <a:lnTo>
                    <a:pt x="45444" y="7320"/>
                  </a:lnTo>
                  <a:lnTo>
                    <a:pt x="44341" y="7441"/>
                  </a:lnTo>
                  <a:lnTo>
                    <a:pt x="43258" y="7521"/>
                  </a:lnTo>
                  <a:lnTo>
                    <a:pt x="42235" y="7601"/>
                  </a:lnTo>
                  <a:lnTo>
                    <a:pt x="40350" y="7721"/>
                  </a:lnTo>
                  <a:lnTo>
                    <a:pt x="38705" y="7782"/>
                  </a:lnTo>
                  <a:lnTo>
                    <a:pt x="37302" y="7802"/>
                  </a:lnTo>
                  <a:lnTo>
                    <a:pt x="36219" y="7782"/>
                  </a:lnTo>
                  <a:lnTo>
                    <a:pt x="34955" y="7741"/>
                  </a:lnTo>
                  <a:lnTo>
                    <a:pt x="33551" y="7681"/>
                  </a:lnTo>
                  <a:lnTo>
                    <a:pt x="32007" y="7581"/>
                  </a:lnTo>
                  <a:lnTo>
                    <a:pt x="30323" y="7441"/>
                  </a:lnTo>
                  <a:lnTo>
                    <a:pt x="28538" y="7260"/>
                  </a:lnTo>
                  <a:lnTo>
                    <a:pt x="26653" y="7020"/>
                  </a:lnTo>
                  <a:lnTo>
                    <a:pt x="24667" y="6739"/>
                  </a:lnTo>
                  <a:lnTo>
                    <a:pt x="23544" y="8223"/>
                  </a:lnTo>
                  <a:lnTo>
                    <a:pt x="22622" y="9446"/>
                  </a:lnTo>
                  <a:lnTo>
                    <a:pt x="21920" y="10308"/>
                  </a:lnTo>
                  <a:lnTo>
                    <a:pt x="21679" y="10589"/>
                  </a:lnTo>
                  <a:lnTo>
                    <a:pt x="21499" y="10750"/>
                  </a:lnTo>
                  <a:lnTo>
                    <a:pt x="23304" y="11131"/>
                  </a:lnTo>
                  <a:lnTo>
                    <a:pt x="24226" y="11291"/>
                  </a:lnTo>
                  <a:lnTo>
                    <a:pt x="25149" y="11472"/>
                  </a:lnTo>
                  <a:lnTo>
                    <a:pt x="26091" y="11612"/>
                  </a:lnTo>
                  <a:lnTo>
                    <a:pt x="27054" y="11772"/>
                  </a:lnTo>
                  <a:lnTo>
                    <a:pt x="28036" y="11893"/>
                  </a:lnTo>
                  <a:lnTo>
                    <a:pt x="29019" y="12033"/>
                  </a:lnTo>
                  <a:lnTo>
                    <a:pt x="30002" y="12133"/>
                  </a:lnTo>
                  <a:lnTo>
                    <a:pt x="31024" y="12234"/>
                  </a:lnTo>
                  <a:lnTo>
                    <a:pt x="32027" y="12314"/>
                  </a:lnTo>
                  <a:lnTo>
                    <a:pt x="33070" y="12394"/>
                  </a:lnTo>
                  <a:lnTo>
                    <a:pt x="34113" y="12434"/>
                  </a:lnTo>
                  <a:lnTo>
                    <a:pt x="35156" y="12474"/>
                  </a:lnTo>
                  <a:lnTo>
                    <a:pt x="36219" y="12514"/>
                  </a:lnTo>
                  <a:lnTo>
                    <a:pt x="38284" y="12514"/>
                  </a:lnTo>
                  <a:lnTo>
                    <a:pt x="39267" y="12494"/>
                  </a:lnTo>
                  <a:lnTo>
                    <a:pt x="40250" y="12454"/>
                  </a:lnTo>
                  <a:lnTo>
                    <a:pt x="41212" y="12414"/>
                  </a:lnTo>
                  <a:lnTo>
                    <a:pt x="42155" y="12354"/>
                  </a:lnTo>
                  <a:lnTo>
                    <a:pt x="43097" y="12274"/>
                  </a:lnTo>
                  <a:lnTo>
                    <a:pt x="44040" y="12194"/>
                  </a:lnTo>
                  <a:lnTo>
                    <a:pt x="44962" y="12093"/>
                  </a:lnTo>
                  <a:lnTo>
                    <a:pt x="46767" y="11873"/>
                  </a:lnTo>
                  <a:lnTo>
                    <a:pt x="48552" y="11612"/>
                  </a:lnTo>
                  <a:lnTo>
                    <a:pt x="50277" y="11311"/>
                  </a:lnTo>
                  <a:lnTo>
                    <a:pt x="51961" y="10990"/>
                  </a:lnTo>
                  <a:lnTo>
                    <a:pt x="53606" y="10629"/>
                  </a:lnTo>
                  <a:lnTo>
                    <a:pt x="55190" y="10248"/>
                  </a:lnTo>
                  <a:lnTo>
                    <a:pt x="56714" y="9827"/>
                  </a:lnTo>
                  <a:lnTo>
                    <a:pt x="58198" y="9406"/>
                  </a:lnTo>
                  <a:lnTo>
                    <a:pt x="59642" y="8965"/>
                  </a:lnTo>
                  <a:lnTo>
                    <a:pt x="61026" y="8504"/>
                  </a:lnTo>
                  <a:lnTo>
                    <a:pt x="62330" y="8022"/>
                  </a:lnTo>
                  <a:lnTo>
                    <a:pt x="63593" y="7561"/>
                  </a:lnTo>
                  <a:lnTo>
                    <a:pt x="62410" y="5957"/>
                  </a:lnTo>
                  <a:lnTo>
                    <a:pt x="61106" y="415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5" name="Google Shape;5785;p22"/>
            <p:cNvSpPr/>
            <p:nvPr/>
          </p:nvSpPr>
          <p:spPr>
            <a:xfrm>
              <a:off x="9935725" y="4378800"/>
              <a:ext cx="500900" cy="650300"/>
            </a:xfrm>
            <a:custGeom>
              <a:avLst/>
              <a:gdLst/>
              <a:ahLst/>
              <a:cxnLst/>
              <a:rect l="l" t="t" r="r" b="b"/>
              <a:pathLst>
                <a:path w="20036" h="26012" extrusionOk="0">
                  <a:moveTo>
                    <a:pt x="7682" y="0"/>
                  </a:moveTo>
                  <a:lnTo>
                    <a:pt x="7241" y="20"/>
                  </a:lnTo>
                  <a:lnTo>
                    <a:pt x="6799" y="61"/>
                  </a:lnTo>
                  <a:lnTo>
                    <a:pt x="6358" y="121"/>
                  </a:lnTo>
                  <a:lnTo>
                    <a:pt x="5917" y="221"/>
                  </a:lnTo>
                  <a:lnTo>
                    <a:pt x="5476" y="321"/>
                  </a:lnTo>
                  <a:lnTo>
                    <a:pt x="5055" y="442"/>
                  </a:lnTo>
                  <a:lnTo>
                    <a:pt x="4633" y="602"/>
                  </a:lnTo>
                  <a:lnTo>
                    <a:pt x="4212" y="762"/>
                  </a:lnTo>
                  <a:lnTo>
                    <a:pt x="3811" y="943"/>
                  </a:lnTo>
                  <a:lnTo>
                    <a:pt x="3410" y="1164"/>
                  </a:lnTo>
                  <a:lnTo>
                    <a:pt x="3009" y="1384"/>
                  </a:lnTo>
                  <a:lnTo>
                    <a:pt x="2628" y="1645"/>
                  </a:lnTo>
                  <a:lnTo>
                    <a:pt x="2267" y="1906"/>
                  </a:lnTo>
                  <a:lnTo>
                    <a:pt x="1906" y="2186"/>
                  </a:lnTo>
                  <a:lnTo>
                    <a:pt x="1565" y="2507"/>
                  </a:lnTo>
                  <a:lnTo>
                    <a:pt x="1224" y="2828"/>
                  </a:lnTo>
                  <a:lnTo>
                    <a:pt x="923" y="3169"/>
                  </a:lnTo>
                  <a:lnTo>
                    <a:pt x="623" y="3530"/>
                  </a:lnTo>
                  <a:lnTo>
                    <a:pt x="342" y="3911"/>
                  </a:lnTo>
                  <a:lnTo>
                    <a:pt x="262" y="3911"/>
                  </a:lnTo>
                  <a:lnTo>
                    <a:pt x="201" y="3931"/>
                  </a:lnTo>
                  <a:lnTo>
                    <a:pt x="141" y="3951"/>
                  </a:lnTo>
                  <a:lnTo>
                    <a:pt x="81" y="3991"/>
                  </a:lnTo>
                  <a:lnTo>
                    <a:pt x="41" y="4031"/>
                  </a:lnTo>
                  <a:lnTo>
                    <a:pt x="1" y="4092"/>
                  </a:lnTo>
                  <a:lnTo>
                    <a:pt x="1" y="4172"/>
                  </a:lnTo>
                  <a:lnTo>
                    <a:pt x="1" y="4252"/>
                  </a:lnTo>
                  <a:lnTo>
                    <a:pt x="1" y="4292"/>
                  </a:lnTo>
                  <a:lnTo>
                    <a:pt x="101" y="4533"/>
                  </a:lnTo>
                  <a:lnTo>
                    <a:pt x="181" y="4733"/>
                  </a:lnTo>
                  <a:lnTo>
                    <a:pt x="282" y="4994"/>
                  </a:lnTo>
                  <a:lnTo>
                    <a:pt x="422" y="5255"/>
                  </a:lnTo>
                  <a:lnTo>
                    <a:pt x="582" y="5495"/>
                  </a:lnTo>
                  <a:lnTo>
                    <a:pt x="743" y="5736"/>
                  </a:lnTo>
                  <a:lnTo>
                    <a:pt x="863" y="5856"/>
                  </a:lnTo>
                  <a:lnTo>
                    <a:pt x="1004" y="5957"/>
                  </a:lnTo>
                  <a:lnTo>
                    <a:pt x="1104" y="6037"/>
                  </a:lnTo>
                  <a:lnTo>
                    <a:pt x="1244" y="6077"/>
                  </a:lnTo>
                  <a:lnTo>
                    <a:pt x="1365" y="6117"/>
                  </a:lnTo>
                  <a:lnTo>
                    <a:pt x="1505" y="6137"/>
                  </a:lnTo>
                  <a:lnTo>
                    <a:pt x="1685" y="6137"/>
                  </a:lnTo>
                  <a:lnTo>
                    <a:pt x="1866" y="6077"/>
                  </a:lnTo>
                  <a:lnTo>
                    <a:pt x="2046" y="5997"/>
                  </a:lnTo>
                  <a:lnTo>
                    <a:pt x="2227" y="5916"/>
                  </a:lnTo>
                  <a:lnTo>
                    <a:pt x="2588" y="5696"/>
                  </a:lnTo>
                  <a:lnTo>
                    <a:pt x="2909" y="5515"/>
                  </a:lnTo>
                  <a:lnTo>
                    <a:pt x="3410" y="5275"/>
                  </a:lnTo>
                  <a:lnTo>
                    <a:pt x="3912" y="5094"/>
                  </a:lnTo>
                  <a:lnTo>
                    <a:pt x="4172" y="4994"/>
                  </a:lnTo>
                  <a:lnTo>
                    <a:pt x="4433" y="4934"/>
                  </a:lnTo>
                  <a:lnTo>
                    <a:pt x="4714" y="4874"/>
                  </a:lnTo>
                  <a:lnTo>
                    <a:pt x="4974" y="4813"/>
                  </a:lnTo>
                  <a:lnTo>
                    <a:pt x="5315" y="4793"/>
                  </a:lnTo>
                  <a:lnTo>
                    <a:pt x="5636" y="4773"/>
                  </a:lnTo>
                  <a:lnTo>
                    <a:pt x="5937" y="4793"/>
                  </a:lnTo>
                  <a:lnTo>
                    <a:pt x="6218" y="4834"/>
                  </a:lnTo>
                  <a:lnTo>
                    <a:pt x="6499" y="4894"/>
                  </a:lnTo>
                  <a:lnTo>
                    <a:pt x="6759" y="4974"/>
                  </a:lnTo>
                  <a:lnTo>
                    <a:pt x="7000" y="5074"/>
                  </a:lnTo>
                  <a:lnTo>
                    <a:pt x="7241" y="5195"/>
                  </a:lnTo>
                  <a:lnTo>
                    <a:pt x="7461" y="5335"/>
                  </a:lnTo>
                  <a:lnTo>
                    <a:pt x="7662" y="5475"/>
                  </a:lnTo>
                  <a:lnTo>
                    <a:pt x="7862" y="5656"/>
                  </a:lnTo>
                  <a:lnTo>
                    <a:pt x="8043" y="5836"/>
                  </a:lnTo>
                  <a:lnTo>
                    <a:pt x="8223" y="6037"/>
                  </a:lnTo>
                  <a:lnTo>
                    <a:pt x="8384" y="6237"/>
                  </a:lnTo>
                  <a:lnTo>
                    <a:pt x="8524" y="6478"/>
                  </a:lnTo>
                  <a:lnTo>
                    <a:pt x="8664" y="6699"/>
                  </a:lnTo>
                  <a:lnTo>
                    <a:pt x="8785" y="6939"/>
                  </a:lnTo>
                  <a:lnTo>
                    <a:pt x="8905" y="7200"/>
                  </a:lnTo>
                  <a:lnTo>
                    <a:pt x="9106" y="7721"/>
                  </a:lnTo>
                  <a:lnTo>
                    <a:pt x="9286" y="8263"/>
                  </a:lnTo>
                  <a:lnTo>
                    <a:pt x="9427" y="8824"/>
                  </a:lnTo>
                  <a:lnTo>
                    <a:pt x="9527" y="9406"/>
                  </a:lnTo>
                  <a:lnTo>
                    <a:pt x="9607" y="9967"/>
                  </a:lnTo>
                  <a:lnTo>
                    <a:pt x="9667" y="10529"/>
                  </a:lnTo>
                  <a:lnTo>
                    <a:pt x="9707" y="11050"/>
                  </a:lnTo>
                  <a:lnTo>
                    <a:pt x="9707" y="11612"/>
                  </a:lnTo>
                  <a:lnTo>
                    <a:pt x="9727" y="12194"/>
                  </a:lnTo>
                  <a:lnTo>
                    <a:pt x="9687" y="13337"/>
                  </a:lnTo>
                  <a:lnTo>
                    <a:pt x="9627" y="14520"/>
                  </a:lnTo>
                  <a:lnTo>
                    <a:pt x="9527" y="15703"/>
                  </a:lnTo>
                  <a:lnTo>
                    <a:pt x="9427" y="16886"/>
                  </a:lnTo>
                  <a:lnTo>
                    <a:pt x="9346" y="18110"/>
                  </a:lnTo>
                  <a:lnTo>
                    <a:pt x="9286" y="19353"/>
                  </a:lnTo>
                  <a:lnTo>
                    <a:pt x="9266" y="19975"/>
                  </a:lnTo>
                  <a:lnTo>
                    <a:pt x="9266" y="20596"/>
                  </a:lnTo>
                  <a:lnTo>
                    <a:pt x="9286" y="21058"/>
                  </a:lnTo>
                  <a:lnTo>
                    <a:pt x="9346" y="21499"/>
                  </a:lnTo>
                  <a:lnTo>
                    <a:pt x="9447" y="21920"/>
                  </a:lnTo>
                  <a:lnTo>
                    <a:pt x="9567" y="22321"/>
                  </a:lnTo>
                  <a:lnTo>
                    <a:pt x="9727" y="22722"/>
                  </a:lnTo>
                  <a:lnTo>
                    <a:pt x="9928" y="23103"/>
                  </a:lnTo>
                  <a:lnTo>
                    <a:pt x="10128" y="23464"/>
                  </a:lnTo>
                  <a:lnTo>
                    <a:pt x="10369" y="23805"/>
                  </a:lnTo>
                  <a:lnTo>
                    <a:pt x="10630" y="24126"/>
                  </a:lnTo>
                  <a:lnTo>
                    <a:pt x="10931" y="24407"/>
                  </a:lnTo>
                  <a:lnTo>
                    <a:pt x="11231" y="24688"/>
                  </a:lnTo>
                  <a:lnTo>
                    <a:pt x="11552" y="24948"/>
                  </a:lnTo>
                  <a:lnTo>
                    <a:pt x="11893" y="25169"/>
                  </a:lnTo>
                  <a:lnTo>
                    <a:pt x="12254" y="25369"/>
                  </a:lnTo>
                  <a:lnTo>
                    <a:pt x="12615" y="25550"/>
                  </a:lnTo>
                  <a:lnTo>
                    <a:pt x="12996" y="25710"/>
                  </a:lnTo>
                  <a:lnTo>
                    <a:pt x="13397" y="25831"/>
                  </a:lnTo>
                  <a:lnTo>
                    <a:pt x="13818" y="25931"/>
                  </a:lnTo>
                  <a:lnTo>
                    <a:pt x="14159" y="25991"/>
                  </a:lnTo>
                  <a:lnTo>
                    <a:pt x="14220" y="25991"/>
                  </a:lnTo>
                  <a:lnTo>
                    <a:pt x="14601" y="26011"/>
                  </a:lnTo>
                  <a:lnTo>
                    <a:pt x="14962" y="26011"/>
                  </a:lnTo>
                  <a:lnTo>
                    <a:pt x="15343" y="25991"/>
                  </a:lnTo>
                  <a:lnTo>
                    <a:pt x="15704" y="25931"/>
                  </a:lnTo>
                  <a:lnTo>
                    <a:pt x="16085" y="25851"/>
                  </a:lnTo>
                  <a:lnTo>
                    <a:pt x="16446" y="25730"/>
                  </a:lnTo>
                  <a:lnTo>
                    <a:pt x="16787" y="25590"/>
                  </a:lnTo>
                  <a:lnTo>
                    <a:pt x="17147" y="25409"/>
                  </a:lnTo>
                  <a:lnTo>
                    <a:pt x="17388" y="25269"/>
                  </a:lnTo>
                  <a:lnTo>
                    <a:pt x="17609" y="25129"/>
                  </a:lnTo>
                  <a:lnTo>
                    <a:pt x="17829" y="24968"/>
                  </a:lnTo>
                  <a:lnTo>
                    <a:pt x="18030" y="24788"/>
                  </a:lnTo>
                  <a:lnTo>
                    <a:pt x="18230" y="24587"/>
                  </a:lnTo>
                  <a:lnTo>
                    <a:pt x="18551" y="24266"/>
                  </a:lnTo>
                  <a:lnTo>
                    <a:pt x="18852" y="23905"/>
                  </a:lnTo>
                  <a:lnTo>
                    <a:pt x="19133" y="23484"/>
                  </a:lnTo>
                  <a:lnTo>
                    <a:pt x="19394" y="23043"/>
                  </a:lnTo>
                  <a:lnTo>
                    <a:pt x="19534" y="22762"/>
                  </a:lnTo>
                  <a:lnTo>
                    <a:pt x="19654" y="22421"/>
                  </a:lnTo>
                  <a:lnTo>
                    <a:pt x="19755" y="22020"/>
                  </a:lnTo>
                  <a:lnTo>
                    <a:pt x="19835" y="21579"/>
                  </a:lnTo>
                  <a:lnTo>
                    <a:pt x="19915" y="21078"/>
                  </a:lnTo>
                  <a:lnTo>
                    <a:pt x="19975" y="20536"/>
                  </a:lnTo>
                  <a:lnTo>
                    <a:pt x="20015" y="19955"/>
                  </a:lnTo>
                  <a:lnTo>
                    <a:pt x="20035" y="19333"/>
                  </a:lnTo>
                  <a:lnTo>
                    <a:pt x="20035" y="18671"/>
                  </a:lnTo>
                  <a:lnTo>
                    <a:pt x="20015" y="17989"/>
                  </a:lnTo>
                  <a:lnTo>
                    <a:pt x="19975" y="17287"/>
                  </a:lnTo>
                  <a:lnTo>
                    <a:pt x="19915" y="16545"/>
                  </a:lnTo>
                  <a:lnTo>
                    <a:pt x="19835" y="15783"/>
                  </a:lnTo>
                  <a:lnTo>
                    <a:pt x="19735" y="15001"/>
                  </a:lnTo>
                  <a:lnTo>
                    <a:pt x="19594" y="14219"/>
                  </a:lnTo>
                  <a:lnTo>
                    <a:pt x="19454" y="13417"/>
                  </a:lnTo>
                  <a:lnTo>
                    <a:pt x="19273" y="12595"/>
                  </a:lnTo>
                  <a:lnTo>
                    <a:pt x="19073" y="11792"/>
                  </a:lnTo>
                  <a:lnTo>
                    <a:pt x="18852" y="10970"/>
                  </a:lnTo>
                  <a:lnTo>
                    <a:pt x="18591" y="10148"/>
                  </a:lnTo>
                  <a:lnTo>
                    <a:pt x="18311" y="9346"/>
                  </a:lnTo>
                  <a:lnTo>
                    <a:pt x="18010" y="8544"/>
                  </a:lnTo>
                  <a:lnTo>
                    <a:pt x="17669" y="7761"/>
                  </a:lnTo>
                  <a:lnTo>
                    <a:pt x="17288" y="6999"/>
                  </a:lnTo>
                  <a:lnTo>
                    <a:pt x="16887" y="6237"/>
                  </a:lnTo>
                  <a:lnTo>
                    <a:pt x="16466" y="5515"/>
                  </a:lnTo>
                  <a:lnTo>
                    <a:pt x="16004" y="4813"/>
                  </a:lnTo>
                  <a:lnTo>
                    <a:pt x="15503" y="4132"/>
                  </a:lnTo>
                  <a:lnTo>
                    <a:pt x="15242" y="3811"/>
                  </a:lnTo>
                  <a:lnTo>
                    <a:pt x="14982" y="3490"/>
                  </a:lnTo>
                  <a:lnTo>
                    <a:pt x="14701" y="3169"/>
                  </a:lnTo>
                  <a:lnTo>
                    <a:pt x="14420" y="2868"/>
                  </a:lnTo>
                  <a:lnTo>
                    <a:pt x="14119" y="2587"/>
                  </a:lnTo>
                  <a:lnTo>
                    <a:pt x="13818" y="2307"/>
                  </a:lnTo>
                  <a:lnTo>
                    <a:pt x="13518" y="2046"/>
                  </a:lnTo>
                  <a:lnTo>
                    <a:pt x="13197" y="1785"/>
                  </a:lnTo>
                  <a:lnTo>
                    <a:pt x="12796" y="1504"/>
                  </a:lnTo>
                  <a:lnTo>
                    <a:pt x="12415" y="1244"/>
                  </a:lnTo>
                  <a:lnTo>
                    <a:pt x="12014" y="1023"/>
                  </a:lnTo>
                  <a:lnTo>
                    <a:pt x="11612" y="823"/>
                  </a:lnTo>
                  <a:lnTo>
                    <a:pt x="11191" y="622"/>
                  </a:lnTo>
                  <a:lnTo>
                    <a:pt x="10770" y="482"/>
                  </a:lnTo>
                  <a:lnTo>
                    <a:pt x="10329" y="341"/>
                  </a:lnTo>
                  <a:lnTo>
                    <a:pt x="9908" y="221"/>
                  </a:lnTo>
                  <a:lnTo>
                    <a:pt x="9467" y="141"/>
                  </a:lnTo>
                  <a:lnTo>
                    <a:pt x="9025" y="61"/>
                  </a:lnTo>
                  <a:lnTo>
                    <a:pt x="8584" y="20"/>
                  </a:lnTo>
                  <a:lnTo>
                    <a:pt x="812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6" name="Google Shape;5786;p22"/>
            <p:cNvSpPr/>
            <p:nvPr/>
          </p:nvSpPr>
          <p:spPr>
            <a:xfrm>
              <a:off x="9935725" y="4378800"/>
              <a:ext cx="500900" cy="650300"/>
            </a:xfrm>
            <a:custGeom>
              <a:avLst/>
              <a:gdLst/>
              <a:ahLst/>
              <a:cxnLst/>
              <a:rect l="l" t="t" r="r" b="b"/>
              <a:pathLst>
                <a:path w="20036" h="26012" fill="none" extrusionOk="0">
                  <a:moveTo>
                    <a:pt x="19394" y="23043"/>
                  </a:moveTo>
                  <a:lnTo>
                    <a:pt x="19394" y="23043"/>
                  </a:lnTo>
                  <a:lnTo>
                    <a:pt x="19133" y="23484"/>
                  </a:lnTo>
                  <a:lnTo>
                    <a:pt x="18852" y="23905"/>
                  </a:lnTo>
                  <a:lnTo>
                    <a:pt x="18551" y="24266"/>
                  </a:lnTo>
                  <a:lnTo>
                    <a:pt x="18230" y="24587"/>
                  </a:lnTo>
                  <a:lnTo>
                    <a:pt x="18230" y="24587"/>
                  </a:lnTo>
                  <a:lnTo>
                    <a:pt x="18030" y="24788"/>
                  </a:lnTo>
                  <a:lnTo>
                    <a:pt x="17829" y="24968"/>
                  </a:lnTo>
                  <a:lnTo>
                    <a:pt x="17609" y="25129"/>
                  </a:lnTo>
                  <a:lnTo>
                    <a:pt x="17388" y="25269"/>
                  </a:lnTo>
                  <a:lnTo>
                    <a:pt x="17388" y="25269"/>
                  </a:lnTo>
                  <a:lnTo>
                    <a:pt x="17147" y="25409"/>
                  </a:lnTo>
                  <a:lnTo>
                    <a:pt x="17147" y="25409"/>
                  </a:lnTo>
                  <a:lnTo>
                    <a:pt x="16787" y="25590"/>
                  </a:lnTo>
                  <a:lnTo>
                    <a:pt x="16446" y="25730"/>
                  </a:lnTo>
                  <a:lnTo>
                    <a:pt x="16085" y="25851"/>
                  </a:lnTo>
                  <a:lnTo>
                    <a:pt x="15704" y="25931"/>
                  </a:lnTo>
                  <a:lnTo>
                    <a:pt x="15343" y="25991"/>
                  </a:lnTo>
                  <a:lnTo>
                    <a:pt x="14962" y="26011"/>
                  </a:lnTo>
                  <a:lnTo>
                    <a:pt x="14601" y="26011"/>
                  </a:lnTo>
                  <a:lnTo>
                    <a:pt x="14220" y="25991"/>
                  </a:lnTo>
                  <a:lnTo>
                    <a:pt x="14220" y="25991"/>
                  </a:lnTo>
                  <a:lnTo>
                    <a:pt x="14179" y="25991"/>
                  </a:lnTo>
                  <a:lnTo>
                    <a:pt x="14159" y="25991"/>
                  </a:lnTo>
                  <a:lnTo>
                    <a:pt x="14159" y="25991"/>
                  </a:lnTo>
                  <a:lnTo>
                    <a:pt x="13818" y="25931"/>
                  </a:lnTo>
                  <a:lnTo>
                    <a:pt x="13818" y="25931"/>
                  </a:lnTo>
                  <a:lnTo>
                    <a:pt x="13818" y="25931"/>
                  </a:lnTo>
                  <a:lnTo>
                    <a:pt x="13397" y="25831"/>
                  </a:lnTo>
                  <a:lnTo>
                    <a:pt x="12996" y="25710"/>
                  </a:lnTo>
                  <a:lnTo>
                    <a:pt x="12996" y="25710"/>
                  </a:lnTo>
                  <a:lnTo>
                    <a:pt x="12615" y="25550"/>
                  </a:lnTo>
                  <a:lnTo>
                    <a:pt x="12254" y="25369"/>
                  </a:lnTo>
                  <a:lnTo>
                    <a:pt x="11893" y="25169"/>
                  </a:lnTo>
                  <a:lnTo>
                    <a:pt x="11552" y="24948"/>
                  </a:lnTo>
                  <a:lnTo>
                    <a:pt x="11231" y="24688"/>
                  </a:lnTo>
                  <a:lnTo>
                    <a:pt x="10931" y="24407"/>
                  </a:lnTo>
                  <a:lnTo>
                    <a:pt x="10630" y="24126"/>
                  </a:lnTo>
                  <a:lnTo>
                    <a:pt x="10369" y="23805"/>
                  </a:lnTo>
                  <a:lnTo>
                    <a:pt x="10128" y="23464"/>
                  </a:lnTo>
                  <a:lnTo>
                    <a:pt x="9928" y="23103"/>
                  </a:lnTo>
                  <a:lnTo>
                    <a:pt x="9727" y="22722"/>
                  </a:lnTo>
                  <a:lnTo>
                    <a:pt x="9567" y="22321"/>
                  </a:lnTo>
                  <a:lnTo>
                    <a:pt x="9447" y="21920"/>
                  </a:lnTo>
                  <a:lnTo>
                    <a:pt x="9346" y="21499"/>
                  </a:lnTo>
                  <a:lnTo>
                    <a:pt x="9286" y="21058"/>
                  </a:lnTo>
                  <a:lnTo>
                    <a:pt x="9266" y="20596"/>
                  </a:lnTo>
                  <a:lnTo>
                    <a:pt x="9266" y="20596"/>
                  </a:lnTo>
                  <a:lnTo>
                    <a:pt x="9266" y="19975"/>
                  </a:lnTo>
                  <a:lnTo>
                    <a:pt x="9286" y="19353"/>
                  </a:lnTo>
                  <a:lnTo>
                    <a:pt x="9346" y="18110"/>
                  </a:lnTo>
                  <a:lnTo>
                    <a:pt x="9427" y="16886"/>
                  </a:lnTo>
                  <a:lnTo>
                    <a:pt x="9527" y="15703"/>
                  </a:lnTo>
                  <a:lnTo>
                    <a:pt x="9627" y="14520"/>
                  </a:lnTo>
                  <a:lnTo>
                    <a:pt x="9687" y="13337"/>
                  </a:lnTo>
                  <a:lnTo>
                    <a:pt x="9727" y="12194"/>
                  </a:lnTo>
                  <a:lnTo>
                    <a:pt x="9707" y="11612"/>
                  </a:lnTo>
                  <a:lnTo>
                    <a:pt x="9707" y="11050"/>
                  </a:lnTo>
                  <a:lnTo>
                    <a:pt x="9707" y="11050"/>
                  </a:lnTo>
                  <a:lnTo>
                    <a:pt x="9667" y="10529"/>
                  </a:lnTo>
                  <a:lnTo>
                    <a:pt x="9607" y="9967"/>
                  </a:lnTo>
                  <a:lnTo>
                    <a:pt x="9527" y="9406"/>
                  </a:lnTo>
                  <a:lnTo>
                    <a:pt x="9427" y="8824"/>
                  </a:lnTo>
                  <a:lnTo>
                    <a:pt x="9286" y="8263"/>
                  </a:lnTo>
                  <a:lnTo>
                    <a:pt x="9106" y="7721"/>
                  </a:lnTo>
                  <a:lnTo>
                    <a:pt x="8905" y="7200"/>
                  </a:lnTo>
                  <a:lnTo>
                    <a:pt x="8785" y="6939"/>
                  </a:lnTo>
                  <a:lnTo>
                    <a:pt x="8664" y="6699"/>
                  </a:lnTo>
                  <a:lnTo>
                    <a:pt x="8524" y="6478"/>
                  </a:lnTo>
                  <a:lnTo>
                    <a:pt x="8384" y="6237"/>
                  </a:lnTo>
                  <a:lnTo>
                    <a:pt x="8223" y="6037"/>
                  </a:lnTo>
                  <a:lnTo>
                    <a:pt x="8043" y="5836"/>
                  </a:lnTo>
                  <a:lnTo>
                    <a:pt x="7862" y="5656"/>
                  </a:lnTo>
                  <a:lnTo>
                    <a:pt x="7662" y="5475"/>
                  </a:lnTo>
                  <a:lnTo>
                    <a:pt x="7461" y="5335"/>
                  </a:lnTo>
                  <a:lnTo>
                    <a:pt x="7241" y="5195"/>
                  </a:lnTo>
                  <a:lnTo>
                    <a:pt x="7000" y="5074"/>
                  </a:lnTo>
                  <a:lnTo>
                    <a:pt x="6759" y="4974"/>
                  </a:lnTo>
                  <a:lnTo>
                    <a:pt x="6499" y="4894"/>
                  </a:lnTo>
                  <a:lnTo>
                    <a:pt x="6218" y="4834"/>
                  </a:lnTo>
                  <a:lnTo>
                    <a:pt x="5937" y="4793"/>
                  </a:lnTo>
                  <a:lnTo>
                    <a:pt x="5636" y="4773"/>
                  </a:lnTo>
                  <a:lnTo>
                    <a:pt x="5315" y="4793"/>
                  </a:lnTo>
                  <a:lnTo>
                    <a:pt x="4974" y="4813"/>
                  </a:lnTo>
                  <a:lnTo>
                    <a:pt x="4974" y="4813"/>
                  </a:lnTo>
                  <a:lnTo>
                    <a:pt x="4714" y="4874"/>
                  </a:lnTo>
                  <a:lnTo>
                    <a:pt x="4433" y="4934"/>
                  </a:lnTo>
                  <a:lnTo>
                    <a:pt x="4172" y="4994"/>
                  </a:lnTo>
                  <a:lnTo>
                    <a:pt x="3912" y="5094"/>
                  </a:lnTo>
                  <a:lnTo>
                    <a:pt x="3410" y="5275"/>
                  </a:lnTo>
                  <a:lnTo>
                    <a:pt x="2909" y="5515"/>
                  </a:lnTo>
                  <a:lnTo>
                    <a:pt x="2909" y="5515"/>
                  </a:lnTo>
                  <a:lnTo>
                    <a:pt x="2588" y="5696"/>
                  </a:lnTo>
                  <a:lnTo>
                    <a:pt x="2227" y="5916"/>
                  </a:lnTo>
                  <a:lnTo>
                    <a:pt x="2046" y="5997"/>
                  </a:lnTo>
                  <a:lnTo>
                    <a:pt x="1866" y="6077"/>
                  </a:lnTo>
                  <a:lnTo>
                    <a:pt x="1685" y="6137"/>
                  </a:lnTo>
                  <a:lnTo>
                    <a:pt x="1505" y="6137"/>
                  </a:lnTo>
                  <a:lnTo>
                    <a:pt x="1505" y="6137"/>
                  </a:lnTo>
                  <a:lnTo>
                    <a:pt x="1365" y="6117"/>
                  </a:lnTo>
                  <a:lnTo>
                    <a:pt x="1244" y="6077"/>
                  </a:lnTo>
                  <a:lnTo>
                    <a:pt x="1104" y="6037"/>
                  </a:lnTo>
                  <a:lnTo>
                    <a:pt x="1004" y="5957"/>
                  </a:lnTo>
                  <a:lnTo>
                    <a:pt x="1004" y="5957"/>
                  </a:lnTo>
                  <a:lnTo>
                    <a:pt x="863" y="5856"/>
                  </a:lnTo>
                  <a:lnTo>
                    <a:pt x="743" y="5736"/>
                  </a:lnTo>
                  <a:lnTo>
                    <a:pt x="743" y="5736"/>
                  </a:lnTo>
                  <a:lnTo>
                    <a:pt x="582" y="5495"/>
                  </a:lnTo>
                  <a:lnTo>
                    <a:pt x="422" y="5255"/>
                  </a:lnTo>
                  <a:lnTo>
                    <a:pt x="282" y="4994"/>
                  </a:lnTo>
                  <a:lnTo>
                    <a:pt x="181" y="4733"/>
                  </a:lnTo>
                  <a:lnTo>
                    <a:pt x="181" y="4733"/>
                  </a:lnTo>
                  <a:lnTo>
                    <a:pt x="101" y="4533"/>
                  </a:lnTo>
                  <a:lnTo>
                    <a:pt x="101" y="4533"/>
                  </a:lnTo>
                  <a:lnTo>
                    <a:pt x="1" y="4292"/>
                  </a:lnTo>
                  <a:lnTo>
                    <a:pt x="1" y="4292"/>
                  </a:lnTo>
                  <a:lnTo>
                    <a:pt x="1" y="4252"/>
                  </a:lnTo>
                  <a:lnTo>
                    <a:pt x="1" y="4252"/>
                  </a:lnTo>
                  <a:lnTo>
                    <a:pt x="1" y="4172"/>
                  </a:lnTo>
                  <a:lnTo>
                    <a:pt x="1" y="4092"/>
                  </a:lnTo>
                  <a:lnTo>
                    <a:pt x="41" y="4031"/>
                  </a:lnTo>
                  <a:lnTo>
                    <a:pt x="81" y="3991"/>
                  </a:lnTo>
                  <a:lnTo>
                    <a:pt x="141" y="3951"/>
                  </a:lnTo>
                  <a:lnTo>
                    <a:pt x="201" y="3931"/>
                  </a:lnTo>
                  <a:lnTo>
                    <a:pt x="262" y="3911"/>
                  </a:lnTo>
                  <a:lnTo>
                    <a:pt x="342" y="3911"/>
                  </a:lnTo>
                  <a:lnTo>
                    <a:pt x="342" y="3911"/>
                  </a:lnTo>
                  <a:lnTo>
                    <a:pt x="623" y="3530"/>
                  </a:lnTo>
                  <a:lnTo>
                    <a:pt x="923" y="3169"/>
                  </a:lnTo>
                  <a:lnTo>
                    <a:pt x="1224" y="2828"/>
                  </a:lnTo>
                  <a:lnTo>
                    <a:pt x="1565" y="2507"/>
                  </a:lnTo>
                  <a:lnTo>
                    <a:pt x="1906" y="2186"/>
                  </a:lnTo>
                  <a:lnTo>
                    <a:pt x="2267" y="1906"/>
                  </a:lnTo>
                  <a:lnTo>
                    <a:pt x="2628" y="1645"/>
                  </a:lnTo>
                  <a:lnTo>
                    <a:pt x="3009" y="1384"/>
                  </a:lnTo>
                  <a:lnTo>
                    <a:pt x="3410" y="1164"/>
                  </a:lnTo>
                  <a:lnTo>
                    <a:pt x="3811" y="943"/>
                  </a:lnTo>
                  <a:lnTo>
                    <a:pt x="4212" y="762"/>
                  </a:lnTo>
                  <a:lnTo>
                    <a:pt x="4633" y="602"/>
                  </a:lnTo>
                  <a:lnTo>
                    <a:pt x="5055" y="442"/>
                  </a:lnTo>
                  <a:lnTo>
                    <a:pt x="5476" y="321"/>
                  </a:lnTo>
                  <a:lnTo>
                    <a:pt x="5917" y="221"/>
                  </a:lnTo>
                  <a:lnTo>
                    <a:pt x="6358" y="121"/>
                  </a:lnTo>
                  <a:lnTo>
                    <a:pt x="6799" y="61"/>
                  </a:lnTo>
                  <a:lnTo>
                    <a:pt x="7241" y="20"/>
                  </a:lnTo>
                  <a:lnTo>
                    <a:pt x="7682" y="0"/>
                  </a:lnTo>
                  <a:lnTo>
                    <a:pt x="8123" y="0"/>
                  </a:lnTo>
                  <a:lnTo>
                    <a:pt x="8584" y="20"/>
                  </a:lnTo>
                  <a:lnTo>
                    <a:pt x="9025" y="61"/>
                  </a:lnTo>
                  <a:lnTo>
                    <a:pt x="9467" y="141"/>
                  </a:lnTo>
                  <a:lnTo>
                    <a:pt x="9908" y="221"/>
                  </a:lnTo>
                  <a:lnTo>
                    <a:pt x="10329" y="341"/>
                  </a:lnTo>
                  <a:lnTo>
                    <a:pt x="10770" y="482"/>
                  </a:lnTo>
                  <a:lnTo>
                    <a:pt x="11191" y="622"/>
                  </a:lnTo>
                  <a:lnTo>
                    <a:pt x="11612" y="823"/>
                  </a:lnTo>
                  <a:lnTo>
                    <a:pt x="12014" y="1023"/>
                  </a:lnTo>
                  <a:lnTo>
                    <a:pt x="12415" y="1244"/>
                  </a:lnTo>
                  <a:lnTo>
                    <a:pt x="12796" y="1504"/>
                  </a:lnTo>
                  <a:lnTo>
                    <a:pt x="13197" y="1785"/>
                  </a:lnTo>
                  <a:lnTo>
                    <a:pt x="13197" y="1785"/>
                  </a:lnTo>
                  <a:lnTo>
                    <a:pt x="13518" y="2046"/>
                  </a:lnTo>
                  <a:lnTo>
                    <a:pt x="13818" y="2307"/>
                  </a:lnTo>
                  <a:lnTo>
                    <a:pt x="14119" y="2587"/>
                  </a:lnTo>
                  <a:lnTo>
                    <a:pt x="14420" y="2868"/>
                  </a:lnTo>
                  <a:lnTo>
                    <a:pt x="14701" y="3169"/>
                  </a:lnTo>
                  <a:lnTo>
                    <a:pt x="14982" y="3490"/>
                  </a:lnTo>
                  <a:lnTo>
                    <a:pt x="15242" y="3811"/>
                  </a:lnTo>
                  <a:lnTo>
                    <a:pt x="15503" y="4132"/>
                  </a:lnTo>
                  <a:lnTo>
                    <a:pt x="16004" y="4813"/>
                  </a:lnTo>
                  <a:lnTo>
                    <a:pt x="16466" y="5515"/>
                  </a:lnTo>
                  <a:lnTo>
                    <a:pt x="16887" y="6237"/>
                  </a:lnTo>
                  <a:lnTo>
                    <a:pt x="17288" y="6999"/>
                  </a:lnTo>
                  <a:lnTo>
                    <a:pt x="17669" y="7761"/>
                  </a:lnTo>
                  <a:lnTo>
                    <a:pt x="18010" y="8544"/>
                  </a:lnTo>
                  <a:lnTo>
                    <a:pt x="18311" y="9346"/>
                  </a:lnTo>
                  <a:lnTo>
                    <a:pt x="18591" y="10148"/>
                  </a:lnTo>
                  <a:lnTo>
                    <a:pt x="18852" y="10970"/>
                  </a:lnTo>
                  <a:lnTo>
                    <a:pt x="19073" y="11792"/>
                  </a:lnTo>
                  <a:lnTo>
                    <a:pt x="19273" y="12595"/>
                  </a:lnTo>
                  <a:lnTo>
                    <a:pt x="19454" y="13417"/>
                  </a:lnTo>
                  <a:lnTo>
                    <a:pt x="19594" y="14219"/>
                  </a:lnTo>
                  <a:lnTo>
                    <a:pt x="19735" y="15001"/>
                  </a:lnTo>
                  <a:lnTo>
                    <a:pt x="19835" y="15783"/>
                  </a:lnTo>
                  <a:lnTo>
                    <a:pt x="19915" y="16545"/>
                  </a:lnTo>
                  <a:lnTo>
                    <a:pt x="19975" y="17287"/>
                  </a:lnTo>
                  <a:lnTo>
                    <a:pt x="20015" y="17989"/>
                  </a:lnTo>
                  <a:lnTo>
                    <a:pt x="20035" y="18671"/>
                  </a:lnTo>
                  <a:lnTo>
                    <a:pt x="20035" y="19333"/>
                  </a:lnTo>
                  <a:lnTo>
                    <a:pt x="20015" y="19955"/>
                  </a:lnTo>
                  <a:lnTo>
                    <a:pt x="19975" y="20536"/>
                  </a:lnTo>
                  <a:lnTo>
                    <a:pt x="19915" y="21078"/>
                  </a:lnTo>
                  <a:lnTo>
                    <a:pt x="19835" y="21579"/>
                  </a:lnTo>
                  <a:lnTo>
                    <a:pt x="19755" y="22020"/>
                  </a:lnTo>
                  <a:lnTo>
                    <a:pt x="19654" y="22421"/>
                  </a:lnTo>
                  <a:lnTo>
                    <a:pt x="19534" y="22762"/>
                  </a:lnTo>
                  <a:lnTo>
                    <a:pt x="19394" y="2304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7" name="Google Shape;5787;p22"/>
            <p:cNvSpPr/>
            <p:nvPr/>
          </p:nvSpPr>
          <p:spPr>
            <a:xfrm>
              <a:off x="9969325" y="4403375"/>
              <a:ext cx="438225" cy="607175"/>
            </a:xfrm>
            <a:custGeom>
              <a:avLst/>
              <a:gdLst/>
              <a:ahLst/>
              <a:cxnLst/>
              <a:rect l="l" t="t" r="r" b="b"/>
              <a:pathLst>
                <a:path w="17529" h="24287" extrusionOk="0">
                  <a:moveTo>
                    <a:pt x="5856" y="0"/>
                  </a:moveTo>
                  <a:lnTo>
                    <a:pt x="5536" y="20"/>
                  </a:lnTo>
                  <a:lnTo>
                    <a:pt x="4874" y="100"/>
                  </a:lnTo>
                  <a:lnTo>
                    <a:pt x="4212" y="221"/>
                  </a:lnTo>
                  <a:lnTo>
                    <a:pt x="3570" y="381"/>
                  </a:lnTo>
                  <a:lnTo>
                    <a:pt x="2949" y="582"/>
                  </a:lnTo>
                  <a:lnTo>
                    <a:pt x="2327" y="822"/>
                  </a:lnTo>
                  <a:lnTo>
                    <a:pt x="1725" y="1103"/>
                  </a:lnTo>
                  <a:lnTo>
                    <a:pt x="1124" y="1424"/>
                  </a:lnTo>
                  <a:lnTo>
                    <a:pt x="562" y="1765"/>
                  </a:lnTo>
                  <a:lnTo>
                    <a:pt x="1" y="2146"/>
                  </a:lnTo>
                  <a:lnTo>
                    <a:pt x="382" y="2306"/>
                  </a:lnTo>
                  <a:lnTo>
                    <a:pt x="983" y="1905"/>
                  </a:lnTo>
                  <a:lnTo>
                    <a:pt x="1605" y="1544"/>
                  </a:lnTo>
                  <a:lnTo>
                    <a:pt x="2247" y="1223"/>
                  </a:lnTo>
                  <a:lnTo>
                    <a:pt x="2588" y="1083"/>
                  </a:lnTo>
                  <a:lnTo>
                    <a:pt x="2908" y="963"/>
                  </a:lnTo>
                  <a:lnTo>
                    <a:pt x="3249" y="842"/>
                  </a:lnTo>
                  <a:lnTo>
                    <a:pt x="3590" y="722"/>
                  </a:lnTo>
                  <a:lnTo>
                    <a:pt x="3951" y="622"/>
                  </a:lnTo>
                  <a:lnTo>
                    <a:pt x="4312" y="542"/>
                  </a:lnTo>
                  <a:lnTo>
                    <a:pt x="4673" y="481"/>
                  </a:lnTo>
                  <a:lnTo>
                    <a:pt x="5034" y="421"/>
                  </a:lnTo>
                  <a:lnTo>
                    <a:pt x="5395" y="381"/>
                  </a:lnTo>
                  <a:lnTo>
                    <a:pt x="5776" y="341"/>
                  </a:lnTo>
                  <a:lnTo>
                    <a:pt x="6518" y="341"/>
                  </a:lnTo>
                  <a:lnTo>
                    <a:pt x="6819" y="361"/>
                  </a:lnTo>
                  <a:lnTo>
                    <a:pt x="7421" y="421"/>
                  </a:lnTo>
                  <a:lnTo>
                    <a:pt x="8002" y="542"/>
                  </a:lnTo>
                  <a:lnTo>
                    <a:pt x="8584" y="702"/>
                  </a:lnTo>
                  <a:lnTo>
                    <a:pt x="9125" y="903"/>
                  </a:lnTo>
                  <a:lnTo>
                    <a:pt x="9667" y="1143"/>
                  </a:lnTo>
                  <a:lnTo>
                    <a:pt x="10168" y="1424"/>
                  </a:lnTo>
                  <a:lnTo>
                    <a:pt x="10670" y="1745"/>
                  </a:lnTo>
                  <a:lnTo>
                    <a:pt x="11131" y="2086"/>
                  </a:lnTo>
                  <a:lnTo>
                    <a:pt x="11572" y="2467"/>
                  </a:lnTo>
                  <a:lnTo>
                    <a:pt x="12013" y="2868"/>
                  </a:lnTo>
                  <a:lnTo>
                    <a:pt x="12414" y="3309"/>
                  </a:lnTo>
                  <a:lnTo>
                    <a:pt x="12795" y="3770"/>
                  </a:lnTo>
                  <a:lnTo>
                    <a:pt x="13156" y="4272"/>
                  </a:lnTo>
                  <a:lnTo>
                    <a:pt x="13477" y="4793"/>
                  </a:lnTo>
                  <a:lnTo>
                    <a:pt x="13798" y="5315"/>
                  </a:lnTo>
                  <a:lnTo>
                    <a:pt x="14079" y="5876"/>
                  </a:lnTo>
                  <a:lnTo>
                    <a:pt x="14360" y="6458"/>
                  </a:lnTo>
                  <a:lnTo>
                    <a:pt x="14620" y="7039"/>
                  </a:lnTo>
                  <a:lnTo>
                    <a:pt x="14861" y="7621"/>
                  </a:lnTo>
                  <a:lnTo>
                    <a:pt x="15082" y="8222"/>
                  </a:lnTo>
                  <a:lnTo>
                    <a:pt x="15282" y="8844"/>
                  </a:lnTo>
                  <a:lnTo>
                    <a:pt x="15483" y="9446"/>
                  </a:lnTo>
                  <a:lnTo>
                    <a:pt x="15683" y="10067"/>
                  </a:lnTo>
                  <a:lnTo>
                    <a:pt x="15844" y="10709"/>
                  </a:lnTo>
                  <a:lnTo>
                    <a:pt x="16004" y="11331"/>
                  </a:lnTo>
                  <a:lnTo>
                    <a:pt x="16305" y="12594"/>
                  </a:lnTo>
                  <a:lnTo>
                    <a:pt x="16546" y="13858"/>
                  </a:lnTo>
                  <a:lnTo>
                    <a:pt x="16766" y="15101"/>
                  </a:lnTo>
                  <a:lnTo>
                    <a:pt x="16886" y="15743"/>
                  </a:lnTo>
                  <a:lnTo>
                    <a:pt x="16967" y="16405"/>
                  </a:lnTo>
                  <a:lnTo>
                    <a:pt x="17047" y="17066"/>
                  </a:lnTo>
                  <a:lnTo>
                    <a:pt x="17107" y="17728"/>
                  </a:lnTo>
                  <a:lnTo>
                    <a:pt x="17147" y="18390"/>
                  </a:lnTo>
                  <a:lnTo>
                    <a:pt x="17187" y="19052"/>
                  </a:lnTo>
                  <a:lnTo>
                    <a:pt x="17187" y="19714"/>
                  </a:lnTo>
                  <a:lnTo>
                    <a:pt x="17187" y="20375"/>
                  </a:lnTo>
                  <a:lnTo>
                    <a:pt x="17167" y="20917"/>
                  </a:lnTo>
                  <a:lnTo>
                    <a:pt x="17107" y="21438"/>
                  </a:lnTo>
                  <a:lnTo>
                    <a:pt x="17027" y="21960"/>
                  </a:lnTo>
                  <a:lnTo>
                    <a:pt x="16927" y="22461"/>
                  </a:lnTo>
                  <a:lnTo>
                    <a:pt x="16786" y="22963"/>
                  </a:lnTo>
                  <a:lnTo>
                    <a:pt x="16686" y="23203"/>
                  </a:lnTo>
                  <a:lnTo>
                    <a:pt x="16586" y="23444"/>
                  </a:lnTo>
                  <a:lnTo>
                    <a:pt x="16465" y="23664"/>
                  </a:lnTo>
                  <a:lnTo>
                    <a:pt x="16345" y="23885"/>
                  </a:lnTo>
                  <a:lnTo>
                    <a:pt x="16205" y="24086"/>
                  </a:lnTo>
                  <a:lnTo>
                    <a:pt x="16044" y="24286"/>
                  </a:lnTo>
                  <a:lnTo>
                    <a:pt x="16044" y="24286"/>
                  </a:lnTo>
                  <a:lnTo>
                    <a:pt x="16265" y="24146"/>
                  </a:lnTo>
                  <a:lnTo>
                    <a:pt x="16485" y="23985"/>
                  </a:lnTo>
                  <a:lnTo>
                    <a:pt x="16686" y="23805"/>
                  </a:lnTo>
                  <a:lnTo>
                    <a:pt x="16886" y="23604"/>
                  </a:lnTo>
                  <a:lnTo>
                    <a:pt x="17007" y="23344"/>
                  </a:lnTo>
                  <a:lnTo>
                    <a:pt x="17107" y="23063"/>
                  </a:lnTo>
                  <a:lnTo>
                    <a:pt x="17207" y="22782"/>
                  </a:lnTo>
                  <a:lnTo>
                    <a:pt x="17288" y="22481"/>
                  </a:lnTo>
                  <a:lnTo>
                    <a:pt x="17348" y="22180"/>
                  </a:lnTo>
                  <a:lnTo>
                    <a:pt x="17408" y="21880"/>
                  </a:lnTo>
                  <a:lnTo>
                    <a:pt x="17468" y="21278"/>
                  </a:lnTo>
                  <a:lnTo>
                    <a:pt x="17528" y="20656"/>
                  </a:lnTo>
                  <a:lnTo>
                    <a:pt x="17528" y="20035"/>
                  </a:lnTo>
                  <a:lnTo>
                    <a:pt x="17528" y="19433"/>
                  </a:lnTo>
                  <a:lnTo>
                    <a:pt x="17508" y="18851"/>
                  </a:lnTo>
                  <a:lnTo>
                    <a:pt x="17488" y="18250"/>
                  </a:lnTo>
                  <a:lnTo>
                    <a:pt x="17448" y="17648"/>
                  </a:lnTo>
                  <a:lnTo>
                    <a:pt x="17388" y="17046"/>
                  </a:lnTo>
                  <a:lnTo>
                    <a:pt x="17328" y="16465"/>
                  </a:lnTo>
                  <a:lnTo>
                    <a:pt x="17147" y="15262"/>
                  </a:lnTo>
                  <a:lnTo>
                    <a:pt x="16947" y="14078"/>
                  </a:lnTo>
                  <a:lnTo>
                    <a:pt x="16686" y="12915"/>
                  </a:lnTo>
                  <a:lnTo>
                    <a:pt x="16405" y="11752"/>
                  </a:lnTo>
                  <a:lnTo>
                    <a:pt x="16104" y="10589"/>
                  </a:lnTo>
                  <a:lnTo>
                    <a:pt x="15763" y="9426"/>
                  </a:lnTo>
                  <a:lnTo>
                    <a:pt x="15463" y="8443"/>
                  </a:lnTo>
                  <a:lnTo>
                    <a:pt x="15122" y="7460"/>
                  </a:lnTo>
                  <a:lnTo>
                    <a:pt x="14921" y="6979"/>
                  </a:lnTo>
                  <a:lnTo>
                    <a:pt x="14741" y="6498"/>
                  </a:lnTo>
                  <a:lnTo>
                    <a:pt x="14520" y="6016"/>
                  </a:lnTo>
                  <a:lnTo>
                    <a:pt x="14299" y="5555"/>
                  </a:lnTo>
                  <a:lnTo>
                    <a:pt x="14059" y="5094"/>
                  </a:lnTo>
                  <a:lnTo>
                    <a:pt x="13798" y="4653"/>
                  </a:lnTo>
                  <a:lnTo>
                    <a:pt x="13517" y="4212"/>
                  </a:lnTo>
                  <a:lnTo>
                    <a:pt x="13237" y="3790"/>
                  </a:lnTo>
                  <a:lnTo>
                    <a:pt x="12916" y="3369"/>
                  </a:lnTo>
                  <a:lnTo>
                    <a:pt x="12595" y="2968"/>
                  </a:lnTo>
                  <a:lnTo>
                    <a:pt x="12234" y="2587"/>
                  </a:lnTo>
                  <a:lnTo>
                    <a:pt x="11853" y="2226"/>
                  </a:lnTo>
                  <a:lnTo>
                    <a:pt x="11572" y="1945"/>
                  </a:lnTo>
                  <a:lnTo>
                    <a:pt x="11251" y="1705"/>
                  </a:lnTo>
                  <a:lnTo>
                    <a:pt x="10930" y="1464"/>
                  </a:lnTo>
                  <a:lnTo>
                    <a:pt x="10609" y="1263"/>
                  </a:lnTo>
                  <a:lnTo>
                    <a:pt x="10268" y="1063"/>
                  </a:lnTo>
                  <a:lnTo>
                    <a:pt x="9928" y="882"/>
                  </a:lnTo>
                  <a:lnTo>
                    <a:pt x="9587" y="702"/>
                  </a:lnTo>
                  <a:lnTo>
                    <a:pt x="9226" y="562"/>
                  </a:lnTo>
                  <a:lnTo>
                    <a:pt x="8865" y="421"/>
                  </a:lnTo>
                  <a:lnTo>
                    <a:pt x="8484" y="321"/>
                  </a:lnTo>
                  <a:lnTo>
                    <a:pt x="8123" y="221"/>
                  </a:lnTo>
                  <a:lnTo>
                    <a:pt x="7742" y="140"/>
                  </a:lnTo>
                  <a:lnTo>
                    <a:pt x="7361" y="80"/>
                  </a:lnTo>
                  <a:lnTo>
                    <a:pt x="6980" y="40"/>
                  </a:lnTo>
                  <a:lnTo>
                    <a:pt x="6578" y="20"/>
                  </a:lnTo>
                  <a:lnTo>
                    <a:pt x="619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8" name="Google Shape;5788;p22"/>
            <p:cNvSpPr/>
            <p:nvPr/>
          </p:nvSpPr>
          <p:spPr>
            <a:xfrm>
              <a:off x="10290200" y="5028575"/>
              <a:ext cx="1525" cy="525"/>
            </a:xfrm>
            <a:custGeom>
              <a:avLst/>
              <a:gdLst/>
              <a:ahLst/>
              <a:cxnLst/>
              <a:rect l="l" t="t" r="r" b="b"/>
              <a:pathLst>
                <a:path w="61" h="21" extrusionOk="0">
                  <a:moveTo>
                    <a:pt x="0" y="0"/>
                  </a:moveTo>
                  <a:lnTo>
                    <a:pt x="61" y="20"/>
                  </a:lnTo>
                  <a:lnTo>
                    <a:pt x="41" y="0"/>
                  </a:lnTo>
                  <a:close/>
                </a:path>
              </a:pathLst>
            </a:custGeom>
            <a:solidFill>
              <a:srgbClr val="DEDAD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9" name="Google Shape;5789;p22"/>
            <p:cNvSpPr/>
            <p:nvPr/>
          </p:nvSpPr>
          <p:spPr>
            <a:xfrm>
              <a:off x="10290200" y="5028575"/>
              <a:ext cx="1525" cy="525"/>
            </a:xfrm>
            <a:custGeom>
              <a:avLst/>
              <a:gdLst/>
              <a:ahLst/>
              <a:cxnLst/>
              <a:rect l="l" t="t" r="r" b="b"/>
              <a:pathLst>
                <a:path w="61" h="21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61" y="20"/>
                  </a:lnTo>
                  <a:lnTo>
                    <a:pt x="61" y="20"/>
                  </a:lnTo>
                  <a:lnTo>
                    <a:pt x="41" y="0"/>
                  </a:lnTo>
                  <a:lnTo>
                    <a:pt x="41" y="0"/>
                  </a:lnTo>
                  <a:lnTo>
                    <a:pt x="41" y="0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0" name="Google Shape;5790;p22"/>
            <p:cNvSpPr/>
            <p:nvPr/>
          </p:nvSpPr>
          <p:spPr>
            <a:xfrm>
              <a:off x="10217500" y="4514175"/>
              <a:ext cx="54675" cy="468800"/>
            </a:xfrm>
            <a:custGeom>
              <a:avLst/>
              <a:gdLst/>
              <a:ahLst/>
              <a:cxnLst/>
              <a:rect l="l" t="t" r="r" b="b"/>
              <a:pathLst>
                <a:path w="2187" h="18752" extrusionOk="0">
                  <a:moveTo>
                    <a:pt x="1" y="0"/>
                  </a:moveTo>
                  <a:lnTo>
                    <a:pt x="321" y="461"/>
                  </a:lnTo>
                  <a:lnTo>
                    <a:pt x="622" y="963"/>
                  </a:lnTo>
                  <a:lnTo>
                    <a:pt x="883" y="1484"/>
                  </a:lnTo>
                  <a:lnTo>
                    <a:pt x="1124" y="2026"/>
                  </a:lnTo>
                  <a:lnTo>
                    <a:pt x="1324" y="2567"/>
                  </a:lnTo>
                  <a:lnTo>
                    <a:pt x="1505" y="3149"/>
                  </a:lnTo>
                  <a:lnTo>
                    <a:pt x="1645" y="3730"/>
                  </a:lnTo>
                  <a:lnTo>
                    <a:pt x="1745" y="4332"/>
                  </a:lnTo>
                  <a:lnTo>
                    <a:pt x="1846" y="4934"/>
                  </a:lnTo>
                  <a:lnTo>
                    <a:pt x="1906" y="5535"/>
                  </a:lnTo>
                  <a:lnTo>
                    <a:pt x="1926" y="6137"/>
                  </a:lnTo>
                  <a:lnTo>
                    <a:pt x="1946" y="6758"/>
                  </a:lnTo>
                  <a:lnTo>
                    <a:pt x="1926" y="7360"/>
                  </a:lnTo>
                  <a:lnTo>
                    <a:pt x="1886" y="7962"/>
                  </a:lnTo>
                  <a:lnTo>
                    <a:pt x="1825" y="8543"/>
                  </a:lnTo>
                  <a:lnTo>
                    <a:pt x="1745" y="9125"/>
                  </a:lnTo>
                  <a:lnTo>
                    <a:pt x="1505" y="12975"/>
                  </a:lnTo>
                  <a:lnTo>
                    <a:pt x="1424" y="14098"/>
                  </a:lnTo>
                  <a:lnTo>
                    <a:pt x="1344" y="15222"/>
                  </a:lnTo>
                  <a:lnTo>
                    <a:pt x="1344" y="15783"/>
                  </a:lnTo>
                  <a:lnTo>
                    <a:pt x="1344" y="16345"/>
                  </a:lnTo>
                  <a:lnTo>
                    <a:pt x="1364" y="16906"/>
                  </a:lnTo>
                  <a:lnTo>
                    <a:pt x="1424" y="17468"/>
                  </a:lnTo>
                  <a:lnTo>
                    <a:pt x="1464" y="17809"/>
                  </a:lnTo>
                  <a:lnTo>
                    <a:pt x="1545" y="18170"/>
                  </a:lnTo>
                  <a:lnTo>
                    <a:pt x="1745" y="18450"/>
                  </a:lnTo>
                  <a:lnTo>
                    <a:pt x="1986" y="18751"/>
                  </a:lnTo>
                  <a:lnTo>
                    <a:pt x="1906" y="18410"/>
                  </a:lnTo>
                  <a:lnTo>
                    <a:pt x="1846" y="18089"/>
                  </a:lnTo>
                  <a:lnTo>
                    <a:pt x="1785" y="17748"/>
                  </a:lnTo>
                  <a:lnTo>
                    <a:pt x="1745" y="17407"/>
                  </a:lnTo>
                  <a:lnTo>
                    <a:pt x="1685" y="16726"/>
                  </a:lnTo>
                  <a:lnTo>
                    <a:pt x="1645" y="16024"/>
                  </a:lnTo>
                  <a:lnTo>
                    <a:pt x="1665" y="15322"/>
                  </a:lnTo>
                  <a:lnTo>
                    <a:pt x="1685" y="14640"/>
                  </a:lnTo>
                  <a:lnTo>
                    <a:pt x="1765" y="13336"/>
                  </a:lnTo>
                  <a:lnTo>
                    <a:pt x="1846" y="12213"/>
                  </a:lnTo>
                  <a:lnTo>
                    <a:pt x="1946" y="11070"/>
                  </a:lnTo>
                  <a:lnTo>
                    <a:pt x="2046" y="9927"/>
                  </a:lnTo>
                  <a:lnTo>
                    <a:pt x="2126" y="8784"/>
                  </a:lnTo>
                  <a:lnTo>
                    <a:pt x="2186" y="7641"/>
                  </a:lnTo>
                  <a:lnTo>
                    <a:pt x="2186" y="7079"/>
                  </a:lnTo>
                  <a:lnTo>
                    <a:pt x="2186" y="6498"/>
                  </a:lnTo>
                  <a:lnTo>
                    <a:pt x="2166" y="5936"/>
                  </a:lnTo>
                  <a:lnTo>
                    <a:pt x="2126" y="5375"/>
                  </a:lnTo>
                  <a:lnTo>
                    <a:pt x="2066" y="4813"/>
                  </a:lnTo>
                  <a:lnTo>
                    <a:pt x="1986" y="4252"/>
                  </a:lnTo>
                  <a:lnTo>
                    <a:pt x="1866" y="3670"/>
                  </a:lnTo>
                  <a:lnTo>
                    <a:pt x="1725" y="3089"/>
                  </a:lnTo>
                  <a:lnTo>
                    <a:pt x="1525" y="2527"/>
                  </a:lnTo>
                  <a:lnTo>
                    <a:pt x="1304" y="1965"/>
                  </a:lnTo>
                  <a:lnTo>
                    <a:pt x="1043" y="1444"/>
                  </a:lnTo>
                  <a:lnTo>
                    <a:pt x="883" y="1183"/>
                  </a:lnTo>
                  <a:lnTo>
                    <a:pt x="722" y="923"/>
                  </a:lnTo>
                  <a:lnTo>
                    <a:pt x="562" y="682"/>
                  </a:lnTo>
                  <a:lnTo>
                    <a:pt x="382" y="441"/>
                  </a:lnTo>
                  <a:lnTo>
                    <a:pt x="201" y="22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1" name="Google Shape;5791;p22"/>
            <p:cNvSpPr/>
            <p:nvPr/>
          </p:nvSpPr>
          <p:spPr>
            <a:xfrm>
              <a:off x="10289700" y="50285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fill="none" extrusionOk="0">
                  <a:moveTo>
                    <a:pt x="2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61" y="0"/>
                  </a:lnTo>
                  <a:lnTo>
                    <a:pt x="61" y="0"/>
                  </a:lnTo>
                  <a:lnTo>
                    <a:pt x="61" y="0"/>
                  </a:lnTo>
                  <a:lnTo>
                    <a:pt x="61" y="0"/>
                  </a:lnTo>
                  <a:lnTo>
                    <a:pt x="61" y="0"/>
                  </a:lnTo>
                  <a:lnTo>
                    <a:pt x="2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2" name="Google Shape;5792;p22"/>
            <p:cNvSpPr/>
            <p:nvPr/>
          </p:nvSpPr>
          <p:spPr>
            <a:xfrm>
              <a:off x="10267125" y="4982950"/>
              <a:ext cx="97300" cy="46650"/>
            </a:xfrm>
            <a:custGeom>
              <a:avLst/>
              <a:gdLst/>
              <a:ahLst/>
              <a:cxnLst/>
              <a:rect l="l" t="t" r="r" b="b"/>
              <a:pathLst>
                <a:path w="3892" h="1866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181" y="501"/>
                  </a:lnTo>
                  <a:lnTo>
                    <a:pt x="282" y="742"/>
                  </a:lnTo>
                  <a:lnTo>
                    <a:pt x="402" y="963"/>
                  </a:lnTo>
                  <a:lnTo>
                    <a:pt x="522" y="1203"/>
                  </a:lnTo>
                  <a:lnTo>
                    <a:pt x="663" y="1424"/>
                  </a:lnTo>
                  <a:lnTo>
                    <a:pt x="803" y="1625"/>
                  </a:lnTo>
                  <a:lnTo>
                    <a:pt x="964" y="1825"/>
                  </a:lnTo>
                  <a:lnTo>
                    <a:pt x="964" y="1825"/>
                  </a:lnTo>
                  <a:lnTo>
                    <a:pt x="964" y="1825"/>
                  </a:lnTo>
                  <a:lnTo>
                    <a:pt x="1244" y="1845"/>
                  </a:lnTo>
                  <a:lnTo>
                    <a:pt x="1525" y="1865"/>
                  </a:lnTo>
                  <a:lnTo>
                    <a:pt x="1525" y="1865"/>
                  </a:lnTo>
                  <a:lnTo>
                    <a:pt x="1826" y="1845"/>
                  </a:lnTo>
                  <a:lnTo>
                    <a:pt x="2127" y="1825"/>
                  </a:lnTo>
                  <a:lnTo>
                    <a:pt x="2428" y="1765"/>
                  </a:lnTo>
                  <a:lnTo>
                    <a:pt x="2728" y="1705"/>
                  </a:lnTo>
                  <a:lnTo>
                    <a:pt x="3029" y="1625"/>
                  </a:lnTo>
                  <a:lnTo>
                    <a:pt x="3310" y="1524"/>
                  </a:lnTo>
                  <a:lnTo>
                    <a:pt x="3611" y="1384"/>
                  </a:lnTo>
                  <a:lnTo>
                    <a:pt x="3891" y="1243"/>
                  </a:lnTo>
                  <a:lnTo>
                    <a:pt x="3891" y="1243"/>
                  </a:lnTo>
                  <a:lnTo>
                    <a:pt x="3470" y="1304"/>
                  </a:lnTo>
                  <a:lnTo>
                    <a:pt x="3029" y="1324"/>
                  </a:lnTo>
                  <a:lnTo>
                    <a:pt x="3029" y="1324"/>
                  </a:lnTo>
                  <a:lnTo>
                    <a:pt x="2668" y="1304"/>
                  </a:lnTo>
                  <a:lnTo>
                    <a:pt x="2287" y="1264"/>
                  </a:lnTo>
                  <a:lnTo>
                    <a:pt x="1926" y="1183"/>
                  </a:lnTo>
                  <a:lnTo>
                    <a:pt x="1565" y="1063"/>
                  </a:lnTo>
                  <a:lnTo>
                    <a:pt x="1204" y="903"/>
                  </a:lnTo>
                  <a:lnTo>
                    <a:pt x="843" y="702"/>
                  </a:lnTo>
                  <a:lnTo>
                    <a:pt x="522" y="441"/>
                  </a:lnTo>
                  <a:lnTo>
                    <a:pt x="181" y="161"/>
                  </a:lnTo>
                  <a:lnTo>
                    <a:pt x="181" y="161"/>
                  </a:lnTo>
                  <a:lnTo>
                    <a:pt x="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3" name="Google Shape;5793;p22"/>
            <p:cNvSpPr/>
            <p:nvPr/>
          </p:nvSpPr>
          <p:spPr>
            <a:xfrm>
              <a:off x="10048050" y="4477075"/>
              <a:ext cx="229650" cy="544500"/>
            </a:xfrm>
            <a:custGeom>
              <a:avLst/>
              <a:gdLst/>
              <a:ahLst/>
              <a:cxnLst/>
              <a:rect l="l" t="t" r="r" b="b"/>
              <a:pathLst>
                <a:path w="9186" h="21780" fill="none" extrusionOk="0">
                  <a:moveTo>
                    <a:pt x="2467" y="0"/>
                  </a:moveTo>
                  <a:lnTo>
                    <a:pt x="2467" y="0"/>
                  </a:lnTo>
                  <a:lnTo>
                    <a:pt x="1845" y="20"/>
                  </a:lnTo>
                  <a:lnTo>
                    <a:pt x="1243" y="80"/>
                  </a:lnTo>
                  <a:lnTo>
                    <a:pt x="622" y="201"/>
                  </a:lnTo>
                  <a:lnTo>
                    <a:pt x="0" y="341"/>
                  </a:lnTo>
                  <a:lnTo>
                    <a:pt x="0" y="341"/>
                  </a:lnTo>
                  <a:lnTo>
                    <a:pt x="381" y="301"/>
                  </a:lnTo>
                  <a:lnTo>
                    <a:pt x="742" y="301"/>
                  </a:lnTo>
                  <a:lnTo>
                    <a:pt x="742" y="301"/>
                  </a:lnTo>
                  <a:lnTo>
                    <a:pt x="1143" y="301"/>
                  </a:lnTo>
                  <a:lnTo>
                    <a:pt x="1544" y="341"/>
                  </a:lnTo>
                  <a:lnTo>
                    <a:pt x="1925" y="401"/>
                  </a:lnTo>
                  <a:lnTo>
                    <a:pt x="2326" y="481"/>
                  </a:lnTo>
                  <a:lnTo>
                    <a:pt x="2326" y="481"/>
                  </a:lnTo>
                  <a:lnTo>
                    <a:pt x="2768" y="622"/>
                  </a:lnTo>
                  <a:lnTo>
                    <a:pt x="3209" y="782"/>
                  </a:lnTo>
                  <a:lnTo>
                    <a:pt x="3610" y="963"/>
                  </a:lnTo>
                  <a:lnTo>
                    <a:pt x="3991" y="1183"/>
                  </a:lnTo>
                  <a:lnTo>
                    <a:pt x="4372" y="1404"/>
                  </a:lnTo>
                  <a:lnTo>
                    <a:pt x="4713" y="1685"/>
                  </a:lnTo>
                  <a:lnTo>
                    <a:pt x="5034" y="1965"/>
                  </a:lnTo>
                  <a:lnTo>
                    <a:pt x="5335" y="2286"/>
                  </a:lnTo>
                  <a:lnTo>
                    <a:pt x="5615" y="2607"/>
                  </a:lnTo>
                  <a:lnTo>
                    <a:pt x="5876" y="2968"/>
                  </a:lnTo>
                  <a:lnTo>
                    <a:pt x="6117" y="3329"/>
                  </a:lnTo>
                  <a:lnTo>
                    <a:pt x="6317" y="3730"/>
                  </a:lnTo>
                  <a:lnTo>
                    <a:pt x="6518" y="4131"/>
                  </a:lnTo>
                  <a:lnTo>
                    <a:pt x="6678" y="4552"/>
                  </a:lnTo>
                  <a:lnTo>
                    <a:pt x="6819" y="4974"/>
                  </a:lnTo>
                  <a:lnTo>
                    <a:pt x="6919" y="5435"/>
                  </a:lnTo>
                  <a:lnTo>
                    <a:pt x="6919" y="5435"/>
                  </a:lnTo>
                  <a:lnTo>
                    <a:pt x="7039" y="6036"/>
                  </a:lnTo>
                  <a:lnTo>
                    <a:pt x="7140" y="6638"/>
                  </a:lnTo>
                  <a:lnTo>
                    <a:pt x="7200" y="7240"/>
                  </a:lnTo>
                  <a:lnTo>
                    <a:pt x="7260" y="7841"/>
                  </a:lnTo>
                  <a:lnTo>
                    <a:pt x="7280" y="8443"/>
                  </a:lnTo>
                  <a:lnTo>
                    <a:pt x="7280" y="9045"/>
                  </a:lnTo>
                  <a:lnTo>
                    <a:pt x="7280" y="9666"/>
                  </a:lnTo>
                  <a:lnTo>
                    <a:pt x="7260" y="10268"/>
                  </a:lnTo>
                  <a:lnTo>
                    <a:pt x="7200" y="11491"/>
                  </a:lnTo>
                  <a:lnTo>
                    <a:pt x="7119" y="12715"/>
                  </a:lnTo>
                  <a:lnTo>
                    <a:pt x="7059" y="13918"/>
                  </a:lnTo>
                  <a:lnTo>
                    <a:pt x="7019" y="15141"/>
                  </a:lnTo>
                  <a:lnTo>
                    <a:pt x="7019" y="15141"/>
                  </a:lnTo>
                  <a:lnTo>
                    <a:pt x="7019" y="16044"/>
                  </a:lnTo>
                  <a:lnTo>
                    <a:pt x="7039" y="16505"/>
                  </a:lnTo>
                  <a:lnTo>
                    <a:pt x="7079" y="16986"/>
                  </a:lnTo>
                  <a:lnTo>
                    <a:pt x="7119" y="17468"/>
                  </a:lnTo>
                  <a:lnTo>
                    <a:pt x="7180" y="17949"/>
                  </a:lnTo>
                  <a:lnTo>
                    <a:pt x="7280" y="18410"/>
                  </a:lnTo>
                  <a:lnTo>
                    <a:pt x="7380" y="18871"/>
                  </a:lnTo>
                  <a:lnTo>
                    <a:pt x="7500" y="19313"/>
                  </a:lnTo>
                  <a:lnTo>
                    <a:pt x="7661" y="19754"/>
                  </a:lnTo>
                  <a:lnTo>
                    <a:pt x="7841" y="20155"/>
                  </a:lnTo>
                  <a:lnTo>
                    <a:pt x="8042" y="20556"/>
                  </a:lnTo>
                  <a:lnTo>
                    <a:pt x="8283" y="20917"/>
                  </a:lnTo>
                  <a:lnTo>
                    <a:pt x="8543" y="21238"/>
                  </a:lnTo>
                  <a:lnTo>
                    <a:pt x="8704" y="21398"/>
                  </a:lnTo>
                  <a:lnTo>
                    <a:pt x="8844" y="21539"/>
                  </a:lnTo>
                  <a:lnTo>
                    <a:pt x="9005" y="21659"/>
                  </a:lnTo>
                  <a:lnTo>
                    <a:pt x="9185" y="21779"/>
                  </a:lnTo>
                  <a:lnTo>
                    <a:pt x="9185" y="21779"/>
                  </a:lnTo>
                  <a:lnTo>
                    <a:pt x="9045" y="21539"/>
                  </a:lnTo>
                  <a:lnTo>
                    <a:pt x="8904" y="21278"/>
                  </a:lnTo>
                  <a:lnTo>
                    <a:pt x="8764" y="21017"/>
                  </a:lnTo>
                  <a:lnTo>
                    <a:pt x="8664" y="20757"/>
                  </a:lnTo>
                  <a:lnTo>
                    <a:pt x="8543" y="20476"/>
                  </a:lnTo>
                  <a:lnTo>
                    <a:pt x="8463" y="20215"/>
                  </a:lnTo>
                  <a:lnTo>
                    <a:pt x="8323" y="19654"/>
                  </a:lnTo>
                  <a:lnTo>
                    <a:pt x="8323" y="19654"/>
                  </a:lnTo>
                  <a:lnTo>
                    <a:pt x="8182" y="19433"/>
                  </a:lnTo>
                  <a:lnTo>
                    <a:pt x="8042" y="19192"/>
                  </a:lnTo>
                  <a:lnTo>
                    <a:pt x="7942" y="18972"/>
                  </a:lnTo>
                  <a:lnTo>
                    <a:pt x="7841" y="18731"/>
                  </a:lnTo>
                  <a:lnTo>
                    <a:pt x="7761" y="18490"/>
                  </a:lnTo>
                  <a:lnTo>
                    <a:pt x="7681" y="18230"/>
                  </a:lnTo>
                  <a:lnTo>
                    <a:pt x="7621" y="17989"/>
                  </a:lnTo>
                  <a:lnTo>
                    <a:pt x="7581" y="17728"/>
                  </a:lnTo>
                  <a:lnTo>
                    <a:pt x="7521" y="17227"/>
                  </a:lnTo>
                  <a:lnTo>
                    <a:pt x="7500" y="16685"/>
                  </a:lnTo>
                  <a:lnTo>
                    <a:pt x="7521" y="16164"/>
                  </a:lnTo>
                  <a:lnTo>
                    <a:pt x="7561" y="15623"/>
                  </a:lnTo>
                  <a:lnTo>
                    <a:pt x="7621" y="15081"/>
                  </a:lnTo>
                  <a:lnTo>
                    <a:pt x="7701" y="14540"/>
                  </a:lnTo>
                  <a:lnTo>
                    <a:pt x="7801" y="13998"/>
                  </a:lnTo>
                  <a:lnTo>
                    <a:pt x="7922" y="13477"/>
                  </a:lnTo>
                  <a:lnTo>
                    <a:pt x="8162" y="12434"/>
                  </a:lnTo>
                  <a:lnTo>
                    <a:pt x="8383" y="11451"/>
                  </a:lnTo>
                  <a:lnTo>
                    <a:pt x="8383" y="11451"/>
                  </a:lnTo>
                  <a:lnTo>
                    <a:pt x="8523" y="10609"/>
                  </a:lnTo>
                  <a:lnTo>
                    <a:pt x="8523" y="10609"/>
                  </a:lnTo>
                  <a:lnTo>
                    <a:pt x="8563" y="9947"/>
                  </a:lnTo>
                  <a:lnTo>
                    <a:pt x="8563" y="9947"/>
                  </a:lnTo>
                  <a:lnTo>
                    <a:pt x="8624" y="8804"/>
                  </a:lnTo>
                  <a:lnTo>
                    <a:pt x="8624" y="8222"/>
                  </a:lnTo>
                  <a:lnTo>
                    <a:pt x="8624" y="7641"/>
                  </a:lnTo>
                  <a:lnTo>
                    <a:pt x="8603" y="7059"/>
                  </a:lnTo>
                  <a:lnTo>
                    <a:pt x="8543" y="6478"/>
                  </a:lnTo>
                  <a:lnTo>
                    <a:pt x="8483" y="5896"/>
                  </a:lnTo>
                  <a:lnTo>
                    <a:pt x="8383" y="5315"/>
                  </a:lnTo>
                  <a:lnTo>
                    <a:pt x="8242" y="4753"/>
                  </a:lnTo>
                  <a:lnTo>
                    <a:pt x="8082" y="4191"/>
                  </a:lnTo>
                  <a:lnTo>
                    <a:pt x="7882" y="3670"/>
                  </a:lnTo>
                  <a:lnTo>
                    <a:pt x="7641" y="3149"/>
                  </a:lnTo>
                  <a:lnTo>
                    <a:pt x="7500" y="2908"/>
                  </a:lnTo>
                  <a:lnTo>
                    <a:pt x="7360" y="2647"/>
                  </a:lnTo>
                  <a:lnTo>
                    <a:pt x="7200" y="2427"/>
                  </a:lnTo>
                  <a:lnTo>
                    <a:pt x="7019" y="2186"/>
                  </a:lnTo>
                  <a:lnTo>
                    <a:pt x="6839" y="1965"/>
                  </a:lnTo>
                  <a:lnTo>
                    <a:pt x="6638" y="1745"/>
                  </a:lnTo>
                  <a:lnTo>
                    <a:pt x="6438" y="1524"/>
                  </a:lnTo>
                  <a:lnTo>
                    <a:pt x="6217" y="1324"/>
                  </a:lnTo>
                  <a:lnTo>
                    <a:pt x="6217" y="1324"/>
                  </a:lnTo>
                  <a:lnTo>
                    <a:pt x="5996" y="1163"/>
                  </a:lnTo>
                  <a:lnTo>
                    <a:pt x="5776" y="983"/>
                  </a:lnTo>
                  <a:lnTo>
                    <a:pt x="5555" y="842"/>
                  </a:lnTo>
                  <a:lnTo>
                    <a:pt x="5335" y="702"/>
                  </a:lnTo>
                  <a:lnTo>
                    <a:pt x="5114" y="582"/>
                  </a:lnTo>
                  <a:lnTo>
                    <a:pt x="4873" y="481"/>
                  </a:lnTo>
                  <a:lnTo>
                    <a:pt x="4653" y="381"/>
                  </a:lnTo>
                  <a:lnTo>
                    <a:pt x="4412" y="301"/>
                  </a:lnTo>
                  <a:lnTo>
                    <a:pt x="3931" y="161"/>
                  </a:lnTo>
                  <a:lnTo>
                    <a:pt x="3449" y="60"/>
                  </a:lnTo>
                  <a:lnTo>
                    <a:pt x="2948" y="0"/>
                  </a:lnTo>
                  <a:lnTo>
                    <a:pt x="2467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4" name="Google Shape;5794;p22"/>
            <p:cNvSpPr/>
            <p:nvPr/>
          </p:nvSpPr>
          <p:spPr>
            <a:xfrm>
              <a:off x="9994400" y="4450500"/>
              <a:ext cx="223125" cy="63700"/>
            </a:xfrm>
            <a:custGeom>
              <a:avLst/>
              <a:gdLst/>
              <a:ahLst/>
              <a:cxnLst/>
              <a:rect l="l" t="t" r="r" b="b"/>
              <a:pathLst>
                <a:path w="8925" h="2548" fill="none" extrusionOk="0">
                  <a:moveTo>
                    <a:pt x="3570" y="0"/>
                  </a:moveTo>
                  <a:lnTo>
                    <a:pt x="3570" y="0"/>
                  </a:lnTo>
                  <a:lnTo>
                    <a:pt x="3109" y="20"/>
                  </a:lnTo>
                  <a:lnTo>
                    <a:pt x="2647" y="60"/>
                  </a:lnTo>
                  <a:lnTo>
                    <a:pt x="2206" y="121"/>
                  </a:lnTo>
                  <a:lnTo>
                    <a:pt x="1745" y="221"/>
                  </a:lnTo>
                  <a:lnTo>
                    <a:pt x="1304" y="321"/>
                  </a:lnTo>
                  <a:lnTo>
                    <a:pt x="863" y="461"/>
                  </a:lnTo>
                  <a:lnTo>
                    <a:pt x="421" y="602"/>
                  </a:lnTo>
                  <a:lnTo>
                    <a:pt x="0" y="782"/>
                  </a:lnTo>
                  <a:lnTo>
                    <a:pt x="0" y="782"/>
                  </a:lnTo>
                  <a:lnTo>
                    <a:pt x="201" y="943"/>
                  </a:lnTo>
                  <a:lnTo>
                    <a:pt x="381" y="1123"/>
                  </a:lnTo>
                  <a:lnTo>
                    <a:pt x="562" y="1344"/>
                  </a:lnTo>
                  <a:lnTo>
                    <a:pt x="742" y="1564"/>
                  </a:lnTo>
                  <a:lnTo>
                    <a:pt x="742" y="1564"/>
                  </a:lnTo>
                  <a:lnTo>
                    <a:pt x="1183" y="1384"/>
                  </a:lnTo>
                  <a:lnTo>
                    <a:pt x="1645" y="1244"/>
                  </a:lnTo>
                  <a:lnTo>
                    <a:pt x="2106" y="1103"/>
                  </a:lnTo>
                  <a:lnTo>
                    <a:pt x="2567" y="983"/>
                  </a:lnTo>
                  <a:lnTo>
                    <a:pt x="3029" y="883"/>
                  </a:lnTo>
                  <a:lnTo>
                    <a:pt x="3510" y="822"/>
                  </a:lnTo>
                  <a:lnTo>
                    <a:pt x="3971" y="782"/>
                  </a:lnTo>
                  <a:lnTo>
                    <a:pt x="4452" y="762"/>
                  </a:lnTo>
                  <a:lnTo>
                    <a:pt x="4452" y="762"/>
                  </a:lnTo>
                  <a:lnTo>
                    <a:pt x="4793" y="782"/>
                  </a:lnTo>
                  <a:lnTo>
                    <a:pt x="5154" y="802"/>
                  </a:lnTo>
                  <a:lnTo>
                    <a:pt x="5495" y="842"/>
                  </a:lnTo>
                  <a:lnTo>
                    <a:pt x="5836" y="903"/>
                  </a:lnTo>
                  <a:lnTo>
                    <a:pt x="6177" y="983"/>
                  </a:lnTo>
                  <a:lnTo>
                    <a:pt x="6518" y="1083"/>
                  </a:lnTo>
                  <a:lnTo>
                    <a:pt x="6859" y="1183"/>
                  </a:lnTo>
                  <a:lnTo>
                    <a:pt x="7180" y="1324"/>
                  </a:lnTo>
                  <a:lnTo>
                    <a:pt x="7180" y="1324"/>
                  </a:lnTo>
                  <a:lnTo>
                    <a:pt x="7440" y="1444"/>
                  </a:lnTo>
                  <a:lnTo>
                    <a:pt x="7681" y="1584"/>
                  </a:lnTo>
                  <a:lnTo>
                    <a:pt x="7902" y="1705"/>
                  </a:lnTo>
                  <a:lnTo>
                    <a:pt x="8122" y="1865"/>
                  </a:lnTo>
                  <a:lnTo>
                    <a:pt x="8343" y="2026"/>
                  </a:lnTo>
                  <a:lnTo>
                    <a:pt x="8543" y="2186"/>
                  </a:lnTo>
                  <a:lnTo>
                    <a:pt x="8925" y="2547"/>
                  </a:lnTo>
                  <a:lnTo>
                    <a:pt x="8925" y="2547"/>
                  </a:lnTo>
                  <a:lnTo>
                    <a:pt x="8564" y="2126"/>
                  </a:lnTo>
                  <a:lnTo>
                    <a:pt x="8183" y="1745"/>
                  </a:lnTo>
                  <a:lnTo>
                    <a:pt x="7962" y="1564"/>
                  </a:lnTo>
                  <a:lnTo>
                    <a:pt x="7761" y="1384"/>
                  </a:lnTo>
                  <a:lnTo>
                    <a:pt x="7521" y="1224"/>
                  </a:lnTo>
                  <a:lnTo>
                    <a:pt x="7300" y="1063"/>
                  </a:lnTo>
                  <a:lnTo>
                    <a:pt x="7059" y="903"/>
                  </a:lnTo>
                  <a:lnTo>
                    <a:pt x="6799" y="782"/>
                  </a:lnTo>
                  <a:lnTo>
                    <a:pt x="6538" y="642"/>
                  </a:lnTo>
                  <a:lnTo>
                    <a:pt x="6257" y="522"/>
                  </a:lnTo>
                  <a:lnTo>
                    <a:pt x="5977" y="421"/>
                  </a:lnTo>
                  <a:lnTo>
                    <a:pt x="5696" y="321"/>
                  </a:lnTo>
                  <a:lnTo>
                    <a:pt x="5395" y="241"/>
                  </a:lnTo>
                  <a:lnTo>
                    <a:pt x="5074" y="161"/>
                  </a:lnTo>
                  <a:lnTo>
                    <a:pt x="5074" y="161"/>
                  </a:lnTo>
                  <a:lnTo>
                    <a:pt x="4693" y="100"/>
                  </a:lnTo>
                  <a:lnTo>
                    <a:pt x="4332" y="40"/>
                  </a:lnTo>
                  <a:lnTo>
                    <a:pt x="3951" y="20"/>
                  </a:lnTo>
                  <a:lnTo>
                    <a:pt x="357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5" name="Google Shape;5795;p22"/>
            <p:cNvSpPr/>
            <p:nvPr/>
          </p:nvSpPr>
          <p:spPr>
            <a:xfrm>
              <a:off x="10012950" y="4469550"/>
              <a:ext cx="278275" cy="559050"/>
            </a:xfrm>
            <a:custGeom>
              <a:avLst/>
              <a:gdLst/>
              <a:ahLst/>
              <a:cxnLst/>
              <a:rect l="l" t="t" r="r" b="b"/>
              <a:pathLst>
                <a:path w="11131" h="22362" extrusionOk="0">
                  <a:moveTo>
                    <a:pt x="3710" y="0"/>
                  </a:moveTo>
                  <a:lnTo>
                    <a:pt x="3229" y="20"/>
                  </a:lnTo>
                  <a:lnTo>
                    <a:pt x="2768" y="60"/>
                  </a:lnTo>
                  <a:lnTo>
                    <a:pt x="2287" y="121"/>
                  </a:lnTo>
                  <a:lnTo>
                    <a:pt x="1825" y="221"/>
                  </a:lnTo>
                  <a:lnTo>
                    <a:pt x="1364" y="341"/>
                  </a:lnTo>
                  <a:lnTo>
                    <a:pt x="903" y="482"/>
                  </a:lnTo>
                  <a:lnTo>
                    <a:pt x="441" y="622"/>
                  </a:lnTo>
                  <a:lnTo>
                    <a:pt x="0" y="802"/>
                  </a:lnTo>
                  <a:lnTo>
                    <a:pt x="161" y="1043"/>
                  </a:lnTo>
                  <a:lnTo>
                    <a:pt x="301" y="1284"/>
                  </a:lnTo>
                  <a:lnTo>
                    <a:pt x="762" y="1183"/>
                  </a:lnTo>
                  <a:lnTo>
                    <a:pt x="1244" y="1103"/>
                  </a:lnTo>
                  <a:lnTo>
                    <a:pt x="1705" y="1043"/>
                  </a:lnTo>
                  <a:lnTo>
                    <a:pt x="2166" y="1023"/>
                  </a:lnTo>
                  <a:lnTo>
                    <a:pt x="2587" y="1043"/>
                  </a:lnTo>
                  <a:lnTo>
                    <a:pt x="3008" y="1083"/>
                  </a:lnTo>
                  <a:lnTo>
                    <a:pt x="3430" y="1163"/>
                  </a:lnTo>
                  <a:lnTo>
                    <a:pt x="3851" y="1264"/>
                  </a:lnTo>
                  <a:lnTo>
                    <a:pt x="4252" y="1404"/>
                  </a:lnTo>
                  <a:lnTo>
                    <a:pt x="4673" y="1585"/>
                  </a:lnTo>
                  <a:lnTo>
                    <a:pt x="5074" y="1785"/>
                  </a:lnTo>
                  <a:lnTo>
                    <a:pt x="5475" y="2026"/>
                  </a:lnTo>
                  <a:lnTo>
                    <a:pt x="5736" y="2226"/>
                  </a:lnTo>
                  <a:lnTo>
                    <a:pt x="5977" y="2427"/>
                  </a:lnTo>
                  <a:lnTo>
                    <a:pt x="6217" y="2627"/>
                  </a:lnTo>
                  <a:lnTo>
                    <a:pt x="6438" y="2848"/>
                  </a:lnTo>
                  <a:lnTo>
                    <a:pt x="6638" y="3089"/>
                  </a:lnTo>
                  <a:lnTo>
                    <a:pt x="6819" y="3329"/>
                  </a:lnTo>
                  <a:lnTo>
                    <a:pt x="6979" y="3570"/>
                  </a:lnTo>
                  <a:lnTo>
                    <a:pt x="7140" y="3831"/>
                  </a:lnTo>
                  <a:lnTo>
                    <a:pt x="7280" y="4091"/>
                  </a:lnTo>
                  <a:lnTo>
                    <a:pt x="7420" y="4372"/>
                  </a:lnTo>
                  <a:lnTo>
                    <a:pt x="7541" y="4653"/>
                  </a:lnTo>
                  <a:lnTo>
                    <a:pt x="7641" y="4934"/>
                  </a:lnTo>
                  <a:lnTo>
                    <a:pt x="7822" y="5515"/>
                  </a:lnTo>
                  <a:lnTo>
                    <a:pt x="7982" y="6137"/>
                  </a:lnTo>
                  <a:lnTo>
                    <a:pt x="8082" y="6759"/>
                  </a:lnTo>
                  <a:lnTo>
                    <a:pt x="8162" y="7380"/>
                  </a:lnTo>
                  <a:lnTo>
                    <a:pt x="8203" y="8022"/>
                  </a:lnTo>
                  <a:lnTo>
                    <a:pt x="8243" y="8644"/>
                  </a:lnTo>
                  <a:lnTo>
                    <a:pt x="8243" y="9286"/>
                  </a:lnTo>
                  <a:lnTo>
                    <a:pt x="8243" y="9907"/>
                  </a:lnTo>
                  <a:lnTo>
                    <a:pt x="8203" y="11110"/>
                  </a:lnTo>
                  <a:lnTo>
                    <a:pt x="8142" y="12193"/>
                  </a:lnTo>
                  <a:lnTo>
                    <a:pt x="8062" y="13316"/>
                  </a:lnTo>
                  <a:lnTo>
                    <a:pt x="7982" y="14460"/>
                  </a:lnTo>
                  <a:lnTo>
                    <a:pt x="7942" y="15603"/>
                  </a:lnTo>
                  <a:lnTo>
                    <a:pt x="7942" y="16164"/>
                  </a:lnTo>
                  <a:lnTo>
                    <a:pt x="7942" y="16726"/>
                  </a:lnTo>
                  <a:lnTo>
                    <a:pt x="7982" y="17287"/>
                  </a:lnTo>
                  <a:lnTo>
                    <a:pt x="8022" y="17849"/>
                  </a:lnTo>
                  <a:lnTo>
                    <a:pt x="8102" y="18410"/>
                  </a:lnTo>
                  <a:lnTo>
                    <a:pt x="8223" y="18952"/>
                  </a:lnTo>
                  <a:lnTo>
                    <a:pt x="8363" y="19493"/>
                  </a:lnTo>
                  <a:lnTo>
                    <a:pt x="8523" y="20015"/>
                  </a:lnTo>
                  <a:lnTo>
                    <a:pt x="8644" y="20275"/>
                  </a:lnTo>
                  <a:lnTo>
                    <a:pt x="8764" y="20556"/>
                  </a:lnTo>
                  <a:lnTo>
                    <a:pt x="8904" y="20837"/>
                  </a:lnTo>
                  <a:lnTo>
                    <a:pt x="9085" y="21098"/>
                  </a:lnTo>
                  <a:lnTo>
                    <a:pt x="9265" y="21358"/>
                  </a:lnTo>
                  <a:lnTo>
                    <a:pt x="9466" y="21619"/>
                  </a:lnTo>
                  <a:lnTo>
                    <a:pt x="9667" y="21860"/>
                  </a:lnTo>
                  <a:lnTo>
                    <a:pt x="9907" y="22080"/>
                  </a:lnTo>
                  <a:lnTo>
                    <a:pt x="10308" y="22201"/>
                  </a:lnTo>
                  <a:lnTo>
                    <a:pt x="10729" y="22301"/>
                  </a:lnTo>
                  <a:lnTo>
                    <a:pt x="10729" y="22301"/>
                  </a:lnTo>
                  <a:lnTo>
                    <a:pt x="10589" y="22100"/>
                  </a:lnTo>
                  <a:lnTo>
                    <a:pt x="10589" y="22100"/>
                  </a:lnTo>
                  <a:lnTo>
                    <a:pt x="10830" y="22241"/>
                  </a:lnTo>
                  <a:lnTo>
                    <a:pt x="11070" y="22361"/>
                  </a:lnTo>
                  <a:lnTo>
                    <a:pt x="11131" y="22361"/>
                  </a:lnTo>
                  <a:lnTo>
                    <a:pt x="10970" y="22161"/>
                  </a:lnTo>
                  <a:lnTo>
                    <a:pt x="10830" y="21960"/>
                  </a:lnTo>
                  <a:lnTo>
                    <a:pt x="10689" y="21739"/>
                  </a:lnTo>
                  <a:lnTo>
                    <a:pt x="10569" y="21499"/>
                  </a:lnTo>
                  <a:lnTo>
                    <a:pt x="10449" y="21278"/>
                  </a:lnTo>
                  <a:lnTo>
                    <a:pt x="10348" y="21037"/>
                  </a:lnTo>
                  <a:lnTo>
                    <a:pt x="10168" y="20536"/>
                  </a:lnTo>
                  <a:lnTo>
                    <a:pt x="9927" y="20235"/>
                  </a:lnTo>
                  <a:lnTo>
                    <a:pt x="9727" y="19955"/>
                  </a:lnTo>
                  <a:lnTo>
                    <a:pt x="9867" y="20516"/>
                  </a:lnTo>
                  <a:lnTo>
                    <a:pt x="9947" y="20777"/>
                  </a:lnTo>
                  <a:lnTo>
                    <a:pt x="10068" y="21058"/>
                  </a:lnTo>
                  <a:lnTo>
                    <a:pt x="10168" y="21318"/>
                  </a:lnTo>
                  <a:lnTo>
                    <a:pt x="10308" y="21579"/>
                  </a:lnTo>
                  <a:lnTo>
                    <a:pt x="10449" y="21840"/>
                  </a:lnTo>
                  <a:lnTo>
                    <a:pt x="10589" y="22080"/>
                  </a:lnTo>
                  <a:lnTo>
                    <a:pt x="10409" y="21960"/>
                  </a:lnTo>
                  <a:lnTo>
                    <a:pt x="10248" y="21840"/>
                  </a:lnTo>
                  <a:lnTo>
                    <a:pt x="10108" y="21699"/>
                  </a:lnTo>
                  <a:lnTo>
                    <a:pt x="9947" y="21539"/>
                  </a:lnTo>
                  <a:lnTo>
                    <a:pt x="9687" y="21218"/>
                  </a:lnTo>
                  <a:lnTo>
                    <a:pt x="9446" y="20857"/>
                  </a:lnTo>
                  <a:lnTo>
                    <a:pt x="9245" y="20456"/>
                  </a:lnTo>
                  <a:lnTo>
                    <a:pt x="9065" y="20055"/>
                  </a:lnTo>
                  <a:lnTo>
                    <a:pt x="8904" y="19614"/>
                  </a:lnTo>
                  <a:lnTo>
                    <a:pt x="8784" y="19172"/>
                  </a:lnTo>
                  <a:lnTo>
                    <a:pt x="8684" y="18711"/>
                  </a:lnTo>
                  <a:lnTo>
                    <a:pt x="8584" y="18250"/>
                  </a:lnTo>
                  <a:lnTo>
                    <a:pt x="8523" y="17769"/>
                  </a:lnTo>
                  <a:lnTo>
                    <a:pt x="8483" y="17287"/>
                  </a:lnTo>
                  <a:lnTo>
                    <a:pt x="8443" y="16806"/>
                  </a:lnTo>
                  <a:lnTo>
                    <a:pt x="8423" y="16345"/>
                  </a:lnTo>
                  <a:lnTo>
                    <a:pt x="8423" y="15442"/>
                  </a:lnTo>
                  <a:lnTo>
                    <a:pt x="8463" y="14219"/>
                  </a:lnTo>
                  <a:lnTo>
                    <a:pt x="8523" y="13016"/>
                  </a:lnTo>
                  <a:lnTo>
                    <a:pt x="8604" y="11792"/>
                  </a:lnTo>
                  <a:lnTo>
                    <a:pt x="8664" y="10569"/>
                  </a:lnTo>
                  <a:lnTo>
                    <a:pt x="8684" y="9967"/>
                  </a:lnTo>
                  <a:lnTo>
                    <a:pt x="8684" y="9346"/>
                  </a:lnTo>
                  <a:lnTo>
                    <a:pt x="8684" y="8744"/>
                  </a:lnTo>
                  <a:lnTo>
                    <a:pt x="8664" y="8142"/>
                  </a:lnTo>
                  <a:lnTo>
                    <a:pt x="8604" y="7541"/>
                  </a:lnTo>
                  <a:lnTo>
                    <a:pt x="8544" y="6939"/>
                  </a:lnTo>
                  <a:lnTo>
                    <a:pt x="8443" y="6337"/>
                  </a:lnTo>
                  <a:lnTo>
                    <a:pt x="8323" y="5736"/>
                  </a:lnTo>
                  <a:lnTo>
                    <a:pt x="8223" y="5275"/>
                  </a:lnTo>
                  <a:lnTo>
                    <a:pt x="8082" y="4853"/>
                  </a:lnTo>
                  <a:lnTo>
                    <a:pt x="7922" y="4432"/>
                  </a:lnTo>
                  <a:lnTo>
                    <a:pt x="7721" y="4031"/>
                  </a:lnTo>
                  <a:lnTo>
                    <a:pt x="7521" y="3630"/>
                  </a:lnTo>
                  <a:lnTo>
                    <a:pt x="7280" y="3269"/>
                  </a:lnTo>
                  <a:lnTo>
                    <a:pt x="7019" y="2908"/>
                  </a:lnTo>
                  <a:lnTo>
                    <a:pt x="6739" y="2587"/>
                  </a:lnTo>
                  <a:lnTo>
                    <a:pt x="6438" y="2266"/>
                  </a:lnTo>
                  <a:lnTo>
                    <a:pt x="6117" y="1986"/>
                  </a:lnTo>
                  <a:lnTo>
                    <a:pt x="5776" y="1705"/>
                  </a:lnTo>
                  <a:lnTo>
                    <a:pt x="5395" y="1484"/>
                  </a:lnTo>
                  <a:lnTo>
                    <a:pt x="5014" y="1264"/>
                  </a:lnTo>
                  <a:lnTo>
                    <a:pt x="4613" y="1083"/>
                  </a:lnTo>
                  <a:lnTo>
                    <a:pt x="4172" y="923"/>
                  </a:lnTo>
                  <a:lnTo>
                    <a:pt x="3730" y="782"/>
                  </a:lnTo>
                  <a:lnTo>
                    <a:pt x="3329" y="702"/>
                  </a:lnTo>
                  <a:lnTo>
                    <a:pt x="2948" y="642"/>
                  </a:lnTo>
                  <a:lnTo>
                    <a:pt x="2547" y="602"/>
                  </a:lnTo>
                  <a:lnTo>
                    <a:pt x="1785" y="602"/>
                  </a:lnTo>
                  <a:lnTo>
                    <a:pt x="1404" y="642"/>
                  </a:lnTo>
                  <a:lnTo>
                    <a:pt x="2026" y="502"/>
                  </a:lnTo>
                  <a:lnTo>
                    <a:pt x="2647" y="381"/>
                  </a:lnTo>
                  <a:lnTo>
                    <a:pt x="3249" y="321"/>
                  </a:lnTo>
                  <a:lnTo>
                    <a:pt x="3871" y="301"/>
                  </a:lnTo>
                  <a:lnTo>
                    <a:pt x="4352" y="301"/>
                  </a:lnTo>
                  <a:lnTo>
                    <a:pt x="4853" y="361"/>
                  </a:lnTo>
                  <a:lnTo>
                    <a:pt x="5335" y="462"/>
                  </a:lnTo>
                  <a:lnTo>
                    <a:pt x="5816" y="602"/>
                  </a:lnTo>
                  <a:lnTo>
                    <a:pt x="6057" y="682"/>
                  </a:lnTo>
                  <a:lnTo>
                    <a:pt x="6277" y="782"/>
                  </a:lnTo>
                  <a:lnTo>
                    <a:pt x="6518" y="883"/>
                  </a:lnTo>
                  <a:lnTo>
                    <a:pt x="6739" y="1003"/>
                  </a:lnTo>
                  <a:lnTo>
                    <a:pt x="6959" y="1143"/>
                  </a:lnTo>
                  <a:lnTo>
                    <a:pt x="7180" y="1284"/>
                  </a:lnTo>
                  <a:lnTo>
                    <a:pt x="7400" y="1464"/>
                  </a:lnTo>
                  <a:lnTo>
                    <a:pt x="7621" y="1625"/>
                  </a:lnTo>
                  <a:lnTo>
                    <a:pt x="7842" y="1825"/>
                  </a:lnTo>
                  <a:lnTo>
                    <a:pt x="8042" y="2046"/>
                  </a:lnTo>
                  <a:lnTo>
                    <a:pt x="8243" y="2266"/>
                  </a:lnTo>
                  <a:lnTo>
                    <a:pt x="8423" y="2487"/>
                  </a:lnTo>
                  <a:lnTo>
                    <a:pt x="8604" y="2728"/>
                  </a:lnTo>
                  <a:lnTo>
                    <a:pt x="8764" y="2948"/>
                  </a:lnTo>
                  <a:lnTo>
                    <a:pt x="8904" y="3209"/>
                  </a:lnTo>
                  <a:lnTo>
                    <a:pt x="9045" y="3450"/>
                  </a:lnTo>
                  <a:lnTo>
                    <a:pt x="9286" y="3971"/>
                  </a:lnTo>
                  <a:lnTo>
                    <a:pt x="9486" y="4492"/>
                  </a:lnTo>
                  <a:lnTo>
                    <a:pt x="9646" y="5054"/>
                  </a:lnTo>
                  <a:lnTo>
                    <a:pt x="9787" y="5616"/>
                  </a:lnTo>
                  <a:lnTo>
                    <a:pt x="9887" y="6197"/>
                  </a:lnTo>
                  <a:lnTo>
                    <a:pt x="9947" y="6779"/>
                  </a:lnTo>
                  <a:lnTo>
                    <a:pt x="10007" y="7360"/>
                  </a:lnTo>
                  <a:lnTo>
                    <a:pt x="10028" y="7942"/>
                  </a:lnTo>
                  <a:lnTo>
                    <a:pt x="10028" y="8523"/>
                  </a:lnTo>
                  <a:lnTo>
                    <a:pt x="10028" y="9105"/>
                  </a:lnTo>
                  <a:lnTo>
                    <a:pt x="9967" y="10248"/>
                  </a:lnTo>
                  <a:lnTo>
                    <a:pt x="9927" y="10910"/>
                  </a:lnTo>
                  <a:lnTo>
                    <a:pt x="10007" y="10328"/>
                  </a:lnTo>
                  <a:lnTo>
                    <a:pt x="10068" y="9747"/>
                  </a:lnTo>
                  <a:lnTo>
                    <a:pt x="10108" y="9145"/>
                  </a:lnTo>
                  <a:lnTo>
                    <a:pt x="10128" y="8543"/>
                  </a:lnTo>
                  <a:lnTo>
                    <a:pt x="10108" y="7922"/>
                  </a:lnTo>
                  <a:lnTo>
                    <a:pt x="10088" y="7320"/>
                  </a:lnTo>
                  <a:lnTo>
                    <a:pt x="10028" y="6719"/>
                  </a:lnTo>
                  <a:lnTo>
                    <a:pt x="9927" y="6117"/>
                  </a:lnTo>
                  <a:lnTo>
                    <a:pt x="9827" y="5515"/>
                  </a:lnTo>
                  <a:lnTo>
                    <a:pt x="9687" y="4934"/>
                  </a:lnTo>
                  <a:lnTo>
                    <a:pt x="9506" y="4352"/>
                  </a:lnTo>
                  <a:lnTo>
                    <a:pt x="9306" y="3811"/>
                  </a:lnTo>
                  <a:lnTo>
                    <a:pt x="9065" y="3269"/>
                  </a:lnTo>
                  <a:lnTo>
                    <a:pt x="8804" y="2748"/>
                  </a:lnTo>
                  <a:lnTo>
                    <a:pt x="8503" y="2246"/>
                  </a:lnTo>
                  <a:lnTo>
                    <a:pt x="8183" y="1785"/>
                  </a:lnTo>
                  <a:lnTo>
                    <a:pt x="7801" y="1424"/>
                  </a:lnTo>
                  <a:lnTo>
                    <a:pt x="7601" y="1264"/>
                  </a:lnTo>
                  <a:lnTo>
                    <a:pt x="7380" y="1103"/>
                  </a:lnTo>
                  <a:lnTo>
                    <a:pt x="7160" y="943"/>
                  </a:lnTo>
                  <a:lnTo>
                    <a:pt x="6939" y="822"/>
                  </a:lnTo>
                  <a:lnTo>
                    <a:pt x="6698" y="682"/>
                  </a:lnTo>
                  <a:lnTo>
                    <a:pt x="6438" y="562"/>
                  </a:lnTo>
                  <a:lnTo>
                    <a:pt x="6117" y="421"/>
                  </a:lnTo>
                  <a:lnTo>
                    <a:pt x="5776" y="321"/>
                  </a:lnTo>
                  <a:lnTo>
                    <a:pt x="5435" y="221"/>
                  </a:lnTo>
                  <a:lnTo>
                    <a:pt x="5094" y="141"/>
                  </a:lnTo>
                  <a:lnTo>
                    <a:pt x="4753" y="80"/>
                  </a:lnTo>
                  <a:lnTo>
                    <a:pt x="4412" y="40"/>
                  </a:lnTo>
                  <a:lnTo>
                    <a:pt x="4051" y="20"/>
                  </a:lnTo>
                  <a:lnTo>
                    <a:pt x="371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6" name="Google Shape;5796;p22"/>
            <p:cNvSpPr/>
            <p:nvPr/>
          </p:nvSpPr>
          <p:spPr>
            <a:xfrm>
              <a:off x="10277675" y="5022050"/>
              <a:ext cx="12050" cy="6550"/>
            </a:xfrm>
            <a:custGeom>
              <a:avLst/>
              <a:gdLst/>
              <a:ahLst/>
              <a:cxnLst/>
              <a:rect l="l" t="t" r="r" b="b"/>
              <a:pathLst>
                <a:path w="482" h="262" extrusionOk="0">
                  <a:moveTo>
                    <a:pt x="0" y="0"/>
                  </a:moveTo>
                  <a:lnTo>
                    <a:pt x="140" y="201"/>
                  </a:lnTo>
                  <a:lnTo>
                    <a:pt x="481" y="261"/>
                  </a:lnTo>
                  <a:lnTo>
                    <a:pt x="241" y="1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45C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7" name="Google Shape;5797;p22"/>
            <p:cNvSpPr/>
            <p:nvPr/>
          </p:nvSpPr>
          <p:spPr>
            <a:xfrm>
              <a:off x="10277675" y="5022050"/>
              <a:ext cx="12050" cy="6550"/>
            </a:xfrm>
            <a:custGeom>
              <a:avLst/>
              <a:gdLst/>
              <a:ahLst/>
              <a:cxnLst/>
              <a:rect l="l" t="t" r="r" b="b"/>
              <a:pathLst>
                <a:path w="482" h="262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481" y="261"/>
                  </a:lnTo>
                  <a:lnTo>
                    <a:pt x="481" y="261"/>
                  </a:lnTo>
                  <a:lnTo>
                    <a:pt x="241" y="141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8" name="Google Shape;5798;p22"/>
            <p:cNvSpPr/>
            <p:nvPr/>
          </p:nvSpPr>
          <p:spPr>
            <a:xfrm>
              <a:off x="10277675" y="5022050"/>
              <a:ext cx="12050" cy="6550"/>
            </a:xfrm>
            <a:custGeom>
              <a:avLst/>
              <a:gdLst/>
              <a:ahLst/>
              <a:cxnLst/>
              <a:rect l="l" t="t" r="r" b="b"/>
              <a:pathLst>
                <a:path w="482" h="262" extrusionOk="0">
                  <a:moveTo>
                    <a:pt x="0" y="0"/>
                  </a:moveTo>
                  <a:lnTo>
                    <a:pt x="0" y="0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0" y="0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241" y="141"/>
                  </a:lnTo>
                  <a:lnTo>
                    <a:pt x="481" y="261"/>
                  </a:lnTo>
                  <a:lnTo>
                    <a:pt x="481" y="261"/>
                  </a:lnTo>
                  <a:lnTo>
                    <a:pt x="481" y="261"/>
                  </a:lnTo>
                  <a:lnTo>
                    <a:pt x="241" y="1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45C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9" name="Google Shape;5799;p22"/>
            <p:cNvSpPr/>
            <p:nvPr/>
          </p:nvSpPr>
          <p:spPr>
            <a:xfrm>
              <a:off x="10277675" y="5022050"/>
              <a:ext cx="3525" cy="5025"/>
            </a:xfrm>
            <a:custGeom>
              <a:avLst/>
              <a:gdLst/>
              <a:ahLst/>
              <a:cxnLst/>
              <a:rect l="l" t="t" r="r" b="b"/>
              <a:pathLst>
                <a:path w="141" h="201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0" name="Google Shape;5800;p22"/>
            <p:cNvSpPr/>
            <p:nvPr/>
          </p:nvSpPr>
          <p:spPr>
            <a:xfrm>
              <a:off x="10277675" y="5022050"/>
              <a:ext cx="12050" cy="6550"/>
            </a:xfrm>
            <a:custGeom>
              <a:avLst/>
              <a:gdLst/>
              <a:ahLst/>
              <a:cxnLst/>
              <a:rect l="l" t="t" r="r" b="b"/>
              <a:pathLst>
                <a:path w="482" h="262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241" y="141"/>
                  </a:lnTo>
                  <a:lnTo>
                    <a:pt x="481" y="261"/>
                  </a:lnTo>
                  <a:lnTo>
                    <a:pt x="481" y="261"/>
                  </a:lnTo>
                  <a:lnTo>
                    <a:pt x="481" y="261"/>
                  </a:lnTo>
                  <a:lnTo>
                    <a:pt x="241" y="141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1" name="Google Shape;5801;p22"/>
            <p:cNvSpPr/>
            <p:nvPr/>
          </p:nvSpPr>
          <p:spPr>
            <a:xfrm>
              <a:off x="8482800" y="3920050"/>
              <a:ext cx="143900" cy="186525"/>
            </a:xfrm>
            <a:custGeom>
              <a:avLst/>
              <a:gdLst/>
              <a:ahLst/>
              <a:cxnLst/>
              <a:rect l="l" t="t" r="r" b="b"/>
              <a:pathLst>
                <a:path w="5756" h="7461" extrusionOk="0">
                  <a:moveTo>
                    <a:pt x="1123" y="0"/>
                  </a:moveTo>
                  <a:lnTo>
                    <a:pt x="983" y="21"/>
                  </a:lnTo>
                  <a:lnTo>
                    <a:pt x="842" y="61"/>
                  </a:lnTo>
                  <a:lnTo>
                    <a:pt x="702" y="141"/>
                  </a:lnTo>
                  <a:lnTo>
                    <a:pt x="582" y="221"/>
                  </a:lnTo>
                  <a:lnTo>
                    <a:pt x="481" y="321"/>
                  </a:lnTo>
                  <a:lnTo>
                    <a:pt x="381" y="422"/>
                  </a:lnTo>
                  <a:lnTo>
                    <a:pt x="301" y="562"/>
                  </a:lnTo>
                  <a:lnTo>
                    <a:pt x="221" y="722"/>
                  </a:lnTo>
                  <a:lnTo>
                    <a:pt x="160" y="903"/>
                  </a:lnTo>
                  <a:lnTo>
                    <a:pt x="100" y="1083"/>
                  </a:lnTo>
                  <a:lnTo>
                    <a:pt x="60" y="1284"/>
                  </a:lnTo>
                  <a:lnTo>
                    <a:pt x="0" y="1725"/>
                  </a:lnTo>
                  <a:lnTo>
                    <a:pt x="0" y="2206"/>
                  </a:lnTo>
                  <a:lnTo>
                    <a:pt x="0" y="2728"/>
                  </a:lnTo>
                  <a:lnTo>
                    <a:pt x="40" y="3269"/>
                  </a:lnTo>
                  <a:lnTo>
                    <a:pt x="100" y="3811"/>
                  </a:lnTo>
                  <a:lnTo>
                    <a:pt x="180" y="4372"/>
                  </a:lnTo>
                  <a:lnTo>
                    <a:pt x="281" y="4914"/>
                  </a:lnTo>
                  <a:lnTo>
                    <a:pt x="501" y="5937"/>
                  </a:lnTo>
                  <a:lnTo>
                    <a:pt x="722" y="6799"/>
                  </a:lnTo>
                  <a:lnTo>
                    <a:pt x="902" y="7461"/>
                  </a:lnTo>
                  <a:lnTo>
                    <a:pt x="5756" y="6719"/>
                  </a:lnTo>
                  <a:lnTo>
                    <a:pt x="5615" y="6217"/>
                  </a:lnTo>
                  <a:lnTo>
                    <a:pt x="5475" y="5736"/>
                  </a:lnTo>
                  <a:lnTo>
                    <a:pt x="5335" y="5275"/>
                  </a:lnTo>
                  <a:lnTo>
                    <a:pt x="5174" y="4834"/>
                  </a:lnTo>
                  <a:lnTo>
                    <a:pt x="5014" y="4412"/>
                  </a:lnTo>
                  <a:lnTo>
                    <a:pt x="4853" y="4011"/>
                  </a:lnTo>
                  <a:lnTo>
                    <a:pt x="4673" y="3630"/>
                  </a:lnTo>
                  <a:lnTo>
                    <a:pt x="4492" y="3249"/>
                  </a:lnTo>
                  <a:lnTo>
                    <a:pt x="4131" y="2588"/>
                  </a:lnTo>
                  <a:lnTo>
                    <a:pt x="3951" y="2287"/>
                  </a:lnTo>
                  <a:lnTo>
                    <a:pt x="3770" y="1986"/>
                  </a:lnTo>
                  <a:lnTo>
                    <a:pt x="3590" y="1725"/>
                  </a:lnTo>
                  <a:lnTo>
                    <a:pt x="3389" y="1485"/>
                  </a:lnTo>
                  <a:lnTo>
                    <a:pt x="3209" y="1244"/>
                  </a:lnTo>
                  <a:lnTo>
                    <a:pt x="3008" y="1043"/>
                  </a:lnTo>
                  <a:lnTo>
                    <a:pt x="2828" y="843"/>
                  </a:lnTo>
                  <a:lnTo>
                    <a:pt x="2647" y="682"/>
                  </a:lnTo>
                  <a:lnTo>
                    <a:pt x="2467" y="522"/>
                  </a:lnTo>
                  <a:lnTo>
                    <a:pt x="2286" y="382"/>
                  </a:lnTo>
                  <a:lnTo>
                    <a:pt x="2106" y="281"/>
                  </a:lnTo>
                  <a:lnTo>
                    <a:pt x="1925" y="181"/>
                  </a:lnTo>
                  <a:lnTo>
                    <a:pt x="1745" y="101"/>
                  </a:lnTo>
                  <a:lnTo>
                    <a:pt x="1584" y="61"/>
                  </a:lnTo>
                  <a:lnTo>
                    <a:pt x="1424" y="21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2" name="Google Shape;5802;p22"/>
            <p:cNvSpPr/>
            <p:nvPr/>
          </p:nvSpPr>
          <p:spPr>
            <a:xfrm>
              <a:off x="8482800" y="3920050"/>
              <a:ext cx="143900" cy="186525"/>
            </a:xfrm>
            <a:custGeom>
              <a:avLst/>
              <a:gdLst/>
              <a:ahLst/>
              <a:cxnLst/>
              <a:rect l="l" t="t" r="r" b="b"/>
              <a:pathLst>
                <a:path w="5756" h="7461" fill="none" extrusionOk="0">
                  <a:moveTo>
                    <a:pt x="902" y="7461"/>
                  </a:moveTo>
                  <a:lnTo>
                    <a:pt x="902" y="7461"/>
                  </a:lnTo>
                  <a:lnTo>
                    <a:pt x="722" y="6799"/>
                  </a:lnTo>
                  <a:lnTo>
                    <a:pt x="501" y="5937"/>
                  </a:lnTo>
                  <a:lnTo>
                    <a:pt x="281" y="4914"/>
                  </a:lnTo>
                  <a:lnTo>
                    <a:pt x="180" y="4372"/>
                  </a:lnTo>
                  <a:lnTo>
                    <a:pt x="100" y="3811"/>
                  </a:lnTo>
                  <a:lnTo>
                    <a:pt x="40" y="3269"/>
                  </a:lnTo>
                  <a:lnTo>
                    <a:pt x="0" y="2728"/>
                  </a:lnTo>
                  <a:lnTo>
                    <a:pt x="0" y="2206"/>
                  </a:lnTo>
                  <a:lnTo>
                    <a:pt x="0" y="1725"/>
                  </a:lnTo>
                  <a:lnTo>
                    <a:pt x="60" y="1284"/>
                  </a:lnTo>
                  <a:lnTo>
                    <a:pt x="100" y="1083"/>
                  </a:lnTo>
                  <a:lnTo>
                    <a:pt x="160" y="903"/>
                  </a:lnTo>
                  <a:lnTo>
                    <a:pt x="221" y="722"/>
                  </a:lnTo>
                  <a:lnTo>
                    <a:pt x="301" y="562"/>
                  </a:lnTo>
                  <a:lnTo>
                    <a:pt x="381" y="422"/>
                  </a:lnTo>
                  <a:lnTo>
                    <a:pt x="481" y="321"/>
                  </a:lnTo>
                  <a:lnTo>
                    <a:pt x="481" y="321"/>
                  </a:lnTo>
                  <a:lnTo>
                    <a:pt x="582" y="221"/>
                  </a:lnTo>
                  <a:lnTo>
                    <a:pt x="702" y="141"/>
                  </a:lnTo>
                  <a:lnTo>
                    <a:pt x="842" y="61"/>
                  </a:lnTo>
                  <a:lnTo>
                    <a:pt x="983" y="21"/>
                  </a:lnTo>
                  <a:lnTo>
                    <a:pt x="1123" y="0"/>
                  </a:lnTo>
                  <a:lnTo>
                    <a:pt x="1263" y="0"/>
                  </a:lnTo>
                  <a:lnTo>
                    <a:pt x="1424" y="21"/>
                  </a:lnTo>
                  <a:lnTo>
                    <a:pt x="1584" y="61"/>
                  </a:lnTo>
                  <a:lnTo>
                    <a:pt x="1745" y="101"/>
                  </a:lnTo>
                  <a:lnTo>
                    <a:pt x="1925" y="181"/>
                  </a:lnTo>
                  <a:lnTo>
                    <a:pt x="2106" y="281"/>
                  </a:lnTo>
                  <a:lnTo>
                    <a:pt x="2286" y="382"/>
                  </a:lnTo>
                  <a:lnTo>
                    <a:pt x="2467" y="522"/>
                  </a:lnTo>
                  <a:lnTo>
                    <a:pt x="2647" y="682"/>
                  </a:lnTo>
                  <a:lnTo>
                    <a:pt x="2828" y="843"/>
                  </a:lnTo>
                  <a:lnTo>
                    <a:pt x="3008" y="1043"/>
                  </a:lnTo>
                  <a:lnTo>
                    <a:pt x="3209" y="1244"/>
                  </a:lnTo>
                  <a:lnTo>
                    <a:pt x="3389" y="1485"/>
                  </a:lnTo>
                  <a:lnTo>
                    <a:pt x="3590" y="1725"/>
                  </a:lnTo>
                  <a:lnTo>
                    <a:pt x="3770" y="1986"/>
                  </a:lnTo>
                  <a:lnTo>
                    <a:pt x="3951" y="2287"/>
                  </a:lnTo>
                  <a:lnTo>
                    <a:pt x="4131" y="2588"/>
                  </a:lnTo>
                  <a:lnTo>
                    <a:pt x="4492" y="3249"/>
                  </a:lnTo>
                  <a:lnTo>
                    <a:pt x="4673" y="3630"/>
                  </a:lnTo>
                  <a:lnTo>
                    <a:pt x="4853" y="4011"/>
                  </a:lnTo>
                  <a:lnTo>
                    <a:pt x="5014" y="4412"/>
                  </a:lnTo>
                  <a:lnTo>
                    <a:pt x="5174" y="4834"/>
                  </a:lnTo>
                  <a:lnTo>
                    <a:pt x="5335" y="5275"/>
                  </a:lnTo>
                  <a:lnTo>
                    <a:pt x="5475" y="5736"/>
                  </a:lnTo>
                  <a:lnTo>
                    <a:pt x="5615" y="6217"/>
                  </a:lnTo>
                  <a:lnTo>
                    <a:pt x="5756" y="6719"/>
                  </a:lnTo>
                  <a:lnTo>
                    <a:pt x="902" y="746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3" name="Google Shape;5803;p22"/>
            <p:cNvSpPr/>
            <p:nvPr/>
          </p:nvSpPr>
          <p:spPr>
            <a:xfrm>
              <a:off x="8364975" y="5252175"/>
              <a:ext cx="1865075" cy="312875"/>
            </a:xfrm>
            <a:custGeom>
              <a:avLst/>
              <a:gdLst/>
              <a:ahLst/>
              <a:cxnLst/>
              <a:rect l="l" t="t" r="r" b="b"/>
              <a:pathLst>
                <a:path w="74603" h="12515" fill="none" extrusionOk="0">
                  <a:moveTo>
                    <a:pt x="74603" y="1865"/>
                  </a:moveTo>
                  <a:lnTo>
                    <a:pt x="74603" y="1865"/>
                  </a:lnTo>
                  <a:lnTo>
                    <a:pt x="74543" y="1946"/>
                  </a:lnTo>
                  <a:lnTo>
                    <a:pt x="74402" y="2066"/>
                  </a:lnTo>
                  <a:lnTo>
                    <a:pt x="74162" y="2247"/>
                  </a:lnTo>
                  <a:lnTo>
                    <a:pt x="73841" y="2487"/>
                  </a:lnTo>
                  <a:lnTo>
                    <a:pt x="73440" y="2748"/>
                  </a:lnTo>
                  <a:lnTo>
                    <a:pt x="72958" y="3049"/>
                  </a:lnTo>
                  <a:lnTo>
                    <a:pt x="72397" y="3390"/>
                  </a:lnTo>
                  <a:lnTo>
                    <a:pt x="71755" y="3771"/>
                  </a:lnTo>
                  <a:lnTo>
                    <a:pt x="71033" y="4152"/>
                  </a:lnTo>
                  <a:lnTo>
                    <a:pt x="70251" y="4573"/>
                  </a:lnTo>
                  <a:lnTo>
                    <a:pt x="69389" y="5014"/>
                  </a:lnTo>
                  <a:lnTo>
                    <a:pt x="68446" y="5475"/>
                  </a:lnTo>
                  <a:lnTo>
                    <a:pt x="67443" y="5937"/>
                  </a:lnTo>
                  <a:lnTo>
                    <a:pt x="66360" y="6418"/>
                  </a:lnTo>
                  <a:lnTo>
                    <a:pt x="65217" y="6919"/>
                  </a:lnTo>
                  <a:lnTo>
                    <a:pt x="64014" y="7401"/>
                  </a:lnTo>
                  <a:lnTo>
                    <a:pt x="62751" y="7882"/>
                  </a:lnTo>
                  <a:lnTo>
                    <a:pt x="61407" y="8363"/>
                  </a:lnTo>
                  <a:lnTo>
                    <a:pt x="60023" y="8824"/>
                  </a:lnTo>
                  <a:lnTo>
                    <a:pt x="58579" y="9286"/>
                  </a:lnTo>
                  <a:lnTo>
                    <a:pt x="57075" y="9727"/>
                  </a:lnTo>
                  <a:lnTo>
                    <a:pt x="55511" y="10148"/>
                  </a:lnTo>
                  <a:lnTo>
                    <a:pt x="53907" y="10549"/>
                  </a:lnTo>
                  <a:lnTo>
                    <a:pt x="52242" y="10930"/>
                  </a:lnTo>
                  <a:lnTo>
                    <a:pt x="50538" y="11271"/>
                  </a:lnTo>
                  <a:lnTo>
                    <a:pt x="48773" y="11572"/>
                  </a:lnTo>
                  <a:lnTo>
                    <a:pt x="46968" y="11853"/>
                  </a:lnTo>
                  <a:lnTo>
                    <a:pt x="46045" y="11973"/>
                  </a:lnTo>
                  <a:lnTo>
                    <a:pt x="45123" y="12073"/>
                  </a:lnTo>
                  <a:lnTo>
                    <a:pt x="44180" y="12174"/>
                  </a:lnTo>
                  <a:lnTo>
                    <a:pt x="43218" y="12274"/>
                  </a:lnTo>
                  <a:lnTo>
                    <a:pt x="42255" y="12334"/>
                  </a:lnTo>
                  <a:lnTo>
                    <a:pt x="41292" y="12394"/>
                  </a:lnTo>
                  <a:lnTo>
                    <a:pt x="40310" y="12454"/>
                  </a:lnTo>
                  <a:lnTo>
                    <a:pt x="39307" y="12494"/>
                  </a:lnTo>
                  <a:lnTo>
                    <a:pt x="38304" y="12514"/>
                  </a:lnTo>
                  <a:lnTo>
                    <a:pt x="37302" y="12514"/>
                  </a:lnTo>
                  <a:lnTo>
                    <a:pt x="37302" y="12514"/>
                  </a:lnTo>
                  <a:lnTo>
                    <a:pt x="36299" y="12514"/>
                  </a:lnTo>
                  <a:lnTo>
                    <a:pt x="35296" y="12494"/>
                  </a:lnTo>
                  <a:lnTo>
                    <a:pt x="34293" y="12454"/>
                  </a:lnTo>
                  <a:lnTo>
                    <a:pt x="33311" y="12394"/>
                  </a:lnTo>
                  <a:lnTo>
                    <a:pt x="32348" y="12334"/>
                  </a:lnTo>
                  <a:lnTo>
                    <a:pt x="31385" y="12274"/>
                  </a:lnTo>
                  <a:lnTo>
                    <a:pt x="30423" y="12174"/>
                  </a:lnTo>
                  <a:lnTo>
                    <a:pt x="29480" y="12073"/>
                  </a:lnTo>
                  <a:lnTo>
                    <a:pt x="28558" y="11973"/>
                  </a:lnTo>
                  <a:lnTo>
                    <a:pt x="27635" y="11853"/>
                  </a:lnTo>
                  <a:lnTo>
                    <a:pt x="25830" y="11572"/>
                  </a:lnTo>
                  <a:lnTo>
                    <a:pt x="24066" y="11271"/>
                  </a:lnTo>
                  <a:lnTo>
                    <a:pt x="22361" y="10930"/>
                  </a:lnTo>
                  <a:lnTo>
                    <a:pt x="20696" y="10549"/>
                  </a:lnTo>
                  <a:lnTo>
                    <a:pt x="19092" y="10148"/>
                  </a:lnTo>
                  <a:lnTo>
                    <a:pt x="17528" y="9727"/>
                  </a:lnTo>
                  <a:lnTo>
                    <a:pt x="16024" y="9286"/>
                  </a:lnTo>
                  <a:lnTo>
                    <a:pt x="14580" y="8824"/>
                  </a:lnTo>
                  <a:lnTo>
                    <a:pt x="13176" y="8363"/>
                  </a:lnTo>
                  <a:lnTo>
                    <a:pt x="11852" y="7882"/>
                  </a:lnTo>
                  <a:lnTo>
                    <a:pt x="10589" y="7401"/>
                  </a:lnTo>
                  <a:lnTo>
                    <a:pt x="9386" y="6919"/>
                  </a:lnTo>
                  <a:lnTo>
                    <a:pt x="8243" y="6418"/>
                  </a:lnTo>
                  <a:lnTo>
                    <a:pt x="7160" y="5937"/>
                  </a:lnTo>
                  <a:lnTo>
                    <a:pt x="6157" y="5475"/>
                  </a:lnTo>
                  <a:lnTo>
                    <a:pt x="5214" y="5014"/>
                  </a:lnTo>
                  <a:lnTo>
                    <a:pt x="4352" y="4573"/>
                  </a:lnTo>
                  <a:lnTo>
                    <a:pt x="3570" y="4152"/>
                  </a:lnTo>
                  <a:lnTo>
                    <a:pt x="2848" y="3771"/>
                  </a:lnTo>
                  <a:lnTo>
                    <a:pt x="2206" y="3390"/>
                  </a:lnTo>
                  <a:lnTo>
                    <a:pt x="1645" y="3049"/>
                  </a:lnTo>
                  <a:lnTo>
                    <a:pt x="1163" y="2748"/>
                  </a:lnTo>
                  <a:lnTo>
                    <a:pt x="762" y="2487"/>
                  </a:lnTo>
                  <a:lnTo>
                    <a:pt x="441" y="2247"/>
                  </a:lnTo>
                  <a:lnTo>
                    <a:pt x="201" y="2066"/>
                  </a:lnTo>
                  <a:lnTo>
                    <a:pt x="60" y="1946"/>
                  </a:lnTo>
                  <a:lnTo>
                    <a:pt x="0" y="1865"/>
                  </a:lnTo>
                  <a:lnTo>
                    <a:pt x="0" y="1865"/>
                  </a:lnTo>
                  <a:lnTo>
                    <a:pt x="0" y="1805"/>
                  </a:lnTo>
                  <a:lnTo>
                    <a:pt x="0" y="1745"/>
                  </a:lnTo>
                  <a:lnTo>
                    <a:pt x="60" y="1605"/>
                  </a:lnTo>
                  <a:lnTo>
                    <a:pt x="161" y="1424"/>
                  </a:lnTo>
                  <a:lnTo>
                    <a:pt x="301" y="1244"/>
                  </a:lnTo>
                  <a:lnTo>
                    <a:pt x="482" y="1063"/>
                  </a:lnTo>
                  <a:lnTo>
                    <a:pt x="702" y="863"/>
                  </a:lnTo>
                  <a:lnTo>
                    <a:pt x="943" y="682"/>
                  </a:lnTo>
                  <a:lnTo>
                    <a:pt x="1203" y="502"/>
                  </a:lnTo>
                  <a:lnTo>
                    <a:pt x="1504" y="341"/>
                  </a:lnTo>
                  <a:lnTo>
                    <a:pt x="1805" y="201"/>
                  </a:lnTo>
                  <a:lnTo>
                    <a:pt x="2126" y="101"/>
                  </a:lnTo>
                  <a:lnTo>
                    <a:pt x="2467" y="20"/>
                  </a:lnTo>
                  <a:lnTo>
                    <a:pt x="2788" y="0"/>
                  </a:lnTo>
                  <a:lnTo>
                    <a:pt x="2968" y="0"/>
                  </a:lnTo>
                  <a:lnTo>
                    <a:pt x="3129" y="20"/>
                  </a:lnTo>
                  <a:lnTo>
                    <a:pt x="3289" y="41"/>
                  </a:lnTo>
                  <a:lnTo>
                    <a:pt x="3470" y="81"/>
                  </a:lnTo>
                  <a:lnTo>
                    <a:pt x="3630" y="141"/>
                  </a:lnTo>
                  <a:lnTo>
                    <a:pt x="3791" y="221"/>
                  </a:lnTo>
                  <a:lnTo>
                    <a:pt x="3791" y="221"/>
                  </a:lnTo>
                  <a:lnTo>
                    <a:pt x="4974" y="823"/>
                  </a:lnTo>
                  <a:lnTo>
                    <a:pt x="6177" y="1384"/>
                  </a:lnTo>
                  <a:lnTo>
                    <a:pt x="7400" y="1926"/>
                  </a:lnTo>
                  <a:lnTo>
                    <a:pt x="8624" y="2427"/>
                  </a:lnTo>
                  <a:lnTo>
                    <a:pt x="9847" y="2908"/>
                  </a:lnTo>
                  <a:lnTo>
                    <a:pt x="11070" y="3350"/>
                  </a:lnTo>
                  <a:lnTo>
                    <a:pt x="12314" y="3771"/>
                  </a:lnTo>
                  <a:lnTo>
                    <a:pt x="13537" y="4172"/>
                  </a:lnTo>
                  <a:lnTo>
                    <a:pt x="14760" y="4533"/>
                  </a:lnTo>
                  <a:lnTo>
                    <a:pt x="15984" y="4874"/>
                  </a:lnTo>
                  <a:lnTo>
                    <a:pt x="17207" y="5195"/>
                  </a:lnTo>
                  <a:lnTo>
                    <a:pt x="18410" y="5495"/>
                  </a:lnTo>
                  <a:lnTo>
                    <a:pt x="19593" y="5776"/>
                  </a:lnTo>
                  <a:lnTo>
                    <a:pt x="20777" y="6017"/>
                  </a:lnTo>
                  <a:lnTo>
                    <a:pt x="21940" y="6257"/>
                  </a:lnTo>
                  <a:lnTo>
                    <a:pt x="23083" y="6458"/>
                  </a:lnTo>
                  <a:lnTo>
                    <a:pt x="24226" y="6659"/>
                  </a:lnTo>
                  <a:lnTo>
                    <a:pt x="25329" y="6839"/>
                  </a:lnTo>
                  <a:lnTo>
                    <a:pt x="26412" y="6979"/>
                  </a:lnTo>
                  <a:lnTo>
                    <a:pt x="27455" y="7120"/>
                  </a:lnTo>
                  <a:lnTo>
                    <a:pt x="29480" y="7360"/>
                  </a:lnTo>
                  <a:lnTo>
                    <a:pt x="31365" y="7541"/>
                  </a:lnTo>
                  <a:lnTo>
                    <a:pt x="33110" y="7661"/>
                  </a:lnTo>
                  <a:lnTo>
                    <a:pt x="34694" y="7741"/>
                  </a:lnTo>
                  <a:lnTo>
                    <a:pt x="36098" y="7782"/>
                  </a:lnTo>
                  <a:lnTo>
                    <a:pt x="37302" y="7802"/>
                  </a:lnTo>
                  <a:lnTo>
                    <a:pt x="37302" y="7802"/>
                  </a:lnTo>
                  <a:lnTo>
                    <a:pt x="38505" y="7782"/>
                  </a:lnTo>
                  <a:lnTo>
                    <a:pt x="39909" y="7741"/>
                  </a:lnTo>
                  <a:lnTo>
                    <a:pt x="41493" y="7661"/>
                  </a:lnTo>
                  <a:lnTo>
                    <a:pt x="43238" y="7541"/>
                  </a:lnTo>
                  <a:lnTo>
                    <a:pt x="45123" y="7360"/>
                  </a:lnTo>
                  <a:lnTo>
                    <a:pt x="47148" y="7120"/>
                  </a:lnTo>
                  <a:lnTo>
                    <a:pt x="48191" y="6979"/>
                  </a:lnTo>
                  <a:lnTo>
                    <a:pt x="49274" y="6839"/>
                  </a:lnTo>
                  <a:lnTo>
                    <a:pt x="50377" y="6659"/>
                  </a:lnTo>
                  <a:lnTo>
                    <a:pt x="51500" y="6458"/>
                  </a:lnTo>
                  <a:lnTo>
                    <a:pt x="52663" y="6257"/>
                  </a:lnTo>
                  <a:lnTo>
                    <a:pt x="53826" y="6017"/>
                  </a:lnTo>
                  <a:lnTo>
                    <a:pt x="54990" y="5776"/>
                  </a:lnTo>
                  <a:lnTo>
                    <a:pt x="56193" y="5495"/>
                  </a:lnTo>
                  <a:lnTo>
                    <a:pt x="57396" y="5195"/>
                  </a:lnTo>
                  <a:lnTo>
                    <a:pt x="58619" y="4874"/>
                  </a:lnTo>
                  <a:lnTo>
                    <a:pt x="59823" y="4533"/>
                  </a:lnTo>
                  <a:lnTo>
                    <a:pt x="61066" y="4172"/>
                  </a:lnTo>
                  <a:lnTo>
                    <a:pt x="62289" y="3771"/>
                  </a:lnTo>
                  <a:lnTo>
                    <a:pt x="63513" y="3350"/>
                  </a:lnTo>
                  <a:lnTo>
                    <a:pt x="64756" y="2908"/>
                  </a:lnTo>
                  <a:lnTo>
                    <a:pt x="65979" y="2427"/>
                  </a:lnTo>
                  <a:lnTo>
                    <a:pt x="67203" y="1926"/>
                  </a:lnTo>
                  <a:lnTo>
                    <a:pt x="68406" y="1384"/>
                  </a:lnTo>
                  <a:lnTo>
                    <a:pt x="69609" y="823"/>
                  </a:lnTo>
                  <a:lnTo>
                    <a:pt x="70813" y="221"/>
                  </a:lnTo>
                  <a:lnTo>
                    <a:pt x="70813" y="221"/>
                  </a:lnTo>
                  <a:lnTo>
                    <a:pt x="70973" y="141"/>
                  </a:lnTo>
                  <a:lnTo>
                    <a:pt x="71133" y="81"/>
                  </a:lnTo>
                  <a:lnTo>
                    <a:pt x="71294" y="41"/>
                  </a:lnTo>
                  <a:lnTo>
                    <a:pt x="71474" y="20"/>
                  </a:lnTo>
                  <a:lnTo>
                    <a:pt x="71635" y="0"/>
                  </a:lnTo>
                  <a:lnTo>
                    <a:pt x="71795" y="0"/>
                  </a:lnTo>
                  <a:lnTo>
                    <a:pt x="72136" y="20"/>
                  </a:lnTo>
                  <a:lnTo>
                    <a:pt x="72457" y="101"/>
                  </a:lnTo>
                  <a:lnTo>
                    <a:pt x="72798" y="201"/>
                  </a:lnTo>
                  <a:lnTo>
                    <a:pt x="73099" y="341"/>
                  </a:lnTo>
                  <a:lnTo>
                    <a:pt x="73380" y="502"/>
                  </a:lnTo>
                  <a:lnTo>
                    <a:pt x="73660" y="682"/>
                  </a:lnTo>
                  <a:lnTo>
                    <a:pt x="73901" y="863"/>
                  </a:lnTo>
                  <a:lnTo>
                    <a:pt x="74122" y="1063"/>
                  </a:lnTo>
                  <a:lnTo>
                    <a:pt x="74302" y="1244"/>
                  </a:lnTo>
                  <a:lnTo>
                    <a:pt x="74442" y="1424"/>
                  </a:lnTo>
                  <a:lnTo>
                    <a:pt x="74543" y="1605"/>
                  </a:lnTo>
                  <a:lnTo>
                    <a:pt x="74603" y="1745"/>
                  </a:lnTo>
                  <a:lnTo>
                    <a:pt x="74603" y="1805"/>
                  </a:lnTo>
                  <a:lnTo>
                    <a:pt x="74603" y="1865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4" name="Google Shape;5804;p22"/>
            <p:cNvSpPr/>
            <p:nvPr/>
          </p:nvSpPr>
          <p:spPr>
            <a:xfrm>
              <a:off x="8364975" y="5252175"/>
              <a:ext cx="1865075" cy="312875"/>
            </a:xfrm>
            <a:custGeom>
              <a:avLst/>
              <a:gdLst/>
              <a:ahLst/>
              <a:cxnLst/>
              <a:rect l="l" t="t" r="r" b="b"/>
              <a:pathLst>
                <a:path w="74603" h="12515" extrusionOk="0">
                  <a:moveTo>
                    <a:pt x="71514" y="0"/>
                  </a:moveTo>
                  <a:lnTo>
                    <a:pt x="71274" y="41"/>
                  </a:lnTo>
                  <a:lnTo>
                    <a:pt x="71033" y="121"/>
                  </a:lnTo>
                  <a:lnTo>
                    <a:pt x="70813" y="221"/>
                  </a:lnTo>
                  <a:lnTo>
                    <a:pt x="69449" y="903"/>
                  </a:lnTo>
                  <a:lnTo>
                    <a:pt x="68085" y="1545"/>
                  </a:lnTo>
                  <a:lnTo>
                    <a:pt x="66701" y="2126"/>
                  </a:lnTo>
                  <a:lnTo>
                    <a:pt x="65298" y="2688"/>
                  </a:lnTo>
                  <a:lnTo>
                    <a:pt x="66120" y="4533"/>
                  </a:lnTo>
                  <a:lnTo>
                    <a:pt x="66862" y="6217"/>
                  </a:lnTo>
                  <a:lnTo>
                    <a:pt x="67744" y="5796"/>
                  </a:lnTo>
                  <a:lnTo>
                    <a:pt x="68587" y="5415"/>
                  </a:lnTo>
                  <a:lnTo>
                    <a:pt x="69369" y="5014"/>
                  </a:lnTo>
                  <a:lnTo>
                    <a:pt x="70111" y="4653"/>
                  </a:lnTo>
                  <a:lnTo>
                    <a:pt x="71434" y="3951"/>
                  </a:lnTo>
                  <a:lnTo>
                    <a:pt x="72537" y="3309"/>
                  </a:lnTo>
                  <a:lnTo>
                    <a:pt x="73400" y="2768"/>
                  </a:lnTo>
                  <a:lnTo>
                    <a:pt x="74041" y="2347"/>
                  </a:lnTo>
                  <a:lnTo>
                    <a:pt x="74442" y="2026"/>
                  </a:lnTo>
                  <a:lnTo>
                    <a:pt x="74563" y="1926"/>
                  </a:lnTo>
                  <a:lnTo>
                    <a:pt x="74603" y="1865"/>
                  </a:lnTo>
                  <a:lnTo>
                    <a:pt x="74603" y="1825"/>
                  </a:lnTo>
                  <a:lnTo>
                    <a:pt x="74583" y="1725"/>
                  </a:lnTo>
                  <a:lnTo>
                    <a:pt x="74543" y="1605"/>
                  </a:lnTo>
                  <a:lnTo>
                    <a:pt x="74463" y="1464"/>
                  </a:lnTo>
                  <a:lnTo>
                    <a:pt x="74362" y="1324"/>
                  </a:lnTo>
                  <a:lnTo>
                    <a:pt x="74222" y="1184"/>
                  </a:lnTo>
                  <a:lnTo>
                    <a:pt x="74081" y="1023"/>
                  </a:lnTo>
                  <a:lnTo>
                    <a:pt x="73901" y="863"/>
                  </a:lnTo>
                  <a:lnTo>
                    <a:pt x="73700" y="722"/>
                  </a:lnTo>
                  <a:lnTo>
                    <a:pt x="73500" y="582"/>
                  </a:lnTo>
                  <a:lnTo>
                    <a:pt x="73279" y="442"/>
                  </a:lnTo>
                  <a:lnTo>
                    <a:pt x="73039" y="321"/>
                  </a:lnTo>
                  <a:lnTo>
                    <a:pt x="72798" y="221"/>
                  </a:lnTo>
                  <a:lnTo>
                    <a:pt x="72537" y="121"/>
                  </a:lnTo>
                  <a:lnTo>
                    <a:pt x="72277" y="61"/>
                  </a:lnTo>
                  <a:lnTo>
                    <a:pt x="72016" y="20"/>
                  </a:lnTo>
                  <a:lnTo>
                    <a:pt x="71755" y="0"/>
                  </a:lnTo>
                  <a:close/>
                  <a:moveTo>
                    <a:pt x="2848" y="0"/>
                  </a:moveTo>
                  <a:lnTo>
                    <a:pt x="2587" y="20"/>
                  </a:lnTo>
                  <a:lnTo>
                    <a:pt x="2327" y="61"/>
                  </a:lnTo>
                  <a:lnTo>
                    <a:pt x="2066" y="121"/>
                  </a:lnTo>
                  <a:lnTo>
                    <a:pt x="1805" y="201"/>
                  </a:lnTo>
                  <a:lnTo>
                    <a:pt x="1564" y="321"/>
                  </a:lnTo>
                  <a:lnTo>
                    <a:pt x="1324" y="442"/>
                  </a:lnTo>
                  <a:lnTo>
                    <a:pt x="1103" y="582"/>
                  </a:lnTo>
                  <a:lnTo>
                    <a:pt x="903" y="722"/>
                  </a:lnTo>
                  <a:lnTo>
                    <a:pt x="702" y="863"/>
                  </a:lnTo>
                  <a:lnTo>
                    <a:pt x="522" y="1023"/>
                  </a:lnTo>
                  <a:lnTo>
                    <a:pt x="381" y="1164"/>
                  </a:lnTo>
                  <a:lnTo>
                    <a:pt x="241" y="1324"/>
                  </a:lnTo>
                  <a:lnTo>
                    <a:pt x="141" y="1464"/>
                  </a:lnTo>
                  <a:lnTo>
                    <a:pt x="60" y="1585"/>
                  </a:lnTo>
                  <a:lnTo>
                    <a:pt x="20" y="1705"/>
                  </a:lnTo>
                  <a:lnTo>
                    <a:pt x="0" y="1805"/>
                  </a:lnTo>
                  <a:lnTo>
                    <a:pt x="0" y="1865"/>
                  </a:lnTo>
                  <a:lnTo>
                    <a:pt x="40" y="1906"/>
                  </a:lnTo>
                  <a:lnTo>
                    <a:pt x="121" y="1986"/>
                  </a:lnTo>
                  <a:lnTo>
                    <a:pt x="381" y="2206"/>
                  </a:lnTo>
                  <a:lnTo>
                    <a:pt x="822" y="2527"/>
                  </a:lnTo>
                  <a:lnTo>
                    <a:pt x="1424" y="2908"/>
                  </a:lnTo>
                  <a:lnTo>
                    <a:pt x="2166" y="3370"/>
                  </a:lnTo>
                  <a:lnTo>
                    <a:pt x="3069" y="3891"/>
                  </a:lnTo>
                  <a:lnTo>
                    <a:pt x="4131" y="4453"/>
                  </a:lnTo>
                  <a:lnTo>
                    <a:pt x="5315" y="5074"/>
                  </a:lnTo>
                  <a:lnTo>
                    <a:pt x="6638" y="5716"/>
                  </a:lnTo>
                  <a:lnTo>
                    <a:pt x="8102" y="6358"/>
                  </a:lnTo>
                  <a:lnTo>
                    <a:pt x="9687" y="7040"/>
                  </a:lnTo>
                  <a:lnTo>
                    <a:pt x="10529" y="7380"/>
                  </a:lnTo>
                  <a:lnTo>
                    <a:pt x="11411" y="7721"/>
                  </a:lnTo>
                  <a:lnTo>
                    <a:pt x="12314" y="8042"/>
                  </a:lnTo>
                  <a:lnTo>
                    <a:pt x="13236" y="8383"/>
                  </a:lnTo>
                  <a:lnTo>
                    <a:pt x="14199" y="8704"/>
                  </a:lnTo>
                  <a:lnTo>
                    <a:pt x="15202" y="9025"/>
                  </a:lnTo>
                  <a:lnTo>
                    <a:pt x="16204" y="9346"/>
                  </a:lnTo>
                  <a:lnTo>
                    <a:pt x="17247" y="9647"/>
                  </a:lnTo>
                  <a:lnTo>
                    <a:pt x="18310" y="9947"/>
                  </a:lnTo>
                  <a:lnTo>
                    <a:pt x="19413" y="10248"/>
                  </a:lnTo>
                  <a:lnTo>
                    <a:pt x="19373" y="10128"/>
                  </a:lnTo>
                  <a:lnTo>
                    <a:pt x="19333" y="10008"/>
                  </a:lnTo>
                  <a:lnTo>
                    <a:pt x="19333" y="9988"/>
                  </a:lnTo>
                  <a:lnTo>
                    <a:pt x="19373" y="9827"/>
                  </a:lnTo>
                  <a:lnTo>
                    <a:pt x="19453" y="9546"/>
                  </a:lnTo>
                  <a:lnTo>
                    <a:pt x="19774" y="8704"/>
                  </a:lnTo>
                  <a:lnTo>
                    <a:pt x="20255" y="7501"/>
                  </a:lnTo>
                  <a:lnTo>
                    <a:pt x="20877" y="6037"/>
                  </a:lnTo>
                  <a:lnTo>
                    <a:pt x="19894" y="5836"/>
                  </a:lnTo>
                  <a:lnTo>
                    <a:pt x="18912" y="5616"/>
                  </a:lnTo>
                  <a:lnTo>
                    <a:pt x="17929" y="5375"/>
                  </a:lnTo>
                  <a:lnTo>
                    <a:pt x="16926" y="5134"/>
                  </a:lnTo>
                  <a:lnTo>
                    <a:pt x="15643" y="4793"/>
                  </a:lnTo>
                  <a:lnTo>
                    <a:pt x="15061" y="5535"/>
                  </a:lnTo>
                  <a:lnTo>
                    <a:pt x="14600" y="6097"/>
                  </a:lnTo>
                  <a:lnTo>
                    <a:pt x="14259" y="6498"/>
                  </a:lnTo>
                  <a:lnTo>
                    <a:pt x="14159" y="6598"/>
                  </a:lnTo>
                  <a:lnTo>
                    <a:pt x="14078" y="6659"/>
                  </a:lnTo>
                  <a:lnTo>
                    <a:pt x="13898" y="6739"/>
                  </a:lnTo>
                  <a:lnTo>
                    <a:pt x="13717" y="6799"/>
                  </a:lnTo>
                  <a:lnTo>
                    <a:pt x="13557" y="6819"/>
                  </a:lnTo>
                  <a:lnTo>
                    <a:pt x="13377" y="6839"/>
                  </a:lnTo>
                  <a:lnTo>
                    <a:pt x="13156" y="6819"/>
                  </a:lnTo>
                  <a:lnTo>
                    <a:pt x="12955" y="6759"/>
                  </a:lnTo>
                  <a:lnTo>
                    <a:pt x="12755" y="6699"/>
                  </a:lnTo>
                  <a:lnTo>
                    <a:pt x="12574" y="6598"/>
                  </a:lnTo>
                  <a:lnTo>
                    <a:pt x="12434" y="6458"/>
                  </a:lnTo>
                  <a:lnTo>
                    <a:pt x="12294" y="6318"/>
                  </a:lnTo>
                  <a:lnTo>
                    <a:pt x="12213" y="6157"/>
                  </a:lnTo>
                  <a:lnTo>
                    <a:pt x="12153" y="5977"/>
                  </a:lnTo>
                  <a:lnTo>
                    <a:pt x="12153" y="5957"/>
                  </a:lnTo>
                  <a:lnTo>
                    <a:pt x="12173" y="5856"/>
                  </a:lnTo>
                  <a:lnTo>
                    <a:pt x="12193" y="5716"/>
                  </a:lnTo>
                  <a:lnTo>
                    <a:pt x="12354" y="5295"/>
                  </a:lnTo>
                  <a:lnTo>
                    <a:pt x="12574" y="4693"/>
                  </a:lnTo>
                  <a:lnTo>
                    <a:pt x="12875" y="3951"/>
                  </a:lnTo>
                  <a:lnTo>
                    <a:pt x="11732" y="3570"/>
                  </a:lnTo>
                  <a:lnTo>
                    <a:pt x="10589" y="3169"/>
                  </a:lnTo>
                  <a:lnTo>
                    <a:pt x="9426" y="2748"/>
                  </a:lnTo>
                  <a:lnTo>
                    <a:pt x="8283" y="2287"/>
                  </a:lnTo>
                  <a:lnTo>
                    <a:pt x="7160" y="1805"/>
                  </a:lnTo>
                  <a:lnTo>
                    <a:pt x="6017" y="1304"/>
                  </a:lnTo>
                  <a:lnTo>
                    <a:pt x="4893" y="783"/>
                  </a:lnTo>
                  <a:lnTo>
                    <a:pt x="3791" y="221"/>
                  </a:lnTo>
                  <a:lnTo>
                    <a:pt x="3550" y="121"/>
                  </a:lnTo>
                  <a:lnTo>
                    <a:pt x="3329" y="41"/>
                  </a:lnTo>
                  <a:lnTo>
                    <a:pt x="3089" y="0"/>
                  </a:lnTo>
                  <a:close/>
                  <a:moveTo>
                    <a:pt x="61106" y="4152"/>
                  </a:moveTo>
                  <a:lnTo>
                    <a:pt x="60103" y="4453"/>
                  </a:lnTo>
                  <a:lnTo>
                    <a:pt x="59101" y="4753"/>
                  </a:lnTo>
                  <a:lnTo>
                    <a:pt x="58098" y="5014"/>
                  </a:lnTo>
                  <a:lnTo>
                    <a:pt x="57115" y="5275"/>
                  </a:lnTo>
                  <a:lnTo>
                    <a:pt x="57396" y="5977"/>
                  </a:lnTo>
                  <a:lnTo>
                    <a:pt x="57617" y="6538"/>
                  </a:lnTo>
                  <a:lnTo>
                    <a:pt x="57737" y="6939"/>
                  </a:lnTo>
                  <a:lnTo>
                    <a:pt x="57777" y="7060"/>
                  </a:lnTo>
                  <a:lnTo>
                    <a:pt x="57797" y="7160"/>
                  </a:lnTo>
                  <a:lnTo>
                    <a:pt x="57797" y="7180"/>
                  </a:lnTo>
                  <a:lnTo>
                    <a:pt x="57737" y="7360"/>
                  </a:lnTo>
                  <a:lnTo>
                    <a:pt x="57637" y="7521"/>
                  </a:lnTo>
                  <a:lnTo>
                    <a:pt x="57516" y="7661"/>
                  </a:lnTo>
                  <a:lnTo>
                    <a:pt x="57356" y="7782"/>
                  </a:lnTo>
                  <a:lnTo>
                    <a:pt x="57196" y="7882"/>
                  </a:lnTo>
                  <a:lnTo>
                    <a:pt x="56995" y="7962"/>
                  </a:lnTo>
                  <a:lnTo>
                    <a:pt x="56774" y="8002"/>
                  </a:lnTo>
                  <a:lnTo>
                    <a:pt x="56574" y="8022"/>
                  </a:lnTo>
                  <a:lnTo>
                    <a:pt x="56393" y="8022"/>
                  </a:lnTo>
                  <a:lnTo>
                    <a:pt x="56213" y="7982"/>
                  </a:lnTo>
                  <a:lnTo>
                    <a:pt x="56052" y="7942"/>
                  </a:lnTo>
                  <a:lnTo>
                    <a:pt x="55872" y="7862"/>
                  </a:lnTo>
                  <a:lnTo>
                    <a:pt x="55792" y="7802"/>
                  </a:lnTo>
                  <a:lnTo>
                    <a:pt x="55671" y="7681"/>
                  </a:lnTo>
                  <a:lnTo>
                    <a:pt x="55331" y="7280"/>
                  </a:lnTo>
                  <a:lnTo>
                    <a:pt x="54849" y="6699"/>
                  </a:lnTo>
                  <a:lnTo>
                    <a:pt x="54268" y="5937"/>
                  </a:lnTo>
                  <a:lnTo>
                    <a:pt x="52924" y="6197"/>
                  </a:lnTo>
                  <a:lnTo>
                    <a:pt x="51600" y="6458"/>
                  </a:lnTo>
                  <a:lnTo>
                    <a:pt x="50297" y="6679"/>
                  </a:lnTo>
                  <a:lnTo>
                    <a:pt x="49033" y="6859"/>
                  </a:lnTo>
                  <a:lnTo>
                    <a:pt x="47810" y="7040"/>
                  </a:lnTo>
                  <a:lnTo>
                    <a:pt x="46607" y="7200"/>
                  </a:lnTo>
                  <a:lnTo>
                    <a:pt x="45444" y="7320"/>
                  </a:lnTo>
                  <a:lnTo>
                    <a:pt x="44341" y="7441"/>
                  </a:lnTo>
                  <a:lnTo>
                    <a:pt x="43258" y="7521"/>
                  </a:lnTo>
                  <a:lnTo>
                    <a:pt x="42235" y="7601"/>
                  </a:lnTo>
                  <a:lnTo>
                    <a:pt x="40350" y="7721"/>
                  </a:lnTo>
                  <a:lnTo>
                    <a:pt x="38705" y="7782"/>
                  </a:lnTo>
                  <a:lnTo>
                    <a:pt x="37302" y="7802"/>
                  </a:lnTo>
                  <a:lnTo>
                    <a:pt x="36219" y="7782"/>
                  </a:lnTo>
                  <a:lnTo>
                    <a:pt x="34955" y="7741"/>
                  </a:lnTo>
                  <a:lnTo>
                    <a:pt x="33551" y="7681"/>
                  </a:lnTo>
                  <a:lnTo>
                    <a:pt x="32007" y="7581"/>
                  </a:lnTo>
                  <a:lnTo>
                    <a:pt x="30323" y="7441"/>
                  </a:lnTo>
                  <a:lnTo>
                    <a:pt x="28538" y="7260"/>
                  </a:lnTo>
                  <a:lnTo>
                    <a:pt x="26653" y="7020"/>
                  </a:lnTo>
                  <a:lnTo>
                    <a:pt x="24667" y="6739"/>
                  </a:lnTo>
                  <a:lnTo>
                    <a:pt x="23544" y="8223"/>
                  </a:lnTo>
                  <a:lnTo>
                    <a:pt x="22622" y="9446"/>
                  </a:lnTo>
                  <a:lnTo>
                    <a:pt x="21920" y="10308"/>
                  </a:lnTo>
                  <a:lnTo>
                    <a:pt x="21679" y="10589"/>
                  </a:lnTo>
                  <a:lnTo>
                    <a:pt x="21499" y="10750"/>
                  </a:lnTo>
                  <a:lnTo>
                    <a:pt x="23304" y="11131"/>
                  </a:lnTo>
                  <a:lnTo>
                    <a:pt x="24226" y="11291"/>
                  </a:lnTo>
                  <a:lnTo>
                    <a:pt x="25149" y="11472"/>
                  </a:lnTo>
                  <a:lnTo>
                    <a:pt x="26091" y="11612"/>
                  </a:lnTo>
                  <a:lnTo>
                    <a:pt x="27054" y="11772"/>
                  </a:lnTo>
                  <a:lnTo>
                    <a:pt x="28036" y="11893"/>
                  </a:lnTo>
                  <a:lnTo>
                    <a:pt x="29019" y="12033"/>
                  </a:lnTo>
                  <a:lnTo>
                    <a:pt x="30002" y="12133"/>
                  </a:lnTo>
                  <a:lnTo>
                    <a:pt x="31024" y="12234"/>
                  </a:lnTo>
                  <a:lnTo>
                    <a:pt x="32027" y="12314"/>
                  </a:lnTo>
                  <a:lnTo>
                    <a:pt x="33070" y="12394"/>
                  </a:lnTo>
                  <a:lnTo>
                    <a:pt x="34113" y="12434"/>
                  </a:lnTo>
                  <a:lnTo>
                    <a:pt x="35156" y="12474"/>
                  </a:lnTo>
                  <a:lnTo>
                    <a:pt x="36219" y="12514"/>
                  </a:lnTo>
                  <a:lnTo>
                    <a:pt x="38284" y="12514"/>
                  </a:lnTo>
                  <a:lnTo>
                    <a:pt x="39267" y="12494"/>
                  </a:lnTo>
                  <a:lnTo>
                    <a:pt x="40250" y="12454"/>
                  </a:lnTo>
                  <a:lnTo>
                    <a:pt x="41212" y="12414"/>
                  </a:lnTo>
                  <a:lnTo>
                    <a:pt x="42155" y="12354"/>
                  </a:lnTo>
                  <a:lnTo>
                    <a:pt x="43097" y="12274"/>
                  </a:lnTo>
                  <a:lnTo>
                    <a:pt x="44040" y="12194"/>
                  </a:lnTo>
                  <a:lnTo>
                    <a:pt x="44962" y="12093"/>
                  </a:lnTo>
                  <a:lnTo>
                    <a:pt x="46767" y="11873"/>
                  </a:lnTo>
                  <a:lnTo>
                    <a:pt x="48552" y="11612"/>
                  </a:lnTo>
                  <a:lnTo>
                    <a:pt x="50277" y="11311"/>
                  </a:lnTo>
                  <a:lnTo>
                    <a:pt x="51961" y="10990"/>
                  </a:lnTo>
                  <a:lnTo>
                    <a:pt x="53606" y="10629"/>
                  </a:lnTo>
                  <a:lnTo>
                    <a:pt x="55190" y="10248"/>
                  </a:lnTo>
                  <a:lnTo>
                    <a:pt x="56714" y="9827"/>
                  </a:lnTo>
                  <a:lnTo>
                    <a:pt x="58198" y="9406"/>
                  </a:lnTo>
                  <a:lnTo>
                    <a:pt x="59642" y="8965"/>
                  </a:lnTo>
                  <a:lnTo>
                    <a:pt x="61026" y="8504"/>
                  </a:lnTo>
                  <a:lnTo>
                    <a:pt x="62330" y="8022"/>
                  </a:lnTo>
                  <a:lnTo>
                    <a:pt x="63593" y="7561"/>
                  </a:lnTo>
                  <a:lnTo>
                    <a:pt x="62410" y="5957"/>
                  </a:lnTo>
                  <a:lnTo>
                    <a:pt x="61106" y="4152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5" name="Google Shape;5805;p22"/>
            <p:cNvSpPr/>
            <p:nvPr/>
          </p:nvSpPr>
          <p:spPr>
            <a:xfrm>
              <a:off x="8364975" y="5252175"/>
              <a:ext cx="521925" cy="256225"/>
            </a:xfrm>
            <a:custGeom>
              <a:avLst/>
              <a:gdLst/>
              <a:ahLst/>
              <a:cxnLst/>
              <a:rect l="l" t="t" r="r" b="b"/>
              <a:pathLst>
                <a:path w="20877" h="10249" fill="none" extrusionOk="0">
                  <a:moveTo>
                    <a:pt x="2848" y="0"/>
                  </a:moveTo>
                  <a:lnTo>
                    <a:pt x="2848" y="0"/>
                  </a:lnTo>
                  <a:lnTo>
                    <a:pt x="2587" y="20"/>
                  </a:lnTo>
                  <a:lnTo>
                    <a:pt x="2327" y="61"/>
                  </a:lnTo>
                  <a:lnTo>
                    <a:pt x="2066" y="121"/>
                  </a:lnTo>
                  <a:lnTo>
                    <a:pt x="1805" y="201"/>
                  </a:lnTo>
                  <a:lnTo>
                    <a:pt x="1564" y="321"/>
                  </a:lnTo>
                  <a:lnTo>
                    <a:pt x="1324" y="442"/>
                  </a:lnTo>
                  <a:lnTo>
                    <a:pt x="1103" y="582"/>
                  </a:lnTo>
                  <a:lnTo>
                    <a:pt x="903" y="722"/>
                  </a:lnTo>
                  <a:lnTo>
                    <a:pt x="702" y="863"/>
                  </a:lnTo>
                  <a:lnTo>
                    <a:pt x="522" y="1023"/>
                  </a:lnTo>
                  <a:lnTo>
                    <a:pt x="381" y="1164"/>
                  </a:lnTo>
                  <a:lnTo>
                    <a:pt x="241" y="1324"/>
                  </a:lnTo>
                  <a:lnTo>
                    <a:pt x="141" y="1464"/>
                  </a:lnTo>
                  <a:lnTo>
                    <a:pt x="60" y="1585"/>
                  </a:lnTo>
                  <a:lnTo>
                    <a:pt x="20" y="1705"/>
                  </a:lnTo>
                  <a:lnTo>
                    <a:pt x="0" y="1805"/>
                  </a:lnTo>
                  <a:lnTo>
                    <a:pt x="0" y="1805"/>
                  </a:lnTo>
                  <a:lnTo>
                    <a:pt x="0" y="1865"/>
                  </a:lnTo>
                  <a:lnTo>
                    <a:pt x="0" y="1865"/>
                  </a:lnTo>
                  <a:lnTo>
                    <a:pt x="40" y="1906"/>
                  </a:lnTo>
                  <a:lnTo>
                    <a:pt x="121" y="1986"/>
                  </a:lnTo>
                  <a:lnTo>
                    <a:pt x="381" y="2206"/>
                  </a:lnTo>
                  <a:lnTo>
                    <a:pt x="822" y="2527"/>
                  </a:lnTo>
                  <a:lnTo>
                    <a:pt x="1424" y="2908"/>
                  </a:lnTo>
                  <a:lnTo>
                    <a:pt x="2166" y="3370"/>
                  </a:lnTo>
                  <a:lnTo>
                    <a:pt x="3069" y="3891"/>
                  </a:lnTo>
                  <a:lnTo>
                    <a:pt x="4131" y="4453"/>
                  </a:lnTo>
                  <a:lnTo>
                    <a:pt x="5315" y="5074"/>
                  </a:lnTo>
                  <a:lnTo>
                    <a:pt x="6638" y="5716"/>
                  </a:lnTo>
                  <a:lnTo>
                    <a:pt x="8102" y="6358"/>
                  </a:lnTo>
                  <a:lnTo>
                    <a:pt x="9687" y="7040"/>
                  </a:lnTo>
                  <a:lnTo>
                    <a:pt x="10529" y="7380"/>
                  </a:lnTo>
                  <a:lnTo>
                    <a:pt x="11411" y="7721"/>
                  </a:lnTo>
                  <a:lnTo>
                    <a:pt x="12314" y="8042"/>
                  </a:lnTo>
                  <a:lnTo>
                    <a:pt x="13236" y="8383"/>
                  </a:lnTo>
                  <a:lnTo>
                    <a:pt x="14199" y="8704"/>
                  </a:lnTo>
                  <a:lnTo>
                    <a:pt x="15202" y="9025"/>
                  </a:lnTo>
                  <a:lnTo>
                    <a:pt x="16204" y="9346"/>
                  </a:lnTo>
                  <a:lnTo>
                    <a:pt x="17247" y="9647"/>
                  </a:lnTo>
                  <a:lnTo>
                    <a:pt x="18310" y="9947"/>
                  </a:lnTo>
                  <a:lnTo>
                    <a:pt x="19413" y="10248"/>
                  </a:lnTo>
                  <a:lnTo>
                    <a:pt x="19413" y="10248"/>
                  </a:lnTo>
                  <a:lnTo>
                    <a:pt x="19373" y="10128"/>
                  </a:lnTo>
                  <a:lnTo>
                    <a:pt x="19333" y="10008"/>
                  </a:lnTo>
                  <a:lnTo>
                    <a:pt x="19333" y="10008"/>
                  </a:lnTo>
                  <a:lnTo>
                    <a:pt x="19333" y="9988"/>
                  </a:lnTo>
                  <a:lnTo>
                    <a:pt x="19333" y="9988"/>
                  </a:lnTo>
                  <a:lnTo>
                    <a:pt x="19373" y="9827"/>
                  </a:lnTo>
                  <a:lnTo>
                    <a:pt x="19453" y="9546"/>
                  </a:lnTo>
                  <a:lnTo>
                    <a:pt x="19774" y="8704"/>
                  </a:lnTo>
                  <a:lnTo>
                    <a:pt x="20255" y="7501"/>
                  </a:lnTo>
                  <a:lnTo>
                    <a:pt x="20877" y="6037"/>
                  </a:lnTo>
                  <a:lnTo>
                    <a:pt x="20877" y="6037"/>
                  </a:lnTo>
                  <a:lnTo>
                    <a:pt x="19894" y="5836"/>
                  </a:lnTo>
                  <a:lnTo>
                    <a:pt x="18912" y="5616"/>
                  </a:lnTo>
                  <a:lnTo>
                    <a:pt x="17929" y="5375"/>
                  </a:lnTo>
                  <a:lnTo>
                    <a:pt x="16926" y="5134"/>
                  </a:lnTo>
                  <a:lnTo>
                    <a:pt x="16926" y="5134"/>
                  </a:lnTo>
                  <a:lnTo>
                    <a:pt x="15643" y="4793"/>
                  </a:lnTo>
                  <a:lnTo>
                    <a:pt x="15643" y="4793"/>
                  </a:lnTo>
                  <a:lnTo>
                    <a:pt x="15061" y="5535"/>
                  </a:lnTo>
                  <a:lnTo>
                    <a:pt x="14600" y="6097"/>
                  </a:lnTo>
                  <a:lnTo>
                    <a:pt x="14259" y="6498"/>
                  </a:lnTo>
                  <a:lnTo>
                    <a:pt x="14159" y="6598"/>
                  </a:lnTo>
                  <a:lnTo>
                    <a:pt x="14078" y="6659"/>
                  </a:lnTo>
                  <a:lnTo>
                    <a:pt x="14078" y="6659"/>
                  </a:lnTo>
                  <a:lnTo>
                    <a:pt x="13898" y="6739"/>
                  </a:lnTo>
                  <a:lnTo>
                    <a:pt x="13717" y="6799"/>
                  </a:lnTo>
                  <a:lnTo>
                    <a:pt x="13557" y="6819"/>
                  </a:lnTo>
                  <a:lnTo>
                    <a:pt x="13377" y="6839"/>
                  </a:lnTo>
                  <a:lnTo>
                    <a:pt x="13377" y="6839"/>
                  </a:lnTo>
                  <a:lnTo>
                    <a:pt x="13156" y="6819"/>
                  </a:lnTo>
                  <a:lnTo>
                    <a:pt x="12955" y="6759"/>
                  </a:lnTo>
                  <a:lnTo>
                    <a:pt x="12755" y="6699"/>
                  </a:lnTo>
                  <a:lnTo>
                    <a:pt x="12574" y="6598"/>
                  </a:lnTo>
                  <a:lnTo>
                    <a:pt x="12434" y="6458"/>
                  </a:lnTo>
                  <a:lnTo>
                    <a:pt x="12294" y="6318"/>
                  </a:lnTo>
                  <a:lnTo>
                    <a:pt x="12213" y="6157"/>
                  </a:lnTo>
                  <a:lnTo>
                    <a:pt x="12153" y="5977"/>
                  </a:lnTo>
                  <a:lnTo>
                    <a:pt x="12153" y="5977"/>
                  </a:lnTo>
                  <a:lnTo>
                    <a:pt x="12153" y="5957"/>
                  </a:lnTo>
                  <a:lnTo>
                    <a:pt x="12153" y="5957"/>
                  </a:lnTo>
                  <a:lnTo>
                    <a:pt x="12173" y="5856"/>
                  </a:lnTo>
                  <a:lnTo>
                    <a:pt x="12193" y="5716"/>
                  </a:lnTo>
                  <a:lnTo>
                    <a:pt x="12354" y="5295"/>
                  </a:lnTo>
                  <a:lnTo>
                    <a:pt x="12574" y="4693"/>
                  </a:lnTo>
                  <a:lnTo>
                    <a:pt x="12875" y="3951"/>
                  </a:lnTo>
                  <a:lnTo>
                    <a:pt x="12875" y="3951"/>
                  </a:lnTo>
                  <a:lnTo>
                    <a:pt x="11732" y="3570"/>
                  </a:lnTo>
                  <a:lnTo>
                    <a:pt x="10589" y="3169"/>
                  </a:lnTo>
                  <a:lnTo>
                    <a:pt x="9426" y="2748"/>
                  </a:lnTo>
                  <a:lnTo>
                    <a:pt x="8283" y="2287"/>
                  </a:lnTo>
                  <a:lnTo>
                    <a:pt x="7160" y="1805"/>
                  </a:lnTo>
                  <a:lnTo>
                    <a:pt x="6017" y="1304"/>
                  </a:lnTo>
                  <a:lnTo>
                    <a:pt x="4893" y="783"/>
                  </a:lnTo>
                  <a:lnTo>
                    <a:pt x="3791" y="221"/>
                  </a:lnTo>
                  <a:lnTo>
                    <a:pt x="3791" y="221"/>
                  </a:lnTo>
                  <a:lnTo>
                    <a:pt x="3550" y="121"/>
                  </a:lnTo>
                  <a:lnTo>
                    <a:pt x="3329" y="41"/>
                  </a:lnTo>
                  <a:lnTo>
                    <a:pt x="3089" y="0"/>
                  </a:lnTo>
                  <a:lnTo>
                    <a:pt x="2848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6" name="Google Shape;5806;p22"/>
            <p:cNvSpPr/>
            <p:nvPr/>
          </p:nvSpPr>
          <p:spPr>
            <a:xfrm>
              <a:off x="9997400" y="5252175"/>
              <a:ext cx="232650" cy="155450"/>
            </a:xfrm>
            <a:custGeom>
              <a:avLst/>
              <a:gdLst/>
              <a:ahLst/>
              <a:cxnLst/>
              <a:rect l="l" t="t" r="r" b="b"/>
              <a:pathLst>
                <a:path w="9306" h="6218" fill="none" extrusionOk="0">
                  <a:moveTo>
                    <a:pt x="6458" y="0"/>
                  </a:moveTo>
                  <a:lnTo>
                    <a:pt x="6458" y="0"/>
                  </a:lnTo>
                  <a:lnTo>
                    <a:pt x="6217" y="0"/>
                  </a:lnTo>
                  <a:lnTo>
                    <a:pt x="5977" y="41"/>
                  </a:lnTo>
                  <a:lnTo>
                    <a:pt x="5736" y="121"/>
                  </a:lnTo>
                  <a:lnTo>
                    <a:pt x="5516" y="221"/>
                  </a:lnTo>
                  <a:lnTo>
                    <a:pt x="5516" y="221"/>
                  </a:lnTo>
                  <a:lnTo>
                    <a:pt x="4152" y="903"/>
                  </a:lnTo>
                  <a:lnTo>
                    <a:pt x="2788" y="1545"/>
                  </a:lnTo>
                  <a:lnTo>
                    <a:pt x="1404" y="2126"/>
                  </a:lnTo>
                  <a:lnTo>
                    <a:pt x="1" y="2688"/>
                  </a:lnTo>
                  <a:lnTo>
                    <a:pt x="1" y="2688"/>
                  </a:lnTo>
                  <a:lnTo>
                    <a:pt x="823" y="4533"/>
                  </a:lnTo>
                  <a:lnTo>
                    <a:pt x="1565" y="6217"/>
                  </a:lnTo>
                  <a:lnTo>
                    <a:pt x="1565" y="6217"/>
                  </a:lnTo>
                  <a:lnTo>
                    <a:pt x="2447" y="5796"/>
                  </a:lnTo>
                  <a:lnTo>
                    <a:pt x="3290" y="5415"/>
                  </a:lnTo>
                  <a:lnTo>
                    <a:pt x="4072" y="5014"/>
                  </a:lnTo>
                  <a:lnTo>
                    <a:pt x="4814" y="4653"/>
                  </a:lnTo>
                  <a:lnTo>
                    <a:pt x="6137" y="3951"/>
                  </a:lnTo>
                  <a:lnTo>
                    <a:pt x="7240" y="3309"/>
                  </a:lnTo>
                  <a:lnTo>
                    <a:pt x="8103" y="2768"/>
                  </a:lnTo>
                  <a:lnTo>
                    <a:pt x="8744" y="2347"/>
                  </a:lnTo>
                  <a:lnTo>
                    <a:pt x="9145" y="2026"/>
                  </a:lnTo>
                  <a:lnTo>
                    <a:pt x="9266" y="1926"/>
                  </a:lnTo>
                  <a:lnTo>
                    <a:pt x="9306" y="1865"/>
                  </a:lnTo>
                  <a:lnTo>
                    <a:pt x="9306" y="1865"/>
                  </a:lnTo>
                  <a:lnTo>
                    <a:pt x="9306" y="1825"/>
                  </a:lnTo>
                  <a:lnTo>
                    <a:pt x="9306" y="1825"/>
                  </a:lnTo>
                  <a:lnTo>
                    <a:pt x="9286" y="1725"/>
                  </a:lnTo>
                  <a:lnTo>
                    <a:pt x="9246" y="1605"/>
                  </a:lnTo>
                  <a:lnTo>
                    <a:pt x="9166" y="1464"/>
                  </a:lnTo>
                  <a:lnTo>
                    <a:pt x="9065" y="1324"/>
                  </a:lnTo>
                  <a:lnTo>
                    <a:pt x="8925" y="1184"/>
                  </a:lnTo>
                  <a:lnTo>
                    <a:pt x="8784" y="1023"/>
                  </a:lnTo>
                  <a:lnTo>
                    <a:pt x="8604" y="863"/>
                  </a:lnTo>
                  <a:lnTo>
                    <a:pt x="8403" y="722"/>
                  </a:lnTo>
                  <a:lnTo>
                    <a:pt x="8203" y="582"/>
                  </a:lnTo>
                  <a:lnTo>
                    <a:pt x="7982" y="442"/>
                  </a:lnTo>
                  <a:lnTo>
                    <a:pt x="7742" y="321"/>
                  </a:lnTo>
                  <a:lnTo>
                    <a:pt x="7501" y="221"/>
                  </a:lnTo>
                  <a:lnTo>
                    <a:pt x="7240" y="121"/>
                  </a:lnTo>
                  <a:lnTo>
                    <a:pt x="6980" y="61"/>
                  </a:lnTo>
                  <a:lnTo>
                    <a:pt x="6719" y="20"/>
                  </a:lnTo>
                  <a:lnTo>
                    <a:pt x="6458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7" name="Google Shape;5807;p22"/>
            <p:cNvSpPr/>
            <p:nvPr/>
          </p:nvSpPr>
          <p:spPr>
            <a:xfrm>
              <a:off x="8848275" y="5029575"/>
              <a:ext cx="397100" cy="496375"/>
            </a:xfrm>
            <a:custGeom>
              <a:avLst/>
              <a:gdLst/>
              <a:ahLst/>
              <a:cxnLst/>
              <a:rect l="l" t="t" r="r" b="b"/>
              <a:pathLst>
                <a:path w="15884" h="19855" extrusionOk="0">
                  <a:moveTo>
                    <a:pt x="8323" y="0"/>
                  </a:moveTo>
                  <a:lnTo>
                    <a:pt x="7000" y="2848"/>
                  </a:lnTo>
                  <a:lnTo>
                    <a:pt x="5656" y="5796"/>
                  </a:lnTo>
                  <a:lnTo>
                    <a:pt x="4112" y="9185"/>
                  </a:lnTo>
                  <a:lnTo>
                    <a:pt x="2568" y="12594"/>
                  </a:lnTo>
                  <a:lnTo>
                    <a:pt x="1244" y="15643"/>
                  </a:lnTo>
                  <a:lnTo>
                    <a:pt x="723" y="16886"/>
                  </a:lnTo>
                  <a:lnTo>
                    <a:pt x="322" y="17889"/>
                  </a:lnTo>
                  <a:lnTo>
                    <a:pt x="81" y="18571"/>
                  </a:lnTo>
                  <a:lnTo>
                    <a:pt x="21" y="18791"/>
                  </a:lnTo>
                  <a:lnTo>
                    <a:pt x="1" y="18912"/>
                  </a:lnTo>
                  <a:lnTo>
                    <a:pt x="41" y="19052"/>
                  </a:lnTo>
                  <a:lnTo>
                    <a:pt x="101" y="19172"/>
                  </a:lnTo>
                  <a:lnTo>
                    <a:pt x="161" y="19293"/>
                  </a:lnTo>
                  <a:lnTo>
                    <a:pt x="241" y="19393"/>
                  </a:lnTo>
                  <a:lnTo>
                    <a:pt x="342" y="19493"/>
                  </a:lnTo>
                  <a:lnTo>
                    <a:pt x="462" y="19573"/>
                  </a:lnTo>
                  <a:lnTo>
                    <a:pt x="582" y="19654"/>
                  </a:lnTo>
                  <a:lnTo>
                    <a:pt x="723" y="19714"/>
                  </a:lnTo>
                  <a:lnTo>
                    <a:pt x="883" y="19774"/>
                  </a:lnTo>
                  <a:lnTo>
                    <a:pt x="1044" y="19814"/>
                  </a:lnTo>
                  <a:lnTo>
                    <a:pt x="1224" y="19854"/>
                  </a:lnTo>
                  <a:lnTo>
                    <a:pt x="1384" y="19854"/>
                  </a:lnTo>
                  <a:lnTo>
                    <a:pt x="1585" y="19834"/>
                  </a:lnTo>
                  <a:lnTo>
                    <a:pt x="1766" y="19814"/>
                  </a:lnTo>
                  <a:lnTo>
                    <a:pt x="1946" y="19754"/>
                  </a:lnTo>
                  <a:lnTo>
                    <a:pt x="2127" y="19674"/>
                  </a:lnTo>
                  <a:lnTo>
                    <a:pt x="2207" y="19614"/>
                  </a:lnTo>
                  <a:lnTo>
                    <a:pt x="2307" y="19513"/>
                  </a:lnTo>
                  <a:lnTo>
                    <a:pt x="2628" y="19152"/>
                  </a:lnTo>
                  <a:lnTo>
                    <a:pt x="3049" y="18631"/>
                  </a:lnTo>
                  <a:lnTo>
                    <a:pt x="3590" y="17969"/>
                  </a:lnTo>
                  <a:lnTo>
                    <a:pt x="4894" y="16224"/>
                  </a:lnTo>
                  <a:lnTo>
                    <a:pt x="6458" y="14119"/>
                  </a:lnTo>
                  <a:lnTo>
                    <a:pt x="8183" y="11752"/>
                  </a:lnTo>
                  <a:lnTo>
                    <a:pt x="9928" y="9306"/>
                  </a:lnTo>
                  <a:lnTo>
                    <a:pt x="13177" y="4753"/>
                  </a:lnTo>
                  <a:lnTo>
                    <a:pt x="15884" y="923"/>
                  </a:lnTo>
                  <a:lnTo>
                    <a:pt x="83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8" name="Google Shape;5808;p22"/>
            <p:cNvSpPr/>
            <p:nvPr/>
          </p:nvSpPr>
          <p:spPr>
            <a:xfrm>
              <a:off x="8848275" y="5029575"/>
              <a:ext cx="397100" cy="496375"/>
            </a:xfrm>
            <a:custGeom>
              <a:avLst/>
              <a:gdLst/>
              <a:ahLst/>
              <a:cxnLst/>
              <a:rect l="l" t="t" r="r" b="b"/>
              <a:pathLst>
                <a:path w="15884" h="19855" fill="none" extrusionOk="0">
                  <a:moveTo>
                    <a:pt x="15884" y="923"/>
                  </a:moveTo>
                  <a:lnTo>
                    <a:pt x="15884" y="923"/>
                  </a:lnTo>
                  <a:lnTo>
                    <a:pt x="13177" y="4753"/>
                  </a:lnTo>
                  <a:lnTo>
                    <a:pt x="13177" y="4753"/>
                  </a:lnTo>
                  <a:lnTo>
                    <a:pt x="9928" y="9306"/>
                  </a:lnTo>
                  <a:lnTo>
                    <a:pt x="8183" y="11752"/>
                  </a:lnTo>
                  <a:lnTo>
                    <a:pt x="6458" y="14119"/>
                  </a:lnTo>
                  <a:lnTo>
                    <a:pt x="4894" y="16224"/>
                  </a:lnTo>
                  <a:lnTo>
                    <a:pt x="3590" y="17969"/>
                  </a:lnTo>
                  <a:lnTo>
                    <a:pt x="3049" y="18631"/>
                  </a:lnTo>
                  <a:lnTo>
                    <a:pt x="2628" y="19152"/>
                  </a:lnTo>
                  <a:lnTo>
                    <a:pt x="2307" y="19513"/>
                  </a:lnTo>
                  <a:lnTo>
                    <a:pt x="2207" y="19614"/>
                  </a:lnTo>
                  <a:lnTo>
                    <a:pt x="2127" y="19674"/>
                  </a:lnTo>
                  <a:lnTo>
                    <a:pt x="2127" y="19674"/>
                  </a:lnTo>
                  <a:lnTo>
                    <a:pt x="1946" y="19754"/>
                  </a:lnTo>
                  <a:lnTo>
                    <a:pt x="1766" y="19814"/>
                  </a:lnTo>
                  <a:lnTo>
                    <a:pt x="1585" y="19834"/>
                  </a:lnTo>
                  <a:lnTo>
                    <a:pt x="1384" y="19854"/>
                  </a:lnTo>
                  <a:lnTo>
                    <a:pt x="1224" y="19854"/>
                  </a:lnTo>
                  <a:lnTo>
                    <a:pt x="1044" y="19814"/>
                  </a:lnTo>
                  <a:lnTo>
                    <a:pt x="883" y="19774"/>
                  </a:lnTo>
                  <a:lnTo>
                    <a:pt x="723" y="19714"/>
                  </a:lnTo>
                  <a:lnTo>
                    <a:pt x="723" y="19714"/>
                  </a:lnTo>
                  <a:lnTo>
                    <a:pt x="582" y="19654"/>
                  </a:lnTo>
                  <a:lnTo>
                    <a:pt x="462" y="19573"/>
                  </a:lnTo>
                  <a:lnTo>
                    <a:pt x="342" y="19493"/>
                  </a:lnTo>
                  <a:lnTo>
                    <a:pt x="241" y="19393"/>
                  </a:lnTo>
                  <a:lnTo>
                    <a:pt x="161" y="19293"/>
                  </a:lnTo>
                  <a:lnTo>
                    <a:pt x="101" y="19172"/>
                  </a:lnTo>
                  <a:lnTo>
                    <a:pt x="41" y="19052"/>
                  </a:lnTo>
                  <a:lnTo>
                    <a:pt x="1" y="18912"/>
                  </a:lnTo>
                  <a:lnTo>
                    <a:pt x="1" y="18912"/>
                  </a:lnTo>
                  <a:lnTo>
                    <a:pt x="21" y="18791"/>
                  </a:lnTo>
                  <a:lnTo>
                    <a:pt x="81" y="18571"/>
                  </a:lnTo>
                  <a:lnTo>
                    <a:pt x="322" y="17889"/>
                  </a:lnTo>
                  <a:lnTo>
                    <a:pt x="723" y="16886"/>
                  </a:lnTo>
                  <a:lnTo>
                    <a:pt x="1244" y="15643"/>
                  </a:lnTo>
                  <a:lnTo>
                    <a:pt x="2568" y="12594"/>
                  </a:lnTo>
                  <a:lnTo>
                    <a:pt x="4112" y="9185"/>
                  </a:lnTo>
                  <a:lnTo>
                    <a:pt x="5656" y="5796"/>
                  </a:lnTo>
                  <a:lnTo>
                    <a:pt x="7000" y="2848"/>
                  </a:lnTo>
                  <a:lnTo>
                    <a:pt x="8323" y="0"/>
                  </a:lnTo>
                  <a:lnTo>
                    <a:pt x="15884" y="92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9" name="Google Shape;5809;p22"/>
            <p:cNvSpPr/>
            <p:nvPr/>
          </p:nvSpPr>
          <p:spPr>
            <a:xfrm>
              <a:off x="8848275" y="5119825"/>
              <a:ext cx="340950" cy="402600"/>
            </a:xfrm>
            <a:custGeom>
              <a:avLst/>
              <a:gdLst/>
              <a:ahLst/>
              <a:cxnLst/>
              <a:rect l="l" t="t" r="r" b="b"/>
              <a:pathLst>
                <a:path w="13638" h="16104" extrusionOk="0">
                  <a:moveTo>
                    <a:pt x="6659" y="0"/>
                  </a:moveTo>
                  <a:lnTo>
                    <a:pt x="5435" y="2667"/>
                  </a:lnTo>
                  <a:lnTo>
                    <a:pt x="4092" y="5635"/>
                  </a:lnTo>
                  <a:lnTo>
                    <a:pt x="2748" y="8603"/>
                  </a:lnTo>
                  <a:lnTo>
                    <a:pt x="1545" y="11331"/>
                  </a:lnTo>
                  <a:lnTo>
                    <a:pt x="923" y="12795"/>
                  </a:lnTo>
                  <a:lnTo>
                    <a:pt x="442" y="13998"/>
                  </a:lnTo>
                  <a:lnTo>
                    <a:pt x="121" y="14840"/>
                  </a:lnTo>
                  <a:lnTo>
                    <a:pt x="41" y="15121"/>
                  </a:lnTo>
                  <a:lnTo>
                    <a:pt x="1" y="15282"/>
                  </a:lnTo>
                  <a:lnTo>
                    <a:pt x="1" y="15302"/>
                  </a:lnTo>
                  <a:lnTo>
                    <a:pt x="41" y="15442"/>
                  </a:lnTo>
                  <a:lnTo>
                    <a:pt x="101" y="15562"/>
                  </a:lnTo>
                  <a:lnTo>
                    <a:pt x="161" y="15683"/>
                  </a:lnTo>
                  <a:lnTo>
                    <a:pt x="241" y="15783"/>
                  </a:lnTo>
                  <a:lnTo>
                    <a:pt x="342" y="15883"/>
                  </a:lnTo>
                  <a:lnTo>
                    <a:pt x="462" y="15963"/>
                  </a:lnTo>
                  <a:lnTo>
                    <a:pt x="582" y="16044"/>
                  </a:lnTo>
                  <a:lnTo>
                    <a:pt x="723" y="16104"/>
                  </a:lnTo>
                  <a:lnTo>
                    <a:pt x="763" y="15703"/>
                  </a:lnTo>
                  <a:lnTo>
                    <a:pt x="843" y="15282"/>
                  </a:lnTo>
                  <a:lnTo>
                    <a:pt x="923" y="14880"/>
                  </a:lnTo>
                  <a:lnTo>
                    <a:pt x="1024" y="14479"/>
                  </a:lnTo>
                  <a:lnTo>
                    <a:pt x="1144" y="14058"/>
                  </a:lnTo>
                  <a:lnTo>
                    <a:pt x="1264" y="13677"/>
                  </a:lnTo>
                  <a:lnTo>
                    <a:pt x="1565" y="12875"/>
                  </a:lnTo>
                  <a:lnTo>
                    <a:pt x="1886" y="12093"/>
                  </a:lnTo>
                  <a:lnTo>
                    <a:pt x="2247" y="11331"/>
                  </a:lnTo>
                  <a:lnTo>
                    <a:pt x="2608" y="10589"/>
                  </a:lnTo>
                  <a:lnTo>
                    <a:pt x="3009" y="9847"/>
                  </a:lnTo>
                  <a:lnTo>
                    <a:pt x="3831" y="8383"/>
                  </a:lnTo>
                  <a:lnTo>
                    <a:pt x="4252" y="7661"/>
                  </a:lnTo>
                  <a:lnTo>
                    <a:pt x="4693" y="6939"/>
                  </a:lnTo>
                  <a:lnTo>
                    <a:pt x="5175" y="6217"/>
                  </a:lnTo>
                  <a:lnTo>
                    <a:pt x="5676" y="5535"/>
                  </a:lnTo>
                  <a:lnTo>
                    <a:pt x="5937" y="5214"/>
                  </a:lnTo>
                  <a:lnTo>
                    <a:pt x="6198" y="4893"/>
                  </a:lnTo>
                  <a:lnTo>
                    <a:pt x="6478" y="4572"/>
                  </a:lnTo>
                  <a:lnTo>
                    <a:pt x="6779" y="4272"/>
                  </a:lnTo>
                  <a:lnTo>
                    <a:pt x="7120" y="3951"/>
                  </a:lnTo>
                  <a:lnTo>
                    <a:pt x="7461" y="3630"/>
                  </a:lnTo>
                  <a:lnTo>
                    <a:pt x="7822" y="3349"/>
                  </a:lnTo>
                  <a:lnTo>
                    <a:pt x="8203" y="3088"/>
                  </a:lnTo>
                  <a:lnTo>
                    <a:pt x="8584" y="2828"/>
                  </a:lnTo>
                  <a:lnTo>
                    <a:pt x="8965" y="2607"/>
                  </a:lnTo>
                  <a:lnTo>
                    <a:pt x="9366" y="2387"/>
                  </a:lnTo>
                  <a:lnTo>
                    <a:pt x="9767" y="2206"/>
                  </a:lnTo>
                  <a:lnTo>
                    <a:pt x="10168" y="2026"/>
                  </a:lnTo>
                  <a:lnTo>
                    <a:pt x="10589" y="1845"/>
                  </a:lnTo>
                  <a:lnTo>
                    <a:pt x="11011" y="1705"/>
                  </a:lnTo>
                  <a:lnTo>
                    <a:pt x="11432" y="1564"/>
                  </a:lnTo>
                  <a:lnTo>
                    <a:pt x="11853" y="1444"/>
                  </a:lnTo>
                  <a:lnTo>
                    <a:pt x="12294" y="1324"/>
                  </a:lnTo>
                  <a:lnTo>
                    <a:pt x="13177" y="1143"/>
                  </a:lnTo>
                  <a:lnTo>
                    <a:pt x="13638" y="501"/>
                  </a:lnTo>
                  <a:lnTo>
                    <a:pt x="11893" y="421"/>
                  </a:lnTo>
                  <a:lnTo>
                    <a:pt x="10148" y="301"/>
                  </a:lnTo>
                  <a:lnTo>
                    <a:pt x="8384" y="180"/>
                  </a:lnTo>
                  <a:lnTo>
                    <a:pt x="6659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0" name="Google Shape;5810;p22"/>
            <p:cNvSpPr/>
            <p:nvPr/>
          </p:nvSpPr>
          <p:spPr>
            <a:xfrm>
              <a:off x="8848275" y="5119825"/>
              <a:ext cx="340950" cy="402600"/>
            </a:xfrm>
            <a:custGeom>
              <a:avLst/>
              <a:gdLst/>
              <a:ahLst/>
              <a:cxnLst/>
              <a:rect l="l" t="t" r="r" b="b"/>
              <a:pathLst>
                <a:path w="13638" h="16104" fill="none" extrusionOk="0">
                  <a:moveTo>
                    <a:pt x="6659" y="0"/>
                  </a:moveTo>
                  <a:lnTo>
                    <a:pt x="6659" y="0"/>
                  </a:lnTo>
                  <a:lnTo>
                    <a:pt x="5435" y="2667"/>
                  </a:lnTo>
                  <a:lnTo>
                    <a:pt x="4092" y="5635"/>
                  </a:lnTo>
                  <a:lnTo>
                    <a:pt x="2748" y="8603"/>
                  </a:lnTo>
                  <a:lnTo>
                    <a:pt x="1545" y="11331"/>
                  </a:lnTo>
                  <a:lnTo>
                    <a:pt x="1545" y="11331"/>
                  </a:lnTo>
                  <a:lnTo>
                    <a:pt x="923" y="12795"/>
                  </a:lnTo>
                  <a:lnTo>
                    <a:pt x="442" y="13998"/>
                  </a:lnTo>
                  <a:lnTo>
                    <a:pt x="121" y="14840"/>
                  </a:lnTo>
                  <a:lnTo>
                    <a:pt x="41" y="15121"/>
                  </a:lnTo>
                  <a:lnTo>
                    <a:pt x="1" y="15282"/>
                  </a:lnTo>
                  <a:lnTo>
                    <a:pt x="1" y="15282"/>
                  </a:lnTo>
                  <a:lnTo>
                    <a:pt x="1" y="15302"/>
                  </a:lnTo>
                  <a:lnTo>
                    <a:pt x="1" y="15302"/>
                  </a:lnTo>
                  <a:lnTo>
                    <a:pt x="41" y="15442"/>
                  </a:lnTo>
                  <a:lnTo>
                    <a:pt x="101" y="15562"/>
                  </a:lnTo>
                  <a:lnTo>
                    <a:pt x="161" y="15683"/>
                  </a:lnTo>
                  <a:lnTo>
                    <a:pt x="241" y="15783"/>
                  </a:lnTo>
                  <a:lnTo>
                    <a:pt x="342" y="15883"/>
                  </a:lnTo>
                  <a:lnTo>
                    <a:pt x="462" y="15963"/>
                  </a:lnTo>
                  <a:lnTo>
                    <a:pt x="582" y="16044"/>
                  </a:lnTo>
                  <a:lnTo>
                    <a:pt x="723" y="16104"/>
                  </a:lnTo>
                  <a:lnTo>
                    <a:pt x="723" y="16104"/>
                  </a:lnTo>
                  <a:lnTo>
                    <a:pt x="763" y="15703"/>
                  </a:lnTo>
                  <a:lnTo>
                    <a:pt x="843" y="15282"/>
                  </a:lnTo>
                  <a:lnTo>
                    <a:pt x="923" y="14880"/>
                  </a:lnTo>
                  <a:lnTo>
                    <a:pt x="1024" y="14479"/>
                  </a:lnTo>
                  <a:lnTo>
                    <a:pt x="1144" y="14058"/>
                  </a:lnTo>
                  <a:lnTo>
                    <a:pt x="1264" y="13677"/>
                  </a:lnTo>
                  <a:lnTo>
                    <a:pt x="1565" y="12875"/>
                  </a:lnTo>
                  <a:lnTo>
                    <a:pt x="1886" y="12093"/>
                  </a:lnTo>
                  <a:lnTo>
                    <a:pt x="2247" y="11331"/>
                  </a:lnTo>
                  <a:lnTo>
                    <a:pt x="2608" y="10589"/>
                  </a:lnTo>
                  <a:lnTo>
                    <a:pt x="3009" y="9847"/>
                  </a:lnTo>
                  <a:lnTo>
                    <a:pt x="3009" y="9847"/>
                  </a:lnTo>
                  <a:lnTo>
                    <a:pt x="3831" y="8383"/>
                  </a:lnTo>
                  <a:lnTo>
                    <a:pt x="4252" y="7661"/>
                  </a:lnTo>
                  <a:lnTo>
                    <a:pt x="4693" y="6939"/>
                  </a:lnTo>
                  <a:lnTo>
                    <a:pt x="5175" y="6217"/>
                  </a:lnTo>
                  <a:lnTo>
                    <a:pt x="5676" y="5535"/>
                  </a:lnTo>
                  <a:lnTo>
                    <a:pt x="5937" y="5214"/>
                  </a:lnTo>
                  <a:lnTo>
                    <a:pt x="6198" y="4893"/>
                  </a:lnTo>
                  <a:lnTo>
                    <a:pt x="6478" y="4572"/>
                  </a:lnTo>
                  <a:lnTo>
                    <a:pt x="6779" y="4272"/>
                  </a:lnTo>
                  <a:lnTo>
                    <a:pt x="6779" y="4272"/>
                  </a:lnTo>
                  <a:lnTo>
                    <a:pt x="7120" y="3951"/>
                  </a:lnTo>
                  <a:lnTo>
                    <a:pt x="7461" y="3630"/>
                  </a:lnTo>
                  <a:lnTo>
                    <a:pt x="7822" y="3349"/>
                  </a:lnTo>
                  <a:lnTo>
                    <a:pt x="8203" y="3088"/>
                  </a:lnTo>
                  <a:lnTo>
                    <a:pt x="8584" y="2828"/>
                  </a:lnTo>
                  <a:lnTo>
                    <a:pt x="8965" y="2607"/>
                  </a:lnTo>
                  <a:lnTo>
                    <a:pt x="9366" y="2387"/>
                  </a:lnTo>
                  <a:lnTo>
                    <a:pt x="9767" y="2206"/>
                  </a:lnTo>
                  <a:lnTo>
                    <a:pt x="10168" y="2026"/>
                  </a:lnTo>
                  <a:lnTo>
                    <a:pt x="10589" y="1845"/>
                  </a:lnTo>
                  <a:lnTo>
                    <a:pt x="11011" y="1705"/>
                  </a:lnTo>
                  <a:lnTo>
                    <a:pt x="11432" y="1564"/>
                  </a:lnTo>
                  <a:lnTo>
                    <a:pt x="11853" y="1444"/>
                  </a:lnTo>
                  <a:lnTo>
                    <a:pt x="12294" y="1324"/>
                  </a:lnTo>
                  <a:lnTo>
                    <a:pt x="13177" y="1143"/>
                  </a:lnTo>
                  <a:lnTo>
                    <a:pt x="13177" y="1143"/>
                  </a:lnTo>
                  <a:lnTo>
                    <a:pt x="13638" y="501"/>
                  </a:lnTo>
                  <a:lnTo>
                    <a:pt x="13638" y="501"/>
                  </a:lnTo>
                  <a:lnTo>
                    <a:pt x="11893" y="421"/>
                  </a:lnTo>
                  <a:lnTo>
                    <a:pt x="10148" y="301"/>
                  </a:lnTo>
                  <a:lnTo>
                    <a:pt x="8384" y="180"/>
                  </a:lnTo>
                  <a:lnTo>
                    <a:pt x="665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1" name="Google Shape;5811;p22"/>
            <p:cNvSpPr/>
            <p:nvPr/>
          </p:nvSpPr>
          <p:spPr>
            <a:xfrm>
              <a:off x="8668800" y="4973925"/>
              <a:ext cx="359500" cy="448725"/>
            </a:xfrm>
            <a:custGeom>
              <a:avLst/>
              <a:gdLst/>
              <a:ahLst/>
              <a:cxnLst/>
              <a:rect l="l" t="t" r="r" b="b"/>
              <a:pathLst>
                <a:path w="14380" h="17949" extrusionOk="0">
                  <a:moveTo>
                    <a:pt x="7521" y="0"/>
                  </a:moveTo>
                  <a:lnTo>
                    <a:pt x="6337" y="2587"/>
                  </a:lnTo>
                  <a:lnTo>
                    <a:pt x="5114" y="5234"/>
                  </a:lnTo>
                  <a:lnTo>
                    <a:pt x="3710" y="8303"/>
                  </a:lnTo>
                  <a:lnTo>
                    <a:pt x="2327" y="11391"/>
                  </a:lnTo>
                  <a:lnTo>
                    <a:pt x="1123" y="14159"/>
                  </a:lnTo>
                  <a:lnTo>
                    <a:pt x="642" y="15282"/>
                  </a:lnTo>
                  <a:lnTo>
                    <a:pt x="281" y="16184"/>
                  </a:lnTo>
                  <a:lnTo>
                    <a:pt x="60" y="16806"/>
                  </a:lnTo>
                  <a:lnTo>
                    <a:pt x="0" y="17006"/>
                  </a:lnTo>
                  <a:lnTo>
                    <a:pt x="0" y="17107"/>
                  </a:lnTo>
                  <a:lnTo>
                    <a:pt x="40" y="17227"/>
                  </a:lnTo>
                  <a:lnTo>
                    <a:pt x="80" y="17347"/>
                  </a:lnTo>
                  <a:lnTo>
                    <a:pt x="161" y="17468"/>
                  </a:lnTo>
                  <a:lnTo>
                    <a:pt x="241" y="17568"/>
                  </a:lnTo>
                  <a:lnTo>
                    <a:pt x="341" y="17648"/>
                  </a:lnTo>
                  <a:lnTo>
                    <a:pt x="441" y="17728"/>
                  </a:lnTo>
                  <a:lnTo>
                    <a:pt x="562" y="17809"/>
                  </a:lnTo>
                  <a:lnTo>
                    <a:pt x="702" y="17869"/>
                  </a:lnTo>
                  <a:lnTo>
                    <a:pt x="843" y="17909"/>
                  </a:lnTo>
                  <a:lnTo>
                    <a:pt x="983" y="17949"/>
                  </a:lnTo>
                  <a:lnTo>
                    <a:pt x="1444" y="17949"/>
                  </a:lnTo>
                  <a:lnTo>
                    <a:pt x="1605" y="17909"/>
                  </a:lnTo>
                  <a:lnTo>
                    <a:pt x="1765" y="17869"/>
                  </a:lnTo>
                  <a:lnTo>
                    <a:pt x="1925" y="17789"/>
                  </a:lnTo>
                  <a:lnTo>
                    <a:pt x="2026" y="17708"/>
                  </a:lnTo>
                  <a:lnTo>
                    <a:pt x="2186" y="17528"/>
                  </a:lnTo>
                  <a:lnTo>
                    <a:pt x="2688" y="16946"/>
                  </a:lnTo>
                  <a:lnTo>
                    <a:pt x="3369" y="16084"/>
                  </a:lnTo>
                  <a:lnTo>
                    <a:pt x="4212" y="14961"/>
                  </a:lnTo>
                  <a:lnTo>
                    <a:pt x="6217" y="12253"/>
                  </a:lnTo>
                  <a:lnTo>
                    <a:pt x="8443" y="9165"/>
                  </a:lnTo>
                  <a:lnTo>
                    <a:pt x="10649" y="6077"/>
                  </a:lnTo>
                  <a:lnTo>
                    <a:pt x="12534" y="3409"/>
                  </a:lnTo>
                  <a:lnTo>
                    <a:pt x="14379" y="822"/>
                  </a:lnTo>
                  <a:lnTo>
                    <a:pt x="752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2" name="Google Shape;5812;p22"/>
            <p:cNvSpPr/>
            <p:nvPr/>
          </p:nvSpPr>
          <p:spPr>
            <a:xfrm>
              <a:off x="8668800" y="4973925"/>
              <a:ext cx="359500" cy="448725"/>
            </a:xfrm>
            <a:custGeom>
              <a:avLst/>
              <a:gdLst/>
              <a:ahLst/>
              <a:cxnLst/>
              <a:rect l="l" t="t" r="r" b="b"/>
              <a:pathLst>
                <a:path w="14380" h="17949" fill="none" extrusionOk="0">
                  <a:moveTo>
                    <a:pt x="7521" y="0"/>
                  </a:moveTo>
                  <a:lnTo>
                    <a:pt x="7521" y="0"/>
                  </a:lnTo>
                  <a:lnTo>
                    <a:pt x="6337" y="2587"/>
                  </a:lnTo>
                  <a:lnTo>
                    <a:pt x="5114" y="5234"/>
                  </a:lnTo>
                  <a:lnTo>
                    <a:pt x="3710" y="8303"/>
                  </a:lnTo>
                  <a:lnTo>
                    <a:pt x="2327" y="11391"/>
                  </a:lnTo>
                  <a:lnTo>
                    <a:pt x="1123" y="14159"/>
                  </a:lnTo>
                  <a:lnTo>
                    <a:pt x="642" y="15282"/>
                  </a:lnTo>
                  <a:lnTo>
                    <a:pt x="281" y="16184"/>
                  </a:lnTo>
                  <a:lnTo>
                    <a:pt x="60" y="16806"/>
                  </a:lnTo>
                  <a:lnTo>
                    <a:pt x="0" y="17006"/>
                  </a:lnTo>
                  <a:lnTo>
                    <a:pt x="0" y="17107"/>
                  </a:lnTo>
                  <a:lnTo>
                    <a:pt x="0" y="17107"/>
                  </a:lnTo>
                  <a:lnTo>
                    <a:pt x="40" y="17227"/>
                  </a:lnTo>
                  <a:lnTo>
                    <a:pt x="80" y="17347"/>
                  </a:lnTo>
                  <a:lnTo>
                    <a:pt x="161" y="17468"/>
                  </a:lnTo>
                  <a:lnTo>
                    <a:pt x="241" y="17568"/>
                  </a:lnTo>
                  <a:lnTo>
                    <a:pt x="341" y="17648"/>
                  </a:lnTo>
                  <a:lnTo>
                    <a:pt x="441" y="17728"/>
                  </a:lnTo>
                  <a:lnTo>
                    <a:pt x="562" y="17809"/>
                  </a:lnTo>
                  <a:lnTo>
                    <a:pt x="702" y="17869"/>
                  </a:lnTo>
                  <a:lnTo>
                    <a:pt x="843" y="17909"/>
                  </a:lnTo>
                  <a:lnTo>
                    <a:pt x="983" y="17949"/>
                  </a:lnTo>
                  <a:lnTo>
                    <a:pt x="1143" y="17949"/>
                  </a:lnTo>
                  <a:lnTo>
                    <a:pt x="1284" y="17949"/>
                  </a:lnTo>
                  <a:lnTo>
                    <a:pt x="1444" y="17949"/>
                  </a:lnTo>
                  <a:lnTo>
                    <a:pt x="1605" y="17909"/>
                  </a:lnTo>
                  <a:lnTo>
                    <a:pt x="1765" y="17869"/>
                  </a:lnTo>
                  <a:lnTo>
                    <a:pt x="1925" y="17789"/>
                  </a:lnTo>
                  <a:lnTo>
                    <a:pt x="1925" y="17789"/>
                  </a:lnTo>
                  <a:lnTo>
                    <a:pt x="2026" y="17708"/>
                  </a:lnTo>
                  <a:lnTo>
                    <a:pt x="2186" y="17528"/>
                  </a:lnTo>
                  <a:lnTo>
                    <a:pt x="2688" y="16946"/>
                  </a:lnTo>
                  <a:lnTo>
                    <a:pt x="3369" y="16084"/>
                  </a:lnTo>
                  <a:lnTo>
                    <a:pt x="4212" y="14961"/>
                  </a:lnTo>
                  <a:lnTo>
                    <a:pt x="6217" y="12253"/>
                  </a:lnTo>
                  <a:lnTo>
                    <a:pt x="8443" y="9165"/>
                  </a:lnTo>
                  <a:lnTo>
                    <a:pt x="10649" y="6077"/>
                  </a:lnTo>
                  <a:lnTo>
                    <a:pt x="12534" y="3409"/>
                  </a:lnTo>
                  <a:lnTo>
                    <a:pt x="14379" y="822"/>
                  </a:lnTo>
                  <a:lnTo>
                    <a:pt x="752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3" name="Google Shape;5813;p22"/>
            <p:cNvSpPr/>
            <p:nvPr/>
          </p:nvSpPr>
          <p:spPr>
            <a:xfrm>
              <a:off x="8668800" y="5072175"/>
              <a:ext cx="277275" cy="350975"/>
            </a:xfrm>
            <a:custGeom>
              <a:avLst/>
              <a:gdLst/>
              <a:ahLst/>
              <a:cxnLst/>
              <a:rect l="l" t="t" r="r" b="b"/>
              <a:pathLst>
                <a:path w="11091" h="14039" extrusionOk="0">
                  <a:moveTo>
                    <a:pt x="5716" y="1"/>
                  </a:moveTo>
                  <a:lnTo>
                    <a:pt x="4412" y="2808"/>
                  </a:lnTo>
                  <a:lnTo>
                    <a:pt x="3049" y="5857"/>
                  </a:lnTo>
                  <a:lnTo>
                    <a:pt x="1765" y="8745"/>
                  </a:lnTo>
                  <a:lnTo>
                    <a:pt x="1203" y="10028"/>
                  </a:lnTo>
                  <a:lnTo>
                    <a:pt x="722" y="11151"/>
                  </a:lnTo>
                  <a:lnTo>
                    <a:pt x="421" y="11893"/>
                  </a:lnTo>
                  <a:lnTo>
                    <a:pt x="201" y="12495"/>
                  </a:lnTo>
                  <a:lnTo>
                    <a:pt x="40" y="12916"/>
                  </a:lnTo>
                  <a:lnTo>
                    <a:pt x="20" y="13056"/>
                  </a:lnTo>
                  <a:lnTo>
                    <a:pt x="0" y="13157"/>
                  </a:lnTo>
                  <a:lnTo>
                    <a:pt x="0" y="13177"/>
                  </a:lnTo>
                  <a:lnTo>
                    <a:pt x="60" y="13357"/>
                  </a:lnTo>
                  <a:lnTo>
                    <a:pt x="141" y="13518"/>
                  </a:lnTo>
                  <a:lnTo>
                    <a:pt x="281" y="13658"/>
                  </a:lnTo>
                  <a:lnTo>
                    <a:pt x="421" y="13798"/>
                  </a:lnTo>
                  <a:lnTo>
                    <a:pt x="602" y="13899"/>
                  </a:lnTo>
                  <a:lnTo>
                    <a:pt x="802" y="13959"/>
                  </a:lnTo>
                  <a:lnTo>
                    <a:pt x="1003" y="14019"/>
                  </a:lnTo>
                  <a:lnTo>
                    <a:pt x="1224" y="14039"/>
                  </a:lnTo>
                  <a:lnTo>
                    <a:pt x="1404" y="14019"/>
                  </a:lnTo>
                  <a:lnTo>
                    <a:pt x="1564" y="13999"/>
                  </a:lnTo>
                  <a:lnTo>
                    <a:pt x="1745" y="13939"/>
                  </a:lnTo>
                  <a:lnTo>
                    <a:pt x="1925" y="13859"/>
                  </a:lnTo>
                  <a:lnTo>
                    <a:pt x="1986" y="13818"/>
                  </a:lnTo>
                  <a:lnTo>
                    <a:pt x="2066" y="13738"/>
                  </a:lnTo>
                  <a:lnTo>
                    <a:pt x="2327" y="13457"/>
                  </a:lnTo>
                  <a:lnTo>
                    <a:pt x="2667" y="13056"/>
                  </a:lnTo>
                  <a:lnTo>
                    <a:pt x="3089" y="12515"/>
                  </a:lnTo>
                  <a:lnTo>
                    <a:pt x="4131" y="11151"/>
                  </a:lnTo>
                  <a:lnTo>
                    <a:pt x="5375" y="9447"/>
                  </a:lnTo>
                  <a:lnTo>
                    <a:pt x="6779" y="7541"/>
                  </a:lnTo>
                  <a:lnTo>
                    <a:pt x="8243" y="5516"/>
                  </a:lnTo>
                  <a:lnTo>
                    <a:pt x="11090" y="1545"/>
                  </a:lnTo>
                  <a:lnTo>
                    <a:pt x="10248" y="1405"/>
                  </a:lnTo>
                  <a:lnTo>
                    <a:pt x="9446" y="1244"/>
                  </a:lnTo>
                  <a:lnTo>
                    <a:pt x="8684" y="1064"/>
                  </a:lnTo>
                  <a:lnTo>
                    <a:pt x="7982" y="883"/>
                  </a:lnTo>
                  <a:lnTo>
                    <a:pt x="7320" y="683"/>
                  </a:lnTo>
                  <a:lnTo>
                    <a:pt x="6718" y="462"/>
                  </a:lnTo>
                  <a:lnTo>
                    <a:pt x="6177" y="241"/>
                  </a:lnTo>
                  <a:lnTo>
                    <a:pt x="5716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4" name="Google Shape;5814;p22"/>
            <p:cNvSpPr/>
            <p:nvPr/>
          </p:nvSpPr>
          <p:spPr>
            <a:xfrm>
              <a:off x="8668800" y="5072175"/>
              <a:ext cx="277275" cy="350975"/>
            </a:xfrm>
            <a:custGeom>
              <a:avLst/>
              <a:gdLst/>
              <a:ahLst/>
              <a:cxnLst/>
              <a:rect l="l" t="t" r="r" b="b"/>
              <a:pathLst>
                <a:path w="11091" h="14039" fill="none" extrusionOk="0">
                  <a:moveTo>
                    <a:pt x="5716" y="1"/>
                  </a:moveTo>
                  <a:lnTo>
                    <a:pt x="5716" y="1"/>
                  </a:lnTo>
                  <a:lnTo>
                    <a:pt x="4412" y="2808"/>
                  </a:lnTo>
                  <a:lnTo>
                    <a:pt x="3049" y="5857"/>
                  </a:lnTo>
                  <a:lnTo>
                    <a:pt x="1765" y="8745"/>
                  </a:lnTo>
                  <a:lnTo>
                    <a:pt x="1203" y="10028"/>
                  </a:lnTo>
                  <a:lnTo>
                    <a:pt x="722" y="11151"/>
                  </a:lnTo>
                  <a:lnTo>
                    <a:pt x="722" y="11151"/>
                  </a:lnTo>
                  <a:lnTo>
                    <a:pt x="421" y="11893"/>
                  </a:lnTo>
                  <a:lnTo>
                    <a:pt x="201" y="12495"/>
                  </a:lnTo>
                  <a:lnTo>
                    <a:pt x="40" y="12916"/>
                  </a:lnTo>
                  <a:lnTo>
                    <a:pt x="20" y="13056"/>
                  </a:lnTo>
                  <a:lnTo>
                    <a:pt x="0" y="13157"/>
                  </a:lnTo>
                  <a:lnTo>
                    <a:pt x="0" y="13157"/>
                  </a:lnTo>
                  <a:lnTo>
                    <a:pt x="0" y="13177"/>
                  </a:lnTo>
                  <a:lnTo>
                    <a:pt x="0" y="13177"/>
                  </a:lnTo>
                  <a:lnTo>
                    <a:pt x="60" y="13357"/>
                  </a:lnTo>
                  <a:lnTo>
                    <a:pt x="141" y="13518"/>
                  </a:lnTo>
                  <a:lnTo>
                    <a:pt x="281" y="13658"/>
                  </a:lnTo>
                  <a:lnTo>
                    <a:pt x="421" y="13798"/>
                  </a:lnTo>
                  <a:lnTo>
                    <a:pt x="602" y="13899"/>
                  </a:lnTo>
                  <a:lnTo>
                    <a:pt x="802" y="13959"/>
                  </a:lnTo>
                  <a:lnTo>
                    <a:pt x="1003" y="14019"/>
                  </a:lnTo>
                  <a:lnTo>
                    <a:pt x="1224" y="14039"/>
                  </a:lnTo>
                  <a:lnTo>
                    <a:pt x="1224" y="14039"/>
                  </a:lnTo>
                  <a:lnTo>
                    <a:pt x="1404" y="14019"/>
                  </a:lnTo>
                  <a:lnTo>
                    <a:pt x="1564" y="13999"/>
                  </a:lnTo>
                  <a:lnTo>
                    <a:pt x="1745" y="13939"/>
                  </a:lnTo>
                  <a:lnTo>
                    <a:pt x="1925" y="13859"/>
                  </a:lnTo>
                  <a:lnTo>
                    <a:pt x="1925" y="13859"/>
                  </a:lnTo>
                  <a:lnTo>
                    <a:pt x="1986" y="13818"/>
                  </a:lnTo>
                  <a:lnTo>
                    <a:pt x="2066" y="13738"/>
                  </a:lnTo>
                  <a:lnTo>
                    <a:pt x="2327" y="13457"/>
                  </a:lnTo>
                  <a:lnTo>
                    <a:pt x="2667" y="13056"/>
                  </a:lnTo>
                  <a:lnTo>
                    <a:pt x="3089" y="12515"/>
                  </a:lnTo>
                  <a:lnTo>
                    <a:pt x="4131" y="11151"/>
                  </a:lnTo>
                  <a:lnTo>
                    <a:pt x="5375" y="9447"/>
                  </a:lnTo>
                  <a:lnTo>
                    <a:pt x="6779" y="7541"/>
                  </a:lnTo>
                  <a:lnTo>
                    <a:pt x="8243" y="5516"/>
                  </a:lnTo>
                  <a:lnTo>
                    <a:pt x="11090" y="1545"/>
                  </a:lnTo>
                  <a:lnTo>
                    <a:pt x="11090" y="1545"/>
                  </a:lnTo>
                  <a:lnTo>
                    <a:pt x="10248" y="1405"/>
                  </a:lnTo>
                  <a:lnTo>
                    <a:pt x="9446" y="1244"/>
                  </a:lnTo>
                  <a:lnTo>
                    <a:pt x="8684" y="1064"/>
                  </a:lnTo>
                  <a:lnTo>
                    <a:pt x="7982" y="883"/>
                  </a:lnTo>
                  <a:lnTo>
                    <a:pt x="7320" y="683"/>
                  </a:lnTo>
                  <a:lnTo>
                    <a:pt x="6718" y="462"/>
                  </a:lnTo>
                  <a:lnTo>
                    <a:pt x="6177" y="241"/>
                  </a:lnTo>
                  <a:lnTo>
                    <a:pt x="5716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5" name="Google Shape;5815;p22"/>
            <p:cNvSpPr/>
            <p:nvPr/>
          </p:nvSpPr>
          <p:spPr>
            <a:xfrm>
              <a:off x="9676025" y="5029575"/>
              <a:ext cx="397100" cy="496375"/>
            </a:xfrm>
            <a:custGeom>
              <a:avLst/>
              <a:gdLst/>
              <a:ahLst/>
              <a:cxnLst/>
              <a:rect l="l" t="t" r="r" b="b"/>
              <a:pathLst>
                <a:path w="15884" h="19855" extrusionOk="0">
                  <a:moveTo>
                    <a:pt x="7561" y="0"/>
                  </a:moveTo>
                  <a:lnTo>
                    <a:pt x="1" y="923"/>
                  </a:lnTo>
                  <a:lnTo>
                    <a:pt x="1404" y="2928"/>
                  </a:lnTo>
                  <a:lnTo>
                    <a:pt x="4794" y="7701"/>
                  </a:lnTo>
                  <a:lnTo>
                    <a:pt x="6839" y="10529"/>
                  </a:lnTo>
                  <a:lnTo>
                    <a:pt x="8865" y="13336"/>
                  </a:lnTo>
                  <a:lnTo>
                    <a:pt x="10750" y="15903"/>
                  </a:lnTo>
                  <a:lnTo>
                    <a:pt x="11572" y="17006"/>
                  </a:lnTo>
                  <a:lnTo>
                    <a:pt x="12294" y="17969"/>
                  </a:lnTo>
                  <a:lnTo>
                    <a:pt x="12836" y="18631"/>
                  </a:lnTo>
                  <a:lnTo>
                    <a:pt x="13257" y="19152"/>
                  </a:lnTo>
                  <a:lnTo>
                    <a:pt x="13578" y="19513"/>
                  </a:lnTo>
                  <a:lnTo>
                    <a:pt x="13678" y="19614"/>
                  </a:lnTo>
                  <a:lnTo>
                    <a:pt x="13758" y="19674"/>
                  </a:lnTo>
                  <a:lnTo>
                    <a:pt x="13939" y="19754"/>
                  </a:lnTo>
                  <a:lnTo>
                    <a:pt x="14099" y="19794"/>
                  </a:lnTo>
                  <a:lnTo>
                    <a:pt x="14279" y="19834"/>
                  </a:lnTo>
                  <a:lnTo>
                    <a:pt x="14460" y="19854"/>
                  </a:lnTo>
                  <a:lnTo>
                    <a:pt x="14620" y="19854"/>
                  </a:lnTo>
                  <a:lnTo>
                    <a:pt x="14781" y="19834"/>
                  </a:lnTo>
                  <a:lnTo>
                    <a:pt x="14941" y="19794"/>
                  </a:lnTo>
                  <a:lnTo>
                    <a:pt x="15102" y="19754"/>
                  </a:lnTo>
                  <a:lnTo>
                    <a:pt x="15242" y="19694"/>
                  </a:lnTo>
                  <a:lnTo>
                    <a:pt x="15382" y="19614"/>
                  </a:lnTo>
                  <a:lnTo>
                    <a:pt x="15503" y="19513"/>
                  </a:lnTo>
                  <a:lnTo>
                    <a:pt x="15603" y="19413"/>
                  </a:lnTo>
                  <a:lnTo>
                    <a:pt x="15703" y="19313"/>
                  </a:lnTo>
                  <a:lnTo>
                    <a:pt x="15784" y="19192"/>
                  </a:lnTo>
                  <a:lnTo>
                    <a:pt x="15844" y="19052"/>
                  </a:lnTo>
                  <a:lnTo>
                    <a:pt x="15884" y="18912"/>
                  </a:lnTo>
                  <a:lnTo>
                    <a:pt x="15864" y="18831"/>
                  </a:lnTo>
                  <a:lnTo>
                    <a:pt x="15844" y="18691"/>
                  </a:lnTo>
                  <a:lnTo>
                    <a:pt x="15703" y="18250"/>
                  </a:lnTo>
                  <a:lnTo>
                    <a:pt x="15463" y="17628"/>
                  </a:lnTo>
                  <a:lnTo>
                    <a:pt x="15142" y="16826"/>
                  </a:lnTo>
                  <a:lnTo>
                    <a:pt x="14300" y="14821"/>
                  </a:lnTo>
                  <a:lnTo>
                    <a:pt x="13237" y="12434"/>
                  </a:lnTo>
                  <a:lnTo>
                    <a:pt x="12073" y="9827"/>
                  </a:lnTo>
                  <a:lnTo>
                    <a:pt x="10870" y="7180"/>
                  </a:lnTo>
                  <a:lnTo>
                    <a:pt x="8764" y="2587"/>
                  </a:lnTo>
                  <a:lnTo>
                    <a:pt x="75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6" name="Google Shape;5816;p22"/>
            <p:cNvSpPr/>
            <p:nvPr/>
          </p:nvSpPr>
          <p:spPr>
            <a:xfrm>
              <a:off x="9676025" y="5029575"/>
              <a:ext cx="397100" cy="496375"/>
            </a:xfrm>
            <a:custGeom>
              <a:avLst/>
              <a:gdLst/>
              <a:ahLst/>
              <a:cxnLst/>
              <a:rect l="l" t="t" r="r" b="b"/>
              <a:pathLst>
                <a:path w="15884" h="19855" fill="none" extrusionOk="0">
                  <a:moveTo>
                    <a:pt x="15884" y="18912"/>
                  </a:moveTo>
                  <a:lnTo>
                    <a:pt x="15884" y="18912"/>
                  </a:lnTo>
                  <a:lnTo>
                    <a:pt x="15844" y="19052"/>
                  </a:lnTo>
                  <a:lnTo>
                    <a:pt x="15784" y="19192"/>
                  </a:lnTo>
                  <a:lnTo>
                    <a:pt x="15703" y="19313"/>
                  </a:lnTo>
                  <a:lnTo>
                    <a:pt x="15603" y="19413"/>
                  </a:lnTo>
                  <a:lnTo>
                    <a:pt x="15503" y="19513"/>
                  </a:lnTo>
                  <a:lnTo>
                    <a:pt x="15382" y="19614"/>
                  </a:lnTo>
                  <a:lnTo>
                    <a:pt x="15242" y="19694"/>
                  </a:lnTo>
                  <a:lnTo>
                    <a:pt x="15102" y="19754"/>
                  </a:lnTo>
                  <a:lnTo>
                    <a:pt x="14941" y="19794"/>
                  </a:lnTo>
                  <a:lnTo>
                    <a:pt x="14781" y="19834"/>
                  </a:lnTo>
                  <a:lnTo>
                    <a:pt x="14620" y="19854"/>
                  </a:lnTo>
                  <a:lnTo>
                    <a:pt x="14460" y="19854"/>
                  </a:lnTo>
                  <a:lnTo>
                    <a:pt x="14279" y="19834"/>
                  </a:lnTo>
                  <a:lnTo>
                    <a:pt x="14099" y="19794"/>
                  </a:lnTo>
                  <a:lnTo>
                    <a:pt x="13939" y="19754"/>
                  </a:lnTo>
                  <a:lnTo>
                    <a:pt x="13758" y="19674"/>
                  </a:lnTo>
                  <a:lnTo>
                    <a:pt x="13758" y="19674"/>
                  </a:lnTo>
                  <a:lnTo>
                    <a:pt x="13678" y="19614"/>
                  </a:lnTo>
                  <a:lnTo>
                    <a:pt x="13578" y="19513"/>
                  </a:lnTo>
                  <a:lnTo>
                    <a:pt x="13257" y="19152"/>
                  </a:lnTo>
                  <a:lnTo>
                    <a:pt x="12836" y="18631"/>
                  </a:lnTo>
                  <a:lnTo>
                    <a:pt x="12294" y="17969"/>
                  </a:lnTo>
                  <a:lnTo>
                    <a:pt x="12294" y="17969"/>
                  </a:lnTo>
                  <a:lnTo>
                    <a:pt x="11572" y="17006"/>
                  </a:lnTo>
                  <a:lnTo>
                    <a:pt x="10750" y="15903"/>
                  </a:lnTo>
                  <a:lnTo>
                    <a:pt x="8865" y="13336"/>
                  </a:lnTo>
                  <a:lnTo>
                    <a:pt x="6839" y="10529"/>
                  </a:lnTo>
                  <a:lnTo>
                    <a:pt x="4794" y="7701"/>
                  </a:lnTo>
                  <a:lnTo>
                    <a:pt x="1404" y="2928"/>
                  </a:lnTo>
                  <a:lnTo>
                    <a:pt x="1" y="923"/>
                  </a:lnTo>
                  <a:lnTo>
                    <a:pt x="7561" y="0"/>
                  </a:lnTo>
                  <a:lnTo>
                    <a:pt x="7561" y="0"/>
                  </a:lnTo>
                  <a:lnTo>
                    <a:pt x="8764" y="2587"/>
                  </a:lnTo>
                  <a:lnTo>
                    <a:pt x="8764" y="2587"/>
                  </a:lnTo>
                  <a:lnTo>
                    <a:pt x="10870" y="7180"/>
                  </a:lnTo>
                  <a:lnTo>
                    <a:pt x="12073" y="9827"/>
                  </a:lnTo>
                  <a:lnTo>
                    <a:pt x="13237" y="12434"/>
                  </a:lnTo>
                  <a:lnTo>
                    <a:pt x="14300" y="14821"/>
                  </a:lnTo>
                  <a:lnTo>
                    <a:pt x="15142" y="16826"/>
                  </a:lnTo>
                  <a:lnTo>
                    <a:pt x="15463" y="17628"/>
                  </a:lnTo>
                  <a:lnTo>
                    <a:pt x="15703" y="18250"/>
                  </a:lnTo>
                  <a:lnTo>
                    <a:pt x="15844" y="18691"/>
                  </a:lnTo>
                  <a:lnTo>
                    <a:pt x="15864" y="18831"/>
                  </a:lnTo>
                  <a:lnTo>
                    <a:pt x="15884" y="18912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7" name="Google Shape;5817;p22"/>
            <p:cNvSpPr/>
            <p:nvPr/>
          </p:nvSpPr>
          <p:spPr>
            <a:xfrm>
              <a:off x="9724650" y="5084725"/>
              <a:ext cx="258750" cy="394100"/>
            </a:xfrm>
            <a:custGeom>
              <a:avLst/>
              <a:gdLst/>
              <a:ahLst/>
              <a:cxnLst/>
              <a:rect l="l" t="t" r="r" b="b"/>
              <a:pathLst>
                <a:path w="10350" h="15764" extrusionOk="0">
                  <a:moveTo>
                    <a:pt x="6639" y="0"/>
                  </a:moveTo>
                  <a:lnTo>
                    <a:pt x="5917" y="241"/>
                  </a:lnTo>
                  <a:lnTo>
                    <a:pt x="5155" y="481"/>
                  </a:lnTo>
                  <a:lnTo>
                    <a:pt x="4373" y="682"/>
                  </a:lnTo>
                  <a:lnTo>
                    <a:pt x="3531" y="883"/>
                  </a:lnTo>
                  <a:lnTo>
                    <a:pt x="2688" y="1063"/>
                  </a:lnTo>
                  <a:lnTo>
                    <a:pt x="1806" y="1203"/>
                  </a:lnTo>
                  <a:lnTo>
                    <a:pt x="903" y="1344"/>
                  </a:lnTo>
                  <a:lnTo>
                    <a:pt x="1" y="1464"/>
                  </a:lnTo>
                  <a:lnTo>
                    <a:pt x="2428" y="4894"/>
                  </a:lnTo>
                  <a:lnTo>
                    <a:pt x="5275" y="8864"/>
                  </a:lnTo>
                  <a:lnTo>
                    <a:pt x="6699" y="10850"/>
                  </a:lnTo>
                  <a:lnTo>
                    <a:pt x="8063" y="12715"/>
                  </a:lnTo>
                  <a:lnTo>
                    <a:pt x="9306" y="14379"/>
                  </a:lnTo>
                  <a:lnTo>
                    <a:pt x="10349" y="15763"/>
                  </a:lnTo>
                  <a:lnTo>
                    <a:pt x="9467" y="14239"/>
                  </a:lnTo>
                  <a:lnTo>
                    <a:pt x="8604" y="12715"/>
                  </a:lnTo>
                  <a:lnTo>
                    <a:pt x="8183" y="11933"/>
                  </a:lnTo>
                  <a:lnTo>
                    <a:pt x="7762" y="11171"/>
                  </a:lnTo>
                  <a:lnTo>
                    <a:pt x="7381" y="10388"/>
                  </a:lnTo>
                  <a:lnTo>
                    <a:pt x="7000" y="9586"/>
                  </a:lnTo>
                  <a:lnTo>
                    <a:pt x="6378" y="8303"/>
                  </a:lnTo>
                  <a:lnTo>
                    <a:pt x="6098" y="7661"/>
                  </a:lnTo>
                  <a:lnTo>
                    <a:pt x="5817" y="6999"/>
                  </a:lnTo>
                  <a:lnTo>
                    <a:pt x="5556" y="6317"/>
                  </a:lnTo>
                  <a:lnTo>
                    <a:pt x="5335" y="5636"/>
                  </a:lnTo>
                  <a:lnTo>
                    <a:pt x="5235" y="5295"/>
                  </a:lnTo>
                  <a:lnTo>
                    <a:pt x="5155" y="4954"/>
                  </a:lnTo>
                  <a:lnTo>
                    <a:pt x="5095" y="4613"/>
                  </a:lnTo>
                  <a:lnTo>
                    <a:pt x="5035" y="4252"/>
                  </a:lnTo>
                  <a:lnTo>
                    <a:pt x="4995" y="3951"/>
                  </a:lnTo>
                  <a:lnTo>
                    <a:pt x="4995" y="3630"/>
                  </a:lnTo>
                  <a:lnTo>
                    <a:pt x="5015" y="3349"/>
                  </a:lnTo>
                  <a:lnTo>
                    <a:pt x="5035" y="3048"/>
                  </a:lnTo>
                  <a:lnTo>
                    <a:pt x="5095" y="2788"/>
                  </a:lnTo>
                  <a:lnTo>
                    <a:pt x="5175" y="2507"/>
                  </a:lnTo>
                  <a:lnTo>
                    <a:pt x="5255" y="2266"/>
                  </a:lnTo>
                  <a:lnTo>
                    <a:pt x="5376" y="2006"/>
                  </a:lnTo>
                  <a:lnTo>
                    <a:pt x="5496" y="1785"/>
                  </a:lnTo>
                  <a:lnTo>
                    <a:pt x="5636" y="1544"/>
                  </a:lnTo>
                  <a:lnTo>
                    <a:pt x="5797" y="1344"/>
                  </a:lnTo>
                  <a:lnTo>
                    <a:pt x="5977" y="1123"/>
                  </a:lnTo>
                  <a:lnTo>
                    <a:pt x="6158" y="923"/>
                  </a:lnTo>
                  <a:lnTo>
                    <a:pt x="6378" y="742"/>
                  </a:lnTo>
                  <a:lnTo>
                    <a:pt x="6579" y="562"/>
                  </a:lnTo>
                  <a:lnTo>
                    <a:pt x="6819" y="381"/>
                  </a:lnTo>
                  <a:lnTo>
                    <a:pt x="6639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8" name="Google Shape;5818;p22"/>
            <p:cNvSpPr/>
            <p:nvPr/>
          </p:nvSpPr>
          <p:spPr>
            <a:xfrm>
              <a:off x="9724650" y="5084725"/>
              <a:ext cx="258750" cy="394100"/>
            </a:xfrm>
            <a:custGeom>
              <a:avLst/>
              <a:gdLst/>
              <a:ahLst/>
              <a:cxnLst/>
              <a:rect l="l" t="t" r="r" b="b"/>
              <a:pathLst>
                <a:path w="10350" h="15764" fill="none" extrusionOk="0">
                  <a:moveTo>
                    <a:pt x="6639" y="0"/>
                  </a:moveTo>
                  <a:lnTo>
                    <a:pt x="6639" y="0"/>
                  </a:lnTo>
                  <a:lnTo>
                    <a:pt x="5917" y="241"/>
                  </a:lnTo>
                  <a:lnTo>
                    <a:pt x="5155" y="481"/>
                  </a:lnTo>
                  <a:lnTo>
                    <a:pt x="4373" y="682"/>
                  </a:lnTo>
                  <a:lnTo>
                    <a:pt x="3531" y="883"/>
                  </a:lnTo>
                  <a:lnTo>
                    <a:pt x="2688" y="1063"/>
                  </a:lnTo>
                  <a:lnTo>
                    <a:pt x="1806" y="1203"/>
                  </a:lnTo>
                  <a:lnTo>
                    <a:pt x="903" y="1344"/>
                  </a:lnTo>
                  <a:lnTo>
                    <a:pt x="1" y="1464"/>
                  </a:lnTo>
                  <a:lnTo>
                    <a:pt x="1" y="1464"/>
                  </a:lnTo>
                  <a:lnTo>
                    <a:pt x="2428" y="4894"/>
                  </a:lnTo>
                  <a:lnTo>
                    <a:pt x="5275" y="8864"/>
                  </a:lnTo>
                  <a:lnTo>
                    <a:pt x="6699" y="10850"/>
                  </a:lnTo>
                  <a:lnTo>
                    <a:pt x="8063" y="12715"/>
                  </a:lnTo>
                  <a:lnTo>
                    <a:pt x="9306" y="14379"/>
                  </a:lnTo>
                  <a:lnTo>
                    <a:pt x="10349" y="15763"/>
                  </a:lnTo>
                  <a:lnTo>
                    <a:pt x="10349" y="15763"/>
                  </a:lnTo>
                  <a:lnTo>
                    <a:pt x="9467" y="14239"/>
                  </a:lnTo>
                  <a:lnTo>
                    <a:pt x="8604" y="12715"/>
                  </a:lnTo>
                  <a:lnTo>
                    <a:pt x="8183" y="11933"/>
                  </a:lnTo>
                  <a:lnTo>
                    <a:pt x="7762" y="11171"/>
                  </a:lnTo>
                  <a:lnTo>
                    <a:pt x="7381" y="10388"/>
                  </a:lnTo>
                  <a:lnTo>
                    <a:pt x="7000" y="9586"/>
                  </a:lnTo>
                  <a:lnTo>
                    <a:pt x="7000" y="9586"/>
                  </a:lnTo>
                  <a:lnTo>
                    <a:pt x="6378" y="8303"/>
                  </a:lnTo>
                  <a:lnTo>
                    <a:pt x="6098" y="7661"/>
                  </a:lnTo>
                  <a:lnTo>
                    <a:pt x="5817" y="6999"/>
                  </a:lnTo>
                  <a:lnTo>
                    <a:pt x="5556" y="6317"/>
                  </a:lnTo>
                  <a:lnTo>
                    <a:pt x="5335" y="5636"/>
                  </a:lnTo>
                  <a:lnTo>
                    <a:pt x="5235" y="5295"/>
                  </a:lnTo>
                  <a:lnTo>
                    <a:pt x="5155" y="4954"/>
                  </a:lnTo>
                  <a:lnTo>
                    <a:pt x="5095" y="4613"/>
                  </a:lnTo>
                  <a:lnTo>
                    <a:pt x="5035" y="4252"/>
                  </a:lnTo>
                  <a:lnTo>
                    <a:pt x="5035" y="4252"/>
                  </a:lnTo>
                  <a:lnTo>
                    <a:pt x="4995" y="3951"/>
                  </a:lnTo>
                  <a:lnTo>
                    <a:pt x="4995" y="3630"/>
                  </a:lnTo>
                  <a:lnTo>
                    <a:pt x="5015" y="3349"/>
                  </a:lnTo>
                  <a:lnTo>
                    <a:pt x="5035" y="3048"/>
                  </a:lnTo>
                  <a:lnTo>
                    <a:pt x="5095" y="2788"/>
                  </a:lnTo>
                  <a:lnTo>
                    <a:pt x="5175" y="2507"/>
                  </a:lnTo>
                  <a:lnTo>
                    <a:pt x="5255" y="2266"/>
                  </a:lnTo>
                  <a:lnTo>
                    <a:pt x="5376" y="2006"/>
                  </a:lnTo>
                  <a:lnTo>
                    <a:pt x="5496" y="1785"/>
                  </a:lnTo>
                  <a:lnTo>
                    <a:pt x="5636" y="1544"/>
                  </a:lnTo>
                  <a:lnTo>
                    <a:pt x="5797" y="1344"/>
                  </a:lnTo>
                  <a:lnTo>
                    <a:pt x="5977" y="1123"/>
                  </a:lnTo>
                  <a:lnTo>
                    <a:pt x="6158" y="923"/>
                  </a:lnTo>
                  <a:lnTo>
                    <a:pt x="6378" y="742"/>
                  </a:lnTo>
                  <a:lnTo>
                    <a:pt x="6579" y="562"/>
                  </a:lnTo>
                  <a:lnTo>
                    <a:pt x="6819" y="381"/>
                  </a:lnTo>
                  <a:lnTo>
                    <a:pt x="6819" y="381"/>
                  </a:lnTo>
                  <a:lnTo>
                    <a:pt x="663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9" name="Google Shape;5819;p22"/>
            <p:cNvSpPr/>
            <p:nvPr/>
          </p:nvSpPr>
          <p:spPr>
            <a:xfrm>
              <a:off x="9450425" y="5004000"/>
              <a:ext cx="359500" cy="448750"/>
            </a:xfrm>
            <a:custGeom>
              <a:avLst/>
              <a:gdLst/>
              <a:ahLst/>
              <a:cxnLst/>
              <a:rect l="l" t="t" r="r" b="b"/>
              <a:pathLst>
                <a:path w="14380" h="17950" extrusionOk="0">
                  <a:moveTo>
                    <a:pt x="6839" y="0"/>
                  </a:moveTo>
                  <a:lnTo>
                    <a:pt x="0" y="823"/>
                  </a:lnTo>
                  <a:lnTo>
                    <a:pt x="1825" y="3410"/>
                  </a:lnTo>
                  <a:lnTo>
                    <a:pt x="3730" y="6077"/>
                  </a:lnTo>
                  <a:lnTo>
                    <a:pt x="5916" y="9145"/>
                  </a:lnTo>
                  <a:lnTo>
                    <a:pt x="8162" y="12234"/>
                  </a:lnTo>
                  <a:lnTo>
                    <a:pt x="10168" y="14961"/>
                  </a:lnTo>
                  <a:lnTo>
                    <a:pt x="11010" y="16064"/>
                  </a:lnTo>
                  <a:lnTo>
                    <a:pt x="11692" y="16947"/>
                  </a:lnTo>
                  <a:lnTo>
                    <a:pt x="12173" y="17528"/>
                  </a:lnTo>
                  <a:lnTo>
                    <a:pt x="12354" y="17709"/>
                  </a:lnTo>
                  <a:lnTo>
                    <a:pt x="12454" y="17789"/>
                  </a:lnTo>
                  <a:lnTo>
                    <a:pt x="12614" y="17849"/>
                  </a:lnTo>
                  <a:lnTo>
                    <a:pt x="12775" y="17909"/>
                  </a:lnTo>
                  <a:lnTo>
                    <a:pt x="12935" y="17929"/>
                  </a:lnTo>
                  <a:lnTo>
                    <a:pt x="13076" y="17949"/>
                  </a:lnTo>
                  <a:lnTo>
                    <a:pt x="13236" y="17949"/>
                  </a:lnTo>
                  <a:lnTo>
                    <a:pt x="13397" y="17929"/>
                  </a:lnTo>
                  <a:lnTo>
                    <a:pt x="13537" y="17909"/>
                  </a:lnTo>
                  <a:lnTo>
                    <a:pt x="13677" y="17849"/>
                  </a:lnTo>
                  <a:lnTo>
                    <a:pt x="13798" y="17809"/>
                  </a:lnTo>
                  <a:lnTo>
                    <a:pt x="13918" y="17729"/>
                  </a:lnTo>
                  <a:lnTo>
                    <a:pt x="14038" y="17648"/>
                  </a:lnTo>
                  <a:lnTo>
                    <a:pt x="14139" y="17548"/>
                  </a:lnTo>
                  <a:lnTo>
                    <a:pt x="14219" y="17448"/>
                  </a:lnTo>
                  <a:lnTo>
                    <a:pt x="14279" y="17348"/>
                  </a:lnTo>
                  <a:lnTo>
                    <a:pt x="14339" y="17227"/>
                  </a:lnTo>
                  <a:lnTo>
                    <a:pt x="14379" y="17107"/>
                  </a:lnTo>
                  <a:lnTo>
                    <a:pt x="14359" y="16987"/>
                  </a:lnTo>
                  <a:lnTo>
                    <a:pt x="14319" y="16806"/>
                  </a:lnTo>
                  <a:lnTo>
                    <a:pt x="14098" y="16164"/>
                  </a:lnTo>
                  <a:lnTo>
                    <a:pt x="13737" y="15262"/>
                  </a:lnTo>
                  <a:lnTo>
                    <a:pt x="13256" y="14139"/>
                  </a:lnTo>
                  <a:lnTo>
                    <a:pt x="12053" y="11391"/>
                  </a:lnTo>
                  <a:lnTo>
                    <a:pt x="10669" y="8303"/>
                  </a:lnTo>
                  <a:lnTo>
                    <a:pt x="9265" y="5235"/>
                  </a:lnTo>
                  <a:lnTo>
                    <a:pt x="8042" y="2567"/>
                  </a:lnTo>
                  <a:lnTo>
                    <a:pt x="683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0" name="Google Shape;5820;p22"/>
            <p:cNvSpPr/>
            <p:nvPr/>
          </p:nvSpPr>
          <p:spPr>
            <a:xfrm>
              <a:off x="9450425" y="5004000"/>
              <a:ext cx="359500" cy="448750"/>
            </a:xfrm>
            <a:custGeom>
              <a:avLst/>
              <a:gdLst/>
              <a:ahLst/>
              <a:cxnLst/>
              <a:rect l="l" t="t" r="r" b="b"/>
              <a:pathLst>
                <a:path w="14380" h="17950" fill="none" extrusionOk="0">
                  <a:moveTo>
                    <a:pt x="6839" y="0"/>
                  </a:moveTo>
                  <a:lnTo>
                    <a:pt x="6839" y="0"/>
                  </a:lnTo>
                  <a:lnTo>
                    <a:pt x="8042" y="2567"/>
                  </a:lnTo>
                  <a:lnTo>
                    <a:pt x="9265" y="5235"/>
                  </a:lnTo>
                  <a:lnTo>
                    <a:pt x="10669" y="8303"/>
                  </a:lnTo>
                  <a:lnTo>
                    <a:pt x="12053" y="11391"/>
                  </a:lnTo>
                  <a:lnTo>
                    <a:pt x="13256" y="14139"/>
                  </a:lnTo>
                  <a:lnTo>
                    <a:pt x="13737" y="15262"/>
                  </a:lnTo>
                  <a:lnTo>
                    <a:pt x="14098" y="16164"/>
                  </a:lnTo>
                  <a:lnTo>
                    <a:pt x="14319" y="16806"/>
                  </a:lnTo>
                  <a:lnTo>
                    <a:pt x="14359" y="16987"/>
                  </a:lnTo>
                  <a:lnTo>
                    <a:pt x="14379" y="17107"/>
                  </a:lnTo>
                  <a:lnTo>
                    <a:pt x="14379" y="17107"/>
                  </a:lnTo>
                  <a:lnTo>
                    <a:pt x="14339" y="17227"/>
                  </a:lnTo>
                  <a:lnTo>
                    <a:pt x="14279" y="17348"/>
                  </a:lnTo>
                  <a:lnTo>
                    <a:pt x="14219" y="17448"/>
                  </a:lnTo>
                  <a:lnTo>
                    <a:pt x="14139" y="17548"/>
                  </a:lnTo>
                  <a:lnTo>
                    <a:pt x="14038" y="17648"/>
                  </a:lnTo>
                  <a:lnTo>
                    <a:pt x="13918" y="17729"/>
                  </a:lnTo>
                  <a:lnTo>
                    <a:pt x="13798" y="17809"/>
                  </a:lnTo>
                  <a:lnTo>
                    <a:pt x="13677" y="17849"/>
                  </a:lnTo>
                  <a:lnTo>
                    <a:pt x="13537" y="17909"/>
                  </a:lnTo>
                  <a:lnTo>
                    <a:pt x="13397" y="17929"/>
                  </a:lnTo>
                  <a:lnTo>
                    <a:pt x="13236" y="17949"/>
                  </a:lnTo>
                  <a:lnTo>
                    <a:pt x="13076" y="17949"/>
                  </a:lnTo>
                  <a:lnTo>
                    <a:pt x="12935" y="17929"/>
                  </a:lnTo>
                  <a:lnTo>
                    <a:pt x="12775" y="17909"/>
                  </a:lnTo>
                  <a:lnTo>
                    <a:pt x="12614" y="17849"/>
                  </a:lnTo>
                  <a:lnTo>
                    <a:pt x="12454" y="17789"/>
                  </a:lnTo>
                  <a:lnTo>
                    <a:pt x="12454" y="17789"/>
                  </a:lnTo>
                  <a:lnTo>
                    <a:pt x="12354" y="17709"/>
                  </a:lnTo>
                  <a:lnTo>
                    <a:pt x="12173" y="17528"/>
                  </a:lnTo>
                  <a:lnTo>
                    <a:pt x="11692" y="16947"/>
                  </a:lnTo>
                  <a:lnTo>
                    <a:pt x="11010" y="16064"/>
                  </a:lnTo>
                  <a:lnTo>
                    <a:pt x="10168" y="14961"/>
                  </a:lnTo>
                  <a:lnTo>
                    <a:pt x="8162" y="12234"/>
                  </a:lnTo>
                  <a:lnTo>
                    <a:pt x="5916" y="9145"/>
                  </a:lnTo>
                  <a:lnTo>
                    <a:pt x="3730" y="6077"/>
                  </a:lnTo>
                  <a:lnTo>
                    <a:pt x="1825" y="3410"/>
                  </a:lnTo>
                  <a:lnTo>
                    <a:pt x="0" y="823"/>
                  </a:lnTo>
                  <a:lnTo>
                    <a:pt x="683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1" name="Google Shape;5821;p22"/>
            <p:cNvSpPr/>
            <p:nvPr/>
          </p:nvSpPr>
          <p:spPr>
            <a:xfrm>
              <a:off x="9528625" y="5126325"/>
              <a:ext cx="281300" cy="326425"/>
            </a:xfrm>
            <a:custGeom>
              <a:avLst/>
              <a:gdLst/>
              <a:ahLst/>
              <a:cxnLst/>
              <a:rect l="l" t="t" r="r" b="b"/>
              <a:pathLst>
                <a:path w="11252" h="13057" extrusionOk="0">
                  <a:moveTo>
                    <a:pt x="5977" y="1"/>
                  </a:moveTo>
                  <a:lnTo>
                    <a:pt x="4433" y="121"/>
                  </a:lnTo>
                  <a:lnTo>
                    <a:pt x="2909" y="221"/>
                  </a:lnTo>
                  <a:lnTo>
                    <a:pt x="1425" y="302"/>
                  </a:lnTo>
                  <a:lnTo>
                    <a:pt x="1" y="342"/>
                  </a:lnTo>
                  <a:lnTo>
                    <a:pt x="2848" y="4353"/>
                  </a:lnTo>
                  <a:lnTo>
                    <a:pt x="4352" y="6418"/>
                  </a:lnTo>
                  <a:lnTo>
                    <a:pt x="5776" y="8363"/>
                  </a:lnTo>
                  <a:lnTo>
                    <a:pt x="7060" y="10108"/>
                  </a:lnTo>
                  <a:lnTo>
                    <a:pt x="8143" y="11512"/>
                  </a:lnTo>
                  <a:lnTo>
                    <a:pt x="8564" y="12054"/>
                  </a:lnTo>
                  <a:lnTo>
                    <a:pt x="8925" y="12475"/>
                  </a:lnTo>
                  <a:lnTo>
                    <a:pt x="9166" y="12755"/>
                  </a:lnTo>
                  <a:lnTo>
                    <a:pt x="9266" y="12856"/>
                  </a:lnTo>
                  <a:lnTo>
                    <a:pt x="9326" y="12896"/>
                  </a:lnTo>
                  <a:lnTo>
                    <a:pt x="9506" y="12976"/>
                  </a:lnTo>
                  <a:lnTo>
                    <a:pt x="9667" y="13016"/>
                  </a:lnTo>
                  <a:lnTo>
                    <a:pt x="9847" y="13056"/>
                  </a:lnTo>
                  <a:lnTo>
                    <a:pt x="10028" y="13056"/>
                  </a:lnTo>
                  <a:lnTo>
                    <a:pt x="10228" y="13036"/>
                  </a:lnTo>
                  <a:lnTo>
                    <a:pt x="10449" y="12996"/>
                  </a:lnTo>
                  <a:lnTo>
                    <a:pt x="10650" y="12916"/>
                  </a:lnTo>
                  <a:lnTo>
                    <a:pt x="10810" y="12816"/>
                  </a:lnTo>
                  <a:lnTo>
                    <a:pt x="10970" y="12695"/>
                  </a:lnTo>
                  <a:lnTo>
                    <a:pt x="11091" y="12555"/>
                  </a:lnTo>
                  <a:lnTo>
                    <a:pt x="11191" y="12394"/>
                  </a:lnTo>
                  <a:lnTo>
                    <a:pt x="11251" y="12214"/>
                  </a:lnTo>
                  <a:lnTo>
                    <a:pt x="11251" y="12194"/>
                  </a:lnTo>
                  <a:lnTo>
                    <a:pt x="11231" y="12094"/>
                  </a:lnTo>
                  <a:lnTo>
                    <a:pt x="11191" y="11973"/>
                  </a:lnTo>
                  <a:lnTo>
                    <a:pt x="11071" y="11572"/>
                  </a:lnTo>
                  <a:lnTo>
                    <a:pt x="10850" y="11011"/>
                  </a:lnTo>
                  <a:lnTo>
                    <a:pt x="10569" y="10309"/>
                  </a:lnTo>
                  <a:lnTo>
                    <a:pt x="9787" y="8464"/>
                  </a:lnTo>
                  <a:lnTo>
                    <a:pt x="8905" y="6478"/>
                  </a:lnTo>
                  <a:lnTo>
                    <a:pt x="7942" y="4312"/>
                  </a:lnTo>
                  <a:lnTo>
                    <a:pt x="5977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2" name="Google Shape;5822;p22"/>
            <p:cNvSpPr/>
            <p:nvPr/>
          </p:nvSpPr>
          <p:spPr>
            <a:xfrm>
              <a:off x="9528625" y="5126325"/>
              <a:ext cx="281300" cy="326425"/>
            </a:xfrm>
            <a:custGeom>
              <a:avLst/>
              <a:gdLst/>
              <a:ahLst/>
              <a:cxnLst/>
              <a:rect l="l" t="t" r="r" b="b"/>
              <a:pathLst>
                <a:path w="11252" h="13057" fill="none" extrusionOk="0">
                  <a:moveTo>
                    <a:pt x="5977" y="1"/>
                  </a:moveTo>
                  <a:lnTo>
                    <a:pt x="5977" y="1"/>
                  </a:lnTo>
                  <a:lnTo>
                    <a:pt x="4433" y="121"/>
                  </a:lnTo>
                  <a:lnTo>
                    <a:pt x="2909" y="221"/>
                  </a:lnTo>
                  <a:lnTo>
                    <a:pt x="1425" y="302"/>
                  </a:lnTo>
                  <a:lnTo>
                    <a:pt x="1" y="342"/>
                  </a:lnTo>
                  <a:lnTo>
                    <a:pt x="1" y="342"/>
                  </a:lnTo>
                  <a:lnTo>
                    <a:pt x="2848" y="4353"/>
                  </a:lnTo>
                  <a:lnTo>
                    <a:pt x="4352" y="6418"/>
                  </a:lnTo>
                  <a:lnTo>
                    <a:pt x="5776" y="8363"/>
                  </a:lnTo>
                  <a:lnTo>
                    <a:pt x="7060" y="10108"/>
                  </a:lnTo>
                  <a:lnTo>
                    <a:pt x="8143" y="11512"/>
                  </a:lnTo>
                  <a:lnTo>
                    <a:pt x="8564" y="12054"/>
                  </a:lnTo>
                  <a:lnTo>
                    <a:pt x="8925" y="12475"/>
                  </a:lnTo>
                  <a:lnTo>
                    <a:pt x="9166" y="12755"/>
                  </a:lnTo>
                  <a:lnTo>
                    <a:pt x="9266" y="12856"/>
                  </a:lnTo>
                  <a:lnTo>
                    <a:pt x="9326" y="12896"/>
                  </a:lnTo>
                  <a:lnTo>
                    <a:pt x="9326" y="12896"/>
                  </a:lnTo>
                  <a:lnTo>
                    <a:pt x="9506" y="12976"/>
                  </a:lnTo>
                  <a:lnTo>
                    <a:pt x="9667" y="13016"/>
                  </a:lnTo>
                  <a:lnTo>
                    <a:pt x="9847" y="13056"/>
                  </a:lnTo>
                  <a:lnTo>
                    <a:pt x="10028" y="13056"/>
                  </a:lnTo>
                  <a:lnTo>
                    <a:pt x="10028" y="13056"/>
                  </a:lnTo>
                  <a:lnTo>
                    <a:pt x="10228" y="13036"/>
                  </a:lnTo>
                  <a:lnTo>
                    <a:pt x="10449" y="12996"/>
                  </a:lnTo>
                  <a:lnTo>
                    <a:pt x="10650" y="12916"/>
                  </a:lnTo>
                  <a:lnTo>
                    <a:pt x="10810" y="12816"/>
                  </a:lnTo>
                  <a:lnTo>
                    <a:pt x="10970" y="12695"/>
                  </a:lnTo>
                  <a:lnTo>
                    <a:pt x="11091" y="12555"/>
                  </a:lnTo>
                  <a:lnTo>
                    <a:pt x="11191" y="12394"/>
                  </a:lnTo>
                  <a:lnTo>
                    <a:pt x="11251" y="12214"/>
                  </a:lnTo>
                  <a:lnTo>
                    <a:pt x="11251" y="12214"/>
                  </a:lnTo>
                  <a:lnTo>
                    <a:pt x="11251" y="12194"/>
                  </a:lnTo>
                  <a:lnTo>
                    <a:pt x="11251" y="12194"/>
                  </a:lnTo>
                  <a:lnTo>
                    <a:pt x="11231" y="12094"/>
                  </a:lnTo>
                  <a:lnTo>
                    <a:pt x="11191" y="11973"/>
                  </a:lnTo>
                  <a:lnTo>
                    <a:pt x="11071" y="11572"/>
                  </a:lnTo>
                  <a:lnTo>
                    <a:pt x="10850" y="11011"/>
                  </a:lnTo>
                  <a:lnTo>
                    <a:pt x="10569" y="10309"/>
                  </a:lnTo>
                  <a:lnTo>
                    <a:pt x="10569" y="10309"/>
                  </a:lnTo>
                  <a:lnTo>
                    <a:pt x="10569" y="10309"/>
                  </a:lnTo>
                  <a:lnTo>
                    <a:pt x="9787" y="8464"/>
                  </a:lnTo>
                  <a:lnTo>
                    <a:pt x="9787" y="8464"/>
                  </a:lnTo>
                  <a:lnTo>
                    <a:pt x="8905" y="6478"/>
                  </a:lnTo>
                  <a:lnTo>
                    <a:pt x="7942" y="4312"/>
                  </a:lnTo>
                  <a:lnTo>
                    <a:pt x="5977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3" name="Google Shape;5823;p22"/>
            <p:cNvSpPr/>
            <p:nvPr/>
          </p:nvSpPr>
          <p:spPr>
            <a:xfrm>
              <a:off x="8256675" y="3979700"/>
              <a:ext cx="1797900" cy="1156175"/>
            </a:xfrm>
            <a:custGeom>
              <a:avLst/>
              <a:gdLst/>
              <a:ahLst/>
              <a:cxnLst/>
              <a:rect l="l" t="t" r="r" b="b"/>
              <a:pathLst>
                <a:path w="71916" h="46247" extrusionOk="0">
                  <a:moveTo>
                    <a:pt x="15964" y="1"/>
                  </a:moveTo>
                  <a:lnTo>
                    <a:pt x="15783" y="41"/>
                  </a:lnTo>
                  <a:lnTo>
                    <a:pt x="15603" y="81"/>
                  </a:lnTo>
                  <a:lnTo>
                    <a:pt x="15402" y="141"/>
                  </a:lnTo>
                  <a:lnTo>
                    <a:pt x="14941" y="302"/>
                  </a:lnTo>
                  <a:lnTo>
                    <a:pt x="14460" y="542"/>
                  </a:lnTo>
                  <a:lnTo>
                    <a:pt x="13918" y="823"/>
                  </a:lnTo>
                  <a:lnTo>
                    <a:pt x="13337" y="1164"/>
                  </a:lnTo>
                  <a:lnTo>
                    <a:pt x="12715" y="1545"/>
                  </a:lnTo>
                  <a:lnTo>
                    <a:pt x="12073" y="1966"/>
                  </a:lnTo>
                  <a:lnTo>
                    <a:pt x="11411" y="2428"/>
                  </a:lnTo>
                  <a:lnTo>
                    <a:pt x="10710" y="2929"/>
                  </a:lnTo>
                  <a:lnTo>
                    <a:pt x="10008" y="3450"/>
                  </a:lnTo>
                  <a:lnTo>
                    <a:pt x="9306" y="4012"/>
                  </a:lnTo>
                  <a:lnTo>
                    <a:pt x="8584" y="4573"/>
                  </a:lnTo>
                  <a:lnTo>
                    <a:pt x="7862" y="5175"/>
                  </a:lnTo>
                  <a:lnTo>
                    <a:pt x="6438" y="6378"/>
                  </a:lnTo>
                  <a:lnTo>
                    <a:pt x="5154" y="7521"/>
                  </a:lnTo>
                  <a:lnTo>
                    <a:pt x="3971" y="8665"/>
                  </a:lnTo>
                  <a:lnTo>
                    <a:pt x="3249" y="9346"/>
                  </a:lnTo>
                  <a:lnTo>
                    <a:pt x="2608" y="10028"/>
                  </a:lnTo>
                  <a:lnTo>
                    <a:pt x="2006" y="10670"/>
                  </a:lnTo>
                  <a:lnTo>
                    <a:pt x="1484" y="11272"/>
                  </a:lnTo>
                  <a:lnTo>
                    <a:pt x="1023" y="11833"/>
                  </a:lnTo>
                  <a:lnTo>
                    <a:pt x="662" y="12335"/>
                  </a:lnTo>
                  <a:lnTo>
                    <a:pt x="522" y="12555"/>
                  </a:lnTo>
                  <a:lnTo>
                    <a:pt x="402" y="12776"/>
                  </a:lnTo>
                  <a:lnTo>
                    <a:pt x="301" y="12956"/>
                  </a:lnTo>
                  <a:lnTo>
                    <a:pt x="221" y="13137"/>
                  </a:lnTo>
                  <a:lnTo>
                    <a:pt x="141" y="13397"/>
                  </a:lnTo>
                  <a:lnTo>
                    <a:pt x="81" y="13658"/>
                  </a:lnTo>
                  <a:lnTo>
                    <a:pt x="41" y="13939"/>
                  </a:lnTo>
                  <a:lnTo>
                    <a:pt x="0" y="14200"/>
                  </a:lnTo>
                  <a:lnTo>
                    <a:pt x="0" y="14480"/>
                  </a:lnTo>
                  <a:lnTo>
                    <a:pt x="0" y="14761"/>
                  </a:lnTo>
                  <a:lnTo>
                    <a:pt x="41" y="15022"/>
                  </a:lnTo>
                  <a:lnTo>
                    <a:pt x="81" y="15303"/>
                  </a:lnTo>
                  <a:lnTo>
                    <a:pt x="121" y="15583"/>
                  </a:lnTo>
                  <a:lnTo>
                    <a:pt x="201" y="15844"/>
                  </a:lnTo>
                  <a:lnTo>
                    <a:pt x="281" y="16125"/>
                  </a:lnTo>
                  <a:lnTo>
                    <a:pt x="381" y="16386"/>
                  </a:lnTo>
                  <a:lnTo>
                    <a:pt x="482" y="16646"/>
                  </a:lnTo>
                  <a:lnTo>
                    <a:pt x="602" y="16907"/>
                  </a:lnTo>
                  <a:lnTo>
                    <a:pt x="863" y="17428"/>
                  </a:lnTo>
                  <a:lnTo>
                    <a:pt x="1184" y="17910"/>
                  </a:lnTo>
                  <a:lnTo>
                    <a:pt x="1525" y="18351"/>
                  </a:lnTo>
                  <a:lnTo>
                    <a:pt x="1886" y="18772"/>
                  </a:lnTo>
                  <a:lnTo>
                    <a:pt x="2267" y="19133"/>
                  </a:lnTo>
                  <a:lnTo>
                    <a:pt x="2688" y="19474"/>
                  </a:lnTo>
                  <a:lnTo>
                    <a:pt x="2888" y="19614"/>
                  </a:lnTo>
                  <a:lnTo>
                    <a:pt x="3109" y="19755"/>
                  </a:lnTo>
                  <a:lnTo>
                    <a:pt x="3309" y="19855"/>
                  </a:lnTo>
                  <a:lnTo>
                    <a:pt x="3530" y="19955"/>
                  </a:lnTo>
                  <a:lnTo>
                    <a:pt x="3731" y="20056"/>
                  </a:lnTo>
                  <a:lnTo>
                    <a:pt x="3951" y="20116"/>
                  </a:lnTo>
                  <a:lnTo>
                    <a:pt x="4212" y="20176"/>
                  </a:lnTo>
                  <a:lnTo>
                    <a:pt x="4493" y="20216"/>
                  </a:lnTo>
                  <a:lnTo>
                    <a:pt x="4834" y="20236"/>
                  </a:lnTo>
                  <a:lnTo>
                    <a:pt x="5195" y="20256"/>
                  </a:lnTo>
                  <a:lnTo>
                    <a:pt x="5576" y="20256"/>
                  </a:lnTo>
                  <a:lnTo>
                    <a:pt x="5997" y="20236"/>
                  </a:lnTo>
                  <a:lnTo>
                    <a:pt x="6879" y="20156"/>
                  </a:lnTo>
                  <a:lnTo>
                    <a:pt x="7822" y="20056"/>
                  </a:lnTo>
                  <a:lnTo>
                    <a:pt x="8824" y="19915"/>
                  </a:lnTo>
                  <a:lnTo>
                    <a:pt x="9807" y="19775"/>
                  </a:lnTo>
                  <a:lnTo>
                    <a:pt x="10790" y="19614"/>
                  </a:lnTo>
                  <a:lnTo>
                    <a:pt x="13497" y="19133"/>
                  </a:lnTo>
                  <a:lnTo>
                    <a:pt x="14400" y="18993"/>
                  </a:lnTo>
                  <a:lnTo>
                    <a:pt x="14680" y="18973"/>
                  </a:lnTo>
                  <a:lnTo>
                    <a:pt x="14821" y="18993"/>
                  </a:lnTo>
                  <a:lnTo>
                    <a:pt x="14841" y="19013"/>
                  </a:lnTo>
                  <a:lnTo>
                    <a:pt x="14881" y="19053"/>
                  </a:lnTo>
                  <a:lnTo>
                    <a:pt x="14941" y="19253"/>
                  </a:lnTo>
                  <a:lnTo>
                    <a:pt x="15101" y="19975"/>
                  </a:lnTo>
                  <a:lnTo>
                    <a:pt x="15322" y="21098"/>
                  </a:lnTo>
                  <a:lnTo>
                    <a:pt x="15583" y="22542"/>
                  </a:lnTo>
                  <a:lnTo>
                    <a:pt x="16245" y="26172"/>
                  </a:lnTo>
                  <a:lnTo>
                    <a:pt x="16626" y="28238"/>
                  </a:lnTo>
                  <a:lnTo>
                    <a:pt x="17067" y="30404"/>
                  </a:lnTo>
                  <a:lnTo>
                    <a:pt x="17568" y="32590"/>
                  </a:lnTo>
                  <a:lnTo>
                    <a:pt x="17829" y="33673"/>
                  </a:lnTo>
                  <a:lnTo>
                    <a:pt x="18090" y="34735"/>
                  </a:lnTo>
                  <a:lnTo>
                    <a:pt x="18370" y="35798"/>
                  </a:lnTo>
                  <a:lnTo>
                    <a:pt x="18671" y="36801"/>
                  </a:lnTo>
                  <a:lnTo>
                    <a:pt x="18972" y="37784"/>
                  </a:lnTo>
                  <a:lnTo>
                    <a:pt x="19273" y="38726"/>
                  </a:lnTo>
                  <a:lnTo>
                    <a:pt x="19594" y="39609"/>
                  </a:lnTo>
                  <a:lnTo>
                    <a:pt x="19935" y="40411"/>
                  </a:lnTo>
                  <a:lnTo>
                    <a:pt x="20276" y="41173"/>
                  </a:lnTo>
                  <a:lnTo>
                    <a:pt x="20616" y="41855"/>
                  </a:lnTo>
                  <a:lnTo>
                    <a:pt x="20797" y="42156"/>
                  </a:lnTo>
                  <a:lnTo>
                    <a:pt x="20977" y="42436"/>
                  </a:lnTo>
                  <a:lnTo>
                    <a:pt x="21158" y="42697"/>
                  </a:lnTo>
                  <a:lnTo>
                    <a:pt x="21358" y="42938"/>
                  </a:lnTo>
                  <a:lnTo>
                    <a:pt x="21539" y="43158"/>
                  </a:lnTo>
                  <a:lnTo>
                    <a:pt x="21739" y="43339"/>
                  </a:lnTo>
                  <a:lnTo>
                    <a:pt x="21920" y="43519"/>
                  </a:lnTo>
                  <a:lnTo>
                    <a:pt x="22121" y="43640"/>
                  </a:lnTo>
                  <a:lnTo>
                    <a:pt x="22562" y="43880"/>
                  </a:lnTo>
                  <a:lnTo>
                    <a:pt x="23043" y="44101"/>
                  </a:lnTo>
                  <a:lnTo>
                    <a:pt x="23585" y="44301"/>
                  </a:lnTo>
                  <a:lnTo>
                    <a:pt x="24166" y="44502"/>
                  </a:lnTo>
                  <a:lnTo>
                    <a:pt x="24808" y="44682"/>
                  </a:lnTo>
                  <a:lnTo>
                    <a:pt x="25510" y="44843"/>
                  </a:lnTo>
                  <a:lnTo>
                    <a:pt x="26232" y="45003"/>
                  </a:lnTo>
                  <a:lnTo>
                    <a:pt x="26994" y="45144"/>
                  </a:lnTo>
                  <a:lnTo>
                    <a:pt x="27776" y="45284"/>
                  </a:lnTo>
                  <a:lnTo>
                    <a:pt x="28598" y="45404"/>
                  </a:lnTo>
                  <a:lnTo>
                    <a:pt x="29460" y="45505"/>
                  </a:lnTo>
                  <a:lnTo>
                    <a:pt x="30323" y="45605"/>
                  </a:lnTo>
                  <a:lnTo>
                    <a:pt x="32108" y="45785"/>
                  </a:lnTo>
                  <a:lnTo>
                    <a:pt x="33913" y="45926"/>
                  </a:lnTo>
                  <a:lnTo>
                    <a:pt x="35717" y="46026"/>
                  </a:lnTo>
                  <a:lnTo>
                    <a:pt x="37502" y="46106"/>
                  </a:lnTo>
                  <a:lnTo>
                    <a:pt x="39227" y="46167"/>
                  </a:lnTo>
                  <a:lnTo>
                    <a:pt x="40851" y="46207"/>
                  </a:lnTo>
                  <a:lnTo>
                    <a:pt x="43719" y="46247"/>
                  </a:lnTo>
                  <a:lnTo>
                    <a:pt x="48051" y="46247"/>
                  </a:lnTo>
                  <a:lnTo>
                    <a:pt x="49455" y="46227"/>
                  </a:lnTo>
                  <a:lnTo>
                    <a:pt x="51039" y="46207"/>
                  </a:lnTo>
                  <a:lnTo>
                    <a:pt x="52724" y="46146"/>
                  </a:lnTo>
                  <a:lnTo>
                    <a:pt x="54488" y="46046"/>
                  </a:lnTo>
                  <a:lnTo>
                    <a:pt x="56313" y="45926"/>
                  </a:lnTo>
                  <a:lnTo>
                    <a:pt x="57216" y="45826"/>
                  </a:lnTo>
                  <a:lnTo>
                    <a:pt x="58138" y="45745"/>
                  </a:lnTo>
                  <a:lnTo>
                    <a:pt x="58921" y="45645"/>
                  </a:lnTo>
                  <a:lnTo>
                    <a:pt x="59703" y="45545"/>
                  </a:lnTo>
                  <a:lnTo>
                    <a:pt x="60485" y="45425"/>
                  </a:lnTo>
                  <a:lnTo>
                    <a:pt x="61247" y="45284"/>
                  </a:lnTo>
                  <a:lnTo>
                    <a:pt x="61989" y="45144"/>
                  </a:lnTo>
                  <a:lnTo>
                    <a:pt x="62711" y="44983"/>
                  </a:lnTo>
                  <a:lnTo>
                    <a:pt x="63393" y="44803"/>
                  </a:lnTo>
                  <a:lnTo>
                    <a:pt x="64075" y="44622"/>
                  </a:lnTo>
                  <a:lnTo>
                    <a:pt x="64716" y="44422"/>
                  </a:lnTo>
                  <a:lnTo>
                    <a:pt x="65338" y="44201"/>
                  </a:lnTo>
                  <a:lnTo>
                    <a:pt x="65920" y="43961"/>
                  </a:lnTo>
                  <a:lnTo>
                    <a:pt x="66461" y="43720"/>
                  </a:lnTo>
                  <a:lnTo>
                    <a:pt x="66962" y="43439"/>
                  </a:lnTo>
                  <a:lnTo>
                    <a:pt x="67424" y="43158"/>
                  </a:lnTo>
                  <a:lnTo>
                    <a:pt x="67845" y="42837"/>
                  </a:lnTo>
                  <a:lnTo>
                    <a:pt x="68025" y="42677"/>
                  </a:lnTo>
                  <a:lnTo>
                    <a:pt x="68206" y="42517"/>
                  </a:lnTo>
                  <a:lnTo>
                    <a:pt x="68386" y="42316"/>
                  </a:lnTo>
                  <a:lnTo>
                    <a:pt x="68567" y="42116"/>
                  </a:lnTo>
                  <a:lnTo>
                    <a:pt x="68747" y="41875"/>
                  </a:lnTo>
                  <a:lnTo>
                    <a:pt x="68908" y="41634"/>
                  </a:lnTo>
                  <a:lnTo>
                    <a:pt x="69249" y="41093"/>
                  </a:lnTo>
                  <a:lnTo>
                    <a:pt x="69549" y="40491"/>
                  </a:lnTo>
                  <a:lnTo>
                    <a:pt x="69850" y="39829"/>
                  </a:lnTo>
                  <a:lnTo>
                    <a:pt x="70131" y="39107"/>
                  </a:lnTo>
                  <a:lnTo>
                    <a:pt x="70392" y="38365"/>
                  </a:lnTo>
                  <a:lnTo>
                    <a:pt x="70652" y="37563"/>
                  </a:lnTo>
                  <a:lnTo>
                    <a:pt x="70873" y="36721"/>
                  </a:lnTo>
                  <a:lnTo>
                    <a:pt x="71074" y="35858"/>
                  </a:lnTo>
                  <a:lnTo>
                    <a:pt x="71254" y="34956"/>
                  </a:lnTo>
                  <a:lnTo>
                    <a:pt x="71435" y="34054"/>
                  </a:lnTo>
                  <a:lnTo>
                    <a:pt x="71575" y="33131"/>
                  </a:lnTo>
                  <a:lnTo>
                    <a:pt x="71695" y="32189"/>
                  </a:lnTo>
                  <a:lnTo>
                    <a:pt x="71775" y="31246"/>
                  </a:lnTo>
                  <a:lnTo>
                    <a:pt x="71856" y="30303"/>
                  </a:lnTo>
                  <a:lnTo>
                    <a:pt x="71896" y="29361"/>
                  </a:lnTo>
                  <a:lnTo>
                    <a:pt x="71916" y="28418"/>
                  </a:lnTo>
                  <a:lnTo>
                    <a:pt x="71916" y="27516"/>
                  </a:lnTo>
                  <a:lnTo>
                    <a:pt x="71876" y="26613"/>
                  </a:lnTo>
                  <a:lnTo>
                    <a:pt x="71816" y="25751"/>
                  </a:lnTo>
                  <a:lnTo>
                    <a:pt x="71715" y="24909"/>
                  </a:lnTo>
                  <a:lnTo>
                    <a:pt x="71595" y="24107"/>
                  </a:lnTo>
                  <a:lnTo>
                    <a:pt x="71435" y="23344"/>
                  </a:lnTo>
                  <a:lnTo>
                    <a:pt x="71254" y="22622"/>
                  </a:lnTo>
                  <a:lnTo>
                    <a:pt x="71033" y="21961"/>
                  </a:lnTo>
                  <a:lnTo>
                    <a:pt x="70913" y="21640"/>
                  </a:lnTo>
                  <a:lnTo>
                    <a:pt x="70793" y="21339"/>
                  </a:lnTo>
                  <a:lnTo>
                    <a:pt x="70652" y="21058"/>
                  </a:lnTo>
                  <a:lnTo>
                    <a:pt x="70512" y="20798"/>
                  </a:lnTo>
                  <a:lnTo>
                    <a:pt x="70352" y="20537"/>
                  </a:lnTo>
                  <a:lnTo>
                    <a:pt x="70191" y="20316"/>
                  </a:lnTo>
                  <a:lnTo>
                    <a:pt x="70011" y="20096"/>
                  </a:lnTo>
                  <a:lnTo>
                    <a:pt x="69830" y="19895"/>
                  </a:lnTo>
                  <a:lnTo>
                    <a:pt x="69650" y="19715"/>
                  </a:lnTo>
                  <a:lnTo>
                    <a:pt x="69449" y="19574"/>
                  </a:lnTo>
                  <a:lnTo>
                    <a:pt x="69229" y="19434"/>
                  </a:lnTo>
                  <a:lnTo>
                    <a:pt x="69028" y="19313"/>
                  </a:lnTo>
                  <a:lnTo>
                    <a:pt x="68587" y="19133"/>
                  </a:lnTo>
                  <a:lnTo>
                    <a:pt x="68105" y="18953"/>
                  </a:lnTo>
                  <a:lnTo>
                    <a:pt x="67584" y="18792"/>
                  </a:lnTo>
                  <a:lnTo>
                    <a:pt x="67002" y="18632"/>
                  </a:lnTo>
                  <a:lnTo>
                    <a:pt x="66381" y="18491"/>
                  </a:lnTo>
                  <a:lnTo>
                    <a:pt x="65739" y="18371"/>
                  </a:lnTo>
                  <a:lnTo>
                    <a:pt x="65057" y="18251"/>
                  </a:lnTo>
                  <a:lnTo>
                    <a:pt x="64335" y="18150"/>
                  </a:lnTo>
                  <a:lnTo>
                    <a:pt x="63573" y="18050"/>
                  </a:lnTo>
                  <a:lnTo>
                    <a:pt x="62791" y="17950"/>
                  </a:lnTo>
                  <a:lnTo>
                    <a:pt x="61127" y="17809"/>
                  </a:lnTo>
                  <a:lnTo>
                    <a:pt x="59382" y="17689"/>
                  </a:lnTo>
                  <a:lnTo>
                    <a:pt x="57577" y="17609"/>
                  </a:lnTo>
                  <a:lnTo>
                    <a:pt x="56554" y="17569"/>
                  </a:lnTo>
                  <a:lnTo>
                    <a:pt x="55511" y="17549"/>
                  </a:lnTo>
                  <a:lnTo>
                    <a:pt x="53486" y="17509"/>
                  </a:lnTo>
                  <a:lnTo>
                    <a:pt x="49375" y="17509"/>
                  </a:lnTo>
                  <a:lnTo>
                    <a:pt x="47329" y="17529"/>
                  </a:lnTo>
                  <a:lnTo>
                    <a:pt x="43418" y="17609"/>
                  </a:lnTo>
                  <a:lnTo>
                    <a:pt x="39809" y="17709"/>
                  </a:lnTo>
                  <a:lnTo>
                    <a:pt x="38124" y="17749"/>
                  </a:lnTo>
                  <a:lnTo>
                    <a:pt x="37743" y="17749"/>
                  </a:lnTo>
                  <a:lnTo>
                    <a:pt x="36480" y="17789"/>
                  </a:lnTo>
                  <a:lnTo>
                    <a:pt x="34875" y="17809"/>
                  </a:lnTo>
                  <a:lnTo>
                    <a:pt x="33592" y="17809"/>
                  </a:lnTo>
                  <a:lnTo>
                    <a:pt x="33090" y="17789"/>
                  </a:lnTo>
                  <a:lnTo>
                    <a:pt x="32689" y="17769"/>
                  </a:lnTo>
                  <a:lnTo>
                    <a:pt x="32388" y="17729"/>
                  </a:lnTo>
                  <a:lnTo>
                    <a:pt x="32188" y="17689"/>
                  </a:lnTo>
                  <a:lnTo>
                    <a:pt x="32027" y="17609"/>
                  </a:lnTo>
                  <a:lnTo>
                    <a:pt x="31847" y="17448"/>
                  </a:lnTo>
                  <a:lnTo>
                    <a:pt x="31626" y="17228"/>
                  </a:lnTo>
                  <a:lnTo>
                    <a:pt x="31366" y="16967"/>
                  </a:lnTo>
                  <a:lnTo>
                    <a:pt x="31105" y="16626"/>
                  </a:lnTo>
                  <a:lnTo>
                    <a:pt x="30804" y="16265"/>
                  </a:lnTo>
                  <a:lnTo>
                    <a:pt x="30122" y="15363"/>
                  </a:lnTo>
                  <a:lnTo>
                    <a:pt x="29380" y="14320"/>
                  </a:lnTo>
                  <a:lnTo>
                    <a:pt x="28538" y="13137"/>
                  </a:lnTo>
                  <a:lnTo>
                    <a:pt x="26693" y="10530"/>
                  </a:lnTo>
                  <a:lnTo>
                    <a:pt x="25710" y="9146"/>
                  </a:lnTo>
                  <a:lnTo>
                    <a:pt x="24688" y="7762"/>
                  </a:lnTo>
                  <a:lnTo>
                    <a:pt x="23645" y="6398"/>
                  </a:lnTo>
                  <a:lnTo>
                    <a:pt x="22602" y="5095"/>
                  </a:lnTo>
                  <a:lnTo>
                    <a:pt x="22080" y="4473"/>
                  </a:lnTo>
                  <a:lnTo>
                    <a:pt x="21559" y="3871"/>
                  </a:lnTo>
                  <a:lnTo>
                    <a:pt x="21038" y="3310"/>
                  </a:lnTo>
                  <a:lnTo>
                    <a:pt x="20536" y="2768"/>
                  </a:lnTo>
                  <a:lnTo>
                    <a:pt x="20015" y="2267"/>
                  </a:lnTo>
                  <a:lnTo>
                    <a:pt x="19534" y="1806"/>
                  </a:lnTo>
                  <a:lnTo>
                    <a:pt x="19032" y="1385"/>
                  </a:lnTo>
                  <a:lnTo>
                    <a:pt x="18551" y="1024"/>
                  </a:lnTo>
                  <a:lnTo>
                    <a:pt x="18250" y="803"/>
                  </a:lnTo>
                  <a:lnTo>
                    <a:pt x="17969" y="623"/>
                  </a:lnTo>
                  <a:lnTo>
                    <a:pt x="17688" y="462"/>
                  </a:lnTo>
                  <a:lnTo>
                    <a:pt x="17408" y="322"/>
                  </a:lnTo>
                  <a:lnTo>
                    <a:pt x="17127" y="202"/>
                  </a:lnTo>
                  <a:lnTo>
                    <a:pt x="16866" y="121"/>
                  </a:lnTo>
                  <a:lnTo>
                    <a:pt x="16606" y="41"/>
                  </a:lnTo>
                  <a:lnTo>
                    <a:pt x="1634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4" name="Google Shape;5824;p22"/>
            <p:cNvSpPr/>
            <p:nvPr/>
          </p:nvSpPr>
          <p:spPr>
            <a:xfrm>
              <a:off x="8256675" y="3979700"/>
              <a:ext cx="1797900" cy="1156175"/>
            </a:xfrm>
            <a:custGeom>
              <a:avLst/>
              <a:gdLst/>
              <a:ahLst/>
              <a:cxnLst/>
              <a:rect l="l" t="t" r="r" b="b"/>
              <a:pathLst>
                <a:path w="71916" h="46247" fill="none" extrusionOk="0">
                  <a:moveTo>
                    <a:pt x="68206" y="42517"/>
                  </a:moveTo>
                  <a:lnTo>
                    <a:pt x="68206" y="42517"/>
                  </a:lnTo>
                  <a:lnTo>
                    <a:pt x="68025" y="42677"/>
                  </a:lnTo>
                  <a:lnTo>
                    <a:pt x="67845" y="42837"/>
                  </a:lnTo>
                  <a:lnTo>
                    <a:pt x="67424" y="43158"/>
                  </a:lnTo>
                  <a:lnTo>
                    <a:pt x="66962" y="43439"/>
                  </a:lnTo>
                  <a:lnTo>
                    <a:pt x="66461" y="43720"/>
                  </a:lnTo>
                  <a:lnTo>
                    <a:pt x="65920" y="43961"/>
                  </a:lnTo>
                  <a:lnTo>
                    <a:pt x="65338" y="44201"/>
                  </a:lnTo>
                  <a:lnTo>
                    <a:pt x="64716" y="44422"/>
                  </a:lnTo>
                  <a:lnTo>
                    <a:pt x="64075" y="44622"/>
                  </a:lnTo>
                  <a:lnTo>
                    <a:pt x="63393" y="44803"/>
                  </a:lnTo>
                  <a:lnTo>
                    <a:pt x="62711" y="44983"/>
                  </a:lnTo>
                  <a:lnTo>
                    <a:pt x="61989" y="45144"/>
                  </a:lnTo>
                  <a:lnTo>
                    <a:pt x="61247" y="45284"/>
                  </a:lnTo>
                  <a:lnTo>
                    <a:pt x="60485" y="45425"/>
                  </a:lnTo>
                  <a:lnTo>
                    <a:pt x="59703" y="45545"/>
                  </a:lnTo>
                  <a:lnTo>
                    <a:pt x="58921" y="45645"/>
                  </a:lnTo>
                  <a:lnTo>
                    <a:pt x="58138" y="45745"/>
                  </a:lnTo>
                  <a:lnTo>
                    <a:pt x="58138" y="45745"/>
                  </a:lnTo>
                  <a:lnTo>
                    <a:pt x="57216" y="45826"/>
                  </a:lnTo>
                  <a:lnTo>
                    <a:pt x="56313" y="45926"/>
                  </a:lnTo>
                  <a:lnTo>
                    <a:pt x="54488" y="46046"/>
                  </a:lnTo>
                  <a:lnTo>
                    <a:pt x="52724" y="46146"/>
                  </a:lnTo>
                  <a:lnTo>
                    <a:pt x="51039" y="46207"/>
                  </a:lnTo>
                  <a:lnTo>
                    <a:pt x="49455" y="46227"/>
                  </a:lnTo>
                  <a:lnTo>
                    <a:pt x="48051" y="46247"/>
                  </a:lnTo>
                  <a:lnTo>
                    <a:pt x="45825" y="46247"/>
                  </a:lnTo>
                  <a:lnTo>
                    <a:pt x="45825" y="46247"/>
                  </a:lnTo>
                  <a:lnTo>
                    <a:pt x="43719" y="46247"/>
                  </a:lnTo>
                  <a:lnTo>
                    <a:pt x="40851" y="46207"/>
                  </a:lnTo>
                  <a:lnTo>
                    <a:pt x="39227" y="46167"/>
                  </a:lnTo>
                  <a:lnTo>
                    <a:pt x="37502" y="46106"/>
                  </a:lnTo>
                  <a:lnTo>
                    <a:pt x="35717" y="46026"/>
                  </a:lnTo>
                  <a:lnTo>
                    <a:pt x="33913" y="45926"/>
                  </a:lnTo>
                  <a:lnTo>
                    <a:pt x="32108" y="45785"/>
                  </a:lnTo>
                  <a:lnTo>
                    <a:pt x="30323" y="45605"/>
                  </a:lnTo>
                  <a:lnTo>
                    <a:pt x="29460" y="45505"/>
                  </a:lnTo>
                  <a:lnTo>
                    <a:pt x="28598" y="45404"/>
                  </a:lnTo>
                  <a:lnTo>
                    <a:pt x="27776" y="45284"/>
                  </a:lnTo>
                  <a:lnTo>
                    <a:pt x="26994" y="45144"/>
                  </a:lnTo>
                  <a:lnTo>
                    <a:pt x="26232" y="45003"/>
                  </a:lnTo>
                  <a:lnTo>
                    <a:pt x="25510" y="44843"/>
                  </a:lnTo>
                  <a:lnTo>
                    <a:pt x="24808" y="44682"/>
                  </a:lnTo>
                  <a:lnTo>
                    <a:pt x="24166" y="44502"/>
                  </a:lnTo>
                  <a:lnTo>
                    <a:pt x="23585" y="44301"/>
                  </a:lnTo>
                  <a:lnTo>
                    <a:pt x="23043" y="44101"/>
                  </a:lnTo>
                  <a:lnTo>
                    <a:pt x="22562" y="43880"/>
                  </a:lnTo>
                  <a:lnTo>
                    <a:pt x="22121" y="43640"/>
                  </a:lnTo>
                  <a:lnTo>
                    <a:pt x="22121" y="43640"/>
                  </a:lnTo>
                  <a:lnTo>
                    <a:pt x="21920" y="43519"/>
                  </a:lnTo>
                  <a:lnTo>
                    <a:pt x="21739" y="43339"/>
                  </a:lnTo>
                  <a:lnTo>
                    <a:pt x="21539" y="43158"/>
                  </a:lnTo>
                  <a:lnTo>
                    <a:pt x="21358" y="42938"/>
                  </a:lnTo>
                  <a:lnTo>
                    <a:pt x="21158" y="42697"/>
                  </a:lnTo>
                  <a:lnTo>
                    <a:pt x="20977" y="42436"/>
                  </a:lnTo>
                  <a:lnTo>
                    <a:pt x="20797" y="42156"/>
                  </a:lnTo>
                  <a:lnTo>
                    <a:pt x="20616" y="41855"/>
                  </a:lnTo>
                  <a:lnTo>
                    <a:pt x="20276" y="41173"/>
                  </a:lnTo>
                  <a:lnTo>
                    <a:pt x="19935" y="40411"/>
                  </a:lnTo>
                  <a:lnTo>
                    <a:pt x="19594" y="39609"/>
                  </a:lnTo>
                  <a:lnTo>
                    <a:pt x="19273" y="38726"/>
                  </a:lnTo>
                  <a:lnTo>
                    <a:pt x="18972" y="37784"/>
                  </a:lnTo>
                  <a:lnTo>
                    <a:pt x="18671" y="36801"/>
                  </a:lnTo>
                  <a:lnTo>
                    <a:pt x="18370" y="35798"/>
                  </a:lnTo>
                  <a:lnTo>
                    <a:pt x="18090" y="34735"/>
                  </a:lnTo>
                  <a:lnTo>
                    <a:pt x="17829" y="33673"/>
                  </a:lnTo>
                  <a:lnTo>
                    <a:pt x="17568" y="32590"/>
                  </a:lnTo>
                  <a:lnTo>
                    <a:pt x="17067" y="30404"/>
                  </a:lnTo>
                  <a:lnTo>
                    <a:pt x="16626" y="28238"/>
                  </a:lnTo>
                  <a:lnTo>
                    <a:pt x="16245" y="26172"/>
                  </a:lnTo>
                  <a:lnTo>
                    <a:pt x="15583" y="22542"/>
                  </a:lnTo>
                  <a:lnTo>
                    <a:pt x="15322" y="21098"/>
                  </a:lnTo>
                  <a:lnTo>
                    <a:pt x="15101" y="19975"/>
                  </a:lnTo>
                  <a:lnTo>
                    <a:pt x="14941" y="19253"/>
                  </a:lnTo>
                  <a:lnTo>
                    <a:pt x="14881" y="19053"/>
                  </a:lnTo>
                  <a:lnTo>
                    <a:pt x="14841" y="19013"/>
                  </a:lnTo>
                  <a:lnTo>
                    <a:pt x="14821" y="18993"/>
                  </a:lnTo>
                  <a:lnTo>
                    <a:pt x="14821" y="18993"/>
                  </a:lnTo>
                  <a:lnTo>
                    <a:pt x="14680" y="18973"/>
                  </a:lnTo>
                  <a:lnTo>
                    <a:pt x="14400" y="18993"/>
                  </a:lnTo>
                  <a:lnTo>
                    <a:pt x="13497" y="19133"/>
                  </a:lnTo>
                  <a:lnTo>
                    <a:pt x="10790" y="19614"/>
                  </a:lnTo>
                  <a:lnTo>
                    <a:pt x="10790" y="19614"/>
                  </a:lnTo>
                  <a:lnTo>
                    <a:pt x="9807" y="19775"/>
                  </a:lnTo>
                  <a:lnTo>
                    <a:pt x="8824" y="19915"/>
                  </a:lnTo>
                  <a:lnTo>
                    <a:pt x="7822" y="20056"/>
                  </a:lnTo>
                  <a:lnTo>
                    <a:pt x="6879" y="20156"/>
                  </a:lnTo>
                  <a:lnTo>
                    <a:pt x="5997" y="20236"/>
                  </a:lnTo>
                  <a:lnTo>
                    <a:pt x="5576" y="20256"/>
                  </a:lnTo>
                  <a:lnTo>
                    <a:pt x="5195" y="20256"/>
                  </a:lnTo>
                  <a:lnTo>
                    <a:pt x="4834" y="20236"/>
                  </a:lnTo>
                  <a:lnTo>
                    <a:pt x="4493" y="20216"/>
                  </a:lnTo>
                  <a:lnTo>
                    <a:pt x="4212" y="20176"/>
                  </a:lnTo>
                  <a:lnTo>
                    <a:pt x="3951" y="20116"/>
                  </a:lnTo>
                  <a:lnTo>
                    <a:pt x="3951" y="20116"/>
                  </a:lnTo>
                  <a:lnTo>
                    <a:pt x="3731" y="20056"/>
                  </a:lnTo>
                  <a:lnTo>
                    <a:pt x="3530" y="19955"/>
                  </a:lnTo>
                  <a:lnTo>
                    <a:pt x="3309" y="19855"/>
                  </a:lnTo>
                  <a:lnTo>
                    <a:pt x="3109" y="19755"/>
                  </a:lnTo>
                  <a:lnTo>
                    <a:pt x="2888" y="19614"/>
                  </a:lnTo>
                  <a:lnTo>
                    <a:pt x="2688" y="19474"/>
                  </a:lnTo>
                  <a:lnTo>
                    <a:pt x="2267" y="19133"/>
                  </a:lnTo>
                  <a:lnTo>
                    <a:pt x="1886" y="18772"/>
                  </a:lnTo>
                  <a:lnTo>
                    <a:pt x="1525" y="18351"/>
                  </a:lnTo>
                  <a:lnTo>
                    <a:pt x="1184" y="17910"/>
                  </a:lnTo>
                  <a:lnTo>
                    <a:pt x="863" y="17428"/>
                  </a:lnTo>
                  <a:lnTo>
                    <a:pt x="602" y="16907"/>
                  </a:lnTo>
                  <a:lnTo>
                    <a:pt x="482" y="16646"/>
                  </a:lnTo>
                  <a:lnTo>
                    <a:pt x="381" y="16386"/>
                  </a:lnTo>
                  <a:lnTo>
                    <a:pt x="281" y="16125"/>
                  </a:lnTo>
                  <a:lnTo>
                    <a:pt x="201" y="15844"/>
                  </a:lnTo>
                  <a:lnTo>
                    <a:pt x="121" y="15583"/>
                  </a:lnTo>
                  <a:lnTo>
                    <a:pt x="81" y="15303"/>
                  </a:lnTo>
                  <a:lnTo>
                    <a:pt x="41" y="15022"/>
                  </a:lnTo>
                  <a:lnTo>
                    <a:pt x="0" y="14761"/>
                  </a:lnTo>
                  <a:lnTo>
                    <a:pt x="0" y="14480"/>
                  </a:lnTo>
                  <a:lnTo>
                    <a:pt x="0" y="14200"/>
                  </a:lnTo>
                  <a:lnTo>
                    <a:pt x="41" y="13939"/>
                  </a:lnTo>
                  <a:lnTo>
                    <a:pt x="81" y="13658"/>
                  </a:lnTo>
                  <a:lnTo>
                    <a:pt x="141" y="13397"/>
                  </a:lnTo>
                  <a:lnTo>
                    <a:pt x="221" y="13137"/>
                  </a:lnTo>
                  <a:lnTo>
                    <a:pt x="221" y="13137"/>
                  </a:lnTo>
                  <a:lnTo>
                    <a:pt x="301" y="12956"/>
                  </a:lnTo>
                  <a:lnTo>
                    <a:pt x="402" y="12776"/>
                  </a:lnTo>
                  <a:lnTo>
                    <a:pt x="522" y="12555"/>
                  </a:lnTo>
                  <a:lnTo>
                    <a:pt x="662" y="12335"/>
                  </a:lnTo>
                  <a:lnTo>
                    <a:pt x="1023" y="11833"/>
                  </a:lnTo>
                  <a:lnTo>
                    <a:pt x="1484" y="11272"/>
                  </a:lnTo>
                  <a:lnTo>
                    <a:pt x="2006" y="10670"/>
                  </a:lnTo>
                  <a:lnTo>
                    <a:pt x="2608" y="10028"/>
                  </a:lnTo>
                  <a:lnTo>
                    <a:pt x="3249" y="9346"/>
                  </a:lnTo>
                  <a:lnTo>
                    <a:pt x="3971" y="8665"/>
                  </a:lnTo>
                  <a:lnTo>
                    <a:pt x="3971" y="8665"/>
                  </a:lnTo>
                  <a:lnTo>
                    <a:pt x="5154" y="7521"/>
                  </a:lnTo>
                  <a:lnTo>
                    <a:pt x="6438" y="6378"/>
                  </a:lnTo>
                  <a:lnTo>
                    <a:pt x="6438" y="6378"/>
                  </a:lnTo>
                  <a:lnTo>
                    <a:pt x="7862" y="5175"/>
                  </a:lnTo>
                  <a:lnTo>
                    <a:pt x="8584" y="4573"/>
                  </a:lnTo>
                  <a:lnTo>
                    <a:pt x="9306" y="4012"/>
                  </a:lnTo>
                  <a:lnTo>
                    <a:pt x="10008" y="3450"/>
                  </a:lnTo>
                  <a:lnTo>
                    <a:pt x="10710" y="2929"/>
                  </a:lnTo>
                  <a:lnTo>
                    <a:pt x="11411" y="2428"/>
                  </a:lnTo>
                  <a:lnTo>
                    <a:pt x="12073" y="1966"/>
                  </a:lnTo>
                  <a:lnTo>
                    <a:pt x="12715" y="1545"/>
                  </a:lnTo>
                  <a:lnTo>
                    <a:pt x="13337" y="1164"/>
                  </a:lnTo>
                  <a:lnTo>
                    <a:pt x="13918" y="823"/>
                  </a:lnTo>
                  <a:lnTo>
                    <a:pt x="14460" y="542"/>
                  </a:lnTo>
                  <a:lnTo>
                    <a:pt x="14941" y="302"/>
                  </a:lnTo>
                  <a:lnTo>
                    <a:pt x="15402" y="141"/>
                  </a:lnTo>
                  <a:lnTo>
                    <a:pt x="15603" y="81"/>
                  </a:lnTo>
                  <a:lnTo>
                    <a:pt x="15783" y="41"/>
                  </a:lnTo>
                  <a:lnTo>
                    <a:pt x="15964" y="1"/>
                  </a:lnTo>
                  <a:lnTo>
                    <a:pt x="16124" y="1"/>
                  </a:lnTo>
                  <a:lnTo>
                    <a:pt x="16124" y="1"/>
                  </a:lnTo>
                  <a:lnTo>
                    <a:pt x="16345" y="1"/>
                  </a:lnTo>
                  <a:lnTo>
                    <a:pt x="16345" y="1"/>
                  </a:lnTo>
                  <a:lnTo>
                    <a:pt x="16606" y="41"/>
                  </a:lnTo>
                  <a:lnTo>
                    <a:pt x="16866" y="121"/>
                  </a:lnTo>
                  <a:lnTo>
                    <a:pt x="17127" y="202"/>
                  </a:lnTo>
                  <a:lnTo>
                    <a:pt x="17408" y="322"/>
                  </a:lnTo>
                  <a:lnTo>
                    <a:pt x="17688" y="462"/>
                  </a:lnTo>
                  <a:lnTo>
                    <a:pt x="17969" y="623"/>
                  </a:lnTo>
                  <a:lnTo>
                    <a:pt x="18250" y="803"/>
                  </a:lnTo>
                  <a:lnTo>
                    <a:pt x="18551" y="1024"/>
                  </a:lnTo>
                  <a:lnTo>
                    <a:pt x="18551" y="1024"/>
                  </a:lnTo>
                  <a:lnTo>
                    <a:pt x="19032" y="1385"/>
                  </a:lnTo>
                  <a:lnTo>
                    <a:pt x="19534" y="1806"/>
                  </a:lnTo>
                  <a:lnTo>
                    <a:pt x="20015" y="2267"/>
                  </a:lnTo>
                  <a:lnTo>
                    <a:pt x="20536" y="2768"/>
                  </a:lnTo>
                  <a:lnTo>
                    <a:pt x="21038" y="3310"/>
                  </a:lnTo>
                  <a:lnTo>
                    <a:pt x="21559" y="3871"/>
                  </a:lnTo>
                  <a:lnTo>
                    <a:pt x="22080" y="4473"/>
                  </a:lnTo>
                  <a:lnTo>
                    <a:pt x="22602" y="5095"/>
                  </a:lnTo>
                  <a:lnTo>
                    <a:pt x="23645" y="6398"/>
                  </a:lnTo>
                  <a:lnTo>
                    <a:pt x="24688" y="7762"/>
                  </a:lnTo>
                  <a:lnTo>
                    <a:pt x="25710" y="9146"/>
                  </a:lnTo>
                  <a:lnTo>
                    <a:pt x="26693" y="10530"/>
                  </a:lnTo>
                  <a:lnTo>
                    <a:pt x="28538" y="13137"/>
                  </a:lnTo>
                  <a:lnTo>
                    <a:pt x="29380" y="14320"/>
                  </a:lnTo>
                  <a:lnTo>
                    <a:pt x="30122" y="15363"/>
                  </a:lnTo>
                  <a:lnTo>
                    <a:pt x="30804" y="16265"/>
                  </a:lnTo>
                  <a:lnTo>
                    <a:pt x="31105" y="16626"/>
                  </a:lnTo>
                  <a:lnTo>
                    <a:pt x="31366" y="16967"/>
                  </a:lnTo>
                  <a:lnTo>
                    <a:pt x="31626" y="17228"/>
                  </a:lnTo>
                  <a:lnTo>
                    <a:pt x="31847" y="17448"/>
                  </a:lnTo>
                  <a:lnTo>
                    <a:pt x="32027" y="17609"/>
                  </a:lnTo>
                  <a:lnTo>
                    <a:pt x="32188" y="17689"/>
                  </a:lnTo>
                  <a:lnTo>
                    <a:pt x="32188" y="17689"/>
                  </a:lnTo>
                  <a:lnTo>
                    <a:pt x="32388" y="17729"/>
                  </a:lnTo>
                  <a:lnTo>
                    <a:pt x="32689" y="17769"/>
                  </a:lnTo>
                  <a:lnTo>
                    <a:pt x="33090" y="17789"/>
                  </a:lnTo>
                  <a:lnTo>
                    <a:pt x="33592" y="17809"/>
                  </a:lnTo>
                  <a:lnTo>
                    <a:pt x="34875" y="17809"/>
                  </a:lnTo>
                  <a:lnTo>
                    <a:pt x="36480" y="17789"/>
                  </a:lnTo>
                  <a:lnTo>
                    <a:pt x="36480" y="17789"/>
                  </a:lnTo>
                  <a:lnTo>
                    <a:pt x="37743" y="17749"/>
                  </a:lnTo>
                  <a:lnTo>
                    <a:pt x="37743" y="17749"/>
                  </a:lnTo>
                  <a:lnTo>
                    <a:pt x="38124" y="17749"/>
                  </a:lnTo>
                  <a:lnTo>
                    <a:pt x="38124" y="17749"/>
                  </a:lnTo>
                  <a:lnTo>
                    <a:pt x="39809" y="17709"/>
                  </a:lnTo>
                  <a:lnTo>
                    <a:pt x="39809" y="17709"/>
                  </a:lnTo>
                  <a:lnTo>
                    <a:pt x="43418" y="17609"/>
                  </a:lnTo>
                  <a:lnTo>
                    <a:pt x="47329" y="17529"/>
                  </a:lnTo>
                  <a:lnTo>
                    <a:pt x="49375" y="17509"/>
                  </a:lnTo>
                  <a:lnTo>
                    <a:pt x="51420" y="17509"/>
                  </a:lnTo>
                  <a:lnTo>
                    <a:pt x="53486" y="17509"/>
                  </a:lnTo>
                  <a:lnTo>
                    <a:pt x="55511" y="17549"/>
                  </a:lnTo>
                  <a:lnTo>
                    <a:pt x="55511" y="17549"/>
                  </a:lnTo>
                  <a:lnTo>
                    <a:pt x="56554" y="17569"/>
                  </a:lnTo>
                  <a:lnTo>
                    <a:pt x="57577" y="17609"/>
                  </a:lnTo>
                  <a:lnTo>
                    <a:pt x="57577" y="17609"/>
                  </a:lnTo>
                  <a:lnTo>
                    <a:pt x="59382" y="17689"/>
                  </a:lnTo>
                  <a:lnTo>
                    <a:pt x="61127" y="17809"/>
                  </a:lnTo>
                  <a:lnTo>
                    <a:pt x="62791" y="17950"/>
                  </a:lnTo>
                  <a:lnTo>
                    <a:pt x="63573" y="18050"/>
                  </a:lnTo>
                  <a:lnTo>
                    <a:pt x="64335" y="18150"/>
                  </a:lnTo>
                  <a:lnTo>
                    <a:pt x="65057" y="18251"/>
                  </a:lnTo>
                  <a:lnTo>
                    <a:pt x="65739" y="18371"/>
                  </a:lnTo>
                  <a:lnTo>
                    <a:pt x="66381" y="18491"/>
                  </a:lnTo>
                  <a:lnTo>
                    <a:pt x="67002" y="18632"/>
                  </a:lnTo>
                  <a:lnTo>
                    <a:pt x="67584" y="18792"/>
                  </a:lnTo>
                  <a:lnTo>
                    <a:pt x="68105" y="18953"/>
                  </a:lnTo>
                  <a:lnTo>
                    <a:pt x="68587" y="19133"/>
                  </a:lnTo>
                  <a:lnTo>
                    <a:pt x="69028" y="19313"/>
                  </a:lnTo>
                  <a:lnTo>
                    <a:pt x="69028" y="19313"/>
                  </a:lnTo>
                  <a:lnTo>
                    <a:pt x="69229" y="19434"/>
                  </a:lnTo>
                  <a:lnTo>
                    <a:pt x="69449" y="19574"/>
                  </a:lnTo>
                  <a:lnTo>
                    <a:pt x="69650" y="19715"/>
                  </a:lnTo>
                  <a:lnTo>
                    <a:pt x="69830" y="19895"/>
                  </a:lnTo>
                  <a:lnTo>
                    <a:pt x="70011" y="20096"/>
                  </a:lnTo>
                  <a:lnTo>
                    <a:pt x="70191" y="20316"/>
                  </a:lnTo>
                  <a:lnTo>
                    <a:pt x="70352" y="20537"/>
                  </a:lnTo>
                  <a:lnTo>
                    <a:pt x="70512" y="20798"/>
                  </a:lnTo>
                  <a:lnTo>
                    <a:pt x="70652" y="21058"/>
                  </a:lnTo>
                  <a:lnTo>
                    <a:pt x="70793" y="21339"/>
                  </a:lnTo>
                  <a:lnTo>
                    <a:pt x="70913" y="21640"/>
                  </a:lnTo>
                  <a:lnTo>
                    <a:pt x="71033" y="21961"/>
                  </a:lnTo>
                  <a:lnTo>
                    <a:pt x="71254" y="22622"/>
                  </a:lnTo>
                  <a:lnTo>
                    <a:pt x="71435" y="23344"/>
                  </a:lnTo>
                  <a:lnTo>
                    <a:pt x="71595" y="24107"/>
                  </a:lnTo>
                  <a:lnTo>
                    <a:pt x="71715" y="24909"/>
                  </a:lnTo>
                  <a:lnTo>
                    <a:pt x="71816" y="25751"/>
                  </a:lnTo>
                  <a:lnTo>
                    <a:pt x="71876" y="26613"/>
                  </a:lnTo>
                  <a:lnTo>
                    <a:pt x="71916" y="27516"/>
                  </a:lnTo>
                  <a:lnTo>
                    <a:pt x="71916" y="28418"/>
                  </a:lnTo>
                  <a:lnTo>
                    <a:pt x="71896" y="29361"/>
                  </a:lnTo>
                  <a:lnTo>
                    <a:pt x="71856" y="30303"/>
                  </a:lnTo>
                  <a:lnTo>
                    <a:pt x="71775" y="31246"/>
                  </a:lnTo>
                  <a:lnTo>
                    <a:pt x="71695" y="32189"/>
                  </a:lnTo>
                  <a:lnTo>
                    <a:pt x="71575" y="33131"/>
                  </a:lnTo>
                  <a:lnTo>
                    <a:pt x="71435" y="34054"/>
                  </a:lnTo>
                  <a:lnTo>
                    <a:pt x="71254" y="34956"/>
                  </a:lnTo>
                  <a:lnTo>
                    <a:pt x="71074" y="35858"/>
                  </a:lnTo>
                  <a:lnTo>
                    <a:pt x="70873" y="36721"/>
                  </a:lnTo>
                  <a:lnTo>
                    <a:pt x="70652" y="37563"/>
                  </a:lnTo>
                  <a:lnTo>
                    <a:pt x="70392" y="38365"/>
                  </a:lnTo>
                  <a:lnTo>
                    <a:pt x="70131" y="39107"/>
                  </a:lnTo>
                  <a:lnTo>
                    <a:pt x="69850" y="39829"/>
                  </a:lnTo>
                  <a:lnTo>
                    <a:pt x="69549" y="40491"/>
                  </a:lnTo>
                  <a:lnTo>
                    <a:pt x="69249" y="41093"/>
                  </a:lnTo>
                  <a:lnTo>
                    <a:pt x="68908" y="41634"/>
                  </a:lnTo>
                  <a:lnTo>
                    <a:pt x="68747" y="41875"/>
                  </a:lnTo>
                  <a:lnTo>
                    <a:pt x="68567" y="42116"/>
                  </a:lnTo>
                  <a:lnTo>
                    <a:pt x="68386" y="42316"/>
                  </a:lnTo>
                  <a:lnTo>
                    <a:pt x="68206" y="42517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5" name="Google Shape;5825;p22"/>
            <p:cNvSpPr/>
            <p:nvPr/>
          </p:nvSpPr>
          <p:spPr>
            <a:xfrm>
              <a:off x="8256675" y="3979700"/>
              <a:ext cx="1453475" cy="1156175"/>
            </a:xfrm>
            <a:custGeom>
              <a:avLst/>
              <a:gdLst/>
              <a:ahLst/>
              <a:cxnLst/>
              <a:rect l="l" t="t" r="r" b="b"/>
              <a:pathLst>
                <a:path w="58139" h="46247" extrusionOk="0">
                  <a:moveTo>
                    <a:pt x="16064" y="1"/>
                  </a:moveTo>
                  <a:lnTo>
                    <a:pt x="15864" y="21"/>
                  </a:lnTo>
                  <a:lnTo>
                    <a:pt x="15623" y="61"/>
                  </a:lnTo>
                  <a:lnTo>
                    <a:pt x="15362" y="141"/>
                  </a:lnTo>
                  <a:lnTo>
                    <a:pt x="15101" y="242"/>
                  </a:lnTo>
                  <a:lnTo>
                    <a:pt x="14620" y="442"/>
                  </a:lnTo>
                  <a:lnTo>
                    <a:pt x="14099" y="723"/>
                  </a:lnTo>
                  <a:lnTo>
                    <a:pt x="13858" y="964"/>
                  </a:lnTo>
                  <a:lnTo>
                    <a:pt x="13637" y="1224"/>
                  </a:lnTo>
                  <a:lnTo>
                    <a:pt x="13437" y="1485"/>
                  </a:lnTo>
                  <a:lnTo>
                    <a:pt x="13256" y="1726"/>
                  </a:lnTo>
                  <a:lnTo>
                    <a:pt x="12936" y="2227"/>
                  </a:lnTo>
                  <a:lnTo>
                    <a:pt x="12655" y="2708"/>
                  </a:lnTo>
                  <a:lnTo>
                    <a:pt x="13457" y="2067"/>
                  </a:lnTo>
                  <a:lnTo>
                    <a:pt x="14279" y="1465"/>
                  </a:lnTo>
                  <a:lnTo>
                    <a:pt x="15142" y="903"/>
                  </a:lnTo>
                  <a:lnTo>
                    <a:pt x="16004" y="382"/>
                  </a:lnTo>
                  <a:lnTo>
                    <a:pt x="16104" y="422"/>
                  </a:lnTo>
                  <a:lnTo>
                    <a:pt x="16204" y="442"/>
                  </a:lnTo>
                  <a:lnTo>
                    <a:pt x="16285" y="442"/>
                  </a:lnTo>
                  <a:lnTo>
                    <a:pt x="16365" y="402"/>
                  </a:lnTo>
                  <a:lnTo>
                    <a:pt x="16405" y="342"/>
                  </a:lnTo>
                  <a:lnTo>
                    <a:pt x="16445" y="262"/>
                  </a:lnTo>
                  <a:lnTo>
                    <a:pt x="16465" y="202"/>
                  </a:lnTo>
                  <a:lnTo>
                    <a:pt x="16465" y="121"/>
                  </a:lnTo>
                  <a:lnTo>
                    <a:pt x="16425" y="61"/>
                  </a:lnTo>
                  <a:lnTo>
                    <a:pt x="16345" y="1"/>
                  </a:lnTo>
                  <a:close/>
                  <a:moveTo>
                    <a:pt x="7601" y="8885"/>
                  </a:moveTo>
                  <a:lnTo>
                    <a:pt x="7421" y="8985"/>
                  </a:lnTo>
                  <a:lnTo>
                    <a:pt x="7140" y="9126"/>
                  </a:lnTo>
                  <a:lnTo>
                    <a:pt x="6859" y="9246"/>
                  </a:lnTo>
                  <a:lnTo>
                    <a:pt x="6298" y="9447"/>
                  </a:lnTo>
                  <a:lnTo>
                    <a:pt x="5736" y="9607"/>
                  </a:lnTo>
                  <a:lnTo>
                    <a:pt x="5174" y="9707"/>
                  </a:lnTo>
                  <a:lnTo>
                    <a:pt x="6578" y="11412"/>
                  </a:lnTo>
                  <a:lnTo>
                    <a:pt x="6699" y="10991"/>
                  </a:lnTo>
                  <a:lnTo>
                    <a:pt x="6839" y="10590"/>
                  </a:lnTo>
                  <a:lnTo>
                    <a:pt x="7020" y="10169"/>
                  </a:lnTo>
                  <a:lnTo>
                    <a:pt x="7200" y="9727"/>
                  </a:lnTo>
                  <a:lnTo>
                    <a:pt x="7401" y="9306"/>
                  </a:lnTo>
                  <a:lnTo>
                    <a:pt x="7601" y="8885"/>
                  </a:lnTo>
                  <a:close/>
                  <a:moveTo>
                    <a:pt x="2608" y="10028"/>
                  </a:moveTo>
                  <a:lnTo>
                    <a:pt x="2146" y="10510"/>
                  </a:lnTo>
                  <a:lnTo>
                    <a:pt x="1725" y="10971"/>
                  </a:lnTo>
                  <a:lnTo>
                    <a:pt x="1364" y="11412"/>
                  </a:lnTo>
                  <a:lnTo>
                    <a:pt x="1023" y="11833"/>
                  </a:lnTo>
                  <a:lnTo>
                    <a:pt x="742" y="12214"/>
                  </a:lnTo>
                  <a:lnTo>
                    <a:pt x="522" y="12555"/>
                  </a:lnTo>
                  <a:lnTo>
                    <a:pt x="341" y="12876"/>
                  </a:lnTo>
                  <a:lnTo>
                    <a:pt x="221" y="13137"/>
                  </a:lnTo>
                  <a:lnTo>
                    <a:pt x="121" y="13458"/>
                  </a:lnTo>
                  <a:lnTo>
                    <a:pt x="61" y="13798"/>
                  </a:lnTo>
                  <a:lnTo>
                    <a:pt x="20" y="14139"/>
                  </a:lnTo>
                  <a:lnTo>
                    <a:pt x="0" y="14460"/>
                  </a:lnTo>
                  <a:lnTo>
                    <a:pt x="20" y="14942"/>
                  </a:lnTo>
                  <a:lnTo>
                    <a:pt x="101" y="15403"/>
                  </a:lnTo>
                  <a:lnTo>
                    <a:pt x="201" y="15864"/>
                  </a:lnTo>
                  <a:lnTo>
                    <a:pt x="341" y="16325"/>
                  </a:lnTo>
                  <a:lnTo>
                    <a:pt x="522" y="16767"/>
                  </a:lnTo>
                  <a:lnTo>
                    <a:pt x="742" y="17188"/>
                  </a:lnTo>
                  <a:lnTo>
                    <a:pt x="983" y="17609"/>
                  </a:lnTo>
                  <a:lnTo>
                    <a:pt x="1264" y="18010"/>
                  </a:lnTo>
                  <a:lnTo>
                    <a:pt x="1545" y="18391"/>
                  </a:lnTo>
                  <a:lnTo>
                    <a:pt x="1866" y="18732"/>
                  </a:lnTo>
                  <a:lnTo>
                    <a:pt x="2186" y="19053"/>
                  </a:lnTo>
                  <a:lnTo>
                    <a:pt x="2527" y="19354"/>
                  </a:lnTo>
                  <a:lnTo>
                    <a:pt x="2868" y="19614"/>
                  </a:lnTo>
                  <a:lnTo>
                    <a:pt x="3229" y="19815"/>
                  </a:lnTo>
                  <a:lnTo>
                    <a:pt x="3590" y="19995"/>
                  </a:lnTo>
                  <a:lnTo>
                    <a:pt x="3951" y="20116"/>
                  </a:lnTo>
                  <a:lnTo>
                    <a:pt x="4212" y="20176"/>
                  </a:lnTo>
                  <a:lnTo>
                    <a:pt x="4533" y="20216"/>
                  </a:lnTo>
                  <a:lnTo>
                    <a:pt x="4874" y="20236"/>
                  </a:lnTo>
                  <a:lnTo>
                    <a:pt x="5255" y="20256"/>
                  </a:lnTo>
                  <a:lnTo>
                    <a:pt x="5836" y="20236"/>
                  </a:lnTo>
                  <a:lnTo>
                    <a:pt x="6478" y="20196"/>
                  </a:lnTo>
                  <a:lnTo>
                    <a:pt x="7160" y="20136"/>
                  </a:lnTo>
                  <a:lnTo>
                    <a:pt x="7882" y="20056"/>
                  </a:lnTo>
                  <a:lnTo>
                    <a:pt x="9326" y="19855"/>
                  </a:lnTo>
                  <a:lnTo>
                    <a:pt x="10790" y="19614"/>
                  </a:lnTo>
                  <a:lnTo>
                    <a:pt x="11010" y="19574"/>
                  </a:lnTo>
                  <a:lnTo>
                    <a:pt x="10930" y="19554"/>
                  </a:lnTo>
                  <a:lnTo>
                    <a:pt x="10850" y="19474"/>
                  </a:lnTo>
                  <a:lnTo>
                    <a:pt x="10589" y="19233"/>
                  </a:lnTo>
                  <a:lnTo>
                    <a:pt x="10228" y="18892"/>
                  </a:lnTo>
                  <a:lnTo>
                    <a:pt x="9807" y="18431"/>
                  </a:lnTo>
                  <a:lnTo>
                    <a:pt x="8744" y="17248"/>
                  </a:lnTo>
                  <a:lnTo>
                    <a:pt x="7521" y="15844"/>
                  </a:lnTo>
                  <a:lnTo>
                    <a:pt x="7320" y="15664"/>
                  </a:lnTo>
                  <a:lnTo>
                    <a:pt x="7140" y="15483"/>
                  </a:lnTo>
                  <a:lnTo>
                    <a:pt x="6979" y="15262"/>
                  </a:lnTo>
                  <a:lnTo>
                    <a:pt x="6839" y="15042"/>
                  </a:lnTo>
                  <a:lnTo>
                    <a:pt x="5275" y="13217"/>
                  </a:lnTo>
                  <a:lnTo>
                    <a:pt x="3931" y="11613"/>
                  </a:lnTo>
                  <a:lnTo>
                    <a:pt x="2608" y="10028"/>
                  </a:lnTo>
                  <a:close/>
                  <a:moveTo>
                    <a:pt x="17428" y="15523"/>
                  </a:moveTo>
                  <a:lnTo>
                    <a:pt x="16646" y="15744"/>
                  </a:lnTo>
                  <a:lnTo>
                    <a:pt x="15843" y="15944"/>
                  </a:lnTo>
                  <a:lnTo>
                    <a:pt x="15041" y="16125"/>
                  </a:lnTo>
                  <a:lnTo>
                    <a:pt x="14199" y="16305"/>
                  </a:lnTo>
                  <a:lnTo>
                    <a:pt x="13377" y="16446"/>
                  </a:lnTo>
                  <a:lnTo>
                    <a:pt x="12534" y="16566"/>
                  </a:lnTo>
                  <a:lnTo>
                    <a:pt x="11692" y="16646"/>
                  </a:lnTo>
                  <a:lnTo>
                    <a:pt x="11271" y="16666"/>
                  </a:lnTo>
                  <a:lnTo>
                    <a:pt x="10870" y="16666"/>
                  </a:lnTo>
                  <a:lnTo>
                    <a:pt x="12314" y="18451"/>
                  </a:lnTo>
                  <a:lnTo>
                    <a:pt x="12735" y="19013"/>
                  </a:lnTo>
                  <a:lnTo>
                    <a:pt x="12916" y="19233"/>
                  </a:lnTo>
                  <a:lnTo>
                    <a:pt x="14059" y="19053"/>
                  </a:lnTo>
                  <a:lnTo>
                    <a:pt x="14460" y="18993"/>
                  </a:lnTo>
                  <a:lnTo>
                    <a:pt x="14720" y="18973"/>
                  </a:lnTo>
                  <a:lnTo>
                    <a:pt x="14821" y="18993"/>
                  </a:lnTo>
                  <a:lnTo>
                    <a:pt x="14841" y="19013"/>
                  </a:lnTo>
                  <a:lnTo>
                    <a:pt x="14881" y="19053"/>
                  </a:lnTo>
                  <a:lnTo>
                    <a:pt x="14941" y="19253"/>
                  </a:lnTo>
                  <a:lnTo>
                    <a:pt x="15101" y="19975"/>
                  </a:lnTo>
                  <a:lnTo>
                    <a:pt x="15322" y="21098"/>
                  </a:lnTo>
                  <a:lnTo>
                    <a:pt x="15583" y="22542"/>
                  </a:lnTo>
                  <a:lnTo>
                    <a:pt x="16245" y="26172"/>
                  </a:lnTo>
                  <a:lnTo>
                    <a:pt x="16626" y="28238"/>
                  </a:lnTo>
                  <a:lnTo>
                    <a:pt x="17067" y="30404"/>
                  </a:lnTo>
                  <a:lnTo>
                    <a:pt x="17568" y="32590"/>
                  </a:lnTo>
                  <a:lnTo>
                    <a:pt x="17829" y="33673"/>
                  </a:lnTo>
                  <a:lnTo>
                    <a:pt x="18090" y="34735"/>
                  </a:lnTo>
                  <a:lnTo>
                    <a:pt x="18370" y="35798"/>
                  </a:lnTo>
                  <a:lnTo>
                    <a:pt x="18671" y="36801"/>
                  </a:lnTo>
                  <a:lnTo>
                    <a:pt x="18972" y="37784"/>
                  </a:lnTo>
                  <a:lnTo>
                    <a:pt x="19273" y="38726"/>
                  </a:lnTo>
                  <a:lnTo>
                    <a:pt x="19594" y="39609"/>
                  </a:lnTo>
                  <a:lnTo>
                    <a:pt x="19935" y="40411"/>
                  </a:lnTo>
                  <a:lnTo>
                    <a:pt x="20276" y="41173"/>
                  </a:lnTo>
                  <a:lnTo>
                    <a:pt x="20616" y="41855"/>
                  </a:lnTo>
                  <a:lnTo>
                    <a:pt x="20797" y="42156"/>
                  </a:lnTo>
                  <a:lnTo>
                    <a:pt x="20977" y="42436"/>
                  </a:lnTo>
                  <a:lnTo>
                    <a:pt x="21158" y="42697"/>
                  </a:lnTo>
                  <a:lnTo>
                    <a:pt x="21358" y="42938"/>
                  </a:lnTo>
                  <a:lnTo>
                    <a:pt x="21539" y="43158"/>
                  </a:lnTo>
                  <a:lnTo>
                    <a:pt x="21739" y="43339"/>
                  </a:lnTo>
                  <a:lnTo>
                    <a:pt x="21920" y="43519"/>
                  </a:lnTo>
                  <a:lnTo>
                    <a:pt x="22121" y="43640"/>
                  </a:lnTo>
                  <a:lnTo>
                    <a:pt x="22562" y="43880"/>
                  </a:lnTo>
                  <a:lnTo>
                    <a:pt x="23043" y="44101"/>
                  </a:lnTo>
                  <a:lnTo>
                    <a:pt x="23585" y="44301"/>
                  </a:lnTo>
                  <a:lnTo>
                    <a:pt x="24166" y="44502"/>
                  </a:lnTo>
                  <a:lnTo>
                    <a:pt x="24808" y="44682"/>
                  </a:lnTo>
                  <a:lnTo>
                    <a:pt x="25510" y="44843"/>
                  </a:lnTo>
                  <a:lnTo>
                    <a:pt x="26232" y="45003"/>
                  </a:lnTo>
                  <a:lnTo>
                    <a:pt x="26994" y="45144"/>
                  </a:lnTo>
                  <a:lnTo>
                    <a:pt x="27776" y="45284"/>
                  </a:lnTo>
                  <a:lnTo>
                    <a:pt x="28598" y="45404"/>
                  </a:lnTo>
                  <a:lnTo>
                    <a:pt x="29460" y="45505"/>
                  </a:lnTo>
                  <a:lnTo>
                    <a:pt x="30323" y="45605"/>
                  </a:lnTo>
                  <a:lnTo>
                    <a:pt x="32108" y="45785"/>
                  </a:lnTo>
                  <a:lnTo>
                    <a:pt x="33913" y="45926"/>
                  </a:lnTo>
                  <a:lnTo>
                    <a:pt x="35717" y="46026"/>
                  </a:lnTo>
                  <a:lnTo>
                    <a:pt x="37502" y="46106"/>
                  </a:lnTo>
                  <a:lnTo>
                    <a:pt x="39227" y="46167"/>
                  </a:lnTo>
                  <a:lnTo>
                    <a:pt x="40851" y="46207"/>
                  </a:lnTo>
                  <a:lnTo>
                    <a:pt x="43719" y="46247"/>
                  </a:lnTo>
                  <a:lnTo>
                    <a:pt x="47008" y="46247"/>
                  </a:lnTo>
                  <a:lnTo>
                    <a:pt x="49274" y="46227"/>
                  </a:lnTo>
                  <a:lnTo>
                    <a:pt x="50598" y="46207"/>
                  </a:lnTo>
                  <a:lnTo>
                    <a:pt x="52002" y="46167"/>
                  </a:lnTo>
                  <a:lnTo>
                    <a:pt x="53486" y="46106"/>
                  </a:lnTo>
                  <a:lnTo>
                    <a:pt x="55010" y="46026"/>
                  </a:lnTo>
                  <a:lnTo>
                    <a:pt x="56574" y="45886"/>
                  </a:lnTo>
                  <a:lnTo>
                    <a:pt x="58138" y="45745"/>
                  </a:lnTo>
                  <a:lnTo>
                    <a:pt x="56494" y="45745"/>
                  </a:lnTo>
                  <a:lnTo>
                    <a:pt x="55632" y="45705"/>
                  </a:lnTo>
                  <a:lnTo>
                    <a:pt x="54749" y="45665"/>
                  </a:lnTo>
                  <a:lnTo>
                    <a:pt x="53887" y="45625"/>
                  </a:lnTo>
                  <a:lnTo>
                    <a:pt x="53024" y="45545"/>
                  </a:lnTo>
                  <a:lnTo>
                    <a:pt x="52142" y="45465"/>
                  </a:lnTo>
                  <a:lnTo>
                    <a:pt x="51280" y="45384"/>
                  </a:lnTo>
                  <a:lnTo>
                    <a:pt x="50417" y="45264"/>
                  </a:lnTo>
                  <a:lnTo>
                    <a:pt x="48693" y="45023"/>
                  </a:lnTo>
                  <a:lnTo>
                    <a:pt x="46968" y="44723"/>
                  </a:lnTo>
                  <a:lnTo>
                    <a:pt x="45263" y="44402"/>
                  </a:lnTo>
                  <a:lnTo>
                    <a:pt x="43579" y="44021"/>
                  </a:lnTo>
                  <a:lnTo>
                    <a:pt x="41894" y="43620"/>
                  </a:lnTo>
                  <a:lnTo>
                    <a:pt x="40190" y="43198"/>
                  </a:lnTo>
                  <a:lnTo>
                    <a:pt x="38505" y="42737"/>
                  </a:lnTo>
                  <a:lnTo>
                    <a:pt x="37663" y="42497"/>
                  </a:lnTo>
                  <a:lnTo>
                    <a:pt x="36820" y="42236"/>
                  </a:lnTo>
                  <a:lnTo>
                    <a:pt x="35978" y="41955"/>
                  </a:lnTo>
                  <a:lnTo>
                    <a:pt x="35156" y="41654"/>
                  </a:lnTo>
                  <a:lnTo>
                    <a:pt x="34334" y="41353"/>
                  </a:lnTo>
                  <a:lnTo>
                    <a:pt x="33511" y="41033"/>
                  </a:lnTo>
                  <a:lnTo>
                    <a:pt x="32709" y="40692"/>
                  </a:lnTo>
                  <a:lnTo>
                    <a:pt x="31927" y="40331"/>
                  </a:lnTo>
                  <a:lnTo>
                    <a:pt x="31145" y="39950"/>
                  </a:lnTo>
                  <a:lnTo>
                    <a:pt x="30363" y="39528"/>
                  </a:lnTo>
                  <a:lnTo>
                    <a:pt x="29621" y="39107"/>
                  </a:lnTo>
                  <a:lnTo>
                    <a:pt x="28899" y="38666"/>
                  </a:lnTo>
                  <a:lnTo>
                    <a:pt x="28197" y="38185"/>
                  </a:lnTo>
                  <a:lnTo>
                    <a:pt x="27535" y="37683"/>
                  </a:lnTo>
                  <a:lnTo>
                    <a:pt x="26893" y="37162"/>
                  </a:lnTo>
                  <a:lnTo>
                    <a:pt x="26272" y="36601"/>
                  </a:lnTo>
                  <a:lnTo>
                    <a:pt x="25670" y="36039"/>
                  </a:lnTo>
                  <a:lnTo>
                    <a:pt x="25089" y="35437"/>
                  </a:lnTo>
                  <a:lnTo>
                    <a:pt x="24547" y="34816"/>
                  </a:lnTo>
                  <a:lnTo>
                    <a:pt x="24026" y="34174"/>
                  </a:lnTo>
                  <a:lnTo>
                    <a:pt x="23524" y="33512"/>
                  </a:lnTo>
                  <a:lnTo>
                    <a:pt x="23043" y="32830"/>
                  </a:lnTo>
                  <a:lnTo>
                    <a:pt x="22602" y="32128"/>
                  </a:lnTo>
                  <a:lnTo>
                    <a:pt x="22181" y="31386"/>
                  </a:lnTo>
                  <a:lnTo>
                    <a:pt x="21780" y="30644"/>
                  </a:lnTo>
                  <a:lnTo>
                    <a:pt x="21399" y="29862"/>
                  </a:lnTo>
                  <a:lnTo>
                    <a:pt x="21018" y="29020"/>
                  </a:lnTo>
                  <a:lnTo>
                    <a:pt x="20677" y="28178"/>
                  </a:lnTo>
                  <a:lnTo>
                    <a:pt x="20356" y="27315"/>
                  </a:lnTo>
                  <a:lnTo>
                    <a:pt x="20055" y="26433"/>
                  </a:lnTo>
                  <a:lnTo>
                    <a:pt x="19774" y="25571"/>
                  </a:lnTo>
                  <a:lnTo>
                    <a:pt x="19513" y="24688"/>
                  </a:lnTo>
                  <a:lnTo>
                    <a:pt x="19273" y="23786"/>
                  </a:lnTo>
                  <a:lnTo>
                    <a:pt x="19052" y="22883"/>
                  </a:lnTo>
                  <a:lnTo>
                    <a:pt x="18832" y="22001"/>
                  </a:lnTo>
                  <a:lnTo>
                    <a:pt x="18651" y="21098"/>
                  </a:lnTo>
                  <a:lnTo>
                    <a:pt x="18270" y="19273"/>
                  </a:lnTo>
                  <a:lnTo>
                    <a:pt x="17949" y="17468"/>
                  </a:lnTo>
                  <a:lnTo>
                    <a:pt x="17628" y="15644"/>
                  </a:lnTo>
                  <a:lnTo>
                    <a:pt x="17608" y="15603"/>
                  </a:lnTo>
                  <a:lnTo>
                    <a:pt x="17568" y="15563"/>
                  </a:lnTo>
                  <a:lnTo>
                    <a:pt x="17528" y="15523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6" name="Google Shape;5826;p22"/>
            <p:cNvSpPr/>
            <p:nvPr/>
          </p:nvSpPr>
          <p:spPr>
            <a:xfrm>
              <a:off x="8528400" y="4367775"/>
              <a:ext cx="1181750" cy="768100"/>
            </a:xfrm>
            <a:custGeom>
              <a:avLst/>
              <a:gdLst/>
              <a:ahLst/>
              <a:cxnLst/>
              <a:rect l="l" t="t" r="r" b="b"/>
              <a:pathLst>
                <a:path w="47270" h="30724" fill="none" extrusionOk="0">
                  <a:moveTo>
                    <a:pt x="6599" y="0"/>
                  </a:moveTo>
                  <a:lnTo>
                    <a:pt x="6599" y="0"/>
                  </a:lnTo>
                  <a:lnTo>
                    <a:pt x="6559" y="0"/>
                  </a:lnTo>
                  <a:lnTo>
                    <a:pt x="6559" y="0"/>
                  </a:lnTo>
                  <a:lnTo>
                    <a:pt x="5777" y="221"/>
                  </a:lnTo>
                  <a:lnTo>
                    <a:pt x="4974" y="421"/>
                  </a:lnTo>
                  <a:lnTo>
                    <a:pt x="4172" y="602"/>
                  </a:lnTo>
                  <a:lnTo>
                    <a:pt x="3330" y="782"/>
                  </a:lnTo>
                  <a:lnTo>
                    <a:pt x="2508" y="923"/>
                  </a:lnTo>
                  <a:lnTo>
                    <a:pt x="1665" y="1043"/>
                  </a:lnTo>
                  <a:lnTo>
                    <a:pt x="823" y="1123"/>
                  </a:lnTo>
                  <a:lnTo>
                    <a:pt x="402" y="1143"/>
                  </a:lnTo>
                  <a:lnTo>
                    <a:pt x="1" y="1143"/>
                  </a:lnTo>
                  <a:lnTo>
                    <a:pt x="1" y="1143"/>
                  </a:lnTo>
                  <a:lnTo>
                    <a:pt x="1445" y="2928"/>
                  </a:lnTo>
                  <a:lnTo>
                    <a:pt x="1866" y="3490"/>
                  </a:lnTo>
                  <a:lnTo>
                    <a:pt x="2047" y="3710"/>
                  </a:lnTo>
                  <a:lnTo>
                    <a:pt x="2047" y="3710"/>
                  </a:lnTo>
                  <a:lnTo>
                    <a:pt x="2047" y="3710"/>
                  </a:lnTo>
                  <a:lnTo>
                    <a:pt x="2047" y="3710"/>
                  </a:lnTo>
                  <a:lnTo>
                    <a:pt x="3190" y="3530"/>
                  </a:lnTo>
                  <a:lnTo>
                    <a:pt x="3591" y="3470"/>
                  </a:lnTo>
                  <a:lnTo>
                    <a:pt x="3851" y="3450"/>
                  </a:lnTo>
                  <a:lnTo>
                    <a:pt x="3851" y="3450"/>
                  </a:lnTo>
                  <a:lnTo>
                    <a:pt x="3952" y="3470"/>
                  </a:lnTo>
                  <a:lnTo>
                    <a:pt x="3952" y="3470"/>
                  </a:lnTo>
                  <a:lnTo>
                    <a:pt x="3972" y="3490"/>
                  </a:lnTo>
                  <a:lnTo>
                    <a:pt x="4012" y="3530"/>
                  </a:lnTo>
                  <a:lnTo>
                    <a:pt x="4072" y="3730"/>
                  </a:lnTo>
                  <a:lnTo>
                    <a:pt x="4232" y="4452"/>
                  </a:lnTo>
                  <a:lnTo>
                    <a:pt x="4453" y="5575"/>
                  </a:lnTo>
                  <a:lnTo>
                    <a:pt x="4714" y="7019"/>
                  </a:lnTo>
                  <a:lnTo>
                    <a:pt x="5376" y="10649"/>
                  </a:lnTo>
                  <a:lnTo>
                    <a:pt x="5757" y="12715"/>
                  </a:lnTo>
                  <a:lnTo>
                    <a:pt x="6198" y="14881"/>
                  </a:lnTo>
                  <a:lnTo>
                    <a:pt x="6699" y="17067"/>
                  </a:lnTo>
                  <a:lnTo>
                    <a:pt x="6960" y="18150"/>
                  </a:lnTo>
                  <a:lnTo>
                    <a:pt x="7221" y="19212"/>
                  </a:lnTo>
                  <a:lnTo>
                    <a:pt x="7501" y="20275"/>
                  </a:lnTo>
                  <a:lnTo>
                    <a:pt x="7802" y="21278"/>
                  </a:lnTo>
                  <a:lnTo>
                    <a:pt x="8103" y="22261"/>
                  </a:lnTo>
                  <a:lnTo>
                    <a:pt x="8404" y="23203"/>
                  </a:lnTo>
                  <a:lnTo>
                    <a:pt x="8725" y="24086"/>
                  </a:lnTo>
                  <a:lnTo>
                    <a:pt x="9066" y="24888"/>
                  </a:lnTo>
                  <a:lnTo>
                    <a:pt x="9407" y="25650"/>
                  </a:lnTo>
                  <a:lnTo>
                    <a:pt x="9747" y="26332"/>
                  </a:lnTo>
                  <a:lnTo>
                    <a:pt x="9928" y="26633"/>
                  </a:lnTo>
                  <a:lnTo>
                    <a:pt x="10108" y="26913"/>
                  </a:lnTo>
                  <a:lnTo>
                    <a:pt x="10289" y="27174"/>
                  </a:lnTo>
                  <a:lnTo>
                    <a:pt x="10489" y="27415"/>
                  </a:lnTo>
                  <a:lnTo>
                    <a:pt x="10670" y="27635"/>
                  </a:lnTo>
                  <a:lnTo>
                    <a:pt x="10870" y="27816"/>
                  </a:lnTo>
                  <a:lnTo>
                    <a:pt x="11051" y="27996"/>
                  </a:lnTo>
                  <a:lnTo>
                    <a:pt x="11252" y="28117"/>
                  </a:lnTo>
                  <a:lnTo>
                    <a:pt x="11252" y="28117"/>
                  </a:lnTo>
                  <a:lnTo>
                    <a:pt x="11693" y="28357"/>
                  </a:lnTo>
                  <a:lnTo>
                    <a:pt x="12174" y="28578"/>
                  </a:lnTo>
                  <a:lnTo>
                    <a:pt x="12716" y="28778"/>
                  </a:lnTo>
                  <a:lnTo>
                    <a:pt x="13297" y="28979"/>
                  </a:lnTo>
                  <a:lnTo>
                    <a:pt x="13939" y="29159"/>
                  </a:lnTo>
                  <a:lnTo>
                    <a:pt x="14641" y="29320"/>
                  </a:lnTo>
                  <a:lnTo>
                    <a:pt x="15363" y="29480"/>
                  </a:lnTo>
                  <a:lnTo>
                    <a:pt x="16125" y="29621"/>
                  </a:lnTo>
                  <a:lnTo>
                    <a:pt x="16907" y="29761"/>
                  </a:lnTo>
                  <a:lnTo>
                    <a:pt x="17729" y="29881"/>
                  </a:lnTo>
                  <a:lnTo>
                    <a:pt x="18591" y="29982"/>
                  </a:lnTo>
                  <a:lnTo>
                    <a:pt x="19454" y="30082"/>
                  </a:lnTo>
                  <a:lnTo>
                    <a:pt x="21239" y="30262"/>
                  </a:lnTo>
                  <a:lnTo>
                    <a:pt x="23044" y="30403"/>
                  </a:lnTo>
                  <a:lnTo>
                    <a:pt x="24848" y="30503"/>
                  </a:lnTo>
                  <a:lnTo>
                    <a:pt x="26633" y="30583"/>
                  </a:lnTo>
                  <a:lnTo>
                    <a:pt x="28358" y="30644"/>
                  </a:lnTo>
                  <a:lnTo>
                    <a:pt x="29982" y="30684"/>
                  </a:lnTo>
                  <a:lnTo>
                    <a:pt x="32850" y="30724"/>
                  </a:lnTo>
                  <a:lnTo>
                    <a:pt x="34956" y="30724"/>
                  </a:lnTo>
                  <a:lnTo>
                    <a:pt x="34956" y="30724"/>
                  </a:lnTo>
                  <a:lnTo>
                    <a:pt x="36139" y="30724"/>
                  </a:lnTo>
                  <a:lnTo>
                    <a:pt x="36139" y="30724"/>
                  </a:lnTo>
                  <a:lnTo>
                    <a:pt x="38405" y="30704"/>
                  </a:lnTo>
                  <a:lnTo>
                    <a:pt x="39729" y="30684"/>
                  </a:lnTo>
                  <a:lnTo>
                    <a:pt x="41133" y="30644"/>
                  </a:lnTo>
                  <a:lnTo>
                    <a:pt x="42617" y="30583"/>
                  </a:lnTo>
                  <a:lnTo>
                    <a:pt x="44141" y="30503"/>
                  </a:lnTo>
                  <a:lnTo>
                    <a:pt x="45705" y="30363"/>
                  </a:lnTo>
                  <a:lnTo>
                    <a:pt x="47269" y="30222"/>
                  </a:lnTo>
                  <a:lnTo>
                    <a:pt x="47269" y="30222"/>
                  </a:lnTo>
                  <a:lnTo>
                    <a:pt x="46487" y="30222"/>
                  </a:lnTo>
                  <a:lnTo>
                    <a:pt x="46487" y="30222"/>
                  </a:lnTo>
                  <a:lnTo>
                    <a:pt x="45625" y="30222"/>
                  </a:lnTo>
                  <a:lnTo>
                    <a:pt x="44763" y="30182"/>
                  </a:lnTo>
                  <a:lnTo>
                    <a:pt x="43880" y="30142"/>
                  </a:lnTo>
                  <a:lnTo>
                    <a:pt x="43018" y="30102"/>
                  </a:lnTo>
                  <a:lnTo>
                    <a:pt x="42155" y="30022"/>
                  </a:lnTo>
                  <a:lnTo>
                    <a:pt x="41273" y="29942"/>
                  </a:lnTo>
                  <a:lnTo>
                    <a:pt x="40411" y="29861"/>
                  </a:lnTo>
                  <a:lnTo>
                    <a:pt x="39548" y="29741"/>
                  </a:lnTo>
                  <a:lnTo>
                    <a:pt x="37824" y="29500"/>
                  </a:lnTo>
                  <a:lnTo>
                    <a:pt x="36099" y="29200"/>
                  </a:lnTo>
                  <a:lnTo>
                    <a:pt x="34394" y="28879"/>
                  </a:lnTo>
                  <a:lnTo>
                    <a:pt x="32710" y="28498"/>
                  </a:lnTo>
                  <a:lnTo>
                    <a:pt x="32710" y="28498"/>
                  </a:lnTo>
                  <a:lnTo>
                    <a:pt x="31025" y="28097"/>
                  </a:lnTo>
                  <a:lnTo>
                    <a:pt x="29321" y="27675"/>
                  </a:lnTo>
                  <a:lnTo>
                    <a:pt x="27636" y="27214"/>
                  </a:lnTo>
                  <a:lnTo>
                    <a:pt x="26794" y="26974"/>
                  </a:lnTo>
                  <a:lnTo>
                    <a:pt x="25951" y="26713"/>
                  </a:lnTo>
                  <a:lnTo>
                    <a:pt x="25109" y="26432"/>
                  </a:lnTo>
                  <a:lnTo>
                    <a:pt x="24287" y="26131"/>
                  </a:lnTo>
                  <a:lnTo>
                    <a:pt x="23465" y="25830"/>
                  </a:lnTo>
                  <a:lnTo>
                    <a:pt x="22642" y="25510"/>
                  </a:lnTo>
                  <a:lnTo>
                    <a:pt x="21840" y="25169"/>
                  </a:lnTo>
                  <a:lnTo>
                    <a:pt x="21058" y="24808"/>
                  </a:lnTo>
                  <a:lnTo>
                    <a:pt x="20276" y="24427"/>
                  </a:lnTo>
                  <a:lnTo>
                    <a:pt x="19494" y="24005"/>
                  </a:lnTo>
                  <a:lnTo>
                    <a:pt x="19494" y="24005"/>
                  </a:lnTo>
                  <a:lnTo>
                    <a:pt x="18752" y="23584"/>
                  </a:lnTo>
                  <a:lnTo>
                    <a:pt x="18030" y="23143"/>
                  </a:lnTo>
                  <a:lnTo>
                    <a:pt x="17328" y="22662"/>
                  </a:lnTo>
                  <a:lnTo>
                    <a:pt x="16666" y="22160"/>
                  </a:lnTo>
                  <a:lnTo>
                    <a:pt x="16024" y="21639"/>
                  </a:lnTo>
                  <a:lnTo>
                    <a:pt x="15403" y="21078"/>
                  </a:lnTo>
                  <a:lnTo>
                    <a:pt x="14801" y="20516"/>
                  </a:lnTo>
                  <a:lnTo>
                    <a:pt x="14220" y="19914"/>
                  </a:lnTo>
                  <a:lnTo>
                    <a:pt x="13678" y="19293"/>
                  </a:lnTo>
                  <a:lnTo>
                    <a:pt x="13157" y="18651"/>
                  </a:lnTo>
                  <a:lnTo>
                    <a:pt x="12655" y="17989"/>
                  </a:lnTo>
                  <a:lnTo>
                    <a:pt x="12174" y="17307"/>
                  </a:lnTo>
                  <a:lnTo>
                    <a:pt x="11733" y="16605"/>
                  </a:lnTo>
                  <a:lnTo>
                    <a:pt x="11312" y="15863"/>
                  </a:lnTo>
                  <a:lnTo>
                    <a:pt x="10911" y="15121"/>
                  </a:lnTo>
                  <a:lnTo>
                    <a:pt x="10530" y="14339"/>
                  </a:lnTo>
                  <a:lnTo>
                    <a:pt x="10530" y="14339"/>
                  </a:lnTo>
                  <a:lnTo>
                    <a:pt x="10149" y="13497"/>
                  </a:lnTo>
                  <a:lnTo>
                    <a:pt x="9808" y="12655"/>
                  </a:lnTo>
                  <a:lnTo>
                    <a:pt x="9487" y="11792"/>
                  </a:lnTo>
                  <a:lnTo>
                    <a:pt x="9186" y="10910"/>
                  </a:lnTo>
                  <a:lnTo>
                    <a:pt x="8905" y="10048"/>
                  </a:lnTo>
                  <a:lnTo>
                    <a:pt x="8644" y="9165"/>
                  </a:lnTo>
                  <a:lnTo>
                    <a:pt x="8404" y="8263"/>
                  </a:lnTo>
                  <a:lnTo>
                    <a:pt x="8183" y="7360"/>
                  </a:lnTo>
                  <a:lnTo>
                    <a:pt x="7963" y="6478"/>
                  </a:lnTo>
                  <a:lnTo>
                    <a:pt x="7782" y="5575"/>
                  </a:lnTo>
                  <a:lnTo>
                    <a:pt x="7401" y="3750"/>
                  </a:lnTo>
                  <a:lnTo>
                    <a:pt x="7080" y="1945"/>
                  </a:lnTo>
                  <a:lnTo>
                    <a:pt x="6759" y="121"/>
                  </a:lnTo>
                  <a:lnTo>
                    <a:pt x="6759" y="121"/>
                  </a:lnTo>
                  <a:lnTo>
                    <a:pt x="6739" y="80"/>
                  </a:lnTo>
                  <a:lnTo>
                    <a:pt x="6699" y="40"/>
                  </a:lnTo>
                  <a:lnTo>
                    <a:pt x="6659" y="0"/>
                  </a:lnTo>
                  <a:lnTo>
                    <a:pt x="659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7" name="Google Shape;5827;p22"/>
            <p:cNvSpPr/>
            <p:nvPr/>
          </p:nvSpPr>
          <p:spPr>
            <a:xfrm>
              <a:off x="8256675" y="4230400"/>
              <a:ext cx="275275" cy="255725"/>
            </a:xfrm>
            <a:custGeom>
              <a:avLst/>
              <a:gdLst/>
              <a:ahLst/>
              <a:cxnLst/>
              <a:rect l="l" t="t" r="r" b="b"/>
              <a:pathLst>
                <a:path w="11011" h="10229" fill="none" extrusionOk="0">
                  <a:moveTo>
                    <a:pt x="2608" y="0"/>
                  </a:moveTo>
                  <a:lnTo>
                    <a:pt x="2608" y="0"/>
                  </a:lnTo>
                  <a:lnTo>
                    <a:pt x="2146" y="482"/>
                  </a:lnTo>
                  <a:lnTo>
                    <a:pt x="1725" y="943"/>
                  </a:lnTo>
                  <a:lnTo>
                    <a:pt x="1364" y="1384"/>
                  </a:lnTo>
                  <a:lnTo>
                    <a:pt x="1023" y="1805"/>
                  </a:lnTo>
                  <a:lnTo>
                    <a:pt x="742" y="2186"/>
                  </a:lnTo>
                  <a:lnTo>
                    <a:pt x="522" y="2527"/>
                  </a:lnTo>
                  <a:lnTo>
                    <a:pt x="341" y="2848"/>
                  </a:lnTo>
                  <a:lnTo>
                    <a:pt x="221" y="3109"/>
                  </a:lnTo>
                  <a:lnTo>
                    <a:pt x="221" y="3109"/>
                  </a:lnTo>
                  <a:lnTo>
                    <a:pt x="121" y="3430"/>
                  </a:lnTo>
                  <a:lnTo>
                    <a:pt x="61" y="3770"/>
                  </a:lnTo>
                  <a:lnTo>
                    <a:pt x="20" y="4111"/>
                  </a:lnTo>
                  <a:lnTo>
                    <a:pt x="0" y="4432"/>
                  </a:lnTo>
                  <a:lnTo>
                    <a:pt x="0" y="4432"/>
                  </a:lnTo>
                  <a:lnTo>
                    <a:pt x="20" y="4914"/>
                  </a:lnTo>
                  <a:lnTo>
                    <a:pt x="101" y="5375"/>
                  </a:lnTo>
                  <a:lnTo>
                    <a:pt x="201" y="5836"/>
                  </a:lnTo>
                  <a:lnTo>
                    <a:pt x="341" y="6297"/>
                  </a:lnTo>
                  <a:lnTo>
                    <a:pt x="522" y="6739"/>
                  </a:lnTo>
                  <a:lnTo>
                    <a:pt x="742" y="7160"/>
                  </a:lnTo>
                  <a:lnTo>
                    <a:pt x="983" y="7581"/>
                  </a:lnTo>
                  <a:lnTo>
                    <a:pt x="1264" y="7982"/>
                  </a:lnTo>
                  <a:lnTo>
                    <a:pt x="1545" y="8363"/>
                  </a:lnTo>
                  <a:lnTo>
                    <a:pt x="1866" y="8704"/>
                  </a:lnTo>
                  <a:lnTo>
                    <a:pt x="2186" y="9025"/>
                  </a:lnTo>
                  <a:lnTo>
                    <a:pt x="2527" y="9326"/>
                  </a:lnTo>
                  <a:lnTo>
                    <a:pt x="2868" y="9586"/>
                  </a:lnTo>
                  <a:lnTo>
                    <a:pt x="3229" y="9787"/>
                  </a:lnTo>
                  <a:lnTo>
                    <a:pt x="3590" y="9967"/>
                  </a:lnTo>
                  <a:lnTo>
                    <a:pt x="3951" y="10088"/>
                  </a:lnTo>
                  <a:lnTo>
                    <a:pt x="3951" y="10088"/>
                  </a:lnTo>
                  <a:lnTo>
                    <a:pt x="4212" y="10148"/>
                  </a:lnTo>
                  <a:lnTo>
                    <a:pt x="4533" y="10188"/>
                  </a:lnTo>
                  <a:lnTo>
                    <a:pt x="4874" y="10208"/>
                  </a:lnTo>
                  <a:lnTo>
                    <a:pt x="5255" y="10228"/>
                  </a:lnTo>
                  <a:lnTo>
                    <a:pt x="5255" y="10228"/>
                  </a:lnTo>
                  <a:lnTo>
                    <a:pt x="5836" y="10208"/>
                  </a:lnTo>
                  <a:lnTo>
                    <a:pt x="6478" y="10168"/>
                  </a:lnTo>
                  <a:lnTo>
                    <a:pt x="7160" y="10108"/>
                  </a:lnTo>
                  <a:lnTo>
                    <a:pt x="7882" y="10028"/>
                  </a:lnTo>
                  <a:lnTo>
                    <a:pt x="9326" y="9827"/>
                  </a:lnTo>
                  <a:lnTo>
                    <a:pt x="10790" y="9586"/>
                  </a:lnTo>
                  <a:lnTo>
                    <a:pt x="10790" y="9586"/>
                  </a:lnTo>
                  <a:lnTo>
                    <a:pt x="11010" y="9546"/>
                  </a:lnTo>
                  <a:lnTo>
                    <a:pt x="11010" y="9546"/>
                  </a:lnTo>
                  <a:lnTo>
                    <a:pt x="11010" y="9546"/>
                  </a:lnTo>
                  <a:lnTo>
                    <a:pt x="11010" y="9546"/>
                  </a:lnTo>
                  <a:lnTo>
                    <a:pt x="10930" y="9526"/>
                  </a:lnTo>
                  <a:lnTo>
                    <a:pt x="10850" y="9446"/>
                  </a:lnTo>
                  <a:lnTo>
                    <a:pt x="10589" y="9205"/>
                  </a:lnTo>
                  <a:lnTo>
                    <a:pt x="10228" y="8864"/>
                  </a:lnTo>
                  <a:lnTo>
                    <a:pt x="9807" y="8403"/>
                  </a:lnTo>
                  <a:lnTo>
                    <a:pt x="8744" y="7220"/>
                  </a:lnTo>
                  <a:lnTo>
                    <a:pt x="7521" y="5816"/>
                  </a:lnTo>
                  <a:lnTo>
                    <a:pt x="7521" y="5816"/>
                  </a:lnTo>
                  <a:lnTo>
                    <a:pt x="7320" y="5636"/>
                  </a:lnTo>
                  <a:lnTo>
                    <a:pt x="7140" y="5455"/>
                  </a:lnTo>
                  <a:lnTo>
                    <a:pt x="6979" y="5234"/>
                  </a:lnTo>
                  <a:lnTo>
                    <a:pt x="6839" y="5014"/>
                  </a:lnTo>
                  <a:lnTo>
                    <a:pt x="6839" y="5014"/>
                  </a:lnTo>
                  <a:lnTo>
                    <a:pt x="5275" y="3189"/>
                  </a:lnTo>
                  <a:lnTo>
                    <a:pt x="3931" y="1585"/>
                  </a:lnTo>
                  <a:lnTo>
                    <a:pt x="2608" y="0"/>
                  </a:lnTo>
                  <a:lnTo>
                    <a:pt x="2608" y="0"/>
                  </a:lnTo>
                  <a:lnTo>
                    <a:pt x="2608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8" name="Google Shape;5828;p22"/>
            <p:cNvSpPr/>
            <p:nvPr/>
          </p:nvSpPr>
          <p:spPr>
            <a:xfrm>
              <a:off x="8386025" y="4201825"/>
              <a:ext cx="60700" cy="63175"/>
            </a:xfrm>
            <a:custGeom>
              <a:avLst/>
              <a:gdLst/>
              <a:ahLst/>
              <a:cxnLst/>
              <a:rect l="l" t="t" r="r" b="b"/>
              <a:pathLst>
                <a:path w="2428" h="2527" fill="none" extrusionOk="0">
                  <a:moveTo>
                    <a:pt x="2427" y="0"/>
                  </a:moveTo>
                  <a:lnTo>
                    <a:pt x="2427" y="0"/>
                  </a:lnTo>
                  <a:lnTo>
                    <a:pt x="2247" y="100"/>
                  </a:lnTo>
                  <a:lnTo>
                    <a:pt x="2247" y="100"/>
                  </a:lnTo>
                  <a:lnTo>
                    <a:pt x="1966" y="241"/>
                  </a:lnTo>
                  <a:lnTo>
                    <a:pt x="1685" y="361"/>
                  </a:lnTo>
                  <a:lnTo>
                    <a:pt x="1124" y="562"/>
                  </a:lnTo>
                  <a:lnTo>
                    <a:pt x="562" y="722"/>
                  </a:lnTo>
                  <a:lnTo>
                    <a:pt x="0" y="822"/>
                  </a:lnTo>
                  <a:lnTo>
                    <a:pt x="0" y="822"/>
                  </a:lnTo>
                  <a:lnTo>
                    <a:pt x="1404" y="2527"/>
                  </a:lnTo>
                  <a:lnTo>
                    <a:pt x="1404" y="2527"/>
                  </a:lnTo>
                  <a:lnTo>
                    <a:pt x="1525" y="2106"/>
                  </a:lnTo>
                  <a:lnTo>
                    <a:pt x="1665" y="1705"/>
                  </a:lnTo>
                  <a:lnTo>
                    <a:pt x="1665" y="1705"/>
                  </a:lnTo>
                  <a:lnTo>
                    <a:pt x="1846" y="1284"/>
                  </a:lnTo>
                  <a:lnTo>
                    <a:pt x="2026" y="842"/>
                  </a:lnTo>
                  <a:lnTo>
                    <a:pt x="2227" y="421"/>
                  </a:lnTo>
                  <a:lnTo>
                    <a:pt x="2427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9" name="Google Shape;5829;p22"/>
            <p:cNvSpPr/>
            <p:nvPr/>
          </p:nvSpPr>
          <p:spPr>
            <a:xfrm>
              <a:off x="8573025" y="3979700"/>
              <a:ext cx="95300" cy="67725"/>
            </a:xfrm>
            <a:custGeom>
              <a:avLst/>
              <a:gdLst/>
              <a:ahLst/>
              <a:cxnLst/>
              <a:rect l="l" t="t" r="r" b="b"/>
              <a:pathLst>
                <a:path w="3812" h="2709" fill="none" extrusionOk="0">
                  <a:moveTo>
                    <a:pt x="3470" y="1"/>
                  </a:moveTo>
                  <a:lnTo>
                    <a:pt x="3470" y="1"/>
                  </a:lnTo>
                  <a:lnTo>
                    <a:pt x="3470" y="1"/>
                  </a:lnTo>
                  <a:lnTo>
                    <a:pt x="3470" y="1"/>
                  </a:lnTo>
                  <a:lnTo>
                    <a:pt x="347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30" y="1"/>
                  </a:lnTo>
                  <a:lnTo>
                    <a:pt x="3430" y="1"/>
                  </a:lnTo>
                  <a:lnTo>
                    <a:pt x="3430" y="1"/>
                  </a:lnTo>
                  <a:lnTo>
                    <a:pt x="343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210" y="21"/>
                  </a:lnTo>
                  <a:lnTo>
                    <a:pt x="2969" y="61"/>
                  </a:lnTo>
                  <a:lnTo>
                    <a:pt x="2708" y="141"/>
                  </a:lnTo>
                  <a:lnTo>
                    <a:pt x="2447" y="242"/>
                  </a:lnTo>
                  <a:lnTo>
                    <a:pt x="2447" y="242"/>
                  </a:lnTo>
                  <a:lnTo>
                    <a:pt x="1966" y="442"/>
                  </a:lnTo>
                  <a:lnTo>
                    <a:pt x="1445" y="723"/>
                  </a:lnTo>
                  <a:lnTo>
                    <a:pt x="1445" y="723"/>
                  </a:lnTo>
                  <a:lnTo>
                    <a:pt x="1445" y="723"/>
                  </a:lnTo>
                  <a:lnTo>
                    <a:pt x="1204" y="964"/>
                  </a:lnTo>
                  <a:lnTo>
                    <a:pt x="983" y="1224"/>
                  </a:lnTo>
                  <a:lnTo>
                    <a:pt x="783" y="1485"/>
                  </a:lnTo>
                  <a:lnTo>
                    <a:pt x="602" y="1726"/>
                  </a:lnTo>
                  <a:lnTo>
                    <a:pt x="282" y="2227"/>
                  </a:lnTo>
                  <a:lnTo>
                    <a:pt x="1" y="2708"/>
                  </a:lnTo>
                  <a:lnTo>
                    <a:pt x="1" y="2708"/>
                  </a:lnTo>
                  <a:lnTo>
                    <a:pt x="803" y="2067"/>
                  </a:lnTo>
                  <a:lnTo>
                    <a:pt x="1625" y="1465"/>
                  </a:lnTo>
                  <a:lnTo>
                    <a:pt x="2488" y="903"/>
                  </a:lnTo>
                  <a:lnTo>
                    <a:pt x="3350" y="382"/>
                  </a:lnTo>
                  <a:lnTo>
                    <a:pt x="3350" y="382"/>
                  </a:lnTo>
                  <a:lnTo>
                    <a:pt x="3450" y="422"/>
                  </a:lnTo>
                  <a:lnTo>
                    <a:pt x="3450" y="422"/>
                  </a:lnTo>
                  <a:lnTo>
                    <a:pt x="3550" y="442"/>
                  </a:lnTo>
                  <a:lnTo>
                    <a:pt x="3550" y="442"/>
                  </a:lnTo>
                  <a:lnTo>
                    <a:pt x="3631" y="442"/>
                  </a:lnTo>
                  <a:lnTo>
                    <a:pt x="3711" y="402"/>
                  </a:lnTo>
                  <a:lnTo>
                    <a:pt x="3751" y="342"/>
                  </a:lnTo>
                  <a:lnTo>
                    <a:pt x="3791" y="262"/>
                  </a:lnTo>
                  <a:lnTo>
                    <a:pt x="3811" y="202"/>
                  </a:lnTo>
                  <a:lnTo>
                    <a:pt x="3811" y="121"/>
                  </a:lnTo>
                  <a:lnTo>
                    <a:pt x="3771" y="61"/>
                  </a:lnTo>
                  <a:lnTo>
                    <a:pt x="3691" y="1"/>
                  </a:lnTo>
                  <a:lnTo>
                    <a:pt x="3691" y="1"/>
                  </a:lnTo>
                  <a:lnTo>
                    <a:pt x="3691" y="1"/>
                  </a:lnTo>
                  <a:lnTo>
                    <a:pt x="347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0" name="Google Shape;5830;p22"/>
            <p:cNvSpPr/>
            <p:nvPr/>
          </p:nvSpPr>
          <p:spPr>
            <a:xfrm>
              <a:off x="9069375" y="4416900"/>
              <a:ext cx="762100" cy="505900"/>
            </a:xfrm>
            <a:custGeom>
              <a:avLst/>
              <a:gdLst/>
              <a:ahLst/>
              <a:cxnLst/>
              <a:rect l="l" t="t" r="r" b="b"/>
              <a:pathLst>
                <a:path w="30484" h="20236" extrusionOk="0">
                  <a:moveTo>
                    <a:pt x="17067" y="1"/>
                  </a:moveTo>
                  <a:lnTo>
                    <a:pt x="14781" y="41"/>
                  </a:lnTo>
                  <a:lnTo>
                    <a:pt x="10329" y="121"/>
                  </a:lnTo>
                  <a:lnTo>
                    <a:pt x="6278" y="221"/>
                  </a:lnTo>
                  <a:lnTo>
                    <a:pt x="3931" y="281"/>
                  </a:lnTo>
                  <a:lnTo>
                    <a:pt x="3450" y="642"/>
                  </a:lnTo>
                  <a:lnTo>
                    <a:pt x="3009" y="1023"/>
                  </a:lnTo>
                  <a:lnTo>
                    <a:pt x="2588" y="1444"/>
                  </a:lnTo>
                  <a:lnTo>
                    <a:pt x="2207" y="1866"/>
                  </a:lnTo>
                  <a:lnTo>
                    <a:pt x="1846" y="2327"/>
                  </a:lnTo>
                  <a:lnTo>
                    <a:pt x="1505" y="2808"/>
                  </a:lnTo>
                  <a:lnTo>
                    <a:pt x="1204" y="3289"/>
                  </a:lnTo>
                  <a:lnTo>
                    <a:pt x="923" y="3811"/>
                  </a:lnTo>
                  <a:lnTo>
                    <a:pt x="683" y="4332"/>
                  </a:lnTo>
                  <a:lnTo>
                    <a:pt x="482" y="4874"/>
                  </a:lnTo>
                  <a:lnTo>
                    <a:pt x="322" y="5435"/>
                  </a:lnTo>
                  <a:lnTo>
                    <a:pt x="181" y="5997"/>
                  </a:lnTo>
                  <a:lnTo>
                    <a:pt x="81" y="6578"/>
                  </a:lnTo>
                  <a:lnTo>
                    <a:pt x="21" y="7180"/>
                  </a:lnTo>
                  <a:lnTo>
                    <a:pt x="1" y="7762"/>
                  </a:lnTo>
                  <a:lnTo>
                    <a:pt x="21" y="8383"/>
                  </a:lnTo>
                  <a:lnTo>
                    <a:pt x="241" y="11331"/>
                  </a:lnTo>
                  <a:lnTo>
                    <a:pt x="282" y="11793"/>
                  </a:lnTo>
                  <a:lnTo>
                    <a:pt x="362" y="12254"/>
                  </a:lnTo>
                  <a:lnTo>
                    <a:pt x="442" y="12715"/>
                  </a:lnTo>
                  <a:lnTo>
                    <a:pt x="562" y="13156"/>
                  </a:lnTo>
                  <a:lnTo>
                    <a:pt x="703" y="13598"/>
                  </a:lnTo>
                  <a:lnTo>
                    <a:pt x="843" y="14019"/>
                  </a:lnTo>
                  <a:lnTo>
                    <a:pt x="1024" y="14440"/>
                  </a:lnTo>
                  <a:lnTo>
                    <a:pt x="1224" y="14841"/>
                  </a:lnTo>
                  <a:lnTo>
                    <a:pt x="1445" y="15222"/>
                  </a:lnTo>
                  <a:lnTo>
                    <a:pt x="1685" y="15623"/>
                  </a:lnTo>
                  <a:lnTo>
                    <a:pt x="1926" y="15984"/>
                  </a:lnTo>
                  <a:lnTo>
                    <a:pt x="2207" y="16345"/>
                  </a:lnTo>
                  <a:lnTo>
                    <a:pt x="2508" y="16706"/>
                  </a:lnTo>
                  <a:lnTo>
                    <a:pt x="2808" y="17027"/>
                  </a:lnTo>
                  <a:lnTo>
                    <a:pt x="3129" y="17348"/>
                  </a:lnTo>
                  <a:lnTo>
                    <a:pt x="3470" y="17669"/>
                  </a:lnTo>
                  <a:lnTo>
                    <a:pt x="3811" y="17949"/>
                  </a:lnTo>
                  <a:lnTo>
                    <a:pt x="4172" y="18230"/>
                  </a:lnTo>
                  <a:lnTo>
                    <a:pt x="4553" y="18491"/>
                  </a:lnTo>
                  <a:lnTo>
                    <a:pt x="4954" y="18731"/>
                  </a:lnTo>
                  <a:lnTo>
                    <a:pt x="5355" y="18972"/>
                  </a:lnTo>
                  <a:lnTo>
                    <a:pt x="5776" y="19173"/>
                  </a:lnTo>
                  <a:lnTo>
                    <a:pt x="6198" y="19373"/>
                  </a:lnTo>
                  <a:lnTo>
                    <a:pt x="6639" y="19534"/>
                  </a:lnTo>
                  <a:lnTo>
                    <a:pt x="7100" y="19694"/>
                  </a:lnTo>
                  <a:lnTo>
                    <a:pt x="7561" y="19834"/>
                  </a:lnTo>
                  <a:lnTo>
                    <a:pt x="8023" y="19955"/>
                  </a:lnTo>
                  <a:lnTo>
                    <a:pt x="8504" y="20055"/>
                  </a:lnTo>
                  <a:lnTo>
                    <a:pt x="8985" y="20135"/>
                  </a:lnTo>
                  <a:lnTo>
                    <a:pt x="9466" y="20175"/>
                  </a:lnTo>
                  <a:lnTo>
                    <a:pt x="9968" y="20216"/>
                  </a:lnTo>
                  <a:lnTo>
                    <a:pt x="10469" y="20236"/>
                  </a:lnTo>
                  <a:lnTo>
                    <a:pt x="20015" y="20236"/>
                  </a:lnTo>
                  <a:lnTo>
                    <a:pt x="20516" y="20216"/>
                  </a:lnTo>
                  <a:lnTo>
                    <a:pt x="21018" y="20175"/>
                  </a:lnTo>
                  <a:lnTo>
                    <a:pt x="21499" y="20135"/>
                  </a:lnTo>
                  <a:lnTo>
                    <a:pt x="22001" y="20055"/>
                  </a:lnTo>
                  <a:lnTo>
                    <a:pt x="22462" y="19955"/>
                  </a:lnTo>
                  <a:lnTo>
                    <a:pt x="22943" y="19834"/>
                  </a:lnTo>
                  <a:lnTo>
                    <a:pt x="23384" y="19694"/>
                  </a:lnTo>
                  <a:lnTo>
                    <a:pt x="23846" y="19534"/>
                  </a:lnTo>
                  <a:lnTo>
                    <a:pt x="24287" y="19373"/>
                  </a:lnTo>
                  <a:lnTo>
                    <a:pt x="24708" y="19173"/>
                  </a:lnTo>
                  <a:lnTo>
                    <a:pt x="25129" y="18972"/>
                  </a:lnTo>
                  <a:lnTo>
                    <a:pt x="25530" y="18731"/>
                  </a:lnTo>
                  <a:lnTo>
                    <a:pt x="25931" y="18491"/>
                  </a:lnTo>
                  <a:lnTo>
                    <a:pt x="26312" y="18230"/>
                  </a:lnTo>
                  <a:lnTo>
                    <a:pt x="26673" y="17949"/>
                  </a:lnTo>
                  <a:lnTo>
                    <a:pt x="27034" y="17669"/>
                  </a:lnTo>
                  <a:lnTo>
                    <a:pt x="27355" y="17348"/>
                  </a:lnTo>
                  <a:lnTo>
                    <a:pt x="27676" y="17027"/>
                  </a:lnTo>
                  <a:lnTo>
                    <a:pt x="27997" y="16706"/>
                  </a:lnTo>
                  <a:lnTo>
                    <a:pt x="28278" y="16345"/>
                  </a:lnTo>
                  <a:lnTo>
                    <a:pt x="28558" y="15984"/>
                  </a:lnTo>
                  <a:lnTo>
                    <a:pt x="28799" y="15623"/>
                  </a:lnTo>
                  <a:lnTo>
                    <a:pt x="29040" y="15222"/>
                  </a:lnTo>
                  <a:lnTo>
                    <a:pt x="29260" y="14841"/>
                  </a:lnTo>
                  <a:lnTo>
                    <a:pt x="29461" y="14440"/>
                  </a:lnTo>
                  <a:lnTo>
                    <a:pt x="29641" y="14019"/>
                  </a:lnTo>
                  <a:lnTo>
                    <a:pt x="29802" y="13598"/>
                  </a:lnTo>
                  <a:lnTo>
                    <a:pt x="29922" y="13156"/>
                  </a:lnTo>
                  <a:lnTo>
                    <a:pt x="30042" y="12715"/>
                  </a:lnTo>
                  <a:lnTo>
                    <a:pt x="30143" y="12254"/>
                  </a:lnTo>
                  <a:lnTo>
                    <a:pt x="30203" y="11793"/>
                  </a:lnTo>
                  <a:lnTo>
                    <a:pt x="30243" y="11331"/>
                  </a:lnTo>
                  <a:lnTo>
                    <a:pt x="30464" y="8383"/>
                  </a:lnTo>
                  <a:lnTo>
                    <a:pt x="30484" y="7762"/>
                  </a:lnTo>
                  <a:lnTo>
                    <a:pt x="30464" y="7140"/>
                  </a:lnTo>
                  <a:lnTo>
                    <a:pt x="30403" y="6538"/>
                  </a:lnTo>
                  <a:lnTo>
                    <a:pt x="30283" y="5937"/>
                  </a:lnTo>
                  <a:lnTo>
                    <a:pt x="30143" y="5355"/>
                  </a:lnTo>
                  <a:lnTo>
                    <a:pt x="29962" y="4774"/>
                  </a:lnTo>
                  <a:lnTo>
                    <a:pt x="29742" y="4232"/>
                  </a:lnTo>
                  <a:lnTo>
                    <a:pt x="29501" y="3691"/>
                  </a:lnTo>
                  <a:lnTo>
                    <a:pt x="29200" y="3169"/>
                  </a:lnTo>
                  <a:lnTo>
                    <a:pt x="28879" y="2668"/>
                  </a:lnTo>
                  <a:lnTo>
                    <a:pt x="28538" y="2186"/>
                  </a:lnTo>
                  <a:lnTo>
                    <a:pt x="28157" y="1725"/>
                  </a:lnTo>
                  <a:lnTo>
                    <a:pt x="27736" y="1284"/>
                  </a:lnTo>
                  <a:lnTo>
                    <a:pt x="27295" y="863"/>
                  </a:lnTo>
                  <a:lnTo>
                    <a:pt x="26834" y="482"/>
                  </a:lnTo>
                  <a:lnTo>
                    <a:pt x="26352" y="121"/>
                  </a:lnTo>
                  <a:lnTo>
                    <a:pt x="25189" y="81"/>
                  </a:lnTo>
                  <a:lnTo>
                    <a:pt x="24026" y="41"/>
                  </a:lnTo>
                  <a:lnTo>
                    <a:pt x="21720" y="21"/>
                  </a:lnTo>
                  <a:lnTo>
                    <a:pt x="1939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1" name="Google Shape;5831;p22"/>
            <p:cNvSpPr/>
            <p:nvPr/>
          </p:nvSpPr>
          <p:spPr>
            <a:xfrm>
              <a:off x="9161125" y="4416900"/>
              <a:ext cx="579100" cy="406625"/>
            </a:xfrm>
            <a:custGeom>
              <a:avLst/>
              <a:gdLst/>
              <a:ahLst/>
              <a:cxnLst/>
              <a:rect l="l" t="t" r="r" b="b"/>
              <a:pathLst>
                <a:path w="23164" h="16265" extrusionOk="0">
                  <a:moveTo>
                    <a:pt x="13397" y="1"/>
                  </a:moveTo>
                  <a:lnTo>
                    <a:pt x="11111" y="41"/>
                  </a:lnTo>
                  <a:lnTo>
                    <a:pt x="6659" y="121"/>
                  </a:lnTo>
                  <a:lnTo>
                    <a:pt x="2608" y="221"/>
                  </a:lnTo>
                  <a:lnTo>
                    <a:pt x="2287" y="522"/>
                  </a:lnTo>
                  <a:lnTo>
                    <a:pt x="1986" y="823"/>
                  </a:lnTo>
                  <a:lnTo>
                    <a:pt x="1705" y="1164"/>
                  </a:lnTo>
                  <a:lnTo>
                    <a:pt x="1445" y="1505"/>
                  </a:lnTo>
                  <a:lnTo>
                    <a:pt x="1204" y="1866"/>
                  </a:lnTo>
                  <a:lnTo>
                    <a:pt x="983" y="2247"/>
                  </a:lnTo>
                  <a:lnTo>
                    <a:pt x="783" y="2628"/>
                  </a:lnTo>
                  <a:lnTo>
                    <a:pt x="602" y="3029"/>
                  </a:lnTo>
                  <a:lnTo>
                    <a:pt x="442" y="3430"/>
                  </a:lnTo>
                  <a:lnTo>
                    <a:pt x="302" y="3851"/>
                  </a:lnTo>
                  <a:lnTo>
                    <a:pt x="181" y="4272"/>
                  </a:lnTo>
                  <a:lnTo>
                    <a:pt x="101" y="4713"/>
                  </a:lnTo>
                  <a:lnTo>
                    <a:pt x="41" y="5175"/>
                  </a:lnTo>
                  <a:lnTo>
                    <a:pt x="1" y="5616"/>
                  </a:lnTo>
                  <a:lnTo>
                    <a:pt x="1" y="6077"/>
                  </a:lnTo>
                  <a:lnTo>
                    <a:pt x="1" y="6538"/>
                  </a:lnTo>
                  <a:lnTo>
                    <a:pt x="161" y="8965"/>
                  </a:lnTo>
                  <a:lnTo>
                    <a:pt x="201" y="9346"/>
                  </a:lnTo>
                  <a:lnTo>
                    <a:pt x="261" y="9727"/>
                  </a:lnTo>
                  <a:lnTo>
                    <a:pt x="322" y="10088"/>
                  </a:lnTo>
                  <a:lnTo>
                    <a:pt x="422" y="10449"/>
                  </a:lnTo>
                  <a:lnTo>
                    <a:pt x="522" y="10810"/>
                  </a:lnTo>
                  <a:lnTo>
                    <a:pt x="642" y="11171"/>
                  </a:lnTo>
                  <a:lnTo>
                    <a:pt x="763" y="11512"/>
                  </a:lnTo>
                  <a:lnTo>
                    <a:pt x="923" y="11833"/>
                  </a:lnTo>
                  <a:lnTo>
                    <a:pt x="1084" y="12154"/>
                  </a:lnTo>
                  <a:lnTo>
                    <a:pt x="1264" y="12474"/>
                  </a:lnTo>
                  <a:lnTo>
                    <a:pt x="1465" y="12775"/>
                  </a:lnTo>
                  <a:lnTo>
                    <a:pt x="1665" y="13076"/>
                  </a:lnTo>
                  <a:lnTo>
                    <a:pt x="1886" y="13357"/>
                  </a:lnTo>
                  <a:lnTo>
                    <a:pt x="2126" y="13638"/>
                  </a:lnTo>
                  <a:lnTo>
                    <a:pt x="2367" y="13898"/>
                  </a:lnTo>
                  <a:lnTo>
                    <a:pt x="2628" y="14159"/>
                  </a:lnTo>
                  <a:lnTo>
                    <a:pt x="2889" y="14380"/>
                  </a:lnTo>
                  <a:lnTo>
                    <a:pt x="3169" y="14620"/>
                  </a:lnTo>
                  <a:lnTo>
                    <a:pt x="3450" y="14821"/>
                  </a:lnTo>
                  <a:lnTo>
                    <a:pt x="3751" y="15021"/>
                  </a:lnTo>
                  <a:lnTo>
                    <a:pt x="4052" y="15222"/>
                  </a:lnTo>
                  <a:lnTo>
                    <a:pt x="4373" y="15382"/>
                  </a:lnTo>
                  <a:lnTo>
                    <a:pt x="4714" y="15543"/>
                  </a:lnTo>
                  <a:lnTo>
                    <a:pt x="5034" y="15703"/>
                  </a:lnTo>
                  <a:lnTo>
                    <a:pt x="5375" y="15824"/>
                  </a:lnTo>
                  <a:lnTo>
                    <a:pt x="5736" y="15944"/>
                  </a:lnTo>
                  <a:lnTo>
                    <a:pt x="6077" y="16024"/>
                  </a:lnTo>
                  <a:lnTo>
                    <a:pt x="6438" y="16104"/>
                  </a:lnTo>
                  <a:lnTo>
                    <a:pt x="6819" y="16164"/>
                  </a:lnTo>
                  <a:lnTo>
                    <a:pt x="7180" y="16225"/>
                  </a:lnTo>
                  <a:lnTo>
                    <a:pt x="7561" y="16245"/>
                  </a:lnTo>
                  <a:lnTo>
                    <a:pt x="7942" y="16265"/>
                  </a:lnTo>
                  <a:lnTo>
                    <a:pt x="15202" y="16265"/>
                  </a:lnTo>
                  <a:lnTo>
                    <a:pt x="15583" y="16245"/>
                  </a:lnTo>
                  <a:lnTo>
                    <a:pt x="15964" y="16225"/>
                  </a:lnTo>
                  <a:lnTo>
                    <a:pt x="16325" y="16164"/>
                  </a:lnTo>
                  <a:lnTo>
                    <a:pt x="16706" y="16104"/>
                  </a:lnTo>
                  <a:lnTo>
                    <a:pt x="17067" y="16024"/>
                  </a:lnTo>
                  <a:lnTo>
                    <a:pt x="17428" y="15944"/>
                  </a:lnTo>
                  <a:lnTo>
                    <a:pt x="17769" y="15824"/>
                  </a:lnTo>
                  <a:lnTo>
                    <a:pt x="18110" y="15703"/>
                  </a:lnTo>
                  <a:lnTo>
                    <a:pt x="18451" y="15543"/>
                  </a:lnTo>
                  <a:lnTo>
                    <a:pt x="18772" y="15382"/>
                  </a:lnTo>
                  <a:lnTo>
                    <a:pt x="19093" y="15222"/>
                  </a:lnTo>
                  <a:lnTo>
                    <a:pt x="19393" y="15021"/>
                  </a:lnTo>
                  <a:lnTo>
                    <a:pt x="19694" y="14821"/>
                  </a:lnTo>
                  <a:lnTo>
                    <a:pt x="19975" y="14620"/>
                  </a:lnTo>
                  <a:lnTo>
                    <a:pt x="20256" y="14380"/>
                  </a:lnTo>
                  <a:lnTo>
                    <a:pt x="20537" y="14159"/>
                  </a:lnTo>
                  <a:lnTo>
                    <a:pt x="20777" y="13898"/>
                  </a:lnTo>
                  <a:lnTo>
                    <a:pt x="21038" y="13638"/>
                  </a:lnTo>
                  <a:lnTo>
                    <a:pt x="21258" y="13357"/>
                  </a:lnTo>
                  <a:lnTo>
                    <a:pt x="21479" y="13076"/>
                  </a:lnTo>
                  <a:lnTo>
                    <a:pt x="21680" y="12775"/>
                  </a:lnTo>
                  <a:lnTo>
                    <a:pt x="21880" y="12474"/>
                  </a:lnTo>
                  <a:lnTo>
                    <a:pt x="22061" y="12154"/>
                  </a:lnTo>
                  <a:lnTo>
                    <a:pt x="22221" y="11833"/>
                  </a:lnTo>
                  <a:lnTo>
                    <a:pt x="22382" y="11512"/>
                  </a:lnTo>
                  <a:lnTo>
                    <a:pt x="22522" y="11171"/>
                  </a:lnTo>
                  <a:lnTo>
                    <a:pt x="22622" y="10810"/>
                  </a:lnTo>
                  <a:lnTo>
                    <a:pt x="22743" y="10449"/>
                  </a:lnTo>
                  <a:lnTo>
                    <a:pt x="22823" y="10088"/>
                  </a:lnTo>
                  <a:lnTo>
                    <a:pt x="22883" y="9727"/>
                  </a:lnTo>
                  <a:lnTo>
                    <a:pt x="22943" y="9346"/>
                  </a:lnTo>
                  <a:lnTo>
                    <a:pt x="22983" y="8965"/>
                  </a:lnTo>
                  <a:lnTo>
                    <a:pt x="23144" y="6538"/>
                  </a:lnTo>
                  <a:lnTo>
                    <a:pt x="23164" y="6057"/>
                  </a:lnTo>
                  <a:lnTo>
                    <a:pt x="23144" y="5596"/>
                  </a:lnTo>
                  <a:lnTo>
                    <a:pt x="23103" y="5114"/>
                  </a:lnTo>
                  <a:lnTo>
                    <a:pt x="23023" y="4653"/>
                  </a:lnTo>
                  <a:lnTo>
                    <a:pt x="22943" y="4192"/>
                  </a:lnTo>
                  <a:lnTo>
                    <a:pt x="22823" y="3751"/>
                  </a:lnTo>
                  <a:lnTo>
                    <a:pt x="22662" y="3330"/>
                  </a:lnTo>
                  <a:lnTo>
                    <a:pt x="22502" y="2908"/>
                  </a:lnTo>
                  <a:lnTo>
                    <a:pt x="22301" y="2487"/>
                  </a:lnTo>
                  <a:lnTo>
                    <a:pt x="22081" y="2086"/>
                  </a:lnTo>
                  <a:lnTo>
                    <a:pt x="21840" y="1705"/>
                  </a:lnTo>
                  <a:lnTo>
                    <a:pt x="21579" y="1344"/>
                  </a:lnTo>
                  <a:lnTo>
                    <a:pt x="21299" y="1003"/>
                  </a:lnTo>
                  <a:lnTo>
                    <a:pt x="20998" y="662"/>
                  </a:lnTo>
                  <a:lnTo>
                    <a:pt x="20677" y="341"/>
                  </a:lnTo>
                  <a:lnTo>
                    <a:pt x="20356" y="41"/>
                  </a:lnTo>
                  <a:lnTo>
                    <a:pt x="18050" y="21"/>
                  </a:lnTo>
                  <a:lnTo>
                    <a:pt x="1572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2" name="Google Shape;5832;p22"/>
            <p:cNvSpPr/>
            <p:nvPr/>
          </p:nvSpPr>
          <p:spPr>
            <a:xfrm>
              <a:off x="8488800" y="5379025"/>
              <a:ext cx="1865100" cy="313375"/>
            </a:xfrm>
            <a:custGeom>
              <a:avLst/>
              <a:gdLst/>
              <a:ahLst/>
              <a:cxnLst/>
              <a:rect l="l" t="t" r="r" b="b"/>
              <a:pathLst>
                <a:path w="74604" h="12535" extrusionOk="0">
                  <a:moveTo>
                    <a:pt x="2808" y="0"/>
                  </a:moveTo>
                  <a:lnTo>
                    <a:pt x="2467" y="40"/>
                  </a:lnTo>
                  <a:lnTo>
                    <a:pt x="2126" y="121"/>
                  </a:lnTo>
                  <a:lnTo>
                    <a:pt x="1806" y="221"/>
                  </a:lnTo>
                  <a:lnTo>
                    <a:pt x="1505" y="361"/>
                  </a:lnTo>
                  <a:lnTo>
                    <a:pt x="1224" y="522"/>
                  </a:lnTo>
                  <a:lnTo>
                    <a:pt x="943" y="702"/>
                  </a:lnTo>
                  <a:lnTo>
                    <a:pt x="703" y="883"/>
                  </a:lnTo>
                  <a:lnTo>
                    <a:pt x="482" y="1083"/>
                  </a:lnTo>
                  <a:lnTo>
                    <a:pt x="301" y="1264"/>
                  </a:lnTo>
                  <a:lnTo>
                    <a:pt x="161" y="1444"/>
                  </a:lnTo>
                  <a:lnTo>
                    <a:pt x="61" y="1605"/>
                  </a:lnTo>
                  <a:lnTo>
                    <a:pt x="21" y="1765"/>
                  </a:lnTo>
                  <a:lnTo>
                    <a:pt x="1" y="1825"/>
                  </a:lnTo>
                  <a:lnTo>
                    <a:pt x="1" y="1885"/>
                  </a:lnTo>
                  <a:lnTo>
                    <a:pt x="61" y="1966"/>
                  </a:lnTo>
                  <a:lnTo>
                    <a:pt x="221" y="2086"/>
                  </a:lnTo>
                  <a:lnTo>
                    <a:pt x="442" y="2266"/>
                  </a:lnTo>
                  <a:lnTo>
                    <a:pt x="763" y="2487"/>
                  </a:lnTo>
                  <a:lnTo>
                    <a:pt x="1164" y="2768"/>
                  </a:lnTo>
                  <a:lnTo>
                    <a:pt x="1645" y="3069"/>
                  </a:lnTo>
                  <a:lnTo>
                    <a:pt x="2207" y="3409"/>
                  </a:lnTo>
                  <a:lnTo>
                    <a:pt x="2848" y="3770"/>
                  </a:lnTo>
                  <a:lnTo>
                    <a:pt x="3570" y="4172"/>
                  </a:lnTo>
                  <a:lnTo>
                    <a:pt x="4352" y="4593"/>
                  </a:lnTo>
                  <a:lnTo>
                    <a:pt x="5215" y="5034"/>
                  </a:lnTo>
                  <a:lnTo>
                    <a:pt x="6157" y="5495"/>
                  </a:lnTo>
                  <a:lnTo>
                    <a:pt x="7160" y="5956"/>
                  </a:lnTo>
                  <a:lnTo>
                    <a:pt x="8243" y="6438"/>
                  </a:lnTo>
                  <a:lnTo>
                    <a:pt x="9386" y="6919"/>
                  </a:lnTo>
                  <a:lnTo>
                    <a:pt x="10589" y="7400"/>
                  </a:lnTo>
                  <a:lnTo>
                    <a:pt x="11853" y="7902"/>
                  </a:lnTo>
                  <a:lnTo>
                    <a:pt x="13176" y="8363"/>
                  </a:lnTo>
                  <a:lnTo>
                    <a:pt x="14580" y="8844"/>
                  </a:lnTo>
                  <a:lnTo>
                    <a:pt x="16024" y="9306"/>
                  </a:lnTo>
                  <a:lnTo>
                    <a:pt x="17528" y="9747"/>
                  </a:lnTo>
                  <a:lnTo>
                    <a:pt x="19093" y="10168"/>
                  </a:lnTo>
                  <a:lnTo>
                    <a:pt x="20697" y="10569"/>
                  </a:lnTo>
                  <a:lnTo>
                    <a:pt x="22361" y="10930"/>
                  </a:lnTo>
                  <a:lnTo>
                    <a:pt x="24066" y="11291"/>
                  </a:lnTo>
                  <a:lnTo>
                    <a:pt x="25831" y="11592"/>
                  </a:lnTo>
                  <a:lnTo>
                    <a:pt x="27636" y="11852"/>
                  </a:lnTo>
                  <a:lnTo>
                    <a:pt x="28558" y="11973"/>
                  </a:lnTo>
                  <a:lnTo>
                    <a:pt x="29501" y="12093"/>
                  </a:lnTo>
                  <a:lnTo>
                    <a:pt x="30423" y="12193"/>
                  </a:lnTo>
                  <a:lnTo>
                    <a:pt x="31386" y="12274"/>
                  </a:lnTo>
                  <a:lnTo>
                    <a:pt x="32349" y="12354"/>
                  </a:lnTo>
                  <a:lnTo>
                    <a:pt x="33311" y="12414"/>
                  </a:lnTo>
                  <a:lnTo>
                    <a:pt x="34294" y="12454"/>
                  </a:lnTo>
                  <a:lnTo>
                    <a:pt x="35297" y="12494"/>
                  </a:lnTo>
                  <a:lnTo>
                    <a:pt x="36299" y="12514"/>
                  </a:lnTo>
                  <a:lnTo>
                    <a:pt x="37302" y="12534"/>
                  </a:lnTo>
                  <a:lnTo>
                    <a:pt x="38305" y="12514"/>
                  </a:lnTo>
                  <a:lnTo>
                    <a:pt x="39307" y="12494"/>
                  </a:lnTo>
                  <a:lnTo>
                    <a:pt x="40310" y="12454"/>
                  </a:lnTo>
                  <a:lnTo>
                    <a:pt x="41293" y="12414"/>
                  </a:lnTo>
                  <a:lnTo>
                    <a:pt x="42255" y="12354"/>
                  </a:lnTo>
                  <a:lnTo>
                    <a:pt x="43218" y="12274"/>
                  </a:lnTo>
                  <a:lnTo>
                    <a:pt x="44181" y="12193"/>
                  </a:lnTo>
                  <a:lnTo>
                    <a:pt x="45123" y="12093"/>
                  </a:lnTo>
                  <a:lnTo>
                    <a:pt x="46046" y="11973"/>
                  </a:lnTo>
                  <a:lnTo>
                    <a:pt x="46968" y="11852"/>
                  </a:lnTo>
                  <a:lnTo>
                    <a:pt x="48773" y="11592"/>
                  </a:lnTo>
                  <a:lnTo>
                    <a:pt x="50538" y="11291"/>
                  </a:lnTo>
                  <a:lnTo>
                    <a:pt x="52243" y="10930"/>
                  </a:lnTo>
                  <a:lnTo>
                    <a:pt x="53907" y="10569"/>
                  </a:lnTo>
                  <a:lnTo>
                    <a:pt x="55511" y="10168"/>
                  </a:lnTo>
                  <a:lnTo>
                    <a:pt x="57076" y="9747"/>
                  </a:lnTo>
                  <a:lnTo>
                    <a:pt x="58580" y="9306"/>
                  </a:lnTo>
                  <a:lnTo>
                    <a:pt x="60024" y="8844"/>
                  </a:lnTo>
                  <a:lnTo>
                    <a:pt x="61428" y="8363"/>
                  </a:lnTo>
                  <a:lnTo>
                    <a:pt x="62751" y="7902"/>
                  </a:lnTo>
                  <a:lnTo>
                    <a:pt x="64015" y="7400"/>
                  </a:lnTo>
                  <a:lnTo>
                    <a:pt x="65218" y="6919"/>
                  </a:lnTo>
                  <a:lnTo>
                    <a:pt x="66361" y="6438"/>
                  </a:lnTo>
                  <a:lnTo>
                    <a:pt x="67444" y="5956"/>
                  </a:lnTo>
                  <a:lnTo>
                    <a:pt x="68447" y="5495"/>
                  </a:lnTo>
                  <a:lnTo>
                    <a:pt x="69389" y="5034"/>
                  </a:lnTo>
                  <a:lnTo>
                    <a:pt x="70252" y="4593"/>
                  </a:lnTo>
                  <a:lnTo>
                    <a:pt x="71034" y="4172"/>
                  </a:lnTo>
                  <a:lnTo>
                    <a:pt x="71756" y="3770"/>
                  </a:lnTo>
                  <a:lnTo>
                    <a:pt x="72397" y="3409"/>
                  </a:lnTo>
                  <a:lnTo>
                    <a:pt x="72959" y="3069"/>
                  </a:lnTo>
                  <a:lnTo>
                    <a:pt x="73440" y="2768"/>
                  </a:lnTo>
                  <a:lnTo>
                    <a:pt x="73841" y="2487"/>
                  </a:lnTo>
                  <a:lnTo>
                    <a:pt x="74162" y="2266"/>
                  </a:lnTo>
                  <a:lnTo>
                    <a:pt x="74403" y="2086"/>
                  </a:lnTo>
                  <a:lnTo>
                    <a:pt x="74543" y="1966"/>
                  </a:lnTo>
                  <a:lnTo>
                    <a:pt x="74603" y="1885"/>
                  </a:lnTo>
                  <a:lnTo>
                    <a:pt x="74603" y="1825"/>
                  </a:lnTo>
                  <a:lnTo>
                    <a:pt x="74603" y="1765"/>
                  </a:lnTo>
                  <a:lnTo>
                    <a:pt x="74543" y="1605"/>
                  </a:lnTo>
                  <a:lnTo>
                    <a:pt x="74443" y="1444"/>
                  </a:lnTo>
                  <a:lnTo>
                    <a:pt x="74303" y="1264"/>
                  </a:lnTo>
                  <a:lnTo>
                    <a:pt x="74122" y="1083"/>
                  </a:lnTo>
                  <a:lnTo>
                    <a:pt x="73901" y="883"/>
                  </a:lnTo>
                  <a:lnTo>
                    <a:pt x="73661" y="702"/>
                  </a:lnTo>
                  <a:lnTo>
                    <a:pt x="73400" y="522"/>
                  </a:lnTo>
                  <a:lnTo>
                    <a:pt x="73099" y="361"/>
                  </a:lnTo>
                  <a:lnTo>
                    <a:pt x="72798" y="221"/>
                  </a:lnTo>
                  <a:lnTo>
                    <a:pt x="72478" y="121"/>
                  </a:lnTo>
                  <a:lnTo>
                    <a:pt x="72137" y="40"/>
                  </a:lnTo>
                  <a:lnTo>
                    <a:pt x="71796" y="0"/>
                  </a:lnTo>
                  <a:lnTo>
                    <a:pt x="71635" y="20"/>
                  </a:lnTo>
                  <a:lnTo>
                    <a:pt x="71475" y="20"/>
                  </a:lnTo>
                  <a:lnTo>
                    <a:pt x="71294" y="60"/>
                  </a:lnTo>
                  <a:lnTo>
                    <a:pt x="71134" y="100"/>
                  </a:lnTo>
                  <a:lnTo>
                    <a:pt x="70973" y="161"/>
                  </a:lnTo>
                  <a:lnTo>
                    <a:pt x="70813" y="221"/>
                  </a:lnTo>
                  <a:lnTo>
                    <a:pt x="69630" y="822"/>
                  </a:lnTo>
                  <a:lnTo>
                    <a:pt x="68407" y="1404"/>
                  </a:lnTo>
                  <a:lnTo>
                    <a:pt x="67203" y="1925"/>
                  </a:lnTo>
                  <a:lnTo>
                    <a:pt x="65980" y="2447"/>
                  </a:lnTo>
                  <a:lnTo>
                    <a:pt x="64757" y="2908"/>
                  </a:lnTo>
                  <a:lnTo>
                    <a:pt x="63513" y="3369"/>
                  </a:lnTo>
                  <a:lnTo>
                    <a:pt x="62290" y="3791"/>
                  </a:lnTo>
                  <a:lnTo>
                    <a:pt x="61067" y="4192"/>
                  </a:lnTo>
                  <a:lnTo>
                    <a:pt x="59843" y="4553"/>
                  </a:lnTo>
                  <a:lnTo>
                    <a:pt x="58620" y="4894"/>
                  </a:lnTo>
                  <a:lnTo>
                    <a:pt x="57397" y="5214"/>
                  </a:lnTo>
                  <a:lnTo>
                    <a:pt x="56193" y="5515"/>
                  </a:lnTo>
                  <a:lnTo>
                    <a:pt x="54990" y="5776"/>
                  </a:lnTo>
                  <a:lnTo>
                    <a:pt x="53827" y="6037"/>
                  </a:lnTo>
                  <a:lnTo>
                    <a:pt x="52664" y="6277"/>
                  </a:lnTo>
                  <a:lnTo>
                    <a:pt x="51501" y="6478"/>
                  </a:lnTo>
                  <a:lnTo>
                    <a:pt x="50378" y="6678"/>
                  </a:lnTo>
                  <a:lnTo>
                    <a:pt x="49275" y="6839"/>
                  </a:lnTo>
                  <a:lnTo>
                    <a:pt x="48192" y="6999"/>
                  </a:lnTo>
                  <a:lnTo>
                    <a:pt x="47149" y="7140"/>
                  </a:lnTo>
                  <a:lnTo>
                    <a:pt x="45123" y="7380"/>
                  </a:lnTo>
                  <a:lnTo>
                    <a:pt x="43238" y="7541"/>
                  </a:lnTo>
                  <a:lnTo>
                    <a:pt x="41493" y="7661"/>
                  </a:lnTo>
                  <a:lnTo>
                    <a:pt x="39909" y="7741"/>
                  </a:lnTo>
                  <a:lnTo>
                    <a:pt x="38505" y="7801"/>
                  </a:lnTo>
                  <a:lnTo>
                    <a:pt x="36099" y="7801"/>
                  </a:lnTo>
                  <a:lnTo>
                    <a:pt x="34695" y="7741"/>
                  </a:lnTo>
                  <a:lnTo>
                    <a:pt x="33111" y="7661"/>
                  </a:lnTo>
                  <a:lnTo>
                    <a:pt x="31366" y="7541"/>
                  </a:lnTo>
                  <a:lnTo>
                    <a:pt x="29481" y="7380"/>
                  </a:lnTo>
                  <a:lnTo>
                    <a:pt x="27455" y="7140"/>
                  </a:lnTo>
                  <a:lnTo>
                    <a:pt x="26412" y="6999"/>
                  </a:lnTo>
                  <a:lnTo>
                    <a:pt x="25329" y="6839"/>
                  </a:lnTo>
                  <a:lnTo>
                    <a:pt x="24226" y="6678"/>
                  </a:lnTo>
                  <a:lnTo>
                    <a:pt x="23103" y="6478"/>
                  </a:lnTo>
                  <a:lnTo>
                    <a:pt x="21940" y="6277"/>
                  </a:lnTo>
                  <a:lnTo>
                    <a:pt x="20777" y="6037"/>
                  </a:lnTo>
                  <a:lnTo>
                    <a:pt x="19614" y="5776"/>
                  </a:lnTo>
                  <a:lnTo>
                    <a:pt x="18411" y="5515"/>
                  </a:lnTo>
                  <a:lnTo>
                    <a:pt x="17207" y="5214"/>
                  </a:lnTo>
                  <a:lnTo>
                    <a:pt x="15984" y="4894"/>
                  </a:lnTo>
                  <a:lnTo>
                    <a:pt x="14761" y="4553"/>
                  </a:lnTo>
                  <a:lnTo>
                    <a:pt x="13537" y="4192"/>
                  </a:lnTo>
                  <a:lnTo>
                    <a:pt x="12314" y="3791"/>
                  </a:lnTo>
                  <a:lnTo>
                    <a:pt x="11091" y="3369"/>
                  </a:lnTo>
                  <a:lnTo>
                    <a:pt x="9847" y="2908"/>
                  </a:lnTo>
                  <a:lnTo>
                    <a:pt x="8624" y="2447"/>
                  </a:lnTo>
                  <a:lnTo>
                    <a:pt x="7401" y="1925"/>
                  </a:lnTo>
                  <a:lnTo>
                    <a:pt x="6197" y="1404"/>
                  </a:lnTo>
                  <a:lnTo>
                    <a:pt x="4974" y="822"/>
                  </a:lnTo>
                  <a:lnTo>
                    <a:pt x="3791" y="221"/>
                  </a:lnTo>
                  <a:lnTo>
                    <a:pt x="3631" y="161"/>
                  </a:lnTo>
                  <a:lnTo>
                    <a:pt x="3470" y="100"/>
                  </a:lnTo>
                  <a:lnTo>
                    <a:pt x="3310" y="60"/>
                  </a:lnTo>
                  <a:lnTo>
                    <a:pt x="3129" y="20"/>
                  </a:lnTo>
                  <a:lnTo>
                    <a:pt x="2969" y="20"/>
                  </a:lnTo>
                  <a:lnTo>
                    <a:pt x="280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3" name="Google Shape;5833;p22"/>
            <p:cNvSpPr/>
            <p:nvPr/>
          </p:nvSpPr>
          <p:spPr>
            <a:xfrm>
              <a:off x="8544450" y="4249450"/>
              <a:ext cx="70225" cy="70700"/>
            </a:xfrm>
            <a:custGeom>
              <a:avLst/>
              <a:gdLst/>
              <a:ahLst/>
              <a:cxnLst/>
              <a:rect l="l" t="t" r="r" b="b"/>
              <a:pathLst>
                <a:path w="2809" h="2828" extrusionOk="0">
                  <a:moveTo>
                    <a:pt x="1344" y="0"/>
                  </a:moveTo>
                  <a:lnTo>
                    <a:pt x="1184" y="20"/>
                  </a:lnTo>
                  <a:lnTo>
                    <a:pt x="1023" y="60"/>
                  </a:lnTo>
                  <a:lnTo>
                    <a:pt x="883" y="101"/>
                  </a:lnTo>
                  <a:lnTo>
                    <a:pt x="743" y="161"/>
                  </a:lnTo>
                  <a:lnTo>
                    <a:pt x="622" y="241"/>
                  </a:lnTo>
                  <a:lnTo>
                    <a:pt x="502" y="341"/>
                  </a:lnTo>
                  <a:lnTo>
                    <a:pt x="382" y="442"/>
                  </a:lnTo>
                  <a:lnTo>
                    <a:pt x="281" y="562"/>
                  </a:lnTo>
                  <a:lnTo>
                    <a:pt x="201" y="702"/>
                  </a:lnTo>
                  <a:lnTo>
                    <a:pt x="141" y="823"/>
                  </a:lnTo>
                  <a:lnTo>
                    <a:pt x="81" y="983"/>
                  </a:lnTo>
                  <a:lnTo>
                    <a:pt x="41" y="1123"/>
                  </a:lnTo>
                  <a:lnTo>
                    <a:pt x="1" y="1284"/>
                  </a:lnTo>
                  <a:lnTo>
                    <a:pt x="1" y="1444"/>
                  </a:lnTo>
                  <a:lnTo>
                    <a:pt x="1" y="1605"/>
                  </a:lnTo>
                  <a:lnTo>
                    <a:pt x="21" y="1725"/>
                  </a:lnTo>
                  <a:lnTo>
                    <a:pt x="61" y="1845"/>
                  </a:lnTo>
                  <a:lnTo>
                    <a:pt x="161" y="2066"/>
                  </a:lnTo>
                  <a:lnTo>
                    <a:pt x="302" y="2287"/>
                  </a:lnTo>
                  <a:lnTo>
                    <a:pt x="382" y="2387"/>
                  </a:lnTo>
                  <a:lnTo>
                    <a:pt x="482" y="2487"/>
                  </a:lnTo>
                  <a:lnTo>
                    <a:pt x="602" y="2567"/>
                  </a:lnTo>
                  <a:lnTo>
                    <a:pt x="723" y="2627"/>
                  </a:lnTo>
                  <a:lnTo>
                    <a:pt x="843" y="2708"/>
                  </a:lnTo>
                  <a:lnTo>
                    <a:pt x="983" y="2748"/>
                  </a:lnTo>
                  <a:lnTo>
                    <a:pt x="1124" y="2788"/>
                  </a:lnTo>
                  <a:lnTo>
                    <a:pt x="1264" y="2808"/>
                  </a:lnTo>
                  <a:lnTo>
                    <a:pt x="1425" y="2828"/>
                  </a:lnTo>
                  <a:lnTo>
                    <a:pt x="1585" y="2808"/>
                  </a:lnTo>
                  <a:lnTo>
                    <a:pt x="1786" y="2788"/>
                  </a:lnTo>
                  <a:lnTo>
                    <a:pt x="1966" y="2708"/>
                  </a:lnTo>
                  <a:lnTo>
                    <a:pt x="2126" y="2627"/>
                  </a:lnTo>
                  <a:lnTo>
                    <a:pt x="2287" y="2507"/>
                  </a:lnTo>
                  <a:lnTo>
                    <a:pt x="2427" y="2387"/>
                  </a:lnTo>
                  <a:lnTo>
                    <a:pt x="2548" y="2226"/>
                  </a:lnTo>
                  <a:lnTo>
                    <a:pt x="2648" y="2066"/>
                  </a:lnTo>
                  <a:lnTo>
                    <a:pt x="2728" y="1885"/>
                  </a:lnTo>
                  <a:lnTo>
                    <a:pt x="2768" y="1725"/>
                  </a:lnTo>
                  <a:lnTo>
                    <a:pt x="2788" y="1545"/>
                  </a:lnTo>
                  <a:lnTo>
                    <a:pt x="2808" y="1384"/>
                  </a:lnTo>
                  <a:lnTo>
                    <a:pt x="2788" y="1224"/>
                  </a:lnTo>
                  <a:lnTo>
                    <a:pt x="2768" y="1083"/>
                  </a:lnTo>
                  <a:lnTo>
                    <a:pt x="2728" y="923"/>
                  </a:lnTo>
                  <a:lnTo>
                    <a:pt x="2648" y="782"/>
                  </a:lnTo>
                  <a:lnTo>
                    <a:pt x="2568" y="642"/>
                  </a:lnTo>
                  <a:lnTo>
                    <a:pt x="2487" y="522"/>
                  </a:lnTo>
                  <a:lnTo>
                    <a:pt x="2387" y="401"/>
                  </a:lnTo>
                  <a:lnTo>
                    <a:pt x="2267" y="301"/>
                  </a:lnTo>
                  <a:lnTo>
                    <a:pt x="2126" y="221"/>
                  </a:lnTo>
                  <a:lnTo>
                    <a:pt x="1986" y="141"/>
                  </a:lnTo>
                  <a:lnTo>
                    <a:pt x="1826" y="81"/>
                  </a:lnTo>
                  <a:lnTo>
                    <a:pt x="1665" y="40"/>
                  </a:lnTo>
                  <a:lnTo>
                    <a:pt x="1505" y="20"/>
                  </a:lnTo>
                  <a:lnTo>
                    <a:pt x="13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4" name="Google Shape;5834;p22"/>
            <p:cNvSpPr/>
            <p:nvPr/>
          </p:nvSpPr>
          <p:spPr>
            <a:xfrm>
              <a:off x="8321350" y="4191275"/>
              <a:ext cx="258225" cy="278800"/>
            </a:xfrm>
            <a:custGeom>
              <a:avLst/>
              <a:gdLst/>
              <a:ahLst/>
              <a:cxnLst/>
              <a:rect l="l" t="t" r="r" b="b"/>
              <a:pathLst>
                <a:path w="10329" h="11152" extrusionOk="0">
                  <a:moveTo>
                    <a:pt x="1565" y="1"/>
                  </a:moveTo>
                  <a:lnTo>
                    <a:pt x="1484" y="41"/>
                  </a:lnTo>
                  <a:lnTo>
                    <a:pt x="1384" y="81"/>
                  </a:lnTo>
                  <a:lnTo>
                    <a:pt x="1124" y="262"/>
                  </a:lnTo>
                  <a:lnTo>
                    <a:pt x="843" y="502"/>
                  </a:lnTo>
                  <a:lnTo>
                    <a:pt x="562" y="763"/>
                  </a:lnTo>
                  <a:lnTo>
                    <a:pt x="321" y="1044"/>
                  </a:lnTo>
                  <a:lnTo>
                    <a:pt x="121" y="1284"/>
                  </a:lnTo>
                  <a:lnTo>
                    <a:pt x="61" y="1385"/>
                  </a:lnTo>
                  <a:lnTo>
                    <a:pt x="0" y="1465"/>
                  </a:lnTo>
                  <a:lnTo>
                    <a:pt x="0" y="1525"/>
                  </a:lnTo>
                  <a:lnTo>
                    <a:pt x="21" y="1565"/>
                  </a:lnTo>
                  <a:lnTo>
                    <a:pt x="1244" y="3029"/>
                  </a:lnTo>
                  <a:lnTo>
                    <a:pt x="2507" y="4553"/>
                  </a:lnTo>
                  <a:lnTo>
                    <a:pt x="3991" y="6278"/>
                  </a:lnTo>
                  <a:lnTo>
                    <a:pt x="5495" y="8023"/>
                  </a:lnTo>
                  <a:lnTo>
                    <a:pt x="6839" y="9567"/>
                  </a:lnTo>
                  <a:lnTo>
                    <a:pt x="7421" y="10189"/>
                  </a:lnTo>
                  <a:lnTo>
                    <a:pt x="7882" y="10670"/>
                  </a:lnTo>
                  <a:lnTo>
                    <a:pt x="8223" y="10991"/>
                  </a:lnTo>
                  <a:lnTo>
                    <a:pt x="8343" y="11071"/>
                  </a:lnTo>
                  <a:lnTo>
                    <a:pt x="8423" y="11111"/>
                  </a:lnTo>
                  <a:lnTo>
                    <a:pt x="8664" y="11151"/>
                  </a:lnTo>
                  <a:lnTo>
                    <a:pt x="8985" y="11151"/>
                  </a:lnTo>
                  <a:lnTo>
                    <a:pt x="9306" y="11131"/>
                  </a:lnTo>
                  <a:lnTo>
                    <a:pt x="9627" y="11091"/>
                  </a:lnTo>
                  <a:lnTo>
                    <a:pt x="9927" y="11031"/>
                  </a:lnTo>
                  <a:lnTo>
                    <a:pt x="10148" y="10951"/>
                  </a:lnTo>
                  <a:lnTo>
                    <a:pt x="10228" y="10911"/>
                  </a:lnTo>
                  <a:lnTo>
                    <a:pt x="10288" y="10871"/>
                  </a:lnTo>
                  <a:lnTo>
                    <a:pt x="10329" y="10830"/>
                  </a:lnTo>
                  <a:lnTo>
                    <a:pt x="10329" y="10770"/>
                  </a:lnTo>
                  <a:lnTo>
                    <a:pt x="10208" y="10610"/>
                  </a:lnTo>
                  <a:lnTo>
                    <a:pt x="9907" y="10249"/>
                  </a:lnTo>
                  <a:lnTo>
                    <a:pt x="8905" y="8985"/>
                  </a:lnTo>
                  <a:lnTo>
                    <a:pt x="5917" y="5295"/>
                  </a:lnTo>
                  <a:lnTo>
                    <a:pt x="156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5" name="Google Shape;5835;p22"/>
            <p:cNvSpPr/>
            <p:nvPr/>
          </p:nvSpPr>
          <p:spPr>
            <a:xfrm>
              <a:off x="8321350" y="4191275"/>
              <a:ext cx="258225" cy="278800"/>
            </a:xfrm>
            <a:custGeom>
              <a:avLst/>
              <a:gdLst/>
              <a:ahLst/>
              <a:cxnLst/>
              <a:rect l="l" t="t" r="r" b="b"/>
              <a:pathLst>
                <a:path w="10329" h="11152" fill="none" extrusionOk="0">
                  <a:moveTo>
                    <a:pt x="21" y="1565"/>
                  </a:moveTo>
                  <a:lnTo>
                    <a:pt x="21" y="1565"/>
                  </a:lnTo>
                  <a:lnTo>
                    <a:pt x="0" y="1525"/>
                  </a:lnTo>
                  <a:lnTo>
                    <a:pt x="0" y="1465"/>
                  </a:lnTo>
                  <a:lnTo>
                    <a:pt x="61" y="1385"/>
                  </a:lnTo>
                  <a:lnTo>
                    <a:pt x="121" y="1284"/>
                  </a:lnTo>
                  <a:lnTo>
                    <a:pt x="321" y="1044"/>
                  </a:lnTo>
                  <a:lnTo>
                    <a:pt x="562" y="763"/>
                  </a:lnTo>
                  <a:lnTo>
                    <a:pt x="843" y="502"/>
                  </a:lnTo>
                  <a:lnTo>
                    <a:pt x="1124" y="262"/>
                  </a:lnTo>
                  <a:lnTo>
                    <a:pt x="1384" y="81"/>
                  </a:lnTo>
                  <a:lnTo>
                    <a:pt x="1484" y="41"/>
                  </a:lnTo>
                  <a:lnTo>
                    <a:pt x="1565" y="1"/>
                  </a:lnTo>
                  <a:lnTo>
                    <a:pt x="1565" y="1"/>
                  </a:lnTo>
                  <a:lnTo>
                    <a:pt x="5917" y="5295"/>
                  </a:lnTo>
                  <a:lnTo>
                    <a:pt x="8905" y="8985"/>
                  </a:lnTo>
                  <a:lnTo>
                    <a:pt x="9907" y="10249"/>
                  </a:lnTo>
                  <a:lnTo>
                    <a:pt x="10208" y="10610"/>
                  </a:lnTo>
                  <a:lnTo>
                    <a:pt x="10329" y="10770"/>
                  </a:lnTo>
                  <a:lnTo>
                    <a:pt x="10329" y="10770"/>
                  </a:lnTo>
                  <a:lnTo>
                    <a:pt x="10329" y="10830"/>
                  </a:lnTo>
                  <a:lnTo>
                    <a:pt x="10288" y="10871"/>
                  </a:lnTo>
                  <a:lnTo>
                    <a:pt x="10228" y="10911"/>
                  </a:lnTo>
                  <a:lnTo>
                    <a:pt x="10148" y="10951"/>
                  </a:lnTo>
                  <a:lnTo>
                    <a:pt x="9927" y="11031"/>
                  </a:lnTo>
                  <a:lnTo>
                    <a:pt x="9627" y="11091"/>
                  </a:lnTo>
                  <a:lnTo>
                    <a:pt x="9306" y="11131"/>
                  </a:lnTo>
                  <a:lnTo>
                    <a:pt x="8985" y="11151"/>
                  </a:lnTo>
                  <a:lnTo>
                    <a:pt x="8664" y="11151"/>
                  </a:lnTo>
                  <a:lnTo>
                    <a:pt x="8423" y="11111"/>
                  </a:lnTo>
                  <a:lnTo>
                    <a:pt x="8423" y="11111"/>
                  </a:lnTo>
                  <a:lnTo>
                    <a:pt x="8343" y="11071"/>
                  </a:lnTo>
                  <a:lnTo>
                    <a:pt x="8223" y="10991"/>
                  </a:lnTo>
                  <a:lnTo>
                    <a:pt x="7882" y="10670"/>
                  </a:lnTo>
                  <a:lnTo>
                    <a:pt x="7421" y="10189"/>
                  </a:lnTo>
                  <a:lnTo>
                    <a:pt x="6839" y="9567"/>
                  </a:lnTo>
                  <a:lnTo>
                    <a:pt x="5495" y="8023"/>
                  </a:lnTo>
                  <a:lnTo>
                    <a:pt x="3991" y="6278"/>
                  </a:lnTo>
                  <a:lnTo>
                    <a:pt x="2507" y="4553"/>
                  </a:lnTo>
                  <a:lnTo>
                    <a:pt x="1244" y="3029"/>
                  </a:lnTo>
                  <a:lnTo>
                    <a:pt x="21" y="1565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6" name="Google Shape;5836;p22"/>
            <p:cNvSpPr/>
            <p:nvPr/>
          </p:nvSpPr>
          <p:spPr>
            <a:xfrm>
              <a:off x="8521400" y="4178250"/>
              <a:ext cx="392075" cy="246700"/>
            </a:xfrm>
            <a:custGeom>
              <a:avLst/>
              <a:gdLst/>
              <a:ahLst/>
              <a:cxnLst/>
              <a:rect l="l" t="t" r="r" b="b"/>
              <a:pathLst>
                <a:path w="15683" h="9868" extrusionOk="0">
                  <a:moveTo>
                    <a:pt x="14339" y="1"/>
                  </a:moveTo>
                  <a:lnTo>
                    <a:pt x="14239" y="21"/>
                  </a:lnTo>
                  <a:lnTo>
                    <a:pt x="13998" y="121"/>
                  </a:lnTo>
                  <a:lnTo>
                    <a:pt x="13497" y="422"/>
                  </a:lnTo>
                  <a:lnTo>
                    <a:pt x="11812" y="1384"/>
                  </a:lnTo>
                  <a:lnTo>
                    <a:pt x="6939" y="4252"/>
                  </a:lnTo>
                  <a:lnTo>
                    <a:pt x="2166" y="7100"/>
                  </a:lnTo>
                  <a:lnTo>
                    <a:pt x="0" y="8383"/>
                  </a:lnTo>
                  <a:lnTo>
                    <a:pt x="1203" y="9867"/>
                  </a:lnTo>
                  <a:lnTo>
                    <a:pt x="3450" y="8704"/>
                  </a:lnTo>
                  <a:lnTo>
                    <a:pt x="5756" y="7501"/>
                  </a:lnTo>
                  <a:lnTo>
                    <a:pt x="8423" y="6097"/>
                  </a:lnTo>
                  <a:lnTo>
                    <a:pt x="11070" y="4693"/>
                  </a:lnTo>
                  <a:lnTo>
                    <a:pt x="13397" y="3410"/>
                  </a:lnTo>
                  <a:lnTo>
                    <a:pt x="14319" y="2888"/>
                  </a:lnTo>
                  <a:lnTo>
                    <a:pt x="15041" y="2447"/>
                  </a:lnTo>
                  <a:lnTo>
                    <a:pt x="15502" y="2146"/>
                  </a:lnTo>
                  <a:lnTo>
                    <a:pt x="15623" y="2046"/>
                  </a:lnTo>
                  <a:lnTo>
                    <a:pt x="15683" y="1986"/>
                  </a:lnTo>
                  <a:lnTo>
                    <a:pt x="15683" y="1866"/>
                  </a:lnTo>
                  <a:lnTo>
                    <a:pt x="15643" y="1745"/>
                  </a:lnTo>
                  <a:lnTo>
                    <a:pt x="15603" y="1605"/>
                  </a:lnTo>
                  <a:lnTo>
                    <a:pt x="15542" y="1444"/>
                  </a:lnTo>
                  <a:lnTo>
                    <a:pt x="15362" y="1104"/>
                  </a:lnTo>
                  <a:lnTo>
                    <a:pt x="15141" y="763"/>
                  </a:lnTo>
                  <a:lnTo>
                    <a:pt x="14901" y="442"/>
                  </a:lnTo>
                  <a:lnTo>
                    <a:pt x="14780" y="321"/>
                  </a:lnTo>
                  <a:lnTo>
                    <a:pt x="14660" y="201"/>
                  </a:lnTo>
                  <a:lnTo>
                    <a:pt x="14540" y="101"/>
                  </a:lnTo>
                  <a:lnTo>
                    <a:pt x="14439" y="41"/>
                  </a:lnTo>
                  <a:lnTo>
                    <a:pt x="1433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7" name="Google Shape;5837;p22"/>
            <p:cNvSpPr/>
            <p:nvPr/>
          </p:nvSpPr>
          <p:spPr>
            <a:xfrm>
              <a:off x="8222575" y="3901000"/>
              <a:ext cx="946100" cy="523950"/>
            </a:xfrm>
            <a:custGeom>
              <a:avLst/>
              <a:gdLst/>
              <a:ahLst/>
              <a:cxnLst/>
              <a:rect l="l" t="t" r="r" b="b"/>
              <a:pathLst>
                <a:path w="37844" h="20958" extrusionOk="0">
                  <a:moveTo>
                    <a:pt x="21720" y="0"/>
                  </a:moveTo>
                  <a:lnTo>
                    <a:pt x="21198" y="20"/>
                  </a:lnTo>
                  <a:lnTo>
                    <a:pt x="20697" y="61"/>
                  </a:lnTo>
                  <a:lnTo>
                    <a:pt x="20196" y="141"/>
                  </a:lnTo>
                  <a:lnTo>
                    <a:pt x="19714" y="241"/>
                  </a:lnTo>
                  <a:lnTo>
                    <a:pt x="19213" y="361"/>
                  </a:lnTo>
                  <a:lnTo>
                    <a:pt x="18712" y="502"/>
                  </a:lnTo>
                  <a:lnTo>
                    <a:pt x="18230" y="662"/>
                  </a:lnTo>
                  <a:lnTo>
                    <a:pt x="17749" y="823"/>
                  </a:lnTo>
                  <a:lnTo>
                    <a:pt x="17268" y="1023"/>
                  </a:lnTo>
                  <a:lnTo>
                    <a:pt x="16786" y="1244"/>
                  </a:lnTo>
                  <a:lnTo>
                    <a:pt x="16305" y="1464"/>
                  </a:lnTo>
                  <a:lnTo>
                    <a:pt x="15844" y="1705"/>
                  </a:lnTo>
                  <a:lnTo>
                    <a:pt x="15383" y="1946"/>
                  </a:lnTo>
                  <a:lnTo>
                    <a:pt x="14941" y="2226"/>
                  </a:lnTo>
                  <a:lnTo>
                    <a:pt x="14500" y="2487"/>
                  </a:lnTo>
                  <a:lnTo>
                    <a:pt x="14059" y="2788"/>
                  </a:lnTo>
                  <a:lnTo>
                    <a:pt x="13638" y="3069"/>
                  </a:lnTo>
                  <a:lnTo>
                    <a:pt x="13417" y="3229"/>
                  </a:lnTo>
                  <a:lnTo>
                    <a:pt x="13257" y="3309"/>
                  </a:lnTo>
                  <a:lnTo>
                    <a:pt x="13076" y="3370"/>
                  </a:lnTo>
                  <a:lnTo>
                    <a:pt x="12856" y="3430"/>
                  </a:lnTo>
                  <a:lnTo>
                    <a:pt x="12615" y="3490"/>
                  </a:lnTo>
                  <a:lnTo>
                    <a:pt x="12094" y="3550"/>
                  </a:lnTo>
                  <a:lnTo>
                    <a:pt x="11492" y="3590"/>
                  </a:lnTo>
                  <a:lnTo>
                    <a:pt x="10850" y="3610"/>
                  </a:lnTo>
                  <a:lnTo>
                    <a:pt x="10148" y="3610"/>
                  </a:lnTo>
                  <a:lnTo>
                    <a:pt x="8624" y="3590"/>
                  </a:lnTo>
                  <a:lnTo>
                    <a:pt x="7080" y="3570"/>
                  </a:lnTo>
                  <a:lnTo>
                    <a:pt x="6318" y="3570"/>
                  </a:lnTo>
                  <a:lnTo>
                    <a:pt x="5556" y="3590"/>
                  </a:lnTo>
                  <a:lnTo>
                    <a:pt x="4834" y="3630"/>
                  </a:lnTo>
                  <a:lnTo>
                    <a:pt x="4132" y="3690"/>
                  </a:lnTo>
                  <a:lnTo>
                    <a:pt x="3490" y="3791"/>
                  </a:lnTo>
                  <a:lnTo>
                    <a:pt x="3189" y="3871"/>
                  </a:lnTo>
                  <a:lnTo>
                    <a:pt x="2889" y="3931"/>
                  </a:lnTo>
                  <a:lnTo>
                    <a:pt x="2708" y="3991"/>
                  </a:lnTo>
                  <a:lnTo>
                    <a:pt x="2508" y="4071"/>
                  </a:lnTo>
                  <a:lnTo>
                    <a:pt x="2327" y="4172"/>
                  </a:lnTo>
                  <a:lnTo>
                    <a:pt x="2147" y="4292"/>
                  </a:lnTo>
                  <a:lnTo>
                    <a:pt x="1946" y="4412"/>
                  </a:lnTo>
                  <a:lnTo>
                    <a:pt x="1766" y="4553"/>
                  </a:lnTo>
                  <a:lnTo>
                    <a:pt x="1605" y="4693"/>
                  </a:lnTo>
                  <a:lnTo>
                    <a:pt x="1425" y="4874"/>
                  </a:lnTo>
                  <a:lnTo>
                    <a:pt x="1264" y="5054"/>
                  </a:lnTo>
                  <a:lnTo>
                    <a:pt x="1104" y="5235"/>
                  </a:lnTo>
                  <a:lnTo>
                    <a:pt x="943" y="5435"/>
                  </a:lnTo>
                  <a:lnTo>
                    <a:pt x="803" y="5636"/>
                  </a:lnTo>
                  <a:lnTo>
                    <a:pt x="683" y="5856"/>
                  </a:lnTo>
                  <a:lnTo>
                    <a:pt x="542" y="6097"/>
                  </a:lnTo>
                  <a:lnTo>
                    <a:pt x="442" y="6318"/>
                  </a:lnTo>
                  <a:lnTo>
                    <a:pt x="342" y="6558"/>
                  </a:lnTo>
                  <a:lnTo>
                    <a:pt x="241" y="6819"/>
                  </a:lnTo>
                  <a:lnTo>
                    <a:pt x="181" y="7080"/>
                  </a:lnTo>
                  <a:lnTo>
                    <a:pt x="101" y="7340"/>
                  </a:lnTo>
                  <a:lnTo>
                    <a:pt x="61" y="7601"/>
                  </a:lnTo>
                  <a:lnTo>
                    <a:pt x="21" y="7862"/>
                  </a:lnTo>
                  <a:lnTo>
                    <a:pt x="1" y="8143"/>
                  </a:lnTo>
                  <a:lnTo>
                    <a:pt x="1" y="8423"/>
                  </a:lnTo>
                  <a:lnTo>
                    <a:pt x="21" y="8704"/>
                  </a:lnTo>
                  <a:lnTo>
                    <a:pt x="61" y="8965"/>
                  </a:lnTo>
                  <a:lnTo>
                    <a:pt x="121" y="9246"/>
                  </a:lnTo>
                  <a:lnTo>
                    <a:pt x="181" y="9526"/>
                  </a:lnTo>
                  <a:lnTo>
                    <a:pt x="281" y="9807"/>
                  </a:lnTo>
                  <a:lnTo>
                    <a:pt x="402" y="10088"/>
                  </a:lnTo>
                  <a:lnTo>
                    <a:pt x="542" y="10369"/>
                  </a:lnTo>
                  <a:lnTo>
                    <a:pt x="703" y="10629"/>
                  </a:lnTo>
                  <a:lnTo>
                    <a:pt x="883" y="10910"/>
                  </a:lnTo>
                  <a:lnTo>
                    <a:pt x="1044" y="11091"/>
                  </a:lnTo>
                  <a:lnTo>
                    <a:pt x="1164" y="11251"/>
                  </a:lnTo>
                  <a:lnTo>
                    <a:pt x="1184" y="11271"/>
                  </a:lnTo>
                  <a:lnTo>
                    <a:pt x="1384" y="11472"/>
                  </a:lnTo>
                  <a:lnTo>
                    <a:pt x="1625" y="11672"/>
                  </a:lnTo>
                  <a:lnTo>
                    <a:pt x="1926" y="11913"/>
                  </a:lnTo>
                  <a:lnTo>
                    <a:pt x="2267" y="12113"/>
                  </a:lnTo>
                  <a:lnTo>
                    <a:pt x="2628" y="12314"/>
                  </a:lnTo>
                  <a:lnTo>
                    <a:pt x="3009" y="12494"/>
                  </a:lnTo>
                  <a:lnTo>
                    <a:pt x="3410" y="12635"/>
                  </a:lnTo>
                  <a:lnTo>
                    <a:pt x="3851" y="12755"/>
                  </a:lnTo>
                  <a:lnTo>
                    <a:pt x="4292" y="12855"/>
                  </a:lnTo>
                  <a:lnTo>
                    <a:pt x="4754" y="12916"/>
                  </a:lnTo>
                  <a:lnTo>
                    <a:pt x="5215" y="12936"/>
                  </a:lnTo>
                  <a:lnTo>
                    <a:pt x="5716" y="12936"/>
                  </a:lnTo>
                  <a:lnTo>
                    <a:pt x="6218" y="12916"/>
                  </a:lnTo>
                  <a:lnTo>
                    <a:pt x="6719" y="12835"/>
                  </a:lnTo>
                  <a:lnTo>
                    <a:pt x="7220" y="12715"/>
                  </a:lnTo>
                  <a:lnTo>
                    <a:pt x="7742" y="12575"/>
                  </a:lnTo>
                  <a:lnTo>
                    <a:pt x="8263" y="12374"/>
                  </a:lnTo>
                  <a:lnTo>
                    <a:pt x="8785" y="12133"/>
                  </a:lnTo>
                  <a:lnTo>
                    <a:pt x="9065" y="11993"/>
                  </a:lnTo>
                  <a:lnTo>
                    <a:pt x="9346" y="11813"/>
                  </a:lnTo>
                  <a:lnTo>
                    <a:pt x="9607" y="11652"/>
                  </a:lnTo>
                  <a:lnTo>
                    <a:pt x="9888" y="11452"/>
                  </a:lnTo>
                  <a:lnTo>
                    <a:pt x="10168" y="11251"/>
                  </a:lnTo>
                  <a:lnTo>
                    <a:pt x="10429" y="11030"/>
                  </a:lnTo>
                  <a:lnTo>
                    <a:pt x="10710" y="10790"/>
                  </a:lnTo>
                  <a:lnTo>
                    <a:pt x="10971" y="10529"/>
                  </a:lnTo>
                  <a:lnTo>
                    <a:pt x="11251" y="10268"/>
                  </a:lnTo>
                  <a:lnTo>
                    <a:pt x="11512" y="9968"/>
                  </a:lnTo>
                  <a:lnTo>
                    <a:pt x="11753" y="9667"/>
                  </a:lnTo>
                  <a:lnTo>
                    <a:pt x="12013" y="9366"/>
                  </a:lnTo>
                  <a:lnTo>
                    <a:pt x="12274" y="9025"/>
                  </a:lnTo>
                  <a:lnTo>
                    <a:pt x="12515" y="8664"/>
                  </a:lnTo>
                  <a:lnTo>
                    <a:pt x="12755" y="8303"/>
                  </a:lnTo>
                  <a:lnTo>
                    <a:pt x="12996" y="7902"/>
                  </a:lnTo>
                  <a:lnTo>
                    <a:pt x="13217" y="7481"/>
                  </a:lnTo>
                  <a:lnTo>
                    <a:pt x="13437" y="7019"/>
                  </a:lnTo>
                  <a:lnTo>
                    <a:pt x="13678" y="6538"/>
                  </a:lnTo>
                  <a:lnTo>
                    <a:pt x="13919" y="6037"/>
                  </a:lnTo>
                  <a:lnTo>
                    <a:pt x="14219" y="5515"/>
                  </a:lnTo>
                  <a:lnTo>
                    <a:pt x="14560" y="4974"/>
                  </a:lnTo>
                  <a:lnTo>
                    <a:pt x="14761" y="4693"/>
                  </a:lnTo>
                  <a:lnTo>
                    <a:pt x="14961" y="4412"/>
                  </a:lnTo>
                  <a:lnTo>
                    <a:pt x="15202" y="4152"/>
                  </a:lnTo>
                  <a:lnTo>
                    <a:pt x="15463" y="3871"/>
                  </a:lnTo>
                  <a:lnTo>
                    <a:pt x="15483" y="3851"/>
                  </a:lnTo>
                  <a:lnTo>
                    <a:pt x="16084" y="3550"/>
                  </a:lnTo>
                  <a:lnTo>
                    <a:pt x="16365" y="3430"/>
                  </a:lnTo>
                  <a:lnTo>
                    <a:pt x="16626" y="3329"/>
                  </a:lnTo>
                  <a:lnTo>
                    <a:pt x="16867" y="3249"/>
                  </a:lnTo>
                  <a:lnTo>
                    <a:pt x="17087" y="3189"/>
                  </a:lnTo>
                  <a:lnTo>
                    <a:pt x="17308" y="3149"/>
                  </a:lnTo>
                  <a:lnTo>
                    <a:pt x="17709" y="3149"/>
                  </a:lnTo>
                  <a:lnTo>
                    <a:pt x="17970" y="3189"/>
                  </a:lnTo>
                  <a:lnTo>
                    <a:pt x="18230" y="3269"/>
                  </a:lnTo>
                  <a:lnTo>
                    <a:pt x="18491" y="3350"/>
                  </a:lnTo>
                  <a:lnTo>
                    <a:pt x="18772" y="3470"/>
                  </a:lnTo>
                  <a:lnTo>
                    <a:pt x="19052" y="3610"/>
                  </a:lnTo>
                  <a:lnTo>
                    <a:pt x="19333" y="3771"/>
                  </a:lnTo>
                  <a:lnTo>
                    <a:pt x="19614" y="3951"/>
                  </a:lnTo>
                  <a:lnTo>
                    <a:pt x="19915" y="4172"/>
                  </a:lnTo>
                  <a:lnTo>
                    <a:pt x="20336" y="4493"/>
                  </a:lnTo>
                  <a:lnTo>
                    <a:pt x="20777" y="4854"/>
                  </a:lnTo>
                  <a:lnTo>
                    <a:pt x="21218" y="5255"/>
                  </a:lnTo>
                  <a:lnTo>
                    <a:pt x="21660" y="5676"/>
                  </a:lnTo>
                  <a:lnTo>
                    <a:pt x="22101" y="6137"/>
                  </a:lnTo>
                  <a:lnTo>
                    <a:pt x="22562" y="6618"/>
                  </a:lnTo>
                  <a:lnTo>
                    <a:pt x="23023" y="7120"/>
                  </a:lnTo>
                  <a:lnTo>
                    <a:pt x="23485" y="7661"/>
                  </a:lnTo>
                  <a:lnTo>
                    <a:pt x="24407" y="8764"/>
                  </a:lnTo>
                  <a:lnTo>
                    <a:pt x="25330" y="9947"/>
                  </a:lnTo>
                  <a:lnTo>
                    <a:pt x="26232" y="11151"/>
                  </a:lnTo>
                  <a:lnTo>
                    <a:pt x="27134" y="12374"/>
                  </a:lnTo>
                  <a:lnTo>
                    <a:pt x="27997" y="13577"/>
                  </a:lnTo>
                  <a:lnTo>
                    <a:pt x="28839" y="14761"/>
                  </a:lnTo>
                  <a:lnTo>
                    <a:pt x="30383" y="16987"/>
                  </a:lnTo>
                  <a:lnTo>
                    <a:pt x="31085" y="17969"/>
                  </a:lnTo>
                  <a:lnTo>
                    <a:pt x="31727" y="18832"/>
                  </a:lnTo>
                  <a:lnTo>
                    <a:pt x="32288" y="19574"/>
                  </a:lnTo>
                  <a:lnTo>
                    <a:pt x="32790" y="20175"/>
                  </a:lnTo>
                  <a:lnTo>
                    <a:pt x="32970" y="20376"/>
                  </a:lnTo>
                  <a:lnTo>
                    <a:pt x="33151" y="20536"/>
                  </a:lnTo>
                  <a:lnTo>
                    <a:pt x="33311" y="20677"/>
                  </a:lnTo>
                  <a:lnTo>
                    <a:pt x="33432" y="20777"/>
                  </a:lnTo>
                  <a:lnTo>
                    <a:pt x="33552" y="20837"/>
                  </a:lnTo>
                  <a:lnTo>
                    <a:pt x="33732" y="20877"/>
                  </a:lnTo>
                  <a:lnTo>
                    <a:pt x="33993" y="20917"/>
                  </a:lnTo>
                  <a:lnTo>
                    <a:pt x="34354" y="20937"/>
                  </a:lnTo>
                  <a:lnTo>
                    <a:pt x="34795" y="20937"/>
                  </a:lnTo>
                  <a:lnTo>
                    <a:pt x="34996" y="20957"/>
                  </a:lnTo>
                  <a:lnTo>
                    <a:pt x="35858" y="20957"/>
                  </a:lnTo>
                  <a:lnTo>
                    <a:pt x="36881" y="20937"/>
                  </a:lnTo>
                  <a:lnTo>
                    <a:pt x="37844" y="20937"/>
                  </a:lnTo>
                  <a:lnTo>
                    <a:pt x="37643" y="20336"/>
                  </a:lnTo>
                  <a:lnTo>
                    <a:pt x="37362" y="19433"/>
                  </a:lnTo>
                  <a:lnTo>
                    <a:pt x="37001" y="18270"/>
                  </a:lnTo>
                  <a:lnTo>
                    <a:pt x="36540" y="16906"/>
                  </a:lnTo>
                  <a:lnTo>
                    <a:pt x="35999" y="15362"/>
                  </a:lnTo>
                  <a:lnTo>
                    <a:pt x="35678" y="14560"/>
                  </a:lnTo>
                  <a:lnTo>
                    <a:pt x="35357" y="13718"/>
                  </a:lnTo>
                  <a:lnTo>
                    <a:pt x="34996" y="12855"/>
                  </a:lnTo>
                  <a:lnTo>
                    <a:pt x="34615" y="11973"/>
                  </a:lnTo>
                  <a:lnTo>
                    <a:pt x="34214" y="11091"/>
                  </a:lnTo>
                  <a:lnTo>
                    <a:pt x="33772" y="10208"/>
                  </a:lnTo>
                  <a:lnTo>
                    <a:pt x="33311" y="9326"/>
                  </a:lnTo>
                  <a:lnTo>
                    <a:pt x="32830" y="8443"/>
                  </a:lnTo>
                  <a:lnTo>
                    <a:pt x="32329" y="7581"/>
                  </a:lnTo>
                  <a:lnTo>
                    <a:pt x="31787" y="6739"/>
                  </a:lnTo>
                  <a:lnTo>
                    <a:pt x="31226" y="5916"/>
                  </a:lnTo>
                  <a:lnTo>
                    <a:pt x="30644" y="5134"/>
                  </a:lnTo>
                  <a:lnTo>
                    <a:pt x="30042" y="4372"/>
                  </a:lnTo>
                  <a:lnTo>
                    <a:pt x="29721" y="4011"/>
                  </a:lnTo>
                  <a:lnTo>
                    <a:pt x="29401" y="3670"/>
                  </a:lnTo>
                  <a:lnTo>
                    <a:pt x="29060" y="3329"/>
                  </a:lnTo>
                  <a:lnTo>
                    <a:pt x="28739" y="3009"/>
                  </a:lnTo>
                  <a:lnTo>
                    <a:pt x="28378" y="2688"/>
                  </a:lnTo>
                  <a:lnTo>
                    <a:pt x="28037" y="2387"/>
                  </a:lnTo>
                  <a:lnTo>
                    <a:pt x="27676" y="2106"/>
                  </a:lnTo>
                  <a:lnTo>
                    <a:pt x="27315" y="1825"/>
                  </a:lnTo>
                  <a:lnTo>
                    <a:pt x="26934" y="1585"/>
                  </a:lnTo>
                  <a:lnTo>
                    <a:pt x="26553" y="1344"/>
                  </a:lnTo>
                  <a:lnTo>
                    <a:pt x="26172" y="1123"/>
                  </a:lnTo>
                  <a:lnTo>
                    <a:pt x="25791" y="903"/>
                  </a:lnTo>
                  <a:lnTo>
                    <a:pt x="25390" y="722"/>
                  </a:lnTo>
                  <a:lnTo>
                    <a:pt x="24969" y="562"/>
                  </a:lnTo>
                  <a:lnTo>
                    <a:pt x="24567" y="422"/>
                  </a:lnTo>
                  <a:lnTo>
                    <a:pt x="24146" y="281"/>
                  </a:lnTo>
                  <a:lnTo>
                    <a:pt x="23705" y="181"/>
                  </a:lnTo>
                  <a:lnTo>
                    <a:pt x="23284" y="101"/>
                  </a:lnTo>
                  <a:lnTo>
                    <a:pt x="22763" y="41"/>
                  </a:lnTo>
                  <a:lnTo>
                    <a:pt x="222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8" name="Google Shape;5838;p22"/>
            <p:cNvSpPr/>
            <p:nvPr/>
          </p:nvSpPr>
          <p:spPr>
            <a:xfrm>
              <a:off x="8222575" y="3901000"/>
              <a:ext cx="946100" cy="523950"/>
            </a:xfrm>
            <a:custGeom>
              <a:avLst/>
              <a:gdLst/>
              <a:ahLst/>
              <a:cxnLst/>
              <a:rect l="l" t="t" r="r" b="b"/>
              <a:pathLst>
                <a:path w="37844" h="20958" fill="none" extrusionOk="0">
                  <a:moveTo>
                    <a:pt x="37844" y="20937"/>
                  </a:moveTo>
                  <a:lnTo>
                    <a:pt x="37844" y="20937"/>
                  </a:lnTo>
                  <a:lnTo>
                    <a:pt x="37001" y="20937"/>
                  </a:lnTo>
                  <a:lnTo>
                    <a:pt x="36881" y="20937"/>
                  </a:lnTo>
                  <a:lnTo>
                    <a:pt x="36881" y="20937"/>
                  </a:lnTo>
                  <a:lnTo>
                    <a:pt x="35858" y="20957"/>
                  </a:lnTo>
                  <a:lnTo>
                    <a:pt x="34996" y="20957"/>
                  </a:lnTo>
                  <a:lnTo>
                    <a:pt x="34996" y="20957"/>
                  </a:lnTo>
                  <a:lnTo>
                    <a:pt x="34795" y="20937"/>
                  </a:lnTo>
                  <a:lnTo>
                    <a:pt x="34795" y="20937"/>
                  </a:lnTo>
                  <a:lnTo>
                    <a:pt x="34354" y="20937"/>
                  </a:lnTo>
                  <a:lnTo>
                    <a:pt x="33993" y="20917"/>
                  </a:lnTo>
                  <a:lnTo>
                    <a:pt x="33732" y="20877"/>
                  </a:lnTo>
                  <a:lnTo>
                    <a:pt x="33552" y="20837"/>
                  </a:lnTo>
                  <a:lnTo>
                    <a:pt x="33552" y="20837"/>
                  </a:lnTo>
                  <a:lnTo>
                    <a:pt x="33432" y="20777"/>
                  </a:lnTo>
                  <a:lnTo>
                    <a:pt x="33432" y="20777"/>
                  </a:lnTo>
                  <a:lnTo>
                    <a:pt x="33311" y="20677"/>
                  </a:lnTo>
                  <a:lnTo>
                    <a:pt x="33151" y="20536"/>
                  </a:lnTo>
                  <a:lnTo>
                    <a:pt x="32970" y="20376"/>
                  </a:lnTo>
                  <a:lnTo>
                    <a:pt x="32790" y="20175"/>
                  </a:lnTo>
                  <a:lnTo>
                    <a:pt x="32790" y="20175"/>
                  </a:lnTo>
                  <a:lnTo>
                    <a:pt x="32288" y="19574"/>
                  </a:lnTo>
                  <a:lnTo>
                    <a:pt x="31727" y="18832"/>
                  </a:lnTo>
                  <a:lnTo>
                    <a:pt x="31085" y="17969"/>
                  </a:lnTo>
                  <a:lnTo>
                    <a:pt x="30383" y="16987"/>
                  </a:lnTo>
                  <a:lnTo>
                    <a:pt x="28839" y="14761"/>
                  </a:lnTo>
                  <a:lnTo>
                    <a:pt x="27997" y="13577"/>
                  </a:lnTo>
                  <a:lnTo>
                    <a:pt x="27134" y="12374"/>
                  </a:lnTo>
                  <a:lnTo>
                    <a:pt x="26232" y="11151"/>
                  </a:lnTo>
                  <a:lnTo>
                    <a:pt x="25330" y="9947"/>
                  </a:lnTo>
                  <a:lnTo>
                    <a:pt x="24407" y="8764"/>
                  </a:lnTo>
                  <a:lnTo>
                    <a:pt x="23485" y="7661"/>
                  </a:lnTo>
                  <a:lnTo>
                    <a:pt x="23023" y="7120"/>
                  </a:lnTo>
                  <a:lnTo>
                    <a:pt x="22562" y="6618"/>
                  </a:lnTo>
                  <a:lnTo>
                    <a:pt x="22101" y="6137"/>
                  </a:lnTo>
                  <a:lnTo>
                    <a:pt x="21660" y="5676"/>
                  </a:lnTo>
                  <a:lnTo>
                    <a:pt x="21218" y="5255"/>
                  </a:lnTo>
                  <a:lnTo>
                    <a:pt x="20777" y="4854"/>
                  </a:lnTo>
                  <a:lnTo>
                    <a:pt x="20336" y="4493"/>
                  </a:lnTo>
                  <a:lnTo>
                    <a:pt x="19915" y="4172"/>
                  </a:lnTo>
                  <a:lnTo>
                    <a:pt x="19915" y="4172"/>
                  </a:lnTo>
                  <a:lnTo>
                    <a:pt x="19614" y="3951"/>
                  </a:lnTo>
                  <a:lnTo>
                    <a:pt x="19333" y="3771"/>
                  </a:lnTo>
                  <a:lnTo>
                    <a:pt x="19052" y="3610"/>
                  </a:lnTo>
                  <a:lnTo>
                    <a:pt x="18772" y="3470"/>
                  </a:lnTo>
                  <a:lnTo>
                    <a:pt x="18491" y="3350"/>
                  </a:lnTo>
                  <a:lnTo>
                    <a:pt x="18230" y="3269"/>
                  </a:lnTo>
                  <a:lnTo>
                    <a:pt x="17970" y="3189"/>
                  </a:lnTo>
                  <a:lnTo>
                    <a:pt x="17709" y="3149"/>
                  </a:lnTo>
                  <a:lnTo>
                    <a:pt x="17709" y="3149"/>
                  </a:lnTo>
                  <a:lnTo>
                    <a:pt x="17488" y="3149"/>
                  </a:lnTo>
                  <a:lnTo>
                    <a:pt x="17488" y="3149"/>
                  </a:lnTo>
                  <a:lnTo>
                    <a:pt x="17308" y="3149"/>
                  </a:lnTo>
                  <a:lnTo>
                    <a:pt x="17087" y="3189"/>
                  </a:lnTo>
                  <a:lnTo>
                    <a:pt x="16867" y="3249"/>
                  </a:lnTo>
                  <a:lnTo>
                    <a:pt x="16626" y="3329"/>
                  </a:lnTo>
                  <a:lnTo>
                    <a:pt x="16365" y="3430"/>
                  </a:lnTo>
                  <a:lnTo>
                    <a:pt x="16084" y="3550"/>
                  </a:lnTo>
                  <a:lnTo>
                    <a:pt x="15483" y="3851"/>
                  </a:lnTo>
                  <a:lnTo>
                    <a:pt x="15463" y="3871"/>
                  </a:lnTo>
                  <a:lnTo>
                    <a:pt x="15463" y="3871"/>
                  </a:lnTo>
                  <a:lnTo>
                    <a:pt x="15202" y="4152"/>
                  </a:lnTo>
                  <a:lnTo>
                    <a:pt x="14961" y="4412"/>
                  </a:lnTo>
                  <a:lnTo>
                    <a:pt x="14761" y="4693"/>
                  </a:lnTo>
                  <a:lnTo>
                    <a:pt x="14560" y="4974"/>
                  </a:lnTo>
                  <a:lnTo>
                    <a:pt x="14219" y="5515"/>
                  </a:lnTo>
                  <a:lnTo>
                    <a:pt x="13919" y="6037"/>
                  </a:lnTo>
                  <a:lnTo>
                    <a:pt x="13678" y="6538"/>
                  </a:lnTo>
                  <a:lnTo>
                    <a:pt x="13437" y="7019"/>
                  </a:lnTo>
                  <a:lnTo>
                    <a:pt x="13217" y="7481"/>
                  </a:lnTo>
                  <a:lnTo>
                    <a:pt x="12996" y="7902"/>
                  </a:lnTo>
                  <a:lnTo>
                    <a:pt x="12996" y="7902"/>
                  </a:lnTo>
                  <a:lnTo>
                    <a:pt x="12755" y="8303"/>
                  </a:lnTo>
                  <a:lnTo>
                    <a:pt x="12515" y="8664"/>
                  </a:lnTo>
                  <a:lnTo>
                    <a:pt x="12274" y="9025"/>
                  </a:lnTo>
                  <a:lnTo>
                    <a:pt x="12013" y="9366"/>
                  </a:lnTo>
                  <a:lnTo>
                    <a:pt x="11753" y="9667"/>
                  </a:lnTo>
                  <a:lnTo>
                    <a:pt x="11512" y="9968"/>
                  </a:lnTo>
                  <a:lnTo>
                    <a:pt x="11251" y="10268"/>
                  </a:lnTo>
                  <a:lnTo>
                    <a:pt x="10971" y="10529"/>
                  </a:lnTo>
                  <a:lnTo>
                    <a:pt x="10710" y="10790"/>
                  </a:lnTo>
                  <a:lnTo>
                    <a:pt x="10429" y="11030"/>
                  </a:lnTo>
                  <a:lnTo>
                    <a:pt x="10168" y="11251"/>
                  </a:lnTo>
                  <a:lnTo>
                    <a:pt x="9888" y="11452"/>
                  </a:lnTo>
                  <a:lnTo>
                    <a:pt x="9607" y="11652"/>
                  </a:lnTo>
                  <a:lnTo>
                    <a:pt x="9346" y="11813"/>
                  </a:lnTo>
                  <a:lnTo>
                    <a:pt x="9065" y="11993"/>
                  </a:lnTo>
                  <a:lnTo>
                    <a:pt x="8785" y="12133"/>
                  </a:lnTo>
                  <a:lnTo>
                    <a:pt x="8785" y="12133"/>
                  </a:lnTo>
                  <a:lnTo>
                    <a:pt x="8263" y="12374"/>
                  </a:lnTo>
                  <a:lnTo>
                    <a:pt x="7742" y="12575"/>
                  </a:lnTo>
                  <a:lnTo>
                    <a:pt x="7220" y="12715"/>
                  </a:lnTo>
                  <a:lnTo>
                    <a:pt x="6719" y="12835"/>
                  </a:lnTo>
                  <a:lnTo>
                    <a:pt x="6218" y="12916"/>
                  </a:lnTo>
                  <a:lnTo>
                    <a:pt x="5716" y="12936"/>
                  </a:lnTo>
                  <a:lnTo>
                    <a:pt x="5215" y="12936"/>
                  </a:lnTo>
                  <a:lnTo>
                    <a:pt x="4754" y="12916"/>
                  </a:lnTo>
                  <a:lnTo>
                    <a:pt x="4292" y="12855"/>
                  </a:lnTo>
                  <a:lnTo>
                    <a:pt x="3851" y="12755"/>
                  </a:lnTo>
                  <a:lnTo>
                    <a:pt x="3410" y="12635"/>
                  </a:lnTo>
                  <a:lnTo>
                    <a:pt x="3009" y="12494"/>
                  </a:lnTo>
                  <a:lnTo>
                    <a:pt x="2628" y="12314"/>
                  </a:lnTo>
                  <a:lnTo>
                    <a:pt x="2267" y="12113"/>
                  </a:lnTo>
                  <a:lnTo>
                    <a:pt x="1926" y="11913"/>
                  </a:lnTo>
                  <a:lnTo>
                    <a:pt x="1625" y="11672"/>
                  </a:lnTo>
                  <a:lnTo>
                    <a:pt x="1625" y="11672"/>
                  </a:lnTo>
                  <a:lnTo>
                    <a:pt x="1384" y="11472"/>
                  </a:lnTo>
                  <a:lnTo>
                    <a:pt x="1184" y="11271"/>
                  </a:lnTo>
                  <a:lnTo>
                    <a:pt x="1184" y="11271"/>
                  </a:lnTo>
                  <a:lnTo>
                    <a:pt x="1164" y="11251"/>
                  </a:lnTo>
                  <a:lnTo>
                    <a:pt x="1164" y="11251"/>
                  </a:lnTo>
                  <a:lnTo>
                    <a:pt x="1044" y="11091"/>
                  </a:lnTo>
                  <a:lnTo>
                    <a:pt x="1044" y="11091"/>
                  </a:lnTo>
                  <a:lnTo>
                    <a:pt x="883" y="10910"/>
                  </a:lnTo>
                  <a:lnTo>
                    <a:pt x="883" y="10910"/>
                  </a:lnTo>
                  <a:lnTo>
                    <a:pt x="703" y="10629"/>
                  </a:lnTo>
                  <a:lnTo>
                    <a:pt x="542" y="10369"/>
                  </a:lnTo>
                  <a:lnTo>
                    <a:pt x="402" y="10088"/>
                  </a:lnTo>
                  <a:lnTo>
                    <a:pt x="281" y="9807"/>
                  </a:lnTo>
                  <a:lnTo>
                    <a:pt x="181" y="9526"/>
                  </a:lnTo>
                  <a:lnTo>
                    <a:pt x="121" y="9246"/>
                  </a:lnTo>
                  <a:lnTo>
                    <a:pt x="61" y="8965"/>
                  </a:lnTo>
                  <a:lnTo>
                    <a:pt x="21" y="8704"/>
                  </a:lnTo>
                  <a:lnTo>
                    <a:pt x="1" y="8423"/>
                  </a:lnTo>
                  <a:lnTo>
                    <a:pt x="1" y="8143"/>
                  </a:lnTo>
                  <a:lnTo>
                    <a:pt x="21" y="7862"/>
                  </a:lnTo>
                  <a:lnTo>
                    <a:pt x="61" y="7601"/>
                  </a:lnTo>
                  <a:lnTo>
                    <a:pt x="101" y="7340"/>
                  </a:lnTo>
                  <a:lnTo>
                    <a:pt x="181" y="7080"/>
                  </a:lnTo>
                  <a:lnTo>
                    <a:pt x="241" y="6819"/>
                  </a:lnTo>
                  <a:lnTo>
                    <a:pt x="342" y="6558"/>
                  </a:lnTo>
                  <a:lnTo>
                    <a:pt x="442" y="6318"/>
                  </a:lnTo>
                  <a:lnTo>
                    <a:pt x="542" y="6097"/>
                  </a:lnTo>
                  <a:lnTo>
                    <a:pt x="683" y="5856"/>
                  </a:lnTo>
                  <a:lnTo>
                    <a:pt x="803" y="5636"/>
                  </a:lnTo>
                  <a:lnTo>
                    <a:pt x="943" y="5435"/>
                  </a:lnTo>
                  <a:lnTo>
                    <a:pt x="1104" y="5235"/>
                  </a:lnTo>
                  <a:lnTo>
                    <a:pt x="1264" y="5054"/>
                  </a:lnTo>
                  <a:lnTo>
                    <a:pt x="1425" y="4874"/>
                  </a:lnTo>
                  <a:lnTo>
                    <a:pt x="1605" y="4693"/>
                  </a:lnTo>
                  <a:lnTo>
                    <a:pt x="1766" y="4553"/>
                  </a:lnTo>
                  <a:lnTo>
                    <a:pt x="1946" y="4412"/>
                  </a:lnTo>
                  <a:lnTo>
                    <a:pt x="2147" y="4292"/>
                  </a:lnTo>
                  <a:lnTo>
                    <a:pt x="2327" y="4172"/>
                  </a:lnTo>
                  <a:lnTo>
                    <a:pt x="2508" y="4071"/>
                  </a:lnTo>
                  <a:lnTo>
                    <a:pt x="2708" y="3991"/>
                  </a:lnTo>
                  <a:lnTo>
                    <a:pt x="2889" y="3931"/>
                  </a:lnTo>
                  <a:lnTo>
                    <a:pt x="2889" y="3931"/>
                  </a:lnTo>
                  <a:lnTo>
                    <a:pt x="3189" y="3871"/>
                  </a:lnTo>
                  <a:lnTo>
                    <a:pt x="3490" y="3791"/>
                  </a:lnTo>
                  <a:lnTo>
                    <a:pt x="4132" y="3690"/>
                  </a:lnTo>
                  <a:lnTo>
                    <a:pt x="4834" y="3630"/>
                  </a:lnTo>
                  <a:lnTo>
                    <a:pt x="5556" y="3590"/>
                  </a:lnTo>
                  <a:lnTo>
                    <a:pt x="6318" y="3570"/>
                  </a:lnTo>
                  <a:lnTo>
                    <a:pt x="7080" y="3570"/>
                  </a:lnTo>
                  <a:lnTo>
                    <a:pt x="8624" y="3590"/>
                  </a:lnTo>
                  <a:lnTo>
                    <a:pt x="8624" y="3590"/>
                  </a:lnTo>
                  <a:lnTo>
                    <a:pt x="10148" y="3610"/>
                  </a:lnTo>
                  <a:lnTo>
                    <a:pt x="10850" y="3610"/>
                  </a:lnTo>
                  <a:lnTo>
                    <a:pt x="11492" y="3590"/>
                  </a:lnTo>
                  <a:lnTo>
                    <a:pt x="12094" y="3550"/>
                  </a:lnTo>
                  <a:lnTo>
                    <a:pt x="12615" y="3490"/>
                  </a:lnTo>
                  <a:lnTo>
                    <a:pt x="12856" y="3430"/>
                  </a:lnTo>
                  <a:lnTo>
                    <a:pt x="13076" y="3370"/>
                  </a:lnTo>
                  <a:lnTo>
                    <a:pt x="13257" y="3309"/>
                  </a:lnTo>
                  <a:lnTo>
                    <a:pt x="13417" y="3229"/>
                  </a:lnTo>
                  <a:lnTo>
                    <a:pt x="13417" y="3229"/>
                  </a:lnTo>
                  <a:lnTo>
                    <a:pt x="13638" y="3069"/>
                  </a:lnTo>
                  <a:lnTo>
                    <a:pt x="13638" y="3069"/>
                  </a:lnTo>
                  <a:lnTo>
                    <a:pt x="14059" y="2788"/>
                  </a:lnTo>
                  <a:lnTo>
                    <a:pt x="14500" y="2487"/>
                  </a:lnTo>
                  <a:lnTo>
                    <a:pt x="14941" y="2226"/>
                  </a:lnTo>
                  <a:lnTo>
                    <a:pt x="15383" y="1946"/>
                  </a:lnTo>
                  <a:lnTo>
                    <a:pt x="15844" y="1705"/>
                  </a:lnTo>
                  <a:lnTo>
                    <a:pt x="16305" y="1464"/>
                  </a:lnTo>
                  <a:lnTo>
                    <a:pt x="16786" y="1244"/>
                  </a:lnTo>
                  <a:lnTo>
                    <a:pt x="17268" y="1023"/>
                  </a:lnTo>
                  <a:lnTo>
                    <a:pt x="17749" y="823"/>
                  </a:lnTo>
                  <a:lnTo>
                    <a:pt x="18230" y="662"/>
                  </a:lnTo>
                  <a:lnTo>
                    <a:pt x="18712" y="502"/>
                  </a:lnTo>
                  <a:lnTo>
                    <a:pt x="19213" y="361"/>
                  </a:lnTo>
                  <a:lnTo>
                    <a:pt x="19714" y="241"/>
                  </a:lnTo>
                  <a:lnTo>
                    <a:pt x="20196" y="141"/>
                  </a:lnTo>
                  <a:lnTo>
                    <a:pt x="20697" y="61"/>
                  </a:lnTo>
                  <a:lnTo>
                    <a:pt x="21198" y="20"/>
                  </a:lnTo>
                  <a:lnTo>
                    <a:pt x="21198" y="20"/>
                  </a:lnTo>
                  <a:lnTo>
                    <a:pt x="21720" y="0"/>
                  </a:lnTo>
                  <a:lnTo>
                    <a:pt x="22241" y="0"/>
                  </a:lnTo>
                  <a:lnTo>
                    <a:pt x="22763" y="41"/>
                  </a:lnTo>
                  <a:lnTo>
                    <a:pt x="23284" y="101"/>
                  </a:lnTo>
                  <a:lnTo>
                    <a:pt x="23284" y="101"/>
                  </a:lnTo>
                  <a:lnTo>
                    <a:pt x="23705" y="181"/>
                  </a:lnTo>
                  <a:lnTo>
                    <a:pt x="24146" y="281"/>
                  </a:lnTo>
                  <a:lnTo>
                    <a:pt x="24567" y="422"/>
                  </a:lnTo>
                  <a:lnTo>
                    <a:pt x="24969" y="562"/>
                  </a:lnTo>
                  <a:lnTo>
                    <a:pt x="25390" y="722"/>
                  </a:lnTo>
                  <a:lnTo>
                    <a:pt x="25791" y="903"/>
                  </a:lnTo>
                  <a:lnTo>
                    <a:pt x="26172" y="1123"/>
                  </a:lnTo>
                  <a:lnTo>
                    <a:pt x="26553" y="1344"/>
                  </a:lnTo>
                  <a:lnTo>
                    <a:pt x="26934" y="1585"/>
                  </a:lnTo>
                  <a:lnTo>
                    <a:pt x="27315" y="1825"/>
                  </a:lnTo>
                  <a:lnTo>
                    <a:pt x="27676" y="2106"/>
                  </a:lnTo>
                  <a:lnTo>
                    <a:pt x="28037" y="2387"/>
                  </a:lnTo>
                  <a:lnTo>
                    <a:pt x="28378" y="2688"/>
                  </a:lnTo>
                  <a:lnTo>
                    <a:pt x="28739" y="3009"/>
                  </a:lnTo>
                  <a:lnTo>
                    <a:pt x="29060" y="3329"/>
                  </a:lnTo>
                  <a:lnTo>
                    <a:pt x="29401" y="3670"/>
                  </a:lnTo>
                  <a:lnTo>
                    <a:pt x="29721" y="4011"/>
                  </a:lnTo>
                  <a:lnTo>
                    <a:pt x="30042" y="4372"/>
                  </a:lnTo>
                  <a:lnTo>
                    <a:pt x="30644" y="5134"/>
                  </a:lnTo>
                  <a:lnTo>
                    <a:pt x="31226" y="5916"/>
                  </a:lnTo>
                  <a:lnTo>
                    <a:pt x="31787" y="6739"/>
                  </a:lnTo>
                  <a:lnTo>
                    <a:pt x="32329" y="7581"/>
                  </a:lnTo>
                  <a:lnTo>
                    <a:pt x="32830" y="8443"/>
                  </a:lnTo>
                  <a:lnTo>
                    <a:pt x="33311" y="9326"/>
                  </a:lnTo>
                  <a:lnTo>
                    <a:pt x="33772" y="10208"/>
                  </a:lnTo>
                  <a:lnTo>
                    <a:pt x="34214" y="11091"/>
                  </a:lnTo>
                  <a:lnTo>
                    <a:pt x="34615" y="11973"/>
                  </a:lnTo>
                  <a:lnTo>
                    <a:pt x="34996" y="12855"/>
                  </a:lnTo>
                  <a:lnTo>
                    <a:pt x="35357" y="13718"/>
                  </a:lnTo>
                  <a:lnTo>
                    <a:pt x="35678" y="14560"/>
                  </a:lnTo>
                  <a:lnTo>
                    <a:pt x="35999" y="15362"/>
                  </a:lnTo>
                  <a:lnTo>
                    <a:pt x="36540" y="16906"/>
                  </a:lnTo>
                  <a:lnTo>
                    <a:pt x="37001" y="18270"/>
                  </a:lnTo>
                  <a:lnTo>
                    <a:pt x="37362" y="19433"/>
                  </a:lnTo>
                  <a:lnTo>
                    <a:pt x="37643" y="20336"/>
                  </a:lnTo>
                  <a:lnTo>
                    <a:pt x="37844" y="20937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9" name="Google Shape;5839;p22"/>
            <p:cNvSpPr/>
            <p:nvPr/>
          </p:nvSpPr>
          <p:spPr>
            <a:xfrm>
              <a:off x="8369975" y="3928575"/>
              <a:ext cx="777650" cy="496375"/>
            </a:xfrm>
            <a:custGeom>
              <a:avLst/>
              <a:gdLst/>
              <a:ahLst/>
              <a:cxnLst/>
              <a:rect l="l" t="t" r="r" b="b"/>
              <a:pathLst>
                <a:path w="31106" h="19855" extrusionOk="0">
                  <a:moveTo>
                    <a:pt x="14741" y="2106"/>
                  </a:moveTo>
                  <a:lnTo>
                    <a:pt x="15022" y="2206"/>
                  </a:lnTo>
                  <a:lnTo>
                    <a:pt x="15302" y="2307"/>
                  </a:lnTo>
                  <a:lnTo>
                    <a:pt x="15583" y="2427"/>
                  </a:lnTo>
                  <a:lnTo>
                    <a:pt x="15864" y="2547"/>
                  </a:lnTo>
                  <a:lnTo>
                    <a:pt x="16405" y="2868"/>
                  </a:lnTo>
                  <a:lnTo>
                    <a:pt x="16947" y="3209"/>
                  </a:lnTo>
                  <a:lnTo>
                    <a:pt x="17448" y="3570"/>
                  </a:lnTo>
                  <a:lnTo>
                    <a:pt x="17950" y="3951"/>
                  </a:lnTo>
                  <a:lnTo>
                    <a:pt x="18391" y="4352"/>
                  </a:lnTo>
                  <a:lnTo>
                    <a:pt x="18832" y="4713"/>
                  </a:lnTo>
                  <a:lnTo>
                    <a:pt x="19273" y="5134"/>
                  </a:lnTo>
                  <a:lnTo>
                    <a:pt x="19714" y="5576"/>
                  </a:lnTo>
                  <a:lnTo>
                    <a:pt x="20135" y="6017"/>
                  </a:lnTo>
                  <a:lnTo>
                    <a:pt x="20537" y="6478"/>
                  </a:lnTo>
                  <a:lnTo>
                    <a:pt x="20938" y="6959"/>
                  </a:lnTo>
                  <a:lnTo>
                    <a:pt x="21299" y="7441"/>
                  </a:lnTo>
                  <a:lnTo>
                    <a:pt x="21680" y="7942"/>
                  </a:lnTo>
                  <a:lnTo>
                    <a:pt x="22021" y="8443"/>
                  </a:lnTo>
                  <a:lnTo>
                    <a:pt x="22522" y="9225"/>
                  </a:lnTo>
                  <a:lnTo>
                    <a:pt x="22983" y="10008"/>
                  </a:lnTo>
                  <a:lnTo>
                    <a:pt x="23404" y="10810"/>
                  </a:lnTo>
                  <a:lnTo>
                    <a:pt x="23805" y="11612"/>
                  </a:lnTo>
                  <a:lnTo>
                    <a:pt x="24186" y="12434"/>
                  </a:lnTo>
                  <a:lnTo>
                    <a:pt x="24547" y="13256"/>
                  </a:lnTo>
                  <a:lnTo>
                    <a:pt x="25249" y="14921"/>
                  </a:lnTo>
                  <a:lnTo>
                    <a:pt x="24527" y="13658"/>
                  </a:lnTo>
                  <a:lnTo>
                    <a:pt x="23765" y="12414"/>
                  </a:lnTo>
                  <a:lnTo>
                    <a:pt x="22983" y="11191"/>
                  </a:lnTo>
                  <a:lnTo>
                    <a:pt x="22141" y="9988"/>
                  </a:lnTo>
                  <a:lnTo>
                    <a:pt x="21299" y="8804"/>
                  </a:lnTo>
                  <a:lnTo>
                    <a:pt x="20396" y="7661"/>
                  </a:lnTo>
                  <a:lnTo>
                    <a:pt x="19474" y="6538"/>
                  </a:lnTo>
                  <a:lnTo>
                    <a:pt x="18531" y="5455"/>
                  </a:lnTo>
                  <a:lnTo>
                    <a:pt x="17689" y="4513"/>
                  </a:lnTo>
                  <a:lnTo>
                    <a:pt x="17248" y="4051"/>
                  </a:lnTo>
                  <a:lnTo>
                    <a:pt x="16786" y="3610"/>
                  </a:lnTo>
                  <a:lnTo>
                    <a:pt x="16305" y="3169"/>
                  </a:lnTo>
                  <a:lnTo>
                    <a:pt x="15804" y="2788"/>
                  </a:lnTo>
                  <a:lnTo>
                    <a:pt x="15282" y="2427"/>
                  </a:lnTo>
                  <a:lnTo>
                    <a:pt x="15022" y="2267"/>
                  </a:lnTo>
                  <a:lnTo>
                    <a:pt x="14741" y="2106"/>
                  </a:lnTo>
                  <a:close/>
                  <a:moveTo>
                    <a:pt x="14921" y="0"/>
                  </a:moveTo>
                  <a:lnTo>
                    <a:pt x="14540" y="41"/>
                  </a:lnTo>
                  <a:lnTo>
                    <a:pt x="14039" y="101"/>
                  </a:lnTo>
                  <a:lnTo>
                    <a:pt x="13517" y="201"/>
                  </a:lnTo>
                  <a:lnTo>
                    <a:pt x="13016" y="321"/>
                  </a:lnTo>
                  <a:lnTo>
                    <a:pt x="12535" y="462"/>
                  </a:lnTo>
                  <a:lnTo>
                    <a:pt x="11532" y="1123"/>
                  </a:lnTo>
                  <a:lnTo>
                    <a:pt x="12053" y="943"/>
                  </a:lnTo>
                  <a:lnTo>
                    <a:pt x="10991" y="1504"/>
                  </a:lnTo>
                  <a:lnTo>
                    <a:pt x="9848" y="2267"/>
                  </a:lnTo>
                  <a:lnTo>
                    <a:pt x="9266" y="2628"/>
                  </a:lnTo>
                  <a:lnTo>
                    <a:pt x="8684" y="2989"/>
                  </a:lnTo>
                  <a:lnTo>
                    <a:pt x="8404" y="3229"/>
                  </a:lnTo>
                  <a:lnTo>
                    <a:pt x="8123" y="3470"/>
                  </a:lnTo>
                  <a:lnTo>
                    <a:pt x="7581" y="4011"/>
                  </a:lnTo>
                  <a:lnTo>
                    <a:pt x="7060" y="4573"/>
                  </a:lnTo>
                  <a:lnTo>
                    <a:pt x="6579" y="5154"/>
                  </a:lnTo>
                  <a:lnTo>
                    <a:pt x="5616" y="6338"/>
                  </a:lnTo>
                  <a:lnTo>
                    <a:pt x="5155" y="6919"/>
                  </a:lnTo>
                  <a:lnTo>
                    <a:pt x="4693" y="7481"/>
                  </a:lnTo>
                  <a:lnTo>
                    <a:pt x="4212" y="8042"/>
                  </a:lnTo>
                  <a:lnTo>
                    <a:pt x="3691" y="8544"/>
                  </a:lnTo>
                  <a:lnTo>
                    <a:pt x="3430" y="8784"/>
                  </a:lnTo>
                  <a:lnTo>
                    <a:pt x="3169" y="9025"/>
                  </a:lnTo>
                  <a:lnTo>
                    <a:pt x="2889" y="9246"/>
                  </a:lnTo>
                  <a:lnTo>
                    <a:pt x="2608" y="9466"/>
                  </a:lnTo>
                  <a:lnTo>
                    <a:pt x="2307" y="9667"/>
                  </a:lnTo>
                  <a:lnTo>
                    <a:pt x="2006" y="9847"/>
                  </a:lnTo>
                  <a:lnTo>
                    <a:pt x="1705" y="10028"/>
                  </a:lnTo>
                  <a:lnTo>
                    <a:pt x="1385" y="10168"/>
                  </a:lnTo>
                  <a:lnTo>
                    <a:pt x="1044" y="10308"/>
                  </a:lnTo>
                  <a:lnTo>
                    <a:pt x="703" y="10429"/>
                  </a:lnTo>
                  <a:lnTo>
                    <a:pt x="362" y="10529"/>
                  </a:lnTo>
                  <a:lnTo>
                    <a:pt x="1" y="10629"/>
                  </a:lnTo>
                  <a:lnTo>
                    <a:pt x="221" y="10750"/>
                  </a:lnTo>
                  <a:lnTo>
                    <a:pt x="462" y="10850"/>
                  </a:lnTo>
                  <a:lnTo>
                    <a:pt x="883" y="10730"/>
                  </a:lnTo>
                  <a:lnTo>
                    <a:pt x="1304" y="10589"/>
                  </a:lnTo>
                  <a:lnTo>
                    <a:pt x="1565" y="10469"/>
                  </a:lnTo>
                  <a:lnTo>
                    <a:pt x="1806" y="10349"/>
                  </a:lnTo>
                  <a:lnTo>
                    <a:pt x="2307" y="10088"/>
                  </a:lnTo>
                  <a:lnTo>
                    <a:pt x="2768" y="9767"/>
                  </a:lnTo>
                  <a:lnTo>
                    <a:pt x="3209" y="9446"/>
                  </a:lnTo>
                  <a:lnTo>
                    <a:pt x="3611" y="9085"/>
                  </a:lnTo>
                  <a:lnTo>
                    <a:pt x="4012" y="8704"/>
                  </a:lnTo>
                  <a:lnTo>
                    <a:pt x="4393" y="8303"/>
                  </a:lnTo>
                  <a:lnTo>
                    <a:pt x="4754" y="7882"/>
                  </a:lnTo>
                  <a:lnTo>
                    <a:pt x="5115" y="7461"/>
                  </a:lnTo>
                  <a:lnTo>
                    <a:pt x="5476" y="7019"/>
                  </a:lnTo>
                  <a:lnTo>
                    <a:pt x="6157" y="6137"/>
                  </a:lnTo>
                  <a:lnTo>
                    <a:pt x="6859" y="5275"/>
                  </a:lnTo>
                  <a:lnTo>
                    <a:pt x="7220" y="4854"/>
                  </a:lnTo>
                  <a:lnTo>
                    <a:pt x="7581" y="4432"/>
                  </a:lnTo>
                  <a:lnTo>
                    <a:pt x="8063" y="3971"/>
                  </a:lnTo>
                  <a:lnTo>
                    <a:pt x="8544" y="3510"/>
                  </a:lnTo>
                  <a:lnTo>
                    <a:pt x="8825" y="3289"/>
                  </a:lnTo>
                  <a:lnTo>
                    <a:pt x="9085" y="3069"/>
                  </a:lnTo>
                  <a:lnTo>
                    <a:pt x="9366" y="2868"/>
                  </a:lnTo>
                  <a:lnTo>
                    <a:pt x="9647" y="2688"/>
                  </a:lnTo>
                  <a:lnTo>
                    <a:pt x="9948" y="2507"/>
                  </a:lnTo>
                  <a:lnTo>
                    <a:pt x="10249" y="2347"/>
                  </a:lnTo>
                  <a:lnTo>
                    <a:pt x="10549" y="2206"/>
                  </a:lnTo>
                  <a:lnTo>
                    <a:pt x="10870" y="2086"/>
                  </a:lnTo>
                  <a:lnTo>
                    <a:pt x="11191" y="1966"/>
                  </a:lnTo>
                  <a:lnTo>
                    <a:pt x="11512" y="1886"/>
                  </a:lnTo>
                  <a:lnTo>
                    <a:pt x="11853" y="1825"/>
                  </a:lnTo>
                  <a:lnTo>
                    <a:pt x="12174" y="1785"/>
                  </a:lnTo>
                  <a:lnTo>
                    <a:pt x="12816" y="1785"/>
                  </a:lnTo>
                  <a:lnTo>
                    <a:pt x="13136" y="1825"/>
                  </a:lnTo>
                  <a:lnTo>
                    <a:pt x="13437" y="1886"/>
                  </a:lnTo>
                  <a:lnTo>
                    <a:pt x="13738" y="1966"/>
                  </a:lnTo>
                  <a:lnTo>
                    <a:pt x="14039" y="2086"/>
                  </a:lnTo>
                  <a:lnTo>
                    <a:pt x="14340" y="2206"/>
                  </a:lnTo>
                  <a:lnTo>
                    <a:pt x="14620" y="2347"/>
                  </a:lnTo>
                  <a:lnTo>
                    <a:pt x="14901" y="2487"/>
                  </a:lnTo>
                  <a:lnTo>
                    <a:pt x="15182" y="2668"/>
                  </a:lnTo>
                  <a:lnTo>
                    <a:pt x="15443" y="2848"/>
                  </a:lnTo>
                  <a:lnTo>
                    <a:pt x="15964" y="3229"/>
                  </a:lnTo>
                  <a:lnTo>
                    <a:pt x="16445" y="3670"/>
                  </a:lnTo>
                  <a:lnTo>
                    <a:pt x="16907" y="4112"/>
                  </a:lnTo>
                  <a:lnTo>
                    <a:pt x="17809" y="5034"/>
                  </a:lnTo>
                  <a:lnTo>
                    <a:pt x="18692" y="5997"/>
                  </a:lnTo>
                  <a:lnTo>
                    <a:pt x="19534" y="6999"/>
                  </a:lnTo>
                  <a:lnTo>
                    <a:pt x="20336" y="8002"/>
                  </a:lnTo>
                  <a:lnTo>
                    <a:pt x="21118" y="9045"/>
                  </a:lnTo>
                  <a:lnTo>
                    <a:pt x="21880" y="10108"/>
                  </a:lnTo>
                  <a:lnTo>
                    <a:pt x="22622" y="11171"/>
                  </a:lnTo>
                  <a:lnTo>
                    <a:pt x="23324" y="12254"/>
                  </a:lnTo>
                  <a:lnTo>
                    <a:pt x="23825" y="13076"/>
                  </a:lnTo>
                  <a:lnTo>
                    <a:pt x="24307" y="13918"/>
                  </a:lnTo>
                  <a:lnTo>
                    <a:pt x="24788" y="14761"/>
                  </a:lnTo>
                  <a:lnTo>
                    <a:pt x="25229" y="15603"/>
                  </a:lnTo>
                  <a:lnTo>
                    <a:pt x="25670" y="16445"/>
                  </a:lnTo>
                  <a:lnTo>
                    <a:pt x="26092" y="17328"/>
                  </a:lnTo>
                  <a:lnTo>
                    <a:pt x="26493" y="18190"/>
                  </a:lnTo>
                  <a:lnTo>
                    <a:pt x="26894" y="19072"/>
                  </a:lnTo>
                  <a:lnTo>
                    <a:pt x="27074" y="19273"/>
                  </a:lnTo>
                  <a:lnTo>
                    <a:pt x="27255" y="19433"/>
                  </a:lnTo>
                  <a:lnTo>
                    <a:pt x="27415" y="19574"/>
                  </a:lnTo>
                  <a:lnTo>
                    <a:pt x="27536" y="19674"/>
                  </a:lnTo>
                  <a:lnTo>
                    <a:pt x="27114" y="18671"/>
                  </a:lnTo>
                  <a:lnTo>
                    <a:pt x="26653" y="17689"/>
                  </a:lnTo>
                  <a:lnTo>
                    <a:pt x="26653" y="17668"/>
                  </a:lnTo>
                  <a:lnTo>
                    <a:pt x="26453" y="17007"/>
                  </a:lnTo>
                  <a:lnTo>
                    <a:pt x="26232" y="16325"/>
                  </a:lnTo>
                  <a:lnTo>
                    <a:pt x="25991" y="15643"/>
                  </a:lnTo>
                  <a:lnTo>
                    <a:pt x="25751" y="14981"/>
                  </a:lnTo>
                  <a:lnTo>
                    <a:pt x="25470" y="14299"/>
                  </a:lnTo>
                  <a:lnTo>
                    <a:pt x="25189" y="13637"/>
                  </a:lnTo>
                  <a:lnTo>
                    <a:pt x="24888" y="12976"/>
                  </a:lnTo>
                  <a:lnTo>
                    <a:pt x="24588" y="12314"/>
                  </a:lnTo>
                  <a:lnTo>
                    <a:pt x="24247" y="11652"/>
                  </a:lnTo>
                  <a:lnTo>
                    <a:pt x="23906" y="11010"/>
                  </a:lnTo>
                  <a:lnTo>
                    <a:pt x="23545" y="10389"/>
                  </a:lnTo>
                  <a:lnTo>
                    <a:pt x="23184" y="9767"/>
                  </a:lnTo>
                  <a:lnTo>
                    <a:pt x="22803" y="9145"/>
                  </a:lnTo>
                  <a:lnTo>
                    <a:pt x="22422" y="8564"/>
                  </a:lnTo>
                  <a:lnTo>
                    <a:pt x="22001" y="7982"/>
                  </a:lnTo>
                  <a:lnTo>
                    <a:pt x="21599" y="7401"/>
                  </a:lnTo>
                  <a:lnTo>
                    <a:pt x="21218" y="6919"/>
                  </a:lnTo>
                  <a:lnTo>
                    <a:pt x="20817" y="6438"/>
                  </a:lnTo>
                  <a:lnTo>
                    <a:pt x="20396" y="5977"/>
                  </a:lnTo>
                  <a:lnTo>
                    <a:pt x="19975" y="5515"/>
                  </a:lnTo>
                  <a:lnTo>
                    <a:pt x="19534" y="5074"/>
                  </a:lnTo>
                  <a:lnTo>
                    <a:pt x="19093" y="4653"/>
                  </a:lnTo>
                  <a:lnTo>
                    <a:pt x="18611" y="4252"/>
                  </a:lnTo>
                  <a:lnTo>
                    <a:pt x="18130" y="3851"/>
                  </a:lnTo>
                  <a:lnTo>
                    <a:pt x="17729" y="3530"/>
                  </a:lnTo>
                  <a:lnTo>
                    <a:pt x="17288" y="3209"/>
                  </a:lnTo>
                  <a:lnTo>
                    <a:pt x="16826" y="2888"/>
                  </a:lnTo>
                  <a:lnTo>
                    <a:pt x="16345" y="2607"/>
                  </a:lnTo>
                  <a:lnTo>
                    <a:pt x="15844" y="2347"/>
                  </a:lnTo>
                  <a:lnTo>
                    <a:pt x="15583" y="2226"/>
                  </a:lnTo>
                  <a:lnTo>
                    <a:pt x="15342" y="2126"/>
                  </a:lnTo>
                  <a:lnTo>
                    <a:pt x="15082" y="2046"/>
                  </a:lnTo>
                  <a:lnTo>
                    <a:pt x="14821" y="1986"/>
                  </a:lnTo>
                  <a:lnTo>
                    <a:pt x="14560" y="1926"/>
                  </a:lnTo>
                  <a:lnTo>
                    <a:pt x="14300" y="1906"/>
                  </a:lnTo>
                  <a:lnTo>
                    <a:pt x="13858" y="1745"/>
                  </a:lnTo>
                  <a:lnTo>
                    <a:pt x="13397" y="1625"/>
                  </a:lnTo>
                  <a:lnTo>
                    <a:pt x="13156" y="1565"/>
                  </a:lnTo>
                  <a:lnTo>
                    <a:pt x="12916" y="1545"/>
                  </a:lnTo>
                  <a:lnTo>
                    <a:pt x="12675" y="1525"/>
                  </a:lnTo>
                  <a:lnTo>
                    <a:pt x="12414" y="1504"/>
                  </a:lnTo>
                  <a:lnTo>
                    <a:pt x="12174" y="1525"/>
                  </a:lnTo>
                  <a:lnTo>
                    <a:pt x="11933" y="1545"/>
                  </a:lnTo>
                  <a:lnTo>
                    <a:pt x="11672" y="1565"/>
                  </a:lnTo>
                  <a:lnTo>
                    <a:pt x="11432" y="1625"/>
                  </a:lnTo>
                  <a:lnTo>
                    <a:pt x="11151" y="1685"/>
                  </a:lnTo>
                  <a:lnTo>
                    <a:pt x="10870" y="1765"/>
                  </a:lnTo>
                  <a:lnTo>
                    <a:pt x="10610" y="1865"/>
                  </a:lnTo>
                  <a:lnTo>
                    <a:pt x="10349" y="1966"/>
                  </a:lnTo>
                  <a:lnTo>
                    <a:pt x="10870" y="1705"/>
                  </a:lnTo>
                  <a:lnTo>
                    <a:pt x="11372" y="1424"/>
                  </a:lnTo>
                  <a:lnTo>
                    <a:pt x="11873" y="1123"/>
                  </a:lnTo>
                  <a:lnTo>
                    <a:pt x="12374" y="823"/>
                  </a:lnTo>
                  <a:lnTo>
                    <a:pt x="12836" y="682"/>
                  </a:lnTo>
                  <a:lnTo>
                    <a:pt x="13297" y="562"/>
                  </a:lnTo>
                  <a:lnTo>
                    <a:pt x="13778" y="462"/>
                  </a:lnTo>
                  <a:lnTo>
                    <a:pt x="14259" y="381"/>
                  </a:lnTo>
                  <a:lnTo>
                    <a:pt x="14761" y="321"/>
                  </a:lnTo>
                  <a:lnTo>
                    <a:pt x="15282" y="301"/>
                  </a:lnTo>
                  <a:lnTo>
                    <a:pt x="15824" y="321"/>
                  </a:lnTo>
                  <a:lnTo>
                    <a:pt x="16365" y="381"/>
                  </a:lnTo>
                  <a:lnTo>
                    <a:pt x="16907" y="462"/>
                  </a:lnTo>
                  <a:lnTo>
                    <a:pt x="17428" y="582"/>
                  </a:lnTo>
                  <a:lnTo>
                    <a:pt x="17950" y="722"/>
                  </a:lnTo>
                  <a:lnTo>
                    <a:pt x="18471" y="903"/>
                  </a:lnTo>
                  <a:lnTo>
                    <a:pt x="18972" y="1103"/>
                  </a:lnTo>
                  <a:lnTo>
                    <a:pt x="19474" y="1344"/>
                  </a:lnTo>
                  <a:lnTo>
                    <a:pt x="19935" y="1585"/>
                  </a:lnTo>
                  <a:lnTo>
                    <a:pt x="20376" y="1825"/>
                  </a:lnTo>
                  <a:lnTo>
                    <a:pt x="20797" y="2106"/>
                  </a:lnTo>
                  <a:lnTo>
                    <a:pt x="21218" y="2407"/>
                  </a:lnTo>
                  <a:lnTo>
                    <a:pt x="21619" y="2708"/>
                  </a:lnTo>
                  <a:lnTo>
                    <a:pt x="22021" y="3049"/>
                  </a:lnTo>
                  <a:lnTo>
                    <a:pt x="22402" y="3390"/>
                  </a:lnTo>
                  <a:lnTo>
                    <a:pt x="22763" y="3731"/>
                  </a:lnTo>
                  <a:lnTo>
                    <a:pt x="23043" y="4132"/>
                  </a:lnTo>
                  <a:lnTo>
                    <a:pt x="23324" y="4533"/>
                  </a:lnTo>
                  <a:lnTo>
                    <a:pt x="23565" y="4974"/>
                  </a:lnTo>
                  <a:lnTo>
                    <a:pt x="23805" y="5415"/>
                  </a:lnTo>
                  <a:lnTo>
                    <a:pt x="24247" y="6298"/>
                  </a:lnTo>
                  <a:lnTo>
                    <a:pt x="24668" y="7160"/>
                  </a:lnTo>
                  <a:lnTo>
                    <a:pt x="24969" y="7802"/>
                  </a:lnTo>
                  <a:lnTo>
                    <a:pt x="25269" y="8443"/>
                  </a:lnTo>
                  <a:lnTo>
                    <a:pt x="25811" y="9727"/>
                  </a:lnTo>
                  <a:lnTo>
                    <a:pt x="26312" y="11050"/>
                  </a:lnTo>
                  <a:lnTo>
                    <a:pt x="26773" y="12374"/>
                  </a:lnTo>
                  <a:lnTo>
                    <a:pt x="27355" y="14199"/>
                  </a:lnTo>
                  <a:lnTo>
                    <a:pt x="27917" y="16064"/>
                  </a:lnTo>
                  <a:lnTo>
                    <a:pt x="28197" y="17007"/>
                  </a:lnTo>
                  <a:lnTo>
                    <a:pt x="28438" y="17949"/>
                  </a:lnTo>
                  <a:lnTo>
                    <a:pt x="28679" y="18892"/>
                  </a:lnTo>
                  <a:lnTo>
                    <a:pt x="28899" y="19834"/>
                  </a:lnTo>
                  <a:lnTo>
                    <a:pt x="29100" y="19854"/>
                  </a:lnTo>
                  <a:lnTo>
                    <a:pt x="28799" y="18471"/>
                  </a:lnTo>
                  <a:lnTo>
                    <a:pt x="28458" y="17107"/>
                  </a:lnTo>
                  <a:lnTo>
                    <a:pt x="28077" y="15683"/>
                  </a:lnTo>
                  <a:lnTo>
                    <a:pt x="27676" y="14279"/>
                  </a:lnTo>
                  <a:lnTo>
                    <a:pt x="27235" y="12875"/>
                  </a:lnTo>
                  <a:lnTo>
                    <a:pt x="26773" y="11492"/>
                  </a:lnTo>
                  <a:lnTo>
                    <a:pt x="26312" y="10228"/>
                  </a:lnTo>
                  <a:lnTo>
                    <a:pt x="25811" y="8985"/>
                  </a:lnTo>
                  <a:lnTo>
                    <a:pt x="25530" y="8363"/>
                  </a:lnTo>
                  <a:lnTo>
                    <a:pt x="25269" y="7762"/>
                  </a:lnTo>
                  <a:lnTo>
                    <a:pt x="24969" y="7160"/>
                  </a:lnTo>
                  <a:lnTo>
                    <a:pt x="24688" y="6558"/>
                  </a:lnTo>
                  <a:lnTo>
                    <a:pt x="24287" y="5776"/>
                  </a:lnTo>
                  <a:lnTo>
                    <a:pt x="23866" y="4954"/>
                  </a:lnTo>
                  <a:lnTo>
                    <a:pt x="24207" y="5375"/>
                  </a:lnTo>
                  <a:lnTo>
                    <a:pt x="24527" y="5816"/>
                  </a:lnTo>
                  <a:lnTo>
                    <a:pt x="24848" y="6257"/>
                  </a:lnTo>
                  <a:lnTo>
                    <a:pt x="25149" y="6699"/>
                  </a:lnTo>
                  <a:lnTo>
                    <a:pt x="25731" y="7621"/>
                  </a:lnTo>
                  <a:lnTo>
                    <a:pt x="26272" y="8564"/>
                  </a:lnTo>
                  <a:lnTo>
                    <a:pt x="26633" y="9246"/>
                  </a:lnTo>
                  <a:lnTo>
                    <a:pt x="26994" y="9927"/>
                  </a:lnTo>
                  <a:lnTo>
                    <a:pt x="27335" y="10609"/>
                  </a:lnTo>
                  <a:lnTo>
                    <a:pt x="27676" y="11291"/>
                  </a:lnTo>
                  <a:lnTo>
                    <a:pt x="28298" y="12675"/>
                  </a:lnTo>
                  <a:lnTo>
                    <a:pt x="28899" y="14099"/>
                  </a:lnTo>
                  <a:lnTo>
                    <a:pt x="29461" y="15523"/>
                  </a:lnTo>
                  <a:lnTo>
                    <a:pt x="29982" y="16946"/>
                  </a:lnTo>
                  <a:lnTo>
                    <a:pt x="30504" y="18390"/>
                  </a:lnTo>
                  <a:lnTo>
                    <a:pt x="30985" y="19834"/>
                  </a:lnTo>
                  <a:lnTo>
                    <a:pt x="31105" y="19834"/>
                  </a:lnTo>
                  <a:lnTo>
                    <a:pt x="30905" y="19112"/>
                  </a:lnTo>
                  <a:lnTo>
                    <a:pt x="30684" y="18390"/>
                  </a:lnTo>
                  <a:lnTo>
                    <a:pt x="30464" y="17648"/>
                  </a:lnTo>
                  <a:lnTo>
                    <a:pt x="30243" y="16926"/>
                  </a:lnTo>
                  <a:lnTo>
                    <a:pt x="29982" y="16204"/>
                  </a:lnTo>
                  <a:lnTo>
                    <a:pt x="29742" y="15503"/>
                  </a:lnTo>
                  <a:lnTo>
                    <a:pt x="29180" y="14079"/>
                  </a:lnTo>
                  <a:lnTo>
                    <a:pt x="28598" y="12675"/>
                  </a:lnTo>
                  <a:lnTo>
                    <a:pt x="27977" y="11271"/>
                  </a:lnTo>
                  <a:lnTo>
                    <a:pt x="27295" y="9907"/>
                  </a:lnTo>
                  <a:lnTo>
                    <a:pt x="26613" y="8564"/>
                  </a:lnTo>
                  <a:lnTo>
                    <a:pt x="26292" y="7982"/>
                  </a:lnTo>
                  <a:lnTo>
                    <a:pt x="25951" y="7401"/>
                  </a:lnTo>
                  <a:lnTo>
                    <a:pt x="25590" y="6839"/>
                  </a:lnTo>
                  <a:lnTo>
                    <a:pt x="25229" y="6257"/>
                  </a:lnTo>
                  <a:lnTo>
                    <a:pt x="24848" y="5716"/>
                  </a:lnTo>
                  <a:lnTo>
                    <a:pt x="24447" y="5174"/>
                  </a:lnTo>
                  <a:lnTo>
                    <a:pt x="24026" y="4653"/>
                  </a:lnTo>
                  <a:lnTo>
                    <a:pt x="23585" y="4152"/>
                  </a:lnTo>
                  <a:lnTo>
                    <a:pt x="23124" y="3650"/>
                  </a:lnTo>
                  <a:lnTo>
                    <a:pt x="22642" y="3189"/>
                  </a:lnTo>
                  <a:lnTo>
                    <a:pt x="22141" y="2748"/>
                  </a:lnTo>
                  <a:lnTo>
                    <a:pt x="21640" y="2327"/>
                  </a:lnTo>
                  <a:lnTo>
                    <a:pt x="21098" y="1926"/>
                  </a:lnTo>
                  <a:lnTo>
                    <a:pt x="20537" y="1565"/>
                  </a:lnTo>
                  <a:lnTo>
                    <a:pt x="19955" y="1244"/>
                  </a:lnTo>
                  <a:lnTo>
                    <a:pt x="19333" y="943"/>
                  </a:lnTo>
                  <a:lnTo>
                    <a:pt x="18852" y="722"/>
                  </a:lnTo>
                  <a:lnTo>
                    <a:pt x="18371" y="542"/>
                  </a:lnTo>
                  <a:lnTo>
                    <a:pt x="17869" y="381"/>
                  </a:lnTo>
                  <a:lnTo>
                    <a:pt x="17348" y="241"/>
                  </a:lnTo>
                  <a:lnTo>
                    <a:pt x="16847" y="141"/>
                  </a:lnTo>
                  <a:lnTo>
                    <a:pt x="16325" y="61"/>
                  </a:lnTo>
                  <a:lnTo>
                    <a:pt x="15804" y="20"/>
                  </a:lnTo>
                  <a:lnTo>
                    <a:pt x="1528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0" name="Google Shape;5840;p22"/>
            <p:cNvSpPr/>
            <p:nvPr/>
          </p:nvSpPr>
          <p:spPr>
            <a:xfrm>
              <a:off x="8222575" y="3901500"/>
              <a:ext cx="529975" cy="323400"/>
            </a:xfrm>
            <a:custGeom>
              <a:avLst/>
              <a:gdLst/>
              <a:ahLst/>
              <a:cxnLst/>
              <a:rect l="l" t="t" r="r" b="b"/>
              <a:pathLst>
                <a:path w="21199" h="12936" extrusionOk="0">
                  <a:moveTo>
                    <a:pt x="17428" y="2206"/>
                  </a:moveTo>
                  <a:lnTo>
                    <a:pt x="16385" y="2628"/>
                  </a:lnTo>
                  <a:lnTo>
                    <a:pt x="15342" y="3069"/>
                  </a:lnTo>
                  <a:lnTo>
                    <a:pt x="14821" y="3289"/>
                  </a:lnTo>
                  <a:lnTo>
                    <a:pt x="14280" y="3470"/>
                  </a:lnTo>
                  <a:lnTo>
                    <a:pt x="13718" y="3650"/>
                  </a:lnTo>
                  <a:lnTo>
                    <a:pt x="13177" y="3811"/>
                  </a:lnTo>
                  <a:lnTo>
                    <a:pt x="12635" y="3951"/>
                  </a:lnTo>
                  <a:lnTo>
                    <a:pt x="12074" y="4092"/>
                  </a:lnTo>
                  <a:lnTo>
                    <a:pt x="11512" y="4192"/>
                  </a:lnTo>
                  <a:lnTo>
                    <a:pt x="10930" y="4272"/>
                  </a:lnTo>
                  <a:lnTo>
                    <a:pt x="10249" y="4372"/>
                  </a:lnTo>
                  <a:lnTo>
                    <a:pt x="9567" y="4433"/>
                  </a:lnTo>
                  <a:lnTo>
                    <a:pt x="8203" y="4573"/>
                  </a:lnTo>
                  <a:lnTo>
                    <a:pt x="7521" y="4653"/>
                  </a:lnTo>
                  <a:lnTo>
                    <a:pt x="6859" y="4733"/>
                  </a:lnTo>
                  <a:lnTo>
                    <a:pt x="6178" y="4834"/>
                  </a:lnTo>
                  <a:lnTo>
                    <a:pt x="5516" y="4974"/>
                  </a:lnTo>
                  <a:lnTo>
                    <a:pt x="4854" y="5134"/>
                  </a:lnTo>
                  <a:lnTo>
                    <a:pt x="4192" y="5335"/>
                  </a:lnTo>
                  <a:lnTo>
                    <a:pt x="3871" y="5455"/>
                  </a:lnTo>
                  <a:lnTo>
                    <a:pt x="3550" y="5596"/>
                  </a:lnTo>
                  <a:lnTo>
                    <a:pt x="3230" y="5736"/>
                  </a:lnTo>
                  <a:lnTo>
                    <a:pt x="2949" y="5896"/>
                  </a:lnTo>
                  <a:lnTo>
                    <a:pt x="2648" y="6077"/>
                  </a:lnTo>
                  <a:lnTo>
                    <a:pt x="2387" y="6278"/>
                  </a:lnTo>
                  <a:lnTo>
                    <a:pt x="2127" y="6498"/>
                  </a:lnTo>
                  <a:lnTo>
                    <a:pt x="1906" y="6739"/>
                  </a:lnTo>
                  <a:lnTo>
                    <a:pt x="1685" y="6979"/>
                  </a:lnTo>
                  <a:lnTo>
                    <a:pt x="1505" y="7260"/>
                  </a:lnTo>
                  <a:lnTo>
                    <a:pt x="1324" y="7581"/>
                  </a:lnTo>
                  <a:lnTo>
                    <a:pt x="1184" y="7902"/>
                  </a:lnTo>
                  <a:lnTo>
                    <a:pt x="1084" y="8183"/>
                  </a:lnTo>
                  <a:lnTo>
                    <a:pt x="1024" y="8484"/>
                  </a:lnTo>
                  <a:lnTo>
                    <a:pt x="963" y="8764"/>
                  </a:lnTo>
                  <a:lnTo>
                    <a:pt x="943" y="9065"/>
                  </a:lnTo>
                  <a:lnTo>
                    <a:pt x="923" y="9346"/>
                  </a:lnTo>
                  <a:lnTo>
                    <a:pt x="943" y="9647"/>
                  </a:lnTo>
                  <a:lnTo>
                    <a:pt x="983" y="9927"/>
                  </a:lnTo>
                  <a:lnTo>
                    <a:pt x="1024" y="10208"/>
                  </a:lnTo>
                  <a:lnTo>
                    <a:pt x="1044" y="9907"/>
                  </a:lnTo>
                  <a:lnTo>
                    <a:pt x="1084" y="9627"/>
                  </a:lnTo>
                  <a:lnTo>
                    <a:pt x="1164" y="9326"/>
                  </a:lnTo>
                  <a:lnTo>
                    <a:pt x="1264" y="9045"/>
                  </a:lnTo>
                  <a:lnTo>
                    <a:pt x="1384" y="8764"/>
                  </a:lnTo>
                  <a:lnTo>
                    <a:pt x="1545" y="8484"/>
                  </a:lnTo>
                  <a:lnTo>
                    <a:pt x="1725" y="8223"/>
                  </a:lnTo>
                  <a:lnTo>
                    <a:pt x="1926" y="7962"/>
                  </a:lnTo>
                  <a:lnTo>
                    <a:pt x="2147" y="7742"/>
                  </a:lnTo>
                  <a:lnTo>
                    <a:pt x="2367" y="7521"/>
                  </a:lnTo>
                  <a:lnTo>
                    <a:pt x="2628" y="7320"/>
                  </a:lnTo>
                  <a:lnTo>
                    <a:pt x="2889" y="7120"/>
                  </a:lnTo>
                  <a:lnTo>
                    <a:pt x="3149" y="6959"/>
                  </a:lnTo>
                  <a:lnTo>
                    <a:pt x="3430" y="6799"/>
                  </a:lnTo>
                  <a:lnTo>
                    <a:pt x="3711" y="6639"/>
                  </a:lnTo>
                  <a:lnTo>
                    <a:pt x="4012" y="6518"/>
                  </a:lnTo>
                  <a:lnTo>
                    <a:pt x="4613" y="6278"/>
                  </a:lnTo>
                  <a:lnTo>
                    <a:pt x="5235" y="6077"/>
                  </a:lnTo>
                  <a:lnTo>
                    <a:pt x="5857" y="5896"/>
                  </a:lnTo>
                  <a:lnTo>
                    <a:pt x="6478" y="5756"/>
                  </a:lnTo>
                  <a:lnTo>
                    <a:pt x="7260" y="5576"/>
                  </a:lnTo>
                  <a:lnTo>
                    <a:pt x="8063" y="5415"/>
                  </a:lnTo>
                  <a:lnTo>
                    <a:pt x="9647" y="5094"/>
                  </a:lnTo>
                  <a:lnTo>
                    <a:pt x="10449" y="4934"/>
                  </a:lnTo>
                  <a:lnTo>
                    <a:pt x="11231" y="4753"/>
                  </a:lnTo>
                  <a:lnTo>
                    <a:pt x="12013" y="4533"/>
                  </a:lnTo>
                  <a:lnTo>
                    <a:pt x="12795" y="4312"/>
                  </a:lnTo>
                  <a:lnTo>
                    <a:pt x="13838" y="3931"/>
                  </a:lnTo>
                  <a:lnTo>
                    <a:pt x="14881" y="3530"/>
                  </a:lnTo>
                  <a:lnTo>
                    <a:pt x="15884" y="3069"/>
                  </a:lnTo>
                  <a:lnTo>
                    <a:pt x="16887" y="2587"/>
                  </a:lnTo>
                  <a:lnTo>
                    <a:pt x="17428" y="2206"/>
                  </a:lnTo>
                  <a:close/>
                  <a:moveTo>
                    <a:pt x="21198" y="0"/>
                  </a:moveTo>
                  <a:lnTo>
                    <a:pt x="20737" y="41"/>
                  </a:lnTo>
                  <a:lnTo>
                    <a:pt x="20276" y="101"/>
                  </a:lnTo>
                  <a:lnTo>
                    <a:pt x="19815" y="201"/>
                  </a:lnTo>
                  <a:lnTo>
                    <a:pt x="19353" y="301"/>
                  </a:lnTo>
                  <a:lnTo>
                    <a:pt x="18912" y="422"/>
                  </a:lnTo>
                  <a:lnTo>
                    <a:pt x="18451" y="562"/>
                  </a:lnTo>
                  <a:lnTo>
                    <a:pt x="17990" y="722"/>
                  </a:lnTo>
                  <a:lnTo>
                    <a:pt x="17548" y="883"/>
                  </a:lnTo>
                  <a:lnTo>
                    <a:pt x="17107" y="1063"/>
                  </a:lnTo>
                  <a:lnTo>
                    <a:pt x="16666" y="1264"/>
                  </a:lnTo>
                  <a:lnTo>
                    <a:pt x="16245" y="1484"/>
                  </a:lnTo>
                  <a:lnTo>
                    <a:pt x="15804" y="1705"/>
                  </a:lnTo>
                  <a:lnTo>
                    <a:pt x="15383" y="1946"/>
                  </a:lnTo>
                  <a:lnTo>
                    <a:pt x="14961" y="2186"/>
                  </a:lnTo>
                  <a:lnTo>
                    <a:pt x="14159" y="2708"/>
                  </a:lnTo>
                  <a:lnTo>
                    <a:pt x="13638" y="3049"/>
                  </a:lnTo>
                  <a:lnTo>
                    <a:pt x="13417" y="3209"/>
                  </a:lnTo>
                  <a:lnTo>
                    <a:pt x="13177" y="3309"/>
                  </a:lnTo>
                  <a:lnTo>
                    <a:pt x="12896" y="3410"/>
                  </a:lnTo>
                  <a:lnTo>
                    <a:pt x="12575" y="3470"/>
                  </a:lnTo>
                  <a:lnTo>
                    <a:pt x="12194" y="3530"/>
                  </a:lnTo>
                  <a:lnTo>
                    <a:pt x="11793" y="3550"/>
                  </a:lnTo>
                  <a:lnTo>
                    <a:pt x="11372" y="3590"/>
                  </a:lnTo>
                  <a:lnTo>
                    <a:pt x="10389" y="3590"/>
                  </a:lnTo>
                  <a:lnTo>
                    <a:pt x="8624" y="3570"/>
                  </a:lnTo>
                  <a:lnTo>
                    <a:pt x="7722" y="3550"/>
                  </a:lnTo>
                  <a:lnTo>
                    <a:pt x="6799" y="3550"/>
                  </a:lnTo>
                  <a:lnTo>
                    <a:pt x="5716" y="3570"/>
                  </a:lnTo>
                  <a:lnTo>
                    <a:pt x="5215" y="3590"/>
                  </a:lnTo>
                  <a:lnTo>
                    <a:pt x="4693" y="3630"/>
                  </a:lnTo>
                  <a:lnTo>
                    <a:pt x="4212" y="3670"/>
                  </a:lnTo>
                  <a:lnTo>
                    <a:pt x="3751" y="3731"/>
                  </a:lnTo>
                  <a:lnTo>
                    <a:pt x="3310" y="3811"/>
                  </a:lnTo>
                  <a:lnTo>
                    <a:pt x="2889" y="3911"/>
                  </a:lnTo>
                  <a:lnTo>
                    <a:pt x="2628" y="4011"/>
                  </a:lnTo>
                  <a:lnTo>
                    <a:pt x="2367" y="4132"/>
                  </a:lnTo>
                  <a:lnTo>
                    <a:pt x="2106" y="4292"/>
                  </a:lnTo>
                  <a:lnTo>
                    <a:pt x="1846" y="4473"/>
                  </a:lnTo>
                  <a:lnTo>
                    <a:pt x="1585" y="4693"/>
                  </a:lnTo>
                  <a:lnTo>
                    <a:pt x="1344" y="4934"/>
                  </a:lnTo>
                  <a:lnTo>
                    <a:pt x="1124" y="5195"/>
                  </a:lnTo>
                  <a:lnTo>
                    <a:pt x="903" y="5475"/>
                  </a:lnTo>
                  <a:lnTo>
                    <a:pt x="723" y="5776"/>
                  </a:lnTo>
                  <a:lnTo>
                    <a:pt x="542" y="6097"/>
                  </a:lnTo>
                  <a:lnTo>
                    <a:pt x="382" y="6418"/>
                  </a:lnTo>
                  <a:lnTo>
                    <a:pt x="261" y="6779"/>
                  </a:lnTo>
                  <a:lnTo>
                    <a:pt x="141" y="7140"/>
                  </a:lnTo>
                  <a:lnTo>
                    <a:pt x="81" y="7501"/>
                  </a:lnTo>
                  <a:lnTo>
                    <a:pt x="21" y="7882"/>
                  </a:lnTo>
                  <a:lnTo>
                    <a:pt x="1" y="8263"/>
                  </a:lnTo>
                  <a:lnTo>
                    <a:pt x="21" y="8604"/>
                  </a:lnTo>
                  <a:lnTo>
                    <a:pt x="61" y="8925"/>
                  </a:lnTo>
                  <a:lnTo>
                    <a:pt x="121" y="9266"/>
                  </a:lnTo>
                  <a:lnTo>
                    <a:pt x="221" y="9587"/>
                  </a:lnTo>
                  <a:lnTo>
                    <a:pt x="342" y="9907"/>
                  </a:lnTo>
                  <a:lnTo>
                    <a:pt x="482" y="10248"/>
                  </a:lnTo>
                  <a:lnTo>
                    <a:pt x="663" y="10569"/>
                  </a:lnTo>
                  <a:lnTo>
                    <a:pt x="883" y="10890"/>
                  </a:lnTo>
                  <a:lnTo>
                    <a:pt x="1064" y="10990"/>
                  </a:lnTo>
                  <a:lnTo>
                    <a:pt x="1064" y="10990"/>
                  </a:lnTo>
                  <a:lnTo>
                    <a:pt x="943" y="10690"/>
                  </a:lnTo>
                  <a:lnTo>
                    <a:pt x="863" y="10409"/>
                  </a:lnTo>
                  <a:lnTo>
                    <a:pt x="803" y="10108"/>
                  </a:lnTo>
                  <a:lnTo>
                    <a:pt x="763" y="9807"/>
                  </a:lnTo>
                  <a:lnTo>
                    <a:pt x="743" y="9486"/>
                  </a:lnTo>
                  <a:lnTo>
                    <a:pt x="723" y="9185"/>
                  </a:lnTo>
                  <a:lnTo>
                    <a:pt x="743" y="8865"/>
                  </a:lnTo>
                  <a:lnTo>
                    <a:pt x="783" y="8564"/>
                  </a:lnTo>
                  <a:lnTo>
                    <a:pt x="843" y="8243"/>
                  </a:lnTo>
                  <a:lnTo>
                    <a:pt x="943" y="7962"/>
                  </a:lnTo>
                  <a:lnTo>
                    <a:pt x="1044" y="7681"/>
                  </a:lnTo>
                  <a:lnTo>
                    <a:pt x="1164" y="7401"/>
                  </a:lnTo>
                  <a:lnTo>
                    <a:pt x="1284" y="7160"/>
                  </a:lnTo>
                  <a:lnTo>
                    <a:pt x="1445" y="6919"/>
                  </a:lnTo>
                  <a:lnTo>
                    <a:pt x="1625" y="6699"/>
                  </a:lnTo>
                  <a:lnTo>
                    <a:pt x="1806" y="6478"/>
                  </a:lnTo>
                  <a:lnTo>
                    <a:pt x="2006" y="6278"/>
                  </a:lnTo>
                  <a:lnTo>
                    <a:pt x="2227" y="6077"/>
                  </a:lnTo>
                  <a:lnTo>
                    <a:pt x="2447" y="5896"/>
                  </a:lnTo>
                  <a:lnTo>
                    <a:pt x="2688" y="5736"/>
                  </a:lnTo>
                  <a:lnTo>
                    <a:pt x="2929" y="5576"/>
                  </a:lnTo>
                  <a:lnTo>
                    <a:pt x="3209" y="5435"/>
                  </a:lnTo>
                  <a:lnTo>
                    <a:pt x="3470" y="5315"/>
                  </a:lnTo>
                  <a:lnTo>
                    <a:pt x="3751" y="5175"/>
                  </a:lnTo>
                  <a:lnTo>
                    <a:pt x="4072" y="5054"/>
                  </a:lnTo>
                  <a:lnTo>
                    <a:pt x="4393" y="4954"/>
                  </a:lnTo>
                  <a:lnTo>
                    <a:pt x="5034" y="4753"/>
                  </a:lnTo>
                  <a:lnTo>
                    <a:pt x="5696" y="4593"/>
                  </a:lnTo>
                  <a:lnTo>
                    <a:pt x="6358" y="4473"/>
                  </a:lnTo>
                  <a:lnTo>
                    <a:pt x="7020" y="4372"/>
                  </a:lnTo>
                  <a:lnTo>
                    <a:pt x="7702" y="4292"/>
                  </a:lnTo>
                  <a:lnTo>
                    <a:pt x="9045" y="4152"/>
                  </a:lnTo>
                  <a:lnTo>
                    <a:pt x="9827" y="4072"/>
                  </a:lnTo>
                  <a:lnTo>
                    <a:pt x="10610" y="3971"/>
                  </a:lnTo>
                  <a:lnTo>
                    <a:pt x="11372" y="3851"/>
                  </a:lnTo>
                  <a:lnTo>
                    <a:pt x="12134" y="3711"/>
                  </a:lnTo>
                  <a:lnTo>
                    <a:pt x="12876" y="3550"/>
                  </a:lnTo>
                  <a:lnTo>
                    <a:pt x="13638" y="3350"/>
                  </a:lnTo>
                  <a:lnTo>
                    <a:pt x="14380" y="3109"/>
                  </a:lnTo>
                  <a:lnTo>
                    <a:pt x="15122" y="2828"/>
                  </a:lnTo>
                  <a:lnTo>
                    <a:pt x="16766" y="2146"/>
                  </a:lnTo>
                  <a:lnTo>
                    <a:pt x="17589" y="1825"/>
                  </a:lnTo>
                  <a:lnTo>
                    <a:pt x="18010" y="1685"/>
                  </a:lnTo>
                  <a:lnTo>
                    <a:pt x="18431" y="1545"/>
                  </a:lnTo>
                  <a:lnTo>
                    <a:pt x="18992" y="1164"/>
                  </a:lnTo>
                  <a:lnTo>
                    <a:pt x="19574" y="823"/>
                  </a:lnTo>
                  <a:lnTo>
                    <a:pt x="20176" y="482"/>
                  </a:lnTo>
                  <a:lnTo>
                    <a:pt x="20777" y="181"/>
                  </a:lnTo>
                  <a:lnTo>
                    <a:pt x="21198" y="0"/>
                  </a:lnTo>
                  <a:close/>
                  <a:moveTo>
                    <a:pt x="1164" y="11231"/>
                  </a:moveTo>
                  <a:lnTo>
                    <a:pt x="1184" y="11251"/>
                  </a:lnTo>
                  <a:lnTo>
                    <a:pt x="1184" y="11231"/>
                  </a:lnTo>
                  <a:close/>
                  <a:moveTo>
                    <a:pt x="15643" y="3350"/>
                  </a:moveTo>
                  <a:lnTo>
                    <a:pt x="14901" y="3690"/>
                  </a:lnTo>
                  <a:lnTo>
                    <a:pt x="14139" y="3991"/>
                  </a:lnTo>
                  <a:lnTo>
                    <a:pt x="13377" y="4292"/>
                  </a:lnTo>
                  <a:lnTo>
                    <a:pt x="12615" y="4553"/>
                  </a:lnTo>
                  <a:lnTo>
                    <a:pt x="11833" y="4814"/>
                  </a:lnTo>
                  <a:lnTo>
                    <a:pt x="11031" y="5034"/>
                  </a:lnTo>
                  <a:lnTo>
                    <a:pt x="10249" y="5235"/>
                  </a:lnTo>
                  <a:lnTo>
                    <a:pt x="9426" y="5415"/>
                  </a:lnTo>
                  <a:lnTo>
                    <a:pt x="8043" y="5676"/>
                  </a:lnTo>
                  <a:lnTo>
                    <a:pt x="7341" y="5816"/>
                  </a:lnTo>
                  <a:lnTo>
                    <a:pt x="6659" y="5957"/>
                  </a:lnTo>
                  <a:lnTo>
                    <a:pt x="5957" y="6117"/>
                  </a:lnTo>
                  <a:lnTo>
                    <a:pt x="5275" y="6298"/>
                  </a:lnTo>
                  <a:lnTo>
                    <a:pt x="4613" y="6538"/>
                  </a:lnTo>
                  <a:lnTo>
                    <a:pt x="4292" y="6659"/>
                  </a:lnTo>
                  <a:lnTo>
                    <a:pt x="3972" y="6799"/>
                  </a:lnTo>
                  <a:lnTo>
                    <a:pt x="3671" y="6959"/>
                  </a:lnTo>
                  <a:lnTo>
                    <a:pt x="3370" y="7120"/>
                  </a:lnTo>
                  <a:lnTo>
                    <a:pt x="3089" y="7300"/>
                  </a:lnTo>
                  <a:lnTo>
                    <a:pt x="2828" y="7501"/>
                  </a:lnTo>
                  <a:lnTo>
                    <a:pt x="2568" y="7721"/>
                  </a:lnTo>
                  <a:lnTo>
                    <a:pt x="2307" y="7942"/>
                  </a:lnTo>
                  <a:lnTo>
                    <a:pt x="2086" y="8203"/>
                  </a:lnTo>
                  <a:lnTo>
                    <a:pt x="1886" y="8463"/>
                  </a:lnTo>
                  <a:lnTo>
                    <a:pt x="1685" y="8724"/>
                  </a:lnTo>
                  <a:lnTo>
                    <a:pt x="1525" y="9005"/>
                  </a:lnTo>
                  <a:lnTo>
                    <a:pt x="1405" y="9306"/>
                  </a:lnTo>
                  <a:lnTo>
                    <a:pt x="1304" y="9607"/>
                  </a:lnTo>
                  <a:lnTo>
                    <a:pt x="1224" y="9927"/>
                  </a:lnTo>
                  <a:lnTo>
                    <a:pt x="1184" y="10248"/>
                  </a:lnTo>
                  <a:lnTo>
                    <a:pt x="1184" y="10569"/>
                  </a:lnTo>
                  <a:lnTo>
                    <a:pt x="1224" y="10910"/>
                  </a:lnTo>
                  <a:lnTo>
                    <a:pt x="1324" y="11131"/>
                  </a:lnTo>
                  <a:lnTo>
                    <a:pt x="1705" y="11291"/>
                  </a:lnTo>
                  <a:lnTo>
                    <a:pt x="2086" y="11432"/>
                  </a:lnTo>
                  <a:lnTo>
                    <a:pt x="2487" y="11552"/>
                  </a:lnTo>
                  <a:lnTo>
                    <a:pt x="2889" y="11652"/>
                  </a:lnTo>
                  <a:lnTo>
                    <a:pt x="3290" y="11732"/>
                  </a:lnTo>
                  <a:lnTo>
                    <a:pt x="3691" y="11793"/>
                  </a:lnTo>
                  <a:lnTo>
                    <a:pt x="4112" y="11833"/>
                  </a:lnTo>
                  <a:lnTo>
                    <a:pt x="4834" y="11833"/>
                  </a:lnTo>
                  <a:lnTo>
                    <a:pt x="5135" y="11813"/>
                  </a:lnTo>
                  <a:lnTo>
                    <a:pt x="5435" y="11772"/>
                  </a:lnTo>
                  <a:lnTo>
                    <a:pt x="5736" y="11732"/>
                  </a:lnTo>
                  <a:lnTo>
                    <a:pt x="5897" y="11712"/>
                  </a:lnTo>
                  <a:lnTo>
                    <a:pt x="5716" y="11592"/>
                  </a:lnTo>
                  <a:lnTo>
                    <a:pt x="5556" y="11472"/>
                  </a:lnTo>
                  <a:lnTo>
                    <a:pt x="5395" y="11331"/>
                  </a:lnTo>
                  <a:lnTo>
                    <a:pt x="5255" y="11191"/>
                  </a:lnTo>
                  <a:lnTo>
                    <a:pt x="5115" y="11030"/>
                  </a:lnTo>
                  <a:lnTo>
                    <a:pt x="4974" y="10870"/>
                  </a:lnTo>
                  <a:lnTo>
                    <a:pt x="4834" y="10690"/>
                  </a:lnTo>
                  <a:lnTo>
                    <a:pt x="4714" y="10509"/>
                  </a:lnTo>
                  <a:lnTo>
                    <a:pt x="4533" y="10148"/>
                  </a:lnTo>
                  <a:lnTo>
                    <a:pt x="4413" y="9807"/>
                  </a:lnTo>
                  <a:lnTo>
                    <a:pt x="4312" y="9466"/>
                  </a:lnTo>
                  <a:lnTo>
                    <a:pt x="4252" y="9125"/>
                  </a:lnTo>
                  <a:lnTo>
                    <a:pt x="4232" y="8804"/>
                  </a:lnTo>
                  <a:lnTo>
                    <a:pt x="4252" y="8484"/>
                  </a:lnTo>
                  <a:lnTo>
                    <a:pt x="4312" y="8163"/>
                  </a:lnTo>
                  <a:lnTo>
                    <a:pt x="4413" y="7862"/>
                  </a:lnTo>
                  <a:lnTo>
                    <a:pt x="4553" y="7561"/>
                  </a:lnTo>
                  <a:lnTo>
                    <a:pt x="4714" y="7300"/>
                  </a:lnTo>
                  <a:lnTo>
                    <a:pt x="4914" y="7040"/>
                  </a:lnTo>
                  <a:lnTo>
                    <a:pt x="5155" y="6799"/>
                  </a:lnTo>
                  <a:lnTo>
                    <a:pt x="5415" y="6598"/>
                  </a:lnTo>
                  <a:lnTo>
                    <a:pt x="5716" y="6398"/>
                  </a:lnTo>
                  <a:lnTo>
                    <a:pt x="6057" y="6237"/>
                  </a:lnTo>
                  <a:lnTo>
                    <a:pt x="6418" y="6117"/>
                  </a:lnTo>
                  <a:lnTo>
                    <a:pt x="6960" y="5957"/>
                  </a:lnTo>
                  <a:lnTo>
                    <a:pt x="7501" y="5836"/>
                  </a:lnTo>
                  <a:lnTo>
                    <a:pt x="8063" y="5756"/>
                  </a:lnTo>
                  <a:lnTo>
                    <a:pt x="8624" y="5696"/>
                  </a:lnTo>
                  <a:lnTo>
                    <a:pt x="9747" y="5576"/>
                  </a:lnTo>
                  <a:lnTo>
                    <a:pt x="10309" y="5515"/>
                  </a:lnTo>
                  <a:lnTo>
                    <a:pt x="10850" y="5435"/>
                  </a:lnTo>
                  <a:lnTo>
                    <a:pt x="11332" y="5335"/>
                  </a:lnTo>
                  <a:lnTo>
                    <a:pt x="11793" y="5215"/>
                  </a:lnTo>
                  <a:lnTo>
                    <a:pt x="12254" y="5094"/>
                  </a:lnTo>
                  <a:lnTo>
                    <a:pt x="12695" y="4934"/>
                  </a:lnTo>
                  <a:lnTo>
                    <a:pt x="13156" y="4773"/>
                  </a:lnTo>
                  <a:lnTo>
                    <a:pt x="13578" y="4573"/>
                  </a:lnTo>
                  <a:lnTo>
                    <a:pt x="14019" y="4372"/>
                  </a:lnTo>
                  <a:lnTo>
                    <a:pt x="14440" y="4152"/>
                  </a:lnTo>
                  <a:lnTo>
                    <a:pt x="14580" y="4072"/>
                  </a:lnTo>
                  <a:lnTo>
                    <a:pt x="14841" y="3871"/>
                  </a:lnTo>
                  <a:lnTo>
                    <a:pt x="15102" y="3690"/>
                  </a:lnTo>
                  <a:lnTo>
                    <a:pt x="15362" y="3510"/>
                  </a:lnTo>
                  <a:lnTo>
                    <a:pt x="15643" y="3350"/>
                  </a:lnTo>
                  <a:close/>
                  <a:moveTo>
                    <a:pt x="1445" y="11371"/>
                  </a:moveTo>
                  <a:lnTo>
                    <a:pt x="1625" y="11652"/>
                  </a:lnTo>
                  <a:lnTo>
                    <a:pt x="1986" y="11933"/>
                  </a:lnTo>
                  <a:lnTo>
                    <a:pt x="2387" y="12174"/>
                  </a:lnTo>
                  <a:lnTo>
                    <a:pt x="2828" y="12394"/>
                  </a:lnTo>
                  <a:lnTo>
                    <a:pt x="3310" y="12575"/>
                  </a:lnTo>
                  <a:lnTo>
                    <a:pt x="3811" y="12735"/>
                  </a:lnTo>
                  <a:lnTo>
                    <a:pt x="4332" y="12835"/>
                  </a:lnTo>
                  <a:lnTo>
                    <a:pt x="4894" y="12896"/>
                  </a:lnTo>
                  <a:lnTo>
                    <a:pt x="5456" y="12936"/>
                  </a:lnTo>
                  <a:lnTo>
                    <a:pt x="5857" y="12916"/>
                  </a:lnTo>
                  <a:lnTo>
                    <a:pt x="6258" y="12875"/>
                  </a:lnTo>
                  <a:lnTo>
                    <a:pt x="6679" y="12815"/>
                  </a:lnTo>
                  <a:lnTo>
                    <a:pt x="7100" y="12735"/>
                  </a:lnTo>
                  <a:lnTo>
                    <a:pt x="7521" y="12615"/>
                  </a:lnTo>
                  <a:lnTo>
                    <a:pt x="7942" y="12474"/>
                  </a:lnTo>
                  <a:lnTo>
                    <a:pt x="8363" y="12314"/>
                  </a:lnTo>
                  <a:lnTo>
                    <a:pt x="8785" y="12113"/>
                  </a:lnTo>
                  <a:lnTo>
                    <a:pt x="8785" y="12113"/>
                  </a:lnTo>
                  <a:lnTo>
                    <a:pt x="8544" y="12174"/>
                  </a:lnTo>
                  <a:lnTo>
                    <a:pt x="8303" y="12194"/>
                  </a:lnTo>
                  <a:lnTo>
                    <a:pt x="8063" y="12234"/>
                  </a:lnTo>
                  <a:lnTo>
                    <a:pt x="7802" y="12234"/>
                  </a:lnTo>
                  <a:lnTo>
                    <a:pt x="7441" y="12214"/>
                  </a:lnTo>
                  <a:lnTo>
                    <a:pt x="7060" y="12154"/>
                  </a:lnTo>
                  <a:lnTo>
                    <a:pt x="6699" y="12073"/>
                  </a:lnTo>
                  <a:lnTo>
                    <a:pt x="6358" y="11933"/>
                  </a:lnTo>
                  <a:lnTo>
                    <a:pt x="5917" y="12033"/>
                  </a:lnTo>
                  <a:lnTo>
                    <a:pt x="5496" y="12093"/>
                  </a:lnTo>
                  <a:lnTo>
                    <a:pt x="5075" y="12133"/>
                  </a:lnTo>
                  <a:lnTo>
                    <a:pt x="4653" y="12154"/>
                  </a:lnTo>
                  <a:lnTo>
                    <a:pt x="4232" y="12133"/>
                  </a:lnTo>
                  <a:lnTo>
                    <a:pt x="3831" y="12093"/>
                  </a:lnTo>
                  <a:lnTo>
                    <a:pt x="3410" y="12033"/>
                  </a:lnTo>
                  <a:lnTo>
                    <a:pt x="3009" y="11953"/>
                  </a:lnTo>
                  <a:lnTo>
                    <a:pt x="2608" y="11853"/>
                  </a:lnTo>
                  <a:lnTo>
                    <a:pt x="2227" y="11712"/>
                  </a:lnTo>
                  <a:lnTo>
                    <a:pt x="1826" y="11552"/>
                  </a:lnTo>
                  <a:lnTo>
                    <a:pt x="1445" y="1137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1" name="Google Shape;5841;p22"/>
            <p:cNvSpPr/>
            <p:nvPr/>
          </p:nvSpPr>
          <p:spPr>
            <a:xfrm>
              <a:off x="8258675" y="4185775"/>
              <a:ext cx="183525" cy="39125"/>
            </a:xfrm>
            <a:custGeom>
              <a:avLst/>
              <a:gdLst/>
              <a:ahLst/>
              <a:cxnLst/>
              <a:rect l="l" t="t" r="r" b="b"/>
              <a:pathLst>
                <a:path w="7341" h="1565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181" y="281"/>
                  </a:lnTo>
                  <a:lnTo>
                    <a:pt x="181" y="281"/>
                  </a:lnTo>
                  <a:lnTo>
                    <a:pt x="181" y="281"/>
                  </a:lnTo>
                  <a:lnTo>
                    <a:pt x="542" y="562"/>
                  </a:lnTo>
                  <a:lnTo>
                    <a:pt x="943" y="803"/>
                  </a:lnTo>
                  <a:lnTo>
                    <a:pt x="1384" y="1023"/>
                  </a:lnTo>
                  <a:lnTo>
                    <a:pt x="1866" y="1204"/>
                  </a:lnTo>
                  <a:lnTo>
                    <a:pt x="2367" y="1364"/>
                  </a:lnTo>
                  <a:lnTo>
                    <a:pt x="2888" y="1464"/>
                  </a:lnTo>
                  <a:lnTo>
                    <a:pt x="3450" y="1525"/>
                  </a:lnTo>
                  <a:lnTo>
                    <a:pt x="4012" y="1565"/>
                  </a:lnTo>
                  <a:lnTo>
                    <a:pt x="4012" y="1565"/>
                  </a:lnTo>
                  <a:lnTo>
                    <a:pt x="4413" y="1545"/>
                  </a:lnTo>
                  <a:lnTo>
                    <a:pt x="4814" y="1504"/>
                  </a:lnTo>
                  <a:lnTo>
                    <a:pt x="5235" y="1444"/>
                  </a:lnTo>
                  <a:lnTo>
                    <a:pt x="5656" y="1364"/>
                  </a:lnTo>
                  <a:lnTo>
                    <a:pt x="6077" y="1244"/>
                  </a:lnTo>
                  <a:lnTo>
                    <a:pt x="6498" y="1103"/>
                  </a:lnTo>
                  <a:lnTo>
                    <a:pt x="6919" y="943"/>
                  </a:lnTo>
                  <a:lnTo>
                    <a:pt x="7341" y="742"/>
                  </a:lnTo>
                  <a:lnTo>
                    <a:pt x="7341" y="742"/>
                  </a:lnTo>
                  <a:lnTo>
                    <a:pt x="7100" y="803"/>
                  </a:lnTo>
                  <a:lnTo>
                    <a:pt x="6859" y="823"/>
                  </a:lnTo>
                  <a:lnTo>
                    <a:pt x="6619" y="863"/>
                  </a:lnTo>
                  <a:lnTo>
                    <a:pt x="6358" y="863"/>
                  </a:lnTo>
                  <a:lnTo>
                    <a:pt x="6358" y="863"/>
                  </a:lnTo>
                  <a:lnTo>
                    <a:pt x="5997" y="843"/>
                  </a:lnTo>
                  <a:lnTo>
                    <a:pt x="5616" y="783"/>
                  </a:lnTo>
                  <a:lnTo>
                    <a:pt x="5255" y="702"/>
                  </a:lnTo>
                  <a:lnTo>
                    <a:pt x="4914" y="562"/>
                  </a:lnTo>
                  <a:lnTo>
                    <a:pt x="4914" y="562"/>
                  </a:lnTo>
                  <a:lnTo>
                    <a:pt x="4473" y="662"/>
                  </a:lnTo>
                  <a:lnTo>
                    <a:pt x="4052" y="722"/>
                  </a:lnTo>
                  <a:lnTo>
                    <a:pt x="3631" y="762"/>
                  </a:lnTo>
                  <a:lnTo>
                    <a:pt x="3209" y="783"/>
                  </a:lnTo>
                  <a:lnTo>
                    <a:pt x="3209" y="783"/>
                  </a:lnTo>
                  <a:lnTo>
                    <a:pt x="2788" y="762"/>
                  </a:lnTo>
                  <a:lnTo>
                    <a:pt x="2387" y="722"/>
                  </a:lnTo>
                  <a:lnTo>
                    <a:pt x="1966" y="662"/>
                  </a:lnTo>
                  <a:lnTo>
                    <a:pt x="1565" y="582"/>
                  </a:lnTo>
                  <a:lnTo>
                    <a:pt x="1164" y="482"/>
                  </a:lnTo>
                  <a:lnTo>
                    <a:pt x="783" y="341"/>
                  </a:lnTo>
                  <a:lnTo>
                    <a:pt x="382" y="181"/>
                  </a:lnTo>
                  <a:lnTo>
                    <a:pt x="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2" name="Google Shape;5842;p22"/>
            <p:cNvSpPr/>
            <p:nvPr/>
          </p:nvSpPr>
          <p:spPr>
            <a:xfrm>
              <a:off x="8251650" y="4182250"/>
              <a:ext cx="525" cy="550"/>
            </a:xfrm>
            <a:custGeom>
              <a:avLst/>
              <a:gdLst/>
              <a:ahLst/>
              <a:cxnLst/>
              <a:rect l="l" t="t" r="r" b="b"/>
              <a:pathLst>
                <a:path w="21" h="22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21" y="21"/>
                  </a:lnTo>
                  <a:lnTo>
                    <a:pt x="21" y="21"/>
                  </a:lnTo>
                  <a:lnTo>
                    <a:pt x="21" y="1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3" name="Google Shape;5843;p22"/>
            <p:cNvSpPr/>
            <p:nvPr/>
          </p:nvSpPr>
          <p:spPr>
            <a:xfrm>
              <a:off x="8252150" y="3985225"/>
              <a:ext cx="361525" cy="212100"/>
            </a:xfrm>
            <a:custGeom>
              <a:avLst/>
              <a:gdLst/>
              <a:ahLst/>
              <a:cxnLst/>
              <a:rect l="l" t="t" r="r" b="b"/>
              <a:pathLst>
                <a:path w="14461" h="8484" fill="none" extrusionOk="0">
                  <a:moveTo>
                    <a:pt x="14460" y="1"/>
                  </a:moveTo>
                  <a:lnTo>
                    <a:pt x="14460" y="1"/>
                  </a:lnTo>
                  <a:lnTo>
                    <a:pt x="13718" y="341"/>
                  </a:lnTo>
                  <a:lnTo>
                    <a:pt x="12956" y="642"/>
                  </a:lnTo>
                  <a:lnTo>
                    <a:pt x="12194" y="943"/>
                  </a:lnTo>
                  <a:lnTo>
                    <a:pt x="11432" y="1204"/>
                  </a:lnTo>
                  <a:lnTo>
                    <a:pt x="10650" y="1465"/>
                  </a:lnTo>
                  <a:lnTo>
                    <a:pt x="9848" y="1685"/>
                  </a:lnTo>
                  <a:lnTo>
                    <a:pt x="9066" y="1886"/>
                  </a:lnTo>
                  <a:lnTo>
                    <a:pt x="8243" y="2066"/>
                  </a:lnTo>
                  <a:lnTo>
                    <a:pt x="8243" y="2066"/>
                  </a:lnTo>
                  <a:lnTo>
                    <a:pt x="6860" y="2327"/>
                  </a:lnTo>
                  <a:lnTo>
                    <a:pt x="6158" y="2467"/>
                  </a:lnTo>
                  <a:lnTo>
                    <a:pt x="5476" y="2608"/>
                  </a:lnTo>
                  <a:lnTo>
                    <a:pt x="4774" y="2768"/>
                  </a:lnTo>
                  <a:lnTo>
                    <a:pt x="4092" y="2949"/>
                  </a:lnTo>
                  <a:lnTo>
                    <a:pt x="3430" y="3189"/>
                  </a:lnTo>
                  <a:lnTo>
                    <a:pt x="3109" y="3310"/>
                  </a:lnTo>
                  <a:lnTo>
                    <a:pt x="2789" y="3450"/>
                  </a:lnTo>
                  <a:lnTo>
                    <a:pt x="2789" y="3450"/>
                  </a:lnTo>
                  <a:lnTo>
                    <a:pt x="2488" y="3610"/>
                  </a:lnTo>
                  <a:lnTo>
                    <a:pt x="2187" y="3771"/>
                  </a:lnTo>
                  <a:lnTo>
                    <a:pt x="1906" y="3951"/>
                  </a:lnTo>
                  <a:lnTo>
                    <a:pt x="1645" y="4152"/>
                  </a:lnTo>
                  <a:lnTo>
                    <a:pt x="1385" y="4372"/>
                  </a:lnTo>
                  <a:lnTo>
                    <a:pt x="1124" y="4593"/>
                  </a:lnTo>
                  <a:lnTo>
                    <a:pt x="903" y="4854"/>
                  </a:lnTo>
                  <a:lnTo>
                    <a:pt x="703" y="5114"/>
                  </a:lnTo>
                  <a:lnTo>
                    <a:pt x="502" y="5375"/>
                  </a:lnTo>
                  <a:lnTo>
                    <a:pt x="342" y="5656"/>
                  </a:lnTo>
                  <a:lnTo>
                    <a:pt x="222" y="5957"/>
                  </a:lnTo>
                  <a:lnTo>
                    <a:pt x="121" y="6258"/>
                  </a:lnTo>
                  <a:lnTo>
                    <a:pt x="41" y="6578"/>
                  </a:lnTo>
                  <a:lnTo>
                    <a:pt x="1" y="6899"/>
                  </a:lnTo>
                  <a:lnTo>
                    <a:pt x="1" y="7220"/>
                  </a:lnTo>
                  <a:lnTo>
                    <a:pt x="41" y="7561"/>
                  </a:lnTo>
                  <a:lnTo>
                    <a:pt x="41" y="7561"/>
                  </a:lnTo>
                  <a:lnTo>
                    <a:pt x="141" y="7782"/>
                  </a:lnTo>
                  <a:lnTo>
                    <a:pt x="141" y="7782"/>
                  </a:lnTo>
                  <a:lnTo>
                    <a:pt x="522" y="7942"/>
                  </a:lnTo>
                  <a:lnTo>
                    <a:pt x="903" y="8083"/>
                  </a:lnTo>
                  <a:lnTo>
                    <a:pt x="1304" y="8203"/>
                  </a:lnTo>
                  <a:lnTo>
                    <a:pt x="1706" y="8303"/>
                  </a:lnTo>
                  <a:lnTo>
                    <a:pt x="2107" y="8383"/>
                  </a:lnTo>
                  <a:lnTo>
                    <a:pt x="2508" y="8444"/>
                  </a:lnTo>
                  <a:lnTo>
                    <a:pt x="2929" y="8484"/>
                  </a:lnTo>
                  <a:lnTo>
                    <a:pt x="3330" y="8484"/>
                  </a:lnTo>
                  <a:lnTo>
                    <a:pt x="3330" y="8484"/>
                  </a:lnTo>
                  <a:lnTo>
                    <a:pt x="3651" y="8484"/>
                  </a:lnTo>
                  <a:lnTo>
                    <a:pt x="3952" y="8464"/>
                  </a:lnTo>
                  <a:lnTo>
                    <a:pt x="4252" y="8423"/>
                  </a:lnTo>
                  <a:lnTo>
                    <a:pt x="4553" y="8383"/>
                  </a:lnTo>
                  <a:lnTo>
                    <a:pt x="4553" y="8383"/>
                  </a:lnTo>
                  <a:lnTo>
                    <a:pt x="4714" y="8363"/>
                  </a:lnTo>
                  <a:lnTo>
                    <a:pt x="4714" y="8363"/>
                  </a:lnTo>
                  <a:lnTo>
                    <a:pt x="4533" y="8243"/>
                  </a:lnTo>
                  <a:lnTo>
                    <a:pt x="4373" y="8123"/>
                  </a:lnTo>
                  <a:lnTo>
                    <a:pt x="4212" y="7982"/>
                  </a:lnTo>
                  <a:lnTo>
                    <a:pt x="4072" y="7842"/>
                  </a:lnTo>
                  <a:lnTo>
                    <a:pt x="3932" y="7681"/>
                  </a:lnTo>
                  <a:lnTo>
                    <a:pt x="3791" y="7521"/>
                  </a:lnTo>
                  <a:lnTo>
                    <a:pt x="3651" y="7341"/>
                  </a:lnTo>
                  <a:lnTo>
                    <a:pt x="3531" y="7160"/>
                  </a:lnTo>
                  <a:lnTo>
                    <a:pt x="3531" y="7160"/>
                  </a:lnTo>
                  <a:lnTo>
                    <a:pt x="3350" y="6799"/>
                  </a:lnTo>
                  <a:lnTo>
                    <a:pt x="3230" y="6458"/>
                  </a:lnTo>
                  <a:lnTo>
                    <a:pt x="3129" y="6117"/>
                  </a:lnTo>
                  <a:lnTo>
                    <a:pt x="3069" y="5776"/>
                  </a:lnTo>
                  <a:lnTo>
                    <a:pt x="3049" y="5455"/>
                  </a:lnTo>
                  <a:lnTo>
                    <a:pt x="3069" y="5135"/>
                  </a:lnTo>
                  <a:lnTo>
                    <a:pt x="3129" y="4814"/>
                  </a:lnTo>
                  <a:lnTo>
                    <a:pt x="3230" y="4513"/>
                  </a:lnTo>
                  <a:lnTo>
                    <a:pt x="3370" y="4212"/>
                  </a:lnTo>
                  <a:lnTo>
                    <a:pt x="3531" y="3951"/>
                  </a:lnTo>
                  <a:lnTo>
                    <a:pt x="3731" y="3691"/>
                  </a:lnTo>
                  <a:lnTo>
                    <a:pt x="3972" y="3450"/>
                  </a:lnTo>
                  <a:lnTo>
                    <a:pt x="4232" y="3249"/>
                  </a:lnTo>
                  <a:lnTo>
                    <a:pt x="4533" y="3049"/>
                  </a:lnTo>
                  <a:lnTo>
                    <a:pt x="4874" y="2888"/>
                  </a:lnTo>
                  <a:lnTo>
                    <a:pt x="5235" y="2768"/>
                  </a:lnTo>
                  <a:lnTo>
                    <a:pt x="5235" y="2768"/>
                  </a:lnTo>
                  <a:lnTo>
                    <a:pt x="5777" y="2608"/>
                  </a:lnTo>
                  <a:lnTo>
                    <a:pt x="6318" y="2487"/>
                  </a:lnTo>
                  <a:lnTo>
                    <a:pt x="6880" y="2407"/>
                  </a:lnTo>
                  <a:lnTo>
                    <a:pt x="7441" y="2347"/>
                  </a:lnTo>
                  <a:lnTo>
                    <a:pt x="8564" y="2227"/>
                  </a:lnTo>
                  <a:lnTo>
                    <a:pt x="9126" y="2166"/>
                  </a:lnTo>
                  <a:lnTo>
                    <a:pt x="9667" y="2086"/>
                  </a:lnTo>
                  <a:lnTo>
                    <a:pt x="9667" y="2086"/>
                  </a:lnTo>
                  <a:lnTo>
                    <a:pt x="10149" y="1986"/>
                  </a:lnTo>
                  <a:lnTo>
                    <a:pt x="10610" y="1866"/>
                  </a:lnTo>
                  <a:lnTo>
                    <a:pt x="11071" y="1745"/>
                  </a:lnTo>
                  <a:lnTo>
                    <a:pt x="11512" y="1585"/>
                  </a:lnTo>
                  <a:lnTo>
                    <a:pt x="11973" y="1424"/>
                  </a:lnTo>
                  <a:lnTo>
                    <a:pt x="12395" y="1224"/>
                  </a:lnTo>
                  <a:lnTo>
                    <a:pt x="12836" y="1023"/>
                  </a:lnTo>
                  <a:lnTo>
                    <a:pt x="13257" y="803"/>
                  </a:lnTo>
                  <a:lnTo>
                    <a:pt x="13257" y="803"/>
                  </a:lnTo>
                  <a:lnTo>
                    <a:pt x="13397" y="723"/>
                  </a:lnTo>
                  <a:lnTo>
                    <a:pt x="13397" y="723"/>
                  </a:lnTo>
                  <a:lnTo>
                    <a:pt x="13658" y="522"/>
                  </a:lnTo>
                  <a:lnTo>
                    <a:pt x="13919" y="341"/>
                  </a:lnTo>
                  <a:lnTo>
                    <a:pt x="14179" y="161"/>
                  </a:lnTo>
                  <a:lnTo>
                    <a:pt x="1446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4" name="Google Shape;5844;p22"/>
            <p:cNvSpPr/>
            <p:nvPr/>
          </p:nvSpPr>
          <p:spPr>
            <a:xfrm>
              <a:off x="8245650" y="3956650"/>
              <a:ext cx="412650" cy="200075"/>
            </a:xfrm>
            <a:custGeom>
              <a:avLst/>
              <a:gdLst/>
              <a:ahLst/>
              <a:cxnLst/>
              <a:rect l="l" t="t" r="r" b="b"/>
              <a:pathLst>
                <a:path w="16506" h="8003" fill="none" extrusionOk="0">
                  <a:moveTo>
                    <a:pt x="16505" y="0"/>
                  </a:moveTo>
                  <a:lnTo>
                    <a:pt x="16505" y="0"/>
                  </a:lnTo>
                  <a:lnTo>
                    <a:pt x="15462" y="422"/>
                  </a:lnTo>
                  <a:lnTo>
                    <a:pt x="14419" y="863"/>
                  </a:lnTo>
                  <a:lnTo>
                    <a:pt x="14419" y="863"/>
                  </a:lnTo>
                  <a:lnTo>
                    <a:pt x="13898" y="1083"/>
                  </a:lnTo>
                  <a:lnTo>
                    <a:pt x="13357" y="1264"/>
                  </a:lnTo>
                  <a:lnTo>
                    <a:pt x="12795" y="1444"/>
                  </a:lnTo>
                  <a:lnTo>
                    <a:pt x="12254" y="1605"/>
                  </a:lnTo>
                  <a:lnTo>
                    <a:pt x="11712" y="1745"/>
                  </a:lnTo>
                  <a:lnTo>
                    <a:pt x="11151" y="1886"/>
                  </a:lnTo>
                  <a:lnTo>
                    <a:pt x="10589" y="1986"/>
                  </a:lnTo>
                  <a:lnTo>
                    <a:pt x="10007" y="2066"/>
                  </a:lnTo>
                  <a:lnTo>
                    <a:pt x="10007" y="2066"/>
                  </a:lnTo>
                  <a:lnTo>
                    <a:pt x="9326" y="2166"/>
                  </a:lnTo>
                  <a:lnTo>
                    <a:pt x="8644" y="2227"/>
                  </a:lnTo>
                  <a:lnTo>
                    <a:pt x="7280" y="2367"/>
                  </a:lnTo>
                  <a:lnTo>
                    <a:pt x="6598" y="2447"/>
                  </a:lnTo>
                  <a:lnTo>
                    <a:pt x="5936" y="2527"/>
                  </a:lnTo>
                  <a:lnTo>
                    <a:pt x="5255" y="2628"/>
                  </a:lnTo>
                  <a:lnTo>
                    <a:pt x="4593" y="2768"/>
                  </a:lnTo>
                  <a:lnTo>
                    <a:pt x="4593" y="2768"/>
                  </a:lnTo>
                  <a:lnTo>
                    <a:pt x="3931" y="2928"/>
                  </a:lnTo>
                  <a:lnTo>
                    <a:pt x="3269" y="3129"/>
                  </a:lnTo>
                  <a:lnTo>
                    <a:pt x="2948" y="3249"/>
                  </a:lnTo>
                  <a:lnTo>
                    <a:pt x="2627" y="3390"/>
                  </a:lnTo>
                  <a:lnTo>
                    <a:pt x="2307" y="3530"/>
                  </a:lnTo>
                  <a:lnTo>
                    <a:pt x="2026" y="3690"/>
                  </a:lnTo>
                  <a:lnTo>
                    <a:pt x="1725" y="3871"/>
                  </a:lnTo>
                  <a:lnTo>
                    <a:pt x="1464" y="4072"/>
                  </a:lnTo>
                  <a:lnTo>
                    <a:pt x="1204" y="4292"/>
                  </a:lnTo>
                  <a:lnTo>
                    <a:pt x="983" y="4533"/>
                  </a:lnTo>
                  <a:lnTo>
                    <a:pt x="762" y="4773"/>
                  </a:lnTo>
                  <a:lnTo>
                    <a:pt x="582" y="5054"/>
                  </a:lnTo>
                  <a:lnTo>
                    <a:pt x="401" y="5375"/>
                  </a:lnTo>
                  <a:lnTo>
                    <a:pt x="261" y="5696"/>
                  </a:lnTo>
                  <a:lnTo>
                    <a:pt x="261" y="5696"/>
                  </a:lnTo>
                  <a:lnTo>
                    <a:pt x="161" y="5977"/>
                  </a:lnTo>
                  <a:lnTo>
                    <a:pt x="101" y="6278"/>
                  </a:lnTo>
                  <a:lnTo>
                    <a:pt x="40" y="6558"/>
                  </a:lnTo>
                  <a:lnTo>
                    <a:pt x="20" y="6859"/>
                  </a:lnTo>
                  <a:lnTo>
                    <a:pt x="0" y="7140"/>
                  </a:lnTo>
                  <a:lnTo>
                    <a:pt x="20" y="7441"/>
                  </a:lnTo>
                  <a:lnTo>
                    <a:pt x="60" y="7721"/>
                  </a:lnTo>
                  <a:lnTo>
                    <a:pt x="101" y="8002"/>
                  </a:lnTo>
                  <a:lnTo>
                    <a:pt x="101" y="8002"/>
                  </a:lnTo>
                  <a:lnTo>
                    <a:pt x="121" y="7701"/>
                  </a:lnTo>
                  <a:lnTo>
                    <a:pt x="161" y="7421"/>
                  </a:lnTo>
                  <a:lnTo>
                    <a:pt x="241" y="7120"/>
                  </a:lnTo>
                  <a:lnTo>
                    <a:pt x="341" y="6839"/>
                  </a:lnTo>
                  <a:lnTo>
                    <a:pt x="461" y="6558"/>
                  </a:lnTo>
                  <a:lnTo>
                    <a:pt x="622" y="6278"/>
                  </a:lnTo>
                  <a:lnTo>
                    <a:pt x="802" y="6017"/>
                  </a:lnTo>
                  <a:lnTo>
                    <a:pt x="1003" y="5756"/>
                  </a:lnTo>
                  <a:lnTo>
                    <a:pt x="1003" y="5756"/>
                  </a:lnTo>
                  <a:lnTo>
                    <a:pt x="1224" y="5536"/>
                  </a:lnTo>
                  <a:lnTo>
                    <a:pt x="1444" y="5315"/>
                  </a:lnTo>
                  <a:lnTo>
                    <a:pt x="1705" y="5114"/>
                  </a:lnTo>
                  <a:lnTo>
                    <a:pt x="1966" y="4914"/>
                  </a:lnTo>
                  <a:lnTo>
                    <a:pt x="2226" y="4753"/>
                  </a:lnTo>
                  <a:lnTo>
                    <a:pt x="2507" y="4593"/>
                  </a:lnTo>
                  <a:lnTo>
                    <a:pt x="2788" y="4433"/>
                  </a:lnTo>
                  <a:lnTo>
                    <a:pt x="3089" y="4312"/>
                  </a:lnTo>
                  <a:lnTo>
                    <a:pt x="3690" y="4072"/>
                  </a:lnTo>
                  <a:lnTo>
                    <a:pt x="4312" y="3871"/>
                  </a:lnTo>
                  <a:lnTo>
                    <a:pt x="4934" y="3690"/>
                  </a:lnTo>
                  <a:lnTo>
                    <a:pt x="5555" y="3550"/>
                  </a:lnTo>
                  <a:lnTo>
                    <a:pt x="5555" y="3550"/>
                  </a:lnTo>
                  <a:lnTo>
                    <a:pt x="6337" y="3370"/>
                  </a:lnTo>
                  <a:lnTo>
                    <a:pt x="7140" y="3209"/>
                  </a:lnTo>
                  <a:lnTo>
                    <a:pt x="8724" y="2888"/>
                  </a:lnTo>
                  <a:lnTo>
                    <a:pt x="9526" y="2728"/>
                  </a:lnTo>
                  <a:lnTo>
                    <a:pt x="10308" y="2547"/>
                  </a:lnTo>
                  <a:lnTo>
                    <a:pt x="11090" y="2327"/>
                  </a:lnTo>
                  <a:lnTo>
                    <a:pt x="11872" y="2106"/>
                  </a:lnTo>
                  <a:lnTo>
                    <a:pt x="11872" y="2106"/>
                  </a:lnTo>
                  <a:lnTo>
                    <a:pt x="12915" y="1725"/>
                  </a:lnTo>
                  <a:lnTo>
                    <a:pt x="13958" y="1324"/>
                  </a:lnTo>
                  <a:lnTo>
                    <a:pt x="14961" y="863"/>
                  </a:lnTo>
                  <a:lnTo>
                    <a:pt x="15964" y="381"/>
                  </a:lnTo>
                  <a:lnTo>
                    <a:pt x="15964" y="381"/>
                  </a:lnTo>
                  <a:lnTo>
                    <a:pt x="1650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5" name="Google Shape;5845;p22"/>
            <p:cNvSpPr/>
            <p:nvPr/>
          </p:nvSpPr>
          <p:spPr>
            <a:xfrm>
              <a:off x="8240625" y="3940100"/>
              <a:ext cx="442725" cy="265250"/>
            </a:xfrm>
            <a:custGeom>
              <a:avLst/>
              <a:gdLst/>
              <a:ahLst/>
              <a:cxnLst/>
              <a:rect l="l" t="t" r="r" b="b"/>
              <a:pathLst>
                <a:path w="17709" h="10610" extrusionOk="0">
                  <a:moveTo>
                    <a:pt x="17709" y="1"/>
                  </a:moveTo>
                  <a:lnTo>
                    <a:pt x="17288" y="141"/>
                  </a:lnTo>
                  <a:lnTo>
                    <a:pt x="16867" y="281"/>
                  </a:lnTo>
                  <a:lnTo>
                    <a:pt x="16044" y="602"/>
                  </a:lnTo>
                  <a:lnTo>
                    <a:pt x="14400" y="1284"/>
                  </a:lnTo>
                  <a:lnTo>
                    <a:pt x="13658" y="1565"/>
                  </a:lnTo>
                  <a:lnTo>
                    <a:pt x="12916" y="1806"/>
                  </a:lnTo>
                  <a:lnTo>
                    <a:pt x="12154" y="2006"/>
                  </a:lnTo>
                  <a:lnTo>
                    <a:pt x="11412" y="2167"/>
                  </a:lnTo>
                  <a:lnTo>
                    <a:pt x="10650" y="2307"/>
                  </a:lnTo>
                  <a:lnTo>
                    <a:pt x="9888" y="2427"/>
                  </a:lnTo>
                  <a:lnTo>
                    <a:pt x="9105" y="2528"/>
                  </a:lnTo>
                  <a:lnTo>
                    <a:pt x="8323" y="2608"/>
                  </a:lnTo>
                  <a:lnTo>
                    <a:pt x="6980" y="2748"/>
                  </a:lnTo>
                  <a:lnTo>
                    <a:pt x="6298" y="2828"/>
                  </a:lnTo>
                  <a:lnTo>
                    <a:pt x="5636" y="2929"/>
                  </a:lnTo>
                  <a:lnTo>
                    <a:pt x="4974" y="3049"/>
                  </a:lnTo>
                  <a:lnTo>
                    <a:pt x="4312" y="3209"/>
                  </a:lnTo>
                  <a:lnTo>
                    <a:pt x="3671" y="3410"/>
                  </a:lnTo>
                  <a:lnTo>
                    <a:pt x="3350" y="3510"/>
                  </a:lnTo>
                  <a:lnTo>
                    <a:pt x="3029" y="3631"/>
                  </a:lnTo>
                  <a:lnTo>
                    <a:pt x="2748" y="3771"/>
                  </a:lnTo>
                  <a:lnTo>
                    <a:pt x="2487" y="3891"/>
                  </a:lnTo>
                  <a:lnTo>
                    <a:pt x="2207" y="4032"/>
                  </a:lnTo>
                  <a:lnTo>
                    <a:pt x="1966" y="4192"/>
                  </a:lnTo>
                  <a:lnTo>
                    <a:pt x="1725" y="4352"/>
                  </a:lnTo>
                  <a:lnTo>
                    <a:pt x="1505" y="4533"/>
                  </a:lnTo>
                  <a:lnTo>
                    <a:pt x="1284" y="4734"/>
                  </a:lnTo>
                  <a:lnTo>
                    <a:pt x="1084" y="4934"/>
                  </a:lnTo>
                  <a:lnTo>
                    <a:pt x="903" y="5155"/>
                  </a:lnTo>
                  <a:lnTo>
                    <a:pt x="723" y="5375"/>
                  </a:lnTo>
                  <a:lnTo>
                    <a:pt x="562" y="5616"/>
                  </a:lnTo>
                  <a:lnTo>
                    <a:pt x="442" y="5857"/>
                  </a:lnTo>
                  <a:lnTo>
                    <a:pt x="322" y="6137"/>
                  </a:lnTo>
                  <a:lnTo>
                    <a:pt x="221" y="6418"/>
                  </a:lnTo>
                  <a:lnTo>
                    <a:pt x="121" y="6699"/>
                  </a:lnTo>
                  <a:lnTo>
                    <a:pt x="61" y="7020"/>
                  </a:lnTo>
                  <a:lnTo>
                    <a:pt x="21" y="7321"/>
                  </a:lnTo>
                  <a:lnTo>
                    <a:pt x="1" y="7641"/>
                  </a:lnTo>
                  <a:lnTo>
                    <a:pt x="21" y="7942"/>
                  </a:lnTo>
                  <a:lnTo>
                    <a:pt x="41" y="8263"/>
                  </a:lnTo>
                  <a:lnTo>
                    <a:pt x="81" y="8564"/>
                  </a:lnTo>
                  <a:lnTo>
                    <a:pt x="141" y="8865"/>
                  </a:lnTo>
                  <a:lnTo>
                    <a:pt x="221" y="9146"/>
                  </a:lnTo>
                  <a:lnTo>
                    <a:pt x="342" y="9446"/>
                  </a:lnTo>
                  <a:lnTo>
                    <a:pt x="342" y="9446"/>
                  </a:lnTo>
                  <a:lnTo>
                    <a:pt x="161" y="9346"/>
                  </a:lnTo>
                  <a:lnTo>
                    <a:pt x="322" y="9527"/>
                  </a:lnTo>
                  <a:lnTo>
                    <a:pt x="442" y="9687"/>
                  </a:lnTo>
                  <a:lnTo>
                    <a:pt x="462" y="9687"/>
                  </a:lnTo>
                  <a:lnTo>
                    <a:pt x="462" y="9707"/>
                  </a:lnTo>
                  <a:lnTo>
                    <a:pt x="662" y="9908"/>
                  </a:lnTo>
                  <a:lnTo>
                    <a:pt x="903" y="10108"/>
                  </a:lnTo>
                  <a:lnTo>
                    <a:pt x="723" y="9827"/>
                  </a:lnTo>
                  <a:lnTo>
                    <a:pt x="723" y="9827"/>
                  </a:lnTo>
                  <a:lnTo>
                    <a:pt x="1104" y="10008"/>
                  </a:lnTo>
                  <a:lnTo>
                    <a:pt x="1505" y="10168"/>
                  </a:lnTo>
                  <a:lnTo>
                    <a:pt x="1886" y="10309"/>
                  </a:lnTo>
                  <a:lnTo>
                    <a:pt x="2287" y="10409"/>
                  </a:lnTo>
                  <a:lnTo>
                    <a:pt x="2688" y="10489"/>
                  </a:lnTo>
                  <a:lnTo>
                    <a:pt x="3109" y="10549"/>
                  </a:lnTo>
                  <a:lnTo>
                    <a:pt x="3510" y="10589"/>
                  </a:lnTo>
                  <a:lnTo>
                    <a:pt x="3931" y="10610"/>
                  </a:lnTo>
                  <a:lnTo>
                    <a:pt x="4353" y="10589"/>
                  </a:lnTo>
                  <a:lnTo>
                    <a:pt x="4774" y="10549"/>
                  </a:lnTo>
                  <a:lnTo>
                    <a:pt x="5195" y="10489"/>
                  </a:lnTo>
                  <a:lnTo>
                    <a:pt x="5636" y="10389"/>
                  </a:lnTo>
                  <a:lnTo>
                    <a:pt x="5395" y="10289"/>
                  </a:lnTo>
                  <a:lnTo>
                    <a:pt x="5175" y="10168"/>
                  </a:lnTo>
                  <a:lnTo>
                    <a:pt x="5014" y="10188"/>
                  </a:lnTo>
                  <a:lnTo>
                    <a:pt x="4713" y="10228"/>
                  </a:lnTo>
                  <a:lnTo>
                    <a:pt x="4413" y="10269"/>
                  </a:lnTo>
                  <a:lnTo>
                    <a:pt x="4112" y="10289"/>
                  </a:lnTo>
                  <a:lnTo>
                    <a:pt x="3390" y="10289"/>
                  </a:lnTo>
                  <a:lnTo>
                    <a:pt x="2969" y="10249"/>
                  </a:lnTo>
                  <a:lnTo>
                    <a:pt x="2568" y="10188"/>
                  </a:lnTo>
                  <a:lnTo>
                    <a:pt x="2167" y="10108"/>
                  </a:lnTo>
                  <a:lnTo>
                    <a:pt x="1765" y="10008"/>
                  </a:lnTo>
                  <a:lnTo>
                    <a:pt x="1364" y="9888"/>
                  </a:lnTo>
                  <a:lnTo>
                    <a:pt x="983" y="9747"/>
                  </a:lnTo>
                  <a:lnTo>
                    <a:pt x="602" y="9587"/>
                  </a:lnTo>
                  <a:lnTo>
                    <a:pt x="502" y="9366"/>
                  </a:lnTo>
                  <a:lnTo>
                    <a:pt x="462" y="9025"/>
                  </a:lnTo>
                  <a:lnTo>
                    <a:pt x="462" y="8704"/>
                  </a:lnTo>
                  <a:lnTo>
                    <a:pt x="502" y="8383"/>
                  </a:lnTo>
                  <a:lnTo>
                    <a:pt x="582" y="8063"/>
                  </a:lnTo>
                  <a:lnTo>
                    <a:pt x="683" y="7762"/>
                  </a:lnTo>
                  <a:lnTo>
                    <a:pt x="803" y="7461"/>
                  </a:lnTo>
                  <a:lnTo>
                    <a:pt x="963" y="7180"/>
                  </a:lnTo>
                  <a:lnTo>
                    <a:pt x="1164" y="6919"/>
                  </a:lnTo>
                  <a:lnTo>
                    <a:pt x="1364" y="6659"/>
                  </a:lnTo>
                  <a:lnTo>
                    <a:pt x="1585" y="6398"/>
                  </a:lnTo>
                  <a:lnTo>
                    <a:pt x="1846" y="6177"/>
                  </a:lnTo>
                  <a:lnTo>
                    <a:pt x="2106" y="5957"/>
                  </a:lnTo>
                  <a:lnTo>
                    <a:pt x="2367" y="5756"/>
                  </a:lnTo>
                  <a:lnTo>
                    <a:pt x="2648" y="5576"/>
                  </a:lnTo>
                  <a:lnTo>
                    <a:pt x="2949" y="5415"/>
                  </a:lnTo>
                  <a:lnTo>
                    <a:pt x="3250" y="5255"/>
                  </a:lnTo>
                  <a:lnTo>
                    <a:pt x="3570" y="5115"/>
                  </a:lnTo>
                  <a:lnTo>
                    <a:pt x="3891" y="4994"/>
                  </a:lnTo>
                  <a:lnTo>
                    <a:pt x="4553" y="4754"/>
                  </a:lnTo>
                  <a:lnTo>
                    <a:pt x="5235" y="4573"/>
                  </a:lnTo>
                  <a:lnTo>
                    <a:pt x="5937" y="4413"/>
                  </a:lnTo>
                  <a:lnTo>
                    <a:pt x="6619" y="4272"/>
                  </a:lnTo>
                  <a:lnTo>
                    <a:pt x="7321" y="4132"/>
                  </a:lnTo>
                  <a:lnTo>
                    <a:pt x="8704" y="3871"/>
                  </a:lnTo>
                  <a:lnTo>
                    <a:pt x="9527" y="3691"/>
                  </a:lnTo>
                  <a:lnTo>
                    <a:pt x="10309" y="3490"/>
                  </a:lnTo>
                  <a:lnTo>
                    <a:pt x="11111" y="3270"/>
                  </a:lnTo>
                  <a:lnTo>
                    <a:pt x="11893" y="3009"/>
                  </a:lnTo>
                  <a:lnTo>
                    <a:pt x="12655" y="2748"/>
                  </a:lnTo>
                  <a:lnTo>
                    <a:pt x="13417" y="2447"/>
                  </a:lnTo>
                  <a:lnTo>
                    <a:pt x="14179" y="2146"/>
                  </a:lnTo>
                  <a:lnTo>
                    <a:pt x="14921" y="1806"/>
                  </a:lnTo>
                  <a:lnTo>
                    <a:pt x="14640" y="1966"/>
                  </a:lnTo>
                  <a:lnTo>
                    <a:pt x="14380" y="2146"/>
                  </a:lnTo>
                  <a:lnTo>
                    <a:pt x="14119" y="2327"/>
                  </a:lnTo>
                  <a:lnTo>
                    <a:pt x="13858" y="2528"/>
                  </a:lnTo>
                  <a:lnTo>
                    <a:pt x="14440" y="2167"/>
                  </a:lnTo>
                  <a:lnTo>
                    <a:pt x="15022" y="1806"/>
                  </a:lnTo>
                  <a:lnTo>
                    <a:pt x="16165" y="1043"/>
                  </a:lnTo>
                  <a:lnTo>
                    <a:pt x="16165" y="1043"/>
                  </a:lnTo>
                  <a:lnTo>
                    <a:pt x="15162" y="1525"/>
                  </a:lnTo>
                  <a:lnTo>
                    <a:pt x="14159" y="1986"/>
                  </a:lnTo>
                  <a:lnTo>
                    <a:pt x="13116" y="2387"/>
                  </a:lnTo>
                  <a:lnTo>
                    <a:pt x="12073" y="2768"/>
                  </a:lnTo>
                  <a:lnTo>
                    <a:pt x="11291" y="2989"/>
                  </a:lnTo>
                  <a:lnTo>
                    <a:pt x="10509" y="3209"/>
                  </a:lnTo>
                  <a:lnTo>
                    <a:pt x="9727" y="3390"/>
                  </a:lnTo>
                  <a:lnTo>
                    <a:pt x="8925" y="3550"/>
                  </a:lnTo>
                  <a:lnTo>
                    <a:pt x="7341" y="3871"/>
                  </a:lnTo>
                  <a:lnTo>
                    <a:pt x="6538" y="4032"/>
                  </a:lnTo>
                  <a:lnTo>
                    <a:pt x="5756" y="4212"/>
                  </a:lnTo>
                  <a:lnTo>
                    <a:pt x="5135" y="4352"/>
                  </a:lnTo>
                  <a:lnTo>
                    <a:pt x="4513" y="4533"/>
                  </a:lnTo>
                  <a:lnTo>
                    <a:pt x="3891" y="4734"/>
                  </a:lnTo>
                  <a:lnTo>
                    <a:pt x="3290" y="4974"/>
                  </a:lnTo>
                  <a:lnTo>
                    <a:pt x="2989" y="5095"/>
                  </a:lnTo>
                  <a:lnTo>
                    <a:pt x="2708" y="5255"/>
                  </a:lnTo>
                  <a:lnTo>
                    <a:pt x="2427" y="5415"/>
                  </a:lnTo>
                  <a:lnTo>
                    <a:pt x="2167" y="5576"/>
                  </a:lnTo>
                  <a:lnTo>
                    <a:pt x="1906" y="5776"/>
                  </a:lnTo>
                  <a:lnTo>
                    <a:pt x="1645" y="5977"/>
                  </a:lnTo>
                  <a:lnTo>
                    <a:pt x="1425" y="6198"/>
                  </a:lnTo>
                  <a:lnTo>
                    <a:pt x="1204" y="6418"/>
                  </a:lnTo>
                  <a:lnTo>
                    <a:pt x="1003" y="6679"/>
                  </a:lnTo>
                  <a:lnTo>
                    <a:pt x="823" y="6940"/>
                  </a:lnTo>
                  <a:lnTo>
                    <a:pt x="662" y="7220"/>
                  </a:lnTo>
                  <a:lnTo>
                    <a:pt x="542" y="7501"/>
                  </a:lnTo>
                  <a:lnTo>
                    <a:pt x="442" y="7782"/>
                  </a:lnTo>
                  <a:lnTo>
                    <a:pt x="362" y="8083"/>
                  </a:lnTo>
                  <a:lnTo>
                    <a:pt x="322" y="8363"/>
                  </a:lnTo>
                  <a:lnTo>
                    <a:pt x="302" y="8664"/>
                  </a:lnTo>
                  <a:lnTo>
                    <a:pt x="261" y="8383"/>
                  </a:lnTo>
                  <a:lnTo>
                    <a:pt x="221" y="8103"/>
                  </a:lnTo>
                  <a:lnTo>
                    <a:pt x="201" y="7802"/>
                  </a:lnTo>
                  <a:lnTo>
                    <a:pt x="221" y="7521"/>
                  </a:lnTo>
                  <a:lnTo>
                    <a:pt x="241" y="7220"/>
                  </a:lnTo>
                  <a:lnTo>
                    <a:pt x="302" y="6940"/>
                  </a:lnTo>
                  <a:lnTo>
                    <a:pt x="362" y="6639"/>
                  </a:lnTo>
                  <a:lnTo>
                    <a:pt x="462" y="6358"/>
                  </a:lnTo>
                  <a:lnTo>
                    <a:pt x="602" y="6037"/>
                  </a:lnTo>
                  <a:lnTo>
                    <a:pt x="783" y="5716"/>
                  </a:lnTo>
                  <a:lnTo>
                    <a:pt x="963" y="5435"/>
                  </a:lnTo>
                  <a:lnTo>
                    <a:pt x="1184" y="5195"/>
                  </a:lnTo>
                  <a:lnTo>
                    <a:pt x="1405" y="4954"/>
                  </a:lnTo>
                  <a:lnTo>
                    <a:pt x="1665" y="4734"/>
                  </a:lnTo>
                  <a:lnTo>
                    <a:pt x="1926" y="4533"/>
                  </a:lnTo>
                  <a:lnTo>
                    <a:pt x="2227" y="4352"/>
                  </a:lnTo>
                  <a:lnTo>
                    <a:pt x="2508" y="4192"/>
                  </a:lnTo>
                  <a:lnTo>
                    <a:pt x="2828" y="4052"/>
                  </a:lnTo>
                  <a:lnTo>
                    <a:pt x="3149" y="3911"/>
                  </a:lnTo>
                  <a:lnTo>
                    <a:pt x="3470" y="3791"/>
                  </a:lnTo>
                  <a:lnTo>
                    <a:pt x="4132" y="3590"/>
                  </a:lnTo>
                  <a:lnTo>
                    <a:pt x="4794" y="3430"/>
                  </a:lnTo>
                  <a:lnTo>
                    <a:pt x="5456" y="3290"/>
                  </a:lnTo>
                  <a:lnTo>
                    <a:pt x="6137" y="3189"/>
                  </a:lnTo>
                  <a:lnTo>
                    <a:pt x="6799" y="3109"/>
                  </a:lnTo>
                  <a:lnTo>
                    <a:pt x="7481" y="3029"/>
                  </a:lnTo>
                  <a:lnTo>
                    <a:pt x="8845" y="2889"/>
                  </a:lnTo>
                  <a:lnTo>
                    <a:pt x="9527" y="2828"/>
                  </a:lnTo>
                  <a:lnTo>
                    <a:pt x="10208" y="2728"/>
                  </a:lnTo>
                  <a:lnTo>
                    <a:pt x="10790" y="2648"/>
                  </a:lnTo>
                  <a:lnTo>
                    <a:pt x="11352" y="2548"/>
                  </a:lnTo>
                  <a:lnTo>
                    <a:pt x="11913" y="2407"/>
                  </a:lnTo>
                  <a:lnTo>
                    <a:pt x="12455" y="2267"/>
                  </a:lnTo>
                  <a:lnTo>
                    <a:pt x="12996" y="2106"/>
                  </a:lnTo>
                  <a:lnTo>
                    <a:pt x="13558" y="1926"/>
                  </a:lnTo>
                  <a:lnTo>
                    <a:pt x="14099" y="1745"/>
                  </a:lnTo>
                  <a:lnTo>
                    <a:pt x="14620" y="1525"/>
                  </a:lnTo>
                  <a:lnTo>
                    <a:pt x="15663" y="1084"/>
                  </a:lnTo>
                  <a:lnTo>
                    <a:pt x="16706" y="662"/>
                  </a:lnTo>
                  <a:lnTo>
                    <a:pt x="1770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6" name="Google Shape;5846;p22"/>
            <p:cNvSpPr/>
            <p:nvPr/>
          </p:nvSpPr>
          <p:spPr>
            <a:xfrm>
              <a:off x="8626675" y="3882950"/>
              <a:ext cx="123375" cy="190050"/>
            </a:xfrm>
            <a:custGeom>
              <a:avLst/>
              <a:gdLst/>
              <a:ahLst/>
              <a:cxnLst/>
              <a:rect l="l" t="t" r="r" b="b"/>
              <a:pathLst>
                <a:path w="4935" h="7602" extrusionOk="0">
                  <a:moveTo>
                    <a:pt x="1665" y="0"/>
                  </a:moveTo>
                  <a:lnTo>
                    <a:pt x="1525" y="41"/>
                  </a:lnTo>
                  <a:lnTo>
                    <a:pt x="1384" y="81"/>
                  </a:lnTo>
                  <a:lnTo>
                    <a:pt x="1264" y="161"/>
                  </a:lnTo>
                  <a:lnTo>
                    <a:pt x="1144" y="261"/>
                  </a:lnTo>
                  <a:lnTo>
                    <a:pt x="1023" y="361"/>
                  </a:lnTo>
                  <a:lnTo>
                    <a:pt x="903" y="502"/>
                  </a:lnTo>
                  <a:lnTo>
                    <a:pt x="803" y="662"/>
                  </a:lnTo>
                  <a:lnTo>
                    <a:pt x="723" y="823"/>
                  </a:lnTo>
                  <a:lnTo>
                    <a:pt x="622" y="1023"/>
                  </a:lnTo>
                  <a:lnTo>
                    <a:pt x="482" y="1444"/>
                  </a:lnTo>
                  <a:lnTo>
                    <a:pt x="342" y="1906"/>
                  </a:lnTo>
                  <a:lnTo>
                    <a:pt x="241" y="2407"/>
                  </a:lnTo>
                  <a:lnTo>
                    <a:pt x="161" y="2928"/>
                  </a:lnTo>
                  <a:lnTo>
                    <a:pt x="101" y="3490"/>
                  </a:lnTo>
                  <a:lnTo>
                    <a:pt x="61" y="4031"/>
                  </a:lnTo>
                  <a:lnTo>
                    <a:pt x="21" y="4593"/>
                  </a:lnTo>
                  <a:lnTo>
                    <a:pt x="1" y="5636"/>
                  </a:lnTo>
                  <a:lnTo>
                    <a:pt x="1" y="6538"/>
                  </a:lnTo>
                  <a:lnTo>
                    <a:pt x="41" y="7220"/>
                  </a:lnTo>
                  <a:lnTo>
                    <a:pt x="4934" y="7601"/>
                  </a:lnTo>
                  <a:lnTo>
                    <a:pt x="4934" y="7601"/>
                  </a:lnTo>
                  <a:lnTo>
                    <a:pt x="4914" y="7080"/>
                  </a:lnTo>
                  <a:lnTo>
                    <a:pt x="4894" y="6578"/>
                  </a:lnTo>
                  <a:lnTo>
                    <a:pt x="4854" y="6097"/>
                  </a:lnTo>
                  <a:lnTo>
                    <a:pt x="4794" y="5636"/>
                  </a:lnTo>
                  <a:lnTo>
                    <a:pt x="4734" y="5175"/>
                  </a:lnTo>
                  <a:lnTo>
                    <a:pt x="4673" y="4753"/>
                  </a:lnTo>
                  <a:lnTo>
                    <a:pt x="4593" y="4332"/>
                  </a:lnTo>
                  <a:lnTo>
                    <a:pt x="4493" y="3951"/>
                  </a:lnTo>
                  <a:lnTo>
                    <a:pt x="4312" y="3209"/>
                  </a:lnTo>
                  <a:lnTo>
                    <a:pt x="4192" y="2868"/>
                  </a:lnTo>
                  <a:lnTo>
                    <a:pt x="4072" y="2547"/>
                  </a:lnTo>
                  <a:lnTo>
                    <a:pt x="3951" y="2247"/>
                  </a:lnTo>
                  <a:lnTo>
                    <a:pt x="3831" y="1966"/>
                  </a:lnTo>
                  <a:lnTo>
                    <a:pt x="3691" y="1685"/>
                  </a:lnTo>
                  <a:lnTo>
                    <a:pt x="3570" y="1444"/>
                  </a:lnTo>
                  <a:lnTo>
                    <a:pt x="3430" y="1224"/>
                  </a:lnTo>
                  <a:lnTo>
                    <a:pt x="3290" y="1003"/>
                  </a:lnTo>
                  <a:lnTo>
                    <a:pt x="3129" y="823"/>
                  </a:lnTo>
                  <a:lnTo>
                    <a:pt x="2989" y="642"/>
                  </a:lnTo>
                  <a:lnTo>
                    <a:pt x="2848" y="502"/>
                  </a:lnTo>
                  <a:lnTo>
                    <a:pt x="2688" y="361"/>
                  </a:lnTo>
                  <a:lnTo>
                    <a:pt x="2548" y="261"/>
                  </a:lnTo>
                  <a:lnTo>
                    <a:pt x="2387" y="161"/>
                  </a:lnTo>
                  <a:lnTo>
                    <a:pt x="2247" y="81"/>
                  </a:lnTo>
                  <a:lnTo>
                    <a:pt x="2086" y="41"/>
                  </a:lnTo>
                  <a:lnTo>
                    <a:pt x="194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47" name="Google Shape;5847;p22"/>
          <p:cNvGrpSpPr/>
          <p:nvPr/>
        </p:nvGrpSpPr>
        <p:grpSpPr>
          <a:xfrm flipH="1">
            <a:off x="1916975" y="-77375"/>
            <a:ext cx="260625" cy="1230500"/>
            <a:chOff x="6815325" y="0"/>
            <a:chExt cx="260625" cy="1230500"/>
          </a:xfrm>
        </p:grpSpPr>
        <p:sp>
          <p:nvSpPr>
            <p:cNvPr id="5848" name="Google Shape;5848;p22"/>
            <p:cNvSpPr/>
            <p:nvPr/>
          </p:nvSpPr>
          <p:spPr>
            <a:xfrm>
              <a:off x="6943375" y="0"/>
              <a:ext cx="25" cy="916575"/>
            </a:xfrm>
            <a:custGeom>
              <a:avLst/>
              <a:gdLst/>
              <a:ahLst/>
              <a:cxnLst/>
              <a:rect l="l" t="t" r="r" b="b"/>
              <a:pathLst>
                <a:path w="1" h="36663" extrusionOk="0">
                  <a:moveTo>
                    <a:pt x="1" y="36662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9" name="Google Shape;5849;p22"/>
            <p:cNvSpPr/>
            <p:nvPr/>
          </p:nvSpPr>
          <p:spPr>
            <a:xfrm>
              <a:off x="6943375" y="0"/>
              <a:ext cx="25" cy="916575"/>
            </a:xfrm>
            <a:custGeom>
              <a:avLst/>
              <a:gdLst/>
              <a:ahLst/>
              <a:cxnLst/>
              <a:rect l="l" t="t" r="r" b="b"/>
              <a:pathLst>
                <a:path w="1" h="36663" fill="none" extrusionOk="0">
                  <a:moveTo>
                    <a:pt x="1" y="36662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0" name="Google Shape;5850;p22"/>
            <p:cNvSpPr/>
            <p:nvPr/>
          </p:nvSpPr>
          <p:spPr>
            <a:xfrm>
              <a:off x="6933275" y="0"/>
              <a:ext cx="19675" cy="916575"/>
            </a:xfrm>
            <a:custGeom>
              <a:avLst/>
              <a:gdLst/>
              <a:ahLst/>
              <a:cxnLst/>
              <a:rect l="l" t="t" r="r" b="b"/>
              <a:pathLst>
                <a:path w="787" h="36663" extrusionOk="0">
                  <a:moveTo>
                    <a:pt x="0" y="0"/>
                  </a:moveTo>
                  <a:lnTo>
                    <a:pt x="0" y="36662"/>
                  </a:lnTo>
                  <a:lnTo>
                    <a:pt x="787" y="36662"/>
                  </a:lnTo>
                  <a:lnTo>
                    <a:pt x="78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1" name="Google Shape;5851;p22"/>
            <p:cNvSpPr/>
            <p:nvPr/>
          </p:nvSpPr>
          <p:spPr>
            <a:xfrm>
              <a:off x="6815325" y="847475"/>
              <a:ext cx="260625" cy="383025"/>
            </a:xfrm>
            <a:custGeom>
              <a:avLst/>
              <a:gdLst/>
              <a:ahLst/>
              <a:cxnLst/>
              <a:rect l="l" t="t" r="r" b="b"/>
              <a:pathLst>
                <a:path w="10425" h="15321" extrusionOk="0">
                  <a:moveTo>
                    <a:pt x="7077" y="0"/>
                  </a:moveTo>
                  <a:lnTo>
                    <a:pt x="6718" y="23"/>
                  </a:lnTo>
                  <a:lnTo>
                    <a:pt x="6358" y="45"/>
                  </a:lnTo>
                  <a:lnTo>
                    <a:pt x="5999" y="90"/>
                  </a:lnTo>
                  <a:lnTo>
                    <a:pt x="5662" y="157"/>
                  </a:lnTo>
                  <a:lnTo>
                    <a:pt x="5303" y="247"/>
                  </a:lnTo>
                  <a:lnTo>
                    <a:pt x="4966" y="360"/>
                  </a:lnTo>
                  <a:lnTo>
                    <a:pt x="4651" y="472"/>
                  </a:lnTo>
                  <a:lnTo>
                    <a:pt x="4314" y="607"/>
                  </a:lnTo>
                  <a:lnTo>
                    <a:pt x="4000" y="764"/>
                  </a:lnTo>
                  <a:lnTo>
                    <a:pt x="3708" y="944"/>
                  </a:lnTo>
                  <a:lnTo>
                    <a:pt x="3416" y="1123"/>
                  </a:lnTo>
                  <a:lnTo>
                    <a:pt x="3123" y="1326"/>
                  </a:lnTo>
                  <a:lnTo>
                    <a:pt x="2831" y="1528"/>
                  </a:lnTo>
                  <a:lnTo>
                    <a:pt x="2584" y="1752"/>
                  </a:lnTo>
                  <a:lnTo>
                    <a:pt x="2315" y="1999"/>
                  </a:lnTo>
                  <a:lnTo>
                    <a:pt x="2068" y="2247"/>
                  </a:lnTo>
                  <a:lnTo>
                    <a:pt x="1843" y="2516"/>
                  </a:lnTo>
                  <a:lnTo>
                    <a:pt x="1618" y="2808"/>
                  </a:lnTo>
                  <a:lnTo>
                    <a:pt x="1394" y="3078"/>
                  </a:lnTo>
                  <a:lnTo>
                    <a:pt x="1214" y="3392"/>
                  </a:lnTo>
                  <a:lnTo>
                    <a:pt x="1012" y="3707"/>
                  </a:lnTo>
                  <a:lnTo>
                    <a:pt x="855" y="4021"/>
                  </a:lnTo>
                  <a:lnTo>
                    <a:pt x="697" y="4336"/>
                  </a:lnTo>
                  <a:lnTo>
                    <a:pt x="563" y="4695"/>
                  </a:lnTo>
                  <a:lnTo>
                    <a:pt x="428" y="5032"/>
                  </a:lnTo>
                  <a:lnTo>
                    <a:pt x="315" y="5392"/>
                  </a:lnTo>
                  <a:lnTo>
                    <a:pt x="226" y="5751"/>
                  </a:lnTo>
                  <a:lnTo>
                    <a:pt x="136" y="6110"/>
                  </a:lnTo>
                  <a:lnTo>
                    <a:pt x="68" y="6492"/>
                  </a:lnTo>
                  <a:lnTo>
                    <a:pt x="23" y="6874"/>
                  </a:lnTo>
                  <a:lnTo>
                    <a:pt x="1" y="7256"/>
                  </a:lnTo>
                  <a:lnTo>
                    <a:pt x="1" y="7661"/>
                  </a:lnTo>
                  <a:lnTo>
                    <a:pt x="1" y="8042"/>
                  </a:lnTo>
                  <a:lnTo>
                    <a:pt x="23" y="8447"/>
                  </a:lnTo>
                  <a:lnTo>
                    <a:pt x="68" y="8829"/>
                  </a:lnTo>
                  <a:lnTo>
                    <a:pt x="136" y="9211"/>
                  </a:lnTo>
                  <a:lnTo>
                    <a:pt x="226" y="9570"/>
                  </a:lnTo>
                  <a:lnTo>
                    <a:pt x="315" y="9929"/>
                  </a:lnTo>
                  <a:lnTo>
                    <a:pt x="428" y="10289"/>
                  </a:lnTo>
                  <a:lnTo>
                    <a:pt x="563" y="10648"/>
                  </a:lnTo>
                  <a:lnTo>
                    <a:pt x="697" y="10985"/>
                  </a:lnTo>
                  <a:lnTo>
                    <a:pt x="855" y="11322"/>
                  </a:lnTo>
                  <a:lnTo>
                    <a:pt x="1012" y="11637"/>
                  </a:lnTo>
                  <a:lnTo>
                    <a:pt x="1214" y="11951"/>
                  </a:lnTo>
                  <a:lnTo>
                    <a:pt x="1394" y="12243"/>
                  </a:lnTo>
                  <a:lnTo>
                    <a:pt x="1618" y="12535"/>
                  </a:lnTo>
                  <a:lnTo>
                    <a:pt x="1843" y="12805"/>
                  </a:lnTo>
                  <a:lnTo>
                    <a:pt x="2068" y="13075"/>
                  </a:lnTo>
                  <a:lnTo>
                    <a:pt x="2315" y="13344"/>
                  </a:lnTo>
                  <a:lnTo>
                    <a:pt x="2584" y="13569"/>
                  </a:lnTo>
                  <a:lnTo>
                    <a:pt x="2831" y="13793"/>
                  </a:lnTo>
                  <a:lnTo>
                    <a:pt x="3123" y="14018"/>
                  </a:lnTo>
                  <a:lnTo>
                    <a:pt x="3416" y="14220"/>
                  </a:lnTo>
                  <a:lnTo>
                    <a:pt x="3708" y="14400"/>
                  </a:lnTo>
                  <a:lnTo>
                    <a:pt x="4000" y="14580"/>
                  </a:lnTo>
                  <a:lnTo>
                    <a:pt x="4314" y="14714"/>
                  </a:lnTo>
                  <a:lnTo>
                    <a:pt x="4651" y="14872"/>
                  </a:lnTo>
                  <a:lnTo>
                    <a:pt x="4966" y="14984"/>
                  </a:lnTo>
                  <a:lnTo>
                    <a:pt x="5303" y="15074"/>
                  </a:lnTo>
                  <a:lnTo>
                    <a:pt x="5662" y="15164"/>
                  </a:lnTo>
                  <a:lnTo>
                    <a:pt x="5999" y="15231"/>
                  </a:lnTo>
                  <a:lnTo>
                    <a:pt x="6358" y="15276"/>
                  </a:lnTo>
                  <a:lnTo>
                    <a:pt x="6718" y="15321"/>
                  </a:lnTo>
                  <a:lnTo>
                    <a:pt x="7504" y="15321"/>
                  </a:lnTo>
                  <a:lnTo>
                    <a:pt x="7931" y="15276"/>
                  </a:lnTo>
                  <a:lnTo>
                    <a:pt x="8335" y="15209"/>
                  </a:lnTo>
                  <a:lnTo>
                    <a:pt x="8762" y="15119"/>
                  </a:lnTo>
                  <a:lnTo>
                    <a:pt x="9144" y="14984"/>
                  </a:lnTo>
                  <a:lnTo>
                    <a:pt x="9548" y="14849"/>
                  </a:lnTo>
                  <a:lnTo>
                    <a:pt x="9908" y="14692"/>
                  </a:lnTo>
                  <a:lnTo>
                    <a:pt x="10267" y="14512"/>
                  </a:lnTo>
                  <a:lnTo>
                    <a:pt x="9863" y="14243"/>
                  </a:lnTo>
                  <a:lnTo>
                    <a:pt x="9481" y="13951"/>
                  </a:lnTo>
                  <a:lnTo>
                    <a:pt x="9122" y="13636"/>
                  </a:lnTo>
                  <a:lnTo>
                    <a:pt x="8762" y="13299"/>
                  </a:lnTo>
                  <a:lnTo>
                    <a:pt x="8425" y="12940"/>
                  </a:lnTo>
                  <a:lnTo>
                    <a:pt x="8133" y="12558"/>
                  </a:lnTo>
                  <a:lnTo>
                    <a:pt x="7841" y="12153"/>
                  </a:lnTo>
                  <a:lnTo>
                    <a:pt x="7594" y="11727"/>
                  </a:lnTo>
                  <a:lnTo>
                    <a:pt x="7347" y="11300"/>
                  </a:lnTo>
                  <a:lnTo>
                    <a:pt x="7145" y="10828"/>
                  </a:lnTo>
                  <a:lnTo>
                    <a:pt x="6987" y="10356"/>
                  </a:lnTo>
                  <a:lnTo>
                    <a:pt x="6830" y="9862"/>
                  </a:lnTo>
                  <a:lnTo>
                    <a:pt x="6718" y="9345"/>
                  </a:lnTo>
                  <a:lnTo>
                    <a:pt x="6628" y="8829"/>
                  </a:lnTo>
                  <a:lnTo>
                    <a:pt x="6583" y="8290"/>
                  </a:lnTo>
                  <a:lnTo>
                    <a:pt x="6561" y="7750"/>
                  </a:lnTo>
                  <a:lnTo>
                    <a:pt x="6583" y="7211"/>
                  </a:lnTo>
                  <a:lnTo>
                    <a:pt x="6628" y="6650"/>
                  </a:lnTo>
                  <a:lnTo>
                    <a:pt x="6718" y="6133"/>
                  </a:lnTo>
                  <a:lnTo>
                    <a:pt x="6830" y="5616"/>
                  </a:lnTo>
                  <a:lnTo>
                    <a:pt x="6987" y="5100"/>
                  </a:lnTo>
                  <a:lnTo>
                    <a:pt x="7167" y="4605"/>
                  </a:lnTo>
                  <a:lnTo>
                    <a:pt x="7392" y="4134"/>
                  </a:lnTo>
                  <a:lnTo>
                    <a:pt x="7639" y="3684"/>
                  </a:lnTo>
                  <a:lnTo>
                    <a:pt x="7908" y="3257"/>
                  </a:lnTo>
                  <a:lnTo>
                    <a:pt x="8200" y="2853"/>
                  </a:lnTo>
                  <a:lnTo>
                    <a:pt x="8515" y="2449"/>
                  </a:lnTo>
                  <a:lnTo>
                    <a:pt x="8852" y="2089"/>
                  </a:lnTo>
                  <a:lnTo>
                    <a:pt x="9211" y="1752"/>
                  </a:lnTo>
                  <a:lnTo>
                    <a:pt x="9616" y="1438"/>
                  </a:lnTo>
                  <a:lnTo>
                    <a:pt x="10020" y="1168"/>
                  </a:lnTo>
                  <a:lnTo>
                    <a:pt x="10424" y="921"/>
                  </a:lnTo>
                  <a:lnTo>
                    <a:pt x="10065" y="719"/>
                  </a:lnTo>
                  <a:lnTo>
                    <a:pt x="9661" y="517"/>
                  </a:lnTo>
                  <a:lnTo>
                    <a:pt x="9256" y="382"/>
                  </a:lnTo>
                  <a:lnTo>
                    <a:pt x="8852" y="247"/>
                  </a:lnTo>
                  <a:lnTo>
                    <a:pt x="8425" y="135"/>
                  </a:lnTo>
                  <a:lnTo>
                    <a:pt x="7976" y="68"/>
                  </a:lnTo>
                  <a:lnTo>
                    <a:pt x="7527" y="23"/>
                  </a:lnTo>
                  <a:lnTo>
                    <a:pt x="707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52" name="Google Shape;5852;p22"/>
          <p:cNvGrpSpPr/>
          <p:nvPr/>
        </p:nvGrpSpPr>
        <p:grpSpPr>
          <a:xfrm flipH="1">
            <a:off x="8083625" y="-77375"/>
            <a:ext cx="599250" cy="1418100"/>
            <a:chOff x="310050" y="-1175"/>
            <a:chExt cx="599250" cy="1418100"/>
          </a:xfrm>
        </p:grpSpPr>
        <p:grpSp>
          <p:nvGrpSpPr>
            <p:cNvPr id="5853" name="Google Shape;5853;p22"/>
            <p:cNvGrpSpPr/>
            <p:nvPr/>
          </p:nvGrpSpPr>
          <p:grpSpPr>
            <a:xfrm>
              <a:off x="310050" y="-1175"/>
              <a:ext cx="599250" cy="1418100"/>
              <a:chOff x="310050" y="0"/>
              <a:chExt cx="599250" cy="1418100"/>
            </a:xfrm>
          </p:grpSpPr>
          <p:sp>
            <p:nvSpPr>
              <p:cNvPr id="5854" name="Google Shape;5854;p22"/>
              <p:cNvSpPr/>
              <p:nvPr/>
            </p:nvSpPr>
            <p:spPr>
              <a:xfrm>
                <a:off x="608250" y="0"/>
                <a:ext cx="25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1" h="36663" extrusionOk="0">
                    <a:moveTo>
                      <a:pt x="1" y="36662"/>
                    </a:move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5" name="Google Shape;5855;p22"/>
              <p:cNvSpPr/>
              <p:nvPr/>
            </p:nvSpPr>
            <p:spPr>
              <a:xfrm>
                <a:off x="608250" y="0"/>
                <a:ext cx="25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1" h="36663" fill="none" extrusionOk="0">
                    <a:moveTo>
                      <a:pt x="1" y="36662"/>
                    </a:moveTo>
                    <a:lnTo>
                      <a:pt x="1" y="0"/>
                    </a:lnTo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6" name="Google Shape;5856;p22"/>
              <p:cNvSpPr/>
              <p:nvPr/>
            </p:nvSpPr>
            <p:spPr>
              <a:xfrm>
                <a:off x="598700" y="0"/>
                <a:ext cx="19700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788" h="36663" extrusionOk="0">
                    <a:moveTo>
                      <a:pt x="1" y="0"/>
                    </a:moveTo>
                    <a:lnTo>
                      <a:pt x="1" y="36662"/>
                    </a:lnTo>
                    <a:lnTo>
                      <a:pt x="787" y="36662"/>
                    </a:lnTo>
                    <a:lnTo>
                      <a:pt x="78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7" name="Google Shape;5857;p22"/>
              <p:cNvSpPr/>
              <p:nvPr/>
            </p:nvSpPr>
            <p:spPr>
              <a:xfrm>
                <a:off x="310050" y="847475"/>
                <a:ext cx="599250" cy="570625"/>
              </a:xfrm>
              <a:custGeom>
                <a:avLst/>
                <a:gdLst/>
                <a:ahLst/>
                <a:cxnLst/>
                <a:rect l="l" t="t" r="r" b="b"/>
                <a:pathLst>
                  <a:path w="23970" h="22825" extrusionOk="0">
                    <a:moveTo>
                      <a:pt x="11996" y="0"/>
                    </a:moveTo>
                    <a:lnTo>
                      <a:pt x="7503" y="6425"/>
                    </a:lnTo>
                    <a:lnTo>
                      <a:pt x="0" y="8716"/>
                    </a:lnTo>
                    <a:lnTo>
                      <a:pt x="4718" y="14984"/>
                    </a:lnTo>
                    <a:lnTo>
                      <a:pt x="4560" y="22824"/>
                    </a:lnTo>
                    <a:lnTo>
                      <a:pt x="11996" y="20286"/>
                    </a:lnTo>
                    <a:lnTo>
                      <a:pt x="19409" y="22824"/>
                    </a:lnTo>
                    <a:lnTo>
                      <a:pt x="19252" y="14984"/>
                    </a:lnTo>
                    <a:lnTo>
                      <a:pt x="23970" y="8716"/>
                    </a:lnTo>
                    <a:lnTo>
                      <a:pt x="16489" y="6425"/>
                    </a:lnTo>
                    <a:lnTo>
                      <a:pt x="11996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858" name="Google Shape;5858;p22"/>
            <p:cNvSpPr/>
            <p:nvPr/>
          </p:nvSpPr>
          <p:spPr>
            <a:xfrm>
              <a:off x="445600" y="979650"/>
              <a:ext cx="328149" cy="312474"/>
            </a:xfrm>
            <a:custGeom>
              <a:avLst/>
              <a:gdLst/>
              <a:ahLst/>
              <a:cxnLst/>
              <a:rect l="l" t="t" r="r" b="b"/>
              <a:pathLst>
                <a:path w="23970" h="22825" extrusionOk="0">
                  <a:moveTo>
                    <a:pt x="11996" y="0"/>
                  </a:moveTo>
                  <a:lnTo>
                    <a:pt x="7503" y="6425"/>
                  </a:lnTo>
                  <a:lnTo>
                    <a:pt x="0" y="8716"/>
                  </a:lnTo>
                  <a:lnTo>
                    <a:pt x="4718" y="14984"/>
                  </a:lnTo>
                  <a:lnTo>
                    <a:pt x="4560" y="22824"/>
                  </a:lnTo>
                  <a:lnTo>
                    <a:pt x="11996" y="20286"/>
                  </a:lnTo>
                  <a:lnTo>
                    <a:pt x="19409" y="22824"/>
                  </a:lnTo>
                  <a:lnTo>
                    <a:pt x="19252" y="14984"/>
                  </a:lnTo>
                  <a:lnTo>
                    <a:pt x="23970" y="8716"/>
                  </a:lnTo>
                  <a:lnTo>
                    <a:pt x="16489" y="6425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424242">
                <a:alpha val="61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59" name="Google Shape;5859;p22"/>
          <p:cNvGrpSpPr/>
          <p:nvPr/>
        </p:nvGrpSpPr>
        <p:grpSpPr>
          <a:xfrm flipH="1">
            <a:off x="461125" y="-77375"/>
            <a:ext cx="297100" cy="2315550"/>
            <a:chOff x="8234700" y="-1175"/>
            <a:chExt cx="297100" cy="2315550"/>
          </a:xfrm>
        </p:grpSpPr>
        <p:grpSp>
          <p:nvGrpSpPr>
            <p:cNvPr id="5860" name="Google Shape;5860;p22"/>
            <p:cNvGrpSpPr/>
            <p:nvPr/>
          </p:nvGrpSpPr>
          <p:grpSpPr>
            <a:xfrm>
              <a:off x="8234700" y="-1175"/>
              <a:ext cx="297100" cy="2315550"/>
              <a:chOff x="8234700" y="-5937"/>
              <a:chExt cx="297100" cy="2315550"/>
            </a:xfrm>
          </p:grpSpPr>
          <p:sp>
            <p:nvSpPr>
              <p:cNvPr id="5861" name="Google Shape;5861;p22"/>
              <p:cNvSpPr/>
              <p:nvPr/>
            </p:nvSpPr>
            <p:spPr>
              <a:xfrm>
                <a:off x="8384650" y="-5937"/>
                <a:ext cx="25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1" h="86894" extrusionOk="0">
                    <a:moveTo>
                      <a:pt x="0" y="86893"/>
                    </a:move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2" name="Google Shape;5862;p22"/>
              <p:cNvSpPr/>
              <p:nvPr/>
            </p:nvSpPr>
            <p:spPr>
              <a:xfrm>
                <a:off x="8384650" y="-5937"/>
                <a:ext cx="25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1" h="86894" fill="none" extrusionOk="0">
                    <a:moveTo>
                      <a:pt x="0" y="86893"/>
                    </a:moveTo>
                    <a:lnTo>
                      <a:pt x="0" y="0"/>
                    </a:lnTo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3" name="Google Shape;5863;p22"/>
              <p:cNvSpPr/>
              <p:nvPr/>
            </p:nvSpPr>
            <p:spPr>
              <a:xfrm>
                <a:off x="8374525" y="-5937"/>
                <a:ext cx="19700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788" h="86894" extrusionOk="0">
                    <a:moveTo>
                      <a:pt x="1" y="0"/>
                    </a:moveTo>
                    <a:lnTo>
                      <a:pt x="1" y="86893"/>
                    </a:lnTo>
                    <a:lnTo>
                      <a:pt x="787" y="86893"/>
                    </a:lnTo>
                    <a:lnTo>
                      <a:pt x="78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4" name="Google Shape;5864;p22"/>
              <p:cNvSpPr/>
              <p:nvPr/>
            </p:nvSpPr>
            <p:spPr>
              <a:xfrm>
                <a:off x="8234700" y="2027088"/>
                <a:ext cx="297100" cy="282525"/>
              </a:xfrm>
              <a:custGeom>
                <a:avLst/>
                <a:gdLst/>
                <a:ahLst/>
                <a:cxnLst/>
                <a:rect l="l" t="t" r="r" b="b"/>
                <a:pathLst>
                  <a:path w="11884" h="11301" extrusionOk="0">
                    <a:moveTo>
                      <a:pt x="5931" y="1"/>
                    </a:moveTo>
                    <a:lnTo>
                      <a:pt x="3707" y="3191"/>
                    </a:lnTo>
                    <a:lnTo>
                      <a:pt x="0" y="4314"/>
                    </a:lnTo>
                    <a:lnTo>
                      <a:pt x="2337" y="7437"/>
                    </a:lnTo>
                    <a:lnTo>
                      <a:pt x="2269" y="11301"/>
                    </a:lnTo>
                    <a:lnTo>
                      <a:pt x="5931" y="10043"/>
                    </a:lnTo>
                    <a:lnTo>
                      <a:pt x="9615" y="11301"/>
                    </a:lnTo>
                    <a:lnTo>
                      <a:pt x="9548" y="7437"/>
                    </a:lnTo>
                    <a:lnTo>
                      <a:pt x="11884" y="4314"/>
                    </a:lnTo>
                    <a:lnTo>
                      <a:pt x="8155" y="3191"/>
                    </a:lnTo>
                    <a:lnTo>
                      <a:pt x="5931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865" name="Google Shape;5865;p22"/>
            <p:cNvSpPr/>
            <p:nvPr/>
          </p:nvSpPr>
          <p:spPr>
            <a:xfrm>
              <a:off x="8309450" y="2109800"/>
              <a:ext cx="147595" cy="140545"/>
            </a:xfrm>
            <a:custGeom>
              <a:avLst/>
              <a:gdLst/>
              <a:ahLst/>
              <a:cxnLst/>
              <a:rect l="l" t="t" r="r" b="b"/>
              <a:pathLst>
                <a:path w="23970" h="22825" extrusionOk="0">
                  <a:moveTo>
                    <a:pt x="11996" y="0"/>
                  </a:moveTo>
                  <a:lnTo>
                    <a:pt x="7503" y="6425"/>
                  </a:lnTo>
                  <a:lnTo>
                    <a:pt x="0" y="8716"/>
                  </a:lnTo>
                  <a:lnTo>
                    <a:pt x="4718" y="14984"/>
                  </a:lnTo>
                  <a:lnTo>
                    <a:pt x="4560" y="22824"/>
                  </a:lnTo>
                  <a:lnTo>
                    <a:pt x="11996" y="20286"/>
                  </a:lnTo>
                  <a:lnTo>
                    <a:pt x="19409" y="22824"/>
                  </a:lnTo>
                  <a:lnTo>
                    <a:pt x="19252" y="14984"/>
                  </a:lnTo>
                  <a:lnTo>
                    <a:pt x="23970" y="8716"/>
                  </a:lnTo>
                  <a:lnTo>
                    <a:pt x="16489" y="6425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424242">
                <a:alpha val="61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7750" y="539496"/>
            <a:ext cx="7708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ioRhyme"/>
              <a:buNone/>
              <a:defRPr sz="3500" b="1">
                <a:solidFill>
                  <a:schemeClr val="lt2"/>
                </a:solidFill>
                <a:latin typeface="BioRhyme"/>
                <a:ea typeface="BioRhyme"/>
                <a:cs typeface="BioRhyme"/>
                <a:sym typeface="BioRhym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500"/>
              <a:buFont typeface="Bebas Neue"/>
              <a:buNone/>
              <a:defRPr sz="3500">
                <a:solidFill>
                  <a:schemeClr val="accent4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500"/>
              <a:buFont typeface="Bebas Neue"/>
              <a:buNone/>
              <a:defRPr sz="3500">
                <a:solidFill>
                  <a:schemeClr val="accent4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500"/>
              <a:buFont typeface="Bebas Neue"/>
              <a:buNone/>
              <a:defRPr sz="3500">
                <a:solidFill>
                  <a:schemeClr val="accent4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500"/>
              <a:buFont typeface="Bebas Neue"/>
              <a:buNone/>
              <a:defRPr sz="3500">
                <a:solidFill>
                  <a:schemeClr val="accent4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500"/>
              <a:buFont typeface="Bebas Neue"/>
              <a:buNone/>
              <a:defRPr sz="3500">
                <a:solidFill>
                  <a:schemeClr val="accent4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500"/>
              <a:buFont typeface="Bebas Neue"/>
              <a:buNone/>
              <a:defRPr sz="3500">
                <a:solidFill>
                  <a:schemeClr val="accent4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500"/>
              <a:buFont typeface="Bebas Neue"/>
              <a:buNone/>
              <a:defRPr sz="3500">
                <a:solidFill>
                  <a:schemeClr val="accent4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500"/>
              <a:buFont typeface="Bebas Neue"/>
              <a:buNone/>
              <a:defRPr sz="3500">
                <a:solidFill>
                  <a:schemeClr val="accent4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692700" y="1351875"/>
            <a:ext cx="7711800" cy="324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lef"/>
              <a:buChar char="●"/>
              <a:defRPr sz="1500">
                <a:solidFill>
                  <a:schemeClr val="dk1"/>
                </a:solidFill>
                <a:latin typeface="Alef"/>
                <a:ea typeface="Alef"/>
                <a:cs typeface="Alef"/>
                <a:sym typeface="Alef"/>
              </a:defRPr>
            </a:lvl1pPr>
            <a:lvl2pPr marL="914400" lvl="1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lef"/>
              <a:buChar char="○"/>
              <a:defRPr sz="1500">
                <a:solidFill>
                  <a:schemeClr val="dk1"/>
                </a:solidFill>
                <a:latin typeface="Alef"/>
                <a:ea typeface="Alef"/>
                <a:cs typeface="Alef"/>
                <a:sym typeface="Alef"/>
              </a:defRPr>
            </a:lvl2pPr>
            <a:lvl3pPr marL="1371600" lvl="2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lef"/>
              <a:buChar char="■"/>
              <a:defRPr sz="1500">
                <a:solidFill>
                  <a:schemeClr val="dk1"/>
                </a:solidFill>
                <a:latin typeface="Alef"/>
                <a:ea typeface="Alef"/>
                <a:cs typeface="Alef"/>
                <a:sym typeface="Alef"/>
              </a:defRPr>
            </a:lvl3pPr>
            <a:lvl4pPr marL="1828800" lvl="3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lef"/>
              <a:buChar char="●"/>
              <a:defRPr sz="1500">
                <a:solidFill>
                  <a:schemeClr val="dk1"/>
                </a:solidFill>
                <a:latin typeface="Alef"/>
                <a:ea typeface="Alef"/>
                <a:cs typeface="Alef"/>
                <a:sym typeface="Alef"/>
              </a:defRPr>
            </a:lvl4pPr>
            <a:lvl5pPr marL="2286000" lvl="4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lef"/>
              <a:buChar char="○"/>
              <a:defRPr sz="1500">
                <a:solidFill>
                  <a:schemeClr val="dk1"/>
                </a:solidFill>
                <a:latin typeface="Alef"/>
                <a:ea typeface="Alef"/>
                <a:cs typeface="Alef"/>
                <a:sym typeface="Alef"/>
              </a:defRPr>
            </a:lvl5pPr>
            <a:lvl6pPr marL="2743200" lvl="5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lef"/>
              <a:buChar char="■"/>
              <a:defRPr sz="1500">
                <a:solidFill>
                  <a:schemeClr val="dk1"/>
                </a:solidFill>
                <a:latin typeface="Alef"/>
                <a:ea typeface="Alef"/>
                <a:cs typeface="Alef"/>
                <a:sym typeface="Alef"/>
              </a:defRPr>
            </a:lvl6pPr>
            <a:lvl7pPr marL="3200400" lvl="6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lef"/>
              <a:buChar char="●"/>
              <a:defRPr sz="1500">
                <a:solidFill>
                  <a:schemeClr val="dk1"/>
                </a:solidFill>
                <a:latin typeface="Alef"/>
                <a:ea typeface="Alef"/>
                <a:cs typeface="Alef"/>
                <a:sym typeface="Alef"/>
              </a:defRPr>
            </a:lvl7pPr>
            <a:lvl8pPr marL="3657600" lvl="7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lef"/>
              <a:buChar char="○"/>
              <a:defRPr sz="1500">
                <a:solidFill>
                  <a:schemeClr val="dk1"/>
                </a:solidFill>
                <a:latin typeface="Alef"/>
                <a:ea typeface="Alef"/>
                <a:cs typeface="Alef"/>
                <a:sym typeface="Alef"/>
              </a:defRPr>
            </a:lvl8pPr>
            <a:lvl9pPr marL="4114800" lvl="8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lef"/>
              <a:buChar char="■"/>
              <a:defRPr sz="1500">
                <a:solidFill>
                  <a:schemeClr val="dk1"/>
                </a:solidFill>
                <a:latin typeface="Alef"/>
                <a:ea typeface="Alef"/>
                <a:cs typeface="Alef"/>
                <a:sym typeface="Alef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3" r:id="rId4"/>
    <p:sldLayoutId id="2147483655" r:id="rId5"/>
    <p:sldLayoutId id="2147483656" r:id="rId6"/>
    <p:sldLayoutId id="2147483658" r:id="rId7"/>
    <p:sldLayoutId id="2147483661" r:id="rId8"/>
    <p:sldLayoutId id="2147483663" r:id="rId9"/>
    <p:sldLayoutId id="2147483664" r:id="rId10"/>
    <p:sldLayoutId id="2147483667" r:id="rId11"/>
    <p:sldLayoutId id="2147483668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76" name="Google Shape;5876;p26"/>
          <p:cNvGrpSpPr/>
          <p:nvPr/>
        </p:nvGrpSpPr>
        <p:grpSpPr>
          <a:xfrm>
            <a:off x="1469707" y="3639302"/>
            <a:ext cx="1342018" cy="1287084"/>
            <a:chOff x="11127038" y="4083763"/>
            <a:chExt cx="1128600" cy="1082402"/>
          </a:xfrm>
        </p:grpSpPr>
        <p:sp>
          <p:nvSpPr>
            <p:cNvPr id="5877" name="Google Shape;5877;p26"/>
            <p:cNvSpPr/>
            <p:nvPr/>
          </p:nvSpPr>
          <p:spPr>
            <a:xfrm>
              <a:off x="11127038" y="4901864"/>
              <a:ext cx="1128600" cy="264300"/>
            </a:xfrm>
            <a:prstGeom prst="ellipse">
              <a:avLst/>
            </a:pr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8" name="Google Shape;5878;p26"/>
            <p:cNvSpPr/>
            <p:nvPr/>
          </p:nvSpPr>
          <p:spPr>
            <a:xfrm>
              <a:off x="12170550" y="4449763"/>
              <a:ext cx="4525" cy="7525"/>
            </a:xfrm>
            <a:custGeom>
              <a:avLst/>
              <a:gdLst/>
              <a:ahLst/>
              <a:cxnLst/>
              <a:rect l="l" t="t" r="r" b="b"/>
              <a:pathLst>
                <a:path w="181" h="301" extrusionOk="0">
                  <a:moveTo>
                    <a:pt x="140" y="0"/>
                  </a:moveTo>
                  <a:lnTo>
                    <a:pt x="0" y="281"/>
                  </a:lnTo>
                  <a:lnTo>
                    <a:pt x="0" y="301"/>
                  </a:lnTo>
                  <a:lnTo>
                    <a:pt x="40" y="301"/>
                  </a:lnTo>
                  <a:lnTo>
                    <a:pt x="181" y="40"/>
                  </a:lnTo>
                  <a:lnTo>
                    <a:pt x="160" y="0"/>
                  </a:lnTo>
                  <a:close/>
                </a:path>
              </a:pathLst>
            </a:custGeom>
            <a:solidFill>
              <a:srgbClr val="DEDAD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9" name="Google Shape;5879;p26"/>
            <p:cNvSpPr/>
            <p:nvPr/>
          </p:nvSpPr>
          <p:spPr>
            <a:xfrm>
              <a:off x="12170550" y="4449763"/>
              <a:ext cx="4525" cy="7525"/>
            </a:xfrm>
            <a:custGeom>
              <a:avLst/>
              <a:gdLst/>
              <a:ahLst/>
              <a:cxnLst/>
              <a:rect l="l" t="t" r="r" b="b"/>
              <a:pathLst>
                <a:path w="181" h="301" fill="none" extrusionOk="0">
                  <a:moveTo>
                    <a:pt x="140" y="0"/>
                  </a:moveTo>
                  <a:lnTo>
                    <a:pt x="140" y="0"/>
                  </a:lnTo>
                  <a:lnTo>
                    <a:pt x="140" y="0"/>
                  </a:lnTo>
                  <a:lnTo>
                    <a:pt x="140" y="0"/>
                  </a:lnTo>
                  <a:lnTo>
                    <a:pt x="0" y="281"/>
                  </a:lnTo>
                  <a:lnTo>
                    <a:pt x="0" y="281"/>
                  </a:lnTo>
                  <a:lnTo>
                    <a:pt x="0" y="301"/>
                  </a:lnTo>
                  <a:lnTo>
                    <a:pt x="20" y="301"/>
                  </a:lnTo>
                  <a:lnTo>
                    <a:pt x="20" y="301"/>
                  </a:lnTo>
                  <a:lnTo>
                    <a:pt x="40" y="301"/>
                  </a:lnTo>
                  <a:lnTo>
                    <a:pt x="40" y="301"/>
                  </a:lnTo>
                  <a:lnTo>
                    <a:pt x="181" y="40"/>
                  </a:lnTo>
                  <a:lnTo>
                    <a:pt x="181" y="40"/>
                  </a:lnTo>
                  <a:lnTo>
                    <a:pt x="160" y="0"/>
                  </a:lnTo>
                  <a:lnTo>
                    <a:pt x="14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0" name="Google Shape;5880;p26"/>
            <p:cNvSpPr/>
            <p:nvPr/>
          </p:nvSpPr>
          <p:spPr>
            <a:xfrm>
              <a:off x="11250550" y="4336938"/>
              <a:ext cx="896950" cy="640275"/>
            </a:xfrm>
            <a:custGeom>
              <a:avLst/>
              <a:gdLst/>
              <a:ahLst/>
              <a:cxnLst/>
              <a:rect l="l" t="t" r="r" b="b"/>
              <a:pathLst>
                <a:path w="35878" h="25611" extrusionOk="0">
                  <a:moveTo>
                    <a:pt x="0" y="1"/>
                  </a:moveTo>
                  <a:lnTo>
                    <a:pt x="3028" y="25611"/>
                  </a:lnTo>
                  <a:lnTo>
                    <a:pt x="34534" y="25611"/>
                  </a:lnTo>
                  <a:lnTo>
                    <a:pt x="34734" y="21720"/>
                  </a:lnTo>
                  <a:lnTo>
                    <a:pt x="35697" y="3470"/>
                  </a:lnTo>
                  <a:lnTo>
                    <a:pt x="3587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1" name="Google Shape;5881;p26"/>
            <p:cNvSpPr/>
            <p:nvPr/>
          </p:nvSpPr>
          <p:spPr>
            <a:xfrm>
              <a:off x="11250550" y="4336938"/>
              <a:ext cx="896950" cy="640275"/>
            </a:xfrm>
            <a:custGeom>
              <a:avLst/>
              <a:gdLst/>
              <a:ahLst/>
              <a:cxnLst/>
              <a:rect l="l" t="t" r="r" b="b"/>
              <a:pathLst>
                <a:path w="35878" h="25611" fill="none" extrusionOk="0">
                  <a:moveTo>
                    <a:pt x="35878" y="1"/>
                  </a:moveTo>
                  <a:lnTo>
                    <a:pt x="35697" y="3470"/>
                  </a:lnTo>
                  <a:lnTo>
                    <a:pt x="34734" y="21720"/>
                  </a:lnTo>
                  <a:lnTo>
                    <a:pt x="34534" y="25611"/>
                  </a:lnTo>
                  <a:lnTo>
                    <a:pt x="3028" y="25611"/>
                  </a:lnTo>
                  <a:lnTo>
                    <a:pt x="0" y="1"/>
                  </a:lnTo>
                  <a:lnTo>
                    <a:pt x="35878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2" name="Google Shape;5882;p26"/>
            <p:cNvSpPr/>
            <p:nvPr/>
          </p:nvSpPr>
          <p:spPr>
            <a:xfrm>
              <a:off x="11268075" y="4484338"/>
              <a:ext cx="842825" cy="492875"/>
            </a:xfrm>
            <a:custGeom>
              <a:avLst/>
              <a:gdLst/>
              <a:ahLst/>
              <a:cxnLst/>
              <a:rect l="l" t="t" r="r" b="b"/>
              <a:pathLst>
                <a:path w="33713" h="19715" extrusionOk="0">
                  <a:moveTo>
                    <a:pt x="1" y="1"/>
                  </a:moveTo>
                  <a:lnTo>
                    <a:pt x="1585" y="13337"/>
                  </a:lnTo>
                  <a:lnTo>
                    <a:pt x="1706" y="13899"/>
                  </a:lnTo>
                  <a:lnTo>
                    <a:pt x="1806" y="14440"/>
                  </a:lnTo>
                  <a:lnTo>
                    <a:pt x="1946" y="15463"/>
                  </a:lnTo>
                  <a:lnTo>
                    <a:pt x="2026" y="15884"/>
                  </a:lnTo>
                  <a:lnTo>
                    <a:pt x="2107" y="16245"/>
                  </a:lnTo>
                  <a:lnTo>
                    <a:pt x="2147" y="16385"/>
                  </a:lnTo>
                  <a:lnTo>
                    <a:pt x="2187" y="16506"/>
                  </a:lnTo>
                  <a:lnTo>
                    <a:pt x="2227" y="16606"/>
                  </a:lnTo>
                  <a:lnTo>
                    <a:pt x="2287" y="16666"/>
                  </a:lnTo>
                  <a:lnTo>
                    <a:pt x="2468" y="16766"/>
                  </a:lnTo>
                  <a:lnTo>
                    <a:pt x="2728" y="16887"/>
                  </a:lnTo>
                  <a:lnTo>
                    <a:pt x="3129" y="17067"/>
                  </a:lnTo>
                  <a:lnTo>
                    <a:pt x="3631" y="17248"/>
                  </a:lnTo>
                  <a:lnTo>
                    <a:pt x="4212" y="17448"/>
                  </a:lnTo>
                  <a:lnTo>
                    <a:pt x="4894" y="17669"/>
                  </a:lnTo>
                  <a:lnTo>
                    <a:pt x="5676" y="17910"/>
                  </a:lnTo>
                  <a:lnTo>
                    <a:pt x="6539" y="18150"/>
                  </a:lnTo>
                  <a:lnTo>
                    <a:pt x="7461" y="18391"/>
                  </a:lnTo>
                  <a:lnTo>
                    <a:pt x="8464" y="18632"/>
                  </a:lnTo>
                  <a:lnTo>
                    <a:pt x="9547" y="18852"/>
                  </a:lnTo>
                  <a:lnTo>
                    <a:pt x="10690" y="19073"/>
                  </a:lnTo>
                  <a:lnTo>
                    <a:pt x="11873" y="19253"/>
                  </a:lnTo>
                  <a:lnTo>
                    <a:pt x="13117" y="19434"/>
                  </a:lnTo>
                  <a:lnTo>
                    <a:pt x="14400" y="19554"/>
                  </a:lnTo>
                  <a:lnTo>
                    <a:pt x="15724" y="19674"/>
                  </a:lnTo>
                  <a:lnTo>
                    <a:pt x="16566" y="19715"/>
                  </a:lnTo>
                  <a:lnTo>
                    <a:pt x="18030" y="19715"/>
                  </a:lnTo>
                  <a:lnTo>
                    <a:pt x="18632" y="19694"/>
                  </a:lnTo>
                  <a:lnTo>
                    <a:pt x="19313" y="19674"/>
                  </a:lnTo>
                  <a:lnTo>
                    <a:pt x="19995" y="19614"/>
                  </a:lnTo>
                  <a:lnTo>
                    <a:pt x="20657" y="19554"/>
                  </a:lnTo>
                  <a:lnTo>
                    <a:pt x="21339" y="19494"/>
                  </a:lnTo>
                  <a:lnTo>
                    <a:pt x="22642" y="19313"/>
                  </a:lnTo>
                  <a:lnTo>
                    <a:pt x="23926" y="19113"/>
                  </a:lnTo>
                  <a:lnTo>
                    <a:pt x="25149" y="18872"/>
                  </a:lnTo>
                  <a:lnTo>
                    <a:pt x="26333" y="18612"/>
                  </a:lnTo>
                  <a:lnTo>
                    <a:pt x="27456" y="18331"/>
                  </a:lnTo>
                  <a:lnTo>
                    <a:pt x="28498" y="18050"/>
                  </a:lnTo>
                  <a:lnTo>
                    <a:pt x="29481" y="17769"/>
                  </a:lnTo>
                  <a:lnTo>
                    <a:pt x="30363" y="17488"/>
                  </a:lnTo>
                  <a:lnTo>
                    <a:pt x="31146" y="17228"/>
                  </a:lnTo>
                  <a:lnTo>
                    <a:pt x="31847" y="16987"/>
                  </a:lnTo>
                  <a:lnTo>
                    <a:pt x="32870" y="16606"/>
                  </a:lnTo>
                  <a:lnTo>
                    <a:pt x="33412" y="16406"/>
                  </a:lnTo>
                  <a:lnTo>
                    <a:pt x="33492" y="16345"/>
                  </a:lnTo>
                  <a:lnTo>
                    <a:pt x="33572" y="16245"/>
                  </a:lnTo>
                  <a:lnTo>
                    <a:pt x="33652" y="16085"/>
                  </a:lnTo>
                  <a:lnTo>
                    <a:pt x="33713" y="15904"/>
                  </a:lnTo>
                  <a:lnTo>
                    <a:pt x="33713" y="15904"/>
                  </a:lnTo>
                  <a:lnTo>
                    <a:pt x="33031" y="16065"/>
                  </a:lnTo>
                  <a:lnTo>
                    <a:pt x="32128" y="16245"/>
                  </a:lnTo>
                  <a:lnTo>
                    <a:pt x="31065" y="16446"/>
                  </a:lnTo>
                  <a:lnTo>
                    <a:pt x="29842" y="16646"/>
                  </a:lnTo>
                  <a:lnTo>
                    <a:pt x="28458" y="16847"/>
                  </a:lnTo>
                  <a:lnTo>
                    <a:pt x="27736" y="16927"/>
                  </a:lnTo>
                  <a:lnTo>
                    <a:pt x="26974" y="16987"/>
                  </a:lnTo>
                  <a:lnTo>
                    <a:pt x="26172" y="17047"/>
                  </a:lnTo>
                  <a:lnTo>
                    <a:pt x="25370" y="17087"/>
                  </a:lnTo>
                  <a:lnTo>
                    <a:pt x="24528" y="17107"/>
                  </a:lnTo>
                  <a:lnTo>
                    <a:pt x="23685" y="17127"/>
                  </a:lnTo>
                  <a:lnTo>
                    <a:pt x="22462" y="17107"/>
                  </a:lnTo>
                  <a:lnTo>
                    <a:pt x="21239" y="17047"/>
                  </a:lnTo>
                  <a:lnTo>
                    <a:pt x="20617" y="16987"/>
                  </a:lnTo>
                  <a:lnTo>
                    <a:pt x="19975" y="16927"/>
                  </a:lnTo>
                  <a:lnTo>
                    <a:pt x="19354" y="16867"/>
                  </a:lnTo>
                  <a:lnTo>
                    <a:pt x="18712" y="16766"/>
                  </a:lnTo>
                  <a:lnTo>
                    <a:pt x="18070" y="16666"/>
                  </a:lnTo>
                  <a:lnTo>
                    <a:pt x="17428" y="16546"/>
                  </a:lnTo>
                  <a:lnTo>
                    <a:pt x="16787" y="16426"/>
                  </a:lnTo>
                  <a:lnTo>
                    <a:pt x="16145" y="16265"/>
                  </a:lnTo>
                  <a:lnTo>
                    <a:pt x="15503" y="16105"/>
                  </a:lnTo>
                  <a:lnTo>
                    <a:pt x="14861" y="15924"/>
                  </a:lnTo>
                  <a:lnTo>
                    <a:pt x="14220" y="15724"/>
                  </a:lnTo>
                  <a:lnTo>
                    <a:pt x="13578" y="15503"/>
                  </a:lnTo>
                  <a:lnTo>
                    <a:pt x="13197" y="15343"/>
                  </a:lnTo>
                  <a:lnTo>
                    <a:pt x="12836" y="15162"/>
                  </a:lnTo>
                  <a:lnTo>
                    <a:pt x="12475" y="14942"/>
                  </a:lnTo>
                  <a:lnTo>
                    <a:pt x="12134" y="14721"/>
                  </a:lnTo>
                  <a:lnTo>
                    <a:pt x="11833" y="14460"/>
                  </a:lnTo>
                  <a:lnTo>
                    <a:pt x="11532" y="14200"/>
                  </a:lnTo>
                  <a:lnTo>
                    <a:pt x="11272" y="13899"/>
                  </a:lnTo>
                  <a:lnTo>
                    <a:pt x="11031" y="13578"/>
                  </a:lnTo>
                  <a:lnTo>
                    <a:pt x="10810" y="13257"/>
                  </a:lnTo>
                  <a:lnTo>
                    <a:pt x="10630" y="12916"/>
                  </a:lnTo>
                  <a:lnTo>
                    <a:pt x="10469" y="12535"/>
                  </a:lnTo>
                  <a:lnTo>
                    <a:pt x="10349" y="12174"/>
                  </a:lnTo>
                  <a:lnTo>
                    <a:pt x="10249" y="11773"/>
                  </a:lnTo>
                  <a:lnTo>
                    <a:pt x="10189" y="11372"/>
                  </a:lnTo>
                  <a:lnTo>
                    <a:pt x="10149" y="10951"/>
                  </a:lnTo>
                  <a:lnTo>
                    <a:pt x="10149" y="10530"/>
                  </a:lnTo>
                  <a:lnTo>
                    <a:pt x="10189" y="10108"/>
                  </a:lnTo>
                  <a:lnTo>
                    <a:pt x="10269" y="9727"/>
                  </a:lnTo>
                  <a:lnTo>
                    <a:pt x="10369" y="9346"/>
                  </a:lnTo>
                  <a:lnTo>
                    <a:pt x="10510" y="8985"/>
                  </a:lnTo>
                  <a:lnTo>
                    <a:pt x="10670" y="8644"/>
                  </a:lnTo>
                  <a:lnTo>
                    <a:pt x="10850" y="8303"/>
                  </a:lnTo>
                  <a:lnTo>
                    <a:pt x="11071" y="7983"/>
                  </a:lnTo>
                  <a:lnTo>
                    <a:pt x="11312" y="7702"/>
                  </a:lnTo>
                  <a:lnTo>
                    <a:pt x="11572" y="7421"/>
                  </a:lnTo>
                  <a:lnTo>
                    <a:pt x="11853" y="7140"/>
                  </a:lnTo>
                  <a:lnTo>
                    <a:pt x="12134" y="6900"/>
                  </a:lnTo>
                  <a:lnTo>
                    <a:pt x="12455" y="6659"/>
                  </a:lnTo>
                  <a:lnTo>
                    <a:pt x="12776" y="6438"/>
                  </a:lnTo>
                  <a:lnTo>
                    <a:pt x="13117" y="6238"/>
                  </a:lnTo>
                  <a:lnTo>
                    <a:pt x="13458" y="6037"/>
                  </a:lnTo>
                  <a:lnTo>
                    <a:pt x="13819" y="5877"/>
                  </a:lnTo>
                  <a:lnTo>
                    <a:pt x="14540" y="5576"/>
                  </a:lnTo>
                  <a:lnTo>
                    <a:pt x="15282" y="5295"/>
                  </a:lnTo>
                  <a:lnTo>
                    <a:pt x="16045" y="5055"/>
                  </a:lnTo>
                  <a:lnTo>
                    <a:pt x="16807" y="4854"/>
                  </a:lnTo>
                  <a:lnTo>
                    <a:pt x="18351" y="4473"/>
                  </a:lnTo>
                  <a:lnTo>
                    <a:pt x="19895" y="4092"/>
                  </a:lnTo>
                  <a:lnTo>
                    <a:pt x="21580" y="3651"/>
                  </a:lnTo>
                  <a:lnTo>
                    <a:pt x="23244" y="3190"/>
                  </a:lnTo>
                  <a:lnTo>
                    <a:pt x="24086" y="2929"/>
                  </a:lnTo>
                  <a:lnTo>
                    <a:pt x="24929" y="2688"/>
                  </a:lnTo>
                  <a:lnTo>
                    <a:pt x="25751" y="2407"/>
                  </a:lnTo>
                  <a:lnTo>
                    <a:pt x="26573" y="2127"/>
                  </a:lnTo>
                  <a:lnTo>
                    <a:pt x="27335" y="1846"/>
                  </a:lnTo>
                  <a:lnTo>
                    <a:pt x="28097" y="1545"/>
                  </a:lnTo>
                  <a:lnTo>
                    <a:pt x="28097" y="1545"/>
                  </a:lnTo>
                  <a:lnTo>
                    <a:pt x="26834" y="1846"/>
                  </a:lnTo>
                  <a:lnTo>
                    <a:pt x="25510" y="2127"/>
                  </a:lnTo>
                  <a:lnTo>
                    <a:pt x="24147" y="2387"/>
                  </a:lnTo>
                  <a:lnTo>
                    <a:pt x="22723" y="2608"/>
                  </a:lnTo>
                  <a:lnTo>
                    <a:pt x="21279" y="2788"/>
                  </a:lnTo>
                  <a:lnTo>
                    <a:pt x="20537" y="2869"/>
                  </a:lnTo>
                  <a:lnTo>
                    <a:pt x="19795" y="2929"/>
                  </a:lnTo>
                  <a:lnTo>
                    <a:pt x="19033" y="2989"/>
                  </a:lnTo>
                  <a:lnTo>
                    <a:pt x="18291" y="3029"/>
                  </a:lnTo>
                  <a:lnTo>
                    <a:pt x="17529" y="3049"/>
                  </a:lnTo>
                  <a:lnTo>
                    <a:pt x="16767" y="3069"/>
                  </a:lnTo>
                  <a:lnTo>
                    <a:pt x="15724" y="3049"/>
                  </a:lnTo>
                  <a:lnTo>
                    <a:pt x="14701" y="2989"/>
                  </a:lnTo>
                  <a:lnTo>
                    <a:pt x="13458" y="2909"/>
                  </a:lnTo>
                  <a:lnTo>
                    <a:pt x="12254" y="2788"/>
                  </a:lnTo>
                  <a:lnTo>
                    <a:pt x="11071" y="2648"/>
                  </a:lnTo>
                  <a:lnTo>
                    <a:pt x="9928" y="2488"/>
                  </a:lnTo>
                  <a:lnTo>
                    <a:pt x="8825" y="2307"/>
                  </a:lnTo>
                  <a:lnTo>
                    <a:pt x="7742" y="2107"/>
                  </a:lnTo>
                  <a:lnTo>
                    <a:pt x="6719" y="1906"/>
                  </a:lnTo>
                  <a:lnTo>
                    <a:pt x="5757" y="1685"/>
                  </a:lnTo>
                  <a:lnTo>
                    <a:pt x="4834" y="1465"/>
                  </a:lnTo>
                  <a:lnTo>
                    <a:pt x="3952" y="1244"/>
                  </a:lnTo>
                  <a:lnTo>
                    <a:pt x="3129" y="1024"/>
                  </a:lnTo>
                  <a:lnTo>
                    <a:pt x="2367" y="803"/>
                  </a:lnTo>
                  <a:lnTo>
                    <a:pt x="1686" y="582"/>
                  </a:lnTo>
                  <a:lnTo>
                    <a:pt x="1044" y="38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424242">
                <a:alpha val="307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3" name="Google Shape;5883;p26"/>
            <p:cNvSpPr/>
            <p:nvPr/>
          </p:nvSpPr>
          <p:spPr>
            <a:xfrm>
              <a:off x="11268075" y="4484338"/>
              <a:ext cx="842825" cy="492875"/>
            </a:xfrm>
            <a:custGeom>
              <a:avLst/>
              <a:gdLst/>
              <a:ahLst/>
              <a:cxnLst/>
              <a:rect l="l" t="t" r="r" b="b"/>
              <a:pathLst>
                <a:path w="33713" h="19715" fill="none" extrusionOk="0">
                  <a:moveTo>
                    <a:pt x="1" y="1"/>
                  </a:moveTo>
                  <a:lnTo>
                    <a:pt x="1585" y="13337"/>
                  </a:lnTo>
                  <a:lnTo>
                    <a:pt x="1585" y="13337"/>
                  </a:lnTo>
                  <a:lnTo>
                    <a:pt x="1706" y="13899"/>
                  </a:lnTo>
                  <a:lnTo>
                    <a:pt x="1806" y="14440"/>
                  </a:lnTo>
                  <a:lnTo>
                    <a:pt x="1946" y="15463"/>
                  </a:lnTo>
                  <a:lnTo>
                    <a:pt x="2026" y="15884"/>
                  </a:lnTo>
                  <a:lnTo>
                    <a:pt x="2107" y="16245"/>
                  </a:lnTo>
                  <a:lnTo>
                    <a:pt x="2147" y="16385"/>
                  </a:lnTo>
                  <a:lnTo>
                    <a:pt x="2187" y="16506"/>
                  </a:lnTo>
                  <a:lnTo>
                    <a:pt x="2227" y="16606"/>
                  </a:lnTo>
                  <a:lnTo>
                    <a:pt x="2287" y="16666"/>
                  </a:lnTo>
                  <a:lnTo>
                    <a:pt x="2287" y="16666"/>
                  </a:lnTo>
                  <a:lnTo>
                    <a:pt x="2468" y="16766"/>
                  </a:lnTo>
                  <a:lnTo>
                    <a:pt x="2728" y="16887"/>
                  </a:lnTo>
                  <a:lnTo>
                    <a:pt x="3129" y="17067"/>
                  </a:lnTo>
                  <a:lnTo>
                    <a:pt x="3631" y="17248"/>
                  </a:lnTo>
                  <a:lnTo>
                    <a:pt x="4212" y="17448"/>
                  </a:lnTo>
                  <a:lnTo>
                    <a:pt x="4894" y="17669"/>
                  </a:lnTo>
                  <a:lnTo>
                    <a:pt x="5676" y="17910"/>
                  </a:lnTo>
                  <a:lnTo>
                    <a:pt x="6539" y="18150"/>
                  </a:lnTo>
                  <a:lnTo>
                    <a:pt x="7461" y="18391"/>
                  </a:lnTo>
                  <a:lnTo>
                    <a:pt x="8464" y="18632"/>
                  </a:lnTo>
                  <a:lnTo>
                    <a:pt x="9547" y="18852"/>
                  </a:lnTo>
                  <a:lnTo>
                    <a:pt x="10690" y="19073"/>
                  </a:lnTo>
                  <a:lnTo>
                    <a:pt x="11873" y="19253"/>
                  </a:lnTo>
                  <a:lnTo>
                    <a:pt x="13117" y="19434"/>
                  </a:lnTo>
                  <a:lnTo>
                    <a:pt x="14400" y="19554"/>
                  </a:lnTo>
                  <a:lnTo>
                    <a:pt x="15724" y="19674"/>
                  </a:lnTo>
                  <a:lnTo>
                    <a:pt x="15724" y="19674"/>
                  </a:lnTo>
                  <a:lnTo>
                    <a:pt x="16566" y="19715"/>
                  </a:lnTo>
                  <a:lnTo>
                    <a:pt x="17428" y="19715"/>
                  </a:lnTo>
                  <a:lnTo>
                    <a:pt x="17428" y="19715"/>
                  </a:lnTo>
                  <a:lnTo>
                    <a:pt x="18030" y="19715"/>
                  </a:lnTo>
                  <a:lnTo>
                    <a:pt x="18632" y="19694"/>
                  </a:lnTo>
                  <a:lnTo>
                    <a:pt x="18632" y="19694"/>
                  </a:lnTo>
                  <a:lnTo>
                    <a:pt x="18632" y="19694"/>
                  </a:lnTo>
                  <a:lnTo>
                    <a:pt x="18632" y="19694"/>
                  </a:lnTo>
                  <a:lnTo>
                    <a:pt x="18632" y="19694"/>
                  </a:lnTo>
                  <a:lnTo>
                    <a:pt x="18632" y="19694"/>
                  </a:lnTo>
                  <a:lnTo>
                    <a:pt x="19313" y="19674"/>
                  </a:lnTo>
                  <a:lnTo>
                    <a:pt x="19995" y="19614"/>
                  </a:lnTo>
                  <a:lnTo>
                    <a:pt x="20657" y="19554"/>
                  </a:lnTo>
                  <a:lnTo>
                    <a:pt x="21339" y="19494"/>
                  </a:lnTo>
                  <a:lnTo>
                    <a:pt x="22642" y="19313"/>
                  </a:lnTo>
                  <a:lnTo>
                    <a:pt x="23926" y="19113"/>
                  </a:lnTo>
                  <a:lnTo>
                    <a:pt x="25149" y="18872"/>
                  </a:lnTo>
                  <a:lnTo>
                    <a:pt x="26333" y="18612"/>
                  </a:lnTo>
                  <a:lnTo>
                    <a:pt x="27456" y="18331"/>
                  </a:lnTo>
                  <a:lnTo>
                    <a:pt x="28498" y="18050"/>
                  </a:lnTo>
                  <a:lnTo>
                    <a:pt x="29481" y="17769"/>
                  </a:lnTo>
                  <a:lnTo>
                    <a:pt x="30363" y="17488"/>
                  </a:lnTo>
                  <a:lnTo>
                    <a:pt x="31146" y="17228"/>
                  </a:lnTo>
                  <a:lnTo>
                    <a:pt x="31847" y="16987"/>
                  </a:lnTo>
                  <a:lnTo>
                    <a:pt x="32870" y="16606"/>
                  </a:lnTo>
                  <a:lnTo>
                    <a:pt x="33412" y="16406"/>
                  </a:lnTo>
                  <a:lnTo>
                    <a:pt x="33412" y="16406"/>
                  </a:lnTo>
                  <a:lnTo>
                    <a:pt x="33492" y="16345"/>
                  </a:lnTo>
                  <a:lnTo>
                    <a:pt x="33572" y="16245"/>
                  </a:lnTo>
                  <a:lnTo>
                    <a:pt x="33652" y="16085"/>
                  </a:lnTo>
                  <a:lnTo>
                    <a:pt x="33713" y="15904"/>
                  </a:lnTo>
                  <a:lnTo>
                    <a:pt x="33713" y="15904"/>
                  </a:lnTo>
                  <a:lnTo>
                    <a:pt x="33031" y="16065"/>
                  </a:lnTo>
                  <a:lnTo>
                    <a:pt x="32128" y="16245"/>
                  </a:lnTo>
                  <a:lnTo>
                    <a:pt x="31065" y="16446"/>
                  </a:lnTo>
                  <a:lnTo>
                    <a:pt x="29842" y="16646"/>
                  </a:lnTo>
                  <a:lnTo>
                    <a:pt x="28458" y="16847"/>
                  </a:lnTo>
                  <a:lnTo>
                    <a:pt x="27736" y="16927"/>
                  </a:lnTo>
                  <a:lnTo>
                    <a:pt x="26974" y="16987"/>
                  </a:lnTo>
                  <a:lnTo>
                    <a:pt x="26172" y="17047"/>
                  </a:lnTo>
                  <a:lnTo>
                    <a:pt x="25370" y="17087"/>
                  </a:lnTo>
                  <a:lnTo>
                    <a:pt x="24528" y="17107"/>
                  </a:lnTo>
                  <a:lnTo>
                    <a:pt x="23685" y="17127"/>
                  </a:lnTo>
                  <a:lnTo>
                    <a:pt x="23685" y="17127"/>
                  </a:lnTo>
                  <a:lnTo>
                    <a:pt x="22462" y="17107"/>
                  </a:lnTo>
                  <a:lnTo>
                    <a:pt x="21239" y="17047"/>
                  </a:lnTo>
                  <a:lnTo>
                    <a:pt x="20617" y="16987"/>
                  </a:lnTo>
                  <a:lnTo>
                    <a:pt x="19975" y="16927"/>
                  </a:lnTo>
                  <a:lnTo>
                    <a:pt x="19354" y="16867"/>
                  </a:lnTo>
                  <a:lnTo>
                    <a:pt x="18712" y="16766"/>
                  </a:lnTo>
                  <a:lnTo>
                    <a:pt x="18070" y="16666"/>
                  </a:lnTo>
                  <a:lnTo>
                    <a:pt x="17428" y="16546"/>
                  </a:lnTo>
                  <a:lnTo>
                    <a:pt x="16787" y="16426"/>
                  </a:lnTo>
                  <a:lnTo>
                    <a:pt x="16145" y="16265"/>
                  </a:lnTo>
                  <a:lnTo>
                    <a:pt x="15503" y="16105"/>
                  </a:lnTo>
                  <a:lnTo>
                    <a:pt x="14861" y="15924"/>
                  </a:lnTo>
                  <a:lnTo>
                    <a:pt x="14220" y="15724"/>
                  </a:lnTo>
                  <a:lnTo>
                    <a:pt x="13578" y="15503"/>
                  </a:lnTo>
                  <a:lnTo>
                    <a:pt x="13578" y="15503"/>
                  </a:lnTo>
                  <a:lnTo>
                    <a:pt x="13197" y="15343"/>
                  </a:lnTo>
                  <a:lnTo>
                    <a:pt x="12836" y="15162"/>
                  </a:lnTo>
                  <a:lnTo>
                    <a:pt x="12475" y="14942"/>
                  </a:lnTo>
                  <a:lnTo>
                    <a:pt x="12134" y="14721"/>
                  </a:lnTo>
                  <a:lnTo>
                    <a:pt x="11833" y="14460"/>
                  </a:lnTo>
                  <a:lnTo>
                    <a:pt x="11532" y="14200"/>
                  </a:lnTo>
                  <a:lnTo>
                    <a:pt x="11272" y="13899"/>
                  </a:lnTo>
                  <a:lnTo>
                    <a:pt x="11031" y="13578"/>
                  </a:lnTo>
                  <a:lnTo>
                    <a:pt x="10810" y="13257"/>
                  </a:lnTo>
                  <a:lnTo>
                    <a:pt x="10630" y="12916"/>
                  </a:lnTo>
                  <a:lnTo>
                    <a:pt x="10469" y="12535"/>
                  </a:lnTo>
                  <a:lnTo>
                    <a:pt x="10349" y="12174"/>
                  </a:lnTo>
                  <a:lnTo>
                    <a:pt x="10249" y="11773"/>
                  </a:lnTo>
                  <a:lnTo>
                    <a:pt x="10189" y="11372"/>
                  </a:lnTo>
                  <a:lnTo>
                    <a:pt x="10149" y="10951"/>
                  </a:lnTo>
                  <a:lnTo>
                    <a:pt x="10149" y="10530"/>
                  </a:lnTo>
                  <a:lnTo>
                    <a:pt x="10149" y="10530"/>
                  </a:lnTo>
                  <a:lnTo>
                    <a:pt x="10189" y="10108"/>
                  </a:lnTo>
                  <a:lnTo>
                    <a:pt x="10269" y="9727"/>
                  </a:lnTo>
                  <a:lnTo>
                    <a:pt x="10369" y="9346"/>
                  </a:lnTo>
                  <a:lnTo>
                    <a:pt x="10510" y="8985"/>
                  </a:lnTo>
                  <a:lnTo>
                    <a:pt x="10670" y="8644"/>
                  </a:lnTo>
                  <a:lnTo>
                    <a:pt x="10850" y="8303"/>
                  </a:lnTo>
                  <a:lnTo>
                    <a:pt x="11071" y="7983"/>
                  </a:lnTo>
                  <a:lnTo>
                    <a:pt x="11312" y="7702"/>
                  </a:lnTo>
                  <a:lnTo>
                    <a:pt x="11572" y="7421"/>
                  </a:lnTo>
                  <a:lnTo>
                    <a:pt x="11853" y="7140"/>
                  </a:lnTo>
                  <a:lnTo>
                    <a:pt x="12134" y="6900"/>
                  </a:lnTo>
                  <a:lnTo>
                    <a:pt x="12455" y="6659"/>
                  </a:lnTo>
                  <a:lnTo>
                    <a:pt x="12776" y="6438"/>
                  </a:lnTo>
                  <a:lnTo>
                    <a:pt x="13117" y="6238"/>
                  </a:lnTo>
                  <a:lnTo>
                    <a:pt x="13458" y="6037"/>
                  </a:lnTo>
                  <a:lnTo>
                    <a:pt x="13819" y="5877"/>
                  </a:lnTo>
                  <a:lnTo>
                    <a:pt x="13819" y="5877"/>
                  </a:lnTo>
                  <a:lnTo>
                    <a:pt x="14540" y="5576"/>
                  </a:lnTo>
                  <a:lnTo>
                    <a:pt x="15282" y="5295"/>
                  </a:lnTo>
                  <a:lnTo>
                    <a:pt x="16045" y="5055"/>
                  </a:lnTo>
                  <a:lnTo>
                    <a:pt x="16807" y="4854"/>
                  </a:lnTo>
                  <a:lnTo>
                    <a:pt x="18351" y="4473"/>
                  </a:lnTo>
                  <a:lnTo>
                    <a:pt x="19895" y="4092"/>
                  </a:lnTo>
                  <a:lnTo>
                    <a:pt x="19895" y="4092"/>
                  </a:lnTo>
                  <a:lnTo>
                    <a:pt x="21580" y="3651"/>
                  </a:lnTo>
                  <a:lnTo>
                    <a:pt x="23244" y="3190"/>
                  </a:lnTo>
                  <a:lnTo>
                    <a:pt x="24086" y="2929"/>
                  </a:lnTo>
                  <a:lnTo>
                    <a:pt x="24929" y="2688"/>
                  </a:lnTo>
                  <a:lnTo>
                    <a:pt x="25751" y="2407"/>
                  </a:lnTo>
                  <a:lnTo>
                    <a:pt x="26573" y="2127"/>
                  </a:lnTo>
                  <a:lnTo>
                    <a:pt x="26573" y="2127"/>
                  </a:lnTo>
                  <a:lnTo>
                    <a:pt x="27335" y="1846"/>
                  </a:lnTo>
                  <a:lnTo>
                    <a:pt x="28097" y="1545"/>
                  </a:lnTo>
                  <a:lnTo>
                    <a:pt x="28097" y="1545"/>
                  </a:lnTo>
                  <a:lnTo>
                    <a:pt x="26834" y="1846"/>
                  </a:lnTo>
                  <a:lnTo>
                    <a:pt x="25510" y="2127"/>
                  </a:lnTo>
                  <a:lnTo>
                    <a:pt x="24147" y="2387"/>
                  </a:lnTo>
                  <a:lnTo>
                    <a:pt x="22723" y="2608"/>
                  </a:lnTo>
                  <a:lnTo>
                    <a:pt x="21279" y="2788"/>
                  </a:lnTo>
                  <a:lnTo>
                    <a:pt x="20537" y="2869"/>
                  </a:lnTo>
                  <a:lnTo>
                    <a:pt x="19795" y="2929"/>
                  </a:lnTo>
                  <a:lnTo>
                    <a:pt x="19033" y="2989"/>
                  </a:lnTo>
                  <a:lnTo>
                    <a:pt x="18291" y="3029"/>
                  </a:lnTo>
                  <a:lnTo>
                    <a:pt x="17529" y="3049"/>
                  </a:lnTo>
                  <a:lnTo>
                    <a:pt x="16767" y="3069"/>
                  </a:lnTo>
                  <a:lnTo>
                    <a:pt x="16767" y="3069"/>
                  </a:lnTo>
                  <a:lnTo>
                    <a:pt x="15724" y="3049"/>
                  </a:lnTo>
                  <a:lnTo>
                    <a:pt x="14701" y="2989"/>
                  </a:lnTo>
                  <a:lnTo>
                    <a:pt x="14701" y="2989"/>
                  </a:lnTo>
                  <a:lnTo>
                    <a:pt x="13458" y="2909"/>
                  </a:lnTo>
                  <a:lnTo>
                    <a:pt x="12254" y="2788"/>
                  </a:lnTo>
                  <a:lnTo>
                    <a:pt x="11071" y="2648"/>
                  </a:lnTo>
                  <a:lnTo>
                    <a:pt x="9928" y="2488"/>
                  </a:lnTo>
                  <a:lnTo>
                    <a:pt x="8825" y="2307"/>
                  </a:lnTo>
                  <a:lnTo>
                    <a:pt x="7742" y="2107"/>
                  </a:lnTo>
                  <a:lnTo>
                    <a:pt x="6719" y="1906"/>
                  </a:lnTo>
                  <a:lnTo>
                    <a:pt x="5757" y="1685"/>
                  </a:lnTo>
                  <a:lnTo>
                    <a:pt x="4834" y="1465"/>
                  </a:lnTo>
                  <a:lnTo>
                    <a:pt x="3952" y="1244"/>
                  </a:lnTo>
                  <a:lnTo>
                    <a:pt x="3129" y="1024"/>
                  </a:lnTo>
                  <a:lnTo>
                    <a:pt x="2367" y="803"/>
                  </a:lnTo>
                  <a:lnTo>
                    <a:pt x="1686" y="582"/>
                  </a:lnTo>
                  <a:lnTo>
                    <a:pt x="1044" y="382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4" name="Google Shape;5884;p26"/>
            <p:cNvSpPr/>
            <p:nvPr/>
          </p:nvSpPr>
          <p:spPr>
            <a:xfrm>
              <a:off x="11186375" y="4148438"/>
              <a:ext cx="1004750" cy="412650"/>
            </a:xfrm>
            <a:custGeom>
              <a:avLst/>
              <a:gdLst/>
              <a:ahLst/>
              <a:cxnLst/>
              <a:rect l="l" t="t" r="r" b="b"/>
              <a:pathLst>
                <a:path w="40190" h="16506" extrusionOk="0">
                  <a:moveTo>
                    <a:pt x="19212" y="0"/>
                  </a:moveTo>
                  <a:lnTo>
                    <a:pt x="17889" y="20"/>
                  </a:lnTo>
                  <a:lnTo>
                    <a:pt x="16565" y="61"/>
                  </a:lnTo>
                  <a:lnTo>
                    <a:pt x="15262" y="141"/>
                  </a:lnTo>
                  <a:lnTo>
                    <a:pt x="13998" y="221"/>
                  </a:lnTo>
                  <a:lnTo>
                    <a:pt x="12775" y="321"/>
                  </a:lnTo>
                  <a:lnTo>
                    <a:pt x="11592" y="462"/>
                  </a:lnTo>
                  <a:lnTo>
                    <a:pt x="10469" y="602"/>
                  </a:lnTo>
                  <a:lnTo>
                    <a:pt x="9406" y="782"/>
                  </a:lnTo>
                  <a:lnTo>
                    <a:pt x="8423" y="983"/>
                  </a:lnTo>
                  <a:lnTo>
                    <a:pt x="7541" y="1204"/>
                  </a:lnTo>
                  <a:lnTo>
                    <a:pt x="7119" y="1324"/>
                  </a:lnTo>
                  <a:lnTo>
                    <a:pt x="6738" y="1444"/>
                  </a:lnTo>
                  <a:lnTo>
                    <a:pt x="5776" y="1785"/>
                  </a:lnTo>
                  <a:lnTo>
                    <a:pt x="4893" y="2126"/>
                  </a:lnTo>
                  <a:lnTo>
                    <a:pt x="4111" y="2467"/>
                  </a:lnTo>
                  <a:lnTo>
                    <a:pt x="3389" y="2828"/>
                  </a:lnTo>
                  <a:lnTo>
                    <a:pt x="2768" y="3169"/>
                  </a:lnTo>
                  <a:lnTo>
                    <a:pt x="2206" y="3510"/>
                  </a:lnTo>
                  <a:lnTo>
                    <a:pt x="1705" y="3851"/>
                  </a:lnTo>
                  <a:lnTo>
                    <a:pt x="1284" y="4172"/>
                  </a:lnTo>
                  <a:lnTo>
                    <a:pt x="943" y="4493"/>
                  </a:lnTo>
                  <a:lnTo>
                    <a:pt x="642" y="4793"/>
                  </a:lnTo>
                  <a:lnTo>
                    <a:pt x="401" y="5074"/>
                  </a:lnTo>
                  <a:lnTo>
                    <a:pt x="221" y="5355"/>
                  </a:lnTo>
                  <a:lnTo>
                    <a:pt x="100" y="5596"/>
                  </a:lnTo>
                  <a:lnTo>
                    <a:pt x="20" y="5816"/>
                  </a:lnTo>
                  <a:lnTo>
                    <a:pt x="0" y="6037"/>
                  </a:lnTo>
                  <a:lnTo>
                    <a:pt x="20" y="6217"/>
                  </a:lnTo>
                  <a:lnTo>
                    <a:pt x="321" y="7561"/>
                  </a:lnTo>
                  <a:lnTo>
                    <a:pt x="562" y="8584"/>
                  </a:lnTo>
                  <a:lnTo>
                    <a:pt x="862" y="9687"/>
                  </a:lnTo>
                  <a:lnTo>
                    <a:pt x="1163" y="10790"/>
                  </a:lnTo>
                  <a:lnTo>
                    <a:pt x="1324" y="11291"/>
                  </a:lnTo>
                  <a:lnTo>
                    <a:pt x="1464" y="11752"/>
                  </a:lnTo>
                  <a:lnTo>
                    <a:pt x="1625" y="12153"/>
                  </a:lnTo>
                  <a:lnTo>
                    <a:pt x="1765" y="12494"/>
                  </a:lnTo>
                  <a:lnTo>
                    <a:pt x="1905" y="12735"/>
                  </a:lnTo>
                  <a:lnTo>
                    <a:pt x="1985" y="12815"/>
                  </a:lnTo>
                  <a:lnTo>
                    <a:pt x="2046" y="12875"/>
                  </a:lnTo>
                  <a:lnTo>
                    <a:pt x="2246" y="12996"/>
                  </a:lnTo>
                  <a:lnTo>
                    <a:pt x="2567" y="13156"/>
                  </a:lnTo>
                  <a:lnTo>
                    <a:pt x="3028" y="13337"/>
                  </a:lnTo>
                  <a:lnTo>
                    <a:pt x="3610" y="13557"/>
                  </a:lnTo>
                  <a:lnTo>
                    <a:pt x="4312" y="13818"/>
                  </a:lnTo>
                  <a:lnTo>
                    <a:pt x="5134" y="14079"/>
                  </a:lnTo>
                  <a:lnTo>
                    <a:pt x="6057" y="14359"/>
                  </a:lnTo>
                  <a:lnTo>
                    <a:pt x="7059" y="14640"/>
                  </a:lnTo>
                  <a:lnTo>
                    <a:pt x="8182" y="14921"/>
                  </a:lnTo>
                  <a:lnTo>
                    <a:pt x="9366" y="15202"/>
                  </a:lnTo>
                  <a:lnTo>
                    <a:pt x="10649" y="15462"/>
                  </a:lnTo>
                  <a:lnTo>
                    <a:pt x="11993" y="15723"/>
                  </a:lnTo>
                  <a:lnTo>
                    <a:pt x="13396" y="15944"/>
                  </a:lnTo>
                  <a:lnTo>
                    <a:pt x="14860" y="16144"/>
                  </a:lnTo>
                  <a:lnTo>
                    <a:pt x="16385" y="16305"/>
                  </a:lnTo>
                  <a:lnTo>
                    <a:pt x="17969" y="16425"/>
                  </a:lnTo>
                  <a:lnTo>
                    <a:pt x="18891" y="16485"/>
                  </a:lnTo>
                  <a:lnTo>
                    <a:pt x="19814" y="16505"/>
                  </a:lnTo>
                  <a:lnTo>
                    <a:pt x="20736" y="16485"/>
                  </a:lnTo>
                  <a:lnTo>
                    <a:pt x="21639" y="16465"/>
                  </a:lnTo>
                  <a:lnTo>
                    <a:pt x="22561" y="16405"/>
                  </a:lnTo>
                  <a:lnTo>
                    <a:pt x="23464" y="16345"/>
                  </a:lnTo>
                  <a:lnTo>
                    <a:pt x="24366" y="16245"/>
                  </a:lnTo>
                  <a:lnTo>
                    <a:pt x="25249" y="16144"/>
                  </a:lnTo>
                  <a:lnTo>
                    <a:pt x="26131" y="16024"/>
                  </a:lnTo>
                  <a:lnTo>
                    <a:pt x="26993" y="15884"/>
                  </a:lnTo>
                  <a:lnTo>
                    <a:pt x="27836" y="15743"/>
                  </a:lnTo>
                  <a:lnTo>
                    <a:pt x="28678" y="15583"/>
                  </a:lnTo>
                  <a:lnTo>
                    <a:pt x="29480" y="15402"/>
                  </a:lnTo>
                  <a:lnTo>
                    <a:pt x="30282" y="15242"/>
                  </a:lnTo>
                  <a:lnTo>
                    <a:pt x="31786" y="14861"/>
                  </a:lnTo>
                  <a:lnTo>
                    <a:pt x="33190" y="14480"/>
                  </a:lnTo>
                  <a:lnTo>
                    <a:pt x="34474" y="14119"/>
                  </a:lnTo>
                  <a:lnTo>
                    <a:pt x="35637" y="13758"/>
                  </a:lnTo>
                  <a:lnTo>
                    <a:pt x="36640" y="13417"/>
                  </a:lnTo>
                  <a:lnTo>
                    <a:pt x="37482" y="13116"/>
                  </a:lnTo>
                  <a:lnTo>
                    <a:pt x="38164" y="12855"/>
                  </a:lnTo>
                  <a:lnTo>
                    <a:pt x="38906" y="12575"/>
                  </a:lnTo>
                  <a:lnTo>
                    <a:pt x="38986" y="12514"/>
                  </a:lnTo>
                  <a:lnTo>
                    <a:pt x="39066" y="12434"/>
                  </a:lnTo>
                  <a:lnTo>
                    <a:pt x="39146" y="12334"/>
                  </a:lnTo>
                  <a:lnTo>
                    <a:pt x="39227" y="12194"/>
                  </a:lnTo>
                  <a:lnTo>
                    <a:pt x="39367" y="11833"/>
                  </a:lnTo>
                  <a:lnTo>
                    <a:pt x="39507" y="11391"/>
                  </a:lnTo>
                  <a:lnTo>
                    <a:pt x="39608" y="10990"/>
                  </a:lnTo>
                  <a:lnTo>
                    <a:pt x="39708" y="10549"/>
                  </a:lnTo>
                  <a:lnTo>
                    <a:pt x="39868" y="9627"/>
                  </a:lnTo>
                  <a:lnTo>
                    <a:pt x="40009" y="8644"/>
                  </a:lnTo>
                  <a:lnTo>
                    <a:pt x="40109" y="7681"/>
                  </a:lnTo>
                  <a:lnTo>
                    <a:pt x="40169" y="6799"/>
                  </a:lnTo>
                  <a:lnTo>
                    <a:pt x="40189" y="6037"/>
                  </a:lnTo>
                  <a:lnTo>
                    <a:pt x="40189" y="5736"/>
                  </a:lnTo>
                  <a:lnTo>
                    <a:pt x="40169" y="5495"/>
                  </a:lnTo>
                  <a:lnTo>
                    <a:pt x="40129" y="5315"/>
                  </a:lnTo>
                  <a:lnTo>
                    <a:pt x="40089" y="5194"/>
                  </a:lnTo>
                  <a:lnTo>
                    <a:pt x="40009" y="5094"/>
                  </a:lnTo>
                  <a:lnTo>
                    <a:pt x="39868" y="4934"/>
                  </a:lnTo>
                  <a:lnTo>
                    <a:pt x="39708" y="4753"/>
                  </a:lnTo>
                  <a:lnTo>
                    <a:pt x="39467" y="4533"/>
                  </a:lnTo>
                  <a:lnTo>
                    <a:pt x="39187" y="4312"/>
                  </a:lnTo>
                  <a:lnTo>
                    <a:pt x="38866" y="4031"/>
                  </a:lnTo>
                  <a:lnTo>
                    <a:pt x="38505" y="3771"/>
                  </a:lnTo>
                  <a:lnTo>
                    <a:pt x="38084" y="3470"/>
                  </a:lnTo>
                  <a:lnTo>
                    <a:pt x="37602" y="3169"/>
                  </a:lnTo>
                  <a:lnTo>
                    <a:pt x="37081" y="2868"/>
                  </a:lnTo>
                  <a:lnTo>
                    <a:pt x="36519" y="2567"/>
                  </a:lnTo>
                  <a:lnTo>
                    <a:pt x="35898" y="2267"/>
                  </a:lnTo>
                  <a:lnTo>
                    <a:pt x="35236" y="1966"/>
                  </a:lnTo>
                  <a:lnTo>
                    <a:pt x="34514" y="1705"/>
                  </a:lnTo>
                  <a:lnTo>
                    <a:pt x="33732" y="1424"/>
                  </a:lnTo>
                  <a:lnTo>
                    <a:pt x="32910" y="1184"/>
                  </a:lnTo>
                  <a:lnTo>
                    <a:pt x="32228" y="1023"/>
                  </a:lnTo>
                  <a:lnTo>
                    <a:pt x="31466" y="863"/>
                  </a:lnTo>
                  <a:lnTo>
                    <a:pt x="30623" y="722"/>
                  </a:lnTo>
                  <a:lnTo>
                    <a:pt x="29761" y="582"/>
                  </a:lnTo>
                  <a:lnTo>
                    <a:pt x="28818" y="462"/>
                  </a:lnTo>
                  <a:lnTo>
                    <a:pt x="27856" y="361"/>
                  </a:lnTo>
                  <a:lnTo>
                    <a:pt x="26833" y="261"/>
                  </a:lnTo>
                  <a:lnTo>
                    <a:pt x="25790" y="181"/>
                  </a:lnTo>
                  <a:lnTo>
                    <a:pt x="24527" y="101"/>
                  </a:lnTo>
                  <a:lnTo>
                    <a:pt x="23223" y="40"/>
                  </a:lnTo>
                  <a:lnTo>
                    <a:pt x="21900" y="20"/>
                  </a:lnTo>
                  <a:lnTo>
                    <a:pt x="205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5" name="Google Shape;5885;p26"/>
            <p:cNvSpPr/>
            <p:nvPr/>
          </p:nvSpPr>
          <p:spPr>
            <a:xfrm>
              <a:off x="11186375" y="4148438"/>
              <a:ext cx="1004750" cy="412650"/>
            </a:xfrm>
            <a:custGeom>
              <a:avLst/>
              <a:gdLst/>
              <a:ahLst/>
              <a:cxnLst/>
              <a:rect l="l" t="t" r="r" b="b"/>
              <a:pathLst>
                <a:path w="40190" h="16506" fill="none" extrusionOk="0">
                  <a:moveTo>
                    <a:pt x="39507" y="11391"/>
                  </a:moveTo>
                  <a:lnTo>
                    <a:pt x="39507" y="11391"/>
                  </a:lnTo>
                  <a:lnTo>
                    <a:pt x="39367" y="11833"/>
                  </a:lnTo>
                  <a:lnTo>
                    <a:pt x="39227" y="12194"/>
                  </a:lnTo>
                  <a:lnTo>
                    <a:pt x="39146" y="12334"/>
                  </a:lnTo>
                  <a:lnTo>
                    <a:pt x="39066" y="12434"/>
                  </a:lnTo>
                  <a:lnTo>
                    <a:pt x="38986" y="12514"/>
                  </a:lnTo>
                  <a:lnTo>
                    <a:pt x="38906" y="12575"/>
                  </a:lnTo>
                  <a:lnTo>
                    <a:pt x="38906" y="12575"/>
                  </a:lnTo>
                  <a:lnTo>
                    <a:pt x="38164" y="12855"/>
                  </a:lnTo>
                  <a:lnTo>
                    <a:pt x="37482" y="13116"/>
                  </a:lnTo>
                  <a:lnTo>
                    <a:pt x="36640" y="13417"/>
                  </a:lnTo>
                  <a:lnTo>
                    <a:pt x="35637" y="13758"/>
                  </a:lnTo>
                  <a:lnTo>
                    <a:pt x="34474" y="14119"/>
                  </a:lnTo>
                  <a:lnTo>
                    <a:pt x="33190" y="14480"/>
                  </a:lnTo>
                  <a:lnTo>
                    <a:pt x="31786" y="14861"/>
                  </a:lnTo>
                  <a:lnTo>
                    <a:pt x="30282" y="15242"/>
                  </a:lnTo>
                  <a:lnTo>
                    <a:pt x="29480" y="15402"/>
                  </a:lnTo>
                  <a:lnTo>
                    <a:pt x="28678" y="15583"/>
                  </a:lnTo>
                  <a:lnTo>
                    <a:pt x="27836" y="15743"/>
                  </a:lnTo>
                  <a:lnTo>
                    <a:pt x="26993" y="15884"/>
                  </a:lnTo>
                  <a:lnTo>
                    <a:pt x="26131" y="16024"/>
                  </a:lnTo>
                  <a:lnTo>
                    <a:pt x="25249" y="16144"/>
                  </a:lnTo>
                  <a:lnTo>
                    <a:pt x="24366" y="16245"/>
                  </a:lnTo>
                  <a:lnTo>
                    <a:pt x="23464" y="16345"/>
                  </a:lnTo>
                  <a:lnTo>
                    <a:pt x="22561" y="16405"/>
                  </a:lnTo>
                  <a:lnTo>
                    <a:pt x="21639" y="16465"/>
                  </a:lnTo>
                  <a:lnTo>
                    <a:pt x="20736" y="16485"/>
                  </a:lnTo>
                  <a:lnTo>
                    <a:pt x="19814" y="16505"/>
                  </a:lnTo>
                  <a:lnTo>
                    <a:pt x="18891" y="16485"/>
                  </a:lnTo>
                  <a:lnTo>
                    <a:pt x="17969" y="16425"/>
                  </a:lnTo>
                  <a:lnTo>
                    <a:pt x="17969" y="16425"/>
                  </a:lnTo>
                  <a:lnTo>
                    <a:pt x="16385" y="16305"/>
                  </a:lnTo>
                  <a:lnTo>
                    <a:pt x="14860" y="16144"/>
                  </a:lnTo>
                  <a:lnTo>
                    <a:pt x="13396" y="15944"/>
                  </a:lnTo>
                  <a:lnTo>
                    <a:pt x="11993" y="15723"/>
                  </a:lnTo>
                  <a:lnTo>
                    <a:pt x="10649" y="15462"/>
                  </a:lnTo>
                  <a:lnTo>
                    <a:pt x="9366" y="15202"/>
                  </a:lnTo>
                  <a:lnTo>
                    <a:pt x="8182" y="14921"/>
                  </a:lnTo>
                  <a:lnTo>
                    <a:pt x="7059" y="14640"/>
                  </a:lnTo>
                  <a:lnTo>
                    <a:pt x="6057" y="14359"/>
                  </a:lnTo>
                  <a:lnTo>
                    <a:pt x="5134" y="14079"/>
                  </a:lnTo>
                  <a:lnTo>
                    <a:pt x="4312" y="13818"/>
                  </a:lnTo>
                  <a:lnTo>
                    <a:pt x="3610" y="13557"/>
                  </a:lnTo>
                  <a:lnTo>
                    <a:pt x="3028" y="13337"/>
                  </a:lnTo>
                  <a:lnTo>
                    <a:pt x="2567" y="13156"/>
                  </a:lnTo>
                  <a:lnTo>
                    <a:pt x="2246" y="12996"/>
                  </a:lnTo>
                  <a:lnTo>
                    <a:pt x="2046" y="12875"/>
                  </a:lnTo>
                  <a:lnTo>
                    <a:pt x="2046" y="12875"/>
                  </a:lnTo>
                  <a:lnTo>
                    <a:pt x="1985" y="12815"/>
                  </a:lnTo>
                  <a:lnTo>
                    <a:pt x="1905" y="12735"/>
                  </a:lnTo>
                  <a:lnTo>
                    <a:pt x="1765" y="12494"/>
                  </a:lnTo>
                  <a:lnTo>
                    <a:pt x="1625" y="12153"/>
                  </a:lnTo>
                  <a:lnTo>
                    <a:pt x="1464" y="11752"/>
                  </a:lnTo>
                  <a:lnTo>
                    <a:pt x="1324" y="11291"/>
                  </a:lnTo>
                  <a:lnTo>
                    <a:pt x="1163" y="10790"/>
                  </a:lnTo>
                  <a:lnTo>
                    <a:pt x="862" y="9687"/>
                  </a:lnTo>
                  <a:lnTo>
                    <a:pt x="562" y="8584"/>
                  </a:lnTo>
                  <a:lnTo>
                    <a:pt x="321" y="7561"/>
                  </a:lnTo>
                  <a:lnTo>
                    <a:pt x="20" y="6217"/>
                  </a:lnTo>
                  <a:lnTo>
                    <a:pt x="20" y="6217"/>
                  </a:lnTo>
                  <a:lnTo>
                    <a:pt x="0" y="6037"/>
                  </a:lnTo>
                  <a:lnTo>
                    <a:pt x="20" y="5816"/>
                  </a:lnTo>
                  <a:lnTo>
                    <a:pt x="100" y="5596"/>
                  </a:lnTo>
                  <a:lnTo>
                    <a:pt x="221" y="5355"/>
                  </a:lnTo>
                  <a:lnTo>
                    <a:pt x="401" y="5074"/>
                  </a:lnTo>
                  <a:lnTo>
                    <a:pt x="642" y="4793"/>
                  </a:lnTo>
                  <a:lnTo>
                    <a:pt x="943" y="4493"/>
                  </a:lnTo>
                  <a:lnTo>
                    <a:pt x="1284" y="4172"/>
                  </a:lnTo>
                  <a:lnTo>
                    <a:pt x="1705" y="3851"/>
                  </a:lnTo>
                  <a:lnTo>
                    <a:pt x="2206" y="3510"/>
                  </a:lnTo>
                  <a:lnTo>
                    <a:pt x="2768" y="3169"/>
                  </a:lnTo>
                  <a:lnTo>
                    <a:pt x="3389" y="2828"/>
                  </a:lnTo>
                  <a:lnTo>
                    <a:pt x="4111" y="2467"/>
                  </a:lnTo>
                  <a:lnTo>
                    <a:pt x="4893" y="2126"/>
                  </a:lnTo>
                  <a:lnTo>
                    <a:pt x="5776" y="1785"/>
                  </a:lnTo>
                  <a:lnTo>
                    <a:pt x="6738" y="1444"/>
                  </a:lnTo>
                  <a:lnTo>
                    <a:pt x="6738" y="1444"/>
                  </a:lnTo>
                  <a:lnTo>
                    <a:pt x="7119" y="1324"/>
                  </a:lnTo>
                  <a:lnTo>
                    <a:pt x="7541" y="1204"/>
                  </a:lnTo>
                  <a:lnTo>
                    <a:pt x="8423" y="983"/>
                  </a:lnTo>
                  <a:lnTo>
                    <a:pt x="9406" y="782"/>
                  </a:lnTo>
                  <a:lnTo>
                    <a:pt x="10469" y="602"/>
                  </a:lnTo>
                  <a:lnTo>
                    <a:pt x="11592" y="462"/>
                  </a:lnTo>
                  <a:lnTo>
                    <a:pt x="12775" y="321"/>
                  </a:lnTo>
                  <a:lnTo>
                    <a:pt x="13998" y="221"/>
                  </a:lnTo>
                  <a:lnTo>
                    <a:pt x="15262" y="141"/>
                  </a:lnTo>
                  <a:lnTo>
                    <a:pt x="16565" y="61"/>
                  </a:lnTo>
                  <a:lnTo>
                    <a:pt x="17889" y="20"/>
                  </a:lnTo>
                  <a:lnTo>
                    <a:pt x="19212" y="0"/>
                  </a:lnTo>
                  <a:lnTo>
                    <a:pt x="20556" y="0"/>
                  </a:lnTo>
                  <a:lnTo>
                    <a:pt x="21900" y="20"/>
                  </a:lnTo>
                  <a:lnTo>
                    <a:pt x="23223" y="40"/>
                  </a:lnTo>
                  <a:lnTo>
                    <a:pt x="24527" y="101"/>
                  </a:lnTo>
                  <a:lnTo>
                    <a:pt x="25790" y="181"/>
                  </a:lnTo>
                  <a:lnTo>
                    <a:pt x="25790" y="181"/>
                  </a:lnTo>
                  <a:lnTo>
                    <a:pt x="26833" y="261"/>
                  </a:lnTo>
                  <a:lnTo>
                    <a:pt x="27856" y="361"/>
                  </a:lnTo>
                  <a:lnTo>
                    <a:pt x="28818" y="462"/>
                  </a:lnTo>
                  <a:lnTo>
                    <a:pt x="29761" y="582"/>
                  </a:lnTo>
                  <a:lnTo>
                    <a:pt x="30623" y="722"/>
                  </a:lnTo>
                  <a:lnTo>
                    <a:pt x="31466" y="863"/>
                  </a:lnTo>
                  <a:lnTo>
                    <a:pt x="32228" y="1023"/>
                  </a:lnTo>
                  <a:lnTo>
                    <a:pt x="32910" y="1184"/>
                  </a:lnTo>
                  <a:lnTo>
                    <a:pt x="32910" y="1184"/>
                  </a:lnTo>
                  <a:lnTo>
                    <a:pt x="33732" y="1424"/>
                  </a:lnTo>
                  <a:lnTo>
                    <a:pt x="34514" y="1705"/>
                  </a:lnTo>
                  <a:lnTo>
                    <a:pt x="35236" y="1966"/>
                  </a:lnTo>
                  <a:lnTo>
                    <a:pt x="35898" y="2267"/>
                  </a:lnTo>
                  <a:lnTo>
                    <a:pt x="36519" y="2567"/>
                  </a:lnTo>
                  <a:lnTo>
                    <a:pt x="37081" y="2868"/>
                  </a:lnTo>
                  <a:lnTo>
                    <a:pt x="37602" y="3169"/>
                  </a:lnTo>
                  <a:lnTo>
                    <a:pt x="38084" y="3470"/>
                  </a:lnTo>
                  <a:lnTo>
                    <a:pt x="38505" y="3771"/>
                  </a:lnTo>
                  <a:lnTo>
                    <a:pt x="38866" y="4031"/>
                  </a:lnTo>
                  <a:lnTo>
                    <a:pt x="39187" y="4312"/>
                  </a:lnTo>
                  <a:lnTo>
                    <a:pt x="39467" y="4533"/>
                  </a:lnTo>
                  <a:lnTo>
                    <a:pt x="39708" y="4753"/>
                  </a:lnTo>
                  <a:lnTo>
                    <a:pt x="39868" y="4934"/>
                  </a:lnTo>
                  <a:lnTo>
                    <a:pt x="40009" y="5094"/>
                  </a:lnTo>
                  <a:lnTo>
                    <a:pt x="40089" y="5194"/>
                  </a:lnTo>
                  <a:lnTo>
                    <a:pt x="40089" y="5194"/>
                  </a:lnTo>
                  <a:lnTo>
                    <a:pt x="40129" y="5315"/>
                  </a:lnTo>
                  <a:lnTo>
                    <a:pt x="40169" y="5495"/>
                  </a:lnTo>
                  <a:lnTo>
                    <a:pt x="40189" y="5736"/>
                  </a:lnTo>
                  <a:lnTo>
                    <a:pt x="40189" y="6037"/>
                  </a:lnTo>
                  <a:lnTo>
                    <a:pt x="40169" y="6799"/>
                  </a:lnTo>
                  <a:lnTo>
                    <a:pt x="40109" y="7681"/>
                  </a:lnTo>
                  <a:lnTo>
                    <a:pt x="40009" y="8644"/>
                  </a:lnTo>
                  <a:lnTo>
                    <a:pt x="39868" y="9627"/>
                  </a:lnTo>
                  <a:lnTo>
                    <a:pt x="39708" y="10549"/>
                  </a:lnTo>
                  <a:lnTo>
                    <a:pt x="39608" y="10990"/>
                  </a:lnTo>
                  <a:lnTo>
                    <a:pt x="39507" y="1139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6" name="Google Shape;5886;p26"/>
            <p:cNvSpPr/>
            <p:nvPr/>
          </p:nvSpPr>
          <p:spPr>
            <a:xfrm>
              <a:off x="11186375" y="4148438"/>
              <a:ext cx="987700" cy="412650"/>
            </a:xfrm>
            <a:custGeom>
              <a:avLst/>
              <a:gdLst/>
              <a:ahLst/>
              <a:cxnLst/>
              <a:rect l="l" t="t" r="r" b="b"/>
              <a:pathLst>
                <a:path w="39508" h="16506" extrusionOk="0">
                  <a:moveTo>
                    <a:pt x="20115" y="0"/>
                  </a:moveTo>
                  <a:lnTo>
                    <a:pt x="18149" y="20"/>
                  </a:lnTo>
                  <a:lnTo>
                    <a:pt x="16224" y="81"/>
                  </a:lnTo>
                  <a:lnTo>
                    <a:pt x="15282" y="141"/>
                  </a:lnTo>
                  <a:lnTo>
                    <a:pt x="14359" y="201"/>
                  </a:lnTo>
                  <a:lnTo>
                    <a:pt x="13457" y="261"/>
                  </a:lnTo>
                  <a:lnTo>
                    <a:pt x="12554" y="341"/>
                  </a:lnTo>
                  <a:lnTo>
                    <a:pt x="11712" y="442"/>
                  </a:lnTo>
                  <a:lnTo>
                    <a:pt x="10870" y="542"/>
                  </a:lnTo>
                  <a:lnTo>
                    <a:pt x="10087" y="662"/>
                  </a:lnTo>
                  <a:lnTo>
                    <a:pt x="9325" y="803"/>
                  </a:lnTo>
                  <a:lnTo>
                    <a:pt x="8603" y="943"/>
                  </a:lnTo>
                  <a:lnTo>
                    <a:pt x="7922" y="1103"/>
                  </a:lnTo>
                  <a:lnTo>
                    <a:pt x="7300" y="1264"/>
                  </a:lnTo>
                  <a:lnTo>
                    <a:pt x="6738" y="1444"/>
                  </a:lnTo>
                  <a:lnTo>
                    <a:pt x="5816" y="1765"/>
                  </a:lnTo>
                  <a:lnTo>
                    <a:pt x="4994" y="2086"/>
                  </a:lnTo>
                  <a:lnTo>
                    <a:pt x="4232" y="2407"/>
                  </a:lnTo>
                  <a:lnTo>
                    <a:pt x="3550" y="2748"/>
                  </a:lnTo>
                  <a:lnTo>
                    <a:pt x="2928" y="3069"/>
                  </a:lnTo>
                  <a:lnTo>
                    <a:pt x="2367" y="3390"/>
                  </a:lnTo>
                  <a:lnTo>
                    <a:pt x="1885" y="3710"/>
                  </a:lnTo>
                  <a:lnTo>
                    <a:pt x="1464" y="4031"/>
                  </a:lnTo>
                  <a:lnTo>
                    <a:pt x="1103" y="4332"/>
                  </a:lnTo>
                  <a:lnTo>
                    <a:pt x="802" y="4633"/>
                  </a:lnTo>
                  <a:lnTo>
                    <a:pt x="542" y="4914"/>
                  </a:lnTo>
                  <a:lnTo>
                    <a:pt x="341" y="5174"/>
                  </a:lnTo>
                  <a:lnTo>
                    <a:pt x="181" y="5415"/>
                  </a:lnTo>
                  <a:lnTo>
                    <a:pt x="80" y="5656"/>
                  </a:lnTo>
                  <a:lnTo>
                    <a:pt x="20" y="5856"/>
                  </a:lnTo>
                  <a:lnTo>
                    <a:pt x="0" y="6057"/>
                  </a:lnTo>
                  <a:lnTo>
                    <a:pt x="20" y="6217"/>
                  </a:lnTo>
                  <a:lnTo>
                    <a:pt x="321" y="7561"/>
                  </a:lnTo>
                  <a:lnTo>
                    <a:pt x="562" y="8584"/>
                  </a:lnTo>
                  <a:lnTo>
                    <a:pt x="862" y="9687"/>
                  </a:lnTo>
                  <a:lnTo>
                    <a:pt x="1163" y="10790"/>
                  </a:lnTo>
                  <a:lnTo>
                    <a:pt x="1324" y="11291"/>
                  </a:lnTo>
                  <a:lnTo>
                    <a:pt x="1464" y="11752"/>
                  </a:lnTo>
                  <a:lnTo>
                    <a:pt x="1625" y="12153"/>
                  </a:lnTo>
                  <a:lnTo>
                    <a:pt x="1765" y="12494"/>
                  </a:lnTo>
                  <a:lnTo>
                    <a:pt x="1905" y="12735"/>
                  </a:lnTo>
                  <a:lnTo>
                    <a:pt x="1985" y="12815"/>
                  </a:lnTo>
                  <a:lnTo>
                    <a:pt x="2046" y="12875"/>
                  </a:lnTo>
                  <a:lnTo>
                    <a:pt x="2246" y="12996"/>
                  </a:lnTo>
                  <a:lnTo>
                    <a:pt x="2567" y="13156"/>
                  </a:lnTo>
                  <a:lnTo>
                    <a:pt x="3028" y="13337"/>
                  </a:lnTo>
                  <a:lnTo>
                    <a:pt x="3610" y="13557"/>
                  </a:lnTo>
                  <a:lnTo>
                    <a:pt x="4312" y="13818"/>
                  </a:lnTo>
                  <a:lnTo>
                    <a:pt x="5134" y="14079"/>
                  </a:lnTo>
                  <a:lnTo>
                    <a:pt x="6057" y="14359"/>
                  </a:lnTo>
                  <a:lnTo>
                    <a:pt x="7059" y="14640"/>
                  </a:lnTo>
                  <a:lnTo>
                    <a:pt x="8182" y="14921"/>
                  </a:lnTo>
                  <a:lnTo>
                    <a:pt x="9366" y="15202"/>
                  </a:lnTo>
                  <a:lnTo>
                    <a:pt x="10649" y="15462"/>
                  </a:lnTo>
                  <a:lnTo>
                    <a:pt x="11993" y="15723"/>
                  </a:lnTo>
                  <a:lnTo>
                    <a:pt x="13396" y="15944"/>
                  </a:lnTo>
                  <a:lnTo>
                    <a:pt x="14860" y="16144"/>
                  </a:lnTo>
                  <a:lnTo>
                    <a:pt x="16385" y="16305"/>
                  </a:lnTo>
                  <a:lnTo>
                    <a:pt x="17969" y="16425"/>
                  </a:lnTo>
                  <a:lnTo>
                    <a:pt x="18992" y="16485"/>
                  </a:lnTo>
                  <a:lnTo>
                    <a:pt x="20035" y="16505"/>
                  </a:lnTo>
                  <a:lnTo>
                    <a:pt x="20897" y="16485"/>
                  </a:lnTo>
                  <a:lnTo>
                    <a:pt x="21739" y="16465"/>
                  </a:lnTo>
                  <a:lnTo>
                    <a:pt x="22602" y="16405"/>
                  </a:lnTo>
                  <a:lnTo>
                    <a:pt x="23444" y="16345"/>
                  </a:lnTo>
                  <a:lnTo>
                    <a:pt x="24286" y="16265"/>
                  </a:lnTo>
                  <a:lnTo>
                    <a:pt x="25108" y="16164"/>
                  </a:lnTo>
                  <a:lnTo>
                    <a:pt x="25931" y="16044"/>
                  </a:lnTo>
                  <a:lnTo>
                    <a:pt x="26733" y="15924"/>
                  </a:lnTo>
                  <a:lnTo>
                    <a:pt x="27515" y="15803"/>
                  </a:lnTo>
                  <a:lnTo>
                    <a:pt x="28297" y="15643"/>
                  </a:lnTo>
                  <a:lnTo>
                    <a:pt x="29801" y="15342"/>
                  </a:lnTo>
                  <a:lnTo>
                    <a:pt x="31245" y="15001"/>
                  </a:lnTo>
                  <a:lnTo>
                    <a:pt x="32589" y="14660"/>
                  </a:lnTo>
                  <a:lnTo>
                    <a:pt x="33832" y="14299"/>
                  </a:lnTo>
                  <a:lnTo>
                    <a:pt x="34975" y="13958"/>
                  </a:lnTo>
                  <a:lnTo>
                    <a:pt x="35998" y="13617"/>
                  </a:lnTo>
                  <a:lnTo>
                    <a:pt x="36900" y="13317"/>
                  </a:lnTo>
                  <a:lnTo>
                    <a:pt x="38224" y="12835"/>
                  </a:lnTo>
                  <a:lnTo>
                    <a:pt x="38906" y="12575"/>
                  </a:lnTo>
                  <a:lnTo>
                    <a:pt x="38986" y="12514"/>
                  </a:lnTo>
                  <a:lnTo>
                    <a:pt x="39066" y="12434"/>
                  </a:lnTo>
                  <a:lnTo>
                    <a:pt x="39146" y="12334"/>
                  </a:lnTo>
                  <a:lnTo>
                    <a:pt x="39227" y="12194"/>
                  </a:lnTo>
                  <a:lnTo>
                    <a:pt x="39367" y="11833"/>
                  </a:lnTo>
                  <a:lnTo>
                    <a:pt x="39507" y="11391"/>
                  </a:lnTo>
                  <a:lnTo>
                    <a:pt x="39507" y="11391"/>
                  </a:lnTo>
                  <a:lnTo>
                    <a:pt x="38645" y="11632"/>
                  </a:lnTo>
                  <a:lnTo>
                    <a:pt x="37783" y="11873"/>
                  </a:lnTo>
                  <a:lnTo>
                    <a:pt x="36920" y="12073"/>
                  </a:lnTo>
                  <a:lnTo>
                    <a:pt x="36038" y="12274"/>
                  </a:lnTo>
                  <a:lnTo>
                    <a:pt x="35176" y="12474"/>
                  </a:lnTo>
                  <a:lnTo>
                    <a:pt x="34293" y="12635"/>
                  </a:lnTo>
                  <a:lnTo>
                    <a:pt x="33411" y="12795"/>
                  </a:lnTo>
                  <a:lnTo>
                    <a:pt x="32528" y="12936"/>
                  </a:lnTo>
                  <a:lnTo>
                    <a:pt x="31626" y="13056"/>
                  </a:lnTo>
                  <a:lnTo>
                    <a:pt x="30744" y="13156"/>
                  </a:lnTo>
                  <a:lnTo>
                    <a:pt x="29841" y="13256"/>
                  </a:lnTo>
                  <a:lnTo>
                    <a:pt x="28959" y="13317"/>
                  </a:lnTo>
                  <a:lnTo>
                    <a:pt x="28056" y="13377"/>
                  </a:lnTo>
                  <a:lnTo>
                    <a:pt x="27154" y="13417"/>
                  </a:lnTo>
                  <a:lnTo>
                    <a:pt x="26251" y="13437"/>
                  </a:lnTo>
                  <a:lnTo>
                    <a:pt x="25369" y="13457"/>
                  </a:lnTo>
                  <a:lnTo>
                    <a:pt x="24587" y="13437"/>
                  </a:lnTo>
                  <a:lnTo>
                    <a:pt x="23825" y="13437"/>
                  </a:lnTo>
                  <a:lnTo>
                    <a:pt x="23063" y="13397"/>
                  </a:lnTo>
                  <a:lnTo>
                    <a:pt x="22281" y="13357"/>
                  </a:lnTo>
                  <a:lnTo>
                    <a:pt x="21519" y="13297"/>
                  </a:lnTo>
                  <a:lnTo>
                    <a:pt x="20756" y="13236"/>
                  </a:lnTo>
                  <a:lnTo>
                    <a:pt x="19974" y="13156"/>
                  </a:lnTo>
                  <a:lnTo>
                    <a:pt x="19212" y="13056"/>
                  </a:lnTo>
                  <a:lnTo>
                    <a:pt x="18410" y="12956"/>
                  </a:lnTo>
                  <a:lnTo>
                    <a:pt x="17608" y="12835"/>
                  </a:lnTo>
                  <a:lnTo>
                    <a:pt x="16806" y="12695"/>
                  </a:lnTo>
                  <a:lnTo>
                    <a:pt x="16004" y="12554"/>
                  </a:lnTo>
                  <a:lnTo>
                    <a:pt x="15201" y="12374"/>
                  </a:lnTo>
                  <a:lnTo>
                    <a:pt x="14399" y="12214"/>
                  </a:lnTo>
                  <a:lnTo>
                    <a:pt x="13617" y="12013"/>
                  </a:lnTo>
                  <a:lnTo>
                    <a:pt x="12835" y="11792"/>
                  </a:lnTo>
                  <a:lnTo>
                    <a:pt x="12233" y="11612"/>
                  </a:lnTo>
                  <a:lnTo>
                    <a:pt x="11592" y="11391"/>
                  </a:lnTo>
                  <a:lnTo>
                    <a:pt x="11291" y="11271"/>
                  </a:lnTo>
                  <a:lnTo>
                    <a:pt x="10970" y="11131"/>
                  </a:lnTo>
                  <a:lnTo>
                    <a:pt x="10669" y="10970"/>
                  </a:lnTo>
                  <a:lnTo>
                    <a:pt x="10388" y="10810"/>
                  </a:lnTo>
                  <a:lnTo>
                    <a:pt x="9566" y="10629"/>
                  </a:lnTo>
                  <a:lnTo>
                    <a:pt x="8784" y="10429"/>
                  </a:lnTo>
                  <a:lnTo>
                    <a:pt x="7922" y="10188"/>
                  </a:lnTo>
                  <a:lnTo>
                    <a:pt x="7119" y="9907"/>
                  </a:lnTo>
                  <a:lnTo>
                    <a:pt x="6357" y="9627"/>
                  </a:lnTo>
                  <a:lnTo>
                    <a:pt x="5635" y="9346"/>
                  </a:lnTo>
                  <a:lnTo>
                    <a:pt x="4974" y="9045"/>
                  </a:lnTo>
                  <a:lnTo>
                    <a:pt x="4372" y="8724"/>
                  </a:lnTo>
                  <a:lnTo>
                    <a:pt x="3831" y="8423"/>
                  </a:lnTo>
                  <a:lnTo>
                    <a:pt x="3329" y="8122"/>
                  </a:lnTo>
                  <a:lnTo>
                    <a:pt x="2888" y="7802"/>
                  </a:lnTo>
                  <a:lnTo>
                    <a:pt x="2507" y="7501"/>
                  </a:lnTo>
                  <a:lnTo>
                    <a:pt x="2186" y="7220"/>
                  </a:lnTo>
                  <a:lnTo>
                    <a:pt x="1925" y="6939"/>
                  </a:lnTo>
                  <a:lnTo>
                    <a:pt x="1725" y="6679"/>
                  </a:lnTo>
                  <a:lnTo>
                    <a:pt x="1584" y="6438"/>
                  </a:lnTo>
                  <a:lnTo>
                    <a:pt x="1544" y="6318"/>
                  </a:lnTo>
                  <a:lnTo>
                    <a:pt x="1504" y="6197"/>
                  </a:lnTo>
                  <a:lnTo>
                    <a:pt x="1484" y="6097"/>
                  </a:lnTo>
                  <a:lnTo>
                    <a:pt x="1504" y="5997"/>
                  </a:lnTo>
                  <a:lnTo>
                    <a:pt x="1524" y="5856"/>
                  </a:lnTo>
                  <a:lnTo>
                    <a:pt x="1564" y="5736"/>
                  </a:lnTo>
                  <a:lnTo>
                    <a:pt x="1604" y="5596"/>
                  </a:lnTo>
                  <a:lnTo>
                    <a:pt x="1685" y="5455"/>
                  </a:lnTo>
                  <a:lnTo>
                    <a:pt x="1785" y="5315"/>
                  </a:lnTo>
                  <a:lnTo>
                    <a:pt x="1885" y="5174"/>
                  </a:lnTo>
                  <a:lnTo>
                    <a:pt x="2146" y="4874"/>
                  </a:lnTo>
                  <a:lnTo>
                    <a:pt x="2467" y="4593"/>
                  </a:lnTo>
                  <a:lnTo>
                    <a:pt x="2828" y="4312"/>
                  </a:lnTo>
                  <a:lnTo>
                    <a:pt x="3249" y="4011"/>
                  </a:lnTo>
                  <a:lnTo>
                    <a:pt x="3710" y="3730"/>
                  </a:lnTo>
                  <a:lnTo>
                    <a:pt x="4212" y="3470"/>
                  </a:lnTo>
                  <a:lnTo>
                    <a:pt x="4733" y="3209"/>
                  </a:lnTo>
                  <a:lnTo>
                    <a:pt x="5294" y="2948"/>
                  </a:lnTo>
                  <a:lnTo>
                    <a:pt x="5856" y="2728"/>
                  </a:lnTo>
                  <a:lnTo>
                    <a:pt x="6458" y="2507"/>
                  </a:lnTo>
                  <a:lnTo>
                    <a:pt x="7059" y="2307"/>
                  </a:lnTo>
                  <a:lnTo>
                    <a:pt x="7681" y="2126"/>
                  </a:lnTo>
                  <a:lnTo>
                    <a:pt x="8283" y="1966"/>
                  </a:lnTo>
                  <a:lnTo>
                    <a:pt x="8864" y="1845"/>
                  </a:lnTo>
                  <a:lnTo>
                    <a:pt x="9466" y="1725"/>
                  </a:lnTo>
                  <a:lnTo>
                    <a:pt x="10128" y="1605"/>
                  </a:lnTo>
                  <a:lnTo>
                    <a:pt x="10809" y="1504"/>
                  </a:lnTo>
                  <a:lnTo>
                    <a:pt x="12273" y="1324"/>
                  </a:lnTo>
                  <a:lnTo>
                    <a:pt x="13858" y="1164"/>
                  </a:lnTo>
                  <a:lnTo>
                    <a:pt x="15542" y="1063"/>
                  </a:lnTo>
                  <a:lnTo>
                    <a:pt x="17267" y="963"/>
                  </a:lnTo>
                  <a:lnTo>
                    <a:pt x="19032" y="923"/>
                  </a:lnTo>
                  <a:lnTo>
                    <a:pt x="20837" y="903"/>
                  </a:lnTo>
                  <a:lnTo>
                    <a:pt x="21017" y="903"/>
                  </a:lnTo>
                  <a:lnTo>
                    <a:pt x="22200" y="682"/>
                  </a:lnTo>
                  <a:lnTo>
                    <a:pt x="23404" y="482"/>
                  </a:lnTo>
                  <a:lnTo>
                    <a:pt x="24587" y="321"/>
                  </a:lnTo>
                  <a:lnTo>
                    <a:pt x="25790" y="181"/>
                  </a:lnTo>
                  <a:lnTo>
                    <a:pt x="24406" y="101"/>
                  </a:lnTo>
                  <a:lnTo>
                    <a:pt x="23003" y="40"/>
                  </a:lnTo>
                  <a:lnTo>
                    <a:pt x="21559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7" name="Google Shape;5887;p26"/>
            <p:cNvSpPr/>
            <p:nvPr/>
          </p:nvSpPr>
          <p:spPr>
            <a:xfrm>
              <a:off x="11186375" y="4148438"/>
              <a:ext cx="987700" cy="412650"/>
            </a:xfrm>
            <a:custGeom>
              <a:avLst/>
              <a:gdLst/>
              <a:ahLst/>
              <a:cxnLst/>
              <a:rect l="l" t="t" r="r" b="b"/>
              <a:pathLst>
                <a:path w="39508" h="16506" fill="none" extrusionOk="0">
                  <a:moveTo>
                    <a:pt x="20115" y="0"/>
                  </a:moveTo>
                  <a:lnTo>
                    <a:pt x="20115" y="0"/>
                  </a:lnTo>
                  <a:lnTo>
                    <a:pt x="18149" y="20"/>
                  </a:lnTo>
                  <a:lnTo>
                    <a:pt x="16224" y="81"/>
                  </a:lnTo>
                  <a:lnTo>
                    <a:pt x="15282" y="141"/>
                  </a:lnTo>
                  <a:lnTo>
                    <a:pt x="14359" y="201"/>
                  </a:lnTo>
                  <a:lnTo>
                    <a:pt x="13457" y="261"/>
                  </a:lnTo>
                  <a:lnTo>
                    <a:pt x="12554" y="341"/>
                  </a:lnTo>
                  <a:lnTo>
                    <a:pt x="11712" y="442"/>
                  </a:lnTo>
                  <a:lnTo>
                    <a:pt x="10870" y="542"/>
                  </a:lnTo>
                  <a:lnTo>
                    <a:pt x="10087" y="662"/>
                  </a:lnTo>
                  <a:lnTo>
                    <a:pt x="9325" y="803"/>
                  </a:lnTo>
                  <a:lnTo>
                    <a:pt x="8603" y="943"/>
                  </a:lnTo>
                  <a:lnTo>
                    <a:pt x="7922" y="1103"/>
                  </a:lnTo>
                  <a:lnTo>
                    <a:pt x="7300" y="1264"/>
                  </a:lnTo>
                  <a:lnTo>
                    <a:pt x="6738" y="1444"/>
                  </a:lnTo>
                  <a:lnTo>
                    <a:pt x="6738" y="1444"/>
                  </a:lnTo>
                  <a:lnTo>
                    <a:pt x="5816" y="1765"/>
                  </a:lnTo>
                  <a:lnTo>
                    <a:pt x="4994" y="2086"/>
                  </a:lnTo>
                  <a:lnTo>
                    <a:pt x="4232" y="2407"/>
                  </a:lnTo>
                  <a:lnTo>
                    <a:pt x="3550" y="2748"/>
                  </a:lnTo>
                  <a:lnTo>
                    <a:pt x="2928" y="3069"/>
                  </a:lnTo>
                  <a:lnTo>
                    <a:pt x="2367" y="3390"/>
                  </a:lnTo>
                  <a:lnTo>
                    <a:pt x="1885" y="3710"/>
                  </a:lnTo>
                  <a:lnTo>
                    <a:pt x="1464" y="4031"/>
                  </a:lnTo>
                  <a:lnTo>
                    <a:pt x="1103" y="4332"/>
                  </a:lnTo>
                  <a:lnTo>
                    <a:pt x="802" y="4633"/>
                  </a:lnTo>
                  <a:lnTo>
                    <a:pt x="542" y="4914"/>
                  </a:lnTo>
                  <a:lnTo>
                    <a:pt x="341" y="5174"/>
                  </a:lnTo>
                  <a:lnTo>
                    <a:pt x="181" y="5415"/>
                  </a:lnTo>
                  <a:lnTo>
                    <a:pt x="80" y="5656"/>
                  </a:lnTo>
                  <a:lnTo>
                    <a:pt x="20" y="5856"/>
                  </a:lnTo>
                  <a:lnTo>
                    <a:pt x="0" y="6057"/>
                  </a:lnTo>
                  <a:lnTo>
                    <a:pt x="0" y="6057"/>
                  </a:lnTo>
                  <a:lnTo>
                    <a:pt x="20" y="6217"/>
                  </a:lnTo>
                  <a:lnTo>
                    <a:pt x="20" y="6217"/>
                  </a:lnTo>
                  <a:lnTo>
                    <a:pt x="321" y="7561"/>
                  </a:lnTo>
                  <a:lnTo>
                    <a:pt x="562" y="8584"/>
                  </a:lnTo>
                  <a:lnTo>
                    <a:pt x="862" y="9687"/>
                  </a:lnTo>
                  <a:lnTo>
                    <a:pt x="1163" y="10790"/>
                  </a:lnTo>
                  <a:lnTo>
                    <a:pt x="1324" y="11291"/>
                  </a:lnTo>
                  <a:lnTo>
                    <a:pt x="1464" y="11752"/>
                  </a:lnTo>
                  <a:lnTo>
                    <a:pt x="1625" y="12153"/>
                  </a:lnTo>
                  <a:lnTo>
                    <a:pt x="1765" y="12494"/>
                  </a:lnTo>
                  <a:lnTo>
                    <a:pt x="1905" y="12735"/>
                  </a:lnTo>
                  <a:lnTo>
                    <a:pt x="1985" y="12815"/>
                  </a:lnTo>
                  <a:lnTo>
                    <a:pt x="2046" y="12875"/>
                  </a:lnTo>
                  <a:lnTo>
                    <a:pt x="2046" y="12875"/>
                  </a:lnTo>
                  <a:lnTo>
                    <a:pt x="2246" y="12996"/>
                  </a:lnTo>
                  <a:lnTo>
                    <a:pt x="2567" y="13156"/>
                  </a:lnTo>
                  <a:lnTo>
                    <a:pt x="3028" y="13337"/>
                  </a:lnTo>
                  <a:lnTo>
                    <a:pt x="3610" y="13557"/>
                  </a:lnTo>
                  <a:lnTo>
                    <a:pt x="4312" y="13818"/>
                  </a:lnTo>
                  <a:lnTo>
                    <a:pt x="5134" y="14079"/>
                  </a:lnTo>
                  <a:lnTo>
                    <a:pt x="6057" y="14359"/>
                  </a:lnTo>
                  <a:lnTo>
                    <a:pt x="7059" y="14640"/>
                  </a:lnTo>
                  <a:lnTo>
                    <a:pt x="8182" y="14921"/>
                  </a:lnTo>
                  <a:lnTo>
                    <a:pt x="9366" y="15202"/>
                  </a:lnTo>
                  <a:lnTo>
                    <a:pt x="10649" y="15462"/>
                  </a:lnTo>
                  <a:lnTo>
                    <a:pt x="11993" y="15723"/>
                  </a:lnTo>
                  <a:lnTo>
                    <a:pt x="13396" y="15944"/>
                  </a:lnTo>
                  <a:lnTo>
                    <a:pt x="14860" y="16144"/>
                  </a:lnTo>
                  <a:lnTo>
                    <a:pt x="16385" y="16305"/>
                  </a:lnTo>
                  <a:lnTo>
                    <a:pt x="17969" y="16425"/>
                  </a:lnTo>
                  <a:lnTo>
                    <a:pt x="17969" y="16425"/>
                  </a:lnTo>
                  <a:lnTo>
                    <a:pt x="18992" y="16485"/>
                  </a:lnTo>
                  <a:lnTo>
                    <a:pt x="20035" y="16505"/>
                  </a:lnTo>
                  <a:lnTo>
                    <a:pt x="20035" y="16505"/>
                  </a:lnTo>
                  <a:lnTo>
                    <a:pt x="20897" y="16485"/>
                  </a:lnTo>
                  <a:lnTo>
                    <a:pt x="21739" y="16465"/>
                  </a:lnTo>
                  <a:lnTo>
                    <a:pt x="22602" y="16405"/>
                  </a:lnTo>
                  <a:lnTo>
                    <a:pt x="23444" y="16345"/>
                  </a:lnTo>
                  <a:lnTo>
                    <a:pt x="24286" y="16265"/>
                  </a:lnTo>
                  <a:lnTo>
                    <a:pt x="25108" y="16164"/>
                  </a:lnTo>
                  <a:lnTo>
                    <a:pt x="25931" y="16044"/>
                  </a:lnTo>
                  <a:lnTo>
                    <a:pt x="26733" y="15924"/>
                  </a:lnTo>
                  <a:lnTo>
                    <a:pt x="27515" y="15803"/>
                  </a:lnTo>
                  <a:lnTo>
                    <a:pt x="28297" y="15643"/>
                  </a:lnTo>
                  <a:lnTo>
                    <a:pt x="29801" y="15342"/>
                  </a:lnTo>
                  <a:lnTo>
                    <a:pt x="31245" y="15001"/>
                  </a:lnTo>
                  <a:lnTo>
                    <a:pt x="32589" y="14660"/>
                  </a:lnTo>
                  <a:lnTo>
                    <a:pt x="33832" y="14299"/>
                  </a:lnTo>
                  <a:lnTo>
                    <a:pt x="34975" y="13958"/>
                  </a:lnTo>
                  <a:lnTo>
                    <a:pt x="35998" y="13617"/>
                  </a:lnTo>
                  <a:lnTo>
                    <a:pt x="36900" y="13317"/>
                  </a:lnTo>
                  <a:lnTo>
                    <a:pt x="38224" y="12835"/>
                  </a:lnTo>
                  <a:lnTo>
                    <a:pt x="38906" y="12575"/>
                  </a:lnTo>
                  <a:lnTo>
                    <a:pt x="38906" y="12575"/>
                  </a:lnTo>
                  <a:lnTo>
                    <a:pt x="38986" y="12514"/>
                  </a:lnTo>
                  <a:lnTo>
                    <a:pt x="39066" y="12434"/>
                  </a:lnTo>
                  <a:lnTo>
                    <a:pt x="39146" y="12334"/>
                  </a:lnTo>
                  <a:lnTo>
                    <a:pt x="39227" y="12194"/>
                  </a:lnTo>
                  <a:lnTo>
                    <a:pt x="39367" y="11833"/>
                  </a:lnTo>
                  <a:lnTo>
                    <a:pt x="39507" y="11391"/>
                  </a:lnTo>
                  <a:lnTo>
                    <a:pt x="39507" y="11391"/>
                  </a:lnTo>
                  <a:lnTo>
                    <a:pt x="38645" y="11632"/>
                  </a:lnTo>
                  <a:lnTo>
                    <a:pt x="37783" y="11873"/>
                  </a:lnTo>
                  <a:lnTo>
                    <a:pt x="36920" y="12073"/>
                  </a:lnTo>
                  <a:lnTo>
                    <a:pt x="36038" y="12274"/>
                  </a:lnTo>
                  <a:lnTo>
                    <a:pt x="35176" y="12474"/>
                  </a:lnTo>
                  <a:lnTo>
                    <a:pt x="34293" y="12635"/>
                  </a:lnTo>
                  <a:lnTo>
                    <a:pt x="33411" y="12795"/>
                  </a:lnTo>
                  <a:lnTo>
                    <a:pt x="32528" y="12936"/>
                  </a:lnTo>
                  <a:lnTo>
                    <a:pt x="31626" y="13056"/>
                  </a:lnTo>
                  <a:lnTo>
                    <a:pt x="30744" y="13156"/>
                  </a:lnTo>
                  <a:lnTo>
                    <a:pt x="29841" y="13256"/>
                  </a:lnTo>
                  <a:lnTo>
                    <a:pt x="28959" y="13317"/>
                  </a:lnTo>
                  <a:lnTo>
                    <a:pt x="28056" y="13377"/>
                  </a:lnTo>
                  <a:lnTo>
                    <a:pt x="27154" y="13417"/>
                  </a:lnTo>
                  <a:lnTo>
                    <a:pt x="26251" y="13437"/>
                  </a:lnTo>
                  <a:lnTo>
                    <a:pt x="25369" y="13457"/>
                  </a:lnTo>
                  <a:lnTo>
                    <a:pt x="25369" y="13457"/>
                  </a:lnTo>
                  <a:lnTo>
                    <a:pt x="24587" y="13437"/>
                  </a:lnTo>
                  <a:lnTo>
                    <a:pt x="23825" y="13437"/>
                  </a:lnTo>
                  <a:lnTo>
                    <a:pt x="23063" y="13397"/>
                  </a:lnTo>
                  <a:lnTo>
                    <a:pt x="22281" y="13357"/>
                  </a:lnTo>
                  <a:lnTo>
                    <a:pt x="21519" y="13297"/>
                  </a:lnTo>
                  <a:lnTo>
                    <a:pt x="20756" y="13236"/>
                  </a:lnTo>
                  <a:lnTo>
                    <a:pt x="19974" y="13156"/>
                  </a:lnTo>
                  <a:lnTo>
                    <a:pt x="19212" y="13056"/>
                  </a:lnTo>
                  <a:lnTo>
                    <a:pt x="19212" y="13056"/>
                  </a:lnTo>
                  <a:lnTo>
                    <a:pt x="18410" y="12956"/>
                  </a:lnTo>
                  <a:lnTo>
                    <a:pt x="17608" y="12835"/>
                  </a:lnTo>
                  <a:lnTo>
                    <a:pt x="16806" y="12695"/>
                  </a:lnTo>
                  <a:lnTo>
                    <a:pt x="16004" y="12554"/>
                  </a:lnTo>
                  <a:lnTo>
                    <a:pt x="15201" y="12374"/>
                  </a:lnTo>
                  <a:lnTo>
                    <a:pt x="14399" y="12214"/>
                  </a:lnTo>
                  <a:lnTo>
                    <a:pt x="13617" y="12013"/>
                  </a:lnTo>
                  <a:lnTo>
                    <a:pt x="12835" y="11792"/>
                  </a:lnTo>
                  <a:lnTo>
                    <a:pt x="12835" y="11792"/>
                  </a:lnTo>
                  <a:lnTo>
                    <a:pt x="12233" y="11612"/>
                  </a:lnTo>
                  <a:lnTo>
                    <a:pt x="11592" y="11391"/>
                  </a:lnTo>
                  <a:lnTo>
                    <a:pt x="11291" y="11271"/>
                  </a:lnTo>
                  <a:lnTo>
                    <a:pt x="10970" y="11131"/>
                  </a:lnTo>
                  <a:lnTo>
                    <a:pt x="10669" y="10970"/>
                  </a:lnTo>
                  <a:lnTo>
                    <a:pt x="10388" y="10810"/>
                  </a:lnTo>
                  <a:lnTo>
                    <a:pt x="10388" y="10810"/>
                  </a:lnTo>
                  <a:lnTo>
                    <a:pt x="9566" y="10629"/>
                  </a:lnTo>
                  <a:lnTo>
                    <a:pt x="8784" y="10429"/>
                  </a:lnTo>
                  <a:lnTo>
                    <a:pt x="8784" y="10429"/>
                  </a:lnTo>
                  <a:lnTo>
                    <a:pt x="7922" y="10188"/>
                  </a:lnTo>
                  <a:lnTo>
                    <a:pt x="7119" y="9907"/>
                  </a:lnTo>
                  <a:lnTo>
                    <a:pt x="6357" y="9627"/>
                  </a:lnTo>
                  <a:lnTo>
                    <a:pt x="5635" y="9346"/>
                  </a:lnTo>
                  <a:lnTo>
                    <a:pt x="4974" y="9045"/>
                  </a:lnTo>
                  <a:lnTo>
                    <a:pt x="4372" y="8724"/>
                  </a:lnTo>
                  <a:lnTo>
                    <a:pt x="3831" y="8423"/>
                  </a:lnTo>
                  <a:lnTo>
                    <a:pt x="3329" y="8122"/>
                  </a:lnTo>
                  <a:lnTo>
                    <a:pt x="2888" y="7802"/>
                  </a:lnTo>
                  <a:lnTo>
                    <a:pt x="2507" y="7501"/>
                  </a:lnTo>
                  <a:lnTo>
                    <a:pt x="2186" y="7220"/>
                  </a:lnTo>
                  <a:lnTo>
                    <a:pt x="1925" y="6939"/>
                  </a:lnTo>
                  <a:lnTo>
                    <a:pt x="1725" y="6679"/>
                  </a:lnTo>
                  <a:lnTo>
                    <a:pt x="1584" y="6438"/>
                  </a:lnTo>
                  <a:lnTo>
                    <a:pt x="1544" y="6318"/>
                  </a:lnTo>
                  <a:lnTo>
                    <a:pt x="1504" y="6197"/>
                  </a:lnTo>
                  <a:lnTo>
                    <a:pt x="1484" y="6097"/>
                  </a:lnTo>
                  <a:lnTo>
                    <a:pt x="1504" y="5997"/>
                  </a:lnTo>
                  <a:lnTo>
                    <a:pt x="1504" y="5997"/>
                  </a:lnTo>
                  <a:lnTo>
                    <a:pt x="1524" y="5856"/>
                  </a:lnTo>
                  <a:lnTo>
                    <a:pt x="1564" y="5736"/>
                  </a:lnTo>
                  <a:lnTo>
                    <a:pt x="1604" y="5596"/>
                  </a:lnTo>
                  <a:lnTo>
                    <a:pt x="1685" y="5455"/>
                  </a:lnTo>
                  <a:lnTo>
                    <a:pt x="1785" y="5315"/>
                  </a:lnTo>
                  <a:lnTo>
                    <a:pt x="1885" y="5174"/>
                  </a:lnTo>
                  <a:lnTo>
                    <a:pt x="2146" y="4874"/>
                  </a:lnTo>
                  <a:lnTo>
                    <a:pt x="2467" y="4593"/>
                  </a:lnTo>
                  <a:lnTo>
                    <a:pt x="2828" y="4312"/>
                  </a:lnTo>
                  <a:lnTo>
                    <a:pt x="3249" y="4011"/>
                  </a:lnTo>
                  <a:lnTo>
                    <a:pt x="3710" y="3730"/>
                  </a:lnTo>
                  <a:lnTo>
                    <a:pt x="4212" y="3470"/>
                  </a:lnTo>
                  <a:lnTo>
                    <a:pt x="4733" y="3209"/>
                  </a:lnTo>
                  <a:lnTo>
                    <a:pt x="5294" y="2948"/>
                  </a:lnTo>
                  <a:lnTo>
                    <a:pt x="5856" y="2728"/>
                  </a:lnTo>
                  <a:lnTo>
                    <a:pt x="6458" y="2507"/>
                  </a:lnTo>
                  <a:lnTo>
                    <a:pt x="7059" y="2307"/>
                  </a:lnTo>
                  <a:lnTo>
                    <a:pt x="7681" y="2126"/>
                  </a:lnTo>
                  <a:lnTo>
                    <a:pt x="8283" y="1966"/>
                  </a:lnTo>
                  <a:lnTo>
                    <a:pt x="8283" y="1966"/>
                  </a:lnTo>
                  <a:lnTo>
                    <a:pt x="8864" y="1845"/>
                  </a:lnTo>
                  <a:lnTo>
                    <a:pt x="9466" y="1725"/>
                  </a:lnTo>
                  <a:lnTo>
                    <a:pt x="10128" y="1605"/>
                  </a:lnTo>
                  <a:lnTo>
                    <a:pt x="10809" y="1504"/>
                  </a:lnTo>
                  <a:lnTo>
                    <a:pt x="12273" y="1324"/>
                  </a:lnTo>
                  <a:lnTo>
                    <a:pt x="13858" y="1164"/>
                  </a:lnTo>
                  <a:lnTo>
                    <a:pt x="15542" y="1063"/>
                  </a:lnTo>
                  <a:lnTo>
                    <a:pt x="17267" y="963"/>
                  </a:lnTo>
                  <a:lnTo>
                    <a:pt x="19032" y="923"/>
                  </a:lnTo>
                  <a:lnTo>
                    <a:pt x="20837" y="903"/>
                  </a:lnTo>
                  <a:lnTo>
                    <a:pt x="20837" y="903"/>
                  </a:lnTo>
                  <a:lnTo>
                    <a:pt x="21017" y="903"/>
                  </a:lnTo>
                  <a:lnTo>
                    <a:pt x="21017" y="903"/>
                  </a:lnTo>
                  <a:lnTo>
                    <a:pt x="22200" y="682"/>
                  </a:lnTo>
                  <a:lnTo>
                    <a:pt x="23404" y="482"/>
                  </a:lnTo>
                  <a:lnTo>
                    <a:pt x="24587" y="321"/>
                  </a:lnTo>
                  <a:lnTo>
                    <a:pt x="25790" y="181"/>
                  </a:lnTo>
                  <a:lnTo>
                    <a:pt x="25790" y="181"/>
                  </a:lnTo>
                  <a:lnTo>
                    <a:pt x="24406" y="101"/>
                  </a:lnTo>
                  <a:lnTo>
                    <a:pt x="23003" y="40"/>
                  </a:lnTo>
                  <a:lnTo>
                    <a:pt x="21559" y="0"/>
                  </a:lnTo>
                  <a:lnTo>
                    <a:pt x="2011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8" name="Google Shape;5888;p26"/>
            <p:cNvSpPr/>
            <p:nvPr/>
          </p:nvSpPr>
          <p:spPr>
            <a:xfrm>
              <a:off x="11223475" y="4170988"/>
              <a:ext cx="943075" cy="265250"/>
            </a:xfrm>
            <a:custGeom>
              <a:avLst/>
              <a:gdLst/>
              <a:ahLst/>
              <a:cxnLst/>
              <a:rect l="l" t="t" r="r" b="b"/>
              <a:pathLst>
                <a:path w="37723" h="10610" extrusionOk="0">
                  <a:moveTo>
                    <a:pt x="18771" y="1"/>
                  </a:moveTo>
                  <a:lnTo>
                    <a:pt x="17708" y="21"/>
                  </a:lnTo>
                  <a:lnTo>
                    <a:pt x="16665" y="41"/>
                  </a:lnTo>
                  <a:lnTo>
                    <a:pt x="15623" y="81"/>
                  </a:lnTo>
                  <a:lnTo>
                    <a:pt x="14600" y="121"/>
                  </a:lnTo>
                  <a:lnTo>
                    <a:pt x="13577" y="181"/>
                  </a:lnTo>
                  <a:lnTo>
                    <a:pt x="12594" y="262"/>
                  </a:lnTo>
                  <a:lnTo>
                    <a:pt x="11652" y="342"/>
                  </a:lnTo>
                  <a:lnTo>
                    <a:pt x="10729" y="422"/>
                  </a:lnTo>
                  <a:lnTo>
                    <a:pt x="9847" y="542"/>
                  </a:lnTo>
                  <a:lnTo>
                    <a:pt x="9005" y="643"/>
                  </a:lnTo>
                  <a:lnTo>
                    <a:pt x="8222" y="783"/>
                  </a:lnTo>
                  <a:lnTo>
                    <a:pt x="7480" y="903"/>
                  </a:lnTo>
                  <a:lnTo>
                    <a:pt x="6799" y="1064"/>
                  </a:lnTo>
                  <a:lnTo>
                    <a:pt x="6197" y="1224"/>
                  </a:lnTo>
                  <a:lnTo>
                    <a:pt x="5575" y="1405"/>
                  </a:lnTo>
                  <a:lnTo>
                    <a:pt x="4974" y="1605"/>
                  </a:lnTo>
                  <a:lnTo>
                    <a:pt x="4372" y="1826"/>
                  </a:lnTo>
                  <a:lnTo>
                    <a:pt x="3810" y="2046"/>
                  </a:lnTo>
                  <a:lnTo>
                    <a:pt x="3249" y="2307"/>
                  </a:lnTo>
                  <a:lnTo>
                    <a:pt x="2728" y="2568"/>
                  </a:lnTo>
                  <a:lnTo>
                    <a:pt x="2226" y="2828"/>
                  </a:lnTo>
                  <a:lnTo>
                    <a:pt x="1765" y="3109"/>
                  </a:lnTo>
                  <a:lnTo>
                    <a:pt x="1344" y="3410"/>
                  </a:lnTo>
                  <a:lnTo>
                    <a:pt x="983" y="3691"/>
                  </a:lnTo>
                  <a:lnTo>
                    <a:pt x="662" y="3972"/>
                  </a:lnTo>
                  <a:lnTo>
                    <a:pt x="401" y="4272"/>
                  </a:lnTo>
                  <a:lnTo>
                    <a:pt x="301" y="4413"/>
                  </a:lnTo>
                  <a:lnTo>
                    <a:pt x="201" y="4553"/>
                  </a:lnTo>
                  <a:lnTo>
                    <a:pt x="120" y="4694"/>
                  </a:lnTo>
                  <a:lnTo>
                    <a:pt x="80" y="4834"/>
                  </a:lnTo>
                  <a:lnTo>
                    <a:pt x="40" y="4954"/>
                  </a:lnTo>
                  <a:lnTo>
                    <a:pt x="20" y="5095"/>
                  </a:lnTo>
                  <a:lnTo>
                    <a:pt x="0" y="5195"/>
                  </a:lnTo>
                  <a:lnTo>
                    <a:pt x="20" y="5295"/>
                  </a:lnTo>
                  <a:lnTo>
                    <a:pt x="60" y="5416"/>
                  </a:lnTo>
                  <a:lnTo>
                    <a:pt x="100" y="5536"/>
                  </a:lnTo>
                  <a:lnTo>
                    <a:pt x="241" y="5777"/>
                  </a:lnTo>
                  <a:lnTo>
                    <a:pt x="441" y="6037"/>
                  </a:lnTo>
                  <a:lnTo>
                    <a:pt x="702" y="6318"/>
                  </a:lnTo>
                  <a:lnTo>
                    <a:pt x="1023" y="6599"/>
                  </a:lnTo>
                  <a:lnTo>
                    <a:pt x="1404" y="6900"/>
                  </a:lnTo>
                  <a:lnTo>
                    <a:pt x="1845" y="7220"/>
                  </a:lnTo>
                  <a:lnTo>
                    <a:pt x="2347" y="7521"/>
                  </a:lnTo>
                  <a:lnTo>
                    <a:pt x="2888" y="7822"/>
                  </a:lnTo>
                  <a:lnTo>
                    <a:pt x="3490" y="8143"/>
                  </a:lnTo>
                  <a:lnTo>
                    <a:pt x="4151" y="8444"/>
                  </a:lnTo>
                  <a:lnTo>
                    <a:pt x="4873" y="8725"/>
                  </a:lnTo>
                  <a:lnTo>
                    <a:pt x="5635" y="9005"/>
                  </a:lnTo>
                  <a:lnTo>
                    <a:pt x="6438" y="9286"/>
                  </a:lnTo>
                  <a:lnTo>
                    <a:pt x="7300" y="9527"/>
                  </a:lnTo>
                  <a:lnTo>
                    <a:pt x="7962" y="9707"/>
                  </a:lnTo>
                  <a:lnTo>
                    <a:pt x="8664" y="9868"/>
                  </a:lnTo>
                  <a:lnTo>
                    <a:pt x="9386" y="10008"/>
                  </a:lnTo>
                  <a:lnTo>
                    <a:pt x="10128" y="10148"/>
                  </a:lnTo>
                  <a:lnTo>
                    <a:pt x="10890" y="10269"/>
                  </a:lnTo>
                  <a:lnTo>
                    <a:pt x="11672" y="10369"/>
                  </a:lnTo>
                  <a:lnTo>
                    <a:pt x="12494" y="10469"/>
                  </a:lnTo>
                  <a:lnTo>
                    <a:pt x="13336" y="10529"/>
                  </a:lnTo>
                  <a:lnTo>
                    <a:pt x="14139" y="10590"/>
                  </a:lnTo>
                  <a:lnTo>
                    <a:pt x="14981" y="10610"/>
                  </a:lnTo>
                  <a:lnTo>
                    <a:pt x="16706" y="10610"/>
                  </a:lnTo>
                  <a:lnTo>
                    <a:pt x="17608" y="10590"/>
                  </a:lnTo>
                  <a:lnTo>
                    <a:pt x="18510" y="10549"/>
                  </a:lnTo>
                  <a:lnTo>
                    <a:pt x="19433" y="10489"/>
                  </a:lnTo>
                  <a:lnTo>
                    <a:pt x="20355" y="10409"/>
                  </a:lnTo>
                  <a:lnTo>
                    <a:pt x="21278" y="10329"/>
                  </a:lnTo>
                  <a:lnTo>
                    <a:pt x="22220" y="10229"/>
                  </a:lnTo>
                  <a:lnTo>
                    <a:pt x="24086" y="9988"/>
                  </a:lnTo>
                  <a:lnTo>
                    <a:pt x="25911" y="9727"/>
                  </a:lnTo>
                  <a:lnTo>
                    <a:pt x="27695" y="9426"/>
                  </a:lnTo>
                  <a:lnTo>
                    <a:pt x="29420" y="9086"/>
                  </a:lnTo>
                  <a:lnTo>
                    <a:pt x="31024" y="8725"/>
                  </a:lnTo>
                  <a:lnTo>
                    <a:pt x="32508" y="8364"/>
                  </a:lnTo>
                  <a:lnTo>
                    <a:pt x="33852" y="8003"/>
                  </a:lnTo>
                  <a:lnTo>
                    <a:pt x="34454" y="7802"/>
                  </a:lnTo>
                  <a:lnTo>
                    <a:pt x="35015" y="7622"/>
                  </a:lnTo>
                  <a:lnTo>
                    <a:pt x="35517" y="7441"/>
                  </a:lnTo>
                  <a:lnTo>
                    <a:pt x="35978" y="7261"/>
                  </a:lnTo>
                  <a:lnTo>
                    <a:pt x="36379" y="7080"/>
                  </a:lnTo>
                  <a:lnTo>
                    <a:pt x="36720" y="6900"/>
                  </a:lnTo>
                  <a:lnTo>
                    <a:pt x="37021" y="6739"/>
                  </a:lnTo>
                  <a:lnTo>
                    <a:pt x="37241" y="6579"/>
                  </a:lnTo>
                  <a:lnTo>
                    <a:pt x="37402" y="6418"/>
                  </a:lnTo>
                  <a:lnTo>
                    <a:pt x="37522" y="6238"/>
                  </a:lnTo>
                  <a:lnTo>
                    <a:pt x="37622" y="6057"/>
                  </a:lnTo>
                  <a:lnTo>
                    <a:pt x="37683" y="5877"/>
                  </a:lnTo>
                  <a:lnTo>
                    <a:pt x="37723" y="5696"/>
                  </a:lnTo>
                  <a:lnTo>
                    <a:pt x="37703" y="5496"/>
                  </a:lnTo>
                  <a:lnTo>
                    <a:pt x="37662" y="5295"/>
                  </a:lnTo>
                  <a:lnTo>
                    <a:pt x="37602" y="5095"/>
                  </a:lnTo>
                  <a:lnTo>
                    <a:pt x="37502" y="4894"/>
                  </a:lnTo>
                  <a:lnTo>
                    <a:pt x="37382" y="4694"/>
                  </a:lnTo>
                  <a:lnTo>
                    <a:pt x="37241" y="4473"/>
                  </a:lnTo>
                  <a:lnTo>
                    <a:pt x="37061" y="4272"/>
                  </a:lnTo>
                  <a:lnTo>
                    <a:pt x="36860" y="4072"/>
                  </a:lnTo>
                  <a:lnTo>
                    <a:pt x="36640" y="3851"/>
                  </a:lnTo>
                  <a:lnTo>
                    <a:pt x="36399" y="3651"/>
                  </a:lnTo>
                  <a:lnTo>
                    <a:pt x="36138" y="3430"/>
                  </a:lnTo>
                  <a:lnTo>
                    <a:pt x="35858" y="3230"/>
                  </a:lnTo>
                  <a:lnTo>
                    <a:pt x="35577" y="3029"/>
                  </a:lnTo>
                  <a:lnTo>
                    <a:pt x="34935" y="2628"/>
                  </a:lnTo>
                  <a:lnTo>
                    <a:pt x="34233" y="2267"/>
                  </a:lnTo>
                  <a:lnTo>
                    <a:pt x="33491" y="1906"/>
                  </a:lnTo>
                  <a:lnTo>
                    <a:pt x="32709" y="1585"/>
                  </a:lnTo>
                  <a:lnTo>
                    <a:pt x="31907" y="1304"/>
                  </a:lnTo>
                  <a:lnTo>
                    <a:pt x="31085" y="1064"/>
                  </a:lnTo>
                  <a:lnTo>
                    <a:pt x="30242" y="863"/>
                  </a:lnTo>
                  <a:lnTo>
                    <a:pt x="29400" y="703"/>
                  </a:lnTo>
                  <a:lnTo>
                    <a:pt x="28477" y="542"/>
                  </a:lnTo>
                  <a:lnTo>
                    <a:pt x="27495" y="422"/>
                  </a:lnTo>
                  <a:lnTo>
                    <a:pt x="26472" y="302"/>
                  </a:lnTo>
                  <a:lnTo>
                    <a:pt x="25389" y="221"/>
                  </a:lnTo>
                  <a:lnTo>
                    <a:pt x="24266" y="141"/>
                  </a:lnTo>
                  <a:lnTo>
                    <a:pt x="23103" y="81"/>
                  </a:lnTo>
                  <a:lnTo>
                    <a:pt x="21920" y="41"/>
                  </a:lnTo>
                  <a:lnTo>
                    <a:pt x="2087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9" name="Google Shape;5889;p26"/>
            <p:cNvSpPr/>
            <p:nvPr/>
          </p:nvSpPr>
          <p:spPr>
            <a:xfrm>
              <a:off x="11223475" y="4170988"/>
              <a:ext cx="943075" cy="265250"/>
            </a:xfrm>
            <a:custGeom>
              <a:avLst/>
              <a:gdLst/>
              <a:ahLst/>
              <a:cxnLst/>
              <a:rect l="l" t="t" r="r" b="b"/>
              <a:pathLst>
                <a:path w="37723" h="10610" fill="none" extrusionOk="0">
                  <a:moveTo>
                    <a:pt x="37241" y="6579"/>
                  </a:moveTo>
                  <a:lnTo>
                    <a:pt x="37241" y="6579"/>
                  </a:lnTo>
                  <a:lnTo>
                    <a:pt x="37021" y="6739"/>
                  </a:lnTo>
                  <a:lnTo>
                    <a:pt x="36720" y="6900"/>
                  </a:lnTo>
                  <a:lnTo>
                    <a:pt x="36379" y="7080"/>
                  </a:lnTo>
                  <a:lnTo>
                    <a:pt x="35978" y="7261"/>
                  </a:lnTo>
                  <a:lnTo>
                    <a:pt x="35517" y="7441"/>
                  </a:lnTo>
                  <a:lnTo>
                    <a:pt x="35015" y="7622"/>
                  </a:lnTo>
                  <a:lnTo>
                    <a:pt x="34454" y="7802"/>
                  </a:lnTo>
                  <a:lnTo>
                    <a:pt x="33852" y="8003"/>
                  </a:lnTo>
                  <a:lnTo>
                    <a:pt x="32508" y="8364"/>
                  </a:lnTo>
                  <a:lnTo>
                    <a:pt x="31024" y="8725"/>
                  </a:lnTo>
                  <a:lnTo>
                    <a:pt x="29420" y="9086"/>
                  </a:lnTo>
                  <a:lnTo>
                    <a:pt x="27695" y="9426"/>
                  </a:lnTo>
                  <a:lnTo>
                    <a:pt x="25911" y="9727"/>
                  </a:lnTo>
                  <a:lnTo>
                    <a:pt x="24086" y="9988"/>
                  </a:lnTo>
                  <a:lnTo>
                    <a:pt x="22220" y="10229"/>
                  </a:lnTo>
                  <a:lnTo>
                    <a:pt x="21278" y="10329"/>
                  </a:lnTo>
                  <a:lnTo>
                    <a:pt x="20355" y="10409"/>
                  </a:lnTo>
                  <a:lnTo>
                    <a:pt x="19433" y="10489"/>
                  </a:lnTo>
                  <a:lnTo>
                    <a:pt x="18510" y="10549"/>
                  </a:lnTo>
                  <a:lnTo>
                    <a:pt x="17608" y="10590"/>
                  </a:lnTo>
                  <a:lnTo>
                    <a:pt x="16706" y="10610"/>
                  </a:lnTo>
                  <a:lnTo>
                    <a:pt x="15823" y="10610"/>
                  </a:lnTo>
                  <a:lnTo>
                    <a:pt x="14981" y="10610"/>
                  </a:lnTo>
                  <a:lnTo>
                    <a:pt x="14139" y="10590"/>
                  </a:lnTo>
                  <a:lnTo>
                    <a:pt x="13336" y="10529"/>
                  </a:lnTo>
                  <a:lnTo>
                    <a:pt x="13336" y="10529"/>
                  </a:lnTo>
                  <a:lnTo>
                    <a:pt x="12494" y="10469"/>
                  </a:lnTo>
                  <a:lnTo>
                    <a:pt x="11672" y="10369"/>
                  </a:lnTo>
                  <a:lnTo>
                    <a:pt x="10890" y="10269"/>
                  </a:lnTo>
                  <a:lnTo>
                    <a:pt x="10128" y="10148"/>
                  </a:lnTo>
                  <a:lnTo>
                    <a:pt x="9386" y="10008"/>
                  </a:lnTo>
                  <a:lnTo>
                    <a:pt x="8664" y="9868"/>
                  </a:lnTo>
                  <a:lnTo>
                    <a:pt x="7962" y="9707"/>
                  </a:lnTo>
                  <a:lnTo>
                    <a:pt x="7300" y="9527"/>
                  </a:lnTo>
                  <a:lnTo>
                    <a:pt x="7300" y="9527"/>
                  </a:lnTo>
                  <a:lnTo>
                    <a:pt x="6438" y="9286"/>
                  </a:lnTo>
                  <a:lnTo>
                    <a:pt x="5635" y="9005"/>
                  </a:lnTo>
                  <a:lnTo>
                    <a:pt x="4873" y="8725"/>
                  </a:lnTo>
                  <a:lnTo>
                    <a:pt x="4151" y="8444"/>
                  </a:lnTo>
                  <a:lnTo>
                    <a:pt x="3490" y="8143"/>
                  </a:lnTo>
                  <a:lnTo>
                    <a:pt x="2888" y="7822"/>
                  </a:lnTo>
                  <a:lnTo>
                    <a:pt x="2347" y="7521"/>
                  </a:lnTo>
                  <a:lnTo>
                    <a:pt x="1845" y="7220"/>
                  </a:lnTo>
                  <a:lnTo>
                    <a:pt x="1404" y="6900"/>
                  </a:lnTo>
                  <a:lnTo>
                    <a:pt x="1023" y="6599"/>
                  </a:lnTo>
                  <a:lnTo>
                    <a:pt x="702" y="6318"/>
                  </a:lnTo>
                  <a:lnTo>
                    <a:pt x="441" y="6037"/>
                  </a:lnTo>
                  <a:lnTo>
                    <a:pt x="241" y="5777"/>
                  </a:lnTo>
                  <a:lnTo>
                    <a:pt x="100" y="5536"/>
                  </a:lnTo>
                  <a:lnTo>
                    <a:pt x="60" y="5416"/>
                  </a:lnTo>
                  <a:lnTo>
                    <a:pt x="20" y="5295"/>
                  </a:lnTo>
                  <a:lnTo>
                    <a:pt x="0" y="5195"/>
                  </a:lnTo>
                  <a:lnTo>
                    <a:pt x="20" y="5095"/>
                  </a:lnTo>
                  <a:lnTo>
                    <a:pt x="20" y="5095"/>
                  </a:lnTo>
                  <a:lnTo>
                    <a:pt x="40" y="4954"/>
                  </a:lnTo>
                  <a:lnTo>
                    <a:pt x="80" y="4834"/>
                  </a:lnTo>
                  <a:lnTo>
                    <a:pt x="120" y="4694"/>
                  </a:lnTo>
                  <a:lnTo>
                    <a:pt x="201" y="4553"/>
                  </a:lnTo>
                  <a:lnTo>
                    <a:pt x="301" y="4413"/>
                  </a:lnTo>
                  <a:lnTo>
                    <a:pt x="401" y="4272"/>
                  </a:lnTo>
                  <a:lnTo>
                    <a:pt x="662" y="3972"/>
                  </a:lnTo>
                  <a:lnTo>
                    <a:pt x="983" y="3691"/>
                  </a:lnTo>
                  <a:lnTo>
                    <a:pt x="1344" y="3410"/>
                  </a:lnTo>
                  <a:lnTo>
                    <a:pt x="1765" y="3109"/>
                  </a:lnTo>
                  <a:lnTo>
                    <a:pt x="2226" y="2828"/>
                  </a:lnTo>
                  <a:lnTo>
                    <a:pt x="2728" y="2568"/>
                  </a:lnTo>
                  <a:lnTo>
                    <a:pt x="3249" y="2307"/>
                  </a:lnTo>
                  <a:lnTo>
                    <a:pt x="3810" y="2046"/>
                  </a:lnTo>
                  <a:lnTo>
                    <a:pt x="4372" y="1826"/>
                  </a:lnTo>
                  <a:lnTo>
                    <a:pt x="4974" y="1605"/>
                  </a:lnTo>
                  <a:lnTo>
                    <a:pt x="5575" y="1405"/>
                  </a:lnTo>
                  <a:lnTo>
                    <a:pt x="6197" y="1224"/>
                  </a:lnTo>
                  <a:lnTo>
                    <a:pt x="6799" y="1064"/>
                  </a:lnTo>
                  <a:lnTo>
                    <a:pt x="6799" y="1064"/>
                  </a:lnTo>
                  <a:lnTo>
                    <a:pt x="7480" y="903"/>
                  </a:lnTo>
                  <a:lnTo>
                    <a:pt x="8222" y="783"/>
                  </a:lnTo>
                  <a:lnTo>
                    <a:pt x="9005" y="643"/>
                  </a:lnTo>
                  <a:lnTo>
                    <a:pt x="9847" y="542"/>
                  </a:lnTo>
                  <a:lnTo>
                    <a:pt x="10729" y="422"/>
                  </a:lnTo>
                  <a:lnTo>
                    <a:pt x="11652" y="342"/>
                  </a:lnTo>
                  <a:lnTo>
                    <a:pt x="12594" y="262"/>
                  </a:lnTo>
                  <a:lnTo>
                    <a:pt x="13577" y="181"/>
                  </a:lnTo>
                  <a:lnTo>
                    <a:pt x="14600" y="121"/>
                  </a:lnTo>
                  <a:lnTo>
                    <a:pt x="15623" y="81"/>
                  </a:lnTo>
                  <a:lnTo>
                    <a:pt x="16665" y="41"/>
                  </a:lnTo>
                  <a:lnTo>
                    <a:pt x="17708" y="21"/>
                  </a:lnTo>
                  <a:lnTo>
                    <a:pt x="18771" y="1"/>
                  </a:lnTo>
                  <a:lnTo>
                    <a:pt x="19814" y="1"/>
                  </a:lnTo>
                  <a:lnTo>
                    <a:pt x="20877" y="1"/>
                  </a:lnTo>
                  <a:lnTo>
                    <a:pt x="21920" y="41"/>
                  </a:lnTo>
                  <a:lnTo>
                    <a:pt x="21920" y="41"/>
                  </a:lnTo>
                  <a:lnTo>
                    <a:pt x="21920" y="41"/>
                  </a:lnTo>
                  <a:lnTo>
                    <a:pt x="23103" y="81"/>
                  </a:lnTo>
                  <a:lnTo>
                    <a:pt x="24266" y="141"/>
                  </a:lnTo>
                  <a:lnTo>
                    <a:pt x="25389" y="221"/>
                  </a:lnTo>
                  <a:lnTo>
                    <a:pt x="26472" y="302"/>
                  </a:lnTo>
                  <a:lnTo>
                    <a:pt x="27495" y="422"/>
                  </a:lnTo>
                  <a:lnTo>
                    <a:pt x="28477" y="542"/>
                  </a:lnTo>
                  <a:lnTo>
                    <a:pt x="29400" y="703"/>
                  </a:lnTo>
                  <a:lnTo>
                    <a:pt x="30242" y="863"/>
                  </a:lnTo>
                  <a:lnTo>
                    <a:pt x="30242" y="863"/>
                  </a:lnTo>
                  <a:lnTo>
                    <a:pt x="31085" y="1064"/>
                  </a:lnTo>
                  <a:lnTo>
                    <a:pt x="31907" y="1304"/>
                  </a:lnTo>
                  <a:lnTo>
                    <a:pt x="32709" y="1585"/>
                  </a:lnTo>
                  <a:lnTo>
                    <a:pt x="33491" y="1906"/>
                  </a:lnTo>
                  <a:lnTo>
                    <a:pt x="34233" y="2267"/>
                  </a:lnTo>
                  <a:lnTo>
                    <a:pt x="34935" y="2628"/>
                  </a:lnTo>
                  <a:lnTo>
                    <a:pt x="35577" y="3029"/>
                  </a:lnTo>
                  <a:lnTo>
                    <a:pt x="35858" y="3230"/>
                  </a:lnTo>
                  <a:lnTo>
                    <a:pt x="36138" y="3430"/>
                  </a:lnTo>
                  <a:lnTo>
                    <a:pt x="36399" y="3651"/>
                  </a:lnTo>
                  <a:lnTo>
                    <a:pt x="36640" y="3851"/>
                  </a:lnTo>
                  <a:lnTo>
                    <a:pt x="36860" y="4072"/>
                  </a:lnTo>
                  <a:lnTo>
                    <a:pt x="37061" y="4272"/>
                  </a:lnTo>
                  <a:lnTo>
                    <a:pt x="37241" y="4473"/>
                  </a:lnTo>
                  <a:lnTo>
                    <a:pt x="37382" y="4694"/>
                  </a:lnTo>
                  <a:lnTo>
                    <a:pt x="37502" y="4894"/>
                  </a:lnTo>
                  <a:lnTo>
                    <a:pt x="37602" y="5095"/>
                  </a:lnTo>
                  <a:lnTo>
                    <a:pt x="37662" y="5295"/>
                  </a:lnTo>
                  <a:lnTo>
                    <a:pt x="37703" y="5496"/>
                  </a:lnTo>
                  <a:lnTo>
                    <a:pt x="37723" y="5696"/>
                  </a:lnTo>
                  <a:lnTo>
                    <a:pt x="37683" y="5877"/>
                  </a:lnTo>
                  <a:lnTo>
                    <a:pt x="37622" y="6057"/>
                  </a:lnTo>
                  <a:lnTo>
                    <a:pt x="37522" y="6238"/>
                  </a:lnTo>
                  <a:lnTo>
                    <a:pt x="37402" y="6418"/>
                  </a:lnTo>
                  <a:lnTo>
                    <a:pt x="37241" y="6579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0" name="Google Shape;5890;p26"/>
            <p:cNvSpPr/>
            <p:nvPr/>
          </p:nvSpPr>
          <p:spPr>
            <a:xfrm>
              <a:off x="11405950" y="4171988"/>
              <a:ext cx="759600" cy="264250"/>
            </a:xfrm>
            <a:custGeom>
              <a:avLst/>
              <a:gdLst/>
              <a:ahLst/>
              <a:cxnLst/>
              <a:rect l="l" t="t" r="r" b="b"/>
              <a:pathLst>
                <a:path w="30384" h="10570" extrusionOk="0">
                  <a:moveTo>
                    <a:pt x="14621" y="1"/>
                  </a:moveTo>
                  <a:lnTo>
                    <a:pt x="15423" y="121"/>
                  </a:lnTo>
                  <a:lnTo>
                    <a:pt x="16225" y="282"/>
                  </a:lnTo>
                  <a:lnTo>
                    <a:pt x="17067" y="442"/>
                  </a:lnTo>
                  <a:lnTo>
                    <a:pt x="17569" y="242"/>
                  </a:lnTo>
                  <a:lnTo>
                    <a:pt x="17789" y="161"/>
                  </a:lnTo>
                  <a:lnTo>
                    <a:pt x="16245" y="61"/>
                  </a:lnTo>
                  <a:lnTo>
                    <a:pt x="14621" y="1"/>
                  </a:lnTo>
                  <a:close/>
                  <a:moveTo>
                    <a:pt x="20396" y="402"/>
                  </a:moveTo>
                  <a:lnTo>
                    <a:pt x="19033" y="923"/>
                  </a:lnTo>
                  <a:lnTo>
                    <a:pt x="19434" y="1044"/>
                  </a:lnTo>
                  <a:lnTo>
                    <a:pt x="19795" y="1184"/>
                  </a:lnTo>
                  <a:lnTo>
                    <a:pt x="20176" y="1345"/>
                  </a:lnTo>
                  <a:lnTo>
                    <a:pt x="20517" y="1545"/>
                  </a:lnTo>
                  <a:lnTo>
                    <a:pt x="20858" y="1746"/>
                  </a:lnTo>
                  <a:lnTo>
                    <a:pt x="21178" y="1966"/>
                  </a:lnTo>
                  <a:lnTo>
                    <a:pt x="21479" y="2227"/>
                  </a:lnTo>
                  <a:lnTo>
                    <a:pt x="21740" y="2508"/>
                  </a:lnTo>
                  <a:lnTo>
                    <a:pt x="21900" y="2668"/>
                  </a:lnTo>
                  <a:lnTo>
                    <a:pt x="22021" y="2849"/>
                  </a:lnTo>
                  <a:lnTo>
                    <a:pt x="22141" y="3049"/>
                  </a:lnTo>
                  <a:lnTo>
                    <a:pt x="22241" y="3230"/>
                  </a:lnTo>
                  <a:lnTo>
                    <a:pt x="22342" y="3430"/>
                  </a:lnTo>
                  <a:lnTo>
                    <a:pt x="22402" y="3631"/>
                  </a:lnTo>
                  <a:lnTo>
                    <a:pt x="22462" y="3851"/>
                  </a:lnTo>
                  <a:lnTo>
                    <a:pt x="22522" y="4052"/>
                  </a:lnTo>
                  <a:lnTo>
                    <a:pt x="22542" y="4273"/>
                  </a:lnTo>
                  <a:lnTo>
                    <a:pt x="22562" y="4473"/>
                  </a:lnTo>
                  <a:lnTo>
                    <a:pt x="22542" y="4694"/>
                  </a:lnTo>
                  <a:lnTo>
                    <a:pt x="22522" y="4914"/>
                  </a:lnTo>
                  <a:lnTo>
                    <a:pt x="22462" y="5115"/>
                  </a:lnTo>
                  <a:lnTo>
                    <a:pt x="22402" y="5335"/>
                  </a:lnTo>
                  <a:lnTo>
                    <a:pt x="22302" y="5536"/>
                  </a:lnTo>
                  <a:lnTo>
                    <a:pt x="22201" y="5737"/>
                  </a:lnTo>
                  <a:lnTo>
                    <a:pt x="22201" y="5737"/>
                  </a:lnTo>
                  <a:lnTo>
                    <a:pt x="22342" y="5716"/>
                  </a:lnTo>
                  <a:lnTo>
                    <a:pt x="24608" y="5576"/>
                  </a:lnTo>
                  <a:lnTo>
                    <a:pt x="26734" y="5436"/>
                  </a:lnTo>
                  <a:lnTo>
                    <a:pt x="28679" y="5335"/>
                  </a:lnTo>
                  <a:lnTo>
                    <a:pt x="30384" y="5275"/>
                  </a:lnTo>
                  <a:lnTo>
                    <a:pt x="30323" y="5115"/>
                  </a:lnTo>
                  <a:lnTo>
                    <a:pt x="30263" y="4954"/>
                  </a:lnTo>
                  <a:lnTo>
                    <a:pt x="30183" y="4794"/>
                  </a:lnTo>
                  <a:lnTo>
                    <a:pt x="30083" y="4634"/>
                  </a:lnTo>
                  <a:lnTo>
                    <a:pt x="29822" y="4313"/>
                  </a:lnTo>
                  <a:lnTo>
                    <a:pt x="29521" y="3972"/>
                  </a:lnTo>
                  <a:lnTo>
                    <a:pt x="29160" y="3651"/>
                  </a:lnTo>
                  <a:lnTo>
                    <a:pt x="28759" y="3330"/>
                  </a:lnTo>
                  <a:lnTo>
                    <a:pt x="28298" y="3009"/>
                  </a:lnTo>
                  <a:lnTo>
                    <a:pt x="27796" y="2688"/>
                  </a:lnTo>
                  <a:lnTo>
                    <a:pt x="27275" y="2407"/>
                  </a:lnTo>
                  <a:lnTo>
                    <a:pt x="26714" y="2107"/>
                  </a:lnTo>
                  <a:lnTo>
                    <a:pt x="26112" y="1846"/>
                  </a:lnTo>
                  <a:lnTo>
                    <a:pt x="25510" y="1585"/>
                  </a:lnTo>
                  <a:lnTo>
                    <a:pt x="24889" y="1365"/>
                  </a:lnTo>
                  <a:lnTo>
                    <a:pt x="24247" y="1164"/>
                  </a:lnTo>
                  <a:lnTo>
                    <a:pt x="23605" y="964"/>
                  </a:lnTo>
                  <a:lnTo>
                    <a:pt x="22943" y="823"/>
                  </a:lnTo>
                  <a:lnTo>
                    <a:pt x="22362" y="703"/>
                  </a:lnTo>
                  <a:lnTo>
                    <a:pt x="21740" y="603"/>
                  </a:lnTo>
                  <a:lnTo>
                    <a:pt x="21078" y="502"/>
                  </a:lnTo>
                  <a:lnTo>
                    <a:pt x="20396" y="402"/>
                  </a:lnTo>
                  <a:close/>
                  <a:moveTo>
                    <a:pt x="29962" y="6499"/>
                  </a:moveTo>
                  <a:lnTo>
                    <a:pt x="26373" y="6679"/>
                  </a:lnTo>
                  <a:lnTo>
                    <a:pt x="22502" y="6880"/>
                  </a:lnTo>
                  <a:lnTo>
                    <a:pt x="22302" y="6880"/>
                  </a:lnTo>
                  <a:lnTo>
                    <a:pt x="21860" y="6920"/>
                  </a:lnTo>
                  <a:lnTo>
                    <a:pt x="20878" y="6960"/>
                  </a:lnTo>
                  <a:lnTo>
                    <a:pt x="20838" y="6960"/>
                  </a:lnTo>
                  <a:lnTo>
                    <a:pt x="20497" y="7160"/>
                  </a:lnTo>
                  <a:lnTo>
                    <a:pt x="20136" y="7321"/>
                  </a:lnTo>
                  <a:lnTo>
                    <a:pt x="19775" y="7481"/>
                  </a:lnTo>
                  <a:lnTo>
                    <a:pt x="19434" y="7622"/>
                  </a:lnTo>
                  <a:lnTo>
                    <a:pt x="18692" y="7882"/>
                  </a:lnTo>
                  <a:lnTo>
                    <a:pt x="17950" y="8123"/>
                  </a:lnTo>
                  <a:lnTo>
                    <a:pt x="17188" y="8324"/>
                  </a:lnTo>
                  <a:lnTo>
                    <a:pt x="16426" y="8504"/>
                  </a:lnTo>
                  <a:lnTo>
                    <a:pt x="15664" y="8644"/>
                  </a:lnTo>
                  <a:lnTo>
                    <a:pt x="14901" y="8785"/>
                  </a:lnTo>
                  <a:lnTo>
                    <a:pt x="13357" y="9025"/>
                  </a:lnTo>
                  <a:lnTo>
                    <a:pt x="12375" y="9166"/>
                  </a:lnTo>
                  <a:lnTo>
                    <a:pt x="11392" y="9286"/>
                  </a:lnTo>
                  <a:lnTo>
                    <a:pt x="10409" y="9366"/>
                  </a:lnTo>
                  <a:lnTo>
                    <a:pt x="9427" y="9447"/>
                  </a:lnTo>
                  <a:lnTo>
                    <a:pt x="8444" y="9507"/>
                  </a:lnTo>
                  <a:lnTo>
                    <a:pt x="7461" y="9567"/>
                  </a:lnTo>
                  <a:lnTo>
                    <a:pt x="6479" y="9587"/>
                  </a:lnTo>
                  <a:lnTo>
                    <a:pt x="4172" y="9587"/>
                  </a:lnTo>
                  <a:lnTo>
                    <a:pt x="2869" y="9527"/>
                  </a:lnTo>
                  <a:lnTo>
                    <a:pt x="1545" y="9467"/>
                  </a:lnTo>
                  <a:lnTo>
                    <a:pt x="242" y="9346"/>
                  </a:lnTo>
                  <a:lnTo>
                    <a:pt x="222" y="9346"/>
                  </a:lnTo>
                  <a:lnTo>
                    <a:pt x="141" y="9366"/>
                  </a:lnTo>
                  <a:lnTo>
                    <a:pt x="81" y="9386"/>
                  </a:lnTo>
                  <a:lnTo>
                    <a:pt x="41" y="9427"/>
                  </a:lnTo>
                  <a:lnTo>
                    <a:pt x="1" y="9487"/>
                  </a:lnTo>
                  <a:lnTo>
                    <a:pt x="663" y="9667"/>
                  </a:lnTo>
                  <a:lnTo>
                    <a:pt x="1365" y="9828"/>
                  </a:lnTo>
                  <a:lnTo>
                    <a:pt x="2087" y="9968"/>
                  </a:lnTo>
                  <a:lnTo>
                    <a:pt x="2829" y="10108"/>
                  </a:lnTo>
                  <a:lnTo>
                    <a:pt x="3591" y="10229"/>
                  </a:lnTo>
                  <a:lnTo>
                    <a:pt x="4373" y="10329"/>
                  </a:lnTo>
                  <a:lnTo>
                    <a:pt x="5195" y="10429"/>
                  </a:lnTo>
                  <a:lnTo>
                    <a:pt x="6037" y="10489"/>
                  </a:lnTo>
                  <a:lnTo>
                    <a:pt x="7261" y="10550"/>
                  </a:lnTo>
                  <a:lnTo>
                    <a:pt x="8524" y="10570"/>
                  </a:lnTo>
                  <a:lnTo>
                    <a:pt x="9326" y="10570"/>
                  </a:lnTo>
                  <a:lnTo>
                    <a:pt x="10128" y="10550"/>
                  </a:lnTo>
                  <a:lnTo>
                    <a:pt x="10951" y="10509"/>
                  </a:lnTo>
                  <a:lnTo>
                    <a:pt x="11773" y="10469"/>
                  </a:lnTo>
                  <a:lnTo>
                    <a:pt x="13458" y="10329"/>
                  </a:lnTo>
                  <a:lnTo>
                    <a:pt x="15142" y="10169"/>
                  </a:lnTo>
                  <a:lnTo>
                    <a:pt x="16847" y="9948"/>
                  </a:lnTo>
                  <a:lnTo>
                    <a:pt x="18511" y="9707"/>
                  </a:lnTo>
                  <a:lnTo>
                    <a:pt x="20136" y="9427"/>
                  </a:lnTo>
                  <a:lnTo>
                    <a:pt x="21700" y="9126"/>
                  </a:lnTo>
                  <a:lnTo>
                    <a:pt x="23184" y="8825"/>
                  </a:lnTo>
                  <a:lnTo>
                    <a:pt x="24568" y="8484"/>
                  </a:lnTo>
                  <a:lnTo>
                    <a:pt x="25851" y="8163"/>
                  </a:lnTo>
                  <a:lnTo>
                    <a:pt x="26994" y="7822"/>
                  </a:lnTo>
                  <a:lnTo>
                    <a:pt x="27997" y="7481"/>
                  </a:lnTo>
                  <a:lnTo>
                    <a:pt x="28438" y="7321"/>
                  </a:lnTo>
                  <a:lnTo>
                    <a:pt x="28839" y="7140"/>
                  </a:lnTo>
                  <a:lnTo>
                    <a:pt x="29180" y="7000"/>
                  </a:lnTo>
                  <a:lnTo>
                    <a:pt x="29481" y="6840"/>
                  </a:lnTo>
                  <a:lnTo>
                    <a:pt x="29742" y="6679"/>
                  </a:lnTo>
                  <a:lnTo>
                    <a:pt x="29942" y="6539"/>
                  </a:lnTo>
                  <a:lnTo>
                    <a:pt x="29962" y="6499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1" name="Google Shape;5891;p26"/>
            <p:cNvSpPr/>
            <p:nvPr/>
          </p:nvSpPr>
          <p:spPr>
            <a:xfrm>
              <a:off x="11405950" y="4334438"/>
              <a:ext cx="749075" cy="101800"/>
            </a:xfrm>
            <a:custGeom>
              <a:avLst/>
              <a:gdLst/>
              <a:ahLst/>
              <a:cxnLst/>
              <a:rect l="l" t="t" r="r" b="b"/>
              <a:pathLst>
                <a:path w="29963" h="4072" fill="none" extrusionOk="0">
                  <a:moveTo>
                    <a:pt x="29962" y="1"/>
                  </a:moveTo>
                  <a:lnTo>
                    <a:pt x="29962" y="1"/>
                  </a:lnTo>
                  <a:lnTo>
                    <a:pt x="26373" y="181"/>
                  </a:lnTo>
                  <a:lnTo>
                    <a:pt x="26373" y="181"/>
                  </a:lnTo>
                  <a:lnTo>
                    <a:pt x="22502" y="382"/>
                  </a:lnTo>
                  <a:lnTo>
                    <a:pt x="22502" y="382"/>
                  </a:lnTo>
                  <a:lnTo>
                    <a:pt x="22342" y="382"/>
                  </a:lnTo>
                  <a:lnTo>
                    <a:pt x="22342" y="382"/>
                  </a:lnTo>
                  <a:lnTo>
                    <a:pt x="22302" y="382"/>
                  </a:lnTo>
                  <a:lnTo>
                    <a:pt x="22302" y="382"/>
                  </a:lnTo>
                  <a:lnTo>
                    <a:pt x="21860" y="422"/>
                  </a:lnTo>
                  <a:lnTo>
                    <a:pt x="21860" y="422"/>
                  </a:lnTo>
                  <a:lnTo>
                    <a:pt x="20878" y="462"/>
                  </a:lnTo>
                  <a:lnTo>
                    <a:pt x="20878" y="462"/>
                  </a:lnTo>
                  <a:lnTo>
                    <a:pt x="20838" y="462"/>
                  </a:lnTo>
                  <a:lnTo>
                    <a:pt x="20838" y="462"/>
                  </a:lnTo>
                  <a:lnTo>
                    <a:pt x="20497" y="662"/>
                  </a:lnTo>
                  <a:lnTo>
                    <a:pt x="20136" y="823"/>
                  </a:lnTo>
                  <a:lnTo>
                    <a:pt x="19775" y="983"/>
                  </a:lnTo>
                  <a:lnTo>
                    <a:pt x="19434" y="1124"/>
                  </a:lnTo>
                  <a:lnTo>
                    <a:pt x="19434" y="1124"/>
                  </a:lnTo>
                  <a:lnTo>
                    <a:pt x="18692" y="1384"/>
                  </a:lnTo>
                  <a:lnTo>
                    <a:pt x="17950" y="1625"/>
                  </a:lnTo>
                  <a:lnTo>
                    <a:pt x="17188" y="1826"/>
                  </a:lnTo>
                  <a:lnTo>
                    <a:pt x="16426" y="2006"/>
                  </a:lnTo>
                  <a:lnTo>
                    <a:pt x="15664" y="2146"/>
                  </a:lnTo>
                  <a:lnTo>
                    <a:pt x="14901" y="2287"/>
                  </a:lnTo>
                  <a:lnTo>
                    <a:pt x="13357" y="2527"/>
                  </a:lnTo>
                  <a:lnTo>
                    <a:pt x="13357" y="2527"/>
                  </a:lnTo>
                  <a:lnTo>
                    <a:pt x="12375" y="2668"/>
                  </a:lnTo>
                  <a:lnTo>
                    <a:pt x="11392" y="2788"/>
                  </a:lnTo>
                  <a:lnTo>
                    <a:pt x="10409" y="2868"/>
                  </a:lnTo>
                  <a:lnTo>
                    <a:pt x="9427" y="2949"/>
                  </a:lnTo>
                  <a:lnTo>
                    <a:pt x="8444" y="3009"/>
                  </a:lnTo>
                  <a:lnTo>
                    <a:pt x="7461" y="3069"/>
                  </a:lnTo>
                  <a:lnTo>
                    <a:pt x="6479" y="3089"/>
                  </a:lnTo>
                  <a:lnTo>
                    <a:pt x="5496" y="3089"/>
                  </a:lnTo>
                  <a:lnTo>
                    <a:pt x="5496" y="3089"/>
                  </a:lnTo>
                  <a:lnTo>
                    <a:pt x="4172" y="3089"/>
                  </a:lnTo>
                  <a:lnTo>
                    <a:pt x="2869" y="3029"/>
                  </a:lnTo>
                  <a:lnTo>
                    <a:pt x="1545" y="2969"/>
                  </a:lnTo>
                  <a:lnTo>
                    <a:pt x="242" y="2848"/>
                  </a:lnTo>
                  <a:lnTo>
                    <a:pt x="242" y="2848"/>
                  </a:lnTo>
                  <a:lnTo>
                    <a:pt x="222" y="2848"/>
                  </a:lnTo>
                  <a:lnTo>
                    <a:pt x="222" y="2848"/>
                  </a:lnTo>
                  <a:lnTo>
                    <a:pt x="141" y="2868"/>
                  </a:lnTo>
                  <a:lnTo>
                    <a:pt x="81" y="2888"/>
                  </a:lnTo>
                  <a:lnTo>
                    <a:pt x="41" y="2929"/>
                  </a:lnTo>
                  <a:lnTo>
                    <a:pt x="1" y="2989"/>
                  </a:lnTo>
                  <a:lnTo>
                    <a:pt x="1" y="2989"/>
                  </a:lnTo>
                  <a:lnTo>
                    <a:pt x="663" y="3169"/>
                  </a:lnTo>
                  <a:lnTo>
                    <a:pt x="1365" y="3330"/>
                  </a:lnTo>
                  <a:lnTo>
                    <a:pt x="2087" y="3470"/>
                  </a:lnTo>
                  <a:lnTo>
                    <a:pt x="2829" y="3610"/>
                  </a:lnTo>
                  <a:lnTo>
                    <a:pt x="3591" y="3731"/>
                  </a:lnTo>
                  <a:lnTo>
                    <a:pt x="4373" y="3831"/>
                  </a:lnTo>
                  <a:lnTo>
                    <a:pt x="5195" y="3931"/>
                  </a:lnTo>
                  <a:lnTo>
                    <a:pt x="6037" y="3991"/>
                  </a:lnTo>
                  <a:lnTo>
                    <a:pt x="6037" y="3991"/>
                  </a:lnTo>
                  <a:lnTo>
                    <a:pt x="7261" y="4052"/>
                  </a:lnTo>
                  <a:lnTo>
                    <a:pt x="8524" y="4072"/>
                  </a:lnTo>
                  <a:lnTo>
                    <a:pt x="8524" y="4072"/>
                  </a:lnTo>
                  <a:lnTo>
                    <a:pt x="9326" y="4072"/>
                  </a:lnTo>
                  <a:lnTo>
                    <a:pt x="10128" y="4052"/>
                  </a:lnTo>
                  <a:lnTo>
                    <a:pt x="10951" y="4011"/>
                  </a:lnTo>
                  <a:lnTo>
                    <a:pt x="11773" y="3971"/>
                  </a:lnTo>
                  <a:lnTo>
                    <a:pt x="13458" y="3831"/>
                  </a:lnTo>
                  <a:lnTo>
                    <a:pt x="15142" y="3671"/>
                  </a:lnTo>
                  <a:lnTo>
                    <a:pt x="16847" y="3450"/>
                  </a:lnTo>
                  <a:lnTo>
                    <a:pt x="18511" y="3209"/>
                  </a:lnTo>
                  <a:lnTo>
                    <a:pt x="20136" y="2929"/>
                  </a:lnTo>
                  <a:lnTo>
                    <a:pt x="21700" y="2628"/>
                  </a:lnTo>
                  <a:lnTo>
                    <a:pt x="23184" y="2327"/>
                  </a:lnTo>
                  <a:lnTo>
                    <a:pt x="24568" y="1986"/>
                  </a:lnTo>
                  <a:lnTo>
                    <a:pt x="25851" y="1665"/>
                  </a:lnTo>
                  <a:lnTo>
                    <a:pt x="26994" y="1324"/>
                  </a:lnTo>
                  <a:lnTo>
                    <a:pt x="27997" y="983"/>
                  </a:lnTo>
                  <a:lnTo>
                    <a:pt x="28438" y="823"/>
                  </a:lnTo>
                  <a:lnTo>
                    <a:pt x="28839" y="642"/>
                  </a:lnTo>
                  <a:lnTo>
                    <a:pt x="29180" y="502"/>
                  </a:lnTo>
                  <a:lnTo>
                    <a:pt x="29481" y="342"/>
                  </a:lnTo>
                  <a:lnTo>
                    <a:pt x="29742" y="181"/>
                  </a:lnTo>
                  <a:lnTo>
                    <a:pt x="29942" y="41"/>
                  </a:lnTo>
                  <a:lnTo>
                    <a:pt x="29942" y="41"/>
                  </a:lnTo>
                  <a:lnTo>
                    <a:pt x="2996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2" name="Google Shape;5892;p26"/>
            <p:cNvSpPr/>
            <p:nvPr/>
          </p:nvSpPr>
          <p:spPr>
            <a:xfrm>
              <a:off x="11881750" y="4182013"/>
              <a:ext cx="283800" cy="133400"/>
            </a:xfrm>
            <a:custGeom>
              <a:avLst/>
              <a:gdLst/>
              <a:ahLst/>
              <a:cxnLst/>
              <a:rect l="l" t="t" r="r" b="b"/>
              <a:pathLst>
                <a:path w="11352" h="5336" fill="none" extrusionOk="0">
                  <a:moveTo>
                    <a:pt x="1364" y="1"/>
                  </a:moveTo>
                  <a:lnTo>
                    <a:pt x="1364" y="1"/>
                  </a:lnTo>
                  <a:lnTo>
                    <a:pt x="1" y="522"/>
                  </a:lnTo>
                  <a:lnTo>
                    <a:pt x="1" y="522"/>
                  </a:lnTo>
                  <a:lnTo>
                    <a:pt x="402" y="643"/>
                  </a:lnTo>
                  <a:lnTo>
                    <a:pt x="763" y="783"/>
                  </a:lnTo>
                  <a:lnTo>
                    <a:pt x="1144" y="944"/>
                  </a:lnTo>
                  <a:lnTo>
                    <a:pt x="1485" y="1144"/>
                  </a:lnTo>
                  <a:lnTo>
                    <a:pt x="1826" y="1345"/>
                  </a:lnTo>
                  <a:lnTo>
                    <a:pt x="2146" y="1565"/>
                  </a:lnTo>
                  <a:lnTo>
                    <a:pt x="2447" y="1826"/>
                  </a:lnTo>
                  <a:lnTo>
                    <a:pt x="2708" y="2107"/>
                  </a:lnTo>
                  <a:lnTo>
                    <a:pt x="2708" y="2107"/>
                  </a:lnTo>
                  <a:lnTo>
                    <a:pt x="2868" y="2267"/>
                  </a:lnTo>
                  <a:lnTo>
                    <a:pt x="2989" y="2448"/>
                  </a:lnTo>
                  <a:lnTo>
                    <a:pt x="3109" y="2648"/>
                  </a:lnTo>
                  <a:lnTo>
                    <a:pt x="3209" y="2829"/>
                  </a:lnTo>
                  <a:lnTo>
                    <a:pt x="3310" y="3029"/>
                  </a:lnTo>
                  <a:lnTo>
                    <a:pt x="3370" y="3230"/>
                  </a:lnTo>
                  <a:lnTo>
                    <a:pt x="3430" y="3450"/>
                  </a:lnTo>
                  <a:lnTo>
                    <a:pt x="3490" y="3651"/>
                  </a:lnTo>
                  <a:lnTo>
                    <a:pt x="3510" y="3872"/>
                  </a:lnTo>
                  <a:lnTo>
                    <a:pt x="3530" y="4072"/>
                  </a:lnTo>
                  <a:lnTo>
                    <a:pt x="3510" y="4293"/>
                  </a:lnTo>
                  <a:lnTo>
                    <a:pt x="3490" y="4513"/>
                  </a:lnTo>
                  <a:lnTo>
                    <a:pt x="3430" y="4714"/>
                  </a:lnTo>
                  <a:lnTo>
                    <a:pt x="3370" y="4934"/>
                  </a:lnTo>
                  <a:lnTo>
                    <a:pt x="3270" y="5135"/>
                  </a:lnTo>
                  <a:lnTo>
                    <a:pt x="3169" y="5336"/>
                  </a:lnTo>
                  <a:lnTo>
                    <a:pt x="3169" y="5336"/>
                  </a:lnTo>
                  <a:lnTo>
                    <a:pt x="3310" y="5315"/>
                  </a:lnTo>
                  <a:lnTo>
                    <a:pt x="3310" y="5315"/>
                  </a:lnTo>
                  <a:lnTo>
                    <a:pt x="5576" y="5175"/>
                  </a:lnTo>
                  <a:lnTo>
                    <a:pt x="7702" y="5035"/>
                  </a:lnTo>
                  <a:lnTo>
                    <a:pt x="9647" y="4934"/>
                  </a:lnTo>
                  <a:lnTo>
                    <a:pt x="11352" y="4874"/>
                  </a:lnTo>
                  <a:lnTo>
                    <a:pt x="11352" y="4874"/>
                  </a:lnTo>
                  <a:lnTo>
                    <a:pt x="11291" y="4714"/>
                  </a:lnTo>
                  <a:lnTo>
                    <a:pt x="11231" y="4553"/>
                  </a:lnTo>
                  <a:lnTo>
                    <a:pt x="11151" y="4393"/>
                  </a:lnTo>
                  <a:lnTo>
                    <a:pt x="11051" y="4233"/>
                  </a:lnTo>
                  <a:lnTo>
                    <a:pt x="10790" y="3912"/>
                  </a:lnTo>
                  <a:lnTo>
                    <a:pt x="10489" y="3571"/>
                  </a:lnTo>
                  <a:lnTo>
                    <a:pt x="10128" y="3250"/>
                  </a:lnTo>
                  <a:lnTo>
                    <a:pt x="9727" y="2929"/>
                  </a:lnTo>
                  <a:lnTo>
                    <a:pt x="9266" y="2608"/>
                  </a:lnTo>
                  <a:lnTo>
                    <a:pt x="8764" y="2287"/>
                  </a:lnTo>
                  <a:lnTo>
                    <a:pt x="8243" y="2006"/>
                  </a:lnTo>
                  <a:lnTo>
                    <a:pt x="7682" y="1706"/>
                  </a:lnTo>
                  <a:lnTo>
                    <a:pt x="7080" y="1445"/>
                  </a:lnTo>
                  <a:lnTo>
                    <a:pt x="6478" y="1184"/>
                  </a:lnTo>
                  <a:lnTo>
                    <a:pt x="5857" y="964"/>
                  </a:lnTo>
                  <a:lnTo>
                    <a:pt x="5215" y="763"/>
                  </a:lnTo>
                  <a:lnTo>
                    <a:pt x="4573" y="563"/>
                  </a:lnTo>
                  <a:lnTo>
                    <a:pt x="3911" y="422"/>
                  </a:lnTo>
                  <a:lnTo>
                    <a:pt x="3911" y="422"/>
                  </a:lnTo>
                  <a:lnTo>
                    <a:pt x="3330" y="302"/>
                  </a:lnTo>
                  <a:lnTo>
                    <a:pt x="2708" y="202"/>
                  </a:lnTo>
                  <a:lnTo>
                    <a:pt x="2046" y="101"/>
                  </a:lnTo>
                  <a:lnTo>
                    <a:pt x="1364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3" name="Google Shape;5893;p26"/>
            <p:cNvSpPr/>
            <p:nvPr/>
          </p:nvSpPr>
          <p:spPr>
            <a:xfrm>
              <a:off x="11771450" y="4171988"/>
              <a:ext cx="79250" cy="11075"/>
            </a:xfrm>
            <a:custGeom>
              <a:avLst/>
              <a:gdLst/>
              <a:ahLst/>
              <a:cxnLst/>
              <a:rect l="l" t="t" r="r" b="b"/>
              <a:pathLst>
                <a:path w="3170" h="443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803" y="121"/>
                  </a:lnTo>
                  <a:lnTo>
                    <a:pt x="1605" y="282"/>
                  </a:lnTo>
                  <a:lnTo>
                    <a:pt x="1605" y="282"/>
                  </a:lnTo>
                  <a:lnTo>
                    <a:pt x="2447" y="442"/>
                  </a:lnTo>
                  <a:lnTo>
                    <a:pt x="2447" y="442"/>
                  </a:lnTo>
                  <a:lnTo>
                    <a:pt x="2949" y="242"/>
                  </a:lnTo>
                  <a:lnTo>
                    <a:pt x="2949" y="242"/>
                  </a:lnTo>
                  <a:lnTo>
                    <a:pt x="3169" y="161"/>
                  </a:lnTo>
                  <a:lnTo>
                    <a:pt x="3169" y="161"/>
                  </a:lnTo>
                  <a:lnTo>
                    <a:pt x="1625" y="61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4" name="Google Shape;5894;p26"/>
            <p:cNvSpPr/>
            <p:nvPr/>
          </p:nvSpPr>
          <p:spPr>
            <a:xfrm>
              <a:off x="11246025" y="4817763"/>
              <a:ext cx="920525" cy="297325"/>
            </a:xfrm>
            <a:custGeom>
              <a:avLst/>
              <a:gdLst/>
              <a:ahLst/>
              <a:cxnLst/>
              <a:rect l="l" t="t" r="r" b="b"/>
              <a:pathLst>
                <a:path w="36821" h="11893" extrusionOk="0">
                  <a:moveTo>
                    <a:pt x="2467" y="0"/>
                  </a:moveTo>
                  <a:lnTo>
                    <a:pt x="1886" y="381"/>
                  </a:lnTo>
                  <a:lnTo>
                    <a:pt x="1384" y="742"/>
                  </a:lnTo>
                  <a:lnTo>
                    <a:pt x="963" y="1103"/>
                  </a:lnTo>
                  <a:lnTo>
                    <a:pt x="602" y="1444"/>
                  </a:lnTo>
                  <a:lnTo>
                    <a:pt x="321" y="1745"/>
                  </a:lnTo>
                  <a:lnTo>
                    <a:pt x="201" y="1885"/>
                  </a:lnTo>
                  <a:lnTo>
                    <a:pt x="121" y="2026"/>
                  </a:lnTo>
                  <a:lnTo>
                    <a:pt x="61" y="2146"/>
                  </a:lnTo>
                  <a:lnTo>
                    <a:pt x="21" y="2266"/>
                  </a:lnTo>
                  <a:lnTo>
                    <a:pt x="1" y="2367"/>
                  </a:lnTo>
                  <a:lnTo>
                    <a:pt x="21" y="2467"/>
                  </a:lnTo>
                  <a:lnTo>
                    <a:pt x="301" y="3710"/>
                  </a:lnTo>
                  <a:lnTo>
                    <a:pt x="522" y="4633"/>
                  </a:lnTo>
                  <a:lnTo>
                    <a:pt x="783" y="5656"/>
                  </a:lnTo>
                  <a:lnTo>
                    <a:pt x="1063" y="6658"/>
                  </a:lnTo>
                  <a:lnTo>
                    <a:pt x="1204" y="7120"/>
                  </a:lnTo>
                  <a:lnTo>
                    <a:pt x="1344" y="7541"/>
                  </a:lnTo>
                  <a:lnTo>
                    <a:pt x="1485" y="7922"/>
                  </a:lnTo>
                  <a:lnTo>
                    <a:pt x="1625" y="8223"/>
                  </a:lnTo>
                  <a:lnTo>
                    <a:pt x="1745" y="8443"/>
                  </a:lnTo>
                  <a:lnTo>
                    <a:pt x="1805" y="8523"/>
                  </a:lnTo>
                  <a:lnTo>
                    <a:pt x="1866" y="8584"/>
                  </a:lnTo>
                  <a:lnTo>
                    <a:pt x="2046" y="8684"/>
                  </a:lnTo>
                  <a:lnTo>
                    <a:pt x="2347" y="8824"/>
                  </a:lnTo>
                  <a:lnTo>
                    <a:pt x="2768" y="9005"/>
                  </a:lnTo>
                  <a:lnTo>
                    <a:pt x="3310" y="9205"/>
                  </a:lnTo>
                  <a:lnTo>
                    <a:pt x="3951" y="9426"/>
                  </a:lnTo>
                  <a:lnTo>
                    <a:pt x="4693" y="9666"/>
                  </a:lnTo>
                  <a:lnTo>
                    <a:pt x="5536" y="9927"/>
                  </a:lnTo>
                  <a:lnTo>
                    <a:pt x="6478" y="10188"/>
                  </a:lnTo>
                  <a:lnTo>
                    <a:pt x="7481" y="10449"/>
                  </a:lnTo>
                  <a:lnTo>
                    <a:pt x="8584" y="10709"/>
                  </a:lnTo>
                  <a:lnTo>
                    <a:pt x="9747" y="10950"/>
                  </a:lnTo>
                  <a:lnTo>
                    <a:pt x="10970" y="11191"/>
                  </a:lnTo>
                  <a:lnTo>
                    <a:pt x="12274" y="11391"/>
                  </a:lnTo>
                  <a:lnTo>
                    <a:pt x="13618" y="11572"/>
                  </a:lnTo>
                  <a:lnTo>
                    <a:pt x="15021" y="11732"/>
                  </a:lnTo>
                  <a:lnTo>
                    <a:pt x="16445" y="11832"/>
                  </a:lnTo>
                  <a:lnTo>
                    <a:pt x="17308" y="11872"/>
                  </a:lnTo>
                  <a:lnTo>
                    <a:pt x="18150" y="11893"/>
                  </a:lnTo>
                  <a:lnTo>
                    <a:pt x="18992" y="11893"/>
                  </a:lnTo>
                  <a:lnTo>
                    <a:pt x="19834" y="11872"/>
                  </a:lnTo>
                  <a:lnTo>
                    <a:pt x="20677" y="11812"/>
                  </a:lnTo>
                  <a:lnTo>
                    <a:pt x="21499" y="11752"/>
                  </a:lnTo>
                  <a:lnTo>
                    <a:pt x="22321" y="11672"/>
                  </a:lnTo>
                  <a:lnTo>
                    <a:pt x="23143" y="11572"/>
                  </a:lnTo>
                  <a:lnTo>
                    <a:pt x="23946" y="11451"/>
                  </a:lnTo>
                  <a:lnTo>
                    <a:pt x="24728" y="11331"/>
                  </a:lnTo>
                  <a:lnTo>
                    <a:pt x="25510" y="11191"/>
                  </a:lnTo>
                  <a:lnTo>
                    <a:pt x="26272" y="11050"/>
                  </a:lnTo>
                  <a:lnTo>
                    <a:pt x="27736" y="10749"/>
                  </a:lnTo>
                  <a:lnTo>
                    <a:pt x="29120" y="10408"/>
                  </a:lnTo>
                  <a:lnTo>
                    <a:pt x="30403" y="10047"/>
                  </a:lnTo>
                  <a:lnTo>
                    <a:pt x="31586" y="9707"/>
                  </a:lnTo>
                  <a:lnTo>
                    <a:pt x="32649" y="9386"/>
                  </a:lnTo>
                  <a:lnTo>
                    <a:pt x="33572" y="9065"/>
                  </a:lnTo>
                  <a:lnTo>
                    <a:pt x="34334" y="8784"/>
                  </a:lnTo>
                  <a:lnTo>
                    <a:pt x="34956" y="8563"/>
                  </a:lnTo>
                  <a:lnTo>
                    <a:pt x="35637" y="8303"/>
                  </a:lnTo>
                  <a:lnTo>
                    <a:pt x="35738" y="8243"/>
                  </a:lnTo>
                  <a:lnTo>
                    <a:pt x="35818" y="8142"/>
                  </a:lnTo>
                  <a:lnTo>
                    <a:pt x="35898" y="8022"/>
                  </a:lnTo>
                  <a:lnTo>
                    <a:pt x="35978" y="7841"/>
                  </a:lnTo>
                  <a:lnTo>
                    <a:pt x="36059" y="7661"/>
                  </a:lnTo>
                  <a:lnTo>
                    <a:pt x="36139" y="7420"/>
                  </a:lnTo>
                  <a:lnTo>
                    <a:pt x="36259" y="6899"/>
                  </a:lnTo>
                  <a:lnTo>
                    <a:pt x="36420" y="6137"/>
                  </a:lnTo>
                  <a:lnTo>
                    <a:pt x="36560" y="5315"/>
                  </a:lnTo>
                  <a:lnTo>
                    <a:pt x="36680" y="4472"/>
                  </a:lnTo>
                  <a:lnTo>
                    <a:pt x="36760" y="3630"/>
                  </a:lnTo>
                  <a:lnTo>
                    <a:pt x="36801" y="2888"/>
                  </a:lnTo>
                  <a:lnTo>
                    <a:pt x="36821" y="2246"/>
                  </a:lnTo>
                  <a:lnTo>
                    <a:pt x="36801" y="1785"/>
                  </a:lnTo>
                  <a:lnTo>
                    <a:pt x="36760" y="1645"/>
                  </a:lnTo>
                  <a:lnTo>
                    <a:pt x="36740" y="1544"/>
                  </a:lnTo>
                  <a:lnTo>
                    <a:pt x="36660" y="1464"/>
                  </a:lnTo>
                  <a:lnTo>
                    <a:pt x="36540" y="1344"/>
                  </a:lnTo>
                  <a:lnTo>
                    <a:pt x="36179" y="1023"/>
                  </a:lnTo>
                  <a:lnTo>
                    <a:pt x="35678" y="622"/>
                  </a:lnTo>
                  <a:lnTo>
                    <a:pt x="35036" y="161"/>
                  </a:lnTo>
                  <a:lnTo>
                    <a:pt x="34895" y="1183"/>
                  </a:lnTo>
                  <a:lnTo>
                    <a:pt x="34815" y="1665"/>
                  </a:lnTo>
                  <a:lnTo>
                    <a:pt x="34735" y="2086"/>
                  </a:lnTo>
                  <a:lnTo>
                    <a:pt x="34635" y="2467"/>
                  </a:lnTo>
                  <a:lnTo>
                    <a:pt x="34534" y="2748"/>
                  </a:lnTo>
                  <a:lnTo>
                    <a:pt x="34474" y="2868"/>
                  </a:lnTo>
                  <a:lnTo>
                    <a:pt x="34414" y="2968"/>
                  </a:lnTo>
                  <a:lnTo>
                    <a:pt x="34354" y="3028"/>
                  </a:lnTo>
                  <a:lnTo>
                    <a:pt x="34294" y="3069"/>
                  </a:lnTo>
                  <a:lnTo>
                    <a:pt x="33752" y="3269"/>
                  </a:lnTo>
                  <a:lnTo>
                    <a:pt x="32729" y="3650"/>
                  </a:lnTo>
                  <a:lnTo>
                    <a:pt x="32028" y="3891"/>
                  </a:lnTo>
                  <a:lnTo>
                    <a:pt x="31245" y="4151"/>
                  </a:lnTo>
                  <a:lnTo>
                    <a:pt x="30363" y="4432"/>
                  </a:lnTo>
                  <a:lnTo>
                    <a:pt x="29380" y="4713"/>
                  </a:lnTo>
                  <a:lnTo>
                    <a:pt x="28338" y="4994"/>
                  </a:lnTo>
                  <a:lnTo>
                    <a:pt x="27215" y="5275"/>
                  </a:lnTo>
                  <a:lnTo>
                    <a:pt x="26031" y="5535"/>
                  </a:lnTo>
                  <a:lnTo>
                    <a:pt x="24808" y="5776"/>
                  </a:lnTo>
                  <a:lnTo>
                    <a:pt x="23524" y="5976"/>
                  </a:lnTo>
                  <a:lnTo>
                    <a:pt x="22221" y="6157"/>
                  </a:lnTo>
                  <a:lnTo>
                    <a:pt x="21539" y="6217"/>
                  </a:lnTo>
                  <a:lnTo>
                    <a:pt x="20877" y="6277"/>
                  </a:lnTo>
                  <a:lnTo>
                    <a:pt x="20195" y="6337"/>
                  </a:lnTo>
                  <a:lnTo>
                    <a:pt x="19514" y="6357"/>
                  </a:lnTo>
                  <a:lnTo>
                    <a:pt x="18792" y="6378"/>
                  </a:lnTo>
                  <a:lnTo>
                    <a:pt x="18070" y="6378"/>
                  </a:lnTo>
                  <a:lnTo>
                    <a:pt x="17328" y="6357"/>
                  </a:lnTo>
                  <a:lnTo>
                    <a:pt x="16606" y="6337"/>
                  </a:lnTo>
                  <a:lnTo>
                    <a:pt x="15282" y="6217"/>
                  </a:lnTo>
                  <a:lnTo>
                    <a:pt x="13999" y="6097"/>
                  </a:lnTo>
                  <a:lnTo>
                    <a:pt x="12755" y="5916"/>
                  </a:lnTo>
                  <a:lnTo>
                    <a:pt x="11572" y="5736"/>
                  </a:lnTo>
                  <a:lnTo>
                    <a:pt x="10429" y="5515"/>
                  </a:lnTo>
                  <a:lnTo>
                    <a:pt x="9346" y="5295"/>
                  </a:lnTo>
                  <a:lnTo>
                    <a:pt x="8343" y="5054"/>
                  </a:lnTo>
                  <a:lnTo>
                    <a:pt x="7421" y="4813"/>
                  </a:lnTo>
                  <a:lnTo>
                    <a:pt x="6558" y="4573"/>
                  </a:lnTo>
                  <a:lnTo>
                    <a:pt x="5776" y="4332"/>
                  </a:lnTo>
                  <a:lnTo>
                    <a:pt x="5094" y="4111"/>
                  </a:lnTo>
                  <a:lnTo>
                    <a:pt x="4513" y="3911"/>
                  </a:lnTo>
                  <a:lnTo>
                    <a:pt x="4011" y="3730"/>
                  </a:lnTo>
                  <a:lnTo>
                    <a:pt x="3610" y="3550"/>
                  </a:lnTo>
                  <a:lnTo>
                    <a:pt x="3350" y="3429"/>
                  </a:lnTo>
                  <a:lnTo>
                    <a:pt x="3169" y="3329"/>
                  </a:lnTo>
                  <a:lnTo>
                    <a:pt x="3109" y="3269"/>
                  </a:lnTo>
                  <a:lnTo>
                    <a:pt x="3069" y="3169"/>
                  </a:lnTo>
                  <a:lnTo>
                    <a:pt x="3029" y="3048"/>
                  </a:lnTo>
                  <a:lnTo>
                    <a:pt x="2989" y="2908"/>
                  </a:lnTo>
                  <a:lnTo>
                    <a:pt x="2908" y="2547"/>
                  </a:lnTo>
                  <a:lnTo>
                    <a:pt x="2828" y="2126"/>
                  </a:lnTo>
                  <a:lnTo>
                    <a:pt x="2688" y="1103"/>
                  </a:lnTo>
                  <a:lnTo>
                    <a:pt x="2588" y="542"/>
                  </a:lnTo>
                  <a:lnTo>
                    <a:pt x="24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5" name="Google Shape;5895;p26"/>
            <p:cNvSpPr/>
            <p:nvPr/>
          </p:nvSpPr>
          <p:spPr>
            <a:xfrm>
              <a:off x="11246025" y="4817763"/>
              <a:ext cx="920525" cy="297325"/>
            </a:xfrm>
            <a:custGeom>
              <a:avLst/>
              <a:gdLst/>
              <a:ahLst/>
              <a:cxnLst/>
              <a:rect l="l" t="t" r="r" b="b"/>
              <a:pathLst>
                <a:path w="36821" h="11893" fill="none" extrusionOk="0">
                  <a:moveTo>
                    <a:pt x="36259" y="6899"/>
                  </a:moveTo>
                  <a:lnTo>
                    <a:pt x="36259" y="6899"/>
                  </a:lnTo>
                  <a:lnTo>
                    <a:pt x="36139" y="7420"/>
                  </a:lnTo>
                  <a:lnTo>
                    <a:pt x="36059" y="7661"/>
                  </a:lnTo>
                  <a:lnTo>
                    <a:pt x="35978" y="7841"/>
                  </a:lnTo>
                  <a:lnTo>
                    <a:pt x="35898" y="8022"/>
                  </a:lnTo>
                  <a:lnTo>
                    <a:pt x="35818" y="8142"/>
                  </a:lnTo>
                  <a:lnTo>
                    <a:pt x="35738" y="8243"/>
                  </a:lnTo>
                  <a:lnTo>
                    <a:pt x="35637" y="8303"/>
                  </a:lnTo>
                  <a:lnTo>
                    <a:pt x="35637" y="8303"/>
                  </a:lnTo>
                  <a:lnTo>
                    <a:pt x="34956" y="8563"/>
                  </a:lnTo>
                  <a:lnTo>
                    <a:pt x="34334" y="8784"/>
                  </a:lnTo>
                  <a:lnTo>
                    <a:pt x="33572" y="9065"/>
                  </a:lnTo>
                  <a:lnTo>
                    <a:pt x="32649" y="9386"/>
                  </a:lnTo>
                  <a:lnTo>
                    <a:pt x="31586" y="9707"/>
                  </a:lnTo>
                  <a:lnTo>
                    <a:pt x="30403" y="10047"/>
                  </a:lnTo>
                  <a:lnTo>
                    <a:pt x="29120" y="10408"/>
                  </a:lnTo>
                  <a:lnTo>
                    <a:pt x="27736" y="10749"/>
                  </a:lnTo>
                  <a:lnTo>
                    <a:pt x="26272" y="11050"/>
                  </a:lnTo>
                  <a:lnTo>
                    <a:pt x="25510" y="11191"/>
                  </a:lnTo>
                  <a:lnTo>
                    <a:pt x="24728" y="11331"/>
                  </a:lnTo>
                  <a:lnTo>
                    <a:pt x="23946" y="11451"/>
                  </a:lnTo>
                  <a:lnTo>
                    <a:pt x="23143" y="11572"/>
                  </a:lnTo>
                  <a:lnTo>
                    <a:pt x="22321" y="11672"/>
                  </a:lnTo>
                  <a:lnTo>
                    <a:pt x="21499" y="11752"/>
                  </a:lnTo>
                  <a:lnTo>
                    <a:pt x="20677" y="11812"/>
                  </a:lnTo>
                  <a:lnTo>
                    <a:pt x="19834" y="11872"/>
                  </a:lnTo>
                  <a:lnTo>
                    <a:pt x="18992" y="11893"/>
                  </a:lnTo>
                  <a:lnTo>
                    <a:pt x="18150" y="11893"/>
                  </a:lnTo>
                  <a:lnTo>
                    <a:pt x="17308" y="11872"/>
                  </a:lnTo>
                  <a:lnTo>
                    <a:pt x="16445" y="11832"/>
                  </a:lnTo>
                  <a:lnTo>
                    <a:pt x="16445" y="11832"/>
                  </a:lnTo>
                  <a:lnTo>
                    <a:pt x="15021" y="11732"/>
                  </a:lnTo>
                  <a:lnTo>
                    <a:pt x="13618" y="11572"/>
                  </a:lnTo>
                  <a:lnTo>
                    <a:pt x="12274" y="11391"/>
                  </a:lnTo>
                  <a:lnTo>
                    <a:pt x="10970" y="11191"/>
                  </a:lnTo>
                  <a:lnTo>
                    <a:pt x="9747" y="10950"/>
                  </a:lnTo>
                  <a:lnTo>
                    <a:pt x="8584" y="10709"/>
                  </a:lnTo>
                  <a:lnTo>
                    <a:pt x="7481" y="10449"/>
                  </a:lnTo>
                  <a:lnTo>
                    <a:pt x="6478" y="10188"/>
                  </a:lnTo>
                  <a:lnTo>
                    <a:pt x="5536" y="9927"/>
                  </a:lnTo>
                  <a:lnTo>
                    <a:pt x="4693" y="9666"/>
                  </a:lnTo>
                  <a:lnTo>
                    <a:pt x="3951" y="9426"/>
                  </a:lnTo>
                  <a:lnTo>
                    <a:pt x="3310" y="9205"/>
                  </a:lnTo>
                  <a:lnTo>
                    <a:pt x="2768" y="9005"/>
                  </a:lnTo>
                  <a:lnTo>
                    <a:pt x="2347" y="8824"/>
                  </a:lnTo>
                  <a:lnTo>
                    <a:pt x="2046" y="8684"/>
                  </a:lnTo>
                  <a:lnTo>
                    <a:pt x="1866" y="8584"/>
                  </a:lnTo>
                  <a:lnTo>
                    <a:pt x="1866" y="8584"/>
                  </a:lnTo>
                  <a:lnTo>
                    <a:pt x="1805" y="8523"/>
                  </a:lnTo>
                  <a:lnTo>
                    <a:pt x="1745" y="8443"/>
                  </a:lnTo>
                  <a:lnTo>
                    <a:pt x="1625" y="8223"/>
                  </a:lnTo>
                  <a:lnTo>
                    <a:pt x="1485" y="7922"/>
                  </a:lnTo>
                  <a:lnTo>
                    <a:pt x="1344" y="7541"/>
                  </a:lnTo>
                  <a:lnTo>
                    <a:pt x="1204" y="7120"/>
                  </a:lnTo>
                  <a:lnTo>
                    <a:pt x="1063" y="6658"/>
                  </a:lnTo>
                  <a:lnTo>
                    <a:pt x="783" y="5656"/>
                  </a:lnTo>
                  <a:lnTo>
                    <a:pt x="522" y="4633"/>
                  </a:lnTo>
                  <a:lnTo>
                    <a:pt x="301" y="3710"/>
                  </a:lnTo>
                  <a:lnTo>
                    <a:pt x="21" y="2467"/>
                  </a:lnTo>
                  <a:lnTo>
                    <a:pt x="21" y="2467"/>
                  </a:lnTo>
                  <a:lnTo>
                    <a:pt x="1" y="2367"/>
                  </a:lnTo>
                  <a:lnTo>
                    <a:pt x="21" y="2266"/>
                  </a:lnTo>
                  <a:lnTo>
                    <a:pt x="61" y="2146"/>
                  </a:lnTo>
                  <a:lnTo>
                    <a:pt x="121" y="2026"/>
                  </a:lnTo>
                  <a:lnTo>
                    <a:pt x="201" y="1885"/>
                  </a:lnTo>
                  <a:lnTo>
                    <a:pt x="321" y="1745"/>
                  </a:lnTo>
                  <a:lnTo>
                    <a:pt x="602" y="1444"/>
                  </a:lnTo>
                  <a:lnTo>
                    <a:pt x="963" y="1103"/>
                  </a:lnTo>
                  <a:lnTo>
                    <a:pt x="1384" y="742"/>
                  </a:lnTo>
                  <a:lnTo>
                    <a:pt x="1886" y="381"/>
                  </a:lnTo>
                  <a:lnTo>
                    <a:pt x="2467" y="0"/>
                  </a:lnTo>
                  <a:lnTo>
                    <a:pt x="2467" y="0"/>
                  </a:lnTo>
                  <a:lnTo>
                    <a:pt x="2588" y="542"/>
                  </a:lnTo>
                  <a:lnTo>
                    <a:pt x="2688" y="1103"/>
                  </a:lnTo>
                  <a:lnTo>
                    <a:pt x="2828" y="2126"/>
                  </a:lnTo>
                  <a:lnTo>
                    <a:pt x="2908" y="2547"/>
                  </a:lnTo>
                  <a:lnTo>
                    <a:pt x="2989" y="2908"/>
                  </a:lnTo>
                  <a:lnTo>
                    <a:pt x="3029" y="3048"/>
                  </a:lnTo>
                  <a:lnTo>
                    <a:pt x="3069" y="3169"/>
                  </a:lnTo>
                  <a:lnTo>
                    <a:pt x="3109" y="3269"/>
                  </a:lnTo>
                  <a:lnTo>
                    <a:pt x="3169" y="3329"/>
                  </a:lnTo>
                  <a:lnTo>
                    <a:pt x="3169" y="3329"/>
                  </a:lnTo>
                  <a:lnTo>
                    <a:pt x="3350" y="3429"/>
                  </a:lnTo>
                  <a:lnTo>
                    <a:pt x="3610" y="3550"/>
                  </a:lnTo>
                  <a:lnTo>
                    <a:pt x="4011" y="3730"/>
                  </a:lnTo>
                  <a:lnTo>
                    <a:pt x="4513" y="3911"/>
                  </a:lnTo>
                  <a:lnTo>
                    <a:pt x="5094" y="4111"/>
                  </a:lnTo>
                  <a:lnTo>
                    <a:pt x="5776" y="4332"/>
                  </a:lnTo>
                  <a:lnTo>
                    <a:pt x="6558" y="4573"/>
                  </a:lnTo>
                  <a:lnTo>
                    <a:pt x="7421" y="4813"/>
                  </a:lnTo>
                  <a:lnTo>
                    <a:pt x="8343" y="5054"/>
                  </a:lnTo>
                  <a:lnTo>
                    <a:pt x="9346" y="5295"/>
                  </a:lnTo>
                  <a:lnTo>
                    <a:pt x="10429" y="5515"/>
                  </a:lnTo>
                  <a:lnTo>
                    <a:pt x="11572" y="5736"/>
                  </a:lnTo>
                  <a:lnTo>
                    <a:pt x="12755" y="5916"/>
                  </a:lnTo>
                  <a:lnTo>
                    <a:pt x="13999" y="6097"/>
                  </a:lnTo>
                  <a:lnTo>
                    <a:pt x="15282" y="6217"/>
                  </a:lnTo>
                  <a:lnTo>
                    <a:pt x="16606" y="6337"/>
                  </a:lnTo>
                  <a:lnTo>
                    <a:pt x="16606" y="6337"/>
                  </a:lnTo>
                  <a:lnTo>
                    <a:pt x="17328" y="6357"/>
                  </a:lnTo>
                  <a:lnTo>
                    <a:pt x="18070" y="6378"/>
                  </a:lnTo>
                  <a:lnTo>
                    <a:pt x="18792" y="6378"/>
                  </a:lnTo>
                  <a:lnTo>
                    <a:pt x="19514" y="6357"/>
                  </a:lnTo>
                  <a:lnTo>
                    <a:pt x="19514" y="6357"/>
                  </a:lnTo>
                  <a:lnTo>
                    <a:pt x="20195" y="6337"/>
                  </a:lnTo>
                  <a:lnTo>
                    <a:pt x="20877" y="6277"/>
                  </a:lnTo>
                  <a:lnTo>
                    <a:pt x="21539" y="6217"/>
                  </a:lnTo>
                  <a:lnTo>
                    <a:pt x="22221" y="6157"/>
                  </a:lnTo>
                  <a:lnTo>
                    <a:pt x="23524" y="5976"/>
                  </a:lnTo>
                  <a:lnTo>
                    <a:pt x="24808" y="5776"/>
                  </a:lnTo>
                  <a:lnTo>
                    <a:pt x="26031" y="5535"/>
                  </a:lnTo>
                  <a:lnTo>
                    <a:pt x="27215" y="5275"/>
                  </a:lnTo>
                  <a:lnTo>
                    <a:pt x="28338" y="4994"/>
                  </a:lnTo>
                  <a:lnTo>
                    <a:pt x="29380" y="4713"/>
                  </a:lnTo>
                  <a:lnTo>
                    <a:pt x="30363" y="4432"/>
                  </a:lnTo>
                  <a:lnTo>
                    <a:pt x="31245" y="4151"/>
                  </a:lnTo>
                  <a:lnTo>
                    <a:pt x="32028" y="3891"/>
                  </a:lnTo>
                  <a:lnTo>
                    <a:pt x="32729" y="3650"/>
                  </a:lnTo>
                  <a:lnTo>
                    <a:pt x="33752" y="3269"/>
                  </a:lnTo>
                  <a:lnTo>
                    <a:pt x="34294" y="3069"/>
                  </a:lnTo>
                  <a:lnTo>
                    <a:pt x="34294" y="3069"/>
                  </a:lnTo>
                  <a:lnTo>
                    <a:pt x="34354" y="3028"/>
                  </a:lnTo>
                  <a:lnTo>
                    <a:pt x="34414" y="2968"/>
                  </a:lnTo>
                  <a:lnTo>
                    <a:pt x="34474" y="2868"/>
                  </a:lnTo>
                  <a:lnTo>
                    <a:pt x="34534" y="2748"/>
                  </a:lnTo>
                  <a:lnTo>
                    <a:pt x="34635" y="2467"/>
                  </a:lnTo>
                  <a:lnTo>
                    <a:pt x="34735" y="2086"/>
                  </a:lnTo>
                  <a:lnTo>
                    <a:pt x="34815" y="1665"/>
                  </a:lnTo>
                  <a:lnTo>
                    <a:pt x="34895" y="1183"/>
                  </a:lnTo>
                  <a:lnTo>
                    <a:pt x="35036" y="161"/>
                  </a:lnTo>
                  <a:lnTo>
                    <a:pt x="35036" y="161"/>
                  </a:lnTo>
                  <a:lnTo>
                    <a:pt x="35678" y="622"/>
                  </a:lnTo>
                  <a:lnTo>
                    <a:pt x="36179" y="1023"/>
                  </a:lnTo>
                  <a:lnTo>
                    <a:pt x="36540" y="1344"/>
                  </a:lnTo>
                  <a:lnTo>
                    <a:pt x="36660" y="1464"/>
                  </a:lnTo>
                  <a:lnTo>
                    <a:pt x="36740" y="1544"/>
                  </a:lnTo>
                  <a:lnTo>
                    <a:pt x="36740" y="1544"/>
                  </a:lnTo>
                  <a:lnTo>
                    <a:pt x="36760" y="1645"/>
                  </a:lnTo>
                  <a:lnTo>
                    <a:pt x="36801" y="1785"/>
                  </a:lnTo>
                  <a:lnTo>
                    <a:pt x="36821" y="2246"/>
                  </a:lnTo>
                  <a:lnTo>
                    <a:pt x="36801" y="2888"/>
                  </a:lnTo>
                  <a:lnTo>
                    <a:pt x="36760" y="3630"/>
                  </a:lnTo>
                  <a:lnTo>
                    <a:pt x="36680" y="4472"/>
                  </a:lnTo>
                  <a:lnTo>
                    <a:pt x="36560" y="5315"/>
                  </a:lnTo>
                  <a:lnTo>
                    <a:pt x="36420" y="6137"/>
                  </a:lnTo>
                  <a:lnTo>
                    <a:pt x="36259" y="6899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6" name="Google Shape;5896;p26"/>
            <p:cNvSpPr/>
            <p:nvPr/>
          </p:nvSpPr>
          <p:spPr>
            <a:xfrm>
              <a:off x="11246025" y="4817763"/>
              <a:ext cx="906500" cy="297325"/>
            </a:xfrm>
            <a:custGeom>
              <a:avLst/>
              <a:gdLst/>
              <a:ahLst/>
              <a:cxnLst/>
              <a:rect l="l" t="t" r="r" b="b"/>
              <a:pathLst>
                <a:path w="36260" h="11893" extrusionOk="0">
                  <a:moveTo>
                    <a:pt x="2467" y="0"/>
                  </a:moveTo>
                  <a:lnTo>
                    <a:pt x="1926" y="361"/>
                  </a:lnTo>
                  <a:lnTo>
                    <a:pt x="1445" y="722"/>
                  </a:lnTo>
                  <a:lnTo>
                    <a:pt x="1023" y="1043"/>
                  </a:lnTo>
                  <a:lnTo>
                    <a:pt x="662" y="1364"/>
                  </a:lnTo>
                  <a:lnTo>
                    <a:pt x="382" y="1665"/>
                  </a:lnTo>
                  <a:lnTo>
                    <a:pt x="181" y="1925"/>
                  </a:lnTo>
                  <a:lnTo>
                    <a:pt x="101" y="2066"/>
                  </a:lnTo>
                  <a:lnTo>
                    <a:pt x="41" y="2186"/>
                  </a:lnTo>
                  <a:lnTo>
                    <a:pt x="21" y="2286"/>
                  </a:lnTo>
                  <a:lnTo>
                    <a:pt x="1" y="2387"/>
                  </a:lnTo>
                  <a:lnTo>
                    <a:pt x="21" y="2467"/>
                  </a:lnTo>
                  <a:lnTo>
                    <a:pt x="301" y="3710"/>
                  </a:lnTo>
                  <a:lnTo>
                    <a:pt x="522" y="4633"/>
                  </a:lnTo>
                  <a:lnTo>
                    <a:pt x="783" y="5656"/>
                  </a:lnTo>
                  <a:lnTo>
                    <a:pt x="1063" y="6658"/>
                  </a:lnTo>
                  <a:lnTo>
                    <a:pt x="1204" y="7120"/>
                  </a:lnTo>
                  <a:lnTo>
                    <a:pt x="1344" y="7541"/>
                  </a:lnTo>
                  <a:lnTo>
                    <a:pt x="1485" y="7922"/>
                  </a:lnTo>
                  <a:lnTo>
                    <a:pt x="1625" y="8223"/>
                  </a:lnTo>
                  <a:lnTo>
                    <a:pt x="1745" y="8443"/>
                  </a:lnTo>
                  <a:lnTo>
                    <a:pt x="1805" y="8523"/>
                  </a:lnTo>
                  <a:lnTo>
                    <a:pt x="1866" y="8584"/>
                  </a:lnTo>
                  <a:lnTo>
                    <a:pt x="2046" y="8684"/>
                  </a:lnTo>
                  <a:lnTo>
                    <a:pt x="2347" y="8824"/>
                  </a:lnTo>
                  <a:lnTo>
                    <a:pt x="2768" y="9005"/>
                  </a:lnTo>
                  <a:lnTo>
                    <a:pt x="3310" y="9205"/>
                  </a:lnTo>
                  <a:lnTo>
                    <a:pt x="3951" y="9426"/>
                  </a:lnTo>
                  <a:lnTo>
                    <a:pt x="4693" y="9666"/>
                  </a:lnTo>
                  <a:lnTo>
                    <a:pt x="5536" y="9927"/>
                  </a:lnTo>
                  <a:lnTo>
                    <a:pt x="6478" y="10188"/>
                  </a:lnTo>
                  <a:lnTo>
                    <a:pt x="7481" y="10449"/>
                  </a:lnTo>
                  <a:lnTo>
                    <a:pt x="8584" y="10709"/>
                  </a:lnTo>
                  <a:lnTo>
                    <a:pt x="9747" y="10950"/>
                  </a:lnTo>
                  <a:lnTo>
                    <a:pt x="10970" y="11191"/>
                  </a:lnTo>
                  <a:lnTo>
                    <a:pt x="12274" y="11391"/>
                  </a:lnTo>
                  <a:lnTo>
                    <a:pt x="13618" y="11572"/>
                  </a:lnTo>
                  <a:lnTo>
                    <a:pt x="15021" y="11732"/>
                  </a:lnTo>
                  <a:lnTo>
                    <a:pt x="16445" y="11832"/>
                  </a:lnTo>
                  <a:lnTo>
                    <a:pt x="17408" y="11872"/>
                  </a:lnTo>
                  <a:lnTo>
                    <a:pt x="18350" y="11893"/>
                  </a:lnTo>
                  <a:lnTo>
                    <a:pt x="19133" y="11893"/>
                  </a:lnTo>
                  <a:lnTo>
                    <a:pt x="19915" y="11852"/>
                  </a:lnTo>
                  <a:lnTo>
                    <a:pt x="20697" y="11812"/>
                  </a:lnTo>
                  <a:lnTo>
                    <a:pt x="21479" y="11752"/>
                  </a:lnTo>
                  <a:lnTo>
                    <a:pt x="22241" y="11672"/>
                  </a:lnTo>
                  <a:lnTo>
                    <a:pt x="23003" y="11592"/>
                  </a:lnTo>
                  <a:lnTo>
                    <a:pt x="23745" y="11491"/>
                  </a:lnTo>
                  <a:lnTo>
                    <a:pt x="24487" y="11371"/>
                  </a:lnTo>
                  <a:lnTo>
                    <a:pt x="25931" y="11130"/>
                  </a:lnTo>
                  <a:lnTo>
                    <a:pt x="27315" y="10830"/>
                  </a:lnTo>
                  <a:lnTo>
                    <a:pt x="28618" y="10529"/>
                  </a:lnTo>
                  <a:lnTo>
                    <a:pt x="29862" y="10208"/>
                  </a:lnTo>
                  <a:lnTo>
                    <a:pt x="31005" y="9887"/>
                  </a:lnTo>
                  <a:lnTo>
                    <a:pt x="32048" y="9566"/>
                  </a:lnTo>
                  <a:lnTo>
                    <a:pt x="32990" y="9265"/>
                  </a:lnTo>
                  <a:lnTo>
                    <a:pt x="33792" y="8985"/>
                  </a:lnTo>
                  <a:lnTo>
                    <a:pt x="35016" y="8543"/>
                  </a:lnTo>
                  <a:lnTo>
                    <a:pt x="35637" y="8303"/>
                  </a:lnTo>
                  <a:lnTo>
                    <a:pt x="35738" y="8243"/>
                  </a:lnTo>
                  <a:lnTo>
                    <a:pt x="35818" y="8142"/>
                  </a:lnTo>
                  <a:lnTo>
                    <a:pt x="35898" y="8022"/>
                  </a:lnTo>
                  <a:lnTo>
                    <a:pt x="35978" y="7841"/>
                  </a:lnTo>
                  <a:lnTo>
                    <a:pt x="36059" y="7661"/>
                  </a:lnTo>
                  <a:lnTo>
                    <a:pt x="36139" y="7420"/>
                  </a:lnTo>
                  <a:lnTo>
                    <a:pt x="36259" y="6899"/>
                  </a:lnTo>
                  <a:lnTo>
                    <a:pt x="35016" y="7340"/>
                  </a:lnTo>
                  <a:lnTo>
                    <a:pt x="33752" y="7741"/>
                  </a:lnTo>
                  <a:lnTo>
                    <a:pt x="32469" y="8142"/>
                  </a:lnTo>
                  <a:lnTo>
                    <a:pt x="31205" y="8503"/>
                  </a:lnTo>
                  <a:lnTo>
                    <a:pt x="29922" y="8844"/>
                  </a:lnTo>
                  <a:lnTo>
                    <a:pt x="28618" y="9145"/>
                  </a:lnTo>
                  <a:lnTo>
                    <a:pt x="27335" y="9406"/>
                  </a:lnTo>
                  <a:lnTo>
                    <a:pt x="26031" y="9646"/>
                  </a:lnTo>
                  <a:lnTo>
                    <a:pt x="24728" y="9847"/>
                  </a:lnTo>
                  <a:lnTo>
                    <a:pt x="23404" y="10007"/>
                  </a:lnTo>
                  <a:lnTo>
                    <a:pt x="22742" y="10088"/>
                  </a:lnTo>
                  <a:lnTo>
                    <a:pt x="22081" y="10128"/>
                  </a:lnTo>
                  <a:lnTo>
                    <a:pt x="21419" y="10168"/>
                  </a:lnTo>
                  <a:lnTo>
                    <a:pt x="20737" y="10188"/>
                  </a:lnTo>
                  <a:lnTo>
                    <a:pt x="20035" y="10168"/>
                  </a:lnTo>
                  <a:lnTo>
                    <a:pt x="19333" y="10128"/>
                  </a:lnTo>
                  <a:lnTo>
                    <a:pt x="18631" y="10027"/>
                  </a:lnTo>
                  <a:lnTo>
                    <a:pt x="17929" y="9907"/>
                  </a:lnTo>
                  <a:lnTo>
                    <a:pt x="17649" y="9847"/>
                  </a:lnTo>
                  <a:lnTo>
                    <a:pt x="17348" y="9747"/>
                  </a:lnTo>
                  <a:lnTo>
                    <a:pt x="17047" y="9606"/>
                  </a:lnTo>
                  <a:lnTo>
                    <a:pt x="16786" y="9466"/>
                  </a:lnTo>
                  <a:lnTo>
                    <a:pt x="16525" y="9305"/>
                  </a:lnTo>
                  <a:lnTo>
                    <a:pt x="16305" y="9105"/>
                  </a:lnTo>
                  <a:lnTo>
                    <a:pt x="16225" y="9005"/>
                  </a:lnTo>
                  <a:lnTo>
                    <a:pt x="16144" y="8904"/>
                  </a:lnTo>
                  <a:lnTo>
                    <a:pt x="16084" y="8784"/>
                  </a:lnTo>
                  <a:lnTo>
                    <a:pt x="16044" y="8684"/>
                  </a:lnTo>
                  <a:lnTo>
                    <a:pt x="16024" y="8563"/>
                  </a:lnTo>
                  <a:lnTo>
                    <a:pt x="16004" y="8443"/>
                  </a:lnTo>
                  <a:lnTo>
                    <a:pt x="16024" y="8323"/>
                  </a:lnTo>
                  <a:lnTo>
                    <a:pt x="16064" y="8202"/>
                  </a:lnTo>
                  <a:lnTo>
                    <a:pt x="16124" y="8062"/>
                  </a:lnTo>
                  <a:lnTo>
                    <a:pt x="16205" y="7942"/>
                  </a:lnTo>
                  <a:lnTo>
                    <a:pt x="16325" y="7801"/>
                  </a:lnTo>
                  <a:lnTo>
                    <a:pt x="16465" y="7681"/>
                  </a:lnTo>
                  <a:lnTo>
                    <a:pt x="16646" y="7541"/>
                  </a:lnTo>
                  <a:lnTo>
                    <a:pt x="16846" y="7400"/>
                  </a:lnTo>
                  <a:lnTo>
                    <a:pt x="17067" y="7260"/>
                  </a:lnTo>
                  <a:lnTo>
                    <a:pt x="17348" y="7140"/>
                  </a:lnTo>
                  <a:lnTo>
                    <a:pt x="17649" y="6999"/>
                  </a:lnTo>
                  <a:lnTo>
                    <a:pt x="17989" y="6859"/>
                  </a:lnTo>
                  <a:lnTo>
                    <a:pt x="18350" y="6718"/>
                  </a:lnTo>
                  <a:lnTo>
                    <a:pt x="18772" y="6578"/>
                  </a:lnTo>
                  <a:lnTo>
                    <a:pt x="19514" y="6357"/>
                  </a:lnTo>
                  <a:lnTo>
                    <a:pt x="18912" y="6378"/>
                  </a:lnTo>
                  <a:lnTo>
                    <a:pt x="17448" y="6378"/>
                  </a:lnTo>
                  <a:lnTo>
                    <a:pt x="16606" y="6337"/>
                  </a:lnTo>
                  <a:lnTo>
                    <a:pt x="15282" y="6217"/>
                  </a:lnTo>
                  <a:lnTo>
                    <a:pt x="13999" y="6097"/>
                  </a:lnTo>
                  <a:lnTo>
                    <a:pt x="12755" y="5916"/>
                  </a:lnTo>
                  <a:lnTo>
                    <a:pt x="11572" y="5736"/>
                  </a:lnTo>
                  <a:lnTo>
                    <a:pt x="10429" y="5515"/>
                  </a:lnTo>
                  <a:lnTo>
                    <a:pt x="9346" y="5295"/>
                  </a:lnTo>
                  <a:lnTo>
                    <a:pt x="8343" y="5054"/>
                  </a:lnTo>
                  <a:lnTo>
                    <a:pt x="7421" y="4813"/>
                  </a:lnTo>
                  <a:lnTo>
                    <a:pt x="6558" y="4573"/>
                  </a:lnTo>
                  <a:lnTo>
                    <a:pt x="5776" y="4332"/>
                  </a:lnTo>
                  <a:lnTo>
                    <a:pt x="5094" y="4111"/>
                  </a:lnTo>
                  <a:lnTo>
                    <a:pt x="4513" y="3911"/>
                  </a:lnTo>
                  <a:lnTo>
                    <a:pt x="4011" y="3730"/>
                  </a:lnTo>
                  <a:lnTo>
                    <a:pt x="3610" y="3550"/>
                  </a:lnTo>
                  <a:lnTo>
                    <a:pt x="3350" y="3429"/>
                  </a:lnTo>
                  <a:lnTo>
                    <a:pt x="3169" y="3329"/>
                  </a:lnTo>
                  <a:lnTo>
                    <a:pt x="3109" y="3269"/>
                  </a:lnTo>
                  <a:lnTo>
                    <a:pt x="3069" y="3169"/>
                  </a:lnTo>
                  <a:lnTo>
                    <a:pt x="3029" y="3048"/>
                  </a:lnTo>
                  <a:lnTo>
                    <a:pt x="2989" y="2908"/>
                  </a:lnTo>
                  <a:lnTo>
                    <a:pt x="2908" y="2547"/>
                  </a:lnTo>
                  <a:lnTo>
                    <a:pt x="2828" y="2126"/>
                  </a:lnTo>
                  <a:lnTo>
                    <a:pt x="2688" y="1103"/>
                  </a:lnTo>
                  <a:lnTo>
                    <a:pt x="2588" y="562"/>
                  </a:lnTo>
                  <a:lnTo>
                    <a:pt x="2467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7" name="Google Shape;5897;p26"/>
            <p:cNvSpPr/>
            <p:nvPr/>
          </p:nvSpPr>
          <p:spPr>
            <a:xfrm>
              <a:off x="11246025" y="4817763"/>
              <a:ext cx="906500" cy="297325"/>
            </a:xfrm>
            <a:custGeom>
              <a:avLst/>
              <a:gdLst/>
              <a:ahLst/>
              <a:cxnLst/>
              <a:rect l="l" t="t" r="r" b="b"/>
              <a:pathLst>
                <a:path w="36260" h="11893" fill="none" extrusionOk="0">
                  <a:moveTo>
                    <a:pt x="2467" y="0"/>
                  </a:moveTo>
                  <a:lnTo>
                    <a:pt x="2467" y="0"/>
                  </a:lnTo>
                  <a:lnTo>
                    <a:pt x="1926" y="361"/>
                  </a:lnTo>
                  <a:lnTo>
                    <a:pt x="1445" y="722"/>
                  </a:lnTo>
                  <a:lnTo>
                    <a:pt x="1023" y="1043"/>
                  </a:lnTo>
                  <a:lnTo>
                    <a:pt x="662" y="1364"/>
                  </a:lnTo>
                  <a:lnTo>
                    <a:pt x="382" y="1665"/>
                  </a:lnTo>
                  <a:lnTo>
                    <a:pt x="181" y="1925"/>
                  </a:lnTo>
                  <a:lnTo>
                    <a:pt x="101" y="2066"/>
                  </a:lnTo>
                  <a:lnTo>
                    <a:pt x="41" y="2186"/>
                  </a:lnTo>
                  <a:lnTo>
                    <a:pt x="21" y="2286"/>
                  </a:lnTo>
                  <a:lnTo>
                    <a:pt x="1" y="2387"/>
                  </a:lnTo>
                  <a:lnTo>
                    <a:pt x="1" y="2387"/>
                  </a:lnTo>
                  <a:lnTo>
                    <a:pt x="21" y="2467"/>
                  </a:lnTo>
                  <a:lnTo>
                    <a:pt x="21" y="2467"/>
                  </a:lnTo>
                  <a:lnTo>
                    <a:pt x="301" y="3710"/>
                  </a:lnTo>
                  <a:lnTo>
                    <a:pt x="522" y="4633"/>
                  </a:lnTo>
                  <a:lnTo>
                    <a:pt x="783" y="5656"/>
                  </a:lnTo>
                  <a:lnTo>
                    <a:pt x="1063" y="6658"/>
                  </a:lnTo>
                  <a:lnTo>
                    <a:pt x="1204" y="7120"/>
                  </a:lnTo>
                  <a:lnTo>
                    <a:pt x="1344" y="7541"/>
                  </a:lnTo>
                  <a:lnTo>
                    <a:pt x="1485" y="7922"/>
                  </a:lnTo>
                  <a:lnTo>
                    <a:pt x="1625" y="8223"/>
                  </a:lnTo>
                  <a:lnTo>
                    <a:pt x="1745" y="8443"/>
                  </a:lnTo>
                  <a:lnTo>
                    <a:pt x="1805" y="8523"/>
                  </a:lnTo>
                  <a:lnTo>
                    <a:pt x="1866" y="8584"/>
                  </a:lnTo>
                  <a:lnTo>
                    <a:pt x="1866" y="8584"/>
                  </a:lnTo>
                  <a:lnTo>
                    <a:pt x="2046" y="8684"/>
                  </a:lnTo>
                  <a:lnTo>
                    <a:pt x="2347" y="8824"/>
                  </a:lnTo>
                  <a:lnTo>
                    <a:pt x="2768" y="9005"/>
                  </a:lnTo>
                  <a:lnTo>
                    <a:pt x="3310" y="9205"/>
                  </a:lnTo>
                  <a:lnTo>
                    <a:pt x="3951" y="9426"/>
                  </a:lnTo>
                  <a:lnTo>
                    <a:pt x="4693" y="9666"/>
                  </a:lnTo>
                  <a:lnTo>
                    <a:pt x="5536" y="9927"/>
                  </a:lnTo>
                  <a:lnTo>
                    <a:pt x="6478" y="10188"/>
                  </a:lnTo>
                  <a:lnTo>
                    <a:pt x="7481" y="10449"/>
                  </a:lnTo>
                  <a:lnTo>
                    <a:pt x="8584" y="10709"/>
                  </a:lnTo>
                  <a:lnTo>
                    <a:pt x="9747" y="10950"/>
                  </a:lnTo>
                  <a:lnTo>
                    <a:pt x="10970" y="11191"/>
                  </a:lnTo>
                  <a:lnTo>
                    <a:pt x="12274" y="11391"/>
                  </a:lnTo>
                  <a:lnTo>
                    <a:pt x="13618" y="11572"/>
                  </a:lnTo>
                  <a:lnTo>
                    <a:pt x="15021" y="11732"/>
                  </a:lnTo>
                  <a:lnTo>
                    <a:pt x="16445" y="11832"/>
                  </a:lnTo>
                  <a:lnTo>
                    <a:pt x="16445" y="11832"/>
                  </a:lnTo>
                  <a:lnTo>
                    <a:pt x="17408" y="11872"/>
                  </a:lnTo>
                  <a:lnTo>
                    <a:pt x="18350" y="11893"/>
                  </a:lnTo>
                  <a:lnTo>
                    <a:pt x="18350" y="11893"/>
                  </a:lnTo>
                  <a:lnTo>
                    <a:pt x="19133" y="11893"/>
                  </a:lnTo>
                  <a:lnTo>
                    <a:pt x="19915" y="11852"/>
                  </a:lnTo>
                  <a:lnTo>
                    <a:pt x="20697" y="11812"/>
                  </a:lnTo>
                  <a:lnTo>
                    <a:pt x="21479" y="11752"/>
                  </a:lnTo>
                  <a:lnTo>
                    <a:pt x="22241" y="11672"/>
                  </a:lnTo>
                  <a:lnTo>
                    <a:pt x="23003" y="11592"/>
                  </a:lnTo>
                  <a:lnTo>
                    <a:pt x="23745" y="11491"/>
                  </a:lnTo>
                  <a:lnTo>
                    <a:pt x="24487" y="11371"/>
                  </a:lnTo>
                  <a:lnTo>
                    <a:pt x="25931" y="11130"/>
                  </a:lnTo>
                  <a:lnTo>
                    <a:pt x="27315" y="10830"/>
                  </a:lnTo>
                  <a:lnTo>
                    <a:pt x="28618" y="10529"/>
                  </a:lnTo>
                  <a:lnTo>
                    <a:pt x="29862" y="10208"/>
                  </a:lnTo>
                  <a:lnTo>
                    <a:pt x="31005" y="9887"/>
                  </a:lnTo>
                  <a:lnTo>
                    <a:pt x="32048" y="9566"/>
                  </a:lnTo>
                  <a:lnTo>
                    <a:pt x="32990" y="9265"/>
                  </a:lnTo>
                  <a:lnTo>
                    <a:pt x="33792" y="8985"/>
                  </a:lnTo>
                  <a:lnTo>
                    <a:pt x="35016" y="8543"/>
                  </a:lnTo>
                  <a:lnTo>
                    <a:pt x="35637" y="8303"/>
                  </a:lnTo>
                  <a:lnTo>
                    <a:pt x="35637" y="8303"/>
                  </a:lnTo>
                  <a:lnTo>
                    <a:pt x="35738" y="8243"/>
                  </a:lnTo>
                  <a:lnTo>
                    <a:pt x="35818" y="8142"/>
                  </a:lnTo>
                  <a:lnTo>
                    <a:pt x="35898" y="8022"/>
                  </a:lnTo>
                  <a:lnTo>
                    <a:pt x="35978" y="7841"/>
                  </a:lnTo>
                  <a:lnTo>
                    <a:pt x="36059" y="7661"/>
                  </a:lnTo>
                  <a:lnTo>
                    <a:pt x="36139" y="7420"/>
                  </a:lnTo>
                  <a:lnTo>
                    <a:pt x="36259" y="6899"/>
                  </a:lnTo>
                  <a:lnTo>
                    <a:pt x="36259" y="6899"/>
                  </a:lnTo>
                  <a:lnTo>
                    <a:pt x="35016" y="7340"/>
                  </a:lnTo>
                  <a:lnTo>
                    <a:pt x="33752" y="7741"/>
                  </a:lnTo>
                  <a:lnTo>
                    <a:pt x="32469" y="8142"/>
                  </a:lnTo>
                  <a:lnTo>
                    <a:pt x="31205" y="8503"/>
                  </a:lnTo>
                  <a:lnTo>
                    <a:pt x="29922" y="8844"/>
                  </a:lnTo>
                  <a:lnTo>
                    <a:pt x="28618" y="9145"/>
                  </a:lnTo>
                  <a:lnTo>
                    <a:pt x="27335" y="9406"/>
                  </a:lnTo>
                  <a:lnTo>
                    <a:pt x="26031" y="9646"/>
                  </a:lnTo>
                  <a:lnTo>
                    <a:pt x="26031" y="9646"/>
                  </a:lnTo>
                  <a:lnTo>
                    <a:pt x="24728" y="9847"/>
                  </a:lnTo>
                  <a:lnTo>
                    <a:pt x="23404" y="10007"/>
                  </a:lnTo>
                  <a:lnTo>
                    <a:pt x="22742" y="10088"/>
                  </a:lnTo>
                  <a:lnTo>
                    <a:pt x="22081" y="10128"/>
                  </a:lnTo>
                  <a:lnTo>
                    <a:pt x="21419" y="10168"/>
                  </a:lnTo>
                  <a:lnTo>
                    <a:pt x="20737" y="10188"/>
                  </a:lnTo>
                  <a:lnTo>
                    <a:pt x="20737" y="10188"/>
                  </a:lnTo>
                  <a:lnTo>
                    <a:pt x="20035" y="10168"/>
                  </a:lnTo>
                  <a:lnTo>
                    <a:pt x="19333" y="10128"/>
                  </a:lnTo>
                  <a:lnTo>
                    <a:pt x="18631" y="10027"/>
                  </a:lnTo>
                  <a:lnTo>
                    <a:pt x="17929" y="9907"/>
                  </a:lnTo>
                  <a:lnTo>
                    <a:pt x="17929" y="9907"/>
                  </a:lnTo>
                  <a:lnTo>
                    <a:pt x="17649" y="9847"/>
                  </a:lnTo>
                  <a:lnTo>
                    <a:pt x="17348" y="9747"/>
                  </a:lnTo>
                  <a:lnTo>
                    <a:pt x="17047" y="9606"/>
                  </a:lnTo>
                  <a:lnTo>
                    <a:pt x="16786" y="9466"/>
                  </a:lnTo>
                  <a:lnTo>
                    <a:pt x="16525" y="9305"/>
                  </a:lnTo>
                  <a:lnTo>
                    <a:pt x="16305" y="9105"/>
                  </a:lnTo>
                  <a:lnTo>
                    <a:pt x="16225" y="9005"/>
                  </a:lnTo>
                  <a:lnTo>
                    <a:pt x="16144" y="8904"/>
                  </a:lnTo>
                  <a:lnTo>
                    <a:pt x="16084" y="8784"/>
                  </a:lnTo>
                  <a:lnTo>
                    <a:pt x="16044" y="8684"/>
                  </a:lnTo>
                  <a:lnTo>
                    <a:pt x="16024" y="8563"/>
                  </a:lnTo>
                  <a:lnTo>
                    <a:pt x="16004" y="8443"/>
                  </a:lnTo>
                  <a:lnTo>
                    <a:pt x="16024" y="8323"/>
                  </a:lnTo>
                  <a:lnTo>
                    <a:pt x="16064" y="8202"/>
                  </a:lnTo>
                  <a:lnTo>
                    <a:pt x="16124" y="8062"/>
                  </a:lnTo>
                  <a:lnTo>
                    <a:pt x="16205" y="7942"/>
                  </a:lnTo>
                  <a:lnTo>
                    <a:pt x="16325" y="7801"/>
                  </a:lnTo>
                  <a:lnTo>
                    <a:pt x="16465" y="7681"/>
                  </a:lnTo>
                  <a:lnTo>
                    <a:pt x="16646" y="7541"/>
                  </a:lnTo>
                  <a:lnTo>
                    <a:pt x="16846" y="7400"/>
                  </a:lnTo>
                  <a:lnTo>
                    <a:pt x="17067" y="7260"/>
                  </a:lnTo>
                  <a:lnTo>
                    <a:pt x="17348" y="7140"/>
                  </a:lnTo>
                  <a:lnTo>
                    <a:pt x="17649" y="6999"/>
                  </a:lnTo>
                  <a:lnTo>
                    <a:pt x="17989" y="6859"/>
                  </a:lnTo>
                  <a:lnTo>
                    <a:pt x="18350" y="6718"/>
                  </a:lnTo>
                  <a:lnTo>
                    <a:pt x="18772" y="6578"/>
                  </a:lnTo>
                  <a:lnTo>
                    <a:pt x="18772" y="6578"/>
                  </a:lnTo>
                  <a:lnTo>
                    <a:pt x="19514" y="6357"/>
                  </a:lnTo>
                  <a:lnTo>
                    <a:pt x="19514" y="6357"/>
                  </a:lnTo>
                  <a:lnTo>
                    <a:pt x="18912" y="6378"/>
                  </a:lnTo>
                  <a:lnTo>
                    <a:pt x="18310" y="6378"/>
                  </a:lnTo>
                  <a:lnTo>
                    <a:pt x="18310" y="6378"/>
                  </a:lnTo>
                  <a:lnTo>
                    <a:pt x="17448" y="6378"/>
                  </a:lnTo>
                  <a:lnTo>
                    <a:pt x="16606" y="6337"/>
                  </a:lnTo>
                  <a:lnTo>
                    <a:pt x="16606" y="6337"/>
                  </a:lnTo>
                  <a:lnTo>
                    <a:pt x="15282" y="6217"/>
                  </a:lnTo>
                  <a:lnTo>
                    <a:pt x="13999" y="6097"/>
                  </a:lnTo>
                  <a:lnTo>
                    <a:pt x="12755" y="5916"/>
                  </a:lnTo>
                  <a:lnTo>
                    <a:pt x="11572" y="5736"/>
                  </a:lnTo>
                  <a:lnTo>
                    <a:pt x="10429" y="5515"/>
                  </a:lnTo>
                  <a:lnTo>
                    <a:pt x="9346" y="5295"/>
                  </a:lnTo>
                  <a:lnTo>
                    <a:pt x="8343" y="5054"/>
                  </a:lnTo>
                  <a:lnTo>
                    <a:pt x="7421" y="4813"/>
                  </a:lnTo>
                  <a:lnTo>
                    <a:pt x="6558" y="4573"/>
                  </a:lnTo>
                  <a:lnTo>
                    <a:pt x="5776" y="4332"/>
                  </a:lnTo>
                  <a:lnTo>
                    <a:pt x="5094" y="4111"/>
                  </a:lnTo>
                  <a:lnTo>
                    <a:pt x="4513" y="3911"/>
                  </a:lnTo>
                  <a:lnTo>
                    <a:pt x="4011" y="3730"/>
                  </a:lnTo>
                  <a:lnTo>
                    <a:pt x="3610" y="3550"/>
                  </a:lnTo>
                  <a:lnTo>
                    <a:pt x="3350" y="3429"/>
                  </a:lnTo>
                  <a:lnTo>
                    <a:pt x="3169" y="3329"/>
                  </a:lnTo>
                  <a:lnTo>
                    <a:pt x="3169" y="3329"/>
                  </a:lnTo>
                  <a:lnTo>
                    <a:pt x="3109" y="3269"/>
                  </a:lnTo>
                  <a:lnTo>
                    <a:pt x="3069" y="3169"/>
                  </a:lnTo>
                  <a:lnTo>
                    <a:pt x="3029" y="3048"/>
                  </a:lnTo>
                  <a:lnTo>
                    <a:pt x="2989" y="2908"/>
                  </a:lnTo>
                  <a:lnTo>
                    <a:pt x="2908" y="2547"/>
                  </a:lnTo>
                  <a:lnTo>
                    <a:pt x="2828" y="2126"/>
                  </a:lnTo>
                  <a:lnTo>
                    <a:pt x="2688" y="1103"/>
                  </a:lnTo>
                  <a:lnTo>
                    <a:pt x="2588" y="562"/>
                  </a:lnTo>
                  <a:lnTo>
                    <a:pt x="2467" y="0"/>
                  </a:lnTo>
                  <a:lnTo>
                    <a:pt x="2467" y="0"/>
                  </a:lnTo>
                  <a:lnTo>
                    <a:pt x="2467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8" name="Google Shape;5898;p26"/>
            <p:cNvSpPr/>
            <p:nvPr/>
          </p:nvSpPr>
          <p:spPr>
            <a:xfrm>
              <a:off x="11258050" y="4416663"/>
              <a:ext cx="873900" cy="619200"/>
            </a:xfrm>
            <a:custGeom>
              <a:avLst/>
              <a:gdLst/>
              <a:ahLst/>
              <a:cxnLst/>
              <a:rect l="l" t="t" r="r" b="b"/>
              <a:pathLst>
                <a:path w="34956" h="24768" extrusionOk="0">
                  <a:moveTo>
                    <a:pt x="61" y="1"/>
                  </a:moveTo>
                  <a:lnTo>
                    <a:pt x="21" y="41"/>
                  </a:lnTo>
                  <a:lnTo>
                    <a:pt x="1" y="61"/>
                  </a:lnTo>
                  <a:lnTo>
                    <a:pt x="1" y="101"/>
                  </a:lnTo>
                  <a:lnTo>
                    <a:pt x="1" y="141"/>
                  </a:lnTo>
                  <a:lnTo>
                    <a:pt x="282" y="823"/>
                  </a:lnTo>
                  <a:lnTo>
                    <a:pt x="542" y="1505"/>
                  </a:lnTo>
                  <a:lnTo>
                    <a:pt x="783" y="2186"/>
                  </a:lnTo>
                  <a:lnTo>
                    <a:pt x="1024" y="2888"/>
                  </a:lnTo>
                  <a:lnTo>
                    <a:pt x="1224" y="3590"/>
                  </a:lnTo>
                  <a:lnTo>
                    <a:pt x="1425" y="4292"/>
                  </a:lnTo>
                  <a:lnTo>
                    <a:pt x="1806" y="5696"/>
                  </a:lnTo>
                  <a:lnTo>
                    <a:pt x="2528" y="8524"/>
                  </a:lnTo>
                  <a:lnTo>
                    <a:pt x="2909" y="9948"/>
                  </a:lnTo>
                  <a:lnTo>
                    <a:pt x="3310" y="11351"/>
                  </a:lnTo>
                  <a:lnTo>
                    <a:pt x="3831" y="12936"/>
                  </a:lnTo>
                  <a:lnTo>
                    <a:pt x="4453" y="14741"/>
                  </a:lnTo>
                  <a:lnTo>
                    <a:pt x="5135" y="16646"/>
                  </a:lnTo>
                  <a:lnTo>
                    <a:pt x="5817" y="18491"/>
                  </a:lnTo>
                  <a:lnTo>
                    <a:pt x="6960" y="21539"/>
                  </a:lnTo>
                  <a:lnTo>
                    <a:pt x="7441" y="22823"/>
                  </a:lnTo>
                  <a:lnTo>
                    <a:pt x="7461" y="22903"/>
                  </a:lnTo>
                  <a:lnTo>
                    <a:pt x="7501" y="22983"/>
                  </a:lnTo>
                  <a:lnTo>
                    <a:pt x="7561" y="23023"/>
                  </a:lnTo>
                  <a:lnTo>
                    <a:pt x="7722" y="23023"/>
                  </a:lnTo>
                  <a:lnTo>
                    <a:pt x="7802" y="22983"/>
                  </a:lnTo>
                  <a:lnTo>
                    <a:pt x="7862" y="22923"/>
                  </a:lnTo>
                  <a:lnTo>
                    <a:pt x="7882" y="22823"/>
                  </a:lnTo>
                  <a:lnTo>
                    <a:pt x="8584" y="17929"/>
                  </a:lnTo>
                  <a:lnTo>
                    <a:pt x="9286" y="13036"/>
                  </a:lnTo>
                  <a:lnTo>
                    <a:pt x="10028" y="8143"/>
                  </a:lnTo>
                  <a:lnTo>
                    <a:pt x="10409" y="5696"/>
                  </a:lnTo>
                  <a:lnTo>
                    <a:pt x="10810" y="3249"/>
                  </a:lnTo>
                  <a:lnTo>
                    <a:pt x="10951" y="3891"/>
                  </a:lnTo>
                  <a:lnTo>
                    <a:pt x="11131" y="4513"/>
                  </a:lnTo>
                  <a:lnTo>
                    <a:pt x="11332" y="5134"/>
                  </a:lnTo>
                  <a:lnTo>
                    <a:pt x="11532" y="5776"/>
                  </a:lnTo>
                  <a:lnTo>
                    <a:pt x="11973" y="7020"/>
                  </a:lnTo>
                  <a:lnTo>
                    <a:pt x="12395" y="8243"/>
                  </a:lnTo>
                  <a:lnTo>
                    <a:pt x="13337" y="11031"/>
                  </a:lnTo>
                  <a:lnTo>
                    <a:pt x="14280" y="13818"/>
                  </a:lnTo>
                  <a:lnTo>
                    <a:pt x="15202" y="16485"/>
                  </a:lnTo>
                  <a:lnTo>
                    <a:pt x="16125" y="19133"/>
                  </a:lnTo>
                  <a:lnTo>
                    <a:pt x="17107" y="21780"/>
                  </a:lnTo>
                  <a:lnTo>
                    <a:pt x="18110" y="24427"/>
                  </a:lnTo>
                  <a:lnTo>
                    <a:pt x="18190" y="24527"/>
                  </a:lnTo>
                  <a:lnTo>
                    <a:pt x="18331" y="24688"/>
                  </a:lnTo>
                  <a:lnTo>
                    <a:pt x="18411" y="24748"/>
                  </a:lnTo>
                  <a:lnTo>
                    <a:pt x="18491" y="24768"/>
                  </a:lnTo>
                  <a:lnTo>
                    <a:pt x="18551" y="24768"/>
                  </a:lnTo>
                  <a:lnTo>
                    <a:pt x="18571" y="24748"/>
                  </a:lnTo>
                  <a:lnTo>
                    <a:pt x="18591" y="24728"/>
                  </a:lnTo>
                  <a:lnTo>
                    <a:pt x="19875" y="19173"/>
                  </a:lnTo>
                  <a:lnTo>
                    <a:pt x="20497" y="16405"/>
                  </a:lnTo>
                  <a:lnTo>
                    <a:pt x="21098" y="13618"/>
                  </a:lnTo>
                  <a:lnTo>
                    <a:pt x="21640" y="11111"/>
                  </a:lnTo>
                  <a:lnTo>
                    <a:pt x="22161" y="8604"/>
                  </a:lnTo>
                  <a:lnTo>
                    <a:pt x="22402" y="7340"/>
                  </a:lnTo>
                  <a:lnTo>
                    <a:pt x="22622" y="6077"/>
                  </a:lnTo>
                  <a:lnTo>
                    <a:pt x="22843" y="4814"/>
                  </a:lnTo>
                  <a:lnTo>
                    <a:pt x="23023" y="3530"/>
                  </a:lnTo>
                  <a:lnTo>
                    <a:pt x="23344" y="4774"/>
                  </a:lnTo>
                  <a:lnTo>
                    <a:pt x="23705" y="5997"/>
                  </a:lnTo>
                  <a:lnTo>
                    <a:pt x="24066" y="7240"/>
                  </a:lnTo>
                  <a:lnTo>
                    <a:pt x="24447" y="8464"/>
                  </a:lnTo>
                  <a:lnTo>
                    <a:pt x="25249" y="10890"/>
                  </a:lnTo>
                  <a:lnTo>
                    <a:pt x="26052" y="13317"/>
                  </a:lnTo>
                  <a:lnTo>
                    <a:pt x="26914" y="15924"/>
                  </a:lnTo>
                  <a:lnTo>
                    <a:pt x="27796" y="18491"/>
                  </a:lnTo>
                  <a:lnTo>
                    <a:pt x="28719" y="21078"/>
                  </a:lnTo>
                  <a:lnTo>
                    <a:pt x="29661" y="23645"/>
                  </a:lnTo>
                  <a:lnTo>
                    <a:pt x="29702" y="23685"/>
                  </a:lnTo>
                  <a:lnTo>
                    <a:pt x="29762" y="23745"/>
                  </a:lnTo>
                  <a:lnTo>
                    <a:pt x="29942" y="23885"/>
                  </a:lnTo>
                  <a:lnTo>
                    <a:pt x="30043" y="23926"/>
                  </a:lnTo>
                  <a:lnTo>
                    <a:pt x="30123" y="23946"/>
                  </a:lnTo>
                  <a:lnTo>
                    <a:pt x="30203" y="23926"/>
                  </a:lnTo>
                  <a:lnTo>
                    <a:pt x="30223" y="23906"/>
                  </a:lnTo>
                  <a:lnTo>
                    <a:pt x="30243" y="23865"/>
                  </a:lnTo>
                  <a:lnTo>
                    <a:pt x="30604" y="22401"/>
                  </a:lnTo>
                  <a:lnTo>
                    <a:pt x="30945" y="20917"/>
                  </a:lnTo>
                  <a:lnTo>
                    <a:pt x="31286" y="19433"/>
                  </a:lnTo>
                  <a:lnTo>
                    <a:pt x="31607" y="17949"/>
                  </a:lnTo>
                  <a:lnTo>
                    <a:pt x="32228" y="14981"/>
                  </a:lnTo>
                  <a:lnTo>
                    <a:pt x="32830" y="11993"/>
                  </a:lnTo>
                  <a:lnTo>
                    <a:pt x="33432" y="9125"/>
                  </a:lnTo>
                  <a:lnTo>
                    <a:pt x="34013" y="6217"/>
                  </a:lnTo>
                  <a:lnTo>
                    <a:pt x="34274" y="4774"/>
                  </a:lnTo>
                  <a:lnTo>
                    <a:pt x="34535" y="3330"/>
                  </a:lnTo>
                  <a:lnTo>
                    <a:pt x="34755" y="1866"/>
                  </a:lnTo>
                  <a:lnTo>
                    <a:pt x="34956" y="422"/>
                  </a:lnTo>
                  <a:lnTo>
                    <a:pt x="34956" y="382"/>
                  </a:lnTo>
                  <a:lnTo>
                    <a:pt x="34936" y="362"/>
                  </a:lnTo>
                  <a:lnTo>
                    <a:pt x="34896" y="341"/>
                  </a:lnTo>
                  <a:lnTo>
                    <a:pt x="34836" y="341"/>
                  </a:lnTo>
                  <a:lnTo>
                    <a:pt x="34815" y="362"/>
                  </a:lnTo>
                  <a:lnTo>
                    <a:pt x="34815" y="382"/>
                  </a:lnTo>
                  <a:lnTo>
                    <a:pt x="34475" y="1846"/>
                  </a:lnTo>
                  <a:lnTo>
                    <a:pt x="34174" y="3310"/>
                  </a:lnTo>
                  <a:lnTo>
                    <a:pt x="33893" y="4774"/>
                  </a:lnTo>
                  <a:lnTo>
                    <a:pt x="33612" y="6237"/>
                  </a:lnTo>
                  <a:lnTo>
                    <a:pt x="33051" y="9165"/>
                  </a:lnTo>
                  <a:lnTo>
                    <a:pt x="32770" y="10649"/>
                  </a:lnTo>
                  <a:lnTo>
                    <a:pt x="32489" y="12093"/>
                  </a:lnTo>
                  <a:lnTo>
                    <a:pt x="31867" y="14921"/>
                  </a:lnTo>
                  <a:lnTo>
                    <a:pt x="31246" y="17749"/>
                  </a:lnTo>
                  <a:lnTo>
                    <a:pt x="30624" y="20576"/>
                  </a:lnTo>
                  <a:lnTo>
                    <a:pt x="30002" y="23404"/>
                  </a:lnTo>
                  <a:lnTo>
                    <a:pt x="29080" y="20877"/>
                  </a:lnTo>
                  <a:lnTo>
                    <a:pt x="28177" y="18330"/>
                  </a:lnTo>
                  <a:lnTo>
                    <a:pt x="27295" y="15783"/>
                  </a:lnTo>
                  <a:lnTo>
                    <a:pt x="26433" y="13237"/>
                  </a:lnTo>
                  <a:lnTo>
                    <a:pt x="25410" y="10148"/>
                  </a:lnTo>
                  <a:lnTo>
                    <a:pt x="24327" y="6739"/>
                  </a:lnTo>
                  <a:lnTo>
                    <a:pt x="23124" y="2808"/>
                  </a:lnTo>
                  <a:lnTo>
                    <a:pt x="23104" y="2768"/>
                  </a:lnTo>
                  <a:lnTo>
                    <a:pt x="22983" y="2768"/>
                  </a:lnTo>
                  <a:lnTo>
                    <a:pt x="22883" y="2808"/>
                  </a:lnTo>
                  <a:lnTo>
                    <a:pt x="22863" y="2848"/>
                  </a:lnTo>
                  <a:lnTo>
                    <a:pt x="22843" y="2868"/>
                  </a:lnTo>
                  <a:lnTo>
                    <a:pt x="22622" y="4092"/>
                  </a:lnTo>
                  <a:lnTo>
                    <a:pt x="22041" y="6980"/>
                  </a:lnTo>
                  <a:lnTo>
                    <a:pt x="21319" y="10509"/>
                  </a:lnTo>
                  <a:lnTo>
                    <a:pt x="20637" y="13698"/>
                  </a:lnTo>
                  <a:lnTo>
                    <a:pt x="19554" y="18852"/>
                  </a:lnTo>
                  <a:lnTo>
                    <a:pt x="18992" y="21439"/>
                  </a:lnTo>
                  <a:lnTo>
                    <a:pt x="18411" y="24006"/>
                  </a:lnTo>
                  <a:lnTo>
                    <a:pt x="17428" y="21339"/>
                  </a:lnTo>
                  <a:lnTo>
                    <a:pt x="16446" y="18671"/>
                  </a:lnTo>
                  <a:lnTo>
                    <a:pt x="15503" y="16004"/>
                  </a:lnTo>
                  <a:lnTo>
                    <a:pt x="14580" y="13317"/>
                  </a:lnTo>
                  <a:lnTo>
                    <a:pt x="12756" y="7942"/>
                  </a:lnTo>
                  <a:lnTo>
                    <a:pt x="12334" y="6659"/>
                  </a:lnTo>
                  <a:lnTo>
                    <a:pt x="11893" y="5375"/>
                  </a:lnTo>
                  <a:lnTo>
                    <a:pt x="11673" y="4713"/>
                  </a:lnTo>
                  <a:lnTo>
                    <a:pt x="11432" y="4092"/>
                  </a:lnTo>
                  <a:lnTo>
                    <a:pt x="11171" y="3450"/>
                  </a:lnTo>
                  <a:lnTo>
                    <a:pt x="10890" y="2848"/>
                  </a:lnTo>
                  <a:lnTo>
                    <a:pt x="10850" y="2828"/>
                  </a:lnTo>
                  <a:lnTo>
                    <a:pt x="10770" y="2808"/>
                  </a:lnTo>
                  <a:lnTo>
                    <a:pt x="10690" y="2788"/>
                  </a:lnTo>
                  <a:lnTo>
                    <a:pt x="10670" y="2808"/>
                  </a:lnTo>
                  <a:lnTo>
                    <a:pt x="10650" y="2848"/>
                  </a:lnTo>
                  <a:lnTo>
                    <a:pt x="9808" y="7561"/>
                  </a:lnTo>
                  <a:lnTo>
                    <a:pt x="9386" y="9928"/>
                  </a:lnTo>
                  <a:lnTo>
                    <a:pt x="9005" y="12294"/>
                  </a:lnTo>
                  <a:lnTo>
                    <a:pt x="8624" y="14660"/>
                  </a:lnTo>
                  <a:lnTo>
                    <a:pt x="8263" y="17027"/>
                  </a:lnTo>
                  <a:lnTo>
                    <a:pt x="7902" y="19393"/>
                  </a:lnTo>
                  <a:lnTo>
                    <a:pt x="7581" y="21780"/>
                  </a:lnTo>
                  <a:lnTo>
                    <a:pt x="7100" y="20416"/>
                  </a:lnTo>
                  <a:lnTo>
                    <a:pt x="6599" y="19052"/>
                  </a:lnTo>
                  <a:lnTo>
                    <a:pt x="5596" y="16345"/>
                  </a:lnTo>
                  <a:lnTo>
                    <a:pt x="5095" y="14981"/>
                  </a:lnTo>
                  <a:lnTo>
                    <a:pt x="4613" y="13618"/>
                  </a:lnTo>
                  <a:lnTo>
                    <a:pt x="4152" y="12234"/>
                  </a:lnTo>
                  <a:lnTo>
                    <a:pt x="3711" y="10850"/>
                  </a:lnTo>
                  <a:lnTo>
                    <a:pt x="3310" y="9486"/>
                  </a:lnTo>
                  <a:lnTo>
                    <a:pt x="2929" y="8123"/>
                  </a:lnTo>
                  <a:lnTo>
                    <a:pt x="2528" y="6759"/>
                  </a:lnTo>
                  <a:lnTo>
                    <a:pt x="2127" y="5395"/>
                  </a:lnTo>
                  <a:lnTo>
                    <a:pt x="1706" y="4052"/>
                  </a:lnTo>
                  <a:lnTo>
                    <a:pt x="1244" y="2708"/>
                  </a:lnTo>
                  <a:lnTo>
                    <a:pt x="1004" y="2026"/>
                  </a:lnTo>
                  <a:lnTo>
                    <a:pt x="743" y="1364"/>
                  </a:lnTo>
                  <a:lnTo>
                    <a:pt x="482" y="702"/>
                  </a:lnTo>
                  <a:lnTo>
                    <a:pt x="201" y="61"/>
                  </a:lnTo>
                  <a:lnTo>
                    <a:pt x="161" y="21"/>
                  </a:lnTo>
                  <a:lnTo>
                    <a:pt x="14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9" name="Google Shape;5899;p26"/>
            <p:cNvSpPr/>
            <p:nvPr/>
          </p:nvSpPr>
          <p:spPr>
            <a:xfrm>
              <a:off x="11241025" y="4391588"/>
              <a:ext cx="49150" cy="49175"/>
            </a:xfrm>
            <a:custGeom>
              <a:avLst/>
              <a:gdLst/>
              <a:ahLst/>
              <a:cxnLst/>
              <a:rect l="l" t="t" r="r" b="b"/>
              <a:pathLst>
                <a:path w="1966" h="1967" extrusionOk="0">
                  <a:moveTo>
                    <a:pt x="822" y="1"/>
                  </a:moveTo>
                  <a:lnTo>
                    <a:pt x="722" y="21"/>
                  </a:lnTo>
                  <a:lnTo>
                    <a:pt x="622" y="61"/>
                  </a:lnTo>
                  <a:lnTo>
                    <a:pt x="521" y="101"/>
                  </a:lnTo>
                  <a:lnTo>
                    <a:pt x="421" y="161"/>
                  </a:lnTo>
                  <a:lnTo>
                    <a:pt x="261" y="302"/>
                  </a:lnTo>
                  <a:lnTo>
                    <a:pt x="140" y="482"/>
                  </a:lnTo>
                  <a:lnTo>
                    <a:pt x="40" y="683"/>
                  </a:lnTo>
                  <a:lnTo>
                    <a:pt x="0" y="883"/>
                  </a:lnTo>
                  <a:lnTo>
                    <a:pt x="0" y="1004"/>
                  </a:lnTo>
                  <a:lnTo>
                    <a:pt x="0" y="1124"/>
                  </a:lnTo>
                  <a:lnTo>
                    <a:pt x="40" y="1284"/>
                  </a:lnTo>
                  <a:lnTo>
                    <a:pt x="100" y="1445"/>
                  </a:lnTo>
                  <a:lnTo>
                    <a:pt x="201" y="1605"/>
                  </a:lnTo>
                  <a:lnTo>
                    <a:pt x="341" y="1725"/>
                  </a:lnTo>
                  <a:lnTo>
                    <a:pt x="501" y="1846"/>
                  </a:lnTo>
                  <a:lnTo>
                    <a:pt x="682" y="1926"/>
                  </a:lnTo>
                  <a:lnTo>
                    <a:pt x="882" y="1966"/>
                  </a:lnTo>
                  <a:lnTo>
                    <a:pt x="1103" y="1966"/>
                  </a:lnTo>
                  <a:lnTo>
                    <a:pt x="1243" y="1946"/>
                  </a:lnTo>
                  <a:lnTo>
                    <a:pt x="1384" y="1906"/>
                  </a:lnTo>
                  <a:lnTo>
                    <a:pt x="1504" y="1846"/>
                  </a:lnTo>
                  <a:lnTo>
                    <a:pt x="1604" y="1766"/>
                  </a:lnTo>
                  <a:lnTo>
                    <a:pt x="1705" y="1665"/>
                  </a:lnTo>
                  <a:lnTo>
                    <a:pt x="1785" y="1565"/>
                  </a:lnTo>
                  <a:lnTo>
                    <a:pt x="1865" y="1445"/>
                  </a:lnTo>
                  <a:lnTo>
                    <a:pt x="1905" y="1304"/>
                  </a:lnTo>
                  <a:lnTo>
                    <a:pt x="1945" y="1204"/>
                  </a:lnTo>
                  <a:lnTo>
                    <a:pt x="1965" y="1084"/>
                  </a:lnTo>
                  <a:lnTo>
                    <a:pt x="1965" y="963"/>
                  </a:lnTo>
                  <a:lnTo>
                    <a:pt x="1965" y="863"/>
                  </a:lnTo>
                  <a:lnTo>
                    <a:pt x="1945" y="743"/>
                  </a:lnTo>
                  <a:lnTo>
                    <a:pt x="1905" y="643"/>
                  </a:lnTo>
                  <a:lnTo>
                    <a:pt x="1865" y="542"/>
                  </a:lnTo>
                  <a:lnTo>
                    <a:pt x="1805" y="442"/>
                  </a:lnTo>
                  <a:lnTo>
                    <a:pt x="1745" y="362"/>
                  </a:lnTo>
                  <a:lnTo>
                    <a:pt x="1665" y="282"/>
                  </a:lnTo>
                  <a:lnTo>
                    <a:pt x="1584" y="201"/>
                  </a:lnTo>
                  <a:lnTo>
                    <a:pt x="1504" y="141"/>
                  </a:lnTo>
                  <a:lnTo>
                    <a:pt x="1404" y="81"/>
                  </a:lnTo>
                  <a:lnTo>
                    <a:pt x="1284" y="41"/>
                  </a:lnTo>
                  <a:lnTo>
                    <a:pt x="1183" y="21"/>
                  </a:lnTo>
                  <a:lnTo>
                    <a:pt x="106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0" name="Google Shape;5900;p26"/>
            <p:cNvSpPr/>
            <p:nvPr/>
          </p:nvSpPr>
          <p:spPr>
            <a:xfrm>
              <a:off x="11700750" y="5008263"/>
              <a:ext cx="49175" cy="49175"/>
            </a:xfrm>
            <a:custGeom>
              <a:avLst/>
              <a:gdLst/>
              <a:ahLst/>
              <a:cxnLst/>
              <a:rect l="l" t="t" r="r" b="b"/>
              <a:pathLst>
                <a:path w="1967" h="1967" extrusionOk="0">
                  <a:moveTo>
                    <a:pt x="823" y="1"/>
                  </a:moveTo>
                  <a:lnTo>
                    <a:pt x="723" y="21"/>
                  </a:lnTo>
                  <a:lnTo>
                    <a:pt x="623" y="61"/>
                  </a:lnTo>
                  <a:lnTo>
                    <a:pt x="522" y="121"/>
                  </a:lnTo>
                  <a:lnTo>
                    <a:pt x="442" y="161"/>
                  </a:lnTo>
                  <a:lnTo>
                    <a:pt x="282" y="302"/>
                  </a:lnTo>
                  <a:lnTo>
                    <a:pt x="141" y="482"/>
                  </a:lnTo>
                  <a:lnTo>
                    <a:pt x="61" y="683"/>
                  </a:lnTo>
                  <a:lnTo>
                    <a:pt x="1" y="903"/>
                  </a:lnTo>
                  <a:lnTo>
                    <a:pt x="1" y="1004"/>
                  </a:lnTo>
                  <a:lnTo>
                    <a:pt x="1" y="1124"/>
                  </a:lnTo>
                  <a:lnTo>
                    <a:pt x="41" y="1284"/>
                  </a:lnTo>
                  <a:lnTo>
                    <a:pt x="101" y="1445"/>
                  </a:lnTo>
                  <a:lnTo>
                    <a:pt x="222" y="1605"/>
                  </a:lnTo>
                  <a:lnTo>
                    <a:pt x="342" y="1746"/>
                  </a:lnTo>
                  <a:lnTo>
                    <a:pt x="502" y="1846"/>
                  </a:lnTo>
                  <a:lnTo>
                    <a:pt x="683" y="1926"/>
                  </a:lnTo>
                  <a:lnTo>
                    <a:pt x="883" y="1966"/>
                  </a:lnTo>
                  <a:lnTo>
                    <a:pt x="1124" y="1966"/>
                  </a:lnTo>
                  <a:lnTo>
                    <a:pt x="1244" y="1946"/>
                  </a:lnTo>
                  <a:lnTo>
                    <a:pt x="1385" y="1906"/>
                  </a:lnTo>
                  <a:lnTo>
                    <a:pt x="1505" y="1846"/>
                  </a:lnTo>
                  <a:lnTo>
                    <a:pt x="1605" y="1766"/>
                  </a:lnTo>
                  <a:lnTo>
                    <a:pt x="1706" y="1665"/>
                  </a:lnTo>
                  <a:lnTo>
                    <a:pt x="1786" y="1565"/>
                  </a:lnTo>
                  <a:lnTo>
                    <a:pt x="1866" y="1445"/>
                  </a:lnTo>
                  <a:lnTo>
                    <a:pt x="1906" y="1324"/>
                  </a:lnTo>
                  <a:lnTo>
                    <a:pt x="1946" y="1204"/>
                  </a:lnTo>
                  <a:lnTo>
                    <a:pt x="1966" y="1084"/>
                  </a:lnTo>
                  <a:lnTo>
                    <a:pt x="1966" y="964"/>
                  </a:lnTo>
                  <a:lnTo>
                    <a:pt x="1966" y="863"/>
                  </a:lnTo>
                  <a:lnTo>
                    <a:pt x="1946" y="743"/>
                  </a:lnTo>
                  <a:lnTo>
                    <a:pt x="1906" y="643"/>
                  </a:lnTo>
                  <a:lnTo>
                    <a:pt x="1866" y="542"/>
                  </a:lnTo>
                  <a:lnTo>
                    <a:pt x="1806" y="442"/>
                  </a:lnTo>
                  <a:lnTo>
                    <a:pt x="1746" y="362"/>
                  </a:lnTo>
                  <a:lnTo>
                    <a:pt x="1666" y="282"/>
                  </a:lnTo>
                  <a:lnTo>
                    <a:pt x="1585" y="201"/>
                  </a:lnTo>
                  <a:lnTo>
                    <a:pt x="1505" y="141"/>
                  </a:lnTo>
                  <a:lnTo>
                    <a:pt x="1405" y="81"/>
                  </a:lnTo>
                  <a:lnTo>
                    <a:pt x="1284" y="41"/>
                  </a:lnTo>
                  <a:lnTo>
                    <a:pt x="1184" y="21"/>
                  </a:lnTo>
                  <a:lnTo>
                    <a:pt x="106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1" name="Google Shape;5901;p26"/>
            <p:cNvSpPr/>
            <p:nvPr/>
          </p:nvSpPr>
          <p:spPr>
            <a:xfrm>
              <a:off x="11503725" y="4464788"/>
              <a:ext cx="49650" cy="49175"/>
            </a:xfrm>
            <a:custGeom>
              <a:avLst/>
              <a:gdLst/>
              <a:ahLst/>
              <a:cxnLst/>
              <a:rect l="l" t="t" r="r" b="b"/>
              <a:pathLst>
                <a:path w="1986" h="1967" extrusionOk="0">
                  <a:moveTo>
                    <a:pt x="843" y="1"/>
                  </a:moveTo>
                  <a:lnTo>
                    <a:pt x="723" y="21"/>
                  </a:lnTo>
                  <a:lnTo>
                    <a:pt x="622" y="61"/>
                  </a:lnTo>
                  <a:lnTo>
                    <a:pt x="522" y="101"/>
                  </a:lnTo>
                  <a:lnTo>
                    <a:pt x="442" y="161"/>
                  </a:lnTo>
                  <a:lnTo>
                    <a:pt x="281" y="302"/>
                  </a:lnTo>
                  <a:lnTo>
                    <a:pt x="141" y="482"/>
                  </a:lnTo>
                  <a:lnTo>
                    <a:pt x="61" y="683"/>
                  </a:lnTo>
                  <a:lnTo>
                    <a:pt x="1" y="883"/>
                  </a:lnTo>
                  <a:lnTo>
                    <a:pt x="1" y="1003"/>
                  </a:lnTo>
                  <a:lnTo>
                    <a:pt x="1" y="1124"/>
                  </a:lnTo>
                  <a:lnTo>
                    <a:pt x="41" y="1284"/>
                  </a:lnTo>
                  <a:lnTo>
                    <a:pt x="121" y="1445"/>
                  </a:lnTo>
                  <a:lnTo>
                    <a:pt x="221" y="1605"/>
                  </a:lnTo>
                  <a:lnTo>
                    <a:pt x="342" y="1725"/>
                  </a:lnTo>
                  <a:lnTo>
                    <a:pt x="502" y="1846"/>
                  </a:lnTo>
                  <a:lnTo>
                    <a:pt x="682" y="1926"/>
                  </a:lnTo>
                  <a:lnTo>
                    <a:pt x="903" y="1966"/>
                  </a:lnTo>
                  <a:lnTo>
                    <a:pt x="1124" y="1966"/>
                  </a:lnTo>
                  <a:lnTo>
                    <a:pt x="1264" y="1946"/>
                  </a:lnTo>
                  <a:lnTo>
                    <a:pt x="1384" y="1906"/>
                  </a:lnTo>
                  <a:lnTo>
                    <a:pt x="1505" y="1846"/>
                  </a:lnTo>
                  <a:lnTo>
                    <a:pt x="1605" y="1766"/>
                  </a:lnTo>
                  <a:lnTo>
                    <a:pt x="1705" y="1665"/>
                  </a:lnTo>
                  <a:lnTo>
                    <a:pt x="1785" y="1565"/>
                  </a:lnTo>
                  <a:lnTo>
                    <a:pt x="1866" y="1445"/>
                  </a:lnTo>
                  <a:lnTo>
                    <a:pt x="1926" y="1324"/>
                  </a:lnTo>
                  <a:lnTo>
                    <a:pt x="1946" y="1204"/>
                  </a:lnTo>
                  <a:lnTo>
                    <a:pt x="1966" y="1084"/>
                  </a:lnTo>
                  <a:lnTo>
                    <a:pt x="1986" y="963"/>
                  </a:lnTo>
                  <a:lnTo>
                    <a:pt x="1966" y="863"/>
                  </a:lnTo>
                  <a:lnTo>
                    <a:pt x="1946" y="743"/>
                  </a:lnTo>
                  <a:lnTo>
                    <a:pt x="1906" y="643"/>
                  </a:lnTo>
                  <a:lnTo>
                    <a:pt x="1866" y="542"/>
                  </a:lnTo>
                  <a:lnTo>
                    <a:pt x="1826" y="442"/>
                  </a:lnTo>
                  <a:lnTo>
                    <a:pt x="1745" y="362"/>
                  </a:lnTo>
                  <a:lnTo>
                    <a:pt x="1685" y="282"/>
                  </a:lnTo>
                  <a:lnTo>
                    <a:pt x="1585" y="201"/>
                  </a:lnTo>
                  <a:lnTo>
                    <a:pt x="1505" y="141"/>
                  </a:lnTo>
                  <a:lnTo>
                    <a:pt x="1404" y="81"/>
                  </a:lnTo>
                  <a:lnTo>
                    <a:pt x="1284" y="41"/>
                  </a:lnTo>
                  <a:lnTo>
                    <a:pt x="1184" y="21"/>
                  </a:lnTo>
                  <a:lnTo>
                    <a:pt x="106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2" name="Google Shape;5902;p26"/>
            <p:cNvSpPr/>
            <p:nvPr/>
          </p:nvSpPr>
          <p:spPr>
            <a:xfrm>
              <a:off x="11419000" y="4969163"/>
              <a:ext cx="49150" cy="49675"/>
            </a:xfrm>
            <a:custGeom>
              <a:avLst/>
              <a:gdLst/>
              <a:ahLst/>
              <a:cxnLst/>
              <a:rect l="l" t="t" r="r" b="b"/>
              <a:pathLst>
                <a:path w="1966" h="1987" extrusionOk="0">
                  <a:moveTo>
                    <a:pt x="943" y="1"/>
                  </a:moveTo>
                  <a:lnTo>
                    <a:pt x="823" y="21"/>
                  </a:lnTo>
                  <a:lnTo>
                    <a:pt x="722" y="41"/>
                  </a:lnTo>
                  <a:lnTo>
                    <a:pt x="622" y="81"/>
                  </a:lnTo>
                  <a:lnTo>
                    <a:pt x="522" y="121"/>
                  </a:lnTo>
                  <a:lnTo>
                    <a:pt x="422" y="181"/>
                  </a:lnTo>
                  <a:lnTo>
                    <a:pt x="261" y="322"/>
                  </a:lnTo>
                  <a:lnTo>
                    <a:pt x="141" y="502"/>
                  </a:lnTo>
                  <a:lnTo>
                    <a:pt x="61" y="682"/>
                  </a:lnTo>
                  <a:lnTo>
                    <a:pt x="0" y="903"/>
                  </a:lnTo>
                  <a:lnTo>
                    <a:pt x="0" y="1023"/>
                  </a:lnTo>
                  <a:lnTo>
                    <a:pt x="0" y="1124"/>
                  </a:lnTo>
                  <a:lnTo>
                    <a:pt x="40" y="1304"/>
                  </a:lnTo>
                  <a:lnTo>
                    <a:pt x="101" y="1465"/>
                  </a:lnTo>
                  <a:lnTo>
                    <a:pt x="201" y="1625"/>
                  </a:lnTo>
                  <a:lnTo>
                    <a:pt x="341" y="1745"/>
                  </a:lnTo>
                  <a:lnTo>
                    <a:pt x="502" y="1866"/>
                  </a:lnTo>
                  <a:lnTo>
                    <a:pt x="682" y="1946"/>
                  </a:lnTo>
                  <a:lnTo>
                    <a:pt x="883" y="1986"/>
                  </a:lnTo>
                  <a:lnTo>
                    <a:pt x="1123" y="1986"/>
                  </a:lnTo>
                  <a:lnTo>
                    <a:pt x="1244" y="1966"/>
                  </a:lnTo>
                  <a:lnTo>
                    <a:pt x="1384" y="1926"/>
                  </a:lnTo>
                  <a:lnTo>
                    <a:pt x="1504" y="1846"/>
                  </a:lnTo>
                  <a:lnTo>
                    <a:pt x="1605" y="1785"/>
                  </a:lnTo>
                  <a:lnTo>
                    <a:pt x="1705" y="1685"/>
                  </a:lnTo>
                  <a:lnTo>
                    <a:pt x="1785" y="1585"/>
                  </a:lnTo>
                  <a:lnTo>
                    <a:pt x="1865" y="1465"/>
                  </a:lnTo>
                  <a:lnTo>
                    <a:pt x="1906" y="1324"/>
                  </a:lnTo>
                  <a:lnTo>
                    <a:pt x="1946" y="1224"/>
                  </a:lnTo>
                  <a:lnTo>
                    <a:pt x="1966" y="1104"/>
                  </a:lnTo>
                  <a:lnTo>
                    <a:pt x="1966" y="983"/>
                  </a:lnTo>
                  <a:lnTo>
                    <a:pt x="1966" y="863"/>
                  </a:lnTo>
                  <a:lnTo>
                    <a:pt x="1946" y="763"/>
                  </a:lnTo>
                  <a:lnTo>
                    <a:pt x="1906" y="662"/>
                  </a:lnTo>
                  <a:lnTo>
                    <a:pt x="1865" y="562"/>
                  </a:lnTo>
                  <a:lnTo>
                    <a:pt x="1805" y="462"/>
                  </a:lnTo>
                  <a:lnTo>
                    <a:pt x="1745" y="382"/>
                  </a:lnTo>
                  <a:lnTo>
                    <a:pt x="1665" y="281"/>
                  </a:lnTo>
                  <a:lnTo>
                    <a:pt x="1585" y="221"/>
                  </a:lnTo>
                  <a:lnTo>
                    <a:pt x="1504" y="161"/>
                  </a:lnTo>
                  <a:lnTo>
                    <a:pt x="1404" y="101"/>
                  </a:lnTo>
                  <a:lnTo>
                    <a:pt x="1284" y="61"/>
                  </a:lnTo>
                  <a:lnTo>
                    <a:pt x="1184" y="21"/>
                  </a:lnTo>
                  <a:lnTo>
                    <a:pt x="1063" y="21"/>
                  </a:lnTo>
                  <a:lnTo>
                    <a:pt x="94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3" name="Google Shape;5903;p26"/>
            <p:cNvSpPr/>
            <p:nvPr/>
          </p:nvSpPr>
          <p:spPr>
            <a:xfrm>
              <a:off x="12105350" y="4403638"/>
              <a:ext cx="49675" cy="49650"/>
            </a:xfrm>
            <a:custGeom>
              <a:avLst/>
              <a:gdLst/>
              <a:ahLst/>
              <a:cxnLst/>
              <a:rect l="l" t="t" r="r" b="b"/>
              <a:pathLst>
                <a:path w="1987" h="1986" extrusionOk="0">
                  <a:moveTo>
                    <a:pt x="944" y="0"/>
                  </a:moveTo>
                  <a:lnTo>
                    <a:pt x="843" y="20"/>
                  </a:lnTo>
                  <a:lnTo>
                    <a:pt x="743" y="40"/>
                  </a:lnTo>
                  <a:lnTo>
                    <a:pt x="623" y="80"/>
                  </a:lnTo>
                  <a:lnTo>
                    <a:pt x="542" y="120"/>
                  </a:lnTo>
                  <a:lnTo>
                    <a:pt x="442" y="181"/>
                  </a:lnTo>
                  <a:lnTo>
                    <a:pt x="282" y="321"/>
                  </a:lnTo>
                  <a:lnTo>
                    <a:pt x="161" y="481"/>
                  </a:lnTo>
                  <a:lnTo>
                    <a:pt x="61" y="682"/>
                  </a:lnTo>
                  <a:lnTo>
                    <a:pt x="21" y="903"/>
                  </a:lnTo>
                  <a:lnTo>
                    <a:pt x="1" y="1023"/>
                  </a:lnTo>
                  <a:lnTo>
                    <a:pt x="21" y="1123"/>
                  </a:lnTo>
                  <a:lnTo>
                    <a:pt x="41" y="1304"/>
                  </a:lnTo>
                  <a:lnTo>
                    <a:pt x="121" y="1464"/>
                  </a:lnTo>
                  <a:lnTo>
                    <a:pt x="222" y="1604"/>
                  </a:lnTo>
                  <a:lnTo>
                    <a:pt x="362" y="1745"/>
                  </a:lnTo>
                  <a:lnTo>
                    <a:pt x="522" y="1865"/>
                  </a:lnTo>
                  <a:lnTo>
                    <a:pt x="703" y="1925"/>
                  </a:lnTo>
                  <a:lnTo>
                    <a:pt x="903" y="1986"/>
                  </a:lnTo>
                  <a:lnTo>
                    <a:pt x="1124" y="1986"/>
                  </a:lnTo>
                  <a:lnTo>
                    <a:pt x="1264" y="1965"/>
                  </a:lnTo>
                  <a:lnTo>
                    <a:pt x="1385" y="1905"/>
                  </a:lnTo>
                  <a:lnTo>
                    <a:pt x="1505" y="1845"/>
                  </a:lnTo>
                  <a:lnTo>
                    <a:pt x="1625" y="1765"/>
                  </a:lnTo>
                  <a:lnTo>
                    <a:pt x="1706" y="1685"/>
                  </a:lnTo>
                  <a:lnTo>
                    <a:pt x="1806" y="1564"/>
                  </a:lnTo>
                  <a:lnTo>
                    <a:pt x="1866" y="1444"/>
                  </a:lnTo>
                  <a:lnTo>
                    <a:pt x="1926" y="1324"/>
                  </a:lnTo>
                  <a:lnTo>
                    <a:pt x="1966" y="1203"/>
                  </a:lnTo>
                  <a:lnTo>
                    <a:pt x="1986" y="1103"/>
                  </a:lnTo>
                  <a:lnTo>
                    <a:pt x="1986" y="983"/>
                  </a:lnTo>
                  <a:lnTo>
                    <a:pt x="1986" y="862"/>
                  </a:lnTo>
                  <a:lnTo>
                    <a:pt x="1946" y="762"/>
                  </a:lnTo>
                  <a:lnTo>
                    <a:pt x="1926" y="662"/>
                  </a:lnTo>
                  <a:lnTo>
                    <a:pt x="1886" y="542"/>
                  </a:lnTo>
                  <a:lnTo>
                    <a:pt x="1826" y="461"/>
                  </a:lnTo>
                  <a:lnTo>
                    <a:pt x="1766" y="361"/>
                  </a:lnTo>
                  <a:lnTo>
                    <a:pt x="1686" y="281"/>
                  </a:lnTo>
                  <a:lnTo>
                    <a:pt x="1605" y="221"/>
                  </a:lnTo>
                  <a:lnTo>
                    <a:pt x="1505" y="161"/>
                  </a:lnTo>
                  <a:lnTo>
                    <a:pt x="1405" y="100"/>
                  </a:lnTo>
                  <a:lnTo>
                    <a:pt x="1305" y="60"/>
                  </a:lnTo>
                  <a:lnTo>
                    <a:pt x="1184" y="20"/>
                  </a:lnTo>
                  <a:lnTo>
                    <a:pt x="106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4" name="Google Shape;5904;p26"/>
            <p:cNvSpPr/>
            <p:nvPr/>
          </p:nvSpPr>
          <p:spPr>
            <a:xfrm>
              <a:off x="11812575" y="4458288"/>
              <a:ext cx="49150" cy="49650"/>
            </a:xfrm>
            <a:custGeom>
              <a:avLst/>
              <a:gdLst/>
              <a:ahLst/>
              <a:cxnLst/>
              <a:rect l="l" t="t" r="r" b="b"/>
              <a:pathLst>
                <a:path w="1966" h="1986" extrusionOk="0">
                  <a:moveTo>
                    <a:pt x="943" y="0"/>
                  </a:moveTo>
                  <a:lnTo>
                    <a:pt x="822" y="20"/>
                  </a:lnTo>
                  <a:lnTo>
                    <a:pt x="722" y="40"/>
                  </a:lnTo>
                  <a:lnTo>
                    <a:pt x="622" y="80"/>
                  </a:lnTo>
                  <a:lnTo>
                    <a:pt x="522" y="120"/>
                  </a:lnTo>
                  <a:lnTo>
                    <a:pt x="441" y="181"/>
                  </a:lnTo>
                  <a:lnTo>
                    <a:pt x="281" y="321"/>
                  </a:lnTo>
                  <a:lnTo>
                    <a:pt x="141" y="481"/>
                  </a:lnTo>
                  <a:lnTo>
                    <a:pt x="60" y="682"/>
                  </a:lnTo>
                  <a:lnTo>
                    <a:pt x="0" y="903"/>
                  </a:lnTo>
                  <a:lnTo>
                    <a:pt x="0" y="1023"/>
                  </a:lnTo>
                  <a:lnTo>
                    <a:pt x="0" y="1123"/>
                  </a:lnTo>
                  <a:lnTo>
                    <a:pt x="40" y="1304"/>
                  </a:lnTo>
                  <a:lnTo>
                    <a:pt x="100" y="1464"/>
                  </a:lnTo>
                  <a:lnTo>
                    <a:pt x="221" y="1604"/>
                  </a:lnTo>
                  <a:lnTo>
                    <a:pt x="341" y="1745"/>
                  </a:lnTo>
                  <a:lnTo>
                    <a:pt x="502" y="1865"/>
                  </a:lnTo>
                  <a:lnTo>
                    <a:pt x="682" y="1945"/>
                  </a:lnTo>
                  <a:lnTo>
                    <a:pt x="883" y="1985"/>
                  </a:lnTo>
                  <a:lnTo>
                    <a:pt x="1123" y="1985"/>
                  </a:lnTo>
                  <a:lnTo>
                    <a:pt x="1244" y="1965"/>
                  </a:lnTo>
                  <a:lnTo>
                    <a:pt x="1384" y="1905"/>
                  </a:lnTo>
                  <a:lnTo>
                    <a:pt x="1504" y="1845"/>
                  </a:lnTo>
                  <a:lnTo>
                    <a:pt x="1605" y="1765"/>
                  </a:lnTo>
                  <a:lnTo>
                    <a:pt x="1705" y="1685"/>
                  </a:lnTo>
                  <a:lnTo>
                    <a:pt x="1785" y="1564"/>
                  </a:lnTo>
                  <a:lnTo>
                    <a:pt x="1865" y="1444"/>
                  </a:lnTo>
                  <a:lnTo>
                    <a:pt x="1905" y="1324"/>
                  </a:lnTo>
                  <a:lnTo>
                    <a:pt x="1945" y="1203"/>
                  </a:lnTo>
                  <a:lnTo>
                    <a:pt x="1965" y="1103"/>
                  </a:lnTo>
                  <a:lnTo>
                    <a:pt x="1965" y="983"/>
                  </a:lnTo>
                  <a:lnTo>
                    <a:pt x="1965" y="862"/>
                  </a:lnTo>
                  <a:lnTo>
                    <a:pt x="1945" y="762"/>
                  </a:lnTo>
                  <a:lnTo>
                    <a:pt x="1905" y="662"/>
                  </a:lnTo>
                  <a:lnTo>
                    <a:pt x="1865" y="542"/>
                  </a:lnTo>
                  <a:lnTo>
                    <a:pt x="1805" y="461"/>
                  </a:lnTo>
                  <a:lnTo>
                    <a:pt x="1745" y="361"/>
                  </a:lnTo>
                  <a:lnTo>
                    <a:pt x="1665" y="281"/>
                  </a:lnTo>
                  <a:lnTo>
                    <a:pt x="1584" y="221"/>
                  </a:lnTo>
                  <a:lnTo>
                    <a:pt x="1504" y="160"/>
                  </a:lnTo>
                  <a:lnTo>
                    <a:pt x="1404" y="100"/>
                  </a:lnTo>
                  <a:lnTo>
                    <a:pt x="1284" y="60"/>
                  </a:lnTo>
                  <a:lnTo>
                    <a:pt x="1183" y="20"/>
                  </a:lnTo>
                  <a:lnTo>
                    <a:pt x="106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5" name="Google Shape;5905;p26"/>
            <p:cNvSpPr/>
            <p:nvPr/>
          </p:nvSpPr>
          <p:spPr>
            <a:xfrm>
              <a:off x="11982525" y="4983213"/>
              <a:ext cx="49650" cy="49650"/>
            </a:xfrm>
            <a:custGeom>
              <a:avLst/>
              <a:gdLst/>
              <a:ahLst/>
              <a:cxnLst/>
              <a:rect l="l" t="t" r="r" b="b"/>
              <a:pathLst>
                <a:path w="1986" h="1986" extrusionOk="0">
                  <a:moveTo>
                    <a:pt x="943" y="0"/>
                  </a:moveTo>
                  <a:lnTo>
                    <a:pt x="843" y="20"/>
                  </a:lnTo>
                  <a:lnTo>
                    <a:pt x="723" y="40"/>
                  </a:lnTo>
                  <a:lnTo>
                    <a:pt x="622" y="80"/>
                  </a:lnTo>
                  <a:lnTo>
                    <a:pt x="522" y="120"/>
                  </a:lnTo>
                  <a:lnTo>
                    <a:pt x="442" y="181"/>
                  </a:lnTo>
                  <a:lnTo>
                    <a:pt x="281" y="321"/>
                  </a:lnTo>
                  <a:lnTo>
                    <a:pt x="141" y="502"/>
                  </a:lnTo>
                  <a:lnTo>
                    <a:pt x="61" y="682"/>
                  </a:lnTo>
                  <a:lnTo>
                    <a:pt x="1" y="903"/>
                  </a:lnTo>
                  <a:lnTo>
                    <a:pt x="1" y="1023"/>
                  </a:lnTo>
                  <a:lnTo>
                    <a:pt x="1" y="1123"/>
                  </a:lnTo>
                  <a:lnTo>
                    <a:pt x="41" y="1304"/>
                  </a:lnTo>
                  <a:lnTo>
                    <a:pt x="121" y="1464"/>
                  </a:lnTo>
                  <a:lnTo>
                    <a:pt x="221" y="1625"/>
                  </a:lnTo>
                  <a:lnTo>
                    <a:pt x="342" y="1745"/>
                  </a:lnTo>
                  <a:lnTo>
                    <a:pt x="502" y="1865"/>
                  </a:lnTo>
                  <a:lnTo>
                    <a:pt x="682" y="1945"/>
                  </a:lnTo>
                  <a:lnTo>
                    <a:pt x="903" y="1986"/>
                  </a:lnTo>
                  <a:lnTo>
                    <a:pt x="1124" y="1986"/>
                  </a:lnTo>
                  <a:lnTo>
                    <a:pt x="1264" y="1966"/>
                  </a:lnTo>
                  <a:lnTo>
                    <a:pt x="1384" y="1925"/>
                  </a:lnTo>
                  <a:lnTo>
                    <a:pt x="1505" y="1845"/>
                  </a:lnTo>
                  <a:lnTo>
                    <a:pt x="1605" y="1785"/>
                  </a:lnTo>
                  <a:lnTo>
                    <a:pt x="1705" y="1685"/>
                  </a:lnTo>
                  <a:lnTo>
                    <a:pt x="1785" y="1584"/>
                  </a:lnTo>
                  <a:lnTo>
                    <a:pt x="1866" y="1464"/>
                  </a:lnTo>
                  <a:lnTo>
                    <a:pt x="1926" y="1324"/>
                  </a:lnTo>
                  <a:lnTo>
                    <a:pt x="1946" y="1223"/>
                  </a:lnTo>
                  <a:lnTo>
                    <a:pt x="1966" y="1103"/>
                  </a:lnTo>
                  <a:lnTo>
                    <a:pt x="1986" y="983"/>
                  </a:lnTo>
                  <a:lnTo>
                    <a:pt x="1966" y="863"/>
                  </a:lnTo>
                  <a:lnTo>
                    <a:pt x="1946" y="762"/>
                  </a:lnTo>
                  <a:lnTo>
                    <a:pt x="1926" y="662"/>
                  </a:lnTo>
                  <a:lnTo>
                    <a:pt x="1866" y="562"/>
                  </a:lnTo>
                  <a:lnTo>
                    <a:pt x="1826" y="461"/>
                  </a:lnTo>
                  <a:lnTo>
                    <a:pt x="1745" y="381"/>
                  </a:lnTo>
                  <a:lnTo>
                    <a:pt x="1685" y="281"/>
                  </a:lnTo>
                  <a:lnTo>
                    <a:pt x="1585" y="221"/>
                  </a:lnTo>
                  <a:lnTo>
                    <a:pt x="1505" y="161"/>
                  </a:lnTo>
                  <a:lnTo>
                    <a:pt x="1404" y="100"/>
                  </a:lnTo>
                  <a:lnTo>
                    <a:pt x="1304" y="60"/>
                  </a:lnTo>
                  <a:lnTo>
                    <a:pt x="1184" y="20"/>
                  </a:lnTo>
                  <a:lnTo>
                    <a:pt x="1064" y="20"/>
                  </a:lnTo>
                  <a:lnTo>
                    <a:pt x="94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6" name="Google Shape;5906;p26"/>
            <p:cNvSpPr/>
            <p:nvPr/>
          </p:nvSpPr>
          <p:spPr>
            <a:xfrm>
              <a:off x="11386900" y="4083763"/>
              <a:ext cx="726000" cy="320400"/>
            </a:xfrm>
            <a:custGeom>
              <a:avLst/>
              <a:gdLst/>
              <a:ahLst/>
              <a:cxnLst/>
              <a:rect l="l" t="t" r="r" b="b"/>
              <a:pathLst>
                <a:path w="29040" h="12816" extrusionOk="0">
                  <a:moveTo>
                    <a:pt x="28699" y="0"/>
                  </a:moveTo>
                  <a:lnTo>
                    <a:pt x="28518" y="20"/>
                  </a:lnTo>
                  <a:lnTo>
                    <a:pt x="28258" y="81"/>
                  </a:lnTo>
                  <a:lnTo>
                    <a:pt x="27897" y="181"/>
                  </a:lnTo>
                  <a:lnTo>
                    <a:pt x="27476" y="301"/>
                  </a:lnTo>
                  <a:lnTo>
                    <a:pt x="26433" y="662"/>
                  </a:lnTo>
                  <a:lnTo>
                    <a:pt x="25149" y="1123"/>
                  </a:lnTo>
                  <a:lnTo>
                    <a:pt x="23645" y="1685"/>
                  </a:lnTo>
                  <a:lnTo>
                    <a:pt x="21981" y="2327"/>
                  </a:lnTo>
                  <a:lnTo>
                    <a:pt x="18331" y="3771"/>
                  </a:lnTo>
                  <a:lnTo>
                    <a:pt x="17749" y="3991"/>
                  </a:lnTo>
                  <a:lnTo>
                    <a:pt x="16786" y="4392"/>
                  </a:lnTo>
                  <a:lnTo>
                    <a:pt x="12876" y="5957"/>
                  </a:lnTo>
                  <a:lnTo>
                    <a:pt x="6418" y="8564"/>
                  </a:lnTo>
                  <a:lnTo>
                    <a:pt x="6077" y="8644"/>
                  </a:lnTo>
                  <a:lnTo>
                    <a:pt x="5757" y="8724"/>
                  </a:lnTo>
                  <a:lnTo>
                    <a:pt x="5095" y="8844"/>
                  </a:lnTo>
                  <a:lnTo>
                    <a:pt x="4473" y="8925"/>
                  </a:lnTo>
                  <a:lnTo>
                    <a:pt x="3871" y="9005"/>
                  </a:lnTo>
                  <a:lnTo>
                    <a:pt x="3270" y="9085"/>
                  </a:lnTo>
                  <a:lnTo>
                    <a:pt x="2688" y="9185"/>
                  </a:lnTo>
                  <a:lnTo>
                    <a:pt x="2407" y="9266"/>
                  </a:lnTo>
                  <a:lnTo>
                    <a:pt x="2107" y="9346"/>
                  </a:lnTo>
                  <a:lnTo>
                    <a:pt x="1826" y="9466"/>
                  </a:lnTo>
                  <a:lnTo>
                    <a:pt x="1525" y="9586"/>
                  </a:lnTo>
                  <a:lnTo>
                    <a:pt x="1324" y="9687"/>
                  </a:lnTo>
                  <a:lnTo>
                    <a:pt x="984" y="9907"/>
                  </a:lnTo>
                  <a:lnTo>
                    <a:pt x="643" y="10148"/>
                  </a:lnTo>
                  <a:lnTo>
                    <a:pt x="482" y="10288"/>
                  </a:lnTo>
                  <a:lnTo>
                    <a:pt x="342" y="10429"/>
                  </a:lnTo>
                  <a:lnTo>
                    <a:pt x="221" y="10569"/>
                  </a:lnTo>
                  <a:lnTo>
                    <a:pt x="141" y="10729"/>
                  </a:lnTo>
                  <a:lnTo>
                    <a:pt x="61" y="10890"/>
                  </a:lnTo>
                  <a:lnTo>
                    <a:pt x="21" y="11050"/>
                  </a:lnTo>
                  <a:lnTo>
                    <a:pt x="1" y="11231"/>
                  </a:lnTo>
                  <a:lnTo>
                    <a:pt x="1" y="11391"/>
                  </a:lnTo>
                  <a:lnTo>
                    <a:pt x="41" y="11552"/>
                  </a:lnTo>
                  <a:lnTo>
                    <a:pt x="81" y="11712"/>
                  </a:lnTo>
                  <a:lnTo>
                    <a:pt x="141" y="11853"/>
                  </a:lnTo>
                  <a:lnTo>
                    <a:pt x="221" y="12013"/>
                  </a:lnTo>
                  <a:lnTo>
                    <a:pt x="322" y="12153"/>
                  </a:lnTo>
                  <a:lnTo>
                    <a:pt x="422" y="12274"/>
                  </a:lnTo>
                  <a:lnTo>
                    <a:pt x="562" y="12394"/>
                  </a:lnTo>
                  <a:lnTo>
                    <a:pt x="683" y="12494"/>
                  </a:lnTo>
                  <a:lnTo>
                    <a:pt x="823" y="12575"/>
                  </a:lnTo>
                  <a:lnTo>
                    <a:pt x="984" y="12655"/>
                  </a:lnTo>
                  <a:lnTo>
                    <a:pt x="1144" y="12715"/>
                  </a:lnTo>
                  <a:lnTo>
                    <a:pt x="1304" y="12755"/>
                  </a:lnTo>
                  <a:lnTo>
                    <a:pt x="1485" y="12795"/>
                  </a:lnTo>
                  <a:lnTo>
                    <a:pt x="1645" y="12815"/>
                  </a:lnTo>
                  <a:lnTo>
                    <a:pt x="1826" y="12815"/>
                  </a:lnTo>
                  <a:lnTo>
                    <a:pt x="1986" y="12795"/>
                  </a:lnTo>
                  <a:lnTo>
                    <a:pt x="2327" y="12735"/>
                  </a:lnTo>
                  <a:lnTo>
                    <a:pt x="2648" y="12655"/>
                  </a:lnTo>
                  <a:lnTo>
                    <a:pt x="2969" y="12514"/>
                  </a:lnTo>
                  <a:lnTo>
                    <a:pt x="3310" y="12354"/>
                  </a:lnTo>
                  <a:lnTo>
                    <a:pt x="3611" y="12153"/>
                  </a:lnTo>
                  <a:lnTo>
                    <a:pt x="3932" y="11933"/>
                  </a:lnTo>
                  <a:lnTo>
                    <a:pt x="4533" y="11472"/>
                  </a:lnTo>
                  <a:lnTo>
                    <a:pt x="5135" y="11010"/>
                  </a:lnTo>
                  <a:lnTo>
                    <a:pt x="5696" y="10569"/>
                  </a:lnTo>
                  <a:lnTo>
                    <a:pt x="5957" y="10369"/>
                  </a:lnTo>
                  <a:lnTo>
                    <a:pt x="6218" y="10208"/>
                  </a:lnTo>
                  <a:lnTo>
                    <a:pt x="6779" y="9887"/>
                  </a:lnTo>
                  <a:lnTo>
                    <a:pt x="7461" y="9526"/>
                  </a:lnTo>
                  <a:lnTo>
                    <a:pt x="8263" y="9145"/>
                  </a:lnTo>
                  <a:lnTo>
                    <a:pt x="9166" y="8724"/>
                  </a:lnTo>
                  <a:lnTo>
                    <a:pt x="10169" y="8283"/>
                  </a:lnTo>
                  <a:lnTo>
                    <a:pt x="11231" y="7842"/>
                  </a:lnTo>
                  <a:lnTo>
                    <a:pt x="13538" y="6879"/>
                  </a:lnTo>
                  <a:lnTo>
                    <a:pt x="15423" y="6137"/>
                  </a:lnTo>
                  <a:lnTo>
                    <a:pt x="17328" y="5395"/>
                  </a:lnTo>
                  <a:lnTo>
                    <a:pt x="17348" y="5395"/>
                  </a:lnTo>
                  <a:lnTo>
                    <a:pt x="18230" y="5054"/>
                  </a:lnTo>
                  <a:lnTo>
                    <a:pt x="18832" y="4813"/>
                  </a:lnTo>
                  <a:lnTo>
                    <a:pt x="22322" y="3490"/>
                  </a:lnTo>
                  <a:lnTo>
                    <a:pt x="25310" y="2367"/>
                  </a:lnTo>
                  <a:lnTo>
                    <a:pt x="27455" y="1565"/>
                  </a:lnTo>
                  <a:lnTo>
                    <a:pt x="28117" y="1284"/>
                  </a:lnTo>
                  <a:lnTo>
                    <a:pt x="28458" y="1143"/>
                  </a:lnTo>
                  <a:lnTo>
                    <a:pt x="28558" y="1083"/>
                  </a:lnTo>
                  <a:lnTo>
                    <a:pt x="28659" y="1003"/>
                  </a:lnTo>
                  <a:lnTo>
                    <a:pt x="28819" y="843"/>
                  </a:lnTo>
                  <a:lnTo>
                    <a:pt x="28940" y="642"/>
                  </a:lnTo>
                  <a:lnTo>
                    <a:pt x="29020" y="462"/>
                  </a:lnTo>
                  <a:lnTo>
                    <a:pt x="29040" y="361"/>
                  </a:lnTo>
                  <a:lnTo>
                    <a:pt x="29040" y="281"/>
                  </a:lnTo>
                  <a:lnTo>
                    <a:pt x="29040" y="201"/>
                  </a:lnTo>
                  <a:lnTo>
                    <a:pt x="29000" y="141"/>
                  </a:lnTo>
                  <a:lnTo>
                    <a:pt x="28960" y="81"/>
                  </a:lnTo>
                  <a:lnTo>
                    <a:pt x="28899" y="40"/>
                  </a:lnTo>
                  <a:lnTo>
                    <a:pt x="28799" y="20"/>
                  </a:lnTo>
                  <a:lnTo>
                    <a:pt x="2869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7" name="Google Shape;5907;p26"/>
            <p:cNvSpPr/>
            <p:nvPr/>
          </p:nvSpPr>
          <p:spPr>
            <a:xfrm>
              <a:off x="11386900" y="4083763"/>
              <a:ext cx="726000" cy="320400"/>
            </a:xfrm>
            <a:custGeom>
              <a:avLst/>
              <a:gdLst/>
              <a:ahLst/>
              <a:cxnLst/>
              <a:rect l="l" t="t" r="r" b="b"/>
              <a:pathLst>
                <a:path w="29040" h="12816" fill="none" extrusionOk="0">
                  <a:moveTo>
                    <a:pt x="28458" y="1143"/>
                  </a:moveTo>
                  <a:lnTo>
                    <a:pt x="28458" y="1143"/>
                  </a:lnTo>
                  <a:lnTo>
                    <a:pt x="28117" y="1284"/>
                  </a:lnTo>
                  <a:lnTo>
                    <a:pt x="27455" y="1565"/>
                  </a:lnTo>
                  <a:lnTo>
                    <a:pt x="25310" y="2367"/>
                  </a:lnTo>
                  <a:lnTo>
                    <a:pt x="22322" y="3490"/>
                  </a:lnTo>
                  <a:lnTo>
                    <a:pt x="18832" y="4813"/>
                  </a:lnTo>
                  <a:lnTo>
                    <a:pt x="18832" y="4813"/>
                  </a:lnTo>
                  <a:lnTo>
                    <a:pt x="18230" y="5054"/>
                  </a:lnTo>
                  <a:lnTo>
                    <a:pt x="18230" y="5054"/>
                  </a:lnTo>
                  <a:lnTo>
                    <a:pt x="17348" y="5395"/>
                  </a:lnTo>
                  <a:lnTo>
                    <a:pt x="17348" y="5395"/>
                  </a:lnTo>
                  <a:lnTo>
                    <a:pt x="17328" y="5395"/>
                  </a:lnTo>
                  <a:lnTo>
                    <a:pt x="17328" y="5395"/>
                  </a:lnTo>
                  <a:lnTo>
                    <a:pt x="15423" y="6137"/>
                  </a:lnTo>
                  <a:lnTo>
                    <a:pt x="13538" y="6879"/>
                  </a:lnTo>
                  <a:lnTo>
                    <a:pt x="13538" y="6879"/>
                  </a:lnTo>
                  <a:lnTo>
                    <a:pt x="11231" y="7842"/>
                  </a:lnTo>
                  <a:lnTo>
                    <a:pt x="10169" y="8283"/>
                  </a:lnTo>
                  <a:lnTo>
                    <a:pt x="9166" y="8724"/>
                  </a:lnTo>
                  <a:lnTo>
                    <a:pt x="8263" y="9145"/>
                  </a:lnTo>
                  <a:lnTo>
                    <a:pt x="7461" y="9526"/>
                  </a:lnTo>
                  <a:lnTo>
                    <a:pt x="6779" y="9887"/>
                  </a:lnTo>
                  <a:lnTo>
                    <a:pt x="6218" y="10208"/>
                  </a:lnTo>
                  <a:lnTo>
                    <a:pt x="6218" y="10208"/>
                  </a:lnTo>
                  <a:lnTo>
                    <a:pt x="5957" y="10369"/>
                  </a:lnTo>
                  <a:lnTo>
                    <a:pt x="5696" y="10569"/>
                  </a:lnTo>
                  <a:lnTo>
                    <a:pt x="5135" y="11010"/>
                  </a:lnTo>
                  <a:lnTo>
                    <a:pt x="4533" y="11472"/>
                  </a:lnTo>
                  <a:lnTo>
                    <a:pt x="3932" y="11933"/>
                  </a:lnTo>
                  <a:lnTo>
                    <a:pt x="3611" y="12153"/>
                  </a:lnTo>
                  <a:lnTo>
                    <a:pt x="3310" y="12354"/>
                  </a:lnTo>
                  <a:lnTo>
                    <a:pt x="2969" y="12514"/>
                  </a:lnTo>
                  <a:lnTo>
                    <a:pt x="2648" y="12655"/>
                  </a:lnTo>
                  <a:lnTo>
                    <a:pt x="2327" y="12735"/>
                  </a:lnTo>
                  <a:lnTo>
                    <a:pt x="1986" y="12795"/>
                  </a:lnTo>
                  <a:lnTo>
                    <a:pt x="1826" y="12815"/>
                  </a:lnTo>
                  <a:lnTo>
                    <a:pt x="1645" y="12815"/>
                  </a:lnTo>
                  <a:lnTo>
                    <a:pt x="1485" y="12795"/>
                  </a:lnTo>
                  <a:lnTo>
                    <a:pt x="1304" y="12755"/>
                  </a:lnTo>
                  <a:lnTo>
                    <a:pt x="1304" y="12755"/>
                  </a:lnTo>
                  <a:lnTo>
                    <a:pt x="1144" y="12715"/>
                  </a:lnTo>
                  <a:lnTo>
                    <a:pt x="984" y="12655"/>
                  </a:lnTo>
                  <a:lnTo>
                    <a:pt x="823" y="12575"/>
                  </a:lnTo>
                  <a:lnTo>
                    <a:pt x="683" y="12494"/>
                  </a:lnTo>
                  <a:lnTo>
                    <a:pt x="562" y="12394"/>
                  </a:lnTo>
                  <a:lnTo>
                    <a:pt x="422" y="12274"/>
                  </a:lnTo>
                  <a:lnTo>
                    <a:pt x="322" y="12153"/>
                  </a:lnTo>
                  <a:lnTo>
                    <a:pt x="221" y="12013"/>
                  </a:lnTo>
                  <a:lnTo>
                    <a:pt x="141" y="11853"/>
                  </a:lnTo>
                  <a:lnTo>
                    <a:pt x="81" y="11712"/>
                  </a:lnTo>
                  <a:lnTo>
                    <a:pt x="41" y="11552"/>
                  </a:lnTo>
                  <a:lnTo>
                    <a:pt x="1" y="11391"/>
                  </a:lnTo>
                  <a:lnTo>
                    <a:pt x="1" y="11231"/>
                  </a:lnTo>
                  <a:lnTo>
                    <a:pt x="21" y="11050"/>
                  </a:lnTo>
                  <a:lnTo>
                    <a:pt x="61" y="10890"/>
                  </a:lnTo>
                  <a:lnTo>
                    <a:pt x="141" y="10729"/>
                  </a:lnTo>
                  <a:lnTo>
                    <a:pt x="141" y="10729"/>
                  </a:lnTo>
                  <a:lnTo>
                    <a:pt x="221" y="10569"/>
                  </a:lnTo>
                  <a:lnTo>
                    <a:pt x="342" y="10429"/>
                  </a:lnTo>
                  <a:lnTo>
                    <a:pt x="482" y="10288"/>
                  </a:lnTo>
                  <a:lnTo>
                    <a:pt x="643" y="10148"/>
                  </a:lnTo>
                  <a:lnTo>
                    <a:pt x="984" y="9907"/>
                  </a:lnTo>
                  <a:lnTo>
                    <a:pt x="1324" y="9687"/>
                  </a:lnTo>
                  <a:lnTo>
                    <a:pt x="1324" y="9687"/>
                  </a:lnTo>
                  <a:lnTo>
                    <a:pt x="1525" y="9586"/>
                  </a:lnTo>
                  <a:lnTo>
                    <a:pt x="1525" y="9586"/>
                  </a:lnTo>
                  <a:lnTo>
                    <a:pt x="1826" y="9466"/>
                  </a:lnTo>
                  <a:lnTo>
                    <a:pt x="2107" y="9346"/>
                  </a:lnTo>
                  <a:lnTo>
                    <a:pt x="2407" y="9266"/>
                  </a:lnTo>
                  <a:lnTo>
                    <a:pt x="2688" y="9185"/>
                  </a:lnTo>
                  <a:lnTo>
                    <a:pt x="3270" y="9085"/>
                  </a:lnTo>
                  <a:lnTo>
                    <a:pt x="3871" y="9005"/>
                  </a:lnTo>
                  <a:lnTo>
                    <a:pt x="4473" y="8925"/>
                  </a:lnTo>
                  <a:lnTo>
                    <a:pt x="5095" y="8844"/>
                  </a:lnTo>
                  <a:lnTo>
                    <a:pt x="5757" y="8724"/>
                  </a:lnTo>
                  <a:lnTo>
                    <a:pt x="6077" y="8644"/>
                  </a:lnTo>
                  <a:lnTo>
                    <a:pt x="6418" y="8564"/>
                  </a:lnTo>
                  <a:lnTo>
                    <a:pt x="6418" y="8564"/>
                  </a:lnTo>
                  <a:lnTo>
                    <a:pt x="12876" y="5957"/>
                  </a:lnTo>
                  <a:lnTo>
                    <a:pt x="12876" y="5957"/>
                  </a:lnTo>
                  <a:lnTo>
                    <a:pt x="16786" y="4392"/>
                  </a:lnTo>
                  <a:lnTo>
                    <a:pt x="16786" y="4392"/>
                  </a:lnTo>
                  <a:lnTo>
                    <a:pt x="17749" y="3991"/>
                  </a:lnTo>
                  <a:lnTo>
                    <a:pt x="17749" y="3991"/>
                  </a:lnTo>
                  <a:lnTo>
                    <a:pt x="18331" y="3771"/>
                  </a:lnTo>
                  <a:lnTo>
                    <a:pt x="18331" y="3771"/>
                  </a:lnTo>
                  <a:lnTo>
                    <a:pt x="21981" y="2327"/>
                  </a:lnTo>
                  <a:lnTo>
                    <a:pt x="23645" y="1685"/>
                  </a:lnTo>
                  <a:lnTo>
                    <a:pt x="25149" y="1123"/>
                  </a:lnTo>
                  <a:lnTo>
                    <a:pt x="26433" y="662"/>
                  </a:lnTo>
                  <a:lnTo>
                    <a:pt x="27476" y="301"/>
                  </a:lnTo>
                  <a:lnTo>
                    <a:pt x="27897" y="181"/>
                  </a:lnTo>
                  <a:lnTo>
                    <a:pt x="28258" y="81"/>
                  </a:lnTo>
                  <a:lnTo>
                    <a:pt x="28518" y="20"/>
                  </a:lnTo>
                  <a:lnTo>
                    <a:pt x="28699" y="0"/>
                  </a:lnTo>
                  <a:lnTo>
                    <a:pt x="28699" y="0"/>
                  </a:lnTo>
                  <a:lnTo>
                    <a:pt x="28799" y="20"/>
                  </a:lnTo>
                  <a:lnTo>
                    <a:pt x="28899" y="40"/>
                  </a:lnTo>
                  <a:lnTo>
                    <a:pt x="28960" y="81"/>
                  </a:lnTo>
                  <a:lnTo>
                    <a:pt x="29000" y="141"/>
                  </a:lnTo>
                  <a:lnTo>
                    <a:pt x="29040" y="201"/>
                  </a:lnTo>
                  <a:lnTo>
                    <a:pt x="29040" y="281"/>
                  </a:lnTo>
                  <a:lnTo>
                    <a:pt x="29040" y="361"/>
                  </a:lnTo>
                  <a:lnTo>
                    <a:pt x="29020" y="462"/>
                  </a:lnTo>
                  <a:lnTo>
                    <a:pt x="28940" y="642"/>
                  </a:lnTo>
                  <a:lnTo>
                    <a:pt x="28819" y="843"/>
                  </a:lnTo>
                  <a:lnTo>
                    <a:pt x="28659" y="1003"/>
                  </a:lnTo>
                  <a:lnTo>
                    <a:pt x="28558" y="1083"/>
                  </a:lnTo>
                  <a:lnTo>
                    <a:pt x="28458" y="114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8" name="Google Shape;5908;p26"/>
            <p:cNvSpPr/>
            <p:nvPr/>
          </p:nvSpPr>
          <p:spPr>
            <a:xfrm>
              <a:off x="11708775" y="4193563"/>
              <a:ext cx="111325" cy="62200"/>
            </a:xfrm>
            <a:custGeom>
              <a:avLst/>
              <a:gdLst/>
              <a:ahLst/>
              <a:cxnLst/>
              <a:rect l="l" t="t" r="r" b="b"/>
              <a:pathLst>
                <a:path w="4453" h="2488" extrusionOk="0">
                  <a:moveTo>
                    <a:pt x="3911" y="0"/>
                  </a:moveTo>
                  <a:lnTo>
                    <a:pt x="1" y="1565"/>
                  </a:lnTo>
                  <a:lnTo>
                    <a:pt x="161" y="1705"/>
                  </a:lnTo>
                  <a:lnTo>
                    <a:pt x="302" y="1845"/>
                  </a:lnTo>
                  <a:lnTo>
                    <a:pt x="442" y="2026"/>
                  </a:lnTo>
                  <a:lnTo>
                    <a:pt x="542" y="2206"/>
                  </a:lnTo>
                  <a:lnTo>
                    <a:pt x="623" y="2347"/>
                  </a:lnTo>
                  <a:lnTo>
                    <a:pt x="663" y="2487"/>
                  </a:lnTo>
                  <a:lnTo>
                    <a:pt x="2548" y="1745"/>
                  </a:lnTo>
                  <a:lnTo>
                    <a:pt x="4453" y="1003"/>
                  </a:lnTo>
                  <a:lnTo>
                    <a:pt x="4353" y="722"/>
                  </a:lnTo>
                  <a:lnTo>
                    <a:pt x="4232" y="462"/>
                  </a:lnTo>
                  <a:lnTo>
                    <a:pt x="4072" y="221"/>
                  </a:lnTo>
                  <a:lnTo>
                    <a:pt x="391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9" name="Google Shape;5909;p26"/>
            <p:cNvSpPr/>
            <p:nvPr/>
          </p:nvSpPr>
          <p:spPr>
            <a:xfrm>
              <a:off x="11708775" y="4193563"/>
              <a:ext cx="111325" cy="62200"/>
            </a:xfrm>
            <a:custGeom>
              <a:avLst/>
              <a:gdLst/>
              <a:ahLst/>
              <a:cxnLst/>
              <a:rect l="l" t="t" r="r" b="b"/>
              <a:pathLst>
                <a:path w="4453" h="2488" fill="none" extrusionOk="0">
                  <a:moveTo>
                    <a:pt x="4453" y="1003"/>
                  </a:moveTo>
                  <a:lnTo>
                    <a:pt x="4453" y="1003"/>
                  </a:lnTo>
                  <a:lnTo>
                    <a:pt x="2548" y="1745"/>
                  </a:lnTo>
                  <a:lnTo>
                    <a:pt x="663" y="2487"/>
                  </a:lnTo>
                  <a:lnTo>
                    <a:pt x="663" y="2487"/>
                  </a:lnTo>
                  <a:lnTo>
                    <a:pt x="623" y="2347"/>
                  </a:lnTo>
                  <a:lnTo>
                    <a:pt x="542" y="2206"/>
                  </a:lnTo>
                  <a:lnTo>
                    <a:pt x="542" y="2206"/>
                  </a:lnTo>
                  <a:lnTo>
                    <a:pt x="442" y="2026"/>
                  </a:lnTo>
                  <a:lnTo>
                    <a:pt x="302" y="1845"/>
                  </a:lnTo>
                  <a:lnTo>
                    <a:pt x="161" y="1705"/>
                  </a:lnTo>
                  <a:lnTo>
                    <a:pt x="1" y="1565"/>
                  </a:lnTo>
                  <a:lnTo>
                    <a:pt x="1" y="1565"/>
                  </a:lnTo>
                  <a:lnTo>
                    <a:pt x="3911" y="0"/>
                  </a:lnTo>
                  <a:lnTo>
                    <a:pt x="3911" y="0"/>
                  </a:lnTo>
                  <a:lnTo>
                    <a:pt x="4072" y="221"/>
                  </a:lnTo>
                  <a:lnTo>
                    <a:pt x="4232" y="462"/>
                  </a:lnTo>
                  <a:lnTo>
                    <a:pt x="4353" y="722"/>
                  </a:lnTo>
                  <a:lnTo>
                    <a:pt x="4453" y="100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0" name="Google Shape;5910;p26"/>
            <p:cNvSpPr/>
            <p:nvPr/>
          </p:nvSpPr>
          <p:spPr>
            <a:xfrm>
              <a:off x="11830625" y="4178013"/>
              <a:ext cx="27100" cy="32125"/>
            </a:xfrm>
            <a:custGeom>
              <a:avLst/>
              <a:gdLst/>
              <a:ahLst/>
              <a:cxnLst/>
              <a:rect l="l" t="t" r="r" b="b"/>
              <a:pathLst>
                <a:path w="1084" h="1285" extrusionOk="0">
                  <a:moveTo>
                    <a:pt x="582" y="1"/>
                  </a:moveTo>
                  <a:lnTo>
                    <a:pt x="0" y="221"/>
                  </a:lnTo>
                  <a:lnTo>
                    <a:pt x="161" y="462"/>
                  </a:lnTo>
                  <a:lnTo>
                    <a:pt x="281" y="723"/>
                  </a:lnTo>
                  <a:lnTo>
                    <a:pt x="401" y="983"/>
                  </a:lnTo>
                  <a:lnTo>
                    <a:pt x="481" y="1284"/>
                  </a:lnTo>
                  <a:lnTo>
                    <a:pt x="1083" y="1043"/>
                  </a:lnTo>
                  <a:lnTo>
                    <a:pt x="1003" y="763"/>
                  </a:lnTo>
                  <a:lnTo>
                    <a:pt x="883" y="502"/>
                  </a:lnTo>
                  <a:lnTo>
                    <a:pt x="742" y="241"/>
                  </a:lnTo>
                  <a:lnTo>
                    <a:pt x="5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1" name="Google Shape;5911;p26"/>
            <p:cNvSpPr/>
            <p:nvPr/>
          </p:nvSpPr>
          <p:spPr>
            <a:xfrm>
              <a:off x="11386900" y="4250713"/>
              <a:ext cx="338450" cy="153450"/>
            </a:xfrm>
            <a:custGeom>
              <a:avLst/>
              <a:gdLst/>
              <a:ahLst/>
              <a:cxnLst/>
              <a:rect l="l" t="t" r="r" b="b"/>
              <a:pathLst>
                <a:path w="13538" h="6138" extrusionOk="0">
                  <a:moveTo>
                    <a:pt x="13457" y="0"/>
                  </a:moveTo>
                  <a:lnTo>
                    <a:pt x="11853" y="542"/>
                  </a:lnTo>
                  <a:lnTo>
                    <a:pt x="10529" y="1003"/>
                  </a:lnTo>
                  <a:lnTo>
                    <a:pt x="9206" y="1485"/>
                  </a:lnTo>
                  <a:lnTo>
                    <a:pt x="8544" y="1745"/>
                  </a:lnTo>
                  <a:lnTo>
                    <a:pt x="7902" y="2006"/>
                  </a:lnTo>
                  <a:lnTo>
                    <a:pt x="7261" y="2287"/>
                  </a:lnTo>
                  <a:lnTo>
                    <a:pt x="6619" y="2588"/>
                  </a:lnTo>
                  <a:lnTo>
                    <a:pt x="5977" y="2928"/>
                  </a:lnTo>
                  <a:lnTo>
                    <a:pt x="6278" y="2928"/>
                  </a:lnTo>
                  <a:lnTo>
                    <a:pt x="6579" y="2948"/>
                  </a:lnTo>
                  <a:lnTo>
                    <a:pt x="7120" y="3009"/>
                  </a:lnTo>
                  <a:lnTo>
                    <a:pt x="7722" y="2728"/>
                  </a:lnTo>
                  <a:lnTo>
                    <a:pt x="8404" y="2407"/>
                  </a:lnTo>
                  <a:lnTo>
                    <a:pt x="9928" y="1725"/>
                  </a:lnTo>
                  <a:lnTo>
                    <a:pt x="11653" y="983"/>
                  </a:lnTo>
                  <a:lnTo>
                    <a:pt x="13538" y="201"/>
                  </a:lnTo>
                  <a:lnTo>
                    <a:pt x="13457" y="0"/>
                  </a:lnTo>
                  <a:close/>
                  <a:moveTo>
                    <a:pt x="1324" y="3009"/>
                  </a:moveTo>
                  <a:lnTo>
                    <a:pt x="984" y="3229"/>
                  </a:lnTo>
                  <a:lnTo>
                    <a:pt x="643" y="3470"/>
                  </a:lnTo>
                  <a:lnTo>
                    <a:pt x="482" y="3610"/>
                  </a:lnTo>
                  <a:lnTo>
                    <a:pt x="342" y="3751"/>
                  </a:lnTo>
                  <a:lnTo>
                    <a:pt x="221" y="3891"/>
                  </a:lnTo>
                  <a:lnTo>
                    <a:pt x="141" y="4051"/>
                  </a:lnTo>
                  <a:lnTo>
                    <a:pt x="81" y="4192"/>
                  </a:lnTo>
                  <a:lnTo>
                    <a:pt x="41" y="4332"/>
                  </a:lnTo>
                  <a:lnTo>
                    <a:pt x="21" y="4473"/>
                  </a:lnTo>
                  <a:lnTo>
                    <a:pt x="1" y="4613"/>
                  </a:lnTo>
                  <a:lnTo>
                    <a:pt x="21" y="4733"/>
                  </a:lnTo>
                  <a:lnTo>
                    <a:pt x="41" y="4854"/>
                  </a:lnTo>
                  <a:lnTo>
                    <a:pt x="61" y="4994"/>
                  </a:lnTo>
                  <a:lnTo>
                    <a:pt x="101" y="5114"/>
                  </a:lnTo>
                  <a:lnTo>
                    <a:pt x="242" y="5335"/>
                  </a:lnTo>
                  <a:lnTo>
                    <a:pt x="402" y="5556"/>
                  </a:lnTo>
                  <a:lnTo>
                    <a:pt x="582" y="5736"/>
                  </a:lnTo>
                  <a:lnTo>
                    <a:pt x="803" y="5897"/>
                  </a:lnTo>
                  <a:lnTo>
                    <a:pt x="1044" y="6017"/>
                  </a:lnTo>
                  <a:lnTo>
                    <a:pt x="1304" y="6077"/>
                  </a:lnTo>
                  <a:lnTo>
                    <a:pt x="1525" y="6117"/>
                  </a:lnTo>
                  <a:lnTo>
                    <a:pt x="1766" y="6137"/>
                  </a:lnTo>
                  <a:lnTo>
                    <a:pt x="2006" y="6117"/>
                  </a:lnTo>
                  <a:lnTo>
                    <a:pt x="2247" y="6077"/>
                  </a:lnTo>
                  <a:lnTo>
                    <a:pt x="2468" y="6017"/>
                  </a:lnTo>
                  <a:lnTo>
                    <a:pt x="2708" y="5937"/>
                  </a:lnTo>
                  <a:lnTo>
                    <a:pt x="2949" y="5856"/>
                  </a:lnTo>
                  <a:lnTo>
                    <a:pt x="3169" y="5736"/>
                  </a:lnTo>
                  <a:lnTo>
                    <a:pt x="3410" y="5616"/>
                  </a:lnTo>
                  <a:lnTo>
                    <a:pt x="3631" y="5475"/>
                  </a:lnTo>
                  <a:lnTo>
                    <a:pt x="3490" y="5255"/>
                  </a:lnTo>
                  <a:lnTo>
                    <a:pt x="3390" y="5014"/>
                  </a:lnTo>
                  <a:lnTo>
                    <a:pt x="3310" y="4753"/>
                  </a:lnTo>
                  <a:lnTo>
                    <a:pt x="3290" y="4513"/>
                  </a:lnTo>
                  <a:lnTo>
                    <a:pt x="3290" y="4433"/>
                  </a:lnTo>
                  <a:lnTo>
                    <a:pt x="2989" y="4553"/>
                  </a:lnTo>
                  <a:lnTo>
                    <a:pt x="2648" y="4653"/>
                  </a:lnTo>
                  <a:lnTo>
                    <a:pt x="2327" y="4733"/>
                  </a:lnTo>
                  <a:lnTo>
                    <a:pt x="2167" y="4753"/>
                  </a:lnTo>
                  <a:lnTo>
                    <a:pt x="1866" y="4753"/>
                  </a:lnTo>
                  <a:lnTo>
                    <a:pt x="1746" y="4733"/>
                  </a:lnTo>
                  <a:lnTo>
                    <a:pt x="1625" y="4693"/>
                  </a:lnTo>
                  <a:lnTo>
                    <a:pt x="1505" y="4653"/>
                  </a:lnTo>
                  <a:lnTo>
                    <a:pt x="1405" y="4593"/>
                  </a:lnTo>
                  <a:lnTo>
                    <a:pt x="1304" y="4513"/>
                  </a:lnTo>
                  <a:lnTo>
                    <a:pt x="1204" y="4433"/>
                  </a:lnTo>
                  <a:lnTo>
                    <a:pt x="1124" y="4312"/>
                  </a:lnTo>
                  <a:lnTo>
                    <a:pt x="1044" y="4112"/>
                  </a:lnTo>
                  <a:lnTo>
                    <a:pt x="984" y="3931"/>
                  </a:lnTo>
                  <a:lnTo>
                    <a:pt x="984" y="3771"/>
                  </a:lnTo>
                  <a:lnTo>
                    <a:pt x="1004" y="3610"/>
                  </a:lnTo>
                  <a:lnTo>
                    <a:pt x="1044" y="3470"/>
                  </a:lnTo>
                  <a:lnTo>
                    <a:pt x="1124" y="3309"/>
                  </a:lnTo>
                  <a:lnTo>
                    <a:pt x="1324" y="3009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2" name="Google Shape;5912;p26"/>
            <p:cNvSpPr/>
            <p:nvPr/>
          </p:nvSpPr>
          <p:spPr>
            <a:xfrm>
              <a:off x="11386900" y="4325913"/>
              <a:ext cx="90775" cy="78250"/>
            </a:xfrm>
            <a:custGeom>
              <a:avLst/>
              <a:gdLst/>
              <a:ahLst/>
              <a:cxnLst/>
              <a:rect l="l" t="t" r="r" b="b"/>
              <a:pathLst>
                <a:path w="3631" h="3130" fill="none" extrusionOk="0">
                  <a:moveTo>
                    <a:pt x="1324" y="1"/>
                  </a:moveTo>
                  <a:lnTo>
                    <a:pt x="1324" y="1"/>
                  </a:lnTo>
                  <a:lnTo>
                    <a:pt x="984" y="221"/>
                  </a:lnTo>
                  <a:lnTo>
                    <a:pt x="643" y="462"/>
                  </a:lnTo>
                  <a:lnTo>
                    <a:pt x="482" y="602"/>
                  </a:lnTo>
                  <a:lnTo>
                    <a:pt x="342" y="743"/>
                  </a:lnTo>
                  <a:lnTo>
                    <a:pt x="221" y="883"/>
                  </a:lnTo>
                  <a:lnTo>
                    <a:pt x="141" y="1043"/>
                  </a:lnTo>
                  <a:lnTo>
                    <a:pt x="141" y="1043"/>
                  </a:lnTo>
                  <a:lnTo>
                    <a:pt x="81" y="1184"/>
                  </a:lnTo>
                  <a:lnTo>
                    <a:pt x="41" y="1324"/>
                  </a:lnTo>
                  <a:lnTo>
                    <a:pt x="21" y="1465"/>
                  </a:lnTo>
                  <a:lnTo>
                    <a:pt x="1" y="1605"/>
                  </a:lnTo>
                  <a:lnTo>
                    <a:pt x="1" y="1605"/>
                  </a:lnTo>
                  <a:lnTo>
                    <a:pt x="21" y="1725"/>
                  </a:lnTo>
                  <a:lnTo>
                    <a:pt x="41" y="1846"/>
                  </a:lnTo>
                  <a:lnTo>
                    <a:pt x="61" y="1986"/>
                  </a:lnTo>
                  <a:lnTo>
                    <a:pt x="101" y="2106"/>
                  </a:lnTo>
                  <a:lnTo>
                    <a:pt x="242" y="2327"/>
                  </a:lnTo>
                  <a:lnTo>
                    <a:pt x="402" y="2548"/>
                  </a:lnTo>
                  <a:lnTo>
                    <a:pt x="582" y="2728"/>
                  </a:lnTo>
                  <a:lnTo>
                    <a:pt x="803" y="2889"/>
                  </a:lnTo>
                  <a:lnTo>
                    <a:pt x="1044" y="3009"/>
                  </a:lnTo>
                  <a:lnTo>
                    <a:pt x="1304" y="3069"/>
                  </a:lnTo>
                  <a:lnTo>
                    <a:pt x="1304" y="3069"/>
                  </a:lnTo>
                  <a:lnTo>
                    <a:pt x="1525" y="3109"/>
                  </a:lnTo>
                  <a:lnTo>
                    <a:pt x="1766" y="3129"/>
                  </a:lnTo>
                  <a:lnTo>
                    <a:pt x="1766" y="3129"/>
                  </a:lnTo>
                  <a:lnTo>
                    <a:pt x="2006" y="3109"/>
                  </a:lnTo>
                  <a:lnTo>
                    <a:pt x="2247" y="3069"/>
                  </a:lnTo>
                  <a:lnTo>
                    <a:pt x="2468" y="3009"/>
                  </a:lnTo>
                  <a:lnTo>
                    <a:pt x="2708" y="2929"/>
                  </a:lnTo>
                  <a:lnTo>
                    <a:pt x="2949" y="2848"/>
                  </a:lnTo>
                  <a:lnTo>
                    <a:pt x="3169" y="2728"/>
                  </a:lnTo>
                  <a:lnTo>
                    <a:pt x="3410" y="2608"/>
                  </a:lnTo>
                  <a:lnTo>
                    <a:pt x="3631" y="2467"/>
                  </a:lnTo>
                  <a:lnTo>
                    <a:pt x="3631" y="2467"/>
                  </a:lnTo>
                  <a:lnTo>
                    <a:pt x="3490" y="2247"/>
                  </a:lnTo>
                  <a:lnTo>
                    <a:pt x="3390" y="2006"/>
                  </a:lnTo>
                  <a:lnTo>
                    <a:pt x="3310" y="1745"/>
                  </a:lnTo>
                  <a:lnTo>
                    <a:pt x="3290" y="1505"/>
                  </a:lnTo>
                  <a:lnTo>
                    <a:pt x="3290" y="1505"/>
                  </a:lnTo>
                  <a:lnTo>
                    <a:pt x="3290" y="1425"/>
                  </a:lnTo>
                  <a:lnTo>
                    <a:pt x="3290" y="1425"/>
                  </a:lnTo>
                  <a:lnTo>
                    <a:pt x="2989" y="1545"/>
                  </a:lnTo>
                  <a:lnTo>
                    <a:pt x="2648" y="1645"/>
                  </a:lnTo>
                  <a:lnTo>
                    <a:pt x="2327" y="1725"/>
                  </a:lnTo>
                  <a:lnTo>
                    <a:pt x="2167" y="1745"/>
                  </a:lnTo>
                  <a:lnTo>
                    <a:pt x="2006" y="1745"/>
                  </a:lnTo>
                  <a:lnTo>
                    <a:pt x="2006" y="1745"/>
                  </a:lnTo>
                  <a:lnTo>
                    <a:pt x="1866" y="1745"/>
                  </a:lnTo>
                  <a:lnTo>
                    <a:pt x="1746" y="1725"/>
                  </a:lnTo>
                  <a:lnTo>
                    <a:pt x="1625" y="1685"/>
                  </a:lnTo>
                  <a:lnTo>
                    <a:pt x="1505" y="1645"/>
                  </a:lnTo>
                  <a:lnTo>
                    <a:pt x="1405" y="1585"/>
                  </a:lnTo>
                  <a:lnTo>
                    <a:pt x="1304" y="1505"/>
                  </a:lnTo>
                  <a:lnTo>
                    <a:pt x="1204" y="1425"/>
                  </a:lnTo>
                  <a:lnTo>
                    <a:pt x="1124" y="1304"/>
                  </a:lnTo>
                  <a:lnTo>
                    <a:pt x="1124" y="1304"/>
                  </a:lnTo>
                  <a:lnTo>
                    <a:pt x="1044" y="1104"/>
                  </a:lnTo>
                  <a:lnTo>
                    <a:pt x="984" y="923"/>
                  </a:lnTo>
                  <a:lnTo>
                    <a:pt x="984" y="763"/>
                  </a:lnTo>
                  <a:lnTo>
                    <a:pt x="1004" y="602"/>
                  </a:lnTo>
                  <a:lnTo>
                    <a:pt x="1044" y="462"/>
                  </a:lnTo>
                  <a:lnTo>
                    <a:pt x="1124" y="301"/>
                  </a:lnTo>
                  <a:lnTo>
                    <a:pt x="1324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3" name="Google Shape;5913;p26"/>
            <p:cNvSpPr/>
            <p:nvPr/>
          </p:nvSpPr>
          <p:spPr>
            <a:xfrm>
              <a:off x="11723325" y="4218613"/>
              <a:ext cx="96775" cy="37150"/>
            </a:xfrm>
            <a:custGeom>
              <a:avLst/>
              <a:gdLst/>
              <a:ahLst/>
              <a:cxnLst/>
              <a:rect l="l" t="t" r="r" b="b"/>
              <a:pathLst>
                <a:path w="3871" h="1486" extrusionOk="0">
                  <a:moveTo>
                    <a:pt x="3871" y="1"/>
                  </a:moveTo>
                  <a:lnTo>
                    <a:pt x="1926" y="643"/>
                  </a:lnTo>
                  <a:lnTo>
                    <a:pt x="0" y="1284"/>
                  </a:lnTo>
                  <a:lnTo>
                    <a:pt x="81" y="1485"/>
                  </a:lnTo>
                  <a:lnTo>
                    <a:pt x="1966" y="743"/>
                  </a:lnTo>
                  <a:lnTo>
                    <a:pt x="387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4" name="Google Shape;5914;p26"/>
            <p:cNvSpPr/>
            <p:nvPr/>
          </p:nvSpPr>
          <p:spPr>
            <a:xfrm>
              <a:off x="11948925" y="4314888"/>
              <a:ext cx="19600" cy="30100"/>
            </a:xfrm>
            <a:custGeom>
              <a:avLst/>
              <a:gdLst/>
              <a:ahLst/>
              <a:cxnLst/>
              <a:rect l="l" t="t" r="r" b="b"/>
              <a:pathLst>
                <a:path w="784" h="1204" extrusionOk="0">
                  <a:moveTo>
                    <a:pt x="623" y="0"/>
                  </a:moveTo>
                  <a:lnTo>
                    <a:pt x="1" y="61"/>
                  </a:lnTo>
                  <a:lnTo>
                    <a:pt x="81" y="321"/>
                  </a:lnTo>
                  <a:lnTo>
                    <a:pt x="121" y="602"/>
                  </a:lnTo>
                  <a:lnTo>
                    <a:pt x="141" y="903"/>
                  </a:lnTo>
                  <a:lnTo>
                    <a:pt x="141" y="1204"/>
                  </a:lnTo>
                  <a:lnTo>
                    <a:pt x="783" y="1164"/>
                  </a:lnTo>
                  <a:lnTo>
                    <a:pt x="783" y="863"/>
                  </a:lnTo>
                  <a:lnTo>
                    <a:pt x="743" y="562"/>
                  </a:lnTo>
                  <a:lnTo>
                    <a:pt x="703" y="281"/>
                  </a:lnTo>
                  <a:lnTo>
                    <a:pt x="623" y="0"/>
                  </a:lnTo>
                  <a:close/>
                </a:path>
              </a:pathLst>
            </a:custGeom>
            <a:solidFill>
              <a:srgbClr val="CC66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5" name="Google Shape;5915;p26"/>
            <p:cNvSpPr/>
            <p:nvPr/>
          </p:nvSpPr>
          <p:spPr>
            <a:xfrm>
              <a:off x="11948925" y="4314888"/>
              <a:ext cx="19600" cy="30100"/>
            </a:xfrm>
            <a:custGeom>
              <a:avLst/>
              <a:gdLst/>
              <a:ahLst/>
              <a:cxnLst/>
              <a:rect l="l" t="t" r="r" b="b"/>
              <a:pathLst>
                <a:path w="784" h="1204" fill="none" extrusionOk="0">
                  <a:moveTo>
                    <a:pt x="783" y="1164"/>
                  </a:moveTo>
                  <a:lnTo>
                    <a:pt x="783" y="1164"/>
                  </a:lnTo>
                  <a:lnTo>
                    <a:pt x="141" y="1204"/>
                  </a:lnTo>
                  <a:lnTo>
                    <a:pt x="141" y="1204"/>
                  </a:lnTo>
                  <a:lnTo>
                    <a:pt x="141" y="903"/>
                  </a:lnTo>
                  <a:lnTo>
                    <a:pt x="121" y="602"/>
                  </a:lnTo>
                  <a:lnTo>
                    <a:pt x="81" y="321"/>
                  </a:lnTo>
                  <a:lnTo>
                    <a:pt x="1" y="61"/>
                  </a:lnTo>
                  <a:lnTo>
                    <a:pt x="1" y="61"/>
                  </a:lnTo>
                  <a:lnTo>
                    <a:pt x="623" y="0"/>
                  </a:lnTo>
                  <a:lnTo>
                    <a:pt x="623" y="0"/>
                  </a:lnTo>
                  <a:lnTo>
                    <a:pt x="703" y="281"/>
                  </a:lnTo>
                  <a:lnTo>
                    <a:pt x="743" y="562"/>
                  </a:lnTo>
                  <a:lnTo>
                    <a:pt x="783" y="863"/>
                  </a:lnTo>
                  <a:lnTo>
                    <a:pt x="783" y="116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6" name="Google Shape;5916;p26"/>
            <p:cNvSpPr/>
            <p:nvPr/>
          </p:nvSpPr>
          <p:spPr>
            <a:xfrm>
              <a:off x="11469125" y="4302863"/>
              <a:ext cx="777150" cy="103300"/>
            </a:xfrm>
            <a:custGeom>
              <a:avLst/>
              <a:gdLst/>
              <a:ahLst/>
              <a:cxnLst/>
              <a:rect l="l" t="t" r="r" b="b"/>
              <a:pathLst>
                <a:path w="31086" h="4132" extrusionOk="0">
                  <a:moveTo>
                    <a:pt x="29581" y="0"/>
                  </a:moveTo>
                  <a:lnTo>
                    <a:pt x="28478" y="20"/>
                  </a:lnTo>
                  <a:lnTo>
                    <a:pt x="27094" y="60"/>
                  </a:lnTo>
                  <a:lnTo>
                    <a:pt x="25510" y="141"/>
                  </a:lnTo>
                  <a:lnTo>
                    <a:pt x="23725" y="241"/>
                  </a:lnTo>
                  <a:lnTo>
                    <a:pt x="19815" y="481"/>
                  </a:lnTo>
                  <a:lnTo>
                    <a:pt x="19193" y="542"/>
                  </a:lnTo>
                  <a:lnTo>
                    <a:pt x="18150" y="602"/>
                  </a:lnTo>
                  <a:lnTo>
                    <a:pt x="13939" y="903"/>
                  </a:lnTo>
                  <a:lnTo>
                    <a:pt x="7000" y="1404"/>
                  </a:lnTo>
                  <a:lnTo>
                    <a:pt x="6659" y="1384"/>
                  </a:lnTo>
                  <a:lnTo>
                    <a:pt x="6318" y="1344"/>
                  </a:lnTo>
                  <a:lnTo>
                    <a:pt x="5676" y="1264"/>
                  </a:lnTo>
                  <a:lnTo>
                    <a:pt x="5055" y="1143"/>
                  </a:lnTo>
                  <a:lnTo>
                    <a:pt x="4453" y="1043"/>
                  </a:lnTo>
                  <a:lnTo>
                    <a:pt x="3851" y="943"/>
                  </a:lnTo>
                  <a:lnTo>
                    <a:pt x="3270" y="862"/>
                  </a:lnTo>
                  <a:lnTo>
                    <a:pt x="2969" y="842"/>
                  </a:lnTo>
                  <a:lnTo>
                    <a:pt x="2367" y="842"/>
                  </a:lnTo>
                  <a:lnTo>
                    <a:pt x="2046" y="883"/>
                  </a:lnTo>
                  <a:lnTo>
                    <a:pt x="1625" y="963"/>
                  </a:lnTo>
                  <a:lnTo>
                    <a:pt x="1405" y="1023"/>
                  </a:lnTo>
                  <a:lnTo>
                    <a:pt x="1164" y="1103"/>
                  </a:lnTo>
                  <a:lnTo>
                    <a:pt x="923" y="1183"/>
                  </a:lnTo>
                  <a:lnTo>
                    <a:pt x="703" y="1284"/>
                  </a:lnTo>
                  <a:lnTo>
                    <a:pt x="522" y="1404"/>
                  </a:lnTo>
                  <a:lnTo>
                    <a:pt x="362" y="1544"/>
                  </a:lnTo>
                  <a:lnTo>
                    <a:pt x="241" y="1665"/>
                  </a:lnTo>
                  <a:lnTo>
                    <a:pt x="161" y="1825"/>
                  </a:lnTo>
                  <a:lnTo>
                    <a:pt x="81" y="1965"/>
                  </a:lnTo>
                  <a:lnTo>
                    <a:pt x="41" y="2126"/>
                  </a:lnTo>
                  <a:lnTo>
                    <a:pt x="21" y="2286"/>
                  </a:lnTo>
                  <a:lnTo>
                    <a:pt x="1" y="2467"/>
                  </a:lnTo>
                  <a:lnTo>
                    <a:pt x="21" y="2627"/>
                  </a:lnTo>
                  <a:lnTo>
                    <a:pt x="61" y="2788"/>
                  </a:lnTo>
                  <a:lnTo>
                    <a:pt x="101" y="2948"/>
                  </a:lnTo>
                  <a:lnTo>
                    <a:pt x="161" y="3109"/>
                  </a:lnTo>
                  <a:lnTo>
                    <a:pt x="241" y="3249"/>
                  </a:lnTo>
                  <a:lnTo>
                    <a:pt x="342" y="3389"/>
                  </a:lnTo>
                  <a:lnTo>
                    <a:pt x="462" y="3530"/>
                  </a:lnTo>
                  <a:lnTo>
                    <a:pt x="582" y="3630"/>
                  </a:lnTo>
                  <a:lnTo>
                    <a:pt x="703" y="3750"/>
                  </a:lnTo>
                  <a:lnTo>
                    <a:pt x="843" y="3831"/>
                  </a:lnTo>
                  <a:lnTo>
                    <a:pt x="1004" y="3911"/>
                  </a:lnTo>
                  <a:lnTo>
                    <a:pt x="1164" y="3991"/>
                  </a:lnTo>
                  <a:lnTo>
                    <a:pt x="1324" y="4031"/>
                  </a:lnTo>
                  <a:lnTo>
                    <a:pt x="1485" y="4071"/>
                  </a:lnTo>
                  <a:lnTo>
                    <a:pt x="1826" y="4131"/>
                  </a:lnTo>
                  <a:lnTo>
                    <a:pt x="2167" y="4131"/>
                  </a:lnTo>
                  <a:lnTo>
                    <a:pt x="2528" y="4111"/>
                  </a:lnTo>
                  <a:lnTo>
                    <a:pt x="2869" y="4051"/>
                  </a:lnTo>
                  <a:lnTo>
                    <a:pt x="3230" y="3971"/>
                  </a:lnTo>
                  <a:lnTo>
                    <a:pt x="3591" y="3851"/>
                  </a:lnTo>
                  <a:lnTo>
                    <a:pt x="4313" y="3610"/>
                  </a:lnTo>
                  <a:lnTo>
                    <a:pt x="5034" y="3329"/>
                  </a:lnTo>
                  <a:lnTo>
                    <a:pt x="5696" y="3089"/>
                  </a:lnTo>
                  <a:lnTo>
                    <a:pt x="6017" y="2988"/>
                  </a:lnTo>
                  <a:lnTo>
                    <a:pt x="6318" y="2908"/>
                  </a:lnTo>
                  <a:lnTo>
                    <a:pt x="6940" y="2768"/>
                  </a:lnTo>
                  <a:lnTo>
                    <a:pt x="7702" y="2647"/>
                  </a:lnTo>
                  <a:lnTo>
                    <a:pt x="8584" y="2527"/>
                  </a:lnTo>
                  <a:lnTo>
                    <a:pt x="9567" y="2407"/>
                  </a:lnTo>
                  <a:lnTo>
                    <a:pt x="10650" y="2286"/>
                  </a:lnTo>
                  <a:lnTo>
                    <a:pt x="11813" y="2186"/>
                  </a:lnTo>
                  <a:lnTo>
                    <a:pt x="14300" y="1986"/>
                  </a:lnTo>
                  <a:lnTo>
                    <a:pt x="16305" y="1845"/>
                  </a:lnTo>
                  <a:lnTo>
                    <a:pt x="18351" y="1725"/>
                  </a:lnTo>
                  <a:lnTo>
                    <a:pt x="19333" y="1685"/>
                  </a:lnTo>
                  <a:lnTo>
                    <a:pt x="19975" y="1645"/>
                  </a:lnTo>
                  <a:lnTo>
                    <a:pt x="23846" y="1444"/>
                  </a:lnTo>
                  <a:lnTo>
                    <a:pt x="28217" y="1223"/>
                  </a:lnTo>
                  <a:lnTo>
                    <a:pt x="29581" y="1163"/>
                  </a:lnTo>
                  <a:lnTo>
                    <a:pt x="30022" y="1123"/>
                  </a:lnTo>
                  <a:lnTo>
                    <a:pt x="30263" y="1103"/>
                  </a:lnTo>
                  <a:lnTo>
                    <a:pt x="30363" y="1063"/>
                  </a:lnTo>
                  <a:lnTo>
                    <a:pt x="30484" y="1023"/>
                  </a:lnTo>
                  <a:lnTo>
                    <a:pt x="30684" y="903"/>
                  </a:lnTo>
                  <a:lnTo>
                    <a:pt x="30865" y="762"/>
                  </a:lnTo>
                  <a:lnTo>
                    <a:pt x="31005" y="622"/>
                  </a:lnTo>
                  <a:lnTo>
                    <a:pt x="31045" y="542"/>
                  </a:lnTo>
                  <a:lnTo>
                    <a:pt x="31085" y="461"/>
                  </a:lnTo>
                  <a:lnTo>
                    <a:pt x="31085" y="381"/>
                  </a:lnTo>
                  <a:lnTo>
                    <a:pt x="31085" y="301"/>
                  </a:lnTo>
                  <a:lnTo>
                    <a:pt x="31065" y="241"/>
                  </a:lnTo>
                  <a:lnTo>
                    <a:pt x="31005" y="181"/>
                  </a:lnTo>
                  <a:lnTo>
                    <a:pt x="30925" y="120"/>
                  </a:lnTo>
                  <a:lnTo>
                    <a:pt x="30825" y="80"/>
                  </a:lnTo>
                  <a:lnTo>
                    <a:pt x="30644" y="40"/>
                  </a:lnTo>
                  <a:lnTo>
                    <a:pt x="30383" y="20"/>
                  </a:lnTo>
                  <a:lnTo>
                    <a:pt x="2958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7" name="Google Shape;5917;p26"/>
            <p:cNvSpPr/>
            <p:nvPr/>
          </p:nvSpPr>
          <p:spPr>
            <a:xfrm>
              <a:off x="11469125" y="4302863"/>
              <a:ext cx="777150" cy="103300"/>
            </a:xfrm>
            <a:custGeom>
              <a:avLst/>
              <a:gdLst/>
              <a:ahLst/>
              <a:cxnLst/>
              <a:rect l="l" t="t" r="r" b="b"/>
              <a:pathLst>
                <a:path w="31086" h="4132" fill="none" extrusionOk="0">
                  <a:moveTo>
                    <a:pt x="30263" y="1103"/>
                  </a:moveTo>
                  <a:lnTo>
                    <a:pt x="30263" y="1103"/>
                  </a:lnTo>
                  <a:lnTo>
                    <a:pt x="30022" y="1123"/>
                  </a:lnTo>
                  <a:lnTo>
                    <a:pt x="29581" y="1163"/>
                  </a:lnTo>
                  <a:lnTo>
                    <a:pt x="28217" y="1223"/>
                  </a:lnTo>
                  <a:lnTo>
                    <a:pt x="23846" y="1444"/>
                  </a:lnTo>
                  <a:lnTo>
                    <a:pt x="23846" y="1444"/>
                  </a:lnTo>
                  <a:lnTo>
                    <a:pt x="19975" y="1645"/>
                  </a:lnTo>
                  <a:lnTo>
                    <a:pt x="19975" y="1645"/>
                  </a:lnTo>
                  <a:lnTo>
                    <a:pt x="19333" y="1685"/>
                  </a:lnTo>
                  <a:lnTo>
                    <a:pt x="19333" y="1685"/>
                  </a:lnTo>
                  <a:lnTo>
                    <a:pt x="18351" y="1725"/>
                  </a:lnTo>
                  <a:lnTo>
                    <a:pt x="18351" y="1725"/>
                  </a:lnTo>
                  <a:lnTo>
                    <a:pt x="16305" y="1845"/>
                  </a:lnTo>
                  <a:lnTo>
                    <a:pt x="14300" y="1986"/>
                  </a:lnTo>
                  <a:lnTo>
                    <a:pt x="14300" y="1986"/>
                  </a:lnTo>
                  <a:lnTo>
                    <a:pt x="11813" y="2186"/>
                  </a:lnTo>
                  <a:lnTo>
                    <a:pt x="10650" y="2286"/>
                  </a:lnTo>
                  <a:lnTo>
                    <a:pt x="9567" y="2407"/>
                  </a:lnTo>
                  <a:lnTo>
                    <a:pt x="8584" y="2527"/>
                  </a:lnTo>
                  <a:lnTo>
                    <a:pt x="7702" y="2647"/>
                  </a:lnTo>
                  <a:lnTo>
                    <a:pt x="6940" y="2768"/>
                  </a:lnTo>
                  <a:lnTo>
                    <a:pt x="6318" y="2908"/>
                  </a:lnTo>
                  <a:lnTo>
                    <a:pt x="6318" y="2908"/>
                  </a:lnTo>
                  <a:lnTo>
                    <a:pt x="6017" y="2988"/>
                  </a:lnTo>
                  <a:lnTo>
                    <a:pt x="5696" y="3089"/>
                  </a:lnTo>
                  <a:lnTo>
                    <a:pt x="5034" y="3329"/>
                  </a:lnTo>
                  <a:lnTo>
                    <a:pt x="4313" y="3610"/>
                  </a:lnTo>
                  <a:lnTo>
                    <a:pt x="3591" y="3851"/>
                  </a:lnTo>
                  <a:lnTo>
                    <a:pt x="3230" y="3971"/>
                  </a:lnTo>
                  <a:lnTo>
                    <a:pt x="2869" y="4051"/>
                  </a:lnTo>
                  <a:lnTo>
                    <a:pt x="2528" y="4111"/>
                  </a:lnTo>
                  <a:lnTo>
                    <a:pt x="2167" y="4131"/>
                  </a:lnTo>
                  <a:lnTo>
                    <a:pt x="1826" y="4131"/>
                  </a:lnTo>
                  <a:lnTo>
                    <a:pt x="1485" y="4071"/>
                  </a:lnTo>
                  <a:lnTo>
                    <a:pt x="1324" y="4031"/>
                  </a:lnTo>
                  <a:lnTo>
                    <a:pt x="1164" y="3991"/>
                  </a:lnTo>
                  <a:lnTo>
                    <a:pt x="1004" y="3911"/>
                  </a:lnTo>
                  <a:lnTo>
                    <a:pt x="843" y="3831"/>
                  </a:lnTo>
                  <a:lnTo>
                    <a:pt x="843" y="3831"/>
                  </a:lnTo>
                  <a:lnTo>
                    <a:pt x="703" y="3750"/>
                  </a:lnTo>
                  <a:lnTo>
                    <a:pt x="582" y="3630"/>
                  </a:lnTo>
                  <a:lnTo>
                    <a:pt x="462" y="3530"/>
                  </a:lnTo>
                  <a:lnTo>
                    <a:pt x="342" y="3389"/>
                  </a:lnTo>
                  <a:lnTo>
                    <a:pt x="241" y="3249"/>
                  </a:lnTo>
                  <a:lnTo>
                    <a:pt x="161" y="3109"/>
                  </a:lnTo>
                  <a:lnTo>
                    <a:pt x="101" y="2948"/>
                  </a:lnTo>
                  <a:lnTo>
                    <a:pt x="61" y="2788"/>
                  </a:lnTo>
                  <a:lnTo>
                    <a:pt x="21" y="2627"/>
                  </a:lnTo>
                  <a:lnTo>
                    <a:pt x="1" y="2467"/>
                  </a:lnTo>
                  <a:lnTo>
                    <a:pt x="21" y="2286"/>
                  </a:lnTo>
                  <a:lnTo>
                    <a:pt x="41" y="2126"/>
                  </a:lnTo>
                  <a:lnTo>
                    <a:pt x="81" y="1965"/>
                  </a:lnTo>
                  <a:lnTo>
                    <a:pt x="161" y="1825"/>
                  </a:lnTo>
                  <a:lnTo>
                    <a:pt x="241" y="1665"/>
                  </a:lnTo>
                  <a:lnTo>
                    <a:pt x="362" y="1544"/>
                  </a:lnTo>
                  <a:lnTo>
                    <a:pt x="362" y="1544"/>
                  </a:lnTo>
                  <a:lnTo>
                    <a:pt x="522" y="1404"/>
                  </a:lnTo>
                  <a:lnTo>
                    <a:pt x="703" y="1284"/>
                  </a:lnTo>
                  <a:lnTo>
                    <a:pt x="923" y="1183"/>
                  </a:lnTo>
                  <a:lnTo>
                    <a:pt x="1164" y="1103"/>
                  </a:lnTo>
                  <a:lnTo>
                    <a:pt x="1405" y="1023"/>
                  </a:lnTo>
                  <a:lnTo>
                    <a:pt x="1625" y="963"/>
                  </a:lnTo>
                  <a:lnTo>
                    <a:pt x="2046" y="883"/>
                  </a:lnTo>
                  <a:lnTo>
                    <a:pt x="2046" y="883"/>
                  </a:lnTo>
                  <a:lnTo>
                    <a:pt x="2046" y="883"/>
                  </a:lnTo>
                  <a:lnTo>
                    <a:pt x="2367" y="842"/>
                  </a:lnTo>
                  <a:lnTo>
                    <a:pt x="2668" y="842"/>
                  </a:lnTo>
                  <a:lnTo>
                    <a:pt x="2969" y="842"/>
                  </a:lnTo>
                  <a:lnTo>
                    <a:pt x="3270" y="862"/>
                  </a:lnTo>
                  <a:lnTo>
                    <a:pt x="3851" y="943"/>
                  </a:lnTo>
                  <a:lnTo>
                    <a:pt x="4453" y="1043"/>
                  </a:lnTo>
                  <a:lnTo>
                    <a:pt x="5055" y="1143"/>
                  </a:lnTo>
                  <a:lnTo>
                    <a:pt x="5676" y="1264"/>
                  </a:lnTo>
                  <a:lnTo>
                    <a:pt x="6318" y="1344"/>
                  </a:lnTo>
                  <a:lnTo>
                    <a:pt x="6659" y="1384"/>
                  </a:lnTo>
                  <a:lnTo>
                    <a:pt x="7000" y="1404"/>
                  </a:lnTo>
                  <a:lnTo>
                    <a:pt x="7000" y="1404"/>
                  </a:lnTo>
                  <a:lnTo>
                    <a:pt x="13939" y="903"/>
                  </a:lnTo>
                  <a:lnTo>
                    <a:pt x="13939" y="903"/>
                  </a:lnTo>
                  <a:lnTo>
                    <a:pt x="18150" y="602"/>
                  </a:lnTo>
                  <a:lnTo>
                    <a:pt x="18150" y="602"/>
                  </a:lnTo>
                  <a:lnTo>
                    <a:pt x="19193" y="542"/>
                  </a:lnTo>
                  <a:lnTo>
                    <a:pt x="19193" y="542"/>
                  </a:lnTo>
                  <a:lnTo>
                    <a:pt x="19815" y="481"/>
                  </a:lnTo>
                  <a:lnTo>
                    <a:pt x="19815" y="481"/>
                  </a:lnTo>
                  <a:lnTo>
                    <a:pt x="23725" y="241"/>
                  </a:lnTo>
                  <a:lnTo>
                    <a:pt x="25510" y="141"/>
                  </a:lnTo>
                  <a:lnTo>
                    <a:pt x="27094" y="60"/>
                  </a:lnTo>
                  <a:lnTo>
                    <a:pt x="28478" y="20"/>
                  </a:lnTo>
                  <a:lnTo>
                    <a:pt x="29581" y="0"/>
                  </a:lnTo>
                  <a:lnTo>
                    <a:pt x="30383" y="20"/>
                  </a:lnTo>
                  <a:lnTo>
                    <a:pt x="30644" y="40"/>
                  </a:lnTo>
                  <a:lnTo>
                    <a:pt x="30825" y="80"/>
                  </a:lnTo>
                  <a:lnTo>
                    <a:pt x="30825" y="80"/>
                  </a:lnTo>
                  <a:lnTo>
                    <a:pt x="30925" y="120"/>
                  </a:lnTo>
                  <a:lnTo>
                    <a:pt x="31005" y="181"/>
                  </a:lnTo>
                  <a:lnTo>
                    <a:pt x="31065" y="241"/>
                  </a:lnTo>
                  <a:lnTo>
                    <a:pt x="31085" y="301"/>
                  </a:lnTo>
                  <a:lnTo>
                    <a:pt x="31085" y="381"/>
                  </a:lnTo>
                  <a:lnTo>
                    <a:pt x="31085" y="461"/>
                  </a:lnTo>
                  <a:lnTo>
                    <a:pt x="31045" y="542"/>
                  </a:lnTo>
                  <a:lnTo>
                    <a:pt x="31005" y="622"/>
                  </a:lnTo>
                  <a:lnTo>
                    <a:pt x="30865" y="762"/>
                  </a:lnTo>
                  <a:lnTo>
                    <a:pt x="30684" y="903"/>
                  </a:lnTo>
                  <a:lnTo>
                    <a:pt x="30484" y="1023"/>
                  </a:lnTo>
                  <a:lnTo>
                    <a:pt x="30363" y="1063"/>
                  </a:lnTo>
                  <a:lnTo>
                    <a:pt x="30263" y="110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8" name="Google Shape;5918;p26"/>
            <p:cNvSpPr/>
            <p:nvPr/>
          </p:nvSpPr>
          <p:spPr>
            <a:xfrm>
              <a:off x="11817575" y="4317888"/>
              <a:ext cx="110325" cy="34625"/>
            </a:xfrm>
            <a:custGeom>
              <a:avLst/>
              <a:gdLst/>
              <a:ahLst/>
              <a:cxnLst/>
              <a:rect l="l" t="t" r="r" b="b"/>
              <a:pathLst>
                <a:path w="4413" h="1385" extrusionOk="0">
                  <a:moveTo>
                    <a:pt x="4212" y="1"/>
                  </a:moveTo>
                  <a:lnTo>
                    <a:pt x="1" y="302"/>
                  </a:lnTo>
                  <a:lnTo>
                    <a:pt x="121" y="482"/>
                  </a:lnTo>
                  <a:lnTo>
                    <a:pt x="201" y="663"/>
                  </a:lnTo>
                  <a:lnTo>
                    <a:pt x="281" y="863"/>
                  </a:lnTo>
                  <a:lnTo>
                    <a:pt x="342" y="1084"/>
                  </a:lnTo>
                  <a:lnTo>
                    <a:pt x="362" y="1224"/>
                  </a:lnTo>
                  <a:lnTo>
                    <a:pt x="362" y="1385"/>
                  </a:lnTo>
                  <a:lnTo>
                    <a:pt x="2367" y="1244"/>
                  </a:lnTo>
                  <a:lnTo>
                    <a:pt x="4413" y="1124"/>
                  </a:lnTo>
                  <a:lnTo>
                    <a:pt x="4413" y="843"/>
                  </a:lnTo>
                  <a:lnTo>
                    <a:pt x="4373" y="542"/>
                  </a:lnTo>
                  <a:lnTo>
                    <a:pt x="4292" y="261"/>
                  </a:lnTo>
                  <a:lnTo>
                    <a:pt x="42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9" name="Google Shape;5919;p26"/>
            <p:cNvSpPr/>
            <p:nvPr/>
          </p:nvSpPr>
          <p:spPr>
            <a:xfrm>
              <a:off x="11817575" y="4317888"/>
              <a:ext cx="110325" cy="34625"/>
            </a:xfrm>
            <a:custGeom>
              <a:avLst/>
              <a:gdLst/>
              <a:ahLst/>
              <a:cxnLst/>
              <a:rect l="l" t="t" r="r" b="b"/>
              <a:pathLst>
                <a:path w="4413" h="1385" fill="none" extrusionOk="0">
                  <a:moveTo>
                    <a:pt x="4413" y="1124"/>
                  </a:moveTo>
                  <a:lnTo>
                    <a:pt x="4413" y="1124"/>
                  </a:lnTo>
                  <a:lnTo>
                    <a:pt x="2367" y="1244"/>
                  </a:lnTo>
                  <a:lnTo>
                    <a:pt x="362" y="1385"/>
                  </a:lnTo>
                  <a:lnTo>
                    <a:pt x="362" y="1385"/>
                  </a:lnTo>
                  <a:lnTo>
                    <a:pt x="362" y="1224"/>
                  </a:lnTo>
                  <a:lnTo>
                    <a:pt x="342" y="1084"/>
                  </a:lnTo>
                  <a:lnTo>
                    <a:pt x="342" y="1084"/>
                  </a:lnTo>
                  <a:lnTo>
                    <a:pt x="281" y="863"/>
                  </a:lnTo>
                  <a:lnTo>
                    <a:pt x="201" y="663"/>
                  </a:lnTo>
                  <a:lnTo>
                    <a:pt x="121" y="482"/>
                  </a:lnTo>
                  <a:lnTo>
                    <a:pt x="1" y="302"/>
                  </a:lnTo>
                  <a:lnTo>
                    <a:pt x="1" y="302"/>
                  </a:lnTo>
                  <a:lnTo>
                    <a:pt x="4212" y="1"/>
                  </a:lnTo>
                  <a:lnTo>
                    <a:pt x="4212" y="1"/>
                  </a:lnTo>
                  <a:lnTo>
                    <a:pt x="4292" y="261"/>
                  </a:lnTo>
                  <a:lnTo>
                    <a:pt x="4373" y="542"/>
                  </a:lnTo>
                  <a:lnTo>
                    <a:pt x="4413" y="843"/>
                  </a:lnTo>
                  <a:lnTo>
                    <a:pt x="4413" y="112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0" name="Google Shape;5920;p26"/>
            <p:cNvSpPr/>
            <p:nvPr/>
          </p:nvSpPr>
          <p:spPr>
            <a:xfrm>
              <a:off x="11469125" y="4324913"/>
              <a:ext cx="596150" cy="81250"/>
            </a:xfrm>
            <a:custGeom>
              <a:avLst/>
              <a:gdLst/>
              <a:ahLst/>
              <a:cxnLst/>
              <a:rect l="l" t="t" r="r" b="b"/>
              <a:pathLst>
                <a:path w="23846" h="3250" extrusionOk="0">
                  <a:moveTo>
                    <a:pt x="2026" y="1"/>
                  </a:moveTo>
                  <a:lnTo>
                    <a:pt x="2018" y="6"/>
                  </a:lnTo>
                  <a:lnTo>
                    <a:pt x="2018" y="6"/>
                  </a:lnTo>
                  <a:lnTo>
                    <a:pt x="2046" y="1"/>
                  </a:lnTo>
                  <a:close/>
                  <a:moveTo>
                    <a:pt x="21259" y="482"/>
                  </a:moveTo>
                  <a:lnTo>
                    <a:pt x="19795" y="502"/>
                  </a:lnTo>
                  <a:lnTo>
                    <a:pt x="18351" y="542"/>
                  </a:lnTo>
                  <a:lnTo>
                    <a:pt x="18351" y="843"/>
                  </a:lnTo>
                  <a:lnTo>
                    <a:pt x="19333" y="803"/>
                  </a:lnTo>
                  <a:lnTo>
                    <a:pt x="19975" y="763"/>
                  </a:lnTo>
                  <a:lnTo>
                    <a:pt x="23846" y="562"/>
                  </a:lnTo>
                  <a:lnTo>
                    <a:pt x="23204" y="522"/>
                  </a:lnTo>
                  <a:lnTo>
                    <a:pt x="22562" y="502"/>
                  </a:lnTo>
                  <a:lnTo>
                    <a:pt x="21259" y="482"/>
                  </a:lnTo>
                  <a:close/>
                  <a:moveTo>
                    <a:pt x="2018" y="6"/>
                  </a:moveTo>
                  <a:lnTo>
                    <a:pt x="1625" y="81"/>
                  </a:lnTo>
                  <a:lnTo>
                    <a:pt x="1405" y="141"/>
                  </a:lnTo>
                  <a:lnTo>
                    <a:pt x="1164" y="221"/>
                  </a:lnTo>
                  <a:lnTo>
                    <a:pt x="923" y="301"/>
                  </a:lnTo>
                  <a:lnTo>
                    <a:pt x="703" y="402"/>
                  </a:lnTo>
                  <a:lnTo>
                    <a:pt x="522" y="522"/>
                  </a:lnTo>
                  <a:lnTo>
                    <a:pt x="362" y="662"/>
                  </a:lnTo>
                  <a:lnTo>
                    <a:pt x="282" y="743"/>
                  </a:lnTo>
                  <a:lnTo>
                    <a:pt x="201" y="863"/>
                  </a:lnTo>
                  <a:lnTo>
                    <a:pt x="141" y="963"/>
                  </a:lnTo>
                  <a:lnTo>
                    <a:pt x="101" y="1063"/>
                  </a:lnTo>
                  <a:lnTo>
                    <a:pt x="21" y="1304"/>
                  </a:lnTo>
                  <a:lnTo>
                    <a:pt x="1" y="1545"/>
                  </a:lnTo>
                  <a:lnTo>
                    <a:pt x="21" y="1745"/>
                  </a:lnTo>
                  <a:lnTo>
                    <a:pt x="61" y="1946"/>
                  </a:lnTo>
                  <a:lnTo>
                    <a:pt x="141" y="2146"/>
                  </a:lnTo>
                  <a:lnTo>
                    <a:pt x="241" y="2347"/>
                  </a:lnTo>
                  <a:lnTo>
                    <a:pt x="362" y="2527"/>
                  </a:lnTo>
                  <a:lnTo>
                    <a:pt x="502" y="2688"/>
                  </a:lnTo>
                  <a:lnTo>
                    <a:pt x="663" y="2828"/>
                  </a:lnTo>
                  <a:lnTo>
                    <a:pt x="843" y="2949"/>
                  </a:lnTo>
                  <a:lnTo>
                    <a:pt x="1144" y="3089"/>
                  </a:lnTo>
                  <a:lnTo>
                    <a:pt x="1445" y="3189"/>
                  </a:lnTo>
                  <a:lnTo>
                    <a:pt x="1746" y="3229"/>
                  </a:lnTo>
                  <a:lnTo>
                    <a:pt x="2066" y="3249"/>
                  </a:lnTo>
                  <a:lnTo>
                    <a:pt x="2327" y="3249"/>
                  </a:lnTo>
                  <a:lnTo>
                    <a:pt x="2608" y="3209"/>
                  </a:lnTo>
                  <a:lnTo>
                    <a:pt x="2869" y="3169"/>
                  </a:lnTo>
                  <a:lnTo>
                    <a:pt x="3149" y="3109"/>
                  </a:lnTo>
                  <a:lnTo>
                    <a:pt x="3711" y="2949"/>
                  </a:lnTo>
                  <a:lnTo>
                    <a:pt x="4272" y="2748"/>
                  </a:lnTo>
                  <a:lnTo>
                    <a:pt x="5335" y="2327"/>
                  </a:lnTo>
                  <a:lnTo>
                    <a:pt x="5837" y="2146"/>
                  </a:lnTo>
                  <a:lnTo>
                    <a:pt x="6318" y="2026"/>
                  </a:lnTo>
                  <a:lnTo>
                    <a:pt x="6940" y="1886"/>
                  </a:lnTo>
                  <a:lnTo>
                    <a:pt x="7702" y="1765"/>
                  </a:lnTo>
                  <a:lnTo>
                    <a:pt x="8584" y="1645"/>
                  </a:lnTo>
                  <a:lnTo>
                    <a:pt x="9567" y="1525"/>
                  </a:lnTo>
                  <a:lnTo>
                    <a:pt x="10650" y="1404"/>
                  </a:lnTo>
                  <a:lnTo>
                    <a:pt x="11813" y="1304"/>
                  </a:lnTo>
                  <a:lnTo>
                    <a:pt x="14300" y="1104"/>
                  </a:lnTo>
                  <a:lnTo>
                    <a:pt x="14300" y="943"/>
                  </a:lnTo>
                  <a:lnTo>
                    <a:pt x="14280" y="803"/>
                  </a:lnTo>
                  <a:lnTo>
                    <a:pt x="14260" y="763"/>
                  </a:lnTo>
                  <a:lnTo>
                    <a:pt x="12876" y="823"/>
                  </a:lnTo>
                  <a:lnTo>
                    <a:pt x="11472" y="863"/>
                  </a:lnTo>
                  <a:lnTo>
                    <a:pt x="10068" y="923"/>
                  </a:lnTo>
                  <a:lnTo>
                    <a:pt x="9366" y="983"/>
                  </a:lnTo>
                  <a:lnTo>
                    <a:pt x="8664" y="1043"/>
                  </a:lnTo>
                  <a:lnTo>
                    <a:pt x="7962" y="1124"/>
                  </a:lnTo>
                  <a:lnTo>
                    <a:pt x="7261" y="1224"/>
                  </a:lnTo>
                  <a:lnTo>
                    <a:pt x="6519" y="1364"/>
                  </a:lnTo>
                  <a:lnTo>
                    <a:pt x="5777" y="1505"/>
                  </a:lnTo>
                  <a:lnTo>
                    <a:pt x="5034" y="1665"/>
                  </a:lnTo>
                  <a:lnTo>
                    <a:pt x="4292" y="1805"/>
                  </a:lnTo>
                  <a:lnTo>
                    <a:pt x="3591" y="1926"/>
                  </a:lnTo>
                  <a:lnTo>
                    <a:pt x="3210" y="1986"/>
                  </a:lnTo>
                  <a:lnTo>
                    <a:pt x="2849" y="2006"/>
                  </a:lnTo>
                  <a:lnTo>
                    <a:pt x="2668" y="1986"/>
                  </a:lnTo>
                  <a:lnTo>
                    <a:pt x="2508" y="1966"/>
                  </a:lnTo>
                  <a:lnTo>
                    <a:pt x="2267" y="1926"/>
                  </a:lnTo>
                  <a:lnTo>
                    <a:pt x="2066" y="1846"/>
                  </a:lnTo>
                  <a:lnTo>
                    <a:pt x="1886" y="1765"/>
                  </a:lnTo>
                  <a:lnTo>
                    <a:pt x="1726" y="1665"/>
                  </a:lnTo>
                  <a:lnTo>
                    <a:pt x="1605" y="1545"/>
                  </a:lnTo>
                  <a:lnTo>
                    <a:pt x="1505" y="1404"/>
                  </a:lnTo>
                  <a:lnTo>
                    <a:pt x="1445" y="1284"/>
                  </a:lnTo>
                  <a:lnTo>
                    <a:pt x="1385" y="1124"/>
                  </a:lnTo>
                  <a:lnTo>
                    <a:pt x="1365" y="983"/>
                  </a:lnTo>
                  <a:lnTo>
                    <a:pt x="1385" y="823"/>
                  </a:lnTo>
                  <a:lnTo>
                    <a:pt x="1425" y="682"/>
                  </a:lnTo>
                  <a:lnTo>
                    <a:pt x="1485" y="542"/>
                  </a:lnTo>
                  <a:lnTo>
                    <a:pt x="1585" y="382"/>
                  </a:lnTo>
                  <a:lnTo>
                    <a:pt x="1705" y="261"/>
                  </a:lnTo>
                  <a:lnTo>
                    <a:pt x="1846" y="121"/>
                  </a:lnTo>
                  <a:lnTo>
                    <a:pt x="2018" y="6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1" name="Google Shape;5921;p26"/>
            <p:cNvSpPr/>
            <p:nvPr/>
          </p:nvSpPr>
          <p:spPr>
            <a:xfrm>
              <a:off x="11825600" y="4338463"/>
              <a:ext cx="102300" cy="14050"/>
            </a:xfrm>
            <a:custGeom>
              <a:avLst/>
              <a:gdLst/>
              <a:ahLst/>
              <a:cxnLst/>
              <a:rect l="l" t="t" r="r" b="b"/>
              <a:pathLst>
                <a:path w="4092" h="562" extrusionOk="0">
                  <a:moveTo>
                    <a:pt x="4092" y="0"/>
                  </a:moveTo>
                  <a:lnTo>
                    <a:pt x="2046" y="100"/>
                  </a:lnTo>
                  <a:lnTo>
                    <a:pt x="1" y="221"/>
                  </a:lnTo>
                  <a:lnTo>
                    <a:pt x="21" y="261"/>
                  </a:lnTo>
                  <a:lnTo>
                    <a:pt x="41" y="401"/>
                  </a:lnTo>
                  <a:lnTo>
                    <a:pt x="41" y="562"/>
                  </a:lnTo>
                  <a:lnTo>
                    <a:pt x="3209" y="361"/>
                  </a:lnTo>
                  <a:lnTo>
                    <a:pt x="4092" y="301"/>
                  </a:lnTo>
                  <a:lnTo>
                    <a:pt x="4092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922" name="Google Shape;5922;p26"/>
          <p:cNvSpPr txBox="1">
            <a:spLocks noGrp="1"/>
          </p:cNvSpPr>
          <p:nvPr>
            <p:ph type="ctrTitle"/>
          </p:nvPr>
        </p:nvSpPr>
        <p:spPr>
          <a:xfrm>
            <a:off x="1471500" y="1104275"/>
            <a:ext cx="6201000" cy="209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Toys4Us</a:t>
            </a:r>
            <a:br>
              <a:rPr lang="en" dirty="0"/>
            </a:br>
            <a:r>
              <a:rPr lang="en" dirty="0">
                <a:solidFill>
                  <a:schemeClr val="accent5"/>
                </a:solidFill>
              </a:rPr>
              <a:t>an online toy store</a:t>
            </a:r>
            <a:endParaRPr dirty="0">
              <a:solidFill>
                <a:schemeClr val="accent5"/>
              </a:solidFill>
            </a:endParaRPr>
          </a:p>
        </p:txBody>
      </p:sp>
      <p:sp>
        <p:nvSpPr>
          <p:cNvPr id="5923" name="Google Shape;5923;p26"/>
          <p:cNvSpPr txBox="1">
            <a:spLocks noGrp="1"/>
          </p:cNvSpPr>
          <p:nvPr>
            <p:ph type="subTitle" idx="1"/>
          </p:nvPr>
        </p:nvSpPr>
        <p:spPr>
          <a:xfrm>
            <a:off x="1853550" y="3540790"/>
            <a:ext cx="54369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Presented by: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Aaron Hossain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Karim Fahd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Sarah Radi</a:t>
            </a:r>
            <a:endParaRPr dirty="0"/>
          </a:p>
        </p:txBody>
      </p:sp>
      <p:grpSp>
        <p:nvGrpSpPr>
          <p:cNvPr id="5924" name="Google Shape;5924;p26"/>
          <p:cNvGrpSpPr/>
          <p:nvPr/>
        </p:nvGrpSpPr>
        <p:grpSpPr>
          <a:xfrm>
            <a:off x="310050" y="3368275"/>
            <a:ext cx="1609800" cy="1615000"/>
            <a:chOff x="10614475" y="3194400"/>
            <a:chExt cx="1609800" cy="1615000"/>
          </a:xfrm>
        </p:grpSpPr>
        <p:sp>
          <p:nvSpPr>
            <p:cNvPr id="5925" name="Google Shape;5925;p26"/>
            <p:cNvSpPr/>
            <p:nvPr/>
          </p:nvSpPr>
          <p:spPr>
            <a:xfrm>
              <a:off x="10614475" y="4537600"/>
              <a:ext cx="1609800" cy="271800"/>
            </a:xfrm>
            <a:prstGeom prst="ellipse">
              <a:avLst/>
            </a:pr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6" name="Google Shape;5926;p26"/>
            <p:cNvSpPr/>
            <p:nvPr/>
          </p:nvSpPr>
          <p:spPr>
            <a:xfrm>
              <a:off x="11027200" y="3878275"/>
              <a:ext cx="805725" cy="779150"/>
            </a:xfrm>
            <a:custGeom>
              <a:avLst/>
              <a:gdLst/>
              <a:ahLst/>
              <a:cxnLst/>
              <a:rect l="l" t="t" r="r" b="b"/>
              <a:pathLst>
                <a:path w="32229" h="31166" extrusionOk="0">
                  <a:moveTo>
                    <a:pt x="15664" y="0"/>
                  </a:moveTo>
                  <a:lnTo>
                    <a:pt x="14641" y="60"/>
                  </a:lnTo>
                  <a:lnTo>
                    <a:pt x="13638" y="121"/>
                  </a:lnTo>
                  <a:lnTo>
                    <a:pt x="12635" y="201"/>
                  </a:lnTo>
                  <a:lnTo>
                    <a:pt x="11653" y="321"/>
                  </a:lnTo>
                  <a:lnTo>
                    <a:pt x="10710" y="462"/>
                  </a:lnTo>
                  <a:lnTo>
                    <a:pt x="9848" y="622"/>
                  </a:lnTo>
                  <a:lnTo>
                    <a:pt x="9025" y="802"/>
                  </a:lnTo>
                  <a:lnTo>
                    <a:pt x="8263" y="1003"/>
                  </a:lnTo>
                  <a:lnTo>
                    <a:pt x="7541" y="1244"/>
                  </a:lnTo>
                  <a:lnTo>
                    <a:pt x="6900" y="1484"/>
                  </a:lnTo>
                  <a:lnTo>
                    <a:pt x="6599" y="1625"/>
                  </a:lnTo>
                  <a:lnTo>
                    <a:pt x="6338" y="1765"/>
                  </a:lnTo>
                  <a:lnTo>
                    <a:pt x="6077" y="1905"/>
                  </a:lnTo>
                  <a:lnTo>
                    <a:pt x="5837" y="2066"/>
                  </a:lnTo>
                  <a:lnTo>
                    <a:pt x="5636" y="2226"/>
                  </a:lnTo>
                  <a:lnTo>
                    <a:pt x="5436" y="2387"/>
                  </a:lnTo>
                  <a:lnTo>
                    <a:pt x="5255" y="2587"/>
                  </a:lnTo>
                  <a:lnTo>
                    <a:pt x="5055" y="2788"/>
                  </a:lnTo>
                  <a:lnTo>
                    <a:pt x="4674" y="3269"/>
                  </a:lnTo>
                  <a:lnTo>
                    <a:pt x="4293" y="3791"/>
                  </a:lnTo>
                  <a:lnTo>
                    <a:pt x="3932" y="4372"/>
                  </a:lnTo>
                  <a:lnTo>
                    <a:pt x="3591" y="4994"/>
                  </a:lnTo>
                  <a:lnTo>
                    <a:pt x="3250" y="5656"/>
                  </a:lnTo>
                  <a:lnTo>
                    <a:pt x="2929" y="6378"/>
                  </a:lnTo>
                  <a:lnTo>
                    <a:pt x="2628" y="7120"/>
                  </a:lnTo>
                  <a:lnTo>
                    <a:pt x="2327" y="7902"/>
                  </a:lnTo>
                  <a:lnTo>
                    <a:pt x="2047" y="8704"/>
                  </a:lnTo>
                  <a:lnTo>
                    <a:pt x="1786" y="9526"/>
                  </a:lnTo>
                  <a:lnTo>
                    <a:pt x="1525" y="10389"/>
                  </a:lnTo>
                  <a:lnTo>
                    <a:pt x="1284" y="11251"/>
                  </a:lnTo>
                  <a:lnTo>
                    <a:pt x="1084" y="12133"/>
                  </a:lnTo>
                  <a:lnTo>
                    <a:pt x="883" y="13016"/>
                  </a:lnTo>
                  <a:lnTo>
                    <a:pt x="703" y="13898"/>
                  </a:lnTo>
                  <a:lnTo>
                    <a:pt x="542" y="14801"/>
                  </a:lnTo>
                  <a:lnTo>
                    <a:pt x="402" y="15683"/>
                  </a:lnTo>
                  <a:lnTo>
                    <a:pt x="282" y="16565"/>
                  </a:lnTo>
                  <a:lnTo>
                    <a:pt x="181" y="17428"/>
                  </a:lnTo>
                  <a:lnTo>
                    <a:pt x="101" y="18290"/>
                  </a:lnTo>
                  <a:lnTo>
                    <a:pt x="41" y="19132"/>
                  </a:lnTo>
                  <a:lnTo>
                    <a:pt x="1" y="19935"/>
                  </a:lnTo>
                  <a:lnTo>
                    <a:pt x="1" y="20717"/>
                  </a:lnTo>
                  <a:lnTo>
                    <a:pt x="1" y="21479"/>
                  </a:lnTo>
                  <a:lnTo>
                    <a:pt x="41" y="22181"/>
                  </a:lnTo>
                  <a:lnTo>
                    <a:pt x="101" y="22862"/>
                  </a:lnTo>
                  <a:lnTo>
                    <a:pt x="202" y="23504"/>
                  </a:lnTo>
                  <a:lnTo>
                    <a:pt x="302" y="24086"/>
                  </a:lnTo>
                  <a:lnTo>
                    <a:pt x="442" y="24627"/>
                  </a:lnTo>
                  <a:lnTo>
                    <a:pt x="603" y="25089"/>
                  </a:lnTo>
                  <a:lnTo>
                    <a:pt x="703" y="25309"/>
                  </a:lnTo>
                  <a:lnTo>
                    <a:pt x="803" y="25510"/>
                  </a:lnTo>
                  <a:lnTo>
                    <a:pt x="923" y="25710"/>
                  </a:lnTo>
                  <a:lnTo>
                    <a:pt x="1044" y="25911"/>
                  </a:lnTo>
                  <a:lnTo>
                    <a:pt x="1204" y="26111"/>
                  </a:lnTo>
                  <a:lnTo>
                    <a:pt x="1365" y="26312"/>
                  </a:lnTo>
                  <a:lnTo>
                    <a:pt x="1726" y="26693"/>
                  </a:lnTo>
                  <a:lnTo>
                    <a:pt x="2167" y="27094"/>
                  </a:lnTo>
                  <a:lnTo>
                    <a:pt x="2648" y="27475"/>
                  </a:lnTo>
                  <a:lnTo>
                    <a:pt x="3170" y="27836"/>
                  </a:lnTo>
                  <a:lnTo>
                    <a:pt x="3751" y="28197"/>
                  </a:lnTo>
                  <a:lnTo>
                    <a:pt x="4393" y="28538"/>
                  </a:lnTo>
                  <a:lnTo>
                    <a:pt x="5055" y="28879"/>
                  </a:lnTo>
                  <a:lnTo>
                    <a:pt x="5777" y="29200"/>
                  </a:lnTo>
                  <a:lnTo>
                    <a:pt x="6539" y="29501"/>
                  </a:lnTo>
                  <a:lnTo>
                    <a:pt x="7321" y="29781"/>
                  </a:lnTo>
                  <a:lnTo>
                    <a:pt x="8143" y="30042"/>
                  </a:lnTo>
                  <a:lnTo>
                    <a:pt x="8985" y="30283"/>
                  </a:lnTo>
                  <a:lnTo>
                    <a:pt x="9868" y="30483"/>
                  </a:lnTo>
                  <a:lnTo>
                    <a:pt x="10770" y="30684"/>
                  </a:lnTo>
                  <a:lnTo>
                    <a:pt x="11693" y="30844"/>
                  </a:lnTo>
                  <a:lnTo>
                    <a:pt x="12635" y="30965"/>
                  </a:lnTo>
                  <a:lnTo>
                    <a:pt x="13598" y="31065"/>
                  </a:lnTo>
                  <a:lnTo>
                    <a:pt x="14561" y="31145"/>
                  </a:lnTo>
                  <a:lnTo>
                    <a:pt x="15543" y="31165"/>
                  </a:lnTo>
                  <a:lnTo>
                    <a:pt x="16526" y="31165"/>
                  </a:lnTo>
                  <a:lnTo>
                    <a:pt x="17529" y="31125"/>
                  </a:lnTo>
                  <a:lnTo>
                    <a:pt x="18531" y="31045"/>
                  </a:lnTo>
                  <a:lnTo>
                    <a:pt x="19514" y="30924"/>
                  </a:lnTo>
                  <a:lnTo>
                    <a:pt x="20517" y="30764"/>
                  </a:lnTo>
                  <a:lnTo>
                    <a:pt x="21499" y="30563"/>
                  </a:lnTo>
                  <a:lnTo>
                    <a:pt x="21981" y="30443"/>
                  </a:lnTo>
                  <a:lnTo>
                    <a:pt x="22462" y="30303"/>
                  </a:lnTo>
                  <a:lnTo>
                    <a:pt x="22943" y="30162"/>
                  </a:lnTo>
                  <a:lnTo>
                    <a:pt x="23425" y="30002"/>
                  </a:lnTo>
                  <a:lnTo>
                    <a:pt x="23906" y="29821"/>
                  </a:lnTo>
                  <a:lnTo>
                    <a:pt x="24367" y="29641"/>
                  </a:lnTo>
                  <a:lnTo>
                    <a:pt x="24848" y="29440"/>
                  </a:lnTo>
                  <a:lnTo>
                    <a:pt x="25310" y="29240"/>
                  </a:lnTo>
                  <a:lnTo>
                    <a:pt x="25771" y="29019"/>
                  </a:lnTo>
                  <a:lnTo>
                    <a:pt x="26212" y="28779"/>
                  </a:lnTo>
                  <a:lnTo>
                    <a:pt x="26794" y="28458"/>
                  </a:lnTo>
                  <a:lnTo>
                    <a:pt x="27375" y="28097"/>
                  </a:lnTo>
                  <a:lnTo>
                    <a:pt x="27937" y="27716"/>
                  </a:lnTo>
                  <a:lnTo>
                    <a:pt x="28478" y="27315"/>
                  </a:lnTo>
                  <a:lnTo>
                    <a:pt x="29020" y="26893"/>
                  </a:lnTo>
                  <a:lnTo>
                    <a:pt x="29541" y="26432"/>
                  </a:lnTo>
                  <a:lnTo>
                    <a:pt x="30043" y="25951"/>
                  </a:lnTo>
                  <a:lnTo>
                    <a:pt x="30544" y="25450"/>
                  </a:lnTo>
                  <a:lnTo>
                    <a:pt x="30744" y="25209"/>
                  </a:lnTo>
                  <a:lnTo>
                    <a:pt x="30945" y="24948"/>
                  </a:lnTo>
                  <a:lnTo>
                    <a:pt x="31126" y="24667"/>
                  </a:lnTo>
                  <a:lnTo>
                    <a:pt x="31286" y="24367"/>
                  </a:lnTo>
                  <a:lnTo>
                    <a:pt x="31446" y="24066"/>
                  </a:lnTo>
                  <a:lnTo>
                    <a:pt x="31587" y="23725"/>
                  </a:lnTo>
                  <a:lnTo>
                    <a:pt x="31707" y="23384"/>
                  </a:lnTo>
                  <a:lnTo>
                    <a:pt x="31807" y="23043"/>
                  </a:lnTo>
                  <a:lnTo>
                    <a:pt x="31908" y="22682"/>
                  </a:lnTo>
                  <a:lnTo>
                    <a:pt x="31988" y="22301"/>
                  </a:lnTo>
                  <a:lnTo>
                    <a:pt x="32068" y="21900"/>
                  </a:lnTo>
                  <a:lnTo>
                    <a:pt x="32108" y="21519"/>
                  </a:lnTo>
                  <a:lnTo>
                    <a:pt x="32168" y="21098"/>
                  </a:lnTo>
                  <a:lnTo>
                    <a:pt x="32188" y="20677"/>
                  </a:lnTo>
                  <a:lnTo>
                    <a:pt x="32229" y="19814"/>
                  </a:lnTo>
                  <a:lnTo>
                    <a:pt x="32208" y="18912"/>
                  </a:lnTo>
                  <a:lnTo>
                    <a:pt x="32148" y="17989"/>
                  </a:lnTo>
                  <a:lnTo>
                    <a:pt x="32048" y="17047"/>
                  </a:lnTo>
                  <a:lnTo>
                    <a:pt x="31908" y="16104"/>
                  </a:lnTo>
                  <a:lnTo>
                    <a:pt x="31747" y="15121"/>
                  </a:lnTo>
                  <a:lnTo>
                    <a:pt x="31547" y="14139"/>
                  </a:lnTo>
                  <a:lnTo>
                    <a:pt x="31306" y="13176"/>
                  </a:lnTo>
                  <a:lnTo>
                    <a:pt x="31045" y="12193"/>
                  </a:lnTo>
                  <a:lnTo>
                    <a:pt x="30744" y="11231"/>
                  </a:lnTo>
                  <a:lnTo>
                    <a:pt x="30424" y="10268"/>
                  </a:lnTo>
                  <a:lnTo>
                    <a:pt x="30103" y="9346"/>
                  </a:lnTo>
                  <a:lnTo>
                    <a:pt x="29742" y="8423"/>
                  </a:lnTo>
                  <a:lnTo>
                    <a:pt x="29361" y="7541"/>
                  </a:lnTo>
                  <a:lnTo>
                    <a:pt x="28980" y="6699"/>
                  </a:lnTo>
                  <a:lnTo>
                    <a:pt x="28579" y="5896"/>
                  </a:lnTo>
                  <a:lnTo>
                    <a:pt x="28157" y="5114"/>
                  </a:lnTo>
                  <a:lnTo>
                    <a:pt x="27756" y="4412"/>
                  </a:lnTo>
                  <a:lnTo>
                    <a:pt x="27315" y="3730"/>
                  </a:lnTo>
                  <a:lnTo>
                    <a:pt x="26894" y="3129"/>
                  </a:lnTo>
                  <a:lnTo>
                    <a:pt x="26473" y="2587"/>
                  </a:lnTo>
                  <a:lnTo>
                    <a:pt x="26032" y="2106"/>
                  </a:lnTo>
                  <a:lnTo>
                    <a:pt x="25831" y="1905"/>
                  </a:lnTo>
                  <a:lnTo>
                    <a:pt x="25611" y="1705"/>
                  </a:lnTo>
                  <a:lnTo>
                    <a:pt x="25410" y="1544"/>
                  </a:lnTo>
                  <a:lnTo>
                    <a:pt x="25209" y="1384"/>
                  </a:lnTo>
                  <a:lnTo>
                    <a:pt x="24989" y="1244"/>
                  </a:lnTo>
                  <a:lnTo>
                    <a:pt x="24788" y="1143"/>
                  </a:lnTo>
                  <a:lnTo>
                    <a:pt x="24548" y="1023"/>
                  </a:lnTo>
                  <a:lnTo>
                    <a:pt x="24267" y="923"/>
                  </a:lnTo>
                  <a:lnTo>
                    <a:pt x="23986" y="823"/>
                  </a:lnTo>
                  <a:lnTo>
                    <a:pt x="23665" y="722"/>
                  </a:lnTo>
                  <a:lnTo>
                    <a:pt x="22983" y="542"/>
                  </a:lnTo>
                  <a:lnTo>
                    <a:pt x="22221" y="401"/>
                  </a:lnTo>
                  <a:lnTo>
                    <a:pt x="21399" y="261"/>
                  </a:lnTo>
                  <a:lnTo>
                    <a:pt x="20537" y="161"/>
                  </a:lnTo>
                  <a:lnTo>
                    <a:pt x="19614" y="81"/>
                  </a:lnTo>
                  <a:lnTo>
                    <a:pt x="18652" y="40"/>
                  </a:lnTo>
                  <a:lnTo>
                    <a:pt x="1766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7" name="Google Shape;5927;p26"/>
            <p:cNvSpPr/>
            <p:nvPr/>
          </p:nvSpPr>
          <p:spPr>
            <a:xfrm>
              <a:off x="11027200" y="3878275"/>
              <a:ext cx="805725" cy="779150"/>
            </a:xfrm>
            <a:custGeom>
              <a:avLst/>
              <a:gdLst/>
              <a:ahLst/>
              <a:cxnLst/>
              <a:rect l="l" t="t" r="r" b="b"/>
              <a:pathLst>
                <a:path w="32229" h="31166" fill="none" extrusionOk="0">
                  <a:moveTo>
                    <a:pt x="30544" y="25450"/>
                  </a:moveTo>
                  <a:lnTo>
                    <a:pt x="30544" y="25450"/>
                  </a:lnTo>
                  <a:lnTo>
                    <a:pt x="30043" y="25951"/>
                  </a:lnTo>
                  <a:lnTo>
                    <a:pt x="29541" y="26432"/>
                  </a:lnTo>
                  <a:lnTo>
                    <a:pt x="29020" y="26893"/>
                  </a:lnTo>
                  <a:lnTo>
                    <a:pt x="28478" y="27315"/>
                  </a:lnTo>
                  <a:lnTo>
                    <a:pt x="27937" y="27716"/>
                  </a:lnTo>
                  <a:lnTo>
                    <a:pt x="27375" y="28097"/>
                  </a:lnTo>
                  <a:lnTo>
                    <a:pt x="26794" y="28458"/>
                  </a:lnTo>
                  <a:lnTo>
                    <a:pt x="26212" y="28779"/>
                  </a:lnTo>
                  <a:lnTo>
                    <a:pt x="26212" y="28779"/>
                  </a:lnTo>
                  <a:lnTo>
                    <a:pt x="25771" y="29019"/>
                  </a:lnTo>
                  <a:lnTo>
                    <a:pt x="25310" y="29240"/>
                  </a:lnTo>
                  <a:lnTo>
                    <a:pt x="24848" y="29440"/>
                  </a:lnTo>
                  <a:lnTo>
                    <a:pt x="24367" y="29641"/>
                  </a:lnTo>
                  <a:lnTo>
                    <a:pt x="23906" y="29821"/>
                  </a:lnTo>
                  <a:lnTo>
                    <a:pt x="23425" y="30002"/>
                  </a:lnTo>
                  <a:lnTo>
                    <a:pt x="22943" y="30162"/>
                  </a:lnTo>
                  <a:lnTo>
                    <a:pt x="22462" y="30303"/>
                  </a:lnTo>
                  <a:lnTo>
                    <a:pt x="21981" y="30443"/>
                  </a:lnTo>
                  <a:lnTo>
                    <a:pt x="21499" y="30563"/>
                  </a:lnTo>
                  <a:lnTo>
                    <a:pt x="20517" y="30764"/>
                  </a:lnTo>
                  <a:lnTo>
                    <a:pt x="19514" y="30924"/>
                  </a:lnTo>
                  <a:lnTo>
                    <a:pt x="18531" y="31045"/>
                  </a:lnTo>
                  <a:lnTo>
                    <a:pt x="17529" y="31125"/>
                  </a:lnTo>
                  <a:lnTo>
                    <a:pt x="16526" y="31165"/>
                  </a:lnTo>
                  <a:lnTo>
                    <a:pt x="15543" y="31165"/>
                  </a:lnTo>
                  <a:lnTo>
                    <a:pt x="14561" y="31145"/>
                  </a:lnTo>
                  <a:lnTo>
                    <a:pt x="13598" y="31065"/>
                  </a:lnTo>
                  <a:lnTo>
                    <a:pt x="12635" y="30965"/>
                  </a:lnTo>
                  <a:lnTo>
                    <a:pt x="11693" y="30844"/>
                  </a:lnTo>
                  <a:lnTo>
                    <a:pt x="10770" y="30684"/>
                  </a:lnTo>
                  <a:lnTo>
                    <a:pt x="9868" y="30483"/>
                  </a:lnTo>
                  <a:lnTo>
                    <a:pt x="8985" y="30283"/>
                  </a:lnTo>
                  <a:lnTo>
                    <a:pt x="8143" y="30042"/>
                  </a:lnTo>
                  <a:lnTo>
                    <a:pt x="7321" y="29781"/>
                  </a:lnTo>
                  <a:lnTo>
                    <a:pt x="6539" y="29501"/>
                  </a:lnTo>
                  <a:lnTo>
                    <a:pt x="5777" y="29200"/>
                  </a:lnTo>
                  <a:lnTo>
                    <a:pt x="5055" y="28879"/>
                  </a:lnTo>
                  <a:lnTo>
                    <a:pt x="4393" y="28538"/>
                  </a:lnTo>
                  <a:lnTo>
                    <a:pt x="3751" y="28197"/>
                  </a:lnTo>
                  <a:lnTo>
                    <a:pt x="3170" y="27836"/>
                  </a:lnTo>
                  <a:lnTo>
                    <a:pt x="2648" y="27475"/>
                  </a:lnTo>
                  <a:lnTo>
                    <a:pt x="2167" y="27094"/>
                  </a:lnTo>
                  <a:lnTo>
                    <a:pt x="1726" y="26693"/>
                  </a:lnTo>
                  <a:lnTo>
                    <a:pt x="1365" y="26312"/>
                  </a:lnTo>
                  <a:lnTo>
                    <a:pt x="1204" y="26111"/>
                  </a:lnTo>
                  <a:lnTo>
                    <a:pt x="1044" y="25911"/>
                  </a:lnTo>
                  <a:lnTo>
                    <a:pt x="923" y="25710"/>
                  </a:lnTo>
                  <a:lnTo>
                    <a:pt x="803" y="25510"/>
                  </a:lnTo>
                  <a:lnTo>
                    <a:pt x="803" y="25510"/>
                  </a:lnTo>
                  <a:lnTo>
                    <a:pt x="703" y="25309"/>
                  </a:lnTo>
                  <a:lnTo>
                    <a:pt x="603" y="25089"/>
                  </a:lnTo>
                  <a:lnTo>
                    <a:pt x="442" y="24627"/>
                  </a:lnTo>
                  <a:lnTo>
                    <a:pt x="302" y="24086"/>
                  </a:lnTo>
                  <a:lnTo>
                    <a:pt x="202" y="23504"/>
                  </a:lnTo>
                  <a:lnTo>
                    <a:pt x="101" y="22862"/>
                  </a:lnTo>
                  <a:lnTo>
                    <a:pt x="41" y="22181"/>
                  </a:lnTo>
                  <a:lnTo>
                    <a:pt x="1" y="21479"/>
                  </a:lnTo>
                  <a:lnTo>
                    <a:pt x="1" y="20717"/>
                  </a:lnTo>
                  <a:lnTo>
                    <a:pt x="1" y="19935"/>
                  </a:lnTo>
                  <a:lnTo>
                    <a:pt x="41" y="19132"/>
                  </a:lnTo>
                  <a:lnTo>
                    <a:pt x="101" y="18290"/>
                  </a:lnTo>
                  <a:lnTo>
                    <a:pt x="181" y="17428"/>
                  </a:lnTo>
                  <a:lnTo>
                    <a:pt x="282" y="16565"/>
                  </a:lnTo>
                  <a:lnTo>
                    <a:pt x="402" y="15683"/>
                  </a:lnTo>
                  <a:lnTo>
                    <a:pt x="542" y="14801"/>
                  </a:lnTo>
                  <a:lnTo>
                    <a:pt x="703" y="13898"/>
                  </a:lnTo>
                  <a:lnTo>
                    <a:pt x="883" y="13016"/>
                  </a:lnTo>
                  <a:lnTo>
                    <a:pt x="1084" y="12133"/>
                  </a:lnTo>
                  <a:lnTo>
                    <a:pt x="1284" y="11251"/>
                  </a:lnTo>
                  <a:lnTo>
                    <a:pt x="1525" y="10389"/>
                  </a:lnTo>
                  <a:lnTo>
                    <a:pt x="1786" y="9526"/>
                  </a:lnTo>
                  <a:lnTo>
                    <a:pt x="2047" y="8704"/>
                  </a:lnTo>
                  <a:lnTo>
                    <a:pt x="2327" y="7902"/>
                  </a:lnTo>
                  <a:lnTo>
                    <a:pt x="2628" y="7120"/>
                  </a:lnTo>
                  <a:lnTo>
                    <a:pt x="2929" y="6378"/>
                  </a:lnTo>
                  <a:lnTo>
                    <a:pt x="3250" y="5656"/>
                  </a:lnTo>
                  <a:lnTo>
                    <a:pt x="3591" y="4994"/>
                  </a:lnTo>
                  <a:lnTo>
                    <a:pt x="3932" y="4372"/>
                  </a:lnTo>
                  <a:lnTo>
                    <a:pt x="4293" y="3791"/>
                  </a:lnTo>
                  <a:lnTo>
                    <a:pt x="4674" y="3269"/>
                  </a:lnTo>
                  <a:lnTo>
                    <a:pt x="5055" y="2788"/>
                  </a:lnTo>
                  <a:lnTo>
                    <a:pt x="5255" y="2587"/>
                  </a:lnTo>
                  <a:lnTo>
                    <a:pt x="5436" y="2387"/>
                  </a:lnTo>
                  <a:lnTo>
                    <a:pt x="5436" y="2387"/>
                  </a:lnTo>
                  <a:lnTo>
                    <a:pt x="5636" y="2226"/>
                  </a:lnTo>
                  <a:lnTo>
                    <a:pt x="5837" y="2066"/>
                  </a:lnTo>
                  <a:lnTo>
                    <a:pt x="6077" y="1905"/>
                  </a:lnTo>
                  <a:lnTo>
                    <a:pt x="6338" y="1765"/>
                  </a:lnTo>
                  <a:lnTo>
                    <a:pt x="6599" y="1625"/>
                  </a:lnTo>
                  <a:lnTo>
                    <a:pt x="6900" y="1484"/>
                  </a:lnTo>
                  <a:lnTo>
                    <a:pt x="7541" y="1244"/>
                  </a:lnTo>
                  <a:lnTo>
                    <a:pt x="8263" y="1003"/>
                  </a:lnTo>
                  <a:lnTo>
                    <a:pt x="9025" y="802"/>
                  </a:lnTo>
                  <a:lnTo>
                    <a:pt x="9848" y="622"/>
                  </a:lnTo>
                  <a:lnTo>
                    <a:pt x="10710" y="462"/>
                  </a:lnTo>
                  <a:lnTo>
                    <a:pt x="10710" y="462"/>
                  </a:lnTo>
                  <a:lnTo>
                    <a:pt x="11653" y="321"/>
                  </a:lnTo>
                  <a:lnTo>
                    <a:pt x="12635" y="201"/>
                  </a:lnTo>
                  <a:lnTo>
                    <a:pt x="13638" y="121"/>
                  </a:lnTo>
                  <a:lnTo>
                    <a:pt x="14641" y="60"/>
                  </a:lnTo>
                  <a:lnTo>
                    <a:pt x="15664" y="0"/>
                  </a:lnTo>
                  <a:lnTo>
                    <a:pt x="16666" y="0"/>
                  </a:lnTo>
                  <a:lnTo>
                    <a:pt x="17669" y="0"/>
                  </a:lnTo>
                  <a:lnTo>
                    <a:pt x="18652" y="40"/>
                  </a:lnTo>
                  <a:lnTo>
                    <a:pt x="19614" y="81"/>
                  </a:lnTo>
                  <a:lnTo>
                    <a:pt x="20537" y="161"/>
                  </a:lnTo>
                  <a:lnTo>
                    <a:pt x="21399" y="261"/>
                  </a:lnTo>
                  <a:lnTo>
                    <a:pt x="22221" y="401"/>
                  </a:lnTo>
                  <a:lnTo>
                    <a:pt x="22983" y="542"/>
                  </a:lnTo>
                  <a:lnTo>
                    <a:pt x="23665" y="722"/>
                  </a:lnTo>
                  <a:lnTo>
                    <a:pt x="23986" y="823"/>
                  </a:lnTo>
                  <a:lnTo>
                    <a:pt x="24267" y="923"/>
                  </a:lnTo>
                  <a:lnTo>
                    <a:pt x="24548" y="1023"/>
                  </a:lnTo>
                  <a:lnTo>
                    <a:pt x="24788" y="1143"/>
                  </a:lnTo>
                  <a:lnTo>
                    <a:pt x="24788" y="1143"/>
                  </a:lnTo>
                  <a:lnTo>
                    <a:pt x="24989" y="1244"/>
                  </a:lnTo>
                  <a:lnTo>
                    <a:pt x="25209" y="1384"/>
                  </a:lnTo>
                  <a:lnTo>
                    <a:pt x="25410" y="1544"/>
                  </a:lnTo>
                  <a:lnTo>
                    <a:pt x="25611" y="1705"/>
                  </a:lnTo>
                  <a:lnTo>
                    <a:pt x="25831" y="1905"/>
                  </a:lnTo>
                  <a:lnTo>
                    <a:pt x="26032" y="2106"/>
                  </a:lnTo>
                  <a:lnTo>
                    <a:pt x="26473" y="2587"/>
                  </a:lnTo>
                  <a:lnTo>
                    <a:pt x="26894" y="3129"/>
                  </a:lnTo>
                  <a:lnTo>
                    <a:pt x="27315" y="3730"/>
                  </a:lnTo>
                  <a:lnTo>
                    <a:pt x="27756" y="4412"/>
                  </a:lnTo>
                  <a:lnTo>
                    <a:pt x="28157" y="5114"/>
                  </a:lnTo>
                  <a:lnTo>
                    <a:pt x="28579" y="5896"/>
                  </a:lnTo>
                  <a:lnTo>
                    <a:pt x="28980" y="6699"/>
                  </a:lnTo>
                  <a:lnTo>
                    <a:pt x="29361" y="7541"/>
                  </a:lnTo>
                  <a:lnTo>
                    <a:pt x="29742" y="8423"/>
                  </a:lnTo>
                  <a:lnTo>
                    <a:pt x="30103" y="9346"/>
                  </a:lnTo>
                  <a:lnTo>
                    <a:pt x="30424" y="10268"/>
                  </a:lnTo>
                  <a:lnTo>
                    <a:pt x="30744" y="11231"/>
                  </a:lnTo>
                  <a:lnTo>
                    <a:pt x="31045" y="12193"/>
                  </a:lnTo>
                  <a:lnTo>
                    <a:pt x="31306" y="13176"/>
                  </a:lnTo>
                  <a:lnTo>
                    <a:pt x="31547" y="14139"/>
                  </a:lnTo>
                  <a:lnTo>
                    <a:pt x="31747" y="15121"/>
                  </a:lnTo>
                  <a:lnTo>
                    <a:pt x="31908" y="16104"/>
                  </a:lnTo>
                  <a:lnTo>
                    <a:pt x="32048" y="17047"/>
                  </a:lnTo>
                  <a:lnTo>
                    <a:pt x="32148" y="17989"/>
                  </a:lnTo>
                  <a:lnTo>
                    <a:pt x="32208" y="18912"/>
                  </a:lnTo>
                  <a:lnTo>
                    <a:pt x="32229" y="19814"/>
                  </a:lnTo>
                  <a:lnTo>
                    <a:pt x="32188" y="20677"/>
                  </a:lnTo>
                  <a:lnTo>
                    <a:pt x="32168" y="21098"/>
                  </a:lnTo>
                  <a:lnTo>
                    <a:pt x="32108" y="21519"/>
                  </a:lnTo>
                  <a:lnTo>
                    <a:pt x="32068" y="21900"/>
                  </a:lnTo>
                  <a:lnTo>
                    <a:pt x="31988" y="22301"/>
                  </a:lnTo>
                  <a:lnTo>
                    <a:pt x="31908" y="22682"/>
                  </a:lnTo>
                  <a:lnTo>
                    <a:pt x="31807" y="23043"/>
                  </a:lnTo>
                  <a:lnTo>
                    <a:pt x="31707" y="23384"/>
                  </a:lnTo>
                  <a:lnTo>
                    <a:pt x="31587" y="23725"/>
                  </a:lnTo>
                  <a:lnTo>
                    <a:pt x="31446" y="24066"/>
                  </a:lnTo>
                  <a:lnTo>
                    <a:pt x="31286" y="24367"/>
                  </a:lnTo>
                  <a:lnTo>
                    <a:pt x="31126" y="24667"/>
                  </a:lnTo>
                  <a:lnTo>
                    <a:pt x="30945" y="24948"/>
                  </a:lnTo>
                  <a:lnTo>
                    <a:pt x="30744" y="25209"/>
                  </a:lnTo>
                  <a:lnTo>
                    <a:pt x="30544" y="2545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8" name="Google Shape;5928;p26"/>
            <p:cNvSpPr/>
            <p:nvPr/>
          </p:nvSpPr>
          <p:spPr>
            <a:xfrm>
              <a:off x="11410250" y="4044225"/>
              <a:ext cx="69225" cy="547000"/>
            </a:xfrm>
            <a:custGeom>
              <a:avLst/>
              <a:gdLst/>
              <a:ahLst/>
              <a:cxnLst/>
              <a:rect l="l" t="t" r="r" b="b"/>
              <a:pathLst>
                <a:path w="2769" h="21880" extrusionOk="0">
                  <a:moveTo>
                    <a:pt x="843" y="0"/>
                  </a:moveTo>
                  <a:lnTo>
                    <a:pt x="843" y="421"/>
                  </a:lnTo>
                  <a:lnTo>
                    <a:pt x="1063" y="361"/>
                  </a:lnTo>
                  <a:lnTo>
                    <a:pt x="1304" y="341"/>
                  </a:lnTo>
                  <a:lnTo>
                    <a:pt x="1344" y="361"/>
                  </a:lnTo>
                  <a:lnTo>
                    <a:pt x="1344" y="0"/>
                  </a:lnTo>
                  <a:close/>
                  <a:moveTo>
                    <a:pt x="863" y="3690"/>
                  </a:moveTo>
                  <a:lnTo>
                    <a:pt x="923" y="9105"/>
                  </a:lnTo>
                  <a:lnTo>
                    <a:pt x="923" y="9306"/>
                  </a:lnTo>
                  <a:lnTo>
                    <a:pt x="522" y="9145"/>
                  </a:lnTo>
                  <a:lnTo>
                    <a:pt x="101" y="9005"/>
                  </a:lnTo>
                  <a:lnTo>
                    <a:pt x="81" y="9005"/>
                  </a:lnTo>
                  <a:lnTo>
                    <a:pt x="41" y="9025"/>
                  </a:lnTo>
                  <a:lnTo>
                    <a:pt x="21" y="9065"/>
                  </a:lnTo>
                  <a:lnTo>
                    <a:pt x="21" y="9105"/>
                  </a:lnTo>
                  <a:lnTo>
                    <a:pt x="41" y="9145"/>
                  </a:lnTo>
                  <a:lnTo>
                    <a:pt x="743" y="9526"/>
                  </a:lnTo>
                  <a:lnTo>
                    <a:pt x="41" y="9907"/>
                  </a:lnTo>
                  <a:lnTo>
                    <a:pt x="1" y="9947"/>
                  </a:lnTo>
                  <a:lnTo>
                    <a:pt x="1" y="9988"/>
                  </a:lnTo>
                  <a:lnTo>
                    <a:pt x="21" y="10008"/>
                  </a:lnTo>
                  <a:lnTo>
                    <a:pt x="61" y="10028"/>
                  </a:lnTo>
                  <a:lnTo>
                    <a:pt x="101" y="10028"/>
                  </a:lnTo>
                  <a:lnTo>
                    <a:pt x="522" y="9847"/>
                  </a:lnTo>
                  <a:lnTo>
                    <a:pt x="943" y="9707"/>
                  </a:lnTo>
                  <a:lnTo>
                    <a:pt x="1003" y="16946"/>
                  </a:lnTo>
                  <a:lnTo>
                    <a:pt x="1003" y="19313"/>
                  </a:lnTo>
                  <a:lnTo>
                    <a:pt x="161" y="19353"/>
                  </a:lnTo>
                  <a:lnTo>
                    <a:pt x="141" y="19373"/>
                  </a:lnTo>
                  <a:lnTo>
                    <a:pt x="101" y="19373"/>
                  </a:lnTo>
                  <a:lnTo>
                    <a:pt x="81" y="19433"/>
                  </a:lnTo>
                  <a:lnTo>
                    <a:pt x="101" y="19493"/>
                  </a:lnTo>
                  <a:lnTo>
                    <a:pt x="121" y="19513"/>
                  </a:lnTo>
                  <a:lnTo>
                    <a:pt x="161" y="19513"/>
                  </a:lnTo>
                  <a:lnTo>
                    <a:pt x="1003" y="19594"/>
                  </a:lnTo>
                  <a:lnTo>
                    <a:pt x="1003" y="20516"/>
                  </a:lnTo>
                  <a:lnTo>
                    <a:pt x="121" y="20777"/>
                  </a:lnTo>
                  <a:lnTo>
                    <a:pt x="101" y="20797"/>
                  </a:lnTo>
                  <a:lnTo>
                    <a:pt x="81" y="20817"/>
                  </a:lnTo>
                  <a:lnTo>
                    <a:pt x="61" y="20877"/>
                  </a:lnTo>
                  <a:lnTo>
                    <a:pt x="81" y="20917"/>
                  </a:lnTo>
                  <a:lnTo>
                    <a:pt x="121" y="20937"/>
                  </a:lnTo>
                  <a:lnTo>
                    <a:pt x="161" y="20937"/>
                  </a:lnTo>
                  <a:lnTo>
                    <a:pt x="1003" y="20797"/>
                  </a:lnTo>
                  <a:lnTo>
                    <a:pt x="1023" y="21760"/>
                  </a:lnTo>
                  <a:lnTo>
                    <a:pt x="1525" y="21880"/>
                  </a:lnTo>
                  <a:lnTo>
                    <a:pt x="1525" y="20697"/>
                  </a:lnTo>
                  <a:lnTo>
                    <a:pt x="1846" y="20616"/>
                  </a:lnTo>
                  <a:lnTo>
                    <a:pt x="2146" y="20516"/>
                  </a:lnTo>
                  <a:lnTo>
                    <a:pt x="2447" y="20416"/>
                  </a:lnTo>
                  <a:lnTo>
                    <a:pt x="2708" y="20275"/>
                  </a:lnTo>
                  <a:lnTo>
                    <a:pt x="2748" y="20235"/>
                  </a:lnTo>
                  <a:lnTo>
                    <a:pt x="2768" y="20155"/>
                  </a:lnTo>
                  <a:lnTo>
                    <a:pt x="2728" y="20115"/>
                  </a:lnTo>
                  <a:lnTo>
                    <a:pt x="2708" y="20095"/>
                  </a:lnTo>
                  <a:lnTo>
                    <a:pt x="2668" y="20095"/>
                  </a:lnTo>
                  <a:lnTo>
                    <a:pt x="2367" y="20135"/>
                  </a:lnTo>
                  <a:lnTo>
                    <a:pt x="2086" y="20195"/>
                  </a:lnTo>
                  <a:lnTo>
                    <a:pt x="1525" y="20376"/>
                  </a:lnTo>
                  <a:lnTo>
                    <a:pt x="1505" y="19614"/>
                  </a:lnTo>
                  <a:lnTo>
                    <a:pt x="1846" y="19614"/>
                  </a:lnTo>
                  <a:lnTo>
                    <a:pt x="1906" y="19594"/>
                  </a:lnTo>
                  <a:lnTo>
                    <a:pt x="1946" y="19554"/>
                  </a:lnTo>
                  <a:lnTo>
                    <a:pt x="1966" y="19513"/>
                  </a:lnTo>
                  <a:lnTo>
                    <a:pt x="1966" y="19473"/>
                  </a:lnTo>
                  <a:lnTo>
                    <a:pt x="1966" y="19433"/>
                  </a:lnTo>
                  <a:lnTo>
                    <a:pt x="1946" y="19393"/>
                  </a:lnTo>
                  <a:lnTo>
                    <a:pt x="1906" y="19353"/>
                  </a:lnTo>
                  <a:lnTo>
                    <a:pt x="1846" y="19333"/>
                  </a:lnTo>
                  <a:lnTo>
                    <a:pt x="1505" y="19313"/>
                  </a:lnTo>
                  <a:lnTo>
                    <a:pt x="1465" y="17969"/>
                  </a:lnTo>
                  <a:lnTo>
                    <a:pt x="1445" y="16606"/>
                  </a:lnTo>
                  <a:lnTo>
                    <a:pt x="1404" y="9927"/>
                  </a:lnTo>
                  <a:lnTo>
                    <a:pt x="1404" y="9927"/>
                  </a:lnTo>
                  <a:lnTo>
                    <a:pt x="1665" y="10088"/>
                  </a:lnTo>
                  <a:lnTo>
                    <a:pt x="1725" y="10088"/>
                  </a:lnTo>
                  <a:lnTo>
                    <a:pt x="1785" y="10068"/>
                  </a:lnTo>
                  <a:lnTo>
                    <a:pt x="1846" y="10028"/>
                  </a:lnTo>
                  <a:lnTo>
                    <a:pt x="1866" y="9967"/>
                  </a:lnTo>
                  <a:lnTo>
                    <a:pt x="1846" y="9927"/>
                  </a:lnTo>
                  <a:lnTo>
                    <a:pt x="1826" y="9907"/>
                  </a:lnTo>
                  <a:lnTo>
                    <a:pt x="1625" y="9727"/>
                  </a:lnTo>
                  <a:lnTo>
                    <a:pt x="1404" y="9566"/>
                  </a:lnTo>
                  <a:lnTo>
                    <a:pt x="1404" y="9526"/>
                  </a:lnTo>
                  <a:lnTo>
                    <a:pt x="1846" y="9386"/>
                  </a:lnTo>
                  <a:lnTo>
                    <a:pt x="2267" y="9205"/>
                  </a:lnTo>
                  <a:lnTo>
                    <a:pt x="2247" y="8965"/>
                  </a:lnTo>
                  <a:lnTo>
                    <a:pt x="2026" y="9005"/>
                  </a:lnTo>
                  <a:lnTo>
                    <a:pt x="1805" y="9065"/>
                  </a:lnTo>
                  <a:lnTo>
                    <a:pt x="1404" y="9225"/>
                  </a:lnTo>
                  <a:lnTo>
                    <a:pt x="1404" y="8945"/>
                  </a:lnTo>
                  <a:lnTo>
                    <a:pt x="1384" y="4974"/>
                  </a:lnTo>
                  <a:lnTo>
                    <a:pt x="1324" y="4854"/>
                  </a:lnTo>
                  <a:lnTo>
                    <a:pt x="1104" y="4252"/>
                  </a:lnTo>
                  <a:lnTo>
                    <a:pt x="863" y="369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9" name="Google Shape;5929;p26"/>
            <p:cNvSpPr/>
            <p:nvPr/>
          </p:nvSpPr>
          <p:spPr>
            <a:xfrm>
              <a:off x="11431300" y="4044225"/>
              <a:ext cx="12575" cy="10550"/>
            </a:xfrm>
            <a:custGeom>
              <a:avLst/>
              <a:gdLst/>
              <a:ahLst/>
              <a:cxnLst/>
              <a:rect l="l" t="t" r="r" b="b"/>
              <a:pathLst>
                <a:path w="503" h="422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1" y="421"/>
                  </a:lnTo>
                  <a:lnTo>
                    <a:pt x="1" y="421"/>
                  </a:lnTo>
                  <a:lnTo>
                    <a:pt x="221" y="361"/>
                  </a:lnTo>
                  <a:lnTo>
                    <a:pt x="221" y="361"/>
                  </a:lnTo>
                  <a:lnTo>
                    <a:pt x="221" y="361"/>
                  </a:lnTo>
                  <a:lnTo>
                    <a:pt x="462" y="341"/>
                  </a:lnTo>
                  <a:lnTo>
                    <a:pt x="462" y="341"/>
                  </a:lnTo>
                  <a:lnTo>
                    <a:pt x="502" y="361"/>
                  </a:lnTo>
                  <a:lnTo>
                    <a:pt x="502" y="361"/>
                  </a:lnTo>
                  <a:lnTo>
                    <a:pt x="502" y="0"/>
                  </a:lnTo>
                  <a:lnTo>
                    <a:pt x="502" y="0"/>
                  </a:lnTo>
                  <a:lnTo>
                    <a:pt x="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0" name="Google Shape;5930;p26"/>
            <p:cNvSpPr/>
            <p:nvPr/>
          </p:nvSpPr>
          <p:spPr>
            <a:xfrm>
              <a:off x="11161575" y="3984550"/>
              <a:ext cx="480825" cy="673375"/>
            </a:xfrm>
            <a:custGeom>
              <a:avLst/>
              <a:gdLst/>
              <a:ahLst/>
              <a:cxnLst/>
              <a:rect l="l" t="t" r="r" b="b"/>
              <a:pathLst>
                <a:path w="19233" h="26935" extrusionOk="0">
                  <a:moveTo>
                    <a:pt x="462" y="1"/>
                  </a:moveTo>
                  <a:lnTo>
                    <a:pt x="462" y="362"/>
                  </a:lnTo>
                  <a:lnTo>
                    <a:pt x="442" y="763"/>
                  </a:lnTo>
                  <a:lnTo>
                    <a:pt x="341" y="1625"/>
                  </a:lnTo>
                  <a:lnTo>
                    <a:pt x="121" y="3490"/>
                  </a:lnTo>
                  <a:lnTo>
                    <a:pt x="41" y="4413"/>
                  </a:lnTo>
                  <a:lnTo>
                    <a:pt x="1" y="4834"/>
                  </a:lnTo>
                  <a:lnTo>
                    <a:pt x="1" y="5255"/>
                  </a:lnTo>
                  <a:lnTo>
                    <a:pt x="1" y="5656"/>
                  </a:lnTo>
                  <a:lnTo>
                    <a:pt x="41" y="6017"/>
                  </a:lnTo>
                  <a:lnTo>
                    <a:pt x="81" y="6338"/>
                  </a:lnTo>
                  <a:lnTo>
                    <a:pt x="181" y="6619"/>
                  </a:lnTo>
                  <a:lnTo>
                    <a:pt x="281" y="6880"/>
                  </a:lnTo>
                  <a:lnTo>
                    <a:pt x="422" y="7140"/>
                  </a:lnTo>
                  <a:lnTo>
                    <a:pt x="763" y="7742"/>
                  </a:lnTo>
                  <a:lnTo>
                    <a:pt x="943" y="6639"/>
                  </a:lnTo>
                  <a:lnTo>
                    <a:pt x="1144" y="5576"/>
                  </a:lnTo>
                  <a:lnTo>
                    <a:pt x="1284" y="4974"/>
                  </a:lnTo>
                  <a:lnTo>
                    <a:pt x="1424" y="4373"/>
                  </a:lnTo>
                  <a:lnTo>
                    <a:pt x="1585" y="3771"/>
                  </a:lnTo>
                  <a:lnTo>
                    <a:pt x="1745" y="3190"/>
                  </a:lnTo>
                  <a:lnTo>
                    <a:pt x="1926" y="2608"/>
                  </a:lnTo>
                  <a:lnTo>
                    <a:pt x="2126" y="2026"/>
                  </a:lnTo>
                  <a:lnTo>
                    <a:pt x="2347" y="1445"/>
                  </a:lnTo>
                  <a:lnTo>
                    <a:pt x="2568" y="883"/>
                  </a:lnTo>
                  <a:lnTo>
                    <a:pt x="2026" y="683"/>
                  </a:lnTo>
                  <a:lnTo>
                    <a:pt x="1485" y="462"/>
                  </a:lnTo>
                  <a:lnTo>
                    <a:pt x="963" y="242"/>
                  </a:lnTo>
                  <a:lnTo>
                    <a:pt x="462" y="1"/>
                  </a:lnTo>
                  <a:close/>
                  <a:moveTo>
                    <a:pt x="11472" y="24267"/>
                  </a:moveTo>
                  <a:lnTo>
                    <a:pt x="11452" y="24909"/>
                  </a:lnTo>
                  <a:lnTo>
                    <a:pt x="11432" y="25550"/>
                  </a:lnTo>
                  <a:lnTo>
                    <a:pt x="11392" y="26192"/>
                  </a:lnTo>
                  <a:lnTo>
                    <a:pt x="11331" y="26834"/>
                  </a:lnTo>
                  <a:lnTo>
                    <a:pt x="11311" y="26894"/>
                  </a:lnTo>
                  <a:lnTo>
                    <a:pt x="11271" y="26914"/>
                  </a:lnTo>
                  <a:lnTo>
                    <a:pt x="12274" y="26874"/>
                  </a:lnTo>
                  <a:lnTo>
                    <a:pt x="13277" y="26794"/>
                  </a:lnTo>
                  <a:lnTo>
                    <a:pt x="14299" y="26653"/>
                  </a:lnTo>
                  <a:lnTo>
                    <a:pt x="15302" y="26473"/>
                  </a:lnTo>
                  <a:lnTo>
                    <a:pt x="15803" y="26373"/>
                  </a:lnTo>
                  <a:lnTo>
                    <a:pt x="16305" y="26252"/>
                  </a:lnTo>
                  <a:lnTo>
                    <a:pt x="16806" y="26132"/>
                  </a:lnTo>
                  <a:lnTo>
                    <a:pt x="17288" y="25992"/>
                  </a:lnTo>
                  <a:lnTo>
                    <a:pt x="17789" y="25831"/>
                  </a:lnTo>
                  <a:lnTo>
                    <a:pt x="18270" y="25671"/>
                  </a:lnTo>
                  <a:lnTo>
                    <a:pt x="18752" y="25490"/>
                  </a:lnTo>
                  <a:lnTo>
                    <a:pt x="19233" y="25310"/>
                  </a:lnTo>
                  <a:lnTo>
                    <a:pt x="18812" y="24768"/>
                  </a:lnTo>
                  <a:lnTo>
                    <a:pt x="17809" y="24828"/>
                  </a:lnTo>
                  <a:lnTo>
                    <a:pt x="16786" y="24848"/>
                  </a:lnTo>
                  <a:lnTo>
                    <a:pt x="16124" y="24828"/>
                  </a:lnTo>
                  <a:lnTo>
                    <a:pt x="15443" y="24808"/>
                  </a:lnTo>
                  <a:lnTo>
                    <a:pt x="14781" y="24768"/>
                  </a:lnTo>
                  <a:lnTo>
                    <a:pt x="14099" y="24708"/>
                  </a:lnTo>
                  <a:lnTo>
                    <a:pt x="13437" y="24628"/>
                  </a:lnTo>
                  <a:lnTo>
                    <a:pt x="12775" y="24528"/>
                  </a:lnTo>
                  <a:lnTo>
                    <a:pt x="12113" y="24407"/>
                  </a:lnTo>
                  <a:lnTo>
                    <a:pt x="11472" y="24267"/>
                  </a:lnTo>
                  <a:close/>
                  <a:moveTo>
                    <a:pt x="3570" y="20296"/>
                  </a:moveTo>
                  <a:lnTo>
                    <a:pt x="3650" y="20597"/>
                  </a:lnTo>
                  <a:lnTo>
                    <a:pt x="3731" y="20898"/>
                  </a:lnTo>
                  <a:lnTo>
                    <a:pt x="3771" y="21199"/>
                  </a:lnTo>
                  <a:lnTo>
                    <a:pt x="3811" y="21519"/>
                  </a:lnTo>
                  <a:lnTo>
                    <a:pt x="3811" y="21840"/>
                  </a:lnTo>
                  <a:lnTo>
                    <a:pt x="3811" y="22161"/>
                  </a:lnTo>
                  <a:lnTo>
                    <a:pt x="3771" y="22482"/>
                  </a:lnTo>
                  <a:lnTo>
                    <a:pt x="3711" y="22823"/>
                  </a:lnTo>
                  <a:lnTo>
                    <a:pt x="3630" y="23124"/>
                  </a:lnTo>
                  <a:lnTo>
                    <a:pt x="3510" y="23445"/>
                  </a:lnTo>
                  <a:lnTo>
                    <a:pt x="3350" y="23765"/>
                  </a:lnTo>
                  <a:lnTo>
                    <a:pt x="3169" y="24106"/>
                  </a:lnTo>
                  <a:lnTo>
                    <a:pt x="2929" y="24467"/>
                  </a:lnTo>
                  <a:lnTo>
                    <a:pt x="2688" y="24828"/>
                  </a:lnTo>
                  <a:lnTo>
                    <a:pt x="2407" y="25209"/>
                  </a:lnTo>
                  <a:lnTo>
                    <a:pt x="2106" y="25570"/>
                  </a:lnTo>
                  <a:lnTo>
                    <a:pt x="3049" y="25871"/>
                  </a:lnTo>
                  <a:lnTo>
                    <a:pt x="4052" y="26132"/>
                  </a:lnTo>
                  <a:lnTo>
                    <a:pt x="5074" y="26373"/>
                  </a:lnTo>
                  <a:lnTo>
                    <a:pt x="6137" y="26553"/>
                  </a:lnTo>
                  <a:lnTo>
                    <a:pt x="7220" y="26714"/>
                  </a:lnTo>
                  <a:lnTo>
                    <a:pt x="8343" y="26834"/>
                  </a:lnTo>
                  <a:lnTo>
                    <a:pt x="9466" y="26894"/>
                  </a:lnTo>
                  <a:lnTo>
                    <a:pt x="10028" y="26914"/>
                  </a:lnTo>
                  <a:lnTo>
                    <a:pt x="10589" y="26934"/>
                  </a:lnTo>
                  <a:lnTo>
                    <a:pt x="11191" y="26914"/>
                  </a:lnTo>
                  <a:lnTo>
                    <a:pt x="11151" y="26894"/>
                  </a:lnTo>
                  <a:lnTo>
                    <a:pt x="11131" y="26854"/>
                  </a:lnTo>
                  <a:lnTo>
                    <a:pt x="11071" y="26192"/>
                  </a:lnTo>
                  <a:lnTo>
                    <a:pt x="11031" y="25510"/>
                  </a:lnTo>
                  <a:lnTo>
                    <a:pt x="10990" y="24828"/>
                  </a:lnTo>
                  <a:lnTo>
                    <a:pt x="10970" y="24147"/>
                  </a:lnTo>
                  <a:lnTo>
                    <a:pt x="10268" y="23946"/>
                  </a:lnTo>
                  <a:lnTo>
                    <a:pt x="9567" y="23745"/>
                  </a:lnTo>
                  <a:lnTo>
                    <a:pt x="8865" y="23505"/>
                  </a:lnTo>
                  <a:lnTo>
                    <a:pt x="8183" y="23244"/>
                  </a:lnTo>
                  <a:lnTo>
                    <a:pt x="7541" y="22983"/>
                  </a:lnTo>
                  <a:lnTo>
                    <a:pt x="6919" y="22683"/>
                  </a:lnTo>
                  <a:lnTo>
                    <a:pt x="6298" y="22342"/>
                  </a:lnTo>
                  <a:lnTo>
                    <a:pt x="5716" y="22001"/>
                  </a:lnTo>
                  <a:lnTo>
                    <a:pt x="5135" y="21620"/>
                  </a:lnTo>
                  <a:lnTo>
                    <a:pt x="4593" y="21199"/>
                  </a:lnTo>
                  <a:lnTo>
                    <a:pt x="4072" y="20777"/>
                  </a:lnTo>
                  <a:lnTo>
                    <a:pt x="3570" y="20296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1" name="Google Shape;5931;p26"/>
            <p:cNvSpPr/>
            <p:nvPr/>
          </p:nvSpPr>
          <p:spPr>
            <a:xfrm>
              <a:off x="11443350" y="4591200"/>
              <a:ext cx="199050" cy="66225"/>
            </a:xfrm>
            <a:custGeom>
              <a:avLst/>
              <a:gdLst/>
              <a:ahLst/>
              <a:cxnLst/>
              <a:rect l="l" t="t" r="r" b="b"/>
              <a:pathLst>
                <a:path w="7962" h="2649" fill="none" extrusionOk="0">
                  <a:moveTo>
                    <a:pt x="201" y="1"/>
                  </a:moveTo>
                  <a:lnTo>
                    <a:pt x="201" y="1"/>
                  </a:lnTo>
                  <a:lnTo>
                    <a:pt x="181" y="643"/>
                  </a:lnTo>
                  <a:lnTo>
                    <a:pt x="161" y="1284"/>
                  </a:lnTo>
                  <a:lnTo>
                    <a:pt x="121" y="1926"/>
                  </a:lnTo>
                  <a:lnTo>
                    <a:pt x="60" y="2568"/>
                  </a:lnTo>
                  <a:lnTo>
                    <a:pt x="60" y="2568"/>
                  </a:lnTo>
                  <a:lnTo>
                    <a:pt x="40" y="2628"/>
                  </a:lnTo>
                  <a:lnTo>
                    <a:pt x="0" y="2648"/>
                  </a:lnTo>
                  <a:lnTo>
                    <a:pt x="0" y="2648"/>
                  </a:lnTo>
                  <a:lnTo>
                    <a:pt x="1003" y="2608"/>
                  </a:lnTo>
                  <a:lnTo>
                    <a:pt x="2006" y="2528"/>
                  </a:lnTo>
                  <a:lnTo>
                    <a:pt x="3028" y="2387"/>
                  </a:lnTo>
                  <a:lnTo>
                    <a:pt x="4031" y="2207"/>
                  </a:lnTo>
                  <a:lnTo>
                    <a:pt x="4532" y="2107"/>
                  </a:lnTo>
                  <a:lnTo>
                    <a:pt x="5034" y="1986"/>
                  </a:lnTo>
                  <a:lnTo>
                    <a:pt x="5535" y="1866"/>
                  </a:lnTo>
                  <a:lnTo>
                    <a:pt x="6017" y="1726"/>
                  </a:lnTo>
                  <a:lnTo>
                    <a:pt x="6518" y="1565"/>
                  </a:lnTo>
                  <a:lnTo>
                    <a:pt x="6999" y="1405"/>
                  </a:lnTo>
                  <a:lnTo>
                    <a:pt x="7481" y="1224"/>
                  </a:lnTo>
                  <a:lnTo>
                    <a:pt x="7962" y="1044"/>
                  </a:lnTo>
                  <a:lnTo>
                    <a:pt x="7962" y="1044"/>
                  </a:lnTo>
                  <a:lnTo>
                    <a:pt x="7541" y="502"/>
                  </a:lnTo>
                  <a:lnTo>
                    <a:pt x="7541" y="502"/>
                  </a:lnTo>
                  <a:lnTo>
                    <a:pt x="6538" y="562"/>
                  </a:lnTo>
                  <a:lnTo>
                    <a:pt x="5515" y="582"/>
                  </a:lnTo>
                  <a:lnTo>
                    <a:pt x="5515" y="582"/>
                  </a:lnTo>
                  <a:lnTo>
                    <a:pt x="4853" y="562"/>
                  </a:lnTo>
                  <a:lnTo>
                    <a:pt x="4172" y="542"/>
                  </a:lnTo>
                  <a:lnTo>
                    <a:pt x="3510" y="502"/>
                  </a:lnTo>
                  <a:lnTo>
                    <a:pt x="2828" y="442"/>
                  </a:lnTo>
                  <a:lnTo>
                    <a:pt x="2166" y="362"/>
                  </a:lnTo>
                  <a:lnTo>
                    <a:pt x="1504" y="262"/>
                  </a:lnTo>
                  <a:lnTo>
                    <a:pt x="842" y="141"/>
                  </a:lnTo>
                  <a:lnTo>
                    <a:pt x="20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2" name="Google Shape;5932;p26"/>
            <p:cNvSpPr/>
            <p:nvPr/>
          </p:nvSpPr>
          <p:spPr>
            <a:xfrm>
              <a:off x="11214225" y="4491950"/>
              <a:ext cx="227125" cy="165975"/>
            </a:xfrm>
            <a:custGeom>
              <a:avLst/>
              <a:gdLst/>
              <a:ahLst/>
              <a:cxnLst/>
              <a:rect l="l" t="t" r="r" b="b"/>
              <a:pathLst>
                <a:path w="9085" h="6639" fill="none" extrusionOk="0">
                  <a:moveTo>
                    <a:pt x="1464" y="0"/>
                  </a:moveTo>
                  <a:lnTo>
                    <a:pt x="1464" y="0"/>
                  </a:lnTo>
                  <a:lnTo>
                    <a:pt x="1544" y="301"/>
                  </a:lnTo>
                  <a:lnTo>
                    <a:pt x="1625" y="602"/>
                  </a:lnTo>
                  <a:lnTo>
                    <a:pt x="1665" y="903"/>
                  </a:lnTo>
                  <a:lnTo>
                    <a:pt x="1705" y="1223"/>
                  </a:lnTo>
                  <a:lnTo>
                    <a:pt x="1705" y="1544"/>
                  </a:lnTo>
                  <a:lnTo>
                    <a:pt x="1705" y="1865"/>
                  </a:lnTo>
                  <a:lnTo>
                    <a:pt x="1665" y="2186"/>
                  </a:lnTo>
                  <a:lnTo>
                    <a:pt x="1605" y="2527"/>
                  </a:lnTo>
                  <a:lnTo>
                    <a:pt x="1605" y="2527"/>
                  </a:lnTo>
                  <a:lnTo>
                    <a:pt x="1524" y="2828"/>
                  </a:lnTo>
                  <a:lnTo>
                    <a:pt x="1404" y="3149"/>
                  </a:lnTo>
                  <a:lnTo>
                    <a:pt x="1244" y="3469"/>
                  </a:lnTo>
                  <a:lnTo>
                    <a:pt x="1063" y="3810"/>
                  </a:lnTo>
                  <a:lnTo>
                    <a:pt x="823" y="4171"/>
                  </a:lnTo>
                  <a:lnTo>
                    <a:pt x="582" y="4532"/>
                  </a:lnTo>
                  <a:lnTo>
                    <a:pt x="301" y="4913"/>
                  </a:lnTo>
                  <a:lnTo>
                    <a:pt x="0" y="5274"/>
                  </a:lnTo>
                  <a:lnTo>
                    <a:pt x="0" y="5274"/>
                  </a:lnTo>
                  <a:lnTo>
                    <a:pt x="943" y="5575"/>
                  </a:lnTo>
                  <a:lnTo>
                    <a:pt x="1946" y="5836"/>
                  </a:lnTo>
                  <a:lnTo>
                    <a:pt x="2968" y="6077"/>
                  </a:lnTo>
                  <a:lnTo>
                    <a:pt x="4031" y="6257"/>
                  </a:lnTo>
                  <a:lnTo>
                    <a:pt x="5114" y="6418"/>
                  </a:lnTo>
                  <a:lnTo>
                    <a:pt x="6237" y="6538"/>
                  </a:lnTo>
                  <a:lnTo>
                    <a:pt x="7360" y="6598"/>
                  </a:lnTo>
                  <a:lnTo>
                    <a:pt x="7922" y="6618"/>
                  </a:lnTo>
                  <a:lnTo>
                    <a:pt x="8483" y="6638"/>
                  </a:lnTo>
                  <a:lnTo>
                    <a:pt x="8483" y="6638"/>
                  </a:lnTo>
                  <a:lnTo>
                    <a:pt x="9085" y="6618"/>
                  </a:lnTo>
                  <a:lnTo>
                    <a:pt x="9085" y="6618"/>
                  </a:lnTo>
                  <a:lnTo>
                    <a:pt x="9045" y="6598"/>
                  </a:lnTo>
                  <a:lnTo>
                    <a:pt x="9025" y="6558"/>
                  </a:lnTo>
                  <a:lnTo>
                    <a:pt x="9025" y="6558"/>
                  </a:lnTo>
                  <a:lnTo>
                    <a:pt x="8965" y="5896"/>
                  </a:lnTo>
                  <a:lnTo>
                    <a:pt x="8925" y="5214"/>
                  </a:lnTo>
                  <a:lnTo>
                    <a:pt x="8884" y="4532"/>
                  </a:lnTo>
                  <a:lnTo>
                    <a:pt x="8864" y="3851"/>
                  </a:lnTo>
                  <a:lnTo>
                    <a:pt x="8864" y="3851"/>
                  </a:lnTo>
                  <a:lnTo>
                    <a:pt x="8162" y="3650"/>
                  </a:lnTo>
                  <a:lnTo>
                    <a:pt x="7461" y="3449"/>
                  </a:lnTo>
                  <a:lnTo>
                    <a:pt x="6759" y="3209"/>
                  </a:lnTo>
                  <a:lnTo>
                    <a:pt x="6077" y="2948"/>
                  </a:lnTo>
                  <a:lnTo>
                    <a:pt x="6077" y="2948"/>
                  </a:lnTo>
                  <a:lnTo>
                    <a:pt x="5435" y="2687"/>
                  </a:lnTo>
                  <a:lnTo>
                    <a:pt x="4813" y="2387"/>
                  </a:lnTo>
                  <a:lnTo>
                    <a:pt x="4192" y="2046"/>
                  </a:lnTo>
                  <a:lnTo>
                    <a:pt x="3610" y="1705"/>
                  </a:lnTo>
                  <a:lnTo>
                    <a:pt x="3029" y="1324"/>
                  </a:lnTo>
                  <a:lnTo>
                    <a:pt x="2487" y="903"/>
                  </a:lnTo>
                  <a:lnTo>
                    <a:pt x="1966" y="481"/>
                  </a:lnTo>
                  <a:lnTo>
                    <a:pt x="1464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3" name="Google Shape;5933;p26"/>
            <p:cNvSpPr/>
            <p:nvPr/>
          </p:nvSpPr>
          <p:spPr>
            <a:xfrm>
              <a:off x="11161575" y="3984550"/>
              <a:ext cx="64200" cy="193550"/>
            </a:xfrm>
            <a:custGeom>
              <a:avLst/>
              <a:gdLst/>
              <a:ahLst/>
              <a:cxnLst/>
              <a:rect l="l" t="t" r="r" b="b"/>
              <a:pathLst>
                <a:path w="2568" h="7742" fill="none" extrusionOk="0">
                  <a:moveTo>
                    <a:pt x="462" y="1"/>
                  </a:moveTo>
                  <a:lnTo>
                    <a:pt x="462" y="1"/>
                  </a:lnTo>
                  <a:lnTo>
                    <a:pt x="462" y="362"/>
                  </a:lnTo>
                  <a:lnTo>
                    <a:pt x="442" y="763"/>
                  </a:lnTo>
                  <a:lnTo>
                    <a:pt x="341" y="1625"/>
                  </a:lnTo>
                  <a:lnTo>
                    <a:pt x="121" y="3490"/>
                  </a:lnTo>
                  <a:lnTo>
                    <a:pt x="41" y="4413"/>
                  </a:lnTo>
                  <a:lnTo>
                    <a:pt x="1" y="4834"/>
                  </a:lnTo>
                  <a:lnTo>
                    <a:pt x="1" y="5255"/>
                  </a:lnTo>
                  <a:lnTo>
                    <a:pt x="1" y="5656"/>
                  </a:lnTo>
                  <a:lnTo>
                    <a:pt x="41" y="6017"/>
                  </a:lnTo>
                  <a:lnTo>
                    <a:pt x="81" y="6338"/>
                  </a:lnTo>
                  <a:lnTo>
                    <a:pt x="181" y="6619"/>
                  </a:lnTo>
                  <a:lnTo>
                    <a:pt x="181" y="6619"/>
                  </a:lnTo>
                  <a:lnTo>
                    <a:pt x="281" y="6880"/>
                  </a:lnTo>
                  <a:lnTo>
                    <a:pt x="422" y="7140"/>
                  </a:lnTo>
                  <a:lnTo>
                    <a:pt x="763" y="7742"/>
                  </a:lnTo>
                  <a:lnTo>
                    <a:pt x="763" y="7742"/>
                  </a:lnTo>
                  <a:lnTo>
                    <a:pt x="943" y="6639"/>
                  </a:lnTo>
                  <a:lnTo>
                    <a:pt x="1144" y="5576"/>
                  </a:lnTo>
                  <a:lnTo>
                    <a:pt x="1144" y="5576"/>
                  </a:lnTo>
                  <a:lnTo>
                    <a:pt x="1284" y="4974"/>
                  </a:lnTo>
                  <a:lnTo>
                    <a:pt x="1424" y="4373"/>
                  </a:lnTo>
                  <a:lnTo>
                    <a:pt x="1585" y="3771"/>
                  </a:lnTo>
                  <a:lnTo>
                    <a:pt x="1745" y="3190"/>
                  </a:lnTo>
                  <a:lnTo>
                    <a:pt x="1926" y="2608"/>
                  </a:lnTo>
                  <a:lnTo>
                    <a:pt x="2126" y="2026"/>
                  </a:lnTo>
                  <a:lnTo>
                    <a:pt x="2347" y="1445"/>
                  </a:lnTo>
                  <a:lnTo>
                    <a:pt x="2568" y="883"/>
                  </a:lnTo>
                  <a:lnTo>
                    <a:pt x="2568" y="883"/>
                  </a:lnTo>
                  <a:lnTo>
                    <a:pt x="2026" y="683"/>
                  </a:lnTo>
                  <a:lnTo>
                    <a:pt x="1485" y="462"/>
                  </a:lnTo>
                  <a:lnTo>
                    <a:pt x="963" y="242"/>
                  </a:lnTo>
                  <a:lnTo>
                    <a:pt x="46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4" name="Google Shape;5934;p26"/>
            <p:cNvSpPr/>
            <p:nvPr/>
          </p:nvSpPr>
          <p:spPr>
            <a:xfrm>
              <a:off x="11435825" y="4588200"/>
              <a:ext cx="12550" cy="69225"/>
            </a:xfrm>
            <a:custGeom>
              <a:avLst/>
              <a:gdLst/>
              <a:ahLst/>
              <a:cxnLst/>
              <a:rect l="l" t="t" r="r" b="b"/>
              <a:pathLst>
                <a:path w="502" h="2769" extrusionOk="0">
                  <a:moveTo>
                    <a:pt x="0" y="1"/>
                  </a:moveTo>
                  <a:lnTo>
                    <a:pt x="20" y="682"/>
                  </a:lnTo>
                  <a:lnTo>
                    <a:pt x="61" y="1364"/>
                  </a:lnTo>
                  <a:lnTo>
                    <a:pt x="101" y="2046"/>
                  </a:lnTo>
                  <a:lnTo>
                    <a:pt x="161" y="2708"/>
                  </a:lnTo>
                  <a:lnTo>
                    <a:pt x="181" y="2748"/>
                  </a:lnTo>
                  <a:lnTo>
                    <a:pt x="221" y="2768"/>
                  </a:lnTo>
                  <a:lnTo>
                    <a:pt x="301" y="2768"/>
                  </a:lnTo>
                  <a:lnTo>
                    <a:pt x="341" y="2748"/>
                  </a:lnTo>
                  <a:lnTo>
                    <a:pt x="361" y="2688"/>
                  </a:lnTo>
                  <a:lnTo>
                    <a:pt x="422" y="2046"/>
                  </a:lnTo>
                  <a:lnTo>
                    <a:pt x="462" y="1404"/>
                  </a:lnTo>
                  <a:lnTo>
                    <a:pt x="482" y="763"/>
                  </a:lnTo>
                  <a:lnTo>
                    <a:pt x="502" y="12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5" name="Google Shape;5935;p26"/>
            <p:cNvSpPr/>
            <p:nvPr/>
          </p:nvSpPr>
          <p:spPr>
            <a:xfrm>
              <a:off x="11322000" y="4109400"/>
              <a:ext cx="116850" cy="218625"/>
            </a:xfrm>
            <a:custGeom>
              <a:avLst/>
              <a:gdLst/>
              <a:ahLst/>
              <a:cxnLst/>
              <a:rect l="l" t="t" r="r" b="b"/>
              <a:pathLst>
                <a:path w="4674" h="8745" extrusionOk="0">
                  <a:moveTo>
                    <a:pt x="3551" y="0"/>
                  </a:moveTo>
                  <a:lnTo>
                    <a:pt x="3230" y="301"/>
                  </a:lnTo>
                  <a:lnTo>
                    <a:pt x="2869" y="682"/>
                  </a:lnTo>
                  <a:lnTo>
                    <a:pt x="2428" y="1184"/>
                  </a:lnTo>
                  <a:lnTo>
                    <a:pt x="2187" y="1464"/>
                  </a:lnTo>
                  <a:lnTo>
                    <a:pt x="1946" y="1805"/>
                  </a:lnTo>
                  <a:lnTo>
                    <a:pt x="1686" y="2146"/>
                  </a:lnTo>
                  <a:lnTo>
                    <a:pt x="1445" y="2527"/>
                  </a:lnTo>
                  <a:lnTo>
                    <a:pt x="1184" y="2928"/>
                  </a:lnTo>
                  <a:lnTo>
                    <a:pt x="964" y="3350"/>
                  </a:lnTo>
                  <a:lnTo>
                    <a:pt x="723" y="3811"/>
                  </a:lnTo>
                  <a:lnTo>
                    <a:pt x="522" y="4272"/>
                  </a:lnTo>
                  <a:lnTo>
                    <a:pt x="362" y="4713"/>
                  </a:lnTo>
                  <a:lnTo>
                    <a:pt x="222" y="5175"/>
                  </a:lnTo>
                  <a:lnTo>
                    <a:pt x="101" y="5656"/>
                  </a:lnTo>
                  <a:lnTo>
                    <a:pt x="1" y="6137"/>
                  </a:lnTo>
                  <a:lnTo>
                    <a:pt x="2628" y="8744"/>
                  </a:lnTo>
                  <a:lnTo>
                    <a:pt x="2628" y="8203"/>
                  </a:lnTo>
                  <a:lnTo>
                    <a:pt x="2668" y="7581"/>
                  </a:lnTo>
                  <a:lnTo>
                    <a:pt x="2728" y="6779"/>
                  </a:lnTo>
                  <a:lnTo>
                    <a:pt x="2849" y="5836"/>
                  </a:lnTo>
                  <a:lnTo>
                    <a:pt x="3009" y="4793"/>
                  </a:lnTo>
                  <a:lnTo>
                    <a:pt x="3109" y="4252"/>
                  </a:lnTo>
                  <a:lnTo>
                    <a:pt x="3210" y="3711"/>
                  </a:lnTo>
                  <a:lnTo>
                    <a:pt x="3350" y="3169"/>
                  </a:lnTo>
                  <a:lnTo>
                    <a:pt x="3511" y="2608"/>
                  </a:lnTo>
                  <a:lnTo>
                    <a:pt x="3671" y="2126"/>
                  </a:lnTo>
                  <a:lnTo>
                    <a:pt x="3831" y="1665"/>
                  </a:lnTo>
                  <a:lnTo>
                    <a:pt x="4012" y="1204"/>
                  </a:lnTo>
                  <a:lnTo>
                    <a:pt x="4232" y="763"/>
                  </a:lnTo>
                  <a:lnTo>
                    <a:pt x="4433" y="361"/>
                  </a:lnTo>
                  <a:lnTo>
                    <a:pt x="467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6" name="Google Shape;5936;p26"/>
            <p:cNvSpPr/>
            <p:nvPr/>
          </p:nvSpPr>
          <p:spPr>
            <a:xfrm>
              <a:off x="11322000" y="4109400"/>
              <a:ext cx="116850" cy="218625"/>
            </a:xfrm>
            <a:custGeom>
              <a:avLst/>
              <a:gdLst/>
              <a:ahLst/>
              <a:cxnLst/>
              <a:rect l="l" t="t" r="r" b="b"/>
              <a:pathLst>
                <a:path w="4674" h="8745" fill="none" extrusionOk="0">
                  <a:moveTo>
                    <a:pt x="4674" y="0"/>
                  </a:moveTo>
                  <a:lnTo>
                    <a:pt x="4674" y="0"/>
                  </a:lnTo>
                  <a:lnTo>
                    <a:pt x="4433" y="361"/>
                  </a:lnTo>
                  <a:lnTo>
                    <a:pt x="4232" y="763"/>
                  </a:lnTo>
                  <a:lnTo>
                    <a:pt x="4232" y="763"/>
                  </a:lnTo>
                  <a:lnTo>
                    <a:pt x="4012" y="1204"/>
                  </a:lnTo>
                  <a:lnTo>
                    <a:pt x="3831" y="1665"/>
                  </a:lnTo>
                  <a:lnTo>
                    <a:pt x="3671" y="2126"/>
                  </a:lnTo>
                  <a:lnTo>
                    <a:pt x="3511" y="2608"/>
                  </a:lnTo>
                  <a:lnTo>
                    <a:pt x="3511" y="2608"/>
                  </a:lnTo>
                  <a:lnTo>
                    <a:pt x="3350" y="3169"/>
                  </a:lnTo>
                  <a:lnTo>
                    <a:pt x="3210" y="3711"/>
                  </a:lnTo>
                  <a:lnTo>
                    <a:pt x="3109" y="4252"/>
                  </a:lnTo>
                  <a:lnTo>
                    <a:pt x="3009" y="4793"/>
                  </a:lnTo>
                  <a:lnTo>
                    <a:pt x="2849" y="5836"/>
                  </a:lnTo>
                  <a:lnTo>
                    <a:pt x="2728" y="6779"/>
                  </a:lnTo>
                  <a:lnTo>
                    <a:pt x="2668" y="7581"/>
                  </a:lnTo>
                  <a:lnTo>
                    <a:pt x="2628" y="8203"/>
                  </a:lnTo>
                  <a:lnTo>
                    <a:pt x="2628" y="8744"/>
                  </a:lnTo>
                  <a:lnTo>
                    <a:pt x="1" y="6137"/>
                  </a:lnTo>
                  <a:lnTo>
                    <a:pt x="1" y="6137"/>
                  </a:lnTo>
                  <a:lnTo>
                    <a:pt x="101" y="5656"/>
                  </a:lnTo>
                  <a:lnTo>
                    <a:pt x="222" y="5175"/>
                  </a:lnTo>
                  <a:lnTo>
                    <a:pt x="362" y="4713"/>
                  </a:lnTo>
                  <a:lnTo>
                    <a:pt x="522" y="4272"/>
                  </a:lnTo>
                  <a:lnTo>
                    <a:pt x="522" y="4272"/>
                  </a:lnTo>
                  <a:lnTo>
                    <a:pt x="723" y="3811"/>
                  </a:lnTo>
                  <a:lnTo>
                    <a:pt x="964" y="3350"/>
                  </a:lnTo>
                  <a:lnTo>
                    <a:pt x="1184" y="2928"/>
                  </a:lnTo>
                  <a:lnTo>
                    <a:pt x="1445" y="2527"/>
                  </a:lnTo>
                  <a:lnTo>
                    <a:pt x="1686" y="2146"/>
                  </a:lnTo>
                  <a:lnTo>
                    <a:pt x="1946" y="1805"/>
                  </a:lnTo>
                  <a:lnTo>
                    <a:pt x="2187" y="1464"/>
                  </a:lnTo>
                  <a:lnTo>
                    <a:pt x="2428" y="1184"/>
                  </a:lnTo>
                  <a:lnTo>
                    <a:pt x="2869" y="682"/>
                  </a:lnTo>
                  <a:lnTo>
                    <a:pt x="3230" y="301"/>
                  </a:lnTo>
                  <a:lnTo>
                    <a:pt x="3551" y="0"/>
                  </a:lnTo>
                  <a:lnTo>
                    <a:pt x="3771" y="0"/>
                  </a:lnTo>
                  <a:lnTo>
                    <a:pt x="4674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7" name="Google Shape;5937;p26"/>
            <p:cNvSpPr/>
            <p:nvPr/>
          </p:nvSpPr>
          <p:spPr>
            <a:xfrm>
              <a:off x="11416275" y="4109400"/>
              <a:ext cx="119350" cy="218125"/>
            </a:xfrm>
            <a:custGeom>
              <a:avLst/>
              <a:gdLst/>
              <a:ahLst/>
              <a:cxnLst/>
              <a:rect l="l" t="t" r="r" b="b"/>
              <a:pathLst>
                <a:path w="4774" h="8725" extrusionOk="0">
                  <a:moveTo>
                    <a:pt x="0" y="0"/>
                  </a:moveTo>
                  <a:lnTo>
                    <a:pt x="241" y="361"/>
                  </a:lnTo>
                  <a:lnTo>
                    <a:pt x="461" y="763"/>
                  </a:lnTo>
                  <a:lnTo>
                    <a:pt x="642" y="1123"/>
                  </a:lnTo>
                  <a:lnTo>
                    <a:pt x="802" y="1484"/>
                  </a:lnTo>
                  <a:lnTo>
                    <a:pt x="943" y="1845"/>
                  </a:lnTo>
                  <a:lnTo>
                    <a:pt x="1083" y="2247"/>
                  </a:lnTo>
                  <a:lnTo>
                    <a:pt x="1264" y="2808"/>
                  </a:lnTo>
                  <a:lnTo>
                    <a:pt x="1424" y="3370"/>
                  </a:lnTo>
                  <a:lnTo>
                    <a:pt x="1585" y="3951"/>
                  </a:lnTo>
                  <a:lnTo>
                    <a:pt x="1705" y="4513"/>
                  </a:lnTo>
                  <a:lnTo>
                    <a:pt x="1805" y="5054"/>
                  </a:lnTo>
                  <a:lnTo>
                    <a:pt x="1885" y="5596"/>
                  </a:lnTo>
                  <a:lnTo>
                    <a:pt x="2026" y="6598"/>
                  </a:lnTo>
                  <a:lnTo>
                    <a:pt x="2126" y="7461"/>
                  </a:lnTo>
                  <a:lnTo>
                    <a:pt x="2166" y="8123"/>
                  </a:lnTo>
                  <a:lnTo>
                    <a:pt x="2186" y="8724"/>
                  </a:lnTo>
                  <a:lnTo>
                    <a:pt x="4773" y="6077"/>
                  </a:lnTo>
                  <a:lnTo>
                    <a:pt x="4653" y="5495"/>
                  </a:lnTo>
                  <a:lnTo>
                    <a:pt x="4492" y="4954"/>
                  </a:lnTo>
                  <a:lnTo>
                    <a:pt x="4292" y="4412"/>
                  </a:lnTo>
                  <a:lnTo>
                    <a:pt x="4091" y="3911"/>
                  </a:lnTo>
                  <a:lnTo>
                    <a:pt x="3851" y="3430"/>
                  </a:lnTo>
                  <a:lnTo>
                    <a:pt x="3590" y="2969"/>
                  </a:lnTo>
                  <a:lnTo>
                    <a:pt x="3329" y="2547"/>
                  </a:lnTo>
                  <a:lnTo>
                    <a:pt x="3049" y="2146"/>
                  </a:lnTo>
                  <a:lnTo>
                    <a:pt x="2688" y="1665"/>
                  </a:lnTo>
                  <a:lnTo>
                    <a:pt x="2347" y="1244"/>
                  </a:lnTo>
                  <a:lnTo>
                    <a:pt x="2026" y="883"/>
                  </a:lnTo>
                  <a:lnTo>
                    <a:pt x="1725" y="562"/>
                  </a:lnTo>
                  <a:lnTo>
                    <a:pt x="1284" y="141"/>
                  </a:lnTo>
                  <a:lnTo>
                    <a:pt x="112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8" name="Google Shape;5938;p26"/>
            <p:cNvSpPr/>
            <p:nvPr/>
          </p:nvSpPr>
          <p:spPr>
            <a:xfrm>
              <a:off x="11416275" y="4109400"/>
              <a:ext cx="119350" cy="218125"/>
            </a:xfrm>
            <a:custGeom>
              <a:avLst/>
              <a:gdLst/>
              <a:ahLst/>
              <a:cxnLst/>
              <a:rect l="l" t="t" r="r" b="b"/>
              <a:pathLst>
                <a:path w="4774" h="8725" fill="none" extrusionOk="0">
                  <a:moveTo>
                    <a:pt x="4773" y="6077"/>
                  </a:moveTo>
                  <a:lnTo>
                    <a:pt x="2186" y="8724"/>
                  </a:lnTo>
                  <a:lnTo>
                    <a:pt x="2186" y="8724"/>
                  </a:lnTo>
                  <a:lnTo>
                    <a:pt x="2166" y="8123"/>
                  </a:lnTo>
                  <a:lnTo>
                    <a:pt x="2126" y="7461"/>
                  </a:lnTo>
                  <a:lnTo>
                    <a:pt x="2026" y="6598"/>
                  </a:lnTo>
                  <a:lnTo>
                    <a:pt x="1885" y="5596"/>
                  </a:lnTo>
                  <a:lnTo>
                    <a:pt x="1805" y="5054"/>
                  </a:lnTo>
                  <a:lnTo>
                    <a:pt x="1705" y="4513"/>
                  </a:lnTo>
                  <a:lnTo>
                    <a:pt x="1585" y="3951"/>
                  </a:lnTo>
                  <a:lnTo>
                    <a:pt x="1424" y="3370"/>
                  </a:lnTo>
                  <a:lnTo>
                    <a:pt x="1264" y="2808"/>
                  </a:lnTo>
                  <a:lnTo>
                    <a:pt x="1083" y="2247"/>
                  </a:lnTo>
                  <a:lnTo>
                    <a:pt x="1083" y="2247"/>
                  </a:lnTo>
                  <a:lnTo>
                    <a:pt x="943" y="1845"/>
                  </a:lnTo>
                  <a:lnTo>
                    <a:pt x="802" y="1484"/>
                  </a:lnTo>
                  <a:lnTo>
                    <a:pt x="642" y="1123"/>
                  </a:lnTo>
                  <a:lnTo>
                    <a:pt x="461" y="763"/>
                  </a:lnTo>
                  <a:lnTo>
                    <a:pt x="461" y="763"/>
                  </a:lnTo>
                  <a:lnTo>
                    <a:pt x="241" y="361"/>
                  </a:lnTo>
                  <a:lnTo>
                    <a:pt x="0" y="0"/>
                  </a:lnTo>
                  <a:lnTo>
                    <a:pt x="903" y="0"/>
                  </a:lnTo>
                  <a:lnTo>
                    <a:pt x="1123" y="0"/>
                  </a:lnTo>
                  <a:lnTo>
                    <a:pt x="1123" y="0"/>
                  </a:lnTo>
                  <a:lnTo>
                    <a:pt x="1284" y="141"/>
                  </a:lnTo>
                  <a:lnTo>
                    <a:pt x="1725" y="562"/>
                  </a:lnTo>
                  <a:lnTo>
                    <a:pt x="2026" y="883"/>
                  </a:lnTo>
                  <a:lnTo>
                    <a:pt x="2347" y="1244"/>
                  </a:lnTo>
                  <a:lnTo>
                    <a:pt x="2688" y="1665"/>
                  </a:lnTo>
                  <a:lnTo>
                    <a:pt x="3049" y="2146"/>
                  </a:lnTo>
                  <a:lnTo>
                    <a:pt x="3049" y="2146"/>
                  </a:lnTo>
                  <a:lnTo>
                    <a:pt x="3329" y="2547"/>
                  </a:lnTo>
                  <a:lnTo>
                    <a:pt x="3590" y="2969"/>
                  </a:lnTo>
                  <a:lnTo>
                    <a:pt x="3851" y="3430"/>
                  </a:lnTo>
                  <a:lnTo>
                    <a:pt x="4091" y="3911"/>
                  </a:lnTo>
                  <a:lnTo>
                    <a:pt x="4292" y="4412"/>
                  </a:lnTo>
                  <a:lnTo>
                    <a:pt x="4492" y="4954"/>
                  </a:lnTo>
                  <a:lnTo>
                    <a:pt x="4653" y="5495"/>
                  </a:lnTo>
                  <a:lnTo>
                    <a:pt x="4773" y="6077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9" name="Google Shape;5939;p26"/>
            <p:cNvSpPr/>
            <p:nvPr/>
          </p:nvSpPr>
          <p:spPr>
            <a:xfrm>
              <a:off x="11335050" y="4119925"/>
              <a:ext cx="92775" cy="96300"/>
            </a:xfrm>
            <a:custGeom>
              <a:avLst/>
              <a:gdLst/>
              <a:ahLst/>
              <a:cxnLst/>
              <a:rect l="l" t="t" r="r" b="b"/>
              <a:pathLst>
                <a:path w="3711" h="3852" extrusionOk="0">
                  <a:moveTo>
                    <a:pt x="2628" y="1"/>
                  </a:moveTo>
                  <a:lnTo>
                    <a:pt x="2487" y="121"/>
                  </a:lnTo>
                  <a:lnTo>
                    <a:pt x="2206" y="402"/>
                  </a:lnTo>
                  <a:lnTo>
                    <a:pt x="1906" y="763"/>
                  </a:lnTo>
                  <a:lnTo>
                    <a:pt x="1585" y="1164"/>
                  </a:lnTo>
                  <a:lnTo>
                    <a:pt x="1244" y="1605"/>
                  </a:lnTo>
                  <a:lnTo>
                    <a:pt x="923" y="2106"/>
                  </a:lnTo>
                  <a:lnTo>
                    <a:pt x="582" y="2648"/>
                  </a:lnTo>
                  <a:lnTo>
                    <a:pt x="281" y="3229"/>
                  </a:lnTo>
                  <a:lnTo>
                    <a:pt x="0" y="3851"/>
                  </a:lnTo>
                  <a:lnTo>
                    <a:pt x="281" y="3610"/>
                  </a:lnTo>
                  <a:lnTo>
                    <a:pt x="602" y="3390"/>
                  </a:lnTo>
                  <a:lnTo>
                    <a:pt x="903" y="3189"/>
                  </a:lnTo>
                  <a:lnTo>
                    <a:pt x="1224" y="2989"/>
                  </a:lnTo>
                  <a:lnTo>
                    <a:pt x="1565" y="2808"/>
                  </a:lnTo>
                  <a:lnTo>
                    <a:pt x="1906" y="2648"/>
                  </a:lnTo>
                  <a:lnTo>
                    <a:pt x="2587" y="2347"/>
                  </a:lnTo>
                  <a:lnTo>
                    <a:pt x="2989" y="2187"/>
                  </a:lnTo>
                  <a:lnTo>
                    <a:pt x="3149" y="1705"/>
                  </a:lnTo>
                  <a:lnTo>
                    <a:pt x="3309" y="1244"/>
                  </a:lnTo>
                  <a:lnTo>
                    <a:pt x="3490" y="783"/>
                  </a:lnTo>
                  <a:lnTo>
                    <a:pt x="3710" y="342"/>
                  </a:lnTo>
                  <a:lnTo>
                    <a:pt x="3630" y="181"/>
                  </a:lnTo>
                  <a:lnTo>
                    <a:pt x="3430" y="241"/>
                  </a:lnTo>
                  <a:lnTo>
                    <a:pt x="3309" y="281"/>
                  </a:lnTo>
                  <a:lnTo>
                    <a:pt x="3089" y="281"/>
                  </a:lnTo>
                  <a:lnTo>
                    <a:pt x="3009" y="261"/>
                  </a:lnTo>
                  <a:lnTo>
                    <a:pt x="2908" y="241"/>
                  </a:lnTo>
                  <a:lnTo>
                    <a:pt x="2788" y="181"/>
                  </a:lnTo>
                  <a:lnTo>
                    <a:pt x="2708" y="101"/>
                  </a:lnTo>
                  <a:lnTo>
                    <a:pt x="2628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0" name="Google Shape;5940;p26"/>
            <p:cNvSpPr/>
            <p:nvPr/>
          </p:nvSpPr>
          <p:spPr>
            <a:xfrm>
              <a:off x="11335050" y="4119925"/>
              <a:ext cx="92775" cy="96300"/>
            </a:xfrm>
            <a:custGeom>
              <a:avLst/>
              <a:gdLst/>
              <a:ahLst/>
              <a:cxnLst/>
              <a:rect l="l" t="t" r="r" b="b"/>
              <a:pathLst>
                <a:path w="3711" h="3852" fill="none" extrusionOk="0">
                  <a:moveTo>
                    <a:pt x="2628" y="1"/>
                  </a:moveTo>
                  <a:lnTo>
                    <a:pt x="2628" y="1"/>
                  </a:lnTo>
                  <a:lnTo>
                    <a:pt x="2487" y="121"/>
                  </a:lnTo>
                  <a:lnTo>
                    <a:pt x="2487" y="121"/>
                  </a:lnTo>
                  <a:lnTo>
                    <a:pt x="2206" y="402"/>
                  </a:lnTo>
                  <a:lnTo>
                    <a:pt x="1906" y="763"/>
                  </a:lnTo>
                  <a:lnTo>
                    <a:pt x="1585" y="1164"/>
                  </a:lnTo>
                  <a:lnTo>
                    <a:pt x="1244" y="1605"/>
                  </a:lnTo>
                  <a:lnTo>
                    <a:pt x="923" y="2106"/>
                  </a:lnTo>
                  <a:lnTo>
                    <a:pt x="582" y="2648"/>
                  </a:lnTo>
                  <a:lnTo>
                    <a:pt x="281" y="3229"/>
                  </a:lnTo>
                  <a:lnTo>
                    <a:pt x="0" y="3851"/>
                  </a:lnTo>
                  <a:lnTo>
                    <a:pt x="0" y="3851"/>
                  </a:lnTo>
                  <a:lnTo>
                    <a:pt x="281" y="3610"/>
                  </a:lnTo>
                  <a:lnTo>
                    <a:pt x="602" y="3390"/>
                  </a:lnTo>
                  <a:lnTo>
                    <a:pt x="903" y="3189"/>
                  </a:lnTo>
                  <a:lnTo>
                    <a:pt x="1224" y="2989"/>
                  </a:lnTo>
                  <a:lnTo>
                    <a:pt x="1565" y="2808"/>
                  </a:lnTo>
                  <a:lnTo>
                    <a:pt x="1906" y="2648"/>
                  </a:lnTo>
                  <a:lnTo>
                    <a:pt x="2587" y="2347"/>
                  </a:lnTo>
                  <a:lnTo>
                    <a:pt x="2587" y="2347"/>
                  </a:lnTo>
                  <a:lnTo>
                    <a:pt x="2989" y="2187"/>
                  </a:lnTo>
                  <a:lnTo>
                    <a:pt x="2989" y="2187"/>
                  </a:lnTo>
                  <a:lnTo>
                    <a:pt x="3149" y="1705"/>
                  </a:lnTo>
                  <a:lnTo>
                    <a:pt x="3309" y="1244"/>
                  </a:lnTo>
                  <a:lnTo>
                    <a:pt x="3490" y="783"/>
                  </a:lnTo>
                  <a:lnTo>
                    <a:pt x="3710" y="342"/>
                  </a:lnTo>
                  <a:lnTo>
                    <a:pt x="3710" y="342"/>
                  </a:lnTo>
                  <a:lnTo>
                    <a:pt x="3630" y="181"/>
                  </a:lnTo>
                  <a:lnTo>
                    <a:pt x="3630" y="181"/>
                  </a:lnTo>
                  <a:lnTo>
                    <a:pt x="3430" y="241"/>
                  </a:lnTo>
                  <a:lnTo>
                    <a:pt x="3309" y="281"/>
                  </a:lnTo>
                  <a:lnTo>
                    <a:pt x="3189" y="281"/>
                  </a:lnTo>
                  <a:lnTo>
                    <a:pt x="3189" y="281"/>
                  </a:lnTo>
                  <a:lnTo>
                    <a:pt x="3089" y="281"/>
                  </a:lnTo>
                  <a:lnTo>
                    <a:pt x="3009" y="261"/>
                  </a:lnTo>
                  <a:lnTo>
                    <a:pt x="2908" y="241"/>
                  </a:lnTo>
                  <a:lnTo>
                    <a:pt x="2788" y="181"/>
                  </a:lnTo>
                  <a:lnTo>
                    <a:pt x="2788" y="181"/>
                  </a:lnTo>
                  <a:lnTo>
                    <a:pt x="2708" y="101"/>
                  </a:lnTo>
                  <a:lnTo>
                    <a:pt x="2628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1" name="Google Shape;5941;p26"/>
            <p:cNvSpPr/>
            <p:nvPr/>
          </p:nvSpPr>
          <p:spPr>
            <a:xfrm>
              <a:off x="11425800" y="4119425"/>
              <a:ext cx="66700" cy="46150"/>
            </a:xfrm>
            <a:custGeom>
              <a:avLst/>
              <a:gdLst/>
              <a:ahLst/>
              <a:cxnLst/>
              <a:rect l="l" t="t" r="r" b="b"/>
              <a:pathLst>
                <a:path w="2668" h="1846" extrusionOk="0">
                  <a:moveTo>
                    <a:pt x="1143" y="1"/>
                  </a:moveTo>
                  <a:lnTo>
                    <a:pt x="1063" y="121"/>
                  </a:lnTo>
                  <a:lnTo>
                    <a:pt x="983" y="181"/>
                  </a:lnTo>
                  <a:lnTo>
                    <a:pt x="883" y="241"/>
                  </a:lnTo>
                  <a:lnTo>
                    <a:pt x="782" y="281"/>
                  </a:lnTo>
                  <a:lnTo>
                    <a:pt x="682" y="301"/>
                  </a:lnTo>
                  <a:lnTo>
                    <a:pt x="502" y="301"/>
                  </a:lnTo>
                  <a:lnTo>
                    <a:pt x="401" y="281"/>
                  </a:lnTo>
                  <a:lnTo>
                    <a:pt x="221" y="221"/>
                  </a:lnTo>
                  <a:lnTo>
                    <a:pt x="141" y="201"/>
                  </a:lnTo>
                  <a:lnTo>
                    <a:pt x="0" y="201"/>
                  </a:lnTo>
                  <a:lnTo>
                    <a:pt x="80" y="362"/>
                  </a:lnTo>
                  <a:lnTo>
                    <a:pt x="261" y="722"/>
                  </a:lnTo>
                  <a:lnTo>
                    <a:pt x="421" y="1083"/>
                  </a:lnTo>
                  <a:lnTo>
                    <a:pt x="562" y="1444"/>
                  </a:lnTo>
                  <a:lnTo>
                    <a:pt x="702" y="1846"/>
                  </a:lnTo>
                  <a:lnTo>
                    <a:pt x="1023" y="1785"/>
                  </a:lnTo>
                  <a:lnTo>
                    <a:pt x="1344" y="1745"/>
                  </a:lnTo>
                  <a:lnTo>
                    <a:pt x="1665" y="1725"/>
                  </a:lnTo>
                  <a:lnTo>
                    <a:pt x="2006" y="1705"/>
                  </a:lnTo>
                  <a:lnTo>
                    <a:pt x="2327" y="1725"/>
                  </a:lnTo>
                  <a:lnTo>
                    <a:pt x="2668" y="1745"/>
                  </a:lnTo>
                  <a:lnTo>
                    <a:pt x="2286" y="1244"/>
                  </a:lnTo>
                  <a:lnTo>
                    <a:pt x="1926" y="803"/>
                  </a:lnTo>
                  <a:lnTo>
                    <a:pt x="1605" y="422"/>
                  </a:lnTo>
                  <a:lnTo>
                    <a:pt x="1304" y="121"/>
                  </a:lnTo>
                  <a:lnTo>
                    <a:pt x="1143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2" name="Google Shape;5942;p26"/>
            <p:cNvSpPr/>
            <p:nvPr/>
          </p:nvSpPr>
          <p:spPr>
            <a:xfrm>
              <a:off x="11425800" y="4119425"/>
              <a:ext cx="66700" cy="46150"/>
            </a:xfrm>
            <a:custGeom>
              <a:avLst/>
              <a:gdLst/>
              <a:ahLst/>
              <a:cxnLst/>
              <a:rect l="l" t="t" r="r" b="b"/>
              <a:pathLst>
                <a:path w="2668" h="1846" fill="none" extrusionOk="0">
                  <a:moveTo>
                    <a:pt x="1143" y="1"/>
                  </a:moveTo>
                  <a:lnTo>
                    <a:pt x="1143" y="1"/>
                  </a:lnTo>
                  <a:lnTo>
                    <a:pt x="1063" y="121"/>
                  </a:lnTo>
                  <a:lnTo>
                    <a:pt x="983" y="181"/>
                  </a:lnTo>
                  <a:lnTo>
                    <a:pt x="983" y="181"/>
                  </a:lnTo>
                  <a:lnTo>
                    <a:pt x="883" y="241"/>
                  </a:lnTo>
                  <a:lnTo>
                    <a:pt x="782" y="281"/>
                  </a:lnTo>
                  <a:lnTo>
                    <a:pt x="682" y="301"/>
                  </a:lnTo>
                  <a:lnTo>
                    <a:pt x="602" y="301"/>
                  </a:lnTo>
                  <a:lnTo>
                    <a:pt x="602" y="301"/>
                  </a:lnTo>
                  <a:lnTo>
                    <a:pt x="502" y="301"/>
                  </a:lnTo>
                  <a:lnTo>
                    <a:pt x="401" y="281"/>
                  </a:lnTo>
                  <a:lnTo>
                    <a:pt x="401" y="281"/>
                  </a:lnTo>
                  <a:lnTo>
                    <a:pt x="221" y="221"/>
                  </a:lnTo>
                  <a:lnTo>
                    <a:pt x="141" y="201"/>
                  </a:lnTo>
                  <a:lnTo>
                    <a:pt x="80" y="201"/>
                  </a:lnTo>
                  <a:lnTo>
                    <a:pt x="80" y="201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80" y="362"/>
                  </a:lnTo>
                  <a:lnTo>
                    <a:pt x="80" y="362"/>
                  </a:lnTo>
                  <a:lnTo>
                    <a:pt x="80" y="362"/>
                  </a:lnTo>
                  <a:lnTo>
                    <a:pt x="261" y="722"/>
                  </a:lnTo>
                  <a:lnTo>
                    <a:pt x="421" y="1083"/>
                  </a:lnTo>
                  <a:lnTo>
                    <a:pt x="562" y="1444"/>
                  </a:lnTo>
                  <a:lnTo>
                    <a:pt x="702" y="1846"/>
                  </a:lnTo>
                  <a:lnTo>
                    <a:pt x="702" y="1846"/>
                  </a:lnTo>
                  <a:lnTo>
                    <a:pt x="1023" y="1785"/>
                  </a:lnTo>
                  <a:lnTo>
                    <a:pt x="1344" y="1745"/>
                  </a:lnTo>
                  <a:lnTo>
                    <a:pt x="1665" y="1725"/>
                  </a:lnTo>
                  <a:lnTo>
                    <a:pt x="2006" y="1705"/>
                  </a:lnTo>
                  <a:lnTo>
                    <a:pt x="2006" y="1705"/>
                  </a:lnTo>
                  <a:lnTo>
                    <a:pt x="2327" y="1725"/>
                  </a:lnTo>
                  <a:lnTo>
                    <a:pt x="2668" y="1745"/>
                  </a:lnTo>
                  <a:lnTo>
                    <a:pt x="2668" y="1745"/>
                  </a:lnTo>
                  <a:lnTo>
                    <a:pt x="2286" y="1244"/>
                  </a:lnTo>
                  <a:lnTo>
                    <a:pt x="1926" y="803"/>
                  </a:lnTo>
                  <a:lnTo>
                    <a:pt x="1605" y="422"/>
                  </a:lnTo>
                  <a:lnTo>
                    <a:pt x="1304" y="121"/>
                  </a:lnTo>
                  <a:lnTo>
                    <a:pt x="1304" y="121"/>
                  </a:lnTo>
                  <a:lnTo>
                    <a:pt x="1143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3" name="Google Shape;5943;p26"/>
            <p:cNvSpPr/>
            <p:nvPr/>
          </p:nvSpPr>
          <p:spPr>
            <a:xfrm>
              <a:off x="11254325" y="3988075"/>
              <a:ext cx="156450" cy="165975"/>
            </a:xfrm>
            <a:custGeom>
              <a:avLst/>
              <a:gdLst/>
              <a:ahLst/>
              <a:cxnLst/>
              <a:rect l="l" t="t" r="r" b="b"/>
              <a:pathLst>
                <a:path w="6258" h="6639" extrusionOk="0">
                  <a:moveTo>
                    <a:pt x="1244" y="0"/>
                  </a:moveTo>
                  <a:lnTo>
                    <a:pt x="983" y="20"/>
                  </a:lnTo>
                  <a:lnTo>
                    <a:pt x="863" y="40"/>
                  </a:lnTo>
                  <a:lnTo>
                    <a:pt x="723" y="80"/>
                  </a:lnTo>
                  <a:lnTo>
                    <a:pt x="562" y="161"/>
                  </a:lnTo>
                  <a:lnTo>
                    <a:pt x="402" y="261"/>
                  </a:lnTo>
                  <a:lnTo>
                    <a:pt x="281" y="361"/>
                  </a:lnTo>
                  <a:lnTo>
                    <a:pt x="181" y="482"/>
                  </a:lnTo>
                  <a:lnTo>
                    <a:pt x="101" y="622"/>
                  </a:lnTo>
                  <a:lnTo>
                    <a:pt x="61" y="762"/>
                  </a:lnTo>
                  <a:lnTo>
                    <a:pt x="21" y="923"/>
                  </a:lnTo>
                  <a:lnTo>
                    <a:pt x="1" y="1103"/>
                  </a:lnTo>
                  <a:lnTo>
                    <a:pt x="1" y="1264"/>
                  </a:lnTo>
                  <a:lnTo>
                    <a:pt x="21" y="1464"/>
                  </a:lnTo>
                  <a:lnTo>
                    <a:pt x="61" y="1645"/>
                  </a:lnTo>
                  <a:lnTo>
                    <a:pt x="101" y="1845"/>
                  </a:lnTo>
                  <a:lnTo>
                    <a:pt x="221" y="2226"/>
                  </a:lnTo>
                  <a:lnTo>
                    <a:pt x="382" y="2627"/>
                  </a:lnTo>
                  <a:lnTo>
                    <a:pt x="562" y="3028"/>
                  </a:lnTo>
                  <a:lnTo>
                    <a:pt x="763" y="3410"/>
                  </a:lnTo>
                  <a:lnTo>
                    <a:pt x="1144" y="4091"/>
                  </a:lnTo>
                  <a:lnTo>
                    <a:pt x="1425" y="4593"/>
                  </a:lnTo>
                  <a:lnTo>
                    <a:pt x="1505" y="4753"/>
                  </a:lnTo>
                  <a:lnTo>
                    <a:pt x="1545" y="4853"/>
                  </a:lnTo>
                  <a:lnTo>
                    <a:pt x="1505" y="4994"/>
                  </a:lnTo>
                  <a:lnTo>
                    <a:pt x="1445" y="5174"/>
                  </a:lnTo>
                  <a:lnTo>
                    <a:pt x="1364" y="5395"/>
                  </a:lnTo>
                  <a:lnTo>
                    <a:pt x="1324" y="5636"/>
                  </a:lnTo>
                  <a:lnTo>
                    <a:pt x="1304" y="5776"/>
                  </a:lnTo>
                  <a:lnTo>
                    <a:pt x="1304" y="5896"/>
                  </a:lnTo>
                  <a:lnTo>
                    <a:pt x="1324" y="6017"/>
                  </a:lnTo>
                  <a:lnTo>
                    <a:pt x="1384" y="6137"/>
                  </a:lnTo>
                  <a:lnTo>
                    <a:pt x="1445" y="6237"/>
                  </a:lnTo>
                  <a:lnTo>
                    <a:pt x="1545" y="6358"/>
                  </a:lnTo>
                  <a:lnTo>
                    <a:pt x="1665" y="6458"/>
                  </a:lnTo>
                  <a:lnTo>
                    <a:pt x="1826" y="6538"/>
                  </a:lnTo>
                  <a:lnTo>
                    <a:pt x="1966" y="6598"/>
                  </a:lnTo>
                  <a:lnTo>
                    <a:pt x="2126" y="6638"/>
                  </a:lnTo>
                  <a:lnTo>
                    <a:pt x="2688" y="6638"/>
                  </a:lnTo>
                  <a:lnTo>
                    <a:pt x="2909" y="6598"/>
                  </a:lnTo>
                  <a:lnTo>
                    <a:pt x="3350" y="6498"/>
                  </a:lnTo>
                  <a:lnTo>
                    <a:pt x="3831" y="6358"/>
                  </a:lnTo>
                  <a:lnTo>
                    <a:pt x="4292" y="6177"/>
                  </a:lnTo>
                  <a:lnTo>
                    <a:pt x="4754" y="5976"/>
                  </a:lnTo>
                  <a:lnTo>
                    <a:pt x="5195" y="5736"/>
                  </a:lnTo>
                  <a:lnTo>
                    <a:pt x="5215" y="5736"/>
                  </a:lnTo>
                  <a:lnTo>
                    <a:pt x="5536" y="5515"/>
                  </a:lnTo>
                  <a:lnTo>
                    <a:pt x="5816" y="5295"/>
                  </a:lnTo>
                  <a:lnTo>
                    <a:pt x="6057" y="5074"/>
                  </a:lnTo>
                  <a:lnTo>
                    <a:pt x="6258" y="4873"/>
                  </a:lnTo>
                  <a:lnTo>
                    <a:pt x="6238" y="3871"/>
                  </a:lnTo>
                  <a:lnTo>
                    <a:pt x="6017" y="3590"/>
                  </a:lnTo>
                  <a:lnTo>
                    <a:pt x="5756" y="3269"/>
                  </a:lnTo>
                  <a:lnTo>
                    <a:pt x="5395" y="2868"/>
                  </a:lnTo>
                  <a:lnTo>
                    <a:pt x="4994" y="2427"/>
                  </a:lnTo>
                  <a:lnTo>
                    <a:pt x="4513" y="1946"/>
                  </a:lnTo>
                  <a:lnTo>
                    <a:pt x="3991" y="1484"/>
                  </a:lnTo>
                  <a:lnTo>
                    <a:pt x="3450" y="1023"/>
                  </a:lnTo>
                  <a:lnTo>
                    <a:pt x="3009" y="702"/>
                  </a:lnTo>
                  <a:lnTo>
                    <a:pt x="2708" y="502"/>
                  </a:lnTo>
                  <a:lnTo>
                    <a:pt x="2407" y="341"/>
                  </a:lnTo>
                  <a:lnTo>
                    <a:pt x="2106" y="201"/>
                  </a:lnTo>
                  <a:lnTo>
                    <a:pt x="1826" y="101"/>
                  </a:lnTo>
                  <a:lnTo>
                    <a:pt x="1525" y="40"/>
                  </a:lnTo>
                  <a:lnTo>
                    <a:pt x="124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4" name="Google Shape;5944;p26"/>
            <p:cNvSpPr/>
            <p:nvPr/>
          </p:nvSpPr>
          <p:spPr>
            <a:xfrm>
              <a:off x="11254325" y="3988075"/>
              <a:ext cx="156450" cy="165975"/>
            </a:xfrm>
            <a:custGeom>
              <a:avLst/>
              <a:gdLst/>
              <a:ahLst/>
              <a:cxnLst/>
              <a:rect l="l" t="t" r="r" b="b"/>
              <a:pathLst>
                <a:path w="6258" h="6639" fill="none" extrusionOk="0">
                  <a:moveTo>
                    <a:pt x="6258" y="4873"/>
                  </a:moveTo>
                  <a:lnTo>
                    <a:pt x="6258" y="4873"/>
                  </a:lnTo>
                  <a:lnTo>
                    <a:pt x="6057" y="5074"/>
                  </a:lnTo>
                  <a:lnTo>
                    <a:pt x="5816" y="5295"/>
                  </a:lnTo>
                  <a:lnTo>
                    <a:pt x="5536" y="5515"/>
                  </a:lnTo>
                  <a:lnTo>
                    <a:pt x="5215" y="5736"/>
                  </a:lnTo>
                  <a:lnTo>
                    <a:pt x="5195" y="5736"/>
                  </a:lnTo>
                  <a:lnTo>
                    <a:pt x="5195" y="5736"/>
                  </a:lnTo>
                  <a:lnTo>
                    <a:pt x="4754" y="5976"/>
                  </a:lnTo>
                  <a:lnTo>
                    <a:pt x="4292" y="6177"/>
                  </a:lnTo>
                  <a:lnTo>
                    <a:pt x="3831" y="6358"/>
                  </a:lnTo>
                  <a:lnTo>
                    <a:pt x="3350" y="6498"/>
                  </a:lnTo>
                  <a:lnTo>
                    <a:pt x="2909" y="6598"/>
                  </a:lnTo>
                  <a:lnTo>
                    <a:pt x="2688" y="6638"/>
                  </a:lnTo>
                  <a:lnTo>
                    <a:pt x="2487" y="6638"/>
                  </a:lnTo>
                  <a:lnTo>
                    <a:pt x="2307" y="6638"/>
                  </a:lnTo>
                  <a:lnTo>
                    <a:pt x="2126" y="6638"/>
                  </a:lnTo>
                  <a:lnTo>
                    <a:pt x="1966" y="6598"/>
                  </a:lnTo>
                  <a:lnTo>
                    <a:pt x="1826" y="6538"/>
                  </a:lnTo>
                  <a:lnTo>
                    <a:pt x="1826" y="6538"/>
                  </a:lnTo>
                  <a:lnTo>
                    <a:pt x="1665" y="6458"/>
                  </a:lnTo>
                  <a:lnTo>
                    <a:pt x="1545" y="6358"/>
                  </a:lnTo>
                  <a:lnTo>
                    <a:pt x="1445" y="6237"/>
                  </a:lnTo>
                  <a:lnTo>
                    <a:pt x="1384" y="6137"/>
                  </a:lnTo>
                  <a:lnTo>
                    <a:pt x="1324" y="6017"/>
                  </a:lnTo>
                  <a:lnTo>
                    <a:pt x="1304" y="5896"/>
                  </a:lnTo>
                  <a:lnTo>
                    <a:pt x="1304" y="5776"/>
                  </a:lnTo>
                  <a:lnTo>
                    <a:pt x="1324" y="5636"/>
                  </a:lnTo>
                  <a:lnTo>
                    <a:pt x="1364" y="5395"/>
                  </a:lnTo>
                  <a:lnTo>
                    <a:pt x="1445" y="5174"/>
                  </a:lnTo>
                  <a:lnTo>
                    <a:pt x="1505" y="4994"/>
                  </a:lnTo>
                  <a:lnTo>
                    <a:pt x="1545" y="4853"/>
                  </a:lnTo>
                  <a:lnTo>
                    <a:pt x="1545" y="4853"/>
                  </a:lnTo>
                  <a:lnTo>
                    <a:pt x="1505" y="4753"/>
                  </a:lnTo>
                  <a:lnTo>
                    <a:pt x="1425" y="4593"/>
                  </a:lnTo>
                  <a:lnTo>
                    <a:pt x="1144" y="4091"/>
                  </a:lnTo>
                  <a:lnTo>
                    <a:pt x="763" y="3410"/>
                  </a:lnTo>
                  <a:lnTo>
                    <a:pt x="562" y="3028"/>
                  </a:lnTo>
                  <a:lnTo>
                    <a:pt x="382" y="2627"/>
                  </a:lnTo>
                  <a:lnTo>
                    <a:pt x="221" y="2226"/>
                  </a:lnTo>
                  <a:lnTo>
                    <a:pt x="101" y="1845"/>
                  </a:lnTo>
                  <a:lnTo>
                    <a:pt x="61" y="1645"/>
                  </a:lnTo>
                  <a:lnTo>
                    <a:pt x="21" y="1464"/>
                  </a:lnTo>
                  <a:lnTo>
                    <a:pt x="1" y="1264"/>
                  </a:lnTo>
                  <a:lnTo>
                    <a:pt x="1" y="1103"/>
                  </a:lnTo>
                  <a:lnTo>
                    <a:pt x="21" y="923"/>
                  </a:lnTo>
                  <a:lnTo>
                    <a:pt x="61" y="762"/>
                  </a:lnTo>
                  <a:lnTo>
                    <a:pt x="101" y="622"/>
                  </a:lnTo>
                  <a:lnTo>
                    <a:pt x="181" y="482"/>
                  </a:lnTo>
                  <a:lnTo>
                    <a:pt x="281" y="361"/>
                  </a:lnTo>
                  <a:lnTo>
                    <a:pt x="402" y="261"/>
                  </a:lnTo>
                  <a:lnTo>
                    <a:pt x="562" y="161"/>
                  </a:lnTo>
                  <a:lnTo>
                    <a:pt x="723" y="80"/>
                  </a:lnTo>
                  <a:lnTo>
                    <a:pt x="723" y="80"/>
                  </a:lnTo>
                  <a:lnTo>
                    <a:pt x="863" y="40"/>
                  </a:lnTo>
                  <a:lnTo>
                    <a:pt x="983" y="20"/>
                  </a:lnTo>
                  <a:lnTo>
                    <a:pt x="1244" y="0"/>
                  </a:lnTo>
                  <a:lnTo>
                    <a:pt x="1525" y="40"/>
                  </a:lnTo>
                  <a:lnTo>
                    <a:pt x="1826" y="101"/>
                  </a:lnTo>
                  <a:lnTo>
                    <a:pt x="2106" y="201"/>
                  </a:lnTo>
                  <a:lnTo>
                    <a:pt x="2407" y="341"/>
                  </a:lnTo>
                  <a:lnTo>
                    <a:pt x="2708" y="502"/>
                  </a:lnTo>
                  <a:lnTo>
                    <a:pt x="3009" y="702"/>
                  </a:lnTo>
                  <a:lnTo>
                    <a:pt x="3009" y="702"/>
                  </a:lnTo>
                  <a:lnTo>
                    <a:pt x="3009" y="702"/>
                  </a:lnTo>
                  <a:lnTo>
                    <a:pt x="3450" y="1023"/>
                  </a:lnTo>
                  <a:lnTo>
                    <a:pt x="3450" y="1023"/>
                  </a:lnTo>
                  <a:lnTo>
                    <a:pt x="3991" y="1484"/>
                  </a:lnTo>
                  <a:lnTo>
                    <a:pt x="4513" y="1946"/>
                  </a:lnTo>
                  <a:lnTo>
                    <a:pt x="4994" y="2427"/>
                  </a:lnTo>
                  <a:lnTo>
                    <a:pt x="5395" y="2868"/>
                  </a:lnTo>
                  <a:lnTo>
                    <a:pt x="5756" y="3269"/>
                  </a:lnTo>
                  <a:lnTo>
                    <a:pt x="6017" y="3590"/>
                  </a:lnTo>
                  <a:lnTo>
                    <a:pt x="6238" y="3871"/>
                  </a:lnTo>
                  <a:lnTo>
                    <a:pt x="6258" y="487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5" name="Google Shape;5945;p26"/>
            <p:cNvSpPr/>
            <p:nvPr/>
          </p:nvSpPr>
          <p:spPr>
            <a:xfrm>
              <a:off x="11350100" y="4072300"/>
              <a:ext cx="46150" cy="42650"/>
            </a:xfrm>
            <a:custGeom>
              <a:avLst/>
              <a:gdLst/>
              <a:ahLst/>
              <a:cxnLst/>
              <a:rect l="l" t="t" r="r" b="b"/>
              <a:pathLst>
                <a:path w="1846" h="1706" extrusionOk="0">
                  <a:moveTo>
                    <a:pt x="642" y="0"/>
                  </a:moveTo>
                  <a:lnTo>
                    <a:pt x="542" y="20"/>
                  </a:lnTo>
                  <a:lnTo>
                    <a:pt x="421" y="61"/>
                  </a:lnTo>
                  <a:lnTo>
                    <a:pt x="321" y="101"/>
                  </a:lnTo>
                  <a:lnTo>
                    <a:pt x="221" y="181"/>
                  </a:lnTo>
                  <a:lnTo>
                    <a:pt x="140" y="261"/>
                  </a:lnTo>
                  <a:lnTo>
                    <a:pt x="80" y="361"/>
                  </a:lnTo>
                  <a:lnTo>
                    <a:pt x="20" y="482"/>
                  </a:lnTo>
                  <a:lnTo>
                    <a:pt x="0" y="622"/>
                  </a:lnTo>
                  <a:lnTo>
                    <a:pt x="0" y="762"/>
                  </a:lnTo>
                  <a:lnTo>
                    <a:pt x="20" y="883"/>
                  </a:lnTo>
                  <a:lnTo>
                    <a:pt x="60" y="1023"/>
                  </a:lnTo>
                  <a:lnTo>
                    <a:pt x="140" y="1164"/>
                  </a:lnTo>
                  <a:lnTo>
                    <a:pt x="221" y="1264"/>
                  </a:lnTo>
                  <a:lnTo>
                    <a:pt x="321" y="1384"/>
                  </a:lnTo>
                  <a:lnTo>
                    <a:pt x="421" y="1464"/>
                  </a:lnTo>
                  <a:lnTo>
                    <a:pt x="602" y="1565"/>
                  </a:lnTo>
                  <a:lnTo>
                    <a:pt x="782" y="1645"/>
                  </a:lnTo>
                  <a:lnTo>
                    <a:pt x="963" y="1685"/>
                  </a:lnTo>
                  <a:lnTo>
                    <a:pt x="1163" y="1705"/>
                  </a:lnTo>
                  <a:lnTo>
                    <a:pt x="1324" y="1685"/>
                  </a:lnTo>
                  <a:lnTo>
                    <a:pt x="1484" y="1665"/>
                  </a:lnTo>
                  <a:lnTo>
                    <a:pt x="1645" y="1625"/>
                  </a:lnTo>
                  <a:lnTo>
                    <a:pt x="1785" y="1585"/>
                  </a:lnTo>
                  <a:lnTo>
                    <a:pt x="1825" y="1565"/>
                  </a:lnTo>
                  <a:lnTo>
                    <a:pt x="1845" y="1545"/>
                  </a:lnTo>
                  <a:lnTo>
                    <a:pt x="1845" y="1484"/>
                  </a:lnTo>
                  <a:lnTo>
                    <a:pt x="1825" y="1444"/>
                  </a:lnTo>
                  <a:lnTo>
                    <a:pt x="1765" y="1444"/>
                  </a:lnTo>
                  <a:lnTo>
                    <a:pt x="1544" y="1484"/>
                  </a:lnTo>
                  <a:lnTo>
                    <a:pt x="1304" y="1504"/>
                  </a:lnTo>
                  <a:lnTo>
                    <a:pt x="1123" y="1484"/>
                  </a:lnTo>
                  <a:lnTo>
                    <a:pt x="943" y="1444"/>
                  </a:lnTo>
                  <a:lnTo>
                    <a:pt x="762" y="1364"/>
                  </a:lnTo>
                  <a:lnTo>
                    <a:pt x="602" y="1244"/>
                  </a:lnTo>
                  <a:lnTo>
                    <a:pt x="521" y="1164"/>
                  </a:lnTo>
                  <a:lnTo>
                    <a:pt x="441" y="1063"/>
                  </a:lnTo>
                  <a:lnTo>
                    <a:pt x="381" y="963"/>
                  </a:lnTo>
                  <a:lnTo>
                    <a:pt x="341" y="863"/>
                  </a:lnTo>
                  <a:lnTo>
                    <a:pt x="321" y="742"/>
                  </a:lnTo>
                  <a:lnTo>
                    <a:pt x="321" y="642"/>
                  </a:lnTo>
                  <a:lnTo>
                    <a:pt x="381" y="542"/>
                  </a:lnTo>
                  <a:lnTo>
                    <a:pt x="461" y="442"/>
                  </a:lnTo>
                  <a:lnTo>
                    <a:pt x="562" y="381"/>
                  </a:lnTo>
                  <a:lnTo>
                    <a:pt x="682" y="341"/>
                  </a:lnTo>
                  <a:lnTo>
                    <a:pt x="802" y="321"/>
                  </a:lnTo>
                  <a:lnTo>
                    <a:pt x="923" y="301"/>
                  </a:lnTo>
                  <a:lnTo>
                    <a:pt x="1103" y="321"/>
                  </a:lnTo>
                  <a:lnTo>
                    <a:pt x="1284" y="361"/>
                  </a:lnTo>
                  <a:lnTo>
                    <a:pt x="1464" y="401"/>
                  </a:lnTo>
                  <a:lnTo>
                    <a:pt x="1645" y="462"/>
                  </a:lnTo>
                  <a:lnTo>
                    <a:pt x="1645" y="221"/>
                  </a:lnTo>
                  <a:lnTo>
                    <a:pt x="1645" y="201"/>
                  </a:lnTo>
                  <a:lnTo>
                    <a:pt x="1424" y="121"/>
                  </a:lnTo>
                  <a:lnTo>
                    <a:pt x="1203" y="61"/>
                  </a:lnTo>
                  <a:lnTo>
                    <a:pt x="983" y="20"/>
                  </a:lnTo>
                  <a:lnTo>
                    <a:pt x="782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6" name="Google Shape;5946;p26"/>
            <p:cNvSpPr/>
            <p:nvPr/>
          </p:nvSpPr>
          <p:spPr>
            <a:xfrm>
              <a:off x="11254325" y="4016150"/>
              <a:ext cx="129875" cy="138400"/>
            </a:xfrm>
            <a:custGeom>
              <a:avLst/>
              <a:gdLst/>
              <a:ahLst/>
              <a:cxnLst/>
              <a:rect l="l" t="t" r="r" b="b"/>
              <a:pathLst>
                <a:path w="5195" h="5536" extrusionOk="0">
                  <a:moveTo>
                    <a:pt x="1" y="0"/>
                  </a:moveTo>
                  <a:lnTo>
                    <a:pt x="1" y="40"/>
                  </a:lnTo>
                  <a:lnTo>
                    <a:pt x="21" y="301"/>
                  </a:lnTo>
                  <a:lnTo>
                    <a:pt x="61" y="582"/>
                  </a:lnTo>
                  <a:lnTo>
                    <a:pt x="141" y="863"/>
                  </a:lnTo>
                  <a:lnTo>
                    <a:pt x="241" y="1163"/>
                  </a:lnTo>
                  <a:lnTo>
                    <a:pt x="362" y="1444"/>
                  </a:lnTo>
                  <a:lnTo>
                    <a:pt x="482" y="1745"/>
                  </a:lnTo>
                  <a:lnTo>
                    <a:pt x="763" y="2307"/>
                  </a:lnTo>
                  <a:lnTo>
                    <a:pt x="1043" y="2808"/>
                  </a:lnTo>
                  <a:lnTo>
                    <a:pt x="1304" y="3229"/>
                  </a:lnTo>
                  <a:lnTo>
                    <a:pt x="1465" y="3550"/>
                  </a:lnTo>
                  <a:lnTo>
                    <a:pt x="1525" y="3650"/>
                  </a:lnTo>
                  <a:lnTo>
                    <a:pt x="1545" y="3730"/>
                  </a:lnTo>
                  <a:lnTo>
                    <a:pt x="1505" y="3891"/>
                  </a:lnTo>
                  <a:lnTo>
                    <a:pt x="1425" y="4132"/>
                  </a:lnTo>
                  <a:lnTo>
                    <a:pt x="1344" y="4392"/>
                  </a:lnTo>
                  <a:lnTo>
                    <a:pt x="1304" y="4533"/>
                  </a:lnTo>
                  <a:lnTo>
                    <a:pt x="1304" y="4673"/>
                  </a:lnTo>
                  <a:lnTo>
                    <a:pt x="1304" y="4773"/>
                  </a:lnTo>
                  <a:lnTo>
                    <a:pt x="1324" y="4874"/>
                  </a:lnTo>
                  <a:lnTo>
                    <a:pt x="1364" y="4974"/>
                  </a:lnTo>
                  <a:lnTo>
                    <a:pt x="1425" y="5074"/>
                  </a:lnTo>
                  <a:lnTo>
                    <a:pt x="1485" y="5174"/>
                  </a:lnTo>
                  <a:lnTo>
                    <a:pt x="1585" y="5255"/>
                  </a:lnTo>
                  <a:lnTo>
                    <a:pt x="1685" y="5355"/>
                  </a:lnTo>
                  <a:lnTo>
                    <a:pt x="1826" y="5415"/>
                  </a:lnTo>
                  <a:lnTo>
                    <a:pt x="1946" y="5475"/>
                  </a:lnTo>
                  <a:lnTo>
                    <a:pt x="2086" y="5495"/>
                  </a:lnTo>
                  <a:lnTo>
                    <a:pt x="2227" y="5515"/>
                  </a:lnTo>
                  <a:lnTo>
                    <a:pt x="2387" y="5535"/>
                  </a:lnTo>
                  <a:lnTo>
                    <a:pt x="2708" y="5515"/>
                  </a:lnTo>
                  <a:lnTo>
                    <a:pt x="3029" y="5455"/>
                  </a:lnTo>
                  <a:lnTo>
                    <a:pt x="3390" y="5375"/>
                  </a:lnTo>
                  <a:lnTo>
                    <a:pt x="3771" y="5255"/>
                  </a:lnTo>
                  <a:lnTo>
                    <a:pt x="4132" y="5114"/>
                  </a:lnTo>
                  <a:lnTo>
                    <a:pt x="4493" y="4974"/>
                  </a:lnTo>
                  <a:lnTo>
                    <a:pt x="4854" y="4793"/>
                  </a:lnTo>
                  <a:lnTo>
                    <a:pt x="5195" y="4613"/>
                  </a:lnTo>
                  <a:lnTo>
                    <a:pt x="4814" y="4753"/>
                  </a:lnTo>
                  <a:lnTo>
                    <a:pt x="4373" y="4914"/>
                  </a:lnTo>
                  <a:lnTo>
                    <a:pt x="4132" y="4974"/>
                  </a:lnTo>
                  <a:lnTo>
                    <a:pt x="3891" y="5034"/>
                  </a:lnTo>
                  <a:lnTo>
                    <a:pt x="3671" y="5054"/>
                  </a:lnTo>
                  <a:lnTo>
                    <a:pt x="3450" y="5074"/>
                  </a:lnTo>
                  <a:lnTo>
                    <a:pt x="3249" y="5054"/>
                  </a:lnTo>
                  <a:lnTo>
                    <a:pt x="3089" y="5014"/>
                  </a:lnTo>
                  <a:lnTo>
                    <a:pt x="2929" y="4954"/>
                  </a:lnTo>
                  <a:lnTo>
                    <a:pt x="2808" y="4853"/>
                  </a:lnTo>
                  <a:lnTo>
                    <a:pt x="2748" y="4793"/>
                  </a:lnTo>
                  <a:lnTo>
                    <a:pt x="2708" y="4713"/>
                  </a:lnTo>
                  <a:lnTo>
                    <a:pt x="2628" y="4533"/>
                  </a:lnTo>
                  <a:lnTo>
                    <a:pt x="2588" y="4292"/>
                  </a:lnTo>
                  <a:lnTo>
                    <a:pt x="2608" y="4031"/>
                  </a:lnTo>
                  <a:lnTo>
                    <a:pt x="2628" y="3851"/>
                  </a:lnTo>
                  <a:lnTo>
                    <a:pt x="2668" y="3690"/>
                  </a:lnTo>
                  <a:lnTo>
                    <a:pt x="2788" y="3369"/>
                  </a:lnTo>
                  <a:lnTo>
                    <a:pt x="2828" y="3229"/>
                  </a:lnTo>
                  <a:lnTo>
                    <a:pt x="2868" y="3069"/>
                  </a:lnTo>
                  <a:lnTo>
                    <a:pt x="2868" y="2888"/>
                  </a:lnTo>
                  <a:lnTo>
                    <a:pt x="2848" y="2688"/>
                  </a:lnTo>
                  <a:lnTo>
                    <a:pt x="2788" y="2507"/>
                  </a:lnTo>
                  <a:lnTo>
                    <a:pt x="2648" y="2246"/>
                  </a:lnTo>
                  <a:lnTo>
                    <a:pt x="2287" y="1645"/>
                  </a:lnTo>
                  <a:lnTo>
                    <a:pt x="2106" y="1324"/>
                  </a:lnTo>
                  <a:lnTo>
                    <a:pt x="1946" y="1003"/>
                  </a:lnTo>
                  <a:lnTo>
                    <a:pt x="1806" y="722"/>
                  </a:lnTo>
                  <a:lnTo>
                    <a:pt x="1765" y="582"/>
                  </a:lnTo>
                  <a:lnTo>
                    <a:pt x="1745" y="462"/>
                  </a:lnTo>
                  <a:lnTo>
                    <a:pt x="863" y="24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7" name="Google Shape;5947;p26"/>
            <p:cNvSpPr/>
            <p:nvPr/>
          </p:nvSpPr>
          <p:spPr>
            <a:xfrm>
              <a:off x="11254325" y="4016150"/>
              <a:ext cx="129875" cy="138400"/>
            </a:xfrm>
            <a:custGeom>
              <a:avLst/>
              <a:gdLst/>
              <a:ahLst/>
              <a:cxnLst/>
              <a:rect l="l" t="t" r="r" b="b"/>
              <a:pathLst>
                <a:path w="5195" h="5536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21" y="301"/>
                  </a:lnTo>
                  <a:lnTo>
                    <a:pt x="61" y="582"/>
                  </a:lnTo>
                  <a:lnTo>
                    <a:pt x="141" y="863"/>
                  </a:lnTo>
                  <a:lnTo>
                    <a:pt x="241" y="1163"/>
                  </a:lnTo>
                  <a:lnTo>
                    <a:pt x="362" y="1444"/>
                  </a:lnTo>
                  <a:lnTo>
                    <a:pt x="482" y="1745"/>
                  </a:lnTo>
                  <a:lnTo>
                    <a:pt x="763" y="2307"/>
                  </a:lnTo>
                  <a:lnTo>
                    <a:pt x="1043" y="2808"/>
                  </a:lnTo>
                  <a:lnTo>
                    <a:pt x="1304" y="3229"/>
                  </a:lnTo>
                  <a:lnTo>
                    <a:pt x="1465" y="3550"/>
                  </a:lnTo>
                  <a:lnTo>
                    <a:pt x="1525" y="3650"/>
                  </a:lnTo>
                  <a:lnTo>
                    <a:pt x="1545" y="3730"/>
                  </a:lnTo>
                  <a:lnTo>
                    <a:pt x="1545" y="3730"/>
                  </a:lnTo>
                  <a:lnTo>
                    <a:pt x="1545" y="3730"/>
                  </a:lnTo>
                  <a:lnTo>
                    <a:pt x="1545" y="3730"/>
                  </a:lnTo>
                  <a:lnTo>
                    <a:pt x="1505" y="3891"/>
                  </a:lnTo>
                  <a:lnTo>
                    <a:pt x="1425" y="4132"/>
                  </a:lnTo>
                  <a:lnTo>
                    <a:pt x="1344" y="4392"/>
                  </a:lnTo>
                  <a:lnTo>
                    <a:pt x="1304" y="4533"/>
                  </a:lnTo>
                  <a:lnTo>
                    <a:pt x="1304" y="4673"/>
                  </a:lnTo>
                  <a:lnTo>
                    <a:pt x="1304" y="4673"/>
                  </a:lnTo>
                  <a:lnTo>
                    <a:pt x="1304" y="4773"/>
                  </a:lnTo>
                  <a:lnTo>
                    <a:pt x="1324" y="4874"/>
                  </a:lnTo>
                  <a:lnTo>
                    <a:pt x="1364" y="4974"/>
                  </a:lnTo>
                  <a:lnTo>
                    <a:pt x="1425" y="5074"/>
                  </a:lnTo>
                  <a:lnTo>
                    <a:pt x="1485" y="5174"/>
                  </a:lnTo>
                  <a:lnTo>
                    <a:pt x="1585" y="5255"/>
                  </a:lnTo>
                  <a:lnTo>
                    <a:pt x="1685" y="5355"/>
                  </a:lnTo>
                  <a:lnTo>
                    <a:pt x="1826" y="5415"/>
                  </a:lnTo>
                  <a:lnTo>
                    <a:pt x="1826" y="5415"/>
                  </a:lnTo>
                  <a:lnTo>
                    <a:pt x="1946" y="5475"/>
                  </a:lnTo>
                  <a:lnTo>
                    <a:pt x="2086" y="5495"/>
                  </a:lnTo>
                  <a:lnTo>
                    <a:pt x="2227" y="5515"/>
                  </a:lnTo>
                  <a:lnTo>
                    <a:pt x="2387" y="5535"/>
                  </a:lnTo>
                  <a:lnTo>
                    <a:pt x="2387" y="5535"/>
                  </a:lnTo>
                  <a:lnTo>
                    <a:pt x="2708" y="5515"/>
                  </a:lnTo>
                  <a:lnTo>
                    <a:pt x="3029" y="5455"/>
                  </a:lnTo>
                  <a:lnTo>
                    <a:pt x="3390" y="5375"/>
                  </a:lnTo>
                  <a:lnTo>
                    <a:pt x="3771" y="5255"/>
                  </a:lnTo>
                  <a:lnTo>
                    <a:pt x="4132" y="5114"/>
                  </a:lnTo>
                  <a:lnTo>
                    <a:pt x="4493" y="4974"/>
                  </a:lnTo>
                  <a:lnTo>
                    <a:pt x="4854" y="4793"/>
                  </a:lnTo>
                  <a:lnTo>
                    <a:pt x="5195" y="4613"/>
                  </a:lnTo>
                  <a:lnTo>
                    <a:pt x="5195" y="4613"/>
                  </a:lnTo>
                  <a:lnTo>
                    <a:pt x="4814" y="4753"/>
                  </a:lnTo>
                  <a:lnTo>
                    <a:pt x="4373" y="4914"/>
                  </a:lnTo>
                  <a:lnTo>
                    <a:pt x="4132" y="4974"/>
                  </a:lnTo>
                  <a:lnTo>
                    <a:pt x="3891" y="5034"/>
                  </a:lnTo>
                  <a:lnTo>
                    <a:pt x="3671" y="5054"/>
                  </a:lnTo>
                  <a:lnTo>
                    <a:pt x="3450" y="5074"/>
                  </a:lnTo>
                  <a:lnTo>
                    <a:pt x="3450" y="5074"/>
                  </a:lnTo>
                  <a:lnTo>
                    <a:pt x="3249" y="5054"/>
                  </a:lnTo>
                  <a:lnTo>
                    <a:pt x="3089" y="5014"/>
                  </a:lnTo>
                  <a:lnTo>
                    <a:pt x="2929" y="4954"/>
                  </a:lnTo>
                  <a:lnTo>
                    <a:pt x="2808" y="4853"/>
                  </a:lnTo>
                  <a:lnTo>
                    <a:pt x="2748" y="4793"/>
                  </a:lnTo>
                  <a:lnTo>
                    <a:pt x="2708" y="4713"/>
                  </a:lnTo>
                  <a:lnTo>
                    <a:pt x="2628" y="4533"/>
                  </a:lnTo>
                  <a:lnTo>
                    <a:pt x="2588" y="4292"/>
                  </a:lnTo>
                  <a:lnTo>
                    <a:pt x="2608" y="4031"/>
                  </a:lnTo>
                  <a:lnTo>
                    <a:pt x="2608" y="4031"/>
                  </a:lnTo>
                  <a:lnTo>
                    <a:pt x="2628" y="3851"/>
                  </a:lnTo>
                  <a:lnTo>
                    <a:pt x="2668" y="3690"/>
                  </a:lnTo>
                  <a:lnTo>
                    <a:pt x="2788" y="3369"/>
                  </a:lnTo>
                  <a:lnTo>
                    <a:pt x="2828" y="3229"/>
                  </a:lnTo>
                  <a:lnTo>
                    <a:pt x="2868" y="3069"/>
                  </a:lnTo>
                  <a:lnTo>
                    <a:pt x="2868" y="2888"/>
                  </a:lnTo>
                  <a:lnTo>
                    <a:pt x="2848" y="2688"/>
                  </a:lnTo>
                  <a:lnTo>
                    <a:pt x="2848" y="2688"/>
                  </a:lnTo>
                  <a:lnTo>
                    <a:pt x="2788" y="2507"/>
                  </a:lnTo>
                  <a:lnTo>
                    <a:pt x="2648" y="2246"/>
                  </a:lnTo>
                  <a:lnTo>
                    <a:pt x="2287" y="1645"/>
                  </a:lnTo>
                  <a:lnTo>
                    <a:pt x="2106" y="1324"/>
                  </a:lnTo>
                  <a:lnTo>
                    <a:pt x="1946" y="1003"/>
                  </a:lnTo>
                  <a:lnTo>
                    <a:pt x="1806" y="722"/>
                  </a:lnTo>
                  <a:lnTo>
                    <a:pt x="1765" y="582"/>
                  </a:lnTo>
                  <a:lnTo>
                    <a:pt x="1745" y="462"/>
                  </a:lnTo>
                  <a:lnTo>
                    <a:pt x="1745" y="462"/>
                  </a:lnTo>
                  <a:lnTo>
                    <a:pt x="863" y="241"/>
                  </a:lnTo>
                  <a:lnTo>
                    <a:pt x="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8" name="Google Shape;5948;p26"/>
            <p:cNvSpPr/>
            <p:nvPr/>
          </p:nvSpPr>
          <p:spPr>
            <a:xfrm>
              <a:off x="11444350" y="3986075"/>
              <a:ext cx="154950" cy="166475"/>
            </a:xfrm>
            <a:custGeom>
              <a:avLst/>
              <a:gdLst/>
              <a:ahLst/>
              <a:cxnLst/>
              <a:rect l="l" t="t" r="r" b="b"/>
              <a:pathLst>
                <a:path w="6198" h="6659" extrusionOk="0">
                  <a:moveTo>
                    <a:pt x="4853" y="0"/>
                  </a:moveTo>
                  <a:lnTo>
                    <a:pt x="4633" y="40"/>
                  </a:lnTo>
                  <a:lnTo>
                    <a:pt x="4412" y="80"/>
                  </a:lnTo>
                  <a:lnTo>
                    <a:pt x="4192" y="160"/>
                  </a:lnTo>
                  <a:lnTo>
                    <a:pt x="3971" y="261"/>
                  </a:lnTo>
                  <a:lnTo>
                    <a:pt x="3730" y="381"/>
                  </a:lnTo>
                  <a:lnTo>
                    <a:pt x="3510" y="501"/>
                  </a:lnTo>
                  <a:lnTo>
                    <a:pt x="3289" y="662"/>
                  </a:lnTo>
                  <a:lnTo>
                    <a:pt x="2828" y="983"/>
                  </a:lnTo>
                  <a:lnTo>
                    <a:pt x="2387" y="1344"/>
                  </a:lnTo>
                  <a:lnTo>
                    <a:pt x="1966" y="1745"/>
                  </a:lnTo>
                  <a:lnTo>
                    <a:pt x="1565" y="2126"/>
                  </a:lnTo>
                  <a:lnTo>
                    <a:pt x="1184" y="2527"/>
                  </a:lnTo>
                  <a:lnTo>
                    <a:pt x="562" y="3229"/>
                  </a:lnTo>
                  <a:lnTo>
                    <a:pt x="141" y="3750"/>
                  </a:lnTo>
                  <a:lnTo>
                    <a:pt x="0" y="3931"/>
                  </a:lnTo>
                  <a:lnTo>
                    <a:pt x="0" y="4933"/>
                  </a:lnTo>
                  <a:lnTo>
                    <a:pt x="181" y="5114"/>
                  </a:lnTo>
                  <a:lnTo>
                    <a:pt x="381" y="5314"/>
                  </a:lnTo>
                  <a:lnTo>
                    <a:pt x="622" y="5495"/>
                  </a:lnTo>
                  <a:lnTo>
                    <a:pt x="903" y="5696"/>
                  </a:lnTo>
                  <a:lnTo>
                    <a:pt x="1224" y="5856"/>
                  </a:lnTo>
                  <a:lnTo>
                    <a:pt x="1544" y="6036"/>
                  </a:lnTo>
                  <a:lnTo>
                    <a:pt x="1885" y="6177"/>
                  </a:lnTo>
                  <a:lnTo>
                    <a:pt x="2246" y="6317"/>
                  </a:lnTo>
                  <a:lnTo>
                    <a:pt x="2567" y="6438"/>
                  </a:lnTo>
                  <a:lnTo>
                    <a:pt x="2888" y="6518"/>
                  </a:lnTo>
                  <a:lnTo>
                    <a:pt x="3209" y="6578"/>
                  </a:lnTo>
                  <a:lnTo>
                    <a:pt x="3510" y="6638"/>
                  </a:lnTo>
                  <a:lnTo>
                    <a:pt x="3791" y="6658"/>
                  </a:lnTo>
                  <a:lnTo>
                    <a:pt x="4031" y="6658"/>
                  </a:lnTo>
                  <a:lnTo>
                    <a:pt x="4272" y="6618"/>
                  </a:lnTo>
                  <a:lnTo>
                    <a:pt x="4452" y="6538"/>
                  </a:lnTo>
                  <a:lnTo>
                    <a:pt x="4613" y="6458"/>
                  </a:lnTo>
                  <a:lnTo>
                    <a:pt x="4733" y="6357"/>
                  </a:lnTo>
                  <a:lnTo>
                    <a:pt x="4833" y="6237"/>
                  </a:lnTo>
                  <a:lnTo>
                    <a:pt x="4894" y="6117"/>
                  </a:lnTo>
                  <a:lnTo>
                    <a:pt x="4954" y="5996"/>
                  </a:lnTo>
                  <a:lnTo>
                    <a:pt x="4974" y="5876"/>
                  </a:lnTo>
                  <a:lnTo>
                    <a:pt x="4974" y="5756"/>
                  </a:lnTo>
                  <a:lnTo>
                    <a:pt x="4954" y="5635"/>
                  </a:lnTo>
                  <a:lnTo>
                    <a:pt x="4894" y="5395"/>
                  </a:lnTo>
                  <a:lnTo>
                    <a:pt x="4833" y="5174"/>
                  </a:lnTo>
                  <a:lnTo>
                    <a:pt x="4753" y="4994"/>
                  </a:lnTo>
                  <a:lnTo>
                    <a:pt x="4713" y="4853"/>
                  </a:lnTo>
                  <a:lnTo>
                    <a:pt x="4733" y="4793"/>
                  </a:lnTo>
                  <a:lnTo>
                    <a:pt x="4773" y="4713"/>
                  </a:lnTo>
                  <a:lnTo>
                    <a:pt x="4914" y="4432"/>
                  </a:lnTo>
                  <a:lnTo>
                    <a:pt x="5355" y="3630"/>
                  </a:lnTo>
                  <a:lnTo>
                    <a:pt x="5595" y="3129"/>
                  </a:lnTo>
                  <a:lnTo>
                    <a:pt x="5836" y="2587"/>
                  </a:lnTo>
                  <a:lnTo>
                    <a:pt x="5956" y="2326"/>
                  </a:lnTo>
                  <a:lnTo>
                    <a:pt x="6037" y="2066"/>
                  </a:lnTo>
                  <a:lnTo>
                    <a:pt x="6117" y="1785"/>
                  </a:lnTo>
                  <a:lnTo>
                    <a:pt x="6157" y="1524"/>
                  </a:lnTo>
                  <a:lnTo>
                    <a:pt x="6197" y="1284"/>
                  </a:lnTo>
                  <a:lnTo>
                    <a:pt x="6197" y="1063"/>
                  </a:lnTo>
                  <a:lnTo>
                    <a:pt x="6157" y="842"/>
                  </a:lnTo>
                  <a:lnTo>
                    <a:pt x="6097" y="642"/>
                  </a:lnTo>
                  <a:lnTo>
                    <a:pt x="5997" y="461"/>
                  </a:lnTo>
                  <a:lnTo>
                    <a:pt x="5856" y="301"/>
                  </a:lnTo>
                  <a:lnTo>
                    <a:pt x="5776" y="241"/>
                  </a:lnTo>
                  <a:lnTo>
                    <a:pt x="5676" y="160"/>
                  </a:lnTo>
                  <a:lnTo>
                    <a:pt x="5455" y="60"/>
                  </a:lnTo>
                  <a:lnTo>
                    <a:pt x="5255" y="20"/>
                  </a:lnTo>
                  <a:lnTo>
                    <a:pt x="50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9" name="Google Shape;5949;p26"/>
            <p:cNvSpPr/>
            <p:nvPr/>
          </p:nvSpPr>
          <p:spPr>
            <a:xfrm>
              <a:off x="11444350" y="3986075"/>
              <a:ext cx="154950" cy="166475"/>
            </a:xfrm>
            <a:custGeom>
              <a:avLst/>
              <a:gdLst/>
              <a:ahLst/>
              <a:cxnLst/>
              <a:rect l="l" t="t" r="r" b="b"/>
              <a:pathLst>
                <a:path w="6198" h="6659" fill="none" extrusionOk="0">
                  <a:moveTo>
                    <a:pt x="6157" y="1524"/>
                  </a:moveTo>
                  <a:lnTo>
                    <a:pt x="6157" y="1524"/>
                  </a:lnTo>
                  <a:lnTo>
                    <a:pt x="6117" y="1785"/>
                  </a:lnTo>
                  <a:lnTo>
                    <a:pt x="6037" y="2066"/>
                  </a:lnTo>
                  <a:lnTo>
                    <a:pt x="5956" y="2326"/>
                  </a:lnTo>
                  <a:lnTo>
                    <a:pt x="5836" y="2587"/>
                  </a:lnTo>
                  <a:lnTo>
                    <a:pt x="5595" y="3129"/>
                  </a:lnTo>
                  <a:lnTo>
                    <a:pt x="5355" y="3630"/>
                  </a:lnTo>
                  <a:lnTo>
                    <a:pt x="4914" y="4432"/>
                  </a:lnTo>
                  <a:lnTo>
                    <a:pt x="4773" y="4713"/>
                  </a:lnTo>
                  <a:lnTo>
                    <a:pt x="4733" y="4793"/>
                  </a:lnTo>
                  <a:lnTo>
                    <a:pt x="4713" y="4853"/>
                  </a:lnTo>
                  <a:lnTo>
                    <a:pt x="4713" y="4853"/>
                  </a:lnTo>
                  <a:lnTo>
                    <a:pt x="4753" y="4994"/>
                  </a:lnTo>
                  <a:lnTo>
                    <a:pt x="4833" y="5174"/>
                  </a:lnTo>
                  <a:lnTo>
                    <a:pt x="4894" y="5395"/>
                  </a:lnTo>
                  <a:lnTo>
                    <a:pt x="4954" y="5635"/>
                  </a:lnTo>
                  <a:lnTo>
                    <a:pt x="4974" y="5756"/>
                  </a:lnTo>
                  <a:lnTo>
                    <a:pt x="4974" y="5876"/>
                  </a:lnTo>
                  <a:lnTo>
                    <a:pt x="4954" y="5996"/>
                  </a:lnTo>
                  <a:lnTo>
                    <a:pt x="4894" y="6117"/>
                  </a:lnTo>
                  <a:lnTo>
                    <a:pt x="4833" y="6237"/>
                  </a:lnTo>
                  <a:lnTo>
                    <a:pt x="4733" y="6357"/>
                  </a:lnTo>
                  <a:lnTo>
                    <a:pt x="4613" y="6458"/>
                  </a:lnTo>
                  <a:lnTo>
                    <a:pt x="4452" y="6538"/>
                  </a:lnTo>
                  <a:lnTo>
                    <a:pt x="4452" y="6538"/>
                  </a:lnTo>
                  <a:lnTo>
                    <a:pt x="4272" y="6618"/>
                  </a:lnTo>
                  <a:lnTo>
                    <a:pt x="4031" y="6658"/>
                  </a:lnTo>
                  <a:lnTo>
                    <a:pt x="3791" y="6658"/>
                  </a:lnTo>
                  <a:lnTo>
                    <a:pt x="3510" y="6638"/>
                  </a:lnTo>
                  <a:lnTo>
                    <a:pt x="3209" y="6578"/>
                  </a:lnTo>
                  <a:lnTo>
                    <a:pt x="2888" y="6518"/>
                  </a:lnTo>
                  <a:lnTo>
                    <a:pt x="2567" y="6438"/>
                  </a:lnTo>
                  <a:lnTo>
                    <a:pt x="2246" y="6317"/>
                  </a:lnTo>
                  <a:lnTo>
                    <a:pt x="2246" y="6317"/>
                  </a:lnTo>
                  <a:lnTo>
                    <a:pt x="1885" y="6177"/>
                  </a:lnTo>
                  <a:lnTo>
                    <a:pt x="1544" y="6036"/>
                  </a:lnTo>
                  <a:lnTo>
                    <a:pt x="1224" y="5856"/>
                  </a:lnTo>
                  <a:lnTo>
                    <a:pt x="903" y="5696"/>
                  </a:lnTo>
                  <a:lnTo>
                    <a:pt x="622" y="5495"/>
                  </a:lnTo>
                  <a:lnTo>
                    <a:pt x="381" y="5314"/>
                  </a:lnTo>
                  <a:lnTo>
                    <a:pt x="181" y="5114"/>
                  </a:lnTo>
                  <a:lnTo>
                    <a:pt x="0" y="4933"/>
                  </a:lnTo>
                  <a:lnTo>
                    <a:pt x="0" y="3931"/>
                  </a:lnTo>
                  <a:lnTo>
                    <a:pt x="0" y="3931"/>
                  </a:lnTo>
                  <a:lnTo>
                    <a:pt x="141" y="3750"/>
                  </a:lnTo>
                  <a:lnTo>
                    <a:pt x="562" y="3229"/>
                  </a:lnTo>
                  <a:lnTo>
                    <a:pt x="1184" y="2527"/>
                  </a:lnTo>
                  <a:lnTo>
                    <a:pt x="1565" y="2126"/>
                  </a:lnTo>
                  <a:lnTo>
                    <a:pt x="1966" y="1745"/>
                  </a:lnTo>
                  <a:lnTo>
                    <a:pt x="2387" y="1344"/>
                  </a:lnTo>
                  <a:lnTo>
                    <a:pt x="2828" y="983"/>
                  </a:lnTo>
                  <a:lnTo>
                    <a:pt x="3289" y="662"/>
                  </a:lnTo>
                  <a:lnTo>
                    <a:pt x="3510" y="501"/>
                  </a:lnTo>
                  <a:lnTo>
                    <a:pt x="3730" y="381"/>
                  </a:lnTo>
                  <a:lnTo>
                    <a:pt x="3971" y="261"/>
                  </a:lnTo>
                  <a:lnTo>
                    <a:pt x="4192" y="160"/>
                  </a:lnTo>
                  <a:lnTo>
                    <a:pt x="4412" y="80"/>
                  </a:lnTo>
                  <a:lnTo>
                    <a:pt x="4633" y="40"/>
                  </a:lnTo>
                  <a:lnTo>
                    <a:pt x="4853" y="0"/>
                  </a:lnTo>
                  <a:lnTo>
                    <a:pt x="5054" y="0"/>
                  </a:lnTo>
                  <a:lnTo>
                    <a:pt x="5255" y="20"/>
                  </a:lnTo>
                  <a:lnTo>
                    <a:pt x="5455" y="60"/>
                  </a:lnTo>
                  <a:lnTo>
                    <a:pt x="5455" y="60"/>
                  </a:lnTo>
                  <a:lnTo>
                    <a:pt x="5676" y="160"/>
                  </a:lnTo>
                  <a:lnTo>
                    <a:pt x="5776" y="241"/>
                  </a:lnTo>
                  <a:lnTo>
                    <a:pt x="5856" y="301"/>
                  </a:lnTo>
                  <a:lnTo>
                    <a:pt x="5997" y="461"/>
                  </a:lnTo>
                  <a:lnTo>
                    <a:pt x="6097" y="642"/>
                  </a:lnTo>
                  <a:lnTo>
                    <a:pt x="6157" y="842"/>
                  </a:lnTo>
                  <a:lnTo>
                    <a:pt x="6197" y="1063"/>
                  </a:lnTo>
                  <a:lnTo>
                    <a:pt x="6197" y="1284"/>
                  </a:lnTo>
                  <a:lnTo>
                    <a:pt x="6157" y="152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0" name="Google Shape;5950;p26"/>
            <p:cNvSpPr/>
            <p:nvPr/>
          </p:nvSpPr>
          <p:spPr>
            <a:xfrm>
              <a:off x="11487975" y="4075800"/>
              <a:ext cx="14050" cy="35125"/>
            </a:xfrm>
            <a:custGeom>
              <a:avLst/>
              <a:gdLst/>
              <a:ahLst/>
              <a:cxnLst/>
              <a:rect l="l" t="t" r="r" b="b"/>
              <a:pathLst>
                <a:path w="562" h="1405" extrusionOk="0">
                  <a:moveTo>
                    <a:pt x="281" y="1"/>
                  </a:moveTo>
                  <a:lnTo>
                    <a:pt x="160" y="362"/>
                  </a:lnTo>
                  <a:lnTo>
                    <a:pt x="201" y="442"/>
                  </a:lnTo>
                  <a:lnTo>
                    <a:pt x="221" y="522"/>
                  </a:lnTo>
                  <a:lnTo>
                    <a:pt x="221" y="622"/>
                  </a:lnTo>
                  <a:lnTo>
                    <a:pt x="221" y="703"/>
                  </a:lnTo>
                  <a:lnTo>
                    <a:pt x="181" y="783"/>
                  </a:lnTo>
                  <a:lnTo>
                    <a:pt x="140" y="883"/>
                  </a:lnTo>
                  <a:lnTo>
                    <a:pt x="20" y="1024"/>
                  </a:lnTo>
                  <a:lnTo>
                    <a:pt x="0" y="1224"/>
                  </a:lnTo>
                  <a:lnTo>
                    <a:pt x="0" y="1405"/>
                  </a:lnTo>
                  <a:lnTo>
                    <a:pt x="140" y="1324"/>
                  </a:lnTo>
                  <a:lnTo>
                    <a:pt x="241" y="1244"/>
                  </a:lnTo>
                  <a:lnTo>
                    <a:pt x="321" y="1124"/>
                  </a:lnTo>
                  <a:lnTo>
                    <a:pt x="421" y="1024"/>
                  </a:lnTo>
                  <a:lnTo>
                    <a:pt x="481" y="883"/>
                  </a:lnTo>
                  <a:lnTo>
                    <a:pt x="521" y="743"/>
                  </a:lnTo>
                  <a:lnTo>
                    <a:pt x="562" y="622"/>
                  </a:lnTo>
                  <a:lnTo>
                    <a:pt x="562" y="482"/>
                  </a:lnTo>
                  <a:lnTo>
                    <a:pt x="521" y="342"/>
                  </a:lnTo>
                  <a:lnTo>
                    <a:pt x="481" y="241"/>
                  </a:lnTo>
                  <a:lnTo>
                    <a:pt x="421" y="141"/>
                  </a:lnTo>
                  <a:lnTo>
                    <a:pt x="361" y="61"/>
                  </a:lnTo>
                  <a:lnTo>
                    <a:pt x="28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1" name="Google Shape;5951;p26"/>
            <p:cNvSpPr/>
            <p:nvPr/>
          </p:nvSpPr>
          <p:spPr>
            <a:xfrm>
              <a:off x="11454375" y="4021650"/>
              <a:ext cx="144425" cy="122375"/>
            </a:xfrm>
            <a:custGeom>
              <a:avLst/>
              <a:gdLst/>
              <a:ahLst/>
              <a:cxnLst/>
              <a:rect l="l" t="t" r="r" b="b"/>
              <a:pathLst>
                <a:path w="5777" h="4895" extrusionOk="0">
                  <a:moveTo>
                    <a:pt x="5776" y="1"/>
                  </a:moveTo>
                  <a:lnTo>
                    <a:pt x="5716" y="21"/>
                  </a:lnTo>
                  <a:lnTo>
                    <a:pt x="5756" y="101"/>
                  </a:lnTo>
                  <a:lnTo>
                    <a:pt x="5776" y="1"/>
                  </a:lnTo>
                  <a:close/>
                  <a:moveTo>
                    <a:pt x="2567" y="723"/>
                  </a:moveTo>
                  <a:lnTo>
                    <a:pt x="1785" y="803"/>
                  </a:lnTo>
                  <a:lnTo>
                    <a:pt x="1003" y="863"/>
                  </a:lnTo>
                  <a:lnTo>
                    <a:pt x="622" y="1284"/>
                  </a:lnTo>
                  <a:lnTo>
                    <a:pt x="281" y="1665"/>
                  </a:lnTo>
                  <a:lnTo>
                    <a:pt x="321" y="1766"/>
                  </a:lnTo>
                  <a:lnTo>
                    <a:pt x="341" y="1906"/>
                  </a:lnTo>
                  <a:lnTo>
                    <a:pt x="361" y="2187"/>
                  </a:lnTo>
                  <a:lnTo>
                    <a:pt x="562" y="2127"/>
                  </a:lnTo>
                  <a:lnTo>
                    <a:pt x="742" y="2067"/>
                  </a:lnTo>
                  <a:lnTo>
                    <a:pt x="943" y="2046"/>
                  </a:lnTo>
                  <a:lnTo>
                    <a:pt x="1123" y="2026"/>
                  </a:lnTo>
                  <a:lnTo>
                    <a:pt x="1264" y="2046"/>
                  </a:lnTo>
                  <a:lnTo>
                    <a:pt x="1404" y="2067"/>
                  </a:lnTo>
                  <a:lnTo>
                    <a:pt x="1525" y="2107"/>
                  </a:lnTo>
                  <a:lnTo>
                    <a:pt x="1625" y="2167"/>
                  </a:lnTo>
                  <a:lnTo>
                    <a:pt x="1745" y="1906"/>
                  </a:lnTo>
                  <a:lnTo>
                    <a:pt x="1886" y="1665"/>
                  </a:lnTo>
                  <a:lnTo>
                    <a:pt x="2026" y="1425"/>
                  </a:lnTo>
                  <a:lnTo>
                    <a:pt x="2186" y="1184"/>
                  </a:lnTo>
                  <a:lnTo>
                    <a:pt x="2367" y="943"/>
                  </a:lnTo>
                  <a:lnTo>
                    <a:pt x="2567" y="723"/>
                  </a:lnTo>
                  <a:close/>
                  <a:moveTo>
                    <a:pt x="963" y="2327"/>
                  </a:moveTo>
                  <a:lnTo>
                    <a:pt x="823" y="2347"/>
                  </a:lnTo>
                  <a:lnTo>
                    <a:pt x="662" y="2367"/>
                  </a:lnTo>
                  <a:lnTo>
                    <a:pt x="361" y="2448"/>
                  </a:lnTo>
                  <a:lnTo>
                    <a:pt x="341" y="2708"/>
                  </a:lnTo>
                  <a:lnTo>
                    <a:pt x="301" y="2969"/>
                  </a:lnTo>
                  <a:lnTo>
                    <a:pt x="261" y="3230"/>
                  </a:lnTo>
                  <a:lnTo>
                    <a:pt x="181" y="3470"/>
                  </a:lnTo>
                  <a:lnTo>
                    <a:pt x="381" y="3510"/>
                  </a:lnTo>
                  <a:lnTo>
                    <a:pt x="582" y="3530"/>
                  </a:lnTo>
                  <a:lnTo>
                    <a:pt x="762" y="3510"/>
                  </a:lnTo>
                  <a:lnTo>
                    <a:pt x="963" y="3470"/>
                  </a:lnTo>
                  <a:lnTo>
                    <a:pt x="1123" y="3390"/>
                  </a:lnTo>
                  <a:lnTo>
                    <a:pt x="1284" y="3270"/>
                  </a:lnTo>
                  <a:lnTo>
                    <a:pt x="1364" y="3190"/>
                  </a:lnTo>
                  <a:lnTo>
                    <a:pt x="1404" y="2869"/>
                  </a:lnTo>
                  <a:lnTo>
                    <a:pt x="1504" y="2528"/>
                  </a:lnTo>
                  <a:lnTo>
                    <a:pt x="1424" y="2468"/>
                  </a:lnTo>
                  <a:lnTo>
                    <a:pt x="1324" y="2407"/>
                  </a:lnTo>
                  <a:lnTo>
                    <a:pt x="1224" y="2367"/>
                  </a:lnTo>
                  <a:lnTo>
                    <a:pt x="1103" y="2347"/>
                  </a:lnTo>
                  <a:lnTo>
                    <a:pt x="963" y="2327"/>
                  </a:lnTo>
                  <a:close/>
                  <a:moveTo>
                    <a:pt x="1344" y="3571"/>
                  </a:moveTo>
                  <a:lnTo>
                    <a:pt x="1204" y="3651"/>
                  </a:lnTo>
                  <a:lnTo>
                    <a:pt x="1043" y="3691"/>
                  </a:lnTo>
                  <a:lnTo>
                    <a:pt x="883" y="3711"/>
                  </a:lnTo>
                  <a:lnTo>
                    <a:pt x="722" y="3731"/>
                  </a:lnTo>
                  <a:lnTo>
                    <a:pt x="582" y="3731"/>
                  </a:lnTo>
                  <a:lnTo>
                    <a:pt x="422" y="3691"/>
                  </a:lnTo>
                  <a:lnTo>
                    <a:pt x="281" y="3671"/>
                  </a:lnTo>
                  <a:lnTo>
                    <a:pt x="141" y="3631"/>
                  </a:lnTo>
                  <a:lnTo>
                    <a:pt x="81" y="3771"/>
                  </a:lnTo>
                  <a:lnTo>
                    <a:pt x="0" y="3912"/>
                  </a:lnTo>
                  <a:lnTo>
                    <a:pt x="181" y="4052"/>
                  </a:lnTo>
                  <a:lnTo>
                    <a:pt x="381" y="4192"/>
                  </a:lnTo>
                  <a:lnTo>
                    <a:pt x="843" y="4453"/>
                  </a:lnTo>
                  <a:lnTo>
                    <a:pt x="1324" y="4694"/>
                  </a:lnTo>
                  <a:lnTo>
                    <a:pt x="1845" y="4894"/>
                  </a:lnTo>
                  <a:lnTo>
                    <a:pt x="1725" y="4734"/>
                  </a:lnTo>
                  <a:lnTo>
                    <a:pt x="1625" y="4593"/>
                  </a:lnTo>
                  <a:lnTo>
                    <a:pt x="1545" y="4433"/>
                  </a:lnTo>
                  <a:lnTo>
                    <a:pt x="1484" y="4252"/>
                  </a:lnTo>
                  <a:lnTo>
                    <a:pt x="1424" y="4092"/>
                  </a:lnTo>
                  <a:lnTo>
                    <a:pt x="1384" y="3912"/>
                  </a:lnTo>
                  <a:lnTo>
                    <a:pt x="1364" y="3751"/>
                  </a:lnTo>
                  <a:lnTo>
                    <a:pt x="1344" y="357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2" name="Google Shape;5952;p26"/>
            <p:cNvSpPr/>
            <p:nvPr/>
          </p:nvSpPr>
          <p:spPr>
            <a:xfrm>
              <a:off x="11454375" y="4110900"/>
              <a:ext cx="46150" cy="33125"/>
            </a:xfrm>
            <a:custGeom>
              <a:avLst/>
              <a:gdLst/>
              <a:ahLst/>
              <a:cxnLst/>
              <a:rect l="l" t="t" r="r" b="b"/>
              <a:pathLst>
                <a:path w="1846" h="1325" fill="none" extrusionOk="0">
                  <a:moveTo>
                    <a:pt x="1344" y="1"/>
                  </a:moveTo>
                  <a:lnTo>
                    <a:pt x="1344" y="1"/>
                  </a:lnTo>
                  <a:lnTo>
                    <a:pt x="1204" y="81"/>
                  </a:lnTo>
                  <a:lnTo>
                    <a:pt x="1043" y="121"/>
                  </a:lnTo>
                  <a:lnTo>
                    <a:pt x="883" y="141"/>
                  </a:lnTo>
                  <a:lnTo>
                    <a:pt x="722" y="161"/>
                  </a:lnTo>
                  <a:lnTo>
                    <a:pt x="722" y="161"/>
                  </a:lnTo>
                  <a:lnTo>
                    <a:pt x="582" y="161"/>
                  </a:lnTo>
                  <a:lnTo>
                    <a:pt x="422" y="121"/>
                  </a:lnTo>
                  <a:lnTo>
                    <a:pt x="281" y="101"/>
                  </a:lnTo>
                  <a:lnTo>
                    <a:pt x="141" y="61"/>
                  </a:lnTo>
                  <a:lnTo>
                    <a:pt x="141" y="61"/>
                  </a:lnTo>
                  <a:lnTo>
                    <a:pt x="81" y="201"/>
                  </a:lnTo>
                  <a:lnTo>
                    <a:pt x="0" y="342"/>
                  </a:lnTo>
                  <a:lnTo>
                    <a:pt x="0" y="342"/>
                  </a:lnTo>
                  <a:lnTo>
                    <a:pt x="181" y="482"/>
                  </a:lnTo>
                  <a:lnTo>
                    <a:pt x="381" y="622"/>
                  </a:lnTo>
                  <a:lnTo>
                    <a:pt x="843" y="883"/>
                  </a:lnTo>
                  <a:lnTo>
                    <a:pt x="1324" y="1124"/>
                  </a:lnTo>
                  <a:lnTo>
                    <a:pt x="1845" y="1324"/>
                  </a:lnTo>
                  <a:lnTo>
                    <a:pt x="1845" y="1324"/>
                  </a:lnTo>
                  <a:lnTo>
                    <a:pt x="1725" y="1164"/>
                  </a:lnTo>
                  <a:lnTo>
                    <a:pt x="1625" y="1023"/>
                  </a:lnTo>
                  <a:lnTo>
                    <a:pt x="1545" y="863"/>
                  </a:lnTo>
                  <a:lnTo>
                    <a:pt x="1484" y="682"/>
                  </a:lnTo>
                  <a:lnTo>
                    <a:pt x="1424" y="522"/>
                  </a:lnTo>
                  <a:lnTo>
                    <a:pt x="1384" y="342"/>
                  </a:lnTo>
                  <a:lnTo>
                    <a:pt x="1364" y="181"/>
                  </a:lnTo>
                  <a:lnTo>
                    <a:pt x="1344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3" name="Google Shape;5953;p26"/>
            <p:cNvSpPr/>
            <p:nvPr/>
          </p:nvSpPr>
          <p:spPr>
            <a:xfrm>
              <a:off x="11458875" y="4079825"/>
              <a:ext cx="33125" cy="30100"/>
            </a:xfrm>
            <a:custGeom>
              <a:avLst/>
              <a:gdLst/>
              <a:ahLst/>
              <a:cxnLst/>
              <a:rect l="l" t="t" r="r" b="b"/>
              <a:pathLst>
                <a:path w="1325" h="1204" fill="none" extrusionOk="0">
                  <a:moveTo>
                    <a:pt x="783" y="0"/>
                  </a:moveTo>
                  <a:lnTo>
                    <a:pt x="783" y="0"/>
                  </a:lnTo>
                  <a:lnTo>
                    <a:pt x="643" y="20"/>
                  </a:lnTo>
                  <a:lnTo>
                    <a:pt x="482" y="40"/>
                  </a:lnTo>
                  <a:lnTo>
                    <a:pt x="181" y="121"/>
                  </a:lnTo>
                  <a:lnTo>
                    <a:pt x="181" y="121"/>
                  </a:lnTo>
                  <a:lnTo>
                    <a:pt x="161" y="381"/>
                  </a:lnTo>
                  <a:lnTo>
                    <a:pt x="121" y="642"/>
                  </a:lnTo>
                  <a:lnTo>
                    <a:pt x="81" y="903"/>
                  </a:lnTo>
                  <a:lnTo>
                    <a:pt x="1" y="1143"/>
                  </a:lnTo>
                  <a:lnTo>
                    <a:pt x="1" y="1143"/>
                  </a:lnTo>
                  <a:lnTo>
                    <a:pt x="201" y="1183"/>
                  </a:lnTo>
                  <a:lnTo>
                    <a:pt x="402" y="1203"/>
                  </a:lnTo>
                  <a:lnTo>
                    <a:pt x="402" y="1203"/>
                  </a:lnTo>
                  <a:lnTo>
                    <a:pt x="582" y="1183"/>
                  </a:lnTo>
                  <a:lnTo>
                    <a:pt x="783" y="1143"/>
                  </a:lnTo>
                  <a:lnTo>
                    <a:pt x="943" y="1063"/>
                  </a:lnTo>
                  <a:lnTo>
                    <a:pt x="1104" y="943"/>
                  </a:lnTo>
                  <a:lnTo>
                    <a:pt x="1104" y="943"/>
                  </a:lnTo>
                  <a:lnTo>
                    <a:pt x="1184" y="863"/>
                  </a:lnTo>
                  <a:lnTo>
                    <a:pt x="1184" y="863"/>
                  </a:lnTo>
                  <a:lnTo>
                    <a:pt x="1224" y="542"/>
                  </a:lnTo>
                  <a:lnTo>
                    <a:pt x="1324" y="201"/>
                  </a:lnTo>
                  <a:lnTo>
                    <a:pt x="1324" y="201"/>
                  </a:lnTo>
                  <a:lnTo>
                    <a:pt x="1244" y="141"/>
                  </a:lnTo>
                  <a:lnTo>
                    <a:pt x="1244" y="141"/>
                  </a:lnTo>
                  <a:lnTo>
                    <a:pt x="1144" y="80"/>
                  </a:lnTo>
                  <a:lnTo>
                    <a:pt x="1044" y="40"/>
                  </a:lnTo>
                  <a:lnTo>
                    <a:pt x="923" y="20"/>
                  </a:lnTo>
                  <a:lnTo>
                    <a:pt x="78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4" name="Google Shape;5954;p26"/>
            <p:cNvSpPr/>
            <p:nvPr/>
          </p:nvSpPr>
          <p:spPr>
            <a:xfrm>
              <a:off x="11461400" y="4039700"/>
              <a:ext cx="57175" cy="36625"/>
            </a:xfrm>
            <a:custGeom>
              <a:avLst/>
              <a:gdLst/>
              <a:ahLst/>
              <a:cxnLst/>
              <a:rect l="l" t="t" r="r" b="b"/>
              <a:pathLst>
                <a:path w="2287" h="1465" fill="none" extrusionOk="0">
                  <a:moveTo>
                    <a:pt x="2286" y="1"/>
                  </a:moveTo>
                  <a:lnTo>
                    <a:pt x="2286" y="1"/>
                  </a:lnTo>
                  <a:lnTo>
                    <a:pt x="1504" y="81"/>
                  </a:lnTo>
                  <a:lnTo>
                    <a:pt x="722" y="141"/>
                  </a:lnTo>
                  <a:lnTo>
                    <a:pt x="722" y="141"/>
                  </a:lnTo>
                  <a:lnTo>
                    <a:pt x="341" y="562"/>
                  </a:lnTo>
                  <a:lnTo>
                    <a:pt x="0" y="943"/>
                  </a:lnTo>
                  <a:lnTo>
                    <a:pt x="0" y="943"/>
                  </a:lnTo>
                  <a:lnTo>
                    <a:pt x="40" y="1044"/>
                  </a:lnTo>
                  <a:lnTo>
                    <a:pt x="60" y="1184"/>
                  </a:lnTo>
                  <a:lnTo>
                    <a:pt x="80" y="1465"/>
                  </a:lnTo>
                  <a:lnTo>
                    <a:pt x="80" y="1465"/>
                  </a:lnTo>
                  <a:lnTo>
                    <a:pt x="281" y="1405"/>
                  </a:lnTo>
                  <a:lnTo>
                    <a:pt x="461" y="1345"/>
                  </a:lnTo>
                  <a:lnTo>
                    <a:pt x="662" y="1324"/>
                  </a:lnTo>
                  <a:lnTo>
                    <a:pt x="842" y="1304"/>
                  </a:lnTo>
                  <a:lnTo>
                    <a:pt x="842" y="1304"/>
                  </a:lnTo>
                  <a:lnTo>
                    <a:pt x="983" y="1324"/>
                  </a:lnTo>
                  <a:lnTo>
                    <a:pt x="1123" y="1345"/>
                  </a:lnTo>
                  <a:lnTo>
                    <a:pt x="1244" y="1385"/>
                  </a:lnTo>
                  <a:lnTo>
                    <a:pt x="1344" y="1445"/>
                  </a:lnTo>
                  <a:lnTo>
                    <a:pt x="1344" y="1445"/>
                  </a:lnTo>
                  <a:lnTo>
                    <a:pt x="1464" y="1184"/>
                  </a:lnTo>
                  <a:lnTo>
                    <a:pt x="1605" y="943"/>
                  </a:lnTo>
                  <a:lnTo>
                    <a:pt x="1745" y="703"/>
                  </a:lnTo>
                  <a:lnTo>
                    <a:pt x="1905" y="462"/>
                  </a:lnTo>
                  <a:lnTo>
                    <a:pt x="1905" y="462"/>
                  </a:lnTo>
                  <a:lnTo>
                    <a:pt x="2086" y="221"/>
                  </a:lnTo>
                  <a:lnTo>
                    <a:pt x="2286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5" name="Google Shape;5955;p26"/>
            <p:cNvSpPr/>
            <p:nvPr/>
          </p:nvSpPr>
          <p:spPr>
            <a:xfrm>
              <a:off x="11597250" y="4021650"/>
              <a:ext cx="1550" cy="2550"/>
            </a:xfrm>
            <a:custGeom>
              <a:avLst/>
              <a:gdLst/>
              <a:ahLst/>
              <a:cxnLst/>
              <a:rect l="l" t="t" r="r" b="b"/>
              <a:pathLst>
                <a:path w="62" h="102" fill="none" extrusionOk="0">
                  <a:moveTo>
                    <a:pt x="61" y="1"/>
                  </a:moveTo>
                  <a:lnTo>
                    <a:pt x="6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41" y="101"/>
                  </a:lnTo>
                  <a:lnTo>
                    <a:pt x="41" y="101"/>
                  </a:lnTo>
                  <a:lnTo>
                    <a:pt x="6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6" name="Google Shape;5956;p26"/>
            <p:cNvSpPr/>
            <p:nvPr/>
          </p:nvSpPr>
          <p:spPr>
            <a:xfrm>
              <a:off x="11457875" y="4072300"/>
              <a:ext cx="37125" cy="42650"/>
            </a:xfrm>
            <a:custGeom>
              <a:avLst/>
              <a:gdLst/>
              <a:ahLst/>
              <a:cxnLst/>
              <a:rect l="l" t="t" r="r" b="b"/>
              <a:pathLst>
                <a:path w="1485" h="1706" extrusionOk="0">
                  <a:moveTo>
                    <a:pt x="983" y="0"/>
                  </a:moveTo>
                  <a:lnTo>
                    <a:pt x="803" y="20"/>
                  </a:lnTo>
                  <a:lnTo>
                    <a:pt x="602" y="41"/>
                  </a:lnTo>
                  <a:lnTo>
                    <a:pt x="422" y="101"/>
                  </a:lnTo>
                  <a:lnTo>
                    <a:pt x="221" y="161"/>
                  </a:lnTo>
                  <a:lnTo>
                    <a:pt x="221" y="422"/>
                  </a:lnTo>
                  <a:lnTo>
                    <a:pt x="522" y="341"/>
                  </a:lnTo>
                  <a:lnTo>
                    <a:pt x="683" y="321"/>
                  </a:lnTo>
                  <a:lnTo>
                    <a:pt x="823" y="301"/>
                  </a:lnTo>
                  <a:lnTo>
                    <a:pt x="963" y="321"/>
                  </a:lnTo>
                  <a:lnTo>
                    <a:pt x="1084" y="341"/>
                  </a:lnTo>
                  <a:lnTo>
                    <a:pt x="1184" y="381"/>
                  </a:lnTo>
                  <a:lnTo>
                    <a:pt x="1284" y="442"/>
                  </a:lnTo>
                  <a:lnTo>
                    <a:pt x="1364" y="502"/>
                  </a:lnTo>
                  <a:lnTo>
                    <a:pt x="1485" y="141"/>
                  </a:lnTo>
                  <a:lnTo>
                    <a:pt x="1385" y="81"/>
                  </a:lnTo>
                  <a:lnTo>
                    <a:pt x="1264" y="41"/>
                  </a:lnTo>
                  <a:lnTo>
                    <a:pt x="1124" y="20"/>
                  </a:lnTo>
                  <a:lnTo>
                    <a:pt x="983" y="0"/>
                  </a:lnTo>
                  <a:close/>
                  <a:moveTo>
                    <a:pt x="1224" y="1164"/>
                  </a:moveTo>
                  <a:lnTo>
                    <a:pt x="1144" y="1244"/>
                  </a:lnTo>
                  <a:lnTo>
                    <a:pt x="983" y="1364"/>
                  </a:lnTo>
                  <a:lnTo>
                    <a:pt x="823" y="1444"/>
                  </a:lnTo>
                  <a:lnTo>
                    <a:pt x="622" y="1484"/>
                  </a:lnTo>
                  <a:lnTo>
                    <a:pt x="442" y="1504"/>
                  </a:lnTo>
                  <a:lnTo>
                    <a:pt x="241" y="1484"/>
                  </a:lnTo>
                  <a:lnTo>
                    <a:pt x="41" y="1444"/>
                  </a:lnTo>
                  <a:lnTo>
                    <a:pt x="1" y="1605"/>
                  </a:lnTo>
                  <a:lnTo>
                    <a:pt x="141" y="1645"/>
                  </a:lnTo>
                  <a:lnTo>
                    <a:pt x="282" y="1665"/>
                  </a:lnTo>
                  <a:lnTo>
                    <a:pt x="442" y="1705"/>
                  </a:lnTo>
                  <a:lnTo>
                    <a:pt x="582" y="1705"/>
                  </a:lnTo>
                  <a:lnTo>
                    <a:pt x="743" y="1685"/>
                  </a:lnTo>
                  <a:lnTo>
                    <a:pt x="903" y="1665"/>
                  </a:lnTo>
                  <a:lnTo>
                    <a:pt x="1064" y="1625"/>
                  </a:lnTo>
                  <a:lnTo>
                    <a:pt x="1204" y="1545"/>
                  </a:lnTo>
                  <a:lnTo>
                    <a:pt x="1204" y="1364"/>
                  </a:lnTo>
                  <a:lnTo>
                    <a:pt x="1224" y="1164"/>
                  </a:lnTo>
                  <a:close/>
                </a:path>
              </a:pathLst>
            </a:custGeom>
            <a:solidFill>
              <a:srgbClr val="424242">
                <a:alpha val="307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7" name="Google Shape;5957;p26"/>
            <p:cNvSpPr/>
            <p:nvPr/>
          </p:nvSpPr>
          <p:spPr>
            <a:xfrm>
              <a:off x="11457875" y="4101375"/>
              <a:ext cx="30625" cy="13575"/>
            </a:xfrm>
            <a:custGeom>
              <a:avLst/>
              <a:gdLst/>
              <a:ahLst/>
              <a:cxnLst/>
              <a:rect l="l" t="t" r="r" b="b"/>
              <a:pathLst>
                <a:path w="1225" h="543" fill="none" extrusionOk="0">
                  <a:moveTo>
                    <a:pt x="1224" y="1"/>
                  </a:moveTo>
                  <a:lnTo>
                    <a:pt x="1224" y="1"/>
                  </a:lnTo>
                  <a:lnTo>
                    <a:pt x="1144" y="81"/>
                  </a:lnTo>
                  <a:lnTo>
                    <a:pt x="1144" y="81"/>
                  </a:lnTo>
                  <a:lnTo>
                    <a:pt x="983" y="201"/>
                  </a:lnTo>
                  <a:lnTo>
                    <a:pt x="823" y="281"/>
                  </a:lnTo>
                  <a:lnTo>
                    <a:pt x="622" y="321"/>
                  </a:lnTo>
                  <a:lnTo>
                    <a:pt x="442" y="341"/>
                  </a:lnTo>
                  <a:lnTo>
                    <a:pt x="442" y="341"/>
                  </a:lnTo>
                  <a:lnTo>
                    <a:pt x="241" y="321"/>
                  </a:lnTo>
                  <a:lnTo>
                    <a:pt x="41" y="281"/>
                  </a:lnTo>
                  <a:lnTo>
                    <a:pt x="41" y="281"/>
                  </a:lnTo>
                  <a:lnTo>
                    <a:pt x="1" y="442"/>
                  </a:lnTo>
                  <a:lnTo>
                    <a:pt x="1" y="442"/>
                  </a:lnTo>
                  <a:lnTo>
                    <a:pt x="141" y="482"/>
                  </a:lnTo>
                  <a:lnTo>
                    <a:pt x="282" y="502"/>
                  </a:lnTo>
                  <a:lnTo>
                    <a:pt x="442" y="542"/>
                  </a:lnTo>
                  <a:lnTo>
                    <a:pt x="582" y="542"/>
                  </a:lnTo>
                  <a:lnTo>
                    <a:pt x="582" y="542"/>
                  </a:lnTo>
                  <a:lnTo>
                    <a:pt x="743" y="522"/>
                  </a:lnTo>
                  <a:lnTo>
                    <a:pt x="903" y="502"/>
                  </a:lnTo>
                  <a:lnTo>
                    <a:pt x="1064" y="462"/>
                  </a:lnTo>
                  <a:lnTo>
                    <a:pt x="1204" y="382"/>
                  </a:lnTo>
                  <a:lnTo>
                    <a:pt x="1204" y="382"/>
                  </a:lnTo>
                  <a:lnTo>
                    <a:pt x="1204" y="201"/>
                  </a:lnTo>
                  <a:lnTo>
                    <a:pt x="1224" y="1"/>
                  </a:lnTo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8" name="Google Shape;5958;p26"/>
            <p:cNvSpPr/>
            <p:nvPr/>
          </p:nvSpPr>
          <p:spPr>
            <a:xfrm>
              <a:off x="11391200" y="4053250"/>
              <a:ext cx="72225" cy="73725"/>
            </a:xfrm>
            <a:custGeom>
              <a:avLst/>
              <a:gdLst/>
              <a:ahLst/>
              <a:cxnLst/>
              <a:rect l="l" t="t" r="r" b="b"/>
              <a:pathLst>
                <a:path w="2889" h="2949" extrusionOk="0">
                  <a:moveTo>
                    <a:pt x="783" y="0"/>
                  </a:moveTo>
                  <a:lnTo>
                    <a:pt x="622" y="20"/>
                  </a:lnTo>
                  <a:lnTo>
                    <a:pt x="422" y="81"/>
                  </a:lnTo>
                  <a:lnTo>
                    <a:pt x="241" y="161"/>
                  </a:lnTo>
                  <a:lnTo>
                    <a:pt x="161" y="241"/>
                  </a:lnTo>
                  <a:lnTo>
                    <a:pt x="81" y="361"/>
                  </a:lnTo>
                  <a:lnTo>
                    <a:pt x="41" y="522"/>
                  </a:lnTo>
                  <a:lnTo>
                    <a:pt x="1" y="682"/>
                  </a:lnTo>
                  <a:lnTo>
                    <a:pt x="1" y="883"/>
                  </a:lnTo>
                  <a:lnTo>
                    <a:pt x="1" y="1083"/>
                  </a:lnTo>
                  <a:lnTo>
                    <a:pt x="1" y="1304"/>
                  </a:lnTo>
                  <a:lnTo>
                    <a:pt x="41" y="1545"/>
                  </a:lnTo>
                  <a:lnTo>
                    <a:pt x="121" y="1966"/>
                  </a:lnTo>
                  <a:lnTo>
                    <a:pt x="181" y="2186"/>
                  </a:lnTo>
                  <a:lnTo>
                    <a:pt x="241" y="2367"/>
                  </a:lnTo>
                  <a:lnTo>
                    <a:pt x="301" y="2527"/>
                  </a:lnTo>
                  <a:lnTo>
                    <a:pt x="382" y="2668"/>
                  </a:lnTo>
                  <a:lnTo>
                    <a:pt x="462" y="2788"/>
                  </a:lnTo>
                  <a:lnTo>
                    <a:pt x="542" y="2848"/>
                  </a:lnTo>
                  <a:lnTo>
                    <a:pt x="702" y="2928"/>
                  </a:lnTo>
                  <a:lnTo>
                    <a:pt x="843" y="2948"/>
                  </a:lnTo>
                  <a:lnTo>
                    <a:pt x="1104" y="2948"/>
                  </a:lnTo>
                  <a:lnTo>
                    <a:pt x="1284" y="2868"/>
                  </a:lnTo>
                  <a:lnTo>
                    <a:pt x="1384" y="2848"/>
                  </a:lnTo>
                  <a:lnTo>
                    <a:pt x="1525" y="2848"/>
                  </a:lnTo>
                  <a:lnTo>
                    <a:pt x="1605" y="2868"/>
                  </a:lnTo>
                  <a:lnTo>
                    <a:pt x="1785" y="2928"/>
                  </a:lnTo>
                  <a:lnTo>
                    <a:pt x="1906" y="2948"/>
                  </a:lnTo>
                  <a:lnTo>
                    <a:pt x="2046" y="2948"/>
                  </a:lnTo>
                  <a:lnTo>
                    <a:pt x="2207" y="2908"/>
                  </a:lnTo>
                  <a:lnTo>
                    <a:pt x="2367" y="2828"/>
                  </a:lnTo>
                  <a:lnTo>
                    <a:pt x="2447" y="2768"/>
                  </a:lnTo>
                  <a:lnTo>
                    <a:pt x="2527" y="2648"/>
                  </a:lnTo>
                  <a:lnTo>
                    <a:pt x="2608" y="2507"/>
                  </a:lnTo>
                  <a:lnTo>
                    <a:pt x="2668" y="2347"/>
                  </a:lnTo>
                  <a:lnTo>
                    <a:pt x="2728" y="2166"/>
                  </a:lnTo>
                  <a:lnTo>
                    <a:pt x="2788" y="1946"/>
                  </a:lnTo>
                  <a:lnTo>
                    <a:pt x="2868" y="1504"/>
                  </a:lnTo>
                  <a:lnTo>
                    <a:pt x="2888" y="1284"/>
                  </a:lnTo>
                  <a:lnTo>
                    <a:pt x="2888" y="1063"/>
                  </a:lnTo>
                  <a:lnTo>
                    <a:pt x="2888" y="863"/>
                  </a:lnTo>
                  <a:lnTo>
                    <a:pt x="2868" y="662"/>
                  </a:lnTo>
                  <a:lnTo>
                    <a:pt x="2848" y="502"/>
                  </a:lnTo>
                  <a:lnTo>
                    <a:pt x="2788" y="341"/>
                  </a:lnTo>
                  <a:lnTo>
                    <a:pt x="2728" y="241"/>
                  </a:lnTo>
                  <a:lnTo>
                    <a:pt x="2648" y="161"/>
                  </a:lnTo>
                  <a:lnTo>
                    <a:pt x="2527" y="101"/>
                  </a:lnTo>
                  <a:lnTo>
                    <a:pt x="2427" y="40"/>
                  </a:lnTo>
                  <a:lnTo>
                    <a:pt x="2207" y="0"/>
                  </a:lnTo>
                  <a:lnTo>
                    <a:pt x="1825" y="0"/>
                  </a:lnTo>
                  <a:lnTo>
                    <a:pt x="1605" y="60"/>
                  </a:lnTo>
                  <a:lnTo>
                    <a:pt x="1444" y="81"/>
                  </a:lnTo>
                  <a:lnTo>
                    <a:pt x="1244" y="40"/>
                  </a:lnTo>
                  <a:lnTo>
                    <a:pt x="94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9" name="Google Shape;5959;p26"/>
            <p:cNvSpPr/>
            <p:nvPr/>
          </p:nvSpPr>
          <p:spPr>
            <a:xfrm>
              <a:off x="11391200" y="4053250"/>
              <a:ext cx="72225" cy="73725"/>
            </a:xfrm>
            <a:custGeom>
              <a:avLst/>
              <a:gdLst/>
              <a:ahLst/>
              <a:cxnLst/>
              <a:rect l="l" t="t" r="r" b="b"/>
              <a:pathLst>
                <a:path w="2889" h="2949" fill="none" extrusionOk="0">
                  <a:moveTo>
                    <a:pt x="2367" y="2828"/>
                  </a:moveTo>
                  <a:lnTo>
                    <a:pt x="2367" y="2828"/>
                  </a:lnTo>
                  <a:lnTo>
                    <a:pt x="2207" y="2908"/>
                  </a:lnTo>
                  <a:lnTo>
                    <a:pt x="2046" y="2948"/>
                  </a:lnTo>
                  <a:lnTo>
                    <a:pt x="1906" y="2948"/>
                  </a:lnTo>
                  <a:lnTo>
                    <a:pt x="1785" y="2928"/>
                  </a:lnTo>
                  <a:lnTo>
                    <a:pt x="1785" y="2928"/>
                  </a:lnTo>
                  <a:lnTo>
                    <a:pt x="1605" y="2868"/>
                  </a:lnTo>
                  <a:lnTo>
                    <a:pt x="1525" y="2848"/>
                  </a:lnTo>
                  <a:lnTo>
                    <a:pt x="1464" y="2848"/>
                  </a:lnTo>
                  <a:lnTo>
                    <a:pt x="1464" y="2848"/>
                  </a:lnTo>
                  <a:lnTo>
                    <a:pt x="1384" y="2848"/>
                  </a:lnTo>
                  <a:lnTo>
                    <a:pt x="1284" y="2868"/>
                  </a:lnTo>
                  <a:lnTo>
                    <a:pt x="1104" y="2948"/>
                  </a:lnTo>
                  <a:lnTo>
                    <a:pt x="983" y="2948"/>
                  </a:lnTo>
                  <a:lnTo>
                    <a:pt x="843" y="2948"/>
                  </a:lnTo>
                  <a:lnTo>
                    <a:pt x="702" y="2928"/>
                  </a:lnTo>
                  <a:lnTo>
                    <a:pt x="542" y="2848"/>
                  </a:lnTo>
                  <a:lnTo>
                    <a:pt x="542" y="2848"/>
                  </a:lnTo>
                  <a:lnTo>
                    <a:pt x="462" y="2788"/>
                  </a:lnTo>
                  <a:lnTo>
                    <a:pt x="382" y="2668"/>
                  </a:lnTo>
                  <a:lnTo>
                    <a:pt x="301" y="2527"/>
                  </a:lnTo>
                  <a:lnTo>
                    <a:pt x="241" y="2367"/>
                  </a:lnTo>
                  <a:lnTo>
                    <a:pt x="181" y="2186"/>
                  </a:lnTo>
                  <a:lnTo>
                    <a:pt x="121" y="1966"/>
                  </a:lnTo>
                  <a:lnTo>
                    <a:pt x="41" y="1545"/>
                  </a:lnTo>
                  <a:lnTo>
                    <a:pt x="1" y="1304"/>
                  </a:lnTo>
                  <a:lnTo>
                    <a:pt x="1" y="1083"/>
                  </a:lnTo>
                  <a:lnTo>
                    <a:pt x="1" y="883"/>
                  </a:lnTo>
                  <a:lnTo>
                    <a:pt x="1" y="682"/>
                  </a:lnTo>
                  <a:lnTo>
                    <a:pt x="41" y="522"/>
                  </a:lnTo>
                  <a:lnTo>
                    <a:pt x="81" y="361"/>
                  </a:lnTo>
                  <a:lnTo>
                    <a:pt x="161" y="241"/>
                  </a:lnTo>
                  <a:lnTo>
                    <a:pt x="241" y="161"/>
                  </a:lnTo>
                  <a:lnTo>
                    <a:pt x="241" y="161"/>
                  </a:lnTo>
                  <a:lnTo>
                    <a:pt x="422" y="81"/>
                  </a:lnTo>
                  <a:lnTo>
                    <a:pt x="622" y="20"/>
                  </a:lnTo>
                  <a:lnTo>
                    <a:pt x="783" y="0"/>
                  </a:lnTo>
                  <a:lnTo>
                    <a:pt x="943" y="0"/>
                  </a:lnTo>
                  <a:lnTo>
                    <a:pt x="1244" y="40"/>
                  </a:lnTo>
                  <a:lnTo>
                    <a:pt x="1444" y="81"/>
                  </a:lnTo>
                  <a:lnTo>
                    <a:pt x="1444" y="81"/>
                  </a:lnTo>
                  <a:lnTo>
                    <a:pt x="1605" y="60"/>
                  </a:lnTo>
                  <a:lnTo>
                    <a:pt x="1825" y="0"/>
                  </a:lnTo>
                  <a:lnTo>
                    <a:pt x="1825" y="0"/>
                  </a:lnTo>
                  <a:lnTo>
                    <a:pt x="2006" y="0"/>
                  </a:lnTo>
                  <a:lnTo>
                    <a:pt x="2207" y="0"/>
                  </a:lnTo>
                  <a:lnTo>
                    <a:pt x="2427" y="40"/>
                  </a:lnTo>
                  <a:lnTo>
                    <a:pt x="2527" y="101"/>
                  </a:lnTo>
                  <a:lnTo>
                    <a:pt x="2648" y="161"/>
                  </a:lnTo>
                  <a:lnTo>
                    <a:pt x="2648" y="161"/>
                  </a:lnTo>
                  <a:lnTo>
                    <a:pt x="2728" y="241"/>
                  </a:lnTo>
                  <a:lnTo>
                    <a:pt x="2788" y="341"/>
                  </a:lnTo>
                  <a:lnTo>
                    <a:pt x="2848" y="502"/>
                  </a:lnTo>
                  <a:lnTo>
                    <a:pt x="2868" y="662"/>
                  </a:lnTo>
                  <a:lnTo>
                    <a:pt x="2888" y="863"/>
                  </a:lnTo>
                  <a:lnTo>
                    <a:pt x="2888" y="1063"/>
                  </a:lnTo>
                  <a:lnTo>
                    <a:pt x="2888" y="1284"/>
                  </a:lnTo>
                  <a:lnTo>
                    <a:pt x="2868" y="1504"/>
                  </a:lnTo>
                  <a:lnTo>
                    <a:pt x="2788" y="1946"/>
                  </a:lnTo>
                  <a:lnTo>
                    <a:pt x="2728" y="2166"/>
                  </a:lnTo>
                  <a:lnTo>
                    <a:pt x="2668" y="2347"/>
                  </a:lnTo>
                  <a:lnTo>
                    <a:pt x="2608" y="2507"/>
                  </a:lnTo>
                  <a:lnTo>
                    <a:pt x="2527" y="2648"/>
                  </a:lnTo>
                  <a:lnTo>
                    <a:pt x="2447" y="2768"/>
                  </a:lnTo>
                  <a:lnTo>
                    <a:pt x="2367" y="282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0" name="Google Shape;5960;p26"/>
            <p:cNvSpPr/>
            <p:nvPr/>
          </p:nvSpPr>
          <p:spPr>
            <a:xfrm>
              <a:off x="11391200" y="4053250"/>
              <a:ext cx="45650" cy="73725"/>
            </a:xfrm>
            <a:custGeom>
              <a:avLst/>
              <a:gdLst/>
              <a:ahLst/>
              <a:cxnLst/>
              <a:rect l="l" t="t" r="r" b="b"/>
              <a:pathLst>
                <a:path w="1826" h="2949" extrusionOk="0">
                  <a:moveTo>
                    <a:pt x="702" y="0"/>
                  </a:moveTo>
                  <a:lnTo>
                    <a:pt x="542" y="40"/>
                  </a:lnTo>
                  <a:lnTo>
                    <a:pt x="402" y="81"/>
                  </a:lnTo>
                  <a:lnTo>
                    <a:pt x="241" y="161"/>
                  </a:lnTo>
                  <a:lnTo>
                    <a:pt x="181" y="221"/>
                  </a:lnTo>
                  <a:lnTo>
                    <a:pt x="121" y="281"/>
                  </a:lnTo>
                  <a:lnTo>
                    <a:pt x="81" y="361"/>
                  </a:lnTo>
                  <a:lnTo>
                    <a:pt x="61" y="462"/>
                  </a:lnTo>
                  <a:lnTo>
                    <a:pt x="1" y="702"/>
                  </a:lnTo>
                  <a:lnTo>
                    <a:pt x="1" y="963"/>
                  </a:lnTo>
                  <a:lnTo>
                    <a:pt x="1" y="983"/>
                  </a:lnTo>
                  <a:lnTo>
                    <a:pt x="1" y="1264"/>
                  </a:lnTo>
                  <a:lnTo>
                    <a:pt x="41" y="1565"/>
                  </a:lnTo>
                  <a:lnTo>
                    <a:pt x="81" y="1845"/>
                  </a:lnTo>
                  <a:lnTo>
                    <a:pt x="161" y="2126"/>
                  </a:lnTo>
                  <a:lnTo>
                    <a:pt x="241" y="2367"/>
                  </a:lnTo>
                  <a:lnTo>
                    <a:pt x="341" y="2587"/>
                  </a:lnTo>
                  <a:lnTo>
                    <a:pt x="442" y="2748"/>
                  </a:lnTo>
                  <a:lnTo>
                    <a:pt x="502" y="2808"/>
                  </a:lnTo>
                  <a:lnTo>
                    <a:pt x="542" y="2848"/>
                  </a:lnTo>
                  <a:lnTo>
                    <a:pt x="662" y="2908"/>
                  </a:lnTo>
                  <a:lnTo>
                    <a:pt x="763" y="2928"/>
                  </a:lnTo>
                  <a:lnTo>
                    <a:pt x="843" y="2948"/>
                  </a:lnTo>
                  <a:lnTo>
                    <a:pt x="1083" y="2948"/>
                  </a:lnTo>
                  <a:lnTo>
                    <a:pt x="1224" y="2908"/>
                  </a:lnTo>
                  <a:lnTo>
                    <a:pt x="1344" y="2868"/>
                  </a:lnTo>
                  <a:lnTo>
                    <a:pt x="1464" y="2848"/>
                  </a:lnTo>
                  <a:lnTo>
                    <a:pt x="1525" y="2848"/>
                  </a:lnTo>
                  <a:lnTo>
                    <a:pt x="1605" y="2868"/>
                  </a:lnTo>
                  <a:lnTo>
                    <a:pt x="1785" y="2928"/>
                  </a:lnTo>
                  <a:lnTo>
                    <a:pt x="1725" y="2868"/>
                  </a:lnTo>
                  <a:lnTo>
                    <a:pt x="1625" y="2748"/>
                  </a:lnTo>
                  <a:lnTo>
                    <a:pt x="1525" y="2668"/>
                  </a:lnTo>
                  <a:lnTo>
                    <a:pt x="1324" y="2527"/>
                  </a:lnTo>
                  <a:lnTo>
                    <a:pt x="1244" y="2467"/>
                  </a:lnTo>
                  <a:lnTo>
                    <a:pt x="1164" y="2367"/>
                  </a:lnTo>
                  <a:lnTo>
                    <a:pt x="1083" y="2266"/>
                  </a:lnTo>
                  <a:lnTo>
                    <a:pt x="1023" y="2126"/>
                  </a:lnTo>
                  <a:lnTo>
                    <a:pt x="983" y="1966"/>
                  </a:lnTo>
                  <a:lnTo>
                    <a:pt x="943" y="1805"/>
                  </a:lnTo>
                  <a:lnTo>
                    <a:pt x="923" y="1464"/>
                  </a:lnTo>
                  <a:lnTo>
                    <a:pt x="923" y="1244"/>
                  </a:lnTo>
                  <a:lnTo>
                    <a:pt x="943" y="1043"/>
                  </a:lnTo>
                  <a:lnTo>
                    <a:pt x="1003" y="863"/>
                  </a:lnTo>
                  <a:lnTo>
                    <a:pt x="1083" y="682"/>
                  </a:lnTo>
                  <a:lnTo>
                    <a:pt x="1204" y="502"/>
                  </a:lnTo>
                  <a:lnTo>
                    <a:pt x="1324" y="361"/>
                  </a:lnTo>
                  <a:lnTo>
                    <a:pt x="1485" y="241"/>
                  </a:lnTo>
                  <a:lnTo>
                    <a:pt x="1665" y="141"/>
                  </a:lnTo>
                  <a:lnTo>
                    <a:pt x="1705" y="141"/>
                  </a:lnTo>
                  <a:lnTo>
                    <a:pt x="1765" y="121"/>
                  </a:lnTo>
                  <a:lnTo>
                    <a:pt x="1805" y="81"/>
                  </a:lnTo>
                  <a:lnTo>
                    <a:pt x="1825" y="40"/>
                  </a:lnTo>
                  <a:lnTo>
                    <a:pt x="1825" y="20"/>
                  </a:lnTo>
                  <a:lnTo>
                    <a:pt x="1825" y="0"/>
                  </a:lnTo>
                  <a:lnTo>
                    <a:pt x="1605" y="60"/>
                  </a:lnTo>
                  <a:lnTo>
                    <a:pt x="1444" y="81"/>
                  </a:lnTo>
                  <a:lnTo>
                    <a:pt x="1324" y="60"/>
                  </a:lnTo>
                  <a:lnTo>
                    <a:pt x="1184" y="40"/>
                  </a:lnTo>
                  <a:lnTo>
                    <a:pt x="1023" y="20"/>
                  </a:lnTo>
                  <a:lnTo>
                    <a:pt x="843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1" name="Google Shape;5961;p26"/>
            <p:cNvSpPr/>
            <p:nvPr/>
          </p:nvSpPr>
          <p:spPr>
            <a:xfrm>
              <a:off x="11391200" y="4053250"/>
              <a:ext cx="45650" cy="73725"/>
            </a:xfrm>
            <a:custGeom>
              <a:avLst/>
              <a:gdLst/>
              <a:ahLst/>
              <a:cxnLst/>
              <a:rect l="l" t="t" r="r" b="b"/>
              <a:pathLst>
                <a:path w="1826" h="2949" fill="none" extrusionOk="0">
                  <a:moveTo>
                    <a:pt x="843" y="0"/>
                  </a:moveTo>
                  <a:lnTo>
                    <a:pt x="843" y="0"/>
                  </a:lnTo>
                  <a:lnTo>
                    <a:pt x="702" y="0"/>
                  </a:lnTo>
                  <a:lnTo>
                    <a:pt x="542" y="40"/>
                  </a:lnTo>
                  <a:lnTo>
                    <a:pt x="402" y="81"/>
                  </a:lnTo>
                  <a:lnTo>
                    <a:pt x="241" y="161"/>
                  </a:lnTo>
                  <a:lnTo>
                    <a:pt x="241" y="161"/>
                  </a:lnTo>
                  <a:lnTo>
                    <a:pt x="181" y="221"/>
                  </a:lnTo>
                  <a:lnTo>
                    <a:pt x="121" y="281"/>
                  </a:lnTo>
                  <a:lnTo>
                    <a:pt x="81" y="361"/>
                  </a:lnTo>
                  <a:lnTo>
                    <a:pt x="61" y="462"/>
                  </a:lnTo>
                  <a:lnTo>
                    <a:pt x="1" y="702"/>
                  </a:lnTo>
                  <a:lnTo>
                    <a:pt x="1" y="963"/>
                  </a:lnTo>
                  <a:lnTo>
                    <a:pt x="1" y="963"/>
                  </a:lnTo>
                  <a:lnTo>
                    <a:pt x="1" y="983"/>
                  </a:lnTo>
                  <a:lnTo>
                    <a:pt x="1" y="983"/>
                  </a:lnTo>
                  <a:lnTo>
                    <a:pt x="1" y="1264"/>
                  </a:lnTo>
                  <a:lnTo>
                    <a:pt x="41" y="1565"/>
                  </a:lnTo>
                  <a:lnTo>
                    <a:pt x="81" y="1845"/>
                  </a:lnTo>
                  <a:lnTo>
                    <a:pt x="161" y="2126"/>
                  </a:lnTo>
                  <a:lnTo>
                    <a:pt x="241" y="2367"/>
                  </a:lnTo>
                  <a:lnTo>
                    <a:pt x="341" y="2587"/>
                  </a:lnTo>
                  <a:lnTo>
                    <a:pt x="442" y="2748"/>
                  </a:lnTo>
                  <a:lnTo>
                    <a:pt x="502" y="2808"/>
                  </a:lnTo>
                  <a:lnTo>
                    <a:pt x="542" y="2848"/>
                  </a:lnTo>
                  <a:lnTo>
                    <a:pt x="542" y="2848"/>
                  </a:lnTo>
                  <a:lnTo>
                    <a:pt x="662" y="2908"/>
                  </a:lnTo>
                  <a:lnTo>
                    <a:pt x="763" y="2928"/>
                  </a:lnTo>
                  <a:lnTo>
                    <a:pt x="843" y="2948"/>
                  </a:lnTo>
                  <a:lnTo>
                    <a:pt x="943" y="2948"/>
                  </a:lnTo>
                  <a:lnTo>
                    <a:pt x="943" y="2948"/>
                  </a:lnTo>
                  <a:lnTo>
                    <a:pt x="1083" y="2948"/>
                  </a:lnTo>
                  <a:lnTo>
                    <a:pt x="1224" y="2908"/>
                  </a:lnTo>
                  <a:lnTo>
                    <a:pt x="1344" y="2868"/>
                  </a:lnTo>
                  <a:lnTo>
                    <a:pt x="1464" y="2848"/>
                  </a:lnTo>
                  <a:lnTo>
                    <a:pt x="1464" y="2848"/>
                  </a:lnTo>
                  <a:lnTo>
                    <a:pt x="1525" y="2848"/>
                  </a:lnTo>
                  <a:lnTo>
                    <a:pt x="1605" y="2868"/>
                  </a:lnTo>
                  <a:lnTo>
                    <a:pt x="1785" y="2928"/>
                  </a:lnTo>
                  <a:lnTo>
                    <a:pt x="1785" y="2928"/>
                  </a:lnTo>
                  <a:lnTo>
                    <a:pt x="1725" y="2868"/>
                  </a:lnTo>
                  <a:lnTo>
                    <a:pt x="1725" y="2868"/>
                  </a:lnTo>
                  <a:lnTo>
                    <a:pt x="1625" y="2748"/>
                  </a:lnTo>
                  <a:lnTo>
                    <a:pt x="1525" y="2668"/>
                  </a:lnTo>
                  <a:lnTo>
                    <a:pt x="1324" y="2527"/>
                  </a:lnTo>
                  <a:lnTo>
                    <a:pt x="1244" y="2467"/>
                  </a:lnTo>
                  <a:lnTo>
                    <a:pt x="1164" y="2367"/>
                  </a:lnTo>
                  <a:lnTo>
                    <a:pt x="1083" y="2266"/>
                  </a:lnTo>
                  <a:lnTo>
                    <a:pt x="1023" y="2126"/>
                  </a:lnTo>
                  <a:lnTo>
                    <a:pt x="1023" y="2126"/>
                  </a:lnTo>
                  <a:lnTo>
                    <a:pt x="983" y="1966"/>
                  </a:lnTo>
                  <a:lnTo>
                    <a:pt x="943" y="1805"/>
                  </a:lnTo>
                  <a:lnTo>
                    <a:pt x="923" y="1464"/>
                  </a:lnTo>
                  <a:lnTo>
                    <a:pt x="923" y="1464"/>
                  </a:lnTo>
                  <a:lnTo>
                    <a:pt x="923" y="1244"/>
                  </a:lnTo>
                  <a:lnTo>
                    <a:pt x="943" y="1043"/>
                  </a:lnTo>
                  <a:lnTo>
                    <a:pt x="1003" y="863"/>
                  </a:lnTo>
                  <a:lnTo>
                    <a:pt x="1083" y="682"/>
                  </a:lnTo>
                  <a:lnTo>
                    <a:pt x="1204" y="502"/>
                  </a:lnTo>
                  <a:lnTo>
                    <a:pt x="1324" y="361"/>
                  </a:lnTo>
                  <a:lnTo>
                    <a:pt x="1485" y="241"/>
                  </a:lnTo>
                  <a:lnTo>
                    <a:pt x="1665" y="141"/>
                  </a:lnTo>
                  <a:lnTo>
                    <a:pt x="1665" y="141"/>
                  </a:lnTo>
                  <a:lnTo>
                    <a:pt x="1705" y="141"/>
                  </a:lnTo>
                  <a:lnTo>
                    <a:pt x="1705" y="141"/>
                  </a:lnTo>
                  <a:lnTo>
                    <a:pt x="1765" y="121"/>
                  </a:lnTo>
                  <a:lnTo>
                    <a:pt x="1805" y="81"/>
                  </a:lnTo>
                  <a:lnTo>
                    <a:pt x="1805" y="81"/>
                  </a:lnTo>
                  <a:lnTo>
                    <a:pt x="1825" y="40"/>
                  </a:lnTo>
                  <a:lnTo>
                    <a:pt x="1825" y="20"/>
                  </a:lnTo>
                  <a:lnTo>
                    <a:pt x="1825" y="0"/>
                  </a:lnTo>
                  <a:lnTo>
                    <a:pt x="1825" y="0"/>
                  </a:lnTo>
                  <a:lnTo>
                    <a:pt x="1825" y="0"/>
                  </a:lnTo>
                  <a:lnTo>
                    <a:pt x="1605" y="60"/>
                  </a:lnTo>
                  <a:lnTo>
                    <a:pt x="1444" y="81"/>
                  </a:lnTo>
                  <a:lnTo>
                    <a:pt x="1444" y="81"/>
                  </a:lnTo>
                  <a:lnTo>
                    <a:pt x="1324" y="60"/>
                  </a:lnTo>
                  <a:lnTo>
                    <a:pt x="1184" y="40"/>
                  </a:lnTo>
                  <a:lnTo>
                    <a:pt x="1023" y="20"/>
                  </a:lnTo>
                  <a:lnTo>
                    <a:pt x="84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2" name="Google Shape;5962;p26"/>
            <p:cNvSpPr/>
            <p:nvPr/>
          </p:nvSpPr>
          <p:spPr>
            <a:xfrm>
              <a:off x="10716375" y="4375625"/>
              <a:ext cx="540475" cy="391075"/>
            </a:xfrm>
            <a:custGeom>
              <a:avLst/>
              <a:gdLst/>
              <a:ahLst/>
              <a:cxnLst/>
              <a:rect l="l" t="t" r="r" b="b"/>
              <a:pathLst>
                <a:path w="21619" h="15643" extrusionOk="0">
                  <a:moveTo>
                    <a:pt x="5635" y="0"/>
                  </a:moveTo>
                  <a:lnTo>
                    <a:pt x="5214" y="20"/>
                  </a:lnTo>
                  <a:lnTo>
                    <a:pt x="4793" y="61"/>
                  </a:lnTo>
                  <a:lnTo>
                    <a:pt x="4392" y="121"/>
                  </a:lnTo>
                  <a:lnTo>
                    <a:pt x="4011" y="201"/>
                  </a:lnTo>
                  <a:lnTo>
                    <a:pt x="3630" y="301"/>
                  </a:lnTo>
                  <a:lnTo>
                    <a:pt x="3269" y="442"/>
                  </a:lnTo>
                  <a:lnTo>
                    <a:pt x="2908" y="582"/>
                  </a:lnTo>
                  <a:lnTo>
                    <a:pt x="2567" y="762"/>
                  </a:lnTo>
                  <a:lnTo>
                    <a:pt x="2246" y="963"/>
                  </a:lnTo>
                  <a:lnTo>
                    <a:pt x="1945" y="1164"/>
                  </a:lnTo>
                  <a:lnTo>
                    <a:pt x="1665" y="1404"/>
                  </a:lnTo>
                  <a:lnTo>
                    <a:pt x="1404" y="1665"/>
                  </a:lnTo>
                  <a:lnTo>
                    <a:pt x="1143" y="1946"/>
                  </a:lnTo>
                  <a:lnTo>
                    <a:pt x="923" y="2247"/>
                  </a:lnTo>
                  <a:lnTo>
                    <a:pt x="722" y="2567"/>
                  </a:lnTo>
                  <a:lnTo>
                    <a:pt x="542" y="2908"/>
                  </a:lnTo>
                  <a:lnTo>
                    <a:pt x="381" y="3269"/>
                  </a:lnTo>
                  <a:lnTo>
                    <a:pt x="241" y="3650"/>
                  </a:lnTo>
                  <a:lnTo>
                    <a:pt x="141" y="4051"/>
                  </a:lnTo>
                  <a:lnTo>
                    <a:pt x="60" y="4453"/>
                  </a:lnTo>
                  <a:lnTo>
                    <a:pt x="20" y="4894"/>
                  </a:lnTo>
                  <a:lnTo>
                    <a:pt x="0" y="5355"/>
                  </a:lnTo>
                  <a:lnTo>
                    <a:pt x="20" y="5816"/>
                  </a:lnTo>
                  <a:lnTo>
                    <a:pt x="80" y="6277"/>
                  </a:lnTo>
                  <a:lnTo>
                    <a:pt x="181" y="6759"/>
                  </a:lnTo>
                  <a:lnTo>
                    <a:pt x="301" y="7220"/>
                  </a:lnTo>
                  <a:lnTo>
                    <a:pt x="461" y="7681"/>
                  </a:lnTo>
                  <a:lnTo>
                    <a:pt x="662" y="8143"/>
                  </a:lnTo>
                  <a:lnTo>
                    <a:pt x="883" y="8624"/>
                  </a:lnTo>
                  <a:lnTo>
                    <a:pt x="1143" y="9065"/>
                  </a:lnTo>
                  <a:lnTo>
                    <a:pt x="1424" y="9526"/>
                  </a:lnTo>
                  <a:lnTo>
                    <a:pt x="1725" y="9968"/>
                  </a:lnTo>
                  <a:lnTo>
                    <a:pt x="2046" y="10409"/>
                  </a:lnTo>
                  <a:lnTo>
                    <a:pt x="2387" y="10830"/>
                  </a:lnTo>
                  <a:lnTo>
                    <a:pt x="2748" y="11251"/>
                  </a:lnTo>
                  <a:lnTo>
                    <a:pt x="3149" y="11652"/>
                  </a:lnTo>
                  <a:lnTo>
                    <a:pt x="3530" y="12053"/>
                  </a:lnTo>
                  <a:lnTo>
                    <a:pt x="3951" y="12434"/>
                  </a:lnTo>
                  <a:lnTo>
                    <a:pt x="4372" y="12795"/>
                  </a:lnTo>
                  <a:lnTo>
                    <a:pt x="4793" y="13136"/>
                  </a:lnTo>
                  <a:lnTo>
                    <a:pt x="5234" y="13477"/>
                  </a:lnTo>
                  <a:lnTo>
                    <a:pt x="5676" y="13778"/>
                  </a:lnTo>
                  <a:lnTo>
                    <a:pt x="6137" y="14079"/>
                  </a:lnTo>
                  <a:lnTo>
                    <a:pt x="6578" y="14339"/>
                  </a:lnTo>
                  <a:lnTo>
                    <a:pt x="7039" y="14600"/>
                  </a:lnTo>
                  <a:lnTo>
                    <a:pt x="7481" y="14821"/>
                  </a:lnTo>
                  <a:lnTo>
                    <a:pt x="7922" y="15021"/>
                  </a:lnTo>
                  <a:lnTo>
                    <a:pt x="8363" y="15202"/>
                  </a:lnTo>
                  <a:lnTo>
                    <a:pt x="8804" y="15342"/>
                  </a:lnTo>
                  <a:lnTo>
                    <a:pt x="9225" y="15462"/>
                  </a:lnTo>
                  <a:lnTo>
                    <a:pt x="9626" y="15543"/>
                  </a:lnTo>
                  <a:lnTo>
                    <a:pt x="10027" y="15603"/>
                  </a:lnTo>
                  <a:lnTo>
                    <a:pt x="10408" y="15643"/>
                  </a:lnTo>
                  <a:lnTo>
                    <a:pt x="10789" y="15643"/>
                  </a:lnTo>
                  <a:lnTo>
                    <a:pt x="11050" y="15603"/>
                  </a:lnTo>
                  <a:lnTo>
                    <a:pt x="11331" y="15563"/>
                  </a:lnTo>
                  <a:lnTo>
                    <a:pt x="11612" y="15503"/>
                  </a:lnTo>
                  <a:lnTo>
                    <a:pt x="11892" y="15442"/>
                  </a:lnTo>
                  <a:lnTo>
                    <a:pt x="12494" y="15262"/>
                  </a:lnTo>
                  <a:lnTo>
                    <a:pt x="13116" y="15021"/>
                  </a:lnTo>
                  <a:lnTo>
                    <a:pt x="13738" y="14740"/>
                  </a:lnTo>
                  <a:lnTo>
                    <a:pt x="14379" y="14420"/>
                  </a:lnTo>
                  <a:lnTo>
                    <a:pt x="15001" y="14039"/>
                  </a:lnTo>
                  <a:lnTo>
                    <a:pt x="15643" y="13637"/>
                  </a:lnTo>
                  <a:lnTo>
                    <a:pt x="16164" y="13277"/>
                  </a:lnTo>
                  <a:lnTo>
                    <a:pt x="16706" y="12895"/>
                  </a:lnTo>
                  <a:lnTo>
                    <a:pt x="17207" y="12514"/>
                  </a:lnTo>
                  <a:lnTo>
                    <a:pt x="17708" y="12093"/>
                  </a:lnTo>
                  <a:lnTo>
                    <a:pt x="18190" y="11672"/>
                  </a:lnTo>
                  <a:lnTo>
                    <a:pt x="18651" y="11251"/>
                  </a:lnTo>
                  <a:lnTo>
                    <a:pt x="19092" y="10830"/>
                  </a:lnTo>
                  <a:lnTo>
                    <a:pt x="19513" y="10389"/>
                  </a:lnTo>
                  <a:lnTo>
                    <a:pt x="19894" y="9947"/>
                  </a:lnTo>
                  <a:lnTo>
                    <a:pt x="20235" y="9526"/>
                  </a:lnTo>
                  <a:lnTo>
                    <a:pt x="20556" y="9105"/>
                  </a:lnTo>
                  <a:lnTo>
                    <a:pt x="20837" y="8684"/>
                  </a:lnTo>
                  <a:lnTo>
                    <a:pt x="21077" y="8283"/>
                  </a:lnTo>
                  <a:lnTo>
                    <a:pt x="21278" y="7902"/>
                  </a:lnTo>
                  <a:lnTo>
                    <a:pt x="21418" y="7521"/>
                  </a:lnTo>
                  <a:lnTo>
                    <a:pt x="21519" y="7180"/>
                  </a:lnTo>
                  <a:lnTo>
                    <a:pt x="21579" y="6779"/>
                  </a:lnTo>
                  <a:lnTo>
                    <a:pt x="21619" y="6398"/>
                  </a:lnTo>
                  <a:lnTo>
                    <a:pt x="21619" y="6037"/>
                  </a:lnTo>
                  <a:lnTo>
                    <a:pt x="21599" y="5676"/>
                  </a:lnTo>
                  <a:lnTo>
                    <a:pt x="21539" y="5315"/>
                  </a:lnTo>
                  <a:lnTo>
                    <a:pt x="21458" y="4954"/>
                  </a:lnTo>
                  <a:lnTo>
                    <a:pt x="21358" y="4613"/>
                  </a:lnTo>
                  <a:lnTo>
                    <a:pt x="21238" y="4292"/>
                  </a:lnTo>
                  <a:lnTo>
                    <a:pt x="21077" y="3951"/>
                  </a:lnTo>
                  <a:lnTo>
                    <a:pt x="20917" y="3650"/>
                  </a:lnTo>
                  <a:lnTo>
                    <a:pt x="20737" y="3350"/>
                  </a:lnTo>
                  <a:lnTo>
                    <a:pt x="20536" y="3049"/>
                  </a:lnTo>
                  <a:lnTo>
                    <a:pt x="20315" y="2768"/>
                  </a:lnTo>
                  <a:lnTo>
                    <a:pt x="20095" y="2487"/>
                  </a:lnTo>
                  <a:lnTo>
                    <a:pt x="19854" y="2226"/>
                  </a:lnTo>
                  <a:lnTo>
                    <a:pt x="19593" y="1986"/>
                  </a:lnTo>
                  <a:lnTo>
                    <a:pt x="19333" y="1745"/>
                  </a:lnTo>
                  <a:lnTo>
                    <a:pt x="19072" y="1525"/>
                  </a:lnTo>
                  <a:lnTo>
                    <a:pt x="18791" y="1324"/>
                  </a:lnTo>
                  <a:lnTo>
                    <a:pt x="18510" y="1123"/>
                  </a:lnTo>
                  <a:lnTo>
                    <a:pt x="18230" y="943"/>
                  </a:lnTo>
                  <a:lnTo>
                    <a:pt x="17949" y="783"/>
                  </a:lnTo>
                  <a:lnTo>
                    <a:pt x="17668" y="642"/>
                  </a:lnTo>
                  <a:lnTo>
                    <a:pt x="17387" y="502"/>
                  </a:lnTo>
                  <a:lnTo>
                    <a:pt x="17127" y="381"/>
                  </a:lnTo>
                  <a:lnTo>
                    <a:pt x="16846" y="281"/>
                  </a:lnTo>
                  <a:lnTo>
                    <a:pt x="16585" y="201"/>
                  </a:lnTo>
                  <a:lnTo>
                    <a:pt x="16325" y="141"/>
                  </a:lnTo>
                  <a:lnTo>
                    <a:pt x="16084" y="101"/>
                  </a:lnTo>
                  <a:lnTo>
                    <a:pt x="15863" y="81"/>
                  </a:lnTo>
                  <a:lnTo>
                    <a:pt x="15643" y="61"/>
                  </a:lnTo>
                  <a:lnTo>
                    <a:pt x="15442" y="81"/>
                  </a:lnTo>
                  <a:lnTo>
                    <a:pt x="15101" y="121"/>
                  </a:lnTo>
                  <a:lnTo>
                    <a:pt x="14800" y="201"/>
                  </a:lnTo>
                  <a:lnTo>
                    <a:pt x="14480" y="321"/>
                  </a:lnTo>
                  <a:lnTo>
                    <a:pt x="14179" y="442"/>
                  </a:lnTo>
                  <a:lnTo>
                    <a:pt x="13898" y="602"/>
                  </a:lnTo>
                  <a:lnTo>
                    <a:pt x="13617" y="742"/>
                  </a:lnTo>
                  <a:lnTo>
                    <a:pt x="13076" y="1063"/>
                  </a:lnTo>
                  <a:lnTo>
                    <a:pt x="12815" y="1204"/>
                  </a:lnTo>
                  <a:lnTo>
                    <a:pt x="12554" y="1344"/>
                  </a:lnTo>
                  <a:lnTo>
                    <a:pt x="12274" y="1464"/>
                  </a:lnTo>
                  <a:lnTo>
                    <a:pt x="11993" y="1545"/>
                  </a:lnTo>
                  <a:lnTo>
                    <a:pt x="11712" y="1605"/>
                  </a:lnTo>
                  <a:lnTo>
                    <a:pt x="11431" y="1625"/>
                  </a:lnTo>
                  <a:lnTo>
                    <a:pt x="11110" y="1605"/>
                  </a:lnTo>
                  <a:lnTo>
                    <a:pt x="10789" y="1545"/>
                  </a:lnTo>
                  <a:lnTo>
                    <a:pt x="10429" y="1404"/>
                  </a:lnTo>
                  <a:lnTo>
                    <a:pt x="10068" y="1224"/>
                  </a:lnTo>
                  <a:lnTo>
                    <a:pt x="9626" y="983"/>
                  </a:lnTo>
                  <a:lnTo>
                    <a:pt x="9165" y="783"/>
                  </a:lnTo>
                  <a:lnTo>
                    <a:pt x="8724" y="602"/>
                  </a:lnTo>
                  <a:lnTo>
                    <a:pt x="8263" y="442"/>
                  </a:lnTo>
                  <a:lnTo>
                    <a:pt x="7821" y="301"/>
                  </a:lnTo>
                  <a:lnTo>
                    <a:pt x="7380" y="201"/>
                  </a:lnTo>
                  <a:lnTo>
                    <a:pt x="6939" y="101"/>
                  </a:lnTo>
                  <a:lnTo>
                    <a:pt x="6498" y="41"/>
                  </a:lnTo>
                  <a:lnTo>
                    <a:pt x="6057" y="20"/>
                  </a:lnTo>
                  <a:lnTo>
                    <a:pt x="563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3" name="Google Shape;5963;p26"/>
            <p:cNvSpPr/>
            <p:nvPr/>
          </p:nvSpPr>
          <p:spPr>
            <a:xfrm>
              <a:off x="10716375" y="4375625"/>
              <a:ext cx="540475" cy="391075"/>
            </a:xfrm>
            <a:custGeom>
              <a:avLst/>
              <a:gdLst/>
              <a:ahLst/>
              <a:cxnLst/>
              <a:rect l="l" t="t" r="r" b="b"/>
              <a:pathLst>
                <a:path w="21619" h="15643" fill="none" extrusionOk="0">
                  <a:moveTo>
                    <a:pt x="21519" y="7180"/>
                  </a:moveTo>
                  <a:lnTo>
                    <a:pt x="21519" y="7180"/>
                  </a:lnTo>
                  <a:lnTo>
                    <a:pt x="21418" y="7521"/>
                  </a:lnTo>
                  <a:lnTo>
                    <a:pt x="21278" y="7902"/>
                  </a:lnTo>
                  <a:lnTo>
                    <a:pt x="21077" y="8283"/>
                  </a:lnTo>
                  <a:lnTo>
                    <a:pt x="20837" y="8684"/>
                  </a:lnTo>
                  <a:lnTo>
                    <a:pt x="20556" y="9105"/>
                  </a:lnTo>
                  <a:lnTo>
                    <a:pt x="20235" y="9526"/>
                  </a:lnTo>
                  <a:lnTo>
                    <a:pt x="19894" y="9947"/>
                  </a:lnTo>
                  <a:lnTo>
                    <a:pt x="19513" y="10389"/>
                  </a:lnTo>
                  <a:lnTo>
                    <a:pt x="19092" y="10830"/>
                  </a:lnTo>
                  <a:lnTo>
                    <a:pt x="18651" y="11251"/>
                  </a:lnTo>
                  <a:lnTo>
                    <a:pt x="18190" y="11672"/>
                  </a:lnTo>
                  <a:lnTo>
                    <a:pt x="17708" y="12093"/>
                  </a:lnTo>
                  <a:lnTo>
                    <a:pt x="17207" y="12514"/>
                  </a:lnTo>
                  <a:lnTo>
                    <a:pt x="16706" y="12895"/>
                  </a:lnTo>
                  <a:lnTo>
                    <a:pt x="16164" y="13277"/>
                  </a:lnTo>
                  <a:lnTo>
                    <a:pt x="15643" y="13637"/>
                  </a:lnTo>
                  <a:lnTo>
                    <a:pt x="15643" y="13637"/>
                  </a:lnTo>
                  <a:lnTo>
                    <a:pt x="15001" y="14039"/>
                  </a:lnTo>
                  <a:lnTo>
                    <a:pt x="14379" y="14420"/>
                  </a:lnTo>
                  <a:lnTo>
                    <a:pt x="13738" y="14740"/>
                  </a:lnTo>
                  <a:lnTo>
                    <a:pt x="13116" y="15021"/>
                  </a:lnTo>
                  <a:lnTo>
                    <a:pt x="12494" y="15262"/>
                  </a:lnTo>
                  <a:lnTo>
                    <a:pt x="11892" y="15442"/>
                  </a:lnTo>
                  <a:lnTo>
                    <a:pt x="11612" y="15503"/>
                  </a:lnTo>
                  <a:lnTo>
                    <a:pt x="11331" y="15563"/>
                  </a:lnTo>
                  <a:lnTo>
                    <a:pt x="11050" y="15603"/>
                  </a:lnTo>
                  <a:lnTo>
                    <a:pt x="10789" y="15643"/>
                  </a:lnTo>
                  <a:lnTo>
                    <a:pt x="10789" y="15643"/>
                  </a:lnTo>
                  <a:lnTo>
                    <a:pt x="10408" y="15643"/>
                  </a:lnTo>
                  <a:lnTo>
                    <a:pt x="10027" y="15603"/>
                  </a:lnTo>
                  <a:lnTo>
                    <a:pt x="9626" y="15543"/>
                  </a:lnTo>
                  <a:lnTo>
                    <a:pt x="9225" y="15462"/>
                  </a:lnTo>
                  <a:lnTo>
                    <a:pt x="8804" y="15342"/>
                  </a:lnTo>
                  <a:lnTo>
                    <a:pt x="8363" y="15202"/>
                  </a:lnTo>
                  <a:lnTo>
                    <a:pt x="7922" y="15021"/>
                  </a:lnTo>
                  <a:lnTo>
                    <a:pt x="7481" y="14821"/>
                  </a:lnTo>
                  <a:lnTo>
                    <a:pt x="7039" y="14600"/>
                  </a:lnTo>
                  <a:lnTo>
                    <a:pt x="6578" y="14339"/>
                  </a:lnTo>
                  <a:lnTo>
                    <a:pt x="6137" y="14079"/>
                  </a:lnTo>
                  <a:lnTo>
                    <a:pt x="5676" y="13778"/>
                  </a:lnTo>
                  <a:lnTo>
                    <a:pt x="5234" y="13477"/>
                  </a:lnTo>
                  <a:lnTo>
                    <a:pt x="4793" y="13136"/>
                  </a:lnTo>
                  <a:lnTo>
                    <a:pt x="4372" y="12795"/>
                  </a:lnTo>
                  <a:lnTo>
                    <a:pt x="3951" y="12434"/>
                  </a:lnTo>
                  <a:lnTo>
                    <a:pt x="3530" y="12053"/>
                  </a:lnTo>
                  <a:lnTo>
                    <a:pt x="3149" y="11652"/>
                  </a:lnTo>
                  <a:lnTo>
                    <a:pt x="2748" y="11251"/>
                  </a:lnTo>
                  <a:lnTo>
                    <a:pt x="2387" y="10830"/>
                  </a:lnTo>
                  <a:lnTo>
                    <a:pt x="2046" y="10409"/>
                  </a:lnTo>
                  <a:lnTo>
                    <a:pt x="1725" y="9968"/>
                  </a:lnTo>
                  <a:lnTo>
                    <a:pt x="1424" y="9526"/>
                  </a:lnTo>
                  <a:lnTo>
                    <a:pt x="1143" y="9065"/>
                  </a:lnTo>
                  <a:lnTo>
                    <a:pt x="883" y="8624"/>
                  </a:lnTo>
                  <a:lnTo>
                    <a:pt x="662" y="8143"/>
                  </a:lnTo>
                  <a:lnTo>
                    <a:pt x="461" y="7681"/>
                  </a:lnTo>
                  <a:lnTo>
                    <a:pt x="301" y="7220"/>
                  </a:lnTo>
                  <a:lnTo>
                    <a:pt x="181" y="6759"/>
                  </a:lnTo>
                  <a:lnTo>
                    <a:pt x="80" y="6277"/>
                  </a:lnTo>
                  <a:lnTo>
                    <a:pt x="20" y="5816"/>
                  </a:lnTo>
                  <a:lnTo>
                    <a:pt x="0" y="5355"/>
                  </a:lnTo>
                  <a:lnTo>
                    <a:pt x="0" y="5355"/>
                  </a:lnTo>
                  <a:lnTo>
                    <a:pt x="20" y="4894"/>
                  </a:lnTo>
                  <a:lnTo>
                    <a:pt x="60" y="4453"/>
                  </a:lnTo>
                  <a:lnTo>
                    <a:pt x="141" y="4051"/>
                  </a:lnTo>
                  <a:lnTo>
                    <a:pt x="241" y="3650"/>
                  </a:lnTo>
                  <a:lnTo>
                    <a:pt x="381" y="3269"/>
                  </a:lnTo>
                  <a:lnTo>
                    <a:pt x="542" y="2908"/>
                  </a:lnTo>
                  <a:lnTo>
                    <a:pt x="722" y="2567"/>
                  </a:lnTo>
                  <a:lnTo>
                    <a:pt x="923" y="2247"/>
                  </a:lnTo>
                  <a:lnTo>
                    <a:pt x="1143" y="1946"/>
                  </a:lnTo>
                  <a:lnTo>
                    <a:pt x="1404" y="1665"/>
                  </a:lnTo>
                  <a:lnTo>
                    <a:pt x="1665" y="1404"/>
                  </a:lnTo>
                  <a:lnTo>
                    <a:pt x="1945" y="1164"/>
                  </a:lnTo>
                  <a:lnTo>
                    <a:pt x="2246" y="963"/>
                  </a:lnTo>
                  <a:lnTo>
                    <a:pt x="2567" y="762"/>
                  </a:lnTo>
                  <a:lnTo>
                    <a:pt x="2908" y="582"/>
                  </a:lnTo>
                  <a:lnTo>
                    <a:pt x="3269" y="442"/>
                  </a:lnTo>
                  <a:lnTo>
                    <a:pt x="3630" y="301"/>
                  </a:lnTo>
                  <a:lnTo>
                    <a:pt x="4011" y="201"/>
                  </a:lnTo>
                  <a:lnTo>
                    <a:pt x="4392" y="121"/>
                  </a:lnTo>
                  <a:lnTo>
                    <a:pt x="4793" y="61"/>
                  </a:lnTo>
                  <a:lnTo>
                    <a:pt x="5214" y="20"/>
                  </a:lnTo>
                  <a:lnTo>
                    <a:pt x="5635" y="0"/>
                  </a:lnTo>
                  <a:lnTo>
                    <a:pt x="6057" y="20"/>
                  </a:lnTo>
                  <a:lnTo>
                    <a:pt x="6498" y="41"/>
                  </a:lnTo>
                  <a:lnTo>
                    <a:pt x="6939" y="101"/>
                  </a:lnTo>
                  <a:lnTo>
                    <a:pt x="7380" y="201"/>
                  </a:lnTo>
                  <a:lnTo>
                    <a:pt x="7821" y="301"/>
                  </a:lnTo>
                  <a:lnTo>
                    <a:pt x="8263" y="442"/>
                  </a:lnTo>
                  <a:lnTo>
                    <a:pt x="8724" y="602"/>
                  </a:lnTo>
                  <a:lnTo>
                    <a:pt x="9165" y="783"/>
                  </a:lnTo>
                  <a:lnTo>
                    <a:pt x="9626" y="983"/>
                  </a:lnTo>
                  <a:lnTo>
                    <a:pt x="10068" y="1224"/>
                  </a:lnTo>
                  <a:lnTo>
                    <a:pt x="10068" y="1224"/>
                  </a:lnTo>
                  <a:lnTo>
                    <a:pt x="10429" y="1404"/>
                  </a:lnTo>
                  <a:lnTo>
                    <a:pt x="10789" y="1545"/>
                  </a:lnTo>
                  <a:lnTo>
                    <a:pt x="11110" y="1605"/>
                  </a:lnTo>
                  <a:lnTo>
                    <a:pt x="11431" y="1625"/>
                  </a:lnTo>
                  <a:lnTo>
                    <a:pt x="11712" y="1605"/>
                  </a:lnTo>
                  <a:lnTo>
                    <a:pt x="11993" y="1545"/>
                  </a:lnTo>
                  <a:lnTo>
                    <a:pt x="12274" y="1464"/>
                  </a:lnTo>
                  <a:lnTo>
                    <a:pt x="12554" y="1344"/>
                  </a:lnTo>
                  <a:lnTo>
                    <a:pt x="12815" y="1204"/>
                  </a:lnTo>
                  <a:lnTo>
                    <a:pt x="13076" y="1063"/>
                  </a:lnTo>
                  <a:lnTo>
                    <a:pt x="13617" y="742"/>
                  </a:lnTo>
                  <a:lnTo>
                    <a:pt x="13898" y="602"/>
                  </a:lnTo>
                  <a:lnTo>
                    <a:pt x="14179" y="442"/>
                  </a:lnTo>
                  <a:lnTo>
                    <a:pt x="14480" y="321"/>
                  </a:lnTo>
                  <a:lnTo>
                    <a:pt x="14800" y="201"/>
                  </a:lnTo>
                  <a:lnTo>
                    <a:pt x="14800" y="201"/>
                  </a:lnTo>
                  <a:lnTo>
                    <a:pt x="15101" y="121"/>
                  </a:lnTo>
                  <a:lnTo>
                    <a:pt x="15442" y="81"/>
                  </a:lnTo>
                  <a:lnTo>
                    <a:pt x="15442" y="81"/>
                  </a:lnTo>
                  <a:lnTo>
                    <a:pt x="15643" y="61"/>
                  </a:lnTo>
                  <a:lnTo>
                    <a:pt x="15863" y="81"/>
                  </a:lnTo>
                  <a:lnTo>
                    <a:pt x="16084" y="101"/>
                  </a:lnTo>
                  <a:lnTo>
                    <a:pt x="16325" y="141"/>
                  </a:lnTo>
                  <a:lnTo>
                    <a:pt x="16585" y="201"/>
                  </a:lnTo>
                  <a:lnTo>
                    <a:pt x="16846" y="281"/>
                  </a:lnTo>
                  <a:lnTo>
                    <a:pt x="17127" y="381"/>
                  </a:lnTo>
                  <a:lnTo>
                    <a:pt x="17387" y="502"/>
                  </a:lnTo>
                  <a:lnTo>
                    <a:pt x="17668" y="642"/>
                  </a:lnTo>
                  <a:lnTo>
                    <a:pt x="17949" y="783"/>
                  </a:lnTo>
                  <a:lnTo>
                    <a:pt x="18230" y="943"/>
                  </a:lnTo>
                  <a:lnTo>
                    <a:pt x="18510" y="1123"/>
                  </a:lnTo>
                  <a:lnTo>
                    <a:pt x="18791" y="1324"/>
                  </a:lnTo>
                  <a:lnTo>
                    <a:pt x="19072" y="1525"/>
                  </a:lnTo>
                  <a:lnTo>
                    <a:pt x="19333" y="1745"/>
                  </a:lnTo>
                  <a:lnTo>
                    <a:pt x="19593" y="1986"/>
                  </a:lnTo>
                  <a:lnTo>
                    <a:pt x="19854" y="2226"/>
                  </a:lnTo>
                  <a:lnTo>
                    <a:pt x="20095" y="2487"/>
                  </a:lnTo>
                  <a:lnTo>
                    <a:pt x="20315" y="2768"/>
                  </a:lnTo>
                  <a:lnTo>
                    <a:pt x="20536" y="3049"/>
                  </a:lnTo>
                  <a:lnTo>
                    <a:pt x="20737" y="3350"/>
                  </a:lnTo>
                  <a:lnTo>
                    <a:pt x="20917" y="3650"/>
                  </a:lnTo>
                  <a:lnTo>
                    <a:pt x="21077" y="3951"/>
                  </a:lnTo>
                  <a:lnTo>
                    <a:pt x="21238" y="4292"/>
                  </a:lnTo>
                  <a:lnTo>
                    <a:pt x="21358" y="4613"/>
                  </a:lnTo>
                  <a:lnTo>
                    <a:pt x="21458" y="4954"/>
                  </a:lnTo>
                  <a:lnTo>
                    <a:pt x="21539" y="5315"/>
                  </a:lnTo>
                  <a:lnTo>
                    <a:pt x="21599" y="5676"/>
                  </a:lnTo>
                  <a:lnTo>
                    <a:pt x="21619" y="6037"/>
                  </a:lnTo>
                  <a:lnTo>
                    <a:pt x="21619" y="6398"/>
                  </a:lnTo>
                  <a:lnTo>
                    <a:pt x="21579" y="6779"/>
                  </a:lnTo>
                  <a:lnTo>
                    <a:pt x="21519" y="718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4" name="Google Shape;5964;p26"/>
            <p:cNvSpPr/>
            <p:nvPr/>
          </p:nvSpPr>
          <p:spPr>
            <a:xfrm>
              <a:off x="10747950" y="4450325"/>
              <a:ext cx="223625" cy="276775"/>
            </a:xfrm>
            <a:custGeom>
              <a:avLst/>
              <a:gdLst/>
              <a:ahLst/>
              <a:cxnLst/>
              <a:rect l="l" t="t" r="r" b="b"/>
              <a:pathLst>
                <a:path w="8945" h="11071" extrusionOk="0">
                  <a:moveTo>
                    <a:pt x="2527" y="1"/>
                  </a:moveTo>
                  <a:lnTo>
                    <a:pt x="2287" y="21"/>
                  </a:lnTo>
                  <a:lnTo>
                    <a:pt x="2066" y="81"/>
                  </a:lnTo>
                  <a:lnTo>
                    <a:pt x="1826" y="141"/>
                  </a:lnTo>
                  <a:lnTo>
                    <a:pt x="1585" y="221"/>
                  </a:lnTo>
                  <a:lnTo>
                    <a:pt x="1364" y="321"/>
                  </a:lnTo>
                  <a:lnTo>
                    <a:pt x="1144" y="422"/>
                  </a:lnTo>
                  <a:lnTo>
                    <a:pt x="963" y="542"/>
                  </a:lnTo>
                  <a:lnTo>
                    <a:pt x="783" y="662"/>
                  </a:lnTo>
                  <a:lnTo>
                    <a:pt x="642" y="803"/>
                  </a:lnTo>
                  <a:lnTo>
                    <a:pt x="502" y="963"/>
                  </a:lnTo>
                  <a:lnTo>
                    <a:pt x="382" y="1124"/>
                  </a:lnTo>
                  <a:lnTo>
                    <a:pt x="281" y="1284"/>
                  </a:lnTo>
                  <a:lnTo>
                    <a:pt x="201" y="1444"/>
                  </a:lnTo>
                  <a:lnTo>
                    <a:pt x="121" y="1625"/>
                  </a:lnTo>
                  <a:lnTo>
                    <a:pt x="81" y="1825"/>
                  </a:lnTo>
                  <a:lnTo>
                    <a:pt x="41" y="2006"/>
                  </a:lnTo>
                  <a:lnTo>
                    <a:pt x="21" y="2207"/>
                  </a:lnTo>
                  <a:lnTo>
                    <a:pt x="1" y="2427"/>
                  </a:lnTo>
                  <a:lnTo>
                    <a:pt x="1" y="2628"/>
                  </a:lnTo>
                  <a:lnTo>
                    <a:pt x="21" y="2848"/>
                  </a:lnTo>
                  <a:lnTo>
                    <a:pt x="101" y="3289"/>
                  </a:lnTo>
                  <a:lnTo>
                    <a:pt x="221" y="3751"/>
                  </a:lnTo>
                  <a:lnTo>
                    <a:pt x="402" y="4232"/>
                  </a:lnTo>
                  <a:lnTo>
                    <a:pt x="602" y="4713"/>
                  </a:lnTo>
                  <a:lnTo>
                    <a:pt x="843" y="5195"/>
                  </a:lnTo>
                  <a:lnTo>
                    <a:pt x="1144" y="5696"/>
                  </a:lnTo>
                  <a:lnTo>
                    <a:pt x="1445" y="6177"/>
                  </a:lnTo>
                  <a:lnTo>
                    <a:pt x="1806" y="6659"/>
                  </a:lnTo>
                  <a:lnTo>
                    <a:pt x="2166" y="7140"/>
                  </a:lnTo>
                  <a:lnTo>
                    <a:pt x="2568" y="7601"/>
                  </a:lnTo>
                  <a:lnTo>
                    <a:pt x="2969" y="8042"/>
                  </a:lnTo>
                  <a:lnTo>
                    <a:pt x="3390" y="8484"/>
                  </a:lnTo>
                  <a:lnTo>
                    <a:pt x="3831" y="8885"/>
                  </a:lnTo>
                  <a:lnTo>
                    <a:pt x="4272" y="9266"/>
                  </a:lnTo>
                  <a:lnTo>
                    <a:pt x="4733" y="9627"/>
                  </a:lnTo>
                  <a:lnTo>
                    <a:pt x="5195" y="9948"/>
                  </a:lnTo>
                  <a:lnTo>
                    <a:pt x="5636" y="10248"/>
                  </a:lnTo>
                  <a:lnTo>
                    <a:pt x="6077" y="10489"/>
                  </a:lnTo>
                  <a:lnTo>
                    <a:pt x="6518" y="10710"/>
                  </a:lnTo>
                  <a:lnTo>
                    <a:pt x="6939" y="10870"/>
                  </a:lnTo>
                  <a:lnTo>
                    <a:pt x="7361" y="10990"/>
                  </a:lnTo>
                  <a:lnTo>
                    <a:pt x="7561" y="11031"/>
                  </a:lnTo>
                  <a:lnTo>
                    <a:pt x="7762" y="11051"/>
                  </a:lnTo>
                  <a:lnTo>
                    <a:pt x="7942" y="11071"/>
                  </a:lnTo>
                  <a:lnTo>
                    <a:pt x="8123" y="11071"/>
                  </a:lnTo>
                  <a:lnTo>
                    <a:pt x="8303" y="11051"/>
                  </a:lnTo>
                  <a:lnTo>
                    <a:pt x="8464" y="11031"/>
                  </a:lnTo>
                  <a:lnTo>
                    <a:pt x="8544" y="10990"/>
                  </a:lnTo>
                  <a:lnTo>
                    <a:pt x="8624" y="10950"/>
                  </a:lnTo>
                  <a:lnTo>
                    <a:pt x="8684" y="10890"/>
                  </a:lnTo>
                  <a:lnTo>
                    <a:pt x="8744" y="10810"/>
                  </a:lnTo>
                  <a:lnTo>
                    <a:pt x="8805" y="10710"/>
                  </a:lnTo>
                  <a:lnTo>
                    <a:pt x="8845" y="10609"/>
                  </a:lnTo>
                  <a:lnTo>
                    <a:pt x="8905" y="10349"/>
                  </a:lnTo>
                  <a:lnTo>
                    <a:pt x="8945" y="10048"/>
                  </a:lnTo>
                  <a:lnTo>
                    <a:pt x="8945" y="9707"/>
                  </a:lnTo>
                  <a:lnTo>
                    <a:pt x="8925" y="9306"/>
                  </a:lnTo>
                  <a:lnTo>
                    <a:pt x="8885" y="8885"/>
                  </a:lnTo>
                  <a:lnTo>
                    <a:pt x="8805" y="8423"/>
                  </a:lnTo>
                  <a:lnTo>
                    <a:pt x="8704" y="7942"/>
                  </a:lnTo>
                  <a:lnTo>
                    <a:pt x="8584" y="7421"/>
                  </a:lnTo>
                  <a:lnTo>
                    <a:pt x="8444" y="6899"/>
                  </a:lnTo>
                  <a:lnTo>
                    <a:pt x="8263" y="6358"/>
                  </a:lnTo>
                  <a:lnTo>
                    <a:pt x="8063" y="5816"/>
                  </a:lnTo>
                  <a:lnTo>
                    <a:pt x="7862" y="5275"/>
                  </a:lnTo>
                  <a:lnTo>
                    <a:pt x="7621" y="4713"/>
                  </a:lnTo>
                  <a:lnTo>
                    <a:pt x="7361" y="4192"/>
                  </a:lnTo>
                  <a:lnTo>
                    <a:pt x="7080" y="3650"/>
                  </a:lnTo>
                  <a:lnTo>
                    <a:pt x="6799" y="3149"/>
                  </a:lnTo>
                  <a:lnTo>
                    <a:pt x="6478" y="2648"/>
                  </a:lnTo>
                  <a:lnTo>
                    <a:pt x="6137" y="2186"/>
                  </a:lnTo>
                  <a:lnTo>
                    <a:pt x="5796" y="1765"/>
                  </a:lnTo>
                  <a:lnTo>
                    <a:pt x="5435" y="1364"/>
                  </a:lnTo>
                  <a:lnTo>
                    <a:pt x="5054" y="1003"/>
                  </a:lnTo>
                  <a:lnTo>
                    <a:pt x="4673" y="702"/>
                  </a:lnTo>
                  <a:lnTo>
                    <a:pt x="4473" y="562"/>
                  </a:lnTo>
                  <a:lnTo>
                    <a:pt x="4272" y="442"/>
                  </a:lnTo>
                  <a:lnTo>
                    <a:pt x="4052" y="341"/>
                  </a:lnTo>
                  <a:lnTo>
                    <a:pt x="3851" y="241"/>
                  </a:lnTo>
                  <a:lnTo>
                    <a:pt x="3630" y="161"/>
                  </a:lnTo>
                  <a:lnTo>
                    <a:pt x="3410" y="101"/>
                  </a:lnTo>
                  <a:lnTo>
                    <a:pt x="3189" y="41"/>
                  </a:lnTo>
                  <a:lnTo>
                    <a:pt x="2969" y="21"/>
                  </a:lnTo>
                  <a:lnTo>
                    <a:pt x="274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5" name="Google Shape;5965;p26"/>
            <p:cNvSpPr/>
            <p:nvPr/>
          </p:nvSpPr>
          <p:spPr>
            <a:xfrm>
              <a:off x="10747950" y="4450325"/>
              <a:ext cx="223625" cy="276775"/>
            </a:xfrm>
            <a:custGeom>
              <a:avLst/>
              <a:gdLst/>
              <a:ahLst/>
              <a:cxnLst/>
              <a:rect l="l" t="t" r="r" b="b"/>
              <a:pathLst>
                <a:path w="8945" h="11071" fill="none" extrusionOk="0">
                  <a:moveTo>
                    <a:pt x="8464" y="11031"/>
                  </a:moveTo>
                  <a:lnTo>
                    <a:pt x="8464" y="11031"/>
                  </a:lnTo>
                  <a:lnTo>
                    <a:pt x="8544" y="10990"/>
                  </a:lnTo>
                  <a:lnTo>
                    <a:pt x="8624" y="10950"/>
                  </a:lnTo>
                  <a:lnTo>
                    <a:pt x="8684" y="10890"/>
                  </a:lnTo>
                  <a:lnTo>
                    <a:pt x="8744" y="10810"/>
                  </a:lnTo>
                  <a:lnTo>
                    <a:pt x="8805" y="10710"/>
                  </a:lnTo>
                  <a:lnTo>
                    <a:pt x="8845" y="10609"/>
                  </a:lnTo>
                  <a:lnTo>
                    <a:pt x="8905" y="10349"/>
                  </a:lnTo>
                  <a:lnTo>
                    <a:pt x="8945" y="10048"/>
                  </a:lnTo>
                  <a:lnTo>
                    <a:pt x="8945" y="9707"/>
                  </a:lnTo>
                  <a:lnTo>
                    <a:pt x="8925" y="9306"/>
                  </a:lnTo>
                  <a:lnTo>
                    <a:pt x="8885" y="8885"/>
                  </a:lnTo>
                  <a:lnTo>
                    <a:pt x="8805" y="8423"/>
                  </a:lnTo>
                  <a:lnTo>
                    <a:pt x="8704" y="7942"/>
                  </a:lnTo>
                  <a:lnTo>
                    <a:pt x="8584" y="7421"/>
                  </a:lnTo>
                  <a:lnTo>
                    <a:pt x="8444" y="6899"/>
                  </a:lnTo>
                  <a:lnTo>
                    <a:pt x="8263" y="6358"/>
                  </a:lnTo>
                  <a:lnTo>
                    <a:pt x="8063" y="5816"/>
                  </a:lnTo>
                  <a:lnTo>
                    <a:pt x="7862" y="5275"/>
                  </a:lnTo>
                  <a:lnTo>
                    <a:pt x="7621" y="4713"/>
                  </a:lnTo>
                  <a:lnTo>
                    <a:pt x="7361" y="4192"/>
                  </a:lnTo>
                  <a:lnTo>
                    <a:pt x="7080" y="3650"/>
                  </a:lnTo>
                  <a:lnTo>
                    <a:pt x="6799" y="3149"/>
                  </a:lnTo>
                  <a:lnTo>
                    <a:pt x="6478" y="2648"/>
                  </a:lnTo>
                  <a:lnTo>
                    <a:pt x="6137" y="2186"/>
                  </a:lnTo>
                  <a:lnTo>
                    <a:pt x="5796" y="1765"/>
                  </a:lnTo>
                  <a:lnTo>
                    <a:pt x="5435" y="1364"/>
                  </a:lnTo>
                  <a:lnTo>
                    <a:pt x="5054" y="1003"/>
                  </a:lnTo>
                  <a:lnTo>
                    <a:pt x="4673" y="702"/>
                  </a:lnTo>
                  <a:lnTo>
                    <a:pt x="4473" y="562"/>
                  </a:lnTo>
                  <a:lnTo>
                    <a:pt x="4272" y="442"/>
                  </a:lnTo>
                  <a:lnTo>
                    <a:pt x="4052" y="341"/>
                  </a:lnTo>
                  <a:lnTo>
                    <a:pt x="3851" y="241"/>
                  </a:lnTo>
                  <a:lnTo>
                    <a:pt x="3630" y="161"/>
                  </a:lnTo>
                  <a:lnTo>
                    <a:pt x="3410" y="101"/>
                  </a:lnTo>
                  <a:lnTo>
                    <a:pt x="3189" y="41"/>
                  </a:lnTo>
                  <a:lnTo>
                    <a:pt x="2969" y="21"/>
                  </a:lnTo>
                  <a:lnTo>
                    <a:pt x="2748" y="1"/>
                  </a:lnTo>
                  <a:lnTo>
                    <a:pt x="2527" y="1"/>
                  </a:lnTo>
                  <a:lnTo>
                    <a:pt x="2287" y="21"/>
                  </a:lnTo>
                  <a:lnTo>
                    <a:pt x="2066" y="81"/>
                  </a:lnTo>
                  <a:lnTo>
                    <a:pt x="1826" y="141"/>
                  </a:lnTo>
                  <a:lnTo>
                    <a:pt x="1585" y="221"/>
                  </a:lnTo>
                  <a:lnTo>
                    <a:pt x="1585" y="221"/>
                  </a:lnTo>
                  <a:lnTo>
                    <a:pt x="1364" y="321"/>
                  </a:lnTo>
                  <a:lnTo>
                    <a:pt x="1144" y="422"/>
                  </a:lnTo>
                  <a:lnTo>
                    <a:pt x="963" y="542"/>
                  </a:lnTo>
                  <a:lnTo>
                    <a:pt x="783" y="662"/>
                  </a:lnTo>
                  <a:lnTo>
                    <a:pt x="642" y="803"/>
                  </a:lnTo>
                  <a:lnTo>
                    <a:pt x="502" y="963"/>
                  </a:lnTo>
                  <a:lnTo>
                    <a:pt x="382" y="1124"/>
                  </a:lnTo>
                  <a:lnTo>
                    <a:pt x="281" y="1284"/>
                  </a:lnTo>
                  <a:lnTo>
                    <a:pt x="201" y="1444"/>
                  </a:lnTo>
                  <a:lnTo>
                    <a:pt x="121" y="1625"/>
                  </a:lnTo>
                  <a:lnTo>
                    <a:pt x="81" y="1825"/>
                  </a:lnTo>
                  <a:lnTo>
                    <a:pt x="41" y="2006"/>
                  </a:lnTo>
                  <a:lnTo>
                    <a:pt x="21" y="2207"/>
                  </a:lnTo>
                  <a:lnTo>
                    <a:pt x="1" y="2427"/>
                  </a:lnTo>
                  <a:lnTo>
                    <a:pt x="1" y="2628"/>
                  </a:lnTo>
                  <a:lnTo>
                    <a:pt x="21" y="2848"/>
                  </a:lnTo>
                  <a:lnTo>
                    <a:pt x="101" y="3289"/>
                  </a:lnTo>
                  <a:lnTo>
                    <a:pt x="221" y="3751"/>
                  </a:lnTo>
                  <a:lnTo>
                    <a:pt x="402" y="4232"/>
                  </a:lnTo>
                  <a:lnTo>
                    <a:pt x="602" y="4713"/>
                  </a:lnTo>
                  <a:lnTo>
                    <a:pt x="843" y="5195"/>
                  </a:lnTo>
                  <a:lnTo>
                    <a:pt x="1144" y="5696"/>
                  </a:lnTo>
                  <a:lnTo>
                    <a:pt x="1445" y="6177"/>
                  </a:lnTo>
                  <a:lnTo>
                    <a:pt x="1806" y="6659"/>
                  </a:lnTo>
                  <a:lnTo>
                    <a:pt x="2166" y="7140"/>
                  </a:lnTo>
                  <a:lnTo>
                    <a:pt x="2568" y="7601"/>
                  </a:lnTo>
                  <a:lnTo>
                    <a:pt x="2969" y="8042"/>
                  </a:lnTo>
                  <a:lnTo>
                    <a:pt x="3390" y="8484"/>
                  </a:lnTo>
                  <a:lnTo>
                    <a:pt x="3831" y="8885"/>
                  </a:lnTo>
                  <a:lnTo>
                    <a:pt x="4272" y="9266"/>
                  </a:lnTo>
                  <a:lnTo>
                    <a:pt x="4733" y="9627"/>
                  </a:lnTo>
                  <a:lnTo>
                    <a:pt x="5195" y="9948"/>
                  </a:lnTo>
                  <a:lnTo>
                    <a:pt x="5636" y="10248"/>
                  </a:lnTo>
                  <a:lnTo>
                    <a:pt x="6077" y="10489"/>
                  </a:lnTo>
                  <a:lnTo>
                    <a:pt x="6518" y="10710"/>
                  </a:lnTo>
                  <a:lnTo>
                    <a:pt x="6939" y="10870"/>
                  </a:lnTo>
                  <a:lnTo>
                    <a:pt x="7361" y="10990"/>
                  </a:lnTo>
                  <a:lnTo>
                    <a:pt x="7561" y="11031"/>
                  </a:lnTo>
                  <a:lnTo>
                    <a:pt x="7762" y="11051"/>
                  </a:lnTo>
                  <a:lnTo>
                    <a:pt x="7942" y="11071"/>
                  </a:lnTo>
                  <a:lnTo>
                    <a:pt x="8123" y="11071"/>
                  </a:lnTo>
                  <a:lnTo>
                    <a:pt x="8303" y="11051"/>
                  </a:lnTo>
                  <a:lnTo>
                    <a:pt x="8464" y="1103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6" name="Google Shape;5966;p26"/>
            <p:cNvSpPr/>
            <p:nvPr/>
          </p:nvSpPr>
          <p:spPr>
            <a:xfrm>
              <a:off x="10920425" y="4417225"/>
              <a:ext cx="334925" cy="312375"/>
            </a:xfrm>
            <a:custGeom>
              <a:avLst/>
              <a:gdLst/>
              <a:ahLst/>
              <a:cxnLst/>
              <a:rect l="l" t="t" r="r" b="b"/>
              <a:pathLst>
                <a:path w="13397" h="12495" extrusionOk="0">
                  <a:moveTo>
                    <a:pt x="462" y="1"/>
                  </a:moveTo>
                  <a:lnTo>
                    <a:pt x="61" y="21"/>
                  </a:lnTo>
                  <a:lnTo>
                    <a:pt x="221" y="141"/>
                  </a:lnTo>
                  <a:lnTo>
                    <a:pt x="0" y="482"/>
                  </a:lnTo>
                  <a:lnTo>
                    <a:pt x="0" y="502"/>
                  </a:lnTo>
                  <a:lnTo>
                    <a:pt x="0" y="522"/>
                  </a:lnTo>
                  <a:lnTo>
                    <a:pt x="40" y="542"/>
                  </a:lnTo>
                  <a:lnTo>
                    <a:pt x="61" y="562"/>
                  </a:lnTo>
                  <a:lnTo>
                    <a:pt x="81" y="542"/>
                  </a:lnTo>
                  <a:lnTo>
                    <a:pt x="101" y="522"/>
                  </a:lnTo>
                  <a:lnTo>
                    <a:pt x="341" y="242"/>
                  </a:lnTo>
                  <a:lnTo>
                    <a:pt x="582" y="442"/>
                  </a:lnTo>
                  <a:lnTo>
                    <a:pt x="281" y="663"/>
                  </a:lnTo>
                  <a:lnTo>
                    <a:pt x="261" y="703"/>
                  </a:lnTo>
                  <a:lnTo>
                    <a:pt x="261" y="743"/>
                  </a:lnTo>
                  <a:lnTo>
                    <a:pt x="281" y="783"/>
                  </a:lnTo>
                  <a:lnTo>
                    <a:pt x="321" y="803"/>
                  </a:lnTo>
                  <a:lnTo>
                    <a:pt x="341" y="783"/>
                  </a:lnTo>
                  <a:lnTo>
                    <a:pt x="742" y="562"/>
                  </a:lnTo>
                  <a:lnTo>
                    <a:pt x="1003" y="803"/>
                  </a:lnTo>
                  <a:lnTo>
                    <a:pt x="1244" y="1024"/>
                  </a:lnTo>
                  <a:lnTo>
                    <a:pt x="1705" y="1545"/>
                  </a:lnTo>
                  <a:lnTo>
                    <a:pt x="2146" y="2067"/>
                  </a:lnTo>
                  <a:lnTo>
                    <a:pt x="2567" y="2628"/>
                  </a:lnTo>
                  <a:lnTo>
                    <a:pt x="2948" y="3210"/>
                  </a:lnTo>
                  <a:lnTo>
                    <a:pt x="3289" y="3771"/>
                  </a:lnTo>
                  <a:lnTo>
                    <a:pt x="3590" y="4333"/>
                  </a:lnTo>
                  <a:lnTo>
                    <a:pt x="3851" y="4894"/>
                  </a:lnTo>
                  <a:lnTo>
                    <a:pt x="4071" y="5416"/>
                  </a:lnTo>
                  <a:lnTo>
                    <a:pt x="4272" y="5937"/>
                  </a:lnTo>
                  <a:lnTo>
                    <a:pt x="4452" y="6479"/>
                  </a:lnTo>
                  <a:lnTo>
                    <a:pt x="4593" y="7020"/>
                  </a:lnTo>
                  <a:lnTo>
                    <a:pt x="4593" y="7020"/>
                  </a:lnTo>
                  <a:lnTo>
                    <a:pt x="4292" y="7000"/>
                  </a:lnTo>
                  <a:lnTo>
                    <a:pt x="3971" y="6980"/>
                  </a:lnTo>
                  <a:lnTo>
                    <a:pt x="3951" y="6980"/>
                  </a:lnTo>
                  <a:lnTo>
                    <a:pt x="3931" y="7000"/>
                  </a:lnTo>
                  <a:lnTo>
                    <a:pt x="3931" y="7040"/>
                  </a:lnTo>
                  <a:lnTo>
                    <a:pt x="3951" y="7060"/>
                  </a:lnTo>
                  <a:lnTo>
                    <a:pt x="4553" y="7180"/>
                  </a:lnTo>
                  <a:lnTo>
                    <a:pt x="4312" y="7421"/>
                  </a:lnTo>
                  <a:lnTo>
                    <a:pt x="4051" y="7642"/>
                  </a:lnTo>
                  <a:lnTo>
                    <a:pt x="4031" y="7662"/>
                  </a:lnTo>
                  <a:lnTo>
                    <a:pt x="4051" y="7682"/>
                  </a:lnTo>
                  <a:lnTo>
                    <a:pt x="4051" y="7702"/>
                  </a:lnTo>
                  <a:lnTo>
                    <a:pt x="4112" y="7702"/>
                  </a:lnTo>
                  <a:lnTo>
                    <a:pt x="4673" y="7321"/>
                  </a:lnTo>
                  <a:lnTo>
                    <a:pt x="4793" y="7862"/>
                  </a:lnTo>
                  <a:lnTo>
                    <a:pt x="4874" y="8404"/>
                  </a:lnTo>
                  <a:lnTo>
                    <a:pt x="4954" y="8945"/>
                  </a:lnTo>
                  <a:lnTo>
                    <a:pt x="4994" y="9507"/>
                  </a:lnTo>
                  <a:lnTo>
                    <a:pt x="5014" y="10048"/>
                  </a:lnTo>
                  <a:lnTo>
                    <a:pt x="5034" y="10610"/>
                  </a:lnTo>
                  <a:lnTo>
                    <a:pt x="5014" y="11171"/>
                  </a:lnTo>
                  <a:lnTo>
                    <a:pt x="4974" y="11733"/>
                  </a:lnTo>
                  <a:lnTo>
                    <a:pt x="4593" y="11753"/>
                  </a:lnTo>
                  <a:lnTo>
                    <a:pt x="4553" y="11773"/>
                  </a:lnTo>
                  <a:lnTo>
                    <a:pt x="4553" y="11793"/>
                  </a:lnTo>
                  <a:lnTo>
                    <a:pt x="4553" y="11833"/>
                  </a:lnTo>
                  <a:lnTo>
                    <a:pt x="4593" y="11853"/>
                  </a:lnTo>
                  <a:lnTo>
                    <a:pt x="4974" y="11873"/>
                  </a:lnTo>
                  <a:lnTo>
                    <a:pt x="4894" y="12495"/>
                  </a:lnTo>
                  <a:lnTo>
                    <a:pt x="4894" y="12495"/>
                  </a:lnTo>
                  <a:lnTo>
                    <a:pt x="5134" y="12475"/>
                  </a:lnTo>
                  <a:lnTo>
                    <a:pt x="5235" y="11893"/>
                  </a:lnTo>
                  <a:lnTo>
                    <a:pt x="5275" y="11893"/>
                  </a:lnTo>
                  <a:lnTo>
                    <a:pt x="5315" y="11873"/>
                  </a:lnTo>
                  <a:lnTo>
                    <a:pt x="5335" y="11853"/>
                  </a:lnTo>
                  <a:lnTo>
                    <a:pt x="5355" y="11793"/>
                  </a:lnTo>
                  <a:lnTo>
                    <a:pt x="5335" y="11733"/>
                  </a:lnTo>
                  <a:lnTo>
                    <a:pt x="5315" y="11713"/>
                  </a:lnTo>
                  <a:lnTo>
                    <a:pt x="5255" y="11713"/>
                  </a:lnTo>
                  <a:lnTo>
                    <a:pt x="5295" y="11312"/>
                  </a:lnTo>
                  <a:lnTo>
                    <a:pt x="5315" y="10931"/>
                  </a:lnTo>
                  <a:lnTo>
                    <a:pt x="5335" y="10530"/>
                  </a:lnTo>
                  <a:lnTo>
                    <a:pt x="5335" y="10128"/>
                  </a:lnTo>
                  <a:lnTo>
                    <a:pt x="5355" y="10169"/>
                  </a:lnTo>
                  <a:lnTo>
                    <a:pt x="5395" y="10189"/>
                  </a:lnTo>
                  <a:lnTo>
                    <a:pt x="5435" y="10189"/>
                  </a:lnTo>
                  <a:lnTo>
                    <a:pt x="6037" y="9868"/>
                  </a:lnTo>
                  <a:lnTo>
                    <a:pt x="6638" y="9547"/>
                  </a:lnTo>
                  <a:lnTo>
                    <a:pt x="7260" y="9206"/>
                  </a:lnTo>
                  <a:lnTo>
                    <a:pt x="7842" y="8845"/>
                  </a:lnTo>
                  <a:lnTo>
                    <a:pt x="7862" y="8965"/>
                  </a:lnTo>
                  <a:lnTo>
                    <a:pt x="7862" y="9106"/>
                  </a:lnTo>
                  <a:lnTo>
                    <a:pt x="7902" y="9146"/>
                  </a:lnTo>
                  <a:lnTo>
                    <a:pt x="7942" y="9166"/>
                  </a:lnTo>
                  <a:lnTo>
                    <a:pt x="8002" y="9146"/>
                  </a:lnTo>
                  <a:lnTo>
                    <a:pt x="8042" y="9106"/>
                  </a:lnTo>
                  <a:lnTo>
                    <a:pt x="8082" y="9005"/>
                  </a:lnTo>
                  <a:lnTo>
                    <a:pt x="8082" y="8905"/>
                  </a:lnTo>
                  <a:lnTo>
                    <a:pt x="8082" y="8685"/>
                  </a:lnTo>
                  <a:lnTo>
                    <a:pt x="8423" y="8464"/>
                  </a:lnTo>
                  <a:lnTo>
                    <a:pt x="8443" y="8604"/>
                  </a:lnTo>
                  <a:lnTo>
                    <a:pt x="8483" y="8725"/>
                  </a:lnTo>
                  <a:lnTo>
                    <a:pt x="8524" y="8785"/>
                  </a:lnTo>
                  <a:lnTo>
                    <a:pt x="8584" y="8805"/>
                  </a:lnTo>
                  <a:lnTo>
                    <a:pt x="8644" y="8785"/>
                  </a:lnTo>
                  <a:lnTo>
                    <a:pt x="8684" y="8725"/>
                  </a:lnTo>
                  <a:lnTo>
                    <a:pt x="8704" y="8624"/>
                  </a:lnTo>
                  <a:lnTo>
                    <a:pt x="8684" y="8524"/>
                  </a:lnTo>
                  <a:lnTo>
                    <a:pt x="8684" y="8424"/>
                  </a:lnTo>
                  <a:lnTo>
                    <a:pt x="8644" y="8324"/>
                  </a:lnTo>
                  <a:lnTo>
                    <a:pt x="9366" y="7822"/>
                  </a:lnTo>
                  <a:lnTo>
                    <a:pt x="10088" y="7281"/>
                  </a:lnTo>
                  <a:lnTo>
                    <a:pt x="10790" y="6739"/>
                  </a:lnTo>
                  <a:lnTo>
                    <a:pt x="11472" y="6178"/>
                  </a:lnTo>
                  <a:lnTo>
                    <a:pt x="11632" y="6378"/>
                  </a:lnTo>
                  <a:lnTo>
                    <a:pt x="11672" y="6398"/>
                  </a:lnTo>
                  <a:lnTo>
                    <a:pt x="11772" y="6398"/>
                  </a:lnTo>
                  <a:lnTo>
                    <a:pt x="11833" y="6338"/>
                  </a:lnTo>
                  <a:lnTo>
                    <a:pt x="11853" y="6278"/>
                  </a:lnTo>
                  <a:lnTo>
                    <a:pt x="11833" y="6218"/>
                  </a:lnTo>
                  <a:lnTo>
                    <a:pt x="11672" y="5997"/>
                  </a:lnTo>
                  <a:lnTo>
                    <a:pt x="12254" y="5456"/>
                  </a:lnTo>
                  <a:lnTo>
                    <a:pt x="12815" y="4894"/>
                  </a:lnTo>
                  <a:lnTo>
                    <a:pt x="12795" y="5055"/>
                  </a:lnTo>
                  <a:lnTo>
                    <a:pt x="12795" y="5095"/>
                  </a:lnTo>
                  <a:lnTo>
                    <a:pt x="12815" y="5115"/>
                  </a:lnTo>
                  <a:lnTo>
                    <a:pt x="12855" y="5135"/>
                  </a:lnTo>
                  <a:lnTo>
                    <a:pt x="12875" y="5135"/>
                  </a:lnTo>
                  <a:lnTo>
                    <a:pt x="12935" y="5115"/>
                  </a:lnTo>
                  <a:lnTo>
                    <a:pt x="12976" y="5075"/>
                  </a:lnTo>
                  <a:lnTo>
                    <a:pt x="13016" y="4934"/>
                  </a:lnTo>
                  <a:lnTo>
                    <a:pt x="13036" y="4774"/>
                  </a:lnTo>
                  <a:lnTo>
                    <a:pt x="13256" y="4914"/>
                  </a:lnTo>
                  <a:lnTo>
                    <a:pt x="13337" y="4914"/>
                  </a:lnTo>
                  <a:lnTo>
                    <a:pt x="13357" y="4874"/>
                  </a:lnTo>
                  <a:lnTo>
                    <a:pt x="13377" y="4854"/>
                  </a:lnTo>
                  <a:lnTo>
                    <a:pt x="13337" y="4814"/>
                  </a:lnTo>
                  <a:lnTo>
                    <a:pt x="13216" y="4714"/>
                  </a:lnTo>
                  <a:lnTo>
                    <a:pt x="13076" y="4634"/>
                  </a:lnTo>
                  <a:lnTo>
                    <a:pt x="13377" y="4313"/>
                  </a:lnTo>
                  <a:lnTo>
                    <a:pt x="13397" y="4273"/>
                  </a:lnTo>
                  <a:lnTo>
                    <a:pt x="13397" y="4232"/>
                  </a:lnTo>
                  <a:lnTo>
                    <a:pt x="13357" y="4212"/>
                  </a:lnTo>
                  <a:lnTo>
                    <a:pt x="13337" y="4192"/>
                  </a:lnTo>
                  <a:lnTo>
                    <a:pt x="13276" y="4212"/>
                  </a:lnTo>
                  <a:lnTo>
                    <a:pt x="13056" y="4393"/>
                  </a:lnTo>
                  <a:lnTo>
                    <a:pt x="13016" y="4012"/>
                  </a:lnTo>
                  <a:lnTo>
                    <a:pt x="12996" y="3952"/>
                  </a:lnTo>
                  <a:lnTo>
                    <a:pt x="12956" y="3932"/>
                  </a:lnTo>
                  <a:lnTo>
                    <a:pt x="12915" y="3952"/>
                  </a:lnTo>
                  <a:lnTo>
                    <a:pt x="12895" y="4012"/>
                  </a:lnTo>
                  <a:lnTo>
                    <a:pt x="12895" y="4273"/>
                  </a:lnTo>
                  <a:lnTo>
                    <a:pt x="12855" y="4553"/>
                  </a:lnTo>
                  <a:lnTo>
                    <a:pt x="12514" y="4453"/>
                  </a:lnTo>
                  <a:lnTo>
                    <a:pt x="12494" y="4453"/>
                  </a:lnTo>
                  <a:lnTo>
                    <a:pt x="12494" y="4473"/>
                  </a:lnTo>
                  <a:lnTo>
                    <a:pt x="12494" y="4493"/>
                  </a:lnTo>
                  <a:lnTo>
                    <a:pt x="12494" y="4513"/>
                  </a:lnTo>
                  <a:lnTo>
                    <a:pt x="12635" y="4573"/>
                  </a:lnTo>
                  <a:lnTo>
                    <a:pt x="12775" y="4634"/>
                  </a:lnTo>
                  <a:lnTo>
                    <a:pt x="11431" y="5737"/>
                  </a:lnTo>
                  <a:lnTo>
                    <a:pt x="11171" y="5476"/>
                  </a:lnTo>
                  <a:lnTo>
                    <a:pt x="11131" y="5456"/>
                  </a:lnTo>
                  <a:lnTo>
                    <a:pt x="11090" y="5476"/>
                  </a:lnTo>
                  <a:lnTo>
                    <a:pt x="11070" y="5496"/>
                  </a:lnTo>
                  <a:lnTo>
                    <a:pt x="11050" y="5536"/>
                  </a:lnTo>
                  <a:lnTo>
                    <a:pt x="11070" y="5576"/>
                  </a:lnTo>
                  <a:lnTo>
                    <a:pt x="11271" y="5857"/>
                  </a:lnTo>
                  <a:lnTo>
                    <a:pt x="10308" y="6639"/>
                  </a:lnTo>
                  <a:lnTo>
                    <a:pt x="9827" y="7020"/>
                  </a:lnTo>
                  <a:lnTo>
                    <a:pt x="9346" y="7381"/>
                  </a:lnTo>
                  <a:lnTo>
                    <a:pt x="8443" y="8003"/>
                  </a:lnTo>
                  <a:lnTo>
                    <a:pt x="8323" y="7862"/>
                  </a:lnTo>
                  <a:lnTo>
                    <a:pt x="8203" y="7742"/>
                  </a:lnTo>
                  <a:lnTo>
                    <a:pt x="8163" y="7722"/>
                  </a:lnTo>
                  <a:lnTo>
                    <a:pt x="8122" y="7742"/>
                  </a:lnTo>
                  <a:lnTo>
                    <a:pt x="8102" y="7762"/>
                  </a:lnTo>
                  <a:lnTo>
                    <a:pt x="8102" y="7802"/>
                  </a:lnTo>
                  <a:lnTo>
                    <a:pt x="8122" y="7842"/>
                  </a:lnTo>
                  <a:lnTo>
                    <a:pt x="8223" y="7963"/>
                  </a:lnTo>
                  <a:lnTo>
                    <a:pt x="8303" y="8123"/>
                  </a:lnTo>
                  <a:lnTo>
                    <a:pt x="7982" y="8324"/>
                  </a:lnTo>
                  <a:lnTo>
                    <a:pt x="7902" y="8143"/>
                  </a:lnTo>
                  <a:lnTo>
                    <a:pt x="7802" y="7983"/>
                  </a:lnTo>
                  <a:lnTo>
                    <a:pt x="7781" y="7963"/>
                  </a:lnTo>
                  <a:lnTo>
                    <a:pt x="7741" y="7943"/>
                  </a:lnTo>
                  <a:lnTo>
                    <a:pt x="7701" y="7963"/>
                  </a:lnTo>
                  <a:lnTo>
                    <a:pt x="7661" y="7983"/>
                  </a:lnTo>
                  <a:lnTo>
                    <a:pt x="7661" y="8023"/>
                  </a:lnTo>
                  <a:lnTo>
                    <a:pt x="7661" y="8083"/>
                  </a:lnTo>
                  <a:lnTo>
                    <a:pt x="7741" y="8263"/>
                  </a:lnTo>
                  <a:lnTo>
                    <a:pt x="7802" y="8444"/>
                  </a:lnTo>
                  <a:lnTo>
                    <a:pt x="5355" y="10048"/>
                  </a:lnTo>
                  <a:lnTo>
                    <a:pt x="5335" y="10088"/>
                  </a:lnTo>
                  <a:lnTo>
                    <a:pt x="5295" y="9366"/>
                  </a:lnTo>
                  <a:lnTo>
                    <a:pt x="5215" y="8644"/>
                  </a:lnTo>
                  <a:lnTo>
                    <a:pt x="5094" y="7943"/>
                  </a:lnTo>
                  <a:lnTo>
                    <a:pt x="4934" y="7221"/>
                  </a:lnTo>
                  <a:lnTo>
                    <a:pt x="4934" y="7221"/>
                  </a:lnTo>
                  <a:lnTo>
                    <a:pt x="5054" y="7241"/>
                  </a:lnTo>
                  <a:lnTo>
                    <a:pt x="5154" y="7221"/>
                  </a:lnTo>
                  <a:lnTo>
                    <a:pt x="5215" y="7201"/>
                  </a:lnTo>
                  <a:lnTo>
                    <a:pt x="5235" y="7140"/>
                  </a:lnTo>
                  <a:lnTo>
                    <a:pt x="5235" y="7100"/>
                  </a:lnTo>
                  <a:lnTo>
                    <a:pt x="5215" y="7080"/>
                  </a:lnTo>
                  <a:lnTo>
                    <a:pt x="5174" y="7060"/>
                  </a:lnTo>
                  <a:lnTo>
                    <a:pt x="5014" y="7040"/>
                  </a:lnTo>
                  <a:lnTo>
                    <a:pt x="5215" y="6840"/>
                  </a:lnTo>
                  <a:lnTo>
                    <a:pt x="5395" y="6639"/>
                  </a:lnTo>
                  <a:lnTo>
                    <a:pt x="5415" y="6599"/>
                  </a:lnTo>
                  <a:lnTo>
                    <a:pt x="5395" y="6559"/>
                  </a:lnTo>
                  <a:lnTo>
                    <a:pt x="5375" y="6539"/>
                  </a:lnTo>
                  <a:lnTo>
                    <a:pt x="5335" y="6519"/>
                  </a:lnTo>
                  <a:lnTo>
                    <a:pt x="5295" y="6539"/>
                  </a:lnTo>
                  <a:lnTo>
                    <a:pt x="5074" y="6719"/>
                  </a:lnTo>
                  <a:lnTo>
                    <a:pt x="4854" y="6900"/>
                  </a:lnTo>
                  <a:lnTo>
                    <a:pt x="4673" y="6298"/>
                  </a:lnTo>
                  <a:lnTo>
                    <a:pt x="4473" y="5696"/>
                  </a:lnTo>
                  <a:lnTo>
                    <a:pt x="4232" y="5095"/>
                  </a:lnTo>
                  <a:lnTo>
                    <a:pt x="3971" y="4513"/>
                  </a:lnTo>
                  <a:lnTo>
                    <a:pt x="3710" y="3992"/>
                  </a:lnTo>
                  <a:lnTo>
                    <a:pt x="3390" y="3450"/>
                  </a:lnTo>
                  <a:lnTo>
                    <a:pt x="3069" y="2889"/>
                  </a:lnTo>
                  <a:lnTo>
                    <a:pt x="2708" y="2367"/>
                  </a:lnTo>
                  <a:lnTo>
                    <a:pt x="2307" y="1846"/>
                  </a:lnTo>
                  <a:lnTo>
                    <a:pt x="1885" y="1345"/>
                  </a:lnTo>
                  <a:lnTo>
                    <a:pt x="1424" y="883"/>
                  </a:lnTo>
                  <a:lnTo>
                    <a:pt x="1184" y="663"/>
                  </a:lnTo>
                  <a:lnTo>
                    <a:pt x="943" y="462"/>
                  </a:lnTo>
                  <a:lnTo>
                    <a:pt x="1123" y="362"/>
                  </a:lnTo>
                  <a:lnTo>
                    <a:pt x="1284" y="242"/>
                  </a:lnTo>
                  <a:lnTo>
                    <a:pt x="1304" y="222"/>
                  </a:lnTo>
                  <a:lnTo>
                    <a:pt x="1304" y="181"/>
                  </a:lnTo>
                  <a:lnTo>
                    <a:pt x="1284" y="141"/>
                  </a:lnTo>
                  <a:lnTo>
                    <a:pt x="1244" y="141"/>
                  </a:lnTo>
                  <a:lnTo>
                    <a:pt x="1123" y="161"/>
                  </a:lnTo>
                  <a:lnTo>
                    <a:pt x="1003" y="201"/>
                  </a:lnTo>
                  <a:lnTo>
                    <a:pt x="782" y="322"/>
                  </a:lnTo>
                  <a:lnTo>
                    <a:pt x="482" y="81"/>
                  </a:lnTo>
                  <a:lnTo>
                    <a:pt x="54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7" name="Google Shape;5967;p26"/>
            <p:cNvSpPr/>
            <p:nvPr/>
          </p:nvSpPr>
          <p:spPr>
            <a:xfrm>
              <a:off x="10716375" y="4375625"/>
              <a:ext cx="391075" cy="391075"/>
            </a:xfrm>
            <a:custGeom>
              <a:avLst/>
              <a:gdLst/>
              <a:ahLst/>
              <a:cxnLst/>
              <a:rect l="l" t="t" r="r" b="b"/>
              <a:pathLst>
                <a:path w="15643" h="15643" extrusionOk="0">
                  <a:moveTo>
                    <a:pt x="5656" y="0"/>
                  </a:moveTo>
                  <a:lnTo>
                    <a:pt x="5094" y="20"/>
                  </a:lnTo>
                  <a:lnTo>
                    <a:pt x="4532" y="101"/>
                  </a:lnTo>
                  <a:lnTo>
                    <a:pt x="3991" y="201"/>
                  </a:lnTo>
                  <a:lnTo>
                    <a:pt x="3470" y="361"/>
                  </a:lnTo>
                  <a:lnTo>
                    <a:pt x="3209" y="462"/>
                  </a:lnTo>
                  <a:lnTo>
                    <a:pt x="2968" y="562"/>
                  </a:lnTo>
                  <a:lnTo>
                    <a:pt x="2728" y="682"/>
                  </a:lnTo>
                  <a:lnTo>
                    <a:pt x="2507" y="803"/>
                  </a:lnTo>
                  <a:lnTo>
                    <a:pt x="2286" y="943"/>
                  </a:lnTo>
                  <a:lnTo>
                    <a:pt x="2066" y="1083"/>
                  </a:lnTo>
                  <a:lnTo>
                    <a:pt x="1865" y="1244"/>
                  </a:lnTo>
                  <a:lnTo>
                    <a:pt x="1665" y="1404"/>
                  </a:lnTo>
                  <a:lnTo>
                    <a:pt x="1484" y="1585"/>
                  </a:lnTo>
                  <a:lnTo>
                    <a:pt x="1304" y="1765"/>
                  </a:lnTo>
                  <a:lnTo>
                    <a:pt x="1143" y="1966"/>
                  </a:lnTo>
                  <a:lnTo>
                    <a:pt x="983" y="2166"/>
                  </a:lnTo>
                  <a:lnTo>
                    <a:pt x="842" y="2387"/>
                  </a:lnTo>
                  <a:lnTo>
                    <a:pt x="702" y="2607"/>
                  </a:lnTo>
                  <a:lnTo>
                    <a:pt x="582" y="2828"/>
                  </a:lnTo>
                  <a:lnTo>
                    <a:pt x="461" y="3089"/>
                  </a:lnTo>
                  <a:lnTo>
                    <a:pt x="361" y="3329"/>
                  </a:lnTo>
                  <a:lnTo>
                    <a:pt x="261" y="3590"/>
                  </a:lnTo>
                  <a:lnTo>
                    <a:pt x="181" y="3871"/>
                  </a:lnTo>
                  <a:lnTo>
                    <a:pt x="121" y="4152"/>
                  </a:lnTo>
                  <a:lnTo>
                    <a:pt x="80" y="4432"/>
                  </a:lnTo>
                  <a:lnTo>
                    <a:pt x="40" y="4733"/>
                  </a:lnTo>
                  <a:lnTo>
                    <a:pt x="20" y="5034"/>
                  </a:lnTo>
                  <a:lnTo>
                    <a:pt x="0" y="5355"/>
                  </a:lnTo>
                  <a:lnTo>
                    <a:pt x="0" y="5375"/>
                  </a:lnTo>
                  <a:lnTo>
                    <a:pt x="20" y="5836"/>
                  </a:lnTo>
                  <a:lnTo>
                    <a:pt x="80" y="6298"/>
                  </a:lnTo>
                  <a:lnTo>
                    <a:pt x="181" y="6739"/>
                  </a:lnTo>
                  <a:lnTo>
                    <a:pt x="301" y="7200"/>
                  </a:lnTo>
                  <a:lnTo>
                    <a:pt x="461" y="7661"/>
                  </a:lnTo>
                  <a:lnTo>
                    <a:pt x="642" y="8122"/>
                  </a:lnTo>
                  <a:lnTo>
                    <a:pt x="863" y="8564"/>
                  </a:lnTo>
                  <a:lnTo>
                    <a:pt x="1103" y="9025"/>
                  </a:lnTo>
                  <a:lnTo>
                    <a:pt x="1384" y="9466"/>
                  </a:lnTo>
                  <a:lnTo>
                    <a:pt x="1665" y="9887"/>
                  </a:lnTo>
                  <a:lnTo>
                    <a:pt x="1986" y="10328"/>
                  </a:lnTo>
                  <a:lnTo>
                    <a:pt x="2327" y="10750"/>
                  </a:lnTo>
                  <a:lnTo>
                    <a:pt x="2667" y="11151"/>
                  </a:lnTo>
                  <a:lnTo>
                    <a:pt x="3048" y="11552"/>
                  </a:lnTo>
                  <a:lnTo>
                    <a:pt x="3429" y="11953"/>
                  </a:lnTo>
                  <a:lnTo>
                    <a:pt x="3831" y="12314"/>
                  </a:lnTo>
                  <a:lnTo>
                    <a:pt x="4232" y="12675"/>
                  </a:lnTo>
                  <a:lnTo>
                    <a:pt x="4653" y="13016"/>
                  </a:lnTo>
                  <a:lnTo>
                    <a:pt x="5074" y="13357"/>
                  </a:lnTo>
                  <a:lnTo>
                    <a:pt x="5515" y="13658"/>
                  </a:lnTo>
                  <a:lnTo>
                    <a:pt x="5936" y="13958"/>
                  </a:lnTo>
                  <a:lnTo>
                    <a:pt x="6378" y="14239"/>
                  </a:lnTo>
                  <a:lnTo>
                    <a:pt x="6819" y="14480"/>
                  </a:lnTo>
                  <a:lnTo>
                    <a:pt x="7260" y="14720"/>
                  </a:lnTo>
                  <a:lnTo>
                    <a:pt x="7701" y="14921"/>
                  </a:lnTo>
                  <a:lnTo>
                    <a:pt x="8122" y="15101"/>
                  </a:lnTo>
                  <a:lnTo>
                    <a:pt x="8563" y="15262"/>
                  </a:lnTo>
                  <a:lnTo>
                    <a:pt x="8985" y="15402"/>
                  </a:lnTo>
                  <a:lnTo>
                    <a:pt x="9386" y="15503"/>
                  </a:lnTo>
                  <a:lnTo>
                    <a:pt x="9787" y="15583"/>
                  </a:lnTo>
                  <a:lnTo>
                    <a:pt x="10168" y="15623"/>
                  </a:lnTo>
                  <a:lnTo>
                    <a:pt x="10529" y="15643"/>
                  </a:lnTo>
                  <a:lnTo>
                    <a:pt x="10789" y="15643"/>
                  </a:lnTo>
                  <a:lnTo>
                    <a:pt x="11050" y="15603"/>
                  </a:lnTo>
                  <a:lnTo>
                    <a:pt x="11331" y="15563"/>
                  </a:lnTo>
                  <a:lnTo>
                    <a:pt x="11612" y="15503"/>
                  </a:lnTo>
                  <a:lnTo>
                    <a:pt x="11892" y="15442"/>
                  </a:lnTo>
                  <a:lnTo>
                    <a:pt x="12494" y="15262"/>
                  </a:lnTo>
                  <a:lnTo>
                    <a:pt x="13116" y="15021"/>
                  </a:lnTo>
                  <a:lnTo>
                    <a:pt x="13738" y="14740"/>
                  </a:lnTo>
                  <a:lnTo>
                    <a:pt x="14379" y="14420"/>
                  </a:lnTo>
                  <a:lnTo>
                    <a:pt x="15001" y="14039"/>
                  </a:lnTo>
                  <a:lnTo>
                    <a:pt x="15643" y="13637"/>
                  </a:lnTo>
                  <a:lnTo>
                    <a:pt x="15643" y="13637"/>
                  </a:lnTo>
                  <a:lnTo>
                    <a:pt x="15061" y="13818"/>
                  </a:lnTo>
                  <a:lnTo>
                    <a:pt x="14480" y="13958"/>
                  </a:lnTo>
                  <a:lnTo>
                    <a:pt x="13898" y="14059"/>
                  </a:lnTo>
                  <a:lnTo>
                    <a:pt x="13296" y="14139"/>
                  </a:lnTo>
                  <a:lnTo>
                    <a:pt x="13236" y="14460"/>
                  </a:lnTo>
                  <a:lnTo>
                    <a:pt x="13156" y="14801"/>
                  </a:lnTo>
                  <a:lnTo>
                    <a:pt x="13136" y="14841"/>
                  </a:lnTo>
                  <a:lnTo>
                    <a:pt x="13076" y="14861"/>
                  </a:lnTo>
                  <a:lnTo>
                    <a:pt x="13036" y="14861"/>
                  </a:lnTo>
                  <a:lnTo>
                    <a:pt x="13016" y="14821"/>
                  </a:lnTo>
                  <a:lnTo>
                    <a:pt x="12995" y="14801"/>
                  </a:lnTo>
                  <a:lnTo>
                    <a:pt x="12975" y="14740"/>
                  </a:lnTo>
                  <a:lnTo>
                    <a:pt x="13056" y="14159"/>
                  </a:lnTo>
                  <a:lnTo>
                    <a:pt x="12695" y="14179"/>
                  </a:lnTo>
                  <a:lnTo>
                    <a:pt x="12334" y="14179"/>
                  </a:lnTo>
                  <a:lnTo>
                    <a:pt x="11752" y="14159"/>
                  </a:lnTo>
                  <a:lnTo>
                    <a:pt x="11171" y="14099"/>
                  </a:lnTo>
                  <a:lnTo>
                    <a:pt x="10569" y="14019"/>
                  </a:lnTo>
                  <a:lnTo>
                    <a:pt x="9967" y="13858"/>
                  </a:lnTo>
                  <a:lnTo>
                    <a:pt x="9867" y="13958"/>
                  </a:lnTo>
                  <a:lnTo>
                    <a:pt x="9727" y="14019"/>
                  </a:lnTo>
                  <a:lnTo>
                    <a:pt x="9506" y="14039"/>
                  </a:lnTo>
                  <a:lnTo>
                    <a:pt x="9285" y="14059"/>
                  </a:lnTo>
                  <a:lnTo>
                    <a:pt x="9105" y="14059"/>
                  </a:lnTo>
                  <a:lnTo>
                    <a:pt x="8924" y="14039"/>
                  </a:lnTo>
                  <a:lnTo>
                    <a:pt x="8543" y="13958"/>
                  </a:lnTo>
                  <a:lnTo>
                    <a:pt x="8142" y="13838"/>
                  </a:lnTo>
                  <a:lnTo>
                    <a:pt x="7741" y="13678"/>
                  </a:lnTo>
                  <a:lnTo>
                    <a:pt x="7320" y="13457"/>
                  </a:lnTo>
                  <a:lnTo>
                    <a:pt x="6879" y="13216"/>
                  </a:lnTo>
                  <a:lnTo>
                    <a:pt x="6458" y="12936"/>
                  </a:lnTo>
                  <a:lnTo>
                    <a:pt x="6017" y="12635"/>
                  </a:lnTo>
                  <a:lnTo>
                    <a:pt x="5575" y="12294"/>
                  </a:lnTo>
                  <a:lnTo>
                    <a:pt x="5154" y="11913"/>
                  </a:lnTo>
                  <a:lnTo>
                    <a:pt x="4733" y="11532"/>
                  </a:lnTo>
                  <a:lnTo>
                    <a:pt x="4312" y="11131"/>
                  </a:lnTo>
                  <a:lnTo>
                    <a:pt x="3911" y="10689"/>
                  </a:lnTo>
                  <a:lnTo>
                    <a:pt x="3530" y="10248"/>
                  </a:lnTo>
                  <a:lnTo>
                    <a:pt x="3169" y="9807"/>
                  </a:lnTo>
                  <a:lnTo>
                    <a:pt x="2828" y="9346"/>
                  </a:lnTo>
                  <a:lnTo>
                    <a:pt x="2527" y="8865"/>
                  </a:lnTo>
                  <a:lnTo>
                    <a:pt x="2226" y="8403"/>
                  </a:lnTo>
                  <a:lnTo>
                    <a:pt x="1986" y="7942"/>
                  </a:lnTo>
                  <a:lnTo>
                    <a:pt x="1765" y="7461"/>
                  </a:lnTo>
                  <a:lnTo>
                    <a:pt x="1584" y="7019"/>
                  </a:lnTo>
                  <a:lnTo>
                    <a:pt x="1424" y="6558"/>
                  </a:lnTo>
                  <a:lnTo>
                    <a:pt x="1324" y="6117"/>
                  </a:lnTo>
                  <a:lnTo>
                    <a:pt x="1284" y="5696"/>
                  </a:lnTo>
                  <a:lnTo>
                    <a:pt x="1264" y="5495"/>
                  </a:lnTo>
                  <a:lnTo>
                    <a:pt x="1264" y="5295"/>
                  </a:lnTo>
                  <a:lnTo>
                    <a:pt x="1284" y="5094"/>
                  </a:lnTo>
                  <a:lnTo>
                    <a:pt x="1324" y="4914"/>
                  </a:lnTo>
                  <a:lnTo>
                    <a:pt x="1364" y="4733"/>
                  </a:lnTo>
                  <a:lnTo>
                    <a:pt x="1424" y="4553"/>
                  </a:lnTo>
                  <a:lnTo>
                    <a:pt x="1484" y="4372"/>
                  </a:lnTo>
                  <a:lnTo>
                    <a:pt x="1584" y="4212"/>
                  </a:lnTo>
                  <a:lnTo>
                    <a:pt x="1685" y="4051"/>
                  </a:lnTo>
                  <a:lnTo>
                    <a:pt x="1805" y="3911"/>
                  </a:lnTo>
                  <a:lnTo>
                    <a:pt x="1925" y="3771"/>
                  </a:lnTo>
                  <a:lnTo>
                    <a:pt x="2086" y="3630"/>
                  </a:lnTo>
                  <a:lnTo>
                    <a:pt x="2246" y="3510"/>
                  </a:lnTo>
                  <a:lnTo>
                    <a:pt x="2427" y="3410"/>
                  </a:lnTo>
                  <a:lnTo>
                    <a:pt x="2627" y="3289"/>
                  </a:lnTo>
                  <a:lnTo>
                    <a:pt x="2848" y="3209"/>
                  </a:lnTo>
                  <a:lnTo>
                    <a:pt x="3129" y="3109"/>
                  </a:lnTo>
                  <a:lnTo>
                    <a:pt x="3409" y="3049"/>
                  </a:lnTo>
                  <a:lnTo>
                    <a:pt x="3670" y="3009"/>
                  </a:lnTo>
                  <a:lnTo>
                    <a:pt x="3951" y="2989"/>
                  </a:lnTo>
                  <a:lnTo>
                    <a:pt x="4232" y="3009"/>
                  </a:lnTo>
                  <a:lnTo>
                    <a:pt x="4673" y="2708"/>
                  </a:lnTo>
                  <a:lnTo>
                    <a:pt x="5134" y="2467"/>
                  </a:lnTo>
                  <a:lnTo>
                    <a:pt x="5615" y="2247"/>
                  </a:lnTo>
                  <a:lnTo>
                    <a:pt x="6117" y="2066"/>
                  </a:lnTo>
                  <a:lnTo>
                    <a:pt x="6638" y="1926"/>
                  </a:lnTo>
                  <a:lnTo>
                    <a:pt x="7160" y="1805"/>
                  </a:lnTo>
                  <a:lnTo>
                    <a:pt x="7681" y="1725"/>
                  </a:lnTo>
                  <a:lnTo>
                    <a:pt x="8223" y="1685"/>
                  </a:lnTo>
                  <a:lnTo>
                    <a:pt x="7922" y="1504"/>
                  </a:lnTo>
                  <a:lnTo>
                    <a:pt x="7621" y="1324"/>
                  </a:lnTo>
                  <a:lnTo>
                    <a:pt x="7320" y="1184"/>
                  </a:lnTo>
                  <a:lnTo>
                    <a:pt x="7019" y="1043"/>
                  </a:lnTo>
                  <a:lnTo>
                    <a:pt x="6698" y="943"/>
                  </a:lnTo>
                  <a:lnTo>
                    <a:pt x="6378" y="843"/>
                  </a:lnTo>
                  <a:lnTo>
                    <a:pt x="6057" y="783"/>
                  </a:lnTo>
                  <a:lnTo>
                    <a:pt x="5716" y="742"/>
                  </a:lnTo>
                  <a:lnTo>
                    <a:pt x="5696" y="722"/>
                  </a:lnTo>
                  <a:lnTo>
                    <a:pt x="5716" y="722"/>
                  </a:lnTo>
                  <a:lnTo>
                    <a:pt x="6097" y="742"/>
                  </a:lnTo>
                  <a:lnTo>
                    <a:pt x="6458" y="803"/>
                  </a:lnTo>
                  <a:lnTo>
                    <a:pt x="6819" y="883"/>
                  </a:lnTo>
                  <a:lnTo>
                    <a:pt x="7180" y="983"/>
                  </a:lnTo>
                  <a:lnTo>
                    <a:pt x="7521" y="1123"/>
                  </a:lnTo>
                  <a:lnTo>
                    <a:pt x="7841" y="1264"/>
                  </a:lnTo>
                  <a:lnTo>
                    <a:pt x="8162" y="1444"/>
                  </a:lnTo>
                  <a:lnTo>
                    <a:pt x="8483" y="1645"/>
                  </a:lnTo>
                  <a:lnTo>
                    <a:pt x="8604" y="1484"/>
                  </a:lnTo>
                  <a:lnTo>
                    <a:pt x="8664" y="1404"/>
                  </a:lnTo>
                  <a:lnTo>
                    <a:pt x="8744" y="1364"/>
                  </a:lnTo>
                  <a:lnTo>
                    <a:pt x="8764" y="1344"/>
                  </a:lnTo>
                  <a:lnTo>
                    <a:pt x="8804" y="1344"/>
                  </a:lnTo>
                  <a:lnTo>
                    <a:pt x="8824" y="1364"/>
                  </a:lnTo>
                  <a:lnTo>
                    <a:pt x="8824" y="1404"/>
                  </a:lnTo>
                  <a:lnTo>
                    <a:pt x="8824" y="1424"/>
                  </a:lnTo>
                  <a:lnTo>
                    <a:pt x="8804" y="1504"/>
                  </a:lnTo>
                  <a:lnTo>
                    <a:pt x="8784" y="1565"/>
                  </a:lnTo>
                  <a:lnTo>
                    <a:pt x="8704" y="1665"/>
                  </a:lnTo>
                  <a:lnTo>
                    <a:pt x="8824" y="1665"/>
                  </a:lnTo>
                  <a:lnTo>
                    <a:pt x="9346" y="1685"/>
                  </a:lnTo>
                  <a:lnTo>
                    <a:pt x="9867" y="1725"/>
                  </a:lnTo>
                  <a:lnTo>
                    <a:pt x="10388" y="1785"/>
                  </a:lnTo>
                  <a:lnTo>
                    <a:pt x="10910" y="1865"/>
                  </a:lnTo>
                  <a:lnTo>
                    <a:pt x="11552" y="2006"/>
                  </a:lnTo>
                  <a:lnTo>
                    <a:pt x="11552" y="2006"/>
                  </a:lnTo>
                  <a:lnTo>
                    <a:pt x="11391" y="1625"/>
                  </a:lnTo>
                  <a:lnTo>
                    <a:pt x="11090" y="1605"/>
                  </a:lnTo>
                  <a:lnTo>
                    <a:pt x="10769" y="1525"/>
                  </a:lnTo>
                  <a:lnTo>
                    <a:pt x="10429" y="1404"/>
                  </a:lnTo>
                  <a:lnTo>
                    <a:pt x="10068" y="1224"/>
                  </a:lnTo>
                  <a:lnTo>
                    <a:pt x="9506" y="943"/>
                  </a:lnTo>
                  <a:lnTo>
                    <a:pt x="8944" y="682"/>
                  </a:lnTo>
                  <a:lnTo>
                    <a:pt x="8403" y="482"/>
                  </a:lnTo>
                  <a:lnTo>
                    <a:pt x="7841" y="301"/>
                  </a:lnTo>
                  <a:lnTo>
                    <a:pt x="7280" y="181"/>
                  </a:lnTo>
                  <a:lnTo>
                    <a:pt x="6738" y="81"/>
                  </a:lnTo>
                  <a:lnTo>
                    <a:pt x="6197" y="20"/>
                  </a:lnTo>
                  <a:lnTo>
                    <a:pt x="5656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8" name="Google Shape;5968;p26"/>
            <p:cNvSpPr/>
            <p:nvPr/>
          </p:nvSpPr>
          <p:spPr>
            <a:xfrm>
              <a:off x="10716375" y="4375625"/>
              <a:ext cx="391075" cy="391075"/>
            </a:xfrm>
            <a:custGeom>
              <a:avLst/>
              <a:gdLst/>
              <a:ahLst/>
              <a:cxnLst/>
              <a:rect l="l" t="t" r="r" b="b"/>
              <a:pathLst>
                <a:path w="15643" h="15643" fill="none" extrusionOk="0">
                  <a:moveTo>
                    <a:pt x="5656" y="0"/>
                  </a:moveTo>
                  <a:lnTo>
                    <a:pt x="5656" y="0"/>
                  </a:lnTo>
                  <a:lnTo>
                    <a:pt x="5094" y="20"/>
                  </a:lnTo>
                  <a:lnTo>
                    <a:pt x="4532" y="101"/>
                  </a:lnTo>
                  <a:lnTo>
                    <a:pt x="3991" y="201"/>
                  </a:lnTo>
                  <a:lnTo>
                    <a:pt x="3470" y="361"/>
                  </a:lnTo>
                  <a:lnTo>
                    <a:pt x="3209" y="462"/>
                  </a:lnTo>
                  <a:lnTo>
                    <a:pt x="2968" y="562"/>
                  </a:lnTo>
                  <a:lnTo>
                    <a:pt x="2728" y="682"/>
                  </a:lnTo>
                  <a:lnTo>
                    <a:pt x="2507" y="803"/>
                  </a:lnTo>
                  <a:lnTo>
                    <a:pt x="2286" y="943"/>
                  </a:lnTo>
                  <a:lnTo>
                    <a:pt x="2066" y="1083"/>
                  </a:lnTo>
                  <a:lnTo>
                    <a:pt x="1865" y="1244"/>
                  </a:lnTo>
                  <a:lnTo>
                    <a:pt x="1665" y="1404"/>
                  </a:lnTo>
                  <a:lnTo>
                    <a:pt x="1484" y="1585"/>
                  </a:lnTo>
                  <a:lnTo>
                    <a:pt x="1304" y="1765"/>
                  </a:lnTo>
                  <a:lnTo>
                    <a:pt x="1143" y="1966"/>
                  </a:lnTo>
                  <a:lnTo>
                    <a:pt x="983" y="2166"/>
                  </a:lnTo>
                  <a:lnTo>
                    <a:pt x="842" y="2387"/>
                  </a:lnTo>
                  <a:lnTo>
                    <a:pt x="702" y="2607"/>
                  </a:lnTo>
                  <a:lnTo>
                    <a:pt x="582" y="2828"/>
                  </a:lnTo>
                  <a:lnTo>
                    <a:pt x="461" y="3089"/>
                  </a:lnTo>
                  <a:lnTo>
                    <a:pt x="361" y="3329"/>
                  </a:lnTo>
                  <a:lnTo>
                    <a:pt x="261" y="3590"/>
                  </a:lnTo>
                  <a:lnTo>
                    <a:pt x="181" y="3871"/>
                  </a:lnTo>
                  <a:lnTo>
                    <a:pt x="121" y="4152"/>
                  </a:lnTo>
                  <a:lnTo>
                    <a:pt x="80" y="4432"/>
                  </a:lnTo>
                  <a:lnTo>
                    <a:pt x="40" y="4733"/>
                  </a:lnTo>
                  <a:lnTo>
                    <a:pt x="20" y="5034"/>
                  </a:lnTo>
                  <a:lnTo>
                    <a:pt x="0" y="5355"/>
                  </a:lnTo>
                  <a:lnTo>
                    <a:pt x="0" y="5355"/>
                  </a:lnTo>
                  <a:lnTo>
                    <a:pt x="0" y="5375"/>
                  </a:lnTo>
                  <a:lnTo>
                    <a:pt x="0" y="5375"/>
                  </a:lnTo>
                  <a:lnTo>
                    <a:pt x="20" y="5836"/>
                  </a:lnTo>
                  <a:lnTo>
                    <a:pt x="80" y="6298"/>
                  </a:lnTo>
                  <a:lnTo>
                    <a:pt x="181" y="6739"/>
                  </a:lnTo>
                  <a:lnTo>
                    <a:pt x="301" y="7200"/>
                  </a:lnTo>
                  <a:lnTo>
                    <a:pt x="461" y="7661"/>
                  </a:lnTo>
                  <a:lnTo>
                    <a:pt x="642" y="8122"/>
                  </a:lnTo>
                  <a:lnTo>
                    <a:pt x="863" y="8564"/>
                  </a:lnTo>
                  <a:lnTo>
                    <a:pt x="1103" y="9025"/>
                  </a:lnTo>
                  <a:lnTo>
                    <a:pt x="1384" y="9466"/>
                  </a:lnTo>
                  <a:lnTo>
                    <a:pt x="1665" y="9887"/>
                  </a:lnTo>
                  <a:lnTo>
                    <a:pt x="1986" y="10328"/>
                  </a:lnTo>
                  <a:lnTo>
                    <a:pt x="2327" y="10750"/>
                  </a:lnTo>
                  <a:lnTo>
                    <a:pt x="2667" y="11151"/>
                  </a:lnTo>
                  <a:lnTo>
                    <a:pt x="3048" y="11552"/>
                  </a:lnTo>
                  <a:lnTo>
                    <a:pt x="3429" y="11953"/>
                  </a:lnTo>
                  <a:lnTo>
                    <a:pt x="3831" y="12314"/>
                  </a:lnTo>
                  <a:lnTo>
                    <a:pt x="4232" y="12675"/>
                  </a:lnTo>
                  <a:lnTo>
                    <a:pt x="4653" y="13016"/>
                  </a:lnTo>
                  <a:lnTo>
                    <a:pt x="5074" y="13357"/>
                  </a:lnTo>
                  <a:lnTo>
                    <a:pt x="5515" y="13658"/>
                  </a:lnTo>
                  <a:lnTo>
                    <a:pt x="5936" y="13958"/>
                  </a:lnTo>
                  <a:lnTo>
                    <a:pt x="6378" y="14239"/>
                  </a:lnTo>
                  <a:lnTo>
                    <a:pt x="6819" y="14480"/>
                  </a:lnTo>
                  <a:lnTo>
                    <a:pt x="7260" y="14720"/>
                  </a:lnTo>
                  <a:lnTo>
                    <a:pt x="7701" y="14921"/>
                  </a:lnTo>
                  <a:lnTo>
                    <a:pt x="8122" y="15101"/>
                  </a:lnTo>
                  <a:lnTo>
                    <a:pt x="8563" y="15262"/>
                  </a:lnTo>
                  <a:lnTo>
                    <a:pt x="8985" y="15402"/>
                  </a:lnTo>
                  <a:lnTo>
                    <a:pt x="9386" y="15503"/>
                  </a:lnTo>
                  <a:lnTo>
                    <a:pt x="9787" y="15583"/>
                  </a:lnTo>
                  <a:lnTo>
                    <a:pt x="10168" y="15623"/>
                  </a:lnTo>
                  <a:lnTo>
                    <a:pt x="10529" y="15643"/>
                  </a:lnTo>
                  <a:lnTo>
                    <a:pt x="10529" y="15643"/>
                  </a:lnTo>
                  <a:lnTo>
                    <a:pt x="10789" y="15643"/>
                  </a:lnTo>
                  <a:lnTo>
                    <a:pt x="10789" y="15643"/>
                  </a:lnTo>
                  <a:lnTo>
                    <a:pt x="11050" y="15603"/>
                  </a:lnTo>
                  <a:lnTo>
                    <a:pt x="11331" y="15563"/>
                  </a:lnTo>
                  <a:lnTo>
                    <a:pt x="11612" y="15503"/>
                  </a:lnTo>
                  <a:lnTo>
                    <a:pt x="11892" y="15442"/>
                  </a:lnTo>
                  <a:lnTo>
                    <a:pt x="12494" y="15262"/>
                  </a:lnTo>
                  <a:lnTo>
                    <a:pt x="13116" y="15021"/>
                  </a:lnTo>
                  <a:lnTo>
                    <a:pt x="13738" y="14740"/>
                  </a:lnTo>
                  <a:lnTo>
                    <a:pt x="14379" y="14420"/>
                  </a:lnTo>
                  <a:lnTo>
                    <a:pt x="15001" y="14039"/>
                  </a:lnTo>
                  <a:lnTo>
                    <a:pt x="15643" y="13637"/>
                  </a:lnTo>
                  <a:lnTo>
                    <a:pt x="15643" y="13637"/>
                  </a:lnTo>
                  <a:lnTo>
                    <a:pt x="15061" y="13818"/>
                  </a:lnTo>
                  <a:lnTo>
                    <a:pt x="14480" y="13958"/>
                  </a:lnTo>
                  <a:lnTo>
                    <a:pt x="13898" y="14059"/>
                  </a:lnTo>
                  <a:lnTo>
                    <a:pt x="13296" y="14139"/>
                  </a:lnTo>
                  <a:lnTo>
                    <a:pt x="13296" y="14139"/>
                  </a:lnTo>
                  <a:lnTo>
                    <a:pt x="13236" y="14460"/>
                  </a:lnTo>
                  <a:lnTo>
                    <a:pt x="13156" y="14801"/>
                  </a:lnTo>
                  <a:lnTo>
                    <a:pt x="13156" y="14801"/>
                  </a:lnTo>
                  <a:lnTo>
                    <a:pt x="13136" y="14841"/>
                  </a:lnTo>
                  <a:lnTo>
                    <a:pt x="13076" y="14861"/>
                  </a:lnTo>
                  <a:lnTo>
                    <a:pt x="13076" y="14861"/>
                  </a:lnTo>
                  <a:lnTo>
                    <a:pt x="13036" y="14861"/>
                  </a:lnTo>
                  <a:lnTo>
                    <a:pt x="13016" y="14821"/>
                  </a:lnTo>
                  <a:lnTo>
                    <a:pt x="12995" y="14801"/>
                  </a:lnTo>
                  <a:lnTo>
                    <a:pt x="12975" y="14740"/>
                  </a:lnTo>
                  <a:lnTo>
                    <a:pt x="12975" y="14740"/>
                  </a:lnTo>
                  <a:lnTo>
                    <a:pt x="13056" y="14159"/>
                  </a:lnTo>
                  <a:lnTo>
                    <a:pt x="13056" y="14159"/>
                  </a:lnTo>
                  <a:lnTo>
                    <a:pt x="12695" y="14179"/>
                  </a:lnTo>
                  <a:lnTo>
                    <a:pt x="12334" y="14179"/>
                  </a:lnTo>
                  <a:lnTo>
                    <a:pt x="12334" y="14179"/>
                  </a:lnTo>
                  <a:lnTo>
                    <a:pt x="11752" y="14159"/>
                  </a:lnTo>
                  <a:lnTo>
                    <a:pt x="11171" y="14099"/>
                  </a:lnTo>
                  <a:lnTo>
                    <a:pt x="10569" y="14019"/>
                  </a:lnTo>
                  <a:lnTo>
                    <a:pt x="9967" y="13858"/>
                  </a:lnTo>
                  <a:lnTo>
                    <a:pt x="9967" y="13858"/>
                  </a:lnTo>
                  <a:lnTo>
                    <a:pt x="9867" y="13958"/>
                  </a:lnTo>
                  <a:lnTo>
                    <a:pt x="9727" y="14019"/>
                  </a:lnTo>
                  <a:lnTo>
                    <a:pt x="9727" y="14019"/>
                  </a:lnTo>
                  <a:lnTo>
                    <a:pt x="9506" y="14039"/>
                  </a:lnTo>
                  <a:lnTo>
                    <a:pt x="9285" y="14059"/>
                  </a:lnTo>
                  <a:lnTo>
                    <a:pt x="9285" y="14059"/>
                  </a:lnTo>
                  <a:lnTo>
                    <a:pt x="9105" y="14059"/>
                  </a:lnTo>
                  <a:lnTo>
                    <a:pt x="8924" y="14039"/>
                  </a:lnTo>
                  <a:lnTo>
                    <a:pt x="8543" y="13958"/>
                  </a:lnTo>
                  <a:lnTo>
                    <a:pt x="8142" y="13838"/>
                  </a:lnTo>
                  <a:lnTo>
                    <a:pt x="7741" y="13678"/>
                  </a:lnTo>
                  <a:lnTo>
                    <a:pt x="7320" y="13457"/>
                  </a:lnTo>
                  <a:lnTo>
                    <a:pt x="6879" y="13216"/>
                  </a:lnTo>
                  <a:lnTo>
                    <a:pt x="6458" y="12936"/>
                  </a:lnTo>
                  <a:lnTo>
                    <a:pt x="6017" y="12635"/>
                  </a:lnTo>
                  <a:lnTo>
                    <a:pt x="5575" y="12294"/>
                  </a:lnTo>
                  <a:lnTo>
                    <a:pt x="5154" y="11913"/>
                  </a:lnTo>
                  <a:lnTo>
                    <a:pt x="4733" y="11532"/>
                  </a:lnTo>
                  <a:lnTo>
                    <a:pt x="4312" y="11131"/>
                  </a:lnTo>
                  <a:lnTo>
                    <a:pt x="3911" y="10689"/>
                  </a:lnTo>
                  <a:lnTo>
                    <a:pt x="3530" y="10248"/>
                  </a:lnTo>
                  <a:lnTo>
                    <a:pt x="3169" y="9807"/>
                  </a:lnTo>
                  <a:lnTo>
                    <a:pt x="2828" y="9346"/>
                  </a:lnTo>
                  <a:lnTo>
                    <a:pt x="2527" y="8865"/>
                  </a:lnTo>
                  <a:lnTo>
                    <a:pt x="2226" y="8403"/>
                  </a:lnTo>
                  <a:lnTo>
                    <a:pt x="1986" y="7942"/>
                  </a:lnTo>
                  <a:lnTo>
                    <a:pt x="1765" y="7461"/>
                  </a:lnTo>
                  <a:lnTo>
                    <a:pt x="1584" y="7019"/>
                  </a:lnTo>
                  <a:lnTo>
                    <a:pt x="1424" y="6558"/>
                  </a:lnTo>
                  <a:lnTo>
                    <a:pt x="1324" y="6117"/>
                  </a:lnTo>
                  <a:lnTo>
                    <a:pt x="1284" y="5696"/>
                  </a:lnTo>
                  <a:lnTo>
                    <a:pt x="1264" y="5495"/>
                  </a:lnTo>
                  <a:lnTo>
                    <a:pt x="1264" y="5295"/>
                  </a:lnTo>
                  <a:lnTo>
                    <a:pt x="1284" y="5094"/>
                  </a:lnTo>
                  <a:lnTo>
                    <a:pt x="1324" y="4914"/>
                  </a:lnTo>
                  <a:lnTo>
                    <a:pt x="1364" y="4733"/>
                  </a:lnTo>
                  <a:lnTo>
                    <a:pt x="1424" y="4553"/>
                  </a:lnTo>
                  <a:lnTo>
                    <a:pt x="1484" y="4372"/>
                  </a:lnTo>
                  <a:lnTo>
                    <a:pt x="1584" y="4212"/>
                  </a:lnTo>
                  <a:lnTo>
                    <a:pt x="1685" y="4051"/>
                  </a:lnTo>
                  <a:lnTo>
                    <a:pt x="1805" y="3911"/>
                  </a:lnTo>
                  <a:lnTo>
                    <a:pt x="1925" y="3771"/>
                  </a:lnTo>
                  <a:lnTo>
                    <a:pt x="2086" y="3630"/>
                  </a:lnTo>
                  <a:lnTo>
                    <a:pt x="2246" y="3510"/>
                  </a:lnTo>
                  <a:lnTo>
                    <a:pt x="2427" y="3410"/>
                  </a:lnTo>
                  <a:lnTo>
                    <a:pt x="2627" y="3289"/>
                  </a:lnTo>
                  <a:lnTo>
                    <a:pt x="2848" y="3209"/>
                  </a:lnTo>
                  <a:lnTo>
                    <a:pt x="2848" y="3209"/>
                  </a:lnTo>
                  <a:lnTo>
                    <a:pt x="3129" y="3109"/>
                  </a:lnTo>
                  <a:lnTo>
                    <a:pt x="3409" y="3049"/>
                  </a:lnTo>
                  <a:lnTo>
                    <a:pt x="3670" y="3009"/>
                  </a:lnTo>
                  <a:lnTo>
                    <a:pt x="3951" y="2989"/>
                  </a:lnTo>
                  <a:lnTo>
                    <a:pt x="3951" y="2989"/>
                  </a:lnTo>
                  <a:lnTo>
                    <a:pt x="4232" y="3009"/>
                  </a:lnTo>
                  <a:lnTo>
                    <a:pt x="4232" y="3009"/>
                  </a:lnTo>
                  <a:lnTo>
                    <a:pt x="4673" y="2708"/>
                  </a:lnTo>
                  <a:lnTo>
                    <a:pt x="5134" y="2467"/>
                  </a:lnTo>
                  <a:lnTo>
                    <a:pt x="5615" y="2247"/>
                  </a:lnTo>
                  <a:lnTo>
                    <a:pt x="6117" y="2066"/>
                  </a:lnTo>
                  <a:lnTo>
                    <a:pt x="6638" y="1926"/>
                  </a:lnTo>
                  <a:lnTo>
                    <a:pt x="7160" y="1805"/>
                  </a:lnTo>
                  <a:lnTo>
                    <a:pt x="7681" y="1725"/>
                  </a:lnTo>
                  <a:lnTo>
                    <a:pt x="8223" y="1685"/>
                  </a:lnTo>
                  <a:lnTo>
                    <a:pt x="8223" y="1685"/>
                  </a:lnTo>
                  <a:lnTo>
                    <a:pt x="7922" y="1504"/>
                  </a:lnTo>
                  <a:lnTo>
                    <a:pt x="7621" y="1324"/>
                  </a:lnTo>
                  <a:lnTo>
                    <a:pt x="7320" y="1184"/>
                  </a:lnTo>
                  <a:lnTo>
                    <a:pt x="7019" y="1043"/>
                  </a:lnTo>
                  <a:lnTo>
                    <a:pt x="6698" y="943"/>
                  </a:lnTo>
                  <a:lnTo>
                    <a:pt x="6378" y="843"/>
                  </a:lnTo>
                  <a:lnTo>
                    <a:pt x="6057" y="783"/>
                  </a:lnTo>
                  <a:lnTo>
                    <a:pt x="5716" y="742"/>
                  </a:lnTo>
                  <a:lnTo>
                    <a:pt x="5716" y="742"/>
                  </a:lnTo>
                  <a:lnTo>
                    <a:pt x="5696" y="722"/>
                  </a:lnTo>
                  <a:lnTo>
                    <a:pt x="5716" y="722"/>
                  </a:lnTo>
                  <a:lnTo>
                    <a:pt x="5716" y="722"/>
                  </a:lnTo>
                  <a:lnTo>
                    <a:pt x="5716" y="722"/>
                  </a:lnTo>
                  <a:lnTo>
                    <a:pt x="5716" y="722"/>
                  </a:lnTo>
                  <a:lnTo>
                    <a:pt x="6097" y="742"/>
                  </a:lnTo>
                  <a:lnTo>
                    <a:pt x="6458" y="803"/>
                  </a:lnTo>
                  <a:lnTo>
                    <a:pt x="6819" y="883"/>
                  </a:lnTo>
                  <a:lnTo>
                    <a:pt x="7180" y="983"/>
                  </a:lnTo>
                  <a:lnTo>
                    <a:pt x="7521" y="1123"/>
                  </a:lnTo>
                  <a:lnTo>
                    <a:pt x="7841" y="1264"/>
                  </a:lnTo>
                  <a:lnTo>
                    <a:pt x="8162" y="1444"/>
                  </a:lnTo>
                  <a:lnTo>
                    <a:pt x="8483" y="1645"/>
                  </a:lnTo>
                  <a:lnTo>
                    <a:pt x="8483" y="1645"/>
                  </a:lnTo>
                  <a:lnTo>
                    <a:pt x="8604" y="1484"/>
                  </a:lnTo>
                  <a:lnTo>
                    <a:pt x="8664" y="1404"/>
                  </a:lnTo>
                  <a:lnTo>
                    <a:pt x="8744" y="1364"/>
                  </a:lnTo>
                  <a:lnTo>
                    <a:pt x="8744" y="1364"/>
                  </a:lnTo>
                  <a:lnTo>
                    <a:pt x="8764" y="1344"/>
                  </a:lnTo>
                  <a:lnTo>
                    <a:pt x="8764" y="1344"/>
                  </a:lnTo>
                  <a:lnTo>
                    <a:pt x="8804" y="1344"/>
                  </a:lnTo>
                  <a:lnTo>
                    <a:pt x="8824" y="1364"/>
                  </a:lnTo>
                  <a:lnTo>
                    <a:pt x="8824" y="1404"/>
                  </a:lnTo>
                  <a:lnTo>
                    <a:pt x="8824" y="1424"/>
                  </a:lnTo>
                  <a:lnTo>
                    <a:pt x="8824" y="1424"/>
                  </a:lnTo>
                  <a:lnTo>
                    <a:pt x="8804" y="1504"/>
                  </a:lnTo>
                  <a:lnTo>
                    <a:pt x="8784" y="1565"/>
                  </a:lnTo>
                  <a:lnTo>
                    <a:pt x="8704" y="1665"/>
                  </a:lnTo>
                  <a:lnTo>
                    <a:pt x="8704" y="1665"/>
                  </a:lnTo>
                  <a:lnTo>
                    <a:pt x="8824" y="1665"/>
                  </a:lnTo>
                  <a:lnTo>
                    <a:pt x="8824" y="1665"/>
                  </a:lnTo>
                  <a:lnTo>
                    <a:pt x="9346" y="1685"/>
                  </a:lnTo>
                  <a:lnTo>
                    <a:pt x="9867" y="1725"/>
                  </a:lnTo>
                  <a:lnTo>
                    <a:pt x="10388" y="1785"/>
                  </a:lnTo>
                  <a:lnTo>
                    <a:pt x="10910" y="1865"/>
                  </a:lnTo>
                  <a:lnTo>
                    <a:pt x="10910" y="1865"/>
                  </a:lnTo>
                  <a:lnTo>
                    <a:pt x="11552" y="2006"/>
                  </a:lnTo>
                  <a:lnTo>
                    <a:pt x="11552" y="2006"/>
                  </a:lnTo>
                  <a:lnTo>
                    <a:pt x="11391" y="1625"/>
                  </a:lnTo>
                  <a:lnTo>
                    <a:pt x="11391" y="1625"/>
                  </a:lnTo>
                  <a:lnTo>
                    <a:pt x="11090" y="1605"/>
                  </a:lnTo>
                  <a:lnTo>
                    <a:pt x="10769" y="1525"/>
                  </a:lnTo>
                  <a:lnTo>
                    <a:pt x="10429" y="1404"/>
                  </a:lnTo>
                  <a:lnTo>
                    <a:pt x="10068" y="1224"/>
                  </a:lnTo>
                  <a:lnTo>
                    <a:pt x="10068" y="1224"/>
                  </a:lnTo>
                  <a:lnTo>
                    <a:pt x="9506" y="943"/>
                  </a:lnTo>
                  <a:lnTo>
                    <a:pt x="8944" y="682"/>
                  </a:lnTo>
                  <a:lnTo>
                    <a:pt x="8403" y="482"/>
                  </a:lnTo>
                  <a:lnTo>
                    <a:pt x="7841" y="301"/>
                  </a:lnTo>
                  <a:lnTo>
                    <a:pt x="7280" y="181"/>
                  </a:lnTo>
                  <a:lnTo>
                    <a:pt x="6738" y="81"/>
                  </a:lnTo>
                  <a:lnTo>
                    <a:pt x="6197" y="20"/>
                  </a:lnTo>
                  <a:lnTo>
                    <a:pt x="5656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9" name="Google Shape;5969;p26"/>
            <p:cNvSpPr/>
            <p:nvPr/>
          </p:nvSpPr>
          <p:spPr>
            <a:xfrm>
              <a:off x="10747950" y="4450325"/>
              <a:ext cx="217625" cy="276775"/>
            </a:xfrm>
            <a:custGeom>
              <a:avLst/>
              <a:gdLst/>
              <a:ahLst/>
              <a:cxnLst/>
              <a:rect l="l" t="t" r="r" b="b"/>
              <a:pathLst>
                <a:path w="8705" h="11071" extrusionOk="0">
                  <a:moveTo>
                    <a:pt x="2688" y="1"/>
                  </a:moveTo>
                  <a:lnTo>
                    <a:pt x="2407" y="21"/>
                  </a:lnTo>
                  <a:lnTo>
                    <a:pt x="2146" y="61"/>
                  </a:lnTo>
                  <a:lnTo>
                    <a:pt x="1866" y="121"/>
                  </a:lnTo>
                  <a:lnTo>
                    <a:pt x="1585" y="221"/>
                  </a:lnTo>
                  <a:lnTo>
                    <a:pt x="1364" y="301"/>
                  </a:lnTo>
                  <a:lnTo>
                    <a:pt x="1164" y="422"/>
                  </a:lnTo>
                  <a:lnTo>
                    <a:pt x="983" y="522"/>
                  </a:lnTo>
                  <a:lnTo>
                    <a:pt x="823" y="642"/>
                  </a:lnTo>
                  <a:lnTo>
                    <a:pt x="662" y="783"/>
                  </a:lnTo>
                  <a:lnTo>
                    <a:pt x="542" y="923"/>
                  </a:lnTo>
                  <a:lnTo>
                    <a:pt x="422" y="1063"/>
                  </a:lnTo>
                  <a:lnTo>
                    <a:pt x="321" y="1224"/>
                  </a:lnTo>
                  <a:lnTo>
                    <a:pt x="221" y="1384"/>
                  </a:lnTo>
                  <a:lnTo>
                    <a:pt x="161" y="1565"/>
                  </a:lnTo>
                  <a:lnTo>
                    <a:pt x="101" y="1745"/>
                  </a:lnTo>
                  <a:lnTo>
                    <a:pt x="61" y="1926"/>
                  </a:lnTo>
                  <a:lnTo>
                    <a:pt x="21" y="2106"/>
                  </a:lnTo>
                  <a:lnTo>
                    <a:pt x="1" y="2307"/>
                  </a:lnTo>
                  <a:lnTo>
                    <a:pt x="1" y="2507"/>
                  </a:lnTo>
                  <a:lnTo>
                    <a:pt x="21" y="2708"/>
                  </a:lnTo>
                  <a:lnTo>
                    <a:pt x="61" y="3129"/>
                  </a:lnTo>
                  <a:lnTo>
                    <a:pt x="161" y="3570"/>
                  </a:lnTo>
                  <a:lnTo>
                    <a:pt x="321" y="4031"/>
                  </a:lnTo>
                  <a:lnTo>
                    <a:pt x="502" y="4473"/>
                  </a:lnTo>
                  <a:lnTo>
                    <a:pt x="723" y="4954"/>
                  </a:lnTo>
                  <a:lnTo>
                    <a:pt x="963" y="5415"/>
                  </a:lnTo>
                  <a:lnTo>
                    <a:pt x="1264" y="5877"/>
                  </a:lnTo>
                  <a:lnTo>
                    <a:pt x="1565" y="6358"/>
                  </a:lnTo>
                  <a:lnTo>
                    <a:pt x="1906" y="6819"/>
                  </a:lnTo>
                  <a:lnTo>
                    <a:pt x="2267" y="7260"/>
                  </a:lnTo>
                  <a:lnTo>
                    <a:pt x="2648" y="7701"/>
                  </a:lnTo>
                  <a:lnTo>
                    <a:pt x="3049" y="8143"/>
                  </a:lnTo>
                  <a:lnTo>
                    <a:pt x="3470" y="8544"/>
                  </a:lnTo>
                  <a:lnTo>
                    <a:pt x="3891" y="8925"/>
                  </a:lnTo>
                  <a:lnTo>
                    <a:pt x="4312" y="9306"/>
                  </a:lnTo>
                  <a:lnTo>
                    <a:pt x="4754" y="9647"/>
                  </a:lnTo>
                  <a:lnTo>
                    <a:pt x="5195" y="9948"/>
                  </a:lnTo>
                  <a:lnTo>
                    <a:pt x="5616" y="10228"/>
                  </a:lnTo>
                  <a:lnTo>
                    <a:pt x="6057" y="10469"/>
                  </a:lnTo>
                  <a:lnTo>
                    <a:pt x="6478" y="10690"/>
                  </a:lnTo>
                  <a:lnTo>
                    <a:pt x="6879" y="10850"/>
                  </a:lnTo>
                  <a:lnTo>
                    <a:pt x="7280" y="10970"/>
                  </a:lnTo>
                  <a:lnTo>
                    <a:pt x="7661" y="11051"/>
                  </a:lnTo>
                  <a:lnTo>
                    <a:pt x="7842" y="11071"/>
                  </a:lnTo>
                  <a:lnTo>
                    <a:pt x="8022" y="11071"/>
                  </a:lnTo>
                  <a:lnTo>
                    <a:pt x="8243" y="11051"/>
                  </a:lnTo>
                  <a:lnTo>
                    <a:pt x="8464" y="11031"/>
                  </a:lnTo>
                  <a:lnTo>
                    <a:pt x="8604" y="10970"/>
                  </a:lnTo>
                  <a:lnTo>
                    <a:pt x="8704" y="10870"/>
                  </a:lnTo>
                  <a:lnTo>
                    <a:pt x="8664" y="10870"/>
                  </a:lnTo>
                  <a:lnTo>
                    <a:pt x="8103" y="10690"/>
                  </a:lnTo>
                  <a:lnTo>
                    <a:pt x="7561" y="10489"/>
                  </a:lnTo>
                  <a:lnTo>
                    <a:pt x="7040" y="10248"/>
                  </a:lnTo>
                  <a:lnTo>
                    <a:pt x="6518" y="9988"/>
                  </a:lnTo>
                  <a:lnTo>
                    <a:pt x="6017" y="9687"/>
                  </a:lnTo>
                  <a:lnTo>
                    <a:pt x="5556" y="9366"/>
                  </a:lnTo>
                  <a:lnTo>
                    <a:pt x="5094" y="9005"/>
                  </a:lnTo>
                  <a:lnTo>
                    <a:pt x="4673" y="8624"/>
                  </a:lnTo>
                  <a:lnTo>
                    <a:pt x="4252" y="8223"/>
                  </a:lnTo>
                  <a:lnTo>
                    <a:pt x="3871" y="7802"/>
                  </a:lnTo>
                  <a:lnTo>
                    <a:pt x="3510" y="7340"/>
                  </a:lnTo>
                  <a:lnTo>
                    <a:pt x="3169" y="6879"/>
                  </a:lnTo>
                  <a:lnTo>
                    <a:pt x="2868" y="6378"/>
                  </a:lnTo>
                  <a:lnTo>
                    <a:pt x="2608" y="5877"/>
                  </a:lnTo>
                  <a:lnTo>
                    <a:pt x="2347" y="5335"/>
                  </a:lnTo>
                  <a:lnTo>
                    <a:pt x="2146" y="4794"/>
                  </a:lnTo>
                  <a:lnTo>
                    <a:pt x="2026" y="4473"/>
                  </a:lnTo>
                  <a:lnTo>
                    <a:pt x="1926" y="4152"/>
                  </a:lnTo>
                  <a:lnTo>
                    <a:pt x="1846" y="3831"/>
                  </a:lnTo>
                  <a:lnTo>
                    <a:pt x="1785" y="3490"/>
                  </a:lnTo>
                  <a:lnTo>
                    <a:pt x="1725" y="3169"/>
                  </a:lnTo>
                  <a:lnTo>
                    <a:pt x="1685" y="2848"/>
                  </a:lnTo>
                  <a:lnTo>
                    <a:pt x="1685" y="2527"/>
                  </a:lnTo>
                  <a:lnTo>
                    <a:pt x="1705" y="2227"/>
                  </a:lnTo>
                  <a:lnTo>
                    <a:pt x="1745" y="1906"/>
                  </a:lnTo>
                  <a:lnTo>
                    <a:pt x="1806" y="1605"/>
                  </a:lnTo>
                  <a:lnTo>
                    <a:pt x="1906" y="1324"/>
                  </a:lnTo>
                  <a:lnTo>
                    <a:pt x="2046" y="1043"/>
                  </a:lnTo>
                  <a:lnTo>
                    <a:pt x="2207" y="763"/>
                  </a:lnTo>
                  <a:lnTo>
                    <a:pt x="2427" y="502"/>
                  </a:lnTo>
                  <a:lnTo>
                    <a:pt x="2668" y="261"/>
                  </a:lnTo>
                  <a:lnTo>
                    <a:pt x="2949" y="21"/>
                  </a:lnTo>
                  <a:lnTo>
                    <a:pt x="2969" y="21"/>
                  </a:lnTo>
                  <a:lnTo>
                    <a:pt x="268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0" name="Google Shape;5970;p26"/>
            <p:cNvSpPr/>
            <p:nvPr/>
          </p:nvSpPr>
          <p:spPr>
            <a:xfrm>
              <a:off x="10747950" y="4450325"/>
              <a:ext cx="217625" cy="276775"/>
            </a:xfrm>
            <a:custGeom>
              <a:avLst/>
              <a:gdLst/>
              <a:ahLst/>
              <a:cxnLst/>
              <a:rect l="l" t="t" r="r" b="b"/>
              <a:pathLst>
                <a:path w="8705" h="11071" fill="none" extrusionOk="0">
                  <a:moveTo>
                    <a:pt x="2688" y="1"/>
                  </a:moveTo>
                  <a:lnTo>
                    <a:pt x="2688" y="1"/>
                  </a:lnTo>
                  <a:lnTo>
                    <a:pt x="2407" y="21"/>
                  </a:lnTo>
                  <a:lnTo>
                    <a:pt x="2146" y="61"/>
                  </a:lnTo>
                  <a:lnTo>
                    <a:pt x="1866" y="121"/>
                  </a:lnTo>
                  <a:lnTo>
                    <a:pt x="1585" y="221"/>
                  </a:lnTo>
                  <a:lnTo>
                    <a:pt x="1585" y="221"/>
                  </a:lnTo>
                  <a:lnTo>
                    <a:pt x="1364" y="301"/>
                  </a:lnTo>
                  <a:lnTo>
                    <a:pt x="1164" y="422"/>
                  </a:lnTo>
                  <a:lnTo>
                    <a:pt x="983" y="522"/>
                  </a:lnTo>
                  <a:lnTo>
                    <a:pt x="823" y="642"/>
                  </a:lnTo>
                  <a:lnTo>
                    <a:pt x="662" y="783"/>
                  </a:lnTo>
                  <a:lnTo>
                    <a:pt x="542" y="923"/>
                  </a:lnTo>
                  <a:lnTo>
                    <a:pt x="422" y="1063"/>
                  </a:lnTo>
                  <a:lnTo>
                    <a:pt x="321" y="1224"/>
                  </a:lnTo>
                  <a:lnTo>
                    <a:pt x="221" y="1384"/>
                  </a:lnTo>
                  <a:lnTo>
                    <a:pt x="161" y="1565"/>
                  </a:lnTo>
                  <a:lnTo>
                    <a:pt x="101" y="1745"/>
                  </a:lnTo>
                  <a:lnTo>
                    <a:pt x="61" y="1926"/>
                  </a:lnTo>
                  <a:lnTo>
                    <a:pt x="21" y="2106"/>
                  </a:lnTo>
                  <a:lnTo>
                    <a:pt x="1" y="2307"/>
                  </a:lnTo>
                  <a:lnTo>
                    <a:pt x="1" y="2507"/>
                  </a:lnTo>
                  <a:lnTo>
                    <a:pt x="21" y="2708"/>
                  </a:lnTo>
                  <a:lnTo>
                    <a:pt x="61" y="3129"/>
                  </a:lnTo>
                  <a:lnTo>
                    <a:pt x="161" y="3570"/>
                  </a:lnTo>
                  <a:lnTo>
                    <a:pt x="321" y="4031"/>
                  </a:lnTo>
                  <a:lnTo>
                    <a:pt x="502" y="4473"/>
                  </a:lnTo>
                  <a:lnTo>
                    <a:pt x="723" y="4954"/>
                  </a:lnTo>
                  <a:lnTo>
                    <a:pt x="963" y="5415"/>
                  </a:lnTo>
                  <a:lnTo>
                    <a:pt x="1264" y="5877"/>
                  </a:lnTo>
                  <a:lnTo>
                    <a:pt x="1565" y="6358"/>
                  </a:lnTo>
                  <a:lnTo>
                    <a:pt x="1906" y="6819"/>
                  </a:lnTo>
                  <a:lnTo>
                    <a:pt x="2267" y="7260"/>
                  </a:lnTo>
                  <a:lnTo>
                    <a:pt x="2648" y="7701"/>
                  </a:lnTo>
                  <a:lnTo>
                    <a:pt x="3049" y="8143"/>
                  </a:lnTo>
                  <a:lnTo>
                    <a:pt x="3470" y="8544"/>
                  </a:lnTo>
                  <a:lnTo>
                    <a:pt x="3891" y="8925"/>
                  </a:lnTo>
                  <a:lnTo>
                    <a:pt x="4312" y="9306"/>
                  </a:lnTo>
                  <a:lnTo>
                    <a:pt x="4754" y="9647"/>
                  </a:lnTo>
                  <a:lnTo>
                    <a:pt x="5195" y="9948"/>
                  </a:lnTo>
                  <a:lnTo>
                    <a:pt x="5616" y="10228"/>
                  </a:lnTo>
                  <a:lnTo>
                    <a:pt x="6057" y="10469"/>
                  </a:lnTo>
                  <a:lnTo>
                    <a:pt x="6478" y="10690"/>
                  </a:lnTo>
                  <a:lnTo>
                    <a:pt x="6879" y="10850"/>
                  </a:lnTo>
                  <a:lnTo>
                    <a:pt x="7280" y="10970"/>
                  </a:lnTo>
                  <a:lnTo>
                    <a:pt x="7661" y="11051"/>
                  </a:lnTo>
                  <a:lnTo>
                    <a:pt x="7842" y="11071"/>
                  </a:lnTo>
                  <a:lnTo>
                    <a:pt x="8022" y="11071"/>
                  </a:lnTo>
                  <a:lnTo>
                    <a:pt x="8022" y="11071"/>
                  </a:lnTo>
                  <a:lnTo>
                    <a:pt x="8243" y="11051"/>
                  </a:lnTo>
                  <a:lnTo>
                    <a:pt x="8464" y="11031"/>
                  </a:lnTo>
                  <a:lnTo>
                    <a:pt x="8464" y="11031"/>
                  </a:lnTo>
                  <a:lnTo>
                    <a:pt x="8604" y="10970"/>
                  </a:lnTo>
                  <a:lnTo>
                    <a:pt x="8704" y="10870"/>
                  </a:lnTo>
                  <a:lnTo>
                    <a:pt x="8704" y="10870"/>
                  </a:lnTo>
                  <a:lnTo>
                    <a:pt x="8664" y="10870"/>
                  </a:lnTo>
                  <a:lnTo>
                    <a:pt x="8664" y="10870"/>
                  </a:lnTo>
                  <a:lnTo>
                    <a:pt x="8103" y="10690"/>
                  </a:lnTo>
                  <a:lnTo>
                    <a:pt x="7561" y="10489"/>
                  </a:lnTo>
                  <a:lnTo>
                    <a:pt x="7040" y="10248"/>
                  </a:lnTo>
                  <a:lnTo>
                    <a:pt x="6518" y="9988"/>
                  </a:lnTo>
                  <a:lnTo>
                    <a:pt x="6017" y="9687"/>
                  </a:lnTo>
                  <a:lnTo>
                    <a:pt x="5556" y="9366"/>
                  </a:lnTo>
                  <a:lnTo>
                    <a:pt x="5094" y="9005"/>
                  </a:lnTo>
                  <a:lnTo>
                    <a:pt x="4673" y="8624"/>
                  </a:lnTo>
                  <a:lnTo>
                    <a:pt x="4252" y="8223"/>
                  </a:lnTo>
                  <a:lnTo>
                    <a:pt x="3871" y="7802"/>
                  </a:lnTo>
                  <a:lnTo>
                    <a:pt x="3510" y="7340"/>
                  </a:lnTo>
                  <a:lnTo>
                    <a:pt x="3169" y="6879"/>
                  </a:lnTo>
                  <a:lnTo>
                    <a:pt x="2868" y="6378"/>
                  </a:lnTo>
                  <a:lnTo>
                    <a:pt x="2608" y="5877"/>
                  </a:lnTo>
                  <a:lnTo>
                    <a:pt x="2347" y="5335"/>
                  </a:lnTo>
                  <a:lnTo>
                    <a:pt x="2146" y="4794"/>
                  </a:lnTo>
                  <a:lnTo>
                    <a:pt x="2146" y="4794"/>
                  </a:lnTo>
                  <a:lnTo>
                    <a:pt x="2026" y="4473"/>
                  </a:lnTo>
                  <a:lnTo>
                    <a:pt x="1926" y="4152"/>
                  </a:lnTo>
                  <a:lnTo>
                    <a:pt x="1846" y="3831"/>
                  </a:lnTo>
                  <a:lnTo>
                    <a:pt x="1785" y="3490"/>
                  </a:lnTo>
                  <a:lnTo>
                    <a:pt x="1725" y="3169"/>
                  </a:lnTo>
                  <a:lnTo>
                    <a:pt x="1685" y="2848"/>
                  </a:lnTo>
                  <a:lnTo>
                    <a:pt x="1685" y="2527"/>
                  </a:lnTo>
                  <a:lnTo>
                    <a:pt x="1705" y="2227"/>
                  </a:lnTo>
                  <a:lnTo>
                    <a:pt x="1745" y="1906"/>
                  </a:lnTo>
                  <a:lnTo>
                    <a:pt x="1806" y="1605"/>
                  </a:lnTo>
                  <a:lnTo>
                    <a:pt x="1906" y="1324"/>
                  </a:lnTo>
                  <a:lnTo>
                    <a:pt x="2046" y="1043"/>
                  </a:lnTo>
                  <a:lnTo>
                    <a:pt x="2207" y="763"/>
                  </a:lnTo>
                  <a:lnTo>
                    <a:pt x="2427" y="502"/>
                  </a:lnTo>
                  <a:lnTo>
                    <a:pt x="2668" y="261"/>
                  </a:lnTo>
                  <a:lnTo>
                    <a:pt x="2949" y="21"/>
                  </a:lnTo>
                  <a:lnTo>
                    <a:pt x="2949" y="21"/>
                  </a:lnTo>
                  <a:lnTo>
                    <a:pt x="2969" y="21"/>
                  </a:lnTo>
                  <a:lnTo>
                    <a:pt x="2969" y="21"/>
                  </a:lnTo>
                  <a:lnTo>
                    <a:pt x="2688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1" name="Google Shape;5971;p26"/>
            <p:cNvSpPr/>
            <p:nvPr/>
          </p:nvSpPr>
          <p:spPr>
            <a:xfrm>
              <a:off x="10858750" y="4393675"/>
              <a:ext cx="190050" cy="353475"/>
            </a:xfrm>
            <a:custGeom>
              <a:avLst/>
              <a:gdLst/>
              <a:ahLst/>
              <a:cxnLst/>
              <a:rect l="l" t="t" r="r" b="b"/>
              <a:pathLst>
                <a:path w="7602" h="14139" extrusionOk="0">
                  <a:moveTo>
                    <a:pt x="1" y="0"/>
                  </a:moveTo>
                  <a:lnTo>
                    <a:pt x="21" y="20"/>
                  </a:lnTo>
                  <a:lnTo>
                    <a:pt x="362" y="61"/>
                  </a:lnTo>
                  <a:lnTo>
                    <a:pt x="683" y="121"/>
                  </a:lnTo>
                  <a:lnTo>
                    <a:pt x="1003" y="221"/>
                  </a:lnTo>
                  <a:lnTo>
                    <a:pt x="1324" y="321"/>
                  </a:lnTo>
                  <a:lnTo>
                    <a:pt x="1625" y="462"/>
                  </a:lnTo>
                  <a:lnTo>
                    <a:pt x="1926" y="602"/>
                  </a:lnTo>
                  <a:lnTo>
                    <a:pt x="2227" y="782"/>
                  </a:lnTo>
                  <a:lnTo>
                    <a:pt x="2528" y="963"/>
                  </a:lnTo>
                  <a:lnTo>
                    <a:pt x="2929" y="943"/>
                  </a:lnTo>
                  <a:lnTo>
                    <a:pt x="3009" y="943"/>
                  </a:lnTo>
                  <a:lnTo>
                    <a:pt x="3089" y="843"/>
                  </a:lnTo>
                  <a:lnTo>
                    <a:pt x="3109" y="782"/>
                  </a:lnTo>
                  <a:lnTo>
                    <a:pt x="3129" y="702"/>
                  </a:lnTo>
                  <a:lnTo>
                    <a:pt x="3129" y="682"/>
                  </a:lnTo>
                  <a:lnTo>
                    <a:pt x="3129" y="642"/>
                  </a:lnTo>
                  <a:lnTo>
                    <a:pt x="3109" y="622"/>
                  </a:lnTo>
                  <a:lnTo>
                    <a:pt x="3069" y="622"/>
                  </a:lnTo>
                  <a:lnTo>
                    <a:pt x="3049" y="642"/>
                  </a:lnTo>
                  <a:lnTo>
                    <a:pt x="2969" y="682"/>
                  </a:lnTo>
                  <a:lnTo>
                    <a:pt x="2909" y="762"/>
                  </a:lnTo>
                  <a:lnTo>
                    <a:pt x="2788" y="923"/>
                  </a:lnTo>
                  <a:lnTo>
                    <a:pt x="2467" y="722"/>
                  </a:lnTo>
                  <a:lnTo>
                    <a:pt x="2146" y="542"/>
                  </a:lnTo>
                  <a:lnTo>
                    <a:pt x="1826" y="401"/>
                  </a:lnTo>
                  <a:lnTo>
                    <a:pt x="1485" y="261"/>
                  </a:lnTo>
                  <a:lnTo>
                    <a:pt x="1124" y="161"/>
                  </a:lnTo>
                  <a:lnTo>
                    <a:pt x="763" y="81"/>
                  </a:lnTo>
                  <a:lnTo>
                    <a:pt x="402" y="20"/>
                  </a:lnTo>
                  <a:lnTo>
                    <a:pt x="21" y="0"/>
                  </a:lnTo>
                  <a:close/>
                  <a:moveTo>
                    <a:pt x="7601" y="13417"/>
                  </a:moveTo>
                  <a:lnTo>
                    <a:pt x="7361" y="13437"/>
                  </a:lnTo>
                  <a:lnTo>
                    <a:pt x="7280" y="14018"/>
                  </a:lnTo>
                  <a:lnTo>
                    <a:pt x="7300" y="14079"/>
                  </a:lnTo>
                  <a:lnTo>
                    <a:pt x="7321" y="14099"/>
                  </a:lnTo>
                  <a:lnTo>
                    <a:pt x="7341" y="14139"/>
                  </a:lnTo>
                  <a:lnTo>
                    <a:pt x="7381" y="14139"/>
                  </a:lnTo>
                  <a:lnTo>
                    <a:pt x="7441" y="14119"/>
                  </a:lnTo>
                  <a:lnTo>
                    <a:pt x="7461" y="14079"/>
                  </a:lnTo>
                  <a:lnTo>
                    <a:pt x="7541" y="13738"/>
                  </a:lnTo>
                  <a:lnTo>
                    <a:pt x="7601" y="13417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2" name="Google Shape;5972;p26"/>
            <p:cNvSpPr/>
            <p:nvPr/>
          </p:nvSpPr>
          <p:spPr>
            <a:xfrm>
              <a:off x="11040750" y="4729075"/>
              <a:ext cx="8050" cy="18075"/>
            </a:xfrm>
            <a:custGeom>
              <a:avLst/>
              <a:gdLst/>
              <a:ahLst/>
              <a:cxnLst/>
              <a:rect l="l" t="t" r="r" b="b"/>
              <a:pathLst>
                <a:path w="322" h="723" fill="none" extrusionOk="0">
                  <a:moveTo>
                    <a:pt x="321" y="1"/>
                  </a:moveTo>
                  <a:lnTo>
                    <a:pt x="321" y="1"/>
                  </a:lnTo>
                  <a:lnTo>
                    <a:pt x="81" y="21"/>
                  </a:lnTo>
                  <a:lnTo>
                    <a:pt x="81" y="21"/>
                  </a:lnTo>
                  <a:lnTo>
                    <a:pt x="0" y="602"/>
                  </a:lnTo>
                  <a:lnTo>
                    <a:pt x="0" y="602"/>
                  </a:lnTo>
                  <a:lnTo>
                    <a:pt x="20" y="663"/>
                  </a:lnTo>
                  <a:lnTo>
                    <a:pt x="41" y="683"/>
                  </a:lnTo>
                  <a:lnTo>
                    <a:pt x="61" y="723"/>
                  </a:lnTo>
                  <a:lnTo>
                    <a:pt x="101" y="723"/>
                  </a:lnTo>
                  <a:lnTo>
                    <a:pt x="101" y="723"/>
                  </a:lnTo>
                  <a:lnTo>
                    <a:pt x="161" y="703"/>
                  </a:lnTo>
                  <a:lnTo>
                    <a:pt x="181" y="663"/>
                  </a:lnTo>
                  <a:lnTo>
                    <a:pt x="181" y="663"/>
                  </a:lnTo>
                  <a:lnTo>
                    <a:pt x="261" y="322"/>
                  </a:lnTo>
                  <a:lnTo>
                    <a:pt x="32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3" name="Google Shape;5973;p26"/>
            <p:cNvSpPr/>
            <p:nvPr/>
          </p:nvSpPr>
          <p:spPr>
            <a:xfrm>
              <a:off x="11605275" y="4375625"/>
              <a:ext cx="540000" cy="391075"/>
            </a:xfrm>
            <a:custGeom>
              <a:avLst/>
              <a:gdLst/>
              <a:ahLst/>
              <a:cxnLst/>
              <a:rect l="l" t="t" r="r" b="b"/>
              <a:pathLst>
                <a:path w="21600" h="15643" extrusionOk="0">
                  <a:moveTo>
                    <a:pt x="15984" y="0"/>
                  </a:moveTo>
                  <a:lnTo>
                    <a:pt x="15563" y="20"/>
                  </a:lnTo>
                  <a:lnTo>
                    <a:pt x="15122" y="41"/>
                  </a:lnTo>
                  <a:lnTo>
                    <a:pt x="14681" y="101"/>
                  </a:lnTo>
                  <a:lnTo>
                    <a:pt x="14239" y="201"/>
                  </a:lnTo>
                  <a:lnTo>
                    <a:pt x="13798" y="301"/>
                  </a:lnTo>
                  <a:lnTo>
                    <a:pt x="13337" y="442"/>
                  </a:lnTo>
                  <a:lnTo>
                    <a:pt x="12896" y="602"/>
                  </a:lnTo>
                  <a:lnTo>
                    <a:pt x="12435" y="783"/>
                  </a:lnTo>
                  <a:lnTo>
                    <a:pt x="11993" y="983"/>
                  </a:lnTo>
                  <a:lnTo>
                    <a:pt x="11552" y="1224"/>
                  </a:lnTo>
                  <a:lnTo>
                    <a:pt x="11332" y="1344"/>
                  </a:lnTo>
                  <a:lnTo>
                    <a:pt x="11131" y="1424"/>
                  </a:lnTo>
                  <a:lnTo>
                    <a:pt x="10951" y="1504"/>
                  </a:lnTo>
                  <a:lnTo>
                    <a:pt x="10750" y="1565"/>
                  </a:lnTo>
                  <a:lnTo>
                    <a:pt x="10569" y="1585"/>
                  </a:lnTo>
                  <a:lnTo>
                    <a:pt x="10389" y="1625"/>
                  </a:lnTo>
                  <a:lnTo>
                    <a:pt x="10048" y="1625"/>
                  </a:lnTo>
                  <a:lnTo>
                    <a:pt x="9888" y="1605"/>
                  </a:lnTo>
                  <a:lnTo>
                    <a:pt x="9727" y="1585"/>
                  </a:lnTo>
                  <a:lnTo>
                    <a:pt x="9426" y="1484"/>
                  </a:lnTo>
                  <a:lnTo>
                    <a:pt x="9126" y="1364"/>
                  </a:lnTo>
                  <a:lnTo>
                    <a:pt x="8825" y="1224"/>
                  </a:lnTo>
                  <a:lnTo>
                    <a:pt x="8223" y="883"/>
                  </a:lnTo>
                  <a:lnTo>
                    <a:pt x="7922" y="702"/>
                  </a:lnTo>
                  <a:lnTo>
                    <a:pt x="7621" y="542"/>
                  </a:lnTo>
                  <a:lnTo>
                    <a:pt x="7281" y="381"/>
                  </a:lnTo>
                  <a:lnTo>
                    <a:pt x="6940" y="241"/>
                  </a:lnTo>
                  <a:lnTo>
                    <a:pt x="6579" y="141"/>
                  </a:lnTo>
                  <a:lnTo>
                    <a:pt x="6178" y="81"/>
                  </a:lnTo>
                  <a:lnTo>
                    <a:pt x="5977" y="61"/>
                  </a:lnTo>
                  <a:lnTo>
                    <a:pt x="5776" y="61"/>
                  </a:lnTo>
                  <a:lnTo>
                    <a:pt x="5556" y="101"/>
                  </a:lnTo>
                  <a:lnTo>
                    <a:pt x="5315" y="141"/>
                  </a:lnTo>
                  <a:lnTo>
                    <a:pt x="5095" y="181"/>
                  </a:lnTo>
                  <a:lnTo>
                    <a:pt x="4834" y="261"/>
                  </a:lnTo>
                  <a:lnTo>
                    <a:pt x="4593" y="341"/>
                  </a:lnTo>
                  <a:lnTo>
                    <a:pt x="4333" y="442"/>
                  </a:lnTo>
                  <a:lnTo>
                    <a:pt x="3811" y="702"/>
                  </a:lnTo>
                  <a:lnTo>
                    <a:pt x="3290" y="1003"/>
                  </a:lnTo>
                  <a:lnTo>
                    <a:pt x="3029" y="1184"/>
                  </a:lnTo>
                  <a:lnTo>
                    <a:pt x="2768" y="1364"/>
                  </a:lnTo>
                  <a:lnTo>
                    <a:pt x="2508" y="1565"/>
                  </a:lnTo>
                  <a:lnTo>
                    <a:pt x="2267" y="1765"/>
                  </a:lnTo>
                  <a:lnTo>
                    <a:pt x="2006" y="1986"/>
                  </a:lnTo>
                  <a:lnTo>
                    <a:pt x="1786" y="2226"/>
                  </a:lnTo>
                  <a:lnTo>
                    <a:pt x="1545" y="2467"/>
                  </a:lnTo>
                  <a:lnTo>
                    <a:pt x="1324" y="2728"/>
                  </a:lnTo>
                  <a:lnTo>
                    <a:pt x="1124" y="2989"/>
                  </a:lnTo>
                  <a:lnTo>
                    <a:pt x="923" y="3269"/>
                  </a:lnTo>
                  <a:lnTo>
                    <a:pt x="763" y="3550"/>
                  </a:lnTo>
                  <a:lnTo>
                    <a:pt x="582" y="3831"/>
                  </a:lnTo>
                  <a:lnTo>
                    <a:pt x="442" y="4132"/>
                  </a:lnTo>
                  <a:lnTo>
                    <a:pt x="322" y="4453"/>
                  </a:lnTo>
                  <a:lnTo>
                    <a:pt x="201" y="4753"/>
                  </a:lnTo>
                  <a:lnTo>
                    <a:pt x="121" y="5094"/>
                  </a:lnTo>
                  <a:lnTo>
                    <a:pt x="61" y="5415"/>
                  </a:lnTo>
                  <a:lnTo>
                    <a:pt x="21" y="5756"/>
                  </a:lnTo>
                  <a:lnTo>
                    <a:pt x="1" y="6097"/>
                  </a:lnTo>
                  <a:lnTo>
                    <a:pt x="1" y="6458"/>
                  </a:lnTo>
                  <a:lnTo>
                    <a:pt x="41" y="6819"/>
                  </a:lnTo>
                  <a:lnTo>
                    <a:pt x="101" y="7180"/>
                  </a:lnTo>
                  <a:lnTo>
                    <a:pt x="161" y="7441"/>
                  </a:lnTo>
                  <a:lnTo>
                    <a:pt x="282" y="7741"/>
                  </a:lnTo>
                  <a:lnTo>
                    <a:pt x="422" y="8042"/>
                  </a:lnTo>
                  <a:lnTo>
                    <a:pt x="582" y="8363"/>
                  </a:lnTo>
                  <a:lnTo>
                    <a:pt x="763" y="8684"/>
                  </a:lnTo>
                  <a:lnTo>
                    <a:pt x="983" y="9005"/>
                  </a:lnTo>
                  <a:lnTo>
                    <a:pt x="1224" y="9346"/>
                  </a:lnTo>
                  <a:lnTo>
                    <a:pt x="1505" y="9687"/>
                  </a:lnTo>
                  <a:lnTo>
                    <a:pt x="1786" y="10028"/>
                  </a:lnTo>
                  <a:lnTo>
                    <a:pt x="2086" y="10369"/>
                  </a:lnTo>
                  <a:lnTo>
                    <a:pt x="2407" y="10710"/>
                  </a:lnTo>
                  <a:lnTo>
                    <a:pt x="2748" y="11050"/>
                  </a:lnTo>
                  <a:lnTo>
                    <a:pt x="3109" y="11391"/>
                  </a:lnTo>
                  <a:lnTo>
                    <a:pt x="3490" y="11732"/>
                  </a:lnTo>
                  <a:lnTo>
                    <a:pt x="4252" y="12394"/>
                  </a:lnTo>
                  <a:lnTo>
                    <a:pt x="4673" y="12715"/>
                  </a:lnTo>
                  <a:lnTo>
                    <a:pt x="5075" y="13016"/>
                  </a:lnTo>
                  <a:lnTo>
                    <a:pt x="5496" y="13317"/>
                  </a:lnTo>
                  <a:lnTo>
                    <a:pt x="5917" y="13617"/>
                  </a:lnTo>
                  <a:lnTo>
                    <a:pt x="6338" y="13878"/>
                  </a:lnTo>
                  <a:lnTo>
                    <a:pt x="6779" y="14139"/>
                  </a:lnTo>
                  <a:lnTo>
                    <a:pt x="7200" y="14380"/>
                  </a:lnTo>
                  <a:lnTo>
                    <a:pt x="7621" y="14620"/>
                  </a:lnTo>
                  <a:lnTo>
                    <a:pt x="8063" y="14821"/>
                  </a:lnTo>
                  <a:lnTo>
                    <a:pt x="8484" y="15001"/>
                  </a:lnTo>
                  <a:lnTo>
                    <a:pt x="8885" y="15182"/>
                  </a:lnTo>
                  <a:lnTo>
                    <a:pt x="9306" y="15322"/>
                  </a:lnTo>
                  <a:lnTo>
                    <a:pt x="9707" y="15442"/>
                  </a:lnTo>
                  <a:lnTo>
                    <a:pt x="10088" y="15523"/>
                  </a:lnTo>
                  <a:lnTo>
                    <a:pt x="10469" y="15603"/>
                  </a:lnTo>
                  <a:lnTo>
                    <a:pt x="10830" y="15643"/>
                  </a:lnTo>
                  <a:lnTo>
                    <a:pt x="11191" y="15643"/>
                  </a:lnTo>
                  <a:lnTo>
                    <a:pt x="11592" y="15603"/>
                  </a:lnTo>
                  <a:lnTo>
                    <a:pt x="11993" y="15543"/>
                  </a:lnTo>
                  <a:lnTo>
                    <a:pt x="12394" y="15462"/>
                  </a:lnTo>
                  <a:lnTo>
                    <a:pt x="12816" y="15342"/>
                  </a:lnTo>
                  <a:lnTo>
                    <a:pt x="13257" y="15202"/>
                  </a:lnTo>
                  <a:lnTo>
                    <a:pt x="13698" y="15021"/>
                  </a:lnTo>
                  <a:lnTo>
                    <a:pt x="14139" y="14821"/>
                  </a:lnTo>
                  <a:lnTo>
                    <a:pt x="14580" y="14600"/>
                  </a:lnTo>
                  <a:lnTo>
                    <a:pt x="15042" y="14339"/>
                  </a:lnTo>
                  <a:lnTo>
                    <a:pt x="15483" y="14079"/>
                  </a:lnTo>
                  <a:lnTo>
                    <a:pt x="15944" y="13778"/>
                  </a:lnTo>
                  <a:lnTo>
                    <a:pt x="16385" y="13477"/>
                  </a:lnTo>
                  <a:lnTo>
                    <a:pt x="16826" y="13136"/>
                  </a:lnTo>
                  <a:lnTo>
                    <a:pt x="17248" y="12795"/>
                  </a:lnTo>
                  <a:lnTo>
                    <a:pt x="17669" y="12414"/>
                  </a:lnTo>
                  <a:lnTo>
                    <a:pt x="18090" y="12033"/>
                  </a:lnTo>
                  <a:lnTo>
                    <a:pt x="18471" y="11652"/>
                  </a:lnTo>
                  <a:lnTo>
                    <a:pt x="18852" y="11251"/>
                  </a:lnTo>
                  <a:lnTo>
                    <a:pt x="19233" y="10830"/>
                  </a:lnTo>
                  <a:lnTo>
                    <a:pt x="19574" y="10409"/>
                  </a:lnTo>
                  <a:lnTo>
                    <a:pt x="19895" y="9968"/>
                  </a:lnTo>
                  <a:lnTo>
                    <a:pt x="20196" y="9526"/>
                  </a:lnTo>
                  <a:lnTo>
                    <a:pt x="20476" y="9065"/>
                  </a:lnTo>
                  <a:lnTo>
                    <a:pt x="20737" y="8604"/>
                  </a:lnTo>
                  <a:lnTo>
                    <a:pt x="20958" y="8143"/>
                  </a:lnTo>
                  <a:lnTo>
                    <a:pt x="21138" y="7681"/>
                  </a:lnTo>
                  <a:lnTo>
                    <a:pt x="21319" y="7220"/>
                  </a:lnTo>
                  <a:lnTo>
                    <a:pt x="21439" y="6739"/>
                  </a:lnTo>
                  <a:lnTo>
                    <a:pt x="21539" y="6277"/>
                  </a:lnTo>
                  <a:lnTo>
                    <a:pt x="21599" y="5816"/>
                  </a:lnTo>
                  <a:lnTo>
                    <a:pt x="21599" y="5355"/>
                  </a:lnTo>
                  <a:lnTo>
                    <a:pt x="21599" y="4894"/>
                  </a:lnTo>
                  <a:lnTo>
                    <a:pt x="21539" y="4453"/>
                  </a:lnTo>
                  <a:lnTo>
                    <a:pt x="21459" y="4051"/>
                  </a:lnTo>
                  <a:lnTo>
                    <a:pt x="21359" y="3650"/>
                  </a:lnTo>
                  <a:lnTo>
                    <a:pt x="21238" y="3269"/>
                  </a:lnTo>
                  <a:lnTo>
                    <a:pt x="21078" y="2908"/>
                  </a:lnTo>
                  <a:lnTo>
                    <a:pt x="20898" y="2567"/>
                  </a:lnTo>
                  <a:lnTo>
                    <a:pt x="20697" y="2247"/>
                  </a:lnTo>
                  <a:lnTo>
                    <a:pt x="20456" y="1946"/>
                  </a:lnTo>
                  <a:lnTo>
                    <a:pt x="20216" y="1665"/>
                  </a:lnTo>
                  <a:lnTo>
                    <a:pt x="19955" y="1404"/>
                  </a:lnTo>
                  <a:lnTo>
                    <a:pt x="19674" y="1164"/>
                  </a:lnTo>
                  <a:lnTo>
                    <a:pt x="19353" y="963"/>
                  </a:lnTo>
                  <a:lnTo>
                    <a:pt x="19032" y="762"/>
                  </a:lnTo>
                  <a:lnTo>
                    <a:pt x="18692" y="582"/>
                  </a:lnTo>
                  <a:lnTo>
                    <a:pt x="18351" y="442"/>
                  </a:lnTo>
                  <a:lnTo>
                    <a:pt x="17990" y="301"/>
                  </a:lnTo>
                  <a:lnTo>
                    <a:pt x="17609" y="201"/>
                  </a:lnTo>
                  <a:lnTo>
                    <a:pt x="17208" y="121"/>
                  </a:lnTo>
                  <a:lnTo>
                    <a:pt x="16806" y="61"/>
                  </a:lnTo>
                  <a:lnTo>
                    <a:pt x="16405" y="20"/>
                  </a:lnTo>
                  <a:lnTo>
                    <a:pt x="159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4" name="Google Shape;5974;p26"/>
            <p:cNvSpPr/>
            <p:nvPr/>
          </p:nvSpPr>
          <p:spPr>
            <a:xfrm>
              <a:off x="11605275" y="4375625"/>
              <a:ext cx="540000" cy="391075"/>
            </a:xfrm>
            <a:custGeom>
              <a:avLst/>
              <a:gdLst/>
              <a:ahLst/>
              <a:cxnLst/>
              <a:rect l="l" t="t" r="r" b="b"/>
              <a:pathLst>
                <a:path w="21600" h="15643" fill="none" extrusionOk="0">
                  <a:moveTo>
                    <a:pt x="21599" y="5355"/>
                  </a:moveTo>
                  <a:lnTo>
                    <a:pt x="21599" y="5355"/>
                  </a:lnTo>
                  <a:lnTo>
                    <a:pt x="21599" y="5816"/>
                  </a:lnTo>
                  <a:lnTo>
                    <a:pt x="21539" y="6277"/>
                  </a:lnTo>
                  <a:lnTo>
                    <a:pt x="21439" y="6739"/>
                  </a:lnTo>
                  <a:lnTo>
                    <a:pt x="21319" y="7220"/>
                  </a:lnTo>
                  <a:lnTo>
                    <a:pt x="21138" y="7681"/>
                  </a:lnTo>
                  <a:lnTo>
                    <a:pt x="20958" y="8143"/>
                  </a:lnTo>
                  <a:lnTo>
                    <a:pt x="20737" y="8604"/>
                  </a:lnTo>
                  <a:lnTo>
                    <a:pt x="20476" y="9065"/>
                  </a:lnTo>
                  <a:lnTo>
                    <a:pt x="20196" y="9526"/>
                  </a:lnTo>
                  <a:lnTo>
                    <a:pt x="19895" y="9968"/>
                  </a:lnTo>
                  <a:lnTo>
                    <a:pt x="19574" y="10409"/>
                  </a:lnTo>
                  <a:lnTo>
                    <a:pt x="19233" y="10830"/>
                  </a:lnTo>
                  <a:lnTo>
                    <a:pt x="18852" y="11251"/>
                  </a:lnTo>
                  <a:lnTo>
                    <a:pt x="18471" y="11652"/>
                  </a:lnTo>
                  <a:lnTo>
                    <a:pt x="18090" y="12033"/>
                  </a:lnTo>
                  <a:lnTo>
                    <a:pt x="17669" y="12414"/>
                  </a:lnTo>
                  <a:lnTo>
                    <a:pt x="17669" y="12414"/>
                  </a:lnTo>
                  <a:lnTo>
                    <a:pt x="17248" y="12795"/>
                  </a:lnTo>
                  <a:lnTo>
                    <a:pt x="16826" y="13136"/>
                  </a:lnTo>
                  <a:lnTo>
                    <a:pt x="16385" y="13477"/>
                  </a:lnTo>
                  <a:lnTo>
                    <a:pt x="15944" y="13778"/>
                  </a:lnTo>
                  <a:lnTo>
                    <a:pt x="15483" y="14079"/>
                  </a:lnTo>
                  <a:lnTo>
                    <a:pt x="15042" y="14339"/>
                  </a:lnTo>
                  <a:lnTo>
                    <a:pt x="14580" y="14600"/>
                  </a:lnTo>
                  <a:lnTo>
                    <a:pt x="14139" y="14821"/>
                  </a:lnTo>
                  <a:lnTo>
                    <a:pt x="13698" y="15021"/>
                  </a:lnTo>
                  <a:lnTo>
                    <a:pt x="13257" y="15202"/>
                  </a:lnTo>
                  <a:lnTo>
                    <a:pt x="12816" y="15342"/>
                  </a:lnTo>
                  <a:lnTo>
                    <a:pt x="12394" y="15462"/>
                  </a:lnTo>
                  <a:lnTo>
                    <a:pt x="11993" y="15543"/>
                  </a:lnTo>
                  <a:lnTo>
                    <a:pt x="11592" y="15603"/>
                  </a:lnTo>
                  <a:lnTo>
                    <a:pt x="11191" y="15643"/>
                  </a:lnTo>
                  <a:lnTo>
                    <a:pt x="10830" y="15643"/>
                  </a:lnTo>
                  <a:lnTo>
                    <a:pt x="10830" y="15643"/>
                  </a:lnTo>
                  <a:lnTo>
                    <a:pt x="10469" y="15603"/>
                  </a:lnTo>
                  <a:lnTo>
                    <a:pt x="10088" y="15523"/>
                  </a:lnTo>
                  <a:lnTo>
                    <a:pt x="9707" y="15442"/>
                  </a:lnTo>
                  <a:lnTo>
                    <a:pt x="9306" y="15322"/>
                  </a:lnTo>
                  <a:lnTo>
                    <a:pt x="8885" y="15182"/>
                  </a:lnTo>
                  <a:lnTo>
                    <a:pt x="8484" y="15001"/>
                  </a:lnTo>
                  <a:lnTo>
                    <a:pt x="8063" y="14821"/>
                  </a:lnTo>
                  <a:lnTo>
                    <a:pt x="7621" y="14620"/>
                  </a:lnTo>
                  <a:lnTo>
                    <a:pt x="7200" y="14380"/>
                  </a:lnTo>
                  <a:lnTo>
                    <a:pt x="6779" y="14139"/>
                  </a:lnTo>
                  <a:lnTo>
                    <a:pt x="6338" y="13878"/>
                  </a:lnTo>
                  <a:lnTo>
                    <a:pt x="5917" y="13617"/>
                  </a:lnTo>
                  <a:lnTo>
                    <a:pt x="5496" y="13317"/>
                  </a:lnTo>
                  <a:lnTo>
                    <a:pt x="5075" y="13016"/>
                  </a:lnTo>
                  <a:lnTo>
                    <a:pt x="4673" y="12715"/>
                  </a:lnTo>
                  <a:lnTo>
                    <a:pt x="4252" y="12394"/>
                  </a:lnTo>
                  <a:lnTo>
                    <a:pt x="3490" y="11732"/>
                  </a:lnTo>
                  <a:lnTo>
                    <a:pt x="3109" y="11391"/>
                  </a:lnTo>
                  <a:lnTo>
                    <a:pt x="2748" y="11050"/>
                  </a:lnTo>
                  <a:lnTo>
                    <a:pt x="2407" y="10710"/>
                  </a:lnTo>
                  <a:lnTo>
                    <a:pt x="2086" y="10369"/>
                  </a:lnTo>
                  <a:lnTo>
                    <a:pt x="1786" y="10028"/>
                  </a:lnTo>
                  <a:lnTo>
                    <a:pt x="1505" y="9687"/>
                  </a:lnTo>
                  <a:lnTo>
                    <a:pt x="1224" y="9346"/>
                  </a:lnTo>
                  <a:lnTo>
                    <a:pt x="983" y="9005"/>
                  </a:lnTo>
                  <a:lnTo>
                    <a:pt x="763" y="8684"/>
                  </a:lnTo>
                  <a:lnTo>
                    <a:pt x="582" y="8363"/>
                  </a:lnTo>
                  <a:lnTo>
                    <a:pt x="422" y="8042"/>
                  </a:lnTo>
                  <a:lnTo>
                    <a:pt x="282" y="7741"/>
                  </a:lnTo>
                  <a:lnTo>
                    <a:pt x="161" y="7441"/>
                  </a:lnTo>
                  <a:lnTo>
                    <a:pt x="101" y="7180"/>
                  </a:lnTo>
                  <a:lnTo>
                    <a:pt x="101" y="7180"/>
                  </a:lnTo>
                  <a:lnTo>
                    <a:pt x="41" y="6819"/>
                  </a:lnTo>
                  <a:lnTo>
                    <a:pt x="1" y="6458"/>
                  </a:lnTo>
                  <a:lnTo>
                    <a:pt x="1" y="6097"/>
                  </a:lnTo>
                  <a:lnTo>
                    <a:pt x="21" y="5756"/>
                  </a:lnTo>
                  <a:lnTo>
                    <a:pt x="61" y="5415"/>
                  </a:lnTo>
                  <a:lnTo>
                    <a:pt x="121" y="5094"/>
                  </a:lnTo>
                  <a:lnTo>
                    <a:pt x="201" y="4753"/>
                  </a:lnTo>
                  <a:lnTo>
                    <a:pt x="322" y="4453"/>
                  </a:lnTo>
                  <a:lnTo>
                    <a:pt x="442" y="4132"/>
                  </a:lnTo>
                  <a:lnTo>
                    <a:pt x="582" y="3831"/>
                  </a:lnTo>
                  <a:lnTo>
                    <a:pt x="763" y="3550"/>
                  </a:lnTo>
                  <a:lnTo>
                    <a:pt x="923" y="3269"/>
                  </a:lnTo>
                  <a:lnTo>
                    <a:pt x="1124" y="2989"/>
                  </a:lnTo>
                  <a:lnTo>
                    <a:pt x="1324" y="2728"/>
                  </a:lnTo>
                  <a:lnTo>
                    <a:pt x="1545" y="2467"/>
                  </a:lnTo>
                  <a:lnTo>
                    <a:pt x="1786" y="2226"/>
                  </a:lnTo>
                  <a:lnTo>
                    <a:pt x="2006" y="1986"/>
                  </a:lnTo>
                  <a:lnTo>
                    <a:pt x="2267" y="1765"/>
                  </a:lnTo>
                  <a:lnTo>
                    <a:pt x="2508" y="1565"/>
                  </a:lnTo>
                  <a:lnTo>
                    <a:pt x="2768" y="1364"/>
                  </a:lnTo>
                  <a:lnTo>
                    <a:pt x="3029" y="1184"/>
                  </a:lnTo>
                  <a:lnTo>
                    <a:pt x="3290" y="1003"/>
                  </a:lnTo>
                  <a:lnTo>
                    <a:pt x="3811" y="702"/>
                  </a:lnTo>
                  <a:lnTo>
                    <a:pt x="4333" y="442"/>
                  </a:lnTo>
                  <a:lnTo>
                    <a:pt x="4593" y="341"/>
                  </a:lnTo>
                  <a:lnTo>
                    <a:pt x="4834" y="261"/>
                  </a:lnTo>
                  <a:lnTo>
                    <a:pt x="5095" y="181"/>
                  </a:lnTo>
                  <a:lnTo>
                    <a:pt x="5315" y="141"/>
                  </a:lnTo>
                  <a:lnTo>
                    <a:pt x="5556" y="101"/>
                  </a:lnTo>
                  <a:lnTo>
                    <a:pt x="5776" y="61"/>
                  </a:lnTo>
                  <a:lnTo>
                    <a:pt x="5776" y="61"/>
                  </a:lnTo>
                  <a:lnTo>
                    <a:pt x="5977" y="61"/>
                  </a:lnTo>
                  <a:lnTo>
                    <a:pt x="6178" y="81"/>
                  </a:lnTo>
                  <a:lnTo>
                    <a:pt x="6178" y="81"/>
                  </a:lnTo>
                  <a:lnTo>
                    <a:pt x="6579" y="141"/>
                  </a:lnTo>
                  <a:lnTo>
                    <a:pt x="6940" y="241"/>
                  </a:lnTo>
                  <a:lnTo>
                    <a:pt x="7281" y="381"/>
                  </a:lnTo>
                  <a:lnTo>
                    <a:pt x="7621" y="542"/>
                  </a:lnTo>
                  <a:lnTo>
                    <a:pt x="7922" y="702"/>
                  </a:lnTo>
                  <a:lnTo>
                    <a:pt x="8223" y="883"/>
                  </a:lnTo>
                  <a:lnTo>
                    <a:pt x="8825" y="1224"/>
                  </a:lnTo>
                  <a:lnTo>
                    <a:pt x="9126" y="1364"/>
                  </a:lnTo>
                  <a:lnTo>
                    <a:pt x="9426" y="1484"/>
                  </a:lnTo>
                  <a:lnTo>
                    <a:pt x="9727" y="1585"/>
                  </a:lnTo>
                  <a:lnTo>
                    <a:pt x="9888" y="1605"/>
                  </a:lnTo>
                  <a:lnTo>
                    <a:pt x="10048" y="1625"/>
                  </a:lnTo>
                  <a:lnTo>
                    <a:pt x="10229" y="1625"/>
                  </a:lnTo>
                  <a:lnTo>
                    <a:pt x="10389" y="1625"/>
                  </a:lnTo>
                  <a:lnTo>
                    <a:pt x="10569" y="1585"/>
                  </a:lnTo>
                  <a:lnTo>
                    <a:pt x="10750" y="1565"/>
                  </a:lnTo>
                  <a:lnTo>
                    <a:pt x="10951" y="1504"/>
                  </a:lnTo>
                  <a:lnTo>
                    <a:pt x="11131" y="1424"/>
                  </a:lnTo>
                  <a:lnTo>
                    <a:pt x="11332" y="1344"/>
                  </a:lnTo>
                  <a:lnTo>
                    <a:pt x="11552" y="1224"/>
                  </a:lnTo>
                  <a:lnTo>
                    <a:pt x="11552" y="1224"/>
                  </a:lnTo>
                  <a:lnTo>
                    <a:pt x="11993" y="983"/>
                  </a:lnTo>
                  <a:lnTo>
                    <a:pt x="12435" y="783"/>
                  </a:lnTo>
                  <a:lnTo>
                    <a:pt x="12896" y="602"/>
                  </a:lnTo>
                  <a:lnTo>
                    <a:pt x="13337" y="442"/>
                  </a:lnTo>
                  <a:lnTo>
                    <a:pt x="13798" y="301"/>
                  </a:lnTo>
                  <a:lnTo>
                    <a:pt x="14239" y="201"/>
                  </a:lnTo>
                  <a:lnTo>
                    <a:pt x="14681" y="101"/>
                  </a:lnTo>
                  <a:lnTo>
                    <a:pt x="15122" y="41"/>
                  </a:lnTo>
                  <a:lnTo>
                    <a:pt x="15563" y="20"/>
                  </a:lnTo>
                  <a:lnTo>
                    <a:pt x="15984" y="0"/>
                  </a:lnTo>
                  <a:lnTo>
                    <a:pt x="16405" y="20"/>
                  </a:lnTo>
                  <a:lnTo>
                    <a:pt x="16806" y="61"/>
                  </a:lnTo>
                  <a:lnTo>
                    <a:pt x="17208" y="121"/>
                  </a:lnTo>
                  <a:lnTo>
                    <a:pt x="17609" y="201"/>
                  </a:lnTo>
                  <a:lnTo>
                    <a:pt x="17990" y="301"/>
                  </a:lnTo>
                  <a:lnTo>
                    <a:pt x="18351" y="442"/>
                  </a:lnTo>
                  <a:lnTo>
                    <a:pt x="18692" y="582"/>
                  </a:lnTo>
                  <a:lnTo>
                    <a:pt x="19032" y="762"/>
                  </a:lnTo>
                  <a:lnTo>
                    <a:pt x="19353" y="963"/>
                  </a:lnTo>
                  <a:lnTo>
                    <a:pt x="19674" y="1164"/>
                  </a:lnTo>
                  <a:lnTo>
                    <a:pt x="19955" y="1404"/>
                  </a:lnTo>
                  <a:lnTo>
                    <a:pt x="20216" y="1665"/>
                  </a:lnTo>
                  <a:lnTo>
                    <a:pt x="20456" y="1946"/>
                  </a:lnTo>
                  <a:lnTo>
                    <a:pt x="20697" y="2247"/>
                  </a:lnTo>
                  <a:lnTo>
                    <a:pt x="20898" y="2567"/>
                  </a:lnTo>
                  <a:lnTo>
                    <a:pt x="21078" y="2908"/>
                  </a:lnTo>
                  <a:lnTo>
                    <a:pt x="21238" y="3269"/>
                  </a:lnTo>
                  <a:lnTo>
                    <a:pt x="21359" y="3650"/>
                  </a:lnTo>
                  <a:lnTo>
                    <a:pt x="21459" y="4051"/>
                  </a:lnTo>
                  <a:lnTo>
                    <a:pt x="21539" y="4453"/>
                  </a:lnTo>
                  <a:lnTo>
                    <a:pt x="21599" y="4894"/>
                  </a:lnTo>
                  <a:lnTo>
                    <a:pt x="21599" y="5355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5" name="Google Shape;5975;p26"/>
            <p:cNvSpPr/>
            <p:nvPr/>
          </p:nvSpPr>
          <p:spPr>
            <a:xfrm>
              <a:off x="11890050" y="4450325"/>
              <a:ext cx="224150" cy="276775"/>
            </a:xfrm>
            <a:custGeom>
              <a:avLst/>
              <a:gdLst/>
              <a:ahLst/>
              <a:cxnLst/>
              <a:rect l="l" t="t" r="r" b="b"/>
              <a:pathLst>
                <a:path w="8966" h="11071" extrusionOk="0">
                  <a:moveTo>
                    <a:pt x="6218" y="1"/>
                  </a:moveTo>
                  <a:lnTo>
                    <a:pt x="5977" y="21"/>
                  </a:lnTo>
                  <a:lnTo>
                    <a:pt x="5756" y="41"/>
                  </a:lnTo>
                  <a:lnTo>
                    <a:pt x="5536" y="101"/>
                  </a:lnTo>
                  <a:lnTo>
                    <a:pt x="5335" y="161"/>
                  </a:lnTo>
                  <a:lnTo>
                    <a:pt x="5115" y="241"/>
                  </a:lnTo>
                  <a:lnTo>
                    <a:pt x="4894" y="341"/>
                  </a:lnTo>
                  <a:lnTo>
                    <a:pt x="4693" y="442"/>
                  </a:lnTo>
                  <a:lnTo>
                    <a:pt x="4493" y="562"/>
                  </a:lnTo>
                  <a:lnTo>
                    <a:pt x="4292" y="702"/>
                  </a:lnTo>
                  <a:lnTo>
                    <a:pt x="3891" y="1003"/>
                  </a:lnTo>
                  <a:lnTo>
                    <a:pt x="3530" y="1364"/>
                  </a:lnTo>
                  <a:lnTo>
                    <a:pt x="3169" y="1765"/>
                  </a:lnTo>
                  <a:lnTo>
                    <a:pt x="2808" y="2186"/>
                  </a:lnTo>
                  <a:lnTo>
                    <a:pt x="2487" y="2648"/>
                  </a:lnTo>
                  <a:lnTo>
                    <a:pt x="2167" y="3149"/>
                  </a:lnTo>
                  <a:lnTo>
                    <a:pt x="1866" y="3650"/>
                  </a:lnTo>
                  <a:lnTo>
                    <a:pt x="1605" y="4192"/>
                  </a:lnTo>
                  <a:lnTo>
                    <a:pt x="1344" y="4713"/>
                  </a:lnTo>
                  <a:lnTo>
                    <a:pt x="1104" y="5275"/>
                  </a:lnTo>
                  <a:lnTo>
                    <a:pt x="883" y="5816"/>
                  </a:lnTo>
                  <a:lnTo>
                    <a:pt x="703" y="6358"/>
                  </a:lnTo>
                  <a:lnTo>
                    <a:pt x="522" y="6899"/>
                  </a:lnTo>
                  <a:lnTo>
                    <a:pt x="382" y="7421"/>
                  </a:lnTo>
                  <a:lnTo>
                    <a:pt x="241" y="7942"/>
                  </a:lnTo>
                  <a:lnTo>
                    <a:pt x="161" y="8423"/>
                  </a:lnTo>
                  <a:lnTo>
                    <a:pt x="81" y="8885"/>
                  </a:lnTo>
                  <a:lnTo>
                    <a:pt x="21" y="9306"/>
                  </a:lnTo>
                  <a:lnTo>
                    <a:pt x="1" y="9707"/>
                  </a:lnTo>
                  <a:lnTo>
                    <a:pt x="21" y="10048"/>
                  </a:lnTo>
                  <a:lnTo>
                    <a:pt x="41" y="10349"/>
                  </a:lnTo>
                  <a:lnTo>
                    <a:pt x="121" y="10609"/>
                  </a:lnTo>
                  <a:lnTo>
                    <a:pt x="161" y="10710"/>
                  </a:lnTo>
                  <a:lnTo>
                    <a:pt x="201" y="10810"/>
                  </a:lnTo>
                  <a:lnTo>
                    <a:pt x="261" y="10890"/>
                  </a:lnTo>
                  <a:lnTo>
                    <a:pt x="342" y="10950"/>
                  </a:lnTo>
                  <a:lnTo>
                    <a:pt x="402" y="10990"/>
                  </a:lnTo>
                  <a:lnTo>
                    <a:pt x="482" y="11031"/>
                  </a:lnTo>
                  <a:lnTo>
                    <a:pt x="663" y="11051"/>
                  </a:lnTo>
                  <a:lnTo>
                    <a:pt x="843" y="11071"/>
                  </a:lnTo>
                  <a:lnTo>
                    <a:pt x="1024" y="11071"/>
                  </a:lnTo>
                  <a:lnTo>
                    <a:pt x="1204" y="11051"/>
                  </a:lnTo>
                  <a:lnTo>
                    <a:pt x="1405" y="11031"/>
                  </a:lnTo>
                  <a:lnTo>
                    <a:pt x="1605" y="10990"/>
                  </a:lnTo>
                  <a:lnTo>
                    <a:pt x="2006" y="10870"/>
                  </a:lnTo>
                  <a:lnTo>
                    <a:pt x="2447" y="10710"/>
                  </a:lnTo>
                  <a:lnTo>
                    <a:pt x="2869" y="10489"/>
                  </a:lnTo>
                  <a:lnTo>
                    <a:pt x="3330" y="10248"/>
                  </a:lnTo>
                  <a:lnTo>
                    <a:pt x="3771" y="9948"/>
                  </a:lnTo>
                  <a:lnTo>
                    <a:pt x="4232" y="9627"/>
                  </a:lnTo>
                  <a:lnTo>
                    <a:pt x="4673" y="9266"/>
                  </a:lnTo>
                  <a:lnTo>
                    <a:pt x="5135" y="8885"/>
                  </a:lnTo>
                  <a:lnTo>
                    <a:pt x="5556" y="8484"/>
                  </a:lnTo>
                  <a:lnTo>
                    <a:pt x="5997" y="8042"/>
                  </a:lnTo>
                  <a:lnTo>
                    <a:pt x="6398" y="7601"/>
                  </a:lnTo>
                  <a:lnTo>
                    <a:pt x="6799" y="7140"/>
                  </a:lnTo>
                  <a:lnTo>
                    <a:pt x="7160" y="6659"/>
                  </a:lnTo>
                  <a:lnTo>
                    <a:pt x="7501" y="6177"/>
                  </a:lnTo>
                  <a:lnTo>
                    <a:pt x="7822" y="5696"/>
                  </a:lnTo>
                  <a:lnTo>
                    <a:pt x="8103" y="5195"/>
                  </a:lnTo>
                  <a:lnTo>
                    <a:pt x="8363" y="4713"/>
                  </a:lnTo>
                  <a:lnTo>
                    <a:pt x="8564" y="4232"/>
                  </a:lnTo>
                  <a:lnTo>
                    <a:pt x="8744" y="3751"/>
                  </a:lnTo>
                  <a:lnTo>
                    <a:pt x="8865" y="3289"/>
                  </a:lnTo>
                  <a:lnTo>
                    <a:pt x="8925" y="2848"/>
                  </a:lnTo>
                  <a:lnTo>
                    <a:pt x="8945" y="2628"/>
                  </a:lnTo>
                  <a:lnTo>
                    <a:pt x="8965" y="2427"/>
                  </a:lnTo>
                  <a:lnTo>
                    <a:pt x="8945" y="2207"/>
                  </a:lnTo>
                  <a:lnTo>
                    <a:pt x="8925" y="2006"/>
                  </a:lnTo>
                  <a:lnTo>
                    <a:pt x="8885" y="1825"/>
                  </a:lnTo>
                  <a:lnTo>
                    <a:pt x="8825" y="1625"/>
                  </a:lnTo>
                  <a:lnTo>
                    <a:pt x="8765" y="1444"/>
                  </a:lnTo>
                  <a:lnTo>
                    <a:pt x="8684" y="1284"/>
                  </a:lnTo>
                  <a:lnTo>
                    <a:pt x="8584" y="1124"/>
                  </a:lnTo>
                  <a:lnTo>
                    <a:pt x="8464" y="963"/>
                  </a:lnTo>
                  <a:lnTo>
                    <a:pt x="8323" y="803"/>
                  </a:lnTo>
                  <a:lnTo>
                    <a:pt x="8163" y="662"/>
                  </a:lnTo>
                  <a:lnTo>
                    <a:pt x="8002" y="542"/>
                  </a:lnTo>
                  <a:lnTo>
                    <a:pt x="7802" y="422"/>
                  </a:lnTo>
                  <a:lnTo>
                    <a:pt x="7601" y="321"/>
                  </a:lnTo>
                  <a:lnTo>
                    <a:pt x="7381" y="221"/>
                  </a:lnTo>
                  <a:lnTo>
                    <a:pt x="7140" y="141"/>
                  </a:lnTo>
                  <a:lnTo>
                    <a:pt x="6899" y="81"/>
                  </a:lnTo>
                  <a:lnTo>
                    <a:pt x="6659" y="21"/>
                  </a:lnTo>
                  <a:lnTo>
                    <a:pt x="64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6" name="Google Shape;5976;p26"/>
            <p:cNvSpPr/>
            <p:nvPr/>
          </p:nvSpPr>
          <p:spPr>
            <a:xfrm>
              <a:off x="11890050" y="4450325"/>
              <a:ext cx="224150" cy="276775"/>
            </a:xfrm>
            <a:custGeom>
              <a:avLst/>
              <a:gdLst/>
              <a:ahLst/>
              <a:cxnLst/>
              <a:rect l="l" t="t" r="r" b="b"/>
              <a:pathLst>
                <a:path w="8966" h="11071" fill="none" extrusionOk="0">
                  <a:moveTo>
                    <a:pt x="482" y="11031"/>
                  </a:moveTo>
                  <a:lnTo>
                    <a:pt x="482" y="11031"/>
                  </a:lnTo>
                  <a:lnTo>
                    <a:pt x="402" y="10990"/>
                  </a:lnTo>
                  <a:lnTo>
                    <a:pt x="342" y="10950"/>
                  </a:lnTo>
                  <a:lnTo>
                    <a:pt x="261" y="10890"/>
                  </a:lnTo>
                  <a:lnTo>
                    <a:pt x="201" y="10810"/>
                  </a:lnTo>
                  <a:lnTo>
                    <a:pt x="161" y="10710"/>
                  </a:lnTo>
                  <a:lnTo>
                    <a:pt x="121" y="10609"/>
                  </a:lnTo>
                  <a:lnTo>
                    <a:pt x="41" y="10349"/>
                  </a:lnTo>
                  <a:lnTo>
                    <a:pt x="21" y="10048"/>
                  </a:lnTo>
                  <a:lnTo>
                    <a:pt x="1" y="9707"/>
                  </a:lnTo>
                  <a:lnTo>
                    <a:pt x="21" y="9306"/>
                  </a:lnTo>
                  <a:lnTo>
                    <a:pt x="81" y="8885"/>
                  </a:lnTo>
                  <a:lnTo>
                    <a:pt x="161" y="8423"/>
                  </a:lnTo>
                  <a:lnTo>
                    <a:pt x="241" y="7942"/>
                  </a:lnTo>
                  <a:lnTo>
                    <a:pt x="382" y="7421"/>
                  </a:lnTo>
                  <a:lnTo>
                    <a:pt x="522" y="6899"/>
                  </a:lnTo>
                  <a:lnTo>
                    <a:pt x="703" y="6358"/>
                  </a:lnTo>
                  <a:lnTo>
                    <a:pt x="883" y="5816"/>
                  </a:lnTo>
                  <a:lnTo>
                    <a:pt x="1104" y="5275"/>
                  </a:lnTo>
                  <a:lnTo>
                    <a:pt x="1344" y="4713"/>
                  </a:lnTo>
                  <a:lnTo>
                    <a:pt x="1605" y="4192"/>
                  </a:lnTo>
                  <a:lnTo>
                    <a:pt x="1866" y="3650"/>
                  </a:lnTo>
                  <a:lnTo>
                    <a:pt x="2167" y="3149"/>
                  </a:lnTo>
                  <a:lnTo>
                    <a:pt x="2487" y="2648"/>
                  </a:lnTo>
                  <a:lnTo>
                    <a:pt x="2808" y="2186"/>
                  </a:lnTo>
                  <a:lnTo>
                    <a:pt x="3169" y="1765"/>
                  </a:lnTo>
                  <a:lnTo>
                    <a:pt x="3530" y="1364"/>
                  </a:lnTo>
                  <a:lnTo>
                    <a:pt x="3891" y="1003"/>
                  </a:lnTo>
                  <a:lnTo>
                    <a:pt x="4292" y="702"/>
                  </a:lnTo>
                  <a:lnTo>
                    <a:pt x="4493" y="562"/>
                  </a:lnTo>
                  <a:lnTo>
                    <a:pt x="4693" y="442"/>
                  </a:lnTo>
                  <a:lnTo>
                    <a:pt x="4894" y="341"/>
                  </a:lnTo>
                  <a:lnTo>
                    <a:pt x="5115" y="241"/>
                  </a:lnTo>
                  <a:lnTo>
                    <a:pt x="5335" y="161"/>
                  </a:lnTo>
                  <a:lnTo>
                    <a:pt x="5536" y="101"/>
                  </a:lnTo>
                  <a:lnTo>
                    <a:pt x="5756" y="41"/>
                  </a:lnTo>
                  <a:lnTo>
                    <a:pt x="5977" y="21"/>
                  </a:lnTo>
                  <a:lnTo>
                    <a:pt x="6218" y="1"/>
                  </a:lnTo>
                  <a:lnTo>
                    <a:pt x="6438" y="1"/>
                  </a:lnTo>
                  <a:lnTo>
                    <a:pt x="6659" y="21"/>
                  </a:lnTo>
                  <a:lnTo>
                    <a:pt x="6899" y="81"/>
                  </a:lnTo>
                  <a:lnTo>
                    <a:pt x="7140" y="141"/>
                  </a:lnTo>
                  <a:lnTo>
                    <a:pt x="7381" y="221"/>
                  </a:lnTo>
                  <a:lnTo>
                    <a:pt x="7381" y="221"/>
                  </a:lnTo>
                  <a:lnTo>
                    <a:pt x="7601" y="321"/>
                  </a:lnTo>
                  <a:lnTo>
                    <a:pt x="7802" y="422"/>
                  </a:lnTo>
                  <a:lnTo>
                    <a:pt x="8002" y="542"/>
                  </a:lnTo>
                  <a:lnTo>
                    <a:pt x="8163" y="662"/>
                  </a:lnTo>
                  <a:lnTo>
                    <a:pt x="8323" y="803"/>
                  </a:lnTo>
                  <a:lnTo>
                    <a:pt x="8464" y="963"/>
                  </a:lnTo>
                  <a:lnTo>
                    <a:pt x="8584" y="1124"/>
                  </a:lnTo>
                  <a:lnTo>
                    <a:pt x="8684" y="1284"/>
                  </a:lnTo>
                  <a:lnTo>
                    <a:pt x="8765" y="1444"/>
                  </a:lnTo>
                  <a:lnTo>
                    <a:pt x="8825" y="1625"/>
                  </a:lnTo>
                  <a:lnTo>
                    <a:pt x="8885" y="1825"/>
                  </a:lnTo>
                  <a:lnTo>
                    <a:pt x="8925" y="2006"/>
                  </a:lnTo>
                  <a:lnTo>
                    <a:pt x="8945" y="2207"/>
                  </a:lnTo>
                  <a:lnTo>
                    <a:pt x="8965" y="2427"/>
                  </a:lnTo>
                  <a:lnTo>
                    <a:pt x="8945" y="2628"/>
                  </a:lnTo>
                  <a:lnTo>
                    <a:pt x="8925" y="2848"/>
                  </a:lnTo>
                  <a:lnTo>
                    <a:pt x="8865" y="3289"/>
                  </a:lnTo>
                  <a:lnTo>
                    <a:pt x="8744" y="3751"/>
                  </a:lnTo>
                  <a:lnTo>
                    <a:pt x="8564" y="4232"/>
                  </a:lnTo>
                  <a:lnTo>
                    <a:pt x="8363" y="4713"/>
                  </a:lnTo>
                  <a:lnTo>
                    <a:pt x="8103" y="5195"/>
                  </a:lnTo>
                  <a:lnTo>
                    <a:pt x="7822" y="5696"/>
                  </a:lnTo>
                  <a:lnTo>
                    <a:pt x="7501" y="6177"/>
                  </a:lnTo>
                  <a:lnTo>
                    <a:pt x="7160" y="6659"/>
                  </a:lnTo>
                  <a:lnTo>
                    <a:pt x="6799" y="7140"/>
                  </a:lnTo>
                  <a:lnTo>
                    <a:pt x="6398" y="7601"/>
                  </a:lnTo>
                  <a:lnTo>
                    <a:pt x="5997" y="8042"/>
                  </a:lnTo>
                  <a:lnTo>
                    <a:pt x="5556" y="8484"/>
                  </a:lnTo>
                  <a:lnTo>
                    <a:pt x="5135" y="8885"/>
                  </a:lnTo>
                  <a:lnTo>
                    <a:pt x="4673" y="9266"/>
                  </a:lnTo>
                  <a:lnTo>
                    <a:pt x="4232" y="9627"/>
                  </a:lnTo>
                  <a:lnTo>
                    <a:pt x="3771" y="9948"/>
                  </a:lnTo>
                  <a:lnTo>
                    <a:pt x="3330" y="10248"/>
                  </a:lnTo>
                  <a:lnTo>
                    <a:pt x="2869" y="10489"/>
                  </a:lnTo>
                  <a:lnTo>
                    <a:pt x="2447" y="10710"/>
                  </a:lnTo>
                  <a:lnTo>
                    <a:pt x="2006" y="10870"/>
                  </a:lnTo>
                  <a:lnTo>
                    <a:pt x="1605" y="10990"/>
                  </a:lnTo>
                  <a:lnTo>
                    <a:pt x="1405" y="11031"/>
                  </a:lnTo>
                  <a:lnTo>
                    <a:pt x="1204" y="11051"/>
                  </a:lnTo>
                  <a:lnTo>
                    <a:pt x="1024" y="11071"/>
                  </a:lnTo>
                  <a:lnTo>
                    <a:pt x="843" y="11071"/>
                  </a:lnTo>
                  <a:lnTo>
                    <a:pt x="663" y="11051"/>
                  </a:lnTo>
                  <a:lnTo>
                    <a:pt x="482" y="1103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7" name="Google Shape;5977;p26"/>
            <p:cNvSpPr/>
            <p:nvPr/>
          </p:nvSpPr>
          <p:spPr>
            <a:xfrm>
              <a:off x="11816350" y="4389150"/>
              <a:ext cx="211100" cy="284800"/>
            </a:xfrm>
            <a:custGeom>
              <a:avLst/>
              <a:gdLst/>
              <a:ahLst/>
              <a:cxnLst/>
              <a:rect l="l" t="t" r="r" b="b"/>
              <a:pathLst>
                <a:path w="8444" h="11392" extrusionOk="0">
                  <a:moveTo>
                    <a:pt x="8363" y="1"/>
                  </a:moveTo>
                  <a:lnTo>
                    <a:pt x="7942" y="121"/>
                  </a:lnTo>
                  <a:lnTo>
                    <a:pt x="7521" y="242"/>
                  </a:lnTo>
                  <a:lnTo>
                    <a:pt x="7100" y="402"/>
                  </a:lnTo>
                  <a:lnTo>
                    <a:pt x="6699" y="582"/>
                  </a:lnTo>
                  <a:lnTo>
                    <a:pt x="6699" y="101"/>
                  </a:lnTo>
                  <a:lnTo>
                    <a:pt x="6699" y="61"/>
                  </a:lnTo>
                  <a:lnTo>
                    <a:pt x="6679" y="41"/>
                  </a:lnTo>
                  <a:lnTo>
                    <a:pt x="6579" y="41"/>
                  </a:lnTo>
                  <a:lnTo>
                    <a:pt x="6559" y="81"/>
                  </a:lnTo>
                  <a:lnTo>
                    <a:pt x="6559" y="101"/>
                  </a:lnTo>
                  <a:lnTo>
                    <a:pt x="6498" y="582"/>
                  </a:lnTo>
                  <a:lnTo>
                    <a:pt x="6137" y="462"/>
                  </a:lnTo>
                  <a:lnTo>
                    <a:pt x="6117" y="462"/>
                  </a:lnTo>
                  <a:lnTo>
                    <a:pt x="6097" y="482"/>
                  </a:lnTo>
                  <a:lnTo>
                    <a:pt x="6097" y="502"/>
                  </a:lnTo>
                  <a:lnTo>
                    <a:pt x="6117" y="522"/>
                  </a:lnTo>
                  <a:lnTo>
                    <a:pt x="6478" y="683"/>
                  </a:lnTo>
                  <a:lnTo>
                    <a:pt x="6198" y="843"/>
                  </a:lnTo>
                  <a:lnTo>
                    <a:pt x="5897" y="1004"/>
                  </a:lnTo>
                  <a:lnTo>
                    <a:pt x="5616" y="1184"/>
                  </a:lnTo>
                  <a:lnTo>
                    <a:pt x="5355" y="1365"/>
                  </a:lnTo>
                  <a:lnTo>
                    <a:pt x="4834" y="1766"/>
                  </a:lnTo>
                  <a:lnTo>
                    <a:pt x="4332" y="2207"/>
                  </a:lnTo>
                  <a:lnTo>
                    <a:pt x="4132" y="1866"/>
                  </a:lnTo>
                  <a:lnTo>
                    <a:pt x="4112" y="1846"/>
                  </a:lnTo>
                  <a:lnTo>
                    <a:pt x="4072" y="1826"/>
                  </a:lnTo>
                  <a:lnTo>
                    <a:pt x="4052" y="1846"/>
                  </a:lnTo>
                  <a:lnTo>
                    <a:pt x="4032" y="1866"/>
                  </a:lnTo>
                  <a:lnTo>
                    <a:pt x="4032" y="1886"/>
                  </a:lnTo>
                  <a:lnTo>
                    <a:pt x="4032" y="1926"/>
                  </a:lnTo>
                  <a:lnTo>
                    <a:pt x="4212" y="2327"/>
                  </a:lnTo>
                  <a:lnTo>
                    <a:pt x="3851" y="2688"/>
                  </a:lnTo>
                  <a:lnTo>
                    <a:pt x="3510" y="3069"/>
                  </a:lnTo>
                  <a:lnTo>
                    <a:pt x="3169" y="3450"/>
                  </a:lnTo>
                  <a:lnTo>
                    <a:pt x="2869" y="3851"/>
                  </a:lnTo>
                  <a:lnTo>
                    <a:pt x="2568" y="4272"/>
                  </a:lnTo>
                  <a:lnTo>
                    <a:pt x="2287" y="4694"/>
                  </a:lnTo>
                  <a:lnTo>
                    <a:pt x="2026" y="5135"/>
                  </a:lnTo>
                  <a:lnTo>
                    <a:pt x="1766" y="5576"/>
                  </a:lnTo>
                  <a:lnTo>
                    <a:pt x="1525" y="6057"/>
                  </a:lnTo>
                  <a:lnTo>
                    <a:pt x="1264" y="6579"/>
                  </a:lnTo>
                  <a:lnTo>
                    <a:pt x="1003" y="7140"/>
                  </a:lnTo>
                  <a:lnTo>
                    <a:pt x="763" y="7702"/>
                  </a:lnTo>
                  <a:lnTo>
                    <a:pt x="462" y="7602"/>
                  </a:lnTo>
                  <a:lnTo>
                    <a:pt x="422" y="7622"/>
                  </a:lnTo>
                  <a:lnTo>
                    <a:pt x="402" y="7642"/>
                  </a:lnTo>
                  <a:lnTo>
                    <a:pt x="402" y="7662"/>
                  </a:lnTo>
                  <a:lnTo>
                    <a:pt x="422" y="7702"/>
                  </a:lnTo>
                  <a:lnTo>
                    <a:pt x="723" y="7842"/>
                  </a:lnTo>
                  <a:lnTo>
                    <a:pt x="622" y="8123"/>
                  </a:lnTo>
                  <a:lnTo>
                    <a:pt x="522" y="8424"/>
                  </a:lnTo>
                  <a:lnTo>
                    <a:pt x="382" y="8424"/>
                  </a:lnTo>
                  <a:lnTo>
                    <a:pt x="322" y="8464"/>
                  </a:lnTo>
                  <a:lnTo>
                    <a:pt x="322" y="8504"/>
                  </a:lnTo>
                  <a:lnTo>
                    <a:pt x="322" y="8544"/>
                  </a:lnTo>
                  <a:lnTo>
                    <a:pt x="382" y="8564"/>
                  </a:lnTo>
                  <a:lnTo>
                    <a:pt x="462" y="8584"/>
                  </a:lnTo>
                  <a:lnTo>
                    <a:pt x="261" y="9246"/>
                  </a:lnTo>
                  <a:lnTo>
                    <a:pt x="181" y="9567"/>
                  </a:lnTo>
                  <a:lnTo>
                    <a:pt x="121" y="9908"/>
                  </a:lnTo>
                  <a:lnTo>
                    <a:pt x="61" y="10249"/>
                  </a:lnTo>
                  <a:lnTo>
                    <a:pt x="21" y="10570"/>
                  </a:lnTo>
                  <a:lnTo>
                    <a:pt x="1" y="10911"/>
                  </a:lnTo>
                  <a:lnTo>
                    <a:pt x="1" y="11231"/>
                  </a:lnTo>
                  <a:lnTo>
                    <a:pt x="281" y="11392"/>
                  </a:lnTo>
                  <a:lnTo>
                    <a:pt x="281" y="11051"/>
                  </a:lnTo>
                  <a:lnTo>
                    <a:pt x="281" y="10710"/>
                  </a:lnTo>
                  <a:lnTo>
                    <a:pt x="322" y="10349"/>
                  </a:lnTo>
                  <a:lnTo>
                    <a:pt x="362" y="10008"/>
                  </a:lnTo>
                  <a:lnTo>
                    <a:pt x="442" y="9647"/>
                  </a:lnTo>
                  <a:lnTo>
                    <a:pt x="522" y="9306"/>
                  </a:lnTo>
                  <a:lnTo>
                    <a:pt x="602" y="8945"/>
                  </a:lnTo>
                  <a:lnTo>
                    <a:pt x="723" y="8604"/>
                  </a:lnTo>
                  <a:lnTo>
                    <a:pt x="963" y="8604"/>
                  </a:lnTo>
                  <a:lnTo>
                    <a:pt x="1084" y="8584"/>
                  </a:lnTo>
                  <a:lnTo>
                    <a:pt x="1124" y="8544"/>
                  </a:lnTo>
                  <a:lnTo>
                    <a:pt x="1144" y="8504"/>
                  </a:lnTo>
                  <a:lnTo>
                    <a:pt x="1124" y="8464"/>
                  </a:lnTo>
                  <a:lnTo>
                    <a:pt x="1084" y="8424"/>
                  </a:lnTo>
                  <a:lnTo>
                    <a:pt x="963" y="8404"/>
                  </a:lnTo>
                  <a:lnTo>
                    <a:pt x="783" y="8404"/>
                  </a:lnTo>
                  <a:lnTo>
                    <a:pt x="943" y="7963"/>
                  </a:lnTo>
                  <a:lnTo>
                    <a:pt x="1164" y="8063"/>
                  </a:lnTo>
                  <a:lnTo>
                    <a:pt x="1184" y="8063"/>
                  </a:lnTo>
                  <a:lnTo>
                    <a:pt x="1224" y="8043"/>
                  </a:lnTo>
                  <a:lnTo>
                    <a:pt x="1244" y="8023"/>
                  </a:lnTo>
                  <a:lnTo>
                    <a:pt x="1244" y="7983"/>
                  </a:lnTo>
                  <a:lnTo>
                    <a:pt x="1224" y="7942"/>
                  </a:lnTo>
                  <a:lnTo>
                    <a:pt x="1124" y="7862"/>
                  </a:lnTo>
                  <a:lnTo>
                    <a:pt x="1003" y="7802"/>
                  </a:lnTo>
                  <a:lnTo>
                    <a:pt x="1304" y="7100"/>
                  </a:lnTo>
                  <a:lnTo>
                    <a:pt x="1625" y="6418"/>
                  </a:lnTo>
                  <a:lnTo>
                    <a:pt x="1946" y="5777"/>
                  </a:lnTo>
                  <a:lnTo>
                    <a:pt x="2287" y="5195"/>
                  </a:lnTo>
                  <a:lnTo>
                    <a:pt x="2728" y="4473"/>
                  </a:lnTo>
                  <a:lnTo>
                    <a:pt x="2969" y="4132"/>
                  </a:lnTo>
                  <a:lnTo>
                    <a:pt x="3209" y="3791"/>
                  </a:lnTo>
                  <a:lnTo>
                    <a:pt x="3470" y="3450"/>
                  </a:lnTo>
                  <a:lnTo>
                    <a:pt x="3731" y="3129"/>
                  </a:lnTo>
                  <a:lnTo>
                    <a:pt x="4012" y="2809"/>
                  </a:lnTo>
                  <a:lnTo>
                    <a:pt x="4312" y="2508"/>
                  </a:lnTo>
                  <a:lnTo>
                    <a:pt x="4312" y="2528"/>
                  </a:lnTo>
                  <a:lnTo>
                    <a:pt x="4353" y="2548"/>
                  </a:lnTo>
                  <a:lnTo>
                    <a:pt x="4393" y="2568"/>
                  </a:lnTo>
                  <a:lnTo>
                    <a:pt x="4413" y="2548"/>
                  </a:lnTo>
                  <a:lnTo>
                    <a:pt x="4433" y="2528"/>
                  </a:lnTo>
                  <a:lnTo>
                    <a:pt x="4453" y="2508"/>
                  </a:lnTo>
                  <a:lnTo>
                    <a:pt x="4453" y="2468"/>
                  </a:lnTo>
                  <a:lnTo>
                    <a:pt x="4413" y="2407"/>
                  </a:lnTo>
                  <a:lnTo>
                    <a:pt x="4894" y="1966"/>
                  </a:lnTo>
                  <a:lnTo>
                    <a:pt x="5395" y="1565"/>
                  </a:lnTo>
                  <a:lnTo>
                    <a:pt x="5917" y="1184"/>
                  </a:lnTo>
                  <a:lnTo>
                    <a:pt x="6198" y="1024"/>
                  </a:lnTo>
                  <a:lnTo>
                    <a:pt x="6478" y="863"/>
                  </a:lnTo>
                  <a:lnTo>
                    <a:pt x="6478" y="863"/>
                  </a:lnTo>
                  <a:lnTo>
                    <a:pt x="6458" y="1104"/>
                  </a:lnTo>
                  <a:lnTo>
                    <a:pt x="6478" y="1324"/>
                  </a:lnTo>
                  <a:lnTo>
                    <a:pt x="6498" y="1365"/>
                  </a:lnTo>
                  <a:lnTo>
                    <a:pt x="6518" y="1385"/>
                  </a:lnTo>
                  <a:lnTo>
                    <a:pt x="6559" y="1405"/>
                  </a:lnTo>
                  <a:lnTo>
                    <a:pt x="6599" y="1405"/>
                  </a:lnTo>
                  <a:lnTo>
                    <a:pt x="6639" y="1365"/>
                  </a:lnTo>
                  <a:lnTo>
                    <a:pt x="6679" y="1084"/>
                  </a:lnTo>
                  <a:lnTo>
                    <a:pt x="6699" y="783"/>
                  </a:lnTo>
                  <a:lnTo>
                    <a:pt x="6879" y="863"/>
                  </a:lnTo>
                  <a:lnTo>
                    <a:pt x="6960" y="903"/>
                  </a:lnTo>
                  <a:lnTo>
                    <a:pt x="7080" y="903"/>
                  </a:lnTo>
                  <a:lnTo>
                    <a:pt x="7100" y="863"/>
                  </a:lnTo>
                  <a:lnTo>
                    <a:pt x="7120" y="843"/>
                  </a:lnTo>
                  <a:lnTo>
                    <a:pt x="7100" y="803"/>
                  </a:lnTo>
                  <a:lnTo>
                    <a:pt x="6960" y="723"/>
                  </a:lnTo>
                  <a:lnTo>
                    <a:pt x="6839" y="683"/>
                  </a:lnTo>
                  <a:lnTo>
                    <a:pt x="7200" y="502"/>
                  </a:lnTo>
                  <a:lnTo>
                    <a:pt x="7601" y="362"/>
                  </a:lnTo>
                  <a:lnTo>
                    <a:pt x="8002" y="221"/>
                  </a:lnTo>
                  <a:lnTo>
                    <a:pt x="8404" y="121"/>
                  </a:lnTo>
                  <a:lnTo>
                    <a:pt x="8444" y="101"/>
                  </a:lnTo>
                  <a:lnTo>
                    <a:pt x="8444" y="61"/>
                  </a:lnTo>
                  <a:lnTo>
                    <a:pt x="8424" y="21"/>
                  </a:lnTo>
                  <a:lnTo>
                    <a:pt x="8383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8" name="Google Shape;5978;p26"/>
            <p:cNvSpPr/>
            <p:nvPr/>
          </p:nvSpPr>
          <p:spPr>
            <a:xfrm>
              <a:off x="11605275" y="4494950"/>
              <a:ext cx="441725" cy="271750"/>
            </a:xfrm>
            <a:custGeom>
              <a:avLst/>
              <a:gdLst/>
              <a:ahLst/>
              <a:cxnLst/>
              <a:rect l="l" t="t" r="r" b="b"/>
              <a:pathLst>
                <a:path w="17669" h="10870" extrusionOk="0">
                  <a:moveTo>
                    <a:pt x="141" y="783"/>
                  </a:moveTo>
                  <a:lnTo>
                    <a:pt x="181" y="803"/>
                  </a:lnTo>
                  <a:lnTo>
                    <a:pt x="602" y="1364"/>
                  </a:lnTo>
                  <a:lnTo>
                    <a:pt x="1044" y="1906"/>
                  </a:lnTo>
                  <a:lnTo>
                    <a:pt x="1505" y="2427"/>
                  </a:lnTo>
                  <a:lnTo>
                    <a:pt x="1986" y="2928"/>
                  </a:lnTo>
                  <a:lnTo>
                    <a:pt x="2086" y="2768"/>
                  </a:lnTo>
                  <a:lnTo>
                    <a:pt x="2187" y="2628"/>
                  </a:lnTo>
                  <a:lnTo>
                    <a:pt x="2227" y="2607"/>
                  </a:lnTo>
                  <a:lnTo>
                    <a:pt x="2247" y="2587"/>
                  </a:lnTo>
                  <a:lnTo>
                    <a:pt x="2287" y="2607"/>
                  </a:lnTo>
                  <a:lnTo>
                    <a:pt x="2327" y="2628"/>
                  </a:lnTo>
                  <a:lnTo>
                    <a:pt x="2347" y="2668"/>
                  </a:lnTo>
                  <a:lnTo>
                    <a:pt x="2347" y="2708"/>
                  </a:lnTo>
                  <a:lnTo>
                    <a:pt x="2267" y="2908"/>
                  </a:lnTo>
                  <a:lnTo>
                    <a:pt x="2147" y="3089"/>
                  </a:lnTo>
                  <a:lnTo>
                    <a:pt x="2447" y="3370"/>
                  </a:lnTo>
                  <a:lnTo>
                    <a:pt x="2588" y="3149"/>
                  </a:lnTo>
                  <a:lnTo>
                    <a:pt x="2668" y="3029"/>
                  </a:lnTo>
                  <a:lnTo>
                    <a:pt x="2768" y="2948"/>
                  </a:lnTo>
                  <a:lnTo>
                    <a:pt x="2828" y="2948"/>
                  </a:lnTo>
                  <a:lnTo>
                    <a:pt x="2849" y="2968"/>
                  </a:lnTo>
                  <a:lnTo>
                    <a:pt x="2869" y="2989"/>
                  </a:lnTo>
                  <a:lnTo>
                    <a:pt x="2869" y="3029"/>
                  </a:lnTo>
                  <a:lnTo>
                    <a:pt x="2828" y="3149"/>
                  </a:lnTo>
                  <a:lnTo>
                    <a:pt x="2748" y="3269"/>
                  </a:lnTo>
                  <a:lnTo>
                    <a:pt x="2588" y="3510"/>
                  </a:lnTo>
                  <a:lnTo>
                    <a:pt x="3009" y="3911"/>
                  </a:lnTo>
                  <a:lnTo>
                    <a:pt x="3450" y="4292"/>
                  </a:lnTo>
                  <a:lnTo>
                    <a:pt x="4333" y="5034"/>
                  </a:lnTo>
                  <a:lnTo>
                    <a:pt x="5255" y="5776"/>
                  </a:lnTo>
                  <a:lnTo>
                    <a:pt x="6178" y="6478"/>
                  </a:lnTo>
                  <a:lnTo>
                    <a:pt x="6258" y="6197"/>
                  </a:lnTo>
                  <a:lnTo>
                    <a:pt x="6318" y="6057"/>
                  </a:lnTo>
                  <a:lnTo>
                    <a:pt x="6378" y="5937"/>
                  </a:lnTo>
                  <a:lnTo>
                    <a:pt x="6398" y="5916"/>
                  </a:lnTo>
                  <a:lnTo>
                    <a:pt x="6418" y="5916"/>
                  </a:lnTo>
                  <a:lnTo>
                    <a:pt x="6478" y="5937"/>
                  </a:lnTo>
                  <a:lnTo>
                    <a:pt x="6478" y="5957"/>
                  </a:lnTo>
                  <a:lnTo>
                    <a:pt x="6498" y="5977"/>
                  </a:lnTo>
                  <a:lnTo>
                    <a:pt x="6458" y="6217"/>
                  </a:lnTo>
                  <a:lnTo>
                    <a:pt x="6378" y="6458"/>
                  </a:lnTo>
                  <a:lnTo>
                    <a:pt x="6579" y="6338"/>
                  </a:lnTo>
                  <a:lnTo>
                    <a:pt x="6779" y="6217"/>
                  </a:lnTo>
                  <a:lnTo>
                    <a:pt x="6819" y="6197"/>
                  </a:lnTo>
                  <a:lnTo>
                    <a:pt x="6859" y="6217"/>
                  </a:lnTo>
                  <a:lnTo>
                    <a:pt x="6900" y="6257"/>
                  </a:lnTo>
                  <a:lnTo>
                    <a:pt x="6920" y="6318"/>
                  </a:lnTo>
                  <a:lnTo>
                    <a:pt x="6879" y="6358"/>
                  </a:lnTo>
                  <a:lnTo>
                    <a:pt x="6659" y="6518"/>
                  </a:lnTo>
                  <a:lnTo>
                    <a:pt x="6418" y="6658"/>
                  </a:lnTo>
                  <a:lnTo>
                    <a:pt x="8263" y="8002"/>
                  </a:lnTo>
                  <a:lnTo>
                    <a:pt x="8303" y="8042"/>
                  </a:lnTo>
                  <a:lnTo>
                    <a:pt x="8283" y="8102"/>
                  </a:lnTo>
                  <a:lnTo>
                    <a:pt x="8263" y="8143"/>
                  </a:lnTo>
                  <a:lnTo>
                    <a:pt x="8203" y="8163"/>
                  </a:lnTo>
                  <a:lnTo>
                    <a:pt x="8163" y="8143"/>
                  </a:lnTo>
                  <a:lnTo>
                    <a:pt x="7682" y="7862"/>
                  </a:lnTo>
                  <a:lnTo>
                    <a:pt x="7220" y="7561"/>
                  </a:lnTo>
                  <a:lnTo>
                    <a:pt x="6278" y="6959"/>
                  </a:lnTo>
                  <a:lnTo>
                    <a:pt x="6238" y="7200"/>
                  </a:lnTo>
                  <a:lnTo>
                    <a:pt x="6198" y="7461"/>
                  </a:lnTo>
                  <a:lnTo>
                    <a:pt x="6178" y="7481"/>
                  </a:lnTo>
                  <a:lnTo>
                    <a:pt x="6158" y="7501"/>
                  </a:lnTo>
                  <a:lnTo>
                    <a:pt x="6158" y="7481"/>
                  </a:lnTo>
                  <a:lnTo>
                    <a:pt x="6137" y="7461"/>
                  </a:lnTo>
                  <a:lnTo>
                    <a:pt x="6137" y="7180"/>
                  </a:lnTo>
                  <a:lnTo>
                    <a:pt x="6137" y="6859"/>
                  </a:lnTo>
                  <a:lnTo>
                    <a:pt x="6097" y="6819"/>
                  </a:lnTo>
                  <a:lnTo>
                    <a:pt x="5696" y="6999"/>
                  </a:lnTo>
                  <a:lnTo>
                    <a:pt x="5676" y="7019"/>
                  </a:lnTo>
                  <a:lnTo>
                    <a:pt x="5656" y="6999"/>
                  </a:lnTo>
                  <a:lnTo>
                    <a:pt x="5656" y="6979"/>
                  </a:lnTo>
                  <a:lnTo>
                    <a:pt x="5676" y="6959"/>
                  </a:lnTo>
                  <a:lnTo>
                    <a:pt x="5977" y="6739"/>
                  </a:lnTo>
                  <a:lnTo>
                    <a:pt x="5516" y="6398"/>
                  </a:lnTo>
                  <a:lnTo>
                    <a:pt x="5034" y="6057"/>
                  </a:lnTo>
                  <a:lnTo>
                    <a:pt x="4593" y="5696"/>
                  </a:lnTo>
                  <a:lnTo>
                    <a:pt x="4132" y="5315"/>
                  </a:lnTo>
                  <a:lnTo>
                    <a:pt x="3691" y="4934"/>
                  </a:lnTo>
                  <a:lnTo>
                    <a:pt x="3270" y="4533"/>
                  </a:lnTo>
                  <a:lnTo>
                    <a:pt x="2849" y="4132"/>
                  </a:lnTo>
                  <a:lnTo>
                    <a:pt x="2427" y="3710"/>
                  </a:lnTo>
                  <a:lnTo>
                    <a:pt x="2327" y="3871"/>
                  </a:lnTo>
                  <a:lnTo>
                    <a:pt x="2227" y="4031"/>
                  </a:lnTo>
                  <a:lnTo>
                    <a:pt x="2207" y="4031"/>
                  </a:lnTo>
                  <a:lnTo>
                    <a:pt x="2207" y="4051"/>
                  </a:lnTo>
                  <a:lnTo>
                    <a:pt x="2167" y="4031"/>
                  </a:lnTo>
                  <a:lnTo>
                    <a:pt x="2147" y="4011"/>
                  </a:lnTo>
                  <a:lnTo>
                    <a:pt x="2167" y="3971"/>
                  </a:lnTo>
                  <a:lnTo>
                    <a:pt x="2327" y="3590"/>
                  </a:lnTo>
                  <a:lnTo>
                    <a:pt x="2006" y="3249"/>
                  </a:lnTo>
                  <a:lnTo>
                    <a:pt x="1826" y="3510"/>
                  </a:lnTo>
                  <a:lnTo>
                    <a:pt x="1766" y="3510"/>
                  </a:lnTo>
                  <a:lnTo>
                    <a:pt x="1746" y="3490"/>
                  </a:lnTo>
                  <a:lnTo>
                    <a:pt x="1746" y="3470"/>
                  </a:lnTo>
                  <a:lnTo>
                    <a:pt x="1746" y="3450"/>
                  </a:lnTo>
                  <a:lnTo>
                    <a:pt x="1886" y="3109"/>
                  </a:lnTo>
                  <a:lnTo>
                    <a:pt x="1405" y="2567"/>
                  </a:lnTo>
                  <a:lnTo>
                    <a:pt x="963" y="2006"/>
                  </a:lnTo>
                  <a:lnTo>
                    <a:pt x="522" y="1424"/>
                  </a:lnTo>
                  <a:lnTo>
                    <a:pt x="121" y="823"/>
                  </a:lnTo>
                  <a:lnTo>
                    <a:pt x="121" y="803"/>
                  </a:lnTo>
                  <a:lnTo>
                    <a:pt x="141" y="783"/>
                  </a:lnTo>
                  <a:close/>
                  <a:moveTo>
                    <a:pt x="201" y="0"/>
                  </a:moveTo>
                  <a:lnTo>
                    <a:pt x="121" y="341"/>
                  </a:lnTo>
                  <a:lnTo>
                    <a:pt x="41" y="682"/>
                  </a:lnTo>
                  <a:lnTo>
                    <a:pt x="1" y="1043"/>
                  </a:lnTo>
                  <a:lnTo>
                    <a:pt x="1" y="1404"/>
                  </a:lnTo>
                  <a:lnTo>
                    <a:pt x="1" y="1645"/>
                  </a:lnTo>
                  <a:lnTo>
                    <a:pt x="21" y="1906"/>
                  </a:lnTo>
                  <a:lnTo>
                    <a:pt x="41" y="2146"/>
                  </a:lnTo>
                  <a:lnTo>
                    <a:pt x="101" y="2407"/>
                  </a:lnTo>
                  <a:lnTo>
                    <a:pt x="161" y="2668"/>
                  </a:lnTo>
                  <a:lnTo>
                    <a:pt x="282" y="2968"/>
                  </a:lnTo>
                  <a:lnTo>
                    <a:pt x="422" y="3269"/>
                  </a:lnTo>
                  <a:lnTo>
                    <a:pt x="582" y="3590"/>
                  </a:lnTo>
                  <a:lnTo>
                    <a:pt x="763" y="3911"/>
                  </a:lnTo>
                  <a:lnTo>
                    <a:pt x="983" y="4232"/>
                  </a:lnTo>
                  <a:lnTo>
                    <a:pt x="1224" y="4573"/>
                  </a:lnTo>
                  <a:lnTo>
                    <a:pt x="1505" y="4914"/>
                  </a:lnTo>
                  <a:lnTo>
                    <a:pt x="1786" y="5255"/>
                  </a:lnTo>
                  <a:lnTo>
                    <a:pt x="2086" y="5596"/>
                  </a:lnTo>
                  <a:lnTo>
                    <a:pt x="2407" y="5937"/>
                  </a:lnTo>
                  <a:lnTo>
                    <a:pt x="2748" y="6277"/>
                  </a:lnTo>
                  <a:lnTo>
                    <a:pt x="3109" y="6618"/>
                  </a:lnTo>
                  <a:lnTo>
                    <a:pt x="3490" y="6959"/>
                  </a:lnTo>
                  <a:lnTo>
                    <a:pt x="4252" y="7621"/>
                  </a:lnTo>
                  <a:lnTo>
                    <a:pt x="4673" y="7942"/>
                  </a:lnTo>
                  <a:lnTo>
                    <a:pt x="5075" y="8243"/>
                  </a:lnTo>
                  <a:lnTo>
                    <a:pt x="5496" y="8544"/>
                  </a:lnTo>
                  <a:lnTo>
                    <a:pt x="5917" y="8844"/>
                  </a:lnTo>
                  <a:lnTo>
                    <a:pt x="6338" y="9105"/>
                  </a:lnTo>
                  <a:lnTo>
                    <a:pt x="6779" y="9366"/>
                  </a:lnTo>
                  <a:lnTo>
                    <a:pt x="7200" y="9607"/>
                  </a:lnTo>
                  <a:lnTo>
                    <a:pt x="7621" y="9847"/>
                  </a:lnTo>
                  <a:lnTo>
                    <a:pt x="8063" y="10048"/>
                  </a:lnTo>
                  <a:lnTo>
                    <a:pt x="8484" y="10228"/>
                  </a:lnTo>
                  <a:lnTo>
                    <a:pt x="8885" y="10409"/>
                  </a:lnTo>
                  <a:lnTo>
                    <a:pt x="9306" y="10549"/>
                  </a:lnTo>
                  <a:lnTo>
                    <a:pt x="9707" y="10669"/>
                  </a:lnTo>
                  <a:lnTo>
                    <a:pt x="10088" y="10750"/>
                  </a:lnTo>
                  <a:lnTo>
                    <a:pt x="10469" y="10830"/>
                  </a:lnTo>
                  <a:lnTo>
                    <a:pt x="10830" y="10870"/>
                  </a:lnTo>
                  <a:lnTo>
                    <a:pt x="11071" y="10870"/>
                  </a:lnTo>
                  <a:lnTo>
                    <a:pt x="11432" y="10850"/>
                  </a:lnTo>
                  <a:lnTo>
                    <a:pt x="11813" y="10810"/>
                  </a:lnTo>
                  <a:lnTo>
                    <a:pt x="12214" y="10730"/>
                  </a:lnTo>
                  <a:lnTo>
                    <a:pt x="12615" y="10629"/>
                  </a:lnTo>
                  <a:lnTo>
                    <a:pt x="13016" y="10509"/>
                  </a:lnTo>
                  <a:lnTo>
                    <a:pt x="13437" y="10349"/>
                  </a:lnTo>
                  <a:lnTo>
                    <a:pt x="13858" y="10168"/>
                  </a:lnTo>
                  <a:lnTo>
                    <a:pt x="14280" y="9967"/>
                  </a:lnTo>
                  <a:lnTo>
                    <a:pt x="14721" y="9747"/>
                  </a:lnTo>
                  <a:lnTo>
                    <a:pt x="15142" y="9506"/>
                  </a:lnTo>
                  <a:lnTo>
                    <a:pt x="15583" y="9246"/>
                  </a:lnTo>
                  <a:lnTo>
                    <a:pt x="16004" y="8965"/>
                  </a:lnTo>
                  <a:lnTo>
                    <a:pt x="16445" y="8664"/>
                  </a:lnTo>
                  <a:lnTo>
                    <a:pt x="16847" y="8343"/>
                  </a:lnTo>
                  <a:lnTo>
                    <a:pt x="17268" y="8002"/>
                  </a:lnTo>
                  <a:lnTo>
                    <a:pt x="17669" y="7641"/>
                  </a:lnTo>
                  <a:lnTo>
                    <a:pt x="17007" y="7862"/>
                  </a:lnTo>
                  <a:lnTo>
                    <a:pt x="16345" y="8042"/>
                  </a:lnTo>
                  <a:lnTo>
                    <a:pt x="15663" y="8183"/>
                  </a:lnTo>
                  <a:lnTo>
                    <a:pt x="14981" y="8303"/>
                  </a:lnTo>
                  <a:lnTo>
                    <a:pt x="14621" y="8504"/>
                  </a:lnTo>
                  <a:lnTo>
                    <a:pt x="14260" y="8704"/>
                  </a:lnTo>
                  <a:lnTo>
                    <a:pt x="13919" y="8885"/>
                  </a:lnTo>
                  <a:lnTo>
                    <a:pt x="13578" y="9025"/>
                  </a:lnTo>
                  <a:lnTo>
                    <a:pt x="13257" y="9125"/>
                  </a:lnTo>
                  <a:lnTo>
                    <a:pt x="12936" y="9225"/>
                  </a:lnTo>
                  <a:lnTo>
                    <a:pt x="12615" y="9266"/>
                  </a:lnTo>
                  <a:lnTo>
                    <a:pt x="12334" y="9286"/>
                  </a:lnTo>
                  <a:lnTo>
                    <a:pt x="12094" y="9266"/>
                  </a:lnTo>
                  <a:lnTo>
                    <a:pt x="11873" y="9246"/>
                  </a:lnTo>
                  <a:lnTo>
                    <a:pt x="11773" y="9205"/>
                  </a:lnTo>
                  <a:lnTo>
                    <a:pt x="11672" y="9125"/>
                  </a:lnTo>
                  <a:lnTo>
                    <a:pt x="11592" y="9025"/>
                  </a:lnTo>
                  <a:lnTo>
                    <a:pt x="11532" y="8885"/>
                  </a:lnTo>
                  <a:lnTo>
                    <a:pt x="11472" y="8744"/>
                  </a:lnTo>
                  <a:lnTo>
                    <a:pt x="11432" y="8564"/>
                  </a:lnTo>
                  <a:lnTo>
                    <a:pt x="11412" y="8363"/>
                  </a:lnTo>
                  <a:lnTo>
                    <a:pt x="11392" y="8143"/>
                  </a:lnTo>
                  <a:lnTo>
                    <a:pt x="10870" y="8002"/>
                  </a:lnTo>
                  <a:lnTo>
                    <a:pt x="10329" y="7842"/>
                  </a:lnTo>
                  <a:lnTo>
                    <a:pt x="9807" y="7661"/>
                  </a:lnTo>
                  <a:lnTo>
                    <a:pt x="9286" y="7441"/>
                  </a:lnTo>
                  <a:lnTo>
                    <a:pt x="8724" y="7160"/>
                  </a:lnTo>
                  <a:lnTo>
                    <a:pt x="8745" y="7521"/>
                  </a:lnTo>
                  <a:lnTo>
                    <a:pt x="8805" y="7862"/>
                  </a:lnTo>
                  <a:lnTo>
                    <a:pt x="8885" y="8223"/>
                  </a:lnTo>
                  <a:lnTo>
                    <a:pt x="8985" y="8544"/>
                  </a:lnTo>
                  <a:lnTo>
                    <a:pt x="9126" y="8885"/>
                  </a:lnTo>
                  <a:lnTo>
                    <a:pt x="9286" y="9205"/>
                  </a:lnTo>
                  <a:lnTo>
                    <a:pt x="9487" y="9506"/>
                  </a:lnTo>
                  <a:lnTo>
                    <a:pt x="9727" y="9807"/>
                  </a:lnTo>
                  <a:lnTo>
                    <a:pt x="9747" y="9847"/>
                  </a:lnTo>
                  <a:lnTo>
                    <a:pt x="9747" y="9907"/>
                  </a:lnTo>
                  <a:lnTo>
                    <a:pt x="9707" y="9947"/>
                  </a:lnTo>
                  <a:lnTo>
                    <a:pt x="9627" y="9947"/>
                  </a:lnTo>
                  <a:lnTo>
                    <a:pt x="9607" y="9927"/>
                  </a:lnTo>
                  <a:lnTo>
                    <a:pt x="9446" y="9767"/>
                  </a:lnTo>
                  <a:lnTo>
                    <a:pt x="9306" y="9627"/>
                  </a:lnTo>
                  <a:lnTo>
                    <a:pt x="9065" y="9286"/>
                  </a:lnTo>
                  <a:lnTo>
                    <a:pt x="8865" y="8945"/>
                  </a:lnTo>
                  <a:lnTo>
                    <a:pt x="8704" y="8584"/>
                  </a:lnTo>
                  <a:lnTo>
                    <a:pt x="8584" y="8203"/>
                  </a:lnTo>
                  <a:lnTo>
                    <a:pt x="8504" y="7802"/>
                  </a:lnTo>
                  <a:lnTo>
                    <a:pt x="8464" y="7401"/>
                  </a:lnTo>
                  <a:lnTo>
                    <a:pt x="8444" y="6999"/>
                  </a:lnTo>
                  <a:lnTo>
                    <a:pt x="8063" y="6759"/>
                  </a:lnTo>
                  <a:lnTo>
                    <a:pt x="7722" y="6518"/>
                  </a:lnTo>
                  <a:lnTo>
                    <a:pt x="7361" y="6257"/>
                  </a:lnTo>
                  <a:lnTo>
                    <a:pt x="7040" y="5977"/>
                  </a:lnTo>
                  <a:lnTo>
                    <a:pt x="6719" y="5696"/>
                  </a:lnTo>
                  <a:lnTo>
                    <a:pt x="6418" y="5375"/>
                  </a:lnTo>
                  <a:lnTo>
                    <a:pt x="6117" y="5054"/>
                  </a:lnTo>
                  <a:lnTo>
                    <a:pt x="5857" y="4713"/>
                  </a:lnTo>
                  <a:lnTo>
                    <a:pt x="5596" y="4372"/>
                  </a:lnTo>
                  <a:lnTo>
                    <a:pt x="5355" y="4011"/>
                  </a:lnTo>
                  <a:lnTo>
                    <a:pt x="5135" y="3650"/>
                  </a:lnTo>
                  <a:lnTo>
                    <a:pt x="4934" y="3269"/>
                  </a:lnTo>
                  <a:lnTo>
                    <a:pt x="4754" y="2868"/>
                  </a:lnTo>
                  <a:lnTo>
                    <a:pt x="4573" y="2467"/>
                  </a:lnTo>
                  <a:lnTo>
                    <a:pt x="4433" y="2046"/>
                  </a:lnTo>
                  <a:lnTo>
                    <a:pt x="4312" y="1625"/>
                  </a:lnTo>
                  <a:lnTo>
                    <a:pt x="4212" y="1224"/>
                  </a:lnTo>
                  <a:lnTo>
                    <a:pt x="3731" y="1204"/>
                  </a:lnTo>
                  <a:lnTo>
                    <a:pt x="3209" y="1123"/>
                  </a:lnTo>
                  <a:lnTo>
                    <a:pt x="2708" y="1023"/>
                  </a:lnTo>
                  <a:lnTo>
                    <a:pt x="2187" y="883"/>
                  </a:lnTo>
                  <a:lnTo>
                    <a:pt x="1665" y="722"/>
                  </a:lnTo>
                  <a:lnTo>
                    <a:pt x="1164" y="522"/>
                  </a:lnTo>
                  <a:lnTo>
                    <a:pt x="683" y="281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9" name="Google Shape;5979;p26"/>
            <p:cNvSpPr/>
            <p:nvPr/>
          </p:nvSpPr>
          <p:spPr>
            <a:xfrm>
              <a:off x="11608300" y="4514500"/>
              <a:ext cx="204575" cy="184525"/>
            </a:xfrm>
            <a:custGeom>
              <a:avLst/>
              <a:gdLst/>
              <a:ahLst/>
              <a:cxnLst/>
              <a:rect l="l" t="t" r="r" b="b"/>
              <a:pathLst>
                <a:path w="8183" h="7381" fill="none" extrusionOk="0">
                  <a:moveTo>
                    <a:pt x="1665" y="2728"/>
                  </a:moveTo>
                  <a:lnTo>
                    <a:pt x="1665" y="2728"/>
                  </a:lnTo>
                  <a:lnTo>
                    <a:pt x="1645" y="2728"/>
                  </a:lnTo>
                  <a:lnTo>
                    <a:pt x="1625" y="2708"/>
                  </a:lnTo>
                  <a:lnTo>
                    <a:pt x="1625" y="2688"/>
                  </a:lnTo>
                  <a:lnTo>
                    <a:pt x="1625" y="2668"/>
                  </a:lnTo>
                  <a:lnTo>
                    <a:pt x="1625" y="2668"/>
                  </a:lnTo>
                  <a:lnTo>
                    <a:pt x="1765" y="2327"/>
                  </a:lnTo>
                  <a:lnTo>
                    <a:pt x="1765" y="2327"/>
                  </a:lnTo>
                  <a:lnTo>
                    <a:pt x="1284" y="1785"/>
                  </a:lnTo>
                  <a:lnTo>
                    <a:pt x="842" y="1224"/>
                  </a:lnTo>
                  <a:lnTo>
                    <a:pt x="401" y="642"/>
                  </a:lnTo>
                  <a:lnTo>
                    <a:pt x="0" y="41"/>
                  </a:lnTo>
                  <a:lnTo>
                    <a:pt x="0" y="41"/>
                  </a:ln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60" y="21"/>
                  </a:lnTo>
                  <a:lnTo>
                    <a:pt x="60" y="21"/>
                  </a:lnTo>
                  <a:lnTo>
                    <a:pt x="481" y="582"/>
                  </a:lnTo>
                  <a:lnTo>
                    <a:pt x="923" y="1124"/>
                  </a:lnTo>
                  <a:lnTo>
                    <a:pt x="1384" y="1645"/>
                  </a:lnTo>
                  <a:lnTo>
                    <a:pt x="1865" y="2146"/>
                  </a:lnTo>
                  <a:lnTo>
                    <a:pt x="1865" y="2146"/>
                  </a:lnTo>
                  <a:lnTo>
                    <a:pt x="1965" y="1986"/>
                  </a:lnTo>
                  <a:lnTo>
                    <a:pt x="2066" y="1846"/>
                  </a:lnTo>
                  <a:lnTo>
                    <a:pt x="2066" y="1846"/>
                  </a:lnTo>
                  <a:lnTo>
                    <a:pt x="2106" y="1825"/>
                  </a:lnTo>
                  <a:lnTo>
                    <a:pt x="2126" y="1805"/>
                  </a:lnTo>
                  <a:lnTo>
                    <a:pt x="2126" y="1805"/>
                  </a:lnTo>
                  <a:lnTo>
                    <a:pt x="2166" y="1825"/>
                  </a:lnTo>
                  <a:lnTo>
                    <a:pt x="2206" y="1846"/>
                  </a:lnTo>
                  <a:lnTo>
                    <a:pt x="2226" y="1886"/>
                  </a:lnTo>
                  <a:lnTo>
                    <a:pt x="2226" y="1926"/>
                  </a:lnTo>
                  <a:lnTo>
                    <a:pt x="2226" y="1926"/>
                  </a:lnTo>
                  <a:lnTo>
                    <a:pt x="2146" y="2126"/>
                  </a:lnTo>
                  <a:lnTo>
                    <a:pt x="2026" y="2307"/>
                  </a:lnTo>
                  <a:lnTo>
                    <a:pt x="2026" y="2307"/>
                  </a:lnTo>
                  <a:lnTo>
                    <a:pt x="2326" y="2588"/>
                  </a:lnTo>
                  <a:lnTo>
                    <a:pt x="2326" y="2588"/>
                  </a:lnTo>
                  <a:lnTo>
                    <a:pt x="2467" y="2367"/>
                  </a:lnTo>
                  <a:lnTo>
                    <a:pt x="2547" y="2247"/>
                  </a:lnTo>
                  <a:lnTo>
                    <a:pt x="2647" y="2166"/>
                  </a:lnTo>
                  <a:lnTo>
                    <a:pt x="2647" y="2166"/>
                  </a:lnTo>
                  <a:lnTo>
                    <a:pt x="2687" y="2166"/>
                  </a:lnTo>
                  <a:lnTo>
                    <a:pt x="2687" y="2166"/>
                  </a:lnTo>
                  <a:lnTo>
                    <a:pt x="2707" y="2166"/>
                  </a:lnTo>
                  <a:lnTo>
                    <a:pt x="2728" y="2186"/>
                  </a:lnTo>
                  <a:lnTo>
                    <a:pt x="2748" y="2207"/>
                  </a:lnTo>
                  <a:lnTo>
                    <a:pt x="2748" y="2247"/>
                  </a:lnTo>
                  <a:lnTo>
                    <a:pt x="2748" y="2247"/>
                  </a:lnTo>
                  <a:lnTo>
                    <a:pt x="2707" y="2367"/>
                  </a:lnTo>
                  <a:lnTo>
                    <a:pt x="2627" y="2487"/>
                  </a:lnTo>
                  <a:lnTo>
                    <a:pt x="2467" y="2728"/>
                  </a:lnTo>
                  <a:lnTo>
                    <a:pt x="2467" y="2728"/>
                  </a:lnTo>
                  <a:lnTo>
                    <a:pt x="2888" y="3129"/>
                  </a:lnTo>
                  <a:lnTo>
                    <a:pt x="3329" y="3510"/>
                  </a:lnTo>
                  <a:lnTo>
                    <a:pt x="4212" y="4252"/>
                  </a:lnTo>
                  <a:lnTo>
                    <a:pt x="5134" y="4994"/>
                  </a:lnTo>
                  <a:lnTo>
                    <a:pt x="6057" y="5696"/>
                  </a:lnTo>
                  <a:lnTo>
                    <a:pt x="6057" y="5696"/>
                  </a:lnTo>
                  <a:lnTo>
                    <a:pt x="6137" y="5415"/>
                  </a:lnTo>
                  <a:lnTo>
                    <a:pt x="6197" y="5275"/>
                  </a:lnTo>
                  <a:lnTo>
                    <a:pt x="6257" y="5155"/>
                  </a:lnTo>
                  <a:lnTo>
                    <a:pt x="6257" y="5155"/>
                  </a:lnTo>
                  <a:lnTo>
                    <a:pt x="6277" y="5134"/>
                  </a:lnTo>
                  <a:lnTo>
                    <a:pt x="6297" y="5134"/>
                  </a:lnTo>
                  <a:lnTo>
                    <a:pt x="6297" y="5134"/>
                  </a:lnTo>
                  <a:lnTo>
                    <a:pt x="6357" y="5155"/>
                  </a:lnTo>
                  <a:lnTo>
                    <a:pt x="6357" y="5175"/>
                  </a:lnTo>
                  <a:lnTo>
                    <a:pt x="6377" y="5195"/>
                  </a:lnTo>
                  <a:lnTo>
                    <a:pt x="6377" y="5195"/>
                  </a:lnTo>
                  <a:lnTo>
                    <a:pt x="6337" y="5435"/>
                  </a:lnTo>
                  <a:lnTo>
                    <a:pt x="6257" y="5676"/>
                  </a:lnTo>
                  <a:lnTo>
                    <a:pt x="6257" y="5676"/>
                  </a:lnTo>
                  <a:lnTo>
                    <a:pt x="6458" y="5556"/>
                  </a:lnTo>
                  <a:lnTo>
                    <a:pt x="6658" y="5435"/>
                  </a:lnTo>
                  <a:lnTo>
                    <a:pt x="6658" y="5435"/>
                  </a:lnTo>
                  <a:lnTo>
                    <a:pt x="6698" y="5415"/>
                  </a:lnTo>
                  <a:lnTo>
                    <a:pt x="6698" y="5415"/>
                  </a:lnTo>
                  <a:lnTo>
                    <a:pt x="6738" y="5435"/>
                  </a:lnTo>
                  <a:lnTo>
                    <a:pt x="6779" y="5475"/>
                  </a:lnTo>
                  <a:lnTo>
                    <a:pt x="6799" y="5536"/>
                  </a:lnTo>
                  <a:lnTo>
                    <a:pt x="6758" y="5576"/>
                  </a:lnTo>
                  <a:lnTo>
                    <a:pt x="6758" y="5576"/>
                  </a:lnTo>
                  <a:lnTo>
                    <a:pt x="6538" y="5736"/>
                  </a:lnTo>
                  <a:lnTo>
                    <a:pt x="6297" y="5876"/>
                  </a:lnTo>
                  <a:lnTo>
                    <a:pt x="6297" y="5876"/>
                  </a:lnTo>
                  <a:lnTo>
                    <a:pt x="8142" y="7220"/>
                  </a:lnTo>
                  <a:lnTo>
                    <a:pt x="8142" y="7220"/>
                  </a:lnTo>
                  <a:lnTo>
                    <a:pt x="8182" y="7260"/>
                  </a:lnTo>
                  <a:lnTo>
                    <a:pt x="8162" y="7320"/>
                  </a:lnTo>
                  <a:lnTo>
                    <a:pt x="8142" y="7361"/>
                  </a:lnTo>
                  <a:lnTo>
                    <a:pt x="8082" y="7381"/>
                  </a:lnTo>
                  <a:lnTo>
                    <a:pt x="8082" y="7381"/>
                  </a:lnTo>
                  <a:lnTo>
                    <a:pt x="8042" y="7361"/>
                  </a:lnTo>
                  <a:lnTo>
                    <a:pt x="8042" y="7361"/>
                  </a:lnTo>
                  <a:lnTo>
                    <a:pt x="7561" y="7080"/>
                  </a:lnTo>
                  <a:lnTo>
                    <a:pt x="7099" y="6779"/>
                  </a:lnTo>
                  <a:lnTo>
                    <a:pt x="6157" y="6177"/>
                  </a:lnTo>
                  <a:lnTo>
                    <a:pt x="6157" y="6177"/>
                  </a:lnTo>
                  <a:lnTo>
                    <a:pt x="6117" y="6418"/>
                  </a:lnTo>
                  <a:lnTo>
                    <a:pt x="6077" y="6679"/>
                  </a:lnTo>
                  <a:lnTo>
                    <a:pt x="6077" y="6679"/>
                  </a:lnTo>
                  <a:lnTo>
                    <a:pt x="6057" y="6699"/>
                  </a:lnTo>
                  <a:lnTo>
                    <a:pt x="6037" y="6719"/>
                  </a:lnTo>
                  <a:lnTo>
                    <a:pt x="6037" y="6719"/>
                  </a:lnTo>
                  <a:lnTo>
                    <a:pt x="6037" y="6699"/>
                  </a:lnTo>
                  <a:lnTo>
                    <a:pt x="6016" y="6679"/>
                  </a:lnTo>
                  <a:lnTo>
                    <a:pt x="6016" y="6679"/>
                  </a:lnTo>
                  <a:lnTo>
                    <a:pt x="6016" y="6398"/>
                  </a:lnTo>
                  <a:lnTo>
                    <a:pt x="6016" y="6077"/>
                  </a:lnTo>
                  <a:lnTo>
                    <a:pt x="6016" y="6077"/>
                  </a:lnTo>
                  <a:lnTo>
                    <a:pt x="5976" y="6037"/>
                  </a:lnTo>
                  <a:lnTo>
                    <a:pt x="5976" y="6037"/>
                  </a:lnTo>
                  <a:lnTo>
                    <a:pt x="5575" y="6217"/>
                  </a:lnTo>
                  <a:lnTo>
                    <a:pt x="5575" y="6217"/>
                  </a:lnTo>
                  <a:lnTo>
                    <a:pt x="5555" y="6237"/>
                  </a:lnTo>
                  <a:lnTo>
                    <a:pt x="5555" y="6237"/>
                  </a:lnTo>
                  <a:lnTo>
                    <a:pt x="5535" y="6217"/>
                  </a:lnTo>
                  <a:lnTo>
                    <a:pt x="5535" y="6197"/>
                  </a:lnTo>
                  <a:lnTo>
                    <a:pt x="5555" y="6177"/>
                  </a:lnTo>
                  <a:lnTo>
                    <a:pt x="5555" y="6177"/>
                  </a:lnTo>
                  <a:lnTo>
                    <a:pt x="5856" y="5957"/>
                  </a:lnTo>
                  <a:lnTo>
                    <a:pt x="5856" y="5957"/>
                  </a:lnTo>
                  <a:lnTo>
                    <a:pt x="5395" y="5616"/>
                  </a:lnTo>
                  <a:lnTo>
                    <a:pt x="4913" y="5275"/>
                  </a:lnTo>
                  <a:lnTo>
                    <a:pt x="4472" y="4914"/>
                  </a:lnTo>
                  <a:lnTo>
                    <a:pt x="4011" y="4533"/>
                  </a:lnTo>
                  <a:lnTo>
                    <a:pt x="3570" y="4152"/>
                  </a:lnTo>
                  <a:lnTo>
                    <a:pt x="3149" y="3751"/>
                  </a:lnTo>
                  <a:lnTo>
                    <a:pt x="2728" y="3350"/>
                  </a:lnTo>
                  <a:lnTo>
                    <a:pt x="2306" y="2928"/>
                  </a:lnTo>
                  <a:lnTo>
                    <a:pt x="2306" y="2928"/>
                  </a:lnTo>
                  <a:lnTo>
                    <a:pt x="2206" y="3089"/>
                  </a:lnTo>
                  <a:lnTo>
                    <a:pt x="2106" y="3249"/>
                  </a:lnTo>
                  <a:lnTo>
                    <a:pt x="2106" y="3249"/>
                  </a:lnTo>
                  <a:lnTo>
                    <a:pt x="2086" y="3249"/>
                  </a:lnTo>
                  <a:lnTo>
                    <a:pt x="2086" y="3269"/>
                  </a:lnTo>
                  <a:lnTo>
                    <a:pt x="2086" y="3269"/>
                  </a:lnTo>
                  <a:lnTo>
                    <a:pt x="2046" y="3249"/>
                  </a:lnTo>
                  <a:lnTo>
                    <a:pt x="2026" y="3229"/>
                  </a:lnTo>
                  <a:lnTo>
                    <a:pt x="2046" y="3189"/>
                  </a:lnTo>
                  <a:lnTo>
                    <a:pt x="2046" y="3189"/>
                  </a:lnTo>
                  <a:lnTo>
                    <a:pt x="2206" y="2808"/>
                  </a:lnTo>
                  <a:lnTo>
                    <a:pt x="2206" y="2808"/>
                  </a:lnTo>
                  <a:lnTo>
                    <a:pt x="1885" y="2467"/>
                  </a:lnTo>
                  <a:lnTo>
                    <a:pt x="1885" y="2467"/>
                  </a:lnTo>
                  <a:lnTo>
                    <a:pt x="1705" y="2728"/>
                  </a:lnTo>
                  <a:lnTo>
                    <a:pt x="1705" y="2728"/>
                  </a:lnTo>
                  <a:lnTo>
                    <a:pt x="1665" y="272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0" name="Google Shape;5980;p26"/>
            <p:cNvSpPr/>
            <p:nvPr/>
          </p:nvSpPr>
          <p:spPr>
            <a:xfrm>
              <a:off x="11890050" y="4698500"/>
              <a:ext cx="89775" cy="28600"/>
            </a:xfrm>
            <a:custGeom>
              <a:avLst/>
              <a:gdLst/>
              <a:ahLst/>
              <a:cxnLst/>
              <a:rect l="l" t="t" r="r" b="b"/>
              <a:pathLst>
                <a:path w="3591" h="1144" extrusionOk="0">
                  <a:moveTo>
                    <a:pt x="1" y="1"/>
                  </a:moveTo>
                  <a:lnTo>
                    <a:pt x="21" y="221"/>
                  </a:lnTo>
                  <a:lnTo>
                    <a:pt x="41" y="422"/>
                  </a:lnTo>
                  <a:lnTo>
                    <a:pt x="81" y="602"/>
                  </a:lnTo>
                  <a:lnTo>
                    <a:pt x="141" y="743"/>
                  </a:lnTo>
                  <a:lnTo>
                    <a:pt x="201" y="883"/>
                  </a:lnTo>
                  <a:lnTo>
                    <a:pt x="281" y="983"/>
                  </a:lnTo>
                  <a:lnTo>
                    <a:pt x="382" y="1063"/>
                  </a:lnTo>
                  <a:lnTo>
                    <a:pt x="482" y="1104"/>
                  </a:lnTo>
                  <a:lnTo>
                    <a:pt x="703" y="1124"/>
                  </a:lnTo>
                  <a:lnTo>
                    <a:pt x="943" y="1144"/>
                  </a:lnTo>
                  <a:lnTo>
                    <a:pt x="1224" y="1124"/>
                  </a:lnTo>
                  <a:lnTo>
                    <a:pt x="1545" y="1083"/>
                  </a:lnTo>
                  <a:lnTo>
                    <a:pt x="1866" y="983"/>
                  </a:lnTo>
                  <a:lnTo>
                    <a:pt x="2187" y="883"/>
                  </a:lnTo>
                  <a:lnTo>
                    <a:pt x="2528" y="743"/>
                  </a:lnTo>
                  <a:lnTo>
                    <a:pt x="2869" y="562"/>
                  </a:lnTo>
                  <a:lnTo>
                    <a:pt x="3230" y="362"/>
                  </a:lnTo>
                  <a:lnTo>
                    <a:pt x="3590" y="161"/>
                  </a:lnTo>
                  <a:lnTo>
                    <a:pt x="2909" y="221"/>
                  </a:lnTo>
                  <a:lnTo>
                    <a:pt x="2247" y="241"/>
                  </a:lnTo>
                  <a:lnTo>
                    <a:pt x="1685" y="221"/>
                  </a:lnTo>
                  <a:lnTo>
                    <a:pt x="1124" y="181"/>
                  </a:lnTo>
                  <a:lnTo>
                    <a:pt x="562" y="10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1" name="Google Shape;5981;p26"/>
            <p:cNvSpPr/>
            <p:nvPr/>
          </p:nvSpPr>
          <p:spPr>
            <a:xfrm>
              <a:off x="11890050" y="4698500"/>
              <a:ext cx="89775" cy="28600"/>
            </a:xfrm>
            <a:custGeom>
              <a:avLst/>
              <a:gdLst/>
              <a:ahLst/>
              <a:cxnLst/>
              <a:rect l="l" t="t" r="r" b="b"/>
              <a:pathLst>
                <a:path w="3591" h="1144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21" y="221"/>
                  </a:lnTo>
                  <a:lnTo>
                    <a:pt x="41" y="422"/>
                  </a:lnTo>
                  <a:lnTo>
                    <a:pt x="81" y="602"/>
                  </a:lnTo>
                  <a:lnTo>
                    <a:pt x="141" y="743"/>
                  </a:lnTo>
                  <a:lnTo>
                    <a:pt x="201" y="883"/>
                  </a:lnTo>
                  <a:lnTo>
                    <a:pt x="281" y="983"/>
                  </a:lnTo>
                  <a:lnTo>
                    <a:pt x="382" y="1063"/>
                  </a:lnTo>
                  <a:lnTo>
                    <a:pt x="482" y="1104"/>
                  </a:lnTo>
                  <a:lnTo>
                    <a:pt x="482" y="1104"/>
                  </a:lnTo>
                  <a:lnTo>
                    <a:pt x="703" y="1124"/>
                  </a:lnTo>
                  <a:lnTo>
                    <a:pt x="943" y="1144"/>
                  </a:lnTo>
                  <a:lnTo>
                    <a:pt x="943" y="1144"/>
                  </a:lnTo>
                  <a:lnTo>
                    <a:pt x="1224" y="1124"/>
                  </a:lnTo>
                  <a:lnTo>
                    <a:pt x="1545" y="1083"/>
                  </a:lnTo>
                  <a:lnTo>
                    <a:pt x="1866" y="983"/>
                  </a:lnTo>
                  <a:lnTo>
                    <a:pt x="2187" y="883"/>
                  </a:lnTo>
                  <a:lnTo>
                    <a:pt x="2528" y="743"/>
                  </a:lnTo>
                  <a:lnTo>
                    <a:pt x="2869" y="562"/>
                  </a:lnTo>
                  <a:lnTo>
                    <a:pt x="3230" y="362"/>
                  </a:lnTo>
                  <a:lnTo>
                    <a:pt x="3590" y="161"/>
                  </a:lnTo>
                  <a:lnTo>
                    <a:pt x="3590" y="161"/>
                  </a:lnTo>
                  <a:lnTo>
                    <a:pt x="2909" y="221"/>
                  </a:lnTo>
                  <a:lnTo>
                    <a:pt x="2247" y="241"/>
                  </a:lnTo>
                  <a:lnTo>
                    <a:pt x="2247" y="241"/>
                  </a:lnTo>
                  <a:lnTo>
                    <a:pt x="1685" y="221"/>
                  </a:lnTo>
                  <a:lnTo>
                    <a:pt x="1124" y="181"/>
                  </a:lnTo>
                  <a:lnTo>
                    <a:pt x="562" y="101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2" name="Google Shape;5982;p26"/>
            <p:cNvSpPr/>
            <p:nvPr/>
          </p:nvSpPr>
          <p:spPr>
            <a:xfrm>
              <a:off x="11816350" y="4669925"/>
              <a:ext cx="32625" cy="73725"/>
            </a:xfrm>
            <a:custGeom>
              <a:avLst/>
              <a:gdLst/>
              <a:ahLst/>
              <a:cxnLst/>
              <a:rect l="l" t="t" r="r" b="b"/>
              <a:pathLst>
                <a:path w="1305" h="2949" extrusionOk="0">
                  <a:moveTo>
                    <a:pt x="1" y="0"/>
                  </a:moveTo>
                  <a:lnTo>
                    <a:pt x="21" y="402"/>
                  </a:lnTo>
                  <a:lnTo>
                    <a:pt x="61" y="803"/>
                  </a:lnTo>
                  <a:lnTo>
                    <a:pt x="141" y="1204"/>
                  </a:lnTo>
                  <a:lnTo>
                    <a:pt x="261" y="1585"/>
                  </a:lnTo>
                  <a:lnTo>
                    <a:pt x="422" y="1946"/>
                  </a:lnTo>
                  <a:lnTo>
                    <a:pt x="622" y="2287"/>
                  </a:lnTo>
                  <a:lnTo>
                    <a:pt x="863" y="2628"/>
                  </a:lnTo>
                  <a:lnTo>
                    <a:pt x="1003" y="2768"/>
                  </a:lnTo>
                  <a:lnTo>
                    <a:pt x="1164" y="2928"/>
                  </a:lnTo>
                  <a:lnTo>
                    <a:pt x="1184" y="2948"/>
                  </a:lnTo>
                  <a:lnTo>
                    <a:pt x="1264" y="2948"/>
                  </a:lnTo>
                  <a:lnTo>
                    <a:pt x="1304" y="2908"/>
                  </a:lnTo>
                  <a:lnTo>
                    <a:pt x="1304" y="2848"/>
                  </a:lnTo>
                  <a:lnTo>
                    <a:pt x="1284" y="2808"/>
                  </a:lnTo>
                  <a:lnTo>
                    <a:pt x="1044" y="2507"/>
                  </a:lnTo>
                  <a:lnTo>
                    <a:pt x="843" y="2206"/>
                  </a:lnTo>
                  <a:lnTo>
                    <a:pt x="683" y="1886"/>
                  </a:lnTo>
                  <a:lnTo>
                    <a:pt x="542" y="1545"/>
                  </a:lnTo>
                  <a:lnTo>
                    <a:pt x="442" y="1224"/>
                  </a:lnTo>
                  <a:lnTo>
                    <a:pt x="362" y="863"/>
                  </a:lnTo>
                  <a:lnTo>
                    <a:pt x="302" y="522"/>
                  </a:lnTo>
                  <a:lnTo>
                    <a:pt x="281" y="16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3" name="Google Shape;5983;p26"/>
            <p:cNvSpPr/>
            <p:nvPr/>
          </p:nvSpPr>
          <p:spPr>
            <a:xfrm>
              <a:off x="11608300" y="4514500"/>
              <a:ext cx="204575" cy="184525"/>
            </a:xfrm>
            <a:custGeom>
              <a:avLst/>
              <a:gdLst/>
              <a:ahLst/>
              <a:cxnLst/>
              <a:rect l="l" t="t" r="r" b="b"/>
              <a:pathLst>
                <a:path w="8183" h="7381" extrusionOk="0">
                  <a:moveTo>
                    <a:pt x="20" y="1"/>
                  </a:moveTo>
                  <a:lnTo>
                    <a:pt x="0" y="21"/>
                  </a:lnTo>
                  <a:lnTo>
                    <a:pt x="0" y="41"/>
                  </a:lnTo>
                  <a:lnTo>
                    <a:pt x="401" y="642"/>
                  </a:lnTo>
                  <a:lnTo>
                    <a:pt x="842" y="1224"/>
                  </a:lnTo>
                  <a:lnTo>
                    <a:pt x="1284" y="1785"/>
                  </a:lnTo>
                  <a:lnTo>
                    <a:pt x="1765" y="2327"/>
                  </a:lnTo>
                  <a:lnTo>
                    <a:pt x="1625" y="2668"/>
                  </a:lnTo>
                  <a:lnTo>
                    <a:pt x="1625" y="2688"/>
                  </a:lnTo>
                  <a:lnTo>
                    <a:pt x="1625" y="2708"/>
                  </a:lnTo>
                  <a:lnTo>
                    <a:pt x="1645" y="2728"/>
                  </a:lnTo>
                  <a:lnTo>
                    <a:pt x="1705" y="2728"/>
                  </a:lnTo>
                  <a:lnTo>
                    <a:pt x="1885" y="2467"/>
                  </a:lnTo>
                  <a:lnTo>
                    <a:pt x="2206" y="2808"/>
                  </a:lnTo>
                  <a:lnTo>
                    <a:pt x="2046" y="3189"/>
                  </a:lnTo>
                  <a:lnTo>
                    <a:pt x="2026" y="3229"/>
                  </a:lnTo>
                  <a:lnTo>
                    <a:pt x="2046" y="3249"/>
                  </a:lnTo>
                  <a:lnTo>
                    <a:pt x="2086" y="3269"/>
                  </a:lnTo>
                  <a:lnTo>
                    <a:pt x="2086" y="3249"/>
                  </a:lnTo>
                  <a:lnTo>
                    <a:pt x="2106" y="3249"/>
                  </a:lnTo>
                  <a:lnTo>
                    <a:pt x="2206" y="3089"/>
                  </a:lnTo>
                  <a:lnTo>
                    <a:pt x="2306" y="2928"/>
                  </a:lnTo>
                  <a:lnTo>
                    <a:pt x="2728" y="3350"/>
                  </a:lnTo>
                  <a:lnTo>
                    <a:pt x="3149" y="3751"/>
                  </a:lnTo>
                  <a:lnTo>
                    <a:pt x="3570" y="4152"/>
                  </a:lnTo>
                  <a:lnTo>
                    <a:pt x="4011" y="4533"/>
                  </a:lnTo>
                  <a:lnTo>
                    <a:pt x="4472" y="4914"/>
                  </a:lnTo>
                  <a:lnTo>
                    <a:pt x="4913" y="5275"/>
                  </a:lnTo>
                  <a:lnTo>
                    <a:pt x="5395" y="5616"/>
                  </a:lnTo>
                  <a:lnTo>
                    <a:pt x="5856" y="5957"/>
                  </a:lnTo>
                  <a:lnTo>
                    <a:pt x="5555" y="6177"/>
                  </a:lnTo>
                  <a:lnTo>
                    <a:pt x="5535" y="6197"/>
                  </a:lnTo>
                  <a:lnTo>
                    <a:pt x="5535" y="6217"/>
                  </a:lnTo>
                  <a:lnTo>
                    <a:pt x="5555" y="6237"/>
                  </a:lnTo>
                  <a:lnTo>
                    <a:pt x="5575" y="6217"/>
                  </a:lnTo>
                  <a:lnTo>
                    <a:pt x="5976" y="6037"/>
                  </a:lnTo>
                  <a:lnTo>
                    <a:pt x="6016" y="6077"/>
                  </a:lnTo>
                  <a:lnTo>
                    <a:pt x="6016" y="6398"/>
                  </a:lnTo>
                  <a:lnTo>
                    <a:pt x="6016" y="6679"/>
                  </a:lnTo>
                  <a:lnTo>
                    <a:pt x="6037" y="6699"/>
                  </a:lnTo>
                  <a:lnTo>
                    <a:pt x="6037" y="6719"/>
                  </a:lnTo>
                  <a:lnTo>
                    <a:pt x="6057" y="6699"/>
                  </a:lnTo>
                  <a:lnTo>
                    <a:pt x="6077" y="6679"/>
                  </a:lnTo>
                  <a:lnTo>
                    <a:pt x="6117" y="6418"/>
                  </a:lnTo>
                  <a:lnTo>
                    <a:pt x="6157" y="6177"/>
                  </a:lnTo>
                  <a:lnTo>
                    <a:pt x="7099" y="6779"/>
                  </a:lnTo>
                  <a:lnTo>
                    <a:pt x="7561" y="7080"/>
                  </a:lnTo>
                  <a:lnTo>
                    <a:pt x="8042" y="7361"/>
                  </a:lnTo>
                  <a:lnTo>
                    <a:pt x="8082" y="7381"/>
                  </a:lnTo>
                  <a:lnTo>
                    <a:pt x="8142" y="7361"/>
                  </a:lnTo>
                  <a:lnTo>
                    <a:pt x="8162" y="7320"/>
                  </a:lnTo>
                  <a:lnTo>
                    <a:pt x="8182" y="7260"/>
                  </a:lnTo>
                  <a:lnTo>
                    <a:pt x="8142" y="7220"/>
                  </a:lnTo>
                  <a:lnTo>
                    <a:pt x="6297" y="5876"/>
                  </a:lnTo>
                  <a:lnTo>
                    <a:pt x="6538" y="5736"/>
                  </a:lnTo>
                  <a:lnTo>
                    <a:pt x="6758" y="5576"/>
                  </a:lnTo>
                  <a:lnTo>
                    <a:pt x="6799" y="5536"/>
                  </a:lnTo>
                  <a:lnTo>
                    <a:pt x="6779" y="5475"/>
                  </a:lnTo>
                  <a:lnTo>
                    <a:pt x="6738" y="5435"/>
                  </a:lnTo>
                  <a:lnTo>
                    <a:pt x="6698" y="5415"/>
                  </a:lnTo>
                  <a:lnTo>
                    <a:pt x="6658" y="5435"/>
                  </a:lnTo>
                  <a:lnTo>
                    <a:pt x="6458" y="5556"/>
                  </a:lnTo>
                  <a:lnTo>
                    <a:pt x="6257" y="5676"/>
                  </a:lnTo>
                  <a:lnTo>
                    <a:pt x="6337" y="5435"/>
                  </a:lnTo>
                  <a:lnTo>
                    <a:pt x="6377" y="5195"/>
                  </a:lnTo>
                  <a:lnTo>
                    <a:pt x="6357" y="5175"/>
                  </a:lnTo>
                  <a:lnTo>
                    <a:pt x="6357" y="5155"/>
                  </a:lnTo>
                  <a:lnTo>
                    <a:pt x="6297" y="5134"/>
                  </a:lnTo>
                  <a:lnTo>
                    <a:pt x="6277" y="5134"/>
                  </a:lnTo>
                  <a:lnTo>
                    <a:pt x="6257" y="5155"/>
                  </a:lnTo>
                  <a:lnTo>
                    <a:pt x="6197" y="5275"/>
                  </a:lnTo>
                  <a:lnTo>
                    <a:pt x="6137" y="5415"/>
                  </a:lnTo>
                  <a:lnTo>
                    <a:pt x="6057" y="5696"/>
                  </a:lnTo>
                  <a:lnTo>
                    <a:pt x="5134" y="4994"/>
                  </a:lnTo>
                  <a:lnTo>
                    <a:pt x="4212" y="4252"/>
                  </a:lnTo>
                  <a:lnTo>
                    <a:pt x="3329" y="3510"/>
                  </a:lnTo>
                  <a:lnTo>
                    <a:pt x="2888" y="3129"/>
                  </a:lnTo>
                  <a:lnTo>
                    <a:pt x="2467" y="2728"/>
                  </a:lnTo>
                  <a:lnTo>
                    <a:pt x="2627" y="2487"/>
                  </a:lnTo>
                  <a:lnTo>
                    <a:pt x="2707" y="2367"/>
                  </a:lnTo>
                  <a:lnTo>
                    <a:pt x="2748" y="2247"/>
                  </a:lnTo>
                  <a:lnTo>
                    <a:pt x="2748" y="2207"/>
                  </a:lnTo>
                  <a:lnTo>
                    <a:pt x="2728" y="2186"/>
                  </a:lnTo>
                  <a:lnTo>
                    <a:pt x="2707" y="2166"/>
                  </a:lnTo>
                  <a:lnTo>
                    <a:pt x="2647" y="2166"/>
                  </a:lnTo>
                  <a:lnTo>
                    <a:pt x="2547" y="2247"/>
                  </a:lnTo>
                  <a:lnTo>
                    <a:pt x="2467" y="2367"/>
                  </a:lnTo>
                  <a:lnTo>
                    <a:pt x="2326" y="2588"/>
                  </a:lnTo>
                  <a:lnTo>
                    <a:pt x="2026" y="2307"/>
                  </a:lnTo>
                  <a:lnTo>
                    <a:pt x="2146" y="2126"/>
                  </a:lnTo>
                  <a:lnTo>
                    <a:pt x="2226" y="1926"/>
                  </a:lnTo>
                  <a:lnTo>
                    <a:pt x="2226" y="1886"/>
                  </a:lnTo>
                  <a:lnTo>
                    <a:pt x="2206" y="1846"/>
                  </a:lnTo>
                  <a:lnTo>
                    <a:pt x="2166" y="1825"/>
                  </a:lnTo>
                  <a:lnTo>
                    <a:pt x="2126" y="1805"/>
                  </a:lnTo>
                  <a:lnTo>
                    <a:pt x="2106" y="1825"/>
                  </a:lnTo>
                  <a:lnTo>
                    <a:pt x="2066" y="1846"/>
                  </a:lnTo>
                  <a:lnTo>
                    <a:pt x="1965" y="1986"/>
                  </a:lnTo>
                  <a:lnTo>
                    <a:pt x="1865" y="2146"/>
                  </a:lnTo>
                  <a:lnTo>
                    <a:pt x="1384" y="1645"/>
                  </a:lnTo>
                  <a:lnTo>
                    <a:pt x="923" y="1124"/>
                  </a:lnTo>
                  <a:lnTo>
                    <a:pt x="481" y="582"/>
                  </a:lnTo>
                  <a:lnTo>
                    <a:pt x="60" y="2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4" name="Google Shape;5984;p26"/>
            <p:cNvSpPr/>
            <p:nvPr/>
          </p:nvSpPr>
          <p:spPr>
            <a:xfrm>
              <a:off x="10977575" y="3951475"/>
              <a:ext cx="307350" cy="574075"/>
            </a:xfrm>
            <a:custGeom>
              <a:avLst/>
              <a:gdLst/>
              <a:ahLst/>
              <a:cxnLst/>
              <a:rect l="l" t="t" r="r" b="b"/>
              <a:pathLst>
                <a:path w="12294" h="22963" extrusionOk="0">
                  <a:moveTo>
                    <a:pt x="6959" y="0"/>
                  </a:moveTo>
                  <a:lnTo>
                    <a:pt x="6699" y="20"/>
                  </a:lnTo>
                  <a:lnTo>
                    <a:pt x="6438" y="101"/>
                  </a:lnTo>
                  <a:lnTo>
                    <a:pt x="6177" y="221"/>
                  </a:lnTo>
                  <a:lnTo>
                    <a:pt x="5897" y="361"/>
                  </a:lnTo>
                  <a:lnTo>
                    <a:pt x="5616" y="542"/>
                  </a:lnTo>
                  <a:lnTo>
                    <a:pt x="5335" y="742"/>
                  </a:lnTo>
                  <a:lnTo>
                    <a:pt x="5054" y="983"/>
                  </a:lnTo>
                  <a:lnTo>
                    <a:pt x="4774" y="1264"/>
                  </a:lnTo>
                  <a:lnTo>
                    <a:pt x="4473" y="1565"/>
                  </a:lnTo>
                  <a:lnTo>
                    <a:pt x="4192" y="1885"/>
                  </a:lnTo>
                  <a:lnTo>
                    <a:pt x="3891" y="2226"/>
                  </a:lnTo>
                  <a:lnTo>
                    <a:pt x="3610" y="2607"/>
                  </a:lnTo>
                  <a:lnTo>
                    <a:pt x="3330" y="3008"/>
                  </a:lnTo>
                  <a:lnTo>
                    <a:pt x="3049" y="3430"/>
                  </a:lnTo>
                  <a:lnTo>
                    <a:pt x="2768" y="3871"/>
                  </a:lnTo>
                  <a:lnTo>
                    <a:pt x="2507" y="4332"/>
                  </a:lnTo>
                  <a:lnTo>
                    <a:pt x="2247" y="4793"/>
                  </a:lnTo>
                  <a:lnTo>
                    <a:pt x="2006" y="5295"/>
                  </a:lnTo>
                  <a:lnTo>
                    <a:pt x="1765" y="5796"/>
                  </a:lnTo>
                  <a:lnTo>
                    <a:pt x="1525" y="6317"/>
                  </a:lnTo>
                  <a:lnTo>
                    <a:pt x="1304" y="6859"/>
                  </a:lnTo>
                  <a:lnTo>
                    <a:pt x="1104" y="7400"/>
                  </a:lnTo>
                  <a:lnTo>
                    <a:pt x="923" y="7962"/>
                  </a:lnTo>
                  <a:lnTo>
                    <a:pt x="743" y="8543"/>
                  </a:lnTo>
                  <a:lnTo>
                    <a:pt x="582" y="9105"/>
                  </a:lnTo>
                  <a:lnTo>
                    <a:pt x="442" y="9687"/>
                  </a:lnTo>
                  <a:lnTo>
                    <a:pt x="321" y="10288"/>
                  </a:lnTo>
                  <a:lnTo>
                    <a:pt x="201" y="10870"/>
                  </a:lnTo>
                  <a:lnTo>
                    <a:pt x="121" y="11471"/>
                  </a:lnTo>
                  <a:lnTo>
                    <a:pt x="61" y="12053"/>
                  </a:lnTo>
                  <a:lnTo>
                    <a:pt x="21" y="12655"/>
                  </a:lnTo>
                  <a:lnTo>
                    <a:pt x="1" y="13056"/>
                  </a:lnTo>
                  <a:lnTo>
                    <a:pt x="1" y="13457"/>
                  </a:lnTo>
                  <a:lnTo>
                    <a:pt x="41" y="14279"/>
                  </a:lnTo>
                  <a:lnTo>
                    <a:pt x="101" y="15101"/>
                  </a:lnTo>
                  <a:lnTo>
                    <a:pt x="221" y="15924"/>
                  </a:lnTo>
                  <a:lnTo>
                    <a:pt x="402" y="16726"/>
                  </a:lnTo>
                  <a:lnTo>
                    <a:pt x="602" y="17508"/>
                  </a:lnTo>
                  <a:lnTo>
                    <a:pt x="843" y="18270"/>
                  </a:lnTo>
                  <a:lnTo>
                    <a:pt x="1104" y="18992"/>
                  </a:lnTo>
                  <a:lnTo>
                    <a:pt x="1424" y="19674"/>
                  </a:lnTo>
                  <a:lnTo>
                    <a:pt x="1585" y="20015"/>
                  </a:lnTo>
                  <a:lnTo>
                    <a:pt x="1765" y="20316"/>
                  </a:lnTo>
                  <a:lnTo>
                    <a:pt x="1946" y="20616"/>
                  </a:lnTo>
                  <a:lnTo>
                    <a:pt x="2126" y="20897"/>
                  </a:lnTo>
                  <a:lnTo>
                    <a:pt x="2327" y="21178"/>
                  </a:lnTo>
                  <a:lnTo>
                    <a:pt x="2527" y="21419"/>
                  </a:lnTo>
                  <a:lnTo>
                    <a:pt x="2748" y="21659"/>
                  </a:lnTo>
                  <a:lnTo>
                    <a:pt x="2969" y="21880"/>
                  </a:lnTo>
                  <a:lnTo>
                    <a:pt x="3189" y="22080"/>
                  </a:lnTo>
                  <a:lnTo>
                    <a:pt x="3410" y="22261"/>
                  </a:lnTo>
                  <a:lnTo>
                    <a:pt x="3630" y="22421"/>
                  </a:lnTo>
                  <a:lnTo>
                    <a:pt x="3871" y="22562"/>
                  </a:lnTo>
                  <a:lnTo>
                    <a:pt x="4112" y="22682"/>
                  </a:lnTo>
                  <a:lnTo>
                    <a:pt x="4372" y="22762"/>
                  </a:lnTo>
                  <a:lnTo>
                    <a:pt x="4613" y="22842"/>
                  </a:lnTo>
                  <a:lnTo>
                    <a:pt x="4874" y="22882"/>
                  </a:lnTo>
                  <a:lnTo>
                    <a:pt x="5155" y="22923"/>
                  </a:lnTo>
                  <a:lnTo>
                    <a:pt x="5455" y="22963"/>
                  </a:lnTo>
                  <a:lnTo>
                    <a:pt x="6057" y="22963"/>
                  </a:lnTo>
                  <a:lnTo>
                    <a:pt x="6378" y="22943"/>
                  </a:lnTo>
                  <a:lnTo>
                    <a:pt x="6699" y="22903"/>
                  </a:lnTo>
                  <a:lnTo>
                    <a:pt x="7040" y="22862"/>
                  </a:lnTo>
                  <a:lnTo>
                    <a:pt x="7361" y="22782"/>
                  </a:lnTo>
                  <a:lnTo>
                    <a:pt x="7701" y="22702"/>
                  </a:lnTo>
                  <a:lnTo>
                    <a:pt x="8042" y="22622"/>
                  </a:lnTo>
                  <a:lnTo>
                    <a:pt x="8383" y="22501"/>
                  </a:lnTo>
                  <a:lnTo>
                    <a:pt x="8704" y="22381"/>
                  </a:lnTo>
                  <a:lnTo>
                    <a:pt x="9025" y="22241"/>
                  </a:lnTo>
                  <a:lnTo>
                    <a:pt x="9346" y="22080"/>
                  </a:lnTo>
                  <a:lnTo>
                    <a:pt x="9667" y="21920"/>
                  </a:lnTo>
                  <a:lnTo>
                    <a:pt x="9968" y="21739"/>
                  </a:lnTo>
                  <a:lnTo>
                    <a:pt x="10248" y="21539"/>
                  </a:lnTo>
                  <a:lnTo>
                    <a:pt x="10529" y="21318"/>
                  </a:lnTo>
                  <a:lnTo>
                    <a:pt x="10790" y="21098"/>
                  </a:lnTo>
                  <a:lnTo>
                    <a:pt x="11051" y="20857"/>
                  </a:lnTo>
                  <a:lnTo>
                    <a:pt x="11271" y="20596"/>
                  </a:lnTo>
                  <a:lnTo>
                    <a:pt x="11492" y="20316"/>
                  </a:lnTo>
                  <a:lnTo>
                    <a:pt x="11672" y="20035"/>
                  </a:lnTo>
                  <a:lnTo>
                    <a:pt x="11833" y="19734"/>
                  </a:lnTo>
                  <a:lnTo>
                    <a:pt x="11993" y="19413"/>
                  </a:lnTo>
                  <a:lnTo>
                    <a:pt x="12113" y="19092"/>
                  </a:lnTo>
                  <a:lnTo>
                    <a:pt x="12194" y="18751"/>
                  </a:lnTo>
                  <a:lnTo>
                    <a:pt x="12254" y="18390"/>
                  </a:lnTo>
                  <a:lnTo>
                    <a:pt x="12294" y="18009"/>
                  </a:lnTo>
                  <a:lnTo>
                    <a:pt x="12294" y="17628"/>
                  </a:lnTo>
                  <a:lnTo>
                    <a:pt x="12274" y="17367"/>
                  </a:lnTo>
                  <a:lnTo>
                    <a:pt x="12254" y="17107"/>
                  </a:lnTo>
                  <a:lnTo>
                    <a:pt x="12194" y="16786"/>
                  </a:lnTo>
                  <a:lnTo>
                    <a:pt x="12134" y="16465"/>
                  </a:lnTo>
                  <a:lnTo>
                    <a:pt x="12033" y="16144"/>
                  </a:lnTo>
                  <a:lnTo>
                    <a:pt x="11933" y="15823"/>
                  </a:lnTo>
                  <a:lnTo>
                    <a:pt x="11692" y="15182"/>
                  </a:lnTo>
                  <a:lnTo>
                    <a:pt x="11412" y="14520"/>
                  </a:lnTo>
                  <a:lnTo>
                    <a:pt x="11091" y="13878"/>
                  </a:lnTo>
                  <a:lnTo>
                    <a:pt x="10750" y="13236"/>
                  </a:lnTo>
                  <a:lnTo>
                    <a:pt x="10389" y="12615"/>
                  </a:lnTo>
                  <a:lnTo>
                    <a:pt x="10008" y="11993"/>
                  </a:lnTo>
                  <a:lnTo>
                    <a:pt x="9246" y="10810"/>
                  </a:lnTo>
                  <a:lnTo>
                    <a:pt x="8524" y="9727"/>
                  </a:lnTo>
                  <a:lnTo>
                    <a:pt x="8223" y="9225"/>
                  </a:lnTo>
                  <a:lnTo>
                    <a:pt x="7942" y="8764"/>
                  </a:lnTo>
                  <a:lnTo>
                    <a:pt x="7701" y="8323"/>
                  </a:lnTo>
                  <a:lnTo>
                    <a:pt x="7541" y="7942"/>
                  </a:lnTo>
                  <a:lnTo>
                    <a:pt x="7481" y="7761"/>
                  </a:lnTo>
                  <a:lnTo>
                    <a:pt x="7421" y="7561"/>
                  </a:lnTo>
                  <a:lnTo>
                    <a:pt x="7401" y="7340"/>
                  </a:lnTo>
                  <a:lnTo>
                    <a:pt x="7361" y="7100"/>
                  </a:lnTo>
                  <a:lnTo>
                    <a:pt x="7361" y="6578"/>
                  </a:lnTo>
                  <a:lnTo>
                    <a:pt x="7381" y="6017"/>
                  </a:lnTo>
                  <a:lnTo>
                    <a:pt x="7421" y="5415"/>
                  </a:lnTo>
                  <a:lnTo>
                    <a:pt x="7481" y="4793"/>
                  </a:lnTo>
                  <a:lnTo>
                    <a:pt x="7641" y="3550"/>
                  </a:lnTo>
                  <a:lnTo>
                    <a:pt x="7722" y="2928"/>
                  </a:lnTo>
                  <a:lnTo>
                    <a:pt x="7782" y="2347"/>
                  </a:lnTo>
                  <a:lnTo>
                    <a:pt x="7822" y="1805"/>
                  </a:lnTo>
                  <a:lnTo>
                    <a:pt x="7822" y="1304"/>
                  </a:lnTo>
                  <a:lnTo>
                    <a:pt x="7802" y="883"/>
                  </a:lnTo>
                  <a:lnTo>
                    <a:pt x="7762" y="682"/>
                  </a:lnTo>
                  <a:lnTo>
                    <a:pt x="7722" y="522"/>
                  </a:lnTo>
                  <a:lnTo>
                    <a:pt x="7681" y="361"/>
                  </a:lnTo>
                  <a:lnTo>
                    <a:pt x="7601" y="241"/>
                  </a:lnTo>
                  <a:lnTo>
                    <a:pt x="7521" y="141"/>
                  </a:lnTo>
                  <a:lnTo>
                    <a:pt x="7421" y="60"/>
                  </a:lnTo>
                  <a:lnTo>
                    <a:pt x="7320" y="20"/>
                  </a:lnTo>
                  <a:lnTo>
                    <a:pt x="720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5" name="Google Shape;5985;p26"/>
            <p:cNvSpPr/>
            <p:nvPr/>
          </p:nvSpPr>
          <p:spPr>
            <a:xfrm>
              <a:off x="10977575" y="3951475"/>
              <a:ext cx="307350" cy="574075"/>
            </a:xfrm>
            <a:custGeom>
              <a:avLst/>
              <a:gdLst/>
              <a:ahLst/>
              <a:cxnLst/>
              <a:rect l="l" t="t" r="r" b="b"/>
              <a:pathLst>
                <a:path w="12294" h="22963" fill="none" extrusionOk="0">
                  <a:moveTo>
                    <a:pt x="12294" y="17628"/>
                  </a:moveTo>
                  <a:lnTo>
                    <a:pt x="12294" y="17628"/>
                  </a:lnTo>
                  <a:lnTo>
                    <a:pt x="12294" y="18009"/>
                  </a:lnTo>
                  <a:lnTo>
                    <a:pt x="12254" y="18390"/>
                  </a:lnTo>
                  <a:lnTo>
                    <a:pt x="12194" y="18751"/>
                  </a:lnTo>
                  <a:lnTo>
                    <a:pt x="12113" y="19092"/>
                  </a:lnTo>
                  <a:lnTo>
                    <a:pt x="11993" y="19413"/>
                  </a:lnTo>
                  <a:lnTo>
                    <a:pt x="11833" y="19734"/>
                  </a:lnTo>
                  <a:lnTo>
                    <a:pt x="11672" y="20035"/>
                  </a:lnTo>
                  <a:lnTo>
                    <a:pt x="11492" y="20316"/>
                  </a:lnTo>
                  <a:lnTo>
                    <a:pt x="11271" y="20596"/>
                  </a:lnTo>
                  <a:lnTo>
                    <a:pt x="11051" y="20857"/>
                  </a:lnTo>
                  <a:lnTo>
                    <a:pt x="10790" y="21098"/>
                  </a:lnTo>
                  <a:lnTo>
                    <a:pt x="10529" y="21318"/>
                  </a:lnTo>
                  <a:lnTo>
                    <a:pt x="10248" y="21539"/>
                  </a:lnTo>
                  <a:lnTo>
                    <a:pt x="9968" y="21739"/>
                  </a:lnTo>
                  <a:lnTo>
                    <a:pt x="9667" y="21920"/>
                  </a:lnTo>
                  <a:lnTo>
                    <a:pt x="9346" y="22080"/>
                  </a:lnTo>
                  <a:lnTo>
                    <a:pt x="9025" y="22241"/>
                  </a:lnTo>
                  <a:lnTo>
                    <a:pt x="8704" y="22381"/>
                  </a:lnTo>
                  <a:lnTo>
                    <a:pt x="8383" y="22501"/>
                  </a:lnTo>
                  <a:lnTo>
                    <a:pt x="8042" y="22622"/>
                  </a:lnTo>
                  <a:lnTo>
                    <a:pt x="7701" y="22702"/>
                  </a:lnTo>
                  <a:lnTo>
                    <a:pt x="7361" y="22782"/>
                  </a:lnTo>
                  <a:lnTo>
                    <a:pt x="7040" y="22862"/>
                  </a:lnTo>
                  <a:lnTo>
                    <a:pt x="6699" y="22903"/>
                  </a:lnTo>
                  <a:lnTo>
                    <a:pt x="6378" y="22943"/>
                  </a:lnTo>
                  <a:lnTo>
                    <a:pt x="6057" y="22963"/>
                  </a:lnTo>
                  <a:lnTo>
                    <a:pt x="5756" y="22963"/>
                  </a:lnTo>
                  <a:lnTo>
                    <a:pt x="5455" y="22963"/>
                  </a:lnTo>
                  <a:lnTo>
                    <a:pt x="5155" y="22923"/>
                  </a:lnTo>
                  <a:lnTo>
                    <a:pt x="4874" y="22882"/>
                  </a:lnTo>
                  <a:lnTo>
                    <a:pt x="4613" y="22842"/>
                  </a:lnTo>
                  <a:lnTo>
                    <a:pt x="4372" y="22762"/>
                  </a:lnTo>
                  <a:lnTo>
                    <a:pt x="4372" y="22762"/>
                  </a:lnTo>
                  <a:lnTo>
                    <a:pt x="4112" y="22682"/>
                  </a:lnTo>
                  <a:lnTo>
                    <a:pt x="3871" y="22562"/>
                  </a:lnTo>
                  <a:lnTo>
                    <a:pt x="3630" y="22421"/>
                  </a:lnTo>
                  <a:lnTo>
                    <a:pt x="3410" y="22261"/>
                  </a:lnTo>
                  <a:lnTo>
                    <a:pt x="3189" y="22080"/>
                  </a:lnTo>
                  <a:lnTo>
                    <a:pt x="2969" y="21880"/>
                  </a:lnTo>
                  <a:lnTo>
                    <a:pt x="2748" y="21659"/>
                  </a:lnTo>
                  <a:lnTo>
                    <a:pt x="2527" y="21419"/>
                  </a:lnTo>
                  <a:lnTo>
                    <a:pt x="2327" y="21178"/>
                  </a:lnTo>
                  <a:lnTo>
                    <a:pt x="2126" y="20897"/>
                  </a:lnTo>
                  <a:lnTo>
                    <a:pt x="1946" y="20616"/>
                  </a:lnTo>
                  <a:lnTo>
                    <a:pt x="1765" y="20316"/>
                  </a:lnTo>
                  <a:lnTo>
                    <a:pt x="1585" y="20015"/>
                  </a:lnTo>
                  <a:lnTo>
                    <a:pt x="1424" y="19674"/>
                  </a:lnTo>
                  <a:lnTo>
                    <a:pt x="1104" y="18992"/>
                  </a:lnTo>
                  <a:lnTo>
                    <a:pt x="843" y="18270"/>
                  </a:lnTo>
                  <a:lnTo>
                    <a:pt x="602" y="17508"/>
                  </a:lnTo>
                  <a:lnTo>
                    <a:pt x="402" y="16726"/>
                  </a:lnTo>
                  <a:lnTo>
                    <a:pt x="221" y="15924"/>
                  </a:lnTo>
                  <a:lnTo>
                    <a:pt x="101" y="15101"/>
                  </a:lnTo>
                  <a:lnTo>
                    <a:pt x="41" y="14279"/>
                  </a:lnTo>
                  <a:lnTo>
                    <a:pt x="1" y="13457"/>
                  </a:lnTo>
                  <a:lnTo>
                    <a:pt x="1" y="13056"/>
                  </a:lnTo>
                  <a:lnTo>
                    <a:pt x="21" y="12655"/>
                  </a:lnTo>
                  <a:lnTo>
                    <a:pt x="21" y="12655"/>
                  </a:lnTo>
                  <a:lnTo>
                    <a:pt x="61" y="12053"/>
                  </a:lnTo>
                  <a:lnTo>
                    <a:pt x="121" y="11471"/>
                  </a:lnTo>
                  <a:lnTo>
                    <a:pt x="201" y="10870"/>
                  </a:lnTo>
                  <a:lnTo>
                    <a:pt x="321" y="10288"/>
                  </a:lnTo>
                  <a:lnTo>
                    <a:pt x="442" y="9687"/>
                  </a:lnTo>
                  <a:lnTo>
                    <a:pt x="582" y="9105"/>
                  </a:lnTo>
                  <a:lnTo>
                    <a:pt x="743" y="8543"/>
                  </a:lnTo>
                  <a:lnTo>
                    <a:pt x="923" y="7962"/>
                  </a:lnTo>
                  <a:lnTo>
                    <a:pt x="1104" y="7400"/>
                  </a:lnTo>
                  <a:lnTo>
                    <a:pt x="1304" y="6859"/>
                  </a:lnTo>
                  <a:lnTo>
                    <a:pt x="1525" y="6317"/>
                  </a:lnTo>
                  <a:lnTo>
                    <a:pt x="1765" y="5796"/>
                  </a:lnTo>
                  <a:lnTo>
                    <a:pt x="2006" y="5295"/>
                  </a:lnTo>
                  <a:lnTo>
                    <a:pt x="2247" y="4793"/>
                  </a:lnTo>
                  <a:lnTo>
                    <a:pt x="2507" y="4332"/>
                  </a:lnTo>
                  <a:lnTo>
                    <a:pt x="2768" y="3871"/>
                  </a:lnTo>
                  <a:lnTo>
                    <a:pt x="3049" y="3430"/>
                  </a:lnTo>
                  <a:lnTo>
                    <a:pt x="3330" y="3008"/>
                  </a:lnTo>
                  <a:lnTo>
                    <a:pt x="3610" y="2607"/>
                  </a:lnTo>
                  <a:lnTo>
                    <a:pt x="3891" y="2226"/>
                  </a:lnTo>
                  <a:lnTo>
                    <a:pt x="4192" y="1885"/>
                  </a:lnTo>
                  <a:lnTo>
                    <a:pt x="4473" y="1565"/>
                  </a:lnTo>
                  <a:lnTo>
                    <a:pt x="4774" y="1264"/>
                  </a:lnTo>
                  <a:lnTo>
                    <a:pt x="5054" y="983"/>
                  </a:lnTo>
                  <a:lnTo>
                    <a:pt x="5335" y="742"/>
                  </a:lnTo>
                  <a:lnTo>
                    <a:pt x="5616" y="542"/>
                  </a:lnTo>
                  <a:lnTo>
                    <a:pt x="5897" y="361"/>
                  </a:lnTo>
                  <a:lnTo>
                    <a:pt x="6177" y="221"/>
                  </a:lnTo>
                  <a:lnTo>
                    <a:pt x="6438" y="101"/>
                  </a:lnTo>
                  <a:lnTo>
                    <a:pt x="6699" y="20"/>
                  </a:lnTo>
                  <a:lnTo>
                    <a:pt x="6959" y="0"/>
                  </a:lnTo>
                  <a:lnTo>
                    <a:pt x="7200" y="0"/>
                  </a:lnTo>
                  <a:lnTo>
                    <a:pt x="7200" y="0"/>
                  </a:lnTo>
                  <a:lnTo>
                    <a:pt x="7320" y="20"/>
                  </a:lnTo>
                  <a:lnTo>
                    <a:pt x="7421" y="60"/>
                  </a:lnTo>
                  <a:lnTo>
                    <a:pt x="7421" y="60"/>
                  </a:lnTo>
                  <a:lnTo>
                    <a:pt x="7521" y="141"/>
                  </a:lnTo>
                  <a:lnTo>
                    <a:pt x="7601" y="241"/>
                  </a:lnTo>
                  <a:lnTo>
                    <a:pt x="7681" y="361"/>
                  </a:lnTo>
                  <a:lnTo>
                    <a:pt x="7722" y="522"/>
                  </a:lnTo>
                  <a:lnTo>
                    <a:pt x="7762" y="682"/>
                  </a:lnTo>
                  <a:lnTo>
                    <a:pt x="7802" y="883"/>
                  </a:lnTo>
                  <a:lnTo>
                    <a:pt x="7822" y="1304"/>
                  </a:lnTo>
                  <a:lnTo>
                    <a:pt x="7822" y="1805"/>
                  </a:lnTo>
                  <a:lnTo>
                    <a:pt x="7782" y="2347"/>
                  </a:lnTo>
                  <a:lnTo>
                    <a:pt x="7722" y="2928"/>
                  </a:lnTo>
                  <a:lnTo>
                    <a:pt x="7641" y="3550"/>
                  </a:lnTo>
                  <a:lnTo>
                    <a:pt x="7481" y="4793"/>
                  </a:lnTo>
                  <a:lnTo>
                    <a:pt x="7421" y="5415"/>
                  </a:lnTo>
                  <a:lnTo>
                    <a:pt x="7381" y="6017"/>
                  </a:lnTo>
                  <a:lnTo>
                    <a:pt x="7361" y="6578"/>
                  </a:lnTo>
                  <a:lnTo>
                    <a:pt x="7361" y="7100"/>
                  </a:lnTo>
                  <a:lnTo>
                    <a:pt x="7401" y="7340"/>
                  </a:lnTo>
                  <a:lnTo>
                    <a:pt x="7421" y="7561"/>
                  </a:lnTo>
                  <a:lnTo>
                    <a:pt x="7481" y="7761"/>
                  </a:lnTo>
                  <a:lnTo>
                    <a:pt x="7541" y="7942"/>
                  </a:lnTo>
                  <a:lnTo>
                    <a:pt x="7541" y="7942"/>
                  </a:lnTo>
                  <a:lnTo>
                    <a:pt x="7701" y="8323"/>
                  </a:lnTo>
                  <a:lnTo>
                    <a:pt x="7942" y="8764"/>
                  </a:lnTo>
                  <a:lnTo>
                    <a:pt x="8223" y="9225"/>
                  </a:lnTo>
                  <a:lnTo>
                    <a:pt x="8524" y="9727"/>
                  </a:lnTo>
                  <a:lnTo>
                    <a:pt x="9246" y="10810"/>
                  </a:lnTo>
                  <a:lnTo>
                    <a:pt x="10008" y="11993"/>
                  </a:lnTo>
                  <a:lnTo>
                    <a:pt x="10389" y="12615"/>
                  </a:lnTo>
                  <a:lnTo>
                    <a:pt x="10750" y="13236"/>
                  </a:lnTo>
                  <a:lnTo>
                    <a:pt x="11091" y="13878"/>
                  </a:lnTo>
                  <a:lnTo>
                    <a:pt x="11412" y="14520"/>
                  </a:lnTo>
                  <a:lnTo>
                    <a:pt x="11692" y="15182"/>
                  </a:lnTo>
                  <a:lnTo>
                    <a:pt x="11933" y="15823"/>
                  </a:lnTo>
                  <a:lnTo>
                    <a:pt x="12033" y="16144"/>
                  </a:lnTo>
                  <a:lnTo>
                    <a:pt x="12134" y="16465"/>
                  </a:lnTo>
                  <a:lnTo>
                    <a:pt x="12194" y="16786"/>
                  </a:lnTo>
                  <a:lnTo>
                    <a:pt x="12254" y="17107"/>
                  </a:lnTo>
                  <a:lnTo>
                    <a:pt x="12254" y="17107"/>
                  </a:lnTo>
                  <a:lnTo>
                    <a:pt x="12274" y="17367"/>
                  </a:lnTo>
                  <a:lnTo>
                    <a:pt x="12294" y="1762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6" name="Google Shape;5986;p26"/>
            <p:cNvSpPr/>
            <p:nvPr/>
          </p:nvSpPr>
          <p:spPr>
            <a:xfrm>
              <a:off x="11034725" y="3969025"/>
              <a:ext cx="113850" cy="428675"/>
            </a:xfrm>
            <a:custGeom>
              <a:avLst/>
              <a:gdLst/>
              <a:ahLst/>
              <a:cxnLst/>
              <a:rect l="l" t="t" r="r" b="b"/>
              <a:pathLst>
                <a:path w="4554" h="17147" extrusionOk="0">
                  <a:moveTo>
                    <a:pt x="4373" y="0"/>
                  </a:moveTo>
                  <a:lnTo>
                    <a:pt x="4112" y="281"/>
                  </a:lnTo>
                  <a:lnTo>
                    <a:pt x="3851" y="562"/>
                  </a:lnTo>
                  <a:lnTo>
                    <a:pt x="3611" y="863"/>
                  </a:lnTo>
                  <a:lnTo>
                    <a:pt x="3390" y="1163"/>
                  </a:lnTo>
                  <a:lnTo>
                    <a:pt x="3169" y="1484"/>
                  </a:lnTo>
                  <a:lnTo>
                    <a:pt x="2949" y="1805"/>
                  </a:lnTo>
                  <a:lnTo>
                    <a:pt x="2548" y="2467"/>
                  </a:lnTo>
                  <a:lnTo>
                    <a:pt x="2508" y="2266"/>
                  </a:lnTo>
                  <a:lnTo>
                    <a:pt x="2488" y="2226"/>
                  </a:lnTo>
                  <a:lnTo>
                    <a:pt x="2467" y="2206"/>
                  </a:lnTo>
                  <a:lnTo>
                    <a:pt x="2387" y="2186"/>
                  </a:lnTo>
                  <a:lnTo>
                    <a:pt x="2347" y="2206"/>
                  </a:lnTo>
                  <a:lnTo>
                    <a:pt x="2327" y="2226"/>
                  </a:lnTo>
                  <a:lnTo>
                    <a:pt x="2287" y="2246"/>
                  </a:lnTo>
                  <a:lnTo>
                    <a:pt x="2287" y="2286"/>
                  </a:lnTo>
                  <a:lnTo>
                    <a:pt x="2307" y="2547"/>
                  </a:lnTo>
                  <a:lnTo>
                    <a:pt x="2367" y="2828"/>
                  </a:lnTo>
                  <a:lnTo>
                    <a:pt x="2347" y="2848"/>
                  </a:lnTo>
                  <a:lnTo>
                    <a:pt x="2106" y="2768"/>
                  </a:lnTo>
                  <a:lnTo>
                    <a:pt x="1846" y="2728"/>
                  </a:lnTo>
                  <a:lnTo>
                    <a:pt x="1806" y="2728"/>
                  </a:lnTo>
                  <a:lnTo>
                    <a:pt x="1786" y="2768"/>
                  </a:lnTo>
                  <a:lnTo>
                    <a:pt x="1786" y="2788"/>
                  </a:lnTo>
                  <a:lnTo>
                    <a:pt x="1826" y="2808"/>
                  </a:lnTo>
                  <a:lnTo>
                    <a:pt x="2287" y="2988"/>
                  </a:lnTo>
                  <a:lnTo>
                    <a:pt x="2006" y="3570"/>
                  </a:lnTo>
                  <a:lnTo>
                    <a:pt x="1746" y="4172"/>
                  </a:lnTo>
                  <a:lnTo>
                    <a:pt x="1525" y="4793"/>
                  </a:lnTo>
                  <a:lnTo>
                    <a:pt x="1304" y="5415"/>
                  </a:lnTo>
                  <a:lnTo>
                    <a:pt x="1124" y="6037"/>
                  </a:lnTo>
                  <a:lnTo>
                    <a:pt x="963" y="6678"/>
                  </a:lnTo>
                  <a:lnTo>
                    <a:pt x="823" y="7300"/>
                  </a:lnTo>
                  <a:lnTo>
                    <a:pt x="703" y="7942"/>
                  </a:lnTo>
                  <a:lnTo>
                    <a:pt x="502" y="7962"/>
                  </a:lnTo>
                  <a:lnTo>
                    <a:pt x="302" y="7982"/>
                  </a:lnTo>
                  <a:lnTo>
                    <a:pt x="282" y="8002"/>
                  </a:lnTo>
                  <a:lnTo>
                    <a:pt x="261" y="8022"/>
                  </a:lnTo>
                  <a:lnTo>
                    <a:pt x="241" y="8062"/>
                  </a:lnTo>
                  <a:lnTo>
                    <a:pt x="282" y="8122"/>
                  </a:lnTo>
                  <a:lnTo>
                    <a:pt x="302" y="8122"/>
                  </a:lnTo>
                  <a:lnTo>
                    <a:pt x="322" y="8142"/>
                  </a:lnTo>
                  <a:lnTo>
                    <a:pt x="663" y="8142"/>
                  </a:lnTo>
                  <a:lnTo>
                    <a:pt x="542" y="9005"/>
                  </a:lnTo>
                  <a:lnTo>
                    <a:pt x="302" y="9025"/>
                  </a:lnTo>
                  <a:lnTo>
                    <a:pt x="61" y="9065"/>
                  </a:lnTo>
                  <a:lnTo>
                    <a:pt x="41" y="9085"/>
                  </a:lnTo>
                  <a:lnTo>
                    <a:pt x="21" y="9105"/>
                  </a:lnTo>
                  <a:lnTo>
                    <a:pt x="1" y="9165"/>
                  </a:lnTo>
                  <a:lnTo>
                    <a:pt x="41" y="9205"/>
                  </a:lnTo>
                  <a:lnTo>
                    <a:pt x="101" y="9245"/>
                  </a:lnTo>
                  <a:lnTo>
                    <a:pt x="382" y="9265"/>
                  </a:lnTo>
                  <a:lnTo>
                    <a:pt x="522" y="9245"/>
                  </a:lnTo>
                  <a:lnTo>
                    <a:pt x="462" y="9827"/>
                  </a:lnTo>
                  <a:lnTo>
                    <a:pt x="422" y="10408"/>
                  </a:lnTo>
                  <a:lnTo>
                    <a:pt x="382" y="10990"/>
                  </a:lnTo>
                  <a:lnTo>
                    <a:pt x="382" y="11572"/>
                  </a:lnTo>
                  <a:lnTo>
                    <a:pt x="402" y="12153"/>
                  </a:lnTo>
                  <a:lnTo>
                    <a:pt x="442" y="12735"/>
                  </a:lnTo>
                  <a:lnTo>
                    <a:pt x="502" y="13316"/>
                  </a:lnTo>
                  <a:lnTo>
                    <a:pt x="582" y="13878"/>
                  </a:lnTo>
                  <a:lnTo>
                    <a:pt x="683" y="14459"/>
                  </a:lnTo>
                  <a:lnTo>
                    <a:pt x="803" y="15021"/>
                  </a:lnTo>
                  <a:lnTo>
                    <a:pt x="983" y="15342"/>
                  </a:lnTo>
                  <a:lnTo>
                    <a:pt x="1164" y="15663"/>
                  </a:lnTo>
                  <a:lnTo>
                    <a:pt x="1364" y="15984"/>
                  </a:lnTo>
                  <a:lnTo>
                    <a:pt x="1565" y="16284"/>
                  </a:lnTo>
                  <a:lnTo>
                    <a:pt x="1344" y="15583"/>
                  </a:lnTo>
                  <a:lnTo>
                    <a:pt x="1164" y="14881"/>
                  </a:lnTo>
                  <a:lnTo>
                    <a:pt x="1004" y="14159"/>
                  </a:lnTo>
                  <a:lnTo>
                    <a:pt x="883" y="13437"/>
                  </a:lnTo>
                  <a:lnTo>
                    <a:pt x="803" y="12695"/>
                  </a:lnTo>
                  <a:lnTo>
                    <a:pt x="743" y="11953"/>
                  </a:lnTo>
                  <a:lnTo>
                    <a:pt x="743" y="11191"/>
                  </a:lnTo>
                  <a:lnTo>
                    <a:pt x="763" y="10408"/>
                  </a:lnTo>
                  <a:lnTo>
                    <a:pt x="803" y="9827"/>
                  </a:lnTo>
                  <a:lnTo>
                    <a:pt x="863" y="9245"/>
                  </a:lnTo>
                  <a:lnTo>
                    <a:pt x="1164" y="9225"/>
                  </a:lnTo>
                  <a:lnTo>
                    <a:pt x="1324" y="9205"/>
                  </a:lnTo>
                  <a:lnTo>
                    <a:pt x="1465" y="9165"/>
                  </a:lnTo>
                  <a:lnTo>
                    <a:pt x="1505" y="9125"/>
                  </a:lnTo>
                  <a:lnTo>
                    <a:pt x="1505" y="9065"/>
                  </a:lnTo>
                  <a:lnTo>
                    <a:pt x="1485" y="9025"/>
                  </a:lnTo>
                  <a:lnTo>
                    <a:pt x="1445" y="9005"/>
                  </a:lnTo>
                  <a:lnTo>
                    <a:pt x="1304" y="8965"/>
                  </a:lnTo>
                  <a:lnTo>
                    <a:pt x="903" y="8965"/>
                  </a:lnTo>
                  <a:lnTo>
                    <a:pt x="1024" y="8202"/>
                  </a:lnTo>
                  <a:lnTo>
                    <a:pt x="1405" y="8263"/>
                  </a:lnTo>
                  <a:lnTo>
                    <a:pt x="1465" y="8243"/>
                  </a:lnTo>
                  <a:lnTo>
                    <a:pt x="1505" y="8182"/>
                  </a:lnTo>
                  <a:lnTo>
                    <a:pt x="1525" y="8122"/>
                  </a:lnTo>
                  <a:lnTo>
                    <a:pt x="1505" y="8102"/>
                  </a:lnTo>
                  <a:lnTo>
                    <a:pt x="1465" y="8082"/>
                  </a:lnTo>
                  <a:lnTo>
                    <a:pt x="1264" y="8002"/>
                  </a:lnTo>
                  <a:lnTo>
                    <a:pt x="1044" y="7962"/>
                  </a:lnTo>
                  <a:lnTo>
                    <a:pt x="1164" y="7360"/>
                  </a:lnTo>
                  <a:lnTo>
                    <a:pt x="1304" y="6759"/>
                  </a:lnTo>
                  <a:lnTo>
                    <a:pt x="1465" y="6177"/>
                  </a:lnTo>
                  <a:lnTo>
                    <a:pt x="1625" y="5595"/>
                  </a:lnTo>
                  <a:lnTo>
                    <a:pt x="1826" y="5014"/>
                  </a:lnTo>
                  <a:lnTo>
                    <a:pt x="2046" y="4432"/>
                  </a:lnTo>
                  <a:lnTo>
                    <a:pt x="2267" y="3871"/>
                  </a:lnTo>
                  <a:lnTo>
                    <a:pt x="2528" y="3329"/>
                  </a:lnTo>
                  <a:lnTo>
                    <a:pt x="2608" y="3490"/>
                  </a:lnTo>
                  <a:lnTo>
                    <a:pt x="2708" y="3610"/>
                  </a:lnTo>
                  <a:lnTo>
                    <a:pt x="2728" y="3630"/>
                  </a:lnTo>
                  <a:lnTo>
                    <a:pt x="2748" y="3650"/>
                  </a:lnTo>
                  <a:lnTo>
                    <a:pt x="2808" y="3610"/>
                  </a:lnTo>
                  <a:lnTo>
                    <a:pt x="2828" y="3590"/>
                  </a:lnTo>
                  <a:lnTo>
                    <a:pt x="2849" y="3570"/>
                  </a:lnTo>
                  <a:lnTo>
                    <a:pt x="2808" y="3389"/>
                  </a:lnTo>
                  <a:lnTo>
                    <a:pt x="2768" y="3209"/>
                  </a:lnTo>
                  <a:lnTo>
                    <a:pt x="2949" y="3289"/>
                  </a:lnTo>
                  <a:lnTo>
                    <a:pt x="3049" y="3329"/>
                  </a:lnTo>
                  <a:lnTo>
                    <a:pt x="3149" y="3349"/>
                  </a:lnTo>
                  <a:lnTo>
                    <a:pt x="3189" y="3329"/>
                  </a:lnTo>
                  <a:lnTo>
                    <a:pt x="3209" y="3289"/>
                  </a:lnTo>
                  <a:lnTo>
                    <a:pt x="3209" y="3249"/>
                  </a:lnTo>
                  <a:lnTo>
                    <a:pt x="3209" y="3209"/>
                  </a:lnTo>
                  <a:lnTo>
                    <a:pt x="3089" y="3129"/>
                  </a:lnTo>
                  <a:lnTo>
                    <a:pt x="2969" y="3048"/>
                  </a:lnTo>
                  <a:lnTo>
                    <a:pt x="2708" y="2948"/>
                  </a:lnTo>
                  <a:lnTo>
                    <a:pt x="3109" y="2206"/>
                  </a:lnTo>
                  <a:lnTo>
                    <a:pt x="3550" y="1484"/>
                  </a:lnTo>
                  <a:lnTo>
                    <a:pt x="4032" y="782"/>
                  </a:lnTo>
                  <a:lnTo>
                    <a:pt x="4553" y="100"/>
                  </a:lnTo>
                  <a:lnTo>
                    <a:pt x="4373" y="0"/>
                  </a:lnTo>
                  <a:close/>
                  <a:moveTo>
                    <a:pt x="2287" y="17067"/>
                  </a:moveTo>
                  <a:lnTo>
                    <a:pt x="2387" y="17147"/>
                  </a:lnTo>
                  <a:lnTo>
                    <a:pt x="2387" y="17147"/>
                  </a:lnTo>
                  <a:lnTo>
                    <a:pt x="2367" y="17127"/>
                  </a:lnTo>
                  <a:lnTo>
                    <a:pt x="2347" y="17087"/>
                  </a:lnTo>
                  <a:lnTo>
                    <a:pt x="2287" y="17067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7" name="Google Shape;5987;p26"/>
            <p:cNvSpPr/>
            <p:nvPr/>
          </p:nvSpPr>
          <p:spPr>
            <a:xfrm>
              <a:off x="11091875" y="4395675"/>
              <a:ext cx="2550" cy="2025"/>
            </a:xfrm>
            <a:custGeom>
              <a:avLst/>
              <a:gdLst/>
              <a:ahLst/>
              <a:cxnLst/>
              <a:rect l="l" t="t" r="r" b="b"/>
              <a:pathLst>
                <a:path w="102" h="81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101" y="81"/>
                  </a:lnTo>
                  <a:lnTo>
                    <a:pt x="101" y="81"/>
                  </a:lnTo>
                  <a:lnTo>
                    <a:pt x="81" y="61"/>
                  </a:lnTo>
                  <a:lnTo>
                    <a:pt x="61" y="21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8" name="Google Shape;5988;p26"/>
            <p:cNvSpPr/>
            <p:nvPr/>
          </p:nvSpPr>
          <p:spPr>
            <a:xfrm>
              <a:off x="10977575" y="3959000"/>
              <a:ext cx="307350" cy="566550"/>
            </a:xfrm>
            <a:custGeom>
              <a:avLst/>
              <a:gdLst/>
              <a:ahLst/>
              <a:cxnLst/>
              <a:rect l="l" t="t" r="r" b="b"/>
              <a:pathLst>
                <a:path w="12294" h="22662" extrusionOk="0">
                  <a:moveTo>
                    <a:pt x="3851" y="16685"/>
                  </a:moveTo>
                  <a:lnTo>
                    <a:pt x="4032" y="17147"/>
                  </a:lnTo>
                  <a:lnTo>
                    <a:pt x="4212" y="17608"/>
                  </a:lnTo>
                  <a:lnTo>
                    <a:pt x="4372" y="17528"/>
                  </a:lnTo>
                  <a:lnTo>
                    <a:pt x="4553" y="17468"/>
                  </a:lnTo>
                  <a:lnTo>
                    <a:pt x="4573" y="17468"/>
                  </a:lnTo>
                  <a:lnTo>
                    <a:pt x="4392" y="17287"/>
                  </a:lnTo>
                  <a:lnTo>
                    <a:pt x="4192" y="17087"/>
                  </a:lnTo>
                  <a:lnTo>
                    <a:pt x="3851" y="16685"/>
                  </a:lnTo>
                  <a:close/>
                  <a:moveTo>
                    <a:pt x="6017" y="0"/>
                  </a:moveTo>
                  <a:lnTo>
                    <a:pt x="5776" y="140"/>
                  </a:lnTo>
                  <a:lnTo>
                    <a:pt x="5536" y="301"/>
                  </a:lnTo>
                  <a:lnTo>
                    <a:pt x="5295" y="481"/>
                  </a:lnTo>
                  <a:lnTo>
                    <a:pt x="5054" y="682"/>
                  </a:lnTo>
                  <a:lnTo>
                    <a:pt x="4814" y="923"/>
                  </a:lnTo>
                  <a:lnTo>
                    <a:pt x="4553" y="1163"/>
                  </a:lnTo>
                  <a:lnTo>
                    <a:pt x="4312" y="1444"/>
                  </a:lnTo>
                  <a:lnTo>
                    <a:pt x="4072" y="1725"/>
                  </a:lnTo>
                  <a:lnTo>
                    <a:pt x="3811" y="2026"/>
                  </a:lnTo>
                  <a:lnTo>
                    <a:pt x="3570" y="2367"/>
                  </a:lnTo>
                  <a:lnTo>
                    <a:pt x="3089" y="3068"/>
                  </a:lnTo>
                  <a:lnTo>
                    <a:pt x="2628" y="3830"/>
                  </a:lnTo>
                  <a:lnTo>
                    <a:pt x="2187" y="4633"/>
                  </a:lnTo>
                  <a:lnTo>
                    <a:pt x="1765" y="5495"/>
                  </a:lnTo>
                  <a:lnTo>
                    <a:pt x="1384" y="6397"/>
                  </a:lnTo>
                  <a:lnTo>
                    <a:pt x="1204" y="6879"/>
                  </a:lnTo>
                  <a:lnTo>
                    <a:pt x="1023" y="7340"/>
                  </a:lnTo>
                  <a:lnTo>
                    <a:pt x="863" y="7821"/>
                  </a:lnTo>
                  <a:lnTo>
                    <a:pt x="723" y="8323"/>
                  </a:lnTo>
                  <a:lnTo>
                    <a:pt x="582" y="8804"/>
                  </a:lnTo>
                  <a:lnTo>
                    <a:pt x="462" y="9305"/>
                  </a:lnTo>
                  <a:lnTo>
                    <a:pt x="341" y="9807"/>
                  </a:lnTo>
                  <a:lnTo>
                    <a:pt x="241" y="10308"/>
                  </a:lnTo>
                  <a:lnTo>
                    <a:pt x="161" y="10830"/>
                  </a:lnTo>
                  <a:lnTo>
                    <a:pt x="101" y="11331"/>
                  </a:lnTo>
                  <a:lnTo>
                    <a:pt x="61" y="11852"/>
                  </a:lnTo>
                  <a:lnTo>
                    <a:pt x="21" y="12354"/>
                  </a:lnTo>
                  <a:lnTo>
                    <a:pt x="1" y="13036"/>
                  </a:lnTo>
                  <a:lnTo>
                    <a:pt x="21" y="13818"/>
                  </a:lnTo>
                  <a:lnTo>
                    <a:pt x="81" y="14600"/>
                  </a:lnTo>
                  <a:lnTo>
                    <a:pt x="181" y="15362"/>
                  </a:lnTo>
                  <a:lnTo>
                    <a:pt x="321" y="16124"/>
                  </a:lnTo>
                  <a:lnTo>
                    <a:pt x="502" y="16886"/>
                  </a:lnTo>
                  <a:lnTo>
                    <a:pt x="723" y="17608"/>
                  </a:lnTo>
                  <a:lnTo>
                    <a:pt x="963" y="18310"/>
                  </a:lnTo>
                  <a:lnTo>
                    <a:pt x="1244" y="18992"/>
                  </a:lnTo>
                  <a:lnTo>
                    <a:pt x="1545" y="19613"/>
                  </a:lnTo>
                  <a:lnTo>
                    <a:pt x="1886" y="20215"/>
                  </a:lnTo>
                  <a:lnTo>
                    <a:pt x="2046" y="20496"/>
                  </a:lnTo>
                  <a:lnTo>
                    <a:pt x="2247" y="20757"/>
                  </a:lnTo>
                  <a:lnTo>
                    <a:pt x="2427" y="20997"/>
                  </a:lnTo>
                  <a:lnTo>
                    <a:pt x="2628" y="21238"/>
                  </a:lnTo>
                  <a:lnTo>
                    <a:pt x="2828" y="21438"/>
                  </a:lnTo>
                  <a:lnTo>
                    <a:pt x="3029" y="21639"/>
                  </a:lnTo>
                  <a:lnTo>
                    <a:pt x="3249" y="21839"/>
                  </a:lnTo>
                  <a:lnTo>
                    <a:pt x="3450" y="22000"/>
                  </a:lnTo>
                  <a:lnTo>
                    <a:pt x="3671" y="22140"/>
                  </a:lnTo>
                  <a:lnTo>
                    <a:pt x="3911" y="22261"/>
                  </a:lnTo>
                  <a:lnTo>
                    <a:pt x="4132" y="22381"/>
                  </a:lnTo>
                  <a:lnTo>
                    <a:pt x="4372" y="22461"/>
                  </a:lnTo>
                  <a:lnTo>
                    <a:pt x="4693" y="22561"/>
                  </a:lnTo>
                  <a:lnTo>
                    <a:pt x="5034" y="22622"/>
                  </a:lnTo>
                  <a:lnTo>
                    <a:pt x="5395" y="22642"/>
                  </a:lnTo>
                  <a:lnTo>
                    <a:pt x="5796" y="22662"/>
                  </a:lnTo>
                  <a:lnTo>
                    <a:pt x="6318" y="22642"/>
                  </a:lnTo>
                  <a:lnTo>
                    <a:pt x="6859" y="22581"/>
                  </a:lnTo>
                  <a:lnTo>
                    <a:pt x="7401" y="22481"/>
                  </a:lnTo>
                  <a:lnTo>
                    <a:pt x="7962" y="22341"/>
                  </a:lnTo>
                  <a:lnTo>
                    <a:pt x="8504" y="22160"/>
                  </a:lnTo>
                  <a:lnTo>
                    <a:pt x="9045" y="21940"/>
                  </a:lnTo>
                  <a:lnTo>
                    <a:pt x="9567" y="21659"/>
                  </a:lnTo>
                  <a:lnTo>
                    <a:pt x="9827" y="21519"/>
                  </a:lnTo>
                  <a:lnTo>
                    <a:pt x="10068" y="21358"/>
                  </a:lnTo>
                  <a:lnTo>
                    <a:pt x="10309" y="21198"/>
                  </a:lnTo>
                  <a:lnTo>
                    <a:pt x="10529" y="21017"/>
                  </a:lnTo>
                  <a:lnTo>
                    <a:pt x="10750" y="20837"/>
                  </a:lnTo>
                  <a:lnTo>
                    <a:pt x="10950" y="20636"/>
                  </a:lnTo>
                  <a:lnTo>
                    <a:pt x="11151" y="20436"/>
                  </a:lnTo>
                  <a:lnTo>
                    <a:pt x="11331" y="20215"/>
                  </a:lnTo>
                  <a:lnTo>
                    <a:pt x="11512" y="19974"/>
                  </a:lnTo>
                  <a:lnTo>
                    <a:pt x="11672" y="19754"/>
                  </a:lnTo>
                  <a:lnTo>
                    <a:pt x="11813" y="19493"/>
                  </a:lnTo>
                  <a:lnTo>
                    <a:pt x="11933" y="19252"/>
                  </a:lnTo>
                  <a:lnTo>
                    <a:pt x="12033" y="18972"/>
                  </a:lnTo>
                  <a:lnTo>
                    <a:pt x="12134" y="18691"/>
                  </a:lnTo>
                  <a:lnTo>
                    <a:pt x="12194" y="18410"/>
                  </a:lnTo>
                  <a:lnTo>
                    <a:pt x="12254" y="18109"/>
                  </a:lnTo>
                  <a:lnTo>
                    <a:pt x="12294" y="17809"/>
                  </a:lnTo>
                  <a:lnTo>
                    <a:pt x="12294" y="17488"/>
                  </a:lnTo>
                  <a:lnTo>
                    <a:pt x="12294" y="17327"/>
                  </a:lnTo>
                  <a:lnTo>
                    <a:pt x="12093" y="17508"/>
                  </a:lnTo>
                  <a:lnTo>
                    <a:pt x="11873" y="17688"/>
                  </a:lnTo>
                  <a:lnTo>
                    <a:pt x="11652" y="17849"/>
                  </a:lnTo>
                  <a:lnTo>
                    <a:pt x="11432" y="18009"/>
                  </a:lnTo>
                  <a:lnTo>
                    <a:pt x="11191" y="18149"/>
                  </a:lnTo>
                  <a:lnTo>
                    <a:pt x="10950" y="18290"/>
                  </a:lnTo>
                  <a:lnTo>
                    <a:pt x="10710" y="18410"/>
                  </a:lnTo>
                  <a:lnTo>
                    <a:pt x="10469" y="18510"/>
                  </a:lnTo>
                  <a:lnTo>
                    <a:pt x="10208" y="18611"/>
                  </a:lnTo>
                  <a:lnTo>
                    <a:pt x="9948" y="18691"/>
                  </a:lnTo>
                  <a:lnTo>
                    <a:pt x="9687" y="18771"/>
                  </a:lnTo>
                  <a:lnTo>
                    <a:pt x="9426" y="18831"/>
                  </a:lnTo>
                  <a:lnTo>
                    <a:pt x="9145" y="18871"/>
                  </a:lnTo>
                  <a:lnTo>
                    <a:pt x="8885" y="18912"/>
                  </a:lnTo>
                  <a:lnTo>
                    <a:pt x="8604" y="18932"/>
                  </a:lnTo>
                  <a:lnTo>
                    <a:pt x="7942" y="18932"/>
                  </a:lnTo>
                  <a:lnTo>
                    <a:pt x="7561" y="18891"/>
                  </a:lnTo>
                  <a:lnTo>
                    <a:pt x="7180" y="18811"/>
                  </a:lnTo>
                  <a:lnTo>
                    <a:pt x="6799" y="18711"/>
                  </a:lnTo>
                  <a:lnTo>
                    <a:pt x="6478" y="18611"/>
                  </a:lnTo>
                  <a:lnTo>
                    <a:pt x="6197" y="18510"/>
                  </a:lnTo>
                  <a:lnTo>
                    <a:pt x="5917" y="18370"/>
                  </a:lnTo>
                  <a:lnTo>
                    <a:pt x="5636" y="18230"/>
                  </a:lnTo>
                  <a:lnTo>
                    <a:pt x="5375" y="18089"/>
                  </a:lnTo>
                  <a:lnTo>
                    <a:pt x="5135" y="17909"/>
                  </a:lnTo>
                  <a:lnTo>
                    <a:pt x="4894" y="17748"/>
                  </a:lnTo>
                  <a:lnTo>
                    <a:pt x="4673" y="17548"/>
                  </a:lnTo>
                  <a:lnTo>
                    <a:pt x="4653" y="17588"/>
                  </a:lnTo>
                  <a:lnTo>
                    <a:pt x="4633" y="17608"/>
                  </a:lnTo>
                  <a:lnTo>
                    <a:pt x="4473" y="17708"/>
                  </a:lnTo>
                  <a:lnTo>
                    <a:pt x="4292" y="17809"/>
                  </a:lnTo>
                  <a:lnTo>
                    <a:pt x="4513" y="18330"/>
                  </a:lnTo>
                  <a:lnTo>
                    <a:pt x="4653" y="18210"/>
                  </a:lnTo>
                  <a:lnTo>
                    <a:pt x="4774" y="18109"/>
                  </a:lnTo>
                  <a:lnTo>
                    <a:pt x="4914" y="18029"/>
                  </a:lnTo>
                  <a:lnTo>
                    <a:pt x="5074" y="17949"/>
                  </a:lnTo>
                  <a:lnTo>
                    <a:pt x="5114" y="17949"/>
                  </a:lnTo>
                  <a:lnTo>
                    <a:pt x="5155" y="17969"/>
                  </a:lnTo>
                  <a:lnTo>
                    <a:pt x="5195" y="18009"/>
                  </a:lnTo>
                  <a:lnTo>
                    <a:pt x="5195" y="18089"/>
                  </a:lnTo>
                  <a:lnTo>
                    <a:pt x="5175" y="18129"/>
                  </a:lnTo>
                  <a:lnTo>
                    <a:pt x="5054" y="18250"/>
                  </a:lnTo>
                  <a:lnTo>
                    <a:pt x="4914" y="18370"/>
                  </a:lnTo>
                  <a:lnTo>
                    <a:pt x="4653" y="18571"/>
                  </a:lnTo>
                  <a:lnTo>
                    <a:pt x="4894" y="19052"/>
                  </a:lnTo>
                  <a:lnTo>
                    <a:pt x="5155" y="19533"/>
                  </a:lnTo>
                  <a:lnTo>
                    <a:pt x="5435" y="20015"/>
                  </a:lnTo>
                  <a:lnTo>
                    <a:pt x="5716" y="20476"/>
                  </a:lnTo>
                  <a:lnTo>
                    <a:pt x="6017" y="20937"/>
                  </a:lnTo>
                  <a:lnTo>
                    <a:pt x="6338" y="21398"/>
                  </a:lnTo>
                  <a:lnTo>
                    <a:pt x="6679" y="21860"/>
                  </a:lnTo>
                  <a:lnTo>
                    <a:pt x="7020" y="22301"/>
                  </a:lnTo>
                  <a:lnTo>
                    <a:pt x="7040" y="22361"/>
                  </a:lnTo>
                  <a:lnTo>
                    <a:pt x="7040" y="22421"/>
                  </a:lnTo>
                  <a:lnTo>
                    <a:pt x="7000" y="22461"/>
                  </a:lnTo>
                  <a:lnTo>
                    <a:pt x="6919" y="22461"/>
                  </a:lnTo>
                  <a:lnTo>
                    <a:pt x="6879" y="22441"/>
                  </a:lnTo>
                  <a:lnTo>
                    <a:pt x="6498" y="22040"/>
                  </a:lnTo>
                  <a:lnTo>
                    <a:pt x="6137" y="21619"/>
                  </a:lnTo>
                  <a:lnTo>
                    <a:pt x="5796" y="21178"/>
                  </a:lnTo>
                  <a:lnTo>
                    <a:pt x="5475" y="20736"/>
                  </a:lnTo>
                  <a:lnTo>
                    <a:pt x="5155" y="20295"/>
                  </a:lnTo>
                  <a:lnTo>
                    <a:pt x="4874" y="19814"/>
                  </a:lnTo>
                  <a:lnTo>
                    <a:pt x="4593" y="19353"/>
                  </a:lnTo>
                  <a:lnTo>
                    <a:pt x="4332" y="18851"/>
                  </a:lnTo>
                  <a:lnTo>
                    <a:pt x="4132" y="19072"/>
                  </a:lnTo>
                  <a:lnTo>
                    <a:pt x="3911" y="19293"/>
                  </a:lnTo>
                  <a:lnTo>
                    <a:pt x="3891" y="19313"/>
                  </a:lnTo>
                  <a:lnTo>
                    <a:pt x="3811" y="19313"/>
                  </a:lnTo>
                  <a:lnTo>
                    <a:pt x="3771" y="19272"/>
                  </a:lnTo>
                  <a:lnTo>
                    <a:pt x="3771" y="19232"/>
                  </a:lnTo>
                  <a:lnTo>
                    <a:pt x="3771" y="19192"/>
                  </a:lnTo>
                  <a:lnTo>
                    <a:pt x="3871" y="19032"/>
                  </a:lnTo>
                  <a:lnTo>
                    <a:pt x="3971" y="18891"/>
                  </a:lnTo>
                  <a:lnTo>
                    <a:pt x="4212" y="18611"/>
                  </a:lnTo>
                  <a:lnTo>
                    <a:pt x="3951" y="17989"/>
                  </a:lnTo>
                  <a:lnTo>
                    <a:pt x="3671" y="18169"/>
                  </a:lnTo>
                  <a:lnTo>
                    <a:pt x="3410" y="18350"/>
                  </a:lnTo>
                  <a:lnTo>
                    <a:pt x="3370" y="18370"/>
                  </a:lnTo>
                  <a:lnTo>
                    <a:pt x="3350" y="18350"/>
                  </a:lnTo>
                  <a:lnTo>
                    <a:pt x="3310" y="18330"/>
                  </a:lnTo>
                  <a:lnTo>
                    <a:pt x="3310" y="18290"/>
                  </a:lnTo>
                  <a:lnTo>
                    <a:pt x="3330" y="18250"/>
                  </a:lnTo>
                  <a:lnTo>
                    <a:pt x="3590" y="18029"/>
                  </a:lnTo>
                  <a:lnTo>
                    <a:pt x="3871" y="17829"/>
                  </a:lnTo>
                  <a:lnTo>
                    <a:pt x="3630" y="17247"/>
                  </a:lnTo>
                  <a:lnTo>
                    <a:pt x="3430" y="16645"/>
                  </a:lnTo>
                  <a:lnTo>
                    <a:pt x="3249" y="16044"/>
                  </a:lnTo>
                  <a:lnTo>
                    <a:pt x="3089" y="15422"/>
                  </a:lnTo>
                  <a:lnTo>
                    <a:pt x="2949" y="15121"/>
                  </a:lnTo>
                  <a:lnTo>
                    <a:pt x="2828" y="14800"/>
                  </a:lnTo>
                  <a:lnTo>
                    <a:pt x="2608" y="14179"/>
                  </a:lnTo>
                  <a:lnTo>
                    <a:pt x="2427" y="13517"/>
                  </a:lnTo>
                  <a:lnTo>
                    <a:pt x="2287" y="12855"/>
                  </a:lnTo>
                  <a:lnTo>
                    <a:pt x="2207" y="12374"/>
                  </a:lnTo>
                  <a:lnTo>
                    <a:pt x="2146" y="11872"/>
                  </a:lnTo>
                  <a:lnTo>
                    <a:pt x="2126" y="11391"/>
                  </a:lnTo>
                  <a:lnTo>
                    <a:pt x="2106" y="10890"/>
                  </a:lnTo>
                  <a:lnTo>
                    <a:pt x="2106" y="10408"/>
                  </a:lnTo>
                  <a:lnTo>
                    <a:pt x="2106" y="9907"/>
                  </a:lnTo>
                  <a:lnTo>
                    <a:pt x="2146" y="9426"/>
                  </a:lnTo>
                  <a:lnTo>
                    <a:pt x="2207" y="8924"/>
                  </a:lnTo>
                  <a:lnTo>
                    <a:pt x="2267" y="8443"/>
                  </a:lnTo>
                  <a:lnTo>
                    <a:pt x="2347" y="7962"/>
                  </a:lnTo>
                  <a:lnTo>
                    <a:pt x="2447" y="7460"/>
                  </a:lnTo>
                  <a:lnTo>
                    <a:pt x="2547" y="6979"/>
                  </a:lnTo>
                  <a:lnTo>
                    <a:pt x="2688" y="6518"/>
                  </a:lnTo>
                  <a:lnTo>
                    <a:pt x="2828" y="6036"/>
                  </a:lnTo>
                  <a:lnTo>
                    <a:pt x="2969" y="5575"/>
                  </a:lnTo>
                  <a:lnTo>
                    <a:pt x="3129" y="5114"/>
                  </a:lnTo>
                  <a:lnTo>
                    <a:pt x="3410" y="4412"/>
                  </a:lnTo>
                  <a:lnTo>
                    <a:pt x="3711" y="3730"/>
                  </a:lnTo>
                  <a:lnTo>
                    <a:pt x="4052" y="3068"/>
                  </a:lnTo>
                  <a:lnTo>
                    <a:pt x="4232" y="2748"/>
                  </a:lnTo>
                  <a:lnTo>
                    <a:pt x="4433" y="2427"/>
                  </a:lnTo>
                  <a:lnTo>
                    <a:pt x="4633" y="2106"/>
                  </a:lnTo>
                  <a:lnTo>
                    <a:pt x="4854" y="1805"/>
                  </a:lnTo>
                  <a:lnTo>
                    <a:pt x="5074" y="1524"/>
                  </a:lnTo>
                  <a:lnTo>
                    <a:pt x="5315" y="1243"/>
                  </a:lnTo>
                  <a:lnTo>
                    <a:pt x="5556" y="963"/>
                  </a:lnTo>
                  <a:lnTo>
                    <a:pt x="5816" y="702"/>
                  </a:lnTo>
                  <a:lnTo>
                    <a:pt x="6097" y="461"/>
                  </a:lnTo>
                  <a:lnTo>
                    <a:pt x="6378" y="221"/>
                  </a:lnTo>
                  <a:lnTo>
                    <a:pt x="6017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9" name="Google Shape;5989;p26"/>
            <p:cNvSpPr/>
            <p:nvPr/>
          </p:nvSpPr>
          <p:spPr>
            <a:xfrm>
              <a:off x="11073850" y="4376125"/>
              <a:ext cx="18050" cy="23075"/>
            </a:xfrm>
            <a:custGeom>
              <a:avLst/>
              <a:gdLst/>
              <a:ahLst/>
              <a:cxnLst/>
              <a:rect l="l" t="t" r="r" b="b"/>
              <a:pathLst>
                <a:path w="722" h="923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181" y="462"/>
                  </a:lnTo>
                  <a:lnTo>
                    <a:pt x="361" y="923"/>
                  </a:lnTo>
                  <a:lnTo>
                    <a:pt x="361" y="923"/>
                  </a:lnTo>
                  <a:lnTo>
                    <a:pt x="521" y="843"/>
                  </a:lnTo>
                  <a:lnTo>
                    <a:pt x="702" y="783"/>
                  </a:lnTo>
                  <a:lnTo>
                    <a:pt x="702" y="783"/>
                  </a:lnTo>
                  <a:lnTo>
                    <a:pt x="722" y="783"/>
                  </a:lnTo>
                  <a:lnTo>
                    <a:pt x="722" y="783"/>
                  </a:lnTo>
                  <a:lnTo>
                    <a:pt x="722" y="783"/>
                  </a:lnTo>
                  <a:lnTo>
                    <a:pt x="722" y="783"/>
                  </a:lnTo>
                  <a:lnTo>
                    <a:pt x="541" y="602"/>
                  </a:lnTo>
                  <a:lnTo>
                    <a:pt x="341" y="402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0" name="Google Shape;5990;p26"/>
            <p:cNvSpPr/>
            <p:nvPr/>
          </p:nvSpPr>
          <p:spPr>
            <a:xfrm>
              <a:off x="11054775" y="4344550"/>
              <a:ext cx="98800" cy="176000"/>
            </a:xfrm>
            <a:custGeom>
              <a:avLst/>
              <a:gdLst/>
              <a:ahLst/>
              <a:cxnLst/>
              <a:rect l="l" t="t" r="r" b="b"/>
              <a:pathLst>
                <a:path w="3952" h="7040" extrusionOk="0">
                  <a:moveTo>
                    <a:pt x="1" y="0"/>
                  </a:moveTo>
                  <a:lnTo>
                    <a:pt x="161" y="622"/>
                  </a:lnTo>
                  <a:lnTo>
                    <a:pt x="342" y="1223"/>
                  </a:lnTo>
                  <a:lnTo>
                    <a:pt x="542" y="1825"/>
                  </a:lnTo>
                  <a:lnTo>
                    <a:pt x="783" y="2407"/>
                  </a:lnTo>
                  <a:lnTo>
                    <a:pt x="502" y="2607"/>
                  </a:lnTo>
                  <a:lnTo>
                    <a:pt x="242" y="2828"/>
                  </a:lnTo>
                  <a:lnTo>
                    <a:pt x="222" y="2868"/>
                  </a:lnTo>
                  <a:lnTo>
                    <a:pt x="222" y="2908"/>
                  </a:lnTo>
                  <a:lnTo>
                    <a:pt x="262" y="2928"/>
                  </a:lnTo>
                  <a:lnTo>
                    <a:pt x="282" y="2948"/>
                  </a:lnTo>
                  <a:lnTo>
                    <a:pt x="322" y="2928"/>
                  </a:lnTo>
                  <a:lnTo>
                    <a:pt x="583" y="2747"/>
                  </a:lnTo>
                  <a:lnTo>
                    <a:pt x="863" y="2567"/>
                  </a:lnTo>
                  <a:lnTo>
                    <a:pt x="1124" y="3189"/>
                  </a:lnTo>
                  <a:lnTo>
                    <a:pt x="883" y="3469"/>
                  </a:lnTo>
                  <a:lnTo>
                    <a:pt x="783" y="3610"/>
                  </a:lnTo>
                  <a:lnTo>
                    <a:pt x="683" y="3770"/>
                  </a:lnTo>
                  <a:lnTo>
                    <a:pt x="683" y="3810"/>
                  </a:lnTo>
                  <a:lnTo>
                    <a:pt x="683" y="3850"/>
                  </a:lnTo>
                  <a:lnTo>
                    <a:pt x="723" y="3891"/>
                  </a:lnTo>
                  <a:lnTo>
                    <a:pt x="803" y="3891"/>
                  </a:lnTo>
                  <a:lnTo>
                    <a:pt x="823" y="3871"/>
                  </a:lnTo>
                  <a:lnTo>
                    <a:pt x="1044" y="3650"/>
                  </a:lnTo>
                  <a:lnTo>
                    <a:pt x="1244" y="3429"/>
                  </a:lnTo>
                  <a:lnTo>
                    <a:pt x="1505" y="3931"/>
                  </a:lnTo>
                  <a:lnTo>
                    <a:pt x="1786" y="4392"/>
                  </a:lnTo>
                  <a:lnTo>
                    <a:pt x="2067" y="4873"/>
                  </a:lnTo>
                  <a:lnTo>
                    <a:pt x="2387" y="5314"/>
                  </a:lnTo>
                  <a:lnTo>
                    <a:pt x="2708" y="5756"/>
                  </a:lnTo>
                  <a:lnTo>
                    <a:pt x="3049" y="6197"/>
                  </a:lnTo>
                  <a:lnTo>
                    <a:pt x="3410" y="6618"/>
                  </a:lnTo>
                  <a:lnTo>
                    <a:pt x="3791" y="7019"/>
                  </a:lnTo>
                  <a:lnTo>
                    <a:pt x="3831" y="7039"/>
                  </a:lnTo>
                  <a:lnTo>
                    <a:pt x="3912" y="7039"/>
                  </a:lnTo>
                  <a:lnTo>
                    <a:pt x="3952" y="6999"/>
                  </a:lnTo>
                  <a:lnTo>
                    <a:pt x="3952" y="6939"/>
                  </a:lnTo>
                  <a:lnTo>
                    <a:pt x="3932" y="6879"/>
                  </a:lnTo>
                  <a:lnTo>
                    <a:pt x="3591" y="6438"/>
                  </a:lnTo>
                  <a:lnTo>
                    <a:pt x="3250" y="5976"/>
                  </a:lnTo>
                  <a:lnTo>
                    <a:pt x="2929" y="5515"/>
                  </a:lnTo>
                  <a:lnTo>
                    <a:pt x="2628" y="5054"/>
                  </a:lnTo>
                  <a:lnTo>
                    <a:pt x="2347" y="4593"/>
                  </a:lnTo>
                  <a:lnTo>
                    <a:pt x="2067" y="4111"/>
                  </a:lnTo>
                  <a:lnTo>
                    <a:pt x="1806" y="3630"/>
                  </a:lnTo>
                  <a:lnTo>
                    <a:pt x="1565" y="3149"/>
                  </a:lnTo>
                  <a:lnTo>
                    <a:pt x="1826" y="2948"/>
                  </a:lnTo>
                  <a:lnTo>
                    <a:pt x="1966" y="2828"/>
                  </a:lnTo>
                  <a:lnTo>
                    <a:pt x="2087" y="2707"/>
                  </a:lnTo>
                  <a:lnTo>
                    <a:pt x="2107" y="2667"/>
                  </a:lnTo>
                  <a:lnTo>
                    <a:pt x="2107" y="2587"/>
                  </a:lnTo>
                  <a:lnTo>
                    <a:pt x="2067" y="2547"/>
                  </a:lnTo>
                  <a:lnTo>
                    <a:pt x="2026" y="2527"/>
                  </a:lnTo>
                  <a:lnTo>
                    <a:pt x="1986" y="2527"/>
                  </a:lnTo>
                  <a:lnTo>
                    <a:pt x="1826" y="2607"/>
                  </a:lnTo>
                  <a:lnTo>
                    <a:pt x="1686" y="2687"/>
                  </a:lnTo>
                  <a:lnTo>
                    <a:pt x="1565" y="2788"/>
                  </a:lnTo>
                  <a:lnTo>
                    <a:pt x="1425" y="2908"/>
                  </a:lnTo>
                  <a:lnTo>
                    <a:pt x="1204" y="2387"/>
                  </a:lnTo>
                  <a:lnTo>
                    <a:pt x="1385" y="2286"/>
                  </a:lnTo>
                  <a:lnTo>
                    <a:pt x="1545" y="2186"/>
                  </a:lnTo>
                  <a:lnTo>
                    <a:pt x="1565" y="2166"/>
                  </a:lnTo>
                  <a:lnTo>
                    <a:pt x="1585" y="2126"/>
                  </a:lnTo>
                  <a:lnTo>
                    <a:pt x="1485" y="2046"/>
                  </a:lnTo>
                  <a:lnTo>
                    <a:pt x="1465" y="2046"/>
                  </a:lnTo>
                  <a:lnTo>
                    <a:pt x="1284" y="2106"/>
                  </a:lnTo>
                  <a:lnTo>
                    <a:pt x="1124" y="2186"/>
                  </a:lnTo>
                  <a:lnTo>
                    <a:pt x="944" y="1725"/>
                  </a:lnTo>
                  <a:lnTo>
                    <a:pt x="763" y="1263"/>
                  </a:lnTo>
                  <a:lnTo>
                    <a:pt x="562" y="963"/>
                  </a:lnTo>
                  <a:lnTo>
                    <a:pt x="362" y="642"/>
                  </a:lnTo>
                  <a:lnTo>
                    <a:pt x="181" y="32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1" name="Google Shape;5991;p26"/>
            <p:cNvSpPr/>
            <p:nvPr/>
          </p:nvSpPr>
          <p:spPr>
            <a:xfrm>
              <a:off x="11551625" y="3950975"/>
              <a:ext cx="307875" cy="574575"/>
            </a:xfrm>
            <a:custGeom>
              <a:avLst/>
              <a:gdLst/>
              <a:ahLst/>
              <a:cxnLst/>
              <a:rect l="l" t="t" r="r" b="b"/>
              <a:pathLst>
                <a:path w="12315" h="22983" extrusionOk="0">
                  <a:moveTo>
                    <a:pt x="5275" y="0"/>
                  </a:moveTo>
                  <a:lnTo>
                    <a:pt x="5095" y="20"/>
                  </a:lnTo>
                  <a:lnTo>
                    <a:pt x="4954" y="40"/>
                  </a:lnTo>
                  <a:lnTo>
                    <a:pt x="4854" y="100"/>
                  </a:lnTo>
                  <a:lnTo>
                    <a:pt x="4754" y="181"/>
                  </a:lnTo>
                  <a:lnTo>
                    <a:pt x="4674" y="301"/>
                  </a:lnTo>
                  <a:lnTo>
                    <a:pt x="4593" y="461"/>
                  </a:lnTo>
                  <a:lnTo>
                    <a:pt x="4553" y="622"/>
                  </a:lnTo>
                  <a:lnTo>
                    <a:pt x="4513" y="822"/>
                  </a:lnTo>
                  <a:lnTo>
                    <a:pt x="4493" y="1023"/>
                  </a:lnTo>
                  <a:lnTo>
                    <a:pt x="4473" y="1524"/>
                  </a:lnTo>
                  <a:lnTo>
                    <a:pt x="4513" y="2066"/>
                  </a:lnTo>
                  <a:lnTo>
                    <a:pt x="4553" y="2667"/>
                  </a:lnTo>
                  <a:lnTo>
                    <a:pt x="4634" y="3289"/>
                  </a:lnTo>
                  <a:lnTo>
                    <a:pt x="4794" y="4613"/>
                  </a:lnTo>
                  <a:lnTo>
                    <a:pt x="4874" y="5275"/>
                  </a:lnTo>
                  <a:lnTo>
                    <a:pt x="4914" y="5916"/>
                  </a:lnTo>
                  <a:lnTo>
                    <a:pt x="4954" y="6498"/>
                  </a:lnTo>
                  <a:lnTo>
                    <a:pt x="4934" y="7059"/>
                  </a:lnTo>
                  <a:lnTo>
                    <a:pt x="4914" y="7320"/>
                  </a:lnTo>
                  <a:lnTo>
                    <a:pt x="4874" y="7541"/>
                  </a:lnTo>
                  <a:lnTo>
                    <a:pt x="4834" y="7761"/>
                  </a:lnTo>
                  <a:lnTo>
                    <a:pt x="4774" y="7962"/>
                  </a:lnTo>
                  <a:lnTo>
                    <a:pt x="4593" y="8343"/>
                  </a:lnTo>
                  <a:lnTo>
                    <a:pt x="4373" y="8784"/>
                  </a:lnTo>
                  <a:lnTo>
                    <a:pt x="4092" y="9245"/>
                  </a:lnTo>
                  <a:lnTo>
                    <a:pt x="3771" y="9747"/>
                  </a:lnTo>
                  <a:lnTo>
                    <a:pt x="3069" y="10830"/>
                  </a:lnTo>
                  <a:lnTo>
                    <a:pt x="2307" y="12013"/>
                  </a:lnTo>
                  <a:lnTo>
                    <a:pt x="1926" y="12635"/>
                  </a:lnTo>
                  <a:lnTo>
                    <a:pt x="1545" y="13256"/>
                  </a:lnTo>
                  <a:lnTo>
                    <a:pt x="1204" y="13898"/>
                  </a:lnTo>
                  <a:lnTo>
                    <a:pt x="883" y="14540"/>
                  </a:lnTo>
                  <a:lnTo>
                    <a:pt x="603" y="15202"/>
                  </a:lnTo>
                  <a:lnTo>
                    <a:pt x="362" y="15843"/>
                  </a:lnTo>
                  <a:lnTo>
                    <a:pt x="262" y="16164"/>
                  </a:lnTo>
                  <a:lnTo>
                    <a:pt x="181" y="16485"/>
                  </a:lnTo>
                  <a:lnTo>
                    <a:pt x="101" y="16806"/>
                  </a:lnTo>
                  <a:lnTo>
                    <a:pt x="61" y="17127"/>
                  </a:lnTo>
                  <a:lnTo>
                    <a:pt x="21" y="17548"/>
                  </a:lnTo>
                  <a:lnTo>
                    <a:pt x="1" y="17949"/>
                  </a:lnTo>
                  <a:lnTo>
                    <a:pt x="41" y="18350"/>
                  </a:lnTo>
                  <a:lnTo>
                    <a:pt x="101" y="18731"/>
                  </a:lnTo>
                  <a:lnTo>
                    <a:pt x="201" y="19092"/>
                  </a:lnTo>
                  <a:lnTo>
                    <a:pt x="322" y="19433"/>
                  </a:lnTo>
                  <a:lnTo>
                    <a:pt x="462" y="19754"/>
                  </a:lnTo>
                  <a:lnTo>
                    <a:pt x="643" y="20075"/>
                  </a:lnTo>
                  <a:lnTo>
                    <a:pt x="843" y="20356"/>
                  </a:lnTo>
                  <a:lnTo>
                    <a:pt x="1064" y="20636"/>
                  </a:lnTo>
                  <a:lnTo>
                    <a:pt x="1304" y="20917"/>
                  </a:lnTo>
                  <a:lnTo>
                    <a:pt x="1565" y="21158"/>
                  </a:lnTo>
                  <a:lnTo>
                    <a:pt x="1846" y="21398"/>
                  </a:lnTo>
                  <a:lnTo>
                    <a:pt x="2127" y="21619"/>
                  </a:lnTo>
                  <a:lnTo>
                    <a:pt x="2448" y="21820"/>
                  </a:lnTo>
                  <a:lnTo>
                    <a:pt x="2768" y="22000"/>
                  </a:lnTo>
                  <a:lnTo>
                    <a:pt x="3089" y="22160"/>
                  </a:lnTo>
                  <a:lnTo>
                    <a:pt x="3430" y="22321"/>
                  </a:lnTo>
                  <a:lnTo>
                    <a:pt x="3771" y="22461"/>
                  </a:lnTo>
                  <a:lnTo>
                    <a:pt x="4112" y="22582"/>
                  </a:lnTo>
                  <a:lnTo>
                    <a:pt x="4453" y="22682"/>
                  </a:lnTo>
                  <a:lnTo>
                    <a:pt x="4794" y="22782"/>
                  </a:lnTo>
                  <a:lnTo>
                    <a:pt x="5155" y="22842"/>
                  </a:lnTo>
                  <a:lnTo>
                    <a:pt x="5496" y="22902"/>
                  </a:lnTo>
                  <a:lnTo>
                    <a:pt x="5837" y="22943"/>
                  </a:lnTo>
                  <a:lnTo>
                    <a:pt x="6178" y="22983"/>
                  </a:lnTo>
                  <a:lnTo>
                    <a:pt x="6819" y="22983"/>
                  </a:lnTo>
                  <a:lnTo>
                    <a:pt x="7120" y="22963"/>
                  </a:lnTo>
                  <a:lnTo>
                    <a:pt x="7401" y="22923"/>
                  </a:lnTo>
                  <a:lnTo>
                    <a:pt x="7682" y="22862"/>
                  </a:lnTo>
                  <a:lnTo>
                    <a:pt x="7943" y="22782"/>
                  </a:lnTo>
                  <a:lnTo>
                    <a:pt x="8283" y="22642"/>
                  </a:lnTo>
                  <a:lnTo>
                    <a:pt x="8624" y="22461"/>
                  </a:lnTo>
                  <a:lnTo>
                    <a:pt x="8965" y="22241"/>
                  </a:lnTo>
                  <a:lnTo>
                    <a:pt x="9286" y="21960"/>
                  </a:lnTo>
                  <a:lnTo>
                    <a:pt x="9627" y="21599"/>
                  </a:lnTo>
                  <a:lnTo>
                    <a:pt x="9968" y="21198"/>
                  </a:lnTo>
                  <a:lnTo>
                    <a:pt x="10289" y="20737"/>
                  </a:lnTo>
                  <a:lnTo>
                    <a:pt x="10590" y="20255"/>
                  </a:lnTo>
                  <a:lnTo>
                    <a:pt x="10870" y="19734"/>
                  </a:lnTo>
                  <a:lnTo>
                    <a:pt x="11131" y="19172"/>
                  </a:lnTo>
                  <a:lnTo>
                    <a:pt x="11372" y="18591"/>
                  </a:lnTo>
                  <a:lnTo>
                    <a:pt x="11572" y="17969"/>
                  </a:lnTo>
                  <a:lnTo>
                    <a:pt x="11773" y="17347"/>
                  </a:lnTo>
                  <a:lnTo>
                    <a:pt x="11933" y="16686"/>
                  </a:lnTo>
                  <a:lnTo>
                    <a:pt x="12054" y="16024"/>
                  </a:lnTo>
                  <a:lnTo>
                    <a:pt x="12174" y="15362"/>
                  </a:lnTo>
                  <a:lnTo>
                    <a:pt x="12234" y="14680"/>
                  </a:lnTo>
                  <a:lnTo>
                    <a:pt x="12294" y="14018"/>
                  </a:lnTo>
                  <a:lnTo>
                    <a:pt x="12314" y="13336"/>
                  </a:lnTo>
                  <a:lnTo>
                    <a:pt x="12294" y="12675"/>
                  </a:lnTo>
                  <a:lnTo>
                    <a:pt x="12254" y="12133"/>
                  </a:lnTo>
                  <a:lnTo>
                    <a:pt x="12194" y="11592"/>
                  </a:lnTo>
                  <a:lnTo>
                    <a:pt x="12114" y="11050"/>
                  </a:lnTo>
                  <a:lnTo>
                    <a:pt x="12034" y="10509"/>
                  </a:lnTo>
                  <a:lnTo>
                    <a:pt x="11933" y="9967"/>
                  </a:lnTo>
                  <a:lnTo>
                    <a:pt x="11793" y="9446"/>
                  </a:lnTo>
                  <a:lnTo>
                    <a:pt x="11673" y="8904"/>
                  </a:lnTo>
                  <a:lnTo>
                    <a:pt x="11512" y="8383"/>
                  </a:lnTo>
                  <a:lnTo>
                    <a:pt x="11352" y="7862"/>
                  </a:lnTo>
                  <a:lnTo>
                    <a:pt x="11171" y="7360"/>
                  </a:lnTo>
                  <a:lnTo>
                    <a:pt x="10991" y="6859"/>
                  </a:lnTo>
                  <a:lnTo>
                    <a:pt x="10790" y="6378"/>
                  </a:lnTo>
                  <a:lnTo>
                    <a:pt x="10570" y="5896"/>
                  </a:lnTo>
                  <a:lnTo>
                    <a:pt x="10369" y="5435"/>
                  </a:lnTo>
                  <a:lnTo>
                    <a:pt x="10128" y="4974"/>
                  </a:lnTo>
                  <a:lnTo>
                    <a:pt x="9908" y="4533"/>
                  </a:lnTo>
                  <a:lnTo>
                    <a:pt x="9667" y="4111"/>
                  </a:lnTo>
                  <a:lnTo>
                    <a:pt x="9407" y="3690"/>
                  </a:lnTo>
                  <a:lnTo>
                    <a:pt x="9166" y="3309"/>
                  </a:lnTo>
                  <a:lnTo>
                    <a:pt x="8905" y="2928"/>
                  </a:lnTo>
                  <a:lnTo>
                    <a:pt x="8644" y="2567"/>
                  </a:lnTo>
                  <a:lnTo>
                    <a:pt x="8384" y="2226"/>
                  </a:lnTo>
                  <a:lnTo>
                    <a:pt x="8123" y="1905"/>
                  </a:lnTo>
                  <a:lnTo>
                    <a:pt x="7862" y="1605"/>
                  </a:lnTo>
                  <a:lnTo>
                    <a:pt x="7602" y="1344"/>
                  </a:lnTo>
                  <a:lnTo>
                    <a:pt x="7341" y="1083"/>
                  </a:lnTo>
                  <a:lnTo>
                    <a:pt x="7080" y="863"/>
                  </a:lnTo>
                  <a:lnTo>
                    <a:pt x="6819" y="662"/>
                  </a:lnTo>
                  <a:lnTo>
                    <a:pt x="6559" y="482"/>
                  </a:lnTo>
                  <a:lnTo>
                    <a:pt x="6298" y="321"/>
                  </a:lnTo>
                  <a:lnTo>
                    <a:pt x="6057" y="201"/>
                  </a:lnTo>
                  <a:lnTo>
                    <a:pt x="5817" y="100"/>
                  </a:lnTo>
                  <a:lnTo>
                    <a:pt x="5616" y="60"/>
                  </a:lnTo>
                  <a:lnTo>
                    <a:pt x="5456" y="20"/>
                  </a:lnTo>
                  <a:lnTo>
                    <a:pt x="527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2" name="Google Shape;5992;p26"/>
            <p:cNvSpPr/>
            <p:nvPr/>
          </p:nvSpPr>
          <p:spPr>
            <a:xfrm>
              <a:off x="11551625" y="3950975"/>
              <a:ext cx="307875" cy="574575"/>
            </a:xfrm>
            <a:custGeom>
              <a:avLst/>
              <a:gdLst/>
              <a:ahLst/>
              <a:cxnLst/>
              <a:rect l="l" t="t" r="r" b="b"/>
              <a:pathLst>
                <a:path w="12315" h="22983" fill="none" extrusionOk="0">
                  <a:moveTo>
                    <a:pt x="9286" y="21960"/>
                  </a:moveTo>
                  <a:lnTo>
                    <a:pt x="9286" y="21960"/>
                  </a:lnTo>
                  <a:lnTo>
                    <a:pt x="8965" y="22241"/>
                  </a:lnTo>
                  <a:lnTo>
                    <a:pt x="8624" y="22461"/>
                  </a:lnTo>
                  <a:lnTo>
                    <a:pt x="8283" y="22642"/>
                  </a:lnTo>
                  <a:lnTo>
                    <a:pt x="7943" y="22782"/>
                  </a:lnTo>
                  <a:lnTo>
                    <a:pt x="7943" y="22782"/>
                  </a:lnTo>
                  <a:lnTo>
                    <a:pt x="7682" y="22862"/>
                  </a:lnTo>
                  <a:lnTo>
                    <a:pt x="7401" y="22923"/>
                  </a:lnTo>
                  <a:lnTo>
                    <a:pt x="7120" y="22963"/>
                  </a:lnTo>
                  <a:lnTo>
                    <a:pt x="6819" y="22983"/>
                  </a:lnTo>
                  <a:lnTo>
                    <a:pt x="6499" y="22983"/>
                  </a:lnTo>
                  <a:lnTo>
                    <a:pt x="6178" y="22983"/>
                  </a:lnTo>
                  <a:lnTo>
                    <a:pt x="5837" y="22943"/>
                  </a:lnTo>
                  <a:lnTo>
                    <a:pt x="5496" y="22902"/>
                  </a:lnTo>
                  <a:lnTo>
                    <a:pt x="5155" y="22842"/>
                  </a:lnTo>
                  <a:lnTo>
                    <a:pt x="4794" y="22782"/>
                  </a:lnTo>
                  <a:lnTo>
                    <a:pt x="4453" y="22682"/>
                  </a:lnTo>
                  <a:lnTo>
                    <a:pt x="4112" y="22582"/>
                  </a:lnTo>
                  <a:lnTo>
                    <a:pt x="3771" y="22461"/>
                  </a:lnTo>
                  <a:lnTo>
                    <a:pt x="3430" y="22321"/>
                  </a:lnTo>
                  <a:lnTo>
                    <a:pt x="3089" y="22160"/>
                  </a:lnTo>
                  <a:lnTo>
                    <a:pt x="2768" y="22000"/>
                  </a:lnTo>
                  <a:lnTo>
                    <a:pt x="2448" y="21820"/>
                  </a:lnTo>
                  <a:lnTo>
                    <a:pt x="2127" y="21619"/>
                  </a:lnTo>
                  <a:lnTo>
                    <a:pt x="1846" y="21398"/>
                  </a:lnTo>
                  <a:lnTo>
                    <a:pt x="1565" y="21158"/>
                  </a:lnTo>
                  <a:lnTo>
                    <a:pt x="1304" y="20917"/>
                  </a:lnTo>
                  <a:lnTo>
                    <a:pt x="1064" y="20636"/>
                  </a:lnTo>
                  <a:lnTo>
                    <a:pt x="843" y="20356"/>
                  </a:lnTo>
                  <a:lnTo>
                    <a:pt x="643" y="20075"/>
                  </a:lnTo>
                  <a:lnTo>
                    <a:pt x="462" y="19754"/>
                  </a:lnTo>
                  <a:lnTo>
                    <a:pt x="322" y="19433"/>
                  </a:lnTo>
                  <a:lnTo>
                    <a:pt x="201" y="19092"/>
                  </a:lnTo>
                  <a:lnTo>
                    <a:pt x="101" y="18731"/>
                  </a:lnTo>
                  <a:lnTo>
                    <a:pt x="41" y="18350"/>
                  </a:lnTo>
                  <a:lnTo>
                    <a:pt x="1" y="17949"/>
                  </a:lnTo>
                  <a:lnTo>
                    <a:pt x="21" y="17548"/>
                  </a:lnTo>
                  <a:lnTo>
                    <a:pt x="61" y="17127"/>
                  </a:lnTo>
                  <a:lnTo>
                    <a:pt x="61" y="17127"/>
                  </a:lnTo>
                  <a:lnTo>
                    <a:pt x="101" y="16806"/>
                  </a:lnTo>
                  <a:lnTo>
                    <a:pt x="181" y="16485"/>
                  </a:lnTo>
                  <a:lnTo>
                    <a:pt x="262" y="16164"/>
                  </a:lnTo>
                  <a:lnTo>
                    <a:pt x="362" y="15843"/>
                  </a:lnTo>
                  <a:lnTo>
                    <a:pt x="603" y="15202"/>
                  </a:lnTo>
                  <a:lnTo>
                    <a:pt x="883" y="14540"/>
                  </a:lnTo>
                  <a:lnTo>
                    <a:pt x="1204" y="13898"/>
                  </a:lnTo>
                  <a:lnTo>
                    <a:pt x="1545" y="13256"/>
                  </a:lnTo>
                  <a:lnTo>
                    <a:pt x="1926" y="12635"/>
                  </a:lnTo>
                  <a:lnTo>
                    <a:pt x="2307" y="12013"/>
                  </a:lnTo>
                  <a:lnTo>
                    <a:pt x="3069" y="10830"/>
                  </a:lnTo>
                  <a:lnTo>
                    <a:pt x="3771" y="9747"/>
                  </a:lnTo>
                  <a:lnTo>
                    <a:pt x="4092" y="9245"/>
                  </a:lnTo>
                  <a:lnTo>
                    <a:pt x="4373" y="8784"/>
                  </a:lnTo>
                  <a:lnTo>
                    <a:pt x="4593" y="8343"/>
                  </a:lnTo>
                  <a:lnTo>
                    <a:pt x="4774" y="7962"/>
                  </a:lnTo>
                  <a:lnTo>
                    <a:pt x="4774" y="7962"/>
                  </a:lnTo>
                  <a:lnTo>
                    <a:pt x="4834" y="7761"/>
                  </a:lnTo>
                  <a:lnTo>
                    <a:pt x="4874" y="7541"/>
                  </a:lnTo>
                  <a:lnTo>
                    <a:pt x="4914" y="7320"/>
                  </a:lnTo>
                  <a:lnTo>
                    <a:pt x="4934" y="7059"/>
                  </a:lnTo>
                  <a:lnTo>
                    <a:pt x="4954" y="6498"/>
                  </a:lnTo>
                  <a:lnTo>
                    <a:pt x="4914" y="5916"/>
                  </a:lnTo>
                  <a:lnTo>
                    <a:pt x="4874" y="5275"/>
                  </a:lnTo>
                  <a:lnTo>
                    <a:pt x="4794" y="4613"/>
                  </a:lnTo>
                  <a:lnTo>
                    <a:pt x="4634" y="3289"/>
                  </a:lnTo>
                  <a:lnTo>
                    <a:pt x="4553" y="2667"/>
                  </a:lnTo>
                  <a:lnTo>
                    <a:pt x="4513" y="2066"/>
                  </a:lnTo>
                  <a:lnTo>
                    <a:pt x="4473" y="1524"/>
                  </a:lnTo>
                  <a:lnTo>
                    <a:pt x="4493" y="1023"/>
                  </a:lnTo>
                  <a:lnTo>
                    <a:pt x="4513" y="822"/>
                  </a:lnTo>
                  <a:lnTo>
                    <a:pt x="4553" y="622"/>
                  </a:lnTo>
                  <a:lnTo>
                    <a:pt x="4593" y="461"/>
                  </a:lnTo>
                  <a:lnTo>
                    <a:pt x="4674" y="301"/>
                  </a:lnTo>
                  <a:lnTo>
                    <a:pt x="4754" y="181"/>
                  </a:lnTo>
                  <a:lnTo>
                    <a:pt x="4854" y="100"/>
                  </a:lnTo>
                  <a:lnTo>
                    <a:pt x="4954" y="40"/>
                  </a:lnTo>
                  <a:lnTo>
                    <a:pt x="5095" y="20"/>
                  </a:lnTo>
                  <a:lnTo>
                    <a:pt x="5095" y="20"/>
                  </a:lnTo>
                  <a:lnTo>
                    <a:pt x="5275" y="0"/>
                  </a:lnTo>
                  <a:lnTo>
                    <a:pt x="5456" y="20"/>
                  </a:lnTo>
                  <a:lnTo>
                    <a:pt x="5616" y="60"/>
                  </a:lnTo>
                  <a:lnTo>
                    <a:pt x="5817" y="100"/>
                  </a:lnTo>
                  <a:lnTo>
                    <a:pt x="5817" y="100"/>
                  </a:lnTo>
                  <a:lnTo>
                    <a:pt x="6057" y="201"/>
                  </a:lnTo>
                  <a:lnTo>
                    <a:pt x="6298" y="321"/>
                  </a:lnTo>
                  <a:lnTo>
                    <a:pt x="6559" y="482"/>
                  </a:lnTo>
                  <a:lnTo>
                    <a:pt x="6819" y="662"/>
                  </a:lnTo>
                  <a:lnTo>
                    <a:pt x="7080" y="863"/>
                  </a:lnTo>
                  <a:lnTo>
                    <a:pt x="7341" y="1083"/>
                  </a:lnTo>
                  <a:lnTo>
                    <a:pt x="7602" y="1344"/>
                  </a:lnTo>
                  <a:lnTo>
                    <a:pt x="7862" y="1605"/>
                  </a:lnTo>
                  <a:lnTo>
                    <a:pt x="8123" y="1905"/>
                  </a:lnTo>
                  <a:lnTo>
                    <a:pt x="8384" y="2226"/>
                  </a:lnTo>
                  <a:lnTo>
                    <a:pt x="8644" y="2567"/>
                  </a:lnTo>
                  <a:lnTo>
                    <a:pt x="8905" y="2928"/>
                  </a:lnTo>
                  <a:lnTo>
                    <a:pt x="9166" y="3309"/>
                  </a:lnTo>
                  <a:lnTo>
                    <a:pt x="9407" y="3690"/>
                  </a:lnTo>
                  <a:lnTo>
                    <a:pt x="9667" y="4111"/>
                  </a:lnTo>
                  <a:lnTo>
                    <a:pt x="9908" y="4533"/>
                  </a:lnTo>
                  <a:lnTo>
                    <a:pt x="10128" y="4974"/>
                  </a:lnTo>
                  <a:lnTo>
                    <a:pt x="10369" y="5435"/>
                  </a:lnTo>
                  <a:lnTo>
                    <a:pt x="10570" y="5896"/>
                  </a:lnTo>
                  <a:lnTo>
                    <a:pt x="10790" y="6378"/>
                  </a:lnTo>
                  <a:lnTo>
                    <a:pt x="10991" y="6859"/>
                  </a:lnTo>
                  <a:lnTo>
                    <a:pt x="11171" y="7360"/>
                  </a:lnTo>
                  <a:lnTo>
                    <a:pt x="11352" y="7862"/>
                  </a:lnTo>
                  <a:lnTo>
                    <a:pt x="11512" y="8383"/>
                  </a:lnTo>
                  <a:lnTo>
                    <a:pt x="11673" y="8904"/>
                  </a:lnTo>
                  <a:lnTo>
                    <a:pt x="11793" y="9446"/>
                  </a:lnTo>
                  <a:lnTo>
                    <a:pt x="11933" y="9967"/>
                  </a:lnTo>
                  <a:lnTo>
                    <a:pt x="12034" y="10509"/>
                  </a:lnTo>
                  <a:lnTo>
                    <a:pt x="12114" y="11050"/>
                  </a:lnTo>
                  <a:lnTo>
                    <a:pt x="12194" y="11592"/>
                  </a:lnTo>
                  <a:lnTo>
                    <a:pt x="12254" y="12133"/>
                  </a:lnTo>
                  <a:lnTo>
                    <a:pt x="12294" y="12675"/>
                  </a:lnTo>
                  <a:lnTo>
                    <a:pt x="12294" y="12675"/>
                  </a:lnTo>
                  <a:lnTo>
                    <a:pt x="12314" y="13336"/>
                  </a:lnTo>
                  <a:lnTo>
                    <a:pt x="12294" y="14018"/>
                  </a:lnTo>
                  <a:lnTo>
                    <a:pt x="12234" y="14680"/>
                  </a:lnTo>
                  <a:lnTo>
                    <a:pt x="12174" y="15362"/>
                  </a:lnTo>
                  <a:lnTo>
                    <a:pt x="12054" y="16024"/>
                  </a:lnTo>
                  <a:lnTo>
                    <a:pt x="11933" y="16686"/>
                  </a:lnTo>
                  <a:lnTo>
                    <a:pt x="11773" y="17347"/>
                  </a:lnTo>
                  <a:lnTo>
                    <a:pt x="11572" y="17969"/>
                  </a:lnTo>
                  <a:lnTo>
                    <a:pt x="11372" y="18591"/>
                  </a:lnTo>
                  <a:lnTo>
                    <a:pt x="11131" y="19172"/>
                  </a:lnTo>
                  <a:lnTo>
                    <a:pt x="10870" y="19734"/>
                  </a:lnTo>
                  <a:lnTo>
                    <a:pt x="10590" y="20255"/>
                  </a:lnTo>
                  <a:lnTo>
                    <a:pt x="10289" y="20737"/>
                  </a:lnTo>
                  <a:lnTo>
                    <a:pt x="9968" y="21198"/>
                  </a:lnTo>
                  <a:lnTo>
                    <a:pt x="9627" y="21599"/>
                  </a:lnTo>
                  <a:lnTo>
                    <a:pt x="9286" y="2196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3" name="Google Shape;5993;p26"/>
            <p:cNvSpPr/>
            <p:nvPr/>
          </p:nvSpPr>
          <p:spPr>
            <a:xfrm>
              <a:off x="11701550" y="3965000"/>
              <a:ext cx="121850" cy="521450"/>
            </a:xfrm>
            <a:custGeom>
              <a:avLst/>
              <a:gdLst/>
              <a:ahLst/>
              <a:cxnLst/>
              <a:rect l="l" t="t" r="r" b="b"/>
              <a:pathLst>
                <a:path w="4874" h="20858" extrusionOk="0">
                  <a:moveTo>
                    <a:pt x="181" y="1"/>
                  </a:moveTo>
                  <a:lnTo>
                    <a:pt x="0" y="141"/>
                  </a:lnTo>
                  <a:lnTo>
                    <a:pt x="281" y="382"/>
                  </a:lnTo>
                  <a:lnTo>
                    <a:pt x="562" y="663"/>
                  </a:lnTo>
                  <a:lnTo>
                    <a:pt x="843" y="943"/>
                  </a:lnTo>
                  <a:lnTo>
                    <a:pt x="1083" y="1264"/>
                  </a:lnTo>
                  <a:lnTo>
                    <a:pt x="1324" y="1585"/>
                  </a:lnTo>
                  <a:lnTo>
                    <a:pt x="1544" y="1906"/>
                  </a:lnTo>
                  <a:lnTo>
                    <a:pt x="1765" y="2247"/>
                  </a:lnTo>
                  <a:lnTo>
                    <a:pt x="1966" y="2588"/>
                  </a:lnTo>
                  <a:lnTo>
                    <a:pt x="1444" y="2889"/>
                  </a:lnTo>
                  <a:lnTo>
                    <a:pt x="1404" y="2909"/>
                  </a:lnTo>
                  <a:lnTo>
                    <a:pt x="1404" y="2949"/>
                  </a:lnTo>
                  <a:lnTo>
                    <a:pt x="1424" y="2989"/>
                  </a:lnTo>
                  <a:lnTo>
                    <a:pt x="1464" y="3009"/>
                  </a:lnTo>
                  <a:lnTo>
                    <a:pt x="1484" y="2989"/>
                  </a:lnTo>
                  <a:lnTo>
                    <a:pt x="2066" y="2768"/>
                  </a:lnTo>
                  <a:lnTo>
                    <a:pt x="2307" y="3250"/>
                  </a:lnTo>
                  <a:lnTo>
                    <a:pt x="2527" y="3731"/>
                  </a:lnTo>
                  <a:lnTo>
                    <a:pt x="2728" y="4212"/>
                  </a:lnTo>
                  <a:lnTo>
                    <a:pt x="2908" y="4693"/>
                  </a:lnTo>
                  <a:lnTo>
                    <a:pt x="3129" y="5375"/>
                  </a:lnTo>
                  <a:lnTo>
                    <a:pt x="3309" y="6057"/>
                  </a:lnTo>
                  <a:lnTo>
                    <a:pt x="3470" y="6739"/>
                  </a:lnTo>
                  <a:lnTo>
                    <a:pt x="3590" y="7441"/>
                  </a:lnTo>
                  <a:lnTo>
                    <a:pt x="3670" y="8143"/>
                  </a:lnTo>
                  <a:lnTo>
                    <a:pt x="3730" y="8845"/>
                  </a:lnTo>
                  <a:lnTo>
                    <a:pt x="3750" y="9547"/>
                  </a:lnTo>
                  <a:lnTo>
                    <a:pt x="3750" y="10249"/>
                  </a:lnTo>
                  <a:lnTo>
                    <a:pt x="3590" y="10229"/>
                  </a:lnTo>
                  <a:lnTo>
                    <a:pt x="3550" y="10249"/>
                  </a:lnTo>
                  <a:lnTo>
                    <a:pt x="3530" y="10289"/>
                  </a:lnTo>
                  <a:lnTo>
                    <a:pt x="3530" y="10309"/>
                  </a:lnTo>
                  <a:lnTo>
                    <a:pt x="3570" y="10329"/>
                  </a:lnTo>
                  <a:lnTo>
                    <a:pt x="3750" y="10389"/>
                  </a:lnTo>
                  <a:lnTo>
                    <a:pt x="3710" y="11051"/>
                  </a:lnTo>
                  <a:lnTo>
                    <a:pt x="3269" y="11071"/>
                  </a:lnTo>
                  <a:lnTo>
                    <a:pt x="3249" y="11071"/>
                  </a:lnTo>
                  <a:lnTo>
                    <a:pt x="3209" y="11091"/>
                  </a:lnTo>
                  <a:lnTo>
                    <a:pt x="3209" y="11131"/>
                  </a:lnTo>
                  <a:lnTo>
                    <a:pt x="3209" y="11171"/>
                  </a:lnTo>
                  <a:lnTo>
                    <a:pt x="3249" y="11191"/>
                  </a:lnTo>
                  <a:lnTo>
                    <a:pt x="3690" y="11231"/>
                  </a:lnTo>
                  <a:lnTo>
                    <a:pt x="3650" y="11733"/>
                  </a:lnTo>
                  <a:lnTo>
                    <a:pt x="3590" y="12234"/>
                  </a:lnTo>
                  <a:lnTo>
                    <a:pt x="3510" y="12735"/>
                  </a:lnTo>
                  <a:lnTo>
                    <a:pt x="3430" y="13217"/>
                  </a:lnTo>
                  <a:lnTo>
                    <a:pt x="3329" y="13718"/>
                  </a:lnTo>
                  <a:lnTo>
                    <a:pt x="3209" y="14199"/>
                  </a:lnTo>
                  <a:lnTo>
                    <a:pt x="3089" y="14681"/>
                  </a:lnTo>
                  <a:lnTo>
                    <a:pt x="2948" y="15162"/>
                  </a:lnTo>
                  <a:lnTo>
                    <a:pt x="2627" y="16125"/>
                  </a:lnTo>
                  <a:lnTo>
                    <a:pt x="2286" y="17067"/>
                  </a:lnTo>
                  <a:lnTo>
                    <a:pt x="1885" y="17990"/>
                  </a:lnTo>
                  <a:lnTo>
                    <a:pt x="1464" y="18912"/>
                  </a:lnTo>
                  <a:lnTo>
                    <a:pt x="1224" y="18872"/>
                  </a:lnTo>
                  <a:lnTo>
                    <a:pt x="1183" y="18872"/>
                  </a:lnTo>
                  <a:lnTo>
                    <a:pt x="1163" y="18912"/>
                  </a:lnTo>
                  <a:lnTo>
                    <a:pt x="1163" y="18952"/>
                  </a:lnTo>
                  <a:lnTo>
                    <a:pt x="1204" y="18972"/>
                  </a:lnTo>
                  <a:lnTo>
                    <a:pt x="1404" y="19032"/>
                  </a:lnTo>
                  <a:lnTo>
                    <a:pt x="1224" y="19414"/>
                  </a:lnTo>
                  <a:lnTo>
                    <a:pt x="843" y="19293"/>
                  </a:lnTo>
                  <a:lnTo>
                    <a:pt x="822" y="19273"/>
                  </a:lnTo>
                  <a:lnTo>
                    <a:pt x="802" y="19293"/>
                  </a:lnTo>
                  <a:lnTo>
                    <a:pt x="782" y="19333"/>
                  </a:lnTo>
                  <a:lnTo>
                    <a:pt x="782" y="19353"/>
                  </a:lnTo>
                  <a:lnTo>
                    <a:pt x="822" y="19393"/>
                  </a:lnTo>
                  <a:lnTo>
                    <a:pt x="1163" y="19534"/>
                  </a:lnTo>
                  <a:lnTo>
                    <a:pt x="843" y="20156"/>
                  </a:lnTo>
                  <a:lnTo>
                    <a:pt x="502" y="20777"/>
                  </a:lnTo>
                  <a:lnTo>
                    <a:pt x="662" y="20857"/>
                  </a:lnTo>
                  <a:lnTo>
                    <a:pt x="1003" y="20256"/>
                  </a:lnTo>
                  <a:lnTo>
                    <a:pt x="1344" y="19634"/>
                  </a:lnTo>
                  <a:lnTo>
                    <a:pt x="1765" y="19855"/>
                  </a:lnTo>
                  <a:lnTo>
                    <a:pt x="1986" y="19975"/>
                  </a:lnTo>
                  <a:lnTo>
                    <a:pt x="2186" y="20075"/>
                  </a:lnTo>
                  <a:lnTo>
                    <a:pt x="2226" y="20075"/>
                  </a:lnTo>
                  <a:lnTo>
                    <a:pt x="2246" y="20055"/>
                  </a:lnTo>
                  <a:lnTo>
                    <a:pt x="2266" y="20035"/>
                  </a:lnTo>
                  <a:lnTo>
                    <a:pt x="2286" y="19995"/>
                  </a:lnTo>
                  <a:lnTo>
                    <a:pt x="2266" y="19955"/>
                  </a:lnTo>
                  <a:lnTo>
                    <a:pt x="2086" y="19815"/>
                  </a:lnTo>
                  <a:lnTo>
                    <a:pt x="1865" y="19674"/>
                  </a:lnTo>
                  <a:lnTo>
                    <a:pt x="1645" y="19574"/>
                  </a:lnTo>
                  <a:lnTo>
                    <a:pt x="1424" y="19474"/>
                  </a:lnTo>
                  <a:lnTo>
                    <a:pt x="1625" y="19113"/>
                  </a:lnTo>
                  <a:lnTo>
                    <a:pt x="2347" y="19393"/>
                  </a:lnTo>
                  <a:lnTo>
                    <a:pt x="2387" y="19393"/>
                  </a:lnTo>
                  <a:lnTo>
                    <a:pt x="2427" y="19373"/>
                  </a:lnTo>
                  <a:lnTo>
                    <a:pt x="2467" y="19313"/>
                  </a:lnTo>
                  <a:lnTo>
                    <a:pt x="2467" y="19253"/>
                  </a:lnTo>
                  <a:lnTo>
                    <a:pt x="2447" y="19233"/>
                  </a:lnTo>
                  <a:lnTo>
                    <a:pt x="2427" y="19213"/>
                  </a:lnTo>
                  <a:lnTo>
                    <a:pt x="2246" y="19133"/>
                  </a:lnTo>
                  <a:lnTo>
                    <a:pt x="2066" y="19073"/>
                  </a:lnTo>
                  <a:lnTo>
                    <a:pt x="1705" y="18952"/>
                  </a:lnTo>
                  <a:lnTo>
                    <a:pt x="2146" y="18050"/>
                  </a:lnTo>
                  <a:lnTo>
                    <a:pt x="2547" y="17107"/>
                  </a:lnTo>
                  <a:lnTo>
                    <a:pt x="2908" y="16165"/>
                  </a:lnTo>
                  <a:lnTo>
                    <a:pt x="3229" y="15202"/>
                  </a:lnTo>
                  <a:lnTo>
                    <a:pt x="3369" y="14721"/>
                  </a:lnTo>
                  <a:lnTo>
                    <a:pt x="3510" y="14239"/>
                  </a:lnTo>
                  <a:lnTo>
                    <a:pt x="3630" y="13738"/>
                  </a:lnTo>
                  <a:lnTo>
                    <a:pt x="3730" y="13257"/>
                  </a:lnTo>
                  <a:lnTo>
                    <a:pt x="3831" y="12755"/>
                  </a:lnTo>
                  <a:lnTo>
                    <a:pt x="3911" y="12254"/>
                  </a:lnTo>
                  <a:lnTo>
                    <a:pt x="3971" y="11753"/>
                  </a:lnTo>
                  <a:lnTo>
                    <a:pt x="4031" y="11251"/>
                  </a:lnTo>
                  <a:lnTo>
                    <a:pt x="4212" y="11251"/>
                  </a:lnTo>
                  <a:lnTo>
                    <a:pt x="4513" y="11231"/>
                  </a:lnTo>
                  <a:lnTo>
                    <a:pt x="4813" y="11191"/>
                  </a:lnTo>
                  <a:lnTo>
                    <a:pt x="4853" y="11171"/>
                  </a:lnTo>
                  <a:lnTo>
                    <a:pt x="4873" y="11151"/>
                  </a:lnTo>
                  <a:lnTo>
                    <a:pt x="4873" y="11091"/>
                  </a:lnTo>
                  <a:lnTo>
                    <a:pt x="4853" y="11031"/>
                  </a:lnTo>
                  <a:lnTo>
                    <a:pt x="4813" y="11031"/>
                  </a:lnTo>
                  <a:lnTo>
                    <a:pt x="4793" y="11011"/>
                  </a:lnTo>
                  <a:lnTo>
                    <a:pt x="4292" y="11011"/>
                  </a:lnTo>
                  <a:lnTo>
                    <a:pt x="4051" y="11031"/>
                  </a:lnTo>
                  <a:lnTo>
                    <a:pt x="4071" y="10489"/>
                  </a:lnTo>
                  <a:lnTo>
                    <a:pt x="4332" y="10549"/>
                  </a:lnTo>
                  <a:lnTo>
                    <a:pt x="4593" y="10590"/>
                  </a:lnTo>
                  <a:lnTo>
                    <a:pt x="4633" y="10569"/>
                  </a:lnTo>
                  <a:lnTo>
                    <a:pt x="4653" y="10549"/>
                  </a:lnTo>
                  <a:lnTo>
                    <a:pt x="4673" y="10509"/>
                  </a:lnTo>
                  <a:lnTo>
                    <a:pt x="4673" y="10449"/>
                  </a:lnTo>
                  <a:lnTo>
                    <a:pt x="4613" y="10409"/>
                  </a:lnTo>
                  <a:lnTo>
                    <a:pt x="4492" y="10369"/>
                  </a:lnTo>
                  <a:lnTo>
                    <a:pt x="4372" y="10329"/>
                  </a:lnTo>
                  <a:lnTo>
                    <a:pt x="4091" y="10289"/>
                  </a:lnTo>
                  <a:lnTo>
                    <a:pt x="4091" y="9627"/>
                  </a:lnTo>
                  <a:lnTo>
                    <a:pt x="4071" y="8885"/>
                  </a:lnTo>
                  <a:lnTo>
                    <a:pt x="4011" y="8143"/>
                  </a:lnTo>
                  <a:lnTo>
                    <a:pt x="3911" y="7401"/>
                  </a:lnTo>
                  <a:lnTo>
                    <a:pt x="3791" y="6659"/>
                  </a:lnTo>
                  <a:lnTo>
                    <a:pt x="3610" y="5917"/>
                  </a:lnTo>
                  <a:lnTo>
                    <a:pt x="3410" y="5195"/>
                  </a:lnTo>
                  <a:lnTo>
                    <a:pt x="3169" y="4493"/>
                  </a:lnTo>
                  <a:lnTo>
                    <a:pt x="2888" y="3791"/>
                  </a:lnTo>
                  <a:lnTo>
                    <a:pt x="2627" y="3230"/>
                  </a:lnTo>
                  <a:lnTo>
                    <a:pt x="2327" y="2648"/>
                  </a:lnTo>
                  <a:lnTo>
                    <a:pt x="2667" y="2487"/>
                  </a:lnTo>
                  <a:lnTo>
                    <a:pt x="2688" y="2447"/>
                  </a:lnTo>
                  <a:lnTo>
                    <a:pt x="2708" y="2427"/>
                  </a:lnTo>
                  <a:lnTo>
                    <a:pt x="2708" y="2367"/>
                  </a:lnTo>
                  <a:lnTo>
                    <a:pt x="2667" y="2307"/>
                  </a:lnTo>
                  <a:lnTo>
                    <a:pt x="2647" y="2287"/>
                  </a:lnTo>
                  <a:lnTo>
                    <a:pt x="2587" y="2287"/>
                  </a:lnTo>
                  <a:lnTo>
                    <a:pt x="2226" y="2447"/>
                  </a:lnTo>
                  <a:lnTo>
                    <a:pt x="2026" y="2106"/>
                  </a:lnTo>
                  <a:lnTo>
                    <a:pt x="1805" y="1745"/>
                  </a:lnTo>
                  <a:lnTo>
                    <a:pt x="1564" y="1425"/>
                  </a:lnTo>
                  <a:lnTo>
                    <a:pt x="1324" y="1104"/>
                  </a:lnTo>
                  <a:lnTo>
                    <a:pt x="1063" y="783"/>
                  </a:lnTo>
                  <a:lnTo>
                    <a:pt x="782" y="502"/>
                  </a:lnTo>
                  <a:lnTo>
                    <a:pt x="482" y="241"/>
                  </a:lnTo>
                  <a:lnTo>
                    <a:pt x="18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4" name="Google Shape;5994;p26"/>
            <p:cNvSpPr/>
            <p:nvPr/>
          </p:nvSpPr>
          <p:spPr>
            <a:xfrm>
              <a:off x="11551625" y="3973025"/>
              <a:ext cx="232175" cy="552525"/>
            </a:xfrm>
            <a:custGeom>
              <a:avLst/>
              <a:gdLst/>
              <a:ahLst/>
              <a:cxnLst/>
              <a:rect l="l" t="t" r="r" b="b"/>
              <a:pathLst>
                <a:path w="9287" h="22101" extrusionOk="0">
                  <a:moveTo>
                    <a:pt x="5757" y="1"/>
                  </a:moveTo>
                  <a:lnTo>
                    <a:pt x="5135" y="422"/>
                  </a:lnTo>
                  <a:lnTo>
                    <a:pt x="4493" y="823"/>
                  </a:lnTo>
                  <a:lnTo>
                    <a:pt x="4513" y="1384"/>
                  </a:lnTo>
                  <a:lnTo>
                    <a:pt x="4573" y="1986"/>
                  </a:lnTo>
                  <a:lnTo>
                    <a:pt x="4734" y="3269"/>
                  </a:lnTo>
                  <a:lnTo>
                    <a:pt x="4814" y="3911"/>
                  </a:lnTo>
                  <a:lnTo>
                    <a:pt x="4894" y="4573"/>
                  </a:lnTo>
                  <a:lnTo>
                    <a:pt x="4934" y="5195"/>
                  </a:lnTo>
                  <a:lnTo>
                    <a:pt x="4954" y="5776"/>
                  </a:lnTo>
                  <a:lnTo>
                    <a:pt x="4934" y="6137"/>
                  </a:lnTo>
                  <a:lnTo>
                    <a:pt x="4914" y="6498"/>
                  </a:lnTo>
                  <a:lnTo>
                    <a:pt x="4854" y="6799"/>
                  </a:lnTo>
                  <a:lnTo>
                    <a:pt x="4774" y="7080"/>
                  </a:lnTo>
                  <a:lnTo>
                    <a:pt x="4593" y="7461"/>
                  </a:lnTo>
                  <a:lnTo>
                    <a:pt x="4373" y="7902"/>
                  </a:lnTo>
                  <a:lnTo>
                    <a:pt x="4092" y="8363"/>
                  </a:lnTo>
                  <a:lnTo>
                    <a:pt x="3771" y="8865"/>
                  </a:lnTo>
                  <a:lnTo>
                    <a:pt x="3069" y="9948"/>
                  </a:lnTo>
                  <a:lnTo>
                    <a:pt x="2307" y="11131"/>
                  </a:lnTo>
                  <a:lnTo>
                    <a:pt x="1926" y="11753"/>
                  </a:lnTo>
                  <a:lnTo>
                    <a:pt x="1545" y="12374"/>
                  </a:lnTo>
                  <a:lnTo>
                    <a:pt x="1204" y="13016"/>
                  </a:lnTo>
                  <a:lnTo>
                    <a:pt x="883" y="13658"/>
                  </a:lnTo>
                  <a:lnTo>
                    <a:pt x="603" y="14320"/>
                  </a:lnTo>
                  <a:lnTo>
                    <a:pt x="362" y="14961"/>
                  </a:lnTo>
                  <a:lnTo>
                    <a:pt x="262" y="15282"/>
                  </a:lnTo>
                  <a:lnTo>
                    <a:pt x="181" y="15603"/>
                  </a:lnTo>
                  <a:lnTo>
                    <a:pt x="101" y="15924"/>
                  </a:lnTo>
                  <a:lnTo>
                    <a:pt x="61" y="16245"/>
                  </a:lnTo>
                  <a:lnTo>
                    <a:pt x="21" y="16606"/>
                  </a:lnTo>
                  <a:lnTo>
                    <a:pt x="1" y="16947"/>
                  </a:lnTo>
                  <a:lnTo>
                    <a:pt x="21" y="17268"/>
                  </a:lnTo>
                  <a:lnTo>
                    <a:pt x="41" y="17568"/>
                  </a:lnTo>
                  <a:lnTo>
                    <a:pt x="101" y="17869"/>
                  </a:lnTo>
                  <a:lnTo>
                    <a:pt x="181" y="18150"/>
                  </a:lnTo>
                  <a:lnTo>
                    <a:pt x="262" y="18431"/>
                  </a:lnTo>
                  <a:lnTo>
                    <a:pt x="382" y="18691"/>
                  </a:lnTo>
                  <a:lnTo>
                    <a:pt x="502" y="18952"/>
                  </a:lnTo>
                  <a:lnTo>
                    <a:pt x="643" y="19193"/>
                  </a:lnTo>
                  <a:lnTo>
                    <a:pt x="803" y="19433"/>
                  </a:lnTo>
                  <a:lnTo>
                    <a:pt x="964" y="19654"/>
                  </a:lnTo>
                  <a:lnTo>
                    <a:pt x="1164" y="19875"/>
                  </a:lnTo>
                  <a:lnTo>
                    <a:pt x="1345" y="20075"/>
                  </a:lnTo>
                  <a:lnTo>
                    <a:pt x="1565" y="20276"/>
                  </a:lnTo>
                  <a:lnTo>
                    <a:pt x="1786" y="20456"/>
                  </a:lnTo>
                  <a:lnTo>
                    <a:pt x="2006" y="20637"/>
                  </a:lnTo>
                  <a:lnTo>
                    <a:pt x="2247" y="20797"/>
                  </a:lnTo>
                  <a:lnTo>
                    <a:pt x="2488" y="20958"/>
                  </a:lnTo>
                  <a:lnTo>
                    <a:pt x="2748" y="21098"/>
                  </a:lnTo>
                  <a:lnTo>
                    <a:pt x="3270" y="21379"/>
                  </a:lnTo>
                  <a:lnTo>
                    <a:pt x="3811" y="21599"/>
                  </a:lnTo>
                  <a:lnTo>
                    <a:pt x="4353" y="21780"/>
                  </a:lnTo>
                  <a:lnTo>
                    <a:pt x="4914" y="21920"/>
                  </a:lnTo>
                  <a:lnTo>
                    <a:pt x="5456" y="22020"/>
                  </a:lnTo>
                  <a:lnTo>
                    <a:pt x="5997" y="22081"/>
                  </a:lnTo>
                  <a:lnTo>
                    <a:pt x="6519" y="22101"/>
                  </a:lnTo>
                  <a:lnTo>
                    <a:pt x="6900" y="22081"/>
                  </a:lnTo>
                  <a:lnTo>
                    <a:pt x="7281" y="22061"/>
                  </a:lnTo>
                  <a:lnTo>
                    <a:pt x="7622" y="22000"/>
                  </a:lnTo>
                  <a:lnTo>
                    <a:pt x="7943" y="21900"/>
                  </a:lnTo>
                  <a:lnTo>
                    <a:pt x="8283" y="21760"/>
                  </a:lnTo>
                  <a:lnTo>
                    <a:pt x="8624" y="21579"/>
                  </a:lnTo>
                  <a:lnTo>
                    <a:pt x="8965" y="21359"/>
                  </a:lnTo>
                  <a:lnTo>
                    <a:pt x="9286" y="21078"/>
                  </a:lnTo>
                  <a:lnTo>
                    <a:pt x="8905" y="21078"/>
                  </a:lnTo>
                  <a:lnTo>
                    <a:pt x="8564" y="21058"/>
                  </a:lnTo>
                  <a:lnTo>
                    <a:pt x="8243" y="21018"/>
                  </a:lnTo>
                  <a:lnTo>
                    <a:pt x="7922" y="20958"/>
                  </a:lnTo>
                  <a:lnTo>
                    <a:pt x="7602" y="20877"/>
                  </a:lnTo>
                  <a:lnTo>
                    <a:pt x="7281" y="20777"/>
                  </a:lnTo>
                  <a:lnTo>
                    <a:pt x="6960" y="20657"/>
                  </a:lnTo>
                  <a:lnTo>
                    <a:pt x="6659" y="20536"/>
                  </a:lnTo>
                  <a:lnTo>
                    <a:pt x="6057" y="21499"/>
                  </a:lnTo>
                  <a:lnTo>
                    <a:pt x="6017" y="21519"/>
                  </a:lnTo>
                  <a:lnTo>
                    <a:pt x="5997" y="21539"/>
                  </a:lnTo>
                  <a:lnTo>
                    <a:pt x="5957" y="21519"/>
                  </a:lnTo>
                  <a:lnTo>
                    <a:pt x="5917" y="21499"/>
                  </a:lnTo>
                  <a:lnTo>
                    <a:pt x="5917" y="21459"/>
                  </a:lnTo>
                  <a:lnTo>
                    <a:pt x="5917" y="21419"/>
                  </a:lnTo>
                  <a:lnTo>
                    <a:pt x="6499" y="20456"/>
                  </a:lnTo>
                  <a:lnTo>
                    <a:pt x="6438" y="20416"/>
                  </a:lnTo>
                  <a:lnTo>
                    <a:pt x="6198" y="20296"/>
                  </a:lnTo>
                  <a:lnTo>
                    <a:pt x="5977" y="20135"/>
                  </a:lnTo>
                  <a:lnTo>
                    <a:pt x="5757" y="19995"/>
                  </a:lnTo>
                  <a:lnTo>
                    <a:pt x="5556" y="19835"/>
                  </a:lnTo>
                  <a:lnTo>
                    <a:pt x="5355" y="19654"/>
                  </a:lnTo>
                  <a:lnTo>
                    <a:pt x="5195" y="19474"/>
                  </a:lnTo>
                  <a:lnTo>
                    <a:pt x="5035" y="19293"/>
                  </a:lnTo>
                  <a:lnTo>
                    <a:pt x="4874" y="19113"/>
                  </a:lnTo>
                  <a:lnTo>
                    <a:pt x="4754" y="18912"/>
                  </a:lnTo>
                  <a:lnTo>
                    <a:pt x="4634" y="18711"/>
                  </a:lnTo>
                  <a:lnTo>
                    <a:pt x="4513" y="18511"/>
                  </a:lnTo>
                  <a:lnTo>
                    <a:pt x="4413" y="18290"/>
                  </a:lnTo>
                  <a:lnTo>
                    <a:pt x="4333" y="18070"/>
                  </a:lnTo>
                  <a:lnTo>
                    <a:pt x="4273" y="17849"/>
                  </a:lnTo>
                  <a:lnTo>
                    <a:pt x="4152" y="17388"/>
                  </a:lnTo>
                  <a:lnTo>
                    <a:pt x="4092" y="16927"/>
                  </a:lnTo>
                  <a:lnTo>
                    <a:pt x="4052" y="16445"/>
                  </a:lnTo>
                  <a:lnTo>
                    <a:pt x="4072" y="15964"/>
                  </a:lnTo>
                  <a:lnTo>
                    <a:pt x="4112" y="15463"/>
                  </a:lnTo>
                  <a:lnTo>
                    <a:pt x="4192" y="14961"/>
                  </a:lnTo>
                  <a:lnTo>
                    <a:pt x="4313" y="14480"/>
                  </a:lnTo>
                  <a:lnTo>
                    <a:pt x="4453" y="13979"/>
                  </a:lnTo>
                  <a:lnTo>
                    <a:pt x="4613" y="13497"/>
                  </a:lnTo>
                  <a:lnTo>
                    <a:pt x="4974" y="12615"/>
                  </a:lnTo>
                  <a:lnTo>
                    <a:pt x="5335" y="11753"/>
                  </a:lnTo>
                  <a:lnTo>
                    <a:pt x="5696" y="10890"/>
                  </a:lnTo>
                  <a:lnTo>
                    <a:pt x="6017" y="10028"/>
                  </a:lnTo>
                  <a:lnTo>
                    <a:pt x="6338" y="9166"/>
                  </a:lnTo>
                  <a:lnTo>
                    <a:pt x="6458" y="8724"/>
                  </a:lnTo>
                  <a:lnTo>
                    <a:pt x="6579" y="8263"/>
                  </a:lnTo>
                  <a:lnTo>
                    <a:pt x="6679" y="7822"/>
                  </a:lnTo>
                  <a:lnTo>
                    <a:pt x="6779" y="7361"/>
                  </a:lnTo>
                  <a:lnTo>
                    <a:pt x="6840" y="6879"/>
                  </a:lnTo>
                  <a:lnTo>
                    <a:pt x="6880" y="6418"/>
                  </a:lnTo>
                  <a:lnTo>
                    <a:pt x="6900" y="5957"/>
                  </a:lnTo>
                  <a:lnTo>
                    <a:pt x="6900" y="5496"/>
                  </a:lnTo>
                  <a:lnTo>
                    <a:pt x="6880" y="5034"/>
                  </a:lnTo>
                  <a:lnTo>
                    <a:pt x="6840" y="4573"/>
                  </a:lnTo>
                  <a:lnTo>
                    <a:pt x="6779" y="4132"/>
                  </a:lnTo>
                  <a:lnTo>
                    <a:pt x="6699" y="3671"/>
                  </a:lnTo>
                  <a:lnTo>
                    <a:pt x="6579" y="3229"/>
                  </a:lnTo>
                  <a:lnTo>
                    <a:pt x="6458" y="2788"/>
                  </a:lnTo>
                  <a:lnTo>
                    <a:pt x="6218" y="2106"/>
                  </a:lnTo>
                  <a:lnTo>
                    <a:pt x="5997" y="1404"/>
                  </a:lnTo>
                  <a:lnTo>
                    <a:pt x="5917" y="1063"/>
                  </a:lnTo>
                  <a:lnTo>
                    <a:pt x="5837" y="703"/>
                  </a:lnTo>
                  <a:lnTo>
                    <a:pt x="5777" y="362"/>
                  </a:lnTo>
                  <a:lnTo>
                    <a:pt x="5757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5" name="Google Shape;5995;p26"/>
            <p:cNvSpPr/>
            <p:nvPr/>
          </p:nvSpPr>
          <p:spPr>
            <a:xfrm>
              <a:off x="11699550" y="4484425"/>
              <a:ext cx="18575" cy="27100"/>
            </a:xfrm>
            <a:custGeom>
              <a:avLst/>
              <a:gdLst/>
              <a:ahLst/>
              <a:cxnLst/>
              <a:rect l="l" t="t" r="r" b="b"/>
              <a:pathLst>
                <a:path w="743" h="1084" extrusionOk="0">
                  <a:moveTo>
                    <a:pt x="582" y="0"/>
                  </a:moveTo>
                  <a:lnTo>
                    <a:pt x="0" y="963"/>
                  </a:lnTo>
                  <a:lnTo>
                    <a:pt x="0" y="1003"/>
                  </a:lnTo>
                  <a:lnTo>
                    <a:pt x="0" y="1043"/>
                  </a:lnTo>
                  <a:lnTo>
                    <a:pt x="40" y="1063"/>
                  </a:lnTo>
                  <a:lnTo>
                    <a:pt x="80" y="1083"/>
                  </a:lnTo>
                  <a:lnTo>
                    <a:pt x="100" y="1063"/>
                  </a:lnTo>
                  <a:lnTo>
                    <a:pt x="140" y="1043"/>
                  </a:lnTo>
                  <a:lnTo>
                    <a:pt x="742" y="80"/>
                  </a:lnTo>
                  <a:lnTo>
                    <a:pt x="582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6" name="Google Shape;5996;p26"/>
            <p:cNvSpPr/>
            <p:nvPr/>
          </p:nvSpPr>
          <p:spPr>
            <a:xfrm>
              <a:off x="10942475" y="3194900"/>
              <a:ext cx="315400" cy="322425"/>
            </a:xfrm>
            <a:custGeom>
              <a:avLst/>
              <a:gdLst/>
              <a:ahLst/>
              <a:cxnLst/>
              <a:rect l="l" t="t" r="r" b="b"/>
              <a:pathLst>
                <a:path w="12616" h="12897" extrusionOk="0">
                  <a:moveTo>
                    <a:pt x="6599" y="1"/>
                  </a:moveTo>
                  <a:lnTo>
                    <a:pt x="6137" y="41"/>
                  </a:lnTo>
                  <a:lnTo>
                    <a:pt x="5676" y="121"/>
                  </a:lnTo>
                  <a:lnTo>
                    <a:pt x="5195" y="242"/>
                  </a:lnTo>
                  <a:lnTo>
                    <a:pt x="4673" y="422"/>
                  </a:lnTo>
                  <a:lnTo>
                    <a:pt x="4172" y="623"/>
                  </a:lnTo>
                  <a:lnTo>
                    <a:pt x="3691" y="883"/>
                  </a:lnTo>
                  <a:lnTo>
                    <a:pt x="3209" y="1164"/>
                  </a:lnTo>
                  <a:lnTo>
                    <a:pt x="2768" y="1465"/>
                  </a:lnTo>
                  <a:lnTo>
                    <a:pt x="2367" y="1826"/>
                  </a:lnTo>
                  <a:lnTo>
                    <a:pt x="1966" y="2187"/>
                  </a:lnTo>
                  <a:lnTo>
                    <a:pt x="1605" y="2588"/>
                  </a:lnTo>
                  <a:lnTo>
                    <a:pt x="1284" y="2989"/>
                  </a:lnTo>
                  <a:lnTo>
                    <a:pt x="983" y="3430"/>
                  </a:lnTo>
                  <a:lnTo>
                    <a:pt x="723" y="3871"/>
                  </a:lnTo>
                  <a:lnTo>
                    <a:pt x="502" y="4353"/>
                  </a:lnTo>
                  <a:lnTo>
                    <a:pt x="302" y="4814"/>
                  </a:lnTo>
                  <a:lnTo>
                    <a:pt x="161" y="5315"/>
                  </a:lnTo>
                  <a:lnTo>
                    <a:pt x="61" y="5797"/>
                  </a:lnTo>
                  <a:lnTo>
                    <a:pt x="1" y="6298"/>
                  </a:lnTo>
                  <a:lnTo>
                    <a:pt x="1" y="6659"/>
                  </a:lnTo>
                  <a:lnTo>
                    <a:pt x="1" y="7020"/>
                  </a:lnTo>
                  <a:lnTo>
                    <a:pt x="21" y="7381"/>
                  </a:lnTo>
                  <a:lnTo>
                    <a:pt x="41" y="7722"/>
                  </a:lnTo>
                  <a:lnTo>
                    <a:pt x="101" y="8063"/>
                  </a:lnTo>
                  <a:lnTo>
                    <a:pt x="181" y="8404"/>
                  </a:lnTo>
                  <a:lnTo>
                    <a:pt x="261" y="8725"/>
                  </a:lnTo>
                  <a:lnTo>
                    <a:pt x="362" y="9046"/>
                  </a:lnTo>
                  <a:lnTo>
                    <a:pt x="482" y="9366"/>
                  </a:lnTo>
                  <a:lnTo>
                    <a:pt x="622" y="9667"/>
                  </a:lnTo>
                  <a:lnTo>
                    <a:pt x="763" y="9948"/>
                  </a:lnTo>
                  <a:lnTo>
                    <a:pt x="923" y="10249"/>
                  </a:lnTo>
                  <a:lnTo>
                    <a:pt x="1104" y="10510"/>
                  </a:lnTo>
                  <a:lnTo>
                    <a:pt x="1304" y="10770"/>
                  </a:lnTo>
                  <a:lnTo>
                    <a:pt x="1505" y="11011"/>
                  </a:lnTo>
                  <a:lnTo>
                    <a:pt x="1725" y="11252"/>
                  </a:lnTo>
                  <a:lnTo>
                    <a:pt x="1966" y="11472"/>
                  </a:lnTo>
                  <a:lnTo>
                    <a:pt x="2207" y="11673"/>
                  </a:lnTo>
                  <a:lnTo>
                    <a:pt x="2467" y="11873"/>
                  </a:lnTo>
                  <a:lnTo>
                    <a:pt x="2748" y="12054"/>
                  </a:lnTo>
                  <a:lnTo>
                    <a:pt x="3029" y="12214"/>
                  </a:lnTo>
                  <a:lnTo>
                    <a:pt x="3330" y="12355"/>
                  </a:lnTo>
                  <a:lnTo>
                    <a:pt x="3631" y="12495"/>
                  </a:lnTo>
                  <a:lnTo>
                    <a:pt x="3951" y="12595"/>
                  </a:lnTo>
                  <a:lnTo>
                    <a:pt x="4292" y="12695"/>
                  </a:lnTo>
                  <a:lnTo>
                    <a:pt x="4633" y="12776"/>
                  </a:lnTo>
                  <a:lnTo>
                    <a:pt x="4994" y="12836"/>
                  </a:lnTo>
                  <a:lnTo>
                    <a:pt x="5355" y="12876"/>
                  </a:lnTo>
                  <a:lnTo>
                    <a:pt x="5736" y="12896"/>
                  </a:lnTo>
                  <a:lnTo>
                    <a:pt x="6117" y="12896"/>
                  </a:lnTo>
                  <a:lnTo>
                    <a:pt x="6518" y="12876"/>
                  </a:lnTo>
                  <a:lnTo>
                    <a:pt x="6920" y="12836"/>
                  </a:lnTo>
                  <a:lnTo>
                    <a:pt x="7361" y="12756"/>
                  </a:lnTo>
                  <a:lnTo>
                    <a:pt x="7762" y="12655"/>
                  </a:lnTo>
                  <a:lnTo>
                    <a:pt x="8163" y="12555"/>
                  </a:lnTo>
                  <a:lnTo>
                    <a:pt x="8564" y="12415"/>
                  </a:lnTo>
                  <a:lnTo>
                    <a:pt x="8925" y="12254"/>
                  </a:lnTo>
                  <a:lnTo>
                    <a:pt x="9266" y="12074"/>
                  </a:lnTo>
                  <a:lnTo>
                    <a:pt x="9607" y="11873"/>
                  </a:lnTo>
                  <a:lnTo>
                    <a:pt x="9928" y="11673"/>
                  </a:lnTo>
                  <a:lnTo>
                    <a:pt x="10229" y="11432"/>
                  </a:lnTo>
                  <a:lnTo>
                    <a:pt x="10509" y="11191"/>
                  </a:lnTo>
                  <a:lnTo>
                    <a:pt x="10770" y="10931"/>
                  </a:lnTo>
                  <a:lnTo>
                    <a:pt x="11011" y="10670"/>
                  </a:lnTo>
                  <a:lnTo>
                    <a:pt x="11251" y="10369"/>
                  </a:lnTo>
                  <a:lnTo>
                    <a:pt x="11452" y="10068"/>
                  </a:lnTo>
                  <a:lnTo>
                    <a:pt x="11652" y="9767"/>
                  </a:lnTo>
                  <a:lnTo>
                    <a:pt x="11833" y="9447"/>
                  </a:lnTo>
                  <a:lnTo>
                    <a:pt x="11973" y="9166"/>
                  </a:lnTo>
                  <a:lnTo>
                    <a:pt x="12094" y="8865"/>
                  </a:lnTo>
                  <a:lnTo>
                    <a:pt x="12194" y="8584"/>
                  </a:lnTo>
                  <a:lnTo>
                    <a:pt x="12294" y="8283"/>
                  </a:lnTo>
                  <a:lnTo>
                    <a:pt x="12394" y="7983"/>
                  </a:lnTo>
                  <a:lnTo>
                    <a:pt x="12455" y="7662"/>
                  </a:lnTo>
                  <a:lnTo>
                    <a:pt x="12515" y="7361"/>
                  </a:lnTo>
                  <a:lnTo>
                    <a:pt x="12555" y="7040"/>
                  </a:lnTo>
                  <a:lnTo>
                    <a:pt x="12595" y="6719"/>
                  </a:lnTo>
                  <a:lnTo>
                    <a:pt x="12615" y="6398"/>
                  </a:lnTo>
                  <a:lnTo>
                    <a:pt x="12615" y="6077"/>
                  </a:lnTo>
                  <a:lnTo>
                    <a:pt x="12615" y="5757"/>
                  </a:lnTo>
                  <a:lnTo>
                    <a:pt x="12575" y="5436"/>
                  </a:lnTo>
                  <a:lnTo>
                    <a:pt x="12555" y="5115"/>
                  </a:lnTo>
                  <a:lnTo>
                    <a:pt x="12495" y="4794"/>
                  </a:lnTo>
                  <a:lnTo>
                    <a:pt x="12435" y="4473"/>
                  </a:lnTo>
                  <a:lnTo>
                    <a:pt x="12314" y="4032"/>
                  </a:lnTo>
                  <a:lnTo>
                    <a:pt x="12174" y="3591"/>
                  </a:lnTo>
                  <a:lnTo>
                    <a:pt x="11973" y="3190"/>
                  </a:lnTo>
                  <a:lnTo>
                    <a:pt x="11753" y="2768"/>
                  </a:lnTo>
                  <a:lnTo>
                    <a:pt x="11492" y="2387"/>
                  </a:lnTo>
                  <a:lnTo>
                    <a:pt x="11211" y="2026"/>
                  </a:lnTo>
                  <a:lnTo>
                    <a:pt x="10890" y="1686"/>
                  </a:lnTo>
                  <a:lnTo>
                    <a:pt x="10549" y="1365"/>
                  </a:lnTo>
                  <a:lnTo>
                    <a:pt x="10188" y="1064"/>
                  </a:lnTo>
                  <a:lnTo>
                    <a:pt x="9807" y="803"/>
                  </a:lnTo>
                  <a:lnTo>
                    <a:pt x="9386" y="583"/>
                  </a:lnTo>
                  <a:lnTo>
                    <a:pt x="8945" y="382"/>
                  </a:lnTo>
                  <a:lnTo>
                    <a:pt x="8504" y="222"/>
                  </a:lnTo>
                  <a:lnTo>
                    <a:pt x="8023" y="101"/>
                  </a:lnTo>
                  <a:lnTo>
                    <a:pt x="7541" y="21"/>
                  </a:lnTo>
                  <a:lnTo>
                    <a:pt x="704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7" name="Google Shape;5997;p26"/>
            <p:cNvSpPr/>
            <p:nvPr/>
          </p:nvSpPr>
          <p:spPr>
            <a:xfrm>
              <a:off x="10942475" y="3194900"/>
              <a:ext cx="315400" cy="322425"/>
            </a:xfrm>
            <a:custGeom>
              <a:avLst/>
              <a:gdLst/>
              <a:ahLst/>
              <a:cxnLst/>
              <a:rect l="l" t="t" r="r" b="b"/>
              <a:pathLst>
                <a:path w="12616" h="12897" fill="none" extrusionOk="0">
                  <a:moveTo>
                    <a:pt x="11833" y="9447"/>
                  </a:moveTo>
                  <a:lnTo>
                    <a:pt x="11833" y="9447"/>
                  </a:lnTo>
                  <a:lnTo>
                    <a:pt x="11652" y="9767"/>
                  </a:lnTo>
                  <a:lnTo>
                    <a:pt x="11452" y="10068"/>
                  </a:lnTo>
                  <a:lnTo>
                    <a:pt x="11251" y="10369"/>
                  </a:lnTo>
                  <a:lnTo>
                    <a:pt x="11011" y="10670"/>
                  </a:lnTo>
                  <a:lnTo>
                    <a:pt x="10770" y="10931"/>
                  </a:lnTo>
                  <a:lnTo>
                    <a:pt x="10509" y="11191"/>
                  </a:lnTo>
                  <a:lnTo>
                    <a:pt x="10229" y="11432"/>
                  </a:lnTo>
                  <a:lnTo>
                    <a:pt x="9928" y="11673"/>
                  </a:lnTo>
                  <a:lnTo>
                    <a:pt x="9607" y="11873"/>
                  </a:lnTo>
                  <a:lnTo>
                    <a:pt x="9266" y="12074"/>
                  </a:lnTo>
                  <a:lnTo>
                    <a:pt x="8925" y="12254"/>
                  </a:lnTo>
                  <a:lnTo>
                    <a:pt x="8564" y="12415"/>
                  </a:lnTo>
                  <a:lnTo>
                    <a:pt x="8163" y="12555"/>
                  </a:lnTo>
                  <a:lnTo>
                    <a:pt x="7762" y="12655"/>
                  </a:lnTo>
                  <a:lnTo>
                    <a:pt x="7361" y="12756"/>
                  </a:lnTo>
                  <a:lnTo>
                    <a:pt x="6920" y="12836"/>
                  </a:lnTo>
                  <a:lnTo>
                    <a:pt x="6920" y="12836"/>
                  </a:lnTo>
                  <a:lnTo>
                    <a:pt x="6518" y="12876"/>
                  </a:lnTo>
                  <a:lnTo>
                    <a:pt x="6117" y="12896"/>
                  </a:lnTo>
                  <a:lnTo>
                    <a:pt x="5736" y="12896"/>
                  </a:lnTo>
                  <a:lnTo>
                    <a:pt x="5355" y="12876"/>
                  </a:lnTo>
                  <a:lnTo>
                    <a:pt x="4994" y="12836"/>
                  </a:lnTo>
                  <a:lnTo>
                    <a:pt x="4633" y="12776"/>
                  </a:lnTo>
                  <a:lnTo>
                    <a:pt x="4292" y="12695"/>
                  </a:lnTo>
                  <a:lnTo>
                    <a:pt x="3951" y="12595"/>
                  </a:lnTo>
                  <a:lnTo>
                    <a:pt x="3631" y="12495"/>
                  </a:lnTo>
                  <a:lnTo>
                    <a:pt x="3330" y="12355"/>
                  </a:lnTo>
                  <a:lnTo>
                    <a:pt x="3029" y="12214"/>
                  </a:lnTo>
                  <a:lnTo>
                    <a:pt x="2748" y="12054"/>
                  </a:lnTo>
                  <a:lnTo>
                    <a:pt x="2467" y="11873"/>
                  </a:lnTo>
                  <a:lnTo>
                    <a:pt x="2207" y="11673"/>
                  </a:lnTo>
                  <a:lnTo>
                    <a:pt x="1966" y="11472"/>
                  </a:lnTo>
                  <a:lnTo>
                    <a:pt x="1725" y="11252"/>
                  </a:lnTo>
                  <a:lnTo>
                    <a:pt x="1505" y="11011"/>
                  </a:lnTo>
                  <a:lnTo>
                    <a:pt x="1304" y="10770"/>
                  </a:lnTo>
                  <a:lnTo>
                    <a:pt x="1104" y="10510"/>
                  </a:lnTo>
                  <a:lnTo>
                    <a:pt x="923" y="10249"/>
                  </a:lnTo>
                  <a:lnTo>
                    <a:pt x="763" y="9948"/>
                  </a:lnTo>
                  <a:lnTo>
                    <a:pt x="622" y="9667"/>
                  </a:lnTo>
                  <a:lnTo>
                    <a:pt x="482" y="9366"/>
                  </a:lnTo>
                  <a:lnTo>
                    <a:pt x="362" y="9046"/>
                  </a:lnTo>
                  <a:lnTo>
                    <a:pt x="261" y="8725"/>
                  </a:lnTo>
                  <a:lnTo>
                    <a:pt x="181" y="8404"/>
                  </a:lnTo>
                  <a:lnTo>
                    <a:pt x="101" y="8063"/>
                  </a:lnTo>
                  <a:lnTo>
                    <a:pt x="41" y="7722"/>
                  </a:lnTo>
                  <a:lnTo>
                    <a:pt x="21" y="7381"/>
                  </a:lnTo>
                  <a:lnTo>
                    <a:pt x="1" y="7020"/>
                  </a:lnTo>
                  <a:lnTo>
                    <a:pt x="1" y="6659"/>
                  </a:lnTo>
                  <a:lnTo>
                    <a:pt x="1" y="6298"/>
                  </a:lnTo>
                  <a:lnTo>
                    <a:pt x="1" y="6298"/>
                  </a:lnTo>
                  <a:lnTo>
                    <a:pt x="61" y="5797"/>
                  </a:lnTo>
                  <a:lnTo>
                    <a:pt x="161" y="5315"/>
                  </a:lnTo>
                  <a:lnTo>
                    <a:pt x="302" y="4814"/>
                  </a:lnTo>
                  <a:lnTo>
                    <a:pt x="502" y="4353"/>
                  </a:lnTo>
                  <a:lnTo>
                    <a:pt x="723" y="3871"/>
                  </a:lnTo>
                  <a:lnTo>
                    <a:pt x="983" y="3430"/>
                  </a:lnTo>
                  <a:lnTo>
                    <a:pt x="1284" y="2989"/>
                  </a:lnTo>
                  <a:lnTo>
                    <a:pt x="1605" y="2588"/>
                  </a:lnTo>
                  <a:lnTo>
                    <a:pt x="1966" y="2187"/>
                  </a:lnTo>
                  <a:lnTo>
                    <a:pt x="2367" y="1826"/>
                  </a:lnTo>
                  <a:lnTo>
                    <a:pt x="2768" y="1465"/>
                  </a:lnTo>
                  <a:lnTo>
                    <a:pt x="3209" y="1164"/>
                  </a:lnTo>
                  <a:lnTo>
                    <a:pt x="3691" y="883"/>
                  </a:lnTo>
                  <a:lnTo>
                    <a:pt x="4172" y="623"/>
                  </a:lnTo>
                  <a:lnTo>
                    <a:pt x="4673" y="422"/>
                  </a:lnTo>
                  <a:lnTo>
                    <a:pt x="5195" y="242"/>
                  </a:lnTo>
                  <a:lnTo>
                    <a:pt x="5195" y="242"/>
                  </a:lnTo>
                  <a:lnTo>
                    <a:pt x="5676" y="121"/>
                  </a:lnTo>
                  <a:lnTo>
                    <a:pt x="6137" y="41"/>
                  </a:lnTo>
                  <a:lnTo>
                    <a:pt x="6599" y="1"/>
                  </a:lnTo>
                  <a:lnTo>
                    <a:pt x="7040" y="1"/>
                  </a:lnTo>
                  <a:lnTo>
                    <a:pt x="7040" y="1"/>
                  </a:lnTo>
                  <a:lnTo>
                    <a:pt x="7541" y="21"/>
                  </a:lnTo>
                  <a:lnTo>
                    <a:pt x="8023" y="101"/>
                  </a:lnTo>
                  <a:lnTo>
                    <a:pt x="8504" y="222"/>
                  </a:lnTo>
                  <a:lnTo>
                    <a:pt x="8945" y="382"/>
                  </a:lnTo>
                  <a:lnTo>
                    <a:pt x="9386" y="583"/>
                  </a:lnTo>
                  <a:lnTo>
                    <a:pt x="9807" y="803"/>
                  </a:lnTo>
                  <a:lnTo>
                    <a:pt x="10188" y="1064"/>
                  </a:lnTo>
                  <a:lnTo>
                    <a:pt x="10549" y="1365"/>
                  </a:lnTo>
                  <a:lnTo>
                    <a:pt x="10890" y="1686"/>
                  </a:lnTo>
                  <a:lnTo>
                    <a:pt x="11211" y="2026"/>
                  </a:lnTo>
                  <a:lnTo>
                    <a:pt x="11492" y="2387"/>
                  </a:lnTo>
                  <a:lnTo>
                    <a:pt x="11753" y="2768"/>
                  </a:lnTo>
                  <a:lnTo>
                    <a:pt x="11973" y="3190"/>
                  </a:lnTo>
                  <a:lnTo>
                    <a:pt x="12174" y="3591"/>
                  </a:lnTo>
                  <a:lnTo>
                    <a:pt x="12314" y="4032"/>
                  </a:lnTo>
                  <a:lnTo>
                    <a:pt x="12435" y="4473"/>
                  </a:lnTo>
                  <a:lnTo>
                    <a:pt x="12435" y="4473"/>
                  </a:lnTo>
                  <a:lnTo>
                    <a:pt x="12495" y="4794"/>
                  </a:lnTo>
                  <a:lnTo>
                    <a:pt x="12555" y="5115"/>
                  </a:lnTo>
                  <a:lnTo>
                    <a:pt x="12575" y="5436"/>
                  </a:lnTo>
                  <a:lnTo>
                    <a:pt x="12615" y="5757"/>
                  </a:lnTo>
                  <a:lnTo>
                    <a:pt x="12615" y="6077"/>
                  </a:lnTo>
                  <a:lnTo>
                    <a:pt x="12615" y="6398"/>
                  </a:lnTo>
                  <a:lnTo>
                    <a:pt x="12595" y="6719"/>
                  </a:lnTo>
                  <a:lnTo>
                    <a:pt x="12555" y="7040"/>
                  </a:lnTo>
                  <a:lnTo>
                    <a:pt x="12515" y="7361"/>
                  </a:lnTo>
                  <a:lnTo>
                    <a:pt x="12455" y="7662"/>
                  </a:lnTo>
                  <a:lnTo>
                    <a:pt x="12394" y="7983"/>
                  </a:lnTo>
                  <a:lnTo>
                    <a:pt x="12294" y="8283"/>
                  </a:lnTo>
                  <a:lnTo>
                    <a:pt x="12194" y="8584"/>
                  </a:lnTo>
                  <a:lnTo>
                    <a:pt x="12094" y="8865"/>
                  </a:lnTo>
                  <a:lnTo>
                    <a:pt x="11973" y="9166"/>
                  </a:lnTo>
                  <a:lnTo>
                    <a:pt x="11833" y="9447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8" name="Google Shape;5998;p26"/>
            <p:cNvSpPr/>
            <p:nvPr/>
          </p:nvSpPr>
          <p:spPr>
            <a:xfrm>
              <a:off x="11023200" y="3271125"/>
              <a:ext cx="189050" cy="193050"/>
            </a:xfrm>
            <a:custGeom>
              <a:avLst/>
              <a:gdLst/>
              <a:ahLst/>
              <a:cxnLst/>
              <a:rect l="l" t="t" r="r" b="b"/>
              <a:pathLst>
                <a:path w="7562" h="7722" extrusionOk="0">
                  <a:moveTo>
                    <a:pt x="3891" y="0"/>
                  </a:moveTo>
                  <a:lnTo>
                    <a:pt x="3510" y="60"/>
                  </a:lnTo>
                  <a:lnTo>
                    <a:pt x="3129" y="141"/>
                  </a:lnTo>
                  <a:lnTo>
                    <a:pt x="2808" y="261"/>
                  </a:lnTo>
                  <a:lnTo>
                    <a:pt x="2507" y="381"/>
                  </a:lnTo>
                  <a:lnTo>
                    <a:pt x="2207" y="522"/>
                  </a:lnTo>
                  <a:lnTo>
                    <a:pt x="1946" y="702"/>
                  </a:lnTo>
                  <a:lnTo>
                    <a:pt x="1665" y="883"/>
                  </a:lnTo>
                  <a:lnTo>
                    <a:pt x="1424" y="1103"/>
                  </a:lnTo>
                  <a:lnTo>
                    <a:pt x="1184" y="1324"/>
                  </a:lnTo>
                  <a:lnTo>
                    <a:pt x="983" y="1544"/>
                  </a:lnTo>
                  <a:lnTo>
                    <a:pt x="783" y="1805"/>
                  </a:lnTo>
                  <a:lnTo>
                    <a:pt x="602" y="2066"/>
                  </a:lnTo>
                  <a:lnTo>
                    <a:pt x="442" y="2327"/>
                  </a:lnTo>
                  <a:lnTo>
                    <a:pt x="301" y="2607"/>
                  </a:lnTo>
                  <a:lnTo>
                    <a:pt x="201" y="2888"/>
                  </a:lnTo>
                  <a:lnTo>
                    <a:pt x="121" y="3189"/>
                  </a:lnTo>
                  <a:lnTo>
                    <a:pt x="41" y="3470"/>
                  </a:lnTo>
                  <a:lnTo>
                    <a:pt x="21" y="3770"/>
                  </a:lnTo>
                  <a:lnTo>
                    <a:pt x="1" y="4212"/>
                  </a:lnTo>
                  <a:lnTo>
                    <a:pt x="41" y="4633"/>
                  </a:lnTo>
                  <a:lnTo>
                    <a:pt x="121" y="5034"/>
                  </a:lnTo>
                  <a:lnTo>
                    <a:pt x="221" y="5415"/>
                  </a:lnTo>
                  <a:lnTo>
                    <a:pt x="382" y="5796"/>
                  </a:lnTo>
                  <a:lnTo>
                    <a:pt x="562" y="6137"/>
                  </a:lnTo>
                  <a:lnTo>
                    <a:pt x="783" y="6458"/>
                  </a:lnTo>
                  <a:lnTo>
                    <a:pt x="1043" y="6739"/>
                  </a:lnTo>
                  <a:lnTo>
                    <a:pt x="1324" y="6999"/>
                  </a:lnTo>
                  <a:lnTo>
                    <a:pt x="1645" y="7220"/>
                  </a:lnTo>
                  <a:lnTo>
                    <a:pt x="2006" y="7400"/>
                  </a:lnTo>
                  <a:lnTo>
                    <a:pt x="2186" y="7481"/>
                  </a:lnTo>
                  <a:lnTo>
                    <a:pt x="2387" y="7541"/>
                  </a:lnTo>
                  <a:lnTo>
                    <a:pt x="2567" y="7601"/>
                  </a:lnTo>
                  <a:lnTo>
                    <a:pt x="2788" y="7641"/>
                  </a:lnTo>
                  <a:lnTo>
                    <a:pt x="2989" y="7681"/>
                  </a:lnTo>
                  <a:lnTo>
                    <a:pt x="3209" y="7701"/>
                  </a:lnTo>
                  <a:lnTo>
                    <a:pt x="3430" y="7721"/>
                  </a:lnTo>
                  <a:lnTo>
                    <a:pt x="3670" y="7721"/>
                  </a:lnTo>
                  <a:lnTo>
                    <a:pt x="3911" y="7701"/>
                  </a:lnTo>
                  <a:lnTo>
                    <a:pt x="4152" y="7681"/>
                  </a:lnTo>
                  <a:lnTo>
                    <a:pt x="4392" y="7641"/>
                  </a:lnTo>
                  <a:lnTo>
                    <a:pt x="4613" y="7581"/>
                  </a:lnTo>
                  <a:lnTo>
                    <a:pt x="4854" y="7521"/>
                  </a:lnTo>
                  <a:lnTo>
                    <a:pt x="5054" y="7461"/>
                  </a:lnTo>
                  <a:lnTo>
                    <a:pt x="5275" y="7380"/>
                  </a:lnTo>
                  <a:lnTo>
                    <a:pt x="5455" y="7280"/>
                  </a:lnTo>
                  <a:lnTo>
                    <a:pt x="5656" y="7180"/>
                  </a:lnTo>
                  <a:lnTo>
                    <a:pt x="5836" y="7059"/>
                  </a:lnTo>
                  <a:lnTo>
                    <a:pt x="6017" y="6939"/>
                  </a:lnTo>
                  <a:lnTo>
                    <a:pt x="6177" y="6819"/>
                  </a:lnTo>
                  <a:lnTo>
                    <a:pt x="6478" y="6538"/>
                  </a:lnTo>
                  <a:lnTo>
                    <a:pt x="6739" y="6217"/>
                  </a:lnTo>
                  <a:lnTo>
                    <a:pt x="6959" y="5876"/>
                  </a:lnTo>
                  <a:lnTo>
                    <a:pt x="7160" y="5535"/>
                  </a:lnTo>
                  <a:lnTo>
                    <a:pt x="7300" y="5154"/>
                  </a:lnTo>
                  <a:lnTo>
                    <a:pt x="7421" y="4753"/>
                  </a:lnTo>
                  <a:lnTo>
                    <a:pt x="7501" y="4352"/>
                  </a:lnTo>
                  <a:lnTo>
                    <a:pt x="7541" y="3951"/>
                  </a:lnTo>
                  <a:lnTo>
                    <a:pt x="7561" y="3530"/>
                  </a:lnTo>
                  <a:lnTo>
                    <a:pt x="7521" y="3109"/>
                  </a:lnTo>
                  <a:lnTo>
                    <a:pt x="7461" y="2688"/>
                  </a:lnTo>
                  <a:lnTo>
                    <a:pt x="7361" y="2367"/>
                  </a:lnTo>
                  <a:lnTo>
                    <a:pt x="7240" y="2046"/>
                  </a:lnTo>
                  <a:lnTo>
                    <a:pt x="7100" y="1745"/>
                  </a:lnTo>
                  <a:lnTo>
                    <a:pt x="6919" y="1464"/>
                  </a:lnTo>
                  <a:lnTo>
                    <a:pt x="6699" y="1203"/>
                  </a:lnTo>
                  <a:lnTo>
                    <a:pt x="6478" y="963"/>
                  </a:lnTo>
                  <a:lnTo>
                    <a:pt x="6217" y="722"/>
                  </a:lnTo>
                  <a:lnTo>
                    <a:pt x="5937" y="522"/>
                  </a:lnTo>
                  <a:lnTo>
                    <a:pt x="5636" y="361"/>
                  </a:lnTo>
                  <a:lnTo>
                    <a:pt x="5315" y="221"/>
                  </a:lnTo>
                  <a:lnTo>
                    <a:pt x="4974" y="121"/>
                  </a:lnTo>
                  <a:lnTo>
                    <a:pt x="4633" y="40"/>
                  </a:lnTo>
                  <a:lnTo>
                    <a:pt x="427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9" name="Google Shape;5999;p26"/>
            <p:cNvSpPr/>
            <p:nvPr/>
          </p:nvSpPr>
          <p:spPr>
            <a:xfrm>
              <a:off x="11023200" y="3271125"/>
              <a:ext cx="189050" cy="193050"/>
            </a:xfrm>
            <a:custGeom>
              <a:avLst/>
              <a:gdLst/>
              <a:ahLst/>
              <a:cxnLst/>
              <a:rect l="l" t="t" r="r" b="b"/>
              <a:pathLst>
                <a:path w="7562" h="7722" fill="none" extrusionOk="0">
                  <a:moveTo>
                    <a:pt x="21" y="3770"/>
                  </a:moveTo>
                  <a:lnTo>
                    <a:pt x="21" y="3770"/>
                  </a:lnTo>
                  <a:lnTo>
                    <a:pt x="1" y="4212"/>
                  </a:lnTo>
                  <a:lnTo>
                    <a:pt x="41" y="4633"/>
                  </a:lnTo>
                  <a:lnTo>
                    <a:pt x="121" y="5034"/>
                  </a:lnTo>
                  <a:lnTo>
                    <a:pt x="221" y="5415"/>
                  </a:lnTo>
                  <a:lnTo>
                    <a:pt x="382" y="5796"/>
                  </a:lnTo>
                  <a:lnTo>
                    <a:pt x="562" y="6137"/>
                  </a:lnTo>
                  <a:lnTo>
                    <a:pt x="783" y="6458"/>
                  </a:lnTo>
                  <a:lnTo>
                    <a:pt x="1043" y="6739"/>
                  </a:lnTo>
                  <a:lnTo>
                    <a:pt x="1324" y="6999"/>
                  </a:lnTo>
                  <a:lnTo>
                    <a:pt x="1645" y="7220"/>
                  </a:lnTo>
                  <a:lnTo>
                    <a:pt x="2006" y="7400"/>
                  </a:lnTo>
                  <a:lnTo>
                    <a:pt x="2186" y="7481"/>
                  </a:lnTo>
                  <a:lnTo>
                    <a:pt x="2387" y="7541"/>
                  </a:lnTo>
                  <a:lnTo>
                    <a:pt x="2567" y="7601"/>
                  </a:lnTo>
                  <a:lnTo>
                    <a:pt x="2788" y="7641"/>
                  </a:lnTo>
                  <a:lnTo>
                    <a:pt x="2989" y="7681"/>
                  </a:lnTo>
                  <a:lnTo>
                    <a:pt x="3209" y="7701"/>
                  </a:lnTo>
                  <a:lnTo>
                    <a:pt x="3430" y="7721"/>
                  </a:lnTo>
                  <a:lnTo>
                    <a:pt x="3670" y="7721"/>
                  </a:lnTo>
                  <a:lnTo>
                    <a:pt x="3911" y="7701"/>
                  </a:lnTo>
                  <a:lnTo>
                    <a:pt x="4152" y="7681"/>
                  </a:lnTo>
                  <a:lnTo>
                    <a:pt x="4152" y="7681"/>
                  </a:lnTo>
                  <a:lnTo>
                    <a:pt x="4392" y="7641"/>
                  </a:lnTo>
                  <a:lnTo>
                    <a:pt x="4613" y="7581"/>
                  </a:lnTo>
                  <a:lnTo>
                    <a:pt x="4854" y="7521"/>
                  </a:lnTo>
                  <a:lnTo>
                    <a:pt x="5054" y="7461"/>
                  </a:lnTo>
                  <a:lnTo>
                    <a:pt x="5275" y="7380"/>
                  </a:lnTo>
                  <a:lnTo>
                    <a:pt x="5455" y="7280"/>
                  </a:lnTo>
                  <a:lnTo>
                    <a:pt x="5656" y="7180"/>
                  </a:lnTo>
                  <a:lnTo>
                    <a:pt x="5836" y="7059"/>
                  </a:lnTo>
                  <a:lnTo>
                    <a:pt x="6017" y="6939"/>
                  </a:lnTo>
                  <a:lnTo>
                    <a:pt x="6177" y="6819"/>
                  </a:lnTo>
                  <a:lnTo>
                    <a:pt x="6478" y="6538"/>
                  </a:lnTo>
                  <a:lnTo>
                    <a:pt x="6739" y="6217"/>
                  </a:lnTo>
                  <a:lnTo>
                    <a:pt x="6959" y="5876"/>
                  </a:lnTo>
                  <a:lnTo>
                    <a:pt x="7160" y="5535"/>
                  </a:lnTo>
                  <a:lnTo>
                    <a:pt x="7300" y="5154"/>
                  </a:lnTo>
                  <a:lnTo>
                    <a:pt x="7421" y="4753"/>
                  </a:lnTo>
                  <a:lnTo>
                    <a:pt x="7501" y="4352"/>
                  </a:lnTo>
                  <a:lnTo>
                    <a:pt x="7541" y="3951"/>
                  </a:lnTo>
                  <a:lnTo>
                    <a:pt x="7561" y="3530"/>
                  </a:lnTo>
                  <a:lnTo>
                    <a:pt x="7521" y="3109"/>
                  </a:lnTo>
                  <a:lnTo>
                    <a:pt x="7461" y="2688"/>
                  </a:lnTo>
                  <a:lnTo>
                    <a:pt x="7461" y="2688"/>
                  </a:lnTo>
                  <a:lnTo>
                    <a:pt x="7361" y="2367"/>
                  </a:lnTo>
                  <a:lnTo>
                    <a:pt x="7240" y="2046"/>
                  </a:lnTo>
                  <a:lnTo>
                    <a:pt x="7100" y="1745"/>
                  </a:lnTo>
                  <a:lnTo>
                    <a:pt x="6919" y="1464"/>
                  </a:lnTo>
                  <a:lnTo>
                    <a:pt x="6699" y="1203"/>
                  </a:lnTo>
                  <a:lnTo>
                    <a:pt x="6478" y="963"/>
                  </a:lnTo>
                  <a:lnTo>
                    <a:pt x="6217" y="722"/>
                  </a:lnTo>
                  <a:lnTo>
                    <a:pt x="5937" y="522"/>
                  </a:lnTo>
                  <a:lnTo>
                    <a:pt x="5636" y="361"/>
                  </a:lnTo>
                  <a:lnTo>
                    <a:pt x="5315" y="221"/>
                  </a:lnTo>
                  <a:lnTo>
                    <a:pt x="4974" y="121"/>
                  </a:lnTo>
                  <a:lnTo>
                    <a:pt x="4633" y="40"/>
                  </a:lnTo>
                  <a:lnTo>
                    <a:pt x="4272" y="0"/>
                  </a:lnTo>
                  <a:lnTo>
                    <a:pt x="3891" y="0"/>
                  </a:lnTo>
                  <a:lnTo>
                    <a:pt x="3510" y="60"/>
                  </a:lnTo>
                  <a:lnTo>
                    <a:pt x="3129" y="141"/>
                  </a:lnTo>
                  <a:lnTo>
                    <a:pt x="3129" y="141"/>
                  </a:lnTo>
                  <a:lnTo>
                    <a:pt x="2808" y="261"/>
                  </a:lnTo>
                  <a:lnTo>
                    <a:pt x="2507" y="381"/>
                  </a:lnTo>
                  <a:lnTo>
                    <a:pt x="2207" y="522"/>
                  </a:lnTo>
                  <a:lnTo>
                    <a:pt x="1946" y="702"/>
                  </a:lnTo>
                  <a:lnTo>
                    <a:pt x="1665" y="883"/>
                  </a:lnTo>
                  <a:lnTo>
                    <a:pt x="1424" y="1103"/>
                  </a:lnTo>
                  <a:lnTo>
                    <a:pt x="1184" y="1324"/>
                  </a:lnTo>
                  <a:lnTo>
                    <a:pt x="983" y="1544"/>
                  </a:lnTo>
                  <a:lnTo>
                    <a:pt x="783" y="1805"/>
                  </a:lnTo>
                  <a:lnTo>
                    <a:pt x="602" y="2066"/>
                  </a:lnTo>
                  <a:lnTo>
                    <a:pt x="442" y="2327"/>
                  </a:lnTo>
                  <a:lnTo>
                    <a:pt x="301" y="2607"/>
                  </a:lnTo>
                  <a:lnTo>
                    <a:pt x="201" y="2888"/>
                  </a:lnTo>
                  <a:lnTo>
                    <a:pt x="121" y="3189"/>
                  </a:lnTo>
                  <a:lnTo>
                    <a:pt x="41" y="3470"/>
                  </a:lnTo>
                  <a:lnTo>
                    <a:pt x="21" y="377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0" name="Google Shape;6000;p26"/>
            <p:cNvSpPr/>
            <p:nvPr/>
          </p:nvSpPr>
          <p:spPr>
            <a:xfrm>
              <a:off x="10942475" y="3194400"/>
              <a:ext cx="176000" cy="321400"/>
            </a:xfrm>
            <a:custGeom>
              <a:avLst/>
              <a:gdLst/>
              <a:ahLst/>
              <a:cxnLst/>
              <a:rect l="l" t="t" r="r" b="b"/>
              <a:pathLst>
                <a:path w="7040" h="12856" extrusionOk="0">
                  <a:moveTo>
                    <a:pt x="6859" y="1"/>
                  </a:moveTo>
                  <a:lnTo>
                    <a:pt x="6438" y="21"/>
                  </a:lnTo>
                  <a:lnTo>
                    <a:pt x="6037" y="81"/>
                  </a:lnTo>
                  <a:lnTo>
                    <a:pt x="5616" y="141"/>
                  </a:lnTo>
                  <a:lnTo>
                    <a:pt x="5195" y="262"/>
                  </a:lnTo>
                  <a:lnTo>
                    <a:pt x="4673" y="442"/>
                  </a:lnTo>
                  <a:lnTo>
                    <a:pt x="4172" y="643"/>
                  </a:lnTo>
                  <a:lnTo>
                    <a:pt x="3691" y="903"/>
                  </a:lnTo>
                  <a:lnTo>
                    <a:pt x="3209" y="1184"/>
                  </a:lnTo>
                  <a:lnTo>
                    <a:pt x="2768" y="1485"/>
                  </a:lnTo>
                  <a:lnTo>
                    <a:pt x="2367" y="1846"/>
                  </a:lnTo>
                  <a:lnTo>
                    <a:pt x="1966" y="2207"/>
                  </a:lnTo>
                  <a:lnTo>
                    <a:pt x="1605" y="2608"/>
                  </a:lnTo>
                  <a:lnTo>
                    <a:pt x="1284" y="3009"/>
                  </a:lnTo>
                  <a:lnTo>
                    <a:pt x="983" y="3450"/>
                  </a:lnTo>
                  <a:lnTo>
                    <a:pt x="723" y="3891"/>
                  </a:lnTo>
                  <a:lnTo>
                    <a:pt x="502" y="4373"/>
                  </a:lnTo>
                  <a:lnTo>
                    <a:pt x="302" y="4834"/>
                  </a:lnTo>
                  <a:lnTo>
                    <a:pt x="161" y="5335"/>
                  </a:lnTo>
                  <a:lnTo>
                    <a:pt x="61" y="5817"/>
                  </a:lnTo>
                  <a:lnTo>
                    <a:pt x="1" y="6318"/>
                  </a:lnTo>
                  <a:lnTo>
                    <a:pt x="1" y="6819"/>
                  </a:lnTo>
                  <a:lnTo>
                    <a:pt x="21" y="7401"/>
                  </a:lnTo>
                  <a:lnTo>
                    <a:pt x="81" y="7942"/>
                  </a:lnTo>
                  <a:lnTo>
                    <a:pt x="181" y="8484"/>
                  </a:lnTo>
                  <a:lnTo>
                    <a:pt x="342" y="9005"/>
                  </a:lnTo>
                  <a:lnTo>
                    <a:pt x="542" y="9507"/>
                  </a:lnTo>
                  <a:lnTo>
                    <a:pt x="763" y="9988"/>
                  </a:lnTo>
                  <a:lnTo>
                    <a:pt x="1044" y="10429"/>
                  </a:lnTo>
                  <a:lnTo>
                    <a:pt x="1344" y="10850"/>
                  </a:lnTo>
                  <a:lnTo>
                    <a:pt x="1505" y="11051"/>
                  </a:lnTo>
                  <a:lnTo>
                    <a:pt x="1685" y="11231"/>
                  </a:lnTo>
                  <a:lnTo>
                    <a:pt x="1866" y="11412"/>
                  </a:lnTo>
                  <a:lnTo>
                    <a:pt x="2066" y="11592"/>
                  </a:lnTo>
                  <a:lnTo>
                    <a:pt x="2267" y="11753"/>
                  </a:lnTo>
                  <a:lnTo>
                    <a:pt x="2488" y="11893"/>
                  </a:lnTo>
                  <a:lnTo>
                    <a:pt x="2688" y="12054"/>
                  </a:lnTo>
                  <a:lnTo>
                    <a:pt x="2929" y="12174"/>
                  </a:lnTo>
                  <a:lnTo>
                    <a:pt x="3149" y="12294"/>
                  </a:lnTo>
                  <a:lnTo>
                    <a:pt x="3410" y="12415"/>
                  </a:lnTo>
                  <a:lnTo>
                    <a:pt x="3651" y="12515"/>
                  </a:lnTo>
                  <a:lnTo>
                    <a:pt x="3911" y="12615"/>
                  </a:lnTo>
                  <a:lnTo>
                    <a:pt x="4172" y="12695"/>
                  </a:lnTo>
                  <a:lnTo>
                    <a:pt x="4453" y="12756"/>
                  </a:lnTo>
                  <a:lnTo>
                    <a:pt x="4734" y="12816"/>
                  </a:lnTo>
                  <a:lnTo>
                    <a:pt x="5014" y="12856"/>
                  </a:lnTo>
                  <a:lnTo>
                    <a:pt x="5215" y="12294"/>
                  </a:lnTo>
                  <a:lnTo>
                    <a:pt x="5415" y="11753"/>
                  </a:lnTo>
                  <a:lnTo>
                    <a:pt x="5616" y="11211"/>
                  </a:lnTo>
                  <a:lnTo>
                    <a:pt x="5857" y="10690"/>
                  </a:lnTo>
                  <a:lnTo>
                    <a:pt x="5536" y="10590"/>
                  </a:lnTo>
                  <a:lnTo>
                    <a:pt x="5235" y="10469"/>
                  </a:lnTo>
                  <a:lnTo>
                    <a:pt x="4954" y="10329"/>
                  </a:lnTo>
                  <a:lnTo>
                    <a:pt x="4694" y="10169"/>
                  </a:lnTo>
                  <a:lnTo>
                    <a:pt x="4453" y="9988"/>
                  </a:lnTo>
                  <a:lnTo>
                    <a:pt x="4232" y="9767"/>
                  </a:lnTo>
                  <a:lnTo>
                    <a:pt x="4032" y="9547"/>
                  </a:lnTo>
                  <a:lnTo>
                    <a:pt x="3851" y="9306"/>
                  </a:lnTo>
                  <a:lnTo>
                    <a:pt x="3691" y="9045"/>
                  </a:lnTo>
                  <a:lnTo>
                    <a:pt x="3570" y="8765"/>
                  </a:lnTo>
                  <a:lnTo>
                    <a:pt x="3450" y="8464"/>
                  </a:lnTo>
                  <a:lnTo>
                    <a:pt x="3350" y="8163"/>
                  </a:lnTo>
                  <a:lnTo>
                    <a:pt x="3290" y="7842"/>
                  </a:lnTo>
                  <a:lnTo>
                    <a:pt x="3250" y="7521"/>
                  </a:lnTo>
                  <a:lnTo>
                    <a:pt x="3230" y="7180"/>
                  </a:lnTo>
                  <a:lnTo>
                    <a:pt x="3250" y="6839"/>
                  </a:lnTo>
                  <a:lnTo>
                    <a:pt x="3290" y="6478"/>
                  </a:lnTo>
                  <a:lnTo>
                    <a:pt x="3370" y="6138"/>
                  </a:lnTo>
                  <a:lnTo>
                    <a:pt x="3350" y="5696"/>
                  </a:lnTo>
                  <a:lnTo>
                    <a:pt x="3370" y="5235"/>
                  </a:lnTo>
                  <a:lnTo>
                    <a:pt x="3430" y="4794"/>
                  </a:lnTo>
                  <a:lnTo>
                    <a:pt x="3510" y="4353"/>
                  </a:lnTo>
                  <a:lnTo>
                    <a:pt x="3631" y="3932"/>
                  </a:lnTo>
                  <a:lnTo>
                    <a:pt x="3791" y="3510"/>
                  </a:lnTo>
                  <a:lnTo>
                    <a:pt x="3972" y="3089"/>
                  </a:lnTo>
                  <a:lnTo>
                    <a:pt x="4172" y="2688"/>
                  </a:lnTo>
                  <a:lnTo>
                    <a:pt x="4413" y="2307"/>
                  </a:lnTo>
                  <a:lnTo>
                    <a:pt x="4673" y="1926"/>
                  </a:lnTo>
                  <a:lnTo>
                    <a:pt x="4954" y="1585"/>
                  </a:lnTo>
                  <a:lnTo>
                    <a:pt x="5275" y="1244"/>
                  </a:lnTo>
                  <a:lnTo>
                    <a:pt x="5596" y="903"/>
                  </a:lnTo>
                  <a:lnTo>
                    <a:pt x="5957" y="603"/>
                  </a:lnTo>
                  <a:lnTo>
                    <a:pt x="6338" y="322"/>
                  </a:lnTo>
                  <a:lnTo>
                    <a:pt x="6739" y="81"/>
                  </a:lnTo>
                  <a:lnTo>
                    <a:pt x="6779" y="101"/>
                  </a:lnTo>
                  <a:lnTo>
                    <a:pt x="6839" y="101"/>
                  </a:lnTo>
                  <a:lnTo>
                    <a:pt x="6940" y="81"/>
                  </a:lnTo>
                  <a:lnTo>
                    <a:pt x="7040" y="21"/>
                  </a:lnTo>
                  <a:lnTo>
                    <a:pt x="6859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1" name="Google Shape;6001;p26"/>
            <p:cNvSpPr/>
            <p:nvPr/>
          </p:nvSpPr>
          <p:spPr>
            <a:xfrm>
              <a:off x="10942475" y="3194400"/>
              <a:ext cx="176000" cy="321400"/>
            </a:xfrm>
            <a:custGeom>
              <a:avLst/>
              <a:gdLst/>
              <a:ahLst/>
              <a:cxnLst/>
              <a:rect l="l" t="t" r="r" b="b"/>
              <a:pathLst>
                <a:path w="7040" h="12856" fill="none" extrusionOk="0">
                  <a:moveTo>
                    <a:pt x="6859" y="1"/>
                  </a:moveTo>
                  <a:lnTo>
                    <a:pt x="6859" y="1"/>
                  </a:lnTo>
                  <a:lnTo>
                    <a:pt x="6438" y="21"/>
                  </a:lnTo>
                  <a:lnTo>
                    <a:pt x="6037" y="81"/>
                  </a:lnTo>
                  <a:lnTo>
                    <a:pt x="5616" y="141"/>
                  </a:lnTo>
                  <a:lnTo>
                    <a:pt x="5195" y="262"/>
                  </a:lnTo>
                  <a:lnTo>
                    <a:pt x="5195" y="262"/>
                  </a:lnTo>
                  <a:lnTo>
                    <a:pt x="4673" y="442"/>
                  </a:lnTo>
                  <a:lnTo>
                    <a:pt x="4172" y="643"/>
                  </a:lnTo>
                  <a:lnTo>
                    <a:pt x="3691" y="903"/>
                  </a:lnTo>
                  <a:lnTo>
                    <a:pt x="3209" y="1184"/>
                  </a:lnTo>
                  <a:lnTo>
                    <a:pt x="2768" y="1485"/>
                  </a:lnTo>
                  <a:lnTo>
                    <a:pt x="2367" y="1846"/>
                  </a:lnTo>
                  <a:lnTo>
                    <a:pt x="1966" y="2207"/>
                  </a:lnTo>
                  <a:lnTo>
                    <a:pt x="1605" y="2608"/>
                  </a:lnTo>
                  <a:lnTo>
                    <a:pt x="1284" y="3009"/>
                  </a:lnTo>
                  <a:lnTo>
                    <a:pt x="983" y="3450"/>
                  </a:lnTo>
                  <a:lnTo>
                    <a:pt x="723" y="3891"/>
                  </a:lnTo>
                  <a:lnTo>
                    <a:pt x="502" y="4373"/>
                  </a:lnTo>
                  <a:lnTo>
                    <a:pt x="302" y="4834"/>
                  </a:lnTo>
                  <a:lnTo>
                    <a:pt x="161" y="5335"/>
                  </a:lnTo>
                  <a:lnTo>
                    <a:pt x="61" y="5817"/>
                  </a:lnTo>
                  <a:lnTo>
                    <a:pt x="1" y="6318"/>
                  </a:lnTo>
                  <a:lnTo>
                    <a:pt x="1" y="6318"/>
                  </a:lnTo>
                  <a:lnTo>
                    <a:pt x="1" y="6819"/>
                  </a:lnTo>
                  <a:lnTo>
                    <a:pt x="1" y="6819"/>
                  </a:lnTo>
                  <a:lnTo>
                    <a:pt x="21" y="7401"/>
                  </a:lnTo>
                  <a:lnTo>
                    <a:pt x="81" y="7942"/>
                  </a:lnTo>
                  <a:lnTo>
                    <a:pt x="181" y="8484"/>
                  </a:lnTo>
                  <a:lnTo>
                    <a:pt x="342" y="9005"/>
                  </a:lnTo>
                  <a:lnTo>
                    <a:pt x="542" y="9507"/>
                  </a:lnTo>
                  <a:lnTo>
                    <a:pt x="763" y="9988"/>
                  </a:lnTo>
                  <a:lnTo>
                    <a:pt x="1044" y="10429"/>
                  </a:lnTo>
                  <a:lnTo>
                    <a:pt x="1344" y="10850"/>
                  </a:lnTo>
                  <a:lnTo>
                    <a:pt x="1505" y="11051"/>
                  </a:lnTo>
                  <a:lnTo>
                    <a:pt x="1685" y="11231"/>
                  </a:lnTo>
                  <a:lnTo>
                    <a:pt x="1866" y="11412"/>
                  </a:lnTo>
                  <a:lnTo>
                    <a:pt x="2066" y="11592"/>
                  </a:lnTo>
                  <a:lnTo>
                    <a:pt x="2267" y="11753"/>
                  </a:lnTo>
                  <a:lnTo>
                    <a:pt x="2488" y="11893"/>
                  </a:lnTo>
                  <a:lnTo>
                    <a:pt x="2688" y="12054"/>
                  </a:lnTo>
                  <a:lnTo>
                    <a:pt x="2929" y="12174"/>
                  </a:lnTo>
                  <a:lnTo>
                    <a:pt x="3149" y="12294"/>
                  </a:lnTo>
                  <a:lnTo>
                    <a:pt x="3410" y="12415"/>
                  </a:lnTo>
                  <a:lnTo>
                    <a:pt x="3651" y="12515"/>
                  </a:lnTo>
                  <a:lnTo>
                    <a:pt x="3911" y="12615"/>
                  </a:lnTo>
                  <a:lnTo>
                    <a:pt x="4172" y="12695"/>
                  </a:lnTo>
                  <a:lnTo>
                    <a:pt x="4453" y="12756"/>
                  </a:lnTo>
                  <a:lnTo>
                    <a:pt x="4734" y="12816"/>
                  </a:lnTo>
                  <a:lnTo>
                    <a:pt x="5014" y="12856"/>
                  </a:lnTo>
                  <a:lnTo>
                    <a:pt x="5014" y="12856"/>
                  </a:lnTo>
                  <a:lnTo>
                    <a:pt x="5215" y="12294"/>
                  </a:lnTo>
                  <a:lnTo>
                    <a:pt x="5415" y="11753"/>
                  </a:lnTo>
                  <a:lnTo>
                    <a:pt x="5616" y="11211"/>
                  </a:lnTo>
                  <a:lnTo>
                    <a:pt x="5857" y="10690"/>
                  </a:lnTo>
                  <a:lnTo>
                    <a:pt x="5857" y="10690"/>
                  </a:lnTo>
                  <a:lnTo>
                    <a:pt x="5536" y="10590"/>
                  </a:lnTo>
                  <a:lnTo>
                    <a:pt x="5235" y="10469"/>
                  </a:lnTo>
                  <a:lnTo>
                    <a:pt x="4954" y="10329"/>
                  </a:lnTo>
                  <a:lnTo>
                    <a:pt x="4694" y="10169"/>
                  </a:lnTo>
                  <a:lnTo>
                    <a:pt x="4453" y="9988"/>
                  </a:lnTo>
                  <a:lnTo>
                    <a:pt x="4232" y="9767"/>
                  </a:lnTo>
                  <a:lnTo>
                    <a:pt x="4032" y="9547"/>
                  </a:lnTo>
                  <a:lnTo>
                    <a:pt x="3851" y="9306"/>
                  </a:lnTo>
                  <a:lnTo>
                    <a:pt x="3691" y="9045"/>
                  </a:lnTo>
                  <a:lnTo>
                    <a:pt x="3570" y="8765"/>
                  </a:lnTo>
                  <a:lnTo>
                    <a:pt x="3450" y="8464"/>
                  </a:lnTo>
                  <a:lnTo>
                    <a:pt x="3350" y="8163"/>
                  </a:lnTo>
                  <a:lnTo>
                    <a:pt x="3290" y="7842"/>
                  </a:lnTo>
                  <a:lnTo>
                    <a:pt x="3250" y="7521"/>
                  </a:lnTo>
                  <a:lnTo>
                    <a:pt x="3230" y="7180"/>
                  </a:lnTo>
                  <a:lnTo>
                    <a:pt x="3250" y="6839"/>
                  </a:lnTo>
                  <a:lnTo>
                    <a:pt x="3250" y="6839"/>
                  </a:lnTo>
                  <a:lnTo>
                    <a:pt x="3290" y="6478"/>
                  </a:lnTo>
                  <a:lnTo>
                    <a:pt x="3370" y="6138"/>
                  </a:lnTo>
                  <a:lnTo>
                    <a:pt x="3370" y="6138"/>
                  </a:lnTo>
                  <a:lnTo>
                    <a:pt x="3350" y="5696"/>
                  </a:lnTo>
                  <a:lnTo>
                    <a:pt x="3370" y="5235"/>
                  </a:lnTo>
                  <a:lnTo>
                    <a:pt x="3430" y="4794"/>
                  </a:lnTo>
                  <a:lnTo>
                    <a:pt x="3510" y="4353"/>
                  </a:lnTo>
                  <a:lnTo>
                    <a:pt x="3631" y="3932"/>
                  </a:lnTo>
                  <a:lnTo>
                    <a:pt x="3791" y="3510"/>
                  </a:lnTo>
                  <a:lnTo>
                    <a:pt x="3972" y="3089"/>
                  </a:lnTo>
                  <a:lnTo>
                    <a:pt x="4172" y="2688"/>
                  </a:lnTo>
                  <a:lnTo>
                    <a:pt x="4413" y="2307"/>
                  </a:lnTo>
                  <a:lnTo>
                    <a:pt x="4673" y="1926"/>
                  </a:lnTo>
                  <a:lnTo>
                    <a:pt x="4954" y="1585"/>
                  </a:lnTo>
                  <a:lnTo>
                    <a:pt x="5275" y="1244"/>
                  </a:lnTo>
                  <a:lnTo>
                    <a:pt x="5596" y="903"/>
                  </a:lnTo>
                  <a:lnTo>
                    <a:pt x="5957" y="603"/>
                  </a:lnTo>
                  <a:lnTo>
                    <a:pt x="6338" y="322"/>
                  </a:lnTo>
                  <a:lnTo>
                    <a:pt x="6739" y="81"/>
                  </a:lnTo>
                  <a:lnTo>
                    <a:pt x="6739" y="81"/>
                  </a:lnTo>
                  <a:lnTo>
                    <a:pt x="6779" y="101"/>
                  </a:lnTo>
                  <a:lnTo>
                    <a:pt x="6839" y="101"/>
                  </a:lnTo>
                  <a:lnTo>
                    <a:pt x="6839" y="101"/>
                  </a:lnTo>
                  <a:lnTo>
                    <a:pt x="6940" y="81"/>
                  </a:lnTo>
                  <a:lnTo>
                    <a:pt x="7040" y="21"/>
                  </a:lnTo>
                  <a:lnTo>
                    <a:pt x="7040" y="21"/>
                  </a:lnTo>
                  <a:lnTo>
                    <a:pt x="6859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2" name="Google Shape;6002;p26"/>
            <p:cNvSpPr/>
            <p:nvPr/>
          </p:nvSpPr>
          <p:spPr>
            <a:xfrm>
              <a:off x="11023200" y="3347825"/>
              <a:ext cx="69225" cy="113825"/>
            </a:xfrm>
            <a:custGeom>
              <a:avLst/>
              <a:gdLst/>
              <a:ahLst/>
              <a:cxnLst/>
              <a:rect l="l" t="t" r="r" b="b"/>
              <a:pathLst>
                <a:path w="2769" h="4553" extrusionOk="0">
                  <a:moveTo>
                    <a:pt x="141" y="1"/>
                  </a:moveTo>
                  <a:lnTo>
                    <a:pt x="61" y="341"/>
                  </a:lnTo>
                  <a:lnTo>
                    <a:pt x="21" y="702"/>
                  </a:lnTo>
                  <a:lnTo>
                    <a:pt x="1" y="1043"/>
                  </a:lnTo>
                  <a:lnTo>
                    <a:pt x="21" y="1384"/>
                  </a:lnTo>
                  <a:lnTo>
                    <a:pt x="61" y="1705"/>
                  </a:lnTo>
                  <a:lnTo>
                    <a:pt x="121" y="2026"/>
                  </a:lnTo>
                  <a:lnTo>
                    <a:pt x="221" y="2327"/>
                  </a:lnTo>
                  <a:lnTo>
                    <a:pt x="341" y="2628"/>
                  </a:lnTo>
                  <a:lnTo>
                    <a:pt x="462" y="2908"/>
                  </a:lnTo>
                  <a:lnTo>
                    <a:pt x="622" y="3169"/>
                  </a:lnTo>
                  <a:lnTo>
                    <a:pt x="803" y="3410"/>
                  </a:lnTo>
                  <a:lnTo>
                    <a:pt x="1003" y="3630"/>
                  </a:lnTo>
                  <a:lnTo>
                    <a:pt x="1224" y="3851"/>
                  </a:lnTo>
                  <a:lnTo>
                    <a:pt x="1465" y="4032"/>
                  </a:lnTo>
                  <a:lnTo>
                    <a:pt x="1725" y="4192"/>
                  </a:lnTo>
                  <a:lnTo>
                    <a:pt x="2006" y="4332"/>
                  </a:lnTo>
                  <a:lnTo>
                    <a:pt x="2307" y="4453"/>
                  </a:lnTo>
                  <a:lnTo>
                    <a:pt x="2628" y="4553"/>
                  </a:lnTo>
                  <a:lnTo>
                    <a:pt x="2768" y="4212"/>
                  </a:lnTo>
                  <a:lnTo>
                    <a:pt x="2507" y="4072"/>
                  </a:lnTo>
                  <a:lnTo>
                    <a:pt x="2267" y="3911"/>
                  </a:lnTo>
                  <a:lnTo>
                    <a:pt x="2026" y="3751"/>
                  </a:lnTo>
                  <a:lnTo>
                    <a:pt x="1805" y="3570"/>
                  </a:lnTo>
                  <a:lnTo>
                    <a:pt x="1585" y="3390"/>
                  </a:lnTo>
                  <a:lnTo>
                    <a:pt x="1384" y="3169"/>
                  </a:lnTo>
                  <a:lnTo>
                    <a:pt x="1204" y="2949"/>
                  </a:lnTo>
                  <a:lnTo>
                    <a:pt x="1043" y="2708"/>
                  </a:lnTo>
                  <a:lnTo>
                    <a:pt x="843" y="2367"/>
                  </a:lnTo>
                  <a:lnTo>
                    <a:pt x="682" y="2046"/>
                  </a:lnTo>
                  <a:lnTo>
                    <a:pt x="542" y="1705"/>
                  </a:lnTo>
                  <a:lnTo>
                    <a:pt x="402" y="1364"/>
                  </a:lnTo>
                  <a:lnTo>
                    <a:pt x="301" y="1023"/>
                  </a:lnTo>
                  <a:lnTo>
                    <a:pt x="241" y="682"/>
                  </a:lnTo>
                  <a:lnTo>
                    <a:pt x="181" y="341"/>
                  </a:lnTo>
                  <a:lnTo>
                    <a:pt x="14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3" name="Google Shape;6003;p26"/>
            <p:cNvSpPr/>
            <p:nvPr/>
          </p:nvSpPr>
          <p:spPr>
            <a:xfrm>
              <a:off x="11593750" y="3194400"/>
              <a:ext cx="315875" cy="322925"/>
            </a:xfrm>
            <a:custGeom>
              <a:avLst/>
              <a:gdLst/>
              <a:ahLst/>
              <a:cxnLst/>
              <a:rect l="l" t="t" r="r" b="b"/>
              <a:pathLst>
                <a:path w="12635" h="12917" extrusionOk="0">
                  <a:moveTo>
                    <a:pt x="5816" y="1"/>
                  </a:moveTo>
                  <a:lnTo>
                    <a:pt x="5516" y="21"/>
                  </a:lnTo>
                  <a:lnTo>
                    <a:pt x="5195" y="41"/>
                  </a:lnTo>
                  <a:lnTo>
                    <a:pt x="4894" y="81"/>
                  </a:lnTo>
                  <a:lnTo>
                    <a:pt x="4613" y="121"/>
                  </a:lnTo>
                  <a:lnTo>
                    <a:pt x="4312" y="201"/>
                  </a:lnTo>
                  <a:lnTo>
                    <a:pt x="4031" y="282"/>
                  </a:lnTo>
                  <a:lnTo>
                    <a:pt x="3751" y="382"/>
                  </a:lnTo>
                  <a:lnTo>
                    <a:pt x="3490" y="482"/>
                  </a:lnTo>
                  <a:lnTo>
                    <a:pt x="3229" y="603"/>
                  </a:lnTo>
                  <a:lnTo>
                    <a:pt x="2969" y="743"/>
                  </a:lnTo>
                  <a:lnTo>
                    <a:pt x="2728" y="903"/>
                  </a:lnTo>
                  <a:lnTo>
                    <a:pt x="2487" y="1064"/>
                  </a:lnTo>
                  <a:lnTo>
                    <a:pt x="2267" y="1224"/>
                  </a:lnTo>
                  <a:lnTo>
                    <a:pt x="2046" y="1405"/>
                  </a:lnTo>
                  <a:lnTo>
                    <a:pt x="1825" y="1605"/>
                  </a:lnTo>
                  <a:lnTo>
                    <a:pt x="1625" y="1806"/>
                  </a:lnTo>
                  <a:lnTo>
                    <a:pt x="1444" y="2006"/>
                  </a:lnTo>
                  <a:lnTo>
                    <a:pt x="1264" y="2227"/>
                  </a:lnTo>
                  <a:lnTo>
                    <a:pt x="1083" y="2448"/>
                  </a:lnTo>
                  <a:lnTo>
                    <a:pt x="943" y="2688"/>
                  </a:lnTo>
                  <a:lnTo>
                    <a:pt x="783" y="2929"/>
                  </a:lnTo>
                  <a:lnTo>
                    <a:pt x="662" y="3190"/>
                  </a:lnTo>
                  <a:lnTo>
                    <a:pt x="542" y="3430"/>
                  </a:lnTo>
                  <a:lnTo>
                    <a:pt x="422" y="3691"/>
                  </a:lnTo>
                  <a:lnTo>
                    <a:pt x="341" y="3952"/>
                  </a:lnTo>
                  <a:lnTo>
                    <a:pt x="261" y="4232"/>
                  </a:lnTo>
                  <a:lnTo>
                    <a:pt x="181" y="4493"/>
                  </a:lnTo>
                  <a:lnTo>
                    <a:pt x="121" y="4854"/>
                  </a:lnTo>
                  <a:lnTo>
                    <a:pt x="61" y="5195"/>
                  </a:lnTo>
                  <a:lnTo>
                    <a:pt x="41" y="5556"/>
                  </a:lnTo>
                  <a:lnTo>
                    <a:pt x="21" y="5897"/>
                  </a:lnTo>
                  <a:lnTo>
                    <a:pt x="1" y="6238"/>
                  </a:lnTo>
                  <a:lnTo>
                    <a:pt x="21" y="6599"/>
                  </a:lnTo>
                  <a:lnTo>
                    <a:pt x="61" y="6940"/>
                  </a:lnTo>
                  <a:lnTo>
                    <a:pt x="101" y="7281"/>
                  </a:lnTo>
                  <a:lnTo>
                    <a:pt x="161" y="7622"/>
                  </a:lnTo>
                  <a:lnTo>
                    <a:pt x="221" y="7963"/>
                  </a:lnTo>
                  <a:lnTo>
                    <a:pt x="321" y="8283"/>
                  </a:lnTo>
                  <a:lnTo>
                    <a:pt x="422" y="8624"/>
                  </a:lnTo>
                  <a:lnTo>
                    <a:pt x="542" y="8925"/>
                  </a:lnTo>
                  <a:lnTo>
                    <a:pt x="682" y="9246"/>
                  </a:lnTo>
                  <a:lnTo>
                    <a:pt x="843" y="9547"/>
                  </a:lnTo>
                  <a:lnTo>
                    <a:pt x="1003" y="9848"/>
                  </a:lnTo>
                  <a:lnTo>
                    <a:pt x="1184" y="10128"/>
                  </a:lnTo>
                  <a:lnTo>
                    <a:pt x="1384" y="10409"/>
                  </a:lnTo>
                  <a:lnTo>
                    <a:pt x="1605" y="10670"/>
                  </a:lnTo>
                  <a:lnTo>
                    <a:pt x="1825" y="10931"/>
                  </a:lnTo>
                  <a:lnTo>
                    <a:pt x="2066" y="11171"/>
                  </a:lnTo>
                  <a:lnTo>
                    <a:pt x="2327" y="11392"/>
                  </a:lnTo>
                  <a:lnTo>
                    <a:pt x="2608" y="11612"/>
                  </a:lnTo>
                  <a:lnTo>
                    <a:pt x="2888" y="11813"/>
                  </a:lnTo>
                  <a:lnTo>
                    <a:pt x="3189" y="12014"/>
                  </a:lnTo>
                  <a:lnTo>
                    <a:pt x="3510" y="12174"/>
                  </a:lnTo>
                  <a:lnTo>
                    <a:pt x="3831" y="12334"/>
                  </a:lnTo>
                  <a:lnTo>
                    <a:pt x="4192" y="12475"/>
                  </a:lnTo>
                  <a:lnTo>
                    <a:pt x="4553" y="12595"/>
                  </a:lnTo>
                  <a:lnTo>
                    <a:pt x="4914" y="12695"/>
                  </a:lnTo>
                  <a:lnTo>
                    <a:pt x="5315" y="12776"/>
                  </a:lnTo>
                  <a:lnTo>
                    <a:pt x="5716" y="12856"/>
                  </a:lnTo>
                  <a:lnTo>
                    <a:pt x="6137" y="12896"/>
                  </a:lnTo>
                  <a:lnTo>
                    <a:pt x="6558" y="12916"/>
                  </a:lnTo>
                  <a:lnTo>
                    <a:pt x="6959" y="12916"/>
                  </a:lnTo>
                  <a:lnTo>
                    <a:pt x="7361" y="12896"/>
                  </a:lnTo>
                  <a:lnTo>
                    <a:pt x="7742" y="12836"/>
                  </a:lnTo>
                  <a:lnTo>
                    <a:pt x="8103" y="12776"/>
                  </a:lnTo>
                  <a:lnTo>
                    <a:pt x="8464" y="12695"/>
                  </a:lnTo>
                  <a:lnTo>
                    <a:pt x="8804" y="12575"/>
                  </a:lnTo>
                  <a:lnTo>
                    <a:pt x="9145" y="12455"/>
                  </a:lnTo>
                  <a:lnTo>
                    <a:pt x="9466" y="12294"/>
                  </a:lnTo>
                  <a:lnTo>
                    <a:pt x="9767" y="12134"/>
                  </a:lnTo>
                  <a:lnTo>
                    <a:pt x="10068" y="11953"/>
                  </a:lnTo>
                  <a:lnTo>
                    <a:pt x="10349" y="11753"/>
                  </a:lnTo>
                  <a:lnTo>
                    <a:pt x="10609" y="11552"/>
                  </a:lnTo>
                  <a:lnTo>
                    <a:pt x="10850" y="11312"/>
                  </a:lnTo>
                  <a:lnTo>
                    <a:pt x="11091" y="11071"/>
                  </a:lnTo>
                  <a:lnTo>
                    <a:pt x="11291" y="10830"/>
                  </a:lnTo>
                  <a:lnTo>
                    <a:pt x="11472" y="10590"/>
                  </a:lnTo>
                  <a:lnTo>
                    <a:pt x="11652" y="10349"/>
                  </a:lnTo>
                  <a:lnTo>
                    <a:pt x="11813" y="10088"/>
                  </a:lnTo>
                  <a:lnTo>
                    <a:pt x="11953" y="9808"/>
                  </a:lnTo>
                  <a:lnTo>
                    <a:pt x="12093" y="9527"/>
                  </a:lnTo>
                  <a:lnTo>
                    <a:pt x="12214" y="9226"/>
                  </a:lnTo>
                  <a:lnTo>
                    <a:pt x="12314" y="8945"/>
                  </a:lnTo>
                  <a:lnTo>
                    <a:pt x="12394" y="8624"/>
                  </a:lnTo>
                  <a:lnTo>
                    <a:pt x="12474" y="8324"/>
                  </a:lnTo>
                  <a:lnTo>
                    <a:pt x="12535" y="8003"/>
                  </a:lnTo>
                  <a:lnTo>
                    <a:pt x="12595" y="7662"/>
                  </a:lnTo>
                  <a:lnTo>
                    <a:pt x="12615" y="7341"/>
                  </a:lnTo>
                  <a:lnTo>
                    <a:pt x="12635" y="7000"/>
                  </a:lnTo>
                  <a:lnTo>
                    <a:pt x="12635" y="6659"/>
                  </a:lnTo>
                  <a:lnTo>
                    <a:pt x="12615" y="6318"/>
                  </a:lnTo>
                  <a:lnTo>
                    <a:pt x="12575" y="5877"/>
                  </a:lnTo>
                  <a:lnTo>
                    <a:pt x="12494" y="5436"/>
                  </a:lnTo>
                  <a:lnTo>
                    <a:pt x="12374" y="5015"/>
                  </a:lnTo>
                  <a:lnTo>
                    <a:pt x="12214" y="4593"/>
                  </a:lnTo>
                  <a:lnTo>
                    <a:pt x="12033" y="4172"/>
                  </a:lnTo>
                  <a:lnTo>
                    <a:pt x="11833" y="3771"/>
                  </a:lnTo>
                  <a:lnTo>
                    <a:pt x="11592" y="3370"/>
                  </a:lnTo>
                  <a:lnTo>
                    <a:pt x="11331" y="2989"/>
                  </a:lnTo>
                  <a:lnTo>
                    <a:pt x="11030" y="2628"/>
                  </a:lnTo>
                  <a:lnTo>
                    <a:pt x="10730" y="2267"/>
                  </a:lnTo>
                  <a:lnTo>
                    <a:pt x="10389" y="1946"/>
                  </a:lnTo>
                  <a:lnTo>
                    <a:pt x="10028" y="1625"/>
                  </a:lnTo>
                  <a:lnTo>
                    <a:pt x="9647" y="1345"/>
                  </a:lnTo>
                  <a:lnTo>
                    <a:pt x="9246" y="1084"/>
                  </a:lnTo>
                  <a:lnTo>
                    <a:pt x="8825" y="843"/>
                  </a:lnTo>
                  <a:lnTo>
                    <a:pt x="8403" y="623"/>
                  </a:lnTo>
                  <a:lnTo>
                    <a:pt x="7922" y="422"/>
                  </a:lnTo>
                  <a:lnTo>
                    <a:pt x="7421" y="262"/>
                  </a:lnTo>
                  <a:lnTo>
                    <a:pt x="7100" y="161"/>
                  </a:lnTo>
                  <a:lnTo>
                    <a:pt x="6779" y="101"/>
                  </a:lnTo>
                  <a:lnTo>
                    <a:pt x="6458" y="61"/>
                  </a:lnTo>
                  <a:lnTo>
                    <a:pt x="6137" y="21"/>
                  </a:lnTo>
                  <a:lnTo>
                    <a:pt x="581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4" name="Google Shape;6004;p26"/>
            <p:cNvSpPr/>
            <p:nvPr/>
          </p:nvSpPr>
          <p:spPr>
            <a:xfrm>
              <a:off x="11593750" y="3194400"/>
              <a:ext cx="315875" cy="322925"/>
            </a:xfrm>
            <a:custGeom>
              <a:avLst/>
              <a:gdLst/>
              <a:ahLst/>
              <a:cxnLst/>
              <a:rect l="l" t="t" r="r" b="b"/>
              <a:pathLst>
                <a:path w="12635" h="12917" fill="none" extrusionOk="0">
                  <a:moveTo>
                    <a:pt x="11091" y="11071"/>
                  </a:moveTo>
                  <a:lnTo>
                    <a:pt x="11091" y="11071"/>
                  </a:lnTo>
                  <a:lnTo>
                    <a:pt x="10850" y="11312"/>
                  </a:lnTo>
                  <a:lnTo>
                    <a:pt x="10609" y="11552"/>
                  </a:lnTo>
                  <a:lnTo>
                    <a:pt x="10349" y="11753"/>
                  </a:lnTo>
                  <a:lnTo>
                    <a:pt x="10068" y="11953"/>
                  </a:lnTo>
                  <a:lnTo>
                    <a:pt x="9767" y="12134"/>
                  </a:lnTo>
                  <a:lnTo>
                    <a:pt x="9466" y="12294"/>
                  </a:lnTo>
                  <a:lnTo>
                    <a:pt x="9145" y="12455"/>
                  </a:lnTo>
                  <a:lnTo>
                    <a:pt x="8804" y="12575"/>
                  </a:lnTo>
                  <a:lnTo>
                    <a:pt x="8464" y="12695"/>
                  </a:lnTo>
                  <a:lnTo>
                    <a:pt x="8103" y="12776"/>
                  </a:lnTo>
                  <a:lnTo>
                    <a:pt x="7742" y="12836"/>
                  </a:lnTo>
                  <a:lnTo>
                    <a:pt x="7361" y="12896"/>
                  </a:lnTo>
                  <a:lnTo>
                    <a:pt x="6959" y="12916"/>
                  </a:lnTo>
                  <a:lnTo>
                    <a:pt x="6558" y="12916"/>
                  </a:lnTo>
                  <a:lnTo>
                    <a:pt x="6137" y="12896"/>
                  </a:lnTo>
                  <a:lnTo>
                    <a:pt x="5716" y="12856"/>
                  </a:lnTo>
                  <a:lnTo>
                    <a:pt x="5716" y="12856"/>
                  </a:lnTo>
                  <a:lnTo>
                    <a:pt x="5315" y="12776"/>
                  </a:lnTo>
                  <a:lnTo>
                    <a:pt x="4914" y="12695"/>
                  </a:lnTo>
                  <a:lnTo>
                    <a:pt x="4553" y="12595"/>
                  </a:lnTo>
                  <a:lnTo>
                    <a:pt x="4192" y="12475"/>
                  </a:lnTo>
                  <a:lnTo>
                    <a:pt x="3831" y="12334"/>
                  </a:lnTo>
                  <a:lnTo>
                    <a:pt x="3510" y="12174"/>
                  </a:lnTo>
                  <a:lnTo>
                    <a:pt x="3189" y="12014"/>
                  </a:lnTo>
                  <a:lnTo>
                    <a:pt x="2888" y="11813"/>
                  </a:lnTo>
                  <a:lnTo>
                    <a:pt x="2608" y="11612"/>
                  </a:lnTo>
                  <a:lnTo>
                    <a:pt x="2327" y="11392"/>
                  </a:lnTo>
                  <a:lnTo>
                    <a:pt x="2066" y="11171"/>
                  </a:lnTo>
                  <a:lnTo>
                    <a:pt x="1825" y="10931"/>
                  </a:lnTo>
                  <a:lnTo>
                    <a:pt x="1605" y="10670"/>
                  </a:lnTo>
                  <a:lnTo>
                    <a:pt x="1384" y="10409"/>
                  </a:lnTo>
                  <a:lnTo>
                    <a:pt x="1184" y="10128"/>
                  </a:lnTo>
                  <a:lnTo>
                    <a:pt x="1003" y="9848"/>
                  </a:lnTo>
                  <a:lnTo>
                    <a:pt x="843" y="9547"/>
                  </a:lnTo>
                  <a:lnTo>
                    <a:pt x="682" y="9246"/>
                  </a:lnTo>
                  <a:lnTo>
                    <a:pt x="542" y="8925"/>
                  </a:lnTo>
                  <a:lnTo>
                    <a:pt x="422" y="8624"/>
                  </a:lnTo>
                  <a:lnTo>
                    <a:pt x="321" y="8283"/>
                  </a:lnTo>
                  <a:lnTo>
                    <a:pt x="221" y="7963"/>
                  </a:lnTo>
                  <a:lnTo>
                    <a:pt x="161" y="7622"/>
                  </a:lnTo>
                  <a:lnTo>
                    <a:pt x="101" y="7281"/>
                  </a:lnTo>
                  <a:lnTo>
                    <a:pt x="61" y="6940"/>
                  </a:lnTo>
                  <a:lnTo>
                    <a:pt x="21" y="6599"/>
                  </a:lnTo>
                  <a:lnTo>
                    <a:pt x="1" y="6238"/>
                  </a:lnTo>
                  <a:lnTo>
                    <a:pt x="21" y="5897"/>
                  </a:lnTo>
                  <a:lnTo>
                    <a:pt x="41" y="5556"/>
                  </a:lnTo>
                  <a:lnTo>
                    <a:pt x="61" y="5195"/>
                  </a:lnTo>
                  <a:lnTo>
                    <a:pt x="121" y="4854"/>
                  </a:lnTo>
                  <a:lnTo>
                    <a:pt x="181" y="4493"/>
                  </a:lnTo>
                  <a:lnTo>
                    <a:pt x="181" y="4493"/>
                  </a:lnTo>
                  <a:lnTo>
                    <a:pt x="261" y="4232"/>
                  </a:lnTo>
                  <a:lnTo>
                    <a:pt x="341" y="3952"/>
                  </a:lnTo>
                  <a:lnTo>
                    <a:pt x="422" y="3691"/>
                  </a:lnTo>
                  <a:lnTo>
                    <a:pt x="542" y="3430"/>
                  </a:lnTo>
                  <a:lnTo>
                    <a:pt x="662" y="3190"/>
                  </a:lnTo>
                  <a:lnTo>
                    <a:pt x="783" y="2929"/>
                  </a:lnTo>
                  <a:lnTo>
                    <a:pt x="943" y="2688"/>
                  </a:lnTo>
                  <a:lnTo>
                    <a:pt x="1083" y="2448"/>
                  </a:lnTo>
                  <a:lnTo>
                    <a:pt x="1264" y="2227"/>
                  </a:lnTo>
                  <a:lnTo>
                    <a:pt x="1444" y="2006"/>
                  </a:lnTo>
                  <a:lnTo>
                    <a:pt x="1625" y="1806"/>
                  </a:lnTo>
                  <a:lnTo>
                    <a:pt x="1825" y="1605"/>
                  </a:lnTo>
                  <a:lnTo>
                    <a:pt x="2046" y="1405"/>
                  </a:lnTo>
                  <a:lnTo>
                    <a:pt x="2267" y="1224"/>
                  </a:lnTo>
                  <a:lnTo>
                    <a:pt x="2487" y="1064"/>
                  </a:lnTo>
                  <a:lnTo>
                    <a:pt x="2728" y="903"/>
                  </a:lnTo>
                  <a:lnTo>
                    <a:pt x="2969" y="743"/>
                  </a:lnTo>
                  <a:lnTo>
                    <a:pt x="3229" y="603"/>
                  </a:lnTo>
                  <a:lnTo>
                    <a:pt x="3490" y="482"/>
                  </a:lnTo>
                  <a:lnTo>
                    <a:pt x="3751" y="382"/>
                  </a:lnTo>
                  <a:lnTo>
                    <a:pt x="4031" y="282"/>
                  </a:lnTo>
                  <a:lnTo>
                    <a:pt x="4312" y="201"/>
                  </a:lnTo>
                  <a:lnTo>
                    <a:pt x="4613" y="121"/>
                  </a:lnTo>
                  <a:lnTo>
                    <a:pt x="4894" y="81"/>
                  </a:lnTo>
                  <a:lnTo>
                    <a:pt x="5195" y="41"/>
                  </a:lnTo>
                  <a:lnTo>
                    <a:pt x="5516" y="21"/>
                  </a:lnTo>
                  <a:lnTo>
                    <a:pt x="5816" y="1"/>
                  </a:lnTo>
                  <a:lnTo>
                    <a:pt x="6137" y="21"/>
                  </a:lnTo>
                  <a:lnTo>
                    <a:pt x="6458" y="61"/>
                  </a:lnTo>
                  <a:lnTo>
                    <a:pt x="6779" y="101"/>
                  </a:lnTo>
                  <a:lnTo>
                    <a:pt x="7100" y="161"/>
                  </a:lnTo>
                  <a:lnTo>
                    <a:pt x="7421" y="262"/>
                  </a:lnTo>
                  <a:lnTo>
                    <a:pt x="7421" y="262"/>
                  </a:lnTo>
                  <a:lnTo>
                    <a:pt x="7922" y="422"/>
                  </a:lnTo>
                  <a:lnTo>
                    <a:pt x="8403" y="623"/>
                  </a:lnTo>
                  <a:lnTo>
                    <a:pt x="8403" y="623"/>
                  </a:lnTo>
                  <a:lnTo>
                    <a:pt x="8825" y="843"/>
                  </a:lnTo>
                  <a:lnTo>
                    <a:pt x="9246" y="1084"/>
                  </a:lnTo>
                  <a:lnTo>
                    <a:pt x="9647" y="1345"/>
                  </a:lnTo>
                  <a:lnTo>
                    <a:pt x="10028" y="1625"/>
                  </a:lnTo>
                  <a:lnTo>
                    <a:pt x="10389" y="1946"/>
                  </a:lnTo>
                  <a:lnTo>
                    <a:pt x="10730" y="2267"/>
                  </a:lnTo>
                  <a:lnTo>
                    <a:pt x="11030" y="2628"/>
                  </a:lnTo>
                  <a:lnTo>
                    <a:pt x="11331" y="2989"/>
                  </a:lnTo>
                  <a:lnTo>
                    <a:pt x="11592" y="3370"/>
                  </a:lnTo>
                  <a:lnTo>
                    <a:pt x="11833" y="3771"/>
                  </a:lnTo>
                  <a:lnTo>
                    <a:pt x="12033" y="4172"/>
                  </a:lnTo>
                  <a:lnTo>
                    <a:pt x="12214" y="4593"/>
                  </a:lnTo>
                  <a:lnTo>
                    <a:pt x="12374" y="5015"/>
                  </a:lnTo>
                  <a:lnTo>
                    <a:pt x="12494" y="5436"/>
                  </a:lnTo>
                  <a:lnTo>
                    <a:pt x="12575" y="5877"/>
                  </a:lnTo>
                  <a:lnTo>
                    <a:pt x="12615" y="6318"/>
                  </a:lnTo>
                  <a:lnTo>
                    <a:pt x="12615" y="6318"/>
                  </a:lnTo>
                  <a:lnTo>
                    <a:pt x="12635" y="6659"/>
                  </a:lnTo>
                  <a:lnTo>
                    <a:pt x="12635" y="7000"/>
                  </a:lnTo>
                  <a:lnTo>
                    <a:pt x="12615" y="7341"/>
                  </a:lnTo>
                  <a:lnTo>
                    <a:pt x="12595" y="7662"/>
                  </a:lnTo>
                  <a:lnTo>
                    <a:pt x="12535" y="8003"/>
                  </a:lnTo>
                  <a:lnTo>
                    <a:pt x="12474" y="8324"/>
                  </a:lnTo>
                  <a:lnTo>
                    <a:pt x="12394" y="8624"/>
                  </a:lnTo>
                  <a:lnTo>
                    <a:pt x="12314" y="8945"/>
                  </a:lnTo>
                  <a:lnTo>
                    <a:pt x="12214" y="9226"/>
                  </a:lnTo>
                  <a:lnTo>
                    <a:pt x="12093" y="9527"/>
                  </a:lnTo>
                  <a:lnTo>
                    <a:pt x="11953" y="9808"/>
                  </a:lnTo>
                  <a:lnTo>
                    <a:pt x="11813" y="10088"/>
                  </a:lnTo>
                  <a:lnTo>
                    <a:pt x="11652" y="10349"/>
                  </a:lnTo>
                  <a:lnTo>
                    <a:pt x="11472" y="10590"/>
                  </a:lnTo>
                  <a:lnTo>
                    <a:pt x="11291" y="10830"/>
                  </a:lnTo>
                  <a:lnTo>
                    <a:pt x="11091" y="1107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5" name="Google Shape;6005;p26"/>
            <p:cNvSpPr/>
            <p:nvPr/>
          </p:nvSpPr>
          <p:spPr>
            <a:xfrm>
              <a:off x="11639875" y="3271125"/>
              <a:ext cx="188550" cy="193050"/>
            </a:xfrm>
            <a:custGeom>
              <a:avLst/>
              <a:gdLst/>
              <a:ahLst/>
              <a:cxnLst/>
              <a:rect l="l" t="t" r="r" b="b"/>
              <a:pathLst>
                <a:path w="7542" h="7722" extrusionOk="0">
                  <a:moveTo>
                    <a:pt x="3289" y="0"/>
                  </a:moveTo>
                  <a:lnTo>
                    <a:pt x="2928" y="40"/>
                  </a:lnTo>
                  <a:lnTo>
                    <a:pt x="2568" y="121"/>
                  </a:lnTo>
                  <a:lnTo>
                    <a:pt x="2227" y="221"/>
                  </a:lnTo>
                  <a:lnTo>
                    <a:pt x="1926" y="361"/>
                  </a:lnTo>
                  <a:lnTo>
                    <a:pt x="1625" y="522"/>
                  </a:lnTo>
                  <a:lnTo>
                    <a:pt x="1344" y="722"/>
                  </a:lnTo>
                  <a:lnTo>
                    <a:pt x="1083" y="963"/>
                  </a:lnTo>
                  <a:lnTo>
                    <a:pt x="843" y="1203"/>
                  </a:lnTo>
                  <a:lnTo>
                    <a:pt x="642" y="1464"/>
                  </a:lnTo>
                  <a:lnTo>
                    <a:pt x="462" y="1745"/>
                  </a:lnTo>
                  <a:lnTo>
                    <a:pt x="301" y="2046"/>
                  </a:lnTo>
                  <a:lnTo>
                    <a:pt x="181" y="2367"/>
                  </a:lnTo>
                  <a:lnTo>
                    <a:pt x="101" y="2688"/>
                  </a:lnTo>
                  <a:lnTo>
                    <a:pt x="21" y="3109"/>
                  </a:lnTo>
                  <a:lnTo>
                    <a:pt x="1" y="3530"/>
                  </a:lnTo>
                  <a:lnTo>
                    <a:pt x="1" y="3951"/>
                  </a:lnTo>
                  <a:lnTo>
                    <a:pt x="41" y="4352"/>
                  </a:lnTo>
                  <a:lnTo>
                    <a:pt x="121" y="4753"/>
                  </a:lnTo>
                  <a:lnTo>
                    <a:pt x="241" y="5154"/>
                  </a:lnTo>
                  <a:lnTo>
                    <a:pt x="402" y="5535"/>
                  </a:lnTo>
                  <a:lnTo>
                    <a:pt x="582" y="5876"/>
                  </a:lnTo>
                  <a:lnTo>
                    <a:pt x="823" y="6217"/>
                  </a:lnTo>
                  <a:lnTo>
                    <a:pt x="1083" y="6538"/>
                  </a:lnTo>
                  <a:lnTo>
                    <a:pt x="1384" y="6819"/>
                  </a:lnTo>
                  <a:lnTo>
                    <a:pt x="1545" y="6939"/>
                  </a:lnTo>
                  <a:lnTo>
                    <a:pt x="1725" y="7059"/>
                  </a:lnTo>
                  <a:lnTo>
                    <a:pt x="1906" y="7180"/>
                  </a:lnTo>
                  <a:lnTo>
                    <a:pt x="2086" y="7280"/>
                  </a:lnTo>
                  <a:lnTo>
                    <a:pt x="2287" y="7380"/>
                  </a:lnTo>
                  <a:lnTo>
                    <a:pt x="2487" y="7461"/>
                  </a:lnTo>
                  <a:lnTo>
                    <a:pt x="2708" y="7521"/>
                  </a:lnTo>
                  <a:lnTo>
                    <a:pt x="2928" y="7581"/>
                  </a:lnTo>
                  <a:lnTo>
                    <a:pt x="3169" y="7641"/>
                  </a:lnTo>
                  <a:lnTo>
                    <a:pt x="3410" y="7681"/>
                  </a:lnTo>
                  <a:lnTo>
                    <a:pt x="3650" y="7701"/>
                  </a:lnTo>
                  <a:lnTo>
                    <a:pt x="3891" y="7721"/>
                  </a:lnTo>
                  <a:lnTo>
                    <a:pt x="4112" y="7721"/>
                  </a:lnTo>
                  <a:lnTo>
                    <a:pt x="4332" y="7701"/>
                  </a:lnTo>
                  <a:lnTo>
                    <a:pt x="4553" y="7681"/>
                  </a:lnTo>
                  <a:lnTo>
                    <a:pt x="4774" y="7641"/>
                  </a:lnTo>
                  <a:lnTo>
                    <a:pt x="4974" y="7601"/>
                  </a:lnTo>
                  <a:lnTo>
                    <a:pt x="5175" y="7541"/>
                  </a:lnTo>
                  <a:lnTo>
                    <a:pt x="5375" y="7481"/>
                  </a:lnTo>
                  <a:lnTo>
                    <a:pt x="5556" y="7400"/>
                  </a:lnTo>
                  <a:lnTo>
                    <a:pt x="5897" y="7220"/>
                  </a:lnTo>
                  <a:lnTo>
                    <a:pt x="6217" y="6999"/>
                  </a:lnTo>
                  <a:lnTo>
                    <a:pt x="6498" y="6739"/>
                  </a:lnTo>
                  <a:lnTo>
                    <a:pt x="6759" y="6458"/>
                  </a:lnTo>
                  <a:lnTo>
                    <a:pt x="6980" y="6137"/>
                  </a:lnTo>
                  <a:lnTo>
                    <a:pt x="7180" y="5796"/>
                  </a:lnTo>
                  <a:lnTo>
                    <a:pt x="7320" y="5415"/>
                  </a:lnTo>
                  <a:lnTo>
                    <a:pt x="7441" y="5034"/>
                  </a:lnTo>
                  <a:lnTo>
                    <a:pt x="7501" y="4633"/>
                  </a:lnTo>
                  <a:lnTo>
                    <a:pt x="7541" y="4212"/>
                  </a:lnTo>
                  <a:lnTo>
                    <a:pt x="7541" y="3770"/>
                  </a:lnTo>
                  <a:lnTo>
                    <a:pt x="7501" y="3470"/>
                  </a:lnTo>
                  <a:lnTo>
                    <a:pt x="7441" y="3189"/>
                  </a:lnTo>
                  <a:lnTo>
                    <a:pt x="7361" y="2888"/>
                  </a:lnTo>
                  <a:lnTo>
                    <a:pt x="7240" y="2607"/>
                  </a:lnTo>
                  <a:lnTo>
                    <a:pt x="7100" y="2327"/>
                  </a:lnTo>
                  <a:lnTo>
                    <a:pt x="6959" y="2066"/>
                  </a:lnTo>
                  <a:lnTo>
                    <a:pt x="6779" y="1805"/>
                  </a:lnTo>
                  <a:lnTo>
                    <a:pt x="6578" y="1544"/>
                  </a:lnTo>
                  <a:lnTo>
                    <a:pt x="6358" y="1324"/>
                  </a:lnTo>
                  <a:lnTo>
                    <a:pt x="6117" y="1103"/>
                  </a:lnTo>
                  <a:lnTo>
                    <a:pt x="5877" y="883"/>
                  </a:lnTo>
                  <a:lnTo>
                    <a:pt x="5616" y="702"/>
                  </a:lnTo>
                  <a:lnTo>
                    <a:pt x="5335" y="522"/>
                  </a:lnTo>
                  <a:lnTo>
                    <a:pt x="5034" y="381"/>
                  </a:lnTo>
                  <a:lnTo>
                    <a:pt x="4733" y="261"/>
                  </a:lnTo>
                  <a:lnTo>
                    <a:pt x="4433" y="141"/>
                  </a:lnTo>
                  <a:lnTo>
                    <a:pt x="4031" y="60"/>
                  </a:lnTo>
                  <a:lnTo>
                    <a:pt x="365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6" name="Google Shape;6006;p26"/>
            <p:cNvSpPr/>
            <p:nvPr/>
          </p:nvSpPr>
          <p:spPr>
            <a:xfrm>
              <a:off x="11639875" y="3271125"/>
              <a:ext cx="188550" cy="193050"/>
            </a:xfrm>
            <a:custGeom>
              <a:avLst/>
              <a:gdLst/>
              <a:ahLst/>
              <a:cxnLst/>
              <a:rect l="l" t="t" r="r" b="b"/>
              <a:pathLst>
                <a:path w="7542" h="7722" fill="none" extrusionOk="0">
                  <a:moveTo>
                    <a:pt x="7541" y="3770"/>
                  </a:moveTo>
                  <a:lnTo>
                    <a:pt x="7541" y="3770"/>
                  </a:lnTo>
                  <a:lnTo>
                    <a:pt x="7541" y="4212"/>
                  </a:lnTo>
                  <a:lnTo>
                    <a:pt x="7501" y="4633"/>
                  </a:lnTo>
                  <a:lnTo>
                    <a:pt x="7441" y="5034"/>
                  </a:lnTo>
                  <a:lnTo>
                    <a:pt x="7320" y="5415"/>
                  </a:lnTo>
                  <a:lnTo>
                    <a:pt x="7180" y="5796"/>
                  </a:lnTo>
                  <a:lnTo>
                    <a:pt x="6980" y="6137"/>
                  </a:lnTo>
                  <a:lnTo>
                    <a:pt x="6759" y="6458"/>
                  </a:lnTo>
                  <a:lnTo>
                    <a:pt x="6498" y="6739"/>
                  </a:lnTo>
                  <a:lnTo>
                    <a:pt x="6217" y="6999"/>
                  </a:lnTo>
                  <a:lnTo>
                    <a:pt x="5897" y="7220"/>
                  </a:lnTo>
                  <a:lnTo>
                    <a:pt x="5556" y="7400"/>
                  </a:lnTo>
                  <a:lnTo>
                    <a:pt x="5375" y="7481"/>
                  </a:lnTo>
                  <a:lnTo>
                    <a:pt x="5175" y="7541"/>
                  </a:lnTo>
                  <a:lnTo>
                    <a:pt x="4974" y="7601"/>
                  </a:lnTo>
                  <a:lnTo>
                    <a:pt x="4774" y="7641"/>
                  </a:lnTo>
                  <a:lnTo>
                    <a:pt x="4553" y="7681"/>
                  </a:lnTo>
                  <a:lnTo>
                    <a:pt x="4332" y="7701"/>
                  </a:lnTo>
                  <a:lnTo>
                    <a:pt x="4112" y="7721"/>
                  </a:lnTo>
                  <a:lnTo>
                    <a:pt x="3891" y="7721"/>
                  </a:lnTo>
                  <a:lnTo>
                    <a:pt x="3650" y="7701"/>
                  </a:lnTo>
                  <a:lnTo>
                    <a:pt x="3410" y="7681"/>
                  </a:lnTo>
                  <a:lnTo>
                    <a:pt x="3410" y="7681"/>
                  </a:lnTo>
                  <a:lnTo>
                    <a:pt x="3169" y="7641"/>
                  </a:lnTo>
                  <a:lnTo>
                    <a:pt x="2928" y="7581"/>
                  </a:lnTo>
                  <a:lnTo>
                    <a:pt x="2708" y="7521"/>
                  </a:lnTo>
                  <a:lnTo>
                    <a:pt x="2487" y="7461"/>
                  </a:lnTo>
                  <a:lnTo>
                    <a:pt x="2287" y="7380"/>
                  </a:lnTo>
                  <a:lnTo>
                    <a:pt x="2086" y="7280"/>
                  </a:lnTo>
                  <a:lnTo>
                    <a:pt x="1906" y="7180"/>
                  </a:lnTo>
                  <a:lnTo>
                    <a:pt x="1725" y="7059"/>
                  </a:lnTo>
                  <a:lnTo>
                    <a:pt x="1545" y="6939"/>
                  </a:lnTo>
                  <a:lnTo>
                    <a:pt x="1384" y="6819"/>
                  </a:lnTo>
                  <a:lnTo>
                    <a:pt x="1083" y="6538"/>
                  </a:lnTo>
                  <a:lnTo>
                    <a:pt x="823" y="6217"/>
                  </a:lnTo>
                  <a:lnTo>
                    <a:pt x="582" y="5876"/>
                  </a:lnTo>
                  <a:lnTo>
                    <a:pt x="402" y="5535"/>
                  </a:lnTo>
                  <a:lnTo>
                    <a:pt x="241" y="5154"/>
                  </a:lnTo>
                  <a:lnTo>
                    <a:pt x="121" y="4753"/>
                  </a:lnTo>
                  <a:lnTo>
                    <a:pt x="41" y="4352"/>
                  </a:lnTo>
                  <a:lnTo>
                    <a:pt x="1" y="3951"/>
                  </a:lnTo>
                  <a:lnTo>
                    <a:pt x="1" y="3530"/>
                  </a:lnTo>
                  <a:lnTo>
                    <a:pt x="21" y="3109"/>
                  </a:lnTo>
                  <a:lnTo>
                    <a:pt x="101" y="2688"/>
                  </a:lnTo>
                  <a:lnTo>
                    <a:pt x="101" y="2688"/>
                  </a:lnTo>
                  <a:lnTo>
                    <a:pt x="181" y="2367"/>
                  </a:lnTo>
                  <a:lnTo>
                    <a:pt x="301" y="2046"/>
                  </a:lnTo>
                  <a:lnTo>
                    <a:pt x="462" y="1745"/>
                  </a:lnTo>
                  <a:lnTo>
                    <a:pt x="642" y="1464"/>
                  </a:lnTo>
                  <a:lnTo>
                    <a:pt x="843" y="1203"/>
                  </a:lnTo>
                  <a:lnTo>
                    <a:pt x="1083" y="963"/>
                  </a:lnTo>
                  <a:lnTo>
                    <a:pt x="1344" y="722"/>
                  </a:lnTo>
                  <a:lnTo>
                    <a:pt x="1625" y="522"/>
                  </a:lnTo>
                  <a:lnTo>
                    <a:pt x="1926" y="361"/>
                  </a:lnTo>
                  <a:lnTo>
                    <a:pt x="2227" y="221"/>
                  </a:lnTo>
                  <a:lnTo>
                    <a:pt x="2568" y="121"/>
                  </a:lnTo>
                  <a:lnTo>
                    <a:pt x="2928" y="40"/>
                  </a:lnTo>
                  <a:lnTo>
                    <a:pt x="3289" y="0"/>
                  </a:lnTo>
                  <a:lnTo>
                    <a:pt x="3650" y="0"/>
                  </a:lnTo>
                  <a:lnTo>
                    <a:pt x="4031" y="60"/>
                  </a:lnTo>
                  <a:lnTo>
                    <a:pt x="4433" y="141"/>
                  </a:lnTo>
                  <a:lnTo>
                    <a:pt x="4433" y="141"/>
                  </a:lnTo>
                  <a:lnTo>
                    <a:pt x="4733" y="261"/>
                  </a:lnTo>
                  <a:lnTo>
                    <a:pt x="5034" y="381"/>
                  </a:lnTo>
                  <a:lnTo>
                    <a:pt x="5335" y="522"/>
                  </a:lnTo>
                  <a:lnTo>
                    <a:pt x="5616" y="702"/>
                  </a:lnTo>
                  <a:lnTo>
                    <a:pt x="5877" y="883"/>
                  </a:lnTo>
                  <a:lnTo>
                    <a:pt x="6117" y="1103"/>
                  </a:lnTo>
                  <a:lnTo>
                    <a:pt x="6358" y="1324"/>
                  </a:lnTo>
                  <a:lnTo>
                    <a:pt x="6578" y="1544"/>
                  </a:lnTo>
                  <a:lnTo>
                    <a:pt x="6779" y="1805"/>
                  </a:lnTo>
                  <a:lnTo>
                    <a:pt x="6959" y="2066"/>
                  </a:lnTo>
                  <a:lnTo>
                    <a:pt x="7100" y="2327"/>
                  </a:lnTo>
                  <a:lnTo>
                    <a:pt x="7240" y="2607"/>
                  </a:lnTo>
                  <a:lnTo>
                    <a:pt x="7361" y="2888"/>
                  </a:lnTo>
                  <a:lnTo>
                    <a:pt x="7441" y="3189"/>
                  </a:lnTo>
                  <a:lnTo>
                    <a:pt x="7501" y="3470"/>
                  </a:lnTo>
                  <a:lnTo>
                    <a:pt x="7541" y="377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7" name="Google Shape;6007;p26"/>
            <p:cNvSpPr/>
            <p:nvPr/>
          </p:nvSpPr>
          <p:spPr>
            <a:xfrm>
              <a:off x="11601775" y="3194400"/>
              <a:ext cx="269250" cy="321900"/>
            </a:xfrm>
            <a:custGeom>
              <a:avLst/>
              <a:gdLst/>
              <a:ahLst/>
              <a:cxnLst/>
              <a:rect l="l" t="t" r="r" b="b"/>
              <a:pathLst>
                <a:path w="10770" h="12876" extrusionOk="0">
                  <a:moveTo>
                    <a:pt x="5415" y="1"/>
                  </a:moveTo>
                  <a:lnTo>
                    <a:pt x="4934" y="21"/>
                  </a:lnTo>
                  <a:lnTo>
                    <a:pt x="4473" y="81"/>
                  </a:lnTo>
                  <a:lnTo>
                    <a:pt x="4011" y="181"/>
                  </a:lnTo>
                  <a:lnTo>
                    <a:pt x="3590" y="322"/>
                  </a:lnTo>
                  <a:lnTo>
                    <a:pt x="3169" y="482"/>
                  </a:lnTo>
                  <a:lnTo>
                    <a:pt x="2748" y="683"/>
                  </a:lnTo>
                  <a:lnTo>
                    <a:pt x="2367" y="923"/>
                  </a:lnTo>
                  <a:lnTo>
                    <a:pt x="2006" y="1164"/>
                  </a:lnTo>
                  <a:lnTo>
                    <a:pt x="1665" y="1465"/>
                  </a:lnTo>
                  <a:lnTo>
                    <a:pt x="1344" y="1766"/>
                  </a:lnTo>
                  <a:lnTo>
                    <a:pt x="1043" y="2087"/>
                  </a:lnTo>
                  <a:lnTo>
                    <a:pt x="783" y="2448"/>
                  </a:lnTo>
                  <a:lnTo>
                    <a:pt x="542" y="2809"/>
                  </a:lnTo>
                  <a:lnTo>
                    <a:pt x="321" y="3190"/>
                  </a:lnTo>
                  <a:lnTo>
                    <a:pt x="141" y="3591"/>
                  </a:lnTo>
                  <a:lnTo>
                    <a:pt x="0" y="3992"/>
                  </a:lnTo>
                  <a:lnTo>
                    <a:pt x="502" y="4212"/>
                  </a:lnTo>
                  <a:lnTo>
                    <a:pt x="983" y="4453"/>
                  </a:lnTo>
                  <a:lnTo>
                    <a:pt x="1444" y="4694"/>
                  </a:lnTo>
                  <a:lnTo>
                    <a:pt x="1906" y="4954"/>
                  </a:lnTo>
                  <a:lnTo>
                    <a:pt x="2066" y="4674"/>
                  </a:lnTo>
                  <a:lnTo>
                    <a:pt x="2247" y="4413"/>
                  </a:lnTo>
                  <a:lnTo>
                    <a:pt x="2467" y="4172"/>
                  </a:lnTo>
                  <a:lnTo>
                    <a:pt x="2708" y="3932"/>
                  </a:lnTo>
                  <a:lnTo>
                    <a:pt x="2948" y="3731"/>
                  </a:lnTo>
                  <a:lnTo>
                    <a:pt x="3229" y="3551"/>
                  </a:lnTo>
                  <a:lnTo>
                    <a:pt x="3530" y="3390"/>
                  </a:lnTo>
                  <a:lnTo>
                    <a:pt x="3831" y="3270"/>
                  </a:lnTo>
                  <a:lnTo>
                    <a:pt x="3951" y="3049"/>
                  </a:lnTo>
                  <a:lnTo>
                    <a:pt x="4132" y="2768"/>
                  </a:lnTo>
                  <a:lnTo>
                    <a:pt x="4332" y="2508"/>
                  </a:lnTo>
                  <a:lnTo>
                    <a:pt x="4533" y="2267"/>
                  </a:lnTo>
                  <a:lnTo>
                    <a:pt x="4753" y="2046"/>
                  </a:lnTo>
                  <a:lnTo>
                    <a:pt x="4974" y="1846"/>
                  </a:lnTo>
                  <a:lnTo>
                    <a:pt x="5215" y="1645"/>
                  </a:lnTo>
                  <a:lnTo>
                    <a:pt x="5475" y="1465"/>
                  </a:lnTo>
                  <a:lnTo>
                    <a:pt x="5736" y="1324"/>
                  </a:lnTo>
                  <a:lnTo>
                    <a:pt x="5997" y="1184"/>
                  </a:lnTo>
                  <a:lnTo>
                    <a:pt x="6277" y="1044"/>
                  </a:lnTo>
                  <a:lnTo>
                    <a:pt x="6558" y="943"/>
                  </a:lnTo>
                  <a:lnTo>
                    <a:pt x="6859" y="843"/>
                  </a:lnTo>
                  <a:lnTo>
                    <a:pt x="7160" y="763"/>
                  </a:lnTo>
                  <a:lnTo>
                    <a:pt x="7461" y="703"/>
                  </a:lnTo>
                  <a:lnTo>
                    <a:pt x="7761" y="663"/>
                  </a:lnTo>
                  <a:lnTo>
                    <a:pt x="8082" y="623"/>
                  </a:lnTo>
                  <a:lnTo>
                    <a:pt x="7601" y="422"/>
                  </a:lnTo>
                  <a:lnTo>
                    <a:pt x="7100" y="262"/>
                  </a:lnTo>
                  <a:lnTo>
                    <a:pt x="6679" y="141"/>
                  </a:lnTo>
                  <a:lnTo>
                    <a:pt x="6257" y="61"/>
                  </a:lnTo>
                  <a:lnTo>
                    <a:pt x="5836" y="21"/>
                  </a:lnTo>
                  <a:lnTo>
                    <a:pt x="5415" y="1"/>
                  </a:lnTo>
                  <a:close/>
                  <a:moveTo>
                    <a:pt x="6819" y="10570"/>
                  </a:moveTo>
                  <a:lnTo>
                    <a:pt x="6618" y="10650"/>
                  </a:lnTo>
                  <a:lnTo>
                    <a:pt x="6398" y="10690"/>
                  </a:lnTo>
                  <a:lnTo>
                    <a:pt x="6618" y="11211"/>
                  </a:lnTo>
                  <a:lnTo>
                    <a:pt x="6819" y="11753"/>
                  </a:lnTo>
                  <a:lnTo>
                    <a:pt x="7019" y="12314"/>
                  </a:lnTo>
                  <a:lnTo>
                    <a:pt x="7200" y="12876"/>
                  </a:lnTo>
                  <a:lnTo>
                    <a:pt x="7741" y="12776"/>
                  </a:lnTo>
                  <a:lnTo>
                    <a:pt x="8263" y="12655"/>
                  </a:lnTo>
                  <a:lnTo>
                    <a:pt x="8744" y="12475"/>
                  </a:lnTo>
                  <a:lnTo>
                    <a:pt x="9205" y="12274"/>
                  </a:lnTo>
                  <a:lnTo>
                    <a:pt x="9647" y="12014"/>
                  </a:lnTo>
                  <a:lnTo>
                    <a:pt x="10048" y="11733"/>
                  </a:lnTo>
                  <a:lnTo>
                    <a:pt x="10429" y="11412"/>
                  </a:lnTo>
                  <a:lnTo>
                    <a:pt x="10770" y="11071"/>
                  </a:lnTo>
                  <a:lnTo>
                    <a:pt x="10268" y="11111"/>
                  </a:lnTo>
                  <a:lnTo>
                    <a:pt x="9747" y="11131"/>
                  </a:lnTo>
                  <a:lnTo>
                    <a:pt x="9366" y="11111"/>
                  </a:lnTo>
                  <a:lnTo>
                    <a:pt x="8985" y="11091"/>
                  </a:lnTo>
                  <a:lnTo>
                    <a:pt x="8624" y="11051"/>
                  </a:lnTo>
                  <a:lnTo>
                    <a:pt x="8243" y="10991"/>
                  </a:lnTo>
                  <a:lnTo>
                    <a:pt x="7882" y="10911"/>
                  </a:lnTo>
                  <a:lnTo>
                    <a:pt x="7521" y="10830"/>
                  </a:lnTo>
                  <a:lnTo>
                    <a:pt x="7160" y="10710"/>
                  </a:lnTo>
                  <a:lnTo>
                    <a:pt x="6819" y="1057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8" name="Google Shape;6008;p26"/>
            <p:cNvSpPr/>
            <p:nvPr/>
          </p:nvSpPr>
          <p:spPr>
            <a:xfrm>
              <a:off x="11761700" y="3458625"/>
              <a:ext cx="109325" cy="57675"/>
            </a:xfrm>
            <a:custGeom>
              <a:avLst/>
              <a:gdLst/>
              <a:ahLst/>
              <a:cxnLst/>
              <a:rect l="l" t="t" r="r" b="b"/>
              <a:pathLst>
                <a:path w="4373" h="2307" fill="none" extrusionOk="0">
                  <a:moveTo>
                    <a:pt x="422" y="1"/>
                  </a:moveTo>
                  <a:lnTo>
                    <a:pt x="422" y="1"/>
                  </a:lnTo>
                  <a:lnTo>
                    <a:pt x="221" y="81"/>
                  </a:lnTo>
                  <a:lnTo>
                    <a:pt x="1" y="121"/>
                  </a:lnTo>
                  <a:lnTo>
                    <a:pt x="1" y="121"/>
                  </a:lnTo>
                  <a:lnTo>
                    <a:pt x="221" y="642"/>
                  </a:lnTo>
                  <a:lnTo>
                    <a:pt x="422" y="1184"/>
                  </a:lnTo>
                  <a:lnTo>
                    <a:pt x="622" y="1745"/>
                  </a:lnTo>
                  <a:lnTo>
                    <a:pt x="803" y="2307"/>
                  </a:lnTo>
                  <a:lnTo>
                    <a:pt x="803" y="2307"/>
                  </a:lnTo>
                  <a:lnTo>
                    <a:pt x="1344" y="2207"/>
                  </a:lnTo>
                  <a:lnTo>
                    <a:pt x="1866" y="2086"/>
                  </a:lnTo>
                  <a:lnTo>
                    <a:pt x="2347" y="1906"/>
                  </a:lnTo>
                  <a:lnTo>
                    <a:pt x="2808" y="1705"/>
                  </a:lnTo>
                  <a:lnTo>
                    <a:pt x="3250" y="1445"/>
                  </a:lnTo>
                  <a:lnTo>
                    <a:pt x="3651" y="1164"/>
                  </a:lnTo>
                  <a:lnTo>
                    <a:pt x="4032" y="843"/>
                  </a:lnTo>
                  <a:lnTo>
                    <a:pt x="4373" y="502"/>
                  </a:lnTo>
                  <a:lnTo>
                    <a:pt x="4373" y="502"/>
                  </a:lnTo>
                  <a:lnTo>
                    <a:pt x="3871" y="542"/>
                  </a:lnTo>
                  <a:lnTo>
                    <a:pt x="3350" y="562"/>
                  </a:lnTo>
                  <a:lnTo>
                    <a:pt x="3350" y="562"/>
                  </a:lnTo>
                  <a:lnTo>
                    <a:pt x="2969" y="542"/>
                  </a:lnTo>
                  <a:lnTo>
                    <a:pt x="2588" y="522"/>
                  </a:lnTo>
                  <a:lnTo>
                    <a:pt x="2227" y="482"/>
                  </a:lnTo>
                  <a:lnTo>
                    <a:pt x="1846" y="422"/>
                  </a:lnTo>
                  <a:lnTo>
                    <a:pt x="1485" y="342"/>
                  </a:lnTo>
                  <a:lnTo>
                    <a:pt x="1124" y="261"/>
                  </a:lnTo>
                  <a:lnTo>
                    <a:pt x="763" y="141"/>
                  </a:lnTo>
                  <a:lnTo>
                    <a:pt x="42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9" name="Google Shape;6009;p26"/>
            <p:cNvSpPr/>
            <p:nvPr/>
          </p:nvSpPr>
          <p:spPr>
            <a:xfrm>
              <a:off x="11601775" y="3194400"/>
              <a:ext cx="202075" cy="123875"/>
            </a:xfrm>
            <a:custGeom>
              <a:avLst/>
              <a:gdLst/>
              <a:ahLst/>
              <a:cxnLst/>
              <a:rect l="l" t="t" r="r" b="b"/>
              <a:pathLst>
                <a:path w="8083" h="4955" fill="none" extrusionOk="0">
                  <a:moveTo>
                    <a:pt x="5415" y="1"/>
                  </a:moveTo>
                  <a:lnTo>
                    <a:pt x="5415" y="1"/>
                  </a:lnTo>
                  <a:lnTo>
                    <a:pt x="4934" y="21"/>
                  </a:lnTo>
                  <a:lnTo>
                    <a:pt x="4473" y="81"/>
                  </a:lnTo>
                  <a:lnTo>
                    <a:pt x="4011" y="181"/>
                  </a:lnTo>
                  <a:lnTo>
                    <a:pt x="3590" y="322"/>
                  </a:lnTo>
                  <a:lnTo>
                    <a:pt x="3169" y="482"/>
                  </a:lnTo>
                  <a:lnTo>
                    <a:pt x="2748" y="683"/>
                  </a:lnTo>
                  <a:lnTo>
                    <a:pt x="2367" y="923"/>
                  </a:lnTo>
                  <a:lnTo>
                    <a:pt x="2006" y="1164"/>
                  </a:lnTo>
                  <a:lnTo>
                    <a:pt x="1665" y="1465"/>
                  </a:lnTo>
                  <a:lnTo>
                    <a:pt x="1344" y="1766"/>
                  </a:lnTo>
                  <a:lnTo>
                    <a:pt x="1043" y="2087"/>
                  </a:lnTo>
                  <a:lnTo>
                    <a:pt x="783" y="2448"/>
                  </a:lnTo>
                  <a:lnTo>
                    <a:pt x="542" y="2809"/>
                  </a:lnTo>
                  <a:lnTo>
                    <a:pt x="321" y="3190"/>
                  </a:lnTo>
                  <a:lnTo>
                    <a:pt x="141" y="3591"/>
                  </a:lnTo>
                  <a:lnTo>
                    <a:pt x="0" y="3992"/>
                  </a:lnTo>
                  <a:lnTo>
                    <a:pt x="0" y="3992"/>
                  </a:lnTo>
                  <a:lnTo>
                    <a:pt x="502" y="4212"/>
                  </a:lnTo>
                  <a:lnTo>
                    <a:pt x="983" y="4453"/>
                  </a:lnTo>
                  <a:lnTo>
                    <a:pt x="1444" y="4694"/>
                  </a:lnTo>
                  <a:lnTo>
                    <a:pt x="1906" y="4954"/>
                  </a:lnTo>
                  <a:lnTo>
                    <a:pt x="1906" y="4954"/>
                  </a:lnTo>
                  <a:lnTo>
                    <a:pt x="2066" y="4674"/>
                  </a:lnTo>
                  <a:lnTo>
                    <a:pt x="2247" y="4413"/>
                  </a:lnTo>
                  <a:lnTo>
                    <a:pt x="2467" y="4172"/>
                  </a:lnTo>
                  <a:lnTo>
                    <a:pt x="2708" y="3932"/>
                  </a:lnTo>
                  <a:lnTo>
                    <a:pt x="2948" y="3731"/>
                  </a:lnTo>
                  <a:lnTo>
                    <a:pt x="3229" y="3551"/>
                  </a:lnTo>
                  <a:lnTo>
                    <a:pt x="3530" y="3390"/>
                  </a:lnTo>
                  <a:lnTo>
                    <a:pt x="3831" y="3270"/>
                  </a:lnTo>
                  <a:lnTo>
                    <a:pt x="3831" y="3270"/>
                  </a:lnTo>
                  <a:lnTo>
                    <a:pt x="3951" y="3049"/>
                  </a:lnTo>
                  <a:lnTo>
                    <a:pt x="3951" y="3049"/>
                  </a:lnTo>
                  <a:lnTo>
                    <a:pt x="4132" y="2768"/>
                  </a:lnTo>
                  <a:lnTo>
                    <a:pt x="4332" y="2508"/>
                  </a:lnTo>
                  <a:lnTo>
                    <a:pt x="4533" y="2267"/>
                  </a:lnTo>
                  <a:lnTo>
                    <a:pt x="4753" y="2046"/>
                  </a:lnTo>
                  <a:lnTo>
                    <a:pt x="4974" y="1846"/>
                  </a:lnTo>
                  <a:lnTo>
                    <a:pt x="5215" y="1645"/>
                  </a:lnTo>
                  <a:lnTo>
                    <a:pt x="5475" y="1465"/>
                  </a:lnTo>
                  <a:lnTo>
                    <a:pt x="5736" y="1324"/>
                  </a:lnTo>
                  <a:lnTo>
                    <a:pt x="5997" y="1184"/>
                  </a:lnTo>
                  <a:lnTo>
                    <a:pt x="6277" y="1044"/>
                  </a:lnTo>
                  <a:lnTo>
                    <a:pt x="6558" y="943"/>
                  </a:lnTo>
                  <a:lnTo>
                    <a:pt x="6859" y="843"/>
                  </a:lnTo>
                  <a:lnTo>
                    <a:pt x="7160" y="763"/>
                  </a:lnTo>
                  <a:lnTo>
                    <a:pt x="7461" y="703"/>
                  </a:lnTo>
                  <a:lnTo>
                    <a:pt x="7761" y="663"/>
                  </a:lnTo>
                  <a:lnTo>
                    <a:pt x="8082" y="623"/>
                  </a:lnTo>
                  <a:lnTo>
                    <a:pt x="8082" y="623"/>
                  </a:lnTo>
                  <a:lnTo>
                    <a:pt x="7601" y="422"/>
                  </a:lnTo>
                  <a:lnTo>
                    <a:pt x="7100" y="262"/>
                  </a:lnTo>
                  <a:lnTo>
                    <a:pt x="7100" y="262"/>
                  </a:lnTo>
                  <a:lnTo>
                    <a:pt x="6679" y="141"/>
                  </a:lnTo>
                  <a:lnTo>
                    <a:pt x="6257" y="61"/>
                  </a:lnTo>
                  <a:lnTo>
                    <a:pt x="5836" y="21"/>
                  </a:lnTo>
                  <a:lnTo>
                    <a:pt x="5415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0" name="Google Shape;6010;p26"/>
            <p:cNvSpPr/>
            <p:nvPr/>
          </p:nvSpPr>
          <p:spPr>
            <a:xfrm>
              <a:off x="11649400" y="3276125"/>
              <a:ext cx="122850" cy="185525"/>
            </a:xfrm>
            <a:custGeom>
              <a:avLst/>
              <a:gdLst/>
              <a:ahLst/>
              <a:cxnLst/>
              <a:rect l="l" t="t" r="r" b="b"/>
              <a:pathLst>
                <a:path w="4914" h="7421" extrusionOk="0">
                  <a:moveTo>
                    <a:pt x="1926" y="1"/>
                  </a:moveTo>
                  <a:lnTo>
                    <a:pt x="1625" y="121"/>
                  </a:lnTo>
                  <a:lnTo>
                    <a:pt x="1324" y="282"/>
                  </a:lnTo>
                  <a:lnTo>
                    <a:pt x="1043" y="462"/>
                  </a:lnTo>
                  <a:lnTo>
                    <a:pt x="803" y="663"/>
                  </a:lnTo>
                  <a:lnTo>
                    <a:pt x="562" y="903"/>
                  </a:lnTo>
                  <a:lnTo>
                    <a:pt x="342" y="1144"/>
                  </a:lnTo>
                  <a:lnTo>
                    <a:pt x="161" y="1405"/>
                  </a:lnTo>
                  <a:lnTo>
                    <a:pt x="1" y="1685"/>
                  </a:lnTo>
                  <a:lnTo>
                    <a:pt x="362" y="1926"/>
                  </a:lnTo>
                  <a:lnTo>
                    <a:pt x="723" y="2167"/>
                  </a:lnTo>
                  <a:lnTo>
                    <a:pt x="1043" y="2407"/>
                  </a:lnTo>
                  <a:lnTo>
                    <a:pt x="1384" y="2668"/>
                  </a:lnTo>
                  <a:lnTo>
                    <a:pt x="1364" y="2327"/>
                  </a:lnTo>
                  <a:lnTo>
                    <a:pt x="1364" y="1986"/>
                  </a:lnTo>
                  <a:lnTo>
                    <a:pt x="1404" y="1645"/>
                  </a:lnTo>
                  <a:lnTo>
                    <a:pt x="1465" y="1304"/>
                  </a:lnTo>
                  <a:lnTo>
                    <a:pt x="1545" y="963"/>
                  </a:lnTo>
                  <a:lnTo>
                    <a:pt x="1645" y="643"/>
                  </a:lnTo>
                  <a:lnTo>
                    <a:pt x="1785" y="302"/>
                  </a:lnTo>
                  <a:lnTo>
                    <a:pt x="1926" y="1"/>
                  </a:lnTo>
                  <a:close/>
                  <a:moveTo>
                    <a:pt x="4332" y="7020"/>
                  </a:moveTo>
                  <a:lnTo>
                    <a:pt x="4493" y="7421"/>
                  </a:lnTo>
                  <a:lnTo>
                    <a:pt x="4713" y="7381"/>
                  </a:lnTo>
                  <a:lnTo>
                    <a:pt x="4914" y="7301"/>
                  </a:lnTo>
                  <a:lnTo>
                    <a:pt x="4613" y="7180"/>
                  </a:lnTo>
                  <a:lnTo>
                    <a:pt x="4332" y="702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1" name="Google Shape;6011;p26"/>
            <p:cNvSpPr/>
            <p:nvPr/>
          </p:nvSpPr>
          <p:spPr>
            <a:xfrm>
              <a:off x="11757700" y="3451600"/>
              <a:ext cx="14550" cy="10050"/>
            </a:xfrm>
            <a:custGeom>
              <a:avLst/>
              <a:gdLst/>
              <a:ahLst/>
              <a:cxnLst/>
              <a:rect l="l" t="t" r="r" b="b"/>
              <a:pathLst>
                <a:path w="582" h="402" fill="none" extrusionOk="0">
                  <a:moveTo>
                    <a:pt x="0" y="1"/>
                  </a:moveTo>
                  <a:lnTo>
                    <a:pt x="0" y="1"/>
                  </a:lnTo>
                  <a:lnTo>
                    <a:pt x="161" y="402"/>
                  </a:lnTo>
                  <a:lnTo>
                    <a:pt x="161" y="402"/>
                  </a:lnTo>
                  <a:lnTo>
                    <a:pt x="381" y="362"/>
                  </a:lnTo>
                  <a:lnTo>
                    <a:pt x="582" y="282"/>
                  </a:lnTo>
                  <a:lnTo>
                    <a:pt x="582" y="282"/>
                  </a:lnTo>
                  <a:lnTo>
                    <a:pt x="281" y="161"/>
                  </a:lnTo>
                  <a:lnTo>
                    <a:pt x="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2" name="Google Shape;6012;p26"/>
            <p:cNvSpPr/>
            <p:nvPr/>
          </p:nvSpPr>
          <p:spPr>
            <a:xfrm>
              <a:off x="11649400" y="3276125"/>
              <a:ext cx="48150" cy="66725"/>
            </a:xfrm>
            <a:custGeom>
              <a:avLst/>
              <a:gdLst/>
              <a:ahLst/>
              <a:cxnLst/>
              <a:rect l="l" t="t" r="r" b="b"/>
              <a:pathLst>
                <a:path w="1926" h="2669" fill="none" extrusionOk="0">
                  <a:moveTo>
                    <a:pt x="1926" y="1"/>
                  </a:moveTo>
                  <a:lnTo>
                    <a:pt x="1926" y="1"/>
                  </a:lnTo>
                  <a:lnTo>
                    <a:pt x="1625" y="121"/>
                  </a:lnTo>
                  <a:lnTo>
                    <a:pt x="1324" y="282"/>
                  </a:lnTo>
                  <a:lnTo>
                    <a:pt x="1043" y="462"/>
                  </a:lnTo>
                  <a:lnTo>
                    <a:pt x="803" y="663"/>
                  </a:lnTo>
                  <a:lnTo>
                    <a:pt x="562" y="903"/>
                  </a:lnTo>
                  <a:lnTo>
                    <a:pt x="342" y="1144"/>
                  </a:lnTo>
                  <a:lnTo>
                    <a:pt x="161" y="1405"/>
                  </a:lnTo>
                  <a:lnTo>
                    <a:pt x="1" y="1685"/>
                  </a:lnTo>
                  <a:lnTo>
                    <a:pt x="1" y="1685"/>
                  </a:lnTo>
                  <a:lnTo>
                    <a:pt x="362" y="1926"/>
                  </a:lnTo>
                  <a:lnTo>
                    <a:pt x="723" y="2167"/>
                  </a:lnTo>
                  <a:lnTo>
                    <a:pt x="1043" y="2407"/>
                  </a:lnTo>
                  <a:lnTo>
                    <a:pt x="1384" y="2668"/>
                  </a:lnTo>
                  <a:lnTo>
                    <a:pt x="1384" y="2668"/>
                  </a:lnTo>
                  <a:lnTo>
                    <a:pt x="1364" y="2327"/>
                  </a:lnTo>
                  <a:lnTo>
                    <a:pt x="1364" y="1986"/>
                  </a:lnTo>
                  <a:lnTo>
                    <a:pt x="1404" y="1645"/>
                  </a:lnTo>
                  <a:lnTo>
                    <a:pt x="1465" y="1304"/>
                  </a:lnTo>
                  <a:lnTo>
                    <a:pt x="1545" y="963"/>
                  </a:lnTo>
                  <a:lnTo>
                    <a:pt x="1645" y="643"/>
                  </a:lnTo>
                  <a:lnTo>
                    <a:pt x="1785" y="302"/>
                  </a:lnTo>
                  <a:lnTo>
                    <a:pt x="1926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3" name="Google Shape;6013;p26"/>
            <p:cNvSpPr/>
            <p:nvPr/>
          </p:nvSpPr>
          <p:spPr>
            <a:xfrm>
              <a:off x="11033225" y="3260600"/>
              <a:ext cx="779150" cy="783650"/>
            </a:xfrm>
            <a:custGeom>
              <a:avLst/>
              <a:gdLst/>
              <a:ahLst/>
              <a:cxnLst/>
              <a:rect l="l" t="t" r="r" b="b"/>
              <a:pathLst>
                <a:path w="31166" h="31346" extrusionOk="0">
                  <a:moveTo>
                    <a:pt x="15021" y="0"/>
                  </a:moveTo>
                  <a:lnTo>
                    <a:pt x="14500" y="20"/>
                  </a:lnTo>
                  <a:lnTo>
                    <a:pt x="13979" y="60"/>
                  </a:lnTo>
                  <a:lnTo>
                    <a:pt x="13457" y="100"/>
                  </a:lnTo>
                  <a:lnTo>
                    <a:pt x="12936" y="161"/>
                  </a:lnTo>
                  <a:lnTo>
                    <a:pt x="12434" y="241"/>
                  </a:lnTo>
                  <a:lnTo>
                    <a:pt x="11913" y="321"/>
                  </a:lnTo>
                  <a:lnTo>
                    <a:pt x="11412" y="421"/>
                  </a:lnTo>
                  <a:lnTo>
                    <a:pt x="10910" y="542"/>
                  </a:lnTo>
                  <a:lnTo>
                    <a:pt x="10088" y="762"/>
                  </a:lnTo>
                  <a:lnTo>
                    <a:pt x="9286" y="1023"/>
                  </a:lnTo>
                  <a:lnTo>
                    <a:pt x="8905" y="1163"/>
                  </a:lnTo>
                  <a:lnTo>
                    <a:pt x="8524" y="1324"/>
                  </a:lnTo>
                  <a:lnTo>
                    <a:pt x="8143" y="1504"/>
                  </a:lnTo>
                  <a:lnTo>
                    <a:pt x="7782" y="1685"/>
                  </a:lnTo>
                  <a:lnTo>
                    <a:pt x="7421" y="1865"/>
                  </a:lnTo>
                  <a:lnTo>
                    <a:pt x="7080" y="2066"/>
                  </a:lnTo>
                  <a:lnTo>
                    <a:pt x="6739" y="2266"/>
                  </a:lnTo>
                  <a:lnTo>
                    <a:pt x="6418" y="2487"/>
                  </a:lnTo>
                  <a:lnTo>
                    <a:pt x="6097" y="2727"/>
                  </a:lnTo>
                  <a:lnTo>
                    <a:pt x="5796" y="2968"/>
                  </a:lnTo>
                  <a:lnTo>
                    <a:pt x="5516" y="3209"/>
                  </a:lnTo>
                  <a:lnTo>
                    <a:pt x="5235" y="3470"/>
                  </a:lnTo>
                  <a:lnTo>
                    <a:pt x="4814" y="3911"/>
                  </a:lnTo>
                  <a:lnTo>
                    <a:pt x="4393" y="4372"/>
                  </a:lnTo>
                  <a:lnTo>
                    <a:pt x="4012" y="4893"/>
                  </a:lnTo>
                  <a:lnTo>
                    <a:pt x="3630" y="5435"/>
                  </a:lnTo>
                  <a:lnTo>
                    <a:pt x="3269" y="5996"/>
                  </a:lnTo>
                  <a:lnTo>
                    <a:pt x="2929" y="6598"/>
                  </a:lnTo>
                  <a:lnTo>
                    <a:pt x="2608" y="7220"/>
                  </a:lnTo>
                  <a:lnTo>
                    <a:pt x="2287" y="7861"/>
                  </a:lnTo>
                  <a:lnTo>
                    <a:pt x="2006" y="8523"/>
                  </a:lnTo>
                  <a:lnTo>
                    <a:pt x="1725" y="9225"/>
                  </a:lnTo>
                  <a:lnTo>
                    <a:pt x="1485" y="9927"/>
                  </a:lnTo>
                  <a:lnTo>
                    <a:pt x="1244" y="10629"/>
                  </a:lnTo>
                  <a:lnTo>
                    <a:pt x="1043" y="11371"/>
                  </a:lnTo>
                  <a:lnTo>
                    <a:pt x="843" y="12113"/>
                  </a:lnTo>
                  <a:lnTo>
                    <a:pt x="662" y="12855"/>
                  </a:lnTo>
                  <a:lnTo>
                    <a:pt x="502" y="13617"/>
                  </a:lnTo>
                  <a:lnTo>
                    <a:pt x="362" y="14359"/>
                  </a:lnTo>
                  <a:lnTo>
                    <a:pt x="261" y="15121"/>
                  </a:lnTo>
                  <a:lnTo>
                    <a:pt x="161" y="15883"/>
                  </a:lnTo>
                  <a:lnTo>
                    <a:pt x="81" y="16645"/>
                  </a:lnTo>
                  <a:lnTo>
                    <a:pt x="41" y="17407"/>
                  </a:lnTo>
                  <a:lnTo>
                    <a:pt x="1" y="18149"/>
                  </a:lnTo>
                  <a:lnTo>
                    <a:pt x="1" y="18891"/>
                  </a:lnTo>
                  <a:lnTo>
                    <a:pt x="21" y="19613"/>
                  </a:lnTo>
                  <a:lnTo>
                    <a:pt x="41" y="20335"/>
                  </a:lnTo>
                  <a:lnTo>
                    <a:pt x="101" y="21037"/>
                  </a:lnTo>
                  <a:lnTo>
                    <a:pt x="201" y="21719"/>
                  </a:lnTo>
                  <a:lnTo>
                    <a:pt x="301" y="22381"/>
                  </a:lnTo>
                  <a:lnTo>
                    <a:pt x="422" y="23023"/>
                  </a:lnTo>
                  <a:lnTo>
                    <a:pt x="582" y="23644"/>
                  </a:lnTo>
                  <a:lnTo>
                    <a:pt x="763" y="24226"/>
                  </a:lnTo>
                  <a:lnTo>
                    <a:pt x="963" y="24788"/>
                  </a:lnTo>
                  <a:lnTo>
                    <a:pt x="1144" y="25189"/>
                  </a:lnTo>
                  <a:lnTo>
                    <a:pt x="1364" y="25590"/>
                  </a:lnTo>
                  <a:lnTo>
                    <a:pt x="1645" y="25991"/>
                  </a:lnTo>
                  <a:lnTo>
                    <a:pt x="1946" y="26372"/>
                  </a:lnTo>
                  <a:lnTo>
                    <a:pt x="2307" y="26733"/>
                  </a:lnTo>
                  <a:lnTo>
                    <a:pt x="2708" y="27094"/>
                  </a:lnTo>
                  <a:lnTo>
                    <a:pt x="3129" y="27455"/>
                  </a:lnTo>
                  <a:lnTo>
                    <a:pt x="3610" y="27796"/>
                  </a:lnTo>
                  <a:lnTo>
                    <a:pt x="4112" y="28137"/>
                  </a:lnTo>
                  <a:lnTo>
                    <a:pt x="4633" y="28457"/>
                  </a:lnTo>
                  <a:lnTo>
                    <a:pt x="5195" y="28758"/>
                  </a:lnTo>
                  <a:lnTo>
                    <a:pt x="5796" y="29059"/>
                  </a:lnTo>
                  <a:lnTo>
                    <a:pt x="6398" y="29340"/>
                  </a:lnTo>
                  <a:lnTo>
                    <a:pt x="7040" y="29601"/>
                  </a:lnTo>
                  <a:lnTo>
                    <a:pt x="7702" y="29841"/>
                  </a:lnTo>
                  <a:lnTo>
                    <a:pt x="8383" y="30082"/>
                  </a:lnTo>
                  <a:lnTo>
                    <a:pt x="8403" y="30082"/>
                  </a:lnTo>
                  <a:lnTo>
                    <a:pt x="9125" y="30303"/>
                  </a:lnTo>
                  <a:lnTo>
                    <a:pt x="9847" y="30503"/>
                  </a:lnTo>
                  <a:lnTo>
                    <a:pt x="10609" y="30684"/>
                  </a:lnTo>
                  <a:lnTo>
                    <a:pt x="11372" y="30844"/>
                  </a:lnTo>
                  <a:lnTo>
                    <a:pt x="12154" y="30984"/>
                  </a:lnTo>
                  <a:lnTo>
                    <a:pt x="12936" y="31105"/>
                  </a:lnTo>
                  <a:lnTo>
                    <a:pt x="13718" y="31205"/>
                  </a:lnTo>
                  <a:lnTo>
                    <a:pt x="14520" y="31285"/>
                  </a:lnTo>
                  <a:lnTo>
                    <a:pt x="15322" y="31325"/>
                  </a:lnTo>
                  <a:lnTo>
                    <a:pt x="16124" y="31345"/>
                  </a:lnTo>
                  <a:lnTo>
                    <a:pt x="16927" y="31345"/>
                  </a:lnTo>
                  <a:lnTo>
                    <a:pt x="17729" y="31305"/>
                  </a:lnTo>
                  <a:lnTo>
                    <a:pt x="18531" y="31245"/>
                  </a:lnTo>
                  <a:lnTo>
                    <a:pt x="19313" y="31165"/>
                  </a:lnTo>
                  <a:lnTo>
                    <a:pt x="20095" y="31045"/>
                  </a:lnTo>
                  <a:lnTo>
                    <a:pt x="20877" y="30904"/>
                  </a:lnTo>
                  <a:lnTo>
                    <a:pt x="21379" y="30784"/>
                  </a:lnTo>
                  <a:lnTo>
                    <a:pt x="21900" y="30663"/>
                  </a:lnTo>
                  <a:lnTo>
                    <a:pt x="22401" y="30503"/>
                  </a:lnTo>
                  <a:lnTo>
                    <a:pt x="22883" y="30343"/>
                  </a:lnTo>
                  <a:lnTo>
                    <a:pt x="23625" y="30082"/>
                  </a:lnTo>
                  <a:lnTo>
                    <a:pt x="24347" y="29761"/>
                  </a:lnTo>
                  <a:lnTo>
                    <a:pt x="25049" y="29420"/>
                  </a:lnTo>
                  <a:lnTo>
                    <a:pt x="25710" y="29019"/>
                  </a:lnTo>
                  <a:lnTo>
                    <a:pt x="26031" y="28818"/>
                  </a:lnTo>
                  <a:lnTo>
                    <a:pt x="26352" y="28598"/>
                  </a:lnTo>
                  <a:lnTo>
                    <a:pt x="26653" y="28377"/>
                  </a:lnTo>
                  <a:lnTo>
                    <a:pt x="26954" y="28137"/>
                  </a:lnTo>
                  <a:lnTo>
                    <a:pt x="27255" y="27876"/>
                  </a:lnTo>
                  <a:lnTo>
                    <a:pt x="27535" y="27615"/>
                  </a:lnTo>
                  <a:lnTo>
                    <a:pt x="27816" y="27354"/>
                  </a:lnTo>
                  <a:lnTo>
                    <a:pt x="28077" y="27074"/>
                  </a:lnTo>
                  <a:lnTo>
                    <a:pt x="28358" y="26753"/>
                  </a:lnTo>
                  <a:lnTo>
                    <a:pt x="28618" y="26432"/>
                  </a:lnTo>
                  <a:lnTo>
                    <a:pt x="28859" y="26091"/>
                  </a:lnTo>
                  <a:lnTo>
                    <a:pt x="29100" y="25730"/>
                  </a:lnTo>
                  <a:lnTo>
                    <a:pt x="29320" y="25389"/>
                  </a:lnTo>
                  <a:lnTo>
                    <a:pt x="29541" y="25008"/>
                  </a:lnTo>
                  <a:lnTo>
                    <a:pt x="29721" y="24647"/>
                  </a:lnTo>
                  <a:lnTo>
                    <a:pt x="29902" y="24266"/>
                  </a:lnTo>
                  <a:lnTo>
                    <a:pt x="30082" y="23885"/>
                  </a:lnTo>
                  <a:lnTo>
                    <a:pt x="30223" y="23484"/>
                  </a:lnTo>
                  <a:lnTo>
                    <a:pt x="30363" y="23083"/>
                  </a:lnTo>
                  <a:lnTo>
                    <a:pt x="30503" y="22682"/>
                  </a:lnTo>
                  <a:lnTo>
                    <a:pt x="30624" y="22281"/>
                  </a:lnTo>
                  <a:lnTo>
                    <a:pt x="30724" y="21860"/>
                  </a:lnTo>
                  <a:lnTo>
                    <a:pt x="30804" y="21438"/>
                  </a:lnTo>
                  <a:lnTo>
                    <a:pt x="30905" y="21017"/>
                  </a:lnTo>
                  <a:lnTo>
                    <a:pt x="31025" y="20155"/>
                  </a:lnTo>
                  <a:lnTo>
                    <a:pt x="31105" y="19293"/>
                  </a:lnTo>
                  <a:lnTo>
                    <a:pt x="31165" y="18410"/>
                  </a:lnTo>
                  <a:lnTo>
                    <a:pt x="31165" y="17528"/>
                  </a:lnTo>
                  <a:lnTo>
                    <a:pt x="31145" y="16645"/>
                  </a:lnTo>
                  <a:lnTo>
                    <a:pt x="31065" y="15763"/>
                  </a:lnTo>
                  <a:lnTo>
                    <a:pt x="30965" y="14881"/>
                  </a:lnTo>
                  <a:lnTo>
                    <a:pt x="30844" y="13998"/>
                  </a:lnTo>
                  <a:lnTo>
                    <a:pt x="30684" y="13136"/>
                  </a:lnTo>
                  <a:lnTo>
                    <a:pt x="30503" y="12294"/>
                  </a:lnTo>
                  <a:lnTo>
                    <a:pt x="30303" y="11451"/>
                  </a:lnTo>
                  <a:lnTo>
                    <a:pt x="30062" y="10629"/>
                  </a:lnTo>
                  <a:lnTo>
                    <a:pt x="29822" y="9847"/>
                  </a:lnTo>
                  <a:lnTo>
                    <a:pt x="29561" y="9065"/>
                  </a:lnTo>
                  <a:lnTo>
                    <a:pt x="29260" y="8343"/>
                  </a:lnTo>
                  <a:lnTo>
                    <a:pt x="28959" y="7641"/>
                  </a:lnTo>
                  <a:lnTo>
                    <a:pt x="28658" y="6959"/>
                  </a:lnTo>
                  <a:lnTo>
                    <a:pt x="28338" y="6337"/>
                  </a:lnTo>
                  <a:lnTo>
                    <a:pt x="27997" y="5736"/>
                  </a:lnTo>
                  <a:lnTo>
                    <a:pt x="27656" y="5194"/>
                  </a:lnTo>
                  <a:lnTo>
                    <a:pt x="27315" y="4693"/>
                  </a:lnTo>
                  <a:lnTo>
                    <a:pt x="26974" y="4252"/>
                  </a:lnTo>
                  <a:lnTo>
                    <a:pt x="26633" y="3851"/>
                  </a:lnTo>
                  <a:lnTo>
                    <a:pt x="26292" y="3530"/>
                  </a:lnTo>
                  <a:lnTo>
                    <a:pt x="25951" y="3229"/>
                  </a:lnTo>
                  <a:lnTo>
                    <a:pt x="25570" y="2948"/>
                  </a:lnTo>
                  <a:lnTo>
                    <a:pt x="25209" y="2667"/>
                  </a:lnTo>
                  <a:lnTo>
                    <a:pt x="24808" y="2407"/>
                  </a:lnTo>
                  <a:lnTo>
                    <a:pt x="24407" y="2166"/>
                  </a:lnTo>
                  <a:lnTo>
                    <a:pt x="23986" y="1925"/>
                  </a:lnTo>
                  <a:lnTo>
                    <a:pt x="23545" y="1705"/>
                  </a:lnTo>
                  <a:lnTo>
                    <a:pt x="23103" y="1504"/>
                  </a:lnTo>
                  <a:lnTo>
                    <a:pt x="22642" y="1324"/>
                  </a:lnTo>
                  <a:lnTo>
                    <a:pt x="22181" y="1143"/>
                  </a:lnTo>
                  <a:lnTo>
                    <a:pt x="21700" y="963"/>
                  </a:lnTo>
                  <a:lnTo>
                    <a:pt x="21218" y="822"/>
                  </a:lnTo>
                  <a:lnTo>
                    <a:pt x="20737" y="682"/>
                  </a:lnTo>
                  <a:lnTo>
                    <a:pt x="20236" y="542"/>
                  </a:lnTo>
                  <a:lnTo>
                    <a:pt x="19734" y="421"/>
                  </a:lnTo>
                  <a:lnTo>
                    <a:pt x="19213" y="321"/>
                  </a:lnTo>
                  <a:lnTo>
                    <a:pt x="18711" y="241"/>
                  </a:lnTo>
                  <a:lnTo>
                    <a:pt x="18190" y="161"/>
                  </a:lnTo>
                  <a:lnTo>
                    <a:pt x="17669" y="100"/>
                  </a:lnTo>
                  <a:lnTo>
                    <a:pt x="17127" y="60"/>
                  </a:lnTo>
                  <a:lnTo>
                    <a:pt x="16606" y="20"/>
                  </a:lnTo>
                  <a:lnTo>
                    <a:pt x="160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4" name="Google Shape;6014;p26"/>
            <p:cNvSpPr/>
            <p:nvPr/>
          </p:nvSpPr>
          <p:spPr>
            <a:xfrm>
              <a:off x="11033225" y="3260600"/>
              <a:ext cx="779150" cy="783650"/>
            </a:xfrm>
            <a:custGeom>
              <a:avLst/>
              <a:gdLst/>
              <a:ahLst/>
              <a:cxnLst/>
              <a:rect l="l" t="t" r="r" b="b"/>
              <a:pathLst>
                <a:path w="31166" h="31346" fill="none" extrusionOk="0">
                  <a:moveTo>
                    <a:pt x="28077" y="27074"/>
                  </a:moveTo>
                  <a:lnTo>
                    <a:pt x="28077" y="27074"/>
                  </a:lnTo>
                  <a:lnTo>
                    <a:pt x="27816" y="27354"/>
                  </a:lnTo>
                  <a:lnTo>
                    <a:pt x="27535" y="27615"/>
                  </a:lnTo>
                  <a:lnTo>
                    <a:pt x="27255" y="27876"/>
                  </a:lnTo>
                  <a:lnTo>
                    <a:pt x="26954" y="28137"/>
                  </a:lnTo>
                  <a:lnTo>
                    <a:pt x="26653" y="28377"/>
                  </a:lnTo>
                  <a:lnTo>
                    <a:pt x="26352" y="28598"/>
                  </a:lnTo>
                  <a:lnTo>
                    <a:pt x="26031" y="28818"/>
                  </a:lnTo>
                  <a:lnTo>
                    <a:pt x="25710" y="29019"/>
                  </a:lnTo>
                  <a:lnTo>
                    <a:pt x="25049" y="29420"/>
                  </a:lnTo>
                  <a:lnTo>
                    <a:pt x="24347" y="29761"/>
                  </a:lnTo>
                  <a:lnTo>
                    <a:pt x="23625" y="30082"/>
                  </a:lnTo>
                  <a:lnTo>
                    <a:pt x="22883" y="30343"/>
                  </a:lnTo>
                  <a:lnTo>
                    <a:pt x="22883" y="30343"/>
                  </a:lnTo>
                  <a:lnTo>
                    <a:pt x="22401" y="30503"/>
                  </a:lnTo>
                  <a:lnTo>
                    <a:pt x="21900" y="30663"/>
                  </a:lnTo>
                  <a:lnTo>
                    <a:pt x="21379" y="30784"/>
                  </a:lnTo>
                  <a:lnTo>
                    <a:pt x="20877" y="30904"/>
                  </a:lnTo>
                  <a:lnTo>
                    <a:pt x="20877" y="30904"/>
                  </a:lnTo>
                  <a:lnTo>
                    <a:pt x="20095" y="31045"/>
                  </a:lnTo>
                  <a:lnTo>
                    <a:pt x="19313" y="31165"/>
                  </a:lnTo>
                  <a:lnTo>
                    <a:pt x="18531" y="31245"/>
                  </a:lnTo>
                  <a:lnTo>
                    <a:pt x="17729" y="31305"/>
                  </a:lnTo>
                  <a:lnTo>
                    <a:pt x="16927" y="31345"/>
                  </a:lnTo>
                  <a:lnTo>
                    <a:pt x="16124" y="31345"/>
                  </a:lnTo>
                  <a:lnTo>
                    <a:pt x="15322" y="31325"/>
                  </a:lnTo>
                  <a:lnTo>
                    <a:pt x="14520" y="31285"/>
                  </a:lnTo>
                  <a:lnTo>
                    <a:pt x="13718" y="31205"/>
                  </a:lnTo>
                  <a:lnTo>
                    <a:pt x="12936" y="31105"/>
                  </a:lnTo>
                  <a:lnTo>
                    <a:pt x="12154" y="30984"/>
                  </a:lnTo>
                  <a:lnTo>
                    <a:pt x="11372" y="30844"/>
                  </a:lnTo>
                  <a:lnTo>
                    <a:pt x="10609" y="30684"/>
                  </a:lnTo>
                  <a:lnTo>
                    <a:pt x="9847" y="30503"/>
                  </a:lnTo>
                  <a:lnTo>
                    <a:pt x="9125" y="30303"/>
                  </a:lnTo>
                  <a:lnTo>
                    <a:pt x="8403" y="30082"/>
                  </a:lnTo>
                  <a:lnTo>
                    <a:pt x="8383" y="30082"/>
                  </a:lnTo>
                  <a:lnTo>
                    <a:pt x="8383" y="30082"/>
                  </a:lnTo>
                  <a:lnTo>
                    <a:pt x="7702" y="29841"/>
                  </a:lnTo>
                  <a:lnTo>
                    <a:pt x="7040" y="29601"/>
                  </a:lnTo>
                  <a:lnTo>
                    <a:pt x="6398" y="29340"/>
                  </a:lnTo>
                  <a:lnTo>
                    <a:pt x="5796" y="29059"/>
                  </a:lnTo>
                  <a:lnTo>
                    <a:pt x="5195" y="28758"/>
                  </a:lnTo>
                  <a:lnTo>
                    <a:pt x="4633" y="28457"/>
                  </a:lnTo>
                  <a:lnTo>
                    <a:pt x="4112" y="28137"/>
                  </a:lnTo>
                  <a:lnTo>
                    <a:pt x="3610" y="27796"/>
                  </a:lnTo>
                  <a:lnTo>
                    <a:pt x="3129" y="27455"/>
                  </a:lnTo>
                  <a:lnTo>
                    <a:pt x="2708" y="27094"/>
                  </a:lnTo>
                  <a:lnTo>
                    <a:pt x="2307" y="26733"/>
                  </a:lnTo>
                  <a:lnTo>
                    <a:pt x="1946" y="26372"/>
                  </a:lnTo>
                  <a:lnTo>
                    <a:pt x="1645" y="25991"/>
                  </a:lnTo>
                  <a:lnTo>
                    <a:pt x="1364" y="25590"/>
                  </a:lnTo>
                  <a:lnTo>
                    <a:pt x="1144" y="25189"/>
                  </a:lnTo>
                  <a:lnTo>
                    <a:pt x="963" y="24788"/>
                  </a:lnTo>
                  <a:lnTo>
                    <a:pt x="963" y="24788"/>
                  </a:lnTo>
                  <a:lnTo>
                    <a:pt x="763" y="24226"/>
                  </a:lnTo>
                  <a:lnTo>
                    <a:pt x="582" y="23644"/>
                  </a:lnTo>
                  <a:lnTo>
                    <a:pt x="422" y="23023"/>
                  </a:lnTo>
                  <a:lnTo>
                    <a:pt x="301" y="22381"/>
                  </a:lnTo>
                  <a:lnTo>
                    <a:pt x="201" y="21719"/>
                  </a:lnTo>
                  <a:lnTo>
                    <a:pt x="101" y="21037"/>
                  </a:lnTo>
                  <a:lnTo>
                    <a:pt x="41" y="20335"/>
                  </a:lnTo>
                  <a:lnTo>
                    <a:pt x="21" y="19613"/>
                  </a:lnTo>
                  <a:lnTo>
                    <a:pt x="1" y="18891"/>
                  </a:lnTo>
                  <a:lnTo>
                    <a:pt x="1" y="18149"/>
                  </a:lnTo>
                  <a:lnTo>
                    <a:pt x="41" y="17407"/>
                  </a:lnTo>
                  <a:lnTo>
                    <a:pt x="81" y="16645"/>
                  </a:lnTo>
                  <a:lnTo>
                    <a:pt x="161" y="15883"/>
                  </a:lnTo>
                  <a:lnTo>
                    <a:pt x="261" y="15121"/>
                  </a:lnTo>
                  <a:lnTo>
                    <a:pt x="362" y="14359"/>
                  </a:lnTo>
                  <a:lnTo>
                    <a:pt x="502" y="13617"/>
                  </a:lnTo>
                  <a:lnTo>
                    <a:pt x="662" y="12855"/>
                  </a:lnTo>
                  <a:lnTo>
                    <a:pt x="843" y="12113"/>
                  </a:lnTo>
                  <a:lnTo>
                    <a:pt x="1043" y="11371"/>
                  </a:lnTo>
                  <a:lnTo>
                    <a:pt x="1244" y="10629"/>
                  </a:lnTo>
                  <a:lnTo>
                    <a:pt x="1485" y="9927"/>
                  </a:lnTo>
                  <a:lnTo>
                    <a:pt x="1725" y="9225"/>
                  </a:lnTo>
                  <a:lnTo>
                    <a:pt x="2006" y="8523"/>
                  </a:lnTo>
                  <a:lnTo>
                    <a:pt x="2287" y="7861"/>
                  </a:lnTo>
                  <a:lnTo>
                    <a:pt x="2608" y="7220"/>
                  </a:lnTo>
                  <a:lnTo>
                    <a:pt x="2929" y="6598"/>
                  </a:lnTo>
                  <a:lnTo>
                    <a:pt x="3269" y="5996"/>
                  </a:lnTo>
                  <a:lnTo>
                    <a:pt x="3630" y="5435"/>
                  </a:lnTo>
                  <a:lnTo>
                    <a:pt x="4012" y="4893"/>
                  </a:lnTo>
                  <a:lnTo>
                    <a:pt x="4393" y="4372"/>
                  </a:lnTo>
                  <a:lnTo>
                    <a:pt x="4814" y="3911"/>
                  </a:lnTo>
                  <a:lnTo>
                    <a:pt x="5235" y="3470"/>
                  </a:lnTo>
                  <a:lnTo>
                    <a:pt x="5235" y="3470"/>
                  </a:lnTo>
                  <a:lnTo>
                    <a:pt x="5516" y="3209"/>
                  </a:lnTo>
                  <a:lnTo>
                    <a:pt x="5796" y="2968"/>
                  </a:lnTo>
                  <a:lnTo>
                    <a:pt x="6097" y="2727"/>
                  </a:lnTo>
                  <a:lnTo>
                    <a:pt x="6418" y="2487"/>
                  </a:lnTo>
                  <a:lnTo>
                    <a:pt x="6739" y="2266"/>
                  </a:lnTo>
                  <a:lnTo>
                    <a:pt x="7080" y="2066"/>
                  </a:lnTo>
                  <a:lnTo>
                    <a:pt x="7421" y="1865"/>
                  </a:lnTo>
                  <a:lnTo>
                    <a:pt x="7782" y="1685"/>
                  </a:lnTo>
                  <a:lnTo>
                    <a:pt x="8143" y="1504"/>
                  </a:lnTo>
                  <a:lnTo>
                    <a:pt x="8524" y="1324"/>
                  </a:lnTo>
                  <a:lnTo>
                    <a:pt x="8905" y="1163"/>
                  </a:lnTo>
                  <a:lnTo>
                    <a:pt x="9286" y="1023"/>
                  </a:lnTo>
                  <a:lnTo>
                    <a:pt x="10088" y="762"/>
                  </a:lnTo>
                  <a:lnTo>
                    <a:pt x="10910" y="542"/>
                  </a:lnTo>
                  <a:lnTo>
                    <a:pt x="10910" y="542"/>
                  </a:lnTo>
                  <a:lnTo>
                    <a:pt x="11412" y="421"/>
                  </a:lnTo>
                  <a:lnTo>
                    <a:pt x="11913" y="321"/>
                  </a:lnTo>
                  <a:lnTo>
                    <a:pt x="12434" y="241"/>
                  </a:lnTo>
                  <a:lnTo>
                    <a:pt x="12936" y="161"/>
                  </a:lnTo>
                  <a:lnTo>
                    <a:pt x="13457" y="100"/>
                  </a:lnTo>
                  <a:lnTo>
                    <a:pt x="13979" y="60"/>
                  </a:lnTo>
                  <a:lnTo>
                    <a:pt x="14500" y="20"/>
                  </a:lnTo>
                  <a:lnTo>
                    <a:pt x="15021" y="0"/>
                  </a:lnTo>
                  <a:lnTo>
                    <a:pt x="15543" y="0"/>
                  </a:lnTo>
                  <a:lnTo>
                    <a:pt x="16084" y="0"/>
                  </a:lnTo>
                  <a:lnTo>
                    <a:pt x="16606" y="20"/>
                  </a:lnTo>
                  <a:lnTo>
                    <a:pt x="17127" y="60"/>
                  </a:lnTo>
                  <a:lnTo>
                    <a:pt x="17669" y="100"/>
                  </a:lnTo>
                  <a:lnTo>
                    <a:pt x="18190" y="161"/>
                  </a:lnTo>
                  <a:lnTo>
                    <a:pt x="18711" y="241"/>
                  </a:lnTo>
                  <a:lnTo>
                    <a:pt x="19213" y="321"/>
                  </a:lnTo>
                  <a:lnTo>
                    <a:pt x="19734" y="421"/>
                  </a:lnTo>
                  <a:lnTo>
                    <a:pt x="20236" y="542"/>
                  </a:lnTo>
                  <a:lnTo>
                    <a:pt x="20737" y="682"/>
                  </a:lnTo>
                  <a:lnTo>
                    <a:pt x="21218" y="822"/>
                  </a:lnTo>
                  <a:lnTo>
                    <a:pt x="21700" y="963"/>
                  </a:lnTo>
                  <a:lnTo>
                    <a:pt x="22181" y="1143"/>
                  </a:lnTo>
                  <a:lnTo>
                    <a:pt x="22642" y="1324"/>
                  </a:lnTo>
                  <a:lnTo>
                    <a:pt x="23103" y="1504"/>
                  </a:lnTo>
                  <a:lnTo>
                    <a:pt x="23545" y="1705"/>
                  </a:lnTo>
                  <a:lnTo>
                    <a:pt x="23986" y="1925"/>
                  </a:lnTo>
                  <a:lnTo>
                    <a:pt x="24407" y="2166"/>
                  </a:lnTo>
                  <a:lnTo>
                    <a:pt x="24808" y="2407"/>
                  </a:lnTo>
                  <a:lnTo>
                    <a:pt x="25209" y="2667"/>
                  </a:lnTo>
                  <a:lnTo>
                    <a:pt x="25570" y="2948"/>
                  </a:lnTo>
                  <a:lnTo>
                    <a:pt x="25951" y="3229"/>
                  </a:lnTo>
                  <a:lnTo>
                    <a:pt x="26292" y="3530"/>
                  </a:lnTo>
                  <a:lnTo>
                    <a:pt x="26292" y="3530"/>
                  </a:lnTo>
                  <a:lnTo>
                    <a:pt x="26633" y="3851"/>
                  </a:lnTo>
                  <a:lnTo>
                    <a:pt x="26974" y="4252"/>
                  </a:lnTo>
                  <a:lnTo>
                    <a:pt x="27315" y="4693"/>
                  </a:lnTo>
                  <a:lnTo>
                    <a:pt x="27656" y="5194"/>
                  </a:lnTo>
                  <a:lnTo>
                    <a:pt x="27997" y="5736"/>
                  </a:lnTo>
                  <a:lnTo>
                    <a:pt x="28338" y="6337"/>
                  </a:lnTo>
                  <a:lnTo>
                    <a:pt x="28658" y="6959"/>
                  </a:lnTo>
                  <a:lnTo>
                    <a:pt x="28959" y="7641"/>
                  </a:lnTo>
                  <a:lnTo>
                    <a:pt x="29260" y="8343"/>
                  </a:lnTo>
                  <a:lnTo>
                    <a:pt x="29561" y="9065"/>
                  </a:lnTo>
                  <a:lnTo>
                    <a:pt x="29822" y="9847"/>
                  </a:lnTo>
                  <a:lnTo>
                    <a:pt x="30062" y="10629"/>
                  </a:lnTo>
                  <a:lnTo>
                    <a:pt x="30303" y="11451"/>
                  </a:lnTo>
                  <a:lnTo>
                    <a:pt x="30503" y="12294"/>
                  </a:lnTo>
                  <a:lnTo>
                    <a:pt x="30684" y="13136"/>
                  </a:lnTo>
                  <a:lnTo>
                    <a:pt x="30844" y="13998"/>
                  </a:lnTo>
                  <a:lnTo>
                    <a:pt x="30965" y="14881"/>
                  </a:lnTo>
                  <a:lnTo>
                    <a:pt x="31065" y="15763"/>
                  </a:lnTo>
                  <a:lnTo>
                    <a:pt x="31145" y="16645"/>
                  </a:lnTo>
                  <a:lnTo>
                    <a:pt x="31165" y="17528"/>
                  </a:lnTo>
                  <a:lnTo>
                    <a:pt x="31165" y="18410"/>
                  </a:lnTo>
                  <a:lnTo>
                    <a:pt x="31105" y="19293"/>
                  </a:lnTo>
                  <a:lnTo>
                    <a:pt x="31025" y="20155"/>
                  </a:lnTo>
                  <a:lnTo>
                    <a:pt x="30905" y="21017"/>
                  </a:lnTo>
                  <a:lnTo>
                    <a:pt x="30804" y="21438"/>
                  </a:lnTo>
                  <a:lnTo>
                    <a:pt x="30724" y="21860"/>
                  </a:lnTo>
                  <a:lnTo>
                    <a:pt x="30624" y="22281"/>
                  </a:lnTo>
                  <a:lnTo>
                    <a:pt x="30503" y="22682"/>
                  </a:lnTo>
                  <a:lnTo>
                    <a:pt x="30363" y="23083"/>
                  </a:lnTo>
                  <a:lnTo>
                    <a:pt x="30223" y="23484"/>
                  </a:lnTo>
                  <a:lnTo>
                    <a:pt x="30082" y="23885"/>
                  </a:lnTo>
                  <a:lnTo>
                    <a:pt x="29902" y="24266"/>
                  </a:lnTo>
                  <a:lnTo>
                    <a:pt x="29721" y="24647"/>
                  </a:lnTo>
                  <a:lnTo>
                    <a:pt x="29541" y="25008"/>
                  </a:lnTo>
                  <a:lnTo>
                    <a:pt x="29320" y="25389"/>
                  </a:lnTo>
                  <a:lnTo>
                    <a:pt x="29100" y="25730"/>
                  </a:lnTo>
                  <a:lnTo>
                    <a:pt x="28859" y="26091"/>
                  </a:lnTo>
                  <a:lnTo>
                    <a:pt x="28618" y="26432"/>
                  </a:lnTo>
                  <a:lnTo>
                    <a:pt x="28358" y="26753"/>
                  </a:lnTo>
                  <a:lnTo>
                    <a:pt x="28077" y="2707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5" name="Google Shape;6015;p26"/>
            <p:cNvSpPr/>
            <p:nvPr/>
          </p:nvSpPr>
          <p:spPr>
            <a:xfrm>
              <a:off x="11033225" y="3274125"/>
              <a:ext cx="521950" cy="770125"/>
            </a:xfrm>
            <a:custGeom>
              <a:avLst/>
              <a:gdLst/>
              <a:ahLst/>
              <a:cxnLst/>
              <a:rect l="l" t="t" r="r" b="b"/>
              <a:pathLst>
                <a:path w="20878" h="30805" extrusionOk="0">
                  <a:moveTo>
                    <a:pt x="10910" y="1"/>
                  </a:moveTo>
                  <a:lnTo>
                    <a:pt x="10088" y="221"/>
                  </a:lnTo>
                  <a:lnTo>
                    <a:pt x="9286" y="482"/>
                  </a:lnTo>
                  <a:lnTo>
                    <a:pt x="8905" y="622"/>
                  </a:lnTo>
                  <a:lnTo>
                    <a:pt x="8524" y="783"/>
                  </a:lnTo>
                  <a:lnTo>
                    <a:pt x="8143" y="963"/>
                  </a:lnTo>
                  <a:lnTo>
                    <a:pt x="7782" y="1144"/>
                  </a:lnTo>
                  <a:lnTo>
                    <a:pt x="7421" y="1324"/>
                  </a:lnTo>
                  <a:lnTo>
                    <a:pt x="7080" y="1525"/>
                  </a:lnTo>
                  <a:lnTo>
                    <a:pt x="6739" y="1725"/>
                  </a:lnTo>
                  <a:lnTo>
                    <a:pt x="6418" y="1946"/>
                  </a:lnTo>
                  <a:lnTo>
                    <a:pt x="6097" y="2186"/>
                  </a:lnTo>
                  <a:lnTo>
                    <a:pt x="5796" y="2427"/>
                  </a:lnTo>
                  <a:lnTo>
                    <a:pt x="5516" y="2668"/>
                  </a:lnTo>
                  <a:lnTo>
                    <a:pt x="5235" y="2929"/>
                  </a:lnTo>
                  <a:lnTo>
                    <a:pt x="4814" y="3350"/>
                  </a:lnTo>
                  <a:lnTo>
                    <a:pt x="4413" y="3811"/>
                  </a:lnTo>
                  <a:lnTo>
                    <a:pt x="4032" y="4292"/>
                  </a:lnTo>
                  <a:lnTo>
                    <a:pt x="3671" y="4814"/>
                  </a:lnTo>
                  <a:lnTo>
                    <a:pt x="3330" y="5355"/>
                  </a:lnTo>
                  <a:lnTo>
                    <a:pt x="2989" y="5937"/>
                  </a:lnTo>
                  <a:lnTo>
                    <a:pt x="2668" y="6538"/>
                  </a:lnTo>
                  <a:lnTo>
                    <a:pt x="2367" y="7160"/>
                  </a:lnTo>
                  <a:lnTo>
                    <a:pt x="2227" y="7501"/>
                  </a:lnTo>
                  <a:lnTo>
                    <a:pt x="1966" y="8103"/>
                  </a:lnTo>
                  <a:lnTo>
                    <a:pt x="1705" y="8744"/>
                  </a:lnTo>
                  <a:lnTo>
                    <a:pt x="1485" y="9386"/>
                  </a:lnTo>
                  <a:lnTo>
                    <a:pt x="1264" y="10028"/>
                  </a:lnTo>
                  <a:lnTo>
                    <a:pt x="1064" y="10690"/>
                  </a:lnTo>
                  <a:lnTo>
                    <a:pt x="883" y="11371"/>
                  </a:lnTo>
                  <a:lnTo>
                    <a:pt x="723" y="12053"/>
                  </a:lnTo>
                  <a:lnTo>
                    <a:pt x="562" y="12735"/>
                  </a:lnTo>
                  <a:lnTo>
                    <a:pt x="442" y="13437"/>
                  </a:lnTo>
                  <a:lnTo>
                    <a:pt x="321" y="14119"/>
                  </a:lnTo>
                  <a:lnTo>
                    <a:pt x="221" y="14821"/>
                  </a:lnTo>
                  <a:lnTo>
                    <a:pt x="141" y="15523"/>
                  </a:lnTo>
                  <a:lnTo>
                    <a:pt x="81" y="16205"/>
                  </a:lnTo>
                  <a:lnTo>
                    <a:pt x="41" y="16886"/>
                  </a:lnTo>
                  <a:lnTo>
                    <a:pt x="1" y="17568"/>
                  </a:lnTo>
                  <a:lnTo>
                    <a:pt x="1" y="18250"/>
                  </a:lnTo>
                  <a:lnTo>
                    <a:pt x="21" y="19092"/>
                  </a:lnTo>
                  <a:lnTo>
                    <a:pt x="61" y="19895"/>
                  </a:lnTo>
                  <a:lnTo>
                    <a:pt x="141" y="20697"/>
                  </a:lnTo>
                  <a:lnTo>
                    <a:pt x="241" y="21459"/>
                  </a:lnTo>
                  <a:lnTo>
                    <a:pt x="362" y="22201"/>
                  </a:lnTo>
                  <a:lnTo>
                    <a:pt x="542" y="22923"/>
                  </a:lnTo>
                  <a:lnTo>
                    <a:pt x="723" y="23605"/>
                  </a:lnTo>
                  <a:lnTo>
                    <a:pt x="963" y="24247"/>
                  </a:lnTo>
                  <a:lnTo>
                    <a:pt x="1144" y="24648"/>
                  </a:lnTo>
                  <a:lnTo>
                    <a:pt x="1364" y="25049"/>
                  </a:lnTo>
                  <a:lnTo>
                    <a:pt x="1645" y="25450"/>
                  </a:lnTo>
                  <a:lnTo>
                    <a:pt x="1946" y="25831"/>
                  </a:lnTo>
                  <a:lnTo>
                    <a:pt x="2307" y="26192"/>
                  </a:lnTo>
                  <a:lnTo>
                    <a:pt x="2708" y="26553"/>
                  </a:lnTo>
                  <a:lnTo>
                    <a:pt x="3129" y="26914"/>
                  </a:lnTo>
                  <a:lnTo>
                    <a:pt x="3610" y="27255"/>
                  </a:lnTo>
                  <a:lnTo>
                    <a:pt x="4112" y="27596"/>
                  </a:lnTo>
                  <a:lnTo>
                    <a:pt x="4633" y="27916"/>
                  </a:lnTo>
                  <a:lnTo>
                    <a:pt x="5195" y="28217"/>
                  </a:lnTo>
                  <a:lnTo>
                    <a:pt x="5796" y="28518"/>
                  </a:lnTo>
                  <a:lnTo>
                    <a:pt x="6398" y="28799"/>
                  </a:lnTo>
                  <a:lnTo>
                    <a:pt x="7040" y="29060"/>
                  </a:lnTo>
                  <a:lnTo>
                    <a:pt x="7702" y="29300"/>
                  </a:lnTo>
                  <a:lnTo>
                    <a:pt x="8383" y="29541"/>
                  </a:lnTo>
                  <a:lnTo>
                    <a:pt x="8403" y="29541"/>
                  </a:lnTo>
                  <a:lnTo>
                    <a:pt x="9326" y="29822"/>
                  </a:lnTo>
                  <a:lnTo>
                    <a:pt x="10289" y="30082"/>
                  </a:lnTo>
                  <a:lnTo>
                    <a:pt x="11291" y="30283"/>
                  </a:lnTo>
                  <a:lnTo>
                    <a:pt x="12294" y="30463"/>
                  </a:lnTo>
                  <a:lnTo>
                    <a:pt x="13317" y="30624"/>
                  </a:lnTo>
                  <a:lnTo>
                    <a:pt x="14340" y="30724"/>
                  </a:lnTo>
                  <a:lnTo>
                    <a:pt x="15382" y="30784"/>
                  </a:lnTo>
                  <a:lnTo>
                    <a:pt x="16425" y="30804"/>
                  </a:lnTo>
                  <a:lnTo>
                    <a:pt x="16987" y="30804"/>
                  </a:lnTo>
                  <a:lnTo>
                    <a:pt x="17548" y="30784"/>
                  </a:lnTo>
                  <a:lnTo>
                    <a:pt x="18110" y="30744"/>
                  </a:lnTo>
                  <a:lnTo>
                    <a:pt x="18671" y="30704"/>
                  </a:lnTo>
                  <a:lnTo>
                    <a:pt x="19233" y="30644"/>
                  </a:lnTo>
                  <a:lnTo>
                    <a:pt x="19774" y="30564"/>
                  </a:lnTo>
                  <a:lnTo>
                    <a:pt x="20336" y="30463"/>
                  </a:lnTo>
                  <a:lnTo>
                    <a:pt x="20877" y="30363"/>
                  </a:lnTo>
                  <a:lnTo>
                    <a:pt x="20115" y="30303"/>
                  </a:lnTo>
                  <a:lnTo>
                    <a:pt x="19333" y="30223"/>
                  </a:lnTo>
                  <a:lnTo>
                    <a:pt x="18611" y="30343"/>
                  </a:lnTo>
                  <a:lnTo>
                    <a:pt x="17849" y="30423"/>
                  </a:lnTo>
                  <a:lnTo>
                    <a:pt x="17087" y="30483"/>
                  </a:lnTo>
                  <a:lnTo>
                    <a:pt x="16305" y="30504"/>
                  </a:lnTo>
                  <a:lnTo>
                    <a:pt x="16024" y="30504"/>
                  </a:lnTo>
                  <a:lnTo>
                    <a:pt x="15302" y="30463"/>
                  </a:lnTo>
                  <a:lnTo>
                    <a:pt x="14580" y="30423"/>
                  </a:lnTo>
                  <a:lnTo>
                    <a:pt x="13858" y="30343"/>
                  </a:lnTo>
                  <a:lnTo>
                    <a:pt x="13156" y="30243"/>
                  </a:lnTo>
                  <a:lnTo>
                    <a:pt x="12475" y="30122"/>
                  </a:lnTo>
                  <a:lnTo>
                    <a:pt x="11793" y="29962"/>
                  </a:lnTo>
                  <a:lnTo>
                    <a:pt x="11171" y="29802"/>
                  </a:lnTo>
                  <a:lnTo>
                    <a:pt x="10549" y="29601"/>
                  </a:lnTo>
                  <a:lnTo>
                    <a:pt x="9948" y="29360"/>
                  </a:lnTo>
                  <a:lnTo>
                    <a:pt x="9366" y="29120"/>
                  </a:lnTo>
                  <a:lnTo>
                    <a:pt x="8865" y="28819"/>
                  </a:lnTo>
                  <a:lnTo>
                    <a:pt x="8624" y="28679"/>
                  </a:lnTo>
                  <a:lnTo>
                    <a:pt x="8403" y="28518"/>
                  </a:lnTo>
                  <a:lnTo>
                    <a:pt x="8383" y="28518"/>
                  </a:lnTo>
                  <a:lnTo>
                    <a:pt x="8163" y="28338"/>
                  </a:lnTo>
                  <a:lnTo>
                    <a:pt x="7942" y="28137"/>
                  </a:lnTo>
                  <a:lnTo>
                    <a:pt x="7742" y="27937"/>
                  </a:lnTo>
                  <a:lnTo>
                    <a:pt x="7581" y="27736"/>
                  </a:lnTo>
                  <a:lnTo>
                    <a:pt x="7441" y="27515"/>
                  </a:lnTo>
                  <a:lnTo>
                    <a:pt x="7321" y="27315"/>
                  </a:lnTo>
                  <a:lnTo>
                    <a:pt x="7220" y="27074"/>
                  </a:lnTo>
                  <a:lnTo>
                    <a:pt x="7160" y="26854"/>
                  </a:lnTo>
                  <a:lnTo>
                    <a:pt x="7120" y="26553"/>
                  </a:lnTo>
                  <a:lnTo>
                    <a:pt x="7080" y="26272"/>
                  </a:lnTo>
                  <a:lnTo>
                    <a:pt x="7060" y="25971"/>
                  </a:lnTo>
                  <a:lnTo>
                    <a:pt x="7040" y="25690"/>
                  </a:lnTo>
                  <a:lnTo>
                    <a:pt x="7060" y="25410"/>
                  </a:lnTo>
                  <a:lnTo>
                    <a:pt x="7080" y="25129"/>
                  </a:lnTo>
                  <a:lnTo>
                    <a:pt x="7100" y="24848"/>
                  </a:lnTo>
                  <a:lnTo>
                    <a:pt x="7140" y="24567"/>
                  </a:lnTo>
                  <a:lnTo>
                    <a:pt x="6819" y="24126"/>
                  </a:lnTo>
                  <a:lnTo>
                    <a:pt x="6518" y="23685"/>
                  </a:lnTo>
                  <a:lnTo>
                    <a:pt x="6218" y="23204"/>
                  </a:lnTo>
                  <a:lnTo>
                    <a:pt x="5957" y="22722"/>
                  </a:lnTo>
                  <a:lnTo>
                    <a:pt x="5897" y="22582"/>
                  </a:lnTo>
                  <a:lnTo>
                    <a:pt x="5556" y="22582"/>
                  </a:lnTo>
                  <a:lnTo>
                    <a:pt x="5275" y="22522"/>
                  </a:lnTo>
                  <a:lnTo>
                    <a:pt x="4994" y="22442"/>
                  </a:lnTo>
                  <a:lnTo>
                    <a:pt x="4754" y="22301"/>
                  </a:lnTo>
                  <a:lnTo>
                    <a:pt x="4533" y="22141"/>
                  </a:lnTo>
                  <a:lnTo>
                    <a:pt x="4332" y="21960"/>
                  </a:lnTo>
                  <a:lnTo>
                    <a:pt x="4172" y="21740"/>
                  </a:lnTo>
                  <a:lnTo>
                    <a:pt x="4012" y="21499"/>
                  </a:lnTo>
                  <a:lnTo>
                    <a:pt x="3911" y="21238"/>
                  </a:lnTo>
                  <a:lnTo>
                    <a:pt x="3851" y="21038"/>
                  </a:lnTo>
                  <a:lnTo>
                    <a:pt x="3811" y="20857"/>
                  </a:lnTo>
                  <a:lnTo>
                    <a:pt x="3791" y="20677"/>
                  </a:lnTo>
                  <a:lnTo>
                    <a:pt x="3791" y="20496"/>
                  </a:lnTo>
                  <a:lnTo>
                    <a:pt x="3791" y="20316"/>
                  </a:lnTo>
                  <a:lnTo>
                    <a:pt x="3831" y="20135"/>
                  </a:lnTo>
                  <a:lnTo>
                    <a:pt x="3871" y="19955"/>
                  </a:lnTo>
                  <a:lnTo>
                    <a:pt x="3931" y="19794"/>
                  </a:lnTo>
                  <a:lnTo>
                    <a:pt x="4012" y="19634"/>
                  </a:lnTo>
                  <a:lnTo>
                    <a:pt x="4092" y="19474"/>
                  </a:lnTo>
                  <a:lnTo>
                    <a:pt x="4192" y="19333"/>
                  </a:lnTo>
                  <a:lnTo>
                    <a:pt x="4312" y="19193"/>
                  </a:lnTo>
                  <a:lnTo>
                    <a:pt x="4433" y="19072"/>
                  </a:lnTo>
                  <a:lnTo>
                    <a:pt x="4553" y="18952"/>
                  </a:lnTo>
                  <a:lnTo>
                    <a:pt x="4713" y="18852"/>
                  </a:lnTo>
                  <a:lnTo>
                    <a:pt x="4854" y="18752"/>
                  </a:lnTo>
                  <a:lnTo>
                    <a:pt x="4814" y="18150"/>
                  </a:lnTo>
                  <a:lnTo>
                    <a:pt x="4774" y="17528"/>
                  </a:lnTo>
                  <a:lnTo>
                    <a:pt x="4754" y="16927"/>
                  </a:lnTo>
                  <a:lnTo>
                    <a:pt x="4733" y="16305"/>
                  </a:lnTo>
                  <a:lnTo>
                    <a:pt x="4733" y="15523"/>
                  </a:lnTo>
                  <a:lnTo>
                    <a:pt x="4754" y="14741"/>
                  </a:lnTo>
                  <a:lnTo>
                    <a:pt x="4794" y="13959"/>
                  </a:lnTo>
                  <a:lnTo>
                    <a:pt x="4854" y="13176"/>
                  </a:lnTo>
                  <a:lnTo>
                    <a:pt x="4934" y="12394"/>
                  </a:lnTo>
                  <a:lnTo>
                    <a:pt x="5054" y="11632"/>
                  </a:lnTo>
                  <a:lnTo>
                    <a:pt x="5175" y="10850"/>
                  </a:lnTo>
                  <a:lnTo>
                    <a:pt x="5335" y="10088"/>
                  </a:lnTo>
                  <a:lnTo>
                    <a:pt x="5516" y="9326"/>
                  </a:lnTo>
                  <a:lnTo>
                    <a:pt x="5716" y="8564"/>
                  </a:lnTo>
                  <a:lnTo>
                    <a:pt x="5937" y="7822"/>
                  </a:lnTo>
                  <a:lnTo>
                    <a:pt x="6197" y="7080"/>
                  </a:lnTo>
                  <a:lnTo>
                    <a:pt x="6478" y="6358"/>
                  </a:lnTo>
                  <a:lnTo>
                    <a:pt x="6779" y="5636"/>
                  </a:lnTo>
                  <a:lnTo>
                    <a:pt x="7120" y="4934"/>
                  </a:lnTo>
                  <a:lnTo>
                    <a:pt x="7501" y="4232"/>
                  </a:lnTo>
                  <a:lnTo>
                    <a:pt x="7862" y="3650"/>
                  </a:lnTo>
                  <a:lnTo>
                    <a:pt x="8223" y="3069"/>
                  </a:lnTo>
                  <a:lnTo>
                    <a:pt x="8624" y="2507"/>
                  </a:lnTo>
                  <a:lnTo>
                    <a:pt x="9045" y="1966"/>
                  </a:lnTo>
                  <a:lnTo>
                    <a:pt x="9486" y="1444"/>
                  </a:lnTo>
                  <a:lnTo>
                    <a:pt x="9948" y="943"/>
                  </a:lnTo>
                  <a:lnTo>
                    <a:pt x="10429" y="462"/>
                  </a:lnTo>
                  <a:lnTo>
                    <a:pt x="10910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6" name="Google Shape;6016;p26"/>
            <p:cNvSpPr/>
            <p:nvPr/>
          </p:nvSpPr>
          <p:spPr>
            <a:xfrm>
              <a:off x="11033225" y="3274125"/>
              <a:ext cx="521950" cy="770125"/>
            </a:xfrm>
            <a:custGeom>
              <a:avLst/>
              <a:gdLst/>
              <a:ahLst/>
              <a:cxnLst/>
              <a:rect l="l" t="t" r="r" b="b"/>
              <a:pathLst>
                <a:path w="20878" h="30805" fill="none" extrusionOk="0">
                  <a:moveTo>
                    <a:pt x="10910" y="1"/>
                  </a:moveTo>
                  <a:lnTo>
                    <a:pt x="10910" y="1"/>
                  </a:lnTo>
                  <a:lnTo>
                    <a:pt x="10088" y="221"/>
                  </a:lnTo>
                  <a:lnTo>
                    <a:pt x="9286" y="482"/>
                  </a:lnTo>
                  <a:lnTo>
                    <a:pt x="8905" y="622"/>
                  </a:lnTo>
                  <a:lnTo>
                    <a:pt x="8524" y="783"/>
                  </a:lnTo>
                  <a:lnTo>
                    <a:pt x="8143" y="963"/>
                  </a:lnTo>
                  <a:lnTo>
                    <a:pt x="7782" y="1144"/>
                  </a:lnTo>
                  <a:lnTo>
                    <a:pt x="7421" y="1324"/>
                  </a:lnTo>
                  <a:lnTo>
                    <a:pt x="7080" y="1525"/>
                  </a:lnTo>
                  <a:lnTo>
                    <a:pt x="6739" y="1725"/>
                  </a:lnTo>
                  <a:lnTo>
                    <a:pt x="6418" y="1946"/>
                  </a:lnTo>
                  <a:lnTo>
                    <a:pt x="6097" y="2186"/>
                  </a:lnTo>
                  <a:lnTo>
                    <a:pt x="5796" y="2427"/>
                  </a:lnTo>
                  <a:lnTo>
                    <a:pt x="5516" y="2668"/>
                  </a:lnTo>
                  <a:lnTo>
                    <a:pt x="5235" y="2929"/>
                  </a:lnTo>
                  <a:lnTo>
                    <a:pt x="5235" y="2929"/>
                  </a:lnTo>
                  <a:lnTo>
                    <a:pt x="4814" y="3350"/>
                  </a:lnTo>
                  <a:lnTo>
                    <a:pt x="4413" y="3811"/>
                  </a:lnTo>
                  <a:lnTo>
                    <a:pt x="4032" y="4292"/>
                  </a:lnTo>
                  <a:lnTo>
                    <a:pt x="3671" y="4814"/>
                  </a:lnTo>
                  <a:lnTo>
                    <a:pt x="3330" y="5355"/>
                  </a:lnTo>
                  <a:lnTo>
                    <a:pt x="2989" y="5937"/>
                  </a:lnTo>
                  <a:lnTo>
                    <a:pt x="2668" y="6538"/>
                  </a:lnTo>
                  <a:lnTo>
                    <a:pt x="2367" y="7160"/>
                  </a:lnTo>
                  <a:lnTo>
                    <a:pt x="2367" y="7160"/>
                  </a:lnTo>
                  <a:lnTo>
                    <a:pt x="2227" y="7501"/>
                  </a:lnTo>
                  <a:lnTo>
                    <a:pt x="2227" y="7501"/>
                  </a:lnTo>
                  <a:lnTo>
                    <a:pt x="1966" y="8103"/>
                  </a:lnTo>
                  <a:lnTo>
                    <a:pt x="1705" y="8744"/>
                  </a:lnTo>
                  <a:lnTo>
                    <a:pt x="1485" y="9386"/>
                  </a:lnTo>
                  <a:lnTo>
                    <a:pt x="1264" y="10028"/>
                  </a:lnTo>
                  <a:lnTo>
                    <a:pt x="1064" y="10690"/>
                  </a:lnTo>
                  <a:lnTo>
                    <a:pt x="883" y="11371"/>
                  </a:lnTo>
                  <a:lnTo>
                    <a:pt x="723" y="12053"/>
                  </a:lnTo>
                  <a:lnTo>
                    <a:pt x="562" y="12735"/>
                  </a:lnTo>
                  <a:lnTo>
                    <a:pt x="442" y="13437"/>
                  </a:lnTo>
                  <a:lnTo>
                    <a:pt x="321" y="14119"/>
                  </a:lnTo>
                  <a:lnTo>
                    <a:pt x="221" y="14821"/>
                  </a:lnTo>
                  <a:lnTo>
                    <a:pt x="141" y="15523"/>
                  </a:lnTo>
                  <a:lnTo>
                    <a:pt x="81" y="16205"/>
                  </a:lnTo>
                  <a:lnTo>
                    <a:pt x="41" y="16886"/>
                  </a:lnTo>
                  <a:lnTo>
                    <a:pt x="1" y="17568"/>
                  </a:lnTo>
                  <a:lnTo>
                    <a:pt x="1" y="18250"/>
                  </a:lnTo>
                  <a:lnTo>
                    <a:pt x="1" y="18250"/>
                  </a:lnTo>
                  <a:lnTo>
                    <a:pt x="21" y="19092"/>
                  </a:lnTo>
                  <a:lnTo>
                    <a:pt x="61" y="19895"/>
                  </a:lnTo>
                  <a:lnTo>
                    <a:pt x="141" y="20697"/>
                  </a:lnTo>
                  <a:lnTo>
                    <a:pt x="241" y="21459"/>
                  </a:lnTo>
                  <a:lnTo>
                    <a:pt x="362" y="22201"/>
                  </a:lnTo>
                  <a:lnTo>
                    <a:pt x="542" y="22923"/>
                  </a:lnTo>
                  <a:lnTo>
                    <a:pt x="723" y="23605"/>
                  </a:lnTo>
                  <a:lnTo>
                    <a:pt x="963" y="24247"/>
                  </a:lnTo>
                  <a:lnTo>
                    <a:pt x="963" y="24247"/>
                  </a:lnTo>
                  <a:lnTo>
                    <a:pt x="1144" y="24648"/>
                  </a:lnTo>
                  <a:lnTo>
                    <a:pt x="1364" y="25049"/>
                  </a:lnTo>
                  <a:lnTo>
                    <a:pt x="1645" y="25450"/>
                  </a:lnTo>
                  <a:lnTo>
                    <a:pt x="1946" y="25831"/>
                  </a:lnTo>
                  <a:lnTo>
                    <a:pt x="2307" y="26192"/>
                  </a:lnTo>
                  <a:lnTo>
                    <a:pt x="2708" y="26553"/>
                  </a:lnTo>
                  <a:lnTo>
                    <a:pt x="3129" y="26914"/>
                  </a:lnTo>
                  <a:lnTo>
                    <a:pt x="3610" y="27255"/>
                  </a:lnTo>
                  <a:lnTo>
                    <a:pt x="4112" y="27596"/>
                  </a:lnTo>
                  <a:lnTo>
                    <a:pt x="4633" y="27916"/>
                  </a:lnTo>
                  <a:lnTo>
                    <a:pt x="5195" y="28217"/>
                  </a:lnTo>
                  <a:lnTo>
                    <a:pt x="5796" y="28518"/>
                  </a:lnTo>
                  <a:lnTo>
                    <a:pt x="6398" y="28799"/>
                  </a:lnTo>
                  <a:lnTo>
                    <a:pt x="7040" y="29060"/>
                  </a:lnTo>
                  <a:lnTo>
                    <a:pt x="7702" y="29300"/>
                  </a:lnTo>
                  <a:lnTo>
                    <a:pt x="8383" y="29541"/>
                  </a:lnTo>
                  <a:lnTo>
                    <a:pt x="8403" y="29541"/>
                  </a:lnTo>
                  <a:lnTo>
                    <a:pt x="8403" y="29541"/>
                  </a:lnTo>
                  <a:lnTo>
                    <a:pt x="9326" y="29822"/>
                  </a:lnTo>
                  <a:lnTo>
                    <a:pt x="10289" y="30082"/>
                  </a:lnTo>
                  <a:lnTo>
                    <a:pt x="11291" y="30283"/>
                  </a:lnTo>
                  <a:lnTo>
                    <a:pt x="12294" y="30463"/>
                  </a:lnTo>
                  <a:lnTo>
                    <a:pt x="13317" y="30624"/>
                  </a:lnTo>
                  <a:lnTo>
                    <a:pt x="14340" y="30724"/>
                  </a:lnTo>
                  <a:lnTo>
                    <a:pt x="15382" y="30784"/>
                  </a:lnTo>
                  <a:lnTo>
                    <a:pt x="16425" y="30804"/>
                  </a:lnTo>
                  <a:lnTo>
                    <a:pt x="16425" y="30804"/>
                  </a:lnTo>
                  <a:lnTo>
                    <a:pt x="16987" y="30804"/>
                  </a:lnTo>
                  <a:lnTo>
                    <a:pt x="17548" y="30784"/>
                  </a:lnTo>
                  <a:lnTo>
                    <a:pt x="18110" y="30744"/>
                  </a:lnTo>
                  <a:lnTo>
                    <a:pt x="18671" y="30704"/>
                  </a:lnTo>
                  <a:lnTo>
                    <a:pt x="19233" y="30644"/>
                  </a:lnTo>
                  <a:lnTo>
                    <a:pt x="19774" y="30564"/>
                  </a:lnTo>
                  <a:lnTo>
                    <a:pt x="20336" y="30463"/>
                  </a:lnTo>
                  <a:lnTo>
                    <a:pt x="20877" y="30363"/>
                  </a:lnTo>
                  <a:lnTo>
                    <a:pt x="20877" y="30363"/>
                  </a:lnTo>
                  <a:lnTo>
                    <a:pt x="20115" y="30303"/>
                  </a:lnTo>
                  <a:lnTo>
                    <a:pt x="19333" y="30223"/>
                  </a:lnTo>
                  <a:lnTo>
                    <a:pt x="19333" y="30223"/>
                  </a:lnTo>
                  <a:lnTo>
                    <a:pt x="18611" y="30343"/>
                  </a:lnTo>
                  <a:lnTo>
                    <a:pt x="17849" y="30423"/>
                  </a:lnTo>
                  <a:lnTo>
                    <a:pt x="17087" y="30483"/>
                  </a:lnTo>
                  <a:lnTo>
                    <a:pt x="16305" y="30504"/>
                  </a:lnTo>
                  <a:lnTo>
                    <a:pt x="16305" y="30504"/>
                  </a:lnTo>
                  <a:lnTo>
                    <a:pt x="16024" y="30504"/>
                  </a:lnTo>
                  <a:lnTo>
                    <a:pt x="16024" y="30504"/>
                  </a:lnTo>
                  <a:lnTo>
                    <a:pt x="15302" y="30463"/>
                  </a:lnTo>
                  <a:lnTo>
                    <a:pt x="14580" y="30423"/>
                  </a:lnTo>
                  <a:lnTo>
                    <a:pt x="13858" y="30343"/>
                  </a:lnTo>
                  <a:lnTo>
                    <a:pt x="13156" y="30243"/>
                  </a:lnTo>
                  <a:lnTo>
                    <a:pt x="12475" y="30122"/>
                  </a:lnTo>
                  <a:lnTo>
                    <a:pt x="11793" y="29962"/>
                  </a:lnTo>
                  <a:lnTo>
                    <a:pt x="11171" y="29802"/>
                  </a:lnTo>
                  <a:lnTo>
                    <a:pt x="10549" y="29601"/>
                  </a:lnTo>
                  <a:lnTo>
                    <a:pt x="10549" y="29601"/>
                  </a:lnTo>
                  <a:lnTo>
                    <a:pt x="9948" y="29360"/>
                  </a:lnTo>
                  <a:lnTo>
                    <a:pt x="9366" y="29120"/>
                  </a:lnTo>
                  <a:lnTo>
                    <a:pt x="8865" y="28819"/>
                  </a:lnTo>
                  <a:lnTo>
                    <a:pt x="8624" y="28679"/>
                  </a:lnTo>
                  <a:lnTo>
                    <a:pt x="8403" y="28518"/>
                  </a:lnTo>
                  <a:lnTo>
                    <a:pt x="8383" y="28518"/>
                  </a:lnTo>
                  <a:lnTo>
                    <a:pt x="8383" y="28518"/>
                  </a:lnTo>
                  <a:lnTo>
                    <a:pt x="8163" y="28338"/>
                  </a:lnTo>
                  <a:lnTo>
                    <a:pt x="7942" y="28137"/>
                  </a:lnTo>
                  <a:lnTo>
                    <a:pt x="7742" y="27937"/>
                  </a:lnTo>
                  <a:lnTo>
                    <a:pt x="7581" y="27736"/>
                  </a:lnTo>
                  <a:lnTo>
                    <a:pt x="7441" y="27515"/>
                  </a:lnTo>
                  <a:lnTo>
                    <a:pt x="7321" y="27315"/>
                  </a:lnTo>
                  <a:lnTo>
                    <a:pt x="7220" y="27074"/>
                  </a:lnTo>
                  <a:lnTo>
                    <a:pt x="7160" y="26854"/>
                  </a:lnTo>
                  <a:lnTo>
                    <a:pt x="7160" y="26854"/>
                  </a:lnTo>
                  <a:lnTo>
                    <a:pt x="7120" y="26553"/>
                  </a:lnTo>
                  <a:lnTo>
                    <a:pt x="7080" y="26272"/>
                  </a:lnTo>
                  <a:lnTo>
                    <a:pt x="7060" y="25971"/>
                  </a:lnTo>
                  <a:lnTo>
                    <a:pt x="7040" y="25690"/>
                  </a:lnTo>
                  <a:lnTo>
                    <a:pt x="7040" y="25690"/>
                  </a:lnTo>
                  <a:lnTo>
                    <a:pt x="7060" y="25410"/>
                  </a:lnTo>
                  <a:lnTo>
                    <a:pt x="7080" y="25129"/>
                  </a:lnTo>
                  <a:lnTo>
                    <a:pt x="7100" y="24848"/>
                  </a:lnTo>
                  <a:lnTo>
                    <a:pt x="7140" y="24567"/>
                  </a:lnTo>
                  <a:lnTo>
                    <a:pt x="7140" y="24567"/>
                  </a:lnTo>
                  <a:lnTo>
                    <a:pt x="6819" y="24126"/>
                  </a:lnTo>
                  <a:lnTo>
                    <a:pt x="6518" y="23685"/>
                  </a:lnTo>
                  <a:lnTo>
                    <a:pt x="6218" y="23204"/>
                  </a:lnTo>
                  <a:lnTo>
                    <a:pt x="5957" y="22722"/>
                  </a:lnTo>
                  <a:lnTo>
                    <a:pt x="5957" y="22722"/>
                  </a:lnTo>
                  <a:lnTo>
                    <a:pt x="5897" y="22582"/>
                  </a:lnTo>
                  <a:lnTo>
                    <a:pt x="5897" y="22582"/>
                  </a:lnTo>
                  <a:lnTo>
                    <a:pt x="5776" y="22582"/>
                  </a:lnTo>
                  <a:lnTo>
                    <a:pt x="5776" y="22582"/>
                  </a:lnTo>
                  <a:lnTo>
                    <a:pt x="5556" y="22582"/>
                  </a:lnTo>
                  <a:lnTo>
                    <a:pt x="5556" y="22582"/>
                  </a:lnTo>
                  <a:lnTo>
                    <a:pt x="5275" y="22522"/>
                  </a:lnTo>
                  <a:lnTo>
                    <a:pt x="4994" y="22442"/>
                  </a:lnTo>
                  <a:lnTo>
                    <a:pt x="4754" y="22301"/>
                  </a:lnTo>
                  <a:lnTo>
                    <a:pt x="4533" y="22141"/>
                  </a:lnTo>
                  <a:lnTo>
                    <a:pt x="4332" y="21960"/>
                  </a:lnTo>
                  <a:lnTo>
                    <a:pt x="4172" y="21740"/>
                  </a:lnTo>
                  <a:lnTo>
                    <a:pt x="4012" y="21499"/>
                  </a:lnTo>
                  <a:lnTo>
                    <a:pt x="3911" y="21238"/>
                  </a:lnTo>
                  <a:lnTo>
                    <a:pt x="3911" y="21238"/>
                  </a:lnTo>
                  <a:lnTo>
                    <a:pt x="3851" y="21038"/>
                  </a:lnTo>
                  <a:lnTo>
                    <a:pt x="3811" y="20857"/>
                  </a:lnTo>
                  <a:lnTo>
                    <a:pt x="3791" y="20677"/>
                  </a:lnTo>
                  <a:lnTo>
                    <a:pt x="3791" y="20496"/>
                  </a:lnTo>
                  <a:lnTo>
                    <a:pt x="3791" y="20316"/>
                  </a:lnTo>
                  <a:lnTo>
                    <a:pt x="3831" y="20135"/>
                  </a:lnTo>
                  <a:lnTo>
                    <a:pt x="3871" y="19955"/>
                  </a:lnTo>
                  <a:lnTo>
                    <a:pt x="3931" y="19794"/>
                  </a:lnTo>
                  <a:lnTo>
                    <a:pt x="4012" y="19634"/>
                  </a:lnTo>
                  <a:lnTo>
                    <a:pt x="4092" y="19474"/>
                  </a:lnTo>
                  <a:lnTo>
                    <a:pt x="4192" y="19333"/>
                  </a:lnTo>
                  <a:lnTo>
                    <a:pt x="4312" y="19193"/>
                  </a:lnTo>
                  <a:lnTo>
                    <a:pt x="4433" y="19072"/>
                  </a:lnTo>
                  <a:lnTo>
                    <a:pt x="4553" y="18952"/>
                  </a:lnTo>
                  <a:lnTo>
                    <a:pt x="4713" y="18852"/>
                  </a:lnTo>
                  <a:lnTo>
                    <a:pt x="4854" y="18752"/>
                  </a:lnTo>
                  <a:lnTo>
                    <a:pt x="4854" y="18752"/>
                  </a:lnTo>
                  <a:lnTo>
                    <a:pt x="4814" y="18150"/>
                  </a:lnTo>
                  <a:lnTo>
                    <a:pt x="4774" y="17528"/>
                  </a:lnTo>
                  <a:lnTo>
                    <a:pt x="4754" y="16927"/>
                  </a:lnTo>
                  <a:lnTo>
                    <a:pt x="4733" y="16305"/>
                  </a:lnTo>
                  <a:lnTo>
                    <a:pt x="4733" y="16305"/>
                  </a:lnTo>
                  <a:lnTo>
                    <a:pt x="4733" y="15523"/>
                  </a:lnTo>
                  <a:lnTo>
                    <a:pt x="4754" y="14741"/>
                  </a:lnTo>
                  <a:lnTo>
                    <a:pt x="4794" y="13959"/>
                  </a:lnTo>
                  <a:lnTo>
                    <a:pt x="4854" y="13176"/>
                  </a:lnTo>
                  <a:lnTo>
                    <a:pt x="4934" y="12394"/>
                  </a:lnTo>
                  <a:lnTo>
                    <a:pt x="5054" y="11632"/>
                  </a:lnTo>
                  <a:lnTo>
                    <a:pt x="5175" y="10850"/>
                  </a:lnTo>
                  <a:lnTo>
                    <a:pt x="5335" y="10088"/>
                  </a:lnTo>
                  <a:lnTo>
                    <a:pt x="5516" y="9326"/>
                  </a:lnTo>
                  <a:lnTo>
                    <a:pt x="5716" y="8564"/>
                  </a:lnTo>
                  <a:lnTo>
                    <a:pt x="5937" y="7822"/>
                  </a:lnTo>
                  <a:lnTo>
                    <a:pt x="6197" y="7080"/>
                  </a:lnTo>
                  <a:lnTo>
                    <a:pt x="6478" y="6358"/>
                  </a:lnTo>
                  <a:lnTo>
                    <a:pt x="6779" y="5636"/>
                  </a:lnTo>
                  <a:lnTo>
                    <a:pt x="7120" y="4934"/>
                  </a:lnTo>
                  <a:lnTo>
                    <a:pt x="7501" y="4232"/>
                  </a:lnTo>
                  <a:lnTo>
                    <a:pt x="7501" y="4232"/>
                  </a:lnTo>
                  <a:lnTo>
                    <a:pt x="7862" y="3650"/>
                  </a:lnTo>
                  <a:lnTo>
                    <a:pt x="8223" y="3069"/>
                  </a:lnTo>
                  <a:lnTo>
                    <a:pt x="8624" y="2507"/>
                  </a:lnTo>
                  <a:lnTo>
                    <a:pt x="9045" y="1966"/>
                  </a:lnTo>
                  <a:lnTo>
                    <a:pt x="9486" y="1444"/>
                  </a:lnTo>
                  <a:lnTo>
                    <a:pt x="9948" y="943"/>
                  </a:lnTo>
                  <a:lnTo>
                    <a:pt x="10429" y="462"/>
                  </a:lnTo>
                  <a:lnTo>
                    <a:pt x="1091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7" name="Google Shape;6017;p26"/>
            <p:cNvSpPr/>
            <p:nvPr/>
          </p:nvSpPr>
          <p:spPr>
            <a:xfrm>
              <a:off x="11396725" y="3266600"/>
              <a:ext cx="58175" cy="439225"/>
            </a:xfrm>
            <a:custGeom>
              <a:avLst/>
              <a:gdLst/>
              <a:ahLst/>
              <a:cxnLst/>
              <a:rect l="l" t="t" r="r" b="b"/>
              <a:pathLst>
                <a:path w="2327" h="17569" extrusionOk="0">
                  <a:moveTo>
                    <a:pt x="1083" y="1"/>
                  </a:moveTo>
                  <a:lnTo>
                    <a:pt x="1063" y="21"/>
                  </a:lnTo>
                  <a:lnTo>
                    <a:pt x="1023" y="61"/>
                  </a:lnTo>
                  <a:lnTo>
                    <a:pt x="1023" y="121"/>
                  </a:lnTo>
                  <a:lnTo>
                    <a:pt x="963" y="1465"/>
                  </a:lnTo>
                  <a:lnTo>
                    <a:pt x="943" y="2808"/>
                  </a:lnTo>
                  <a:lnTo>
                    <a:pt x="903" y="5496"/>
                  </a:lnTo>
                  <a:lnTo>
                    <a:pt x="522" y="5616"/>
                  </a:lnTo>
                  <a:lnTo>
                    <a:pt x="140" y="5736"/>
                  </a:lnTo>
                  <a:lnTo>
                    <a:pt x="100" y="5756"/>
                  </a:lnTo>
                  <a:lnTo>
                    <a:pt x="100" y="5796"/>
                  </a:lnTo>
                  <a:lnTo>
                    <a:pt x="120" y="5837"/>
                  </a:lnTo>
                  <a:lnTo>
                    <a:pt x="161" y="5857"/>
                  </a:lnTo>
                  <a:lnTo>
                    <a:pt x="542" y="5796"/>
                  </a:lnTo>
                  <a:lnTo>
                    <a:pt x="903" y="5776"/>
                  </a:lnTo>
                  <a:lnTo>
                    <a:pt x="903" y="6418"/>
                  </a:lnTo>
                  <a:lnTo>
                    <a:pt x="481" y="6478"/>
                  </a:lnTo>
                  <a:lnTo>
                    <a:pt x="80" y="6539"/>
                  </a:lnTo>
                  <a:lnTo>
                    <a:pt x="40" y="6539"/>
                  </a:lnTo>
                  <a:lnTo>
                    <a:pt x="20" y="6579"/>
                  </a:lnTo>
                  <a:lnTo>
                    <a:pt x="0" y="6619"/>
                  </a:lnTo>
                  <a:lnTo>
                    <a:pt x="0" y="6659"/>
                  </a:lnTo>
                  <a:lnTo>
                    <a:pt x="20" y="6699"/>
                  </a:lnTo>
                  <a:lnTo>
                    <a:pt x="40" y="6719"/>
                  </a:lnTo>
                  <a:lnTo>
                    <a:pt x="60" y="6739"/>
                  </a:lnTo>
                  <a:lnTo>
                    <a:pt x="100" y="6759"/>
                  </a:lnTo>
                  <a:lnTo>
                    <a:pt x="562" y="6759"/>
                  </a:lnTo>
                  <a:lnTo>
                    <a:pt x="903" y="6799"/>
                  </a:lnTo>
                  <a:lnTo>
                    <a:pt x="923" y="11993"/>
                  </a:lnTo>
                  <a:lnTo>
                    <a:pt x="221" y="11833"/>
                  </a:lnTo>
                  <a:lnTo>
                    <a:pt x="201" y="11813"/>
                  </a:lnTo>
                  <a:lnTo>
                    <a:pt x="140" y="11833"/>
                  </a:lnTo>
                  <a:lnTo>
                    <a:pt x="120" y="11873"/>
                  </a:lnTo>
                  <a:lnTo>
                    <a:pt x="100" y="11933"/>
                  </a:lnTo>
                  <a:lnTo>
                    <a:pt x="140" y="11973"/>
                  </a:lnTo>
                  <a:lnTo>
                    <a:pt x="501" y="12174"/>
                  </a:lnTo>
                  <a:lnTo>
                    <a:pt x="923" y="12334"/>
                  </a:lnTo>
                  <a:lnTo>
                    <a:pt x="903" y="13357"/>
                  </a:lnTo>
                  <a:lnTo>
                    <a:pt x="441" y="13598"/>
                  </a:lnTo>
                  <a:lnTo>
                    <a:pt x="421" y="13618"/>
                  </a:lnTo>
                  <a:lnTo>
                    <a:pt x="401" y="13638"/>
                  </a:lnTo>
                  <a:lnTo>
                    <a:pt x="401" y="13698"/>
                  </a:lnTo>
                  <a:lnTo>
                    <a:pt x="441" y="13738"/>
                  </a:lnTo>
                  <a:lnTo>
                    <a:pt x="481" y="13758"/>
                  </a:lnTo>
                  <a:lnTo>
                    <a:pt x="522" y="13738"/>
                  </a:lnTo>
                  <a:lnTo>
                    <a:pt x="903" y="13618"/>
                  </a:lnTo>
                  <a:lnTo>
                    <a:pt x="903" y="14059"/>
                  </a:lnTo>
                  <a:lnTo>
                    <a:pt x="842" y="17569"/>
                  </a:lnTo>
                  <a:lnTo>
                    <a:pt x="1404" y="17569"/>
                  </a:lnTo>
                  <a:lnTo>
                    <a:pt x="1464" y="14079"/>
                  </a:lnTo>
                  <a:lnTo>
                    <a:pt x="1464" y="13437"/>
                  </a:lnTo>
                  <a:lnTo>
                    <a:pt x="2066" y="13277"/>
                  </a:lnTo>
                  <a:lnTo>
                    <a:pt x="2106" y="13237"/>
                  </a:lnTo>
                  <a:lnTo>
                    <a:pt x="2146" y="13197"/>
                  </a:lnTo>
                  <a:lnTo>
                    <a:pt x="2166" y="13157"/>
                  </a:lnTo>
                  <a:lnTo>
                    <a:pt x="2166" y="13096"/>
                  </a:lnTo>
                  <a:lnTo>
                    <a:pt x="2146" y="13056"/>
                  </a:lnTo>
                  <a:lnTo>
                    <a:pt x="2126" y="13016"/>
                  </a:lnTo>
                  <a:lnTo>
                    <a:pt x="2086" y="12976"/>
                  </a:lnTo>
                  <a:lnTo>
                    <a:pt x="1986" y="12976"/>
                  </a:lnTo>
                  <a:lnTo>
                    <a:pt x="1725" y="13036"/>
                  </a:lnTo>
                  <a:lnTo>
                    <a:pt x="1484" y="13136"/>
                  </a:lnTo>
                  <a:lnTo>
                    <a:pt x="1484" y="12495"/>
                  </a:lnTo>
                  <a:lnTo>
                    <a:pt x="1705" y="12535"/>
                  </a:lnTo>
                  <a:lnTo>
                    <a:pt x="2086" y="12535"/>
                  </a:lnTo>
                  <a:lnTo>
                    <a:pt x="2226" y="12515"/>
                  </a:lnTo>
                  <a:lnTo>
                    <a:pt x="2266" y="12515"/>
                  </a:lnTo>
                  <a:lnTo>
                    <a:pt x="2306" y="12475"/>
                  </a:lnTo>
                  <a:lnTo>
                    <a:pt x="2306" y="12455"/>
                  </a:lnTo>
                  <a:lnTo>
                    <a:pt x="2326" y="12415"/>
                  </a:lnTo>
                  <a:lnTo>
                    <a:pt x="2306" y="12334"/>
                  </a:lnTo>
                  <a:lnTo>
                    <a:pt x="2266" y="12314"/>
                  </a:lnTo>
                  <a:lnTo>
                    <a:pt x="2246" y="12294"/>
                  </a:lnTo>
                  <a:lnTo>
                    <a:pt x="2066" y="12234"/>
                  </a:lnTo>
                  <a:lnTo>
                    <a:pt x="1865" y="12194"/>
                  </a:lnTo>
                  <a:lnTo>
                    <a:pt x="1484" y="12134"/>
                  </a:lnTo>
                  <a:lnTo>
                    <a:pt x="1524" y="9487"/>
                  </a:lnTo>
                  <a:lnTo>
                    <a:pt x="1524" y="6819"/>
                  </a:lnTo>
                  <a:lnTo>
                    <a:pt x="2066" y="6819"/>
                  </a:lnTo>
                  <a:lnTo>
                    <a:pt x="2126" y="6799"/>
                  </a:lnTo>
                  <a:lnTo>
                    <a:pt x="2146" y="6759"/>
                  </a:lnTo>
                  <a:lnTo>
                    <a:pt x="2166" y="6719"/>
                  </a:lnTo>
                  <a:lnTo>
                    <a:pt x="2186" y="6679"/>
                  </a:lnTo>
                  <a:lnTo>
                    <a:pt x="2166" y="6619"/>
                  </a:lnTo>
                  <a:lnTo>
                    <a:pt x="2146" y="6579"/>
                  </a:lnTo>
                  <a:lnTo>
                    <a:pt x="2126" y="6539"/>
                  </a:lnTo>
                  <a:lnTo>
                    <a:pt x="2086" y="6518"/>
                  </a:lnTo>
                  <a:lnTo>
                    <a:pt x="1805" y="6458"/>
                  </a:lnTo>
                  <a:lnTo>
                    <a:pt x="1524" y="6418"/>
                  </a:lnTo>
                  <a:lnTo>
                    <a:pt x="1524" y="5716"/>
                  </a:lnTo>
                  <a:lnTo>
                    <a:pt x="1765" y="5676"/>
                  </a:lnTo>
                  <a:lnTo>
                    <a:pt x="2006" y="5616"/>
                  </a:lnTo>
                  <a:lnTo>
                    <a:pt x="2066" y="5596"/>
                  </a:lnTo>
                  <a:lnTo>
                    <a:pt x="2086" y="5556"/>
                  </a:lnTo>
                  <a:lnTo>
                    <a:pt x="2106" y="5516"/>
                  </a:lnTo>
                  <a:lnTo>
                    <a:pt x="2106" y="5476"/>
                  </a:lnTo>
                  <a:lnTo>
                    <a:pt x="2086" y="5436"/>
                  </a:lnTo>
                  <a:lnTo>
                    <a:pt x="2066" y="5395"/>
                  </a:lnTo>
                  <a:lnTo>
                    <a:pt x="2026" y="5375"/>
                  </a:lnTo>
                  <a:lnTo>
                    <a:pt x="1986" y="5355"/>
                  </a:lnTo>
                  <a:lnTo>
                    <a:pt x="1765" y="5355"/>
                  </a:lnTo>
                  <a:lnTo>
                    <a:pt x="1504" y="5375"/>
                  </a:lnTo>
                  <a:lnTo>
                    <a:pt x="1484" y="4052"/>
                  </a:lnTo>
                  <a:lnTo>
                    <a:pt x="1424" y="2748"/>
                  </a:lnTo>
                  <a:lnTo>
                    <a:pt x="1364" y="1425"/>
                  </a:lnTo>
                  <a:lnTo>
                    <a:pt x="1264" y="121"/>
                  </a:lnTo>
                  <a:lnTo>
                    <a:pt x="1264" y="61"/>
                  </a:lnTo>
                  <a:lnTo>
                    <a:pt x="1223" y="21"/>
                  </a:lnTo>
                  <a:lnTo>
                    <a:pt x="1183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8" name="Google Shape;6018;p26"/>
            <p:cNvSpPr/>
            <p:nvPr/>
          </p:nvSpPr>
          <p:spPr>
            <a:xfrm>
              <a:off x="11431300" y="38637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9" name="Google Shape;6019;p26"/>
            <p:cNvSpPr/>
            <p:nvPr/>
          </p:nvSpPr>
          <p:spPr>
            <a:xfrm>
              <a:off x="11431300" y="38637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0" name="Google Shape;6020;p26"/>
            <p:cNvSpPr/>
            <p:nvPr/>
          </p:nvSpPr>
          <p:spPr>
            <a:xfrm>
              <a:off x="11209200" y="3705800"/>
              <a:ext cx="427700" cy="330925"/>
            </a:xfrm>
            <a:custGeom>
              <a:avLst/>
              <a:gdLst/>
              <a:ahLst/>
              <a:cxnLst/>
              <a:rect l="l" t="t" r="r" b="b"/>
              <a:pathLst>
                <a:path w="17108" h="13237" extrusionOk="0">
                  <a:moveTo>
                    <a:pt x="8323" y="1"/>
                  </a:moveTo>
                  <a:lnTo>
                    <a:pt x="7882" y="41"/>
                  </a:lnTo>
                  <a:lnTo>
                    <a:pt x="7421" y="101"/>
                  </a:lnTo>
                  <a:lnTo>
                    <a:pt x="7060" y="161"/>
                  </a:lnTo>
                  <a:lnTo>
                    <a:pt x="6699" y="241"/>
                  </a:lnTo>
                  <a:lnTo>
                    <a:pt x="6338" y="321"/>
                  </a:lnTo>
                  <a:lnTo>
                    <a:pt x="5977" y="442"/>
                  </a:lnTo>
                  <a:lnTo>
                    <a:pt x="5616" y="562"/>
                  </a:lnTo>
                  <a:lnTo>
                    <a:pt x="5255" y="722"/>
                  </a:lnTo>
                  <a:lnTo>
                    <a:pt x="4894" y="883"/>
                  </a:lnTo>
                  <a:lnTo>
                    <a:pt x="4533" y="1063"/>
                  </a:lnTo>
                  <a:lnTo>
                    <a:pt x="4252" y="1224"/>
                  </a:lnTo>
                  <a:lnTo>
                    <a:pt x="3972" y="1424"/>
                  </a:lnTo>
                  <a:lnTo>
                    <a:pt x="3671" y="1645"/>
                  </a:lnTo>
                  <a:lnTo>
                    <a:pt x="3370" y="1886"/>
                  </a:lnTo>
                  <a:lnTo>
                    <a:pt x="3069" y="2166"/>
                  </a:lnTo>
                  <a:lnTo>
                    <a:pt x="2748" y="2467"/>
                  </a:lnTo>
                  <a:lnTo>
                    <a:pt x="2447" y="2788"/>
                  </a:lnTo>
                  <a:lnTo>
                    <a:pt x="2147" y="3129"/>
                  </a:lnTo>
                  <a:lnTo>
                    <a:pt x="1866" y="3510"/>
                  </a:lnTo>
                  <a:lnTo>
                    <a:pt x="1585" y="3891"/>
                  </a:lnTo>
                  <a:lnTo>
                    <a:pt x="1324" y="4292"/>
                  </a:lnTo>
                  <a:lnTo>
                    <a:pt x="1064" y="4713"/>
                  </a:lnTo>
                  <a:lnTo>
                    <a:pt x="843" y="5134"/>
                  </a:lnTo>
                  <a:lnTo>
                    <a:pt x="642" y="5576"/>
                  </a:lnTo>
                  <a:lnTo>
                    <a:pt x="462" y="6037"/>
                  </a:lnTo>
                  <a:lnTo>
                    <a:pt x="302" y="6518"/>
                  </a:lnTo>
                  <a:lnTo>
                    <a:pt x="201" y="6879"/>
                  </a:lnTo>
                  <a:lnTo>
                    <a:pt x="121" y="7260"/>
                  </a:lnTo>
                  <a:lnTo>
                    <a:pt x="61" y="7641"/>
                  </a:lnTo>
                  <a:lnTo>
                    <a:pt x="21" y="8022"/>
                  </a:lnTo>
                  <a:lnTo>
                    <a:pt x="1" y="8403"/>
                  </a:lnTo>
                  <a:lnTo>
                    <a:pt x="21" y="8804"/>
                  </a:lnTo>
                  <a:lnTo>
                    <a:pt x="61" y="9186"/>
                  </a:lnTo>
                  <a:lnTo>
                    <a:pt x="121" y="9587"/>
                  </a:lnTo>
                  <a:lnTo>
                    <a:pt x="181" y="9807"/>
                  </a:lnTo>
                  <a:lnTo>
                    <a:pt x="282" y="10048"/>
                  </a:lnTo>
                  <a:lnTo>
                    <a:pt x="402" y="10248"/>
                  </a:lnTo>
                  <a:lnTo>
                    <a:pt x="542" y="10469"/>
                  </a:lnTo>
                  <a:lnTo>
                    <a:pt x="703" y="10670"/>
                  </a:lnTo>
                  <a:lnTo>
                    <a:pt x="903" y="10870"/>
                  </a:lnTo>
                  <a:lnTo>
                    <a:pt x="1124" y="11071"/>
                  </a:lnTo>
                  <a:lnTo>
                    <a:pt x="1344" y="11251"/>
                  </a:lnTo>
                  <a:lnTo>
                    <a:pt x="1364" y="11251"/>
                  </a:lnTo>
                  <a:lnTo>
                    <a:pt x="1585" y="11412"/>
                  </a:lnTo>
                  <a:lnTo>
                    <a:pt x="1826" y="11552"/>
                  </a:lnTo>
                  <a:lnTo>
                    <a:pt x="2327" y="11853"/>
                  </a:lnTo>
                  <a:lnTo>
                    <a:pt x="2909" y="12093"/>
                  </a:lnTo>
                  <a:lnTo>
                    <a:pt x="3510" y="12334"/>
                  </a:lnTo>
                  <a:lnTo>
                    <a:pt x="4132" y="12535"/>
                  </a:lnTo>
                  <a:lnTo>
                    <a:pt x="4754" y="12695"/>
                  </a:lnTo>
                  <a:lnTo>
                    <a:pt x="5436" y="12855"/>
                  </a:lnTo>
                  <a:lnTo>
                    <a:pt x="6117" y="12976"/>
                  </a:lnTo>
                  <a:lnTo>
                    <a:pt x="6819" y="13076"/>
                  </a:lnTo>
                  <a:lnTo>
                    <a:pt x="7541" y="13156"/>
                  </a:lnTo>
                  <a:lnTo>
                    <a:pt x="8263" y="13196"/>
                  </a:lnTo>
                  <a:lnTo>
                    <a:pt x="8985" y="13237"/>
                  </a:lnTo>
                  <a:lnTo>
                    <a:pt x="9787" y="13216"/>
                  </a:lnTo>
                  <a:lnTo>
                    <a:pt x="10590" y="13176"/>
                  </a:lnTo>
                  <a:lnTo>
                    <a:pt x="11372" y="13116"/>
                  </a:lnTo>
                  <a:lnTo>
                    <a:pt x="12134" y="12996"/>
                  </a:lnTo>
                  <a:lnTo>
                    <a:pt x="12876" y="12835"/>
                  </a:lnTo>
                  <a:lnTo>
                    <a:pt x="13217" y="12755"/>
                  </a:lnTo>
                  <a:lnTo>
                    <a:pt x="13578" y="12655"/>
                  </a:lnTo>
                  <a:lnTo>
                    <a:pt x="13919" y="12535"/>
                  </a:lnTo>
                  <a:lnTo>
                    <a:pt x="14239" y="12414"/>
                  </a:lnTo>
                  <a:lnTo>
                    <a:pt x="14560" y="12274"/>
                  </a:lnTo>
                  <a:lnTo>
                    <a:pt x="14861" y="12134"/>
                  </a:lnTo>
                  <a:lnTo>
                    <a:pt x="15262" y="11913"/>
                  </a:lnTo>
                  <a:lnTo>
                    <a:pt x="15643" y="11672"/>
                  </a:lnTo>
                  <a:lnTo>
                    <a:pt x="15844" y="11532"/>
                  </a:lnTo>
                  <a:lnTo>
                    <a:pt x="16064" y="11371"/>
                  </a:lnTo>
                  <a:lnTo>
                    <a:pt x="16245" y="11191"/>
                  </a:lnTo>
                  <a:lnTo>
                    <a:pt x="16445" y="10990"/>
                  </a:lnTo>
                  <a:lnTo>
                    <a:pt x="16606" y="10770"/>
                  </a:lnTo>
                  <a:lnTo>
                    <a:pt x="16746" y="10529"/>
                  </a:lnTo>
                  <a:lnTo>
                    <a:pt x="16847" y="10268"/>
                  </a:lnTo>
                  <a:lnTo>
                    <a:pt x="16947" y="9988"/>
                  </a:lnTo>
                  <a:lnTo>
                    <a:pt x="17027" y="9707"/>
                  </a:lnTo>
                  <a:lnTo>
                    <a:pt x="17067" y="9406"/>
                  </a:lnTo>
                  <a:lnTo>
                    <a:pt x="17107" y="9105"/>
                  </a:lnTo>
                  <a:lnTo>
                    <a:pt x="17107" y="8784"/>
                  </a:lnTo>
                  <a:lnTo>
                    <a:pt x="17107" y="8443"/>
                  </a:lnTo>
                  <a:lnTo>
                    <a:pt x="17067" y="8123"/>
                  </a:lnTo>
                  <a:lnTo>
                    <a:pt x="17027" y="7782"/>
                  </a:lnTo>
                  <a:lnTo>
                    <a:pt x="16967" y="7441"/>
                  </a:lnTo>
                  <a:lnTo>
                    <a:pt x="16907" y="7080"/>
                  </a:lnTo>
                  <a:lnTo>
                    <a:pt x="16806" y="6739"/>
                  </a:lnTo>
                  <a:lnTo>
                    <a:pt x="16706" y="6378"/>
                  </a:lnTo>
                  <a:lnTo>
                    <a:pt x="16586" y="6037"/>
                  </a:lnTo>
                  <a:lnTo>
                    <a:pt x="16465" y="5676"/>
                  </a:lnTo>
                  <a:lnTo>
                    <a:pt x="16165" y="4994"/>
                  </a:lnTo>
                  <a:lnTo>
                    <a:pt x="15844" y="4332"/>
                  </a:lnTo>
                  <a:lnTo>
                    <a:pt x="15463" y="3691"/>
                  </a:lnTo>
                  <a:lnTo>
                    <a:pt x="15082" y="3109"/>
                  </a:lnTo>
                  <a:lnTo>
                    <a:pt x="14861" y="2828"/>
                  </a:lnTo>
                  <a:lnTo>
                    <a:pt x="14661" y="2568"/>
                  </a:lnTo>
                  <a:lnTo>
                    <a:pt x="14440" y="2327"/>
                  </a:lnTo>
                  <a:lnTo>
                    <a:pt x="14239" y="2106"/>
                  </a:lnTo>
                  <a:lnTo>
                    <a:pt x="14019" y="1906"/>
                  </a:lnTo>
                  <a:lnTo>
                    <a:pt x="13798" y="1705"/>
                  </a:lnTo>
                  <a:lnTo>
                    <a:pt x="13477" y="1485"/>
                  </a:lnTo>
                  <a:lnTo>
                    <a:pt x="13156" y="1264"/>
                  </a:lnTo>
                  <a:lnTo>
                    <a:pt x="12816" y="1063"/>
                  </a:lnTo>
                  <a:lnTo>
                    <a:pt x="12475" y="863"/>
                  </a:lnTo>
                  <a:lnTo>
                    <a:pt x="12094" y="702"/>
                  </a:lnTo>
                  <a:lnTo>
                    <a:pt x="11713" y="542"/>
                  </a:lnTo>
                  <a:lnTo>
                    <a:pt x="11332" y="402"/>
                  </a:lnTo>
                  <a:lnTo>
                    <a:pt x="10930" y="281"/>
                  </a:lnTo>
                  <a:lnTo>
                    <a:pt x="10509" y="201"/>
                  </a:lnTo>
                  <a:lnTo>
                    <a:pt x="10088" y="121"/>
                  </a:lnTo>
                  <a:lnTo>
                    <a:pt x="9667" y="61"/>
                  </a:lnTo>
                  <a:lnTo>
                    <a:pt x="9226" y="21"/>
                  </a:lnTo>
                  <a:lnTo>
                    <a:pt x="878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1" name="Google Shape;6021;p26"/>
            <p:cNvSpPr/>
            <p:nvPr/>
          </p:nvSpPr>
          <p:spPr>
            <a:xfrm>
              <a:off x="11209200" y="3705800"/>
              <a:ext cx="427700" cy="330925"/>
            </a:xfrm>
            <a:custGeom>
              <a:avLst/>
              <a:gdLst/>
              <a:ahLst/>
              <a:cxnLst/>
              <a:rect l="l" t="t" r="r" b="b"/>
              <a:pathLst>
                <a:path w="17108" h="13237" fill="none" extrusionOk="0">
                  <a:moveTo>
                    <a:pt x="16245" y="11191"/>
                  </a:moveTo>
                  <a:lnTo>
                    <a:pt x="16245" y="11191"/>
                  </a:lnTo>
                  <a:lnTo>
                    <a:pt x="16064" y="11371"/>
                  </a:lnTo>
                  <a:lnTo>
                    <a:pt x="15844" y="11532"/>
                  </a:lnTo>
                  <a:lnTo>
                    <a:pt x="15844" y="11532"/>
                  </a:lnTo>
                  <a:lnTo>
                    <a:pt x="15643" y="11672"/>
                  </a:lnTo>
                  <a:lnTo>
                    <a:pt x="15643" y="11672"/>
                  </a:lnTo>
                  <a:lnTo>
                    <a:pt x="15262" y="11913"/>
                  </a:lnTo>
                  <a:lnTo>
                    <a:pt x="14861" y="12134"/>
                  </a:lnTo>
                  <a:lnTo>
                    <a:pt x="14861" y="12134"/>
                  </a:lnTo>
                  <a:lnTo>
                    <a:pt x="14560" y="12274"/>
                  </a:lnTo>
                  <a:lnTo>
                    <a:pt x="14239" y="12414"/>
                  </a:lnTo>
                  <a:lnTo>
                    <a:pt x="13919" y="12535"/>
                  </a:lnTo>
                  <a:lnTo>
                    <a:pt x="13578" y="12655"/>
                  </a:lnTo>
                  <a:lnTo>
                    <a:pt x="13217" y="12755"/>
                  </a:lnTo>
                  <a:lnTo>
                    <a:pt x="12876" y="12835"/>
                  </a:lnTo>
                  <a:lnTo>
                    <a:pt x="12134" y="12996"/>
                  </a:lnTo>
                  <a:lnTo>
                    <a:pt x="11372" y="13116"/>
                  </a:lnTo>
                  <a:lnTo>
                    <a:pt x="10590" y="13176"/>
                  </a:lnTo>
                  <a:lnTo>
                    <a:pt x="9787" y="13216"/>
                  </a:lnTo>
                  <a:lnTo>
                    <a:pt x="8985" y="13237"/>
                  </a:lnTo>
                  <a:lnTo>
                    <a:pt x="8985" y="13237"/>
                  </a:lnTo>
                  <a:lnTo>
                    <a:pt x="8263" y="13196"/>
                  </a:lnTo>
                  <a:lnTo>
                    <a:pt x="7541" y="13156"/>
                  </a:lnTo>
                  <a:lnTo>
                    <a:pt x="6819" y="13076"/>
                  </a:lnTo>
                  <a:lnTo>
                    <a:pt x="6117" y="12976"/>
                  </a:lnTo>
                  <a:lnTo>
                    <a:pt x="5436" y="12855"/>
                  </a:lnTo>
                  <a:lnTo>
                    <a:pt x="4754" y="12695"/>
                  </a:lnTo>
                  <a:lnTo>
                    <a:pt x="4132" y="12535"/>
                  </a:lnTo>
                  <a:lnTo>
                    <a:pt x="3510" y="12334"/>
                  </a:lnTo>
                  <a:lnTo>
                    <a:pt x="3510" y="12334"/>
                  </a:lnTo>
                  <a:lnTo>
                    <a:pt x="2909" y="12093"/>
                  </a:lnTo>
                  <a:lnTo>
                    <a:pt x="2327" y="11853"/>
                  </a:lnTo>
                  <a:lnTo>
                    <a:pt x="1826" y="11552"/>
                  </a:lnTo>
                  <a:lnTo>
                    <a:pt x="1585" y="11412"/>
                  </a:lnTo>
                  <a:lnTo>
                    <a:pt x="1364" y="11251"/>
                  </a:lnTo>
                  <a:lnTo>
                    <a:pt x="1344" y="11251"/>
                  </a:lnTo>
                  <a:lnTo>
                    <a:pt x="1344" y="11251"/>
                  </a:lnTo>
                  <a:lnTo>
                    <a:pt x="1124" y="11071"/>
                  </a:lnTo>
                  <a:lnTo>
                    <a:pt x="903" y="10870"/>
                  </a:lnTo>
                  <a:lnTo>
                    <a:pt x="703" y="10670"/>
                  </a:lnTo>
                  <a:lnTo>
                    <a:pt x="542" y="10469"/>
                  </a:lnTo>
                  <a:lnTo>
                    <a:pt x="402" y="10248"/>
                  </a:lnTo>
                  <a:lnTo>
                    <a:pt x="282" y="10048"/>
                  </a:lnTo>
                  <a:lnTo>
                    <a:pt x="181" y="9807"/>
                  </a:lnTo>
                  <a:lnTo>
                    <a:pt x="121" y="9587"/>
                  </a:lnTo>
                  <a:lnTo>
                    <a:pt x="121" y="9587"/>
                  </a:lnTo>
                  <a:lnTo>
                    <a:pt x="61" y="9186"/>
                  </a:lnTo>
                  <a:lnTo>
                    <a:pt x="21" y="8804"/>
                  </a:lnTo>
                  <a:lnTo>
                    <a:pt x="1" y="8403"/>
                  </a:lnTo>
                  <a:lnTo>
                    <a:pt x="21" y="8022"/>
                  </a:lnTo>
                  <a:lnTo>
                    <a:pt x="61" y="7641"/>
                  </a:lnTo>
                  <a:lnTo>
                    <a:pt x="121" y="7260"/>
                  </a:lnTo>
                  <a:lnTo>
                    <a:pt x="201" y="6879"/>
                  </a:lnTo>
                  <a:lnTo>
                    <a:pt x="302" y="6518"/>
                  </a:lnTo>
                  <a:lnTo>
                    <a:pt x="302" y="6518"/>
                  </a:lnTo>
                  <a:lnTo>
                    <a:pt x="462" y="6037"/>
                  </a:lnTo>
                  <a:lnTo>
                    <a:pt x="642" y="5576"/>
                  </a:lnTo>
                  <a:lnTo>
                    <a:pt x="843" y="5134"/>
                  </a:lnTo>
                  <a:lnTo>
                    <a:pt x="1064" y="4713"/>
                  </a:lnTo>
                  <a:lnTo>
                    <a:pt x="1324" y="4292"/>
                  </a:lnTo>
                  <a:lnTo>
                    <a:pt x="1585" y="3891"/>
                  </a:lnTo>
                  <a:lnTo>
                    <a:pt x="1866" y="3510"/>
                  </a:lnTo>
                  <a:lnTo>
                    <a:pt x="2147" y="3129"/>
                  </a:lnTo>
                  <a:lnTo>
                    <a:pt x="2447" y="2788"/>
                  </a:lnTo>
                  <a:lnTo>
                    <a:pt x="2748" y="2467"/>
                  </a:lnTo>
                  <a:lnTo>
                    <a:pt x="3069" y="2166"/>
                  </a:lnTo>
                  <a:lnTo>
                    <a:pt x="3370" y="1886"/>
                  </a:lnTo>
                  <a:lnTo>
                    <a:pt x="3671" y="1645"/>
                  </a:lnTo>
                  <a:lnTo>
                    <a:pt x="3972" y="1424"/>
                  </a:lnTo>
                  <a:lnTo>
                    <a:pt x="4252" y="1224"/>
                  </a:lnTo>
                  <a:lnTo>
                    <a:pt x="4533" y="1063"/>
                  </a:lnTo>
                  <a:lnTo>
                    <a:pt x="4533" y="1063"/>
                  </a:lnTo>
                  <a:lnTo>
                    <a:pt x="4894" y="883"/>
                  </a:lnTo>
                  <a:lnTo>
                    <a:pt x="5255" y="722"/>
                  </a:lnTo>
                  <a:lnTo>
                    <a:pt x="5616" y="562"/>
                  </a:lnTo>
                  <a:lnTo>
                    <a:pt x="5977" y="442"/>
                  </a:lnTo>
                  <a:lnTo>
                    <a:pt x="6338" y="321"/>
                  </a:lnTo>
                  <a:lnTo>
                    <a:pt x="6699" y="241"/>
                  </a:lnTo>
                  <a:lnTo>
                    <a:pt x="7060" y="161"/>
                  </a:lnTo>
                  <a:lnTo>
                    <a:pt x="7421" y="101"/>
                  </a:lnTo>
                  <a:lnTo>
                    <a:pt x="7421" y="101"/>
                  </a:lnTo>
                  <a:lnTo>
                    <a:pt x="7882" y="41"/>
                  </a:lnTo>
                  <a:lnTo>
                    <a:pt x="8323" y="1"/>
                  </a:lnTo>
                  <a:lnTo>
                    <a:pt x="8785" y="1"/>
                  </a:lnTo>
                  <a:lnTo>
                    <a:pt x="9226" y="21"/>
                  </a:lnTo>
                  <a:lnTo>
                    <a:pt x="9667" y="61"/>
                  </a:lnTo>
                  <a:lnTo>
                    <a:pt x="10088" y="121"/>
                  </a:lnTo>
                  <a:lnTo>
                    <a:pt x="10509" y="201"/>
                  </a:lnTo>
                  <a:lnTo>
                    <a:pt x="10930" y="281"/>
                  </a:lnTo>
                  <a:lnTo>
                    <a:pt x="11332" y="402"/>
                  </a:lnTo>
                  <a:lnTo>
                    <a:pt x="11713" y="542"/>
                  </a:lnTo>
                  <a:lnTo>
                    <a:pt x="12094" y="702"/>
                  </a:lnTo>
                  <a:lnTo>
                    <a:pt x="12475" y="863"/>
                  </a:lnTo>
                  <a:lnTo>
                    <a:pt x="12816" y="1063"/>
                  </a:lnTo>
                  <a:lnTo>
                    <a:pt x="13156" y="1264"/>
                  </a:lnTo>
                  <a:lnTo>
                    <a:pt x="13477" y="1485"/>
                  </a:lnTo>
                  <a:lnTo>
                    <a:pt x="13798" y="1705"/>
                  </a:lnTo>
                  <a:lnTo>
                    <a:pt x="13798" y="1705"/>
                  </a:lnTo>
                  <a:lnTo>
                    <a:pt x="14019" y="1906"/>
                  </a:lnTo>
                  <a:lnTo>
                    <a:pt x="14239" y="2106"/>
                  </a:lnTo>
                  <a:lnTo>
                    <a:pt x="14440" y="2327"/>
                  </a:lnTo>
                  <a:lnTo>
                    <a:pt x="14661" y="2568"/>
                  </a:lnTo>
                  <a:lnTo>
                    <a:pt x="14861" y="2828"/>
                  </a:lnTo>
                  <a:lnTo>
                    <a:pt x="15082" y="3109"/>
                  </a:lnTo>
                  <a:lnTo>
                    <a:pt x="15463" y="3691"/>
                  </a:lnTo>
                  <a:lnTo>
                    <a:pt x="15844" y="4332"/>
                  </a:lnTo>
                  <a:lnTo>
                    <a:pt x="16165" y="4994"/>
                  </a:lnTo>
                  <a:lnTo>
                    <a:pt x="16465" y="5676"/>
                  </a:lnTo>
                  <a:lnTo>
                    <a:pt x="16586" y="6037"/>
                  </a:lnTo>
                  <a:lnTo>
                    <a:pt x="16706" y="6378"/>
                  </a:lnTo>
                  <a:lnTo>
                    <a:pt x="16806" y="6739"/>
                  </a:lnTo>
                  <a:lnTo>
                    <a:pt x="16907" y="7080"/>
                  </a:lnTo>
                  <a:lnTo>
                    <a:pt x="16967" y="7441"/>
                  </a:lnTo>
                  <a:lnTo>
                    <a:pt x="17027" y="7782"/>
                  </a:lnTo>
                  <a:lnTo>
                    <a:pt x="17067" y="8123"/>
                  </a:lnTo>
                  <a:lnTo>
                    <a:pt x="17107" y="8443"/>
                  </a:lnTo>
                  <a:lnTo>
                    <a:pt x="17107" y="8784"/>
                  </a:lnTo>
                  <a:lnTo>
                    <a:pt x="17107" y="9105"/>
                  </a:lnTo>
                  <a:lnTo>
                    <a:pt x="17067" y="9406"/>
                  </a:lnTo>
                  <a:lnTo>
                    <a:pt x="17027" y="9707"/>
                  </a:lnTo>
                  <a:lnTo>
                    <a:pt x="16947" y="9988"/>
                  </a:lnTo>
                  <a:lnTo>
                    <a:pt x="16847" y="10268"/>
                  </a:lnTo>
                  <a:lnTo>
                    <a:pt x="16746" y="10529"/>
                  </a:lnTo>
                  <a:lnTo>
                    <a:pt x="16606" y="10770"/>
                  </a:lnTo>
                  <a:lnTo>
                    <a:pt x="16445" y="10990"/>
                  </a:lnTo>
                  <a:lnTo>
                    <a:pt x="16245" y="1119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2" name="Google Shape;6022;p26"/>
            <p:cNvSpPr/>
            <p:nvPr/>
          </p:nvSpPr>
          <p:spPr>
            <a:xfrm>
              <a:off x="11209200" y="3708300"/>
              <a:ext cx="391100" cy="328425"/>
            </a:xfrm>
            <a:custGeom>
              <a:avLst/>
              <a:gdLst/>
              <a:ahLst/>
              <a:cxnLst/>
              <a:rect l="l" t="t" r="r" b="b"/>
              <a:pathLst>
                <a:path w="15644" h="13137" extrusionOk="0">
                  <a:moveTo>
                    <a:pt x="7421" y="1"/>
                  </a:moveTo>
                  <a:lnTo>
                    <a:pt x="7060" y="61"/>
                  </a:lnTo>
                  <a:lnTo>
                    <a:pt x="6699" y="141"/>
                  </a:lnTo>
                  <a:lnTo>
                    <a:pt x="6338" y="221"/>
                  </a:lnTo>
                  <a:lnTo>
                    <a:pt x="5977" y="342"/>
                  </a:lnTo>
                  <a:lnTo>
                    <a:pt x="5616" y="462"/>
                  </a:lnTo>
                  <a:lnTo>
                    <a:pt x="5255" y="622"/>
                  </a:lnTo>
                  <a:lnTo>
                    <a:pt x="4894" y="783"/>
                  </a:lnTo>
                  <a:lnTo>
                    <a:pt x="4533" y="963"/>
                  </a:lnTo>
                  <a:lnTo>
                    <a:pt x="4252" y="1124"/>
                  </a:lnTo>
                  <a:lnTo>
                    <a:pt x="3972" y="1324"/>
                  </a:lnTo>
                  <a:lnTo>
                    <a:pt x="3671" y="1545"/>
                  </a:lnTo>
                  <a:lnTo>
                    <a:pt x="3370" y="1786"/>
                  </a:lnTo>
                  <a:lnTo>
                    <a:pt x="3069" y="2066"/>
                  </a:lnTo>
                  <a:lnTo>
                    <a:pt x="2748" y="2367"/>
                  </a:lnTo>
                  <a:lnTo>
                    <a:pt x="2447" y="2688"/>
                  </a:lnTo>
                  <a:lnTo>
                    <a:pt x="2147" y="3029"/>
                  </a:lnTo>
                  <a:lnTo>
                    <a:pt x="1866" y="3410"/>
                  </a:lnTo>
                  <a:lnTo>
                    <a:pt x="1585" y="3791"/>
                  </a:lnTo>
                  <a:lnTo>
                    <a:pt x="1324" y="4192"/>
                  </a:lnTo>
                  <a:lnTo>
                    <a:pt x="1064" y="4613"/>
                  </a:lnTo>
                  <a:lnTo>
                    <a:pt x="843" y="5034"/>
                  </a:lnTo>
                  <a:lnTo>
                    <a:pt x="642" y="5476"/>
                  </a:lnTo>
                  <a:lnTo>
                    <a:pt x="462" y="5937"/>
                  </a:lnTo>
                  <a:lnTo>
                    <a:pt x="302" y="6418"/>
                  </a:lnTo>
                  <a:lnTo>
                    <a:pt x="201" y="6799"/>
                  </a:lnTo>
                  <a:lnTo>
                    <a:pt x="101" y="7200"/>
                  </a:lnTo>
                  <a:lnTo>
                    <a:pt x="61" y="7481"/>
                  </a:lnTo>
                  <a:lnTo>
                    <a:pt x="41" y="7762"/>
                  </a:lnTo>
                  <a:lnTo>
                    <a:pt x="21" y="8043"/>
                  </a:lnTo>
                  <a:lnTo>
                    <a:pt x="1" y="8323"/>
                  </a:lnTo>
                  <a:lnTo>
                    <a:pt x="21" y="8604"/>
                  </a:lnTo>
                  <a:lnTo>
                    <a:pt x="41" y="8905"/>
                  </a:lnTo>
                  <a:lnTo>
                    <a:pt x="81" y="9186"/>
                  </a:lnTo>
                  <a:lnTo>
                    <a:pt x="121" y="9487"/>
                  </a:lnTo>
                  <a:lnTo>
                    <a:pt x="181" y="9707"/>
                  </a:lnTo>
                  <a:lnTo>
                    <a:pt x="282" y="9948"/>
                  </a:lnTo>
                  <a:lnTo>
                    <a:pt x="402" y="10148"/>
                  </a:lnTo>
                  <a:lnTo>
                    <a:pt x="542" y="10369"/>
                  </a:lnTo>
                  <a:lnTo>
                    <a:pt x="703" y="10570"/>
                  </a:lnTo>
                  <a:lnTo>
                    <a:pt x="903" y="10770"/>
                  </a:lnTo>
                  <a:lnTo>
                    <a:pt x="1124" y="10971"/>
                  </a:lnTo>
                  <a:lnTo>
                    <a:pt x="1344" y="11151"/>
                  </a:lnTo>
                  <a:lnTo>
                    <a:pt x="1364" y="11151"/>
                  </a:lnTo>
                  <a:lnTo>
                    <a:pt x="1585" y="11312"/>
                  </a:lnTo>
                  <a:lnTo>
                    <a:pt x="1826" y="11452"/>
                  </a:lnTo>
                  <a:lnTo>
                    <a:pt x="2327" y="11753"/>
                  </a:lnTo>
                  <a:lnTo>
                    <a:pt x="2909" y="11993"/>
                  </a:lnTo>
                  <a:lnTo>
                    <a:pt x="3510" y="12234"/>
                  </a:lnTo>
                  <a:lnTo>
                    <a:pt x="4132" y="12435"/>
                  </a:lnTo>
                  <a:lnTo>
                    <a:pt x="4754" y="12595"/>
                  </a:lnTo>
                  <a:lnTo>
                    <a:pt x="5436" y="12755"/>
                  </a:lnTo>
                  <a:lnTo>
                    <a:pt x="6117" y="12876"/>
                  </a:lnTo>
                  <a:lnTo>
                    <a:pt x="6819" y="12976"/>
                  </a:lnTo>
                  <a:lnTo>
                    <a:pt x="7541" y="13056"/>
                  </a:lnTo>
                  <a:lnTo>
                    <a:pt x="8263" y="13096"/>
                  </a:lnTo>
                  <a:lnTo>
                    <a:pt x="8985" y="13137"/>
                  </a:lnTo>
                  <a:lnTo>
                    <a:pt x="9266" y="13137"/>
                  </a:lnTo>
                  <a:lnTo>
                    <a:pt x="10048" y="13116"/>
                  </a:lnTo>
                  <a:lnTo>
                    <a:pt x="10810" y="13076"/>
                  </a:lnTo>
                  <a:lnTo>
                    <a:pt x="11552" y="12976"/>
                  </a:lnTo>
                  <a:lnTo>
                    <a:pt x="12274" y="12876"/>
                  </a:lnTo>
                  <a:lnTo>
                    <a:pt x="12976" y="12715"/>
                  </a:lnTo>
                  <a:lnTo>
                    <a:pt x="13638" y="12535"/>
                  </a:lnTo>
                  <a:lnTo>
                    <a:pt x="13959" y="12415"/>
                  </a:lnTo>
                  <a:lnTo>
                    <a:pt x="14259" y="12294"/>
                  </a:lnTo>
                  <a:lnTo>
                    <a:pt x="14560" y="12174"/>
                  </a:lnTo>
                  <a:lnTo>
                    <a:pt x="14861" y="12034"/>
                  </a:lnTo>
                  <a:lnTo>
                    <a:pt x="15262" y="11813"/>
                  </a:lnTo>
                  <a:lnTo>
                    <a:pt x="15643" y="11572"/>
                  </a:lnTo>
                  <a:lnTo>
                    <a:pt x="14841" y="11833"/>
                  </a:lnTo>
                  <a:lnTo>
                    <a:pt x="14420" y="11933"/>
                  </a:lnTo>
                  <a:lnTo>
                    <a:pt x="13999" y="12034"/>
                  </a:lnTo>
                  <a:lnTo>
                    <a:pt x="13598" y="12134"/>
                  </a:lnTo>
                  <a:lnTo>
                    <a:pt x="13156" y="12194"/>
                  </a:lnTo>
                  <a:lnTo>
                    <a:pt x="12735" y="12234"/>
                  </a:lnTo>
                  <a:lnTo>
                    <a:pt x="12294" y="12254"/>
                  </a:lnTo>
                  <a:lnTo>
                    <a:pt x="11733" y="12274"/>
                  </a:lnTo>
                  <a:lnTo>
                    <a:pt x="10850" y="12254"/>
                  </a:lnTo>
                  <a:lnTo>
                    <a:pt x="9948" y="12194"/>
                  </a:lnTo>
                  <a:lnTo>
                    <a:pt x="9487" y="12154"/>
                  </a:lnTo>
                  <a:lnTo>
                    <a:pt x="9025" y="12094"/>
                  </a:lnTo>
                  <a:lnTo>
                    <a:pt x="8564" y="12013"/>
                  </a:lnTo>
                  <a:lnTo>
                    <a:pt x="8103" y="11933"/>
                  </a:lnTo>
                  <a:lnTo>
                    <a:pt x="7641" y="11833"/>
                  </a:lnTo>
                  <a:lnTo>
                    <a:pt x="7200" y="11733"/>
                  </a:lnTo>
                  <a:lnTo>
                    <a:pt x="6759" y="11592"/>
                  </a:lnTo>
                  <a:lnTo>
                    <a:pt x="6318" y="11452"/>
                  </a:lnTo>
                  <a:lnTo>
                    <a:pt x="5917" y="11292"/>
                  </a:lnTo>
                  <a:lnTo>
                    <a:pt x="5516" y="11111"/>
                  </a:lnTo>
                  <a:lnTo>
                    <a:pt x="5115" y="10910"/>
                  </a:lnTo>
                  <a:lnTo>
                    <a:pt x="4754" y="10710"/>
                  </a:lnTo>
                  <a:lnTo>
                    <a:pt x="4553" y="10570"/>
                  </a:lnTo>
                  <a:lnTo>
                    <a:pt x="4373" y="10429"/>
                  </a:lnTo>
                  <a:lnTo>
                    <a:pt x="4192" y="10269"/>
                  </a:lnTo>
                  <a:lnTo>
                    <a:pt x="4032" y="10108"/>
                  </a:lnTo>
                  <a:lnTo>
                    <a:pt x="3871" y="9948"/>
                  </a:lnTo>
                  <a:lnTo>
                    <a:pt x="3731" y="9767"/>
                  </a:lnTo>
                  <a:lnTo>
                    <a:pt x="3590" y="9587"/>
                  </a:lnTo>
                  <a:lnTo>
                    <a:pt x="3470" y="9406"/>
                  </a:lnTo>
                  <a:lnTo>
                    <a:pt x="3270" y="9025"/>
                  </a:lnTo>
                  <a:lnTo>
                    <a:pt x="3089" y="8604"/>
                  </a:lnTo>
                  <a:lnTo>
                    <a:pt x="2969" y="8183"/>
                  </a:lnTo>
                  <a:lnTo>
                    <a:pt x="2889" y="7762"/>
                  </a:lnTo>
                  <a:lnTo>
                    <a:pt x="2828" y="7321"/>
                  </a:lnTo>
                  <a:lnTo>
                    <a:pt x="2808" y="6859"/>
                  </a:lnTo>
                  <a:lnTo>
                    <a:pt x="2828" y="6418"/>
                  </a:lnTo>
                  <a:lnTo>
                    <a:pt x="2869" y="5957"/>
                  </a:lnTo>
                  <a:lnTo>
                    <a:pt x="2949" y="5496"/>
                  </a:lnTo>
                  <a:lnTo>
                    <a:pt x="3069" y="5055"/>
                  </a:lnTo>
                  <a:lnTo>
                    <a:pt x="3189" y="4613"/>
                  </a:lnTo>
                  <a:lnTo>
                    <a:pt x="3350" y="4192"/>
                  </a:lnTo>
                  <a:lnTo>
                    <a:pt x="3510" y="3831"/>
                  </a:lnTo>
                  <a:lnTo>
                    <a:pt x="3671" y="3490"/>
                  </a:lnTo>
                  <a:lnTo>
                    <a:pt x="3851" y="3169"/>
                  </a:lnTo>
                  <a:lnTo>
                    <a:pt x="4052" y="2849"/>
                  </a:lnTo>
                  <a:lnTo>
                    <a:pt x="4272" y="2548"/>
                  </a:lnTo>
                  <a:lnTo>
                    <a:pt x="4513" y="2267"/>
                  </a:lnTo>
                  <a:lnTo>
                    <a:pt x="4754" y="1986"/>
                  </a:lnTo>
                  <a:lnTo>
                    <a:pt x="5014" y="1725"/>
                  </a:lnTo>
                  <a:lnTo>
                    <a:pt x="5275" y="1465"/>
                  </a:lnTo>
                  <a:lnTo>
                    <a:pt x="5556" y="1224"/>
                  </a:lnTo>
                  <a:lnTo>
                    <a:pt x="5837" y="983"/>
                  </a:lnTo>
                  <a:lnTo>
                    <a:pt x="6137" y="763"/>
                  </a:lnTo>
                  <a:lnTo>
                    <a:pt x="6458" y="562"/>
                  </a:lnTo>
                  <a:lnTo>
                    <a:pt x="6779" y="362"/>
                  </a:lnTo>
                  <a:lnTo>
                    <a:pt x="7100" y="161"/>
                  </a:lnTo>
                  <a:lnTo>
                    <a:pt x="742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3" name="Google Shape;6023;p26"/>
            <p:cNvSpPr/>
            <p:nvPr/>
          </p:nvSpPr>
          <p:spPr>
            <a:xfrm>
              <a:off x="11209200" y="3708300"/>
              <a:ext cx="391100" cy="328425"/>
            </a:xfrm>
            <a:custGeom>
              <a:avLst/>
              <a:gdLst/>
              <a:ahLst/>
              <a:cxnLst/>
              <a:rect l="l" t="t" r="r" b="b"/>
              <a:pathLst>
                <a:path w="15644" h="13137" fill="none" extrusionOk="0">
                  <a:moveTo>
                    <a:pt x="7421" y="1"/>
                  </a:moveTo>
                  <a:lnTo>
                    <a:pt x="7421" y="1"/>
                  </a:lnTo>
                  <a:lnTo>
                    <a:pt x="7060" y="61"/>
                  </a:lnTo>
                  <a:lnTo>
                    <a:pt x="6699" y="141"/>
                  </a:lnTo>
                  <a:lnTo>
                    <a:pt x="6338" y="221"/>
                  </a:lnTo>
                  <a:lnTo>
                    <a:pt x="5977" y="342"/>
                  </a:lnTo>
                  <a:lnTo>
                    <a:pt x="5616" y="462"/>
                  </a:lnTo>
                  <a:lnTo>
                    <a:pt x="5255" y="622"/>
                  </a:lnTo>
                  <a:lnTo>
                    <a:pt x="4894" y="783"/>
                  </a:lnTo>
                  <a:lnTo>
                    <a:pt x="4533" y="963"/>
                  </a:lnTo>
                  <a:lnTo>
                    <a:pt x="4533" y="963"/>
                  </a:lnTo>
                  <a:lnTo>
                    <a:pt x="4252" y="1124"/>
                  </a:lnTo>
                  <a:lnTo>
                    <a:pt x="3972" y="1324"/>
                  </a:lnTo>
                  <a:lnTo>
                    <a:pt x="3671" y="1545"/>
                  </a:lnTo>
                  <a:lnTo>
                    <a:pt x="3370" y="1786"/>
                  </a:lnTo>
                  <a:lnTo>
                    <a:pt x="3069" y="2066"/>
                  </a:lnTo>
                  <a:lnTo>
                    <a:pt x="2748" y="2367"/>
                  </a:lnTo>
                  <a:lnTo>
                    <a:pt x="2447" y="2688"/>
                  </a:lnTo>
                  <a:lnTo>
                    <a:pt x="2147" y="3029"/>
                  </a:lnTo>
                  <a:lnTo>
                    <a:pt x="1866" y="3410"/>
                  </a:lnTo>
                  <a:lnTo>
                    <a:pt x="1585" y="3791"/>
                  </a:lnTo>
                  <a:lnTo>
                    <a:pt x="1324" y="4192"/>
                  </a:lnTo>
                  <a:lnTo>
                    <a:pt x="1064" y="4613"/>
                  </a:lnTo>
                  <a:lnTo>
                    <a:pt x="843" y="5034"/>
                  </a:lnTo>
                  <a:lnTo>
                    <a:pt x="642" y="5476"/>
                  </a:lnTo>
                  <a:lnTo>
                    <a:pt x="462" y="5937"/>
                  </a:lnTo>
                  <a:lnTo>
                    <a:pt x="302" y="6418"/>
                  </a:lnTo>
                  <a:lnTo>
                    <a:pt x="302" y="6418"/>
                  </a:lnTo>
                  <a:lnTo>
                    <a:pt x="201" y="6799"/>
                  </a:lnTo>
                  <a:lnTo>
                    <a:pt x="101" y="7200"/>
                  </a:lnTo>
                  <a:lnTo>
                    <a:pt x="101" y="7200"/>
                  </a:lnTo>
                  <a:lnTo>
                    <a:pt x="61" y="7481"/>
                  </a:lnTo>
                  <a:lnTo>
                    <a:pt x="41" y="7762"/>
                  </a:lnTo>
                  <a:lnTo>
                    <a:pt x="21" y="8043"/>
                  </a:lnTo>
                  <a:lnTo>
                    <a:pt x="1" y="8323"/>
                  </a:lnTo>
                  <a:lnTo>
                    <a:pt x="1" y="8323"/>
                  </a:lnTo>
                  <a:lnTo>
                    <a:pt x="21" y="8604"/>
                  </a:lnTo>
                  <a:lnTo>
                    <a:pt x="41" y="8905"/>
                  </a:lnTo>
                  <a:lnTo>
                    <a:pt x="81" y="9186"/>
                  </a:lnTo>
                  <a:lnTo>
                    <a:pt x="121" y="9487"/>
                  </a:lnTo>
                  <a:lnTo>
                    <a:pt x="121" y="9487"/>
                  </a:lnTo>
                  <a:lnTo>
                    <a:pt x="181" y="9707"/>
                  </a:lnTo>
                  <a:lnTo>
                    <a:pt x="282" y="9948"/>
                  </a:lnTo>
                  <a:lnTo>
                    <a:pt x="402" y="10148"/>
                  </a:lnTo>
                  <a:lnTo>
                    <a:pt x="542" y="10369"/>
                  </a:lnTo>
                  <a:lnTo>
                    <a:pt x="703" y="10570"/>
                  </a:lnTo>
                  <a:lnTo>
                    <a:pt x="903" y="10770"/>
                  </a:lnTo>
                  <a:lnTo>
                    <a:pt x="1124" y="10971"/>
                  </a:lnTo>
                  <a:lnTo>
                    <a:pt x="1344" y="11151"/>
                  </a:lnTo>
                  <a:lnTo>
                    <a:pt x="1364" y="11151"/>
                  </a:lnTo>
                  <a:lnTo>
                    <a:pt x="1364" y="11151"/>
                  </a:lnTo>
                  <a:lnTo>
                    <a:pt x="1585" y="11312"/>
                  </a:lnTo>
                  <a:lnTo>
                    <a:pt x="1826" y="11452"/>
                  </a:lnTo>
                  <a:lnTo>
                    <a:pt x="2327" y="11753"/>
                  </a:lnTo>
                  <a:lnTo>
                    <a:pt x="2909" y="11993"/>
                  </a:lnTo>
                  <a:lnTo>
                    <a:pt x="3510" y="12234"/>
                  </a:lnTo>
                  <a:lnTo>
                    <a:pt x="3510" y="12234"/>
                  </a:lnTo>
                  <a:lnTo>
                    <a:pt x="4132" y="12435"/>
                  </a:lnTo>
                  <a:lnTo>
                    <a:pt x="4754" y="12595"/>
                  </a:lnTo>
                  <a:lnTo>
                    <a:pt x="5436" y="12755"/>
                  </a:lnTo>
                  <a:lnTo>
                    <a:pt x="6117" y="12876"/>
                  </a:lnTo>
                  <a:lnTo>
                    <a:pt x="6819" y="12976"/>
                  </a:lnTo>
                  <a:lnTo>
                    <a:pt x="7541" y="13056"/>
                  </a:lnTo>
                  <a:lnTo>
                    <a:pt x="8263" y="13096"/>
                  </a:lnTo>
                  <a:lnTo>
                    <a:pt x="8985" y="13137"/>
                  </a:lnTo>
                  <a:lnTo>
                    <a:pt x="8985" y="13137"/>
                  </a:lnTo>
                  <a:lnTo>
                    <a:pt x="9266" y="13137"/>
                  </a:lnTo>
                  <a:lnTo>
                    <a:pt x="9266" y="13137"/>
                  </a:lnTo>
                  <a:lnTo>
                    <a:pt x="10048" y="13116"/>
                  </a:lnTo>
                  <a:lnTo>
                    <a:pt x="10810" y="13076"/>
                  </a:lnTo>
                  <a:lnTo>
                    <a:pt x="11552" y="12976"/>
                  </a:lnTo>
                  <a:lnTo>
                    <a:pt x="12274" y="12876"/>
                  </a:lnTo>
                  <a:lnTo>
                    <a:pt x="12976" y="12715"/>
                  </a:lnTo>
                  <a:lnTo>
                    <a:pt x="13638" y="12535"/>
                  </a:lnTo>
                  <a:lnTo>
                    <a:pt x="13959" y="12415"/>
                  </a:lnTo>
                  <a:lnTo>
                    <a:pt x="14259" y="12294"/>
                  </a:lnTo>
                  <a:lnTo>
                    <a:pt x="14560" y="12174"/>
                  </a:lnTo>
                  <a:lnTo>
                    <a:pt x="14861" y="12034"/>
                  </a:lnTo>
                  <a:lnTo>
                    <a:pt x="14861" y="12034"/>
                  </a:lnTo>
                  <a:lnTo>
                    <a:pt x="15262" y="11813"/>
                  </a:lnTo>
                  <a:lnTo>
                    <a:pt x="15643" y="11572"/>
                  </a:lnTo>
                  <a:lnTo>
                    <a:pt x="15643" y="11572"/>
                  </a:lnTo>
                  <a:lnTo>
                    <a:pt x="14841" y="11833"/>
                  </a:lnTo>
                  <a:lnTo>
                    <a:pt x="14420" y="11933"/>
                  </a:lnTo>
                  <a:lnTo>
                    <a:pt x="13999" y="12034"/>
                  </a:lnTo>
                  <a:lnTo>
                    <a:pt x="13598" y="12134"/>
                  </a:lnTo>
                  <a:lnTo>
                    <a:pt x="13156" y="12194"/>
                  </a:lnTo>
                  <a:lnTo>
                    <a:pt x="12735" y="12234"/>
                  </a:lnTo>
                  <a:lnTo>
                    <a:pt x="12294" y="12254"/>
                  </a:lnTo>
                  <a:lnTo>
                    <a:pt x="12294" y="12254"/>
                  </a:lnTo>
                  <a:lnTo>
                    <a:pt x="11733" y="12274"/>
                  </a:lnTo>
                  <a:lnTo>
                    <a:pt x="11733" y="12274"/>
                  </a:lnTo>
                  <a:lnTo>
                    <a:pt x="10850" y="12254"/>
                  </a:lnTo>
                  <a:lnTo>
                    <a:pt x="9948" y="12194"/>
                  </a:lnTo>
                  <a:lnTo>
                    <a:pt x="9487" y="12154"/>
                  </a:lnTo>
                  <a:lnTo>
                    <a:pt x="9025" y="12094"/>
                  </a:lnTo>
                  <a:lnTo>
                    <a:pt x="8564" y="12013"/>
                  </a:lnTo>
                  <a:lnTo>
                    <a:pt x="8103" y="11933"/>
                  </a:lnTo>
                  <a:lnTo>
                    <a:pt x="7641" y="11833"/>
                  </a:lnTo>
                  <a:lnTo>
                    <a:pt x="7200" y="11733"/>
                  </a:lnTo>
                  <a:lnTo>
                    <a:pt x="6759" y="11592"/>
                  </a:lnTo>
                  <a:lnTo>
                    <a:pt x="6318" y="11452"/>
                  </a:lnTo>
                  <a:lnTo>
                    <a:pt x="5917" y="11292"/>
                  </a:lnTo>
                  <a:lnTo>
                    <a:pt x="5516" y="11111"/>
                  </a:lnTo>
                  <a:lnTo>
                    <a:pt x="5115" y="10910"/>
                  </a:lnTo>
                  <a:lnTo>
                    <a:pt x="4754" y="10710"/>
                  </a:lnTo>
                  <a:lnTo>
                    <a:pt x="4754" y="10710"/>
                  </a:lnTo>
                  <a:lnTo>
                    <a:pt x="4553" y="10570"/>
                  </a:lnTo>
                  <a:lnTo>
                    <a:pt x="4373" y="10429"/>
                  </a:lnTo>
                  <a:lnTo>
                    <a:pt x="4192" y="10269"/>
                  </a:lnTo>
                  <a:lnTo>
                    <a:pt x="4032" y="10108"/>
                  </a:lnTo>
                  <a:lnTo>
                    <a:pt x="3871" y="9948"/>
                  </a:lnTo>
                  <a:lnTo>
                    <a:pt x="3731" y="9767"/>
                  </a:lnTo>
                  <a:lnTo>
                    <a:pt x="3590" y="9587"/>
                  </a:lnTo>
                  <a:lnTo>
                    <a:pt x="3470" y="9406"/>
                  </a:lnTo>
                  <a:lnTo>
                    <a:pt x="3270" y="9025"/>
                  </a:lnTo>
                  <a:lnTo>
                    <a:pt x="3089" y="8604"/>
                  </a:lnTo>
                  <a:lnTo>
                    <a:pt x="2969" y="8183"/>
                  </a:lnTo>
                  <a:lnTo>
                    <a:pt x="2889" y="7762"/>
                  </a:lnTo>
                  <a:lnTo>
                    <a:pt x="2828" y="7321"/>
                  </a:lnTo>
                  <a:lnTo>
                    <a:pt x="2808" y="6859"/>
                  </a:lnTo>
                  <a:lnTo>
                    <a:pt x="2828" y="6418"/>
                  </a:lnTo>
                  <a:lnTo>
                    <a:pt x="2869" y="5957"/>
                  </a:lnTo>
                  <a:lnTo>
                    <a:pt x="2949" y="5496"/>
                  </a:lnTo>
                  <a:lnTo>
                    <a:pt x="3069" y="5055"/>
                  </a:lnTo>
                  <a:lnTo>
                    <a:pt x="3189" y="4613"/>
                  </a:lnTo>
                  <a:lnTo>
                    <a:pt x="3350" y="4192"/>
                  </a:lnTo>
                  <a:lnTo>
                    <a:pt x="3350" y="4192"/>
                  </a:lnTo>
                  <a:lnTo>
                    <a:pt x="3510" y="3831"/>
                  </a:lnTo>
                  <a:lnTo>
                    <a:pt x="3671" y="3490"/>
                  </a:lnTo>
                  <a:lnTo>
                    <a:pt x="3851" y="3169"/>
                  </a:lnTo>
                  <a:lnTo>
                    <a:pt x="4052" y="2849"/>
                  </a:lnTo>
                  <a:lnTo>
                    <a:pt x="4272" y="2548"/>
                  </a:lnTo>
                  <a:lnTo>
                    <a:pt x="4513" y="2267"/>
                  </a:lnTo>
                  <a:lnTo>
                    <a:pt x="4754" y="1986"/>
                  </a:lnTo>
                  <a:lnTo>
                    <a:pt x="5014" y="1725"/>
                  </a:lnTo>
                  <a:lnTo>
                    <a:pt x="5275" y="1465"/>
                  </a:lnTo>
                  <a:lnTo>
                    <a:pt x="5556" y="1224"/>
                  </a:lnTo>
                  <a:lnTo>
                    <a:pt x="5837" y="983"/>
                  </a:lnTo>
                  <a:lnTo>
                    <a:pt x="6137" y="763"/>
                  </a:lnTo>
                  <a:lnTo>
                    <a:pt x="6458" y="562"/>
                  </a:lnTo>
                  <a:lnTo>
                    <a:pt x="6779" y="362"/>
                  </a:lnTo>
                  <a:lnTo>
                    <a:pt x="7100" y="161"/>
                  </a:lnTo>
                  <a:lnTo>
                    <a:pt x="742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4" name="Google Shape;6024;p26"/>
            <p:cNvSpPr/>
            <p:nvPr/>
          </p:nvSpPr>
          <p:spPr>
            <a:xfrm>
              <a:off x="11379175" y="3736875"/>
              <a:ext cx="55675" cy="119850"/>
            </a:xfrm>
            <a:custGeom>
              <a:avLst/>
              <a:gdLst/>
              <a:ahLst/>
              <a:cxnLst/>
              <a:rect l="l" t="t" r="r" b="b"/>
              <a:pathLst>
                <a:path w="2227" h="4794" extrusionOk="0">
                  <a:moveTo>
                    <a:pt x="2026" y="1"/>
                  </a:moveTo>
                  <a:lnTo>
                    <a:pt x="1966" y="21"/>
                  </a:lnTo>
                  <a:lnTo>
                    <a:pt x="1945" y="81"/>
                  </a:lnTo>
                  <a:lnTo>
                    <a:pt x="1905" y="703"/>
                  </a:lnTo>
                  <a:lnTo>
                    <a:pt x="1865" y="1345"/>
                  </a:lnTo>
                  <a:lnTo>
                    <a:pt x="1825" y="2608"/>
                  </a:lnTo>
                  <a:lnTo>
                    <a:pt x="1825" y="3250"/>
                  </a:lnTo>
                  <a:lnTo>
                    <a:pt x="1805" y="3571"/>
                  </a:lnTo>
                  <a:lnTo>
                    <a:pt x="1745" y="3891"/>
                  </a:lnTo>
                  <a:lnTo>
                    <a:pt x="1685" y="4052"/>
                  </a:lnTo>
                  <a:lnTo>
                    <a:pt x="1625" y="4172"/>
                  </a:lnTo>
                  <a:lnTo>
                    <a:pt x="1544" y="4273"/>
                  </a:lnTo>
                  <a:lnTo>
                    <a:pt x="1444" y="4333"/>
                  </a:lnTo>
                  <a:lnTo>
                    <a:pt x="1344" y="4373"/>
                  </a:lnTo>
                  <a:lnTo>
                    <a:pt x="1224" y="4373"/>
                  </a:lnTo>
                  <a:lnTo>
                    <a:pt x="1123" y="4353"/>
                  </a:lnTo>
                  <a:lnTo>
                    <a:pt x="1003" y="4333"/>
                  </a:lnTo>
                  <a:lnTo>
                    <a:pt x="883" y="4273"/>
                  </a:lnTo>
                  <a:lnTo>
                    <a:pt x="742" y="4212"/>
                  </a:lnTo>
                  <a:lnTo>
                    <a:pt x="522" y="4052"/>
                  </a:lnTo>
                  <a:lnTo>
                    <a:pt x="301" y="3891"/>
                  </a:lnTo>
                  <a:lnTo>
                    <a:pt x="121" y="3731"/>
                  </a:lnTo>
                  <a:lnTo>
                    <a:pt x="80" y="3691"/>
                  </a:lnTo>
                  <a:lnTo>
                    <a:pt x="20" y="3711"/>
                  </a:lnTo>
                  <a:lnTo>
                    <a:pt x="0" y="3751"/>
                  </a:lnTo>
                  <a:lnTo>
                    <a:pt x="0" y="3811"/>
                  </a:lnTo>
                  <a:lnTo>
                    <a:pt x="80" y="3932"/>
                  </a:lnTo>
                  <a:lnTo>
                    <a:pt x="161" y="4072"/>
                  </a:lnTo>
                  <a:lnTo>
                    <a:pt x="381" y="4313"/>
                  </a:lnTo>
                  <a:lnTo>
                    <a:pt x="502" y="4413"/>
                  </a:lnTo>
                  <a:lnTo>
                    <a:pt x="622" y="4533"/>
                  </a:lnTo>
                  <a:lnTo>
                    <a:pt x="762" y="4613"/>
                  </a:lnTo>
                  <a:lnTo>
                    <a:pt x="903" y="4694"/>
                  </a:lnTo>
                  <a:lnTo>
                    <a:pt x="1043" y="4754"/>
                  </a:lnTo>
                  <a:lnTo>
                    <a:pt x="1183" y="4774"/>
                  </a:lnTo>
                  <a:lnTo>
                    <a:pt x="1324" y="4794"/>
                  </a:lnTo>
                  <a:lnTo>
                    <a:pt x="1464" y="4774"/>
                  </a:lnTo>
                  <a:lnTo>
                    <a:pt x="1605" y="4734"/>
                  </a:lnTo>
                  <a:lnTo>
                    <a:pt x="1745" y="4654"/>
                  </a:lnTo>
                  <a:lnTo>
                    <a:pt x="1865" y="4533"/>
                  </a:lnTo>
                  <a:lnTo>
                    <a:pt x="1966" y="4393"/>
                  </a:lnTo>
                  <a:lnTo>
                    <a:pt x="2066" y="4212"/>
                  </a:lnTo>
                  <a:lnTo>
                    <a:pt x="2126" y="4012"/>
                  </a:lnTo>
                  <a:lnTo>
                    <a:pt x="2186" y="3811"/>
                  </a:lnTo>
                  <a:lnTo>
                    <a:pt x="2206" y="3591"/>
                  </a:lnTo>
                  <a:lnTo>
                    <a:pt x="2226" y="3149"/>
                  </a:lnTo>
                  <a:lnTo>
                    <a:pt x="2206" y="2748"/>
                  </a:lnTo>
                  <a:lnTo>
                    <a:pt x="2206" y="2067"/>
                  </a:lnTo>
                  <a:lnTo>
                    <a:pt x="2186" y="1405"/>
                  </a:lnTo>
                  <a:lnTo>
                    <a:pt x="2146" y="743"/>
                  </a:lnTo>
                  <a:lnTo>
                    <a:pt x="2086" y="81"/>
                  </a:lnTo>
                  <a:lnTo>
                    <a:pt x="2066" y="21"/>
                  </a:lnTo>
                  <a:lnTo>
                    <a:pt x="20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5" name="Google Shape;6025;p26"/>
            <p:cNvSpPr/>
            <p:nvPr/>
          </p:nvSpPr>
          <p:spPr>
            <a:xfrm>
              <a:off x="11424800" y="3736875"/>
              <a:ext cx="55675" cy="119850"/>
            </a:xfrm>
            <a:custGeom>
              <a:avLst/>
              <a:gdLst/>
              <a:ahLst/>
              <a:cxnLst/>
              <a:rect l="l" t="t" r="r" b="b"/>
              <a:pathLst>
                <a:path w="2227" h="4794" extrusionOk="0">
                  <a:moveTo>
                    <a:pt x="201" y="1"/>
                  </a:moveTo>
                  <a:lnTo>
                    <a:pt x="161" y="21"/>
                  </a:lnTo>
                  <a:lnTo>
                    <a:pt x="120" y="81"/>
                  </a:lnTo>
                  <a:lnTo>
                    <a:pt x="60" y="743"/>
                  </a:lnTo>
                  <a:lnTo>
                    <a:pt x="20" y="1405"/>
                  </a:lnTo>
                  <a:lnTo>
                    <a:pt x="0" y="2067"/>
                  </a:lnTo>
                  <a:lnTo>
                    <a:pt x="0" y="2748"/>
                  </a:lnTo>
                  <a:lnTo>
                    <a:pt x="0" y="3149"/>
                  </a:lnTo>
                  <a:lnTo>
                    <a:pt x="20" y="3591"/>
                  </a:lnTo>
                  <a:lnTo>
                    <a:pt x="40" y="3811"/>
                  </a:lnTo>
                  <a:lnTo>
                    <a:pt x="80" y="4012"/>
                  </a:lnTo>
                  <a:lnTo>
                    <a:pt x="161" y="4212"/>
                  </a:lnTo>
                  <a:lnTo>
                    <a:pt x="241" y="4393"/>
                  </a:lnTo>
                  <a:lnTo>
                    <a:pt x="361" y="4533"/>
                  </a:lnTo>
                  <a:lnTo>
                    <a:pt x="481" y="4654"/>
                  </a:lnTo>
                  <a:lnTo>
                    <a:pt x="622" y="4734"/>
                  </a:lnTo>
                  <a:lnTo>
                    <a:pt x="742" y="4774"/>
                  </a:lnTo>
                  <a:lnTo>
                    <a:pt x="883" y="4794"/>
                  </a:lnTo>
                  <a:lnTo>
                    <a:pt x="1023" y="4774"/>
                  </a:lnTo>
                  <a:lnTo>
                    <a:pt x="1183" y="4754"/>
                  </a:lnTo>
                  <a:lnTo>
                    <a:pt x="1324" y="4694"/>
                  </a:lnTo>
                  <a:lnTo>
                    <a:pt x="1464" y="4613"/>
                  </a:lnTo>
                  <a:lnTo>
                    <a:pt x="1584" y="4533"/>
                  </a:lnTo>
                  <a:lnTo>
                    <a:pt x="1725" y="4413"/>
                  </a:lnTo>
                  <a:lnTo>
                    <a:pt x="1845" y="4313"/>
                  </a:lnTo>
                  <a:lnTo>
                    <a:pt x="2046" y="4072"/>
                  </a:lnTo>
                  <a:lnTo>
                    <a:pt x="2146" y="3932"/>
                  </a:lnTo>
                  <a:lnTo>
                    <a:pt x="2206" y="3811"/>
                  </a:lnTo>
                  <a:lnTo>
                    <a:pt x="2226" y="3751"/>
                  </a:lnTo>
                  <a:lnTo>
                    <a:pt x="2186" y="3711"/>
                  </a:lnTo>
                  <a:lnTo>
                    <a:pt x="2146" y="3691"/>
                  </a:lnTo>
                  <a:lnTo>
                    <a:pt x="2086" y="3731"/>
                  </a:lnTo>
                  <a:lnTo>
                    <a:pt x="1925" y="3891"/>
                  </a:lnTo>
                  <a:lnTo>
                    <a:pt x="1705" y="4052"/>
                  </a:lnTo>
                  <a:lnTo>
                    <a:pt x="1464" y="4212"/>
                  </a:lnTo>
                  <a:lnTo>
                    <a:pt x="1344" y="4273"/>
                  </a:lnTo>
                  <a:lnTo>
                    <a:pt x="1223" y="4333"/>
                  </a:lnTo>
                  <a:lnTo>
                    <a:pt x="1103" y="4353"/>
                  </a:lnTo>
                  <a:lnTo>
                    <a:pt x="983" y="4373"/>
                  </a:lnTo>
                  <a:lnTo>
                    <a:pt x="883" y="4373"/>
                  </a:lnTo>
                  <a:lnTo>
                    <a:pt x="782" y="4333"/>
                  </a:lnTo>
                  <a:lnTo>
                    <a:pt x="682" y="4273"/>
                  </a:lnTo>
                  <a:lnTo>
                    <a:pt x="602" y="4172"/>
                  </a:lnTo>
                  <a:lnTo>
                    <a:pt x="522" y="4052"/>
                  </a:lnTo>
                  <a:lnTo>
                    <a:pt x="481" y="3891"/>
                  </a:lnTo>
                  <a:lnTo>
                    <a:pt x="421" y="3571"/>
                  </a:lnTo>
                  <a:lnTo>
                    <a:pt x="401" y="3250"/>
                  </a:lnTo>
                  <a:lnTo>
                    <a:pt x="401" y="2608"/>
                  </a:lnTo>
                  <a:lnTo>
                    <a:pt x="361" y="1345"/>
                  </a:lnTo>
                  <a:lnTo>
                    <a:pt x="321" y="703"/>
                  </a:lnTo>
                  <a:lnTo>
                    <a:pt x="261" y="81"/>
                  </a:lnTo>
                  <a:lnTo>
                    <a:pt x="241" y="21"/>
                  </a:lnTo>
                  <a:lnTo>
                    <a:pt x="2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6" name="Google Shape;6026;p26"/>
            <p:cNvSpPr/>
            <p:nvPr/>
          </p:nvSpPr>
          <p:spPr>
            <a:xfrm>
              <a:off x="11362125" y="3705800"/>
              <a:ext cx="135400" cy="75725"/>
            </a:xfrm>
            <a:custGeom>
              <a:avLst/>
              <a:gdLst/>
              <a:ahLst/>
              <a:cxnLst/>
              <a:rect l="l" t="t" r="r" b="b"/>
              <a:pathLst>
                <a:path w="5416" h="3029" extrusionOk="0">
                  <a:moveTo>
                    <a:pt x="2708" y="1"/>
                  </a:moveTo>
                  <a:lnTo>
                    <a:pt x="2327" y="21"/>
                  </a:lnTo>
                  <a:lnTo>
                    <a:pt x="1906" y="61"/>
                  </a:lnTo>
                  <a:lnTo>
                    <a:pt x="1484" y="141"/>
                  </a:lnTo>
                  <a:lnTo>
                    <a:pt x="1063" y="261"/>
                  </a:lnTo>
                  <a:lnTo>
                    <a:pt x="863" y="341"/>
                  </a:lnTo>
                  <a:lnTo>
                    <a:pt x="682" y="422"/>
                  </a:lnTo>
                  <a:lnTo>
                    <a:pt x="522" y="502"/>
                  </a:lnTo>
                  <a:lnTo>
                    <a:pt x="361" y="602"/>
                  </a:lnTo>
                  <a:lnTo>
                    <a:pt x="241" y="722"/>
                  </a:lnTo>
                  <a:lnTo>
                    <a:pt x="141" y="843"/>
                  </a:lnTo>
                  <a:lnTo>
                    <a:pt x="61" y="963"/>
                  </a:lnTo>
                  <a:lnTo>
                    <a:pt x="0" y="1104"/>
                  </a:lnTo>
                  <a:lnTo>
                    <a:pt x="0" y="1184"/>
                  </a:lnTo>
                  <a:lnTo>
                    <a:pt x="0" y="1244"/>
                  </a:lnTo>
                  <a:lnTo>
                    <a:pt x="61" y="1404"/>
                  </a:lnTo>
                  <a:lnTo>
                    <a:pt x="161" y="1565"/>
                  </a:lnTo>
                  <a:lnTo>
                    <a:pt x="301" y="1725"/>
                  </a:lnTo>
                  <a:lnTo>
                    <a:pt x="462" y="1886"/>
                  </a:lnTo>
                  <a:lnTo>
                    <a:pt x="662" y="2046"/>
                  </a:lnTo>
                  <a:lnTo>
                    <a:pt x="883" y="2207"/>
                  </a:lnTo>
                  <a:lnTo>
                    <a:pt x="1123" y="2367"/>
                  </a:lnTo>
                  <a:lnTo>
                    <a:pt x="1605" y="2628"/>
                  </a:lnTo>
                  <a:lnTo>
                    <a:pt x="2066" y="2848"/>
                  </a:lnTo>
                  <a:lnTo>
                    <a:pt x="2447" y="2989"/>
                  </a:lnTo>
                  <a:lnTo>
                    <a:pt x="2587" y="3029"/>
                  </a:lnTo>
                  <a:lnTo>
                    <a:pt x="2808" y="3029"/>
                  </a:lnTo>
                  <a:lnTo>
                    <a:pt x="2948" y="2989"/>
                  </a:lnTo>
                  <a:lnTo>
                    <a:pt x="3349" y="2848"/>
                  </a:lnTo>
                  <a:lnTo>
                    <a:pt x="3811" y="2628"/>
                  </a:lnTo>
                  <a:lnTo>
                    <a:pt x="4292" y="2367"/>
                  </a:lnTo>
                  <a:lnTo>
                    <a:pt x="4513" y="2207"/>
                  </a:lnTo>
                  <a:lnTo>
                    <a:pt x="4733" y="2046"/>
                  </a:lnTo>
                  <a:lnTo>
                    <a:pt x="4934" y="1886"/>
                  </a:lnTo>
                  <a:lnTo>
                    <a:pt x="5114" y="1725"/>
                  </a:lnTo>
                  <a:lnTo>
                    <a:pt x="5255" y="1565"/>
                  </a:lnTo>
                  <a:lnTo>
                    <a:pt x="5355" y="1404"/>
                  </a:lnTo>
                  <a:lnTo>
                    <a:pt x="5395" y="1244"/>
                  </a:lnTo>
                  <a:lnTo>
                    <a:pt x="5415" y="1184"/>
                  </a:lnTo>
                  <a:lnTo>
                    <a:pt x="5395" y="1104"/>
                  </a:lnTo>
                  <a:lnTo>
                    <a:pt x="5355" y="963"/>
                  </a:lnTo>
                  <a:lnTo>
                    <a:pt x="5275" y="843"/>
                  </a:lnTo>
                  <a:lnTo>
                    <a:pt x="5174" y="722"/>
                  </a:lnTo>
                  <a:lnTo>
                    <a:pt x="5034" y="602"/>
                  </a:lnTo>
                  <a:lnTo>
                    <a:pt x="4894" y="502"/>
                  </a:lnTo>
                  <a:lnTo>
                    <a:pt x="4713" y="422"/>
                  </a:lnTo>
                  <a:lnTo>
                    <a:pt x="4533" y="341"/>
                  </a:lnTo>
                  <a:lnTo>
                    <a:pt x="4352" y="261"/>
                  </a:lnTo>
                  <a:lnTo>
                    <a:pt x="3931" y="141"/>
                  </a:lnTo>
                  <a:lnTo>
                    <a:pt x="3490" y="61"/>
                  </a:lnTo>
                  <a:lnTo>
                    <a:pt x="3089" y="21"/>
                  </a:lnTo>
                  <a:lnTo>
                    <a:pt x="270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7" name="Google Shape;6027;p26"/>
            <p:cNvSpPr/>
            <p:nvPr/>
          </p:nvSpPr>
          <p:spPr>
            <a:xfrm>
              <a:off x="11226750" y="3687250"/>
              <a:ext cx="75225" cy="75225"/>
            </a:xfrm>
            <a:custGeom>
              <a:avLst/>
              <a:gdLst/>
              <a:ahLst/>
              <a:cxnLst/>
              <a:rect l="l" t="t" r="r" b="b"/>
              <a:pathLst>
                <a:path w="3009" h="3009" extrusionOk="0">
                  <a:moveTo>
                    <a:pt x="1384" y="1"/>
                  </a:moveTo>
                  <a:lnTo>
                    <a:pt x="1204" y="41"/>
                  </a:lnTo>
                  <a:lnTo>
                    <a:pt x="1043" y="81"/>
                  </a:lnTo>
                  <a:lnTo>
                    <a:pt x="883" y="141"/>
                  </a:lnTo>
                  <a:lnTo>
                    <a:pt x="723" y="221"/>
                  </a:lnTo>
                  <a:lnTo>
                    <a:pt x="582" y="321"/>
                  </a:lnTo>
                  <a:lnTo>
                    <a:pt x="462" y="422"/>
                  </a:lnTo>
                  <a:lnTo>
                    <a:pt x="342" y="562"/>
                  </a:lnTo>
                  <a:lnTo>
                    <a:pt x="241" y="682"/>
                  </a:lnTo>
                  <a:lnTo>
                    <a:pt x="161" y="823"/>
                  </a:lnTo>
                  <a:lnTo>
                    <a:pt x="101" y="983"/>
                  </a:lnTo>
                  <a:lnTo>
                    <a:pt x="41" y="1144"/>
                  </a:lnTo>
                  <a:lnTo>
                    <a:pt x="21" y="1304"/>
                  </a:lnTo>
                  <a:lnTo>
                    <a:pt x="1" y="1485"/>
                  </a:lnTo>
                  <a:lnTo>
                    <a:pt x="1" y="1665"/>
                  </a:lnTo>
                  <a:lnTo>
                    <a:pt x="41" y="1825"/>
                  </a:lnTo>
                  <a:lnTo>
                    <a:pt x="81" y="2006"/>
                  </a:lnTo>
                  <a:lnTo>
                    <a:pt x="181" y="2207"/>
                  </a:lnTo>
                  <a:lnTo>
                    <a:pt x="281" y="2387"/>
                  </a:lnTo>
                  <a:lnTo>
                    <a:pt x="402" y="2547"/>
                  </a:lnTo>
                  <a:lnTo>
                    <a:pt x="562" y="2688"/>
                  </a:lnTo>
                  <a:lnTo>
                    <a:pt x="723" y="2808"/>
                  </a:lnTo>
                  <a:lnTo>
                    <a:pt x="903" y="2908"/>
                  </a:lnTo>
                  <a:lnTo>
                    <a:pt x="1104" y="2969"/>
                  </a:lnTo>
                  <a:lnTo>
                    <a:pt x="1304" y="3009"/>
                  </a:lnTo>
                  <a:lnTo>
                    <a:pt x="1645" y="3009"/>
                  </a:lnTo>
                  <a:lnTo>
                    <a:pt x="1806" y="2969"/>
                  </a:lnTo>
                  <a:lnTo>
                    <a:pt x="1966" y="2928"/>
                  </a:lnTo>
                  <a:lnTo>
                    <a:pt x="2106" y="2888"/>
                  </a:lnTo>
                  <a:lnTo>
                    <a:pt x="2247" y="2808"/>
                  </a:lnTo>
                  <a:lnTo>
                    <a:pt x="2367" y="2728"/>
                  </a:lnTo>
                  <a:lnTo>
                    <a:pt x="2487" y="2648"/>
                  </a:lnTo>
                  <a:lnTo>
                    <a:pt x="2588" y="2547"/>
                  </a:lnTo>
                  <a:lnTo>
                    <a:pt x="2668" y="2447"/>
                  </a:lnTo>
                  <a:lnTo>
                    <a:pt x="2768" y="2327"/>
                  </a:lnTo>
                  <a:lnTo>
                    <a:pt x="2828" y="2207"/>
                  </a:lnTo>
                  <a:lnTo>
                    <a:pt x="2888" y="2086"/>
                  </a:lnTo>
                  <a:lnTo>
                    <a:pt x="2949" y="1966"/>
                  </a:lnTo>
                  <a:lnTo>
                    <a:pt x="2969" y="1846"/>
                  </a:lnTo>
                  <a:lnTo>
                    <a:pt x="2989" y="1705"/>
                  </a:lnTo>
                  <a:lnTo>
                    <a:pt x="3009" y="1525"/>
                  </a:lnTo>
                  <a:lnTo>
                    <a:pt x="2989" y="1364"/>
                  </a:lnTo>
                  <a:lnTo>
                    <a:pt x="2969" y="1204"/>
                  </a:lnTo>
                  <a:lnTo>
                    <a:pt x="2929" y="1043"/>
                  </a:lnTo>
                  <a:lnTo>
                    <a:pt x="2848" y="883"/>
                  </a:lnTo>
                  <a:lnTo>
                    <a:pt x="2788" y="743"/>
                  </a:lnTo>
                  <a:lnTo>
                    <a:pt x="2688" y="602"/>
                  </a:lnTo>
                  <a:lnTo>
                    <a:pt x="2588" y="482"/>
                  </a:lnTo>
                  <a:lnTo>
                    <a:pt x="2467" y="361"/>
                  </a:lnTo>
                  <a:lnTo>
                    <a:pt x="2347" y="261"/>
                  </a:lnTo>
                  <a:lnTo>
                    <a:pt x="2207" y="181"/>
                  </a:lnTo>
                  <a:lnTo>
                    <a:pt x="2046" y="101"/>
                  </a:lnTo>
                  <a:lnTo>
                    <a:pt x="1906" y="61"/>
                  </a:lnTo>
                  <a:lnTo>
                    <a:pt x="1745" y="21"/>
                  </a:lnTo>
                  <a:lnTo>
                    <a:pt x="15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8" name="Google Shape;6028;p26"/>
            <p:cNvSpPr/>
            <p:nvPr/>
          </p:nvSpPr>
          <p:spPr>
            <a:xfrm>
              <a:off x="11154550" y="3736875"/>
              <a:ext cx="74725" cy="101800"/>
            </a:xfrm>
            <a:custGeom>
              <a:avLst/>
              <a:gdLst/>
              <a:ahLst/>
              <a:cxnLst/>
              <a:rect l="l" t="t" r="r" b="b"/>
              <a:pathLst>
                <a:path w="2989" h="4072" extrusionOk="0">
                  <a:moveTo>
                    <a:pt x="983" y="1"/>
                  </a:moveTo>
                  <a:lnTo>
                    <a:pt x="803" y="21"/>
                  </a:lnTo>
                  <a:lnTo>
                    <a:pt x="602" y="41"/>
                  </a:lnTo>
                  <a:lnTo>
                    <a:pt x="382" y="101"/>
                  </a:lnTo>
                  <a:lnTo>
                    <a:pt x="201" y="161"/>
                  </a:lnTo>
                  <a:lnTo>
                    <a:pt x="1" y="242"/>
                  </a:lnTo>
                  <a:lnTo>
                    <a:pt x="81" y="743"/>
                  </a:lnTo>
                  <a:lnTo>
                    <a:pt x="141" y="1244"/>
                  </a:lnTo>
                  <a:lnTo>
                    <a:pt x="241" y="1726"/>
                  </a:lnTo>
                  <a:lnTo>
                    <a:pt x="362" y="2207"/>
                  </a:lnTo>
                  <a:lnTo>
                    <a:pt x="482" y="2688"/>
                  </a:lnTo>
                  <a:lnTo>
                    <a:pt x="643" y="3149"/>
                  </a:lnTo>
                  <a:lnTo>
                    <a:pt x="823" y="3611"/>
                  </a:lnTo>
                  <a:lnTo>
                    <a:pt x="1044" y="4072"/>
                  </a:lnTo>
                  <a:lnTo>
                    <a:pt x="1244" y="4052"/>
                  </a:lnTo>
                  <a:lnTo>
                    <a:pt x="1425" y="4012"/>
                  </a:lnTo>
                  <a:lnTo>
                    <a:pt x="1605" y="3972"/>
                  </a:lnTo>
                  <a:lnTo>
                    <a:pt x="1786" y="3891"/>
                  </a:lnTo>
                  <a:lnTo>
                    <a:pt x="1946" y="3811"/>
                  </a:lnTo>
                  <a:lnTo>
                    <a:pt x="2107" y="3711"/>
                  </a:lnTo>
                  <a:lnTo>
                    <a:pt x="2247" y="3611"/>
                  </a:lnTo>
                  <a:lnTo>
                    <a:pt x="2387" y="3490"/>
                  </a:lnTo>
                  <a:lnTo>
                    <a:pt x="2508" y="3370"/>
                  </a:lnTo>
                  <a:lnTo>
                    <a:pt x="2608" y="3230"/>
                  </a:lnTo>
                  <a:lnTo>
                    <a:pt x="2708" y="3089"/>
                  </a:lnTo>
                  <a:lnTo>
                    <a:pt x="2788" y="2949"/>
                  </a:lnTo>
                  <a:lnTo>
                    <a:pt x="2869" y="2788"/>
                  </a:lnTo>
                  <a:lnTo>
                    <a:pt x="2909" y="2628"/>
                  </a:lnTo>
                  <a:lnTo>
                    <a:pt x="2949" y="2468"/>
                  </a:lnTo>
                  <a:lnTo>
                    <a:pt x="2989" y="2307"/>
                  </a:lnTo>
                  <a:lnTo>
                    <a:pt x="2989" y="2087"/>
                  </a:lnTo>
                  <a:lnTo>
                    <a:pt x="2989" y="1866"/>
                  </a:lnTo>
                  <a:lnTo>
                    <a:pt x="2949" y="1665"/>
                  </a:lnTo>
                  <a:lnTo>
                    <a:pt x="2889" y="1445"/>
                  </a:lnTo>
                  <a:lnTo>
                    <a:pt x="2808" y="1244"/>
                  </a:lnTo>
                  <a:lnTo>
                    <a:pt x="2728" y="1064"/>
                  </a:lnTo>
                  <a:lnTo>
                    <a:pt x="2608" y="883"/>
                  </a:lnTo>
                  <a:lnTo>
                    <a:pt x="2488" y="703"/>
                  </a:lnTo>
                  <a:lnTo>
                    <a:pt x="2327" y="562"/>
                  </a:lnTo>
                  <a:lnTo>
                    <a:pt x="2187" y="422"/>
                  </a:lnTo>
                  <a:lnTo>
                    <a:pt x="2006" y="302"/>
                  </a:lnTo>
                  <a:lnTo>
                    <a:pt x="1826" y="201"/>
                  </a:lnTo>
                  <a:lnTo>
                    <a:pt x="1625" y="121"/>
                  </a:lnTo>
                  <a:lnTo>
                    <a:pt x="1425" y="61"/>
                  </a:lnTo>
                  <a:lnTo>
                    <a:pt x="1204" y="21"/>
                  </a:lnTo>
                  <a:lnTo>
                    <a:pt x="98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9" name="Google Shape;6029;p26"/>
            <p:cNvSpPr/>
            <p:nvPr/>
          </p:nvSpPr>
          <p:spPr>
            <a:xfrm>
              <a:off x="11154550" y="3736875"/>
              <a:ext cx="74725" cy="101800"/>
            </a:xfrm>
            <a:custGeom>
              <a:avLst/>
              <a:gdLst/>
              <a:ahLst/>
              <a:cxnLst/>
              <a:rect l="l" t="t" r="r" b="b"/>
              <a:pathLst>
                <a:path w="2989" h="4072" fill="none" extrusionOk="0">
                  <a:moveTo>
                    <a:pt x="983" y="1"/>
                  </a:moveTo>
                  <a:lnTo>
                    <a:pt x="983" y="1"/>
                  </a:lnTo>
                  <a:lnTo>
                    <a:pt x="803" y="21"/>
                  </a:lnTo>
                  <a:lnTo>
                    <a:pt x="803" y="21"/>
                  </a:lnTo>
                  <a:lnTo>
                    <a:pt x="602" y="41"/>
                  </a:lnTo>
                  <a:lnTo>
                    <a:pt x="382" y="101"/>
                  </a:lnTo>
                  <a:lnTo>
                    <a:pt x="201" y="161"/>
                  </a:lnTo>
                  <a:lnTo>
                    <a:pt x="1" y="242"/>
                  </a:lnTo>
                  <a:lnTo>
                    <a:pt x="1" y="242"/>
                  </a:lnTo>
                  <a:lnTo>
                    <a:pt x="81" y="743"/>
                  </a:lnTo>
                  <a:lnTo>
                    <a:pt x="141" y="1244"/>
                  </a:lnTo>
                  <a:lnTo>
                    <a:pt x="241" y="1726"/>
                  </a:lnTo>
                  <a:lnTo>
                    <a:pt x="362" y="2207"/>
                  </a:lnTo>
                  <a:lnTo>
                    <a:pt x="482" y="2688"/>
                  </a:lnTo>
                  <a:lnTo>
                    <a:pt x="643" y="3149"/>
                  </a:lnTo>
                  <a:lnTo>
                    <a:pt x="823" y="3611"/>
                  </a:lnTo>
                  <a:lnTo>
                    <a:pt x="1044" y="4072"/>
                  </a:lnTo>
                  <a:lnTo>
                    <a:pt x="1044" y="4072"/>
                  </a:lnTo>
                  <a:lnTo>
                    <a:pt x="1244" y="4052"/>
                  </a:lnTo>
                  <a:lnTo>
                    <a:pt x="1425" y="4012"/>
                  </a:lnTo>
                  <a:lnTo>
                    <a:pt x="1605" y="3972"/>
                  </a:lnTo>
                  <a:lnTo>
                    <a:pt x="1786" y="3891"/>
                  </a:lnTo>
                  <a:lnTo>
                    <a:pt x="1946" y="3811"/>
                  </a:lnTo>
                  <a:lnTo>
                    <a:pt x="2107" y="3711"/>
                  </a:lnTo>
                  <a:lnTo>
                    <a:pt x="2247" y="3611"/>
                  </a:lnTo>
                  <a:lnTo>
                    <a:pt x="2387" y="3490"/>
                  </a:lnTo>
                  <a:lnTo>
                    <a:pt x="2508" y="3370"/>
                  </a:lnTo>
                  <a:lnTo>
                    <a:pt x="2608" y="3230"/>
                  </a:lnTo>
                  <a:lnTo>
                    <a:pt x="2708" y="3089"/>
                  </a:lnTo>
                  <a:lnTo>
                    <a:pt x="2788" y="2949"/>
                  </a:lnTo>
                  <a:lnTo>
                    <a:pt x="2869" y="2788"/>
                  </a:lnTo>
                  <a:lnTo>
                    <a:pt x="2909" y="2628"/>
                  </a:lnTo>
                  <a:lnTo>
                    <a:pt x="2949" y="2468"/>
                  </a:lnTo>
                  <a:lnTo>
                    <a:pt x="2989" y="2307"/>
                  </a:lnTo>
                  <a:lnTo>
                    <a:pt x="2989" y="2307"/>
                  </a:lnTo>
                  <a:lnTo>
                    <a:pt x="2989" y="2087"/>
                  </a:lnTo>
                  <a:lnTo>
                    <a:pt x="2989" y="1866"/>
                  </a:lnTo>
                  <a:lnTo>
                    <a:pt x="2949" y="1665"/>
                  </a:lnTo>
                  <a:lnTo>
                    <a:pt x="2889" y="1445"/>
                  </a:lnTo>
                  <a:lnTo>
                    <a:pt x="2808" y="1244"/>
                  </a:lnTo>
                  <a:lnTo>
                    <a:pt x="2728" y="1064"/>
                  </a:lnTo>
                  <a:lnTo>
                    <a:pt x="2608" y="883"/>
                  </a:lnTo>
                  <a:lnTo>
                    <a:pt x="2488" y="703"/>
                  </a:lnTo>
                  <a:lnTo>
                    <a:pt x="2327" y="562"/>
                  </a:lnTo>
                  <a:lnTo>
                    <a:pt x="2187" y="422"/>
                  </a:lnTo>
                  <a:lnTo>
                    <a:pt x="2006" y="302"/>
                  </a:lnTo>
                  <a:lnTo>
                    <a:pt x="1826" y="201"/>
                  </a:lnTo>
                  <a:lnTo>
                    <a:pt x="1625" y="121"/>
                  </a:lnTo>
                  <a:lnTo>
                    <a:pt x="1425" y="61"/>
                  </a:lnTo>
                  <a:lnTo>
                    <a:pt x="1204" y="21"/>
                  </a:lnTo>
                  <a:lnTo>
                    <a:pt x="983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0" name="Google Shape;6030;p26"/>
            <p:cNvSpPr/>
            <p:nvPr/>
          </p:nvSpPr>
          <p:spPr>
            <a:xfrm>
              <a:off x="11127975" y="3742900"/>
              <a:ext cx="52675" cy="95775"/>
            </a:xfrm>
            <a:custGeom>
              <a:avLst/>
              <a:gdLst/>
              <a:ahLst/>
              <a:cxnLst/>
              <a:rect l="l" t="t" r="r" b="b"/>
              <a:pathLst>
                <a:path w="2107" h="3831" extrusionOk="0">
                  <a:moveTo>
                    <a:pt x="1064" y="1"/>
                  </a:moveTo>
                  <a:lnTo>
                    <a:pt x="923" y="101"/>
                  </a:lnTo>
                  <a:lnTo>
                    <a:pt x="763" y="201"/>
                  </a:lnTo>
                  <a:lnTo>
                    <a:pt x="643" y="321"/>
                  </a:lnTo>
                  <a:lnTo>
                    <a:pt x="522" y="442"/>
                  </a:lnTo>
                  <a:lnTo>
                    <a:pt x="402" y="582"/>
                  </a:lnTo>
                  <a:lnTo>
                    <a:pt x="302" y="723"/>
                  </a:lnTo>
                  <a:lnTo>
                    <a:pt x="222" y="883"/>
                  </a:lnTo>
                  <a:lnTo>
                    <a:pt x="141" y="1043"/>
                  </a:lnTo>
                  <a:lnTo>
                    <a:pt x="81" y="1204"/>
                  </a:lnTo>
                  <a:lnTo>
                    <a:pt x="41" y="1384"/>
                  </a:lnTo>
                  <a:lnTo>
                    <a:pt x="1" y="1565"/>
                  </a:lnTo>
                  <a:lnTo>
                    <a:pt x="1" y="1745"/>
                  </a:lnTo>
                  <a:lnTo>
                    <a:pt x="1" y="1926"/>
                  </a:lnTo>
                  <a:lnTo>
                    <a:pt x="21" y="2106"/>
                  </a:lnTo>
                  <a:lnTo>
                    <a:pt x="61" y="2287"/>
                  </a:lnTo>
                  <a:lnTo>
                    <a:pt x="121" y="2487"/>
                  </a:lnTo>
                  <a:lnTo>
                    <a:pt x="222" y="2748"/>
                  </a:lnTo>
                  <a:lnTo>
                    <a:pt x="382" y="2989"/>
                  </a:lnTo>
                  <a:lnTo>
                    <a:pt x="542" y="3209"/>
                  </a:lnTo>
                  <a:lnTo>
                    <a:pt x="743" y="3390"/>
                  </a:lnTo>
                  <a:lnTo>
                    <a:pt x="964" y="3550"/>
                  </a:lnTo>
                  <a:lnTo>
                    <a:pt x="1204" y="3691"/>
                  </a:lnTo>
                  <a:lnTo>
                    <a:pt x="1485" y="3771"/>
                  </a:lnTo>
                  <a:lnTo>
                    <a:pt x="1766" y="3831"/>
                  </a:lnTo>
                  <a:lnTo>
                    <a:pt x="2107" y="3831"/>
                  </a:lnTo>
                  <a:lnTo>
                    <a:pt x="1886" y="3370"/>
                  </a:lnTo>
                  <a:lnTo>
                    <a:pt x="1706" y="2908"/>
                  </a:lnTo>
                  <a:lnTo>
                    <a:pt x="1545" y="2447"/>
                  </a:lnTo>
                  <a:lnTo>
                    <a:pt x="1425" y="1966"/>
                  </a:lnTo>
                  <a:lnTo>
                    <a:pt x="1304" y="1485"/>
                  </a:lnTo>
                  <a:lnTo>
                    <a:pt x="1204" y="1003"/>
                  </a:lnTo>
                  <a:lnTo>
                    <a:pt x="1144" y="502"/>
                  </a:lnTo>
                  <a:lnTo>
                    <a:pt x="1064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1" name="Google Shape;6031;p26"/>
            <p:cNvSpPr/>
            <p:nvPr/>
          </p:nvSpPr>
          <p:spPr>
            <a:xfrm>
              <a:off x="11127975" y="3742900"/>
              <a:ext cx="52675" cy="95775"/>
            </a:xfrm>
            <a:custGeom>
              <a:avLst/>
              <a:gdLst/>
              <a:ahLst/>
              <a:cxnLst/>
              <a:rect l="l" t="t" r="r" b="b"/>
              <a:pathLst>
                <a:path w="2107" h="3831" fill="none" extrusionOk="0">
                  <a:moveTo>
                    <a:pt x="1064" y="1"/>
                  </a:moveTo>
                  <a:lnTo>
                    <a:pt x="1064" y="1"/>
                  </a:lnTo>
                  <a:lnTo>
                    <a:pt x="923" y="101"/>
                  </a:lnTo>
                  <a:lnTo>
                    <a:pt x="763" y="201"/>
                  </a:lnTo>
                  <a:lnTo>
                    <a:pt x="643" y="321"/>
                  </a:lnTo>
                  <a:lnTo>
                    <a:pt x="522" y="442"/>
                  </a:lnTo>
                  <a:lnTo>
                    <a:pt x="402" y="582"/>
                  </a:lnTo>
                  <a:lnTo>
                    <a:pt x="302" y="723"/>
                  </a:lnTo>
                  <a:lnTo>
                    <a:pt x="222" y="883"/>
                  </a:lnTo>
                  <a:lnTo>
                    <a:pt x="141" y="1043"/>
                  </a:lnTo>
                  <a:lnTo>
                    <a:pt x="81" y="1204"/>
                  </a:lnTo>
                  <a:lnTo>
                    <a:pt x="41" y="1384"/>
                  </a:lnTo>
                  <a:lnTo>
                    <a:pt x="1" y="1565"/>
                  </a:lnTo>
                  <a:lnTo>
                    <a:pt x="1" y="1745"/>
                  </a:lnTo>
                  <a:lnTo>
                    <a:pt x="1" y="1926"/>
                  </a:lnTo>
                  <a:lnTo>
                    <a:pt x="21" y="2106"/>
                  </a:lnTo>
                  <a:lnTo>
                    <a:pt x="61" y="2287"/>
                  </a:lnTo>
                  <a:lnTo>
                    <a:pt x="121" y="2487"/>
                  </a:lnTo>
                  <a:lnTo>
                    <a:pt x="121" y="2487"/>
                  </a:lnTo>
                  <a:lnTo>
                    <a:pt x="222" y="2748"/>
                  </a:lnTo>
                  <a:lnTo>
                    <a:pt x="382" y="2989"/>
                  </a:lnTo>
                  <a:lnTo>
                    <a:pt x="542" y="3209"/>
                  </a:lnTo>
                  <a:lnTo>
                    <a:pt x="743" y="3390"/>
                  </a:lnTo>
                  <a:lnTo>
                    <a:pt x="964" y="3550"/>
                  </a:lnTo>
                  <a:lnTo>
                    <a:pt x="1204" y="3691"/>
                  </a:lnTo>
                  <a:lnTo>
                    <a:pt x="1485" y="3771"/>
                  </a:lnTo>
                  <a:lnTo>
                    <a:pt x="1766" y="3831"/>
                  </a:lnTo>
                  <a:lnTo>
                    <a:pt x="1766" y="3831"/>
                  </a:lnTo>
                  <a:lnTo>
                    <a:pt x="1986" y="3831"/>
                  </a:lnTo>
                  <a:lnTo>
                    <a:pt x="1986" y="3831"/>
                  </a:lnTo>
                  <a:lnTo>
                    <a:pt x="2107" y="3831"/>
                  </a:lnTo>
                  <a:lnTo>
                    <a:pt x="2107" y="3831"/>
                  </a:lnTo>
                  <a:lnTo>
                    <a:pt x="1886" y="3370"/>
                  </a:lnTo>
                  <a:lnTo>
                    <a:pt x="1706" y="2908"/>
                  </a:lnTo>
                  <a:lnTo>
                    <a:pt x="1545" y="2447"/>
                  </a:lnTo>
                  <a:lnTo>
                    <a:pt x="1425" y="1966"/>
                  </a:lnTo>
                  <a:lnTo>
                    <a:pt x="1304" y="1485"/>
                  </a:lnTo>
                  <a:lnTo>
                    <a:pt x="1204" y="1003"/>
                  </a:lnTo>
                  <a:lnTo>
                    <a:pt x="1144" y="502"/>
                  </a:lnTo>
                  <a:lnTo>
                    <a:pt x="1064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2" name="Google Shape;6032;p26"/>
            <p:cNvSpPr/>
            <p:nvPr/>
          </p:nvSpPr>
          <p:spPr>
            <a:xfrm>
              <a:off x="11629850" y="3736875"/>
              <a:ext cx="101800" cy="101800"/>
            </a:xfrm>
            <a:custGeom>
              <a:avLst/>
              <a:gdLst/>
              <a:ahLst/>
              <a:cxnLst/>
              <a:rect l="l" t="t" r="r" b="b"/>
              <a:pathLst>
                <a:path w="4072" h="4072" extrusionOk="0">
                  <a:moveTo>
                    <a:pt x="2066" y="1"/>
                  </a:moveTo>
                  <a:lnTo>
                    <a:pt x="1886" y="21"/>
                  </a:lnTo>
                  <a:lnTo>
                    <a:pt x="1645" y="41"/>
                  </a:lnTo>
                  <a:lnTo>
                    <a:pt x="1404" y="121"/>
                  </a:lnTo>
                  <a:lnTo>
                    <a:pt x="1184" y="201"/>
                  </a:lnTo>
                  <a:lnTo>
                    <a:pt x="983" y="302"/>
                  </a:lnTo>
                  <a:lnTo>
                    <a:pt x="803" y="442"/>
                  </a:lnTo>
                  <a:lnTo>
                    <a:pt x="622" y="582"/>
                  </a:lnTo>
                  <a:lnTo>
                    <a:pt x="482" y="763"/>
                  </a:lnTo>
                  <a:lnTo>
                    <a:pt x="341" y="943"/>
                  </a:lnTo>
                  <a:lnTo>
                    <a:pt x="221" y="1124"/>
                  </a:lnTo>
                  <a:lnTo>
                    <a:pt x="141" y="1345"/>
                  </a:lnTo>
                  <a:lnTo>
                    <a:pt x="61" y="1545"/>
                  </a:lnTo>
                  <a:lnTo>
                    <a:pt x="21" y="1786"/>
                  </a:lnTo>
                  <a:lnTo>
                    <a:pt x="0" y="2006"/>
                  </a:lnTo>
                  <a:lnTo>
                    <a:pt x="21" y="2247"/>
                  </a:lnTo>
                  <a:lnTo>
                    <a:pt x="61" y="2488"/>
                  </a:lnTo>
                  <a:lnTo>
                    <a:pt x="141" y="2728"/>
                  </a:lnTo>
                  <a:lnTo>
                    <a:pt x="241" y="2989"/>
                  </a:lnTo>
                  <a:lnTo>
                    <a:pt x="381" y="3230"/>
                  </a:lnTo>
                  <a:lnTo>
                    <a:pt x="562" y="3450"/>
                  </a:lnTo>
                  <a:lnTo>
                    <a:pt x="763" y="3631"/>
                  </a:lnTo>
                  <a:lnTo>
                    <a:pt x="983" y="3791"/>
                  </a:lnTo>
                  <a:lnTo>
                    <a:pt x="1224" y="3932"/>
                  </a:lnTo>
                  <a:lnTo>
                    <a:pt x="1484" y="4012"/>
                  </a:lnTo>
                  <a:lnTo>
                    <a:pt x="1765" y="4072"/>
                  </a:lnTo>
                  <a:lnTo>
                    <a:pt x="2206" y="4072"/>
                  </a:lnTo>
                  <a:lnTo>
                    <a:pt x="2427" y="4032"/>
                  </a:lnTo>
                  <a:lnTo>
                    <a:pt x="2608" y="3992"/>
                  </a:lnTo>
                  <a:lnTo>
                    <a:pt x="2788" y="3932"/>
                  </a:lnTo>
                  <a:lnTo>
                    <a:pt x="2969" y="3851"/>
                  </a:lnTo>
                  <a:lnTo>
                    <a:pt x="3129" y="3751"/>
                  </a:lnTo>
                  <a:lnTo>
                    <a:pt x="3289" y="3651"/>
                  </a:lnTo>
                  <a:lnTo>
                    <a:pt x="3430" y="3531"/>
                  </a:lnTo>
                  <a:lnTo>
                    <a:pt x="3550" y="3390"/>
                  </a:lnTo>
                  <a:lnTo>
                    <a:pt x="3670" y="3250"/>
                  </a:lnTo>
                  <a:lnTo>
                    <a:pt x="3771" y="3109"/>
                  </a:lnTo>
                  <a:lnTo>
                    <a:pt x="3851" y="2969"/>
                  </a:lnTo>
                  <a:lnTo>
                    <a:pt x="3931" y="2809"/>
                  </a:lnTo>
                  <a:lnTo>
                    <a:pt x="3991" y="2648"/>
                  </a:lnTo>
                  <a:lnTo>
                    <a:pt x="4031" y="2488"/>
                  </a:lnTo>
                  <a:lnTo>
                    <a:pt x="4051" y="2307"/>
                  </a:lnTo>
                  <a:lnTo>
                    <a:pt x="4072" y="2087"/>
                  </a:lnTo>
                  <a:lnTo>
                    <a:pt x="4051" y="1866"/>
                  </a:lnTo>
                  <a:lnTo>
                    <a:pt x="4031" y="1665"/>
                  </a:lnTo>
                  <a:lnTo>
                    <a:pt x="3971" y="1445"/>
                  </a:lnTo>
                  <a:lnTo>
                    <a:pt x="3891" y="1244"/>
                  </a:lnTo>
                  <a:lnTo>
                    <a:pt x="3791" y="1064"/>
                  </a:lnTo>
                  <a:lnTo>
                    <a:pt x="3690" y="883"/>
                  </a:lnTo>
                  <a:lnTo>
                    <a:pt x="3550" y="703"/>
                  </a:lnTo>
                  <a:lnTo>
                    <a:pt x="3410" y="562"/>
                  </a:lnTo>
                  <a:lnTo>
                    <a:pt x="3249" y="422"/>
                  </a:lnTo>
                  <a:lnTo>
                    <a:pt x="3089" y="302"/>
                  </a:lnTo>
                  <a:lnTo>
                    <a:pt x="2908" y="201"/>
                  </a:lnTo>
                  <a:lnTo>
                    <a:pt x="2708" y="121"/>
                  </a:lnTo>
                  <a:lnTo>
                    <a:pt x="2507" y="61"/>
                  </a:lnTo>
                  <a:lnTo>
                    <a:pt x="2287" y="21"/>
                  </a:lnTo>
                  <a:lnTo>
                    <a:pt x="206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3" name="Google Shape;6033;p26"/>
            <p:cNvSpPr/>
            <p:nvPr/>
          </p:nvSpPr>
          <p:spPr>
            <a:xfrm>
              <a:off x="11629850" y="3736875"/>
              <a:ext cx="101800" cy="101800"/>
            </a:xfrm>
            <a:custGeom>
              <a:avLst/>
              <a:gdLst/>
              <a:ahLst/>
              <a:cxnLst/>
              <a:rect l="l" t="t" r="r" b="b"/>
              <a:pathLst>
                <a:path w="4072" h="4072" fill="none" extrusionOk="0">
                  <a:moveTo>
                    <a:pt x="2066" y="1"/>
                  </a:moveTo>
                  <a:lnTo>
                    <a:pt x="2066" y="1"/>
                  </a:lnTo>
                  <a:lnTo>
                    <a:pt x="1886" y="21"/>
                  </a:lnTo>
                  <a:lnTo>
                    <a:pt x="1886" y="21"/>
                  </a:lnTo>
                  <a:lnTo>
                    <a:pt x="1645" y="41"/>
                  </a:lnTo>
                  <a:lnTo>
                    <a:pt x="1404" y="121"/>
                  </a:lnTo>
                  <a:lnTo>
                    <a:pt x="1184" y="201"/>
                  </a:lnTo>
                  <a:lnTo>
                    <a:pt x="983" y="302"/>
                  </a:lnTo>
                  <a:lnTo>
                    <a:pt x="803" y="442"/>
                  </a:lnTo>
                  <a:lnTo>
                    <a:pt x="622" y="582"/>
                  </a:lnTo>
                  <a:lnTo>
                    <a:pt x="482" y="763"/>
                  </a:lnTo>
                  <a:lnTo>
                    <a:pt x="341" y="943"/>
                  </a:lnTo>
                  <a:lnTo>
                    <a:pt x="221" y="1124"/>
                  </a:lnTo>
                  <a:lnTo>
                    <a:pt x="141" y="1345"/>
                  </a:lnTo>
                  <a:lnTo>
                    <a:pt x="61" y="1545"/>
                  </a:lnTo>
                  <a:lnTo>
                    <a:pt x="21" y="1786"/>
                  </a:lnTo>
                  <a:lnTo>
                    <a:pt x="0" y="2006"/>
                  </a:lnTo>
                  <a:lnTo>
                    <a:pt x="21" y="2247"/>
                  </a:lnTo>
                  <a:lnTo>
                    <a:pt x="61" y="2488"/>
                  </a:lnTo>
                  <a:lnTo>
                    <a:pt x="141" y="2728"/>
                  </a:lnTo>
                  <a:lnTo>
                    <a:pt x="141" y="2728"/>
                  </a:lnTo>
                  <a:lnTo>
                    <a:pt x="241" y="2989"/>
                  </a:lnTo>
                  <a:lnTo>
                    <a:pt x="381" y="3230"/>
                  </a:lnTo>
                  <a:lnTo>
                    <a:pt x="562" y="3450"/>
                  </a:lnTo>
                  <a:lnTo>
                    <a:pt x="763" y="3631"/>
                  </a:lnTo>
                  <a:lnTo>
                    <a:pt x="983" y="3791"/>
                  </a:lnTo>
                  <a:lnTo>
                    <a:pt x="1224" y="3932"/>
                  </a:lnTo>
                  <a:lnTo>
                    <a:pt x="1484" y="4012"/>
                  </a:lnTo>
                  <a:lnTo>
                    <a:pt x="1765" y="4072"/>
                  </a:lnTo>
                  <a:lnTo>
                    <a:pt x="1765" y="4072"/>
                  </a:lnTo>
                  <a:lnTo>
                    <a:pt x="2006" y="4072"/>
                  </a:lnTo>
                  <a:lnTo>
                    <a:pt x="2006" y="4072"/>
                  </a:lnTo>
                  <a:lnTo>
                    <a:pt x="2206" y="4072"/>
                  </a:lnTo>
                  <a:lnTo>
                    <a:pt x="2427" y="4032"/>
                  </a:lnTo>
                  <a:lnTo>
                    <a:pt x="2608" y="3992"/>
                  </a:lnTo>
                  <a:lnTo>
                    <a:pt x="2788" y="3932"/>
                  </a:lnTo>
                  <a:lnTo>
                    <a:pt x="2969" y="3851"/>
                  </a:lnTo>
                  <a:lnTo>
                    <a:pt x="3129" y="3751"/>
                  </a:lnTo>
                  <a:lnTo>
                    <a:pt x="3289" y="3651"/>
                  </a:lnTo>
                  <a:lnTo>
                    <a:pt x="3430" y="3531"/>
                  </a:lnTo>
                  <a:lnTo>
                    <a:pt x="3550" y="3390"/>
                  </a:lnTo>
                  <a:lnTo>
                    <a:pt x="3670" y="3250"/>
                  </a:lnTo>
                  <a:lnTo>
                    <a:pt x="3771" y="3109"/>
                  </a:lnTo>
                  <a:lnTo>
                    <a:pt x="3851" y="2969"/>
                  </a:lnTo>
                  <a:lnTo>
                    <a:pt x="3931" y="2809"/>
                  </a:lnTo>
                  <a:lnTo>
                    <a:pt x="3991" y="2648"/>
                  </a:lnTo>
                  <a:lnTo>
                    <a:pt x="4031" y="2488"/>
                  </a:lnTo>
                  <a:lnTo>
                    <a:pt x="4051" y="2307"/>
                  </a:lnTo>
                  <a:lnTo>
                    <a:pt x="4051" y="2307"/>
                  </a:lnTo>
                  <a:lnTo>
                    <a:pt x="4072" y="2087"/>
                  </a:lnTo>
                  <a:lnTo>
                    <a:pt x="4051" y="1866"/>
                  </a:lnTo>
                  <a:lnTo>
                    <a:pt x="4031" y="1665"/>
                  </a:lnTo>
                  <a:lnTo>
                    <a:pt x="3971" y="1445"/>
                  </a:lnTo>
                  <a:lnTo>
                    <a:pt x="3891" y="1244"/>
                  </a:lnTo>
                  <a:lnTo>
                    <a:pt x="3791" y="1064"/>
                  </a:lnTo>
                  <a:lnTo>
                    <a:pt x="3690" y="883"/>
                  </a:lnTo>
                  <a:lnTo>
                    <a:pt x="3550" y="703"/>
                  </a:lnTo>
                  <a:lnTo>
                    <a:pt x="3410" y="562"/>
                  </a:lnTo>
                  <a:lnTo>
                    <a:pt x="3249" y="422"/>
                  </a:lnTo>
                  <a:lnTo>
                    <a:pt x="3089" y="302"/>
                  </a:lnTo>
                  <a:lnTo>
                    <a:pt x="2908" y="201"/>
                  </a:lnTo>
                  <a:lnTo>
                    <a:pt x="2708" y="121"/>
                  </a:lnTo>
                  <a:lnTo>
                    <a:pt x="2507" y="61"/>
                  </a:lnTo>
                  <a:lnTo>
                    <a:pt x="2287" y="21"/>
                  </a:lnTo>
                  <a:lnTo>
                    <a:pt x="2066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4" name="Google Shape;6034;p26"/>
            <p:cNvSpPr/>
            <p:nvPr/>
          </p:nvSpPr>
          <p:spPr>
            <a:xfrm>
              <a:off x="11203200" y="3587475"/>
              <a:ext cx="83250" cy="49150"/>
            </a:xfrm>
            <a:custGeom>
              <a:avLst/>
              <a:gdLst/>
              <a:ahLst/>
              <a:cxnLst/>
              <a:rect l="l" t="t" r="r" b="b"/>
              <a:pathLst>
                <a:path w="3330" h="1966" extrusionOk="0">
                  <a:moveTo>
                    <a:pt x="2266" y="1"/>
                  </a:moveTo>
                  <a:lnTo>
                    <a:pt x="2006" y="41"/>
                  </a:lnTo>
                  <a:lnTo>
                    <a:pt x="1745" y="101"/>
                  </a:lnTo>
                  <a:lnTo>
                    <a:pt x="1484" y="181"/>
                  </a:lnTo>
                  <a:lnTo>
                    <a:pt x="1223" y="281"/>
                  </a:lnTo>
                  <a:lnTo>
                    <a:pt x="983" y="422"/>
                  </a:lnTo>
                  <a:lnTo>
                    <a:pt x="742" y="562"/>
                  </a:lnTo>
                  <a:lnTo>
                    <a:pt x="542" y="723"/>
                  </a:lnTo>
                  <a:lnTo>
                    <a:pt x="361" y="903"/>
                  </a:lnTo>
                  <a:lnTo>
                    <a:pt x="201" y="1104"/>
                  </a:lnTo>
                  <a:lnTo>
                    <a:pt x="80" y="1304"/>
                  </a:lnTo>
                  <a:lnTo>
                    <a:pt x="20" y="1525"/>
                  </a:lnTo>
                  <a:lnTo>
                    <a:pt x="0" y="1645"/>
                  </a:lnTo>
                  <a:lnTo>
                    <a:pt x="0" y="1765"/>
                  </a:lnTo>
                  <a:lnTo>
                    <a:pt x="20" y="1846"/>
                  </a:lnTo>
                  <a:lnTo>
                    <a:pt x="80" y="1926"/>
                  </a:lnTo>
                  <a:lnTo>
                    <a:pt x="161" y="1966"/>
                  </a:lnTo>
                  <a:lnTo>
                    <a:pt x="201" y="1966"/>
                  </a:lnTo>
                  <a:lnTo>
                    <a:pt x="261" y="1946"/>
                  </a:lnTo>
                  <a:lnTo>
                    <a:pt x="441" y="1886"/>
                  </a:lnTo>
                  <a:lnTo>
                    <a:pt x="602" y="1806"/>
                  </a:lnTo>
                  <a:lnTo>
                    <a:pt x="943" y="1585"/>
                  </a:lnTo>
                  <a:lnTo>
                    <a:pt x="1284" y="1364"/>
                  </a:lnTo>
                  <a:lnTo>
                    <a:pt x="1464" y="1284"/>
                  </a:lnTo>
                  <a:lnTo>
                    <a:pt x="1645" y="1184"/>
                  </a:lnTo>
                  <a:lnTo>
                    <a:pt x="1825" y="1124"/>
                  </a:lnTo>
                  <a:lnTo>
                    <a:pt x="2026" y="1084"/>
                  </a:lnTo>
                  <a:lnTo>
                    <a:pt x="2407" y="1003"/>
                  </a:lnTo>
                  <a:lnTo>
                    <a:pt x="2788" y="923"/>
                  </a:lnTo>
                  <a:lnTo>
                    <a:pt x="2988" y="863"/>
                  </a:lnTo>
                  <a:lnTo>
                    <a:pt x="3169" y="783"/>
                  </a:lnTo>
                  <a:lnTo>
                    <a:pt x="3249" y="743"/>
                  </a:lnTo>
                  <a:lnTo>
                    <a:pt x="3309" y="662"/>
                  </a:lnTo>
                  <a:lnTo>
                    <a:pt x="3329" y="582"/>
                  </a:lnTo>
                  <a:lnTo>
                    <a:pt x="3329" y="502"/>
                  </a:lnTo>
                  <a:lnTo>
                    <a:pt x="3329" y="402"/>
                  </a:lnTo>
                  <a:lnTo>
                    <a:pt x="3289" y="322"/>
                  </a:lnTo>
                  <a:lnTo>
                    <a:pt x="3229" y="261"/>
                  </a:lnTo>
                  <a:lnTo>
                    <a:pt x="3169" y="201"/>
                  </a:lnTo>
                  <a:lnTo>
                    <a:pt x="2968" y="101"/>
                  </a:lnTo>
                  <a:lnTo>
                    <a:pt x="2748" y="41"/>
                  </a:lnTo>
                  <a:lnTo>
                    <a:pt x="252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5" name="Google Shape;6035;p26"/>
            <p:cNvSpPr/>
            <p:nvPr/>
          </p:nvSpPr>
          <p:spPr>
            <a:xfrm>
              <a:off x="11551125" y="3687250"/>
              <a:ext cx="74750" cy="75225"/>
            </a:xfrm>
            <a:custGeom>
              <a:avLst/>
              <a:gdLst/>
              <a:ahLst/>
              <a:cxnLst/>
              <a:rect l="l" t="t" r="r" b="b"/>
              <a:pathLst>
                <a:path w="2990" h="3009" extrusionOk="0">
                  <a:moveTo>
                    <a:pt x="1425" y="1"/>
                  </a:moveTo>
                  <a:lnTo>
                    <a:pt x="1264" y="21"/>
                  </a:lnTo>
                  <a:lnTo>
                    <a:pt x="1104" y="61"/>
                  </a:lnTo>
                  <a:lnTo>
                    <a:pt x="943" y="101"/>
                  </a:lnTo>
                  <a:lnTo>
                    <a:pt x="803" y="181"/>
                  </a:lnTo>
                  <a:lnTo>
                    <a:pt x="663" y="261"/>
                  </a:lnTo>
                  <a:lnTo>
                    <a:pt x="522" y="361"/>
                  </a:lnTo>
                  <a:lnTo>
                    <a:pt x="422" y="482"/>
                  </a:lnTo>
                  <a:lnTo>
                    <a:pt x="302" y="602"/>
                  </a:lnTo>
                  <a:lnTo>
                    <a:pt x="221" y="743"/>
                  </a:lnTo>
                  <a:lnTo>
                    <a:pt x="141" y="883"/>
                  </a:lnTo>
                  <a:lnTo>
                    <a:pt x="81" y="1043"/>
                  </a:lnTo>
                  <a:lnTo>
                    <a:pt x="41" y="1204"/>
                  </a:lnTo>
                  <a:lnTo>
                    <a:pt x="1" y="1364"/>
                  </a:lnTo>
                  <a:lnTo>
                    <a:pt x="1" y="1525"/>
                  </a:lnTo>
                  <a:lnTo>
                    <a:pt x="1" y="1705"/>
                  </a:lnTo>
                  <a:lnTo>
                    <a:pt x="21" y="1846"/>
                  </a:lnTo>
                  <a:lnTo>
                    <a:pt x="61" y="1966"/>
                  </a:lnTo>
                  <a:lnTo>
                    <a:pt x="101" y="2086"/>
                  </a:lnTo>
                  <a:lnTo>
                    <a:pt x="161" y="2207"/>
                  </a:lnTo>
                  <a:lnTo>
                    <a:pt x="242" y="2327"/>
                  </a:lnTo>
                  <a:lnTo>
                    <a:pt x="322" y="2447"/>
                  </a:lnTo>
                  <a:lnTo>
                    <a:pt x="422" y="2547"/>
                  </a:lnTo>
                  <a:lnTo>
                    <a:pt x="522" y="2648"/>
                  </a:lnTo>
                  <a:lnTo>
                    <a:pt x="643" y="2728"/>
                  </a:lnTo>
                  <a:lnTo>
                    <a:pt x="763" y="2808"/>
                  </a:lnTo>
                  <a:lnTo>
                    <a:pt x="903" y="2888"/>
                  </a:lnTo>
                  <a:lnTo>
                    <a:pt x="1044" y="2928"/>
                  </a:lnTo>
                  <a:lnTo>
                    <a:pt x="1184" y="2969"/>
                  </a:lnTo>
                  <a:lnTo>
                    <a:pt x="1345" y="3009"/>
                  </a:lnTo>
                  <a:lnTo>
                    <a:pt x="1685" y="3009"/>
                  </a:lnTo>
                  <a:lnTo>
                    <a:pt x="1906" y="2969"/>
                  </a:lnTo>
                  <a:lnTo>
                    <a:pt x="2087" y="2908"/>
                  </a:lnTo>
                  <a:lnTo>
                    <a:pt x="2267" y="2808"/>
                  </a:lnTo>
                  <a:lnTo>
                    <a:pt x="2448" y="2688"/>
                  </a:lnTo>
                  <a:lnTo>
                    <a:pt x="2588" y="2547"/>
                  </a:lnTo>
                  <a:lnTo>
                    <a:pt x="2708" y="2387"/>
                  </a:lnTo>
                  <a:lnTo>
                    <a:pt x="2829" y="2207"/>
                  </a:lnTo>
                  <a:lnTo>
                    <a:pt x="2909" y="2006"/>
                  </a:lnTo>
                  <a:lnTo>
                    <a:pt x="2969" y="1825"/>
                  </a:lnTo>
                  <a:lnTo>
                    <a:pt x="2989" y="1665"/>
                  </a:lnTo>
                  <a:lnTo>
                    <a:pt x="2989" y="1485"/>
                  </a:lnTo>
                  <a:lnTo>
                    <a:pt x="2989" y="1304"/>
                  </a:lnTo>
                  <a:lnTo>
                    <a:pt x="2949" y="1144"/>
                  </a:lnTo>
                  <a:lnTo>
                    <a:pt x="2909" y="983"/>
                  </a:lnTo>
                  <a:lnTo>
                    <a:pt x="2829" y="823"/>
                  </a:lnTo>
                  <a:lnTo>
                    <a:pt x="2748" y="682"/>
                  </a:lnTo>
                  <a:lnTo>
                    <a:pt x="2648" y="562"/>
                  </a:lnTo>
                  <a:lnTo>
                    <a:pt x="2548" y="422"/>
                  </a:lnTo>
                  <a:lnTo>
                    <a:pt x="2407" y="321"/>
                  </a:lnTo>
                  <a:lnTo>
                    <a:pt x="2267" y="221"/>
                  </a:lnTo>
                  <a:lnTo>
                    <a:pt x="2127" y="141"/>
                  </a:lnTo>
                  <a:lnTo>
                    <a:pt x="1966" y="81"/>
                  </a:lnTo>
                  <a:lnTo>
                    <a:pt x="1786" y="41"/>
                  </a:lnTo>
                  <a:lnTo>
                    <a:pt x="160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6" name="Google Shape;6036;p26"/>
            <p:cNvSpPr/>
            <p:nvPr/>
          </p:nvSpPr>
          <p:spPr>
            <a:xfrm>
              <a:off x="11566175" y="3587475"/>
              <a:ext cx="83750" cy="49150"/>
            </a:xfrm>
            <a:custGeom>
              <a:avLst/>
              <a:gdLst/>
              <a:ahLst/>
              <a:cxnLst/>
              <a:rect l="l" t="t" r="r" b="b"/>
              <a:pathLst>
                <a:path w="3350" h="1966" extrusionOk="0">
                  <a:moveTo>
                    <a:pt x="823" y="1"/>
                  </a:moveTo>
                  <a:lnTo>
                    <a:pt x="582" y="41"/>
                  </a:lnTo>
                  <a:lnTo>
                    <a:pt x="362" y="101"/>
                  </a:lnTo>
                  <a:lnTo>
                    <a:pt x="161" y="201"/>
                  </a:lnTo>
                  <a:lnTo>
                    <a:pt x="101" y="261"/>
                  </a:lnTo>
                  <a:lnTo>
                    <a:pt x="41" y="322"/>
                  </a:lnTo>
                  <a:lnTo>
                    <a:pt x="21" y="402"/>
                  </a:lnTo>
                  <a:lnTo>
                    <a:pt x="1" y="502"/>
                  </a:lnTo>
                  <a:lnTo>
                    <a:pt x="1" y="582"/>
                  </a:lnTo>
                  <a:lnTo>
                    <a:pt x="41" y="662"/>
                  </a:lnTo>
                  <a:lnTo>
                    <a:pt x="81" y="743"/>
                  </a:lnTo>
                  <a:lnTo>
                    <a:pt x="161" y="783"/>
                  </a:lnTo>
                  <a:lnTo>
                    <a:pt x="362" y="863"/>
                  </a:lnTo>
                  <a:lnTo>
                    <a:pt x="542" y="923"/>
                  </a:lnTo>
                  <a:lnTo>
                    <a:pt x="923" y="1003"/>
                  </a:lnTo>
                  <a:lnTo>
                    <a:pt x="1324" y="1084"/>
                  </a:lnTo>
                  <a:lnTo>
                    <a:pt x="1505" y="1124"/>
                  </a:lnTo>
                  <a:lnTo>
                    <a:pt x="1705" y="1184"/>
                  </a:lnTo>
                  <a:lnTo>
                    <a:pt x="1886" y="1284"/>
                  </a:lnTo>
                  <a:lnTo>
                    <a:pt x="2046" y="1364"/>
                  </a:lnTo>
                  <a:lnTo>
                    <a:pt x="2387" y="1585"/>
                  </a:lnTo>
                  <a:lnTo>
                    <a:pt x="2728" y="1806"/>
                  </a:lnTo>
                  <a:lnTo>
                    <a:pt x="2908" y="1886"/>
                  </a:lnTo>
                  <a:lnTo>
                    <a:pt x="3089" y="1946"/>
                  </a:lnTo>
                  <a:lnTo>
                    <a:pt x="3129" y="1966"/>
                  </a:lnTo>
                  <a:lnTo>
                    <a:pt x="3189" y="1966"/>
                  </a:lnTo>
                  <a:lnTo>
                    <a:pt x="3269" y="1926"/>
                  </a:lnTo>
                  <a:lnTo>
                    <a:pt x="3330" y="1846"/>
                  </a:lnTo>
                  <a:lnTo>
                    <a:pt x="3350" y="1765"/>
                  </a:lnTo>
                  <a:lnTo>
                    <a:pt x="3350" y="1645"/>
                  </a:lnTo>
                  <a:lnTo>
                    <a:pt x="3330" y="1525"/>
                  </a:lnTo>
                  <a:lnTo>
                    <a:pt x="3249" y="1304"/>
                  </a:lnTo>
                  <a:lnTo>
                    <a:pt x="3129" y="1104"/>
                  </a:lnTo>
                  <a:lnTo>
                    <a:pt x="2989" y="903"/>
                  </a:lnTo>
                  <a:lnTo>
                    <a:pt x="2808" y="723"/>
                  </a:lnTo>
                  <a:lnTo>
                    <a:pt x="2588" y="562"/>
                  </a:lnTo>
                  <a:lnTo>
                    <a:pt x="2367" y="422"/>
                  </a:lnTo>
                  <a:lnTo>
                    <a:pt x="2126" y="281"/>
                  </a:lnTo>
                  <a:lnTo>
                    <a:pt x="1866" y="181"/>
                  </a:lnTo>
                  <a:lnTo>
                    <a:pt x="1605" y="101"/>
                  </a:lnTo>
                  <a:lnTo>
                    <a:pt x="1324" y="41"/>
                  </a:lnTo>
                  <a:lnTo>
                    <a:pt x="106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37" name="Google Shape;6037;p26"/>
          <p:cNvGrpSpPr/>
          <p:nvPr/>
        </p:nvGrpSpPr>
        <p:grpSpPr>
          <a:xfrm>
            <a:off x="7221950" y="3079325"/>
            <a:ext cx="1765300" cy="1903938"/>
            <a:chOff x="9755600" y="2300713"/>
            <a:chExt cx="1765300" cy="1903938"/>
          </a:xfrm>
        </p:grpSpPr>
        <p:sp>
          <p:nvSpPr>
            <p:cNvPr id="6038" name="Google Shape;6038;p26"/>
            <p:cNvSpPr/>
            <p:nvPr/>
          </p:nvSpPr>
          <p:spPr>
            <a:xfrm>
              <a:off x="10095063" y="4128450"/>
              <a:ext cx="1092900" cy="76200"/>
            </a:xfrm>
            <a:prstGeom prst="ellipse">
              <a:avLst/>
            </a:pr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9" name="Google Shape;6039;p26"/>
            <p:cNvSpPr/>
            <p:nvPr/>
          </p:nvSpPr>
          <p:spPr>
            <a:xfrm>
              <a:off x="10628450" y="2356363"/>
              <a:ext cx="26600" cy="257225"/>
            </a:xfrm>
            <a:custGeom>
              <a:avLst/>
              <a:gdLst/>
              <a:ahLst/>
              <a:cxnLst/>
              <a:rect l="l" t="t" r="r" b="b"/>
              <a:pathLst>
                <a:path w="1064" h="10289" extrusionOk="0">
                  <a:moveTo>
                    <a:pt x="322" y="0"/>
                  </a:moveTo>
                  <a:lnTo>
                    <a:pt x="1" y="10288"/>
                  </a:lnTo>
                  <a:lnTo>
                    <a:pt x="1064" y="10288"/>
                  </a:lnTo>
                  <a:lnTo>
                    <a:pt x="72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0" name="Google Shape;6040;p26"/>
            <p:cNvSpPr/>
            <p:nvPr/>
          </p:nvSpPr>
          <p:spPr>
            <a:xfrm>
              <a:off x="9851350" y="3122938"/>
              <a:ext cx="299325" cy="309375"/>
            </a:xfrm>
            <a:custGeom>
              <a:avLst/>
              <a:gdLst/>
              <a:ahLst/>
              <a:cxnLst/>
              <a:rect l="l" t="t" r="r" b="b"/>
              <a:pathLst>
                <a:path w="11973" h="12375" extrusionOk="0">
                  <a:moveTo>
                    <a:pt x="1144" y="0"/>
                  </a:moveTo>
                  <a:lnTo>
                    <a:pt x="923" y="21"/>
                  </a:lnTo>
                  <a:lnTo>
                    <a:pt x="722" y="81"/>
                  </a:lnTo>
                  <a:lnTo>
                    <a:pt x="522" y="161"/>
                  </a:lnTo>
                  <a:lnTo>
                    <a:pt x="422" y="221"/>
                  </a:lnTo>
                  <a:lnTo>
                    <a:pt x="341" y="301"/>
                  </a:lnTo>
                  <a:lnTo>
                    <a:pt x="261" y="382"/>
                  </a:lnTo>
                  <a:lnTo>
                    <a:pt x="201" y="482"/>
                  </a:lnTo>
                  <a:lnTo>
                    <a:pt x="141" y="582"/>
                  </a:lnTo>
                  <a:lnTo>
                    <a:pt x="101" y="702"/>
                  </a:lnTo>
                  <a:lnTo>
                    <a:pt x="81" y="823"/>
                  </a:lnTo>
                  <a:lnTo>
                    <a:pt x="61" y="963"/>
                  </a:lnTo>
                  <a:lnTo>
                    <a:pt x="21" y="2086"/>
                  </a:lnTo>
                  <a:lnTo>
                    <a:pt x="0" y="3309"/>
                  </a:lnTo>
                  <a:lnTo>
                    <a:pt x="0" y="3951"/>
                  </a:lnTo>
                  <a:lnTo>
                    <a:pt x="21" y="4613"/>
                  </a:lnTo>
                  <a:lnTo>
                    <a:pt x="61" y="5255"/>
                  </a:lnTo>
                  <a:lnTo>
                    <a:pt x="121" y="5917"/>
                  </a:lnTo>
                  <a:lnTo>
                    <a:pt x="201" y="6558"/>
                  </a:lnTo>
                  <a:lnTo>
                    <a:pt x="301" y="7200"/>
                  </a:lnTo>
                  <a:lnTo>
                    <a:pt x="462" y="7822"/>
                  </a:lnTo>
                  <a:lnTo>
                    <a:pt x="642" y="8403"/>
                  </a:lnTo>
                  <a:lnTo>
                    <a:pt x="742" y="8704"/>
                  </a:lnTo>
                  <a:lnTo>
                    <a:pt x="843" y="8965"/>
                  </a:lnTo>
                  <a:lnTo>
                    <a:pt x="983" y="9246"/>
                  </a:lnTo>
                  <a:lnTo>
                    <a:pt x="1103" y="9506"/>
                  </a:lnTo>
                  <a:lnTo>
                    <a:pt x="1264" y="9747"/>
                  </a:lnTo>
                  <a:lnTo>
                    <a:pt x="1424" y="9988"/>
                  </a:lnTo>
                  <a:lnTo>
                    <a:pt x="1585" y="10228"/>
                  </a:lnTo>
                  <a:lnTo>
                    <a:pt x="1765" y="10449"/>
                  </a:lnTo>
                  <a:lnTo>
                    <a:pt x="1966" y="10649"/>
                  </a:lnTo>
                  <a:lnTo>
                    <a:pt x="2166" y="10850"/>
                  </a:lnTo>
                  <a:lnTo>
                    <a:pt x="2407" y="11010"/>
                  </a:lnTo>
                  <a:lnTo>
                    <a:pt x="2628" y="11191"/>
                  </a:lnTo>
                  <a:lnTo>
                    <a:pt x="2888" y="11331"/>
                  </a:lnTo>
                  <a:lnTo>
                    <a:pt x="3129" y="11472"/>
                  </a:lnTo>
                  <a:lnTo>
                    <a:pt x="3410" y="11592"/>
                  </a:lnTo>
                  <a:lnTo>
                    <a:pt x="3690" y="11712"/>
                  </a:lnTo>
                  <a:lnTo>
                    <a:pt x="3971" y="11813"/>
                  </a:lnTo>
                  <a:lnTo>
                    <a:pt x="4252" y="11913"/>
                  </a:lnTo>
                  <a:lnTo>
                    <a:pt x="4854" y="12073"/>
                  </a:lnTo>
                  <a:lnTo>
                    <a:pt x="5475" y="12194"/>
                  </a:lnTo>
                  <a:lnTo>
                    <a:pt x="6117" y="12274"/>
                  </a:lnTo>
                  <a:lnTo>
                    <a:pt x="6779" y="12334"/>
                  </a:lnTo>
                  <a:lnTo>
                    <a:pt x="7421" y="12374"/>
                  </a:lnTo>
                  <a:lnTo>
                    <a:pt x="8704" y="12374"/>
                  </a:lnTo>
                  <a:lnTo>
                    <a:pt x="9326" y="12354"/>
                  </a:lnTo>
                  <a:lnTo>
                    <a:pt x="9927" y="12314"/>
                  </a:lnTo>
                  <a:lnTo>
                    <a:pt x="11030" y="12234"/>
                  </a:lnTo>
                  <a:lnTo>
                    <a:pt x="11211" y="12194"/>
                  </a:lnTo>
                  <a:lnTo>
                    <a:pt x="11351" y="12154"/>
                  </a:lnTo>
                  <a:lnTo>
                    <a:pt x="11512" y="12053"/>
                  </a:lnTo>
                  <a:lnTo>
                    <a:pt x="11652" y="11953"/>
                  </a:lnTo>
                  <a:lnTo>
                    <a:pt x="11752" y="11813"/>
                  </a:lnTo>
                  <a:lnTo>
                    <a:pt x="11853" y="11672"/>
                  </a:lnTo>
                  <a:lnTo>
                    <a:pt x="11913" y="11512"/>
                  </a:lnTo>
                  <a:lnTo>
                    <a:pt x="11953" y="11351"/>
                  </a:lnTo>
                  <a:lnTo>
                    <a:pt x="11973" y="11191"/>
                  </a:lnTo>
                  <a:lnTo>
                    <a:pt x="11953" y="11030"/>
                  </a:lnTo>
                  <a:lnTo>
                    <a:pt x="11913" y="10870"/>
                  </a:lnTo>
                  <a:lnTo>
                    <a:pt x="11873" y="10710"/>
                  </a:lnTo>
                  <a:lnTo>
                    <a:pt x="11792" y="10589"/>
                  </a:lnTo>
                  <a:lnTo>
                    <a:pt x="11672" y="10469"/>
                  </a:lnTo>
                  <a:lnTo>
                    <a:pt x="11552" y="10369"/>
                  </a:lnTo>
                  <a:lnTo>
                    <a:pt x="11391" y="10309"/>
                  </a:lnTo>
                  <a:lnTo>
                    <a:pt x="11231" y="10268"/>
                  </a:lnTo>
                  <a:lnTo>
                    <a:pt x="11030" y="10268"/>
                  </a:lnTo>
                  <a:lnTo>
                    <a:pt x="10128" y="10349"/>
                  </a:lnTo>
                  <a:lnTo>
                    <a:pt x="9085" y="10409"/>
                  </a:lnTo>
                  <a:lnTo>
                    <a:pt x="8544" y="10429"/>
                  </a:lnTo>
                  <a:lnTo>
                    <a:pt x="7982" y="10449"/>
                  </a:lnTo>
                  <a:lnTo>
                    <a:pt x="7421" y="10429"/>
                  </a:lnTo>
                  <a:lnTo>
                    <a:pt x="6839" y="10409"/>
                  </a:lnTo>
                  <a:lnTo>
                    <a:pt x="6278" y="10349"/>
                  </a:lnTo>
                  <a:lnTo>
                    <a:pt x="5736" y="10288"/>
                  </a:lnTo>
                  <a:lnTo>
                    <a:pt x="5215" y="10168"/>
                  </a:lnTo>
                  <a:lnTo>
                    <a:pt x="4713" y="10028"/>
                  </a:lnTo>
                  <a:lnTo>
                    <a:pt x="4473" y="9948"/>
                  </a:lnTo>
                  <a:lnTo>
                    <a:pt x="4252" y="9847"/>
                  </a:lnTo>
                  <a:lnTo>
                    <a:pt x="4031" y="9727"/>
                  </a:lnTo>
                  <a:lnTo>
                    <a:pt x="3831" y="9627"/>
                  </a:lnTo>
                  <a:lnTo>
                    <a:pt x="3630" y="9486"/>
                  </a:lnTo>
                  <a:lnTo>
                    <a:pt x="3470" y="9346"/>
                  </a:lnTo>
                  <a:lnTo>
                    <a:pt x="3289" y="9185"/>
                  </a:lnTo>
                  <a:lnTo>
                    <a:pt x="3149" y="9025"/>
                  </a:lnTo>
                  <a:lnTo>
                    <a:pt x="3009" y="8845"/>
                  </a:lnTo>
                  <a:lnTo>
                    <a:pt x="2888" y="8644"/>
                  </a:lnTo>
                  <a:lnTo>
                    <a:pt x="2768" y="8443"/>
                  </a:lnTo>
                  <a:lnTo>
                    <a:pt x="2648" y="8243"/>
                  </a:lnTo>
                  <a:lnTo>
                    <a:pt x="2467" y="7782"/>
                  </a:lnTo>
                  <a:lnTo>
                    <a:pt x="2307" y="7300"/>
                  </a:lnTo>
                  <a:lnTo>
                    <a:pt x="2186" y="6779"/>
                  </a:lnTo>
                  <a:lnTo>
                    <a:pt x="2086" y="6257"/>
                  </a:lnTo>
                  <a:lnTo>
                    <a:pt x="2026" y="5696"/>
                  </a:lnTo>
                  <a:lnTo>
                    <a:pt x="1966" y="5154"/>
                  </a:lnTo>
                  <a:lnTo>
                    <a:pt x="1946" y="4593"/>
                  </a:lnTo>
                  <a:lnTo>
                    <a:pt x="1926" y="4031"/>
                  </a:lnTo>
                  <a:lnTo>
                    <a:pt x="1946" y="2928"/>
                  </a:lnTo>
                  <a:lnTo>
                    <a:pt x="1986" y="1886"/>
                  </a:lnTo>
                  <a:lnTo>
                    <a:pt x="2026" y="963"/>
                  </a:lnTo>
                  <a:lnTo>
                    <a:pt x="2026" y="763"/>
                  </a:lnTo>
                  <a:lnTo>
                    <a:pt x="1986" y="602"/>
                  </a:lnTo>
                  <a:lnTo>
                    <a:pt x="1926" y="462"/>
                  </a:lnTo>
                  <a:lnTo>
                    <a:pt x="1845" y="341"/>
                  </a:lnTo>
                  <a:lnTo>
                    <a:pt x="1745" y="241"/>
                  </a:lnTo>
                  <a:lnTo>
                    <a:pt x="1625" y="141"/>
                  </a:lnTo>
                  <a:lnTo>
                    <a:pt x="1505" y="81"/>
                  </a:lnTo>
                  <a:lnTo>
                    <a:pt x="1364" y="41"/>
                  </a:lnTo>
                  <a:lnTo>
                    <a:pt x="114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1" name="Google Shape;6041;p26"/>
            <p:cNvSpPr/>
            <p:nvPr/>
          </p:nvSpPr>
          <p:spPr>
            <a:xfrm>
              <a:off x="9851350" y="3122938"/>
              <a:ext cx="299325" cy="309375"/>
            </a:xfrm>
            <a:custGeom>
              <a:avLst/>
              <a:gdLst/>
              <a:ahLst/>
              <a:cxnLst/>
              <a:rect l="l" t="t" r="r" b="b"/>
              <a:pathLst>
                <a:path w="11973" h="12375" fill="none" extrusionOk="0">
                  <a:moveTo>
                    <a:pt x="11351" y="12154"/>
                  </a:moveTo>
                  <a:lnTo>
                    <a:pt x="11351" y="12154"/>
                  </a:lnTo>
                  <a:lnTo>
                    <a:pt x="11211" y="12194"/>
                  </a:lnTo>
                  <a:lnTo>
                    <a:pt x="11030" y="12234"/>
                  </a:lnTo>
                  <a:lnTo>
                    <a:pt x="11030" y="12234"/>
                  </a:lnTo>
                  <a:lnTo>
                    <a:pt x="9927" y="12314"/>
                  </a:lnTo>
                  <a:lnTo>
                    <a:pt x="9326" y="12354"/>
                  </a:lnTo>
                  <a:lnTo>
                    <a:pt x="8704" y="12374"/>
                  </a:lnTo>
                  <a:lnTo>
                    <a:pt x="8062" y="12374"/>
                  </a:lnTo>
                  <a:lnTo>
                    <a:pt x="7421" y="12374"/>
                  </a:lnTo>
                  <a:lnTo>
                    <a:pt x="6779" y="12334"/>
                  </a:lnTo>
                  <a:lnTo>
                    <a:pt x="6117" y="12274"/>
                  </a:lnTo>
                  <a:lnTo>
                    <a:pt x="5475" y="12194"/>
                  </a:lnTo>
                  <a:lnTo>
                    <a:pt x="4854" y="12073"/>
                  </a:lnTo>
                  <a:lnTo>
                    <a:pt x="4252" y="11913"/>
                  </a:lnTo>
                  <a:lnTo>
                    <a:pt x="3971" y="11813"/>
                  </a:lnTo>
                  <a:lnTo>
                    <a:pt x="3690" y="11712"/>
                  </a:lnTo>
                  <a:lnTo>
                    <a:pt x="3410" y="11592"/>
                  </a:lnTo>
                  <a:lnTo>
                    <a:pt x="3129" y="11472"/>
                  </a:lnTo>
                  <a:lnTo>
                    <a:pt x="2888" y="11331"/>
                  </a:lnTo>
                  <a:lnTo>
                    <a:pt x="2628" y="11191"/>
                  </a:lnTo>
                  <a:lnTo>
                    <a:pt x="2407" y="11010"/>
                  </a:lnTo>
                  <a:lnTo>
                    <a:pt x="2166" y="10850"/>
                  </a:lnTo>
                  <a:lnTo>
                    <a:pt x="1966" y="10649"/>
                  </a:lnTo>
                  <a:lnTo>
                    <a:pt x="1765" y="10449"/>
                  </a:lnTo>
                  <a:lnTo>
                    <a:pt x="1765" y="10449"/>
                  </a:lnTo>
                  <a:lnTo>
                    <a:pt x="1585" y="10228"/>
                  </a:lnTo>
                  <a:lnTo>
                    <a:pt x="1424" y="9988"/>
                  </a:lnTo>
                  <a:lnTo>
                    <a:pt x="1264" y="9747"/>
                  </a:lnTo>
                  <a:lnTo>
                    <a:pt x="1103" y="9506"/>
                  </a:lnTo>
                  <a:lnTo>
                    <a:pt x="983" y="9246"/>
                  </a:lnTo>
                  <a:lnTo>
                    <a:pt x="843" y="8965"/>
                  </a:lnTo>
                  <a:lnTo>
                    <a:pt x="742" y="8704"/>
                  </a:lnTo>
                  <a:lnTo>
                    <a:pt x="642" y="8403"/>
                  </a:lnTo>
                  <a:lnTo>
                    <a:pt x="462" y="7822"/>
                  </a:lnTo>
                  <a:lnTo>
                    <a:pt x="301" y="7200"/>
                  </a:lnTo>
                  <a:lnTo>
                    <a:pt x="201" y="6558"/>
                  </a:lnTo>
                  <a:lnTo>
                    <a:pt x="121" y="5917"/>
                  </a:lnTo>
                  <a:lnTo>
                    <a:pt x="61" y="5255"/>
                  </a:lnTo>
                  <a:lnTo>
                    <a:pt x="21" y="4613"/>
                  </a:lnTo>
                  <a:lnTo>
                    <a:pt x="0" y="3951"/>
                  </a:lnTo>
                  <a:lnTo>
                    <a:pt x="0" y="3309"/>
                  </a:lnTo>
                  <a:lnTo>
                    <a:pt x="21" y="2086"/>
                  </a:lnTo>
                  <a:lnTo>
                    <a:pt x="61" y="963"/>
                  </a:lnTo>
                  <a:lnTo>
                    <a:pt x="61" y="963"/>
                  </a:lnTo>
                  <a:lnTo>
                    <a:pt x="81" y="823"/>
                  </a:lnTo>
                  <a:lnTo>
                    <a:pt x="101" y="702"/>
                  </a:lnTo>
                  <a:lnTo>
                    <a:pt x="141" y="582"/>
                  </a:lnTo>
                  <a:lnTo>
                    <a:pt x="201" y="482"/>
                  </a:lnTo>
                  <a:lnTo>
                    <a:pt x="261" y="382"/>
                  </a:lnTo>
                  <a:lnTo>
                    <a:pt x="341" y="301"/>
                  </a:lnTo>
                  <a:lnTo>
                    <a:pt x="422" y="221"/>
                  </a:lnTo>
                  <a:lnTo>
                    <a:pt x="522" y="161"/>
                  </a:lnTo>
                  <a:lnTo>
                    <a:pt x="722" y="81"/>
                  </a:lnTo>
                  <a:lnTo>
                    <a:pt x="923" y="21"/>
                  </a:lnTo>
                  <a:lnTo>
                    <a:pt x="1144" y="0"/>
                  </a:lnTo>
                  <a:lnTo>
                    <a:pt x="1364" y="41"/>
                  </a:lnTo>
                  <a:lnTo>
                    <a:pt x="1364" y="41"/>
                  </a:lnTo>
                  <a:lnTo>
                    <a:pt x="1505" y="81"/>
                  </a:lnTo>
                  <a:lnTo>
                    <a:pt x="1625" y="141"/>
                  </a:lnTo>
                  <a:lnTo>
                    <a:pt x="1745" y="241"/>
                  </a:lnTo>
                  <a:lnTo>
                    <a:pt x="1845" y="341"/>
                  </a:lnTo>
                  <a:lnTo>
                    <a:pt x="1926" y="462"/>
                  </a:lnTo>
                  <a:lnTo>
                    <a:pt x="1986" y="602"/>
                  </a:lnTo>
                  <a:lnTo>
                    <a:pt x="2026" y="763"/>
                  </a:lnTo>
                  <a:lnTo>
                    <a:pt x="2026" y="963"/>
                  </a:lnTo>
                  <a:lnTo>
                    <a:pt x="2026" y="963"/>
                  </a:lnTo>
                  <a:lnTo>
                    <a:pt x="1986" y="1886"/>
                  </a:lnTo>
                  <a:lnTo>
                    <a:pt x="1946" y="2928"/>
                  </a:lnTo>
                  <a:lnTo>
                    <a:pt x="1926" y="4031"/>
                  </a:lnTo>
                  <a:lnTo>
                    <a:pt x="1946" y="4593"/>
                  </a:lnTo>
                  <a:lnTo>
                    <a:pt x="1966" y="5154"/>
                  </a:lnTo>
                  <a:lnTo>
                    <a:pt x="2026" y="5696"/>
                  </a:lnTo>
                  <a:lnTo>
                    <a:pt x="2086" y="6257"/>
                  </a:lnTo>
                  <a:lnTo>
                    <a:pt x="2186" y="6779"/>
                  </a:lnTo>
                  <a:lnTo>
                    <a:pt x="2307" y="7300"/>
                  </a:lnTo>
                  <a:lnTo>
                    <a:pt x="2467" y="7782"/>
                  </a:lnTo>
                  <a:lnTo>
                    <a:pt x="2648" y="8243"/>
                  </a:lnTo>
                  <a:lnTo>
                    <a:pt x="2768" y="8443"/>
                  </a:lnTo>
                  <a:lnTo>
                    <a:pt x="2888" y="8644"/>
                  </a:lnTo>
                  <a:lnTo>
                    <a:pt x="3009" y="8845"/>
                  </a:lnTo>
                  <a:lnTo>
                    <a:pt x="3149" y="9025"/>
                  </a:lnTo>
                  <a:lnTo>
                    <a:pt x="3149" y="9025"/>
                  </a:lnTo>
                  <a:lnTo>
                    <a:pt x="3289" y="9185"/>
                  </a:lnTo>
                  <a:lnTo>
                    <a:pt x="3470" y="9346"/>
                  </a:lnTo>
                  <a:lnTo>
                    <a:pt x="3630" y="9486"/>
                  </a:lnTo>
                  <a:lnTo>
                    <a:pt x="3831" y="9627"/>
                  </a:lnTo>
                  <a:lnTo>
                    <a:pt x="4031" y="9727"/>
                  </a:lnTo>
                  <a:lnTo>
                    <a:pt x="4252" y="9847"/>
                  </a:lnTo>
                  <a:lnTo>
                    <a:pt x="4473" y="9948"/>
                  </a:lnTo>
                  <a:lnTo>
                    <a:pt x="4713" y="10028"/>
                  </a:lnTo>
                  <a:lnTo>
                    <a:pt x="5215" y="10168"/>
                  </a:lnTo>
                  <a:lnTo>
                    <a:pt x="5736" y="10288"/>
                  </a:lnTo>
                  <a:lnTo>
                    <a:pt x="6278" y="10349"/>
                  </a:lnTo>
                  <a:lnTo>
                    <a:pt x="6839" y="10409"/>
                  </a:lnTo>
                  <a:lnTo>
                    <a:pt x="7421" y="10429"/>
                  </a:lnTo>
                  <a:lnTo>
                    <a:pt x="7982" y="10449"/>
                  </a:lnTo>
                  <a:lnTo>
                    <a:pt x="8544" y="10429"/>
                  </a:lnTo>
                  <a:lnTo>
                    <a:pt x="9085" y="10409"/>
                  </a:lnTo>
                  <a:lnTo>
                    <a:pt x="10128" y="10349"/>
                  </a:lnTo>
                  <a:lnTo>
                    <a:pt x="11030" y="10268"/>
                  </a:lnTo>
                  <a:lnTo>
                    <a:pt x="11030" y="10268"/>
                  </a:lnTo>
                  <a:lnTo>
                    <a:pt x="11231" y="10268"/>
                  </a:lnTo>
                  <a:lnTo>
                    <a:pt x="11391" y="10309"/>
                  </a:lnTo>
                  <a:lnTo>
                    <a:pt x="11552" y="10369"/>
                  </a:lnTo>
                  <a:lnTo>
                    <a:pt x="11672" y="10469"/>
                  </a:lnTo>
                  <a:lnTo>
                    <a:pt x="11792" y="10589"/>
                  </a:lnTo>
                  <a:lnTo>
                    <a:pt x="11873" y="10710"/>
                  </a:lnTo>
                  <a:lnTo>
                    <a:pt x="11913" y="10870"/>
                  </a:lnTo>
                  <a:lnTo>
                    <a:pt x="11953" y="11030"/>
                  </a:lnTo>
                  <a:lnTo>
                    <a:pt x="11973" y="11191"/>
                  </a:lnTo>
                  <a:lnTo>
                    <a:pt x="11953" y="11351"/>
                  </a:lnTo>
                  <a:lnTo>
                    <a:pt x="11913" y="11512"/>
                  </a:lnTo>
                  <a:lnTo>
                    <a:pt x="11853" y="11672"/>
                  </a:lnTo>
                  <a:lnTo>
                    <a:pt x="11752" y="11813"/>
                  </a:lnTo>
                  <a:lnTo>
                    <a:pt x="11652" y="11953"/>
                  </a:lnTo>
                  <a:lnTo>
                    <a:pt x="11512" y="12053"/>
                  </a:lnTo>
                  <a:lnTo>
                    <a:pt x="11351" y="1215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2" name="Google Shape;6042;p26"/>
            <p:cNvSpPr/>
            <p:nvPr/>
          </p:nvSpPr>
          <p:spPr>
            <a:xfrm>
              <a:off x="9851350" y="3162038"/>
              <a:ext cx="200575" cy="270275"/>
            </a:xfrm>
            <a:custGeom>
              <a:avLst/>
              <a:gdLst/>
              <a:ahLst/>
              <a:cxnLst/>
              <a:rect l="l" t="t" r="r" b="b"/>
              <a:pathLst>
                <a:path w="8023" h="10811" extrusionOk="0">
                  <a:moveTo>
                    <a:pt x="41" y="1"/>
                  </a:moveTo>
                  <a:lnTo>
                    <a:pt x="0" y="923"/>
                  </a:lnTo>
                  <a:lnTo>
                    <a:pt x="0" y="1906"/>
                  </a:lnTo>
                  <a:lnTo>
                    <a:pt x="0" y="2869"/>
                  </a:lnTo>
                  <a:lnTo>
                    <a:pt x="61" y="3831"/>
                  </a:lnTo>
                  <a:lnTo>
                    <a:pt x="101" y="4292"/>
                  </a:lnTo>
                  <a:lnTo>
                    <a:pt x="161" y="4774"/>
                  </a:lnTo>
                  <a:lnTo>
                    <a:pt x="241" y="5255"/>
                  </a:lnTo>
                  <a:lnTo>
                    <a:pt x="321" y="5716"/>
                  </a:lnTo>
                  <a:lnTo>
                    <a:pt x="422" y="6157"/>
                  </a:lnTo>
                  <a:lnTo>
                    <a:pt x="562" y="6599"/>
                  </a:lnTo>
                  <a:lnTo>
                    <a:pt x="702" y="7040"/>
                  </a:lnTo>
                  <a:lnTo>
                    <a:pt x="863" y="7441"/>
                  </a:lnTo>
                  <a:lnTo>
                    <a:pt x="1063" y="7842"/>
                  </a:lnTo>
                  <a:lnTo>
                    <a:pt x="1264" y="8203"/>
                  </a:lnTo>
                  <a:lnTo>
                    <a:pt x="1505" y="8564"/>
                  </a:lnTo>
                  <a:lnTo>
                    <a:pt x="1765" y="8885"/>
                  </a:lnTo>
                  <a:lnTo>
                    <a:pt x="2046" y="9166"/>
                  </a:lnTo>
                  <a:lnTo>
                    <a:pt x="2327" y="9406"/>
                  </a:lnTo>
                  <a:lnTo>
                    <a:pt x="2648" y="9627"/>
                  </a:lnTo>
                  <a:lnTo>
                    <a:pt x="2989" y="9827"/>
                  </a:lnTo>
                  <a:lnTo>
                    <a:pt x="3350" y="10008"/>
                  </a:lnTo>
                  <a:lnTo>
                    <a:pt x="3731" y="10168"/>
                  </a:lnTo>
                  <a:lnTo>
                    <a:pt x="4132" y="10309"/>
                  </a:lnTo>
                  <a:lnTo>
                    <a:pt x="4533" y="10429"/>
                  </a:lnTo>
                  <a:lnTo>
                    <a:pt x="4954" y="10529"/>
                  </a:lnTo>
                  <a:lnTo>
                    <a:pt x="5375" y="10610"/>
                  </a:lnTo>
                  <a:lnTo>
                    <a:pt x="5816" y="10670"/>
                  </a:lnTo>
                  <a:lnTo>
                    <a:pt x="6257" y="10730"/>
                  </a:lnTo>
                  <a:lnTo>
                    <a:pt x="6699" y="10770"/>
                  </a:lnTo>
                  <a:lnTo>
                    <a:pt x="7140" y="10790"/>
                  </a:lnTo>
                  <a:lnTo>
                    <a:pt x="8022" y="10810"/>
                  </a:lnTo>
                  <a:lnTo>
                    <a:pt x="8022" y="10810"/>
                  </a:lnTo>
                  <a:lnTo>
                    <a:pt x="8002" y="10549"/>
                  </a:lnTo>
                  <a:lnTo>
                    <a:pt x="8002" y="10409"/>
                  </a:lnTo>
                  <a:lnTo>
                    <a:pt x="7240" y="10329"/>
                  </a:lnTo>
                  <a:lnTo>
                    <a:pt x="6458" y="10208"/>
                  </a:lnTo>
                  <a:lnTo>
                    <a:pt x="6097" y="10128"/>
                  </a:lnTo>
                  <a:lnTo>
                    <a:pt x="5716" y="10028"/>
                  </a:lnTo>
                  <a:lnTo>
                    <a:pt x="5355" y="9928"/>
                  </a:lnTo>
                  <a:lnTo>
                    <a:pt x="4994" y="9807"/>
                  </a:lnTo>
                  <a:lnTo>
                    <a:pt x="4653" y="9687"/>
                  </a:lnTo>
                  <a:lnTo>
                    <a:pt x="4312" y="9527"/>
                  </a:lnTo>
                  <a:lnTo>
                    <a:pt x="3971" y="9366"/>
                  </a:lnTo>
                  <a:lnTo>
                    <a:pt x="3650" y="9166"/>
                  </a:lnTo>
                  <a:lnTo>
                    <a:pt x="3350" y="8965"/>
                  </a:lnTo>
                  <a:lnTo>
                    <a:pt x="3049" y="8745"/>
                  </a:lnTo>
                  <a:lnTo>
                    <a:pt x="2768" y="8484"/>
                  </a:lnTo>
                  <a:lnTo>
                    <a:pt x="2507" y="8203"/>
                  </a:lnTo>
                  <a:lnTo>
                    <a:pt x="2287" y="7942"/>
                  </a:lnTo>
                  <a:lnTo>
                    <a:pt x="2106" y="7682"/>
                  </a:lnTo>
                  <a:lnTo>
                    <a:pt x="1946" y="7401"/>
                  </a:lnTo>
                  <a:lnTo>
                    <a:pt x="1805" y="7120"/>
                  </a:lnTo>
                  <a:lnTo>
                    <a:pt x="1685" y="6819"/>
                  </a:lnTo>
                  <a:lnTo>
                    <a:pt x="1585" y="6518"/>
                  </a:lnTo>
                  <a:lnTo>
                    <a:pt x="1505" y="6218"/>
                  </a:lnTo>
                  <a:lnTo>
                    <a:pt x="1444" y="5917"/>
                  </a:lnTo>
                  <a:lnTo>
                    <a:pt x="1384" y="5596"/>
                  </a:lnTo>
                  <a:lnTo>
                    <a:pt x="1344" y="5275"/>
                  </a:lnTo>
                  <a:lnTo>
                    <a:pt x="1304" y="4633"/>
                  </a:lnTo>
                  <a:lnTo>
                    <a:pt x="1284" y="3992"/>
                  </a:lnTo>
                  <a:lnTo>
                    <a:pt x="1284" y="3330"/>
                  </a:lnTo>
                  <a:lnTo>
                    <a:pt x="1264" y="1685"/>
                  </a:lnTo>
                  <a:lnTo>
                    <a:pt x="1304" y="41"/>
                  </a:lnTo>
                  <a:lnTo>
                    <a:pt x="522" y="41"/>
                  </a:lnTo>
                  <a:lnTo>
                    <a:pt x="4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3" name="Google Shape;6043;p26"/>
            <p:cNvSpPr/>
            <p:nvPr/>
          </p:nvSpPr>
          <p:spPr>
            <a:xfrm>
              <a:off x="9851350" y="3162038"/>
              <a:ext cx="200575" cy="270275"/>
            </a:xfrm>
            <a:custGeom>
              <a:avLst/>
              <a:gdLst/>
              <a:ahLst/>
              <a:cxnLst/>
              <a:rect l="l" t="t" r="r" b="b"/>
              <a:pathLst>
                <a:path w="8023" h="10811" fill="none" extrusionOk="0">
                  <a:moveTo>
                    <a:pt x="41" y="1"/>
                  </a:moveTo>
                  <a:lnTo>
                    <a:pt x="41" y="1"/>
                  </a:lnTo>
                  <a:lnTo>
                    <a:pt x="0" y="923"/>
                  </a:lnTo>
                  <a:lnTo>
                    <a:pt x="0" y="1906"/>
                  </a:lnTo>
                  <a:lnTo>
                    <a:pt x="0" y="1906"/>
                  </a:lnTo>
                  <a:lnTo>
                    <a:pt x="0" y="2869"/>
                  </a:lnTo>
                  <a:lnTo>
                    <a:pt x="61" y="3831"/>
                  </a:lnTo>
                  <a:lnTo>
                    <a:pt x="101" y="4292"/>
                  </a:lnTo>
                  <a:lnTo>
                    <a:pt x="161" y="4774"/>
                  </a:lnTo>
                  <a:lnTo>
                    <a:pt x="241" y="5255"/>
                  </a:lnTo>
                  <a:lnTo>
                    <a:pt x="321" y="5716"/>
                  </a:lnTo>
                  <a:lnTo>
                    <a:pt x="422" y="6157"/>
                  </a:lnTo>
                  <a:lnTo>
                    <a:pt x="562" y="6599"/>
                  </a:lnTo>
                  <a:lnTo>
                    <a:pt x="702" y="7040"/>
                  </a:lnTo>
                  <a:lnTo>
                    <a:pt x="863" y="7441"/>
                  </a:lnTo>
                  <a:lnTo>
                    <a:pt x="1063" y="7842"/>
                  </a:lnTo>
                  <a:lnTo>
                    <a:pt x="1264" y="8203"/>
                  </a:lnTo>
                  <a:lnTo>
                    <a:pt x="1505" y="8564"/>
                  </a:lnTo>
                  <a:lnTo>
                    <a:pt x="1765" y="8885"/>
                  </a:lnTo>
                  <a:lnTo>
                    <a:pt x="1765" y="8885"/>
                  </a:lnTo>
                  <a:lnTo>
                    <a:pt x="2046" y="9166"/>
                  </a:lnTo>
                  <a:lnTo>
                    <a:pt x="2327" y="9406"/>
                  </a:lnTo>
                  <a:lnTo>
                    <a:pt x="2648" y="9627"/>
                  </a:lnTo>
                  <a:lnTo>
                    <a:pt x="2989" y="9827"/>
                  </a:lnTo>
                  <a:lnTo>
                    <a:pt x="3350" y="10008"/>
                  </a:lnTo>
                  <a:lnTo>
                    <a:pt x="3731" y="10168"/>
                  </a:lnTo>
                  <a:lnTo>
                    <a:pt x="4132" y="10309"/>
                  </a:lnTo>
                  <a:lnTo>
                    <a:pt x="4533" y="10429"/>
                  </a:lnTo>
                  <a:lnTo>
                    <a:pt x="4954" y="10529"/>
                  </a:lnTo>
                  <a:lnTo>
                    <a:pt x="5375" y="10610"/>
                  </a:lnTo>
                  <a:lnTo>
                    <a:pt x="5816" y="10670"/>
                  </a:lnTo>
                  <a:lnTo>
                    <a:pt x="6257" y="10730"/>
                  </a:lnTo>
                  <a:lnTo>
                    <a:pt x="6699" y="10770"/>
                  </a:lnTo>
                  <a:lnTo>
                    <a:pt x="7140" y="10790"/>
                  </a:lnTo>
                  <a:lnTo>
                    <a:pt x="8022" y="10810"/>
                  </a:lnTo>
                  <a:lnTo>
                    <a:pt x="8022" y="10810"/>
                  </a:lnTo>
                  <a:lnTo>
                    <a:pt x="8002" y="10549"/>
                  </a:lnTo>
                  <a:lnTo>
                    <a:pt x="8002" y="10409"/>
                  </a:lnTo>
                  <a:lnTo>
                    <a:pt x="8002" y="10409"/>
                  </a:lnTo>
                  <a:lnTo>
                    <a:pt x="7240" y="10329"/>
                  </a:lnTo>
                  <a:lnTo>
                    <a:pt x="6458" y="10208"/>
                  </a:lnTo>
                  <a:lnTo>
                    <a:pt x="6097" y="10128"/>
                  </a:lnTo>
                  <a:lnTo>
                    <a:pt x="5716" y="10028"/>
                  </a:lnTo>
                  <a:lnTo>
                    <a:pt x="5355" y="9928"/>
                  </a:lnTo>
                  <a:lnTo>
                    <a:pt x="4994" y="9807"/>
                  </a:lnTo>
                  <a:lnTo>
                    <a:pt x="4653" y="9687"/>
                  </a:lnTo>
                  <a:lnTo>
                    <a:pt x="4312" y="9527"/>
                  </a:lnTo>
                  <a:lnTo>
                    <a:pt x="3971" y="9366"/>
                  </a:lnTo>
                  <a:lnTo>
                    <a:pt x="3650" y="9166"/>
                  </a:lnTo>
                  <a:lnTo>
                    <a:pt x="3350" y="8965"/>
                  </a:lnTo>
                  <a:lnTo>
                    <a:pt x="3049" y="8745"/>
                  </a:lnTo>
                  <a:lnTo>
                    <a:pt x="2768" y="8484"/>
                  </a:lnTo>
                  <a:lnTo>
                    <a:pt x="2507" y="8203"/>
                  </a:lnTo>
                  <a:lnTo>
                    <a:pt x="2507" y="8203"/>
                  </a:lnTo>
                  <a:lnTo>
                    <a:pt x="2287" y="7942"/>
                  </a:lnTo>
                  <a:lnTo>
                    <a:pt x="2106" y="7682"/>
                  </a:lnTo>
                  <a:lnTo>
                    <a:pt x="1946" y="7401"/>
                  </a:lnTo>
                  <a:lnTo>
                    <a:pt x="1805" y="7120"/>
                  </a:lnTo>
                  <a:lnTo>
                    <a:pt x="1685" y="6819"/>
                  </a:lnTo>
                  <a:lnTo>
                    <a:pt x="1585" y="6518"/>
                  </a:lnTo>
                  <a:lnTo>
                    <a:pt x="1505" y="6218"/>
                  </a:lnTo>
                  <a:lnTo>
                    <a:pt x="1444" y="5917"/>
                  </a:lnTo>
                  <a:lnTo>
                    <a:pt x="1384" y="5596"/>
                  </a:lnTo>
                  <a:lnTo>
                    <a:pt x="1344" y="5275"/>
                  </a:lnTo>
                  <a:lnTo>
                    <a:pt x="1304" y="4633"/>
                  </a:lnTo>
                  <a:lnTo>
                    <a:pt x="1284" y="3992"/>
                  </a:lnTo>
                  <a:lnTo>
                    <a:pt x="1284" y="3330"/>
                  </a:lnTo>
                  <a:lnTo>
                    <a:pt x="1284" y="3330"/>
                  </a:lnTo>
                  <a:lnTo>
                    <a:pt x="1264" y="1685"/>
                  </a:lnTo>
                  <a:lnTo>
                    <a:pt x="1304" y="41"/>
                  </a:lnTo>
                  <a:lnTo>
                    <a:pt x="1304" y="41"/>
                  </a:lnTo>
                  <a:lnTo>
                    <a:pt x="1144" y="41"/>
                  </a:lnTo>
                  <a:lnTo>
                    <a:pt x="1144" y="41"/>
                  </a:lnTo>
                  <a:lnTo>
                    <a:pt x="1023" y="41"/>
                  </a:lnTo>
                  <a:lnTo>
                    <a:pt x="1023" y="41"/>
                  </a:lnTo>
                  <a:lnTo>
                    <a:pt x="903" y="41"/>
                  </a:lnTo>
                  <a:lnTo>
                    <a:pt x="903" y="41"/>
                  </a:lnTo>
                  <a:lnTo>
                    <a:pt x="522" y="41"/>
                  </a:lnTo>
                  <a:lnTo>
                    <a:pt x="4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4" name="Google Shape;6044;p26"/>
            <p:cNvSpPr/>
            <p:nvPr/>
          </p:nvSpPr>
          <p:spPr>
            <a:xfrm>
              <a:off x="9755600" y="3008638"/>
              <a:ext cx="242675" cy="154425"/>
            </a:xfrm>
            <a:custGeom>
              <a:avLst/>
              <a:gdLst/>
              <a:ahLst/>
              <a:cxnLst/>
              <a:rect l="l" t="t" r="r" b="b"/>
              <a:pathLst>
                <a:path w="9707" h="6177" extrusionOk="0">
                  <a:moveTo>
                    <a:pt x="140" y="0"/>
                  </a:moveTo>
                  <a:lnTo>
                    <a:pt x="120" y="120"/>
                  </a:lnTo>
                  <a:lnTo>
                    <a:pt x="60" y="461"/>
                  </a:lnTo>
                  <a:lnTo>
                    <a:pt x="0" y="963"/>
                  </a:lnTo>
                  <a:lnTo>
                    <a:pt x="0" y="1284"/>
                  </a:lnTo>
                  <a:lnTo>
                    <a:pt x="0" y="1604"/>
                  </a:lnTo>
                  <a:lnTo>
                    <a:pt x="0" y="1965"/>
                  </a:lnTo>
                  <a:lnTo>
                    <a:pt x="40" y="2326"/>
                  </a:lnTo>
                  <a:lnTo>
                    <a:pt x="100" y="2707"/>
                  </a:lnTo>
                  <a:lnTo>
                    <a:pt x="201" y="3088"/>
                  </a:lnTo>
                  <a:lnTo>
                    <a:pt x="321" y="3449"/>
                  </a:lnTo>
                  <a:lnTo>
                    <a:pt x="481" y="3830"/>
                  </a:lnTo>
                  <a:lnTo>
                    <a:pt x="682" y="4171"/>
                  </a:lnTo>
                  <a:lnTo>
                    <a:pt x="802" y="4352"/>
                  </a:lnTo>
                  <a:lnTo>
                    <a:pt x="923" y="4512"/>
                  </a:lnTo>
                  <a:lnTo>
                    <a:pt x="1203" y="4813"/>
                  </a:lnTo>
                  <a:lnTo>
                    <a:pt x="1484" y="5074"/>
                  </a:lnTo>
                  <a:lnTo>
                    <a:pt x="1765" y="5294"/>
                  </a:lnTo>
                  <a:lnTo>
                    <a:pt x="2046" y="5495"/>
                  </a:lnTo>
                  <a:lnTo>
                    <a:pt x="2346" y="5655"/>
                  </a:lnTo>
                  <a:lnTo>
                    <a:pt x="2627" y="5796"/>
                  </a:lnTo>
                  <a:lnTo>
                    <a:pt x="2908" y="5896"/>
                  </a:lnTo>
                  <a:lnTo>
                    <a:pt x="3169" y="5996"/>
                  </a:lnTo>
                  <a:lnTo>
                    <a:pt x="3429" y="6057"/>
                  </a:lnTo>
                  <a:lnTo>
                    <a:pt x="3690" y="6097"/>
                  </a:lnTo>
                  <a:lnTo>
                    <a:pt x="4151" y="6157"/>
                  </a:lnTo>
                  <a:lnTo>
                    <a:pt x="4552" y="6177"/>
                  </a:lnTo>
                  <a:lnTo>
                    <a:pt x="5154" y="6177"/>
                  </a:lnTo>
                  <a:lnTo>
                    <a:pt x="5555" y="6157"/>
                  </a:lnTo>
                  <a:lnTo>
                    <a:pt x="6016" y="6097"/>
                  </a:lnTo>
                  <a:lnTo>
                    <a:pt x="6277" y="6057"/>
                  </a:lnTo>
                  <a:lnTo>
                    <a:pt x="6538" y="5996"/>
                  </a:lnTo>
                  <a:lnTo>
                    <a:pt x="6799" y="5896"/>
                  </a:lnTo>
                  <a:lnTo>
                    <a:pt x="7079" y="5796"/>
                  </a:lnTo>
                  <a:lnTo>
                    <a:pt x="7360" y="5655"/>
                  </a:lnTo>
                  <a:lnTo>
                    <a:pt x="7661" y="5495"/>
                  </a:lnTo>
                  <a:lnTo>
                    <a:pt x="7942" y="5294"/>
                  </a:lnTo>
                  <a:lnTo>
                    <a:pt x="8222" y="5074"/>
                  </a:lnTo>
                  <a:lnTo>
                    <a:pt x="8503" y="4813"/>
                  </a:lnTo>
                  <a:lnTo>
                    <a:pt x="8784" y="4512"/>
                  </a:lnTo>
                  <a:lnTo>
                    <a:pt x="9005" y="4191"/>
                  </a:lnTo>
                  <a:lnTo>
                    <a:pt x="9205" y="3871"/>
                  </a:lnTo>
                  <a:lnTo>
                    <a:pt x="9345" y="3550"/>
                  </a:lnTo>
                  <a:lnTo>
                    <a:pt x="9466" y="3209"/>
                  </a:lnTo>
                  <a:lnTo>
                    <a:pt x="9566" y="2868"/>
                  </a:lnTo>
                  <a:lnTo>
                    <a:pt x="9626" y="2547"/>
                  </a:lnTo>
                  <a:lnTo>
                    <a:pt x="9666" y="2206"/>
                  </a:lnTo>
                  <a:lnTo>
                    <a:pt x="9706" y="1905"/>
                  </a:lnTo>
                  <a:lnTo>
                    <a:pt x="9706" y="1584"/>
                  </a:lnTo>
                  <a:lnTo>
                    <a:pt x="9706" y="1304"/>
                  </a:lnTo>
                  <a:lnTo>
                    <a:pt x="9686" y="762"/>
                  </a:lnTo>
                  <a:lnTo>
                    <a:pt x="9626" y="361"/>
                  </a:lnTo>
                  <a:lnTo>
                    <a:pt x="9566" y="0"/>
                  </a:lnTo>
                  <a:lnTo>
                    <a:pt x="6879" y="0"/>
                  </a:lnTo>
                  <a:lnTo>
                    <a:pt x="6899" y="140"/>
                  </a:lnTo>
                  <a:lnTo>
                    <a:pt x="6939" y="501"/>
                  </a:lnTo>
                  <a:lnTo>
                    <a:pt x="6959" y="762"/>
                  </a:lnTo>
                  <a:lnTo>
                    <a:pt x="6959" y="1043"/>
                  </a:lnTo>
                  <a:lnTo>
                    <a:pt x="6919" y="1344"/>
                  </a:lnTo>
                  <a:lnTo>
                    <a:pt x="6879" y="1645"/>
                  </a:lnTo>
                  <a:lnTo>
                    <a:pt x="6799" y="1945"/>
                  </a:lnTo>
                  <a:lnTo>
                    <a:pt x="6678" y="2246"/>
                  </a:lnTo>
                  <a:lnTo>
                    <a:pt x="6598" y="2387"/>
                  </a:lnTo>
                  <a:lnTo>
                    <a:pt x="6518" y="2527"/>
                  </a:lnTo>
                  <a:lnTo>
                    <a:pt x="6417" y="2647"/>
                  </a:lnTo>
                  <a:lnTo>
                    <a:pt x="6297" y="2768"/>
                  </a:lnTo>
                  <a:lnTo>
                    <a:pt x="6177" y="2888"/>
                  </a:lnTo>
                  <a:lnTo>
                    <a:pt x="6036" y="2988"/>
                  </a:lnTo>
                  <a:lnTo>
                    <a:pt x="5876" y="3068"/>
                  </a:lnTo>
                  <a:lnTo>
                    <a:pt x="5716" y="3149"/>
                  </a:lnTo>
                  <a:lnTo>
                    <a:pt x="5515" y="3209"/>
                  </a:lnTo>
                  <a:lnTo>
                    <a:pt x="5314" y="3249"/>
                  </a:lnTo>
                  <a:lnTo>
                    <a:pt x="5094" y="3289"/>
                  </a:lnTo>
                  <a:lnTo>
                    <a:pt x="4613" y="3289"/>
                  </a:lnTo>
                  <a:lnTo>
                    <a:pt x="4392" y="3249"/>
                  </a:lnTo>
                  <a:lnTo>
                    <a:pt x="4191" y="3209"/>
                  </a:lnTo>
                  <a:lnTo>
                    <a:pt x="3991" y="3149"/>
                  </a:lnTo>
                  <a:lnTo>
                    <a:pt x="3830" y="3068"/>
                  </a:lnTo>
                  <a:lnTo>
                    <a:pt x="3670" y="2988"/>
                  </a:lnTo>
                  <a:lnTo>
                    <a:pt x="3530" y="2888"/>
                  </a:lnTo>
                  <a:lnTo>
                    <a:pt x="3409" y="2768"/>
                  </a:lnTo>
                  <a:lnTo>
                    <a:pt x="3289" y="2647"/>
                  </a:lnTo>
                  <a:lnTo>
                    <a:pt x="3189" y="2527"/>
                  </a:lnTo>
                  <a:lnTo>
                    <a:pt x="3108" y="2387"/>
                  </a:lnTo>
                  <a:lnTo>
                    <a:pt x="3028" y="2246"/>
                  </a:lnTo>
                  <a:lnTo>
                    <a:pt x="2908" y="1945"/>
                  </a:lnTo>
                  <a:lnTo>
                    <a:pt x="2828" y="1645"/>
                  </a:lnTo>
                  <a:lnTo>
                    <a:pt x="2788" y="1344"/>
                  </a:lnTo>
                  <a:lnTo>
                    <a:pt x="2748" y="1043"/>
                  </a:lnTo>
                  <a:lnTo>
                    <a:pt x="2748" y="762"/>
                  </a:lnTo>
                  <a:lnTo>
                    <a:pt x="2768" y="501"/>
                  </a:lnTo>
                  <a:lnTo>
                    <a:pt x="2788" y="140"/>
                  </a:lnTo>
                  <a:lnTo>
                    <a:pt x="282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5" name="Google Shape;6045;p26"/>
            <p:cNvSpPr/>
            <p:nvPr/>
          </p:nvSpPr>
          <p:spPr>
            <a:xfrm>
              <a:off x="9755600" y="3008638"/>
              <a:ext cx="242675" cy="154425"/>
            </a:xfrm>
            <a:custGeom>
              <a:avLst/>
              <a:gdLst/>
              <a:ahLst/>
              <a:cxnLst/>
              <a:rect l="l" t="t" r="r" b="b"/>
              <a:pathLst>
                <a:path w="9707" h="6177" fill="none" extrusionOk="0">
                  <a:moveTo>
                    <a:pt x="9205" y="3871"/>
                  </a:moveTo>
                  <a:lnTo>
                    <a:pt x="9205" y="3871"/>
                  </a:lnTo>
                  <a:lnTo>
                    <a:pt x="9005" y="4191"/>
                  </a:lnTo>
                  <a:lnTo>
                    <a:pt x="8784" y="4512"/>
                  </a:lnTo>
                  <a:lnTo>
                    <a:pt x="8784" y="4512"/>
                  </a:lnTo>
                  <a:lnTo>
                    <a:pt x="8503" y="4813"/>
                  </a:lnTo>
                  <a:lnTo>
                    <a:pt x="8222" y="5074"/>
                  </a:lnTo>
                  <a:lnTo>
                    <a:pt x="7942" y="5294"/>
                  </a:lnTo>
                  <a:lnTo>
                    <a:pt x="7661" y="5495"/>
                  </a:lnTo>
                  <a:lnTo>
                    <a:pt x="7360" y="5655"/>
                  </a:lnTo>
                  <a:lnTo>
                    <a:pt x="7079" y="5796"/>
                  </a:lnTo>
                  <a:lnTo>
                    <a:pt x="6799" y="5896"/>
                  </a:lnTo>
                  <a:lnTo>
                    <a:pt x="6538" y="5996"/>
                  </a:lnTo>
                  <a:lnTo>
                    <a:pt x="6277" y="6057"/>
                  </a:lnTo>
                  <a:lnTo>
                    <a:pt x="6016" y="6097"/>
                  </a:lnTo>
                  <a:lnTo>
                    <a:pt x="5555" y="6157"/>
                  </a:lnTo>
                  <a:lnTo>
                    <a:pt x="5154" y="6177"/>
                  </a:lnTo>
                  <a:lnTo>
                    <a:pt x="4853" y="6177"/>
                  </a:lnTo>
                  <a:lnTo>
                    <a:pt x="4853" y="6177"/>
                  </a:lnTo>
                  <a:lnTo>
                    <a:pt x="4552" y="6177"/>
                  </a:lnTo>
                  <a:lnTo>
                    <a:pt x="4151" y="6157"/>
                  </a:lnTo>
                  <a:lnTo>
                    <a:pt x="3690" y="6097"/>
                  </a:lnTo>
                  <a:lnTo>
                    <a:pt x="3429" y="6057"/>
                  </a:lnTo>
                  <a:lnTo>
                    <a:pt x="3169" y="5996"/>
                  </a:lnTo>
                  <a:lnTo>
                    <a:pt x="2908" y="5896"/>
                  </a:lnTo>
                  <a:lnTo>
                    <a:pt x="2627" y="5796"/>
                  </a:lnTo>
                  <a:lnTo>
                    <a:pt x="2346" y="5655"/>
                  </a:lnTo>
                  <a:lnTo>
                    <a:pt x="2046" y="5495"/>
                  </a:lnTo>
                  <a:lnTo>
                    <a:pt x="1765" y="5294"/>
                  </a:lnTo>
                  <a:lnTo>
                    <a:pt x="1484" y="5074"/>
                  </a:lnTo>
                  <a:lnTo>
                    <a:pt x="1203" y="4813"/>
                  </a:lnTo>
                  <a:lnTo>
                    <a:pt x="923" y="4512"/>
                  </a:lnTo>
                  <a:lnTo>
                    <a:pt x="923" y="4512"/>
                  </a:lnTo>
                  <a:lnTo>
                    <a:pt x="802" y="4352"/>
                  </a:lnTo>
                  <a:lnTo>
                    <a:pt x="682" y="4171"/>
                  </a:lnTo>
                  <a:lnTo>
                    <a:pt x="481" y="3830"/>
                  </a:lnTo>
                  <a:lnTo>
                    <a:pt x="321" y="3449"/>
                  </a:lnTo>
                  <a:lnTo>
                    <a:pt x="201" y="3088"/>
                  </a:lnTo>
                  <a:lnTo>
                    <a:pt x="100" y="2707"/>
                  </a:lnTo>
                  <a:lnTo>
                    <a:pt x="40" y="2326"/>
                  </a:lnTo>
                  <a:lnTo>
                    <a:pt x="0" y="1965"/>
                  </a:lnTo>
                  <a:lnTo>
                    <a:pt x="0" y="1604"/>
                  </a:lnTo>
                  <a:lnTo>
                    <a:pt x="0" y="1284"/>
                  </a:lnTo>
                  <a:lnTo>
                    <a:pt x="0" y="963"/>
                  </a:lnTo>
                  <a:lnTo>
                    <a:pt x="60" y="461"/>
                  </a:lnTo>
                  <a:lnTo>
                    <a:pt x="120" y="120"/>
                  </a:lnTo>
                  <a:lnTo>
                    <a:pt x="140" y="0"/>
                  </a:lnTo>
                  <a:lnTo>
                    <a:pt x="2828" y="0"/>
                  </a:lnTo>
                  <a:lnTo>
                    <a:pt x="2828" y="0"/>
                  </a:lnTo>
                  <a:lnTo>
                    <a:pt x="2788" y="140"/>
                  </a:lnTo>
                  <a:lnTo>
                    <a:pt x="2768" y="501"/>
                  </a:lnTo>
                  <a:lnTo>
                    <a:pt x="2748" y="762"/>
                  </a:lnTo>
                  <a:lnTo>
                    <a:pt x="2748" y="1043"/>
                  </a:lnTo>
                  <a:lnTo>
                    <a:pt x="2788" y="1344"/>
                  </a:lnTo>
                  <a:lnTo>
                    <a:pt x="2828" y="1645"/>
                  </a:lnTo>
                  <a:lnTo>
                    <a:pt x="2908" y="1945"/>
                  </a:lnTo>
                  <a:lnTo>
                    <a:pt x="3028" y="2246"/>
                  </a:lnTo>
                  <a:lnTo>
                    <a:pt x="3108" y="2387"/>
                  </a:lnTo>
                  <a:lnTo>
                    <a:pt x="3189" y="2527"/>
                  </a:lnTo>
                  <a:lnTo>
                    <a:pt x="3289" y="2647"/>
                  </a:lnTo>
                  <a:lnTo>
                    <a:pt x="3409" y="2768"/>
                  </a:lnTo>
                  <a:lnTo>
                    <a:pt x="3530" y="2888"/>
                  </a:lnTo>
                  <a:lnTo>
                    <a:pt x="3670" y="2988"/>
                  </a:lnTo>
                  <a:lnTo>
                    <a:pt x="3830" y="3068"/>
                  </a:lnTo>
                  <a:lnTo>
                    <a:pt x="3991" y="3149"/>
                  </a:lnTo>
                  <a:lnTo>
                    <a:pt x="4191" y="3209"/>
                  </a:lnTo>
                  <a:lnTo>
                    <a:pt x="4392" y="3249"/>
                  </a:lnTo>
                  <a:lnTo>
                    <a:pt x="4613" y="3289"/>
                  </a:lnTo>
                  <a:lnTo>
                    <a:pt x="4853" y="3289"/>
                  </a:lnTo>
                  <a:lnTo>
                    <a:pt x="4853" y="3289"/>
                  </a:lnTo>
                  <a:lnTo>
                    <a:pt x="5094" y="3289"/>
                  </a:lnTo>
                  <a:lnTo>
                    <a:pt x="5314" y="3249"/>
                  </a:lnTo>
                  <a:lnTo>
                    <a:pt x="5515" y="3209"/>
                  </a:lnTo>
                  <a:lnTo>
                    <a:pt x="5716" y="3149"/>
                  </a:lnTo>
                  <a:lnTo>
                    <a:pt x="5876" y="3068"/>
                  </a:lnTo>
                  <a:lnTo>
                    <a:pt x="6036" y="2988"/>
                  </a:lnTo>
                  <a:lnTo>
                    <a:pt x="6177" y="2888"/>
                  </a:lnTo>
                  <a:lnTo>
                    <a:pt x="6297" y="2768"/>
                  </a:lnTo>
                  <a:lnTo>
                    <a:pt x="6417" y="2647"/>
                  </a:lnTo>
                  <a:lnTo>
                    <a:pt x="6518" y="2527"/>
                  </a:lnTo>
                  <a:lnTo>
                    <a:pt x="6598" y="2387"/>
                  </a:lnTo>
                  <a:lnTo>
                    <a:pt x="6678" y="2246"/>
                  </a:lnTo>
                  <a:lnTo>
                    <a:pt x="6799" y="1945"/>
                  </a:lnTo>
                  <a:lnTo>
                    <a:pt x="6879" y="1645"/>
                  </a:lnTo>
                  <a:lnTo>
                    <a:pt x="6919" y="1344"/>
                  </a:lnTo>
                  <a:lnTo>
                    <a:pt x="6959" y="1043"/>
                  </a:lnTo>
                  <a:lnTo>
                    <a:pt x="6959" y="762"/>
                  </a:lnTo>
                  <a:lnTo>
                    <a:pt x="6939" y="501"/>
                  </a:lnTo>
                  <a:lnTo>
                    <a:pt x="6899" y="140"/>
                  </a:lnTo>
                  <a:lnTo>
                    <a:pt x="6879" y="0"/>
                  </a:lnTo>
                  <a:lnTo>
                    <a:pt x="9566" y="0"/>
                  </a:lnTo>
                  <a:lnTo>
                    <a:pt x="9566" y="0"/>
                  </a:lnTo>
                  <a:lnTo>
                    <a:pt x="9626" y="361"/>
                  </a:lnTo>
                  <a:lnTo>
                    <a:pt x="9686" y="762"/>
                  </a:lnTo>
                  <a:lnTo>
                    <a:pt x="9706" y="1304"/>
                  </a:lnTo>
                  <a:lnTo>
                    <a:pt x="9706" y="1584"/>
                  </a:lnTo>
                  <a:lnTo>
                    <a:pt x="9706" y="1905"/>
                  </a:lnTo>
                  <a:lnTo>
                    <a:pt x="9666" y="2206"/>
                  </a:lnTo>
                  <a:lnTo>
                    <a:pt x="9626" y="2547"/>
                  </a:lnTo>
                  <a:lnTo>
                    <a:pt x="9566" y="2868"/>
                  </a:lnTo>
                  <a:lnTo>
                    <a:pt x="9466" y="3209"/>
                  </a:lnTo>
                  <a:lnTo>
                    <a:pt x="9345" y="3550"/>
                  </a:lnTo>
                  <a:lnTo>
                    <a:pt x="9205" y="387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6" name="Google Shape;6046;p26"/>
            <p:cNvSpPr/>
            <p:nvPr/>
          </p:nvSpPr>
          <p:spPr>
            <a:xfrm>
              <a:off x="9755600" y="3008638"/>
              <a:ext cx="230150" cy="154425"/>
            </a:xfrm>
            <a:custGeom>
              <a:avLst/>
              <a:gdLst/>
              <a:ahLst/>
              <a:cxnLst/>
              <a:rect l="l" t="t" r="r" b="b"/>
              <a:pathLst>
                <a:path w="9206" h="6177" extrusionOk="0">
                  <a:moveTo>
                    <a:pt x="140" y="0"/>
                  </a:moveTo>
                  <a:lnTo>
                    <a:pt x="120" y="100"/>
                  </a:lnTo>
                  <a:lnTo>
                    <a:pt x="60" y="421"/>
                  </a:lnTo>
                  <a:lnTo>
                    <a:pt x="20" y="882"/>
                  </a:lnTo>
                  <a:lnTo>
                    <a:pt x="0" y="1163"/>
                  </a:lnTo>
                  <a:lnTo>
                    <a:pt x="0" y="1484"/>
                  </a:lnTo>
                  <a:lnTo>
                    <a:pt x="0" y="1845"/>
                  </a:lnTo>
                  <a:lnTo>
                    <a:pt x="40" y="2226"/>
                  </a:lnTo>
                  <a:lnTo>
                    <a:pt x="80" y="2607"/>
                  </a:lnTo>
                  <a:lnTo>
                    <a:pt x="181" y="3008"/>
                  </a:lnTo>
                  <a:lnTo>
                    <a:pt x="301" y="3409"/>
                  </a:lnTo>
                  <a:lnTo>
                    <a:pt x="461" y="3790"/>
                  </a:lnTo>
                  <a:lnTo>
                    <a:pt x="562" y="3971"/>
                  </a:lnTo>
                  <a:lnTo>
                    <a:pt x="682" y="4171"/>
                  </a:lnTo>
                  <a:lnTo>
                    <a:pt x="802" y="4332"/>
                  </a:lnTo>
                  <a:lnTo>
                    <a:pt x="923" y="4512"/>
                  </a:lnTo>
                  <a:lnTo>
                    <a:pt x="1183" y="4793"/>
                  </a:lnTo>
                  <a:lnTo>
                    <a:pt x="1464" y="5054"/>
                  </a:lnTo>
                  <a:lnTo>
                    <a:pt x="1725" y="5274"/>
                  </a:lnTo>
                  <a:lnTo>
                    <a:pt x="1985" y="5455"/>
                  </a:lnTo>
                  <a:lnTo>
                    <a:pt x="2266" y="5615"/>
                  </a:lnTo>
                  <a:lnTo>
                    <a:pt x="2527" y="5756"/>
                  </a:lnTo>
                  <a:lnTo>
                    <a:pt x="2808" y="5876"/>
                  </a:lnTo>
                  <a:lnTo>
                    <a:pt x="3068" y="5956"/>
                  </a:lnTo>
                  <a:lnTo>
                    <a:pt x="3309" y="6036"/>
                  </a:lnTo>
                  <a:lnTo>
                    <a:pt x="3550" y="6077"/>
                  </a:lnTo>
                  <a:lnTo>
                    <a:pt x="4011" y="6157"/>
                  </a:lnTo>
                  <a:lnTo>
                    <a:pt x="4412" y="6177"/>
                  </a:lnTo>
                  <a:lnTo>
                    <a:pt x="5294" y="6177"/>
                  </a:lnTo>
                  <a:lnTo>
                    <a:pt x="5696" y="6157"/>
                  </a:lnTo>
                  <a:lnTo>
                    <a:pt x="6157" y="6077"/>
                  </a:lnTo>
                  <a:lnTo>
                    <a:pt x="6397" y="6036"/>
                  </a:lnTo>
                  <a:lnTo>
                    <a:pt x="6638" y="5956"/>
                  </a:lnTo>
                  <a:lnTo>
                    <a:pt x="6899" y="5876"/>
                  </a:lnTo>
                  <a:lnTo>
                    <a:pt x="7180" y="5756"/>
                  </a:lnTo>
                  <a:lnTo>
                    <a:pt x="7440" y="5615"/>
                  </a:lnTo>
                  <a:lnTo>
                    <a:pt x="7721" y="5455"/>
                  </a:lnTo>
                  <a:lnTo>
                    <a:pt x="7982" y="5274"/>
                  </a:lnTo>
                  <a:lnTo>
                    <a:pt x="8242" y="5054"/>
                  </a:lnTo>
                  <a:lnTo>
                    <a:pt x="8523" y="4793"/>
                  </a:lnTo>
                  <a:lnTo>
                    <a:pt x="8784" y="4512"/>
                  </a:lnTo>
                  <a:lnTo>
                    <a:pt x="9005" y="4191"/>
                  </a:lnTo>
                  <a:lnTo>
                    <a:pt x="9205" y="3871"/>
                  </a:lnTo>
                  <a:lnTo>
                    <a:pt x="9205" y="3871"/>
                  </a:lnTo>
                  <a:lnTo>
                    <a:pt x="8824" y="4131"/>
                  </a:lnTo>
                  <a:lnTo>
                    <a:pt x="8403" y="4352"/>
                  </a:lnTo>
                  <a:lnTo>
                    <a:pt x="7982" y="4552"/>
                  </a:lnTo>
                  <a:lnTo>
                    <a:pt x="7541" y="4693"/>
                  </a:lnTo>
                  <a:lnTo>
                    <a:pt x="7099" y="4813"/>
                  </a:lnTo>
                  <a:lnTo>
                    <a:pt x="6638" y="4913"/>
                  </a:lnTo>
                  <a:lnTo>
                    <a:pt x="6157" y="4954"/>
                  </a:lnTo>
                  <a:lnTo>
                    <a:pt x="5675" y="4974"/>
                  </a:lnTo>
                  <a:lnTo>
                    <a:pt x="5375" y="4974"/>
                  </a:lnTo>
                  <a:lnTo>
                    <a:pt x="5094" y="4954"/>
                  </a:lnTo>
                  <a:lnTo>
                    <a:pt x="4793" y="4913"/>
                  </a:lnTo>
                  <a:lnTo>
                    <a:pt x="4492" y="4873"/>
                  </a:lnTo>
                  <a:lnTo>
                    <a:pt x="4071" y="4773"/>
                  </a:lnTo>
                  <a:lnTo>
                    <a:pt x="3650" y="4653"/>
                  </a:lnTo>
                  <a:lnTo>
                    <a:pt x="3249" y="4472"/>
                  </a:lnTo>
                  <a:lnTo>
                    <a:pt x="3048" y="4372"/>
                  </a:lnTo>
                  <a:lnTo>
                    <a:pt x="2868" y="4272"/>
                  </a:lnTo>
                  <a:lnTo>
                    <a:pt x="2687" y="4151"/>
                  </a:lnTo>
                  <a:lnTo>
                    <a:pt x="2507" y="4011"/>
                  </a:lnTo>
                  <a:lnTo>
                    <a:pt x="2366" y="3851"/>
                  </a:lnTo>
                  <a:lnTo>
                    <a:pt x="2226" y="3690"/>
                  </a:lnTo>
                  <a:lnTo>
                    <a:pt x="2086" y="3510"/>
                  </a:lnTo>
                  <a:lnTo>
                    <a:pt x="1985" y="3329"/>
                  </a:lnTo>
                  <a:lnTo>
                    <a:pt x="1885" y="3129"/>
                  </a:lnTo>
                  <a:lnTo>
                    <a:pt x="1805" y="2908"/>
                  </a:lnTo>
                  <a:lnTo>
                    <a:pt x="1725" y="2547"/>
                  </a:lnTo>
                  <a:lnTo>
                    <a:pt x="1705" y="2166"/>
                  </a:lnTo>
                  <a:lnTo>
                    <a:pt x="1685" y="1805"/>
                  </a:lnTo>
                  <a:lnTo>
                    <a:pt x="1725" y="1444"/>
                  </a:lnTo>
                  <a:lnTo>
                    <a:pt x="1785" y="1083"/>
                  </a:lnTo>
                  <a:lnTo>
                    <a:pt x="1845" y="702"/>
                  </a:lnTo>
                  <a:lnTo>
                    <a:pt x="1945" y="361"/>
                  </a:lnTo>
                  <a:lnTo>
                    <a:pt x="2046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7" name="Google Shape;6047;p26"/>
            <p:cNvSpPr/>
            <p:nvPr/>
          </p:nvSpPr>
          <p:spPr>
            <a:xfrm>
              <a:off x="9755600" y="3008638"/>
              <a:ext cx="230150" cy="154425"/>
            </a:xfrm>
            <a:custGeom>
              <a:avLst/>
              <a:gdLst/>
              <a:ahLst/>
              <a:cxnLst/>
              <a:rect l="l" t="t" r="r" b="b"/>
              <a:pathLst>
                <a:path w="9206" h="6177" fill="none" extrusionOk="0">
                  <a:moveTo>
                    <a:pt x="2046" y="0"/>
                  </a:moveTo>
                  <a:lnTo>
                    <a:pt x="140" y="0"/>
                  </a:lnTo>
                  <a:lnTo>
                    <a:pt x="140" y="0"/>
                  </a:lnTo>
                  <a:lnTo>
                    <a:pt x="120" y="100"/>
                  </a:lnTo>
                  <a:lnTo>
                    <a:pt x="60" y="421"/>
                  </a:lnTo>
                  <a:lnTo>
                    <a:pt x="20" y="882"/>
                  </a:lnTo>
                  <a:lnTo>
                    <a:pt x="0" y="1163"/>
                  </a:lnTo>
                  <a:lnTo>
                    <a:pt x="0" y="1484"/>
                  </a:lnTo>
                  <a:lnTo>
                    <a:pt x="0" y="1484"/>
                  </a:lnTo>
                  <a:lnTo>
                    <a:pt x="0" y="1845"/>
                  </a:lnTo>
                  <a:lnTo>
                    <a:pt x="40" y="2226"/>
                  </a:lnTo>
                  <a:lnTo>
                    <a:pt x="80" y="2607"/>
                  </a:lnTo>
                  <a:lnTo>
                    <a:pt x="181" y="3008"/>
                  </a:lnTo>
                  <a:lnTo>
                    <a:pt x="301" y="3409"/>
                  </a:lnTo>
                  <a:lnTo>
                    <a:pt x="461" y="3790"/>
                  </a:lnTo>
                  <a:lnTo>
                    <a:pt x="562" y="3971"/>
                  </a:lnTo>
                  <a:lnTo>
                    <a:pt x="682" y="4171"/>
                  </a:lnTo>
                  <a:lnTo>
                    <a:pt x="802" y="4332"/>
                  </a:lnTo>
                  <a:lnTo>
                    <a:pt x="923" y="4512"/>
                  </a:lnTo>
                  <a:lnTo>
                    <a:pt x="923" y="4512"/>
                  </a:lnTo>
                  <a:lnTo>
                    <a:pt x="1183" y="4793"/>
                  </a:lnTo>
                  <a:lnTo>
                    <a:pt x="1464" y="5054"/>
                  </a:lnTo>
                  <a:lnTo>
                    <a:pt x="1725" y="5274"/>
                  </a:lnTo>
                  <a:lnTo>
                    <a:pt x="1985" y="5455"/>
                  </a:lnTo>
                  <a:lnTo>
                    <a:pt x="2266" y="5615"/>
                  </a:lnTo>
                  <a:lnTo>
                    <a:pt x="2527" y="5756"/>
                  </a:lnTo>
                  <a:lnTo>
                    <a:pt x="2808" y="5876"/>
                  </a:lnTo>
                  <a:lnTo>
                    <a:pt x="3068" y="5956"/>
                  </a:lnTo>
                  <a:lnTo>
                    <a:pt x="3309" y="6036"/>
                  </a:lnTo>
                  <a:lnTo>
                    <a:pt x="3550" y="6077"/>
                  </a:lnTo>
                  <a:lnTo>
                    <a:pt x="4011" y="6157"/>
                  </a:lnTo>
                  <a:lnTo>
                    <a:pt x="4412" y="6177"/>
                  </a:lnTo>
                  <a:lnTo>
                    <a:pt x="4733" y="6177"/>
                  </a:lnTo>
                  <a:lnTo>
                    <a:pt x="4733" y="6177"/>
                  </a:lnTo>
                  <a:lnTo>
                    <a:pt x="4853" y="6177"/>
                  </a:lnTo>
                  <a:lnTo>
                    <a:pt x="4853" y="6177"/>
                  </a:lnTo>
                  <a:lnTo>
                    <a:pt x="4974" y="6177"/>
                  </a:lnTo>
                  <a:lnTo>
                    <a:pt x="4974" y="6177"/>
                  </a:lnTo>
                  <a:lnTo>
                    <a:pt x="5294" y="6177"/>
                  </a:lnTo>
                  <a:lnTo>
                    <a:pt x="5696" y="6157"/>
                  </a:lnTo>
                  <a:lnTo>
                    <a:pt x="6157" y="6077"/>
                  </a:lnTo>
                  <a:lnTo>
                    <a:pt x="6397" y="6036"/>
                  </a:lnTo>
                  <a:lnTo>
                    <a:pt x="6638" y="5956"/>
                  </a:lnTo>
                  <a:lnTo>
                    <a:pt x="6899" y="5876"/>
                  </a:lnTo>
                  <a:lnTo>
                    <a:pt x="7180" y="5756"/>
                  </a:lnTo>
                  <a:lnTo>
                    <a:pt x="7440" y="5615"/>
                  </a:lnTo>
                  <a:lnTo>
                    <a:pt x="7721" y="5455"/>
                  </a:lnTo>
                  <a:lnTo>
                    <a:pt x="7982" y="5274"/>
                  </a:lnTo>
                  <a:lnTo>
                    <a:pt x="8242" y="5054"/>
                  </a:lnTo>
                  <a:lnTo>
                    <a:pt x="8523" y="4793"/>
                  </a:lnTo>
                  <a:lnTo>
                    <a:pt x="8784" y="4512"/>
                  </a:lnTo>
                  <a:lnTo>
                    <a:pt x="8784" y="4512"/>
                  </a:lnTo>
                  <a:lnTo>
                    <a:pt x="9005" y="4191"/>
                  </a:lnTo>
                  <a:lnTo>
                    <a:pt x="9205" y="3871"/>
                  </a:lnTo>
                  <a:lnTo>
                    <a:pt x="9205" y="3871"/>
                  </a:lnTo>
                  <a:lnTo>
                    <a:pt x="8824" y="4131"/>
                  </a:lnTo>
                  <a:lnTo>
                    <a:pt x="8403" y="4352"/>
                  </a:lnTo>
                  <a:lnTo>
                    <a:pt x="7982" y="4552"/>
                  </a:lnTo>
                  <a:lnTo>
                    <a:pt x="7541" y="4693"/>
                  </a:lnTo>
                  <a:lnTo>
                    <a:pt x="7099" y="4813"/>
                  </a:lnTo>
                  <a:lnTo>
                    <a:pt x="6638" y="4913"/>
                  </a:lnTo>
                  <a:lnTo>
                    <a:pt x="6157" y="4954"/>
                  </a:lnTo>
                  <a:lnTo>
                    <a:pt x="5675" y="4974"/>
                  </a:lnTo>
                  <a:lnTo>
                    <a:pt x="5675" y="4974"/>
                  </a:lnTo>
                  <a:lnTo>
                    <a:pt x="5375" y="4974"/>
                  </a:lnTo>
                  <a:lnTo>
                    <a:pt x="5094" y="4954"/>
                  </a:lnTo>
                  <a:lnTo>
                    <a:pt x="4793" y="4913"/>
                  </a:lnTo>
                  <a:lnTo>
                    <a:pt x="4492" y="4873"/>
                  </a:lnTo>
                  <a:lnTo>
                    <a:pt x="4492" y="4873"/>
                  </a:lnTo>
                  <a:lnTo>
                    <a:pt x="4071" y="4773"/>
                  </a:lnTo>
                  <a:lnTo>
                    <a:pt x="3650" y="4653"/>
                  </a:lnTo>
                  <a:lnTo>
                    <a:pt x="3249" y="4472"/>
                  </a:lnTo>
                  <a:lnTo>
                    <a:pt x="3048" y="4372"/>
                  </a:lnTo>
                  <a:lnTo>
                    <a:pt x="2868" y="4272"/>
                  </a:lnTo>
                  <a:lnTo>
                    <a:pt x="2687" y="4151"/>
                  </a:lnTo>
                  <a:lnTo>
                    <a:pt x="2507" y="4011"/>
                  </a:lnTo>
                  <a:lnTo>
                    <a:pt x="2366" y="3851"/>
                  </a:lnTo>
                  <a:lnTo>
                    <a:pt x="2226" y="3690"/>
                  </a:lnTo>
                  <a:lnTo>
                    <a:pt x="2086" y="3510"/>
                  </a:lnTo>
                  <a:lnTo>
                    <a:pt x="1985" y="3329"/>
                  </a:lnTo>
                  <a:lnTo>
                    <a:pt x="1885" y="3129"/>
                  </a:lnTo>
                  <a:lnTo>
                    <a:pt x="1805" y="2908"/>
                  </a:lnTo>
                  <a:lnTo>
                    <a:pt x="1805" y="2908"/>
                  </a:lnTo>
                  <a:lnTo>
                    <a:pt x="1725" y="2547"/>
                  </a:lnTo>
                  <a:lnTo>
                    <a:pt x="1705" y="2166"/>
                  </a:lnTo>
                  <a:lnTo>
                    <a:pt x="1685" y="1805"/>
                  </a:lnTo>
                  <a:lnTo>
                    <a:pt x="1725" y="1444"/>
                  </a:lnTo>
                  <a:lnTo>
                    <a:pt x="1785" y="1083"/>
                  </a:lnTo>
                  <a:lnTo>
                    <a:pt x="1845" y="702"/>
                  </a:lnTo>
                  <a:lnTo>
                    <a:pt x="1945" y="361"/>
                  </a:lnTo>
                  <a:lnTo>
                    <a:pt x="2046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8" name="Google Shape;6048;p26"/>
            <p:cNvSpPr/>
            <p:nvPr/>
          </p:nvSpPr>
          <p:spPr>
            <a:xfrm>
              <a:off x="10051400" y="3285888"/>
              <a:ext cx="142900" cy="211600"/>
            </a:xfrm>
            <a:custGeom>
              <a:avLst/>
              <a:gdLst/>
              <a:ahLst/>
              <a:cxnLst/>
              <a:rect l="l" t="t" r="r" b="b"/>
              <a:pathLst>
                <a:path w="5716" h="8464" extrusionOk="0">
                  <a:moveTo>
                    <a:pt x="2607" y="0"/>
                  </a:moveTo>
                  <a:lnTo>
                    <a:pt x="2347" y="40"/>
                  </a:lnTo>
                  <a:lnTo>
                    <a:pt x="2106" y="100"/>
                  </a:lnTo>
                  <a:lnTo>
                    <a:pt x="1865" y="181"/>
                  </a:lnTo>
                  <a:lnTo>
                    <a:pt x="1625" y="281"/>
                  </a:lnTo>
                  <a:lnTo>
                    <a:pt x="1404" y="401"/>
                  </a:lnTo>
                  <a:lnTo>
                    <a:pt x="1203" y="522"/>
                  </a:lnTo>
                  <a:lnTo>
                    <a:pt x="1003" y="682"/>
                  </a:lnTo>
                  <a:lnTo>
                    <a:pt x="822" y="842"/>
                  </a:lnTo>
                  <a:lnTo>
                    <a:pt x="662" y="1023"/>
                  </a:lnTo>
                  <a:lnTo>
                    <a:pt x="522" y="1224"/>
                  </a:lnTo>
                  <a:lnTo>
                    <a:pt x="381" y="1424"/>
                  </a:lnTo>
                  <a:lnTo>
                    <a:pt x="281" y="1645"/>
                  </a:lnTo>
                  <a:lnTo>
                    <a:pt x="181" y="1885"/>
                  </a:lnTo>
                  <a:lnTo>
                    <a:pt x="100" y="2126"/>
                  </a:lnTo>
                  <a:lnTo>
                    <a:pt x="60" y="2367"/>
                  </a:lnTo>
                  <a:lnTo>
                    <a:pt x="20" y="2607"/>
                  </a:lnTo>
                  <a:lnTo>
                    <a:pt x="0" y="2848"/>
                  </a:lnTo>
                  <a:lnTo>
                    <a:pt x="0" y="5595"/>
                  </a:lnTo>
                  <a:lnTo>
                    <a:pt x="20" y="5896"/>
                  </a:lnTo>
                  <a:lnTo>
                    <a:pt x="60" y="6177"/>
                  </a:lnTo>
                  <a:lnTo>
                    <a:pt x="141" y="6458"/>
                  </a:lnTo>
                  <a:lnTo>
                    <a:pt x="241" y="6718"/>
                  </a:lnTo>
                  <a:lnTo>
                    <a:pt x="361" y="6959"/>
                  </a:lnTo>
                  <a:lnTo>
                    <a:pt x="502" y="7200"/>
                  </a:lnTo>
                  <a:lnTo>
                    <a:pt x="662" y="7420"/>
                  </a:lnTo>
                  <a:lnTo>
                    <a:pt x="842" y="7621"/>
                  </a:lnTo>
                  <a:lnTo>
                    <a:pt x="1103" y="7862"/>
                  </a:lnTo>
                  <a:lnTo>
                    <a:pt x="1404" y="8062"/>
                  </a:lnTo>
                  <a:lnTo>
                    <a:pt x="1705" y="8223"/>
                  </a:lnTo>
                  <a:lnTo>
                    <a:pt x="2046" y="8343"/>
                  </a:lnTo>
                  <a:lnTo>
                    <a:pt x="2246" y="8383"/>
                  </a:lnTo>
                  <a:lnTo>
                    <a:pt x="2447" y="8423"/>
                  </a:lnTo>
                  <a:lnTo>
                    <a:pt x="2647" y="8443"/>
                  </a:lnTo>
                  <a:lnTo>
                    <a:pt x="2868" y="8463"/>
                  </a:lnTo>
                  <a:lnTo>
                    <a:pt x="3149" y="8443"/>
                  </a:lnTo>
                  <a:lnTo>
                    <a:pt x="3430" y="8403"/>
                  </a:lnTo>
                  <a:lnTo>
                    <a:pt x="3710" y="8323"/>
                  </a:lnTo>
                  <a:lnTo>
                    <a:pt x="3971" y="8243"/>
                  </a:lnTo>
                  <a:lnTo>
                    <a:pt x="4212" y="8122"/>
                  </a:lnTo>
                  <a:lnTo>
                    <a:pt x="4452" y="7962"/>
                  </a:lnTo>
                  <a:lnTo>
                    <a:pt x="4673" y="7801"/>
                  </a:lnTo>
                  <a:lnTo>
                    <a:pt x="4873" y="7621"/>
                  </a:lnTo>
                  <a:lnTo>
                    <a:pt x="5054" y="7420"/>
                  </a:lnTo>
                  <a:lnTo>
                    <a:pt x="5234" y="7200"/>
                  </a:lnTo>
                  <a:lnTo>
                    <a:pt x="5375" y="6959"/>
                  </a:lnTo>
                  <a:lnTo>
                    <a:pt x="5495" y="6718"/>
                  </a:lnTo>
                  <a:lnTo>
                    <a:pt x="5595" y="6458"/>
                  </a:lnTo>
                  <a:lnTo>
                    <a:pt x="5656" y="6177"/>
                  </a:lnTo>
                  <a:lnTo>
                    <a:pt x="5696" y="5896"/>
                  </a:lnTo>
                  <a:lnTo>
                    <a:pt x="5716" y="5595"/>
                  </a:lnTo>
                  <a:lnTo>
                    <a:pt x="5716" y="2848"/>
                  </a:lnTo>
                  <a:lnTo>
                    <a:pt x="5696" y="2567"/>
                  </a:lnTo>
                  <a:lnTo>
                    <a:pt x="5656" y="2286"/>
                  </a:lnTo>
                  <a:lnTo>
                    <a:pt x="5595" y="2006"/>
                  </a:lnTo>
                  <a:lnTo>
                    <a:pt x="5495" y="1745"/>
                  </a:lnTo>
                  <a:lnTo>
                    <a:pt x="5375" y="1484"/>
                  </a:lnTo>
                  <a:lnTo>
                    <a:pt x="5234" y="1264"/>
                  </a:lnTo>
                  <a:lnTo>
                    <a:pt x="5054" y="1043"/>
                  </a:lnTo>
                  <a:lnTo>
                    <a:pt x="4873" y="842"/>
                  </a:lnTo>
                  <a:lnTo>
                    <a:pt x="4673" y="642"/>
                  </a:lnTo>
                  <a:lnTo>
                    <a:pt x="4452" y="482"/>
                  </a:lnTo>
                  <a:lnTo>
                    <a:pt x="4232" y="341"/>
                  </a:lnTo>
                  <a:lnTo>
                    <a:pt x="3971" y="221"/>
                  </a:lnTo>
                  <a:lnTo>
                    <a:pt x="3710" y="121"/>
                  </a:lnTo>
                  <a:lnTo>
                    <a:pt x="3430" y="60"/>
                  </a:lnTo>
                  <a:lnTo>
                    <a:pt x="3149" y="20"/>
                  </a:lnTo>
                  <a:lnTo>
                    <a:pt x="286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9" name="Google Shape;6049;p26"/>
            <p:cNvSpPr/>
            <p:nvPr/>
          </p:nvSpPr>
          <p:spPr>
            <a:xfrm>
              <a:off x="10051400" y="3285888"/>
              <a:ext cx="142900" cy="211600"/>
            </a:xfrm>
            <a:custGeom>
              <a:avLst/>
              <a:gdLst/>
              <a:ahLst/>
              <a:cxnLst/>
              <a:rect l="l" t="t" r="r" b="b"/>
              <a:pathLst>
                <a:path w="5716" h="8464" fill="none" extrusionOk="0">
                  <a:moveTo>
                    <a:pt x="5716" y="2848"/>
                  </a:moveTo>
                  <a:lnTo>
                    <a:pt x="5716" y="5595"/>
                  </a:lnTo>
                  <a:lnTo>
                    <a:pt x="5716" y="5595"/>
                  </a:lnTo>
                  <a:lnTo>
                    <a:pt x="5696" y="5896"/>
                  </a:lnTo>
                  <a:lnTo>
                    <a:pt x="5656" y="6177"/>
                  </a:lnTo>
                  <a:lnTo>
                    <a:pt x="5595" y="6458"/>
                  </a:lnTo>
                  <a:lnTo>
                    <a:pt x="5495" y="6718"/>
                  </a:lnTo>
                  <a:lnTo>
                    <a:pt x="5375" y="6959"/>
                  </a:lnTo>
                  <a:lnTo>
                    <a:pt x="5234" y="7200"/>
                  </a:lnTo>
                  <a:lnTo>
                    <a:pt x="5054" y="7420"/>
                  </a:lnTo>
                  <a:lnTo>
                    <a:pt x="4873" y="7621"/>
                  </a:lnTo>
                  <a:lnTo>
                    <a:pt x="4673" y="7801"/>
                  </a:lnTo>
                  <a:lnTo>
                    <a:pt x="4452" y="7962"/>
                  </a:lnTo>
                  <a:lnTo>
                    <a:pt x="4212" y="8122"/>
                  </a:lnTo>
                  <a:lnTo>
                    <a:pt x="3971" y="8243"/>
                  </a:lnTo>
                  <a:lnTo>
                    <a:pt x="3710" y="8323"/>
                  </a:lnTo>
                  <a:lnTo>
                    <a:pt x="3430" y="8403"/>
                  </a:lnTo>
                  <a:lnTo>
                    <a:pt x="3149" y="8443"/>
                  </a:lnTo>
                  <a:lnTo>
                    <a:pt x="2868" y="8463"/>
                  </a:lnTo>
                  <a:lnTo>
                    <a:pt x="2868" y="8463"/>
                  </a:lnTo>
                  <a:lnTo>
                    <a:pt x="2647" y="8443"/>
                  </a:lnTo>
                  <a:lnTo>
                    <a:pt x="2447" y="8423"/>
                  </a:lnTo>
                  <a:lnTo>
                    <a:pt x="2246" y="8383"/>
                  </a:lnTo>
                  <a:lnTo>
                    <a:pt x="2046" y="8343"/>
                  </a:lnTo>
                  <a:lnTo>
                    <a:pt x="2046" y="8343"/>
                  </a:lnTo>
                  <a:lnTo>
                    <a:pt x="1705" y="8223"/>
                  </a:lnTo>
                  <a:lnTo>
                    <a:pt x="1404" y="8062"/>
                  </a:lnTo>
                  <a:lnTo>
                    <a:pt x="1103" y="7862"/>
                  </a:lnTo>
                  <a:lnTo>
                    <a:pt x="842" y="7621"/>
                  </a:lnTo>
                  <a:lnTo>
                    <a:pt x="842" y="7621"/>
                  </a:lnTo>
                  <a:lnTo>
                    <a:pt x="662" y="7420"/>
                  </a:lnTo>
                  <a:lnTo>
                    <a:pt x="502" y="7200"/>
                  </a:lnTo>
                  <a:lnTo>
                    <a:pt x="361" y="6959"/>
                  </a:lnTo>
                  <a:lnTo>
                    <a:pt x="241" y="6718"/>
                  </a:lnTo>
                  <a:lnTo>
                    <a:pt x="141" y="6458"/>
                  </a:lnTo>
                  <a:lnTo>
                    <a:pt x="60" y="6177"/>
                  </a:lnTo>
                  <a:lnTo>
                    <a:pt x="20" y="5896"/>
                  </a:lnTo>
                  <a:lnTo>
                    <a:pt x="0" y="5595"/>
                  </a:lnTo>
                  <a:lnTo>
                    <a:pt x="0" y="2848"/>
                  </a:lnTo>
                  <a:lnTo>
                    <a:pt x="0" y="2848"/>
                  </a:lnTo>
                  <a:lnTo>
                    <a:pt x="20" y="2607"/>
                  </a:lnTo>
                  <a:lnTo>
                    <a:pt x="60" y="2367"/>
                  </a:lnTo>
                  <a:lnTo>
                    <a:pt x="60" y="2367"/>
                  </a:lnTo>
                  <a:lnTo>
                    <a:pt x="100" y="2126"/>
                  </a:lnTo>
                  <a:lnTo>
                    <a:pt x="181" y="1885"/>
                  </a:lnTo>
                  <a:lnTo>
                    <a:pt x="281" y="1645"/>
                  </a:lnTo>
                  <a:lnTo>
                    <a:pt x="381" y="1424"/>
                  </a:lnTo>
                  <a:lnTo>
                    <a:pt x="522" y="1224"/>
                  </a:lnTo>
                  <a:lnTo>
                    <a:pt x="662" y="1023"/>
                  </a:lnTo>
                  <a:lnTo>
                    <a:pt x="822" y="842"/>
                  </a:lnTo>
                  <a:lnTo>
                    <a:pt x="1003" y="682"/>
                  </a:lnTo>
                  <a:lnTo>
                    <a:pt x="1203" y="522"/>
                  </a:lnTo>
                  <a:lnTo>
                    <a:pt x="1404" y="401"/>
                  </a:lnTo>
                  <a:lnTo>
                    <a:pt x="1625" y="281"/>
                  </a:lnTo>
                  <a:lnTo>
                    <a:pt x="1865" y="181"/>
                  </a:lnTo>
                  <a:lnTo>
                    <a:pt x="2106" y="100"/>
                  </a:lnTo>
                  <a:lnTo>
                    <a:pt x="2347" y="40"/>
                  </a:lnTo>
                  <a:lnTo>
                    <a:pt x="2607" y="0"/>
                  </a:lnTo>
                  <a:lnTo>
                    <a:pt x="2868" y="0"/>
                  </a:lnTo>
                  <a:lnTo>
                    <a:pt x="2868" y="0"/>
                  </a:lnTo>
                  <a:lnTo>
                    <a:pt x="3149" y="20"/>
                  </a:lnTo>
                  <a:lnTo>
                    <a:pt x="3430" y="60"/>
                  </a:lnTo>
                  <a:lnTo>
                    <a:pt x="3710" y="121"/>
                  </a:lnTo>
                  <a:lnTo>
                    <a:pt x="3971" y="221"/>
                  </a:lnTo>
                  <a:lnTo>
                    <a:pt x="4232" y="341"/>
                  </a:lnTo>
                  <a:lnTo>
                    <a:pt x="4452" y="482"/>
                  </a:lnTo>
                  <a:lnTo>
                    <a:pt x="4673" y="642"/>
                  </a:lnTo>
                  <a:lnTo>
                    <a:pt x="4873" y="842"/>
                  </a:lnTo>
                  <a:lnTo>
                    <a:pt x="4873" y="842"/>
                  </a:lnTo>
                  <a:lnTo>
                    <a:pt x="5054" y="1043"/>
                  </a:lnTo>
                  <a:lnTo>
                    <a:pt x="5234" y="1264"/>
                  </a:lnTo>
                  <a:lnTo>
                    <a:pt x="5375" y="1484"/>
                  </a:lnTo>
                  <a:lnTo>
                    <a:pt x="5495" y="1745"/>
                  </a:lnTo>
                  <a:lnTo>
                    <a:pt x="5595" y="2006"/>
                  </a:lnTo>
                  <a:lnTo>
                    <a:pt x="5656" y="2286"/>
                  </a:lnTo>
                  <a:lnTo>
                    <a:pt x="5696" y="2567"/>
                  </a:lnTo>
                  <a:lnTo>
                    <a:pt x="5716" y="284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0" name="Google Shape;6050;p26"/>
            <p:cNvSpPr/>
            <p:nvPr/>
          </p:nvSpPr>
          <p:spPr>
            <a:xfrm>
              <a:off x="10052900" y="3285888"/>
              <a:ext cx="90275" cy="211600"/>
            </a:xfrm>
            <a:custGeom>
              <a:avLst/>
              <a:gdLst/>
              <a:ahLst/>
              <a:cxnLst/>
              <a:rect l="l" t="t" r="r" b="b"/>
              <a:pathLst>
                <a:path w="3611" h="8464" extrusionOk="0">
                  <a:moveTo>
                    <a:pt x="2547" y="0"/>
                  </a:moveTo>
                  <a:lnTo>
                    <a:pt x="2287" y="40"/>
                  </a:lnTo>
                  <a:lnTo>
                    <a:pt x="2046" y="100"/>
                  </a:lnTo>
                  <a:lnTo>
                    <a:pt x="1805" y="181"/>
                  </a:lnTo>
                  <a:lnTo>
                    <a:pt x="1565" y="281"/>
                  </a:lnTo>
                  <a:lnTo>
                    <a:pt x="1344" y="401"/>
                  </a:lnTo>
                  <a:lnTo>
                    <a:pt x="1143" y="522"/>
                  </a:lnTo>
                  <a:lnTo>
                    <a:pt x="943" y="682"/>
                  </a:lnTo>
                  <a:lnTo>
                    <a:pt x="762" y="842"/>
                  </a:lnTo>
                  <a:lnTo>
                    <a:pt x="602" y="1023"/>
                  </a:lnTo>
                  <a:lnTo>
                    <a:pt x="462" y="1224"/>
                  </a:lnTo>
                  <a:lnTo>
                    <a:pt x="321" y="1424"/>
                  </a:lnTo>
                  <a:lnTo>
                    <a:pt x="221" y="1645"/>
                  </a:lnTo>
                  <a:lnTo>
                    <a:pt x="121" y="1885"/>
                  </a:lnTo>
                  <a:lnTo>
                    <a:pt x="40" y="2126"/>
                  </a:lnTo>
                  <a:lnTo>
                    <a:pt x="0" y="2367"/>
                  </a:lnTo>
                  <a:lnTo>
                    <a:pt x="241" y="2347"/>
                  </a:lnTo>
                  <a:lnTo>
                    <a:pt x="421" y="2367"/>
                  </a:lnTo>
                  <a:lnTo>
                    <a:pt x="582" y="2387"/>
                  </a:lnTo>
                  <a:lnTo>
                    <a:pt x="722" y="2447"/>
                  </a:lnTo>
                  <a:lnTo>
                    <a:pt x="863" y="2507"/>
                  </a:lnTo>
                  <a:lnTo>
                    <a:pt x="1003" y="2607"/>
                  </a:lnTo>
                  <a:lnTo>
                    <a:pt x="1123" y="2708"/>
                  </a:lnTo>
                  <a:lnTo>
                    <a:pt x="1224" y="2828"/>
                  </a:lnTo>
                  <a:lnTo>
                    <a:pt x="1324" y="2968"/>
                  </a:lnTo>
                  <a:lnTo>
                    <a:pt x="1404" y="3129"/>
                  </a:lnTo>
                  <a:lnTo>
                    <a:pt x="1504" y="3289"/>
                  </a:lnTo>
                  <a:lnTo>
                    <a:pt x="1625" y="3630"/>
                  </a:lnTo>
                  <a:lnTo>
                    <a:pt x="1745" y="4031"/>
                  </a:lnTo>
                  <a:lnTo>
                    <a:pt x="1825" y="4452"/>
                  </a:lnTo>
                  <a:lnTo>
                    <a:pt x="1885" y="4894"/>
                  </a:lnTo>
                  <a:lnTo>
                    <a:pt x="1946" y="5335"/>
                  </a:lnTo>
                  <a:lnTo>
                    <a:pt x="1966" y="5776"/>
                  </a:lnTo>
                  <a:lnTo>
                    <a:pt x="1986" y="6197"/>
                  </a:lnTo>
                  <a:lnTo>
                    <a:pt x="2006" y="6979"/>
                  </a:lnTo>
                  <a:lnTo>
                    <a:pt x="2006" y="7621"/>
                  </a:lnTo>
                  <a:lnTo>
                    <a:pt x="2006" y="7942"/>
                  </a:lnTo>
                  <a:lnTo>
                    <a:pt x="1986" y="8343"/>
                  </a:lnTo>
                  <a:lnTo>
                    <a:pt x="2186" y="8383"/>
                  </a:lnTo>
                  <a:lnTo>
                    <a:pt x="2387" y="8423"/>
                  </a:lnTo>
                  <a:lnTo>
                    <a:pt x="2587" y="8443"/>
                  </a:lnTo>
                  <a:lnTo>
                    <a:pt x="2808" y="8463"/>
                  </a:lnTo>
                  <a:lnTo>
                    <a:pt x="3109" y="8443"/>
                  </a:lnTo>
                  <a:lnTo>
                    <a:pt x="3390" y="8403"/>
                  </a:lnTo>
                  <a:lnTo>
                    <a:pt x="3390" y="2006"/>
                  </a:lnTo>
                  <a:lnTo>
                    <a:pt x="3410" y="1524"/>
                  </a:lnTo>
                  <a:lnTo>
                    <a:pt x="3450" y="1043"/>
                  </a:lnTo>
                  <a:lnTo>
                    <a:pt x="3510" y="582"/>
                  </a:lnTo>
                  <a:lnTo>
                    <a:pt x="3610" y="121"/>
                  </a:lnTo>
                  <a:lnTo>
                    <a:pt x="3410" y="60"/>
                  </a:lnTo>
                  <a:lnTo>
                    <a:pt x="3209" y="20"/>
                  </a:lnTo>
                  <a:lnTo>
                    <a:pt x="3009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1" name="Google Shape;6051;p26"/>
            <p:cNvSpPr/>
            <p:nvPr/>
          </p:nvSpPr>
          <p:spPr>
            <a:xfrm>
              <a:off x="10052900" y="3285888"/>
              <a:ext cx="90275" cy="211600"/>
            </a:xfrm>
            <a:custGeom>
              <a:avLst/>
              <a:gdLst/>
              <a:ahLst/>
              <a:cxnLst/>
              <a:rect l="l" t="t" r="r" b="b"/>
              <a:pathLst>
                <a:path w="3611" h="8464" fill="none" extrusionOk="0">
                  <a:moveTo>
                    <a:pt x="2808" y="0"/>
                  </a:moveTo>
                  <a:lnTo>
                    <a:pt x="2808" y="0"/>
                  </a:lnTo>
                  <a:lnTo>
                    <a:pt x="2547" y="0"/>
                  </a:lnTo>
                  <a:lnTo>
                    <a:pt x="2287" y="40"/>
                  </a:lnTo>
                  <a:lnTo>
                    <a:pt x="2046" y="100"/>
                  </a:lnTo>
                  <a:lnTo>
                    <a:pt x="1805" y="181"/>
                  </a:lnTo>
                  <a:lnTo>
                    <a:pt x="1565" y="281"/>
                  </a:lnTo>
                  <a:lnTo>
                    <a:pt x="1344" y="401"/>
                  </a:lnTo>
                  <a:lnTo>
                    <a:pt x="1143" y="522"/>
                  </a:lnTo>
                  <a:lnTo>
                    <a:pt x="943" y="682"/>
                  </a:lnTo>
                  <a:lnTo>
                    <a:pt x="762" y="842"/>
                  </a:lnTo>
                  <a:lnTo>
                    <a:pt x="602" y="1023"/>
                  </a:lnTo>
                  <a:lnTo>
                    <a:pt x="462" y="1224"/>
                  </a:lnTo>
                  <a:lnTo>
                    <a:pt x="321" y="1424"/>
                  </a:lnTo>
                  <a:lnTo>
                    <a:pt x="221" y="1645"/>
                  </a:lnTo>
                  <a:lnTo>
                    <a:pt x="121" y="1885"/>
                  </a:lnTo>
                  <a:lnTo>
                    <a:pt x="40" y="2126"/>
                  </a:lnTo>
                  <a:lnTo>
                    <a:pt x="0" y="2367"/>
                  </a:lnTo>
                  <a:lnTo>
                    <a:pt x="0" y="2367"/>
                  </a:lnTo>
                  <a:lnTo>
                    <a:pt x="241" y="2347"/>
                  </a:lnTo>
                  <a:lnTo>
                    <a:pt x="241" y="2347"/>
                  </a:lnTo>
                  <a:lnTo>
                    <a:pt x="421" y="2367"/>
                  </a:lnTo>
                  <a:lnTo>
                    <a:pt x="582" y="2387"/>
                  </a:lnTo>
                  <a:lnTo>
                    <a:pt x="722" y="2447"/>
                  </a:lnTo>
                  <a:lnTo>
                    <a:pt x="863" y="2507"/>
                  </a:lnTo>
                  <a:lnTo>
                    <a:pt x="1003" y="2607"/>
                  </a:lnTo>
                  <a:lnTo>
                    <a:pt x="1123" y="2708"/>
                  </a:lnTo>
                  <a:lnTo>
                    <a:pt x="1224" y="2828"/>
                  </a:lnTo>
                  <a:lnTo>
                    <a:pt x="1324" y="2968"/>
                  </a:lnTo>
                  <a:lnTo>
                    <a:pt x="1404" y="3129"/>
                  </a:lnTo>
                  <a:lnTo>
                    <a:pt x="1504" y="3289"/>
                  </a:lnTo>
                  <a:lnTo>
                    <a:pt x="1625" y="3630"/>
                  </a:lnTo>
                  <a:lnTo>
                    <a:pt x="1745" y="4031"/>
                  </a:lnTo>
                  <a:lnTo>
                    <a:pt x="1825" y="4452"/>
                  </a:lnTo>
                  <a:lnTo>
                    <a:pt x="1885" y="4894"/>
                  </a:lnTo>
                  <a:lnTo>
                    <a:pt x="1946" y="5335"/>
                  </a:lnTo>
                  <a:lnTo>
                    <a:pt x="1966" y="5776"/>
                  </a:lnTo>
                  <a:lnTo>
                    <a:pt x="1986" y="6197"/>
                  </a:lnTo>
                  <a:lnTo>
                    <a:pt x="2006" y="6979"/>
                  </a:lnTo>
                  <a:lnTo>
                    <a:pt x="2006" y="7621"/>
                  </a:lnTo>
                  <a:lnTo>
                    <a:pt x="2006" y="7621"/>
                  </a:lnTo>
                  <a:lnTo>
                    <a:pt x="2006" y="7942"/>
                  </a:lnTo>
                  <a:lnTo>
                    <a:pt x="1986" y="8343"/>
                  </a:lnTo>
                  <a:lnTo>
                    <a:pt x="1986" y="8343"/>
                  </a:lnTo>
                  <a:lnTo>
                    <a:pt x="2186" y="8383"/>
                  </a:lnTo>
                  <a:lnTo>
                    <a:pt x="2387" y="8423"/>
                  </a:lnTo>
                  <a:lnTo>
                    <a:pt x="2587" y="8443"/>
                  </a:lnTo>
                  <a:lnTo>
                    <a:pt x="2808" y="8463"/>
                  </a:lnTo>
                  <a:lnTo>
                    <a:pt x="2808" y="8463"/>
                  </a:lnTo>
                  <a:lnTo>
                    <a:pt x="3109" y="8443"/>
                  </a:lnTo>
                  <a:lnTo>
                    <a:pt x="3390" y="8403"/>
                  </a:lnTo>
                  <a:lnTo>
                    <a:pt x="3390" y="2006"/>
                  </a:lnTo>
                  <a:lnTo>
                    <a:pt x="3390" y="2006"/>
                  </a:lnTo>
                  <a:lnTo>
                    <a:pt x="3390" y="2006"/>
                  </a:lnTo>
                  <a:lnTo>
                    <a:pt x="3410" y="1524"/>
                  </a:lnTo>
                  <a:lnTo>
                    <a:pt x="3450" y="1043"/>
                  </a:lnTo>
                  <a:lnTo>
                    <a:pt x="3510" y="582"/>
                  </a:lnTo>
                  <a:lnTo>
                    <a:pt x="3610" y="121"/>
                  </a:lnTo>
                  <a:lnTo>
                    <a:pt x="3610" y="121"/>
                  </a:lnTo>
                  <a:lnTo>
                    <a:pt x="3410" y="60"/>
                  </a:lnTo>
                  <a:lnTo>
                    <a:pt x="3209" y="20"/>
                  </a:lnTo>
                  <a:lnTo>
                    <a:pt x="3009" y="0"/>
                  </a:lnTo>
                  <a:lnTo>
                    <a:pt x="2808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2" name="Google Shape;6052;p26"/>
            <p:cNvSpPr/>
            <p:nvPr/>
          </p:nvSpPr>
          <p:spPr>
            <a:xfrm>
              <a:off x="10509125" y="2553388"/>
              <a:ext cx="265250" cy="142925"/>
            </a:xfrm>
            <a:custGeom>
              <a:avLst/>
              <a:gdLst/>
              <a:ahLst/>
              <a:cxnLst/>
              <a:rect l="l" t="t" r="r" b="b"/>
              <a:pathLst>
                <a:path w="10610" h="5717" extrusionOk="0">
                  <a:moveTo>
                    <a:pt x="2849" y="0"/>
                  </a:moveTo>
                  <a:lnTo>
                    <a:pt x="2568" y="21"/>
                  </a:lnTo>
                  <a:lnTo>
                    <a:pt x="2267" y="61"/>
                  </a:lnTo>
                  <a:lnTo>
                    <a:pt x="2006" y="121"/>
                  </a:lnTo>
                  <a:lnTo>
                    <a:pt x="1746" y="221"/>
                  </a:lnTo>
                  <a:lnTo>
                    <a:pt x="1485" y="341"/>
                  </a:lnTo>
                  <a:lnTo>
                    <a:pt x="1244" y="482"/>
                  </a:lnTo>
                  <a:lnTo>
                    <a:pt x="1024" y="642"/>
                  </a:lnTo>
                  <a:lnTo>
                    <a:pt x="823" y="843"/>
                  </a:lnTo>
                  <a:lnTo>
                    <a:pt x="643" y="1043"/>
                  </a:lnTo>
                  <a:lnTo>
                    <a:pt x="482" y="1264"/>
                  </a:lnTo>
                  <a:lnTo>
                    <a:pt x="342" y="1505"/>
                  </a:lnTo>
                  <a:lnTo>
                    <a:pt x="222" y="1745"/>
                  </a:lnTo>
                  <a:lnTo>
                    <a:pt x="121" y="2006"/>
                  </a:lnTo>
                  <a:lnTo>
                    <a:pt x="41" y="2287"/>
                  </a:lnTo>
                  <a:lnTo>
                    <a:pt x="1" y="2567"/>
                  </a:lnTo>
                  <a:lnTo>
                    <a:pt x="1" y="2848"/>
                  </a:lnTo>
                  <a:lnTo>
                    <a:pt x="1" y="3149"/>
                  </a:lnTo>
                  <a:lnTo>
                    <a:pt x="61" y="3430"/>
                  </a:lnTo>
                  <a:lnTo>
                    <a:pt x="121" y="3711"/>
                  </a:lnTo>
                  <a:lnTo>
                    <a:pt x="222" y="3971"/>
                  </a:lnTo>
                  <a:lnTo>
                    <a:pt x="342" y="4212"/>
                  </a:lnTo>
                  <a:lnTo>
                    <a:pt x="482" y="4453"/>
                  </a:lnTo>
                  <a:lnTo>
                    <a:pt x="643" y="4673"/>
                  </a:lnTo>
                  <a:lnTo>
                    <a:pt x="823" y="4874"/>
                  </a:lnTo>
                  <a:lnTo>
                    <a:pt x="1024" y="5054"/>
                  </a:lnTo>
                  <a:lnTo>
                    <a:pt x="1244" y="5215"/>
                  </a:lnTo>
                  <a:lnTo>
                    <a:pt x="1485" y="5375"/>
                  </a:lnTo>
                  <a:lnTo>
                    <a:pt x="1746" y="5495"/>
                  </a:lnTo>
                  <a:lnTo>
                    <a:pt x="2006" y="5576"/>
                  </a:lnTo>
                  <a:lnTo>
                    <a:pt x="2267" y="5656"/>
                  </a:lnTo>
                  <a:lnTo>
                    <a:pt x="2548" y="5696"/>
                  </a:lnTo>
                  <a:lnTo>
                    <a:pt x="2849" y="5716"/>
                  </a:lnTo>
                  <a:lnTo>
                    <a:pt x="7742" y="5716"/>
                  </a:lnTo>
                  <a:lnTo>
                    <a:pt x="8043" y="5696"/>
                  </a:lnTo>
                  <a:lnTo>
                    <a:pt x="8324" y="5656"/>
                  </a:lnTo>
                  <a:lnTo>
                    <a:pt x="8604" y="5576"/>
                  </a:lnTo>
                  <a:lnTo>
                    <a:pt x="8865" y="5495"/>
                  </a:lnTo>
                  <a:lnTo>
                    <a:pt x="9106" y="5375"/>
                  </a:lnTo>
                  <a:lnTo>
                    <a:pt x="9346" y="5215"/>
                  </a:lnTo>
                  <a:lnTo>
                    <a:pt x="9567" y="5054"/>
                  </a:lnTo>
                  <a:lnTo>
                    <a:pt x="9767" y="4874"/>
                  </a:lnTo>
                  <a:lnTo>
                    <a:pt x="9888" y="4733"/>
                  </a:lnTo>
                  <a:lnTo>
                    <a:pt x="10048" y="4553"/>
                  </a:lnTo>
                  <a:lnTo>
                    <a:pt x="10189" y="4332"/>
                  </a:lnTo>
                  <a:lnTo>
                    <a:pt x="10309" y="4112"/>
                  </a:lnTo>
                  <a:lnTo>
                    <a:pt x="10409" y="3871"/>
                  </a:lnTo>
                  <a:lnTo>
                    <a:pt x="10489" y="3630"/>
                  </a:lnTo>
                  <a:lnTo>
                    <a:pt x="10550" y="3390"/>
                  </a:lnTo>
                  <a:lnTo>
                    <a:pt x="10590" y="3129"/>
                  </a:lnTo>
                  <a:lnTo>
                    <a:pt x="10610" y="2848"/>
                  </a:lnTo>
                  <a:lnTo>
                    <a:pt x="10590" y="2567"/>
                  </a:lnTo>
                  <a:lnTo>
                    <a:pt x="10550" y="2287"/>
                  </a:lnTo>
                  <a:lnTo>
                    <a:pt x="10469" y="2006"/>
                  </a:lnTo>
                  <a:lnTo>
                    <a:pt x="10369" y="1745"/>
                  </a:lnTo>
                  <a:lnTo>
                    <a:pt x="10249" y="1505"/>
                  </a:lnTo>
                  <a:lnTo>
                    <a:pt x="10108" y="1264"/>
                  </a:lnTo>
                  <a:lnTo>
                    <a:pt x="9948" y="1043"/>
                  </a:lnTo>
                  <a:lnTo>
                    <a:pt x="9767" y="843"/>
                  </a:lnTo>
                  <a:lnTo>
                    <a:pt x="9567" y="662"/>
                  </a:lnTo>
                  <a:lnTo>
                    <a:pt x="9346" y="482"/>
                  </a:lnTo>
                  <a:lnTo>
                    <a:pt x="9106" y="341"/>
                  </a:lnTo>
                  <a:lnTo>
                    <a:pt x="8865" y="221"/>
                  </a:lnTo>
                  <a:lnTo>
                    <a:pt x="8604" y="121"/>
                  </a:lnTo>
                  <a:lnTo>
                    <a:pt x="8324" y="61"/>
                  </a:lnTo>
                  <a:lnTo>
                    <a:pt x="8043" y="21"/>
                  </a:lnTo>
                  <a:lnTo>
                    <a:pt x="774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3" name="Google Shape;6053;p26"/>
            <p:cNvSpPr/>
            <p:nvPr/>
          </p:nvSpPr>
          <p:spPr>
            <a:xfrm>
              <a:off x="10509125" y="2553388"/>
              <a:ext cx="265250" cy="142925"/>
            </a:xfrm>
            <a:custGeom>
              <a:avLst/>
              <a:gdLst/>
              <a:ahLst/>
              <a:cxnLst/>
              <a:rect l="l" t="t" r="r" b="b"/>
              <a:pathLst>
                <a:path w="10610" h="5717" fill="none" extrusionOk="0">
                  <a:moveTo>
                    <a:pt x="10610" y="2848"/>
                  </a:moveTo>
                  <a:lnTo>
                    <a:pt x="10610" y="2848"/>
                  </a:lnTo>
                  <a:lnTo>
                    <a:pt x="10590" y="3129"/>
                  </a:lnTo>
                  <a:lnTo>
                    <a:pt x="10550" y="3390"/>
                  </a:lnTo>
                  <a:lnTo>
                    <a:pt x="10489" y="3630"/>
                  </a:lnTo>
                  <a:lnTo>
                    <a:pt x="10409" y="3871"/>
                  </a:lnTo>
                  <a:lnTo>
                    <a:pt x="10309" y="4112"/>
                  </a:lnTo>
                  <a:lnTo>
                    <a:pt x="10189" y="4332"/>
                  </a:lnTo>
                  <a:lnTo>
                    <a:pt x="10048" y="4553"/>
                  </a:lnTo>
                  <a:lnTo>
                    <a:pt x="9888" y="4733"/>
                  </a:lnTo>
                  <a:lnTo>
                    <a:pt x="9888" y="4733"/>
                  </a:lnTo>
                  <a:lnTo>
                    <a:pt x="9767" y="4874"/>
                  </a:lnTo>
                  <a:lnTo>
                    <a:pt x="9767" y="4874"/>
                  </a:lnTo>
                  <a:lnTo>
                    <a:pt x="9567" y="5054"/>
                  </a:lnTo>
                  <a:lnTo>
                    <a:pt x="9346" y="5215"/>
                  </a:lnTo>
                  <a:lnTo>
                    <a:pt x="9106" y="5375"/>
                  </a:lnTo>
                  <a:lnTo>
                    <a:pt x="8865" y="5495"/>
                  </a:lnTo>
                  <a:lnTo>
                    <a:pt x="8604" y="5576"/>
                  </a:lnTo>
                  <a:lnTo>
                    <a:pt x="8324" y="5656"/>
                  </a:lnTo>
                  <a:lnTo>
                    <a:pt x="8043" y="5696"/>
                  </a:lnTo>
                  <a:lnTo>
                    <a:pt x="7742" y="5716"/>
                  </a:lnTo>
                  <a:lnTo>
                    <a:pt x="2849" y="5716"/>
                  </a:lnTo>
                  <a:lnTo>
                    <a:pt x="2849" y="5716"/>
                  </a:lnTo>
                  <a:lnTo>
                    <a:pt x="2548" y="5696"/>
                  </a:lnTo>
                  <a:lnTo>
                    <a:pt x="2267" y="5656"/>
                  </a:lnTo>
                  <a:lnTo>
                    <a:pt x="2006" y="5576"/>
                  </a:lnTo>
                  <a:lnTo>
                    <a:pt x="1746" y="5495"/>
                  </a:lnTo>
                  <a:lnTo>
                    <a:pt x="1485" y="5375"/>
                  </a:lnTo>
                  <a:lnTo>
                    <a:pt x="1244" y="5215"/>
                  </a:lnTo>
                  <a:lnTo>
                    <a:pt x="1024" y="5054"/>
                  </a:lnTo>
                  <a:lnTo>
                    <a:pt x="823" y="4874"/>
                  </a:lnTo>
                  <a:lnTo>
                    <a:pt x="643" y="4673"/>
                  </a:lnTo>
                  <a:lnTo>
                    <a:pt x="482" y="4453"/>
                  </a:lnTo>
                  <a:lnTo>
                    <a:pt x="342" y="4212"/>
                  </a:lnTo>
                  <a:lnTo>
                    <a:pt x="222" y="3971"/>
                  </a:lnTo>
                  <a:lnTo>
                    <a:pt x="121" y="3711"/>
                  </a:lnTo>
                  <a:lnTo>
                    <a:pt x="61" y="3430"/>
                  </a:lnTo>
                  <a:lnTo>
                    <a:pt x="1" y="3149"/>
                  </a:lnTo>
                  <a:lnTo>
                    <a:pt x="1" y="2848"/>
                  </a:lnTo>
                  <a:lnTo>
                    <a:pt x="1" y="2848"/>
                  </a:lnTo>
                  <a:lnTo>
                    <a:pt x="1" y="2567"/>
                  </a:lnTo>
                  <a:lnTo>
                    <a:pt x="41" y="2287"/>
                  </a:lnTo>
                  <a:lnTo>
                    <a:pt x="121" y="2006"/>
                  </a:lnTo>
                  <a:lnTo>
                    <a:pt x="222" y="1745"/>
                  </a:lnTo>
                  <a:lnTo>
                    <a:pt x="342" y="1505"/>
                  </a:lnTo>
                  <a:lnTo>
                    <a:pt x="482" y="1264"/>
                  </a:lnTo>
                  <a:lnTo>
                    <a:pt x="643" y="1043"/>
                  </a:lnTo>
                  <a:lnTo>
                    <a:pt x="823" y="843"/>
                  </a:lnTo>
                  <a:lnTo>
                    <a:pt x="823" y="843"/>
                  </a:lnTo>
                  <a:lnTo>
                    <a:pt x="1024" y="642"/>
                  </a:lnTo>
                  <a:lnTo>
                    <a:pt x="1244" y="482"/>
                  </a:lnTo>
                  <a:lnTo>
                    <a:pt x="1485" y="341"/>
                  </a:lnTo>
                  <a:lnTo>
                    <a:pt x="1746" y="221"/>
                  </a:lnTo>
                  <a:lnTo>
                    <a:pt x="2006" y="121"/>
                  </a:lnTo>
                  <a:lnTo>
                    <a:pt x="2267" y="61"/>
                  </a:lnTo>
                  <a:lnTo>
                    <a:pt x="2568" y="21"/>
                  </a:lnTo>
                  <a:lnTo>
                    <a:pt x="2849" y="0"/>
                  </a:lnTo>
                  <a:lnTo>
                    <a:pt x="7742" y="0"/>
                  </a:lnTo>
                  <a:lnTo>
                    <a:pt x="7742" y="0"/>
                  </a:lnTo>
                  <a:lnTo>
                    <a:pt x="8043" y="21"/>
                  </a:lnTo>
                  <a:lnTo>
                    <a:pt x="8324" y="61"/>
                  </a:lnTo>
                  <a:lnTo>
                    <a:pt x="8604" y="121"/>
                  </a:lnTo>
                  <a:lnTo>
                    <a:pt x="8865" y="221"/>
                  </a:lnTo>
                  <a:lnTo>
                    <a:pt x="9106" y="341"/>
                  </a:lnTo>
                  <a:lnTo>
                    <a:pt x="9346" y="482"/>
                  </a:lnTo>
                  <a:lnTo>
                    <a:pt x="9567" y="662"/>
                  </a:lnTo>
                  <a:lnTo>
                    <a:pt x="9767" y="843"/>
                  </a:lnTo>
                  <a:lnTo>
                    <a:pt x="9948" y="1043"/>
                  </a:lnTo>
                  <a:lnTo>
                    <a:pt x="10108" y="1264"/>
                  </a:lnTo>
                  <a:lnTo>
                    <a:pt x="10249" y="1505"/>
                  </a:lnTo>
                  <a:lnTo>
                    <a:pt x="10369" y="1745"/>
                  </a:lnTo>
                  <a:lnTo>
                    <a:pt x="10469" y="2006"/>
                  </a:lnTo>
                  <a:lnTo>
                    <a:pt x="10550" y="2287"/>
                  </a:lnTo>
                  <a:lnTo>
                    <a:pt x="10590" y="2567"/>
                  </a:lnTo>
                  <a:lnTo>
                    <a:pt x="10610" y="284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4" name="Google Shape;6054;p26"/>
            <p:cNvSpPr/>
            <p:nvPr/>
          </p:nvSpPr>
          <p:spPr>
            <a:xfrm>
              <a:off x="10509125" y="2553388"/>
              <a:ext cx="97300" cy="97800"/>
            </a:xfrm>
            <a:custGeom>
              <a:avLst/>
              <a:gdLst/>
              <a:ahLst/>
              <a:cxnLst/>
              <a:rect l="l" t="t" r="r" b="b"/>
              <a:pathLst>
                <a:path w="3892" h="3912" extrusionOk="0">
                  <a:moveTo>
                    <a:pt x="2849" y="0"/>
                  </a:moveTo>
                  <a:lnTo>
                    <a:pt x="2568" y="21"/>
                  </a:lnTo>
                  <a:lnTo>
                    <a:pt x="2267" y="61"/>
                  </a:lnTo>
                  <a:lnTo>
                    <a:pt x="2006" y="121"/>
                  </a:lnTo>
                  <a:lnTo>
                    <a:pt x="1746" y="221"/>
                  </a:lnTo>
                  <a:lnTo>
                    <a:pt x="1485" y="341"/>
                  </a:lnTo>
                  <a:lnTo>
                    <a:pt x="1244" y="482"/>
                  </a:lnTo>
                  <a:lnTo>
                    <a:pt x="1024" y="642"/>
                  </a:lnTo>
                  <a:lnTo>
                    <a:pt x="823" y="843"/>
                  </a:lnTo>
                  <a:lnTo>
                    <a:pt x="643" y="1043"/>
                  </a:lnTo>
                  <a:lnTo>
                    <a:pt x="482" y="1264"/>
                  </a:lnTo>
                  <a:lnTo>
                    <a:pt x="342" y="1505"/>
                  </a:lnTo>
                  <a:lnTo>
                    <a:pt x="222" y="1745"/>
                  </a:lnTo>
                  <a:lnTo>
                    <a:pt x="121" y="2006"/>
                  </a:lnTo>
                  <a:lnTo>
                    <a:pt x="41" y="2287"/>
                  </a:lnTo>
                  <a:lnTo>
                    <a:pt x="1" y="2567"/>
                  </a:lnTo>
                  <a:lnTo>
                    <a:pt x="1" y="2848"/>
                  </a:lnTo>
                  <a:lnTo>
                    <a:pt x="1" y="3129"/>
                  </a:lnTo>
                  <a:lnTo>
                    <a:pt x="41" y="3390"/>
                  </a:lnTo>
                  <a:lnTo>
                    <a:pt x="101" y="3650"/>
                  </a:lnTo>
                  <a:lnTo>
                    <a:pt x="201" y="3911"/>
                  </a:lnTo>
                  <a:lnTo>
                    <a:pt x="2889" y="3911"/>
                  </a:lnTo>
                  <a:lnTo>
                    <a:pt x="2768" y="3670"/>
                  </a:lnTo>
                  <a:lnTo>
                    <a:pt x="2688" y="3430"/>
                  </a:lnTo>
                  <a:lnTo>
                    <a:pt x="2628" y="3169"/>
                  </a:lnTo>
                  <a:lnTo>
                    <a:pt x="2608" y="2908"/>
                  </a:lnTo>
                  <a:lnTo>
                    <a:pt x="2608" y="2648"/>
                  </a:lnTo>
                  <a:lnTo>
                    <a:pt x="2648" y="2367"/>
                  </a:lnTo>
                  <a:lnTo>
                    <a:pt x="2688" y="2106"/>
                  </a:lnTo>
                  <a:lnTo>
                    <a:pt x="2748" y="1866"/>
                  </a:lnTo>
                  <a:lnTo>
                    <a:pt x="2829" y="1605"/>
                  </a:lnTo>
                  <a:lnTo>
                    <a:pt x="2929" y="1344"/>
                  </a:lnTo>
                  <a:lnTo>
                    <a:pt x="3049" y="1083"/>
                  </a:lnTo>
                  <a:lnTo>
                    <a:pt x="3190" y="843"/>
                  </a:lnTo>
                  <a:lnTo>
                    <a:pt x="3350" y="622"/>
                  </a:lnTo>
                  <a:lnTo>
                    <a:pt x="3510" y="402"/>
                  </a:lnTo>
                  <a:lnTo>
                    <a:pt x="3711" y="201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5" name="Google Shape;6055;p26"/>
            <p:cNvSpPr/>
            <p:nvPr/>
          </p:nvSpPr>
          <p:spPr>
            <a:xfrm>
              <a:off x="10509125" y="2553388"/>
              <a:ext cx="97300" cy="97800"/>
            </a:xfrm>
            <a:custGeom>
              <a:avLst/>
              <a:gdLst/>
              <a:ahLst/>
              <a:cxnLst/>
              <a:rect l="l" t="t" r="r" b="b"/>
              <a:pathLst>
                <a:path w="3892" h="3912" fill="none" extrusionOk="0">
                  <a:moveTo>
                    <a:pt x="3892" y="0"/>
                  </a:moveTo>
                  <a:lnTo>
                    <a:pt x="2849" y="0"/>
                  </a:lnTo>
                  <a:lnTo>
                    <a:pt x="2849" y="0"/>
                  </a:lnTo>
                  <a:lnTo>
                    <a:pt x="2568" y="21"/>
                  </a:lnTo>
                  <a:lnTo>
                    <a:pt x="2267" y="61"/>
                  </a:lnTo>
                  <a:lnTo>
                    <a:pt x="2006" y="121"/>
                  </a:lnTo>
                  <a:lnTo>
                    <a:pt x="1746" y="221"/>
                  </a:lnTo>
                  <a:lnTo>
                    <a:pt x="1485" y="341"/>
                  </a:lnTo>
                  <a:lnTo>
                    <a:pt x="1244" y="482"/>
                  </a:lnTo>
                  <a:lnTo>
                    <a:pt x="1024" y="642"/>
                  </a:lnTo>
                  <a:lnTo>
                    <a:pt x="823" y="843"/>
                  </a:lnTo>
                  <a:lnTo>
                    <a:pt x="823" y="843"/>
                  </a:lnTo>
                  <a:lnTo>
                    <a:pt x="643" y="1043"/>
                  </a:lnTo>
                  <a:lnTo>
                    <a:pt x="482" y="1264"/>
                  </a:lnTo>
                  <a:lnTo>
                    <a:pt x="342" y="1505"/>
                  </a:lnTo>
                  <a:lnTo>
                    <a:pt x="222" y="1745"/>
                  </a:lnTo>
                  <a:lnTo>
                    <a:pt x="121" y="2006"/>
                  </a:lnTo>
                  <a:lnTo>
                    <a:pt x="41" y="2287"/>
                  </a:lnTo>
                  <a:lnTo>
                    <a:pt x="1" y="2567"/>
                  </a:lnTo>
                  <a:lnTo>
                    <a:pt x="1" y="2848"/>
                  </a:lnTo>
                  <a:lnTo>
                    <a:pt x="1" y="2848"/>
                  </a:lnTo>
                  <a:lnTo>
                    <a:pt x="1" y="3129"/>
                  </a:lnTo>
                  <a:lnTo>
                    <a:pt x="41" y="3390"/>
                  </a:lnTo>
                  <a:lnTo>
                    <a:pt x="101" y="3650"/>
                  </a:lnTo>
                  <a:lnTo>
                    <a:pt x="201" y="3911"/>
                  </a:lnTo>
                  <a:lnTo>
                    <a:pt x="2889" y="3911"/>
                  </a:lnTo>
                  <a:lnTo>
                    <a:pt x="2889" y="3911"/>
                  </a:lnTo>
                  <a:lnTo>
                    <a:pt x="2768" y="3670"/>
                  </a:lnTo>
                  <a:lnTo>
                    <a:pt x="2688" y="3430"/>
                  </a:lnTo>
                  <a:lnTo>
                    <a:pt x="2628" y="3169"/>
                  </a:lnTo>
                  <a:lnTo>
                    <a:pt x="2608" y="2908"/>
                  </a:lnTo>
                  <a:lnTo>
                    <a:pt x="2608" y="2648"/>
                  </a:lnTo>
                  <a:lnTo>
                    <a:pt x="2648" y="2367"/>
                  </a:lnTo>
                  <a:lnTo>
                    <a:pt x="2688" y="2106"/>
                  </a:lnTo>
                  <a:lnTo>
                    <a:pt x="2748" y="1866"/>
                  </a:lnTo>
                  <a:lnTo>
                    <a:pt x="2748" y="1866"/>
                  </a:lnTo>
                  <a:lnTo>
                    <a:pt x="2829" y="1605"/>
                  </a:lnTo>
                  <a:lnTo>
                    <a:pt x="2929" y="1344"/>
                  </a:lnTo>
                  <a:lnTo>
                    <a:pt x="3049" y="1083"/>
                  </a:lnTo>
                  <a:lnTo>
                    <a:pt x="3190" y="843"/>
                  </a:lnTo>
                  <a:lnTo>
                    <a:pt x="3350" y="622"/>
                  </a:lnTo>
                  <a:lnTo>
                    <a:pt x="3510" y="402"/>
                  </a:lnTo>
                  <a:lnTo>
                    <a:pt x="3711" y="201"/>
                  </a:lnTo>
                  <a:lnTo>
                    <a:pt x="389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6" name="Google Shape;6056;p26"/>
            <p:cNvSpPr/>
            <p:nvPr/>
          </p:nvSpPr>
          <p:spPr>
            <a:xfrm>
              <a:off x="10710175" y="2566413"/>
              <a:ext cx="43150" cy="46650"/>
            </a:xfrm>
            <a:custGeom>
              <a:avLst/>
              <a:gdLst/>
              <a:ahLst/>
              <a:cxnLst/>
              <a:rect l="l" t="t" r="r" b="b"/>
              <a:pathLst>
                <a:path w="1726" h="1866" extrusionOk="0">
                  <a:moveTo>
                    <a:pt x="261" y="1"/>
                  </a:moveTo>
                  <a:lnTo>
                    <a:pt x="181" y="21"/>
                  </a:lnTo>
                  <a:lnTo>
                    <a:pt x="101" y="61"/>
                  </a:lnTo>
                  <a:lnTo>
                    <a:pt x="61" y="121"/>
                  </a:lnTo>
                  <a:lnTo>
                    <a:pt x="21" y="181"/>
                  </a:lnTo>
                  <a:lnTo>
                    <a:pt x="1" y="262"/>
                  </a:lnTo>
                  <a:lnTo>
                    <a:pt x="1" y="342"/>
                  </a:lnTo>
                  <a:lnTo>
                    <a:pt x="41" y="422"/>
                  </a:lnTo>
                  <a:lnTo>
                    <a:pt x="101" y="502"/>
                  </a:lnTo>
                  <a:lnTo>
                    <a:pt x="181" y="582"/>
                  </a:lnTo>
                  <a:lnTo>
                    <a:pt x="362" y="723"/>
                  </a:lnTo>
                  <a:lnTo>
                    <a:pt x="542" y="863"/>
                  </a:lnTo>
                  <a:lnTo>
                    <a:pt x="643" y="943"/>
                  </a:lnTo>
                  <a:lnTo>
                    <a:pt x="723" y="1024"/>
                  </a:lnTo>
                  <a:lnTo>
                    <a:pt x="843" y="1204"/>
                  </a:lnTo>
                  <a:lnTo>
                    <a:pt x="943" y="1385"/>
                  </a:lnTo>
                  <a:lnTo>
                    <a:pt x="1044" y="1645"/>
                  </a:lnTo>
                  <a:lnTo>
                    <a:pt x="1124" y="1746"/>
                  </a:lnTo>
                  <a:lnTo>
                    <a:pt x="1184" y="1786"/>
                  </a:lnTo>
                  <a:lnTo>
                    <a:pt x="1244" y="1826"/>
                  </a:lnTo>
                  <a:lnTo>
                    <a:pt x="1324" y="1866"/>
                  </a:lnTo>
                  <a:lnTo>
                    <a:pt x="1425" y="1866"/>
                  </a:lnTo>
                  <a:lnTo>
                    <a:pt x="1525" y="1846"/>
                  </a:lnTo>
                  <a:lnTo>
                    <a:pt x="1565" y="1826"/>
                  </a:lnTo>
                  <a:lnTo>
                    <a:pt x="1605" y="1786"/>
                  </a:lnTo>
                  <a:lnTo>
                    <a:pt x="1645" y="1706"/>
                  </a:lnTo>
                  <a:lnTo>
                    <a:pt x="1685" y="1645"/>
                  </a:lnTo>
                  <a:lnTo>
                    <a:pt x="1725" y="1485"/>
                  </a:lnTo>
                  <a:lnTo>
                    <a:pt x="1705" y="1345"/>
                  </a:lnTo>
                  <a:lnTo>
                    <a:pt x="1665" y="1184"/>
                  </a:lnTo>
                  <a:lnTo>
                    <a:pt x="1605" y="1024"/>
                  </a:lnTo>
                  <a:lnTo>
                    <a:pt x="1525" y="883"/>
                  </a:lnTo>
                  <a:lnTo>
                    <a:pt x="1324" y="623"/>
                  </a:lnTo>
                  <a:lnTo>
                    <a:pt x="1224" y="502"/>
                  </a:lnTo>
                  <a:lnTo>
                    <a:pt x="1104" y="402"/>
                  </a:lnTo>
                  <a:lnTo>
                    <a:pt x="1004" y="322"/>
                  </a:lnTo>
                  <a:lnTo>
                    <a:pt x="883" y="242"/>
                  </a:lnTo>
                  <a:lnTo>
                    <a:pt x="622" y="121"/>
                  </a:lnTo>
                  <a:lnTo>
                    <a:pt x="342" y="21"/>
                  </a:lnTo>
                  <a:lnTo>
                    <a:pt x="26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7" name="Google Shape;6057;p26"/>
            <p:cNvSpPr/>
            <p:nvPr/>
          </p:nvSpPr>
          <p:spPr>
            <a:xfrm>
              <a:off x="10742775" y="2621563"/>
              <a:ext cx="12050" cy="12575"/>
            </a:xfrm>
            <a:custGeom>
              <a:avLst/>
              <a:gdLst/>
              <a:ahLst/>
              <a:cxnLst/>
              <a:rect l="l" t="t" r="r" b="b"/>
              <a:pathLst>
                <a:path w="482" h="503" extrusionOk="0">
                  <a:moveTo>
                    <a:pt x="241" y="1"/>
                  </a:moveTo>
                  <a:lnTo>
                    <a:pt x="181" y="21"/>
                  </a:lnTo>
                  <a:lnTo>
                    <a:pt x="121" y="41"/>
                  </a:lnTo>
                  <a:lnTo>
                    <a:pt x="40" y="101"/>
                  </a:lnTo>
                  <a:lnTo>
                    <a:pt x="20" y="181"/>
                  </a:lnTo>
                  <a:lnTo>
                    <a:pt x="0" y="242"/>
                  </a:lnTo>
                  <a:lnTo>
                    <a:pt x="0" y="322"/>
                  </a:lnTo>
                  <a:lnTo>
                    <a:pt x="40" y="402"/>
                  </a:lnTo>
                  <a:lnTo>
                    <a:pt x="81" y="462"/>
                  </a:lnTo>
                  <a:lnTo>
                    <a:pt x="161" y="502"/>
                  </a:lnTo>
                  <a:lnTo>
                    <a:pt x="321" y="502"/>
                  </a:lnTo>
                  <a:lnTo>
                    <a:pt x="381" y="462"/>
                  </a:lnTo>
                  <a:lnTo>
                    <a:pt x="442" y="402"/>
                  </a:lnTo>
                  <a:lnTo>
                    <a:pt x="462" y="322"/>
                  </a:lnTo>
                  <a:lnTo>
                    <a:pt x="482" y="242"/>
                  </a:lnTo>
                  <a:lnTo>
                    <a:pt x="462" y="181"/>
                  </a:lnTo>
                  <a:lnTo>
                    <a:pt x="421" y="101"/>
                  </a:lnTo>
                  <a:lnTo>
                    <a:pt x="361" y="41"/>
                  </a:lnTo>
                  <a:lnTo>
                    <a:pt x="301" y="21"/>
                  </a:lnTo>
                  <a:lnTo>
                    <a:pt x="24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8" name="Google Shape;6058;p26"/>
            <p:cNvSpPr/>
            <p:nvPr/>
          </p:nvSpPr>
          <p:spPr>
            <a:xfrm>
              <a:off x="10391825" y="3838388"/>
              <a:ext cx="49150" cy="312875"/>
            </a:xfrm>
            <a:custGeom>
              <a:avLst/>
              <a:gdLst/>
              <a:ahLst/>
              <a:cxnLst/>
              <a:rect l="l" t="t" r="r" b="b"/>
              <a:pathLst>
                <a:path w="1966" h="12515" extrusionOk="0">
                  <a:moveTo>
                    <a:pt x="943" y="0"/>
                  </a:moveTo>
                  <a:lnTo>
                    <a:pt x="822" y="20"/>
                  </a:lnTo>
                  <a:lnTo>
                    <a:pt x="682" y="40"/>
                  </a:lnTo>
                  <a:lnTo>
                    <a:pt x="562" y="81"/>
                  </a:lnTo>
                  <a:lnTo>
                    <a:pt x="441" y="141"/>
                  </a:lnTo>
                  <a:lnTo>
                    <a:pt x="341" y="221"/>
                  </a:lnTo>
                  <a:lnTo>
                    <a:pt x="241" y="301"/>
                  </a:lnTo>
                  <a:lnTo>
                    <a:pt x="161" y="401"/>
                  </a:lnTo>
                  <a:lnTo>
                    <a:pt x="100" y="522"/>
                  </a:lnTo>
                  <a:lnTo>
                    <a:pt x="40" y="642"/>
                  </a:lnTo>
                  <a:lnTo>
                    <a:pt x="0" y="802"/>
                  </a:lnTo>
                  <a:lnTo>
                    <a:pt x="0" y="963"/>
                  </a:lnTo>
                  <a:lnTo>
                    <a:pt x="0" y="11572"/>
                  </a:lnTo>
                  <a:lnTo>
                    <a:pt x="0" y="11692"/>
                  </a:lnTo>
                  <a:lnTo>
                    <a:pt x="20" y="11812"/>
                  </a:lnTo>
                  <a:lnTo>
                    <a:pt x="60" y="11933"/>
                  </a:lnTo>
                  <a:lnTo>
                    <a:pt x="100" y="12013"/>
                  </a:lnTo>
                  <a:lnTo>
                    <a:pt x="161" y="12113"/>
                  </a:lnTo>
                  <a:lnTo>
                    <a:pt x="221" y="12193"/>
                  </a:lnTo>
                  <a:lnTo>
                    <a:pt x="361" y="12334"/>
                  </a:lnTo>
                  <a:lnTo>
                    <a:pt x="542" y="12434"/>
                  </a:lnTo>
                  <a:lnTo>
                    <a:pt x="742" y="12494"/>
                  </a:lnTo>
                  <a:lnTo>
                    <a:pt x="943" y="12514"/>
                  </a:lnTo>
                  <a:lnTo>
                    <a:pt x="1143" y="12494"/>
                  </a:lnTo>
                  <a:lnTo>
                    <a:pt x="1304" y="12474"/>
                  </a:lnTo>
                  <a:lnTo>
                    <a:pt x="1444" y="12414"/>
                  </a:lnTo>
                  <a:lnTo>
                    <a:pt x="1584" y="12334"/>
                  </a:lnTo>
                  <a:lnTo>
                    <a:pt x="1705" y="12214"/>
                  </a:lnTo>
                  <a:lnTo>
                    <a:pt x="1825" y="12093"/>
                  </a:lnTo>
                  <a:lnTo>
                    <a:pt x="1885" y="11953"/>
                  </a:lnTo>
                  <a:lnTo>
                    <a:pt x="1945" y="11772"/>
                  </a:lnTo>
                  <a:lnTo>
                    <a:pt x="1966" y="11572"/>
                  </a:lnTo>
                  <a:lnTo>
                    <a:pt x="1966" y="963"/>
                  </a:lnTo>
                  <a:lnTo>
                    <a:pt x="1945" y="823"/>
                  </a:lnTo>
                  <a:lnTo>
                    <a:pt x="1925" y="702"/>
                  </a:lnTo>
                  <a:lnTo>
                    <a:pt x="1905" y="582"/>
                  </a:lnTo>
                  <a:lnTo>
                    <a:pt x="1845" y="482"/>
                  </a:lnTo>
                  <a:lnTo>
                    <a:pt x="1785" y="381"/>
                  </a:lnTo>
                  <a:lnTo>
                    <a:pt x="1725" y="301"/>
                  </a:lnTo>
                  <a:lnTo>
                    <a:pt x="1645" y="241"/>
                  </a:lnTo>
                  <a:lnTo>
                    <a:pt x="1564" y="181"/>
                  </a:lnTo>
                  <a:lnTo>
                    <a:pt x="1444" y="101"/>
                  </a:lnTo>
                  <a:lnTo>
                    <a:pt x="1324" y="60"/>
                  </a:lnTo>
                  <a:lnTo>
                    <a:pt x="1203" y="20"/>
                  </a:lnTo>
                  <a:lnTo>
                    <a:pt x="1083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9" name="Google Shape;6059;p26"/>
            <p:cNvSpPr/>
            <p:nvPr/>
          </p:nvSpPr>
          <p:spPr>
            <a:xfrm>
              <a:off x="10287025" y="4075038"/>
              <a:ext cx="258725" cy="94775"/>
            </a:xfrm>
            <a:custGeom>
              <a:avLst/>
              <a:gdLst/>
              <a:ahLst/>
              <a:cxnLst/>
              <a:rect l="l" t="t" r="r" b="b"/>
              <a:pathLst>
                <a:path w="10349" h="3791" extrusionOk="0">
                  <a:moveTo>
                    <a:pt x="3490" y="0"/>
                  </a:moveTo>
                  <a:lnTo>
                    <a:pt x="3129" y="20"/>
                  </a:lnTo>
                  <a:lnTo>
                    <a:pt x="2788" y="80"/>
                  </a:lnTo>
                  <a:lnTo>
                    <a:pt x="2447" y="160"/>
                  </a:lnTo>
                  <a:lnTo>
                    <a:pt x="2127" y="281"/>
                  </a:lnTo>
                  <a:lnTo>
                    <a:pt x="1826" y="421"/>
                  </a:lnTo>
                  <a:lnTo>
                    <a:pt x="1545" y="602"/>
                  </a:lnTo>
                  <a:lnTo>
                    <a:pt x="1264" y="802"/>
                  </a:lnTo>
                  <a:lnTo>
                    <a:pt x="1024" y="1023"/>
                  </a:lnTo>
                  <a:lnTo>
                    <a:pt x="803" y="1284"/>
                  </a:lnTo>
                  <a:lnTo>
                    <a:pt x="602" y="1544"/>
                  </a:lnTo>
                  <a:lnTo>
                    <a:pt x="422" y="1825"/>
                  </a:lnTo>
                  <a:lnTo>
                    <a:pt x="282" y="2146"/>
                  </a:lnTo>
                  <a:lnTo>
                    <a:pt x="161" y="2467"/>
                  </a:lnTo>
                  <a:lnTo>
                    <a:pt x="61" y="2788"/>
                  </a:lnTo>
                  <a:lnTo>
                    <a:pt x="21" y="3149"/>
                  </a:lnTo>
                  <a:lnTo>
                    <a:pt x="1" y="3490"/>
                  </a:lnTo>
                  <a:lnTo>
                    <a:pt x="21" y="3790"/>
                  </a:lnTo>
                  <a:lnTo>
                    <a:pt x="10329" y="3790"/>
                  </a:lnTo>
                  <a:lnTo>
                    <a:pt x="10349" y="3490"/>
                  </a:lnTo>
                  <a:lnTo>
                    <a:pt x="10329" y="3149"/>
                  </a:lnTo>
                  <a:lnTo>
                    <a:pt x="10269" y="2788"/>
                  </a:lnTo>
                  <a:lnTo>
                    <a:pt x="10188" y="2467"/>
                  </a:lnTo>
                  <a:lnTo>
                    <a:pt x="10068" y="2146"/>
                  </a:lnTo>
                  <a:lnTo>
                    <a:pt x="9928" y="1825"/>
                  </a:lnTo>
                  <a:lnTo>
                    <a:pt x="9747" y="1544"/>
                  </a:lnTo>
                  <a:lnTo>
                    <a:pt x="9547" y="1284"/>
                  </a:lnTo>
                  <a:lnTo>
                    <a:pt x="9326" y="1023"/>
                  </a:lnTo>
                  <a:lnTo>
                    <a:pt x="9065" y="802"/>
                  </a:lnTo>
                  <a:lnTo>
                    <a:pt x="8805" y="602"/>
                  </a:lnTo>
                  <a:lnTo>
                    <a:pt x="8524" y="421"/>
                  </a:lnTo>
                  <a:lnTo>
                    <a:pt x="8223" y="281"/>
                  </a:lnTo>
                  <a:lnTo>
                    <a:pt x="7902" y="160"/>
                  </a:lnTo>
                  <a:lnTo>
                    <a:pt x="7561" y="80"/>
                  </a:lnTo>
                  <a:lnTo>
                    <a:pt x="7220" y="20"/>
                  </a:lnTo>
                  <a:lnTo>
                    <a:pt x="685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0" name="Google Shape;6060;p26"/>
            <p:cNvSpPr/>
            <p:nvPr/>
          </p:nvSpPr>
          <p:spPr>
            <a:xfrm>
              <a:off x="10287025" y="4075038"/>
              <a:ext cx="258725" cy="94775"/>
            </a:xfrm>
            <a:custGeom>
              <a:avLst/>
              <a:gdLst/>
              <a:ahLst/>
              <a:cxnLst/>
              <a:rect l="l" t="t" r="r" b="b"/>
              <a:pathLst>
                <a:path w="10349" h="3791" fill="none" extrusionOk="0">
                  <a:moveTo>
                    <a:pt x="10349" y="3490"/>
                  </a:moveTo>
                  <a:lnTo>
                    <a:pt x="10349" y="3490"/>
                  </a:lnTo>
                  <a:lnTo>
                    <a:pt x="10329" y="3790"/>
                  </a:lnTo>
                  <a:lnTo>
                    <a:pt x="21" y="3790"/>
                  </a:lnTo>
                  <a:lnTo>
                    <a:pt x="21" y="3790"/>
                  </a:lnTo>
                  <a:lnTo>
                    <a:pt x="1" y="3490"/>
                  </a:lnTo>
                  <a:lnTo>
                    <a:pt x="1" y="3490"/>
                  </a:lnTo>
                  <a:lnTo>
                    <a:pt x="21" y="3149"/>
                  </a:lnTo>
                  <a:lnTo>
                    <a:pt x="61" y="2788"/>
                  </a:lnTo>
                  <a:lnTo>
                    <a:pt x="161" y="2467"/>
                  </a:lnTo>
                  <a:lnTo>
                    <a:pt x="282" y="2146"/>
                  </a:lnTo>
                  <a:lnTo>
                    <a:pt x="422" y="1825"/>
                  </a:lnTo>
                  <a:lnTo>
                    <a:pt x="602" y="1544"/>
                  </a:lnTo>
                  <a:lnTo>
                    <a:pt x="803" y="1284"/>
                  </a:lnTo>
                  <a:lnTo>
                    <a:pt x="1024" y="1023"/>
                  </a:lnTo>
                  <a:lnTo>
                    <a:pt x="1024" y="1023"/>
                  </a:lnTo>
                  <a:lnTo>
                    <a:pt x="1264" y="802"/>
                  </a:lnTo>
                  <a:lnTo>
                    <a:pt x="1545" y="602"/>
                  </a:lnTo>
                  <a:lnTo>
                    <a:pt x="1826" y="421"/>
                  </a:lnTo>
                  <a:lnTo>
                    <a:pt x="2127" y="281"/>
                  </a:lnTo>
                  <a:lnTo>
                    <a:pt x="2447" y="160"/>
                  </a:lnTo>
                  <a:lnTo>
                    <a:pt x="2788" y="80"/>
                  </a:lnTo>
                  <a:lnTo>
                    <a:pt x="3129" y="20"/>
                  </a:lnTo>
                  <a:lnTo>
                    <a:pt x="3490" y="0"/>
                  </a:lnTo>
                  <a:lnTo>
                    <a:pt x="6859" y="0"/>
                  </a:lnTo>
                  <a:lnTo>
                    <a:pt x="6859" y="0"/>
                  </a:lnTo>
                  <a:lnTo>
                    <a:pt x="7220" y="20"/>
                  </a:lnTo>
                  <a:lnTo>
                    <a:pt x="7561" y="80"/>
                  </a:lnTo>
                  <a:lnTo>
                    <a:pt x="7902" y="160"/>
                  </a:lnTo>
                  <a:lnTo>
                    <a:pt x="8223" y="281"/>
                  </a:lnTo>
                  <a:lnTo>
                    <a:pt x="8524" y="421"/>
                  </a:lnTo>
                  <a:lnTo>
                    <a:pt x="8805" y="602"/>
                  </a:lnTo>
                  <a:lnTo>
                    <a:pt x="9065" y="802"/>
                  </a:lnTo>
                  <a:lnTo>
                    <a:pt x="9326" y="1023"/>
                  </a:lnTo>
                  <a:lnTo>
                    <a:pt x="9547" y="1284"/>
                  </a:lnTo>
                  <a:lnTo>
                    <a:pt x="9747" y="1544"/>
                  </a:lnTo>
                  <a:lnTo>
                    <a:pt x="9928" y="1825"/>
                  </a:lnTo>
                  <a:lnTo>
                    <a:pt x="10068" y="2146"/>
                  </a:lnTo>
                  <a:lnTo>
                    <a:pt x="10188" y="2467"/>
                  </a:lnTo>
                  <a:lnTo>
                    <a:pt x="10269" y="2788"/>
                  </a:lnTo>
                  <a:lnTo>
                    <a:pt x="10329" y="3149"/>
                  </a:lnTo>
                  <a:lnTo>
                    <a:pt x="10349" y="349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1" name="Google Shape;6061;p26"/>
            <p:cNvSpPr/>
            <p:nvPr/>
          </p:nvSpPr>
          <p:spPr>
            <a:xfrm>
              <a:off x="10402850" y="4163263"/>
              <a:ext cx="18075" cy="6550"/>
            </a:xfrm>
            <a:custGeom>
              <a:avLst/>
              <a:gdLst/>
              <a:ahLst/>
              <a:cxnLst/>
              <a:rect l="l" t="t" r="r" b="b"/>
              <a:pathLst>
                <a:path w="723" h="262" fill="none" extrusionOk="0">
                  <a:moveTo>
                    <a:pt x="0" y="1"/>
                  </a:moveTo>
                  <a:lnTo>
                    <a:pt x="0" y="261"/>
                  </a:lnTo>
                  <a:lnTo>
                    <a:pt x="722" y="261"/>
                  </a:lnTo>
                  <a:lnTo>
                    <a:pt x="722" y="261"/>
                  </a:lnTo>
                  <a:lnTo>
                    <a:pt x="522" y="221"/>
                  </a:lnTo>
                  <a:lnTo>
                    <a:pt x="522" y="221"/>
                  </a:lnTo>
                  <a:lnTo>
                    <a:pt x="261" y="121"/>
                  </a:lnTo>
                  <a:lnTo>
                    <a:pt x="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2" name="Google Shape;6062;p26"/>
            <p:cNvSpPr/>
            <p:nvPr/>
          </p:nvSpPr>
          <p:spPr>
            <a:xfrm>
              <a:off x="10478550" y="4103613"/>
              <a:ext cx="17075" cy="17575"/>
            </a:xfrm>
            <a:custGeom>
              <a:avLst/>
              <a:gdLst/>
              <a:ahLst/>
              <a:cxnLst/>
              <a:rect l="l" t="t" r="r" b="b"/>
              <a:pathLst>
                <a:path w="683" h="703" extrusionOk="0">
                  <a:moveTo>
                    <a:pt x="261" y="0"/>
                  </a:moveTo>
                  <a:lnTo>
                    <a:pt x="201" y="20"/>
                  </a:lnTo>
                  <a:lnTo>
                    <a:pt x="141" y="60"/>
                  </a:lnTo>
                  <a:lnTo>
                    <a:pt x="81" y="100"/>
                  </a:lnTo>
                  <a:lnTo>
                    <a:pt x="41" y="161"/>
                  </a:lnTo>
                  <a:lnTo>
                    <a:pt x="21" y="221"/>
                  </a:lnTo>
                  <a:lnTo>
                    <a:pt x="1" y="341"/>
                  </a:lnTo>
                  <a:lnTo>
                    <a:pt x="21" y="481"/>
                  </a:lnTo>
                  <a:lnTo>
                    <a:pt x="41" y="542"/>
                  </a:lnTo>
                  <a:lnTo>
                    <a:pt x="81" y="602"/>
                  </a:lnTo>
                  <a:lnTo>
                    <a:pt x="141" y="642"/>
                  </a:lnTo>
                  <a:lnTo>
                    <a:pt x="201" y="662"/>
                  </a:lnTo>
                  <a:lnTo>
                    <a:pt x="261" y="702"/>
                  </a:lnTo>
                  <a:lnTo>
                    <a:pt x="422" y="702"/>
                  </a:lnTo>
                  <a:lnTo>
                    <a:pt x="502" y="662"/>
                  </a:lnTo>
                  <a:lnTo>
                    <a:pt x="542" y="642"/>
                  </a:lnTo>
                  <a:lnTo>
                    <a:pt x="602" y="602"/>
                  </a:lnTo>
                  <a:lnTo>
                    <a:pt x="642" y="542"/>
                  </a:lnTo>
                  <a:lnTo>
                    <a:pt x="662" y="481"/>
                  </a:lnTo>
                  <a:lnTo>
                    <a:pt x="682" y="341"/>
                  </a:lnTo>
                  <a:lnTo>
                    <a:pt x="662" y="221"/>
                  </a:lnTo>
                  <a:lnTo>
                    <a:pt x="642" y="161"/>
                  </a:lnTo>
                  <a:lnTo>
                    <a:pt x="602" y="100"/>
                  </a:lnTo>
                  <a:lnTo>
                    <a:pt x="542" y="60"/>
                  </a:lnTo>
                  <a:lnTo>
                    <a:pt x="502" y="20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3" name="Google Shape;6063;p26"/>
            <p:cNvSpPr/>
            <p:nvPr/>
          </p:nvSpPr>
          <p:spPr>
            <a:xfrm>
              <a:off x="10310600" y="3774213"/>
              <a:ext cx="211600" cy="142400"/>
            </a:xfrm>
            <a:custGeom>
              <a:avLst/>
              <a:gdLst/>
              <a:ahLst/>
              <a:cxnLst/>
              <a:rect l="l" t="t" r="r" b="b"/>
              <a:pathLst>
                <a:path w="8464" h="5696" extrusionOk="0">
                  <a:moveTo>
                    <a:pt x="2567" y="0"/>
                  </a:moveTo>
                  <a:lnTo>
                    <a:pt x="2287" y="60"/>
                  </a:lnTo>
                  <a:lnTo>
                    <a:pt x="2006" y="121"/>
                  </a:lnTo>
                  <a:lnTo>
                    <a:pt x="1745" y="221"/>
                  </a:lnTo>
                  <a:lnTo>
                    <a:pt x="1504" y="341"/>
                  </a:lnTo>
                  <a:lnTo>
                    <a:pt x="1264" y="482"/>
                  </a:lnTo>
                  <a:lnTo>
                    <a:pt x="1043" y="642"/>
                  </a:lnTo>
                  <a:lnTo>
                    <a:pt x="843" y="823"/>
                  </a:lnTo>
                  <a:lnTo>
                    <a:pt x="642" y="1043"/>
                  </a:lnTo>
                  <a:lnTo>
                    <a:pt x="482" y="1244"/>
                  </a:lnTo>
                  <a:lnTo>
                    <a:pt x="341" y="1484"/>
                  </a:lnTo>
                  <a:lnTo>
                    <a:pt x="221" y="1745"/>
                  </a:lnTo>
                  <a:lnTo>
                    <a:pt x="121" y="2006"/>
                  </a:lnTo>
                  <a:lnTo>
                    <a:pt x="61" y="2266"/>
                  </a:lnTo>
                  <a:lnTo>
                    <a:pt x="20" y="2547"/>
                  </a:lnTo>
                  <a:lnTo>
                    <a:pt x="0" y="2848"/>
                  </a:lnTo>
                  <a:lnTo>
                    <a:pt x="20" y="3209"/>
                  </a:lnTo>
                  <a:lnTo>
                    <a:pt x="81" y="3570"/>
                  </a:lnTo>
                  <a:lnTo>
                    <a:pt x="201" y="3891"/>
                  </a:lnTo>
                  <a:lnTo>
                    <a:pt x="341" y="4212"/>
                  </a:lnTo>
                  <a:lnTo>
                    <a:pt x="522" y="4493"/>
                  </a:lnTo>
                  <a:lnTo>
                    <a:pt x="742" y="4773"/>
                  </a:lnTo>
                  <a:lnTo>
                    <a:pt x="983" y="5014"/>
                  </a:lnTo>
                  <a:lnTo>
                    <a:pt x="1244" y="5215"/>
                  </a:lnTo>
                  <a:lnTo>
                    <a:pt x="1424" y="5315"/>
                  </a:lnTo>
                  <a:lnTo>
                    <a:pt x="1605" y="5415"/>
                  </a:lnTo>
                  <a:lnTo>
                    <a:pt x="1805" y="5515"/>
                  </a:lnTo>
                  <a:lnTo>
                    <a:pt x="2006" y="5575"/>
                  </a:lnTo>
                  <a:lnTo>
                    <a:pt x="2206" y="5636"/>
                  </a:lnTo>
                  <a:lnTo>
                    <a:pt x="2427" y="5676"/>
                  </a:lnTo>
                  <a:lnTo>
                    <a:pt x="2627" y="5696"/>
                  </a:lnTo>
                  <a:lnTo>
                    <a:pt x="5896" y="5696"/>
                  </a:lnTo>
                  <a:lnTo>
                    <a:pt x="6177" y="5656"/>
                  </a:lnTo>
                  <a:lnTo>
                    <a:pt x="6458" y="5575"/>
                  </a:lnTo>
                  <a:lnTo>
                    <a:pt x="6719" y="5475"/>
                  </a:lnTo>
                  <a:lnTo>
                    <a:pt x="6959" y="5355"/>
                  </a:lnTo>
                  <a:lnTo>
                    <a:pt x="7200" y="5215"/>
                  </a:lnTo>
                  <a:lnTo>
                    <a:pt x="7421" y="5054"/>
                  </a:lnTo>
                  <a:lnTo>
                    <a:pt x="7621" y="4874"/>
                  </a:lnTo>
                  <a:lnTo>
                    <a:pt x="7781" y="4693"/>
                  </a:lnTo>
                  <a:lnTo>
                    <a:pt x="7942" y="4513"/>
                  </a:lnTo>
                  <a:lnTo>
                    <a:pt x="8062" y="4312"/>
                  </a:lnTo>
                  <a:lnTo>
                    <a:pt x="8183" y="4091"/>
                  </a:lnTo>
                  <a:lnTo>
                    <a:pt x="8283" y="3871"/>
                  </a:lnTo>
                  <a:lnTo>
                    <a:pt x="8343" y="3630"/>
                  </a:lnTo>
                  <a:lnTo>
                    <a:pt x="8403" y="3390"/>
                  </a:lnTo>
                  <a:lnTo>
                    <a:pt x="8443" y="3149"/>
                  </a:lnTo>
                  <a:lnTo>
                    <a:pt x="8463" y="2848"/>
                  </a:lnTo>
                  <a:lnTo>
                    <a:pt x="8443" y="2567"/>
                  </a:lnTo>
                  <a:lnTo>
                    <a:pt x="8403" y="2266"/>
                  </a:lnTo>
                  <a:lnTo>
                    <a:pt x="8323" y="2006"/>
                  </a:lnTo>
                  <a:lnTo>
                    <a:pt x="8243" y="1745"/>
                  </a:lnTo>
                  <a:lnTo>
                    <a:pt x="8122" y="1484"/>
                  </a:lnTo>
                  <a:lnTo>
                    <a:pt x="7982" y="1244"/>
                  </a:lnTo>
                  <a:lnTo>
                    <a:pt x="7802" y="1043"/>
                  </a:lnTo>
                  <a:lnTo>
                    <a:pt x="7621" y="823"/>
                  </a:lnTo>
                  <a:lnTo>
                    <a:pt x="7421" y="642"/>
                  </a:lnTo>
                  <a:lnTo>
                    <a:pt x="7200" y="482"/>
                  </a:lnTo>
                  <a:lnTo>
                    <a:pt x="6959" y="341"/>
                  </a:lnTo>
                  <a:lnTo>
                    <a:pt x="6719" y="221"/>
                  </a:lnTo>
                  <a:lnTo>
                    <a:pt x="6458" y="121"/>
                  </a:lnTo>
                  <a:lnTo>
                    <a:pt x="6177" y="60"/>
                  </a:lnTo>
                  <a:lnTo>
                    <a:pt x="58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4" name="Google Shape;6064;p26"/>
            <p:cNvSpPr/>
            <p:nvPr/>
          </p:nvSpPr>
          <p:spPr>
            <a:xfrm>
              <a:off x="10310600" y="3774213"/>
              <a:ext cx="211600" cy="142400"/>
            </a:xfrm>
            <a:custGeom>
              <a:avLst/>
              <a:gdLst/>
              <a:ahLst/>
              <a:cxnLst/>
              <a:rect l="l" t="t" r="r" b="b"/>
              <a:pathLst>
                <a:path w="8464" h="5696" fill="none" extrusionOk="0">
                  <a:moveTo>
                    <a:pt x="8463" y="2848"/>
                  </a:moveTo>
                  <a:lnTo>
                    <a:pt x="8463" y="2848"/>
                  </a:lnTo>
                  <a:lnTo>
                    <a:pt x="8443" y="3149"/>
                  </a:lnTo>
                  <a:lnTo>
                    <a:pt x="8443" y="3149"/>
                  </a:lnTo>
                  <a:lnTo>
                    <a:pt x="8403" y="3390"/>
                  </a:lnTo>
                  <a:lnTo>
                    <a:pt x="8343" y="3630"/>
                  </a:lnTo>
                  <a:lnTo>
                    <a:pt x="8283" y="3871"/>
                  </a:lnTo>
                  <a:lnTo>
                    <a:pt x="8183" y="4091"/>
                  </a:lnTo>
                  <a:lnTo>
                    <a:pt x="8062" y="4312"/>
                  </a:lnTo>
                  <a:lnTo>
                    <a:pt x="7942" y="4513"/>
                  </a:lnTo>
                  <a:lnTo>
                    <a:pt x="7781" y="4693"/>
                  </a:lnTo>
                  <a:lnTo>
                    <a:pt x="7621" y="4874"/>
                  </a:lnTo>
                  <a:lnTo>
                    <a:pt x="7621" y="4874"/>
                  </a:lnTo>
                  <a:lnTo>
                    <a:pt x="7421" y="5054"/>
                  </a:lnTo>
                  <a:lnTo>
                    <a:pt x="7200" y="5215"/>
                  </a:lnTo>
                  <a:lnTo>
                    <a:pt x="6959" y="5355"/>
                  </a:lnTo>
                  <a:lnTo>
                    <a:pt x="6719" y="5475"/>
                  </a:lnTo>
                  <a:lnTo>
                    <a:pt x="6458" y="5575"/>
                  </a:lnTo>
                  <a:lnTo>
                    <a:pt x="6177" y="5656"/>
                  </a:lnTo>
                  <a:lnTo>
                    <a:pt x="5896" y="5696"/>
                  </a:lnTo>
                  <a:lnTo>
                    <a:pt x="5596" y="5696"/>
                  </a:lnTo>
                  <a:lnTo>
                    <a:pt x="2848" y="5696"/>
                  </a:lnTo>
                  <a:lnTo>
                    <a:pt x="2848" y="5696"/>
                  </a:lnTo>
                  <a:lnTo>
                    <a:pt x="2627" y="5696"/>
                  </a:lnTo>
                  <a:lnTo>
                    <a:pt x="2427" y="5676"/>
                  </a:lnTo>
                  <a:lnTo>
                    <a:pt x="2206" y="5636"/>
                  </a:lnTo>
                  <a:lnTo>
                    <a:pt x="2006" y="5575"/>
                  </a:lnTo>
                  <a:lnTo>
                    <a:pt x="1805" y="5515"/>
                  </a:lnTo>
                  <a:lnTo>
                    <a:pt x="1605" y="5415"/>
                  </a:lnTo>
                  <a:lnTo>
                    <a:pt x="1424" y="5315"/>
                  </a:lnTo>
                  <a:lnTo>
                    <a:pt x="1244" y="5215"/>
                  </a:lnTo>
                  <a:lnTo>
                    <a:pt x="1244" y="5215"/>
                  </a:lnTo>
                  <a:lnTo>
                    <a:pt x="983" y="5014"/>
                  </a:lnTo>
                  <a:lnTo>
                    <a:pt x="742" y="4773"/>
                  </a:lnTo>
                  <a:lnTo>
                    <a:pt x="522" y="4493"/>
                  </a:lnTo>
                  <a:lnTo>
                    <a:pt x="341" y="4212"/>
                  </a:lnTo>
                  <a:lnTo>
                    <a:pt x="201" y="3891"/>
                  </a:lnTo>
                  <a:lnTo>
                    <a:pt x="81" y="3570"/>
                  </a:lnTo>
                  <a:lnTo>
                    <a:pt x="20" y="3209"/>
                  </a:lnTo>
                  <a:lnTo>
                    <a:pt x="0" y="2848"/>
                  </a:lnTo>
                  <a:lnTo>
                    <a:pt x="0" y="2848"/>
                  </a:lnTo>
                  <a:lnTo>
                    <a:pt x="20" y="2547"/>
                  </a:lnTo>
                  <a:lnTo>
                    <a:pt x="61" y="2266"/>
                  </a:lnTo>
                  <a:lnTo>
                    <a:pt x="121" y="2006"/>
                  </a:lnTo>
                  <a:lnTo>
                    <a:pt x="221" y="1745"/>
                  </a:lnTo>
                  <a:lnTo>
                    <a:pt x="341" y="1484"/>
                  </a:lnTo>
                  <a:lnTo>
                    <a:pt x="482" y="1244"/>
                  </a:lnTo>
                  <a:lnTo>
                    <a:pt x="642" y="1043"/>
                  </a:lnTo>
                  <a:lnTo>
                    <a:pt x="843" y="823"/>
                  </a:lnTo>
                  <a:lnTo>
                    <a:pt x="843" y="823"/>
                  </a:lnTo>
                  <a:lnTo>
                    <a:pt x="1043" y="642"/>
                  </a:lnTo>
                  <a:lnTo>
                    <a:pt x="1264" y="482"/>
                  </a:lnTo>
                  <a:lnTo>
                    <a:pt x="1504" y="341"/>
                  </a:lnTo>
                  <a:lnTo>
                    <a:pt x="1745" y="221"/>
                  </a:lnTo>
                  <a:lnTo>
                    <a:pt x="2006" y="121"/>
                  </a:lnTo>
                  <a:lnTo>
                    <a:pt x="2287" y="60"/>
                  </a:lnTo>
                  <a:lnTo>
                    <a:pt x="2567" y="0"/>
                  </a:lnTo>
                  <a:lnTo>
                    <a:pt x="2848" y="0"/>
                  </a:lnTo>
                  <a:lnTo>
                    <a:pt x="5596" y="0"/>
                  </a:lnTo>
                  <a:lnTo>
                    <a:pt x="5596" y="0"/>
                  </a:lnTo>
                  <a:lnTo>
                    <a:pt x="5896" y="0"/>
                  </a:lnTo>
                  <a:lnTo>
                    <a:pt x="6177" y="60"/>
                  </a:lnTo>
                  <a:lnTo>
                    <a:pt x="6458" y="121"/>
                  </a:lnTo>
                  <a:lnTo>
                    <a:pt x="6719" y="221"/>
                  </a:lnTo>
                  <a:lnTo>
                    <a:pt x="6959" y="341"/>
                  </a:lnTo>
                  <a:lnTo>
                    <a:pt x="7200" y="482"/>
                  </a:lnTo>
                  <a:lnTo>
                    <a:pt x="7421" y="642"/>
                  </a:lnTo>
                  <a:lnTo>
                    <a:pt x="7621" y="823"/>
                  </a:lnTo>
                  <a:lnTo>
                    <a:pt x="7802" y="1043"/>
                  </a:lnTo>
                  <a:lnTo>
                    <a:pt x="7982" y="1244"/>
                  </a:lnTo>
                  <a:lnTo>
                    <a:pt x="8122" y="1484"/>
                  </a:lnTo>
                  <a:lnTo>
                    <a:pt x="8243" y="1745"/>
                  </a:lnTo>
                  <a:lnTo>
                    <a:pt x="8323" y="2006"/>
                  </a:lnTo>
                  <a:lnTo>
                    <a:pt x="8403" y="2266"/>
                  </a:lnTo>
                  <a:lnTo>
                    <a:pt x="8443" y="2567"/>
                  </a:lnTo>
                  <a:lnTo>
                    <a:pt x="8463" y="284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5" name="Google Shape;6065;p26"/>
            <p:cNvSpPr/>
            <p:nvPr/>
          </p:nvSpPr>
          <p:spPr>
            <a:xfrm>
              <a:off x="10310600" y="3828363"/>
              <a:ext cx="211600" cy="76225"/>
            </a:xfrm>
            <a:custGeom>
              <a:avLst/>
              <a:gdLst/>
              <a:ahLst/>
              <a:cxnLst/>
              <a:rect l="l" t="t" r="r" b="b"/>
              <a:pathLst>
                <a:path w="8464" h="3049" extrusionOk="0">
                  <a:moveTo>
                    <a:pt x="81" y="0"/>
                  </a:moveTo>
                  <a:lnTo>
                    <a:pt x="20" y="341"/>
                  </a:lnTo>
                  <a:lnTo>
                    <a:pt x="0" y="682"/>
                  </a:lnTo>
                  <a:lnTo>
                    <a:pt x="20" y="1043"/>
                  </a:lnTo>
                  <a:lnTo>
                    <a:pt x="81" y="1404"/>
                  </a:lnTo>
                  <a:lnTo>
                    <a:pt x="201" y="1725"/>
                  </a:lnTo>
                  <a:lnTo>
                    <a:pt x="341" y="2046"/>
                  </a:lnTo>
                  <a:lnTo>
                    <a:pt x="522" y="2327"/>
                  </a:lnTo>
                  <a:lnTo>
                    <a:pt x="742" y="2607"/>
                  </a:lnTo>
                  <a:lnTo>
                    <a:pt x="983" y="2848"/>
                  </a:lnTo>
                  <a:lnTo>
                    <a:pt x="1244" y="3049"/>
                  </a:lnTo>
                  <a:lnTo>
                    <a:pt x="1364" y="2828"/>
                  </a:lnTo>
                  <a:lnTo>
                    <a:pt x="1524" y="2627"/>
                  </a:lnTo>
                  <a:lnTo>
                    <a:pt x="1705" y="2427"/>
                  </a:lnTo>
                  <a:lnTo>
                    <a:pt x="1926" y="2266"/>
                  </a:lnTo>
                  <a:lnTo>
                    <a:pt x="2146" y="2106"/>
                  </a:lnTo>
                  <a:lnTo>
                    <a:pt x="2407" y="1946"/>
                  </a:lnTo>
                  <a:lnTo>
                    <a:pt x="2668" y="1805"/>
                  </a:lnTo>
                  <a:lnTo>
                    <a:pt x="2948" y="1685"/>
                  </a:lnTo>
                  <a:lnTo>
                    <a:pt x="3229" y="1564"/>
                  </a:lnTo>
                  <a:lnTo>
                    <a:pt x="3510" y="1464"/>
                  </a:lnTo>
                  <a:lnTo>
                    <a:pt x="4071" y="1304"/>
                  </a:lnTo>
                  <a:lnTo>
                    <a:pt x="4573" y="1183"/>
                  </a:lnTo>
                  <a:lnTo>
                    <a:pt x="5034" y="1083"/>
                  </a:lnTo>
                  <a:lnTo>
                    <a:pt x="5535" y="1023"/>
                  </a:lnTo>
                  <a:lnTo>
                    <a:pt x="6057" y="963"/>
                  </a:lnTo>
                  <a:lnTo>
                    <a:pt x="6558" y="943"/>
                  </a:lnTo>
                  <a:lnTo>
                    <a:pt x="7080" y="923"/>
                  </a:lnTo>
                  <a:lnTo>
                    <a:pt x="7761" y="943"/>
                  </a:lnTo>
                  <a:lnTo>
                    <a:pt x="8443" y="983"/>
                  </a:lnTo>
                  <a:lnTo>
                    <a:pt x="8463" y="682"/>
                  </a:lnTo>
                  <a:lnTo>
                    <a:pt x="8443" y="381"/>
                  </a:lnTo>
                  <a:lnTo>
                    <a:pt x="8403" y="80"/>
                  </a:lnTo>
                  <a:lnTo>
                    <a:pt x="1023" y="80"/>
                  </a:lnTo>
                  <a:lnTo>
                    <a:pt x="702" y="60"/>
                  </a:lnTo>
                  <a:lnTo>
                    <a:pt x="81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6" name="Google Shape;6066;p26"/>
            <p:cNvSpPr/>
            <p:nvPr/>
          </p:nvSpPr>
          <p:spPr>
            <a:xfrm>
              <a:off x="10310600" y="3828363"/>
              <a:ext cx="211600" cy="76225"/>
            </a:xfrm>
            <a:custGeom>
              <a:avLst/>
              <a:gdLst/>
              <a:ahLst/>
              <a:cxnLst/>
              <a:rect l="l" t="t" r="r" b="b"/>
              <a:pathLst>
                <a:path w="8464" h="3049" fill="none" extrusionOk="0">
                  <a:moveTo>
                    <a:pt x="81" y="0"/>
                  </a:moveTo>
                  <a:lnTo>
                    <a:pt x="81" y="0"/>
                  </a:lnTo>
                  <a:lnTo>
                    <a:pt x="20" y="341"/>
                  </a:lnTo>
                  <a:lnTo>
                    <a:pt x="0" y="682"/>
                  </a:lnTo>
                  <a:lnTo>
                    <a:pt x="0" y="682"/>
                  </a:lnTo>
                  <a:lnTo>
                    <a:pt x="20" y="1043"/>
                  </a:lnTo>
                  <a:lnTo>
                    <a:pt x="81" y="1404"/>
                  </a:lnTo>
                  <a:lnTo>
                    <a:pt x="201" y="1725"/>
                  </a:lnTo>
                  <a:lnTo>
                    <a:pt x="341" y="2046"/>
                  </a:lnTo>
                  <a:lnTo>
                    <a:pt x="522" y="2327"/>
                  </a:lnTo>
                  <a:lnTo>
                    <a:pt x="742" y="2607"/>
                  </a:lnTo>
                  <a:lnTo>
                    <a:pt x="983" y="2848"/>
                  </a:lnTo>
                  <a:lnTo>
                    <a:pt x="1244" y="3049"/>
                  </a:lnTo>
                  <a:lnTo>
                    <a:pt x="1244" y="3049"/>
                  </a:lnTo>
                  <a:lnTo>
                    <a:pt x="1364" y="2828"/>
                  </a:lnTo>
                  <a:lnTo>
                    <a:pt x="1524" y="2627"/>
                  </a:lnTo>
                  <a:lnTo>
                    <a:pt x="1705" y="2427"/>
                  </a:lnTo>
                  <a:lnTo>
                    <a:pt x="1926" y="2266"/>
                  </a:lnTo>
                  <a:lnTo>
                    <a:pt x="2146" y="2106"/>
                  </a:lnTo>
                  <a:lnTo>
                    <a:pt x="2407" y="1946"/>
                  </a:lnTo>
                  <a:lnTo>
                    <a:pt x="2668" y="1805"/>
                  </a:lnTo>
                  <a:lnTo>
                    <a:pt x="2948" y="1685"/>
                  </a:lnTo>
                  <a:lnTo>
                    <a:pt x="3229" y="1564"/>
                  </a:lnTo>
                  <a:lnTo>
                    <a:pt x="3510" y="1464"/>
                  </a:lnTo>
                  <a:lnTo>
                    <a:pt x="4071" y="1304"/>
                  </a:lnTo>
                  <a:lnTo>
                    <a:pt x="4573" y="1183"/>
                  </a:lnTo>
                  <a:lnTo>
                    <a:pt x="5034" y="1083"/>
                  </a:lnTo>
                  <a:lnTo>
                    <a:pt x="5034" y="1083"/>
                  </a:lnTo>
                  <a:lnTo>
                    <a:pt x="5535" y="1023"/>
                  </a:lnTo>
                  <a:lnTo>
                    <a:pt x="6057" y="963"/>
                  </a:lnTo>
                  <a:lnTo>
                    <a:pt x="6558" y="943"/>
                  </a:lnTo>
                  <a:lnTo>
                    <a:pt x="7080" y="923"/>
                  </a:lnTo>
                  <a:lnTo>
                    <a:pt x="7080" y="923"/>
                  </a:lnTo>
                  <a:lnTo>
                    <a:pt x="7761" y="943"/>
                  </a:lnTo>
                  <a:lnTo>
                    <a:pt x="8443" y="983"/>
                  </a:lnTo>
                  <a:lnTo>
                    <a:pt x="8443" y="983"/>
                  </a:lnTo>
                  <a:lnTo>
                    <a:pt x="8463" y="682"/>
                  </a:lnTo>
                  <a:lnTo>
                    <a:pt x="8463" y="682"/>
                  </a:lnTo>
                  <a:lnTo>
                    <a:pt x="8443" y="381"/>
                  </a:lnTo>
                  <a:lnTo>
                    <a:pt x="8403" y="80"/>
                  </a:lnTo>
                  <a:lnTo>
                    <a:pt x="1344" y="80"/>
                  </a:lnTo>
                  <a:lnTo>
                    <a:pt x="1344" y="80"/>
                  </a:lnTo>
                  <a:lnTo>
                    <a:pt x="1023" y="80"/>
                  </a:lnTo>
                  <a:lnTo>
                    <a:pt x="702" y="60"/>
                  </a:lnTo>
                  <a:lnTo>
                    <a:pt x="8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7" name="Google Shape;6067;p26"/>
            <p:cNvSpPr/>
            <p:nvPr/>
          </p:nvSpPr>
          <p:spPr>
            <a:xfrm>
              <a:off x="10842050" y="3838388"/>
              <a:ext cx="49150" cy="312875"/>
            </a:xfrm>
            <a:custGeom>
              <a:avLst/>
              <a:gdLst/>
              <a:ahLst/>
              <a:cxnLst/>
              <a:rect l="l" t="t" r="r" b="b"/>
              <a:pathLst>
                <a:path w="1966" h="12515" extrusionOk="0">
                  <a:moveTo>
                    <a:pt x="923" y="0"/>
                  </a:moveTo>
                  <a:lnTo>
                    <a:pt x="722" y="40"/>
                  </a:lnTo>
                  <a:lnTo>
                    <a:pt x="542" y="101"/>
                  </a:lnTo>
                  <a:lnTo>
                    <a:pt x="361" y="201"/>
                  </a:lnTo>
                  <a:lnTo>
                    <a:pt x="221" y="341"/>
                  </a:lnTo>
                  <a:lnTo>
                    <a:pt x="161" y="421"/>
                  </a:lnTo>
                  <a:lnTo>
                    <a:pt x="100" y="502"/>
                  </a:lnTo>
                  <a:lnTo>
                    <a:pt x="60" y="602"/>
                  </a:lnTo>
                  <a:lnTo>
                    <a:pt x="40" y="722"/>
                  </a:lnTo>
                  <a:lnTo>
                    <a:pt x="20" y="823"/>
                  </a:lnTo>
                  <a:lnTo>
                    <a:pt x="0" y="963"/>
                  </a:lnTo>
                  <a:lnTo>
                    <a:pt x="0" y="11572"/>
                  </a:lnTo>
                  <a:lnTo>
                    <a:pt x="20" y="11712"/>
                  </a:lnTo>
                  <a:lnTo>
                    <a:pt x="40" y="11832"/>
                  </a:lnTo>
                  <a:lnTo>
                    <a:pt x="80" y="11953"/>
                  </a:lnTo>
                  <a:lnTo>
                    <a:pt x="120" y="12053"/>
                  </a:lnTo>
                  <a:lnTo>
                    <a:pt x="181" y="12153"/>
                  </a:lnTo>
                  <a:lnTo>
                    <a:pt x="261" y="12234"/>
                  </a:lnTo>
                  <a:lnTo>
                    <a:pt x="341" y="12314"/>
                  </a:lnTo>
                  <a:lnTo>
                    <a:pt x="441" y="12374"/>
                  </a:lnTo>
                  <a:lnTo>
                    <a:pt x="522" y="12414"/>
                  </a:lnTo>
                  <a:lnTo>
                    <a:pt x="642" y="12454"/>
                  </a:lnTo>
                  <a:lnTo>
                    <a:pt x="842" y="12514"/>
                  </a:lnTo>
                  <a:lnTo>
                    <a:pt x="1063" y="12514"/>
                  </a:lnTo>
                  <a:lnTo>
                    <a:pt x="1284" y="12474"/>
                  </a:lnTo>
                  <a:lnTo>
                    <a:pt x="1424" y="12434"/>
                  </a:lnTo>
                  <a:lnTo>
                    <a:pt x="1544" y="12354"/>
                  </a:lnTo>
                  <a:lnTo>
                    <a:pt x="1665" y="12274"/>
                  </a:lnTo>
                  <a:lnTo>
                    <a:pt x="1765" y="12173"/>
                  </a:lnTo>
                  <a:lnTo>
                    <a:pt x="1845" y="12053"/>
                  </a:lnTo>
                  <a:lnTo>
                    <a:pt x="1905" y="11913"/>
                  </a:lnTo>
                  <a:lnTo>
                    <a:pt x="1945" y="11752"/>
                  </a:lnTo>
                  <a:lnTo>
                    <a:pt x="1965" y="11572"/>
                  </a:lnTo>
                  <a:lnTo>
                    <a:pt x="1965" y="963"/>
                  </a:lnTo>
                  <a:lnTo>
                    <a:pt x="1945" y="742"/>
                  </a:lnTo>
                  <a:lnTo>
                    <a:pt x="1905" y="582"/>
                  </a:lnTo>
                  <a:lnTo>
                    <a:pt x="1825" y="421"/>
                  </a:lnTo>
                  <a:lnTo>
                    <a:pt x="1705" y="281"/>
                  </a:lnTo>
                  <a:lnTo>
                    <a:pt x="1584" y="181"/>
                  </a:lnTo>
                  <a:lnTo>
                    <a:pt x="1444" y="101"/>
                  </a:lnTo>
                  <a:lnTo>
                    <a:pt x="1284" y="40"/>
                  </a:lnTo>
                  <a:lnTo>
                    <a:pt x="1123" y="20"/>
                  </a:lnTo>
                  <a:lnTo>
                    <a:pt x="923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8" name="Google Shape;6068;p26"/>
            <p:cNvSpPr/>
            <p:nvPr/>
          </p:nvSpPr>
          <p:spPr>
            <a:xfrm>
              <a:off x="10842050" y="3838388"/>
              <a:ext cx="49150" cy="312875"/>
            </a:xfrm>
            <a:custGeom>
              <a:avLst/>
              <a:gdLst/>
              <a:ahLst/>
              <a:cxnLst/>
              <a:rect l="l" t="t" r="r" b="b"/>
              <a:pathLst>
                <a:path w="1966" h="12515" fill="none" extrusionOk="0">
                  <a:moveTo>
                    <a:pt x="1965" y="963"/>
                  </a:moveTo>
                  <a:lnTo>
                    <a:pt x="1965" y="11572"/>
                  </a:lnTo>
                  <a:lnTo>
                    <a:pt x="1965" y="11572"/>
                  </a:lnTo>
                  <a:lnTo>
                    <a:pt x="1945" y="11752"/>
                  </a:lnTo>
                  <a:lnTo>
                    <a:pt x="1905" y="11913"/>
                  </a:lnTo>
                  <a:lnTo>
                    <a:pt x="1845" y="12053"/>
                  </a:lnTo>
                  <a:lnTo>
                    <a:pt x="1765" y="12173"/>
                  </a:lnTo>
                  <a:lnTo>
                    <a:pt x="1665" y="12274"/>
                  </a:lnTo>
                  <a:lnTo>
                    <a:pt x="1544" y="12354"/>
                  </a:lnTo>
                  <a:lnTo>
                    <a:pt x="1424" y="12434"/>
                  </a:lnTo>
                  <a:lnTo>
                    <a:pt x="1284" y="12474"/>
                  </a:lnTo>
                  <a:lnTo>
                    <a:pt x="1284" y="12474"/>
                  </a:lnTo>
                  <a:lnTo>
                    <a:pt x="1063" y="12514"/>
                  </a:lnTo>
                  <a:lnTo>
                    <a:pt x="842" y="12514"/>
                  </a:lnTo>
                  <a:lnTo>
                    <a:pt x="642" y="12454"/>
                  </a:lnTo>
                  <a:lnTo>
                    <a:pt x="522" y="12414"/>
                  </a:lnTo>
                  <a:lnTo>
                    <a:pt x="441" y="12374"/>
                  </a:lnTo>
                  <a:lnTo>
                    <a:pt x="341" y="12314"/>
                  </a:lnTo>
                  <a:lnTo>
                    <a:pt x="261" y="12234"/>
                  </a:lnTo>
                  <a:lnTo>
                    <a:pt x="181" y="12153"/>
                  </a:lnTo>
                  <a:lnTo>
                    <a:pt x="120" y="12053"/>
                  </a:lnTo>
                  <a:lnTo>
                    <a:pt x="80" y="11953"/>
                  </a:lnTo>
                  <a:lnTo>
                    <a:pt x="40" y="11832"/>
                  </a:lnTo>
                  <a:lnTo>
                    <a:pt x="20" y="11712"/>
                  </a:lnTo>
                  <a:lnTo>
                    <a:pt x="0" y="11572"/>
                  </a:lnTo>
                  <a:lnTo>
                    <a:pt x="0" y="963"/>
                  </a:lnTo>
                  <a:lnTo>
                    <a:pt x="0" y="963"/>
                  </a:lnTo>
                  <a:lnTo>
                    <a:pt x="20" y="823"/>
                  </a:lnTo>
                  <a:lnTo>
                    <a:pt x="40" y="722"/>
                  </a:lnTo>
                  <a:lnTo>
                    <a:pt x="60" y="602"/>
                  </a:lnTo>
                  <a:lnTo>
                    <a:pt x="100" y="502"/>
                  </a:lnTo>
                  <a:lnTo>
                    <a:pt x="161" y="421"/>
                  </a:lnTo>
                  <a:lnTo>
                    <a:pt x="221" y="341"/>
                  </a:lnTo>
                  <a:lnTo>
                    <a:pt x="361" y="201"/>
                  </a:lnTo>
                  <a:lnTo>
                    <a:pt x="542" y="101"/>
                  </a:lnTo>
                  <a:lnTo>
                    <a:pt x="722" y="40"/>
                  </a:lnTo>
                  <a:lnTo>
                    <a:pt x="923" y="0"/>
                  </a:lnTo>
                  <a:lnTo>
                    <a:pt x="1123" y="20"/>
                  </a:lnTo>
                  <a:lnTo>
                    <a:pt x="1123" y="20"/>
                  </a:lnTo>
                  <a:lnTo>
                    <a:pt x="1284" y="40"/>
                  </a:lnTo>
                  <a:lnTo>
                    <a:pt x="1444" y="101"/>
                  </a:lnTo>
                  <a:lnTo>
                    <a:pt x="1584" y="181"/>
                  </a:lnTo>
                  <a:lnTo>
                    <a:pt x="1705" y="281"/>
                  </a:lnTo>
                  <a:lnTo>
                    <a:pt x="1825" y="421"/>
                  </a:lnTo>
                  <a:lnTo>
                    <a:pt x="1905" y="582"/>
                  </a:lnTo>
                  <a:lnTo>
                    <a:pt x="1945" y="742"/>
                  </a:lnTo>
                  <a:lnTo>
                    <a:pt x="1965" y="96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9" name="Google Shape;6069;p26"/>
            <p:cNvSpPr/>
            <p:nvPr/>
          </p:nvSpPr>
          <p:spPr>
            <a:xfrm>
              <a:off x="10842050" y="3916588"/>
              <a:ext cx="25575" cy="158475"/>
            </a:xfrm>
            <a:custGeom>
              <a:avLst/>
              <a:gdLst/>
              <a:ahLst/>
              <a:cxnLst/>
              <a:rect l="l" t="t" r="r" b="b"/>
              <a:pathLst>
                <a:path w="1023" h="6339" extrusionOk="0">
                  <a:moveTo>
                    <a:pt x="0" y="1"/>
                  </a:moveTo>
                  <a:lnTo>
                    <a:pt x="0" y="6338"/>
                  </a:lnTo>
                  <a:lnTo>
                    <a:pt x="1023" y="6338"/>
                  </a:lnTo>
                  <a:lnTo>
                    <a:pt x="963" y="4754"/>
                  </a:lnTo>
                  <a:lnTo>
                    <a:pt x="943" y="3169"/>
                  </a:lnTo>
                  <a:lnTo>
                    <a:pt x="943" y="1585"/>
                  </a:lnTo>
                  <a:lnTo>
                    <a:pt x="963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0" name="Google Shape;6070;p26"/>
            <p:cNvSpPr/>
            <p:nvPr/>
          </p:nvSpPr>
          <p:spPr>
            <a:xfrm>
              <a:off x="10732750" y="4075038"/>
              <a:ext cx="258725" cy="94775"/>
            </a:xfrm>
            <a:custGeom>
              <a:avLst/>
              <a:gdLst/>
              <a:ahLst/>
              <a:cxnLst/>
              <a:rect l="l" t="t" r="r" b="b"/>
              <a:pathLst>
                <a:path w="10349" h="3791" extrusionOk="0">
                  <a:moveTo>
                    <a:pt x="3490" y="0"/>
                  </a:moveTo>
                  <a:lnTo>
                    <a:pt x="3129" y="20"/>
                  </a:lnTo>
                  <a:lnTo>
                    <a:pt x="2788" y="80"/>
                  </a:lnTo>
                  <a:lnTo>
                    <a:pt x="2447" y="160"/>
                  </a:lnTo>
                  <a:lnTo>
                    <a:pt x="2126" y="281"/>
                  </a:lnTo>
                  <a:lnTo>
                    <a:pt x="1825" y="421"/>
                  </a:lnTo>
                  <a:lnTo>
                    <a:pt x="1544" y="602"/>
                  </a:lnTo>
                  <a:lnTo>
                    <a:pt x="1264" y="802"/>
                  </a:lnTo>
                  <a:lnTo>
                    <a:pt x="1023" y="1023"/>
                  </a:lnTo>
                  <a:lnTo>
                    <a:pt x="802" y="1284"/>
                  </a:lnTo>
                  <a:lnTo>
                    <a:pt x="602" y="1544"/>
                  </a:lnTo>
                  <a:lnTo>
                    <a:pt x="421" y="1825"/>
                  </a:lnTo>
                  <a:lnTo>
                    <a:pt x="281" y="2146"/>
                  </a:lnTo>
                  <a:lnTo>
                    <a:pt x="161" y="2467"/>
                  </a:lnTo>
                  <a:lnTo>
                    <a:pt x="80" y="2788"/>
                  </a:lnTo>
                  <a:lnTo>
                    <a:pt x="20" y="3149"/>
                  </a:lnTo>
                  <a:lnTo>
                    <a:pt x="0" y="3490"/>
                  </a:lnTo>
                  <a:lnTo>
                    <a:pt x="20" y="3790"/>
                  </a:lnTo>
                  <a:lnTo>
                    <a:pt x="10328" y="3790"/>
                  </a:lnTo>
                  <a:lnTo>
                    <a:pt x="10348" y="3490"/>
                  </a:lnTo>
                  <a:lnTo>
                    <a:pt x="10328" y="3149"/>
                  </a:lnTo>
                  <a:lnTo>
                    <a:pt x="10268" y="2788"/>
                  </a:lnTo>
                  <a:lnTo>
                    <a:pt x="10188" y="2467"/>
                  </a:lnTo>
                  <a:lnTo>
                    <a:pt x="10068" y="2146"/>
                  </a:lnTo>
                  <a:lnTo>
                    <a:pt x="9927" y="1825"/>
                  </a:lnTo>
                  <a:lnTo>
                    <a:pt x="9747" y="1544"/>
                  </a:lnTo>
                  <a:lnTo>
                    <a:pt x="9546" y="1284"/>
                  </a:lnTo>
                  <a:lnTo>
                    <a:pt x="9326" y="1023"/>
                  </a:lnTo>
                  <a:lnTo>
                    <a:pt x="9085" y="802"/>
                  </a:lnTo>
                  <a:lnTo>
                    <a:pt x="8804" y="602"/>
                  </a:lnTo>
                  <a:lnTo>
                    <a:pt x="8523" y="421"/>
                  </a:lnTo>
                  <a:lnTo>
                    <a:pt x="8223" y="281"/>
                  </a:lnTo>
                  <a:lnTo>
                    <a:pt x="7902" y="160"/>
                  </a:lnTo>
                  <a:lnTo>
                    <a:pt x="7561" y="80"/>
                  </a:lnTo>
                  <a:lnTo>
                    <a:pt x="7220" y="20"/>
                  </a:lnTo>
                  <a:lnTo>
                    <a:pt x="685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1" name="Google Shape;6071;p26"/>
            <p:cNvSpPr/>
            <p:nvPr/>
          </p:nvSpPr>
          <p:spPr>
            <a:xfrm>
              <a:off x="10732750" y="4075038"/>
              <a:ext cx="258725" cy="94775"/>
            </a:xfrm>
            <a:custGeom>
              <a:avLst/>
              <a:gdLst/>
              <a:ahLst/>
              <a:cxnLst/>
              <a:rect l="l" t="t" r="r" b="b"/>
              <a:pathLst>
                <a:path w="10349" h="3791" fill="none" extrusionOk="0">
                  <a:moveTo>
                    <a:pt x="10348" y="3490"/>
                  </a:moveTo>
                  <a:lnTo>
                    <a:pt x="10348" y="3490"/>
                  </a:lnTo>
                  <a:lnTo>
                    <a:pt x="10328" y="3790"/>
                  </a:lnTo>
                  <a:lnTo>
                    <a:pt x="20" y="3790"/>
                  </a:lnTo>
                  <a:lnTo>
                    <a:pt x="20" y="3790"/>
                  </a:lnTo>
                  <a:lnTo>
                    <a:pt x="0" y="3490"/>
                  </a:lnTo>
                  <a:lnTo>
                    <a:pt x="0" y="3490"/>
                  </a:lnTo>
                  <a:lnTo>
                    <a:pt x="20" y="3149"/>
                  </a:lnTo>
                  <a:lnTo>
                    <a:pt x="80" y="2788"/>
                  </a:lnTo>
                  <a:lnTo>
                    <a:pt x="161" y="2467"/>
                  </a:lnTo>
                  <a:lnTo>
                    <a:pt x="281" y="2146"/>
                  </a:lnTo>
                  <a:lnTo>
                    <a:pt x="421" y="1825"/>
                  </a:lnTo>
                  <a:lnTo>
                    <a:pt x="602" y="1544"/>
                  </a:lnTo>
                  <a:lnTo>
                    <a:pt x="802" y="1284"/>
                  </a:lnTo>
                  <a:lnTo>
                    <a:pt x="1023" y="1023"/>
                  </a:lnTo>
                  <a:lnTo>
                    <a:pt x="1023" y="1023"/>
                  </a:lnTo>
                  <a:lnTo>
                    <a:pt x="1264" y="802"/>
                  </a:lnTo>
                  <a:lnTo>
                    <a:pt x="1544" y="602"/>
                  </a:lnTo>
                  <a:lnTo>
                    <a:pt x="1825" y="421"/>
                  </a:lnTo>
                  <a:lnTo>
                    <a:pt x="2126" y="281"/>
                  </a:lnTo>
                  <a:lnTo>
                    <a:pt x="2447" y="160"/>
                  </a:lnTo>
                  <a:lnTo>
                    <a:pt x="2788" y="80"/>
                  </a:lnTo>
                  <a:lnTo>
                    <a:pt x="3129" y="20"/>
                  </a:lnTo>
                  <a:lnTo>
                    <a:pt x="3490" y="0"/>
                  </a:lnTo>
                  <a:lnTo>
                    <a:pt x="6859" y="0"/>
                  </a:lnTo>
                  <a:lnTo>
                    <a:pt x="6859" y="0"/>
                  </a:lnTo>
                  <a:lnTo>
                    <a:pt x="7220" y="20"/>
                  </a:lnTo>
                  <a:lnTo>
                    <a:pt x="7561" y="80"/>
                  </a:lnTo>
                  <a:lnTo>
                    <a:pt x="7902" y="160"/>
                  </a:lnTo>
                  <a:lnTo>
                    <a:pt x="8223" y="281"/>
                  </a:lnTo>
                  <a:lnTo>
                    <a:pt x="8523" y="421"/>
                  </a:lnTo>
                  <a:lnTo>
                    <a:pt x="8804" y="602"/>
                  </a:lnTo>
                  <a:lnTo>
                    <a:pt x="9085" y="802"/>
                  </a:lnTo>
                  <a:lnTo>
                    <a:pt x="9326" y="1023"/>
                  </a:lnTo>
                  <a:lnTo>
                    <a:pt x="9546" y="1284"/>
                  </a:lnTo>
                  <a:lnTo>
                    <a:pt x="9747" y="1544"/>
                  </a:lnTo>
                  <a:lnTo>
                    <a:pt x="9927" y="1825"/>
                  </a:lnTo>
                  <a:lnTo>
                    <a:pt x="10068" y="2146"/>
                  </a:lnTo>
                  <a:lnTo>
                    <a:pt x="10188" y="2467"/>
                  </a:lnTo>
                  <a:lnTo>
                    <a:pt x="10268" y="2788"/>
                  </a:lnTo>
                  <a:lnTo>
                    <a:pt x="10328" y="3149"/>
                  </a:lnTo>
                  <a:lnTo>
                    <a:pt x="10348" y="349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2" name="Google Shape;6072;p26"/>
            <p:cNvSpPr/>
            <p:nvPr/>
          </p:nvSpPr>
          <p:spPr>
            <a:xfrm>
              <a:off x="10732750" y="4075038"/>
              <a:ext cx="162450" cy="94775"/>
            </a:xfrm>
            <a:custGeom>
              <a:avLst/>
              <a:gdLst/>
              <a:ahLst/>
              <a:cxnLst/>
              <a:rect l="l" t="t" r="r" b="b"/>
              <a:pathLst>
                <a:path w="6498" h="3791" extrusionOk="0">
                  <a:moveTo>
                    <a:pt x="3490" y="0"/>
                  </a:moveTo>
                  <a:lnTo>
                    <a:pt x="3129" y="20"/>
                  </a:lnTo>
                  <a:lnTo>
                    <a:pt x="2788" y="80"/>
                  </a:lnTo>
                  <a:lnTo>
                    <a:pt x="2447" y="160"/>
                  </a:lnTo>
                  <a:lnTo>
                    <a:pt x="2126" y="281"/>
                  </a:lnTo>
                  <a:lnTo>
                    <a:pt x="1825" y="421"/>
                  </a:lnTo>
                  <a:lnTo>
                    <a:pt x="1544" y="602"/>
                  </a:lnTo>
                  <a:lnTo>
                    <a:pt x="1264" y="802"/>
                  </a:lnTo>
                  <a:lnTo>
                    <a:pt x="1023" y="1023"/>
                  </a:lnTo>
                  <a:lnTo>
                    <a:pt x="802" y="1284"/>
                  </a:lnTo>
                  <a:lnTo>
                    <a:pt x="602" y="1544"/>
                  </a:lnTo>
                  <a:lnTo>
                    <a:pt x="421" y="1825"/>
                  </a:lnTo>
                  <a:lnTo>
                    <a:pt x="281" y="2146"/>
                  </a:lnTo>
                  <a:lnTo>
                    <a:pt x="161" y="2467"/>
                  </a:lnTo>
                  <a:lnTo>
                    <a:pt x="80" y="2788"/>
                  </a:lnTo>
                  <a:lnTo>
                    <a:pt x="20" y="3149"/>
                  </a:lnTo>
                  <a:lnTo>
                    <a:pt x="0" y="3490"/>
                  </a:lnTo>
                  <a:lnTo>
                    <a:pt x="20" y="3790"/>
                  </a:lnTo>
                  <a:lnTo>
                    <a:pt x="6498" y="3790"/>
                  </a:lnTo>
                  <a:lnTo>
                    <a:pt x="6117" y="3690"/>
                  </a:lnTo>
                  <a:lnTo>
                    <a:pt x="5776" y="3570"/>
                  </a:lnTo>
                  <a:lnTo>
                    <a:pt x="5435" y="3409"/>
                  </a:lnTo>
                  <a:lnTo>
                    <a:pt x="5114" y="3249"/>
                  </a:lnTo>
                  <a:lnTo>
                    <a:pt x="4813" y="3068"/>
                  </a:lnTo>
                  <a:lnTo>
                    <a:pt x="4533" y="2868"/>
                  </a:lnTo>
                  <a:lnTo>
                    <a:pt x="4292" y="2647"/>
                  </a:lnTo>
                  <a:lnTo>
                    <a:pt x="4091" y="2427"/>
                  </a:lnTo>
                  <a:lnTo>
                    <a:pt x="3971" y="2266"/>
                  </a:lnTo>
                  <a:lnTo>
                    <a:pt x="3891" y="2106"/>
                  </a:lnTo>
                  <a:lnTo>
                    <a:pt x="3851" y="1945"/>
                  </a:lnTo>
                  <a:lnTo>
                    <a:pt x="3811" y="1805"/>
                  </a:lnTo>
                  <a:lnTo>
                    <a:pt x="3811" y="1665"/>
                  </a:lnTo>
                  <a:lnTo>
                    <a:pt x="3811" y="1544"/>
                  </a:lnTo>
                  <a:lnTo>
                    <a:pt x="3851" y="1404"/>
                  </a:lnTo>
                  <a:lnTo>
                    <a:pt x="3891" y="1284"/>
                  </a:lnTo>
                  <a:lnTo>
                    <a:pt x="3951" y="1163"/>
                  </a:lnTo>
                  <a:lnTo>
                    <a:pt x="4031" y="1063"/>
                  </a:lnTo>
                  <a:lnTo>
                    <a:pt x="4212" y="842"/>
                  </a:lnTo>
                  <a:lnTo>
                    <a:pt x="4432" y="662"/>
                  </a:lnTo>
                  <a:lnTo>
                    <a:pt x="4653" y="481"/>
                  </a:lnTo>
                  <a:lnTo>
                    <a:pt x="4853" y="341"/>
                  </a:lnTo>
                  <a:lnTo>
                    <a:pt x="5054" y="221"/>
                  </a:lnTo>
                  <a:lnTo>
                    <a:pt x="5275" y="100"/>
                  </a:lnTo>
                  <a:lnTo>
                    <a:pt x="5495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3" name="Google Shape;6073;p26"/>
            <p:cNvSpPr/>
            <p:nvPr/>
          </p:nvSpPr>
          <p:spPr>
            <a:xfrm>
              <a:off x="10732750" y="4075038"/>
              <a:ext cx="162450" cy="94775"/>
            </a:xfrm>
            <a:custGeom>
              <a:avLst/>
              <a:gdLst/>
              <a:ahLst/>
              <a:cxnLst/>
              <a:rect l="l" t="t" r="r" b="b"/>
              <a:pathLst>
                <a:path w="6498" h="3791" fill="none" extrusionOk="0">
                  <a:moveTo>
                    <a:pt x="5495" y="0"/>
                  </a:moveTo>
                  <a:lnTo>
                    <a:pt x="5395" y="0"/>
                  </a:lnTo>
                  <a:lnTo>
                    <a:pt x="4372" y="0"/>
                  </a:lnTo>
                  <a:lnTo>
                    <a:pt x="3490" y="0"/>
                  </a:lnTo>
                  <a:lnTo>
                    <a:pt x="3490" y="0"/>
                  </a:lnTo>
                  <a:lnTo>
                    <a:pt x="3129" y="20"/>
                  </a:lnTo>
                  <a:lnTo>
                    <a:pt x="2788" y="80"/>
                  </a:lnTo>
                  <a:lnTo>
                    <a:pt x="2447" y="160"/>
                  </a:lnTo>
                  <a:lnTo>
                    <a:pt x="2126" y="281"/>
                  </a:lnTo>
                  <a:lnTo>
                    <a:pt x="1825" y="421"/>
                  </a:lnTo>
                  <a:lnTo>
                    <a:pt x="1544" y="602"/>
                  </a:lnTo>
                  <a:lnTo>
                    <a:pt x="1264" y="802"/>
                  </a:lnTo>
                  <a:lnTo>
                    <a:pt x="1023" y="1023"/>
                  </a:lnTo>
                  <a:lnTo>
                    <a:pt x="1023" y="1023"/>
                  </a:lnTo>
                  <a:lnTo>
                    <a:pt x="802" y="1284"/>
                  </a:lnTo>
                  <a:lnTo>
                    <a:pt x="602" y="1544"/>
                  </a:lnTo>
                  <a:lnTo>
                    <a:pt x="421" y="1825"/>
                  </a:lnTo>
                  <a:lnTo>
                    <a:pt x="281" y="2146"/>
                  </a:lnTo>
                  <a:lnTo>
                    <a:pt x="161" y="2467"/>
                  </a:lnTo>
                  <a:lnTo>
                    <a:pt x="80" y="2788"/>
                  </a:lnTo>
                  <a:lnTo>
                    <a:pt x="20" y="3149"/>
                  </a:lnTo>
                  <a:lnTo>
                    <a:pt x="0" y="3490"/>
                  </a:lnTo>
                  <a:lnTo>
                    <a:pt x="0" y="3490"/>
                  </a:lnTo>
                  <a:lnTo>
                    <a:pt x="20" y="3790"/>
                  </a:lnTo>
                  <a:lnTo>
                    <a:pt x="6498" y="3790"/>
                  </a:lnTo>
                  <a:lnTo>
                    <a:pt x="6498" y="3790"/>
                  </a:lnTo>
                  <a:lnTo>
                    <a:pt x="6117" y="3690"/>
                  </a:lnTo>
                  <a:lnTo>
                    <a:pt x="5776" y="3570"/>
                  </a:lnTo>
                  <a:lnTo>
                    <a:pt x="5435" y="3409"/>
                  </a:lnTo>
                  <a:lnTo>
                    <a:pt x="5114" y="3249"/>
                  </a:lnTo>
                  <a:lnTo>
                    <a:pt x="4813" y="3068"/>
                  </a:lnTo>
                  <a:lnTo>
                    <a:pt x="4533" y="2868"/>
                  </a:lnTo>
                  <a:lnTo>
                    <a:pt x="4292" y="2647"/>
                  </a:lnTo>
                  <a:lnTo>
                    <a:pt x="4091" y="2427"/>
                  </a:lnTo>
                  <a:lnTo>
                    <a:pt x="4091" y="2427"/>
                  </a:lnTo>
                  <a:lnTo>
                    <a:pt x="3971" y="2266"/>
                  </a:lnTo>
                  <a:lnTo>
                    <a:pt x="3891" y="2106"/>
                  </a:lnTo>
                  <a:lnTo>
                    <a:pt x="3851" y="1945"/>
                  </a:lnTo>
                  <a:lnTo>
                    <a:pt x="3811" y="1805"/>
                  </a:lnTo>
                  <a:lnTo>
                    <a:pt x="3811" y="1665"/>
                  </a:lnTo>
                  <a:lnTo>
                    <a:pt x="3811" y="1544"/>
                  </a:lnTo>
                  <a:lnTo>
                    <a:pt x="3851" y="1404"/>
                  </a:lnTo>
                  <a:lnTo>
                    <a:pt x="3891" y="1284"/>
                  </a:lnTo>
                  <a:lnTo>
                    <a:pt x="3951" y="1163"/>
                  </a:lnTo>
                  <a:lnTo>
                    <a:pt x="4031" y="1063"/>
                  </a:lnTo>
                  <a:lnTo>
                    <a:pt x="4212" y="842"/>
                  </a:lnTo>
                  <a:lnTo>
                    <a:pt x="4432" y="662"/>
                  </a:lnTo>
                  <a:lnTo>
                    <a:pt x="4653" y="481"/>
                  </a:lnTo>
                  <a:lnTo>
                    <a:pt x="4653" y="481"/>
                  </a:lnTo>
                  <a:lnTo>
                    <a:pt x="4853" y="341"/>
                  </a:lnTo>
                  <a:lnTo>
                    <a:pt x="5054" y="221"/>
                  </a:lnTo>
                  <a:lnTo>
                    <a:pt x="5275" y="100"/>
                  </a:lnTo>
                  <a:lnTo>
                    <a:pt x="549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4" name="Google Shape;6074;p26"/>
            <p:cNvSpPr/>
            <p:nvPr/>
          </p:nvSpPr>
          <p:spPr>
            <a:xfrm>
              <a:off x="10928275" y="4096088"/>
              <a:ext cx="18575" cy="19075"/>
            </a:xfrm>
            <a:custGeom>
              <a:avLst/>
              <a:gdLst/>
              <a:ahLst/>
              <a:cxnLst/>
              <a:rect l="l" t="t" r="r" b="b"/>
              <a:pathLst>
                <a:path w="743" h="763" extrusionOk="0">
                  <a:moveTo>
                    <a:pt x="361" y="0"/>
                  </a:moveTo>
                  <a:lnTo>
                    <a:pt x="261" y="20"/>
                  </a:lnTo>
                  <a:lnTo>
                    <a:pt x="181" y="61"/>
                  </a:lnTo>
                  <a:lnTo>
                    <a:pt x="81" y="141"/>
                  </a:lnTo>
                  <a:lnTo>
                    <a:pt x="21" y="261"/>
                  </a:lnTo>
                  <a:lnTo>
                    <a:pt x="0" y="381"/>
                  </a:lnTo>
                  <a:lnTo>
                    <a:pt x="21" y="502"/>
                  </a:lnTo>
                  <a:lnTo>
                    <a:pt x="61" y="602"/>
                  </a:lnTo>
                  <a:lnTo>
                    <a:pt x="121" y="682"/>
                  </a:lnTo>
                  <a:lnTo>
                    <a:pt x="241" y="742"/>
                  </a:lnTo>
                  <a:lnTo>
                    <a:pt x="301" y="762"/>
                  </a:lnTo>
                  <a:lnTo>
                    <a:pt x="361" y="762"/>
                  </a:lnTo>
                  <a:lnTo>
                    <a:pt x="502" y="742"/>
                  </a:lnTo>
                  <a:lnTo>
                    <a:pt x="602" y="682"/>
                  </a:lnTo>
                  <a:lnTo>
                    <a:pt x="682" y="602"/>
                  </a:lnTo>
                  <a:lnTo>
                    <a:pt x="722" y="502"/>
                  </a:lnTo>
                  <a:lnTo>
                    <a:pt x="742" y="381"/>
                  </a:lnTo>
                  <a:lnTo>
                    <a:pt x="722" y="261"/>
                  </a:lnTo>
                  <a:lnTo>
                    <a:pt x="662" y="141"/>
                  </a:lnTo>
                  <a:lnTo>
                    <a:pt x="562" y="61"/>
                  </a:lnTo>
                  <a:lnTo>
                    <a:pt x="462" y="20"/>
                  </a:lnTo>
                  <a:lnTo>
                    <a:pt x="36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5" name="Google Shape;6075;p26"/>
            <p:cNvSpPr/>
            <p:nvPr/>
          </p:nvSpPr>
          <p:spPr>
            <a:xfrm>
              <a:off x="10760825" y="3774213"/>
              <a:ext cx="211600" cy="142400"/>
            </a:xfrm>
            <a:custGeom>
              <a:avLst/>
              <a:gdLst/>
              <a:ahLst/>
              <a:cxnLst/>
              <a:rect l="l" t="t" r="r" b="b"/>
              <a:pathLst>
                <a:path w="8464" h="5696" extrusionOk="0">
                  <a:moveTo>
                    <a:pt x="2567" y="0"/>
                  </a:moveTo>
                  <a:lnTo>
                    <a:pt x="2286" y="60"/>
                  </a:lnTo>
                  <a:lnTo>
                    <a:pt x="2006" y="121"/>
                  </a:lnTo>
                  <a:lnTo>
                    <a:pt x="1745" y="221"/>
                  </a:lnTo>
                  <a:lnTo>
                    <a:pt x="1504" y="341"/>
                  </a:lnTo>
                  <a:lnTo>
                    <a:pt x="1264" y="482"/>
                  </a:lnTo>
                  <a:lnTo>
                    <a:pt x="1043" y="642"/>
                  </a:lnTo>
                  <a:lnTo>
                    <a:pt x="843" y="823"/>
                  </a:lnTo>
                  <a:lnTo>
                    <a:pt x="662" y="1043"/>
                  </a:lnTo>
                  <a:lnTo>
                    <a:pt x="502" y="1244"/>
                  </a:lnTo>
                  <a:lnTo>
                    <a:pt x="341" y="1484"/>
                  </a:lnTo>
                  <a:lnTo>
                    <a:pt x="221" y="1745"/>
                  </a:lnTo>
                  <a:lnTo>
                    <a:pt x="141" y="2006"/>
                  </a:lnTo>
                  <a:lnTo>
                    <a:pt x="60" y="2266"/>
                  </a:lnTo>
                  <a:lnTo>
                    <a:pt x="20" y="2547"/>
                  </a:lnTo>
                  <a:lnTo>
                    <a:pt x="0" y="2848"/>
                  </a:lnTo>
                  <a:lnTo>
                    <a:pt x="20" y="3209"/>
                  </a:lnTo>
                  <a:lnTo>
                    <a:pt x="101" y="3550"/>
                  </a:lnTo>
                  <a:lnTo>
                    <a:pt x="201" y="3871"/>
                  </a:lnTo>
                  <a:lnTo>
                    <a:pt x="341" y="4192"/>
                  </a:lnTo>
                  <a:lnTo>
                    <a:pt x="522" y="4472"/>
                  </a:lnTo>
                  <a:lnTo>
                    <a:pt x="722" y="4753"/>
                  </a:lnTo>
                  <a:lnTo>
                    <a:pt x="963" y="4974"/>
                  </a:lnTo>
                  <a:lnTo>
                    <a:pt x="1224" y="5194"/>
                  </a:lnTo>
                  <a:lnTo>
                    <a:pt x="1404" y="5315"/>
                  </a:lnTo>
                  <a:lnTo>
                    <a:pt x="1605" y="5415"/>
                  </a:lnTo>
                  <a:lnTo>
                    <a:pt x="1785" y="5495"/>
                  </a:lnTo>
                  <a:lnTo>
                    <a:pt x="1986" y="5575"/>
                  </a:lnTo>
                  <a:lnTo>
                    <a:pt x="2206" y="5636"/>
                  </a:lnTo>
                  <a:lnTo>
                    <a:pt x="2407" y="5676"/>
                  </a:lnTo>
                  <a:lnTo>
                    <a:pt x="2627" y="5696"/>
                  </a:lnTo>
                  <a:lnTo>
                    <a:pt x="5896" y="5696"/>
                  </a:lnTo>
                  <a:lnTo>
                    <a:pt x="6197" y="5656"/>
                  </a:lnTo>
                  <a:lnTo>
                    <a:pt x="6458" y="5575"/>
                  </a:lnTo>
                  <a:lnTo>
                    <a:pt x="6719" y="5475"/>
                  </a:lnTo>
                  <a:lnTo>
                    <a:pt x="6979" y="5355"/>
                  </a:lnTo>
                  <a:lnTo>
                    <a:pt x="7200" y="5215"/>
                  </a:lnTo>
                  <a:lnTo>
                    <a:pt x="7420" y="5054"/>
                  </a:lnTo>
                  <a:lnTo>
                    <a:pt x="7621" y="4874"/>
                  </a:lnTo>
                  <a:lnTo>
                    <a:pt x="7781" y="4713"/>
                  </a:lnTo>
                  <a:lnTo>
                    <a:pt x="7922" y="4533"/>
                  </a:lnTo>
                  <a:lnTo>
                    <a:pt x="8042" y="4352"/>
                  </a:lnTo>
                  <a:lnTo>
                    <a:pt x="8142" y="4152"/>
                  </a:lnTo>
                  <a:lnTo>
                    <a:pt x="8243" y="3951"/>
                  </a:lnTo>
                  <a:lnTo>
                    <a:pt x="8323" y="3751"/>
                  </a:lnTo>
                  <a:lnTo>
                    <a:pt x="8383" y="3530"/>
                  </a:lnTo>
                  <a:lnTo>
                    <a:pt x="8423" y="3309"/>
                  </a:lnTo>
                  <a:lnTo>
                    <a:pt x="8463" y="3069"/>
                  </a:lnTo>
                  <a:lnTo>
                    <a:pt x="8463" y="2848"/>
                  </a:lnTo>
                  <a:lnTo>
                    <a:pt x="8443" y="2567"/>
                  </a:lnTo>
                  <a:lnTo>
                    <a:pt x="8403" y="2266"/>
                  </a:lnTo>
                  <a:lnTo>
                    <a:pt x="8343" y="2006"/>
                  </a:lnTo>
                  <a:lnTo>
                    <a:pt x="8243" y="1745"/>
                  </a:lnTo>
                  <a:lnTo>
                    <a:pt x="8122" y="1484"/>
                  </a:lnTo>
                  <a:lnTo>
                    <a:pt x="7982" y="1244"/>
                  </a:lnTo>
                  <a:lnTo>
                    <a:pt x="7822" y="1043"/>
                  </a:lnTo>
                  <a:lnTo>
                    <a:pt x="7641" y="823"/>
                  </a:lnTo>
                  <a:lnTo>
                    <a:pt x="7420" y="642"/>
                  </a:lnTo>
                  <a:lnTo>
                    <a:pt x="7200" y="482"/>
                  </a:lnTo>
                  <a:lnTo>
                    <a:pt x="6979" y="341"/>
                  </a:lnTo>
                  <a:lnTo>
                    <a:pt x="6719" y="221"/>
                  </a:lnTo>
                  <a:lnTo>
                    <a:pt x="6458" y="121"/>
                  </a:lnTo>
                  <a:lnTo>
                    <a:pt x="6197" y="60"/>
                  </a:lnTo>
                  <a:lnTo>
                    <a:pt x="58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6" name="Google Shape;6076;p26"/>
            <p:cNvSpPr/>
            <p:nvPr/>
          </p:nvSpPr>
          <p:spPr>
            <a:xfrm>
              <a:off x="10760825" y="3774213"/>
              <a:ext cx="211600" cy="142400"/>
            </a:xfrm>
            <a:custGeom>
              <a:avLst/>
              <a:gdLst/>
              <a:ahLst/>
              <a:cxnLst/>
              <a:rect l="l" t="t" r="r" b="b"/>
              <a:pathLst>
                <a:path w="8464" h="5696" fill="none" extrusionOk="0">
                  <a:moveTo>
                    <a:pt x="8463" y="2848"/>
                  </a:moveTo>
                  <a:lnTo>
                    <a:pt x="8463" y="2848"/>
                  </a:lnTo>
                  <a:lnTo>
                    <a:pt x="8463" y="3069"/>
                  </a:lnTo>
                  <a:lnTo>
                    <a:pt x="8423" y="3309"/>
                  </a:lnTo>
                  <a:lnTo>
                    <a:pt x="8423" y="3309"/>
                  </a:lnTo>
                  <a:lnTo>
                    <a:pt x="8383" y="3530"/>
                  </a:lnTo>
                  <a:lnTo>
                    <a:pt x="8323" y="3751"/>
                  </a:lnTo>
                  <a:lnTo>
                    <a:pt x="8243" y="3951"/>
                  </a:lnTo>
                  <a:lnTo>
                    <a:pt x="8142" y="4152"/>
                  </a:lnTo>
                  <a:lnTo>
                    <a:pt x="8042" y="4352"/>
                  </a:lnTo>
                  <a:lnTo>
                    <a:pt x="7922" y="4533"/>
                  </a:lnTo>
                  <a:lnTo>
                    <a:pt x="7781" y="4713"/>
                  </a:lnTo>
                  <a:lnTo>
                    <a:pt x="7621" y="4874"/>
                  </a:lnTo>
                  <a:lnTo>
                    <a:pt x="7621" y="4874"/>
                  </a:lnTo>
                  <a:lnTo>
                    <a:pt x="7420" y="5054"/>
                  </a:lnTo>
                  <a:lnTo>
                    <a:pt x="7200" y="5215"/>
                  </a:lnTo>
                  <a:lnTo>
                    <a:pt x="6979" y="5355"/>
                  </a:lnTo>
                  <a:lnTo>
                    <a:pt x="6719" y="5475"/>
                  </a:lnTo>
                  <a:lnTo>
                    <a:pt x="6458" y="5575"/>
                  </a:lnTo>
                  <a:lnTo>
                    <a:pt x="6197" y="5656"/>
                  </a:lnTo>
                  <a:lnTo>
                    <a:pt x="5896" y="5696"/>
                  </a:lnTo>
                  <a:lnTo>
                    <a:pt x="5616" y="5696"/>
                  </a:lnTo>
                  <a:lnTo>
                    <a:pt x="2868" y="5696"/>
                  </a:lnTo>
                  <a:lnTo>
                    <a:pt x="2868" y="5696"/>
                  </a:lnTo>
                  <a:lnTo>
                    <a:pt x="2627" y="5696"/>
                  </a:lnTo>
                  <a:lnTo>
                    <a:pt x="2407" y="5676"/>
                  </a:lnTo>
                  <a:lnTo>
                    <a:pt x="2206" y="5636"/>
                  </a:lnTo>
                  <a:lnTo>
                    <a:pt x="1986" y="5575"/>
                  </a:lnTo>
                  <a:lnTo>
                    <a:pt x="1785" y="5495"/>
                  </a:lnTo>
                  <a:lnTo>
                    <a:pt x="1605" y="5415"/>
                  </a:lnTo>
                  <a:lnTo>
                    <a:pt x="1404" y="5315"/>
                  </a:lnTo>
                  <a:lnTo>
                    <a:pt x="1224" y="5194"/>
                  </a:lnTo>
                  <a:lnTo>
                    <a:pt x="1224" y="5194"/>
                  </a:lnTo>
                  <a:lnTo>
                    <a:pt x="963" y="4974"/>
                  </a:lnTo>
                  <a:lnTo>
                    <a:pt x="722" y="4753"/>
                  </a:lnTo>
                  <a:lnTo>
                    <a:pt x="522" y="4472"/>
                  </a:lnTo>
                  <a:lnTo>
                    <a:pt x="341" y="4192"/>
                  </a:lnTo>
                  <a:lnTo>
                    <a:pt x="201" y="3871"/>
                  </a:lnTo>
                  <a:lnTo>
                    <a:pt x="101" y="3550"/>
                  </a:lnTo>
                  <a:lnTo>
                    <a:pt x="20" y="3209"/>
                  </a:lnTo>
                  <a:lnTo>
                    <a:pt x="0" y="2848"/>
                  </a:lnTo>
                  <a:lnTo>
                    <a:pt x="0" y="2848"/>
                  </a:lnTo>
                  <a:lnTo>
                    <a:pt x="20" y="2547"/>
                  </a:lnTo>
                  <a:lnTo>
                    <a:pt x="60" y="2266"/>
                  </a:lnTo>
                  <a:lnTo>
                    <a:pt x="141" y="2006"/>
                  </a:lnTo>
                  <a:lnTo>
                    <a:pt x="221" y="1745"/>
                  </a:lnTo>
                  <a:lnTo>
                    <a:pt x="341" y="1484"/>
                  </a:lnTo>
                  <a:lnTo>
                    <a:pt x="502" y="1244"/>
                  </a:lnTo>
                  <a:lnTo>
                    <a:pt x="662" y="1043"/>
                  </a:lnTo>
                  <a:lnTo>
                    <a:pt x="843" y="823"/>
                  </a:lnTo>
                  <a:lnTo>
                    <a:pt x="843" y="823"/>
                  </a:lnTo>
                  <a:lnTo>
                    <a:pt x="1043" y="642"/>
                  </a:lnTo>
                  <a:lnTo>
                    <a:pt x="1264" y="482"/>
                  </a:lnTo>
                  <a:lnTo>
                    <a:pt x="1504" y="341"/>
                  </a:lnTo>
                  <a:lnTo>
                    <a:pt x="1745" y="221"/>
                  </a:lnTo>
                  <a:lnTo>
                    <a:pt x="2006" y="121"/>
                  </a:lnTo>
                  <a:lnTo>
                    <a:pt x="2286" y="60"/>
                  </a:lnTo>
                  <a:lnTo>
                    <a:pt x="2567" y="0"/>
                  </a:lnTo>
                  <a:lnTo>
                    <a:pt x="2868" y="0"/>
                  </a:lnTo>
                  <a:lnTo>
                    <a:pt x="5616" y="0"/>
                  </a:lnTo>
                  <a:lnTo>
                    <a:pt x="5616" y="0"/>
                  </a:lnTo>
                  <a:lnTo>
                    <a:pt x="5896" y="0"/>
                  </a:lnTo>
                  <a:lnTo>
                    <a:pt x="6197" y="60"/>
                  </a:lnTo>
                  <a:lnTo>
                    <a:pt x="6458" y="121"/>
                  </a:lnTo>
                  <a:lnTo>
                    <a:pt x="6719" y="221"/>
                  </a:lnTo>
                  <a:lnTo>
                    <a:pt x="6979" y="341"/>
                  </a:lnTo>
                  <a:lnTo>
                    <a:pt x="7200" y="482"/>
                  </a:lnTo>
                  <a:lnTo>
                    <a:pt x="7420" y="642"/>
                  </a:lnTo>
                  <a:lnTo>
                    <a:pt x="7641" y="823"/>
                  </a:lnTo>
                  <a:lnTo>
                    <a:pt x="7822" y="1043"/>
                  </a:lnTo>
                  <a:lnTo>
                    <a:pt x="7982" y="1244"/>
                  </a:lnTo>
                  <a:lnTo>
                    <a:pt x="8122" y="1484"/>
                  </a:lnTo>
                  <a:lnTo>
                    <a:pt x="8243" y="1745"/>
                  </a:lnTo>
                  <a:lnTo>
                    <a:pt x="8343" y="2006"/>
                  </a:lnTo>
                  <a:lnTo>
                    <a:pt x="8403" y="2266"/>
                  </a:lnTo>
                  <a:lnTo>
                    <a:pt x="8443" y="2567"/>
                  </a:lnTo>
                  <a:lnTo>
                    <a:pt x="8463" y="284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7" name="Google Shape;6077;p26"/>
            <p:cNvSpPr/>
            <p:nvPr/>
          </p:nvSpPr>
          <p:spPr>
            <a:xfrm>
              <a:off x="10760825" y="3828363"/>
              <a:ext cx="211600" cy="75725"/>
            </a:xfrm>
            <a:custGeom>
              <a:avLst/>
              <a:gdLst/>
              <a:ahLst/>
              <a:cxnLst/>
              <a:rect l="l" t="t" r="r" b="b"/>
              <a:pathLst>
                <a:path w="8464" h="3029" extrusionOk="0">
                  <a:moveTo>
                    <a:pt x="8383" y="0"/>
                  </a:moveTo>
                  <a:lnTo>
                    <a:pt x="7761" y="60"/>
                  </a:lnTo>
                  <a:lnTo>
                    <a:pt x="7140" y="80"/>
                  </a:lnTo>
                  <a:lnTo>
                    <a:pt x="60" y="80"/>
                  </a:lnTo>
                  <a:lnTo>
                    <a:pt x="20" y="381"/>
                  </a:lnTo>
                  <a:lnTo>
                    <a:pt x="0" y="682"/>
                  </a:lnTo>
                  <a:lnTo>
                    <a:pt x="20" y="1043"/>
                  </a:lnTo>
                  <a:lnTo>
                    <a:pt x="101" y="1384"/>
                  </a:lnTo>
                  <a:lnTo>
                    <a:pt x="201" y="1705"/>
                  </a:lnTo>
                  <a:lnTo>
                    <a:pt x="341" y="2026"/>
                  </a:lnTo>
                  <a:lnTo>
                    <a:pt x="522" y="2306"/>
                  </a:lnTo>
                  <a:lnTo>
                    <a:pt x="722" y="2587"/>
                  </a:lnTo>
                  <a:lnTo>
                    <a:pt x="963" y="2808"/>
                  </a:lnTo>
                  <a:lnTo>
                    <a:pt x="1224" y="3028"/>
                  </a:lnTo>
                  <a:lnTo>
                    <a:pt x="1304" y="2828"/>
                  </a:lnTo>
                  <a:lnTo>
                    <a:pt x="1404" y="2647"/>
                  </a:lnTo>
                  <a:lnTo>
                    <a:pt x="1504" y="2487"/>
                  </a:lnTo>
                  <a:lnTo>
                    <a:pt x="1625" y="2306"/>
                  </a:lnTo>
                  <a:lnTo>
                    <a:pt x="1765" y="2166"/>
                  </a:lnTo>
                  <a:lnTo>
                    <a:pt x="1926" y="2006"/>
                  </a:lnTo>
                  <a:lnTo>
                    <a:pt x="2086" y="1885"/>
                  </a:lnTo>
                  <a:lnTo>
                    <a:pt x="2246" y="1765"/>
                  </a:lnTo>
                  <a:lnTo>
                    <a:pt x="2547" y="1605"/>
                  </a:lnTo>
                  <a:lnTo>
                    <a:pt x="2848" y="1464"/>
                  </a:lnTo>
                  <a:lnTo>
                    <a:pt x="3169" y="1364"/>
                  </a:lnTo>
                  <a:lnTo>
                    <a:pt x="3490" y="1284"/>
                  </a:lnTo>
                  <a:lnTo>
                    <a:pt x="3811" y="1203"/>
                  </a:lnTo>
                  <a:lnTo>
                    <a:pt x="4152" y="1163"/>
                  </a:lnTo>
                  <a:lnTo>
                    <a:pt x="4793" y="1083"/>
                  </a:lnTo>
                  <a:lnTo>
                    <a:pt x="5575" y="1023"/>
                  </a:lnTo>
                  <a:lnTo>
                    <a:pt x="6859" y="1023"/>
                  </a:lnTo>
                  <a:lnTo>
                    <a:pt x="7380" y="1043"/>
                  </a:lnTo>
                  <a:lnTo>
                    <a:pt x="7902" y="1083"/>
                  </a:lnTo>
                  <a:lnTo>
                    <a:pt x="8423" y="1143"/>
                  </a:lnTo>
                  <a:lnTo>
                    <a:pt x="8463" y="903"/>
                  </a:lnTo>
                  <a:lnTo>
                    <a:pt x="8463" y="682"/>
                  </a:lnTo>
                  <a:lnTo>
                    <a:pt x="8443" y="341"/>
                  </a:lnTo>
                  <a:lnTo>
                    <a:pt x="8383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8" name="Google Shape;6078;p26"/>
            <p:cNvSpPr/>
            <p:nvPr/>
          </p:nvSpPr>
          <p:spPr>
            <a:xfrm>
              <a:off x="10760825" y="3828363"/>
              <a:ext cx="211600" cy="75725"/>
            </a:xfrm>
            <a:custGeom>
              <a:avLst/>
              <a:gdLst/>
              <a:ahLst/>
              <a:cxnLst/>
              <a:rect l="l" t="t" r="r" b="b"/>
              <a:pathLst>
                <a:path w="8464" h="3029" fill="none" extrusionOk="0">
                  <a:moveTo>
                    <a:pt x="8383" y="0"/>
                  </a:moveTo>
                  <a:lnTo>
                    <a:pt x="8383" y="0"/>
                  </a:lnTo>
                  <a:lnTo>
                    <a:pt x="7761" y="60"/>
                  </a:lnTo>
                  <a:lnTo>
                    <a:pt x="7140" y="80"/>
                  </a:lnTo>
                  <a:lnTo>
                    <a:pt x="60" y="80"/>
                  </a:lnTo>
                  <a:lnTo>
                    <a:pt x="60" y="80"/>
                  </a:lnTo>
                  <a:lnTo>
                    <a:pt x="20" y="381"/>
                  </a:lnTo>
                  <a:lnTo>
                    <a:pt x="0" y="682"/>
                  </a:lnTo>
                  <a:lnTo>
                    <a:pt x="0" y="682"/>
                  </a:lnTo>
                  <a:lnTo>
                    <a:pt x="20" y="1043"/>
                  </a:lnTo>
                  <a:lnTo>
                    <a:pt x="101" y="1384"/>
                  </a:lnTo>
                  <a:lnTo>
                    <a:pt x="201" y="1705"/>
                  </a:lnTo>
                  <a:lnTo>
                    <a:pt x="341" y="2026"/>
                  </a:lnTo>
                  <a:lnTo>
                    <a:pt x="522" y="2306"/>
                  </a:lnTo>
                  <a:lnTo>
                    <a:pt x="722" y="2587"/>
                  </a:lnTo>
                  <a:lnTo>
                    <a:pt x="963" y="2808"/>
                  </a:lnTo>
                  <a:lnTo>
                    <a:pt x="1224" y="3028"/>
                  </a:lnTo>
                  <a:lnTo>
                    <a:pt x="1224" y="3028"/>
                  </a:lnTo>
                  <a:lnTo>
                    <a:pt x="1304" y="2828"/>
                  </a:lnTo>
                  <a:lnTo>
                    <a:pt x="1404" y="2647"/>
                  </a:lnTo>
                  <a:lnTo>
                    <a:pt x="1504" y="2487"/>
                  </a:lnTo>
                  <a:lnTo>
                    <a:pt x="1625" y="2306"/>
                  </a:lnTo>
                  <a:lnTo>
                    <a:pt x="1765" y="2166"/>
                  </a:lnTo>
                  <a:lnTo>
                    <a:pt x="1926" y="2006"/>
                  </a:lnTo>
                  <a:lnTo>
                    <a:pt x="2086" y="1885"/>
                  </a:lnTo>
                  <a:lnTo>
                    <a:pt x="2246" y="1765"/>
                  </a:lnTo>
                  <a:lnTo>
                    <a:pt x="2246" y="1765"/>
                  </a:lnTo>
                  <a:lnTo>
                    <a:pt x="2547" y="1605"/>
                  </a:lnTo>
                  <a:lnTo>
                    <a:pt x="2848" y="1464"/>
                  </a:lnTo>
                  <a:lnTo>
                    <a:pt x="3169" y="1364"/>
                  </a:lnTo>
                  <a:lnTo>
                    <a:pt x="3490" y="1284"/>
                  </a:lnTo>
                  <a:lnTo>
                    <a:pt x="3811" y="1203"/>
                  </a:lnTo>
                  <a:lnTo>
                    <a:pt x="4152" y="1163"/>
                  </a:lnTo>
                  <a:lnTo>
                    <a:pt x="4793" y="1083"/>
                  </a:lnTo>
                  <a:lnTo>
                    <a:pt x="4793" y="1083"/>
                  </a:lnTo>
                  <a:lnTo>
                    <a:pt x="5575" y="1023"/>
                  </a:lnTo>
                  <a:lnTo>
                    <a:pt x="6337" y="1023"/>
                  </a:lnTo>
                  <a:lnTo>
                    <a:pt x="6337" y="1023"/>
                  </a:lnTo>
                  <a:lnTo>
                    <a:pt x="6859" y="1023"/>
                  </a:lnTo>
                  <a:lnTo>
                    <a:pt x="7380" y="1043"/>
                  </a:lnTo>
                  <a:lnTo>
                    <a:pt x="7902" y="1083"/>
                  </a:lnTo>
                  <a:lnTo>
                    <a:pt x="8423" y="1143"/>
                  </a:lnTo>
                  <a:lnTo>
                    <a:pt x="8423" y="1143"/>
                  </a:lnTo>
                  <a:lnTo>
                    <a:pt x="8463" y="903"/>
                  </a:lnTo>
                  <a:lnTo>
                    <a:pt x="8463" y="682"/>
                  </a:lnTo>
                  <a:lnTo>
                    <a:pt x="8463" y="682"/>
                  </a:lnTo>
                  <a:lnTo>
                    <a:pt x="8443" y="341"/>
                  </a:lnTo>
                  <a:lnTo>
                    <a:pt x="838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9" name="Google Shape;6079;p26"/>
            <p:cNvSpPr/>
            <p:nvPr/>
          </p:nvSpPr>
          <p:spPr>
            <a:xfrm>
              <a:off x="11125800" y="3122938"/>
              <a:ext cx="299350" cy="309375"/>
            </a:xfrm>
            <a:custGeom>
              <a:avLst/>
              <a:gdLst/>
              <a:ahLst/>
              <a:cxnLst/>
              <a:rect l="l" t="t" r="r" b="b"/>
              <a:pathLst>
                <a:path w="11974" h="12375" extrusionOk="0">
                  <a:moveTo>
                    <a:pt x="10830" y="0"/>
                  </a:moveTo>
                  <a:lnTo>
                    <a:pt x="10650" y="21"/>
                  </a:lnTo>
                  <a:lnTo>
                    <a:pt x="10489" y="81"/>
                  </a:lnTo>
                  <a:lnTo>
                    <a:pt x="10329" y="141"/>
                  </a:lnTo>
                  <a:lnTo>
                    <a:pt x="10189" y="261"/>
                  </a:lnTo>
                  <a:lnTo>
                    <a:pt x="10088" y="382"/>
                  </a:lnTo>
                  <a:lnTo>
                    <a:pt x="9988" y="542"/>
                  </a:lnTo>
                  <a:lnTo>
                    <a:pt x="9948" y="742"/>
                  </a:lnTo>
                  <a:lnTo>
                    <a:pt x="9928" y="963"/>
                  </a:lnTo>
                  <a:lnTo>
                    <a:pt x="9968" y="1886"/>
                  </a:lnTo>
                  <a:lnTo>
                    <a:pt x="10008" y="2928"/>
                  </a:lnTo>
                  <a:lnTo>
                    <a:pt x="10028" y="4031"/>
                  </a:lnTo>
                  <a:lnTo>
                    <a:pt x="10008" y="4593"/>
                  </a:lnTo>
                  <a:lnTo>
                    <a:pt x="9988" y="5154"/>
                  </a:lnTo>
                  <a:lnTo>
                    <a:pt x="9948" y="5696"/>
                  </a:lnTo>
                  <a:lnTo>
                    <a:pt x="9868" y="6257"/>
                  </a:lnTo>
                  <a:lnTo>
                    <a:pt x="9767" y="6779"/>
                  </a:lnTo>
                  <a:lnTo>
                    <a:pt x="9647" y="7300"/>
                  </a:lnTo>
                  <a:lnTo>
                    <a:pt x="9507" y="7782"/>
                  </a:lnTo>
                  <a:lnTo>
                    <a:pt x="9306" y="8243"/>
                  </a:lnTo>
                  <a:lnTo>
                    <a:pt x="9206" y="8443"/>
                  </a:lnTo>
                  <a:lnTo>
                    <a:pt x="9086" y="8644"/>
                  </a:lnTo>
                  <a:lnTo>
                    <a:pt x="8945" y="8845"/>
                  </a:lnTo>
                  <a:lnTo>
                    <a:pt x="8825" y="9025"/>
                  </a:lnTo>
                  <a:lnTo>
                    <a:pt x="8664" y="9185"/>
                  </a:lnTo>
                  <a:lnTo>
                    <a:pt x="8504" y="9346"/>
                  </a:lnTo>
                  <a:lnTo>
                    <a:pt x="8324" y="9486"/>
                  </a:lnTo>
                  <a:lnTo>
                    <a:pt x="8123" y="9627"/>
                  </a:lnTo>
                  <a:lnTo>
                    <a:pt x="7922" y="9747"/>
                  </a:lnTo>
                  <a:lnTo>
                    <a:pt x="7702" y="9847"/>
                  </a:lnTo>
                  <a:lnTo>
                    <a:pt x="7481" y="9948"/>
                  </a:lnTo>
                  <a:lnTo>
                    <a:pt x="7241" y="10028"/>
                  </a:lnTo>
                  <a:lnTo>
                    <a:pt x="6759" y="10168"/>
                  </a:lnTo>
                  <a:lnTo>
                    <a:pt x="6218" y="10288"/>
                  </a:lnTo>
                  <a:lnTo>
                    <a:pt x="5676" y="10369"/>
                  </a:lnTo>
                  <a:lnTo>
                    <a:pt x="5115" y="10409"/>
                  </a:lnTo>
                  <a:lnTo>
                    <a:pt x="4553" y="10429"/>
                  </a:lnTo>
                  <a:lnTo>
                    <a:pt x="3972" y="10449"/>
                  </a:lnTo>
                  <a:lnTo>
                    <a:pt x="3410" y="10429"/>
                  </a:lnTo>
                  <a:lnTo>
                    <a:pt x="2869" y="10409"/>
                  </a:lnTo>
                  <a:lnTo>
                    <a:pt x="1826" y="10349"/>
                  </a:lnTo>
                  <a:lnTo>
                    <a:pt x="944" y="10268"/>
                  </a:lnTo>
                  <a:lnTo>
                    <a:pt x="723" y="10268"/>
                  </a:lnTo>
                  <a:lnTo>
                    <a:pt x="522" y="10309"/>
                  </a:lnTo>
                  <a:lnTo>
                    <a:pt x="362" y="10409"/>
                  </a:lnTo>
                  <a:lnTo>
                    <a:pt x="222" y="10509"/>
                  </a:lnTo>
                  <a:lnTo>
                    <a:pt x="121" y="10649"/>
                  </a:lnTo>
                  <a:lnTo>
                    <a:pt x="61" y="10810"/>
                  </a:lnTo>
                  <a:lnTo>
                    <a:pt x="1" y="10990"/>
                  </a:lnTo>
                  <a:lnTo>
                    <a:pt x="1" y="11171"/>
                  </a:lnTo>
                  <a:lnTo>
                    <a:pt x="21" y="11351"/>
                  </a:lnTo>
                  <a:lnTo>
                    <a:pt x="61" y="11532"/>
                  </a:lnTo>
                  <a:lnTo>
                    <a:pt x="121" y="11712"/>
                  </a:lnTo>
                  <a:lnTo>
                    <a:pt x="242" y="11873"/>
                  </a:lnTo>
                  <a:lnTo>
                    <a:pt x="362" y="11993"/>
                  </a:lnTo>
                  <a:lnTo>
                    <a:pt x="522" y="12113"/>
                  </a:lnTo>
                  <a:lnTo>
                    <a:pt x="723" y="12194"/>
                  </a:lnTo>
                  <a:lnTo>
                    <a:pt x="944" y="12234"/>
                  </a:lnTo>
                  <a:lnTo>
                    <a:pt x="2247" y="12334"/>
                  </a:lnTo>
                  <a:lnTo>
                    <a:pt x="2949" y="12354"/>
                  </a:lnTo>
                  <a:lnTo>
                    <a:pt x="3691" y="12374"/>
                  </a:lnTo>
                  <a:lnTo>
                    <a:pt x="4613" y="12354"/>
                  </a:lnTo>
                  <a:lnTo>
                    <a:pt x="5055" y="12334"/>
                  </a:lnTo>
                  <a:lnTo>
                    <a:pt x="5516" y="12314"/>
                  </a:lnTo>
                  <a:lnTo>
                    <a:pt x="5977" y="12254"/>
                  </a:lnTo>
                  <a:lnTo>
                    <a:pt x="6438" y="12194"/>
                  </a:lnTo>
                  <a:lnTo>
                    <a:pt x="6880" y="12113"/>
                  </a:lnTo>
                  <a:lnTo>
                    <a:pt x="7301" y="12013"/>
                  </a:lnTo>
                  <a:lnTo>
                    <a:pt x="7742" y="11893"/>
                  </a:lnTo>
                  <a:lnTo>
                    <a:pt x="8143" y="11772"/>
                  </a:lnTo>
                  <a:lnTo>
                    <a:pt x="8544" y="11612"/>
                  </a:lnTo>
                  <a:lnTo>
                    <a:pt x="8905" y="11432"/>
                  </a:lnTo>
                  <a:lnTo>
                    <a:pt x="9266" y="11211"/>
                  </a:lnTo>
                  <a:lnTo>
                    <a:pt x="9607" y="10990"/>
                  </a:lnTo>
                  <a:lnTo>
                    <a:pt x="9908" y="10730"/>
                  </a:lnTo>
                  <a:lnTo>
                    <a:pt x="10189" y="10449"/>
                  </a:lnTo>
                  <a:lnTo>
                    <a:pt x="10369" y="10228"/>
                  </a:lnTo>
                  <a:lnTo>
                    <a:pt x="10550" y="9988"/>
                  </a:lnTo>
                  <a:lnTo>
                    <a:pt x="10710" y="9747"/>
                  </a:lnTo>
                  <a:lnTo>
                    <a:pt x="10850" y="9506"/>
                  </a:lnTo>
                  <a:lnTo>
                    <a:pt x="10991" y="9246"/>
                  </a:lnTo>
                  <a:lnTo>
                    <a:pt x="11111" y="8965"/>
                  </a:lnTo>
                  <a:lnTo>
                    <a:pt x="11231" y="8704"/>
                  </a:lnTo>
                  <a:lnTo>
                    <a:pt x="11332" y="8403"/>
                  </a:lnTo>
                  <a:lnTo>
                    <a:pt x="11512" y="7822"/>
                  </a:lnTo>
                  <a:lnTo>
                    <a:pt x="11653" y="7200"/>
                  </a:lnTo>
                  <a:lnTo>
                    <a:pt x="11773" y="6558"/>
                  </a:lnTo>
                  <a:lnTo>
                    <a:pt x="11853" y="5917"/>
                  </a:lnTo>
                  <a:lnTo>
                    <a:pt x="11913" y="5255"/>
                  </a:lnTo>
                  <a:lnTo>
                    <a:pt x="11953" y="4613"/>
                  </a:lnTo>
                  <a:lnTo>
                    <a:pt x="11973" y="3951"/>
                  </a:lnTo>
                  <a:lnTo>
                    <a:pt x="11973" y="3309"/>
                  </a:lnTo>
                  <a:lnTo>
                    <a:pt x="11933" y="2086"/>
                  </a:lnTo>
                  <a:lnTo>
                    <a:pt x="11893" y="963"/>
                  </a:lnTo>
                  <a:lnTo>
                    <a:pt x="11893" y="843"/>
                  </a:lnTo>
                  <a:lnTo>
                    <a:pt x="11853" y="722"/>
                  </a:lnTo>
                  <a:lnTo>
                    <a:pt x="11793" y="522"/>
                  </a:lnTo>
                  <a:lnTo>
                    <a:pt x="11673" y="361"/>
                  </a:lnTo>
                  <a:lnTo>
                    <a:pt x="11532" y="241"/>
                  </a:lnTo>
                  <a:lnTo>
                    <a:pt x="11372" y="121"/>
                  </a:lnTo>
                  <a:lnTo>
                    <a:pt x="11211" y="61"/>
                  </a:lnTo>
                  <a:lnTo>
                    <a:pt x="11011" y="21"/>
                  </a:lnTo>
                  <a:lnTo>
                    <a:pt x="1083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0" name="Google Shape;6080;p26"/>
            <p:cNvSpPr/>
            <p:nvPr/>
          </p:nvSpPr>
          <p:spPr>
            <a:xfrm>
              <a:off x="11125800" y="3122938"/>
              <a:ext cx="299350" cy="309375"/>
            </a:xfrm>
            <a:custGeom>
              <a:avLst/>
              <a:gdLst/>
              <a:ahLst/>
              <a:cxnLst/>
              <a:rect l="l" t="t" r="r" b="b"/>
              <a:pathLst>
                <a:path w="11974" h="12375" fill="none" extrusionOk="0">
                  <a:moveTo>
                    <a:pt x="10189" y="10449"/>
                  </a:moveTo>
                  <a:lnTo>
                    <a:pt x="10189" y="10449"/>
                  </a:lnTo>
                  <a:lnTo>
                    <a:pt x="9908" y="10730"/>
                  </a:lnTo>
                  <a:lnTo>
                    <a:pt x="9607" y="10990"/>
                  </a:lnTo>
                  <a:lnTo>
                    <a:pt x="9266" y="11211"/>
                  </a:lnTo>
                  <a:lnTo>
                    <a:pt x="8905" y="11432"/>
                  </a:lnTo>
                  <a:lnTo>
                    <a:pt x="8544" y="11612"/>
                  </a:lnTo>
                  <a:lnTo>
                    <a:pt x="8143" y="11772"/>
                  </a:lnTo>
                  <a:lnTo>
                    <a:pt x="7742" y="11893"/>
                  </a:lnTo>
                  <a:lnTo>
                    <a:pt x="7301" y="12013"/>
                  </a:lnTo>
                  <a:lnTo>
                    <a:pt x="6880" y="12113"/>
                  </a:lnTo>
                  <a:lnTo>
                    <a:pt x="6438" y="12194"/>
                  </a:lnTo>
                  <a:lnTo>
                    <a:pt x="5977" y="12254"/>
                  </a:lnTo>
                  <a:lnTo>
                    <a:pt x="5516" y="12314"/>
                  </a:lnTo>
                  <a:lnTo>
                    <a:pt x="5055" y="12334"/>
                  </a:lnTo>
                  <a:lnTo>
                    <a:pt x="4613" y="12354"/>
                  </a:lnTo>
                  <a:lnTo>
                    <a:pt x="3691" y="12374"/>
                  </a:lnTo>
                  <a:lnTo>
                    <a:pt x="3691" y="12374"/>
                  </a:lnTo>
                  <a:lnTo>
                    <a:pt x="2949" y="12354"/>
                  </a:lnTo>
                  <a:lnTo>
                    <a:pt x="2247" y="12334"/>
                  </a:lnTo>
                  <a:lnTo>
                    <a:pt x="944" y="12234"/>
                  </a:lnTo>
                  <a:lnTo>
                    <a:pt x="944" y="12234"/>
                  </a:lnTo>
                  <a:lnTo>
                    <a:pt x="723" y="12194"/>
                  </a:lnTo>
                  <a:lnTo>
                    <a:pt x="522" y="12113"/>
                  </a:lnTo>
                  <a:lnTo>
                    <a:pt x="362" y="11993"/>
                  </a:lnTo>
                  <a:lnTo>
                    <a:pt x="242" y="11873"/>
                  </a:lnTo>
                  <a:lnTo>
                    <a:pt x="121" y="11712"/>
                  </a:lnTo>
                  <a:lnTo>
                    <a:pt x="61" y="11532"/>
                  </a:lnTo>
                  <a:lnTo>
                    <a:pt x="21" y="11351"/>
                  </a:lnTo>
                  <a:lnTo>
                    <a:pt x="1" y="11171"/>
                  </a:lnTo>
                  <a:lnTo>
                    <a:pt x="1" y="10990"/>
                  </a:lnTo>
                  <a:lnTo>
                    <a:pt x="61" y="10810"/>
                  </a:lnTo>
                  <a:lnTo>
                    <a:pt x="121" y="10649"/>
                  </a:lnTo>
                  <a:lnTo>
                    <a:pt x="222" y="10509"/>
                  </a:lnTo>
                  <a:lnTo>
                    <a:pt x="362" y="10409"/>
                  </a:lnTo>
                  <a:lnTo>
                    <a:pt x="522" y="10309"/>
                  </a:lnTo>
                  <a:lnTo>
                    <a:pt x="723" y="10268"/>
                  </a:lnTo>
                  <a:lnTo>
                    <a:pt x="944" y="10268"/>
                  </a:lnTo>
                  <a:lnTo>
                    <a:pt x="944" y="10268"/>
                  </a:lnTo>
                  <a:lnTo>
                    <a:pt x="1826" y="10349"/>
                  </a:lnTo>
                  <a:lnTo>
                    <a:pt x="2869" y="10409"/>
                  </a:lnTo>
                  <a:lnTo>
                    <a:pt x="3410" y="10429"/>
                  </a:lnTo>
                  <a:lnTo>
                    <a:pt x="3972" y="10449"/>
                  </a:lnTo>
                  <a:lnTo>
                    <a:pt x="4553" y="10429"/>
                  </a:lnTo>
                  <a:lnTo>
                    <a:pt x="5115" y="10409"/>
                  </a:lnTo>
                  <a:lnTo>
                    <a:pt x="5676" y="10369"/>
                  </a:lnTo>
                  <a:lnTo>
                    <a:pt x="6218" y="10288"/>
                  </a:lnTo>
                  <a:lnTo>
                    <a:pt x="6759" y="10168"/>
                  </a:lnTo>
                  <a:lnTo>
                    <a:pt x="7241" y="10028"/>
                  </a:lnTo>
                  <a:lnTo>
                    <a:pt x="7481" y="9948"/>
                  </a:lnTo>
                  <a:lnTo>
                    <a:pt x="7702" y="9847"/>
                  </a:lnTo>
                  <a:lnTo>
                    <a:pt x="7922" y="9747"/>
                  </a:lnTo>
                  <a:lnTo>
                    <a:pt x="8123" y="9627"/>
                  </a:lnTo>
                  <a:lnTo>
                    <a:pt x="8324" y="9486"/>
                  </a:lnTo>
                  <a:lnTo>
                    <a:pt x="8504" y="9346"/>
                  </a:lnTo>
                  <a:lnTo>
                    <a:pt x="8664" y="9185"/>
                  </a:lnTo>
                  <a:lnTo>
                    <a:pt x="8825" y="9025"/>
                  </a:lnTo>
                  <a:lnTo>
                    <a:pt x="8825" y="9025"/>
                  </a:lnTo>
                  <a:lnTo>
                    <a:pt x="8945" y="8845"/>
                  </a:lnTo>
                  <a:lnTo>
                    <a:pt x="9086" y="8644"/>
                  </a:lnTo>
                  <a:lnTo>
                    <a:pt x="9206" y="8443"/>
                  </a:lnTo>
                  <a:lnTo>
                    <a:pt x="9306" y="8243"/>
                  </a:lnTo>
                  <a:lnTo>
                    <a:pt x="9507" y="7782"/>
                  </a:lnTo>
                  <a:lnTo>
                    <a:pt x="9647" y="7300"/>
                  </a:lnTo>
                  <a:lnTo>
                    <a:pt x="9767" y="6779"/>
                  </a:lnTo>
                  <a:lnTo>
                    <a:pt x="9868" y="6257"/>
                  </a:lnTo>
                  <a:lnTo>
                    <a:pt x="9948" y="5696"/>
                  </a:lnTo>
                  <a:lnTo>
                    <a:pt x="9988" y="5154"/>
                  </a:lnTo>
                  <a:lnTo>
                    <a:pt x="10008" y="4593"/>
                  </a:lnTo>
                  <a:lnTo>
                    <a:pt x="10028" y="4031"/>
                  </a:lnTo>
                  <a:lnTo>
                    <a:pt x="10008" y="2928"/>
                  </a:lnTo>
                  <a:lnTo>
                    <a:pt x="9968" y="1886"/>
                  </a:lnTo>
                  <a:lnTo>
                    <a:pt x="9928" y="963"/>
                  </a:lnTo>
                  <a:lnTo>
                    <a:pt x="9928" y="963"/>
                  </a:lnTo>
                  <a:lnTo>
                    <a:pt x="9948" y="742"/>
                  </a:lnTo>
                  <a:lnTo>
                    <a:pt x="9988" y="542"/>
                  </a:lnTo>
                  <a:lnTo>
                    <a:pt x="10088" y="382"/>
                  </a:lnTo>
                  <a:lnTo>
                    <a:pt x="10189" y="261"/>
                  </a:lnTo>
                  <a:lnTo>
                    <a:pt x="10329" y="141"/>
                  </a:lnTo>
                  <a:lnTo>
                    <a:pt x="10489" y="81"/>
                  </a:lnTo>
                  <a:lnTo>
                    <a:pt x="10650" y="21"/>
                  </a:lnTo>
                  <a:lnTo>
                    <a:pt x="10830" y="0"/>
                  </a:lnTo>
                  <a:lnTo>
                    <a:pt x="10830" y="0"/>
                  </a:lnTo>
                  <a:lnTo>
                    <a:pt x="11011" y="21"/>
                  </a:lnTo>
                  <a:lnTo>
                    <a:pt x="11211" y="61"/>
                  </a:lnTo>
                  <a:lnTo>
                    <a:pt x="11372" y="121"/>
                  </a:lnTo>
                  <a:lnTo>
                    <a:pt x="11532" y="241"/>
                  </a:lnTo>
                  <a:lnTo>
                    <a:pt x="11673" y="361"/>
                  </a:lnTo>
                  <a:lnTo>
                    <a:pt x="11793" y="522"/>
                  </a:lnTo>
                  <a:lnTo>
                    <a:pt x="11853" y="722"/>
                  </a:lnTo>
                  <a:lnTo>
                    <a:pt x="11893" y="843"/>
                  </a:lnTo>
                  <a:lnTo>
                    <a:pt x="11893" y="963"/>
                  </a:lnTo>
                  <a:lnTo>
                    <a:pt x="11893" y="963"/>
                  </a:lnTo>
                  <a:lnTo>
                    <a:pt x="11933" y="2086"/>
                  </a:lnTo>
                  <a:lnTo>
                    <a:pt x="11973" y="3309"/>
                  </a:lnTo>
                  <a:lnTo>
                    <a:pt x="11973" y="3951"/>
                  </a:lnTo>
                  <a:lnTo>
                    <a:pt x="11953" y="4613"/>
                  </a:lnTo>
                  <a:lnTo>
                    <a:pt x="11913" y="5255"/>
                  </a:lnTo>
                  <a:lnTo>
                    <a:pt x="11853" y="5917"/>
                  </a:lnTo>
                  <a:lnTo>
                    <a:pt x="11773" y="6558"/>
                  </a:lnTo>
                  <a:lnTo>
                    <a:pt x="11653" y="7200"/>
                  </a:lnTo>
                  <a:lnTo>
                    <a:pt x="11512" y="7822"/>
                  </a:lnTo>
                  <a:lnTo>
                    <a:pt x="11332" y="8403"/>
                  </a:lnTo>
                  <a:lnTo>
                    <a:pt x="11231" y="8704"/>
                  </a:lnTo>
                  <a:lnTo>
                    <a:pt x="11111" y="8965"/>
                  </a:lnTo>
                  <a:lnTo>
                    <a:pt x="10991" y="9246"/>
                  </a:lnTo>
                  <a:lnTo>
                    <a:pt x="10850" y="9506"/>
                  </a:lnTo>
                  <a:lnTo>
                    <a:pt x="10710" y="9747"/>
                  </a:lnTo>
                  <a:lnTo>
                    <a:pt x="10550" y="9988"/>
                  </a:lnTo>
                  <a:lnTo>
                    <a:pt x="10369" y="10228"/>
                  </a:lnTo>
                  <a:lnTo>
                    <a:pt x="10189" y="10449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1" name="Google Shape;6081;p26"/>
            <p:cNvSpPr/>
            <p:nvPr/>
          </p:nvSpPr>
          <p:spPr>
            <a:xfrm>
              <a:off x="11231600" y="3162038"/>
              <a:ext cx="168475" cy="252725"/>
            </a:xfrm>
            <a:custGeom>
              <a:avLst/>
              <a:gdLst/>
              <a:ahLst/>
              <a:cxnLst/>
              <a:rect l="l" t="t" r="r" b="b"/>
              <a:pathLst>
                <a:path w="6739" h="10109" extrusionOk="0">
                  <a:moveTo>
                    <a:pt x="5736" y="1"/>
                  </a:moveTo>
                  <a:lnTo>
                    <a:pt x="5776" y="1064"/>
                  </a:lnTo>
                  <a:lnTo>
                    <a:pt x="5796" y="2227"/>
                  </a:lnTo>
                  <a:lnTo>
                    <a:pt x="5796" y="2969"/>
                  </a:lnTo>
                  <a:lnTo>
                    <a:pt x="5756" y="3691"/>
                  </a:lnTo>
                  <a:lnTo>
                    <a:pt x="5676" y="4413"/>
                  </a:lnTo>
                  <a:lnTo>
                    <a:pt x="5636" y="4774"/>
                  </a:lnTo>
                  <a:lnTo>
                    <a:pt x="5576" y="5115"/>
                  </a:lnTo>
                  <a:lnTo>
                    <a:pt x="5495" y="5456"/>
                  </a:lnTo>
                  <a:lnTo>
                    <a:pt x="5415" y="5776"/>
                  </a:lnTo>
                  <a:lnTo>
                    <a:pt x="5315" y="6097"/>
                  </a:lnTo>
                  <a:lnTo>
                    <a:pt x="5195" y="6398"/>
                  </a:lnTo>
                  <a:lnTo>
                    <a:pt x="5074" y="6699"/>
                  </a:lnTo>
                  <a:lnTo>
                    <a:pt x="4914" y="6960"/>
                  </a:lnTo>
                  <a:lnTo>
                    <a:pt x="4753" y="7220"/>
                  </a:lnTo>
                  <a:lnTo>
                    <a:pt x="4593" y="7461"/>
                  </a:lnTo>
                  <a:lnTo>
                    <a:pt x="4412" y="7662"/>
                  </a:lnTo>
                  <a:lnTo>
                    <a:pt x="4192" y="7842"/>
                  </a:lnTo>
                  <a:lnTo>
                    <a:pt x="3971" y="8002"/>
                  </a:lnTo>
                  <a:lnTo>
                    <a:pt x="3731" y="8143"/>
                  </a:lnTo>
                  <a:lnTo>
                    <a:pt x="3490" y="8283"/>
                  </a:lnTo>
                  <a:lnTo>
                    <a:pt x="3209" y="8384"/>
                  </a:lnTo>
                  <a:lnTo>
                    <a:pt x="2928" y="8484"/>
                  </a:lnTo>
                  <a:lnTo>
                    <a:pt x="2628" y="8584"/>
                  </a:lnTo>
                  <a:lnTo>
                    <a:pt x="2327" y="8644"/>
                  </a:lnTo>
                  <a:lnTo>
                    <a:pt x="2006" y="8724"/>
                  </a:lnTo>
                  <a:lnTo>
                    <a:pt x="1344" y="8805"/>
                  </a:lnTo>
                  <a:lnTo>
                    <a:pt x="682" y="8865"/>
                  </a:lnTo>
                  <a:lnTo>
                    <a:pt x="0" y="8885"/>
                  </a:lnTo>
                  <a:lnTo>
                    <a:pt x="0" y="10108"/>
                  </a:lnTo>
                  <a:lnTo>
                    <a:pt x="121" y="10048"/>
                  </a:lnTo>
                  <a:lnTo>
                    <a:pt x="301" y="9948"/>
                  </a:lnTo>
                  <a:lnTo>
                    <a:pt x="502" y="9868"/>
                  </a:lnTo>
                  <a:lnTo>
                    <a:pt x="903" y="9727"/>
                  </a:lnTo>
                  <a:lnTo>
                    <a:pt x="1725" y="9507"/>
                  </a:lnTo>
                  <a:lnTo>
                    <a:pt x="2447" y="9286"/>
                  </a:lnTo>
                  <a:lnTo>
                    <a:pt x="2788" y="9166"/>
                  </a:lnTo>
                  <a:lnTo>
                    <a:pt x="3129" y="9025"/>
                  </a:lnTo>
                  <a:lnTo>
                    <a:pt x="3470" y="8865"/>
                  </a:lnTo>
                  <a:lnTo>
                    <a:pt x="3811" y="8704"/>
                  </a:lnTo>
                  <a:lnTo>
                    <a:pt x="4132" y="8524"/>
                  </a:lnTo>
                  <a:lnTo>
                    <a:pt x="4432" y="8323"/>
                  </a:lnTo>
                  <a:lnTo>
                    <a:pt x="4733" y="8103"/>
                  </a:lnTo>
                  <a:lnTo>
                    <a:pt x="5014" y="7882"/>
                  </a:lnTo>
                  <a:lnTo>
                    <a:pt x="5275" y="7621"/>
                  </a:lnTo>
                  <a:lnTo>
                    <a:pt x="5515" y="7361"/>
                  </a:lnTo>
                  <a:lnTo>
                    <a:pt x="5756" y="7060"/>
                  </a:lnTo>
                  <a:lnTo>
                    <a:pt x="5957" y="6759"/>
                  </a:lnTo>
                  <a:lnTo>
                    <a:pt x="6137" y="6438"/>
                  </a:lnTo>
                  <a:lnTo>
                    <a:pt x="6298" y="6077"/>
                  </a:lnTo>
                  <a:lnTo>
                    <a:pt x="6418" y="5716"/>
                  </a:lnTo>
                  <a:lnTo>
                    <a:pt x="6518" y="5355"/>
                  </a:lnTo>
                  <a:lnTo>
                    <a:pt x="6598" y="4974"/>
                  </a:lnTo>
                  <a:lnTo>
                    <a:pt x="6659" y="4593"/>
                  </a:lnTo>
                  <a:lnTo>
                    <a:pt x="6699" y="4232"/>
                  </a:lnTo>
                  <a:lnTo>
                    <a:pt x="6719" y="3851"/>
                  </a:lnTo>
                  <a:lnTo>
                    <a:pt x="6739" y="3470"/>
                  </a:lnTo>
                  <a:lnTo>
                    <a:pt x="6739" y="3089"/>
                  </a:lnTo>
                  <a:lnTo>
                    <a:pt x="6699" y="2327"/>
                  </a:lnTo>
                  <a:lnTo>
                    <a:pt x="6638" y="1565"/>
                  </a:lnTo>
                  <a:lnTo>
                    <a:pt x="6598" y="803"/>
                  </a:lnTo>
                  <a:lnTo>
                    <a:pt x="6558" y="41"/>
                  </a:lnTo>
                  <a:lnTo>
                    <a:pt x="6177" y="41"/>
                  </a:lnTo>
                  <a:lnTo>
                    <a:pt x="5736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2" name="Google Shape;6082;p26"/>
            <p:cNvSpPr/>
            <p:nvPr/>
          </p:nvSpPr>
          <p:spPr>
            <a:xfrm>
              <a:off x="11277725" y="3008638"/>
              <a:ext cx="243175" cy="154425"/>
            </a:xfrm>
            <a:custGeom>
              <a:avLst/>
              <a:gdLst/>
              <a:ahLst/>
              <a:cxnLst/>
              <a:rect l="l" t="t" r="r" b="b"/>
              <a:pathLst>
                <a:path w="9727" h="6177" extrusionOk="0">
                  <a:moveTo>
                    <a:pt x="141" y="0"/>
                  </a:moveTo>
                  <a:lnTo>
                    <a:pt x="121" y="120"/>
                  </a:lnTo>
                  <a:lnTo>
                    <a:pt x="61" y="461"/>
                  </a:lnTo>
                  <a:lnTo>
                    <a:pt x="21" y="963"/>
                  </a:lnTo>
                  <a:lnTo>
                    <a:pt x="0" y="1284"/>
                  </a:lnTo>
                  <a:lnTo>
                    <a:pt x="0" y="1604"/>
                  </a:lnTo>
                  <a:lnTo>
                    <a:pt x="21" y="1965"/>
                  </a:lnTo>
                  <a:lnTo>
                    <a:pt x="61" y="2326"/>
                  </a:lnTo>
                  <a:lnTo>
                    <a:pt x="121" y="2707"/>
                  </a:lnTo>
                  <a:lnTo>
                    <a:pt x="201" y="3088"/>
                  </a:lnTo>
                  <a:lnTo>
                    <a:pt x="321" y="3449"/>
                  </a:lnTo>
                  <a:lnTo>
                    <a:pt x="482" y="3830"/>
                  </a:lnTo>
                  <a:lnTo>
                    <a:pt x="682" y="4171"/>
                  </a:lnTo>
                  <a:lnTo>
                    <a:pt x="803" y="4352"/>
                  </a:lnTo>
                  <a:lnTo>
                    <a:pt x="943" y="4512"/>
                  </a:lnTo>
                  <a:lnTo>
                    <a:pt x="1204" y="4813"/>
                  </a:lnTo>
                  <a:lnTo>
                    <a:pt x="1484" y="5074"/>
                  </a:lnTo>
                  <a:lnTo>
                    <a:pt x="1785" y="5294"/>
                  </a:lnTo>
                  <a:lnTo>
                    <a:pt x="2066" y="5495"/>
                  </a:lnTo>
                  <a:lnTo>
                    <a:pt x="2347" y="5655"/>
                  </a:lnTo>
                  <a:lnTo>
                    <a:pt x="2628" y="5796"/>
                  </a:lnTo>
                  <a:lnTo>
                    <a:pt x="2908" y="5896"/>
                  </a:lnTo>
                  <a:lnTo>
                    <a:pt x="3189" y="5996"/>
                  </a:lnTo>
                  <a:lnTo>
                    <a:pt x="3450" y="6057"/>
                  </a:lnTo>
                  <a:lnTo>
                    <a:pt x="3690" y="6097"/>
                  </a:lnTo>
                  <a:lnTo>
                    <a:pt x="4152" y="6157"/>
                  </a:lnTo>
                  <a:lnTo>
                    <a:pt x="4553" y="6177"/>
                  </a:lnTo>
                  <a:lnTo>
                    <a:pt x="5175" y="6177"/>
                  </a:lnTo>
                  <a:lnTo>
                    <a:pt x="5556" y="6157"/>
                  </a:lnTo>
                  <a:lnTo>
                    <a:pt x="6017" y="6097"/>
                  </a:lnTo>
                  <a:lnTo>
                    <a:pt x="6278" y="6057"/>
                  </a:lnTo>
                  <a:lnTo>
                    <a:pt x="6538" y="5996"/>
                  </a:lnTo>
                  <a:lnTo>
                    <a:pt x="6819" y="5896"/>
                  </a:lnTo>
                  <a:lnTo>
                    <a:pt x="7100" y="5796"/>
                  </a:lnTo>
                  <a:lnTo>
                    <a:pt x="7381" y="5655"/>
                  </a:lnTo>
                  <a:lnTo>
                    <a:pt x="7661" y="5495"/>
                  </a:lnTo>
                  <a:lnTo>
                    <a:pt x="7942" y="5294"/>
                  </a:lnTo>
                  <a:lnTo>
                    <a:pt x="8223" y="5074"/>
                  </a:lnTo>
                  <a:lnTo>
                    <a:pt x="8504" y="4813"/>
                  </a:lnTo>
                  <a:lnTo>
                    <a:pt x="8784" y="4512"/>
                  </a:lnTo>
                  <a:lnTo>
                    <a:pt x="8865" y="4412"/>
                  </a:lnTo>
                  <a:lnTo>
                    <a:pt x="8985" y="4252"/>
                  </a:lnTo>
                  <a:lnTo>
                    <a:pt x="9085" y="4071"/>
                  </a:lnTo>
                  <a:lnTo>
                    <a:pt x="9286" y="3730"/>
                  </a:lnTo>
                  <a:lnTo>
                    <a:pt x="9426" y="3369"/>
                  </a:lnTo>
                  <a:lnTo>
                    <a:pt x="9546" y="2988"/>
                  </a:lnTo>
                  <a:lnTo>
                    <a:pt x="9627" y="2627"/>
                  </a:lnTo>
                  <a:lnTo>
                    <a:pt x="9687" y="2246"/>
                  </a:lnTo>
                  <a:lnTo>
                    <a:pt x="9707" y="1905"/>
                  </a:lnTo>
                  <a:lnTo>
                    <a:pt x="9727" y="1564"/>
                  </a:lnTo>
                  <a:lnTo>
                    <a:pt x="9727" y="1223"/>
                  </a:lnTo>
                  <a:lnTo>
                    <a:pt x="9707" y="943"/>
                  </a:lnTo>
                  <a:lnTo>
                    <a:pt x="9647" y="441"/>
                  </a:lnTo>
                  <a:lnTo>
                    <a:pt x="9607" y="120"/>
                  </a:lnTo>
                  <a:lnTo>
                    <a:pt x="9566" y="0"/>
                  </a:lnTo>
                  <a:lnTo>
                    <a:pt x="6899" y="0"/>
                  </a:lnTo>
                  <a:lnTo>
                    <a:pt x="6919" y="140"/>
                  </a:lnTo>
                  <a:lnTo>
                    <a:pt x="6959" y="501"/>
                  </a:lnTo>
                  <a:lnTo>
                    <a:pt x="6959" y="762"/>
                  </a:lnTo>
                  <a:lnTo>
                    <a:pt x="6959" y="1043"/>
                  </a:lnTo>
                  <a:lnTo>
                    <a:pt x="6939" y="1344"/>
                  </a:lnTo>
                  <a:lnTo>
                    <a:pt x="6879" y="1645"/>
                  </a:lnTo>
                  <a:lnTo>
                    <a:pt x="6799" y="1945"/>
                  </a:lnTo>
                  <a:lnTo>
                    <a:pt x="6679" y="2246"/>
                  </a:lnTo>
                  <a:lnTo>
                    <a:pt x="6598" y="2387"/>
                  </a:lnTo>
                  <a:lnTo>
                    <a:pt x="6518" y="2527"/>
                  </a:lnTo>
                  <a:lnTo>
                    <a:pt x="6418" y="2647"/>
                  </a:lnTo>
                  <a:lnTo>
                    <a:pt x="6318" y="2768"/>
                  </a:lnTo>
                  <a:lnTo>
                    <a:pt x="6177" y="2888"/>
                  </a:lnTo>
                  <a:lnTo>
                    <a:pt x="6037" y="2988"/>
                  </a:lnTo>
                  <a:lnTo>
                    <a:pt x="5896" y="3068"/>
                  </a:lnTo>
                  <a:lnTo>
                    <a:pt x="5716" y="3149"/>
                  </a:lnTo>
                  <a:lnTo>
                    <a:pt x="5535" y="3209"/>
                  </a:lnTo>
                  <a:lnTo>
                    <a:pt x="5335" y="3249"/>
                  </a:lnTo>
                  <a:lnTo>
                    <a:pt x="5094" y="3289"/>
                  </a:lnTo>
                  <a:lnTo>
                    <a:pt x="4613" y="3289"/>
                  </a:lnTo>
                  <a:lnTo>
                    <a:pt x="4392" y="3249"/>
                  </a:lnTo>
                  <a:lnTo>
                    <a:pt x="4192" y="3209"/>
                  </a:lnTo>
                  <a:lnTo>
                    <a:pt x="4011" y="3149"/>
                  </a:lnTo>
                  <a:lnTo>
                    <a:pt x="3831" y="3068"/>
                  </a:lnTo>
                  <a:lnTo>
                    <a:pt x="3670" y="2988"/>
                  </a:lnTo>
                  <a:lnTo>
                    <a:pt x="3530" y="2888"/>
                  </a:lnTo>
                  <a:lnTo>
                    <a:pt x="3410" y="2768"/>
                  </a:lnTo>
                  <a:lnTo>
                    <a:pt x="3309" y="2647"/>
                  </a:lnTo>
                  <a:lnTo>
                    <a:pt x="3209" y="2527"/>
                  </a:lnTo>
                  <a:lnTo>
                    <a:pt x="3109" y="2387"/>
                  </a:lnTo>
                  <a:lnTo>
                    <a:pt x="3049" y="2246"/>
                  </a:lnTo>
                  <a:lnTo>
                    <a:pt x="2928" y="1945"/>
                  </a:lnTo>
                  <a:lnTo>
                    <a:pt x="2848" y="1645"/>
                  </a:lnTo>
                  <a:lnTo>
                    <a:pt x="2788" y="1344"/>
                  </a:lnTo>
                  <a:lnTo>
                    <a:pt x="2768" y="1043"/>
                  </a:lnTo>
                  <a:lnTo>
                    <a:pt x="2768" y="762"/>
                  </a:lnTo>
                  <a:lnTo>
                    <a:pt x="2768" y="501"/>
                  </a:lnTo>
                  <a:lnTo>
                    <a:pt x="2808" y="140"/>
                  </a:lnTo>
                  <a:lnTo>
                    <a:pt x="282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3" name="Google Shape;6083;p26"/>
            <p:cNvSpPr/>
            <p:nvPr/>
          </p:nvSpPr>
          <p:spPr>
            <a:xfrm>
              <a:off x="11277725" y="3008638"/>
              <a:ext cx="243175" cy="154425"/>
            </a:xfrm>
            <a:custGeom>
              <a:avLst/>
              <a:gdLst/>
              <a:ahLst/>
              <a:cxnLst/>
              <a:rect l="l" t="t" r="r" b="b"/>
              <a:pathLst>
                <a:path w="9727" h="6177" fill="none" extrusionOk="0">
                  <a:moveTo>
                    <a:pt x="8865" y="4412"/>
                  </a:moveTo>
                  <a:lnTo>
                    <a:pt x="8865" y="4412"/>
                  </a:lnTo>
                  <a:lnTo>
                    <a:pt x="8784" y="4512"/>
                  </a:lnTo>
                  <a:lnTo>
                    <a:pt x="8784" y="4512"/>
                  </a:lnTo>
                  <a:lnTo>
                    <a:pt x="8504" y="4813"/>
                  </a:lnTo>
                  <a:lnTo>
                    <a:pt x="8223" y="5074"/>
                  </a:lnTo>
                  <a:lnTo>
                    <a:pt x="7942" y="5294"/>
                  </a:lnTo>
                  <a:lnTo>
                    <a:pt x="7661" y="5495"/>
                  </a:lnTo>
                  <a:lnTo>
                    <a:pt x="7381" y="5655"/>
                  </a:lnTo>
                  <a:lnTo>
                    <a:pt x="7100" y="5796"/>
                  </a:lnTo>
                  <a:lnTo>
                    <a:pt x="6819" y="5896"/>
                  </a:lnTo>
                  <a:lnTo>
                    <a:pt x="6538" y="5996"/>
                  </a:lnTo>
                  <a:lnTo>
                    <a:pt x="6278" y="6057"/>
                  </a:lnTo>
                  <a:lnTo>
                    <a:pt x="6017" y="6097"/>
                  </a:lnTo>
                  <a:lnTo>
                    <a:pt x="5556" y="6157"/>
                  </a:lnTo>
                  <a:lnTo>
                    <a:pt x="5175" y="6177"/>
                  </a:lnTo>
                  <a:lnTo>
                    <a:pt x="4854" y="6177"/>
                  </a:lnTo>
                  <a:lnTo>
                    <a:pt x="4854" y="6177"/>
                  </a:lnTo>
                  <a:lnTo>
                    <a:pt x="4553" y="6177"/>
                  </a:lnTo>
                  <a:lnTo>
                    <a:pt x="4152" y="6157"/>
                  </a:lnTo>
                  <a:lnTo>
                    <a:pt x="3690" y="6097"/>
                  </a:lnTo>
                  <a:lnTo>
                    <a:pt x="3450" y="6057"/>
                  </a:lnTo>
                  <a:lnTo>
                    <a:pt x="3189" y="5996"/>
                  </a:lnTo>
                  <a:lnTo>
                    <a:pt x="2908" y="5896"/>
                  </a:lnTo>
                  <a:lnTo>
                    <a:pt x="2628" y="5796"/>
                  </a:lnTo>
                  <a:lnTo>
                    <a:pt x="2347" y="5655"/>
                  </a:lnTo>
                  <a:lnTo>
                    <a:pt x="2066" y="5495"/>
                  </a:lnTo>
                  <a:lnTo>
                    <a:pt x="1785" y="5294"/>
                  </a:lnTo>
                  <a:lnTo>
                    <a:pt x="1484" y="5074"/>
                  </a:lnTo>
                  <a:lnTo>
                    <a:pt x="1204" y="4813"/>
                  </a:lnTo>
                  <a:lnTo>
                    <a:pt x="943" y="4512"/>
                  </a:lnTo>
                  <a:lnTo>
                    <a:pt x="943" y="4512"/>
                  </a:lnTo>
                  <a:lnTo>
                    <a:pt x="803" y="4352"/>
                  </a:lnTo>
                  <a:lnTo>
                    <a:pt x="682" y="4171"/>
                  </a:lnTo>
                  <a:lnTo>
                    <a:pt x="482" y="3830"/>
                  </a:lnTo>
                  <a:lnTo>
                    <a:pt x="321" y="3449"/>
                  </a:lnTo>
                  <a:lnTo>
                    <a:pt x="201" y="3088"/>
                  </a:lnTo>
                  <a:lnTo>
                    <a:pt x="121" y="2707"/>
                  </a:lnTo>
                  <a:lnTo>
                    <a:pt x="61" y="2326"/>
                  </a:lnTo>
                  <a:lnTo>
                    <a:pt x="21" y="1965"/>
                  </a:lnTo>
                  <a:lnTo>
                    <a:pt x="0" y="1604"/>
                  </a:lnTo>
                  <a:lnTo>
                    <a:pt x="0" y="1284"/>
                  </a:lnTo>
                  <a:lnTo>
                    <a:pt x="21" y="963"/>
                  </a:lnTo>
                  <a:lnTo>
                    <a:pt x="61" y="461"/>
                  </a:lnTo>
                  <a:lnTo>
                    <a:pt x="121" y="120"/>
                  </a:lnTo>
                  <a:lnTo>
                    <a:pt x="141" y="0"/>
                  </a:lnTo>
                  <a:lnTo>
                    <a:pt x="2828" y="0"/>
                  </a:lnTo>
                  <a:lnTo>
                    <a:pt x="2828" y="0"/>
                  </a:lnTo>
                  <a:lnTo>
                    <a:pt x="2808" y="140"/>
                  </a:lnTo>
                  <a:lnTo>
                    <a:pt x="2768" y="501"/>
                  </a:lnTo>
                  <a:lnTo>
                    <a:pt x="2768" y="762"/>
                  </a:lnTo>
                  <a:lnTo>
                    <a:pt x="2768" y="1043"/>
                  </a:lnTo>
                  <a:lnTo>
                    <a:pt x="2788" y="1344"/>
                  </a:lnTo>
                  <a:lnTo>
                    <a:pt x="2848" y="1645"/>
                  </a:lnTo>
                  <a:lnTo>
                    <a:pt x="2928" y="1945"/>
                  </a:lnTo>
                  <a:lnTo>
                    <a:pt x="3049" y="2246"/>
                  </a:lnTo>
                  <a:lnTo>
                    <a:pt x="3109" y="2387"/>
                  </a:lnTo>
                  <a:lnTo>
                    <a:pt x="3209" y="2527"/>
                  </a:lnTo>
                  <a:lnTo>
                    <a:pt x="3309" y="2647"/>
                  </a:lnTo>
                  <a:lnTo>
                    <a:pt x="3410" y="2768"/>
                  </a:lnTo>
                  <a:lnTo>
                    <a:pt x="3530" y="2888"/>
                  </a:lnTo>
                  <a:lnTo>
                    <a:pt x="3670" y="2988"/>
                  </a:lnTo>
                  <a:lnTo>
                    <a:pt x="3831" y="3068"/>
                  </a:lnTo>
                  <a:lnTo>
                    <a:pt x="4011" y="3149"/>
                  </a:lnTo>
                  <a:lnTo>
                    <a:pt x="4192" y="3209"/>
                  </a:lnTo>
                  <a:lnTo>
                    <a:pt x="4392" y="3249"/>
                  </a:lnTo>
                  <a:lnTo>
                    <a:pt x="4613" y="3289"/>
                  </a:lnTo>
                  <a:lnTo>
                    <a:pt x="4854" y="3289"/>
                  </a:lnTo>
                  <a:lnTo>
                    <a:pt x="4854" y="3289"/>
                  </a:lnTo>
                  <a:lnTo>
                    <a:pt x="5094" y="3289"/>
                  </a:lnTo>
                  <a:lnTo>
                    <a:pt x="5335" y="3249"/>
                  </a:lnTo>
                  <a:lnTo>
                    <a:pt x="5535" y="3209"/>
                  </a:lnTo>
                  <a:lnTo>
                    <a:pt x="5716" y="3149"/>
                  </a:lnTo>
                  <a:lnTo>
                    <a:pt x="5896" y="3068"/>
                  </a:lnTo>
                  <a:lnTo>
                    <a:pt x="6037" y="2988"/>
                  </a:lnTo>
                  <a:lnTo>
                    <a:pt x="6177" y="2888"/>
                  </a:lnTo>
                  <a:lnTo>
                    <a:pt x="6318" y="2768"/>
                  </a:lnTo>
                  <a:lnTo>
                    <a:pt x="6418" y="2647"/>
                  </a:lnTo>
                  <a:lnTo>
                    <a:pt x="6518" y="2527"/>
                  </a:lnTo>
                  <a:lnTo>
                    <a:pt x="6598" y="2387"/>
                  </a:lnTo>
                  <a:lnTo>
                    <a:pt x="6679" y="2246"/>
                  </a:lnTo>
                  <a:lnTo>
                    <a:pt x="6799" y="1945"/>
                  </a:lnTo>
                  <a:lnTo>
                    <a:pt x="6879" y="1645"/>
                  </a:lnTo>
                  <a:lnTo>
                    <a:pt x="6939" y="1344"/>
                  </a:lnTo>
                  <a:lnTo>
                    <a:pt x="6959" y="1043"/>
                  </a:lnTo>
                  <a:lnTo>
                    <a:pt x="6959" y="762"/>
                  </a:lnTo>
                  <a:lnTo>
                    <a:pt x="6959" y="501"/>
                  </a:lnTo>
                  <a:lnTo>
                    <a:pt x="6919" y="140"/>
                  </a:lnTo>
                  <a:lnTo>
                    <a:pt x="6899" y="0"/>
                  </a:lnTo>
                  <a:lnTo>
                    <a:pt x="9566" y="0"/>
                  </a:lnTo>
                  <a:lnTo>
                    <a:pt x="9566" y="0"/>
                  </a:lnTo>
                  <a:lnTo>
                    <a:pt x="9607" y="120"/>
                  </a:lnTo>
                  <a:lnTo>
                    <a:pt x="9647" y="441"/>
                  </a:lnTo>
                  <a:lnTo>
                    <a:pt x="9707" y="943"/>
                  </a:lnTo>
                  <a:lnTo>
                    <a:pt x="9727" y="1223"/>
                  </a:lnTo>
                  <a:lnTo>
                    <a:pt x="9727" y="1564"/>
                  </a:lnTo>
                  <a:lnTo>
                    <a:pt x="9707" y="1905"/>
                  </a:lnTo>
                  <a:lnTo>
                    <a:pt x="9687" y="2246"/>
                  </a:lnTo>
                  <a:lnTo>
                    <a:pt x="9627" y="2627"/>
                  </a:lnTo>
                  <a:lnTo>
                    <a:pt x="9546" y="2988"/>
                  </a:lnTo>
                  <a:lnTo>
                    <a:pt x="9426" y="3369"/>
                  </a:lnTo>
                  <a:lnTo>
                    <a:pt x="9286" y="3730"/>
                  </a:lnTo>
                  <a:lnTo>
                    <a:pt x="9085" y="4071"/>
                  </a:lnTo>
                  <a:lnTo>
                    <a:pt x="8985" y="4252"/>
                  </a:lnTo>
                  <a:lnTo>
                    <a:pt x="8865" y="4412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4" name="Google Shape;6084;p26"/>
            <p:cNvSpPr/>
            <p:nvPr/>
          </p:nvSpPr>
          <p:spPr>
            <a:xfrm>
              <a:off x="11277725" y="3008638"/>
              <a:ext cx="221625" cy="154425"/>
            </a:xfrm>
            <a:custGeom>
              <a:avLst/>
              <a:gdLst/>
              <a:ahLst/>
              <a:cxnLst/>
              <a:rect l="l" t="t" r="r" b="b"/>
              <a:pathLst>
                <a:path w="8865" h="6177" extrusionOk="0">
                  <a:moveTo>
                    <a:pt x="141" y="0"/>
                  </a:moveTo>
                  <a:lnTo>
                    <a:pt x="121" y="100"/>
                  </a:lnTo>
                  <a:lnTo>
                    <a:pt x="81" y="421"/>
                  </a:lnTo>
                  <a:lnTo>
                    <a:pt x="21" y="902"/>
                  </a:lnTo>
                  <a:lnTo>
                    <a:pt x="0" y="1183"/>
                  </a:lnTo>
                  <a:lnTo>
                    <a:pt x="0" y="1484"/>
                  </a:lnTo>
                  <a:lnTo>
                    <a:pt x="0" y="1845"/>
                  </a:lnTo>
                  <a:lnTo>
                    <a:pt x="41" y="2226"/>
                  </a:lnTo>
                  <a:lnTo>
                    <a:pt x="101" y="2607"/>
                  </a:lnTo>
                  <a:lnTo>
                    <a:pt x="181" y="3008"/>
                  </a:lnTo>
                  <a:lnTo>
                    <a:pt x="301" y="3409"/>
                  </a:lnTo>
                  <a:lnTo>
                    <a:pt x="462" y="3790"/>
                  </a:lnTo>
                  <a:lnTo>
                    <a:pt x="562" y="3971"/>
                  </a:lnTo>
                  <a:lnTo>
                    <a:pt x="682" y="4171"/>
                  </a:lnTo>
                  <a:lnTo>
                    <a:pt x="803" y="4332"/>
                  </a:lnTo>
                  <a:lnTo>
                    <a:pt x="943" y="4512"/>
                  </a:lnTo>
                  <a:lnTo>
                    <a:pt x="1204" y="4793"/>
                  </a:lnTo>
                  <a:lnTo>
                    <a:pt x="1464" y="5054"/>
                  </a:lnTo>
                  <a:lnTo>
                    <a:pt x="1725" y="5274"/>
                  </a:lnTo>
                  <a:lnTo>
                    <a:pt x="2006" y="5455"/>
                  </a:lnTo>
                  <a:lnTo>
                    <a:pt x="2267" y="5615"/>
                  </a:lnTo>
                  <a:lnTo>
                    <a:pt x="2547" y="5756"/>
                  </a:lnTo>
                  <a:lnTo>
                    <a:pt x="2808" y="5876"/>
                  </a:lnTo>
                  <a:lnTo>
                    <a:pt x="3069" y="5956"/>
                  </a:lnTo>
                  <a:lnTo>
                    <a:pt x="3329" y="6036"/>
                  </a:lnTo>
                  <a:lnTo>
                    <a:pt x="3570" y="6077"/>
                  </a:lnTo>
                  <a:lnTo>
                    <a:pt x="4011" y="6157"/>
                  </a:lnTo>
                  <a:lnTo>
                    <a:pt x="4412" y="6177"/>
                  </a:lnTo>
                  <a:lnTo>
                    <a:pt x="5295" y="6177"/>
                  </a:lnTo>
                  <a:lnTo>
                    <a:pt x="5696" y="6157"/>
                  </a:lnTo>
                  <a:lnTo>
                    <a:pt x="6157" y="6077"/>
                  </a:lnTo>
                  <a:lnTo>
                    <a:pt x="6398" y="6036"/>
                  </a:lnTo>
                  <a:lnTo>
                    <a:pt x="6659" y="5956"/>
                  </a:lnTo>
                  <a:lnTo>
                    <a:pt x="6919" y="5876"/>
                  </a:lnTo>
                  <a:lnTo>
                    <a:pt x="7180" y="5756"/>
                  </a:lnTo>
                  <a:lnTo>
                    <a:pt x="7441" y="5615"/>
                  </a:lnTo>
                  <a:lnTo>
                    <a:pt x="7721" y="5455"/>
                  </a:lnTo>
                  <a:lnTo>
                    <a:pt x="7982" y="5274"/>
                  </a:lnTo>
                  <a:lnTo>
                    <a:pt x="8263" y="5054"/>
                  </a:lnTo>
                  <a:lnTo>
                    <a:pt x="8524" y="4793"/>
                  </a:lnTo>
                  <a:lnTo>
                    <a:pt x="8784" y="4512"/>
                  </a:lnTo>
                  <a:lnTo>
                    <a:pt x="8865" y="4412"/>
                  </a:lnTo>
                  <a:lnTo>
                    <a:pt x="8544" y="4613"/>
                  </a:lnTo>
                  <a:lnTo>
                    <a:pt x="8203" y="4813"/>
                  </a:lnTo>
                  <a:lnTo>
                    <a:pt x="7842" y="4954"/>
                  </a:lnTo>
                  <a:lnTo>
                    <a:pt x="7481" y="5094"/>
                  </a:lnTo>
                  <a:lnTo>
                    <a:pt x="7100" y="5194"/>
                  </a:lnTo>
                  <a:lnTo>
                    <a:pt x="6719" y="5274"/>
                  </a:lnTo>
                  <a:lnTo>
                    <a:pt x="6338" y="5314"/>
                  </a:lnTo>
                  <a:lnTo>
                    <a:pt x="5937" y="5335"/>
                  </a:lnTo>
                  <a:lnTo>
                    <a:pt x="5676" y="5314"/>
                  </a:lnTo>
                  <a:lnTo>
                    <a:pt x="5415" y="5294"/>
                  </a:lnTo>
                  <a:lnTo>
                    <a:pt x="5154" y="5274"/>
                  </a:lnTo>
                  <a:lnTo>
                    <a:pt x="4914" y="5214"/>
                  </a:lnTo>
                  <a:lnTo>
                    <a:pt x="4653" y="5154"/>
                  </a:lnTo>
                  <a:lnTo>
                    <a:pt x="4412" y="5074"/>
                  </a:lnTo>
                  <a:lnTo>
                    <a:pt x="4152" y="4994"/>
                  </a:lnTo>
                  <a:lnTo>
                    <a:pt x="3911" y="4893"/>
                  </a:lnTo>
                  <a:lnTo>
                    <a:pt x="3550" y="4693"/>
                  </a:lnTo>
                  <a:lnTo>
                    <a:pt x="3209" y="4472"/>
                  </a:lnTo>
                  <a:lnTo>
                    <a:pt x="2908" y="4252"/>
                  </a:lnTo>
                  <a:lnTo>
                    <a:pt x="2648" y="3991"/>
                  </a:lnTo>
                  <a:lnTo>
                    <a:pt x="2427" y="3710"/>
                  </a:lnTo>
                  <a:lnTo>
                    <a:pt x="2227" y="3429"/>
                  </a:lnTo>
                  <a:lnTo>
                    <a:pt x="2066" y="3129"/>
                  </a:lnTo>
                  <a:lnTo>
                    <a:pt x="1946" y="2808"/>
                  </a:lnTo>
                  <a:lnTo>
                    <a:pt x="1825" y="2487"/>
                  </a:lnTo>
                  <a:lnTo>
                    <a:pt x="1765" y="2146"/>
                  </a:lnTo>
                  <a:lnTo>
                    <a:pt x="1725" y="1805"/>
                  </a:lnTo>
                  <a:lnTo>
                    <a:pt x="1705" y="1444"/>
                  </a:lnTo>
                  <a:lnTo>
                    <a:pt x="1705" y="1083"/>
                  </a:lnTo>
                  <a:lnTo>
                    <a:pt x="1745" y="722"/>
                  </a:lnTo>
                  <a:lnTo>
                    <a:pt x="1805" y="361"/>
                  </a:lnTo>
                  <a:lnTo>
                    <a:pt x="1906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5" name="Google Shape;6085;p26"/>
            <p:cNvSpPr/>
            <p:nvPr/>
          </p:nvSpPr>
          <p:spPr>
            <a:xfrm>
              <a:off x="11277725" y="3008638"/>
              <a:ext cx="221625" cy="154425"/>
            </a:xfrm>
            <a:custGeom>
              <a:avLst/>
              <a:gdLst/>
              <a:ahLst/>
              <a:cxnLst/>
              <a:rect l="l" t="t" r="r" b="b"/>
              <a:pathLst>
                <a:path w="8865" h="6177" fill="none" extrusionOk="0">
                  <a:moveTo>
                    <a:pt x="1906" y="0"/>
                  </a:moveTo>
                  <a:lnTo>
                    <a:pt x="141" y="0"/>
                  </a:lnTo>
                  <a:lnTo>
                    <a:pt x="141" y="0"/>
                  </a:lnTo>
                  <a:lnTo>
                    <a:pt x="121" y="100"/>
                  </a:lnTo>
                  <a:lnTo>
                    <a:pt x="81" y="421"/>
                  </a:lnTo>
                  <a:lnTo>
                    <a:pt x="21" y="902"/>
                  </a:lnTo>
                  <a:lnTo>
                    <a:pt x="0" y="1183"/>
                  </a:lnTo>
                  <a:lnTo>
                    <a:pt x="0" y="1484"/>
                  </a:lnTo>
                  <a:lnTo>
                    <a:pt x="0" y="1484"/>
                  </a:lnTo>
                  <a:lnTo>
                    <a:pt x="0" y="1845"/>
                  </a:lnTo>
                  <a:lnTo>
                    <a:pt x="41" y="2226"/>
                  </a:lnTo>
                  <a:lnTo>
                    <a:pt x="101" y="2607"/>
                  </a:lnTo>
                  <a:lnTo>
                    <a:pt x="181" y="3008"/>
                  </a:lnTo>
                  <a:lnTo>
                    <a:pt x="301" y="3409"/>
                  </a:lnTo>
                  <a:lnTo>
                    <a:pt x="462" y="3790"/>
                  </a:lnTo>
                  <a:lnTo>
                    <a:pt x="562" y="3971"/>
                  </a:lnTo>
                  <a:lnTo>
                    <a:pt x="682" y="4171"/>
                  </a:lnTo>
                  <a:lnTo>
                    <a:pt x="803" y="4332"/>
                  </a:lnTo>
                  <a:lnTo>
                    <a:pt x="943" y="4512"/>
                  </a:lnTo>
                  <a:lnTo>
                    <a:pt x="943" y="4512"/>
                  </a:lnTo>
                  <a:lnTo>
                    <a:pt x="1204" y="4793"/>
                  </a:lnTo>
                  <a:lnTo>
                    <a:pt x="1464" y="5054"/>
                  </a:lnTo>
                  <a:lnTo>
                    <a:pt x="1725" y="5274"/>
                  </a:lnTo>
                  <a:lnTo>
                    <a:pt x="2006" y="5455"/>
                  </a:lnTo>
                  <a:lnTo>
                    <a:pt x="2267" y="5615"/>
                  </a:lnTo>
                  <a:lnTo>
                    <a:pt x="2547" y="5756"/>
                  </a:lnTo>
                  <a:lnTo>
                    <a:pt x="2808" y="5876"/>
                  </a:lnTo>
                  <a:lnTo>
                    <a:pt x="3069" y="5956"/>
                  </a:lnTo>
                  <a:lnTo>
                    <a:pt x="3329" y="6036"/>
                  </a:lnTo>
                  <a:lnTo>
                    <a:pt x="3570" y="6077"/>
                  </a:lnTo>
                  <a:lnTo>
                    <a:pt x="4011" y="6157"/>
                  </a:lnTo>
                  <a:lnTo>
                    <a:pt x="4412" y="6177"/>
                  </a:lnTo>
                  <a:lnTo>
                    <a:pt x="4753" y="6177"/>
                  </a:lnTo>
                  <a:lnTo>
                    <a:pt x="4753" y="6177"/>
                  </a:lnTo>
                  <a:lnTo>
                    <a:pt x="4854" y="6177"/>
                  </a:lnTo>
                  <a:lnTo>
                    <a:pt x="4854" y="6177"/>
                  </a:lnTo>
                  <a:lnTo>
                    <a:pt x="4974" y="6177"/>
                  </a:lnTo>
                  <a:lnTo>
                    <a:pt x="4974" y="6177"/>
                  </a:lnTo>
                  <a:lnTo>
                    <a:pt x="5295" y="6177"/>
                  </a:lnTo>
                  <a:lnTo>
                    <a:pt x="5696" y="6157"/>
                  </a:lnTo>
                  <a:lnTo>
                    <a:pt x="6157" y="6077"/>
                  </a:lnTo>
                  <a:lnTo>
                    <a:pt x="6398" y="6036"/>
                  </a:lnTo>
                  <a:lnTo>
                    <a:pt x="6659" y="5956"/>
                  </a:lnTo>
                  <a:lnTo>
                    <a:pt x="6919" y="5876"/>
                  </a:lnTo>
                  <a:lnTo>
                    <a:pt x="7180" y="5756"/>
                  </a:lnTo>
                  <a:lnTo>
                    <a:pt x="7441" y="5615"/>
                  </a:lnTo>
                  <a:lnTo>
                    <a:pt x="7721" y="5455"/>
                  </a:lnTo>
                  <a:lnTo>
                    <a:pt x="7982" y="5274"/>
                  </a:lnTo>
                  <a:lnTo>
                    <a:pt x="8263" y="5054"/>
                  </a:lnTo>
                  <a:lnTo>
                    <a:pt x="8524" y="4793"/>
                  </a:lnTo>
                  <a:lnTo>
                    <a:pt x="8784" y="4512"/>
                  </a:lnTo>
                  <a:lnTo>
                    <a:pt x="8784" y="4512"/>
                  </a:lnTo>
                  <a:lnTo>
                    <a:pt x="8865" y="4412"/>
                  </a:lnTo>
                  <a:lnTo>
                    <a:pt x="8865" y="4412"/>
                  </a:lnTo>
                  <a:lnTo>
                    <a:pt x="8544" y="4613"/>
                  </a:lnTo>
                  <a:lnTo>
                    <a:pt x="8203" y="4813"/>
                  </a:lnTo>
                  <a:lnTo>
                    <a:pt x="7842" y="4954"/>
                  </a:lnTo>
                  <a:lnTo>
                    <a:pt x="7481" y="5094"/>
                  </a:lnTo>
                  <a:lnTo>
                    <a:pt x="7100" y="5194"/>
                  </a:lnTo>
                  <a:lnTo>
                    <a:pt x="6719" y="5274"/>
                  </a:lnTo>
                  <a:lnTo>
                    <a:pt x="6338" y="5314"/>
                  </a:lnTo>
                  <a:lnTo>
                    <a:pt x="5937" y="5335"/>
                  </a:lnTo>
                  <a:lnTo>
                    <a:pt x="5937" y="5335"/>
                  </a:lnTo>
                  <a:lnTo>
                    <a:pt x="5676" y="5314"/>
                  </a:lnTo>
                  <a:lnTo>
                    <a:pt x="5415" y="5294"/>
                  </a:lnTo>
                  <a:lnTo>
                    <a:pt x="5154" y="5274"/>
                  </a:lnTo>
                  <a:lnTo>
                    <a:pt x="4914" y="5214"/>
                  </a:lnTo>
                  <a:lnTo>
                    <a:pt x="4653" y="5154"/>
                  </a:lnTo>
                  <a:lnTo>
                    <a:pt x="4412" y="5074"/>
                  </a:lnTo>
                  <a:lnTo>
                    <a:pt x="4152" y="4994"/>
                  </a:lnTo>
                  <a:lnTo>
                    <a:pt x="3911" y="4893"/>
                  </a:lnTo>
                  <a:lnTo>
                    <a:pt x="3911" y="4893"/>
                  </a:lnTo>
                  <a:lnTo>
                    <a:pt x="3550" y="4693"/>
                  </a:lnTo>
                  <a:lnTo>
                    <a:pt x="3209" y="4472"/>
                  </a:lnTo>
                  <a:lnTo>
                    <a:pt x="2908" y="4252"/>
                  </a:lnTo>
                  <a:lnTo>
                    <a:pt x="2648" y="3991"/>
                  </a:lnTo>
                  <a:lnTo>
                    <a:pt x="2427" y="3710"/>
                  </a:lnTo>
                  <a:lnTo>
                    <a:pt x="2227" y="3429"/>
                  </a:lnTo>
                  <a:lnTo>
                    <a:pt x="2066" y="3129"/>
                  </a:lnTo>
                  <a:lnTo>
                    <a:pt x="1946" y="2808"/>
                  </a:lnTo>
                  <a:lnTo>
                    <a:pt x="1825" y="2487"/>
                  </a:lnTo>
                  <a:lnTo>
                    <a:pt x="1765" y="2146"/>
                  </a:lnTo>
                  <a:lnTo>
                    <a:pt x="1725" y="1805"/>
                  </a:lnTo>
                  <a:lnTo>
                    <a:pt x="1705" y="1444"/>
                  </a:lnTo>
                  <a:lnTo>
                    <a:pt x="1705" y="1083"/>
                  </a:lnTo>
                  <a:lnTo>
                    <a:pt x="1745" y="722"/>
                  </a:lnTo>
                  <a:lnTo>
                    <a:pt x="1805" y="361"/>
                  </a:lnTo>
                  <a:lnTo>
                    <a:pt x="1906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6" name="Google Shape;6086;p26"/>
            <p:cNvSpPr/>
            <p:nvPr/>
          </p:nvSpPr>
          <p:spPr>
            <a:xfrm>
              <a:off x="11088700" y="3285888"/>
              <a:ext cx="142925" cy="211600"/>
            </a:xfrm>
            <a:custGeom>
              <a:avLst/>
              <a:gdLst/>
              <a:ahLst/>
              <a:cxnLst/>
              <a:rect l="l" t="t" r="r" b="b"/>
              <a:pathLst>
                <a:path w="5717" h="8464" extrusionOk="0">
                  <a:moveTo>
                    <a:pt x="2869" y="0"/>
                  </a:moveTo>
                  <a:lnTo>
                    <a:pt x="2568" y="20"/>
                  </a:lnTo>
                  <a:lnTo>
                    <a:pt x="2287" y="60"/>
                  </a:lnTo>
                  <a:lnTo>
                    <a:pt x="2006" y="121"/>
                  </a:lnTo>
                  <a:lnTo>
                    <a:pt x="1746" y="221"/>
                  </a:lnTo>
                  <a:lnTo>
                    <a:pt x="1505" y="341"/>
                  </a:lnTo>
                  <a:lnTo>
                    <a:pt x="1264" y="482"/>
                  </a:lnTo>
                  <a:lnTo>
                    <a:pt x="1044" y="642"/>
                  </a:lnTo>
                  <a:lnTo>
                    <a:pt x="843" y="842"/>
                  </a:lnTo>
                  <a:lnTo>
                    <a:pt x="663" y="1043"/>
                  </a:lnTo>
                  <a:lnTo>
                    <a:pt x="482" y="1264"/>
                  </a:lnTo>
                  <a:lnTo>
                    <a:pt x="342" y="1484"/>
                  </a:lnTo>
                  <a:lnTo>
                    <a:pt x="222" y="1745"/>
                  </a:lnTo>
                  <a:lnTo>
                    <a:pt x="141" y="2006"/>
                  </a:lnTo>
                  <a:lnTo>
                    <a:pt x="61" y="2286"/>
                  </a:lnTo>
                  <a:lnTo>
                    <a:pt x="21" y="2567"/>
                  </a:lnTo>
                  <a:lnTo>
                    <a:pt x="1" y="2848"/>
                  </a:lnTo>
                  <a:lnTo>
                    <a:pt x="1" y="5595"/>
                  </a:lnTo>
                  <a:lnTo>
                    <a:pt x="21" y="5896"/>
                  </a:lnTo>
                  <a:lnTo>
                    <a:pt x="61" y="6177"/>
                  </a:lnTo>
                  <a:lnTo>
                    <a:pt x="141" y="6458"/>
                  </a:lnTo>
                  <a:lnTo>
                    <a:pt x="222" y="6718"/>
                  </a:lnTo>
                  <a:lnTo>
                    <a:pt x="342" y="6959"/>
                  </a:lnTo>
                  <a:lnTo>
                    <a:pt x="482" y="7200"/>
                  </a:lnTo>
                  <a:lnTo>
                    <a:pt x="663" y="7420"/>
                  </a:lnTo>
                  <a:lnTo>
                    <a:pt x="843" y="7621"/>
                  </a:lnTo>
                  <a:lnTo>
                    <a:pt x="1044" y="7801"/>
                  </a:lnTo>
                  <a:lnTo>
                    <a:pt x="1264" y="7982"/>
                  </a:lnTo>
                  <a:lnTo>
                    <a:pt x="1505" y="8122"/>
                  </a:lnTo>
                  <a:lnTo>
                    <a:pt x="1746" y="8243"/>
                  </a:lnTo>
                  <a:lnTo>
                    <a:pt x="2006" y="8323"/>
                  </a:lnTo>
                  <a:lnTo>
                    <a:pt x="2287" y="8403"/>
                  </a:lnTo>
                  <a:lnTo>
                    <a:pt x="2568" y="8443"/>
                  </a:lnTo>
                  <a:lnTo>
                    <a:pt x="2869" y="8463"/>
                  </a:lnTo>
                  <a:lnTo>
                    <a:pt x="3170" y="8443"/>
                  </a:lnTo>
                  <a:lnTo>
                    <a:pt x="3470" y="8403"/>
                  </a:lnTo>
                  <a:lnTo>
                    <a:pt x="3751" y="8323"/>
                  </a:lnTo>
                  <a:lnTo>
                    <a:pt x="4032" y="8203"/>
                  </a:lnTo>
                  <a:lnTo>
                    <a:pt x="4293" y="8082"/>
                  </a:lnTo>
                  <a:lnTo>
                    <a:pt x="4533" y="7922"/>
                  </a:lnTo>
                  <a:lnTo>
                    <a:pt x="4754" y="7741"/>
                  </a:lnTo>
                  <a:lnTo>
                    <a:pt x="4954" y="7541"/>
                  </a:lnTo>
                  <a:lnTo>
                    <a:pt x="5135" y="7340"/>
                  </a:lnTo>
                  <a:lnTo>
                    <a:pt x="5275" y="7120"/>
                  </a:lnTo>
                  <a:lnTo>
                    <a:pt x="5416" y="6899"/>
                  </a:lnTo>
                  <a:lnTo>
                    <a:pt x="5516" y="6658"/>
                  </a:lnTo>
                  <a:lnTo>
                    <a:pt x="5596" y="6398"/>
                  </a:lnTo>
                  <a:lnTo>
                    <a:pt x="5656" y="6157"/>
                  </a:lnTo>
                  <a:lnTo>
                    <a:pt x="5696" y="5876"/>
                  </a:lnTo>
                  <a:lnTo>
                    <a:pt x="5716" y="5595"/>
                  </a:lnTo>
                  <a:lnTo>
                    <a:pt x="5716" y="2848"/>
                  </a:lnTo>
                  <a:lnTo>
                    <a:pt x="5696" y="2567"/>
                  </a:lnTo>
                  <a:lnTo>
                    <a:pt x="5656" y="2286"/>
                  </a:lnTo>
                  <a:lnTo>
                    <a:pt x="5596" y="2006"/>
                  </a:lnTo>
                  <a:lnTo>
                    <a:pt x="5496" y="1745"/>
                  </a:lnTo>
                  <a:lnTo>
                    <a:pt x="5376" y="1484"/>
                  </a:lnTo>
                  <a:lnTo>
                    <a:pt x="5235" y="1264"/>
                  </a:lnTo>
                  <a:lnTo>
                    <a:pt x="5055" y="1043"/>
                  </a:lnTo>
                  <a:lnTo>
                    <a:pt x="4874" y="842"/>
                  </a:lnTo>
                  <a:lnTo>
                    <a:pt x="4654" y="642"/>
                  </a:lnTo>
                  <a:lnTo>
                    <a:pt x="4413" y="461"/>
                  </a:lnTo>
                  <a:lnTo>
                    <a:pt x="4152" y="301"/>
                  </a:lnTo>
                  <a:lnTo>
                    <a:pt x="3871" y="181"/>
                  </a:lnTo>
                  <a:lnTo>
                    <a:pt x="3631" y="100"/>
                  </a:lnTo>
                  <a:lnTo>
                    <a:pt x="3390" y="40"/>
                  </a:lnTo>
                  <a:lnTo>
                    <a:pt x="3129" y="20"/>
                  </a:lnTo>
                  <a:lnTo>
                    <a:pt x="286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7" name="Google Shape;6087;p26"/>
            <p:cNvSpPr/>
            <p:nvPr/>
          </p:nvSpPr>
          <p:spPr>
            <a:xfrm>
              <a:off x="11088700" y="3285888"/>
              <a:ext cx="142925" cy="211600"/>
            </a:xfrm>
            <a:custGeom>
              <a:avLst/>
              <a:gdLst/>
              <a:ahLst/>
              <a:cxnLst/>
              <a:rect l="l" t="t" r="r" b="b"/>
              <a:pathLst>
                <a:path w="5717" h="8464" fill="none" extrusionOk="0">
                  <a:moveTo>
                    <a:pt x="5716" y="2848"/>
                  </a:moveTo>
                  <a:lnTo>
                    <a:pt x="5716" y="5595"/>
                  </a:lnTo>
                  <a:lnTo>
                    <a:pt x="5716" y="5595"/>
                  </a:lnTo>
                  <a:lnTo>
                    <a:pt x="5696" y="5876"/>
                  </a:lnTo>
                  <a:lnTo>
                    <a:pt x="5656" y="6157"/>
                  </a:lnTo>
                  <a:lnTo>
                    <a:pt x="5596" y="6398"/>
                  </a:lnTo>
                  <a:lnTo>
                    <a:pt x="5516" y="6658"/>
                  </a:lnTo>
                  <a:lnTo>
                    <a:pt x="5416" y="6899"/>
                  </a:lnTo>
                  <a:lnTo>
                    <a:pt x="5275" y="7120"/>
                  </a:lnTo>
                  <a:lnTo>
                    <a:pt x="5135" y="7340"/>
                  </a:lnTo>
                  <a:lnTo>
                    <a:pt x="4954" y="7541"/>
                  </a:lnTo>
                  <a:lnTo>
                    <a:pt x="4954" y="7541"/>
                  </a:lnTo>
                  <a:lnTo>
                    <a:pt x="4754" y="7741"/>
                  </a:lnTo>
                  <a:lnTo>
                    <a:pt x="4533" y="7922"/>
                  </a:lnTo>
                  <a:lnTo>
                    <a:pt x="4293" y="8082"/>
                  </a:lnTo>
                  <a:lnTo>
                    <a:pt x="4032" y="8203"/>
                  </a:lnTo>
                  <a:lnTo>
                    <a:pt x="3751" y="8323"/>
                  </a:lnTo>
                  <a:lnTo>
                    <a:pt x="3470" y="8403"/>
                  </a:lnTo>
                  <a:lnTo>
                    <a:pt x="3170" y="8443"/>
                  </a:lnTo>
                  <a:lnTo>
                    <a:pt x="2869" y="8463"/>
                  </a:lnTo>
                  <a:lnTo>
                    <a:pt x="2869" y="8463"/>
                  </a:lnTo>
                  <a:lnTo>
                    <a:pt x="2568" y="8443"/>
                  </a:lnTo>
                  <a:lnTo>
                    <a:pt x="2287" y="8403"/>
                  </a:lnTo>
                  <a:lnTo>
                    <a:pt x="2006" y="8323"/>
                  </a:lnTo>
                  <a:lnTo>
                    <a:pt x="1746" y="8243"/>
                  </a:lnTo>
                  <a:lnTo>
                    <a:pt x="1505" y="8122"/>
                  </a:lnTo>
                  <a:lnTo>
                    <a:pt x="1264" y="7982"/>
                  </a:lnTo>
                  <a:lnTo>
                    <a:pt x="1044" y="7801"/>
                  </a:lnTo>
                  <a:lnTo>
                    <a:pt x="843" y="7621"/>
                  </a:lnTo>
                  <a:lnTo>
                    <a:pt x="843" y="7621"/>
                  </a:lnTo>
                  <a:lnTo>
                    <a:pt x="663" y="7420"/>
                  </a:lnTo>
                  <a:lnTo>
                    <a:pt x="482" y="7200"/>
                  </a:lnTo>
                  <a:lnTo>
                    <a:pt x="342" y="6959"/>
                  </a:lnTo>
                  <a:lnTo>
                    <a:pt x="222" y="6718"/>
                  </a:lnTo>
                  <a:lnTo>
                    <a:pt x="141" y="6458"/>
                  </a:lnTo>
                  <a:lnTo>
                    <a:pt x="61" y="6177"/>
                  </a:lnTo>
                  <a:lnTo>
                    <a:pt x="21" y="5896"/>
                  </a:lnTo>
                  <a:lnTo>
                    <a:pt x="1" y="5595"/>
                  </a:lnTo>
                  <a:lnTo>
                    <a:pt x="1" y="2848"/>
                  </a:lnTo>
                  <a:lnTo>
                    <a:pt x="1" y="2848"/>
                  </a:lnTo>
                  <a:lnTo>
                    <a:pt x="21" y="2567"/>
                  </a:lnTo>
                  <a:lnTo>
                    <a:pt x="61" y="2286"/>
                  </a:lnTo>
                  <a:lnTo>
                    <a:pt x="141" y="2006"/>
                  </a:lnTo>
                  <a:lnTo>
                    <a:pt x="222" y="1745"/>
                  </a:lnTo>
                  <a:lnTo>
                    <a:pt x="342" y="1484"/>
                  </a:lnTo>
                  <a:lnTo>
                    <a:pt x="482" y="1264"/>
                  </a:lnTo>
                  <a:lnTo>
                    <a:pt x="663" y="1043"/>
                  </a:lnTo>
                  <a:lnTo>
                    <a:pt x="843" y="842"/>
                  </a:lnTo>
                  <a:lnTo>
                    <a:pt x="1044" y="642"/>
                  </a:lnTo>
                  <a:lnTo>
                    <a:pt x="1264" y="482"/>
                  </a:lnTo>
                  <a:lnTo>
                    <a:pt x="1505" y="341"/>
                  </a:lnTo>
                  <a:lnTo>
                    <a:pt x="1746" y="221"/>
                  </a:lnTo>
                  <a:lnTo>
                    <a:pt x="2006" y="121"/>
                  </a:lnTo>
                  <a:lnTo>
                    <a:pt x="2287" y="60"/>
                  </a:lnTo>
                  <a:lnTo>
                    <a:pt x="2568" y="20"/>
                  </a:lnTo>
                  <a:lnTo>
                    <a:pt x="2869" y="0"/>
                  </a:lnTo>
                  <a:lnTo>
                    <a:pt x="2869" y="0"/>
                  </a:lnTo>
                  <a:lnTo>
                    <a:pt x="3129" y="20"/>
                  </a:lnTo>
                  <a:lnTo>
                    <a:pt x="3390" y="40"/>
                  </a:lnTo>
                  <a:lnTo>
                    <a:pt x="3631" y="100"/>
                  </a:lnTo>
                  <a:lnTo>
                    <a:pt x="3871" y="181"/>
                  </a:lnTo>
                  <a:lnTo>
                    <a:pt x="3871" y="181"/>
                  </a:lnTo>
                  <a:lnTo>
                    <a:pt x="4152" y="301"/>
                  </a:lnTo>
                  <a:lnTo>
                    <a:pt x="4413" y="461"/>
                  </a:lnTo>
                  <a:lnTo>
                    <a:pt x="4654" y="642"/>
                  </a:lnTo>
                  <a:lnTo>
                    <a:pt x="4874" y="842"/>
                  </a:lnTo>
                  <a:lnTo>
                    <a:pt x="4874" y="842"/>
                  </a:lnTo>
                  <a:lnTo>
                    <a:pt x="5055" y="1043"/>
                  </a:lnTo>
                  <a:lnTo>
                    <a:pt x="5235" y="1264"/>
                  </a:lnTo>
                  <a:lnTo>
                    <a:pt x="5376" y="1484"/>
                  </a:lnTo>
                  <a:lnTo>
                    <a:pt x="5496" y="1745"/>
                  </a:lnTo>
                  <a:lnTo>
                    <a:pt x="5596" y="2006"/>
                  </a:lnTo>
                  <a:lnTo>
                    <a:pt x="5656" y="2286"/>
                  </a:lnTo>
                  <a:lnTo>
                    <a:pt x="5696" y="2567"/>
                  </a:lnTo>
                  <a:lnTo>
                    <a:pt x="5716" y="284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8" name="Google Shape;6088;p26"/>
            <p:cNvSpPr/>
            <p:nvPr/>
          </p:nvSpPr>
          <p:spPr>
            <a:xfrm>
              <a:off x="11139850" y="3285888"/>
              <a:ext cx="72725" cy="211600"/>
            </a:xfrm>
            <a:custGeom>
              <a:avLst/>
              <a:gdLst/>
              <a:ahLst/>
              <a:cxnLst/>
              <a:rect l="l" t="t" r="r" b="b"/>
              <a:pathLst>
                <a:path w="2909" h="8464" extrusionOk="0">
                  <a:moveTo>
                    <a:pt x="602" y="0"/>
                  </a:moveTo>
                  <a:lnTo>
                    <a:pt x="402" y="20"/>
                  </a:lnTo>
                  <a:lnTo>
                    <a:pt x="201" y="60"/>
                  </a:lnTo>
                  <a:lnTo>
                    <a:pt x="0" y="121"/>
                  </a:lnTo>
                  <a:lnTo>
                    <a:pt x="101" y="582"/>
                  </a:lnTo>
                  <a:lnTo>
                    <a:pt x="161" y="1043"/>
                  </a:lnTo>
                  <a:lnTo>
                    <a:pt x="201" y="1524"/>
                  </a:lnTo>
                  <a:lnTo>
                    <a:pt x="221" y="2006"/>
                  </a:lnTo>
                  <a:lnTo>
                    <a:pt x="221" y="8403"/>
                  </a:lnTo>
                  <a:lnTo>
                    <a:pt x="522" y="8443"/>
                  </a:lnTo>
                  <a:lnTo>
                    <a:pt x="823" y="8463"/>
                  </a:lnTo>
                  <a:lnTo>
                    <a:pt x="1124" y="8443"/>
                  </a:lnTo>
                  <a:lnTo>
                    <a:pt x="1424" y="8403"/>
                  </a:lnTo>
                  <a:lnTo>
                    <a:pt x="1705" y="8323"/>
                  </a:lnTo>
                  <a:lnTo>
                    <a:pt x="1986" y="8203"/>
                  </a:lnTo>
                  <a:lnTo>
                    <a:pt x="2247" y="8082"/>
                  </a:lnTo>
                  <a:lnTo>
                    <a:pt x="2487" y="7922"/>
                  </a:lnTo>
                  <a:lnTo>
                    <a:pt x="2708" y="7741"/>
                  </a:lnTo>
                  <a:lnTo>
                    <a:pt x="2908" y="7541"/>
                  </a:lnTo>
                  <a:lnTo>
                    <a:pt x="2788" y="7460"/>
                  </a:lnTo>
                  <a:lnTo>
                    <a:pt x="2628" y="7360"/>
                  </a:lnTo>
                  <a:lnTo>
                    <a:pt x="2507" y="7240"/>
                  </a:lnTo>
                  <a:lnTo>
                    <a:pt x="2367" y="7100"/>
                  </a:lnTo>
                  <a:lnTo>
                    <a:pt x="2267" y="6959"/>
                  </a:lnTo>
                  <a:lnTo>
                    <a:pt x="2066" y="6658"/>
                  </a:lnTo>
                  <a:lnTo>
                    <a:pt x="1886" y="6337"/>
                  </a:lnTo>
                  <a:lnTo>
                    <a:pt x="1765" y="5997"/>
                  </a:lnTo>
                  <a:lnTo>
                    <a:pt x="1645" y="5656"/>
                  </a:lnTo>
                  <a:lnTo>
                    <a:pt x="1545" y="5295"/>
                  </a:lnTo>
                  <a:lnTo>
                    <a:pt x="1464" y="4954"/>
                  </a:lnTo>
                  <a:lnTo>
                    <a:pt x="1384" y="4533"/>
                  </a:lnTo>
                  <a:lnTo>
                    <a:pt x="1304" y="3971"/>
                  </a:lnTo>
                  <a:lnTo>
                    <a:pt x="1244" y="3309"/>
                  </a:lnTo>
                  <a:lnTo>
                    <a:pt x="1224" y="2968"/>
                  </a:lnTo>
                  <a:lnTo>
                    <a:pt x="1224" y="2607"/>
                  </a:lnTo>
                  <a:lnTo>
                    <a:pt x="1224" y="2266"/>
                  </a:lnTo>
                  <a:lnTo>
                    <a:pt x="1264" y="1905"/>
                  </a:lnTo>
                  <a:lnTo>
                    <a:pt x="1304" y="1564"/>
                  </a:lnTo>
                  <a:lnTo>
                    <a:pt x="1364" y="1244"/>
                  </a:lnTo>
                  <a:lnTo>
                    <a:pt x="1444" y="943"/>
                  </a:lnTo>
                  <a:lnTo>
                    <a:pt x="1545" y="662"/>
                  </a:lnTo>
                  <a:lnTo>
                    <a:pt x="1685" y="401"/>
                  </a:lnTo>
                  <a:lnTo>
                    <a:pt x="1825" y="181"/>
                  </a:lnTo>
                  <a:lnTo>
                    <a:pt x="1585" y="100"/>
                  </a:lnTo>
                  <a:lnTo>
                    <a:pt x="1344" y="40"/>
                  </a:lnTo>
                  <a:lnTo>
                    <a:pt x="1083" y="20"/>
                  </a:lnTo>
                  <a:lnTo>
                    <a:pt x="823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9" name="Google Shape;6089;p26"/>
            <p:cNvSpPr/>
            <p:nvPr/>
          </p:nvSpPr>
          <p:spPr>
            <a:xfrm>
              <a:off x="11139850" y="3285888"/>
              <a:ext cx="72725" cy="211600"/>
            </a:xfrm>
            <a:custGeom>
              <a:avLst/>
              <a:gdLst/>
              <a:ahLst/>
              <a:cxnLst/>
              <a:rect l="l" t="t" r="r" b="b"/>
              <a:pathLst>
                <a:path w="2909" h="8464" fill="none" extrusionOk="0">
                  <a:moveTo>
                    <a:pt x="823" y="0"/>
                  </a:moveTo>
                  <a:lnTo>
                    <a:pt x="823" y="0"/>
                  </a:lnTo>
                  <a:lnTo>
                    <a:pt x="602" y="0"/>
                  </a:lnTo>
                  <a:lnTo>
                    <a:pt x="402" y="20"/>
                  </a:lnTo>
                  <a:lnTo>
                    <a:pt x="201" y="6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101" y="582"/>
                  </a:lnTo>
                  <a:lnTo>
                    <a:pt x="161" y="1043"/>
                  </a:lnTo>
                  <a:lnTo>
                    <a:pt x="201" y="1524"/>
                  </a:lnTo>
                  <a:lnTo>
                    <a:pt x="221" y="2006"/>
                  </a:lnTo>
                  <a:lnTo>
                    <a:pt x="221" y="8403"/>
                  </a:lnTo>
                  <a:lnTo>
                    <a:pt x="221" y="8403"/>
                  </a:lnTo>
                  <a:lnTo>
                    <a:pt x="522" y="8443"/>
                  </a:lnTo>
                  <a:lnTo>
                    <a:pt x="823" y="8463"/>
                  </a:lnTo>
                  <a:lnTo>
                    <a:pt x="823" y="8463"/>
                  </a:lnTo>
                  <a:lnTo>
                    <a:pt x="1124" y="8443"/>
                  </a:lnTo>
                  <a:lnTo>
                    <a:pt x="1424" y="8403"/>
                  </a:lnTo>
                  <a:lnTo>
                    <a:pt x="1705" y="8323"/>
                  </a:lnTo>
                  <a:lnTo>
                    <a:pt x="1986" y="8203"/>
                  </a:lnTo>
                  <a:lnTo>
                    <a:pt x="2247" y="8082"/>
                  </a:lnTo>
                  <a:lnTo>
                    <a:pt x="2487" y="7922"/>
                  </a:lnTo>
                  <a:lnTo>
                    <a:pt x="2708" y="7741"/>
                  </a:lnTo>
                  <a:lnTo>
                    <a:pt x="2908" y="7541"/>
                  </a:lnTo>
                  <a:lnTo>
                    <a:pt x="2908" y="7541"/>
                  </a:lnTo>
                  <a:lnTo>
                    <a:pt x="2788" y="7460"/>
                  </a:lnTo>
                  <a:lnTo>
                    <a:pt x="2788" y="7460"/>
                  </a:lnTo>
                  <a:lnTo>
                    <a:pt x="2628" y="7360"/>
                  </a:lnTo>
                  <a:lnTo>
                    <a:pt x="2507" y="7240"/>
                  </a:lnTo>
                  <a:lnTo>
                    <a:pt x="2367" y="7100"/>
                  </a:lnTo>
                  <a:lnTo>
                    <a:pt x="2267" y="6959"/>
                  </a:lnTo>
                  <a:lnTo>
                    <a:pt x="2066" y="6658"/>
                  </a:lnTo>
                  <a:lnTo>
                    <a:pt x="1886" y="6337"/>
                  </a:lnTo>
                  <a:lnTo>
                    <a:pt x="1765" y="5997"/>
                  </a:lnTo>
                  <a:lnTo>
                    <a:pt x="1645" y="5656"/>
                  </a:lnTo>
                  <a:lnTo>
                    <a:pt x="1545" y="5295"/>
                  </a:lnTo>
                  <a:lnTo>
                    <a:pt x="1464" y="4954"/>
                  </a:lnTo>
                  <a:lnTo>
                    <a:pt x="1464" y="4954"/>
                  </a:lnTo>
                  <a:lnTo>
                    <a:pt x="1384" y="4533"/>
                  </a:lnTo>
                  <a:lnTo>
                    <a:pt x="1304" y="3971"/>
                  </a:lnTo>
                  <a:lnTo>
                    <a:pt x="1244" y="3309"/>
                  </a:lnTo>
                  <a:lnTo>
                    <a:pt x="1224" y="2968"/>
                  </a:lnTo>
                  <a:lnTo>
                    <a:pt x="1224" y="2607"/>
                  </a:lnTo>
                  <a:lnTo>
                    <a:pt x="1224" y="2266"/>
                  </a:lnTo>
                  <a:lnTo>
                    <a:pt x="1264" y="1905"/>
                  </a:lnTo>
                  <a:lnTo>
                    <a:pt x="1304" y="1564"/>
                  </a:lnTo>
                  <a:lnTo>
                    <a:pt x="1364" y="1244"/>
                  </a:lnTo>
                  <a:lnTo>
                    <a:pt x="1444" y="943"/>
                  </a:lnTo>
                  <a:lnTo>
                    <a:pt x="1545" y="662"/>
                  </a:lnTo>
                  <a:lnTo>
                    <a:pt x="1685" y="401"/>
                  </a:lnTo>
                  <a:lnTo>
                    <a:pt x="1825" y="181"/>
                  </a:lnTo>
                  <a:lnTo>
                    <a:pt x="1825" y="181"/>
                  </a:lnTo>
                  <a:lnTo>
                    <a:pt x="1585" y="100"/>
                  </a:lnTo>
                  <a:lnTo>
                    <a:pt x="1344" y="40"/>
                  </a:lnTo>
                  <a:lnTo>
                    <a:pt x="1083" y="20"/>
                  </a:lnTo>
                  <a:lnTo>
                    <a:pt x="82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0" name="Google Shape;6090;p26"/>
            <p:cNvSpPr/>
            <p:nvPr/>
          </p:nvSpPr>
          <p:spPr>
            <a:xfrm>
              <a:off x="10603400" y="2300713"/>
              <a:ext cx="76225" cy="76225"/>
            </a:xfrm>
            <a:custGeom>
              <a:avLst/>
              <a:gdLst/>
              <a:ahLst/>
              <a:cxnLst/>
              <a:rect l="l" t="t" r="r" b="b"/>
              <a:pathLst>
                <a:path w="3049" h="3049" extrusionOk="0">
                  <a:moveTo>
                    <a:pt x="1464" y="0"/>
                  </a:moveTo>
                  <a:lnTo>
                    <a:pt x="1284" y="20"/>
                  </a:lnTo>
                  <a:lnTo>
                    <a:pt x="1123" y="60"/>
                  </a:lnTo>
                  <a:lnTo>
                    <a:pt x="963" y="120"/>
                  </a:lnTo>
                  <a:lnTo>
                    <a:pt x="822" y="180"/>
                  </a:lnTo>
                  <a:lnTo>
                    <a:pt x="682" y="261"/>
                  </a:lnTo>
                  <a:lnTo>
                    <a:pt x="542" y="361"/>
                  </a:lnTo>
                  <a:lnTo>
                    <a:pt x="441" y="481"/>
                  </a:lnTo>
                  <a:lnTo>
                    <a:pt x="321" y="622"/>
                  </a:lnTo>
                  <a:lnTo>
                    <a:pt x="241" y="742"/>
                  </a:lnTo>
                  <a:lnTo>
                    <a:pt x="161" y="902"/>
                  </a:lnTo>
                  <a:lnTo>
                    <a:pt x="100" y="1043"/>
                  </a:lnTo>
                  <a:lnTo>
                    <a:pt x="40" y="1223"/>
                  </a:lnTo>
                  <a:lnTo>
                    <a:pt x="20" y="1384"/>
                  </a:lnTo>
                  <a:lnTo>
                    <a:pt x="0" y="1564"/>
                  </a:lnTo>
                  <a:lnTo>
                    <a:pt x="20" y="1725"/>
                  </a:lnTo>
                  <a:lnTo>
                    <a:pt x="40" y="1865"/>
                  </a:lnTo>
                  <a:lnTo>
                    <a:pt x="80" y="1985"/>
                  </a:lnTo>
                  <a:lnTo>
                    <a:pt x="121" y="2126"/>
                  </a:lnTo>
                  <a:lnTo>
                    <a:pt x="181" y="2246"/>
                  </a:lnTo>
                  <a:lnTo>
                    <a:pt x="261" y="2366"/>
                  </a:lnTo>
                  <a:lnTo>
                    <a:pt x="341" y="2467"/>
                  </a:lnTo>
                  <a:lnTo>
                    <a:pt x="441" y="2587"/>
                  </a:lnTo>
                  <a:lnTo>
                    <a:pt x="542" y="2687"/>
                  </a:lnTo>
                  <a:lnTo>
                    <a:pt x="662" y="2768"/>
                  </a:lnTo>
                  <a:lnTo>
                    <a:pt x="782" y="2848"/>
                  </a:lnTo>
                  <a:lnTo>
                    <a:pt x="923" y="2908"/>
                  </a:lnTo>
                  <a:lnTo>
                    <a:pt x="1063" y="2968"/>
                  </a:lnTo>
                  <a:lnTo>
                    <a:pt x="1223" y="3008"/>
                  </a:lnTo>
                  <a:lnTo>
                    <a:pt x="1384" y="3028"/>
                  </a:lnTo>
                  <a:lnTo>
                    <a:pt x="1544" y="3048"/>
                  </a:lnTo>
                  <a:lnTo>
                    <a:pt x="1725" y="3028"/>
                  </a:lnTo>
                  <a:lnTo>
                    <a:pt x="1925" y="3008"/>
                  </a:lnTo>
                  <a:lnTo>
                    <a:pt x="2126" y="2928"/>
                  </a:lnTo>
                  <a:lnTo>
                    <a:pt x="2306" y="2848"/>
                  </a:lnTo>
                  <a:lnTo>
                    <a:pt x="2487" y="2727"/>
                  </a:lnTo>
                  <a:lnTo>
                    <a:pt x="2627" y="2567"/>
                  </a:lnTo>
                  <a:lnTo>
                    <a:pt x="2768" y="2407"/>
                  </a:lnTo>
                  <a:lnTo>
                    <a:pt x="2868" y="2226"/>
                  </a:lnTo>
                  <a:lnTo>
                    <a:pt x="2948" y="2026"/>
                  </a:lnTo>
                  <a:lnTo>
                    <a:pt x="3008" y="1865"/>
                  </a:lnTo>
                  <a:lnTo>
                    <a:pt x="3028" y="1685"/>
                  </a:lnTo>
                  <a:lnTo>
                    <a:pt x="3048" y="1504"/>
                  </a:lnTo>
                  <a:lnTo>
                    <a:pt x="3028" y="1324"/>
                  </a:lnTo>
                  <a:lnTo>
                    <a:pt x="3008" y="1163"/>
                  </a:lnTo>
                  <a:lnTo>
                    <a:pt x="2948" y="1003"/>
                  </a:lnTo>
                  <a:lnTo>
                    <a:pt x="2888" y="842"/>
                  </a:lnTo>
                  <a:lnTo>
                    <a:pt x="2788" y="702"/>
                  </a:lnTo>
                  <a:lnTo>
                    <a:pt x="2687" y="562"/>
                  </a:lnTo>
                  <a:lnTo>
                    <a:pt x="2587" y="441"/>
                  </a:lnTo>
                  <a:lnTo>
                    <a:pt x="2447" y="321"/>
                  </a:lnTo>
                  <a:lnTo>
                    <a:pt x="2306" y="221"/>
                  </a:lnTo>
                  <a:lnTo>
                    <a:pt x="2166" y="140"/>
                  </a:lnTo>
                  <a:lnTo>
                    <a:pt x="1986" y="80"/>
                  </a:lnTo>
                  <a:lnTo>
                    <a:pt x="1825" y="40"/>
                  </a:lnTo>
                  <a:lnTo>
                    <a:pt x="1645" y="20"/>
                  </a:lnTo>
                  <a:lnTo>
                    <a:pt x="1464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1" name="Google Shape;6091;p26"/>
            <p:cNvSpPr/>
            <p:nvPr/>
          </p:nvSpPr>
          <p:spPr>
            <a:xfrm>
              <a:off x="10137625" y="2651163"/>
              <a:ext cx="1007775" cy="478825"/>
            </a:xfrm>
            <a:custGeom>
              <a:avLst/>
              <a:gdLst/>
              <a:ahLst/>
              <a:cxnLst/>
              <a:rect l="l" t="t" r="r" b="b"/>
              <a:pathLst>
                <a:path w="40311" h="19153" extrusionOk="0">
                  <a:moveTo>
                    <a:pt x="5877" y="0"/>
                  </a:moveTo>
                  <a:lnTo>
                    <a:pt x="5576" y="20"/>
                  </a:lnTo>
                  <a:lnTo>
                    <a:pt x="5255" y="60"/>
                  </a:lnTo>
                  <a:lnTo>
                    <a:pt x="4954" y="120"/>
                  </a:lnTo>
                  <a:lnTo>
                    <a:pt x="4653" y="201"/>
                  </a:lnTo>
                  <a:lnTo>
                    <a:pt x="4352" y="281"/>
                  </a:lnTo>
                  <a:lnTo>
                    <a:pt x="4072" y="381"/>
                  </a:lnTo>
                  <a:lnTo>
                    <a:pt x="3791" y="481"/>
                  </a:lnTo>
                  <a:lnTo>
                    <a:pt x="3510" y="602"/>
                  </a:lnTo>
                  <a:lnTo>
                    <a:pt x="3249" y="742"/>
                  </a:lnTo>
                  <a:lnTo>
                    <a:pt x="2989" y="903"/>
                  </a:lnTo>
                  <a:lnTo>
                    <a:pt x="2728" y="1063"/>
                  </a:lnTo>
                  <a:lnTo>
                    <a:pt x="2487" y="1223"/>
                  </a:lnTo>
                  <a:lnTo>
                    <a:pt x="2267" y="1404"/>
                  </a:lnTo>
                  <a:lnTo>
                    <a:pt x="2046" y="1604"/>
                  </a:lnTo>
                  <a:lnTo>
                    <a:pt x="1826" y="1805"/>
                  </a:lnTo>
                  <a:lnTo>
                    <a:pt x="1625" y="2026"/>
                  </a:lnTo>
                  <a:lnTo>
                    <a:pt x="1424" y="2246"/>
                  </a:lnTo>
                  <a:lnTo>
                    <a:pt x="1244" y="2487"/>
                  </a:lnTo>
                  <a:lnTo>
                    <a:pt x="1063" y="2728"/>
                  </a:lnTo>
                  <a:lnTo>
                    <a:pt x="903" y="2988"/>
                  </a:lnTo>
                  <a:lnTo>
                    <a:pt x="763" y="3229"/>
                  </a:lnTo>
                  <a:lnTo>
                    <a:pt x="622" y="3510"/>
                  </a:lnTo>
                  <a:lnTo>
                    <a:pt x="502" y="3770"/>
                  </a:lnTo>
                  <a:lnTo>
                    <a:pt x="382" y="4051"/>
                  </a:lnTo>
                  <a:lnTo>
                    <a:pt x="281" y="4352"/>
                  </a:lnTo>
                  <a:lnTo>
                    <a:pt x="201" y="4633"/>
                  </a:lnTo>
                  <a:lnTo>
                    <a:pt x="141" y="4934"/>
                  </a:lnTo>
                  <a:lnTo>
                    <a:pt x="81" y="5254"/>
                  </a:lnTo>
                  <a:lnTo>
                    <a:pt x="41" y="5555"/>
                  </a:lnTo>
                  <a:lnTo>
                    <a:pt x="21" y="5876"/>
                  </a:lnTo>
                  <a:lnTo>
                    <a:pt x="1" y="6197"/>
                  </a:lnTo>
                  <a:lnTo>
                    <a:pt x="1" y="12955"/>
                  </a:lnTo>
                  <a:lnTo>
                    <a:pt x="21" y="13276"/>
                  </a:lnTo>
                  <a:lnTo>
                    <a:pt x="41" y="13577"/>
                  </a:lnTo>
                  <a:lnTo>
                    <a:pt x="81" y="13898"/>
                  </a:lnTo>
                  <a:lnTo>
                    <a:pt x="141" y="14199"/>
                  </a:lnTo>
                  <a:lnTo>
                    <a:pt x="201" y="14500"/>
                  </a:lnTo>
                  <a:lnTo>
                    <a:pt x="281" y="14800"/>
                  </a:lnTo>
                  <a:lnTo>
                    <a:pt x="382" y="15081"/>
                  </a:lnTo>
                  <a:lnTo>
                    <a:pt x="502" y="15362"/>
                  </a:lnTo>
                  <a:lnTo>
                    <a:pt x="622" y="15643"/>
                  </a:lnTo>
                  <a:lnTo>
                    <a:pt x="763" y="15903"/>
                  </a:lnTo>
                  <a:lnTo>
                    <a:pt x="903" y="16164"/>
                  </a:lnTo>
                  <a:lnTo>
                    <a:pt x="1063" y="16405"/>
                  </a:lnTo>
                  <a:lnTo>
                    <a:pt x="1244" y="16665"/>
                  </a:lnTo>
                  <a:lnTo>
                    <a:pt x="1424" y="16886"/>
                  </a:lnTo>
                  <a:lnTo>
                    <a:pt x="1625" y="17107"/>
                  </a:lnTo>
                  <a:lnTo>
                    <a:pt x="1826" y="17327"/>
                  </a:lnTo>
                  <a:lnTo>
                    <a:pt x="2046" y="17528"/>
                  </a:lnTo>
                  <a:lnTo>
                    <a:pt x="2267" y="17728"/>
                  </a:lnTo>
                  <a:lnTo>
                    <a:pt x="2487" y="17909"/>
                  </a:lnTo>
                  <a:lnTo>
                    <a:pt x="2728" y="18089"/>
                  </a:lnTo>
                  <a:lnTo>
                    <a:pt x="2989" y="18250"/>
                  </a:lnTo>
                  <a:lnTo>
                    <a:pt x="3249" y="18390"/>
                  </a:lnTo>
                  <a:lnTo>
                    <a:pt x="3510" y="18531"/>
                  </a:lnTo>
                  <a:lnTo>
                    <a:pt x="3791" y="18651"/>
                  </a:lnTo>
                  <a:lnTo>
                    <a:pt x="4072" y="18771"/>
                  </a:lnTo>
                  <a:lnTo>
                    <a:pt x="4352" y="18871"/>
                  </a:lnTo>
                  <a:lnTo>
                    <a:pt x="4653" y="18952"/>
                  </a:lnTo>
                  <a:lnTo>
                    <a:pt x="4954" y="19012"/>
                  </a:lnTo>
                  <a:lnTo>
                    <a:pt x="5255" y="19072"/>
                  </a:lnTo>
                  <a:lnTo>
                    <a:pt x="5576" y="19112"/>
                  </a:lnTo>
                  <a:lnTo>
                    <a:pt x="5877" y="19132"/>
                  </a:lnTo>
                  <a:lnTo>
                    <a:pt x="6197" y="19152"/>
                  </a:lnTo>
                  <a:lnTo>
                    <a:pt x="34113" y="19152"/>
                  </a:lnTo>
                  <a:lnTo>
                    <a:pt x="34655" y="19132"/>
                  </a:lnTo>
                  <a:lnTo>
                    <a:pt x="35176" y="19052"/>
                  </a:lnTo>
                  <a:lnTo>
                    <a:pt x="35677" y="18952"/>
                  </a:lnTo>
                  <a:lnTo>
                    <a:pt x="36159" y="18791"/>
                  </a:lnTo>
                  <a:lnTo>
                    <a:pt x="36640" y="18611"/>
                  </a:lnTo>
                  <a:lnTo>
                    <a:pt x="37081" y="18390"/>
                  </a:lnTo>
                  <a:lnTo>
                    <a:pt x="37522" y="18129"/>
                  </a:lnTo>
                  <a:lnTo>
                    <a:pt x="37924" y="17829"/>
                  </a:lnTo>
                  <a:lnTo>
                    <a:pt x="38184" y="17608"/>
                  </a:lnTo>
                  <a:lnTo>
                    <a:pt x="38445" y="17387"/>
                  </a:lnTo>
                  <a:lnTo>
                    <a:pt x="38686" y="17127"/>
                  </a:lnTo>
                  <a:lnTo>
                    <a:pt x="38906" y="16866"/>
                  </a:lnTo>
                  <a:lnTo>
                    <a:pt x="39127" y="16605"/>
                  </a:lnTo>
                  <a:lnTo>
                    <a:pt x="39307" y="16325"/>
                  </a:lnTo>
                  <a:lnTo>
                    <a:pt x="39488" y="16024"/>
                  </a:lnTo>
                  <a:lnTo>
                    <a:pt x="39668" y="15723"/>
                  </a:lnTo>
                  <a:lnTo>
                    <a:pt x="39809" y="15402"/>
                  </a:lnTo>
                  <a:lnTo>
                    <a:pt x="39929" y="15081"/>
                  </a:lnTo>
                  <a:lnTo>
                    <a:pt x="40049" y="14740"/>
                  </a:lnTo>
                  <a:lnTo>
                    <a:pt x="40150" y="14399"/>
                  </a:lnTo>
                  <a:lnTo>
                    <a:pt x="40210" y="14038"/>
                  </a:lnTo>
                  <a:lnTo>
                    <a:pt x="40270" y="13677"/>
                  </a:lnTo>
                  <a:lnTo>
                    <a:pt x="40290" y="13316"/>
                  </a:lnTo>
                  <a:lnTo>
                    <a:pt x="40310" y="12955"/>
                  </a:lnTo>
                  <a:lnTo>
                    <a:pt x="40310" y="6197"/>
                  </a:lnTo>
                  <a:lnTo>
                    <a:pt x="40310" y="5876"/>
                  </a:lnTo>
                  <a:lnTo>
                    <a:pt x="40270" y="5555"/>
                  </a:lnTo>
                  <a:lnTo>
                    <a:pt x="40230" y="5254"/>
                  </a:lnTo>
                  <a:lnTo>
                    <a:pt x="40190" y="4934"/>
                  </a:lnTo>
                  <a:lnTo>
                    <a:pt x="40110" y="4633"/>
                  </a:lnTo>
                  <a:lnTo>
                    <a:pt x="40029" y="4352"/>
                  </a:lnTo>
                  <a:lnTo>
                    <a:pt x="39929" y="4051"/>
                  </a:lnTo>
                  <a:lnTo>
                    <a:pt x="39829" y="3770"/>
                  </a:lnTo>
                  <a:lnTo>
                    <a:pt x="39688" y="3510"/>
                  </a:lnTo>
                  <a:lnTo>
                    <a:pt x="39568" y="3229"/>
                  </a:lnTo>
                  <a:lnTo>
                    <a:pt x="39408" y="2988"/>
                  </a:lnTo>
                  <a:lnTo>
                    <a:pt x="39247" y="2728"/>
                  </a:lnTo>
                  <a:lnTo>
                    <a:pt x="39087" y="2487"/>
                  </a:lnTo>
                  <a:lnTo>
                    <a:pt x="38886" y="2246"/>
                  </a:lnTo>
                  <a:lnTo>
                    <a:pt x="38706" y="2026"/>
                  </a:lnTo>
                  <a:lnTo>
                    <a:pt x="38485" y="1805"/>
                  </a:lnTo>
                  <a:lnTo>
                    <a:pt x="38285" y="1604"/>
                  </a:lnTo>
                  <a:lnTo>
                    <a:pt x="38064" y="1404"/>
                  </a:lnTo>
                  <a:lnTo>
                    <a:pt x="37823" y="1223"/>
                  </a:lnTo>
                  <a:lnTo>
                    <a:pt x="37583" y="1063"/>
                  </a:lnTo>
                  <a:lnTo>
                    <a:pt x="37322" y="903"/>
                  </a:lnTo>
                  <a:lnTo>
                    <a:pt x="37061" y="742"/>
                  </a:lnTo>
                  <a:lnTo>
                    <a:pt x="36801" y="602"/>
                  </a:lnTo>
                  <a:lnTo>
                    <a:pt x="36520" y="481"/>
                  </a:lnTo>
                  <a:lnTo>
                    <a:pt x="36239" y="381"/>
                  </a:lnTo>
                  <a:lnTo>
                    <a:pt x="35958" y="281"/>
                  </a:lnTo>
                  <a:lnTo>
                    <a:pt x="35657" y="201"/>
                  </a:lnTo>
                  <a:lnTo>
                    <a:pt x="35357" y="120"/>
                  </a:lnTo>
                  <a:lnTo>
                    <a:pt x="35056" y="60"/>
                  </a:lnTo>
                  <a:lnTo>
                    <a:pt x="34755" y="20"/>
                  </a:lnTo>
                  <a:lnTo>
                    <a:pt x="344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2" name="Google Shape;6092;p26"/>
            <p:cNvSpPr/>
            <p:nvPr/>
          </p:nvSpPr>
          <p:spPr>
            <a:xfrm>
              <a:off x="10137625" y="2651163"/>
              <a:ext cx="1007775" cy="478825"/>
            </a:xfrm>
            <a:custGeom>
              <a:avLst/>
              <a:gdLst/>
              <a:ahLst/>
              <a:cxnLst/>
              <a:rect l="l" t="t" r="r" b="b"/>
              <a:pathLst>
                <a:path w="40311" h="19153" fill="none" extrusionOk="0">
                  <a:moveTo>
                    <a:pt x="40310" y="6197"/>
                  </a:moveTo>
                  <a:lnTo>
                    <a:pt x="40310" y="12955"/>
                  </a:lnTo>
                  <a:lnTo>
                    <a:pt x="40310" y="12955"/>
                  </a:lnTo>
                  <a:lnTo>
                    <a:pt x="40290" y="13316"/>
                  </a:lnTo>
                  <a:lnTo>
                    <a:pt x="40270" y="13677"/>
                  </a:lnTo>
                  <a:lnTo>
                    <a:pt x="40210" y="14038"/>
                  </a:lnTo>
                  <a:lnTo>
                    <a:pt x="40150" y="14399"/>
                  </a:lnTo>
                  <a:lnTo>
                    <a:pt x="40049" y="14740"/>
                  </a:lnTo>
                  <a:lnTo>
                    <a:pt x="39929" y="15081"/>
                  </a:lnTo>
                  <a:lnTo>
                    <a:pt x="39809" y="15402"/>
                  </a:lnTo>
                  <a:lnTo>
                    <a:pt x="39668" y="15723"/>
                  </a:lnTo>
                  <a:lnTo>
                    <a:pt x="39488" y="16024"/>
                  </a:lnTo>
                  <a:lnTo>
                    <a:pt x="39307" y="16325"/>
                  </a:lnTo>
                  <a:lnTo>
                    <a:pt x="39127" y="16605"/>
                  </a:lnTo>
                  <a:lnTo>
                    <a:pt x="38906" y="16866"/>
                  </a:lnTo>
                  <a:lnTo>
                    <a:pt x="38686" y="17127"/>
                  </a:lnTo>
                  <a:lnTo>
                    <a:pt x="38445" y="17387"/>
                  </a:lnTo>
                  <a:lnTo>
                    <a:pt x="38184" y="17608"/>
                  </a:lnTo>
                  <a:lnTo>
                    <a:pt x="37924" y="17829"/>
                  </a:lnTo>
                  <a:lnTo>
                    <a:pt x="37924" y="17829"/>
                  </a:lnTo>
                  <a:lnTo>
                    <a:pt x="37522" y="18129"/>
                  </a:lnTo>
                  <a:lnTo>
                    <a:pt x="37081" y="18390"/>
                  </a:lnTo>
                  <a:lnTo>
                    <a:pt x="36640" y="18611"/>
                  </a:lnTo>
                  <a:lnTo>
                    <a:pt x="36159" y="18791"/>
                  </a:lnTo>
                  <a:lnTo>
                    <a:pt x="35677" y="18952"/>
                  </a:lnTo>
                  <a:lnTo>
                    <a:pt x="35176" y="19052"/>
                  </a:lnTo>
                  <a:lnTo>
                    <a:pt x="34655" y="19132"/>
                  </a:lnTo>
                  <a:lnTo>
                    <a:pt x="34113" y="19152"/>
                  </a:lnTo>
                  <a:lnTo>
                    <a:pt x="6197" y="19152"/>
                  </a:lnTo>
                  <a:lnTo>
                    <a:pt x="6197" y="19152"/>
                  </a:lnTo>
                  <a:lnTo>
                    <a:pt x="5877" y="19132"/>
                  </a:lnTo>
                  <a:lnTo>
                    <a:pt x="5576" y="19112"/>
                  </a:lnTo>
                  <a:lnTo>
                    <a:pt x="5255" y="19072"/>
                  </a:lnTo>
                  <a:lnTo>
                    <a:pt x="4954" y="19012"/>
                  </a:lnTo>
                  <a:lnTo>
                    <a:pt x="4653" y="18952"/>
                  </a:lnTo>
                  <a:lnTo>
                    <a:pt x="4352" y="18871"/>
                  </a:lnTo>
                  <a:lnTo>
                    <a:pt x="4072" y="18771"/>
                  </a:lnTo>
                  <a:lnTo>
                    <a:pt x="3791" y="18651"/>
                  </a:lnTo>
                  <a:lnTo>
                    <a:pt x="3510" y="18531"/>
                  </a:lnTo>
                  <a:lnTo>
                    <a:pt x="3249" y="18390"/>
                  </a:lnTo>
                  <a:lnTo>
                    <a:pt x="2989" y="18250"/>
                  </a:lnTo>
                  <a:lnTo>
                    <a:pt x="2728" y="18089"/>
                  </a:lnTo>
                  <a:lnTo>
                    <a:pt x="2487" y="17909"/>
                  </a:lnTo>
                  <a:lnTo>
                    <a:pt x="2267" y="17728"/>
                  </a:lnTo>
                  <a:lnTo>
                    <a:pt x="2046" y="17528"/>
                  </a:lnTo>
                  <a:lnTo>
                    <a:pt x="1826" y="17327"/>
                  </a:lnTo>
                  <a:lnTo>
                    <a:pt x="1625" y="17107"/>
                  </a:lnTo>
                  <a:lnTo>
                    <a:pt x="1424" y="16886"/>
                  </a:lnTo>
                  <a:lnTo>
                    <a:pt x="1244" y="16665"/>
                  </a:lnTo>
                  <a:lnTo>
                    <a:pt x="1063" y="16405"/>
                  </a:lnTo>
                  <a:lnTo>
                    <a:pt x="903" y="16164"/>
                  </a:lnTo>
                  <a:lnTo>
                    <a:pt x="763" y="15903"/>
                  </a:lnTo>
                  <a:lnTo>
                    <a:pt x="622" y="15643"/>
                  </a:lnTo>
                  <a:lnTo>
                    <a:pt x="502" y="15362"/>
                  </a:lnTo>
                  <a:lnTo>
                    <a:pt x="382" y="15081"/>
                  </a:lnTo>
                  <a:lnTo>
                    <a:pt x="281" y="14800"/>
                  </a:lnTo>
                  <a:lnTo>
                    <a:pt x="201" y="14500"/>
                  </a:lnTo>
                  <a:lnTo>
                    <a:pt x="141" y="14199"/>
                  </a:lnTo>
                  <a:lnTo>
                    <a:pt x="81" y="13898"/>
                  </a:lnTo>
                  <a:lnTo>
                    <a:pt x="41" y="13577"/>
                  </a:lnTo>
                  <a:lnTo>
                    <a:pt x="21" y="13276"/>
                  </a:lnTo>
                  <a:lnTo>
                    <a:pt x="1" y="12955"/>
                  </a:lnTo>
                  <a:lnTo>
                    <a:pt x="1" y="6197"/>
                  </a:lnTo>
                  <a:lnTo>
                    <a:pt x="1" y="6197"/>
                  </a:lnTo>
                  <a:lnTo>
                    <a:pt x="21" y="5876"/>
                  </a:lnTo>
                  <a:lnTo>
                    <a:pt x="41" y="5555"/>
                  </a:lnTo>
                  <a:lnTo>
                    <a:pt x="81" y="5254"/>
                  </a:lnTo>
                  <a:lnTo>
                    <a:pt x="141" y="4934"/>
                  </a:lnTo>
                  <a:lnTo>
                    <a:pt x="201" y="4633"/>
                  </a:lnTo>
                  <a:lnTo>
                    <a:pt x="281" y="4352"/>
                  </a:lnTo>
                  <a:lnTo>
                    <a:pt x="382" y="4051"/>
                  </a:lnTo>
                  <a:lnTo>
                    <a:pt x="502" y="3770"/>
                  </a:lnTo>
                  <a:lnTo>
                    <a:pt x="622" y="3510"/>
                  </a:lnTo>
                  <a:lnTo>
                    <a:pt x="763" y="3229"/>
                  </a:lnTo>
                  <a:lnTo>
                    <a:pt x="903" y="2988"/>
                  </a:lnTo>
                  <a:lnTo>
                    <a:pt x="1063" y="2728"/>
                  </a:lnTo>
                  <a:lnTo>
                    <a:pt x="1244" y="2487"/>
                  </a:lnTo>
                  <a:lnTo>
                    <a:pt x="1424" y="2246"/>
                  </a:lnTo>
                  <a:lnTo>
                    <a:pt x="1625" y="2026"/>
                  </a:lnTo>
                  <a:lnTo>
                    <a:pt x="1826" y="1805"/>
                  </a:lnTo>
                  <a:lnTo>
                    <a:pt x="2046" y="1604"/>
                  </a:lnTo>
                  <a:lnTo>
                    <a:pt x="2267" y="1404"/>
                  </a:lnTo>
                  <a:lnTo>
                    <a:pt x="2487" y="1223"/>
                  </a:lnTo>
                  <a:lnTo>
                    <a:pt x="2728" y="1063"/>
                  </a:lnTo>
                  <a:lnTo>
                    <a:pt x="2989" y="903"/>
                  </a:lnTo>
                  <a:lnTo>
                    <a:pt x="3249" y="742"/>
                  </a:lnTo>
                  <a:lnTo>
                    <a:pt x="3510" y="602"/>
                  </a:lnTo>
                  <a:lnTo>
                    <a:pt x="3791" y="481"/>
                  </a:lnTo>
                  <a:lnTo>
                    <a:pt x="4072" y="381"/>
                  </a:lnTo>
                  <a:lnTo>
                    <a:pt x="4352" y="281"/>
                  </a:lnTo>
                  <a:lnTo>
                    <a:pt x="4653" y="201"/>
                  </a:lnTo>
                  <a:lnTo>
                    <a:pt x="4954" y="120"/>
                  </a:lnTo>
                  <a:lnTo>
                    <a:pt x="5255" y="60"/>
                  </a:lnTo>
                  <a:lnTo>
                    <a:pt x="5576" y="20"/>
                  </a:lnTo>
                  <a:lnTo>
                    <a:pt x="5877" y="0"/>
                  </a:lnTo>
                  <a:lnTo>
                    <a:pt x="6197" y="0"/>
                  </a:lnTo>
                  <a:lnTo>
                    <a:pt x="34113" y="0"/>
                  </a:lnTo>
                  <a:lnTo>
                    <a:pt x="34113" y="0"/>
                  </a:lnTo>
                  <a:lnTo>
                    <a:pt x="34434" y="0"/>
                  </a:lnTo>
                  <a:lnTo>
                    <a:pt x="34755" y="20"/>
                  </a:lnTo>
                  <a:lnTo>
                    <a:pt x="35056" y="60"/>
                  </a:lnTo>
                  <a:lnTo>
                    <a:pt x="35357" y="120"/>
                  </a:lnTo>
                  <a:lnTo>
                    <a:pt x="35657" y="201"/>
                  </a:lnTo>
                  <a:lnTo>
                    <a:pt x="35958" y="281"/>
                  </a:lnTo>
                  <a:lnTo>
                    <a:pt x="36239" y="381"/>
                  </a:lnTo>
                  <a:lnTo>
                    <a:pt x="36520" y="481"/>
                  </a:lnTo>
                  <a:lnTo>
                    <a:pt x="36801" y="602"/>
                  </a:lnTo>
                  <a:lnTo>
                    <a:pt x="37061" y="742"/>
                  </a:lnTo>
                  <a:lnTo>
                    <a:pt x="37322" y="903"/>
                  </a:lnTo>
                  <a:lnTo>
                    <a:pt x="37583" y="1063"/>
                  </a:lnTo>
                  <a:lnTo>
                    <a:pt x="37823" y="1223"/>
                  </a:lnTo>
                  <a:lnTo>
                    <a:pt x="38064" y="1404"/>
                  </a:lnTo>
                  <a:lnTo>
                    <a:pt x="38285" y="1604"/>
                  </a:lnTo>
                  <a:lnTo>
                    <a:pt x="38485" y="1805"/>
                  </a:lnTo>
                  <a:lnTo>
                    <a:pt x="38706" y="2026"/>
                  </a:lnTo>
                  <a:lnTo>
                    <a:pt x="38886" y="2246"/>
                  </a:lnTo>
                  <a:lnTo>
                    <a:pt x="39087" y="2487"/>
                  </a:lnTo>
                  <a:lnTo>
                    <a:pt x="39247" y="2728"/>
                  </a:lnTo>
                  <a:lnTo>
                    <a:pt x="39408" y="2988"/>
                  </a:lnTo>
                  <a:lnTo>
                    <a:pt x="39568" y="3229"/>
                  </a:lnTo>
                  <a:lnTo>
                    <a:pt x="39688" y="3510"/>
                  </a:lnTo>
                  <a:lnTo>
                    <a:pt x="39829" y="3770"/>
                  </a:lnTo>
                  <a:lnTo>
                    <a:pt x="39929" y="4051"/>
                  </a:lnTo>
                  <a:lnTo>
                    <a:pt x="40029" y="4352"/>
                  </a:lnTo>
                  <a:lnTo>
                    <a:pt x="40110" y="4633"/>
                  </a:lnTo>
                  <a:lnTo>
                    <a:pt x="40190" y="4934"/>
                  </a:lnTo>
                  <a:lnTo>
                    <a:pt x="40230" y="5254"/>
                  </a:lnTo>
                  <a:lnTo>
                    <a:pt x="40270" y="5555"/>
                  </a:lnTo>
                  <a:lnTo>
                    <a:pt x="40310" y="5876"/>
                  </a:lnTo>
                  <a:lnTo>
                    <a:pt x="40310" y="6197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3" name="Google Shape;6093;p26"/>
            <p:cNvSpPr/>
            <p:nvPr/>
          </p:nvSpPr>
          <p:spPr>
            <a:xfrm>
              <a:off x="10137625" y="2651163"/>
              <a:ext cx="948100" cy="478825"/>
            </a:xfrm>
            <a:custGeom>
              <a:avLst/>
              <a:gdLst/>
              <a:ahLst/>
              <a:cxnLst/>
              <a:rect l="l" t="t" r="r" b="b"/>
              <a:pathLst>
                <a:path w="37924" h="19153" extrusionOk="0">
                  <a:moveTo>
                    <a:pt x="5877" y="0"/>
                  </a:moveTo>
                  <a:lnTo>
                    <a:pt x="5576" y="20"/>
                  </a:lnTo>
                  <a:lnTo>
                    <a:pt x="5255" y="60"/>
                  </a:lnTo>
                  <a:lnTo>
                    <a:pt x="4954" y="120"/>
                  </a:lnTo>
                  <a:lnTo>
                    <a:pt x="4653" y="201"/>
                  </a:lnTo>
                  <a:lnTo>
                    <a:pt x="4352" y="281"/>
                  </a:lnTo>
                  <a:lnTo>
                    <a:pt x="4072" y="381"/>
                  </a:lnTo>
                  <a:lnTo>
                    <a:pt x="3791" y="481"/>
                  </a:lnTo>
                  <a:lnTo>
                    <a:pt x="3510" y="602"/>
                  </a:lnTo>
                  <a:lnTo>
                    <a:pt x="3249" y="742"/>
                  </a:lnTo>
                  <a:lnTo>
                    <a:pt x="2989" y="903"/>
                  </a:lnTo>
                  <a:lnTo>
                    <a:pt x="2728" y="1063"/>
                  </a:lnTo>
                  <a:lnTo>
                    <a:pt x="2487" y="1223"/>
                  </a:lnTo>
                  <a:lnTo>
                    <a:pt x="2267" y="1404"/>
                  </a:lnTo>
                  <a:lnTo>
                    <a:pt x="2046" y="1604"/>
                  </a:lnTo>
                  <a:lnTo>
                    <a:pt x="1826" y="1805"/>
                  </a:lnTo>
                  <a:lnTo>
                    <a:pt x="1625" y="2026"/>
                  </a:lnTo>
                  <a:lnTo>
                    <a:pt x="1424" y="2246"/>
                  </a:lnTo>
                  <a:lnTo>
                    <a:pt x="1244" y="2487"/>
                  </a:lnTo>
                  <a:lnTo>
                    <a:pt x="1063" y="2728"/>
                  </a:lnTo>
                  <a:lnTo>
                    <a:pt x="903" y="2988"/>
                  </a:lnTo>
                  <a:lnTo>
                    <a:pt x="763" y="3229"/>
                  </a:lnTo>
                  <a:lnTo>
                    <a:pt x="622" y="3510"/>
                  </a:lnTo>
                  <a:lnTo>
                    <a:pt x="502" y="3770"/>
                  </a:lnTo>
                  <a:lnTo>
                    <a:pt x="382" y="4051"/>
                  </a:lnTo>
                  <a:lnTo>
                    <a:pt x="281" y="4352"/>
                  </a:lnTo>
                  <a:lnTo>
                    <a:pt x="201" y="4633"/>
                  </a:lnTo>
                  <a:lnTo>
                    <a:pt x="141" y="4934"/>
                  </a:lnTo>
                  <a:lnTo>
                    <a:pt x="81" y="5254"/>
                  </a:lnTo>
                  <a:lnTo>
                    <a:pt x="41" y="5555"/>
                  </a:lnTo>
                  <a:lnTo>
                    <a:pt x="21" y="5876"/>
                  </a:lnTo>
                  <a:lnTo>
                    <a:pt x="1" y="6197"/>
                  </a:lnTo>
                  <a:lnTo>
                    <a:pt x="1" y="12955"/>
                  </a:lnTo>
                  <a:lnTo>
                    <a:pt x="21" y="13276"/>
                  </a:lnTo>
                  <a:lnTo>
                    <a:pt x="41" y="13577"/>
                  </a:lnTo>
                  <a:lnTo>
                    <a:pt x="81" y="13898"/>
                  </a:lnTo>
                  <a:lnTo>
                    <a:pt x="141" y="14199"/>
                  </a:lnTo>
                  <a:lnTo>
                    <a:pt x="201" y="14500"/>
                  </a:lnTo>
                  <a:lnTo>
                    <a:pt x="281" y="14800"/>
                  </a:lnTo>
                  <a:lnTo>
                    <a:pt x="382" y="15081"/>
                  </a:lnTo>
                  <a:lnTo>
                    <a:pt x="502" y="15362"/>
                  </a:lnTo>
                  <a:lnTo>
                    <a:pt x="622" y="15643"/>
                  </a:lnTo>
                  <a:lnTo>
                    <a:pt x="763" y="15903"/>
                  </a:lnTo>
                  <a:lnTo>
                    <a:pt x="903" y="16164"/>
                  </a:lnTo>
                  <a:lnTo>
                    <a:pt x="1063" y="16405"/>
                  </a:lnTo>
                  <a:lnTo>
                    <a:pt x="1244" y="16665"/>
                  </a:lnTo>
                  <a:lnTo>
                    <a:pt x="1424" y="16886"/>
                  </a:lnTo>
                  <a:lnTo>
                    <a:pt x="1625" y="17107"/>
                  </a:lnTo>
                  <a:lnTo>
                    <a:pt x="1826" y="17327"/>
                  </a:lnTo>
                  <a:lnTo>
                    <a:pt x="2046" y="17528"/>
                  </a:lnTo>
                  <a:lnTo>
                    <a:pt x="2267" y="17728"/>
                  </a:lnTo>
                  <a:lnTo>
                    <a:pt x="2487" y="17909"/>
                  </a:lnTo>
                  <a:lnTo>
                    <a:pt x="2728" y="18089"/>
                  </a:lnTo>
                  <a:lnTo>
                    <a:pt x="2989" y="18250"/>
                  </a:lnTo>
                  <a:lnTo>
                    <a:pt x="3249" y="18390"/>
                  </a:lnTo>
                  <a:lnTo>
                    <a:pt x="3510" y="18531"/>
                  </a:lnTo>
                  <a:lnTo>
                    <a:pt x="3791" y="18651"/>
                  </a:lnTo>
                  <a:lnTo>
                    <a:pt x="4072" y="18771"/>
                  </a:lnTo>
                  <a:lnTo>
                    <a:pt x="4352" y="18871"/>
                  </a:lnTo>
                  <a:lnTo>
                    <a:pt x="4653" y="18952"/>
                  </a:lnTo>
                  <a:lnTo>
                    <a:pt x="4954" y="19012"/>
                  </a:lnTo>
                  <a:lnTo>
                    <a:pt x="5255" y="19072"/>
                  </a:lnTo>
                  <a:lnTo>
                    <a:pt x="5576" y="19112"/>
                  </a:lnTo>
                  <a:lnTo>
                    <a:pt x="5877" y="19132"/>
                  </a:lnTo>
                  <a:lnTo>
                    <a:pt x="6197" y="19152"/>
                  </a:lnTo>
                  <a:lnTo>
                    <a:pt x="34113" y="19152"/>
                  </a:lnTo>
                  <a:lnTo>
                    <a:pt x="34655" y="19132"/>
                  </a:lnTo>
                  <a:lnTo>
                    <a:pt x="35176" y="19052"/>
                  </a:lnTo>
                  <a:lnTo>
                    <a:pt x="35677" y="18952"/>
                  </a:lnTo>
                  <a:lnTo>
                    <a:pt x="36159" y="18791"/>
                  </a:lnTo>
                  <a:lnTo>
                    <a:pt x="36640" y="18611"/>
                  </a:lnTo>
                  <a:lnTo>
                    <a:pt x="37081" y="18390"/>
                  </a:lnTo>
                  <a:lnTo>
                    <a:pt x="37522" y="18129"/>
                  </a:lnTo>
                  <a:lnTo>
                    <a:pt x="37924" y="17829"/>
                  </a:lnTo>
                  <a:lnTo>
                    <a:pt x="36640" y="18069"/>
                  </a:lnTo>
                  <a:lnTo>
                    <a:pt x="35357" y="18250"/>
                  </a:lnTo>
                  <a:lnTo>
                    <a:pt x="34073" y="18410"/>
                  </a:lnTo>
                  <a:lnTo>
                    <a:pt x="32770" y="18510"/>
                  </a:lnTo>
                  <a:lnTo>
                    <a:pt x="31466" y="18611"/>
                  </a:lnTo>
                  <a:lnTo>
                    <a:pt x="30163" y="18671"/>
                  </a:lnTo>
                  <a:lnTo>
                    <a:pt x="28859" y="18691"/>
                  </a:lnTo>
                  <a:lnTo>
                    <a:pt x="27535" y="18711"/>
                  </a:lnTo>
                  <a:lnTo>
                    <a:pt x="25650" y="18691"/>
                  </a:lnTo>
                  <a:lnTo>
                    <a:pt x="23745" y="18631"/>
                  </a:lnTo>
                  <a:lnTo>
                    <a:pt x="21860" y="18551"/>
                  </a:lnTo>
                  <a:lnTo>
                    <a:pt x="19995" y="18470"/>
                  </a:lnTo>
                  <a:lnTo>
                    <a:pt x="18571" y="18390"/>
                  </a:lnTo>
                  <a:lnTo>
                    <a:pt x="17147" y="18290"/>
                  </a:lnTo>
                  <a:lnTo>
                    <a:pt x="15703" y="18190"/>
                  </a:lnTo>
                  <a:lnTo>
                    <a:pt x="14259" y="18029"/>
                  </a:lnTo>
                  <a:lnTo>
                    <a:pt x="13557" y="17949"/>
                  </a:lnTo>
                  <a:lnTo>
                    <a:pt x="12835" y="17829"/>
                  </a:lnTo>
                  <a:lnTo>
                    <a:pt x="12134" y="17708"/>
                  </a:lnTo>
                  <a:lnTo>
                    <a:pt x="11432" y="17568"/>
                  </a:lnTo>
                  <a:lnTo>
                    <a:pt x="10730" y="17407"/>
                  </a:lnTo>
                  <a:lnTo>
                    <a:pt x="10028" y="17227"/>
                  </a:lnTo>
                  <a:lnTo>
                    <a:pt x="9326" y="17026"/>
                  </a:lnTo>
                  <a:lnTo>
                    <a:pt x="8644" y="16806"/>
                  </a:lnTo>
                  <a:lnTo>
                    <a:pt x="8002" y="16565"/>
                  </a:lnTo>
                  <a:lnTo>
                    <a:pt x="7381" y="16304"/>
                  </a:lnTo>
                  <a:lnTo>
                    <a:pt x="7080" y="16144"/>
                  </a:lnTo>
                  <a:lnTo>
                    <a:pt x="6799" y="15984"/>
                  </a:lnTo>
                  <a:lnTo>
                    <a:pt x="6498" y="15803"/>
                  </a:lnTo>
                  <a:lnTo>
                    <a:pt x="6217" y="15623"/>
                  </a:lnTo>
                  <a:lnTo>
                    <a:pt x="5957" y="15402"/>
                  </a:lnTo>
                  <a:lnTo>
                    <a:pt x="5696" y="15201"/>
                  </a:lnTo>
                  <a:lnTo>
                    <a:pt x="5435" y="14961"/>
                  </a:lnTo>
                  <a:lnTo>
                    <a:pt x="5215" y="14720"/>
                  </a:lnTo>
                  <a:lnTo>
                    <a:pt x="4974" y="14459"/>
                  </a:lnTo>
                  <a:lnTo>
                    <a:pt x="4774" y="14179"/>
                  </a:lnTo>
                  <a:lnTo>
                    <a:pt x="4573" y="13878"/>
                  </a:lnTo>
                  <a:lnTo>
                    <a:pt x="4413" y="13577"/>
                  </a:lnTo>
                  <a:lnTo>
                    <a:pt x="4252" y="13276"/>
                  </a:lnTo>
                  <a:lnTo>
                    <a:pt x="4052" y="12955"/>
                  </a:lnTo>
                  <a:lnTo>
                    <a:pt x="3851" y="12614"/>
                  </a:lnTo>
                  <a:lnTo>
                    <a:pt x="3671" y="12274"/>
                  </a:lnTo>
                  <a:lnTo>
                    <a:pt x="3530" y="11913"/>
                  </a:lnTo>
                  <a:lnTo>
                    <a:pt x="3410" y="11552"/>
                  </a:lnTo>
                  <a:lnTo>
                    <a:pt x="3289" y="11191"/>
                  </a:lnTo>
                  <a:lnTo>
                    <a:pt x="3229" y="10830"/>
                  </a:lnTo>
                  <a:lnTo>
                    <a:pt x="3169" y="10469"/>
                  </a:lnTo>
                  <a:lnTo>
                    <a:pt x="3129" y="9967"/>
                  </a:lnTo>
                  <a:lnTo>
                    <a:pt x="3129" y="9486"/>
                  </a:lnTo>
                  <a:lnTo>
                    <a:pt x="3169" y="9005"/>
                  </a:lnTo>
                  <a:lnTo>
                    <a:pt x="3229" y="8543"/>
                  </a:lnTo>
                  <a:lnTo>
                    <a:pt x="3229" y="7801"/>
                  </a:lnTo>
                  <a:lnTo>
                    <a:pt x="3249" y="7240"/>
                  </a:lnTo>
                  <a:lnTo>
                    <a:pt x="3289" y="6678"/>
                  </a:lnTo>
                  <a:lnTo>
                    <a:pt x="3370" y="6137"/>
                  </a:lnTo>
                  <a:lnTo>
                    <a:pt x="3450" y="5595"/>
                  </a:lnTo>
                  <a:lnTo>
                    <a:pt x="3570" y="5054"/>
                  </a:lnTo>
                  <a:lnTo>
                    <a:pt x="3711" y="4532"/>
                  </a:lnTo>
                  <a:lnTo>
                    <a:pt x="3891" y="4011"/>
                  </a:lnTo>
                  <a:lnTo>
                    <a:pt x="4072" y="3510"/>
                  </a:lnTo>
                  <a:lnTo>
                    <a:pt x="4292" y="3008"/>
                  </a:lnTo>
                  <a:lnTo>
                    <a:pt x="4533" y="2527"/>
                  </a:lnTo>
                  <a:lnTo>
                    <a:pt x="4794" y="2066"/>
                  </a:lnTo>
                  <a:lnTo>
                    <a:pt x="5074" y="1604"/>
                  </a:lnTo>
                  <a:lnTo>
                    <a:pt x="5375" y="1183"/>
                  </a:lnTo>
                  <a:lnTo>
                    <a:pt x="5696" y="762"/>
                  </a:lnTo>
                  <a:lnTo>
                    <a:pt x="6037" y="361"/>
                  </a:lnTo>
                  <a:lnTo>
                    <a:pt x="6418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4" name="Google Shape;6094;p26"/>
            <p:cNvSpPr/>
            <p:nvPr/>
          </p:nvSpPr>
          <p:spPr>
            <a:xfrm>
              <a:off x="10137625" y="2651163"/>
              <a:ext cx="948100" cy="478825"/>
            </a:xfrm>
            <a:custGeom>
              <a:avLst/>
              <a:gdLst/>
              <a:ahLst/>
              <a:cxnLst/>
              <a:rect l="l" t="t" r="r" b="b"/>
              <a:pathLst>
                <a:path w="37924" h="19153" fill="none" extrusionOk="0">
                  <a:moveTo>
                    <a:pt x="6418" y="0"/>
                  </a:moveTo>
                  <a:lnTo>
                    <a:pt x="6197" y="0"/>
                  </a:lnTo>
                  <a:lnTo>
                    <a:pt x="6197" y="0"/>
                  </a:lnTo>
                  <a:lnTo>
                    <a:pt x="5877" y="0"/>
                  </a:lnTo>
                  <a:lnTo>
                    <a:pt x="5576" y="20"/>
                  </a:lnTo>
                  <a:lnTo>
                    <a:pt x="5255" y="60"/>
                  </a:lnTo>
                  <a:lnTo>
                    <a:pt x="4954" y="120"/>
                  </a:lnTo>
                  <a:lnTo>
                    <a:pt x="4653" y="201"/>
                  </a:lnTo>
                  <a:lnTo>
                    <a:pt x="4352" y="281"/>
                  </a:lnTo>
                  <a:lnTo>
                    <a:pt x="4072" y="381"/>
                  </a:lnTo>
                  <a:lnTo>
                    <a:pt x="3791" y="481"/>
                  </a:lnTo>
                  <a:lnTo>
                    <a:pt x="3510" y="602"/>
                  </a:lnTo>
                  <a:lnTo>
                    <a:pt x="3249" y="742"/>
                  </a:lnTo>
                  <a:lnTo>
                    <a:pt x="2989" y="903"/>
                  </a:lnTo>
                  <a:lnTo>
                    <a:pt x="2728" y="1063"/>
                  </a:lnTo>
                  <a:lnTo>
                    <a:pt x="2487" y="1223"/>
                  </a:lnTo>
                  <a:lnTo>
                    <a:pt x="2267" y="1404"/>
                  </a:lnTo>
                  <a:lnTo>
                    <a:pt x="2046" y="1604"/>
                  </a:lnTo>
                  <a:lnTo>
                    <a:pt x="1826" y="1805"/>
                  </a:lnTo>
                  <a:lnTo>
                    <a:pt x="1625" y="2026"/>
                  </a:lnTo>
                  <a:lnTo>
                    <a:pt x="1424" y="2246"/>
                  </a:lnTo>
                  <a:lnTo>
                    <a:pt x="1244" y="2487"/>
                  </a:lnTo>
                  <a:lnTo>
                    <a:pt x="1063" y="2728"/>
                  </a:lnTo>
                  <a:lnTo>
                    <a:pt x="903" y="2988"/>
                  </a:lnTo>
                  <a:lnTo>
                    <a:pt x="763" y="3229"/>
                  </a:lnTo>
                  <a:lnTo>
                    <a:pt x="622" y="3510"/>
                  </a:lnTo>
                  <a:lnTo>
                    <a:pt x="502" y="3770"/>
                  </a:lnTo>
                  <a:lnTo>
                    <a:pt x="382" y="4051"/>
                  </a:lnTo>
                  <a:lnTo>
                    <a:pt x="281" y="4352"/>
                  </a:lnTo>
                  <a:lnTo>
                    <a:pt x="201" y="4633"/>
                  </a:lnTo>
                  <a:lnTo>
                    <a:pt x="141" y="4934"/>
                  </a:lnTo>
                  <a:lnTo>
                    <a:pt x="81" y="5254"/>
                  </a:lnTo>
                  <a:lnTo>
                    <a:pt x="41" y="5555"/>
                  </a:lnTo>
                  <a:lnTo>
                    <a:pt x="21" y="5876"/>
                  </a:lnTo>
                  <a:lnTo>
                    <a:pt x="1" y="6197"/>
                  </a:lnTo>
                  <a:lnTo>
                    <a:pt x="1" y="12955"/>
                  </a:lnTo>
                  <a:lnTo>
                    <a:pt x="1" y="12955"/>
                  </a:lnTo>
                  <a:lnTo>
                    <a:pt x="21" y="13276"/>
                  </a:lnTo>
                  <a:lnTo>
                    <a:pt x="41" y="13577"/>
                  </a:lnTo>
                  <a:lnTo>
                    <a:pt x="81" y="13898"/>
                  </a:lnTo>
                  <a:lnTo>
                    <a:pt x="141" y="14199"/>
                  </a:lnTo>
                  <a:lnTo>
                    <a:pt x="201" y="14500"/>
                  </a:lnTo>
                  <a:lnTo>
                    <a:pt x="281" y="14800"/>
                  </a:lnTo>
                  <a:lnTo>
                    <a:pt x="382" y="15081"/>
                  </a:lnTo>
                  <a:lnTo>
                    <a:pt x="502" y="15362"/>
                  </a:lnTo>
                  <a:lnTo>
                    <a:pt x="622" y="15643"/>
                  </a:lnTo>
                  <a:lnTo>
                    <a:pt x="763" y="15903"/>
                  </a:lnTo>
                  <a:lnTo>
                    <a:pt x="903" y="16164"/>
                  </a:lnTo>
                  <a:lnTo>
                    <a:pt x="1063" y="16405"/>
                  </a:lnTo>
                  <a:lnTo>
                    <a:pt x="1244" y="16665"/>
                  </a:lnTo>
                  <a:lnTo>
                    <a:pt x="1424" y="16886"/>
                  </a:lnTo>
                  <a:lnTo>
                    <a:pt x="1625" y="17107"/>
                  </a:lnTo>
                  <a:lnTo>
                    <a:pt x="1826" y="17327"/>
                  </a:lnTo>
                  <a:lnTo>
                    <a:pt x="2046" y="17528"/>
                  </a:lnTo>
                  <a:lnTo>
                    <a:pt x="2267" y="17728"/>
                  </a:lnTo>
                  <a:lnTo>
                    <a:pt x="2487" y="17909"/>
                  </a:lnTo>
                  <a:lnTo>
                    <a:pt x="2728" y="18089"/>
                  </a:lnTo>
                  <a:lnTo>
                    <a:pt x="2989" y="18250"/>
                  </a:lnTo>
                  <a:lnTo>
                    <a:pt x="3249" y="18390"/>
                  </a:lnTo>
                  <a:lnTo>
                    <a:pt x="3510" y="18531"/>
                  </a:lnTo>
                  <a:lnTo>
                    <a:pt x="3791" y="18651"/>
                  </a:lnTo>
                  <a:lnTo>
                    <a:pt x="4072" y="18771"/>
                  </a:lnTo>
                  <a:lnTo>
                    <a:pt x="4352" y="18871"/>
                  </a:lnTo>
                  <a:lnTo>
                    <a:pt x="4653" y="18952"/>
                  </a:lnTo>
                  <a:lnTo>
                    <a:pt x="4954" y="19012"/>
                  </a:lnTo>
                  <a:lnTo>
                    <a:pt x="5255" y="19072"/>
                  </a:lnTo>
                  <a:lnTo>
                    <a:pt x="5576" y="19112"/>
                  </a:lnTo>
                  <a:lnTo>
                    <a:pt x="5877" y="19132"/>
                  </a:lnTo>
                  <a:lnTo>
                    <a:pt x="6197" y="19152"/>
                  </a:lnTo>
                  <a:lnTo>
                    <a:pt x="8263" y="19152"/>
                  </a:lnTo>
                  <a:lnTo>
                    <a:pt x="8263" y="19152"/>
                  </a:lnTo>
                  <a:lnTo>
                    <a:pt x="32068" y="19152"/>
                  </a:lnTo>
                  <a:lnTo>
                    <a:pt x="32068" y="19152"/>
                  </a:lnTo>
                  <a:lnTo>
                    <a:pt x="34113" y="19152"/>
                  </a:lnTo>
                  <a:lnTo>
                    <a:pt x="34113" y="19152"/>
                  </a:lnTo>
                  <a:lnTo>
                    <a:pt x="34655" y="19132"/>
                  </a:lnTo>
                  <a:lnTo>
                    <a:pt x="35176" y="19052"/>
                  </a:lnTo>
                  <a:lnTo>
                    <a:pt x="35677" y="18952"/>
                  </a:lnTo>
                  <a:lnTo>
                    <a:pt x="36159" y="18791"/>
                  </a:lnTo>
                  <a:lnTo>
                    <a:pt x="36640" y="18611"/>
                  </a:lnTo>
                  <a:lnTo>
                    <a:pt x="37081" y="18390"/>
                  </a:lnTo>
                  <a:lnTo>
                    <a:pt x="37522" y="18129"/>
                  </a:lnTo>
                  <a:lnTo>
                    <a:pt x="37924" y="17829"/>
                  </a:lnTo>
                  <a:lnTo>
                    <a:pt x="37924" y="17829"/>
                  </a:lnTo>
                  <a:lnTo>
                    <a:pt x="36640" y="18069"/>
                  </a:lnTo>
                  <a:lnTo>
                    <a:pt x="35357" y="18250"/>
                  </a:lnTo>
                  <a:lnTo>
                    <a:pt x="34073" y="18410"/>
                  </a:lnTo>
                  <a:lnTo>
                    <a:pt x="32770" y="18510"/>
                  </a:lnTo>
                  <a:lnTo>
                    <a:pt x="31466" y="18611"/>
                  </a:lnTo>
                  <a:lnTo>
                    <a:pt x="30163" y="18671"/>
                  </a:lnTo>
                  <a:lnTo>
                    <a:pt x="28859" y="18691"/>
                  </a:lnTo>
                  <a:lnTo>
                    <a:pt x="27535" y="18711"/>
                  </a:lnTo>
                  <a:lnTo>
                    <a:pt x="27535" y="18711"/>
                  </a:lnTo>
                  <a:lnTo>
                    <a:pt x="25650" y="18691"/>
                  </a:lnTo>
                  <a:lnTo>
                    <a:pt x="23745" y="18631"/>
                  </a:lnTo>
                  <a:lnTo>
                    <a:pt x="21860" y="18551"/>
                  </a:lnTo>
                  <a:lnTo>
                    <a:pt x="19995" y="18470"/>
                  </a:lnTo>
                  <a:lnTo>
                    <a:pt x="19995" y="18470"/>
                  </a:lnTo>
                  <a:lnTo>
                    <a:pt x="18571" y="18390"/>
                  </a:lnTo>
                  <a:lnTo>
                    <a:pt x="17147" y="18290"/>
                  </a:lnTo>
                  <a:lnTo>
                    <a:pt x="15703" y="18190"/>
                  </a:lnTo>
                  <a:lnTo>
                    <a:pt x="14259" y="18029"/>
                  </a:lnTo>
                  <a:lnTo>
                    <a:pt x="13557" y="17949"/>
                  </a:lnTo>
                  <a:lnTo>
                    <a:pt x="12835" y="17829"/>
                  </a:lnTo>
                  <a:lnTo>
                    <a:pt x="12134" y="17708"/>
                  </a:lnTo>
                  <a:lnTo>
                    <a:pt x="11432" y="17568"/>
                  </a:lnTo>
                  <a:lnTo>
                    <a:pt x="10730" y="17407"/>
                  </a:lnTo>
                  <a:lnTo>
                    <a:pt x="10028" y="17227"/>
                  </a:lnTo>
                  <a:lnTo>
                    <a:pt x="9326" y="17026"/>
                  </a:lnTo>
                  <a:lnTo>
                    <a:pt x="8644" y="16806"/>
                  </a:lnTo>
                  <a:lnTo>
                    <a:pt x="8644" y="16806"/>
                  </a:lnTo>
                  <a:lnTo>
                    <a:pt x="8002" y="16565"/>
                  </a:lnTo>
                  <a:lnTo>
                    <a:pt x="7381" y="16304"/>
                  </a:lnTo>
                  <a:lnTo>
                    <a:pt x="7080" y="16144"/>
                  </a:lnTo>
                  <a:lnTo>
                    <a:pt x="6799" y="15984"/>
                  </a:lnTo>
                  <a:lnTo>
                    <a:pt x="6498" y="15803"/>
                  </a:lnTo>
                  <a:lnTo>
                    <a:pt x="6217" y="15623"/>
                  </a:lnTo>
                  <a:lnTo>
                    <a:pt x="5957" y="15402"/>
                  </a:lnTo>
                  <a:lnTo>
                    <a:pt x="5696" y="15201"/>
                  </a:lnTo>
                  <a:lnTo>
                    <a:pt x="5435" y="14961"/>
                  </a:lnTo>
                  <a:lnTo>
                    <a:pt x="5215" y="14720"/>
                  </a:lnTo>
                  <a:lnTo>
                    <a:pt x="4974" y="14459"/>
                  </a:lnTo>
                  <a:lnTo>
                    <a:pt x="4774" y="14179"/>
                  </a:lnTo>
                  <a:lnTo>
                    <a:pt x="4573" y="13878"/>
                  </a:lnTo>
                  <a:lnTo>
                    <a:pt x="4413" y="13577"/>
                  </a:lnTo>
                  <a:lnTo>
                    <a:pt x="4413" y="13577"/>
                  </a:lnTo>
                  <a:lnTo>
                    <a:pt x="4252" y="13276"/>
                  </a:lnTo>
                  <a:lnTo>
                    <a:pt x="4252" y="13276"/>
                  </a:lnTo>
                  <a:lnTo>
                    <a:pt x="4052" y="12955"/>
                  </a:lnTo>
                  <a:lnTo>
                    <a:pt x="3851" y="12614"/>
                  </a:lnTo>
                  <a:lnTo>
                    <a:pt x="3671" y="12274"/>
                  </a:lnTo>
                  <a:lnTo>
                    <a:pt x="3530" y="11913"/>
                  </a:lnTo>
                  <a:lnTo>
                    <a:pt x="3410" y="11552"/>
                  </a:lnTo>
                  <a:lnTo>
                    <a:pt x="3289" y="11191"/>
                  </a:lnTo>
                  <a:lnTo>
                    <a:pt x="3229" y="10830"/>
                  </a:lnTo>
                  <a:lnTo>
                    <a:pt x="3169" y="10469"/>
                  </a:lnTo>
                  <a:lnTo>
                    <a:pt x="3169" y="10469"/>
                  </a:lnTo>
                  <a:lnTo>
                    <a:pt x="3129" y="9967"/>
                  </a:lnTo>
                  <a:lnTo>
                    <a:pt x="3129" y="9486"/>
                  </a:lnTo>
                  <a:lnTo>
                    <a:pt x="3169" y="9005"/>
                  </a:lnTo>
                  <a:lnTo>
                    <a:pt x="3229" y="8543"/>
                  </a:lnTo>
                  <a:lnTo>
                    <a:pt x="3229" y="8543"/>
                  </a:lnTo>
                  <a:lnTo>
                    <a:pt x="3229" y="7801"/>
                  </a:lnTo>
                  <a:lnTo>
                    <a:pt x="3229" y="7801"/>
                  </a:lnTo>
                  <a:lnTo>
                    <a:pt x="3249" y="7240"/>
                  </a:lnTo>
                  <a:lnTo>
                    <a:pt x="3289" y="6678"/>
                  </a:lnTo>
                  <a:lnTo>
                    <a:pt x="3370" y="6137"/>
                  </a:lnTo>
                  <a:lnTo>
                    <a:pt x="3450" y="5595"/>
                  </a:lnTo>
                  <a:lnTo>
                    <a:pt x="3570" y="5054"/>
                  </a:lnTo>
                  <a:lnTo>
                    <a:pt x="3711" y="4532"/>
                  </a:lnTo>
                  <a:lnTo>
                    <a:pt x="3891" y="4011"/>
                  </a:lnTo>
                  <a:lnTo>
                    <a:pt x="4072" y="3510"/>
                  </a:lnTo>
                  <a:lnTo>
                    <a:pt x="4292" y="3008"/>
                  </a:lnTo>
                  <a:lnTo>
                    <a:pt x="4533" y="2527"/>
                  </a:lnTo>
                  <a:lnTo>
                    <a:pt x="4794" y="2066"/>
                  </a:lnTo>
                  <a:lnTo>
                    <a:pt x="5074" y="1604"/>
                  </a:lnTo>
                  <a:lnTo>
                    <a:pt x="5375" y="1183"/>
                  </a:lnTo>
                  <a:lnTo>
                    <a:pt x="5696" y="762"/>
                  </a:lnTo>
                  <a:lnTo>
                    <a:pt x="6037" y="361"/>
                  </a:lnTo>
                  <a:lnTo>
                    <a:pt x="6418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5" name="Google Shape;6095;p26"/>
            <p:cNvSpPr/>
            <p:nvPr/>
          </p:nvSpPr>
          <p:spPr>
            <a:xfrm>
              <a:off x="11027550" y="2695763"/>
              <a:ext cx="54675" cy="50175"/>
            </a:xfrm>
            <a:custGeom>
              <a:avLst/>
              <a:gdLst/>
              <a:ahLst/>
              <a:cxnLst/>
              <a:rect l="l" t="t" r="r" b="b"/>
              <a:pathLst>
                <a:path w="2187" h="2007" extrusionOk="0">
                  <a:moveTo>
                    <a:pt x="421" y="1"/>
                  </a:moveTo>
                  <a:lnTo>
                    <a:pt x="261" y="21"/>
                  </a:lnTo>
                  <a:lnTo>
                    <a:pt x="121" y="81"/>
                  </a:lnTo>
                  <a:lnTo>
                    <a:pt x="60" y="121"/>
                  </a:lnTo>
                  <a:lnTo>
                    <a:pt x="20" y="202"/>
                  </a:lnTo>
                  <a:lnTo>
                    <a:pt x="0" y="282"/>
                  </a:lnTo>
                  <a:lnTo>
                    <a:pt x="40" y="362"/>
                  </a:lnTo>
                  <a:lnTo>
                    <a:pt x="121" y="442"/>
                  </a:lnTo>
                  <a:lnTo>
                    <a:pt x="201" y="522"/>
                  </a:lnTo>
                  <a:lnTo>
                    <a:pt x="401" y="663"/>
                  </a:lnTo>
                  <a:lnTo>
                    <a:pt x="602" y="803"/>
                  </a:lnTo>
                  <a:lnTo>
                    <a:pt x="802" y="944"/>
                  </a:lnTo>
                  <a:lnTo>
                    <a:pt x="983" y="1104"/>
                  </a:lnTo>
                  <a:lnTo>
                    <a:pt x="1163" y="1305"/>
                  </a:lnTo>
                  <a:lnTo>
                    <a:pt x="1304" y="1525"/>
                  </a:lnTo>
                  <a:lnTo>
                    <a:pt x="1404" y="1746"/>
                  </a:lnTo>
                  <a:lnTo>
                    <a:pt x="1444" y="1826"/>
                  </a:lnTo>
                  <a:lnTo>
                    <a:pt x="1504" y="1906"/>
                  </a:lnTo>
                  <a:lnTo>
                    <a:pt x="1565" y="1946"/>
                  </a:lnTo>
                  <a:lnTo>
                    <a:pt x="1625" y="1986"/>
                  </a:lnTo>
                  <a:lnTo>
                    <a:pt x="1685" y="2006"/>
                  </a:lnTo>
                  <a:lnTo>
                    <a:pt x="1905" y="2006"/>
                  </a:lnTo>
                  <a:lnTo>
                    <a:pt x="1986" y="1966"/>
                  </a:lnTo>
                  <a:lnTo>
                    <a:pt x="2046" y="1946"/>
                  </a:lnTo>
                  <a:lnTo>
                    <a:pt x="2086" y="1886"/>
                  </a:lnTo>
                  <a:lnTo>
                    <a:pt x="2146" y="1846"/>
                  </a:lnTo>
                  <a:lnTo>
                    <a:pt x="2166" y="1786"/>
                  </a:lnTo>
                  <a:lnTo>
                    <a:pt x="2186" y="1706"/>
                  </a:lnTo>
                  <a:lnTo>
                    <a:pt x="2186" y="1625"/>
                  </a:lnTo>
                  <a:lnTo>
                    <a:pt x="2146" y="1545"/>
                  </a:lnTo>
                  <a:lnTo>
                    <a:pt x="2006" y="1224"/>
                  </a:lnTo>
                  <a:lnTo>
                    <a:pt x="1825" y="923"/>
                  </a:lnTo>
                  <a:lnTo>
                    <a:pt x="1725" y="763"/>
                  </a:lnTo>
                  <a:lnTo>
                    <a:pt x="1605" y="643"/>
                  </a:lnTo>
                  <a:lnTo>
                    <a:pt x="1464" y="522"/>
                  </a:lnTo>
                  <a:lnTo>
                    <a:pt x="1344" y="402"/>
                  </a:lnTo>
                  <a:lnTo>
                    <a:pt x="1204" y="302"/>
                  </a:lnTo>
                  <a:lnTo>
                    <a:pt x="1063" y="202"/>
                  </a:lnTo>
                  <a:lnTo>
                    <a:pt x="923" y="141"/>
                  </a:lnTo>
                  <a:lnTo>
                    <a:pt x="762" y="61"/>
                  </a:lnTo>
                  <a:lnTo>
                    <a:pt x="582" y="21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6" name="Google Shape;6096;p26"/>
            <p:cNvSpPr/>
            <p:nvPr/>
          </p:nvSpPr>
          <p:spPr>
            <a:xfrm>
              <a:off x="11073675" y="2762963"/>
              <a:ext cx="15550" cy="16575"/>
            </a:xfrm>
            <a:custGeom>
              <a:avLst/>
              <a:gdLst/>
              <a:ahLst/>
              <a:cxnLst/>
              <a:rect l="l" t="t" r="r" b="b"/>
              <a:pathLst>
                <a:path w="622" h="663" extrusionOk="0">
                  <a:moveTo>
                    <a:pt x="241" y="0"/>
                  </a:moveTo>
                  <a:lnTo>
                    <a:pt x="161" y="40"/>
                  </a:lnTo>
                  <a:lnTo>
                    <a:pt x="141" y="40"/>
                  </a:lnTo>
                  <a:lnTo>
                    <a:pt x="60" y="121"/>
                  </a:lnTo>
                  <a:lnTo>
                    <a:pt x="20" y="221"/>
                  </a:lnTo>
                  <a:lnTo>
                    <a:pt x="0" y="321"/>
                  </a:lnTo>
                  <a:lnTo>
                    <a:pt x="0" y="421"/>
                  </a:lnTo>
                  <a:lnTo>
                    <a:pt x="40" y="502"/>
                  </a:lnTo>
                  <a:lnTo>
                    <a:pt x="101" y="582"/>
                  </a:lnTo>
                  <a:lnTo>
                    <a:pt x="201" y="642"/>
                  </a:lnTo>
                  <a:lnTo>
                    <a:pt x="321" y="662"/>
                  </a:lnTo>
                  <a:lnTo>
                    <a:pt x="421" y="642"/>
                  </a:lnTo>
                  <a:lnTo>
                    <a:pt x="522" y="582"/>
                  </a:lnTo>
                  <a:lnTo>
                    <a:pt x="582" y="502"/>
                  </a:lnTo>
                  <a:lnTo>
                    <a:pt x="622" y="421"/>
                  </a:lnTo>
                  <a:lnTo>
                    <a:pt x="622" y="321"/>
                  </a:lnTo>
                  <a:lnTo>
                    <a:pt x="602" y="221"/>
                  </a:lnTo>
                  <a:lnTo>
                    <a:pt x="562" y="121"/>
                  </a:lnTo>
                  <a:lnTo>
                    <a:pt x="482" y="40"/>
                  </a:lnTo>
                  <a:lnTo>
                    <a:pt x="462" y="40"/>
                  </a:lnTo>
                  <a:lnTo>
                    <a:pt x="40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7" name="Google Shape;6097;p26"/>
            <p:cNvSpPr/>
            <p:nvPr/>
          </p:nvSpPr>
          <p:spPr>
            <a:xfrm>
              <a:off x="10215850" y="2725863"/>
              <a:ext cx="327900" cy="328925"/>
            </a:xfrm>
            <a:custGeom>
              <a:avLst/>
              <a:gdLst/>
              <a:ahLst/>
              <a:cxnLst/>
              <a:rect l="l" t="t" r="r" b="b"/>
              <a:pathLst>
                <a:path w="13116" h="13157" extrusionOk="0">
                  <a:moveTo>
                    <a:pt x="6658" y="0"/>
                  </a:moveTo>
                  <a:lnTo>
                    <a:pt x="6277" y="20"/>
                  </a:lnTo>
                  <a:lnTo>
                    <a:pt x="5896" y="40"/>
                  </a:lnTo>
                  <a:lnTo>
                    <a:pt x="5535" y="80"/>
                  </a:lnTo>
                  <a:lnTo>
                    <a:pt x="5174" y="141"/>
                  </a:lnTo>
                  <a:lnTo>
                    <a:pt x="4833" y="241"/>
                  </a:lnTo>
                  <a:lnTo>
                    <a:pt x="4472" y="341"/>
                  </a:lnTo>
                  <a:lnTo>
                    <a:pt x="4151" y="462"/>
                  </a:lnTo>
                  <a:lnTo>
                    <a:pt x="3810" y="622"/>
                  </a:lnTo>
                  <a:lnTo>
                    <a:pt x="3490" y="782"/>
                  </a:lnTo>
                  <a:lnTo>
                    <a:pt x="3189" y="963"/>
                  </a:lnTo>
                  <a:lnTo>
                    <a:pt x="2888" y="1143"/>
                  </a:lnTo>
                  <a:lnTo>
                    <a:pt x="2607" y="1364"/>
                  </a:lnTo>
                  <a:lnTo>
                    <a:pt x="2326" y="1585"/>
                  </a:lnTo>
                  <a:lnTo>
                    <a:pt x="2066" y="1825"/>
                  </a:lnTo>
                  <a:lnTo>
                    <a:pt x="1825" y="2086"/>
                  </a:lnTo>
                  <a:lnTo>
                    <a:pt x="1584" y="2347"/>
                  </a:lnTo>
                  <a:lnTo>
                    <a:pt x="1364" y="2627"/>
                  </a:lnTo>
                  <a:lnTo>
                    <a:pt x="1163" y="2928"/>
                  </a:lnTo>
                  <a:lnTo>
                    <a:pt x="963" y="3229"/>
                  </a:lnTo>
                  <a:lnTo>
                    <a:pt x="802" y="3550"/>
                  </a:lnTo>
                  <a:lnTo>
                    <a:pt x="642" y="3871"/>
                  </a:lnTo>
                  <a:lnTo>
                    <a:pt x="501" y="4192"/>
                  </a:lnTo>
                  <a:lnTo>
                    <a:pt x="361" y="4533"/>
                  </a:lnTo>
                  <a:lnTo>
                    <a:pt x="261" y="4894"/>
                  </a:lnTo>
                  <a:lnTo>
                    <a:pt x="160" y="5234"/>
                  </a:lnTo>
                  <a:lnTo>
                    <a:pt x="100" y="5595"/>
                  </a:lnTo>
                  <a:lnTo>
                    <a:pt x="40" y="5977"/>
                  </a:lnTo>
                  <a:lnTo>
                    <a:pt x="20" y="6337"/>
                  </a:lnTo>
                  <a:lnTo>
                    <a:pt x="0" y="6719"/>
                  </a:lnTo>
                  <a:lnTo>
                    <a:pt x="0" y="7100"/>
                  </a:lnTo>
                  <a:lnTo>
                    <a:pt x="40" y="7481"/>
                  </a:lnTo>
                  <a:lnTo>
                    <a:pt x="80" y="7761"/>
                  </a:lnTo>
                  <a:lnTo>
                    <a:pt x="120" y="8042"/>
                  </a:lnTo>
                  <a:lnTo>
                    <a:pt x="201" y="8323"/>
                  </a:lnTo>
                  <a:lnTo>
                    <a:pt x="281" y="8604"/>
                  </a:lnTo>
                  <a:lnTo>
                    <a:pt x="381" y="8864"/>
                  </a:lnTo>
                  <a:lnTo>
                    <a:pt x="481" y="9145"/>
                  </a:lnTo>
                  <a:lnTo>
                    <a:pt x="602" y="9406"/>
                  </a:lnTo>
                  <a:lnTo>
                    <a:pt x="742" y="9687"/>
                  </a:lnTo>
                  <a:lnTo>
                    <a:pt x="903" y="9947"/>
                  </a:lnTo>
                  <a:lnTo>
                    <a:pt x="1063" y="10188"/>
                  </a:lnTo>
                  <a:lnTo>
                    <a:pt x="1243" y="10449"/>
                  </a:lnTo>
                  <a:lnTo>
                    <a:pt x="1424" y="10689"/>
                  </a:lnTo>
                  <a:lnTo>
                    <a:pt x="1624" y="10930"/>
                  </a:lnTo>
                  <a:lnTo>
                    <a:pt x="1845" y="11151"/>
                  </a:lnTo>
                  <a:lnTo>
                    <a:pt x="2066" y="11371"/>
                  </a:lnTo>
                  <a:lnTo>
                    <a:pt x="2306" y="11572"/>
                  </a:lnTo>
                  <a:lnTo>
                    <a:pt x="2547" y="11772"/>
                  </a:lnTo>
                  <a:lnTo>
                    <a:pt x="2808" y="11953"/>
                  </a:lnTo>
                  <a:lnTo>
                    <a:pt x="3068" y="12133"/>
                  </a:lnTo>
                  <a:lnTo>
                    <a:pt x="3349" y="12294"/>
                  </a:lnTo>
                  <a:lnTo>
                    <a:pt x="3650" y="12454"/>
                  </a:lnTo>
                  <a:lnTo>
                    <a:pt x="3931" y="12595"/>
                  </a:lnTo>
                  <a:lnTo>
                    <a:pt x="4252" y="12715"/>
                  </a:lnTo>
                  <a:lnTo>
                    <a:pt x="4572" y="12835"/>
                  </a:lnTo>
                  <a:lnTo>
                    <a:pt x="4893" y="12935"/>
                  </a:lnTo>
                  <a:lnTo>
                    <a:pt x="5234" y="13016"/>
                  </a:lnTo>
                  <a:lnTo>
                    <a:pt x="5575" y="13076"/>
                  </a:lnTo>
                  <a:lnTo>
                    <a:pt x="5936" y="13116"/>
                  </a:lnTo>
                  <a:lnTo>
                    <a:pt x="6297" y="13156"/>
                  </a:lnTo>
                  <a:lnTo>
                    <a:pt x="7039" y="13156"/>
                  </a:lnTo>
                  <a:lnTo>
                    <a:pt x="7420" y="13116"/>
                  </a:lnTo>
                  <a:lnTo>
                    <a:pt x="7881" y="13056"/>
                  </a:lnTo>
                  <a:lnTo>
                    <a:pt x="8323" y="12976"/>
                  </a:lnTo>
                  <a:lnTo>
                    <a:pt x="8764" y="12835"/>
                  </a:lnTo>
                  <a:lnTo>
                    <a:pt x="9185" y="12675"/>
                  </a:lnTo>
                  <a:lnTo>
                    <a:pt x="9586" y="12494"/>
                  </a:lnTo>
                  <a:lnTo>
                    <a:pt x="9967" y="12274"/>
                  </a:lnTo>
                  <a:lnTo>
                    <a:pt x="10348" y="12013"/>
                  </a:lnTo>
                  <a:lnTo>
                    <a:pt x="10689" y="11752"/>
                  </a:lnTo>
                  <a:lnTo>
                    <a:pt x="11030" y="11451"/>
                  </a:lnTo>
                  <a:lnTo>
                    <a:pt x="11331" y="11131"/>
                  </a:lnTo>
                  <a:lnTo>
                    <a:pt x="11632" y="10790"/>
                  </a:lnTo>
                  <a:lnTo>
                    <a:pt x="11892" y="10409"/>
                  </a:lnTo>
                  <a:lnTo>
                    <a:pt x="12153" y="10028"/>
                  </a:lnTo>
                  <a:lnTo>
                    <a:pt x="12374" y="9626"/>
                  </a:lnTo>
                  <a:lnTo>
                    <a:pt x="12554" y="9225"/>
                  </a:lnTo>
                  <a:lnTo>
                    <a:pt x="12735" y="8784"/>
                  </a:lnTo>
                  <a:lnTo>
                    <a:pt x="12855" y="8403"/>
                  </a:lnTo>
                  <a:lnTo>
                    <a:pt x="12955" y="8022"/>
                  </a:lnTo>
                  <a:lnTo>
                    <a:pt x="13035" y="7641"/>
                  </a:lnTo>
                  <a:lnTo>
                    <a:pt x="13096" y="7240"/>
                  </a:lnTo>
                  <a:lnTo>
                    <a:pt x="13116" y="6859"/>
                  </a:lnTo>
                  <a:lnTo>
                    <a:pt x="13116" y="6478"/>
                  </a:lnTo>
                  <a:lnTo>
                    <a:pt x="13116" y="6117"/>
                  </a:lnTo>
                  <a:lnTo>
                    <a:pt x="13076" y="5736"/>
                  </a:lnTo>
                  <a:lnTo>
                    <a:pt x="13015" y="5375"/>
                  </a:lnTo>
                  <a:lnTo>
                    <a:pt x="12935" y="5014"/>
                  </a:lnTo>
                  <a:lnTo>
                    <a:pt x="12835" y="4653"/>
                  </a:lnTo>
                  <a:lnTo>
                    <a:pt x="12715" y="4312"/>
                  </a:lnTo>
                  <a:lnTo>
                    <a:pt x="12574" y="3971"/>
                  </a:lnTo>
                  <a:lnTo>
                    <a:pt x="12414" y="3650"/>
                  </a:lnTo>
                  <a:lnTo>
                    <a:pt x="12253" y="3329"/>
                  </a:lnTo>
                  <a:lnTo>
                    <a:pt x="12053" y="3008"/>
                  </a:lnTo>
                  <a:lnTo>
                    <a:pt x="11852" y="2708"/>
                  </a:lnTo>
                  <a:lnTo>
                    <a:pt x="11632" y="2427"/>
                  </a:lnTo>
                  <a:lnTo>
                    <a:pt x="11391" y="2146"/>
                  </a:lnTo>
                  <a:lnTo>
                    <a:pt x="11130" y="1885"/>
                  </a:lnTo>
                  <a:lnTo>
                    <a:pt x="10850" y="1645"/>
                  </a:lnTo>
                  <a:lnTo>
                    <a:pt x="10569" y="1404"/>
                  </a:lnTo>
                  <a:lnTo>
                    <a:pt x="10268" y="1183"/>
                  </a:lnTo>
                  <a:lnTo>
                    <a:pt x="9967" y="983"/>
                  </a:lnTo>
                  <a:lnTo>
                    <a:pt x="9626" y="802"/>
                  </a:lnTo>
                  <a:lnTo>
                    <a:pt x="9305" y="622"/>
                  </a:lnTo>
                  <a:lnTo>
                    <a:pt x="8944" y="482"/>
                  </a:lnTo>
                  <a:lnTo>
                    <a:pt x="8583" y="341"/>
                  </a:lnTo>
                  <a:lnTo>
                    <a:pt x="8222" y="241"/>
                  </a:lnTo>
                  <a:lnTo>
                    <a:pt x="7841" y="141"/>
                  </a:lnTo>
                  <a:lnTo>
                    <a:pt x="7440" y="80"/>
                  </a:lnTo>
                  <a:lnTo>
                    <a:pt x="7039" y="40"/>
                  </a:lnTo>
                  <a:lnTo>
                    <a:pt x="6658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8" name="Google Shape;6098;p26"/>
            <p:cNvSpPr/>
            <p:nvPr/>
          </p:nvSpPr>
          <p:spPr>
            <a:xfrm>
              <a:off x="10215850" y="2725863"/>
              <a:ext cx="327900" cy="328925"/>
            </a:xfrm>
            <a:custGeom>
              <a:avLst/>
              <a:gdLst/>
              <a:ahLst/>
              <a:cxnLst/>
              <a:rect l="l" t="t" r="r" b="b"/>
              <a:pathLst>
                <a:path w="13116" h="13157" fill="none" extrusionOk="0">
                  <a:moveTo>
                    <a:pt x="40" y="7481"/>
                  </a:moveTo>
                  <a:lnTo>
                    <a:pt x="40" y="7481"/>
                  </a:lnTo>
                  <a:lnTo>
                    <a:pt x="80" y="7761"/>
                  </a:lnTo>
                  <a:lnTo>
                    <a:pt x="120" y="8042"/>
                  </a:lnTo>
                  <a:lnTo>
                    <a:pt x="201" y="8323"/>
                  </a:lnTo>
                  <a:lnTo>
                    <a:pt x="281" y="8604"/>
                  </a:lnTo>
                  <a:lnTo>
                    <a:pt x="381" y="8864"/>
                  </a:lnTo>
                  <a:lnTo>
                    <a:pt x="481" y="9145"/>
                  </a:lnTo>
                  <a:lnTo>
                    <a:pt x="602" y="9406"/>
                  </a:lnTo>
                  <a:lnTo>
                    <a:pt x="742" y="9687"/>
                  </a:lnTo>
                  <a:lnTo>
                    <a:pt x="903" y="9947"/>
                  </a:lnTo>
                  <a:lnTo>
                    <a:pt x="1063" y="10188"/>
                  </a:lnTo>
                  <a:lnTo>
                    <a:pt x="1243" y="10449"/>
                  </a:lnTo>
                  <a:lnTo>
                    <a:pt x="1424" y="10689"/>
                  </a:lnTo>
                  <a:lnTo>
                    <a:pt x="1624" y="10930"/>
                  </a:lnTo>
                  <a:lnTo>
                    <a:pt x="1845" y="11151"/>
                  </a:lnTo>
                  <a:lnTo>
                    <a:pt x="2066" y="11371"/>
                  </a:lnTo>
                  <a:lnTo>
                    <a:pt x="2306" y="11572"/>
                  </a:lnTo>
                  <a:lnTo>
                    <a:pt x="2547" y="11772"/>
                  </a:lnTo>
                  <a:lnTo>
                    <a:pt x="2808" y="11953"/>
                  </a:lnTo>
                  <a:lnTo>
                    <a:pt x="3068" y="12133"/>
                  </a:lnTo>
                  <a:lnTo>
                    <a:pt x="3349" y="12294"/>
                  </a:lnTo>
                  <a:lnTo>
                    <a:pt x="3650" y="12454"/>
                  </a:lnTo>
                  <a:lnTo>
                    <a:pt x="3931" y="12595"/>
                  </a:lnTo>
                  <a:lnTo>
                    <a:pt x="4252" y="12715"/>
                  </a:lnTo>
                  <a:lnTo>
                    <a:pt x="4572" y="12835"/>
                  </a:lnTo>
                  <a:lnTo>
                    <a:pt x="4893" y="12935"/>
                  </a:lnTo>
                  <a:lnTo>
                    <a:pt x="5234" y="13016"/>
                  </a:lnTo>
                  <a:lnTo>
                    <a:pt x="5575" y="13076"/>
                  </a:lnTo>
                  <a:lnTo>
                    <a:pt x="5936" y="13116"/>
                  </a:lnTo>
                  <a:lnTo>
                    <a:pt x="6297" y="13156"/>
                  </a:lnTo>
                  <a:lnTo>
                    <a:pt x="6658" y="13156"/>
                  </a:lnTo>
                  <a:lnTo>
                    <a:pt x="7039" y="13156"/>
                  </a:lnTo>
                  <a:lnTo>
                    <a:pt x="7420" y="13116"/>
                  </a:lnTo>
                  <a:lnTo>
                    <a:pt x="7420" y="13116"/>
                  </a:lnTo>
                  <a:lnTo>
                    <a:pt x="7881" y="13056"/>
                  </a:lnTo>
                  <a:lnTo>
                    <a:pt x="8323" y="12976"/>
                  </a:lnTo>
                  <a:lnTo>
                    <a:pt x="8764" y="12835"/>
                  </a:lnTo>
                  <a:lnTo>
                    <a:pt x="9185" y="12675"/>
                  </a:lnTo>
                  <a:lnTo>
                    <a:pt x="9586" y="12494"/>
                  </a:lnTo>
                  <a:lnTo>
                    <a:pt x="9967" y="12274"/>
                  </a:lnTo>
                  <a:lnTo>
                    <a:pt x="10348" y="12013"/>
                  </a:lnTo>
                  <a:lnTo>
                    <a:pt x="10689" y="11752"/>
                  </a:lnTo>
                  <a:lnTo>
                    <a:pt x="11030" y="11451"/>
                  </a:lnTo>
                  <a:lnTo>
                    <a:pt x="11331" y="11131"/>
                  </a:lnTo>
                  <a:lnTo>
                    <a:pt x="11632" y="10790"/>
                  </a:lnTo>
                  <a:lnTo>
                    <a:pt x="11892" y="10409"/>
                  </a:lnTo>
                  <a:lnTo>
                    <a:pt x="12153" y="10028"/>
                  </a:lnTo>
                  <a:lnTo>
                    <a:pt x="12374" y="9626"/>
                  </a:lnTo>
                  <a:lnTo>
                    <a:pt x="12554" y="9225"/>
                  </a:lnTo>
                  <a:lnTo>
                    <a:pt x="12735" y="8784"/>
                  </a:lnTo>
                  <a:lnTo>
                    <a:pt x="12735" y="8784"/>
                  </a:lnTo>
                  <a:lnTo>
                    <a:pt x="12855" y="8403"/>
                  </a:lnTo>
                  <a:lnTo>
                    <a:pt x="12955" y="8022"/>
                  </a:lnTo>
                  <a:lnTo>
                    <a:pt x="13035" y="7641"/>
                  </a:lnTo>
                  <a:lnTo>
                    <a:pt x="13096" y="7240"/>
                  </a:lnTo>
                  <a:lnTo>
                    <a:pt x="13116" y="6859"/>
                  </a:lnTo>
                  <a:lnTo>
                    <a:pt x="13116" y="6478"/>
                  </a:lnTo>
                  <a:lnTo>
                    <a:pt x="13116" y="6117"/>
                  </a:lnTo>
                  <a:lnTo>
                    <a:pt x="13076" y="5736"/>
                  </a:lnTo>
                  <a:lnTo>
                    <a:pt x="13015" y="5375"/>
                  </a:lnTo>
                  <a:lnTo>
                    <a:pt x="12935" y="5014"/>
                  </a:lnTo>
                  <a:lnTo>
                    <a:pt x="12835" y="4653"/>
                  </a:lnTo>
                  <a:lnTo>
                    <a:pt x="12715" y="4312"/>
                  </a:lnTo>
                  <a:lnTo>
                    <a:pt x="12574" y="3971"/>
                  </a:lnTo>
                  <a:lnTo>
                    <a:pt x="12414" y="3650"/>
                  </a:lnTo>
                  <a:lnTo>
                    <a:pt x="12253" y="3329"/>
                  </a:lnTo>
                  <a:lnTo>
                    <a:pt x="12053" y="3008"/>
                  </a:lnTo>
                  <a:lnTo>
                    <a:pt x="11852" y="2708"/>
                  </a:lnTo>
                  <a:lnTo>
                    <a:pt x="11632" y="2427"/>
                  </a:lnTo>
                  <a:lnTo>
                    <a:pt x="11391" y="2146"/>
                  </a:lnTo>
                  <a:lnTo>
                    <a:pt x="11130" y="1885"/>
                  </a:lnTo>
                  <a:lnTo>
                    <a:pt x="10850" y="1645"/>
                  </a:lnTo>
                  <a:lnTo>
                    <a:pt x="10569" y="1404"/>
                  </a:lnTo>
                  <a:lnTo>
                    <a:pt x="10268" y="1183"/>
                  </a:lnTo>
                  <a:lnTo>
                    <a:pt x="9967" y="983"/>
                  </a:lnTo>
                  <a:lnTo>
                    <a:pt x="9626" y="802"/>
                  </a:lnTo>
                  <a:lnTo>
                    <a:pt x="9305" y="622"/>
                  </a:lnTo>
                  <a:lnTo>
                    <a:pt x="8944" y="482"/>
                  </a:lnTo>
                  <a:lnTo>
                    <a:pt x="8583" y="341"/>
                  </a:lnTo>
                  <a:lnTo>
                    <a:pt x="8222" y="241"/>
                  </a:lnTo>
                  <a:lnTo>
                    <a:pt x="7841" y="141"/>
                  </a:lnTo>
                  <a:lnTo>
                    <a:pt x="7440" y="80"/>
                  </a:lnTo>
                  <a:lnTo>
                    <a:pt x="7039" y="40"/>
                  </a:lnTo>
                  <a:lnTo>
                    <a:pt x="7039" y="40"/>
                  </a:lnTo>
                  <a:lnTo>
                    <a:pt x="6658" y="0"/>
                  </a:lnTo>
                  <a:lnTo>
                    <a:pt x="6277" y="20"/>
                  </a:lnTo>
                  <a:lnTo>
                    <a:pt x="5896" y="40"/>
                  </a:lnTo>
                  <a:lnTo>
                    <a:pt x="5535" y="80"/>
                  </a:lnTo>
                  <a:lnTo>
                    <a:pt x="5174" y="141"/>
                  </a:lnTo>
                  <a:lnTo>
                    <a:pt x="4833" y="241"/>
                  </a:lnTo>
                  <a:lnTo>
                    <a:pt x="4472" y="341"/>
                  </a:lnTo>
                  <a:lnTo>
                    <a:pt x="4151" y="462"/>
                  </a:lnTo>
                  <a:lnTo>
                    <a:pt x="3810" y="622"/>
                  </a:lnTo>
                  <a:lnTo>
                    <a:pt x="3490" y="782"/>
                  </a:lnTo>
                  <a:lnTo>
                    <a:pt x="3189" y="963"/>
                  </a:lnTo>
                  <a:lnTo>
                    <a:pt x="2888" y="1143"/>
                  </a:lnTo>
                  <a:lnTo>
                    <a:pt x="2607" y="1364"/>
                  </a:lnTo>
                  <a:lnTo>
                    <a:pt x="2326" y="1585"/>
                  </a:lnTo>
                  <a:lnTo>
                    <a:pt x="2066" y="1825"/>
                  </a:lnTo>
                  <a:lnTo>
                    <a:pt x="1825" y="2086"/>
                  </a:lnTo>
                  <a:lnTo>
                    <a:pt x="1584" y="2347"/>
                  </a:lnTo>
                  <a:lnTo>
                    <a:pt x="1364" y="2627"/>
                  </a:lnTo>
                  <a:lnTo>
                    <a:pt x="1163" y="2928"/>
                  </a:lnTo>
                  <a:lnTo>
                    <a:pt x="963" y="3229"/>
                  </a:lnTo>
                  <a:lnTo>
                    <a:pt x="802" y="3550"/>
                  </a:lnTo>
                  <a:lnTo>
                    <a:pt x="642" y="3871"/>
                  </a:lnTo>
                  <a:lnTo>
                    <a:pt x="501" y="4192"/>
                  </a:lnTo>
                  <a:lnTo>
                    <a:pt x="361" y="4533"/>
                  </a:lnTo>
                  <a:lnTo>
                    <a:pt x="261" y="4894"/>
                  </a:lnTo>
                  <a:lnTo>
                    <a:pt x="160" y="5234"/>
                  </a:lnTo>
                  <a:lnTo>
                    <a:pt x="100" y="5595"/>
                  </a:lnTo>
                  <a:lnTo>
                    <a:pt x="40" y="5977"/>
                  </a:lnTo>
                  <a:lnTo>
                    <a:pt x="20" y="6337"/>
                  </a:lnTo>
                  <a:lnTo>
                    <a:pt x="0" y="6719"/>
                  </a:lnTo>
                  <a:lnTo>
                    <a:pt x="0" y="7100"/>
                  </a:lnTo>
                  <a:lnTo>
                    <a:pt x="40" y="748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9" name="Google Shape;6099;p26"/>
            <p:cNvSpPr/>
            <p:nvPr/>
          </p:nvSpPr>
          <p:spPr>
            <a:xfrm>
              <a:off x="10253450" y="2763463"/>
              <a:ext cx="253200" cy="253700"/>
            </a:xfrm>
            <a:custGeom>
              <a:avLst/>
              <a:gdLst/>
              <a:ahLst/>
              <a:cxnLst/>
              <a:rect l="l" t="t" r="r" b="b"/>
              <a:pathLst>
                <a:path w="10128" h="10148" extrusionOk="0">
                  <a:moveTo>
                    <a:pt x="4853" y="0"/>
                  </a:moveTo>
                  <a:lnTo>
                    <a:pt x="4573" y="20"/>
                  </a:lnTo>
                  <a:lnTo>
                    <a:pt x="4292" y="61"/>
                  </a:lnTo>
                  <a:lnTo>
                    <a:pt x="4011" y="101"/>
                  </a:lnTo>
                  <a:lnTo>
                    <a:pt x="3750" y="181"/>
                  </a:lnTo>
                  <a:lnTo>
                    <a:pt x="3490" y="241"/>
                  </a:lnTo>
                  <a:lnTo>
                    <a:pt x="3229" y="341"/>
                  </a:lnTo>
                  <a:lnTo>
                    <a:pt x="2968" y="442"/>
                  </a:lnTo>
                  <a:lnTo>
                    <a:pt x="2728" y="582"/>
                  </a:lnTo>
                  <a:lnTo>
                    <a:pt x="2507" y="702"/>
                  </a:lnTo>
                  <a:lnTo>
                    <a:pt x="2266" y="843"/>
                  </a:lnTo>
                  <a:lnTo>
                    <a:pt x="2066" y="1003"/>
                  </a:lnTo>
                  <a:lnTo>
                    <a:pt x="1845" y="1184"/>
                  </a:lnTo>
                  <a:lnTo>
                    <a:pt x="1645" y="1364"/>
                  </a:lnTo>
                  <a:lnTo>
                    <a:pt x="1464" y="1545"/>
                  </a:lnTo>
                  <a:lnTo>
                    <a:pt x="1264" y="1765"/>
                  </a:lnTo>
                  <a:lnTo>
                    <a:pt x="1083" y="1986"/>
                  </a:lnTo>
                  <a:lnTo>
                    <a:pt x="923" y="2206"/>
                  </a:lnTo>
                  <a:lnTo>
                    <a:pt x="782" y="2447"/>
                  </a:lnTo>
                  <a:lnTo>
                    <a:pt x="622" y="2688"/>
                  </a:lnTo>
                  <a:lnTo>
                    <a:pt x="502" y="2928"/>
                  </a:lnTo>
                  <a:lnTo>
                    <a:pt x="381" y="3189"/>
                  </a:lnTo>
                  <a:lnTo>
                    <a:pt x="281" y="3470"/>
                  </a:lnTo>
                  <a:lnTo>
                    <a:pt x="201" y="3730"/>
                  </a:lnTo>
                  <a:lnTo>
                    <a:pt x="120" y="4011"/>
                  </a:lnTo>
                  <a:lnTo>
                    <a:pt x="60" y="4292"/>
                  </a:lnTo>
                  <a:lnTo>
                    <a:pt x="20" y="4593"/>
                  </a:lnTo>
                  <a:lnTo>
                    <a:pt x="0" y="4874"/>
                  </a:lnTo>
                  <a:lnTo>
                    <a:pt x="0" y="5174"/>
                  </a:lnTo>
                  <a:lnTo>
                    <a:pt x="0" y="5475"/>
                  </a:lnTo>
                  <a:lnTo>
                    <a:pt x="20" y="5776"/>
                  </a:lnTo>
                  <a:lnTo>
                    <a:pt x="100" y="6197"/>
                  </a:lnTo>
                  <a:lnTo>
                    <a:pt x="201" y="6638"/>
                  </a:lnTo>
                  <a:lnTo>
                    <a:pt x="361" y="7060"/>
                  </a:lnTo>
                  <a:lnTo>
                    <a:pt x="562" y="7461"/>
                  </a:lnTo>
                  <a:lnTo>
                    <a:pt x="802" y="7862"/>
                  </a:lnTo>
                  <a:lnTo>
                    <a:pt x="1103" y="8243"/>
                  </a:lnTo>
                  <a:lnTo>
                    <a:pt x="1404" y="8604"/>
                  </a:lnTo>
                  <a:lnTo>
                    <a:pt x="1765" y="8925"/>
                  </a:lnTo>
                  <a:lnTo>
                    <a:pt x="2166" y="9225"/>
                  </a:lnTo>
                  <a:lnTo>
                    <a:pt x="2367" y="9366"/>
                  </a:lnTo>
                  <a:lnTo>
                    <a:pt x="2587" y="9486"/>
                  </a:lnTo>
                  <a:lnTo>
                    <a:pt x="2808" y="9606"/>
                  </a:lnTo>
                  <a:lnTo>
                    <a:pt x="3028" y="9727"/>
                  </a:lnTo>
                  <a:lnTo>
                    <a:pt x="3269" y="9807"/>
                  </a:lnTo>
                  <a:lnTo>
                    <a:pt x="3510" y="9907"/>
                  </a:lnTo>
                  <a:lnTo>
                    <a:pt x="3770" y="9967"/>
                  </a:lnTo>
                  <a:lnTo>
                    <a:pt x="4031" y="10048"/>
                  </a:lnTo>
                  <a:lnTo>
                    <a:pt x="4292" y="10088"/>
                  </a:lnTo>
                  <a:lnTo>
                    <a:pt x="4573" y="10128"/>
                  </a:lnTo>
                  <a:lnTo>
                    <a:pt x="4853" y="10148"/>
                  </a:lnTo>
                  <a:lnTo>
                    <a:pt x="5435" y="10148"/>
                  </a:lnTo>
                  <a:lnTo>
                    <a:pt x="5716" y="10128"/>
                  </a:lnTo>
                  <a:lnTo>
                    <a:pt x="6077" y="10088"/>
                  </a:lnTo>
                  <a:lnTo>
                    <a:pt x="6418" y="10008"/>
                  </a:lnTo>
                  <a:lnTo>
                    <a:pt x="6759" y="9907"/>
                  </a:lnTo>
                  <a:lnTo>
                    <a:pt x="7079" y="9787"/>
                  </a:lnTo>
                  <a:lnTo>
                    <a:pt x="7400" y="9647"/>
                  </a:lnTo>
                  <a:lnTo>
                    <a:pt x="7681" y="9466"/>
                  </a:lnTo>
                  <a:lnTo>
                    <a:pt x="7982" y="9286"/>
                  </a:lnTo>
                  <a:lnTo>
                    <a:pt x="8243" y="9065"/>
                  </a:lnTo>
                  <a:lnTo>
                    <a:pt x="8503" y="8824"/>
                  </a:lnTo>
                  <a:lnTo>
                    <a:pt x="8744" y="8584"/>
                  </a:lnTo>
                  <a:lnTo>
                    <a:pt x="8964" y="8323"/>
                  </a:lnTo>
                  <a:lnTo>
                    <a:pt x="9185" y="8042"/>
                  </a:lnTo>
                  <a:lnTo>
                    <a:pt x="9366" y="7741"/>
                  </a:lnTo>
                  <a:lnTo>
                    <a:pt x="9546" y="7441"/>
                  </a:lnTo>
                  <a:lnTo>
                    <a:pt x="9686" y="7120"/>
                  </a:lnTo>
                  <a:lnTo>
                    <a:pt x="9827" y="6779"/>
                  </a:lnTo>
                  <a:lnTo>
                    <a:pt x="9887" y="6598"/>
                  </a:lnTo>
                  <a:lnTo>
                    <a:pt x="9967" y="6318"/>
                  </a:lnTo>
                  <a:lnTo>
                    <a:pt x="10027" y="6017"/>
                  </a:lnTo>
                  <a:lnTo>
                    <a:pt x="10067" y="5736"/>
                  </a:lnTo>
                  <a:lnTo>
                    <a:pt x="10108" y="5435"/>
                  </a:lnTo>
                  <a:lnTo>
                    <a:pt x="10128" y="5154"/>
                  </a:lnTo>
                  <a:lnTo>
                    <a:pt x="10128" y="4874"/>
                  </a:lnTo>
                  <a:lnTo>
                    <a:pt x="10108" y="4573"/>
                  </a:lnTo>
                  <a:lnTo>
                    <a:pt x="10067" y="4292"/>
                  </a:lnTo>
                  <a:lnTo>
                    <a:pt x="10007" y="4031"/>
                  </a:lnTo>
                  <a:lnTo>
                    <a:pt x="9947" y="3751"/>
                  </a:lnTo>
                  <a:lnTo>
                    <a:pt x="9867" y="3490"/>
                  </a:lnTo>
                  <a:lnTo>
                    <a:pt x="9767" y="3229"/>
                  </a:lnTo>
                  <a:lnTo>
                    <a:pt x="9666" y="2968"/>
                  </a:lnTo>
                  <a:lnTo>
                    <a:pt x="9546" y="2728"/>
                  </a:lnTo>
                  <a:lnTo>
                    <a:pt x="9406" y="2487"/>
                  </a:lnTo>
                  <a:lnTo>
                    <a:pt x="9245" y="2246"/>
                  </a:lnTo>
                  <a:lnTo>
                    <a:pt x="9085" y="2026"/>
                  </a:lnTo>
                  <a:lnTo>
                    <a:pt x="8924" y="1805"/>
                  </a:lnTo>
                  <a:lnTo>
                    <a:pt x="8724" y="1605"/>
                  </a:lnTo>
                  <a:lnTo>
                    <a:pt x="8543" y="1404"/>
                  </a:lnTo>
                  <a:lnTo>
                    <a:pt x="8323" y="1224"/>
                  </a:lnTo>
                  <a:lnTo>
                    <a:pt x="8102" y="1043"/>
                  </a:lnTo>
                  <a:lnTo>
                    <a:pt x="7882" y="883"/>
                  </a:lnTo>
                  <a:lnTo>
                    <a:pt x="7641" y="742"/>
                  </a:lnTo>
                  <a:lnTo>
                    <a:pt x="7400" y="602"/>
                  </a:lnTo>
                  <a:lnTo>
                    <a:pt x="7140" y="462"/>
                  </a:lnTo>
                  <a:lnTo>
                    <a:pt x="6879" y="361"/>
                  </a:lnTo>
                  <a:lnTo>
                    <a:pt x="6598" y="261"/>
                  </a:lnTo>
                  <a:lnTo>
                    <a:pt x="6317" y="181"/>
                  </a:lnTo>
                  <a:lnTo>
                    <a:pt x="6037" y="121"/>
                  </a:lnTo>
                  <a:lnTo>
                    <a:pt x="5736" y="61"/>
                  </a:lnTo>
                  <a:lnTo>
                    <a:pt x="5435" y="20"/>
                  </a:lnTo>
                  <a:lnTo>
                    <a:pt x="513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0" name="Google Shape;6100;p26"/>
            <p:cNvSpPr/>
            <p:nvPr/>
          </p:nvSpPr>
          <p:spPr>
            <a:xfrm>
              <a:off x="10253450" y="2763463"/>
              <a:ext cx="253200" cy="253700"/>
            </a:xfrm>
            <a:custGeom>
              <a:avLst/>
              <a:gdLst/>
              <a:ahLst/>
              <a:cxnLst/>
              <a:rect l="l" t="t" r="r" b="b"/>
              <a:pathLst>
                <a:path w="10128" h="10148" fill="none" extrusionOk="0">
                  <a:moveTo>
                    <a:pt x="9887" y="6598"/>
                  </a:moveTo>
                  <a:lnTo>
                    <a:pt x="9887" y="6598"/>
                  </a:lnTo>
                  <a:lnTo>
                    <a:pt x="9827" y="6779"/>
                  </a:lnTo>
                  <a:lnTo>
                    <a:pt x="9827" y="6779"/>
                  </a:lnTo>
                  <a:lnTo>
                    <a:pt x="9686" y="7120"/>
                  </a:lnTo>
                  <a:lnTo>
                    <a:pt x="9546" y="7441"/>
                  </a:lnTo>
                  <a:lnTo>
                    <a:pt x="9366" y="7741"/>
                  </a:lnTo>
                  <a:lnTo>
                    <a:pt x="9185" y="8042"/>
                  </a:lnTo>
                  <a:lnTo>
                    <a:pt x="8964" y="8323"/>
                  </a:lnTo>
                  <a:lnTo>
                    <a:pt x="8744" y="8584"/>
                  </a:lnTo>
                  <a:lnTo>
                    <a:pt x="8503" y="8824"/>
                  </a:lnTo>
                  <a:lnTo>
                    <a:pt x="8243" y="9065"/>
                  </a:lnTo>
                  <a:lnTo>
                    <a:pt x="7982" y="9286"/>
                  </a:lnTo>
                  <a:lnTo>
                    <a:pt x="7681" y="9466"/>
                  </a:lnTo>
                  <a:lnTo>
                    <a:pt x="7400" y="9647"/>
                  </a:lnTo>
                  <a:lnTo>
                    <a:pt x="7079" y="9787"/>
                  </a:lnTo>
                  <a:lnTo>
                    <a:pt x="6759" y="9907"/>
                  </a:lnTo>
                  <a:lnTo>
                    <a:pt x="6418" y="10008"/>
                  </a:lnTo>
                  <a:lnTo>
                    <a:pt x="6077" y="10088"/>
                  </a:lnTo>
                  <a:lnTo>
                    <a:pt x="5716" y="10128"/>
                  </a:lnTo>
                  <a:lnTo>
                    <a:pt x="5716" y="10128"/>
                  </a:lnTo>
                  <a:lnTo>
                    <a:pt x="5435" y="10148"/>
                  </a:lnTo>
                  <a:lnTo>
                    <a:pt x="5134" y="10148"/>
                  </a:lnTo>
                  <a:lnTo>
                    <a:pt x="4853" y="10148"/>
                  </a:lnTo>
                  <a:lnTo>
                    <a:pt x="4573" y="10128"/>
                  </a:lnTo>
                  <a:lnTo>
                    <a:pt x="4292" y="10088"/>
                  </a:lnTo>
                  <a:lnTo>
                    <a:pt x="4031" y="10048"/>
                  </a:lnTo>
                  <a:lnTo>
                    <a:pt x="3770" y="9967"/>
                  </a:lnTo>
                  <a:lnTo>
                    <a:pt x="3510" y="9907"/>
                  </a:lnTo>
                  <a:lnTo>
                    <a:pt x="3269" y="9807"/>
                  </a:lnTo>
                  <a:lnTo>
                    <a:pt x="3028" y="9727"/>
                  </a:lnTo>
                  <a:lnTo>
                    <a:pt x="2808" y="9606"/>
                  </a:lnTo>
                  <a:lnTo>
                    <a:pt x="2587" y="9486"/>
                  </a:lnTo>
                  <a:lnTo>
                    <a:pt x="2367" y="9366"/>
                  </a:lnTo>
                  <a:lnTo>
                    <a:pt x="2166" y="9225"/>
                  </a:lnTo>
                  <a:lnTo>
                    <a:pt x="1765" y="8925"/>
                  </a:lnTo>
                  <a:lnTo>
                    <a:pt x="1404" y="8604"/>
                  </a:lnTo>
                  <a:lnTo>
                    <a:pt x="1103" y="8243"/>
                  </a:lnTo>
                  <a:lnTo>
                    <a:pt x="802" y="7862"/>
                  </a:lnTo>
                  <a:lnTo>
                    <a:pt x="562" y="7461"/>
                  </a:lnTo>
                  <a:lnTo>
                    <a:pt x="361" y="7060"/>
                  </a:lnTo>
                  <a:lnTo>
                    <a:pt x="201" y="6638"/>
                  </a:lnTo>
                  <a:lnTo>
                    <a:pt x="100" y="6197"/>
                  </a:lnTo>
                  <a:lnTo>
                    <a:pt x="20" y="5776"/>
                  </a:lnTo>
                  <a:lnTo>
                    <a:pt x="20" y="5776"/>
                  </a:lnTo>
                  <a:lnTo>
                    <a:pt x="0" y="5475"/>
                  </a:lnTo>
                  <a:lnTo>
                    <a:pt x="0" y="5174"/>
                  </a:lnTo>
                  <a:lnTo>
                    <a:pt x="0" y="4874"/>
                  </a:lnTo>
                  <a:lnTo>
                    <a:pt x="20" y="4593"/>
                  </a:lnTo>
                  <a:lnTo>
                    <a:pt x="60" y="4292"/>
                  </a:lnTo>
                  <a:lnTo>
                    <a:pt x="120" y="4011"/>
                  </a:lnTo>
                  <a:lnTo>
                    <a:pt x="201" y="3730"/>
                  </a:lnTo>
                  <a:lnTo>
                    <a:pt x="281" y="3470"/>
                  </a:lnTo>
                  <a:lnTo>
                    <a:pt x="381" y="3189"/>
                  </a:lnTo>
                  <a:lnTo>
                    <a:pt x="502" y="2928"/>
                  </a:lnTo>
                  <a:lnTo>
                    <a:pt x="622" y="2688"/>
                  </a:lnTo>
                  <a:lnTo>
                    <a:pt x="782" y="2447"/>
                  </a:lnTo>
                  <a:lnTo>
                    <a:pt x="923" y="2206"/>
                  </a:lnTo>
                  <a:lnTo>
                    <a:pt x="1083" y="1986"/>
                  </a:lnTo>
                  <a:lnTo>
                    <a:pt x="1264" y="1765"/>
                  </a:lnTo>
                  <a:lnTo>
                    <a:pt x="1464" y="1545"/>
                  </a:lnTo>
                  <a:lnTo>
                    <a:pt x="1464" y="1545"/>
                  </a:lnTo>
                  <a:lnTo>
                    <a:pt x="1645" y="1364"/>
                  </a:lnTo>
                  <a:lnTo>
                    <a:pt x="1845" y="1184"/>
                  </a:lnTo>
                  <a:lnTo>
                    <a:pt x="2066" y="1003"/>
                  </a:lnTo>
                  <a:lnTo>
                    <a:pt x="2266" y="843"/>
                  </a:lnTo>
                  <a:lnTo>
                    <a:pt x="2507" y="702"/>
                  </a:lnTo>
                  <a:lnTo>
                    <a:pt x="2728" y="582"/>
                  </a:lnTo>
                  <a:lnTo>
                    <a:pt x="2968" y="442"/>
                  </a:lnTo>
                  <a:lnTo>
                    <a:pt x="3229" y="341"/>
                  </a:lnTo>
                  <a:lnTo>
                    <a:pt x="3490" y="241"/>
                  </a:lnTo>
                  <a:lnTo>
                    <a:pt x="3750" y="181"/>
                  </a:lnTo>
                  <a:lnTo>
                    <a:pt x="4011" y="101"/>
                  </a:lnTo>
                  <a:lnTo>
                    <a:pt x="4292" y="61"/>
                  </a:lnTo>
                  <a:lnTo>
                    <a:pt x="4573" y="20"/>
                  </a:lnTo>
                  <a:lnTo>
                    <a:pt x="4853" y="0"/>
                  </a:lnTo>
                  <a:lnTo>
                    <a:pt x="5134" y="0"/>
                  </a:lnTo>
                  <a:lnTo>
                    <a:pt x="5435" y="20"/>
                  </a:lnTo>
                  <a:lnTo>
                    <a:pt x="5435" y="20"/>
                  </a:lnTo>
                  <a:lnTo>
                    <a:pt x="5736" y="61"/>
                  </a:lnTo>
                  <a:lnTo>
                    <a:pt x="6037" y="121"/>
                  </a:lnTo>
                  <a:lnTo>
                    <a:pt x="6317" y="181"/>
                  </a:lnTo>
                  <a:lnTo>
                    <a:pt x="6598" y="261"/>
                  </a:lnTo>
                  <a:lnTo>
                    <a:pt x="6879" y="361"/>
                  </a:lnTo>
                  <a:lnTo>
                    <a:pt x="7140" y="462"/>
                  </a:lnTo>
                  <a:lnTo>
                    <a:pt x="7400" y="602"/>
                  </a:lnTo>
                  <a:lnTo>
                    <a:pt x="7641" y="742"/>
                  </a:lnTo>
                  <a:lnTo>
                    <a:pt x="7882" y="883"/>
                  </a:lnTo>
                  <a:lnTo>
                    <a:pt x="8102" y="1043"/>
                  </a:lnTo>
                  <a:lnTo>
                    <a:pt x="8323" y="1224"/>
                  </a:lnTo>
                  <a:lnTo>
                    <a:pt x="8543" y="1404"/>
                  </a:lnTo>
                  <a:lnTo>
                    <a:pt x="8724" y="1605"/>
                  </a:lnTo>
                  <a:lnTo>
                    <a:pt x="8924" y="1805"/>
                  </a:lnTo>
                  <a:lnTo>
                    <a:pt x="9085" y="2026"/>
                  </a:lnTo>
                  <a:lnTo>
                    <a:pt x="9245" y="2246"/>
                  </a:lnTo>
                  <a:lnTo>
                    <a:pt x="9406" y="2487"/>
                  </a:lnTo>
                  <a:lnTo>
                    <a:pt x="9546" y="2728"/>
                  </a:lnTo>
                  <a:lnTo>
                    <a:pt x="9666" y="2968"/>
                  </a:lnTo>
                  <a:lnTo>
                    <a:pt x="9767" y="3229"/>
                  </a:lnTo>
                  <a:lnTo>
                    <a:pt x="9867" y="3490"/>
                  </a:lnTo>
                  <a:lnTo>
                    <a:pt x="9947" y="3751"/>
                  </a:lnTo>
                  <a:lnTo>
                    <a:pt x="10007" y="4031"/>
                  </a:lnTo>
                  <a:lnTo>
                    <a:pt x="10067" y="4292"/>
                  </a:lnTo>
                  <a:lnTo>
                    <a:pt x="10108" y="4573"/>
                  </a:lnTo>
                  <a:lnTo>
                    <a:pt x="10128" y="4874"/>
                  </a:lnTo>
                  <a:lnTo>
                    <a:pt x="10128" y="5154"/>
                  </a:lnTo>
                  <a:lnTo>
                    <a:pt x="10108" y="5435"/>
                  </a:lnTo>
                  <a:lnTo>
                    <a:pt x="10067" y="5736"/>
                  </a:lnTo>
                  <a:lnTo>
                    <a:pt x="10027" y="6017"/>
                  </a:lnTo>
                  <a:lnTo>
                    <a:pt x="9967" y="6318"/>
                  </a:lnTo>
                  <a:lnTo>
                    <a:pt x="9887" y="659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1" name="Google Shape;6101;p26"/>
            <p:cNvSpPr/>
            <p:nvPr/>
          </p:nvSpPr>
          <p:spPr>
            <a:xfrm>
              <a:off x="10253450" y="2802063"/>
              <a:ext cx="247175" cy="215100"/>
            </a:xfrm>
            <a:custGeom>
              <a:avLst/>
              <a:gdLst/>
              <a:ahLst/>
              <a:cxnLst/>
              <a:rect l="l" t="t" r="r" b="b"/>
              <a:pathLst>
                <a:path w="9887" h="8604" extrusionOk="0">
                  <a:moveTo>
                    <a:pt x="1464" y="1"/>
                  </a:moveTo>
                  <a:lnTo>
                    <a:pt x="1123" y="382"/>
                  </a:lnTo>
                  <a:lnTo>
                    <a:pt x="842" y="783"/>
                  </a:lnTo>
                  <a:lnTo>
                    <a:pt x="602" y="1224"/>
                  </a:lnTo>
                  <a:lnTo>
                    <a:pt x="381" y="1665"/>
                  </a:lnTo>
                  <a:lnTo>
                    <a:pt x="221" y="2146"/>
                  </a:lnTo>
                  <a:lnTo>
                    <a:pt x="141" y="2387"/>
                  </a:lnTo>
                  <a:lnTo>
                    <a:pt x="100" y="2628"/>
                  </a:lnTo>
                  <a:lnTo>
                    <a:pt x="40" y="2888"/>
                  </a:lnTo>
                  <a:lnTo>
                    <a:pt x="20" y="3149"/>
                  </a:lnTo>
                  <a:lnTo>
                    <a:pt x="0" y="3410"/>
                  </a:lnTo>
                  <a:lnTo>
                    <a:pt x="0" y="3671"/>
                  </a:lnTo>
                  <a:lnTo>
                    <a:pt x="0" y="3951"/>
                  </a:lnTo>
                  <a:lnTo>
                    <a:pt x="20" y="4232"/>
                  </a:lnTo>
                  <a:lnTo>
                    <a:pt x="80" y="4633"/>
                  </a:lnTo>
                  <a:lnTo>
                    <a:pt x="201" y="5034"/>
                  </a:lnTo>
                  <a:lnTo>
                    <a:pt x="341" y="5435"/>
                  </a:lnTo>
                  <a:lnTo>
                    <a:pt x="522" y="5816"/>
                  </a:lnTo>
                  <a:lnTo>
                    <a:pt x="742" y="6197"/>
                  </a:lnTo>
                  <a:lnTo>
                    <a:pt x="983" y="6558"/>
                  </a:lnTo>
                  <a:lnTo>
                    <a:pt x="1284" y="6919"/>
                  </a:lnTo>
                  <a:lnTo>
                    <a:pt x="1584" y="7240"/>
                  </a:lnTo>
                  <a:lnTo>
                    <a:pt x="1945" y="7521"/>
                  </a:lnTo>
                  <a:lnTo>
                    <a:pt x="2326" y="7802"/>
                  </a:lnTo>
                  <a:lnTo>
                    <a:pt x="2728" y="8022"/>
                  </a:lnTo>
                  <a:lnTo>
                    <a:pt x="3169" y="8223"/>
                  </a:lnTo>
                  <a:lnTo>
                    <a:pt x="3630" y="8383"/>
                  </a:lnTo>
                  <a:lnTo>
                    <a:pt x="3871" y="8464"/>
                  </a:lnTo>
                  <a:lnTo>
                    <a:pt x="4111" y="8504"/>
                  </a:lnTo>
                  <a:lnTo>
                    <a:pt x="4372" y="8564"/>
                  </a:lnTo>
                  <a:lnTo>
                    <a:pt x="4633" y="8584"/>
                  </a:lnTo>
                  <a:lnTo>
                    <a:pt x="4893" y="8604"/>
                  </a:lnTo>
                  <a:lnTo>
                    <a:pt x="5435" y="8604"/>
                  </a:lnTo>
                  <a:lnTo>
                    <a:pt x="5716" y="8584"/>
                  </a:lnTo>
                  <a:lnTo>
                    <a:pt x="6077" y="8544"/>
                  </a:lnTo>
                  <a:lnTo>
                    <a:pt x="6418" y="8464"/>
                  </a:lnTo>
                  <a:lnTo>
                    <a:pt x="6759" y="8363"/>
                  </a:lnTo>
                  <a:lnTo>
                    <a:pt x="7079" y="8243"/>
                  </a:lnTo>
                  <a:lnTo>
                    <a:pt x="7400" y="8103"/>
                  </a:lnTo>
                  <a:lnTo>
                    <a:pt x="7681" y="7922"/>
                  </a:lnTo>
                  <a:lnTo>
                    <a:pt x="7982" y="7742"/>
                  </a:lnTo>
                  <a:lnTo>
                    <a:pt x="8243" y="7521"/>
                  </a:lnTo>
                  <a:lnTo>
                    <a:pt x="8503" y="7280"/>
                  </a:lnTo>
                  <a:lnTo>
                    <a:pt x="8744" y="7040"/>
                  </a:lnTo>
                  <a:lnTo>
                    <a:pt x="8964" y="6779"/>
                  </a:lnTo>
                  <a:lnTo>
                    <a:pt x="9185" y="6498"/>
                  </a:lnTo>
                  <a:lnTo>
                    <a:pt x="9366" y="6197"/>
                  </a:lnTo>
                  <a:lnTo>
                    <a:pt x="9546" y="5897"/>
                  </a:lnTo>
                  <a:lnTo>
                    <a:pt x="9686" y="5576"/>
                  </a:lnTo>
                  <a:lnTo>
                    <a:pt x="9827" y="5235"/>
                  </a:lnTo>
                  <a:lnTo>
                    <a:pt x="9887" y="5054"/>
                  </a:lnTo>
                  <a:lnTo>
                    <a:pt x="9666" y="5335"/>
                  </a:lnTo>
                  <a:lnTo>
                    <a:pt x="9446" y="5596"/>
                  </a:lnTo>
                  <a:lnTo>
                    <a:pt x="9205" y="5836"/>
                  </a:lnTo>
                  <a:lnTo>
                    <a:pt x="8944" y="6077"/>
                  </a:lnTo>
                  <a:lnTo>
                    <a:pt x="8684" y="6278"/>
                  </a:lnTo>
                  <a:lnTo>
                    <a:pt x="8403" y="6478"/>
                  </a:lnTo>
                  <a:lnTo>
                    <a:pt x="8082" y="6659"/>
                  </a:lnTo>
                  <a:lnTo>
                    <a:pt x="7781" y="6799"/>
                  </a:lnTo>
                  <a:lnTo>
                    <a:pt x="7380" y="6939"/>
                  </a:lnTo>
                  <a:lnTo>
                    <a:pt x="6999" y="7040"/>
                  </a:lnTo>
                  <a:lnTo>
                    <a:pt x="6598" y="7100"/>
                  </a:lnTo>
                  <a:lnTo>
                    <a:pt x="6197" y="7120"/>
                  </a:lnTo>
                  <a:lnTo>
                    <a:pt x="5776" y="7100"/>
                  </a:lnTo>
                  <a:lnTo>
                    <a:pt x="5355" y="7040"/>
                  </a:lnTo>
                  <a:lnTo>
                    <a:pt x="4954" y="6939"/>
                  </a:lnTo>
                  <a:lnTo>
                    <a:pt x="4553" y="6819"/>
                  </a:lnTo>
                  <a:lnTo>
                    <a:pt x="4171" y="6659"/>
                  </a:lnTo>
                  <a:lnTo>
                    <a:pt x="3790" y="6478"/>
                  </a:lnTo>
                  <a:lnTo>
                    <a:pt x="3429" y="6258"/>
                  </a:lnTo>
                  <a:lnTo>
                    <a:pt x="3089" y="6017"/>
                  </a:lnTo>
                  <a:lnTo>
                    <a:pt x="2748" y="5756"/>
                  </a:lnTo>
                  <a:lnTo>
                    <a:pt x="2447" y="5455"/>
                  </a:lnTo>
                  <a:lnTo>
                    <a:pt x="2186" y="5114"/>
                  </a:lnTo>
                  <a:lnTo>
                    <a:pt x="1925" y="4774"/>
                  </a:lnTo>
                  <a:lnTo>
                    <a:pt x="1705" y="4413"/>
                  </a:lnTo>
                  <a:lnTo>
                    <a:pt x="1524" y="4032"/>
                  </a:lnTo>
                  <a:lnTo>
                    <a:pt x="1364" y="3650"/>
                  </a:lnTo>
                  <a:lnTo>
                    <a:pt x="1244" y="3249"/>
                  </a:lnTo>
                  <a:lnTo>
                    <a:pt x="1143" y="2828"/>
                  </a:lnTo>
                  <a:lnTo>
                    <a:pt x="1083" y="2427"/>
                  </a:lnTo>
                  <a:lnTo>
                    <a:pt x="1063" y="2006"/>
                  </a:lnTo>
                  <a:lnTo>
                    <a:pt x="1063" y="1585"/>
                  </a:lnTo>
                  <a:lnTo>
                    <a:pt x="1123" y="1184"/>
                  </a:lnTo>
                  <a:lnTo>
                    <a:pt x="1183" y="783"/>
                  </a:lnTo>
                  <a:lnTo>
                    <a:pt x="1304" y="382"/>
                  </a:lnTo>
                  <a:lnTo>
                    <a:pt x="1464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2" name="Google Shape;6102;p26"/>
            <p:cNvSpPr/>
            <p:nvPr/>
          </p:nvSpPr>
          <p:spPr>
            <a:xfrm>
              <a:off x="10253450" y="2802063"/>
              <a:ext cx="247175" cy="215100"/>
            </a:xfrm>
            <a:custGeom>
              <a:avLst/>
              <a:gdLst/>
              <a:ahLst/>
              <a:cxnLst/>
              <a:rect l="l" t="t" r="r" b="b"/>
              <a:pathLst>
                <a:path w="9887" h="8604" fill="none" extrusionOk="0">
                  <a:moveTo>
                    <a:pt x="1464" y="1"/>
                  </a:moveTo>
                  <a:lnTo>
                    <a:pt x="1464" y="1"/>
                  </a:lnTo>
                  <a:lnTo>
                    <a:pt x="1123" y="382"/>
                  </a:lnTo>
                  <a:lnTo>
                    <a:pt x="842" y="783"/>
                  </a:lnTo>
                  <a:lnTo>
                    <a:pt x="602" y="1224"/>
                  </a:lnTo>
                  <a:lnTo>
                    <a:pt x="381" y="1665"/>
                  </a:lnTo>
                  <a:lnTo>
                    <a:pt x="221" y="2146"/>
                  </a:lnTo>
                  <a:lnTo>
                    <a:pt x="141" y="2387"/>
                  </a:lnTo>
                  <a:lnTo>
                    <a:pt x="100" y="2628"/>
                  </a:lnTo>
                  <a:lnTo>
                    <a:pt x="40" y="2888"/>
                  </a:lnTo>
                  <a:lnTo>
                    <a:pt x="20" y="3149"/>
                  </a:lnTo>
                  <a:lnTo>
                    <a:pt x="0" y="3410"/>
                  </a:lnTo>
                  <a:lnTo>
                    <a:pt x="0" y="3671"/>
                  </a:lnTo>
                  <a:lnTo>
                    <a:pt x="0" y="3671"/>
                  </a:lnTo>
                  <a:lnTo>
                    <a:pt x="0" y="3951"/>
                  </a:lnTo>
                  <a:lnTo>
                    <a:pt x="20" y="4232"/>
                  </a:lnTo>
                  <a:lnTo>
                    <a:pt x="20" y="4232"/>
                  </a:lnTo>
                  <a:lnTo>
                    <a:pt x="80" y="4633"/>
                  </a:lnTo>
                  <a:lnTo>
                    <a:pt x="201" y="5034"/>
                  </a:lnTo>
                  <a:lnTo>
                    <a:pt x="341" y="5435"/>
                  </a:lnTo>
                  <a:lnTo>
                    <a:pt x="522" y="5816"/>
                  </a:lnTo>
                  <a:lnTo>
                    <a:pt x="742" y="6197"/>
                  </a:lnTo>
                  <a:lnTo>
                    <a:pt x="983" y="6558"/>
                  </a:lnTo>
                  <a:lnTo>
                    <a:pt x="1284" y="6919"/>
                  </a:lnTo>
                  <a:lnTo>
                    <a:pt x="1584" y="7240"/>
                  </a:lnTo>
                  <a:lnTo>
                    <a:pt x="1945" y="7521"/>
                  </a:lnTo>
                  <a:lnTo>
                    <a:pt x="2326" y="7802"/>
                  </a:lnTo>
                  <a:lnTo>
                    <a:pt x="2728" y="8022"/>
                  </a:lnTo>
                  <a:lnTo>
                    <a:pt x="3169" y="8223"/>
                  </a:lnTo>
                  <a:lnTo>
                    <a:pt x="3630" y="8383"/>
                  </a:lnTo>
                  <a:lnTo>
                    <a:pt x="3871" y="8464"/>
                  </a:lnTo>
                  <a:lnTo>
                    <a:pt x="4111" y="8504"/>
                  </a:lnTo>
                  <a:lnTo>
                    <a:pt x="4372" y="8564"/>
                  </a:lnTo>
                  <a:lnTo>
                    <a:pt x="4633" y="8584"/>
                  </a:lnTo>
                  <a:lnTo>
                    <a:pt x="4893" y="8604"/>
                  </a:lnTo>
                  <a:lnTo>
                    <a:pt x="5154" y="8604"/>
                  </a:lnTo>
                  <a:lnTo>
                    <a:pt x="5154" y="8604"/>
                  </a:lnTo>
                  <a:lnTo>
                    <a:pt x="5435" y="8604"/>
                  </a:lnTo>
                  <a:lnTo>
                    <a:pt x="5716" y="8584"/>
                  </a:lnTo>
                  <a:lnTo>
                    <a:pt x="5716" y="8584"/>
                  </a:lnTo>
                  <a:lnTo>
                    <a:pt x="6077" y="8544"/>
                  </a:lnTo>
                  <a:lnTo>
                    <a:pt x="6418" y="8464"/>
                  </a:lnTo>
                  <a:lnTo>
                    <a:pt x="6759" y="8363"/>
                  </a:lnTo>
                  <a:lnTo>
                    <a:pt x="7079" y="8243"/>
                  </a:lnTo>
                  <a:lnTo>
                    <a:pt x="7400" y="8103"/>
                  </a:lnTo>
                  <a:lnTo>
                    <a:pt x="7681" y="7922"/>
                  </a:lnTo>
                  <a:lnTo>
                    <a:pt x="7982" y="7742"/>
                  </a:lnTo>
                  <a:lnTo>
                    <a:pt x="8243" y="7521"/>
                  </a:lnTo>
                  <a:lnTo>
                    <a:pt x="8503" y="7280"/>
                  </a:lnTo>
                  <a:lnTo>
                    <a:pt x="8744" y="7040"/>
                  </a:lnTo>
                  <a:lnTo>
                    <a:pt x="8964" y="6779"/>
                  </a:lnTo>
                  <a:lnTo>
                    <a:pt x="9185" y="6498"/>
                  </a:lnTo>
                  <a:lnTo>
                    <a:pt x="9366" y="6197"/>
                  </a:lnTo>
                  <a:lnTo>
                    <a:pt x="9546" y="5897"/>
                  </a:lnTo>
                  <a:lnTo>
                    <a:pt x="9686" y="5576"/>
                  </a:lnTo>
                  <a:lnTo>
                    <a:pt x="9827" y="5235"/>
                  </a:lnTo>
                  <a:lnTo>
                    <a:pt x="9827" y="5235"/>
                  </a:lnTo>
                  <a:lnTo>
                    <a:pt x="9887" y="5054"/>
                  </a:lnTo>
                  <a:lnTo>
                    <a:pt x="9887" y="5054"/>
                  </a:lnTo>
                  <a:lnTo>
                    <a:pt x="9666" y="5335"/>
                  </a:lnTo>
                  <a:lnTo>
                    <a:pt x="9446" y="5596"/>
                  </a:lnTo>
                  <a:lnTo>
                    <a:pt x="9205" y="5836"/>
                  </a:lnTo>
                  <a:lnTo>
                    <a:pt x="8944" y="6077"/>
                  </a:lnTo>
                  <a:lnTo>
                    <a:pt x="8684" y="6278"/>
                  </a:lnTo>
                  <a:lnTo>
                    <a:pt x="8403" y="6478"/>
                  </a:lnTo>
                  <a:lnTo>
                    <a:pt x="8082" y="6659"/>
                  </a:lnTo>
                  <a:lnTo>
                    <a:pt x="7781" y="6799"/>
                  </a:lnTo>
                  <a:lnTo>
                    <a:pt x="7781" y="6799"/>
                  </a:lnTo>
                  <a:lnTo>
                    <a:pt x="7380" y="6939"/>
                  </a:lnTo>
                  <a:lnTo>
                    <a:pt x="6999" y="7040"/>
                  </a:lnTo>
                  <a:lnTo>
                    <a:pt x="6598" y="7100"/>
                  </a:lnTo>
                  <a:lnTo>
                    <a:pt x="6197" y="7120"/>
                  </a:lnTo>
                  <a:lnTo>
                    <a:pt x="6197" y="7120"/>
                  </a:lnTo>
                  <a:lnTo>
                    <a:pt x="5776" y="7100"/>
                  </a:lnTo>
                  <a:lnTo>
                    <a:pt x="5355" y="7040"/>
                  </a:lnTo>
                  <a:lnTo>
                    <a:pt x="4954" y="6939"/>
                  </a:lnTo>
                  <a:lnTo>
                    <a:pt x="4553" y="6819"/>
                  </a:lnTo>
                  <a:lnTo>
                    <a:pt x="4171" y="6659"/>
                  </a:lnTo>
                  <a:lnTo>
                    <a:pt x="3790" y="6478"/>
                  </a:lnTo>
                  <a:lnTo>
                    <a:pt x="3429" y="6258"/>
                  </a:lnTo>
                  <a:lnTo>
                    <a:pt x="3089" y="6017"/>
                  </a:lnTo>
                  <a:lnTo>
                    <a:pt x="3089" y="6017"/>
                  </a:lnTo>
                  <a:lnTo>
                    <a:pt x="2748" y="5756"/>
                  </a:lnTo>
                  <a:lnTo>
                    <a:pt x="2447" y="5455"/>
                  </a:lnTo>
                  <a:lnTo>
                    <a:pt x="2186" y="5114"/>
                  </a:lnTo>
                  <a:lnTo>
                    <a:pt x="1925" y="4774"/>
                  </a:lnTo>
                  <a:lnTo>
                    <a:pt x="1705" y="4413"/>
                  </a:lnTo>
                  <a:lnTo>
                    <a:pt x="1524" y="4032"/>
                  </a:lnTo>
                  <a:lnTo>
                    <a:pt x="1364" y="3650"/>
                  </a:lnTo>
                  <a:lnTo>
                    <a:pt x="1244" y="3249"/>
                  </a:lnTo>
                  <a:lnTo>
                    <a:pt x="1143" y="2828"/>
                  </a:lnTo>
                  <a:lnTo>
                    <a:pt x="1083" y="2427"/>
                  </a:lnTo>
                  <a:lnTo>
                    <a:pt x="1063" y="2006"/>
                  </a:lnTo>
                  <a:lnTo>
                    <a:pt x="1063" y="1585"/>
                  </a:lnTo>
                  <a:lnTo>
                    <a:pt x="1123" y="1184"/>
                  </a:lnTo>
                  <a:lnTo>
                    <a:pt x="1183" y="783"/>
                  </a:lnTo>
                  <a:lnTo>
                    <a:pt x="1304" y="382"/>
                  </a:lnTo>
                  <a:lnTo>
                    <a:pt x="1464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3" name="Google Shape;6103;p26"/>
            <p:cNvSpPr/>
            <p:nvPr/>
          </p:nvSpPr>
          <p:spPr>
            <a:xfrm>
              <a:off x="10739250" y="2725863"/>
              <a:ext cx="327925" cy="328925"/>
            </a:xfrm>
            <a:custGeom>
              <a:avLst/>
              <a:gdLst/>
              <a:ahLst/>
              <a:cxnLst/>
              <a:rect l="l" t="t" r="r" b="b"/>
              <a:pathLst>
                <a:path w="13117" h="13157" extrusionOk="0">
                  <a:moveTo>
                    <a:pt x="6659" y="0"/>
                  </a:moveTo>
                  <a:lnTo>
                    <a:pt x="6278" y="20"/>
                  </a:lnTo>
                  <a:lnTo>
                    <a:pt x="5897" y="40"/>
                  </a:lnTo>
                  <a:lnTo>
                    <a:pt x="5536" y="80"/>
                  </a:lnTo>
                  <a:lnTo>
                    <a:pt x="5175" y="141"/>
                  </a:lnTo>
                  <a:lnTo>
                    <a:pt x="4814" y="241"/>
                  </a:lnTo>
                  <a:lnTo>
                    <a:pt x="4473" y="341"/>
                  </a:lnTo>
                  <a:lnTo>
                    <a:pt x="4132" y="462"/>
                  </a:lnTo>
                  <a:lnTo>
                    <a:pt x="3811" y="622"/>
                  </a:lnTo>
                  <a:lnTo>
                    <a:pt x="3490" y="782"/>
                  </a:lnTo>
                  <a:lnTo>
                    <a:pt x="3190" y="963"/>
                  </a:lnTo>
                  <a:lnTo>
                    <a:pt x="2889" y="1143"/>
                  </a:lnTo>
                  <a:lnTo>
                    <a:pt x="2608" y="1364"/>
                  </a:lnTo>
                  <a:lnTo>
                    <a:pt x="2327" y="1585"/>
                  </a:lnTo>
                  <a:lnTo>
                    <a:pt x="2067" y="1825"/>
                  </a:lnTo>
                  <a:lnTo>
                    <a:pt x="1826" y="2086"/>
                  </a:lnTo>
                  <a:lnTo>
                    <a:pt x="1585" y="2347"/>
                  </a:lnTo>
                  <a:lnTo>
                    <a:pt x="1365" y="2627"/>
                  </a:lnTo>
                  <a:lnTo>
                    <a:pt x="1164" y="2928"/>
                  </a:lnTo>
                  <a:lnTo>
                    <a:pt x="964" y="3229"/>
                  </a:lnTo>
                  <a:lnTo>
                    <a:pt x="803" y="3550"/>
                  </a:lnTo>
                  <a:lnTo>
                    <a:pt x="643" y="3871"/>
                  </a:lnTo>
                  <a:lnTo>
                    <a:pt x="482" y="4192"/>
                  </a:lnTo>
                  <a:lnTo>
                    <a:pt x="362" y="4533"/>
                  </a:lnTo>
                  <a:lnTo>
                    <a:pt x="262" y="4894"/>
                  </a:lnTo>
                  <a:lnTo>
                    <a:pt x="161" y="5234"/>
                  </a:lnTo>
                  <a:lnTo>
                    <a:pt x="101" y="5595"/>
                  </a:lnTo>
                  <a:lnTo>
                    <a:pt x="41" y="5977"/>
                  </a:lnTo>
                  <a:lnTo>
                    <a:pt x="1" y="6337"/>
                  </a:lnTo>
                  <a:lnTo>
                    <a:pt x="1" y="6719"/>
                  </a:lnTo>
                  <a:lnTo>
                    <a:pt x="1" y="7100"/>
                  </a:lnTo>
                  <a:lnTo>
                    <a:pt x="41" y="7481"/>
                  </a:lnTo>
                  <a:lnTo>
                    <a:pt x="81" y="7761"/>
                  </a:lnTo>
                  <a:lnTo>
                    <a:pt x="121" y="8042"/>
                  </a:lnTo>
                  <a:lnTo>
                    <a:pt x="201" y="8323"/>
                  </a:lnTo>
                  <a:lnTo>
                    <a:pt x="282" y="8604"/>
                  </a:lnTo>
                  <a:lnTo>
                    <a:pt x="382" y="8864"/>
                  </a:lnTo>
                  <a:lnTo>
                    <a:pt x="482" y="9145"/>
                  </a:lnTo>
                  <a:lnTo>
                    <a:pt x="603" y="9406"/>
                  </a:lnTo>
                  <a:lnTo>
                    <a:pt x="743" y="9687"/>
                  </a:lnTo>
                  <a:lnTo>
                    <a:pt x="903" y="9947"/>
                  </a:lnTo>
                  <a:lnTo>
                    <a:pt x="1064" y="10188"/>
                  </a:lnTo>
                  <a:lnTo>
                    <a:pt x="1244" y="10449"/>
                  </a:lnTo>
                  <a:lnTo>
                    <a:pt x="1425" y="10689"/>
                  </a:lnTo>
                  <a:lnTo>
                    <a:pt x="1625" y="10930"/>
                  </a:lnTo>
                  <a:lnTo>
                    <a:pt x="1846" y="11151"/>
                  </a:lnTo>
                  <a:lnTo>
                    <a:pt x="2067" y="11371"/>
                  </a:lnTo>
                  <a:lnTo>
                    <a:pt x="2307" y="11572"/>
                  </a:lnTo>
                  <a:lnTo>
                    <a:pt x="2548" y="11772"/>
                  </a:lnTo>
                  <a:lnTo>
                    <a:pt x="2809" y="11953"/>
                  </a:lnTo>
                  <a:lnTo>
                    <a:pt x="3069" y="12133"/>
                  </a:lnTo>
                  <a:lnTo>
                    <a:pt x="3350" y="12294"/>
                  </a:lnTo>
                  <a:lnTo>
                    <a:pt x="3631" y="12454"/>
                  </a:lnTo>
                  <a:lnTo>
                    <a:pt x="3932" y="12595"/>
                  </a:lnTo>
                  <a:lnTo>
                    <a:pt x="4252" y="12715"/>
                  </a:lnTo>
                  <a:lnTo>
                    <a:pt x="4573" y="12835"/>
                  </a:lnTo>
                  <a:lnTo>
                    <a:pt x="4894" y="12935"/>
                  </a:lnTo>
                  <a:lnTo>
                    <a:pt x="5235" y="13016"/>
                  </a:lnTo>
                  <a:lnTo>
                    <a:pt x="5576" y="13076"/>
                  </a:lnTo>
                  <a:lnTo>
                    <a:pt x="5937" y="13116"/>
                  </a:lnTo>
                  <a:lnTo>
                    <a:pt x="6298" y="13156"/>
                  </a:lnTo>
                  <a:lnTo>
                    <a:pt x="7040" y="13156"/>
                  </a:lnTo>
                  <a:lnTo>
                    <a:pt x="7421" y="13116"/>
                  </a:lnTo>
                  <a:lnTo>
                    <a:pt x="7882" y="13056"/>
                  </a:lnTo>
                  <a:lnTo>
                    <a:pt x="8324" y="12976"/>
                  </a:lnTo>
                  <a:lnTo>
                    <a:pt x="8765" y="12835"/>
                  </a:lnTo>
                  <a:lnTo>
                    <a:pt x="9186" y="12675"/>
                  </a:lnTo>
                  <a:lnTo>
                    <a:pt x="9587" y="12494"/>
                  </a:lnTo>
                  <a:lnTo>
                    <a:pt x="9968" y="12274"/>
                  </a:lnTo>
                  <a:lnTo>
                    <a:pt x="10349" y="12013"/>
                  </a:lnTo>
                  <a:lnTo>
                    <a:pt x="10690" y="11752"/>
                  </a:lnTo>
                  <a:lnTo>
                    <a:pt x="11031" y="11451"/>
                  </a:lnTo>
                  <a:lnTo>
                    <a:pt x="11332" y="11131"/>
                  </a:lnTo>
                  <a:lnTo>
                    <a:pt x="11633" y="10790"/>
                  </a:lnTo>
                  <a:lnTo>
                    <a:pt x="11893" y="10409"/>
                  </a:lnTo>
                  <a:lnTo>
                    <a:pt x="12134" y="10028"/>
                  </a:lnTo>
                  <a:lnTo>
                    <a:pt x="12355" y="9626"/>
                  </a:lnTo>
                  <a:lnTo>
                    <a:pt x="12555" y="9225"/>
                  </a:lnTo>
                  <a:lnTo>
                    <a:pt x="12736" y="8784"/>
                  </a:lnTo>
                  <a:lnTo>
                    <a:pt x="12856" y="8403"/>
                  </a:lnTo>
                  <a:lnTo>
                    <a:pt x="12956" y="8022"/>
                  </a:lnTo>
                  <a:lnTo>
                    <a:pt x="13036" y="7641"/>
                  </a:lnTo>
                  <a:lnTo>
                    <a:pt x="13076" y="7240"/>
                  </a:lnTo>
                  <a:lnTo>
                    <a:pt x="13117" y="6859"/>
                  </a:lnTo>
                  <a:lnTo>
                    <a:pt x="13117" y="6478"/>
                  </a:lnTo>
                  <a:lnTo>
                    <a:pt x="13097" y="6117"/>
                  </a:lnTo>
                  <a:lnTo>
                    <a:pt x="13076" y="5736"/>
                  </a:lnTo>
                  <a:lnTo>
                    <a:pt x="13016" y="5375"/>
                  </a:lnTo>
                  <a:lnTo>
                    <a:pt x="12936" y="5014"/>
                  </a:lnTo>
                  <a:lnTo>
                    <a:pt x="12836" y="4653"/>
                  </a:lnTo>
                  <a:lnTo>
                    <a:pt x="12715" y="4312"/>
                  </a:lnTo>
                  <a:lnTo>
                    <a:pt x="12575" y="3971"/>
                  </a:lnTo>
                  <a:lnTo>
                    <a:pt x="12415" y="3650"/>
                  </a:lnTo>
                  <a:lnTo>
                    <a:pt x="12254" y="3329"/>
                  </a:lnTo>
                  <a:lnTo>
                    <a:pt x="12054" y="3008"/>
                  </a:lnTo>
                  <a:lnTo>
                    <a:pt x="11853" y="2708"/>
                  </a:lnTo>
                  <a:lnTo>
                    <a:pt x="11633" y="2427"/>
                  </a:lnTo>
                  <a:lnTo>
                    <a:pt x="11392" y="2146"/>
                  </a:lnTo>
                  <a:lnTo>
                    <a:pt x="11131" y="1885"/>
                  </a:lnTo>
                  <a:lnTo>
                    <a:pt x="10850" y="1645"/>
                  </a:lnTo>
                  <a:lnTo>
                    <a:pt x="10570" y="1404"/>
                  </a:lnTo>
                  <a:lnTo>
                    <a:pt x="10269" y="1183"/>
                  </a:lnTo>
                  <a:lnTo>
                    <a:pt x="9948" y="983"/>
                  </a:lnTo>
                  <a:lnTo>
                    <a:pt x="9627" y="802"/>
                  </a:lnTo>
                  <a:lnTo>
                    <a:pt x="9286" y="622"/>
                  </a:lnTo>
                  <a:lnTo>
                    <a:pt x="8945" y="482"/>
                  </a:lnTo>
                  <a:lnTo>
                    <a:pt x="8584" y="341"/>
                  </a:lnTo>
                  <a:lnTo>
                    <a:pt x="8203" y="241"/>
                  </a:lnTo>
                  <a:lnTo>
                    <a:pt x="7822" y="141"/>
                  </a:lnTo>
                  <a:lnTo>
                    <a:pt x="7441" y="80"/>
                  </a:lnTo>
                  <a:lnTo>
                    <a:pt x="7040" y="40"/>
                  </a:lnTo>
                  <a:lnTo>
                    <a:pt x="665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4" name="Google Shape;6104;p26"/>
            <p:cNvSpPr/>
            <p:nvPr/>
          </p:nvSpPr>
          <p:spPr>
            <a:xfrm>
              <a:off x="10739250" y="2725863"/>
              <a:ext cx="327925" cy="328925"/>
            </a:xfrm>
            <a:custGeom>
              <a:avLst/>
              <a:gdLst/>
              <a:ahLst/>
              <a:cxnLst/>
              <a:rect l="l" t="t" r="r" b="b"/>
              <a:pathLst>
                <a:path w="13117" h="13157" fill="none" extrusionOk="0">
                  <a:moveTo>
                    <a:pt x="41" y="7481"/>
                  </a:moveTo>
                  <a:lnTo>
                    <a:pt x="41" y="7481"/>
                  </a:lnTo>
                  <a:lnTo>
                    <a:pt x="81" y="7761"/>
                  </a:lnTo>
                  <a:lnTo>
                    <a:pt x="121" y="8042"/>
                  </a:lnTo>
                  <a:lnTo>
                    <a:pt x="201" y="8323"/>
                  </a:lnTo>
                  <a:lnTo>
                    <a:pt x="282" y="8604"/>
                  </a:lnTo>
                  <a:lnTo>
                    <a:pt x="382" y="8864"/>
                  </a:lnTo>
                  <a:lnTo>
                    <a:pt x="482" y="9145"/>
                  </a:lnTo>
                  <a:lnTo>
                    <a:pt x="603" y="9406"/>
                  </a:lnTo>
                  <a:lnTo>
                    <a:pt x="743" y="9687"/>
                  </a:lnTo>
                  <a:lnTo>
                    <a:pt x="903" y="9947"/>
                  </a:lnTo>
                  <a:lnTo>
                    <a:pt x="1064" y="10188"/>
                  </a:lnTo>
                  <a:lnTo>
                    <a:pt x="1244" y="10449"/>
                  </a:lnTo>
                  <a:lnTo>
                    <a:pt x="1425" y="10689"/>
                  </a:lnTo>
                  <a:lnTo>
                    <a:pt x="1625" y="10930"/>
                  </a:lnTo>
                  <a:lnTo>
                    <a:pt x="1846" y="11151"/>
                  </a:lnTo>
                  <a:lnTo>
                    <a:pt x="2067" y="11371"/>
                  </a:lnTo>
                  <a:lnTo>
                    <a:pt x="2307" y="11572"/>
                  </a:lnTo>
                  <a:lnTo>
                    <a:pt x="2548" y="11772"/>
                  </a:lnTo>
                  <a:lnTo>
                    <a:pt x="2809" y="11953"/>
                  </a:lnTo>
                  <a:lnTo>
                    <a:pt x="3069" y="12133"/>
                  </a:lnTo>
                  <a:lnTo>
                    <a:pt x="3350" y="12294"/>
                  </a:lnTo>
                  <a:lnTo>
                    <a:pt x="3631" y="12454"/>
                  </a:lnTo>
                  <a:lnTo>
                    <a:pt x="3932" y="12595"/>
                  </a:lnTo>
                  <a:lnTo>
                    <a:pt x="4252" y="12715"/>
                  </a:lnTo>
                  <a:lnTo>
                    <a:pt x="4573" y="12835"/>
                  </a:lnTo>
                  <a:lnTo>
                    <a:pt x="4894" y="12935"/>
                  </a:lnTo>
                  <a:lnTo>
                    <a:pt x="5235" y="13016"/>
                  </a:lnTo>
                  <a:lnTo>
                    <a:pt x="5576" y="13076"/>
                  </a:lnTo>
                  <a:lnTo>
                    <a:pt x="5937" y="13116"/>
                  </a:lnTo>
                  <a:lnTo>
                    <a:pt x="6298" y="13156"/>
                  </a:lnTo>
                  <a:lnTo>
                    <a:pt x="6659" y="13156"/>
                  </a:lnTo>
                  <a:lnTo>
                    <a:pt x="7040" y="13156"/>
                  </a:lnTo>
                  <a:lnTo>
                    <a:pt x="7421" y="13116"/>
                  </a:lnTo>
                  <a:lnTo>
                    <a:pt x="7421" y="13116"/>
                  </a:lnTo>
                  <a:lnTo>
                    <a:pt x="7882" y="13056"/>
                  </a:lnTo>
                  <a:lnTo>
                    <a:pt x="8324" y="12976"/>
                  </a:lnTo>
                  <a:lnTo>
                    <a:pt x="8765" y="12835"/>
                  </a:lnTo>
                  <a:lnTo>
                    <a:pt x="9186" y="12675"/>
                  </a:lnTo>
                  <a:lnTo>
                    <a:pt x="9587" y="12494"/>
                  </a:lnTo>
                  <a:lnTo>
                    <a:pt x="9968" y="12274"/>
                  </a:lnTo>
                  <a:lnTo>
                    <a:pt x="10349" y="12013"/>
                  </a:lnTo>
                  <a:lnTo>
                    <a:pt x="10690" y="11752"/>
                  </a:lnTo>
                  <a:lnTo>
                    <a:pt x="11031" y="11451"/>
                  </a:lnTo>
                  <a:lnTo>
                    <a:pt x="11332" y="11131"/>
                  </a:lnTo>
                  <a:lnTo>
                    <a:pt x="11633" y="10790"/>
                  </a:lnTo>
                  <a:lnTo>
                    <a:pt x="11893" y="10409"/>
                  </a:lnTo>
                  <a:lnTo>
                    <a:pt x="12134" y="10028"/>
                  </a:lnTo>
                  <a:lnTo>
                    <a:pt x="12355" y="9626"/>
                  </a:lnTo>
                  <a:lnTo>
                    <a:pt x="12555" y="9225"/>
                  </a:lnTo>
                  <a:lnTo>
                    <a:pt x="12736" y="8784"/>
                  </a:lnTo>
                  <a:lnTo>
                    <a:pt x="12736" y="8784"/>
                  </a:lnTo>
                  <a:lnTo>
                    <a:pt x="12856" y="8403"/>
                  </a:lnTo>
                  <a:lnTo>
                    <a:pt x="12956" y="8022"/>
                  </a:lnTo>
                  <a:lnTo>
                    <a:pt x="13036" y="7641"/>
                  </a:lnTo>
                  <a:lnTo>
                    <a:pt x="13076" y="7240"/>
                  </a:lnTo>
                  <a:lnTo>
                    <a:pt x="13117" y="6859"/>
                  </a:lnTo>
                  <a:lnTo>
                    <a:pt x="13117" y="6478"/>
                  </a:lnTo>
                  <a:lnTo>
                    <a:pt x="13097" y="6117"/>
                  </a:lnTo>
                  <a:lnTo>
                    <a:pt x="13076" y="5736"/>
                  </a:lnTo>
                  <a:lnTo>
                    <a:pt x="13016" y="5375"/>
                  </a:lnTo>
                  <a:lnTo>
                    <a:pt x="12936" y="5014"/>
                  </a:lnTo>
                  <a:lnTo>
                    <a:pt x="12836" y="4653"/>
                  </a:lnTo>
                  <a:lnTo>
                    <a:pt x="12715" y="4312"/>
                  </a:lnTo>
                  <a:lnTo>
                    <a:pt x="12575" y="3971"/>
                  </a:lnTo>
                  <a:lnTo>
                    <a:pt x="12415" y="3650"/>
                  </a:lnTo>
                  <a:lnTo>
                    <a:pt x="12254" y="3329"/>
                  </a:lnTo>
                  <a:lnTo>
                    <a:pt x="12054" y="3008"/>
                  </a:lnTo>
                  <a:lnTo>
                    <a:pt x="11853" y="2708"/>
                  </a:lnTo>
                  <a:lnTo>
                    <a:pt x="11633" y="2427"/>
                  </a:lnTo>
                  <a:lnTo>
                    <a:pt x="11392" y="2146"/>
                  </a:lnTo>
                  <a:lnTo>
                    <a:pt x="11131" y="1885"/>
                  </a:lnTo>
                  <a:lnTo>
                    <a:pt x="10850" y="1645"/>
                  </a:lnTo>
                  <a:lnTo>
                    <a:pt x="10570" y="1404"/>
                  </a:lnTo>
                  <a:lnTo>
                    <a:pt x="10269" y="1183"/>
                  </a:lnTo>
                  <a:lnTo>
                    <a:pt x="9948" y="983"/>
                  </a:lnTo>
                  <a:lnTo>
                    <a:pt x="9627" y="802"/>
                  </a:lnTo>
                  <a:lnTo>
                    <a:pt x="9286" y="622"/>
                  </a:lnTo>
                  <a:lnTo>
                    <a:pt x="8945" y="482"/>
                  </a:lnTo>
                  <a:lnTo>
                    <a:pt x="8584" y="341"/>
                  </a:lnTo>
                  <a:lnTo>
                    <a:pt x="8203" y="241"/>
                  </a:lnTo>
                  <a:lnTo>
                    <a:pt x="7822" y="141"/>
                  </a:lnTo>
                  <a:lnTo>
                    <a:pt x="7441" y="80"/>
                  </a:lnTo>
                  <a:lnTo>
                    <a:pt x="7040" y="40"/>
                  </a:lnTo>
                  <a:lnTo>
                    <a:pt x="7040" y="40"/>
                  </a:lnTo>
                  <a:lnTo>
                    <a:pt x="6659" y="0"/>
                  </a:lnTo>
                  <a:lnTo>
                    <a:pt x="6278" y="20"/>
                  </a:lnTo>
                  <a:lnTo>
                    <a:pt x="5897" y="40"/>
                  </a:lnTo>
                  <a:lnTo>
                    <a:pt x="5536" y="80"/>
                  </a:lnTo>
                  <a:lnTo>
                    <a:pt x="5175" y="141"/>
                  </a:lnTo>
                  <a:lnTo>
                    <a:pt x="4814" y="241"/>
                  </a:lnTo>
                  <a:lnTo>
                    <a:pt x="4473" y="341"/>
                  </a:lnTo>
                  <a:lnTo>
                    <a:pt x="4132" y="462"/>
                  </a:lnTo>
                  <a:lnTo>
                    <a:pt x="3811" y="622"/>
                  </a:lnTo>
                  <a:lnTo>
                    <a:pt x="3490" y="782"/>
                  </a:lnTo>
                  <a:lnTo>
                    <a:pt x="3190" y="963"/>
                  </a:lnTo>
                  <a:lnTo>
                    <a:pt x="2889" y="1143"/>
                  </a:lnTo>
                  <a:lnTo>
                    <a:pt x="2608" y="1364"/>
                  </a:lnTo>
                  <a:lnTo>
                    <a:pt x="2327" y="1585"/>
                  </a:lnTo>
                  <a:lnTo>
                    <a:pt x="2067" y="1825"/>
                  </a:lnTo>
                  <a:lnTo>
                    <a:pt x="1826" y="2086"/>
                  </a:lnTo>
                  <a:lnTo>
                    <a:pt x="1585" y="2347"/>
                  </a:lnTo>
                  <a:lnTo>
                    <a:pt x="1365" y="2627"/>
                  </a:lnTo>
                  <a:lnTo>
                    <a:pt x="1164" y="2928"/>
                  </a:lnTo>
                  <a:lnTo>
                    <a:pt x="964" y="3229"/>
                  </a:lnTo>
                  <a:lnTo>
                    <a:pt x="803" y="3550"/>
                  </a:lnTo>
                  <a:lnTo>
                    <a:pt x="643" y="3871"/>
                  </a:lnTo>
                  <a:lnTo>
                    <a:pt x="482" y="4192"/>
                  </a:lnTo>
                  <a:lnTo>
                    <a:pt x="362" y="4533"/>
                  </a:lnTo>
                  <a:lnTo>
                    <a:pt x="262" y="4894"/>
                  </a:lnTo>
                  <a:lnTo>
                    <a:pt x="161" y="5234"/>
                  </a:lnTo>
                  <a:lnTo>
                    <a:pt x="101" y="5595"/>
                  </a:lnTo>
                  <a:lnTo>
                    <a:pt x="41" y="5977"/>
                  </a:lnTo>
                  <a:lnTo>
                    <a:pt x="1" y="6337"/>
                  </a:lnTo>
                  <a:lnTo>
                    <a:pt x="1" y="6719"/>
                  </a:lnTo>
                  <a:lnTo>
                    <a:pt x="1" y="7100"/>
                  </a:lnTo>
                  <a:lnTo>
                    <a:pt x="41" y="748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5" name="Google Shape;6105;p26"/>
            <p:cNvSpPr/>
            <p:nvPr/>
          </p:nvSpPr>
          <p:spPr>
            <a:xfrm>
              <a:off x="10776350" y="2763463"/>
              <a:ext cx="253725" cy="253700"/>
            </a:xfrm>
            <a:custGeom>
              <a:avLst/>
              <a:gdLst/>
              <a:ahLst/>
              <a:cxnLst/>
              <a:rect l="l" t="t" r="r" b="b"/>
              <a:pathLst>
                <a:path w="10149" h="10148" extrusionOk="0">
                  <a:moveTo>
                    <a:pt x="4874" y="0"/>
                  </a:moveTo>
                  <a:lnTo>
                    <a:pt x="4573" y="20"/>
                  </a:lnTo>
                  <a:lnTo>
                    <a:pt x="4313" y="61"/>
                  </a:lnTo>
                  <a:lnTo>
                    <a:pt x="4032" y="101"/>
                  </a:lnTo>
                  <a:lnTo>
                    <a:pt x="3771" y="181"/>
                  </a:lnTo>
                  <a:lnTo>
                    <a:pt x="3490" y="241"/>
                  </a:lnTo>
                  <a:lnTo>
                    <a:pt x="3250" y="341"/>
                  </a:lnTo>
                  <a:lnTo>
                    <a:pt x="2989" y="442"/>
                  </a:lnTo>
                  <a:lnTo>
                    <a:pt x="2748" y="582"/>
                  </a:lnTo>
                  <a:lnTo>
                    <a:pt x="2528" y="702"/>
                  </a:lnTo>
                  <a:lnTo>
                    <a:pt x="2287" y="843"/>
                  </a:lnTo>
                  <a:lnTo>
                    <a:pt x="2067" y="1003"/>
                  </a:lnTo>
                  <a:lnTo>
                    <a:pt x="1866" y="1184"/>
                  </a:lnTo>
                  <a:lnTo>
                    <a:pt x="1665" y="1364"/>
                  </a:lnTo>
                  <a:lnTo>
                    <a:pt x="1465" y="1545"/>
                  </a:lnTo>
                  <a:lnTo>
                    <a:pt x="1284" y="1765"/>
                  </a:lnTo>
                  <a:lnTo>
                    <a:pt x="1104" y="1986"/>
                  </a:lnTo>
                  <a:lnTo>
                    <a:pt x="944" y="2206"/>
                  </a:lnTo>
                  <a:lnTo>
                    <a:pt x="783" y="2447"/>
                  </a:lnTo>
                  <a:lnTo>
                    <a:pt x="643" y="2688"/>
                  </a:lnTo>
                  <a:lnTo>
                    <a:pt x="522" y="2928"/>
                  </a:lnTo>
                  <a:lnTo>
                    <a:pt x="402" y="3189"/>
                  </a:lnTo>
                  <a:lnTo>
                    <a:pt x="302" y="3470"/>
                  </a:lnTo>
                  <a:lnTo>
                    <a:pt x="222" y="3730"/>
                  </a:lnTo>
                  <a:lnTo>
                    <a:pt x="141" y="4011"/>
                  </a:lnTo>
                  <a:lnTo>
                    <a:pt x="81" y="4292"/>
                  </a:lnTo>
                  <a:lnTo>
                    <a:pt x="41" y="4593"/>
                  </a:lnTo>
                  <a:lnTo>
                    <a:pt x="21" y="4874"/>
                  </a:lnTo>
                  <a:lnTo>
                    <a:pt x="1" y="5174"/>
                  </a:lnTo>
                  <a:lnTo>
                    <a:pt x="21" y="5475"/>
                  </a:lnTo>
                  <a:lnTo>
                    <a:pt x="41" y="5776"/>
                  </a:lnTo>
                  <a:lnTo>
                    <a:pt x="101" y="6197"/>
                  </a:lnTo>
                  <a:lnTo>
                    <a:pt x="222" y="6638"/>
                  </a:lnTo>
                  <a:lnTo>
                    <a:pt x="382" y="7060"/>
                  </a:lnTo>
                  <a:lnTo>
                    <a:pt x="583" y="7461"/>
                  </a:lnTo>
                  <a:lnTo>
                    <a:pt x="823" y="7862"/>
                  </a:lnTo>
                  <a:lnTo>
                    <a:pt x="1104" y="8243"/>
                  </a:lnTo>
                  <a:lnTo>
                    <a:pt x="1425" y="8604"/>
                  </a:lnTo>
                  <a:lnTo>
                    <a:pt x="1786" y="8925"/>
                  </a:lnTo>
                  <a:lnTo>
                    <a:pt x="2167" y="9225"/>
                  </a:lnTo>
                  <a:lnTo>
                    <a:pt x="2387" y="9366"/>
                  </a:lnTo>
                  <a:lnTo>
                    <a:pt x="2588" y="9486"/>
                  </a:lnTo>
                  <a:lnTo>
                    <a:pt x="2829" y="9606"/>
                  </a:lnTo>
                  <a:lnTo>
                    <a:pt x="3049" y="9727"/>
                  </a:lnTo>
                  <a:lnTo>
                    <a:pt x="3290" y="9807"/>
                  </a:lnTo>
                  <a:lnTo>
                    <a:pt x="3531" y="9907"/>
                  </a:lnTo>
                  <a:lnTo>
                    <a:pt x="3791" y="9967"/>
                  </a:lnTo>
                  <a:lnTo>
                    <a:pt x="4052" y="10048"/>
                  </a:lnTo>
                  <a:lnTo>
                    <a:pt x="4313" y="10088"/>
                  </a:lnTo>
                  <a:lnTo>
                    <a:pt x="4593" y="10128"/>
                  </a:lnTo>
                  <a:lnTo>
                    <a:pt x="4874" y="10148"/>
                  </a:lnTo>
                  <a:lnTo>
                    <a:pt x="5456" y="10148"/>
                  </a:lnTo>
                  <a:lnTo>
                    <a:pt x="5737" y="10128"/>
                  </a:lnTo>
                  <a:lnTo>
                    <a:pt x="6098" y="10088"/>
                  </a:lnTo>
                  <a:lnTo>
                    <a:pt x="6438" y="10008"/>
                  </a:lnTo>
                  <a:lnTo>
                    <a:pt x="6779" y="9907"/>
                  </a:lnTo>
                  <a:lnTo>
                    <a:pt x="7100" y="9787"/>
                  </a:lnTo>
                  <a:lnTo>
                    <a:pt x="7401" y="9647"/>
                  </a:lnTo>
                  <a:lnTo>
                    <a:pt x="7702" y="9466"/>
                  </a:lnTo>
                  <a:lnTo>
                    <a:pt x="8003" y="9286"/>
                  </a:lnTo>
                  <a:lnTo>
                    <a:pt x="8263" y="9065"/>
                  </a:lnTo>
                  <a:lnTo>
                    <a:pt x="8524" y="8824"/>
                  </a:lnTo>
                  <a:lnTo>
                    <a:pt x="8765" y="8584"/>
                  </a:lnTo>
                  <a:lnTo>
                    <a:pt x="8985" y="8323"/>
                  </a:lnTo>
                  <a:lnTo>
                    <a:pt x="9206" y="8042"/>
                  </a:lnTo>
                  <a:lnTo>
                    <a:pt x="9386" y="7741"/>
                  </a:lnTo>
                  <a:lnTo>
                    <a:pt x="9547" y="7441"/>
                  </a:lnTo>
                  <a:lnTo>
                    <a:pt x="9707" y="7120"/>
                  </a:lnTo>
                  <a:lnTo>
                    <a:pt x="9828" y="6779"/>
                  </a:lnTo>
                  <a:lnTo>
                    <a:pt x="9888" y="6598"/>
                  </a:lnTo>
                  <a:lnTo>
                    <a:pt x="9988" y="6318"/>
                  </a:lnTo>
                  <a:lnTo>
                    <a:pt x="10048" y="6017"/>
                  </a:lnTo>
                  <a:lnTo>
                    <a:pt x="10088" y="5736"/>
                  </a:lnTo>
                  <a:lnTo>
                    <a:pt x="10128" y="5435"/>
                  </a:lnTo>
                  <a:lnTo>
                    <a:pt x="10149" y="5154"/>
                  </a:lnTo>
                  <a:lnTo>
                    <a:pt x="10128" y="4874"/>
                  </a:lnTo>
                  <a:lnTo>
                    <a:pt x="10108" y="4573"/>
                  </a:lnTo>
                  <a:lnTo>
                    <a:pt x="10088" y="4292"/>
                  </a:lnTo>
                  <a:lnTo>
                    <a:pt x="10028" y="4031"/>
                  </a:lnTo>
                  <a:lnTo>
                    <a:pt x="9968" y="3751"/>
                  </a:lnTo>
                  <a:lnTo>
                    <a:pt x="9888" y="3490"/>
                  </a:lnTo>
                  <a:lnTo>
                    <a:pt x="9788" y="3229"/>
                  </a:lnTo>
                  <a:lnTo>
                    <a:pt x="9687" y="2968"/>
                  </a:lnTo>
                  <a:lnTo>
                    <a:pt x="9567" y="2728"/>
                  </a:lnTo>
                  <a:lnTo>
                    <a:pt x="9427" y="2487"/>
                  </a:lnTo>
                  <a:lnTo>
                    <a:pt x="9266" y="2246"/>
                  </a:lnTo>
                  <a:lnTo>
                    <a:pt x="9106" y="2026"/>
                  </a:lnTo>
                  <a:lnTo>
                    <a:pt x="8945" y="1805"/>
                  </a:lnTo>
                  <a:lnTo>
                    <a:pt x="8745" y="1605"/>
                  </a:lnTo>
                  <a:lnTo>
                    <a:pt x="8544" y="1404"/>
                  </a:lnTo>
                  <a:lnTo>
                    <a:pt x="8344" y="1224"/>
                  </a:lnTo>
                  <a:lnTo>
                    <a:pt x="8123" y="1043"/>
                  </a:lnTo>
                  <a:lnTo>
                    <a:pt x="7902" y="883"/>
                  </a:lnTo>
                  <a:lnTo>
                    <a:pt x="7662" y="742"/>
                  </a:lnTo>
                  <a:lnTo>
                    <a:pt x="7421" y="602"/>
                  </a:lnTo>
                  <a:lnTo>
                    <a:pt x="7160" y="462"/>
                  </a:lnTo>
                  <a:lnTo>
                    <a:pt x="6900" y="361"/>
                  </a:lnTo>
                  <a:lnTo>
                    <a:pt x="6619" y="261"/>
                  </a:lnTo>
                  <a:lnTo>
                    <a:pt x="6338" y="181"/>
                  </a:lnTo>
                  <a:lnTo>
                    <a:pt x="6037" y="121"/>
                  </a:lnTo>
                  <a:lnTo>
                    <a:pt x="5757" y="61"/>
                  </a:lnTo>
                  <a:lnTo>
                    <a:pt x="5436" y="20"/>
                  </a:lnTo>
                  <a:lnTo>
                    <a:pt x="51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6" name="Google Shape;6106;p26"/>
            <p:cNvSpPr/>
            <p:nvPr/>
          </p:nvSpPr>
          <p:spPr>
            <a:xfrm>
              <a:off x="10776350" y="2763463"/>
              <a:ext cx="253725" cy="253700"/>
            </a:xfrm>
            <a:custGeom>
              <a:avLst/>
              <a:gdLst/>
              <a:ahLst/>
              <a:cxnLst/>
              <a:rect l="l" t="t" r="r" b="b"/>
              <a:pathLst>
                <a:path w="10149" h="10148" fill="none" extrusionOk="0">
                  <a:moveTo>
                    <a:pt x="9888" y="6598"/>
                  </a:moveTo>
                  <a:lnTo>
                    <a:pt x="9888" y="6598"/>
                  </a:lnTo>
                  <a:lnTo>
                    <a:pt x="9828" y="6779"/>
                  </a:lnTo>
                  <a:lnTo>
                    <a:pt x="9828" y="6779"/>
                  </a:lnTo>
                  <a:lnTo>
                    <a:pt x="9707" y="7120"/>
                  </a:lnTo>
                  <a:lnTo>
                    <a:pt x="9547" y="7441"/>
                  </a:lnTo>
                  <a:lnTo>
                    <a:pt x="9386" y="7741"/>
                  </a:lnTo>
                  <a:lnTo>
                    <a:pt x="9206" y="8042"/>
                  </a:lnTo>
                  <a:lnTo>
                    <a:pt x="8985" y="8323"/>
                  </a:lnTo>
                  <a:lnTo>
                    <a:pt x="8765" y="8584"/>
                  </a:lnTo>
                  <a:lnTo>
                    <a:pt x="8524" y="8824"/>
                  </a:lnTo>
                  <a:lnTo>
                    <a:pt x="8263" y="9065"/>
                  </a:lnTo>
                  <a:lnTo>
                    <a:pt x="8003" y="9286"/>
                  </a:lnTo>
                  <a:lnTo>
                    <a:pt x="7702" y="9466"/>
                  </a:lnTo>
                  <a:lnTo>
                    <a:pt x="7401" y="9647"/>
                  </a:lnTo>
                  <a:lnTo>
                    <a:pt x="7100" y="9787"/>
                  </a:lnTo>
                  <a:lnTo>
                    <a:pt x="6779" y="9907"/>
                  </a:lnTo>
                  <a:lnTo>
                    <a:pt x="6438" y="10008"/>
                  </a:lnTo>
                  <a:lnTo>
                    <a:pt x="6098" y="10088"/>
                  </a:lnTo>
                  <a:lnTo>
                    <a:pt x="5737" y="10128"/>
                  </a:lnTo>
                  <a:lnTo>
                    <a:pt x="5737" y="10128"/>
                  </a:lnTo>
                  <a:lnTo>
                    <a:pt x="5456" y="10148"/>
                  </a:lnTo>
                  <a:lnTo>
                    <a:pt x="5155" y="10148"/>
                  </a:lnTo>
                  <a:lnTo>
                    <a:pt x="4874" y="10148"/>
                  </a:lnTo>
                  <a:lnTo>
                    <a:pt x="4593" y="10128"/>
                  </a:lnTo>
                  <a:lnTo>
                    <a:pt x="4313" y="10088"/>
                  </a:lnTo>
                  <a:lnTo>
                    <a:pt x="4052" y="10048"/>
                  </a:lnTo>
                  <a:lnTo>
                    <a:pt x="3791" y="9967"/>
                  </a:lnTo>
                  <a:lnTo>
                    <a:pt x="3531" y="9907"/>
                  </a:lnTo>
                  <a:lnTo>
                    <a:pt x="3290" y="9807"/>
                  </a:lnTo>
                  <a:lnTo>
                    <a:pt x="3049" y="9727"/>
                  </a:lnTo>
                  <a:lnTo>
                    <a:pt x="2829" y="9606"/>
                  </a:lnTo>
                  <a:lnTo>
                    <a:pt x="2588" y="9486"/>
                  </a:lnTo>
                  <a:lnTo>
                    <a:pt x="2387" y="9366"/>
                  </a:lnTo>
                  <a:lnTo>
                    <a:pt x="2167" y="9225"/>
                  </a:lnTo>
                  <a:lnTo>
                    <a:pt x="1786" y="8925"/>
                  </a:lnTo>
                  <a:lnTo>
                    <a:pt x="1425" y="8604"/>
                  </a:lnTo>
                  <a:lnTo>
                    <a:pt x="1104" y="8243"/>
                  </a:lnTo>
                  <a:lnTo>
                    <a:pt x="823" y="7862"/>
                  </a:lnTo>
                  <a:lnTo>
                    <a:pt x="583" y="7461"/>
                  </a:lnTo>
                  <a:lnTo>
                    <a:pt x="382" y="7060"/>
                  </a:lnTo>
                  <a:lnTo>
                    <a:pt x="222" y="6638"/>
                  </a:lnTo>
                  <a:lnTo>
                    <a:pt x="101" y="6197"/>
                  </a:lnTo>
                  <a:lnTo>
                    <a:pt x="41" y="5776"/>
                  </a:lnTo>
                  <a:lnTo>
                    <a:pt x="41" y="5776"/>
                  </a:lnTo>
                  <a:lnTo>
                    <a:pt x="21" y="5475"/>
                  </a:lnTo>
                  <a:lnTo>
                    <a:pt x="1" y="5174"/>
                  </a:lnTo>
                  <a:lnTo>
                    <a:pt x="21" y="4874"/>
                  </a:lnTo>
                  <a:lnTo>
                    <a:pt x="41" y="4593"/>
                  </a:lnTo>
                  <a:lnTo>
                    <a:pt x="81" y="4292"/>
                  </a:lnTo>
                  <a:lnTo>
                    <a:pt x="141" y="4011"/>
                  </a:lnTo>
                  <a:lnTo>
                    <a:pt x="222" y="3730"/>
                  </a:lnTo>
                  <a:lnTo>
                    <a:pt x="302" y="3470"/>
                  </a:lnTo>
                  <a:lnTo>
                    <a:pt x="402" y="3189"/>
                  </a:lnTo>
                  <a:lnTo>
                    <a:pt x="522" y="2928"/>
                  </a:lnTo>
                  <a:lnTo>
                    <a:pt x="643" y="2688"/>
                  </a:lnTo>
                  <a:lnTo>
                    <a:pt x="783" y="2447"/>
                  </a:lnTo>
                  <a:lnTo>
                    <a:pt x="944" y="2206"/>
                  </a:lnTo>
                  <a:lnTo>
                    <a:pt x="1104" y="1986"/>
                  </a:lnTo>
                  <a:lnTo>
                    <a:pt x="1284" y="1765"/>
                  </a:lnTo>
                  <a:lnTo>
                    <a:pt x="1465" y="1545"/>
                  </a:lnTo>
                  <a:lnTo>
                    <a:pt x="1465" y="1545"/>
                  </a:lnTo>
                  <a:lnTo>
                    <a:pt x="1665" y="1364"/>
                  </a:lnTo>
                  <a:lnTo>
                    <a:pt x="1866" y="1184"/>
                  </a:lnTo>
                  <a:lnTo>
                    <a:pt x="2067" y="1003"/>
                  </a:lnTo>
                  <a:lnTo>
                    <a:pt x="2287" y="843"/>
                  </a:lnTo>
                  <a:lnTo>
                    <a:pt x="2528" y="702"/>
                  </a:lnTo>
                  <a:lnTo>
                    <a:pt x="2748" y="582"/>
                  </a:lnTo>
                  <a:lnTo>
                    <a:pt x="2989" y="442"/>
                  </a:lnTo>
                  <a:lnTo>
                    <a:pt x="3250" y="341"/>
                  </a:lnTo>
                  <a:lnTo>
                    <a:pt x="3490" y="241"/>
                  </a:lnTo>
                  <a:lnTo>
                    <a:pt x="3771" y="181"/>
                  </a:lnTo>
                  <a:lnTo>
                    <a:pt x="4032" y="101"/>
                  </a:lnTo>
                  <a:lnTo>
                    <a:pt x="4313" y="61"/>
                  </a:lnTo>
                  <a:lnTo>
                    <a:pt x="4573" y="20"/>
                  </a:lnTo>
                  <a:lnTo>
                    <a:pt x="4874" y="0"/>
                  </a:lnTo>
                  <a:lnTo>
                    <a:pt x="5155" y="0"/>
                  </a:lnTo>
                  <a:lnTo>
                    <a:pt x="5436" y="20"/>
                  </a:lnTo>
                  <a:lnTo>
                    <a:pt x="5436" y="20"/>
                  </a:lnTo>
                  <a:lnTo>
                    <a:pt x="5757" y="61"/>
                  </a:lnTo>
                  <a:lnTo>
                    <a:pt x="6037" y="121"/>
                  </a:lnTo>
                  <a:lnTo>
                    <a:pt x="6338" y="181"/>
                  </a:lnTo>
                  <a:lnTo>
                    <a:pt x="6619" y="261"/>
                  </a:lnTo>
                  <a:lnTo>
                    <a:pt x="6900" y="361"/>
                  </a:lnTo>
                  <a:lnTo>
                    <a:pt x="7160" y="462"/>
                  </a:lnTo>
                  <a:lnTo>
                    <a:pt x="7421" y="602"/>
                  </a:lnTo>
                  <a:lnTo>
                    <a:pt x="7662" y="742"/>
                  </a:lnTo>
                  <a:lnTo>
                    <a:pt x="7902" y="883"/>
                  </a:lnTo>
                  <a:lnTo>
                    <a:pt x="8123" y="1043"/>
                  </a:lnTo>
                  <a:lnTo>
                    <a:pt x="8344" y="1224"/>
                  </a:lnTo>
                  <a:lnTo>
                    <a:pt x="8544" y="1404"/>
                  </a:lnTo>
                  <a:lnTo>
                    <a:pt x="8745" y="1605"/>
                  </a:lnTo>
                  <a:lnTo>
                    <a:pt x="8945" y="1805"/>
                  </a:lnTo>
                  <a:lnTo>
                    <a:pt x="9106" y="2026"/>
                  </a:lnTo>
                  <a:lnTo>
                    <a:pt x="9266" y="2246"/>
                  </a:lnTo>
                  <a:lnTo>
                    <a:pt x="9427" y="2487"/>
                  </a:lnTo>
                  <a:lnTo>
                    <a:pt x="9567" y="2728"/>
                  </a:lnTo>
                  <a:lnTo>
                    <a:pt x="9687" y="2968"/>
                  </a:lnTo>
                  <a:lnTo>
                    <a:pt x="9788" y="3229"/>
                  </a:lnTo>
                  <a:lnTo>
                    <a:pt x="9888" y="3490"/>
                  </a:lnTo>
                  <a:lnTo>
                    <a:pt x="9968" y="3751"/>
                  </a:lnTo>
                  <a:lnTo>
                    <a:pt x="10028" y="4031"/>
                  </a:lnTo>
                  <a:lnTo>
                    <a:pt x="10088" y="4292"/>
                  </a:lnTo>
                  <a:lnTo>
                    <a:pt x="10108" y="4573"/>
                  </a:lnTo>
                  <a:lnTo>
                    <a:pt x="10128" y="4874"/>
                  </a:lnTo>
                  <a:lnTo>
                    <a:pt x="10149" y="5154"/>
                  </a:lnTo>
                  <a:lnTo>
                    <a:pt x="10128" y="5435"/>
                  </a:lnTo>
                  <a:lnTo>
                    <a:pt x="10088" y="5736"/>
                  </a:lnTo>
                  <a:lnTo>
                    <a:pt x="10048" y="6017"/>
                  </a:lnTo>
                  <a:lnTo>
                    <a:pt x="9988" y="6318"/>
                  </a:lnTo>
                  <a:lnTo>
                    <a:pt x="9888" y="659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7" name="Google Shape;6107;p26"/>
            <p:cNvSpPr/>
            <p:nvPr/>
          </p:nvSpPr>
          <p:spPr>
            <a:xfrm>
              <a:off x="10776350" y="2802063"/>
              <a:ext cx="247200" cy="215100"/>
            </a:xfrm>
            <a:custGeom>
              <a:avLst/>
              <a:gdLst/>
              <a:ahLst/>
              <a:cxnLst/>
              <a:rect l="l" t="t" r="r" b="b"/>
              <a:pathLst>
                <a:path w="9888" h="8604" extrusionOk="0">
                  <a:moveTo>
                    <a:pt x="1465" y="1"/>
                  </a:moveTo>
                  <a:lnTo>
                    <a:pt x="1144" y="382"/>
                  </a:lnTo>
                  <a:lnTo>
                    <a:pt x="863" y="783"/>
                  </a:lnTo>
                  <a:lnTo>
                    <a:pt x="603" y="1224"/>
                  </a:lnTo>
                  <a:lnTo>
                    <a:pt x="402" y="1665"/>
                  </a:lnTo>
                  <a:lnTo>
                    <a:pt x="242" y="2146"/>
                  </a:lnTo>
                  <a:lnTo>
                    <a:pt x="161" y="2387"/>
                  </a:lnTo>
                  <a:lnTo>
                    <a:pt x="101" y="2628"/>
                  </a:lnTo>
                  <a:lnTo>
                    <a:pt x="61" y="2888"/>
                  </a:lnTo>
                  <a:lnTo>
                    <a:pt x="41" y="3149"/>
                  </a:lnTo>
                  <a:lnTo>
                    <a:pt x="21" y="3410"/>
                  </a:lnTo>
                  <a:lnTo>
                    <a:pt x="1" y="3671"/>
                  </a:lnTo>
                  <a:lnTo>
                    <a:pt x="21" y="3951"/>
                  </a:lnTo>
                  <a:lnTo>
                    <a:pt x="41" y="4232"/>
                  </a:lnTo>
                  <a:lnTo>
                    <a:pt x="101" y="4633"/>
                  </a:lnTo>
                  <a:lnTo>
                    <a:pt x="202" y="5034"/>
                  </a:lnTo>
                  <a:lnTo>
                    <a:pt x="362" y="5435"/>
                  </a:lnTo>
                  <a:lnTo>
                    <a:pt x="542" y="5816"/>
                  </a:lnTo>
                  <a:lnTo>
                    <a:pt x="763" y="6197"/>
                  </a:lnTo>
                  <a:lnTo>
                    <a:pt x="1004" y="6558"/>
                  </a:lnTo>
                  <a:lnTo>
                    <a:pt x="1284" y="6919"/>
                  </a:lnTo>
                  <a:lnTo>
                    <a:pt x="1605" y="7240"/>
                  </a:lnTo>
                  <a:lnTo>
                    <a:pt x="1966" y="7521"/>
                  </a:lnTo>
                  <a:lnTo>
                    <a:pt x="2347" y="7802"/>
                  </a:lnTo>
                  <a:lnTo>
                    <a:pt x="2748" y="8022"/>
                  </a:lnTo>
                  <a:lnTo>
                    <a:pt x="3190" y="8223"/>
                  </a:lnTo>
                  <a:lnTo>
                    <a:pt x="3651" y="8383"/>
                  </a:lnTo>
                  <a:lnTo>
                    <a:pt x="3892" y="8464"/>
                  </a:lnTo>
                  <a:lnTo>
                    <a:pt x="4132" y="8504"/>
                  </a:lnTo>
                  <a:lnTo>
                    <a:pt x="4393" y="8564"/>
                  </a:lnTo>
                  <a:lnTo>
                    <a:pt x="4654" y="8584"/>
                  </a:lnTo>
                  <a:lnTo>
                    <a:pt x="4914" y="8604"/>
                  </a:lnTo>
                  <a:lnTo>
                    <a:pt x="5456" y="8604"/>
                  </a:lnTo>
                  <a:lnTo>
                    <a:pt x="5737" y="8584"/>
                  </a:lnTo>
                  <a:lnTo>
                    <a:pt x="6098" y="8544"/>
                  </a:lnTo>
                  <a:lnTo>
                    <a:pt x="6438" y="8464"/>
                  </a:lnTo>
                  <a:lnTo>
                    <a:pt x="6779" y="8363"/>
                  </a:lnTo>
                  <a:lnTo>
                    <a:pt x="7100" y="8243"/>
                  </a:lnTo>
                  <a:lnTo>
                    <a:pt x="7401" y="8103"/>
                  </a:lnTo>
                  <a:lnTo>
                    <a:pt x="7702" y="7922"/>
                  </a:lnTo>
                  <a:lnTo>
                    <a:pt x="8003" y="7742"/>
                  </a:lnTo>
                  <a:lnTo>
                    <a:pt x="8263" y="7521"/>
                  </a:lnTo>
                  <a:lnTo>
                    <a:pt x="8524" y="7280"/>
                  </a:lnTo>
                  <a:lnTo>
                    <a:pt x="8765" y="7040"/>
                  </a:lnTo>
                  <a:lnTo>
                    <a:pt x="8985" y="6779"/>
                  </a:lnTo>
                  <a:lnTo>
                    <a:pt x="9206" y="6498"/>
                  </a:lnTo>
                  <a:lnTo>
                    <a:pt x="9386" y="6197"/>
                  </a:lnTo>
                  <a:lnTo>
                    <a:pt x="9547" y="5897"/>
                  </a:lnTo>
                  <a:lnTo>
                    <a:pt x="9707" y="5576"/>
                  </a:lnTo>
                  <a:lnTo>
                    <a:pt x="9828" y="5235"/>
                  </a:lnTo>
                  <a:lnTo>
                    <a:pt x="9888" y="5054"/>
                  </a:lnTo>
                  <a:lnTo>
                    <a:pt x="9687" y="5335"/>
                  </a:lnTo>
                  <a:lnTo>
                    <a:pt x="9467" y="5596"/>
                  </a:lnTo>
                  <a:lnTo>
                    <a:pt x="9226" y="5836"/>
                  </a:lnTo>
                  <a:lnTo>
                    <a:pt x="8965" y="6077"/>
                  </a:lnTo>
                  <a:lnTo>
                    <a:pt x="8705" y="6278"/>
                  </a:lnTo>
                  <a:lnTo>
                    <a:pt x="8404" y="6478"/>
                  </a:lnTo>
                  <a:lnTo>
                    <a:pt x="8103" y="6659"/>
                  </a:lnTo>
                  <a:lnTo>
                    <a:pt x="7782" y="6799"/>
                  </a:lnTo>
                  <a:lnTo>
                    <a:pt x="7401" y="6939"/>
                  </a:lnTo>
                  <a:lnTo>
                    <a:pt x="7000" y="7040"/>
                  </a:lnTo>
                  <a:lnTo>
                    <a:pt x="6619" y="7100"/>
                  </a:lnTo>
                  <a:lnTo>
                    <a:pt x="6218" y="7120"/>
                  </a:lnTo>
                  <a:lnTo>
                    <a:pt x="5797" y="7100"/>
                  </a:lnTo>
                  <a:lnTo>
                    <a:pt x="5376" y="7040"/>
                  </a:lnTo>
                  <a:lnTo>
                    <a:pt x="4974" y="6939"/>
                  </a:lnTo>
                  <a:lnTo>
                    <a:pt x="4573" y="6819"/>
                  </a:lnTo>
                  <a:lnTo>
                    <a:pt x="4192" y="6659"/>
                  </a:lnTo>
                  <a:lnTo>
                    <a:pt x="3811" y="6478"/>
                  </a:lnTo>
                  <a:lnTo>
                    <a:pt x="3450" y="6258"/>
                  </a:lnTo>
                  <a:lnTo>
                    <a:pt x="3109" y="6017"/>
                  </a:lnTo>
                  <a:lnTo>
                    <a:pt x="2768" y="5756"/>
                  </a:lnTo>
                  <a:lnTo>
                    <a:pt x="2468" y="5455"/>
                  </a:lnTo>
                  <a:lnTo>
                    <a:pt x="2187" y="5114"/>
                  </a:lnTo>
                  <a:lnTo>
                    <a:pt x="1946" y="4774"/>
                  </a:lnTo>
                  <a:lnTo>
                    <a:pt x="1726" y="4413"/>
                  </a:lnTo>
                  <a:lnTo>
                    <a:pt x="1545" y="4032"/>
                  </a:lnTo>
                  <a:lnTo>
                    <a:pt x="1385" y="3650"/>
                  </a:lnTo>
                  <a:lnTo>
                    <a:pt x="1264" y="3249"/>
                  </a:lnTo>
                  <a:lnTo>
                    <a:pt x="1164" y="2828"/>
                  </a:lnTo>
                  <a:lnTo>
                    <a:pt x="1104" y="2427"/>
                  </a:lnTo>
                  <a:lnTo>
                    <a:pt x="1084" y="2006"/>
                  </a:lnTo>
                  <a:lnTo>
                    <a:pt x="1084" y="1585"/>
                  </a:lnTo>
                  <a:lnTo>
                    <a:pt x="1124" y="1184"/>
                  </a:lnTo>
                  <a:lnTo>
                    <a:pt x="1204" y="783"/>
                  </a:lnTo>
                  <a:lnTo>
                    <a:pt x="1325" y="382"/>
                  </a:lnTo>
                  <a:lnTo>
                    <a:pt x="1465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8" name="Google Shape;6108;p26"/>
            <p:cNvSpPr/>
            <p:nvPr/>
          </p:nvSpPr>
          <p:spPr>
            <a:xfrm>
              <a:off x="10776350" y="2802063"/>
              <a:ext cx="247200" cy="215100"/>
            </a:xfrm>
            <a:custGeom>
              <a:avLst/>
              <a:gdLst/>
              <a:ahLst/>
              <a:cxnLst/>
              <a:rect l="l" t="t" r="r" b="b"/>
              <a:pathLst>
                <a:path w="9888" h="8604" fill="none" extrusionOk="0">
                  <a:moveTo>
                    <a:pt x="1465" y="1"/>
                  </a:moveTo>
                  <a:lnTo>
                    <a:pt x="1465" y="1"/>
                  </a:lnTo>
                  <a:lnTo>
                    <a:pt x="1144" y="382"/>
                  </a:lnTo>
                  <a:lnTo>
                    <a:pt x="863" y="783"/>
                  </a:lnTo>
                  <a:lnTo>
                    <a:pt x="603" y="1224"/>
                  </a:lnTo>
                  <a:lnTo>
                    <a:pt x="402" y="1665"/>
                  </a:lnTo>
                  <a:lnTo>
                    <a:pt x="242" y="2146"/>
                  </a:lnTo>
                  <a:lnTo>
                    <a:pt x="161" y="2387"/>
                  </a:lnTo>
                  <a:lnTo>
                    <a:pt x="101" y="2628"/>
                  </a:lnTo>
                  <a:lnTo>
                    <a:pt x="61" y="2888"/>
                  </a:lnTo>
                  <a:lnTo>
                    <a:pt x="41" y="3149"/>
                  </a:lnTo>
                  <a:lnTo>
                    <a:pt x="21" y="3410"/>
                  </a:lnTo>
                  <a:lnTo>
                    <a:pt x="1" y="3671"/>
                  </a:lnTo>
                  <a:lnTo>
                    <a:pt x="1" y="3671"/>
                  </a:lnTo>
                  <a:lnTo>
                    <a:pt x="21" y="3951"/>
                  </a:lnTo>
                  <a:lnTo>
                    <a:pt x="41" y="4232"/>
                  </a:lnTo>
                  <a:lnTo>
                    <a:pt x="41" y="4232"/>
                  </a:lnTo>
                  <a:lnTo>
                    <a:pt x="101" y="4633"/>
                  </a:lnTo>
                  <a:lnTo>
                    <a:pt x="202" y="5034"/>
                  </a:lnTo>
                  <a:lnTo>
                    <a:pt x="362" y="5435"/>
                  </a:lnTo>
                  <a:lnTo>
                    <a:pt x="542" y="5816"/>
                  </a:lnTo>
                  <a:lnTo>
                    <a:pt x="763" y="6197"/>
                  </a:lnTo>
                  <a:lnTo>
                    <a:pt x="1004" y="6558"/>
                  </a:lnTo>
                  <a:lnTo>
                    <a:pt x="1284" y="6919"/>
                  </a:lnTo>
                  <a:lnTo>
                    <a:pt x="1605" y="7240"/>
                  </a:lnTo>
                  <a:lnTo>
                    <a:pt x="1966" y="7521"/>
                  </a:lnTo>
                  <a:lnTo>
                    <a:pt x="2347" y="7802"/>
                  </a:lnTo>
                  <a:lnTo>
                    <a:pt x="2748" y="8022"/>
                  </a:lnTo>
                  <a:lnTo>
                    <a:pt x="3190" y="8223"/>
                  </a:lnTo>
                  <a:lnTo>
                    <a:pt x="3651" y="8383"/>
                  </a:lnTo>
                  <a:lnTo>
                    <a:pt x="3892" y="8464"/>
                  </a:lnTo>
                  <a:lnTo>
                    <a:pt x="4132" y="8504"/>
                  </a:lnTo>
                  <a:lnTo>
                    <a:pt x="4393" y="8564"/>
                  </a:lnTo>
                  <a:lnTo>
                    <a:pt x="4654" y="8584"/>
                  </a:lnTo>
                  <a:lnTo>
                    <a:pt x="4914" y="8604"/>
                  </a:lnTo>
                  <a:lnTo>
                    <a:pt x="5175" y="8604"/>
                  </a:lnTo>
                  <a:lnTo>
                    <a:pt x="5175" y="8604"/>
                  </a:lnTo>
                  <a:lnTo>
                    <a:pt x="5456" y="8604"/>
                  </a:lnTo>
                  <a:lnTo>
                    <a:pt x="5737" y="8584"/>
                  </a:lnTo>
                  <a:lnTo>
                    <a:pt x="5737" y="8584"/>
                  </a:lnTo>
                  <a:lnTo>
                    <a:pt x="6098" y="8544"/>
                  </a:lnTo>
                  <a:lnTo>
                    <a:pt x="6438" y="8464"/>
                  </a:lnTo>
                  <a:lnTo>
                    <a:pt x="6779" y="8363"/>
                  </a:lnTo>
                  <a:lnTo>
                    <a:pt x="7100" y="8243"/>
                  </a:lnTo>
                  <a:lnTo>
                    <a:pt x="7401" y="8103"/>
                  </a:lnTo>
                  <a:lnTo>
                    <a:pt x="7702" y="7922"/>
                  </a:lnTo>
                  <a:lnTo>
                    <a:pt x="8003" y="7742"/>
                  </a:lnTo>
                  <a:lnTo>
                    <a:pt x="8263" y="7521"/>
                  </a:lnTo>
                  <a:lnTo>
                    <a:pt x="8524" y="7280"/>
                  </a:lnTo>
                  <a:lnTo>
                    <a:pt x="8765" y="7040"/>
                  </a:lnTo>
                  <a:lnTo>
                    <a:pt x="8985" y="6779"/>
                  </a:lnTo>
                  <a:lnTo>
                    <a:pt x="9206" y="6498"/>
                  </a:lnTo>
                  <a:lnTo>
                    <a:pt x="9386" y="6197"/>
                  </a:lnTo>
                  <a:lnTo>
                    <a:pt x="9547" y="5897"/>
                  </a:lnTo>
                  <a:lnTo>
                    <a:pt x="9707" y="5576"/>
                  </a:lnTo>
                  <a:lnTo>
                    <a:pt x="9828" y="5235"/>
                  </a:lnTo>
                  <a:lnTo>
                    <a:pt x="9828" y="5235"/>
                  </a:lnTo>
                  <a:lnTo>
                    <a:pt x="9888" y="5054"/>
                  </a:lnTo>
                  <a:lnTo>
                    <a:pt x="9888" y="5054"/>
                  </a:lnTo>
                  <a:lnTo>
                    <a:pt x="9687" y="5335"/>
                  </a:lnTo>
                  <a:lnTo>
                    <a:pt x="9467" y="5596"/>
                  </a:lnTo>
                  <a:lnTo>
                    <a:pt x="9226" y="5836"/>
                  </a:lnTo>
                  <a:lnTo>
                    <a:pt x="8965" y="6077"/>
                  </a:lnTo>
                  <a:lnTo>
                    <a:pt x="8705" y="6278"/>
                  </a:lnTo>
                  <a:lnTo>
                    <a:pt x="8404" y="6478"/>
                  </a:lnTo>
                  <a:lnTo>
                    <a:pt x="8103" y="6659"/>
                  </a:lnTo>
                  <a:lnTo>
                    <a:pt x="7782" y="6799"/>
                  </a:lnTo>
                  <a:lnTo>
                    <a:pt x="7782" y="6799"/>
                  </a:lnTo>
                  <a:lnTo>
                    <a:pt x="7401" y="6939"/>
                  </a:lnTo>
                  <a:lnTo>
                    <a:pt x="7000" y="7040"/>
                  </a:lnTo>
                  <a:lnTo>
                    <a:pt x="6619" y="7100"/>
                  </a:lnTo>
                  <a:lnTo>
                    <a:pt x="6218" y="7120"/>
                  </a:lnTo>
                  <a:lnTo>
                    <a:pt x="6218" y="7120"/>
                  </a:lnTo>
                  <a:lnTo>
                    <a:pt x="5797" y="7100"/>
                  </a:lnTo>
                  <a:lnTo>
                    <a:pt x="5376" y="7040"/>
                  </a:lnTo>
                  <a:lnTo>
                    <a:pt x="4974" y="6939"/>
                  </a:lnTo>
                  <a:lnTo>
                    <a:pt x="4573" y="6819"/>
                  </a:lnTo>
                  <a:lnTo>
                    <a:pt x="4192" y="6659"/>
                  </a:lnTo>
                  <a:lnTo>
                    <a:pt x="3811" y="6478"/>
                  </a:lnTo>
                  <a:lnTo>
                    <a:pt x="3450" y="6258"/>
                  </a:lnTo>
                  <a:lnTo>
                    <a:pt x="3109" y="6017"/>
                  </a:lnTo>
                  <a:lnTo>
                    <a:pt x="3109" y="6017"/>
                  </a:lnTo>
                  <a:lnTo>
                    <a:pt x="2768" y="5756"/>
                  </a:lnTo>
                  <a:lnTo>
                    <a:pt x="2468" y="5455"/>
                  </a:lnTo>
                  <a:lnTo>
                    <a:pt x="2187" y="5114"/>
                  </a:lnTo>
                  <a:lnTo>
                    <a:pt x="1946" y="4774"/>
                  </a:lnTo>
                  <a:lnTo>
                    <a:pt x="1726" y="4413"/>
                  </a:lnTo>
                  <a:lnTo>
                    <a:pt x="1545" y="4032"/>
                  </a:lnTo>
                  <a:lnTo>
                    <a:pt x="1385" y="3650"/>
                  </a:lnTo>
                  <a:lnTo>
                    <a:pt x="1264" y="3249"/>
                  </a:lnTo>
                  <a:lnTo>
                    <a:pt x="1164" y="2828"/>
                  </a:lnTo>
                  <a:lnTo>
                    <a:pt x="1104" y="2427"/>
                  </a:lnTo>
                  <a:lnTo>
                    <a:pt x="1084" y="2006"/>
                  </a:lnTo>
                  <a:lnTo>
                    <a:pt x="1084" y="1585"/>
                  </a:lnTo>
                  <a:lnTo>
                    <a:pt x="1124" y="1184"/>
                  </a:lnTo>
                  <a:lnTo>
                    <a:pt x="1204" y="783"/>
                  </a:lnTo>
                  <a:lnTo>
                    <a:pt x="1325" y="382"/>
                  </a:lnTo>
                  <a:lnTo>
                    <a:pt x="1465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9" name="Google Shape;6109;p26"/>
            <p:cNvSpPr/>
            <p:nvPr/>
          </p:nvSpPr>
          <p:spPr>
            <a:xfrm>
              <a:off x="10567800" y="2947463"/>
              <a:ext cx="147425" cy="55675"/>
            </a:xfrm>
            <a:custGeom>
              <a:avLst/>
              <a:gdLst/>
              <a:ahLst/>
              <a:cxnLst/>
              <a:rect l="l" t="t" r="r" b="b"/>
              <a:pathLst>
                <a:path w="5897" h="2227" extrusionOk="0">
                  <a:moveTo>
                    <a:pt x="1123" y="0"/>
                  </a:moveTo>
                  <a:lnTo>
                    <a:pt x="903" y="20"/>
                  </a:lnTo>
                  <a:lnTo>
                    <a:pt x="682" y="81"/>
                  </a:lnTo>
                  <a:lnTo>
                    <a:pt x="502" y="181"/>
                  </a:lnTo>
                  <a:lnTo>
                    <a:pt x="321" y="321"/>
                  </a:lnTo>
                  <a:lnTo>
                    <a:pt x="201" y="482"/>
                  </a:lnTo>
                  <a:lnTo>
                    <a:pt x="101" y="682"/>
                  </a:lnTo>
                  <a:lnTo>
                    <a:pt x="20" y="883"/>
                  </a:lnTo>
                  <a:lnTo>
                    <a:pt x="0" y="1103"/>
                  </a:lnTo>
                  <a:lnTo>
                    <a:pt x="20" y="1324"/>
                  </a:lnTo>
                  <a:lnTo>
                    <a:pt x="101" y="1545"/>
                  </a:lnTo>
                  <a:lnTo>
                    <a:pt x="201" y="1725"/>
                  </a:lnTo>
                  <a:lnTo>
                    <a:pt x="321" y="1886"/>
                  </a:lnTo>
                  <a:lnTo>
                    <a:pt x="502" y="2026"/>
                  </a:lnTo>
                  <a:lnTo>
                    <a:pt x="682" y="2126"/>
                  </a:lnTo>
                  <a:lnTo>
                    <a:pt x="903" y="2206"/>
                  </a:lnTo>
                  <a:lnTo>
                    <a:pt x="1123" y="2226"/>
                  </a:lnTo>
                  <a:lnTo>
                    <a:pt x="4793" y="2226"/>
                  </a:lnTo>
                  <a:lnTo>
                    <a:pt x="5014" y="2206"/>
                  </a:lnTo>
                  <a:lnTo>
                    <a:pt x="5214" y="2126"/>
                  </a:lnTo>
                  <a:lnTo>
                    <a:pt x="5415" y="2026"/>
                  </a:lnTo>
                  <a:lnTo>
                    <a:pt x="5575" y="1886"/>
                  </a:lnTo>
                  <a:lnTo>
                    <a:pt x="5716" y="1725"/>
                  </a:lnTo>
                  <a:lnTo>
                    <a:pt x="5816" y="1545"/>
                  </a:lnTo>
                  <a:lnTo>
                    <a:pt x="5876" y="1324"/>
                  </a:lnTo>
                  <a:lnTo>
                    <a:pt x="5896" y="1103"/>
                  </a:lnTo>
                  <a:lnTo>
                    <a:pt x="5876" y="883"/>
                  </a:lnTo>
                  <a:lnTo>
                    <a:pt x="5816" y="682"/>
                  </a:lnTo>
                  <a:lnTo>
                    <a:pt x="5716" y="482"/>
                  </a:lnTo>
                  <a:lnTo>
                    <a:pt x="5575" y="321"/>
                  </a:lnTo>
                  <a:lnTo>
                    <a:pt x="5415" y="181"/>
                  </a:lnTo>
                  <a:lnTo>
                    <a:pt x="5214" y="81"/>
                  </a:lnTo>
                  <a:lnTo>
                    <a:pt x="5014" y="20"/>
                  </a:lnTo>
                  <a:lnTo>
                    <a:pt x="479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0" name="Google Shape;6110;p26"/>
            <p:cNvSpPr/>
            <p:nvPr/>
          </p:nvSpPr>
          <p:spPr>
            <a:xfrm>
              <a:off x="10137625" y="3129963"/>
              <a:ext cx="1007775" cy="700425"/>
            </a:xfrm>
            <a:custGeom>
              <a:avLst/>
              <a:gdLst/>
              <a:ahLst/>
              <a:cxnLst/>
              <a:rect l="l" t="t" r="r" b="b"/>
              <a:pathLst>
                <a:path w="40311" h="28017" extrusionOk="0">
                  <a:moveTo>
                    <a:pt x="8263" y="0"/>
                  </a:moveTo>
                  <a:lnTo>
                    <a:pt x="7681" y="20"/>
                  </a:lnTo>
                  <a:lnTo>
                    <a:pt x="7280" y="60"/>
                  </a:lnTo>
                  <a:lnTo>
                    <a:pt x="6879" y="101"/>
                  </a:lnTo>
                  <a:lnTo>
                    <a:pt x="6498" y="181"/>
                  </a:lnTo>
                  <a:lnTo>
                    <a:pt x="6117" y="281"/>
                  </a:lnTo>
                  <a:lnTo>
                    <a:pt x="5736" y="381"/>
                  </a:lnTo>
                  <a:lnTo>
                    <a:pt x="5375" y="502"/>
                  </a:lnTo>
                  <a:lnTo>
                    <a:pt x="5014" y="662"/>
                  </a:lnTo>
                  <a:lnTo>
                    <a:pt x="4673" y="822"/>
                  </a:lnTo>
                  <a:lnTo>
                    <a:pt x="4332" y="983"/>
                  </a:lnTo>
                  <a:lnTo>
                    <a:pt x="3991" y="1183"/>
                  </a:lnTo>
                  <a:lnTo>
                    <a:pt x="3671" y="1384"/>
                  </a:lnTo>
                  <a:lnTo>
                    <a:pt x="3370" y="1605"/>
                  </a:lnTo>
                  <a:lnTo>
                    <a:pt x="3069" y="1825"/>
                  </a:lnTo>
                  <a:lnTo>
                    <a:pt x="2768" y="2066"/>
                  </a:lnTo>
                  <a:lnTo>
                    <a:pt x="2507" y="2327"/>
                  </a:lnTo>
                  <a:lnTo>
                    <a:pt x="2227" y="2607"/>
                  </a:lnTo>
                  <a:lnTo>
                    <a:pt x="1986" y="2888"/>
                  </a:lnTo>
                  <a:lnTo>
                    <a:pt x="1745" y="3189"/>
                  </a:lnTo>
                  <a:lnTo>
                    <a:pt x="1525" y="3490"/>
                  </a:lnTo>
                  <a:lnTo>
                    <a:pt x="1304" y="3791"/>
                  </a:lnTo>
                  <a:lnTo>
                    <a:pt x="1104" y="4131"/>
                  </a:lnTo>
                  <a:lnTo>
                    <a:pt x="923" y="4452"/>
                  </a:lnTo>
                  <a:lnTo>
                    <a:pt x="763" y="4813"/>
                  </a:lnTo>
                  <a:lnTo>
                    <a:pt x="602" y="5154"/>
                  </a:lnTo>
                  <a:lnTo>
                    <a:pt x="462" y="5515"/>
                  </a:lnTo>
                  <a:lnTo>
                    <a:pt x="341" y="5896"/>
                  </a:lnTo>
                  <a:lnTo>
                    <a:pt x="241" y="6257"/>
                  </a:lnTo>
                  <a:lnTo>
                    <a:pt x="161" y="6638"/>
                  </a:lnTo>
                  <a:lnTo>
                    <a:pt x="101" y="7039"/>
                  </a:lnTo>
                  <a:lnTo>
                    <a:pt x="41" y="7440"/>
                  </a:lnTo>
                  <a:lnTo>
                    <a:pt x="21" y="7842"/>
                  </a:lnTo>
                  <a:lnTo>
                    <a:pt x="1" y="8243"/>
                  </a:lnTo>
                  <a:lnTo>
                    <a:pt x="1" y="19774"/>
                  </a:lnTo>
                  <a:lnTo>
                    <a:pt x="21" y="20195"/>
                  </a:lnTo>
                  <a:lnTo>
                    <a:pt x="41" y="20616"/>
                  </a:lnTo>
                  <a:lnTo>
                    <a:pt x="101" y="21037"/>
                  </a:lnTo>
                  <a:lnTo>
                    <a:pt x="181" y="21439"/>
                  </a:lnTo>
                  <a:lnTo>
                    <a:pt x="261" y="21840"/>
                  </a:lnTo>
                  <a:lnTo>
                    <a:pt x="382" y="22241"/>
                  </a:lnTo>
                  <a:lnTo>
                    <a:pt x="502" y="22622"/>
                  </a:lnTo>
                  <a:lnTo>
                    <a:pt x="662" y="22983"/>
                  </a:lnTo>
                  <a:lnTo>
                    <a:pt x="823" y="23364"/>
                  </a:lnTo>
                  <a:lnTo>
                    <a:pt x="1003" y="23705"/>
                  </a:lnTo>
                  <a:lnTo>
                    <a:pt x="1204" y="24046"/>
                  </a:lnTo>
                  <a:lnTo>
                    <a:pt x="1424" y="24387"/>
                  </a:lnTo>
                  <a:lnTo>
                    <a:pt x="1645" y="24707"/>
                  </a:lnTo>
                  <a:lnTo>
                    <a:pt x="1886" y="25028"/>
                  </a:lnTo>
                  <a:lnTo>
                    <a:pt x="2146" y="25329"/>
                  </a:lnTo>
                  <a:lnTo>
                    <a:pt x="2427" y="25610"/>
                  </a:lnTo>
                  <a:lnTo>
                    <a:pt x="2708" y="25891"/>
                  </a:lnTo>
                  <a:lnTo>
                    <a:pt x="3009" y="26151"/>
                  </a:lnTo>
                  <a:lnTo>
                    <a:pt x="3330" y="26392"/>
                  </a:lnTo>
                  <a:lnTo>
                    <a:pt x="3650" y="26613"/>
                  </a:lnTo>
                  <a:lnTo>
                    <a:pt x="3971" y="26833"/>
                  </a:lnTo>
                  <a:lnTo>
                    <a:pt x="4332" y="27034"/>
                  </a:lnTo>
                  <a:lnTo>
                    <a:pt x="4673" y="27214"/>
                  </a:lnTo>
                  <a:lnTo>
                    <a:pt x="5034" y="27375"/>
                  </a:lnTo>
                  <a:lnTo>
                    <a:pt x="5415" y="27535"/>
                  </a:lnTo>
                  <a:lnTo>
                    <a:pt x="5796" y="27655"/>
                  </a:lnTo>
                  <a:lnTo>
                    <a:pt x="6197" y="27776"/>
                  </a:lnTo>
                  <a:lnTo>
                    <a:pt x="6598" y="27856"/>
                  </a:lnTo>
                  <a:lnTo>
                    <a:pt x="7000" y="27936"/>
                  </a:lnTo>
                  <a:lnTo>
                    <a:pt x="7401" y="27976"/>
                  </a:lnTo>
                  <a:lnTo>
                    <a:pt x="7822" y="28016"/>
                  </a:lnTo>
                  <a:lnTo>
                    <a:pt x="32068" y="28016"/>
                  </a:lnTo>
                  <a:lnTo>
                    <a:pt x="32649" y="27996"/>
                  </a:lnTo>
                  <a:lnTo>
                    <a:pt x="33251" y="27936"/>
                  </a:lnTo>
                  <a:lnTo>
                    <a:pt x="33812" y="27836"/>
                  </a:lnTo>
                  <a:lnTo>
                    <a:pt x="34374" y="27696"/>
                  </a:lnTo>
                  <a:lnTo>
                    <a:pt x="34915" y="27515"/>
                  </a:lnTo>
                  <a:lnTo>
                    <a:pt x="35437" y="27315"/>
                  </a:lnTo>
                  <a:lnTo>
                    <a:pt x="35938" y="27054"/>
                  </a:lnTo>
                  <a:lnTo>
                    <a:pt x="36420" y="26773"/>
                  </a:lnTo>
                  <a:lnTo>
                    <a:pt x="36901" y="26472"/>
                  </a:lnTo>
                  <a:lnTo>
                    <a:pt x="37322" y="26131"/>
                  </a:lnTo>
                  <a:lnTo>
                    <a:pt x="37743" y="25750"/>
                  </a:lnTo>
                  <a:lnTo>
                    <a:pt x="38144" y="25349"/>
                  </a:lnTo>
                  <a:lnTo>
                    <a:pt x="38505" y="24928"/>
                  </a:lnTo>
                  <a:lnTo>
                    <a:pt x="38826" y="24487"/>
                  </a:lnTo>
                  <a:lnTo>
                    <a:pt x="39147" y="24006"/>
                  </a:lnTo>
                  <a:lnTo>
                    <a:pt x="39408" y="23524"/>
                  </a:lnTo>
                  <a:lnTo>
                    <a:pt x="39608" y="23103"/>
                  </a:lnTo>
                  <a:lnTo>
                    <a:pt x="39789" y="22662"/>
                  </a:lnTo>
                  <a:lnTo>
                    <a:pt x="39949" y="22201"/>
                  </a:lnTo>
                  <a:lnTo>
                    <a:pt x="40069" y="21739"/>
                  </a:lnTo>
                  <a:lnTo>
                    <a:pt x="40170" y="21258"/>
                  </a:lnTo>
                  <a:lnTo>
                    <a:pt x="40250" y="20777"/>
                  </a:lnTo>
                  <a:lnTo>
                    <a:pt x="40290" y="20275"/>
                  </a:lnTo>
                  <a:lnTo>
                    <a:pt x="40310" y="19774"/>
                  </a:lnTo>
                  <a:lnTo>
                    <a:pt x="40310" y="8243"/>
                  </a:lnTo>
                  <a:lnTo>
                    <a:pt x="40290" y="7822"/>
                  </a:lnTo>
                  <a:lnTo>
                    <a:pt x="40270" y="7400"/>
                  </a:lnTo>
                  <a:lnTo>
                    <a:pt x="40210" y="6979"/>
                  </a:lnTo>
                  <a:lnTo>
                    <a:pt x="40150" y="6578"/>
                  </a:lnTo>
                  <a:lnTo>
                    <a:pt x="40049" y="6177"/>
                  </a:lnTo>
                  <a:lnTo>
                    <a:pt x="39929" y="5796"/>
                  </a:lnTo>
                  <a:lnTo>
                    <a:pt x="39809" y="5395"/>
                  </a:lnTo>
                  <a:lnTo>
                    <a:pt x="39668" y="5034"/>
                  </a:lnTo>
                  <a:lnTo>
                    <a:pt x="39488" y="4673"/>
                  </a:lnTo>
                  <a:lnTo>
                    <a:pt x="39307" y="4312"/>
                  </a:lnTo>
                  <a:lnTo>
                    <a:pt x="39107" y="3971"/>
                  </a:lnTo>
                  <a:lnTo>
                    <a:pt x="38906" y="3630"/>
                  </a:lnTo>
                  <a:lnTo>
                    <a:pt x="38666" y="3309"/>
                  </a:lnTo>
                  <a:lnTo>
                    <a:pt x="38425" y="2988"/>
                  </a:lnTo>
                  <a:lnTo>
                    <a:pt x="38164" y="2688"/>
                  </a:lnTo>
                  <a:lnTo>
                    <a:pt x="37904" y="2407"/>
                  </a:lnTo>
                  <a:lnTo>
                    <a:pt x="37603" y="2126"/>
                  </a:lnTo>
                  <a:lnTo>
                    <a:pt x="37302" y="1885"/>
                  </a:lnTo>
                  <a:lnTo>
                    <a:pt x="37001" y="1625"/>
                  </a:lnTo>
                  <a:lnTo>
                    <a:pt x="36680" y="1404"/>
                  </a:lnTo>
                  <a:lnTo>
                    <a:pt x="36339" y="1183"/>
                  </a:lnTo>
                  <a:lnTo>
                    <a:pt x="35998" y="983"/>
                  </a:lnTo>
                  <a:lnTo>
                    <a:pt x="35637" y="802"/>
                  </a:lnTo>
                  <a:lnTo>
                    <a:pt x="35276" y="642"/>
                  </a:lnTo>
                  <a:lnTo>
                    <a:pt x="34895" y="502"/>
                  </a:lnTo>
                  <a:lnTo>
                    <a:pt x="34514" y="361"/>
                  </a:lnTo>
                  <a:lnTo>
                    <a:pt x="34133" y="261"/>
                  </a:lnTo>
                  <a:lnTo>
                    <a:pt x="33732" y="161"/>
                  </a:lnTo>
                  <a:lnTo>
                    <a:pt x="33311" y="80"/>
                  </a:lnTo>
                  <a:lnTo>
                    <a:pt x="32910" y="40"/>
                  </a:lnTo>
                  <a:lnTo>
                    <a:pt x="3248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1" name="Google Shape;6111;p26"/>
            <p:cNvSpPr/>
            <p:nvPr/>
          </p:nvSpPr>
          <p:spPr>
            <a:xfrm>
              <a:off x="10137625" y="3129963"/>
              <a:ext cx="1007775" cy="700425"/>
            </a:xfrm>
            <a:custGeom>
              <a:avLst/>
              <a:gdLst/>
              <a:ahLst/>
              <a:cxnLst/>
              <a:rect l="l" t="t" r="r" b="b"/>
              <a:pathLst>
                <a:path w="40311" h="28017" fill="none" extrusionOk="0">
                  <a:moveTo>
                    <a:pt x="40310" y="8243"/>
                  </a:moveTo>
                  <a:lnTo>
                    <a:pt x="40310" y="19774"/>
                  </a:lnTo>
                  <a:lnTo>
                    <a:pt x="40310" y="19774"/>
                  </a:lnTo>
                  <a:lnTo>
                    <a:pt x="40290" y="20275"/>
                  </a:lnTo>
                  <a:lnTo>
                    <a:pt x="40250" y="20777"/>
                  </a:lnTo>
                  <a:lnTo>
                    <a:pt x="40170" y="21258"/>
                  </a:lnTo>
                  <a:lnTo>
                    <a:pt x="40069" y="21739"/>
                  </a:lnTo>
                  <a:lnTo>
                    <a:pt x="39949" y="22201"/>
                  </a:lnTo>
                  <a:lnTo>
                    <a:pt x="39789" y="22662"/>
                  </a:lnTo>
                  <a:lnTo>
                    <a:pt x="39608" y="23103"/>
                  </a:lnTo>
                  <a:lnTo>
                    <a:pt x="39408" y="23524"/>
                  </a:lnTo>
                  <a:lnTo>
                    <a:pt x="39408" y="23524"/>
                  </a:lnTo>
                  <a:lnTo>
                    <a:pt x="39147" y="24006"/>
                  </a:lnTo>
                  <a:lnTo>
                    <a:pt x="38826" y="24487"/>
                  </a:lnTo>
                  <a:lnTo>
                    <a:pt x="38505" y="24928"/>
                  </a:lnTo>
                  <a:lnTo>
                    <a:pt x="38144" y="25349"/>
                  </a:lnTo>
                  <a:lnTo>
                    <a:pt x="37743" y="25750"/>
                  </a:lnTo>
                  <a:lnTo>
                    <a:pt x="37322" y="26131"/>
                  </a:lnTo>
                  <a:lnTo>
                    <a:pt x="36901" y="26472"/>
                  </a:lnTo>
                  <a:lnTo>
                    <a:pt x="36420" y="26773"/>
                  </a:lnTo>
                  <a:lnTo>
                    <a:pt x="35938" y="27054"/>
                  </a:lnTo>
                  <a:lnTo>
                    <a:pt x="35437" y="27315"/>
                  </a:lnTo>
                  <a:lnTo>
                    <a:pt x="34915" y="27515"/>
                  </a:lnTo>
                  <a:lnTo>
                    <a:pt x="34374" y="27696"/>
                  </a:lnTo>
                  <a:lnTo>
                    <a:pt x="33812" y="27836"/>
                  </a:lnTo>
                  <a:lnTo>
                    <a:pt x="33251" y="27936"/>
                  </a:lnTo>
                  <a:lnTo>
                    <a:pt x="32649" y="27996"/>
                  </a:lnTo>
                  <a:lnTo>
                    <a:pt x="32068" y="28016"/>
                  </a:lnTo>
                  <a:lnTo>
                    <a:pt x="8263" y="28016"/>
                  </a:lnTo>
                  <a:lnTo>
                    <a:pt x="8263" y="28016"/>
                  </a:lnTo>
                  <a:lnTo>
                    <a:pt x="7822" y="28016"/>
                  </a:lnTo>
                  <a:lnTo>
                    <a:pt x="7401" y="27976"/>
                  </a:lnTo>
                  <a:lnTo>
                    <a:pt x="7000" y="27936"/>
                  </a:lnTo>
                  <a:lnTo>
                    <a:pt x="6598" y="27856"/>
                  </a:lnTo>
                  <a:lnTo>
                    <a:pt x="6197" y="27776"/>
                  </a:lnTo>
                  <a:lnTo>
                    <a:pt x="5796" y="27655"/>
                  </a:lnTo>
                  <a:lnTo>
                    <a:pt x="5415" y="27535"/>
                  </a:lnTo>
                  <a:lnTo>
                    <a:pt x="5034" y="27375"/>
                  </a:lnTo>
                  <a:lnTo>
                    <a:pt x="4673" y="27214"/>
                  </a:lnTo>
                  <a:lnTo>
                    <a:pt x="4332" y="27034"/>
                  </a:lnTo>
                  <a:lnTo>
                    <a:pt x="3971" y="26833"/>
                  </a:lnTo>
                  <a:lnTo>
                    <a:pt x="3650" y="26613"/>
                  </a:lnTo>
                  <a:lnTo>
                    <a:pt x="3330" y="26392"/>
                  </a:lnTo>
                  <a:lnTo>
                    <a:pt x="3009" y="26151"/>
                  </a:lnTo>
                  <a:lnTo>
                    <a:pt x="2708" y="25891"/>
                  </a:lnTo>
                  <a:lnTo>
                    <a:pt x="2427" y="25610"/>
                  </a:lnTo>
                  <a:lnTo>
                    <a:pt x="2146" y="25329"/>
                  </a:lnTo>
                  <a:lnTo>
                    <a:pt x="1886" y="25028"/>
                  </a:lnTo>
                  <a:lnTo>
                    <a:pt x="1645" y="24707"/>
                  </a:lnTo>
                  <a:lnTo>
                    <a:pt x="1424" y="24387"/>
                  </a:lnTo>
                  <a:lnTo>
                    <a:pt x="1204" y="24046"/>
                  </a:lnTo>
                  <a:lnTo>
                    <a:pt x="1003" y="23705"/>
                  </a:lnTo>
                  <a:lnTo>
                    <a:pt x="823" y="23364"/>
                  </a:lnTo>
                  <a:lnTo>
                    <a:pt x="662" y="22983"/>
                  </a:lnTo>
                  <a:lnTo>
                    <a:pt x="502" y="22622"/>
                  </a:lnTo>
                  <a:lnTo>
                    <a:pt x="382" y="22241"/>
                  </a:lnTo>
                  <a:lnTo>
                    <a:pt x="261" y="21840"/>
                  </a:lnTo>
                  <a:lnTo>
                    <a:pt x="181" y="21439"/>
                  </a:lnTo>
                  <a:lnTo>
                    <a:pt x="101" y="21037"/>
                  </a:lnTo>
                  <a:lnTo>
                    <a:pt x="41" y="20616"/>
                  </a:lnTo>
                  <a:lnTo>
                    <a:pt x="21" y="20195"/>
                  </a:lnTo>
                  <a:lnTo>
                    <a:pt x="1" y="19774"/>
                  </a:lnTo>
                  <a:lnTo>
                    <a:pt x="1" y="8243"/>
                  </a:lnTo>
                  <a:lnTo>
                    <a:pt x="1" y="8243"/>
                  </a:lnTo>
                  <a:lnTo>
                    <a:pt x="21" y="7842"/>
                  </a:lnTo>
                  <a:lnTo>
                    <a:pt x="41" y="7440"/>
                  </a:lnTo>
                  <a:lnTo>
                    <a:pt x="101" y="7039"/>
                  </a:lnTo>
                  <a:lnTo>
                    <a:pt x="161" y="6638"/>
                  </a:lnTo>
                  <a:lnTo>
                    <a:pt x="241" y="6257"/>
                  </a:lnTo>
                  <a:lnTo>
                    <a:pt x="341" y="5896"/>
                  </a:lnTo>
                  <a:lnTo>
                    <a:pt x="462" y="5515"/>
                  </a:lnTo>
                  <a:lnTo>
                    <a:pt x="602" y="5154"/>
                  </a:lnTo>
                  <a:lnTo>
                    <a:pt x="763" y="4813"/>
                  </a:lnTo>
                  <a:lnTo>
                    <a:pt x="923" y="4452"/>
                  </a:lnTo>
                  <a:lnTo>
                    <a:pt x="1104" y="4131"/>
                  </a:lnTo>
                  <a:lnTo>
                    <a:pt x="1304" y="3791"/>
                  </a:lnTo>
                  <a:lnTo>
                    <a:pt x="1525" y="3490"/>
                  </a:lnTo>
                  <a:lnTo>
                    <a:pt x="1745" y="3189"/>
                  </a:lnTo>
                  <a:lnTo>
                    <a:pt x="1986" y="2888"/>
                  </a:lnTo>
                  <a:lnTo>
                    <a:pt x="2227" y="2607"/>
                  </a:lnTo>
                  <a:lnTo>
                    <a:pt x="2507" y="2327"/>
                  </a:lnTo>
                  <a:lnTo>
                    <a:pt x="2768" y="2066"/>
                  </a:lnTo>
                  <a:lnTo>
                    <a:pt x="3069" y="1825"/>
                  </a:lnTo>
                  <a:lnTo>
                    <a:pt x="3370" y="1605"/>
                  </a:lnTo>
                  <a:lnTo>
                    <a:pt x="3671" y="1384"/>
                  </a:lnTo>
                  <a:lnTo>
                    <a:pt x="3991" y="1183"/>
                  </a:lnTo>
                  <a:lnTo>
                    <a:pt x="4332" y="983"/>
                  </a:lnTo>
                  <a:lnTo>
                    <a:pt x="4673" y="822"/>
                  </a:lnTo>
                  <a:lnTo>
                    <a:pt x="5014" y="662"/>
                  </a:lnTo>
                  <a:lnTo>
                    <a:pt x="5375" y="502"/>
                  </a:lnTo>
                  <a:lnTo>
                    <a:pt x="5736" y="381"/>
                  </a:lnTo>
                  <a:lnTo>
                    <a:pt x="6117" y="281"/>
                  </a:lnTo>
                  <a:lnTo>
                    <a:pt x="6498" y="181"/>
                  </a:lnTo>
                  <a:lnTo>
                    <a:pt x="6879" y="101"/>
                  </a:lnTo>
                  <a:lnTo>
                    <a:pt x="7280" y="60"/>
                  </a:lnTo>
                  <a:lnTo>
                    <a:pt x="7681" y="20"/>
                  </a:lnTo>
                  <a:lnTo>
                    <a:pt x="7681" y="20"/>
                  </a:lnTo>
                  <a:lnTo>
                    <a:pt x="8263" y="0"/>
                  </a:lnTo>
                  <a:lnTo>
                    <a:pt x="32068" y="0"/>
                  </a:lnTo>
                  <a:lnTo>
                    <a:pt x="32068" y="0"/>
                  </a:lnTo>
                  <a:lnTo>
                    <a:pt x="32489" y="0"/>
                  </a:lnTo>
                  <a:lnTo>
                    <a:pt x="32910" y="40"/>
                  </a:lnTo>
                  <a:lnTo>
                    <a:pt x="33311" y="80"/>
                  </a:lnTo>
                  <a:lnTo>
                    <a:pt x="33732" y="161"/>
                  </a:lnTo>
                  <a:lnTo>
                    <a:pt x="34133" y="261"/>
                  </a:lnTo>
                  <a:lnTo>
                    <a:pt x="34514" y="361"/>
                  </a:lnTo>
                  <a:lnTo>
                    <a:pt x="34895" y="502"/>
                  </a:lnTo>
                  <a:lnTo>
                    <a:pt x="35276" y="642"/>
                  </a:lnTo>
                  <a:lnTo>
                    <a:pt x="35637" y="802"/>
                  </a:lnTo>
                  <a:lnTo>
                    <a:pt x="35998" y="983"/>
                  </a:lnTo>
                  <a:lnTo>
                    <a:pt x="36339" y="1183"/>
                  </a:lnTo>
                  <a:lnTo>
                    <a:pt x="36680" y="1404"/>
                  </a:lnTo>
                  <a:lnTo>
                    <a:pt x="37001" y="1625"/>
                  </a:lnTo>
                  <a:lnTo>
                    <a:pt x="37302" y="1885"/>
                  </a:lnTo>
                  <a:lnTo>
                    <a:pt x="37603" y="2126"/>
                  </a:lnTo>
                  <a:lnTo>
                    <a:pt x="37904" y="2407"/>
                  </a:lnTo>
                  <a:lnTo>
                    <a:pt x="38164" y="2688"/>
                  </a:lnTo>
                  <a:lnTo>
                    <a:pt x="38425" y="2988"/>
                  </a:lnTo>
                  <a:lnTo>
                    <a:pt x="38666" y="3309"/>
                  </a:lnTo>
                  <a:lnTo>
                    <a:pt x="38906" y="3630"/>
                  </a:lnTo>
                  <a:lnTo>
                    <a:pt x="39107" y="3971"/>
                  </a:lnTo>
                  <a:lnTo>
                    <a:pt x="39307" y="4312"/>
                  </a:lnTo>
                  <a:lnTo>
                    <a:pt x="39488" y="4673"/>
                  </a:lnTo>
                  <a:lnTo>
                    <a:pt x="39668" y="5034"/>
                  </a:lnTo>
                  <a:lnTo>
                    <a:pt x="39809" y="5395"/>
                  </a:lnTo>
                  <a:lnTo>
                    <a:pt x="39929" y="5796"/>
                  </a:lnTo>
                  <a:lnTo>
                    <a:pt x="40049" y="6177"/>
                  </a:lnTo>
                  <a:lnTo>
                    <a:pt x="40150" y="6578"/>
                  </a:lnTo>
                  <a:lnTo>
                    <a:pt x="40210" y="6979"/>
                  </a:lnTo>
                  <a:lnTo>
                    <a:pt x="40270" y="7400"/>
                  </a:lnTo>
                  <a:lnTo>
                    <a:pt x="40290" y="7822"/>
                  </a:lnTo>
                  <a:lnTo>
                    <a:pt x="40310" y="824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2" name="Google Shape;6112;p26"/>
            <p:cNvSpPr/>
            <p:nvPr/>
          </p:nvSpPr>
          <p:spPr>
            <a:xfrm>
              <a:off x="10355725" y="3550588"/>
              <a:ext cx="37625" cy="108325"/>
            </a:xfrm>
            <a:custGeom>
              <a:avLst/>
              <a:gdLst/>
              <a:ahLst/>
              <a:cxnLst/>
              <a:rect l="l" t="t" r="r" b="b"/>
              <a:pathLst>
                <a:path w="1505" h="4333" extrusionOk="0">
                  <a:moveTo>
                    <a:pt x="742" y="1"/>
                  </a:moveTo>
                  <a:lnTo>
                    <a:pt x="602" y="21"/>
                  </a:lnTo>
                  <a:lnTo>
                    <a:pt x="462" y="61"/>
                  </a:lnTo>
                  <a:lnTo>
                    <a:pt x="341" y="141"/>
                  </a:lnTo>
                  <a:lnTo>
                    <a:pt x="221" y="222"/>
                  </a:lnTo>
                  <a:lnTo>
                    <a:pt x="141" y="342"/>
                  </a:lnTo>
                  <a:lnTo>
                    <a:pt x="60" y="462"/>
                  </a:lnTo>
                  <a:lnTo>
                    <a:pt x="2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20" y="3731"/>
                  </a:lnTo>
                  <a:lnTo>
                    <a:pt x="60" y="3872"/>
                  </a:lnTo>
                  <a:lnTo>
                    <a:pt x="141" y="3992"/>
                  </a:lnTo>
                  <a:lnTo>
                    <a:pt x="221" y="4112"/>
                  </a:lnTo>
                  <a:lnTo>
                    <a:pt x="341" y="4192"/>
                  </a:lnTo>
                  <a:lnTo>
                    <a:pt x="462" y="4273"/>
                  </a:lnTo>
                  <a:lnTo>
                    <a:pt x="602" y="4313"/>
                  </a:lnTo>
                  <a:lnTo>
                    <a:pt x="742" y="4333"/>
                  </a:lnTo>
                  <a:lnTo>
                    <a:pt x="903" y="4313"/>
                  </a:lnTo>
                  <a:lnTo>
                    <a:pt x="1043" y="4273"/>
                  </a:lnTo>
                  <a:lnTo>
                    <a:pt x="1163" y="4192"/>
                  </a:lnTo>
                  <a:lnTo>
                    <a:pt x="1284" y="4112"/>
                  </a:lnTo>
                  <a:lnTo>
                    <a:pt x="1364" y="3992"/>
                  </a:lnTo>
                  <a:lnTo>
                    <a:pt x="1444" y="3872"/>
                  </a:lnTo>
                  <a:lnTo>
                    <a:pt x="1484" y="3731"/>
                  </a:lnTo>
                  <a:lnTo>
                    <a:pt x="1504" y="3591"/>
                  </a:lnTo>
                  <a:lnTo>
                    <a:pt x="1504" y="763"/>
                  </a:lnTo>
                  <a:lnTo>
                    <a:pt x="1484" y="603"/>
                  </a:lnTo>
                  <a:lnTo>
                    <a:pt x="1444" y="462"/>
                  </a:lnTo>
                  <a:lnTo>
                    <a:pt x="1364" y="342"/>
                  </a:lnTo>
                  <a:lnTo>
                    <a:pt x="1284" y="222"/>
                  </a:lnTo>
                  <a:lnTo>
                    <a:pt x="1163" y="141"/>
                  </a:lnTo>
                  <a:lnTo>
                    <a:pt x="1043" y="61"/>
                  </a:lnTo>
                  <a:lnTo>
                    <a:pt x="903" y="21"/>
                  </a:lnTo>
                  <a:lnTo>
                    <a:pt x="74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3" name="Google Shape;6113;p26"/>
            <p:cNvSpPr/>
            <p:nvPr/>
          </p:nvSpPr>
          <p:spPr>
            <a:xfrm>
              <a:off x="10355725" y="3550588"/>
              <a:ext cx="37625" cy="108325"/>
            </a:xfrm>
            <a:custGeom>
              <a:avLst/>
              <a:gdLst/>
              <a:ahLst/>
              <a:cxnLst/>
              <a:rect l="l" t="t" r="r" b="b"/>
              <a:pathLst>
                <a:path w="1505" h="4333" fill="none" extrusionOk="0">
                  <a:moveTo>
                    <a:pt x="742" y="1"/>
                  </a:moveTo>
                  <a:lnTo>
                    <a:pt x="742" y="1"/>
                  </a:lnTo>
                  <a:lnTo>
                    <a:pt x="602" y="21"/>
                  </a:lnTo>
                  <a:lnTo>
                    <a:pt x="462" y="61"/>
                  </a:lnTo>
                  <a:lnTo>
                    <a:pt x="341" y="141"/>
                  </a:lnTo>
                  <a:lnTo>
                    <a:pt x="221" y="222"/>
                  </a:lnTo>
                  <a:lnTo>
                    <a:pt x="141" y="342"/>
                  </a:lnTo>
                  <a:lnTo>
                    <a:pt x="60" y="462"/>
                  </a:lnTo>
                  <a:lnTo>
                    <a:pt x="2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0" y="3591"/>
                  </a:lnTo>
                  <a:lnTo>
                    <a:pt x="20" y="3731"/>
                  </a:lnTo>
                  <a:lnTo>
                    <a:pt x="60" y="3872"/>
                  </a:lnTo>
                  <a:lnTo>
                    <a:pt x="141" y="3992"/>
                  </a:lnTo>
                  <a:lnTo>
                    <a:pt x="221" y="4112"/>
                  </a:lnTo>
                  <a:lnTo>
                    <a:pt x="341" y="4192"/>
                  </a:lnTo>
                  <a:lnTo>
                    <a:pt x="462" y="4273"/>
                  </a:lnTo>
                  <a:lnTo>
                    <a:pt x="602" y="4313"/>
                  </a:lnTo>
                  <a:lnTo>
                    <a:pt x="742" y="4333"/>
                  </a:lnTo>
                  <a:lnTo>
                    <a:pt x="742" y="4333"/>
                  </a:lnTo>
                  <a:lnTo>
                    <a:pt x="903" y="4313"/>
                  </a:lnTo>
                  <a:lnTo>
                    <a:pt x="1043" y="4273"/>
                  </a:lnTo>
                  <a:lnTo>
                    <a:pt x="1163" y="4192"/>
                  </a:lnTo>
                  <a:lnTo>
                    <a:pt x="1284" y="4112"/>
                  </a:lnTo>
                  <a:lnTo>
                    <a:pt x="1364" y="3992"/>
                  </a:lnTo>
                  <a:lnTo>
                    <a:pt x="1444" y="3872"/>
                  </a:lnTo>
                  <a:lnTo>
                    <a:pt x="1484" y="3731"/>
                  </a:lnTo>
                  <a:lnTo>
                    <a:pt x="1504" y="3591"/>
                  </a:lnTo>
                  <a:lnTo>
                    <a:pt x="1504" y="763"/>
                  </a:lnTo>
                  <a:lnTo>
                    <a:pt x="1504" y="763"/>
                  </a:lnTo>
                  <a:lnTo>
                    <a:pt x="1484" y="603"/>
                  </a:lnTo>
                  <a:lnTo>
                    <a:pt x="1444" y="462"/>
                  </a:lnTo>
                  <a:lnTo>
                    <a:pt x="1364" y="342"/>
                  </a:lnTo>
                  <a:lnTo>
                    <a:pt x="1284" y="222"/>
                  </a:lnTo>
                  <a:lnTo>
                    <a:pt x="1163" y="141"/>
                  </a:lnTo>
                  <a:lnTo>
                    <a:pt x="1043" y="61"/>
                  </a:lnTo>
                  <a:lnTo>
                    <a:pt x="903" y="21"/>
                  </a:lnTo>
                  <a:lnTo>
                    <a:pt x="74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4" name="Google Shape;6114;p26"/>
            <p:cNvSpPr/>
            <p:nvPr/>
          </p:nvSpPr>
          <p:spPr>
            <a:xfrm>
              <a:off x="10431925" y="3550588"/>
              <a:ext cx="37625" cy="108325"/>
            </a:xfrm>
            <a:custGeom>
              <a:avLst/>
              <a:gdLst/>
              <a:ahLst/>
              <a:cxnLst/>
              <a:rect l="l" t="t" r="r" b="b"/>
              <a:pathLst>
                <a:path w="1505" h="4333" extrusionOk="0">
                  <a:moveTo>
                    <a:pt x="763" y="1"/>
                  </a:moveTo>
                  <a:lnTo>
                    <a:pt x="602" y="21"/>
                  </a:lnTo>
                  <a:lnTo>
                    <a:pt x="462" y="61"/>
                  </a:lnTo>
                  <a:lnTo>
                    <a:pt x="341" y="141"/>
                  </a:lnTo>
                  <a:lnTo>
                    <a:pt x="221" y="222"/>
                  </a:lnTo>
                  <a:lnTo>
                    <a:pt x="141" y="342"/>
                  </a:lnTo>
                  <a:lnTo>
                    <a:pt x="61" y="462"/>
                  </a:lnTo>
                  <a:lnTo>
                    <a:pt x="21" y="603"/>
                  </a:lnTo>
                  <a:lnTo>
                    <a:pt x="1" y="763"/>
                  </a:lnTo>
                  <a:lnTo>
                    <a:pt x="1" y="3591"/>
                  </a:lnTo>
                  <a:lnTo>
                    <a:pt x="21" y="3731"/>
                  </a:lnTo>
                  <a:lnTo>
                    <a:pt x="61" y="3872"/>
                  </a:lnTo>
                  <a:lnTo>
                    <a:pt x="141" y="3992"/>
                  </a:lnTo>
                  <a:lnTo>
                    <a:pt x="221" y="4112"/>
                  </a:lnTo>
                  <a:lnTo>
                    <a:pt x="341" y="4192"/>
                  </a:lnTo>
                  <a:lnTo>
                    <a:pt x="462" y="4273"/>
                  </a:lnTo>
                  <a:lnTo>
                    <a:pt x="602" y="4313"/>
                  </a:lnTo>
                  <a:lnTo>
                    <a:pt x="763" y="4333"/>
                  </a:lnTo>
                  <a:lnTo>
                    <a:pt x="903" y="4313"/>
                  </a:lnTo>
                  <a:lnTo>
                    <a:pt x="1043" y="4273"/>
                  </a:lnTo>
                  <a:lnTo>
                    <a:pt x="1164" y="4192"/>
                  </a:lnTo>
                  <a:lnTo>
                    <a:pt x="1284" y="4112"/>
                  </a:lnTo>
                  <a:lnTo>
                    <a:pt x="1364" y="3992"/>
                  </a:lnTo>
                  <a:lnTo>
                    <a:pt x="1444" y="3872"/>
                  </a:lnTo>
                  <a:lnTo>
                    <a:pt x="1485" y="3731"/>
                  </a:lnTo>
                  <a:lnTo>
                    <a:pt x="1505" y="3591"/>
                  </a:lnTo>
                  <a:lnTo>
                    <a:pt x="1505" y="763"/>
                  </a:lnTo>
                  <a:lnTo>
                    <a:pt x="1485" y="603"/>
                  </a:lnTo>
                  <a:lnTo>
                    <a:pt x="1444" y="462"/>
                  </a:lnTo>
                  <a:lnTo>
                    <a:pt x="1364" y="342"/>
                  </a:lnTo>
                  <a:lnTo>
                    <a:pt x="1284" y="222"/>
                  </a:lnTo>
                  <a:lnTo>
                    <a:pt x="1164" y="141"/>
                  </a:lnTo>
                  <a:lnTo>
                    <a:pt x="1043" y="61"/>
                  </a:lnTo>
                  <a:lnTo>
                    <a:pt x="903" y="21"/>
                  </a:lnTo>
                  <a:lnTo>
                    <a:pt x="763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5" name="Google Shape;6115;p26"/>
            <p:cNvSpPr/>
            <p:nvPr/>
          </p:nvSpPr>
          <p:spPr>
            <a:xfrm>
              <a:off x="10431925" y="3550588"/>
              <a:ext cx="37625" cy="108325"/>
            </a:xfrm>
            <a:custGeom>
              <a:avLst/>
              <a:gdLst/>
              <a:ahLst/>
              <a:cxnLst/>
              <a:rect l="l" t="t" r="r" b="b"/>
              <a:pathLst>
                <a:path w="1505" h="4333" fill="none" extrusionOk="0">
                  <a:moveTo>
                    <a:pt x="763" y="1"/>
                  </a:moveTo>
                  <a:lnTo>
                    <a:pt x="763" y="1"/>
                  </a:lnTo>
                  <a:lnTo>
                    <a:pt x="602" y="21"/>
                  </a:lnTo>
                  <a:lnTo>
                    <a:pt x="462" y="61"/>
                  </a:lnTo>
                  <a:lnTo>
                    <a:pt x="341" y="141"/>
                  </a:lnTo>
                  <a:lnTo>
                    <a:pt x="221" y="222"/>
                  </a:lnTo>
                  <a:lnTo>
                    <a:pt x="141" y="342"/>
                  </a:lnTo>
                  <a:lnTo>
                    <a:pt x="61" y="462"/>
                  </a:lnTo>
                  <a:lnTo>
                    <a:pt x="21" y="603"/>
                  </a:lnTo>
                  <a:lnTo>
                    <a:pt x="1" y="763"/>
                  </a:lnTo>
                  <a:lnTo>
                    <a:pt x="1" y="3591"/>
                  </a:lnTo>
                  <a:lnTo>
                    <a:pt x="1" y="3591"/>
                  </a:lnTo>
                  <a:lnTo>
                    <a:pt x="21" y="3731"/>
                  </a:lnTo>
                  <a:lnTo>
                    <a:pt x="61" y="3872"/>
                  </a:lnTo>
                  <a:lnTo>
                    <a:pt x="141" y="3992"/>
                  </a:lnTo>
                  <a:lnTo>
                    <a:pt x="221" y="4112"/>
                  </a:lnTo>
                  <a:lnTo>
                    <a:pt x="341" y="4192"/>
                  </a:lnTo>
                  <a:lnTo>
                    <a:pt x="462" y="4273"/>
                  </a:lnTo>
                  <a:lnTo>
                    <a:pt x="602" y="4313"/>
                  </a:lnTo>
                  <a:lnTo>
                    <a:pt x="763" y="4333"/>
                  </a:lnTo>
                  <a:lnTo>
                    <a:pt x="763" y="4333"/>
                  </a:lnTo>
                  <a:lnTo>
                    <a:pt x="903" y="4313"/>
                  </a:lnTo>
                  <a:lnTo>
                    <a:pt x="1043" y="4273"/>
                  </a:lnTo>
                  <a:lnTo>
                    <a:pt x="1164" y="4192"/>
                  </a:lnTo>
                  <a:lnTo>
                    <a:pt x="1284" y="4112"/>
                  </a:lnTo>
                  <a:lnTo>
                    <a:pt x="1364" y="3992"/>
                  </a:lnTo>
                  <a:lnTo>
                    <a:pt x="1444" y="3872"/>
                  </a:lnTo>
                  <a:lnTo>
                    <a:pt x="1485" y="3731"/>
                  </a:lnTo>
                  <a:lnTo>
                    <a:pt x="1505" y="3591"/>
                  </a:lnTo>
                  <a:lnTo>
                    <a:pt x="1505" y="763"/>
                  </a:lnTo>
                  <a:lnTo>
                    <a:pt x="1505" y="763"/>
                  </a:lnTo>
                  <a:lnTo>
                    <a:pt x="1485" y="603"/>
                  </a:lnTo>
                  <a:lnTo>
                    <a:pt x="1444" y="462"/>
                  </a:lnTo>
                  <a:lnTo>
                    <a:pt x="1364" y="342"/>
                  </a:lnTo>
                  <a:lnTo>
                    <a:pt x="1284" y="222"/>
                  </a:lnTo>
                  <a:lnTo>
                    <a:pt x="1164" y="141"/>
                  </a:lnTo>
                  <a:lnTo>
                    <a:pt x="1043" y="61"/>
                  </a:lnTo>
                  <a:lnTo>
                    <a:pt x="903" y="21"/>
                  </a:lnTo>
                  <a:lnTo>
                    <a:pt x="763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6" name="Google Shape;6116;p26"/>
            <p:cNvSpPr/>
            <p:nvPr/>
          </p:nvSpPr>
          <p:spPr>
            <a:xfrm>
              <a:off x="10508625" y="3550588"/>
              <a:ext cx="37125" cy="108325"/>
            </a:xfrm>
            <a:custGeom>
              <a:avLst/>
              <a:gdLst/>
              <a:ahLst/>
              <a:cxnLst/>
              <a:rect l="l" t="t" r="r" b="b"/>
              <a:pathLst>
                <a:path w="1485" h="4333" extrusionOk="0">
                  <a:moveTo>
                    <a:pt x="743" y="1"/>
                  </a:moveTo>
                  <a:lnTo>
                    <a:pt x="582" y="21"/>
                  </a:lnTo>
                  <a:lnTo>
                    <a:pt x="442" y="61"/>
                  </a:lnTo>
                  <a:lnTo>
                    <a:pt x="322" y="141"/>
                  </a:lnTo>
                  <a:lnTo>
                    <a:pt x="221" y="222"/>
                  </a:lnTo>
                  <a:lnTo>
                    <a:pt x="121" y="342"/>
                  </a:lnTo>
                  <a:lnTo>
                    <a:pt x="61" y="462"/>
                  </a:lnTo>
                  <a:lnTo>
                    <a:pt x="1" y="603"/>
                  </a:lnTo>
                  <a:lnTo>
                    <a:pt x="1" y="763"/>
                  </a:lnTo>
                  <a:lnTo>
                    <a:pt x="1" y="3591"/>
                  </a:lnTo>
                  <a:lnTo>
                    <a:pt x="1" y="3731"/>
                  </a:lnTo>
                  <a:lnTo>
                    <a:pt x="61" y="3872"/>
                  </a:lnTo>
                  <a:lnTo>
                    <a:pt x="121" y="3992"/>
                  </a:lnTo>
                  <a:lnTo>
                    <a:pt x="221" y="4112"/>
                  </a:lnTo>
                  <a:lnTo>
                    <a:pt x="322" y="4192"/>
                  </a:lnTo>
                  <a:lnTo>
                    <a:pt x="442" y="4273"/>
                  </a:lnTo>
                  <a:lnTo>
                    <a:pt x="582" y="4313"/>
                  </a:lnTo>
                  <a:lnTo>
                    <a:pt x="743" y="4333"/>
                  </a:lnTo>
                  <a:lnTo>
                    <a:pt x="883" y="4313"/>
                  </a:lnTo>
                  <a:lnTo>
                    <a:pt x="1024" y="4273"/>
                  </a:lnTo>
                  <a:lnTo>
                    <a:pt x="1164" y="4192"/>
                  </a:lnTo>
                  <a:lnTo>
                    <a:pt x="1264" y="4112"/>
                  </a:lnTo>
                  <a:lnTo>
                    <a:pt x="1365" y="3992"/>
                  </a:lnTo>
                  <a:lnTo>
                    <a:pt x="1425" y="3872"/>
                  </a:lnTo>
                  <a:lnTo>
                    <a:pt x="1465" y="3731"/>
                  </a:lnTo>
                  <a:lnTo>
                    <a:pt x="1485" y="3591"/>
                  </a:lnTo>
                  <a:lnTo>
                    <a:pt x="1485" y="763"/>
                  </a:lnTo>
                  <a:lnTo>
                    <a:pt x="1465" y="603"/>
                  </a:lnTo>
                  <a:lnTo>
                    <a:pt x="1425" y="462"/>
                  </a:lnTo>
                  <a:lnTo>
                    <a:pt x="1365" y="342"/>
                  </a:lnTo>
                  <a:lnTo>
                    <a:pt x="1264" y="222"/>
                  </a:lnTo>
                  <a:lnTo>
                    <a:pt x="1164" y="141"/>
                  </a:lnTo>
                  <a:lnTo>
                    <a:pt x="1024" y="61"/>
                  </a:lnTo>
                  <a:lnTo>
                    <a:pt x="883" y="21"/>
                  </a:lnTo>
                  <a:lnTo>
                    <a:pt x="743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7" name="Google Shape;6117;p26"/>
            <p:cNvSpPr/>
            <p:nvPr/>
          </p:nvSpPr>
          <p:spPr>
            <a:xfrm>
              <a:off x="10508625" y="3550588"/>
              <a:ext cx="37125" cy="108325"/>
            </a:xfrm>
            <a:custGeom>
              <a:avLst/>
              <a:gdLst/>
              <a:ahLst/>
              <a:cxnLst/>
              <a:rect l="l" t="t" r="r" b="b"/>
              <a:pathLst>
                <a:path w="1485" h="4333" fill="none" extrusionOk="0">
                  <a:moveTo>
                    <a:pt x="743" y="1"/>
                  </a:moveTo>
                  <a:lnTo>
                    <a:pt x="743" y="1"/>
                  </a:lnTo>
                  <a:lnTo>
                    <a:pt x="582" y="21"/>
                  </a:lnTo>
                  <a:lnTo>
                    <a:pt x="442" y="61"/>
                  </a:lnTo>
                  <a:lnTo>
                    <a:pt x="322" y="141"/>
                  </a:lnTo>
                  <a:lnTo>
                    <a:pt x="221" y="222"/>
                  </a:lnTo>
                  <a:lnTo>
                    <a:pt x="121" y="342"/>
                  </a:lnTo>
                  <a:lnTo>
                    <a:pt x="61" y="462"/>
                  </a:lnTo>
                  <a:lnTo>
                    <a:pt x="1" y="603"/>
                  </a:lnTo>
                  <a:lnTo>
                    <a:pt x="1" y="763"/>
                  </a:lnTo>
                  <a:lnTo>
                    <a:pt x="1" y="3591"/>
                  </a:lnTo>
                  <a:lnTo>
                    <a:pt x="1" y="3591"/>
                  </a:lnTo>
                  <a:lnTo>
                    <a:pt x="1" y="3731"/>
                  </a:lnTo>
                  <a:lnTo>
                    <a:pt x="61" y="3872"/>
                  </a:lnTo>
                  <a:lnTo>
                    <a:pt x="121" y="3992"/>
                  </a:lnTo>
                  <a:lnTo>
                    <a:pt x="221" y="4112"/>
                  </a:lnTo>
                  <a:lnTo>
                    <a:pt x="322" y="4192"/>
                  </a:lnTo>
                  <a:lnTo>
                    <a:pt x="442" y="4273"/>
                  </a:lnTo>
                  <a:lnTo>
                    <a:pt x="582" y="4313"/>
                  </a:lnTo>
                  <a:lnTo>
                    <a:pt x="743" y="4333"/>
                  </a:lnTo>
                  <a:lnTo>
                    <a:pt x="743" y="4333"/>
                  </a:lnTo>
                  <a:lnTo>
                    <a:pt x="883" y="4313"/>
                  </a:lnTo>
                  <a:lnTo>
                    <a:pt x="1024" y="4273"/>
                  </a:lnTo>
                  <a:lnTo>
                    <a:pt x="1164" y="4192"/>
                  </a:lnTo>
                  <a:lnTo>
                    <a:pt x="1264" y="4112"/>
                  </a:lnTo>
                  <a:lnTo>
                    <a:pt x="1365" y="3992"/>
                  </a:lnTo>
                  <a:lnTo>
                    <a:pt x="1425" y="3872"/>
                  </a:lnTo>
                  <a:lnTo>
                    <a:pt x="1465" y="3731"/>
                  </a:lnTo>
                  <a:lnTo>
                    <a:pt x="1485" y="3591"/>
                  </a:lnTo>
                  <a:lnTo>
                    <a:pt x="1485" y="763"/>
                  </a:lnTo>
                  <a:lnTo>
                    <a:pt x="1485" y="763"/>
                  </a:lnTo>
                  <a:lnTo>
                    <a:pt x="1465" y="603"/>
                  </a:lnTo>
                  <a:lnTo>
                    <a:pt x="1425" y="462"/>
                  </a:lnTo>
                  <a:lnTo>
                    <a:pt x="1365" y="342"/>
                  </a:lnTo>
                  <a:lnTo>
                    <a:pt x="1264" y="222"/>
                  </a:lnTo>
                  <a:lnTo>
                    <a:pt x="1164" y="141"/>
                  </a:lnTo>
                  <a:lnTo>
                    <a:pt x="1024" y="61"/>
                  </a:lnTo>
                  <a:lnTo>
                    <a:pt x="883" y="21"/>
                  </a:lnTo>
                  <a:lnTo>
                    <a:pt x="743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8" name="Google Shape;6118;p26"/>
            <p:cNvSpPr/>
            <p:nvPr/>
          </p:nvSpPr>
          <p:spPr>
            <a:xfrm>
              <a:off x="10584850" y="3550588"/>
              <a:ext cx="37125" cy="108325"/>
            </a:xfrm>
            <a:custGeom>
              <a:avLst/>
              <a:gdLst/>
              <a:ahLst/>
              <a:cxnLst/>
              <a:rect l="l" t="t" r="r" b="b"/>
              <a:pathLst>
                <a:path w="1485" h="4333" extrusionOk="0">
                  <a:moveTo>
                    <a:pt x="742" y="1"/>
                  </a:moveTo>
                  <a:lnTo>
                    <a:pt x="602" y="21"/>
                  </a:lnTo>
                  <a:lnTo>
                    <a:pt x="461" y="61"/>
                  </a:lnTo>
                  <a:lnTo>
                    <a:pt x="321" y="141"/>
                  </a:lnTo>
                  <a:lnTo>
                    <a:pt x="221" y="222"/>
                  </a:lnTo>
                  <a:lnTo>
                    <a:pt x="120" y="342"/>
                  </a:lnTo>
                  <a:lnTo>
                    <a:pt x="60" y="462"/>
                  </a:lnTo>
                  <a:lnTo>
                    <a:pt x="2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20" y="3731"/>
                  </a:lnTo>
                  <a:lnTo>
                    <a:pt x="60" y="3872"/>
                  </a:lnTo>
                  <a:lnTo>
                    <a:pt x="120" y="3992"/>
                  </a:lnTo>
                  <a:lnTo>
                    <a:pt x="221" y="4112"/>
                  </a:lnTo>
                  <a:lnTo>
                    <a:pt x="321" y="4192"/>
                  </a:lnTo>
                  <a:lnTo>
                    <a:pt x="461" y="4273"/>
                  </a:lnTo>
                  <a:lnTo>
                    <a:pt x="602" y="4313"/>
                  </a:lnTo>
                  <a:lnTo>
                    <a:pt x="742" y="4333"/>
                  </a:lnTo>
                  <a:lnTo>
                    <a:pt x="883" y="4313"/>
                  </a:lnTo>
                  <a:lnTo>
                    <a:pt x="1023" y="4273"/>
                  </a:lnTo>
                  <a:lnTo>
                    <a:pt x="1163" y="4192"/>
                  </a:lnTo>
                  <a:lnTo>
                    <a:pt x="1264" y="4112"/>
                  </a:lnTo>
                  <a:lnTo>
                    <a:pt x="1364" y="3992"/>
                  </a:lnTo>
                  <a:lnTo>
                    <a:pt x="1424" y="3872"/>
                  </a:lnTo>
                  <a:lnTo>
                    <a:pt x="1464" y="3731"/>
                  </a:lnTo>
                  <a:lnTo>
                    <a:pt x="1484" y="3591"/>
                  </a:lnTo>
                  <a:lnTo>
                    <a:pt x="1484" y="763"/>
                  </a:lnTo>
                  <a:lnTo>
                    <a:pt x="1464" y="603"/>
                  </a:lnTo>
                  <a:lnTo>
                    <a:pt x="1424" y="462"/>
                  </a:lnTo>
                  <a:lnTo>
                    <a:pt x="1364" y="342"/>
                  </a:lnTo>
                  <a:lnTo>
                    <a:pt x="1264" y="222"/>
                  </a:lnTo>
                  <a:lnTo>
                    <a:pt x="1163" y="141"/>
                  </a:lnTo>
                  <a:lnTo>
                    <a:pt x="1023" y="61"/>
                  </a:lnTo>
                  <a:lnTo>
                    <a:pt x="883" y="21"/>
                  </a:lnTo>
                  <a:lnTo>
                    <a:pt x="74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9" name="Google Shape;6119;p26"/>
            <p:cNvSpPr/>
            <p:nvPr/>
          </p:nvSpPr>
          <p:spPr>
            <a:xfrm>
              <a:off x="10584850" y="3550588"/>
              <a:ext cx="37125" cy="108325"/>
            </a:xfrm>
            <a:custGeom>
              <a:avLst/>
              <a:gdLst/>
              <a:ahLst/>
              <a:cxnLst/>
              <a:rect l="l" t="t" r="r" b="b"/>
              <a:pathLst>
                <a:path w="1485" h="4333" fill="none" extrusionOk="0">
                  <a:moveTo>
                    <a:pt x="742" y="1"/>
                  </a:moveTo>
                  <a:lnTo>
                    <a:pt x="742" y="1"/>
                  </a:lnTo>
                  <a:lnTo>
                    <a:pt x="602" y="21"/>
                  </a:lnTo>
                  <a:lnTo>
                    <a:pt x="461" y="61"/>
                  </a:lnTo>
                  <a:lnTo>
                    <a:pt x="321" y="141"/>
                  </a:lnTo>
                  <a:lnTo>
                    <a:pt x="221" y="222"/>
                  </a:lnTo>
                  <a:lnTo>
                    <a:pt x="120" y="342"/>
                  </a:lnTo>
                  <a:lnTo>
                    <a:pt x="60" y="462"/>
                  </a:lnTo>
                  <a:lnTo>
                    <a:pt x="2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0" y="3591"/>
                  </a:lnTo>
                  <a:lnTo>
                    <a:pt x="20" y="3731"/>
                  </a:lnTo>
                  <a:lnTo>
                    <a:pt x="60" y="3872"/>
                  </a:lnTo>
                  <a:lnTo>
                    <a:pt x="120" y="3992"/>
                  </a:lnTo>
                  <a:lnTo>
                    <a:pt x="221" y="4112"/>
                  </a:lnTo>
                  <a:lnTo>
                    <a:pt x="321" y="4192"/>
                  </a:lnTo>
                  <a:lnTo>
                    <a:pt x="461" y="4273"/>
                  </a:lnTo>
                  <a:lnTo>
                    <a:pt x="602" y="4313"/>
                  </a:lnTo>
                  <a:lnTo>
                    <a:pt x="742" y="4333"/>
                  </a:lnTo>
                  <a:lnTo>
                    <a:pt x="742" y="4333"/>
                  </a:lnTo>
                  <a:lnTo>
                    <a:pt x="883" y="4313"/>
                  </a:lnTo>
                  <a:lnTo>
                    <a:pt x="1023" y="4273"/>
                  </a:lnTo>
                  <a:lnTo>
                    <a:pt x="1163" y="4192"/>
                  </a:lnTo>
                  <a:lnTo>
                    <a:pt x="1264" y="4112"/>
                  </a:lnTo>
                  <a:lnTo>
                    <a:pt x="1364" y="3992"/>
                  </a:lnTo>
                  <a:lnTo>
                    <a:pt x="1424" y="3872"/>
                  </a:lnTo>
                  <a:lnTo>
                    <a:pt x="1464" y="3731"/>
                  </a:lnTo>
                  <a:lnTo>
                    <a:pt x="1484" y="3591"/>
                  </a:lnTo>
                  <a:lnTo>
                    <a:pt x="1484" y="763"/>
                  </a:lnTo>
                  <a:lnTo>
                    <a:pt x="1484" y="763"/>
                  </a:lnTo>
                  <a:lnTo>
                    <a:pt x="1464" y="603"/>
                  </a:lnTo>
                  <a:lnTo>
                    <a:pt x="1424" y="462"/>
                  </a:lnTo>
                  <a:lnTo>
                    <a:pt x="1364" y="342"/>
                  </a:lnTo>
                  <a:lnTo>
                    <a:pt x="1264" y="222"/>
                  </a:lnTo>
                  <a:lnTo>
                    <a:pt x="1163" y="141"/>
                  </a:lnTo>
                  <a:lnTo>
                    <a:pt x="1023" y="61"/>
                  </a:lnTo>
                  <a:lnTo>
                    <a:pt x="883" y="21"/>
                  </a:lnTo>
                  <a:lnTo>
                    <a:pt x="74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0" name="Google Shape;6120;p26"/>
            <p:cNvSpPr/>
            <p:nvPr/>
          </p:nvSpPr>
          <p:spPr>
            <a:xfrm>
              <a:off x="10661050" y="3550588"/>
              <a:ext cx="37125" cy="108325"/>
            </a:xfrm>
            <a:custGeom>
              <a:avLst/>
              <a:gdLst/>
              <a:ahLst/>
              <a:cxnLst/>
              <a:rect l="l" t="t" r="r" b="b"/>
              <a:pathLst>
                <a:path w="1485" h="4333" extrusionOk="0">
                  <a:moveTo>
                    <a:pt x="742" y="1"/>
                  </a:moveTo>
                  <a:lnTo>
                    <a:pt x="602" y="21"/>
                  </a:lnTo>
                  <a:lnTo>
                    <a:pt x="462" y="61"/>
                  </a:lnTo>
                  <a:lnTo>
                    <a:pt x="321" y="141"/>
                  </a:lnTo>
                  <a:lnTo>
                    <a:pt x="221" y="222"/>
                  </a:lnTo>
                  <a:lnTo>
                    <a:pt x="121" y="342"/>
                  </a:lnTo>
                  <a:lnTo>
                    <a:pt x="61" y="462"/>
                  </a:lnTo>
                  <a:lnTo>
                    <a:pt x="2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20" y="3731"/>
                  </a:lnTo>
                  <a:lnTo>
                    <a:pt x="61" y="3872"/>
                  </a:lnTo>
                  <a:lnTo>
                    <a:pt x="121" y="3992"/>
                  </a:lnTo>
                  <a:lnTo>
                    <a:pt x="221" y="4112"/>
                  </a:lnTo>
                  <a:lnTo>
                    <a:pt x="321" y="4192"/>
                  </a:lnTo>
                  <a:lnTo>
                    <a:pt x="462" y="4273"/>
                  </a:lnTo>
                  <a:lnTo>
                    <a:pt x="602" y="4313"/>
                  </a:lnTo>
                  <a:lnTo>
                    <a:pt x="742" y="4333"/>
                  </a:lnTo>
                  <a:lnTo>
                    <a:pt x="903" y="4313"/>
                  </a:lnTo>
                  <a:lnTo>
                    <a:pt x="1043" y="4273"/>
                  </a:lnTo>
                  <a:lnTo>
                    <a:pt x="1164" y="4192"/>
                  </a:lnTo>
                  <a:lnTo>
                    <a:pt x="1264" y="4112"/>
                  </a:lnTo>
                  <a:lnTo>
                    <a:pt x="1364" y="3992"/>
                  </a:lnTo>
                  <a:lnTo>
                    <a:pt x="1424" y="3872"/>
                  </a:lnTo>
                  <a:lnTo>
                    <a:pt x="1484" y="3731"/>
                  </a:lnTo>
                  <a:lnTo>
                    <a:pt x="1484" y="3591"/>
                  </a:lnTo>
                  <a:lnTo>
                    <a:pt x="1484" y="763"/>
                  </a:lnTo>
                  <a:lnTo>
                    <a:pt x="1484" y="603"/>
                  </a:lnTo>
                  <a:lnTo>
                    <a:pt x="1424" y="462"/>
                  </a:lnTo>
                  <a:lnTo>
                    <a:pt x="1364" y="342"/>
                  </a:lnTo>
                  <a:lnTo>
                    <a:pt x="1264" y="222"/>
                  </a:lnTo>
                  <a:lnTo>
                    <a:pt x="1164" y="141"/>
                  </a:lnTo>
                  <a:lnTo>
                    <a:pt x="1043" y="61"/>
                  </a:lnTo>
                  <a:lnTo>
                    <a:pt x="903" y="21"/>
                  </a:lnTo>
                  <a:lnTo>
                    <a:pt x="74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1" name="Google Shape;6121;p26"/>
            <p:cNvSpPr/>
            <p:nvPr/>
          </p:nvSpPr>
          <p:spPr>
            <a:xfrm>
              <a:off x="10661050" y="3550588"/>
              <a:ext cx="37125" cy="108325"/>
            </a:xfrm>
            <a:custGeom>
              <a:avLst/>
              <a:gdLst/>
              <a:ahLst/>
              <a:cxnLst/>
              <a:rect l="l" t="t" r="r" b="b"/>
              <a:pathLst>
                <a:path w="1485" h="4333" fill="none" extrusionOk="0">
                  <a:moveTo>
                    <a:pt x="742" y="1"/>
                  </a:moveTo>
                  <a:lnTo>
                    <a:pt x="742" y="1"/>
                  </a:lnTo>
                  <a:lnTo>
                    <a:pt x="602" y="21"/>
                  </a:lnTo>
                  <a:lnTo>
                    <a:pt x="462" y="61"/>
                  </a:lnTo>
                  <a:lnTo>
                    <a:pt x="321" y="141"/>
                  </a:lnTo>
                  <a:lnTo>
                    <a:pt x="221" y="222"/>
                  </a:lnTo>
                  <a:lnTo>
                    <a:pt x="121" y="342"/>
                  </a:lnTo>
                  <a:lnTo>
                    <a:pt x="61" y="462"/>
                  </a:lnTo>
                  <a:lnTo>
                    <a:pt x="2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0" y="3591"/>
                  </a:lnTo>
                  <a:lnTo>
                    <a:pt x="20" y="3731"/>
                  </a:lnTo>
                  <a:lnTo>
                    <a:pt x="61" y="3872"/>
                  </a:lnTo>
                  <a:lnTo>
                    <a:pt x="121" y="3992"/>
                  </a:lnTo>
                  <a:lnTo>
                    <a:pt x="221" y="4112"/>
                  </a:lnTo>
                  <a:lnTo>
                    <a:pt x="321" y="4192"/>
                  </a:lnTo>
                  <a:lnTo>
                    <a:pt x="462" y="4273"/>
                  </a:lnTo>
                  <a:lnTo>
                    <a:pt x="602" y="4313"/>
                  </a:lnTo>
                  <a:lnTo>
                    <a:pt x="742" y="4333"/>
                  </a:lnTo>
                  <a:lnTo>
                    <a:pt x="742" y="4333"/>
                  </a:lnTo>
                  <a:lnTo>
                    <a:pt x="903" y="4313"/>
                  </a:lnTo>
                  <a:lnTo>
                    <a:pt x="1043" y="4273"/>
                  </a:lnTo>
                  <a:lnTo>
                    <a:pt x="1164" y="4192"/>
                  </a:lnTo>
                  <a:lnTo>
                    <a:pt x="1264" y="4112"/>
                  </a:lnTo>
                  <a:lnTo>
                    <a:pt x="1364" y="3992"/>
                  </a:lnTo>
                  <a:lnTo>
                    <a:pt x="1424" y="3872"/>
                  </a:lnTo>
                  <a:lnTo>
                    <a:pt x="1484" y="3731"/>
                  </a:lnTo>
                  <a:lnTo>
                    <a:pt x="1484" y="3591"/>
                  </a:lnTo>
                  <a:lnTo>
                    <a:pt x="1484" y="763"/>
                  </a:lnTo>
                  <a:lnTo>
                    <a:pt x="1484" y="763"/>
                  </a:lnTo>
                  <a:lnTo>
                    <a:pt x="1484" y="603"/>
                  </a:lnTo>
                  <a:lnTo>
                    <a:pt x="1424" y="462"/>
                  </a:lnTo>
                  <a:lnTo>
                    <a:pt x="1364" y="342"/>
                  </a:lnTo>
                  <a:lnTo>
                    <a:pt x="1264" y="222"/>
                  </a:lnTo>
                  <a:lnTo>
                    <a:pt x="1164" y="141"/>
                  </a:lnTo>
                  <a:lnTo>
                    <a:pt x="1043" y="61"/>
                  </a:lnTo>
                  <a:lnTo>
                    <a:pt x="903" y="21"/>
                  </a:lnTo>
                  <a:lnTo>
                    <a:pt x="74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2" name="Google Shape;6122;p26"/>
            <p:cNvSpPr/>
            <p:nvPr/>
          </p:nvSpPr>
          <p:spPr>
            <a:xfrm>
              <a:off x="10737250" y="3550588"/>
              <a:ext cx="37625" cy="108325"/>
            </a:xfrm>
            <a:custGeom>
              <a:avLst/>
              <a:gdLst/>
              <a:ahLst/>
              <a:cxnLst/>
              <a:rect l="l" t="t" r="r" b="b"/>
              <a:pathLst>
                <a:path w="1505" h="4333" extrusionOk="0">
                  <a:moveTo>
                    <a:pt x="743" y="1"/>
                  </a:moveTo>
                  <a:lnTo>
                    <a:pt x="602" y="21"/>
                  </a:lnTo>
                  <a:lnTo>
                    <a:pt x="462" y="61"/>
                  </a:lnTo>
                  <a:lnTo>
                    <a:pt x="342" y="141"/>
                  </a:lnTo>
                  <a:lnTo>
                    <a:pt x="221" y="222"/>
                  </a:lnTo>
                  <a:lnTo>
                    <a:pt x="141" y="342"/>
                  </a:lnTo>
                  <a:lnTo>
                    <a:pt x="61" y="462"/>
                  </a:lnTo>
                  <a:lnTo>
                    <a:pt x="21" y="603"/>
                  </a:lnTo>
                  <a:lnTo>
                    <a:pt x="1" y="763"/>
                  </a:lnTo>
                  <a:lnTo>
                    <a:pt x="1" y="3591"/>
                  </a:lnTo>
                  <a:lnTo>
                    <a:pt x="21" y="3731"/>
                  </a:lnTo>
                  <a:lnTo>
                    <a:pt x="61" y="3872"/>
                  </a:lnTo>
                  <a:lnTo>
                    <a:pt x="141" y="3992"/>
                  </a:lnTo>
                  <a:lnTo>
                    <a:pt x="221" y="4112"/>
                  </a:lnTo>
                  <a:lnTo>
                    <a:pt x="342" y="4192"/>
                  </a:lnTo>
                  <a:lnTo>
                    <a:pt x="462" y="4273"/>
                  </a:lnTo>
                  <a:lnTo>
                    <a:pt x="602" y="4313"/>
                  </a:lnTo>
                  <a:lnTo>
                    <a:pt x="743" y="4333"/>
                  </a:lnTo>
                  <a:lnTo>
                    <a:pt x="903" y="4313"/>
                  </a:lnTo>
                  <a:lnTo>
                    <a:pt x="1044" y="4273"/>
                  </a:lnTo>
                  <a:lnTo>
                    <a:pt x="1164" y="4192"/>
                  </a:lnTo>
                  <a:lnTo>
                    <a:pt x="1284" y="4112"/>
                  </a:lnTo>
                  <a:lnTo>
                    <a:pt x="1364" y="3992"/>
                  </a:lnTo>
                  <a:lnTo>
                    <a:pt x="1445" y="3872"/>
                  </a:lnTo>
                  <a:lnTo>
                    <a:pt x="1485" y="3731"/>
                  </a:lnTo>
                  <a:lnTo>
                    <a:pt x="1505" y="3591"/>
                  </a:lnTo>
                  <a:lnTo>
                    <a:pt x="1505" y="763"/>
                  </a:lnTo>
                  <a:lnTo>
                    <a:pt x="1485" y="603"/>
                  </a:lnTo>
                  <a:lnTo>
                    <a:pt x="1445" y="462"/>
                  </a:lnTo>
                  <a:lnTo>
                    <a:pt x="1364" y="342"/>
                  </a:lnTo>
                  <a:lnTo>
                    <a:pt x="1284" y="222"/>
                  </a:lnTo>
                  <a:lnTo>
                    <a:pt x="1164" y="141"/>
                  </a:lnTo>
                  <a:lnTo>
                    <a:pt x="1044" y="61"/>
                  </a:lnTo>
                  <a:lnTo>
                    <a:pt x="903" y="21"/>
                  </a:lnTo>
                  <a:lnTo>
                    <a:pt x="743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3" name="Google Shape;6123;p26"/>
            <p:cNvSpPr/>
            <p:nvPr/>
          </p:nvSpPr>
          <p:spPr>
            <a:xfrm>
              <a:off x="10737250" y="3550588"/>
              <a:ext cx="37625" cy="108325"/>
            </a:xfrm>
            <a:custGeom>
              <a:avLst/>
              <a:gdLst/>
              <a:ahLst/>
              <a:cxnLst/>
              <a:rect l="l" t="t" r="r" b="b"/>
              <a:pathLst>
                <a:path w="1505" h="4333" fill="none" extrusionOk="0">
                  <a:moveTo>
                    <a:pt x="743" y="1"/>
                  </a:moveTo>
                  <a:lnTo>
                    <a:pt x="743" y="1"/>
                  </a:lnTo>
                  <a:lnTo>
                    <a:pt x="602" y="21"/>
                  </a:lnTo>
                  <a:lnTo>
                    <a:pt x="462" y="61"/>
                  </a:lnTo>
                  <a:lnTo>
                    <a:pt x="342" y="141"/>
                  </a:lnTo>
                  <a:lnTo>
                    <a:pt x="221" y="222"/>
                  </a:lnTo>
                  <a:lnTo>
                    <a:pt x="141" y="342"/>
                  </a:lnTo>
                  <a:lnTo>
                    <a:pt x="61" y="462"/>
                  </a:lnTo>
                  <a:lnTo>
                    <a:pt x="21" y="603"/>
                  </a:lnTo>
                  <a:lnTo>
                    <a:pt x="1" y="763"/>
                  </a:lnTo>
                  <a:lnTo>
                    <a:pt x="1" y="3591"/>
                  </a:lnTo>
                  <a:lnTo>
                    <a:pt x="1" y="3591"/>
                  </a:lnTo>
                  <a:lnTo>
                    <a:pt x="21" y="3731"/>
                  </a:lnTo>
                  <a:lnTo>
                    <a:pt x="61" y="3872"/>
                  </a:lnTo>
                  <a:lnTo>
                    <a:pt x="141" y="3992"/>
                  </a:lnTo>
                  <a:lnTo>
                    <a:pt x="221" y="4112"/>
                  </a:lnTo>
                  <a:lnTo>
                    <a:pt x="342" y="4192"/>
                  </a:lnTo>
                  <a:lnTo>
                    <a:pt x="462" y="4273"/>
                  </a:lnTo>
                  <a:lnTo>
                    <a:pt x="602" y="4313"/>
                  </a:lnTo>
                  <a:lnTo>
                    <a:pt x="743" y="4333"/>
                  </a:lnTo>
                  <a:lnTo>
                    <a:pt x="743" y="4333"/>
                  </a:lnTo>
                  <a:lnTo>
                    <a:pt x="903" y="4313"/>
                  </a:lnTo>
                  <a:lnTo>
                    <a:pt x="1044" y="4273"/>
                  </a:lnTo>
                  <a:lnTo>
                    <a:pt x="1164" y="4192"/>
                  </a:lnTo>
                  <a:lnTo>
                    <a:pt x="1284" y="4112"/>
                  </a:lnTo>
                  <a:lnTo>
                    <a:pt x="1364" y="3992"/>
                  </a:lnTo>
                  <a:lnTo>
                    <a:pt x="1445" y="3872"/>
                  </a:lnTo>
                  <a:lnTo>
                    <a:pt x="1485" y="3731"/>
                  </a:lnTo>
                  <a:lnTo>
                    <a:pt x="1505" y="3591"/>
                  </a:lnTo>
                  <a:lnTo>
                    <a:pt x="1505" y="763"/>
                  </a:lnTo>
                  <a:lnTo>
                    <a:pt x="1505" y="763"/>
                  </a:lnTo>
                  <a:lnTo>
                    <a:pt x="1485" y="603"/>
                  </a:lnTo>
                  <a:lnTo>
                    <a:pt x="1445" y="462"/>
                  </a:lnTo>
                  <a:lnTo>
                    <a:pt x="1364" y="342"/>
                  </a:lnTo>
                  <a:lnTo>
                    <a:pt x="1284" y="222"/>
                  </a:lnTo>
                  <a:lnTo>
                    <a:pt x="1164" y="141"/>
                  </a:lnTo>
                  <a:lnTo>
                    <a:pt x="1044" y="61"/>
                  </a:lnTo>
                  <a:lnTo>
                    <a:pt x="903" y="21"/>
                  </a:lnTo>
                  <a:lnTo>
                    <a:pt x="743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4" name="Google Shape;6124;p26"/>
            <p:cNvSpPr/>
            <p:nvPr/>
          </p:nvSpPr>
          <p:spPr>
            <a:xfrm>
              <a:off x="10813475" y="3550588"/>
              <a:ext cx="37625" cy="108325"/>
            </a:xfrm>
            <a:custGeom>
              <a:avLst/>
              <a:gdLst/>
              <a:ahLst/>
              <a:cxnLst/>
              <a:rect l="l" t="t" r="r" b="b"/>
              <a:pathLst>
                <a:path w="1505" h="4333" extrusionOk="0">
                  <a:moveTo>
                    <a:pt x="762" y="1"/>
                  </a:moveTo>
                  <a:lnTo>
                    <a:pt x="602" y="21"/>
                  </a:lnTo>
                  <a:lnTo>
                    <a:pt x="461" y="61"/>
                  </a:lnTo>
                  <a:lnTo>
                    <a:pt x="341" y="141"/>
                  </a:lnTo>
                  <a:lnTo>
                    <a:pt x="221" y="222"/>
                  </a:lnTo>
                  <a:lnTo>
                    <a:pt x="140" y="342"/>
                  </a:lnTo>
                  <a:lnTo>
                    <a:pt x="60" y="462"/>
                  </a:lnTo>
                  <a:lnTo>
                    <a:pt x="2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20" y="3731"/>
                  </a:lnTo>
                  <a:lnTo>
                    <a:pt x="60" y="3872"/>
                  </a:lnTo>
                  <a:lnTo>
                    <a:pt x="140" y="3992"/>
                  </a:lnTo>
                  <a:lnTo>
                    <a:pt x="221" y="4112"/>
                  </a:lnTo>
                  <a:lnTo>
                    <a:pt x="341" y="4192"/>
                  </a:lnTo>
                  <a:lnTo>
                    <a:pt x="461" y="4273"/>
                  </a:lnTo>
                  <a:lnTo>
                    <a:pt x="602" y="4313"/>
                  </a:lnTo>
                  <a:lnTo>
                    <a:pt x="762" y="4333"/>
                  </a:lnTo>
                  <a:lnTo>
                    <a:pt x="902" y="4313"/>
                  </a:lnTo>
                  <a:lnTo>
                    <a:pt x="1043" y="4273"/>
                  </a:lnTo>
                  <a:lnTo>
                    <a:pt x="1163" y="4192"/>
                  </a:lnTo>
                  <a:lnTo>
                    <a:pt x="1283" y="4112"/>
                  </a:lnTo>
                  <a:lnTo>
                    <a:pt x="1364" y="3992"/>
                  </a:lnTo>
                  <a:lnTo>
                    <a:pt x="1444" y="3872"/>
                  </a:lnTo>
                  <a:lnTo>
                    <a:pt x="1484" y="3731"/>
                  </a:lnTo>
                  <a:lnTo>
                    <a:pt x="1504" y="3591"/>
                  </a:lnTo>
                  <a:lnTo>
                    <a:pt x="1504" y="763"/>
                  </a:lnTo>
                  <a:lnTo>
                    <a:pt x="1484" y="603"/>
                  </a:lnTo>
                  <a:lnTo>
                    <a:pt x="1444" y="462"/>
                  </a:lnTo>
                  <a:lnTo>
                    <a:pt x="1364" y="342"/>
                  </a:lnTo>
                  <a:lnTo>
                    <a:pt x="1283" y="222"/>
                  </a:lnTo>
                  <a:lnTo>
                    <a:pt x="1163" y="141"/>
                  </a:lnTo>
                  <a:lnTo>
                    <a:pt x="1043" y="61"/>
                  </a:lnTo>
                  <a:lnTo>
                    <a:pt x="902" y="21"/>
                  </a:lnTo>
                  <a:lnTo>
                    <a:pt x="76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5" name="Google Shape;6125;p26"/>
            <p:cNvSpPr/>
            <p:nvPr/>
          </p:nvSpPr>
          <p:spPr>
            <a:xfrm>
              <a:off x="10813475" y="3550588"/>
              <a:ext cx="37625" cy="108325"/>
            </a:xfrm>
            <a:custGeom>
              <a:avLst/>
              <a:gdLst/>
              <a:ahLst/>
              <a:cxnLst/>
              <a:rect l="l" t="t" r="r" b="b"/>
              <a:pathLst>
                <a:path w="1505" h="4333" fill="none" extrusionOk="0">
                  <a:moveTo>
                    <a:pt x="762" y="1"/>
                  </a:moveTo>
                  <a:lnTo>
                    <a:pt x="762" y="1"/>
                  </a:lnTo>
                  <a:lnTo>
                    <a:pt x="602" y="21"/>
                  </a:lnTo>
                  <a:lnTo>
                    <a:pt x="461" y="61"/>
                  </a:lnTo>
                  <a:lnTo>
                    <a:pt x="341" y="141"/>
                  </a:lnTo>
                  <a:lnTo>
                    <a:pt x="221" y="222"/>
                  </a:lnTo>
                  <a:lnTo>
                    <a:pt x="140" y="342"/>
                  </a:lnTo>
                  <a:lnTo>
                    <a:pt x="60" y="462"/>
                  </a:lnTo>
                  <a:lnTo>
                    <a:pt x="2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0" y="3591"/>
                  </a:lnTo>
                  <a:lnTo>
                    <a:pt x="20" y="3731"/>
                  </a:lnTo>
                  <a:lnTo>
                    <a:pt x="60" y="3872"/>
                  </a:lnTo>
                  <a:lnTo>
                    <a:pt x="140" y="3992"/>
                  </a:lnTo>
                  <a:lnTo>
                    <a:pt x="221" y="4112"/>
                  </a:lnTo>
                  <a:lnTo>
                    <a:pt x="341" y="4192"/>
                  </a:lnTo>
                  <a:lnTo>
                    <a:pt x="461" y="4273"/>
                  </a:lnTo>
                  <a:lnTo>
                    <a:pt x="602" y="4313"/>
                  </a:lnTo>
                  <a:lnTo>
                    <a:pt x="762" y="4333"/>
                  </a:lnTo>
                  <a:lnTo>
                    <a:pt x="762" y="4333"/>
                  </a:lnTo>
                  <a:lnTo>
                    <a:pt x="902" y="4313"/>
                  </a:lnTo>
                  <a:lnTo>
                    <a:pt x="1043" y="4273"/>
                  </a:lnTo>
                  <a:lnTo>
                    <a:pt x="1163" y="4192"/>
                  </a:lnTo>
                  <a:lnTo>
                    <a:pt x="1283" y="4112"/>
                  </a:lnTo>
                  <a:lnTo>
                    <a:pt x="1364" y="3992"/>
                  </a:lnTo>
                  <a:lnTo>
                    <a:pt x="1444" y="3872"/>
                  </a:lnTo>
                  <a:lnTo>
                    <a:pt x="1484" y="3731"/>
                  </a:lnTo>
                  <a:lnTo>
                    <a:pt x="1504" y="3591"/>
                  </a:lnTo>
                  <a:lnTo>
                    <a:pt x="1504" y="763"/>
                  </a:lnTo>
                  <a:lnTo>
                    <a:pt x="1504" y="763"/>
                  </a:lnTo>
                  <a:lnTo>
                    <a:pt x="1484" y="603"/>
                  </a:lnTo>
                  <a:lnTo>
                    <a:pt x="1444" y="462"/>
                  </a:lnTo>
                  <a:lnTo>
                    <a:pt x="1364" y="342"/>
                  </a:lnTo>
                  <a:lnTo>
                    <a:pt x="1283" y="222"/>
                  </a:lnTo>
                  <a:lnTo>
                    <a:pt x="1163" y="141"/>
                  </a:lnTo>
                  <a:lnTo>
                    <a:pt x="1043" y="61"/>
                  </a:lnTo>
                  <a:lnTo>
                    <a:pt x="902" y="21"/>
                  </a:lnTo>
                  <a:lnTo>
                    <a:pt x="76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6" name="Google Shape;6126;p26"/>
            <p:cNvSpPr/>
            <p:nvPr/>
          </p:nvSpPr>
          <p:spPr>
            <a:xfrm>
              <a:off x="10890175" y="3550588"/>
              <a:ext cx="37125" cy="108325"/>
            </a:xfrm>
            <a:custGeom>
              <a:avLst/>
              <a:gdLst/>
              <a:ahLst/>
              <a:cxnLst/>
              <a:rect l="l" t="t" r="r" b="b"/>
              <a:pathLst>
                <a:path w="1485" h="4333" extrusionOk="0">
                  <a:moveTo>
                    <a:pt x="742" y="1"/>
                  </a:moveTo>
                  <a:lnTo>
                    <a:pt x="582" y="21"/>
                  </a:lnTo>
                  <a:lnTo>
                    <a:pt x="442" y="61"/>
                  </a:lnTo>
                  <a:lnTo>
                    <a:pt x="321" y="141"/>
                  </a:lnTo>
                  <a:lnTo>
                    <a:pt x="221" y="222"/>
                  </a:lnTo>
                  <a:lnTo>
                    <a:pt x="121" y="342"/>
                  </a:lnTo>
                  <a:lnTo>
                    <a:pt x="61" y="462"/>
                  </a:lnTo>
                  <a:lnTo>
                    <a:pt x="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0" y="3731"/>
                  </a:lnTo>
                  <a:lnTo>
                    <a:pt x="61" y="3872"/>
                  </a:lnTo>
                  <a:lnTo>
                    <a:pt x="121" y="3992"/>
                  </a:lnTo>
                  <a:lnTo>
                    <a:pt x="221" y="4112"/>
                  </a:lnTo>
                  <a:lnTo>
                    <a:pt x="321" y="4192"/>
                  </a:lnTo>
                  <a:lnTo>
                    <a:pt x="442" y="4273"/>
                  </a:lnTo>
                  <a:lnTo>
                    <a:pt x="582" y="4313"/>
                  </a:lnTo>
                  <a:lnTo>
                    <a:pt x="742" y="4333"/>
                  </a:lnTo>
                  <a:lnTo>
                    <a:pt x="883" y="4313"/>
                  </a:lnTo>
                  <a:lnTo>
                    <a:pt x="1023" y="4273"/>
                  </a:lnTo>
                  <a:lnTo>
                    <a:pt x="1163" y="4192"/>
                  </a:lnTo>
                  <a:lnTo>
                    <a:pt x="1264" y="4112"/>
                  </a:lnTo>
                  <a:lnTo>
                    <a:pt x="1364" y="3992"/>
                  </a:lnTo>
                  <a:lnTo>
                    <a:pt x="1424" y="3872"/>
                  </a:lnTo>
                  <a:lnTo>
                    <a:pt x="1464" y="3731"/>
                  </a:lnTo>
                  <a:lnTo>
                    <a:pt x="1484" y="3591"/>
                  </a:lnTo>
                  <a:lnTo>
                    <a:pt x="1484" y="763"/>
                  </a:lnTo>
                  <a:lnTo>
                    <a:pt x="1464" y="603"/>
                  </a:lnTo>
                  <a:lnTo>
                    <a:pt x="1424" y="462"/>
                  </a:lnTo>
                  <a:lnTo>
                    <a:pt x="1364" y="342"/>
                  </a:lnTo>
                  <a:lnTo>
                    <a:pt x="1264" y="222"/>
                  </a:lnTo>
                  <a:lnTo>
                    <a:pt x="1163" y="141"/>
                  </a:lnTo>
                  <a:lnTo>
                    <a:pt x="1023" y="61"/>
                  </a:lnTo>
                  <a:lnTo>
                    <a:pt x="883" y="21"/>
                  </a:lnTo>
                  <a:lnTo>
                    <a:pt x="74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7" name="Google Shape;6127;p26"/>
            <p:cNvSpPr/>
            <p:nvPr/>
          </p:nvSpPr>
          <p:spPr>
            <a:xfrm>
              <a:off x="10890175" y="3550588"/>
              <a:ext cx="37125" cy="108325"/>
            </a:xfrm>
            <a:custGeom>
              <a:avLst/>
              <a:gdLst/>
              <a:ahLst/>
              <a:cxnLst/>
              <a:rect l="l" t="t" r="r" b="b"/>
              <a:pathLst>
                <a:path w="1485" h="4333" fill="none" extrusionOk="0">
                  <a:moveTo>
                    <a:pt x="742" y="1"/>
                  </a:moveTo>
                  <a:lnTo>
                    <a:pt x="742" y="1"/>
                  </a:lnTo>
                  <a:lnTo>
                    <a:pt x="582" y="21"/>
                  </a:lnTo>
                  <a:lnTo>
                    <a:pt x="442" y="61"/>
                  </a:lnTo>
                  <a:lnTo>
                    <a:pt x="321" y="141"/>
                  </a:lnTo>
                  <a:lnTo>
                    <a:pt x="221" y="222"/>
                  </a:lnTo>
                  <a:lnTo>
                    <a:pt x="121" y="342"/>
                  </a:lnTo>
                  <a:lnTo>
                    <a:pt x="61" y="462"/>
                  </a:lnTo>
                  <a:lnTo>
                    <a:pt x="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0" y="3591"/>
                  </a:lnTo>
                  <a:lnTo>
                    <a:pt x="0" y="3731"/>
                  </a:lnTo>
                  <a:lnTo>
                    <a:pt x="61" y="3872"/>
                  </a:lnTo>
                  <a:lnTo>
                    <a:pt x="121" y="3992"/>
                  </a:lnTo>
                  <a:lnTo>
                    <a:pt x="221" y="4112"/>
                  </a:lnTo>
                  <a:lnTo>
                    <a:pt x="321" y="4192"/>
                  </a:lnTo>
                  <a:lnTo>
                    <a:pt x="442" y="4273"/>
                  </a:lnTo>
                  <a:lnTo>
                    <a:pt x="582" y="4313"/>
                  </a:lnTo>
                  <a:lnTo>
                    <a:pt x="742" y="4333"/>
                  </a:lnTo>
                  <a:lnTo>
                    <a:pt x="742" y="4333"/>
                  </a:lnTo>
                  <a:lnTo>
                    <a:pt x="883" y="4313"/>
                  </a:lnTo>
                  <a:lnTo>
                    <a:pt x="1023" y="4273"/>
                  </a:lnTo>
                  <a:lnTo>
                    <a:pt x="1163" y="4192"/>
                  </a:lnTo>
                  <a:lnTo>
                    <a:pt x="1264" y="4112"/>
                  </a:lnTo>
                  <a:lnTo>
                    <a:pt x="1364" y="3992"/>
                  </a:lnTo>
                  <a:lnTo>
                    <a:pt x="1424" y="3872"/>
                  </a:lnTo>
                  <a:lnTo>
                    <a:pt x="1464" y="3731"/>
                  </a:lnTo>
                  <a:lnTo>
                    <a:pt x="1484" y="3591"/>
                  </a:lnTo>
                  <a:lnTo>
                    <a:pt x="1484" y="763"/>
                  </a:lnTo>
                  <a:lnTo>
                    <a:pt x="1484" y="763"/>
                  </a:lnTo>
                  <a:lnTo>
                    <a:pt x="1464" y="603"/>
                  </a:lnTo>
                  <a:lnTo>
                    <a:pt x="1424" y="462"/>
                  </a:lnTo>
                  <a:lnTo>
                    <a:pt x="1364" y="342"/>
                  </a:lnTo>
                  <a:lnTo>
                    <a:pt x="1264" y="222"/>
                  </a:lnTo>
                  <a:lnTo>
                    <a:pt x="1163" y="141"/>
                  </a:lnTo>
                  <a:lnTo>
                    <a:pt x="1023" y="61"/>
                  </a:lnTo>
                  <a:lnTo>
                    <a:pt x="883" y="21"/>
                  </a:lnTo>
                  <a:lnTo>
                    <a:pt x="74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8" name="Google Shape;6128;p26"/>
            <p:cNvSpPr/>
            <p:nvPr/>
          </p:nvSpPr>
          <p:spPr>
            <a:xfrm>
              <a:off x="10355725" y="3329488"/>
              <a:ext cx="152925" cy="152950"/>
            </a:xfrm>
            <a:custGeom>
              <a:avLst/>
              <a:gdLst/>
              <a:ahLst/>
              <a:cxnLst/>
              <a:rect l="l" t="t" r="r" b="b"/>
              <a:pathLst>
                <a:path w="6117" h="6118" extrusionOk="0">
                  <a:moveTo>
                    <a:pt x="2988" y="1"/>
                  </a:moveTo>
                  <a:lnTo>
                    <a:pt x="2668" y="21"/>
                  </a:lnTo>
                  <a:lnTo>
                    <a:pt x="2347" y="81"/>
                  </a:lnTo>
                  <a:lnTo>
                    <a:pt x="2046" y="181"/>
                  </a:lnTo>
                  <a:lnTo>
                    <a:pt x="1745" y="302"/>
                  </a:lnTo>
                  <a:lnTo>
                    <a:pt x="1464" y="462"/>
                  </a:lnTo>
                  <a:lnTo>
                    <a:pt x="1224" y="643"/>
                  </a:lnTo>
                  <a:lnTo>
                    <a:pt x="983" y="843"/>
                  </a:lnTo>
                  <a:lnTo>
                    <a:pt x="762" y="1084"/>
                  </a:lnTo>
                  <a:lnTo>
                    <a:pt x="582" y="1325"/>
                  </a:lnTo>
                  <a:lnTo>
                    <a:pt x="401" y="1605"/>
                  </a:lnTo>
                  <a:lnTo>
                    <a:pt x="261" y="1886"/>
                  </a:lnTo>
                  <a:lnTo>
                    <a:pt x="161" y="2187"/>
                  </a:lnTo>
                  <a:lnTo>
                    <a:pt x="80" y="2488"/>
                  </a:lnTo>
                  <a:lnTo>
                    <a:pt x="20" y="2809"/>
                  </a:lnTo>
                  <a:lnTo>
                    <a:pt x="0" y="3150"/>
                  </a:lnTo>
                  <a:lnTo>
                    <a:pt x="20" y="3470"/>
                  </a:lnTo>
                  <a:lnTo>
                    <a:pt x="60" y="3731"/>
                  </a:lnTo>
                  <a:lnTo>
                    <a:pt x="141" y="3992"/>
                  </a:lnTo>
                  <a:lnTo>
                    <a:pt x="241" y="4253"/>
                  </a:lnTo>
                  <a:lnTo>
                    <a:pt x="361" y="4513"/>
                  </a:lnTo>
                  <a:lnTo>
                    <a:pt x="502" y="4754"/>
                  </a:lnTo>
                  <a:lnTo>
                    <a:pt x="662" y="4974"/>
                  </a:lnTo>
                  <a:lnTo>
                    <a:pt x="863" y="5195"/>
                  </a:lnTo>
                  <a:lnTo>
                    <a:pt x="1083" y="5396"/>
                  </a:lnTo>
                  <a:lnTo>
                    <a:pt x="1304" y="5576"/>
                  </a:lnTo>
                  <a:lnTo>
                    <a:pt x="1565" y="5716"/>
                  </a:lnTo>
                  <a:lnTo>
                    <a:pt x="1845" y="5857"/>
                  </a:lnTo>
                  <a:lnTo>
                    <a:pt x="2126" y="5977"/>
                  </a:lnTo>
                  <a:lnTo>
                    <a:pt x="2447" y="6057"/>
                  </a:lnTo>
                  <a:lnTo>
                    <a:pt x="2768" y="6098"/>
                  </a:lnTo>
                  <a:lnTo>
                    <a:pt x="3109" y="6118"/>
                  </a:lnTo>
                  <a:lnTo>
                    <a:pt x="3470" y="6098"/>
                  </a:lnTo>
                  <a:lnTo>
                    <a:pt x="3670" y="6077"/>
                  </a:lnTo>
                  <a:lnTo>
                    <a:pt x="3891" y="6037"/>
                  </a:lnTo>
                  <a:lnTo>
                    <a:pt x="4091" y="5977"/>
                  </a:lnTo>
                  <a:lnTo>
                    <a:pt x="4272" y="5897"/>
                  </a:lnTo>
                  <a:lnTo>
                    <a:pt x="4472" y="5817"/>
                  </a:lnTo>
                  <a:lnTo>
                    <a:pt x="4653" y="5716"/>
                  </a:lnTo>
                  <a:lnTo>
                    <a:pt x="4813" y="5596"/>
                  </a:lnTo>
                  <a:lnTo>
                    <a:pt x="4974" y="5476"/>
                  </a:lnTo>
                  <a:lnTo>
                    <a:pt x="5134" y="5335"/>
                  </a:lnTo>
                  <a:lnTo>
                    <a:pt x="5275" y="5175"/>
                  </a:lnTo>
                  <a:lnTo>
                    <a:pt x="5415" y="5015"/>
                  </a:lnTo>
                  <a:lnTo>
                    <a:pt x="5535" y="4854"/>
                  </a:lnTo>
                  <a:lnTo>
                    <a:pt x="5656" y="4674"/>
                  </a:lnTo>
                  <a:lnTo>
                    <a:pt x="5756" y="4493"/>
                  </a:lnTo>
                  <a:lnTo>
                    <a:pt x="5856" y="4293"/>
                  </a:lnTo>
                  <a:lnTo>
                    <a:pt x="5936" y="4092"/>
                  </a:lnTo>
                  <a:lnTo>
                    <a:pt x="6037" y="3751"/>
                  </a:lnTo>
                  <a:lnTo>
                    <a:pt x="6097" y="3410"/>
                  </a:lnTo>
                  <a:lnTo>
                    <a:pt x="6117" y="3089"/>
                  </a:lnTo>
                  <a:lnTo>
                    <a:pt x="6097" y="2748"/>
                  </a:lnTo>
                  <a:lnTo>
                    <a:pt x="6057" y="2488"/>
                  </a:lnTo>
                  <a:lnTo>
                    <a:pt x="5997" y="2247"/>
                  </a:lnTo>
                  <a:lnTo>
                    <a:pt x="5916" y="1986"/>
                  </a:lnTo>
                  <a:lnTo>
                    <a:pt x="5816" y="1746"/>
                  </a:lnTo>
                  <a:lnTo>
                    <a:pt x="5696" y="1525"/>
                  </a:lnTo>
                  <a:lnTo>
                    <a:pt x="5555" y="1304"/>
                  </a:lnTo>
                  <a:lnTo>
                    <a:pt x="5395" y="1104"/>
                  </a:lnTo>
                  <a:lnTo>
                    <a:pt x="5214" y="903"/>
                  </a:lnTo>
                  <a:lnTo>
                    <a:pt x="5014" y="743"/>
                  </a:lnTo>
                  <a:lnTo>
                    <a:pt x="4813" y="583"/>
                  </a:lnTo>
                  <a:lnTo>
                    <a:pt x="4593" y="422"/>
                  </a:lnTo>
                  <a:lnTo>
                    <a:pt x="4352" y="302"/>
                  </a:lnTo>
                  <a:lnTo>
                    <a:pt x="4091" y="201"/>
                  </a:lnTo>
                  <a:lnTo>
                    <a:pt x="3831" y="121"/>
                  </a:lnTo>
                  <a:lnTo>
                    <a:pt x="3570" y="61"/>
                  </a:lnTo>
                  <a:lnTo>
                    <a:pt x="3289" y="21"/>
                  </a:lnTo>
                  <a:lnTo>
                    <a:pt x="298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9" name="Google Shape;6129;p26"/>
            <p:cNvSpPr/>
            <p:nvPr/>
          </p:nvSpPr>
          <p:spPr>
            <a:xfrm>
              <a:off x="10355725" y="3329488"/>
              <a:ext cx="152925" cy="152950"/>
            </a:xfrm>
            <a:custGeom>
              <a:avLst/>
              <a:gdLst/>
              <a:ahLst/>
              <a:cxnLst/>
              <a:rect l="l" t="t" r="r" b="b"/>
              <a:pathLst>
                <a:path w="6117" h="6118" fill="none" extrusionOk="0">
                  <a:moveTo>
                    <a:pt x="5936" y="4092"/>
                  </a:moveTo>
                  <a:lnTo>
                    <a:pt x="5936" y="4092"/>
                  </a:lnTo>
                  <a:lnTo>
                    <a:pt x="5856" y="4293"/>
                  </a:lnTo>
                  <a:lnTo>
                    <a:pt x="5756" y="4493"/>
                  </a:lnTo>
                  <a:lnTo>
                    <a:pt x="5656" y="4674"/>
                  </a:lnTo>
                  <a:lnTo>
                    <a:pt x="5535" y="4854"/>
                  </a:lnTo>
                  <a:lnTo>
                    <a:pt x="5415" y="5015"/>
                  </a:lnTo>
                  <a:lnTo>
                    <a:pt x="5275" y="5175"/>
                  </a:lnTo>
                  <a:lnTo>
                    <a:pt x="5134" y="5335"/>
                  </a:lnTo>
                  <a:lnTo>
                    <a:pt x="4974" y="5476"/>
                  </a:lnTo>
                  <a:lnTo>
                    <a:pt x="4813" y="5596"/>
                  </a:lnTo>
                  <a:lnTo>
                    <a:pt x="4653" y="5716"/>
                  </a:lnTo>
                  <a:lnTo>
                    <a:pt x="4472" y="5817"/>
                  </a:lnTo>
                  <a:lnTo>
                    <a:pt x="4272" y="5897"/>
                  </a:lnTo>
                  <a:lnTo>
                    <a:pt x="4091" y="5977"/>
                  </a:lnTo>
                  <a:lnTo>
                    <a:pt x="3891" y="6037"/>
                  </a:lnTo>
                  <a:lnTo>
                    <a:pt x="3670" y="6077"/>
                  </a:lnTo>
                  <a:lnTo>
                    <a:pt x="3470" y="6098"/>
                  </a:lnTo>
                  <a:lnTo>
                    <a:pt x="3470" y="6098"/>
                  </a:lnTo>
                  <a:lnTo>
                    <a:pt x="3109" y="6118"/>
                  </a:lnTo>
                  <a:lnTo>
                    <a:pt x="2768" y="6098"/>
                  </a:lnTo>
                  <a:lnTo>
                    <a:pt x="2447" y="6057"/>
                  </a:lnTo>
                  <a:lnTo>
                    <a:pt x="2126" y="5977"/>
                  </a:lnTo>
                  <a:lnTo>
                    <a:pt x="1845" y="5857"/>
                  </a:lnTo>
                  <a:lnTo>
                    <a:pt x="1565" y="5716"/>
                  </a:lnTo>
                  <a:lnTo>
                    <a:pt x="1304" y="5576"/>
                  </a:lnTo>
                  <a:lnTo>
                    <a:pt x="1083" y="5396"/>
                  </a:lnTo>
                  <a:lnTo>
                    <a:pt x="863" y="5195"/>
                  </a:lnTo>
                  <a:lnTo>
                    <a:pt x="662" y="4974"/>
                  </a:lnTo>
                  <a:lnTo>
                    <a:pt x="502" y="4754"/>
                  </a:lnTo>
                  <a:lnTo>
                    <a:pt x="361" y="4513"/>
                  </a:lnTo>
                  <a:lnTo>
                    <a:pt x="241" y="4253"/>
                  </a:lnTo>
                  <a:lnTo>
                    <a:pt x="141" y="3992"/>
                  </a:lnTo>
                  <a:lnTo>
                    <a:pt x="60" y="3731"/>
                  </a:lnTo>
                  <a:lnTo>
                    <a:pt x="20" y="3470"/>
                  </a:lnTo>
                  <a:lnTo>
                    <a:pt x="20" y="3470"/>
                  </a:lnTo>
                  <a:lnTo>
                    <a:pt x="0" y="3150"/>
                  </a:lnTo>
                  <a:lnTo>
                    <a:pt x="20" y="2809"/>
                  </a:lnTo>
                  <a:lnTo>
                    <a:pt x="80" y="2488"/>
                  </a:lnTo>
                  <a:lnTo>
                    <a:pt x="161" y="2187"/>
                  </a:lnTo>
                  <a:lnTo>
                    <a:pt x="261" y="1886"/>
                  </a:lnTo>
                  <a:lnTo>
                    <a:pt x="401" y="1605"/>
                  </a:lnTo>
                  <a:lnTo>
                    <a:pt x="582" y="1325"/>
                  </a:lnTo>
                  <a:lnTo>
                    <a:pt x="762" y="1084"/>
                  </a:lnTo>
                  <a:lnTo>
                    <a:pt x="983" y="843"/>
                  </a:lnTo>
                  <a:lnTo>
                    <a:pt x="1224" y="643"/>
                  </a:lnTo>
                  <a:lnTo>
                    <a:pt x="1464" y="462"/>
                  </a:lnTo>
                  <a:lnTo>
                    <a:pt x="1745" y="302"/>
                  </a:lnTo>
                  <a:lnTo>
                    <a:pt x="2046" y="181"/>
                  </a:lnTo>
                  <a:lnTo>
                    <a:pt x="2347" y="81"/>
                  </a:lnTo>
                  <a:lnTo>
                    <a:pt x="2668" y="21"/>
                  </a:lnTo>
                  <a:lnTo>
                    <a:pt x="2988" y="1"/>
                  </a:lnTo>
                  <a:lnTo>
                    <a:pt x="2988" y="1"/>
                  </a:lnTo>
                  <a:lnTo>
                    <a:pt x="3289" y="21"/>
                  </a:lnTo>
                  <a:lnTo>
                    <a:pt x="3289" y="21"/>
                  </a:lnTo>
                  <a:lnTo>
                    <a:pt x="3570" y="61"/>
                  </a:lnTo>
                  <a:lnTo>
                    <a:pt x="3831" y="121"/>
                  </a:lnTo>
                  <a:lnTo>
                    <a:pt x="4091" y="201"/>
                  </a:lnTo>
                  <a:lnTo>
                    <a:pt x="4352" y="302"/>
                  </a:lnTo>
                  <a:lnTo>
                    <a:pt x="4593" y="422"/>
                  </a:lnTo>
                  <a:lnTo>
                    <a:pt x="4813" y="583"/>
                  </a:lnTo>
                  <a:lnTo>
                    <a:pt x="5014" y="743"/>
                  </a:lnTo>
                  <a:lnTo>
                    <a:pt x="5214" y="903"/>
                  </a:lnTo>
                  <a:lnTo>
                    <a:pt x="5395" y="1104"/>
                  </a:lnTo>
                  <a:lnTo>
                    <a:pt x="5555" y="1304"/>
                  </a:lnTo>
                  <a:lnTo>
                    <a:pt x="5696" y="1525"/>
                  </a:lnTo>
                  <a:lnTo>
                    <a:pt x="5816" y="1746"/>
                  </a:lnTo>
                  <a:lnTo>
                    <a:pt x="5916" y="1986"/>
                  </a:lnTo>
                  <a:lnTo>
                    <a:pt x="5997" y="2247"/>
                  </a:lnTo>
                  <a:lnTo>
                    <a:pt x="6057" y="2488"/>
                  </a:lnTo>
                  <a:lnTo>
                    <a:pt x="6097" y="2748"/>
                  </a:lnTo>
                  <a:lnTo>
                    <a:pt x="6097" y="2748"/>
                  </a:lnTo>
                  <a:lnTo>
                    <a:pt x="6117" y="3089"/>
                  </a:lnTo>
                  <a:lnTo>
                    <a:pt x="6097" y="3410"/>
                  </a:lnTo>
                  <a:lnTo>
                    <a:pt x="6037" y="3751"/>
                  </a:lnTo>
                  <a:lnTo>
                    <a:pt x="5936" y="4092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0" name="Google Shape;6130;p26"/>
            <p:cNvSpPr/>
            <p:nvPr/>
          </p:nvSpPr>
          <p:spPr>
            <a:xfrm>
              <a:off x="10355725" y="3329488"/>
              <a:ext cx="152925" cy="152950"/>
            </a:xfrm>
            <a:custGeom>
              <a:avLst/>
              <a:gdLst/>
              <a:ahLst/>
              <a:cxnLst/>
              <a:rect l="l" t="t" r="r" b="b"/>
              <a:pathLst>
                <a:path w="6117" h="6118" extrusionOk="0">
                  <a:moveTo>
                    <a:pt x="2988" y="1"/>
                  </a:moveTo>
                  <a:lnTo>
                    <a:pt x="2688" y="21"/>
                  </a:lnTo>
                  <a:lnTo>
                    <a:pt x="2387" y="81"/>
                  </a:lnTo>
                  <a:lnTo>
                    <a:pt x="2086" y="161"/>
                  </a:lnTo>
                  <a:lnTo>
                    <a:pt x="1825" y="262"/>
                  </a:lnTo>
                  <a:lnTo>
                    <a:pt x="1565" y="402"/>
                  </a:lnTo>
                  <a:lnTo>
                    <a:pt x="1304" y="562"/>
                  </a:lnTo>
                  <a:lnTo>
                    <a:pt x="1083" y="763"/>
                  </a:lnTo>
                  <a:lnTo>
                    <a:pt x="863" y="964"/>
                  </a:lnTo>
                  <a:lnTo>
                    <a:pt x="682" y="1184"/>
                  </a:lnTo>
                  <a:lnTo>
                    <a:pt x="502" y="1425"/>
                  </a:lnTo>
                  <a:lnTo>
                    <a:pt x="361" y="1686"/>
                  </a:lnTo>
                  <a:lnTo>
                    <a:pt x="241" y="1946"/>
                  </a:lnTo>
                  <a:lnTo>
                    <a:pt x="141" y="2247"/>
                  </a:lnTo>
                  <a:lnTo>
                    <a:pt x="60" y="2528"/>
                  </a:lnTo>
                  <a:lnTo>
                    <a:pt x="20" y="2829"/>
                  </a:lnTo>
                  <a:lnTo>
                    <a:pt x="0" y="3150"/>
                  </a:lnTo>
                  <a:lnTo>
                    <a:pt x="20" y="3470"/>
                  </a:lnTo>
                  <a:lnTo>
                    <a:pt x="60" y="3731"/>
                  </a:lnTo>
                  <a:lnTo>
                    <a:pt x="121" y="3972"/>
                  </a:lnTo>
                  <a:lnTo>
                    <a:pt x="221" y="4212"/>
                  </a:lnTo>
                  <a:lnTo>
                    <a:pt x="321" y="4453"/>
                  </a:lnTo>
                  <a:lnTo>
                    <a:pt x="462" y="4674"/>
                  </a:lnTo>
                  <a:lnTo>
                    <a:pt x="602" y="4894"/>
                  </a:lnTo>
                  <a:lnTo>
                    <a:pt x="782" y="5095"/>
                  </a:lnTo>
                  <a:lnTo>
                    <a:pt x="963" y="5295"/>
                  </a:lnTo>
                  <a:lnTo>
                    <a:pt x="1183" y="5476"/>
                  </a:lnTo>
                  <a:lnTo>
                    <a:pt x="1404" y="5636"/>
                  </a:lnTo>
                  <a:lnTo>
                    <a:pt x="1665" y="5777"/>
                  </a:lnTo>
                  <a:lnTo>
                    <a:pt x="1925" y="5897"/>
                  </a:lnTo>
                  <a:lnTo>
                    <a:pt x="2186" y="5997"/>
                  </a:lnTo>
                  <a:lnTo>
                    <a:pt x="2487" y="6057"/>
                  </a:lnTo>
                  <a:lnTo>
                    <a:pt x="2788" y="6118"/>
                  </a:lnTo>
                  <a:lnTo>
                    <a:pt x="3109" y="6118"/>
                  </a:lnTo>
                  <a:lnTo>
                    <a:pt x="3470" y="6098"/>
                  </a:lnTo>
                  <a:lnTo>
                    <a:pt x="3670" y="6077"/>
                  </a:lnTo>
                  <a:lnTo>
                    <a:pt x="3891" y="6037"/>
                  </a:lnTo>
                  <a:lnTo>
                    <a:pt x="4091" y="5977"/>
                  </a:lnTo>
                  <a:lnTo>
                    <a:pt x="4272" y="5897"/>
                  </a:lnTo>
                  <a:lnTo>
                    <a:pt x="4472" y="5817"/>
                  </a:lnTo>
                  <a:lnTo>
                    <a:pt x="4653" y="5716"/>
                  </a:lnTo>
                  <a:lnTo>
                    <a:pt x="4813" y="5596"/>
                  </a:lnTo>
                  <a:lnTo>
                    <a:pt x="4974" y="5476"/>
                  </a:lnTo>
                  <a:lnTo>
                    <a:pt x="5134" y="5335"/>
                  </a:lnTo>
                  <a:lnTo>
                    <a:pt x="5275" y="5175"/>
                  </a:lnTo>
                  <a:lnTo>
                    <a:pt x="5415" y="5015"/>
                  </a:lnTo>
                  <a:lnTo>
                    <a:pt x="5535" y="4854"/>
                  </a:lnTo>
                  <a:lnTo>
                    <a:pt x="5656" y="4674"/>
                  </a:lnTo>
                  <a:lnTo>
                    <a:pt x="5756" y="4493"/>
                  </a:lnTo>
                  <a:lnTo>
                    <a:pt x="5856" y="4293"/>
                  </a:lnTo>
                  <a:lnTo>
                    <a:pt x="5936" y="4092"/>
                  </a:lnTo>
                  <a:lnTo>
                    <a:pt x="6017" y="3831"/>
                  </a:lnTo>
                  <a:lnTo>
                    <a:pt x="6077" y="3571"/>
                  </a:lnTo>
                  <a:lnTo>
                    <a:pt x="6097" y="3310"/>
                  </a:lnTo>
                  <a:lnTo>
                    <a:pt x="6117" y="3049"/>
                  </a:lnTo>
                  <a:lnTo>
                    <a:pt x="6097" y="2748"/>
                  </a:lnTo>
                  <a:lnTo>
                    <a:pt x="6017" y="2949"/>
                  </a:lnTo>
                  <a:lnTo>
                    <a:pt x="5936" y="3150"/>
                  </a:lnTo>
                  <a:lnTo>
                    <a:pt x="5836" y="3330"/>
                  </a:lnTo>
                  <a:lnTo>
                    <a:pt x="5716" y="3510"/>
                  </a:lnTo>
                  <a:lnTo>
                    <a:pt x="5595" y="3671"/>
                  </a:lnTo>
                  <a:lnTo>
                    <a:pt x="5455" y="3831"/>
                  </a:lnTo>
                  <a:lnTo>
                    <a:pt x="5315" y="3992"/>
                  </a:lnTo>
                  <a:lnTo>
                    <a:pt x="5154" y="4112"/>
                  </a:lnTo>
                  <a:lnTo>
                    <a:pt x="4994" y="4232"/>
                  </a:lnTo>
                  <a:lnTo>
                    <a:pt x="4833" y="4353"/>
                  </a:lnTo>
                  <a:lnTo>
                    <a:pt x="4653" y="4453"/>
                  </a:lnTo>
                  <a:lnTo>
                    <a:pt x="4452" y="4533"/>
                  </a:lnTo>
                  <a:lnTo>
                    <a:pt x="4272" y="4593"/>
                  </a:lnTo>
                  <a:lnTo>
                    <a:pt x="4071" y="4634"/>
                  </a:lnTo>
                  <a:lnTo>
                    <a:pt x="3871" y="4654"/>
                  </a:lnTo>
                  <a:lnTo>
                    <a:pt x="3670" y="4674"/>
                  </a:lnTo>
                  <a:lnTo>
                    <a:pt x="3510" y="4674"/>
                  </a:lnTo>
                  <a:lnTo>
                    <a:pt x="3349" y="4654"/>
                  </a:lnTo>
                  <a:lnTo>
                    <a:pt x="3189" y="4613"/>
                  </a:lnTo>
                  <a:lnTo>
                    <a:pt x="3028" y="4573"/>
                  </a:lnTo>
                  <a:lnTo>
                    <a:pt x="2868" y="4513"/>
                  </a:lnTo>
                  <a:lnTo>
                    <a:pt x="2708" y="4453"/>
                  </a:lnTo>
                  <a:lnTo>
                    <a:pt x="2527" y="4353"/>
                  </a:lnTo>
                  <a:lnTo>
                    <a:pt x="2367" y="4253"/>
                  </a:lnTo>
                  <a:lnTo>
                    <a:pt x="2226" y="4152"/>
                  </a:lnTo>
                  <a:lnTo>
                    <a:pt x="2086" y="4032"/>
                  </a:lnTo>
                  <a:lnTo>
                    <a:pt x="1946" y="3892"/>
                  </a:lnTo>
                  <a:lnTo>
                    <a:pt x="1825" y="3751"/>
                  </a:lnTo>
                  <a:lnTo>
                    <a:pt x="1725" y="3611"/>
                  </a:lnTo>
                  <a:lnTo>
                    <a:pt x="1625" y="3450"/>
                  </a:lnTo>
                  <a:lnTo>
                    <a:pt x="1524" y="3270"/>
                  </a:lnTo>
                  <a:lnTo>
                    <a:pt x="1464" y="3109"/>
                  </a:lnTo>
                  <a:lnTo>
                    <a:pt x="1404" y="2929"/>
                  </a:lnTo>
                  <a:lnTo>
                    <a:pt x="1344" y="2748"/>
                  </a:lnTo>
                  <a:lnTo>
                    <a:pt x="1324" y="2568"/>
                  </a:lnTo>
                  <a:lnTo>
                    <a:pt x="1304" y="2387"/>
                  </a:lnTo>
                  <a:lnTo>
                    <a:pt x="1304" y="2187"/>
                  </a:lnTo>
                  <a:lnTo>
                    <a:pt x="1304" y="2006"/>
                  </a:lnTo>
                  <a:lnTo>
                    <a:pt x="1344" y="1826"/>
                  </a:lnTo>
                  <a:lnTo>
                    <a:pt x="1384" y="1645"/>
                  </a:lnTo>
                  <a:lnTo>
                    <a:pt x="1484" y="1345"/>
                  </a:lnTo>
                  <a:lnTo>
                    <a:pt x="1625" y="1084"/>
                  </a:lnTo>
                  <a:lnTo>
                    <a:pt x="1805" y="843"/>
                  </a:lnTo>
                  <a:lnTo>
                    <a:pt x="1986" y="643"/>
                  </a:lnTo>
                  <a:lnTo>
                    <a:pt x="2226" y="442"/>
                  </a:lnTo>
                  <a:lnTo>
                    <a:pt x="2467" y="282"/>
                  </a:lnTo>
                  <a:lnTo>
                    <a:pt x="2708" y="141"/>
                  </a:lnTo>
                  <a:lnTo>
                    <a:pt x="2988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1" name="Google Shape;6131;p26"/>
            <p:cNvSpPr/>
            <p:nvPr/>
          </p:nvSpPr>
          <p:spPr>
            <a:xfrm>
              <a:off x="10355725" y="3329488"/>
              <a:ext cx="152925" cy="152950"/>
            </a:xfrm>
            <a:custGeom>
              <a:avLst/>
              <a:gdLst/>
              <a:ahLst/>
              <a:cxnLst/>
              <a:rect l="l" t="t" r="r" b="b"/>
              <a:pathLst>
                <a:path w="6117" h="6118" fill="none" extrusionOk="0">
                  <a:moveTo>
                    <a:pt x="2988" y="1"/>
                  </a:moveTo>
                  <a:lnTo>
                    <a:pt x="2988" y="1"/>
                  </a:lnTo>
                  <a:lnTo>
                    <a:pt x="2688" y="21"/>
                  </a:lnTo>
                  <a:lnTo>
                    <a:pt x="2387" y="81"/>
                  </a:lnTo>
                  <a:lnTo>
                    <a:pt x="2086" y="161"/>
                  </a:lnTo>
                  <a:lnTo>
                    <a:pt x="1825" y="262"/>
                  </a:lnTo>
                  <a:lnTo>
                    <a:pt x="1565" y="402"/>
                  </a:lnTo>
                  <a:lnTo>
                    <a:pt x="1304" y="562"/>
                  </a:lnTo>
                  <a:lnTo>
                    <a:pt x="1083" y="763"/>
                  </a:lnTo>
                  <a:lnTo>
                    <a:pt x="863" y="964"/>
                  </a:lnTo>
                  <a:lnTo>
                    <a:pt x="682" y="1184"/>
                  </a:lnTo>
                  <a:lnTo>
                    <a:pt x="502" y="1425"/>
                  </a:lnTo>
                  <a:lnTo>
                    <a:pt x="361" y="1686"/>
                  </a:lnTo>
                  <a:lnTo>
                    <a:pt x="241" y="1946"/>
                  </a:lnTo>
                  <a:lnTo>
                    <a:pt x="141" y="2247"/>
                  </a:lnTo>
                  <a:lnTo>
                    <a:pt x="60" y="2528"/>
                  </a:lnTo>
                  <a:lnTo>
                    <a:pt x="20" y="2829"/>
                  </a:lnTo>
                  <a:lnTo>
                    <a:pt x="0" y="3150"/>
                  </a:lnTo>
                  <a:lnTo>
                    <a:pt x="0" y="3150"/>
                  </a:lnTo>
                  <a:lnTo>
                    <a:pt x="20" y="3470"/>
                  </a:lnTo>
                  <a:lnTo>
                    <a:pt x="20" y="3470"/>
                  </a:lnTo>
                  <a:lnTo>
                    <a:pt x="60" y="3731"/>
                  </a:lnTo>
                  <a:lnTo>
                    <a:pt x="121" y="3972"/>
                  </a:lnTo>
                  <a:lnTo>
                    <a:pt x="221" y="4212"/>
                  </a:lnTo>
                  <a:lnTo>
                    <a:pt x="321" y="4453"/>
                  </a:lnTo>
                  <a:lnTo>
                    <a:pt x="462" y="4674"/>
                  </a:lnTo>
                  <a:lnTo>
                    <a:pt x="602" y="4894"/>
                  </a:lnTo>
                  <a:lnTo>
                    <a:pt x="782" y="5095"/>
                  </a:lnTo>
                  <a:lnTo>
                    <a:pt x="963" y="5295"/>
                  </a:lnTo>
                  <a:lnTo>
                    <a:pt x="1183" y="5476"/>
                  </a:lnTo>
                  <a:lnTo>
                    <a:pt x="1404" y="5636"/>
                  </a:lnTo>
                  <a:lnTo>
                    <a:pt x="1665" y="5777"/>
                  </a:lnTo>
                  <a:lnTo>
                    <a:pt x="1925" y="5897"/>
                  </a:lnTo>
                  <a:lnTo>
                    <a:pt x="2186" y="5997"/>
                  </a:lnTo>
                  <a:lnTo>
                    <a:pt x="2487" y="6057"/>
                  </a:lnTo>
                  <a:lnTo>
                    <a:pt x="2788" y="6118"/>
                  </a:lnTo>
                  <a:lnTo>
                    <a:pt x="3109" y="6118"/>
                  </a:lnTo>
                  <a:lnTo>
                    <a:pt x="3109" y="6118"/>
                  </a:lnTo>
                  <a:lnTo>
                    <a:pt x="3470" y="6098"/>
                  </a:lnTo>
                  <a:lnTo>
                    <a:pt x="3470" y="6098"/>
                  </a:lnTo>
                  <a:lnTo>
                    <a:pt x="3670" y="6077"/>
                  </a:lnTo>
                  <a:lnTo>
                    <a:pt x="3891" y="6037"/>
                  </a:lnTo>
                  <a:lnTo>
                    <a:pt x="4091" y="5977"/>
                  </a:lnTo>
                  <a:lnTo>
                    <a:pt x="4272" y="5897"/>
                  </a:lnTo>
                  <a:lnTo>
                    <a:pt x="4472" y="5817"/>
                  </a:lnTo>
                  <a:lnTo>
                    <a:pt x="4653" y="5716"/>
                  </a:lnTo>
                  <a:lnTo>
                    <a:pt x="4813" y="5596"/>
                  </a:lnTo>
                  <a:lnTo>
                    <a:pt x="4974" y="5476"/>
                  </a:lnTo>
                  <a:lnTo>
                    <a:pt x="5134" y="5335"/>
                  </a:lnTo>
                  <a:lnTo>
                    <a:pt x="5275" y="5175"/>
                  </a:lnTo>
                  <a:lnTo>
                    <a:pt x="5415" y="5015"/>
                  </a:lnTo>
                  <a:lnTo>
                    <a:pt x="5535" y="4854"/>
                  </a:lnTo>
                  <a:lnTo>
                    <a:pt x="5656" y="4674"/>
                  </a:lnTo>
                  <a:lnTo>
                    <a:pt x="5756" y="4493"/>
                  </a:lnTo>
                  <a:lnTo>
                    <a:pt x="5856" y="4293"/>
                  </a:lnTo>
                  <a:lnTo>
                    <a:pt x="5936" y="4092"/>
                  </a:lnTo>
                  <a:lnTo>
                    <a:pt x="5936" y="4092"/>
                  </a:lnTo>
                  <a:lnTo>
                    <a:pt x="6017" y="3831"/>
                  </a:lnTo>
                  <a:lnTo>
                    <a:pt x="6077" y="3571"/>
                  </a:lnTo>
                  <a:lnTo>
                    <a:pt x="6097" y="3310"/>
                  </a:lnTo>
                  <a:lnTo>
                    <a:pt x="6117" y="3049"/>
                  </a:lnTo>
                  <a:lnTo>
                    <a:pt x="6117" y="3049"/>
                  </a:lnTo>
                  <a:lnTo>
                    <a:pt x="6097" y="2748"/>
                  </a:lnTo>
                  <a:lnTo>
                    <a:pt x="6097" y="2748"/>
                  </a:lnTo>
                  <a:lnTo>
                    <a:pt x="6097" y="2748"/>
                  </a:lnTo>
                  <a:lnTo>
                    <a:pt x="6017" y="2949"/>
                  </a:lnTo>
                  <a:lnTo>
                    <a:pt x="5936" y="3150"/>
                  </a:lnTo>
                  <a:lnTo>
                    <a:pt x="5836" y="3330"/>
                  </a:lnTo>
                  <a:lnTo>
                    <a:pt x="5716" y="3510"/>
                  </a:lnTo>
                  <a:lnTo>
                    <a:pt x="5595" y="3671"/>
                  </a:lnTo>
                  <a:lnTo>
                    <a:pt x="5455" y="3831"/>
                  </a:lnTo>
                  <a:lnTo>
                    <a:pt x="5315" y="3992"/>
                  </a:lnTo>
                  <a:lnTo>
                    <a:pt x="5154" y="4112"/>
                  </a:lnTo>
                  <a:lnTo>
                    <a:pt x="4994" y="4232"/>
                  </a:lnTo>
                  <a:lnTo>
                    <a:pt x="4833" y="4353"/>
                  </a:lnTo>
                  <a:lnTo>
                    <a:pt x="4653" y="4453"/>
                  </a:lnTo>
                  <a:lnTo>
                    <a:pt x="4452" y="4533"/>
                  </a:lnTo>
                  <a:lnTo>
                    <a:pt x="4272" y="4593"/>
                  </a:lnTo>
                  <a:lnTo>
                    <a:pt x="4071" y="4634"/>
                  </a:lnTo>
                  <a:lnTo>
                    <a:pt x="3871" y="4654"/>
                  </a:lnTo>
                  <a:lnTo>
                    <a:pt x="3670" y="4674"/>
                  </a:lnTo>
                  <a:lnTo>
                    <a:pt x="3670" y="4674"/>
                  </a:lnTo>
                  <a:lnTo>
                    <a:pt x="3510" y="4674"/>
                  </a:lnTo>
                  <a:lnTo>
                    <a:pt x="3349" y="4654"/>
                  </a:lnTo>
                  <a:lnTo>
                    <a:pt x="3189" y="4613"/>
                  </a:lnTo>
                  <a:lnTo>
                    <a:pt x="3028" y="4573"/>
                  </a:lnTo>
                  <a:lnTo>
                    <a:pt x="2868" y="4513"/>
                  </a:lnTo>
                  <a:lnTo>
                    <a:pt x="2708" y="4453"/>
                  </a:lnTo>
                  <a:lnTo>
                    <a:pt x="2527" y="4353"/>
                  </a:lnTo>
                  <a:lnTo>
                    <a:pt x="2367" y="4253"/>
                  </a:lnTo>
                  <a:lnTo>
                    <a:pt x="2367" y="4253"/>
                  </a:lnTo>
                  <a:lnTo>
                    <a:pt x="2226" y="4152"/>
                  </a:lnTo>
                  <a:lnTo>
                    <a:pt x="2086" y="4032"/>
                  </a:lnTo>
                  <a:lnTo>
                    <a:pt x="1946" y="3892"/>
                  </a:lnTo>
                  <a:lnTo>
                    <a:pt x="1825" y="3751"/>
                  </a:lnTo>
                  <a:lnTo>
                    <a:pt x="1725" y="3611"/>
                  </a:lnTo>
                  <a:lnTo>
                    <a:pt x="1625" y="3450"/>
                  </a:lnTo>
                  <a:lnTo>
                    <a:pt x="1524" y="3270"/>
                  </a:lnTo>
                  <a:lnTo>
                    <a:pt x="1464" y="3109"/>
                  </a:lnTo>
                  <a:lnTo>
                    <a:pt x="1404" y="2929"/>
                  </a:lnTo>
                  <a:lnTo>
                    <a:pt x="1344" y="2748"/>
                  </a:lnTo>
                  <a:lnTo>
                    <a:pt x="1324" y="2568"/>
                  </a:lnTo>
                  <a:lnTo>
                    <a:pt x="1304" y="2387"/>
                  </a:lnTo>
                  <a:lnTo>
                    <a:pt x="1304" y="2187"/>
                  </a:lnTo>
                  <a:lnTo>
                    <a:pt x="1304" y="2006"/>
                  </a:lnTo>
                  <a:lnTo>
                    <a:pt x="1344" y="1826"/>
                  </a:lnTo>
                  <a:lnTo>
                    <a:pt x="1384" y="1645"/>
                  </a:lnTo>
                  <a:lnTo>
                    <a:pt x="1384" y="1645"/>
                  </a:lnTo>
                  <a:lnTo>
                    <a:pt x="1484" y="1345"/>
                  </a:lnTo>
                  <a:lnTo>
                    <a:pt x="1625" y="1084"/>
                  </a:lnTo>
                  <a:lnTo>
                    <a:pt x="1805" y="843"/>
                  </a:lnTo>
                  <a:lnTo>
                    <a:pt x="1986" y="643"/>
                  </a:lnTo>
                  <a:lnTo>
                    <a:pt x="2226" y="442"/>
                  </a:lnTo>
                  <a:lnTo>
                    <a:pt x="2467" y="282"/>
                  </a:lnTo>
                  <a:lnTo>
                    <a:pt x="2708" y="141"/>
                  </a:lnTo>
                  <a:lnTo>
                    <a:pt x="2988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2" name="Google Shape;6132;p26"/>
            <p:cNvSpPr/>
            <p:nvPr/>
          </p:nvSpPr>
          <p:spPr>
            <a:xfrm>
              <a:off x="10460000" y="3355563"/>
              <a:ext cx="18575" cy="19075"/>
            </a:xfrm>
            <a:custGeom>
              <a:avLst/>
              <a:gdLst/>
              <a:ahLst/>
              <a:cxnLst/>
              <a:rect l="l" t="t" r="r" b="b"/>
              <a:pathLst>
                <a:path w="743" h="763" extrusionOk="0">
                  <a:moveTo>
                    <a:pt x="382" y="1"/>
                  </a:moveTo>
                  <a:lnTo>
                    <a:pt x="281" y="21"/>
                  </a:lnTo>
                  <a:lnTo>
                    <a:pt x="221" y="41"/>
                  </a:lnTo>
                  <a:lnTo>
                    <a:pt x="161" y="81"/>
                  </a:lnTo>
                  <a:lnTo>
                    <a:pt x="101" y="121"/>
                  </a:lnTo>
                  <a:lnTo>
                    <a:pt x="61" y="181"/>
                  </a:lnTo>
                  <a:lnTo>
                    <a:pt x="21" y="241"/>
                  </a:lnTo>
                  <a:lnTo>
                    <a:pt x="1" y="382"/>
                  </a:lnTo>
                  <a:lnTo>
                    <a:pt x="21" y="522"/>
                  </a:lnTo>
                  <a:lnTo>
                    <a:pt x="61" y="582"/>
                  </a:lnTo>
                  <a:lnTo>
                    <a:pt x="101" y="643"/>
                  </a:lnTo>
                  <a:lnTo>
                    <a:pt x="161" y="703"/>
                  </a:lnTo>
                  <a:lnTo>
                    <a:pt x="221" y="743"/>
                  </a:lnTo>
                  <a:lnTo>
                    <a:pt x="281" y="763"/>
                  </a:lnTo>
                  <a:lnTo>
                    <a:pt x="462" y="763"/>
                  </a:lnTo>
                  <a:lnTo>
                    <a:pt x="542" y="743"/>
                  </a:lnTo>
                  <a:lnTo>
                    <a:pt x="602" y="703"/>
                  </a:lnTo>
                  <a:lnTo>
                    <a:pt x="662" y="643"/>
                  </a:lnTo>
                  <a:lnTo>
                    <a:pt x="702" y="582"/>
                  </a:lnTo>
                  <a:lnTo>
                    <a:pt x="723" y="522"/>
                  </a:lnTo>
                  <a:lnTo>
                    <a:pt x="743" y="382"/>
                  </a:lnTo>
                  <a:lnTo>
                    <a:pt x="723" y="241"/>
                  </a:lnTo>
                  <a:lnTo>
                    <a:pt x="702" y="181"/>
                  </a:lnTo>
                  <a:lnTo>
                    <a:pt x="662" y="121"/>
                  </a:lnTo>
                  <a:lnTo>
                    <a:pt x="602" y="81"/>
                  </a:lnTo>
                  <a:lnTo>
                    <a:pt x="542" y="41"/>
                  </a:lnTo>
                  <a:lnTo>
                    <a:pt x="462" y="21"/>
                  </a:lnTo>
                  <a:lnTo>
                    <a:pt x="38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3" name="Google Shape;6133;p26"/>
            <p:cNvSpPr/>
            <p:nvPr/>
          </p:nvSpPr>
          <p:spPr>
            <a:xfrm>
              <a:off x="10614425" y="3376638"/>
              <a:ext cx="130375" cy="59175"/>
            </a:xfrm>
            <a:custGeom>
              <a:avLst/>
              <a:gdLst/>
              <a:ahLst/>
              <a:cxnLst/>
              <a:rect l="l" t="t" r="r" b="b"/>
              <a:pathLst>
                <a:path w="5215" h="2367" extrusionOk="0">
                  <a:moveTo>
                    <a:pt x="1083" y="0"/>
                  </a:moveTo>
                  <a:lnTo>
                    <a:pt x="963" y="20"/>
                  </a:lnTo>
                  <a:lnTo>
                    <a:pt x="742" y="80"/>
                  </a:lnTo>
                  <a:lnTo>
                    <a:pt x="542" y="201"/>
                  </a:lnTo>
                  <a:lnTo>
                    <a:pt x="361" y="341"/>
                  </a:lnTo>
                  <a:lnTo>
                    <a:pt x="221" y="521"/>
                  </a:lnTo>
                  <a:lnTo>
                    <a:pt x="101" y="722"/>
                  </a:lnTo>
                  <a:lnTo>
                    <a:pt x="40" y="943"/>
                  </a:lnTo>
                  <a:lnTo>
                    <a:pt x="20" y="1063"/>
                  </a:lnTo>
                  <a:lnTo>
                    <a:pt x="0" y="1183"/>
                  </a:lnTo>
                  <a:lnTo>
                    <a:pt x="20" y="1304"/>
                  </a:lnTo>
                  <a:lnTo>
                    <a:pt x="40" y="1424"/>
                  </a:lnTo>
                  <a:lnTo>
                    <a:pt x="101" y="1645"/>
                  </a:lnTo>
                  <a:lnTo>
                    <a:pt x="201" y="1845"/>
                  </a:lnTo>
                  <a:lnTo>
                    <a:pt x="361" y="2026"/>
                  </a:lnTo>
                  <a:lnTo>
                    <a:pt x="522" y="2166"/>
                  </a:lnTo>
                  <a:lnTo>
                    <a:pt x="742" y="2286"/>
                  </a:lnTo>
                  <a:lnTo>
                    <a:pt x="963" y="2346"/>
                  </a:lnTo>
                  <a:lnTo>
                    <a:pt x="1083" y="2367"/>
                  </a:lnTo>
                  <a:lnTo>
                    <a:pt x="4152" y="2367"/>
                  </a:lnTo>
                  <a:lnTo>
                    <a:pt x="4272" y="2346"/>
                  </a:lnTo>
                  <a:lnTo>
                    <a:pt x="4493" y="2286"/>
                  </a:lnTo>
                  <a:lnTo>
                    <a:pt x="4693" y="2166"/>
                  </a:lnTo>
                  <a:lnTo>
                    <a:pt x="4874" y="2026"/>
                  </a:lnTo>
                  <a:lnTo>
                    <a:pt x="4974" y="1885"/>
                  </a:lnTo>
                  <a:lnTo>
                    <a:pt x="5074" y="1745"/>
                  </a:lnTo>
                  <a:lnTo>
                    <a:pt x="5134" y="1584"/>
                  </a:lnTo>
                  <a:lnTo>
                    <a:pt x="5194" y="1424"/>
                  </a:lnTo>
                  <a:lnTo>
                    <a:pt x="5215" y="1304"/>
                  </a:lnTo>
                  <a:lnTo>
                    <a:pt x="5215" y="1183"/>
                  </a:lnTo>
                  <a:lnTo>
                    <a:pt x="5215" y="1063"/>
                  </a:lnTo>
                  <a:lnTo>
                    <a:pt x="5194" y="943"/>
                  </a:lnTo>
                  <a:lnTo>
                    <a:pt x="5114" y="722"/>
                  </a:lnTo>
                  <a:lnTo>
                    <a:pt x="5014" y="521"/>
                  </a:lnTo>
                  <a:lnTo>
                    <a:pt x="4874" y="341"/>
                  </a:lnTo>
                  <a:lnTo>
                    <a:pt x="4693" y="201"/>
                  </a:lnTo>
                  <a:lnTo>
                    <a:pt x="4493" y="80"/>
                  </a:lnTo>
                  <a:lnTo>
                    <a:pt x="4272" y="20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4" name="Google Shape;6134;p26"/>
            <p:cNvSpPr/>
            <p:nvPr/>
          </p:nvSpPr>
          <p:spPr>
            <a:xfrm>
              <a:off x="10614425" y="3376638"/>
              <a:ext cx="130375" cy="59175"/>
            </a:xfrm>
            <a:custGeom>
              <a:avLst/>
              <a:gdLst/>
              <a:ahLst/>
              <a:cxnLst/>
              <a:rect l="l" t="t" r="r" b="b"/>
              <a:pathLst>
                <a:path w="5215" h="2367" fill="none" extrusionOk="0">
                  <a:moveTo>
                    <a:pt x="5215" y="1183"/>
                  </a:moveTo>
                  <a:lnTo>
                    <a:pt x="5215" y="1183"/>
                  </a:lnTo>
                  <a:lnTo>
                    <a:pt x="5215" y="1304"/>
                  </a:lnTo>
                  <a:lnTo>
                    <a:pt x="5194" y="1424"/>
                  </a:lnTo>
                  <a:lnTo>
                    <a:pt x="5194" y="1424"/>
                  </a:lnTo>
                  <a:lnTo>
                    <a:pt x="5134" y="1584"/>
                  </a:lnTo>
                  <a:lnTo>
                    <a:pt x="5074" y="1745"/>
                  </a:lnTo>
                  <a:lnTo>
                    <a:pt x="4974" y="1885"/>
                  </a:lnTo>
                  <a:lnTo>
                    <a:pt x="4874" y="2026"/>
                  </a:lnTo>
                  <a:lnTo>
                    <a:pt x="4874" y="2026"/>
                  </a:lnTo>
                  <a:lnTo>
                    <a:pt x="4693" y="2166"/>
                  </a:lnTo>
                  <a:lnTo>
                    <a:pt x="4493" y="2286"/>
                  </a:lnTo>
                  <a:lnTo>
                    <a:pt x="4272" y="2346"/>
                  </a:lnTo>
                  <a:lnTo>
                    <a:pt x="4152" y="2367"/>
                  </a:lnTo>
                  <a:lnTo>
                    <a:pt x="4031" y="2367"/>
                  </a:lnTo>
                  <a:lnTo>
                    <a:pt x="1204" y="2367"/>
                  </a:lnTo>
                  <a:lnTo>
                    <a:pt x="1204" y="2367"/>
                  </a:lnTo>
                  <a:lnTo>
                    <a:pt x="1083" y="2367"/>
                  </a:lnTo>
                  <a:lnTo>
                    <a:pt x="963" y="2346"/>
                  </a:lnTo>
                  <a:lnTo>
                    <a:pt x="742" y="2286"/>
                  </a:lnTo>
                  <a:lnTo>
                    <a:pt x="522" y="2166"/>
                  </a:lnTo>
                  <a:lnTo>
                    <a:pt x="361" y="2026"/>
                  </a:lnTo>
                  <a:lnTo>
                    <a:pt x="201" y="1845"/>
                  </a:lnTo>
                  <a:lnTo>
                    <a:pt x="101" y="1645"/>
                  </a:lnTo>
                  <a:lnTo>
                    <a:pt x="40" y="1424"/>
                  </a:lnTo>
                  <a:lnTo>
                    <a:pt x="20" y="1304"/>
                  </a:lnTo>
                  <a:lnTo>
                    <a:pt x="0" y="1183"/>
                  </a:lnTo>
                  <a:lnTo>
                    <a:pt x="0" y="1183"/>
                  </a:lnTo>
                  <a:lnTo>
                    <a:pt x="20" y="1063"/>
                  </a:lnTo>
                  <a:lnTo>
                    <a:pt x="40" y="943"/>
                  </a:lnTo>
                  <a:lnTo>
                    <a:pt x="101" y="722"/>
                  </a:lnTo>
                  <a:lnTo>
                    <a:pt x="221" y="521"/>
                  </a:lnTo>
                  <a:lnTo>
                    <a:pt x="361" y="341"/>
                  </a:lnTo>
                  <a:lnTo>
                    <a:pt x="361" y="341"/>
                  </a:lnTo>
                  <a:lnTo>
                    <a:pt x="542" y="201"/>
                  </a:lnTo>
                  <a:lnTo>
                    <a:pt x="742" y="80"/>
                  </a:lnTo>
                  <a:lnTo>
                    <a:pt x="963" y="20"/>
                  </a:lnTo>
                  <a:lnTo>
                    <a:pt x="1083" y="0"/>
                  </a:lnTo>
                  <a:lnTo>
                    <a:pt x="1204" y="0"/>
                  </a:lnTo>
                  <a:lnTo>
                    <a:pt x="4031" y="0"/>
                  </a:lnTo>
                  <a:lnTo>
                    <a:pt x="4031" y="0"/>
                  </a:lnTo>
                  <a:lnTo>
                    <a:pt x="4152" y="0"/>
                  </a:lnTo>
                  <a:lnTo>
                    <a:pt x="4272" y="20"/>
                  </a:lnTo>
                  <a:lnTo>
                    <a:pt x="4493" y="80"/>
                  </a:lnTo>
                  <a:lnTo>
                    <a:pt x="4693" y="201"/>
                  </a:lnTo>
                  <a:lnTo>
                    <a:pt x="4874" y="341"/>
                  </a:lnTo>
                  <a:lnTo>
                    <a:pt x="5014" y="521"/>
                  </a:lnTo>
                  <a:lnTo>
                    <a:pt x="5114" y="722"/>
                  </a:lnTo>
                  <a:lnTo>
                    <a:pt x="5194" y="943"/>
                  </a:lnTo>
                  <a:lnTo>
                    <a:pt x="5215" y="1063"/>
                  </a:lnTo>
                  <a:lnTo>
                    <a:pt x="5215" y="118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5" name="Google Shape;6135;p26"/>
            <p:cNvSpPr/>
            <p:nvPr/>
          </p:nvSpPr>
          <p:spPr>
            <a:xfrm>
              <a:off x="10614425" y="3376638"/>
              <a:ext cx="129875" cy="59175"/>
            </a:xfrm>
            <a:custGeom>
              <a:avLst/>
              <a:gdLst/>
              <a:ahLst/>
              <a:cxnLst/>
              <a:rect l="l" t="t" r="r" b="b"/>
              <a:pathLst>
                <a:path w="5195" h="2367" extrusionOk="0">
                  <a:moveTo>
                    <a:pt x="1083" y="0"/>
                  </a:moveTo>
                  <a:lnTo>
                    <a:pt x="963" y="20"/>
                  </a:lnTo>
                  <a:lnTo>
                    <a:pt x="742" y="80"/>
                  </a:lnTo>
                  <a:lnTo>
                    <a:pt x="542" y="201"/>
                  </a:lnTo>
                  <a:lnTo>
                    <a:pt x="361" y="341"/>
                  </a:lnTo>
                  <a:lnTo>
                    <a:pt x="221" y="521"/>
                  </a:lnTo>
                  <a:lnTo>
                    <a:pt x="101" y="722"/>
                  </a:lnTo>
                  <a:lnTo>
                    <a:pt x="40" y="943"/>
                  </a:lnTo>
                  <a:lnTo>
                    <a:pt x="20" y="1063"/>
                  </a:lnTo>
                  <a:lnTo>
                    <a:pt x="0" y="1183"/>
                  </a:lnTo>
                  <a:lnTo>
                    <a:pt x="20" y="1304"/>
                  </a:lnTo>
                  <a:lnTo>
                    <a:pt x="40" y="1424"/>
                  </a:lnTo>
                  <a:lnTo>
                    <a:pt x="101" y="1645"/>
                  </a:lnTo>
                  <a:lnTo>
                    <a:pt x="201" y="1845"/>
                  </a:lnTo>
                  <a:lnTo>
                    <a:pt x="361" y="2026"/>
                  </a:lnTo>
                  <a:lnTo>
                    <a:pt x="522" y="2166"/>
                  </a:lnTo>
                  <a:lnTo>
                    <a:pt x="742" y="2286"/>
                  </a:lnTo>
                  <a:lnTo>
                    <a:pt x="963" y="2346"/>
                  </a:lnTo>
                  <a:lnTo>
                    <a:pt x="1083" y="2367"/>
                  </a:lnTo>
                  <a:lnTo>
                    <a:pt x="4152" y="2367"/>
                  </a:lnTo>
                  <a:lnTo>
                    <a:pt x="4272" y="2346"/>
                  </a:lnTo>
                  <a:lnTo>
                    <a:pt x="4493" y="2286"/>
                  </a:lnTo>
                  <a:lnTo>
                    <a:pt x="4693" y="2166"/>
                  </a:lnTo>
                  <a:lnTo>
                    <a:pt x="4874" y="2026"/>
                  </a:lnTo>
                  <a:lnTo>
                    <a:pt x="4974" y="1885"/>
                  </a:lnTo>
                  <a:lnTo>
                    <a:pt x="5074" y="1745"/>
                  </a:lnTo>
                  <a:lnTo>
                    <a:pt x="5134" y="1584"/>
                  </a:lnTo>
                  <a:lnTo>
                    <a:pt x="5194" y="1424"/>
                  </a:lnTo>
                  <a:lnTo>
                    <a:pt x="4813" y="1524"/>
                  </a:lnTo>
                  <a:lnTo>
                    <a:pt x="4432" y="1604"/>
                  </a:lnTo>
                  <a:lnTo>
                    <a:pt x="4051" y="1645"/>
                  </a:lnTo>
                  <a:lnTo>
                    <a:pt x="3650" y="1665"/>
                  </a:lnTo>
                  <a:lnTo>
                    <a:pt x="3149" y="1645"/>
                  </a:lnTo>
                  <a:lnTo>
                    <a:pt x="2848" y="1624"/>
                  </a:lnTo>
                  <a:lnTo>
                    <a:pt x="2507" y="1604"/>
                  </a:lnTo>
                  <a:lnTo>
                    <a:pt x="2327" y="1564"/>
                  </a:lnTo>
                  <a:lnTo>
                    <a:pt x="2166" y="1544"/>
                  </a:lnTo>
                  <a:lnTo>
                    <a:pt x="2006" y="1484"/>
                  </a:lnTo>
                  <a:lnTo>
                    <a:pt x="1865" y="1424"/>
                  </a:lnTo>
                  <a:lnTo>
                    <a:pt x="1725" y="1344"/>
                  </a:lnTo>
                  <a:lnTo>
                    <a:pt x="1585" y="1243"/>
                  </a:lnTo>
                  <a:lnTo>
                    <a:pt x="1484" y="1143"/>
                  </a:lnTo>
                  <a:lnTo>
                    <a:pt x="1384" y="1063"/>
                  </a:lnTo>
                  <a:lnTo>
                    <a:pt x="1324" y="963"/>
                  </a:lnTo>
                  <a:lnTo>
                    <a:pt x="1284" y="862"/>
                  </a:lnTo>
                  <a:lnTo>
                    <a:pt x="1244" y="762"/>
                  </a:lnTo>
                  <a:lnTo>
                    <a:pt x="1224" y="682"/>
                  </a:lnTo>
                  <a:lnTo>
                    <a:pt x="1224" y="582"/>
                  </a:lnTo>
                  <a:lnTo>
                    <a:pt x="1244" y="501"/>
                  </a:lnTo>
                  <a:lnTo>
                    <a:pt x="1284" y="321"/>
                  </a:lnTo>
                  <a:lnTo>
                    <a:pt x="1384" y="140"/>
                  </a:lnTo>
                  <a:lnTo>
                    <a:pt x="1525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6" name="Google Shape;6136;p26"/>
            <p:cNvSpPr/>
            <p:nvPr/>
          </p:nvSpPr>
          <p:spPr>
            <a:xfrm>
              <a:off x="10614425" y="3376638"/>
              <a:ext cx="129875" cy="59175"/>
            </a:xfrm>
            <a:custGeom>
              <a:avLst/>
              <a:gdLst/>
              <a:ahLst/>
              <a:cxnLst/>
              <a:rect l="l" t="t" r="r" b="b"/>
              <a:pathLst>
                <a:path w="5195" h="2367" fill="none" extrusionOk="0">
                  <a:moveTo>
                    <a:pt x="1525" y="0"/>
                  </a:moveTo>
                  <a:lnTo>
                    <a:pt x="1204" y="0"/>
                  </a:lnTo>
                  <a:lnTo>
                    <a:pt x="1204" y="0"/>
                  </a:lnTo>
                  <a:lnTo>
                    <a:pt x="1083" y="0"/>
                  </a:lnTo>
                  <a:lnTo>
                    <a:pt x="963" y="20"/>
                  </a:lnTo>
                  <a:lnTo>
                    <a:pt x="742" y="80"/>
                  </a:lnTo>
                  <a:lnTo>
                    <a:pt x="542" y="201"/>
                  </a:lnTo>
                  <a:lnTo>
                    <a:pt x="361" y="341"/>
                  </a:lnTo>
                  <a:lnTo>
                    <a:pt x="361" y="341"/>
                  </a:lnTo>
                  <a:lnTo>
                    <a:pt x="221" y="521"/>
                  </a:lnTo>
                  <a:lnTo>
                    <a:pt x="101" y="722"/>
                  </a:lnTo>
                  <a:lnTo>
                    <a:pt x="40" y="943"/>
                  </a:lnTo>
                  <a:lnTo>
                    <a:pt x="20" y="1063"/>
                  </a:lnTo>
                  <a:lnTo>
                    <a:pt x="0" y="1183"/>
                  </a:lnTo>
                  <a:lnTo>
                    <a:pt x="0" y="1183"/>
                  </a:lnTo>
                  <a:lnTo>
                    <a:pt x="20" y="1304"/>
                  </a:lnTo>
                  <a:lnTo>
                    <a:pt x="40" y="1424"/>
                  </a:lnTo>
                  <a:lnTo>
                    <a:pt x="101" y="1645"/>
                  </a:lnTo>
                  <a:lnTo>
                    <a:pt x="201" y="1845"/>
                  </a:lnTo>
                  <a:lnTo>
                    <a:pt x="361" y="2026"/>
                  </a:lnTo>
                  <a:lnTo>
                    <a:pt x="522" y="2166"/>
                  </a:lnTo>
                  <a:lnTo>
                    <a:pt x="742" y="2286"/>
                  </a:lnTo>
                  <a:lnTo>
                    <a:pt x="963" y="2346"/>
                  </a:lnTo>
                  <a:lnTo>
                    <a:pt x="1083" y="2367"/>
                  </a:lnTo>
                  <a:lnTo>
                    <a:pt x="1204" y="2367"/>
                  </a:lnTo>
                  <a:lnTo>
                    <a:pt x="4031" y="2367"/>
                  </a:lnTo>
                  <a:lnTo>
                    <a:pt x="4031" y="2367"/>
                  </a:lnTo>
                  <a:lnTo>
                    <a:pt x="4152" y="2367"/>
                  </a:lnTo>
                  <a:lnTo>
                    <a:pt x="4272" y="2346"/>
                  </a:lnTo>
                  <a:lnTo>
                    <a:pt x="4493" y="2286"/>
                  </a:lnTo>
                  <a:lnTo>
                    <a:pt x="4693" y="2166"/>
                  </a:lnTo>
                  <a:lnTo>
                    <a:pt x="4874" y="2026"/>
                  </a:lnTo>
                  <a:lnTo>
                    <a:pt x="4874" y="2026"/>
                  </a:lnTo>
                  <a:lnTo>
                    <a:pt x="4974" y="1885"/>
                  </a:lnTo>
                  <a:lnTo>
                    <a:pt x="5074" y="1745"/>
                  </a:lnTo>
                  <a:lnTo>
                    <a:pt x="5134" y="1584"/>
                  </a:lnTo>
                  <a:lnTo>
                    <a:pt x="5194" y="1424"/>
                  </a:lnTo>
                  <a:lnTo>
                    <a:pt x="5194" y="1424"/>
                  </a:lnTo>
                  <a:lnTo>
                    <a:pt x="4813" y="1524"/>
                  </a:lnTo>
                  <a:lnTo>
                    <a:pt x="4432" y="1604"/>
                  </a:lnTo>
                  <a:lnTo>
                    <a:pt x="4051" y="1645"/>
                  </a:lnTo>
                  <a:lnTo>
                    <a:pt x="3650" y="1665"/>
                  </a:lnTo>
                  <a:lnTo>
                    <a:pt x="3650" y="1665"/>
                  </a:lnTo>
                  <a:lnTo>
                    <a:pt x="3149" y="1645"/>
                  </a:lnTo>
                  <a:lnTo>
                    <a:pt x="3149" y="1645"/>
                  </a:lnTo>
                  <a:lnTo>
                    <a:pt x="2848" y="1624"/>
                  </a:lnTo>
                  <a:lnTo>
                    <a:pt x="2507" y="1604"/>
                  </a:lnTo>
                  <a:lnTo>
                    <a:pt x="2327" y="1564"/>
                  </a:lnTo>
                  <a:lnTo>
                    <a:pt x="2166" y="1544"/>
                  </a:lnTo>
                  <a:lnTo>
                    <a:pt x="2006" y="1484"/>
                  </a:lnTo>
                  <a:lnTo>
                    <a:pt x="1865" y="1424"/>
                  </a:lnTo>
                  <a:lnTo>
                    <a:pt x="1865" y="1424"/>
                  </a:lnTo>
                  <a:lnTo>
                    <a:pt x="1725" y="1344"/>
                  </a:lnTo>
                  <a:lnTo>
                    <a:pt x="1585" y="1243"/>
                  </a:lnTo>
                  <a:lnTo>
                    <a:pt x="1484" y="1143"/>
                  </a:lnTo>
                  <a:lnTo>
                    <a:pt x="1384" y="1063"/>
                  </a:lnTo>
                  <a:lnTo>
                    <a:pt x="1324" y="963"/>
                  </a:lnTo>
                  <a:lnTo>
                    <a:pt x="1284" y="862"/>
                  </a:lnTo>
                  <a:lnTo>
                    <a:pt x="1244" y="762"/>
                  </a:lnTo>
                  <a:lnTo>
                    <a:pt x="1224" y="682"/>
                  </a:lnTo>
                  <a:lnTo>
                    <a:pt x="1224" y="582"/>
                  </a:lnTo>
                  <a:lnTo>
                    <a:pt x="1244" y="501"/>
                  </a:lnTo>
                  <a:lnTo>
                    <a:pt x="1284" y="321"/>
                  </a:lnTo>
                  <a:lnTo>
                    <a:pt x="1384" y="140"/>
                  </a:lnTo>
                  <a:lnTo>
                    <a:pt x="152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7" name="Google Shape;6137;p26"/>
            <p:cNvSpPr/>
            <p:nvPr/>
          </p:nvSpPr>
          <p:spPr>
            <a:xfrm>
              <a:off x="10711675" y="3387163"/>
              <a:ext cx="18575" cy="19075"/>
            </a:xfrm>
            <a:custGeom>
              <a:avLst/>
              <a:gdLst/>
              <a:ahLst/>
              <a:cxnLst/>
              <a:rect l="l" t="t" r="r" b="b"/>
              <a:pathLst>
                <a:path w="743" h="763" extrusionOk="0">
                  <a:moveTo>
                    <a:pt x="362" y="0"/>
                  </a:moveTo>
                  <a:lnTo>
                    <a:pt x="282" y="20"/>
                  </a:lnTo>
                  <a:lnTo>
                    <a:pt x="222" y="40"/>
                  </a:lnTo>
                  <a:lnTo>
                    <a:pt x="141" y="80"/>
                  </a:lnTo>
                  <a:lnTo>
                    <a:pt x="101" y="121"/>
                  </a:lnTo>
                  <a:lnTo>
                    <a:pt x="61" y="181"/>
                  </a:lnTo>
                  <a:lnTo>
                    <a:pt x="21" y="241"/>
                  </a:lnTo>
                  <a:lnTo>
                    <a:pt x="1" y="381"/>
                  </a:lnTo>
                  <a:lnTo>
                    <a:pt x="21" y="522"/>
                  </a:lnTo>
                  <a:lnTo>
                    <a:pt x="61" y="582"/>
                  </a:lnTo>
                  <a:lnTo>
                    <a:pt x="101" y="642"/>
                  </a:lnTo>
                  <a:lnTo>
                    <a:pt x="141" y="682"/>
                  </a:lnTo>
                  <a:lnTo>
                    <a:pt x="222" y="722"/>
                  </a:lnTo>
                  <a:lnTo>
                    <a:pt x="282" y="742"/>
                  </a:lnTo>
                  <a:lnTo>
                    <a:pt x="362" y="762"/>
                  </a:lnTo>
                  <a:lnTo>
                    <a:pt x="462" y="742"/>
                  </a:lnTo>
                  <a:lnTo>
                    <a:pt x="522" y="722"/>
                  </a:lnTo>
                  <a:lnTo>
                    <a:pt x="583" y="682"/>
                  </a:lnTo>
                  <a:lnTo>
                    <a:pt x="643" y="642"/>
                  </a:lnTo>
                  <a:lnTo>
                    <a:pt x="683" y="582"/>
                  </a:lnTo>
                  <a:lnTo>
                    <a:pt x="703" y="522"/>
                  </a:lnTo>
                  <a:lnTo>
                    <a:pt x="743" y="381"/>
                  </a:lnTo>
                  <a:lnTo>
                    <a:pt x="703" y="241"/>
                  </a:lnTo>
                  <a:lnTo>
                    <a:pt x="683" y="181"/>
                  </a:lnTo>
                  <a:lnTo>
                    <a:pt x="643" y="121"/>
                  </a:lnTo>
                  <a:lnTo>
                    <a:pt x="583" y="80"/>
                  </a:lnTo>
                  <a:lnTo>
                    <a:pt x="522" y="40"/>
                  </a:lnTo>
                  <a:lnTo>
                    <a:pt x="462" y="20"/>
                  </a:lnTo>
                  <a:lnTo>
                    <a:pt x="36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8" name="Google Shape;6138;p26"/>
            <p:cNvSpPr/>
            <p:nvPr/>
          </p:nvSpPr>
          <p:spPr>
            <a:xfrm>
              <a:off x="10796925" y="3376638"/>
              <a:ext cx="130375" cy="59175"/>
            </a:xfrm>
            <a:custGeom>
              <a:avLst/>
              <a:gdLst/>
              <a:ahLst/>
              <a:cxnLst/>
              <a:rect l="l" t="t" r="r" b="b"/>
              <a:pathLst>
                <a:path w="5215" h="2367" extrusionOk="0">
                  <a:moveTo>
                    <a:pt x="1063" y="0"/>
                  </a:moveTo>
                  <a:lnTo>
                    <a:pt x="963" y="20"/>
                  </a:lnTo>
                  <a:lnTo>
                    <a:pt x="722" y="80"/>
                  </a:lnTo>
                  <a:lnTo>
                    <a:pt x="522" y="201"/>
                  </a:lnTo>
                  <a:lnTo>
                    <a:pt x="361" y="341"/>
                  </a:lnTo>
                  <a:lnTo>
                    <a:pt x="201" y="521"/>
                  </a:lnTo>
                  <a:lnTo>
                    <a:pt x="100" y="722"/>
                  </a:lnTo>
                  <a:lnTo>
                    <a:pt x="20" y="943"/>
                  </a:lnTo>
                  <a:lnTo>
                    <a:pt x="0" y="1063"/>
                  </a:lnTo>
                  <a:lnTo>
                    <a:pt x="0" y="1183"/>
                  </a:lnTo>
                  <a:lnTo>
                    <a:pt x="0" y="1304"/>
                  </a:lnTo>
                  <a:lnTo>
                    <a:pt x="20" y="1424"/>
                  </a:lnTo>
                  <a:lnTo>
                    <a:pt x="100" y="1645"/>
                  </a:lnTo>
                  <a:lnTo>
                    <a:pt x="201" y="1845"/>
                  </a:lnTo>
                  <a:lnTo>
                    <a:pt x="361" y="2026"/>
                  </a:lnTo>
                  <a:lnTo>
                    <a:pt x="522" y="2166"/>
                  </a:lnTo>
                  <a:lnTo>
                    <a:pt x="722" y="2286"/>
                  </a:lnTo>
                  <a:lnTo>
                    <a:pt x="963" y="2346"/>
                  </a:lnTo>
                  <a:lnTo>
                    <a:pt x="1063" y="2367"/>
                  </a:lnTo>
                  <a:lnTo>
                    <a:pt x="4151" y="2367"/>
                  </a:lnTo>
                  <a:lnTo>
                    <a:pt x="4272" y="2346"/>
                  </a:lnTo>
                  <a:lnTo>
                    <a:pt x="4492" y="2286"/>
                  </a:lnTo>
                  <a:lnTo>
                    <a:pt x="4693" y="2166"/>
                  </a:lnTo>
                  <a:lnTo>
                    <a:pt x="4853" y="2026"/>
                  </a:lnTo>
                  <a:lnTo>
                    <a:pt x="4974" y="1885"/>
                  </a:lnTo>
                  <a:lnTo>
                    <a:pt x="5074" y="1745"/>
                  </a:lnTo>
                  <a:lnTo>
                    <a:pt x="5134" y="1584"/>
                  </a:lnTo>
                  <a:lnTo>
                    <a:pt x="5194" y="1424"/>
                  </a:lnTo>
                  <a:lnTo>
                    <a:pt x="5214" y="1304"/>
                  </a:lnTo>
                  <a:lnTo>
                    <a:pt x="5214" y="1183"/>
                  </a:lnTo>
                  <a:lnTo>
                    <a:pt x="5214" y="1063"/>
                  </a:lnTo>
                  <a:lnTo>
                    <a:pt x="5194" y="943"/>
                  </a:lnTo>
                  <a:lnTo>
                    <a:pt x="5114" y="722"/>
                  </a:lnTo>
                  <a:lnTo>
                    <a:pt x="5014" y="521"/>
                  </a:lnTo>
                  <a:lnTo>
                    <a:pt x="4873" y="341"/>
                  </a:lnTo>
                  <a:lnTo>
                    <a:pt x="4693" y="201"/>
                  </a:lnTo>
                  <a:lnTo>
                    <a:pt x="4492" y="80"/>
                  </a:lnTo>
                  <a:lnTo>
                    <a:pt x="4272" y="20"/>
                  </a:lnTo>
                  <a:lnTo>
                    <a:pt x="415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9" name="Google Shape;6139;p26"/>
            <p:cNvSpPr/>
            <p:nvPr/>
          </p:nvSpPr>
          <p:spPr>
            <a:xfrm>
              <a:off x="10796925" y="3376638"/>
              <a:ext cx="130375" cy="59175"/>
            </a:xfrm>
            <a:custGeom>
              <a:avLst/>
              <a:gdLst/>
              <a:ahLst/>
              <a:cxnLst/>
              <a:rect l="l" t="t" r="r" b="b"/>
              <a:pathLst>
                <a:path w="5215" h="2367" fill="none" extrusionOk="0">
                  <a:moveTo>
                    <a:pt x="5214" y="1183"/>
                  </a:moveTo>
                  <a:lnTo>
                    <a:pt x="5214" y="1183"/>
                  </a:lnTo>
                  <a:lnTo>
                    <a:pt x="5214" y="1304"/>
                  </a:lnTo>
                  <a:lnTo>
                    <a:pt x="5194" y="1424"/>
                  </a:lnTo>
                  <a:lnTo>
                    <a:pt x="5194" y="1424"/>
                  </a:lnTo>
                  <a:lnTo>
                    <a:pt x="5134" y="1584"/>
                  </a:lnTo>
                  <a:lnTo>
                    <a:pt x="5074" y="1745"/>
                  </a:lnTo>
                  <a:lnTo>
                    <a:pt x="4974" y="1885"/>
                  </a:lnTo>
                  <a:lnTo>
                    <a:pt x="4853" y="2026"/>
                  </a:lnTo>
                  <a:lnTo>
                    <a:pt x="4853" y="2026"/>
                  </a:lnTo>
                  <a:lnTo>
                    <a:pt x="4693" y="2166"/>
                  </a:lnTo>
                  <a:lnTo>
                    <a:pt x="4492" y="2286"/>
                  </a:lnTo>
                  <a:lnTo>
                    <a:pt x="4272" y="2346"/>
                  </a:lnTo>
                  <a:lnTo>
                    <a:pt x="4151" y="2367"/>
                  </a:lnTo>
                  <a:lnTo>
                    <a:pt x="4031" y="2367"/>
                  </a:lnTo>
                  <a:lnTo>
                    <a:pt x="1203" y="2367"/>
                  </a:lnTo>
                  <a:lnTo>
                    <a:pt x="1203" y="2367"/>
                  </a:lnTo>
                  <a:lnTo>
                    <a:pt x="1063" y="2367"/>
                  </a:lnTo>
                  <a:lnTo>
                    <a:pt x="963" y="2346"/>
                  </a:lnTo>
                  <a:lnTo>
                    <a:pt x="722" y="2286"/>
                  </a:lnTo>
                  <a:lnTo>
                    <a:pt x="522" y="2166"/>
                  </a:lnTo>
                  <a:lnTo>
                    <a:pt x="361" y="2026"/>
                  </a:lnTo>
                  <a:lnTo>
                    <a:pt x="201" y="1845"/>
                  </a:lnTo>
                  <a:lnTo>
                    <a:pt x="100" y="1645"/>
                  </a:lnTo>
                  <a:lnTo>
                    <a:pt x="20" y="1424"/>
                  </a:lnTo>
                  <a:lnTo>
                    <a:pt x="0" y="1304"/>
                  </a:lnTo>
                  <a:lnTo>
                    <a:pt x="0" y="1183"/>
                  </a:lnTo>
                  <a:lnTo>
                    <a:pt x="0" y="1183"/>
                  </a:lnTo>
                  <a:lnTo>
                    <a:pt x="0" y="1063"/>
                  </a:lnTo>
                  <a:lnTo>
                    <a:pt x="20" y="943"/>
                  </a:lnTo>
                  <a:lnTo>
                    <a:pt x="100" y="722"/>
                  </a:lnTo>
                  <a:lnTo>
                    <a:pt x="201" y="521"/>
                  </a:lnTo>
                  <a:lnTo>
                    <a:pt x="361" y="341"/>
                  </a:lnTo>
                  <a:lnTo>
                    <a:pt x="361" y="341"/>
                  </a:lnTo>
                  <a:lnTo>
                    <a:pt x="522" y="201"/>
                  </a:lnTo>
                  <a:lnTo>
                    <a:pt x="722" y="80"/>
                  </a:lnTo>
                  <a:lnTo>
                    <a:pt x="963" y="20"/>
                  </a:lnTo>
                  <a:lnTo>
                    <a:pt x="1063" y="0"/>
                  </a:lnTo>
                  <a:lnTo>
                    <a:pt x="1203" y="0"/>
                  </a:lnTo>
                  <a:lnTo>
                    <a:pt x="4031" y="0"/>
                  </a:lnTo>
                  <a:lnTo>
                    <a:pt x="4031" y="0"/>
                  </a:lnTo>
                  <a:lnTo>
                    <a:pt x="4151" y="0"/>
                  </a:lnTo>
                  <a:lnTo>
                    <a:pt x="4272" y="20"/>
                  </a:lnTo>
                  <a:lnTo>
                    <a:pt x="4492" y="80"/>
                  </a:lnTo>
                  <a:lnTo>
                    <a:pt x="4693" y="201"/>
                  </a:lnTo>
                  <a:lnTo>
                    <a:pt x="4873" y="341"/>
                  </a:lnTo>
                  <a:lnTo>
                    <a:pt x="5014" y="521"/>
                  </a:lnTo>
                  <a:lnTo>
                    <a:pt x="5114" y="722"/>
                  </a:lnTo>
                  <a:lnTo>
                    <a:pt x="5194" y="943"/>
                  </a:lnTo>
                  <a:lnTo>
                    <a:pt x="5214" y="1063"/>
                  </a:lnTo>
                  <a:lnTo>
                    <a:pt x="5214" y="118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0" name="Google Shape;6140;p26"/>
            <p:cNvSpPr/>
            <p:nvPr/>
          </p:nvSpPr>
          <p:spPr>
            <a:xfrm>
              <a:off x="10796925" y="3376638"/>
              <a:ext cx="129875" cy="59175"/>
            </a:xfrm>
            <a:custGeom>
              <a:avLst/>
              <a:gdLst/>
              <a:ahLst/>
              <a:cxnLst/>
              <a:rect l="l" t="t" r="r" b="b"/>
              <a:pathLst>
                <a:path w="5195" h="2367" extrusionOk="0">
                  <a:moveTo>
                    <a:pt x="1063" y="0"/>
                  </a:moveTo>
                  <a:lnTo>
                    <a:pt x="963" y="20"/>
                  </a:lnTo>
                  <a:lnTo>
                    <a:pt x="722" y="80"/>
                  </a:lnTo>
                  <a:lnTo>
                    <a:pt x="522" y="201"/>
                  </a:lnTo>
                  <a:lnTo>
                    <a:pt x="361" y="341"/>
                  </a:lnTo>
                  <a:lnTo>
                    <a:pt x="201" y="521"/>
                  </a:lnTo>
                  <a:lnTo>
                    <a:pt x="100" y="722"/>
                  </a:lnTo>
                  <a:lnTo>
                    <a:pt x="20" y="943"/>
                  </a:lnTo>
                  <a:lnTo>
                    <a:pt x="0" y="1063"/>
                  </a:lnTo>
                  <a:lnTo>
                    <a:pt x="0" y="1183"/>
                  </a:lnTo>
                  <a:lnTo>
                    <a:pt x="0" y="1304"/>
                  </a:lnTo>
                  <a:lnTo>
                    <a:pt x="20" y="1424"/>
                  </a:lnTo>
                  <a:lnTo>
                    <a:pt x="100" y="1645"/>
                  </a:lnTo>
                  <a:lnTo>
                    <a:pt x="201" y="1845"/>
                  </a:lnTo>
                  <a:lnTo>
                    <a:pt x="361" y="2026"/>
                  </a:lnTo>
                  <a:lnTo>
                    <a:pt x="522" y="2166"/>
                  </a:lnTo>
                  <a:lnTo>
                    <a:pt x="722" y="2286"/>
                  </a:lnTo>
                  <a:lnTo>
                    <a:pt x="963" y="2346"/>
                  </a:lnTo>
                  <a:lnTo>
                    <a:pt x="1063" y="2367"/>
                  </a:lnTo>
                  <a:lnTo>
                    <a:pt x="4151" y="2367"/>
                  </a:lnTo>
                  <a:lnTo>
                    <a:pt x="4272" y="2346"/>
                  </a:lnTo>
                  <a:lnTo>
                    <a:pt x="4492" y="2286"/>
                  </a:lnTo>
                  <a:lnTo>
                    <a:pt x="4693" y="2166"/>
                  </a:lnTo>
                  <a:lnTo>
                    <a:pt x="4853" y="2026"/>
                  </a:lnTo>
                  <a:lnTo>
                    <a:pt x="4974" y="1885"/>
                  </a:lnTo>
                  <a:lnTo>
                    <a:pt x="5074" y="1745"/>
                  </a:lnTo>
                  <a:lnTo>
                    <a:pt x="5134" y="1584"/>
                  </a:lnTo>
                  <a:lnTo>
                    <a:pt x="5194" y="1424"/>
                  </a:lnTo>
                  <a:lnTo>
                    <a:pt x="4813" y="1524"/>
                  </a:lnTo>
                  <a:lnTo>
                    <a:pt x="4432" y="1604"/>
                  </a:lnTo>
                  <a:lnTo>
                    <a:pt x="4051" y="1645"/>
                  </a:lnTo>
                  <a:lnTo>
                    <a:pt x="3650" y="1665"/>
                  </a:lnTo>
                  <a:lnTo>
                    <a:pt x="3149" y="1645"/>
                  </a:lnTo>
                  <a:lnTo>
                    <a:pt x="2848" y="1624"/>
                  </a:lnTo>
                  <a:lnTo>
                    <a:pt x="2507" y="1604"/>
                  </a:lnTo>
                  <a:lnTo>
                    <a:pt x="2327" y="1564"/>
                  </a:lnTo>
                  <a:lnTo>
                    <a:pt x="2166" y="1544"/>
                  </a:lnTo>
                  <a:lnTo>
                    <a:pt x="2006" y="1484"/>
                  </a:lnTo>
                  <a:lnTo>
                    <a:pt x="1865" y="1424"/>
                  </a:lnTo>
                  <a:lnTo>
                    <a:pt x="1705" y="1344"/>
                  </a:lnTo>
                  <a:lnTo>
                    <a:pt x="1585" y="1243"/>
                  </a:lnTo>
                  <a:lnTo>
                    <a:pt x="1484" y="1143"/>
                  </a:lnTo>
                  <a:lnTo>
                    <a:pt x="1384" y="1063"/>
                  </a:lnTo>
                  <a:lnTo>
                    <a:pt x="1324" y="963"/>
                  </a:lnTo>
                  <a:lnTo>
                    <a:pt x="1264" y="862"/>
                  </a:lnTo>
                  <a:lnTo>
                    <a:pt x="1244" y="762"/>
                  </a:lnTo>
                  <a:lnTo>
                    <a:pt x="1224" y="682"/>
                  </a:lnTo>
                  <a:lnTo>
                    <a:pt x="1224" y="582"/>
                  </a:lnTo>
                  <a:lnTo>
                    <a:pt x="1224" y="501"/>
                  </a:lnTo>
                  <a:lnTo>
                    <a:pt x="1284" y="321"/>
                  </a:lnTo>
                  <a:lnTo>
                    <a:pt x="1384" y="140"/>
                  </a:lnTo>
                  <a:lnTo>
                    <a:pt x="1524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1" name="Google Shape;6141;p26"/>
            <p:cNvSpPr/>
            <p:nvPr/>
          </p:nvSpPr>
          <p:spPr>
            <a:xfrm>
              <a:off x="10796925" y="3376638"/>
              <a:ext cx="129875" cy="59175"/>
            </a:xfrm>
            <a:custGeom>
              <a:avLst/>
              <a:gdLst/>
              <a:ahLst/>
              <a:cxnLst/>
              <a:rect l="l" t="t" r="r" b="b"/>
              <a:pathLst>
                <a:path w="5195" h="2367" fill="none" extrusionOk="0">
                  <a:moveTo>
                    <a:pt x="1524" y="0"/>
                  </a:moveTo>
                  <a:lnTo>
                    <a:pt x="1203" y="0"/>
                  </a:lnTo>
                  <a:lnTo>
                    <a:pt x="1203" y="0"/>
                  </a:lnTo>
                  <a:lnTo>
                    <a:pt x="1063" y="0"/>
                  </a:lnTo>
                  <a:lnTo>
                    <a:pt x="963" y="20"/>
                  </a:lnTo>
                  <a:lnTo>
                    <a:pt x="722" y="80"/>
                  </a:lnTo>
                  <a:lnTo>
                    <a:pt x="522" y="201"/>
                  </a:lnTo>
                  <a:lnTo>
                    <a:pt x="361" y="341"/>
                  </a:lnTo>
                  <a:lnTo>
                    <a:pt x="361" y="341"/>
                  </a:lnTo>
                  <a:lnTo>
                    <a:pt x="201" y="521"/>
                  </a:lnTo>
                  <a:lnTo>
                    <a:pt x="100" y="722"/>
                  </a:lnTo>
                  <a:lnTo>
                    <a:pt x="20" y="943"/>
                  </a:lnTo>
                  <a:lnTo>
                    <a:pt x="0" y="1063"/>
                  </a:lnTo>
                  <a:lnTo>
                    <a:pt x="0" y="1183"/>
                  </a:lnTo>
                  <a:lnTo>
                    <a:pt x="0" y="1183"/>
                  </a:lnTo>
                  <a:lnTo>
                    <a:pt x="0" y="1304"/>
                  </a:lnTo>
                  <a:lnTo>
                    <a:pt x="20" y="1424"/>
                  </a:lnTo>
                  <a:lnTo>
                    <a:pt x="100" y="1645"/>
                  </a:lnTo>
                  <a:lnTo>
                    <a:pt x="201" y="1845"/>
                  </a:lnTo>
                  <a:lnTo>
                    <a:pt x="361" y="2026"/>
                  </a:lnTo>
                  <a:lnTo>
                    <a:pt x="522" y="2166"/>
                  </a:lnTo>
                  <a:lnTo>
                    <a:pt x="722" y="2286"/>
                  </a:lnTo>
                  <a:lnTo>
                    <a:pt x="963" y="2346"/>
                  </a:lnTo>
                  <a:lnTo>
                    <a:pt x="1063" y="2367"/>
                  </a:lnTo>
                  <a:lnTo>
                    <a:pt x="1203" y="2367"/>
                  </a:lnTo>
                  <a:lnTo>
                    <a:pt x="4031" y="2367"/>
                  </a:lnTo>
                  <a:lnTo>
                    <a:pt x="4031" y="2367"/>
                  </a:lnTo>
                  <a:lnTo>
                    <a:pt x="4151" y="2367"/>
                  </a:lnTo>
                  <a:lnTo>
                    <a:pt x="4272" y="2346"/>
                  </a:lnTo>
                  <a:lnTo>
                    <a:pt x="4492" y="2286"/>
                  </a:lnTo>
                  <a:lnTo>
                    <a:pt x="4693" y="2166"/>
                  </a:lnTo>
                  <a:lnTo>
                    <a:pt x="4853" y="2026"/>
                  </a:lnTo>
                  <a:lnTo>
                    <a:pt x="4853" y="2026"/>
                  </a:lnTo>
                  <a:lnTo>
                    <a:pt x="4974" y="1885"/>
                  </a:lnTo>
                  <a:lnTo>
                    <a:pt x="5074" y="1745"/>
                  </a:lnTo>
                  <a:lnTo>
                    <a:pt x="5134" y="1584"/>
                  </a:lnTo>
                  <a:lnTo>
                    <a:pt x="5194" y="1424"/>
                  </a:lnTo>
                  <a:lnTo>
                    <a:pt x="5194" y="1424"/>
                  </a:lnTo>
                  <a:lnTo>
                    <a:pt x="4813" y="1524"/>
                  </a:lnTo>
                  <a:lnTo>
                    <a:pt x="4432" y="1604"/>
                  </a:lnTo>
                  <a:lnTo>
                    <a:pt x="4051" y="1645"/>
                  </a:lnTo>
                  <a:lnTo>
                    <a:pt x="3650" y="1665"/>
                  </a:lnTo>
                  <a:lnTo>
                    <a:pt x="3650" y="1665"/>
                  </a:lnTo>
                  <a:lnTo>
                    <a:pt x="3149" y="1645"/>
                  </a:lnTo>
                  <a:lnTo>
                    <a:pt x="3149" y="1645"/>
                  </a:lnTo>
                  <a:lnTo>
                    <a:pt x="2848" y="1624"/>
                  </a:lnTo>
                  <a:lnTo>
                    <a:pt x="2507" y="1604"/>
                  </a:lnTo>
                  <a:lnTo>
                    <a:pt x="2327" y="1564"/>
                  </a:lnTo>
                  <a:lnTo>
                    <a:pt x="2166" y="1544"/>
                  </a:lnTo>
                  <a:lnTo>
                    <a:pt x="2006" y="1484"/>
                  </a:lnTo>
                  <a:lnTo>
                    <a:pt x="1865" y="1424"/>
                  </a:lnTo>
                  <a:lnTo>
                    <a:pt x="1865" y="1424"/>
                  </a:lnTo>
                  <a:lnTo>
                    <a:pt x="1705" y="1344"/>
                  </a:lnTo>
                  <a:lnTo>
                    <a:pt x="1585" y="1243"/>
                  </a:lnTo>
                  <a:lnTo>
                    <a:pt x="1484" y="1143"/>
                  </a:lnTo>
                  <a:lnTo>
                    <a:pt x="1384" y="1063"/>
                  </a:lnTo>
                  <a:lnTo>
                    <a:pt x="1324" y="963"/>
                  </a:lnTo>
                  <a:lnTo>
                    <a:pt x="1264" y="862"/>
                  </a:lnTo>
                  <a:lnTo>
                    <a:pt x="1244" y="762"/>
                  </a:lnTo>
                  <a:lnTo>
                    <a:pt x="1224" y="682"/>
                  </a:lnTo>
                  <a:lnTo>
                    <a:pt x="1224" y="582"/>
                  </a:lnTo>
                  <a:lnTo>
                    <a:pt x="1224" y="501"/>
                  </a:lnTo>
                  <a:lnTo>
                    <a:pt x="1284" y="321"/>
                  </a:lnTo>
                  <a:lnTo>
                    <a:pt x="1384" y="140"/>
                  </a:lnTo>
                  <a:lnTo>
                    <a:pt x="1524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2" name="Google Shape;6142;p26"/>
            <p:cNvSpPr/>
            <p:nvPr/>
          </p:nvSpPr>
          <p:spPr>
            <a:xfrm>
              <a:off x="10894175" y="3387163"/>
              <a:ext cx="18075" cy="19075"/>
            </a:xfrm>
            <a:custGeom>
              <a:avLst/>
              <a:gdLst/>
              <a:ahLst/>
              <a:cxnLst/>
              <a:rect l="l" t="t" r="r" b="b"/>
              <a:pathLst>
                <a:path w="723" h="763" extrusionOk="0">
                  <a:moveTo>
                    <a:pt x="362" y="0"/>
                  </a:moveTo>
                  <a:lnTo>
                    <a:pt x="282" y="20"/>
                  </a:lnTo>
                  <a:lnTo>
                    <a:pt x="201" y="40"/>
                  </a:lnTo>
                  <a:lnTo>
                    <a:pt x="141" y="80"/>
                  </a:lnTo>
                  <a:lnTo>
                    <a:pt x="101" y="121"/>
                  </a:lnTo>
                  <a:lnTo>
                    <a:pt x="61" y="181"/>
                  </a:lnTo>
                  <a:lnTo>
                    <a:pt x="21" y="241"/>
                  </a:lnTo>
                  <a:lnTo>
                    <a:pt x="1" y="381"/>
                  </a:lnTo>
                  <a:lnTo>
                    <a:pt x="21" y="522"/>
                  </a:lnTo>
                  <a:lnTo>
                    <a:pt x="61" y="582"/>
                  </a:lnTo>
                  <a:lnTo>
                    <a:pt x="101" y="642"/>
                  </a:lnTo>
                  <a:lnTo>
                    <a:pt x="141" y="682"/>
                  </a:lnTo>
                  <a:lnTo>
                    <a:pt x="201" y="722"/>
                  </a:lnTo>
                  <a:lnTo>
                    <a:pt x="282" y="742"/>
                  </a:lnTo>
                  <a:lnTo>
                    <a:pt x="362" y="762"/>
                  </a:lnTo>
                  <a:lnTo>
                    <a:pt x="442" y="742"/>
                  </a:lnTo>
                  <a:lnTo>
                    <a:pt x="522" y="722"/>
                  </a:lnTo>
                  <a:lnTo>
                    <a:pt x="582" y="682"/>
                  </a:lnTo>
                  <a:lnTo>
                    <a:pt x="643" y="642"/>
                  </a:lnTo>
                  <a:lnTo>
                    <a:pt x="683" y="582"/>
                  </a:lnTo>
                  <a:lnTo>
                    <a:pt x="703" y="522"/>
                  </a:lnTo>
                  <a:lnTo>
                    <a:pt x="723" y="381"/>
                  </a:lnTo>
                  <a:lnTo>
                    <a:pt x="703" y="241"/>
                  </a:lnTo>
                  <a:lnTo>
                    <a:pt x="683" y="181"/>
                  </a:lnTo>
                  <a:lnTo>
                    <a:pt x="643" y="121"/>
                  </a:lnTo>
                  <a:lnTo>
                    <a:pt x="582" y="80"/>
                  </a:lnTo>
                  <a:lnTo>
                    <a:pt x="522" y="40"/>
                  </a:lnTo>
                  <a:lnTo>
                    <a:pt x="442" y="20"/>
                  </a:lnTo>
                  <a:lnTo>
                    <a:pt x="36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3" name="Google Shape;6143;p26"/>
            <p:cNvSpPr/>
            <p:nvPr/>
          </p:nvSpPr>
          <p:spPr>
            <a:xfrm>
              <a:off x="10137625" y="3130463"/>
              <a:ext cx="985200" cy="699925"/>
            </a:xfrm>
            <a:custGeom>
              <a:avLst/>
              <a:gdLst/>
              <a:ahLst/>
              <a:cxnLst/>
              <a:rect l="l" t="t" r="r" b="b"/>
              <a:pathLst>
                <a:path w="39408" h="27997" extrusionOk="0">
                  <a:moveTo>
                    <a:pt x="7681" y="0"/>
                  </a:moveTo>
                  <a:lnTo>
                    <a:pt x="7341" y="20"/>
                  </a:lnTo>
                  <a:lnTo>
                    <a:pt x="7000" y="81"/>
                  </a:lnTo>
                  <a:lnTo>
                    <a:pt x="6659" y="121"/>
                  </a:lnTo>
                  <a:lnTo>
                    <a:pt x="6338" y="201"/>
                  </a:lnTo>
                  <a:lnTo>
                    <a:pt x="6017" y="281"/>
                  </a:lnTo>
                  <a:lnTo>
                    <a:pt x="5696" y="381"/>
                  </a:lnTo>
                  <a:lnTo>
                    <a:pt x="5395" y="482"/>
                  </a:lnTo>
                  <a:lnTo>
                    <a:pt x="5094" y="602"/>
                  </a:lnTo>
                  <a:lnTo>
                    <a:pt x="4794" y="742"/>
                  </a:lnTo>
                  <a:lnTo>
                    <a:pt x="4493" y="883"/>
                  </a:lnTo>
                  <a:lnTo>
                    <a:pt x="4212" y="1043"/>
                  </a:lnTo>
                  <a:lnTo>
                    <a:pt x="3931" y="1204"/>
                  </a:lnTo>
                  <a:lnTo>
                    <a:pt x="3650" y="1364"/>
                  </a:lnTo>
                  <a:lnTo>
                    <a:pt x="3390" y="1565"/>
                  </a:lnTo>
                  <a:lnTo>
                    <a:pt x="3129" y="1745"/>
                  </a:lnTo>
                  <a:lnTo>
                    <a:pt x="2888" y="1966"/>
                  </a:lnTo>
                  <a:lnTo>
                    <a:pt x="2648" y="2166"/>
                  </a:lnTo>
                  <a:lnTo>
                    <a:pt x="2407" y="2407"/>
                  </a:lnTo>
                  <a:lnTo>
                    <a:pt x="2186" y="2627"/>
                  </a:lnTo>
                  <a:lnTo>
                    <a:pt x="1986" y="2868"/>
                  </a:lnTo>
                  <a:lnTo>
                    <a:pt x="1765" y="3129"/>
                  </a:lnTo>
                  <a:lnTo>
                    <a:pt x="1585" y="3369"/>
                  </a:lnTo>
                  <a:lnTo>
                    <a:pt x="1384" y="3650"/>
                  </a:lnTo>
                  <a:lnTo>
                    <a:pt x="1224" y="3911"/>
                  </a:lnTo>
                  <a:lnTo>
                    <a:pt x="1063" y="4192"/>
                  </a:lnTo>
                  <a:lnTo>
                    <a:pt x="903" y="4493"/>
                  </a:lnTo>
                  <a:lnTo>
                    <a:pt x="763" y="4773"/>
                  </a:lnTo>
                  <a:lnTo>
                    <a:pt x="622" y="5074"/>
                  </a:lnTo>
                  <a:lnTo>
                    <a:pt x="502" y="5375"/>
                  </a:lnTo>
                  <a:lnTo>
                    <a:pt x="402" y="5696"/>
                  </a:lnTo>
                  <a:lnTo>
                    <a:pt x="301" y="6017"/>
                  </a:lnTo>
                  <a:lnTo>
                    <a:pt x="221" y="6338"/>
                  </a:lnTo>
                  <a:lnTo>
                    <a:pt x="121" y="6799"/>
                  </a:lnTo>
                  <a:lnTo>
                    <a:pt x="61" y="7260"/>
                  </a:lnTo>
                  <a:lnTo>
                    <a:pt x="21" y="7741"/>
                  </a:lnTo>
                  <a:lnTo>
                    <a:pt x="1" y="8223"/>
                  </a:lnTo>
                  <a:lnTo>
                    <a:pt x="1" y="19754"/>
                  </a:lnTo>
                  <a:lnTo>
                    <a:pt x="21" y="20175"/>
                  </a:lnTo>
                  <a:lnTo>
                    <a:pt x="41" y="20596"/>
                  </a:lnTo>
                  <a:lnTo>
                    <a:pt x="101" y="21017"/>
                  </a:lnTo>
                  <a:lnTo>
                    <a:pt x="181" y="21419"/>
                  </a:lnTo>
                  <a:lnTo>
                    <a:pt x="261" y="21820"/>
                  </a:lnTo>
                  <a:lnTo>
                    <a:pt x="382" y="22221"/>
                  </a:lnTo>
                  <a:lnTo>
                    <a:pt x="502" y="22602"/>
                  </a:lnTo>
                  <a:lnTo>
                    <a:pt x="662" y="22963"/>
                  </a:lnTo>
                  <a:lnTo>
                    <a:pt x="823" y="23344"/>
                  </a:lnTo>
                  <a:lnTo>
                    <a:pt x="1003" y="23685"/>
                  </a:lnTo>
                  <a:lnTo>
                    <a:pt x="1204" y="24026"/>
                  </a:lnTo>
                  <a:lnTo>
                    <a:pt x="1424" y="24367"/>
                  </a:lnTo>
                  <a:lnTo>
                    <a:pt x="1645" y="24687"/>
                  </a:lnTo>
                  <a:lnTo>
                    <a:pt x="1886" y="25008"/>
                  </a:lnTo>
                  <a:lnTo>
                    <a:pt x="2146" y="25309"/>
                  </a:lnTo>
                  <a:lnTo>
                    <a:pt x="2427" y="25590"/>
                  </a:lnTo>
                  <a:lnTo>
                    <a:pt x="2708" y="25871"/>
                  </a:lnTo>
                  <a:lnTo>
                    <a:pt x="3009" y="26131"/>
                  </a:lnTo>
                  <a:lnTo>
                    <a:pt x="3330" y="26372"/>
                  </a:lnTo>
                  <a:lnTo>
                    <a:pt x="3650" y="26593"/>
                  </a:lnTo>
                  <a:lnTo>
                    <a:pt x="3971" y="26813"/>
                  </a:lnTo>
                  <a:lnTo>
                    <a:pt x="4332" y="27014"/>
                  </a:lnTo>
                  <a:lnTo>
                    <a:pt x="4673" y="27194"/>
                  </a:lnTo>
                  <a:lnTo>
                    <a:pt x="5034" y="27355"/>
                  </a:lnTo>
                  <a:lnTo>
                    <a:pt x="5415" y="27515"/>
                  </a:lnTo>
                  <a:lnTo>
                    <a:pt x="5796" y="27635"/>
                  </a:lnTo>
                  <a:lnTo>
                    <a:pt x="6197" y="27756"/>
                  </a:lnTo>
                  <a:lnTo>
                    <a:pt x="6598" y="27836"/>
                  </a:lnTo>
                  <a:lnTo>
                    <a:pt x="7000" y="27916"/>
                  </a:lnTo>
                  <a:lnTo>
                    <a:pt x="7401" y="27956"/>
                  </a:lnTo>
                  <a:lnTo>
                    <a:pt x="7822" y="27996"/>
                  </a:lnTo>
                  <a:lnTo>
                    <a:pt x="32068" y="27996"/>
                  </a:lnTo>
                  <a:lnTo>
                    <a:pt x="32649" y="27976"/>
                  </a:lnTo>
                  <a:lnTo>
                    <a:pt x="33251" y="27916"/>
                  </a:lnTo>
                  <a:lnTo>
                    <a:pt x="33812" y="27816"/>
                  </a:lnTo>
                  <a:lnTo>
                    <a:pt x="34374" y="27676"/>
                  </a:lnTo>
                  <a:lnTo>
                    <a:pt x="34915" y="27495"/>
                  </a:lnTo>
                  <a:lnTo>
                    <a:pt x="35437" y="27295"/>
                  </a:lnTo>
                  <a:lnTo>
                    <a:pt x="35938" y="27034"/>
                  </a:lnTo>
                  <a:lnTo>
                    <a:pt x="36420" y="26753"/>
                  </a:lnTo>
                  <a:lnTo>
                    <a:pt x="36901" y="26452"/>
                  </a:lnTo>
                  <a:lnTo>
                    <a:pt x="37322" y="26111"/>
                  </a:lnTo>
                  <a:lnTo>
                    <a:pt x="37743" y="25730"/>
                  </a:lnTo>
                  <a:lnTo>
                    <a:pt x="38144" y="25329"/>
                  </a:lnTo>
                  <a:lnTo>
                    <a:pt x="38505" y="24908"/>
                  </a:lnTo>
                  <a:lnTo>
                    <a:pt x="38826" y="24467"/>
                  </a:lnTo>
                  <a:lnTo>
                    <a:pt x="39147" y="23986"/>
                  </a:lnTo>
                  <a:lnTo>
                    <a:pt x="39408" y="23504"/>
                  </a:lnTo>
                  <a:lnTo>
                    <a:pt x="39408" y="23504"/>
                  </a:lnTo>
                  <a:lnTo>
                    <a:pt x="39007" y="23705"/>
                  </a:lnTo>
                  <a:lnTo>
                    <a:pt x="38605" y="23885"/>
                  </a:lnTo>
                  <a:lnTo>
                    <a:pt x="38204" y="24066"/>
                  </a:lnTo>
                  <a:lnTo>
                    <a:pt x="37803" y="24226"/>
                  </a:lnTo>
                  <a:lnTo>
                    <a:pt x="37382" y="24387"/>
                  </a:lnTo>
                  <a:lnTo>
                    <a:pt x="36961" y="24527"/>
                  </a:lnTo>
                  <a:lnTo>
                    <a:pt x="36099" y="24768"/>
                  </a:lnTo>
                  <a:lnTo>
                    <a:pt x="35216" y="24988"/>
                  </a:lnTo>
                  <a:lnTo>
                    <a:pt x="34334" y="25149"/>
                  </a:lnTo>
                  <a:lnTo>
                    <a:pt x="33451" y="25289"/>
                  </a:lnTo>
                  <a:lnTo>
                    <a:pt x="32569" y="25409"/>
                  </a:lnTo>
                  <a:lnTo>
                    <a:pt x="31085" y="25550"/>
                  </a:lnTo>
                  <a:lnTo>
                    <a:pt x="29581" y="25630"/>
                  </a:lnTo>
                  <a:lnTo>
                    <a:pt x="28077" y="25690"/>
                  </a:lnTo>
                  <a:lnTo>
                    <a:pt x="26573" y="25710"/>
                  </a:lnTo>
                  <a:lnTo>
                    <a:pt x="24788" y="25690"/>
                  </a:lnTo>
                  <a:lnTo>
                    <a:pt x="23003" y="25610"/>
                  </a:lnTo>
                  <a:lnTo>
                    <a:pt x="21218" y="25510"/>
                  </a:lnTo>
                  <a:lnTo>
                    <a:pt x="19433" y="25369"/>
                  </a:lnTo>
                  <a:lnTo>
                    <a:pt x="17709" y="25209"/>
                  </a:lnTo>
                  <a:lnTo>
                    <a:pt x="15984" y="25008"/>
                  </a:lnTo>
                  <a:lnTo>
                    <a:pt x="15122" y="24888"/>
                  </a:lnTo>
                  <a:lnTo>
                    <a:pt x="14259" y="24768"/>
                  </a:lnTo>
                  <a:lnTo>
                    <a:pt x="13397" y="24607"/>
                  </a:lnTo>
                  <a:lnTo>
                    <a:pt x="12555" y="24427"/>
                  </a:lnTo>
                  <a:lnTo>
                    <a:pt x="11813" y="24266"/>
                  </a:lnTo>
                  <a:lnTo>
                    <a:pt x="11071" y="24046"/>
                  </a:lnTo>
                  <a:lnTo>
                    <a:pt x="10329" y="23825"/>
                  </a:lnTo>
                  <a:lnTo>
                    <a:pt x="9948" y="23685"/>
                  </a:lnTo>
                  <a:lnTo>
                    <a:pt x="9587" y="23544"/>
                  </a:lnTo>
                  <a:lnTo>
                    <a:pt x="9246" y="23384"/>
                  </a:lnTo>
                  <a:lnTo>
                    <a:pt x="8885" y="23203"/>
                  </a:lnTo>
                  <a:lnTo>
                    <a:pt x="8564" y="23023"/>
                  </a:lnTo>
                  <a:lnTo>
                    <a:pt x="8223" y="22822"/>
                  </a:lnTo>
                  <a:lnTo>
                    <a:pt x="7902" y="22602"/>
                  </a:lnTo>
                  <a:lnTo>
                    <a:pt x="7601" y="22381"/>
                  </a:lnTo>
                  <a:lnTo>
                    <a:pt x="7300" y="22141"/>
                  </a:lnTo>
                  <a:lnTo>
                    <a:pt x="7020" y="21880"/>
                  </a:lnTo>
                  <a:lnTo>
                    <a:pt x="6759" y="21579"/>
                  </a:lnTo>
                  <a:lnTo>
                    <a:pt x="6518" y="21258"/>
                  </a:lnTo>
                  <a:lnTo>
                    <a:pt x="6298" y="20937"/>
                  </a:lnTo>
                  <a:lnTo>
                    <a:pt x="6097" y="20596"/>
                  </a:lnTo>
                  <a:lnTo>
                    <a:pt x="5917" y="20255"/>
                  </a:lnTo>
                  <a:lnTo>
                    <a:pt x="5756" y="19874"/>
                  </a:lnTo>
                  <a:lnTo>
                    <a:pt x="5616" y="19513"/>
                  </a:lnTo>
                  <a:lnTo>
                    <a:pt x="5495" y="19132"/>
                  </a:lnTo>
                  <a:lnTo>
                    <a:pt x="5375" y="18731"/>
                  </a:lnTo>
                  <a:lnTo>
                    <a:pt x="5275" y="18350"/>
                  </a:lnTo>
                  <a:lnTo>
                    <a:pt x="5094" y="17548"/>
                  </a:lnTo>
                  <a:lnTo>
                    <a:pt x="4954" y="16766"/>
                  </a:lnTo>
                  <a:lnTo>
                    <a:pt x="4834" y="16004"/>
                  </a:lnTo>
                  <a:lnTo>
                    <a:pt x="4713" y="15162"/>
                  </a:lnTo>
                  <a:lnTo>
                    <a:pt x="4633" y="14319"/>
                  </a:lnTo>
                  <a:lnTo>
                    <a:pt x="4553" y="13477"/>
                  </a:lnTo>
                  <a:lnTo>
                    <a:pt x="4513" y="12635"/>
                  </a:lnTo>
                  <a:lnTo>
                    <a:pt x="4513" y="11792"/>
                  </a:lnTo>
                  <a:lnTo>
                    <a:pt x="4513" y="10950"/>
                  </a:lnTo>
                  <a:lnTo>
                    <a:pt x="4533" y="10108"/>
                  </a:lnTo>
                  <a:lnTo>
                    <a:pt x="4593" y="9265"/>
                  </a:lnTo>
                  <a:lnTo>
                    <a:pt x="4633" y="8664"/>
                  </a:lnTo>
                  <a:lnTo>
                    <a:pt x="4693" y="8062"/>
                  </a:lnTo>
                  <a:lnTo>
                    <a:pt x="4774" y="7461"/>
                  </a:lnTo>
                  <a:lnTo>
                    <a:pt x="4874" y="6839"/>
                  </a:lnTo>
                  <a:lnTo>
                    <a:pt x="4974" y="6217"/>
                  </a:lnTo>
                  <a:lnTo>
                    <a:pt x="5094" y="5596"/>
                  </a:lnTo>
                  <a:lnTo>
                    <a:pt x="5255" y="4974"/>
                  </a:lnTo>
                  <a:lnTo>
                    <a:pt x="5415" y="4352"/>
                  </a:lnTo>
                  <a:lnTo>
                    <a:pt x="5616" y="3750"/>
                  </a:lnTo>
                  <a:lnTo>
                    <a:pt x="5816" y="3169"/>
                  </a:lnTo>
                  <a:lnTo>
                    <a:pt x="6057" y="2587"/>
                  </a:lnTo>
                  <a:lnTo>
                    <a:pt x="6318" y="2026"/>
                  </a:lnTo>
                  <a:lnTo>
                    <a:pt x="6619" y="1484"/>
                  </a:lnTo>
                  <a:lnTo>
                    <a:pt x="6939" y="963"/>
                  </a:lnTo>
                  <a:lnTo>
                    <a:pt x="7280" y="462"/>
                  </a:lnTo>
                  <a:lnTo>
                    <a:pt x="7681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4" name="Google Shape;6144;p26"/>
            <p:cNvSpPr/>
            <p:nvPr/>
          </p:nvSpPr>
          <p:spPr>
            <a:xfrm>
              <a:off x="10137625" y="3130463"/>
              <a:ext cx="985200" cy="699925"/>
            </a:xfrm>
            <a:custGeom>
              <a:avLst/>
              <a:gdLst/>
              <a:ahLst/>
              <a:cxnLst/>
              <a:rect l="l" t="t" r="r" b="b"/>
              <a:pathLst>
                <a:path w="39408" h="27997" fill="none" extrusionOk="0">
                  <a:moveTo>
                    <a:pt x="7681" y="0"/>
                  </a:moveTo>
                  <a:lnTo>
                    <a:pt x="7681" y="0"/>
                  </a:lnTo>
                  <a:lnTo>
                    <a:pt x="7341" y="20"/>
                  </a:lnTo>
                  <a:lnTo>
                    <a:pt x="7000" y="81"/>
                  </a:lnTo>
                  <a:lnTo>
                    <a:pt x="6659" y="121"/>
                  </a:lnTo>
                  <a:lnTo>
                    <a:pt x="6338" y="201"/>
                  </a:lnTo>
                  <a:lnTo>
                    <a:pt x="6017" y="281"/>
                  </a:lnTo>
                  <a:lnTo>
                    <a:pt x="5696" y="381"/>
                  </a:lnTo>
                  <a:lnTo>
                    <a:pt x="5395" y="482"/>
                  </a:lnTo>
                  <a:lnTo>
                    <a:pt x="5094" y="602"/>
                  </a:lnTo>
                  <a:lnTo>
                    <a:pt x="4794" y="742"/>
                  </a:lnTo>
                  <a:lnTo>
                    <a:pt x="4493" y="883"/>
                  </a:lnTo>
                  <a:lnTo>
                    <a:pt x="4212" y="1043"/>
                  </a:lnTo>
                  <a:lnTo>
                    <a:pt x="3931" y="1204"/>
                  </a:lnTo>
                  <a:lnTo>
                    <a:pt x="3650" y="1364"/>
                  </a:lnTo>
                  <a:lnTo>
                    <a:pt x="3390" y="1565"/>
                  </a:lnTo>
                  <a:lnTo>
                    <a:pt x="3129" y="1745"/>
                  </a:lnTo>
                  <a:lnTo>
                    <a:pt x="2888" y="1966"/>
                  </a:lnTo>
                  <a:lnTo>
                    <a:pt x="2648" y="2166"/>
                  </a:lnTo>
                  <a:lnTo>
                    <a:pt x="2407" y="2407"/>
                  </a:lnTo>
                  <a:lnTo>
                    <a:pt x="2186" y="2627"/>
                  </a:lnTo>
                  <a:lnTo>
                    <a:pt x="1986" y="2868"/>
                  </a:lnTo>
                  <a:lnTo>
                    <a:pt x="1765" y="3129"/>
                  </a:lnTo>
                  <a:lnTo>
                    <a:pt x="1585" y="3369"/>
                  </a:lnTo>
                  <a:lnTo>
                    <a:pt x="1384" y="3650"/>
                  </a:lnTo>
                  <a:lnTo>
                    <a:pt x="1224" y="3911"/>
                  </a:lnTo>
                  <a:lnTo>
                    <a:pt x="1063" y="4192"/>
                  </a:lnTo>
                  <a:lnTo>
                    <a:pt x="903" y="4493"/>
                  </a:lnTo>
                  <a:lnTo>
                    <a:pt x="763" y="4773"/>
                  </a:lnTo>
                  <a:lnTo>
                    <a:pt x="622" y="5074"/>
                  </a:lnTo>
                  <a:lnTo>
                    <a:pt x="502" y="5375"/>
                  </a:lnTo>
                  <a:lnTo>
                    <a:pt x="402" y="5696"/>
                  </a:lnTo>
                  <a:lnTo>
                    <a:pt x="301" y="6017"/>
                  </a:lnTo>
                  <a:lnTo>
                    <a:pt x="221" y="6338"/>
                  </a:lnTo>
                  <a:lnTo>
                    <a:pt x="221" y="6338"/>
                  </a:lnTo>
                  <a:lnTo>
                    <a:pt x="121" y="6799"/>
                  </a:lnTo>
                  <a:lnTo>
                    <a:pt x="61" y="7260"/>
                  </a:lnTo>
                  <a:lnTo>
                    <a:pt x="21" y="7741"/>
                  </a:lnTo>
                  <a:lnTo>
                    <a:pt x="1" y="8223"/>
                  </a:lnTo>
                  <a:lnTo>
                    <a:pt x="1" y="19754"/>
                  </a:lnTo>
                  <a:lnTo>
                    <a:pt x="1" y="19754"/>
                  </a:lnTo>
                  <a:lnTo>
                    <a:pt x="21" y="20175"/>
                  </a:lnTo>
                  <a:lnTo>
                    <a:pt x="41" y="20596"/>
                  </a:lnTo>
                  <a:lnTo>
                    <a:pt x="101" y="21017"/>
                  </a:lnTo>
                  <a:lnTo>
                    <a:pt x="181" y="21419"/>
                  </a:lnTo>
                  <a:lnTo>
                    <a:pt x="261" y="21820"/>
                  </a:lnTo>
                  <a:lnTo>
                    <a:pt x="382" y="22221"/>
                  </a:lnTo>
                  <a:lnTo>
                    <a:pt x="502" y="22602"/>
                  </a:lnTo>
                  <a:lnTo>
                    <a:pt x="662" y="22963"/>
                  </a:lnTo>
                  <a:lnTo>
                    <a:pt x="823" y="23344"/>
                  </a:lnTo>
                  <a:lnTo>
                    <a:pt x="1003" y="23685"/>
                  </a:lnTo>
                  <a:lnTo>
                    <a:pt x="1204" y="24026"/>
                  </a:lnTo>
                  <a:lnTo>
                    <a:pt x="1424" y="24367"/>
                  </a:lnTo>
                  <a:lnTo>
                    <a:pt x="1645" y="24687"/>
                  </a:lnTo>
                  <a:lnTo>
                    <a:pt x="1886" y="25008"/>
                  </a:lnTo>
                  <a:lnTo>
                    <a:pt x="2146" y="25309"/>
                  </a:lnTo>
                  <a:lnTo>
                    <a:pt x="2427" y="25590"/>
                  </a:lnTo>
                  <a:lnTo>
                    <a:pt x="2708" y="25871"/>
                  </a:lnTo>
                  <a:lnTo>
                    <a:pt x="3009" y="26131"/>
                  </a:lnTo>
                  <a:lnTo>
                    <a:pt x="3330" y="26372"/>
                  </a:lnTo>
                  <a:lnTo>
                    <a:pt x="3650" y="26593"/>
                  </a:lnTo>
                  <a:lnTo>
                    <a:pt x="3971" y="26813"/>
                  </a:lnTo>
                  <a:lnTo>
                    <a:pt x="4332" y="27014"/>
                  </a:lnTo>
                  <a:lnTo>
                    <a:pt x="4673" y="27194"/>
                  </a:lnTo>
                  <a:lnTo>
                    <a:pt x="5034" y="27355"/>
                  </a:lnTo>
                  <a:lnTo>
                    <a:pt x="5415" y="27515"/>
                  </a:lnTo>
                  <a:lnTo>
                    <a:pt x="5796" y="27635"/>
                  </a:lnTo>
                  <a:lnTo>
                    <a:pt x="6197" y="27756"/>
                  </a:lnTo>
                  <a:lnTo>
                    <a:pt x="6598" y="27836"/>
                  </a:lnTo>
                  <a:lnTo>
                    <a:pt x="7000" y="27916"/>
                  </a:lnTo>
                  <a:lnTo>
                    <a:pt x="7401" y="27956"/>
                  </a:lnTo>
                  <a:lnTo>
                    <a:pt x="7822" y="27996"/>
                  </a:lnTo>
                  <a:lnTo>
                    <a:pt x="8263" y="27996"/>
                  </a:lnTo>
                  <a:lnTo>
                    <a:pt x="32068" y="27996"/>
                  </a:lnTo>
                  <a:lnTo>
                    <a:pt x="32068" y="27996"/>
                  </a:lnTo>
                  <a:lnTo>
                    <a:pt x="32649" y="27976"/>
                  </a:lnTo>
                  <a:lnTo>
                    <a:pt x="33251" y="27916"/>
                  </a:lnTo>
                  <a:lnTo>
                    <a:pt x="33812" y="27816"/>
                  </a:lnTo>
                  <a:lnTo>
                    <a:pt x="34374" y="27676"/>
                  </a:lnTo>
                  <a:lnTo>
                    <a:pt x="34915" y="27495"/>
                  </a:lnTo>
                  <a:lnTo>
                    <a:pt x="35437" y="27295"/>
                  </a:lnTo>
                  <a:lnTo>
                    <a:pt x="35938" y="27034"/>
                  </a:lnTo>
                  <a:lnTo>
                    <a:pt x="36420" y="26753"/>
                  </a:lnTo>
                  <a:lnTo>
                    <a:pt x="36901" y="26452"/>
                  </a:lnTo>
                  <a:lnTo>
                    <a:pt x="37322" y="26111"/>
                  </a:lnTo>
                  <a:lnTo>
                    <a:pt x="37743" y="25730"/>
                  </a:lnTo>
                  <a:lnTo>
                    <a:pt x="38144" y="25329"/>
                  </a:lnTo>
                  <a:lnTo>
                    <a:pt x="38505" y="24908"/>
                  </a:lnTo>
                  <a:lnTo>
                    <a:pt x="38826" y="24467"/>
                  </a:lnTo>
                  <a:lnTo>
                    <a:pt x="39147" y="23986"/>
                  </a:lnTo>
                  <a:lnTo>
                    <a:pt x="39408" y="23504"/>
                  </a:lnTo>
                  <a:lnTo>
                    <a:pt x="39408" y="23504"/>
                  </a:lnTo>
                  <a:lnTo>
                    <a:pt x="39007" y="23705"/>
                  </a:lnTo>
                  <a:lnTo>
                    <a:pt x="38605" y="23885"/>
                  </a:lnTo>
                  <a:lnTo>
                    <a:pt x="38204" y="24066"/>
                  </a:lnTo>
                  <a:lnTo>
                    <a:pt x="37803" y="24226"/>
                  </a:lnTo>
                  <a:lnTo>
                    <a:pt x="37382" y="24387"/>
                  </a:lnTo>
                  <a:lnTo>
                    <a:pt x="36961" y="24527"/>
                  </a:lnTo>
                  <a:lnTo>
                    <a:pt x="36099" y="24768"/>
                  </a:lnTo>
                  <a:lnTo>
                    <a:pt x="35216" y="24988"/>
                  </a:lnTo>
                  <a:lnTo>
                    <a:pt x="34334" y="25149"/>
                  </a:lnTo>
                  <a:lnTo>
                    <a:pt x="33451" y="25289"/>
                  </a:lnTo>
                  <a:lnTo>
                    <a:pt x="32569" y="25409"/>
                  </a:lnTo>
                  <a:lnTo>
                    <a:pt x="32569" y="25409"/>
                  </a:lnTo>
                  <a:lnTo>
                    <a:pt x="31085" y="25550"/>
                  </a:lnTo>
                  <a:lnTo>
                    <a:pt x="29581" y="25630"/>
                  </a:lnTo>
                  <a:lnTo>
                    <a:pt x="28077" y="25690"/>
                  </a:lnTo>
                  <a:lnTo>
                    <a:pt x="26573" y="25710"/>
                  </a:lnTo>
                  <a:lnTo>
                    <a:pt x="26573" y="25710"/>
                  </a:lnTo>
                  <a:lnTo>
                    <a:pt x="24788" y="25690"/>
                  </a:lnTo>
                  <a:lnTo>
                    <a:pt x="23003" y="25610"/>
                  </a:lnTo>
                  <a:lnTo>
                    <a:pt x="21218" y="25510"/>
                  </a:lnTo>
                  <a:lnTo>
                    <a:pt x="19433" y="25369"/>
                  </a:lnTo>
                  <a:lnTo>
                    <a:pt x="19433" y="25369"/>
                  </a:lnTo>
                  <a:lnTo>
                    <a:pt x="17709" y="25209"/>
                  </a:lnTo>
                  <a:lnTo>
                    <a:pt x="15984" y="25008"/>
                  </a:lnTo>
                  <a:lnTo>
                    <a:pt x="15122" y="24888"/>
                  </a:lnTo>
                  <a:lnTo>
                    <a:pt x="14259" y="24768"/>
                  </a:lnTo>
                  <a:lnTo>
                    <a:pt x="13397" y="24607"/>
                  </a:lnTo>
                  <a:lnTo>
                    <a:pt x="12555" y="24427"/>
                  </a:lnTo>
                  <a:lnTo>
                    <a:pt x="12555" y="24427"/>
                  </a:lnTo>
                  <a:lnTo>
                    <a:pt x="11813" y="24266"/>
                  </a:lnTo>
                  <a:lnTo>
                    <a:pt x="11071" y="24046"/>
                  </a:lnTo>
                  <a:lnTo>
                    <a:pt x="10329" y="23825"/>
                  </a:lnTo>
                  <a:lnTo>
                    <a:pt x="9948" y="23685"/>
                  </a:lnTo>
                  <a:lnTo>
                    <a:pt x="9587" y="23544"/>
                  </a:lnTo>
                  <a:lnTo>
                    <a:pt x="9246" y="23384"/>
                  </a:lnTo>
                  <a:lnTo>
                    <a:pt x="8885" y="23203"/>
                  </a:lnTo>
                  <a:lnTo>
                    <a:pt x="8564" y="23023"/>
                  </a:lnTo>
                  <a:lnTo>
                    <a:pt x="8223" y="22822"/>
                  </a:lnTo>
                  <a:lnTo>
                    <a:pt x="7902" y="22602"/>
                  </a:lnTo>
                  <a:lnTo>
                    <a:pt x="7601" y="22381"/>
                  </a:lnTo>
                  <a:lnTo>
                    <a:pt x="7300" y="22141"/>
                  </a:lnTo>
                  <a:lnTo>
                    <a:pt x="7020" y="21880"/>
                  </a:lnTo>
                  <a:lnTo>
                    <a:pt x="7020" y="21880"/>
                  </a:lnTo>
                  <a:lnTo>
                    <a:pt x="6759" y="21579"/>
                  </a:lnTo>
                  <a:lnTo>
                    <a:pt x="6518" y="21258"/>
                  </a:lnTo>
                  <a:lnTo>
                    <a:pt x="6298" y="20937"/>
                  </a:lnTo>
                  <a:lnTo>
                    <a:pt x="6097" y="20596"/>
                  </a:lnTo>
                  <a:lnTo>
                    <a:pt x="5917" y="20255"/>
                  </a:lnTo>
                  <a:lnTo>
                    <a:pt x="5756" y="19874"/>
                  </a:lnTo>
                  <a:lnTo>
                    <a:pt x="5616" y="19513"/>
                  </a:lnTo>
                  <a:lnTo>
                    <a:pt x="5495" y="19132"/>
                  </a:lnTo>
                  <a:lnTo>
                    <a:pt x="5375" y="18731"/>
                  </a:lnTo>
                  <a:lnTo>
                    <a:pt x="5275" y="18350"/>
                  </a:lnTo>
                  <a:lnTo>
                    <a:pt x="5094" y="17548"/>
                  </a:lnTo>
                  <a:lnTo>
                    <a:pt x="4954" y="16766"/>
                  </a:lnTo>
                  <a:lnTo>
                    <a:pt x="4834" y="16004"/>
                  </a:lnTo>
                  <a:lnTo>
                    <a:pt x="4834" y="16004"/>
                  </a:lnTo>
                  <a:lnTo>
                    <a:pt x="4713" y="15162"/>
                  </a:lnTo>
                  <a:lnTo>
                    <a:pt x="4633" y="14319"/>
                  </a:lnTo>
                  <a:lnTo>
                    <a:pt x="4553" y="13477"/>
                  </a:lnTo>
                  <a:lnTo>
                    <a:pt x="4513" y="12635"/>
                  </a:lnTo>
                  <a:lnTo>
                    <a:pt x="4513" y="11792"/>
                  </a:lnTo>
                  <a:lnTo>
                    <a:pt x="4513" y="10950"/>
                  </a:lnTo>
                  <a:lnTo>
                    <a:pt x="4533" y="10108"/>
                  </a:lnTo>
                  <a:lnTo>
                    <a:pt x="4593" y="9265"/>
                  </a:lnTo>
                  <a:lnTo>
                    <a:pt x="4593" y="9265"/>
                  </a:lnTo>
                  <a:lnTo>
                    <a:pt x="4633" y="8664"/>
                  </a:lnTo>
                  <a:lnTo>
                    <a:pt x="4693" y="8062"/>
                  </a:lnTo>
                  <a:lnTo>
                    <a:pt x="4774" y="7461"/>
                  </a:lnTo>
                  <a:lnTo>
                    <a:pt x="4874" y="6839"/>
                  </a:lnTo>
                  <a:lnTo>
                    <a:pt x="4974" y="6217"/>
                  </a:lnTo>
                  <a:lnTo>
                    <a:pt x="5094" y="5596"/>
                  </a:lnTo>
                  <a:lnTo>
                    <a:pt x="5255" y="4974"/>
                  </a:lnTo>
                  <a:lnTo>
                    <a:pt x="5415" y="4352"/>
                  </a:lnTo>
                  <a:lnTo>
                    <a:pt x="5616" y="3750"/>
                  </a:lnTo>
                  <a:lnTo>
                    <a:pt x="5816" y="3169"/>
                  </a:lnTo>
                  <a:lnTo>
                    <a:pt x="6057" y="2587"/>
                  </a:lnTo>
                  <a:lnTo>
                    <a:pt x="6318" y="2026"/>
                  </a:lnTo>
                  <a:lnTo>
                    <a:pt x="6619" y="1484"/>
                  </a:lnTo>
                  <a:lnTo>
                    <a:pt x="6939" y="963"/>
                  </a:lnTo>
                  <a:lnTo>
                    <a:pt x="7280" y="462"/>
                  </a:lnTo>
                  <a:lnTo>
                    <a:pt x="768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5" name="Google Shape;6145;p26"/>
            <p:cNvSpPr/>
            <p:nvPr/>
          </p:nvSpPr>
          <p:spPr>
            <a:xfrm>
              <a:off x="10986425" y="3187613"/>
              <a:ext cx="99800" cy="93775"/>
            </a:xfrm>
            <a:custGeom>
              <a:avLst/>
              <a:gdLst/>
              <a:ahLst/>
              <a:cxnLst/>
              <a:rect l="l" t="t" r="r" b="b"/>
              <a:pathLst>
                <a:path w="3992" h="3751" extrusionOk="0">
                  <a:moveTo>
                    <a:pt x="241" y="1"/>
                  </a:moveTo>
                  <a:lnTo>
                    <a:pt x="161" y="21"/>
                  </a:lnTo>
                  <a:lnTo>
                    <a:pt x="101" y="41"/>
                  </a:lnTo>
                  <a:lnTo>
                    <a:pt x="41" y="101"/>
                  </a:lnTo>
                  <a:lnTo>
                    <a:pt x="21" y="181"/>
                  </a:lnTo>
                  <a:lnTo>
                    <a:pt x="1" y="241"/>
                  </a:lnTo>
                  <a:lnTo>
                    <a:pt x="21" y="321"/>
                  </a:lnTo>
                  <a:lnTo>
                    <a:pt x="61" y="382"/>
                  </a:lnTo>
                  <a:lnTo>
                    <a:pt x="121" y="442"/>
                  </a:lnTo>
                  <a:lnTo>
                    <a:pt x="362" y="582"/>
                  </a:lnTo>
                  <a:lnTo>
                    <a:pt x="622" y="702"/>
                  </a:lnTo>
                  <a:lnTo>
                    <a:pt x="1144" y="943"/>
                  </a:lnTo>
                  <a:lnTo>
                    <a:pt x="1405" y="1063"/>
                  </a:lnTo>
                  <a:lnTo>
                    <a:pt x="1665" y="1204"/>
                  </a:lnTo>
                  <a:lnTo>
                    <a:pt x="1906" y="1364"/>
                  </a:lnTo>
                  <a:lnTo>
                    <a:pt x="2127" y="1545"/>
                  </a:lnTo>
                  <a:lnTo>
                    <a:pt x="2347" y="1765"/>
                  </a:lnTo>
                  <a:lnTo>
                    <a:pt x="2528" y="2006"/>
                  </a:lnTo>
                  <a:lnTo>
                    <a:pt x="2688" y="2247"/>
                  </a:lnTo>
                  <a:lnTo>
                    <a:pt x="2828" y="2507"/>
                  </a:lnTo>
                  <a:lnTo>
                    <a:pt x="3069" y="3049"/>
                  </a:lnTo>
                  <a:lnTo>
                    <a:pt x="3210" y="3330"/>
                  </a:lnTo>
                  <a:lnTo>
                    <a:pt x="3350" y="3590"/>
                  </a:lnTo>
                  <a:lnTo>
                    <a:pt x="3390" y="3650"/>
                  </a:lnTo>
                  <a:lnTo>
                    <a:pt x="3430" y="3691"/>
                  </a:lnTo>
                  <a:lnTo>
                    <a:pt x="3490" y="3731"/>
                  </a:lnTo>
                  <a:lnTo>
                    <a:pt x="3550" y="3751"/>
                  </a:lnTo>
                  <a:lnTo>
                    <a:pt x="3671" y="3751"/>
                  </a:lnTo>
                  <a:lnTo>
                    <a:pt x="3771" y="3731"/>
                  </a:lnTo>
                  <a:lnTo>
                    <a:pt x="3871" y="3670"/>
                  </a:lnTo>
                  <a:lnTo>
                    <a:pt x="3952" y="3570"/>
                  </a:lnTo>
                  <a:lnTo>
                    <a:pt x="3992" y="3450"/>
                  </a:lnTo>
                  <a:lnTo>
                    <a:pt x="3992" y="3390"/>
                  </a:lnTo>
                  <a:lnTo>
                    <a:pt x="3992" y="3310"/>
                  </a:lnTo>
                  <a:lnTo>
                    <a:pt x="3911" y="3009"/>
                  </a:lnTo>
                  <a:lnTo>
                    <a:pt x="3811" y="2688"/>
                  </a:lnTo>
                  <a:lnTo>
                    <a:pt x="3671" y="2367"/>
                  </a:lnTo>
                  <a:lnTo>
                    <a:pt x="3530" y="2066"/>
                  </a:lnTo>
                  <a:lnTo>
                    <a:pt x="3350" y="1785"/>
                  </a:lnTo>
                  <a:lnTo>
                    <a:pt x="3149" y="1505"/>
                  </a:lnTo>
                  <a:lnTo>
                    <a:pt x="2909" y="1244"/>
                  </a:lnTo>
                  <a:lnTo>
                    <a:pt x="2668" y="983"/>
                  </a:lnTo>
                  <a:lnTo>
                    <a:pt x="2407" y="763"/>
                  </a:lnTo>
                  <a:lnTo>
                    <a:pt x="2147" y="562"/>
                  </a:lnTo>
                  <a:lnTo>
                    <a:pt x="1846" y="382"/>
                  </a:lnTo>
                  <a:lnTo>
                    <a:pt x="1545" y="241"/>
                  </a:lnTo>
                  <a:lnTo>
                    <a:pt x="1224" y="121"/>
                  </a:lnTo>
                  <a:lnTo>
                    <a:pt x="903" y="41"/>
                  </a:lnTo>
                  <a:lnTo>
                    <a:pt x="58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6" name="Google Shape;6146;p26"/>
            <p:cNvSpPr/>
            <p:nvPr/>
          </p:nvSpPr>
          <p:spPr>
            <a:xfrm>
              <a:off x="11080175" y="3306938"/>
              <a:ext cx="17575" cy="18075"/>
            </a:xfrm>
            <a:custGeom>
              <a:avLst/>
              <a:gdLst/>
              <a:ahLst/>
              <a:cxnLst/>
              <a:rect l="l" t="t" r="r" b="b"/>
              <a:pathLst>
                <a:path w="703" h="723" extrusionOk="0">
                  <a:moveTo>
                    <a:pt x="262" y="0"/>
                  </a:moveTo>
                  <a:lnTo>
                    <a:pt x="181" y="21"/>
                  </a:lnTo>
                  <a:lnTo>
                    <a:pt x="121" y="61"/>
                  </a:lnTo>
                  <a:lnTo>
                    <a:pt x="81" y="101"/>
                  </a:lnTo>
                  <a:lnTo>
                    <a:pt x="41" y="161"/>
                  </a:lnTo>
                  <a:lnTo>
                    <a:pt x="21" y="221"/>
                  </a:lnTo>
                  <a:lnTo>
                    <a:pt x="1" y="361"/>
                  </a:lnTo>
                  <a:lnTo>
                    <a:pt x="21" y="502"/>
                  </a:lnTo>
                  <a:lnTo>
                    <a:pt x="41" y="562"/>
                  </a:lnTo>
                  <a:lnTo>
                    <a:pt x="81" y="622"/>
                  </a:lnTo>
                  <a:lnTo>
                    <a:pt x="121" y="662"/>
                  </a:lnTo>
                  <a:lnTo>
                    <a:pt x="181" y="702"/>
                  </a:lnTo>
                  <a:lnTo>
                    <a:pt x="262" y="722"/>
                  </a:lnTo>
                  <a:lnTo>
                    <a:pt x="422" y="722"/>
                  </a:lnTo>
                  <a:lnTo>
                    <a:pt x="502" y="702"/>
                  </a:lnTo>
                  <a:lnTo>
                    <a:pt x="563" y="662"/>
                  </a:lnTo>
                  <a:lnTo>
                    <a:pt x="603" y="622"/>
                  </a:lnTo>
                  <a:lnTo>
                    <a:pt x="643" y="562"/>
                  </a:lnTo>
                  <a:lnTo>
                    <a:pt x="683" y="502"/>
                  </a:lnTo>
                  <a:lnTo>
                    <a:pt x="703" y="361"/>
                  </a:lnTo>
                  <a:lnTo>
                    <a:pt x="683" y="221"/>
                  </a:lnTo>
                  <a:lnTo>
                    <a:pt x="643" y="161"/>
                  </a:lnTo>
                  <a:lnTo>
                    <a:pt x="603" y="101"/>
                  </a:lnTo>
                  <a:lnTo>
                    <a:pt x="563" y="61"/>
                  </a:lnTo>
                  <a:lnTo>
                    <a:pt x="502" y="21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7" name="Google Shape;6147;p26"/>
            <p:cNvSpPr/>
            <p:nvPr/>
          </p:nvSpPr>
          <p:spPr>
            <a:xfrm>
              <a:off x="10287620" y="4074038"/>
              <a:ext cx="162450" cy="94775"/>
            </a:xfrm>
            <a:custGeom>
              <a:avLst/>
              <a:gdLst/>
              <a:ahLst/>
              <a:cxnLst/>
              <a:rect l="l" t="t" r="r" b="b"/>
              <a:pathLst>
                <a:path w="6498" h="3791" extrusionOk="0">
                  <a:moveTo>
                    <a:pt x="3490" y="0"/>
                  </a:moveTo>
                  <a:lnTo>
                    <a:pt x="3129" y="20"/>
                  </a:lnTo>
                  <a:lnTo>
                    <a:pt x="2788" y="80"/>
                  </a:lnTo>
                  <a:lnTo>
                    <a:pt x="2447" y="160"/>
                  </a:lnTo>
                  <a:lnTo>
                    <a:pt x="2126" y="281"/>
                  </a:lnTo>
                  <a:lnTo>
                    <a:pt x="1825" y="421"/>
                  </a:lnTo>
                  <a:lnTo>
                    <a:pt x="1544" y="602"/>
                  </a:lnTo>
                  <a:lnTo>
                    <a:pt x="1264" y="802"/>
                  </a:lnTo>
                  <a:lnTo>
                    <a:pt x="1023" y="1023"/>
                  </a:lnTo>
                  <a:lnTo>
                    <a:pt x="802" y="1284"/>
                  </a:lnTo>
                  <a:lnTo>
                    <a:pt x="602" y="1544"/>
                  </a:lnTo>
                  <a:lnTo>
                    <a:pt x="421" y="1825"/>
                  </a:lnTo>
                  <a:lnTo>
                    <a:pt x="281" y="2146"/>
                  </a:lnTo>
                  <a:lnTo>
                    <a:pt x="161" y="2467"/>
                  </a:lnTo>
                  <a:lnTo>
                    <a:pt x="80" y="2788"/>
                  </a:lnTo>
                  <a:lnTo>
                    <a:pt x="20" y="3149"/>
                  </a:lnTo>
                  <a:lnTo>
                    <a:pt x="0" y="3490"/>
                  </a:lnTo>
                  <a:lnTo>
                    <a:pt x="20" y="3790"/>
                  </a:lnTo>
                  <a:lnTo>
                    <a:pt x="6498" y="3790"/>
                  </a:lnTo>
                  <a:lnTo>
                    <a:pt x="6117" y="3690"/>
                  </a:lnTo>
                  <a:lnTo>
                    <a:pt x="5776" y="3570"/>
                  </a:lnTo>
                  <a:lnTo>
                    <a:pt x="5435" y="3409"/>
                  </a:lnTo>
                  <a:lnTo>
                    <a:pt x="5114" y="3249"/>
                  </a:lnTo>
                  <a:lnTo>
                    <a:pt x="4813" y="3068"/>
                  </a:lnTo>
                  <a:lnTo>
                    <a:pt x="4533" y="2868"/>
                  </a:lnTo>
                  <a:lnTo>
                    <a:pt x="4292" y="2647"/>
                  </a:lnTo>
                  <a:lnTo>
                    <a:pt x="4091" y="2427"/>
                  </a:lnTo>
                  <a:lnTo>
                    <a:pt x="3971" y="2266"/>
                  </a:lnTo>
                  <a:lnTo>
                    <a:pt x="3891" y="2106"/>
                  </a:lnTo>
                  <a:lnTo>
                    <a:pt x="3851" y="1945"/>
                  </a:lnTo>
                  <a:lnTo>
                    <a:pt x="3811" y="1805"/>
                  </a:lnTo>
                  <a:lnTo>
                    <a:pt x="3811" y="1665"/>
                  </a:lnTo>
                  <a:lnTo>
                    <a:pt x="3811" y="1544"/>
                  </a:lnTo>
                  <a:lnTo>
                    <a:pt x="3851" y="1404"/>
                  </a:lnTo>
                  <a:lnTo>
                    <a:pt x="3891" y="1284"/>
                  </a:lnTo>
                  <a:lnTo>
                    <a:pt x="3951" y="1163"/>
                  </a:lnTo>
                  <a:lnTo>
                    <a:pt x="4031" y="1063"/>
                  </a:lnTo>
                  <a:lnTo>
                    <a:pt x="4212" y="842"/>
                  </a:lnTo>
                  <a:lnTo>
                    <a:pt x="4432" y="662"/>
                  </a:lnTo>
                  <a:lnTo>
                    <a:pt x="4653" y="481"/>
                  </a:lnTo>
                  <a:lnTo>
                    <a:pt x="4853" y="341"/>
                  </a:lnTo>
                  <a:lnTo>
                    <a:pt x="5054" y="221"/>
                  </a:lnTo>
                  <a:lnTo>
                    <a:pt x="5275" y="100"/>
                  </a:lnTo>
                  <a:lnTo>
                    <a:pt x="5495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8" name="Google Shape;6148;p26"/>
            <p:cNvSpPr/>
            <p:nvPr/>
          </p:nvSpPr>
          <p:spPr>
            <a:xfrm>
              <a:off x="10393350" y="3917588"/>
              <a:ext cx="25575" cy="158475"/>
            </a:xfrm>
            <a:custGeom>
              <a:avLst/>
              <a:gdLst/>
              <a:ahLst/>
              <a:cxnLst/>
              <a:rect l="l" t="t" r="r" b="b"/>
              <a:pathLst>
                <a:path w="1023" h="6339" extrusionOk="0">
                  <a:moveTo>
                    <a:pt x="0" y="1"/>
                  </a:moveTo>
                  <a:lnTo>
                    <a:pt x="0" y="6338"/>
                  </a:lnTo>
                  <a:lnTo>
                    <a:pt x="1023" y="6338"/>
                  </a:lnTo>
                  <a:lnTo>
                    <a:pt x="963" y="4754"/>
                  </a:lnTo>
                  <a:lnTo>
                    <a:pt x="943" y="3169"/>
                  </a:lnTo>
                  <a:lnTo>
                    <a:pt x="943" y="1585"/>
                  </a:lnTo>
                  <a:lnTo>
                    <a:pt x="963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149" name="Google Shape;6149;p26"/>
          <p:cNvGrpSpPr/>
          <p:nvPr/>
        </p:nvGrpSpPr>
        <p:grpSpPr>
          <a:xfrm>
            <a:off x="6228569" y="3436901"/>
            <a:ext cx="1194656" cy="1477758"/>
            <a:chOff x="10943088" y="3810625"/>
            <a:chExt cx="1395300" cy="1725950"/>
          </a:xfrm>
        </p:grpSpPr>
        <p:sp>
          <p:nvSpPr>
            <p:cNvPr id="6150" name="Google Shape;6150;p26"/>
            <p:cNvSpPr/>
            <p:nvPr/>
          </p:nvSpPr>
          <p:spPr>
            <a:xfrm>
              <a:off x="11058775" y="4786775"/>
              <a:ext cx="403625" cy="694925"/>
            </a:xfrm>
            <a:custGeom>
              <a:avLst/>
              <a:gdLst/>
              <a:ahLst/>
              <a:cxnLst/>
              <a:rect l="l" t="t" r="r" b="b"/>
              <a:pathLst>
                <a:path w="16145" h="27797" extrusionOk="0">
                  <a:moveTo>
                    <a:pt x="9546" y="1"/>
                  </a:moveTo>
                  <a:lnTo>
                    <a:pt x="9386" y="121"/>
                  </a:lnTo>
                  <a:lnTo>
                    <a:pt x="8965" y="462"/>
                  </a:lnTo>
                  <a:lnTo>
                    <a:pt x="8303" y="1024"/>
                  </a:lnTo>
                  <a:lnTo>
                    <a:pt x="7902" y="1385"/>
                  </a:lnTo>
                  <a:lnTo>
                    <a:pt x="7461" y="1806"/>
                  </a:lnTo>
                  <a:lnTo>
                    <a:pt x="6979" y="2267"/>
                  </a:lnTo>
                  <a:lnTo>
                    <a:pt x="6498" y="2768"/>
                  </a:lnTo>
                  <a:lnTo>
                    <a:pt x="5977" y="3330"/>
                  </a:lnTo>
                  <a:lnTo>
                    <a:pt x="5435" y="3931"/>
                  </a:lnTo>
                  <a:lnTo>
                    <a:pt x="4914" y="4593"/>
                  </a:lnTo>
                  <a:lnTo>
                    <a:pt x="4372" y="5295"/>
                  </a:lnTo>
                  <a:lnTo>
                    <a:pt x="3831" y="6017"/>
                  </a:lnTo>
                  <a:lnTo>
                    <a:pt x="3309" y="6799"/>
                  </a:lnTo>
                  <a:lnTo>
                    <a:pt x="2888" y="7461"/>
                  </a:lnTo>
                  <a:lnTo>
                    <a:pt x="2507" y="8163"/>
                  </a:lnTo>
                  <a:lnTo>
                    <a:pt x="2126" y="8885"/>
                  </a:lnTo>
                  <a:lnTo>
                    <a:pt x="1765" y="9627"/>
                  </a:lnTo>
                  <a:lnTo>
                    <a:pt x="1424" y="10389"/>
                  </a:lnTo>
                  <a:lnTo>
                    <a:pt x="1123" y="11191"/>
                  </a:lnTo>
                  <a:lnTo>
                    <a:pt x="863" y="11993"/>
                  </a:lnTo>
                  <a:lnTo>
                    <a:pt x="622" y="12836"/>
                  </a:lnTo>
                  <a:lnTo>
                    <a:pt x="421" y="13698"/>
                  </a:lnTo>
                  <a:lnTo>
                    <a:pt x="261" y="14560"/>
                  </a:lnTo>
                  <a:lnTo>
                    <a:pt x="141" y="15443"/>
                  </a:lnTo>
                  <a:lnTo>
                    <a:pt x="60" y="16305"/>
                  </a:lnTo>
                  <a:lnTo>
                    <a:pt x="20" y="17188"/>
                  </a:lnTo>
                  <a:lnTo>
                    <a:pt x="0" y="18050"/>
                  </a:lnTo>
                  <a:lnTo>
                    <a:pt x="20" y="18912"/>
                  </a:lnTo>
                  <a:lnTo>
                    <a:pt x="60" y="19755"/>
                  </a:lnTo>
                  <a:lnTo>
                    <a:pt x="121" y="20577"/>
                  </a:lnTo>
                  <a:lnTo>
                    <a:pt x="201" y="21379"/>
                  </a:lnTo>
                  <a:lnTo>
                    <a:pt x="321" y="22141"/>
                  </a:lnTo>
                  <a:lnTo>
                    <a:pt x="442" y="22883"/>
                  </a:lnTo>
                  <a:lnTo>
                    <a:pt x="602" y="23605"/>
                  </a:lnTo>
                  <a:lnTo>
                    <a:pt x="762" y="24267"/>
                  </a:lnTo>
                  <a:lnTo>
                    <a:pt x="923" y="24888"/>
                  </a:lnTo>
                  <a:lnTo>
                    <a:pt x="1103" y="25450"/>
                  </a:lnTo>
                  <a:lnTo>
                    <a:pt x="1304" y="25971"/>
                  </a:lnTo>
                  <a:lnTo>
                    <a:pt x="1484" y="26413"/>
                  </a:lnTo>
                  <a:lnTo>
                    <a:pt x="1685" y="26814"/>
                  </a:lnTo>
                  <a:lnTo>
                    <a:pt x="1865" y="27135"/>
                  </a:lnTo>
                  <a:lnTo>
                    <a:pt x="2066" y="27415"/>
                  </a:lnTo>
                  <a:lnTo>
                    <a:pt x="2266" y="27616"/>
                  </a:lnTo>
                  <a:lnTo>
                    <a:pt x="2347" y="27696"/>
                  </a:lnTo>
                  <a:lnTo>
                    <a:pt x="2447" y="27736"/>
                  </a:lnTo>
                  <a:lnTo>
                    <a:pt x="2527" y="27776"/>
                  </a:lnTo>
                  <a:lnTo>
                    <a:pt x="2627" y="27796"/>
                  </a:lnTo>
                  <a:lnTo>
                    <a:pt x="2688" y="27796"/>
                  </a:lnTo>
                  <a:lnTo>
                    <a:pt x="2768" y="27776"/>
                  </a:lnTo>
                  <a:lnTo>
                    <a:pt x="2908" y="27696"/>
                  </a:lnTo>
                  <a:lnTo>
                    <a:pt x="3049" y="27576"/>
                  </a:lnTo>
                  <a:lnTo>
                    <a:pt x="3189" y="27395"/>
                  </a:lnTo>
                  <a:lnTo>
                    <a:pt x="3349" y="27155"/>
                  </a:lnTo>
                  <a:lnTo>
                    <a:pt x="3510" y="26874"/>
                  </a:lnTo>
                  <a:lnTo>
                    <a:pt x="3871" y="26212"/>
                  </a:lnTo>
                  <a:lnTo>
                    <a:pt x="4773" y="24427"/>
                  </a:lnTo>
                  <a:lnTo>
                    <a:pt x="5335" y="23384"/>
                  </a:lnTo>
                  <a:lnTo>
                    <a:pt x="5656" y="22843"/>
                  </a:lnTo>
                  <a:lnTo>
                    <a:pt x="5997" y="22261"/>
                  </a:lnTo>
                  <a:lnTo>
                    <a:pt x="6358" y="21680"/>
                  </a:lnTo>
                  <a:lnTo>
                    <a:pt x="6759" y="21098"/>
                  </a:lnTo>
                  <a:lnTo>
                    <a:pt x="7180" y="20497"/>
                  </a:lnTo>
                  <a:lnTo>
                    <a:pt x="7641" y="19895"/>
                  </a:lnTo>
                  <a:lnTo>
                    <a:pt x="8122" y="19293"/>
                  </a:lnTo>
                  <a:lnTo>
                    <a:pt x="8644" y="18692"/>
                  </a:lnTo>
                  <a:lnTo>
                    <a:pt x="9205" y="18090"/>
                  </a:lnTo>
                  <a:lnTo>
                    <a:pt x="9807" y="17488"/>
                  </a:lnTo>
                  <a:lnTo>
                    <a:pt x="10429" y="16927"/>
                  </a:lnTo>
                  <a:lnTo>
                    <a:pt x="11110" y="16345"/>
                  </a:lnTo>
                  <a:lnTo>
                    <a:pt x="11832" y="15804"/>
                  </a:lnTo>
                  <a:lnTo>
                    <a:pt x="12595" y="15262"/>
                  </a:lnTo>
                  <a:lnTo>
                    <a:pt x="13417" y="14761"/>
                  </a:lnTo>
                  <a:lnTo>
                    <a:pt x="14279" y="14280"/>
                  </a:lnTo>
                  <a:lnTo>
                    <a:pt x="14720" y="14039"/>
                  </a:lnTo>
                  <a:lnTo>
                    <a:pt x="15182" y="13818"/>
                  </a:lnTo>
                  <a:lnTo>
                    <a:pt x="15643" y="13598"/>
                  </a:lnTo>
                  <a:lnTo>
                    <a:pt x="16144" y="13397"/>
                  </a:lnTo>
                  <a:lnTo>
                    <a:pt x="95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1" name="Google Shape;6151;p26"/>
            <p:cNvSpPr/>
            <p:nvPr/>
          </p:nvSpPr>
          <p:spPr>
            <a:xfrm>
              <a:off x="11058775" y="4786775"/>
              <a:ext cx="403625" cy="694925"/>
            </a:xfrm>
            <a:custGeom>
              <a:avLst/>
              <a:gdLst/>
              <a:ahLst/>
              <a:cxnLst/>
              <a:rect l="l" t="t" r="r" b="b"/>
              <a:pathLst>
                <a:path w="16145" h="27797" fill="none" extrusionOk="0">
                  <a:moveTo>
                    <a:pt x="16144" y="13397"/>
                  </a:moveTo>
                  <a:lnTo>
                    <a:pt x="16144" y="13397"/>
                  </a:lnTo>
                  <a:lnTo>
                    <a:pt x="15643" y="13598"/>
                  </a:lnTo>
                  <a:lnTo>
                    <a:pt x="15182" y="13818"/>
                  </a:lnTo>
                  <a:lnTo>
                    <a:pt x="14720" y="14039"/>
                  </a:lnTo>
                  <a:lnTo>
                    <a:pt x="14279" y="14280"/>
                  </a:lnTo>
                  <a:lnTo>
                    <a:pt x="13417" y="14761"/>
                  </a:lnTo>
                  <a:lnTo>
                    <a:pt x="12595" y="15262"/>
                  </a:lnTo>
                  <a:lnTo>
                    <a:pt x="11832" y="15804"/>
                  </a:lnTo>
                  <a:lnTo>
                    <a:pt x="11110" y="16345"/>
                  </a:lnTo>
                  <a:lnTo>
                    <a:pt x="10429" y="16927"/>
                  </a:lnTo>
                  <a:lnTo>
                    <a:pt x="9807" y="17488"/>
                  </a:lnTo>
                  <a:lnTo>
                    <a:pt x="9205" y="18090"/>
                  </a:lnTo>
                  <a:lnTo>
                    <a:pt x="8644" y="18692"/>
                  </a:lnTo>
                  <a:lnTo>
                    <a:pt x="8122" y="19293"/>
                  </a:lnTo>
                  <a:lnTo>
                    <a:pt x="7641" y="19895"/>
                  </a:lnTo>
                  <a:lnTo>
                    <a:pt x="7180" y="20497"/>
                  </a:lnTo>
                  <a:lnTo>
                    <a:pt x="6759" y="21098"/>
                  </a:lnTo>
                  <a:lnTo>
                    <a:pt x="6358" y="21680"/>
                  </a:lnTo>
                  <a:lnTo>
                    <a:pt x="5997" y="22261"/>
                  </a:lnTo>
                  <a:lnTo>
                    <a:pt x="5656" y="22843"/>
                  </a:lnTo>
                  <a:lnTo>
                    <a:pt x="5335" y="23384"/>
                  </a:lnTo>
                  <a:lnTo>
                    <a:pt x="4773" y="24427"/>
                  </a:lnTo>
                  <a:lnTo>
                    <a:pt x="3871" y="26212"/>
                  </a:lnTo>
                  <a:lnTo>
                    <a:pt x="3510" y="26874"/>
                  </a:lnTo>
                  <a:lnTo>
                    <a:pt x="3349" y="27155"/>
                  </a:lnTo>
                  <a:lnTo>
                    <a:pt x="3189" y="27395"/>
                  </a:lnTo>
                  <a:lnTo>
                    <a:pt x="3049" y="27576"/>
                  </a:lnTo>
                  <a:lnTo>
                    <a:pt x="2908" y="27696"/>
                  </a:lnTo>
                  <a:lnTo>
                    <a:pt x="2768" y="27776"/>
                  </a:lnTo>
                  <a:lnTo>
                    <a:pt x="2688" y="27796"/>
                  </a:lnTo>
                  <a:lnTo>
                    <a:pt x="2627" y="27796"/>
                  </a:lnTo>
                  <a:lnTo>
                    <a:pt x="2627" y="27796"/>
                  </a:lnTo>
                  <a:lnTo>
                    <a:pt x="2527" y="27776"/>
                  </a:lnTo>
                  <a:lnTo>
                    <a:pt x="2447" y="27736"/>
                  </a:lnTo>
                  <a:lnTo>
                    <a:pt x="2347" y="27696"/>
                  </a:lnTo>
                  <a:lnTo>
                    <a:pt x="2266" y="27616"/>
                  </a:lnTo>
                  <a:lnTo>
                    <a:pt x="2066" y="27415"/>
                  </a:lnTo>
                  <a:lnTo>
                    <a:pt x="1865" y="27135"/>
                  </a:lnTo>
                  <a:lnTo>
                    <a:pt x="1685" y="26814"/>
                  </a:lnTo>
                  <a:lnTo>
                    <a:pt x="1484" y="26413"/>
                  </a:lnTo>
                  <a:lnTo>
                    <a:pt x="1304" y="25971"/>
                  </a:lnTo>
                  <a:lnTo>
                    <a:pt x="1103" y="25450"/>
                  </a:lnTo>
                  <a:lnTo>
                    <a:pt x="1103" y="25450"/>
                  </a:lnTo>
                  <a:lnTo>
                    <a:pt x="923" y="24888"/>
                  </a:lnTo>
                  <a:lnTo>
                    <a:pt x="762" y="24267"/>
                  </a:lnTo>
                  <a:lnTo>
                    <a:pt x="602" y="23605"/>
                  </a:lnTo>
                  <a:lnTo>
                    <a:pt x="442" y="22883"/>
                  </a:lnTo>
                  <a:lnTo>
                    <a:pt x="321" y="22141"/>
                  </a:lnTo>
                  <a:lnTo>
                    <a:pt x="201" y="21379"/>
                  </a:lnTo>
                  <a:lnTo>
                    <a:pt x="121" y="20577"/>
                  </a:lnTo>
                  <a:lnTo>
                    <a:pt x="60" y="19755"/>
                  </a:lnTo>
                  <a:lnTo>
                    <a:pt x="20" y="18912"/>
                  </a:lnTo>
                  <a:lnTo>
                    <a:pt x="0" y="18050"/>
                  </a:lnTo>
                  <a:lnTo>
                    <a:pt x="20" y="17188"/>
                  </a:lnTo>
                  <a:lnTo>
                    <a:pt x="60" y="16305"/>
                  </a:lnTo>
                  <a:lnTo>
                    <a:pt x="141" y="15443"/>
                  </a:lnTo>
                  <a:lnTo>
                    <a:pt x="261" y="14560"/>
                  </a:lnTo>
                  <a:lnTo>
                    <a:pt x="421" y="13698"/>
                  </a:lnTo>
                  <a:lnTo>
                    <a:pt x="622" y="12836"/>
                  </a:lnTo>
                  <a:lnTo>
                    <a:pt x="622" y="12836"/>
                  </a:lnTo>
                  <a:lnTo>
                    <a:pt x="863" y="11993"/>
                  </a:lnTo>
                  <a:lnTo>
                    <a:pt x="1123" y="11191"/>
                  </a:lnTo>
                  <a:lnTo>
                    <a:pt x="1424" y="10389"/>
                  </a:lnTo>
                  <a:lnTo>
                    <a:pt x="1765" y="9627"/>
                  </a:lnTo>
                  <a:lnTo>
                    <a:pt x="2126" y="8885"/>
                  </a:lnTo>
                  <a:lnTo>
                    <a:pt x="2507" y="8163"/>
                  </a:lnTo>
                  <a:lnTo>
                    <a:pt x="2888" y="7461"/>
                  </a:lnTo>
                  <a:lnTo>
                    <a:pt x="3309" y="6799"/>
                  </a:lnTo>
                  <a:lnTo>
                    <a:pt x="3309" y="6799"/>
                  </a:lnTo>
                  <a:lnTo>
                    <a:pt x="3831" y="6017"/>
                  </a:lnTo>
                  <a:lnTo>
                    <a:pt x="4372" y="5295"/>
                  </a:lnTo>
                  <a:lnTo>
                    <a:pt x="4914" y="4593"/>
                  </a:lnTo>
                  <a:lnTo>
                    <a:pt x="5435" y="3931"/>
                  </a:lnTo>
                  <a:lnTo>
                    <a:pt x="5977" y="3330"/>
                  </a:lnTo>
                  <a:lnTo>
                    <a:pt x="6498" y="2768"/>
                  </a:lnTo>
                  <a:lnTo>
                    <a:pt x="6979" y="2267"/>
                  </a:lnTo>
                  <a:lnTo>
                    <a:pt x="7461" y="1806"/>
                  </a:lnTo>
                  <a:lnTo>
                    <a:pt x="7902" y="1385"/>
                  </a:lnTo>
                  <a:lnTo>
                    <a:pt x="8303" y="1024"/>
                  </a:lnTo>
                  <a:lnTo>
                    <a:pt x="8965" y="462"/>
                  </a:lnTo>
                  <a:lnTo>
                    <a:pt x="9386" y="121"/>
                  </a:lnTo>
                  <a:lnTo>
                    <a:pt x="9546" y="1"/>
                  </a:lnTo>
                  <a:lnTo>
                    <a:pt x="16144" y="13397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2" name="Google Shape;6152;p26"/>
            <p:cNvSpPr/>
            <p:nvPr/>
          </p:nvSpPr>
          <p:spPr>
            <a:xfrm>
              <a:off x="11086350" y="4817875"/>
              <a:ext cx="330425" cy="663825"/>
            </a:xfrm>
            <a:custGeom>
              <a:avLst/>
              <a:gdLst/>
              <a:ahLst/>
              <a:cxnLst/>
              <a:rect l="l" t="t" r="r" b="b"/>
              <a:pathLst>
                <a:path w="13217" h="26553" extrusionOk="0">
                  <a:moveTo>
                    <a:pt x="6939" y="0"/>
                  </a:moveTo>
                  <a:lnTo>
                    <a:pt x="6438" y="481"/>
                  </a:lnTo>
                  <a:lnTo>
                    <a:pt x="5896" y="1003"/>
                  </a:lnTo>
                  <a:lnTo>
                    <a:pt x="5315" y="1605"/>
                  </a:lnTo>
                  <a:lnTo>
                    <a:pt x="4693" y="2286"/>
                  </a:lnTo>
                  <a:lnTo>
                    <a:pt x="4071" y="3008"/>
                  </a:lnTo>
                  <a:lnTo>
                    <a:pt x="3450" y="3790"/>
                  </a:lnTo>
                  <a:lnTo>
                    <a:pt x="2828" y="4653"/>
                  </a:lnTo>
                  <a:lnTo>
                    <a:pt x="2507" y="5094"/>
                  </a:lnTo>
                  <a:lnTo>
                    <a:pt x="2206" y="5555"/>
                  </a:lnTo>
                  <a:lnTo>
                    <a:pt x="2587" y="5656"/>
                  </a:lnTo>
                  <a:lnTo>
                    <a:pt x="2968" y="5776"/>
                  </a:lnTo>
                  <a:lnTo>
                    <a:pt x="3349" y="5916"/>
                  </a:lnTo>
                  <a:lnTo>
                    <a:pt x="3690" y="6097"/>
                  </a:lnTo>
                  <a:lnTo>
                    <a:pt x="4051" y="6297"/>
                  </a:lnTo>
                  <a:lnTo>
                    <a:pt x="4372" y="6538"/>
                  </a:lnTo>
                  <a:lnTo>
                    <a:pt x="4693" y="6779"/>
                  </a:lnTo>
                  <a:lnTo>
                    <a:pt x="4994" y="7059"/>
                  </a:lnTo>
                  <a:lnTo>
                    <a:pt x="5275" y="7360"/>
                  </a:lnTo>
                  <a:lnTo>
                    <a:pt x="5535" y="7681"/>
                  </a:lnTo>
                  <a:lnTo>
                    <a:pt x="5776" y="8002"/>
                  </a:lnTo>
                  <a:lnTo>
                    <a:pt x="5997" y="8363"/>
                  </a:lnTo>
                  <a:lnTo>
                    <a:pt x="6197" y="8724"/>
                  </a:lnTo>
                  <a:lnTo>
                    <a:pt x="6358" y="9105"/>
                  </a:lnTo>
                  <a:lnTo>
                    <a:pt x="6518" y="9486"/>
                  </a:lnTo>
                  <a:lnTo>
                    <a:pt x="6618" y="9907"/>
                  </a:lnTo>
                  <a:lnTo>
                    <a:pt x="6698" y="10188"/>
                  </a:lnTo>
                  <a:lnTo>
                    <a:pt x="6739" y="10489"/>
                  </a:lnTo>
                  <a:lnTo>
                    <a:pt x="6779" y="10769"/>
                  </a:lnTo>
                  <a:lnTo>
                    <a:pt x="6819" y="11070"/>
                  </a:lnTo>
                  <a:lnTo>
                    <a:pt x="6839" y="11632"/>
                  </a:lnTo>
                  <a:lnTo>
                    <a:pt x="6819" y="12193"/>
                  </a:lnTo>
                  <a:lnTo>
                    <a:pt x="6739" y="12755"/>
                  </a:lnTo>
                  <a:lnTo>
                    <a:pt x="6638" y="13316"/>
                  </a:lnTo>
                  <a:lnTo>
                    <a:pt x="6498" y="13858"/>
                  </a:lnTo>
                  <a:lnTo>
                    <a:pt x="6338" y="14379"/>
                  </a:lnTo>
                  <a:lnTo>
                    <a:pt x="6137" y="14921"/>
                  </a:lnTo>
                  <a:lnTo>
                    <a:pt x="5896" y="15442"/>
                  </a:lnTo>
                  <a:lnTo>
                    <a:pt x="5656" y="15944"/>
                  </a:lnTo>
                  <a:lnTo>
                    <a:pt x="5375" y="16445"/>
                  </a:lnTo>
                  <a:lnTo>
                    <a:pt x="5074" y="16946"/>
                  </a:lnTo>
                  <a:lnTo>
                    <a:pt x="4773" y="17428"/>
                  </a:lnTo>
                  <a:lnTo>
                    <a:pt x="4452" y="17909"/>
                  </a:lnTo>
                  <a:lnTo>
                    <a:pt x="4111" y="18370"/>
                  </a:lnTo>
                  <a:lnTo>
                    <a:pt x="3570" y="19092"/>
                  </a:lnTo>
                  <a:lnTo>
                    <a:pt x="3029" y="19794"/>
                  </a:lnTo>
                  <a:lnTo>
                    <a:pt x="1946" y="21218"/>
                  </a:lnTo>
                  <a:lnTo>
                    <a:pt x="1424" y="21940"/>
                  </a:lnTo>
                  <a:lnTo>
                    <a:pt x="923" y="22682"/>
                  </a:lnTo>
                  <a:lnTo>
                    <a:pt x="441" y="23444"/>
                  </a:lnTo>
                  <a:lnTo>
                    <a:pt x="221" y="23825"/>
                  </a:lnTo>
                  <a:lnTo>
                    <a:pt x="0" y="24206"/>
                  </a:lnTo>
                  <a:lnTo>
                    <a:pt x="201" y="24727"/>
                  </a:lnTo>
                  <a:lnTo>
                    <a:pt x="381" y="25169"/>
                  </a:lnTo>
                  <a:lnTo>
                    <a:pt x="582" y="25570"/>
                  </a:lnTo>
                  <a:lnTo>
                    <a:pt x="762" y="25891"/>
                  </a:lnTo>
                  <a:lnTo>
                    <a:pt x="963" y="26171"/>
                  </a:lnTo>
                  <a:lnTo>
                    <a:pt x="1163" y="26372"/>
                  </a:lnTo>
                  <a:lnTo>
                    <a:pt x="1244" y="26452"/>
                  </a:lnTo>
                  <a:lnTo>
                    <a:pt x="1344" y="26492"/>
                  </a:lnTo>
                  <a:lnTo>
                    <a:pt x="1424" y="26532"/>
                  </a:lnTo>
                  <a:lnTo>
                    <a:pt x="1524" y="26552"/>
                  </a:lnTo>
                  <a:lnTo>
                    <a:pt x="1605" y="26552"/>
                  </a:lnTo>
                  <a:lnTo>
                    <a:pt x="1685" y="26532"/>
                  </a:lnTo>
                  <a:lnTo>
                    <a:pt x="1805" y="26452"/>
                  </a:lnTo>
                  <a:lnTo>
                    <a:pt x="1946" y="26332"/>
                  </a:lnTo>
                  <a:lnTo>
                    <a:pt x="2086" y="26151"/>
                  </a:lnTo>
                  <a:lnTo>
                    <a:pt x="2226" y="25951"/>
                  </a:lnTo>
                  <a:lnTo>
                    <a:pt x="2367" y="25710"/>
                  </a:lnTo>
                  <a:lnTo>
                    <a:pt x="2708" y="25088"/>
                  </a:lnTo>
                  <a:lnTo>
                    <a:pt x="3510" y="23504"/>
                  </a:lnTo>
                  <a:lnTo>
                    <a:pt x="4011" y="22541"/>
                  </a:lnTo>
                  <a:lnTo>
                    <a:pt x="4593" y="21539"/>
                  </a:lnTo>
                  <a:lnTo>
                    <a:pt x="4914" y="20997"/>
                  </a:lnTo>
                  <a:lnTo>
                    <a:pt x="5255" y="20456"/>
                  </a:lnTo>
                  <a:lnTo>
                    <a:pt x="5616" y="19894"/>
                  </a:lnTo>
                  <a:lnTo>
                    <a:pt x="6017" y="19353"/>
                  </a:lnTo>
                  <a:lnTo>
                    <a:pt x="6418" y="18771"/>
                  </a:lnTo>
                  <a:lnTo>
                    <a:pt x="6879" y="18210"/>
                  </a:lnTo>
                  <a:lnTo>
                    <a:pt x="7360" y="17648"/>
                  </a:lnTo>
                  <a:lnTo>
                    <a:pt x="7862" y="17087"/>
                  </a:lnTo>
                  <a:lnTo>
                    <a:pt x="8403" y="16545"/>
                  </a:lnTo>
                  <a:lnTo>
                    <a:pt x="8985" y="15984"/>
                  </a:lnTo>
                  <a:lnTo>
                    <a:pt x="9586" y="15442"/>
                  </a:lnTo>
                  <a:lnTo>
                    <a:pt x="10248" y="14921"/>
                  </a:lnTo>
                  <a:lnTo>
                    <a:pt x="10930" y="14419"/>
                  </a:lnTo>
                  <a:lnTo>
                    <a:pt x="11652" y="13918"/>
                  </a:lnTo>
                  <a:lnTo>
                    <a:pt x="12414" y="13457"/>
                  </a:lnTo>
                  <a:lnTo>
                    <a:pt x="13216" y="13016"/>
                  </a:lnTo>
                  <a:lnTo>
                    <a:pt x="12635" y="12253"/>
                  </a:lnTo>
                  <a:lnTo>
                    <a:pt x="12073" y="11491"/>
                  </a:lnTo>
                  <a:lnTo>
                    <a:pt x="11552" y="10729"/>
                  </a:lnTo>
                  <a:lnTo>
                    <a:pt x="11050" y="9947"/>
                  </a:lnTo>
                  <a:lnTo>
                    <a:pt x="10569" y="9145"/>
                  </a:lnTo>
                  <a:lnTo>
                    <a:pt x="10108" y="8343"/>
                  </a:lnTo>
                  <a:lnTo>
                    <a:pt x="9687" y="7521"/>
                  </a:lnTo>
                  <a:lnTo>
                    <a:pt x="9286" y="6698"/>
                  </a:lnTo>
                  <a:lnTo>
                    <a:pt x="8904" y="5876"/>
                  </a:lnTo>
                  <a:lnTo>
                    <a:pt x="8544" y="5054"/>
                  </a:lnTo>
                  <a:lnTo>
                    <a:pt x="8223" y="4212"/>
                  </a:lnTo>
                  <a:lnTo>
                    <a:pt x="7922" y="3369"/>
                  </a:lnTo>
                  <a:lnTo>
                    <a:pt x="7641" y="2527"/>
                  </a:lnTo>
                  <a:lnTo>
                    <a:pt x="7380" y="1685"/>
                  </a:lnTo>
                  <a:lnTo>
                    <a:pt x="7160" y="842"/>
                  </a:lnTo>
                  <a:lnTo>
                    <a:pt x="6939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3" name="Google Shape;6153;p26"/>
            <p:cNvSpPr/>
            <p:nvPr/>
          </p:nvSpPr>
          <p:spPr>
            <a:xfrm>
              <a:off x="11086350" y="4817875"/>
              <a:ext cx="330425" cy="663825"/>
            </a:xfrm>
            <a:custGeom>
              <a:avLst/>
              <a:gdLst/>
              <a:ahLst/>
              <a:cxnLst/>
              <a:rect l="l" t="t" r="r" b="b"/>
              <a:pathLst>
                <a:path w="13217" h="26553" fill="none" extrusionOk="0">
                  <a:moveTo>
                    <a:pt x="6939" y="0"/>
                  </a:moveTo>
                  <a:lnTo>
                    <a:pt x="6939" y="0"/>
                  </a:lnTo>
                  <a:lnTo>
                    <a:pt x="6438" y="481"/>
                  </a:lnTo>
                  <a:lnTo>
                    <a:pt x="5896" y="1003"/>
                  </a:lnTo>
                  <a:lnTo>
                    <a:pt x="5315" y="1605"/>
                  </a:lnTo>
                  <a:lnTo>
                    <a:pt x="4693" y="2286"/>
                  </a:lnTo>
                  <a:lnTo>
                    <a:pt x="4071" y="3008"/>
                  </a:lnTo>
                  <a:lnTo>
                    <a:pt x="3450" y="3790"/>
                  </a:lnTo>
                  <a:lnTo>
                    <a:pt x="2828" y="4653"/>
                  </a:lnTo>
                  <a:lnTo>
                    <a:pt x="2507" y="5094"/>
                  </a:lnTo>
                  <a:lnTo>
                    <a:pt x="2206" y="5555"/>
                  </a:lnTo>
                  <a:lnTo>
                    <a:pt x="2206" y="5555"/>
                  </a:lnTo>
                  <a:lnTo>
                    <a:pt x="2587" y="5656"/>
                  </a:lnTo>
                  <a:lnTo>
                    <a:pt x="2968" y="5776"/>
                  </a:lnTo>
                  <a:lnTo>
                    <a:pt x="3349" y="5916"/>
                  </a:lnTo>
                  <a:lnTo>
                    <a:pt x="3690" y="6097"/>
                  </a:lnTo>
                  <a:lnTo>
                    <a:pt x="4051" y="6297"/>
                  </a:lnTo>
                  <a:lnTo>
                    <a:pt x="4372" y="6538"/>
                  </a:lnTo>
                  <a:lnTo>
                    <a:pt x="4693" y="6779"/>
                  </a:lnTo>
                  <a:lnTo>
                    <a:pt x="4994" y="7059"/>
                  </a:lnTo>
                  <a:lnTo>
                    <a:pt x="5275" y="7360"/>
                  </a:lnTo>
                  <a:lnTo>
                    <a:pt x="5535" y="7681"/>
                  </a:lnTo>
                  <a:lnTo>
                    <a:pt x="5776" y="8002"/>
                  </a:lnTo>
                  <a:lnTo>
                    <a:pt x="5997" y="8363"/>
                  </a:lnTo>
                  <a:lnTo>
                    <a:pt x="6197" y="8724"/>
                  </a:lnTo>
                  <a:lnTo>
                    <a:pt x="6358" y="9105"/>
                  </a:lnTo>
                  <a:lnTo>
                    <a:pt x="6518" y="9486"/>
                  </a:lnTo>
                  <a:lnTo>
                    <a:pt x="6618" y="9907"/>
                  </a:lnTo>
                  <a:lnTo>
                    <a:pt x="6618" y="9907"/>
                  </a:lnTo>
                  <a:lnTo>
                    <a:pt x="6698" y="10188"/>
                  </a:lnTo>
                  <a:lnTo>
                    <a:pt x="6739" y="10489"/>
                  </a:lnTo>
                  <a:lnTo>
                    <a:pt x="6779" y="10769"/>
                  </a:lnTo>
                  <a:lnTo>
                    <a:pt x="6819" y="11070"/>
                  </a:lnTo>
                  <a:lnTo>
                    <a:pt x="6839" y="11632"/>
                  </a:lnTo>
                  <a:lnTo>
                    <a:pt x="6819" y="12193"/>
                  </a:lnTo>
                  <a:lnTo>
                    <a:pt x="6739" y="12755"/>
                  </a:lnTo>
                  <a:lnTo>
                    <a:pt x="6638" y="13316"/>
                  </a:lnTo>
                  <a:lnTo>
                    <a:pt x="6498" y="13858"/>
                  </a:lnTo>
                  <a:lnTo>
                    <a:pt x="6338" y="14379"/>
                  </a:lnTo>
                  <a:lnTo>
                    <a:pt x="6137" y="14921"/>
                  </a:lnTo>
                  <a:lnTo>
                    <a:pt x="5896" y="15442"/>
                  </a:lnTo>
                  <a:lnTo>
                    <a:pt x="5656" y="15944"/>
                  </a:lnTo>
                  <a:lnTo>
                    <a:pt x="5375" y="16445"/>
                  </a:lnTo>
                  <a:lnTo>
                    <a:pt x="5074" y="16946"/>
                  </a:lnTo>
                  <a:lnTo>
                    <a:pt x="4773" y="17428"/>
                  </a:lnTo>
                  <a:lnTo>
                    <a:pt x="4452" y="17909"/>
                  </a:lnTo>
                  <a:lnTo>
                    <a:pt x="4111" y="18370"/>
                  </a:lnTo>
                  <a:lnTo>
                    <a:pt x="4111" y="18370"/>
                  </a:lnTo>
                  <a:lnTo>
                    <a:pt x="3570" y="19092"/>
                  </a:lnTo>
                  <a:lnTo>
                    <a:pt x="3029" y="19794"/>
                  </a:lnTo>
                  <a:lnTo>
                    <a:pt x="1946" y="21218"/>
                  </a:lnTo>
                  <a:lnTo>
                    <a:pt x="1424" y="21940"/>
                  </a:lnTo>
                  <a:lnTo>
                    <a:pt x="923" y="22682"/>
                  </a:lnTo>
                  <a:lnTo>
                    <a:pt x="441" y="23444"/>
                  </a:lnTo>
                  <a:lnTo>
                    <a:pt x="221" y="23825"/>
                  </a:lnTo>
                  <a:lnTo>
                    <a:pt x="0" y="24206"/>
                  </a:lnTo>
                  <a:lnTo>
                    <a:pt x="0" y="24206"/>
                  </a:lnTo>
                  <a:lnTo>
                    <a:pt x="201" y="24727"/>
                  </a:lnTo>
                  <a:lnTo>
                    <a:pt x="381" y="25169"/>
                  </a:lnTo>
                  <a:lnTo>
                    <a:pt x="582" y="25570"/>
                  </a:lnTo>
                  <a:lnTo>
                    <a:pt x="762" y="25891"/>
                  </a:lnTo>
                  <a:lnTo>
                    <a:pt x="963" y="26171"/>
                  </a:lnTo>
                  <a:lnTo>
                    <a:pt x="1163" y="26372"/>
                  </a:lnTo>
                  <a:lnTo>
                    <a:pt x="1244" y="26452"/>
                  </a:lnTo>
                  <a:lnTo>
                    <a:pt x="1344" y="26492"/>
                  </a:lnTo>
                  <a:lnTo>
                    <a:pt x="1424" y="26532"/>
                  </a:lnTo>
                  <a:lnTo>
                    <a:pt x="1524" y="26552"/>
                  </a:lnTo>
                  <a:lnTo>
                    <a:pt x="1524" y="26552"/>
                  </a:lnTo>
                  <a:lnTo>
                    <a:pt x="1544" y="26552"/>
                  </a:lnTo>
                  <a:lnTo>
                    <a:pt x="1544" y="26552"/>
                  </a:lnTo>
                  <a:lnTo>
                    <a:pt x="1605" y="26552"/>
                  </a:lnTo>
                  <a:lnTo>
                    <a:pt x="1685" y="26532"/>
                  </a:lnTo>
                  <a:lnTo>
                    <a:pt x="1805" y="26452"/>
                  </a:lnTo>
                  <a:lnTo>
                    <a:pt x="1946" y="26332"/>
                  </a:lnTo>
                  <a:lnTo>
                    <a:pt x="2086" y="26151"/>
                  </a:lnTo>
                  <a:lnTo>
                    <a:pt x="2226" y="25951"/>
                  </a:lnTo>
                  <a:lnTo>
                    <a:pt x="2367" y="25710"/>
                  </a:lnTo>
                  <a:lnTo>
                    <a:pt x="2708" y="25088"/>
                  </a:lnTo>
                  <a:lnTo>
                    <a:pt x="3510" y="23504"/>
                  </a:lnTo>
                  <a:lnTo>
                    <a:pt x="4011" y="22541"/>
                  </a:lnTo>
                  <a:lnTo>
                    <a:pt x="4593" y="21539"/>
                  </a:lnTo>
                  <a:lnTo>
                    <a:pt x="4914" y="20997"/>
                  </a:lnTo>
                  <a:lnTo>
                    <a:pt x="5255" y="20456"/>
                  </a:lnTo>
                  <a:lnTo>
                    <a:pt x="5616" y="19894"/>
                  </a:lnTo>
                  <a:lnTo>
                    <a:pt x="6017" y="19353"/>
                  </a:lnTo>
                  <a:lnTo>
                    <a:pt x="6418" y="18771"/>
                  </a:lnTo>
                  <a:lnTo>
                    <a:pt x="6879" y="18210"/>
                  </a:lnTo>
                  <a:lnTo>
                    <a:pt x="7360" y="17648"/>
                  </a:lnTo>
                  <a:lnTo>
                    <a:pt x="7862" y="17087"/>
                  </a:lnTo>
                  <a:lnTo>
                    <a:pt x="8403" y="16545"/>
                  </a:lnTo>
                  <a:lnTo>
                    <a:pt x="8985" y="15984"/>
                  </a:lnTo>
                  <a:lnTo>
                    <a:pt x="9586" y="15442"/>
                  </a:lnTo>
                  <a:lnTo>
                    <a:pt x="10248" y="14921"/>
                  </a:lnTo>
                  <a:lnTo>
                    <a:pt x="10930" y="14419"/>
                  </a:lnTo>
                  <a:lnTo>
                    <a:pt x="11652" y="13918"/>
                  </a:lnTo>
                  <a:lnTo>
                    <a:pt x="12414" y="13457"/>
                  </a:lnTo>
                  <a:lnTo>
                    <a:pt x="13216" y="13016"/>
                  </a:lnTo>
                  <a:lnTo>
                    <a:pt x="13216" y="13016"/>
                  </a:lnTo>
                  <a:lnTo>
                    <a:pt x="12635" y="12253"/>
                  </a:lnTo>
                  <a:lnTo>
                    <a:pt x="12073" y="11491"/>
                  </a:lnTo>
                  <a:lnTo>
                    <a:pt x="11552" y="10729"/>
                  </a:lnTo>
                  <a:lnTo>
                    <a:pt x="11050" y="9947"/>
                  </a:lnTo>
                  <a:lnTo>
                    <a:pt x="10569" y="9145"/>
                  </a:lnTo>
                  <a:lnTo>
                    <a:pt x="10108" y="8343"/>
                  </a:lnTo>
                  <a:lnTo>
                    <a:pt x="9687" y="7521"/>
                  </a:lnTo>
                  <a:lnTo>
                    <a:pt x="9286" y="6698"/>
                  </a:lnTo>
                  <a:lnTo>
                    <a:pt x="8904" y="5876"/>
                  </a:lnTo>
                  <a:lnTo>
                    <a:pt x="8544" y="5054"/>
                  </a:lnTo>
                  <a:lnTo>
                    <a:pt x="8223" y="4212"/>
                  </a:lnTo>
                  <a:lnTo>
                    <a:pt x="7922" y="3369"/>
                  </a:lnTo>
                  <a:lnTo>
                    <a:pt x="7641" y="2527"/>
                  </a:lnTo>
                  <a:lnTo>
                    <a:pt x="7380" y="1685"/>
                  </a:lnTo>
                  <a:lnTo>
                    <a:pt x="7160" y="842"/>
                  </a:lnTo>
                  <a:lnTo>
                    <a:pt x="693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4" name="Google Shape;6154;p26"/>
            <p:cNvSpPr/>
            <p:nvPr/>
          </p:nvSpPr>
          <p:spPr>
            <a:xfrm>
              <a:off x="11839900" y="4786775"/>
              <a:ext cx="403625" cy="694925"/>
            </a:xfrm>
            <a:custGeom>
              <a:avLst/>
              <a:gdLst/>
              <a:ahLst/>
              <a:cxnLst/>
              <a:rect l="l" t="t" r="r" b="b"/>
              <a:pathLst>
                <a:path w="16145" h="27797" extrusionOk="0">
                  <a:moveTo>
                    <a:pt x="6598" y="1"/>
                  </a:moveTo>
                  <a:lnTo>
                    <a:pt x="0" y="13397"/>
                  </a:lnTo>
                  <a:lnTo>
                    <a:pt x="502" y="13598"/>
                  </a:lnTo>
                  <a:lnTo>
                    <a:pt x="963" y="13818"/>
                  </a:lnTo>
                  <a:lnTo>
                    <a:pt x="1424" y="14039"/>
                  </a:lnTo>
                  <a:lnTo>
                    <a:pt x="1865" y="14280"/>
                  </a:lnTo>
                  <a:lnTo>
                    <a:pt x="2728" y="14761"/>
                  </a:lnTo>
                  <a:lnTo>
                    <a:pt x="3550" y="15262"/>
                  </a:lnTo>
                  <a:lnTo>
                    <a:pt x="4312" y="15804"/>
                  </a:lnTo>
                  <a:lnTo>
                    <a:pt x="5034" y="16345"/>
                  </a:lnTo>
                  <a:lnTo>
                    <a:pt x="5696" y="16927"/>
                  </a:lnTo>
                  <a:lnTo>
                    <a:pt x="6337" y="17488"/>
                  </a:lnTo>
                  <a:lnTo>
                    <a:pt x="6939" y="18090"/>
                  </a:lnTo>
                  <a:lnTo>
                    <a:pt x="7501" y="18692"/>
                  </a:lnTo>
                  <a:lnTo>
                    <a:pt x="8022" y="19293"/>
                  </a:lnTo>
                  <a:lnTo>
                    <a:pt x="8503" y="19895"/>
                  </a:lnTo>
                  <a:lnTo>
                    <a:pt x="8965" y="20497"/>
                  </a:lnTo>
                  <a:lnTo>
                    <a:pt x="9386" y="21098"/>
                  </a:lnTo>
                  <a:lnTo>
                    <a:pt x="9787" y="21680"/>
                  </a:lnTo>
                  <a:lnTo>
                    <a:pt x="10148" y="22261"/>
                  </a:lnTo>
                  <a:lnTo>
                    <a:pt x="10489" y="22843"/>
                  </a:lnTo>
                  <a:lnTo>
                    <a:pt x="10810" y="23384"/>
                  </a:lnTo>
                  <a:lnTo>
                    <a:pt x="11371" y="24427"/>
                  </a:lnTo>
                  <a:lnTo>
                    <a:pt x="12274" y="26212"/>
                  </a:lnTo>
                  <a:lnTo>
                    <a:pt x="12635" y="26874"/>
                  </a:lnTo>
                  <a:lnTo>
                    <a:pt x="12795" y="27155"/>
                  </a:lnTo>
                  <a:lnTo>
                    <a:pt x="12955" y="27395"/>
                  </a:lnTo>
                  <a:lnTo>
                    <a:pt x="13096" y="27576"/>
                  </a:lnTo>
                  <a:lnTo>
                    <a:pt x="13236" y="27696"/>
                  </a:lnTo>
                  <a:lnTo>
                    <a:pt x="13377" y="27776"/>
                  </a:lnTo>
                  <a:lnTo>
                    <a:pt x="13457" y="27796"/>
                  </a:lnTo>
                  <a:lnTo>
                    <a:pt x="13517" y="27796"/>
                  </a:lnTo>
                  <a:lnTo>
                    <a:pt x="13597" y="27776"/>
                  </a:lnTo>
                  <a:lnTo>
                    <a:pt x="13657" y="27756"/>
                  </a:lnTo>
                  <a:lnTo>
                    <a:pt x="13818" y="27676"/>
                  </a:lnTo>
                  <a:lnTo>
                    <a:pt x="13978" y="27536"/>
                  </a:lnTo>
                  <a:lnTo>
                    <a:pt x="14119" y="27335"/>
                  </a:lnTo>
                  <a:lnTo>
                    <a:pt x="14279" y="27115"/>
                  </a:lnTo>
                  <a:lnTo>
                    <a:pt x="14439" y="26834"/>
                  </a:lnTo>
                  <a:lnTo>
                    <a:pt x="14600" y="26533"/>
                  </a:lnTo>
                  <a:lnTo>
                    <a:pt x="14760" y="26172"/>
                  </a:lnTo>
                  <a:lnTo>
                    <a:pt x="14961" y="25630"/>
                  </a:lnTo>
                  <a:lnTo>
                    <a:pt x="15161" y="25009"/>
                  </a:lnTo>
                  <a:lnTo>
                    <a:pt x="15362" y="24347"/>
                  </a:lnTo>
                  <a:lnTo>
                    <a:pt x="15542" y="23625"/>
                  </a:lnTo>
                  <a:lnTo>
                    <a:pt x="15703" y="22863"/>
                  </a:lnTo>
                  <a:lnTo>
                    <a:pt x="15843" y="22061"/>
                  </a:lnTo>
                  <a:lnTo>
                    <a:pt x="15944" y="21198"/>
                  </a:lnTo>
                  <a:lnTo>
                    <a:pt x="16044" y="20336"/>
                  </a:lnTo>
                  <a:lnTo>
                    <a:pt x="16104" y="19434"/>
                  </a:lnTo>
                  <a:lnTo>
                    <a:pt x="16144" y="18491"/>
                  </a:lnTo>
                  <a:lnTo>
                    <a:pt x="16144" y="17569"/>
                  </a:lnTo>
                  <a:lnTo>
                    <a:pt x="16104" y="16606"/>
                  </a:lnTo>
                  <a:lnTo>
                    <a:pt x="16024" y="15663"/>
                  </a:lnTo>
                  <a:lnTo>
                    <a:pt x="15903" y="14721"/>
                  </a:lnTo>
                  <a:lnTo>
                    <a:pt x="15743" y="13778"/>
                  </a:lnTo>
                  <a:lnTo>
                    <a:pt x="15643" y="13297"/>
                  </a:lnTo>
                  <a:lnTo>
                    <a:pt x="15522" y="12836"/>
                  </a:lnTo>
                  <a:lnTo>
                    <a:pt x="15402" y="12374"/>
                  </a:lnTo>
                  <a:lnTo>
                    <a:pt x="15262" y="11933"/>
                  </a:lnTo>
                  <a:lnTo>
                    <a:pt x="14961" y="11051"/>
                  </a:lnTo>
                  <a:lnTo>
                    <a:pt x="14640" y="10209"/>
                  </a:lnTo>
                  <a:lnTo>
                    <a:pt x="14259" y="9386"/>
                  </a:lnTo>
                  <a:lnTo>
                    <a:pt x="13878" y="8584"/>
                  </a:lnTo>
                  <a:lnTo>
                    <a:pt x="13457" y="7822"/>
                  </a:lnTo>
                  <a:lnTo>
                    <a:pt x="13016" y="7080"/>
                  </a:lnTo>
                  <a:lnTo>
                    <a:pt x="12554" y="6378"/>
                  </a:lnTo>
                  <a:lnTo>
                    <a:pt x="12093" y="5716"/>
                  </a:lnTo>
                  <a:lnTo>
                    <a:pt x="11612" y="5075"/>
                  </a:lnTo>
                  <a:lnTo>
                    <a:pt x="11150" y="4473"/>
                  </a:lnTo>
                  <a:lnTo>
                    <a:pt x="10669" y="3911"/>
                  </a:lnTo>
                  <a:lnTo>
                    <a:pt x="10208" y="3370"/>
                  </a:lnTo>
                  <a:lnTo>
                    <a:pt x="9747" y="2869"/>
                  </a:lnTo>
                  <a:lnTo>
                    <a:pt x="9305" y="2407"/>
                  </a:lnTo>
                  <a:lnTo>
                    <a:pt x="8884" y="1986"/>
                  </a:lnTo>
                  <a:lnTo>
                    <a:pt x="8403" y="1525"/>
                  </a:lnTo>
                  <a:lnTo>
                    <a:pt x="7962" y="1144"/>
                  </a:lnTo>
                  <a:lnTo>
                    <a:pt x="7240" y="522"/>
                  </a:lnTo>
                  <a:lnTo>
                    <a:pt x="6759" y="121"/>
                  </a:lnTo>
                  <a:lnTo>
                    <a:pt x="659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5" name="Google Shape;6155;p26"/>
            <p:cNvSpPr/>
            <p:nvPr/>
          </p:nvSpPr>
          <p:spPr>
            <a:xfrm>
              <a:off x="11839900" y="4786775"/>
              <a:ext cx="403625" cy="694925"/>
            </a:xfrm>
            <a:custGeom>
              <a:avLst/>
              <a:gdLst/>
              <a:ahLst/>
              <a:cxnLst/>
              <a:rect l="l" t="t" r="r" b="b"/>
              <a:pathLst>
                <a:path w="16145" h="27797" fill="none" extrusionOk="0">
                  <a:moveTo>
                    <a:pt x="14760" y="26172"/>
                  </a:moveTo>
                  <a:lnTo>
                    <a:pt x="14760" y="26172"/>
                  </a:lnTo>
                  <a:lnTo>
                    <a:pt x="14600" y="26533"/>
                  </a:lnTo>
                  <a:lnTo>
                    <a:pt x="14439" y="26834"/>
                  </a:lnTo>
                  <a:lnTo>
                    <a:pt x="14279" y="27115"/>
                  </a:lnTo>
                  <a:lnTo>
                    <a:pt x="14119" y="27335"/>
                  </a:lnTo>
                  <a:lnTo>
                    <a:pt x="13978" y="27536"/>
                  </a:lnTo>
                  <a:lnTo>
                    <a:pt x="13818" y="27676"/>
                  </a:lnTo>
                  <a:lnTo>
                    <a:pt x="13657" y="27756"/>
                  </a:lnTo>
                  <a:lnTo>
                    <a:pt x="13597" y="27776"/>
                  </a:lnTo>
                  <a:lnTo>
                    <a:pt x="13517" y="27796"/>
                  </a:lnTo>
                  <a:lnTo>
                    <a:pt x="13517" y="27796"/>
                  </a:lnTo>
                  <a:lnTo>
                    <a:pt x="13457" y="27796"/>
                  </a:lnTo>
                  <a:lnTo>
                    <a:pt x="13377" y="27776"/>
                  </a:lnTo>
                  <a:lnTo>
                    <a:pt x="13236" y="27696"/>
                  </a:lnTo>
                  <a:lnTo>
                    <a:pt x="13096" y="27576"/>
                  </a:lnTo>
                  <a:lnTo>
                    <a:pt x="12955" y="27395"/>
                  </a:lnTo>
                  <a:lnTo>
                    <a:pt x="12795" y="27155"/>
                  </a:lnTo>
                  <a:lnTo>
                    <a:pt x="12635" y="26874"/>
                  </a:lnTo>
                  <a:lnTo>
                    <a:pt x="12274" y="26212"/>
                  </a:lnTo>
                  <a:lnTo>
                    <a:pt x="11371" y="24427"/>
                  </a:lnTo>
                  <a:lnTo>
                    <a:pt x="10810" y="23384"/>
                  </a:lnTo>
                  <a:lnTo>
                    <a:pt x="10489" y="22843"/>
                  </a:lnTo>
                  <a:lnTo>
                    <a:pt x="10148" y="22261"/>
                  </a:lnTo>
                  <a:lnTo>
                    <a:pt x="9787" y="21680"/>
                  </a:lnTo>
                  <a:lnTo>
                    <a:pt x="9386" y="21098"/>
                  </a:lnTo>
                  <a:lnTo>
                    <a:pt x="8965" y="20497"/>
                  </a:lnTo>
                  <a:lnTo>
                    <a:pt x="8503" y="19895"/>
                  </a:lnTo>
                  <a:lnTo>
                    <a:pt x="8022" y="19293"/>
                  </a:lnTo>
                  <a:lnTo>
                    <a:pt x="7501" y="18692"/>
                  </a:lnTo>
                  <a:lnTo>
                    <a:pt x="6939" y="18090"/>
                  </a:lnTo>
                  <a:lnTo>
                    <a:pt x="6337" y="17488"/>
                  </a:lnTo>
                  <a:lnTo>
                    <a:pt x="5696" y="16927"/>
                  </a:lnTo>
                  <a:lnTo>
                    <a:pt x="5034" y="16345"/>
                  </a:lnTo>
                  <a:lnTo>
                    <a:pt x="4312" y="15804"/>
                  </a:lnTo>
                  <a:lnTo>
                    <a:pt x="3550" y="15262"/>
                  </a:lnTo>
                  <a:lnTo>
                    <a:pt x="2728" y="14761"/>
                  </a:lnTo>
                  <a:lnTo>
                    <a:pt x="1865" y="14280"/>
                  </a:lnTo>
                  <a:lnTo>
                    <a:pt x="1424" y="14039"/>
                  </a:lnTo>
                  <a:lnTo>
                    <a:pt x="963" y="13818"/>
                  </a:lnTo>
                  <a:lnTo>
                    <a:pt x="502" y="13598"/>
                  </a:lnTo>
                  <a:lnTo>
                    <a:pt x="0" y="13397"/>
                  </a:lnTo>
                  <a:lnTo>
                    <a:pt x="6598" y="1"/>
                  </a:lnTo>
                  <a:lnTo>
                    <a:pt x="6598" y="1"/>
                  </a:lnTo>
                  <a:lnTo>
                    <a:pt x="6759" y="121"/>
                  </a:lnTo>
                  <a:lnTo>
                    <a:pt x="7240" y="522"/>
                  </a:lnTo>
                  <a:lnTo>
                    <a:pt x="7962" y="1144"/>
                  </a:lnTo>
                  <a:lnTo>
                    <a:pt x="8403" y="1525"/>
                  </a:lnTo>
                  <a:lnTo>
                    <a:pt x="8884" y="1986"/>
                  </a:lnTo>
                  <a:lnTo>
                    <a:pt x="8884" y="1986"/>
                  </a:lnTo>
                  <a:lnTo>
                    <a:pt x="9305" y="2407"/>
                  </a:lnTo>
                  <a:lnTo>
                    <a:pt x="9747" y="2869"/>
                  </a:lnTo>
                  <a:lnTo>
                    <a:pt x="10208" y="3370"/>
                  </a:lnTo>
                  <a:lnTo>
                    <a:pt x="10669" y="3911"/>
                  </a:lnTo>
                  <a:lnTo>
                    <a:pt x="11150" y="4473"/>
                  </a:lnTo>
                  <a:lnTo>
                    <a:pt x="11612" y="5075"/>
                  </a:lnTo>
                  <a:lnTo>
                    <a:pt x="12093" y="5716"/>
                  </a:lnTo>
                  <a:lnTo>
                    <a:pt x="12554" y="6378"/>
                  </a:lnTo>
                  <a:lnTo>
                    <a:pt x="13016" y="7080"/>
                  </a:lnTo>
                  <a:lnTo>
                    <a:pt x="13457" y="7822"/>
                  </a:lnTo>
                  <a:lnTo>
                    <a:pt x="13878" y="8584"/>
                  </a:lnTo>
                  <a:lnTo>
                    <a:pt x="14259" y="9386"/>
                  </a:lnTo>
                  <a:lnTo>
                    <a:pt x="14640" y="10209"/>
                  </a:lnTo>
                  <a:lnTo>
                    <a:pt x="14961" y="11051"/>
                  </a:lnTo>
                  <a:lnTo>
                    <a:pt x="15262" y="11933"/>
                  </a:lnTo>
                  <a:lnTo>
                    <a:pt x="15402" y="12374"/>
                  </a:lnTo>
                  <a:lnTo>
                    <a:pt x="15522" y="12836"/>
                  </a:lnTo>
                  <a:lnTo>
                    <a:pt x="15522" y="12836"/>
                  </a:lnTo>
                  <a:lnTo>
                    <a:pt x="15643" y="13297"/>
                  </a:lnTo>
                  <a:lnTo>
                    <a:pt x="15743" y="13778"/>
                  </a:lnTo>
                  <a:lnTo>
                    <a:pt x="15903" y="14721"/>
                  </a:lnTo>
                  <a:lnTo>
                    <a:pt x="16024" y="15663"/>
                  </a:lnTo>
                  <a:lnTo>
                    <a:pt x="16104" y="16606"/>
                  </a:lnTo>
                  <a:lnTo>
                    <a:pt x="16144" y="17569"/>
                  </a:lnTo>
                  <a:lnTo>
                    <a:pt x="16144" y="18491"/>
                  </a:lnTo>
                  <a:lnTo>
                    <a:pt x="16104" y="19434"/>
                  </a:lnTo>
                  <a:lnTo>
                    <a:pt x="16044" y="20336"/>
                  </a:lnTo>
                  <a:lnTo>
                    <a:pt x="15944" y="21198"/>
                  </a:lnTo>
                  <a:lnTo>
                    <a:pt x="15843" y="22061"/>
                  </a:lnTo>
                  <a:lnTo>
                    <a:pt x="15703" y="22863"/>
                  </a:lnTo>
                  <a:lnTo>
                    <a:pt x="15542" y="23625"/>
                  </a:lnTo>
                  <a:lnTo>
                    <a:pt x="15362" y="24347"/>
                  </a:lnTo>
                  <a:lnTo>
                    <a:pt x="15161" y="25009"/>
                  </a:lnTo>
                  <a:lnTo>
                    <a:pt x="14961" y="25630"/>
                  </a:lnTo>
                  <a:lnTo>
                    <a:pt x="14760" y="26172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6" name="Google Shape;6156;p26"/>
            <p:cNvSpPr/>
            <p:nvPr/>
          </p:nvSpPr>
          <p:spPr>
            <a:xfrm>
              <a:off x="11885525" y="4817875"/>
              <a:ext cx="323400" cy="663825"/>
            </a:xfrm>
            <a:custGeom>
              <a:avLst/>
              <a:gdLst/>
              <a:ahLst/>
              <a:cxnLst/>
              <a:rect l="l" t="t" r="r" b="b"/>
              <a:pathLst>
                <a:path w="12936" h="26553" extrusionOk="0">
                  <a:moveTo>
                    <a:pt x="6277" y="0"/>
                  </a:moveTo>
                  <a:lnTo>
                    <a:pt x="6117" y="622"/>
                  </a:lnTo>
                  <a:lnTo>
                    <a:pt x="5956" y="1223"/>
                  </a:lnTo>
                  <a:lnTo>
                    <a:pt x="5796" y="1825"/>
                  </a:lnTo>
                  <a:lnTo>
                    <a:pt x="5615" y="2427"/>
                  </a:lnTo>
                  <a:lnTo>
                    <a:pt x="5415" y="3048"/>
                  </a:lnTo>
                  <a:lnTo>
                    <a:pt x="5194" y="3650"/>
                  </a:lnTo>
                  <a:lnTo>
                    <a:pt x="4974" y="4252"/>
                  </a:lnTo>
                  <a:lnTo>
                    <a:pt x="4753" y="4853"/>
                  </a:lnTo>
                  <a:lnTo>
                    <a:pt x="4492" y="5455"/>
                  </a:lnTo>
                  <a:lnTo>
                    <a:pt x="4232" y="6057"/>
                  </a:lnTo>
                  <a:lnTo>
                    <a:pt x="3951" y="6658"/>
                  </a:lnTo>
                  <a:lnTo>
                    <a:pt x="3670" y="7240"/>
                  </a:lnTo>
                  <a:lnTo>
                    <a:pt x="3369" y="7821"/>
                  </a:lnTo>
                  <a:lnTo>
                    <a:pt x="3068" y="8423"/>
                  </a:lnTo>
                  <a:lnTo>
                    <a:pt x="2728" y="8985"/>
                  </a:lnTo>
                  <a:lnTo>
                    <a:pt x="2387" y="9566"/>
                  </a:lnTo>
                  <a:lnTo>
                    <a:pt x="1845" y="10449"/>
                  </a:lnTo>
                  <a:lnTo>
                    <a:pt x="1264" y="11311"/>
                  </a:lnTo>
                  <a:lnTo>
                    <a:pt x="642" y="12173"/>
                  </a:lnTo>
                  <a:lnTo>
                    <a:pt x="0" y="12996"/>
                  </a:lnTo>
                  <a:lnTo>
                    <a:pt x="802" y="13457"/>
                  </a:lnTo>
                  <a:lnTo>
                    <a:pt x="1564" y="13918"/>
                  </a:lnTo>
                  <a:lnTo>
                    <a:pt x="2286" y="14419"/>
                  </a:lnTo>
                  <a:lnTo>
                    <a:pt x="2968" y="14921"/>
                  </a:lnTo>
                  <a:lnTo>
                    <a:pt x="3630" y="15442"/>
                  </a:lnTo>
                  <a:lnTo>
                    <a:pt x="4232" y="15984"/>
                  </a:lnTo>
                  <a:lnTo>
                    <a:pt x="4813" y="16525"/>
                  </a:lnTo>
                  <a:lnTo>
                    <a:pt x="5355" y="17087"/>
                  </a:lnTo>
                  <a:lnTo>
                    <a:pt x="5856" y="17648"/>
                  </a:lnTo>
                  <a:lnTo>
                    <a:pt x="6337" y="18210"/>
                  </a:lnTo>
                  <a:lnTo>
                    <a:pt x="6779" y="18771"/>
                  </a:lnTo>
                  <a:lnTo>
                    <a:pt x="7200" y="19333"/>
                  </a:lnTo>
                  <a:lnTo>
                    <a:pt x="7601" y="19894"/>
                  </a:lnTo>
                  <a:lnTo>
                    <a:pt x="7962" y="20456"/>
                  </a:lnTo>
                  <a:lnTo>
                    <a:pt x="8303" y="20997"/>
                  </a:lnTo>
                  <a:lnTo>
                    <a:pt x="8624" y="21519"/>
                  </a:lnTo>
                  <a:lnTo>
                    <a:pt x="9205" y="22541"/>
                  </a:lnTo>
                  <a:lnTo>
                    <a:pt x="9707" y="23504"/>
                  </a:lnTo>
                  <a:lnTo>
                    <a:pt x="10509" y="25088"/>
                  </a:lnTo>
                  <a:lnTo>
                    <a:pt x="10850" y="25710"/>
                  </a:lnTo>
                  <a:lnTo>
                    <a:pt x="10990" y="25951"/>
                  </a:lnTo>
                  <a:lnTo>
                    <a:pt x="11130" y="26151"/>
                  </a:lnTo>
                  <a:lnTo>
                    <a:pt x="11271" y="26332"/>
                  </a:lnTo>
                  <a:lnTo>
                    <a:pt x="11411" y="26452"/>
                  </a:lnTo>
                  <a:lnTo>
                    <a:pt x="11531" y="26532"/>
                  </a:lnTo>
                  <a:lnTo>
                    <a:pt x="11612" y="26552"/>
                  </a:lnTo>
                  <a:lnTo>
                    <a:pt x="11692" y="26552"/>
                  </a:lnTo>
                  <a:lnTo>
                    <a:pt x="11772" y="26532"/>
                  </a:lnTo>
                  <a:lnTo>
                    <a:pt x="11832" y="26512"/>
                  </a:lnTo>
                  <a:lnTo>
                    <a:pt x="11993" y="26432"/>
                  </a:lnTo>
                  <a:lnTo>
                    <a:pt x="12153" y="26292"/>
                  </a:lnTo>
                  <a:lnTo>
                    <a:pt x="12294" y="26091"/>
                  </a:lnTo>
                  <a:lnTo>
                    <a:pt x="12454" y="25871"/>
                  </a:lnTo>
                  <a:lnTo>
                    <a:pt x="12614" y="25590"/>
                  </a:lnTo>
                  <a:lnTo>
                    <a:pt x="12775" y="25289"/>
                  </a:lnTo>
                  <a:lnTo>
                    <a:pt x="12935" y="24928"/>
                  </a:lnTo>
                  <a:lnTo>
                    <a:pt x="12815" y="24005"/>
                  </a:lnTo>
                  <a:lnTo>
                    <a:pt x="12695" y="23223"/>
                  </a:lnTo>
                  <a:lnTo>
                    <a:pt x="12554" y="22461"/>
                  </a:lnTo>
                  <a:lnTo>
                    <a:pt x="12394" y="21699"/>
                  </a:lnTo>
                  <a:lnTo>
                    <a:pt x="12193" y="20937"/>
                  </a:lnTo>
                  <a:lnTo>
                    <a:pt x="11973" y="20195"/>
                  </a:lnTo>
                  <a:lnTo>
                    <a:pt x="11732" y="19453"/>
                  </a:lnTo>
                  <a:lnTo>
                    <a:pt x="11431" y="18731"/>
                  </a:lnTo>
                  <a:lnTo>
                    <a:pt x="11110" y="18009"/>
                  </a:lnTo>
                  <a:lnTo>
                    <a:pt x="10910" y="17648"/>
                  </a:lnTo>
                  <a:lnTo>
                    <a:pt x="10709" y="17287"/>
                  </a:lnTo>
                  <a:lnTo>
                    <a:pt x="10288" y="16585"/>
                  </a:lnTo>
                  <a:lnTo>
                    <a:pt x="9827" y="15883"/>
                  </a:lnTo>
                  <a:lnTo>
                    <a:pt x="9346" y="15202"/>
                  </a:lnTo>
                  <a:lnTo>
                    <a:pt x="8383" y="13858"/>
                  </a:lnTo>
                  <a:lnTo>
                    <a:pt x="7902" y="13176"/>
                  </a:lnTo>
                  <a:lnTo>
                    <a:pt x="7440" y="12494"/>
                  </a:lnTo>
                  <a:lnTo>
                    <a:pt x="7039" y="11812"/>
                  </a:lnTo>
                  <a:lnTo>
                    <a:pt x="6658" y="11110"/>
                  </a:lnTo>
                  <a:lnTo>
                    <a:pt x="6297" y="10388"/>
                  </a:lnTo>
                  <a:lnTo>
                    <a:pt x="5996" y="9646"/>
                  </a:lnTo>
                  <a:lnTo>
                    <a:pt x="5876" y="9265"/>
                  </a:lnTo>
                  <a:lnTo>
                    <a:pt x="5756" y="8884"/>
                  </a:lnTo>
                  <a:lnTo>
                    <a:pt x="5635" y="8503"/>
                  </a:lnTo>
                  <a:lnTo>
                    <a:pt x="5555" y="8102"/>
                  </a:lnTo>
                  <a:lnTo>
                    <a:pt x="5455" y="7721"/>
                  </a:lnTo>
                  <a:lnTo>
                    <a:pt x="5395" y="7320"/>
                  </a:lnTo>
                  <a:lnTo>
                    <a:pt x="5335" y="6939"/>
                  </a:lnTo>
                  <a:lnTo>
                    <a:pt x="5295" y="6538"/>
                  </a:lnTo>
                  <a:lnTo>
                    <a:pt x="5274" y="6157"/>
                  </a:lnTo>
                  <a:lnTo>
                    <a:pt x="5274" y="5776"/>
                  </a:lnTo>
                  <a:lnTo>
                    <a:pt x="5274" y="5375"/>
                  </a:lnTo>
                  <a:lnTo>
                    <a:pt x="5295" y="4994"/>
                  </a:lnTo>
                  <a:lnTo>
                    <a:pt x="5335" y="4613"/>
                  </a:lnTo>
                  <a:lnTo>
                    <a:pt x="5395" y="4232"/>
                  </a:lnTo>
                  <a:lnTo>
                    <a:pt x="5475" y="3851"/>
                  </a:lnTo>
                  <a:lnTo>
                    <a:pt x="5575" y="3490"/>
                  </a:lnTo>
                  <a:lnTo>
                    <a:pt x="5696" y="3129"/>
                  </a:lnTo>
                  <a:lnTo>
                    <a:pt x="5816" y="2768"/>
                  </a:lnTo>
                  <a:lnTo>
                    <a:pt x="5976" y="2407"/>
                  </a:lnTo>
                  <a:lnTo>
                    <a:pt x="6157" y="2066"/>
                  </a:lnTo>
                  <a:lnTo>
                    <a:pt x="6337" y="1725"/>
                  </a:lnTo>
                  <a:lnTo>
                    <a:pt x="6558" y="1384"/>
                  </a:lnTo>
                  <a:lnTo>
                    <a:pt x="6799" y="1063"/>
                  </a:lnTo>
                  <a:lnTo>
                    <a:pt x="7059" y="742"/>
                  </a:lnTo>
                  <a:lnTo>
                    <a:pt x="6277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7" name="Google Shape;6157;p26"/>
            <p:cNvSpPr/>
            <p:nvPr/>
          </p:nvSpPr>
          <p:spPr>
            <a:xfrm>
              <a:off x="11885525" y="4817875"/>
              <a:ext cx="323400" cy="663825"/>
            </a:xfrm>
            <a:custGeom>
              <a:avLst/>
              <a:gdLst/>
              <a:ahLst/>
              <a:cxnLst/>
              <a:rect l="l" t="t" r="r" b="b"/>
              <a:pathLst>
                <a:path w="12936" h="26553" fill="none" extrusionOk="0">
                  <a:moveTo>
                    <a:pt x="6277" y="0"/>
                  </a:moveTo>
                  <a:lnTo>
                    <a:pt x="6277" y="0"/>
                  </a:lnTo>
                  <a:lnTo>
                    <a:pt x="6117" y="622"/>
                  </a:lnTo>
                  <a:lnTo>
                    <a:pt x="5956" y="1223"/>
                  </a:lnTo>
                  <a:lnTo>
                    <a:pt x="5796" y="1825"/>
                  </a:lnTo>
                  <a:lnTo>
                    <a:pt x="5615" y="2427"/>
                  </a:lnTo>
                  <a:lnTo>
                    <a:pt x="5415" y="3048"/>
                  </a:lnTo>
                  <a:lnTo>
                    <a:pt x="5194" y="3650"/>
                  </a:lnTo>
                  <a:lnTo>
                    <a:pt x="4974" y="4252"/>
                  </a:lnTo>
                  <a:lnTo>
                    <a:pt x="4753" y="4853"/>
                  </a:lnTo>
                  <a:lnTo>
                    <a:pt x="4492" y="5455"/>
                  </a:lnTo>
                  <a:lnTo>
                    <a:pt x="4232" y="6057"/>
                  </a:lnTo>
                  <a:lnTo>
                    <a:pt x="3951" y="6658"/>
                  </a:lnTo>
                  <a:lnTo>
                    <a:pt x="3670" y="7240"/>
                  </a:lnTo>
                  <a:lnTo>
                    <a:pt x="3369" y="7821"/>
                  </a:lnTo>
                  <a:lnTo>
                    <a:pt x="3068" y="8423"/>
                  </a:lnTo>
                  <a:lnTo>
                    <a:pt x="2728" y="8985"/>
                  </a:lnTo>
                  <a:lnTo>
                    <a:pt x="2387" y="9566"/>
                  </a:lnTo>
                  <a:lnTo>
                    <a:pt x="2387" y="9566"/>
                  </a:lnTo>
                  <a:lnTo>
                    <a:pt x="1845" y="10449"/>
                  </a:lnTo>
                  <a:lnTo>
                    <a:pt x="1264" y="11311"/>
                  </a:lnTo>
                  <a:lnTo>
                    <a:pt x="642" y="12173"/>
                  </a:lnTo>
                  <a:lnTo>
                    <a:pt x="0" y="12996"/>
                  </a:lnTo>
                  <a:lnTo>
                    <a:pt x="0" y="12996"/>
                  </a:lnTo>
                  <a:lnTo>
                    <a:pt x="802" y="13457"/>
                  </a:lnTo>
                  <a:lnTo>
                    <a:pt x="1564" y="13918"/>
                  </a:lnTo>
                  <a:lnTo>
                    <a:pt x="2286" y="14419"/>
                  </a:lnTo>
                  <a:lnTo>
                    <a:pt x="2968" y="14921"/>
                  </a:lnTo>
                  <a:lnTo>
                    <a:pt x="3630" y="15442"/>
                  </a:lnTo>
                  <a:lnTo>
                    <a:pt x="4232" y="15984"/>
                  </a:lnTo>
                  <a:lnTo>
                    <a:pt x="4813" y="16525"/>
                  </a:lnTo>
                  <a:lnTo>
                    <a:pt x="5355" y="17087"/>
                  </a:lnTo>
                  <a:lnTo>
                    <a:pt x="5856" y="17648"/>
                  </a:lnTo>
                  <a:lnTo>
                    <a:pt x="6337" y="18210"/>
                  </a:lnTo>
                  <a:lnTo>
                    <a:pt x="6779" y="18771"/>
                  </a:lnTo>
                  <a:lnTo>
                    <a:pt x="7200" y="19333"/>
                  </a:lnTo>
                  <a:lnTo>
                    <a:pt x="7601" y="19894"/>
                  </a:lnTo>
                  <a:lnTo>
                    <a:pt x="7962" y="20456"/>
                  </a:lnTo>
                  <a:lnTo>
                    <a:pt x="8303" y="20997"/>
                  </a:lnTo>
                  <a:lnTo>
                    <a:pt x="8624" y="21519"/>
                  </a:lnTo>
                  <a:lnTo>
                    <a:pt x="9205" y="22541"/>
                  </a:lnTo>
                  <a:lnTo>
                    <a:pt x="9707" y="23504"/>
                  </a:lnTo>
                  <a:lnTo>
                    <a:pt x="10509" y="25088"/>
                  </a:lnTo>
                  <a:lnTo>
                    <a:pt x="10850" y="25710"/>
                  </a:lnTo>
                  <a:lnTo>
                    <a:pt x="10990" y="25951"/>
                  </a:lnTo>
                  <a:lnTo>
                    <a:pt x="11130" y="26151"/>
                  </a:lnTo>
                  <a:lnTo>
                    <a:pt x="11271" y="26332"/>
                  </a:lnTo>
                  <a:lnTo>
                    <a:pt x="11411" y="26452"/>
                  </a:lnTo>
                  <a:lnTo>
                    <a:pt x="11531" y="26532"/>
                  </a:lnTo>
                  <a:lnTo>
                    <a:pt x="11612" y="26552"/>
                  </a:lnTo>
                  <a:lnTo>
                    <a:pt x="11672" y="26552"/>
                  </a:lnTo>
                  <a:lnTo>
                    <a:pt x="11672" y="26552"/>
                  </a:lnTo>
                  <a:lnTo>
                    <a:pt x="11692" y="26552"/>
                  </a:lnTo>
                  <a:lnTo>
                    <a:pt x="11692" y="26552"/>
                  </a:lnTo>
                  <a:lnTo>
                    <a:pt x="11772" y="26532"/>
                  </a:lnTo>
                  <a:lnTo>
                    <a:pt x="11832" y="26512"/>
                  </a:lnTo>
                  <a:lnTo>
                    <a:pt x="11993" y="26432"/>
                  </a:lnTo>
                  <a:lnTo>
                    <a:pt x="12153" y="26292"/>
                  </a:lnTo>
                  <a:lnTo>
                    <a:pt x="12294" y="26091"/>
                  </a:lnTo>
                  <a:lnTo>
                    <a:pt x="12454" y="25871"/>
                  </a:lnTo>
                  <a:lnTo>
                    <a:pt x="12614" y="25590"/>
                  </a:lnTo>
                  <a:lnTo>
                    <a:pt x="12775" y="25289"/>
                  </a:lnTo>
                  <a:lnTo>
                    <a:pt x="12935" y="24928"/>
                  </a:lnTo>
                  <a:lnTo>
                    <a:pt x="12935" y="24928"/>
                  </a:lnTo>
                  <a:lnTo>
                    <a:pt x="12815" y="24005"/>
                  </a:lnTo>
                  <a:lnTo>
                    <a:pt x="12815" y="24005"/>
                  </a:lnTo>
                  <a:lnTo>
                    <a:pt x="12695" y="23223"/>
                  </a:lnTo>
                  <a:lnTo>
                    <a:pt x="12554" y="22461"/>
                  </a:lnTo>
                  <a:lnTo>
                    <a:pt x="12394" y="21699"/>
                  </a:lnTo>
                  <a:lnTo>
                    <a:pt x="12193" y="20937"/>
                  </a:lnTo>
                  <a:lnTo>
                    <a:pt x="11973" y="20195"/>
                  </a:lnTo>
                  <a:lnTo>
                    <a:pt x="11732" y="19453"/>
                  </a:lnTo>
                  <a:lnTo>
                    <a:pt x="11431" y="18731"/>
                  </a:lnTo>
                  <a:lnTo>
                    <a:pt x="11110" y="18009"/>
                  </a:lnTo>
                  <a:lnTo>
                    <a:pt x="11110" y="18009"/>
                  </a:lnTo>
                  <a:lnTo>
                    <a:pt x="10910" y="17648"/>
                  </a:lnTo>
                  <a:lnTo>
                    <a:pt x="10709" y="17287"/>
                  </a:lnTo>
                  <a:lnTo>
                    <a:pt x="10288" y="16585"/>
                  </a:lnTo>
                  <a:lnTo>
                    <a:pt x="9827" y="15883"/>
                  </a:lnTo>
                  <a:lnTo>
                    <a:pt x="9346" y="15202"/>
                  </a:lnTo>
                  <a:lnTo>
                    <a:pt x="8383" y="13858"/>
                  </a:lnTo>
                  <a:lnTo>
                    <a:pt x="7902" y="13176"/>
                  </a:lnTo>
                  <a:lnTo>
                    <a:pt x="7440" y="12494"/>
                  </a:lnTo>
                  <a:lnTo>
                    <a:pt x="7440" y="12494"/>
                  </a:lnTo>
                  <a:lnTo>
                    <a:pt x="7039" y="11812"/>
                  </a:lnTo>
                  <a:lnTo>
                    <a:pt x="6658" y="11110"/>
                  </a:lnTo>
                  <a:lnTo>
                    <a:pt x="6297" y="10388"/>
                  </a:lnTo>
                  <a:lnTo>
                    <a:pt x="5996" y="9646"/>
                  </a:lnTo>
                  <a:lnTo>
                    <a:pt x="5876" y="9265"/>
                  </a:lnTo>
                  <a:lnTo>
                    <a:pt x="5756" y="8884"/>
                  </a:lnTo>
                  <a:lnTo>
                    <a:pt x="5635" y="8503"/>
                  </a:lnTo>
                  <a:lnTo>
                    <a:pt x="5555" y="8102"/>
                  </a:lnTo>
                  <a:lnTo>
                    <a:pt x="5455" y="7721"/>
                  </a:lnTo>
                  <a:lnTo>
                    <a:pt x="5395" y="7320"/>
                  </a:lnTo>
                  <a:lnTo>
                    <a:pt x="5335" y="6939"/>
                  </a:lnTo>
                  <a:lnTo>
                    <a:pt x="5295" y="6538"/>
                  </a:lnTo>
                  <a:lnTo>
                    <a:pt x="5274" y="6157"/>
                  </a:lnTo>
                  <a:lnTo>
                    <a:pt x="5274" y="5776"/>
                  </a:lnTo>
                  <a:lnTo>
                    <a:pt x="5274" y="5375"/>
                  </a:lnTo>
                  <a:lnTo>
                    <a:pt x="5295" y="4994"/>
                  </a:lnTo>
                  <a:lnTo>
                    <a:pt x="5335" y="4613"/>
                  </a:lnTo>
                  <a:lnTo>
                    <a:pt x="5395" y="4232"/>
                  </a:lnTo>
                  <a:lnTo>
                    <a:pt x="5475" y="3851"/>
                  </a:lnTo>
                  <a:lnTo>
                    <a:pt x="5575" y="3490"/>
                  </a:lnTo>
                  <a:lnTo>
                    <a:pt x="5696" y="3129"/>
                  </a:lnTo>
                  <a:lnTo>
                    <a:pt x="5816" y="2768"/>
                  </a:lnTo>
                  <a:lnTo>
                    <a:pt x="5976" y="2407"/>
                  </a:lnTo>
                  <a:lnTo>
                    <a:pt x="6157" y="2066"/>
                  </a:lnTo>
                  <a:lnTo>
                    <a:pt x="6337" y="1725"/>
                  </a:lnTo>
                  <a:lnTo>
                    <a:pt x="6558" y="1384"/>
                  </a:lnTo>
                  <a:lnTo>
                    <a:pt x="6799" y="1063"/>
                  </a:lnTo>
                  <a:lnTo>
                    <a:pt x="7059" y="742"/>
                  </a:lnTo>
                  <a:lnTo>
                    <a:pt x="7059" y="742"/>
                  </a:lnTo>
                  <a:lnTo>
                    <a:pt x="6277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8" name="Google Shape;6158;p26"/>
            <p:cNvSpPr/>
            <p:nvPr/>
          </p:nvSpPr>
          <p:spPr>
            <a:xfrm>
              <a:off x="11500475" y="5143750"/>
              <a:ext cx="301350" cy="119350"/>
            </a:xfrm>
            <a:custGeom>
              <a:avLst/>
              <a:gdLst/>
              <a:ahLst/>
              <a:cxnLst/>
              <a:rect l="l" t="t" r="r" b="b"/>
              <a:pathLst>
                <a:path w="12054" h="4774" extrusionOk="0">
                  <a:moveTo>
                    <a:pt x="1845" y="1"/>
                  </a:moveTo>
                  <a:lnTo>
                    <a:pt x="1645" y="21"/>
                  </a:lnTo>
                  <a:lnTo>
                    <a:pt x="1464" y="41"/>
                  </a:lnTo>
                  <a:lnTo>
                    <a:pt x="1284" y="81"/>
                  </a:lnTo>
                  <a:lnTo>
                    <a:pt x="1123" y="161"/>
                  </a:lnTo>
                  <a:lnTo>
                    <a:pt x="963" y="221"/>
                  </a:lnTo>
                  <a:lnTo>
                    <a:pt x="802" y="321"/>
                  </a:lnTo>
                  <a:lnTo>
                    <a:pt x="662" y="422"/>
                  </a:lnTo>
                  <a:lnTo>
                    <a:pt x="542" y="542"/>
                  </a:lnTo>
                  <a:lnTo>
                    <a:pt x="421" y="682"/>
                  </a:lnTo>
                  <a:lnTo>
                    <a:pt x="321" y="823"/>
                  </a:lnTo>
                  <a:lnTo>
                    <a:pt x="221" y="963"/>
                  </a:lnTo>
                  <a:lnTo>
                    <a:pt x="141" y="1144"/>
                  </a:lnTo>
                  <a:lnTo>
                    <a:pt x="81" y="1304"/>
                  </a:lnTo>
                  <a:lnTo>
                    <a:pt x="40" y="1485"/>
                  </a:lnTo>
                  <a:lnTo>
                    <a:pt x="0" y="1665"/>
                  </a:lnTo>
                  <a:lnTo>
                    <a:pt x="0" y="1846"/>
                  </a:lnTo>
                  <a:lnTo>
                    <a:pt x="0" y="2929"/>
                  </a:lnTo>
                  <a:lnTo>
                    <a:pt x="0" y="3129"/>
                  </a:lnTo>
                  <a:lnTo>
                    <a:pt x="40" y="3310"/>
                  </a:lnTo>
                  <a:lnTo>
                    <a:pt x="81" y="3490"/>
                  </a:lnTo>
                  <a:lnTo>
                    <a:pt x="141" y="3651"/>
                  </a:lnTo>
                  <a:lnTo>
                    <a:pt x="221" y="3811"/>
                  </a:lnTo>
                  <a:lnTo>
                    <a:pt x="321" y="3971"/>
                  </a:lnTo>
                  <a:lnTo>
                    <a:pt x="421" y="4112"/>
                  </a:lnTo>
                  <a:lnTo>
                    <a:pt x="542" y="4252"/>
                  </a:lnTo>
                  <a:lnTo>
                    <a:pt x="662" y="4352"/>
                  </a:lnTo>
                  <a:lnTo>
                    <a:pt x="802" y="4473"/>
                  </a:lnTo>
                  <a:lnTo>
                    <a:pt x="963" y="4553"/>
                  </a:lnTo>
                  <a:lnTo>
                    <a:pt x="1123" y="4633"/>
                  </a:lnTo>
                  <a:lnTo>
                    <a:pt x="1284" y="4693"/>
                  </a:lnTo>
                  <a:lnTo>
                    <a:pt x="1464" y="4754"/>
                  </a:lnTo>
                  <a:lnTo>
                    <a:pt x="1645" y="4774"/>
                  </a:lnTo>
                  <a:lnTo>
                    <a:pt x="10389" y="4774"/>
                  </a:lnTo>
                  <a:lnTo>
                    <a:pt x="10589" y="4754"/>
                  </a:lnTo>
                  <a:lnTo>
                    <a:pt x="10750" y="4693"/>
                  </a:lnTo>
                  <a:lnTo>
                    <a:pt x="10930" y="4633"/>
                  </a:lnTo>
                  <a:lnTo>
                    <a:pt x="11090" y="4553"/>
                  </a:lnTo>
                  <a:lnTo>
                    <a:pt x="11251" y="4473"/>
                  </a:lnTo>
                  <a:lnTo>
                    <a:pt x="11391" y="4352"/>
                  </a:lnTo>
                  <a:lnTo>
                    <a:pt x="11512" y="4252"/>
                  </a:lnTo>
                  <a:lnTo>
                    <a:pt x="11632" y="4112"/>
                  </a:lnTo>
                  <a:lnTo>
                    <a:pt x="11732" y="3971"/>
                  </a:lnTo>
                  <a:lnTo>
                    <a:pt x="11832" y="3811"/>
                  </a:lnTo>
                  <a:lnTo>
                    <a:pt x="11913" y="3651"/>
                  </a:lnTo>
                  <a:lnTo>
                    <a:pt x="11973" y="3490"/>
                  </a:lnTo>
                  <a:lnTo>
                    <a:pt x="12013" y="3310"/>
                  </a:lnTo>
                  <a:lnTo>
                    <a:pt x="12053" y="3129"/>
                  </a:lnTo>
                  <a:lnTo>
                    <a:pt x="12053" y="2929"/>
                  </a:lnTo>
                  <a:lnTo>
                    <a:pt x="12053" y="1846"/>
                  </a:lnTo>
                  <a:lnTo>
                    <a:pt x="12053" y="1665"/>
                  </a:lnTo>
                  <a:lnTo>
                    <a:pt x="12013" y="1485"/>
                  </a:lnTo>
                  <a:lnTo>
                    <a:pt x="11973" y="1304"/>
                  </a:lnTo>
                  <a:lnTo>
                    <a:pt x="11913" y="1144"/>
                  </a:lnTo>
                  <a:lnTo>
                    <a:pt x="11832" y="963"/>
                  </a:lnTo>
                  <a:lnTo>
                    <a:pt x="11732" y="823"/>
                  </a:lnTo>
                  <a:lnTo>
                    <a:pt x="11632" y="682"/>
                  </a:lnTo>
                  <a:lnTo>
                    <a:pt x="11512" y="542"/>
                  </a:lnTo>
                  <a:lnTo>
                    <a:pt x="11391" y="422"/>
                  </a:lnTo>
                  <a:lnTo>
                    <a:pt x="11251" y="321"/>
                  </a:lnTo>
                  <a:lnTo>
                    <a:pt x="11090" y="221"/>
                  </a:lnTo>
                  <a:lnTo>
                    <a:pt x="10930" y="161"/>
                  </a:lnTo>
                  <a:lnTo>
                    <a:pt x="10750" y="81"/>
                  </a:lnTo>
                  <a:lnTo>
                    <a:pt x="10589" y="41"/>
                  </a:lnTo>
                  <a:lnTo>
                    <a:pt x="10389" y="21"/>
                  </a:lnTo>
                  <a:lnTo>
                    <a:pt x="1020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9" name="Google Shape;6159;p26"/>
            <p:cNvSpPr/>
            <p:nvPr/>
          </p:nvSpPr>
          <p:spPr>
            <a:xfrm>
              <a:off x="11500475" y="5143750"/>
              <a:ext cx="301350" cy="119350"/>
            </a:xfrm>
            <a:custGeom>
              <a:avLst/>
              <a:gdLst/>
              <a:ahLst/>
              <a:cxnLst/>
              <a:rect l="l" t="t" r="r" b="b"/>
              <a:pathLst>
                <a:path w="12054" h="4774" fill="none" extrusionOk="0">
                  <a:moveTo>
                    <a:pt x="12053" y="1846"/>
                  </a:moveTo>
                  <a:lnTo>
                    <a:pt x="12053" y="2929"/>
                  </a:lnTo>
                  <a:lnTo>
                    <a:pt x="12053" y="2929"/>
                  </a:lnTo>
                  <a:lnTo>
                    <a:pt x="12053" y="3129"/>
                  </a:lnTo>
                  <a:lnTo>
                    <a:pt x="12013" y="3310"/>
                  </a:lnTo>
                  <a:lnTo>
                    <a:pt x="11973" y="3490"/>
                  </a:lnTo>
                  <a:lnTo>
                    <a:pt x="11913" y="3651"/>
                  </a:lnTo>
                  <a:lnTo>
                    <a:pt x="11832" y="3811"/>
                  </a:lnTo>
                  <a:lnTo>
                    <a:pt x="11732" y="3971"/>
                  </a:lnTo>
                  <a:lnTo>
                    <a:pt x="11632" y="4112"/>
                  </a:lnTo>
                  <a:lnTo>
                    <a:pt x="11512" y="4252"/>
                  </a:lnTo>
                  <a:lnTo>
                    <a:pt x="11391" y="4352"/>
                  </a:lnTo>
                  <a:lnTo>
                    <a:pt x="11251" y="4473"/>
                  </a:lnTo>
                  <a:lnTo>
                    <a:pt x="11090" y="4553"/>
                  </a:lnTo>
                  <a:lnTo>
                    <a:pt x="10930" y="4633"/>
                  </a:lnTo>
                  <a:lnTo>
                    <a:pt x="10750" y="4693"/>
                  </a:lnTo>
                  <a:lnTo>
                    <a:pt x="10589" y="4754"/>
                  </a:lnTo>
                  <a:lnTo>
                    <a:pt x="10389" y="4774"/>
                  </a:lnTo>
                  <a:lnTo>
                    <a:pt x="10208" y="4774"/>
                  </a:lnTo>
                  <a:lnTo>
                    <a:pt x="1845" y="4774"/>
                  </a:lnTo>
                  <a:lnTo>
                    <a:pt x="1845" y="4774"/>
                  </a:lnTo>
                  <a:lnTo>
                    <a:pt x="1645" y="4774"/>
                  </a:lnTo>
                  <a:lnTo>
                    <a:pt x="1464" y="4754"/>
                  </a:lnTo>
                  <a:lnTo>
                    <a:pt x="1284" y="4693"/>
                  </a:lnTo>
                  <a:lnTo>
                    <a:pt x="1123" y="4633"/>
                  </a:lnTo>
                  <a:lnTo>
                    <a:pt x="963" y="4553"/>
                  </a:lnTo>
                  <a:lnTo>
                    <a:pt x="802" y="4473"/>
                  </a:lnTo>
                  <a:lnTo>
                    <a:pt x="662" y="4352"/>
                  </a:lnTo>
                  <a:lnTo>
                    <a:pt x="542" y="4252"/>
                  </a:lnTo>
                  <a:lnTo>
                    <a:pt x="421" y="4112"/>
                  </a:lnTo>
                  <a:lnTo>
                    <a:pt x="321" y="3971"/>
                  </a:lnTo>
                  <a:lnTo>
                    <a:pt x="221" y="3811"/>
                  </a:lnTo>
                  <a:lnTo>
                    <a:pt x="141" y="3651"/>
                  </a:lnTo>
                  <a:lnTo>
                    <a:pt x="81" y="3490"/>
                  </a:lnTo>
                  <a:lnTo>
                    <a:pt x="40" y="3310"/>
                  </a:lnTo>
                  <a:lnTo>
                    <a:pt x="0" y="3129"/>
                  </a:lnTo>
                  <a:lnTo>
                    <a:pt x="0" y="2929"/>
                  </a:lnTo>
                  <a:lnTo>
                    <a:pt x="0" y="1846"/>
                  </a:lnTo>
                  <a:lnTo>
                    <a:pt x="0" y="1846"/>
                  </a:lnTo>
                  <a:lnTo>
                    <a:pt x="0" y="1665"/>
                  </a:lnTo>
                  <a:lnTo>
                    <a:pt x="40" y="1485"/>
                  </a:lnTo>
                  <a:lnTo>
                    <a:pt x="81" y="1304"/>
                  </a:lnTo>
                  <a:lnTo>
                    <a:pt x="141" y="1144"/>
                  </a:lnTo>
                  <a:lnTo>
                    <a:pt x="221" y="963"/>
                  </a:lnTo>
                  <a:lnTo>
                    <a:pt x="321" y="823"/>
                  </a:lnTo>
                  <a:lnTo>
                    <a:pt x="421" y="682"/>
                  </a:lnTo>
                  <a:lnTo>
                    <a:pt x="542" y="542"/>
                  </a:lnTo>
                  <a:lnTo>
                    <a:pt x="662" y="422"/>
                  </a:lnTo>
                  <a:lnTo>
                    <a:pt x="802" y="321"/>
                  </a:lnTo>
                  <a:lnTo>
                    <a:pt x="963" y="221"/>
                  </a:lnTo>
                  <a:lnTo>
                    <a:pt x="1123" y="161"/>
                  </a:lnTo>
                  <a:lnTo>
                    <a:pt x="1284" y="81"/>
                  </a:lnTo>
                  <a:lnTo>
                    <a:pt x="1464" y="41"/>
                  </a:lnTo>
                  <a:lnTo>
                    <a:pt x="1645" y="21"/>
                  </a:lnTo>
                  <a:lnTo>
                    <a:pt x="1845" y="1"/>
                  </a:lnTo>
                  <a:lnTo>
                    <a:pt x="10208" y="1"/>
                  </a:lnTo>
                  <a:lnTo>
                    <a:pt x="10208" y="1"/>
                  </a:lnTo>
                  <a:lnTo>
                    <a:pt x="10389" y="21"/>
                  </a:lnTo>
                  <a:lnTo>
                    <a:pt x="10589" y="41"/>
                  </a:lnTo>
                  <a:lnTo>
                    <a:pt x="10750" y="81"/>
                  </a:lnTo>
                  <a:lnTo>
                    <a:pt x="10930" y="161"/>
                  </a:lnTo>
                  <a:lnTo>
                    <a:pt x="11090" y="221"/>
                  </a:lnTo>
                  <a:lnTo>
                    <a:pt x="11251" y="321"/>
                  </a:lnTo>
                  <a:lnTo>
                    <a:pt x="11391" y="422"/>
                  </a:lnTo>
                  <a:lnTo>
                    <a:pt x="11512" y="542"/>
                  </a:lnTo>
                  <a:lnTo>
                    <a:pt x="11632" y="682"/>
                  </a:lnTo>
                  <a:lnTo>
                    <a:pt x="11732" y="823"/>
                  </a:lnTo>
                  <a:lnTo>
                    <a:pt x="11832" y="963"/>
                  </a:lnTo>
                  <a:lnTo>
                    <a:pt x="11913" y="1144"/>
                  </a:lnTo>
                  <a:lnTo>
                    <a:pt x="11973" y="1304"/>
                  </a:lnTo>
                  <a:lnTo>
                    <a:pt x="12013" y="1485"/>
                  </a:lnTo>
                  <a:lnTo>
                    <a:pt x="12053" y="1665"/>
                  </a:lnTo>
                  <a:lnTo>
                    <a:pt x="12053" y="1846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0" name="Google Shape;6160;p26"/>
            <p:cNvSpPr/>
            <p:nvPr/>
          </p:nvSpPr>
          <p:spPr>
            <a:xfrm>
              <a:off x="11500475" y="5177350"/>
              <a:ext cx="301350" cy="34625"/>
            </a:xfrm>
            <a:custGeom>
              <a:avLst/>
              <a:gdLst/>
              <a:ahLst/>
              <a:cxnLst/>
              <a:rect l="l" t="t" r="r" b="b"/>
              <a:pathLst>
                <a:path w="12054" h="1385" extrusionOk="0">
                  <a:moveTo>
                    <a:pt x="60" y="0"/>
                  </a:moveTo>
                  <a:lnTo>
                    <a:pt x="20" y="241"/>
                  </a:lnTo>
                  <a:lnTo>
                    <a:pt x="0" y="502"/>
                  </a:lnTo>
                  <a:lnTo>
                    <a:pt x="0" y="1344"/>
                  </a:lnTo>
                  <a:lnTo>
                    <a:pt x="3650" y="1364"/>
                  </a:lnTo>
                  <a:lnTo>
                    <a:pt x="7300" y="1384"/>
                  </a:lnTo>
                  <a:lnTo>
                    <a:pt x="12053" y="1384"/>
                  </a:lnTo>
                  <a:lnTo>
                    <a:pt x="12053" y="502"/>
                  </a:lnTo>
                  <a:lnTo>
                    <a:pt x="12033" y="241"/>
                  </a:lnTo>
                  <a:lnTo>
                    <a:pt x="11993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1" name="Google Shape;6161;p26"/>
            <p:cNvSpPr/>
            <p:nvPr/>
          </p:nvSpPr>
          <p:spPr>
            <a:xfrm>
              <a:off x="11500475" y="5177350"/>
              <a:ext cx="301350" cy="34625"/>
            </a:xfrm>
            <a:custGeom>
              <a:avLst/>
              <a:gdLst/>
              <a:ahLst/>
              <a:cxnLst/>
              <a:rect l="l" t="t" r="r" b="b"/>
              <a:pathLst>
                <a:path w="12054" h="1385" fill="none" extrusionOk="0">
                  <a:moveTo>
                    <a:pt x="11993" y="0"/>
                  </a:moveTo>
                  <a:lnTo>
                    <a:pt x="60" y="0"/>
                  </a:lnTo>
                  <a:lnTo>
                    <a:pt x="60" y="0"/>
                  </a:lnTo>
                  <a:lnTo>
                    <a:pt x="20" y="241"/>
                  </a:lnTo>
                  <a:lnTo>
                    <a:pt x="0" y="502"/>
                  </a:lnTo>
                  <a:lnTo>
                    <a:pt x="0" y="1344"/>
                  </a:lnTo>
                  <a:lnTo>
                    <a:pt x="0" y="1344"/>
                  </a:lnTo>
                  <a:lnTo>
                    <a:pt x="3650" y="1364"/>
                  </a:lnTo>
                  <a:lnTo>
                    <a:pt x="7300" y="1384"/>
                  </a:lnTo>
                  <a:lnTo>
                    <a:pt x="7300" y="1384"/>
                  </a:lnTo>
                  <a:lnTo>
                    <a:pt x="9025" y="1384"/>
                  </a:lnTo>
                  <a:lnTo>
                    <a:pt x="9025" y="1384"/>
                  </a:lnTo>
                  <a:lnTo>
                    <a:pt x="10770" y="1384"/>
                  </a:lnTo>
                  <a:lnTo>
                    <a:pt x="10770" y="1384"/>
                  </a:lnTo>
                  <a:lnTo>
                    <a:pt x="12053" y="1384"/>
                  </a:lnTo>
                  <a:lnTo>
                    <a:pt x="12053" y="502"/>
                  </a:lnTo>
                  <a:lnTo>
                    <a:pt x="12053" y="502"/>
                  </a:lnTo>
                  <a:lnTo>
                    <a:pt x="12033" y="241"/>
                  </a:lnTo>
                  <a:lnTo>
                    <a:pt x="1199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2" name="Google Shape;6162;p26"/>
            <p:cNvSpPr/>
            <p:nvPr/>
          </p:nvSpPr>
          <p:spPr>
            <a:xfrm>
              <a:off x="11240775" y="3810625"/>
              <a:ext cx="820750" cy="1366750"/>
            </a:xfrm>
            <a:custGeom>
              <a:avLst/>
              <a:gdLst/>
              <a:ahLst/>
              <a:cxnLst/>
              <a:rect l="l" t="t" r="r" b="b"/>
              <a:pathLst>
                <a:path w="32830" h="54670" extrusionOk="0">
                  <a:moveTo>
                    <a:pt x="16405" y="1"/>
                  </a:moveTo>
                  <a:lnTo>
                    <a:pt x="16344" y="21"/>
                  </a:lnTo>
                  <a:lnTo>
                    <a:pt x="16264" y="41"/>
                  </a:lnTo>
                  <a:lnTo>
                    <a:pt x="16064" y="141"/>
                  </a:lnTo>
                  <a:lnTo>
                    <a:pt x="15783" y="321"/>
                  </a:lnTo>
                  <a:lnTo>
                    <a:pt x="15442" y="562"/>
                  </a:lnTo>
                  <a:lnTo>
                    <a:pt x="15041" y="863"/>
                  </a:lnTo>
                  <a:lnTo>
                    <a:pt x="14580" y="1224"/>
                  </a:lnTo>
                  <a:lnTo>
                    <a:pt x="14078" y="1665"/>
                  </a:lnTo>
                  <a:lnTo>
                    <a:pt x="13537" y="2166"/>
                  </a:lnTo>
                  <a:lnTo>
                    <a:pt x="12955" y="2728"/>
                  </a:lnTo>
                  <a:lnTo>
                    <a:pt x="12354" y="3350"/>
                  </a:lnTo>
                  <a:lnTo>
                    <a:pt x="11712" y="4032"/>
                  </a:lnTo>
                  <a:lnTo>
                    <a:pt x="11030" y="4794"/>
                  </a:lnTo>
                  <a:lnTo>
                    <a:pt x="10348" y="5596"/>
                  </a:lnTo>
                  <a:lnTo>
                    <a:pt x="9646" y="6458"/>
                  </a:lnTo>
                  <a:lnTo>
                    <a:pt x="8944" y="7381"/>
                  </a:lnTo>
                  <a:lnTo>
                    <a:pt x="8222" y="8383"/>
                  </a:lnTo>
                  <a:lnTo>
                    <a:pt x="7500" y="9426"/>
                  </a:lnTo>
                  <a:lnTo>
                    <a:pt x="6799" y="10509"/>
                  </a:lnTo>
                  <a:lnTo>
                    <a:pt x="6097" y="11672"/>
                  </a:lnTo>
                  <a:lnTo>
                    <a:pt x="5415" y="12876"/>
                  </a:lnTo>
                  <a:lnTo>
                    <a:pt x="5054" y="13537"/>
                  </a:lnTo>
                  <a:lnTo>
                    <a:pt x="4713" y="14199"/>
                  </a:lnTo>
                  <a:lnTo>
                    <a:pt x="4372" y="14901"/>
                  </a:lnTo>
                  <a:lnTo>
                    <a:pt x="4051" y="15583"/>
                  </a:lnTo>
                  <a:lnTo>
                    <a:pt x="3630" y="16546"/>
                  </a:lnTo>
                  <a:lnTo>
                    <a:pt x="3209" y="17528"/>
                  </a:lnTo>
                  <a:lnTo>
                    <a:pt x="2808" y="18531"/>
                  </a:lnTo>
                  <a:lnTo>
                    <a:pt x="2447" y="19554"/>
                  </a:lnTo>
                  <a:lnTo>
                    <a:pt x="2086" y="20617"/>
                  </a:lnTo>
                  <a:lnTo>
                    <a:pt x="1745" y="21680"/>
                  </a:lnTo>
                  <a:lnTo>
                    <a:pt x="1444" y="22783"/>
                  </a:lnTo>
                  <a:lnTo>
                    <a:pt x="1163" y="23906"/>
                  </a:lnTo>
                  <a:lnTo>
                    <a:pt x="903" y="25069"/>
                  </a:lnTo>
                  <a:lnTo>
                    <a:pt x="682" y="26232"/>
                  </a:lnTo>
                  <a:lnTo>
                    <a:pt x="481" y="27435"/>
                  </a:lnTo>
                  <a:lnTo>
                    <a:pt x="321" y="28659"/>
                  </a:lnTo>
                  <a:lnTo>
                    <a:pt x="181" y="29882"/>
                  </a:lnTo>
                  <a:lnTo>
                    <a:pt x="80" y="31145"/>
                  </a:lnTo>
                  <a:lnTo>
                    <a:pt x="20" y="32429"/>
                  </a:lnTo>
                  <a:lnTo>
                    <a:pt x="0" y="33752"/>
                  </a:lnTo>
                  <a:lnTo>
                    <a:pt x="20" y="34394"/>
                  </a:lnTo>
                  <a:lnTo>
                    <a:pt x="40" y="35036"/>
                  </a:lnTo>
                  <a:lnTo>
                    <a:pt x="80" y="35698"/>
                  </a:lnTo>
                  <a:lnTo>
                    <a:pt x="120" y="36359"/>
                  </a:lnTo>
                  <a:lnTo>
                    <a:pt x="201" y="37021"/>
                  </a:lnTo>
                  <a:lnTo>
                    <a:pt x="281" y="37703"/>
                  </a:lnTo>
                  <a:lnTo>
                    <a:pt x="381" y="38365"/>
                  </a:lnTo>
                  <a:lnTo>
                    <a:pt x="501" y="39047"/>
                  </a:lnTo>
                  <a:lnTo>
                    <a:pt x="642" y="39729"/>
                  </a:lnTo>
                  <a:lnTo>
                    <a:pt x="782" y="40410"/>
                  </a:lnTo>
                  <a:lnTo>
                    <a:pt x="963" y="41092"/>
                  </a:lnTo>
                  <a:lnTo>
                    <a:pt x="1143" y="41774"/>
                  </a:lnTo>
                  <a:lnTo>
                    <a:pt x="1344" y="42436"/>
                  </a:lnTo>
                  <a:lnTo>
                    <a:pt x="1564" y="43118"/>
                  </a:lnTo>
                  <a:lnTo>
                    <a:pt x="1785" y="43800"/>
                  </a:lnTo>
                  <a:lnTo>
                    <a:pt x="2026" y="44482"/>
                  </a:lnTo>
                  <a:lnTo>
                    <a:pt x="2286" y="45163"/>
                  </a:lnTo>
                  <a:lnTo>
                    <a:pt x="2567" y="45825"/>
                  </a:lnTo>
                  <a:lnTo>
                    <a:pt x="2868" y="46507"/>
                  </a:lnTo>
                  <a:lnTo>
                    <a:pt x="3189" y="47169"/>
                  </a:lnTo>
                  <a:lnTo>
                    <a:pt x="3510" y="47831"/>
                  </a:lnTo>
                  <a:lnTo>
                    <a:pt x="3851" y="48472"/>
                  </a:lnTo>
                  <a:lnTo>
                    <a:pt x="4212" y="49134"/>
                  </a:lnTo>
                  <a:lnTo>
                    <a:pt x="4593" y="49776"/>
                  </a:lnTo>
                  <a:lnTo>
                    <a:pt x="4994" y="50418"/>
                  </a:lnTo>
                  <a:lnTo>
                    <a:pt x="5395" y="51059"/>
                  </a:lnTo>
                  <a:lnTo>
                    <a:pt x="5816" y="51681"/>
                  </a:lnTo>
                  <a:lnTo>
                    <a:pt x="6277" y="52283"/>
                  </a:lnTo>
                  <a:lnTo>
                    <a:pt x="6718" y="52904"/>
                  </a:lnTo>
                  <a:lnTo>
                    <a:pt x="7200" y="53506"/>
                  </a:lnTo>
                  <a:lnTo>
                    <a:pt x="7701" y="54088"/>
                  </a:lnTo>
                  <a:lnTo>
                    <a:pt x="8202" y="54669"/>
                  </a:lnTo>
                  <a:lnTo>
                    <a:pt x="24627" y="54669"/>
                  </a:lnTo>
                  <a:lnTo>
                    <a:pt x="25128" y="54108"/>
                  </a:lnTo>
                  <a:lnTo>
                    <a:pt x="25610" y="53526"/>
                  </a:lnTo>
                  <a:lnTo>
                    <a:pt x="26071" y="52925"/>
                  </a:lnTo>
                  <a:lnTo>
                    <a:pt x="26532" y="52323"/>
                  </a:lnTo>
                  <a:lnTo>
                    <a:pt x="26973" y="51721"/>
                  </a:lnTo>
                  <a:lnTo>
                    <a:pt x="27395" y="51100"/>
                  </a:lnTo>
                  <a:lnTo>
                    <a:pt x="27796" y="50478"/>
                  </a:lnTo>
                  <a:lnTo>
                    <a:pt x="28177" y="49856"/>
                  </a:lnTo>
                  <a:lnTo>
                    <a:pt x="28758" y="48894"/>
                  </a:lnTo>
                  <a:lnTo>
                    <a:pt x="29280" y="47891"/>
                  </a:lnTo>
                  <a:lnTo>
                    <a:pt x="29761" y="46908"/>
                  </a:lnTo>
                  <a:lnTo>
                    <a:pt x="30222" y="45885"/>
                  </a:lnTo>
                  <a:lnTo>
                    <a:pt x="30643" y="44883"/>
                  </a:lnTo>
                  <a:lnTo>
                    <a:pt x="31024" y="43860"/>
                  </a:lnTo>
                  <a:lnTo>
                    <a:pt x="31365" y="42837"/>
                  </a:lnTo>
                  <a:lnTo>
                    <a:pt x="31666" y="41814"/>
                  </a:lnTo>
                  <a:lnTo>
                    <a:pt x="31947" y="40771"/>
                  </a:lnTo>
                  <a:lnTo>
                    <a:pt x="32167" y="39749"/>
                  </a:lnTo>
                  <a:lnTo>
                    <a:pt x="32368" y="38726"/>
                  </a:lnTo>
                  <a:lnTo>
                    <a:pt x="32528" y="37723"/>
                  </a:lnTo>
                  <a:lnTo>
                    <a:pt x="32669" y="36700"/>
                  </a:lnTo>
                  <a:lnTo>
                    <a:pt x="32749" y="35718"/>
                  </a:lnTo>
                  <a:lnTo>
                    <a:pt x="32809" y="34715"/>
                  </a:lnTo>
                  <a:lnTo>
                    <a:pt x="32829" y="33752"/>
                  </a:lnTo>
                  <a:lnTo>
                    <a:pt x="32789" y="32429"/>
                  </a:lnTo>
                  <a:lnTo>
                    <a:pt x="32749" y="31145"/>
                  </a:lnTo>
                  <a:lnTo>
                    <a:pt x="32649" y="29882"/>
                  </a:lnTo>
                  <a:lnTo>
                    <a:pt x="32508" y="28659"/>
                  </a:lnTo>
                  <a:lnTo>
                    <a:pt x="32348" y="27435"/>
                  </a:lnTo>
                  <a:lnTo>
                    <a:pt x="32147" y="26232"/>
                  </a:lnTo>
                  <a:lnTo>
                    <a:pt x="31927" y="25069"/>
                  </a:lnTo>
                  <a:lnTo>
                    <a:pt x="31666" y="23906"/>
                  </a:lnTo>
                  <a:lnTo>
                    <a:pt x="31385" y="22783"/>
                  </a:lnTo>
                  <a:lnTo>
                    <a:pt x="31085" y="21680"/>
                  </a:lnTo>
                  <a:lnTo>
                    <a:pt x="30744" y="20617"/>
                  </a:lnTo>
                  <a:lnTo>
                    <a:pt x="30383" y="19554"/>
                  </a:lnTo>
                  <a:lnTo>
                    <a:pt x="30002" y="18531"/>
                  </a:lnTo>
                  <a:lnTo>
                    <a:pt x="29621" y="17528"/>
                  </a:lnTo>
                  <a:lnTo>
                    <a:pt x="29199" y="16546"/>
                  </a:lnTo>
                  <a:lnTo>
                    <a:pt x="28778" y="15583"/>
                  </a:lnTo>
                  <a:lnTo>
                    <a:pt x="28437" y="14901"/>
                  </a:lnTo>
                  <a:lnTo>
                    <a:pt x="28096" y="14219"/>
                  </a:lnTo>
                  <a:lnTo>
                    <a:pt x="27755" y="13537"/>
                  </a:lnTo>
                  <a:lnTo>
                    <a:pt x="27415" y="12896"/>
                  </a:lnTo>
                  <a:lnTo>
                    <a:pt x="26973" y="12134"/>
                  </a:lnTo>
                  <a:lnTo>
                    <a:pt x="26552" y="11392"/>
                  </a:lnTo>
                  <a:lnTo>
                    <a:pt x="26111" y="10670"/>
                  </a:lnTo>
                  <a:lnTo>
                    <a:pt x="25670" y="9968"/>
                  </a:lnTo>
                  <a:lnTo>
                    <a:pt x="25229" y="9286"/>
                  </a:lnTo>
                  <a:lnTo>
                    <a:pt x="24787" y="8644"/>
                  </a:lnTo>
                  <a:lnTo>
                    <a:pt x="24346" y="8002"/>
                  </a:lnTo>
                  <a:lnTo>
                    <a:pt x="23885" y="7401"/>
                  </a:lnTo>
                  <a:lnTo>
                    <a:pt x="23003" y="6238"/>
                  </a:lnTo>
                  <a:lnTo>
                    <a:pt x="22140" y="5195"/>
                  </a:lnTo>
                  <a:lnTo>
                    <a:pt x="21298" y="4232"/>
                  </a:lnTo>
                  <a:lnTo>
                    <a:pt x="20496" y="3350"/>
                  </a:lnTo>
                  <a:lnTo>
                    <a:pt x="19734" y="2588"/>
                  </a:lnTo>
                  <a:lnTo>
                    <a:pt x="19012" y="1906"/>
                  </a:lnTo>
                  <a:lnTo>
                    <a:pt x="18370" y="1344"/>
                  </a:lnTo>
                  <a:lnTo>
                    <a:pt x="17788" y="863"/>
                  </a:lnTo>
                  <a:lnTo>
                    <a:pt x="17307" y="482"/>
                  </a:lnTo>
                  <a:lnTo>
                    <a:pt x="16906" y="221"/>
                  </a:lnTo>
                  <a:lnTo>
                    <a:pt x="16605" y="61"/>
                  </a:lnTo>
                  <a:lnTo>
                    <a:pt x="16485" y="21"/>
                  </a:lnTo>
                  <a:lnTo>
                    <a:pt x="1640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3" name="Google Shape;6163;p26"/>
            <p:cNvSpPr/>
            <p:nvPr/>
          </p:nvSpPr>
          <p:spPr>
            <a:xfrm>
              <a:off x="11240775" y="3810625"/>
              <a:ext cx="820750" cy="1366750"/>
            </a:xfrm>
            <a:custGeom>
              <a:avLst/>
              <a:gdLst/>
              <a:ahLst/>
              <a:cxnLst/>
              <a:rect l="l" t="t" r="r" b="b"/>
              <a:pathLst>
                <a:path w="32830" h="54670" fill="none" extrusionOk="0">
                  <a:moveTo>
                    <a:pt x="32829" y="33752"/>
                  </a:moveTo>
                  <a:lnTo>
                    <a:pt x="32829" y="33752"/>
                  </a:lnTo>
                  <a:lnTo>
                    <a:pt x="32809" y="34715"/>
                  </a:lnTo>
                  <a:lnTo>
                    <a:pt x="32749" y="35718"/>
                  </a:lnTo>
                  <a:lnTo>
                    <a:pt x="32669" y="36700"/>
                  </a:lnTo>
                  <a:lnTo>
                    <a:pt x="32528" y="37723"/>
                  </a:lnTo>
                  <a:lnTo>
                    <a:pt x="32368" y="38726"/>
                  </a:lnTo>
                  <a:lnTo>
                    <a:pt x="32167" y="39749"/>
                  </a:lnTo>
                  <a:lnTo>
                    <a:pt x="31947" y="40771"/>
                  </a:lnTo>
                  <a:lnTo>
                    <a:pt x="31666" y="41814"/>
                  </a:lnTo>
                  <a:lnTo>
                    <a:pt x="31365" y="42837"/>
                  </a:lnTo>
                  <a:lnTo>
                    <a:pt x="31024" y="43860"/>
                  </a:lnTo>
                  <a:lnTo>
                    <a:pt x="30643" y="44883"/>
                  </a:lnTo>
                  <a:lnTo>
                    <a:pt x="30222" y="45885"/>
                  </a:lnTo>
                  <a:lnTo>
                    <a:pt x="29761" y="46908"/>
                  </a:lnTo>
                  <a:lnTo>
                    <a:pt x="29280" y="47891"/>
                  </a:lnTo>
                  <a:lnTo>
                    <a:pt x="28758" y="48894"/>
                  </a:lnTo>
                  <a:lnTo>
                    <a:pt x="28177" y="49856"/>
                  </a:lnTo>
                  <a:lnTo>
                    <a:pt x="28177" y="49856"/>
                  </a:lnTo>
                  <a:lnTo>
                    <a:pt x="27796" y="50478"/>
                  </a:lnTo>
                  <a:lnTo>
                    <a:pt x="27395" y="51100"/>
                  </a:lnTo>
                  <a:lnTo>
                    <a:pt x="26973" y="51721"/>
                  </a:lnTo>
                  <a:lnTo>
                    <a:pt x="26532" y="52323"/>
                  </a:lnTo>
                  <a:lnTo>
                    <a:pt x="26071" y="52925"/>
                  </a:lnTo>
                  <a:lnTo>
                    <a:pt x="25610" y="53526"/>
                  </a:lnTo>
                  <a:lnTo>
                    <a:pt x="25128" y="54108"/>
                  </a:lnTo>
                  <a:lnTo>
                    <a:pt x="24627" y="54669"/>
                  </a:lnTo>
                  <a:lnTo>
                    <a:pt x="8202" y="54669"/>
                  </a:lnTo>
                  <a:lnTo>
                    <a:pt x="8202" y="54669"/>
                  </a:lnTo>
                  <a:lnTo>
                    <a:pt x="7701" y="54088"/>
                  </a:lnTo>
                  <a:lnTo>
                    <a:pt x="7200" y="53506"/>
                  </a:lnTo>
                  <a:lnTo>
                    <a:pt x="6718" y="52904"/>
                  </a:lnTo>
                  <a:lnTo>
                    <a:pt x="6277" y="52283"/>
                  </a:lnTo>
                  <a:lnTo>
                    <a:pt x="5816" y="51681"/>
                  </a:lnTo>
                  <a:lnTo>
                    <a:pt x="5395" y="51059"/>
                  </a:lnTo>
                  <a:lnTo>
                    <a:pt x="4994" y="50418"/>
                  </a:lnTo>
                  <a:lnTo>
                    <a:pt x="4593" y="49776"/>
                  </a:lnTo>
                  <a:lnTo>
                    <a:pt x="4212" y="49134"/>
                  </a:lnTo>
                  <a:lnTo>
                    <a:pt x="3851" y="48472"/>
                  </a:lnTo>
                  <a:lnTo>
                    <a:pt x="3510" y="47831"/>
                  </a:lnTo>
                  <a:lnTo>
                    <a:pt x="3189" y="47169"/>
                  </a:lnTo>
                  <a:lnTo>
                    <a:pt x="2868" y="46507"/>
                  </a:lnTo>
                  <a:lnTo>
                    <a:pt x="2567" y="45825"/>
                  </a:lnTo>
                  <a:lnTo>
                    <a:pt x="2286" y="45163"/>
                  </a:lnTo>
                  <a:lnTo>
                    <a:pt x="2026" y="44482"/>
                  </a:lnTo>
                  <a:lnTo>
                    <a:pt x="1785" y="43800"/>
                  </a:lnTo>
                  <a:lnTo>
                    <a:pt x="1564" y="43118"/>
                  </a:lnTo>
                  <a:lnTo>
                    <a:pt x="1344" y="42436"/>
                  </a:lnTo>
                  <a:lnTo>
                    <a:pt x="1143" y="41774"/>
                  </a:lnTo>
                  <a:lnTo>
                    <a:pt x="963" y="41092"/>
                  </a:lnTo>
                  <a:lnTo>
                    <a:pt x="782" y="40410"/>
                  </a:lnTo>
                  <a:lnTo>
                    <a:pt x="642" y="39729"/>
                  </a:lnTo>
                  <a:lnTo>
                    <a:pt x="501" y="39047"/>
                  </a:lnTo>
                  <a:lnTo>
                    <a:pt x="381" y="38365"/>
                  </a:lnTo>
                  <a:lnTo>
                    <a:pt x="281" y="37703"/>
                  </a:lnTo>
                  <a:lnTo>
                    <a:pt x="201" y="37021"/>
                  </a:lnTo>
                  <a:lnTo>
                    <a:pt x="120" y="36359"/>
                  </a:lnTo>
                  <a:lnTo>
                    <a:pt x="80" y="35698"/>
                  </a:lnTo>
                  <a:lnTo>
                    <a:pt x="40" y="35036"/>
                  </a:lnTo>
                  <a:lnTo>
                    <a:pt x="20" y="34394"/>
                  </a:lnTo>
                  <a:lnTo>
                    <a:pt x="0" y="33752"/>
                  </a:lnTo>
                  <a:lnTo>
                    <a:pt x="0" y="33752"/>
                  </a:lnTo>
                  <a:lnTo>
                    <a:pt x="20" y="32429"/>
                  </a:lnTo>
                  <a:lnTo>
                    <a:pt x="80" y="31145"/>
                  </a:lnTo>
                  <a:lnTo>
                    <a:pt x="181" y="29882"/>
                  </a:lnTo>
                  <a:lnTo>
                    <a:pt x="321" y="28659"/>
                  </a:lnTo>
                  <a:lnTo>
                    <a:pt x="481" y="27435"/>
                  </a:lnTo>
                  <a:lnTo>
                    <a:pt x="682" y="26232"/>
                  </a:lnTo>
                  <a:lnTo>
                    <a:pt x="903" y="25069"/>
                  </a:lnTo>
                  <a:lnTo>
                    <a:pt x="1163" y="23906"/>
                  </a:lnTo>
                  <a:lnTo>
                    <a:pt x="1444" y="22783"/>
                  </a:lnTo>
                  <a:lnTo>
                    <a:pt x="1745" y="21680"/>
                  </a:lnTo>
                  <a:lnTo>
                    <a:pt x="2086" y="20617"/>
                  </a:lnTo>
                  <a:lnTo>
                    <a:pt x="2447" y="19554"/>
                  </a:lnTo>
                  <a:lnTo>
                    <a:pt x="2808" y="18531"/>
                  </a:lnTo>
                  <a:lnTo>
                    <a:pt x="3209" y="17528"/>
                  </a:lnTo>
                  <a:lnTo>
                    <a:pt x="3630" y="16546"/>
                  </a:lnTo>
                  <a:lnTo>
                    <a:pt x="4051" y="15583"/>
                  </a:lnTo>
                  <a:lnTo>
                    <a:pt x="4051" y="15583"/>
                  </a:lnTo>
                  <a:lnTo>
                    <a:pt x="4372" y="14901"/>
                  </a:lnTo>
                  <a:lnTo>
                    <a:pt x="4713" y="14199"/>
                  </a:lnTo>
                  <a:lnTo>
                    <a:pt x="5054" y="13537"/>
                  </a:lnTo>
                  <a:lnTo>
                    <a:pt x="5415" y="12876"/>
                  </a:lnTo>
                  <a:lnTo>
                    <a:pt x="5415" y="12876"/>
                  </a:lnTo>
                  <a:lnTo>
                    <a:pt x="6097" y="11672"/>
                  </a:lnTo>
                  <a:lnTo>
                    <a:pt x="6799" y="10509"/>
                  </a:lnTo>
                  <a:lnTo>
                    <a:pt x="7500" y="9426"/>
                  </a:lnTo>
                  <a:lnTo>
                    <a:pt x="8222" y="8383"/>
                  </a:lnTo>
                  <a:lnTo>
                    <a:pt x="8944" y="7381"/>
                  </a:lnTo>
                  <a:lnTo>
                    <a:pt x="9646" y="6458"/>
                  </a:lnTo>
                  <a:lnTo>
                    <a:pt x="10348" y="5596"/>
                  </a:lnTo>
                  <a:lnTo>
                    <a:pt x="11030" y="4794"/>
                  </a:lnTo>
                  <a:lnTo>
                    <a:pt x="11712" y="4032"/>
                  </a:lnTo>
                  <a:lnTo>
                    <a:pt x="12354" y="3350"/>
                  </a:lnTo>
                  <a:lnTo>
                    <a:pt x="12955" y="2728"/>
                  </a:lnTo>
                  <a:lnTo>
                    <a:pt x="13537" y="2166"/>
                  </a:lnTo>
                  <a:lnTo>
                    <a:pt x="14078" y="1665"/>
                  </a:lnTo>
                  <a:lnTo>
                    <a:pt x="14580" y="1224"/>
                  </a:lnTo>
                  <a:lnTo>
                    <a:pt x="15041" y="863"/>
                  </a:lnTo>
                  <a:lnTo>
                    <a:pt x="15442" y="562"/>
                  </a:lnTo>
                  <a:lnTo>
                    <a:pt x="15442" y="562"/>
                  </a:lnTo>
                  <a:lnTo>
                    <a:pt x="15783" y="321"/>
                  </a:lnTo>
                  <a:lnTo>
                    <a:pt x="16064" y="141"/>
                  </a:lnTo>
                  <a:lnTo>
                    <a:pt x="16264" y="41"/>
                  </a:lnTo>
                  <a:lnTo>
                    <a:pt x="16344" y="21"/>
                  </a:lnTo>
                  <a:lnTo>
                    <a:pt x="16405" y="1"/>
                  </a:lnTo>
                  <a:lnTo>
                    <a:pt x="16405" y="1"/>
                  </a:lnTo>
                  <a:lnTo>
                    <a:pt x="16485" y="21"/>
                  </a:lnTo>
                  <a:lnTo>
                    <a:pt x="16605" y="61"/>
                  </a:lnTo>
                  <a:lnTo>
                    <a:pt x="16906" y="221"/>
                  </a:lnTo>
                  <a:lnTo>
                    <a:pt x="17307" y="482"/>
                  </a:lnTo>
                  <a:lnTo>
                    <a:pt x="17788" y="863"/>
                  </a:lnTo>
                  <a:lnTo>
                    <a:pt x="18370" y="1344"/>
                  </a:lnTo>
                  <a:lnTo>
                    <a:pt x="19012" y="1906"/>
                  </a:lnTo>
                  <a:lnTo>
                    <a:pt x="19734" y="2588"/>
                  </a:lnTo>
                  <a:lnTo>
                    <a:pt x="20496" y="3350"/>
                  </a:lnTo>
                  <a:lnTo>
                    <a:pt x="21298" y="4232"/>
                  </a:lnTo>
                  <a:lnTo>
                    <a:pt x="22140" y="5195"/>
                  </a:lnTo>
                  <a:lnTo>
                    <a:pt x="23003" y="6238"/>
                  </a:lnTo>
                  <a:lnTo>
                    <a:pt x="23885" y="7401"/>
                  </a:lnTo>
                  <a:lnTo>
                    <a:pt x="24346" y="8002"/>
                  </a:lnTo>
                  <a:lnTo>
                    <a:pt x="24787" y="8644"/>
                  </a:lnTo>
                  <a:lnTo>
                    <a:pt x="25229" y="9286"/>
                  </a:lnTo>
                  <a:lnTo>
                    <a:pt x="25670" y="9968"/>
                  </a:lnTo>
                  <a:lnTo>
                    <a:pt x="26111" y="10670"/>
                  </a:lnTo>
                  <a:lnTo>
                    <a:pt x="26552" y="11392"/>
                  </a:lnTo>
                  <a:lnTo>
                    <a:pt x="26973" y="12134"/>
                  </a:lnTo>
                  <a:lnTo>
                    <a:pt x="27415" y="12896"/>
                  </a:lnTo>
                  <a:lnTo>
                    <a:pt x="27415" y="12896"/>
                  </a:lnTo>
                  <a:lnTo>
                    <a:pt x="27755" y="13537"/>
                  </a:lnTo>
                  <a:lnTo>
                    <a:pt x="28096" y="14219"/>
                  </a:lnTo>
                  <a:lnTo>
                    <a:pt x="28437" y="14901"/>
                  </a:lnTo>
                  <a:lnTo>
                    <a:pt x="28778" y="15583"/>
                  </a:lnTo>
                  <a:lnTo>
                    <a:pt x="28778" y="15583"/>
                  </a:lnTo>
                  <a:lnTo>
                    <a:pt x="29199" y="16546"/>
                  </a:lnTo>
                  <a:lnTo>
                    <a:pt x="29621" y="17528"/>
                  </a:lnTo>
                  <a:lnTo>
                    <a:pt x="30002" y="18531"/>
                  </a:lnTo>
                  <a:lnTo>
                    <a:pt x="30383" y="19554"/>
                  </a:lnTo>
                  <a:lnTo>
                    <a:pt x="30744" y="20617"/>
                  </a:lnTo>
                  <a:lnTo>
                    <a:pt x="31085" y="21680"/>
                  </a:lnTo>
                  <a:lnTo>
                    <a:pt x="31385" y="22783"/>
                  </a:lnTo>
                  <a:lnTo>
                    <a:pt x="31666" y="23906"/>
                  </a:lnTo>
                  <a:lnTo>
                    <a:pt x="31927" y="25069"/>
                  </a:lnTo>
                  <a:lnTo>
                    <a:pt x="32147" y="26232"/>
                  </a:lnTo>
                  <a:lnTo>
                    <a:pt x="32348" y="27435"/>
                  </a:lnTo>
                  <a:lnTo>
                    <a:pt x="32508" y="28659"/>
                  </a:lnTo>
                  <a:lnTo>
                    <a:pt x="32649" y="29882"/>
                  </a:lnTo>
                  <a:lnTo>
                    <a:pt x="32749" y="31145"/>
                  </a:lnTo>
                  <a:lnTo>
                    <a:pt x="32789" y="32429"/>
                  </a:lnTo>
                  <a:lnTo>
                    <a:pt x="32829" y="33752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4" name="Google Shape;6164;p26"/>
            <p:cNvSpPr/>
            <p:nvPr/>
          </p:nvSpPr>
          <p:spPr>
            <a:xfrm>
              <a:off x="11342050" y="3810625"/>
              <a:ext cx="618200" cy="476325"/>
            </a:xfrm>
            <a:custGeom>
              <a:avLst/>
              <a:gdLst/>
              <a:ahLst/>
              <a:cxnLst/>
              <a:rect l="l" t="t" r="r" b="b"/>
              <a:pathLst>
                <a:path w="24728" h="19053" extrusionOk="0">
                  <a:moveTo>
                    <a:pt x="12354" y="1"/>
                  </a:moveTo>
                  <a:lnTo>
                    <a:pt x="12273" y="21"/>
                  </a:lnTo>
                  <a:lnTo>
                    <a:pt x="12173" y="61"/>
                  </a:lnTo>
                  <a:lnTo>
                    <a:pt x="11872" y="221"/>
                  </a:lnTo>
                  <a:lnTo>
                    <a:pt x="11471" y="482"/>
                  </a:lnTo>
                  <a:lnTo>
                    <a:pt x="10970" y="863"/>
                  </a:lnTo>
                  <a:lnTo>
                    <a:pt x="10408" y="1324"/>
                  </a:lnTo>
                  <a:lnTo>
                    <a:pt x="9767" y="1906"/>
                  </a:lnTo>
                  <a:lnTo>
                    <a:pt x="9045" y="2588"/>
                  </a:lnTo>
                  <a:lnTo>
                    <a:pt x="8283" y="3350"/>
                  </a:lnTo>
                  <a:lnTo>
                    <a:pt x="7480" y="4232"/>
                  </a:lnTo>
                  <a:lnTo>
                    <a:pt x="6638" y="5195"/>
                  </a:lnTo>
                  <a:lnTo>
                    <a:pt x="5776" y="6238"/>
                  </a:lnTo>
                  <a:lnTo>
                    <a:pt x="4893" y="7401"/>
                  </a:lnTo>
                  <a:lnTo>
                    <a:pt x="4432" y="8002"/>
                  </a:lnTo>
                  <a:lnTo>
                    <a:pt x="3991" y="8644"/>
                  </a:lnTo>
                  <a:lnTo>
                    <a:pt x="3550" y="9286"/>
                  </a:lnTo>
                  <a:lnTo>
                    <a:pt x="3109" y="9968"/>
                  </a:lnTo>
                  <a:lnTo>
                    <a:pt x="2667" y="10670"/>
                  </a:lnTo>
                  <a:lnTo>
                    <a:pt x="2226" y="11392"/>
                  </a:lnTo>
                  <a:lnTo>
                    <a:pt x="1785" y="12114"/>
                  </a:lnTo>
                  <a:lnTo>
                    <a:pt x="1364" y="12876"/>
                  </a:lnTo>
                  <a:lnTo>
                    <a:pt x="1023" y="13537"/>
                  </a:lnTo>
                  <a:lnTo>
                    <a:pt x="662" y="14199"/>
                  </a:lnTo>
                  <a:lnTo>
                    <a:pt x="341" y="14901"/>
                  </a:lnTo>
                  <a:lnTo>
                    <a:pt x="0" y="15583"/>
                  </a:lnTo>
                  <a:lnTo>
                    <a:pt x="622" y="15984"/>
                  </a:lnTo>
                  <a:lnTo>
                    <a:pt x="1264" y="16365"/>
                  </a:lnTo>
                  <a:lnTo>
                    <a:pt x="1925" y="16706"/>
                  </a:lnTo>
                  <a:lnTo>
                    <a:pt x="2607" y="17027"/>
                  </a:lnTo>
                  <a:lnTo>
                    <a:pt x="3329" y="17348"/>
                  </a:lnTo>
                  <a:lnTo>
                    <a:pt x="4051" y="17629"/>
                  </a:lnTo>
                  <a:lnTo>
                    <a:pt x="4813" y="17889"/>
                  </a:lnTo>
                  <a:lnTo>
                    <a:pt x="5575" y="18130"/>
                  </a:lnTo>
                  <a:lnTo>
                    <a:pt x="6377" y="18330"/>
                  </a:lnTo>
                  <a:lnTo>
                    <a:pt x="7180" y="18531"/>
                  </a:lnTo>
                  <a:lnTo>
                    <a:pt x="8022" y="18671"/>
                  </a:lnTo>
                  <a:lnTo>
                    <a:pt x="8864" y="18812"/>
                  </a:lnTo>
                  <a:lnTo>
                    <a:pt x="9706" y="18912"/>
                  </a:lnTo>
                  <a:lnTo>
                    <a:pt x="10589" y="18992"/>
                  </a:lnTo>
                  <a:lnTo>
                    <a:pt x="11471" y="19032"/>
                  </a:lnTo>
                  <a:lnTo>
                    <a:pt x="12354" y="19052"/>
                  </a:lnTo>
                  <a:lnTo>
                    <a:pt x="13256" y="19032"/>
                  </a:lnTo>
                  <a:lnTo>
                    <a:pt x="14138" y="18992"/>
                  </a:lnTo>
                  <a:lnTo>
                    <a:pt x="15001" y="18912"/>
                  </a:lnTo>
                  <a:lnTo>
                    <a:pt x="15863" y="18812"/>
                  </a:lnTo>
                  <a:lnTo>
                    <a:pt x="16705" y="18671"/>
                  </a:lnTo>
                  <a:lnTo>
                    <a:pt x="17528" y="18531"/>
                  </a:lnTo>
                  <a:lnTo>
                    <a:pt x="18350" y="18330"/>
                  </a:lnTo>
                  <a:lnTo>
                    <a:pt x="19132" y="18130"/>
                  </a:lnTo>
                  <a:lnTo>
                    <a:pt x="19914" y="17889"/>
                  </a:lnTo>
                  <a:lnTo>
                    <a:pt x="20676" y="17629"/>
                  </a:lnTo>
                  <a:lnTo>
                    <a:pt x="21398" y="17348"/>
                  </a:lnTo>
                  <a:lnTo>
                    <a:pt x="22120" y="17027"/>
                  </a:lnTo>
                  <a:lnTo>
                    <a:pt x="22802" y="16706"/>
                  </a:lnTo>
                  <a:lnTo>
                    <a:pt x="23464" y="16365"/>
                  </a:lnTo>
                  <a:lnTo>
                    <a:pt x="24106" y="15984"/>
                  </a:lnTo>
                  <a:lnTo>
                    <a:pt x="24727" y="15583"/>
                  </a:lnTo>
                  <a:lnTo>
                    <a:pt x="24386" y="14901"/>
                  </a:lnTo>
                  <a:lnTo>
                    <a:pt x="24045" y="14219"/>
                  </a:lnTo>
                  <a:lnTo>
                    <a:pt x="23704" y="13537"/>
                  </a:lnTo>
                  <a:lnTo>
                    <a:pt x="23364" y="12896"/>
                  </a:lnTo>
                  <a:lnTo>
                    <a:pt x="22922" y="12134"/>
                  </a:lnTo>
                  <a:lnTo>
                    <a:pt x="22501" y="11392"/>
                  </a:lnTo>
                  <a:lnTo>
                    <a:pt x="22060" y="10670"/>
                  </a:lnTo>
                  <a:lnTo>
                    <a:pt x="21619" y="9968"/>
                  </a:lnTo>
                  <a:lnTo>
                    <a:pt x="21178" y="9286"/>
                  </a:lnTo>
                  <a:lnTo>
                    <a:pt x="20736" y="8644"/>
                  </a:lnTo>
                  <a:lnTo>
                    <a:pt x="20275" y="8002"/>
                  </a:lnTo>
                  <a:lnTo>
                    <a:pt x="19834" y="7401"/>
                  </a:lnTo>
                  <a:lnTo>
                    <a:pt x="18952" y="6238"/>
                  </a:lnTo>
                  <a:lnTo>
                    <a:pt x="18089" y="5195"/>
                  </a:lnTo>
                  <a:lnTo>
                    <a:pt x="17247" y="4232"/>
                  </a:lnTo>
                  <a:lnTo>
                    <a:pt x="16445" y="3350"/>
                  </a:lnTo>
                  <a:lnTo>
                    <a:pt x="15663" y="2588"/>
                  </a:lnTo>
                  <a:lnTo>
                    <a:pt x="14961" y="1906"/>
                  </a:lnTo>
                  <a:lnTo>
                    <a:pt x="14319" y="1324"/>
                  </a:lnTo>
                  <a:lnTo>
                    <a:pt x="13737" y="863"/>
                  </a:lnTo>
                  <a:lnTo>
                    <a:pt x="13256" y="482"/>
                  </a:lnTo>
                  <a:lnTo>
                    <a:pt x="12855" y="221"/>
                  </a:lnTo>
                  <a:lnTo>
                    <a:pt x="12554" y="61"/>
                  </a:lnTo>
                  <a:lnTo>
                    <a:pt x="12434" y="21"/>
                  </a:lnTo>
                  <a:lnTo>
                    <a:pt x="1235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5" name="Google Shape;6165;p26"/>
            <p:cNvSpPr/>
            <p:nvPr/>
          </p:nvSpPr>
          <p:spPr>
            <a:xfrm>
              <a:off x="11342050" y="3810625"/>
              <a:ext cx="618200" cy="476325"/>
            </a:xfrm>
            <a:custGeom>
              <a:avLst/>
              <a:gdLst/>
              <a:ahLst/>
              <a:cxnLst/>
              <a:rect l="l" t="t" r="r" b="b"/>
              <a:pathLst>
                <a:path w="24728" h="19053" fill="none" extrusionOk="0">
                  <a:moveTo>
                    <a:pt x="24727" y="15583"/>
                  </a:moveTo>
                  <a:lnTo>
                    <a:pt x="24727" y="15583"/>
                  </a:lnTo>
                  <a:lnTo>
                    <a:pt x="24106" y="15984"/>
                  </a:lnTo>
                  <a:lnTo>
                    <a:pt x="23464" y="16365"/>
                  </a:lnTo>
                  <a:lnTo>
                    <a:pt x="22802" y="16706"/>
                  </a:lnTo>
                  <a:lnTo>
                    <a:pt x="22120" y="17027"/>
                  </a:lnTo>
                  <a:lnTo>
                    <a:pt x="21398" y="17348"/>
                  </a:lnTo>
                  <a:lnTo>
                    <a:pt x="20676" y="17629"/>
                  </a:lnTo>
                  <a:lnTo>
                    <a:pt x="19914" y="17889"/>
                  </a:lnTo>
                  <a:lnTo>
                    <a:pt x="19132" y="18130"/>
                  </a:lnTo>
                  <a:lnTo>
                    <a:pt x="18350" y="18330"/>
                  </a:lnTo>
                  <a:lnTo>
                    <a:pt x="17528" y="18531"/>
                  </a:lnTo>
                  <a:lnTo>
                    <a:pt x="16705" y="18671"/>
                  </a:lnTo>
                  <a:lnTo>
                    <a:pt x="15863" y="18812"/>
                  </a:lnTo>
                  <a:lnTo>
                    <a:pt x="15001" y="18912"/>
                  </a:lnTo>
                  <a:lnTo>
                    <a:pt x="14138" y="18992"/>
                  </a:lnTo>
                  <a:lnTo>
                    <a:pt x="13256" y="19032"/>
                  </a:lnTo>
                  <a:lnTo>
                    <a:pt x="12354" y="19052"/>
                  </a:lnTo>
                  <a:lnTo>
                    <a:pt x="12354" y="19052"/>
                  </a:lnTo>
                  <a:lnTo>
                    <a:pt x="11471" y="19032"/>
                  </a:lnTo>
                  <a:lnTo>
                    <a:pt x="10589" y="18992"/>
                  </a:lnTo>
                  <a:lnTo>
                    <a:pt x="9706" y="18912"/>
                  </a:lnTo>
                  <a:lnTo>
                    <a:pt x="8864" y="18812"/>
                  </a:lnTo>
                  <a:lnTo>
                    <a:pt x="8022" y="18671"/>
                  </a:lnTo>
                  <a:lnTo>
                    <a:pt x="7180" y="18531"/>
                  </a:lnTo>
                  <a:lnTo>
                    <a:pt x="6377" y="18330"/>
                  </a:lnTo>
                  <a:lnTo>
                    <a:pt x="5575" y="18130"/>
                  </a:lnTo>
                  <a:lnTo>
                    <a:pt x="4813" y="17889"/>
                  </a:lnTo>
                  <a:lnTo>
                    <a:pt x="4051" y="17629"/>
                  </a:lnTo>
                  <a:lnTo>
                    <a:pt x="3329" y="17348"/>
                  </a:lnTo>
                  <a:lnTo>
                    <a:pt x="2607" y="17027"/>
                  </a:lnTo>
                  <a:lnTo>
                    <a:pt x="1925" y="16706"/>
                  </a:lnTo>
                  <a:lnTo>
                    <a:pt x="1264" y="16365"/>
                  </a:lnTo>
                  <a:lnTo>
                    <a:pt x="622" y="15984"/>
                  </a:lnTo>
                  <a:lnTo>
                    <a:pt x="0" y="15583"/>
                  </a:lnTo>
                  <a:lnTo>
                    <a:pt x="0" y="15583"/>
                  </a:lnTo>
                  <a:lnTo>
                    <a:pt x="341" y="14901"/>
                  </a:lnTo>
                  <a:lnTo>
                    <a:pt x="662" y="14199"/>
                  </a:lnTo>
                  <a:lnTo>
                    <a:pt x="1023" y="13537"/>
                  </a:lnTo>
                  <a:lnTo>
                    <a:pt x="1364" y="12876"/>
                  </a:lnTo>
                  <a:lnTo>
                    <a:pt x="1364" y="12876"/>
                  </a:lnTo>
                  <a:lnTo>
                    <a:pt x="1785" y="12114"/>
                  </a:lnTo>
                  <a:lnTo>
                    <a:pt x="2226" y="11392"/>
                  </a:lnTo>
                  <a:lnTo>
                    <a:pt x="2667" y="10670"/>
                  </a:lnTo>
                  <a:lnTo>
                    <a:pt x="3109" y="9968"/>
                  </a:lnTo>
                  <a:lnTo>
                    <a:pt x="3550" y="9286"/>
                  </a:lnTo>
                  <a:lnTo>
                    <a:pt x="3991" y="8644"/>
                  </a:lnTo>
                  <a:lnTo>
                    <a:pt x="4432" y="8002"/>
                  </a:lnTo>
                  <a:lnTo>
                    <a:pt x="4893" y="7401"/>
                  </a:lnTo>
                  <a:lnTo>
                    <a:pt x="5776" y="6238"/>
                  </a:lnTo>
                  <a:lnTo>
                    <a:pt x="6638" y="5195"/>
                  </a:lnTo>
                  <a:lnTo>
                    <a:pt x="7480" y="4232"/>
                  </a:lnTo>
                  <a:lnTo>
                    <a:pt x="8283" y="3350"/>
                  </a:lnTo>
                  <a:lnTo>
                    <a:pt x="9045" y="2588"/>
                  </a:lnTo>
                  <a:lnTo>
                    <a:pt x="9767" y="1906"/>
                  </a:lnTo>
                  <a:lnTo>
                    <a:pt x="10408" y="1324"/>
                  </a:lnTo>
                  <a:lnTo>
                    <a:pt x="10970" y="863"/>
                  </a:lnTo>
                  <a:lnTo>
                    <a:pt x="11471" y="482"/>
                  </a:lnTo>
                  <a:lnTo>
                    <a:pt x="11872" y="221"/>
                  </a:lnTo>
                  <a:lnTo>
                    <a:pt x="12173" y="61"/>
                  </a:lnTo>
                  <a:lnTo>
                    <a:pt x="12273" y="21"/>
                  </a:lnTo>
                  <a:lnTo>
                    <a:pt x="12354" y="1"/>
                  </a:lnTo>
                  <a:lnTo>
                    <a:pt x="12354" y="1"/>
                  </a:lnTo>
                  <a:lnTo>
                    <a:pt x="12434" y="21"/>
                  </a:lnTo>
                  <a:lnTo>
                    <a:pt x="12554" y="61"/>
                  </a:lnTo>
                  <a:lnTo>
                    <a:pt x="12855" y="221"/>
                  </a:lnTo>
                  <a:lnTo>
                    <a:pt x="13256" y="482"/>
                  </a:lnTo>
                  <a:lnTo>
                    <a:pt x="13737" y="863"/>
                  </a:lnTo>
                  <a:lnTo>
                    <a:pt x="14319" y="1324"/>
                  </a:lnTo>
                  <a:lnTo>
                    <a:pt x="14961" y="1906"/>
                  </a:lnTo>
                  <a:lnTo>
                    <a:pt x="15663" y="2588"/>
                  </a:lnTo>
                  <a:lnTo>
                    <a:pt x="16445" y="3350"/>
                  </a:lnTo>
                  <a:lnTo>
                    <a:pt x="17247" y="4232"/>
                  </a:lnTo>
                  <a:lnTo>
                    <a:pt x="18089" y="5195"/>
                  </a:lnTo>
                  <a:lnTo>
                    <a:pt x="18952" y="6238"/>
                  </a:lnTo>
                  <a:lnTo>
                    <a:pt x="19834" y="7401"/>
                  </a:lnTo>
                  <a:lnTo>
                    <a:pt x="20275" y="8002"/>
                  </a:lnTo>
                  <a:lnTo>
                    <a:pt x="20736" y="8644"/>
                  </a:lnTo>
                  <a:lnTo>
                    <a:pt x="21178" y="9286"/>
                  </a:lnTo>
                  <a:lnTo>
                    <a:pt x="21619" y="9968"/>
                  </a:lnTo>
                  <a:lnTo>
                    <a:pt x="22060" y="10670"/>
                  </a:lnTo>
                  <a:lnTo>
                    <a:pt x="22501" y="11392"/>
                  </a:lnTo>
                  <a:lnTo>
                    <a:pt x="22922" y="12134"/>
                  </a:lnTo>
                  <a:lnTo>
                    <a:pt x="23364" y="12896"/>
                  </a:lnTo>
                  <a:lnTo>
                    <a:pt x="23364" y="12896"/>
                  </a:lnTo>
                  <a:lnTo>
                    <a:pt x="23704" y="13537"/>
                  </a:lnTo>
                  <a:lnTo>
                    <a:pt x="24045" y="14219"/>
                  </a:lnTo>
                  <a:lnTo>
                    <a:pt x="24386" y="14901"/>
                  </a:lnTo>
                  <a:lnTo>
                    <a:pt x="24727" y="1558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6" name="Google Shape;6166;p26"/>
            <p:cNvSpPr/>
            <p:nvPr/>
          </p:nvSpPr>
          <p:spPr>
            <a:xfrm>
              <a:off x="11376125" y="3810625"/>
              <a:ext cx="550025" cy="413150"/>
            </a:xfrm>
            <a:custGeom>
              <a:avLst/>
              <a:gdLst/>
              <a:ahLst/>
              <a:cxnLst/>
              <a:rect l="l" t="t" r="r" b="b"/>
              <a:pathLst>
                <a:path w="22001" h="16526" extrusionOk="0">
                  <a:moveTo>
                    <a:pt x="10991" y="1"/>
                  </a:moveTo>
                  <a:lnTo>
                    <a:pt x="10910" y="21"/>
                  </a:lnTo>
                  <a:lnTo>
                    <a:pt x="10810" y="61"/>
                  </a:lnTo>
                  <a:lnTo>
                    <a:pt x="10509" y="221"/>
                  </a:lnTo>
                  <a:lnTo>
                    <a:pt x="10108" y="482"/>
                  </a:lnTo>
                  <a:lnTo>
                    <a:pt x="9607" y="863"/>
                  </a:lnTo>
                  <a:lnTo>
                    <a:pt x="9045" y="1324"/>
                  </a:lnTo>
                  <a:lnTo>
                    <a:pt x="8404" y="1906"/>
                  </a:lnTo>
                  <a:lnTo>
                    <a:pt x="7682" y="2588"/>
                  </a:lnTo>
                  <a:lnTo>
                    <a:pt x="6920" y="3350"/>
                  </a:lnTo>
                  <a:lnTo>
                    <a:pt x="6117" y="4232"/>
                  </a:lnTo>
                  <a:lnTo>
                    <a:pt x="5275" y="5195"/>
                  </a:lnTo>
                  <a:lnTo>
                    <a:pt x="4413" y="6238"/>
                  </a:lnTo>
                  <a:lnTo>
                    <a:pt x="3530" y="7401"/>
                  </a:lnTo>
                  <a:lnTo>
                    <a:pt x="3069" y="8002"/>
                  </a:lnTo>
                  <a:lnTo>
                    <a:pt x="2628" y="8644"/>
                  </a:lnTo>
                  <a:lnTo>
                    <a:pt x="2187" y="9286"/>
                  </a:lnTo>
                  <a:lnTo>
                    <a:pt x="1746" y="9968"/>
                  </a:lnTo>
                  <a:lnTo>
                    <a:pt x="1304" y="10670"/>
                  </a:lnTo>
                  <a:lnTo>
                    <a:pt x="863" y="11392"/>
                  </a:lnTo>
                  <a:lnTo>
                    <a:pt x="422" y="12114"/>
                  </a:lnTo>
                  <a:lnTo>
                    <a:pt x="1" y="12876"/>
                  </a:lnTo>
                  <a:lnTo>
                    <a:pt x="502" y="13297"/>
                  </a:lnTo>
                  <a:lnTo>
                    <a:pt x="1044" y="13678"/>
                  </a:lnTo>
                  <a:lnTo>
                    <a:pt x="1605" y="14039"/>
                  </a:lnTo>
                  <a:lnTo>
                    <a:pt x="2187" y="14380"/>
                  </a:lnTo>
                  <a:lnTo>
                    <a:pt x="2808" y="14701"/>
                  </a:lnTo>
                  <a:lnTo>
                    <a:pt x="3450" y="15001"/>
                  </a:lnTo>
                  <a:lnTo>
                    <a:pt x="4112" y="15282"/>
                  </a:lnTo>
                  <a:lnTo>
                    <a:pt x="4814" y="15523"/>
                  </a:lnTo>
                  <a:lnTo>
                    <a:pt x="5516" y="15763"/>
                  </a:lnTo>
                  <a:lnTo>
                    <a:pt x="6258" y="15944"/>
                  </a:lnTo>
                  <a:lnTo>
                    <a:pt x="7000" y="16124"/>
                  </a:lnTo>
                  <a:lnTo>
                    <a:pt x="7782" y="16265"/>
                  </a:lnTo>
                  <a:lnTo>
                    <a:pt x="8564" y="16365"/>
                  </a:lnTo>
                  <a:lnTo>
                    <a:pt x="9366" y="16445"/>
                  </a:lnTo>
                  <a:lnTo>
                    <a:pt x="10168" y="16505"/>
                  </a:lnTo>
                  <a:lnTo>
                    <a:pt x="10991" y="16526"/>
                  </a:lnTo>
                  <a:lnTo>
                    <a:pt x="11833" y="16505"/>
                  </a:lnTo>
                  <a:lnTo>
                    <a:pt x="12635" y="16445"/>
                  </a:lnTo>
                  <a:lnTo>
                    <a:pt x="13437" y="16365"/>
                  </a:lnTo>
                  <a:lnTo>
                    <a:pt x="14219" y="16265"/>
                  </a:lnTo>
                  <a:lnTo>
                    <a:pt x="14981" y="16124"/>
                  </a:lnTo>
                  <a:lnTo>
                    <a:pt x="15744" y="15944"/>
                  </a:lnTo>
                  <a:lnTo>
                    <a:pt x="16466" y="15763"/>
                  </a:lnTo>
                  <a:lnTo>
                    <a:pt x="17187" y="15523"/>
                  </a:lnTo>
                  <a:lnTo>
                    <a:pt x="17869" y="15282"/>
                  </a:lnTo>
                  <a:lnTo>
                    <a:pt x="18551" y="15001"/>
                  </a:lnTo>
                  <a:lnTo>
                    <a:pt x="19193" y="14721"/>
                  </a:lnTo>
                  <a:lnTo>
                    <a:pt x="19795" y="14380"/>
                  </a:lnTo>
                  <a:lnTo>
                    <a:pt x="20396" y="14039"/>
                  </a:lnTo>
                  <a:lnTo>
                    <a:pt x="20958" y="13678"/>
                  </a:lnTo>
                  <a:lnTo>
                    <a:pt x="21499" y="13297"/>
                  </a:lnTo>
                  <a:lnTo>
                    <a:pt x="22001" y="12896"/>
                  </a:lnTo>
                  <a:lnTo>
                    <a:pt x="21559" y="12134"/>
                  </a:lnTo>
                  <a:lnTo>
                    <a:pt x="21138" y="11392"/>
                  </a:lnTo>
                  <a:lnTo>
                    <a:pt x="20697" y="10670"/>
                  </a:lnTo>
                  <a:lnTo>
                    <a:pt x="20256" y="9968"/>
                  </a:lnTo>
                  <a:lnTo>
                    <a:pt x="19815" y="9286"/>
                  </a:lnTo>
                  <a:lnTo>
                    <a:pt x="19373" y="8644"/>
                  </a:lnTo>
                  <a:lnTo>
                    <a:pt x="18912" y="8002"/>
                  </a:lnTo>
                  <a:lnTo>
                    <a:pt x="18471" y="7401"/>
                  </a:lnTo>
                  <a:lnTo>
                    <a:pt x="17589" y="6238"/>
                  </a:lnTo>
                  <a:lnTo>
                    <a:pt x="16726" y="5195"/>
                  </a:lnTo>
                  <a:lnTo>
                    <a:pt x="15884" y="4232"/>
                  </a:lnTo>
                  <a:lnTo>
                    <a:pt x="15082" y="3350"/>
                  </a:lnTo>
                  <a:lnTo>
                    <a:pt x="14300" y="2588"/>
                  </a:lnTo>
                  <a:lnTo>
                    <a:pt x="13598" y="1906"/>
                  </a:lnTo>
                  <a:lnTo>
                    <a:pt x="12956" y="1324"/>
                  </a:lnTo>
                  <a:lnTo>
                    <a:pt x="12374" y="863"/>
                  </a:lnTo>
                  <a:lnTo>
                    <a:pt x="11893" y="482"/>
                  </a:lnTo>
                  <a:lnTo>
                    <a:pt x="11492" y="221"/>
                  </a:lnTo>
                  <a:lnTo>
                    <a:pt x="11191" y="61"/>
                  </a:lnTo>
                  <a:lnTo>
                    <a:pt x="11071" y="21"/>
                  </a:lnTo>
                  <a:lnTo>
                    <a:pt x="109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7" name="Google Shape;6167;p26"/>
            <p:cNvSpPr/>
            <p:nvPr/>
          </p:nvSpPr>
          <p:spPr>
            <a:xfrm>
              <a:off x="11376125" y="3810625"/>
              <a:ext cx="550025" cy="413150"/>
            </a:xfrm>
            <a:custGeom>
              <a:avLst/>
              <a:gdLst/>
              <a:ahLst/>
              <a:cxnLst/>
              <a:rect l="l" t="t" r="r" b="b"/>
              <a:pathLst>
                <a:path w="22001" h="16526" fill="none" extrusionOk="0">
                  <a:moveTo>
                    <a:pt x="22001" y="12896"/>
                  </a:moveTo>
                  <a:lnTo>
                    <a:pt x="22001" y="12896"/>
                  </a:lnTo>
                  <a:lnTo>
                    <a:pt x="21499" y="13297"/>
                  </a:lnTo>
                  <a:lnTo>
                    <a:pt x="20958" y="13678"/>
                  </a:lnTo>
                  <a:lnTo>
                    <a:pt x="20396" y="14039"/>
                  </a:lnTo>
                  <a:lnTo>
                    <a:pt x="19795" y="14380"/>
                  </a:lnTo>
                  <a:lnTo>
                    <a:pt x="19193" y="14721"/>
                  </a:lnTo>
                  <a:lnTo>
                    <a:pt x="18551" y="15001"/>
                  </a:lnTo>
                  <a:lnTo>
                    <a:pt x="17869" y="15282"/>
                  </a:lnTo>
                  <a:lnTo>
                    <a:pt x="17187" y="15523"/>
                  </a:lnTo>
                  <a:lnTo>
                    <a:pt x="16466" y="15763"/>
                  </a:lnTo>
                  <a:lnTo>
                    <a:pt x="15744" y="15944"/>
                  </a:lnTo>
                  <a:lnTo>
                    <a:pt x="14981" y="16124"/>
                  </a:lnTo>
                  <a:lnTo>
                    <a:pt x="14219" y="16265"/>
                  </a:lnTo>
                  <a:lnTo>
                    <a:pt x="13437" y="16365"/>
                  </a:lnTo>
                  <a:lnTo>
                    <a:pt x="12635" y="16445"/>
                  </a:lnTo>
                  <a:lnTo>
                    <a:pt x="11833" y="16505"/>
                  </a:lnTo>
                  <a:lnTo>
                    <a:pt x="10991" y="16526"/>
                  </a:lnTo>
                  <a:lnTo>
                    <a:pt x="10991" y="16526"/>
                  </a:lnTo>
                  <a:lnTo>
                    <a:pt x="10168" y="16505"/>
                  </a:lnTo>
                  <a:lnTo>
                    <a:pt x="9366" y="16445"/>
                  </a:lnTo>
                  <a:lnTo>
                    <a:pt x="8564" y="16365"/>
                  </a:lnTo>
                  <a:lnTo>
                    <a:pt x="7782" y="16265"/>
                  </a:lnTo>
                  <a:lnTo>
                    <a:pt x="7000" y="16124"/>
                  </a:lnTo>
                  <a:lnTo>
                    <a:pt x="6258" y="15944"/>
                  </a:lnTo>
                  <a:lnTo>
                    <a:pt x="5516" y="15763"/>
                  </a:lnTo>
                  <a:lnTo>
                    <a:pt x="4814" y="15523"/>
                  </a:lnTo>
                  <a:lnTo>
                    <a:pt x="4112" y="15282"/>
                  </a:lnTo>
                  <a:lnTo>
                    <a:pt x="3450" y="15001"/>
                  </a:lnTo>
                  <a:lnTo>
                    <a:pt x="2808" y="14701"/>
                  </a:lnTo>
                  <a:lnTo>
                    <a:pt x="2187" y="14380"/>
                  </a:lnTo>
                  <a:lnTo>
                    <a:pt x="1605" y="14039"/>
                  </a:lnTo>
                  <a:lnTo>
                    <a:pt x="1044" y="13678"/>
                  </a:lnTo>
                  <a:lnTo>
                    <a:pt x="502" y="13297"/>
                  </a:lnTo>
                  <a:lnTo>
                    <a:pt x="1" y="12876"/>
                  </a:lnTo>
                  <a:lnTo>
                    <a:pt x="1" y="12876"/>
                  </a:lnTo>
                  <a:lnTo>
                    <a:pt x="422" y="12114"/>
                  </a:lnTo>
                  <a:lnTo>
                    <a:pt x="863" y="11392"/>
                  </a:lnTo>
                  <a:lnTo>
                    <a:pt x="1304" y="10670"/>
                  </a:lnTo>
                  <a:lnTo>
                    <a:pt x="1746" y="9968"/>
                  </a:lnTo>
                  <a:lnTo>
                    <a:pt x="2187" y="9286"/>
                  </a:lnTo>
                  <a:lnTo>
                    <a:pt x="2628" y="8644"/>
                  </a:lnTo>
                  <a:lnTo>
                    <a:pt x="3069" y="8002"/>
                  </a:lnTo>
                  <a:lnTo>
                    <a:pt x="3530" y="7401"/>
                  </a:lnTo>
                  <a:lnTo>
                    <a:pt x="4413" y="6238"/>
                  </a:lnTo>
                  <a:lnTo>
                    <a:pt x="5275" y="5195"/>
                  </a:lnTo>
                  <a:lnTo>
                    <a:pt x="6117" y="4232"/>
                  </a:lnTo>
                  <a:lnTo>
                    <a:pt x="6920" y="3350"/>
                  </a:lnTo>
                  <a:lnTo>
                    <a:pt x="7682" y="2588"/>
                  </a:lnTo>
                  <a:lnTo>
                    <a:pt x="8404" y="1906"/>
                  </a:lnTo>
                  <a:lnTo>
                    <a:pt x="9045" y="1324"/>
                  </a:lnTo>
                  <a:lnTo>
                    <a:pt x="9607" y="863"/>
                  </a:lnTo>
                  <a:lnTo>
                    <a:pt x="10108" y="482"/>
                  </a:lnTo>
                  <a:lnTo>
                    <a:pt x="10509" y="221"/>
                  </a:lnTo>
                  <a:lnTo>
                    <a:pt x="10810" y="61"/>
                  </a:lnTo>
                  <a:lnTo>
                    <a:pt x="10910" y="21"/>
                  </a:lnTo>
                  <a:lnTo>
                    <a:pt x="10991" y="1"/>
                  </a:lnTo>
                  <a:lnTo>
                    <a:pt x="10991" y="1"/>
                  </a:lnTo>
                  <a:lnTo>
                    <a:pt x="11071" y="21"/>
                  </a:lnTo>
                  <a:lnTo>
                    <a:pt x="11191" y="61"/>
                  </a:lnTo>
                  <a:lnTo>
                    <a:pt x="11492" y="221"/>
                  </a:lnTo>
                  <a:lnTo>
                    <a:pt x="11893" y="482"/>
                  </a:lnTo>
                  <a:lnTo>
                    <a:pt x="12374" y="863"/>
                  </a:lnTo>
                  <a:lnTo>
                    <a:pt x="12956" y="1324"/>
                  </a:lnTo>
                  <a:lnTo>
                    <a:pt x="13598" y="1906"/>
                  </a:lnTo>
                  <a:lnTo>
                    <a:pt x="14300" y="2588"/>
                  </a:lnTo>
                  <a:lnTo>
                    <a:pt x="15082" y="3350"/>
                  </a:lnTo>
                  <a:lnTo>
                    <a:pt x="15884" y="4232"/>
                  </a:lnTo>
                  <a:lnTo>
                    <a:pt x="16726" y="5195"/>
                  </a:lnTo>
                  <a:lnTo>
                    <a:pt x="17589" y="6238"/>
                  </a:lnTo>
                  <a:lnTo>
                    <a:pt x="18471" y="7401"/>
                  </a:lnTo>
                  <a:lnTo>
                    <a:pt x="18912" y="8002"/>
                  </a:lnTo>
                  <a:lnTo>
                    <a:pt x="19373" y="8644"/>
                  </a:lnTo>
                  <a:lnTo>
                    <a:pt x="19815" y="9286"/>
                  </a:lnTo>
                  <a:lnTo>
                    <a:pt x="20256" y="9968"/>
                  </a:lnTo>
                  <a:lnTo>
                    <a:pt x="20697" y="10670"/>
                  </a:lnTo>
                  <a:lnTo>
                    <a:pt x="21138" y="11392"/>
                  </a:lnTo>
                  <a:lnTo>
                    <a:pt x="21559" y="12134"/>
                  </a:lnTo>
                  <a:lnTo>
                    <a:pt x="22001" y="12896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8" name="Google Shape;6168;p26"/>
            <p:cNvSpPr/>
            <p:nvPr/>
          </p:nvSpPr>
          <p:spPr>
            <a:xfrm>
              <a:off x="11448325" y="4016675"/>
              <a:ext cx="525" cy="550"/>
            </a:xfrm>
            <a:custGeom>
              <a:avLst/>
              <a:gdLst/>
              <a:ahLst/>
              <a:cxnLst/>
              <a:rect l="l" t="t" r="r" b="b"/>
              <a:pathLst>
                <a:path w="21" h="22" extrusionOk="0">
                  <a:moveTo>
                    <a:pt x="21" y="1"/>
                  </a:moveTo>
                  <a:lnTo>
                    <a:pt x="2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97B4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9" name="Google Shape;6169;p26"/>
            <p:cNvSpPr/>
            <p:nvPr/>
          </p:nvSpPr>
          <p:spPr>
            <a:xfrm>
              <a:off x="11448325" y="4016675"/>
              <a:ext cx="525" cy="550"/>
            </a:xfrm>
            <a:custGeom>
              <a:avLst/>
              <a:gdLst/>
              <a:ahLst/>
              <a:cxnLst/>
              <a:rect l="l" t="t" r="r" b="b"/>
              <a:pathLst>
                <a:path w="21" h="22" fill="none" extrusionOk="0">
                  <a:moveTo>
                    <a:pt x="21" y="1"/>
                  </a:moveTo>
                  <a:lnTo>
                    <a:pt x="2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0" name="Google Shape;6170;p26"/>
            <p:cNvSpPr/>
            <p:nvPr/>
          </p:nvSpPr>
          <p:spPr>
            <a:xfrm>
              <a:off x="11240775" y="4132500"/>
              <a:ext cx="704425" cy="1044875"/>
            </a:xfrm>
            <a:custGeom>
              <a:avLst/>
              <a:gdLst/>
              <a:ahLst/>
              <a:cxnLst/>
              <a:rect l="l" t="t" r="r" b="b"/>
              <a:pathLst>
                <a:path w="28177" h="41795" extrusionOk="0">
                  <a:moveTo>
                    <a:pt x="5415" y="1"/>
                  </a:moveTo>
                  <a:lnTo>
                    <a:pt x="5054" y="662"/>
                  </a:lnTo>
                  <a:lnTo>
                    <a:pt x="4713" y="1324"/>
                  </a:lnTo>
                  <a:lnTo>
                    <a:pt x="4713" y="1324"/>
                  </a:lnTo>
                  <a:lnTo>
                    <a:pt x="5074" y="662"/>
                  </a:lnTo>
                  <a:lnTo>
                    <a:pt x="5415" y="1"/>
                  </a:lnTo>
                  <a:close/>
                  <a:moveTo>
                    <a:pt x="4713" y="1324"/>
                  </a:moveTo>
                  <a:lnTo>
                    <a:pt x="4372" y="2026"/>
                  </a:lnTo>
                  <a:lnTo>
                    <a:pt x="4051" y="2708"/>
                  </a:lnTo>
                  <a:lnTo>
                    <a:pt x="4051" y="2708"/>
                  </a:lnTo>
                  <a:lnTo>
                    <a:pt x="4392" y="2026"/>
                  </a:lnTo>
                  <a:lnTo>
                    <a:pt x="4713" y="1324"/>
                  </a:lnTo>
                  <a:close/>
                  <a:moveTo>
                    <a:pt x="4051" y="2708"/>
                  </a:moveTo>
                  <a:lnTo>
                    <a:pt x="3630" y="3671"/>
                  </a:lnTo>
                  <a:lnTo>
                    <a:pt x="3209" y="4653"/>
                  </a:lnTo>
                  <a:lnTo>
                    <a:pt x="2808" y="5656"/>
                  </a:lnTo>
                  <a:lnTo>
                    <a:pt x="2447" y="6679"/>
                  </a:lnTo>
                  <a:lnTo>
                    <a:pt x="2086" y="7742"/>
                  </a:lnTo>
                  <a:lnTo>
                    <a:pt x="1745" y="8805"/>
                  </a:lnTo>
                  <a:lnTo>
                    <a:pt x="1444" y="9908"/>
                  </a:lnTo>
                  <a:lnTo>
                    <a:pt x="1163" y="11031"/>
                  </a:lnTo>
                  <a:lnTo>
                    <a:pt x="903" y="12194"/>
                  </a:lnTo>
                  <a:lnTo>
                    <a:pt x="682" y="13357"/>
                  </a:lnTo>
                  <a:lnTo>
                    <a:pt x="481" y="14560"/>
                  </a:lnTo>
                  <a:lnTo>
                    <a:pt x="321" y="15784"/>
                  </a:lnTo>
                  <a:lnTo>
                    <a:pt x="181" y="17007"/>
                  </a:lnTo>
                  <a:lnTo>
                    <a:pt x="80" y="18270"/>
                  </a:lnTo>
                  <a:lnTo>
                    <a:pt x="20" y="19554"/>
                  </a:lnTo>
                  <a:lnTo>
                    <a:pt x="0" y="20877"/>
                  </a:lnTo>
                  <a:lnTo>
                    <a:pt x="0" y="20897"/>
                  </a:lnTo>
                  <a:lnTo>
                    <a:pt x="20" y="21539"/>
                  </a:lnTo>
                  <a:lnTo>
                    <a:pt x="40" y="22181"/>
                  </a:lnTo>
                  <a:lnTo>
                    <a:pt x="80" y="22843"/>
                  </a:lnTo>
                  <a:lnTo>
                    <a:pt x="140" y="23505"/>
                  </a:lnTo>
                  <a:lnTo>
                    <a:pt x="201" y="24166"/>
                  </a:lnTo>
                  <a:lnTo>
                    <a:pt x="281" y="24848"/>
                  </a:lnTo>
                  <a:lnTo>
                    <a:pt x="401" y="25510"/>
                  </a:lnTo>
                  <a:lnTo>
                    <a:pt x="501" y="26192"/>
                  </a:lnTo>
                  <a:lnTo>
                    <a:pt x="642" y="26874"/>
                  </a:lnTo>
                  <a:lnTo>
                    <a:pt x="802" y="27535"/>
                  </a:lnTo>
                  <a:lnTo>
                    <a:pt x="963" y="28217"/>
                  </a:lnTo>
                  <a:lnTo>
                    <a:pt x="1143" y="28899"/>
                  </a:lnTo>
                  <a:lnTo>
                    <a:pt x="1344" y="29581"/>
                  </a:lnTo>
                  <a:lnTo>
                    <a:pt x="1564" y="30263"/>
                  </a:lnTo>
                  <a:lnTo>
                    <a:pt x="1785" y="30945"/>
                  </a:lnTo>
                  <a:lnTo>
                    <a:pt x="2046" y="31627"/>
                  </a:lnTo>
                  <a:lnTo>
                    <a:pt x="2306" y="32288"/>
                  </a:lnTo>
                  <a:lnTo>
                    <a:pt x="2587" y="32970"/>
                  </a:lnTo>
                  <a:lnTo>
                    <a:pt x="2868" y="33632"/>
                  </a:lnTo>
                  <a:lnTo>
                    <a:pt x="3189" y="34294"/>
                  </a:lnTo>
                  <a:lnTo>
                    <a:pt x="3510" y="34956"/>
                  </a:lnTo>
                  <a:lnTo>
                    <a:pt x="3851" y="35617"/>
                  </a:lnTo>
                  <a:lnTo>
                    <a:pt x="4212" y="36259"/>
                  </a:lnTo>
                  <a:lnTo>
                    <a:pt x="4593" y="36901"/>
                  </a:lnTo>
                  <a:lnTo>
                    <a:pt x="4994" y="37543"/>
                  </a:lnTo>
                  <a:lnTo>
                    <a:pt x="5395" y="38184"/>
                  </a:lnTo>
                  <a:lnTo>
                    <a:pt x="5836" y="38806"/>
                  </a:lnTo>
                  <a:lnTo>
                    <a:pt x="6277" y="39428"/>
                  </a:lnTo>
                  <a:lnTo>
                    <a:pt x="6738" y="40029"/>
                  </a:lnTo>
                  <a:lnTo>
                    <a:pt x="7200" y="40631"/>
                  </a:lnTo>
                  <a:lnTo>
                    <a:pt x="7701" y="41213"/>
                  </a:lnTo>
                  <a:lnTo>
                    <a:pt x="8202" y="41794"/>
                  </a:lnTo>
                  <a:lnTo>
                    <a:pt x="24627" y="41794"/>
                  </a:lnTo>
                  <a:lnTo>
                    <a:pt x="25128" y="41233"/>
                  </a:lnTo>
                  <a:lnTo>
                    <a:pt x="25610" y="40651"/>
                  </a:lnTo>
                  <a:lnTo>
                    <a:pt x="26071" y="40050"/>
                  </a:lnTo>
                  <a:lnTo>
                    <a:pt x="26532" y="39448"/>
                  </a:lnTo>
                  <a:lnTo>
                    <a:pt x="26973" y="38846"/>
                  </a:lnTo>
                  <a:lnTo>
                    <a:pt x="27395" y="38225"/>
                  </a:lnTo>
                  <a:lnTo>
                    <a:pt x="27796" y="37603"/>
                  </a:lnTo>
                  <a:lnTo>
                    <a:pt x="28177" y="36981"/>
                  </a:lnTo>
                  <a:lnTo>
                    <a:pt x="27475" y="36901"/>
                  </a:lnTo>
                  <a:lnTo>
                    <a:pt x="26753" y="36801"/>
                  </a:lnTo>
                  <a:lnTo>
                    <a:pt x="26051" y="36680"/>
                  </a:lnTo>
                  <a:lnTo>
                    <a:pt x="25349" y="36540"/>
                  </a:lnTo>
                  <a:lnTo>
                    <a:pt x="24667" y="36380"/>
                  </a:lnTo>
                  <a:lnTo>
                    <a:pt x="23965" y="36199"/>
                  </a:lnTo>
                  <a:lnTo>
                    <a:pt x="23283" y="35999"/>
                  </a:lnTo>
                  <a:lnTo>
                    <a:pt x="22601" y="35778"/>
                  </a:lnTo>
                  <a:lnTo>
                    <a:pt x="21940" y="35517"/>
                  </a:lnTo>
                  <a:lnTo>
                    <a:pt x="21278" y="35256"/>
                  </a:lnTo>
                  <a:lnTo>
                    <a:pt x="20636" y="34976"/>
                  </a:lnTo>
                  <a:lnTo>
                    <a:pt x="19994" y="34655"/>
                  </a:lnTo>
                  <a:lnTo>
                    <a:pt x="19353" y="34334"/>
                  </a:lnTo>
                  <a:lnTo>
                    <a:pt x="18731" y="33993"/>
                  </a:lnTo>
                  <a:lnTo>
                    <a:pt x="18129" y="33612"/>
                  </a:lnTo>
                  <a:lnTo>
                    <a:pt x="17528" y="33231"/>
                  </a:lnTo>
                  <a:lnTo>
                    <a:pt x="17066" y="33251"/>
                  </a:lnTo>
                  <a:lnTo>
                    <a:pt x="16084" y="33251"/>
                  </a:lnTo>
                  <a:lnTo>
                    <a:pt x="15582" y="33211"/>
                  </a:lnTo>
                  <a:lnTo>
                    <a:pt x="15101" y="33151"/>
                  </a:lnTo>
                  <a:lnTo>
                    <a:pt x="14620" y="33071"/>
                  </a:lnTo>
                  <a:lnTo>
                    <a:pt x="14159" y="32970"/>
                  </a:lnTo>
                  <a:lnTo>
                    <a:pt x="13697" y="32850"/>
                  </a:lnTo>
                  <a:lnTo>
                    <a:pt x="13256" y="32710"/>
                  </a:lnTo>
                  <a:lnTo>
                    <a:pt x="12815" y="32529"/>
                  </a:lnTo>
                  <a:lnTo>
                    <a:pt x="12394" y="32349"/>
                  </a:lnTo>
                  <a:lnTo>
                    <a:pt x="11993" y="32148"/>
                  </a:lnTo>
                  <a:lnTo>
                    <a:pt x="11592" y="31947"/>
                  </a:lnTo>
                  <a:lnTo>
                    <a:pt x="11211" y="31707"/>
                  </a:lnTo>
                  <a:lnTo>
                    <a:pt x="10850" y="31466"/>
                  </a:lnTo>
                  <a:lnTo>
                    <a:pt x="10489" y="31205"/>
                  </a:lnTo>
                  <a:lnTo>
                    <a:pt x="10148" y="30925"/>
                  </a:lnTo>
                  <a:lnTo>
                    <a:pt x="9827" y="30644"/>
                  </a:lnTo>
                  <a:lnTo>
                    <a:pt x="9526" y="30343"/>
                  </a:lnTo>
                  <a:lnTo>
                    <a:pt x="9225" y="30022"/>
                  </a:lnTo>
                  <a:lnTo>
                    <a:pt x="8944" y="29701"/>
                  </a:lnTo>
                  <a:lnTo>
                    <a:pt x="8684" y="29380"/>
                  </a:lnTo>
                  <a:lnTo>
                    <a:pt x="8423" y="29040"/>
                  </a:lnTo>
                  <a:lnTo>
                    <a:pt x="8202" y="28679"/>
                  </a:lnTo>
                  <a:lnTo>
                    <a:pt x="7982" y="28338"/>
                  </a:lnTo>
                  <a:lnTo>
                    <a:pt x="7781" y="27977"/>
                  </a:lnTo>
                  <a:lnTo>
                    <a:pt x="7601" y="27596"/>
                  </a:lnTo>
                  <a:lnTo>
                    <a:pt x="7440" y="27215"/>
                  </a:lnTo>
                  <a:lnTo>
                    <a:pt x="7300" y="26854"/>
                  </a:lnTo>
                  <a:lnTo>
                    <a:pt x="7160" y="26473"/>
                  </a:lnTo>
                  <a:lnTo>
                    <a:pt x="7059" y="26071"/>
                  </a:lnTo>
                  <a:lnTo>
                    <a:pt x="6979" y="25690"/>
                  </a:lnTo>
                  <a:lnTo>
                    <a:pt x="6899" y="25309"/>
                  </a:lnTo>
                  <a:lnTo>
                    <a:pt x="6839" y="24928"/>
                  </a:lnTo>
                  <a:lnTo>
                    <a:pt x="6799" y="24487"/>
                  </a:lnTo>
                  <a:lnTo>
                    <a:pt x="6799" y="24066"/>
                  </a:lnTo>
                  <a:lnTo>
                    <a:pt x="6799" y="23645"/>
                  </a:lnTo>
                  <a:lnTo>
                    <a:pt x="6799" y="23204"/>
                  </a:lnTo>
                  <a:lnTo>
                    <a:pt x="6839" y="22803"/>
                  </a:lnTo>
                  <a:lnTo>
                    <a:pt x="6899" y="22381"/>
                  </a:lnTo>
                  <a:lnTo>
                    <a:pt x="6959" y="21960"/>
                  </a:lnTo>
                  <a:lnTo>
                    <a:pt x="7059" y="21559"/>
                  </a:lnTo>
                  <a:lnTo>
                    <a:pt x="7160" y="21158"/>
                  </a:lnTo>
                  <a:lnTo>
                    <a:pt x="7280" y="20777"/>
                  </a:lnTo>
                  <a:lnTo>
                    <a:pt x="7400" y="20376"/>
                  </a:lnTo>
                  <a:lnTo>
                    <a:pt x="7561" y="19995"/>
                  </a:lnTo>
                  <a:lnTo>
                    <a:pt x="7721" y="19634"/>
                  </a:lnTo>
                  <a:lnTo>
                    <a:pt x="7902" y="19273"/>
                  </a:lnTo>
                  <a:lnTo>
                    <a:pt x="8102" y="18912"/>
                  </a:lnTo>
                  <a:lnTo>
                    <a:pt x="8303" y="18551"/>
                  </a:lnTo>
                  <a:lnTo>
                    <a:pt x="8142" y="17709"/>
                  </a:lnTo>
                  <a:lnTo>
                    <a:pt x="8002" y="16866"/>
                  </a:lnTo>
                  <a:lnTo>
                    <a:pt x="7881" y="16004"/>
                  </a:lnTo>
                  <a:lnTo>
                    <a:pt x="7801" y="15142"/>
                  </a:lnTo>
                  <a:lnTo>
                    <a:pt x="7721" y="14279"/>
                  </a:lnTo>
                  <a:lnTo>
                    <a:pt x="7681" y="13417"/>
                  </a:lnTo>
                  <a:lnTo>
                    <a:pt x="7641" y="12555"/>
                  </a:lnTo>
                  <a:lnTo>
                    <a:pt x="7641" y="11692"/>
                  </a:lnTo>
                  <a:lnTo>
                    <a:pt x="7661" y="10810"/>
                  </a:lnTo>
                  <a:lnTo>
                    <a:pt x="7681" y="9948"/>
                  </a:lnTo>
                  <a:lnTo>
                    <a:pt x="7741" y="9085"/>
                  </a:lnTo>
                  <a:lnTo>
                    <a:pt x="7821" y="8223"/>
                  </a:lnTo>
                  <a:lnTo>
                    <a:pt x="7902" y="7361"/>
                  </a:lnTo>
                  <a:lnTo>
                    <a:pt x="8002" y="6518"/>
                  </a:lnTo>
                  <a:lnTo>
                    <a:pt x="8142" y="5656"/>
                  </a:lnTo>
                  <a:lnTo>
                    <a:pt x="8283" y="4814"/>
                  </a:lnTo>
                  <a:lnTo>
                    <a:pt x="7701" y="4593"/>
                  </a:lnTo>
                  <a:lnTo>
                    <a:pt x="7139" y="4372"/>
                  </a:lnTo>
                  <a:lnTo>
                    <a:pt x="6598" y="4132"/>
                  </a:lnTo>
                  <a:lnTo>
                    <a:pt x="6057" y="3871"/>
                  </a:lnTo>
                  <a:lnTo>
                    <a:pt x="5535" y="3610"/>
                  </a:lnTo>
                  <a:lnTo>
                    <a:pt x="5014" y="3310"/>
                  </a:lnTo>
                  <a:lnTo>
                    <a:pt x="4532" y="3029"/>
                  </a:lnTo>
                  <a:lnTo>
                    <a:pt x="4051" y="2708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1" name="Google Shape;6171;p26"/>
            <p:cNvSpPr/>
            <p:nvPr/>
          </p:nvSpPr>
          <p:spPr>
            <a:xfrm>
              <a:off x="11240775" y="4017200"/>
              <a:ext cx="704425" cy="1160175"/>
            </a:xfrm>
            <a:custGeom>
              <a:avLst/>
              <a:gdLst/>
              <a:ahLst/>
              <a:cxnLst/>
              <a:rect l="l" t="t" r="r" b="b"/>
              <a:pathLst>
                <a:path w="28177" h="46407" fill="none" extrusionOk="0">
                  <a:moveTo>
                    <a:pt x="8303" y="0"/>
                  </a:moveTo>
                  <a:lnTo>
                    <a:pt x="8303" y="0"/>
                  </a:lnTo>
                  <a:lnTo>
                    <a:pt x="7581" y="1063"/>
                  </a:lnTo>
                  <a:lnTo>
                    <a:pt x="6839" y="2186"/>
                  </a:lnTo>
                  <a:lnTo>
                    <a:pt x="6117" y="3369"/>
                  </a:lnTo>
                  <a:lnTo>
                    <a:pt x="5415" y="4613"/>
                  </a:lnTo>
                  <a:lnTo>
                    <a:pt x="5415" y="4613"/>
                  </a:lnTo>
                  <a:lnTo>
                    <a:pt x="5054" y="5274"/>
                  </a:lnTo>
                  <a:lnTo>
                    <a:pt x="4713" y="5936"/>
                  </a:lnTo>
                  <a:lnTo>
                    <a:pt x="4372" y="6638"/>
                  </a:lnTo>
                  <a:lnTo>
                    <a:pt x="4051" y="7320"/>
                  </a:lnTo>
                  <a:lnTo>
                    <a:pt x="4051" y="7320"/>
                  </a:lnTo>
                  <a:lnTo>
                    <a:pt x="3630" y="8283"/>
                  </a:lnTo>
                  <a:lnTo>
                    <a:pt x="3209" y="9265"/>
                  </a:lnTo>
                  <a:lnTo>
                    <a:pt x="2808" y="10268"/>
                  </a:lnTo>
                  <a:lnTo>
                    <a:pt x="2447" y="11291"/>
                  </a:lnTo>
                  <a:lnTo>
                    <a:pt x="2086" y="12354"/>
                  </a:lnTo>
                  <a:lnTo>
                    <a:pt x="1745" y="13417"/>
                  </a:lnTo>
                  <a:lnTo>
                    <a:pt x="1444" y="14520"/>
                  </a:lnTo>
                  <a:lnTo>
                    <a:pt x="1163" y="15643"/>
                  </a:lnTo>
                  <a:lnTo>
                    <a:pt x="903" y="16806"/>
                  </a:lnTo>
                  <a:lnTo>
                    <a:pt x="682" y="17969"/>
                  </a:lnTo>
                  <a:lnTo>
                    <a:pt x="481" y="19172"/>
                  </a:lnTo>
                  <a:lnTo>
                    <a:pt x="321" y="20396"/>
                  </a:lnTo>
                  <a:lnTo>
                    <a:pt x="181" y="21619"/>
                  </a:lnTo>
                  <a:lnTo>
                    <a:pt x="80" y="22882"/>
                  </a:lnTo>
                  <a:lnTo>
                    <a:pt x="20" y="24166"/>
                  </a:lnTo>
                  <a:lnTo>
                    <a:pt x="0" y="25489"/>
                  </a:lnTo>
                  <a:lnTo>
                    <a:pt x="0" y="25489"/>
                  </a:lnTo>
                  <a:lnTo>
                    <a:pt x="0" y="25509"/>
                  </a:lnTo>
                  <a:lnTo>
                    <a:pt x="0" y="25509"/>
                  </a:lnTo>
                  <a:lnTo>
                    <a:pt x="20" y="26151"/>
                  </a:lnTo>
                  <a:lnTo>
                    <a:pt x="40" y="26793"/>
                  </a:lnTo>
                  <a:lnTo>
                    <a:pt x="80" y="27455"/>
                  </a:lnTo>
                  <a:lnTo>
                    <a:pt x="140" y="28117"/>
                  </a:lnTo>
                  <a:lnTo>
                    <a:pt x="201" y="28778"/>
                  </a:lnTo>
                  <a:lnTo>
                    <a:pt x="281" y="29460"/>
                  </a:lnTo>
                  <a:lnTo>
                    <a:pt x="401" y="30122"/>
                  </a:lnTo>
                  <a:lnTo>
                    <a:pt x="501" y="30804"/>
                  </a:lnTo>
                  <a:lnTo>
                    <a:pt x="642" y="31486"/>
                  </a:lnTo>
                  <a:lnTo>
                    <a:pt x="802" y="32147"/>
                  </a:lnTo>
                  <a:lnTo>
                    <a:pt x="963" y="32829"/>
                  </a:lnTo>
                  <a:lnTo>
                    <a:pt x="1143" y="33511"/>
                  </a:lnTo>
                  <a:lnTo>
                    <a:pt x="1344" y="34193"/>
                  </a:lnTo>
                  <a:lnTo>
                    <a:pt x="1564" y="34875"/>
                  </a:lnTo>
                  <a:lnTo>
                    <a:pt x="1785" y="35557"/>
                  </a:lnTo>
                  <a:lnTo>
                    <a:pt x="2046" y="36239"/>
                  </a:lnTo>
                  <a:lnTo>
                    <a:pt x="2306" y="36900"/>
                  </a:lnTo>
                  <a:lnTo>
                    <a:pt x="2587" y="37582"/>
                  </a:lnTo>
                  <a:lnTo>
                    <a:pt x="2868" y="38244"/>
                  </a:lnTo>
                  <a:lnTo>
                    <a:pt x="3189" y="38906"/>
                  </a:lnTo>
                  <a:lnTo>
                    <a:pt x="3510" y="39568"/>
                  </a:lnTo>
                  <a:lnTo>
                    <a:pt x="3851" y="40229"/>
                  </a:lnTo>
                  <a:lnTo>
                    <a:pt x="4212" y="40871"/>
                  </a:lnTo>
                  <a:lnTo>
                    <a:pt x="4593" y="41513"/>
                  </a:lnTo>
                  <a:lnTo>
                    <a:pt x="4994" y="42155"/>
                  </a:lnTo>
                  <a:lnTo>
                    <a:pt x="5395" y="42796"/>
                  </a:lnTo>
                  <a:lnTo>
                    <a:pt x="5836" y="43418"/>
                  </a:lnTo>
                  <a:lnTo>
                    <a:pt x="6277" y="44040"/>
                  </a:lnTo>
                  <a:lnTo>
                    <a:pt x="6738" y="44641"/>
                  </a:lnTo>
                  <a:lnTo>
                    <a:pt x="7200" y="45243"/>
                  </a:lnTo>
                  <a:lnTo>
                    <a:pt x="7701" y="45825"/>
                  </a:lnTo>
                  <a:lnTo>
                    <a:pt x="8202" y="46406"/>
                  </a:lnTo>
                  <a:lnTo>
                    <a:pt x="24627" y="46406"/>
                  </a:lnTo>
                  <a:lnTo>
                    <a:pt x="24627" y="46406"/>
                  </a:lnTo>
                  <a:lnTo>
                    <a:pt x="25128" y="45845"/>
                  </a:lnTo>
                  <a:lnTo>
                    <a:pt x="25610" y="45263"/>
                  </a:lnTo>
                  <a:lnTo>
                    <a:pt x="26071" y="44662"/>
                  </a:lnTo>
                  <a:lnTo>
                    <a:pt x="26532" y="44060"/>
                  </a:lnTo>
                  <a:lnTo>
                    <a:pt x="26973" y="43458"/>
                  </a:lnTo>
                  <a:lnTo>
                    <a:pt x="27395" y="42837"/>
                  </a:lnTo>
                  <a:lnTo>
                    <a:pt x="27796" y="42215"/>
                  </a:lnTo>
                  <a:lnTo>
                    <a:pt x="28177" y="41593"/>
                  </a:lnTo>
                  <a:lnTo>
                    <a:pt x="28177" y="41593"/>
                  </a:lnTo>
                  <a:lnTo>
                    <a:pt x="27475" y="41513"/>
                  </a:lnTo>
                  <a:lnTo>
                    <a:pt x="26753" y="41413"/>
                  </a:lnTo>
                  <a:lnTo>
                    <a:pt x="26051" y="41292"/>
                  </a:lnTo>
                  <a:lnTo>
                    <a:pt x="25349" y="41152"/>
                  </a:lnTo>
                  <a:lnTo>
                    <a:pt x="24667" y="40992"/>
                  </a:lnTo>
                  <a:lnTo>
                    <a:pt x="23965" y="40811"/>
                  </a:lnTo>
                  <a:lnTo>
                    <a:pt x="23283" y="40611"/>
                  </a:lnTo>
                  <a:lnTo>
                    <a:pt x="22601" y="40390"/>
                  </a:lnTo>
                  <a:lnTo>
                    <a:pt x="21940" y="40129"/>
                  </a:lnTo>
                  <a:lnTo>
                    <a:pt x="21278" y="39868"/>
                  </a:lnTo>
                  <a:lnTo>
                    <a:pt x="20636" y="39588"/>
                  </a:lnTo>
                  <a:lnTo>
                    <a:pt x="19994" y="39267"/>
                  </a:lnTo>
                  <a:lnTo>
                    <a:pt x="19353" y="38946"/>
                  </a:lnTo>
                  <a:lnTo>
                    <a:pt x="18731" y="38605"/>
                  </a:lnTo>
                  <a:lnTo>
                    <a:pt x="18129" y="38224"/>
                  </a:lnTo>
                  <a:lnTo>
                    <a:pt x="17528" y="37843"/>
                  </a:lnTo>
                  <a:lnTo>
                    <a:pt x="17528" y="37843"/>
                  </a:lnTo>
                  <a:lnTo>
                    <a:pt x="17066" y="37863"/>
                  </a:lnTo>
                  <a:lnTo>
                    <a:pt x="16605" y="37863"/>
                  </a:lnTo>
                  <a:lnTo>
                    <a:pt x="16605" y="37863"/>
                  </a:lnTo>
                  <a:lnTo>
                    <a:pt x="16084" y="37863"/>
                  </a:lnTo>
                  <a:lnTo>
                    <a:pt x="15582" y="37823"/>
                  </a:lnTo>
                  <a:lnTo>
                    <a:pt x="15101" y="37763"/>
                  </a:lnTo>
                  <a:lnTo>
                    <a:pt x="14620" y="37683"/>
                  </a:lnTo>
                  <a:lnTo>
                    <a:pt x="14159" y="37582"/>
                  </a:lnTo>
                  <a:lnTo>
                    <a:pt x="13697" y="37462"/>
                  </a:lnTo>
                  <a:lnTo>
                    <a:pt x="13256" y="37322"/>
                  </a:lnTo>
                  <a:lnTo>
                    <a:pt x="12815" y="37141"/>
                  </a:lnTo>
                  <a:lnTo>
                    <a:pt x="12394" y="36961"/>
                  </a:lnTo>
                  <a:lnTo>
                    <a:pt x="11993" y="36760"/>
                  </a:lnTo>
                  <a:lnTo>
                    <a:pt x="11592" y="36559"/>
                  </a:lnTo>
                  <a:lnTo>
                    <a:pt x="11211" y="36319"/>
                  </a:lnTo>
                  <a:lnTo>
                    <a:pt x="10850" y="36078"/>
                  </a:lnTo>
                  <a:lnTo>
                    <a:pt x="10489" y="35817"/>
                  </a:lnTo>
                  <a:lnTo>
                    <a:pt x="10148" y="35537"/>
                  </a:lnTo>
                  <a:lnTo>
                    <a:pt x="9827" y="35256"/>
                  </a:lnTo>
                  <a:lnTo>
                    <a:pt x="9526" y="34955"/>
                  </a:lnTo>
                  <a:lnTo>
                    <a:pt x="9225" y="34634"/>
                  </a:lnTo>
                  <a:lnTo>
                    <a:pt x="8944" y="34313"/>
                  </a:lnTo>
                  <a:lnTo>
                    <a:pt x="8684" y="33992"/>
                  </a:lnTo>
                  <a:lnTo>
                    <a:pt x="8423" y="33652"/>
                  </a:lnTo>
                  <a:lnTo>
                    <a:pt x="8202" y="33291"/>
                  </a:lnTo>
                  <a:lnTo>
                    <a:pt x="7982" y="32950"/>
                  </a:lnTo>
                  <a:lnTo>
                    <a:pt x="7781" y="32589"/>
                  </a:lnTo>
                  <a:lnTo>
                    <a:pt x="7601" y="32208"/>
                  </a:lnTo>
                  <a:lnTo>
                    <a:pt x="7440" y="31827"/>
                  </a:lnTo>
                  <a:lnTo>
                    <a:pt x="7300" y="31466"/>
                  </a:lnTo>
                  <a:lnTo>
                    <a:pt x="7160" y="31085"/>
                  </a:lnTo>
                  <a:lnTo>
                    <a:pt x="7059" y="30683"/>
                  </a:lnTo>
                  <a:lnTo>
                    <a:pt x="6979" y="30302"/>
                  </a:lnTo>
                  <a:lnTo>
                    <a:pt x="6899" y="29921"/>
                  </a:lnTo>
                  <a:lnTo>
                    <a:pt x="6839" y="29540"/>
                  </a:lnTo>
                  <a:lnTo>
                    <a:pt x="6839" y="29540"/>
                  </a:lnTo>
                  <a:lnTo>
                    <a:pt x="6799" y="29099"/>
                  </a:lnTo>
                  <a:lnTo>
                    <a:pt x="6799" y="28678"/>
                  </a:lnTo>
                  <a:lnTo>
                    <a:pt x="6799" y="28257"/>
                  </a:lnTo>
                  <a:lnTo>
                    <a:pt x="6799" y="27816"/>
                  </a:lnTo>
                  <a:lnTo>
                    <a:pt x="6839" y="27415"/>
                  </a:lnTo>
                  <a:lnTo>
                    <a:pt x="6899" y="26993"/>
                  </a:lnTo>
                  <a:lnTo>
                    <a:pt x="6959" y="26572"/>
                  </a:lnTo>
                  <a:lnTo>
                    <a:pt x="7059" y="26171"/>
                  </a:lnTo>
                  <a:lnTo>
                    <a:pt x="7160" y="25770"/>
                  </a:lnTo>
                  <a:lnTo>
                    <a:pt x="7280" y="25389"/>
                  </a:lnTo>
                  <a:lnTo>
                    <a:pt x="7400" y="24988"/>
                  </a:lnTo>
                  <a:lnTo>
                    <a:pt x="7561" y="24607"/>
                  </a:lnTo>
                  <a:lnTo>
                    <a:pt x="7721" y="24246"/>
                  </a:lnTo>
                  <a:lnTo>
                    <a:pt x="7902" y="23885"/>
                  </a:lnTo>
                  <a:lnTo>
                    <a:pt x="8102" y="23524"/>
                  </a:lnTo>
                  <a:lnTo>
                    <a:pt x="8303" y="23163"/>
                  </a:lnTo>
                  <a:lnTo>
                    <a:pt x="8303" y="23163"/>
                  </a:lnTo>
                  <a:lnTo>
                    <a:pt x="8142" y="22321"/>
                  </a:lnTo>
                  <a:lnTo>
                    <a:pt x="8002" y="21478"/>
                  </a:lnTo>
                  <a:lnTo>
                    <a:pt x="7881" y="20616"/>
                  </a:lnTo>
                  <a:lnTo>
                    <a:pt x="7801" y="19754"/>
                  </a:lnTo>
                  <a:lnTo>
                    <a:pt x="7721" y="18891"/>
                  </a:lnTo>
                  <a:lnTo>
                    <a:pt x="7681" y="18029"/>
                  </a:lnTo>
                  <a:lnTo>
                    <a:pt x="7641" y="17167"/>
                  </a:lnTo>
                  <a:lnTo>
                    <a:pt x="7641" y="16304"/>
                  </a:lnTo>
                  <a:lnTo>
                    <a:pt x="7661" y="15422"/>
                  </a:lnTo>
                  <a:lnTo>
                    <a:pt x="7681" y="14560"/>
                  </a:lnTo>
                  <a:lnTo>
                    <a:pt x="7741" y="13697"/>
                  </a:lnTo>
                  <a:lnTo>
                    <a:pt x="7821" y="12835"/>
                  </a:lnTo>
                  <a:lnTo>
                    <a:pt x="7902" y="11973"/>
                  </a:lnTo>
                  <a:lnTo>
                    <a:pt x="8002" y="11130"/>
                  </a:lnTo>
                  <a:lnTo>
                    <a:pt x="8142" y="10268"/>
                  </a:lnTo>
                  <a:lnTo>
                    <a:pt x="8283" y="9426"/>
                  </a:lnTo>
                  <a:lnTo>
                    <a:pt x="8283" y="9426"/>
                  </a:lnTo>
                  <a:lnTo>
                    <a:pt x="7701" y="9205"/>
                  </a:lnTo>
                  <a:lnTo>
                    <a:pt x="7139" y="8984"/>
                  </a:lnTo>
                  <a:lnTo>
                    <a:pt x="6598" y="8744"/>
                  </a:lnTo>
                  <a:lnTo>
                    <a:pt x="6057" y="8483"/>
                  </a:lnTo>
                  <a:lnTo>
                    <a:pt x="5535" y="8222"/>
                  </a:lnTo>
                  <a:lnTo>
                    <a:pt x="5014" y="7922"/>
                  </a:lnTo>
                  <a:lnTo>
                    <a:pt x="4532" y="7641"/>
                  </a:lnTo>
                  <a:lnTo>
                    <a:pt x="4051" y="7320"/>
                  </a:lnTo>
                  <a:lnTo>
                    <a:pt x="4051" y="7320"/>
                  </a:lnTo>
                  <a:lnTo>
                    <a:pt x="4392" y="6638"/>
                  </a:lnTo>
                  <a:lnTo>
                    <a:pt x="4713" y="5936"/>
                  </a:lnTo>
                  <a:lnTo>
                    <a:pt x="5074" y="5274"/>
                  </a:lnTo>
                  <a:lnTo>
                    <a:pt x="5415" y="4613"/>
                  </a:lnTo>
                  <a:lnTo>
                    <a:pt x="5415" y="4613"/>
                  </a:lnTo>
                  <a:lnTo>
                    <a:pt x="5415" y="4613"/>
                  </a:lnTo>
                  <a:lnTo>
                    <a:pt x="5415" y="4613"/>
                  </a:lnTo>
                  <a:lnTo>
                    <a:pt x="6117" y="3369"/>
                  </a:lnTo>
                  <a:lnTo>
                    <a:pt x="6839" y="2186"/>
                  </a:lnTo>
                  <a:lnTo>
                    <a:pt x="7581" y="1063"/>
                  </a:lnTo>
                  <a:lnTo>
                    <a:pt x="830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2" name="Google Shape;6172;p26"/>
            <p:cNvSpPr/>
            <p:nvPr/>
          </p:nvSpPr>
          <p:spPr>
            <a:xfrm>
              <a:off x="11342050" y="4132500"/>
              <a:ext cx="120350" cy="120350"/>
            </a:xfrm>
            <a:custGeom>
              <a:avLst/>
              <a:gdLst/>
              <a:ahLst/>
              <a:cxnLst/>
              <a:rect l="l" t="t" r="r" b="b"/>
              <a:pathLst>
                <a:path w="4814" h="4814" extrusionOk="0">
                  <a:moveTo>
                    <a:pt x="1364" y="1"/>
                  </a:moveTo>
                  <a:lnTo>
                    <a:pt x="1023" y="662"/>
                  </a:lnTo>
                  <a:lnTo>
                    <a:pt x="662" y="1324"/>
                  </a:lnTo>
                  <a:lnTo>
                    <a:pt x="341" y="2026"/>
                  </a:lnTo>
                  <a:lnTo>
                    <a:pt x="0" y="2708"/>
                  </a:lnTo>
                  <a:lnTo>
                    <a:pt x="481" y="3029"/>
                  </a:lnTo>
                  <a:lnTo>
                    <a:pt x="963" y="3310"/>
                  </a:lnTo>
                  <a:lnTo>
                    <a:pt x="1484" y="3610"/>
                  </a:lnTo>
                  <a:lnTo>
                    <a:pt x="2006" y="3871"/>
                  </a:lnTo>
                  <a:lnTo>
                    <a:pt x="2547" y="4132"/>
                  </a:lnTo>
                  <a:lnTo>
                    <a:pt x="3088" y="4372"/>
                  </a:lnTo>
                  <a:lnTo>
                    <a:pt x="3650" y="4593"/>
                  </a:lnTo>
                  <a:lnTo>
                    <a:pt x="4232" y="4814"/>
                  </a:lnTo>
                  <a:lnTo>
                    <a:pt x="4492" y="3470"/>
                  </a:lnTo>
                  <a:lnTo>
                    <a:pt x="4813" y="2126"/>
                  </a:lnTo>
                  <a:lnTo>
                    <a:pt x="4332" y="1906"/>
                  </a:lnTo>
                  <a:lnTo>
                    <a:pt x="3851" y="1665"/>
                  </a:lnTo>
                  <a:lnTo>
                    <a:pt x="3409" y="1424"/>
                  </a:lnTo>
                  <a:lnTo>
                    <a:pt x="2968" y="1164"/>
                  </a:lnTo>
                  <a:lnTo>
                    <a:pt x="2527" y="903"/>
                  </a:lnTo>
                  <a:lnTo>
                    <a:pt x="2126" y="602"/>
                  </a:lnTo>
                  <a:lnTo>
                    <a:pt x="1745" y="321"/>
                  </a:lnTo>
                  <a:lnTo>
                    <a:pt x="1364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3" name="Google Shape;6173;p26"/>
            <p:cNvSpPr/>
            <p:nvPr/>
          </p:nvSpPr>
          <p:spPr>
            <a:xfrm>
              <a:off x="11342050" y="4132500"/>
              <a:ext cx="120350" cy="120350"/>
            </a:xfrm>
            <a:custGeom>
              <a:avLst/>
              <a:gdLst/>
              <a:ahLst/>
              <a:cxnLst/>
              <a:rect l="l" t="t" r="r" b="b"/>
              <a:pathLst>
                <a:path w="4814" h="4814" fill="none" extrusionOk="0">
                  <a:moveTo>
                    <a:pt x="1364" y="1"/>
                  </a:moveTo>
                  <a:lnTo>
                    <a:pt x="1364" y="1"/>
                  </a:lnTo>
                  <a:lnTo>
                    <a:pt x="1364" y="1"/>
                  </a:lnTo>
                  <a:lnTo>
                    <a:pt x="1023" y="662"/>
                  </a:lnTo>
                  <a:lnTo>
                    <a:pt x="662" y="1324"/>
                  </a:lnTo>
                  <a:lnTo>
                    <a:pt x="341" y="2026"/>
                  </a:lnTo>
                  <a:lnTo>
                    <a:pt x="0" y="2708"/>
                  </a:lnTo>
                  <a:lnTo>
                    <a:pt x="0" y="2708"/>
                  </a:lnTo>
                  <a:lnTo>
                    <a:pt x="481" y="3029"/>
                  </a:lnTo>
                  <a:lnTo>
                    <a:pt x="963" y="3310"/>
                  </a:lnTo>
                  <a:lnTo>
                    <a:pt x="1484" y="3610"/>
                  </a:lnTo>
                  <a:lnTo>
                    <a:pt x="2006" y="3871"/>
                  </a:lnTo>
                  <a:lnTo>
                    <a:pt x="2547" y="4132"/>
                  </a:lnTo>
                  <a:lnTo>
                    <a:pt x="3088" y="4372"/>
                  </a:lnTo>
                  <a:lnTo>
                    <a:pt x="3650" y="4593"/>
                  </a:lnTo>
                  <a:lnTo>
                    <a:pt x="4232" y="4814"/>
                  </a:lnTo>
                  <a:lnTo>
                    <a:pt x="4232" y="4814"/>
                  </a:lnTo>
                  <a:lnTo>
                    <a:pt x="4492" y="3470"/>
                  </a:lnTo>
                  <a:lnTo>
                    <a:pt x="4813" y="2126"/>
                  </a:lnTo>
                  <a:lnTo>
                    <a:pt x="4813" y="2126"/>
                  </a:lnTo>
                  <a:lnTo>
                    <a:pt x="4332" y="1906"/>
                  </a:lnTo>
                  <a:lnTo>
                    <a:pt x="3851" y="1665"/>
                  </a:lnTo>
                  <a:lnTo>
                    <a:pt x="3409" y="1424"/>
                  </a:lnTo>
                  <a:lnTo>
                    <a:pt x="2968" y="1164"/>
                  </a:lnTo>
                  <a:lnTo>
                    <a:pt x="2527" y="903"/>
                  </a:lnTo>
                  <a:lnTo>
                    <a:pt x="2126" y="602"/>
                  </a:lnTo>
                  <a:lnTo>
                    <a:pt x="1745" y="321"/>
                  </a:lnTo>
                  <a:lnTo>
                    <a:pt x="1364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4" name="Google Shape;6174;p26"/>
            <p:cNvSpPr/>
            <p:nvPr/>
          </p:nvSpPr>
          <p:spPr>
            <a:xfrm>
              <a:off x="11376125" y="3824675"/>
              <a:ext cx="250725" cy="361000"/>
            </a:xfrm>
            <a:custGeom>
              <a:avLst/>
              <a:gdLst/>
              <a:ahLst/>
              <a:cxnLst/>
              <a:rect l="l" t="t" r="r" b="b"/>
              <a:pathLst>
                <a:path w="10029" h="14440" extrusionOk="0">
                  <a:moveTo>
                    <a:pt x="10028" y="0"/>
                  </a:moveTo>
                  <a:lnTo>
                    <a:pt x="9406" y="461"/>
                  </a:lnTo>
                  <a:lnTo>
                    <a:pt x="8684" y="1083"/>
                  </a:lnTo>
                  <a:lnTo>
                    <a:pt x="7862" y="1845"/>
                  </a:lnTo>
                  <a:lnTo>
                    <a:pt x="7421" y="2286"/>
                  </a:lnTo>
                  <a:lnTo>
                    <a:pt x="6980" y="2748"/>
                  </a:lnTo>
                  <a:lnTo>
                    <a:pt x="6498" y="3249"/>
                  </a:lnTo>
                  <a:lnTo>
                    <a:pt x="6017" y="3770"/>
                  </a:lnTo>
                  <a:lnTo>
                    <a:pt x="5516" y="4352"/>
                  </a:lnTo>
                  <a:lnTo>
                    <a:pt x="4994" y="4954"/>
                  </a:lnTo>
                  <a:lnTo>
                    <a:pt x="4493" y="5575"/>
                  </a:lnTo>
                  <a:lnTo>
                    <a:pt x="3952" y="6257"/>
                  </a:lnTo>
                  <a:lnTo>
                    <a:pt x="3430" y="6959"/>
                  </a:lnTo>
                  <a:lnTo>
                    <a:pt x="2909" y="7681"/>
                  </a:lnTo>
                  <a:lnTo>
                    <a:pt x="2889" y="7701"/>
                  </a:lnTo>
                  <a:lnTo>
                    <a:pt x="2167" y="8764"/>
                  </a:lnTo>
                  <a:lnTo>
                    <a:pt x="1425" y="9887"/>
                  </a:lnTo>
                  <a:lnTo>
                    <a:pt x="703" y="11070"/>
                  </a:lnTo>
                  <a:lnTo>
                    <a:pt x="1" y="12314"/>
                  </a:lnTo>
                  <a:lnTo>
                    <a:pt x="382" y="12634"/>
                  </a:lnTo>
                  <a:lnTo>
                    <a:pt x="763" y="12915"/>
                  </a:lnTo>
                  <a:lnTo>
                    <a:pt x="1164" y="13216"/>
                  </a:lnTo>
                  <a:lnTo>
                    <a:pt x="1605" y="13477"/>
                  </a:lnTo>
                  <a:lnTo>
                    <a:pt x="2046" y="13737"/>
                  </a:lnTo>
                  <a:lnTo>
                    <a:pt x="2488" y="13978"/>
                  </a:lnTo>
                  <a:lnTo>
                    <a:pt x="2969" y="14219"/>
                  </a:lnTo>
                  <a:lnTo>
                    <a:pt x="3450" y="14439"/>
                  </a:lnTo>
                  <a:lnTo>
                    <a:pt x="3570" y="13978"/>
                  </a:lnTo>
                  <a:lnTo>
                    <a:pt x="3891" y="12815"/>
                  </a:lnTo>
                  <a:lnTo>
                    <a:pt x="3711" y="12715"/>
                  </a:lnTo>
                  <a:lnTo>
                    <a:pt x="3550" y="12594"/>
                  </a:lnTo>
                  <a:lnTo>
                    <a:pt x="3410" y="12474"/>
                  </a:lnTo>
                  <a:lnTo>
                    <a:pt x="3290" y="12314"/>
                  </a:lnTo>
                  <a:lnTo>
                    <a:pt x="3189" y="12153"/>
                  </a:lnTo>
                  <a:lnTo>
                    <a:pt x="3109" y="11993"/>
                  </a:lnTo>
                  <a:lnTo>
                    <a:pt x="3049" y="11832"/>
                  </a:lnTo>
                  <a:lnTo>
                    <a:pt x="3009" y="11652"/>
                  </a:lnTo>
                  <a:lnTo>
                    <a:pt x="3009" y="11491"/>
                  </a:lnTo>
                  <a:lnTo>
                    <a:pt x="3009" y="11311"/>
                  </a:lnTo>
                  <a:lnTo>
                    <a:pt x="3029" y="11150"/>
                  </a:lnTo>
                  <a:lnTo>
                    <a:pt x="3089" y="11010"/>
                  </a:lnTo>
                  <a:lnTo>
                    <a:pt x="3129" y="10850"/>
                  </a:lnTo>
                  <a:lnTo>
                    <a:pt x="3210" y="10709"/>
                  </a:lnTo>
                  <a:lnTo>
                    <a:pt x="3290" y="10589"/>
                  </a:lnTo>
                  <a:lnTo>
                    <a:pt x="3390" y="10449"/>
                  </a:lnTo>
                  <a:lnTo>
                    <a:pt x="3490" y="10348"/>
                  </a:lnTo>
                  <a:lnTo>
                    <a:pt x="3611" y="10248"/>
                  </a:lnTo>
                  <a:lnTo>
                    <a:pt x="3731" y="10148"/>
                  </a:lnTo>
                  <a:lnTo>
                    <a:pt x="3871" y="10067"/>
                  </a:lnTo>
                  <a:lnTo>
                    <a:pt x="4012" y="10007"/>
                  </a:lnTo>
                  <a:lnTo>
                    <a:pt x="4172" y="9967"/>
                  </a:lnTo>
                  <a:lnTo>
                    <a:pt x="4333" y="9947"/>
                  </a:lnTo>
                  <a:lnTo>
                    <a:pt x="4493" y="9927"/>
                  </a:lnTo>
                  <a:lnTo>
                    <a:pt x="4613" y="9947"/>
                  </a:lnTo>
                  <a:lnTo>
                    <a:pt x="4814" y="9967"/>
                  </a:lnTo>
                  <a:lnTo>
                    <a:pt x="5335" y="8664"/>
                  </a:lnTo>
                  <a:lnTo>
                    <a:pt x="5877" y="7360"/>
                  </a:lnTo>
                  <a:lnTo>
                    <a:pt x="6478" y="6077"/>
                  </a:lnTo>
                  <a:lnTo>
                    <a:pt x="7100" y="4813"/>
                  </a:lnTo>
                  <a:lnTo>
                    <a:pt x="7782" y="3570"/>
                  </a:lnTo>
                  <a:lnTo>
                    <a:pt x="8484" y="2346"/>
                  </a:lnTo>
                  <a:lnTo>
                    <a:pt x="9246" y="1163"/>
                  </a:lnTo>
                  <a:lnTo>
                    <a:pt x="10028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5" name="Google Shape;6175;p26"/>
            <p:cNvSpPr/>
            <p:nvPr/>
          </p:nvSpPr>
          <p:spPr>
            <a:xfrm>
              <a:off x="11376125" y="3824675"/>
              <a:ext cx="250725" cy="361000"/>
            </a:xfrm>
            <a:custGeom>
              <a:avLst/>
              <a:gdLst/>
              <a:ahLst/>
              <a:cxnLst/>
              <a:rect l="l" t="t" r="r" b="b"/>
              <a:pathLst>
                <a:path w="10029" h="14440" fill="none" extrusionOk="0">
                  <a:moveTo>
                    <a:pt x="10028" y="0"/>
                  </a:moveTo>
                  <a:lnTo>
                    <a:pt x="10028" y="0"/>
                  </a:lnTo>
                  <a:lnTo>
                    <a:pt x="9406" y="461"/>
                  </a:lnTo>
                  <a:lnTo>
                    <a:pt x="8684" y="1083"/>
                  </a:lnTo>
                  <a:lnTo>
                    <a:pt x="7862" y="1845"/>
                  </a:lnTo>
                  <a:lnTo>
                    <a:pt x="7421" y="2286"/>
                  </a:lnTo>
                  <a:lnTo>
                    <a:pt x="6980" y="2748"/>
                  </a:lnTo>
                  <a:lnTo>
                    <a:pt x="6498" y="3249"/>
                  </a:lnTo>
                  <a:lnTo>
                    <a:pt x="6017" y="3770"/>
                  </a:lnTo>
                  <a:lnTo>
                    <a:pt x="5516" y="4352"/>
                  </a:lnTo>
                  <a:lnTo>
                    <a:pt x="4994" y="4954"/>
                  </a:lnTo>
                  <a:lnTo>
                    <a:pt x="4493" y="5575"/>
                  </a:lnTo>
                  <a:lnTo>
                    <a:pt x="3952" y="6257"/>
                  </a:lnTo>
                  <a:lnTo>
                    <a:pt x="3430" y="6959"/>
                  </a:lnTo>
                  <a:lnTo>
                    <a:pt x="2909" y="7681"/>
                  </a:lnTo>
                  <a:lnTo>
                    <a:pt x="2909" y="7681"/>
                  </a:lnTo>
                  <a:lnTo>
                    <a:pt x="2909" y="7681"/>
                  </a:lnTo>
                  <a:lnTo>
                    <a:pt x="2889" y="7701"/>
                  </a:lnTo>
                  <a:lnTo>
                    <a:pt x="2889" y="7701"/>
                  </a:lnTo>
                  <a:lnTo>
                    <a:pt x="2889" y="7701"/>
                  </a:lnTo>
                  <a:lnTo>
                    <a:pt x="2889" y="7701"/>
                  </a:lnTo>
                  <a:lnTo>
                    <a:pt x="2889" y="7701"/>
                  </a:lnTo>
                  <a:lnTo>
                    <a:pt x="2889" y="7701"/>
                  </a:lnTo>
                  <a:lnTo>
                    <a:pt x="2167" y="8764"/>
                  </a:lnTo>
                  <a:lnTo>
                    <a:pt x="1425" y="9887"/>
                  </a:lnTo>
                  <a:lnTo>
                    <a:pt x="703" y="11070"/>
                  </a:lnTo>
                  <a:lnTo>
                    <a:pt x="1" y="12314"/>
                  </a:lnTo>
                  <a:lnTo>
                    <a:pt x="1" y="12314"/>
                  </a:lnTo>
                  <a:lnTo>
                    <a:pt x="1" y="12314"/>
                  </a:lnTo>
                  <a:lnTo>
                    <a:pt x="382" y="12634"/>
                  </a:lnTo>
                  <a:lnTo>
                    <a:pt x="763" y="12915"/>
                  </a:lnTo>
                  <a:lnTo>
                    <a:pt x="1164" y="13216"/>
                  </a:lnTo>
                  <a:lnTo>
                    <a:pt x="1605" y="13477"/>
                  </a:lnTo>
                  <a:lnTo>
                    <a:pt x="2046" y="13737"/>
                  </a:lnTo>
                  <a:lnTo>
                    <a:pt x="2488" y="13978"/>
                  </a:lnTo>
                  <a:lnTo>
                    <a:pt x="2969" y="14219"/>
                  </a:lnTo>
                  <a:lnTo>
                    <a:pt x="3450" y="14439"/>
                  </a:lnTo>
                  <a:lnTo>
                    <a:pt x="3450" y="14439"/>
                  </a:lnTo>
                  <a:lnTo>
                    <a:pt x="3570" y="13978"/>
                  </a:lnTo>
                  <a:lnTo>
                    <a:pt x="3570" y="13978"/>
                  </a:lnTo>
                  <a:lnTo>
                    <a:pt x="3891" y="12815"/>
                  </a:lnTo>
                  <a:lnTo>
                    <a:pt x="3891" y="12815"/>
                  </a:lnTo>
                  <a:lnTo>
                    <a:pt x="3711" y="12715"/>
                  </a:lnTo>
                  <a:lnTo>
                    <a:pt x="3550" y="12594"/>
                  </a:lnTo>
                  <a:lnTo>
                    <a:pt x="3410" y="12474"/>
                  </a:lnTo>
                  <a:lnTo>
                    <a:pt x="3290" y="12314"/>
                  </a:lnTo>
                  <a:lnTo>
                    <a:pt x="3189" y="12153"/>
                  </a:lnTo>
                  <a:lnTo>
                    <a:pt x="3109" y="11993"/>
                  </a:lnTo>
                  <a:lnTo>
                    <a:pt x="3049" y="11832"/>
                  </a:lnTo>
                  <a:lnTo>
                    <a:pt x="3009" y="11652"/>
                  </a:lnTo>
                  <a:lnTo>
                    <a:pt x="3009" y="11652"/>
                  </a:lnTo>
                  <a:lnTo>
                    <a:pt x="3009" y="11491"/>
                  </a:lnTo>
                  <a:lnTo>
                    <a:pt x="3009" y="11311"/>
                  </a:lnTo>
                  <a:lnTo>
                    <a:pt x="3029" y="11150"/>
                  </a:lnTo>
                  <a:lnTo>
                    <a:pt x="3089" y="11010"/>
                  </a:lnTo>
                  <a:lnTo>
                    <a:pt x="3129" y="10850"/>
                  </a:lnTo>
                  <a:lnTo>
                    <a:pt x="3210" y="10709"/>
                  </a:lnTo>
                  <a:lnTo>
                    <a:pt x="3290" y="10589"/>
                  </a:lnTo>
                  <a:lnTo>
                    <a:pt x="3390" y="10449"/>
                  </a:lnTo>
                  <a:lnTo>
                    <a:pt x="3490" y="10348"/>
                  </a:lnTo>
                  <a:lnTo>
                    <a:pt x="3611" y="10248"/>
                  </a:lnTo>
                  <a:lnTo>
                    <a:pt x="3731" y="10148"/>
                  </a:lnTo>
                  <a:lnTo>
                    <a:pt x="3871" y="10067"/>
                  </a:lnTo>
                  <a:lnTo>
                    <a:pt x="4012" y="10007"/>
                  </a:lnTo>
                  <a:lnTo>
                    <a:pt x="4172" y="9967"/>
                  </a:lnTo>
                  <a:lnTo>
                    <a:pt x="4333" y="9947"/>
                  </a:lnTo>
                  <a:lnTo>
                    <a:pt x="4493" y="9927"/>
                  </a:lnTo>
                  <a:lnTo>
                    <a:pt x="4493" y="9927"/>
                  </a:lnTo>
                  <a:lnTo>
                    <a:pt x="4613" y="9947"/>
                  </a:lnTo>
                  <a:lnTo>
                    <a:pt x="4613" y="9947"/>
                  </a:lnTo>
                  <a:lnTo>
                    <a:pt x="4814" y="9967"/>
                  </a:lnTo>
                  <a:lnTo>
                    <a:pt x="4814" y="9967"/>
                  </a:lnTo>
                  <a:lnTo>
                    <a:pt x="5335" y="8664"/>
                  </a:lnTo>
                  <a:lnTo>
                    <a:pt x="5877" y="7360"/>
                  </a:lnTo>
                  <a:lnTo>
                    <a:pt x="6478" y="6077"/>
                  </a:lnTo>
                  <a:lnTo>
                    <a:pt x="7100" y="4813"/>
                  </a:lnTo>
                  <a:lnTo>
                    <a:pt x="7782" y="3570"/>
                  </a:lnTo>
                  <a:lnTo>
                    <a:pt x="8484" y="2346"/>
                  </a:lnTo>
                  <a:lnTo>
                    <a:pt x="9246" y="1163"/>
                  </a:lnTo>
                  <a:lnTo>
                    <a:pt x="10028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6" name="Google Shape;6176;p26"/>
            <p:cNvSpPr/>
            <p:nvPr/>
          </p:nvSpPr>
          <p:spPr>
            <a:xfrm>
              <a:off x="11613275" y="4110950"/>
              <a:ext cx="75725" cy="75225"/>
            </a:xfrm>
            <a:custGeom>
              <a:avLst/>
              <a:gdLst/>
              <a:ahLst/>
              <a:cxnLst/>
              <a:rect l="l" t="t" r="r" b="b"/>
              <a:pathLst>
                <a:path w="3029" h="3009" extrusionOk="0">
                  <a:moveTo>
                    <a:pt x="1324" y="0"/>
                  </a:moveTo>
                  <a:lnTo>
                    <a:pt x="1164" y="20"/>
                  </a:lnTo>
                  <a:lnTo>
                    <a:pt x="1023" y="80"/>
                  </a:lnTo>
                  <a:lnTo>
                    <a:pt x="883" y="141"/>
                  </a:lnTo>
                  <a:lnTo>
                    <a:pt x="743" y="201"/>
                  </a:lnTo>
                  <a:lnTo>
                    <a:pt x="602" y="301"/>
                  </a:lnTo>
                  <a:lnTo>
                    <a:pt x="482" y="401"/>
                  </a:lnTo>
                  <a:lnTo>
                    <a:pt x="382" y="522"/>
                  </a:lnTo>
                  <a:lnTo>
                    <a:pt x="281" y="642"/>
                  </a:lnTo>
                  <a:lnTo>
                    <a:pt x="201" y="762"/>
                  </a:lnTo>
                  <a:lnTo>
                    <a:pt x="141" y="923"/>
                  </a:lnTo>
                  <a:lnTo>
                    <a:pt x="81" y="1063"/>
                  </a:lnTo>
                  <a:lnTo>
                    <a:pt x="41" y="1224"/>
                  </a:lnTo>
                  <a:lnTo>
                    <a:pt x="21" y="1384"/>
                  </a:lnTo>
                  <a:lnTo>
                    <a:pt x="1" y="1544"/>
                  </a:lnTo>
                  <a:lnTo>
                    <a:pt x="21" y="1705"/>
                  </a:lnTo>
                  <a:lnTo>
                    <a:pt x="61" y="1946"/>
                  </a:lnTo>
                  <a:lnTo>
                    <a:pt x="161" y="2186"/>
                  </a:lnTo>
                  <a:lnTo>
                    <a:pt x="301" y="2407"/>
                  </a:lnTo>
                  <a:lnTo>
                    <a:pt x="482" y="2607"/>
                  </a:lnTo>
                  <a:lnTo>
                    <a:pt x="582" y="2688"/>
                  </a:lnTo>
                  <a:lnTo>
                    <a:pt x="702" y="2768"/>
                  </a:lnTo>
                  <a:lnTo>
                    <a:pt x="823" y="2848"/>
                  </a:lnTo>
                  <a:lnTo>
                    <a:pt x="943" y="2908"/>
                  </a:lnTo>
                  <a:lnTo>
                    <a:pt x="1084" y="2948"/>
                  </a:lnTo>
                  <a:lnTo>
                    <a:pt x="1224" y="2988"/>
                  </a:lnTo>
                  <a:lnTo>
                    <a:pt x="1384" y="3008"/>
                  </a:lnTo>
                  <a:lnTo>
                    <a:pt x="1705" y="3008"/>
                  </a:lnTo>
                  <a:lnTo>
                    <a:pt x="1926" y="2968"/>
                  </a:lnTo>
                  <a:lnTo>
                    <a:pt x="2106" y="2908"/>
                  </a:lnTo>
                  <a:lnTo>
                    <a:pt x="2287" y="2808"/>
                  </a:lnTo>
                  <a:lnTo>
                    <a:pt x="2467" y="2688"/>
                  </a:lnTo>
                  <a:lnTo>
                    <a:pt x="2608" y="2547"/>
                  </a:lnTo>
                  <a:lnTo>
                    <a:pt x="2728" y="2387"/>
                  </a:lnTo>
                  <a:lnTo>
                    <a:pt x="2848" y="2206"/>
                  </a:lnTo>
                  <a:lnTo>
                    <a:pt x="2929" y="2006"/>
                  </a:lnTo>
                  <a:lnTo>
                    <a:pt x="2989" y="1825"/>
                  </a:lnTo>
                  <a:lnTo>
                    <a:pt x="3009" y="1665"/>
                  </a:lnTo>
                  <a:lnTo>
                    <a:pt x="3029" y="1484"/>
                  </a:lnTo>
                  <a:lnTo>
                    <a:pt x="3009" y="1304"/>
                  </a:lnTo>
                  <a:lnTo>
                    <a:pt x="2969" y="1143"/>
                  </a:lnTo>
                  <a:lnTo>
                    <a:pt x="2929" y="983"/>
                  </a:lnTo>
                  <a:lnTo>
                    <a:pt x="2868" y="822"/>
                  </a:lnTo>
                  <a:lnTo>
                    <a:pt x="2768" y="682"/>
                  </a:lnTo>
                  <a:lnTo>
                    <a:pt x="2668" y="542"/>
                  </a:lnTo>
                  <a:lnTo>
                    <a:pt x="2568" y="421"/>
                  </a:lnTo>
                  <a:lnTo>
                    <a:pt x="2427" y="321"/>
                  </a:lnTo>
                  <a:lnTo>
                    <a:pt x="2287" y="221"/>
                  </a:lnTo>
                  <a:lnTo>
                    <a:pt x="2146" y="141"/>
                  </a:lnTo>
                  <a:lnTo>
                    <a:pt x="1986" y="80"/>
                  </a:lnTo>
                  <a:lnTo>
                    <a:pt x="1805" y="20"/>
                  </a:lnTo>
                  <a:lnTo>
                    <a:pt x="1625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7" name="Google Shape;6177;p26"/>
            <p:cNvSpPr/>
            <p:nvPr/>
          </p:nvSpPr>
          <p:spPr>
            <a:xfrm>
              <a:off x="11613275" y="4110950"/>
              <a:ext cx="75725" cy="75225"/>
            </a:xfrm>
            <a:custGeom>
              <a:avLst/>
              <a:gdLst/>
              <a:ahLst/>
              <a:cxnLst/>
              <a:rect l="l" t="t" r="r" b="b"/>
              <a:pathLst>
                <a:path w="3029" h="3009" fill="none" extrusionOk="0">
                  <a:moveTo>
                    <a:pt x="1485" y="0"/>
                  </a:moveTo>
                  <a:lnTo>
                    <a:pt x="1485" y="0"/>
                  </a:lnTo>
                  <a:lnTo>
                    <a:pt x="1324" y="0"/>
                  </a:lnTo>
                  <a:lnTo>
                    <a:pt x="1164" y="20"/>
                  </a:lnTo>
                  <a:lnTo>
                    <a:pt x="1023" y="80"/>
                  </a:lnTo>
                  <a:lnTo>
                    <a:pt x="883" y="141"/>
                  </a:lnTo>
                  <a:lnTo>
                    <a:pt x="743" y="201"/>
                  </a:lnTo>
                  <a:lnTo>
                    <a:pt x="602" y="301"/>
                  </a:lnTo>
                  <a:lnTo>
                    <a:pt x="482" y="401"/>
                  </a:lnTo>
                  <a:lnTo>
                    <a:pt x="382" y="522"/>
                  </a:lnTo>
                  <a:lnTo>
                    <a:pt x="281" y="642"/>
                  </a:lnTo>
                  <a:lnTo>
                    <a:pt x="201" y="762"/>
                  </a:lnTo>
                  <a:lnTo>
                    <a:pt x="141" y="923"/>
                  </a:lnTo>
                  <a:lnTo>
                    <a:pt x="81" y="1063"/>
                  </a:lnTo>
                  <a:lnTo>
                    <a:pt x="41" y="1224"/>
                  </a:lnTo>
                  <a:lnTo>
                    <a:pt x="21" y="1384"/>
                  </a:lnTo>
                  <a:lnTo>
                    <a:pt x="1" y="1544"/>
                  </a:lnTo>
                  <a:lnTo>
                    <a:pt x="21" y="1705"/>
                  </a:lnTo>
                  <a:lnTo>
                    <a:pt x="21" y="1705"/>
                  </a:lnTo>
                  <a:lnTo>
                    <a:pt x="61" y="1946"/>
                  </a:lnTo>
                  <a:lnTo>
                    <a:pt x="161" y="2186"/>
                  </a:lnTo>
                  <a:lnTo>
                    <a:pt x="301" y="2407"/>
                  </a:lnTo>
                  <a:lnTo>
                    <a:pt x="482" y="2607"/>
                  </a:lnTo>
                  <a:lnTo>
                    <a:pt x="582" y="2688"/>
                  </a:lnTo>
                  <a:lnTo>
                    <a:pt x="702" y="2768"/>
                  </a:lnTo>
                  <a:lnTo>
                    <a:pt x="823" y="2848"/>
                  </a:lnTo>
                  <a:lnTo>
                    <a:pt x="943" y="2908"/>
                  </a:lnTo>
                  <a:lnTo>
                    <a:pt x="1084" y="2948"/>
                  </a:lnTo>
                  <a:lnTo>
                    <a:pt x="1224" y="2988"/>
                  </a:lnTo>
                  <a:lnTo>
                    <a:pt x="1384" y="3008"/>
                  </a:lnTo>
                  <a:lnTo>
                    <a:pt x="1545" y="3008"/>
                  </a:lnTo>
                  <a:lnTo>
                    <a:pt x="1545" y="3008"/>
                  </a:lnTo>
                  <a:lnTo>
                    <a:pt x="1705" y="3008"/>
                  </a:lnTo>
                  <a:lnTo>
                    <a:pt x="1705" y="3008"/>
                  </a:lnTo>
                  <a:lnTo>
                    <a:pt x="1926" y="2968"/>
                  </a:lnTo>
                  <a:lnTo>
                    <a:pt x="2106" y="2908"/>
                  </a:lnTo>
                  <a:lnTo>
                    <a:pt x="2287" y="2808"/>
                  </a:lnTo>
                  <a:lnTo>
                    <a:pt x="2467" y="2688"/>
                  </a:lnTo>
                  <a:lnTo>
                    <a:pt x="2608" y="2547"/>
                  </a:lnTo>
                  <a:lnTo>
                    <a:pt x="2728" y="2387"/>
                  </a:lnTo>
                  <a:lnTo>
                    <a:pt x="2848" y="2206"/>
                  </a:lnTo>
                  <a:lnTo>
                    <a:pt x="2929" y="2006"/>
                  </a:lnTo>
                  <a:lnTo>
                    <a:pt x="2929" y="2006"/>
                  </a:lnTo>
                  <a:lnTo>
                    <a:pt x="2989" y="1825"/>
                  </a:lnTo>
                  <a:lnTo>
                    <a:pt x="3009" y="1665"/>
                  </a:lnTo>
                  <a:lnTo>
                    <a:pt x="3029" y="1484"/>
                  </a:lnTo>
                  <a:lnTo>
                    <a:pt x="3009" y="1304"/>
                  </a:lnTo>
                  <a:lnTo>
                    <a:pt x="2969" y="1143"/>
                  </a:lnTo>
                  <a:lnTo>
                    <a:pt x="2929" y="983"/>
                  </a:lnTo>
                  <a:lnTo>
                    <a:pt x="2868" y="822"/>
                  </a:lnTo>
                  <a:lnTo>
                    <a:pt x="2768" y="682"/>
                  </a:lnTo>
                  <a:lnTo>
                    <a:pt x="2668" y="542"/>
                  </a:lnTo>
                  <a:lnTo>
                    <a:pt x="2568" y="421"/>
                  </a:lnTo>
                  <a:lnTo>
                    <a:pt x="2427" y="321"/>
                  </a:lnTo>
                  <a:lnTo>
                    <a:pt x="2287" y="221"/>
                  </a:lnTo>
                  <a:lnTo>
                    <a:pt x="2146" y="141"/>
                  </a:lnTo>
                  <a:lnTo>
                    <a:pt x="1986" y="80"/>
                  </a:lnTo>
                  <a:lnTo>
                    <a:pt x="1805" y="20"/>
                  </a:lnTo>
                  <a:lnTo>
                    <a:pt x="1625" y="0"/>
                  </a:lnTo>
                  <a:lnTo>
                    <a:pt x="1625" y="0"/>
                  </a:lnTo>
                  <a:lnTo>
                    <a:pt x="148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8" name="Google Shape;6178;p26"/>
            <p:cNvSpPr/>
            <p:nvPr/>
          </p:nvSpPr>
          <p:spPr>
            <a:xfrm>
              <a:off x="11473400" y="4073850"/>
              <a:ext cx="53175" cy="74725"/>
            </a:xfrm>
            <a:custGeom>
              <a:avLst/>
              <a:gdLst/>
              <a:ahLst/>
              <a:cxnLst/>
              <a:rect l="l" t="t" r="r" b="b"/>
              <a:pathLst>
                <a:path w="2127" h="2989" extrusionOk="0">
                  <a:moveTo>
                    <a:pt x="923" y="0"/>
                  </a:moveTo>
                  <a:lnTo>
                    <a:pt x="682" y="702"/>
                  </a:lnTo>
                  <a:lnTo>
                    <a:pt x="442" y="1424"/>
                  </a:lnTo>
                  <a:lnTo>
                    <a:pt x="201" y="2126"/>
                  </a:lnTo>
                  <a:lnTo>
                    <a:pt x="0" y="2848"/>
                  </a:lnTo>
                  <a:lnTo>
                    <a:pt x="141" y="2908"/>
                  </a:lnTo>
                  <a:lnTo>
                    <a:pt x="301" y="2948"/>
                  </a:lnTo>
                  <a:lnTo>
                    <a:pt x="482" y="2968"/>
                  </a:lnTo>
                  <a:lnTo>
                    <a:pt x="642" y="2988"/>
                  </a:lnTo>
                  <a:lnTo>
                    <a:pt x="823" y="2988"/>
                  </a:lnTo>
                  <a:lnTo>
                    <a:pt x="1023" y="2948"/>
                  </a:lnTo>
                  <a:lnTo>
                    <a:pt x="1224" y="2868"/>
                  </a:lnTo>
                  <a:lnTo>
                    <a:pt x="1404" y="2788"/>
                  </a:lnTo>
                  <a:lnTo>
                    <a:pt x="1565" y="2667"/>
                  </a:lnTo>
                  <a:lnTo>
                    <a:pt x="1725" y="2527"/>
                  </a:lnTo>
                  <a:lnTo>
                    <a:pt x="1845" y="2367"/>
                  </a:lnTo>
                  <a:lnTo>
                    <a:pt x="1946" y="2186"/>
                  </a:lnTo>
                  <a:lnTo>
                    <a:pt x="2046" y="1986"/>
                  </a:lnTo>
                  <a:lnTo>
                    <a:pt x="2086" y="1825"/>
                  </a:lnTo>
                  <a:lnTo>
                    <a:pt x="2126" y="1645"/>
                  </a:lnTo>
                  <a:lnTo>
                    <a:pt x="2126" y="1484"/>
                  </a:lnTo>
                  <a:lnTo>
                    <a:pt x="2126" y="1324"/>
                  </a:lnTo>
                  <a:lnTo>
                    <a:pt x="2106" y="1163"/>
                  </a:lnTo>
                  <a:lnTo>
                    <a:pt x="2066" y="1023"/>
                  </a:lnTo>
                  <a:lnTo>
                    <a:pt x="2006" y="883"/>
                  </a:lnTo>
                  <a:lnTo>
                    <a:pt x="1926" y="742"/>
                  </a:lnTo>
                  <a:lnTo>
                    <a:pt x="1845" y="602"/>
                  </a:lnTo>
                  <a:lnTo>
                    <a:pt x="1745" y="482"/>
                  </a:lnTo>
                  <a:lnTo>
                    <a:pt x="1645" y="361"/>
                  </a:lnTo>
                  <a:lnTo>
                    <a:pt x="1525" y="261"/>
                  </a:lnTo>
                  <a:lnTo>
                    <a:pt x="1384" y="181"/>
                  </a:lnTo>
                  <a:lnTo>
                    <a:pt x="1244" y="100"/>
                  </a:lnTo>
                  <a:lnTo>
                    <a:pt x="1083" y="40"/>
                  </a:lnTo>
                  <a:lnTo>
                    <a:pt x="923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9" name="Google Shape;6179;p26"/>
            <p:cNvSpPr/>
            <p:nvPr/>
          </p:nvSpPr>
          <p:spPr>
            <a:xfrm>
              <a:off x="11473400" y="4073850"/>
              <a:ext cx="53175" cy="74725"/>
            </a:xfrm>
            <a:custGeom>
              <a:avLst/>
              <a:gdLst/>
              <a:ahLst/>
              <a:cxnLst/>
              <a:rect l="l" t="t" r="r" b="b"/>
              <a:pathLst>
                <a:path w="2127" h="2989" fill="none" extrusionOk="0">
                  <a:moveTo>
                    <a:pt x="923" y="0"/>
                  </a:moveTo>
                  <a:lnTo>
                    <a:pt x="923" y="0"/>
                  </a:lnTo>
                  <a:lnTo>
                    <a:pt x="682" y="702"/>
                  </a:lnTo>
                  <a:lnTo>
                    <a:pt x="442" y="1424"/>
                  </a:lnTo>
                  <a:lnTo>
                    <a:pt x="201" y="2126"/>
                  </a:lnTo>
                  <a:lnTo>
                    <a:pt x="0" y="2848"/>
                  </a:lnTo>
                  <a:lnTo>
                    <a:pt x="0" y="2848"/>
                  </a:lnTo>
                  <a:lnTo>
                    <a:pt x="141" y="2908"/>
                  </a:lnTo>
                  <a:lnTo>
                    <a:pt x="301" y="2948"/>
                  </a:lnTo>
                  <a:lnTo>
                    <a:pt x="482" y="2968"/>
                  </a:lnTo>
                  <a:lnTo>
                    <a:pt x="642" y="2988"/>
                  </a:lnTo>
                  <a:lnTo>
                    <a:pt x="642" y="2988"/>
                  </a:lnTo>
                  <a:lnTo>
                    <a:pt x="823" y="2988"/>
                  </a:lnTo>
                  <a:lnTo>
                    <a:pt x="823" y="2988"/>
                  </a:lnTo>
                  <a:lnTo>
                    <a:pt x="1023" y="2948"/>
                  </a:lnTo>
                  <a:lnTo>
                    <a:pt x="1224" y="2868"/>
                  </a:lnTo>
                  <a:lnTo>
                    <a:pt x="1404" y="2788"/>
                  </a:lnTo>
                  <a:lnTo>
                    <a:pt x="1565" y="2667"/>
                  </a:lnTo>
                  <a:lnTo>
                    <a:pt x="1725" y="2527"/>
                  </a:lnTo>
                  <a:lnTo>
                    <a:pt x="1845" y="2367"/>
                  </a:lnTo>
                  <a:lnTo>
                    <a:pt x="1946" y="2186"/>
                  </a:lnTo>
                  <a:lnTo>
                    <a:pt x="2046" y="1986"/>
                  </a:lnTo>
                  <a:lnTo>
                    <a:pt x="2046" y="1986"/>
                  </a:lnTo>
                  <a:lnTo>
                    <a:pt x="2086" y="1825"/>
                  </a:lnTo>
                  <a:lnTo>
                    <a:pt x="2126" y="1645"/>
                  </a:lnTo>
                  <a:lnTo>
                    <a:pt x="2126" y="1484"/>
                  </a:lnTo>
                  <a:lnTo>
                    <a:pt x="2126" y="1324"/>
                  </a:lnTo>
                  <a:lnTo>
                    <a:pt x="2106" y="1163"/>
                  </a:lnTo>
                  <a:lnTo>
                    <a:pt x="2066" y="1023"/>
                  </a:lnTo>
                  <a:lnTo>
                    <a:pt x="2006" y="883"/>
                  </a:lnTo>
                  <a:lnTo>
                    <a:pt x="1926" y="742"/>
                  </a:lnTo>
                  <a:lnTo>
                    <a:pt x="1845" y="602"/>
                  </a:lnTo>
                  <a:lnTo>
                    <a:pt x="1745" y="482"/>
                  </a:lnTo>
                  <a:lnTo>
                    <a:pt x="1645" y="361"/>
                  </a:lnTo>
                  <a:lnTo>
                    <a:pt x="1525" y="261"/>
                  </a:lnTo>
                  <a:lnTo>
                    <a:pt x="1384" y="181"/>
                  </a:lnTo>
                  <a:lnTo>
                    <a:pt x="1244" y="100"/>
                  </a:lnTo>
                  <a:lnTo>
                    <a:pt x="1083" y="40"/>
                  </a:lnTo>
                  <a:lnTo>
                    <a:pt x="92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0" name="Google Shape;6180;p26"/>
            <p:cNvSpPr/>
            <p:nvPr/>
          </p:nvSpPr>
          <p:spPr>
            <a:xfrm>
              <a:off x="11451325" y="4072850"/>
              <a:ext cx="45150" cy="72200"/>
            </a:xfrm>
            <a:custGeom>
              <a:avLst/>
              <a:gdLst/>
              <a:ahLst/>
              <a:cxnLst/>
              <a:rect l="l" t="t" r="r" b="b"/>
              <a:pathLst>
                <a:path w="1806" h="2888" extrusionOk="0">
                  <a:moveTo>
                    <a:pt x="1485" y="0"/>
                  </a:moveTo>
                  <a:lnTo>
                    <a:pt x="1325" y="20"/>
                  </a:lnTo>
                  <a:lnTo>
                    <a:pt x="1164" y="40"/>
                  </a:lnTo>
                  <a:lnTo>
                    <a:pt x="1004" y="80"/>
                  </a:lnTo>
                  <a:lnTo>
                    <a:pt x="863" y="140"/>
                  </a:lnTo>
                  <a:lnTo>
                    <a:pt x="723" y="221"/>
                  </a:lnTo>
                  <a:lnTo>
                    <a:pt x="603" y="321"/>
                  </a:lnTo>
                  <a:lnTo>
                    <a:pt x="482" y="421"/>
                  </a:lnTo>
                  <a:lnTo>
                    <a:pt x="382" y="522"/>
                  </a:lnTo>
                  <a:lnTo>
                    <a:pt x="282" y="662"/>
                  </a:lnTo>
                  <a:lnTo>
                    <a:pt x="202" y="782"/>
                  </a:lnTo>
                  <a:lnTo>
                    <a:pt x="121" y="923"/>
                  </a:lnTo>
                  <a:lnTo>
                    <a:pt x="81" y="1083"/>
                  </a:lnTo>
                  <a:lnTo>
                    <a:pt x="21" y="1223"/>
                  </a:lnTo>
                  <a:lnTo>
                    <a:pt x="1" y="1384"/>
                  </a:lnTo>
                  <a:lnTo>
                    <a:pt x="1" y="1564"/>
                  </a:lnTo>
                  <a:lnTo>
                    <a:pt x="1" y="1725"/>
                  </a:lnTo>
                  <a:lnTo>
                    <a:pt x="41" y="1905"/>
                  </a:lnTo>
                  <a:lnTo>
                    <a:pt x="101" y="2066"/>
                  </a:lnTo>
                  <a:lnTo>
                    <a:pt x="181" y="2226"/>
                  </a:lnTo>
                  <a:lnTo>
                    <a:pt x="282" y="2387"/>
                  </a:lnTo>
                  <a:lnTo>
                    <a:pt x="402" y="2547"/>
                  </a:lnTo>
                  <a:lnTo>
                    <a:pt x="542" y="2667"/>
                  </a:lnTo>
                  <a:lnTo>
                    <a:pt x="703" y="2788"/>
                  </a:lnTo>
                  <a:lnTo>
                    <a:pt x="883" y="2888"/>
                  </a:lnTo>
                  <a:lnTo>
                    <a:pt x="1084" y="2166"/>
                  </a:lnTo>
                  <a:lnTo>
                    <a:pt x="1325" y="1464"/>
                  </a:lnTo>
                  <a:lnTo>
                    <a:pt x="1565" y="742"/>
                  </a:lnTo>
                  <a:lnTo>
                    <a:pt x="1806" y="40"/>
                  </a:lnTo>
                  <a:lnTo>
                    <a:pt x="1605" y="20"/>
                  </a:lnTo>
                  <a:lnTo>
                    <a:pt x="1485" y="0"/>
                  </a:lnTo>
                  <a:close/>
                </a:path>
              </a:pathLst>
            </a:custGeom>
            <a:solidFill>
              <a:srgbClr val="424242">
                <a:alpha val="307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1" name="Google Shape;6181;p26"/>
            <p:cNvSpPr/>
            <p:nvPr/>
          </p:nvSpPr>
          <p:spPr>
            <a:xfrm>
              <a:off x="11451325" y="4072850"/>
              <a:ext cx="45150" cy="72200"/>
            </a:xfrm>
            <a:custGeom>
              <a:avLst/>
              <a:gdLst/>
              <a:ahLst/>
              <a:cxnLst/>
              <a:rect l="l" t="t" r="r" b="b"/>
              <a:pathLst>
                <a:path w="1806" h="2888" fill="none" extrusionOk="0">
                  <a:moveTo>
                    <a:pt x="1485" y="0"/>
                  </a:moveTo>
                  <a:lnTo>
                    <a:pt x="1485" y="0"/>
                  </a:lnTo>
                  <a:lnTo>
                    <a:pt x="1325" y="20"/>
                  </a:lnTo>
                  <a:lnTo>
                    <a:pt x="1164" y="40"/>
                  </a:lnTo>
                  <a:lnTo>
                    <a:pt x="1004" y="80"/>
                  </a:lnTo>
                  <a:lnTo>
                    <a:pt x="863" y="140"/>
                  </a:lnTo>
                  <a:lnTo>
                    <a:pt x="723" y="221"/>
                  </a:lnTo>
                  <a:lnTo>
                    <a:pt x="603" y="321"/>
                  </a:lnTo>
                  <a:lnTo>
                    <a:pt x="482" y="421"/>
                  </a:lnTo>
                  <a:lnTo>
                    <a:pt x="382" y="522"/>
                  </a:lnTo>
                  <a:lnTo>
                    <a:pt x="282" y="662"/>
                  </a:lnTo>
                  <a:lnTo>
                    <a:pt x="202" y="782"/>
                  </a:lnTo>
                  <a:lnTo>
                    <a:pt x="121" y="923"/>
                  </a:lnTo>
                  <a:lnTo>
                    <a:pt x="81" y="1083"/>
                  </a:lnTo>
                  <a:lnTo>
                    <a:pt x="21" y="1223"/>
                  </a:lnTo>
                  <a:lnTo>
                    <a:pt x="1" y="1384"/>
                  </a:lnTo>
                  <a:lnTo>
                    <a:pt x="1" y="1564"/>
                  </a:lnTo>
                  <a:lnTo>
                    <a:pt x="1" y="1725"/>
                  </a:lnTo>
                  <a:lnTo>
                    <a:pt x="1" y="1725"/>
                  </a:lnTo>
                  <a:lnTo>
                    <a:pt x="41" y="1905"/>
                  </a:lnTo>
                  <a:lnTo>
                    <a:pt x="101" y="2066"/>
                  </a:lnTo>
                  <a:lnTo>
                    <a:pt x="181" y="2226"/>
                  </a:lnTo>
                  <a:lnTo>
                    <a:pt x="282" y="2387"/>
                  </a:lnTo>
                  <a:lnTo>
                    <a:pt x="402" y="2547"/>
                  </a:lnTo>
                  <a:lnTo>
                    <a:pt x="542" y="2667"/>
                  </a:lnTo>
                  <a:lnTo>
                    <a:pt x="703" y="2788"/>
                  </a:lnTo>
                  <a:lnTo>
                    <a:pt x="883" y="2888"/>
                  </a:lnTo>
                  <a:lnTo>
                    <a:pt x="883" y="2888"/>
                  </a:lnTo>
                  <a:lnTo>
                    <a:pt x="1084" y="2166"/>
                  </a:lnTo>
                  <a:lnTo>
                    <a:pt x="1325" y="1464"/>
                  </a:lnTo>
                  <a:lnTo>
                    <a:pt x="1565" y="742"/>
                  </a:lnTo>
                  <a:lnTo>
                    <a:pt x="1806" y="40"/>
                  </a:lnTo>
                  <a:lnTo>
                    <a:pt x="1806" y="40"/>
                  </a:lnTo>
                  <a:lnTo>
                    <a:pt x="1605" y="20"/>
                  </a:lnTo>
                  <a:lnTo>
                    <a:pt x="1605" y="20"/>
                  </a:lnTo>
                  <a:lnTo>
                    <a:pt x="148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2" name="Google Shape;6182;p26"/>
            <p:cNvSpPr/>
            <p:nvPr/>
          </p:nvSpPr>
          <p:spPr>
            <a:xfrm>
              <a:off x="11778225" y="4072850"/>
              <a:ext cx="75225" cy="75725"/>
            </a:xfrm>
            <a:custGeom>
              <a:avLst/>
              <a:gdLst/>
              <a:ahLst/>
              <a:cxnLst/>
              <a:rect l="l" t="t" r="r" b="b"/>
              <a:pathLst>
                <a:path w="3009" h="3029" extrusionOk="0">
                  <a:moveTo>
                    <a:pt x="1485" y="0"/>
                  </a:moveTo>
                  <a:lnTo>
                    <a:pt x="1324" y="20"/>
                  </a:lnTo>
                  <a:lnTo>
                    <a:pt x="1164" y="40"/>
                  </a:lnTo>
                  <a:lnTo>
                    <a:pt x="1003" y="80"/>
                  </a:lnTo>
                  <a:lnTo>
                    <a:pt x="863" y="140"/>
                  </a:lnTo>
                  <a:lnTo>
                    <a:pt x="722" y="221"/>
                  </a:lnTo>
                  <a:lnTo>
                    <a:pt x="602" y="321"/>
                  </a:lnTo>
                  <a:lnTo>
                    <a:pt x="482" y="421"/>
                  </a:lnTo>
                  <a:lnTo>
                    <a:pt x="382" y="522"/>
                  </a:lnTo>
                  <a:lnTo>
                    <a:pt x="281" y="662"/>
                  </a:lnTo>
                  <a:lnTo>
                    <a:pt x="201" y="782"/>
                  </a:lnTo>
                  <a:lnTo>
                    <a:pt x="121" y="923"/>
                  </a:lnTo>
                  <a:lnTo>
                    <a:pt x="81" y="1083"/>
                  </a:lnTo>
                  <a:lnTo>
                    <a:pt x="41" y="1223"/>
                  </a:lnTo>
                  <a:lnTo>
                    <a:pt x="0" y="1384"/>
                  </a:lnTo>
                  <a:lnTo>
                    <a:pt x="0" y="1564"/>
                  </a:lnTo>
                  <a:lnTo>
                    <a:pt x="0" y="1725"/>
                  </a:lnTo>
                  <a:lnTo>
                    <a:pt x="61" y="1965"/>
                  </a:lnTo>
                  <a:lnTo>
                    <a:pt x="161" y="2206"/>
                  </a:lnTo>
                  <a:lnTo>
                    <a:pt x="301" y="2427"/>
                  </a:lnTo>
                  <a:lnTo>
                    <a:pt x="482" y="2607"/>
                  </a:lnTo>
                  <a:lnTo>
                    <a:pt x="582" y="2707"/>
                  </a:lnTo>
                  <a:lnTo>
                    <a:pt x="682" y="2788"/>
                  </a:lnTo>
                  <a:lnTo>
                    <a:pt x="803" y="2848"/>
                  </a:lnTo>
                  <a:lnTo>
                    <a:pt x="943" y="2908"/>
                  </a:lnTo>
                  <a:lnTo>
                    <a:pt x="1083" y="2968"/>
                  </a:lnTo>
                  <a:lnTo>
                    <a:pt x="1224" y="2988"/>
                  </a:lnTo>
                  <a:lnTo>
                    <a:pt x="1384" y="3028"/>
                  </a:lnTo>
                  <a:lnTo>
                    <a:pt x="1705" y="3028"/>
                  </a:lnTo>
                  <a:lnTo>
                    <a:pt x="1906" y="2988"/>
                  </a:lnTo>
                  <a:lnTo>
                    <a:pt x="2106" y="2908"/>
                  </a:lnTo>
                  <a:lnTo>
                    <a:pt x="2287" y="2828"/>
                  </a:lnTo>
                  <a:lnTo>
                    <a:pt x="2447" y="2707"/>
                  </a:lnTo>
                  <a:lnTo>
                    <a:pt x="2608" y="2567"/>
                  </a:lnTo>
                  <a:lnTo>
                    <a:pt x="2728" y="2407"/>
                  </a:lnTo>
                  <a:lnTo>
                    <a:pt x="2828" y="2226"/>
                  </a:lnTo>
                  <a:lnTo>
                    <a:pt x="2928" y="2026"/>
                  </a:lnTo>
                  <a:lnTo>
                    <a:pt x="2969" y="1845"/>
                  </a:lnTo>
                  <a:lnTo>
                    <a:pt x="3009" y="1665"/>
                  </a:lnTo>
                  <a:lnTo>
                    <a:pt x="3009" y="1504"/>
                  </a:lnTo>
                  <a:lnTo>
                    <a:pt x="3009" y="1324"/>
                  </a:lnTo>
                  <a:lnTo>
                    <a:pt x="2969" y="1163"/>
                  </a:lnTo>
                  <a:lnTo>
                    <a:pt x="2928" y="1003"/>
                  </a:lnTo>
                  <a:lnTo>
                    <a:pt x="2848" y="842"/>
                  </a:lnTo>
                  <a:lnTo>
                    <a:pt x="2768" y="702"/>
                  </a:lnTo>
                  <a:lnTo>
                    <a:pt x="2668" y="562"/>
                  </a:lnTo>
                  <a:lnTo>
                    <a:pt x="2547" y="441"/>
                  </a:lnTo>
                  <a:lnTo>
                    <a:pt x="2427" y="321"/>
                  </a:lnTo>
                  <a:lnTo>
                    <a:pt x="2287" y="241"/>
                  </a:lnTo>
                  <a:lnTo>
                    <a:pt x="2126" y="140"/>
                  </a:lnTo>
                  <a:lnTo>
                    <a:pt x="1966" y="80"/>
                  </a:lnTo>
                  <a:lnTo>
                    <a:pt x="1805" y="40"/>
                  </a:lnTo>
                  <a:lnTo>
                    <a:pt x="1625" y="20"/>
                  </a:lnTo>
                  <a:lnTo>
                    <a:pt x="1485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3" name="Google Shape;6183;p26"/>
            <p:cNvSpPr/>
            <p:nvPr/>
          </p:nvSpPr>
          <p:spPr>
            <a:xfrm>
              <a:off x="11778225" y="4072850"/>
              <a:ext cx="75225" cy="75725"/>
            </a:xfrm>
            <a:custGeom>
              <a:avLst/>
              <a:gdLst/>
              <a:ahLst/>
              <a:cxnLst/>
              <a:rect l="l" t="t" r="r" b="b"/>
              <a:pathLst>
                <a:path w="3009" h="3029" fill="none" extrusionOk="0">
                  <a:moveTo>
                    <a:pt x="1485" y="0"/>
                  </a:moveTo>
                  <a:lnTo>
                    <a:pt x="1485" y="0"/>
                  </a:lnTo>
                  <a:lnTo>
                    <a:pt x="1324" y="20"/>
                  </a:lnTo>
                  <a:lnTo>
                    <a:pt x="1164" y="40"/>
                  </a:lnTo>
                  <a:lnTo>
                    <a:pt x="1003" y="80"/>
                  </a:lnTo>
                  <a:lnTo>
                    <a:pt x="863" y="140"/>
                  </a:lnTo>
                  <a:lnTo>
                    <a:pt x="722" y="221"/>
                  </a:lnTo>
                  <a:lnTo>
                    <a:pt x="602" y="321"/>
                  </a:lnTo>
                  <a:lnTo>
                    <a:pt x="482" y="421"/>
                  </a:lnTo>
                  <a:lnTo>
                    <a:pt x="382" y="522"/>
                  </a:lnTo>
                  <a:lnTo>
                    <a:pt x="281" y="662"/>
                  </a:lnTo>
                  <a:lnTo>
                    <a:pt x="201" y="782"/>
                  </a:lnTo>
                  <a:lnTo>
                    <a:pt x="121" y="923"/>
                  </a:lnTo>
                  <a:lnTo>
                    <a:pt x="81" y="1083"/>
                  </a:lnTo>
                  <a:lnTo>
                    <a:pt x="41" y="1223"/>
                  </a:lnTo>
                  <a:lnTo>
                    <a:pt x="0" y="1384"/>
                  </a:lnTo>
                  <a:lnTo>
                    <a:pt x="0" y="1564"/>
                  </a:lnTo>
                  <a:lnTo>
                    <a:pt x="0" y="1725"/>
                  </a:lnTo>
                  <a:lnTo>
                    <a:pt x="0" y="1725"/>
                  </a:lnTo>
                  <a:lnTo>
                    <a:pt x="61" y="1965"/>
                  </a:lnTo>
                  <a:lnTo>
                    <a:pt x="161" y="2206"/>
                  </a:lnTo>
                  <a:lnTo>
                    <a:pt x="301" y="2427"/>
                  </a:lnTo>
                  <a:lnTo>
                    <a:pt x="482" y="2607"/>
                  </a:lnTo>
                  <a:lnTo>
                    <a:pt x="582" y="2707"/>
                  </a:lnTo>
                  <a:lnTo>
                    <a:pt x="682" y="2788"/>
                  </a:lnTo>
                  <a:lnTo>
                    <a:pt x="803" y="2848"/>
                  </a:lnTo>
                  <a:lnTo>
                    <a:pt x="943" y="2908"/>
                  </a:lnTo>
                  <a:lnTo>
                    <a:pt x="1083" y="2968"/>
                  </a:lnTo>
                  <a:lnTo>
                    <a:pt x="1224" y="2988"/>
                  </a:lnTo>
                  <a:lnTo>
                    <a:pt x="1384" y="3028"/>
                  </a:lnTo>
                  <a:lnTo>
                    <a:pt x="1545" y="3028"/>
                  </a:lnTo>
                  <a:lnTo>
                    <a:pt x="1545" y="3028"/>
                  </a:lnTo>
                  <a:lnTo>
                    <a:pt x="1705" y="3028"/>
                  </a:lnTo>
                  <a:lnTo>
                    <a:pt x="1705" y="3028"/>
                  </a:lnTo>
                  <a:lnTo>
                    <a:pt x="1906" y="2988"/>
                  </a:lnTo>
                  <a:lnTo>
                    <a:pt x="2106" y="2908"/>
                  </a:lnTo>
                  <a:lnTo>
                    <a:pt x="2287" y="2828"/>
                  </a:lnTo>
                  <a:lnTo>
                    <a:pt x="2447" y="2707"/>
                  </a:lnTo>
                  <a:lnTo>
                    <a:pt x="2608" y="2567"/>
                  </a:lnTo>
                  <a:lnTo>
                    <a:pt x="2728" y="2407"/>
                  </a:lnTo>
                  <a:lnTo>
                    <a:pt x="2828" y="2226"/>
                  </a:lnTo>
                  <a:lnTo>
                    <a:pt x="2928" y="2026"/>
                  </a:lnTo>
                  <a:lnTo>
                    <a:pt x="2928" y="2026"/>
                  </a:lnTo>
                  <a:lnTo>
                    <a:pt x="2969" y="1845"/>
                  </a:lnTo>
                  <a:lnTo>
                    <a:pt x="3009" y="1665"/>
                  </a:lnTo>
                  <a:lnTo>
                    <a:pt x="3009" y="1504"/>
                  </a:lnTo>
                  <a:lnTo>
                    <a:pt x="3009" y="1324"/>
                  </a:lnTo>
                  <a:lnTo>
                    <a:pt x="2969" y="1163"/>
                  </a:lnTo>
                  <a:lnTo>
                    <a:pt x="2928" y="1003"/>
                  </a:lnTo>
                  <a:lnTo>
                    <a:pt x="2848" y="842"/>
                  </a:lnTo>
                  <a:lnTo>
                    <a:pt x="2768" y="702"/>
                  </a:lnTo>
                  <a:lnTo>
                    <a:pt x="2668" y="562"/>
                  </a:lnTo>
                  <a:lnTo>
                    <a:pt x="2547" y="441"/>
                  </a:lnTo>
                  <a:lnTo>
                    <a:pt x="2427" y="321"/>
                  </a:lnTo>
                  <a:lnTo>
                    <a:pt x="2287" y="241"/>
                  </a:lnTo>
                  <a:lnTo>
                    <a:pt x="2126" y="140"/>
                  </a:lnTo>
                  <a:lnTo>
                    <a:pt x="1966" y="80"/>
                  </a:lnTo>
                  <a:lnTo>
                    <a:pt x="1805" y="40"/>
                  </a:lnTo>
                  <a:lnTo>
                    <a:pt x="1625" y="20"/>
                  </a:lnTo>
                  <a:lnTo>
                    <a:pt x="1625" y="20"/>
                  </a:lnTo>
                  <a:lnTo>
                    <a:pt x="148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4" name="Google Shape;6184;p26"/>
            <p:cNvSpPr/>
            <p:nvPr/>
          </p:nvSpPr>
          <p:spPr>
            <a:xfrm>
              <a:off x="11881000" y="4205700"/>
              <a:ext cx="104300" cy="236675"/>
            </a:xfrm>
            <a:custGeom>
              <a:avLst/>
              <a:gdLst/>
              <a:ahLst/>
              <a:cxnLst/>
              <a:rect l="l" t="t" r="r" b="b"/>
              <a:pathLst>
                <a:path w="4172" h="9467" extrusionOk="0">
                  <a:moveTo>
                    <a:pt x="582" y="1"/>
                  </a:moveTo>
                  <a:lnTo>
                    <a:pt x="502" y="21"/>
                  </a:lnTo>
                  <a:lnTo>
                    <a:pt x="402" y="41"/>
                  </a:lnTo>
                  <a:lnTo>
                    <a:pt x="322" y="101"/>
                  </a:lnTo>
                  <a:lnTo>
                    <a:pt x="241" y="141"/>
                  </a:lnTo>
                  <a:lnTo>
                    <a:pt x="181" y="201"/>
                  </a:lnTo>
                  <a:lnTo>
                    <a:pt x="121" y="281"/>
                  </a:lnTo>
                  <a:lnTo>
                    <a:pt x="61" y="362"/>
                  </a:lnTo>
                  <a:lnTo>
                    <a:pt x="21" y="442"/>
                  </a:lnTo>
                  <a:lnTo>
                    <a:pt x="1" y="542"/>
                  </a:lnTo>
                  <a:lnTo>
                    <a:pt x="1" y="642"/>
                  </a:lnTo>
                  <a:lnTo>
                    <a:pt x="21" y="943"/>
                  </a:lnTo>
                  <a:lnTo>
                    <a:pt x="41" y="1244"/>
                  </a:lnTo>
                  <a:lnTo>
                    <a:pt x="81" y="1525"/>
                  </a:lnTo>
                  <a:lnTo>
                    <a:pt x="141" y="1826"/>
                  </a:lnTo>
                  <a:lnTo>
                    <a:pt x="281" y="2387"/>
                  </a:lnTo>
                  <a:lnTo>
                    <a:pt x="442" y="2969"/>
                  </a:lnTo>
                  <a:lnTo>
                    <a:pt x="642" y="3530"/>
                  </a:lnTo>
                  <a:lnTo>
                    <a:pt x="843" y="4092"/>
                  </a:lnTo>
                  <a:lnTo>
                    <a:pt x="1244" y="5195"/>
                  </a:lnTo>
                  <a:lnTo>
                    <a:pt x="1404" y="5736"/>
                  </a:lnTo>
                  <a:lnTo>
                    <a:pt x="1565" y="6258"/>
                  </a:lnTo>
                  <a:lnTo>
                    <a:pt x="1705" y="6779"/>
                  </a:lnTo>
                  <a:lnTo>
                    <a:pt x="1886" y="7300"/>
                  </a:lnTo>
                  <a:lnTo>
                    <a:pt x="2066" y="7822"/>
                  </a:lnTo>
                  <a:lnTo>
                    <a:pt x="2287" y="8323"/>
                  </a:lnTo>
                  <a:lnTo>
                    <a:pt x="2407" y="8564"/>
                  </a:lnTo>
                  <a:lnTo>
                    <a:pt x="2548" y="8784"/>
                  </a:lnTo>
                  <a:lnTo>
                    <a:pt x="2708" y="9025"/>
                  </a:lnTo>
                  <a:lnTo>
                    <a:pt x="2868" y="9246"/>
                  </a:lnTo>
                  <a:lnTo>
                    <a:pt x="2949" y="9306"/>
                  </a:lnTo>
                  <a:lnTo>
                    <a:pt x="3009" y="9366"/>
                  </a:lnTo>
                  <a:lnTo>
                    <a:pt x="3109" y="9406"/>
                  </a:lnTo>
                  <a:lnTo>
                    <a:pt x="3189" y="9446"/>
                  </a:lnTo>
                  <a:lnTo>
                    <a:pt x="3290" y="9446"/>
                  </a:lnTo>
                  <a:lnTo>
                    <a:pt x="3390" y="9466"/>
                  </a:lnTo>
                  <a:lnTo>
                    <a:pt x="3590" y="9426"/>
                  </a:lnTo>
                  <a:lnTo>
                    <a:pt x="3771" y="9366"/>
                  </a:lnTo>
                  <a:lnTo>
                    <a:pt x="3871" y="9306"/>
                  </a:lnTo>
                  <a:lnTo>
                    <a:pt x="3931" y="9246"/>
                  </a:lnTo>
                  <a:lnTo>
                    <a:pt x="4012" y="9186"/>
                  </a:lnTo>
                  <a:lnTo>
                    <a:pt x="4052" y="9105"/>
                  </a:lnTo>
                  <a:lnTo>
                    <a:pt x="4092" y="9005"/>
                  </a:lnTo>
                  <a:lnTo>
                    <a:pt x="4112" y="8905"/>
                  </a:lnTo>
                  <a:lnTo>
                    <a:pt x="4152" y="8624"/>
                  </a:lnTo>
                  <a:lnTo>
                    <a:pt x="4172" y="8323"/>
                  </a:lnTo>
                  <a:lnTo>
                    <a:pt x="4152" y="8042"/>
                  </a:lnTo>
                  <a:lnTo>
                    <a:pt x="4132" y="7742"/>
                  </a:lnTo>
                  <a:lnTo>
                    <a:pt x="4092" y="7461"/>
                  </a:lnTo>
                  <a:lnTo>
                    <a:pt x="4052" y="7160"/>
                  </a:lnTo>
                  <a:lnTo>
                    <a:pt x="3911" y="6598"/>
                  </a:lnTo>
                  <a:lnTo>
                    <a:pt x="3751" y="6037"/>
                  </a:lnTo>
                  <a:lnTo>
                    <a:pt x="3570" y="5475"/>
                  </a:lnTo>
                  <a:lnTo>
                    <a:pt x="3169" y="4352"/>
                  </a:lnTo>
                  <a:lnTo>
                    <a:pt x="2788" y="3249"/>
                  </a:lnTo>
                  <a:lnTo>
                    <a:pt x="2588" y="2688"/>
                  </a:lnTo>
                  <a:lnTo>
                    <a:pt x="2367" y="2146"/>
                  </a:lnTo>
                  <a:lnTo>
                    <a:pt x="2106" y="1625"/>
                  </a:lnTo>
                  <a:lnTo>
                    <a:pt x="1826" y="1124"/>
                  </a:lnTo>
                  <a:lnTo>
                    <a:pt x="1665" y="863"/>
                  </a:lnTo>
                  <a:lnTo>
                    <a:pt x="1485" y="642"/>
                  </a:lnTo>
                  <a:lnTo>
                    <a:pt x="1304" y="402"/>
                  </a:lnTo>
                  <a:lnTo>
                    <a:pt x="1104" y="181"/>
                  </a:lnTo>
                  <a:lnTo>
                    <a:pt x="1043" y="121"/>
                  </a:lnTo>
                  <a:lnTo>
                    <a:pt x="943" y="61"/>
                  </a:lnTo>
                  <a:lnTo>
                    <a:pt x="863" y="21"/>
                  </a:lnTo>
                  <a:lnTo>
                    <a:pt x="78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5" name="Google Shape;6185;p26"/>
            <p:cNvSpPr/>
            <p:nvPr/>
          </p:nvSpPr>
          <p:spPr>
            <a:xfrm>
              <a:off x="11960725" y="4474425"/>
              <a:ext cx="49150" cy="50175"/>
            </a:xfrm>
            <a:custGeom>
              <a:avLst/>
              <a:gdLst/>
              <a:ahLst/>
              <a:cxnLst/>
              <a:rect l="l" t="t" r="r" b="b"/>
              <a:pathLst>
                <a:path w="1966" h="2007" extrusionOk="0">
                  <a:moveTo>
                    <a:pt x="863" y="1"/>
                  </a:moveTo>
                  <a:lnTo>
                    <a:pt x="742" y="21"/>
                  </a:lnTo>
                  <a:lnTo>
                    <a:pt x="562" y="81"/>
                  </a:lnTo>
                  <a:lnTo>
                    <a:pt x="381" y="181"/>
                  </a:lnTo>
                  <a:lnTo>
                    <a:pt x="241" y="302"/>
                  </a:lnTo>
                  <a:lnTo>
                    <a:pt x="141" y="462"/>
                  </a:lnTo>
                  <a:lnTo>
                    <a:pt x="60" y="622"/>
                  </a:lnTo>
                  <a:lnTo>
                    <a:pt x="20" y="823"/>
                  </a:lnTo>
                  <a:lnTo>
                    <a:pt x="0" y="1004"/>
                  </a:lnTo>
                  <a:lnTo>
                    <a:pt x="20" y="1184"/>
                  </a:lnTo>
                  <a:lnTo>
                    <a:pt x="60" y="1364"/>
                  </a:lnTo>
                  <a:lnTo>
                    <a:pt x="141" y="1545"/>
                  </a:lnTo>
                  <a:lnTo>
                    <a:pt x="241" y="1705"/>
                  </a:lnTo>
                  <a:lnTo>
                    <a:pt x="381" y="1826"/>
                  </a:lnTo>
                  <a:lnTo>
                    <a:pt x="562" y="1926"/>
                  </a:lnTo>
                  <a:lnTo>
                    <a:pt x="742" y="1986"/>
                  </a:lnTo>
                  <a:lnTo>
                    <a:pt x="863" y="2006"/>
                  </a:lnTo>
                  <a:lnTo>
                    <a:pt x="1103" y="2006"/>
                  </a:lnTo>
                  <a:lnTo>
                    <a:pt x="1204" y="1986"/>
                  </a:lnTo>
                  <a:lnTo>
                    <a:pt x="1404" y="1926"/>
                  </a:lnTo>
                  <a:lnTo>
                    <a:pt x="1585" y="1826"/>
                  </a:lnTo>
                  <a:lnTo>
                    <a:pt x="1705" y="1705"/>
                  </a:lnTo>
                  <a:lnTo>
                    <a:pt x="1825" y="1545"/>
                  </a:lnTo>
                  <a:lnTo>
                    <a:pt x="1905" y="1364"/>
                  </a:lnTo>
                  <a:lnTo>
                    <a:pt x="1946" y="1184"/>
                  </a:lnTo>
                  <a:lnTo>
                    <a:pt x="1966" y="1004"/>
                  </a:lnTo>
                  <a:lnTo>
                    <a:pt x="1946" y="823"/>
                  </a:lnTo>
                  <a:lnTo>
                    <a:pt x="1905" y="622"/>
                  </a:lnTo>
                  <a:lnTo>
                    <a:pt x="1825" y="462"/>
                  </a:lnTo>
                  <a:lnTo>
                    <a:pt x="1705" y="302"/>
                  </a:lnTo>
                  <a:lnTo>
                    <a:pt x="1585" y="181"/>
                  </a:lnTo>
                  <a:lnTo>
                    <a:pt x="1404" y="81"/>
                  </a:lnTo>
                  <a:lnTo>
                    <a:pt x="1204" y="21"/>
                  </a:lnTo>
                  <a:lnTo>
                    <a:pt x="110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6" name="Google Shape;6186;p26"/>
            <p:cNvSpPr/>
            <p:nvPr/>
          </p:nvSpPr>
          <p:spPr>
            <a:xfrm>
              <a:off x="11410225" y="4481950"/>
              <a:ext cx="481325" cy="481850"/>
            </a:xfrm>
            <a:custGeom>
              <a:avLst/>
              <a:gdLst/>
              <a:ahLst/>
              <a:cxnLst/>
              <a:rect l="l" t="t" r="r" b="b"/>
              <a:pathLst>
                <a:path w="19253" h="19274" extrusionOk="0">
                  <a:moveTo>
                    <a:pt x="9226" y="1"/>
                  </a:moveTo>
                  <a:lnTo>
                    <a:pt x="8664" y="21"/>
                  </a:lnTo>
                  <a:lnTo>
                    <a:pt x="8123" y="101"/>
                  </a:lnTo>
                  <a:lnTo>
                    <a:pt x="7601" y="201"/>
                  </a:lnTo>
                  <a:lnTo>
                    <a:pt x="7080" y="321"/>
                  </a:lnTo>
                  <a:lnTo>
                    <a:pt x="6578" y="482"/>
                  </a:lnTo>
                  <a:lnTo>
                    <a:pt x="6077" y="662"/>
                  </a:lnTo>
                  <a:lnTo>
                    <a:pt x="5616" y="883"/>
                  </a:lnTo>
                  <a:lnTo>
                    <a:pt x="5134" y="1124"/>
                  </a:lnTo>
                  <a:lnTo>
                    <a:pt x="4693" y="1384"/>
                  </a:lnTo>
                  <a:lnTo>
                    <a:pt x="4252" y="1665"/>
                  </a:lnTo>
                  <a:lnTo>
                    <a:pt x="3831" y="1986"/>
                  </a:lnTo>
                  <a:lnTo>
                    <a:pt x="3430" y="2307"/>
                  </a:lnTo>
                  <a:lnTo>
                    <a:pt x="3049" y="2668"/>
                  </a:lnTo>
                  <a:lnTo>
                    <a:pt x="2688" y="3049"/>
                  </a:lnTo>
                  <a:lnTo>
                    <a:pt x="2347" y="3430"/>
                  </a:lnTo>
                  <a:lnTo>
                    <a:pt x="2026" y="3851"/>
                  </a:lnTo>
                  <a:lnTo>
                    <a:pt x="1725" y="4272"/>
                  </a:lnTo>
                  <a:lnTo>
                    <a:pt x="1444" y="4713"/>
                  </a:lnTo>
                  <a:lnTo>
                    <a:pt x="1184" y="5175"/>
                  </a:lnTo>
                  <a:lnTo>
                    <a:pt x="943" y="5656"/>
                  </a:lnTo>
                  <a:lnTo>
                    <a:pt x="743" y="6137"/>
                  </a:lnTo>
                  <a:lnTo>
                    <a:pt x="542" y="6639"/>
                  </a:lnTo>
                  <a:lnTo>
                    <a:pt x="382" y="7140"/>
                  </a:lnTo>
                  <a:lnTo>
                    <a:pt x="261" y="7661"/>
                  </a:lnTo>
                  <a:lnTo>
                    <a:pt x="161" y="8203"/>
                  </a:lnTo>
                  <a:lnTo>
                    <a:pt x="81" y="8724"/>
                  </a:lnTo>
                  <a:lnTo>
                    <a:pt x="21" y="9286"/>
                  </a:lnTo>
                  <a:lnTo>
                    <a:pt x="0" y="9827"/>
                  </a:lnTo>
                  <a:lnTo>
                    <a:pt x="21" y="10389"/>
                  </a:lnTo>
                  <a:lnTo>
                    <a:pt x="61" y="10950"/>
                  </a:lnTo>
                  <a:lnTo>
                    <a:pt x="121" y="11351"/>
                  </a:lnTo>
                  <a:lnTo>
                    <a:pt x="201" y="11773"/>
                  </a:lnTo>
                  <a:lnTo>
                    <a:pt x="301" y="12174"/>
                  </a:lnTo>
                  <a:lnTo>
                    <a:pt x="422" y="12575"/>
                  </a:lnTo>
                  <a:lnTo>
                    <a:pt x="562" y="12996"/>
                  </a:lnTo>
                  <a:lnTo>
                    <a:pt x="722" y="13397"/>
                  </a:lnTo>
                  <a:lnTo>
                    <a:pt x="903" y="13778"/>
                  </a:lnTo>
                  <a:lnTo>
                    <a:pt x="1103" y="14179"/>
                  </a:lnTo>
                  <a:lnTo>
                    <a:pt x="1324" y="14560"/>
                  </a:lnTo>
                  <a:lnTo>
                    <a:pt x="1565" y="14941"/>
                  </a:lnTo>
                  <a:lnTo>
                    <a:pt x="1825" y="15302"/>
                  </a:lnTo>
                  <a:lnTo>
                    <a:pt x="2106" y="15643"/>
                  </a:lnTo>
                  <a:lnTo>
                    <a:pt x="2387" y="16004"/>
                  </a:lnTo>
                  <a:lnTo>
                    <a:pt x="2708" y="16325"/>
                  </a:lnTo>
                  <a:lnTo>
                    <a:pt x="3029" y="16646"/>
                  </a:lnTo>
                  <a:lnTo>
                    <a:pt x="3390" y="16947"/>
                  </a:lnTo>
                  <a:lnTo>
                    <a:pt x="3751" y="17248"/>
                  </a:lnTo>
                  <a:lnTo>
                    <a:pt x="4132" y="17528"/>
                  </a:lnTo>
                  <a:lnTo>
                    <a:pt x="4513" y="17789"/>
                  </a:lnTo>
                  <a:lnTo>
                    <a:pt x="4934" y="18030"/>
                  </a:lnTo>
                  <a:lnTo>
                    <a:pt x="5355" y="18250"/>
                  </a:lnTo>
                  <a:lnTo>
                    <a:pt x="5796" y="18451"/>
                  </a:lnTo>
                  <a:lnTo>
                    <a:pt x="6237" y="18631"/>
                  </a:lnTo>
                  <a:lnTo>
                    <a:pt x="6719" y="18792"/>
                  </a:lnTo>
                  <a:lnTo>
                    <a:pt x="7180" y="18952"/>
                  </a:lnTo>
                  <a:lnTo>
                    <a:pt x="7681" y="19052"/>
                  </a:lnTo>
                  <a:lnTo>
                    <a:pt x="8183" y="19153"/>
                  </a:lnTo>
                  <a:lnTo>
                    <a:pt x="8704" y="19213"/>
                  </a:lnTo>
                  <a:lnTo>
                    <a:pt x="9246" y="19273"/>
                  </a:lnTo>
                  <a:lnTo>
                    <a:pt x="10329" y="19273"/>
                  </a:lnTo>
                  <a:lnTo>
                    <a:pt x="10910" y="19233"/>
                  </a:lnTo>
                  <a:lnTo>
                    <a:pt x="11231" y="19193"/>
                  </a:lnTo>
                  <a:lnTo>
                    <a:pt x="11572" y="19133"/>
                  </a:lnTo>
                  <a:lnTo>
                    <a:pt x="11893" y="19072"/>
                  </a:lnTo>
                  <a:lnTo>
                    <a:pt x="12234" y="19012"/>
                  </a:lnTo>
                  <a:lnTo>
                    <a:pt x="12555" y="18912"/>
                  </a:lnTo>
                  <a:lnTo>
                    <a:pt x="12855" y="18812"/>
                  </a:lnTo>
                  <a:lnTo>
                    <a:pt x="13176" y="18711"/>
                  </a:lnTo>
                  <a:lnTo>
                    <a:pt x="13477" y="18571"/>
                  </a:lnTo>
                  <a:lnTo>
                    <a:pt x="13778" y="18451"/>
                  </a:lnTo>
                  <a:lnTo>
                    <a:pt x="14059" y="18290"/>
                  </a:lnTo>
                  <a:lnTo>
                    <a:pt x="14360" y="18150"/>
                  </a:lnTo>
                  <a:lnTo>
                    <a:pt x="14640" y="17969"/>
                  </a:lnTo>
                  <a:lnTo>
                    <a:pt x="15182" y="17608"/>
                  </a:lnTo>
                  <a:lnTo>
                    <a:pt x="15703" y="17207"/>
                  </a:lnTo>
                  <a:lnTo>
                    <a:pt x="16184" y="16766"/>
                  </a:lnTo>
                  <a:lnTo>
                    <a:pt x="16646" y="16305"/>
                  </a:lnTo>
                  <a:lnTo>
                    <a:pt x="17067" y="15784"/>
                  </a:lnTo>
                  <a:lnTo>
                    <a:pt x="17468" y="15262"/>
                  </a:lnTo>
                  <a:lnTo>
                    <a:pt x="17829" y="14701"/>
                  </a:lnTo>
                  <a:lnTo>
                    <a:pt x="18150" y="14119"/>
                  </a:lnTo>
                  <a:lnTo>
                    <a:pt x="18431" y="13497"/>
                  </a:lnTo>
                  <a:lnTo>
                    <a:pt x="18671" y="12876"/>
                  </a:lnTo>
                  <a:lnTo>
                    <a:pt x="18872" y="12314"/>
                  </a:lnTo>
                  <a:lnTo>
                    <a:pt x="19012" y="11733"/>
                  </a:lnTo>
                  <a:lnTo>
                    <a:pt x="19132" y="11171"/>
                  </a:lnTo>
                  <a:lnTo>
                    <a:pt x="19213" y="10609"/>
                  </a:lnTo>
                  <a:lnTo>
                    <a:pt x="19253" y="10048"/>
                  </a:lnTo>
                  <a:lnTo>
                    <a:pt x="19253" y="9486"/>
                  </a:lnTo>
                  <a:lnTo>
                    <a:pt x="19233" y="8945"/>
                  </a:lnTo>
                  <a:lnTo>
                    <a:pt x="19193" y="8403"/>
                  </a:lnTo>
                  <a:lnTo>
                    <a:pt x="19092" y="7862"/>
                  </a:lnTo>
                  <a:lnTo>
                    <a:pt x="18992" y="7341"/>
                  </a:lnTo>
                  <a:lnTo>
                    <a:pt x="18832" y="6819"/>
                  </a:lnTo>
                  <a:lnTo>
                    <a:pt x="18671" y="6298"/>
                  </a:lnTo>
                  <a:lnTo>
                    <a:pt x="18471" y="5816"/>
                  </a:lnTo>
                  <a:lnTo>
                    <a:pt x="18230" y="5315"/>
                  </a:lnTo>
                  <a:lnTo>
                    <a:pt x="17969" y="4854"/>
                  </a:lnTo>
                  <a:lnTo>
                    <a:pt x="17689" y="4393"/>
                  </a:lnTo>
                  <a:lnTo>
                    <a:pt x="17388" y="3951"/>
                  </a:lnTo>
                  <a:lnTo>
                    <a:pt x="17067" y="3530"/>
                  </a:lnTo>
                  <a:lnTo>
                    <a:pt x="16706" y="3129"/>
                  </a:lnTo>
                  <a:lnTo>
                    <a:pt x="16325" y="2748"/>
                  </a:lnTo>
                  <a:lnTo>
                    <a:pt x="15944" y="2387"/>
                  </a:lnTo>
                  <a:lnTo>
                    <a:pt x="15523" y="2046"/>
                  </a:lnTo>
                  <a:lnTo>
                    <a:pt x="15081" y="1725"/>
                  </a:lnTo>
                  <a:lnTo>
                    <a:pt x="14620" y="1424"/>
                  </a:lnTo>
                  <a:lnTo>
                    <a:pt x="14139" y="1144"/>
                  </a:lnTo>
                  <a:lnTo>
                    <a:pt x="13638" y="903"/>
                  </a:lnTo>
                  <a:lnTo>
                    <a:pt x="13136" y="682"/>
                  </a:lnTo>
                  <a:lnTo>
                    <a:pt x="12595" y="502"/>
                  </a:lnTo>
                  <a:lnTo>
                    <a:pt x="12053" y="321"/>
                  </a:lnTo>
                  <a:lnTo>
                    <a:pt x="11492" y="201"/>
                  </a:lnTo>
                  <a:lnTo>
                    <a:pt x="10930" y="101"/>
                  </a:lnTo>
                  <a:lnTo>
                    <a:pt x="10349" y="21"/>
                  </a:lnTo>
                  <a:lnTo>
                    <a:pt x="976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7" name="Google Shape;6187;p26"/>
            <p:cNvSpPr/>
            <p:nvPr/>
          </p:nvSpPr>
          <p:spPr>
            <a:xfrm>
              <a:off x="11410225" y="4481950"/>
              <a:ext cx="481325" cy="481850"/>
            </a:xfrm>
            <a:custGeom>
              <a:avLst/>
              <a:gdLst/>
              <a:ahLst/>
              <a:cxnLst/>
              <a:rect l="l" t="t" r="r" b="b"/>
              <a:pathLst>
                <a:path w="19253" h="19274" fill="none" extrusionOk="0">
                  <a:moveTo>
                    <a:pt x="61" y="10950"/>
                  </a:moveTo>
                  <a:lnTo>
                    <a:pt x="61" y="10950"/>
                  </a:lnTo>
                  <a:lnTo>
                    <a:pt x="121" y="11351"/>
                  </a:lnTo>
                  <a:lnTo>
                    <a:pt x="201" y="11773"/>
                  </a:lnTo>
                  <a:lnTo>
                    <a:pt x="301" y="12174"/>
                  </a:lnTo>
                  <a:lnTo>
                    <a:pt x="422" y="12575"/>
                  </a:lnTo>
                  <a:lnTo>
                    <a:pt x="562" y="12996"/>
                  </a:lnTo>
                  <a:lnTo>
                    <a:pt x="722" y="13397"/>
                  </a:lnTo>
                  <a:lnTo>
                    <a:pt x="903" y="13778"/>
                  </a:lnTo>
                  <a:lnTo>
                    <a:pt x="1103" y="14179"/>
                  </a:lnTo>
                  <a:lnTo>
                    <a:pt x="1324" y="14560"/>
                  </a:lnTo>
                  <a:lnTo>
                    <a:pt x="1565" y="14941"/>
                  </a:lnTo>
                  <a:lnTo>
                    <a:pt x="1825" y="15302"/>
                  </a:lnTo>
                  <a:lnTo>
                    <a:pt x="2106" y="15643"/>
                  </a:lnTo>
                  <a:lnTo>
                    <a:pt x="2387" y="16004"/>
                  </a:lnTo>
                  <a:lnTo>
                    <a:pt x="2708" y="16325"/>
                  </a:lnTo>
                  <a:lnTo>
                    <a:pt x="3029" y="16646"/>
                  </a:lnTo>
                  <a:lnTo>
                    <a:pt x="3390" y="16947"/>
                  </a:lnTo>
                  <a:lnTo>
                    <a:pt x="3751" y="17248"/>
                  </a:lnTo>
                  <a:lnTo>
                    <a:pt x="4132" y="17528"/>
                  </a:lnTo>
                  <a:lnTo>
                    <a:pt x="4513" y="17789"/>
                  </a:lnTo>
                  <a:lnTo>
                    <a:pt x="4934" y="18030"/>
                  </a:lnTo>
                  <a:lnTo>
                    <a:pt x="5355" y="18250"/>
                  </a:lnTo>
                  <a:lnTo>
                    <a:pt x="5796" y="18451"/>
                  </a:lnTo>
                  <a:lnTo>
                    <a:pt x="6237" y="18631"/>
                  </a:lnTo>
                  <a:lnTo>
                    <a:pt x="6719" y="18792"/>
                  </a:lnTo>
                  <a:lnTo>
                    <a:pt x="7180" y="18952"/>
                  </a:lnTo>
                  <a:lnTo>
                    <a:pt x="7681" y="19052"/>
                  </a:lnTo>
                  <a:lnTo>
                    <a:pt x="8183" y="19153"/>
                  </a:lnTo>
                  <a:lnTo>
                    <a:pt x="8704" y="19213"/>
                  </a:lnTo>
                  <a:lnTo>
                    <a:pt x="9246" y="19273"/>
                  </a:lnTo>
                  <a:lnTo>
                    <a:pt x="9787" y="19273"/>
                  </a:lnTo>
                  <a:lnTo>
                    <a:pt x="10329" y="19273"/>
                  </a:lnTo>
                  <a:lnTo>
                    <a:pt x="10910" y="19233"/>
                  </a:lnTo>
                  <a:lnTo>
                    <a:pt x="10910" y="19233"/>
                  </a:lnTo>
                  <a:lnTo>
                    <a:pt x="11231" y="19193"/>
                  </a:lnTo>
                  <a:lnTo>
                    <a:pt x="11572" y="19133"/>
                  </a:lnTo>
                  <a:lnTo>
                    <a:pt x="11893" y="19072"/>
                  </a:lnTo>
                  <a:lnTo>
                    <a:pt x="12234" y="19012"/>
                  </a:lnTo>
                  <a:lnTo>
                    <a:pt x="12555" y="18912"/>
                  </a:lnTo>
                  <a:lnTo>
                    <a:pt x="12855" y="18812"/>
                  </a:lnTo>
                  <a:lnTo>
                    <a:pt x="13176" y="18711"/>
                  </a:lnTo>
                  <a:lnTo>
                    <a:pt x="13477" y="18571"/>
                  </a:lnTo>
                  <a:lnTo>
                    <a:pt x="13778" y="18451"/>
                  </a:lnTo>
                  <a:lnTo>
                    <a:pt x="14059" y="18290"/>
                  </a:lnTo>
                  <a:lnTo>
                    <a:pt x="14360" y="18150"/>
                  </a:lnTo>
                  <a:lnTo>
                    <a:pt x="14640" y="17969"/>
                  </a:lnTo>
                  <a:lnTo>
                    <a:pt x="15182" y="17608"/>
                  </a:lnTo>
                  <a:lnTo>
                    <a:pt x="15703" y="17207"/>
                  </a:lnTo>
                  <a:lnTo>
                    <a:pt x="16184" y="16766"/>
                  </a:lnTo>
                  <a:lnTo>
                    <a:pt x="16646" y="16305"/>
                  </a:lnTo>
                  <a:lnTo>
                    <a:pt x="17067" y="15784"/>
                  </a:lnTo>
                  <a:lnTo>
                    <a:pt x="17468" y="15262"/>
                  </a:lnTo>
                  <a:lnTo>
                    <a:pt x="17829" y="14701"/>
                  </a:lnTo>
                  <a:lnTo>
                    <a:pt x="18150" y="14119"/>
                  </a:lnTo>
                  <a:lnTo>
                    <a:pt x="18431" y="13497"/>
                  </a:lnTo>
                  <a:lnTo>
                    <a:pt x="18671" y="12876"/>
                  </a:lnTo>
                  <a:lnTo>
                    <a:pt x="18671" y="12876"/>
                  </a:lnTo>
                  <a:lnTo>
                    <a:pt x="18872" y="12314"/>
                  </a:lnTo>
                  <a:lnTo>
                    <a:pt x="19012" y="11733"/>
                  </a:lnTo>
                  <a:lnTo>
                    <a:pt x="19132" y="11171"/>
                  </a:lnTo>
                  <a:lnTo>
                    <a:pt x="19213" y="10609"/>
                  </a:lnTo>
                  <a:lnTo>
                    <a:pt x="19253" y="10048"/>
                  </a:lnTo>
                  <a:lnTo>
                    <a:pt x="19253" y="9486"/>
                  </a:lnTo>
                  <a:lnTo>
                    <a:pt x="19233" y="8945"/>
                  </a:lnTo>
                  <a:lnTo>
                    <a:pt x="19193" y="8403"/>
                  </a:lnTo>
                  <a:lnTo>
                    <a:pt x="19092" y="7862"/>
                  </a:lnTo>
                  <a:lnTo>
                    <a:pt x="18992" y="7341"/>
                  </a:lnTo>
                  <a:lnTo>
                    <a:pt x="18832" y="6819"/>
                  </a:lnTo>
                  <a:lnTo>
                    <a:pt x="18671" y="6298"/>
                  </a:lnTo>
                  <a:lnTo>
                    <a:pt x="18471" y="5816"/>
                  </a:lnTo>
                  <a:lnTo>
                    <a:pt x="18230" y="5315"/>
                  </a:lnTo>
                  <a:lnTo>
                    <a:pt x="17969" y="4854"/>
                  </a:lnTo>
                  <a:lnTo>
                    <a:pt x="17689" y="4393"/>
                  </a:lnTo>
                  <a:lnTo>
                    <a:pt x="17388" y="3951"/>
                  </a:lnTo>
                  <a:lnTo>
                    <a:pt x="17067" y="3530"/>
                  </a:lnTo>
                  <a:lnTo>
                    <a:pt x="16706" y="3129"/>
                  </a:lnTo>
                  <a:lnTo>
                    <a:pt x="16325" y="2748"/>
                  </a:lnTo>
                  <a:lnTo>
                    <a:pt x="15944" y="2387"/>
                  </a:lnTo>
                  <a:lnTo>
                    <a:pt x="15523" y="2046"/>
                  </a:lnTo>
                  <a:lnTo>
                    <a:pt x="15081" y="1725"/>
                  </a:lnTo>
                  <a:lnTo>
                    <a:pt x="14620" y="1424"/>
                  </a:lnTo>
                  <a:lnTo>
                    <a:pt x="14139" y="1144"/>
                  </a:lnTo>
                  <a:lnTo>
                    <a:pt x="13638" y="903"/>
                  </a:lnTo>
                  <a:lnTo>
                    <a:pt x="13136" y="682"/>
                  </a:lnTo>
                  <a:lnTo>
                    <a:pt x="12595" y="502"/>
                  </a:lnTo>
                  <a:lnTo>
                    <a:pt x="12053" y="321"/>
                  </a:lnTo>
                  <a:lnTo>
                    <a:pt x="11492" y="201"/>
                  </a:lnTo>
                  <a:lnTo>
                    <a:pt x="10930" y="101"/>
                  </a:lnTo>
                  <a:lnTo>
                    <a:pt x="10349" y="21"/>
                  </a:lnTo>
                  <a:lnTo>
                    <a:pt x="10349" y="21"/>
                  </a:lnTo>
                  <a:lnTo>
                    <a:pt x="9767" y="1"/>
                  </a:lnTo>
                  <a:lnTo>
                    <a:pt x="9226" y="1"/>
                  </a:lnTo>
                  <a:lnTo>
                    <a:pt x="8664" y="21"/>
                  </a:lnTo>
                  <a:lnTo>
                    <a:pt x="8123" y="101"/>
                  </a:lnTo>
                  <a:lnTo>
                    <a:pt x="7601" y="201"/>
                  </a:lnTo>
                  <a:lnTo>
                    <a:pt x="7080" y="321"/>
                  </a:lnTo>
                  <a:lnTo>
                    <a:pt x="6578" y="482"/>
                  </a:lnTo>
                  <a:lnTo>
                    <a:pt x="6077" y="662"/>
                  </a:lnTo>
                  <a:lnTo>
                    <a:pt x="5616" y="883"/>
                  </a:lnTo>
                  <a:lnTo>
                    <a:pt x="5134" y="1124"/>
                  </a:lnTo>
                  <a:lnTo>
                    <a:pt x="4693" y="1384"/>
                  </a:lnTo>
                  <a:lnTo>
                    <a:pt x="4252" y="1665"/>
                  </a:lnTo>
                  <a:lnTo>
                    <a:pt x="3831" y="1986"/>
                  </a:lnTo>
                  <a:lnTo>
                    <a:pt x="3430" y="2307"/>
                  </a:lnTo>
                  <a:lnTo>
                    <a:pt x="3049" y="2668"/>
                  </a:lnTo>
                  <a:lnTo>
                    <a:pt x="2688" y="3049"/>
                  </a:lnTo>
                  <a:lnTo>
                    <a:pt x="2347" y="3430"/>
                  </a:lnTo>
                  <a:lnTo>
                    <a:pt x="2026" y="3851"/>
                  </a:lnTo>
                  <a:lnTo>
                    <a:pt x="1725" y="4272"/>
                  </a:lnTo>
                  <a:lnTo>
                    <a:pt x="1444" y="4713"/>
                  </a:lnTo>
                  <a:lnTo>
                    <a:pt x="1184" y="5175"/>
                  </a:lnTo>
                  <a:lnTo>
                    <a:pt x="943" y="5656"/>
                  </a:lnTo>
                  <a:lnTo>
                    <a:pt x="743" y="6137"/>
                  </a:lnTo>
                  <a:lnTo>
                    <a:pt x="542" y="6639"/>
                  </a:lnTo>
                  <a:lnTo>
                    <a:pt x="382" y="7140"/>
                  </a:lnTo>
                  <a:lnTo>
                    <a:pt x="261" y="7661"/>
                  </a:lnTo>
                  <a:lnTo>
                    <a:pt x="161" y="8203"/>
                  </a:lnTo>
                  <a:lnTo>
                    <a:pt x="81" y="8724"/>
                  </a:lnTo>
                  <a:lnTo>
                    <a:pt x="21" y="9286"/>
                  </a:lnTo>
                  <a:lnTo>
                    <a:pt x="0" y="9827"/>
                  </a:lnTo>
                  <a:lnTo>
                    <a:pt x="21" y="10389"/>
                  </a:lnTo>
                  <a:lnTo>
                    <a:pt x="61" y="1095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8" name="Google Shape;6188;p26"/>
            <p:cNvSpPr/>
            <p:nvPr/>
          </p:nvSpPr>
          <p:spPr>
            <a:xfrm>
              <a:off x="11491450" y="4562675"/>
              <a:ext cx="319400" cy="320400"/>
            </a:xfrm>
            <a:custGeom>
              <a:avLst/>
              <a:gdLst/>
              <a:ahLst/>
              <a:cxnLst/>
              <a:rect l="l" t="t" r="r" b="b"/>
              <a:pathLst>
                <a:path w="12776" h="12816" extrusionOk="0">
                  <a:moveTo>
                    <a:pt x="6418" y="0"/>
                  </a:moveTo>
                  <a:lnTo>
                    <a:pt x="5977" y="20"/>
                  </a:lnTo>
                  <a:lnTo>
                    <a:pt x="5555" y="61"/>
                  </a:lnTo>
                  <a:lnTo>
                    <a:pt x="5154" y="121"/>
                  </a:lnTo>
                  <a:lnTo>
                    <a:pt x="4753" y="221"/>
                  </a:lnTo>
                  <a:lnTo>
                    <a:pt x="4352" y="341"/>
                  </a:lnTo>
                  <a:lnTo>
                    <a:pt x="3971" y="482"/>
                  </a:lnTo>
                  <a:lnTo>
                    <a:pt x="3610" y="642"/>
                  </a:lnTo>
                  <a:lnTo>
                    <a:pt x="3249" y="843"/>
                  </a:lnTo>
                  <a:lnTo>
                    <a:pt x="2908" y="1063"/>
                  </a:lnTo>
                  <a:lnTo>
                    <a:pt x="2567" y="1304"/>
                  </a:lnTo>
                  <a:lnTo>
                    <a:pt x="2266" y="1565"/>
                  </a:lnTo>
                  <a:lnTo>
                    <a:pt x="1966" y="1845"/>
                  </a:lnTo>
                  <a:lnTo>
                    <a:pt x="1685" y="2126"/>
                  </a:lnTo>
                  <a:lnTo>
                    <a:pt x="1424" y="2447"/>
                  </a:lnTo>
                  <a:lnTo>
                    <a:pt x="1184" y="2768"/>
                  </a:lnTo>
                  <a:lnTo>
                    <a:pt x="1023" y="3009"/>
                  </a:lnTo>
                  <a:lnTo>
                    <a:pt x="883" y="3269"/>
                  </a:lnTo>
                  <a:lnTo>
                    <a:pt x="742" y="3510"/>
                  </a:lnTo>
                  <a:lnTo>
                    <a:pt x="622" y="3771"/>
                  </a:lnTo>
                  <a:lnTo>
                    <a:pt x="502" y="4051"/>
                  </a:lnTo>
                  <a:lnTo>
                    <a:pt x="381" y="4312"/>
                  </a:lnTo>
                  <a:lnTo>
                    <a:pt x="301" y="4593"/>
                  </a:lnTo>
                  <a:lnTo>
                    <a:pt x="221" y="4874"/>
                  </a:lnTo>
                  <a:lnTo>
                    <a:pt x="141" y="5174"/>
                  </a:lnTo>
                  <a:lnTo>
                    <a:pt x="101" y="5455"/>
                  </a:lnTo>
                  <a:lnTo>
                    <a:pt x="40" y="5756"/>
                  </a:lnTo>
                  <a:lnTo>
                    <a:pt x="20" y="6057"/>
                  </a:lnTo>
                  <a:lnTo>
                    <a:pt x="0" y="6358"/>
                  </a:lnTo>
                  <a:lnTo>
                    <a:pt x="0" y="6658"/>
                  </a:lnTo>
                  <a:lnTo>
                    <a:pt x="20" y="6959"/>
                  </a:lnTo>
                  <a:lnTo>
                    <a:pt x="40" y="7280"/>
                  </a:lnTo>
                  <a:lnTo>
                    <a:pt x="101" y="7661"/>
                  </a:lnTo>
                  <a:lnTo>
                    <a:pt x="181" y="8042"/>
                  </a:lnTo>
                  <a:lnTo>
                    <a:pt x="281" y="8423"/>
                  </a:lnTo>
                  <a:lnTo>
                    <a:pt x="421" y="8804"/>
                  </a:lnTo>
                  <a:lnTo>
                    <a:pt x="602" y="9165"/>
                  </a:lnTo>
                  <a:lnTo>
                    <a:pt x="782" y="9526"/>
                  </a:lnTo>
                  <a:lnTo>
                    <a:pt x="1003" y="9887"/>
                  </a:lnTo>
                  <a:lnTo>
                    <a:pt x="1244" y="10228"/>
                  </a:lnTo>
                  <a:lnTo>
                    <a:pt x="1524" y="10549"/>
                  </a:lnTo>
                  <a:lnTo>
                    <a:pt x="1805" y="10870"/>
                  </a:lnTo>
                  <a:lnTo>
                    <a:pt x="2126" y="11171"/>
                  </a:lnTo>
                  <a:lnTo>
                    <a:pt x="2447" y="11431"/>
                  </a:lnTo>
                  <a:lnTo>
                    <a:pt x="2808" y="11692"/>
                  </a:lnTo>
                  <a:lnTo>
                    <a:pt x="3189" y="11933"/>
                  </a:lnTo>
                  <a:lnTo>
                    <a:pt x="3590" y="12133"/>
                  </a:lnTo>
                  <a:lnTo>
                    <a:pt x="3991" y="12334"/>
                  </a:lnTo>
                  <a:lnTo>
                    <a:pt x="4352" y="12454"/>
                  </a:lnTo>
                  <a:lnTo>
                    <a:pt x="4733" y="12575"/>
                  </a:lnTo>
                  <a:lnTo>
                    <a:pt x="5114" y="12675"/>
                  </a:lnTo>
                  <a:lnTo>
                    <a:pt x="5515" y="12735"/>
                  </a:lnTo>
                  <a:lnTo>
                    <a:pt x="5936" y="12775"/>
                  </a:lnTo>
                  <a:lnTo>
                    <a:pt x="6358" y="12815"/>
                  </a:lnTo>
                  <a:lnTo>
                    <a:pt x="6779" y="12795"/>
                  </a:lnTo>
                  <a:lnTo>
                    <a:pt x="7220" y="12775"/>
                  </a:lnTo>
                  <a:lnTo>
                    <a:pt x="7681" y="12715"/>
                  </a:lnTo>
                  <a:lnTo>
                    <a:pt x="8102" y="12615"/>
                  </a:lnTo>
                  <a:lnTo>
                    <a:pt x="8523" y="12494"/>
                  </a:lnTo>
                  <a:lnTo>
                    <a:pt x="8945" y="12334"/>
                  </a:lnTo>
                  <a:lnTo>
                    <a:pt x="9326" y="12153"/>
                  </a:lnTo>
                  <a:lnTo>
                    <a:pt x="9707" y="11933"/>
                  </a:lnTo>
                  <a:lnTo>
                    <a:pt x="10068" y="11692"/>
                  </a:lnTo>
                  <a:lnTo>
                    <a:pt x="10409" y="11431"/>
                  </a:lnTo>
                  <a:lnTo>
                    <a:pt x="10729" y="11131"/>
                  </a:lnTo>
                  <a:lnTo>
                    <a:pt x="11030" y="10830"/>
                  </a:lnTo>
                  <a:lnTo>
                    <a:pt x="11311" y="10489"/>
                  </a:lnTo>
                  <a:lnTo>
                    <a:pt x="11592" y="10128"/>
                  </a:lnTo>
                  <a:lnTo>
                    <a:pt x="11812" y="9767"/>
                  </a:lnTo>
                  <a:lnTo>
                    <a:pt x="12033" y="9366"/>
                  </a:lnTo>
                  <a:lnTo>
                    <a:pt x="12234" y="8965"/>
                  </a:lnTo>
                  <a:lnTo>
                    <a:pt x="12394" y="8564"/>
                  </a:lnTo>
                  <a:lnTo>
                    <a:pt x="12514" y="8183"/>
                  </a:lnTo>
                  <a:lnTo>
                    <a:pt x="12615" y="7802"/>
                  </a:lnTo>
                  <a:lnTo>
                    <a:pt x="12695" y="7421"/>
                  </a:lnTo>
                  <a:lnTo>
                    <a:pt x="12735" y="7060"/>
                  </a:lnTo>
                  <a:lnTo>
                    <a:pt x="12775" y="6679"/>
                  </a:lnTo>
                  <a:lnTo>
                    <a:pt x="12775" y="6318"/>
                  </a:lnTo>
                  <a:lnTo>
                    <a:pt x="12755" y="5957"/>
                  </a:lnTo>
                  <a:lnTo>
                    <a:pt x="12715" y="5576"/>
                  </a:lnTo>
                  <a:lnTo>
                    <a:pt x="12675" y="5235"/>
                  </a:lnTo>
                  <a:lnTo>
                    <a:pt x="12595" y="4874"/>
                  </a:lnTo>
                  <a:lnTo>
                    <a:pt x="12494" y="4533"/>
                  </a:lnTo>
                  <a:lnTo>
                    <a:pt x="12374" y="4192"/>
                  </a:lnTo>
                  <a:lnTo>
                    <a:pt x="12254" y="3871"/>
                  </a:lnTo>
                  <a:lnTo>
                    <a:pt x="12093" y="3550"/>
                  </a:lnTo>
                  <a:lnTo>
                    <a:pt x="11933" y="3229"/>
                  </a:lnTo>
                  <a:lnTo>
                    <a:pt x="11732" y="2928"/>
                  </a:lnTo>
                  <a:lnTo>
                    <a:pt x="11532" y="2648"/>
                  </a:lnTo>
                  <a:lnTo>
                    <a:pt x="11311" y="2367"/>
                  </a:lnTo>
                  <a:lnTo>
                    <a:pt x="11090" y="2086"/>
                  </a:lnTo>
                  <a:lnTo>
                    <a:pt x="10830" y="1825"/>
                  </a:lnTo>
                  <a:lnTo>
                    <a:pt x="10569" y="1585"/>
                  </a:lnTo>
                  <a:lnTo>
                    <a:pt x="10288" y="1364"/>
                  </a:lnTo>
                  <a:lnTo>
                    <a:pt x="10008" y="1143"/>
                  </a:lnTo>
                  <a:lnTo>
                    <a:pt x="9687" y="963"/>
                  </a:lnTo>
                  <a:lnTo>
                    <a:pt x="9386" y="783"/>
                  </a:lnTo>
                  <a:lnTo>
                    <a:pt x="9045" y="622"/>
                  </a:lnTo>
                  <a:lnTo>
                    <a:pt x="8704" y="462"/>
                  </a:lnTo>
                  <a:lnTo>
                    <a:pt x="8363" y="341"/>
                  </a:lnTo>
                  <a:lnTo>
                    <a:pt x="8002" y="241"/>
                  </a:lnTo>
                  <a:lnTo>
                    <a:pt x="7621" y="141"/>
                  </a:lnTo>
                  <a:lnTo>
                    <a:pt x="7240" y="81"/>
                  </a:lnTo>
                  <a:lnTo>
                    <a:pt x="6859" y="20"/>
                  </a:lnTo>
                  <a:lnTo>
                    <a:pt x="6418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9" name="Google Shape;6189;p26"/>
            <p:cNvSpPr/>
            <p:nvPr/>
          </p:nvSpPr>
          <p:spPr>
            <a:xfrm>
              <a:off x="11491450" y="4562675"/>
              <a:ext cx="319400" cy="320400"/>
            </a:xfrm>
            <a:custGeom>
              <a:avLst/>
              <a:gdLst/>
              <a:ahLst/>
              <a:cxnLst/>
              <a:rect l="l" t="t" r="r" b="b"/>
              <a:pathLst>
                <a:path w="12776" h="12816" fill="none" extrusionOk="0">
                  <a:moveTo>
                    <a:pt x="12394" y="8564"/>
                  </a:moveTo>
                  <a:lnTo>
                    <a:pt x="12394" y="8564"/>
                  </a:lnTo>
                  <a:lnTo>
                    <a:pt x="12234" y="8965"/>
                  </a:lnTo>
                  <a:lnTo>
                    <a:pt x="12033" y="9366"/>
                  </a:lnTo>
                  <a:lnTo>
                    <a:pt x="11812" y="9767"/>
                  </a:lnTo>
                  <a:lnTo>
                    <a:pt x="11592" y="10128"/>
                  </a:lnTo>
                  <a:lnTo>
                    <a:pt x="11311" y="10489"/>
                  </a:lnTo>
                  <a:lnTo>
                    <a:pt x="11030" y="10830"/>
                  </a:lnTo>
                  <a:lnTo>
                    <a:pt x="10729" y="11131"/>
                  </a:lnTo>
                  <a:lnTo>
                    <a:pt x="10409" y="11431"/>
                  </a:lnTo>
                  <a:lnTo>
                    <a:pt x="10068" y="11692"/>
                  </a:lnTo>
                  <a:lnTo>
                    <a:pt x="9707" y="11933"/>
                  </a:lnTo>
                  <a:lnTo>
                    <a:pt x="9326" y="12153"/>
                  </a:lnTo>
                  <a:lnTo>
                    <a:pt x="8945" y="12334"/>
                  </a:lnTo>
                  <a:lnTo>
                    <a:pt x="8523" y="12494"/>
                  </a:lnTo>
                  <a:lnTo>
                    <a:pt x="8102" y="12615"/>
                  </a:lnTo>
                  <a:lnTo>
                    <a:pt x="7681" y="12715"/>
                  </a:lnTo>
                  <a:lnTo>
                    <a:pt x="7220" y="12775"/>
                  </a:lnTo>
                  <a:lnTo>
                    <a:pt x="7220" y="12775"/>
                  </a:lnTo>
                  <a:lnTo>
                    <a:pt x="6779" y="12795"/>
                  </a:lnTo>
                  <a:lnTo>
                    <a:pt x="6358" y="12815"/>
                  </a:lnTo>
                  <a:lnTo>
                    <a:pt x="5936" y="12775"/>
                  </a:lnTo>
                  <a:lnTo>
                    <a:pt x="5515" y="12735"/>
                  </a:lnTo>
                  <a:lnTo>
                    <a:pt x="5114" y="12675"/>
                  </a:lnTo>
                  <a:lnTo>
                    <a:pt x="4733" y="12575"/>
                  </a:lnTo>
                  <a:lnTo>
                    <a:pt x="4352" y="12454"/>
                  </a:lnTo>
                  <a:lnTo>
                    <a:pt x="3991" y="12334"/>
                  </a:lnTo>
                  <a:lnTo>
                    <a:pt x="3991" y="12334"/>
                  </a:lnTo>
                  <a:lnTo>
                    <a:pt x="3590" y="12133"/>
                  </a:lnTo>
                  <a:lnTo>
                    <a:pt x="3189" y="11933"/>
                  </a:lnTo>
                  <a:lnTo>
                    <a:pt x="2808" y="11692"/>
                  </a:lnTo>
                  <a:lnTo>
                    <a:pt x="2447" y="11431"/>
                  </a:lnTo>
                  <a:lnTo>
                    <a:pt x="2126" y="11171"/>
                  </a:lnTo>
                  <a:lnTo>
                    <a:pt x="1805" y="10870"/>
                  </a:lnTo>
                  <a:lnTo>
                    <a:pt x="1524" y="10549"/>
                  </a:lnTo>
                  <a:lnTo>
                    <a:pt x="1244" y="10228"/>
                  </a:lnTo>
                  <a:lnTo>
                    <a:pt x="1003" y="9887"/>
                  </a:lnTo>
                  <a:lnTo>
                    <a:pt x="782" y="9526"/>
                  </a:lnTo>
                  <a:lnTo>
                    <a:pt x="602" y="9165"/>
                  </a:lnTo>
                  <a:lnTo>
                    <a:pt x="421" y="8804"/>
                  </a:lnTo>
                  <a:lnTo>
                    <a:pt x="281" y="8423"/>
                  </a:lnTo>
                  <a:lnTo>
                    <a:pt x="181" y="8042"/>
                  </a:lnTo>
                  <a:lnTo>
                    <a:pt x="101" y="7661"/>
                  </a:lnTo>
                  <a:lnTo>
                    <a:pt x="40" y="7280"/>
                  </a:lnTo>
                  <a:lnTo>
                    <a:pt x="40" y="7280"/>
                  </a:lnTo>
                  <a:lnTo>
                    <a:pt x="20" y="6959"/>
                  </a:lnTo>
                  <a:lnTo>
                    <a:pt x="0" y="6658"/>
                  </a:lnTo>
                  <a:lnTo>
                    <a:pt x="0" y="6358"/>
                  </a:lnTo>
                  <a:lnTo>
                    <a:pt x="20" y="6057"/>
                  </a:lnTo>
                  <a:lnTo>
                    <a:pt x="40" y="5756"/>
                  </a:lnTo>
                  <a:lnTo>
                    <a:pt x="101" y="5455"/>
                  </a:lnTo>
                  <a:lnTo>
                    <a:pt x="141" y="5174"/>
                  </a:lnTo>
                  <a:lnTo>
                    <a:pt x="221" y="4874"/>
                  </a:lnTo>
                  <a:lnTo>
                    <a:pt x="301" y="4593"/>
                  </a:lnTo>
                  <a:lnTo>
                    <a:pt x="381" y="4312"/>
                  </a:lnTo>
                  <a:lnTo>
                    <a:pt x="502" y="4051"/>
                  </a:lnTo>
                  <a:lnTo>
                    <a:pt x="622" y="3771"/>
                  </a:lnTo>
                  <a:lnTo>
                    <a:pt x="742" y="3510"/>
                  </a:lnTo>
                  <a:lnTo>
                    <a:pt x="883" y="3269"/>
                  </a:lnTo>
                  <a:lnTo>
                    <a:pt x="1023" y="3009"/>
                  </a:lnTo>
                  <a:lnTo>
                    <a:pt x="1184" y="2768"/>
                  </a:lnTo>
                  <a:lnTo>
                    <a:pt x="1184" y="2768"/>
                  </a:lnTo>
                  <a:lnTo>
                    <a:pt x="1424" y="2447"/>
                  </a:lnTo>
                  <a:lnTo>
                    <a:pt x="1685" y="2126"/>
                  </a:lnTo>
                  <a:lnTo>
                    <a:pt x="1966" y="1845"/>
                  </a:lnTo>
                  <a:lnTo>
                    <a:pt x="2266" y="1565"/>
                  </a:lnTo>
                  <a:lnTo>
                    <a:pt x="2567" y="1304"/>
                  </a:lnTo>
                  <a:lnTo>
                    <a:pt x="2908" y="1063"/>
                  </a:lnTo>
                  <a:lnTo>
                    <a:pt x="3249" y="843"/>
                  </a:lnTo>
                  <a:lnTo>
                    <a:pt x="3610" y="642"/>
                  </a:lnTo>
                  <a:lnTo>
                    <a:pt x="3971" y="482"/>
                  </a:lnTo>
                  <a:lnTo>
                    <a:pt x="4352" y="341"/>
                  </a:lnTo>
                  <a:lnTo>
                    <a:pt x="4753" y="221"/>
                  </a:lnTo>
                  <a:lnTo>
                    <a:pt x="5154" y="121"/>
                  </a:lnTo>
                  <a:lnTo>
                    <a:pt x="5555" y="61"/>
                  </a:lnTo>
                  <a:lnTo>
                    <a:pt x="5977" y="20"/>
                  </a:lnTo>
                  <a:lnTo>
                    <a:pt x="6418" y="0"/>
                  </a:lnTo>
                  <a:lnTo>
                    <a:pt x="6859" y="20"/>
                  </a:lnTo>
                  <a:lnTo>
                    <a:pt x="6859" y="20"/>
                  </a:lnTo>
                  <a:lnTo>
                    <a:pt x="7240" y="81"/>
                  </a:lnTo>
                  <a:lnTo>
                    <a:pt x="7621" y="141"/>
                  </a:lnTo>
                  <a:lnTo>
                    <a:pt x="8002" y="241"/>
                  </a:lnTo>
                  <a:lnTo>
                    <a:pt x="8363" y="341"/>
                  </a:lnTo>
                  <a:lnTo>
                    <a:pt x="8704" y="462"/>
                  </a:lnTo>
                  <a:lnTo>
                    <a:pt x="9045" y="622"/>
                  </a:lnTo>
                  <a:lnTo>
                    <a:pt x="9386" y="783"/>
                  </a:lnTo>
                  <a:lnTo>
                    <a:pt x="9687" y="963"/>
                  </a:lnTo>
                  <a:lnTo>
                    <a:pt x="10008" y="1143"/>
                  </a:lnTo>
                  <a:lnTo>
                    <a:pt x="10288" y="1364"/>
                  </a:lnTo>
                  <a:lnTo>
                    <a:pt x="10569" y="1585"/>
                  </a:lnTo>
                  <a:lnTo>
                    <a:pt x="10830" y="1825"/>
                  </a:lnTo>
                  <a:lnTo>
                    <a:pt x="11090" y="2086"/>
                  </a:lnTo>
                  <a:lnTo>
                    <a:pt x="11311" y="2367"/>
                  </a:lnTo>
                  <a:lnTo>
                    <a:pt x="11532" y="2648"/>
                  </a:lnTo>
                  <a:lnTo>
                    <a:pt x="11732" y="2928"/>
                  </a:lnTo>
                  <a:lnTo>
                    <a:pt x="11933" y="3229"/>
                  </a:lnTo>
                  <a:lnTo>
                    <a:pt x="12093" y="3550"/>
                  </a:lnTo>
                  <a:lnTo>
                    <a:pt x="12254" y="3871"/>
                  </a:lnTo>
                  <a:lnTo>
                    <a:pt x="12374" y="4192"/>
                  </a:lnTo>
                  <a:lnTo>
                    <a:pt x="12494" y="4533"/>
                  </a:lnTo>
                  <a:lnTo>
                    <a:pt x="12595" y="4874"/>
                  </a:lnTo>
                  <a:lnTo>
                    <a:pt x="12675" y="5235"/>
                  </a:lnTo>
                  <a:lnTo>
                    <a:pt x="12715" y="5576"/>
                  </a:lnTo>
                  <a:lnTo>
                    <a:pt x="12755" y="5957"/>
                  </a:lnTo>
                  <a:lnTo>
                    <a:pt x="12775" y="6318"/>
                  </a:lnTo>
                  <a:lnTo>
                    <a:pt x="12775" y="6679"/>
                  </a:lnTo>
                  <a:lnTo>
                    <a:pt x="12735" y="7060"/>
                  </a:lnTo>
                  <a:lnTo>
                    <a:pt x="12695" y="7421"/>
                  </a:lnTo>
                  <a:lnTo>
                    <a:pt x="12615" y="7802"/>
                  </a:lnTo>
                  <a:lnTo>
                    <a:pt x="12514" y="8183"/>
                  </a:lnTo>
                  <a:lnTo>
                    <a:pt x="12394" y="856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0" name="Google Shape;6190;p26"/>
            <p:cNvSpPr/>
            <p:nvPr/>
          </p:nvSpPr>
          <p:spPr>
            <a:xfrm>
              <a:off x="11521025" y="4562675"/>
              <a:ext cx="289825" cy="320400"/>
            </a:xfrm>
            <a:custGeom>
              <a:avLst/>
              <a:gdLst/>
              <a:ahLst/>
              <a:cxnLst/>
              <a:rect l="l" t="t" r="r" b="b"/>
              <a:pathLst>
                <a:path w="11593" h="12816" extrusionOk="0">
                  <a:moveTo>
                    <a:pt x="5134" y="0"/>
                  </a:moveTo>
                  <a:lnTo>
                    <a:pt x="4733" y="20"/>
                  </a:lnTo>
                  <a:lnTo>
                    <a:pt x="4332" y="61"/>
                  </a:lnTo>
                  <a:lnTo>
                    <a:pt x="3951" y="121"/>
                  </a:lnTo>
                  <a:lnTo>
                    <a:pt x="3590" y="201"/>
                  </a:lnTo>
                  <a:lnTo>
                    <a:pt x="3229" y="321"/>
                  </a:lnTo>
                  <a:lnTo>
                    <a:pt x="2868" y="442"/>
                  </a:lnTo>
                  <a:lnTo>
                    <a:pt x="2527" y="602"/>
                  </a:lnTo>
                  <a:lnTo>
                    <a:pt x="2186" y="762"/>
                  </a:lnTo>
                  <a:lnTo>
                    <a:pt x="1866" y="963"/>
                  </a:lnTo>
                  <a:lnTo>
                    <a:pt x="1565" y="1164"/>
                  </a:lnTo>
                  <a:lnTo>
                    <a:pt x="1264" y="1404"/>
                  </a:lnTo>
                  <a:lnTo>
                    <a:pt x="983" y="1645"/>
                  </a:lnTo>
                  <a:lnTo>
                    <a:pt x="722" y="1906"/>
                  </a:lnTo>
                  <a:lnTo>
                    <a:pt x="462" y="2186"/>
                  </a:lnTo>
                  <a:lnTo>
                    <a:pt x="221" y="2467"/>
                  </a:lnTo>
                  <a:lnTo>
                    <a:pt x="1" y="2768"/>
                  </a:lnTo>
                  <a:lnTo>
                    <a:pt x="1" y="2768"/>
                  </a:lnTo>
                  <a:lnTo>
                    <a:pt x="382" y="2487"/>
                  </a:lnTo>
                  <a:lnTo>
                    <a:pt x="783" y="2246"/>
                  </a:lnTo>
                  <a:lnTo>
                    <a:pt x="1204" y="2026"/>
                  </a:lnTo>
                  <a:lnTo>
                    <a:pt x="1645" y="1845"/>
                  </a:lnTo>
                  <a:lnTo>
                    <a:pt x="2086" y="1705"/>
                  </a:lnTo>
                  <a:lnTo>
                    <a:pt x="2527" y="1605"/>
                  </a:lnTo>
                  <a:lnTo>
                    <a:pt x="2989" y="1545"/>
                  </a:lnTo>
                  <a:lnTo>
                    <a:pt x="3450" y="1525"/>
                  </a:lnTo>
                  <a:lnTo>
                    <a:pt x="3811" y="1545"/>
                  </a:lnTo>
                  <a:lnTo>
                    <a:pt x="4172" y="1585"/>
                  </a:lnTo>
                  <a:lnTo>
                    <a:pt x="4533" y="1645"/>
                  </a:lnTo>
                  <a:lnTo>
                    <a:pt x="4894" y="1745"/>
                  </a:lnTo>
                  <a:lnTo>
                    <a:pt x="5295" y="1865"/>
                  </a:lnTo>
                  <a:lnTo>
                    <a:pt x="5656" y="2046"/>
                  </a:lnTo>
                  <a:lnTo>
                    <a:pt x="6017" y="2246"/>
                  </a:lnTo>
                  <a:lnTo>
                    <a:pt x="6338" y="2467"/>
                  </a:lnTo>
                  <a:lnTo>
                    <a:pt x="6659" y="2708"/>
                  </a:lnTo>
                  <a:lnTo>
                    <a:pt x="6959" y="2989"/>
                  </a:lnTo>
                  <a:lnTo>
                    <a:pt x="7240" y="3289"/>
                  </a:lnTo>
                  <a:lnTo>
                    <a:pt x="7501" y="3610"/>
                  </a:lnTo>
                  <a:lnTo>
                    <a:pt x="7722" y="3931"/>
                  </a:lnTo>
                  <a:lnTo>
                    <a:pt x="7922" y="4292"/>
                  </a:lnTo>
                  <a:lnTo>
                    <a:pt x="8103" y="4653"/>
                  </a:lnTo>
                  <a:lnTo>
                    <a:pt x="8263" y="5034"/>
                  </a:lnTo>
                  <a:lnTo>
                    <a:pt x="8383" y="5415"/>
                  </a:lnTo>
                  <a:lnTo>
                    <a:pt x="8484" y="5796"/>
                  </a:lnTo>
                  <a:lnTo>
                    <a:pt x="8544" y="6197"/>
                  </a:lnTo>
                  <a:lnTo>
                    <a:pt x="8584" y="6618"/>
                  </a:lnTo>
                  <a:lnTo>
                    <a:pt x="8584" y="6999"/>
                  </a:lnTo>
                  <a:lnTo>
                    <a:pt x="8564" y="7380"/>
                  </a:lnTo>
                  <a:lnTo>
                    <a:pt x="8504" y="7761"/>
                  </a:lnTo>
                  <a:lnTo>
                    <a:pt x="8423" y="8122"/>
                  </a:lnTo>
                  <a:lnTo>
                    <a:pt x="8303" y="8483"/>
                  </a:lnTo>
                  <a:lnTo>
                    <a:pt x="8163" y="8844"/>
                  </a:lnTo>
                  <a:lnTo>
                    <a:pt x="8002" y="9185"/>
                  </a:lnTo>
                  <a:lnTo>
                    <a:pt x="7822" y="9526"/>
                  </a:lnTo>
                  <a:lnTo>
                    <a:pt x="7621" y="9847"/>
                  </a:lnTo>
                  <a:lnTo>
                    <a:pt x="7401" y="10148"/>
                  </a:lnTo>
                  <a:lnTo>
                    <a:pt x="7140" y="10429"/>
                  </a:lnTo>
                  <a:lnTo>
                    <a:pt x="6879" y="10710"/>
                  </a:lnTo>
                  <a:lnTo>
                    <a:pt x="6598" y="10970"/>
                  </a:lnTo>
                  <a:lnTo>
                    <a:pt x="6298" y="11211"/>
                  </a:lnTo>
                  <a:lnTo>
                    <a:pt x="5977" y="11431"/>
                  </a:lnTo>
                  <a:lnTo>
                    <a:pt x="5656" y="11612"/>
                  </a:lnTo>
                  <a:lnTo>
                    <a:pt x="5315" y="11792"/>
                  </a:lnTo>
                  <a:lnTo>
                    <a:pt x="4974" y="11933"/>
                  </a:lnTo>
                  <a:lnTo>
                    <a:pt x="4633" y="12053"/>
                  </a:lnTo>
                  <a:lnTo>
                    <a:pt x="4272" y="12153"/>
                  </a:lnTo>
                  <a:lnTo>
                    <a:pt x="3911" y="12214"/>
                  </a:lnTo>
                  <a:lnTo>
                    <a:pt x="3550" y="12274"/>
                  </a:lnTo>
                  <a:lnTo>
                    <a:pt x="3189" y="12314"/>
                  </a:lnTo>
                  <a:lnTo>
                    <a:pt x="2808" y="12334"/>
                  </a:lnTo>
                  <a:lnTo>
                    <a:pt x="3109" y="12434"/>
                  </a:lnTo>
                  <a:lnTo>
                    <a:pt x="3390" y="12534"/>
                  </a:lnTo>
                  <a:lnTo>
                    <a:pt x="3691" y="12615"/>
                  </a:lnTo>
                  <a:lnTo>
                    <a:pt x="4011" y="12675"/>
                  </a:lnTo>
                  <a:lnTo>
                    <a:pt x="4332" y="12735"/>
                  </a:lnTo>
                  <a:lnTo>
                    <a:pt x="4653" y="12775"/>
                  </a:lnTo>
                  <a:lnTo>
                    <a:pt x="4994" y="12795"/>
                  </a:lnTo>
                  <a:lnTo>
                    <a:pt x="5335" y="12815"/>
                  </a:lnTo>
                  <a:lnTo>
                    <a:pt x="5676" y="12795"/>
                  </a:lnTo>
                  <a:lnTo>
                    <a:pt x="6037" y="12775"/>
                  </a:lnTo>
                  <a:lnTo>
                    <a:pt x="6498" y="12715"/>
                  </a:lnTo>
                  <a:lnTo>
                    <a:pt x="6919" y="12615"/>
                  </a:lnTo>
                  <a:lnTo>
                    <a:pt x="7340" y="12494"/>
                  </a:lnTo>
                  <a:lnTo>
                    <a:pt x="7762" y="12334"/>
                  </a:lnTo>
                  <a:lnTo>
                    <a:pt x="8143" y="12153"/>
                  </a:lnTo>
                  <a:lnTo>
                    <a:pt x="8524" y="11933"/>
                  </a:lnTo>
                  <a:lnTo>
                    <a:pt x="8885" y="11692"/>
                  </a:lnTo>
                  <a:lnTo>
                    <a:pt x="9226" y="11431"/>
                  </a:lnTo>
                  <a:lnTo>
                    <a:pt x="9546" y="11131"/>
                  </a:lnTo>
                  <a:lnTo>
                    <a:pt x="9847" y="10830"/>
                  </a:lnTo>
                  <a:lnTo>
                    <a:pt x="10128" y="10489"/>
                  </a:lnTo>
                  <a:lnTo>
                    <a:pt x="10409" y="10128"/>
                  </a:lnTo>
                  <a:lnTo>
                    <a:pt x="10629" y="9767"/>
                  </a:lnTo>
                  <a:lnTo>
                    <a:pt x="10850" y="9366"/>
                  </a:lnTo>
                  <a:lnTo>
                    <a:pt x="11051" y="8965"/>
                  </a:lnTo>
                  <a:lnTo>
                    <a:pt x="11211" y="8564"/>
                  </a:lnTo>
                  <a:lnTo>
                    <a:pt x="11291" y="8283"/>
                  </a:lnTo>
                  <a:lnTo>
                    <a:pt x="11371" y="8002"/>
                  </a:lnTo>
                  <a:lnTo>
                    <a:pt x="11452" y="7741"/>
                  </a:lnTo>
                  <a:lnTo>
                    <a:pt x="11492" y="7461"/>
                  </a:lnTo>
                  <a:lnTo>
                    <a:pt x="11572" y="6919"/>
                  </a:lnTo>
                  <a:lnTo>
                    <a:pt x="11592" y="6378"/>
                  </a:lnTo>
                  <a:lnTo>
                    <a:pt x="11592" y="6077"/>
                  </a:lnTo>
                  <a:lnTo>
                    <a:pt x="11572" y="5776"/>
                  </a:lnTo>
                  <a:lnTo>
                    <a:pt x="11532" y="5495"/>
                  </a:lnTo>
                  <a:lnTo>
                    <a:pt x="11472" y="5195"/>
                  </a:lnTo>
                  <a:lnTo>
                    <a:pt x="11412" y="4914"/>
                  </a:lnTo>
                  <a:lnTo>
                    <a:pt x="11331" y="4633"/>
                  </a:lnTo>
                  <a:lnTo>
                    <a:pt x="11251" y="4352"/>
                  </a:lnTo>
                  <a:lnTo>
                    <a:pt x="11151" y="4071"/>
                  </a:lnTo>
                  <a:lnTo>
                    <a:pt x="11031" y="3811"/>
                  </a:lnTo>
                  <a:lnTo>
                    <a:pt x="10910" y="3550"/>
                  </a:lnTo>
                  <a:lnTo>
                    <a:pt x="10770" y="3289"/>
                  </a:lnTo>
                  <a:lnTo>
                    <a:pt x="10629" y="3049"/>
                  </a:lnTo>
                  <a:lnTo>
                    <a:pt x="10469" y="2788"/>
                  </a:lnTo>
                  <a:lnTo>
                    <a:pt x="10288" y="2567"/>
                  </a:lnTo>
                  <a:lnTo>
                    <a:pt x="10108" y="2327"/>
                  </a:lnTo>
                  <a:lnTo>
                    <a:pt x="9928" y="2106"/>
                  </a:lnTo>
                  <a:lnTo>
                    <a:pt x="9727" y="1906"/>
                  </a:lnTo>
                  <a:lnTo>
                    <a:pt x="9506" y="1705"/>
                  </a:lnTo>
                  <a:lnTo>
                    <a:pt x="9286" y="1504"/>
                  </a:lnTo>
                  <a:lnTo>
                    <a:pt x="9045" y="1324"/>
                  </a:lnTo>
                  <a:lnTo>
                    <a:pt x="8825" y="1164"/>
                  </a:lnTo>
                  <a:lnTo>
                    <a:pt x="8564" y="983"/>
                  </a:lnTo>
                  <a:lnTo>
                    <a:pt x="8303" y="843"/>
                  </a:lnTo>
                  <a:lnTo>
                    <a:pt x="8042" y="702"/>
                  </a:lnTo>
                  <a:lnTo>
                    <a:pt x="7782" y="562"/>
                  </a:lnTo>
                  <a:lnTo>
                    <a:pt x="7501" y="462"/>
                  </a:lnTo>
                  <a:lnTo>
                    <a:pt x="7200" y="341"/>
                  </a:lnTo>
                  <a:lnTo>
                    <a:pt x="6919" y="261"/>
                  </a:lnTo>
                  <a:lnTo>
                    <a:pt x="6619" y="181"/>
                  </a:lnTo>
                  <a:lnTo>
                    <a:pt x="6298" y="121"/>
                  </a:lnTo>
                  <a:lnTo>
                    <a:pt x="5997" y="61"/>
                  </a:lnTo>
                  <a:lnTo>
                    <a:pt x="5676" y="20"/>
                  </a:lnTo>
                  <a:lnTo>
                    <a:pt x="5395" y="20"/>
                  </a:lnTo>
                  <a:lnTo>
                    <a:pt x="5134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1" name="Google Shape;6191;p26"/>
            <p:cNvSpPr/>
            <p:nvPr/>
          </p:nvSpPr>
          <p:spPr>
            <a:xfrm>
              <a:off x="11521025" y="4562675"/>
              <a:ext cx="289825" cy="320400"/>
            </a:xfrm>
            <a:custGeom>
              <a:avLst/>
              <a:gdLst/>
              <a:ahLst/>
              <a:cxnLst/>
              <a:rect l="l" t="t" r="r" b="b"/>
              <a:pathLst>
                <a:path w="11593" h="12816" fill="none" extrusionOk="0">
                  <a:moveTo>
                    <a:pt x="5134" y="0"/>
                  </a:moveTo>
                  <a:lnTo>
                    <a:pt x="5134" y="0"/>
                  </a:lnTo>
                  <a:lnTo>
                    <a:pt x="4733" y="20"/>
                  </a:lnTo>
                  <a:lnTo>
                    <a:pt x="4332" y="61"/>
                  </a:lnTo>
                  <a:lnTo>
                    <a:pt x="3951" y="121"/>
                  </a:lnTo>
                  <a:lnTo>
                    <a:pt x="3590" y="201"/>
                  </a:lnTo>
                  <a:lnTo>
                    <a:pt x="3229" y="321"/>
                  </a:lnTo>
                  <a:lnTo>
                    <a:pt x="2868" y="442"/>
                  </a:lnTo>
                  <a:lnTo>
                    <a:pt x="2527" y="602"/>
                  </a:lnTo>
                  <a:lnTo>
                    <a:pt x="2186" y="762"/>
                  </a:lnTo>
                  <a:lnTo>
                    <a:pt x="1866" y="963"/>
                  </a:lnTo>
                  <a:lnTo>
                    <a:pt x="1565" y="1164"/>
                  </a:lnTo>
                  <a:lnTo>
                    <a:pt x="1264" y="1404"/>
                  </a:lnTo>
                  <a:lnTo>
                    <a:pt x="983" y="1645"/>
                  </a:lnTo>
                  <a:lnTo>
                    <a:pt x="722" y="1906"/>
                  </a:lnTo>
                  <a:lnTo>
                    <a:pt x="462" y="2186"/>
                  </a:lnTo>
                  <a:lnTo>
                    <a:pt x="221" y="2467"/>
                  </a:lnTo>
                  <a:lnTo>
                    <a:pt x="1" y="2768"/>
                  </a:lnTo>
                  <a:lnTo>
                    <a:pt x="1" y="2768"/>
                  </a:lnTo>
                  <a:lnTo>
                    <a:pt x="382" y="2487"/>
                  </a:lnTo>
                  <a:lnTo>
                    <a:pt x="783" y="2246"/>
                  </a:lnTo>
                  <a:lnTo>
                    <a:pt x="1204" y="2026"/>
                  </a:lnTo>
                  <a:lnTo>
                    <a:pt x="1645" y="1845"/>
                  </a:lnTo>
                  <a:lnTo>
                    <a:pt x="2086" y="1705"/>
                  </a:lnTo>
                  <a:lnTo>
                    <a:pt x="2527" y="1605"/>
                  </a:lnTo>
                  <a:lnTo>
                    <a:pt x="2989" y="1545"/>
                  </a:lnTo>
                  <a:lnTo>
                    <a:pt x="3450" y="1525"/>
                  </a:lnTo>
                  <a:lnTo>
                    <a:pt x="3450" y="1525"/>
                  </a:lnTo>
                  <a:lnTo>
                    <a:pt x="3811" y="1545"/>
                  </a:lnTo>
                  <a:lnTo>
                    <a:pt x="4172" y="1585"/>
                  </a:lnTo>
                  <a:lnTo>
                    <a:pt x="4533" y="1645"/>
                  </a:lnTo>
                  <a:lnTo>
                    <a:pt x="4894" y="1745"/>
                  </a:lnTo>
                  <a:lnTo>
                    <a:pt x="4894" y="1745"/>
                  </a:lnTo>
                  <a:lnTo>
                    <a:pt x="5295" y="1865"/>
                  </a:lnTo>
                  <a:lnTo>
                    <a:pt x="5656" y="2046"/>
                  </a:lnTo>
                  <a:lnTo>
                    <a:pt x="6017" y="2246"/>
                  </a:lnTo>
                  <a:lnTo>
                    <a:pt x="6338" y="2467"/>
                  </a:lnTo>
                  <a:lnTo>
                    <a:pt x="6659" y="2708"/>
                  </a:lnTo>
                  <a:lnTo>
                    <a:pt x="6959" y="2989"/>
                  </a:lnTo>
                  <a:lnTo>
                    <a:pt x="7240" y="3289"/>
                  </a:lnTo>
                  <a:lnTo>
                    <a:pt x="7501" y="3610"/>
                  </a:lnTo>
                  <a:lnTo>
                    <a:pt x="7722" y="3931"/>
                  </a:lnTo>
                  <a:lnTo>
                    <a:pt x="7922" y="4292"/>
                  </a:lnTo>
                  <a:lnTo>
                    <a:pt x="8103" y="4653"/>
                  </a:lnTo>
                  <a:lnTo>
                    <a:pt x="8263" y="5034"/>
                  </a:lnTo>
                  <a:lnTo>
                    <a:pt x="8383" y="5415"/>
                  </a:lnTo>
                  <a:lnTo>
                    <a:pt x="8484" y="5796"/>
                  </a:lnTo>
                  <a:lnTo>
                    <a:pt x="8544" y="6197"/>
                  </a:lnTo>
                  <a:lnTo>
                    <a:pt x="8584" y="6618"/>
                  </a:lnTo>
                  <a:lnTo>
                    <a:pt x="8584" y="6618"/>
                  </a:lnTo>
                  <a:lnTo>
                    <a:pt x="8584" y="6999"/>
                  </a:lnTo>
                  <a:lnTo>
                    <a:pt x="8564" y="7380"/>
                  </a:lnTo>
                  <a:lnTo>
                    <a:pt x="8504" y="7761"/>
                  </a:lnTo>
                  <a:lnTo>
                    <a:pt x="8423" y="8122"/>
                  </a:lnTo>
                  <a:lnTo>
                    <a:pt x="8303" y="8483"/>
                  </a:lnTo>
                  <a:lnTo>
                    <a:pt x="8163" y="8844"/>
                  </a:lnTo>
                  <a:lnTo>
                    <a:pt x="8002" y="9185"/>
                  </a:lnTo>
                  <a:lnTo>
                    <a:pt x="7822" y="9526"/>
                  </a:lnTo>
                  <a:lnTo>
                    <a:pt x="7621" y="9847"/>
                  </a:lnTo>
                  <a:lnTo>
                    <a:pt x="7401" y="10148"/>
                  </a:lnTo>
                  <a:lnTo>
                    <a:pt x="7140" y="10429"/>
                  </a:lnTo>
                  <a:lnTo>
                    <a:pt x="6879" y="10710"/>
                  </a:lnTo>
                  <a:lnTo>
                    <a:pt x="6598" y="10970"/>
                  </a:lnTo>
                  <a:lnTo>
                    <a:pt x="6298" y="11211"/>
                  </a:lnTo>
                  <a:lnTo>
                    <a:pt x="5977" y="11431"/>
                  </a:lnTo>
                  <a:lnTo>
                    <a:pt x="5656" y="11612"/>
                  </a:lnTo>
                  <a:lnTo>
                    <a:pt x="5656" y="11612"/>
                  </a:lnTo>
                  <a:lnTo>
                    <a:pt x="5315" y="11792"/>
                  </a:lnTo>
                  <a:lnTo>
                    <a:pt x="4974" y="11933"/>
                  </a:lnTo>
                  <a:lnTo>
                    <a:pt x="4633" y="12053"/>
                  </a:lnTo>
                  <a:lnTo>
                    <a:pt x="4272" y="12153"/>
                  </a:lnTo>
                  <a:lnTo>
                    <a:pt x="3911" y="12214"/>
                  </a:lnTo>
                  <a:lnTo>
                    <a:pt x="3550" y="12274"/>
                  </a:lnTo>
                  <a:lnTo>
                    <a:pt x="3189" y="12314"/>
                  </a:lnTo>
                  <a:lnTo>
                    <a:pt x="2808" y="12334"/>
                  </a:lnTo>
                  <a:lnTo>
                    <a:pt x="2808" y="12334"/>
                  </a:lnTo>
                  <a:lnTo>
                    <a:pt x="3109" y="12434"/>
                  </a:lnTo>
                  <a:lnTo>
                    <a:pt x="3390" y="12534"/>
                  </a:lnTo>
                  <a:lnTo>
                    <a:pt x="3691" y="12615"/>
                  </a:lnTo>
                  <a:lnTo>
                    <a:pt x="4011" y="12675"/>
                  </a:lnTo>
                  <a:lnTo>
                    <a:pt x="4332" y="12735"/>
                  </a:lnTo>
                  <a:lnTo>
                    <a:pt x="4653" y="12775"/>
                  </a:lnTo>
                  <a:lnTo>
                    <a:pt x="4994" y="12795"/>
                  </a:lnTo>
                  <a:lnTo>
                    <a:pt x="5335" y="12815"/>
                  </a:lnTo>
                  <a:lnTo>
                    <a:pt x="5335" y="12815"/>
                  </a:lnTo>
                  <a:lnTo>
                    <a:pt x="5676" y="12795"/>
                  </a:lnTo>
                  <a:lnTo>
                    <a:pt x="6037" y="12775"/>
                  </a:lnTo>
                  <a:lnTo>
                    <a:pt x="6037" y="12775"/>
                  </a:lnTo>
                  <a:lnTo>
                    <a:pt x="6498" y="12715"/>
                  </a:lnTo>
                  <a:lnTo>
                    <a:pt x="6919" y="12615"/>
                  </a:lnTo>
                  <a:lnTo>
                    <a:pt x="7340" y="12494"/>
                  </a:lnTo>
                  <a:lnTo>
                    <a:pt x="7762" y="12334"/>
                  </a:lnTo>
                  <a:lnTo>
                    <a:pt x="8143" y="12153"/>
                  </a:lnTo>
                  <a:lnTo>
                    <a:pt x="8524" y="11933"/>
                  </a:lnTo>
                  <a:lnTo>
                    <a:pt x="8885" y="11692"/>
                  </a:lnTo>
                  <a:lnTo>
                    <a:pt x="9226" y="11431"/>
                  </a:lnTo>
                  <a:lnTo>
                    <a:pt x="9546" y="11131"/>
                  </a:lnTo>
                  <a:lnTo>
                    <a:pt x="9847" y="10830"/>
                  </a:lnTo>
                  <a:lnTo>
                    <a:pt x="10128" y="10489"/>
                  </a:lnTo>
                  <a:lnTo>
                    <a:pt x="10409" y="10128"/>
                  </a:lnTo>
                  <a:lnTo>
                    <a:pt x="10629" y="9767"/>
                  </a:lnTo>
                  <a:lnTo>
                    <a:pt x="10850" y="9366"/>
                  </a:lnTo>
                  <a:lnTo>
                    <a:pt x="11051" y="8965"/>
                  </a:lnTo>
                  <a:lnTo>
                    <a:pt x="11211" y="8564"/>
                  </a:lnTo>
                  <a:lnTo>
                    <a:pt x="11211" y="8564"/>
                  </a:lnTo>
                  <a:lnTo>
                    <a:pt x="11291" y="8283"/>
                  </a:lnTo>
                  <a:lnTo>
                    <a:pt x="11371" y="8002"/>
                  </a:lnTo>
                  <a:lnTo>
                    <a:pt x="11452" y="7741"/>
                  </a:lnTo>
                  <a:lnTo>
                    <a:pt x="11492" y="7461"/>
                  </a:lnTo>
                  <a:lnTo>
                    <a:pt x="11572" y="6919"/>
                  </a:lnTo>
                  <a:lnTo>
                    <a:pt x="11592" y="6378"/>
                  </a:lnTo>
                  <a:lnTo>
                    <a:pt x="11592" y="6378"/>
                  </a:lnTo>
                  <a:lnTo>
                    <a:pt x="11592" y="6077"/>
                  </a:lnTo>
                  <a:lnTo>
                    <a:pt x="11572" y="5776"/>
                  </a:lnTo>
                  <a:lnTo>
                    <a:pt x="11532" y="5495"/>
                  </a:lnTo>
                  <a:lnTo>
                    <a:pt x="11472" y="5195"/>
                  </a:lnTo>
                  <a:lnTo>
                    <a:pt x="11412" y="4914"/>
                  </a:lnTo>
                  <a:lnTo>
                    <a:pt x="11331" y="4633"/>
                  </a:lnTo>
                  <a:lnTo>
                    <a:pt x="11251" y="4352"/>
                  </a:lnTo>
                  <a:lnTo>
                    <a:pt x="11151" y="4071"/>
                  </a:lnTo>
                  <a:lnTo>
                    <a:pt x="11031" y="3811"/>
                  </a:lnTo>
                  <a:lnTo>
                    <a:pt x="10910" y="3550"/>
                  </a:lnTo>
                  <a:lnTo>
                    <a:pt x="10770" y="3289"/>
                  </a:lnTo>
                  <a:lnTo>
                    <a:pt x="10629" y="3049"/>
                  </a:lnTo>
                  <a:lnTo>
                    <a:pt x="10469" y="2788"/>
                  </a:lnTo>
                  <a:lnTo>
                    <a:pt x="10288" y="2567"/>
                  </a:lnTo>
                  <a:lnTo>
                    <a:pt x="10108" y="2327"/>
                  </a:lnTo>
                  <a:lnTo>
                    <a:pt x="9928" y="2106"/>
                  </a:lnTo>
                  <a:lnTo>
                    <a:pt x="9727" y="1906"/>
                  </a:lnTo>
                  <a:lnTo>
                    <a:pt x="9506" y="1705"/>
                  </a:lnTo>
                  <a:lnTo>
                    <a:pt x="9286" y="1504"/>
                  </a:lnTo>
                  <a:lnTo>
                    <a:pt x="9045" y="1324"/>
                  </a:lnTo>
                  <a:lnTo>
                    <a:pt x="8825" y="1164"/>
                  </a:lnTo>
                  <a:lnTo>
                    <a:pt x="8564" y="983"/>
                  </a:lnTo>
                  <a:lnTo>
                    <a:pt x="8303" y="843"/>
                  </a:lnTo>
                  <a:lnTo>
                    <a:pt x="8042" y="702"/>
                  </a:lnTo>
                  <a:lnTo>
                    <a:pt x="7782" y="562"/>
                  </a:lnTo>
                  <a:lnTo>
                    <a:pt x="7501" y="462"/>
                  </a:lnTo>
                  <a:lnTo>
                    <a:pt x="7200" y="341"/>
                  </a:lnTo>
                  <a:lnTo>
                    <a:pt x="6919" y="261"/>
                  </a:lnTo>
                  <a:lnTo>
                    <a:pt x="6619" y="181"/>
                  </a:lnTo>
                  <a:lnTo>
                    <a:pt x="6298" y="121"/>
                  </a:lnTo>
                  <a:lnTo>
                    <a:pt x="5997" y="61"/>
                  </a:lnTo>
                  <a:lnTo>
                    <a:pt x="5676" y="20"/>
                  </a:lnTo>
                  <a:lnTo>
                    <a:pt x="5676" y="20"/>
                  </a:lnTo>
                  <a:lnTo>
                    <a:pt x="5395" y="20"/>
                  </a:lnTo>
                  <a:lnTo>
                    <a:pt x="5134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2" name="Google Shape;6192;p26"/>
            <p:cNvSpPr/>
            <p:nvPr/>
          </p:nvSpPr>
          <p:spPr>
            <a:xfrm>
              <a:off x="11681975" y="4635375"/>
              <a:ext cx="62675" cy="62700"/>
            </a:xfrm>
            <a:custGeom>
              <a:avLst/>
              <a:gdLst/>
              <a:ahLst/>
              <a:cxnLst/>
              <a:rect l="l" t="t" r="r" b="b"/>
              <a:pathLst>
                <a:path w="2507" h="2508" extrusionOk="0">
                  <a:moveTo>
                    <a:pt x="1063" y="0"/>
                  </a:moveTo>
                  <a:lnTo>
                    <a:pt x="923" y="40"/>
                  </a:lnTo>
                  <a:lnTo>
                    <a:pt x="782" y="81"/>
                  </a:lnTo>
                  <a:lnTo>
                    <a:pt x="662" y="141"/>
                  </a:lnTo>
                  <a:lnTo>
                    <a:pt x="541" y="221"/>
                  </a:lnTo>
                  <a:lnTo>
                    <a:pt x="441" y="301"/>
                  </a:lnTo>
                  <a:lnTo>
                    <a:pt x="341" y="381"/>
                  </a:lnTo>
                  <a:lnTo>
                    <a:pt x="261" y="502"/>
                  </a:lnTo>
                  <a:lnTo>
                    <a:pt x="181" y="602"/>
                  </a:lnTo>
                  <a:lnTo>
                    <a:pt x="120" y="722"/>
                  </a:lnTo>
                  <a:lnTo>
                    <a:pt x="60" y="863"/>
                  </a:lnTo>
                  <a:lnTo>
                    <a:pt x="20" y="1003"/>
                  </a:lnTo>
                  <a:lnTo>
                    <a:pt x="0" y="1143"/>
                  </a:lnTo>
                  <a:lnTo>
                    <a:pt x="0" y="1284"/>
                  </a:lnTo>
                  <a:lnTo>
                    <a:pt x="0" y="1424"/>
                  </a:lnTo>
                  <a:lnTo>
                    <a:pt x="40" y="1645"/>
                  </a:lnTo>
                  <a:lnTo>
                    <a:pt x="140" y="1845"/>
                  </a:lnTo>
                  <a:lnTo>
                    <a:pt x="261" y="2046"/>
                  </a:lnTo>
                  <a:lnTo>
                    <a:pt x="441" y="2206"/>
                  </a:lnTo>
                  <a:lnTo>
                    <a:pt x="642" y="2347"/>
                  </a:lnTo>
                  <a:lnTo>
                    <a:pt x="742" y="2407"/>
                  </a:lnTo>
                  <a:lnTo>
                    <a:pt x="862" y="2447"/>
                  </a:lnTo>
                  <a:lnTo>
                    <a:pt x="1003" y="2487"/>
                  </a:lnTo>
                  <a:lnTo>
                    <a:pt x="1123" y="2507"/>
                  </a:lnTo>
                  <a:lnTo>
                    <a:pt x="1424" y="2507"/>
                  </a:lnTo>
                  <a:lnTo>
                    <a:pt x="1584" y="2487"/>
                  </a:lnTo>
                  <a:lnTo>
                    <a:pt x="1745" y="2427"/>
                  </a:lnTo>
                  <a:lnTo>
                    <a:pt x="1905" y="2347"/>
                  </a:lnTo>
                  <a:lnTo>
                    <a:pt x="2046" y="2246"/>
                  </a:lnTo>
                  <a:lnTo>
                    <a:pt x="2166" y="2126"/>
                  </a:lnTo>
                  <a:lnTo>
                    <a:pt x="2266" y="1986"/>
                  </a:lnTo>
                  <a:lnTo>
                    <a:pt x="2366" y="1845"/>
                  </a:lnTo>
                  <a:lnTo>
                    <a:pt x="2427" y="1685"/>
                  </a:lnTo>
                  <a:lnTo>
                    <a:pt x="2487" y="1524"/>
                  </a:lnTo>
                  <a:lnTo>
                    <a:pt x="2507" y="1384"/>
                  </a:lnTo>
                  <a:lnTo>
                    <a:pt x="2507" y="1244"/>
                  </a:lnTo>
                  <a:lnTo>
                    <a:pt x="2507" y="1083"/>
                  </a:lnTo>
                  <a:lnTo>
                    <a:pt x="2467" y="943"/>
                  </a:lnTo>
                  <a:lnTo>
                    <a:pt x="2427" y="823"/>
                  </a:lnTo>
                  <a:lnTo>
                    <a:pt x="2366" y="682"/>
                  </a:lnTo>
                  <a:lnTo>
                    <a:pt x="2306" y="562"/>
                  </a:lnTo>
                  <a:lnTo>
                    <a:pt x="2226" y="462"/>
                  </a:lnTo>
                  <a:lnTo>
                    <a:pt x="2126" y="361"/>
                  </a:lnTo>
                  <a:lnTo>
                    <a:pt x="2026" y="261"/>
                  </a:lnTo>
                  <a:lnTo>
                    <a:pt x="1905" y="181"/>
                  </a:lnTo>
                  <a:lnTo>
                    <a:pt x="1785" y="121"/>
                  </a:lnTo>
                  <a:lnTo>
                    <a:pt x="1644" y="60"/>
                  </a:lnTo>
                  <a:lnTo>
                    <a:pt x="1504" y="20"/>
                  </a:lnTo>
                  <a:lnTo>
                    <a:pt x="1344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3" name="Google Shape;6193;p26"/>
            <p:cNvSpPr/>
            <p:nvPr/>
          </p:nvSpPr>
          <p:spPr>
            <a:xfrm>
              <a:off x="10943088" y="5379375"/>
              <a:ext cx="1395300" cy="157200"/>
            </a:xfrm>
            <a:prstGeom prst="ellipse">
              <a:avLst/>
            </a:pr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194" name="Google Shape;6194;p26"/>
          <p:cNvGrpSpPr/>
          <p:nvPr/>
        </p:nvGrpSpPr>
        <p:grpSpPr>
          <a:xfrm>
            <a:off x="6815325" y="-1175"/>
            <a:ext cx="260625" cy="1230500"/>
            <a:chOff x="6815325" y="0"/>
            <a:chExt cx="260625" cy="1230500"/>
          </a:xfrm>
        </p:grpSpPr>
        <p:sp>
          <p:nvSpPr>
            <p:cNvPr id="6195" name="Google Shape;6195;p26"/>
            <p:cNvSpPr/>
            <p:nvPr/>
          </p:nvSpPr>
          <p:spPr>
            <a:xfrm>
              <a:off x="6943375" y="0"/>
              <a:ext cx="25" cy="916575"/>
            </a:xfrm>
            <a:custGeom>
              <a:avLst/>
              <a:gdLst/>
              <a:ahLst/>
              <a:cxnLst/>
              <a:rect l="l" t="t" r="r" b="b"/>
              <a:pathLst>
                <a:path w="1" h="36663" extrusionOk="0">
                  <a:moveTo>
                    <a:pt x="1" y="36662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6" name="Google Shape;6196;p26"/>
            <p:cNvSpPr/>
            <p:nvPr/>
          </p:nvSpPr>
          <p:spPr>
            <a:xfrm>
              <a:off x="6943375" y="0"/>
              <a:ext cx="25" cy="916575"/>
            </a:xfrm>
            <a:custGeom>
              <a:avLst/>
              <a:gdLst/>
              <a:ahLst/>
              <a:cxnLst/>
              <a:rect l="l" t="t" r="r" b="b"/>
              <a:pathLst>
                <a:path w="1" h="36663" fill="none" extrusionOk="0">
                  <a:moveTo>
                    <a:pt x="1" y="36662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7" name="Google Shape;6197;p26"/>
            <p:cNvSpPr/>
            <p:nvPr/>
          </p:nvSpPr>
          <p:spPr>
            <a:xfrm>
              <a:off x="6933275" y="0"/>
              <a:ext cx="19675" cy="916575"/>
            </a:xfrm>
            <a:custGeom>
              <a:avLst/>
              <a:gdLst/>
              <a:ahLst/>
              <a:cxnLst/>
              <a:rect l="l" t="t" r="r" b="b"/>
              <a:pathLst>
                <a:path w="787" h="36663" extrusionOk="0">
                  <a:moveTo>
                    <a:pt x="0" y="0"/>
                  </a:moveTo>
                  <a:lnTo>
                    <a:pt x="0" y="36662"/>
                  </a:lnTo>
                  <a:lnTo>
                    <a:pt x="787" y="36662"/>
                  </a:lnTo>
                  <a:lnTo>
                    <a:pt x="78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8" name="Google Shape;6198;p26"/>
            <p:cNvSpPr/>
            <p:nvPr/>
          </p:nvSpPr>
          <p:spPr>
            <a:xfrm>
              <a:off x="6815325" y="847475"/>
              <a:ext cx="260625" cy="383025"/>
            </a:xfrm>
            <a:custGeom>
              <a:avLst/>
              <a:gdLst/>
              <a:ahLst/>
              <a:cxnLst/>
              <a:rect l="l" t="t" r="r" b="b"/>
              <a:pathLst>
                <a:path w="10425" h="15321" extrusionOk="0">
                  <a:moveTo>
                    <a:pt x="7077" y="0"/>
                  </a:moveTo>
                  <a:lnTo>
                    <a:pt x="6718" y="23"/>
                  </a:lnTo>
                  <a:lnTo>
                    <a:pt x="6358" y="45"/>
                  </a:lnTo>
                  <a:lnTo>
                    <a:pt x="5999" y="90"/>
                  </a:lnTo>
                  <a:lnTo>
                    <a:pt x="5662" y="157"/>
                  </a:lnTo>
                  <a:lnTo>
                    <a:pt x="5303" y="247"/>
                  </a:lnTo>
                  <a:lnTo>
                    <a:pt x="4966" y="360"/>
                  </a:lnTo>
                  <a:lnTo>
                    <a:pt x="4651" y="472"/>
                  </a:lnTo>
                  <a:lnTo>
                    <a:pt x="4314" y="607"/>
                  </a:lnTo>
                  <a:lnTo>
                    <a:pt x="4000" y="764"/>
                  </a:lnTo>
                  <a:lnTo>
                    <a:pt x="3708" y="944"/>
                  </a:lnTo>
                  <a:lnTo>
                    <a:pt x="3416" y="1123"/>
                  </a:lnTo>
                  <a:lnTo>
                    <a:pt x="3123" y="1326"/>
                  </a:lnTo>
                  <a:lnTo>
                    <a:pt x="2831" y="1528"/>
                  </a:lnTo>
                  <a:lnTo>
                    <a:pt x="2584" y="1752"/>
                  </a:lnTo>
                  <a:lnTo>
                    <a:pt x="2315" y="1999"/>
                  </a:lnTo>
                  <a:lnTo>
                    <a:pt x="2068" y="2247"/>
                  </a:lnTo>
                  <a:lnTo>
                    <a:pt x="1843" y="2516"/>
                  </a:lnTo>
                  <a:lnTo>
                    <a:pt x="1618" y="2808"/>
                  </a:lnTo>
                  <a:lnTo>
                    <a:pt x="1394" y="3078"/>
                  </a:lnTo>
                  <a:lnTo>
                    <a:pt x="1214" y="3392"/>
                  </a:lnTo>
                  <a:lnTo>
                    <a:pt x="1012" y="3707"/>
                  </a:lnTo>
                  <a:lnTo>
                    <a:pt x="855" y="4021"/>
                  </a:lnTo>
                  <a:lnTo>
                    <a:pt x="697" y="4336"/>
                  </a:lnTo>
                  <a:lnTo>
                    <a:pt x="563" y="4695"/>
                  </a:lnTo>
                  <a:lnTo>
                    <a:pt x="428" y="5032"/>
                  </a:lnTo>
                  <a:lnTo>
                    <a:pt x="315" y="5392"/>
                  </a:lnTo>
                  <a:lnTo>
                    <a:pt x="226" y="5751"/>
                  </a:lnTo>
                  <a:lnTo>
                    <a:pt x="136" y="6110"/>
                  </a:lnTo>
                  <a:lnTo>
                    <a:pt x="68" y="6492"/>
                  </a:lnTo>
                  <a:lnTo>
                    <a:pt x="23" y="6874"/>
                  </a:lnTo>
                  <a:lnTo>
                    <a:pt x="1" y="7256"/>
                  </a:lnTo>
                  <a:lnTo>
                    <a:pt x="1" y="7661"/>
                  </a:lnTo>
                  <a:lnTo>
                    <a:pt x="1" y="8042"/>
                  </a:lnTo>
                  <a:lnTo>
                    <a:pt x="23" y="8447"/>
                  </a:lnTo>
                  <a:lnTo>
                    <a:pt x="68" y="8829"/>
                  </a:lnTo>
                  <a:lnTo>
                    <a:pt x="136" y="9211"/>
                  </a:lnTo>
                  <a:lnTo>
                    <a:pt x="226" y="9570"/>
                  </a:lnTo>
                  <a:lnTo>
                    <a:pt x="315" y="9929"/>
                  </a:lnTo>
                  <a:lnTo>
                    <a:pt x="428" y="10289"/>
                  </a:lnTo>
                  <a:lnTo>
                    <a:pt x="563" y="10648"/>
                  </a:lnTo>
                  <a:lnTo>
                    <a:pt x="697" y="10985"/>
                  </a:lnTo>
                  <a:lnTo>
                    <a:pt x="855" y="11322"/>
                  </a:lnTo>
                  <a:lnTo>
                    <a:pt x="1012" y="11637"/>
                  </a:lnTo>
                  <a:lnTo>
                    <a:pt x="1214" y="11951"/>
                  </a:lnTo>
                  <a:lnTo>
                    <a:pt x="1394" y="12243"/>
                  </a:lnTo>
                  <a:lnTo>
                    <a:pt x="1618" y="12535"/>
                  </a:lnTo>
                  <a:lnTo>
                    <a:pt x="1843" y="12805"/>
                  </a:lnTo>
                  <a:lnTo>
                    <a:pt x="2068" y="13075"/>
                  </a:lnTo>
                  <a:lnTo>
                    <a:pt x="2315" y="13344"/>
                  </a:lnTo>
                  <a:lnTo>
                    <a:pt x="2584" y="13569"/>
                  </a:lnTo>
                  <a:lnTo>
                    <a:pt x="2831" y="13793"/>
                  </a:lnTo>
                  <a:lnTo>
                    <a:pt x="3123" y="14018"/>
                  </a:lnTo>
                  <a:lnTo>
                    <a:pt x="3416" y="14220"/>
                  </a:lnTo>
                  <a:lnTo>
                    <a:pt x="3708" y="14400"/>
                  </a:lnTo>
                  <a:lnTo>
                    <a:pt x="4000" y="14580"/>
                  </a:lnTo>
                  <a:lnTo>
                    <a:pt x="4314" y="14714"/>
                  </a:lnTo>
                  <a:lnTo>
                    <a:pt x="4651" y="14872"/>
                  </a:lnTo>
                  <a:lnTo>
                    <a:pt x="4966" y="14984"/>
                  </a:lnTo>
                  <a:lnTo>
                    <a:pt x="5303" y="15074"/>
                  </a:lnTo>
                  <a:lnTo>
                    <a:pt x="5662" y="15164"/>
                  </a:lnTo>
                  <a:lnTo>
                    <a:pt x="5999" y="15231"/>
                  </a:lnTo>
                  <a:lnTo>
                    <a:pt x="6358" y="15276"/>
                  </a:lnTo>
                  <a:lnTo>
                    <a:pt x="6718" y="15321"/>
                  </a:lnTo>
                  <a:lnTo>
                    <a:pt x="7504" y="15321"/>
                  </a:lnTo>
                  <a:lnTo>
                    <a:pt x="7931" y="15276"/>
                  </a:lnTo>
                  <a:lnTo>
                    <a:pt x="8335" y="15209"/>
                  </a:lnTo>
                  <a:lnTo>
                    <a:pt x="8762" y="15119"/>
                  </a:lnTo>
                  <a:lnTo>
                    <a:pt x="9144" y="14984"/>
                  </a:lnTo>
                  <a:lnTo>
                    <a:pt x="9548" y="14849"/>
                  </a:lnTo>
                  <a:lnTo>
                    <a:pt x="9908" y="14692"/>
                  </a:lnTo>
                  <a:lnTo>
                    <a:pt x="10267" y="14512"/>
                  </a:lnTo>
                  <a:lnTo>
                    <a:pt x="9863" y="14243"/>
                  </a:lnTo>
                  <a:lnTo>
                    <a:pt x="9481" y="13951"/>
                  </a:lnTo>
                  <a:lnTo>
                    <a:pt x="9122" y="13636"/>
                  </a:lnTo>
                  <a:lnTo>
                    <a:pt x="8762" y="13299"/>
                  </a:lnTo>
                  <a:lnTo>
                    <a:pt x="8425" y="12940"/>
                  </a:lnTo>
                  <a:lnTo>
                    <a:pt x="8133" y="12558"/>
                  </a:lnTo>
                  <a:lnTo>
                    <a:pt x="7841" y="12153"/>
                  </a:lnTo>
                  <a:lnTo>
                    <a:pt x="7594" y="11727"/>
                  </a:lnTo>
                  <a:lnTo>
                    <a:pt x="7347" y="11300"/>
                  </a:lnTo>
                  <a:lnTo>
                    <a:pt x="7145" y="10828"/>
                  </a:lnTo>
                  <a:lnTo>
                    <a:pt x="6987" y="10356"/>
                  </a:lnTo>
                  <a:lnTo>
                    <a:pt x="6830" y="9862"/>
                  </a:lnTo>
                  <a:lnTo>
                    <a:pt x="6718" y="9345"/>
                  </a:lnTo>
                  <a:lnTo>
                    <a:pt x="6628" y="8829"/>
                  </a:lnTo>
                  <a:lnTo>
                    <a:pt x="6583" y="8290"/>
                  </a:lnTo>
                  <a:lnTo>
                    <a:pt x="6561" y="7750"/>
                  </a:lnTo>
                  <a:lnTo>
                    <a:pt x="6583" y="7211"/>
                  </a:lnTo>
                  <a:lnTo>
                    <a:pt x="6628" y="6650"/>
                  </a:lnTo>
                  <a:lnTo>
                    <a:pt x="6718" y="6133"/>
                  </a:lnTo>
                  <a:lnTo>
                    <a:pt x="6830" y="5616"/>
                  </a:lnTo>
                  <a:lnTo>
                    <a:pt x="6987" y="5100"/>
                  </a:lnTo>
                  <a:lnTo>
                    <a:pt x="7167" y="4605"/>
                  </a:lnTo>
                  <a:lnTo>
                    <a:pt x="7392" y="4134"/>
                  </a:lnTo>
                  <a:lnTo>
                    <a:pt x="7639" y="3684"/>
                  </a:lnTo>
                  <a:lnTo>
                    <a:pt x="7908" y="3257"/>
                  </a:lnTo>
                  <a:lnTo>
                    <a:pt x="8200" y="2853"/>
                  </a:lnTo>
                  <a:lnTo>
                    <a:pt x="8515" y="2449"/>
                  </a:lnTo>
                  <a:lnTo>
                    <a:pt x="8852" y="2089"/>
                  </a:lnTo>
                  <a:lnTo>
                    <a:pt x="9211" y="1752"/>
                  </a:lnTo>
                  <a:lnTo>
                    <a:pt x="9616" y="1438"/>
                  </a:lnTo>
                  <a:lnTo>
                    <a:pt x="10020" y="1168"/>
                  </a:lnTo>
                  <a:lnTo>
                    <a:pt x="10424" y="921"/>
                  </a:lnTo>
                  <a:lnTo>
                    <a:pt x="10065" y="719"/>
                  </a:lnTo>
                  <a:lnTo>
                    <a:pt x="9661" y="517"/>
                  </a:lnTo>
                  <a:lnTo>
                    <a:pt x="9256" y="382"/>
                  </a:lnTo>
                  <a:lnTo>
                    <a:pt x="8852" y="247"/>
                  </a:lnTo>
                  <a:lnTo>
                    <a:pt x="8425" y="135"/>
                  </a:lnTo>
                  <a:lnTo>
                    <a:pt x="7976" y="68"/>
                  </a:lnTo>
                  <a:lnTo>
                    <a:pt x="7527" y="23"/>
                  </a:lnTo>
                  <a:lnTo>
                    <a:pt x="707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199" name="Google Shape;6199;p26"/>
          <p:cNvGrpSpPr/>
          <p:nvPr/>
        </p:nvGrpSpPr>
        <p:grpSpPr>
          <a:xfrm>
            <a:off x="310050" y="-1175"/>
            <a:ext cx="599250" cy="1418100"/>
            <a:chOff x="310050" y="-1175"/>
            <a:chExt cx="599250" cy="1418100"/>
          </a:xfrm>
        </p:grpSpPr>
        <p:grpSp>
          <p:nvGrpSpPr>
            <p:cNvPr id="6200" name="Google Shape;6200;p26"/>
            <p:cNvGrpSpPr/>
            <p:nvPr/>
          </p:nvGrpSpPr>
          <p:grpSpPr>
            <a:xfrm>
              <a:off x="310050" y="-1175"/>
              <a:ext cx="599250" cy="1418100"/>
              <a:chOff x="310050" y="0"/>
              <a:chExt cx="599250" cy="1418100"/>
            </a:xfrm>
          </p:grpSpPr>
          <p:sp>
            <p:nvSpPr>
              <p:cNvPr id="6201" name="Google Shape;6201;p26"/>
              <p:cNvSpPr/>
              <p:nvPr/>
            </p:nvSpPr>
            <p:spPr>
              <a:xfrm>
                <a:off x="608250" y="0"/>
                <a:ext cx="25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1" h="36663" extrusionOk="0">
                    <a:moveTo>
                      <a:pt x="1" y="36662"/>
                    </a:move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2" name="Google Shape;6202;p26"/>
              <p:cNvSpPr/>
              <p:nvPr/>
            </p:nvSpPr>
            <p:spPr>
              <a:xfrm>
                <a:off x="608250" y="0"/>
                <a:ext cx="25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1" h="36663" fill="none" extrusionOk="0">
                    <a:moveTo>
                      <a:pt x="1" y="36662"/>
                    </a:moveTo>
                    <a:lnTo>
                      <a:pt x="1" y="0"/>
                    </a:lnTo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3" name="Google Shape;6203;p26"/>
              <p:cNvSpPr/>
              <p:nvPr/>
            </p:nvSpPr>
            <p:spPr>
              <a:xfrm>
                <a:off x="598700" y="0"/>
                <a:ext cx="19700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788" h="36663" extrusionOk="0">
                    <a:moveTo>
                      <a:pt x="1" y="0"/>
                    </a:moveTo>
                    <a:lnTo>
                      <a:pt x="1" y="36662"/>
                    </a:lnTo>
                    <a:lnTo>
                      <a:pt x="787" y="36662"/>
                    </a:lnTo>
                    <a:lnTo>
                      <a:pt x="78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4" name="Google Shape;6204;p26"/>
              <p:cNvSpPr/>
              <p:nvPr/>
            </p:nvSpPr>
            <p:spPr>
              <a:xfrm>
                <a:off x="310050" y="847475"/>
                <a:ext cx="599250" cy="570625"/>
              </a:xfrm>
              <a:custGeom>
                <a:avLst/>
                <a:gdLst/>
                <a:ahLst/>
                <a:cxnLst/>
                <a:rect l="l" t="t" r="r" b="b"/>
                <a:pathLst>
                  <a:path w="23970" h="22825" extrusionOk="0">
                    <a:moveTo>
                      <a:pt x="11996" y="0"/>
                    </a:moveTo>
                    <a:lnTo>
                      <a:pt x="7503" y="6425"/>
                    </a:lnTo>
                    <a:lnTo>
                      <a:pt x="0" y="8716"/>
                    </a:lnTo>
                    <a:lnTo>
                      <a:pt x="4718" y="14984"/>
                    </a:lnTo>
                    <a:lnTo>
                      <a:pt x="4560" y="22824"/>
                    </a:lnTo>
                    <a:lnTo>
                      <a:pt x="11996" y="20286"/>
                    </a:lnTo>
                    <a:lnTo>
                      <a:pt x="19409" y="22824"/>
                    </a:lnTo>
                    <a:lnTo>
                      <a:pt x="19252" y="14984"/>
                    </a:lnTo>
                    <a:lnTo>
                      <a:pt x="23970" y="8716"/>
                    </a:lnTo>
                    <a:lnTo>
                      <a:pt x="16489" y="6425"/>
                    </a:lnTo>
                    <a:lnTo>
                      <a:pt x="11996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205" name="Google Shape;6205;p26"/>
            <p:cNvSpPr/>
            <p:nvPr/>
          </p:nvSpPr>
          <p:spPr>
            <a:xfrm>
              <a:off x="445600" y="979650"/>
              <a:ext cx="328149" cy="312474"/>
            </a:xfrm>
            <a:custGeom>
              <a:avLst/>
              <a:gdLst/>
              <a:ahLst/>
              <a:cxnLst/>
              <a:rect l="l" t="t" r="r" b="b"/>
              <a:pathLst>
                <a:path w="23970" h="22825" extrusionOk="0">
                  <a:moveTo>
                    <a:pt x="11996" y="0"/>
                  </a:moveTo>
                  <a:lnTo>
                    <a:pt x="7503" y="6425"/>
                  </a:lnTo>
                  <a:lnTo>
                    <a:pt x="0" y="8716"/>
                  </a:lnTo>
                  <a:lnTo>
                    <a:pt x="4718" y="14984"/>
                  </a:lnTo>
                  <a:lnTo>
                    <a:pt x="4560" y="22824"/>
                  </a:lnTo>
                  <a:lnTo>
                    <a:pt x="11996" y="20286"/>
                  </a:lnTo>
                  <a:lnTo>
                    <a:pt x="19409" y="22824"/>
                  </a:lnTo>
                  <a:lnTo>
                    <a:pt x="19252" y="14984"/>
                  </a:lnTo>
                  <a:lnTo>
                    <a:pt x="23970" y="8716"/>
                  </a:lnTo>
                  <a:lnTo>
                    <a:pt x="16489" y="6425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424242">
                <a:alpha val="61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206" name="Google Shape;6206;p26"/>
          <p:cNvGrpSpPr/>
          <p:nvPr/>
        </p:nvGrpSpPr>
        <p:grpSpPr>
          <a:xfrm>
            <a:off x="1157075" y="-1175"/>
            <a:ext cx="297100" cy="2315550"/>
            <a:chOff x="1157075" y="-1175"/>
            <a:chExt cx="297100" cy="2315550"/>
          </a:xfrm>
        </p:grpSpPr>
        <p:grpSp>
          <p:nvGrpSpPr>
            <p:cNvPr id="6207" name="Google Shape;6207;p26"/>
            <p:cNvGrpSpPr/>
            <p:nvPr/>
          </p:nvGrpSpPr>
          <p:grpSpPr>
            <a:xfrm>
              <a:off x="1157075" y="-1175"/>
              <a:ext cx="297100" cy="2315550"/>
              <a:chOff x="1233275" y="0"/>
              <a:chExt cx="297100" cy="2315550"/>
            </a:xfrm>
          </p:grpSpPr>
          <p:sp>
            <p:nvSpPr>
              <p:cNvPr id="6208" name="Google Shape;6208;p26"/>
              <p:cNvSpPr/>
              <p:nvPr/>
            </p:nvSpPr>
            <p:spPr>
              <a:xfrm>
                <a:off x="1383225" y="0"/>
                <a:ext cx="25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1" h="86894" extrusionOk="0">
                    <a:moveTo>
                      <a:pt x="0" y="86893"/>
                    </a:move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9" name="Google Shape;6209;p26"/>
              <p:cNvSpPr/>
              <p:nvPr/>
            </p:nvSpPr>
            <p:spPr>
              <a:xfrm>
                <a:off x="1383225" y="0"/>
                <a:ext cx="25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1" h="86894" fill="none" extrusionOk="0">
                    <a:moveTo>
                      <a:pt x="0" y="86893"/>
                    </a:moveTo>
                    <a:lnTo>
                      <a:pt x="0" y="0"/>
                    </a:lnTo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0" name="Google Shape;6210;p26"/>
              <p:cNvSpPr/>
              <p:nvPr/>
            </p:nvSpPr>
            <p:spPr>
              <a:xfrm>
                <a:off x="1373675" y="0"/>
                <a:ext cx="19675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787" h="86894" extrusionOk="0">
                    <a:moveTo>
                      <a:pt x="0" y="0"/>
                    </a:moveTo>
                    <a:lnTo>
                      <a:pt x="0" y="86893"/>
                    </a:lnTo>
                    <a:lnTo>
                      <a:pt x="787" y="86893"/>
                    </a:lnTo>
                    <a:lnTo>
                      <a:pt x="78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1" name="Google Shape;6211;p26"/>
              <p:cNvSpPr/>
              <p:nvPr/>
            </p:nvSpPr>
            <p:spPr>
              <a:xfrm>
                <a:off x="1233275" y="2033025"/>
                <a:ext cx="297100" cy="282525"/>
              </a:xfrm>
              <a:custGeom>
                <a:avLst/>
                <a:gdLst/>
                <a:ahLst/>
                <a:cxnLst/>
                <a:rect l="l" t="t" r="r" b="b"/>
                <a:pathLst>
                  <a:path w="11884" h="11301" extrusionOk="0">
                    <a:moveTo>
                      <a:pt x="5953" y="1"/>
                    </a:moveTo>
                    <a:lnTo>
                      <a:pt x="3729" y="3191"/>
                    </a:lnTo>
                    <a:lnTo>
                      <a:pt x="0" y="4314"/>
                    </a:lnTo>
                    <a:lnTo>
                      <a:pt x="2359" y="7437"/>
                    </a:lnTo>
                    <a:lnTo>
                      <a:pt x="2269" y="11301"/>
                    </a:lnTo>
                    <a:lnTo>
                      <a:pt x="5953" y="10043"/>
                    </a:lnTo>
                    <a:lnTo>
                      <a:pt x="9615" y="11301"/>
                    </a:lnTo>
                    <a:lnTo>
                      <a:pt x="9570" y="7437"/>
                    </a:lnTo>
                    <a:lnTo>
                      <a:pt x="11884" y="4314"/>
                    </a:lnTo>
                    <a:lnTo>
                      <a:pt x="8177" y="3191"/>
                    </a:lnTo>
                    <a:lnTo>
                      <a:pt x="5953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212" name="Google Shape;6212;p26"/>
            <p:cNvSpPr/>
            <p:nvPr/>
          </p:nvSpPr>
          <p:spPr>
            <a:xfrm>
              <a:off x="1242813" y="2108125"/>
              <a:ext cx="138307" cy="131700"/>
            </a:xfrm>
            <a:custGeom>
              <a:avLst/>
              <a:gdLst/>
              <a:ahLst/>
              <a:cxnLst/>
              <a:rect l="l" t="t" r="r" b="b"/>
              <a:pathLst>
                <a:path w="23970" h="22825" extrusionOk="0">
                  <a:moveTo>
                    <a:pt x="11996" y="0"/>
                  </a:moveTo>
                  <a:lnTo>
                    <a:pt x="7503" y="6425"/>
                  </a:lnTo>
                  <a:lnTo>
                    <a:pt x="0" y="8716"/>
                  </a:lnTo>
                  <a:lnTo>
                    <a:pt x="4718" y="14984"/>
                  </a:lnTo>
                  <a:lnTo>
                    <a:pt x="4560" y="22824"/>
                  </a:lnTo>
                  <a:lnTo>
                    <a:pt x="11996" y="20286"/>
                  </a:lnTo>
                  <a:lnTo>
                    <a:pt x="19409" y="22824"/>
                  </a:lnTo>
                  <a:lnTo>
                    <a:pt x="19252" y="14984"/>
                  </a:lnTo>
                  <a:lnTo>
                    <a:pt x="23970" y="8716"/>
                  </a:lnTo>
                  <a:lnTo>
                    <a:pt x="16489" y="6425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424242">
                <a:alpha val="61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213" name="Google Shape;6213;p26"/>
          <p:cNvGrpSpPr/>
          <p:nvPr/>
        </p:nvGrpSpPr>
        <p:grpSpPr>
          <a:xfrm>
            <a:off x="8234700" y="-1175"/>
            <a:ext cx="297100" cy="2315550"/>
            <a:chOff x="8234700" y="-1175"/>
            <a:chExt cx="297100" cy="2315550"/>
          </a:xfrm>
        </p:grpSpPr>
        <p:grpSp>
          <p:nvGrpSpPr>
            <p:cNvPr id="6214" name="Google Shape;6214;p26"/>
            <p:cNvGrpSpPr/>
            <p:nvPr/>
          </p:nvGrpSpPr>
          <p:grpSpPr>
            <a:xfrm>
              <a:off x="8234700" y="-1175"/>
              <a:ext cx="297100" cy="2315550"/>
              <a:chOff x="8234700" y="-5937"/>
              <a:chExt cx="297100" cy="2315550"/>
            </a:xfrm>
          </p:grpSpPr>
          <p:sp>
            <p:nvSpPr>
              <p:cNvPr id="6215" name="Google Shape;6215;p26"/>
              <p:cNvSpPr/>
              <p:nvPr/>
            </p:nvSpPr>
            <p:spPr>
              <a:xfrm>
                <a:off x="8384650" y="-5937"/>
                <a:ext cx="25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1" h="86894" extrusionOk="0">
                    <a:moveTo>
                      <a:pt x="0" y="86893"/>
                    </a:move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6" name="Google Shape;6216;p26"/>
              <p:cNvSpPr/>
              <p:nvPr/>
            </p:nvSpPr>
            <p:spPr>
              <a:xfrm>
                <a:off x="8384650" y="-5937"/>
                <a:ext cx="25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1" h="86894" fill="none" extrusionOk="0">
                    <a:moveTo>
                      <a:pt x="0" y="86893"/>
                    </a:moveTo>
                    <a:lnTo>
                      <a:pt x="0" y="0"/>
                    </a:lnTo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7" name="Google Shape;6217;p26"/>
              <p:cNvSpPr/>
              <p:nvPr/>
            </p:nvSpPr>
            <p:spPr>
              <a:xfrm>
                <a:off x="8374525" y="-5937"/>
                <a:ext cx="19700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788" h="86894" extrusionOk="0">
                    <a:moveTo>
                      <a:pt x="1" y="0"/>
                    </a:moveTo>
                    <a:lnTo>
                      <a:pt x="1" y="86893"/>
                    </a:lnTo>
                    <a:lnTo>
                      <a:pt x="787" y="86893"/>
                    </a:lnTo>
                    <a:lnTo>
                      <a:pt x="78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8" name="Google Shape;6218;p26"/>
              <p:cNvSpPr/>
              <p:nvPr/>
            </p:nvSpPr>
            <p:spPr>
              <a:xfrm>
                <a:off x="8234700" y="2027088"/>
                <a:ext cx="297100" cy="282525"/>
              </a:xfrm>
              <a:custGeom>
                <a:avLst/>
                <a:gdLst/>
                <a:ahLst/>
                <a:cxnLst/>
                <a:rect l="l" t="t" r="r" b="b"/>
                <a:pathLst>
                  <a:path w="11884" h="11301" extrusionOk="0">
                    <a:moveTo>
                      <a:pt x="5931" y="1"/>
                    </a:moveTo>
                    <a:lnTo>
                      <a:pt x="3707" y="3191"/>
                    </a:lnTo>
                    <a:lnTo>
                      <a:pt x="0" y="4314"/>
                    </a:lnTo>
                    <a:lnTo>
                      <a:pt x="2337" y="7437"/>
                    </a:lnTo>
                    <a:lnTo>
                      <a:pt x="2269" y="11301"/>
                    </a:lnTo>
                    <a:lnTo>
                      <a:pt x="5931" y="10043"/>
                    </a:lnTo>
                    <a:lnTo>
                      <a:pt x="9615" y="11301"/>
                    </a:lnTo>
                    <a:lnTo>
                      <a:pt x="9548" y="7437"/>
                    </a:lnTo>
                    <a:lnTo>
                      <a:pt x="11884" y="4314"/>
                    </a:lnTo>
                    <a:lnTo>
                      <a:pt x="8155" y="3191"/>
                    </a:lnTo>
                    <a:lnTo>
                      <a:pt x="5931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219" name="Google Shape;6219;p26"/>
            <p:cNvSpPr/>
            <p:nvPr/>
          </p:nvSpPr>
          <p:spPr>
            <a:xfrm>
              <a:off x="8309450" y="2109800"/>
              <a:ext cx="147595" cy="140545"/>
            </a:xfrm>
            <a:custGeom>
              <a:avLst/>
              <a:gdLst/>
              <a:ahLst/>
              <a:cxnLst/>
              <a:rect l="l" t="t" r="r" b="b"/>
              <a:pathLst>
                <a:path w="23970" h="22825" extrusionOk="0">
                  <a:moveTo>
                    <a:pt x="11996" y="0"/>
                  </a:moveTo>
                  <a:lnTo>
                    <a:pt x="7503" y="6425"/>
                  </a:lnTo>
                  <a:lnTo>
                    <a:pt x="0" y="8716"/>
                  </a:lnTo>
                  <a:lnTo>
                    <a:pt x="4718" y="14984"/>
                  </a:lnTo>
                  <a:lnTo>
                    <a:pt x="4560" y="22824"/>
                  </a:lnTo>
                  <a:lnTo>
                    <a:pt x="11996" y="20286"/>
                  </a:lnTo>
                  <a:lnTo>
                    <a:pt x="19409" y="22824"/>
                  </a:lnTo>
                  <a:lnTo>
                    <a:pt x="19252" y="14984"/>
                  </a:lnTo>
                  <a:lnTo>
                    <a:pt x="23970" y="8716"/>
                  </a:lnTo>
                  <a:lnTo>
                    <a:pt x="16489" y="6425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424242">
                <a:alpha val="61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7" name="Google Shape;6437;p29"/>
          <p:cNvSpPr/>
          <p:nvPr/>
        </p:nvSpPr>
        <p:spPr>
          <a:xfrm>
            <a:off x="3852248" y="475773"/>
            <a:ext cx="1249500" cy="1249500"/>
          </a:xfrm>
          <a:prstGeom prst="ellipse">
            <a:avLst/>
          </a:prstGeom>
          <a:solidFill>
            <a:schemeClr val="accen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38" name="Google Shape;6438;p29"/>
          <p:cNvSpPr txBox="1">
            <a:spLocks noGrp="1"/>
          </p:cNvSpPr>
          <p:nvPr>
            <p:ph type="title"/>
          </p:nvPr>
        </p:nvSpPr>
        <p:spPr>
          <a:xfrm>
            <a:off x="1881949" y="2276776"/>
            <a:ext cx="7214550" cy="73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Planning (DELIVERABLE 1)</a:t>
            </a:r>
            <a:endParaRPr dirty="0"/>
          </a:p>
        </p:txBody>
      </p:sp>
      <p:sp>
        <p:nvSpPr>
          <p:cNvPr id="6439" name="Google Shape;6439;p29"/>
          <p:cNvSpPr txBox="1">
            <a:spLocks noGrp="1"/>
          </p:cNvSpPr>
          <p:nvPr>
            <p:ph type="title" idx="2"/>
          </p:nvPr>
        </p:nvSpPr>
        <p:spPr>
          <a:xfrm>
            <a:off x="4019798" y="832498"/>
            <a:ext cx="914400" cy="69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</a:t>
            </a:r>
            <a:endParaRPr dirty="0"/>
          </a:p>
        </p:txBody>
      </p:sp>
      <p:sp>
        <p:nvSpPr>
          <p:cNvPr id="6440" name="Google Shape;6440;p29"/>
          <p:cNvSpPr txBox="1">
            <a:spLocks noGrp="1"/>
          </p:cNvSpPr>
          <p:nvPr>
            <p:ph type="subTitle" idx="1"/>
          </p:nvPr>
        </p:nvSpPr>
        <p:spPr>
          <a:xfrm>
            <a:off x="2723770" y="3349861"/>
            <a:ext cx="5288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we had in mind</a:t>
            </a:r>
            <a:endParaRPr dirty="0"/>
          </a:p>
        </p:txBody>
      </p:sp>
      <p:grpSp>
        <p:nvGrpSpPr>
          <p:cNvPr id="6441" name="Google Shape;6441;p29"/>
          <p:cNvGrpSpPr/>
          <p:nvPr/>
        </p:nvGrpSpPr>
        <p:grpSpPr>
          <a:xfrm>
            <a:off x="91091" y="1874876"/>
            <a:ext cx="2080599" cy="3087774"/>
            <a:chOff x="10840075" y="2678300"/>
            <a:chExt cx="1616250" cy="2398644"/>
          </a:xfrm>
        </p:grpSpPr>
        <p:sp>
          <p:nvSpPr>
            <p:cNvPr id="6442" name="Google Shape;6442;p29"/>
            <p:cNvSpPr/>
            <p:nvPr/>
          </p:nvSpPr>
          <p:spPr>
            <a:xfrm>
              <a:off x="11029175" y="4899944"/>
              <a:ext cx="1417500" cy="177000"/>
            </a:xfrm>
            <a:prstGeom prst="ellipse">
              <a:avLst/>
            </a:pr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443" name="Google Shape;6443;p29"/>
            <p:cNvGrpSpPr/>
            <p:nvPr/>
          </p:nvGrpSpPr>
          <p:grpSpPr>
            <a:xfrm>
              <a:off x="10840075" y="2678300"/>
              <a:ext cx="1616250" cy="2366600"/>
              <a:chOff x="10840075" y="2678300"/>
              <a:chExt cx="1616250" cy="2366600"/>
            </a:xfrm>
          </p:grpSpPr>
          <p:sp>
            <p:nvSpPr>
              <p:cNvPr id="6444" name="Google Shape;6444;p29"/>
              <p:cNvSpPr/>
              <p:nvPr/>
            </p:nvSpPr>
            <p:spPr>
              <a:xfrm>
                <a:off x="11083150" y="4162750"/>
                <a:ext cx="381925" cy="528325"/>
              </a:xfrm>
              <a:custGeom>
                <a:avLst/>
                <a:gdLst/>
                <a:ahLst/>
                <a:cxnLst/>
                <a:rect l="l" t="t" r="r" b="b"/>
                <a:pathLst>
                  <a:path w="15277" h="21133" extrusionOk="0">
                    <a:moveTo>
                      <a:pt x="14045" y="0"/>
                    </a:moveTo>
                    <a:lnTo>
                      <a:pt x="13894" y="22"/>
                    </a:lnTo>
                    <a:lnTo>
                      <a:pt x="13591" y="65"/>
                    </a:lnTo>
                    <a:lnTo>
                      <a:pt x="13289" y="151"/>
                    </a:lnTo>
                    <a:lnTo>
                      <a:pt x="12943" y="303"/>
                    </a:lnTo>
                    <a:lnTo>
                      <a:pt x="12598" y="497"/>
                    </a:lnTo>
                    <a:lnTo>
                      <a:pt x="12230" y="735"/>
                    </a:lnTo>
                    <a:lnTo>
                      <a:pt x="11841" y="994"/>
                    </a:lnTo>
                    <a:lnTo>
                      <a:pt x="11452" y="1297"/>
                    </a:lnTo>
                    <a:lnTo>
                      <a:pt x="11042" y="1621"/>
                    </a:lnTo>
                    <a:lnTo>
                      <a:pt x="10653" y="1988"/>
                    </a:lnTo>
                    <a:lnTo>
                      <a:pt x="10242" y="2377"/>
                    </a:lnTo>
                    <a:lnTo>
                      <a:pt x="9832" y="2766"/>
                    </a:lnTo>
                    <a:lnTo>
                      <a:pt x="9011" y="3609"/>
                    </a:lnTo>
                    <a:lnTo>
                      <a:pt x="8211" y="4495"/>
                    </a:lnTo>
                    <a:lnTo>
                      <a:pt x="7433" y="5380"/>
                    </a:lnTo>
                    <a:lnTo>
                      <a:pt x="6720" y="6245"/>
                    </a:lnTo>
                    <a:lnTo>
                      <a:pt x="6072" y="7044"/>
                    </a:lnTo>
                    <a:lnTo>
                      <a:pt x="5510" y="7779"/>
                    </a:lnTo>
                    <a:lnTo>
                      <a:pt x="5035" y="8427"/>
                    </a:lnTo>
                    <a:lnTo>
                      <a:pt x="4689" y="8924"/>
                    </a:lnTo>
                    <a:lnTo>
                      <a:pt x="3868" y="10156"/>
                    </a:lnTo>
                    <a:lnTo>
                      <a:pt x="3328" y="10998"/>
                    </a:lnTo>
                    <a:lnTo>
                      <a:pt x="2766" y="11949"/>
                    </a:lnTo>
                    <a:lnTo>
                      <a:pt x="2183" y="12965"/>
                    </a:lnTo>
                    <a:lnTo>
                      <a:pt x="1599" y="14045"/>
                    </a:lnTo>
                    <a:lnTo>
                      <a:pt x="1340" y="14585"/>
                    </a:lnTo>
                    <a:lnTo>
                      <a:pt x="1081" y="15147"/>
                    </a:lnTo>
                    <a:lnTo>
                      <a:pt x="843" y="15687"/>
                    </a:lnTo>
                    <a:lnTo>
                      <a:pt x="627" y="16227"/>
                    </a:lnTo>
                    <a:lnTo>
                      <a:pt x="454" y="16746"/>
                    </a:lnTo>
                    <a:lnTo>
                      <a:pt x="281" y="17265"/>
                    </a:lnTo>
                    <a:lnTo>
                      <a:pt x="152" y="17783"/>
                    </a:lnTo>
                    <a:lnTo>
                      <a:pt x="65" y="18259"/>
                    </a:lnTo>
                    <a:lnTo>
                      <a:pt x="22" y="18712"/>
                    </a:lnTo>
                    <a:lnTo>
                      <a:pt x="0" y="19144"/>
                    </a:lnTo>
                    <a:lnTo>
                      <a:pt x="22" y="19339"/>
                    </a:lnTo>
                    <a:lnTo>
                      <a:pt x="44" y="19533"/>
                    </a:lnTo>
                    <a:lnTo>
                      <a:pt x="87" y="19728"/>
                    </a:lnTo>
                    <a:lnTo>
                      <a:pt x="130" y="19901"/>
                    </a:lnTo>
                    <a:lnTo>
                      <a:pt x="195" y="20074"/>
                    </a:lnTo>
                    <a:lnTo>
                      <a:pt x="281" y="20225"/>
                    </a:lnTo>
                    <a:lnTo>
                      <a:pt x="368" y="20376"/>
                    </a:lnTo>
                    <a:lnTo>
                      <a:pt x="476" y="20506"/>
                    </a:lnTo>
                    <a:lnTo>
                      <a:pt x="605" y="20614"/>
                    </a:lnTo>
                    <a:lnTo>
                      <a:pt x="735" y="20743"/>
                    </a:lnTo>
                    <a:lnTo>
                      <a:pt x="908" y="20830"/>
                    </a:lnTo>
                    <a:lnTo>
                      <a:pt x="1081" y="20916"/>
                    </a:lnTo>
                    <a:lnTo>
                      <a:pt x="1254" y="20981"/>
                    </a:lnTo>
                    <a:lnTo>
                      <a:pt x="1470" y="21046"/>
                    </a:lnTo>
                    <a:lnTo>
                      <a:pt x="1686" y="21089"/>
                    </a:lnTo>
                    <a:lnTo>
                      <a:pt x="1945" y="21111"/>
                    </a:lnTo>
                    <a:lnTo>
                      <a:pt x="2204" y="21132"/>
                    </a:lnTo>
                    <a:lnTo>
                      <a:pt x="2485" y="21132"/>
                    </a:lnTo>
                    <a:lnTo>
                      <a:pt x="2788" y="21111"/>
                    </a:lnTo>
                    <a:lnTo>
                      <a:pt x="3112" y="21089"/>
                    </a:lnTo>
                    <a:lnTo>
                      <a:pt x="3587" y="21003"/>
                    </a:lnTo>
                    <a:lnTo>
                      <a:pt x="4041" y="20895"/>
                    </a:lnTo>
                    <a:lnTo>
                      <a:pt x="4473" y="20765"/>
                    </a:lnTo>
                    <a:lnTo>
                      <a:pt x="4884" y="20592"/>
                    </a:lnTo>
                    <a:lnTo>
                      <a:pt x="5273" y="20419"/>
                    </a:lnTo>
                    <a:lnTo>
                      <a:pt x="5618" y="20203"/>
                    </a:lnTo>
                    <a:lnTo>
                      <a:pt x="5964" y="19987"/>
                    </a:lnTo>
                    <a:lnTo>
                      <a:pt x="6288" y="19728"/>
                    </a:lnTo>
                    <a:lnTo>
                      <a:pt x="6591" y="19469"/>
                    </a:lnTo>
                    <a:lnTo>
                      <a:pt x="6872" y="19188"/>
                    </a:lnTo>
                    <a:lnTo>
                      <a:pt x="7152" y="18885"/>
                    </a:lnTo>
                    <a:lnTo>
                      <a:pt x="7412" y="18583"/>
                    </a:lnTo>
                    <a:lnTo>
                      <a:pt x="7649" y="18259"/>
                    </a:lnTo>
                    <a:lnTo>
                      <a:pt x="7866" y="17934"/>
                    </a:lnTo>
                    <a:lnTo>
                      <a:pt x="8082" y="17589"/>
                    </a:lnTo>
                    <a:lnTo>
                      <a:pt x="8276" y="17243"/>
                    </a:lnTo>
                    <a:lnTo>
                      <a:pt x="8643" y="16530"/>
                    </a:lnTo>
                    <a:lnTo>
                      <a:pt x="8967" y="15795"/>
                    </a:lnTo>
                    <a:lnTo>
                      <a:pt x="9248" y="15061"/>
                    </a:lnTo>
                    <a:lnTo>
                      <a:pt x="9529" y="14348"/>
                    </a:lnTo>
                    <a:lnTo>
                      <a:pt x="10026" y="12986"/>
                    </a:lnTo>
                    <a:lnTo>
                      <a:pt x="10286" y="12381"/>
                    </a:lnTo>
                    <a:lnTo>
                      <a:pt x="10545" y="11819"/>
                    </a:lnTo>
                    <a:lnTo>
                      <a:pt x="10826" y="11279"/>
                    </a:lnTo>
                    <a:lnTo>
                      <a:pt x="11171" y="10674"/>
                    </a:lnTo>
                    <a:lnTo>
                      <a:pt x="11993" y="9313"/>
                    </a:lnTo>
                    <a:lnTo>
                      <a:pt x="12900" y="7779"/>
                    </a:lnTo>
                    <a:lnTo>
                      <a:pt x="13354" y="7001"/>
                    </a:lnTo>
                    <a:lnTo>
                      <a:pt x="13786" y="6180"/>
                    </a:lnTo>
                    <a:lnTo>
                      <a:pt x="14196" y="5380"/>
                    </a:lnTo>
                    <a:lnTo>
                      <a:pt x="14542" y="4603"/>
                    </a:lnTo>
                    <a:lnTo>
                      <a:pt x="14845" y="3825"/>
                    </a:lnTo>
                    <a:lnTo>
                      <a:pt x="14974" y="3457"/>
                    </a:lnTo>
                    <a:lnTo>
                      <a:pt x="15061" y="3090"/>
                    </a:lnTo>
                    <a:lnTo>
                      <a:pt x="15147" y="2744"/>
                    </a:lnTo>
                    <a:lnTo>
                      <a:pt x="15212" y="2399"/>
                    </a:lnTo>
                    <a:lnTo>
                      <a:pt x="15255" y="2074"/>
                    </a:lnTo>
                    <a:lnTo>
                      <a:pt x="15277" y="1750"/>
                    </a:lnTo>
                    <a:lnTo>
                      <a:pt x="15255" y="1448"/>
                    </a:lnTo>
                    <a:lnTo>
                      <a:pt x="15212" y="1167"/>
                    </a:lnTo>
                    <a:lnTo>
                      <a:pt x="15126" y="908"/>
                    </a:lnTo>
                    <a:lnTo>
                      <a:pt x="15018" y="648"/>
                    </a:lnTo>
                    <a:lnTo>
                      <a:pt x="14953" y="519"/>
                    </a:lnTo>
                    <a:lnTo>
                      <a:pt x="14866" y="389"/>
                    </a:lnTo>
                    <a:lnTo>
                      <a:pt x="14758" y="303"/>
                    </a:lnTo>
                    <a:lnTo>
                      <a:pt x="14650" y="216"/>
                    </a:lnTo>
                    <a:lnTo>
                      <a:pt x="14542" y="130"/>
                    </a:lnTo>
                    <a:lnTo>
                      <a:pt x="14434" y="87"/>
                    </a:lnTo>
                    <a:lnTo>
                      <a:pt x="14305" y="43"/>
                    </a:lnTo>
                    <a:lnTo>
                      <a:pt x="14175" y="22"/>
                    </a:lnTo>
                    <a:lnTo>
                      <a:pt x="1404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5" name="Google Shape;6445;p29"/>
              <p:cNvSpPr/>
              <p:nvPr/>
            </p:nvSpPr>
            <p:spPr>
              <a:xfrm>
                <a:off x="11200375" y="4162750"/>
                <a:ext cx="264175" cy="286850"/>
              </a:xfrm>
              <a:custGeom>
                <a:avLst/>
                <a:gdLst/>
                <a:ahLst/>
                <a:cxnLst/>
                <a:rect l="l" t="t" r="r" b="b"/>
                <a:pathLst>
                  <a:path w="10567" h="11474" extrusionOk="0">
                    <a:moveTo>
                      <a:pt x="9356" y="0"/>
                    </a:moveTo>
                    <a:lnTo>
                      <a:pt x="9205" y="22"/>
                    </a:lnTo>
                    <a:lnTo>
                      <a:pt x="8902" y="65"/>
                    </a:lnTo>
                    <a:lnTo>
                      <a:pt x="8600" y="151"/>
                    </a:lnTo>
                    <a:lnTo>
                      <a:pt x="8254" y="303"/>
                    </a:lnTo>
                    <a:lnTo>
                      <a:pt x="7909" y="497"/>
                    </a:lnTo>
                    <a:lnTo>
                      <a:pt x="7541" y="735"/>
                    </a:lnTo>
                    <a:lnTo>
                      <a:pt x="7152" y="994"/>
                    </a:lnTo>
                    <a:lnTo>
                      <a:pt x="6763" y="1297"/>
                    </a:lnTo>
                    <a:lnTo>
                      <a:pt x="6374" y="1621"/>
                    </a:lnTo>
                    <a:lnTo>
                      <a:pt x="5964" y="1988"/>
                    </a:lnTo>
                    <a:lnTo>
                      <a:pt x="5553" y="2355"/>
                    </a:lnTo>
                    <a:lnTo>
                      <a:pt x="5143" y="2766"/>
                    </a:lnTo>
                    <a:lnTo>
                      <a:pt x="4322" y="3609"/>
                    </a:lnTo>
                    <a:lnTo>
                      <a:pt x="3522" y="4473"/>
                    </a:lnTo>
                    <a:lnTo>
                      <a:pt x="2766" y="5359"/>
                    </a:lnTo>
                    <a:lnTo>
                      <a:pt x="2031" y="6223"/>
                    </a:lnTo>
                    <a:lnTo>
                      <a:pt x="1383" y="7044"/>
                    </a:lnTo>
                    <a:lnTo>
                      <a:pt x="821" y="7779"/>
                    </a:lnTo>
                    <a:lnTo>
                      <a:pt x="346" y="8405"/>
                    </a:lnTo>
                    <a:lnTo>
                      <a:pt x="0" y="8924"/>
                    </a:lnTo>
                    <a:lnTo>
                      <a:pt x="346" y="9162"/>
                    </a:lnTo>
                    <a:lnTo>
                      <a:pt x="713" y="9399"/>
                    </a:lnTo>
                    <a:lnTo>
                      <a:pt x="1081" y="9637"/>
                    </a:lnTo>
                    <a:lnTo>
                      <a:pt x="1448" y="9832"/>
                    </a:lnTo>
                    <a:lnTo>
                      <a:pt x="1837" y="10048"/>
                    </a:lnTo>
                    <a:lnTo>
                      <a:pt x="2204" y="10221"/>
                    </a:lnTo>
                    <a:lnTo>
                      <a:pt x="2982" y="10545"/>
                    </a:lnTo>
                    <a:lnTo>
                      <a:pt x="3760" y="10826"/>
                    </a:lnTo>
                    <a:lnTo>
                      <a:pt x="4538" y="11085"/>
                    </a:lnTo>
                    <a:lnTo>
                      <a:pt x="5294" y="11279"/>
                    </a:lnTo>
                    <a:lnTo>
                      <a:pt x="6029" y="11474"/>
                    </a:lnTo>
                    <a:lnTo>
                      <a:pt x="6353" y="10912"/>
                    </a:lnTo>
                    <a:lnTo>
                      <a:pt x="6720" y="10285"/>
                    </a:lnTo>
                    <a:lnTo>
                      <a:pt x="7541" y="8924"/>
                    </a:lnTo>
                    <a:lnTo>
                      <a:pt x="8406" y="7455"/>
                    </a:lnTo>
                    <a:lnTo>
                      <a:pt x="8838" y="6677"/>
                    </a:lnTo>
                    <a:lnTo>
                      <a:pt x="9227" y="5921"/>
                    </a:lnTo>
                    <a:lnTo>
                      <a:pt x="9616" y="5143"/>
                    </a:lnTo>
                    <a:lnTo>
                      <a:pt x="9940" y="4408"/>
                    </a:lnTo>
                    <a:lnTo>
                      <a:pt x="10199" y="3673"/>
                    </a:lnTo>
                    <a:lnTo>
                      <a:pt x="10329" y="3328"/>
                    </a:lnTo>
                    <a:lnTo>
                      <a:pt x="10415" y="2982"/>
                    </a:lnTo>
                    <a:lnTo>
                      <a:pt x="10480" y="2636"/>
                    </a:lnTo>
                    <a:lnTo>
                      <a:pt x="10545" y="2312"/>
                    </a:lnTo>
                    <a:lnTo>
                      <a:pt x="10566" y="2010"/>
                    </a:lnTo>
                    <a:lnTo>
                      <a:pt x="10566" y="1707"/>
                    </a:lnTo>
                    <a:lnTo>
                      <a:pt x="10566" y="1426"/>
                    </a:lnTo>
                    <a:lnTo>
                      <a:pt x="10523" y="1145"/>
                    </a:lnTo>
                    <a:lnTo>
                      <a:pt x="10437" y="886"/>
                    </a:lnTo>
                    <a:lnTo>
                      <a:pt x="10329" y="648"/>
                    </a:lnTo>
                    <a:lnTo>
                      <a:pt x="10264" y="519"/>
                    </a:lnTo>
                    <a:lnTo>
                      <a:pt x="10177" y="389"/>
                    </a:lnTo>
                    <a:lnTo>
                      <a:pt x="10069" y="303"/>
                    </a:lnTo>
                    <a:lnTo>
                      <a:pt x="9961" y="216"/>
                    </a:lnTo>
                    <a:lnTo>
                      <a:pt x="9853" y="130"/>
                    </a:lnTo>
                    <a:lnTo>
                      <a:pt x="9745" y="87"/>
                    </a:lnTo>
                    <a:lnTo>
                      <a:pt x="9616" y="43"/>
                    </a:lnTo>
                    <a:lnTo>
                      <a:pt x="9486" y="22"/>
                    </a:lnTo>
                    <a:lnTo>
                      <a:pt x="9356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6" name="Google Shape;6446;p29"/>
              <p:cNvSpPr/>
              <p:nvPr/>
            </p:nvSpPr>
            <p:spPr>
              <a:xfrm>
                <a:off x="11200375" y="4162750"/>
                <a:ext cx="264175" cy="286850"/>
              </a:xfrm>
              <a:custGeom>
                <a:avLst/>
                <a:gdLst/>
                <a:ahLst/>
                <a:cxnLst/>
                <a:rect l="l" t="t" r="r" b="b"/>
                <a:pathLst>
                  <a:path w="10567" h="11474" extrusionOk="0">
                    <a:moveTo>
                      <a:pt x="9356" y="0"/>
                    </a:moveTo>
                    <a:lnTo>
                      <a:pt x="9205" y="22"/>
                    </a:lnTo>
                    <a:lnTo>
                      <a:pt x="8902" y="65"/>
                    </a:lnTo>
                    <a:lnTo>
                      <a:pt x="8600" y="151"/>
                    </a:lnTo>
                    <a:lnTo>
                      <a:pt x="8254" y="303"/>
                    </a:lnTo>
                    <a:lnTo>
                      <a:pt x="7909" y="497"/>
                    </a:lnTo>
                    <a:lnTo>
                      <a:pt x="7541" y="735"/>
                    </a:lnTo>
                    <a:lnTo>
                      <a:pt x="7152" y="994"/>
                    </a:lnTo>
                    <a:lnTo>
                      <a:pt x="6763" y="1297"/>
                    </a:lnTo>
                    <a:lnTo>
                      <a:pt x="6374" y="1621"/>
                    </a:lnTo>
                    <a:lnTo>
                      <a:pt x="5964" y="1988"/>
                    </a:lnTo>
                    <a:lnTo>
                      <a:pt x="5553" y="2355"/>
                    </a:lnTo>
                    <a:lnTo>
                      <a:pt x="5143" y="2766"/>
                    </a:lnTo>
                    <a:lnTo>
                      <a:pt x="4322" y="3609"/>
                    </a:lnTo>
                    <a:lnTo>
                      <a:pt x="3522" y="4473"/>
                    </a:lnTo>
                    <a:lnTo>
                      <a:pt x="2766" y="5359"/>
                    </a:lnTo>
                    <a:lnTo>
                      <a:pt x="2031" y="6223"/>
                    </a:lnTo>
                    <a:lnTo>
                      <a:pt x="1383" y="7044"/>
                    </a:lnTo>
                    <a:lnTo>
                      <a:pt x="821" y="7779"/>
                    </a:lnTo>
                    <a:lnTo>
                      <a:pt x="346" y="8405"/>
                    </a:lnTo>
                    <a:lnTo>
                      <a:pt x="0" y="8924"/>
                    </a:lnTo>
                    <a:lnTo>
                      <a:pt x="346" y="9162"/>
                    </a:lnTo>
                    <a:lnTo>
                      <a:pt x="713" y="9399"/>
                    </a:lnTo>
                    <a:lnTo>
                      <a:pt x="1081" y="9637"/>
                    </a:lnTo>
                    <a:lnTo>
                      <a:pt x="1448" y="9832"/>
                    </a:lnTo>
                    <a:lnTo>
                      <a:pt x="1837" y="10048"/>
                    </a:lnTo>
                    <a:lnTo>
                      <a:pt x="2204" y="10221"/>
                    </a:lnTo>
                    <a:lnTo>
                      <a:pt x="2982" y="10545"/>
                    </a:lnTo>
                    <a:lnTo>
                      <a:pt x="3760" y="10826"/>
                    </a:lnTo>
                    <a:lnTo>
                      <a:pt x="4538" y="11085"/>
                    </a:lnTo>
                    <a:lnTo>
                      <a:pt x="5294" y="11279"/>
                    </a:lnTo>
                    <a:lnTo>
                      <a:pt x="6029" y="11474"/>
                    </a:lnTo>
                    <a:lnTo>
                      <a:pt x="6353" y="10912"/>
                    </a:lnTo>
                    <a:lnTo>
                      <a:pt x="6720" y="10285"/>
                    </a:lnTo>
                    <a:lnTo>
                      <a:pt x="7541" y="8924"/>
                    </a:lnTo>
                    <a:lnTo>
                      <a:pt x="8406" y="7455"/>
                    </a:lnTo>
                    <a:lnTo>
                      <a:pt x="8838" y="6677"/>
                    </a:lnTo>
                    <a:lnTo>
                      <a:pt x="9227" y="5921"/>
                    </a:lnTo>
                    <a:lnTo>
                      <a:pt x="9616" y="5143"/>
                    </a:lnTo>
                    <a:lnTo>
                      <a:pt x="9940" y="4408"/>
                    </a:lnTo>
                    <a:lnTo>
                      <a:pt x="10199" y="3673"/>
                    </a:lnTo>
                    <a:lnTo>
                      <a:pt x="10329" y="3328"/>
                    </a:lnTo>
                    <a:lnTo>
                      <a:pt x="10415" y="2982"/>
                    </a:lnTo>
                    <a:lnTo>
                      <a:pt x="10480" y="2636"/>
                    </a:lnTo>
                    <a:lnTo>
                      <a:pt x="10545" y="2312"/>
                    </a:lnTo>
                    <a:lnTo>
                      <a:pt x="10566" y="2010"/>
                    </a:lnTo>
                    <a:lnTo>
                      <a:pt x="10566" y="1707"/>
                    </a:lnTo>
                    <a:lnTo>
                      <a:pt x="10566" y="1426"/>
                    </a:lnTo>
                    <a:lnTo>
                      <a:pt x="10523" y="1145"/>
                    </a:lnTo>
                    <a:lnTo>
                      <a:pt x="10437" y="886"/>
                    </a:lnTo>
                    <a:lnTo>
                      <a:pt x="10329" y="648"/>
                    </a:lnTo>
                    <a:lnTo>
                      <a:pt x="10264" y="519"/>
                    </a:lnTo>
                    <a:lnTo>
                      <a:pt x="10177" y="389"/>
                    </a:lnTo>
                    <a:lnTo>
                      <a:pt x="10069" y="303"/>
                    </a:lnTo>
                    <a:lnTo>
                      <a:pt x="9961" y="216"/>
                    </a:lnTo>
                    <a:lnTo>
                      <a:pt x="9853" y="130"/>
                    </a:lnTo>
                    <a:lnTo>
                      <a:pt x="9745" y="87"/>
                    </a:lnTo>
                    <a:lnTo>
                      <a:pt x="9616" y="43"/>
                    </a:lnTo>
                    <a:lnTo>
                      <a:pt x="9486" y="22"/>
                    </a:lnTo>
                    <a:lnTo>
                      <a:pt x="9356" y="0"/>
                    </a:lnTo>
                    <a:close/>
                  </a:path>
                </a:pathLst>
              </a:custGeom>
              <a:solidFill>
                <a:srgbClr val="424242">
                  <a:alpha val="162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7" name="Google Shape;6447;p29"/>
              <p:cNvSpPr/>
              <p:nvPr/>
            </p:nvSpPr>
            <p:spPr>
              <a:xfrm>
                <a:off x="12044150" y="4138975"/>
                <a:ext cx="412175" cy="506175"/>
              </a:xfrm>
              <a:custGeom>
                <a:avLst/>
                <a:gdLst/>
                <a:ahLst/>
                <a:cxnLst/>
                <a:rect l="l" t="t" r="r" b="b"/>
                <a:pathLst>
                  <a:path w="16487" h="20247" extrusionOk="0">
                    <a:moveTo>
                      <a:pt x="1080" y="0"/>
                    </a:moveTo>
                    <a:lnTo>
                      <a:pt x="951" y="22"/>
                    </a:lnTo>
                    <a:lnTo>
                      <a:pt x="821" y="65"/>
                    </a:lnTo>
                    <a:lnTo>
                      <a:pt x="713" y="108"/>
                    </a:lnTo>
                    <a:lnTo>
                      <a:pt x="605" y="173"/>
                    </a:lnTo>
                    <a:lnTo>
                      <a:pt x="497" y="260"/>
                    </a:lnTo>
                    <a:lnTo>
                      <a:pt x="389" y="346"/>
                    </a:lnTo>
                    <a:lnTo>
                      <a:pt x="303" y="454"/>
                    </a:lnTo>
                    <a:lnTo>
                      <a:pt x="238" y="584"/>
                    </a:lnTo>
                    <a:lnTo>
                      <a:pt x="151" y="735"/>
                    </a:lnTo>
                    <a:lnTo>
                      <a:pt x="65" y="973"/>
                    </a:lnTo>
                    <a:lnTo>
                      <a:pt x="22" y="1254"/>
                    </a:lnTo>
                    <a:lnTo>
                      <a:pt x="0" y="1535"/>
                    </a:lnTo>
                    <a:lnTo>
                      <a:pt x="0" y="1837"/>
                    </a:lnTo>
                    <a:lnTo>
                      <a:pt x="22" y="2161"/>
                    </a:lnTo>
                    <a:lnTo>
                      <a:pt x="87" y="2485"/>
                    </a:lnTo>
                    <a:lnTo>
                      <a:pt x="173" y="2809"/>
                    </a:lnTo>
                    <a:lnTo>
                      <a:pt x="281" y="3155"/>
                    </a:lnTo>
                    <a:lnTo>
                      <a:pt x="411" y="3522"/>
                    </a:lnTo>
                    <a:lnTo>
                      <a:pt x="562" y="3890"/>
                    </a:lnTo>
                    <a:lnTo>
                      <a:pt x="929" y="4624"/>
                    </a:lnTo>
                    <a:lnTo>
                      <a:pt x="1340" y="5381"/>
                    </a:lnTo>
                    <a:lnTo>
                      <a:pt x="1794" y="6159"/>
                    </a:lnTo>
                    <a:lnTo>
                      <a:pt x="2290" y="6915"/>
                    </a:lnTo>
                    <a:lnTo>
                      <a:pt x="2787" y="7693"/>
                    </a:lnTo>
                    <a:lnTo>
                      <a:pt x="3803" y="9140"/>
                    </a:lnTo>
                    <a:lnTo>
                      <a:pt x="4732" y="10437"/>
                    </a:lnTo>
                    <a:lnTo>
                      <a:pt x="5121" y="11020"/>
                    </a:lnTo>
                    <a:lnTo>
                      <a:pt x="5445" y="11539"/>
                    </a:lnTo>
                    <a:lnTo>
                      <a:pt x="5748" y="12079"/>
                    </a:lnTo>
                    <a:lnTo>
                      <a:pt x="6050" y="12662"/>
                    </a:lnTo>
                    <a:lnTo>
                      <a:pt x="6634" y="13981"/>
                    </a:lnTo>
                    <a:lnTo>
                      <a:pt x="6958" y="14672"/>
                    </a:lnTo>
                    <a:lnTo>
                      <a:pt x="7303" y="15385"/>
                    </a:lnTo>
                    <a:lnTo>
                      <a:pt x="7692" y="16076"/>
                    </a:lnTo>
                    <a:lnTo>
                      <a:pt x="8103" y="16768"/>
                    </a:lnTo>
                    <a:lnTo>
                      <a:pt x="8319" y="17114"/>
                    </a:lnTo>
                    <a:lnTo>
                      <a:pt x="8557" y="17438"/>
                    </a:lnTo>
                    <a:lnTo>
                      <a:pt x="8816" y="17740"/>
                    </a:lnTo>
                    <a:lnTo>
                      <a:pt x="9075" y="18043"/>
                    </a:lnTo>
                    <a:lnTo>
                      <a:pt x="9335" y="18345"/>
                    </a:lnTo>
                    <a:lnTo>
                      <a:pt x="9637" y="18626"/>
                    </a:lnTo>
                    <a:lnTo>
                      <a:pt x="9940" y="18885"/>
                    </a:lnTo>
                    <a:lnTo>
                      <a:pt x="10264" y="19123"/>
                    </a:lnTo>
                    <a:lnTo>
                      <a:pt x="10588" y="19339"/>
                    </a:lnTo>
                    <a:lnTo>
                      <a:pt x="10955" y="19555"/>
                    </a:lnTo>
                    <a:lnTo>
                      <a:pt x="11344" y="19728"/>
                    </a:lnTo>
                    <a:lnTo>
                      <a:pt x="11733" y="19879"/>
                    </a:lnTo>
                    <a:lnTo>
                      <a:pt x="12144" y="20009"/>
                    </a:lnTo>
                    <a:lnTo>
                      <a:pt x="12597" y="20117"/>
                    </a:lnTo>
                    <a:lnTo>
                      <a:pt x="13051" y="20182"/>
                    </a:lnTo>
                    <a:lnTo>
                      <a:pt x="13548" y="20225"/>
                    </a:lnTo>
                    <a:lnTo>
                      <a:pt x="13872" y="20247"/>
                    </a:lnTo>
                    <a:lnTo>
                      <a:pt x="14175" y="20247"/>
                    </a:lnTo>
                    <a:lnTo>
                      <a:pt x="14434" y="20225"/>
                    </a:lnTo>
                    <a:lnTo>
                      <a:pt x="14715" y="20182"/>
                    </a:lnTo>
                    <a:lnTo>
                      <a:pt x="14952" y="20139"/>
                    </a:lnTo>
                    <a:lnTo>
                      <a:pt x="15169" y="20074"/>
                    </a:lnTo>
                    <a:lnTo>
                      <a:pt x="15363" y="20009"/>
                    </a:lnTo>
                    <a:lnTo>
                      <a:pt x="15557" y="19923"/>
                    </a:lnTo>
                    <a:lnTo>
                      <a:pt x="15709" y="19815"/>
                    </a:lnTo>
                    <a:lnTo>
                      <a:pt x="15860" y="19707"/>
                    </a:lnTo>
                    <a:lnTo>
                      <a:pt x="15990" y="19598"/>
                    </a:lnTo>
                    <a:lnTo>
                      <a:pt x="16119" y="19469"/>
                    </a:lnTo>
                    <a:lnTo>
                      <a:pt x="16206" y="19318"/>
                    </a:lnTo>
                    <a:lnTo>
                      <a:pt x="16292" y="19166"/>
                    </a:lnTo>
                    <a:lnTo>
                      <a:pt x="16357" y="18993"/>
                    </a:lnTo>
                    <a:lnTo>
                      <a:pt x="16400" y="18842"/>
                    </a:lnTo>
                    <a:lnTo>
                      <a:pt x="16443" y="18648"/>
                    </a:lnTo>
                    <a:lnTo>
                      <a:pt x="16465" y="18475"/>
                    </a:lnTo>
                    <a:lnTo>
                      <a:pt x="16487" y="18259"/>
                    </a:lnTo>
                    <a:lnTo>
                      <a:pt x="16487" y="18064"/>
                    </a:lnTo>
                    <a:lnTo>
                      <a:pt x="16443" y="17632"/>
                    </a:lnTo>
                    <a:lnTo>
                      <a:pt x="16357" y="17178"/>
                    </a:lnTo>
                    <a:lnTo>
                      <a:pt x="16227" y="16725"/>
                    </a:lnTo>
                    <a:lnTo>
                      <a:pt x="16076" y="16228"/>
                    </a:lnTo>
                    <a:lnTo>
                      <a:pt x="15882" y="15731"/>
                    </a:lnTo>
                    <a:lnTo>
                      <a:pt x="15644" y="15212"/>
                    </a:lnTo>
                    <a:lnTo>
                      <a:pt x="15385" y="14672"/>
                    </a:lnTo>
                    <a:lnTo>
                      <a:pt x="15125" y="14153"/>
                    </a:lnTo>
                    <a:lnTo>
                      <a:pt x="14823" y="13635"/>
                    </a:lnTo>
                    <a:lnTo>
                      <a:pt x="14520" y="13095"/>
                    </a:lnTo>
                    <a:lnTo>
                      <a:pt x="13872" y="12079"/>
                    </a:lnTo>
                    <a:lnTo>
                      <a:pt x="13224" y="11085"/>
                    </a:lnTo>
                    <a:lnTo>
                      <a:pt x="12576" y="10178"/>
                    </a:lnTo>
                    <a:lnTo>
                      <a:pt x="11992" y="9400"/>
                    </a:lnTo>
                    <a:lnTo>
                      <a:pt x="11085" y="8211"/>
                    </a:lnTo>
                    <a:lnTo>
                      <a:pt x="10696" y="7736"/>
                    </a:lnTo>
                    <a:lnTo>
                      <a:pt x="10177" y="7153"/>
                    </a:lnTo>
                    <a:lnTo>
                      <a:pt x="9551" y="6461"/>
                    </a:lnTo>
                    <a:lnTo>
                      <a:pt x="8838" y="5683"/>
                    </a:lnTo>
                    <a:lnTo>
                      <a:pt x="8060" y="4884"/>
                    </a:lnTo>
                    <a:lnTo>
                      <a:pt x="7239" y="4041"/>
                    </a:lnTo>
                    <a:lnTo>
                      <a:pt x="6374" y="3242"/>
                    </a:lnTo>
                    <a:lnTo>
                      <a:pt x="5488" y="2464"/>
                    </a:lnTo>
                    <a:lnTo>
                      <a:pt x="5056" y="2075"/>
                    </a:lnTo>
                    <a:lnTo>
                      <a:pt x="4624" y="1729"/>
                    </a:lnTo>
                    <a:lnTo>
                      <a:pt x="4192" y="1405"/>
                    </a:lnTo>
                    <a:lnTo>
                      <a:pt x="3760" y="1102"/>
                    </a:lnTo>
                    <a:lnTo>
                      <a:pt x="3349" y="843"/>
                    </a:lnTo>
                    <a:lnTo>
                      <a:pt x="2960" y="605"/>
                    </a:lnTo>
                    <a:lnTo>
                      <a:pt x="2571" y="389"/>
                    </a:lnTo>
                    <a:lnTo>
                      <a:pt x="2204" y="238"/>
                    </a:lnTo>
                    <a:lnTo>
                      <a:pt x="1858" y="108"/>
                    </a:lnTo>
                    <a:lnTo>
                      <a:pt x="1534" y="22"/>
                    </a:lnTo>
                    <a:lnTo>
                      <a:pt x="1232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8" name="Google Shape;6448;p29"/>
              <p:cNvSpPr/>
              <p:nvPr/>
            </p:nvSpPr>
            <p:spPr>
              <a:xfrm>
                <a:off x="12044150" y="4138975"/>
                <a:ext cx="277125" cy="279850"/>
              </a:xfrm>
              <a:custGeom>
                <a:avLst/>
                <a:gdLst/>
                <a:ahLst/>
                <a:cxnLst/>
                <a:rect l="l" t="t" r="r" b="b"/>
                <a:pathLst>
                  <a:path w="11085" h="11194" extrusionOk="0">
                    <a:moveTo>
                      <a:pt x="1080" y="0"/>
                    </a:moveTo>
                    <a:lnTo>
                      <a:pt x="951" y="22"/>
                    </a:lnTo>
                    <a:lnTo>
                      <a:pt x="821" y="65"/>
                    </a:lnTo>
                    <a:lnTo>
                      <a:pt x="713" y="108"/>
                    </a:lnTo>
                    <a:lnTo>
                      <a:pt x="605" y="173"/>
                    </a:lnTo>
                    <a:lnTo>
                      <a:pt x="497" y="260"/>
                    </a:lnTo>
                    <a:lnTo>
                      <a:pt x="389" y="346"/>
                    </a:lnTo>
                    <a:lnTo>
                      <a:pt x="303" y="454"/>
                    </a:lnTo>
                    <a:lnTo>
                      <a:pt x="238" y="584"/>
                    </a:lnTo>
                    <a:lnTo>
                      <a:pt x="151" y="735"/>
                    </a:lnTo>
                    <a:lnTo>
                      <a:pt x="65" y="973"/>
                    </a:lnTo>
                    <a:lnTo>
                      <a:pt x="22" y="1232"/>
                    </a:lnTo>
                    <a:lnTo>
                      <a:pt x="0" y="1513"/>
                    </a:lnTo>
                    <a:lnTo>
                      <a:pt x="0" y="1794"/>
                    </a:lnTo>
                    <a:lnTo>
                      <a:pt x="22" y="2096"/>
                    </a:lnTo>
                    <a:lnTo>
                      <a:pt x="87" y="2399"/>
                    </a:lnTo>
                    <a:lnTo>
                      <a:pt x="151" y="2723"/>
                    </a:lnTo>
                    <a:lnTo>
                      <a:pt x="259" y="3047"/>
                    </a:lnTo>
                    <a:lnTo>
                      <a:pt x="367" y="3393"/>
                    </a:lnTo>
                    <a:lnTo>
                      <a:pt x="497" y="3739"/>
                    </a:lnTo>
                    <a:lnTo>
                      <a:pt x="821" y="4430"/>
                    </a:lnTo>
                    <a:lnTo>
                      <a:pt x="1210" y="5165"/>
                    </a:lnTo>
                    <a:lnTo>
                      <a:pt x="1642" y="5899"/>
                    </a:lnTo>
                    <a:lnTo>
                      <a:pt x="2096" y="6634"/>
                    </a:lnTo>
                    <a:lnTo>
                      <a:pt x="2571" y="7369"/>
                    </a:lnTo>
                    <a:lnTo>
                      <a:pt x="3565" y="8773"/>
                    </a:lnTo>
                    <a:lnTo>
                      <a:pt x="4473" y="10070"/>
                    </a:lnTo>
                    <a:lnTo>
                      <a:pt x="4883" y="10653"/>
                    </a:lnTo>
                    <a:lnTo>
                      <a:pt x="5229" y="11193"/>
                    </a:lnTo>
                    <a:lnTo>
                      <a:pt x="5964" y="10955"/>
                    </a:lnTo>
                    <a:lnTo>
                      <a:pt x="6698" y="10696"/>
                    </a:lnTo>
                    <a:lnTo>
                      <a:pt x="7455" y="10394"/>
                    </a:lnTo>
                    <a:lnTo>
                      <a:pt x="8211" y="10048"/>
                    </a:lnTo>
                    <a:lnTo>
                      <a:pt x="8967" y="9681"/>
                    </a:lnTo>
                    <a:lnTo>
                      <a:pt x="9335" y="9465"/>
                    </a:lnTo>
                    <a:lnTo>
                      <a:pt x="9680" y="9248"/>
                    </a:lnTo>
                    <a:lnTo>
                      <a:pt x="10048" y="9011"/>
                    </a:lnTo>
                    <a:lnTo>
                      <a:pt x="10393" y="8751"/>
                    </a:lnTo>
                    <a:lnTo>
                      <a:pt x="10739" y="8492"/>
                    </a:lnTo>
                    <a:lnTo>
                      <a:pt x="11085" y="8211"/>
                    </a:lnTo>
                    <a:lnTo>
                      <a:pt x="10674" y="7736"/>
                    </a:lnTo>
                    <a:lnTo>
                      <a:pt x="10177" y="7131"/>
                    </a:lnTo>
                    <a:lnTo>
                      <a:pt x="9551" y="6439"/>
                    </a:lnTo>
                    <a:lnTo>
                      <a:pt x="8838" y="5683"/>
                    </a:lnTo>
                    <a:lnTo>
                      <a:pt x="8060" y="4862"/>
                    </a:lnTo>
                    <a:lnTo>
                      <a:pt x="7239" y="4041"/>
                    </a:lnTo>
                    <a:lnTo>
                      <a:pt x="6374" y="3220"/>
                    </a:lnTo>
                    <a:lnTo>
                      <a:pt x="5488" y="2442"/>
                    </a:lnTo>
                    <a:lnTo>
                      <a:pt x="5056" y="2075"/>
                    </a:lnTo>
                    <a:lnTo>
                      <a:pt x="4624" y="1729"/>
                    </a:lnTo>
                    <a:lnTo>
                      <a:pt x="4192" y="1405"/>
                    </a:lnTo>
                    <a:lnTo>
                      <a:pt x="3760" y="1102"/>
                    </a:lnTo>
                    <a:lnTo>
                      <a:pt x="3349" y="843"/>
                    </a:lnTo>
                    <a:lnTo>
                      <a:pt x="2960" y="584"/>
                    </a:lnTo>
                    <a:lnTo>
                      <a:pt x="2571" y="389"/>
                    </a:lnTo>
                    <a:lnTo>
                      <a:pt x="2204" y="216"/>
                    </a:lnTo>
                    <a:lnTo>
                      <a:pt x="1858" y="108"/>
                    </a:lnTo>
                    <a:lnTo>
                      <a:pt x="1534" y="22"/>
                    </a:lnTo>
                    <a:lnTo>
                      <a:pt x="1232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9" name="Google Shape;6449;p29"/>
              <p:cNvSpPr/>
              <p:nvPr/>
            </p:nvSpPr>
            <p:spPr>
              <a:xfrm>
                <a:off x="11734625" y="2678300"/>
                <a:ext cx="387325" cy="748200"/>
              </a:xfrm>
              <a:custGeom>
                <a:avLst/>
                <a:gdLst/>
                <a:ahLst/>
                <a:cxnLst/>
                <a:rect l="l" t="t" r="r" b="b"/>
                <a:pathLst>
                  <a:path w="15493" h="29928" extrusionOk="0">
                    <a:moveTo>
                      <a:pt x="10199" y="1"/>
                    </a:moveTo>
                    <a:lnTo>
                      <a:pt x="9680" y="44"/>
                    </a:lnTo>
                    <a:lnTo>
                      <a:pt x="9162" y="152"/>
                    </a:lnTo>
                    <a:lnTo>
                      <a:pt x="8643" y="303"/>
                    </a:lnTo>
                    <a:lnTo>
                      <a:pt x="8103" y="498"/>
                    </a:lnTo>
                    <a:lnTo>
                      <a:pt x="7563" y="735"/>
                    </a:lnTo>
                    <a:lnTo>
                      <a:pt x="7022" y="1059"/>
                    </a:lnTo>
                    <a:lnTo>
                      <a:pt x="6482" y="1405"/>
                    </a:lnTo>
                    <a:lnTo>
                      <a:pt x="5964" y="1837"/>
                    </a:lnTo>
                    <a:lnTo>
                      <a:pt x="5423" y="2313"/>
                    </a:lnTo>
                    <a:lnTo>
                      <a:pt x="4883" y="2874"/>
                    </a:lnTo>
                    <a:lnTo>
                      <a:pt x="4365" y="3458"/>
                    </a:lnTo>
                    <a:lnTo>
                      <a:pt x="3868" y="4084"/>
                    </a:lnTo>
                    <a:lnTo>
                      <a:pt x="3414" y="4754"/>
                    </a:lnTo>
                    <a:lnTo>
                      <a:pt x="3003" y="5424"/>
                    </a:lnTo>
                    <a:lnTo>
                      <a:pt x="2615" y="6116"/>
                    </a:lnTo>
                    <a:lnTo>
                      <a:pt x="2269" y="6850"/>
                    </a:lnTo>
                    <a:lnTo>
                      <a:pt x="1945" y="7585"/>
                    </a:lnTo>
                    <a:lnTo>
                      <a:pt x="1642" y="8341"/>
                    </a:lnTo>
                    <a:lnTo>
                      <a:pt x="1383" y="9119"/>
                    </a:lnTo>
                    <a:lnTo>
                      <a:pt x="1145" y="9918"/>
                    </a:lnTo>
                    <a:lnTo>
                      <a:pt x="929" y="10740"/>
                    </a:lnTo>
                    <a:lnTo>
                      <a:pt x="735" y="11561"/>
                    </a:lnTo>
                    <a:lnTo>
                      <a:pt x="562" y="12382"/>
                    </a:lnTo>
                    <a:lnTo>
                      <a:pt x="432" y="13224"/>
                    </a:lnTo>
                    <a:lnTo>
                      <a:pt x="303" y="14089"/>
                    </a:lnTo>
                    <a:lnTo>
                      <a:pt x="216" y="14931"/>
                    </a:lnTo>
                    <a:lnTo>
                      <a:pt x="130" y="15796"/>
                    </a:lnTo>
                    <a:lnTo>
                      <a:pt x="65" y="16660"/>
                    </a:lnTo>
                    <a:lnTo>
                      <a:pt x="22" y="17524"/>
                    </a:lnTo>
                    <a:lnTo>
                      <a:pt x="0" y="18389"/>
                    </a:lnTo>
                    <a:lnTo>
                      <a:pt x="0" y="19253"/>
                    </a:lnTo>
                    <a:lnTo>
                      <a:pt x="0" y="20096"/>
                    </a:lnTo>
                    <a:lnTo>
                      <a:pt x="22" y="20960"/>
                    </a:lnTo>
                    <a:lnTo>
                      <a:pt x="86" y="22645"/>
                    </a:lnTo>
                    <a:lnTo>
                      <a:pt x="216" y="24287"/>
                    </a:lnTo>
                    <a:lnTo>
                      <a:pt x="389" y="25886"/>
                    </a:lnTo>
                    <a:lnTo>
                      <a:pt x="562" y="27421"/>
                    </a:lnTo>
                    <a:lnTo>
                      <a:pt x="691" y="27550"/>
                    </a:lnTo>
                    <a:lnTo>
                      <a:pt x="864" y="27745"/>
                    </a:lnTo>
                    <a:lnTo>
                      <a:pt x="1210" y="28220"/>
                    </a:lnTo>
                    <a:lnTo>
                      <a:pt x="1642" y="28739"/>
                    </a:lnTo>
                    <a:lnTo>
                      <a:pt x="1880" y="28998"/>
                    </a:lnTo>
                    <a:lnTo>
                      <a:pt x="2118" y="29257"/>
                    </a:lnTo>
                    <a:lnTo>
                      <a:pt x="2398" y="29473"/>
                    </a:lnTo>
                    <a:lnTo>
                      <a:pt x="2679" y="29668"/>
                    </a:lnTo>
                    <a:lnTo>
                      <a:pt x="2809" y="29754"/>
                    </a:lnTo>
                    <a:lnTo>
                      <a:pt x="2960" y="29819"/>
                    </a:lnTo>
                    <a:lnTo>
                      <a:pt x="3111" y="29862"/>
                    </a:lnTo>
                    <a:lnTo>
                      <a:pt x="3284" y="29905"/>
                    </a:lnTo>
                    <a:lnTo>
                      <a:pt x="3436" y="29927"/>
                    </a:lnTo>
                    <a:lnTo>
                      <a:pt x="3608" y="29927"/>
                    </a:lnTo>
                    <a:lnTo>
                      <a:pt x="3760" y="29905"/>
                    </a:lnTo>
                    <a:lnTo>
                      <a:pt x="3933" y="29862"/>
                    </a:lnTo>
                    <a:lnTo>
                      <a:pt x="4105" y="29797"/>
                    </a:lnTo>
                    <a:lnTo>
                      <a:pt x="4278" y="29711"/>
                    </a:lnTo>
                    <a:lnTo>
                      <a:pt x="4451" y="29603"/>
                    </a:lnTo>
                    <a:lnTo>
                      <a:pt x="4646" y="29473"/>
                    </a:lnTo>
                    <a:lnTo>
                      <a:pt x="5186" y="28155"/>
                    </a:lnTo>
                    <a:lnTo>
                      <a:pt x="5748" y="26859"/>
                    </a:lnTo>
                    <a:lnTo>
                      <a:pt x="6353" y="25562"/>
                    </a:lnTo>
                    <a:lnTo>
                      <a:pt x="6979" y="24287"/>
                    </a:lnTo>
                    <a:lnTo>
                      <a:pt x="7606" y="23013"/>
                    </a:lnTo>
                    <a:lnTo>
                      <a:pt x="8254" y="21738"/>
                    </a:lnTo>
                    <a:lnTo>
                      <a:pt x="9572" y="19188"/>
                    </a:lnTo>
                    <a:lnTo>
                      <a:pt x="10890" y="16660"/>
                    </a:lnTo>
                    <a:lnTo>
                      <a:pt x="12208" y="14132"/>
                    </a:lnTo>
                    <a:lnTo>
                      <a:pt x="12835" y="12879"/>
                    </a:lnTo>
                    <a:lnTo>
                      <a:pt x="13461" y="11604"/>
                    </a:lnTo>
                    <a:lnTo>
                      <a:pt x="14066" y="10351"/>
                    </a:lnTo>
                    <a:lnTo>
                      <a:pt x="14650" y="9076"/>
                    </a:lnTo>
                    <a:lnTo>
                      <a:pt x="14931" y="8384"/>
                    </a:lnTo>
                    <a:lnTo>
                      <a:pt x="15147" y="7715"/>
                    </a:lnTo>
                    <a:lnTo>
                      <a:pt x="15320" y="7045"/>
                    </a:lnTo>
                    <a:lnTo>
                      <a:pt x="15428" y="6418"/>
                    </a:lnTo>
                    <a:lnTo>
                      <a:pt x="15493" y="5813"/>
                    </a:lnTo>
                    <a:lnTo>
                      <a:pt x="15493" y="5230"/>
                    </a:lnTo>
                    <a:lnTo>
                      <a:pt x="15471" y="4646"/>
                    </a:lnTo>
                    <a:lnTo>
                      <a:pt x="15385" y="4106"/>
                    </a:lnTo>
                    <a:lnTo>
                      <a:pt x="15255" y="3609"/>
                    </a:lnTo>
                    <a:lnTo>
                      <a:pt x="15104" y="3112"/>
                    </a:lnTo>
                    <a:lnTo>
                      <a:pt x="14888" y="2658"/>
                    </a:lnTo>
                    <a:lnTo>
                      <a:pt x="14650" y="2248"/>
                    </a:lnTo>
                    <a:lnTo>
                      <a:pt x="14391" y="1859"/>
                    </a:lnTo>
                    <a:lnTo>
                      <a:pt x="14066" y="1492"/>
                    </a:lnTo>
                    <a:lnTo>
                      <a:pt x="13742" y="1167"/>
                    </a:lnTo>
                    <a:lnTo>
                      <a:pt x="13375" y="887"/>
                    </a:lnTo>
                    <a:lnTo>
                      <a:pt x="12986" y="627"/>
                    </a:lnTo>
                    <a:lnTo>
                      <a:pt x="12554" y="411"/>
                    </a:lnTo>
                    <a:lnTo>
                      <a:pt x="12122" y="238"/>
                    </a:lnTo>
                    <a:lnTo>
                      <a:pt x="11668" y="109"/>
                    </a:lnTo>
                    <a:lnTo>
                      <a:pt x="11193" y="22"/>
                    </a:lnTo>
                    <a:lnTo>
                      <a:pt x="10696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0" name="Google Shape;6450;p29"/>
              <p:cNvSpPr/>
              <p:nvPr/>
            </p:nvSpPr>
            <p:spPr>
              <a:xfrm>
                <a:off x="10840075" y="2932725"/>
                <a:ext cx="599625" cy="608825"/>
              </a:xfrm>
              <a:custGeom>
                <a:avLst/>
                <a:gdLst/>
                <a:ahLst/>
                <a:cxnLst/>
                <a:rect l="l" t="t" r="r" b="b"/>
                <a:pathLst>
                  <a:path w="23985" h="24353" extrusionOk="0">
                    <a:moveTo>
                      <a:pt x="5661" y="1"/>
                    </a:moveTo>
                    <a:lnTo>
                      <a:pt x="5078" y="22"/>
                    </a:lnTo>
                    <a:lnTo>
                      <a:pt x="4494" y="87"/>
                    </a:lnTo>
                    <a:lnTo>
                      <a:pt x="3954" y="195"/>
                    </a:lnTo>
                    <a:lnTo>
                      <a:pt x="3457" y="346"/>
                    </a:lnTo>
                    <a:lnTo>
                      <a:pt x="2982" y="541"/>
                    </a:lnTo>
                    <a:lnTo>
                      <a:pt x="2528" y="757"/>
                    </a:lnTo>
                    <a:lnTo>
                      <a:pt x="2096" y="1016"/>
                    </a:lnTo>
                    <a:lnTo>
                      <a:pt x="1729" y="1319"/>
                    </a:lnTo>
                    <a:lnTo>
                      <a:pt x="1361" y="1643"/>
                    </a:lnTo>
                    <a:lnTo>
                      <a:pt x="1059" y="1989"/>
                    </a:lnTo>
                    <a:lnTo>
                      <a:pt x="778" y="2356"/>
                    </a:lnTo>
                    <a:lnTo>
                      <a:pt x="540" y="2767"/>
                    </a:lnTo>
                    <a:lnTo>
                      <a:pt x="346" y="3177"/>
                    </a:lnTo>
                    <a:lnTo>
                      <a:pt x="194" y="3631"/>
                    </a:lnTo>
                    <a:lnTo>
                      <a:pt x="86" y="4085"/>
                    </a:lnTo>
                    <a:lnTo>
                      <a:pt x="22" y="4560"/>
                    </a:lnTo>
                    <a:lnTo>
                      <a:pt x="0" y="5035"/>
                    </a:lnTo>
                    <a:lnTo>
                      <a:pt x="22" y="5532"/>
                    </a:lnTo>
                    <a:lnTo>
                      <a:pt x="86" y="6051"/>
                    </a:lnTo>
                    <a:lnTo>
                      <a:pt x="216" y="6569"/>
                    </a:lnTo>
                    <a:lnTo>
                      <a:pt x="389" y="7066"/>
                    </a:lnTo>
                    <a:lnTo>
                      <a:pt x="605" y="7585"/>
                    </a:lnTo>
                    <a:lnTo>
                      <a:pt x="886" y="8125"/>
                    </a:lnTo>
                    <a:lnTo>
                      <a:pt x="1210" y="8622"/>
                    </a:lnTo>
                    <a:lnTo>
                      <a:pt x="1599" y="9141"/>
                    </a:lnTo>
                    <a:lnTo>
                      <a:pt x="2053" y="9659"/>
                    </a:lnTo>
                    <a:lnTo>
                      <a:pt x="2550" y="10156"/>
                    </a:lnTo>
                    <a:lnTo>
                      <a:pt x="3111" y="10632"/>
                    </a:lnTo>
                    <a:lnTo>
                      <a:pt x="4213" y="11518"/>
                    </a:lnTo>
                    <a:lnTo>
                      <a:pt x="5315" y="12360"/>
                    </a:lnTo>
                    <a:lnTo>
                      <a:pt x="6461" y="13225"/>
                    </a:lnTo>
                    <a:lnTo>
                      <a:pt x="7584" y="14067"/>
                    </a:lnTo>
                    <a:lnTo>
                      <a:pt x="9896" y="15709"/>
                    </a:lnTo>
                    <a:lnTo>
                      <a:pt x="12230" y="17373"/>
                    </a:lnTo>
                    <a:lnTo>
                      <a:pt x="14542" y="19037"/>
                    </a:lnTo>
                    <a:lnTo>
                      <a:pt x="15709" y="19880"/>
                    </a:lnTo>
                    <a:lnTo>
                      <a:pt x="16854" y="20722"/>
                    </a:lnTo>
                    <a:lnTo>
                      <a:pt x="17977" y="21608"/>
                    </a:lnTo>
                    <a:lnTo>
                      <a:pt x="19101" y="22473"/>
                    </a:lnTo>
                    <a:lnTo>
                      <a:pt x="20203" y="23380"/>
                    </a:lnTo>
                    <a:lnTo>
                      <a:pt x="21283" y="24309"/>
                    </a:lnTo>
                    <a:lnTo>
                      <a:pt x="21499" y="24331"/>
                    </a:lnTo>
                    <a:lnTo>
                      <a:pt x="21716" y="24352"/>
                    </a:lnTo>
                    <a:lnTo>
                      <a:pt x="21910" y="24352"/>
                    </a:lnTo>
                    <a:lnTo>
                      <a:pt x="22083" y="24331"/>
                    </a:lnTo>
                    <a:lnTo>
                      <a:pt x="22256" y="24288"/>
                    </a:lnTo>
                    <a:lnTo>
                      <a:pt x="22407" y="24223"/>
                    </a:lnTo>
                    <a:lnTo>
                      <a:pt x="22558" y="24158"/>
                    </a:lnTo>
                    <a:lnTo>
                      <a:pt x="22688" y="24072"/>
                    </a:lnTo>
                    <a:lnTo>
                      <a:pt x="22818" y="23964"/>
                    </a:lnTo>
                    <a:lnTo>
                      <a:pt x="22926" y="23855"/>
                    </a:lnTo>
                    <a:lnTo>
                      <a:pt x="23034" y="23726"/>
                    </a:lnTo>
                    <a:lnTo>
                      <a:pt x="23120" y="23596"/>
                    </a:lnTo>
                    <a:lnTo>
                      <a:pt x="23293" y="23294"/>
                    </a:lnTo>
                    <a:lnTo>
                      <a:pt x="23423" y="22970"/>
                    </a:lnTo>
                    <a:lnTo>
                      <a:pt x="23531" y="22624"/>
                    </a:lnTo>
                    <a:lnTo>
                      <a:pt x="23617" y="22300"/>
                    </a:lnTo>
                    <a:lnTo>
                      <a:pt x="23768" y="21630"/>
                    </a:lnTo>
                    <a:lnTo>
                      <a:pt x="23876" y="21047"/>
                    </a:lnTo>
                    <a:lnTo>
                      <a:pt x="23919" y="20809"/>
                    </a:lnTo>
                    <a:lnTo>
                      <a:pt x="23984" y="20614"/>
                    </a:lnTo>
                    <a:lnTo>
                      <a:pt x="23444" y="19167"/>
                    </a:lnTo>
                    <a:lnTo>
                      <a:pt x="22882" y="17676"/>
                    </a:lnTo>
                    <a:lnTo>
                      <a:pt x="22234" y="16163"/>
                    </a:lnTo>
                    <a:lnTo>
                      <a:pt x="21543" y="14607"/>
                    </a:lnTo>
                    <a:lnTo>
                      <a:pt x="21175" y="13851"/>
                    </a:lnTo>
                    <a:lnTo>
                      <a:pt x="20786" y="13073"/>
                    </a:lnTo>
                    <a:lnTo>
                      <a:pt x="20397" y="12317"/>
                    </a:lnTo>
                    <a:lnTo>
                      <a:pt x="19987" y="11561"/>
                    </a:lnTo>
                    <a:lnTo>
                      <a:pt x="19555" y="10805"/>
                    </a:lnTo>
                    <a:lnTo>
                      <a:pt x="19101" y="10070"/>
                    </a:lnTo>
                    <a:lnTo>
                      <a:pt x="18647" y="9335"/>
                    </a:lnTo>
                    <a:lnTo>
                      <a:pt x="18172" y="8622"/>
                    </a:lnTo>
                    <a:lnTo>
                      <a:pt x="17675" y="7909"/>
                    </a:lnTo>
                    <a:lnTo>
                      <a:pt x="17178" y="7218"/>
                    </a:lnTo>
                    <a:lnTo>
                      <a:pt x="16638" y="6569"/>
                    </a:lnTo>
                    <a:lnTo>
                      <a:pt x="16098" y="5921"/>
                    </a:lnTo>
                    <a:lnTo>
                      <a:pt x="15536" y="5295"/>
                    </a:lnTo>
                    <a:lnTo>
                      <a:pt x="14974" y="4690"/>
                    </a:lnTo>
                    <a:lnTo>
                      <a:pt x="14391" y="4106"/>
                    </a:lnTo>
                    <a:lnTo>
                      <a:pt x="13764" y="3566"/>
                    </a:lnTo>
                    <a:lnTo>
                      <a:pt x="13137" y="3047"/>
                    </a:lnTo>
                    <a:lnTo>
                      <a:pt x="12511" y="2572"/>
                    </a:lnTo>
                    <a:lnTo>
                      <a:pt x="11841" y="2118"/>
                    </a:lnTo>
                    <a:lnTo>
                      <a:pt x="11171" y="1708"/>
                    </a:lnTo>
                    <a:lnTo>
                      <a:pt x="10480" y="1319"/>
                    </a:lnTo>
                    <a:lnTo>
                      <a:pt x="9767" y="995"/>
                    </a:lnTo>
                    <a:lnTo>
                      <a:pt x="9032" y="692"/>
                    </a:lnTo>
                    <a:lnTo>
                      <a:pt x="8276" y="433"/>
                    </a:lnTo>
                    <a:lnTo>
                      <a:pt x="7584" y="260"/>
                    </a:lnTo>
                    <a:lnTo>
                      <a:pt x="6936" y="109"/>
                    </a:lnTo>
                    <a:lnTo>
                      <a:pt x="6288" y="44"/>
                    </a:lnTo>
                    <a:lnTo>
                      <a:pt x="5661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1" name="Google Shape;6451;p29"/>
              <p:cNvSpPr/>
              <p:nvPr/>
            </p:nvSpPr>
            <p:spPr>
              <a:xfrm>
                <a:off x="12044150" y="4138975"/>
                <a:ext cx="277125" cy="279850"/>
              </a:xfrm>
              <a:custGeom>
                <a:avLst/>
                <a:gdLst/>
                <a:ahLst/>
                <a:cxnLst/>
                <a:rect l="l" t="t" r="r" b="b"/>
                <a:pathLst>
                  <a:path w="11085" h="11194" extrusionOk="0">
                    <a:moveTo>
                      <a:pt x="1080" y="0"/>
                    </a:moveTo>
                    <a:lnTo>
                      <a:pt x="951" y="22"/>
                    </a:lnTo>
                    <a:lnTo>
                      <a:pt x="821" y="65"/>
                    </a:lnTo>
                    <a:lnTo>
                      <a:pt x="713" y="108"/>
                    </a:lnTo>
                    <a:lnTo>
                      <a:pt x="605" y="173"/>
                    </a:lnTo>
                    <a:lnTo>
                      <a:pt x="497" y="260"/>
                    </a:lnTo>
                    <a:lnTo>
                      <a:pt x="389" y="346"/>
                    </a:lnTo>
                    <a:lnTo>
                      <a:pt x="303" y="454"/>
                    </a:lnTo>
                    <a:lnTo>
                      <a:pt x="238" y="584"/>
                    </a:lnTo>
                    <a:lnTo>
                      <a:pt x="151" y="735"/>
                    </a:lnTo>
                    <a:lnTo>
                      <a:pt x="65" y="973"/>
                    </a:lnTo>
                    <a:lnTo>
                      <a:pt x="22" y="1232"/>
                    </a:lnTo>
                    <a:lnTo>
                      <a:pt x="0" y="1513"/>
                    </a:lnTo>
                    <a:lnTo>
                      <a:pt x="0" y="1794"/>
                    </a:lnTo>
                    <a:lnTo>
                      <a:pt x="22" y="2096"/>
                    </a:lnTo>
                    <a:lnTo>
                      <a:pt x="87" y="2399"/>
                    </a:lnTo>
                    <a:lnTo>
                      <a:pt x="151" y="2723"/>
                    </a:lnTo>
                    <a:lnTo>
                      <a:pt x="259" y="3047"/>
                    </a:lnTo>
                    <a:lnTo>
                      <a:pt x="367" y="3393"/>
                    </a:lnTo>
                    <a:lnTo>
                      <a:pt x="497" y="3739"/>
                    </a:lnTo>
                    <a:lnTo>
                      <a:pt x="821" y="4430"/>
                    </a:lnTo>
                    <a:lnTo>
                      <a:pt x="1210" y="5165"/>
                    </a:lnTo>
                    <a:lnTo>
                      <a:pt x="1642" y="5899"/>
                    </a:lnTo>
                    <a:lnTo>
                      <a:pt x="2096" y="6634"/>
                    </a:lnTo>
                    <a:lnTo>
                      <a:pt x="2571" y="7369"/>
                    </a:lnTo>
                    <a:lnTo>
                      <a:pt x="3565" y="8773"/>
                    </a:lnTo>
                    <a:lnTo>
                      <a:pt x="4473" y="10070"/>
                    </a:lnTo>
                    <a:lnTo>
                      <a:pt x="4883" y="10653"/>
                    </a:lnTo>
                    <a:lnTo>
                      <a:pt x="5229" y="11193"/>
                    </a:lnTo>
                    <a:lnTo>
                      <a:pt x="5964" y="10955"/>
                    </a:lnTo>
                    <a:lnTo>
                      <a:pt x="6698" y="10696"/>
                    </a:lnTo>
                    <a:lnTo>
                      <a:pt x="7455" y="10394"/>
                    </a:lnTo>
                    <a:lnTo>
                      <a:pt x="8211" y="10048"/>
                    </a:lnTo>
                    <a:lnTo>
                      <a:pt x="8967" y="9681"/>
                    </a:lnTo>
                    <a:lnTo>
                      <a:pt x="9335" y="9465"/>
                    </a:lnTo>
                    <a:lnTo>
                      <a:pt x="9680" y="9248"/>
                    </a:lnTo>
                    <a:lnTo>
                      <a:pt x="10048" y="9011"/>
                    </a:lnTo>
                    <a:lnTo>
                      <a:pt x="10393" y="8751"/>
                    </a:lnTo>
                    <a:lnTo>
                      <a:pt x="10739" y="8492"/>
                    </a:lnTo>
                    <a:lnTo>
                      <a:pt x="11085" y="8211"/>
                    </a:lnTo>
                    <a:lnTo>
                      <a:pt x="10674" y="7736"/>
                    </a:lnTo>
                    <a:lnTo>
                      <a:pt x="10177" y="7131"/>
                    </a:lnTo>
                    <a:lnTo>
                      <a:pt x="9551" y="6439"/>
                    </a:lnTo>
                    <a:lnTo>
                      <a:pt x="8838" y="5683"/>
                    </a:lnTo>
                    <a:lnTo>
                      <a:pt x="8060" y="4862"/>
                    </a:lnTo>
                    <a:lnTo>
                      <a:pt x="7239" y="4041"/>
                    </a:lnTo>
                    <a:lnTo>
                      <a:pt x="6374" y="3220"/>
                    </a:lnTo>
                    <a:lnTo>
                      <a:pt x="5488" y="2442"/>
                    </a:lnTo>
                    <a:lnTo>
                      <a:pt x="5056" y="2075"/>
                    </a:lnTo>
                    <a:lnTo>
                      <a:pt x="4624" y="1729"/>
                    </a:lnTo>
                    <a:lnTo>
                      <a:pt x="4192" y="1405"/>
                    </a:lnTo>
                    <a:lnTo>
                      <a:pt x="3760" y="1102"/>
                    </a:lnTo>
                    <a:lnTo>
                      <a:pt x="3349" y="843"/>
                    </a:lnTo>
                    <a:lnTo>
                      <a:pt x="2960" y="584"/>
                    </a:lnTo>
                    <a:lnTo>
                      <a:pt x="2571" y="389"/>
                    </a:lnTo>
                    <a:lnTo>
                      <a:pt x="2204" y="216"/>
                    </a:lnTo>
                    <a:lnTo>
                      <a:pt x="1858" y="108"/>
                    </a:lnTo>
                    <a:lnTo>
                      <a:pt x="1534" y="22"/>
                    </a:lnTo>
                    <a:lnTo>
                      <a:pt x="1232" y="0"/>
                    </a:lnTo>
                    <a:close/>
                  </a:path>
                </a:pathLst>
              </a:custGeom>
              <a:solidFill>
                <a:srgbClr val="424242">
                  <a:alpha val="162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2" name="Google Shape;6452;p29"/>
              <p:cNvSpPr/>
              <p:nvPr/>
            </p:nvSpPr>
            <p:spPr>
              <a:xfrm>
                <a:off x="11304625" y="4043350"/>
                <a:ext cx="896725" cy="910250"/>
              </a:xfrm>
              <a:custGeom>
                <a:avLst/>
                <a:gdLst/>
                <a:ahLst/>
                <a:cxnLst/>
                <a:rect l="l" t="t" r="r" b="b"/>
                <a:pathLst>
                  <a:path w="35869" h="36410" extrusionOk="0">
                    <a:moveTo>
                      <a:pt x="18324" y="1"/>
                    </a:moveTo>
                    <a:lnTo>
                      <a:pt x="17827" y="22"/>
                    </a:lnTo>
                    <a:lnTo>
                      <a:pt x="16941" y="87"/>
                    </a:lnTo>
                    <a:lnTo>
                      <a:pt x="16055" y="217"/>
                    </a:lnTo>
                    <a:lnTo>
                      <a:pt x="15169" y="368"/>
                    </a:lnTo>
                    <a:lnTo>
                      <a:pt x="14326" y="563"/>
                    </a:lnTo>
                    <a:lnTo>
                      <a:pt x="13484" y="800"/>
                    </a:lnTo>
                    <a:lnTo>
                      <a:pt x="12641" y="1060"/>
                    </a:lnTo>
                    <a:lnTo>
                      <a:pt x="11841" y="1384"/>
                    </a:lnTo>
                    <a:lnTo>
                      <a:pt x="11042" y="1729"/>
                    </a:lnTo>
                    <a:lnTo>
                      <a:pt x="10286" y="2118"/>
                    </a:lnTo>
                    <a:lnTo>
                      <a:pt x="9529" y="2529"/>
                    </a:lnTo>
                    <a:lnTo>
                      <a:pt x="8795" y="2983"/>
                    </a:lnTo>
                    <a:lnTo>
                      <a:pt x="8082" y="3458"/>
                    </a:lnTo>
                    <a:lnTo>
                      <a:pt x="7412" y="3955"/>
                    </a:lnTo>
                    <a:lnTo>
                      <a:pt x="6742" y="4517"/>
                    </a:lnTo>
                    <a:lnTo>
                      <a:pt x="6115" y="5079"/>
                    </a:lnTo>
                    <a:lnTo>
                      <a:pt x="5510" y="5662"/>
                    </a:lnTo>
                    <a:lnTo>
                      <a:pt x="4927" y="6289"/>
                    </a:lnTo>
                    <a:lnTo>
                      <a:pt x="4365" y="6937"/>
                    </a:lnTo>
                    <a:lnTo>
                      <a:pt x="3847" y="7607"/>
                    </a:lnTo>
                    <a:lnTo>
                      <a:pt x="3350" y="8298"/>
                    </a:lnTo>
                    <a:lnTo>
                      <a:pt x="2874" y="9033"/>
                    </a:lnTo>
                    <a:lnTo>
                      <a:pt x="2442" y="9767"/>
                    </a:lnTo>
                    <a:lnTo>
                      <a:pt x="2032" y="10524"/>
                    </a:lnTo>
                    <a:lnTo>
                      <a:pt x="1664" y="11280"/>
                    </a:lnTo>
                    <a:lnTo>
                      <a:pt x="1340" y="12080"/>
                    </a:lnTo>
                    <a:lnTo>
                      <a:pt x="1038" y="12879"/>
                    </a:lnTo>
                    <a:lnTo>
                      <a:pt x="778" y="13722"/>
                    </a:lnTo>
                    <a:lnTo>
                      <a:pt x="541" y="14543"/>
                    </a:lnTo>
                    <a:lnTo>
                      <a:pt x="346" y="15407"/>
                    </a:lnTo>
                    <a:lnTo>
                      <a:pt x="195" y="16250"/>
                    </a:lnTo>
                    <a:lnTo>
                      <a:pt x="87" y="17136"/>
                    </a:lnTo>
                    <a:lnTo>
                      <a:pt x="22" y="18000"/>
                    </a:lnTo>
                    <a:lnTo>
                      <a:pt x="0" y="18929"/>
                    </a:lnTo>
                    <a:lnTo>
                      <a:pt x="22" y="19858"/>
                    </a:lnTo>
                    <a:lnTo>
                      <a:pt x="87" y="20766"/>
                    </a:lnTo>
                    <a:lnTo>
                      <a:pt x="217" y="21652"/>
                    </a:lnTo>
                    <a:lnTo>
                      <a:pt x="368" y="22516"/>
                    </a:lnTo>
                    <a:lnTo>
                      <a:pt x="584" y="23359"/>
                    </a:lnTo>
                    <a:lnTo>
                      <a:pt x="843" y="24180"/>
                    </a:lnTo>
                    <a:lnTo>
                      <a:pt x="1146" y="25001"/>
                    </a:lnTo>
                    <a:lnTo>
                      <a:pt x="1470" y="25800"/>
                    </a:lnTo>
                    <a:lnTo>
                      <a:pt x="1859" y="26557"/>
                    </a:lnTo>
                    <a:lnTo>
                      <a:pt x="2269" y="27313"/>
                    </a:lnTo>
                    <a:lnTo>
                      <a:pt x="2723" y="28026"/>
                    </a:lnTo>
                    <a:lnTo>
                      <a:pt x="3220" y="28739"/>
                    </a:lnTo>
                    <a:lnTo>
                      <a:pt x="3739" y="29409"/>
                    </a:lnTo>
                    <a:lnTo>
                      <a:pt x="4300" y="30057"/>
                    </a:lnTo>
                    <a:lnTo>
                      <a:pt x="4884" y="30684"/>
                    </a:lnTo>
                    <a:lnTo>
                      <a:pt x="5489" y="31267"/>
                    </a:lnTo>
                    <a:lnTo>
                      <a:pt x="6137" y="31850"/>
                    </a:lnTo>
                    <a:lnTo>
                      <a:pt x="6828" y="32391"/>
                    </a:lnTo>
                    <a:lnTo>
                      <a:pt x="7520" y="32888"/>
                    </a:lnTo>
                    <a:lnTo>
                      <a:pt x="8255" y="33363"/>
                    </a:lnTo>
                    <a:lnTo>
                      <a:pt x="8989" y="33817"/>
                    </a:lnTo>
                    <a:lnTo>
                      <a:pt x="9767" y="34227"/>
                    </a:lnTo>
                    <a:lnTo>
                      <a:pt x="10567" y="34616"/>
                    </a:lnTo>
                    <a:lnTo>
                      <a:pt x="11388" y="34962"/>
                    </a:lnTo>
                    <a:lnTo>
                      <a:pt x="12209" y="35264"/>
                    </a:lnTo>
                    <a:lnTo>
                      <a:pt x="13051" y="35545"/>
                    </a:lnTo>
                    <a:lnTo>
                      <a:pt x="13937" y="35783"/>
                    </a:lnTo>
                    <a:lnTo>
                      <a:pt x="14802" y="35999"/>
                    </a:lnTo>
                    <a:lnTo>
                      <a:pt x="15709" y="36150"/>
                    </a:lnTo>
                    <a:lnTo>
                      <a:pt x="16617" y="36280"/>
                    </a:lnTo>
                    <a:lnTo>
                      <a:pt x="17524" y="36366"/>
                    </a:lnTo>
                    <a:lnTo>
                      <a:pt x="18021" y="36388"/>
                    </a:lnTo>
                    <a:lnTo>
                      <a:pt x="18540" y="36410"/>
                    </a:lnTo>
                    <a:lnTo>
                      <a:pt x="19512" y="36410"/>
                    </a:lnTo>
                    <a:lnTo>
                      <a:pt x="20009" y="36388"/>
                    </a:lnTo>
                    <a:lnTo>
                      <a:pt x="20484" y="36345"/>
                    </a:lnTo>
                    <a:lnTo>
                      <a:pt x="20960" y="36280"/>
                    </a:lnTo>
                    <a:lnTo>
                      <a:pt x="21435" y="36237"/>
                    </a:lnTo>
                    <a:lnTo>
                      <a:pt x="21910" y="36150"/>
                    </a:lnTo>
                    <a:lnTo>
                      <a:pt x="22364" y="36064"/>
                    </a:lnTo>
                    <a:lnTo>
                      <a:pt x="23272" y="35848"/>
                    </a:lnTo>
                    <a:lnTo>
                      <a:pt x="24158" y="35589"/>
                    </a:lnTo>
                    <a:lnTo>
                      <a:pt x="25000" y="35286"/>
                    </a:lnTo>
                    <a:lnTo>
                      <a:pt x="25843" y="34940"/>
                    </a:lnTo>
                    <a:lnTo>
                      <a:pt x="26642" y="34551"/>
                    </a:lnTo>
                    <a:lnTo>
                      <a:pt x="27420" y="34119"/>
                    </a:lnTo>
                    <a:lnTo>
                      <a:pt x="28177" y="33665"/>
                    </a:lnTo>
                    <a:lnTo>
                      <a:pt x="28911" y="33147"/>
                    </a:lnTo>
                    <a:lnTo>
                      <a:pt x="29603" y="32607"/>
                    </a:lnTo>
                    <a:lnTo>
                      <a:pt x="30251" y="32045"/>
                    </a:lnTo>
                    <a:lnTo>
                      <a:pt x="30878" y="31418"/>
                    </a:lnTo>
                    <a:lnTo>
                      <a:pt x="31483" y="30792"/>
                    </a:lnTo>
                    <a:lnTo>
                      <a:pt x="32044" y="30100"/>
                    </a:lnTo>
                    <a:lnTo>
                      <a:pt x="32585" y="29409"/>
                    </a:lnTo>
                    <a:lnTo>
                      <a:pt x="33060" y="28674"/>
                    </a:lnTo>
                    <a:lnTo>
                      <a:pt x="33514" y="27918"/>
                    </a:lnTo>
                    <a:lnTo>
                      <a:pt x="33946" y="27140"/>
                    </a:lnTo>
                    <a:lnTo>
                      <a:pt x="34313" y="26340"/>
                    </a:lnTo>
                    <a:lnTo>
                      <a:pt x="34659" y="25519"/>
                    </a:lnTo>
                    <a:lnTo>
                      <a:pt x="34961" y="24677"/>
                    </a:lnTo>
                    <a:lnTo>
                      <a:pt x="35221" y="23812"/>
                    </a:lnTo>
                    <a:lnTo>
                      <a:pt x="35437" y="22948"/>
                    </a:lnTo>
                    <a:lnTo>
                      <a:pt x="35610" y="22041"/>
                    </a:lnTo>
                    <a:lnTo>
                      <a:pt x="35739" y="21133"/>
                    </a:lnTo>
                    <a:lnTo>
                      <a:pt x="35826" y="20226"/>
                    </a:lnTo>
                    <a:lnTo>
                      <a:pt x="35869" y="19296"/>
                    </a:lnTo>
                    <a:lnTo>
                      <a:pt x="35869" y="18346"/>
                    </a:lnTo>
                    <a:lnTo>
                      <a:pt x="35804" y="17460"/>
                    </a:lnTo>
                    <a:lnTo>
                      <a:pt x="35718" y="16574"/>
                    </a:lnTo>
                    <a:lnTo>
                      <a:pt x="35588" y="15710"/>
                    </a:lnTo>
                    <a:lnTo>
                      <a:pt x="35415" y="14824"/>
                    </a:lnTo>
                    <a:lnTo>
                      <a:pt x="35221" y="13959"/>
                    </a:lnTo>
                    <a:lnTo>
                      <a:pt x="34983" y="13095"/>
                    </a:lnTo>
                    <a:lnTo>
                      <a:pt x="34702" y="12252"/>
                    </a:lnTo>
                    <a:lnTo>
                      <a:pt x="34378" y="11431"/>
                    </a:lnTo>
                    <a:lnTo>
                      <a:pt x="34032" y="10610"/>
                    </a:lnTo>
                    <a:lnTo>
                      <a:pt x="33665" y="9811"/>
                    </a:lnTo>
                    <a:lnTo>
                      <a:pt x="33233" y="9011"/>
                    </a:lnTo>
                    <a:lnTo>
                      <a:pt x="32779" y="8255"/>
                    </a:lnTo>
                    <a:lnTo>
                      <a:pt x="32304" y="7520"/>
                    </a:lnTo>
                    <a:lnTo>
                      <a:pt x="31785" y="6786"/>
                    </a:lnTo>
                    <a:lnTo>
                      <a:pt x="31245" y="6094"/>
                    </a:lnTo>
                    <a:lnTo>
                      <a:pt x="30661" y="5446"/>
                    </a:lnTo>
                    <a:lnTo>
                      <a:pt x="30056" y="4798"/>
                    </a:lnTo>
                    <a:lnTo>
                      <a:pt x="29430" y="4193"/>
                    </a:lnTo>
                    <a:lnTo>
                      <a:pt x="28760" y="3631"/>
                    </a:lnTo>
                    <a:lnTo>
                      <a:pt x="28069" y="3091"/>
                    </a:lnTo>
                    <a:lnTo>
                      <a:pt x="27356" y="2594"/>
                    </a:lnTo>
                    <a:lnTo>
                      <a:pt x="26621" y="2118"/>
                    </a:lnTo>
                    <a:lnTo>
                      <a:pt x="25843" y="1708"/>
                    </a:lnTo>
                    <a:lnTo>
                      <a:pt x="25044" y="1319"/>
                    </a:lnTo>
                    <a:lnTo>
                      <a:pt x="24222" y="995"/>
                    </a:lnTo>
                    <a:lnTo>
                      <a:pt x="23812" y="844"/>
                    </a:lnTo>
                    <a:lnTo>
                      <a:pt x="23380" y="692"/>
                    </a:lnTo>
                    <a:lnTo>
                      <a:pt x="22948" y="563"/>
                    </a:lnTo>
                    <a:lnTo>
                      <a:pt x="22515" y="455"/>
                    </a:lnTo>
                    <a:lnTo>
                      <a:pt x="22062" y="347"/>
                    </a:lnTo>
                    <a:lnTo>
                      <a:pt x="21608" y="260"/>
                    </a:lnTo>
                    <a:lnTo>
                      <a:pt x="21154" y="174"/>
                    </a:lnTo>
                    <a:lnTo>
                      <a:pt x="20700" y="131"/>
                    </a:lnTo>
                    <a:lnTo>
                      <a:pt x="20247" y="66"/>
                    </a:lnTo>
                    <a:lnTo>
                      <a:pt x="19771" y="22"/>
                    </a:lnTo>
                    <a:lnTo>
                      <a:pt x="19296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3" name="Google Shape;6453;p29"/>
              <p:cNvSpPr/>
              <p:nvPr/>
            </p:nvSpPr>
            <p:spPr>
              <a:xfrm>
                <a:off x="11097200" y="4756950"/>
                <a:ext cx="554800" cy="287950"/>
              </a:xfrm>
              <a:custGeom>
                <a:avLst/>
                <a:gdLst/>
                <a:ahLst/>
                <a:cxnLst/>
                <a:rect l="l" t="t" r="r" b="b"/>
                <a:pathLst>
                  <a:path w="22192" h="11518" extrusionOk="0">
                    <a:moveTo>
                      <a:pt x="14023" y="0"/>
                    </a:moveTo>
                    <a:lnTo>
                      <a:pt x="13548" y="22"/>
                    </a:lnTo>
                    <a:lnTo>
                      <a:pt x="13029" y="65"/>
                    </a:lnTo>
                    <a:lnTo>
                      <a:pt x="11949" y="195"/>
                    </a:lnTo>
                    <a:lnTo>
                      <a:pt x="10804" y="368"/>
                    </a:lnTo>
                    <a:lnTo>
                      <a:pt x="9594" y="605"/>
                    </a:lnTo>
                    <a:lnTo>
                      <a:pt x="8384" y="886"/>
                    </a:lnTo>
                    <a:lnTo>
                      <a:pt x="7174" y="1210"/>
                    </a:lnTo>
                    <a:lnTo>
                      <a:pt x="5985" y="1578"/>
                    </a:lnTo>
                    <a:lnTo>
                      <a:pt x="4840" y="1945"/>
                    </a:lnTo>
                    <a:lnTo>
                      <a:pt x="3760" y="2377"/>
                    </a:lnTo>
                    <a:lnTo>
                      <a:pt x="3263" y="2593"/>
                    </a:lnTo>
                    <a:lnTo>
                      <a:pt x="2788" y="2809"/>
                    </a:lnTo>
                    <a:lnTo>
                      <a:pt x="2334" y="3026"/>
                    </a:lnTo>
                    <a:lnTo>
                      <a:pt x="1902" y="3263"/>
                    </a:lnTo>
                    <a:lnTo>
                      <a:pt x="1534" y="3479"/>
                    </a:lnTo>
                    <a:lnTo>
                      <a:pt x="1167" y="3717"/>
                    </a:lnTo>
                    <a:lnTo>
                      <a:pt x="864" y="3955"/>
                    </a:lnTo>
                    <a:lnTo>
                      <a:pt x="605" y="4192"/>
                    </a:lnTo>
                    <a:lnTo>
                      <a:pt x="389" y="4430"/>
                    </a:lnTo>
                    <a:lnTo>
                      <a:pt x="216" y="4646"/>
                    </a:lnTo>
                    <a:lnTo>
                      <a:pt x="108" y="4884"/>
                    </a:lnTo>
                    <a:lnTo>
                      <a:pt x="65" y="5013"/>
                    </a:lnTo>
                    <a:lnTo>
                      <a:pt x="43" y="5121"/>
                    </a:lnTo>
                    <a:lnTo>
                      <a:pt x="22" y="5359"/>
                    </a:lnTo>
                    <a:lnTo>
                      <a:pt x="0" y="5597"/>
                    </a:lnTo>
                    <a:lnTo>
                      <a:pt x="22" y="5834"/>
                    </a:lnTo>
                    <a:lnTo>
                      <a:pt x="43" y="6072"/>
                    </a:lnTo>
                    <a:lnTo>
                      <a:pt x="108" y="6331"/>
                    </a:lnTo>
                    <a:lnTo>
                      <a:pt x="173" y="6569"/>
                    </a:lnTo>
                    <a:lnTo>
                      <a:pt x="259" y="6828"/>
                    </a:lnTo>
                    <a:lnTo>
                      <a:pt x="367" y="7066"/>
                    </a:lnTo>
                    <a:lnTo>
                      <a:pt x="497" y="7325"/>
                    </a:lnTo>
                    <a:lnTo>
                      <a:pt x="627" y="7563"/>
                    </a:lnTo>
                    <a:lnTo>
                      <a:pt x="778" y="7822"/>
                    </a:lnTo>
                    <a:lnTo>
                      <a:pt x="951" y="8060"/>
                    </a:lnTo>
                    <a:lnTo>
                      <a:pt x="1145" y="8298"/>
                    </a:lnTo>
                    <a:lnTo>
                      <a:pt x="1340" y="8535"/>
                    </a:lnTo>
                    <a:lnTo>
                      <a:pt x="1578" y="8773"/>
                    </a:lnTo>
                    <a:lnTo>
                      <a:pt x="1794" y="9011"/>
                    </a:lnTo>
                    <a:lnTo>
                      <a:pt x="2053" y="9227"/>
                    </a:lnTo>
                    <a:lnTo>
                      <a:pt x="2312" y="9443"/>
                    </a:lnTo>
                    <a:lnTo>
                      <a:pt x="2593" y="9659"/>
                    </a:lnTo>
                    <a:lnTo>
                      <a:pt x="2874" y="9853"/>
                    </a:lnTo>
                    <a:lnTo>
                      <a:pt x="3198" y="10048"/>
                    </a:lnTo>
                    <a:lnTo>
                      <a:pt x="3501" y="10242"/>
                    </a:lnTo>
                    <a:lnTo>
                      <a:pt x="3846" y="10415"/>
                    </a:lnTo>
                    <a:lnTo>
                      <a:pt x="4170" y="10588"/>
                    </a:lnTo>
                    <a:lnTo>
                      <a:pt x="4538" y="10739"/>
                    </a:lnTo>
                    <a:lnTo>
                      <a:pt x="4905" y="10869"/>
                    </a:lnTo>
                    <a:lnTo>
                      <a:pt x="5272" y="11020"/>
                    </a:lnTo>
                    <a:lnTo>
                      <a:pt x="5661" y="11128"/>
                    </a:lnTo>
                    <a:lnTo>
                      <a:pt x="6072" y="11236"/>
                    </a:lnTo>
                    <a:lnTo>
                      <a:pt x="6482" y="11323"/>
                    </a:lnTo>
                    <a:lnTo>
                      <a:pt x="6893" y="11409"/>
                    </a:lnTo>
                    <a:lnTo>
                      <a:pt x="7325" y="11474"/>
                    </a:lnTo>
                    <a:lnTo>
                      <a:pt x="7779" y="11496"/>
                    </a:lnTo>
                    <a:lnTo>
                      <a:pt x="8233" y="11517"/>
                    </a:lnTo>
                    <a:lnTo>
                      <a:pt x="8686" y="11517"/>
                    </a:lnTo>
                    <a:lnTo>
                      <a:pt x="9162" y="11496"/>
                    </a:lnTo>
                    <a:lnTo>
                      <a:pt x="9659" y="11431"/>
                    </a:lnTo>
                    <a:lnTo>
                      <a:pt x="10134" y="11366"/>
                    </a:lnTo>
                    <a:lnTo>
                      <a:pt x="10631" y="11280"/>
                    </a:lnTo>
                    <a:lnTo>
                      <a:pt x="11150" y="11172"/>
                    </a:lnTo>
                    <a:lnTo>
                      <a:pt x="11647" y="11064"/>
                    </a:lnTo>
                    <a:lnTo>
                      <a:pt x="12165" y="10912"/>
                    </a:lnTo>
                    <a:lnTo>
                      <a:pt x="12684" y="10761"/>
                    </a:lnTo>
                    <a:lnTo>
                      <a:pt x="13202" y="10588"/>
                    </a:lnTo>
                    <a:lnTo>
                      <a:pt x="14240" y="10221"/>
                    </a:lnTo>
                    <a:lnTo>
                      <a:pt x="15255" y="9810"/>
                    </a:lnTo>
                    <a:lnTo>
                      <a:pt x="16271" y="9357"/>
                    </a:lnTo>
                    <a:lnTo>
                      <a:pt x="17265" y="8881"/>
                    </a:lnTo>
                    <a:lnTo>
                      <a:pt x="18215" y="8384"/>
                    </a:lnTo>
                    <a:lnTo>
                      <a:pt x="19123" y="7866"/>
                    </a:lnTo>
                    <a:lnTo>
                      <a:pt x="19987" y="7347"/>
                    </a:lnTo>
                    <a:lnTo>
                      <a:pt x="20808" y="6850"/>
                    </a:lnTo>
                    <a:lnTo>
                      <a:pt x="21543" y="6353"/>
                    </a:lnTo>
                    <a:lnTo>
                      <a:pt x="22191" y="5878"/>
                    </a:lnTo>
                    <a:lnTo>
                      <a:pt x="14909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4" name="Google Shape;6454;p29"/>
              <p:cNvSpPr/>
              <p:nvPr/>
            </p:nvSpPr>
            <p:spPr>
              <a:xfrm>
                <a:off x="11877225" y="4710500"/>
                <a:ext cx="539675" cy="307925"/>
              </a:xfrm>
              <a:custGeom>
                <a:avLst/>
                <a:gdLst/>
                <a:ahLst/>
                <a:cxnLst/>
                <a:rect l="l" t="t" r="r" b="b"/>
                <a:pathLst>
                  <a:path w="21587" h="12317" extrusionOk="0">
                    <a:moveTo>
                      <a:pt x="15385" y="0"/>
                    </a:moveTo>
                    <a:lnTo>
                      <a:pt x="14953" y="22"/>
                    </a:lnTo>
                    <a:lnTo>
                      <a:pt x="14521" y="43"/>
                    </a:lnTo>
                    <a:lnTo>
                      <a:pt x="14088" y="108"/>
                    </a:lnTo>
                    <a:lnTo>
                      <a:pt x="13203" y="238"/>
                    </a:lnTo>
                    <a:lnTo>
                      <a:pt x="12295" y="389"/>
                    </a:lnTo>
                    <a:lnTo>
                      <a:pt x="11388" y="584"/>
                    </a:lnTo>
                    <a:lnTo>
                      <a:pt x="9529" y="1016"/>
                    </a:lnTo>
                    <a:lnTo>
                      <a:pt x="8600" y="1232"/>
                    </a:lnTo>
                    <a:lnTo>
                      <a:pt x="7649" y="1448"/>
                    </a:lnTo>
                    <a:lnTo>
                      <a:pt x="6720" y="1621"/>
                    </a:lnTo>
                    <a:lnTo>
                      <a:pt x="5770" y="1772"/>
                    </a:lnTo>
                    <a:lnTo>
                      <a:pt x="0" y="7455"/>
                    </a:lnTo>
                    <a:lnTo>
                      <a:pt x="368" y="7865"/>
                    </a:lnTo>
                    <a:lnTo>
                      <a:pt x="778" y="8254"/>
                    </a:lnTo>
                    <a:lnTo>
                      <a:pt x="1210" y="8622"/>
                    </a:lnTo>
                    <a:lnTo>
                      <a:pt x="1643" y="8967"/>
                    </a:lnTo>
                    <a:lnTo>
                      <a:pt x="2096" y="9313"/>
                    </a:lnTo>
                    <a:lnTo>
                      <a:pt x="2572" y="9637"/>
                    </a:lnTo>
                    <a:lnTo>
                      <a:pt x="3047" y="9918"/>
                    </a:lnTo>
                    <a:lnTo>
                      <a:pt x="3544" y="10199"/>
                    </a:lnTo>
                    <a:lnTo>
                      <a:pt x="4063" y="10480"/>
                    </a:lnTo>
                    <a:lnTo>
                      <a:pt x="4581" y="10718"/>
                    </a:lnTo>
                    <a:lnTo>
                      <a:pt x="5121" y="10955"/>
                    </a:lnTo>
                    <a:lnTo>
                      <a:pt x="5662" y="11150"/>
                    </a:lnTo>
                    <a:lnTo>
                      <a:pt x="6202" y="11344"/>
                    </a:lnTo>
                    <a:lnTo>
                      <a:pt x="6742" y="11517"/>
                    </a:lnTo>
                    <a:lnTo>
                      <a:pt x="7304" y="11690"/>
                    </a:lnTo>
                    <a:lnTo>
                      <a:pt x="7866" y="11820"/>
                    </a:lnTo>
                    <a:lnTo>
                      <a:pt x="8427" y="11949"/>
                    </a:lnTo>
                    <a:lnTo>
                      <a:pt x="8989" y="12036"/>
                    </a:lnTo>
                    <a:lnTo>
                      <a:pt x="9551" y="12144"/>
                    </a:lnTo>
                    <a:lnTo>
                      <a:pt x="10113" y="12208"/>
                    </a:lnTo>
                    <a:lnTo>
                      <a:pt x="10674" y="12252"/>
                    </a:lnTo>
                    <a:lnTo>
                      <a:pt x="11236" y="12295"/>
                    </a:lnTo>
                    <a:lnTo>
                      <a:pt x="11798" y="12317"/>
                    </a:lnTo>
                    <a:lnTo>
                      <a:pt x="12338" y="12317"/>
                    </a:lnTo>
                    <a:lnTo>
                      <a:pt x="12878" y="12295"/>
                    </a:lnTo>
                    <a:lnTo>
                      <a:pt x="13419" y="12273"/>
                    </a:lnTo>
                    <a:lnTo>
                      <a:pt x="13937" y="12208"/>
                    </a:lnTo>
                    <a:lnTo>
                      <a:pt x="14456" y="12144"/>
                    </a:lnTo>
                    <a:lnTo>
                      <a:pt x="14953" y="12057"/>
                    </a:lnTo>
                    <a:lnTo>
                      <a:pt x="15450" y="11971"/>
                    </a:lnTo>
                    <a:lnTo>
                      <a:pt x="15925" y="11841"/>
                    </a:lnTo>
                    <a:lnTo>
                      <a:pt x="16379" y="11711"/>
                    </a:lnTo>
                    <a:lnTo>
                      <a:pt x="16833" y="11560"/>
                    </a:lnTo>
                    <a:lnTo>
                      <a:pt x="17243" y="11366"/>
                    </a:lnTo>
                    <a:lnTo>
                      <a:pt x="17675" y="11171"/>
                    </a:lnTo>
                    <a:lnTo>
                      <a:pt x="18064" y="10934"/>
                    </a:lnTo>
                    <a:lnTo>
                      <a:pt x="18432" y="10674"/>
                    </a:lnTo>
                    <a:lnTo>
                      <a:pt x="18799" y="10393"/>
                    </a:lnTo>
                    <a:lnTo>
                      <a:pt x="19145" y="10091"/>
                    </a:lnTo>
                    <a:lnTo>
                      <a:pt x="19469" y="9767"/>
                    </a:lnTo>
                    <a:lnTo>
                      <a:pt x="19771" y="9443"/>
                    </a:lnTo>
                    <a:lnTo>
                      <a:pt x="20052" y="9097"/>
                    </a:lnTo>
                    <a:lnTo>
                      <a:pt x="20311" y="8730"/>
                    </a:lnTo>
                    <a:lnTo>
                      <a:pt x="20549" y="8362"/>
                    </a:lnTo>
                    <a:lnTo>
                      <a:pt x="20765" y="7973"/>
                    </a:lnTo>
                    <a:lnTo>
                      <a:pt x="20960" y="7584"/>
                    </a:lnTo>
                    <a:lnTo>
                      <a:pt x="21133" y="7196"/>
                    </a:lnTo>
                    <a:lnTo>
                      <a:pt x="21262" y="6807"/>
                    </a:lnTo>
                    <a:lnTo>
                      <a:pt x="21392" y="6396"/>
                    </a:lnTo>
                    <a:lnTo>
                      <a:pt x="21478" y="5985"/>
                    </a:lnTo>
                    <a:lnTo>
                      <a:pt x="21543" y="5597"/>
                    </a:lnTo>
                    <a:lnTo>
                      <a:pt x="21586" y="5186"/>
                    </a:lnTo>
                    <a:lnTo>
                      <a:pt x="21586" y="4797"/>
                    </a:lnTo>
                    <a:lnTo>
                      <a:pt x="21586" y="4387"/>
                    </a:lnTo>
                    <a:lnTo>
                      <a:pt x="21521" y="3998"/>
                    </a:lnTo>
                    <a:lnTo>
                      <a:pt x="21457" y="3630"/>
                    </a:lnTo>
                    <a:lnTo>
                      <a:pt x="21349" y="3263"/>
                    </a:lnTo>
                    <a:lnTo>
                      <a:pt x="21219" y="2896"/>
                    </a:lnTo>
                    <a:lnTo>
                      <a:pt x="21046" y="2572"/>
                    </a:lnTo>
                    <a:lnTo>
                      <a:pt x="20830" y="2226"/>
                    </a:lnTo>
                    <a:lnTo>
                      <a:pt x="20592" y="1923"/>
                    </a:lnTo>
                    <a:lnTo>
                      <a:pt x="20333" y="1621"/>
                    </a:lnTo>
                    <a:lnTo>
                      <a:pt x="20031" y="1361"/>
                    </a:lnTo>
                    <a:lnTo>
                      <a:pt x="19685" y="1102"/>
                    </a:lnTo>
                    <a:lnTo>
                      <a:pt x="19339" y="886"/>
                    </a:lnTo>
                    <a:lnTo>
                      <a:pt x="18972" y="692"/>
                    </a:lnTo>
                    <a:lnTo>
                      <a:pt x="18604" y="519"/>
                    </a:lnTo>
                    <a:lnTo>
                      <a:pt x="18216" y="368"/>
                    </a:lnTo>
                    <a:lnTo>
                      <a:pt x="17827" y="259"/>
                    </a:lnTo>
                    <a:lnTo>
                      <a:pt x="17438" y="151"/>
                    </a:lnTo>
                    <a:lnTo>
                      <a:pt x="17027" y="87"/>
                    </a:lnTo>
                    <a:lnTo>
                      <a:pt x="16617" y="43"/>
                    </a:lnTo>
                    <a:lnTo>
                      <a:pt x="162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5" name="Google Shape;6455;p29"/>
              <p:cNvSpPr/>
              <p:nvPr/>
            </p:nvSpPr>
            <p:spPr>
              <a:xfrm>
                <a:off x="11304625" y="4043350"/>
                <a:ext cx="896725" cy="595875"/>
              </a:xfrm>
              <a:custGeom>
                <a:avLst/>
                <a:gdLst/>
                <a:ahLst/>
                <a:cxnLst/>
                <a:rect l="l" t="t" r="r" b="b"/>
                <a:pathLst>
                  <a:path w="35869" h="23835" extrusionOk="0">
                    <a:moveTo>
                      <a:pt x="18324" y="1"/>
                    </a:moveTo>
                    <a:lnTo>
                      <a:pt x="17827" y="22"/>
                    </a:lnTo>
                    <a:lnTo>
                      <a:pt x="16941" y="87"/>
                    </a:lnTo>
                    <a:lnTo>
                      <a:pt x="16055" y="217"/>
                    </a:lnTo>
                    <a:lnTo>
                      <a:pt x="15169" y="368"/>
                    </a:lnTo>
                    <a:lnTo>
                      <a:pt x="14326" y="563"/>
                    </a:lnTo>
                    <a:lnTo>
                      <a:pt x="13484" y="800"/>
                    </a:lnTo>
                    <a:lnTo>
                      <a:pt x="12641" y="1060"/>
                    </a:lnTo>
                    <a:lnTo>
                      <a:pt x="11841" y="1384"/>
                    </a:lnTo>
                    <a:lnTo>
                      <a:pt x="11042" y="1729"/>
                    </a:lnTo>
                    <a:lnTo>
                      <a:pt x="10286" y="2118"/>
                    </a:lnTo>
                    <a:lnTo>
                      <a:pt x="9529" y="2529"/>
                    </a:lnTo>
                    <a:lnTo>
                      <a:pt x="8795" y="2983"/>
                    </a:lnTo>
                    <a:lnTo>
                      <a:pt x="8082" y="3458"/>
                    </a:lnTo>
                    <a:lnTo>
                      <a:pt x="7412" y="3977"/>
                    </a:lnTo>
                    <a:lnTo>
                      <a:pt x="6742" y="4517"/>
                    </a:lnTo>
                    <a:lnTo>
                      <a:pt x="6115" y="5079"/>
                    </a:lnTo>
                    <a:lnTo>
                      <a:pt x="5510" y="5684"/>
                    </a:lnTo>
                    <a:lnTo>
                      <a:pt x="4927" y="6289"/>
                    </a:lnTo>
                    <a:lnTo>
                      <a:pt x="4365" y="6937"/>
                    </a:lnTo>
                    <a:lnTo>
                      <a:pt x="3847" y="7607"/>
                    </a:lnTo>
                    <a:lnTo>
                      <a:pt x="3350" y="8298"/>
                    </a:lnTo>
                    <a:lnTo>
                      <a:pt x="2874" y="9033"/>
                    </a:lnTo>
                    <a:lnTo>
                      <a:pt x="2442" y="9767"/>
                    </a:lnTo>
                    <a:lnTo>
                      <a:pt x="2032" y="10524"/>
                    </a:lnTo>
                    <a:lnTo>
                      <a:pt x="1664" y="11280"/>
                    </a:lnTo>
                    <a:lnTo>
                      <a:pt x="1340" y="12080"/>
                    </a:lnTo>
                    <a:lnTo>
                      <a:pt x="1038" y="12879"/>
                    </a:lnTo>
                    <a:lnTo>
                      <a:pt x="778" y="13722"/>
                    </a:lnTo>
                    <a:lnTo>
                      <a:pt x="541" y="14543"/>
                    </a:lnTo>
                    <a:lnTo>
                      <a:pt x="346" y="15407"/>
                    </a:lnTo>
                    <a:lnTo>
                      <a:pt x="195" y="16250"/>
                    </a:lnTo>
                    <a:lnTo>
                      <a:pt x="87" y="17136"/>
                    </a:lnTo>
                    <a:lnTo>
                      <a:pt x="22" y="18000"/>
                    </a:lnTo>
                    <a:lnTo>
                      <a:pt x="0" y="18540"/>
                    </a:lnTo>
                    <a:lnTo>
                      <a:pt x="0" y="19059"/>
                    </a:lnTo>
                    <a:lnTo>
                      <a:pt x="0" y="19577"/>
                    </a:lnTo>
                    <a:lnTo>
                      <a:pt x="44" y="20096"/>
                    </a:lnTo>
                    <a:lnTo>
                      <a:pt x="87" y="20614"/>
                    </a:lnTo>
                    <a:lnTo>
                      <a:pt x="130" y="21111"/>
                    </a:lnTo>
                    <a:lnTo>
                      <a:pt x="217" y="21630"/>
                    </a:lnTo>
                    <a:lnTo>
                      <a:pt x="303" y="22105"/>
                    </a:lnTo>
                    <a:lnTo>
                      <a:pt x="1621" y="22430"/>
                    </a:lnTo>
                    <a:lnTo>
                      <a:pt x="2961" y="22732"/>
                    </a:lnTo>
                    <a:lnTo>
                      <a:pt x="4300" y="22970"/>
                    </a:lnTo>
                    <a:lnTo>
                      <a:pt x="5618" y="23186"/>
                    </a:lnTo>
                    <a:lnTo>
                      <a:pt x="6958" y="23380"/>
                    </a:lnTo>
                    <a:lnTo>
                      <a:pt x="8276" y="23532"/>
                    </a:lnTo>
                    <a:lnTo>
                      <a:pt x="9573" y="23640"/>
                    </a:lnTo>
                    <a:lnTo>
                      <a:pt x="10869" y="23748"/>
                    </a:lnTo>
                    <a:lnTo>
                      <a:pt x="12165" y="23791"/>
                    </a:lnTo>
                    <a:lnTo>
                      <a:pt x="13440" y="23834"/>
                    </a:lnTo>
                    <a:lnTo>
                      <a:pt x="15947" y="23834"/>
                    </a:lnTo>
                    <a:lnTo>
                      <a:pt x="17178" y="23791"/>
                    </a:lnTo>
                    <a:lnTo>
                      <a:pt x="18410" y="23726"/>
                    </a:lnTo>
                    <a:lnTo>
                      <a:pt x="19598" y="23640"/>
                    </a:lnTo>
                    <a:lnTo>
                      <a:pt x="20787" y="23553"/>
                    </a:lnTo>
                    <a:lnTo>
                      <a:pt x="21932" y="23423"/>
                    </a:lnTo>
                    <a:lnTo>
                      <a:pt x="23077" y="23294"/>
                    </a:lnTo>
                    <a:lnTo>
                      <a:pt x="24179" y="23143"/>
                    </a:lnTo>
                    <a:lnTo>
                      <a:pt x="25260" y="22991"/>
                    </a:lnTo>
                    <a:lnTo>
                      <a:pt x="26318" y="22818"/>
                    </a:lnTo>
                    <a:lnTo>
                      <a:pt x="27356" y="22624"/>
                    </a:lnTo>
                    <a:lnTo>
                      <a:pt x="28349" y="22430"/>
                    </a:lnTo>
                    <a:lnTo>
                      <a:pt x="29322" y="22235"/>
                    </a:lnTo>
                    <a:lnTo>
                      <a:pt x="30251" y="22019"/>
                    </a:lnTo>
                    <a:lnTo>
                      <a:pt x="31158" y="21803"/>
                    </a:lnTo>
                    <a:lnTo>
                      <a:pt x="32865" y="21349"/>
                    </a:lnTo>
                    <a:lnTo>
                      <a:pt x="34421" y="20917"/>
                    </a:lnTo>
                    <a:lnTo>
                      <a:pt x="35804" y="20463"/>
                    </a:lnTo>
                    <a:lnTo>
                      <a:pt x="35847" y="19945"/>
                    </a:lnTo>
                    <a:lnTo>
                      <a:pt x="35869" y="19404"/>
                    </a:lnTo>
                    <a:lnTo>
                      <a:pt x="35869" y="18886"/>
                    </a:lnTo>
                    <a:lnTo>
                      <a:pt x="35869" y="18346"/>
                    </a:lnTo>
                    <a:lnTo>
                      <a:pt x="35804" y="17460"/>
                    </a:lnTo>
                    <a:lnTo>
                      <a:pt x="35718" y="16574"/>
                    </a:lnTo>
                    <a:lnTo>
                      <a:pt x="35588" y="15710"/>
                    </a:lnTo>
                    <a:lnTo>
                      <a:pt x="35415" y="14824"/>
                    </a:lnTo>
                    <a:lnTo>
                      <a:pt x="35221" y="13959"/>
                    </a:lnTo>
                    <a:lnTo>
                      <a:pt x="34983" y="13095"/>
                    </a:lnTo>
                    <a:lnTo>
                      <a:pt x="34702" y="12252"/>
                    </a:lnTo>
                    <a:lnTo>
                      <a:pt x="34378" y="11431"/>
                    </a:lnTo>
                    <a:lnTo>
                      <a:pt x="34032" y="10610"/>
                    </a:lnTo>
                    <a:lnTo>
                      <a:pt x="33665" y="9811"/>
                    </a:lnTo>
                    <a:lnTo>
                      <a:pt x="33233" y="9011"/>
                    </a:lnTo>
                    <a:lnTo>
                      <a:pt x="32779" y="8255"/>
                    </a:lnTo>
                    <a:lnTo>
                      <a:pt x="32304" y="7520"/>
                    </a:lnTo>
                    <a:lnTo>
                      <a:pt x="31785" y="6786"/>
                    </a:lnTo>
                    <a:lnTo>
                      <a:pt x="31245" y="6094"/>
                    </a:lnTo>
                    <a:lnTo>
                      <a:pt x="30683" y="5446"/>
                    </a:lnTo>
                    <a:lnTo>
                      <a:pt x="30078" y="4798"/>
                    </a:lnTo>
                    <a:lnTo>
                      <a:pt x="29430" y="4193"/>
                    </a:lnTo>
                    <a:lnTo>
                      <a:pt x="28760" y="3631"/>
                    </a:lnTo>
                    <a:lnTo>
                      <a:pt x="28069" y="3091"/>
                    </a:lnTo>
                    <a:lnTo>
                      <a:pt x="27356" y="2594"/>
                    </a:lnTo>
                    <a:lnTo>
                      <a:pt x="26621" y="2118"/>
                    </a:lnTo>
                    <a:lnTo>
                      <a:pt x="25843" y="1708"/>
                    </a:lnTo>
                    <a:lnTo>
                      <a:pt x="25044" y="1319"/>
                    </a:lnTo>
                    <a:lnTo>
                      <a:pt x="24222" y="995"/>
                    </a:lnTo>
                    <a:lnTo>
                      <a:pt x="23812" y="844"/>
                    </a:lnTo>
                    <a:lnTo>
                      <a:pt x="23380" y="692"/>
                    </a:lnTo>
                    <a:lnTo>
                      <a:pt x="22948" y="563"/>
                    </a:lnTo>
                    <a:lnTo>
                      <a:pt x="22515" y="455"/>
                    </a:lnTo>
                    <a:lnTo>
                      <a:pt x="22062" y="347"/>
                    </a:lnTo>
                    <a:lnTo>
                      <a:pt x="21608" y="260"/>
                    </a:lnTo>
                    <a:lnTo>
                      <a:pt x="21154" y="195"/>
                    </a:lnTo>
                    <a:lnTo>
                      <a:pt x="20700" y="131"/>
                    </a:lnTo>
                    <a:lnTo>
                      <a:pt x="20247" y="66"/>
                    </a:lnTo>
                    <a:lnTo>
                      <a:pt x="19771" y="22"/>
                    </a:lnTo>
                    <a:lnTo>
                      <a:pt x="19296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6" name="Google Shape;6456;p29"/>
              <p:cNvSpPr/>
              <p:nvPr/>
            </p:nvSpPr>
            <p:spPr>
              <a:xfrm>
                <a:off x="11710850" y="4225400"/>
                <a:ext cx="53500" cy="135075"/>
              </a:xfrm>
              <a:custGeom>
                <a:avLst/>
                <a:gdLst/>
                <a:ahLst/>
                <a:cxnLst/>
                <a:rect l="l" t="t" r="r" b="b"/>
                <a:pathLst>
                  <a:path w="2140" h="5403" extrusionOk="0">
                    <a:moveTo>
                      <a:pt x="757" y="1"/>
                    </a:moveTo>
                    <a:lnTo>
                      <a:pt x="0" y="2896"/>
                    </a:lnTo>
                    <a:lnTo>
                      <a:pt x="1642" y="5403"/>
                    </a:lnTo>
                    <a:lnTo>
                      <a:pt x="1707" y="5186"/>
                    </a:lnTo>
                    <a:lnTo>
                      <a:pt x="2139" y="2507"/>
                    </a:lnTo>
                    <a:lnTo>
                      <a:pt x="757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7" name="Google Shape;6457;p29"/>
              <p:cNvSpPr/>
              <p:nvPr/>
            </p:nvSpPr>
            <p:spPr>
              <a:xfrm>
                <a:off x="11617400" y="4304800"/>
                <a:ext cx="116700" cy="66475"/>
              </a:xfrm>
              <a:custGeom>
                <a:avLst/>
                <a:gdLst/>
                <a:ahLst/>
                <a:cxnLst/>
                <a:rect l="l" t="t" r="r" b="b"/>
                <a:pathLst>
                  <a:path w="4668" h="2659" extrusionOk="0">
                    <a:moveTo>
                      <a:pt x="0" y="1"/>
                    </a:moveTo>
                    <a:lnTo>
                      <a:pt x="1491" y="2140"/>
                    </a:lnTo>
                    <a:lnTo>
                      <a:pt x="4667" y="2659"/>
                    </a:lnTo>
                    <a:lnTo>
                      <a:pt x="3198" y="520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8" name="Google Shape;6458;p29"/>
              <p:cNvSpPr/>
              <p:nvPr/>
            </p:nvSpPr>
            <p:spPr>
              <a:xfrm>
                <a:off x="11774575" y="4242700"/>
                <a:ext cx="60525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2421" h="4711" extrusionOk="0">
                    <a:moveTo>
                      <a:pt x="2421" y="0"/>
                    </a:moveTo>
                    <a:lnTo>
                      <a:pt x="476" y="1772"/>
                    </a:lnTo>
                    <a:lnTo>
                      <a:pt x="1" y="4711"/>
                    </a:lnTo>
                    <a:lnTo>
                      <a:pt x="2227" y="2982"/>
                    </a:lnTo>
                    <a:lnTo>
                      <a:pt x="242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9" name="Google Shape;6459;p29"/>
              <p:cNvSpPr/>
              <p:nvPr/>
            </p:nvSpPr>
            <p:spPr>
              <a:xfrm>
                <a:off x="11784300" y="4340475"/>
                <a:ext cx="131850" cy="51875"/>
              </a:xfrm>
              <a:custGeom>
                <a:avLst/>
                <a:gdLst/>
                <a:ahLst/>
                <a:cxnLst/>
                <a:rect l="l" t="t" r="r" b="b"/>
                <a:pathLst>
                  <a:path w="5274" h="2075" extrusionOk="0">
                    <a:moveTo>
                      <a:pt x="2097" y="0"/>
                    </a:moveTo>
                    <a:lnTo>
                      <a:pt x="1" y="1556"/>
                    </a:lnTo>
                    <a:lnTo>
                      <a:pt x="3199" y="2074"/>
                    </a:lnTo>
                    <a:lnTo>
                      <a:pt x="5273" y="519"/>
                    </a:lnTo>
                    <a:lnTo>
                      <a:pt x="209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0" name="Google Shape;6460;p29"/>
              <p:cNvSpPr/>
              <p:nvPr/>
            </p:nvSpPr>
            <p:spPr>
              <a:xfrm>
                <a:off x="11751350" y="4406900"/>
                <a:ext cx="54050" cy="135075"/>
              </a:xfrm>
              <a:custGeom>
                <a:avLst/>
                <a:gdLst/>
                <a:ahLst/>
                <a:cxnLst/>
                <a:rect l="l" t="t" r="r" b="b"/>
                <a:pathLst>
                  <a:path w="2162" h="5403" extrusionOk="0">
                    <a:moveTo>
                      <a:pt x="498" y="1"/>
                    </a:moveTo>
                    <a:lnTo>
                      <a:pt x="455" y="217"/>
                    </a:lnTo>
                    <a:lnTo>
                      <a:pt x="1" y="2896"/>
                    </a:lnTo>
                    <a:lnTo>
                      <a:pt x="1405" y="5403"/>
                    </a:lnTo>
                    <a:lnTo>
                      <a:pt x="2162" y="2507"/>
                    </a:lnTo>
                    <a:lnTo>
                      <a:pt x="49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1" name="Google Shape;6461;p29"/>
              <p:cNvSpPr/>
              <p:nvPr/>
            </p:nvSpPr>
            <p:spPr>
              <a:xfrm>
                <a:off x="11782150" y="4395575"/>
                <a:ext cx="116700" cy="67000"/>
              </a:xfrm>
              <a:custGeom>
                <a:avLst/>
                <a:gdLst/>
                <a:ahLst/>
                <a:cxnLst/>
                <a:rect l="l" t="t" r="r" b="b"/>
                <a:pathLst>
                  <a:path w="4668" h="2680" extrusionOk="0">
                    <a:moveTo>
                      <a:pt x="0" y="0"/>
                    </a:moveTo>
                    <a:lnTo>
                      <a:pt x="1470" y="2161"/>
                    </a:lnTo>
                    <a:lnTo>
                      <a:pt x="4668" y="2679"/>
                    </a:lnTo>
                    <a:lnTo>
                      <a:pt x="3177" y="51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2" name="Google Shape;6462;p29"/>
              <p:cNvSpPr/>
              <p:nvPr/>
            </p:nvSpPr>
            <p:spPr>
              <a:xfrm>
                <a:off x="11681125" y="4406375"/>
                <a:ext cx="60525" cy="118325"/>
              </a:xfrm>
              <a:custGeom>
                <a:avLst/>
                <a:gdLst/>
                <a:ahLst/>
                <a:cxnLst/>
                <a:rect l="l" t="t" r="r" b="b"/>
                <a:pathLst>
                  <a:path w="2421" h="4733" extrusionOk="0">
                    <a:moveTo>
                      <a:pt x="2421" y="0"/>
                    </a:moveTo>
                    <a:lnTo>
                      <a:pt x="195" y="1750"/>
                    </a:lnTo>
                    <a:lnTo>
                      <a:pt x="1" y="4732"/>
                    </a:lnTo>
                    <a:lnTo>
                      <a:pt x="1946" y="2960"/>
                    </a:lnTo>
                    <a:lnTo>
                      <a:pt x="242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3" name="Google Shape;6463;p29"/>
              <p:cNvSpPr/>
              <p:nvPr/>
            </p:nvSpPr>
            <p:spPr>
              <a:xfrm>
                <a:off x="11599575" y="4374500"/>
                <a:ext cx="131825" cy="52425"/>
              </a:xfrm>
              <a:custGeom>
                <a:avLst/>
                <a:gdLst/>
                <a:ahLst/>
                <a:cxnLst/>
                <a:rect l="l" t="t" r="r" b="b"/>
                <a:pathLst>
                  <a:path w="5273" h="2097" extrusionOk="0">
                    <a:moveTo>
                      <a:pt x="2096" y="0"/>
                    </a:moveTo>
                    <a:lnTo>
                      <a:pt x="0" y="1578"/>
                    </a:lnTo>
                    <a:lnTo>
                      <a:pt x="3198" y="2096"/>
                    </a:lnTo>
                    <a:lnTo>
                      <a:pt x="5272" y="519"/>
                    </a:lnTo>
                    <a:lnTo>
                      <a:pt x="209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4" name="Google Shape;6464;p29"/>
              <p:cNvSpPr/>
              <p:nvPr/>
            </p:nvSpPr>
            <p:spPr>
              <a:xfrm>
                <a:off x="11749200" y="4369625"/>
                <a:ext cx="22175" cy="21650"/>
              </a:xfrm>
              <a:custGeom>
                <a:avLst/>
                <a:gdLst/>
                <a:ahLst/>
                <a:cxnLst/>
                <a:rect l="l" t="t" r="r" b="b"/>
                <a:pathLst>
                  <a:path w="887" h="866" extrusionOk="0">
                    <a:moveTo>
                      <a:pt x="346" y="1"/>
                    </a:moveTo>
                    <a:lnTo>
                      <a:pt x="260" y="22"/>
                    </a:lnTo>
                    <a:lnTo>
                      <a:pt x="195" y="66"/>
                    </a:lnTo>
                    <a:lnTo>
                      <a:pt x="130" y="130"/>
                    </a:lnTo>
                    <a:lnTo>
                      <a:pt x="65" y="195"/>
                    </a:lnTo>
                    <a:lnTo>
                      <a:pt x="44" y="282"/>
                    </a:lnTo>
                    <a:lnTo>
                      <a:pt x="22" y="368"/>
                    </a:lnTo>
                    <a:lnTo>
                      <a:pt x="0" y="455"/>
                    </a:lnTo>
                    <a:lnTo>
                      <a:pt x="22" y="541"/>
                    </a:lnTo>
                    <a:lnTo>
                      <a:pt x="44" y="606"/>
                    </a:lnTo>
                    <a:lnTo>
                      <a:pt x="87" y="692"/>
                    </a:lnTo>
                    <a:lnTo>
                      <a:pt x="152" y="736"/>
                    </a:lnTo>
                    <a:lnTo>
                      <a:pt x="216" y="800"/>
                    </a:lnTo>
                    <a:lnTo>
                      <a:pt x="281" y="844"/>
                    </a:lnTo>
                    <a:lnTo>
                      <a:pt x="368" y="865"/>
                    </a:lnTo>
                    <a:lnTo>
                      <a:pt x="454" y="865"/>
                    </a:lnTo>
                    <a:lnTo>
                      <a:pt x="541" y="844"/>
                    </a:lnTo>
                    <a:lnTo>
                      <a:pt x="627" y="822"/>
                    </a:lnTo>
                    <a:lnTo>
                      <a:pt x="692" y="779"/>
                    </a:lnTo>
                    <a:lnTo>
                      <a:pt x="757" y="736"/>
                    </a:lnTo>
                    <a:lnTo>
                      <a:pt x="821" y="649"/>
                    </a:lnTo>
                    <a:lnTo>
                      <a:pt x="843" y="584"/>
                    </a:lnTo>
                    <a:lnTo>
                      <a:pt x="865" y="498"/>
                    </a:lnTo>
                    <a:lnTo>
                      <a:pt x="886" y="411"/>
                    </a:lnTo>
                    <a:lnTo>
                      <a:pt x="865" y="325"/>
                    </a:lnTo>
                    <a:lnTo>
                      <a:pt x="843" y="239"/>
                    </a:lnTo>
                    <a:lnTo>
                      <a:pt x="800" y="174"/>
                    </a:lnTo>
                    <a:lnTo>
                      <a:pt x="735" y="109"/>
                    </a:lnTo>
                    <a:lnTo>
                      <a:pt x="670" y="66"/>
                    </a:lnTo>
                    <a:lnTo>
                      <a:pt x="605" y="22"/>
                    </a:lnTo>
                    <a:lnTo>
                      <a:pt x="519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5" name="Google Shape;6465;p29"/>
              <p:cNvSpPr/>
              <p:nvPr/>
            </p:nvSpPr>
            <p:spPr>
              <a:xfrm>
                <a:off x="11734625" y="2678300"/>
                <a:ext cx="387325" cy="748200"/>
              </a:xfrm>
              <a:custGeom>
                <a:avLst/>
                <a:gdLst/>
                <a:ahLst/>
                <a:cxnLst/>
                <a:rect l="l" t="t" r="r" b="b"/>
                <a:pathLst>
                  <a:path w="15493" h="29928" extrusionOk="0">
                    <a:moveTo>
                      <a:pt x="10199" y="1"/>
                    </a:moveTo>
                    <a:lnTo>
                      <a:pt x="9680" y="44"/>
                    </a:lnTo>
                    <a:lnTo>
                      <a:pt x="9162" y="152"/>
                    </a:lnTo>
                    <a:lnTo>
                      <a:pt x="8643" y="303"/>
                    </a:lnTo>
                    <a:lnTo>
                      <a:pt x="8103" y="498"/>
                    </a:lnTo>
                    <a:lnTo>
                      <a:pt x="7563" y="735"/>
                    </a:lnTo>
                    <a:lnTo>
                      <a:pt x="7022" y="1059"/>
                    </a:lnTo>
                    <a:lnTo>
                      <a:pt x="6482" y="1405"/>
                    </a:lnTo>
                    <a:lnTo>
                      <a:pt x="5964" y="1837"/>
                    </a:lnTo>
                    <a:lnTo>
                      <a:pt x="5423" y="2313"/>
                    </a:lnTo>
                    <a:lnTo>
                      <a:pt x="4883" y="2874"/>
                    </a:lnTo>
                    <a:lnTo>
                      <a:pt x="4365" y="3458"/>
                    </a:lnTo>
                    <a:lnTo>
                      <a:pt x="3868" y="4084"/>
                    </a:lnTo>
                    <a:lnTo>
                      <a:pt x="3414" y="4754"/>
                    </a:lnTo>
                    <a:lnTo>
                      <a:pt x="3003" y="5424"/>
                    </a:lnTo>
                    <a:lnTo>
                      <a:pt x="2615" y="6116"/>
                    </a:lnTo>
                    <a:lnTo>
                      <a:pt x="2269" y="6850"/>
                    </a:lnTo>
                    <a:lnTo>
                      <a:pt x="1945" y="7585"/>
                    </a:lnTo>
                    <a:lnTo>
                      <a:pt x="1642" y="8341"/>
                    </a:lnTo>
                    <a:lnTo>
                      <a:pt x="1383" y="9119"/>
                    </a:lnTo>
                    <a:lnTo>
                      <a:pt x="1145" y="9918"/>
                    </a:lnTo>
                    <a:lnTo>
                      <a:pt x="929" y="10740"/>
                    </a:lnTo>
                    <a:lnTo>
                      <a:pt x="735" y="11561"/>
                    </a:lnTo>
                    <a:lnTo>
                      <a:pt x="562" y="12382"/>
                    </a:lnTo>
                    <a:lnTo>
                      <a:pt x="432" y="13224"/>
                    </a:lnTo>
                    <a:lnTo>
                      <a:pt x="303" y="14089"/>
                    </a:lnTo>
                    <a:lnTo>
                      <a:pt x="216" y="14931"/>
                    </a:lnTo>
                    <a:lnTo>
                      <a:pt x="130" y="15796"/>
                    </a:lnTo>
                    <a:lnTo>
                      <a:pt x="65" y="16660"/>
                    </a:lnTo>
                    <a:lnTo>
                      <a:pt x="22" y="17524"/>
                    </a:lnTo>
                    <a:lnTo>
                      <a:pt x="0" y="18389"/>
                    </a:lnTo>
                    <a:lnTo>
                      <a:pt x="0" y="19253"/>
                    </a:lnTo>
                    <a:lnTo>
                      <a:pt x="0" y="20096"/>
                    </a:lnTo>
                    <a:lnTo>
                      <a:pt x="22" y="20960"/>
                    </a:lnTo>
                    <a:lnTo>
                      <a:pt x="86" y="22645"/>
                    </a:lnTo>
                    <a:lnTo>
                      <a:pt x="216" y="24287"/>
                    </a:lnTo>
                    <a:lnTo>
                      <a:pt x="389" y="25886"/>
                    </a:lnTo>
                    <a:lnTo>
                      <a:pt x="562" y="27421"/>
                    </a:lnTo>
                    <a:lnTo>
                      <a:pt x="691" y="27550"/>
                    </a:lnTo>
                    <a:lnTo>
                      <a:pt x="864" y="27745"/>
                    </a:lnTo>
                    <a:lnTo>
                      <a:pt x="1210" y="28220"/>
                    </a:lnTo>
                    <a:lnTo>
                      <a:pt x="1642" y="28739"/>
                    </a:lnTo>
                    <a:lnTo>
                      <a:pt x="1880" y="28998"/>
                    </a:lnTo>
                    <a:lnTo>
                      <a:pt x="2118" y="29257"/>
                    </a:lnTo>
                    <a:lnTo>
                      <a:pt x="2398" y="29473"/>
                    </a:lnTo>
                    <a:lnTo>
                      <a:pt x="2679" y="29668"/>
                    </a:lnTo>
                    <a:lnTo>
                      <a:pt x="2809" y="29754"/>
                    </a:lnTo>
                    <a:lnTo>
                      <a:pt x="2960" y="29819"/>
                    </a:lnTo>
                    <a:lnTo>
                      <a:pt x="3111" y="29862"/>
                    </a:lnTo>
                    <a:lnTo>
                      <a:pt x="3284" y="29905"/>
                    </a:lnTo>
                    <a:lnTo>
                      <a:pt x="3436" y="29927"/>
                    </a:lnTo>
                    <a:lnTo>
                      <a:pt x="3608" y="29927"/>
                    </a:lnTo>
                    <a:lnTo>
                      <a:pt x="3760" y="29905"/>
                    </a:lnTo>
                    <a:lnTo>
                      <a:pt x="3933" y="29862"/>
                    </a:lnTo>
                    <a:lnTo>
                      <a:pt x="4105" y="29797"/>
                    </a:lnTo>
                    <a:lnTo>
                      <a:pt x="4278" y="29711"/>
                    </a:lnTo>
                    <a:lnTo>
                      <a:pt x="4451" y="29603"/>
                    </a:lnTo>
                    <a:lnTo>
                      <a:pt x="4646" y="29473"/>
                    </a:lnTo>
                    <a:lnTo>
                      <a:pt x="5186" y="28155"/>
                    </a:lnTo>
                    <a:lnTo>
                      <a:pt x="5748" y="26859"/>
                    </a:lnTo>
                    <a:lnTo>
                      <a:pt x="6353" y="25562"/>
                    </a:lnTo>
                    <a:lnTo>
                      <a:pt x="6979" y="24287"/>
                    </a:lnTo>
                    <a:lnTo>
                      <a:pt x="7606" y="23013"/>
                    </a:lnTo>
                    <a:lnTo>
                      <a:pt x="8254" y="21738"/>
                    </a:lnTo>
                    <a:lnTo>
                      <a:pt x="9572" y="19188"/>
                    </a:lnTo>
                    <a:lnTo>
                      <a:pt x="10890" y="16660"/>
                    </a:lnTo>
                    <a:lnTo>
                      <a:pt x="12208" y="14132"/>
                    </a:lnTo>
                    <a:lnTo>
                      <a:pt x="12835" y="12879"/>
                    </a:lnTo>
                    <a:lnTo>
                      <a:pt x="13461" y="11604"/>
                    </a:lnTo>
                    <a:lnTo>
                      <a:pt x="14066" y="10351"/>
                    </a:lnTo>
                    <a:lnTo>
                      <a:pt x="14650" y="9076"/>
                    </a:lnTo>
                    <a:lnTo>
                      <a:pt x="14931" y="8384"/>
                    </a:lnTo>
                    <a:lnTo>
                      <a:pt x="15147" y="7715"/>
                    </a:lnTo>
                    <a:lnTo>
                      <a:pt x="15320" y="7045"/>
                    </a:lnTo>
                    <a:lnTo>
                      <a:pt x="15428" y="6418"/>
                    </a:lnTo>
                    <a:lnTo>
                      <a:pt x="15493" y="5813"/>
                    </a:lnTo>
                    <a:lnTo>
                      <a:pt x="15493" y="5230"/>
                    </a:lnTo>
                    <a:lnTo>
                      <a:pt x="15471" y="4646"/>
                    </a:lnTo>
                    <a:lnTo>
                      <a:pt x="15385" y="4106"/>
                    </a:lnTo>
                    <a:lnTo>
                      <a:pt x="15255" y="3609"/>
                    </a:lnTo>
                    <a:lnTo>
                      <a:pt x="15104" y="3112"/>
                    </a:lnTo>
                    <a:lnTo>
                      <a:pt x="14888" y="2658"/>
                    </a:lnTo>
                    <a:lnTo>
                      <a:pt x="14650" y="2248"/>
                    </a:lnTo>
                    <a:lnTo>
                      <a:pt x="14391" y="1859"/>
                    </a:lnTo>
                    <a:lnTo>
                      <a:pt x="14066" y="1492"/>
                    </a:lnTo>
                    <a:lnTo>
                      <a:pt x="13742" y="1167"/>
                    </a:lnTo>
                    <a:lnTo>
                      <a:pt x="13375" y="887"/>
                    </a:lnTo>
                    <a:lnTo>
                      <a:pt x="12986" y="627"/>
                    </a:lnTo>
                    <a:lnTo>
                      <a:pt x="12554" y="411"/>
                    </a:lnTo>
                    <a:lnTo>
                      <a:pt x="12122" y="238"/>
                    </a:lnTo>
                    <a:lnTo>
                      <a:pt x="11668" y="109"/>
                    </a:lnTo>
                    <a:lnTo>
                      <a:pt x="11193" y="22"/>
                    </a:lnTo>
                    <a:lnTo>
                      <a:pt x="10696" y="1"/>
                    </a:lnTo>
                    <a:close/>
                  </a:path>
                </a:pathLst>
              </a:custGeom>
              <a:solidFill>
                <a:srgbClr val="424242">
                  <a:alpha val="55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6" name="Google Shape;6466;p29"/>
              <p:cNvSpPr/>
              <p:nvPr/>
            </p:nvSpPr>
            <p:spPr>
              <a:xfrm>
                <a:off x="10840075" y="2932725"/>
                <a:ext cx="599625" cy="608825"/>
              </a:xfrm>
              <a:custGeom>
                <a:avLst/>
                <a:gdLst/>
                <a:ahLst/>
                <a:cxnLst/>
                <a:rect l="l" t="t" r="r" b="b"/>
                <a:pathLst>
                  <a:path w="23985" h="24353" extrusionOk="0">
                    <a:moveTo>
                      <a:pt x="5661" y="1"/>
                    </a:moveTo>
                    <a:lnTo>
                      <a:pt x="5078" y="22"/>
                    </a:lnTo>
                    <a:lnTo>
                      <a:pt x="4494" y="87"/>
                    </a:lnTo>
                    <a:lnTo>
                      <a:pt x="3954" y="195"/>
                    </a:lnTo>
                    <a:lnTo>
                      <a:pt x="3457" y="346"/>
                    </a:lnTo>
                    <a:lnTo>
                      <a:pt x="2982" y="541"/>
                    </a:lnTo>
                    <a:lnTo>
                      <a:pt x="2528" y="757"/>
                    </a:lnTo>
                    <a:lnTo>
                      <a:pt x="2096" y="1016"/>
                    </a:lnTo>
                    <a:lnTo>
                      <a:pt x="1729" y="1319"/>
                    </a:lnTo>
                    <a:lnTo>
                      <a:pt x="1361" y="1643"/>
                    </a:lnTo>
                    <a:lnTo>
                      <a:pt x="1059" y="1989"/>
                    </a:lnTo>
                    <a:lnTo>
                      <a:pt x="778" y="2356"/>
                    </a:lnTo>
                    <a:lnTo>
                      <a:pt x="540" y="2767"/>
                    </a:lnTo>
                    <a:lnTo>
                      <a:pt x="346" y="3177"/>
                    </a:lnTo>
                    <a:lnTo>
                      <a:pt x="194" y="3631"/>
                    </a:lnTo>
                    <a:lnTo>
                      <a:pt x="86" y="4085"/>
                    </a:lnTo>
                    <a:lnTo>
                      <a:pt x="22" y="4560"/>
                    </a:lnTo>
                    <a:lnTo>
                      <a:pt x="0" y="5035"/>
                    </a:lnTo>
                    <a:lnTo>
                      <a:pt x="22" y="5532"/>
                    </a:lnTo>
                    <a:lnTo>
                      <a:pt x="86" y="6051"/>
                    </a:lnTo>
                    <a:lnTo>
                      <a:pt x="216" y="6569"/>
                    </a:lnTo>
                    <a:lnTo>
                      <a:pt x="389" y="7066"/>
                    </a:lnTo>
                    <a:lnTo>
                      <a:pt x="605" y="7585"/>
                    </a:lnTo>
                    <a:lnTo>
                      <a:pt x="886" y="8125"/>
                    </a:lnTo>
                    <a:lnTo>
                      <a:pt x="1210" y="8622"/>
                    </a:lnTo>
                    <a:lnTo>
                      <a:pt x="1599" y="9141"/>
                    </a:lnTo>
                    <a:lnTo>
                      <a:pt x="2053" y="9659"/>
                    </a:lnTo>
                    <a:lnTo>
                      <a:pt x="2550" y="10156"/>
                    </a:lnTo>
                    <a:lnTo>
                      <a:pt x="3111" y="10632"/>
                    </a:lnTo>
                    <a:lnTo>
                      <a:pt x="4213" y="11518"/>
                    </a:lnTo>
                    <a:lnTo>
                      <a:pt x="5315" y="12360"/>
                    </a:lnTo>
                    <a:lnTo>
                      <a:pt x="6461" y="13225"/>
                    </a:lnTo>
                    <a:lnTo>
                      <a:pt x="7584" y="14067"/>
                    </a:lnTo>
                    <a:lnTo>
                      <a:pt x="9896" y="15709"/>
                    </a:lnTo>
                    <a:lnTo>
                      <a:pt x="12230" y="17373"/>
                    </a:lnTo>
                    <a:lnTo>
                      <a:pt x="14542" y="19037"/>
                    </a:lnTo>
                    <a:lnTo>
                      <a:pt x="15709" y="19880"/>
                    </a:lnTo>
                    <a:lnTo>
                      <a:pt x="16854" y="20722"/>
                    </a:lnTo>
                    <a:lnTo>
                      <a:pt x="17977" y="21608"/>
                    </a:lnTo>
                    <a:lnTo>
                      <a:pt x="19101" y="22473"/>
                    </a:lnTo>
                    <a:lnTo>
                      <a:pt x="20203" y="23380"/>
                    </a:lnTo>
                    <a:lnTo>
                      <a:pt x="21283" y="24309"/>
                    </a:lnTo>
                    <a:lnTo>
                      <a:pt x="21499" y="24331"/>
                    </a:lnTo>
                    <a:lnTo>
                      <a:pt x="21716" y="24352"/>
                    </a:lnTo>
                    <a:lnTo>
                      <a:pt x="21910" y="24352"/>
                    </a:lnTo>
                    <a:lnTo>
                      <a:pt x="22083" y="24331"/>
                    </a:lnTo>
                    <a:lnTo>
                      <a:pt x="22256" y="24288"/>
                    </a:lnTo>
                    <a:lnTo>
                      <a:pt x="22407" y="24223"/>
                    </a:lnTo>
                    <a:lnTo>
                      <a:pt x="22558" y="24158"/>
                    </a:lnTo>
                    <a:lnTo>
                      <a:pt x="22688" y="24072"/>
                    </a:lnTo>
                    <a:lnTo>
                      <a:pt x="22818" y="23964"/>
                    </a:lnTo>
                    <a:lnTo>
                      <a:pt x="22926" y="23855"/>
                    </a:lnTo>
                    <a:lnTo>
                      <a:pt x="23034" y="23726"/>
                    </a:lnTo>
                    <a:lnTo>
                      <a:pt x="23120" y="23596"/>
                    </a:lnTo>
                    <a:lnTo>
                      <a:pt x="23293" y="23294"/>
                    </a:lnTo>
                    <a:lnTo>
                      <a:pt x="23423" y="22970"/>
                    </a:lnTo>
                    <a:lnTo>
                      <a:pt x="23531" y="22624"/>
                    </a:lnTo>
                    <a:lnTo>
                      <a:pt x="23617" y="22300"/>
                    </a:lnTo>
                    <a:lnTo>
                      <a:pt x="23768" y="21630"/>
                    </a:lnTo>
                    <a:lnTo>
                      <a:pt x="23876" y="21047"/>
                    </a:lnTo>
                    <a:lnTo>
                      <a:pt x="23919" y="20809"/>
                    </a:lnTo>
                    <a:lnTo>
                      <a:pt x="23984" y="20614"/>
                    </a:lnTo>
                    <a:lnTo>
                      <a:pt x="23444" y="19167"/>
                    </a:lnTo>
                    <a:lnTo>
                      <a:pt x="22882" y="17676"/>
                    </a:lnTo>
                    <a:lnTo>
                      <a:pt x="22234" y="16163"/>
                    </a:lnTo>
                    <a:lnTo>
                      <a:pt x="21543" y="14607"/>
                    </a:lnTo>
                    <a:lnTo>
                      <a:pt x="21175" y="13851"/>
                    </a:lnTo>
                    <a:lnTo>
                      <a:pt x="20786" y="13073"/>
                    </a:lnTo>
                    <a:lnTo>
                      <a:pt x="20397" y="12317"/>
                    </a:lnTo>
                    <a:lnTo>
                      <a:pt x="19987" y="11561"/>
                    </a:lnTo>
                    <a:lnTo>
                      <a:pt x="19555" y="10805"/>
                    </a:lnTo>
                    <a:lnTo>
                      <a:pt x="19101" y="10070"/>
                    </a:lnTo>
                    <a:lnTo>
                      <a:pt x="18647" y="9335"/>
                    </a:lnTo>
                    <a:lnTo>
                      <a:pt x="18172" y="8622"/>
                    </a:lnTo>
                    <a:lnTo>
                      <a:pt x="17675" y="7909"/>
                    </a:lnTo>
                    <a:lnTo>
                      <a:pt x="17178" y="7218"/>
                    </a:lnTo>
                    <a:lnTo>
                      <a:pt x="16638" y="6569"/>
                    </a:lnTo>
                    <a:lnTo>
                      <a:pt x="16098" y="5921"/>
                    </a:lnTo>
                    <a:lnTo>
                      <a:pt x="15536" y="5295"/>
                    </a:lnTo>
                    <a:lnTo>
                      <a:pt x="14974" y="4690"/>
                    </a:lnTo>
                    <a:lnTo>
                      <a:pt x="14391" y="4106"/>
                    </a:lnTo>
                    <a:lnTo>
                      <a:pt x="13764" y="3566"/>
                    </a:lnTo>
                    <a:lnTo>
                      <a:pt x="13137" y="3047"/>
                    </a:lnTo>
                    <a:lnTo>
                      <a:pt x="12511" y="2572"/>
                    </a:lnTo>
                    <a:lnTo>
                      <a:pt x="11841" y="2118"/>
                    </a:lnTo>
                    <a:lnTo>
                      <a:pt x="11171" y="1708"/>
                    </a:lnTo>
                    <a:lnTo>
                      <a:pt x="10480" y="1319"/>
                    </a:lnTo>
                    <a:lnTo>
                      <a:pt x="9767" y="995"/>
                    </a:lnTo>
                    <a:lnTo>
                      <a:pt x="9032" y="692"/>
                    </a:lnTo>
                    <a:lnTo>
                      <a:pt x="8276" y="433"/>
                    </a:lnTo>
                    <a:lnTo>
                      <a:pt x="7584" y="260"/>
                    </a:lnTo>
                    <a:lnTo>
                      <a:pt x="6936" y="109"/>
                    </a:lnTo>
                    <a:lnTo>
                      <a:pt x="6288" y="44"/>
                    </a:lnTo>
                    <a:lnTo>
                      <a:pt x="5661" y="1"/>
                    </a:lnTo>
                    <a:close/>
                  </a:path>
                </a:pathLst>
              </a:custGeom>
              <a:solidFill>
                <a:srgbClr val="424242">
                  <a:alpha val="55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7" name="Google Shape;6467;p29"/>
              <p:cNvSpPr/>
              <p:nvPr/>
            </p:nvSpPr>
            <p:spPr>
              <a:xfrm>
                <a:off x="11127450" y="3207700"/>
                <a:ext cx="284700" cy="298200"/>
              </a:xfrm>
              <a:custGeom>
                <a:avLst/>
                <a:gdLst/>
                <a:ahLst/>
                <a:cxnLst/>
                <a:rect l="l" t="t" r="r" b="b"/>
                <a:pathLst>
                  <a:path w="11388" h="11928" extrusionOk="0">
                    <a:moveTo>
                      <a:pt x="2485" y="0"/>
                    </a:moveTo>
                    <a:lnTo>
                      <a:pt x="1923" y="22"/>
                    </a:lnTo>
                    <a:lnTo>
                      <a:pt x="1664" y="43"/>
                    </a:lnTo>
                    <a:lnTo>
                      <a:pt x="1426" y="65"/>
                    </a:lnTo>
                    <a:lnTo>
                      <a:pt x="1210" y="108"/>
                    </a:lnTo>
                    <a:lnTo>
                      <a:pt x="1016" y="173"/>
                    </a:lnTo>
                    <a:lnTo>
                      <a:pt x="843" y="216"/>
                    </a:lnTo>
                    <a:lnTo>
                      <a:pt x="692" y="303"/>
                    </a:lnTo>
                    <a:lnTo>
                      <a:pt x="540" y="367"/>
                    </a:lnTo>
                    <a:lnTo>
                      <a:pt x="432" y="475"/>
                    </a:lnTo>
                    <a:lnTo>
                      <a:pt x="324" y="562"/>
                    </a:lnTo>
                    <a:lnTo>
                      <a:pt x="238" y="670"/>
                    </a:lnTo>
                    <a:lnTo>
                      <a:pt x="151" y="778"/>
                    </a:lnTo>
                    <a:lnTo>
                      <a:pt x="108" y="886"/>
                    </a:lnTo>
                    <a:lnTo>
                      <a:pt x="65" y="1016"/>
                    </a:lnTo>
                    <a:lnTo>
                      <a:pt x="22" y="1124"/>
                    </a:lnTo>
                    <a:lnTo>
                      <a:pt x="0" y="1253"/>
                    </a:lnTo>
                    <a:lnTo>
                      <a:pt x="0" y="1383"/>
                    </a:lnTo>
                    <a:lnTo>
                      <a:pt x="43" y="1664"/>
                    </a:lnTo>
                    <a:lnTo>
                      <a:pt x="108" y="1945"/>
                    </a:lnTo>
                    <a:lnTo>
                      <a:pt x="238" y="2226"/>
                    </a:lnTo>
                    <a:lnTo>
                      <a:pt x="411" y="2528"/>
                    </a:lnTo>
                    <a:lnTo>
                      <a:pt x="605" y="2809"/>
                    </a:lnTo>
                    <a:lnTo>
                      <a:pt x="821" y="3090"/>
                    </a:lnTo>
                    <a:lnTo>
                      <a:pt x="1081" y="3349"/>
                    </a:lnTo>
                    <a:lnTo>
                      <a:pt x="1880" y="4105"/>
                    </a:lnTo>
                    <a:lnTo>
                      <a:pt x="3068" y="5207"/>
                    </a:lnTo>
                    <a:lnTo>
                      <a:pt x="6094" y="7952"/>
                    </a:lnTo>
                    <a:lnTo>
                      <a:pt x="8946" y="10544"/>
                    </a:lnTo>
                    <a:lnTo>
                      <a:pt x="9918" y="11452"/>
                    </a:lnTo>
                    <a:lnTo>
                      <a:pt x="10393" y="11927"/>
                    </a:lnTo>
                    <a:lnTo>
                      <a:pt x="11387" y="11106"/>
                    </a:lnTo>
                    <a:lnTo>
                      <a:pt x="11193" y="10609"/>
                    </a:lnTo>
                    <a:lnTo>
                      <a:pt x="10912" y="9983"/>
                    </a:lnTo>
                    <a:lnTo>
                      <a:pt x="10566" y="9226"/>
                    </a:lnTo>
                    <a:lnTo>
                      <a:pt x="10134" y="8405"/>
                    </a:lnTo>
                    <a:lnTo>
                      <a:pt x="9637" y="7519"/>
                    </a:lnTo>
                    <a:lnTo>
                      <a:pt x="9097" y="6590"/>
                    </a:lnTo>
                    <a:lnTo>
                      <a:pt x="8514" y="5661"/>
                    </a:lnTo>
                    <a:lnTo>
                      <a:pt x="7887" y="4710"/>
                    </a:lnTo>
                    <a:lnTo>
                      <a:pt x="7217" y="3803"/>
                    </a:lnTo>
                    <a:lnTo>
                      <a:pt x="6547" y="2939"/>
                    </a:lnTo>
                    <a:lnTo>
                      <a:pt x="6202" y="2528"/>
                    </a:lnTo>
                    <a:lnTo>
                      <a:pt x="5856" y="2139"/>
                    </a:lnTo>
                    <a:lnTo>
                      <a:pt x="5488" y="1772"/>
                    </a:lnTo>
                    <a:lnTo>
                      <a:pt x="5143" y="1448"/>
                    </a:lnTo>
                    <a:lnTo>
                      <a:pt x="4797" y="1145"/>
                    </a:lnTo>
                    <a:lnTo>
                      <a:pt x="4451" y="864"/>
                    </a:lnTo>
                    <a:lnTo>
                      <a:pt x="4106" y="605"/>
                    </a:lnTo>
                    <a:lnTo>
                      <a:pt x="3781" y="411"/>
                    </a:lnTo>
                    <a:lnTo>
                      <a:pt x="3436" y="238"/>
                    </a:lnTo>
                    <a:lnTo>
                      <a:pt x="3112" y="108"/>
                    </a:lnTo>
                    <a:lnTo>
                      <a:pt x="2809" y="43"/>
                    </a:lnTo>
                    <a:lnTo>
                      <a:pt x="248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8" name="Google Shape;6468;p29"/>
              <p:cNvSpPr/>
              <p:nvPr/>
            </p:nvSpPr>
            <p:spPr>
              <a:xfrm>
                <a:off x="11791325" y="3020250"/>
                <a:ext cx="149125" cy="369500"/>
              </a:xfrm>
              <a:custGeom>
                <a:avLst/>
                <a:gdLst/>
                <a:ahLst/>
                <a:cxnLst/>
                <a:rect l="l" t="t" r="r" b="b"/>
                <a:pathLst>
                  <a:path w="5965" h="14780" extrusionOk="0">
                    <a:moveTo>
                      <a:pt x="4495" y="0"/>
                    </a:moveTo>
                    <a:lnTo>
                      <a:pt x="4322" y="43"/>
                    </a:lnTo>
                    <a:lnTo>
                      <a:pt x="4128" y="87"/>
                    </a:lnTo>
                    <a:lnTo>
                      <a:pt x="3912" y="130"/>
                    </a:lnTo>
                    <a:lnTo>
                      <a:pt x="3696" y="216"/>
                    </a:lnTo>
                    <a:lnTo>
                      <a:pt x="3458" y="303"/>
                    </a:lnTo>
                    <a:lnTo>
                      <a:pt x="2939" y="562"/>
                    </a:lnTo>
                    <a:lnTo>
                      <a:pt x="2680" y="735"/>
                    </a:lnTo>
                    <a:lnTo>
                      <a:pt x="2442" y="951"/>
                    </a:lnTo>
                    <a:lnTo>
                      <a:pt x="2205" y="1210"/>
                    </a:lnTo>
                    <a:lnTo>
                      <a:pt x="1989" y="1513"/>
                    </a:lnTo>
                    <a:lnTo>
                      <a:pt x="1773" y="1858"/>
                    </a:lnTo>
                    <a:lnTo>
                      <a:pt x="1578" y="2226"/>
                    </a:lnTo>
                    <a:lnTo>
                      <a:pt x="1405" y="2636"/>
                    </a:lnTo>
                    <a:lnTo>
                      <a:pt x="1232" y="3068"/>
                    </a:lnTo>
                    <a:lnTo>
                      <a:pt x="1081" y="3522"/>
                    </a:lnTo>
                    <a:lnTo>
                      <a:pt x="952" y="4019"/>
                    </a:lnTo>
                    <a:lnTo>
                      <a:pt x="822" y="4516"/>
                    </a:lnTo>
                    <a:lnTo>
                      <a:pt x="692" y="5035"/>
                    </a:lnTo>
                    <a:lnTo>
                      <a:pt x="476" y="6115"/>
                    </a:lnTo>
                    <a:lnTo>
                      <a:pt x="325" y="7217"/>
                    </a:lnTo>
                    <a:lnTo>
                      <a:pt x="195" y="8341"/>
                    </a:lnTo>
                    <a:lnTo>
                      <a:pt x="87" y="9464"/>
                    </a:lnTo>
                    <a:lnTo>
                      <a:pt x="44" y="10523"/>
                    </a:lnTo>
                    <a:lnTo>
                      <a:pt x="1" y="11539"/>
                    </a:lnTo>
                    <a:lnTo>
                      <a:pt x="1" y="12468"/>
                    </a:lnTo>
                    <a:lnTo>
                      <a:pt x="22" y="13289"/>
                    </a:lnTo>
                    <a:lnTo>
                      <a:pt x="66" y="13980"/>
                    </a:lnTo>
                    <a:lnTo>
                      <a:pt x="130" y="14520"/>
                    </a:lnTo>
                    <a:lnTo>
                      <a:pt x="1384" y="14780"/>
                    </a:lnTo>
                    <a:lnTo>
                      <a:pt x="1600" y="14153"/>
                    </a:lnTo>
                    <a:lnTo>
                      <a:pt x="2054" y="12900"/>
                    </a:lnTo>
                    <a:lnTo>
                      <a:pt x="3393" y="9291"/>
                    </a:lnTo>
                    <a:lnTo>
                      <a:pt x="4819" y="5445"/>
                    </a:lnTo>
                    <a:lnTo>
                      <a:pt x="5381" y="3933"/>
                    </a:lnTo>
                    <a:lnTo>
                      <a:pt x="5727" y="2896"/>
                    </a:lnTo>
                    <a:lnTo>
                      <a:pt x="5835" y="2550"/>
                    </a:lnTo>
                    <a:lnTo>
                      <a:pt x="5921" y="2204"/>
                    </a:lnTo>
                    <a:lnTo>
                      <a:pt x="5964" y="1858"/>
                    </a:lnTo>
                    <a:lnTo>
                      <a:pt x="5964" y="1513"/>
                    </a:lnTo>
                    <a:lnTo>
                      <a:pt x="5943" y="1210"/>
                    </a:lnTo>
                    <a:lnTo>
                      <a:pt x="5878" y="929"/>
                    </a:lnTo>
                    <a:lnTo>
                      <a:pt x="5792" y="670"/>
                    </a:lnTo>
                    <a:lnTo>
                      <a:pt x="5727" y="540"/>
                    </a:lnTo>
                    <a:lnTo>
                      <a:pt x="5640" y="432"/>
                    </a:lnTo>
                    <a:lnTo>
                      <a:pt x="5576" y="346"/>
                    </a:lnTo>
                    <a:lnTo>
                      <a:pt x="5467" y="259"/>
                    </a:lnTo>
                    <a:lnTo>
                      <a:pt x="5359" y="173"/>
                    </a:lnTo>
                    <a:lnTo>
                      <a:pt x="5251" y="108"/>
                    </a:lnTo>
                    <a:lnTo>
                      <a:pt x="5122" y="65"/>
                    </a:lnTo>
                    <a:lnTo>
                      <a:pt x="4992" y="22"/>
                    </a:lnTo>
                    <a:lnTo>
                      <a:pt x="484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9" name="Google Shape;6469;p29"/>
              <p:cNvSpPr/>
              <p:nvPr/>
            </p:nvSpPr>
            <p:spPr>
              <a:xfrm>
                <a:off x="11244675" y="3352450"/>
                <a:ext cx="874575" cy="874600"/>
              </a:xfrm>
              <a:custGeom>
                <a:avLst/>
                <a:gdLst/>
                <a:ahLst/>
                <a:cxnLst/>
                <a:rect l="l" t="t" r="r" b="b"/>
                <a:pathLst>
                  <a:path w="34983" h="34984" extrusionOk="0">
                    <a:moveTo>
                      <a:pt x="17221" y="1"/>
                    </a:moveTo>
                    <a:lnTo>
                      <a:pt x="16314" y="44"/>
                    </a:lnTo>
                    <a:lnTo>
                      <a:pt x="15428" y="109"/>
                    </a:lnTo>
                    <a:lnTo>
                      <a:pt x="14542" y="239"/>
                    </a:lnTo>
                    <a:lnTo>
                      <a:pt x="13678" y="411"/>
                    </a:lnTo>
                    <a:lnTo>
                      <a:pt x="12835" y="627"/>
                    </a:lnTo>
                    <a:lnTo>
                      <a:pt x="11992" y="865"/>
                    </a:lnTo>
                    <a:lnTo>
                      <a:pt x="11171" y="1168"/>
                    </a:lnTo>
                    <a:lnTo>
                      <a:pt x="10393" y="1492"/>
                    </a:lnTo>
                    <a:lnTo>
                      <a:pt x="9615" y="1859"/>
                    </a:lnTo>
                    <a:lnTo>
                      <a:pt x="8859" y="2270"/>
                    </a:lnTo>
                    <a:lnTo>
                      <a:pt x="8146" y="2702"/>
                    </a:lnTo>
                    <a:lnTo>
                      <a:pt x="7433" y="3177"/>
                    </a:lnTo>
                    <a:lnTo>
                      <a:pt x="6763" y="3674"/>
                    </a:lnTo>
                    <a:lnTo>
                      <a:pt x="6115" y="4193"/>
                    </a:lnTo>
                    <a:lnTo>
                      <a:pt x="5488" y="4754"/>
                    </a:lnTo>
                    <a:lnTo>
                      <a:pt x="4883" y="5360"/>
                    </a:lnTo>
                    <a:lnTo>
                      <a:pt x="4322" y="5965"/>
                    </a:lnTo>
                    <a:lnTo>
                      <a:pt x="3781" y="6613"/>
                    </a:lnTo>
                    <a:lnTo>
                      <a:pt x="3284" y="7283"/>
                    </a:lnTo>
                    <a:lnTo>
                      <a:pt x="2809" y="7974"/>
                    </a:lnTo>
                    <a:lnTo>
                      <a:pt x="2355" y="8687"/>
                    </a:lnTo>
                    <a:lnTo>
                      <a:pt x="1945" y="9443"/>
                    </a:lnTo>
                    <a:lnTo>
                      <a:pt x="1577" y="10200"/>
                    </a:lnTo>
                    <a:lnTo>
                      <a:pt x="1253" y="10977"/>
                    </a:lnTo>
                    <a:lnTo>
                      <a:pt x="951" y="11777"/>
                    </a:lnTo>
                    <a:lnTo>
                      <a:pt x="691" y="12576"/>
                    </a:lnTo>
                    <a:lnTo>
                      <a:pt x="475" y="13419"/>
                    </a:lnTo>
                    <a:lnTo>
                      <a:pt x="281" y="14262"/>
                    </a:lnTo>
                    <a:lnTo>
                      <a:pt x="151" y="15105"/>
                    </a:lnTo>
                    <a:lnTo>
                      <a:pt x="65" y="15990"/>
                    </a:lnTo>
                    <a:lnTo>
                      <a:pt x="0" y="16855"/>
                    </a:lnTo>
                    <a:lnTo>
                      <a:pt x="0" y="17762"/>
                    </a:lnTo>
                    <a:lnTo>
                      <a:pt x="22" y="18648"/>
                    </a:lnTo>
                    <a:lnTo>
                      <a:pt x="108" y="19556"/>
                    </a:lnTo>
                    <a:lnTo>
                      <a:pt x="238" y="20442"/>
                    </a:lnTo>
                    <a:lnTo>
                      <a:pt x="411" y="21306"/>
                    </a:lnTo>
                    <a:lnTo>
                      <a:pt x="627" y="22149"/>
                    </a:lnTo>
                    <a:lnTo>
                      <a:pt x="864" y="22991"/>
                    </a:lnTo>
                    <a:lnTo>
                      <a:pt x="1167" y="23791"/>
                    </a:lnTo>
                    <a:lnTo>
                      <a:pt x="1491" y="24590"/>
                    </a:lnTo>
                    <a:lnTo>
                      <a:pt x="1858" y="25368"/>
                    </a:lnTo>
                    <a:lnTo>
                      <a:pt x="2269" y="26103"/>
                    </a:lnTo>
                    <a:lnTo>
                      <a:pt x="2701" y="26837"/>
                    </a:lnTo>
                    <a:lnTo>
                      <a:pt x="3155" y="27529"/>
                    </a:lnTo>
                    <a:lnTo>
                      <a:pt x="3673" y="28220"/>
                    </a:lnTo>
                    <a:lnTo>
                      <a:pt x="4192" y="28869"/>
                    </a:lnTo>
                    <a:lnTo>
                      <a:pt x="4754" y="29495"/>
                    </a:lnTo>
                    <a:lnTo>
                      <a:pt x="5359" y="30079"/>
                    </a:lnTo>
                    <a:lnTo>
                      <a:pt x="5964" y="30662"/>
                    </a:lnTo>
                    <a:lnTo>
                      <a:pt x="6612" y="31202"/>
                    </a:lnTo>
                    <a:lnTo>
                      <a:pt x="7282" y="31699"/>
                    </a:lnTo>
                    <a:lnTo>
                      <a:pt x="7973" y="32174"/>
                    </a:lnTo>
                    <a:lnTo>
                      <a:pt x="8686" y="32607"/>
                    </a:lnTo>
                    <a:lnTo>
                      <a:pt x="9442" y="33017"/>
                    </a:lnTo>
                    <a:lnTo>
                      <a:pt x="10199" y="33384"/>
                    </a:lnTo>
                    <a:lnTo>
                      <a:pt x="10977" y="33730"/>
                    </a:lnTo>
                    <a:lnTo>
                      <a:pt x="11776" y="34033"/>
                    </a:lnTo>
                    <a:lnTo>
                      <a:pt x="12576" y="34292"/>
                    </a:lnTo>
                    <a:lnTo>
                      <a:pt x="13418" y="34508"/>
                    </a:lnTo>
                    <a:lnTo>
                      <a:pt x="14261" y="34681"/>
                    </a:lnTo>
                    <a:lnTo>
                      <a:pt x="15104" y="34832"/>
                    </a:lnTo>
                    <a:lnTo>
                      <a:pt x="15990" y="34919"/>
                    </a:lnTo>
                    <a:lnTo>
                      <a:pt x="16854" y="34962"/>
                    </a:lnTo>
                    <a:lnTo>
                      <a:pt x="17761" y="34983"/>
                    </a:lnTo>
                    <a:lnTo>
                      <a:pt x="18647" y="34940"/>
                    </a:lnTo>
                    <a:lnTo>
                      <a:pt x="19555" y="34854"/>
                    </a:lnTo>
                    <a:lnTo>
                      <a:pt x="20441" y="34724"/>
                    </a:lnTo>
                    <a:lnTo>
                      <a:pt x="21305" y="34573"/>
                    </a:lnTo>
                    <a:lnTo>
                      <a:pt x="22148" y="34357"/>
                    </a:lnTo>
                    <a:lnTo>
                      <a:pt x="22969" y="34098"/>
                    </a:lnTo>
                    <a:lnTo>
                      <a:pt x="23790" y="33817"/>
                    </a:lnTo>
                    <a:lnTo>
                      <a:pt x="24589" y="33471"/>
                    </a:lnTo>
                    <a:lnTo>
                      <a:pt x="25346" y="33125"/>
                    </a:lnTo>
                    <a:lnTo>
                      <a:pt x="26102" y="32715"/>
                    </a:lnTo>
                    <a:lnTo>
                      <a:pt x="26837" y="32283"/>
                    </a:lnTo>
                    <a:lnTo>
                      <a:pt x="27528" y="31807"/>
                    </a:lnTo>
                    <a:lnTo>
                      <a:pt x="28219" y="31310"/>
                    </a:lnTo>
                    <a:lnTo>
                      <a:pt x="28868" y="30770"/>
                    </a:lnTo>
                    <a:lnTo>
                      <a:pt x="29494" y="30208"/>
                    </a:lnTo>
                    <a:lnTo>
                      <a:pt x="30078" y="29625"/>
                    </a:lnTo>
                    <a:lnTo>
                      <a:pt x="30661" y="28998"/>
                    </a:lnTo>
                    <a:lnTo>
                      <a:pt x="31180" y="28350"/>
                    </a:lnTo>
                    <a:lnTo>
                      <a:pt x="31698" y="27680"/>
                    </a:lnTo>
                    <a:lnTo>
                      <a:pt x="32174" y="26989"/>
                    </a:lnTo>
                    <a:lnTo>
                      <a:pt x="32606" y="26276"/>
                    </a:lnTo>
                    <a:lnTo>
                      <a:pt x="33016" y="25541"/>
                    </a:lnTo>
                    <a:lnTo>
                      <a:pt x="33384" y="24785"/>
                    </a:lnTo>
                    <a:lnTo>
                      <a:pt x="33729" y="24007"/>
                    </a:lnTo>
                    <a:lnTo>
                      <a:pt x="34032" y="23207"/>
                    </a:lnTo>
                    <a:lnTo>
                      <a:pt x="34291" y="22386"/>
                    </a:lnTo>
                    <a:lnTo>
                      <a:pt x="34507" y="21565"/>
                    </a:lnTo>
                    <a:lnTo>
                      <a:pt x="34680" y="20722"/>
                    </a:lnTo>
                    <a:lnTo>
                      <a:pt x="34810" y="19858"/>
                    </a:lnTo>
                    <a:lnTo>
                      <a:pt x="34918" y="18994"/>
                    </a:lnTo>
                    <a:lnTo>
                      <a:pt x="34961" y="18108"/>
                    </a:lnTo>
                    <a:lnTo>
                      <a:pt x="34983" y="17222"/>
                    </a:lnTo>
                    <a:lnTo>
                      <a:pt x="34939" y="16315"/>
                    </a:lnTo>
                    <a:lnTo>
                      <a:pt x="34853" y="15429"/>
                    </a:lnTo>
                    <a:lnTo>
                      <a:pt x="34723" y="14543"/>
                    </a:lnTo>
                    <a:lnTo>
                      <a:pt x="34550" y="13678"/>
                    </a:lnTo>
                    <a:lnTo>
                      <a:pt x="34356" y="12836"/>
                    </a:lnTo>
                    <a:lnTo>
                      <a:pt x="34097" y="11993"/>
                    </a:lnTo>
                    <a:lnTo>
                      <a:pt x="33816" y="11172"/>
                    </a:lnTo>
                    <a:lnTo>
                      <a:pt x="33470" y="10394"/>
                    </a:lnTo>
                    <a:lnTo>
                      <a:pt x="33103" y="9616"/>
                    </a:lnTo>
                    <a:lnTo>
                      <a:pt x="32714" y="8860"/>
                    </a:lnTo>
                    <a:lnTo>
                      <a:pt x="32282" y="8147"/>
                    </a:lnTo>
                    <a:lnTo>
                      <a:pt x="31806" y="7434"/>
                    </a:lnTo>
                    <a:lnTo>
                      <a:pt x="31309" y="6764"/>
                    </a:lnTo>
                    <a:lnTo>
                      <a:pt x="30769" y="6116"/>
                    </a:lnTo>
                    <a:lnTo>
                      <a:pt x="30207" y="5489"/>
                    </a:lnTo>
                    <a:lnTo>
                      <a:pt x="29624" y="4884"/>
                    </a:lnTo>
                    <a:lnTo>
                      <a:pt x="28997" y="4322"/>
                    </a:lnTo>
                    <a:lnTo>
                      <a:pt x="28349" y="3782"/>
                    </a:lnTo>
                    <a:lnTo>
                      <a:pt x="27679" y="3285"/>
                    </a:lnTo>
                    <a:lnTo>
                      <a:pt x="26988" y="2810"/>
                    </a:lnTo>
                    <a:lnTo>
                      <a:pt x="26275" y="2356"/>
                    </a:lnTo>
                    <a:lnTo>
                      <a:pt x="25540" y="1946"/>
                    </a:lnTo>
                    <a:lnTo>
                      <a:pt x="24784" y="1578"/>
                    </a:lnTo>
                    <a:lnTo>
                      <a:pt x="24006" y="1254"/>
                    </a:lnTo>
                    <a:lnTo>
                      <a:pt x="23206" y="952"/>
                    </a:lnTo>
                    <a:lnTo>
                      <a:pt x="22385" y="692"/>
                    </a:lnTo>
                    <a:lnTo>
                      <a:pt x="21564" y="476"/>
                    </a:lnTo>
                    <a:lnTo>
                      <a:pt x="20722" y="282"/>
                    </a:lnTo>
                    <a:lnTo>
                      <a:pt x="19857" y="152"/>
                    </a:lnTo>
                    <a:lnTo>
                      <a:pt x="18993" y="66"/>
                    </a:lnTo>
                    <a:lnTo>
                      <a:pt x="18107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0" name="Google Shape;6470;p29"/>
              <p:cNvSpPr/>
              <p:nvPr/>
            </p:nvSpPr>
            <p:spPr>
              <a:xfrm>
                <a:off x="11507725" y="3671175"/>
                <a:ext cx="61075" cy="83200"/>
              </a:xfrm>
              <a:custGeom>
                <a:avLst/>
                <a:gdLst/>
                <a:ahLst/>
                <a:cxnLst/>
                <a:rect l="l" t="t" r="r" b="b"/>
                <a:pathLst>
                  <a:path w="2443" h="3328" extrusionOk="0">
                    <a:moveTo>
                      <a:pt x="1103" y="0"/>
                    </a:moveTo>
                    <a:lnTo>
                      <a:pt x="973" y="22"/>
                    </a:lnTo>
                    <a:lnTo>
                      <a:pt x="865" y="65"/>
                    </a:lnTo>
                    <a:lnTo>
                      <a:pt x="736" y="108"/>
                    </a:lnTo>
                    <a:lnTo>
                      <a:pt x="627" y="173"/>
                    </a:lnTo>
                    <a:lnTo>
                      <a:pt x="519" y="238"/>
                    </a:lnTo>
                    <a:lnTo>
                      <a:pt x="433" y="346"/>
                    </a:lnTo>
                    <a:lnTo>
                      <a:pt x="347" y="454"/>
                    </a:lnTo>
                    <a:lnTo>
                      <a:pt x="260" y="584"/>
                    </a:lnTo>
                    <a:lnTo>
                      <a:pt x="131" y="843"/>
                    </a:lnTo>
                    <a:lnTo>
                      <a:pt x="44" y="1124"/>
                    </a:lnTo>
                    <a:lnTo>
                      <a:pt x="1" y="1426"/>
                    </a:lnTo>
                    <a:lnTo>
                      <a:pt x="1" y="1750"/>
                    </a:lnTo>
                    <a:lnTo>
                      <a:pt x="44" y="2075"/>
                    </a:lnTo>
                    <a:lnTo>
                      <a:pt x="131" y="2356"/>
                    </a:lnTo>
                    <a:lnTo>
                      <a:pt x="260" y="2636"/>
                    </a:lnTo>
                    <a:lnTo>
                      <a:pt x="411" y="2874"/>
                    </a:lnTo>
                    <a:lnTo>
                      <a:pt x="606" y="3047"/>
                    </a:lnTo>
                    <a:lnTo>
                      <a:pt x="692" y="3133"/>
                    </a:lnTo>
                    <a:lnTo>
                      <a:pt x="800" y="3198"/>
                    </a:lnTo>
                    <a:lnTo>
                      <a:pt x="908" y="3263"/>
                    </a:lnTo>
                    <a:lnTo>
                      <a:pt x="1038" y="3285"/>
                    </a:lnTo>
                    <a:lnTo>
                      <a:pt x="1146" y="3306"/>
                    </a:lnTo>
                    <a:lnTo>
                      <a:pt x="1276" y="3328"/>
                    </a:lnTo>
                    <a:lnTo>
                      <a:pt x="1341" y="3328"/>
                    </a:lnTo>
                    <a:lnTo>
                      <a:pt x="1449" y="3306"/>
                    </a:lnTo>
                    <a:lnTo>
                      <a:pt x="1578" y="3263"/>
                    </a:lnTo>
                    <a:lnTo>
                      <a:pt x="1686" y="3220"/>
                    </a:lnTo>
                    <a:lnTo>
                      <a:pt x="1794" y="3155"/>
                    </a:lnTo>
                    <a:lnTo>
                      <a:pt x="1902" y="3090"/>
                    </a:lnTo>
                    <a:lnTo>
                      <a:pt x="1989" y="2982"/>
                    </a:lnTo>
                    <a:lnTo>
                      <a:pt x="2075" y="2896"/>
                    </a:lnTo>
                    <a:lnTo>
                      <a:pt x="2162" y="2788"/>
                    </a:lnTo>
                    <a:lnTo>
                      <a:pt x="2291" y="2528"/>
                    </a:lnTo>
                    <a:lnTo>
                      <a:pt x="2378" y="2226"/>
                    </a:lnTo>
                    <a:lnTo>
                      <a:pt x="2443" y="1923"/>
                    </a:lnTo>
                    <a:lnTo>
                      <a:pt x="2443" y="1578"/>
                    </a:lnTo>
                    <a:lnTo>
                      <a:pt x="2399" y="1254"/>
                    </a:lnTo>
                    <a:lnTo>
                      <a:pt x="2291" y="951"/>
                    </a:lnTo>
                    <a:lnTo>
                      <a:pt x="2162" y="670"/>
                    </a:lnTo>
                    <a:lnTo>
                      <a:pt x="2010" y="432"/>
                    </a:lnTo>
                    <a:lnTo>
                      <a:pt x="1902" y="324"/>
                    </a:lnTo>
                    <a:lnTo>
                      <a:pt x="1816" y="238"/>
                    </a:lnTo>
                    <a:lnTo>
                      <a:pt x="1708" y="173"/>
                    </a:lnTo>
                    <a:lnTo>
                      <a:pt x="1600" y="108"/>
                    </a:lnTo>
                    <a:lnTo>
                      <a:pt x="1470" y="43"/>
                    </a:lnTo>
                    <a:lnTo>
                      <a:pt x="1362" y="22"/>
                    </a:lnTo>
                    <a:lnTo>
                      <a:pt x="123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1" name="Google Shape;6471;p29"/>
              <p:cNvSpPr/>
              <p:nvPr/>
            </p:nvSpPr>
            <p:spPr>
              <a:xfrm>
                <a:off x="11783225" y="3652800"/>
                <a:ext cx="61075" cy="83225"/>
              </a:xfrm>
              <a:custGeom>
                <a:avLst/>
                <a:gdLst/>
                <a:ahLst/>
                <a:cxnLst/>
                <a:rect l="l" t="t" r="r" b="b"/>
                <a:pathLst>
                  <a:path w="2443" h="3329" extrusionOk="0">
                    <a:moveTo>
                      <a:pt x="1124" y="1"/>
                    </a:moveTo>
                    <a:lnTo>
                      <a:pt x="995" y="22"/>
                    </a:lnTo>
                    <a:lnTo>
                      <a:pt x="865" y="44"/>
                    </a:lnTo>
                    <a:lnTo>
                      <a:pt x="757" y="109"/>
                    </a:lnTo>
                    <a:lnTo>
                      <a:pt x="649" y="173"/>
                    </a:lnTo>
                    <a:lnTo>
                      <a:pt x="541" y="238"/>
                    </a:lnTo>
                    <a:lnTo>
                      <a:pt x="454" y="325"/>
                    </a:lnTo>
                    <a:lnTo>
                      <a:pt x="368" y="433"/>
                    </a:lnTo>
                    <a:lnTo>
                      <a:pt x="282" y="541"/>
                    </a:lnTo>
                    <a:lnTo>
                      <a:pt x="152" y="800"/>
                    </a:lnTo>
                    <a:lnTo>
                      <a:pt x="66" y="1081"/>
                    </a:lnTo>
                    <a:lnTo>
                      <a:pt x="1" y="1405"/>
                    </a:lnTo>
                    <a:lnTo>
                      <a:pt x="1" y="1751"/>
                    </a:lnTo>
                    <a:lnTo>
                      <a:pt x="44" y="2053"/>
                    </a:lnTo>
                    <a:lnTo>
                      <a:pt x="130" y="2356"/>
                    </a:lnTo>
                    <a:lnTo>
                      <a:pt x="260" y="2637"/>
                    </a:lnTo>
                    <a:lnTo>
                      <a:pt x="411" y="2853"/>
                    </a:lnTo>
                    <a:lnTo>
                      <a:pt x="606" y="3047"/>
                    </a:lnTo>
                    <a:lnTo>
                      <a:pt x="714" y="3134"/>
                    </a:lnTo>
                    <a:lnTo>
                      <a:pt x="822" y="3199"/>
                    </a:lnTo>
                    <a:lnTo>
                      <a:pt x="930" y="3242"/>
                    </a:lnTo>
                    <a:lnTo>
                      <a:pt x="1038" y="3285"/>
                    </a:lnTo>
                    <a:lnTo>
                      <a:pt x="1146" y="3307"/>
                    </a:lnTo>
                    <a:lnTo>
                      <a:pt x="1276" y="3328"/>
                    </a:lnTo>
                    <a:lnTo>
                      <a:pt x="1340" y="3328"/>
                    </a:lnTo>
                    <a:lnTo>
                      <a:pt x="1470" y="3307"/>
                    </a:lnTo>
                    <a:lnTo>
                      <a:pt x="1578" y="3263"/>
                    </a:lnTo>
                    <a:lnTo>
                      <a:pt x="1708" y="3220"/>
                    </a:lnTo>
                    <a:lnTo>
                      <a:pt x="1816" y="3155"/>
                    </a:lnTo>
                    <a:lnTo>
                      <a:pt x="1924" y="3069"/>
                    </a:lnTo>
                    <a:lnTo>
                      <a:pt x="2010" y="2982"/>
                    </a:lnTo>
                    <a:lnTo>
                      <a:pt x="2097" y="2874"/>
                    </a:lnTo>
                    <a:lnTo>
                      <a:pt x="2183" y="2745"/>
                    </a:lnTo>
                    <a:lnTo>
                      <a:pt x="2313" y="2485"/>
                    </a:lnTo>
                    <a:lnTo>
                      <a:pt x="2399" y="2205"/>
                    </a:lnTo>
                    <a:lnTo>
                      <a:pt x="2442" y="1902"/>
                    </a:lnTo>
                    <a:lnTo>
                      <a:pt x="2442" y="1578"/>
                    </a:lnTo>
                    <a:lnTo>
                      <a:pt x="2399" y="1254"/>
                    </a:lnTo>
                    <a:lnTo>
                      <a:pt x="2313" y="951"/>
                    </a:lnTo>
                    <a:lnTo>
                      <a:pt x="2183" y="692"/>
                    </a:lnTo>
                    <a:lnTo>
                      <a:pt x="2032" y="454"/>
                    </a:lnTo>
                    <a:lnTo>
                      <a:pt x="1859" y="260"/>
                    </a:lnTo>
                    <a:lnTo>
                      <a:pt x="1751" y="195"/>
                    </a:lnTo>
                    <a:lnTo>
                      <a:pt x="1643" y="130"/>
                    </a:lnTo>
                    <a:lnTo>
                      <a:pt x="1535" y="65"/>
                    </a:lnTo>
                    <a:lnTo>
                      <a:pt x="1427" y="22"/>
                    </a:lnTo>
                    <a:lnTo>
                      <a:pt x="129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2" name="Google Shape;6472;p29"/>
              <p:cNvSpPr/>
              <p:nvPr/>
            </p:nvSpPr>
            <p:spPr>
              <a:xfrm>
                <a:off x="11587150" y="3786225"/>
                <a:ext cx="195025" cy="121575"/>
              </a:xfrm>
              <a:custGeom>
                <a:avLst/>
                <a:gdLst/>
                <a:ahLst/>
                <a:cxnLst/>
                <a:rect l="l" t="t" r="r" b="b"/>
                <a:pathLst>
                  <a:path w="7801" h="4863" extrusionOk="0">
                    <a:moveTo>
                      <a:pt x="3911" y="1"/>
                    </a:moveTo>
                    <a:lnTo>
                      <a:pt x="3501" y="44"/>
                    </a:lnTo>
                    <a:lnTo>
                      <a:pt x="3198" y="109"/>
                    </a:lnTo>
                    <a:lnTo>
                      <a:pt x="2874" y="174"/>
                    </a:lnTo>
                    <a:lnTo>
                      <a:pt x="2550" y="260"/>
                    </a:lnTo>
                    <a:lnTo>
                      <a:pt x="2226" y="368"/>
                    </a:lnTo>
                    <a:lnTo>
                      <a:pt x="1923" y="476"/>
                    </a:lnTo>
                    <a:lnTo>
                      <a:pt x="1621" y="606"/>
                    </a:lnTo>
                    <a:lnTo>
                      <a:pt x="1340" y="735"/>
                    </a:lnTo>
                    <a:lnTo>
                      <a:pt x="1081" y="865"/>
                    </a:lnTo>
                    <a:lnTo>
                      <a:pt x="843" y="1016"/>
                    </a:lnTo>
                    <a:lnTo>
                      <a:pt x="605" y="1189"/>
                    </a:lnTo>
                    <a:lnTo>
                      <a:pt x="411" y="1340"/>
                    </a:lnTo>
                    <a:lnTo>
                      <a:pt x="259" y="1492"/>
                    </a:lnTo>
                    <a:lnTo>
                      <a:pt x="130" y="1664"/>
                    </a:lnTo>
                    <a:lnTo>
                      <a:pt x="43" y="1816"/>
                    </a:lnTo>
                    <a:lnTo>
                      <a:pt x="0" y="1989"/>
                    </a:lnTo>
                    <a:lnTo>
                      <a:pt x="0" y="2140"/>
                    </a:lnTo>
                    <a:lnTo>
                      <a:pt x="22" y="2334"/>
                    </a:lnTo>
                    <a:lnTo>
                      <a:pt x="108" y="2529"/>
                    </a:lnTo>
                    <a:lnTo>
                      <a:pt x="195" y="2745"/>
                    </a:lnTo>
                    <a:lnTo>
                      <a:pt x="324" y="2961"/>
                    </a:lnTo>
                    <a:lnTo>
                      <a:pt x="476" y="3177"/>
                    </a:lnTo>
                    <a:lnTo>
                      <a:pt x="670" y="3415"/>
                    </a:lnTo>
                    <a:lnTo>
                      <a:pt x="886" y="3631"/>
                    </a:lnTo>
                    <a:lnTo>
                      <a:pt x="1124" y="3847"/>
                    </a:lnTo>
                    <a:lnTo>
                      <a:pt x="1383" y="4063"/>
                    </a:lnTo>
                    <a:lnTo>
                      <a:pt x="1664" y="4236"/>
                    </a:lnTo>
                    <a:lnTo>
                      <a:pt x="1966" y="4409"/>
                    </a:lnTo>
                    <a:lnTo>
                      <a:pt x="2312" y="4560"/>
                    </a:lnTo>
                    <a:lnTo>
                      <a:pt x="2658" y="4690"/>
                    </a:lnTo>
                    <a:lnTo>
                      <a:pt x="3025" y="4776"/>
                    </a:lnTo>
                    <a:lnTo>
                      <a:pt x="3414" y="4841"/>
                    </a:lnTo>
                    <a:lnTo>
                      <a:pt x="3825" y="4862"/>
                    </a:lnTo>
                    <a:lnTo>
                      <a:pt x="4019" y="4862"/>
                    </a:lnTo>
                    <a:lnTo>
                      <a:pt x="4451" y="4819"/>
                    </a:lnTo>
                    <a:lnTo>
                      <a:pt x="4883" y="4733"/>
                    </a:lnTo>
                    <a:lnTo>
                      <a:pt x="5272" y="4603"/>
                    </a:lnTo>
                    <a:lnTo>
                      <a:pt x="5618" y="4430"/>
                    </a:lnTo>
                    <a:lnTo>
                      <a:pt x="5964" y="4236"/>
                    </a:lnTo>
                    <a:lnTo>
                      <a:pt x="6266" y="4020"/>
                    </a:lnTo>
                    <a:lnTo>
                      <a:pt x="6547" y="3782"/>
                    </a:lnTo>
                    <a:lnTo>
                      <a:pt x="6807" y="3523"/>
                    </a:lnTo>
                    <a:lnTo>
                      <a:pt x="7023" y="3263"/>
                    </a:lnTo>
                    <a:lnTo>
                      <a:pt x="7239" y="3004"/>
                    </a:lnTo>
                    <a:lnTo>
                      <a:pt x="7390" y="2723"/>
                    </a:lnTo>
                    <a:lnTo>
                      <a:pt x="7541" y="2464"/>
                    </a:lnTo>
                    <a:lnTo>
                      <a:pt x="7649" y="2205"/>
                    </a:lnTo>
                    <a:lnTo>
                      <a:pt x="7736" y="1967"/>
                    </a:lnTo>
                    <a:lnTo>
                      <a:pt x="7779" y="1751"/>
                    </a:lnTo>
                    <a:lnTo>
                      <a:pt x="7800" y="1578"/>
                    </a:lnTo>
                    <a:lnTo>
                      <a:pt x="7800" y="1405"/>
                    </a:lnTo>
                    <a:lnTo>
                      <a:pt x="7757" y="1232"/>
                    </a:lnTo>
                    <a:lnTo>
                      <a:pt x="7671" y="1081"/>
                    </a:lnTo>
                    <a:lnTo>
                      <a:pt x="7541" y="930"/>
                    </a:lnTo>
                    <a:lnTo>
                      <a:pt x="7433" y="822"/>
                    </a:lnTo>
                    <a:lnTo>
                      <a:pt x="7303" y="735"/>
                    </a:lnTo>
                    <a:lnTo>
                      <a:pt x="7001" y="562"/>
                    </a:lnTo>
                    <a:lnTo>
                      <a:pt x="6655" y="390"/>
                    </a:lnTo>
                    <a:lnTo>
                      <a:pt x="6245" y="260"/>
                    </a:lnTo>
                    <a:lnTo>
                      <a:pt x="5813" y="152"/>
                    </a:lnTo>
                    <a:lnTo>
                      <a:pt x="5337" y="66"/>
                    </a:lnTo>
                    <a:lnTo>
                      <a:pt x="484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3" name="Google Shape;6473;p29"/>
              <p:cNvSpPr/>
              <p:nvPr/>
            </p:nvSpPr>
            <p:spPr>
              <a:xfrm>
                <a:off x="11589850" y="3894275"/>
                <a:ext cx="207450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8298" h="4711" extrusionOk="0">
                    <a:moveTo>
                      <a:pt x="3868" y="0"/>
                    </a:moveTo>
                    <a:lnTo>
                      <a:pt x="3803" y="43"/>
                    </a:lnTo>
                    <a:lnTo>
                      <a:pt x="3738" y="87"/>
                    </a:lnTo>
                    <a:lnTo>
                      <a:pt x="3673" y="130"/>
                    </a:lnTo>
                    <a:lnTo>
                      <a:pt x="3630" y="195"/>
                    </a:lnTo>
                    <a:lnTo>
                      <a:pt x="3609" y="259"/>
                    </a:lnTo>
                    <a:lnTo>
                      <a:pt x="3587" y="346"/>
                    </a:lnTo>
                    <a:lnTo>
                      <a:pt x="3587" y="432"/>
                    </a:lnTo>
                    <a:lnTo>
                      <a:pt x="3803" y="3868"/>
                    </a:lnTo>
                    <a:lnTo>
                      <a:pt x="3436" y="3846"/>
                    </a:lnTo>
                    <a:lnTo>
                      <a:pt x="3068" y="3782"/>
                    </a:lnTo>
                    <a:lnTo>
                      <a:pt x="2680" y="3695"/>
                    </a:lnTo>
                    <a:lnTo>
                      <a:pt x="2291" y="3587"/>
                    </a:lnTo>
                    <a:lnTo>
                      <a:pt x="1880" y="3436"/>
                    </a:lnTo>
                    <a:lnTo>
                      <a:pt x="1470" y="3263"/>
                    </a:lnTo>
                    <a:lnTo>
                      <a:pt x="1059" y="3047"/>
                    </a:lnTo>
                    <a:lnTo>
                      <a:pt x="627" y="2809"/>
                    </a:lnTo>
                    <a:lnTo>
                      <a:pt x="540" y="2766"/>
                    </a:lnTo>
                    <a:lnTo>
                      <a:pt x="476" y="2744"/>
                    </a:lnTo>
                    <a:lnTo>
                      <a:pt x="389" y="2744"/>
                    </a:lnTo>
                    <a:lnTo>
                      <a:pt x="303" y="2766"/>
                    </a:lnTo>
                    <a:lnTo>
                      <a:pt x="238" y="2788"/>
                    </a:lnTo>
                    <a:lnTo>
                      <a:pt x="173" y="2831"/>
                    </a:lnTo>
                    <a:lnTo>
                      <a:pt x="108" y="2874"/>
                    </a:lnTo>
                    <a:lnTo>
                      <a:pt x="65" y="2939"/>
                    </a:lnTo>
                    <a:lnTo>
                      <a:pt x="22" y="3025"/>
                    </a:lnTo>
                    <a:lnTo>
                      <a:pt x="0" y="3112"/>
                    </a:lnTo>
                    <a:lnTo>
                      <a:pt x="0" y="3177"/>
                    </a:lnTo>
                    <a:lnTo>
                      <a:pt x="22" y="3263"/>
                    </a:lnTo>
                    <a:lnTo>
                      <a:pt x="43" y="3328"/>
                    </a:lnTo>
                    <a:lnTo>
                      <a:pt x="87" y="3393"/>
                    </a:lnTo>
                    <a:lnTo>
                      <a:pt x="151" y="3457"/>
                    </a:lnTo>
                    <a:lnTo>
                      <a:pt x="216" y="3501"/>
                    </a:lnTo>
                    <a:lnTo>
                      <a:pt x="713" y="3782"/>
                    </a:lnTo>
                    <a:lnTo>
                      <a:pt x="1210" y="4041"/>
                    </a:lnTo>
                    <a:lnTo>
                      <a:pt x="1686" y="4235"/>
                    </a:lnTo>
                    <a:lnTo>
                      <a:pt x="2139" y="4408"/>
                    </a:lnTo>
                    <a:lnTo>
                      <a:pt x="2615" y="4538"/>
                    </a:lnTo>
                    <a:lnTo>
                      <a:pt x="3047" y="4624"/>
                    </a:lnTo>
                    <a:lnTo>
                      <a:pt x="3501" y="4689"/>
                    </a:lnTo>
                    <a:lnTo>
                      <a:pt x="3933" y="4711"/>
                    </a:lnTo>
                    <a:lnTo>
                      <a:pt x="4192" y="4689"/>
                    </a:lnTo>
                    <a:lnTo>
                      <a:pt x="4451" y="4667"/>
                    </a:lnTo>
                    <a:lnTo>
                      <a:pt x="4711" y="4646"/>
                    </a:lnTo>
                    <a:lnTo>
                      <a:pt x="4970" y="4603"/>
                    </a:lnTo>
                    <a:lnTo>
                      <a:pt x="5229" y="4538"/>
                    </a:lnTo>
                    <a:lnTo>
                      <a:pt x="5489" y="4473"/>
                    </a:lnTo>
                    <a:lnTo>
                      <a:pt x="6007" y="4278"/>
                    </a:lnTo>
                    <a:lnTo>
                      <a:pt x="6526" y="4041"/>
                    </a:lnTo>
                    <a:lnTo>
                      <a:pt x="7066" y="3738"/>
                    </a:lnTo>
                    <a:lnTo>
                      <a:pt x="7584" y="3393"/>
                    </a:lnTo>
                    <a:lnTo>
                      <a:pt x="8146" y="2982"/>
                    </a:lnTo>
                    <a:lnTo>
                      <a:pt x="8211" y="2917"/>
                    </a:lnTo>
                    <a:lnTo>
                      <a:pt x="8254" y="2852"/>
                    </a:lnTo>
                    <a:lnTo>
                      <a:pt x="8276" y="2788"/>
                    </a:lnTo>
                    <a:lnTo>
                      <a:pt x="8297" y="2701"/>
                    </a:lnTo>
                    <a:lnTo>
                      <a:pt x="8297" y="2636"/>
                    </a:lnTo>
                    <a:lnTo>
                      <a:pt x="8297" y="2550"/>
                    </a:lnTo>
                    <a:lnTo>
                      <a:pt x="8254" y="2485"/>
                    </a:lnTo>
                    <a:lnTo>
                      <a:pt x="8211" y="2399"/>
                    </a:lnTo>
                    <a:lnTo>
                      <a:pt x="8168" y="2334"/>
                    </a:lnTo>
                    <a:lnTo>
                      <a:pt x="8081" y="2291"/>
                    </a:lnTo>
                    <a:lnTo>
                      <a:pt x="8017" y="2269"/>
                    </a:lnTo>
                    <a:lnTo>
                      <a:pt x="7952" y="2247"/>
                    </a:lnTo>
                    <a:lnTo>
                      <a:pt x="7865" y="2247"/>
                    </a:lnTo>
                    <a:lnTo>
                      <a:pt x="7779" y="2269"/>
                    </a:lnTo>
                    <a:lnTo>
                      <a:pt x="7714" y="2291"/>
                    </a:lnTo>
                    <a:lnTo>
                      <a:pt x="7649" y="2334"/>
                    </a:lnTo>
                    <a:lnTo>
                      <a:pt x="7239" y="2636"/>
                    </a:lnTo>
                    <a:lnTo>
                      <a:pt x="6850" y="2896"/>
                    </a:lnTo>
                    <a:lnTo>
                      <a:pt x="6482" y="3133"/>
                    </a:lnTo>
                    <a:lnTo>
                      <a:pt x="6094" y="3328"/>
                    </a:lnTo>
                    <a:lnTo>
                      <a:pt x="5726" y="3501"/>
                    </a:lnTo>
                    <a:lnTo>
                      <a:pt x="5359" y="3630"/>
                    </a:lnTo>
                    <a:lnTo>
                      <a:pt x="4992" y="3738"/>
                    </a:lnTo>
                    <a:lnTo>
                      <a:pt x="4624" y="3825"/>
                    </a:lnTo>
                    <a:lnTo>
                      <a:pt x="4387" y="368"/>
                    </a:lnTo>
                    <a:lnTo>
                      <a:pt x="4387" y="303"/>
                    </a:lnTo>
                    <a:lnTo>
                      <a:pt x="4343" y="216"/>
                    </a:lnTo>
                    <a:lnTo>
                      <a:pt x="4300" y="151"/>
                    </a:lnTo>
                    <a:lnTo>
                      <a:pt x="4257" y="87"/>
                    </a:lnTo>
                    <a:lnTo>
                      <a:pt x="4192" y="43"/>
                    </a:lnTo>
                    <a:lnTo>
                      <a:pt x="4127" y="22"/>
                    </a:lnTo>
                    <a:lnTo>
                      <a:pt x="404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4" name="Google Shape;6474;p29"/>
              <p:cNvSpPr/>
              <p:nvPr/>
            </p:nvSpPr>
            <p:spPr>
              <a:xfrm>
                <a:off x="11613600" y="3813775"/>
                <a:ext cx="54600" cy="37300"/>
              </a:xfrm>
              <a:custGeom>
                <a:avLst/>
                <a:gdLst/>
                <a:ahLst/>
                <a:cxnLst/>
                <a:rect l="l" t="t" r="r" b="b"/>
                <a:pathLst>
                  <a:path w="2184" h="1492" extrusionOk="0">
                    <a:moveTo>
                      <a:pt x="1773" y="1"/>
                    </a:moveTo>
                    <a:lnTo>
                      <a:pt x="1513" y="44"/>
                    </a:lnTo>
                    <a:lnTo>
                      <a:pt x="1276" y="87"/>
                    </a:lnTo>
                    <a:lnTo>
                      <a:pt x="1038" y="152"/>
                    </a:lnTo>
                    <a:lnTo>
                      <a:pt x="822" y="260"/>
                    </a:lnTo>
                    <a:lnTo>
                      <a:pt x="606" y="368"/>
                    </a:lnTo>
                    <a:lnTo>
                      <a:pt x="390" y="498"/>
                    </a:lnTo>
                    <a:lnTo>
                      <a:pt x="217" y="671"/>
                    </a:lnTo>
                    <a:lnTo>
                      <a:pt x="66" y="865"/>
                    </a:lnTo>
                    <a:lnTo>
                      <a:pt x="1" y="951"/>
                    </a:lnTo>
                    <a:lnTo>
                      <a:pt x="1" y="1059"/>
                    </a:lnTo>
                    <a:lnTo>
                      <a:pt x="1" y="1167"/>
                    </a:lnTo>
                    <a:lnTo>
                      <a:pt x="66" y="1276"/>
                    </a:lnTo>
                    <a:lnTo>
                      <a:pt x="131" y="1362"/>
                    </a:lnTo>
                    <a:lnTo>
                      <a:pt x="217" y="1427"/>
                    </a:lnTo>
                    <a:lnTo>
                      <a:pt x="303" y="1470"/>
                    </a:lnTo>
                    <a:lnTo>
                      <a:pt x="411" y="1492"/>
                    </a:lnTo>
                    <a:lnTo>
                      <a:pt x="628" y="1448"/>
                    </a:lnTo>
                    <a:lnTo>
                      <a:pt x="800" y="1405"/>
                    </a:lnTo>
                    <a:lnTo>
                      <a:pt x="995" y="1340"/>
                    </a:lnTo>
                    <a:lnTo>
                      <a:pt x="1168" y="1254"/>
                    </a:lnTo>
                    <a:lnTo>
                      <a:pt x="1492" y="1059"/>
                    </a:lnTo>
                    <a:lnTo>
                      <a:pt x="1838" y="865"/>
                    </a:lnTo>
                    <a:lnTo>
                      <a:pt x="1924" y="822"/>
                    </a:lnTo>
                    <a:lnTo>
                      <a:pt x="1967" y="757"/>
                    </a:lnTo>
                    <a:lnTo>
                      <a:pt x="2054" y="692"/>
                    </a:lnTo>
                    <a:lnTo>
                      <a:pt x="2118" y="627"/>
                    </a:lnTo>
                    <a:lnTo>
                      <a:pt x="2162" y="519"/>
                    </a:lnTo>
                    <a:lnTo>
                      <a:pt x="2183" y="411"/>
                    </a:lnTo>
                    <a:lnTo>
                      <a:pt x="2162" y="346"/>
                    </a:lnTo>
                    <a:lnTo>
                      <a:pt x="2140" y="260"/>
                    </a:lnTo>
                    <a:lnTo>
                      <a:pt x="2097" y="195"/>
                    </a:lnTo>
                    <a:lnTo>
                      <a:pt x="2054" y="130"/>
                    </a:lnTo>
                    <a:lnTo>
                      <a:pt x="1989" y="65"/>
                    </a:lnTo>
                    <a:lnTo>
                      <a:pt x="1924" y="22"/>
                    </a:lnTo>
                    <a:lnTo>
                      <a:pt x="1838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475" name="Google Shape;6475;p29"/>
          <p:cNvGrpSpPr/>
          <p:nvPr/>
        </p:nvGrpSpPr>
        <p:grpSpPr>
          <a:xfrm>
            <a:off x="7337107" y="3675577"/>
            <a:ext cx="1342018" cy="1287084"/>
            <a:chOff x="11127038" y="4083763"/>
            <a:chExt cx="1128600" cy="1082402"/>
          </a:xfrm>
        </p:grpSpPr>
        <p:sp>
          <p:nvSpPr>
            <p:cNvPr id="6476" name="Google Shape;6476;p29"/>
            <p:cNvSpPr/>
            <p:nvPr/>
          </p:nvSpPr>
          <p:spPr>
            <a:xfrm>
              <a:off x="11127038" y="4901864"/>
              <a:ext cx="1128600" cy="264300"/>
            </a:xfrm>
            <a:prstGeom prst="ellipse">
              <a:avLst/>
            </a:pr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7" name="Google Shape;6477;p29"/>
            <p:cNvSpPr/>
            <p:nvPr/>
          </p:nvSpPr>
          <p:spPr>
            <a:xfrm>
              <a:off x="12170550" y="4449763"/>
              <a:ext cx="4525" cy="7525"/>
            </a:xfrm>
            <a:custGeom>
              <a:avLst/>
              <a:gdLst/>
              <a:ahLst/>
              <a:cxnLst/>
              <a:rect l="l" t="t" r="r" b="b"/>
              <a:pathLst>
                <a:path w="181" h="301" extrusionOk="0">
                  <a:moveTo>
                    <a:pt x="140" y="0"/>
                  </a:moveTo>
                  <a:lnTo>
                    <a:pt x="0" y="281"/>
                  </a:lnTo>
                  <a:lnTo>
                    <a:pt x="0" y="301"/>
                  </a:lnTo>
                  <a:lnTo>
                    <a:pt x="40" y="301"/>
                  </a:lnTo>
                  <a:lnTo>
                    <a:pt x="181" y="40"/>
                  </a:lnTo>
                  <a:lnTo>
                    <a:pt x="160" y="0"/>
                  </a:lnTo>
                  <a:close/>
                </a:path>
              </a:pathLst>
            </a:custGeom>
            <a:solidFill>
              <a:srgbClr val="DEDAD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8" name="Google Shape;6478;p29"/>
            <p:cNvSpPr/>
            <p:nvPr/>
          </p:nvSpPr>
          <p:spPr>
            <a:xfrm>
              <a:off x="12170550" y="4449763"/>
              <a:ext cx="4525" cy="7525"/>
            </a:xfrm>
            <a:custGeom>
              <a:avLst/>
              <a:gdLst/>
              <a:ahLst/>
              <a:cxnLst/>
              <a:rect l="l" t="t" r="r" b="b"/>
              <a:pathLst>
                <a:path w="181" h="301" fill="none" extrusionOk="0">
                  <a:moveTo>
                    <a:pt x="140" y="0"/>
                  </a:moveTo>
                  <a:lnTo>
                    <a:pt x="140" y="0"/>
                  </a:lnTo>
                  <a:lnTo>
                    <a:pt x="140" y="0"/>
                  </a:lnTo>
                  <a:lnTo>
                    <a:pt x="140" y="0"/>
                  </a:lnTo>
                  <a:lnTo>
                    <a:pt x="0" y="281"/>
                  </a:lnTo>
                  <a:lnTo>
                    <a:pt x="0" y="281"/>
                  </a:lnTo>
                  <a:lnTo>
                    <a:pt x="0" y="301"/>
                  </a:lnTo>
                  <a:lnTo>
                    <a:pt x="20" y="301"/>
                  </a:lnTo>
                  <a:lnTo>
                    <a:pt x="20" y="301"/>
                  </a:lnTo>
                  <a:lnTo>
                    <a:pt x="40" y="301"/>
                  </a:lnTo>
                  <a:lnTo>
                    <a:pt x="40" y="301"/>
                  </a:lnTo>
                  <a:lnTo>
                    <a:pt x="181" y="40"/>
                  </a:lnTo>
                  <a:lnTo>
                    <a:pt x="181" y="40"/>
                  </a:lnTo>
                  <a:lnTo>
                    <a:pt x="160" y="0"/>
                  </a:lnTo>
                  <a:lnTo>
                    <a:pt x="14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9" name="Google Shape;6479;p29"/>
            <p:cNvSpPr/>
            <p:nvPr/>
          </p:nvSpPr>
          <p:spPr>
            <a:xfrm>
              <a:off x="11250550" y="4336938"/>
              <a:ext cx="896950" cy="640275"/>
            </a:xfrm>
            <a:custGeom>
              <a:avLst/>
              <a:gdLst/>
              <a:ahLst/>
              <a:cxnLst/>
              <a:rect l="l" t="t" r="r" b="b"/>
              <a:pathLst>
                <a:path w="35878" h="25611" extrusionOk="0">
                  <a:moveTo>
                    <a:pt x="0" y="1"/>
                  </a:moveTo>
                  <a:lnTo>
                    <a:pt x="3028" y="25611"/>
                  </a:lnTo>
                  <a:lnTo>
                    <a:pt x="34534" y="25611"/>
                  </a:lnTo>
                  <a:lnTo>
                    <a:pt x="34734" y="21720"/>
                  </a:lnTo>
                  <a:lnTo>
                    <a:pt x="35697" y="3470"/>
                  </a:lnTo>
                  <a:lnTo>
                    <a:pt x="3587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0" name="Google Shape;6480;p29"/>
            <p:cNvSpPr/>
            <p:nvPr/>
          </p:nvSpPr>
          <p:spPr>
            <a:xfrm>
              <a:off x="11250550" y="4336938"/>
              <a:ext cx="896950" cy="640275"/>
            </a:xfrm>
            <a:custGeom>
              <a:avLst/>
              <a:gdLst/>
              <a:ahLst/>
              <a:cxnLst/>
              <a:rect l="l" t="t" r="r" b="b"/>
              <a:pathLst>
                <a:path w="35878" h="25611" fill="none" extrusionOk="0">
                  <a:moveTo>
                    <a:pt x="35878" y="1"/>
                  </a:moveTo>
                  <a:lnTo>
                    <a:pt x="35697" y="3470"/>
                  </a:lnTo>
                  <a:lnTo>
                    <a:pt x="34734" y="21720"/>
                  </a:lnTo>
                  <a:lnTo>
                    <a:pt x="34534" y="25611"/>
                  </a:lnTo>
                  <a:lnTo>
                    <a:pt x="3028" y="25611"/>
                  </a:lnTo>
                  <a:lnTo>
                    <a:pt x="0" y="1"/>
                  </a:lnTo>
                  <a:lnTo>
                    <a:pt x="35878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1" name="Google Shape;6481;p29"/>
            <p:cNvSpPr/>
            <p:nvPr/>
          </p:nvSpPr>
          <p:spPr>
            <a:xfrm>
              <a:off x="11268075" y="4484338"/>
              <a:ext cx="842825" cy="492875"/>
            </a:xfrm>
            <a:custGeom>
              <a:avLst/>
              <a:gdLst/>
              <a:ahLst/>
              <a:cxnLst/>
              <a:rect l="l" t="t" r="r" b="b"/>
              <a:pathLst>
                <a:path w="33713" h="19715" extrusionOk="0">
                  <a:moveTo>
                    <a:pt x="1" y="1"/>
                  </a:moveTo>
                  <a:lnTo>
                    <a:pt x="1585" y="13337"/>
                  </a:lnTo>
                  <a:lnTo>
                    <a:pt x="1706" y="13899"/>
                  </a:lnTo>
                  <a:lnTo>
                    <a:pt x="1806" y="14440"/>
                  </a:lnTo>
                  <a:lnTo>
                    <a:pt x="1946" y="15463"/>
                  </a:lnTo>
                  <a:lnTo>
                    <a:pt x="2026" y="15884"/>
                  </a:lnTo>
                  <a:lnTo>
                    <a:pt x="2107" y="16245"/>
                  </a:lnTo>
                  <a:lnTo>
                    <a:pt x="2147" y="16385"/>
                  </a:lnTo>
                  <a:lnTo>
                    <a:pt x="2187" y="16506"/>
                  </a:lnTo>
                  <a:lnTo>
                    <a:pt x="2227" y="16606"/>
                  </a:lnTo>
                  <a:lnTo>
                    <a:pt x="2287" y="16666"/>
                  </a:lnTo>
                  <a:lnTo>
                    <a:pt x="2468" y="16766"/>
                  </a:lnTo>
                  <a:lnTo>
                    <a:pt x="2728" y="16887"/>
                  </a:lnTo>
                  <a:lnTo>
                    <a:pt x="3129" y="17067"/>
                  </a:lnTo>
                  <a:lnTo>
                    <a:pt x="3631" y="17248"/>
                  </a:lnTo>
                  <a:lnTo>
                    <a:pt x="4212" y="17448"/>
                  </a:lnTo>
                  <a:lnTo>
                    <a:pt x="4894" y="17669"/>
                  </a:lnTo>
                  <a:lnTo>
                    <a:pt x="5676" y="17910"/>
                  </a:lnTo>
                  <a:lnTo>
                    <a:pt x="6539" y="18150"/>
                  </a:lnTo>
                  <a:lnTo>
                    <a:pt x="7461" y="18391"/>
                  </a:lnTo>
                  <a:lnTo>
                    <a:pt x="8464" y="18632"/>
                  </a:lnTo>
                  <a:lnTo>
                    <a:pt x="9547" y="18852"/>
                  </a:lnTo>
                  <a:lnTo>
                    <a:pt x="10690" y="19073"/>
                  </a:lnTo>
                  <a:lnTo>
                    <a:pt x="11873" y="19253"/>
                  </a:lnTo>
                  <a:lnTo>
                    <a:pt x="13117" y="19434"/>
                  </a:lnTo>
                  <a:lnTo>
                    <a:pt x="14400" y="19554"/>
                  </a:lnTo>
                  <a:lnTo>
                    <a:pt x="15724" y="19674"/>
                  </a:lnTo>
                  <a:lnTo>
                    <a:pt x="16566" y="19715"/>
                  </a:lnTo>
                  <a:lnTo>
                    <a:pt x="18030" y="19715"/>
                  </a:lnTo>
                  <a:lnTo>
                    <a:pt x="18632" y="19694"/>
                  </a:lnTo>
                  <a:lnTo>
                    <a:pt x="19313" y="19674"/>
                  </a:lnTo>
                  <a:lnTo>
                    <a:pt x="19995" y="19614"/>
                  </a:lnTo>
                  <a:lnTo>
                    <a:pt x="20657" y="19554"/>
                  </a:lnTo>
                  <a:lnTo>
                    <a:pt x="21339" y="19494"/>
                  </a:lnTo>
                  <a:lnTo>
                    <a:pt x="22642" y="19313"/>
                  </a:lnTo>
                  <a:lnTo>
                    <a:pt x="23926" y="19113"/>
                  </a:lnTo>
                  <a:lnTo>
                    <a:pt x="25149" y="18872"/>
                  </a:lnTo>
                  <a:lnTo>
                    <a:pt x="26333" y="18612"/>
                  </a:lnTo>
                  <a:lnTo>
                    <a:pt x="27456" y="18331"/>
                  </a:lnTo>
                  <a:lnTo>
                    <a:pt x="28498" y="18050"/>
                  </a:lnTo>
                  <a:lnTo>
                    <a:pt x="29481" y="17769"/>
                  </a:lnTo>
                  <a:lnTo>
                    <a:pt x="30363" y="17488"/>
                  </a:lnTo>
                  <a:lnTo>
                    <a:pt x="31146" y="17228"/>
                  </a:lnTo>
                  <a:lnTo>
                    <a:pt x="31847" y="16987"/>
                  </a:lnTo>
                  <a:lnTo>
                    <a:pt x="32870" y="16606"/>
                  </a:lnTo>
                  <a:lnTo>
                    <a:pt x="33412" y="16406"/>
                  </a:lnTo>
                  <a:lnTo>
                    <a:pt x="33492" y="16345"/>
                  </a:lnTo>
                  <a:lnTo>
                    <a:pt x="33572" y="16245"/>
                  </a:lnTo>
                  <a:lnTo>
                    <a:pt x="33652" y="16085"/>
                  </a:lnTo>
                  <a:lnTo>
                    <a:pt x="33713" y="15904"/>
                  </a:lnTo>
                  <a:lnTo>
                    <a:pt x="33713" y="15904"/>
                  </a:lnTo>
                  <a:lnTo>
                    <a:pt x="33031" y="16065"/>
                  </a:lnTo>
                  <a:lnTo>
                    <a:pt x="32128" y="16245"/>
                  </a:lnTo>
                  <a:lnTo>
                    <a:pt x="31065" y="16446"/>
                  </a:lnTo>
                  <a:lnTo>
                    <a:pt x="29842" y="16646"/>
                  </a:lnTo>
                  <a:lnTo>
                    <a:pt x="28458" y="16847"/>
                  </a:lnTo>
                  <a:lnTo>
                    <a:pt x="27736" y="16927"/>
                  </a:lnTo>
                  <a:lnTo>
                    <a:pt x="26974" y="16987"/>
                  </a:lnTo>
                  <a:lnTo>
                    <a:pt x="26172" y="17047"/>
                  </a:lnTo>
                  <a:lnTo>
                    <a:pt x="25370" y="17087"/>
                  </a:lnTo>
                  <a:lnTo>
                    <a:pt x="24528" y="17107"/>
                  </a:lnTo>
                  <a:lnTo>
                    <a:pt x="23685" y="17127"/>
                  </a:lnTo>
                  <a:lnTo>
                    <a:pt x="22462" y="17107"/>
                  </a:lnTo>
                  <a:lnTo>
                    <a:pt x="21239" y="17047"/>
                  </a:lnTo>
                  <a:lnTo>
                    <a:pt x="20617" y="16987"/>
                  </a:lnTo>
                  <a:lnTo>
                    <a:pt x="19975" y="16927"/>
                  </a:lnTo>
                  <a:lnTo>
                    <a:pt x="19354" y="16867"/>
                  </a:lnTo>
                  <a:lnTo>
                    <a:pt x="18712" y="16766"/>
                  </a:lnTo>
                  <a:lnTo>
                    <a:pt x="18070" y="16666"/>
                  </a:lnTo>
                  <a:lnTo>
                    <a:pt x="17428" y="16546"/>
                  </a:lnTo>
                  <a:lnTo>
                    <a:pt x="16787" y="16426"/>
                  </a:lnTo>
                  <a:lnTo>
                    <a:pt x="16145" y="16265"/>
                  </a:lnTo>
                  <a:lnTo>
                    <a:pt x="15503" y="16105"/>
                  </a:lnTo>
                  <a:lnTo>
                    <a:pt x="14861" y="15924"/>
                  </a:lnTo>
                  <a:lnTo>
                    <a:pt x="14220" y="15724"/>
                  </a:lnTo>
                  <a:lnTo>
                    <a:pt x="13578" y="15503"/>
                  </a:lnTo>
                  <a:lnTo>
                    <a:pt x="13197" y="15343"/>
                  </a:lnTo>
                  <a:lnTo>
                    <a:pt x="12836" y="15162"/>
                  </a:lnTo>
                  <a:lnTo>
                    <a:pt x="12475" y="14942"/>
                  </a:lnTo>
                  <a:lnTo>
                    <a:pt x="12134" y="14721"/>
                  </a:lnTo>
                  <a:lnTo>
                    <a:pt x="11833" y="14460"/>
                  </a:lnTo>
                  <a:lnTo>
                    <a:pt x="11532" y="14200"/>
                  </a:lnTo>
                  <a:lnTo>
                    <a:pt x="11272" y="13899"/>
                  </a:lnTo>
                  <a:lnTo>
                    <a:pt x="11031" y="13578"/>
                  </a:lnTo>
                  <a:lnTo>
                    <a:pt x="10810" y="13257"/>
                  </a:lnTo>
                  <a:lnTo>
                    <a:pt x="10630" y="12916"/>
                  </a:lnTo>
                  <a:lnTo>
                    <a:pt x="10469" y="12535"/>
                  </a:lnTo>
                  <a:lnTo>
                    <a:pt x="10349" y="12174"/>
                  </a:lnTo>
                  <a:lnTo>
                    <a:pt x="10249" y="11773"/>
                  </a:lnTo>
                  <a:lnTo>
                    <a:pt x="10189" y="11372"/>
                  </a:lnTo>
                  <a:lnTo>
                    <a:pt x="10149" y="10951"/>
                  </a:lnTo>
                  <a:lnTo>
                    <a:pt x="10149" y="10530"/>
                  </a:lnTo>
                  <a:lnTo>
                    <a:pt x="10189" y="10108"/>
                  </a:lnTo>
                  <a:lnTo>
                    <a:pt x="10269" y="9727"/>
                  </a:lnTo>
                  <a:lnTo>
                    <a:pt x="10369" y="9346"/>
                  </a:lnTo>
                  <a:lnTo>
                    <a:pt x="10510" y="8985"/>
                  </a:lnTo>
                  <a:lnTo>
                    <a:pt x="10670" y="8644"/>
                  </a:lnTo>
                  <a:lnTo>
                    <a:pt x="10850" y="8303"/>
                  </a:lnTo>
                  <a:lnTo>
                    <a:pt x="11071" y="7983"/>
                  </a:lnTo>
                  <a:lnTo>
                    <a:pt x="11312" y="7702"/>
                  </a:lnTo>
                  <a:lnTo>
                    <a:pt x="11572" y="7421"/>
                  </a:lnTo>
                  <a:lnTo>
                    <a:pt x="11853" y="7140"/>
                  </a:lnTo>
                  <a:lnTo>
                    <a:pt x="12134" y="6900"/>
                  </a:lnTo>
                  <a:lnTo>
                    <a:pt x="12455" y="6659"/>
                  </a:lnTo>
                  <a:lnTo>
                    <a:pt x="12776" y="6438"/>
                  </a:lnTo>
                  <a:lnTo>
                    <a:pt x="13117" y="6238"/>
                  </a:lnTo>
                  <a:lnTo>
                    <a:pt x="13458" y="6037"/>
                  </a:lnTo>
                  <a:lnTo>
                    <a:pt x="13819" y="5877"/>
                  </a:lnTo>
                  <a:lnTo>
                    <a:pt x="14540" y="5576"/>
                  </a:lnTo>
                  <a:lnTo>
                    <a:pt x="15282" y="5295"/>
                  </a:lnTo>
                  <a:lnTo>
                    <a:pt x="16045" y="5055"/>
                  </a:lnTo>
                  <a:lnTo>
                    <a:pt x="16807" y="4854"/>
                  </a:lnTo>
                  <a:lnTo>
                    <a:pt x="18351" y="4473"/>
                  </a:lnTo>
                  <a:lnTo>
                    <a:pt x="19895" y="4092"/>
                  </a:lnTo>
                  <a:lnTo>
                    <a:pt x="21580" y="3651"/>
                  </a:lnTo>
                  <a:lnTo>
                    <a:pt x="23244" y="3190"/>
                  </a:lnTo>
                  <a:lnTo>
                    <a:pt x="24086" y="2929"/>
                  </a:lnTo>
                  <a:lnTo>
                    <a:pt x="24929" y="2688"/>
                  </a:lnTo>
                  <a:lnTo>
                    <a:pt x="25751" y="2407"/>
                  </a:lnTo>
                  <a:lnTo>
                    <a:pt x="26573" y="2127"/>
                  </a:lnTo>
                  <a:lnTo>
                    <a:pt x="27335" y="1846"/>
                  </a:lnTo>
                  <a:lnTo>
                    <a:pt x="28097" y="1545"/>
                  </a:lnTo>
                  <a:lnTo>
                    <a:pt x="28097" y="1545"/>
                  </a:lnTo>
                  <a:lnTo>
                    <a:pt x="26834" y="1846"/>
                  </a:lnTo>
                  <a:lnTo>
                    <a:pt x="25510" y="2127"/>
                  </a:lnTo>
                  <a:lnTo>
                    <a:pt x="24147" y="2387"/>
                  </a:lnTo>
                  <a:lnTo>
                    <a:pt x="22723" y="2608"/>
                  </a:lnTo>
                  <a:lnTo>
                    <a:pt x="21279" y="2788"/>
                  </a:lnTo>
                  <a:lnTo>
                    <a:pt x="20537" y="2869"/>
                  </a:lnTo>
                  <a:lnTo>
                    <a:pt x="19795" y="2929"/>
                  </a:lnTo>
                  <a:lnTo>
                    <a:pt x="19033" y="2989"/>
                  </a:lnTo>
                  <a:lnTo>
                    <a:pt x="18291" y="3029"/>
                  </a:lnTo>
                  <a:lnTo>
                    <a:pt x="17529" y="3049"/>
                  </a:lnTo>
                  <a:lnTo>
                    <a:pt x="16767" y="3069"/>
                  </a:lnTo>
                  <a:lnTo>
                    <a:pt x="15724" y="3049"/>
                  </a:lnTo>
                  <a:lnTo>
                    <a:pt x="14701" y="2989"/>
                  </a:lnTo>
                  <a:lnTo>
                    <a:pt x="13458" y="2909"/>
                  </a:lnTo>
                  <a:lnTo>
                    <a:pt x="12254" y="2788"/>
                  </a:lnTo>
                  <a:lnTo>
                    <a:pt x="11071" y="2648"/>
                  </a:lnTo>
                  <a:lnTo>
                    <a:pt x="9928" y="2488"/>
                  </a:lnTo>
                  <a:lnTo>
                    <a:pt x="8825" y="2307"/>
                  </a:lnTo>
                  <a:lnTo>
                    <a:pt x="7742" y="2107"/>
                  </a:lnTo>
                  <a:lnTo>
                    <a:pt x="6719" y="1906"/>
                  </a:lnTo>
                  <a:lnTo>
                    <a:pt x="5757" y="1685"/>
                  </a:lnTo>
                  <a:lnTo>
                    <a:pt x="4834" y="1465"/>
                  </a:lnTo>
                  <a:lnTo>
                    <a:pt x="3952" y="1244"/>
                  </a:lnTo>
                  <a:lnTo>
                    <a:pt x="3129" y="1024"/>
                  </a:lnTo>
                  <a:lnTo>
                    <a:pt x="2367" y="803"/>
                  </a:lnTo>
                  <a:lnTo>
                    <a:pt x="1686" y="582"/>
                  </a:lnTo>
                  <a:lnTo>
                    <a:pt x="1044" y="38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424242">
                <a:alpha val="307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2" name="Google Shape;6482;p29"/>
            <p:cNvSpPr/>
            <p:nvPr/>
          </p:nvSpPr>
          <p:spPr>
            <a:xfrm>
              <a:off x="11268075" y="4484338"/>
              <a:ext cx="842825" cy="492875"/>
            </a:xfrm>
            <a:custGeom>
              <a:avLst/>
              <a:gdLst/>
              <a:ahLst/>
              <a:cxnLst/>
              <a:rect l="l" t="t" r="r" b="b"/>
              <a:pathLst>
                <a:path w="33713" h="19715" fill="none" extrusionOk="0">
                  <a:moveTo>
                    <a:pt x="1" y="1"/>
                  </a:moveTo>
                  <a:lnTo>
                    <a:pt x="1585" y="13337"/>
                  </a:lnTo>
                  <a:lnTo>
                    <a:pt x="1585" y="13337"/>
                  </a:lnTo>
                  <a:lnTo>
                    <a:pt x="1706" y="13899"/>
                  </a:lnTo>
                  <a:lnTo>
                    <a:pt x="1806" y="14440"/>
                  </a:lnTo>
                  <a:lnTo>
                    <a:pt x="1946" y="15463"/>
                  </a:lnTo>
                  <a:lnTo>
                    <a:pt x="2026" y="15884"/>
                  </a:lnTo>
                  <a:lnTo>
                    <a:pt x="2107" y="16245"/>
                  </a:lnTo>
                  <a:lnTo>
                    <a:pt x="2147" y="16385"/>
                  </a:lnTo>
                  <a:lnTo>
                    <a:pt x="2187" y="16506"/>
                  </a:lnTo>
                  <a:lnTo>
                    <a:pt x="2227" y="16606"/>
                  </a:lnTo>
                  <a:lnTo>
                    <a:pt x="2287" y="16666"/>
                  </a:lnTo>
                  <a:lnTo>
                    <a:pt x="2287" y="16666"/>
                  </a:lnTo>
                  <a:lnTo>
                    <a:pt x="2468" y="16766"/>
                  </a:lnTo>
                  <a:lnTo>
                    <a:pt x="2728" y="16887"/>
                  </a:lnTo>
                  <a:lnTo>
                    <a:pt x="3129" y="17067"/>
                  </a:lnTo>
                  <a:lnTo>
                    <a:pt x="3631" y="17248"/>
                  </a:lnTo>
                  <a:lnTo>
                    <a:pt x="4212" y="17448"/>
                  </a:lnTo>
                  <a:lnTo>
                    <a:pt x="4894" y="17669"/>
                  </a:lnTo>
                  <a:lnTo>
                    <a:pt x="5676" y="17910"/>
                  </a:lnTo>
                  <a:lnTo>
                    <a:pt x="6539" y="18150"/>
                  </a:lnTo>
                  <a:lnTo>
                    <a:pt x="7461" y="18391"/>
                  </a:lnTo>
                  <a:lnTo>
                    <a:pt x="8464" y="18632"/>
                  </a:lnTo>
                  <a:lnTo>
                    <a:pt x="9547" y="18852"/>
                  </a:lnTo>
                  <a:lnTo>
                    <a:pt x="10690" y="19073"/>
                  </a:lnTo>
                  <a:lnTo>
                    <a:pt x="11873" y="19253"/>
                  </a:lnTo>
                  <a:lnTo>
                    <a:pt x="13117" y="19434"/>
                  </a:lnTo>
                  <a:lnTo>
                    <a:pt x="14400" y="19554"/>
                  </a:lnTo>
                  <a:lnTo>
                    <a:pt x="15724" y="19674"/>
                  </a:lnTo>
                  <a:lnTo>
                    <a:pt x="15724" y="19674"/>
                  </a:lnTo>
                  <a:lnTo>
                    <a:pt x="16566" y="19715"/>
                  </a:lnTo>
                  <a:lnTo>
                    <a:pt x="17428" y="19715"/>
                  </a:lnTo>
                  <a:lnTo>
                    <a:pt x="17428" y="19715"/>
                  </a:lnTo>
                  <a:lnTo>
                    <a:pt x="18030" y="19715"/>
                  </a:lnTo>
                  <a:lnTo>
                    <a:pt x="18632" y="19694"/>
                  </a:lnTo>
                  <a:lnTo>
                    <a:pt x="18632" y="19694"/>
                  </a:lnTo>
                  <a:lnTo>
                    <a:pt x="18632" y="19694"/>
                  </a:lnTo>
                  <a:lnTo>
                    <a:pt x="18632" y="19694"/>
                  </a:lnTo>
                  <a:lnTo>
                    <a:pt x="18632" y="19694"/>
                  </a:lnTo>
                  <a:lnTo>
                    <a:pt x="18632" y="19694"/>
                  </a:lnTo>
                  <a:lnTo>
                    <a:pt x="19313" y="19674"/>
                  </a:lnTo>
                  <a:lnTo>
                    <a:pt x="19995" y="19614"/>
                  </a:lnTo>
                  <a:lnTo>
                    <a:pt x="20657" y="19554"/>
                  </a:lnTo>
                  <a:lnTo>
                    <a:pt x="21339" y="19494"/>
                  </a:lnTo>
                  <a:lnTo>
                    <a:pt x="22642" y="19313"/>
                  </a:lnTo>
                  <a:lnTo>
                    <a:pt x="23926" y="19113"/>
                  </a:lnTo>
                  <a:lnTo>
                    <a:pt x="25149" y="18872"/>
                  </a:lnTo>
                  <a:lnTo>
                    <a:pt x="26333" y="18612"/>
                  </a:lnTo>
                  <a:lnTo>
                    <a:pt x="27456" y="18331"/>
                  </a:lnTo>
                  <a:lnTo>
                    <a:pt x="28498" y="18050"/>
                  </a:lnTo>
                  <a:lnTo>
                    <a:pt x="29481" y="17769"/>
                  </a:lnTo>
                  <a:lnTo>
                    <a:pt x="30363" y="17488"/>
                  </a:lnTo>
                  <a:lnTo>
                    <a:pt x="31146" y="17228"/>
                  </a:lnTo>
                  <a:lnTo>
                    <a:pt x="31847" y="16987"/>
                  </a:lnTo>
                  <a:lnTo>
                    <a:pt x="32870" y="16606"/>
                  </a:lnTo>
                  <a:lnTo>
                    <a:pt x="33412" y="16406"/>
                  </a:lnTo>
                  <a:lnTo>
                    <a:pt x="33412" y="16406"/>
                  </a:lnTo>
                  <a:lnTo>
                    <a:pt x="33492" y="16345"/>
                  </a:lnTo>
                  <a:lnTo>
                    <a:pt x="33572" y="16245"/>
                  </a:lnTo>
                  <a:lnTo>
                    <a:pt x="33652" y="16085"/>
                  </a:lnTo>
                  <a:lnTo>
                    <a:pt x="33713" y="15904"/>
                  </a:lnTo>
                  <a:lnTo>
                    <a:pt x="33713" y="15904"/>
                  </a:lnTo>
                  <a:lnTo>
                    <a:pt x="33031" y="16065"/>
                  </a:lnTo>
                  <a:lnTo>
                    <a:pt x="32128" y="16245"/>
                  </a:lnTo>
                  <a:lnTo>
                    <a:pt x="31065" y="16446"/>
                  </a:lnTo>
                  <a:lnTo>
                    <a:pt x="29842" y="16646"/>
                  </a:lnTo>
                  <a:lnTo>
                    <a:pt x="28458" y="16847"/>
                  </a:lnTo>
                  <a:lnTo>
                    <a:pt x="27736" y="16927"/>
                  </a:lnTo>
                  <a:lnTo>
                    <a:pt x="26974" y="16987"/>
                  </a:lnTo>
                  <a:lnTo>
                    <a:pt x="26172" y="17047"/>
                  </a:lnTo>
                  <a:lnTo>
                    <a:pt x="25370" y="17087"/>
                  </a:lnTo>
                  <a:lnTo>
                    <a:pt x="24528" y="17107"/>
                  </a:lnTo>
                  <a:lnTo>
                    <a:pt x="23685" y="17127"/>
                  </a:lnTo>
                  <a:lnTo>
                    <a:pt x="23685" y="17127"/>
                  </a:lnTo>
                  <a:lnTo>
                    <a:pt x="22462" y="17107"/>
                  </a:lnTo>
                  <a:lnTo>
                    <a:pt x="21239" y="17047"/>
                  </a:lnTo>
                  <a:lnTo>
                    <a:pt x="20617" y="16987"/>
                  </a:lnTo>
                  <a:lnTo>
                    <a:pt x="19975" y="16927"/>
                  </a:lnTo>
                  <a:lnTo>
                    <a:pt x="19354" y="16867"/>
                  </a:lnTo>
                  <a:lnTo>
                    <a:pt x="18712" y="16766"/>
                  </a:lnTo>
                  <a:lnTo>
                    <a:pt x="18070" y="16666"/>
                  </a:lnTo>
                  <a:lnTo>
                    <a:pt x="17428" y="16546"/>
                  </a:lnTo>
                  <a:lnTo>
                    <a:pt x="16787" y="16426"/>
                  </a:lnTo>
                  <a:lnTo>
                    <a:pt x="16145" y="16265"/>
                  </a:lnTo>
                  <a:lnTo>
                    <a:pt x="15503" y="16105"/>
                  </a:lnTo>
                  <a:lnTo>
                    <a:pt x="14861" y="15924"/>
                  </a:lnTo>
                  <a:lnTo>
                    <a:pt x="14220" y="15724"/>
                  </a:lnTo>
                  <a:lnTo>
                    <a:pt x="13578" y="15503"/>
                  </a:lnTo>
                  <a:lnTo>
                    <a:pt x="13578" y="15503"/>
                  </a:lnTo>
                  <a:lnTo>
                    <a:pt x="13197" y="15343"/>
                  </a:lnTo>
                  <a:lnTo>
                    <a:pt x="12836" y="15162"/>
                  </a:lnTo>
                  <a:lnTo>
                    <a:pt x="12475" y="14942"/>
                  </a:lnTo>
                  <a:lnTo>
                    <a:pt x="12134" y="14721"/>
                  </a:lnTo>
                  <a:lnTo>
                    <a:pt x="11833" y="14460"/>
                  </a:lnTo>
                  <a:lnTo>
                    <a:pt x="11532" y="14200"/>
                  </a:lnTo>
                  <a:lnTo>
                    <a:pt x="11272" y="13899"/>
                  </a:lnTo>
                  <a:lnTo>
                    <a:pt x="11031" y="13578"/>
                  </a:lnTo>
                  <a:lnTo>
                    <a:pt x="10810" y="13257"/>
                  </a:lnTo>
                  <a:lnTo>
                    <a:pt x="10630" y="12916"/>
                  </a:lnTo>
                  <a:lnTo>
                    <a:pt x="10469" y="12535"/>
                  </a:lnTo>
                  <a:lnTo>
                    <a:pt x="10349" y="12174"/>
                  </a:lnTo>
                  <a:lnTo>
                    <a:pt x="10249" y="11773"/>
                  </a:lnTo>
                  <a:lnTo>
                    <a:pt x="10189" y="11372"/>
                  </a:lnTo>
                  <a:lnTo>
                    <a:pt x="10149" y="10951"/>
                  </a:lnTo>
                  <a:lnTo>
                    <a:pt x="10149" y="10530"/>
                  </a:lnTo>
                  <a:lnTo>
                    <a:pt x="10149" y="10530"/>
                  </a:lnTo>
                  <a:lnTo>
                    <a:pt x="10189" y="10108"/>
                  </a:lnTo>
                  <a:lnTo>
                    <a:pt x="10269" y="9727"/>
                  </a:lnTo>
                  <a:lnTo>
                    <a:pt x="10369" y="9346"/>
                  </a:lnTo>
                  <a:lnTo>
                    <a:pt x="10510" y="8985"/>
                  </a:lnTo>
                  <a:lnTo>
                    <a:pt x="10670" y="8644"/>
                  </a:lnTo>
                  <a:lnTo>
                    <a:pt x="10850" y="8303"/>
                  </a:lnTo>
                  <a:lnTo>
                    <a:pt x="11071" y="7983"/>
                  </a:lnTo>
                  <a:lnTo>
                    <a:pt x="11312" y="7702"/>
                  </a:lnTo>
                  <a:lnTo>
                    <a:pt x="11572" y="7421"/>
                  </a:lnTo>
                  <a:lnTo>
                    <a:pt x="11853" y="7140"/>
                  </a:lnTo>
                  <a:lnTo>
                    <a:pt x="12134" y="6900"/>
                  </a:lnTo>
                  <a:lnTo>
                    <a:pt x="12455" y="6659"/>
                  </a:lnTo>
                  <a:lnTo>
                    <a:pt x="12776" y="6438"/>
                  </a:lnTo>
                  <a:lnTo>
                    <a:pt x="13117" y="6238"/>
                  </a:lnTo>
                  <a:lnTo>
                    <a:pt x="13458" y="6037"/>
                  </a:lnTo>
                  <a:lnTo>
                    <a:pt x="13819" y="5877"/>
                  </a:lnTo>
                  <a:lnTo>
                    <a:pt x="13819" y="5877"/>
                  </a:lnTo>
                  <a:lnTo>
                    <a:pt x="14540" y="5576"/>
                  </a:lnTo>
                  <a:lnTo>
                    <a:pt x="15282" y="5295"/>
                  </a:lnTo>
                  <a:lnTo>
                    <a:pt x="16045" y="5055"/>
                  </a:lnTo>
                  <a:lnTo>
                    <a:pt x="16807" y="4854"/>
                  </a:lnTo>
                  <a:lnTo>
                    <a:pt x="18351" y="4473"/>
                  </a:lnTo>
                  <a:lnTo>
                    <a:pt x="19895" y="4092"/>
                  </a:lnTo>
                  <a:lnTo>
                    <a:pt x="19895" y="4092"/>
                  </a:lnTo>
                  <a:lnTo>
                    <a:pt x="21580" y="3651"/>
                  </a:lnTo>
                  <a:lnTo>
                    <a:pt x="23244" y="3190"/>
                  </a:lnTo>
                  <a:lnTo>
                    <a:pt x="24086" y="2929"/>
                  </a:lnTo>
                  <a:lnTo>
                    <a:pt x="24929" y="2688"/>
                  </a:lnTo>
                  <a:lnTo>
                    <a:pt x="25751" y="2407"/>
                  </a:lnTo>
                  <a:lnTo>
                    <a:pt x="26573" y="2127"/>
                  </a:lnTo>
                  <a:lnTo>
                    <a:pt x="26573" y="2127"/>
                  </a:lnTo>
                  <a:lnTo>
                    <a:pt x="27335" y="1846"/>
                  </a:lnTo>
                  <a:lnTo>
                    <a:pt x="28097" y="1545"/>
                  </a:lnTo>
                  <a:lnTo>
                    <a:pt x="28097" y="1545"/>
                  </a:lnTo>
                  <a:lnTo>
                    <a:pt x="26834" y="1846"/>
                  </a:lnTo>
                  <a:lnTo>
                    <a:pt x="25510" y="2127"/>
                  </a:lnTo>
                  <a:lnTo>
                    <a:pt x="24147" y="2387"/>
                  </a:lnTo>
                  <a:lnTo>
                    <a:pt x="22723" y="2608"/>
                  </a:lnTo>
                  <a:lnTo>
                    <a:pt x="21279" y="2788"/>
                  </a:lnTo>
                  <a:lnTo>
                    <a:pt x="20537" y="2869"/>
                  </a:lnTo>
                  <a:lnTo>
                    <a:pt x="19795" y="2929"/>
                  </a:lnTo>
                  <a:lnTo>
                    <a:pt x="19033" y="2989"/>
                  </a:lnTo>
                  <a:lnTo>
                    <a:pt x="18291" y="3029"/>
                  </a:lnTo>
                  <a:lnTo>
                    <a:pt x="17529" y="3049"/>
                  </a:lnTo>
                  <a:lnTo>
                    <a:pt x="16767" y="3069"/>
                  </a:lnTo>
                  <a:lnTo>
                    <a:pt x="16767" y="3069"/>
                  </a:lnTo>
                  <a:lnTo>
                    <a:pt x="15724" y="3049"/>
                  </a:lnTo>
                  <a:lnTo>
                    <a:pt x="14701" y="2989"/>
                  </a:lnTo>
                  <a:lnTo>
                    <a:pt x="14701" y="2989"/>
                  </a:lnTo>
                  <a:lnTo>
                    <a:pt x="13458" y="2909"/>
                  </a:lnTo>
                  <a:lnTo>
                    <a:pt x="12254" y="2788"/>
                  </a:lnTo>
                  <a:lnTo>
                    <a:pt x="11071" y="2648"/>
                  </a:lnTo>
                  <a:lnTo>
                    <a:pt x="9928" y="2488"/>
                  </a:lnTo>
                  <a:lnTo>
                    <a:pt x="8825" y="2307"/>
                  </a:lnTo>
                  <a:lnTo>
                    <a:pt x="7742" y="2107"/>
                  </a:lnTo>
                  <a:lnTo>
                    <a:pt x="6719" y="1906"/>
                  </a:lnTo>
                  <a:lnTo>
                    <a:pt x="5757" y="1685"/>
                  </a:lnTo>
                  <a:lnTo>
                    <a:pt x="4834" y="1465"/>
                  </a:lnTo>
                  <a:lnTo>
                    <a:pt x="3952" y="1244"/>
                  </a:lnTo>
                  <a:lnTo>
                    <a:pt x="3129" y="1024"/>
                  </a:lnTo>
                  <a:lnTo>
                    <a:pt x="2367" y="803"/>
                  </a:lnTo>
                  <a:lnTo>
                    <a:pt x="1686" y="582"/>
                  </a:lnTo>
                  <a:lnTo>
                    <a:pt x="1044" y="382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3" name="Google Shape;6483;p29"/>
            <p:cNvSpPr/>
            <p:nvPr/>
          </p:nvSpPr>
          <p:spPr>
            <a:xfrm>
              <a:off x="11186375" y="4148438"/>
              <a:ext cx="1004750" cy="412650"/>
            </a:xfrm>
            <a:custGeom>
              <a:avLst/>
              <a:gdLst/>
              <a:ahLst/>
              <a:cxnLst/>
              <a:rect l="l" t="t" r="r" b="b"/>
              <a:pathLst>
                <a:path w="40190" h="16506" extrusionOk="0">
                  <a:moveTo>
                    <a:pt x="19212" y="0"/>
                  </a:moveTo>
                  <a:lnTo>
                    <a:pt x="17889" y="20"/>
                  </a:lnTo>
                  <a:lnTo>
                    <a:pt x="16565" y="61"/>
                  </a:lnTo>
                  <a:lnTo>
                    <a:pt x="15262" y="141"/>
                  </a:lnTo>
                  <a:lnTo>
                    <a:pt x="13998" y="221"/>
                  </a:lnTo>
                  <a:lnTo>
                    <a:pt x="12775" y="321"/>
                  </a:lnTo>
                  <a:lnTo>
                    <a:pt x="11592" y="462"/>
                  </a:lnTo>
                  <a:lnTo>
                    <a:pt x="10469" y="602"/>
                  </a:lnTo>
                  <a:lnTo>
                    <a:pt x="9406" y="782"/>
                  </a:lnTo>
                  <a:lnTo>
                    <a:pt x="8423" y="983"/>
                  </a:lnTo>
                  <a:lnTo>
                    <a:pt x="7541" y="1204"/>
                  </a:lnTo>
                  <a:lnTo>
                    <a:pt x="7119" y="1324"/>
                  </a:lnTo>
                  <a:lnTo>
                    <a:pt x="6738" y="1444"/>
                  </a:lnTo>
                  <a:lnTo>
                    <a:pt x="5776" y="1785"/>
                  </a:lnTo>
                  <a:lnTo>
                    <a:pt x="4893" y="2126"/>
                  </a:lnTo>
                  <a:lnTo>
                    <a:pt x="4111" y="2467"/>
                  </a:lnTo>
                  <a:lnTo>
                    <a:pt x="3389" y="2828"/>
                  </a:lnTo>
                  <a:lnTo>
                    <a:pt x="2768" y="3169"/>
                  </a:lnTo>
                  <a:lnTo>
                    <a:pt x="2206" y="3510"/>
                  </a:lnTo>
                  <a:lnTo>
                    <a:pt x="1705" y="3851"/>
                  </a:lnTo>
                  <a:lnTo>
                    <a:pt x="1284" y="4172"/>
                  </a:lnTo>
                  <a:lnTo>
                    <a:pt x="943" y="4493"/>
                  </a:lnTo>
                  <a:lnTo>
                    <a:pt x="642" y="4793"/>
                  </a:lnTo>
                  <a:lnTo>
                    <a:pt x="401" y="5074"/>
                  </a:lnTo>
                  <a:lnTo>
                    <a:pt x="221" y="5355"/>
                  </a:lnTo>
                  <a:lnTo>
                    <a:pt x="100" y="5596"/>
                  </a:lnTo>
                  <a:lnTo>
                    <a:pt x="20" y="5816"/>
                  </a:lnTo>
                  <a:lnTo>
                    <a:pt x="0" y="6037"/>
                  </a:lnTo>
                  <a:lnTo>
                    <a:pt x="20" y="6217"/>
                  </a:lnTo>
                  <a:lnTo>
                    <a:pt x="321" y="7561"/>
                  </a:lnTo>
                  <a:lnTo>
                    <a:pt x="562" y="8584"/>
                  </a:lnTo>
                  <a:lnTo>
                    <a:pt x="862" y="9687"/>
                  </a:lnTo>
                  <a:lnTo>
                    <a:pt x="1163" y="10790"/>
                  </a:lnTo>
                  <a:lnTo>
                    <a:pt x="1324" y="11291"/>
                  </a:lnTo>
                  <a:lnTo>
                    <a:pt x="1464" y="11752"/>
                  </a:lnTo>
                  <a:lnTo>
                    <a:pt x="1625" y="12153"/>
                  </a:lnTo>
                  <a:lnTo>
                    <a:pt x="1765" y="12494"/>
                  </a:lnTo>
                  <a:lnTo>
                    <a:pt x="1905" y="12735"/>
                  </a:lnTo>
                  <a:lnTo>
                    <a:pt x="1985" y="12815"/>
                  </a:lnTo>
                  <a:lnTo>
                    <a:pt x="2046" y="12875"/>
                  </a:lnTo>
                  <a:lnTo>
                    <a:pt x="2246" y="12996"/>
                  </a:lnTo>
                  <a:lnTo>
                    <a:pt x="2567" y="13156"/>
                  </a:lnTo>
                  <a:lnTo>
                    <a:pt x="3028" y="13337"/>
                  </a:lnTo>
                  <a:lnTo>
                    <a:pt x="3610" y="13557"/>
                  </a:lnTo>
                  <a:lnTo>
                    <a:pt x="4312" y="13818"/>
                  </a:lnTo>
                  <a:lnTo>
                    <a:pt x="5134" y="14079"/>
                  </a:lnTo>
                  <a:lnTo>
                    <a:pt x="6057" y="14359"/>
                  </a:lnTo>
                  <a:lnTo>
                    <a:pt x="7059" y="14640"/>
                  </a:lnTo>
                  <a:lnTo>
                    <a:pt x="8182" y="14921"/>
                  </a:lnTo>
                  <a:lnTo>
                    <a:pt x="9366" y="15202"/>
                  </a:lnTo>
                  <a:lnTo>
                    <a:pt x="10649" y="15462"/>
                  </a:lnTo>
                  <a:lnTo>
                    <a:pt x="11993" y="15723"/>
                  </a:lnTo>
                  <a:lnTo>
                    <a:pt x="13396" y="15944"/>
                  </a:lnTo>
                  <a:lnTo>
                    <a:pt x="14860" y="16144"/>
                  </a:lnTo>
                  <a:lnTo>
                    <a:pt x="16385" y="16305"/>
                  </a:lnTo>
                  <a:lnTo>
                    <a:pt x="17969" y="16425"/>
                  </a:lnTo>
                  <a:lnTo>
                    <a:pt x="18891" y="16485"/>
                  </a:lnTo>
                  <a:lnTo>
                    <a:pt x="19814" y="16505"/>
                  </a:lnTo>
                  <a:lnTo>
                    <a:pt x="20736" y="16485"/>
                  </a:lnTo>
                  <a:lnTo>
                    <a:pt x="21639" y="16465"/>
                  </a:lnTo>
                  <a:lnTo>
                    <a:pt x="22561" y="16405"/>
                  </a:lnTo>
                  <a:lnTo>
                    <a:pt x="23464" y="16345"/>
                  </a:lnTo>
                  <a:lnTo>
                    <a:pt x="24366" y="16245"/>
                  </a:lnTo>
                  <a:lnTo>
                    <a:pt x="25249" y="16144"/>
                  </a:lnTo>
                  <a:lnTo>
                    <a:pt x="26131" y="16024"/>
                  </a:lnTo>
                  <a:lnTo>
                    <a:pt x="26993" y="15884"/>
                  </a:lnTo>
                  <a:lnTo>
                    <a:pt x="27836" y="15743"/>
                  </a:lnTo>
                  <a:lnTo>
                    <a:pt x="28678" y="15583"/>
                  </a:lnTo>
                  <a:lnTo>
                    <a:pt x="29480" y="15402"/>
                  </a:lnTo>
                  <a:lnTo>
                    <a:pt x="30282" y="15242"/>
                  </a:lnTo>
                  <a:lnTo>
                    <a:pt x="31786" y="14861"/>
                  </a:lnTo>
                  <a:lnTo>
                    <a:pt x="33190" y="14480"/>
                  </a:lnTo>
                  <a:lnTo>
                    <a:pt x="34474" y="14119"/>
                  </a:lnTo>
                  <a:lnTo>
                    <a:pt x="35637" y="13758"/>
                  </a:lnTo>
                  <a:lnTo>
                    <a:pt x="36640" y="13417"/>
                  </a:lnTo>
                  <a:lnTo>
                    <a:pt x="37482" y="13116"/>
                  </a:lnTo>
                  <a:lnTo>
                    <a:pt x="38164" y="12855"/>
                  </a:lnTo>
                  <a:lnTo>
                    <a:pt x="38906" y="12575"/>
                  </a:lnTo>
                  <a:lnTo>
                    <a:pt x="38986" y="12514"/>
                  </a:lnTo>
                  <a:lnTo>
                    <a:pt x="39066" y="12434"/>
                  </a:lnTo>
                  <a:lnTo>
                    <a:pt x="39146" y="12334"/>
                  </a:lnTo>
                  <a:lnTo>
                    <a:pt x="39227" y="12194"/>
                  </a:lnTo>
                  <a:lnTo>
                    <a:pt x="39367" y="11833"/>
                  </a:lnTo>
                  <a:lnTo>
                    <a:pt x="39507" y="11391"/>
                  </a:lnTo>
                  <a:lnTo>
                    <a:pt x="39608" y="10990"/>
                  </a:lnTo>
                  <a:lnTo>
                    <a:pt x="39708" y="10549"/>
                  </a:lnTo>
                  <a:lnTo>
                    <a:pt x="39868" y="9627"/>
                  </a:lnTo>
                  <a:lnTo>
                    <a:pt x="40009" y="8644"/>
                  </a:lnTo>
                  <a:lnTo>
                    <a:pt x="40109" y="7681"/>
                  </a:lnTo>
                  <a:lnTo>
                    <a:pt x="40169" y="6799"/>
                  </a:lnTo>
                  <a:lnTo>
                    <a:pt x="40189" y="6037"/>
                  </a:lnTo>
                  <a:lnTo>
                    <a:pt x="40189" y="5736"/>
                  </a:lnTo>
                  <a:lnTo>
                    <a:pt x="40169" y="5495"/>
                  </a:lnTo>
                  <a:lnTo>
                    <a:pt x="40129" y="5315"/>
                  </a:lnTo>
                  <a:lnTo>
                    <a:pt x="40089" y="5194"/>
                  </a:lnTo>
                  <a:lnTo>
                    <a:pt x="40009" y="5094"/>
                  </a:lnTo>
                  <a:lnTo>
                    <a:pt x="39868" y="4934"/>
                  </a:lnTo>
                  <a:lnTo>
                    <a:pt x="39708" y="4753"/>
                  </a:lnTo>
                  <a:lnTo>
                    <a:pt x="39467" y="4533"/>
                  </a:lnTo>
                  <a:lnTo>
                    <a:pt x="39187" y="4312"/>
                  </a:lnTo>
                  <a:lnTo>
                    <a:pt x="38866" y="4031"/>
                  </a:lnTo>
                  <a:lnTo>
                    <a:pt x="38505" y="3771"/>
                  </a:lnTo>
                  <a:lnTo>
                    <a:pt x="38084" y="3470"/>
                  </a:lnTo>
                  <a:lnTo>
                    <a:pt x="37602" y="3169"/>
                  </a:lnTo>
                  <a:lnTo>
                    <a:pt x="37081" y="2868"/>
                  </a:lnTo>
                  <a:lnTo>
                    <a:pt x="36519" y="2567"/>
                  </a:lnTo>
                  <a:lnTo>
                    <a:pt x="35898" y="2267"/>
                  </a:lnTo>
                  <a:lnTo>
                    <a:pt x="35236" y="1966"/>
                  </a:lnTo>
                  <a:lnTo>
                    <a:pt x="34514" y="1705"/>
                  </a:lnTo>
                  <a:lnTo>
                    <a:pt x="33732" y="1424"/>
                  </a:lnTo>
                  <a:lnTo>
                    <a:pt x="32910" y="1184"/>
                  </a:lnTo>
                  <a:lnTo>
                    <a:pt x="32228" y="1023"/>
                  </a:lnTo>
                  <a:lnTo>
                    <a:pt x="31466" y="863"/>
                  </a:lnTo>
                  <a:lnTo>
                    <a:pt x="30623" y="722"/>
                  </a:lnTo>
                  <a:lnTo>
                    <a:pt x="29761" y="582"/>
                  </a:lnTo>
                  <a:lnTo>
                    <a:pt x="28818" y="462"/>
                  </a:lnTo>
                  <a:lnTo>
                    <a:pt x="27856" y="361"/>
                  </a:lnTo>
                  <a:lnTo>
                    <a:pt x="26833" y="261"/>
                  </a:lnTo>
                  <a:lnTo>
                    <a:pt x="25790" y="181"/>
                  </a:lnTo>
                  <a:lnTo>
                    <a:pt x="24527" y="101"/>
                  </a:lnTo>
                  <a:lnTo>
                    <a:pt x="23223" y="40"/>
                  </a:lnTo>
                  <a:lnTo>
                    <a:pt x="21900" y="20"/>
                  </a:lnTo>
                  <a:lnTo>
                    <a:pt x="205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4" name="Google Shape;6484;p29"/>
            <p:cNvSpPr/>
            <p:nvPr/>
          </p:nvSpPr>
          <p:spPr>
            <a:xfrm>
              <a:off x="11186375" y="4148438"/>
              <a:ext cx="1004750" cy="412650"/>
            </a:xfrm>
            <a:custGeom>
              <a:avLst/>
              <a:gdLst/>
              <a:ahLst/>
              <a:cxnLst/>
              <a:rect l="l" t="t" r="r" b="b"/>
              <a:pathLst>
                <a:path w="40190" h="16506" fill="none" extrusionOk="0">
                  <a:moveTo>
                    <a:pt x="39507" y="11391"/>
                  </a:moveTo>
                  <a:lnTo>
                    <a:pt x="39507" y="11391"/>
                  </a:lnTo>
                  <a:lnTo>
                    <a:pt x="39367" y="11833"/>
                  </a:lnTo>
                  <a:lnTo>
                    <a:pt x="39227" y="12194"/>
                  </a:lnTo>
                  <a:lnTo>
                    <a:pt x="39146" y="12334"/>
                  </a:lnTo>
                  <a:lnTo>
                    <a:pt x="39066" y="12434"/>
                  </a:lnTo>
                  <a:lnTo>
                    <a:pt x="38986" y="12514"/>
                  </a:lnTo>
                  <a:lnTo>
                    <a:pt x="38906" y="12575"/>
                  </a:lnTo>
                  <a:lnTo>
                    <a:pt x="38906" y="12575"/>
                  </a:lnTo>
                  <a:lnTo>
                    <a:pt x="38164" y="12855"/>
                  </a:lnTo>
                  <a:lnTo>
                    <a:pt x="37482" y="13116"/>
                  </a:lnTo>
                  <a:lnTo>
                    <a:pt x="36640" y="13417"/>
                  </a:lnTo>
                  <a:lnTo>
                    <a:pt x="35637" y="13758"/>
                  </a:lnTo>
                  <a:lnTo>
                    <a:pt x="34474" y="14119"/>
                  </a:lnTo>
                  <a:lnTo>
                    <a:pt x="33190" y="14480"/>
                  </a:lnTo>
                  <a:lnTo>
                    <a:pt x="31786" y="14861"/>
                  </a:lnTo>
                  <a:lnTo>
                    <a:pt x="30282" y="15242"/>
                  </a:lnTo>
                  <a:lnTo>
                    <a:pt x="29480" y="15402"/>
                  </a:lnTo>
                  <a:lnTo>
                    <a:pt x="28678" y="15583"/>
                  </a:lnTo>
                  <a:lnTo>
                    <a:pt x="27836" y="15743"/>
                  </a:lnTo>
                  <a:lnTo>
                    <a:pt x="26993" y="15884"/>
                  </a:lnTo>
                  <a:lnTo>
                    <a:pt x="26131" y="16024"/>
                  </a:lnTo>
                  <a:lnTo>
                    <a:pt x="25249" y="16144"/>
                  </a:lnTo>
                  <a:lnTo>
                    <a:pt x="24366" y="16245"/>
                  </a:lnTo>
                  <a:lnTo>
                    <a:pt x="23464" y="16345"/>
                  </a:lnTo>
                  <a:lnTo>
                    <a:pt x="22561" y="16405"/>
                  </a:lnTo>
                  <a:lnTo>
                    <a:pt x="21639" y="16465"/>
                  </a:lnTo>
                  <a:lnTo>
                    <a:pt x="20736" y="16485"/>
                  </a:lnTo>
                  <a:lnTo>
                    <a:pt x="19814" y="16505"/>
                  </a:lnTo>
                  <a:lnTo>
                    <a:pt x="18891" y="16485"/>
                  </a:lnTo>
                  <a:lnTo>
                    <a:pt x="17969" y="16425"/>
                  </a:lnTo>
                  <a:lnTo>
                    <a:pt x="17969" y="16425"/>
                  </a:lnTo>
                  <a:lnTo>
                    <a:pt x="16385" y="16305"/>
                  </a:lnTo>
                  <a:lnTo>
                    <a:pt x="14860" y="16144"/>
                  </a:lnTo>
                  <a:lnTo>
                    <a:pt x="13396" y="15944"/>
                  </a:lnTo>
                  <a:lnTo>
                    <a:pt x="11993" y="15723"/>
                  </a:lnTo>
                  <a:lnTo>
                    <a:pt x="10649" y="15462"/>
                  </a:lnTo>
                  <a:lnTo>
                    <a:pt x="9366" y="15202"/>
                  </a:lnTo>
                  <a:lnTo>
                    <a:pt x="8182" y="14921"/>
                  </a:lnTo>
                  <a:lnTo>
                    <a:pt x="7059" y="14640"/>
                  </a:lnTo>
                  <a:lnTo>
                    <a:pt x="6057" y="14359"/>
                  </a:lnTo>
                  <a:lnTo>
                    <a:pt x="5134" y="14079"/>
                  </a:lnTo>
                  <a:lnTo>
                    <a:pt x="4312" y="13818"/>
                  </a:lnTo>
                  <a:lnTo>
                    <a:pt x="3610" y="13557"/>
                  </a:lnTo>
                  <a:lnTo>
                    <a:pt x="3028" y="13337"/>
                  </a:lnTo>
                  <a:lnTo>
                    <a:pt x="2567" y="13156"/>
                  </a:lnTo>
                  <a:lnTo>
                    <a:pt x="2246" y="12996"/>
                  </a:lnTo>
                  <a:lnTo>
                    <a:pt x="2046" y="12875"/>
                  </a:lnTo>
                  <a:lnTo>
                    <a:pt x="2046" y="12875"/>
                  </a:lnTo>
                  <a:lnTo>
                    <a:pt x="1985" y="12815"/>
                  </a:lnTo>
                  <a:lnTo>
                    <a:pt x="1905" y="12735"/>
                  </a:lnTo>
                  <a:lnTo>
                    <a:pt x="1765" y="12494"/>
                  </a:lnTo>
                  <a:lnTo>
                    <a:pt x="1625" y="12153"/>
                  </a:lnTo>
                  <a:lnTo>
                    <a:pt x="1464" y="11752"/>
                  </a:lnTo>
                  <a:lnTo>
                    <a:pt x="1324" y="11291"/>
                  </a:lnTo>
                  <a:lnTo>
                    <a:pt x="1163" y="10790"/>
                  </a:lnTo>
                  <a:lnTo>
                    <a:pt x="862" y="9687"/>
                  </a:lnTo>
                  <a:lnTo>
                    <a:pt x="562" y="8584"/>
                  </a:lnTo>
                  <a:lnTo>
                    <a:pt x="321" y="7561"/>
                  </a:lnTo>
                  <a:lnTo>
                    <a:pt x="20" y="6217"/>
                  </a:lnTo>
                  <a:lnTo>
                    <a:pt x="20" y="6217"/>
                  </a:lnTo>
                  <a:lnTo>
                    <a:pt x="0" y="6037"/>
                  </a:lnTo>
                  <a:lnTo>
                    <a:pt x="20" y="5816"/>
                  </a:lnTo>
                  <a:lnTo>
                    <a:pt x="100" y="5596"/>
                  </a:lnTo>
                  <a:lnTo>
                    <a:pt x="221" y="5355"/>
                  </a:lnTo>
                  <a:lnTo>
                    <a:pt x="401" y="5074"/>
                  </a:lnTo>
                  <a:lnTo>
                    <a:pt x="642" y="4793"/>
                  </a:lnTo>
                  <a:lnTo>
                    <a:pt x="943" y="4493"/>
                  </a:lnTo>
                  <a:lnTo>
                    <a:pt x="1284" y="4172"/>
                  </a:lnTo>
                  <a:lnTo>
                    <a:pt x="1705" y="3851"/>
                  </a:lnTo>
                  <a:lnTo>
                    <a:pt x="2206" y="3510"/>
                  </a:lnTo>
                  <a:lnTo>
                    <a:pt x="2768" y="3169"/>
                  </a:lnTo>
                  <a:lnTo>
                    <a:pt x="3389" y="2828"/>
                  </a:lnTo>
                  <a:lnTo>
                    <a:pt x="4111" y="2467"/>
                  </a:lnTo>
                  <a:lnTo>
                    <a:pt x="4893" y="2126"/>
                  </a:lnTo>
                  <a:lnTo>
                    <a:pt x="5776" y="1785"/>
                  </a:lnTo>
                  <a:lnTo>
                    <a:pt x="6738" y="1444"/>
                  </a:lnTo>
                  <a:lnTo>
                    <a:pt x="6738" y="1444"/>
                  </a:lnTo>
                  <a:lnTo>
                    <a:pt x="7119" y="1324"/>
                  </a:lnTo>
                  <a:lnTo>
                    <a:pt x="7541" y="1204"/>
                  </a:lnTo>
                  <a:lnTo>
                    <a:pt x="8423" y="983"/>
                  </a:lnTo>
                  <a:lnTo>
                    <a:pt x="9406" y="782"/>
                  </a:lnTo>
                  <a:lnTo>
                    <a:pt x="10469" y="602"/>
                  </a:lnTo>
                  <a:lnTo>
                    <a:pt x="11592" y="462"/>
                  </a:lnTo>
                  <a:lnTo>
                    <a:pt x="12775" y="321"/>
                  </a:lnTo>
                  <a:lnTo>
                    <a:pt x="13998" y="221"/>
                  </a:lnTo>
                  <a:lnTo>
                    <a:pt x="15262" y="141"/>
                  </a:lnTo>
                  <a:lnTo>
                    <a:pt x="16565" y="61"/>
                  </a:lnTo>
                  <a:lnTo>
                    <a:pt x="17889" y="20"/>
                  </a:lnTo>
                  <a:lnTo>
                    <a:pt x="19212" y="0"/>
                  </a:lnTo>
                  <a:lnTo>
                    <a:pt x="20556" y="0"/>
                  </a:lnTo>
                  <a:lnTo>
                    <a:pt x="21900" y="20"/>
                  </a:lnTo>
                  <a:lnTo>
                    <a:pt x="23223" y="40"/>
                  </a:lnTo>
                  <a:lnTo>
                    <a:pt x="24527" y="101"/>
                  </a:lnTo>
                  <a:lnTo>
                    <a:pt x="25790" y="181"/>
                  </a:lnTo>
                  <a:lnTo>
                    <a:pt x="25790" y="181"/>
                  </a:lnTo>
                  <a:lnTo>
                    <a:pt x="26833" y="261"/>
                  </a:lnTo>
                  <a:lnTo>
                    <a:pt x="27856" y="361"/>
                  </a:lnTo>
                  <a:lnTo>
                    <a:pt x="28818" y="462"/>
                  </a:lnTo>
                  <a:lnTo>
                    <a:pt x="29761" y="582"/>
                  </a:lnTo>
                  <a:lnTo>
                    <a:pt x="30623" y="722"/>
                  </a:lnTo>
                  <a:lnTo>
                    <a:pt x="31466" y="863"/>
                  </a:lnTo>
                  <a:lnTo>
                    <a:pt x="32228" y="1023"/>
                  </a:lnTo>
                  <a:lnTo>
                    <a:pt x="32910" y="1184"/>
                  </a:lnTo>
                  <a:lnTo>
                    <a:pt x="32910" y="1184"/>
                  </a:lnTo>
                  <a:lnTo>
                    <a:pt x="33732" y="1424"/>
                  </a:lnTo>
                  <a:lnTo>
                    <a:pt x="34514" y="1705"/>
                  </a:lnTo>
                  <a:lnTo>
                    <a:pt x="35236" y="1966"/>
                  </a:lnTo>
                  <a:lnTo>
                    <a:pt x="35898" y="2267"/>
                  </a:lnTo>
                  <a:lnTo>
                    <a:pt x="36519" y="2567"/>
                  </a:lnTo>
                  <a:lnTo>
                    <a:pt x="37081" y="2868"/>
                  </a:lnTo>
                  <a:lnTo>
                    <a:pt x="37602" y="3169"/>
                  </a:lnTo>
                  <a:lnTo>
                    <a:pt x="38084" y="3470"/>
                  </a:lnTo>
                  <a:lnTo>
                    <a:pt x="38505" y="3771"/>
                  </a:lnTo>
                  <a:lnTo>
                    <a:pt x="38866" y="4031"/>
                  </a:lnTo>
                  <a:lnTo>
                    <a:pt x="39187" y="4312"/>
                  </a:lnTo>
                  <a:lnTo>
                    <a:pt x="39467" y="4533"/>
                  </a:lnTo>
                  <a:lnTo>
                    <a:pt x="39708" y="4753"/>
                  </a:lnTo>
                  <a:lnTo>
                    <a:pt x="39868" y="4934"/>
                  </a:lnTo>
                  <a:lnTo>
                    <a:pt x="40009" y="5094"/>
                  </a:lnTo>
                  <a:lnTo>
                    <a:pt x="40089" y="5194"/>
                  </a:lnTo>
                  <a:lnTo>
                    <a:pt x="40089" y="5194"/>
                  </a:lnTo>
                  <a:lnTo>
                    <a:pt x="40129" y="5315"/>
                  </a:lnTo>
                  <a:lnTo>
                    <a:pt x="40169" y="5495"/>
                  </a:lnTo>
                  <a:lnTo>
                    <a:pt x="40189" y="5736"/>
                  </a:lnTo>
                  <a:lnTo>
                    <a:pt x="40189" y="6037"/>
                  </a:lnTo>
                  <a:lnTo>
                    <a:pt x="40169" y="6799"/>
                  </a:lnTo>
                  <a:lnTo>
                    <a:pt x="40109" y="7681"/>
                  </a:lnTo>
                  <a:lnTo>
                    <a:pt x="40009" y="8644"/>
                  </a:lnTo>
                  <a:lnTo>
                    <a:pt x="39868" y="9627"/>
                  </a:lnTo>
                  <a:lnTo>
                    <a:pt x="39708" y="10549"/>
                  </a:lnTo>
                  <a:lnTo>
                    <a:pt x="39608" y="10990"/>
                  </a:lnTo>
                  <a:lnTo>
                    <a:pt x="39507" y="1139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5" name="Google Shape;6485;p29"/>
            <p:cNvSpPr/>
            <p:nvPr/>
          </p:nvSpPr>
          <p:spPr>
            <a:xfrm>
              <a:off x="11186375" y="4148438"/>
              <a:ext cx="987700" cy="412650"/>
            </a:xfrm>
            <a:custGeom>
              <a:avLst/>
              <a:gdLst/>
              <a:ahLst/>
              <a:cxnLst/>
              <a:rect l="l" t="t" r="r" b="b"/>
              <a:pathLst>
                <a:path w="39508" h="16506" extrusionOk="0">
                  <a:moveTo>
                    <a:pt x="20115" y="0"/>
                  </a:moveTo>
                  <a:lnTo>
                    <a:pt x="18149" y="20"/>
                  </a:lnTo>
                  <a:lnTo>
                    <a:pt x="16224" y="81"/>
                  </a:lnTo>
                  <a:lnTo>
                    <a:pt x="15282" y="141"/>
                  </a:lnTo>
                  <a:lnTo>
                    <a:pt x="14359" y="201"/>
                  </a:lnTo>
                  <a:lnTo>
                    <a:pt x="13457" y="261"/>
                  </a:lnTo>
                  <a:lnTo>
                    <a:pt x="12554" y="341"/>
                  </a:lnTo>
                  <a:lnTo>
                    <a:pt x="11712" y="442"/>
                  </a:lnTo>
                  <a:lnTo>
                    <a:pt x="10870" y="542"/>
                  </a:lnTo>
                  <a:lnTo>
                    <a:pt x="10087" y="662"/>
                  </a:lnTo>
                  <a:lnTo>
                    <a:pt x="9325" y="803"/>
                  </a:lnTo>
                  <a:lnTo>
                    <a:pt x="8603" y="943"/>
                  </a:lnTo>
                  <a:lnTo>
                    <a:pt x="7922" y="1103"/>
                  </a:lnTo>
                  <a:lnTo>
                    <a:pt x="7300" y="1264"/>
                  </a:lnTo>
                  <a:lnTo>
                    <a:pt x="6738" y="1444"/>
                  </a:lnTo>
                  <a:lnTo>
                    <a:pt x="5816" y="1765"/>
                  </a:lnTo>
                  <a:lnTo>
                    <a:pt x="4994" y="2086"/>
                  </a:lnTo>
                  <a:lnTo>
                    <a:pt x="4232" y="2407"/>
                  </a:lnTo>
                  <a:lnTo>
                    <a:pt x="3550" y="2748"/>
                  </a:lnTo>
                  <a:lnTo>
                    <a:pt x="2928" y="3069"/>
                  </a:lnTo>
                  <a:lnTo>
                    <a:pt x="2367" y="3390"/>
                  </a:lnTo>
                  <a:lnTo>
                    <a:pt x="1885" y="3710"/>
                  </a:lnTo>
                  <a:lnTo>
                    <a:pt x="1464" y="4031"/>
                  </a:lnTo>
                  <a:lnTo>
                    <a:pt x="1103" y="4332"/>
                  </a:lnTo>
                  <a:lnTo>
                    <a:pt x="802" y="4633"/>
                  </a:lnTo>
                  <a:lnTo>
                    <a:pt x="542" y="4914"/>
                  </a:lnTo>
                  <a:lnTo>
                    <a:pt x="341" y="5174"/>
                  </a:lnTo>
                  <a:lnTo>
                    <a:pt x="181" y="5415"/>
                  </a:lnTo>
                  <a:lnTo>
                    <a:pt x="80" y="5656"/>
                  </a:lnTo>
                  <a:lnTo>
                    <a:pt x="20" y="5856"/>
                  </a:lnTo>
                  <a:lnTo>
                    <a:pt x="0" y="6057"/>
                  </a:lnTo>
                  <a:lnTo>
                    <a:pt x="20" y="6217"/>
                  </a:lnTo>
                  <a:lnTo>
                    <a:pt x="321" y="7561"/>
                  </a:lnTo>
                  <a:lnTo>
                    <a:pt x="562" y="8584"/>
                  </a:lnTo>
                  <a:lnTo>
                    <a:pt x="862" y="9687"/>
                  </a:lnTo>
                  <a:lnTo>
                    <a:pt x="1163" y="10790"/>
                  </a:lnTo>
                  <a:lnTo>
                    <a:pt x="1324" y="11291"/>
                  </a:lnTo>
                  <a:lnTo>
                    <a:pt x="1464" y="11752"/>
                  </a:lnTo>
                  <a:lnTo>
                    <a:pt x="1625" y="12153"/>
                  </a:lnTo>
                  <a:lnTo>
                    <a:pt x="1765" y="12494"/>
                  </a:lnTo>
                  <a:lnTo>
                    <a:pt x="1905" y="12735"/>
                  </a:lnTo>
                  <a:lnTo>
                    <a:pt x="1985" y="12815"/>
                  </a:lnTo>
                  <a:lnTo>
                    <a:pt x="2046" y="12875"/>
                  </a:lnTo>
                  <a:lnTo>
                    <a:pt x="2246" y="12996"/>
                  </a:lnTo>
                  <a:lnTo>
                    <a:pt x="2567" y="13156"/>
                  </a:lnTo>
                  <a:lnTo>
                    <a:pt x="3028" y="13337"/>
                  </a:lnTo>
                  <a:lnTo>
                    <a:pt x="3610" y="13557"/>
                  </a:lnTo>
                  <a:lnTo>
                    <a:pt x="4312" y="13818"/>
                  </a:lnTo>
                  <a:lnTo>
                    <a:pt x="5134" y="14079"/>
                  </a:lnTo>
                  <a:lnTo>
                    <a:pt x="6057" y="14359"/>
                  </a:lnTo>
                  <a:lnTo>
                    <a:pt x="7059" y="14640"/>
                  </a:lnTo>
                  <a:lnTo>
                    <a:pt x="8182" y="14921"/>
                  </a:lnTo>
                  <a:lnTo>
                    <a:pt x="9366" y="15202"/>
                  </a:lnTo>
                  <a:lnTo>
                    <a:pt x="10649" y="15462"/>
                  </a:lnTo>
                  <a:lnTo>
                    <a:pt x="11993" y="15723"/>
                  </a:lnTo>
                  <a:lnTo>
                    <a:pt x="13396" y="15944"/>
                  </a:lnTo>
                  <a:lnTo>
                    <a:pt x="14860" y="16144"/>
                  </a:lnTo>
                  <a:lnTo>
                    <a:pt x="16385" y="16305"/>
                  </a:lnTo>
                  <a:lnTo>
                    <a:pt x="17969" y="16425"/>
                  </a:lnTo>
                  <a:lnTo>
                    <a:pt x="18992" y="16485"/>
                  </a:lnTo>
                  <a:lnTo>
                    <a:pt x="20035" y="16505"/>
                  </a:lnTo>
                  <a:lnTo>
                    <a:pt x="20897" y="16485"/>
                  </a:lnTo>
                  <a:lnTo>
                    <a:pt x="21739" y="16465"/>
                  </a:lnTo>
                  <a:lnTo>
                    <a:pt x="22602" y="16405"/>
                  </a:lnTo>
                  <a:lnTo>
                    <a:pt x="23444" y="16345"/>
                  </a:lnTo>
                  <a:lnTo>
                    <a:pt x="24286" y="16265"/>
                  </a:lnTo>
                  <a:lnTo>
                    <a:pt x="25108" y="16164"/>
                  </a:lnTo>
                  <a:lnTo>
                    <a:pt x="25931" y="16044"/>
                  </a:lnTo>
                  <a:lnTo>
                    <a:pt x="26733" y="15924"/>
                  </a:lnTo>
                  <a:lnTo>
                    <a:pt x="27515" y="15803"/>
                  </a:lnTo>
                  <a:lnTo>
                    <a:pt x="28297" y="15643"/>
                  </a:lnTo>
                  <a:lnTo>
                    <a:pt x="29801" y="15342"/>
                  </a:lnTo>
                  <a:lnTo>
                    <a:pt x="31245" y="15001"/>
                  </a:lnTo>
                  <a:lnTo>
                    <a:pt x="32589" y="14660"/>
                  </a:lnTo>
                  <a:lnTo>
                    <a:pt x="33832" y="14299"/>
                  </a:lnTo>
                  <a:lnTo>
                    <a:pt x="34975" y="13958"/>
                  </a:lnTo>
                  <a:lnTo>
                    <a:pt x="35998" y="13617"/>
                  </a:lnTo>
                  <a:lnTo>
                    <a:pt x="36900" y="13317"/>
                  </a:lnTo>
                  <a:lnTo>
                    <a:pt x="38224" y="12835"/>
                  </a:lnTo>
                  <a:lnTo>
                    <a:pt x="38906" y="12575"/>
                  </a:lnTo>
                  <a:lnTo>
                    <a:pt x="38986" y="12514"/>
                  </a:lnTo>
                  <a:lnTo>
                    <a:pt x="39066" y="12434"/>
                  </a:lnTo>
                  <a:lnTo>
                    <a:pt x="39146" y="12334"/>
                  </a:lnTo>
                  <a:lnTo>
                    <a:pt x="39227" y="12194"/>
                  </a:lnTo>
                  <a:lnTo>
                    <a:pt x="39367" y="11833"/>
                  </a:lnTo>
                  <a:lnTo>
                    <a:pt x="39507" y="11391"/>
                  </a:lnTo>
                  <a:lnTo>
                    <a:pt x="39507" y="11391"/>
                  </a:lnTo>
                  <a:lnTo>
                    <a:pt x="38645" y="11632"/>
                  </a:lnTo>
                  <a:lnTo>
                    <a:pt x="37783" y="11873"/>
                  </a:lnTo>
                  <a:lnTo>
                    <a:pt x="36920" y="12073"/>
                  </a:lnTo>
                  <a:lnTo>
                    <a:pt x="36038" y="12274"/>
                  </a:lnTo>
                  <a:lnTo>
                    <a:pt x="35176" y="12474"/>
                  </a:lnTo>
                  <a:lnTo>
                    <a:pt x="34293" y="12635"/>
                  </a:lnTo>
                  <a:lnTo>
                    <a:pt x="33411" y="12795"/>
                  </a:lnTo>
                  <a:lnTo>
                    <a:pt x="32528" y="12936"/>
                  </a:lnTo>
                  <a:lnTo>
                    <a:pt x="31626" y="13056"/>
                  </a:lnTo>
                  <a:lnTo>
                    <a:pt x="30744" y="13156"/>
                  </a:lnTo>
                  <a:lnTo>
                    <a:pt x="29841" y="13256"/>
                  </a:lnTo>
                  <a:lnTo>
                    <a:pt x="28959" y="13317"/>
                  </a:lnTo>
                  <a:lnTo>
                    <a:pt x="28056" y="13377"/>
                  </a:lnTo>
                  <a:lnTo>
                    <a:pt x="27154" y="13417"/>
                  </a:lnTo>
                  <a:lnTo>
                    <a:pt x="26251" y="13437"/>
                  </a:lnTo>
                  <a:lnTo>
                    <a:pt x="25369" y="13457"/>
                  </a:lnTo>
                  <a:lnTo>
                    <a:pt x="24587" y="13437"/>
                  </a:lnTo>
                  <a:lnTo>
                    <a:pt x="23825" y="13437"/>
                  </a:lnTo>
                  <a:lnTo>
                    <a:pt x="23063" y="13397"/>
                  </a:lnTo>
                  <a:lnTo>
                    <a:pt x="22281" y="13357"/>
                  </a:lnTo>
                  <a:lnTo>
                    <a:pt x="21519" y="13297"/>
                  </a:lnTo>
                  <a:lnTo>
                    <a:pt x="20756" y="13236"/>
                  </a:lnTo>
                  <a:lnTo>
                    <a:pt x="19974" y="13156"/>
                  </a:lnTo>
                  <a:lnTo>
                    <a:pt x="19212" y="13056"/>
                  </a:lnTo>
                  <a:lnTo>
                    <a:pt x="18410" y="12956"/>
                  </a:lnTo>
                  <a:lnTo>
                    <a:pt x="17608" y="12835"/>
                  </a:lnTo>
                  <a:lnTo>
                    <a:pt x="16806" y="12695"/>
                  </a:lnTo>
                  <a:lnTo>
                    <a:pt x="16004" y="12554"/>
                  </a:lnTo>
                  <a:lnTo>
                    <a:pt x="15201" y="12374"/>
                  </a:lnTo>
                  <a:lnTo>
                    <a:pt x="14399" y="12214"/>
                  </a:lnTo>
                  <a:lnTo>
                    <a:pt x="13617" y="12013"/>
                  </a:lnTo>
                  <a:lnTo>
                    <a:pt x="12835" y="11792"/>
                  </a:lnTo>
                  <a:lnTo>
                    <a:pt x="12233" y="11612"/>
                  </a:lnTo>
                  <a:lnTo>
                    <a:pt x="11592" y="11391"/>
                  </a:lnTo>
                  <a:lnTo>
                    <a:pt x="11291" y="11271"/>
                  </a:lnTo>
                  <a:lnTo>
                    <a:pt x="10970" y="11131"/>
                  </a:lnTo>
                  <a:lnTo>
                    <a:pt x="10669" y="10970"/>
                  </a:lnTo>
                  <a:lnTo>
                    <a:pt x="10388" y="10810"/>
                  </a:lnTo>
                  <a:lnTo>
                    <a:pt x="9566" y="10629"/>
                  </a:lnTo>
                  <a:lnTo>
                    <a:pt x="8784" y="10429"/>
                  </a:lnTo>
                  <a:lnTo>
                    <a:pt x="7922" y="10188"/>
                  </a:lnTo>
                  <a:lnTo>
                    <a:pt x="7119" y="9907"/>
                  </a:lnTo>
                  <a:lnTo>
                    <a:pt x="6357" y="9627"/>
                  </a:lnTo>
                  <a:lnTo>
                    <a:pt x="5635" y="9346"/>
                  </a:lnTo>
                  <a:lnTo>
                    <a:pt x="4974" y="9045"/>
                  </a:lnTo>
                  <a:lnTo>
                    <a:pt x="4372" y="8724"/>
                  </a:lnTo>
                  <a:lnTo>
                    <a:pt x="3831" y="8423"/>
                  </a:lnTo>
                  <a:lnTo>
                    <a:pt x="3329" y="8122"/>
                  </a:lnTo>
                  <a:lnTo>
                    <a:pt x="2888" y="7802"/>
                  </a:lnTo>
                  <a:lnTo>
                    <a:pt x="2507" y="7501"/>
                  </a:lnTo>
                  <a:lnTo>
                    <a:pt x="2186" y="7220"/>
                  </a:lnTo>
                  <a:lnTo>
                    <a:pt x="1925" y="6939"/>
                  </a:lnTo>
                  <a:lnTo>
                    <a:pt x="1725" y="6679"/>
                  </a:lnTo>
                  <a:lnTo>
                    <a:pt x="1584" y="6438"/>
                  </a:lnTo>
                  <a:lnTo>
                    <a:pt x="1544" y="6318"/>
                  </a:lnTo>
                  <a:lnTo>
                    <a:pt x="1504" y="6197"/>
                  </a:lnTo>
                  <a:lnTo>
                    <a:pt x="1484" y="6097"/>
                  </a:lnTo>
                  <a:lnTo>
                    <a:pt x="1504" y="5997"/>
                  </a:lnTo>
                  <a:lnTo>
                    <a:pt x="1524" y="5856"/>
                  </a:lnTo>
                  <a:lnTo>
                    <a:pt x="1564" y="5736"/>
                  </a:lnTo>
                  <a:lnTo>
                    <a:pt x="1604" y="5596"/>
                  </a:lnTo>
                  <a:lnTo>
                    <a:pt x="1685" y="5455"/>
                  </a:lnTo>
                  <a:lnTo>
                    <a:pt x="1785" y="5315"/>
                  </a:lnTo>
                  <a:lnTo>
                    <a:pt x="1885" y="5174"/>
                  </a:lnTo>
                  <a:lnTo>
                    <a:pt x="2146" y="4874"/>
                  </a:lnTo>
                  <a:lnTo>
                    <a:pt x="2467" y="4593"/>
                  </a:lnTo>
                  <a:lnTo>
                    <a:pt x="2828" y="4312"/>
                  </a:lnTo>
                  <a:lnTo>
                    <a:pt x="3249" y="4011"/>
                  </a:lnTo>
                  <a:lnTo>
                    <a:pt x="3710" y="3730"/>
                  </a:lnTo>
                  <a:lnTo>
                    <a:pt x="4212" y="3470"/>
                  </a:lnTo>
                  <a:lnTo>
                    <a:pt x="4733" y="3209"/>
                  </a:lnTo>
                  <a:lnTo>
                    <a:pt x="5294" y="2948"/>
                  </a:lnTo>
                  <a:lnTo>
                    <a:pt x="5856" y="2728"/>
                  </a:lnTo>
                  <a:lnTo>
                    <a:pt x="6458" y="2507"/>
                  </a:lnTo>
                  <a:lnTo>
                    <a:pt x="7059" y="2307"/>
                  </a:lnTo>
                  <a:lnTo>
                    <a:pt x="7681" y="2126"/>
                  </a:lnTo>
                  <a:lnTo>
                    <a:pt x="8283" y="1966"/>
                  </a:lnTo>
                  <a:lnTo>
                    <a:pt x="8864" y="1845"/>
                  </a:lnTo>
                  <a:lnTo>
                    <a:pt x="9466" y="1725"/>
                  </a:lnTo>
                  <a:lnTo>
                    <a:pt x="10128" y="1605"/>
                  </a:lnTo>
                  <a:lnTo>
                    <a:pt x="10809" y="1504"/>
                  </a:lnTo>
                  <a:lnTo>
                    <a:pt x="12273" y="1324"/>
                  </a:lnTo>
                  <a:lnTo>
                    <a:pt x="13858" y="1164"/>
                  </a:lnTo>
                  <a:lnTo>
                    <a:pt x="15542" y="1063"/>
                  </a:lnTo>
                  <a:lnTo>
                    <a:pt x="17267" y="963"/>
                  </a:lnTo>
                  <a:lnTo>
                    <a:pt x="19032" y="923"/>
                  </a:lnTo>
                  <a:lnTo>
                    <a:pt x="20837" y="903"/>
                  </a:lnTo>
                  <a:lnTo>
                    <a:pt x="21017" y="903"/>
                  </a:lnTo>
                  <a:lnTo>
                    <a:pt x="22200" y="682"/>
                  </a:lnTo>
                  <a:lnTo>
                    <a:pt x="23404" y="482"/>
                  </a:lnTo>
                  <a:lnTo>
                    <a:pt x="24587" y="321"/>
                  </a:lnTo>
                  <a:lnTo>
                    <a:pt x="25790" y="181"/>
                  </a:lnTo>
                  <a:lnTo>
                    <a:pt x="24406" y="101"/>
                  </a:lnTo>
                  <a:lnTo>
                    <a:pt x="23003" y="40"/>
                  </a:lnTo>
                  <a:lnTo>
                    <a:pt x="21559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6" name="Google Shape;6486;p29"/>
            <p:cNvSpPr/>
            <p:nvPr/>
          </p:nvSpPr>
          <p:spPr>
            <a:xfrm>
              <a:off x="11186375" y="4148438"/>
              <a:ext cx="987700" cy="412650"/>
            </a:xfrm>
            <a:custGeom>
              <a:avLst/>
              <a:gdLst/>
              <a:ahLst/>
              <a:cxnLst/>
              <a:rect l="l" t="t" r="r" b="b"/>
              <a:pathLst>
                <a:path w="39508" h="16506" fill="none" extrusionOk="0">
                  <a:moveTo>
                    <a:pt x="20115" y="0"/>
                  </a:moveTo>
                  <a:lnTo>
                    <a:pt x="20115" y="0"/>
                  </a:lnTo>
                  <a:lnTo>
                    <a:pt x="18149" y="20"/>
                  </a:lnTo>
                  <a:lnTo>
                    <a:pt x="16224" y="81"/>
                  </a:lnTo>
                  <a:lnTo>
                    <a:pt x="15282" y="141"/>
                  </a:lnTo>
                  <a:lnTo>
                    <a:pt x="14359" y="201"/>
                  </a:lnTo>
                  <a:lnTo>
                    <a:pt x="13457" y="261"/>
                  </a:lnTo>
                  <a:lnTo>
                    <a:pt x="12554" y="341"/>
                  </a:lnTo>
                  <a:lnTo>
                    <a:pt x="11712" y="442"/>
                  </a:lnTo>
                  <a:lnTo>
                    <a:pt x="10870" y="542"/>
                  </a:lnTo>
                  <a:lnTo>
                    <a:pt x="10087" y="662"/>
                  </a:lnTo>
                  <a:lnTo>
                    <a:pt x="9325" y="803"/>
                  </a:lnTo>
                  <a:lnTo>
                    <a:pt x="8603" y="943"/>
                  </a:lnTo>
                  <a:lnTo>
                    <a:pt x="7922" y="1103"/>
                  </a:lnTo>
                  <a:lnTo>
                    <a:pt x="7300" y="1264"/>
                  </a:lnTo>
                  <a:lnTo>
                    <a:pt x="6738" y="1444"/>
                  </a:lnTo>
                  <a:lnTo>
                    <a:pt x="6738" y="1444"/>
                  </a:lnTo>
                  <a:lnTo>
                    <a:pt x="5816" y="1765"/>
                  </a:lnTo>
                  <a:lnTo>
                    <a:pt x="4994" y="2086"/>
                  </a:lnTo>
                  <a:lnTo>
                    <a:pt x="4232" y="2407"/>
                  </a:lnTo>
                  <a:lnTo>
                    <a:pt x="3550" y="2748"/>
                  </a:lnTo>
                  <a:lnTo>
                    <a:pt x="2928" y="3069"/>
                  </a:lnTo>
                  <a:lnTo>
                    <a:pt x="2367" y="3390"/>
                  </a:lnTo>
                  <a:lnTo>
                    <a:pt x="1885" y="3710"/>
                  </a:lnTo>
                  <a:lnTo>
                    <a:pt x="1464" y="4031"/>
                  </a:lnTo>
                  <a:lnTo>
                    <a:pt x="1103" y="4332"/>
                  </a:lnTo>
                  <a:lnTo>
                    <a:pt x="802" y="4633"/>
                  </a:lnTo>
                  <a:lnTo>
                    <a:pt x="542" y="4914"/>
                  </a:lnTo>
                  <a:lnTo>
                    <a:pt x="341" y="5174"/>
                  </a:lnTo>
                  <a:lnTo>
                    <a:pt x="181" y="5415"/>
                  </a:lnTo>
                  <a:lnTo>
                    <a:pt x="80" y="5656"/>
                  </a:lnTo>
                  <a:lnTo>
                    <a:pt x="20" y="5856"/>
                  </a:lnTo>
                  <a:lnTo>
                    <a:pt x="0" y="6057"/>
                  </a:lnTo>
                  <a:lnTo>
                    <a:pt x="0" y="6057"/>
                  </a:lnTo>
                  <a:lnTo>
                    <a:pt x="20" y="6217"/>
                  </a:lnTo>
                  <a:lnTo>
                    <a:pt x="20" y="6217"/>
                  </a:lnTo>
                  <a:lnTo>
                    <a:pt x="321" y="7561"/>
                  </a:lnTo>
                  <a:lnTo>
                    <a:pt x="562" y="8584"/>
                  </a:lnTo>
                  <a:lnTo>
                    <a:pt x="862" y="9687"/>
                  </a:lnTo>
                  <a:lnTo>
                    <a:pt x="1163" y="10790"/>
                  </a:lnTo>
                  <a:lnTo>
                    <a:pt x="1324" y="11291"/>
                  </a:lnTo>
                  <a:lnTo>
                    <a:pt x="1464" y="11752"/>
                  </a:lnTo>
                  <a:lnTo>
                    <a:pt x="1625" y="12153"/>
                  </a:lnTo>
                  <a:lnTo>
                    <a:pt x="1765" y="12494"/>
                  </a:lnTo>
                  <a:lnTo>
                    <a:pt x="1905" y="12735"/>
                  </a:lnTo>
                  <a:lnTo>
                    <a:pt x="1985" y="12815"/>
                  </a:lnTo>
                  <a:lnTo>
                    <a:pt x="2046" y="12875"/>
                  </a:lnTo>
                  <a:lnTo>
                    <a:pt x="2046" y="12875"/>
                  </a:lnTo>
                  <a:lnTo>
                    <a:pt x="2246" y="12996"/>
                  </a:lnTo>
                  <a:lnTo>
                    <a:pt x="2567" y="13156"/>
                  </a:lnTo>
                  <a:lnTo>
                    <a:pt x="3028" y="13337"/>
                  </a:lnTo>
                  <a:lnTo>
                    <a:pt x="3610" y="13557"/>
                  </a:lnTo>
                  <a:lnTo>
                    <a:pt x="4312" y="13818"/>
                  </a:lnTo>
                  <a:lnTo>
                    <a:pt x="5134" y="14079"/>
                  </a:lnTo>
                  <a:lnTo>
                    <a:pt x="6057" y="14359"/>
                  </a:lnTo>
                  <a:lnTo>
                    <a:pt x="7059" y="14640"/>
                  </a:lnTo>
                  <a:lnTo>
                    <a:pt x="8182" y="14921"/>
                  </a:lnTo>
                  <a:lnTo>
                    <a:pt x="9366" y="15202"/>
                  </a:lnTo>
                  <a:lnTo>
                    <a:pt x="10649" y="15462"/>
                  </a:lnTo>
                  <a:lnTo>
                    <a:pt x="11993" y="15723"/>
                  </a:lnTo>
                  <a:lnTo>
                    <a:pt x="13396" y="15944"/>
                  </a:lnTo>
                  <a:lnTo>
                    <a:pt x="14860" y="16144"/>
                  </a:lnTo>
                  <a:lnTo>
                    <a:pt x="16385" y="16305"/>
                  </a:lnTo>
                  <a:lnTo>
                    <a:pt x="17969" y="16425"/>
                  </a:lnTo>
                  <a:lnTo>
                    <a:pt x="17969" y="16425"/>
                  </a:lnTo>
                  <a:lnTo>
                    <a:pt x="18992" y="16485"/>
                  </a:lnTo>
                  <a:lnTo>
                    <a:pt x="20035" y="16505"/>
                  </a:lnTo>
                  <a:lnTo>
                    <a:pt x="20035" y="16505"/>
                  </a:lnTo>
                  <a:lnTo>
                    <a:pt x="20897" y="16485"/>
                  </a:lnTo>
                  <a:lnTo>
                    <a:pt x="21739" y="16465"/>
                  </a:lnTo>
                  <a:lnTo>
                    <a:pt x="22602" y="16405"/>
                  </a:lnTo>
                  <a:lnTo>
                    <a:pt x="23444" y="16345"/>
                  </a:lnTo>
                  <a:lnTo>
                    <a:pt x="24286" y="16265"/>
                  </a:lnTo>
                  <a:lnTo>
                    <a:pt x="25108" y="16164"/>
                  </a:lnTo>
                  <a:lnTo>
                    <a:pt x="25931" y="16044"/>
                  </a:lnTo>
                  <a:lnTo>
                    <a:pt x="26733" y="15924"/>
                  </a:lnTo>
                  <a:lnTo>
                    <a:pt x="27515" y="15803"/>
                  </a:lnTo>
                  <a:lnTo>
                    <a:pt x="28297" y="15643"/>
                  </a:lnTo>
                  <a:lnTo>
                    <a:pt x="29801" y="15342"/>
                  </a:lnTo>
                  <a:lnTo>
                    <a:pt x="31245" y="15001"/>
                  </a:lnTo>
                  <a:lnTo>
                    <a:pt x="32589" y="14660"/>
                  </a:lnTo>
                  <a:lnTo>
                    <a:pt x="33832" y="14299"/>
                  </a:lnTo>
                  <a:lnTo>
                    <a:pt x="34975" y="13958"/>
                  </a:lnTo>
                  <a:lnTo>
                    <a:pt x="35998" y="13617"/>
                  </a:lnTo>
                  <a:lnTo>
                    <a:pt x="36900" y="13317"/>
                  </a:lnTo>
                  <a:lnTo>
                    <a:pt x="38224" y="12835"/>
                  </a:lnTo>
                  <a:lnTo>
                    <a:pt x="38906" y="12575"/>
                  </a:lnTo>
                  <a:lnTo>
                    <a:pt x="38906" y="12575"/>
                  </a:lnTo>
                  <a:lnTo>
                    <a:pt x="38986" y="12514"/>
                  </a:lnTo>
                  <a:lnTo>
                    <a:pt x="39066" y="12434"/>
                  </a:lnTo>
                  <a:lnTo>
                    <a:pt x="39146" y="12334"/>
                  </a:lnTo>
                  <a:lnTo>
                    <a:pt x="39227" y="12194"/>
                  </a:lnTo>
                  <a:lnTo>
                    <a:pt x="39367" y="11833"/>
                  </a:lnTo>
                  <a:lnTo>
                    <a:pt x="39507" y="11391"/>
                  </a:lnTo>
                  <a:lnTo>
                    <a:pt x="39507" y="11391"/>
                  </a:lnTo>
                  <a:lnTo>
                    <a:pt x="38645" y="11632"/>
                  </a:lnTo>
                  <a:lnTo>
                    <a:pt x="37783" y="11873"/>
                  </a:lnTo>
                  <a:lnTo>
                    <a:pt x="36920" y="12073"/>
                  </a:lnTo>
                  <a:lnTo>
                    <a:pt x="36038" y="12274"/>
                  </a:lnTo>
                  <a:lnTo>
                    <a:pt x="35176" y="12474"/>
                  </a:lnTo>
                  <a:lnTo>
                    <a:pt x="34293" y="12635"/>
                  </a:lnTo>
                  <a:lnTo>
                    <a:pt x="33411" y="12795"/>
                  </a:lnTo>
                  <a:lnTo>
                    <a:pt x="32528" y="12936"/>
                  </a:lnTo>
                  <a:lnTo>
                    <a:pt x="31626" y="13056"/>
                  </a:lnTo>
                  <a:lnTo>
                    <a:pt x="30744" y="13156"/>
                  </a:lnTo>
                  <a:lnTo>
                    <a:pt x="29841" y="13256"/>
                  </a:lnTo>
                  <a:lnTo>
                    <a:pt x="28959" y="13317"/>
                  </a:lnTo>
                  <a:lnTo>
                    <a:pt x="28056" y="13377"/>
                  </a:lnTo>
                  <a:lnTo>
                    <a:pt x="27154" y="13417"/>
                  </a:lnTo>
                  <a:lnTo>
                    <a:pt x="26251" y="13437"/>
                  </a:lnTo>
                  <a:lnTo>
                    <a:pt x="25369" y="13457"/>
                  </a:lnTo>
                  <a:lnTo>
                    <a:pt x="25369" y="13457"/>
                  </a:lnTo>
                  <a:lnTo>
                    <a:pt x="24587" y="13437"/>
                  </a:lnTo>
                  <a:lnTo>
                    <a:pt x="23825" y="13437"/>
                  </a:lnTo>
                  <a:lnTo>
                    <a:pt x="23063" y="13397"/>
                  </a:lnTo>
                  <a:lnTo>
                    <a:pt x="22281" y="13357"/>
                  </a:lnTo>
                  <a:lnTo>
                    <a:pt x="21519" y="13297"/>
                  </a:lnTo>
                  <a:lnTo>
                    <a:pt x="20756" y="13236"/>
                  </a:lnTo>
                  <a:lnTo>
                    <a:pt x="19974" y="13156"/>
                  </a:lnTo>
                  <a:lnTo>
                    <a:pt x="19212" y="13056"/>
                  </a:lnTo>
                  <a:lnTo>
                    <a:pt x="19212" y="13056"/>
                  </a:lnTo>
                  <a:lnTo>
                    <a:pt x="18410" y="12956"/>
                  </a:lnTo>
                  <a:lnTo>
                    <a:pt x="17608" y="12835"/>
                  </a:lnTo>
                  <a:lnTo>
                    <a:pt x="16806" y="12695"/>
                  </a:lnTo>
                  <a:lnTo>
                    <a:pt x="16004" y="12554"/>
                  </a:lnTo>
                  <a:lnTo>
                    <a:pt x="15201" y="12374"/>
                  </a:lnTo>
                  <a:lnTo>
                    <a:pt x="14399" y="12214"/>
                  </a:lnTo>
                  <a:lnTo>
                    <a:pt x="13617" y="12013"/>
                  </a:lnTo>
                  <a:lnTo>
                    <a:pt x="12835" y="11792"/>
                  </a:lnTo>
                  <a:lnTo>
                    <a:pt x="12835" y="11792"/>
                  </a:lnTo>
                  <a:lnTo>
                    <a:pt x="12233" y="11612"/>
                  </a:lnTo>
                  <a:lnTo>
                    <a:pt x="11592" y="11391"/>
                  </a:lnTo>
                  <a:lnTo>
                    <a:pt x="11291" y="11271"/>
                  </a:lnTo>
                  <a:lnTo>
                    <a:pt x="10970" y="11131"/>
                  </a:lnTo>
                  <a:lnTo>
                    <a:pt x="10669" y="10970"/>
                  </a:lnTo>
                  <a:lnTo>
                    <a:pt x="10388" y="10810"/>
                  </a:lnTo>
                  <a:lnTo>
                    <a:pt x="10388" y="10810"/>
                  </a:lnTo>
                  <a:lnTo>
                    <a:pt x="9566" y="10629"/>
                  </a:lnTo>
                  <a:lnTo>
                    <a:pt x="8784" y="10429"/>
                  </a:lnTo>
                  <a:lnTo>
                    <a:pt x="8784" y="10429"/>
                  </a:lnTo>
                  <a:lnTo>
                    <a:pt x="7922" y="10188"/>
                  </a:lnTo>
                  <a:lnTo>
                    <a:pt x="7119" y="9907"/>
                  </a:lnTo>
                  <a:lnTo>
                    <a:pt x="6357" y="9627"/>
                  </a:lnTo>
                  <a:lnTo>
                    <a:pt x="5635" y="9346"/>
                  </a:lnTo>
                  <a:lnTo>
                    <a:pt x="4974" y="9045"/>
                  </a:lnTo>
                  <a:lnTo>
                    <a:pt x="4372" y="8724"/>
                  </a:lnTo>
                  <a:lnTo>
                    <a:pt x="3831" y="8423"/>
                  </a:lnTo>
                  <a:lnTo>
                    <a:pt x="3329" y="8122"/>
                  </a:lnTo>
                  <a:lnTo>
                    <a:pt x="2888" y="7802"/>
                  </a:lnTo>
                  <a:lnTo>
                    <a:pt x="2507" y="7501"/>
                  </a:lnTo>
                  <a:lnTo>
                    <a:pt x="2186" y="7220"/>
                  </a:lnTo>
                  <a:lnTo>
                    <a:pt x="1925" y="6939"/>
                  </a:lnTo>
                  <a:lnTo>
                    <a:pt x="1725" y="6679"/>
                  </a:lnTo>
                  <a:lnTo>
                    <a:pt x="1584" y="6438"/>
                  </a:lnTo>
                  <a:lnTo>
                    <a:pt x="1544" y="6318"/>
                  </a:lnTo>
                  <a:lnTo>
                    <a:pt x="1504" y="6197"/>
                  </a:lnTo>
                  <a:lnTo>
                    <a:pt x="1484" y="6097"/>
                  </a:lnTo>
                  <a:lnTo>
                    <a:pt x="1504" y="5997"/>
                  </a:lnTo>
                  <a:lnTo>
                    <a:pt x="1504" y="5997"/>
                  </a:lnTo>
                  <a:lnTo>
                    <a:pt x="1524" y="5856"/>
                  </a:lnTo>
                  <a:lnTo>
                    <a:pt x="1564" y="5736"/>
                  </a:lnTo>
                  <a:lnTo>
                    <a:pt x="1604" y="5596"/>
                  </a:lnTo>
                  <a:lnTo>
                    <a:pt x="1685" y="5455"/>
                  </a:lnTo>
                  <a:lnTo>
                    <a:pt x="1785" y="5315"/>
                  </a:lnTo>
                  <a:lnTo>
                    <a:pt x="1885" y="5174"/>
                  </a:lnTo>
                  <a:lnTo>
                    <a:pt x="2146" y="4874"/>
                  </a:lnTo>
                  <a:lnTo>
                    <a:pt x="2467" y="4593"/>
                  </a:lnTo>
                  <a:lnTo>
                    <a:pt x="2828" y="4312"/>
                  </a:lnTo>
                  <a:lnTo>
                    <a:pt x="3249" y="4011"/>
                  </a:lnTo>
                  <a:lnTo>
                    <a:pt x="3710" y="3730"/>
                  </a:lnTo>
                  <a:lnTo>
                    <a:pt x="4212" y="3470"/>
                  </a:lnTo>
                  <a:lnTo>
                    <a:pt x="4733" y="3209"/>
                  </a:lnTo>
                  <a:lnTo>
                    <a:pt x="5294" y="2948"/>
                  </a:lnTo>
                  <a:lnTo>
                    <a:pt x="5856" y="2728"/>
                  </a:lnTo>
                  <a:lnTo>
                    <a:pt x="6458" y="2507"/>
                  </a:lnTo>
                  <a:lnTo>
                    <a:pt x="7059" y="2307"/>
                  </a:lnTo>
                  <a:lnTo>
                    <a:pt x="7681" y="2126"/>
                  </a:lnTo>
                  <a:lnTo>
                    <a:pt x="8283" y="1966"/>
                  </a:lnTo>
                  <a:lnTo>
                    <a:pt x="8283" y="1966"/>
                  </a:lnTo>
                  <a:lnTo>
                    <a:pt x="8864" y="1845"/>
                  </a:lnTo>
                  <a:lnTo>
                    <a:pt x="9466" y="1725"/>
                  </a:lnTo>
                  <a:lnTo>
                    <a:pt x="10128" y="1605"/>
                  </a:lnTo>
                  <a:lnTo>
                    <a:pt x="10809" y="1504"/>
                  </a:lnTo>
                  <a:lnTo>
                    <a:pt x="12273" y="1324"/>
                  </a:lnTo>
                  <a:lnTo>
                    <a:pt x="13858" y="1164"/>
                  </a:lnTo>
                  <a:lnTo>
                    <a:pt x="15542" y="1063"/>
                  </a:lnTo>
                  <a:lnTo>
                    <a:pt x="17267" y="963"/>
                  </a:lnTo>
                  <a:lnTo>
                    <a:pt x="19032" y="923"/>
                  </a:lnTo>
                  <a:lnTo>
                    <a:pt x="20837" y="903"/>
                  </a:lnTo>
                  <a:lnTo>
                    <a:pt x="20837" y="903"/>
                  </a:lnTo>
                  <a:lnTo>
                    <a:pt x="21017" y="903"/>
                  </a:lnTo>
                  <a:lnTo>
                    <a:pt x="21017" y="903"/>
                  </a:lnTo>
                  <a:lnTo>
                    <a:pt x="22200" y="682"/>
                  </a:lnTo>
                  <a:lnTo>
                    <a:pt x="23404" y="482"/>
                  </a:lnTo>
                  <a:lnTo>
                    <a:pt x="24587" y="321"/>
                  </a:lnTo>
                  <a:lnTo>
                    <a:pt x="25790" y="181"/>
                  </a:lnTo>
                  <a:lnTo>
                    <a:pt x="25790" y="181"/>
                  </a:lnTo>
                  <a:lnTo>
                    <a:pt x="24406" y="101"/>
                  </a:lnTo>
                  <a:lnTo>
                    <a:pt x="23003" y="40"/>
                  </a:lnTo>
                  <a:lnTo>
                    <a:pt x="21559" y="0"/>
                  </a:lnTo>
                  <a:lnTo>
                    <a:pt x="2011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7" name="Google Shape;6487;p29"/>
            <p:cNvSpPr/>
            <p:nvPr/>
          </p:nvSpPr>
          <p:spPr>
            <a:xfrm>
              <a:off x="11223475" y="4170988"/>
              <a:ext cx="943075" cy="265250"/>
            </a:xfrm>
            <a:custGeom>
              <a:avLst/>
              <a:gdLst/>
              <a:ahLst/>
              <a:cxnLst/>
              <a:rect l="l" t="t" r="r" b="b"/>
              <a:pathLst>
                <a:path w="37723" h="10610" extrusionOk="0">
                  <a:moveTo>
                    <a:pt x="18771" y="1"/>
                  </a:moveTo>
                  <a:lnTo>
                    <a:pt x="17708" y="21"/>
                  </a:lnTo>
                  <a:lnTo>
                    <a:pt x="16665" y="41"/>
                  </a:lnTo>
                  <a:lnTo>
                    <a:pt x="15623" y="81"/>
                  </a:lnTo>
                  <a:lnTo>
                    <a:pt x="14600" y="121"/>
                  </a:lnTo>
                  <a:lnTo>
                    <a:pt x="13577" y="181"/>
                  </a:lnTo>
                  <a:lnTo>
                    <a:pt x="12594" y="262"/>
                  </a:lnTo>
                  <a:lnTo>
                    <a:pt x="11652" y="342"/>
                  </a:lnTo>
                  <a:lnTo>
                    <a:pt x="10729" y="422"/>
                  </a:lnTo>
                  <a:lnTo>
                    <a:pt x="9847" y="542"/>
                  </a:lnTo>
                  <a:lnTo>
                    <a:pt x="9005" y="643"/>
                  </a:lnTo>
                  <a:lnTo>
                    <a:pt x="8222" y="783"/>
                  </a:lnTo>
                  <a:lnTo>
                    <a:pt x="7480" y="903"/>
                  </a:lnTo>
                  <a:lnTo>
                    <a:pt x="6799" y="1064"/>
                  </a:lnTo>
                  <a:lnTo>
                    <a:pt x="6197" y="1224"/>
                  </a:lnTo>
                  <a:lnTo>
                    <a:pt x="5575" y="1405"/>
                  </a:lnTo>
                  <a:lnTo>
                    <a:pt x="4974" y="1605"/>
                  </a:lnTo>
                  <a:lnTo>
                    <a:pt x="4372" y="1826"/>
                  </a:lnTo>
                  <a:lnTo>
                    <a:pt x="3810" y="2046"/>
                  </a:lnTo>
                  <a:lnTo>
                    <a:pt x="3249" y="2307"/>
                  </a:lnTo>
                  <a:lnTo>
                    <a:pt x="2728" y="2568"/>
                  </a:lnTo>
                  <a:lnTo>
                    <a:pt x="2226" y="2828"/>
                  </a:lnTo>
                  <a:lnTo>
                    <a:pt x="1765" y="3109"/>
                  </a:lnTo>
                  <a:lnTo>
                    <a:pt x="1344" y="3410"/>
                  </a:lnTo>
                  <a:lnTo>
                    <a:pt x="983" y="3691"/>
                  </a:lnTo>
                  <a:lnTo>
                    <a:pt x="662" y="3972"/>
                  </a:lnTo>
                  <a:lnTo>
                    <a:pt x="401" y="4272"/>
                  </a:lnTo>
                  <a:lnTo>
                    <a:pt x="301" y="4413"/>
                  </a:lnTo>
                  <a:lnTo>
                    <a:pt x="201" y="4553"/>
                  </a:lnTo>
                  <a:lnTo>
                    <a:pt x="120" y="4694"/>
                  </a:lnTo>
                  <a:lnTo>
                    <a:pt x="80" y="4834"/>
                  </a:lnTo>
                  <a:lnTo>
                    <a:pt x="40" y="4954"/>
                  </a:lnTo>
                  <a:lnTo>
                    <a:pt x="20" y="5095"/>
                  </a:lnTo>
                  <a:lnTo>
                    <a:pt x="0" y="5195"/>
                  </a:lnTo>
                  <a:lnTo>
                    <a:pt x="20" y="5295"/>
                  </a:lnTo>
                  <a:lnTo>
                    <a:pt x="60" y="5416"/>
                  </a:lnTo>
                  <a:lnTo>
                    <a:pt x="100" y="5536"/>
                  </a:lnTo>
                  <a:lnTo>
                    <a:pt x="241" y="5777"/>
                  </a:lnTo>
                  <a:lnTo>
                    <a:pt x="441" y="6037"/>
                  </a:lnTo>
                  <a:lnTo>
                    <a:pt x="702" y="6318"/>
                  </a:lnTo>
                  <a:lnTo>
                    <a:pt x="1023" y="6599"/>
                  </a:lnTo>
                  <a:lnTo>
                    <a:pt x="1404" y="6900"/>
                  </a:lnTo>
                  <a:lnTo>
                    <a:pt x="1845" y="7220"/>
                  </a:lnTo>
                  <a:lnTo>
                    <a:pt x="2347" y="7521"/>
                  </a:lnTo>
                  <a:lnTo>
                    <a:pt x="2888" y="7822"/>
                  </a:lnTo>
                  <a:lnTo>
                    <a:pt x="3490" y="8143"/>
                  </a:lnTo>
                  <a:lnTo>
                    <a:pt x="4151" y="8444"/>
                  </a:lnTo>
                  <a:lnTo>
                    <a:pt x="4873" y="8725"/>
                  </a:lnTo>
                  <a:lnTo>
                    <a:pt x="5635" y="9005"/>
                  </a:lnTo>
                  <a:lnTo>
                    <a:pt x="6438" y="9286"/>
                  </a:lnTo>
                  <a:lnTo>
                    <a:pt x="7300" y="9527"/>
                  </a:lnTo>
                  <a:lnTo>
                    <a:pt x="7962" y="9707"/>
                  </a:lnTo>
                  <a:lnTo>
                    <a:pt x="8664" y="9868"/>
                  </a:lnTo>
                  <a:lnTo>
                    <a:pt x="9386" y="10008"/>
                  </a:lnTo>
                  <a:lnTo>
                    <a:pt x="10128" y="10148"/>
                  </a:lnTo>
                  <a:lnTo>
                    <a:pt x="10890" y="10269"/>
                  </a:lnTo>
                  <a:lnTo>
                    <a:pt x="11672" y="10369"/>
                  </a:lnTo>
                  <a:lnTo>
                    <a:pt x="12494" y="10469"/>
                  </a:lnTo>
                  <a:lnTo>
                    <a:pt x="13336" y="10529"/>
                  </a:lnTo>
                  <a:lnTo>
                    <a:pt x="14139" y="10590"/>
                  </a:lnTo>
                  <a:lnTo>
                    <a:pt x="14981" y="10610"/>
                  </a:lnTo>
                  <a:lnTo>
                    <a:pt x="16706" y="10610"/>
                  </a:lnTo>
                  <a:lnTo>
                    <a:pt x="17608" y="10590"/>
                  </a:lnTo>
                  <a:lnTo>
                    <a:pt x="18510" y="10549"/>
                  </a:lnTo>
                  <a:lnTo>
                    <a:pt x="19433" y="10489"/>
                  </a:lnTo>
                  <a:lnTo>
                    <a:pt x="20355" y="10409"/>
                  </a:lnTo>
                  <a:lnTo>
                    <a:pt x="21278" y="10329"/>
                  </a:lnTo>
                  <a:lnTo>
                    <a:pt x="22220" y="10229"/>
                  </a:lnTo>
                  <a:lnTo>
                    <a:pt x="24086" y="9988"/>
                  </a:lnTo>
                  <a:lnTo>
                    <a:pt x="25911" y="9727"/>
                  </a:lnTo>
                  <a:lnTo>
                    <a:pt x="27695" y="9426"/>
                  </a:lnTo>
                  <a:lnTo>
                    <a:pt x="29420" y="9086"/>
                  </a:lnTo>
                  <a:lnTo>
                    <a:pt x="31024" y="8725"/>
                  </a:lnTo>
                  <a:lnTo>
                    <a:pt x="32508" y="8364"/>
                  </a:lnTo>
                  <a:lnTo>
                    <a:pt x="33852" y="8003"/>
                  </a:lnTo>
                  <a:lnTo>
                    <a:pt x="34454" y="7802"/>
                  </a:lnTo>
                  <a:lnTo>
                    <a:pt x="35015" y="7622"/>
                  </a:lnTo>
                  <a:lnTo>
                    <a:pt x="35517" y="7441"/>
                  </a:lnTo>
                  <a:lnTo>
                    <a:pt x="35978" y="7261"/>
                  </a:lnTo>
                  <a:lnTo>
                    <a:pt x="36379" y="7080"/>
                  </a:lnTo>
                  <a:lnTo>
                    <a:pt x="36720" y="6900"/>
                  </a:lnTo>
                  <a:lnTo>
                    <a:pt x="37021" y="6739"/>
                  </a:lnTo>
                  <a:lnTo>
                    <a:pt x="37241" y="6579"/>
                  </a:lnTo>
                  <a:lnTo>
                    <a:pt x="37402" y="6418"/>
                  </a:lnTo>
                  <a:lnTo>
                    <a:pt x="37522" y="6238"/>
                  </a:lnTo>
                  <a:lnTo>
                    <a:pt x="37622" y="6057"/>
                  </a:lnTo>
                  <a:lnTo>
                    <a:pt x="37683" y="5877"/>
                  </a:lnTo>
                  <a:lnTo>
                    <a:pt x="37723" y="5696"/>
                  </a:lnTo>
                  <a:lnTo>
                    <a:pt x="37703" y="5496"/>
                  </a:lnTo>
                  <a:lnTo>
                    <a:pt x="37662" y="5295"/>
                  </a:lnTo>
                  <a:lnTo>
                    <a:pt x="37602" y="5095"/>
                  </a:lnTo>
                  <a:lnTo>
                    <a:pt x="37502" y="4894"/>
                  </a:lnTo>
                  <a:lnTo>
                    <a:pt x="37382" y="4694"/>
                  </a:lnTo>
                  <a:lnTo>
                    <a:pt x="37241" y="4473"/>
                  </a:lnTo>
                  <a:lnTo>
                    <a:pt x="37061" y="4272"/>
                  </a:lnTo>
                  <a:lnTo>
                    <a:pt x="36860" y="4072"/>
                  </a:lnTo>
                  <a:lnTo>
                    <a:pt x="36640" y="3851"/>
                  </a:lnTo>
                  <a:lnTo>
                    <a:pt x="36399" y="3651"/>
                  </a:lnTo>
                  <a:lnTo>
                    <a:pt x="36138" y="3430"/>
                  </a:lnTo>
                  <a:lnTo>
                    <a:pt x="35858" y="3230"/>
                  </a:lnTo>
                  <a:lnTo>
                    <a:pt x="35577" y="3029"/>
                  </a:lnTo>
                  <a:lnTo>
                    <a:pt x="34935" y="2628"/>
                  </a:lnTo>
                  <a:lnTo>
                    <a:pt x="34233" y="2267"/>
                  </a:lnTo>
                  <a:lnTo>
                    <a:pt x="33491" y="1906"/>
                  </a:lnTo>
                  <a:lnTo>
                    <a:pt x="32709" y="1585"/>
                  </a:lnTo>
                  <a:lnTo>
                    <a:pt x="31907" y="1304"/>
                  </a:lnTo>
                  <a:lnTo>
                    <a:pt x="31085" y="1064"/>
                  </a:lnTo>
                  <a:lnTo>
                    <a:pt x="30242" y="863"/>
                  </a:lnTo>
                  <a:lnTo>
                    <a:pt x="29400" y="703"/>
                  </a:lnTo>
                  <a:lnTo>
                    <a:pt x="28477" y="542"/>
                  </a:lnTo>
                  <a:lnTo>
                    <a:pt x="27495" y="422"/>
                  </a:lnTo>
                  <a:lnTo>
                    <a:pt x="26472" y="302"/>
                  </a:lnTo>
                  <a:lnTo>
                    <a:pt x="25389" y="221"/>
                  </a:lnTo>
                  <a:lnTo>
                    <a:pt x="24266" y="141"/>
                  </a:lnTo>
                  <a:lnTo>
                    <a:pt x="23103" y="81"/>
                  </a:lnTo>
                  <a:lnTo>
                    <a:pt x="21920" y="41"/>
                  </a:lnTo>
                  <a:lnTo>
                    <a:pt x="2087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8" name="Google Shape;6488;p29"/>
            <p:cNvSpPr/>
            <p:nvPr/>
          </p:nvSpPr>
          <p:spPr>
            <a:xfrm>
              <a:off x="11223475" y="4170988"/>
              <a:ext cx="943075" cy="265250"/>
            </a:xfrm>
            <a:custGeom>
              <a:avLst/>
              <a:gdLst/>
              <a:ahLst/>
              <a:cxnLst/>
              <a:rect l="l" t="t" r="r" b="b"/>
              <a:pathLst>
                <a:path w="37723" h="10610" fill="none" extrusionOk="0">
                  <a:moveTo>
                    <a:pt x="37241" y="6579"/>
                  </a:moveTo>
                  <a:lnTo>
                    <a:pt x="37241" y="6579"/>
                  </a:lnTo>
                  <a:lnTo>
                    <a:pt x="37021" y="6739"/>
                  </a:lnTo>
                  <a:lnTo>
                    <a:pt x="36720" y="6900"/>
                  </a:lnTo>
                  <a:lnTo>
                    <a:pt x="36379" y="7080"/>
                  </a:lnTo>
                  <a:lnTo>
                    <a:pt x="35978" y="7261"/>
                  </a:lnTo>
                  <a:lnTo>
                    <a:pt x="35517" y="7441"/>
                  </a:lnTo>
                  <a:lnTo>
                    <a:pt x="35015" y="7622"/>
                  </a:lnTo>
                  <a:lnTo>
                    <a:pt x="34454" y="7802"/>
                  </a:lnTo>
                  <a:lnTo>
                    <a:pt x="33852" y="8003"/>
                  </a:lnTo>
                  <a:lnTo>
                    <a:pt x="32508" y="8364"/>
                  </a:lnTo>
                  <a:lnTo>
                    <a:pt x="31024" y="8725"/>
                  </a:lnTo>
                  <a:lnTo>
                    <a:pt x="29420" y="9086"/>
                  </a:lnTo>
                  <a:lnTo>
                    <a:pt x="27695" y="9426"/>
                  </a:lnTo>
                  <a:lnTo>
                    <a:pt x="25911" y="9727"/>
                  </a:lnTo>
                  <a:lnTo>
                    <a:pt x="24086" y="9988"/>
                  </a:lnTo>
                  <a:lnTo>
                    <a:pt x="22220" y="10229"/>
                  </a:lnTo>
                  <a:lnTo>
                    <a:pt x="21278" y="10329"/>
                  </a:lnTo>
                  <a:lnTo>
                    <a:pt x="20355" y="10409"/>
                  </a:lnTo>
                  <a:lnTo>
                    <a:pt x="19433" y="10489"/>
                  </a:lnTo>
                  <a:lnTo>
                    <a:pt x="18510" y="10549"/>
                  </a:lnTo>
                  <a:lnTo>
                    <a:pt x="17608" y="10590"/>
                  </a:lnTo>
                  <a:lnTo>
                    <a:pt x="16706" y="10610"/>
                  </a:lnTo>
                  <a:lnTo>
                    <a:pt x="15823" y="10610"/>
                  </a:lnTo>
                  <a:lnTo>
                    <a:pt x="14981" y="10610"/>
                  </a:lnTo>
                  <a:lnTo>
                    <a:pt x="14139" y="10590"/>
                  </a:lnTo>
                  <a:lnTo>
                    <a:pt x="13336" y="10529"/>
                  </a:lnTo>
                  <a:lnTo>
                    <a:pt x="13336" y="10529"/>
                  </a:lnTo>
                  <a:lnTo>
                    <a:pt x="12494" y="10469"/>
                  </a:lnTo>
                  <a:lnTo>
                    <a:pt x="11672" y="10369"/>
                  </a:lnTo>
                  <a:lnTo>
                    <a:pt x="10890" y="10269"/>
                  </a:lnTo>
                  <a:lnTo>
                    <a:pt x="10128" y="10148"/>
                  </a:lnTo>
                  <a:lnTo>
                    <a:pt x="9386" y="10008"/>
                  </a:lnTo>
                  <a:lnTo>
                    <a:pt x="8664" y="9868"/>
                  </a:lnTo>
                  <a:lnTo>
                    <a:pt x="7962" y="9707"/>
                  </a:lnTo>
                  <a:lnTo>
                    <a:pt x="7300" y="9527"/>
                  </a:lnTo>
                  <a:lnTo>
                    <a:pt x="7300" y="9527"/>
                  </a:lnTo>
                  <a:lnTo>
                    <a:pt x="6438" y="9286"/>
                  </a:lnTo>
                  <a:lnTo>
                    <a:pt x="5635" y="9005"/>
                  </a:lnTo>
                  <a:lnTo>
                    <a:pt x="4873" y="8725"/>
                  </a:lnTo>
                  <a:lnTo>
                    <a:pt x="4151" y="8444"/>
                  </a:lnTo>
                  <a:lnTo>
                    <a:pt x="3490" y="8143"/>
                  </a:lnTo>
                  <a:lnTo>
                    <a:pt x="2888" y="7822"/>
                  </a:lnTo>
                  <a:lnTo>
                    <a:pt x="2347" y="7521"/>
                  </a:lnTo>
                  <a:lnTo>
                    <a:pt x="1845" y="7220"/>
                  </a:lnTo>
                  <a:lnTo>
                    <a:pt x="1404" y="6900"/>
                  </a:lnTo>
                  <a:lnTo>
                    <a:pt x="1023" y="6599"/>
                  </a:lnTo>
                  <a:lnTo>
                    <a:pt x="702" y="6318"/>
                  </a:lnTo>
                  <a:lnTo>
                    <a:pt x="441" y="6037"/>
                  </a:lnTo>
                  <a:lnTo>
                    <a:pt x="241" y="5777"/>
                  </a:lnTo>
                  <a:lnTo>
                    <a:pt x="100" y="5536"/>
                  </a:lnTo>
                  <a:lnTo>
                    <a:pt x="60" y="5416"/>
                  </a:lnTo>
                  <a:lnTo>
                    <a:pt x="20" y="5295"/>
                  </a:lnTo>
                  <a:lnTo>
                    <a:pt x="0" y="5195"/>
                  </a:lnTo>
                  <a:lnTo>
                    <a:pt x="20" y="5095"/>
                  </a:lnTo>
                  <a:lnTo>
                    <a:pt x="20" y="5095"/>
                  </a:lnTo>
                  <a:lnTo>
                    <a:pt x="40" y="4954"/>
                  </a:lnTo>
                  <a:lnTo>
                    <a:pt x="80" y="4834"/>
                  </a:lnTo>
                  <a:lnTo>
                    <a:pt x="120" y="4694"/>
                  </a:lnTo>
                  <a:lnTo>
                    <a:pt x="201" y="4553"/>
                  </a:lnTo>
                  <a:lnTo>
                    <a:pt x="301" y="4413"/>
                  </a:lnTo>
                  <a:lnTo>
                    <a:pt x="401" y="4272"/>
                  </a:lnTo>
                  <a:lnTo>
                    <a:pt x="662" y="3972"/>
                  </a:lnTo>
                  <a:lnTo>
                    <a:pt x="983" y="3691"/>
                  </a:lnTo>
                  <a:lnTo>
                    <a:pt x="1344" y="3410"/>
                  </a:lnTo>
                  <a:lnTo>
                    <a:pt x="1765" y="3109"/>
                  </a:lnTo>
                  <a:lnTo>
                    <a:pt x="2226" y="2828"/>
                  </a:lnTo>
                  <a:lnTo>
                    <a:pt x="2728" y="2568"/>
                  </a:lnTo>
                  <a:lnTo>
                    <a:pt x="3249" y="2307"/>
                  </a:lnTo>
                  <a:lnTo>
                    <a:pt x="3810" y="2046"/>
                  </a:lnTo>
                  <a:lnTo>
                    <a:pt x="4372" y="1826"/>
                  </a:lnTo>
                  <a:lnTo>
                    <a:pt x="4974" y="1605"/>
                  </a:lnTo>
                  <a:lnTo>
                    <a:pt x="5575" y="1405"/>
                  </a:lnTo>
                  <a:lnTo>
                    <a:pt x="6197" y="1224"/>
                  </a:lnTo>
                  <a:lnTo>
                    <a:pt x="6799" y="1064"/>
                  </a:lnTo>
                  <a:lnTo>
                    <a:pt x="6799" y="1064"/>
                  </a:lnTo>
                  <a:lnTo>
                    <a:pt x="7480" y="903"/>
                  </a:lnTo>
                  <a:lnTo>
                    <a:pt x="8222" y="783"/>
                  </a:lnTo>
                  <a:lnTo>
                    <a:pt x="9005" y="643"/>
                  </a:lnTo>
                  <a:lnTo>
                    <a:pt x="9847" y="542"/>
                  </a:lnTo>
                  <a:lnTo>
                    <a:pt x="10729" y="422"/>
                  </a:lnTo>
                  <a:lnTo>
                    <a:pt x="11652" y="342"/>
                  </a:lnTo>
                  <a:lnTo>
                    <a:pt x="12594" y="262"/>
                  </a:lnTo>
                  <a:lnTo>
                    <a:pt x="13577" y="181"/>
                  </a:lnTo>
                  <a:lnTo>
                    <a:pt x="14600" y="121"/>
                  </a:lnTo>
                  <a:lnTo>
                    <a:pt x="15623" y="81"/>
                  </a:lnTo>
                  <a:lnTo>
                    <a:pt x="16665" y="41"/>
                  </a:lnTo>
                  <a:lnTo>
                    <a:pt x="17708" y="21"/>
                  </a:lnTo>
                  <a:lnTo>
                    <a:pt x="18771" y="1"/>
                  </a:lnTo>
                  <a:lnTo>
                    <a:pt x="19814" y="1"/>
                  </a:lnTo>
                  <a:lnTo>
                    <a:pt x="20877" y="1"/>
                  </a:lnTo>
                  <a:lnTo>
                    <a:pt x="21920" y="41"/>
                  </a:lnTo>
                  <a:lnTo>
                    <a:pt x="21920" y="41"/>
                  </a:lnTo>
                  <a:lnTo>
                    <a:pt x="21920" y="41"/>
                  </a:lnTo>
                  <a:lnTo>
                    <a:pt x="23103" y="81"/>
                  </a:lnTo>
                  <a:lnTo>
                    <a:pt x="24266" y="141"/>
                  </a:lnTo>
                  <a:lnTo>
                    <a:pt x="25389" y="221"/>
                  </a:lnTo>
                  <a:lnTo>
                    <a:pt x="26472" y="302"/>
                  </a:lnTo>
                  <a:lnTo>
                    <a:pt x="27495" y="422"/>
                  </a:lnTo>
                  <a:lnTo>
                    <a:pt x="28477" y="542"/>
                  </a:lnTo>
                  <a:lnTo>
                    <a:pt x="29400" y="703"/>
                  </a:lnTo>
                  <a:lnTo>
                    <a:pt x="30242" y="863"/>
                  </a:lnTo>
                  <a:lnTo>
                    <a:pt x="30242" y="863"/>
                  </a:lnTo>
                  <a:lnTo>
                    <a:pt x="31085" y="1064"/>
                  </a:lnTo>
                  <a:lnTo>
                    <a:pt x="31907" y="1304"/>
                  </a:lnTo>
                  <a:lnTo>
                    <a:pt x="32709" y="1585"/>
                  </a:lnTo>
                  <a:lnTo>
                    <a:pt x="33491" y="1906"/>
                  </a:lnTo>
                  <a:lnTo>
                    <a:pt x="34233" y="2267"/>
                  </a:lnTo>
                  <a:lnTo>
                    <a:pt x="34935" y="2628"/>
                  </a:lnTo>
                  <a:lnTo>
                    <a:pt x="35577" y="3029"/>
                  </a:lnTo>
                  <a:lnTo>
                    <a:pt x="35858" y="3230"/>
                  </a:lnTo>
                  <a:lnTo>
                    <a:pt x="36138" y="3430"/>
                  </a:lnTo>
                  <a:lnTo>
                    <a:pt x="36399" y="3651"/>
                  </a:lnTo>
                  <a:lnTo>
                    <a:pt x="36640" y="3851"/>
                  </a:lnTo>
                  <a:lnTo>
                    <a:pt x="36860" y="4072"/>
                  </a:lnTo>
                  <a:lnTo>
                    <a:pt x="37061" y="4272"/>
                  </a:lnTo>
                  <a:lnTo>
                    <a:pt x="37241" y="4473"/>
                  </a:lnTo>
                  <a:lnTo>
                    <a:pt x="37382" y="4694"/>
                  </a:lnTo>
                  <a:lnTo>
                    <a:pt x="37502" y="4894"/>
                  </a:lnTo>
                  <a:lnTo>
                    <a:pt x="37602" y="5095"/>
                  </a:lnTo>
                  <a:lnTo>
                    <a:pt x="37662" y="5295"/>
                  </a:lnTo>
                  <a:lnTo>
                    <a:pt x="37703" y="5496"/>
                  </a:lnTo>
                  <a:lnTo>
                    <a:pt x="37723" y="5696"/>
                  </a:lnTo>
                  <a:lnTo>
                    <a:pt x="37683" y="5877"/>
                  </a:lnTo>
                  <a:lnTo>
                    <a:pt x="37622" y="6057"/>
                  </a:lnTo>
                  <a:lnTo>
                    <a:pt x="37522" y="6238"/>
                  </a:lnTo>
                  <a:lnTo>
                    <a:pt x="37402" y="6418"/>
                  </a:lnTo>
                  <a:lnTo>
                    <a:pt x="37241" y="6579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9" name="Google Shape;6489;p29"/>
            <p:cNvSpPr/>
            <p:nvPr/>
          </p:nvSpPr>
          <p:spPr>
            <a:xfrm>
              <a:off x="11405950" y="4171988"/>
              <a:ext cx="759600" cy="264250"/>
            </a:xfrm>
            <a:custGeom>
              <a:avLst/>
              <a:gdLst/>
              <a:ahLst/>
              <a:cxnLst/>
              <a:rect l="l" t="t" r="r" b="b"/>
              <a:pathLst>
                <a:path w="30384" h="10570" extrusionOk="0">
                  <a:moveTo>
                    <a:pt x="14621" y="1"/>
                  </a:moveTo>
                  <a:lnTo>
                    <a:pt x="15423" y="121"/>
                  </a:lnTo>
                  <a:lnTo>
                    <a:pt x="16225" y="282"/>
                  </a:lnTo>
                  <a:lnTo>
                    <a:pt x="17067" y="442"/>
                  </a:lnTo>
                  <a:lnTo>
                    <a:pt x="17569" y="242"/>
                  </a:lnTo>
                  <a:lnTo>
                    <a:pt x="17789" y="161"/>
                  </a:lnTo>
                  <a:lnTo>
                    <a:pt x="16245" y="61"/>
                  </a:lnTo>
                  <a:lnTo>
                    <a:pt x="14621" y="1"/>
                  </a:lnTo>
                  <a:close/>
                  <a:moveTo>
                    <a:pt x="20396" y="402"/>
                  </a:moveTo>
                  <a:lnTo>
                    <a:pt x="19033" y="923"/>
                  </a:lnTo>
                  <a:lnTo>
                    <a:pt x="19434" y="1044"/>
                  </a:lnTo>
                  <a:lnTo>
                    <a:pt x="19795" y="1184"/>
                  </a:lnTo>
                  <a:lnTo>
                    <a:pt x="20176" y="1345"/>
                  </a:lnTo>
                  <a:lnTo>
                    <a:pt x="20517" y="1545"/>
                  </a:lnTo>
                  <a:lnTo>
                    <a:pt x="20858" y="1746"/>
                  </a:lnTo>
                  <a:lnTo>
                    <a:pt x="21178" y="1966"/>
                  </a:lnTo>
                  <a:lnTo>
                    <a:pt x="21479" y="2227"/>
                  </a:lnTo>
                  <a:lnTo>
                    <a:pt x="21740" y="2508"/>
                  </a:lnTo>
                  <a:lnTo>
                    <a:pt x="21900" y="2668"/>
                  </a:lnTo>
                  <a:lnTo>
                    <a:pt x="22021" y="2849"/>
                  </a:lnTo>
                  <a:lnTo>
                    <a:pt x="22141" y="3049"/>
                  </a:lnTo>
                  <a:lnTo>
                    <a:pt x="22241" y="3230"/>
                  </a:lnTo>
                  <a:lnTo>
                    <a:pt x="22342" y="3430"/>
                  </a:lnTo>
                  <a:lnTo>
                    <a:pt x="22402" y="3631"/>
                  </a:lnTo>
                  <a:lnTo>
                    <a:pt x="22462" y="3851"/>
                  </a:lnTo>
                  <a:lnTo>
                    <a:pt x="22522" y="4052"/>
                  </a:lnTo>
                  <a:lnTo>
                    <a:pt x="22542" y="4273"/>
                  </a:lnTo>
                  <a:lnTo>
                    <a:pt x="22562" y="4473"/>
                  </a:lnTo>
                  <a:lnTo>
                    <a:pt x="22542" y="4694"/>
                  </a:lnTo>
                  <a:lnTo>
                    <a:pt x="22522" y="4914"/>
                  </a:lnTo>
                  <a:lnTo>
                    <a:pt x="22462" y="5115"/>
                  </a:lnTo>
                  <a:lnTo>
                    <a:pt x="22402" y="5335"/>
                  </a:lnTo>
                  <a:lnTo>
                    <a:pt x="22302" y="5536"/>
                  </a:lnTo>
                  <a:lnTo>
                    <a:pt x="22201" y="5737"/>
                  </a:lnTo>
                  <a:lnTo>
                    <a:pt x="22201" y="5737"/>
                  </a:lnTo>
                  <a:lnTo>
                    <a:pt x="22342" y="5716"/>
                  </a:lnTo>
                  <a:lnTo>
                    <a:pt x="24608" y="5576"/>
                  </a:lnTo>
                  <a:lnTo>
                    <a:pt x="26734" y="5436"/>
                  </a:lnTo>
                  <a:lnTo>
                    <a:pt x="28679" y="5335"/>
                  </a:lnTo>
                  <a:lnTo>
                    <a:pt x="30384" y="5275"/>
                  </a:lnTo>
                  <a:lnTo>
                    <a:pt x="30323" y="5115"/>
                  </a:lnTo>
                  <a:lnTo>
                    <a:pt x="30263" y="4954"/>
                  </a:lnTo>
                  <a:lnTo>
                    <a:pt x="30183" y="4794"/>
                  </a:lnTo>
                  <a:lnTo>
                    <a:pt x="30083" y="4634"/>
                  </a:lnTo>
                  <a:lnTo>
                    <a:pt x="29822" y="4313"/>
                  </a:lnTo>
                  <a:lnTo>
                    <a:pt x="29521" y="3972"/>
                  </a:lnTo>
                  <a:lnTo>
                    <a:pt x="29160" y="3651"/>
                  </a:lnTo>
                  <a:lnTo>
                    <a:pt x="28759" y="3330"/>
                  </a:lnTo>
                  <a:lnTo>
                    <a:pt x="28298" y="3009"/>
                  </a:lnTo>
                  <a:lnTo>
                    <a:pt x="27796" y="2688"/>
                  </a:lnTo>
                  <a:lnTo>
                    <a:pt x="27275" y="2407"/>
                  </a:lnTo>
                  <a:lnTo>
                    <a:pt x="26714" y="2107"/>
                  </a:lnTo>
                  <a:lnTo>
                    <a:pt x="26112" y="1846"/>
                  </a:lnTo>
                  <a:lnTo>
                    <a:pt x="25510" y="1585"/>
                  </a:lnTo>
                  <a:lnTo>
                    <a:pt x="24889" y="1365"/>
                  </a:lnTo>
                  <a:lnTo>
                    <a:pt x="24247" y="1164"/>
                  </a:lnTo>
                  <a:lnTo>
                    <a:pt x="23605" y="964"/>
                  </a:lnTo>
                  <a:lnTo>
                    <a:pt x="22943" y="823"/>
                  </a:lnTo>
                  <a:lnTo>
                    <a:pt x="22362" y="703"/>
                  </a:lnTo>
                  <a:lnTo>
                    <a:pt x="21740" y="603"/>
                  </a:lnTo>
                  <a:lnTo>
                    <a:pt x="21078" y="502"/>
                  </a:lnTo>
                  <a:lnTo>
                    <a:pt x="20396" y="402"/>
                  </a:lnTo>
                  <a:close/>
                  <a:moveTo>
                    <a:pt x="29962" y="6499"/>
                  </a:moveTo>
                  <a:lnTo>
                    <a:pt x="26373" y="6679"/>
                  </a:lnTo>
                  <a:lnTo>
                    <a:pt x="22502" y="6880"/>
                  </a:lnTo>
                  <a:lnTo>
                    <a:pt x="22302" y="6880"/>
                  </a:lnTo>
                  <a:lnTo>
                    <a:pt x="21860" y="6920"/>
                  </a:lnTo>
                  <a:lnTo>
                    <a:pt x="20878" y="6960"/>
                  </a:lnTo>
                  <a:lnTo>
                    <a:pt x="20838" y="6960"/>
                  </a:lnTo>
                  <a:lnTo>
                    <a:pt x="20497" y="7160"/>
                  </a:lnTo>
                  <a:lnTo>
                    <a:pt x="20136" y="7321"/>
                  </a:lnTo>
                  <a:lnTo>
                    <a:pt x="19775" y="7481"/>
                  </a:lnTo>
                  <a:lnTo>
                    <a:pt x="19434" y="7622"/>
                  </a:lnTo>
                  <a:lnTo>
                    <a:pt x="18692" y="7882"/>
                  </a:lnTo>
                  <a:lnTo>
                    <a:pt x="17950" y="8123"/>
                  </a:lnTo>
                  <a:lnTo>
                    <a:pt x="17188" y="8324"/>
                  </a:lnTo>
                  <a:lnTo>
                    <a:pt x="16426" y="8504"/>
                  </a:lnTo>
                  <a:lnTo>
                    <a:pt x="15664" y="8644"/>
                  </a:lnTo>
                  <a:lnTo>
                    <a:pt x="14901" y="8785"/>
                  </a:lnTo>
                  <a:lnTo>
                    <a:pt x="13357" y="9025"/>
                  </a:lnTo>
                  <a:lnTo>
                    <a:pt x="12375" y="9166"/>
                  </a:lnTo>
                  <a:lnTo>
                    <a:pt x="11392" y="9286"/>
                  </a:lnTo>
                  <a:lnTo>
                    <a:pt x="10409" y="9366"/>
                  </a:lnTo>
                  <a:lnTo>
                    <a:pt x="9427" y="9447"/>
                  </a:lnTo>
                  <a:lnTo>
                    <a:pt x="8444" y="9507"/>
                  </a:lnTo>
                  <a:lnTo>
                    <a:pt x="7461" y="9567"/>
                  </a:lnTo>
                  <a:lnTo>
                    <a:pt x="6479" y="9587"/>
                  </a:lnTo>
                  <a:lnTo>
                    <a:pt x="4172" y="9587"/>
                  </a:lnTo>
                  <a:lnTo>
                    <a:pt x="2869" y="9527"/>
                  </a:lnTo>
                  <a:lnTo>
                    <a:pt x="1545" y="9467"/>
                  </a:lnTo>
                  <a:lnTo>
                    <a:pt x="242" y="9346"/>
                  </a:lnTo>
                  <a:lnTo>
                    <a:pt x="222" y="9346"/>
                  </a:lnTo>
                  <a:lnTo>
                    <a:pt x="141" y="9366"/>
                  </a:lnTo>
                  <a:lnTo>
                    <a:pt x="81" y="9386"/>
                  </a:lnTo>
                  <a:lnTo>
                    <a:pt x="41" y="9427"/>
                  </a:lnTo>
                  <a:lnTo>
                    <a:pt x="1" y="9487"/>
                  </a:lnTo>
                  <a:lnTo>
                    <a:pt x="663" y="9667"/>
                  </a:lnTo>
                  <a:lnTo>
                    <a:pt x="1365" y="9828"/>
                  </a:lnTo>
                  <a:lnTo>
                    <a:pt x="2087" y="9968"/>
                  </a:lnTo>
                  <a:lnTo>
                    <a:pt x="2829" y="10108"/>
                  </a:lnTo>
                  <a:lnTo>
                    <a:pt x="3591" y="10229"/>
                  </a:lnTo>
                  <a:lnTo>
                    <a:pt x="4373" y="10329"/>
                  </a:lnTo>
                  <a:lnTo>
                    <a:pt x="5195" y="10429"/>
                  </a:lnTo>
                  <a:lnTo>
                    <a:pt x="6037" y="10489"/>
                  </a:lnTo>
                  <a:lnTo>
                    <a:pt x="7261" y="10550"/>
                  </a:lnTo>
                  <a:lnTo>
                    <a:pt x="8524" y="10570"/>
                  </a:lnTo>
                  <a:lnTo>
                    <a:pt x="9326" y="10570"/>
                  </a:lnTo>
                  <a:lnTo>
                    <a:pt x="10128" y="10550"/>
                  </a:lnTo>
                  <a:lnTo>
                    <a:pt x="10951" y="10509"/>
                  </a:lnTo>
                  <a:lnTo>
                    <a:pt x="11773" y="10469"/>
                  </a:lnTo>
                  <a:lnTo>
                    <a:pt x="13458" y="10329"/>
                  </a:lnTo>
                  <a:lnTo>
                    <a:pt x="15142" y="10169"/>
                  </a:lnTo>
                  <a:lnTo>
                    <a:pt x="16847" y="9948"/>
                  </a:lnTo>
                  <a:lnTo>
                    <a:pt x="18511" y="9707"/>
                  </a:lnTo>
                  <a:lnTo>
                    <a:pt x="20136" y="9427"/>
                  </a:lnTo>
                  <a:lnTo>
                    <a:pt x="21700" y="9126"/>
                  </a:lnTo>
                  <a:lnTo>
                    <a:pt x="23184" y="8825"/>
                  </a:lnTo>
                  <a:lnTo>
                    <a:pt x="24568" y="8484"/>
                  </a:lnTo>
                  <a:lnTo>
                    <a:pt x="25851" y="8163"/>
                  </a:lnTo>
                  <a:lnTo>
                    <a:pt x="26994" y="7822"/>
                  </a:lnTo>
                  <a:lnTo>
                    <a:pt x="27997" y="7481"/>
                  </a:lnTo>
                  <a:lnTo>
                    <a:pt x="28438" y="7321"/>
                  </a:lnTo>
                  <a:lnTo>
                    <a:pt x="28839" y="7140"/>
                  </a:lnTo>
                  <a:lnTo>
                    <a:pt x="29180" y="7000"/>
                  </a:lnTo>
                  <a:lnTo>
                    <a:pt x="29481" y="6840"/>
                  </a:lnTo>
                  <a:lnTo>
                    <a:pt x="29742" y="6679"/>
                  </a:lnTo>
                  <a:lnTo>
                    <a:pt x="29942" y="6539"/>
                  </a:lnTo>
                  <a:lnTo>
                    <a:pt x="29962" y="6499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0" name="Google Shape;6490;p29"/>
            <p:cNvSpPr/>
            <p:nvPr/>
          </p:nvSpPr>
          <p:spPr>
            <a:xfrm>
              <a:off x="11405950" y="4334438"/>
              <a:ext cx="749075" cy="101800"/>
            </a:xfrm>
            <a:custGeom>
              <a:avLst/>
              <a:gdLst/>
              <a:ahLst/>
              <a:cxnLst/>
              <a:rect l="l" t="t" r="r" b="b"/>
              <a:pathLst>
                <a:path w="29963" h="4072" fill="none" extrusionOk="0">
                  <a:moveTo>
                    <a:pt x="29962" y="1"/>
                  </a:moveTo>
                  <a:lnTo>
                    <a:pt x="29962" y="1"/>
                  </a:lnTo>
                  <a:lnTo>
                    <a:pt x="26373" y="181"/>
                  </a:lnTo>
                  <a:lnTo>
                    <a:pt x="26373" y="181"/>
                  </a:lnTo>
                  <a:lnTo>
                    <a:pt x="22502" y="382"/>
                  </a:lnTo>
                  <a:lnTo>
                    <a:pt x="22502" y="382"/>
                  </a:lnTo>
                  <a:lnTo>
                    <a:pt x="22342" y="382"/>
                  </a:lnTo>
                  <a:lnTo>
                    <a:pt x="22342" y="382"/>
                  </a:lnTo>
                  <a:lnTo>
                    <a:pt x="22302" y="382"/>
                  </a:lnTo>
                  <a:lnTo>
                    <a:pt x="22302" y="382"/>
                  </a:lnTo>
                  <a:lnTo>
                    <a:pt x="21860" y="422"/>
                  </a:lnTo>
                  <a:lnTo>
                    <a:pt x="21860" y="422"/>
                  </a:lnTo>
                  <a:lnTo>
                    <a:pt x="20878" y="462"/>
                  </a:lnTo>
                  <a:lnTo>
                    <a:pt x="20878" y="462"/>
                  </a:lnTo>
                  <a:lnTo>
                    <a:pt x="20838" y="462"/>
                  </a:lnTo>
                  <a:lnTo>
                    <a:pt x="20838" y="462"/>
                  </a:lnTo>
                  <a:lnTo>
                    <a:pt x="20497" y="662"/>
                  </a:lnTo>
                  <a:lnTo>
                    <a:pt x="20136" y="823"/>
                  </a:lnTo>
                  <a:lnTo>
                    <a:pt x="19775" y="983"/>
                  </a:lnTo>
                  <a:lnTo>
                    <a:pt x="19434" y="1124"/>
                  </a:lnTo>
                  <a:lnTo>
                    <a:pt x="19434" y="1124"/>
                  </a:lnTo>
                  <a:lnTo>
                    <a:pt x="18692" y="1384"/>
                  </a:lnTo>
                  <a:lnTo>
                    <a:pt x="17950" y="1625"/>
                  </a:lnTo>
                  <a:lnTo>
                    <a:pt x="17188" y="1826"/>
                  </a:lnTo>
                  <a:lnTo>
                    <a:pt x="16426" y="2006"/>
                  </a:lnTo>
                  <a:lnTo>
                    <a:pt x="15664" y="2146"/>
                  </a:lnTo>
                  <a:lnTo>
                    <a:pt x="14901" y="2287"/>
                  </a:lnTo>
                  <a:lnTo>
                    <a:pt x="13357" y="2527"/>
                  </a:lnTo>
                  <a:lnTo>
                    <a:pt x="13357" y="2527"/>
                  </a:lnTo>
                  <a:lnTo>
                    <a:pt x="12375" y="2668"/>
                  </a:lnTo>
                  <a:lnTo>
                    <a:pt x="11392" y="2788"/>
                  </a:lnTo>
                  <a:lnTo>
                    <a:pt x="10409" y="2868"/>
                  </a:lnTo>
                  <a:lnTo>
                    <a:pt x="9427" y="2949"/>
                  </a:lnTo>
                  <a:lnTo>
                    <a:pt x="8444" y="3009"/>
                  </a:lnTo>
                  <a:lnTo>
                    <a:pt x="7461" y="3069"/>
                  </a:lnTo>
                  <a:lnTo>
                    <a:pt x="6479" y="3089"/>
                  </a:lnTo>
                  <a:lnTo>
                    <a:pt x="5496" y="3089"/>
                  </a:lnTo>
                  <a:lnTo>
                    <a:pt x="5496" y="3089"/>
                  </a:lnTo>
                  <a:lnTo>
                    <a:pt x="4172" y="3089"/>
                  </a:lnTo>
                  <a:lnTo>
                    <a:pt x="2869" y="3029"/>
                  </a:lnTo>
                  <a:lnTo>
                    <a:pt x="1545" y="2969"/>
                  </a:lnTo>
                  <a:lnTo>
                    <a:pt x="242" y="2848"/>
                  </a:lnTo>
                  <a:lnTo>
                    <a:pt x="242" y="2848"/>
                  </a:lnTo>
                  <a:lnTo>
                    <a:pt x="222" y="2848"/>
                  </a:lnTo>
                  <a:lnTo>
                    <a:pt x="222" y="2848"/>
                  </a:lnTo>
                  <a:lnTo>
                    <a:pt x="141" y="2868"/>
                  </a:lnTo>
                  <a:lnTo>
                    <a:pt x="81" y="2888"/>
                  </a:lnTo>
                  <a:lnTo>
                    <a:pt x="41" y="2929"/>
                  </a:lnTo>
                  <a:lnTo>
                    <a:pt x="1" y="2989"/>
                  </a:lnTo>
                  <a:lnTo>
                    <a:pt x="1" y="2989"/>
                  </a:lnTo>
                  <a:lnTo>
                    <a:pt x="663" y="3169"/>
                  </a:lnTo>
                  <a:lnTo>
                    <a:pt x="1365" y="3330"/>
                  </a:lnTo>
                  <a:lnTo>
                    <a:pt x="2087" y="3470"/>
                  </a:lnTo>
                  <a:lnTo>
                    <a:pt x="2829" y="3610"/>
                  </a:lnTo>
                  <a:lnTo>
                    <a:pt x="3591" y="3731"/>
                  </a:lnTo>
                  <a:lnTo>
                    <a:pt x="4373" y="3831"/>
                  </a:lnTo>
                  <a:lnTo>
                    <a:pt x="5195" y="3931"/>
                  </a:lnTo>
                  <a:lnTo>
                    <a:pt x="6037" y="3991"/>
                  </a:lnTo>
                  <a:lnTo>
                    <a:pt x="6037" y="3991"/>
                  </a:lnTo>
                  <a:lnTo>
                    <a:pt x="7261" y="4052"/>
                  </a:lnTo>
                  <a:lnTo>
                    <a:pt x="8524" y="4072"/>
                  </a:lnTo>
                  <a:lnTo>
                    <a:pt x="8524" y="4072"/>
                  </a:lnTo>
                  <a:lnTo>
                    <a:pt x="9326" y="4072"/>
                  </a:lnTo>
                  <a:lnTo>
                    <a:pt x="10128" y="4052"/>
                  </a:lnTo>
                  <a:lnTo>
                    <a:pt x="10951" y="4011"/>
                  </a:lnTo>
                  <a:lnTo>
                    <a:pt x="11773" y="3971"/>
                  </a:lnTo>
                  <a:lnTo>
                    <a:pt x="13458" y="3831"/>
                  </a:lnTo>
                  <a:lnTo>
                    <a:pt x="15142" y="3671"/>
                  </a:lnTo>
                  <a:lnTo>
                    <a:pt x="16847" y="3450"/>
                  </a:lnTo>
                  <a:lnTo>
                    <a:pt x="18511" y="3209"/>
                  </a:lnTo>
                  <a:lnTo>
                    <a:pt x="20136" y="2929"/>
                  </a:lnTo>
                  <a:lnTo>
                    <a:pt x="21700" y="2628"/>
                  </a:lnTo>
                  <a:lnTo>
                    <a:pt x="23184" y="2327"/>
                  </a:lnTo>
                  <a:lnTo>
                    <a:pt x="24568" y="1986"/>
                  </a:lnTo>
                  <a:lnTo>
                    <a:pt x="25851" y="1665"/>
                  </a:lnTo>
                  <a:lnTo>
                    <a:pt x="26994" y="1324"/>
                  </a:lnTo>
                  <a:lnTo>
                    <a:pt x="27997" y="983"/>
                  </a:lnTo>
                  <a:lnTo>
                    <a:pt x="28438" y="823"/>
                  </a:lnTo>
                  <a:lnTo>
                    <a:pt x="28839" y="642"/>
                  </a:lnTo>
                  <a:lnTo>
                    <a:pt x="29180" y="502"/>
                  </a:lnTo>
                  <a:lnTo>
                    <a:pt x="29481" y="342"/>
                  </a:lnTo>
                  <a:lnTo>
                    <a:pt x="29742" y="181"/>
                  </a:lnTo>
                  <a:lnTo>
                    <a:pt x="29942" y="41"/>
                  </a:lnTo>
                  <a:lnTo>
                    <a:pt x="29942" y="41"/>
                  </a:lnTo>
                  <a:lnTo>
                    <a:pt x="2996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1" name="Google Shape;6491;p29"/>
            <p:cNvSpPr/>
            <p:nvPr/>
          </p:nvSpPr>
          <p:spPr>
            <a:xfrm>
              <a:off x="11881750" y="4182013"/>
              <a:ext cx="283800" cy="133400"/>
            </a:xfrm>
            <a:custGeom>
              <a:avLst/>
              <a:gdLst/>
              <a:ahLst/>
              <a:cxnLst/>
              <a:rect l="l" t="t" r="r" b="b"/>
              <a:pathLst>
                <a:path w="11352" h="5336" fill="none" extrusionOk="0">
                  <a:moveTo>
                    <a:pt x="1364" y="1"/>
                  </a:moveTo>
                  <a:lnTo>
                    <a:pt x="1364" y="1"/>
                  </a:lnTo>
                  <a:lnTo>
                    <a:pt x="1" y="522"/>
                  </a:lnTo>
                  <a:lnTo>
                    <a:pt x="1" y="522"/>
                  </a:lnTo>
                  <a:lnTo>
                    <a:pt x="402" y="643"/>
                  </a:lnTo>
                  <a:lnTo>
                    <a:pt x="763" y="783"/>
                  </a:lnTo>
                  <a:lnTo>
                    <a:pt x="1144" y="944"/>
                  </a:lnTo>
                  <a:lnTo>
                    <a:pt x="1485" y="1144"/>
                  </a:lnTo>
                  <a:lnTo>
                    <a:pt x="1826" y="1345"/>
                  </a:lnTo>
                  <a:lnTo>
                    <a:pt x="2146" y="1565"/>
                  </a:lnTo>
                  <a:lnTo>
                    <a:pt x="2447" y="1826"/>
                  </a:lnTo>
                  <a:lnTo>
                    <a:pt x="2708" y="2107"/>
                  </a:lnTo>
                  <a:lnTo>
                    <a:pt x="2708" y="2107"/>
                  </a:lnTo>
                  <a:lnTo>
                    <a:pt x="2868" y="2267"/>
                  </a:lnTo>
                  <a:lnTo>
                    <a:pt x="2989" y="2448"/>
                  </a:lnTo>
                  <a:lnTo>
                    <a:pt x="3109" y="2648"/>
                  </a:lnTo>
                  <a:lnTo>
                    <a:pt x="3209" y="2829"/>
                  </a:lnTo>
                  <a:lnTo>
                    <a:pt x="3310" y="3029"/>
                  </a:lnTo>
                  <a:lnTo>
                    <a:pt x="3370" y="3230"/>
                  </a:lnTo>
                  <a:lnTo>
                    <a:pt x="3430" y="3450"/>
                  </a:lnTo>
                  <a:lnTo>
                    <a:pt x="3490" y="3651"/>
                  </a:lnTo>
                  <a:lnTo>
                    <a:pt x="3510" y="3872"/>
                  </a:lnTo>
                  <a:lnTo>
                    <a:pt x="3530" y="4072"/>
                  </a:lnTo>
                  <a:lnTo>
                    <a:pt x="3510" y="4293"/>
                  </a:lnTo>
                  <a:lnTo>
                    <a:pt x="3490" y="4513"/>
                  </a:lnTo>
                  <a:lnTo>
                    <a:pt x="3430" y="4714"/>
                  </a:lnTo>
                  <a:lnTo>
                    <a:pt x="3370" y="4934"/>
                  </a:lnTo>
                  <a:lnTo>
                    <a:pt x="3270" y="5135"/>
                  </a:lnTo>
                  <a:lnTo>
                    <a:pt x="3169" y="5336"/>
                  </a:lnTo>
                  <a:lnTo>
                    <a:pt x="3169" y="5336"/>
                  </a:lnTo>
                  <a:lnTo>
                    <a:pt x="3310" y="5315"/>
                  </a:lnTo>
                  <a:lnTo>
                    <a:pt x="3310" y="5315"/>
                  </a:lnTo>
                  <a:lnTo>
                    <a:pt x="5576" y="5175"/>
                  </a:lnTo>
                  <a:lnTo>
                    <a:pt x="7702" y="5035"/>
                  </a:lnTo>
                  <a:lnTo>
                    <a:pt x="9647" y="4934"/>
                  </a:lnTo>
                  <a:lnTo>
                    <a:pt x="11352" y="4874"/>
                  </a:lnTo>
                  <a:lnTo>
                    <a:pt x="11352" y="4874"/>
                  </a:lnTo>
                  <a:lnTo>
                    <a:pt x="11291" y="4714"/>
                  </a:lnTo>
                  <a:lnTo>
                    <a:pt x="11231" y="4553"/>
                  </a:lnTo>
                  <a:lnTo>
                    <a:pt x="11151" y="4393"/>
                  </a:lnTo>
                  <a:lnTo>
                    <a:pt x="11051" y="4233"/>
                  </a:lnTo>
                  <a:lnTo>
                    <a:pt x="10790" y="3912"/>
                  </a:lnTo>
                  <a:lnTo>
                    <a:pt x="10489" y="3571"/>
                  </a:lnTo>
                  <a:lnTo>
                    <a:pt x="10128" y="3250"/>
                  </a:lnTo>
                  <a:lnTo>
                    <a:pt x="9727" y="2929"/>
                  </a:lnTo>
                  <a:lnTo>
                    <a:pt x="9266" y="2608"/>
                  </a:lnTo>
                  <a:lnTo>
                    <a:pt x="8764" y="2287"/>
                  </a:lnTo>
                  <a:lnTo>
                    <a:pt x="8243" y="2006"/>
                  </a:lnTo>
                  <a:lnTo>
                    <a:pt x="7682" y="1706"/>
                  </a:lnTo>
                  <a:lnTo>
                    <a:pt x="7080" y="1445"/>
                  </a:lnTo>
                  <a:lnTo>
                    <a:pt x="6478" y="1184"/>
                  </a:lnTo>
                  <a:lnTo>
                    <a:pt x="5857" y="964"/>
                  </a:lnTo>
                  <a:lnTo>
                    <a:pt x="5215" y="763"/>
                  </a:lnTo>
                  <a:lnTo>
                    <a:pt x="4573" y="563"/>
                  </a:lnTo>
                  <a:lnTo>
                    <a:pt x="3911" y="422"/>
                  </a:lnTo>
                  <a:lnTo>
                    <a:pt x="3911" y="422"/>
                  </a:lnTo>
                  <a:lnTo>
                    <a:pt x="3330" y="302"/>
                  </a:lnTo>
                  <a:lnTo>
                    <a:pt x="2708" y="202"/>
                  </a:lnTo>
                  <a:lnTo>
                    <a:pt x="2046" y="101"/>
                  </a:lnTo>
                  <a:lnTo>
                    <a:pt x="1364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2" name="Google Shape;6492;p29"/>
            <p:cNvSpPr/>
            <p:nvPr/>
          </p:nvSpPr>
          <p:spPr>
            <a:xfrm>
              <a:off x="11771450" y="4171988"/>
              <a:ext cx="79250" cy="11075"/>
            </a:xfrm>
            <a:custGeom>
              <a:avLst/>
              <a:gdLst/>
              <a:ahLst/>
              <a:cxnLst/>
              <a:rect l="l" t="t" r="r" b="b"/>
              <a:pathLst>
                <a:path w="3170" h="443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803" y="121"/>
                  </a:lnTo>
                  <a:lnTo>
                    <a:pt x="1605" y="282"/>
                  </a:lnTo>
                  <a:lnTo>
                    <a:pt x="1605" y="282"/>
                  </a:lnTo>
                  <a:lnTo>
                    <a:pt x="2447" y="442"/>
                  </a:lnTo>
                  <a:lnTo>
                    <a:pt x="2447" y="442"/>
                  </a:lnTo>
                  <a:lnTo>
                    <a:pt x="2949" y="242"/>
                  </a:lnTo>
                  <a:lnTo>
                    <a:pt x="2949" y="242"/>
                  </a:lnTo>
                  <a:lnTo>
                    <a:pt x="3169" y="161"/>
                  </a:lnTo>
                  <a:lnTo>
                    <a:pt x="3169" y="161"/>
                  </a:lnTo>
                  <a:lnTo>
                    <a:pt x="1625" y="61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3" name="Google Shape;6493;p29"/>
            <p:cNvSpPr/>
            <p:nvPr/>
          </p:nvSpPr>
          <p:spPr>
            <a:xfrm>
              <a:off x="11246025" y="4817763"/>
              <a:ext cx="920525" cy="297325"/>
            </a:xfrm>
            <a:custGeom>
              <a:avLst/>
              <a:gdLst/>
              <a:ahLst/>
              <a:cxnLst/>
              <a:rect l="l" t="t" r="r" b="b"/>
              <a:pathLst>
                <a:path w="36821" h="11893" extrusionOk="0">
                  <a:moveTo>
                    <a:pt x="2467" y="0"/>
                  </a:moveTo>
                  <a:lnTo>
                    <a:pt x="1886" y="381"/>
                  </a:lnTo>
                  <a:lnTo>
                    <a:pt x="1384" y="742"/>
                  </a:lnTo>
                  <a:lnTo>
                    <a:pt x="963" y="1103"/>
                  </a:lnTo>
                  <a:lnTo>
                    <a:pt x="602" y="1444"/>
                  </a:lnTo>
                  <a:lnTo>
                    <a:pt x="321" y="1745"/>
                  </a:lnTo>
                  <a:lnTo>
                    <a:pt x="201" y="1885"/>
                  </a:lnTo>
                  <a:lnTo>
                    <a:pt x="121" y="2026"/>
                  </a:lnTo>
                  <a:lnTo>
                    <a:pt x="61" y="2146"/>
                  </a:lnTo>
                  <a:lnTo>
                    <a:pt x="21" y="2266"/>
                  </a:lnTo>
                  <a:lnTo>
                    <a:pt x="1" y="2367"/>
                  </a:lnTo>
                  <a:lnTo>
                    <a:pt x="21" y="2467"/>
                  </a:lnTo>
                  <a:lnTo>
                    <a:pt x="301" y="3710"/>
                  </a:lnTo>
                  <a:lnTo>
                    <a:pt x="522" y="4633"/>
                  </a:lnTo>
                  <a:lnTo>
                    <a:pt x="783" y="5656"/>
                  </a:lnTo>
                  <a:lnTo>
                    <a:pt x="1063" y="6658"/>
                  </a:lnTo>
                  <a:lnTo>
                    <a:pt x="1204" y="7120"/>
                  </a:lnTo>
                  <a:lnTo>
                    <a:pt x="1344" y="7541"/>
                  </a:lnTo>
                  <a:lnTo>
                    <a:pt x="1485" y="7922"/>
                  </a:lnTo>
                  <a:lnTo>
                    <a:pt x="1625" y="8223"/>
                  </a:lnTo>
                  <a:lnTo>
                    <a:pt x="1745" y="8443"/>
                  </a:lnTo>
                  <a:lnTo>
                    <a:pt x="1805" y="8523"/>
                  </a:lnTo>
                  <a:lnTo>
                    <a:pt x="1866" y="8584"/>
                  </a:lnTo>
                  <a:lnTo>
                    <a:pt x="2046" y="8684"/>
                  </a:lnTo>
                  <a:lnTo>
                    <a:pt x="2347" y="8824"/>
                  </a:lnTo>
                  <a:lnTo>
                    <a:pt x="2768" y="9005"/>
                  </a:lnTo>
                  <a:lnTo>
                    <a:pt x="3310" y="9205"/>
                  </a:lnTo>
                  <a:lnTo>
                    <a:pt x="3951" y="9426"/>
                  </a:lnTo>
                  <a:lnTo>
                    <a:pt x="4693" y="9666"/>
                  </a:lnTo>
                  <a:lnTo>
                    <a:pt x="5536" y="9927"/>
                  </a:lnTo>
                  <a:lnTo>
                    <a:pt x="6478" y="10188"/>
                  </a:lnTo>
                  <a:lnTo>
                    <a:pt x="7481" y="10449"/>
                  </a:lnTo>
                  <a:lnTo>
                    <a:pt x="8584" y="10709"/>
                  </a:lnTo>
                  <a:lnTo>
                    <a:pt x="9747" y="10950"/>
                  </a:lnTo>
                  <a:lnTo>
                    <a:pt x="10970" y="11191"/>
                  </a:lnTo>
                  <a:lnTo>
                    <a:pt x="12274" y="11391"/>
                  </a:lnTo>
                  <a:lnTo>
                    <a:pt x="13618" y="11572"/>
                  </a:lnTo>
                  <a:lnTo>
                    <a:pt x="15021" y="11732"/>
                  </a:lnTo>
                  <a:lnTo>
                    <a:pt x="16445" y="11832"/>
                  </a:lnTo>
                  <a:lnTo>
                    <a:pt x="17308" y="11872"/>
                  </a:lnTo>
                  <a:lnTo>
                    <a:pt x="18150" y="11893"/>
                  </a:lnTo>
                  <a:lnTo>
                    <a:pt x="18992" y="11893"/>
                  </a:lnTo>
                  <a:lnTo>
                    <a:pt x="19834" y="11872"/>
                  </a:lnTo>
                  <a:lnTo>
                    <a:pt x="20677" y="11812"/>
                  </a:lnTo>
                  <a:lnTo>
                    <a:pt x="21499" y="11752"/>
                  </a:lnTo>
                  <a:lnTo>
                    <a:pt x="22321" y="11672"/>
                  </a:lnTo>
                  <a:lnTo>
                    <a:pt x="23143" y="11572"/>
                  </a:lnTo>
                  <a:lnTo>
                    <a:pt x="23946" y="11451"/>
                  </a:lnTo>
                  <a:lnTo>
                    <a:pt x="24728" y="11331"/>
                  </a:lnTo>
                  <a:lnTo>
                    <a:pt x="25510" y="11191"/>
                  </a:lnTo>
                  <a:lnTo>
                    <a:pt x="26272" y="11050"/>
                  </a:lnTo>
                  <a:lnTo>
                    <a:pt x="27736" y="10749"/>
                  </a:lnTo>
                  <a:lnTo>
                    <a:pt x="29120" y="10408"/>
                  </a:lnTo>
                  <a:lnTo>
                    <a:pt x="30403" y="10047"/>
                  </a:lnTo>
                  <a:lnTo>
                    <a:pt x="31586" y="9707"/>
                  </a:lnTo>
                  <a:lnTo>
                    <a:pt x="32649" y="9386"/>
                  </a:lnTo>
                  <a:lnTo>
                    <a:pt x="33572" y="9065"/>
                  </a:lnTo>
                  <a:lnTo>
                    <a:pt x="34334" y="8784"/>
                  </a:lnTo>
                  <a:lnTo>
                    <a:pt x="34956" y="8563"/>
                  </a:lnTo>
                  <a:lnTo>
                    <a:pt x="35637" y="8303"/>
                  </a:lnTo>
                  <a:lnTo>
                    <a:pt x="35738" y="8243"/>
                  </a:lnTo>
                  <a:lnTo>
                    <a:pt x="35818" y="8142"/>
                  </a:lnTo>
                  <a:lnTo>
                    <a:pt x="35898" y="8022"/>
                  </a:lnTo>
                  <a:lnTo>
                    <a:pt x="35978" y="7841"/>
                  </a:lnTo>
                  <a:lnTo>
                    <a:pt x="36059" y="7661"/>
                  </a:lnTo>
                  <a:lnTo>
                    <a:pt x="36139" y="7420"/>
                  </a:lnTo>
                  <a:lnTo>
                    <a:pt x="36259" y="6899"/>
                  </a:lnTo>
                  <a:lnTo>
                    <a:pt x="36420" y="6137"/>
                  </a:lnTo>
                  <a:lnTo>
                    <a:pt x="36560" y="5315"/>
                  </a:lnTo>
                  <a:lnTo>
                    <a:pt x="36680" y="4472"/>
                  </a:lnTo>
                  <a:lnTo>
                    <a:pt x="36760" y="3630"/>
                  </a:lnTo>
                  <a:lnTo>
                    <a:pt x="36801" y="2888"/>
                  </a:lnTo>
                  <a:lnTo>
                    <a:pt x="36821" y="2246"/>
                  </a:lnTo>
                  <a:lnTo>
                    <a:pt x="36801" y="1785"/>
                  </a:lnTo>
                  <a:lnTo>
                    <a:pt x="36760" y="1645"/>
                  </a:lnTo>
                  <a:lnTo>
                    <a:pt x="36740" y="1544"/>
                  </a:lnTo>
                  <a:lnTo>
                    <a:pt x="36660" y="1464"/>
                  </a:lnTo>
                  <a:lnTo>
                    <a:pt x="36540" y="1344"/>
                  </a:lnTo>
                  <a:lnTo>
                    <a:pt x="36179" y="1023"/>
                  </a:lnTo>
                  <a:lnTo>
                    <a:pt x="35678" y="622"/>
                  </a:lnTo>
                  <a:lnTo>
                    <a:pt x="35036" y="161"/>
                  </a:lnTo>
                  <a:lnTo>
                    <a:pt x="34895" y="1183"/>
                  </a:lnTo>
                  <a:lnTo>
                    <a:pt x="34815" y="1665"/>
                  </a:lnTo>
                  <a:lnTo>
                    <a:pt x="34735" y="2086"/>
                  </a:lnTo>
                  <a:lnTo>
                    <a:pt x="34635" y="2467"/>
                  </a:lnTo>
                  <a:lnTo>
                    <a:pt x="34534" y="2748"/>
                  </a:lnTo>
                  <a:lnTo>
                    <a:pt x="34474" y="2868"/>
                  </a:lnTo>
                  <a:lnTo>
                    <a:pt x="34414" y="2968"/>
                  </a:lnTo>
                  <a:lnTo>
                    <a:pt x="34354" y="3028"/>
                  </a:lnTo>
                  <a:lnTo>
                    <a:pt x="34294" y="3069"/>
                  </a:lnTo>
                  <a:lnTo>
                    <a:pt x="33752" y="3269"/>
                  </a:lnTo>
                  <a:lnTo>
                    <a:pt x="32729" y="3650"/>
                  </a:lnTo>
                  <a:lnTo>
                    <a:pt x="32028" y="3891"/>
                  </a:lnTo>
                  <a:lnTo>
                    <a:pt x="31245" y="4151"/>
                  </a:lnTo>
                  <a:lnTo>
                    <a:pt x="30363" y="4432"/>
                  </a:lnTo>
                  <a:lnTo>
                    <a:pt x="29380" y="4713"/>
                  </a:lnTo>
                  <a:lnTo>
                    <a:pt x="28338" y="4994"/>
                  </a:lnTo>
                  <a:lnTo>
                    <a:pt x="27215" y="5275"/>
                  </a:lnTo>
                  <a:lnTo>
                    <a:pt x="26031" y="5535"/>
                  </a:lnTo>
                  <a:lnTo>
                    <a:pt x="24808" y="5776"/>
                  </a:lnTo>
                  <a:lnTo>
                    <a:pt x="23524" y="5976"/>
                  </a:lnTo>
                  <a:lnTo>
                    <a:pt x="22221" y="6157"/>
                  </a:lnTo>
                  <a:lnTo>
                    <a:pt x="21539" y="6217"/>
                  </a:lnTo>
                  <a:lnTo>
                    <a:pt x="20877" y="6277"/>
                  </a:lnTo>
                  <a:lnTo>
                    <a:pt x="20195" y="6337"/>
                  </a:lnTo>
                  <a:lnTo>
                    <a:pt x="19514" y="6357"/>
                  </a:lnTo>
                  <a:lnTo>
                    <a:pt x="18792" y="6378"/>
                  </a:lnTo>
                  <a:lnTo>
                    <a:pt x="18070" y="6378"/>
                  </a:lnTo>
                  <a:lnTo>
                    <a:pt x="17328" y="6357"/>
                  </a:lnTo>
                  <a:lnTo>
                    <a:pt x="16606" y="6337"/>
                  </a:lnTo>
                  <a:lnTo>
                    <a:pt x="15282" y="6217"/>
                  </a:lnTo>
                  <a:lnTo>
                    <a:pt x="13999" y="6097"/>
                  </a:lnTo>
                  <a:lnTo>
                    <a:pt x="12755" y="5916"/>
                  </a:lnTo>
                  <a:lnTo>
                    <a:pt x="11572" y="5736"/>
                  </a:lnTo>
                  <a:lnTo>
                    <a:pt x="10429" y="5515"/>
                  </a:lnTo>
                  <a:lnTo>
                    <a:pt x="9346" y="5295"/>
                  </a:lnTo>
                  <a:lnTo>
                    <a:pt x="8343" y="5054"/>
                  </a:lnTo>
                  <a:lnTo>
                    <a:pt x="7421" y="4813"/>
                  </a:lnTo>
                  <a:lnTo>
                    <a:pt x="6558" y="4573"/>
                  </a:lnTo>
                  <a:lnTo>
                    <a:pt x="5776" y="4332"/>
                  </a:lnTo>
                  <a:lnTo>
                    <a:pt x="5094" y="4111"/>
                  </a:lnTo>
                  <a:lnTo>
                    <a:pt x="4513" y="3911"/>
                  </a:lnTo>
                  <a:lnTo>
                    <a:pt x="4011" y="3730"/>
                  </a:lnTo>
                  <a:lnTo>
                    <a:pt x="3610" y="3550"/>
                  </a:lnTo>
                  <a:lnTo>
                    <a:pt x="3350" y="3429"/>
                  </a:lnTo>
                  <a:lnTo>
                    <a:pt x="3169" y="3329"/>
                  </a:lnTo>
                  <a:lnTo>
                    <a:pt x="3109" y="3269"/>
                  </a:lnTo>
                  <a:lnTo>
                    <a:pt x="3069" y="3169"/>
                  </a:lnTo>
                  <a:lnTo>
                    <a:pt x="3029" y="3048"/>
                  </a:lnTo>
                  <a:lnTo>
                    <a:pt x="2989" y="2908"/>
                  </a:lnTo>
                  <a:lnTo>
                    <a:pt x="2908" y="2547"/>
                  </a:lnTo>
                  <a:lnTo>
                    <a:pt x="2828" y="2126"/>
                  </a:lnTo>
                  <a:lnTo>
                    <a:pt x="2688" y="1103"/>
                  </a:lnTo>
                  <a:lnTo>
                    <a:pt x="2588" y="542"/>
                  </a:lnTo>
                  <a:lnTo>
                    <a:pt x="24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4" name="Google Shape;6494;p29"/>
            <p:cNvSpPr/>
            <p:nvPr/>
          </p:nvSpPr>
          <p:spPr>
            <a:xfrm>
              <a:off x="11246025" y="4817763"/>
              <a:ext cx="920525" cy="297325"/>
            </a:xfrm>
            <a:custGeom>
              <a:avLst/>
              <a:gdLst/>
              <a:ahLst/>
              <a:cxnLst/>
              <a:rect l="l" t="t" r="r" b="b"/>
              <a:pathLst>
                <a:path w="36821" h="11893" fill="none" extrusionOk="0">
                  <a:moveTo>
                    <a:pt x="36259" y="6899"/>
                  </a:moveTo>
                  <a:lnTo>
                    <a:pt x="36259" y="6899"/>
                  </a:lnTo>
                  <a:lnTo>
                    <a:pt x="36139" y="7420"/>
                  </a:lnTo>
                  <a:lnTo>
                    <a:pt x="36059" y="7661"/>
                  </a:lnTo>
                  <a:lnTo>
                    <a:pt x="35978" y="7841"/>
                  </a:lnTo>
                  <a:lnTo>
                    <a:pt x="35898" y="8022"/>
                  </a:lnTo>
                  <a:lnTo>
                    <a:pt x="35818" y="8142"/>
                  </a:lnTo>
                  <a:lnTo>
                    <a:pt x="35738" y="8243"/>
                  </a:lnTo>
                  <a:lnTo>
                    <a:pt x="35637" y="8303"/>
                  </a:lnTo>
                  <a:lnTo>
                    <a:pt x="35637" y="8303"/>
                  </a:lnTo>
                  <a:lnTo>
                    <a:pt x="34956" y="8563"/>
                  </a:lnTo>
                  <a:lnTo>
                    <a:pt x="34334" y="8784"/>
                  </a:lnTo>
                  <a:lnTo>
                    <a:pt x="33572" y="9065"/>
                  </a:lnTo>
                  <a:lnTo>
                    <a:pt x="32649" y="9386"/>
                  </a:lnTo>
                  <a:lnTo>
                    <a:pt x="31586" y="9707"/>
                  </a:lnTo>
                  <a:lnTo>
                    <a:pt x="30403" y="10047"/>
                  </a:lnTo>
                  <a:lnTo>
                    <a:pt x="29120" y="10408"/>
                  </a:lnTo>
                  <a:lnTo>
                    <a:pt x="27736" y="10749"/>
                  </a:lnTo>
                  <a:lnTo>
                    <a:pt x="26272" y="11050"/>
                  </a:lnTo>
                  <a:lnTo>
                    <a:pt x="25510" y="11191"/>
                  </a:lnTo>
                  <a:lnTo>
                    <a:pt x="24728" y="11331"/>
                  </a:lnTo>
                  <a:lnTo>
                    <a:pt x="23946" y="11451"/>
                  </a:lnTo>
                  <a:lnTo>
                    <a:pt x="23143" y="11572"/>
                  </a:lnTo>
                  <a:lnTo>
                    <a:pt x="22321" y="11672"/>
                  </a:lnTo>
                  <a:lnTo>
                    <a:pt x="21499" y="11752"/>
                  </a:lnTo>
                  <a:lnTo>
                    <a:pt x="20677" y="11812"/>
                  </a:lnTo>
                  <a:lnTo>
                    <a:pt x="19834" y="11872"/>
                  </a:lnTo>
                  <a:lnTo>
                    <a:pt x="18992" y="11893"/>
                  </a:lnTo>
                  <a:lnTo>
                    <a:pt x="18150" y="11893"/>
                  </a:lnTo>
                  <a:lnTo>
                    <a:pt x="17308" y="11872"/>
                  </a:lnTo>
                  <a:lnTo>
                    <a:pt x="16445" y="11832"/>
                  </a:lnTo>
                  <a:lnTo>
                    <a:pt x="16445" y="11832"/>
                  </a:lnTo>
                  <a:lnTo>
                    <a:pt x="15021" y="11732"/>
                  </a:lnTo>
                  <a:lnTo>
                    <a:pt x="13618" y="11572"/>
                  </a:lnTo>
                  <a:lnTo>
                    <a:pt x="12274" y="11391"/>
                  </a:lnTo>
                  <a:lnTo>
                    <a:pt x="10970" y="11191"/>
                  </a:lnTo>
                  <a:lnTo>
                    <a:pt x="9747" y="10950"/>
                  </a:lnTo>
                  <a:lnTo>
                    <a:pt x="8584" y="10709"/>
                  </a:lnTo>
                  <a:lnTo>
                    <a:pt x="7481" y="10449"/>
                  </a:lnTo>
                  <a:lnTo>
                    <a:pt x="6478" y="10188"/>
                  </a:lnTo>
                  <a:lnTo>
                    <a:pt x="5536" y="9927"/>
                  </a:lnTo>
                  <a:lnTo>
                    <a:pt x="4693" y="9666"/>
                  </a:lnTo>
                  <a:lnTo>
                    <a:pt x="3951" y="9426"/>
                  </a:lnTo>
                  <a:lnTo>
                    <a:pt x="3310" y="9205"/>
                  </a:lnTo>
                  <a:lnTo>
                    <a:pt x="2768" y="9005"/>
                  </a:lnTo>
                  <a:lnTo>
                    <a:pt x="2347" y="8824"/>
                  </a:lnTo>
                  <a:lnTo>
                    <a:pt x="2046" y="8684"/>
                  </a:lnTo>
                  <a:lnTo>
                    <a:pt x="1866" y="8584"/>
                  </a:lnTo>
                  <a:lnTo>
                    <a:pt x="1866" y="8584"/>
                  </a:lnTo>
                  <a:lnTo>
                    <a:pt x="1805" y="8523"/>
                  </a:lnTo>
                  <a:lnTo>
                    <a:pt x="1745" y="8443"/>
                  </a:lnTo>
                  <a:lnTo>
                    <a:pt x="1625" y="8223"/>
                  </a:lnTo>
                  <a:lnTo>
                    <a:pt x="1485" y="7922"/>
                  </a:lnTo>
                  <a:lnTo>
                    <a:pt x="1344" y="7541"/>
                  </a:lnTo>
                  <a:lnTo>
                    <a:pt x="1204" y="7120"/>
                  </a:lnTo>
                  <a:lnTo>
                    <a:pt x="1063" y="6658"/>
                  </a:lnTo>
                  <a:lnTo>
                    <a:pt x="783" y="5656"/>
                  </a:lnTo>
                  <a:lnTo>
                    <a:pt x="522" y="4633"/>
                  </a:lnTo>
                  <a:lnTo>
                    <a:pt x="301" y="3710"/>
                  </a:lnTo>
                  <a:lnTo>
                    <a:pt x="21" y="2467"/>
                  </a:lnTo>
                  <a:lnTo>
                    <a:pt x="21" y="2467"/>
                  </a:lnTo>
                  <a:lnTo>
                    <a:pt x="1" y="2367"/>
                  </a:lnTo>
                  <a:lnTo>
                    <a:pt x="21" y="2266"/>
                  </a:lnTo>
                  <a:lnTo>
                    <a:pt x="61" y="2146"/>
                  </a:lnTo>
                  <a:lnTo>
                    <a:pt x="121" y="2026"/>
                  </a:lnTo>
                  <a:lnTo>
                    <a:pt x="201" y="1885"/>
                  </a:lnTo>
                  <a:lnTo>
                    <a:pt x="321" y="1745"/>
                  </a:lnTo>
                  <a:lnTo>
                    <a:pt x="602" y="1444"/>
                  </a:lnTo>
                  <a:lnTo>
                    <a:pt x="963" y="1103"/>
                  </a:lnTo>
                  <a:lnTo>
                    <a:pt x="1384" y="742"/>
                  </a:lnTo>
                  <a:lnTo>
                    <a:pt x="1886" y="381"/>
                  </a:lnTo>
                  <a:lnTo>
                    <a:pt x="2467" y="0"/>
                  </a:lnTo>
                  <a:lnTo>
                    <a:pt x="2467" y="0"/>
                  </a:lnTo>
                  <a:lnTo>
                    <a:pt x="2588" y="542"/>
                  </a:lnTo>
                  <a:lnTo>
                    <a:pt x="2688" y="1103"/>
                  </a:lnTo>
                  <a:lnTo>
                    <a:pt x="2828" y="2126"/>
                  </a:lnTo>
                  <a:lnTo>
                    <a:pt x="2908" y="2547"/>
                  </a:lnTo>
                  <a:lnTo>
                    <a:pt x="2989" y="2908"/>
                  </a:lnTo>
                  <a:lnTo>
                    <a:pt x="3029" y="3048"/>
                  </a:lnTo>
                  <a:lnTo>
                    <a:pt x="3069" y="3169"/>
                  </a:lnTo>
                  <a:lnTo>
                    <a:pt x="3109" y="3269"/>
                  </a:lnTo>
                  <a:lnTo>
                    <a:pt x="3169" y="3329"/>
                  </a:lnTo>
                  <a:lnTo>
                    <a:pt x="3169" y="3329"/>
                  </a:lnTo>
                  <a:lnTo>
                    <a:pt x="3350" y="3429"/>
                  </a:lnTo>
                  <a:lnTo>
                    <a:pt x="3610" y="3550"/>
                  </a:lnTo>
                  <a:lnTo>
                    <a:pt x="4011" y="3730"/>
                  </a:lnTo>
                  <a:lnTo>
                    <a:pt x="4513" y="3911"/>
                  </a:lnTo>
                  <a:lnTo>
                    <a:pt x="5094" y="4111"/>
                  </a:lnTo>
                  <a:lnTo>
                    <a:pt x="5776" y="4332"/>
                  </a:lnTo>
                  <a:lnTo>
                    <a:pt x="6558" y="4573"/>
                  </a:lnTo>
                  <a:lnTo>
                    <a:pt x="7421" y="4813"/>
                  </a:lnTo>
                  <a:lnTo>
                    <a:pt x="8343" y="5054"/>
                  </a:lnTo>
                  <a:lnTo>
                    <a:pt x="9346" y="5295"/>
                  </a:lnTo>
                  <a:lnTo>
                    <a:pt x="10429" y="5515"/>
                  </a:lnTo>
                  <a:lnTo>
                    <a:pt x="11572" y="5736"/>
                  </a:lnTo>
                  <a:lnTo>
                    <a:pt x="12755" y="5916"/>
                  </a:lnTo>
                  <a:lnTo>
                    <a:pt x="13999" y="6097"/>
                  </a:lnTo>
                  <a:lnTo>
                    <a:pt x="15282" y="6217"/>
                  </a:lnTo>
                  <a:lnTo>
                    <a:pt x="16606" y="6337"/>
                  </a:lnTo>
                  <a:lnTo>
                    <a:pt x="16606" y="6337"/>
                  </a:lnTo>
                  <a:lnTo>
                    <a:pt x="17328" y="6357"/>
                  </a:lnTo>
                  <a:lnTo>
                    <a:pt x="18070" y="6378"/>
                  </a:lnTo>
                  <a:lnTo>
                    <a:pt x="18792" y="6378"/>
                  </a:lnTo>
                  <a:lnTo>
                    <a:pt x="19514" y="6357"/>
                  </a:lnTo>
                  <a:lnTo>
                    <a:pt x="19514" y="6357"/>
                  </a:lnTo>
                  <a:lnTo>
                    <a:pt x="20195" y="6337"/>
                  </a:lnTo>
                  <a:lnTo>
                    <a:pt x="20877" y="6277"/>
                  </a:lnTo>
                  <a:lnTo>
                    <a:pt x="21539" y="6217"/>
                  </a:lnTo>
                  <a:lnTo>
                    <a:pt x="22221" y="6157"/>
                  </a:lnTo>
                  <a:lnTo>
                    <a:pt x="23524" y="5976"/>
                  </a:lnTo>
                  <a:lnTo>
                    <a:pt x="24808" y="5776"/>
                  </a:lnTo>
                  <a:lnTo>
                    <a:pt x="26031" y="5535"/>
                  </a:lnTo>
                  <a:lnTo>
                    <a:pt x="27215" y="5275"/>
                  </a:lnTo>
                  <a:lnTo>
                    <a:pt x="28338" y="4994"/>
                  </a:lnTo>
                  <a:lnTo>
                    <a:pt x="29380" y="4713"/>
                  </a:lnTo>
                  <a:lnTo>
                    <a:pt x="30363" y="4432"/>
                  </a:lnTo>
                  <a:lnTo>
                    <a:pt x="31245" y="4151"/>
                  </a:lnTo>
                  <a:lnTo>
                    <a:pt x="32028" y="3891"/>
                  </a:lnTo>
                  <a:lnTo>
                    <a:pt x="32729" y="3650"/>
                  </a:lnTo>
                  <a:lnTo>
                    <a:pt x="33752" y="3269"/>
                  </a:lnTo>
                  <a:lnTo>
                    <a:pt x="34294" y="3069"/>
                  </a:lnTo>
                  <a:lnTo>
                    <a:pt x="34294" y="3069"/>
                  </a:lnTo>
                  <a:lnTo>
                    <a:pt x="34354" y="3028"/>
                  </a:lnTo>
                  <a:lnTo>
                    <a:pt x="34414" y="2968"/>
                  </a:lnTo>
                  <a:lnTo>
                    <a:pt x="34474" y="2868"/>
                  </a:lnTo>
                  <a:lnTo>
                    <a:pt x="34534" y="2748"/>
                  </a:lnTo>
                  <a:lnTo>
                    <a:pt x="34635" y="2467"/>
                  </a:lnTo>
                  <a:lnTo>
                    <a:pt x="34735" y="2086"/>
                  </a:lnTo>
                  <a:lnTo>
                    <a:pt x="34815" y="1665"/>
                  </a:lnTo>
                  <a:lnTo>
                    <a:pt x="34895" y="1183"/>
                  </a:lnTo>
                  <a:lnTo>
                    <a:pt x="35036" y="161"/>
                  </a:lnTo>
                  <a:lnTo>
                    <a:pt x="35036" y="161"/>
                  </a:lnTo>
                  <a:lnTo>
                    <a:pt x="35678" y="622"/>
                  </a:lnTo>
                  <a:lnTo>
                    <a:pt x="36179" y="1023"/>
                  </a:lnTo>
                  <a:lnTo>
                    <a:pt x="36540" y="1344"/>
                  </a:lnTo>
                  <a:lnTo>
                    <a:pt x="36660" y="1464"/>
                  </a:lnTo>
                  <a:lnTo>
                    <a:pt x="36740" y="1544"/>
                  </a:lnTo>
                  <a:lnTo>
                    <a:pt x="36740" y="1544"/>
                  </a:lnTo>
                  <a:lnTo>
                    <a:pt x="36760" y="1645"/>
                  </a:lnTo>
                  <a:lnTo>
                    <a:pt x="36801" y="1785"/>
                  </a:lnTo>
                  <a:lnTo>
                    <a:pt x="36821" y="2246"/>
                  </a:lnTo>
                  <a:lnTo>
                    <a:pt x="36801" y="2888"/>
                  </a:lnTo>
                  <a:lnTo>
                    <a:pt x="36760" y="3630"/>
                  </a:lnTo>
                  <a:lnTo>
                    <a:pt x="36680" y="4472"/>
                  </a:lnTo>
                  <a:lnTo>
                    <a:pt x="36560" y="5315"/>
                  </a:lnTo>
                  <a:lnTo>
                    <a:pt x="36420" y="6137"/>
                  </a:lnTo>
                  <a:lnTo>
                    <a:pt x="36259" y="6899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5" name="Google Shape;6495;p29"/>
            <p:cNvSpPr/>
            <p:nvPr/>
          </p:nvSpPr>
          <p:spPr>
            <a:xfrm>
              <a:off x="11246025" y="4817763"/>
              <a:ext cx="906500" cy="297325"/>
            </a:xfrm>
            <a:custGeom>
              <a:avLst/>
              <a:gdLst/>
              <a:ahLst/>
              <a:cxnLst/>
              <a:rect l="l" t="t" r="r" b="b"/>
              <a:pathLst>
                <a:path w="36260" h="11893" extrusionOk="0">
                  <a:moveTo>
                    <a:pt x="2467" y="0"/>
                  </a:moveTo>
                  <a:lnTo>
                    <a:pt x="1926" y="361"/>
                  </a:lnTo>
                  <a:lnTo>
                    <a:pt x="1445" y="722"/>
                  </a:lnTo>
                  <a:lnTo>
                    <a:pt x="1023" y="1043"/>
                  </a:lnTo>
                  <a:lnTo>
                    <a:pt x="662" y="1364"/>
                  </a:lnTo>
                  <a:lnTo>
                    <a:pt x="382" y="1665"/>
                  </a:lnTo>
                  <a:lnTo>
                    <a:pt x="181" y="1925"/>
                  </a:lnTo>
                  <a:lnTo>
                    <a:pt x="101" y="2066"/>
                  </a:lnTo>
                  <a:lnTo>
                    <a:pt x="41" y="2186"/>
                  </a:lnTo>
                  <a:lnTo>
                    <a:pt x="21" y="2286"/>
                  </a:lnTo>
                  <a:lnTo>
                    <a:pt x="1" y="2387"/>
                  </a:lnTo>
                  <a:lnTo>
                    <a:pt x="21" y="2467"/>
                  </a:lnTo>
                  <a:lnTo>
                    <a:pt x="301" y="3710"/>
                  </a:lnTo>
                  <a:lnTo>
                    <a:pt x="522" y="4633"/>
                  </a:lnTo>
                  <a:lnTo>
                    <a:pt x="783" y="5656"/>
                  </a:lnTo>
                  <a:lnTo>
                    <a:pt x="1063" y="6658"/>
                  </a:lnTo>
                  <a:lnTo>
                    <a:pt x="1204" y="7120"/>
                  </a:lnTo>
                  <a:lnTo>
                    <a:pt x="1344" y="7541"/>
                  </a:lnTo>
                  <a:lnTo>
                    <a:pt x="1485" y="7922"/>
                  </a:lnTo>
                  <a:lnTo>
                    <a:pt x="1625" y="8223"/>
                  </a:lnTo>
                  <a:lnTo>
                    <a:pt x="1745" y="8443"/>
                  </a:lnTo>
                  <a:lnTo>
                    <a:pt x="1805" y="8523"/>
                  </a:lnTo>
                  <a:lnTo>
                    <a:pt x="1866" y="8584"/>
                  </a:lnTo>
                  <a:lnTo>
                    <a:pt x="2046" y="8684"/>
                  </a:lnTo>
                  <a:lnTo>
                    <a:pt x="2347" y="8824"/>
                  </a:lnTo>
                  <a:lnTo>
                    <a:pt x="2768" y="9005"/>
                  </a:lnTo>
                  <a:lnTo>
                    <a:pt x="3310" y="9205"/>
                  </a:lnTo>
                  <a:lnTo>
                    <a:pt x="3951" y="9426"/>
                  </a:lnTo>
                  <a:lnTo>
                    <a:pt x="4693" y="9666"/>
                  </a:lnTo>
                  <a:lnTo>
                    <a:pt x="5536" y="9927"/>
                  </a:lnTo>
                  <a:lnTo>
                    <a:pt x="6478" y="10188"/>
                  </a:lnTo>
                  <a:lnTo>
                    <a:pt x="7481" y="10449"/>
                  </a:lnTo>
                  <a:lnTo>
                    <a:pt x="8584" y="10709"/>
                  </a:lnTo>
                  <a:lnTo>
                    <a:pt x="9747" y="10950"/>
                  </a:lnTo>
                  <a:lnTo>
                    <a:pt x="10970" y="11191"/>
                  </a:lnTo>
                  <a:lnTo>
                    <a:pt x="12274" y="11391"/>
                  </a:lnTo>
                  <a:lnTo>
                    <a:pt x="13618" y="11572"/>
                  </a:lnTo>
                  <a:lnTo>
                    <a:pt x="15021" y="11732"/>
                  </a:lnTo>
                  <a:lnTo>
                    <a:pt x="16445" y="11832"/>
                  </a:lnTo>
                  <a:lnTo>
                    <a:pt x="17408" y="11872"/>
                  </a:lnTo>
                  <a:lnTo>
                    <a:pt x="18350" y="11893"/>
                  </a:lnTo>
                  <a:lnTo>
                    <a:pt x="19133" y="11893"/>
                  </a:lnTo>
                  <a:lnTo>
                    <a:pt x="19915" y="11852"/>
                  </a:lnTo>
                  <a:lnTo>
                    <a:pt x="20697" y="11812"/>
                  </a:lnTo>
                  <a:lnTo>
                    <a:pt x="21479" y="11752"/>
                  </a:lnTo>
                  <a:lnTo>
                    <a:pt x="22241" y="11672"/>
                  </a:lnTo>
                  <a:lnTo>
                    <a:pt x="23003" y="11592"/>
                  </a:lnTo>
                  <a:lnTo>
                    <a:pt x="23745" y="11491"/>
                  </a:lnTo>
                  <a:lnTo>
                    <a:pt x="24487" y="11371"/>
                  </a:lnTo>
                  <a:lnTo>
                    <a:pt x="25931" y="11130"/>
                  </a:lnTo>
                  <a:lnTo>
                    <a:pt x="27315" y="10830"/>
                  </a:lnTo>
                  <a:lnTo>
                    <a:pt x="28618" y="10529"/>
                  </a:lnTo>
                  <a:lnTo>
                    <a:pt x="29862" y="10208"/>
                  </a:lnTo>
                  <a:lnTo>
                    <a:pt x="31005" y="9887"/>
                  </a:lnTo>
                  <a:lnTo>
                    <a:pt x="32048" y="9566"/>
                  </a:lnTo>
                  <a:lnTo>
                    <a:pt x="32990" y="9265"/>
                  </a:lnTo>
                  <a:lnTo>
                    <a:pt x="33792" y="8985"/>
                  </a:lnTo>
                  <a:lnTo>
                    <a:pt x="35016" y="8543"/>
                  </a:lnTo>
                  <a:lnTo>
                    <a:pt x="35637" y="8303"/>
                  </a:lnTo>
                  <a:lnTo>
                    <a:pt x="35738" y="8243"/>
                  </a:lnTo>
                  <a:lnTo>
                    <a:pt x="35818" y="8142"/>
                  </a:lnTo>
                  <a:lnTo>
                    <a:pt x="35898" y="8022"/>
                  </a:lnTo>
                  <a:lnTo>
                    <a:pt x="35978" y="7841"/>
                  </a:lnTo>
                  <a:lnTo>
                    <a:pt x="36059" y="7661"/>
                  </a:lnTo>
                  <a:lnTo>
                    <a:pt x="36139" y="7420"/>
                  </a:lnTo>
                  <a:lnTo>
                    <a:pt x="36259" y="6899"/>
                  </a:lnTo>
                  <a:lnTo>
                    <a:pt x="35016" y="7340"/>
                  </a:lnTo>
                  <a:lnTo>
                    <a:pt x="33752" y="7741"/>
                  </a:lnTo>
                  <a:lnTo>
                    <a:pt x="32469" y="8142"/>
                  </a:lnTo>
                  <a:lnTo>
                    <a:pt x="31205" y="8503"/>
                  </a:lnTo>
                  <a:lnTo>
                    <a:pt x="29922" y="8844"/>
                  </a:lnTo>
                  <a:lnTo>
                    <a:pt x="28618" y="9145"/>
                  </a:lnTo>
                  <a:lnTo>
                    <a:pt x="27335" y="9406"/>
                  </a:lnTo>
                  <a:lnTo>
                    <a:pt x="26031" y="9646"/>
                  </a:lnTo>
                  <a:lnTo>
                    <a:pt x="24728" y="9847"/>
                  </a:lnTo>
                  <a:lnTo>
                    <a:pt x="23404" y="10007"/>
                  </a:lnTo>
                  <a:lnTo>
                    <a:pt x="22742" y="10088"/>
                  </a:lnTo>
                  <a:lnTo>
                    <a:pt x="22081" y="10128"/>
                  </a:lnTo>
                  <a:lnTo>
                    <a:pt x="21419" y="10168"/>
                  </a:lnTo>
                  <a:lnTo>
                    <a:pt x="20737" y="10188"/>
                  </a:lnTo>
                  <a:lnTo>
                    <a:pt x="20035" y="10168"/>
                  </a:lnTo>
                  <a:lnTo>
                    <a:pt x="19333" y="10128"/>
                  </a:lnTo>
                  <a:lnTo>
                    <a:pt x="18631" y="10027"/>
                  </a:lnTo>
                  <a:lnTo>
                    <a:pt x="17929" y="9907"/>
                  </a:lnTo>
                  <a:lnTo>
                    <a:pt x="17649" y="9847"/>
                  </a:lnTo>
                  <a:lnTo>
                    <a:pt x="17348" y="9747"/>
                  </a:lnTo>
                  <a:lnTo>
                    <a:pt x="17047" y="9606"/>
                  </a:lnTo>
                  <a:lnTo>
                    <a:pt x="16786" y="9466"/>
                  </a:lnTo>
                  <a:lnTo>
                    <a:pt x="16525" y="9305"/>
                  </a:lnTo>
                  <a:lnTo>
                    <a:pt x="16305" y="9105"/>
                  </a:lnTo>
                  <a:lnTo>
                    <a:pt x="16225" y="9005"/>
                  </a:lnTo>
                  <a:lnTo>
                    <a:pt x="16144" y="8904"/>
                  </a:lnTo>
                  <a:lnTo>
                    <a:pt x="16084" y="8784"/>
                  </a:lnTo>
                  <a:lnTo>
                    <a:pt x="16044" y="8684"/>
                  </a:lnTo>
                  <a:lnTo>
                    <a:pt x="16024" y="8563"/>
                  </a:lnTo>
                  <a:lnTo>
                    <a:pt x="16004" y="8443"/>
                  </a:lnTo>
                  <a:lnTo>
                    <a:pt x="16024" y="8323"/>
                  </a:lnTo>
                  <a:lnTo>
                    <a:pt x="16064" y="8202"/>
                  </a:lnTo>
                  <a:lnTo>
                    <a:pt x="16124" y="8062"/>
                  </a:lnTo>
                  <a:lnTo>
                    <a:pt x="16205" y="7942"/>
                  </a:lnTo>
                  <a:lnTo>
                    <a:pt x="16325" y="7801"/>
                  </a:lnTo>
                  <a:lnTo>
                    <a:pt x="16465" y="7681"/>
                  </a:lnTo>
                  <a:lnTo>
                    <a:pt x="16646" y="7541"/>
                  </a:lnTo>
                  <a:lnTo>
                    <a:pt x="16846" y="7400"/>
                  </a:lnTo>
                  <a:lnTo>
                    <a:pt x="17067" y="7260"/>
                  </a:lnTo>
                  <a:lnTo>
                    <a:pt x="17348" y="7140"/>
                  </a:lnTo>
                  <a:lnTo>
                    <a:pt x="17649" y="6999"/>
                  </a:lnTo>
                  <a:lnTo>
                    <a:pt x="17989" y="6859"/>
                  </a:lnTo>
                  <a:lnTo>
                    <a:pt x="18350" y="6718"/>
                  </a:lnTo>
                  <a:lnTo>
                    <a:pt x="18772" y="6578"/>
                  </a:lnTo>
                  <a:lnTo>
                    <a:pt x="19514" y="6357"/>
                  </a:lnTo>
                  <a:lnTo>
                    <a:pt x="18912" y="6378"/>
                  </a:lnTo>
                  <a:lnTo>
                    <a:pt x="17448" y="6378"/>
                  </a:lnTo>
                  <a:lnTo>
                    <a:pt x="16606" y="6337"/>
                  </a:lnTo>
                  <a:lnTo>
                    <a:pt x="15282" y="6217"/>
                  </a:lnTo>
                  <a:lnTo>
                    <a:pt x="13999" y="6097"/>
                  </a:lnTo>
                  <a:lnTo>
                    <a:pt x="12755" y="5916"/>
                  </a:lnTo>
                  <a:lnTo>
                    <a:pt x="11572" y="5736"/>
                  </a:lnTo>
                  <a:lnTo>
                    <a:pt x="10429" y="5515"/>
                  </a:lnTo>
                  <a:lnTo>
                    <a:pt x="9346" y="5295"/>
                  </a:lnTo>
                  <a:lnTo>
                    <a:pt x="8343" y="5054"/>
                  </a:lnTo>
                  <a:lnTo>
                    <a:pt x="7421" y="4813"/>
                  </a:lnTo>
                  <a:lnTo>
                    <a:pt x="6558" y="4573"/>
                  </a:lnTo>
                  <a:lnTo>
                    <a:pt x="5776" y="4332"/>
                  </a:lnTo>
                  <a:lnTo>
                    <a:pt x="5094" y="4111"/>
                  </a:lnTo>
                  <a:lnTo>
                    <a:pt x="4513" y="3911"/>
                  </a:lnTo>
                  <a:lnTo>
                    <a:pt x="4011" y="3730"/>
                  </a:lnTo>
                  <a:lnTo>
                    <a:pt x="3610" y="3550"/>
                  </a:lnTo>
                  <a:lnTo>
                    <a:pt x="3350" y="3429"/>
                  </a:lnTo>
                  <a:lnTo>
                    <a:pt x="3169" y="3329"/>
                  </a:lnTo>
                  <a:lnTo>
                    <a:pt x="3109" y="3269"/>
                  </a:lnTo>
                  <a:lnTo>
                    <a:pt x="3069" y="3169"/>
                  </a:lnTo>
                  <a:lnTo>
                    <a:pt x="3029" y="3048"/>
                  </a:lnTo>
                  <a:lnTo>
                    <a:pt x="2989" y="2908"/>
                  </a:lnTo>
                  <a:lnTo>
                    <a:pt x="2908" y="2547"/>
                  </a:lnTo>
                  <a:lnTo>
                    <a:pt x="2828" y="2126"/>
                  </a:lnTo>
                  <a:lnTo>
                    <a:pt x="2688" y="1103"/>
                  </a:lnTo>
                  <a:lnTo>
                    <a:pt x="2588" y="562"/>
                  </a:lnTo>
                  <a:lnTo>
                    <a:pt x="2467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6" name="Google Shape;6496;p29"/>
            <p:cNvSpPr/>
            <p:nvPr/>
          </p:nvSpPr>
          <p:spPr>
            <a:xfrm>
              <a:off x="11246025" y="4817763"/>
              <a:ext cx="906500" cy="297325"/>
            </a:xfrm>
            <a:custGeom>
              <a:avLst/>
              <a:gdLst/>
              <a:ahLst/>
              <a:cxnLst/>
              <a:rect l="l" t="t" r="r" b="b"/>
              <a:pathLst>
                <a:path w="36260" h="11893" fill="none" extrusionOk="0">
                  <a:moveTo>
                    <a:pt x="2467" y="0"/>
                  </a:moveTo>
                  <a:lnTo>
                    <a:pt x="2467" y="0"/>
                  </a:lnTo>
                  <a:lnTo>
                    <a:pt x="1926" y="361"/>
                  </a:lnTo>
                  <a:lnTo>
                    <a:pt x="1445" y="722"/>
                  </a:lnTo>
                  <a:lnTo>
                    <a:pt x="1023" y="1043"/>
                  </a:lnTo>
                  <a:lnTo>
                    <a:pt x="662" y="1364"/>
                  </a:lnTo>
                  <a:lnTo>
                    <a:pt x="382" y="1665"/>
                  </a:lnTo>
                  <a:lnTo>
                    <a:pt x="181" y="1925"/>
                  </a:lnTo>
                  <a:lnTo>
                    <a:pt x="101" y="2066"/>
                  </a:lnTo>
                  <a:lnTo>
                    <a:pt x="41" y="2186"/>
                  </a:lnTo>
                  <a:lnTo>
                    <a:pt x="21" y="2286"/>
                  </a:lnTo>
                  <a:lnTo>
                    <a:pt x="1" y="2387"/>
                  </a:lnTo>
                  <a:lnTo>
                    <a:pt x="1" y="2387"/>
                  </a:lnTo>
                  <a:lnTo>
                    <a:pt x="21" y="2467"/>
                  </a:lnTo>
                  <a:lnTo>
                    <a:pt x="21" y="2467"/>
                  </a:lnTo>
                  <a:lnTo>
                    <a:pt x="301" y="3710"/>
                  </a:lnTo>
                  <a:lnTo>
                    <a:pt x="522" y="4633"/>
                  </a:lnTo>
                  <a:lnTo>
                    <a:pt x="783" y="5656"/>
                  </a:lnTo>
                  <a:lnTo>
                    <a:pt x="1063" y="6658"/>
                  </a:lnTo>
                  <a:lnTo>
                    <a:pt x="1204" y="7120"/>
                  </a:lnTo>
                  <a:lnTo>
                    <a:pt x="1344" y="7541"/>
                  </a:lnTo>
                  <a:lnTo>
                    <a:pt x="1485" y="7922"/>
                  </a:lnTo>
                  <a:lnTo>
                    <a:pt x="1625" y="8223"/>
                  </a:lnTo>
                  <a:lnTo>
                    <a:pt x="1745" y="8443"/>
                  </a:lnTo>
                  <a:lnTo>
                    <a:pt x="1805" y="8523"/>
                  </a:lnTo>
                  <a:lnTo>
                    <a:pt x="1866" y="8584"/>
                  </a:lnTo>
                  <a:lnTo>
                    <a:pt x="1866" y="8584"/>
                  </a:lnTo>
                  <a:lnTo>
                    <a:pt x="2046" y="8684"/>
                  </a:lnTo>
                  <a:lnTo>
                    <a:pt x="2347" y="8824"/>
                  </a:lnTo>
                  <a:lnTo>
                    <a:pt x="2768" y="9005"/>
                  </a:lnTo>
                  <a:lnTo>
                    <a:pt x="3310" y="9205"/>
                  </a:lnTo>
                  <a:lnTo>
                    <a:pt x="3951" y="9426"/>
                  </a:lnTo>
                  <a:lnTo>
                    <a:pt x="4693" y="9666"/>
                  </a:lnTo>
                  <a:lnTo>
                    <a:pt x="5536" y="9927"/>
                  </a:lnTo>
                  <a:lnTo>
                    <a:pt x="6478" y="10188"/>
                  </a:lnTo>
                  <a:lnTo>
                    <a:pt x="7481" y="10449"/>
                  </a:lnTo>
                  <a:lnTo>
                    <a:pt x="8584" y="10709"/>
                  </a:lnTo>
                  <a:lnTo>
                    <a:pt x="9747" y="10950"/>
                  </a:lnTo>
                  <a:lnTo>
                    <a:pt x="10970" y="11191"/>
                  </a:lnTo>
                  <a:lnTo>
                    <a:pt x="12274" y="11391"/>
                  </a:lnTo>
                  <a:lnTo>
                    <a:pt x="13618" y="11572"/>
                  </a:lnTo>
                  <a:lnTo>
                    <a:pt x="15021" y="11732"/>
                  </a:lnTo>
                  <a:lnTo>
                    <a:pt x="16445" y="11832"/>
                  </a:lnTo>
                  <a:lnTo>
                    <a:pt x="16445" y="11832"/>
                  </a:lnTo>
                  <a:lnTo>
                    <a:pt x="17408" y="11872"/>
                  </a:lnTo>
                  <a:lnTo>
                    <a:pt x="18350" y="11893"/>
                  </a:lnTo>
                  <a:lnTo>
                    <a:pt x="18350" y="11893"/>
                  </a:lnTo>
                  <a:lnTo>
                    <a:pt x="19133" y="11893"/>
                  </a:lnTo>
                  <a:lnTo>
                    <a:pt x="19915" y="11852"/>
                  </a:lnTo>
                  <a:lnTo>
                    <a:pt x="20697" y="11812"/>
                  </a:lnTo>
                  <a:lnTo>
                    <a:pt x="21479" y="11752"/>
                  </a:lnTo>
                  <a:lnTo>
                    <a:pt x="22241" y="11672"/>
                  </a:lnTo>
                  <a:lnTo>
                    <a:pt x="23003" y="11592"/>
                  </a:lnTo>
                  <a:lnTo>
                    <a:pt x="23745" y="11491"/>
                  </a:lnTo>
                  <a:lnTo>
                    <a:pt x="24487" y="11371"/>
                  </a:lnTo>
                  <a:lnTo>
                    <a:pt x="25931" y="11130"/>
                  </a:lnTo>
                  <a:lnTo>
                    <a:pt x="27315" y="10830"/>
                  </a:lnTo>
                  <a:lnTo>
                    <a:pt x="28618" y="10529"/>
                  </a:lnTo>
                  <a:lnTo>
                    <a:pt x="29862" y="10208"/>
                  </a:lnTo>
                  <a:lnTo>
                    <a:pt x="31005" y="9887"/>
                  </a:lnTo>
                  <a:lnTo>
                    <a:pt x="32048" y="9566"/>
                  </a:lnTo>
                  <a:lnTo>
                    <a:pt x="32990" y="9265"/>
                  </a:lnTo>
                  <a:lnTo>
                    <a:pt x="33792" y="8985"/>
                  </a:lnTo>
                  <a:lnTo>
                    <a:pt x="35016" y="8543"/>
                  </a:lnTo>
                  <a:lnTo>
                    <a:pt x="35637" y="8303"/>
                  </a:lnTo>
                  <a:lnTo>
                    <a:pt x="35637" y="8303"/>
                  </a:lnTo>
                  <a:lnTo>
                    <a:pt x="35738" y="8243"/>
                  </a:lnTo>
                  <a:lnTo>
                    <a:pt x="35818" y="8142"/>
                  </a:lnTo>
                  <a:lnTo>
                    <a:pt x="35898" y="8022"/>
                  </a:lnTo>
                  <a:lnTo>
                    <a:pt x="35978" y="7841"/>
                  </a:lnTo>
                  <a:lnTo>
                    <a:pt x="36059" y="7661"/>
                  </a:lnTo>
                  <a:lnTo>
                    <a:pt x="36139" y="7420"/>
                  </a:lnTo>
                  <a:lnTo>
                    <a:pt x="36259" y="6899"/>
                  </a:lnTo>
                  <a:lnTo>
                    <a:pt x="36259" y="6899"/>
                  </a:lnTo>
                  <a:lnTo>
                    <a:pt x="35016" y="7340"/>
                  </a:lnTo>
                  <a:lnTo>
                    <a:pt x="33752" y="7741"/>
                  </a:lnTo>
                  <a:lnTo>
                    <a:pt x="32469" y="8142"/>
                  </a:lnTo>
                  <a:lnTo>
                    <a:pt x="31205" y="8503"/>
                  </a:lnTo>
                  <a:lnTo>
                    <a:pt x="29922" y="8844"/>
                  </a:lnTo>
                  <a:lnTo>
                    <a:pt x="28618" y="9145"/>
                  </a:lnTo>
                  <a:lnTo>
                    <a:pt x="27335" y="9406"/>
                  </a:lnTo>
                  <a:lnTo>
                    <a:pt x="26031" y="9646"/>
                  </a:lnTo>
                  <a:lnTo>
                    <a:pt x="26031" y="9646"/>
                  </a:lnTo>
                  <a:lnTo>
                    <a:pt x="24728" y="9847"/>
                  </a:lnTo>
                  <a:lnTo>
                    <a:pt x="23404" y="10007"/>
                  </a:lnTo>
                  <a:lnTo>
                    <a:pt x="22742" y="10088"/>
                  </a:lnTo>
                  <a:lnTo>
                    <a:pt x="22081" y="10128"/>
                  </a:lnTo>
                  <a:lnTo>
                    <a:pt x="21419" y="10168"/>
                  </a:lnTo>
                  <a:lnTo>
                    <a:pt x="20737" y="10188"/>
                  </a:lnTo>
                  <a:lnTo>
                    <a:pt x="20737" y="10188"/>
                  </a:lnTo>
                  <a:lnTo>
                    <a:pt x="20035" y="10168"/>
                  </a:lnTo>
                  <a:lnTo>
                    <a:pt x="19333" y="10128"/>
                  </a:lnTo>
                  <a:lnTo>
                    <a:pt x="18631" y="10027"/>
                  </a:lnTo>
                  <a:lnTo>
                    <a:pt x="17929" y="9907"/>
                  </a:lnTo>
                  <a:lnTo>
                    <a:pt x="17929" y="9907"/>
                  </a:lnTo>
                  <a:lnTo>
                    <a:pt x="17649" y="9847"/>
                  </a:lnTo>
                  <a:lnTo>
                    <a:pt x="17348" y="9747"/>
                  </a:lnTo>
                  <a:lnTo>
                    <a:pt x="17047" y="9606"/>
                  </a:lnTo>
                  <a:lnTo>
                    <a:pt x="16786" y="9466"/>
                  </a:lnTo>
                  <a:lnTo>
                    <a:pt x="16525" y="9305"/>
                  </a:lnTo>
                  <a:lnTo>
                    <a:pt x="16305" y="9105"/>
                  </a:lnTo>
                  <a:lnTo>
                    <a:pt x="16225" y="9005"/>
                  </a:lnTo>
                  <a:lnTo>
                    <a:pt x="16144" y="8904"/>
                  </a:lnTo>
                  <a:lnTo>
                    <a:pt x="16084" y="8784"/>
                  </a:lnTo>
                  <a:lnTo>
                    <a:pt x="16044" y="8684"/>
                  </a:lnTo>
                  <a:lnTo>
                    <a:pt x="16024" y="8563"/>
                  </a:lnTo>
                  <a:lnTo>
                    <a:pt x="16004" y="8443"/>
                  </a:lnTo>
                  <a:lnTo>
                    <a:pt x="16024" y="8323"/>
                  </a:lnTo>
                  <a:lnTo>
                    <a:pt x="16064" y="8202"/>
                  </a:lnTo>
                  <a:lnTo>
                    <a:pt x="16124" y="8062"/>
                  </a:lnTo>
                  <a:lnTo>
                    <a:pt x="16205" y="7942"/>
                  </a:lnTo>
                  <a:lnTo>
                    <a:pt x="16325" y="7801"/>
                  </a:lnTo>
                  <a:lnTo>
                    <a:pt x="16465" y="7681"/>
                  </a:lnTo>
                  <a:lnTo>
                    <a:pt x="16646" y="7541"/>
                  </a:lnTo>
                  <a:lnTo>
                    <a:pt x="16846" y="7400"/>
                  </a:lnTo>
                  <a:lnTo>
                    <a:pt x="17067" y="7260"/>
                  </a:lnTo>
                  <a:lnTo>
                    <a:pt x="17348" y="7140"/>
                  </a:lnTo>
                  <a:lnTo>
                    <a:pt x="17649" y="6999"/>
                  </a:lnTo>
                  <a:lnTo>
                    <a:pt x="17989" y="6859"/>
                  </a:lnTo>
                  <a:lnTo>
                    <a:pt x="18350" y="6718"/>
                  </a:lnTo>
                  <a:lnTo>
                    <a:pt x="18772" y="6578"/>
                  </a:lnTo>
                  <a:lnTo>
                    <a:pt x="18772" y="6578"/>
                  </a:lnTo>
                  <a:lnTo>
                    <a:pt x="19514" y="6357"/>
                  </a:lnTo>
                  <a:lnTo>
                    <a:pt x="19514" y="6357"/>
                  </a:lnTo>
                  <a:lnTo>
                    <a:pt x="18912" y="6378"/>
                  </a:lnTo>
                  <a:lnTo>
                    <a:pt x="18310" y="6378"/>
                  </a:lnTo>
                  <a:lnTo>
                    <a:pt x="18310" y="6378"/>
                  </a:lnTo>
                  <a:lnTo>
                    <a:pt x="17448" y="6378"/>
                  </a:lnTo>
                  <a:lnTo>
                    <a:pt x="16606" y="6337"/>
                  </a:lnTo>
                  <a:lnTo>
                    <a:pt x="16606" y="6337"/>
                  </a:lnTo>
                  <a:lnTo>
                    <a:pt x="15282" y="6217"/>
                  </a:lnTo>
                  <a:lnTo>
                    <a:pt x="13999" y="6097"/>
                  </a:lnTo>
                  <a:lnTo>
                    <a:pt x="12755" y="5916"/>
                  </a:lnTo>
                  <a:lnTo>
                    <a:pt x="11572" y="5736"/>
                  </a:lnTo>
                  <a:lnTo>
                    <a:pt x="10429" y="5515"/>
                  </a:lnTo>
                  <a:lnTo>
                    <a:pt x="9346" y="5295"/>
                  </a:lnTo>
                  <a:lnTo>
                    <a:pt x="8343" y="5054"/>
                  </a:lnTo>
                  <a:lnTo>
                    <a:pt x="7421" y="4813"/>
                  </a:lnTo>
                  <a:lnTo>
                    <a:pt x="6558" y="4573"/>
                  </a:lnTo>
                  <a:lnTo>
                    <a:pt x="5776" y="4332"/>
                  </a:lnTo>
                  <a:lnTo>
                    <a:pt x="5094" y="4111"/>
                  </a:lnTo>
                  <a:lnTo>
                    <a:pt x="4513" y="3911"/>
                  </a:lnTo>
                  <a:lnTo>
                    <a:pt x="4011" y="3730"/>
                  </a:lnTo>
                  <a:lnTo>
                    <a:pt x="3610" y="3550"/>
                  </a:lnTo>
                  <a:lnTo>
                    <a:pt x="3350" y="3429"/>
                  </a:lnTo>
                  <a:lnTo>
                    <a:pt x="3169" y="3329"/>
                  </a:lnTo>
                  <a:lnTo>
                    <a:pt x="3169" y="3329"/>
                  </a:lnTo>
                  <a:lnTo>
                    <a:pt x="3109" y="3269"/>
                  </a:lnTo>
                  <a:lnTo>
                    <a:pt x="3069" y="3169"/>
                  </a:lnTo>
                  <a:lnTo>
                    <a:pt x="3029" y="3048"/>
                  </a:lnTo>
                  <a:lnTo>
                    <a:pt x="2989" y="2908"/>
                  </a:lnTo>
                  <a:lnTo>
                    <a:pt x="2908" y="2547"/>
                  </a:lnTo>
                  <a:lnTo>
                    <a:pt x="2828" y="2126"/>
                  </a:lnTo>
                  <a:lnTo>
                    <a:pt x="2688" y="1103"/>
                  </a:lnTo>
                  <a:lnTo>
                    <a:pt x="2588" y="562"/>
                  </a:lnTo>
                  <a:lnTo>
                    <a:pt x="2467" y="0"/>
                  </a:lnTo>
                  <a:lnTo>
                    <a:pt x="2467" y="0"/>
                  </a:lnTo>
                  <a:lnTo>
                    <a:pt x="2467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7" name="Google Shape;6497;p29"/>
            <p:cNvSpPr/>
            <p:nvPr/>
          </p:nvSpPr>
          <p:spPr>
            <a:xfrm>
              <a:off x="11258050" y="4416663"/>
              <a:ext cx="873900" cy="619200"/>
            </a:xfrm>
            <a:custGeom>
              <a:avLst/>
              <a:gdLst/>
              <a:ahLst/>
              <a:cxnLst/>
              <a:rect l="l" t="t" r="r" b="b"/>
              <a:pathLst>
                <a:path w="34956" h="24768" extrusionOk="0">
                  <a:moveTo>
                    <a:pt x="61" y="1"/>
                  </a:moveTo>
                  <a:lnTo>
                    <a:pt x="21" y="41"/>
                  </a:lnTo>
                  <a:lnTo>
                    <a:pt x="1" y="61"/>
                  </a:lnTo>
                  <a:lnTo>
                    <a:pt x="1" y="101"/>
                  </a:lnTo>
                  <a:lnTo>
                    <a:pt x="1" y="141"/>
                  </a:lnTo>
                  <a:lnTo>
                    <a:pt x="282" y="823"/>
                  </a:lnTo>
                  <a:lnTo>
                    <a:pt x="542" y="1505"/>
                  </a:lnTo>
                  <a:lnTo>
                    <a:pt x="783" y="2186"/>
                  </a:lnTo>
                  <a:lnTo>
                    <a:pt x="1024" y="2888"/>
                  </a:lnTo>
                  <a:lnTo>
                    <a:pt x="1224" y="3590"/>
                  </a:lnTo>
                  <a:lnTo>
                    <a:pt x="1425" y="4292"/>
                  </a:lnTo>
                  <a:lnTo>
                    <a:pt x="1806" y="5696"/>
                  </a:lnTo>
                  <a:lnTo>
                    <a:pt x="2528" y="8524"/>
                  </a:lnTo>
                  <a:lnTo>
                    <a:pt x="2909" y="9948"/>
                  </a:lnTo>
                  <a:lnTo>
                    <a:pt x="3310" y="11351"/>
                  </a:lnTo>
                  <a:lnTo>
                    <a:pt x="3831" y="12936"/>
                  </a:lnTo>
                  <a:lnTo>
                    <a:pt x="4453" y="14741"/>
                  </a:lnTo>
                  <a:lnTo>
                    <a:pt x="5135" y="16646"/>
                  </a:lnTo>
                  <a:lnTo>
                    <a:pt x="5817" y="18491"/>
                  </a:lnTo>
                  <a:lnTo>
                    <a:pt x="6960" y="21539"/>
                  </a:lnTo>
                  <a:lnTo>
                    <a:pt x="7441" y="22823"/>
                  </a:lnTo>
                  <a:lnTo>
                    <a:pt x="7461" y="22903"/>
                  </a:lnTo>
                  <a:lnTo>
                    <a:pt x="7501" y="22983"/>
                  </a:lnTo>
                  <a:lnTo>
                    <a:pt x="7561" y="23023"/>
                  </a:lnTo>
                  <a:lnTo>
                    <a:pt x="7722" y="23023"/>
                  </a:lnTo>
                  <a:lnTo>
                    <a:pt x="7802" y="22983"/>
                  </a:lnTo>
                  <a:lnTo>
                    <a:pt x="7862" y="22923"/>
                  </a:lnTo>
                  <a:lnTo>
                    <a:pt x="7882" y="22823"/>
                  </a:lnTo>
                  <a:lnTo>
                    <a:pt x="8584" y="17929"/>
                  </a:lnTo>
                  <a:lnTo>
                    <a:pt x="9286" y="13036"/>
                  </a:lnTo>
                  <a:lnTo>
                    <a:pt x="10028" y="8143"/>
                  </a:lnTo>
                  <a:lnTo>
                    <a:pt x="10409" y="5696"/>
                  </a:lnTo>
                  <a:lnTo>
                    <a:pt x="10810" y="3249"/>
                  </a:lnTo>
                  <a:lnTo>
                    <a:pt x="10951" y="3891"/>
                  </a:lnTo>
                  <a:lnTo>
                    <a:pt x="11131" y="4513"/>
                  </a:lnTo>
                  <a:lnTo>
                    <a:pt x="11332" y="5134"/>
                  </a:lnTo>
                  <a:lnTo>
                    <a:pt x="11532" y="5776"/>
                  </a:lnTo>
                  <a:lnTo>
                    <a:pt x="11973" y="7020"/>
                  </a:lnTo>
                  <a:lnTo>
                    <a:pt x="12395" y="8243"/>
                  </a:lnTo>
                  <a:lnTo>
                    <a:pt x="13337" y="11031"/>
                  </a:lnTo>
                  <a:lnTo>
                    <a:pt x="14280" y="13818"/>
                  </a:lnTo>
                  <a:lnTo>
                    <a:pt x="15202" y="16485"/>
                  </a:lnTo>
                  <a:lnTo>
                    <a:pt x="16125" y="19133"/>
                  </a:lnTo>
                  <a:lnTo>
                    <a:pt x="17107" y="21780"/>
                  </a:lnTo>
                  <a:lnTo>
                    <a:pt x="18110" y="24427"/>
                  </a:lnTo>
                  <a:lnTo>
                    <a:pt x="18190" y="24527"/>
                  </a:lnTo>
                  <a:lnTo>
                    <a:pt x="18331" y="24688"/>
                  </a:lnTo>
                  <a:lnTo>
                    <a:pt x="18411" y="24748"/>
                  </a:lnTo>
                  <a:lnTo>
                    <a:pt x="18491" y="24768"/>
                  </a:lnTo>
                  <a:lnTo>
                    <a:pt x="18551" y="24768"/>
                  </a:lnTo>
                  <a:lnTo>
                    <a:pt x="18571" y="24748"/>
                  </a:lnTo>
                  <a:lnTo>
                    <a:pt x="18591" y="24728"/>
                  </a:lnTo>
                  <a:lnTo>
                    <a:pt x="19875" y="19173"/>
                  </a:lnTo>
                  <a:lnTo>
                    <a:pt x="20497" y="16405"/>
                  </a:lnTo>
                  <a:lnTo>
                    <a:pt x="21098" y="13618"/>
                  </a:lnTo>
                  <a:lnTo>
                    <a:pt x="21640" y="11111"/>
                  </a:lnTo>
                  <a:lnTo>
                    <a:pt x="22161" y="8604"/>
                  </a:lnTo>
                  <a:lnTo>
                    <a:pt x="22402" y="7340"/>
                  </a:lnTo>
                  <a:lnTo>
                    <a:pt x="22622" y="6077"/>
                  </a:lnTo>
                  <a:lnTo>
                    <a:pt x="22843" y="4814"/>
                  </a:lnTo>
                  <a:lnTo>
                    <a:pt x="23023" y="3530"/>
                  </a:lnTo>
                  <a:lnTo>
                    <a:pt x="23344" y="4774"/>
                  </a:lnTo>
                  <a:lnTo>
                    <a:pt x="23705" y="5997"/>
                  </a:lnTo>
                  <a:lnTo>
                    <a:pt x="24066" y="7240"/>
                  </a:lnTo>
                  <a:lnTo>
                    <a:pt x="24447" y="8464"/>
                  </a:lnTo>
                  <a:lnTo>
                    <a:pt x="25249" y="10890"/>
                  </a:lnTo>
                  <a:lnTo>
                    <a:pt x="26052" y="13317"/>
                  </a:lnTo>
                  <a:lnTo>
                    <a:pt x="26914" y="15924"/>
                  </a:lnTo>
                  <a:lnTo>
                    <a:pt x="27796" y="18491"/>
                  </a:lnTo>
                  <a:lnTo>
                    <a:pt x="28719" y="21078"/>
                  </a:lnTo>
                  <a:lnTo>
                    <a:pt x="29661" y="23645"/>
                  </a:lnTo>
                  <a:lnTo>
                    <a:pt x="29702" y="23685"/>
                  </a:lnTo>
                  <a:lnTo>
                    <a:pt x="29762" y="23745"/>
                  </a:lnTo>
                  <a:lnTo>
                    <a:pt x="29942" y="23885"/>
                  </a:lnTo>
                  <a:lnTo>
                    <a:pt x="30043" y="23926"/>
                  </a:lnTo>
                  <a:lnTo>
                    <a:pt x="30123" y="23946"/>
                  </a:lnTo>
                  <a:lnTo>
                    <a:pt x="30203" y="23926"/>
                  </a:lnTo>
                  <a:lnTo>
                    <a:pt x="30223" y="23906"/>
                  </a:lnTo>
                  <a:lnTo>
                    <a:pt x="30243" y="23865"/>
                  </a:lnTo>
                  <a:lnTo>
                    <a:pt x="30604" y="22401"/>
                  </a:lnTo>
                  <a:lnTo>
                    <a:pt x="30945" y="20917"/>
                  </a:lnTo>
                  <a:lnTo>
                    <a:pt x="31286" y="19433"/>
                  </a:lnTo>
                  <a:lnTo>
                    <a:pt x="31607" y="17949"/>
                  </a:lnTo>
                  <a:lnTo>
                    <a:pt x="32228" y="14981"/>
                  </a:lnTo>
                  <a:lnTo>
                    <a:pt x="32830" y="11993"/>
                  </a:lnTo>
                  <a:lnTo>
                    <a:pt x="33432" y="9125"/>
                  </a:lnTo>
                  <a:lnTo>
                    <a:pt x="34013" y="6217"/>
                  </a:lnTo>
                  <a:lnTo>
                    <a:pt x="34274" y="4774"/>
                  </a:lnTo>
                  <a:lnTo>
                    <a:pt x="34535" y="3330"/>
                  </a:lnTo>
                  <a:lnTo>
                    <a:pt x="34755" y="1866"/>
                  </a:lnTo>
                  <a:lnTo>
                    <a:pt x="34956" y="422"/>
                  </a:lnTo>
                  <a:lnTo>
                    <a:pt x="34956" y="382"/>
                  </a:lnTo>
                  <a:lnTo>
                    <a:pt x="34936" y="362"/>
                  </a:lnTo>
                  <a:lnTo>
                    <a:pt x="34896" y="341"/>
                  </a:lnTo>
                  <a:lnTo>
                    <a:pt x="34836" y="341"/>
                  </a:lnTo>
                  <a:lnTo>
                    <a:pt x="34815" y="362"/>
                  </a:lnTo>
                  <a:lnTo>
                    <a:pt x="34815" y="382"/>
                  </a:lnTo>
                  <a:lnTo>
                    <a:pt x="34475" y="1846"/>
                  </a:lnTo>
                  <a:lnTo>
                    <a:pt x="34174" y="3310"/>
                  </a:lnTo>
                  <a:lnTo>
                    <a:pt x="33893" y="4774"/>
                  </a:lnTo>
                  <a:lnTo>
                    <a:pt x="33612" y="6237"/>
                  </a:lnTo>
                  <a:lnTo>
                    <a:pt x="33051" y="9165"/>
                  </a:lnTo>
                  <a:lnTo>
                    <a:pt x="32770" y="10649"/>
                  </a:lnTo>
                  <a:lnTo>
                    <a:pt x="32489" y="12093"/>
                  </a:lnTo>
                  <a:lnTo>
                    <a:pt x="31867" y="14921"/>
                  </a:lnTo>
                  <a:lnTo>
                    <a:pt x="31246" y="17749"/>
                  </a:lnTo>
                  <a:lnTo>
                    <a:pt x="30624" y="20576"/>
                  </a:lnTo>
                  <a:lnTo>
                    <a:pt x="30002" y="23404"/>
                  </a:lnTo>
                  <a:lnTo>
                    <a:pt x="29080" y="20877"/>
                  </a:lnTo>
                  <a:lnTo>
                    <a:pt x="28177" y="18330"/>
                  </a:lnTo>
                  <a:lnTo>
                    <a:pt x="27295" y="15783"/>
                  </a:lnTo>
                  <a:lnTo>
                    <a:pt x="26433" y="13237"/>
                  </a:lnTo>
                  <a:lnTo>
                    <a:pt x="25410" y="10148"/>
                  </a:lnTo>
                  <a:lnTo>
                    <a:pt x="24327" y="6739"/>
                  </a:lnTo>
                  <a:lnTo>
                    <a:pt x="23124" y="2808"/>
                  </a:lnTo>
                  <a:lnTo>
                    <a:pt x="23104" y="2768"/>
                  </a:lnTo>
                  <a:lnTo>
                    <a:pt x="22983" y="2768"/>
                  </a:lnTo>
                  <a:lnTo>
                    <a:pt x="22883" y="2808"/>
                  </a:lnTo>
                  <a:lnTo>
                    <a:pt x="22863" y="2848"/>
                  </a:lnTo>
                  <a:lnTo>
                    <a:pt x="22843" y="2868"/>
                  </a:lnTo>
                  <a:lnTo>
                    <a:pt x="22622" y="4092"/>
                  </a:lnTo>
                  <a:lnTo>
                    <a:pt x="22041" y="6980"/>
                  </a:lnTo>
                  <a:lnTo>
                    <a:pt x="21319" y="10509"/>
                  </a:lnTo>
                  <a:lnTo>
                    <a:pt x="20637" y="13698"/>
                  </a:lnTo>
                  <a:lnTo>
                    <a:pt x="19554" y="18852"/>
                  </a:lnTo>
                  <a:lnTo>
                    <a:pt x="18992" y="21439"/>
                  </a:lnTo>
                  <a:lnTo>
                    <a:pt x="18411" y="24006"/>
                  </a:lnTo>
                  <a:lnTo>
                    <a:pt x="17428" y="21339"/>
                  </a:lnTo>
                  <a:lnTo>
                    <a:pt x="16446" y="18671"/>
                  </a:lnTo>
                  <a:lnTo>
                    <a:pt x="15503" y="16004"/>
                  </a:lnTo>
                  <a:lnTo>
                    <a:pt x="14580" y="13317"/>
                  </a:lnTo>
                  <a:lnTo>
                    <a:pt x="12756" y="7942"/>
                  </a:lnTo>
                  <a:lnTo>
                    <a:pt x="12334" y="6659"/>
                  </a:lnTo>
                  <a:lnTo>
                    <a:pt x="11893" y="5375"/>
                  </a:lnTo>
                  <a:lnTo>
                    <a:pt x="11673" y="4713"/>
                  </a:lnTo>
                  <a:lnTo>
                    <a:pt x="11432" y="4092"/>
                  </a:lnTo>
                  <a:lnTo>
                    <a:pt x="11171" y="3450"/>
                  </a:lnTo>
                  <a:lnTo>
                    <a:pt x="10890" y="2848"/>
                  </a:lnTo>
                  <a:lnTo>
                    <a:pt x="10850" y="2828"/>
                  </a:lnTo>
                  <a:lnTo>
                    <a:pt x="10770" y="2808"/>
                  </a:lnTo>
                  <a:lnTo>
                    <a:pt x="10690" y="2788"/>
                  </a:lnTo>
                  <a:lnTo>
                    <a:pt x="10670" y="2808"/>
                  </a:lnTo>
                  <a:lnTo>
                    <a:pt x="10650" y="2848"/>
                  </a:lnTo>
                  <a:lnTo>
                    <a:pt x="9808" y="7561"/>
                  </a:lnTo>
                  <a:lnTo>
                    <a:pt x="9386" y="9928"/>
                  </a:lnTo>
                  <a:lnTo>
                    <a:pt x="9005" y="12294"/>
                  </a:lnTo>
                  <a:lnTo>
                    <a:pt x="8624" y="14660"/>
                  </a:lnTo>
                  <a:lnTo>
                    <a:pt x="8263" y="17027"/>
                  </a:lnTo>
                  <a:lnTo>
                    <a:pt x="7902" y="19393"/>
                  </a:lnTo>
                  <a:lnTo>
                    <a:pt x="7581" y="21780"/>
                  </a:lnTo>
                  <a:lnTo>
                    <a:pt x="7100" y="20416"/>
                  </a:lnTo>
                  <a:lnTo>
                    <a:pt x="6599" y="19052"/>
                  </a:lnTo>
                  <a:lnTo>
                    <a:pt x="5596" y="16345"/>
                  </a:lnTo>
                  <a:lnTo>
                    <a:pt x="5095" y="14981"/>
                  </a:lnTo>
                  <a:lnTo>
                    <a:pt x="4613" y="13618"/>
                  </a:lnTo>
                  <a:lnTo>
                    <a:pt x="4152" y="12234"/>
                  </a:lnTo>
                  <a:lnTo>
                    <a:pt x="3711" y="10850"/>
                  </a:lnTo>
                  <a:lnTo>
                    <a:pt x="3310" y="9486"/>
                  </a:lnTo>
                  <a:lnTo>
                    <a:pt x="2929" y="8123"/>
                  </a:lnTo>
                  <a:lnTo>
                    <a:pt x="2528" y="6759"/>
                  </a:lnTo>
                  <a:lnTo>
                    <a:pt x="2127" y="5395"/>
                  </a:lnTo>
                  <a:lnTo>
                    <a:pt x="1706" y="4052"/>
                  </a:lnTo>
                  <a:lnTo>
                    <a:pt x="1244" y="2708"/>
                  </a:lnTo>
                  <a:lnTo>
                    <a:pt x="1004" y="2026"/>
                  </a:lnTo>
                  <a:lnTo>
                    <a:pt x="743" y="1364"/>
                  </a:lnTo>
                  <a:lnTo>
                    <a:pt x="482" y="702"/>
                  </a:lnTo>
                  <a:lnTo>
                    <a:pt x="201" y="61"/>
                  </a:lnTo>
                  <a:lnTo>
                    <a:pt x="161" y="21"/>
                  </a:lnTo>
                  <a:lnTo>
                    <a:pt x="14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8" name="Google Shape;6498;p29"/>
            <p:cNvSpPr/>
            <p:nvPr/>
          </p:nvSpPr>
          <p:spPr>
            <a:xfrm>
              <a:off x="11241025" y="4391588"/>
              <a:ext cx="49150" cy="49175"/>
            </a:xfrm>
            <a:custGeom>
              <a:avLst/>
              <a:gdLst/>
              <a:ahLst/>
              <a:cxnLst/>
              <a:rect l="l" t="t" r="r" b="b"/>
              <a:pathLst>
                <a:path w="1966" h="1967" extrusionOk="0">
                  <a:moveTo>
                    <a:pt x="822" y="1"/>
                  </a:moveTo>
                  <a:lnTo>
                    <a:pt x="722" y="21"/>
                  </a:lnTo>
                  <a:lnTo>
                    <a:pt x="622" y="61"/>
                  </a:lnTo>
                  <a:lnTo>
                    <a:pt x="521" y="101"/>
                  </a:lnTo>
                  <a:lnTo>
                    <a:pt x="421" y="161"/>
                  </a:lnTo>
                  <a:lnTo>
                    <a:pt x="261" y="302"/>
                  </a:lnTo>
                  <a:lnTo>
                    <a:pt x="140" y="482"/>
                  </a:lnTo>
                  <a:lnTo>
                    <a:pt x="40" y="683"/>
                  </a:lnTo>
                  <a:lnTo>
                    <a:pt x="0" y="883"/>
                  </a:lnTo>
                  <a:lnTo>
                    <a:pt x="0" y="1004"/>
                  </a:lnTo>
                  <a:lnTo>
                    <a:pt x="0" y="1124"/>
                  </a:lnTo>
                  <a:lnTo>
                    <a:pt x="40" y="1284"/>
                  </a:lnTo>
                  <a:lnTo>
                    <a:pt x="100" y="1445"/>
                  </a:lnTo>
                  <a:lnTo>
                    <a:pt x="201" y="1605"/>
                  </a:lnTo>
                  <a:lnTo>
                    <a:pt x="341" y="1725"/>
                  </a:lnTo>
                  <a:lnTo>
                    <a:pt x="501" y="1846"/>
                  </a:lnTo>
                  <a:lnTo>
                    <a:pt x="682" y="1926"/>
                  </a:lnTo>
                  <a:lnTo>
                    <a:pt x="882" y="1966"/>
                  </a:lnTo>
                  <a:lnTo>
                    <a:pt x="1103" y="1966"/>
                  </a:lnTo>
                  <a:lnTo>
                    <a:pt x="1243" y="1946"/>
                  </a:lnTo>
                  <a:lnTo>
                    <a:pt x="1384" y="1906"/>
                  </a:lnTo>
                  <a:lnTo>
                    <a:pt x="1504" y="1846"/>
                  </a:lnTo>
                  <a:lnTo>
                    <a:pt x="1604" y="1766"/>
                  </a:lnTo>
                  <a:lnTo>
                    <a:pt x="1705" y="1665"/>
                  </a:lnTo>
                  <a:lnTo>
                    <a:pt x="1785" y="1565"/>
                  </a:lnTo>
                  <a:lnTo>
                    <a:pt x="1865" y="1445"/>
                  </a:lnTo>
                  <a:lnTo>
                    <a:pt x="1905" y="1304"/>
                  </a:lnTo>
                  <a:lnTo>
                    <a:pt x="1945" y="1204"/>
                  </a:lnTo>
                  <a:lnTo>
                    <a:pt x="1965" y="1084"/>
                  </a:lnTo>
                  <a:lnTo>
                    <a:pt x="1965" y="963"/>
                  </a:lnTo>
                  <a:lnTo>
                    <a:pt x="1965" y="863"/>
                  </a:lnTo>
                  <a:lnTo>
                    <a:pt x="1945" y="743"/>
                  </a:lnTo>
                  <a:lnTo>
                    <a:pt x="1905" y="643"/>
                  </a:lnTo>
                  <a:lnTo>
                    <a:pt x="1865" y="542"/>
                  </a:lnTo>
                  <a:lnTo>
                    <a:pt x="1805" y="442"/>
                  </a:lnTo>
                  <a:lnTo>
                    <a:pt x="1745" y="362"/>
                  </a:lnTo>
                  <a:lnTo>
                    <a:pt x="1665" y="282"/>
                  </a:lnTo>
                  <a:lnTo>
                    <a:pt x="1584" y="201"/>
                  </a:lnTo>
                  <a:lnTo>
                    <a:pt x="1504" y="141"/>
                  </a:lnTo>
                  <a:lnTo>
                    <a:pt x="1404" y="81"/>
                  </a:lnTo>
                  <a:lnTo>
                    <a:pt x="1284" y="41"/>
                  </a:lnTo>
                  <a:lnTo>
                    <a:pt x="1183" y="21"/>
                  </a:lnTo>
                  <a:lnTo>
                    <a:pt x="106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9" name="Google Shape;6499;p29"/>
            <p:cNvSpPr/>
            <p:nvPr/>
          </p:nvSpPr>
          <p:spPr>
            <a:xfrm>
              <a:off x="11700750" y="5008263"/>
              <a:ext cx="49175" cy="49175"/>
            </a:xfrm>
            <a:custGeom>
              <a:avLst/>
              <a:gdLst/>
              <a:ahLst/>
              <a:cxnLst/>
              <a:rect l="l" t="t" r="r" b="b"/>
              <a:pathLst>
                <a:path w="1967" h="1967" extrusionOk="0">
                  <a:moveTo>
                    <a:pt x="823" y="1"/>
                  </a:moveTo>
                  <a:lnTo>
                    <a:pt x="723" y="21"/>
                  </a:lnTo>
                  <a:lnTo>
                    <a:pt x="623" y="61"/>
                  </a:lnTo>
                  <a:lnTo>
                    <a:pt x="522" y="121"/>
                  </a:lnTo>
                  <a:lnTo>
                    <a:pt x="442" y="161"/>
                  </a:lnTo>
                  <a:lnTo>
                    <a:pt x="282" y="302"/>
                  </a:lnTo>
                  <a:lnTo>
                    <a:pt x="141" y="482"/>
                  </a:lnTo>
                  <a:lnTo>
                    <a:pt x="61" y="683"/>
                  </a:lnTo>
                  <a:lnTo>
                    <a:pt x="1" y="903"/>
                  </a:lnTo>
                  <a:lnTo>
                    <a:pt x="1" y="1004"/>
                  </a:lnTo>
                  <a:lnTo>
                    <a:pt x="1" y="1124"/>
                  </a:lnTo>
                  <a:lnTo>
                    <a:pt x="41" y="1284"/>
                  </a:lnTo>
                  <a:lnTo>
                    <a:pt x="101" y="1445"/>
                  </a:lnTo>
                  <a:lnTo>
                    <a:pt x="222" y="1605"/>
                  </a:lnTo>
                  <a:lnTo>
                    <a:pt x="342" y="1746"/>
                  </a:lnTo>
                  <a:lnTo>
                    <a:pt x="502" y="1846"/>
                  </a:lnTo>
                  <a:lnTo>
                    <a:pt x="683" y="1926"/>
                  </a:lnTo>
                  <a:lnTo>
                    <a:pt x="883" y="1966"/>
                  </a:lnTo>
                  <a:lnTo>
                    <a:pt x="1124" y="1966"/>
                  </a:lnTo>
                  <a:lnTo>
                    <a:pt x="1244" y="1946"/>
                  </a:lnTo>
                  <a:lnTo>
                    <a:pt x="1385" y="1906"/>
                  </a:lnTo>
                  <a:lnTo>
                    <a:pt x="1505" y="1846"/>
                  </a:lnTo>
                  <a:lnTo>
                    <a:pt x="1605" y="1766"/>
                  </a:lnTo>
                  <a:lnTo>
                    <a:pt x="1706" y="1665"/>
                  </a:lnTo>
                  <a:lnTo>
                    <a:pt x="1786" y="1565"/>
                  </a:lnTo>
                  <a:lnTo>
                    <a:pt x="1866" y="1445"/>
                  </a:lnTo>
                  <a:lnTo>
                    <a:pt x="1906" y="1324"/>
                  </a:lnTo>
                  <a:lnTo>
                    <a:pt x="1946" y="1204"/>
                  </a:lnTo>
                  <a:lnTo>
                    <a:pt x="1966" y="1084"/>
                  </a:lnTo>
                  <a:lnTo>
                    <a:pt x="1966" y="964"/>
                  </a:lnTo>
                  <a:lnTo>
                    <a:pt x="1966" y="863"/>
                  </a:lnTo>
                  <a:lnTo>
                    <a:pt x="1946" y="743"/>
                  </a:lnTo>
                  <a:lnTo>
                    <a:pt x="1906" y="643"/>
                  </a:lnTo>
                  <a:lnTo>
                    <a:pt x="1866" y="542"/>
                  </a:lnTo>
                  <a:lnTo>
                    <a:pt x="1806" y="442"/>
                  </a:lnTo>
                  <a:lnTo>
                    <a:pt x="1746" y="362"/>
                  </a:lnTo>
                  <a:lnTo>
                    <a:pt x="1666" y="282"/>
                  </a:lnTo>
                  <a:lnTo>
                    <a:pt x="1585" y="201"/>
                  </a:lnTo>
                  <a:lnTo>
                    <a:pt x="1505" y="141"/>
                  </a:lnTo>
                  <a:lnTo>
                    <a:pt x="1405" y="81"/>
                  </a:lnTo>
                  <a:lnTo>
                    <a:pt x="1284" y="41"/>
                  </a:lnTo>
                  <a:lnTo>
                    <a:pt x="1184" y="21"/>
                  </a:lnTo>
                  <a:lnTo>
                    <a:pt x="106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0" name="Google Shape;6500;p29"/>
            <p:cNvSpPr/>
            <p:nvPr/>
          </p:nvSpPr>
          <p:spPr>
            <a:xfrm>
              <a:off x="11503725" y="4464788"/>
              <a:ext cx="49650" cy="49175"/>
            </a:xfrm>
            <a:custGeom>
              <a:avLst/>
              <a:gdLst/>
              <a:ahLst/>
              <a:cxnLst/>
              <a:rect l="l" t="t" r="r" b="b"/>
              <a:pathLst>
                <a:path w="1986" h="1967" extrusionOk="0">
                  <a:moveTo>
                    <a:pt x="843" y="1"/>
                  </a:moveTo>
                  <a:lnTo>
                    <a:pt x="723" y="21"/>
                  </a:lnTo>
                  <a:lnTo>
                    <a:pt x="622" y="61"/>
                  </a:lnTo>
                  <a:lnTo>
                    <a:pt x="522" y="101"/>
                  </a:lnTo>
                  <a:lnTo>
                    <a:pt x="442" y="161"/>
                  </a:lnTo>
                  <a:lnTo>
                    <a:pt x="281" y="302"/>
                  </a:lnTo>
                  <a:lnTo>
                    <a:pt x="141" y="482"/>
                  </a:lnTo>
                  <a:lnTo>
                    <a:pt x="61" y="683"/>
                  </a:lnTo>
                  <a:lnTo>
                    <a:pt x="1" y="883"/>
                  </a:lnTo>
                  <a:lnTo>
                    <a:pt x="1" y="1003"/>
                  </a:lnTo>
                  <a:lnTo>
                    <a:pt x="1" y="1124"/>
                  </a:lnTo>
                  <a:lnTo>
                    <a:pt x="41" y="1284"/>
                  </a:lnTo>
                  <a:lnTo>
                    <a:pt x="121" y="1445"/>
                  </a:lnTo>
                  <a:lnTo>
                    <a:pt x="221" y="1605"/>
                  </a:lnTo>
                  <a:lnTo>
                    <a:pt x="342" y="1725"/>
                  </a:lnTo>
                  <a:lnTo>
                    <a:pt x="502" y="1846"/>
                  </a:lnTo>
                  <a:lnTo>
                    <a:pt x="682" y="1926"/>
                  </a:lnTo>
                  <a:lnTo>
                    <a:pt x="903" y="1966"/>
                  </a:lnTo>
                  <a:lnTo>
                    <a:pt x="1124" y="1966"/>
                  </a:lnTo>
                  <a:lnTo>
                    <a:pt x="1264" y="1946"/>
                  </a:lnTo>
                  <a:lnTo>
                    <a:pt x="1384" y="1906"/>
                  </a:lnTo>
                  <a:lnTo>
                    <a:pt x="1505" y="1846"/>
                  </a:lnTo>
                  <a:lnTo>
                    <a:pt x="1605" y="1766"/>
                  </a:lnTo>
                  <a:lnTo>
                    <a:pt x="1705" y="1665"/>
                  </a:lnTo>
                  <a:lnTo>
                    <a:pt x="1785" y="1565"/>
                  </a:lnTo>
                  <a:lnTo>
                    <a:pt x="1866" y="1445"/>
                  </a:lnTo>
                  <a:lnTo>
                    <a:pt x="1926" y="1324"/>
                  </a:lnTo>
                  <a:lnTo>
                    <a:pt x="1946" y="1204"/>
                  </a:lnTo>
                  <a:lnTo>
                    <a:pt x="1966" y="1084"/>
                  </a:lnTo>
                  <a:lnTo>
                    <a:pt x="1986" y="963"/>
                  </a:lnTo>
                  <a:lnTo>
                    <a:pt x="1966" y="863"/>
                  </a:lnTo>
                  <a:lnTo>
                    <a:pt x="1946" y="743"/>
                  </a:lnTo>
                  <a:lnTo>
                    <a:pt x="1906" y="643"/>
                  </a:lnTo>
                  <a:lnTo>
                    <a:pt x="1866" y="542"/>
                  </a:lnTo>
                  <a:lnTo>
                    <a:pt x="1826" y="442"/>
                  </a:lnTo>
                  <a:lnTo>
                    <a:pt x="1745" y="362"/>
                  </a:lnTo>
                  <a:lnTo>
                    <a:pt x="1685" y="282"/>
                  </a:lnTo>
                  <a:lnTo>
                    <a:pt x="1585" y="201"/>
                  </a:lnTo>
                  <a:lnTo>
                    <a:pt x="1505" y="141"/>
                  </a:lnTo>
                  <a:lnTo>
                    <a:pt x="1404" y="81"/>
                  </a:lnTo>
                  <a:lnTo>
                    <a:pt x="1284" y="41"/>
                  </a:lnTo>
                  <a:lnTo>
                    <a:pt x="1184" y="21"/>
                  </a:lnTo>
                  <a:lnTo>
                    <a:pt x="106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1" name="Google Shape;6501;p29"/>
            <p:cNvSpPr/>
            <p:nvPr/>
          </p:nvSpPr>
          <p:spPr>
            <a:xfrm>
              <a:off x="11419000" y="4969163"/>
              <a:ext cx="49150" cy="49675"/>
            </a:xfrm>
            <a:custGeom>
              <a:avLst/>
              <a:gdLst/>
              <a:ahLst/>
              <a:cxnLst/>
              <a:rect l="l" t="t" r="r" b="b"/>
              <a:pathLst>
                <a:path w="1966" h="1987" extrusionOk="0">
                  <a:moveTo>
                    <a:pt x="943" y="1"/>
                  </a:moveTo>
                  <a:lnTo>
                    <a:pt x="823" y="21"/>
                  </a:lnTo>
                  <a:lnTo>
                    <a:pt x="722" y="41"/>
                  </a:lnTo>
                  <a:lnTo>
                    <a:pt x="622" y="81"/>
                  </a:lnTo>
                  <a:lnTo>
                    <a:pt x="522" y="121"/>
                  </a:lnTo>
                  <a:lnTo>
                    <a:pt x="422" y="181"/>
                  </a:lnTo>
                  <a:lnTo>
                    <a:pt x="261" y="322"/>
                  </a:lnTo>
                  <a:lnTo>
                    <a:pt x="141" y="502"/>
                  </a:lnTo>
                  <a:lnTo>
                    <a:pt x="61" y="682"/>
                  </a:lnTo>
                  <a:lnTo>
                    <a:pt x="0" y="903"/>
                  </a:lnTo>
                  <a:lnTo>
                    <a:pt x="0" y="1023"/>
                  </a:lnTo>
                  <a:lnTo>
                    <a:pt x="0" y="1124"/>
                  </a:lnTo>
                  <a:lnTo>
                    <a:pt x="40" y="1304"/>
                  </a:lnTo>
                  <a:lnTo>
                    <a:pt x="101" y="1465"/>
                  </a:lnTo>
                  <a:lnTo>
                    <a:pt x="201" y="1625"/>
                  </a:lnTo>
                  <a:lnTo>
                    <a:pt x="341" y="1745"/>
                  </a:lnTo>
                  <a:lnTo>
                    <a:pt x="502" y="1866"/>
                  </a:lnTo>
                  <a:lnTo>
                    <a:pt x="682" y="1946"/>
                  </a:lnTo>
                  <a:lnTo>
                    <a:pt x="883" y="1986"/>
                  </a:lnTo>
                  <a:lnTo>
                    <a:pt x="1123" y="1986"/>
                  </a:lnTo>
                  <a:lnTo>
                    <a:pt x="1244" y="1966"/>
                  </a:lnTo>
                  <a:lnTo>
                    <a:pt x="1384" y="1926"/>
                  </a:lnTo>
                  <a:lnTo>
                    <a:pt x="1504" y="1846"/>
                  </a:lnTo>
                  <a:lnTo>
                    <a:pt x="1605" y="1785"/>
                  </a:lnTo>
                  <a:lnTo>
                    <a:pt x="1705" y="1685"/>
                  </a:lnTo>
                  <a:lnTo>
                    <a:pt x="1785" y="1585"/>
                  </a:lnTo>
                  <a:lnTo>
                    <a:pt x="1865" y="1465"/>
                  </a:lnTo>
                  <a:lnTo>
                    <a:pt x="1906" y="1324"/>
                  </a:lnTo>
                  <a:lnTo>
                    <a:pt x="1946" y="1224"/>
                  </a:lnTo>
                  <a:lnTo>
                    <a:pt x="1966" y="1104"/>
                  </a:lnTo>
                  <a:lnTo>
                    <a:pt x="1966" y="983"/>
                  </a:lnTo>
                  <a:lnTo>
                    <a:pt x="1966" y="863"/>
                  </a:lnTo>
                  <a:lnTo>
                    <a:pt x="1946" y="763"/>
                  </a:lnTo>
                  <a:lnTo>
                    <a:pt x="1906" y="662"/>
                  </a:lnTo>
                  <a:lnTo>
                    <a:pt x="1865" y="562"/>
                  </a:lnTo>
                  <a:lnTo>
                    <a:pt x="1805" y="462"/>
                  </a:lnTo>
                  <a:lnTo>
                    <a:pt x="1745" y="382"/>
                  </a:lnTo>
                  <a:lnTo>
                    <a:pt x="1665" y="281"/>
                  </a:lnTo>
                  <a:lnTo>
                    <a:pt x="1585" y="221"/>
                  </a:lnTo>
                  <a:lnTo>
                    <a:pt x="1504" y="161"/>
                  </a:lnTo>
                  <a:lnTo>
                    <a:pt x="1404" y="101"/>
                  </a:lnTo>
                  <a:lnTo>
                    <a:pt x="1284" y="61"/>
                  </a:lnTo>
                  <a:lnTo>
                    <a:pt x="1184" y="21"/>
                  </a:lnTo>
                  <a:lnTo>
                    <a:pt x="1063" y="21"/>
                  </a:lnTo>
                  <a:lnTo>
                    <a:pt x="94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2" name="Google Shape;6502;p29"/>
            <p:cNvSpPr/>
            <p:nvPr/>
          </p:nvSpPr>
          <p:spPr>
            <a:xfrm>
              <a:off x="12105350" y="4403638"/>
              <a:ext cx="49675" cy="49650"/>
            </a:xfrm>
            <a:custGeom>
              <a:avLst/>
              <a:gdLst/>
              <a:ahLst/>
              <a:cxnLst/>
              <a:rect l="l" t="t" r="r" b="b"/>
              <a:pathLst>
                <a:path w="1987" h="1986" extrusionOk="0">
                  <a:moveTo>
                    <a:pt x="944" y="0"/>
                  </a:moveTo>
                  <a:lnTo>
                    <a:pt x="843" y="20"/>
                  </a:lnTo>
                  <a:lnTo>
                    <a:pt x="743" y="40"/>
                  </a:lnTo>
                  <a:lnTo>
                    <a:pt x="623" y="80"/>
                  </a:lnTo>
                  <a:lnTo>
                    <a:pt x="542" y="120"/>
                  </a:lnTo>
                  <a:lnTo>
                    <a:pt x="442" y="181"/>
                  </a:lnTo>
                  <a:lnTo>
                    <a:pt x="282" y="321"/>
                  </a:lnTo>
                  <a:lnTo>
                    <a:pt x="161" y="481"/>
                  </a:lnTo>
                  <a:lnTo>
                    <a:pt x="61" y="682"/>
                  </a:lnTo>
                  <a:lnTo>
                    <a:pt x="21" y="903"/>
                  </a:lnTo>
                  <a:lnTo>
                    <a:pt x="1" y="1023"/>
                  </a:lnTo>
                  <a:lnTo>
                    <a:pt x="21" y="1123"/>
                  </a:lnTo>
                  <a:lnTo>
                    <a:pt x="41" y="1304"/>
                  </a:lnTo>
                  <a:lnTo>
                    <a:pt x="121" y="1464"/>
                  </a:lnTo>
                  <a:lnTo>
                    <a:pt x="222" y="1604"/>
                  </a:lnTo>
                  <a:lnTo>
                    <a:pt x="362" y="1745"/>
                  </a:lnTo>
                  <a:lnTo>
                    <a:pt x="522" y="1865"/>
                  </a:lnTo>
                  <a:lnTo>
                    <a:pt x="703" y="1925"/>
                  </a:lnTo>
                  <a:lnTo>
                    <a:pt x="903" y="1986"/>
                  </a:lnTo>
                  <a:lnTo>
                    <a:pt x="1124" y="1986"/>
                  </a:lnTo>
                  <a:lnTo>
                    <a:pt x="1264" y="1965"/>
                  </a:lnTo>
                  <a:lnTo>
                    <a:pt x="1385" y="1905"/>
                  </a:lnTo>
                  <a:lnTo>
                    <a:pt x="1505" y="1845"/>
                  </a:lnTo>
                  <a:lnTo>
                    <a:pt x="1625" y="1765"/>
                  </a:lnTo>
                  <a:lnTo>
                    <a:pt x="1706" y="1685"/>
                  </a:lnTo>
                  <a:lnTo>
                    <a:pt x="1806" y="1564"/>
                  </a:lnTo>
                  <a:lnTo>
                    <a:pt x="1866" y="1444"/>
                  </a:lnTo>
                  <a:lnTo>
                    <a:pt x="1926" y="1324"/>
                  </a:lnTo>
                  <a:lnTo>
                    <a:pt x="1966" y="1203"/>
                  </a:lnTo>
                  <a:lnTo>
                    <a:pt x="1986" y="1103"/>
                  </a:lnTo>
                  <a:lnTo>
                    <a:pt x="1986" y="983"/>
                  </a:lnTo>
                  <a:lnTo>
                    <a:pt x="1986" y="862"/>
                  </a:lnTo>
                  <a:lnTo>
                    <a:pt x="1946" y="762"/>
                  </a:lnTo>
                  <a:lnTo>
                    <a:pt x="1926" y="662"/>
                  </a:lnTo>
                  <a:lnTo>
                    <a:pt x="1886" y="542"/>
                  </a:lnTo>
                  <a:lnTo>
                    <a:pt x="1826" y="461"/>
                  </a:lnTo>
                  <a:lnTo>
                    <a:pt x="1766" y="361"/>
                  </a:lnTo>
                  <a:lnTo>
                    <a:pt x="1686" y="281"/>
                  </a:lnTo>
                  <a:lnTo>
                    <a:pt x="1605" y="221"/>
                  </a:lnTo>
                  <a:lnTo>
                    <a:pt x="1505" y="161"/>
                  </a:lnTo>
                  <a:lnTo>
                    <a:pt x="1405" y="100"/>
                  </a:lnTo>
                  <a:lnTo>
                    <a:pt x="1305" y="60"/>
                  </a:lnTo>
                  <a:lnTo>
                    <a:pt x="1184" y="20"/>
                  </a:lnTo>
                  <a:lnTo>
                    <a:pt x="106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3" name="Google Shape;6503;p29"/>
            <p:cNvSpPr/>
            <p:nvPr/>
          </p:nvSpPr>
          <p:spPr>
            <a:xfrm>
              <a:off x="11812575" y="4458288"/>
              <a:ext cx="49150" cy="49650"/>
            </a:xfrm>
            <a:custGeom>
              <a:avLst/>
              <a:gdLst/>
              <a:ahLst/>
              <a:cxnLst/>
              <a:rect l="l" t="t" r="r" b="b"/>
              <a:pathLst>
                <a:path w="1966" h="1986" extrusionOk="0">
                  <a:moveTo>
                    <a:pt x="943" y="0"/>
                  </a:moveTo>
                  <a:lnTo>
                    <a:pt x="822" y="20"/>
                  </a:lnTo>
                  <a:lnTo>
                    <a:pt x="722" y="40"/>
                  </a:lnTo>
                  <a:lnTo>
                    <a:pt x="622" y="80"/>
                  </a:lnTo>
                  <a:lnTo>
                    <a:pt x="522" y="120"/>
                  </a:lnTo>
                  <a:lnTo>
                    <a:pt x="441" y="181"/>
                  </a:lnTo>
                  <a:lnTo>
                    <a:pt x="281" y="321"/>
                  </a:lnTo>
                  <a:lnTo>
                    <a:pt x="141" y="481"/>
                  </a:lnTo>
                  <a:lnTo>
                    <a:pt x="60" y="682"/>
                  </a:lnTo>
                  <a:lnTo>
                    <a:pt x="0" y="903"/>
                  </a:lnTo>
                  <a:lnTo>
                    <a:pt x="0" y="1023"/>
                  </a:lnTo>
                  <a:lnTo>
                    <a:pt x="0" y="1123"/>
                  </a:lnTo>
                  <a:lnTo>
                    <a:pt x="40" y="1304"/>
                  </a:lnTo>
                  <a:lnTo>
                    <a:pt x="100" y="1464"/>
                  </a:lnTo>
                  <a:lnTo>
                    <a:pt x="221" y="1604"/>
                  </a:lnTo>
                  <a:lnTo>
                    <a:pt x="341" y="1745"/>
                  </a:lnTo>
                  <a:lnTo>
                    <a:pt x="502" y="1865"/>
                  </a:lnTo>
                  <a:lnTo>
                    <a:pt x="682" y="1945"/>
                  </a:lnTo>
                  <a:lnTo>
                    <a:pt x="883" y="1985"/>
                  </a:lnTo>
                  <a:lnTo>
                    <a:pt x="1123" y="1985"/>
                  </a:lnTo>
                  <a:lnTo>
                    <a:pt x="1244" y="1965"/>
                  </a:lnTo>
                  <a:lnTo>
                    <a:pt x="1384" y="1905"/>
                  </a:lnTo>
                  <a:lnTo>
                    <a:pt x="1504" y="1845"/>
                  </a:lnTo>
                  <a:lnTo>
                    <a:pt x="1605" y="1765"/>
                  </a:lnTo>
                  <a:lnTo>
                    <a:pt x="1705" y="1685"/>
                  </a:lnTo>
                  <a:lnTo>
                    <a:pt x="1785" y="1564"/>
                  </a:lnTo>
                  <a:lnTo>
                    <a:pt x="1865" y="1444"/>
                  </a:lnTo>
                  <a:lnTo>
                    <a:pt x="1905" y="1324"/>
                  </a:lnTo>
                  <a:lnTo>
                    <a:pt x="1945" y="1203"/>
                  </a:lnTo>
                  <a:lnTo>
                    <a:pt x="1965" y="1103"/>
                  </a:lnTo>
                  <a:lnTo>
                    <a:pt x="1965" y="983"/>
                  </a:lnTo>
                  <a:lnTo>
                    <a:pt x="1965" y="862"/>
                  </a:lnTo>
                  <a:lnTo>
                    <a:pt x="1945" y="762"/>
                  </a:lnTo>
                  <a:lnTo>
                    <a:pt x="1905" y="662"/>
                  </a:lnTo>
                  <a:lnTo>
                    <a:pt x="1865" y="542"/>
                  </a:lnTo>
                  <a:lnTo>
                    <a:pt x="1805" y="461"/>
                  </a:lnTo>
                  <a:lnTo>
                    <a:pt x="1745" y="361"/>
                  </a:lnTo>
                  <a:lnTo>
                    <a:pt x="1665" y="281"/>
                  </a:lnTo>
                  <a:lnTo>
                    <a:pt x="1584" y="221"/>
                  </a:lnTo>
                  <a:lnTo>
                    <a:pt x="1504" y="160"/>
                  </a:lnTo>
                  <a:lnTo>
                    <a:pt x="1404" y="100"/>
                  </a:lnTo>
                  <a:lnTo>
                    <a:pt x="1284" y="60"/>
                  </a:lnTo>
                  <a:lnTo>
                    <a:pt x="1183" y="20"/>
                  </a:lnTo>
                  <a:lnTo>
                    <a:pt x="106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4" name="Google Shape;6504;p29"/>
            <p:cNvSpPr/>
            <p:nvPr/>
          </p:nvSpPr>
          <p:spPr>
            <a:xfrm>
              <a:off x="11982525" y="4983213"/>
              <a:ext cx="49650" cy="49650"/>
            </a:xfrm>
            <a:custGeom>
              <a:avLst/>
              <a:gdLst/>
              <a:ahLst/>
              <a:cxnLst/>
              <a:rect l="l" t="t" r="r" b="b"/>
              <a:pathLst>
                <a:path w="1986" h="1986" extrusionOk="0">
                  <a:moveTo>
                    <a:pt x="943" y="0"/>
                  </a:moveTo>
                  <a:lnTo>
                    <a:pt x="843" y="20"/>
                  </a:lnTo>
                  <a:lnTo>
                    <a:pt x="723" y="40"/>
                  </a:lnTo>
                  <a:lnTo>
                    <a:pt x="622" y="80"/>
                  </a:lnTo>
                  <a:lnTo>
                    <a:pt x="522" y="120"/>
                  </a:lnTo>
                  <a:lnTo>
                    <a:pt x="442" y="181"/>
                  </a:lnTo>
                  <a:lnTo>
                    <a:pt x="281" y="321"/>
                  </a:lnTo>
                  <a:lnTo>
                    <a:pt x="141" y="502"/>
                  </a:lnTo>
                  <a:lnTo>
                    <a:pt x="61" y="682"/>
                  </a:lnTo>
                  <a:lnTo>
                    <a:pt x="1" y="903"/>
                  </a:lnTo>
                  <a:lnTo>
                    <a:pt x="1" y="1023"/>
                  </a:lnTo>
                  <a:lnTo>
                    <a:pt x="1" y="1123"/>
                  </a:lnTo>
                  <a:lnTo>
                    <a:pt x="41" y="1304"/>
                  </a:lnTo>
                  <a:lnTo>
                    <a:pt x="121" y="1464"/>
                  </a:lnTo>
                  <a:lnTo>
                    <a:pt x="221" y="1625"/>
                  </a:lnTo>
                  <a:lnTo>
                    <a:pt x="342" y="1745"/>
                  </a:lnTo>
                  <a:lnTo>
                    <a:pt x="502" y="1865"/>
                  </a:lnTo>
                  <a:lnTo>
                    <a:pt x="682" y="1945"/>
                  </a:lnTo>
                  <a:lnTo>
                    <a:pt x="903" y="1986"/>
                  </a:lnTo>
                  <a:lnTo>
                    <a:pt x="1124" y="1986"/>
                  </a:lnTo>
                  <a:lnTo>
                    <a:pt x="1264" y="1966"/>
                  </a:lnTo>
                  <a:lnTo>
                    <a:pt x="1384" y="1925"/>
                  </a:lnTo>
                  <a:lnTo>
                    <a:pt x="1505" y="1845"/>
                  </a:lnTo>
                  <a:lnTo>
                    <a:pt x="1605" y="1785"/>
                  </a:lnTo>
                  <a:lnTo>
                    <a:pt x="1705" y="1685"/>
                  </a:lnTo>
                  <a:lnTo>
                    <a:pt x="1785" y="1584"/>
                  </a:lnTo>
                  <a:lnTo>
                    <a:pt x="1866" y="1464"/>
                  </a:lnTo>
                  <a:lnTo>
                    <a:pt x="1926" y="1324"/>
                  </a:lnTo>
                  <a:lnTo>
                    <a:pt x="1946" y="1223"/>
                  </a:lnTo>
                  <a:lnTo>
                    <a:pt x="1966" y="1103"/>
                  </a:lnTo>
                  <a:lnTo>
                    <a:pt x="1986" y="983"/>
                  </a:lnTo>
                  <a:lnTo>
                    <a:pt x="1966" y="863"/>
                  </a:lnTo>
                  <a:lnTo>
                    <a:pt x="1946" y="762"/>
                  </a:lnTo>
                  <a:lnTo>
                    <a:pt x="1926" y="662"/>
                  </a:lnTo>
                  <a:lnTo>
                    <a:pt x="1866" y="562"/>
                  </a:lnTo>
                  <a:lnTo>
                    <a:pt x="1826" y="461"/>
                  </a:lnTo>
                  <a:lnTo>
                    <a:pt x="1745" y="381"/>
                  </a:lnTo>
                  <a:lnTo>
                    <a:pt x="1685" y="281"/>
                  </a:lnTo>
                  <a:lnTo>
                    <a:pt x="1585" y="221"/>
                  </a:lnTo>
                  <a:lnTo>
                    <a:pt x="1505" y="161"/>
                  </a:lnTo>
                  <a:lnTo>
                    <a:pt x="1404" y="100"/>
                  </a:lnTo>
                  <a:lnTo>
                    <a:pt x="1304" y="60"/>
                  </a:lnTo>
                  <a:lnTo>
                    <a:pt x="1184" y="20"/>
                  </a:lnTo>
                  <a:lnTo>
                    <a:pt x="1064" y="20"/>
                  </a:lnTo>
                  <a:lnTo>
                    <a:pt x="94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5" name="Google Shape;6505;p29"/>
            <p:cNvSpPr/>
            <p:nvPr/>
          </p:nvSpPr>
          <p:spPr>
            <a:xfrm>
              <a:off x="11386900" y="4083763"/>
              <a:ext cx="726000" cy="320400"/>
            </a:xfrm>
            <a:custGeom>
              <a:avLst/>
              <a:gdLst/>
              <a:ahLst/>
              <a:cxnLst/>
              <a:rect l="l" t="t" r="r" b="b"/>
              <a:pathLst>
                <a:path w="29040" h="12816" extrusionOk="0">
                  <a:moveTo>
                    <a:pt x="28699" y="0"/>
                  </a:moveTo>
                  <a:lnTo>
                    <a:pt x="28518" y="20"/>
                  </a:lnTo>
                  <a:lnTo>
                    <a:pt x="28258" y="81"/>
                  </a:lnTo>
                  <a:lnTo>
                    <a:pt x="27897" y="181"/>
                  </a:lnTo>
                  <a:lnTo>
                    <a:pt x="27476" y="301"/>
                  </a:lnTo>
                  <a:lnTo>
                    <a:pt x="26433" y="662"/>
                  </a:lnTo>
                  <a:lnTo>
                    <a:pt x="25149" y="1123"/>
                  </a:lnTo>
                  <a:lnTo>
                    <a:pt x="23645" y="1685"/>
                  </a:lnTo>
                  <a:lnTo>
                    <a:pt x="21981" y="2327"/>
                  </a:lnTo>
                  <a:lnTo>
                    <a:pt x="18331" y="3771"/>
                  </a:lnTo>
                  <a:lnTo>
                    <a:pt x="17749" y="3991"/>
                  </a:lnTo>
                  <a:lnTo>
                    <a:pt x="16786" y="4392"/>
                  </a:lnTo>
                  <a:lnTo>
                    <a:pt x="12876" y="5957"/>
                  </a:lnTo>
                  <a:lnTo>
                    <a:pt x="6418" y="8564"/>
                  </a:lnTo>
                  <a:lnTo>
                    <a:pt x="6077" y="8644"/>
                  </a:lnTo>
                  <a:lnTo>
                    <a:pt x="5757" y="8724"/>
                  </a:lnTo>
                  <a:lnTo>
                    <a:pt x="5095" y="8844"/>
                  </a:lnTo>
                  <a:lnTo>
                    <a:pt x="4473" y="8925"/>
                  </a:lnTo>
                  <a:lnTo>
                    <a:pt x="3871" y="9005"/>
                  </a:lnTo>
                  <a:lnTo>
                    <a:pt x="3270" y="9085"/>
                  </a:lnTo>
                  <a:lnTo>
                    <a:pt x="2688" y="9185"/>
                  </a:lnTo>
                  <a:lnTo>
                    <a:pt x="2407" y="9266"/>
                  </a:lnTo>
                  <a:lnTo>
                    <a:pt x="2107" y="9346"/>
                  </a:lnTo>
                  <a:lnTo>
                    <a:pt x="1826" y="9466"/>
                  </a:lnTo>
                  <a:lnTo>
                    <a:pt x="1525" y="9586"/>
                  </a:lnTo>
                  <a:lnTo>
                    <a:pt x="1324" y="9687"/>
                  </a:lnTo>
                  <a:lnTo>
                    <a:pt x="984" y="9907"/>
                  </a:lnTo>
                  <a:lnTo>
                    <a:pt x="643" y="10148"/>
                  </a:lnTo>
                  <a:lnTo>
                    <a:pt x="482" y="10288"/>
                  </a:lnTo>
                  <a:lnTo>
                    <a:pt x="342" y="10429"/>
                  </a:lnTo>
                  <a:lnTo>
                    <a:pt x="221" y="10569"/>
                  </a:lnTo>
                  <a:lnTo>
                    <a:pt x="141" y="10729"/>
                  </a:lnTo>
                  <a:lnTo>
                    <a:pt x="61" y="10890"/>
                  </a:lnTo>
                  <a:lnTo>
                    <a:pt x="21" y="11050"/>
                  </a:lnTo>
                  <a:lnTo>
                    <a:pt x="1" y="11231"/>
                  </a:lnTo>
                  <a:lnTo>
                    <a:pt x="1" y="11391"/>
                  </a:lnTo>
                  <a:lnTo>
                    <a:pt x="41" y="11552"/>
                  </a:lnTo>
                  <a:lnTo>
                    <a:pt x="81" y="11712"/>
                  </a:lnTo>
                  <a:lnTo>
                    <a:pt x="141" y="11853"/>
                  </a:lnTo>
                  <a:lnTo>
                    <a:pt x="221" y="12013"/>
                  </a:lnTo>
                  <a:lnTo>
                    <a:pt x="322" y="12153"/>
                  </a:lnTo>
                  <a:lnTo>
                    <a:pt x="422" y="12274"/>
                  </a:lnTo>
                  <a:lnTo>
                    <a:pt x="562" y="12394"/>
                  </a:lnTo>
                  <a:lnTo>
                    <a:pt x="683" y="12494"/>
                  </a:lnTo>
                  <a:lnTo>
                    <a:pt x="823" y="12575"/>
                  </a:lnTo>
                  <a:lnTo>
                    <a:pt x="984" y="12655"/>
                  </a:lnTo>
                  <a:lnTo>
                    <a:pt x="1144" y="12715"/>
                  </a:lnTo>
                  <a:lnTo>
                    <a:pt x="1304" y="12755"/>
                  </a:lnTo>
                  <a:lnTo>
                    <a:pt x="1485" y="12795"/>
                  </a:lnTo>
                  <a:lnTo>
                    <a:pt x="1645" y="12815"/>
                  </a:lnTo>
                  <a:lnTo>
                    <a:pt x="1826" y="12815"/>
                  </a:lnTo>
                  <a:lnTo>
                    <a:pt x="1986" y="12795"/>
                  </a:lnTo>
                  <a:lnTo>
                    <a:pt x="2327" y="12735"/>
                  </a:lnTo>
                  <a:lnTo>
                    <a:pt x="2648" y="12655"/>
                  </a:lnTo>
                  <a:lnTo>
                    <a:pt x="2969" y="12514"/>
                  </a:lnTo>
                  <a:lnTo>
                    <a:pt x="3310" y="12354"/>
                  </a:lnTo>
                  <a:lnTo>
                    <a:pt x="3611" y="12153"/>
                  </a:lnTo>
                  <a:lnTo>
                    <a:pt x="3932" y="11933"/>
                  </a:lnTo>
                  <a:lnTo>
                    <a:pt x="4533" y="11472"/>
                  </a:lnTo>
                  <a:lnTo>
                    <a:pt x="5135" y="11010"/>
                  </a:lnTo>
                  <a:lnTo>
                    <a:pt x="5696" y="10569"/>
                  </a:lnTo>
                  <a:lnTo>
                    <a:pt x="5957" y="10369"/>
                  </a:lnTo>
                  <a:lnTo>
                    <a:pt x="6218" y="10208"/>
                  </a:lnTo>
                  <a:lnTo>
                    <a:pt x="6779" y="9887"/>
                  </a:lnTo>
                  <a:lnTo>
                    <a:pt x="7461" y="9526"/>
                  </a:lnTo>
                  <a:lnTo>
                    <a:pt x="8263" y="9145"/>
                  </a:lnTo>
                  <a:lnTo>
                    <a:pt x="9166" y="8724"/>
                  </a:lnTo>
                  <a:lnTo>
                    <a:pt x="10169" y="8283"/>
                  </a:lnTo>
                  <a:lnTo>
                    <a:pt x="11231" y="7842"/>
                  </a:lnTo>
                  <a:lnTo>
                    <a:pt x="13538" y="6879"/>
                  </a:lnTo>
                  <a:lnTo>
                    <a:pt x="15423" y="6137"/>
                  </a:lnTo>
                  <a:lnTo>
                    <a:pt x="17328" y="5395"/>
                  </a:lnTo>
                  <a:lnTo>
                    <a:pt x="17348" y="5395"/>
                  </a:lnTo>
                  <a:lnTo>
                    <a:pt x="18230" y="5054"/>
                  </a:lnTo>
                  <a:lnTo>
                    <a:pt x="18832" y="4813"/>
                  </a:lnTo>
                  <a:lnTo>
                    <a:pt x="22322" y="3490"/>
                  </a:lnTo>
                  <a:lnTo>
                    <a:pt x="25310" y="2367"/>
                  </a:lnTo>
                  <a:lnTo>
                    <a:pt x="27455" y="1565"/>
                  </a:lnTo>
                  <a:lnTo>
                    <a:pt x="28117" y="1284"/>
                  </a:lnTo>
                  <a:lnTo>
                    <a:pt x="28458" y="1143"/>
                  </a:lnTo>
                  <a:lnTo>
                    <a:pt x="28558" y="1083"/>
                  </a:lnTo>
                  <a:lnTo>
                    <a:pt x="28659" y="1003"/>
                  </a:lnTo>
                  <a:lnTo>
                    <a:pt x="28819" y="843"/>
                  </a:lnTo>
                  <a:lnTo>
                    <a:pt x="28940" y="642"/>
                  </a:lnTo>
                  <a:lnTo>
                    <a:pt x="29020" y="462"/>
                  </a:lnTo>
                  <a:lnTo>
                    <a:pt x="29040" y="361"/>
                  </a:lnTo>
                  <a:lnTo>
                    <a:pt x="29040" y="281"/>
                  </a:lnTo>
                  <a:lnTo>
                    <a:pt x="29040" y="201"/>
                  </a:lnTo>
                  <a:lnTo>
                    <a:pt x="29000" y="141"/>
                  </a:lnTo>
                  <a:lnTo>
                    <a:pt x="28960" y="81"/>
                  </a:lnTo>
                  <a:lnTo>
                    <a:pt x="28899" y="40"/>
                  </a:lnTo>
                  <a:lnTo>
                    <a:pt x="28799" y="20"/>
                  </a:lnTo>
                  <a:lnTo>
                    <a:pt x="2869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6" name="Google Shape;6506;p29"/>
            <p:cNvSpPr/>
            <p:nvPr/>
          </p:nvSpPr>
          <p:spPr>
            <a:xfrm>
              <a:off x="11386900" y="4083763"/>
              <a:ext cx="726000" cy="320400"/>
            </a:xfrm>
            <a:custGeom>
              <a:avLst/>
              <a:gdLst/>
              <a:ahLst/>
              <a:cxnLst/>
              <a:rect l="l" t="t" r="r" b="b"/>
              <a:pathLst>
                <a:path w="29040" h="12816" fill="none" extrusionOk="0">
                  <a:moveTo>
                    <a:pt x="28458" y="1143"/>
                  </a:moveTo>
                  <a:lnTo>
                    <a:pt x="28458" y="1143"/>
                  </a:lnTo>
                  <a:lnTo>
                    <a:pt x="28117" y="1284"/>
                  </a:lnTo>
                  <a:lnTo>
                    <a:pt x="27455" y="1565"/>
                  </a:lnTo>
                  <a:lnTo>
                    <a:pt x="25310" y="2367"/>
                  </a:lnTo>
                  <a:lnTo>
                    <a:pt x="22322" y="3490"/>
                  </a:lnTo>
                  <a:lnTo>
                    <a:pt x="18832" y="4813"/>
                  </a:lnTo>
                  <a:lnTo>
                    <a:pt x="18832" y="4813"/>
                  </a:lnTo>
                  <a:lnTo>
                    <a:pt x="18230" y="5054"/>
                  </a:lnTo>
                  <a:lnTo>
                    <a:pt x="18230" y="5054"/>
                  </a:lnTo>
                  <a:lnTo>
                    <a:pt x="17348" y="5395"/>
                  </a:lnTo>
                  <a:lnTo>
                    <a:pt x="17348" y="5395"/>
                  </a:lnTo>
                  <a:lnTo>
                    <a:pt x="17328" y="5395"/>
                  </a:lnTo>
                  <a:lnTo>
                    <a:pt x="17328" y="5395"/>
                  </a:lnTo>
                  <a:lnTo>
                    <a:pt x="15423" y="6137"/>
                  </a:lnTo>
                  <a:lnTo>
                    <a:pt x="13538" y="6879"/>
                  </a:lnTo>
                  <a:lnTo>
                    <a:pt x="13538" y="6879"/>
                  </a:lnTo>
                  <a:lnTo>
                    <a:pt x="11231" y="7842"/>
                  </a:lnTo>
                  <a:lnTo>
                    <a:pt x="10169" y="8283"/>
                  </a:lnTo>
                  <a:lnTo>
                    <a:pt x="9166" y="8724"/>
                  </a:lnTo>
                  <a:lnTo>
                    <a:pt x="8263" y="9145"/>
                  </a:lnTo>
                  <a:lnTo>
                    <a:pt x="7461" y="9526"/>
                  </a:lnTo>
                  <a:lnTo>
                    <a:pt x="6779" y="9887"/>
                  </a:lnTo>
                  <a:lnTo>
                    <a:pt x="6218" y="10208"/>
                  </a:lnTo>
                  <a:lnTo>
                    <a:pt x="6218" y="10208"/>
                  </a:lnTo>
                  <a:lnTo>
                    <a:pt x="5957" y="10369"/>
                  </a:lnTo>
                  <a:lnTo>
                    <a:pt x="5696" y="10569"/>
                  </a:lnTo>
                  <a:lnTo>
                    <a:pt x="5135" y="11010"/>
                  </a:lnTo>
                  <a:lnTo>
                    <a:pt x="4533" y="11472"/>
                  </a:lnTo>
                  <a:lnTo>
                    <a:pt x="3932" y="11933"/>
                  </a:lnTo>
                  <a:lnTo>
                    <a:pt x="3611" y="12153"/>
                  </a:lnTo>
                  <a:lnTo>
                    <a:pt x="3310" y="12354"/>
                  </a:lnTo>
                  <a:lnTo>
                    <a:pt x="2969" y="12514"/>
                  </a:lnTo>
                  <a:lnTo>
                    <a:pt x="2648" y="12655"/>
                  </a:lnTo>
                  <a:lnTo>
                    <a:pt x="2327" y="12735"/>
                  </a:lnTo>
                  <a:lnTo>
                    <a:pt x="1986" y="12795"/>
                  </a:lnTo>
                  <a:lnTo>
                    <a:pt x="1826" y="12815"/>
                  </a:lnTo>
                  <a:lnTo>
                    <a:pt x="1645" y="12815"/>
                  </a:lnTo>
                  <a:lnTo>
                    <a:pt x="1485" y="12795"/>
                  </a:lnTo>
                  <a:lnTo>
                    <a:pt x="1304" y="12755"/>
                  </a:lnTo>
                  <a:lnTo>
                    <a:pt x="1304" y="12755"/>
                  </a:lnTo>
                  <a:lnTo>
                    <a:pt x="1144" y="12715"/>
                  </a:lnTo>
                  <a:lnTo>
                    <a:pt x="984" y="12655"/>
                  </a:lnTo>
                  <a:lnTo>
                    <a:pt x="823" y="12575"/>
                  </a:lnTo>
                  <a:lnTo>
                    <a:pt x="683" y="12494"/>
                  </a:lnTo>
                  <a:lnTo>
                    <a:pt x="562" y="12394"/>
                  </a:lnTo>
                  <a:lnTo>
                    <a:pt x="422" y="12274"/>
                  </a:lnTo>
                  <a:lnTo>
                    <a:pt x="322" y="12153"/>
                  </a:lnTo>
                  <a:lnTo>
                    <a:pt x="221" y="12013"/>
                  </a:lnTo>
                  <a:lnTo>
                    <a:pt x="141" y="11853"/>
                  </a:lnTo>
                  <a:lnTo>
                    <a:pt x="81" y="11712"/>
                  </a:lnTo>
                  <a:lnTo>
                    <a:pt x="41" y="11552"/>
                  </a:lnTo>
                  <a:lnTo>
                    <a:pt x="1" y="11391"/>
                  </a:lnTo>
                  <a:lnTo>
                    <a:pt x="1" y="11231"/>
                  </a:lnTo>
                  <a:lnTo>
                    <a:pt x="21" y="11050"/>
                  </a:lnTo>
                  <a:lnTo>
                    <a:pt x="61" y="10890"/>
                  </a:lnTo>
                  <a:lnTo>
                    <a:pt x="141" y="10729"/>
                  </a:lnTo>
                  <a:lnTo>
                    <a:pt x="141" y="10729"/>
                  </a:lnTo>
                  <a:lnTo>
                    <a:pt x="221" y="10569"/>
                  </a:lnTo>
                  <a:lnTo>
                    <a:pt x="342" y="10429"/>
                  </a:lnTo>
                  <a:lnTo>
                    <a:pt x="482" y="10288"/>
                  </a:lnTo>
                  <a:lnTo>
                    <a:pt x="643" y="10148"/>
                  </a:lnTo>
                  <a:lnTo>
                    <a:pt x="984" y="9907"/>
                  </a:lnTo>
                  <a:lnTo>
                    <a:pt x="1324" y="9687"/>
                  </a:lnTo>
                  <a:lnTo>
                    <a:pt x="1324" y="9687"/>
                  </a:lnTo>
                  <a:lnTo>
                    <a:pt x="1525" y="9586"/>
                  </a:lnTo>
                  <a:lnTo>
                    <a:pt x="1525" y="9586"/>
                  </a:lnTo>
                  <a:lnTo>
                    <a:pt x="1826" y="9466"/>
                  </a:lnTo>
                  <a:lnTo>
                    <a:pt x="2107" y="9346"/>
                  </a:lnTo>
                  <a:lnTo>
                    <a:pt x="2407" y="9266"/>
                  </a:lnTo>
                  <a:lnTo>
                    <a:pt x="2688" y="9185"/>
                  </a:lnTo>
                  <a:lnTo>
                    <a:pt x="3270" y="9085"/>
                  </a:lnTo>
                  <a:lnTo>
                    <a:pt x="3871" y="9005"/>
                  </a:lnTo>
                  <a:lnTo>
                    <a:pt x="4473" y="8925"/>
                  </a:lnTo>
                  <a:lnTo>
                    <a:pt x="5095" y="8844"/>
                  </a:lnTo>
                  <a:lnTo>
                    <a:pt x="5757" y="8724"/>
                  </a:lnTo>
                  <a:lnTo>
                    <a:pt x="6077" y="8644"/>
                  </a:lnTo>
                  <a:lnTo>
                    <a:pt x="6418" y="8564"/>
                  </a:lnTo>
                  <a:lnTo>
                    <a:pt x="6418" y="8564"/>
                  </a:lnTo>
                  <a:lnTo>
                    <a:pt x="12876" y="5957"/>
                  </a:lnTo>
                  <a:lnTo>
                    <a:pt x="12876" y="5957"/>
                  </a:lnTo>
                  <a:lnTo>
                    <a:pt x="16786" y="4392"/>
                  </a:lnTo>
                  <a:lnTo>
                    <a:pt x="16786" y="4392"/>
                  </a:lnTo>
                  <a:lnTo>
                    <a:pt x="17749" y="3991"/>
                  </a:lnTo>
                  <a:lnTo>
                    <a:pt x="17749" y="3991"/>
                  </a:lnTo>
                  <a:lnTo>
                    <a:pt x="18331" y="3771"/>
                  </a:lnTo>
                  <a:lnTo>
                    <a:pt x="18331" y="3771"/>
                  </a:lnTo>
                  <a:lnTo>
                    <a:pt x="21981" y="2327"/>
                  </a:lnTo>
                  <a:lnTo>
                    <a:pt x="23645" y="1685"/>
                  </a:lnTo>
                  <a:lnTo>
                    <a:pt x="25149" y="1123"/>
                  </a:lnTo>
                  <a:lnTo>
                    <a:pt x="26433" y="662"/>
                  </a:lnTo>
                  <a:lnTo>
                    <a:pt x="27476" y="301"/>
                  </a:lnTo>
                  <a:lnTo>
                    <a:pt x="27897" y="181"/>
                  </a:lnTo>
                  <a:lnTo>
                    <a:pt x="28258" y="81"/>
                  </a:lnTo>
                  <a:lnTo>
                    <a:pt x="28518" y="20"/>
                  </a:lnTo>
                  <a:lnTo>
                    <a:pt x="28699" y="0"/>
                  </a:lnTo>
                  <a:lnTo>
                    <a:pt x="28699" y="0"/>
                  </a:lnTo>
                  <a:lnTo>
                    <a:pt x="28799" y="20"/>
                  </a:lnTo>
                  <a:lnTo>
                    <a:pt x="28899" y="40"/>
                  </a:lnTo>
                  <a:lnTo>
                    <a:pt x="28960" y="81"/>
                  </a:lnTo>
                  <a:lnTo>
                    <a:pt x="29000" y="141"/>
                  </a:lnTo>
                  <a:lnTo>
                    <a:pt x="29040" y="201"/>
                  </a:lnTo>
                  <a:lnTo>
                    <a:pt x="29040" y="281"/>
                  </a:lnTo>
                  <a:lnTo>
                    <a:pt x="29040" y="361"/>
                  </a:lnTo>
                  <a:lnTo>
                    <a:pt x="29020" y="462"/>
                  </a:lnTo>
                  <a:lnTo>
                    <a:pt x="28940" y="642"/>
                  </a:lnTo>
                  <a:lnTo>
                    <a:pt x="28819" y="843"/>
                  </a:lnTo>
                  <a:lnTo>
                    <a:pt x="28659" y="1003"/>
                  </a:lnTo>
                  <a:lnTo>
                    <a:pt x="28558" y="1083"/>
                  </a:lnTo>
                  <a:lnTo>
                    <a:pt x="28458" y="114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7" name="Google Shape;6507;p29"/>
            <p:cNvSpPr/>
            <p:nvPr/>
          </p:nvSpPr>
          <p:spPr>
            <a:xfrm>
              <a:off x="11708775" y="4193563"/>
              <a:ext cx="111325" cy="62200"/>
            </a:xfrm>
            <a:custGeom>
              <a:avLst/>
              <a:gdLst/>
              <a:ahLst/>
              <a:cxnLst/>
              <a:rect l="l" t="t" r="r" b="b"/>
              <a:pathLst>
                <a:path w="4453" h="2488" extrusionOk="0">
                  <a:moveTo>
                    <a:pt x="3911" y="0"/>
                  </a:moveTo>
                  <a:lnTo>
                    <a:pt x="1" y="1565"/>
                  </a:lnTo>
                  <a:lnTo>
                    <a:pt x="161" y="1705"/>
                  </a:lnTo>
                  <a:lnTo>
                    <a:pt x="302" y="1845"/>
                  </a:lnTo>
                  <a:lnTo>
                    <a:pt x="442" y="2026"/>
                  </a:lnTo>
                  <a:lnTo>
                    <a:pt x="542" y="2206"/>
                  </a:lnTo>
                  <a:lnTo>
                    <a:pt x="623" y="2347"/>
                  </a:lnTo>
                  <a:lnTo>
                    <a:pt x="663" y="2487"/>
                  </a:lnTo>
                  <a:lnTo>
                    <a:pt x="2548" y="1745"/>
                  </a:lnTo>
                  <a:lnTo>
                    <a:pt x="4453" y="1003"/>
                  </a:lnTo>
                  <a:lnTo>
                    <a:pt x="4353" y="722"/>
                  </a:lnTo>
                  <a:lnTo>
                    <a:pt x="4232" y="462"/>
                  </a:lnTo>
                  <a:lnTo>
                    <a:pt x="4072" y="221"/>
                  </a:lnTo>
                  <a:lnTo>
                    <a:pt x="391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8" name="Google Shape;6508;p29"/>
            <p:cNvSpPr/>
            <p:nvPr/>
          </p:nvSpPr>
          <p:spPr>
            <a:xfrm>
              <a:off x="11708775" y="4193563"/>
              <a:ext cx="111325" cy="62200"/>
            </a:xfrm>
            <a:custGeom>
              <a:avLst/>
              <a:gdLst/>
              <a:ahLst/>
              <a:cxnLst/>
              <a:rect l="l" t="t" r="r" b="b"/>
              <a:pathLst>
                <a:path w="4453" h="2488" fill="none" extrusionOk="0">
                  <a:moveTo>
                    <a:pt x="4453" y="1003"/>
                  </a:moveTo>
                  <a:lnTo>
                    <a:pt x="4453" y="1003"/>
                  </a:lnTo>
                  <a:lnTo>
                    <a:pt x="2548" y="1745"/>
                  </a:lnTo>
                  <a:lnTo>
                    <a:pt x="663" y="2487"/>
                  </a:lnTo>
                  <a:lnTo>
                    <a:pt x="663" y="2487"/>
                  </a:lnTo>
                  <a:lnTo>
                    <a:pt x="623" y="2347"/>
                  </a:lnTo>
                  <a:lnTo>
                    <a:pt x="542" y="2206"/>
                  </a:lnTo>
                  <a:lnTo>
                    <a:pt x="542" y="2206"/>
                  </a:lnTo>
                  <a:lnTo>
                    <a:pt x="442" y="2026"/>
                  </a:lnTo>
                  <a:lnTo>
                    <a:pt x="302" y="1845"/>
                  </a:lnTo>
                  <a:lnTo>
                    <a:pt x="161" y="1705"/>
                  </a:lnTo>
                  <a:lnTo>
                    <a:pt x="1" y="1565"/>
                  </a:lnTo>
                  <a:lnTo>
                    <a:pt x="1" y="1565"/>
                  </a:lnTo>
                  <a:lnTo>
                    <a:pt x="3911" y="0"/>
                  </a:lnTo>
                  <a:lnTo>
                    <a:pt x="3911" y="0"/>
                  </a:lnTo>
                  <a:lnTo>
                    <a:pt x="4072" y="221"/>
                  </a:lnTo>
                  <a:lnTo>
                    <a:pt x="4232" y="462"/>
                  </a:lnTo>
                  <a:lnTo>
                    <a:pt x="4353" y="722"/>
                  </a:lnTo>
                  <a:lnTo>
                    <a:pt x="4453" y="100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9" name="Google Shape;6509;p29"/>
            <p:cNvSpPr/>
            <p:nvPr/>
          </p:nvSpPr>
          <p:spPr>
            <a:xfrm>
              <a:off x="11830625" y="4178013"/>
              <a:ext cx="27100" cy="32125"/>
            </a:xfrm>
            <a:custGeom>
              <a:avLst/>
              <a:gdLst/>
              <a:ahLst/>
              <a:cxnLst/>
              <a:rect l="l" t="t" r="r" b="b"/>
              <a:pathLst>
                <a:path w="1084" h="1285" extrusionOk="0">
                  <a:moveTo>
                    <a:pt x="582" y="1"/>
                  </a:moveTo>
                  <a:lnTo>
                    <a:pt x="0" y="221"/>
                  </a:lnTo>
                  <a:lnTo>
                    <a:pt x="161" y="462"/>
                  </a:lnTo>
                  <a:lnTo>
                    <a:pt x="281" y="723"/>
                  </a:lnTo>
                  <a:lnTo>
                    <a:pt x="401" y="983"/>
                  </a:lnTo>
                  <a:lnTo>
                    <a:pt x="481" y="1284"/>
                  </a:lnTo>
                  <a:lnTo>
                    <a:pt x="1083" y="1043"/>
                  </a:lnTo>
                  <a:lnTo>
                    <a:pt x="1003" y="763"/>
                  </a:lnTo>
                  <a:lnTo>
                    <a:pt x="883" y="502"/>
                  </a:lnTo>
                  <a:lnTo>
                    <a:pt x="742" y="241"/>
                  </a:lnTo>
                  <a:lnTo>
                    <a:pt x="5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0" name="Google Shape;6510;p29"/>
            <p:cNvSpPr/>
            <p:nvPr/>
          </p:nvSpPr>
          <p:spPr>
            <a:xfrm>
              <a:off x="11386900" y="4250713"/>
              <a:ext cx="338450" cy="153450"/>
            </a:xfrm>
            <a:custGeom>
              <a:avLst/>
              <a:gdLst/>
              <a:ahLst/>
              <a:cxnLst/>
              <a:rect l="l" t="t" r="r" b="b"/>
              <a:pathLst>
                <a:path w="13538" h="6138" extrusionOk="0">
                  <a:moveTo>
                    <a:pt x="13457" y="0"/>
                  </a:moveTo>
                  <a:lnTo>
                    <a:pt x="11853" y="542"/>
                  </a:lnTo>
                  <a:lnTo>
                    <a:pt x="10529" y="1003"/>
                  </a:lnTo>
                  <a:lnTo>
                    <a:pt x="9206" y="1485"/>
                  </a:lnTo>
                  <a:lnTo>
                    <a:pt x="8544" y="1745"/>
                  </a:lnTo>
                  <a:lnTo>
                    <a:pt x="7902" y="2006"/>
                  </a:lnTo>
                  <a:lnTo>
                    <a:pt x="7261" y="2287"/>
                  </a:lnTo>
                  <a:lnTo>
                    <a:pt x="6619" y="2588"/>
                  </a:lnTo>
                  <a:lnTo>
                    <a:pt x="5977" y="2928"/>
                  </a:lnTo>
                  <a:lnTo>
                    <a:pt x="6278" y="2928"/>
                  </a:lnTo>
                  <a:lnTo>
                    <a:pt x="6579" y="2948"/>
                  </a:lnTo>
                  <a:lnTo>
                    <a:pt x="7120" y="3009"/>
                  </a:lnTo>
                  <a:lnTo>
                    <a:pt x="7722" y="2728"/>
                  </a:lnTo>
                  <a:lnTo>
                    <a:pt x="8404" y="2407"/>
                  </a:lnTo>
                  <a:lnTo>
                    <a:pt x="9928" y="1725"/>
                  </a:lnTo>
                  <a:lnTo>
                    <a:pt x="11653" y="983"/>
                  </a:lnTo>
                  <a:lnTo>
                    <a:pt x="13538" y="201"/>
                  </a:lnTo>
                  <a:lnTo>
                    <a:pt x="13457" y="0"/>
                  </a:lnTo>
                  <a:close/>
                  <a:moveTo>
                    <a:pt x="1324" y="3009"/>
                  </a:moveTo>
                  <a:lnTo>
                    <a:pt x="984" y="3229"/>
                  </a:lnTo>
                  <a:lnTo>
                    <a:pt x="643" y="3470"/>
                  </a:lnTo>
                  <a:lnTo>
                    <a:pt x="482" y="3610"/>
                  </a:lnTo>
                  <a:lnTo>
                    <a:pt x="342" y="3751"/>
                  </a:lnTo>
                  <a:lnTo>
                    <a:pt x="221" y="3891"/>
                  </a:lnTo>
                  <a:lnTo>
                    <a:pt x="141" y="4051"/>
                  </a:lnTo>
                  <a:lnTo>
                    <a:pt x="81" y="4192"/>
                  </a:lnTo>
                  <a:lnTo>
                    <a:pt x="41" y="4332"/>
                  </a:lnTo>
                  <a:lnTo>
                    <a:pt x="21" y="4473"/>
                  </a:lnTo>
                  <a:lnTo>
                    <a:pt x="1" y="4613"/>
                  </a:lnTo>
                  <a:lnTo>
                    <a:pt x="21" y="4733"/>
                  </a:lnTo>
                  <a:lnTo>
                    <a:pt x="41" y="4854"/>
                  </a:lnTo>
                  <a:lnTo>
                    <a:pt x="61" y="4994"/>
                  </a:lnTo>
                  <a:lnTo>
                    <a:pt x="101" y="5114"/>
                  </a:lnTo>
                  <a:lnTo>
                    <a:pt x="242" y="5335"/>
                  </a:lnTo>
                  <a:lnTo>
                    <a:pt x="402" y="5556"/>
                  </a:lnTo>
                  <a:lnTo>
                    <a:pt x="582" y="5736"/>
                  </a:lnTo>
                  <a:lnTo>
                    <a:pt x="803" y="5897"/>
                  </a:lnTo>
                  <a:lnTo>
                    <a:pt x="1044" y="6017"/>
                  </a:lnTo>
                  <a:lnTo>
                    <a:pt x="1304" y="6077"/>
                  </a:lnTo>
                  <a:lnTo>
                    <a:pt x="1525" y="6117"/>
                  </a:lnTo>
                  <a:lnTo>
                    <a:pt x="1766" y="6137"/>
                  </a:lnTo>
                  <a:lnTo>
                    <a:pt x="2006" y="6117"/>
                  </a:lnTo>
                  <a:lnTo>
                    <a:pt x="2247" y="6077"/>
                  </a:lnTo>
                  <a:lnTo>
                    <a:pt x="2468" y="6017"/>
                  </a:lnTo>
                  <a:lnTo>
                    <a:pt x="2708" y="5937"/>
                  </a:lnTo>
                  <a:lnTo>
                    <a:pt x="2949" y="5856"/>
                  </a:lnTo>
                  <a:lnTo>
                    <a:pt x="3169" y="5736"/>
                  </a:lnTo>
                  <a:lnTo>
                    <a:pt x="3410" y="5616"/>
                  </a:lnTo>
                  <a:lnTo>
                    <a:pt x="3631" y="5475"/>
                  </a:lnTo>
                  <a:lnTo>
                    <a:pt x="3490" y="5255"/>
                  </a:lnTo>
                  <a:lnTo>
                    <a:pt x="3390" y="5014"/>
                  </a:lnTo>
                  <a:lnTo>
                    <a:pt x="3310" y="4753"/>
                  </a:lnTo>
                  <a:lnTo>
                    <a:pt x="3290" y="4513"/>
                  </a:lnTo>
                  <a:lnTo>
                    <a:pt x="3290" y="4433"/>
                  </a:lnTo>
                  <a:lnTo>
                    <a:pt x="2989" y="4553"/>
                  </a:lnTo>
                  <a:lnTo>
                    <a:pt x="2648" y="4653"/>
                  </a:lnTo>
                  <a:lnTo>
                    <a:pt x="2327" y="4733"/>
                  </a:lnTo>
                  <a:lnTo>
                    <a:pt x="2167" y="4753"/>
                  </a:lnTo>
                  <a:lnTo>
                    <a:pt x="1866" y="4753"/>
                  </a:lnTo>
                  <a:lnTo>
                    <a:pt x="1746" y="4733"/>
                  </a:lnTo>
                  <a:lnTo>
                    <a:pt x="1625" y="4693"/>
                  </a:lnTo>
                  <a:lnTo>
                    <a:pt x="1505" y="4653"/>
                  </a:lnTo>
                  <a:lnTo>
                    <a:pt x="1405" y="4593"/>
                  </a:lnTo>
                  <a:lnTo>
                    <a:pt x="1304" y="4513"/>
                  </a:lnTo>
                  <a:lnTo>
                    <a:pt x="1204" y="4433"/>
                  </a:lnTo>
                  <a:lnTo>
                    <a:pt x="1124" y="4312"/>
                  </a:lnTo>
                  <a:lnTo>
                    <a:pt x="1044" y="4112"/>
                  </a:lnTo>
                  <a:lnTo>
                    <a:pt x="984" y="3931"/>
                  </a:lnTo>
                  <a:lnTo>
                    <a:pt x="984" y="3771"/>
                  </a:lnTo>
                  <a:lnTo>
                    <a:pt x="1004" y="3610"/>
                  </a:lnTo>
                  <a:lnTo>
                    <a:pt x="1044" y="3470"/>
                  </a:lnTo>
                  <a:lnTo>
                    <a:pt x="1124" y="3309"/>
                  </a:lnTo>
                  <a:lnTo>
                    <a:pt x="1324" y="3009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1" name="Google Shape;6511;p29"/>
            <p:cNvSpPr/>
            <p:nvPr/>
          </p:nvSpPr>
          <p:spPr>
            <a:xfrm>
              <a:off x="11386900" y="4325913"/>
              <a:ext cx="90775" cy="78250"/>
            </a:xfrm>
            <a:custGeom>
              <a:avLst/>
              <a:gdLst/>
              <a:ahLst/>
              <a:cxnLst/>
              <a:rect l="l" t="t" r="r" b="b"/>
              <a:pathLst>
                <a:path w="3631" h="3130" fill="none" extrusionOk="0">
                  <a:moveTo>
                    <a:pt x="1324" y="1"/>
                  </a:moveTo>
                  <a:lnTo>
                    <a:pt x="1324" y="1"/>
                  </a:lnTo>
                  <a:lnTo>
                    <a:pt x="984" y="221"/>
                  </a:lnTo>
                  <a:lnTo>
                    <a:pt x="643" y="462"/>
                  </a:lnTo>
                  <a:lnTo>
                    <a:pt x="482" y="602"/>
                  </a:lnTo>
                  <a:lnTo>
                    <a:pt x="342" y="743"/>
                  </a:lnTo>
                  <a:lnTo>
                    <a:pt x="221" y="883"/>
                  </a:lnTo>
                  <a:lnTo>
                    <a:pt x="141" y="1043"/>
                  </a:lnTo>
                  <a:lnTo>
                    <a:pt x="141" y="1043"/>
                  </a:lnTo>
                  <a:lnTo>
                    <a:pt x="81" y="1184"/>
                  </a:lnTo>
                  <a:lnTo>
                    <a:pt x="41" y="1324"/>
                  </a:lnTo>
                  <a:lnTo>
                    <a:pt x="21" y="1465"/>
                  </a:lnTo>
                  <a:lnTo>
                    <a:pt x="1" y="1605"/>
                  </a:lnTo>
                  <a:lnTo>
                    <a:pt x="1" y="1605"/>
                  </a:lnTo>
                  <a:lnTo>
                    <a:pt x="21" y="1725"/>
                  </a:lnTo>
                  <a:lnTo>
                    <a:pt x="41" y="1846"/>
                  </a:lnTo>
                  <a:lnTo>
                    <a:pt x="61" y="1986"/>
                  </a:lnTo>
                  <a:lnTo>
                    <a:pt x="101" y="2106"/>
                  </a:lnTo>
                  <a:lnTo>
                    <a:pt x="242" y="2327"/>
                  </a:lnTo>
                  <a:lnTo>
                    <a:pt x="402" y="2548"/>
                  </a:lnTo>
                  <a:lnTo>
                    <a:pt x="582" y="2728"/>
                  </a:lnTo>
                  <a:lnTo>
                    <a:pt x="803" y="2889"/>
                  </a:lnTo>
                  <a:lnTo>
                    <a:pt x="1044" y="3009"/>
                  </a:lnTo>
                  <a:lnTo>
                    <a:pt x="1304" y="3069"/>
                  </a:lnTo>
                  <a:lnTo>
                    <a:pt x="1304" y="3069"/>
                  </a:lnTo>
                  <a:lnTo>
                    <a:pt x="1525" y="3109"/>
                  </a:lnTo>
                  <a:lnTo>
                    <a:pt x="1766" y="3129"/>
                  </a:lnTo>
                  <a:lnTo>
                    <a:pt x="1766" y="3129"/>
                  </a:lnTo>
                  <a:lnTo>
                    <a:pt x="2006" y="3109"/>
                  </a:lnTo>
                  <a:lnTo>
                    <a:pt x="2247" y="3069"/>
                  </a:lnTo>
                  <a:lnTo>
                    <a:pt x="2468" y="3009"/>
                  </a:lnTo>
                  <a:lnTo>
                    <a:pt x="2708" y="2929"/>
                  </a:lnTo>
                  <a:lnTo>
                    <a:pt x="2949" y="2848"/>
                  </a:lnTo>
                  <a:lnTo>
                    <a:pt x="3169" y="2728"/>
                  </a:lnTo>
                  <a:lnTo>
                    <a:pt x="3410" y="2608"/>
                  </a:lnTo>
                  <a:lnTo>
                    <a:pt x="3631" y="2467"/>
                  </a:lnTo>
                  <a:lnTo>
                    <a:pt x="3631" y="2467"/>
                  </a:lnTo>
                  <a:lnTo>
                    <a:pt x="3490" y="2247"/>
                  </a:lnTo>
                  <a:lnTo>
                    <a:pt x="3390" y="2006"/>
                  </a:lnTo>
                  <a:lnTo>
                    <a:pt x="3310" y="1745"/>
                  </a:lnTo>
                  <a:lnTo>
                    <a:pt x="3290" y="1505"/>
                  </a:lnTo>
                  <a:lnTo>
                    <a:pt x="3290" y="1505"/>
                  </a:lnTo>
                  <a:lnTo>
                    <a:pt x="3290" y="1425"/>
                  </a:lnTo>
                  <a:lnTo>
                    <a:pt x="3290" y="1425"/>
                  </a:lnTo>
                  <a:lnTo>
                    <a:pt x="2989" y="1545"/>
                  </a:lnTo>
                  <a:lnTo>
                    <a:pt x="2648" y="1645"/>
                  </a:lnTo>
                  <a:lnTo>
                    <a:pt x="2327" y="1725"/>
                  </a:lnTo>
                  <a:lnTo>
                    <a:pt x="2167" y="1745"/>
                  </a:lnTo>
                  <a:lnTo>
                    <a:pt x="2006" y="1745"/>
                  </a:lnTo>
                  <a:lnTo>
                    <a:pt x="2006" y="1745"/>
                  </a:lnTo>
                  <a:lnTo>
                    <a:pt x="1866" y="1745"/>
                  </a:lnTo>
                  <a:lnTo>
                    <a:pt x="1746" y="1725"/>
                  </a:lnTo>
                  <a:lnTo>
                    <a:pt x="1625" y="1685"/>
                  </a:lnTo>
                  <a:lnTo>
                    <a:pt x="1505" y="1645"/>
                  </a:lnTo>
                  <a:lnTo>
                    <a:pt x="1405" y="1585"/>
                  </a:lnTo>
                  <a:lnTo>
                    <a:pt x="1304" y="1505"/>
                  </a:lnTo>
                  <a:lnTo>
                    <a:pt x="1204" y="1425"/>
                  </a:lnTo>
                  <a:lnTo>
                    <a:pt x="1124" y="1304"/>
                  </a:lnTo>
                  <a:lnTo>
                    <a:pt x="1124" y="1304"/>
                  </a:lnTo>
                  <a:lnTo>
                    <a:pt x="1044" y="1104"/>
                  </a:lnTo>
                  <a:lnTo>
                    <a:pt x="984" y="923"/>
                  </a:lnTo>
                  <a:lnTo>
                    <a:pt x="984" y="763"/>
                  </a:lnTo>
                  <a:lnTo>
                    <a:pt x="1004" y="602"/>
                  </a:lnTo>
                  <a:lnTo>
                    <a:pt x="1044" y="462"/>
                  </a:lnTo>
                  <a:lnTo>
                    <a:pt x="1124" y="301"/>
                  </a:lnTo>
                  <a:lnTo>
                    <a:pt x="1324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2" name="Google Shape;6512;p29"/>
            <p:cNvSpPr/>
            <p:nvPr/>
          </p:nvSpPr>
          <p:spPr>
            <a:xfrm>
              <a:off x="11723325" y="4218613"/>
              <a:ext cx="96775" cy="37150"/>
            </a:xfrm>
            <a:custGeom>
              <a:avLst/>
              <a:gdLst/>
              <a:ahLst/>
              <a:cxnLst/>
              <a:rect l="l" t="t" r="r" b="b"/>
              <a:pathLst>
                <a:path w="3871" h="1486" extrusionOk="0">
                  <a:moveTo>
                    <a:pt x="3871" y="1"/>
                  </a:moveTo>
                  <a:lnTo>
                    <a:pt x="1926" y="643"/>
                  </a:lnTo>
                  <a:lnTo>
                    <a:pt x="0" y="1284"/>
                  </a:lnTo>
                  <a:lnTo>
                    <a:pt x="81" y="1485"/>
                  </a:lnTo>
                  <a:lnTo>
                    <a:pt x="1966" y="743"/>
                  </a:lnTo>
                  <a:lnTo>
                    <a:pt x="387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3" name="Google Shape;6513;p29"/>
            <p:cNvSpPr/>
            <p:nvPr/>
          </p:nvSpPr>
          <p:spPr>
            <a:xfrm>
              <a:off x="11948925" y="4314888"/>
              <a:ext cx="19600" cy="30100"/>
            </a:xfrm>
            <a:custGeom>
              <a:avLst/>
              <a:gdLst/>
              <a:ahLst/>
              <a:cxnLst/>
              <a:rect l="l" t="t" r="r" b="b"/>
              <a:pathLst>
                <a:path w="784" h="1204" extrusionOk="0">
                  <a:moveTo>
                    <a:pt x="623" y="0"/>
                  </a:moveTo>
                  <a:lnTo>
                    <a:pt x="1" y="61"/>
                  </a:lnTo>
                  <a:lnTo>
                    <a:pt x="81" y="321"/>
                  </a:lnTo>
                  <a:lnTo>
                    <a:pt x="121" y="602"/>
                  </a:lnTo>
                  <a:lnTo>
                    <a:pt x="141" y="903"/>
                  </a:lnTo>
                  <a:lnTo>
                    <a:pt x="141" y="1204"/>
                  </a:lnTo>
                  <a:lnTo>
                    <a:pt x="783" y="1164"/>
                  </a:lnTo>
                  <a:lnTo>
                    <a:pt x="783" y="863"/>
                  </a:lnTo>
                  <a:lnTo>
                    <a:pt x="743" y="562"/>
                  </a:lnTo>
                  <a:lnTo>
                    <a:pt x="703" y="281"/>
                  </a:lnTo>
                  <a:lnTo>
                    <a:pt x="623" y="0"/>
                  </a:lnTo>
                  <a:close/>
                </a:path>
              </a:pathLst>
            </a:custGeom>
            <a:solidFill>
              <a:srgbClr val="CC66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4" name="Google Shape;6514;p29"/>
            <p:cNvSpPr/>
            <p:nvPr/>
          </p:nvSpPr>
          <p:spPr>
            <a:xfrm>
              <a:off x="11948925" y="4314888"/>
              <a:ext cx="19600" cy="30100"/>
            </a:xfrm>
            <a:custGeom>
              <a:avLst/>
              <a:gdLst/>
              <a:ahLst/>
              <a:cxnLst/>
              <a:rect l="l" t="t" r="r" b="b"/>
              <a:pathLst>
                <a:path w="784" h="1204" fill="none" extrusionOk="0">
                  <a:moveTo>
                    <a:pt x="783" y="1164"/>
                  </a:moveTo>
                  <a:lnTo>
                    <a:pt x="783" y="1164"/>
                  </a:lnTo>
                  <a:lnTo>
                    <a:pt x="141" y="1204"/>
                  </a:lnTo>
                  <a:lnTo>
                    <a:pt x="141" y="1204"/>
                  </a:lnTo>
                  <a:lnTo>
                    <a:pt x="141" y="903"/>
                  </a:lnTo>
                  <a:lnTo>
                    <a:pt x="121" y="602"/>
                  </a:lnTo>
                  <a:lnTo>
                    <a:pt x="81" y="321"/>
                  </a:lnTo>
                  <a:lnTo>
                    <a:pt x="1" y="61"/>
                  </a:lnTo>
                  <a:lnTo>
                    <a:pt x="1" y="61"/>
                  </a:lnTo>
                  <a:lnTo>
                    <a:pt x="623" y="0"/>
                  </a:lnTo>
                  <a:lnTo>
                    <a:pt x="623" y="0"/>
                  </a:lnTo>
                  <a:lnTo>
                    <a:pt x="703" y="281"/>
                  </a:lnTo>
                  <a:lnTo>
                    <a:pt x="743" y="562"/>
                  </a:lnTo>
                  <a:lnTo>
                    <a:pt x="783" y="863"/>
                  </a:lnTo>
                  <a:lnTo>
                    <a:pt x="783" y="116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5" name="Google Shape;6515;p29"/>
            <p:cNvSpPr/>
            <p:nvPr/>
          </p:nvSpPr>
          <p:spPr>
            <a:xfrm>
              <a:off x="11469125" y="4302863"/>
              <a:ext cx="777150" cy="103300"/>
            </a:xfrm>
            <a:custGeom>
              <a:avLst/>
              <a:gdLst/>
              <a:ahLst/>
              <a:cxnLst/>
              <a:rect l="l" t="t" r="r" b="b"/>
              <a:pathLst>
                <a:path w="31086" h="4132" extrusionOk="0">
                  <a:moveTo>
                    <a:pt x="29581" y="0"/>
                  </a:moveTo>
                  <a:lnTo>
                    <a:pt x="28478" y="20"/>
                  </a:lnTo>
                  <a:lnTo>
                    <a:pt x="27094" y="60"/>
                  </a:lnTo>
                  <a:lnTo>
                    <a:pt x="25510" y="141"/>
                  </a:lnTo>
                  <a:lnTo>
                    <a:pt x="23725" y="241"/>
                  </a:lnTo>
                  <a:lnTo>
                    <a:pt x="19815" y="481"/>
                  </a:lnTo>
                  <a:lnTo>
                    <a:pt x="19193" y="542"/>
                  </a:lnTo>
                  <a:lnTo>
                    <a:pt x="18150" y="602"/>
                  </a:lnTo>
                  <a:lnTo>
                    <a:pt x="13939" y="903"/>
                  </a:lnTo>
                  <a:lnTo>
                    <a:pt x="7000" y="1404"/>
                  </a:lnTo>
                  <a:lnTo>
                    <a:pt x="6659" y="1384"/>
                  </a:lnTo>
                  <a:lnTo>
                    <a:pt x="6318" y="1344"/>
                  </a:lnTo>
                  <a:lnTo>
                    <a:pt x="5676" y="1264"/>
                  </a:lnTo>
                  <a:lnTo>
                    <a:pt x="5055" y="1143"/>
                  </a:lnTo>
                  <a:lnTo>
                    <a:pt x="4453" y="1043"/>
                  </a:lnTo>
                  <a:lnTo>
                    <a:pt x="3851" y="943"/>
                  </a:lnTo>
                  <a:lnTo>
                    <a:pt x="3270" y="862"/>
                  </a:lnTo>
                  <a:lnTo>
                    <a:pt x="2969" y="842"/>
                  </a:lnTo>
                  <a:lnTo>
                    <a:pt x="2367" y="842"/>
                  </a:lnTo>
                  <a:lnTo>
                    <a:pt x="2046" y="883"/>
                  </a:lnTo>
                  <a:lnTo>
                    <a:pt x="1625" y="963"/>
                  </a:lnTo>
                  <a:lnTo>
                    <a:pt x="1405" y="1023"/>
                  </a:lnTo>
                  <a:lnTo>
                    <a:pt x="1164" y="1103"/>
                  </a:lnTo>
                  <a:lnTo>
                    <a:pt x="923" y="1183"/>
                  </a:lnTo>
                  <a:lnTo>
                    <a:pt x="703" y="1284"/>
                  </a:lnTo>
                  <a:lnTo>
                    <a:pt x="522" y="1404"/>
                  </a:lnTo>
                  <a:lnTo>
                    <a:pt x="362" y="1544"/>
                  </a:lnTo>
                  <a:lnTo>
                    <a:pt x="241" y="1665"/>
                  </a:lnTo>
                  <a:lnTo>
                    <a:pt x="161" y="1825"/>
                  </a:lnTo>
                  <a:lnTo>
                    <a:pt x="81" y="1965"/>
                  </a:lnTo>
                  <a:lnTo>
                    <a:pt x="41" y="2126"/>
                  </a:lnTo>
                  <a:lnTo>
                    <a:pt x="21" y="2286"/>
                  </a:lnTo>
                  <a:lnTo>
                    <a:pt x="1" y="2467"/>
                  </a:lnTo>
                  <a:lnTo>
                    <a:pt x="21" y="2627"/>
                  </a:lnTo>
                  <a:lnTo>
                    <a:pt x="61" y="2788"/>
                  </a:lnTo>
                  <a:lnTo>
                    <a:pt x="101" y="2948"/>
                  </a:lnTo>
                  <a:lnTo>
                    <a:pt x="161" y="3109"/>
                  </a:lnTo>
                  <a:lnTo>
                    <a:pt x="241" y="3249"/>
                  </a:lnTo>
                  <a:lnTo>
                    <a:pt x="342" y="3389"/>
                  </a:lnTo>
                  <a:lnTo>
                    <a:pt x="462" y="3530"/>
                  </a:lnTo>
                  <a:lnTo>
                    <a:pt x="582" y="3630"/>
                  </a:lnTo>
                  <a:lnTo>
                    <a:pt x="703" y="3750"/>
                  </a:lnTo>
                  <a:lnTo>
                    <a:pt x="843" y="3831"/>
                  </a:lnTo>
                  <a:lnTo>
                    <a:pt x="1004" y="3911"/>
                  </a:lnTo>
                  <a:lnTo>
                    <a:pt x="1164" y="3991"/>
                  </a:lnTo>
                  <a:lnTo>
                    <a:pt x="1324" y="4031"/>
                  </a:lnTo>
                  <a:lnTo>
                    <a:pt x="1485" y="4071"/>
                  </a:lnTo>
                  <a:lnTo>
                    <a:pt x="1826" y="4131"/>
                  </a:lnTo>
                  <a:lnTo>
                    <a:pt x="2167" y="4131"/>
                  </a:lnTo>
                  <a:lnTo>
                    <a:pt x="2528" y="4111"/>
                  </a:lnTo>
                  <a:lnTo>
                    <a:pt x="2869" y="4051"/>
                  </a:lnTo>
                  <a:lnTo>
                    <a:pt x="3230" y="3971"/>
                  </a:lnTo>
                  <a:lnTo>
                    <a:pt x="3591" y="3851"/>
                  </a:lnTo>
                  <a:lnTo>
                    <a:pt x="4313" y="3610"/>
                  </a:lnTo>
                  <a:lnTo>
                    <a:pt x="5034" y="3329"/>
                  </a:lnTo>
                  <a:lnTo>
                    <a:pt x="5696" y="3089"/>
                  </a:lnTo>
                  <a:lnTo>
                    <a:pt x="6017" y="2988"/>
                  </a:lnTo>
                  <a:lnTo>
                    <a:pt x="6318" y="2908"/>
                  </a:lnTo>
                  <a:lnTo>
                    <a:pt x="6940" y="2768"/>
                  </a:lnTo>
                  <a:lnTo>
                    <a:pt x="7702" y="2647"/>
                  </a:lnTo>
                  <a:lnTo>
                    <a:pt x="8584" y="2527"/>
                  </a:lnTo>
                  <a:lnTo>
                    <a:pt x="9567" y="2407"/>
                  </a:lnTo>
                  <a:lnTo>
                    <a:pt x="10650" y="2286"/>
                  </a:lnTo>
                  <a:lnTo>
                    <a:pt x="11813" y="2186"/>
                  </a:lnTo>
                  <a:lnTo>
                    <a:pt x="14300" y="1986"/>
                  </a:lnTo>
                  <a:lnTo>
                    <a:pt x="16305" y="1845"/>
                  </a:lnTo>
                  <a:lnTo>
                    <a:pt x="18351" y="1725"/>
                  </a:lnTo>
                  <a:lnTo>
                    <a:pt x="19333" y="1685"/>
                  </a:lnTo>
                  <a:lnTo>
                    <a:pt x="19975" y="1645"/>
                  </a:lnTo>
                  <a:lnTo>
                    <a:pt x="23846" y="1444"/>
                  </a:lnTo>
                  <a:lnTo>
                    <a:pt x="28217" y="1223"/>
                  </a:lnTo>
                  <a:lnTo>
                    <a:pt x="29581" y="1163"/>
                  </a:lnTo>
                  <a:lnTo>
                    <a:pt x="30022" y="1123"/>
                  </a:lnTo>
                  <a:lnTo>
                    <a:pt x="30263" y="1103"/>
                  </a:lnTo>
                  <a:lnTo>
                    <a:pt x="30363" y="1063"/>
                  </a:lnTo>
                  <a:lnTo>
                    <a:pt x="30484" y="1023"/>
                  </a:lnTo>
                  <a:lnTo>
                    <a:pt x="30684" y="903"/>
                  </a:lnTo>
                  <a:lnTo>
                    <a:pt x="30865" y="762"/>
                  </a:lnTo>
                  <a:lnTo>
                    <a:pt x="31005" y="622"/>
                  </a:lnTo>
                  <a:lnTo>
                    <a:pt x="31045" y="542"/>
                  </a:lnTo>
                  <a:lnTo>
                    <a:pt x="31085" y="461"/>
                  </a:lnTo>
                  <a:lnTo>
                    <a:pt x="31085" y="381"/>
                  </a:lnTo>
                  <a:lnTo>
                    <a:pt x="31085" y="301"/>
                  </a:lnTo>
                  <a:lnTo>
                    <a:pt x="31065" y="241"/>
                  </a:lnTo>
                  <a:lnTo>
                    <a:pt x="31005" y="181"/>
                  </a:lnTo>
                  <a:lnTo>
                    <a:pt x="30925" y="120"/>
                  </a:lnTo>
                  <a:lnTo>
                    <a:pt x="30825" y="80"/>
                  </a:lnTo>
                  <a:lnTo>
                    <a:pt x="30644" y="40"/>
                  </a:lnTo>
                  <a:lnTo>
                    <a:pt x="30383" y="20"/>
                  </a:lnTo>
                  <a:lnTo>
                    <a:pt x="2958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6" name="Google Shape;6516;p29"/>
            <p:cNvSpPr/>
            <p:nvPr/>
          </p:nvSpPr>
          <p:spPr>
            <a:xfrm>
              <a:off x="11469125" y="4302863"/>
              <a:ext cx="777150" cy="103300"/>
            </a:xfrm>
            <a:custGeom>
              <a:avLst/>
              <a:gdLst/>
              <a:ahLst/>
              <a:cxnLst/>
              <a:rect l="l" t="t" r="r" b="b"/>
              <a:pathLst>
                <a:path w="31086" h="4132" fill="none" extrusionOk="0">
                  <a:moveTo>
                    <a:pt x="30263" y="1103"/>
                  </a:moveTo>
                  <a:lnTo>
                    <a:pt x="30263" y="1103"/>
                  </a:lnTo>
                  <a:lnTo>
                    <a:pt x="30022" y="1123"/>
                  </a:lnTo>
                  <a:lnTo>
                    <a:pt x="29581" y="1163"/>
                  </a:lnTo>
                  <a:lnTo>
                    <a:pt x="28217" y="1223"/>
                  </a:lnTo>
                  <a:lnTo>
                    <a:pt x="23846" y="1444"/>
                  </a:lnTo>
                  <a:lnTo>
                    <a:pt x="23846" y="1444"/>
                  </a:lnTo>
                  <a:lnTo>
                    <a:pt x="19975" y="1645"/>
                  </a:lnTo>
                  <a:lnTo>
                    <a:pt x="19975" y="1645"/>
                  </a:lnTo>
                  <a:lnTo>
                    <a:pt x="19333" y="1685"/>
                  </a:lnTo>
                  <a:lnTo>
                    <a:pt x="19333" y="1685"/>
                  </a:lnTo>
                  <a:lnTo>
                    <a:pt x="18351" y="1725"/>
                  </a:lnTo>
                  <a:lnTo>
                    <a:pt x="18351" y="1725"/>
                  </a:lnTo>
                  <a:lnTo>
                    <a:pt x="16305" y="1845"/>
                  </a:lnTo>
                  <a:lnTo>
                    <a:pt x="14300" y="1986"/>
                  </a:lnTo>
                  <a:lnTo>
                    <a:pt x="14300" y="1986"/>
                  </a:lnTo>
                  <a:lnTo>
                    <a:pt x="11813" y="2186"/>
                  </a:lnTo>
                  <a:lnTo>
                    <a:pt x="10650" y="2286"/>
                  </a:lnTo>
                  <a:lnTo>
                    <a:pt x="9567" y="2407"/>
                  </a:lnTo>
                  <a:lnTo>
                    <a:pt x="8584" y="2527"/>
                  </a:lnTo>
                  <a:lnTo>
                    <a:pt x="7702" y="2647"/>
                  </a:lnTo>
                  <a:lnTo>
                    <a:pt x="6940" y="2768"/>
                  </a:lnTo>
                  <a:lnTo>
                    <a:pt x="6318" y="2908"/>
                  </a:lnTo>
                  <a:lnTo>
                    <a:pt x="6318" y="2908"/>
                  </a:lnTo>
                  <a:lnTo>
                    <a:pt x="6017" y="2988"/>
                  </a:lnTo>
                  <a:lnTo>
                    <a:pt x="5696" y="3089"/>
                  </a:lnTo>
                  <a:lnTo>
                    <a:pt x="5034" y="3329"/>
                  </a:lnTo>
                  <a:lnTo>
                    <a:pt x="4313" y="3610"/>
                  </a:lnTo>
                  <a:lnTo>
                    <a:pt x="3591" y="3851"/>
                  </a:lnTo>
                  <a:lnTo>
                    <a:pt x="3230" y="3971"/>
                  </a:lnTo>
                  <a:lnTo>
                    <a:pt x="2869" y="4051"/>
                  </a:lnTo>
                  <a:lnTo>
                    <a:pt x="2528" y="4111"/>
                  </a:lnTo>
                  <a:lnTo>
                    <a:pt x="2167" y="4131"/>
                  </a:lnTo>
                  <a:lnTo>
                    <a:pt x="1826" y="4131"/>
                  </a:lnTo>
                  <a:lnTo>
                    <a:pt x="1485" y="4071"/>
                  </a:lnTo>
                  <a:lnTo>
                    <a:pt x="1324" y="4031"/>
                  </a:lnTo>
                  <a:lnTo>
                    <a:pt x="1164" y="3991"/>
                  </a:lnTo>
                  <a:lnTo>
                    <a:pt x="1004" y="3911"/>
                  </a:lnTo>
                  <a:lnTo>
                    <a:pt x="843" y="3831"/>
                  </a:lnTo>
                  <a:lnTo>
                    <a:pt x="843" y="3831"/>
                  </a:lnTo>
                  <a:lnTo>
                    <a:pt x="703" y="3750"/>
                  </a:lnTo>
                  <a:lnTo>
                    <a:pt x="582" y="3630"/>
                  </a:lnTo>
                  <a:lnTo>
                    <a:pt x="462" y="3530"/>
                  </a:lnTo>
                  <a:lnTo>
                    <a:pt x="342" y="3389"/>
                  </a:lnTo>
                  <a:lnTo>
                    <a:pt x="241" y="3249"/>
                  </a:lnTo>
                  <a:lnTo>
                    <a:pt x="161" y="3109"/>
                  </a:lnTo>
                  <a:lnTo>
                    <a:pt x="101" y="2948"/>
                  </a:lnTo>
                  <a:lnTo>
                    <a:pt x="61" y="2788"/>
                  </a:lnTo>
                  <a:lnTo>
                    <a:pt x="21" y="2627"/>
                  </a:lnTo>
                  <a:lnTo>
                    <a:pt x="1" y="2467"/>
                  </a:lnTo>
                  <a:lnTo>
                    <a:pt x="21" y="2286"/>
                  </a:lnTo>
                  <a:lnTo>
                    <a:pt x="41" y="2126"/>
                  </a:lnTo>
                  <a:lnTo>
                    <a:pt x="81" y="1965"/>
                  </a:lnTo>
                  <a:lnTo>
                    <a:pt x="161" y="1825"/>
                  </a:lnTo>
                  <a:lnTo>
                    <a:pt x="241" y="1665"/>
                  </a:lnTo>
                  <a:lnTo>
                    <a:pt x="362" y="1544"/>
                  </a:lnTo>
                  <a:lnTo>
                    <a:pt x="362" y="1544"/>
                  </a:lnTo>
                  <a:lnTo>
                    <a:pt x="522" y="1404"/>
                  </a:lnTo>
                  <a:lnTo>
                    <a:pt x="703" y="1284"/>
                  </a:lnTo>
                  <a:lnTo>
                    <a:pt x="923" y="1183"/>
                  </a:lnTo>
                  <a:lnTo>
                    <a:pt x="1164" y="1103"/>
                  </a:lnTo>
                  <a:lnTo>
                    <a:pt x="1405" y="1023"/>
                  </a:lnTo>
                  <a:lnTo>
                    <a:pt x="1625" y="963"/>
                  </a:lnTo>
                  <a:lnTo>
                    <a:pt x="2046" y="883"/>
                  </a:lnTo>
                  <a:lnTo>
                    <a:pt x="2046" y="883"/>
                  </a:lnTo>
                  <a:lnTo>
                    <a:pt x="2046" y="883"/>
                  </a:lnTo>
                  <a:lnTo>
                    <a:pt x="2367" y="842"/>
                  </a:lnTo>
                  <a:lnTo>
                    <a:pt x="2668" y="842"/>
                  </a:lnTo>
                  <a:lnTo>
                    <a:pt x="2969" y="842"/>
                  </a:lnTo>
                  <a:lnTo>
                    <a:pt x="3270" y="862"/>
                  </a:lnTo>
                  <a:lnTo>
                    <a:pt x="3851" y="943"/>
                  </a:lnTo>
                  <a:lnTo>
                    <a:pt x="4453" y="1043"/>
                  </a:lnTo>
                  <a:lnTo>
                    <a:pt x="5055" y="1143"/>
                  </a:lnTo>
                  <a:lnTo>
                    <a:pt x="5676" y="1264"/>
                  </a:lnTo>
                  <a:lnTo>
                    <a:pt x="6318" y="1344"/>
                  </a:lnTo>
                  <a:lnTo>
                    <a:pt x="6659" y="1384"/>
                  </a:lnTo>
                  <a:lnTo>
                    <a:pt x="7000" y="1404"/>
                  </a:lnTo>
                  <a:lnTo>
                    <a:pt x="7000" y="1404"/>
                  </a:lnTo>
                  <a:lnTo>
                    <a:pt x="13939" y="903"/>
                  </a:lnTo>
                  <a:lnTo>
                    <a:pt x="13939" y="903"/>
                  </a:lnTo>
                  <a:lnTo>
                    <a:pt x="18150" y="602"/>
                  </a:lnTo>
                  <a:lnTo>
                    <a:pt x="18150" y="602"/>
                  </a:lnTo>
                  <a:lnTo>
                    <a:pt x="19193" y="542"/>
                  </a:lnTo>
                  <a:lnTo>
                    <a:pt x="19193" y="542"/>
                  </a:lnTo>
                  <a:lnTo>
                    <a:pt x="19815" y="481"/>
                  </a:lnTo>
                  <a:lnTo>
                    <a:pt x="19815" y="481"/>
                  </a:lnTo>
                  <a:lnTo>
                    <a:pt x="23725" y="241"/>
                  </a:lnTo>
                  <a:lnTo>
                    <a:pt x="25510" y="141"/>
                  </a:lnTo>
                  <a:lnTo>
                    <a:pt x="27094" y="60"/>
                  </a:lnTo>
                  <a:lnTo>
                    <a:pt x="28478" y="20"/>
                  </a:lnTo>
                  <a:lnTo>
                    <a:pt x="29581" y="0"/>
                  </a:lnTo>
                  <a:lnTo>
                    <a:pt x="30383" y="20"/>
                  </a:lnTo>
                  <a:lnTo>
                    <a:pt x="30644" y="40"/>
                  </a:lnTo>
                  <a:lnTo>
                    <a:pt x="30825" y="80"/>
                  </a:lnTo>
                  <a:lnTo>
                    <a:pt x="30825" y="80"/>
                  </a:lnTo>
                  <a:lnTo>
                    <a:pt x="30925" y="120"/>
                  </a:lnTo>
                  <a:lnTo>
                    <a:pt x="31005" y="181"/>
                  </a:lnTo>
                  <a:lnTo>
                    <a:pt x="31065" y="241"/>
                  </a:lnTo>
                  <a:lnTo>
                    <a:pt x="31085" y="301"/>
                  </a:lnTo>
                  <a:lnTo>
                    <a:pt x="31085" y="381"/>
                  </a:lnTo>
                  <a:lnTo>
                    <a:pt x="31085" y="461"/>
                  </a:lnTo>
                  <a:lnTo>
                    <a:pt x="31045" y="542"/>
                  </a:lnTo>
                  <a:lnTo>
                    <a:pt x="31005" y="622"/>
                  </a:lnTo>
                  <a:lnTo>
                    <a:pt x="30865" y="762"/>
                  </a:lnTo>
                  <a:lnTo>
                    <a:pt x="30684" y="903"/>
                  </a:lnTo>
                  <a:lnTo>
                    <a:pt x="30484" y="1023"/>
                  </a:lnTo>
                  <a:lnTo>
                    <a:pt x="30363" y="1063"/>
                  </a:lnTo>
                  <a:lnTo>
                    <a:pt x="30263" y="110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7" name="Google Shape;6517;p29"/>
            <p:cNvSpPr/>
            <p:nvPr/>
          </p:nvSpPr>
          <p:spPr>
            <a:xfrm>
              <a:off x="11817575" y="4317888"/>
              <a:ext cx="110325" cy="34625"/>
            </a:xfrm>
            <a:custGeom>
              <a:avLst/>
              <a:gdLst/>
              <a:ahLst/>
              <a:cxnLst/>
              <a:rect l="l" t="t" r="r" b="b"/>
              <a:pathLst>
                <a:path w="4413" h="1385" extrusionOk="0">
                  <a:moveTo>
                    <a:pt x="4212" y="1"/>
                  </a:moveTo>
                  <a:lnTo>
                    <a:pt x="1" y="302"/>
                  </a:lnTo>
                  <a:lnTo>
                    <a:pt x="121" y="482"/>
                  </a:lnTo>
                  <a:lnTo>
                    <a:pt x="201" y="663"/>
                  </a:lnTo>
                  <a:lnTo>
                    <a:pt x="281" y="863"/>
                  </a:lnTo>
                  <a:lnTo>
                    <a:pt x="342" y="1084"/>
                  </a:lnTo>
                  <a:lnTo>
                    <a:pt x="362" y="1224"/>
                  </a:lnTo>
                  <a:lnTo>
                    <a:pt x="362" y="1385"/>
                  </a:lnTo>
                  <a:lnTo>
                    <a:pt x="2367" y="1244"/>
                  </a:lnTo>
                  <a:lnTo>
                    <a:pt x="4413" y="1124"/>
                  </a:lnTo>
                  <a:lnTo>
                    <a:pt x="4413" y="843"/>
                  </a:lnTo>
                  <a:lnTo>
                    <a:pt x="4373" y="542"/>
                  </a:lnTo>
                  <a:lnTo>
                    <a:pt x="4292" y="261"/>
                  </a:lnTo>
                  <a:lnTo>
                    <a:pt x="42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8" name="Google Shape;6518;p29"/>
            <p:cNvSpPr/>
            <p:nvPr/>
          </p:nvSpPr>
          <p:spPr>
            <a:xfrm>
              <a:off x="11817575" y="4317888"/>
              <a:ext cx="110325" cy="34625"/>
            </a:xfrm>
            <a:custGeom>
              <a:avLst/>
              <a:gdLst/>
              <a:ahLst/>
              <a:cxnLst/>
              <a:rect l="l" t="t" r="r" b="b"/>
              <a:pathLst>
                <a:path w="4413" h="1385" fill="none" extrusionOk="0">
                  <a:moveTo>
                    <a:pt x="4413" y="1124"/>
                  </a:moveTo>
                  <a:lnTo>
                    <a:pt x="4413" y="1124"/>
                  </a:lnTo>
                  <a:lnTo>
                    <a:pt x="2367" y="1244"/>
                  </a:lnTo>
                  <a:lnTo>
                    <a:pt x="362" y="1385"/>
                  </a:lnTo>
                  <a:lnTo>
                    <a:pt x="362" y="1385"/>
                  </a:lnTo>
                  <a:lnTo>
                    <a:pt x="362" y="1224"/>
                  </a:lnTo>
                  <a:lnTo>
                    <a:pt x="342" y="1084"/>
                  </a:lnTo>
                  <a:lnTo>
                    <a:pt x="342" y="1084"/>
                  </a:lnTo>
                  <a:lnTo>
                    <a:pt x="281" y="863"/>
                  </a:lnTo>
                  <a:lnTo>
                    <a:pt x="201" y="663"/>
                  </a:lnTo>
                  <a:lnTo>
                    <a:pt x="121" y="482"/>
                  </a:lnTo>
                  <a:lnTo>
                    <a:pt x="1" y="302"/>
                  </a:lnTo>
                  <a:lnTo>
                    <a:pt x="1" y="302"/>
                  </a:lnTo>
                  <a:lnTo>
                    <a:pt x="4212" y="1"/>
                  </a:lnTo>
                  <a:lnTo>
                    <a:pt x="4212" y="1"/>
                  </a:lnTo>
                  <a:lnTo>
                    <a:pt x="4292" y="261"/>
                  </a:lnTo>
                  <a:lnTo>
                    <a:pt x="4373" y="542"/>
                  </a:lnTo>
                  <a:lnTo>
                    <a:pt x="4413" y="843"/>
                  </a:lnTo>
                  <a:lnTo>
                    <a:pt x="4413" y="112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9" name="Google Shape;6519;p29"/>
            <p:cNvSpPr/>
            <p:nvPr/>
          </p:nvSpPr>
          <p:spPr>
            <a:xfrm>
              <a:off x="11469125" y="4324913"/>
              <a:ext cx="596150" cy="81250"/>
            </a:xfrm>
            <a:custGeom>
              <a:avLst/>
              <a:gdLst/>
              <a:ahLst/>
              <a:cxnLst/>
              <a:rect l="l" t="t" r="r" b="b"/>
              <a:pathLst>
                <a:path w="23846" h="3250" extrusionOk="0">
                  <a:moveTo>
                    <a:pt x="2026" y="1"/>
                  </a:moveTo>
                  <a:lnTo>
                    <a:pt x="2018" y="6"/>
                  </a:lnTo>
                  <a:lnTo>
                    <a:pt x="2018" y="6"/>
                  </a:lnTo>
                  <a:lnTo>
                    <a:pt x="2046" y="1"/>
                  </a:lnTo>
                  <a:close/>
                  <a:moveTo>
                    <a:pt x="21259" y="482"/>
                  </a:moveTo>
                  <a:lnTo>
                    <a:pt x="19795" y="502"/>
                  </a:lnTo>
                  <a:lnTo>
                    <a:pt x="18351" y="542"/>
                  </a:lnTo>
                  <a:lnTo>
                    <a:pt x="18351" y="843"/>
                  </a:lnTo>
                  <a:lnTo>
                    <a:pt x="19333" y="803"/>
                  </a:lnTo>
                  <a:lnTo>
                    <a:pt x="19975" y="763"/>
                  </a:lnTo>
                  <a:lnTo>
                    <a:pt x="23846" y="562"/>
                  </a:lnTo>
                  <a:lnTo>
                    <a:pt x="23204" y="522"/>
                  </a:lnTo>
                  <a:lnTo>
                    <a:pt x="22562" y="502"/>
                  </a:lnTo>
                  <a:lnTo>
                    <a:pt x="21259" y="482"/>
                  </a:lnTo>
                  <a:close/>
                  <a:moveTo>
                    <a:pt x="2018" y="6"/>
                  </a:moveTo>
                  <a:lnTo>
                    <a:pt x="1625" y="81"/>
                  </a:lnTo>
                  <a:lnTo>
                    <a:pt x="1405" y="141"/>
                  </a:lnTo>
                  <a:lnTo>
                    <a:pt x="1164" y="221"/>
                  </a:lnTo>
                  <a:lnTo>
                    <a:pt x="923" y="301"/>
                  </a:lnTo>
                  <a:lnTo>
                    <a:pt x="703" y="402"/>
                  </a:lnTo>
                  <a:lnTo>
                    <a:pt x="522" y="522"/>
                  </a:lnTo>
                  <a:lnTo>
                    <a:pt x="362" y="662"/>
                  </a:lnTo>
                  <a:lnTo>
                    <a:pt x="282" y="743"/>
                  </a:lnTo>
                  <a:lnTo>
                    <a:pt x="201" y="863"/>
                  </a:lnTo>
                  <a:lnTo>
                    <a:pt x="141" y="963"/>
                  </a:lnTo>
                  <a:lnTo>
                    <a:pt x="101" y="1063"/>
                  </a:lnTo>
                  <a:lnTo>
                    <a:pt x="21" y="1304"/>
                  </a:lnTo>
                  <a:lnTo>
                    <a:pt x="1" y="1545"/>
                  </a:lnTo>
                  <a:lnTo>
                    <a:pt x="21" y="1745"/>
                  </a:lnTo>
                  <a:lnTo>
                    <a:pt x="61" y="1946"/>
                  </a:lnTo>
                  <a:lnTo>
                    <a:pt x="141" y="2146"/>
                  </a:lnTo>
                  <a:lnTo>
                    <a:pt x="241" y="2347"/>
                  </a:lnTo>
                  <a:lnTo>
                    <a:pt x="362" y="2527"/>
                  </a:lnTo>
                  <a:lnTo>
                    <a:pt x="502" y="2688"/>
                  </a:lnTo>
                  <a:lnTo>
                    <a:pt x="663" y="2828"/>
                  </a:lnTo>
                  <a:lnTo>
                    <a:pt x="843" y="2949"/>
                  </a:lnTo>
                  <a:lnTo>
                    <a:pt x="1144" y="3089"/>
                  </a:lnTo>
                  <a:lnTo>
                    <a:pt x="1445" y="3189"/>
                  </a:lnTo>
                  <a:lnTo>
                    <a:pt x="1746" y="3229"/>
                  </a:lnTo>
                  <a:lnTo>
                    <a:pt x="2066" y="3249"/>
                  </a:lnTo>
                  <a:lnTo>
                    <a:pt x="2327" y="3249"/>
                  </a:lnTo>
                  <a:lnTo>
                    <a:pt x="2608" y="3209"/>
                  </a:lnTo>
                  <a:lnTo>
                    <a:pt x="2869" y="3169"/>
                  </a:lnTo>
                  <a:lnTo>
                    <a:pt x="3149" y="3109"/>
                  </a:lnTo>
                  <a:lnTo>
                    <a:pt x="3711" y="2949"/>
                  </a:lnTo>
                  <a:lnTo>
                    <a:pt x="4272" y="2748"/>
                  </a:lnTo>
                  <a:lnTo>
                    <a:pt x="5335" y="2327"/>
                  </a:lnTo>
                  <a:lnTo>
                    <a:pt x="5837" y="2146"/>
                  </a:lnTo>
                  <a:lnTo>
                    <a:pt x="6318" y="2026"/>
                  </a:lnTo>
                  <a:lnTo>
                    <a:pt x="6940" y="1886"/>
                  </a:lnTo>
                  <a:lnTo>
                    <a:pt x="7702" y="1765"/>
                  </a:lnTo>
                  <a:lnTo>
                    <a:pt x="8584" y="1645"/>
                  </a:lnTo>
                  <a:lnTo>
                    <a:pt x="9567" y="1525"/>
                  </a:lnTo>
                  <a:lnTo>
                    <a:pt x="10650" y="1404"/>
                  </a:lnTo>
                  <a:lnTo>
                    <a:pt x="11813" y="1304"/>
                  </a:lnTo>
                  <a:lnTo>
                    <a:pt x="14300" y="1104"/>
                  </a:lnTo>
                  <a:lnTo>
                    <a:pt x="14300" y="943"/>
                  </a:lnTo>
                  <a:lnTo>
                    <a:pt x="14280" y="803"/>
                  </a:lnTo>
                  <a:lnTo>
                    <a:pt x="14260" y="763"/>
                  </a:lnTo>
                  <a:lnTo>
                    <a:pt x="12876" y="823"/>
                  </a:lnTo>
                  <a:lnTo>
                    <a:pt x="11472" y="863"/>
                  </a:lnTo>
                  <a:lnTo>
                    <a:pt x="10068" y="923"/>
                  </a:lnTo>
                  <a:lnTo>
                    <a:pt x="9366" y="983"/>
                  </a:lnTo>
                  <a:lnTo>
                    <a:pt x="8664" y="1043"/>
                  </a:lnTo>
                  <a:lnTo>
                    <a:pt x="7962" y="1124"/>
                  </a:lnTo>
                  <a:lnTo>
                    <a:pt x="7261" y="1224"/>
                  </a:lnTo>
                  <a:lnTo>
                    <a:pt x="6519" y="1364"/>
                  </a:lnTo>
                  <a:lnTo>
                    <a:pt x="5777" y="1505"/>
                  </a:lnTo>
                  <a:lnTo>
                    <a:pt x="5034" y="1665"/>
                  </a:lnTo>
                  <a:lnTo>
                    <a:pt x="4292" y="1805"/>
                  </a:lnTo>
                  <a:lnTo>
                    <a:pt x="3591" y="1926"/>
                  </a:lnTo>
                  <a:lnTo>
                    <a:pt x="3210" y="1986"/>
                  </a:lnTo>
                  <a:lnTo>
                    <a:pt x="2849" y="2006"/>
                  </a:lnTo>
                  <a:lnTo>
                    <a:pt x="2668" y="1986"/>
                  </a:lnTo>
                  <a:lnTo>
                    <a:pt x="2508" y="1966"/>
                  </a:lnTo>
                  <a:lnTo>
                    <a:pt x="2267" y="1926"/>
                  </a:lnTo>
                  <a:lnTo>
                    <a:pt x="2066" y="1846"/>
                  </a:lnTo>
                  <a:lnTo>
                    <a:pt x="1886" y="1765"/>
                  </a:lnTo>
                  <a:lnTo>
                    <a:pt x="1726" y="1665"/>
                  </a:lnTo>
                  <a:lnTo>
                    <a:pt x="1605" y="1545"/>
                  </a:lnTo>
                  <a:lnTo>
                    <a:pt x="1505" y="1404"/>
                  </a:lnTo>
                  <a:lnTo>
                    <a:pt x="1445" y="1284"/>
                  </a:lnTo>
                  <a:lnTo>
                    <a:pt x="1385" y="1124"/>
                  </a:lnTo>
                  <a:lnTo>
                    <a:pt x="1365" y="983"/>
                  </a:lnTo>
                  <a:lnTo>
                    <a:pt x="1385" y="823"/>
                  </a:lnTo>
                  <a:lnTo>
                    <a:pt x="1425" y="682"/>
                  </a:lnTo>
                  <a:lnTo>
                    <a:pt x="1485" y="542"/>
                  </a:lnTo>
                  <a:lnTo>
                    <a:pt x="1585" y="382"/>
                  </a:lnTo>
                  <a:lnTo>
                    <a:pt x="1705" y="261"/>
                  </a:lnTo>
                  <a:lnTo>
                    <a:pt x="1846" y="121"/>
                  </a:lnTo>
                  <a:lnTo>
                    <a:pt x="2018" y="6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0" name="Google Shape;6520;p29"/>
            <p:cNvSpPr/>
            <p:nvPr/>
          </p:nvSpPr>
          <p:spPr>
            <a:xfrm>
              <a:off x="11825600" y="4338463"/>
              <a:ext cx="102300" cy="14050"/>
            </a:xfrm>
            <a:custGeom>
              <a:avLst/>
              <a:gdLst/>
              <a:ahLst/>
              <a:cxnLst/>
              <a:rect l="l" t="t" r="r" b="b"/>
              <a:pathLst>
                <a:path w="4092" h="562" extrusionOk="0">
                  <a:moveTo>
                    <a:pt x="4092" y="0"/>
                  </a:moveTo>
                  <a:lnTo>
                    <a:pt x="2046" y="100"/>
                  </a:lnTo>
                  <a:lnTo>
                    <a:pt x="1" y="221"/>
                  </a:lnTo>
                  <a:lnTo>
                    <a:pt x="21" y="261"/>
                  </a:lnTo>
                  <a:lnTo>
                    <a:pt x="41" y="401"/>
                  </a:lnTo>
                  <a:lnTo>
                    <a:pt x="41" y="562"/>
                  </a:lnTo>
                  <a:lnTo>
                    <a:pt x="3209" y="361"/>
                  </a:lnTo>
                  <a:lnTo>
                    <a:pt x="4092" y="301"/>
                  </a:lnTo>
                  <a:lnTo>
                    <a:pt x="4092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2" name="Google Shape;6642;p31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45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Mockup Stage</a:t>
            </a:r>
            <a:endParaRPr dirty="0"/>
          </a:p>
        </p:txBody>
      </p:sp>
      <p:sp>
        <p:nvSpPr>
          <p:cNvPr id="6643" name="Google Shape;6643;p31"/>
          <p:cNvSpPr txBox="1">
            <a:spLocks noGrp="1"/>
          </p:cNvSpPr>
          <p:nvPr>
            <p:ph type="body" idx="1"/>
          </p:nvPr>
        </p:nvSpPr>
        <p:spPr>
          <a:xfrm>
            <a:off x="882619" y="1669800"/>
            <a:ext cx="4295100" cy="219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dirty="0"/>
              <a:t>We used a base and edited it to fit what we had in mind for out target audience:</a:t>
            </a:r>
            <a:endParaRPr dirty="0"/>
          </a:p>
          <a:p>
            <a:pPr marL="457200" lvl="0" indent="-330200" algn="l" rtl="0">
              <a:spcBef>
                <a:spcPts val="1000"/>
              </a:spcBef>
              <a:spcAft>
                <a:spcPts val="0"/>
              </a:spcAft>
              <a:buSzPts val="1600"/>
              <a:buChar char="●"/>
            </a:pPr>
            <a:r>
              <a:rPr lang="en-CA" dirty="0"/>
              <a:t>Children</a:t>
            </a:r>
            <a:endParaRPr dirty="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-CA" dirty="0"/>
              <a:t>Teens</a:t>
            </a:r>
            <a:endParaRPr dirty="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-CA" dirty="0"/>
              <a:t>And parents!</a:t>
            </a:r>
            <a:endParaRPr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dirty="0"/>
              <a:t>It has a simple UI that allows any sort of user to navigate it easily and buy their toys</a:t>
            </a:r>
            <a:endParaRPr dirty="0"/>
          </a:p>
        </p:txBody>
      </p:sp>
      <p:pic>
        <p:nvPicPr>
          <p:cNvPr id="6644" name="Google Shape;6644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46581" y="1309639"/>
            <a:ext cx="2914800" cy="2914800"/>
          </a:xfrm>
          <a:prstGeom prst="ellipse">
            <a:avLst/>
          </a:prstGeom>
          <a:noFill/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pic>
      <p:grpSp>
        <p:nvGrpSpPr>
          <p:cNvPr id="6645" name="Google Shape;6645;p31"/>
          <p:cNvGrpSpPr/>
          <p:nvPr/>
        </p:nvGrpSpPr>
        <p:grpSpPr>
          <a:xfrm>
            <a:off x="7193375" y="3101125"/>
            <a:ext cx="1765300" cy="1903938"/>
            <a:chOff x="9755600" y="2300713"/>
            <a:chExt cx="1765300" cy="1903938"/>
          </a:xfrm>
        </p:grpSpPr>
        <p:sp>
          <p:nvSpPr>
            <p:cNvPr id="6646" name="Google Shape;6646;p31"/>
            <p:cNvSpPr/>
            <p:nvPr/>
          </p:nvSpPr>
          <p:spPr>
            <a:xfrm>
              <a:off x="10095063" y="4128450"/>
              <a:ext cx="1092900" cy="76200"/>
            </a:xfrm>
            <a:prstGeom prst="ellipse">
              <a:avLst/>
            </a:pr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7" name="Google Shape;6647;p31"/>
            <p:cNvSpPr/>
            <p:nvPr/>
          </p:nvSpPr>
          <p:spPr>
            <a:xfrm>
              <a:off x="10628450" y="2356363"/>
              <a:ext cx="26600" cy="257225"/>
            </a:xfrm>
            <a:custGeom>
              <a:avLst/>
              <a:gdLst/>
              <a:ahLst/>
              <a:cxnLst/>
              <a:rect l="l" t="t" r="r" b="b"/>
              <a:pathLst>
                <a:path w="1064" h="10289" extrusionOk="0">
                  <a:moveTo>
                    <a:pt x="322" y="0"/>
                  </a:moveTo>
                  <a:lnTo>
                    <a:pt x="1" y="10288"/>
                  </a:lnTo>
                  <a:lnTo>
                    <a:pt x="1064" y="10288"/>
                  </a:lnTo>
                  <a:lnTo>
                    <a:pt x="72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8" name="Google Shape;6648;p31"/>
            <p:cNvSpPr/>
            <p:nvPr/>
          </p:nvSpPr>
          <p:spPr>
            <a:xfrm>
              <a:off x="9851350" y="3122938"/>
              <a:ext cx="299325" cy="309375"/>
            </a:xfrm>
            <a:custGeom>
              <a:avLst/>
              <a:gdLst/>
              <a:ahLst/>
              <a:cxnLst/>
              <a:rect l="l" t="t" r="r" b="b"/>
              <a:pathLst>
                <a:path w="11973" h="12375" extrusionOk="0">
                  <a:moveTo>
                    <a:pt x="1144" y="0"/>
                  </a:moveTo>
                  <a:lnTo>
                    <a:pt x="923" y="21"/>
                  </a:lnTo>
                  <a:lnTo>
                    <a:pt x="722" y="81"/>
                  </a:lnTo>
                  <a:lnTo>
                    <a:pt x="522" y="161"/>
                  </a:lnTo>
                  <a:lnTo>
                    <a:pt x="422" y="221"/>
                  </a:lnTo>
                  <a:lnTo>
                    <a:pt x="341" y="301"/>
                  </a:lnTo>
                  <a:lnTo>
                    <a:pt x="261" y="382"/>
                  </a:lnTo>
                  <a:lnTo>
                    <a:pt x="201" y="482"/>
                  </a:lnTo>
                  <a:lnTo>
                    <a:pt x="141" y="582"/>
                  </a:lnTo>
                  <a:lnTo>
                    <a:pt x="101" y="702"/>
                  </a:lnTo>
                  <a:lnTo>
                    <a:pt x="81" y="823"/>
                  </a:lnTo>
                  <a:lnTo>
                    <a:pt x="61" y="963"/>
                  </a:lnTo>
                  <a:lnTo>
                    <a:pt x="21" y="2086"/>
                  </a:lnTo>
                  <a:lnTo>
                    <a:pt x="0" y="3309"/>
                  </a:lnTo>
                  <a:lnTo>
                    <a:pt x="0" y="3951"/>
                  </a:lnTo>
                  <a:lnTo>
                    <a:pt x="21" y="4613"/>
                  </a:lnTo>
                  <a:lnTo>
                    <a:pt x="61" y="5255"/>
                  </a:lnTo>
                  <a:lnTo>
                    <a:pt x="121" y="5917"/>
                  </a:lnTo>
                  <a:lnTo>
                    <a:pt x="201" y="6558"/>
                  </a:lnTo>
                  <a:lnTo>
                    <a:pt x="301" y="7200"/>
                  </a:lnTo>
                  <a:lnTo>
                    <a:pt x="462" y="7822"/>
                  </a:lnTo>
                  <a:lnTo>
                    <a:pt x="642" y="8403"/>
                  </a:lnTo>
                  <a:lnTo>
                    <a:pt x="742" y="8704"/>
                  </a:lnTo>
                  <a:lnTo>
                    <a:pt x="843" y="8965"/>
                  </a:lnTo>
                  <a:lnTo>
                    <a:pt x="983" y="9246"/>
                  </a:lnTo>
                  <a:lnTo>
                    <a:pt x="1103" y="9506"/>
                  </a:lnTo>
                  <a:lnTo>
                    <a:pt x="1264" y="9747"/>
                  </a:lnTo>
                  <a:lnTo>
                    <a:pt x="1424" y="9988"/>
                  </a:lnTo>
                  <a:lnTo>
                    <a:pt x="1585" y="10228"/>
                  </a:lnTo>
                  <a:lnTo>
                    <a:pt x="1765" y="10449"/>
                  </a:lnTo>
                  <a:lnTo>
                    <a:pt x="1966" y="10649"/>
                  </a:lnTo>
                  <a:lnTo>
                    <a:pt x="2166" y="10850"/>
                  </a:lnTo>
                  <a:lnTo>
                    <a:pt x="2407" y="11010"/>
                  </a:lnTo>
                  <a:lnTo>
                    <a:pt x="2628" y="11191"/>
                  </a:lnTo>
                  <a:lnTo>
                    <a:pt x="2888" y="11331"/>
                  </a:lnTo>
                  <a:lnTo>
                    <a:pt x="3129" y="11472"/>
                  </a:lnTo>
                  <a:lnTo>
                    <a:pt x="3410" y="11592"/>
                  </a:lnTo>
                  <a:lnTo>
                    <a:pt x="3690" y="11712"/>
                  </a:lnTo>
                  <a:lnTo>
                    <a:pt x="3971" y="11813"/>
                  </a:lnTo>
                  <a:lnTo>
                    <a:pt x="4252" y="11913"/>
                  </a:lnTo>
                  <a:lnTo>
                    <a:pt x="4854" y="12073"/>
                  </a:lnTo>
                  <a:lnTo>
                    <a:pt x="5475" y="12194"/>
                  </a:lnTo>
                  <a:lnTo>
                    <a:pt x="6117" y="12274"/>
                  </a:lnTo>
                  <a:lnTo>
                    <a:pt x="6779" y="12334"/>
                  </a:lnTo>
                  <a:lnTo>
                    <a:pt x="7421" y="12374"/>
                  </a:lnTo>
                  <a:lnTo>
                    <a:pt x="8704" y="12374"/>
                  </a:lnTo>
                  <a:lnTo>
                    <a:pt x="9326" y="12354"/>
                  </a:lnTo>
                  <a:lnTo>
                    <a:pt x="9927" y="12314"/>
                  </a:lnTo>
                  <a:lnTo>
                    <a:pt x="11030" y="12234"/>
                  </a:lnTo>
                  <a:lnTo>
                    <a:pt x="11211" y="12194"/>
                  </a:lnTo>
                  <a:lnTo>
                    <a:pt x="11351" y="12154"/>
                  </a:lnTo>
                  <a:lnTo>
                    <a:pt x="11512" y="12053"/>
                  </a:lnTo>
                  <a:lnTo>
                    <a:pt x="11652" y="11953"/>
                  </a:lnTo>
                  <a:lnTo>
                    <a:pt x="11752" y="11813"/>
                  </a:lnTo>
                  <a:lnTo>
                    <a:pt x="11853" y="11672"/>
                  </a:lnTo>
                  <a:lnTo>
                    <a:pt x="11913" y="11512"/>
                  </a:lnTo>
                  <a:lnTo>
                    <a:pt x="11953" y="11351"/>
                  </a:lnTo>
                  <a:lnTo>
                    <a:pt x="11973" y="11191"/>
                  </a:lnTo>
                  <a:lnTo>
                    <a:pt x="11953" y="11030"/>
                  </a:lnTo>
                  <a:lnTo>
                    <a:pt x="11913" y="10870"/>
                  </a:lnTo>
                  <a:lnTo>
                    <a:pt x="11873" y="10710"/>
                  </a:lnTo>
                  <a:lnTo>
                    <a:pt x="11792" y="10589"/>
                  </a:lnTo>
                  <a:lnTo>
                    <a:pt x="11672" y="10469"/>
                  </a:lnTo>
                  <a:lnTo>
                    <a:pt x="11552" y="10369"/>
                  </a:lnTo>
                  <a:lnTo>
                    <a:pt x="11391" y="10309"/>
                  </a:lnTo>
                  <a:lnTo>
                    <a:pt x="11231" y="10268"/>
                  </a:lnTo>
                  <a:lnTo>
                    <a:pt x="11030" y="10268"/>
                  </a:lnTo>
                  <a:lnTo>
                    <a:pt x="10128" y="10349"/>
                  </a:lnTo>
                  <a:lnTo>
                    <a:pt x="9085" y="10409"/>
                  </a:lnTo>
                  <a:lnTo>
                    <a:pt x="8544" y="10429"/>
                  </a:lnTo>
                  <a:lnTo>
                    <a:pt x="7982" y="10449"/>
                  </a:lnTo>
                  <a:lnTo>
                    <a:pt x="7421" y="10429"/>
                  </a:lnTo>
                  <a:lnTo>
                    <a:pt x="6839" y="10409"/>
                  </a:lnTo>
                  <a:lnTo>
                    <a:pt x="6278" y="10349"/>
                  </a:lnTo>
                  <a:lnTo>
                    <a:pt x="5736" y="10288"/>
                  </a:lnTo>
                  <a:lnTo>
                    <a:pt x="5215" y="10168"/>
                  </a:lnTo>
                  <a:lnTo>
                    <a:pt x="4713" y="10028"/>
                  </a:lnTo>
                  <a:lnTo>
                    <a:pt x="4473" y="9948"/>
                  </a:lnTo>
                  <a:lnTo>
                    <a:pt x="4252" y="9847"/>
                  </a:lnTo>
                  <a:lnTo>
                    <a:pt x="4031" y="9727"/>
                  </a:lnTo>
                  <a:lnTo>
                    <a:pt x="3831" y="9627"/>
                  </a:lnTo>
                  <a:lnTo>
                    <a:pt x="3630" y="9486"/>
                  </a:lnTo>
                  <a:lnTo>
                    <a:pt x="3470" y="9346"/>
                  </a:lnTo>
                  <a:lnTo>
                    <a:pt x="3289" y="9185"/>
                  </a:lnTo>
                  <a:lnTo>
                    <a:pt x="3149" y="9025"/>
                  </a:lnTo>
                  <a:lnTo>
                    <a:pt x="3009" y="8845"/>
                  </a:lnTo>
                  <a:lnTo>
                    <a:pt x="2888" y="8644"/>
                  </a:lnTo>
                  <a:lnTo>
                    <a:pt x="2768" y="8443"/>
                  </a:lnTo>
                  <a:lnTo>
                    <a:pt x="2648" y="8243"/>
                  </a:lnTo>
                  <a:lnTo>
                    <a:pt x="2467" y="7782"/>
                  </a:lnTo>
                  <a:lnTo>
                    <a:pt x="2307" y="7300"/>
                  </a:lnTo>
                  <a:lnTo>
                    <a:pt x="2186" y="6779"/>
                  </a:lnTo>
                  <a:lnTo>
                    <a:pt x="2086" y="6257"/>
                  </a:lnTo>
                  <a:lnTo>
                    <a:pt x="2026" y="5696"/>
                  </a:lnTo>
                  <a:lnTo>
                    <a:pt x="1966" y="5154"/>
                  </a:lnTo>
                  <a:lnTo>
                    <a:pt x="1946" y="4593"/>
                  </a:lnTo>
                  <a:lnTo>
                    <a:pt x="1926" y="4031"/>
                  </a:lnTo>
                  <a:lnTo>
                    <a:pt x="1946" y="2928"/>
                  </a:lnTo>
                  <a:lnTo>
                    <a:pt x="1986" y="1886"/>
                  </a:lnTo>
                  <a:lnTo>
                    <a:pt x="2026" y="963"/>
                  </a:lnTo>
                  <a:lnTo>
                    <a:pt x="2026" y="763"/>
                  </a:lnTo>
                  <a:lnTo>
                    <a:pt x="1986" y="602"/>
                  </a:lnTo>
                  <a:lnTo>
                    <a:pt x="1926" y="462"/>
                  </a:lnTo>
                  <a:lnTo>
                    <a:pt x="1845" y="341"/>
                  </a:lnTo>
                  <a:lnTo>
                    <a:pt x="1745" y="241"/>
                  </a:lnTo>
                  <a:lnTo>
                    <a:pt x="1625" y="141"/>
                  </a:lnTo>
                  <a:lnTo>
                    <a:pt x="1505" y="81"/>
                  </a:lnTo>
                  <a:lnTo>
                    <a:pt x="1364" y="41"/>
                  </a:lnTo>
                  <a:lnTo>
                    <a:pt x="114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9" name="Google Shape;6649;p31"/>
            <p:cNvSpPr/>
            <p:nvPr/>
          </p:nvSpPr>
          <p:spPr>
            <a:xfrm>
              <a:off x="9851350" y="3122938"/>
              <a:ext cx="299325" cy="309375"/>
            </a:xfrm>
            <a:custGeom>
              <a:avLst/>
              <a:gdLst/>
              <a:ahLst/>
              <a:cxnLst/>
              <a:rect l="l" t="t" r="r" b="b"/>
              <a:pathLst>
                <a:path w="11973" h="12375" fill="none" extrusionOk="0">
                  <a:moveTo>
                    <a:pt x="11351" y="12154"/>
                  </a:moveTo>
                  <a:lnTo>
                    <a:pt x="11351" y="12154"/>
                  </a:lnTo>
                  <a:lnTo>
                    <a:pt x="11211" y="12194"/>
                  </a:lnTo>
                  <a:lnTo>
                    <a:pt x="11030" y="12234"/>
                  </a:lnTo>
                  <a:lnTo>
                    <a:pt x="11030" y="12234"/>
                  </a:lnTo>
                  <a:lnTo>
                    <a:pt x="9927" y="12314"/>
                  </a:lnTo>
                  <a:lnTo>
                    <a:pt x="9326" y="12354"/>
                  </a:lnTo>
                  <a:lnTo>
                    <a:pt x="8704" y="12374"/>
                  </a:lnTo>
                  <a:lnTo>
                    <a:pt x="8062" y="12374"/>
                  </a:lnTo>
                  <a:lnTo>
                    <a:pt x="7421" y="12374"/>
                  </a:lnTo>
                  <a:lnTo>
                    <a:pt x="6779" y="12334"/>
                  </a:lnTo>
                  <a:lnTo>
                    <a:pt x="6117" y="12274"/>
                  </a:lnTo>
                  <a:lnTo>
                    <a:pt x="5475" y="12194"/>
                  </a:lnTo>
                  <a:lnTo>
                    <a:pt x="4854" y="12073"/>
                  </a:lnTo>
                  <a:lnTo>
                    <a:pt x="4252" y="11913"/>
                  </a:lnTo>
                  <a:lnTo>
                    <a:pt x="3971" y="11813"/>
                  </a:lnTo>
                  <a:lnTo>
                    <a:pt x="3690" y="11712"/>
                  </a:lnTo>
                  <a:lnTo>
                    <a:pt x="3410" y="11592"/>
                  </a:lnTo>
                  <a:lnTo>
                    <a:pt x="3129" y="11472"/>
                  </a:lnTo>
                  <a:lnTo>
                    <a:pt x="2888" y="11331"/>
                  </a:lnTo>
                  <a:lnTo>
                    <a:pt x="2628" y="11191"/>
                  </a:lnTo>
                  <a:lnTo>
                    <a:pt x="2407" y="11010"/>
                  </a:lnTo>
                  <a:lnTo>
                    <a:pt x="2166" y="10850"/>
                  </a:lnTo>
                  <a:lnTo>
                    <a:pt x="1966" y="10649"/>
                  </a:lnTo>
                  <a:lnTo>
                    <a:pt x="1765" y="10449"/>
                  </a:lnTo>
                  <a:lnTo>
                    <a:pt x="1765" y="10449"/>
                  </a:lnTo>
                  <a:lnTo>
                    <a:pt x="1585" y="10228"/>
                  </a:lnTo>
                  <a:lnTo>
                    <a:pt x="1424" y="9988"/>
                  </a:lnTo>
                  <a:lnTo>
                    <a:pt x="1264" y="9747"/>
                  </a:lnTo>
                  <a:lnTo>
                    <a:pt x="1103" y="9506"/>
                  </a:lnTo>
                  <a:lnTo>
                    <a:pt x="983" y="9246"/>
                  </a:lnTo>
                  <a:lnTo>
                    <a:pt x="843" y="8965"/>
                  </a:lnTo>
                  <a:lnTo>
                    <a:pt x="742" y="8704"/>
                  </a:lnTo>
                  <a:lnTo>
                    <a:pt x="642" y="8403"/>
                  </a:lnTo>
                  <a:lnTo>
                    <a:pt x="462" y="7822"/>
                  </a:lnTo>
                  <a:lnTo>
                    <a:pt x="301" y="7200"/>
                  </a:lnTo>
                  <a:lnTo>
                    <a:pt x="201" y="6558"/>
                  </a:lnTo>
                  <a:lnTo>
                    <a:pt x="121" y="5917"/>
                  </a:lnTo>
                  <a:lnTo>
                    <a:pt x="61" y="5255"/>
                  </a:lnTo>
                  <a:lnTo>
                    <a:pt x="21" y="4613"/>
                  </a:lnTo>
                  <a:lnTo>
                    <a:pt x="0" y="3951"/>
                  </a:lnTo>
                  <a:lnTo>
                    <a:pt x="0" y="3309"/>
                  </a:lnTo>
                  <a:lnTo>
                    <a:pt x="21" y="2086"/>
                  </a:lnTo>
                  <a:lnTo>
                    <a:pt x="61" y="963"/>
                  </a:lnTo>
                  <a:lnTo>
                    <a:pt x="61" y="963"/>
                  </a:lnTo>
                  <a:lnTo>
                    <a:pt x="81" y="823"/>
                  </a:lnTo>
                  <a:lnTo>
                    <a:pt x="101" y="702"/>
                  </a:lnTo>
                  <a:lnTo>
                    <a:pt x="141" y="582"/>
                  </a:lnTo>
                  <a:lnTo>
                    <a:pt x="201" y="482"/>
                  </a:lnTo>
                  <a:lnTo>
                    <a:pt x="261" y="382"/>
                  </a:lnTo>
                  <a:lnTo>
                    <a:pt x="341" y="301"/>
                  </a:lnTo>
                  <a:lnTo>
                    <a:pt x="422" y="221"/>
                  </a:lnTo>
                  <a:lnTo>
                    <a:pt x="522" y="161"/>
                  </a:lnTo>
                  <a:lnTo>
                    <a:pt x="722" y="81"/>
                  </a:lnTo>
                  <a:lnTo>
                    <a:pt x="923" y="21"/>
                  </a:lnTo>
                  <a:lnTo>
                    <a:pt x="1144" y="0"/>
                  </a:lnTo>
                  <a:lnTo>
                    <a:pt x="1364" y="41"/>
                  </a:lnTo>
                  <a:lnTo>
                    <a:pt x="1364" y="41"/>
                  </a:lnTo>
                  <a:lnTo>
                    <a:pt x="1505" y="81"/>
                  </a:lnTo>
                  <a:lnTo>
                    <a:pt x="1625" y="141"/>
                  </a:lnTo>
                  <a:lnTo>
                    <a:pt x="1745" y="241"/>
                  </a:lnTo>
                  <a:lnTo>
                    <a:pt x="1845" y="341"/>
                  </a:lnTo>
                  <a:lnTo>
                    <a:pt x="1926" y="462"/>
                  </a:lnTo>
                  <a:lnTo>
                    <a:pt x="1986" y="602"/>
                  </a:lnTo>
                  <a:lnTo>
                    <a:pt x="2026" y="763"/>
                  </a:lnTo>
                  <a:lnTo>
                    <a:pt x="2026" y="963"/>
                  </a:lnTo>
                  <a:lnTo>
                    <a:pt x="2026" y="963"/>
                  </a:lnTo>
                  <a:lnTo>
                    <a:pt x="1986" y="1886"/>
                  </a:lnTo>
                  <a:lnTo>
                    <a:pt x="1946" y="2928"/>
                  </a:lnTo>
                  <a:lnTo>
                    <a:pt x="1926" y="4031"/>
                  </a:lnTo>
                  <a:lnTo>
                    <a:pt x="1946" y="4593"/>
                  </a:lnTo>
                  <a:lnTo>
                    <a:pt x="1966" y="5154"/>
                  </a:lnTo>
                  <a:lnTo>
                    <a:pt x="2026" y="5696"/>
                  </a:lnTo>
                  <a:lnTo>
                    <a:pt x="2086" y="6257"/>
                  </a:lnTo>
                  <a:lnTo>
                    <a:pt x="2186" y="6779"/>
                  </a:lnTo>
                  <a:lnTo>
                    <a:pt x="2307" y="7300"/>
                  </a:lnTo>
                  <a:lnTo>
                    <a:pt x="2467" y="7782"/>
                  </a:lnTo>
                  <a:lnTo>
                    <a:pt x="2648" y="8243"/>
                  </a:lnTo>
                  <a:lnTo>
                    <a:pt x="2768" y="8443"/>
                  </a:lnTo>
                  <a:lnTo>
                    <a:pt x="2888" y="8644"/>
                  </a:lnTo>
                  <a:lnTo>
                    <a:pt x="3009" y="8845"/>
                  </a:lnTo>
                  <a:lnTo>
                    <a:pt x="3149" y="9025"/>
                  </a:lnTo>
                  <a:lnTo>
                    <a:pt x="3149" y="9025"/>
                  </a:lnTo>
                  <a:lnTo>
                    <a:pt x="3289" y="9185"/>
                  </a:lnTo>
                  <a:lnTo>
                    <a:pt x="3470" y="9346"/>
                  </a:lnTo>
                  <a:lnTo>
                    <a:pt x="3630" y="9486"/>
                  </a:lnTo>
                  <a:lnTo>
                    <a:pt x="3831" y="9627"/>
                  </a:lnTo>
                  <a:lnTo>
                    <a:pt x="4031" y="9727"/>
                  </a:lnTo>
                  <a:lnTo>
                    <a:pt x="4252" y="9847"/>
                  </a:lnTo>
                  <a:lnTo>
                    <a:pt x="4473" y="9948"/>
                  </a:lnTo>
                  <a:lnTo>
                    <a:pt x="4713" y="10028"/>
                  </a:lnTo>
                  <a:lnTo>
                    <a:pt x="5215" y="10168"/>
                  </a:lnTo>
                  <a:lnTo>
                    <a:pt x="5736" y="10288"/>
                  </a:lnTo>
                  <a:lnTo>
                    <a:pt x="6278" y="10349"/>
                  </a:lnTo>
                  <a:lnTo>
                    <a:pt x="6839" y="10409"/>
                  </a:lnTo>
                  <a:lnTo>
                    <a:pt x="7421" y="10429"/>
                  </a:lnTo>
                  <a:lnTo>
                    <a:pt x="7982" y="10449"/>
                  </a:lnTo>
                  <a:lnTo>
                    <a:pt x="8544" y="10429"/>
                  </a:lnTo>
                  <a:lnTo>
                    <a:pt x="9085" y="10409"/>
                  </a:lnTo>
                  <a:lnTo>
                    <a:pt x="10128" y="10349"/>
                  </a:lnTo>
                  <a:lnTo>
                    <a:pt x="11030" y="10268"/>
                  </a:lnTo>
                  <a:lnTo>
                    <a:pt x="11030" y="10268"/>
                  </a:lnTo>
                  <a:lnTo>
                    <a:pt x="11231" y="10268"/>
                  </a:lnTo>
                  <a:lnTo>
                    <a:pt x="11391" y="10309"/>
                  </a:lnTo>
                  <a:lnTo>
                    <a:pt x="11552" y="10369"/>
                  </a:lnTo>
                  <a:lnTo>
                    <a:pt x="11672" y="10469"/>
                  </a:lnTo>
                  <a:lnTo>
                    <a:pt x="11792" y="10589"/>
                  </a:lnTo>
                  <a:lnTo>
                    <a:pt x="11873" y="10710"/>
                  </a:lnTo>
                  <a:lnTo>
                    <a:pt x="11913" y="10870"/>
                  </a:lnTo>
                  <a:lnTo>
                    <a:pt x="11953" y="11030"/>
                  </a:lnTo>
                  <a:lnTo>
                    <a:pt x="11973" y="11191"/>
                  </a:lnTo>
                  <a:lnTo>
                    <a:pt x="11953" y="11351"/>
                  </a:lnTo>
                  <a:lnTo>
                    <a:pt x="11913" y="11512"/>
                  </a:lnTo>
                  <a:lnTo>
                    <a:pt x="11853" y="11672"/>
                  </a:lnTo>
                  <a:lnTo>
                    <a:pt x="11752" y="11813"/>
                  </a:lnTo>
                  <a:lnTo>
                    <a:pt x="11652" y="11953"/>
                  </a:lnTo>
                  <a:lnTo>
                    <a:pt x="11512" y="12053"/>
                  </a:lnTo>
                  <a:lnTo>
                    <a:pt x="11351" y="1215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0" name="Google Shape;6650;p31"/>
            <p:cNvSpPr/>
            <p:nvPr/>
          </p:nvSpPr>
          <p:spPr>
            <a:xfrm>
              <a:off x="9851350" y="3162038"/>
              <a:ext cx="200575" cy="270275"/>
            </a:xfrm>
            <a:custGeom>
              <a:avLst/>
              <a:gdLst/>
              <a:ahLst/>
              <a:cxnLst/>
              <a:rect l="l" t="t" r="r" b="b"/>
              <a:pathLst>
                <a:path w="8023" h="10811" extrusionOk="0">
                  <a:moveTo>
                    <a:pt x="41" y="1"/>
                  </a:moveTo>
                  <a:lnTo>
                    <a:pt x="0" y="923"/>
                  </a:lnTo>
                  <a:lnTo>
                    <a:pt x="0" y="1906"/>
                  </a:lnTo>
                  <a:lnTo>
                    <a:pt x="0" y="2869"/>
                  </a:lnTo>
                  <a:lnTo>
                    <a:pt x="61" y="3831"/>
                  </a:lnTo>
                  <a:lnTo>
                    <a:pt x="101" y="4292"/>
                  </a:lnTo>
                  <a:lnTo>
                    <a:pt x="161" y="4774"/>
                  </a:lnTo>
                  <a:lnTo>
                    <a:pt x="241" y="5255"/>
                  </a:lnTo>
                  <a:lnTo>
                    <a:pt x="321" y="5716"/>
                  </a:lnTo>
                  <a:lnTo>
                    <a:pt x="422" y="6157"/>
                  </a:lnTo>
                  <a:lnTo>
                    <a:pt x="562" y="6599"/>
                  </a:lnTo>
                  <a:lnTo>
                    <a:pt x="702" y="7040"/>
                  </a:lnTo>
                  <a:lnTo>
                    <a:pt x="863" y="7441"/>
                  </a:lnTo>
                  <a:lnTo>
                    <a:pt x="1063" y="7842"/>
                  </a:lnTo>
                  <a:lnTo>
                    <a:pt x="1264" y="8203"/>
                  </a:lnTo>
                  <a:lnTo>
                    <a:pt x="1505" y="8564"/>
                  </a:lnTo>
                  <a:lnTo>
                    <a:pt x="1765" y="8885"/>
                  </a:lnTo>
                  <a:lnTo>
                    <a:pt x="2046" y="9166"/>
                  </a:lnTo>
                  <a:lnTo>
                    <a:pt x="2327" y="9406"/>
                  </a:lnTo>
                  <a:lnTo>
                    <a:pt x="2648" y="9627"/>
                  </a:lnTo>
                  <a:lnTo>
                    <a:pt x="2989" y="9827"/>
                  </a:lnTo>
                  <a:lnTo>
                    <a:pt x="3350" y="10008"/>
                  </a:lnTo>
                  <a:lnTo>
                    <a:pt x="3731" y="10168"/>
                  </a:lnTo>
                  <a:lnTo>
                    <a:pt x="4132" y="10309"/>
                  </a:lnTo>
                  <a:lnTo>
                    <a:pt x="4533" y="10429"/>
                  </a:lnTo>
                  <a:lnTo>
                    <a:pt x="4954" y="10529"/>
                  </a:lnTo>
                  <a:lnTo>
                    <a:pt x="5375" y="10610"/>
                  </a:lnTo>
                  <a:lnTo>
                    <a:pt x="5816" y="10670"/>
                  </a:lnTo>
                  <a:lnTo>
                    <a:pt x="6257" y="10730"/>
                  </a:lnTo>
                  <a:lnTo>
                    <a:pt x="6699" y="10770"/>
                  </a:lnTo>
                  <a:lnTo>
                    <a:pt x="7140" y="10790"/>
                  </a:lnTo>
                  <a:lnTo>
                    <a:pt x="8022" y="10810"/>
                  </a:lnTo>
                  <a:lnTo>
                    <a:pt x="8022" y="10810"/>
                  </a:lnTo>
                  <a:lnTo>
                    <a:pt x="8002" y="10549"/>
                  </a:lnTo>
                  <a:lnTo>
                    <a:pt x="8002" y="10409"/>
                  </a:lnTo>
                  <a:lnTo>
                    <a:pt x="7240" y="10329"/>
                  </a:lnTo>
                  <a:lnTo>
                    <a:pt x="6458" y="10208"/>
                  </a:lnTo>
                  <a:lnTo>
                    <a:pt x="6097" y="10128"/>
                  </a:lnTo>
                  <a:lnTo>
                    <a:pt x="5716" y="10028"/>
                  </a:lnTo>
                  <a:lnTo>
                    <a:pt x="5355" y="9928"/>
                  </a:lnTo>
                  <a:lnTo>
                    <a:pt x="4994" y="9807"/>
                  </a:lnTo>
                  <a:lnTo>
                    <a:pt x="4653" y="9687"/>
                  </a:lnTo>
                  <a:lnTo>
                    <a:pt x="4312" y="9527"/>
                  </a:lnTo>
                  <a:lnTo>
                    <a:pt x="3971" y="9366"/>
                  </a:lnTo>
                  <a:lnTo>
                    <a:pt x="3650" y="9166"/>
                  </a:lnTo>
                  <a:lnTo>
                    <a:pt x="3350" y="8965"/>
                  </a:lnTo>
                  <a:lnTo>
                    <a:pt x="3049" y="8745"/>
                  </a:lnTo>
                  <a:lnTo>
                    <a:pt x="2768" y="8484"/>
                  </a:lnTo>
                  <a:lnTo>
                    <a:pt x="2507" y="8203"/>
                  </a:lnTo>
                  <a:lnTo>
                    <a:pt x="2287" y="7942"/>
                  </a:lnTo>
                  <a:lnTo>
                    <a:pt x="2106" y="7682"/>
                  </a:lnTo>
                  <a:lnTo>
                    <a:pt x="1946" y="7401"/>
                  </a:lnTo>
                  <a:lnTo>
                    <a:pt x="1805" y="7120"/>
                  </a:lnTo>
                  <a:lnTo>
                    <a:pt x="1685" y="6819"/>
                  </a:lnTo>
                  <a:lnTo>
                    <a:pt x="1585" y="6518"/>
                  </a:lnTo>
                  <a:lnTo>
                    <a:pt x="1505" y="6218"/>
                  </a:lnTo>
                  <a:lnTo>
                    <a:pt x="1444" y="5917"/>
                  </a:lnTo>
                  <a:lnTo>
                    <a:pt x="1384" y="5596"/>
                  </a:lnTo>
                  <a:lnTo>
                    <a:pt x="1344" y="5275"/>
                  </a:lnTo>
                  <a:lnTo>
                    <a:pt x="1304" y="4633"/>
                  </a:lnTo>
                  <a:lnTo>
                    <a:pt x="1284" y="3992"/>
                  </a:lnTo>
                  <a:lnTo>
                    <a:pt x="1284" y="3330"/>
                  </a:lnTo>
                  <a:lnTo>
                    <a:pt x="1264" y="1685"/>
                  </a:lnTo>
                  <a:lnTo>
                    <a:pt x="1304" y="41"/>
                  </a:lnTo>
                  <a:lnTo>
                    <a:pt x="522" y="41"/>
                  </a:lnTo>
                  <a:lnTo>
                    <a:pt x="4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1" name="Google Shape;6651;p31"/>
            <p:cNvSpPr/>
            <p:nvPr/>
          </p:nvSpPr>
          <p:spPr>
            <a:xfrm>
              <a:off x="9851350" y="3162038"/>
              <a:ext cx="200575" cy="270275"/>
            </a:xfrm>
            <a:custGeom>
              <a:avLst/>
              <a:gdLst/>
              <a:ahLst/>
              <a:cxnLst/>
              <a:rect l="l" t="t" r="r" b="b"/>
              <a:pathLst>
                <a:path w="8023" h="10811" fill="none" extrusionOk="0">
                  <a:moveTo>
                    <a:pt x="41" y="1"/>
                  </a:moveTo>
                  <a:lnTo>
                    <a:pt x="41" y="1"/>
                  </a:lnTo>
                  <a:lnTo>
                    <a:pt x="0" y="923"/>
                  </a:lnTo>
                  <a:lnTo>
                    <a:pt x="0" y="1906"/>
                  </a:lnTo>
                  <a:lnTo>
                    <a:pt x="0" y="1906"/>
                  </a:lnTo>
                  <a:lnTo>
                    <a:pt x="0" y="2869"/>
                  </a:lnTo>
                  <a:lnTo>
                    <a:pt x="61" y="3831"/>
                  </a:lnTo>
                  <a:lnTo>
                    <a:pt x="101" y="4292"/>
                  </a:lnTo>
                  <a:lnTo>
                    <a:pt x="161" y="4774"/>
                  </a:lnTo>
                  <a:lnTo>
                    <a:pt x="241" y="5255"/>
                  </a:lnTo>
                  <a:lnTo>
                    <a:pt x="321" y="5716"/>
                  </a:lnTo>
                  <a:lnTo>
                    <a:pt x="422" y="6157"/>
                  </a:lnTo>
                  <a:lnTo>
                    <a:pt x="562" y="6599"/>
                  </a:lnTo>
                  <a:lnTo>
                    <a:pt x="702" y="7040"/>
                  </a:lnTo>
                  <a:lnTo>
                    <a:pt x="863" y="7441"/>
                  </a:lnTo>
                  <a:lnTo>
                    <a:pt x="1063" y="7842"/>
                  </a:lnTo>
                  <a:lnTo>
                    <a:pt x="1264" y="8203"/>
                  </a:lnTo>
                  <a:lnTo>
                    <a:pt x="1505" y="8564"/>
                  </a:lnTo>
                  <a:lnTo>
                    <a:pt x="1765" y="8885"/>
                  </a:lnTo>
                  <a:lnTo>
                    <a:pt x="1765" y="8885"/>
                  </a:lnTo>
                  <a:lnTo>
                    <a:pt x="2046" y="9166"/>
                  </a:lnTo>
                  <a:lnTo>
                    <a:pt x="2327" y="9406"/>
                  </a:lnTo>
                  <a:lnTo>
                    <a:pt x="2648" y="9627"/>
                  </a:lnTo>
                  <a:lnTo>
                    <a:pt x="2989" y="9827"/>
                  </a:lnTo>
                  <a:lnTo>
                    <a:pt x="3350" y="10008"/>
                  </a:lnTo>
                  <a:lnTo>
                    <a:pt x="3731" y="10168"/>
                  </a:lnTo>
                  <a:lnTo>
                    <a:pt x="4132" y="10309"/>
                  </a:lnTo>
                  <a:lnTo>
                    <a:pt x="4533" y="10429"/>
                  </a:lnTo>
                  <a:lnTo>
                    <a:pt x="4954" y="10529"/>
                  </a:lnTo>
                  <a:lnTo>
                    <a:pt x="5375" y="10610"/>
                  </a:lnTo>
                  <a:lnTo>
                    <a:pt x="5816" y="10670"/>
                  </a:lnTo>
                  <a:lnTo>
                    <a:pt x="6257" y="10730"/>
                  </a:lnTo>
                  <a:lnTo>
                    <a:pt x="6699" y="10770"/>
                  </a:lnTo>
                  <a:lnTo>
                    <a:pt x="7140" y="10790"/>
                  </a:lnTo>
                  <a:lnTo>
                    <a:pt x="8022" y="10810"/>
                  </a:lnTo>
                  <a:lnTo>
                    <a:pt x="8022" y="10810"/>
                  </a:lnTo>
                  <a:lnTo>
                    <a:pt x="8002" y="10549"/>
                  </a:lnTo>
                  <a:lnTo>
                    <a:pt x="8002" y="10409"/>
                  </a:lnTo>
                  <a:lnTo>
                    <a:pt x="8002" y="10409"/>
                  </a:lnTo>
                  <a:lnTo>
                    <a:pt x="7240" y="10329"/>
                  </a:lnTo>
                  <a:lnTo>
                    <a:pt x="6458" y="10208"/>
                  </a:lnTo>
                  <a:lnTo>
                    <a:pt x="6097" y="10128"/>
                  </a:lnTo>
                  <a:lnTo>
                    <a:pt x="5716" y="10028"/>
                  </a:lnTo>
                  <a:lnTo>
                    <a:pt x="5355" y="9928"/>
                  </a:lnTo>
                  <a:lnTo>
                    <a:pt x="4994" y="9807"/>
                  </a:lnTo>
                  <a:lnTo>
                    <a:pt x="4653" y="9687"/>
                  </a:lnTo>
                  <a:lnTo>
                    <a:pt x="4312" y="9527"/>
                  </a:lnTo>
                  <a:lnTo>
                    <a:pt x="3971" y="9366"/>
                  </a:lnTo>
                  <a:lnTo>
                    <a:pt x="3650" y="9166"/>
                  </a:lnTo>
                  <a:lnTo>
                    <a:pt x="3350" y="8965"/>
                  </a:lnTo>
                  <a:lnTo>
                    <a:pt x="3049" y="8745"/>
                  </a:lnTo>
                  <a:lnTo>
                    <a:pt x="2768" y="8484"/>
                  </a:lnTo>
                  <a:lnTo>
                    <a:pt x="2507" y="8203"/>
                  </a:lnTo>
                  <a:lnTo>
                    <a:pt x="2507" y="8203"/>
                  </a:lnTo>
                  <a:lnTo>
                    <a:pt x="2287" y="7942"/>
                  </a:lnTo>
                  <a:lnTo>
                    <a:pt x="2106" y="7682"/>
                  </a:lnTo>
                  <a:lnTo>
                    <a:pt x="1946" y="7401"/>
                  </a:lnTo>
                  <a:lnTo>
                    <a:pt x="1805" y="7120"/>
                  </a:lnTo>
                  <a:lnTo>
                    <a:pt x="1685" y="6819"/>
                  </a:lnTo>
                  <a:lnTo>
                    <a:pt x="1585" y="6518"/>
                  </a:lnTo>
                  <a:lnTo>
                    <a:pt x="1505" y="6218"/>
                  </a:lnTo>
                  <a:lnTo>
                    <a:pt x="1444" y="5917"/>
                  </a:lnTo>
                  <a:lnTo>
                    <a:pt x="1384" y="5596"/>
                  </a:lnTo>
                  <a:lnTo>
                    <a:pt x="1344" y="5275"/>
                  </a:lnTo>
                  <a:lnTo>
                    <a:pt x="1304" y="4633"/>
                  </a:lnTo>
                  <a:lnTo>
                    <a:pt x="1284" y="3992"/>
                  </a:lnTo>
                  <a:lnTo>
                    <a:pt x="1284" y="3330"/>
                  </a:lnTo>
                  <a:lnTo>
                    <a:pt x="1284" y="3330"/>
                  </a:lnTo>
                  <a:lnTo>
                    <a:pt x="1264" y="1685"/>
                  </a:lnTo>
                  <a:lnTo>
                    <a:pt x="1304" y="41"/>
                  </a:lnTo>
                  <a:lnTo>
                    <a:pt x="1304" y="41"/>
                  </a:lnTo>
                  <a:lnTo>
                    <a:pt x="1144" y="41"/>
                  </a:lnTo>
                  <a:lnTo>
                    <a:pt x="1144" y="41"/>
                  </a:lnTo>
                  <a:lnTo>
                    <a:pt x="1023" y="41"/>
                  </a:lnTo>
                  <a:lnTo>
                    <a:pt x="1023" y="41"/>
                  </a:lnTo>
                  <a:lnTo>
                    <a:pt x="903" y="41"/>
                  </a:lnTo>
                  <a:lnTo>
                    <a:pt x="903" y="41"/>
                  </a:lnTo>
                  <a:lnTo>
                    <a:pt x="522" y="41"/>
                  </a:lnTo>
                  <a:lnTo>
                    <a:pt x="4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2" name="Google Shape;6652;p31"/>
            <p:cNvSpPr/>
            <p:nvPr/>
          </p:nvSpPr>
          <p:spPr>
            <a:xfrm>
              <a:off x="9755600" y="3008638"/>
              <a:ext cx="242675" cy="154425"/>
            </a:xfrm>
            <a:custGeom>
              <a:avLst/>
              <a:gdLst/>
              <a:ahLst/>
              <a:cxnLst/>
              <a:rect l="l" t="t" r="r" b="b"/>
              <a:pathLst>
                <a:path w="9707" h="6177" extrusionOk="0">
                  <a:moveTo>
                    <a:pt x="140" y="0"/>
                  </a:moveTo>
                  <a:lnTo>
                    <a:pt x="120" y="120"/>
                  </a:lnTo>
                  <a:lnTo>
                    <a:pt x="60" y="461"/>
                  </a:lnTo>
                  <a:lnTo>
                    <a:pt x="0" y="963"/>
                  </a:lnTo>
                  <a:lnTo>
                    <a:pt x="0" y="1284"/>
                  </a:lnTo>
                  <a:lnTo>
                    <a:pt x="0" y="1604"/>
                  </a:lnTo>
                  <a:lnTo>
                    <a:pt x="0" y="1965"/>
                  </a:lnTo>
                  <a:lnTo>
                    <a:pt x="40" y="2326"/>
                  </a:lnTo>
                  <a:lnTo>
                    <a:pt x="100" y="2707"/>
                  </a:lnTo>
                  <a:lnTo>
                    <a:pt x="201" y="3088"/>
                  </a:lnTo>
                  <a:lnTo>
                    <a:pt x="321" y="3449"/>
                  </a:lnTo>
                  <a:lnTo>
                    <a:pt x="481" y="3830"/>
                  </a:lnTo>
                  <a:lnTo>
                    <a:pt x="682" y="4171"/>
                  </a:lnTo>
                  <a:lnTo>
                    <a:pt x="802" y="4352"/>
                  </a:lnTo>
                  <a:lnTo>
                    <a:pt x="923" y="4512"/>
                  </a:lnTo>
                  <a:lnTo>
                    <a:pt x="1203" y="4813"/>
                  </a:lnTo>
                  <a:lnTo>
                    <a:pt x="1484" y="5074"/>
                  </a:lnTo>
                  <a:lnTo>
                    <a:pt x="1765" y="5294"/>
                  </a:lnTo>
                  <a:lnTo>
                    <a:pt x="2046" y="5495"/>
                  </a:lnTo>
                  <a:lnTo>
                    <a:pt x="2346" y="5655"/>
                  </a:lnTo>
                  <a:lnTo>
                    <a:pt x="2627" y="5796"/>
                  </a:lnTo>
                  <a:lnTo>
                    <a:pt x="2908" y="5896"/>
                  </a:lnTo>
                  <a:lnTo>
                    <a:pt x="3169" y="5996"/>
                  </a:lnTo>
                  <a:lnTo>
                    <a:pt x="3429" y="6057"/>
                  </a:lnTo>
                  <a:lnTo>
                    <a:pt x="3690" y="6097"/>
                  </a:lnTo>
                  <a:lnTo>
                    <a:pt x="4151" y="6157"/>
                  </a:lnTo>
                  <a:lnTo>
                    <a:pt x="4552" y="6177"/>
                  </a:lnTo>
                  <a:lnTo>
                    <a:pt x="5154" y="6177"/>
                  </a:lnTo>
                  <a:lnTo>
                    <a:pt x="5555" y="6157"/>
                  </a:lnTo>
                  <a:lnTo>
                    <a:pt x="6016" y="6097"/>
                  </a:lnTo>
                  <a:lnTo>
                    <a:pt x="6277" y="6057"/>
                  </a:lnTo>
                  <a:lnTo>
                    <a:pt x="6538" y="5996"/>
                  </a:lnTo>
                  <a:lnTo>
                    <a:pt x="6799" y="5896"/>
                  </a:lnTo>
                  <a:lnTo>
                    <a:pt x="7079" y="5796"/>
                  </a:lnTo>
                  <a:lnTo>
                    <a:pt x="7360" y="5655"/>
                  </a:lnTo>
                  <a:lnTo>
                    <a:pt x="7661" y="5495"/>
                  </a:lnTo>
                  <a:lnTo>
                    <a:pt x="7942" y="5294"/>
                  </a:lnTo>
                  <a:lnTo>
                    <a:pt x="8222" y="5074"/>
                  </a:lnTo>
                  <a:lnTo>
                    <a:pt x="8503" y="4813"/>
                  </a:lnTo>
                  <a:lnTo>
                    <a:pt x="8784" y="4512"/>
                  </a:lnTo>
                  <a:lnTo>
                    <a:pt x="9005" y="4191"/>
                  </a:lnTo>
                  <a:lnTo>
                    <a:pt x="9205" y="3871"/>
                  </a:lnTo>
                  <a:lnTo>
                    <a:pt x="9345" y="3550"/>
                  </a:lnTo>
                  <a:lnTo>
                    <a:pt x="9466" y="3209"/>
                  </a:lnTo>
                  <a:lnTo>
                    <a:pt x="9566" y="2868"/>
                  </a:lnTo>
                  <a:lnTo>
                    <a:pt x="9626" y="2547"/>
                  </a:lnTo>
                  <a:lnTo>
                    <a:pt x="9666" y="2206"/>
                  </a:lnTo>
                  <a:lnTo>
                    <a:pt x="9706" y="1905"/>
                  </a:lnTo>
                  <a:lnTo>
                    <a:pt x="9706" y="1584"/>
                  </a:lnTo>
                  <a:lnTo>
                    <a:pt x="9706" y="1304"/>
                  </a:lnTo>
                  <a:lnTo>
                    <a:pt x="9686" y="762"/>
                  </a:lnTo>
                  <a:lnTo>
                    <a:pt x="9626" y="361"/>
                  </a:lnTo>
                  <a:lnTo>
                    <a:pt x="9566" y="0"/>
                  </a:lnTo>
                  <a:lnTo>
                    <a:pt x="6879" y="0"/>
                  </a:lnTo>
                  <a:lnTo>
                    <a:pt x="6899" y="140"/>
                  </a:lnTo>
                  <a:lnTo>
                    <a:pt x="6939" y="501"/>
                  </a:lnTo>
                  <a:lnTo>
                    <a:pt x="6959" y="762"/>
                  </a:lnTo>
                  <a:lnTo>
                    <a:pt x="6959" y="1043"/>
                  </a:lnTo>
                  <a:lnTo>
                    <a:pt x="6919" y="1344"/>
                  </a:lnTo>
                  <a:lnTo>
                    <a:pt x="6879" y="1645"/>
                  </a:lnTo>
                  <a:lnTo>
                    <a:pt x="6799" y="1945"/>
                  </a:lnTo>
                  <a:lnTo>
                    <a:pt x="6678" y="2246"/>
                  </a:lnTo>
                  <a:lnTo>
                    <a:pt x="6598" y="2387"/>
                  </a:lnTo>
                  <a:lnTo>
                    <a:pt x="6518" y="2527"/>
                  </a:lnTo>
                  <a:lnTo>
                    <a:pt x="6417" y="2647"/>
                  </a:lnTo>
                  <a:lnTo>
                    <a:pt x="6297" y="2768"/>
                  </a:lnTo>
                  <a:lnTo>
                    <a:pt x="6177" y="2888"/>
                  </a:lnTo>
                  <a:lnTo>
                    <a:pt x="6036" y="2988"/>
                  </a:lnTo>
                  <a:lnTo>
                    <a:pt x="5876" y="3068"/>
                  </a:lnTo>
                  <a:lnTo>
                    <a:pt x="5716" y="3149"/>
                  </a:lnTo>
                  <a:lnTo>
                    <a:pt x="5515" y="3209"/>
                  </a:lnTo>
                  <a:lnTo>
                    <a:pt x="5314" y="3249"/>
                  </a:lnTo>
                  <a:lnTo>
                    <a:pt x="5094" y="3289"/>
                  </a:lnTo>
                  <a:lnTo>
                    <a:pt x="4613" y="3289"/>
                  </a:lnTo>
                  <a:lnTo>
                    <a:pt x="4392" y="3249"/>
                  </a:lnTo>
                  <a:lnTo>
                    <a:pt x="4191" y="3209"/>
                  </a:lnTo>
                  <a:lnTo>
                    <a:pt x="3991" y="3149"/>
                  </a:lnTo>
                  <a:lnTo>
                    <a:pt x="3830" y="3068"/>
                  </a:lnTo>
                  <a:lnTo>
                    <a:pt x="3670" y="2988"/>
                  </a:lnTo>
                  <a:lnTo>
                    <a:pt x="3530" y="2888"/>
                  </a:lnTo>
                  <a:lnTo>
                    <a:pt x="3409" y="2768"/>
                  </a:lnTo>
                  <a:lnTo>
                    <a:pt x="3289" y="2647"/>
                  </a:lnTo>
                  <a:lnTo>
                    <a:pt x="3189" y="2527"/>
                  </a:lnTo>
                  <a:lnTo>
                    <a:pt x="3108" y="2387"/>
                  </a:lnTo>
                  <a:lnTo>
                    <a:pt x="3028" y="2246"/>
                  </a:lnTo>
                  <a:lnTo>
                    <a:pt x="2908" y="1945"/>
                  </a:lnTo>
                  <a:lnTo>
                    <a:pt x="2828" y="1645"/>
                  </a:lnTo>
                  <a:lnTo>
                    <a:pt x="2788" y="1344"/>
                  </a:lnTo>
                  <a:lnTo>
                    <a:pt x="2748" y="1043"/>
                  </a:lnTo>
                  <a:lnTo>
                    <a:pt x="2748" y="762"/>
                  </a:lnTo>
                  <a:lnTo>
                    <a:pt x="2768" y="501"/>
                  </a:lnTo>
                  <a:lnTo>
                    <a:pt x="2788" y="140"/>
                  </a:lnTo>
                  <a:lnTo>
                    <a:pt x="282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3" name="Google Shape;6653;p31"/>
            <p:cNvSpPr/>
            <p:nvPr/>
          </p:nvSpPr>
          <p:spPr>
            <a:xfrm>
              <a:off x="9755600" y="3008638"/>
              <a:ext cx="242675" cy="154425"/>
            </a:xfrm>
            <a:custGeom>
              <a:avLst/>
              <a:gdLst/>
              <a:ahLst/>
              <a:cxnLst/>
              <a:rect l="l" t="t" r="r" b="b"/>
              <a:pathLst>
                <a:path w="9707" h="6177" fill="none" extrusionOk="0">
                  <a:moveTo>
                    <a:pt x="9205" y="3871"/>
                  </a:moveTo>
                  <a:lnTo>
                    <a:pt x="9205" y="3871"/>
                  </a:lnTo>
                  <a:lnTo>
                    <a:pt x="9005" y="4191"/>
                  </a:lnTo>
                  <a:lnTo>
                    <a:pt x="8784" y="4512"/>
                  </a:lnTo>
                  <a:lnTo>
                    <a:pt x="8784" y="4512"/>
                  </a:lnTo>
                  <a:lnTo>
                    <a:pt x="8503" y="4813"/>
                  </a:lnTo>
                  <a:lnTo>
                    <a:pt x="8222" y="5074"/>
                  </a:lnTo>
                  <a:lnTo>
                    <a:pt x="7942" y="5294"/>
                  </a:lnTo>
                  <a:lnTo>
                    <a:pt x="7661" y="5495"/>
                  </a:lnTo>
                  <a:lnTo>
                    <a:pt x="7360" y="5655"/>
                  </a:lnTo>
                  <a:lnTo>
                    <a:pt x="7079" y="5796"/>
                  </a:lnTo>
                  <a:lnTo>
                    <a:pt x="6799" y="5896"/>
                  </a:lnTo>
                  <a:lnTo>
                    <a:pt x="6538" y="5996"/>
                  </a:lnTo>
                  <a:lnTo>
                    <a:pt x="6277" y="6057"/>
                  </a:lnTo>
                  <a:lnTo>
                    <a:pt x="6016" y="6097"/>
                  </a:lnTo>
                  <a:lnTo>
                    <a:pt x="5555" y="6157"/>
                  </a:lnTo>
                  <a:lnTo>
                    <a:pt x="5154" y="6177"/>
                  </a:lnTo>
                  <a:lnTo>
                    <a:pt x="4853" y="6177"/>
                  </a:lnTo>
                  <a:lnTo>
                    <a:pt x="4853" y="6177"/>
                  </a:lnTo>
                  <a:lnTo>
                    <a:pt x="4552" y="6177"/>
                  </a:lnTo>
                  <a:lnTo>
                    <a:pt x="4151" y="6157"/>
                  </a:lnTo>
                  <a:lnTo>
                    <a:pt x="3690" y="6097"/>
                  </a:lnTo>
                  <a:lnTo>
                    <a:pt x="3429" y="6057"/>
                  </a:lnTo>
                  <a:lnTo>
                    <a:pt x="3169" y="5996"/>
                  </a:lnTo>
                  <a:lnTo>
                    <a:pt x="2908" y="5896"/>
                  </a:lnTo>
                  <a:lnTo>
                    <a:pt x="2627" y="5796"/>
                  </a:lnTo>
                  <a:lnTo>
                    <a:pt x="2346" y="5655"/>
                  </a:lnTo>
                  <a:lnTo>
                    <a:pt x="2046" y="5495"/>
                  </a:lnTo>
                  <a:lnTo>
                    <a:pt x="1765" y="5294"/>
                  </a:lnTo>
                  <a:lnTo>
                    <a:pt x="1484" y="5074"/>
                  </a:lnTo>
                  <a:lnTo>
                    <a:pt x="1203" y="4813"/>
                  </a:lnTo>
                  <a:lnTo>
                    <a:pt x="923" y="4512"/>
                  </a:lnTo>
                  <a:lnTo>
                    <a:pt x="923" y="4512"/>
                  </a:lnTo>
                  <a:lnTo>
                    <a:pt x="802" y="4352"/>
                  </a:lnTo>
                  <a:lnTo>
                    <a:pt x="682" y="4171"/>
                  </a:lnTo>
                  <a:lnTo>
                    <a:pt x="481" y="3830"/>
                  </a:lnTo>
                  <a:lnTo>
                    <a:pt x="321" y="3449"/>
                  </a:lnTo>
                  <a:lnTo>
                    <a:pt x="201" y="3088"/>
                  </a:lnTo>
                  <a:lnTo>
                    <a:pt x="100" y="2707"/>
                  </a:lnTo>
                  <a:lnTo>
                    <a:pt x="40" y="2326"/>
                  </a:lnTo>
                  <a:lnTo>
                    <a:pt x="0" y="1965"/>
                  </a:lnTo>
                  <a:lnTo>
                    <a:pt x="0" y="1604"/>
                  </a:lnTo>
                  <a:lnTo>
                    <a:pt x="0" y="1284"/>
                  </a:lnTo>
                  <a:lnTo>
                    <a:pt x="0" y="963"/>
                  </a:lnTo>
                  <a:lnTo>
                    <a:pt x="60" y="461"/>
                  </a:lnTo>
                  <a:lnTo>
                    <a:pt x="120" y="120"/>
                  </a:lnTo>
                  <a:lnTo>
                    <a:pt x="140" y="0"/>
                  </a:lnTo>
                  <a:lnTo>
                    <a:pt x="2828" y="0"/>
                  </a:lnTo>
                  <a:lnTo>
                    <a:pt x="2828" y="0"/>
                  </a:lnTo>
                  <a:lnTo>
                    <a:pt x="2788" y="140"/>
                  </a:lnTo>
                  <a:lnTo>
                    <a:pt x="2768" y="501"/>
                  </a:lnTo>
                  <a:lnTo>
                    <a:pt x="2748" y="762"/>
                  </a:lnTo>
                  <a:lnTo>
                    <a:pt x="2748" y="1043"/>
                  </a:lnTo>
                  <a:lnTo>
                    <a:pt x="2788" y="1344"/>
                  </a:lnTo>
                  <a:lnTo>
                    <a:pt x="2828" y="1645"/>
                  </a:lnTo>
                  <a:lnTo>
                    <a:pt x="2908" y="1945"/>
                  </a:lnTo>
                  <a:lnTo>
                    <a:pt x="3028" y="2246"/>
                  </a:lnTo>
                  <a:lnTo>
                    <a:pt x="3108" y="2387"/>
                  </a:lnTo>
                  <a:lnTo>
                    <a:pt x="3189" y="2527"/>
                  </a:lnTo>
                  <a:lnTo>
                    <a:pt x="3289" y="2647"/>
                  </a:lnTo>
                  <a:lnTo>
                    <a:pt x="3409" y="2768"/>
                  </a:lnTo>
                  <a:lnTo>
                    <a:pt x="3530" y="2888"/>
                  </a:lnTo>
                  <a:lnTo>
                    <a:pt x="3670" y="2988"/>
                  </a:lnTo>
                  <a:lnTo>
                    <a:pt x="3830" y="3068"/>
                  </a:lnTo>
                  <a:lnTo>
                    <a:pt x="3991" y="3149"/>
                  </a:lnTo>
                  <a:lnTo>
                    <a:pt x="4191" y="3209"/>
                  </a:lnTo>
                  <a:lnTo>
                    <a:pt x="4392" y="3249"/>
                  </a:lnTo>
                  <a:lnTo>
                    <a:pt x="4613" y="3289"/>
                  </a:lnTo>
                  <a:lnTo>
                    <a:pt x="4853" y="3289"/>
                  </a:lnTo>
                  <a:lnTo>
                    <a:pt x="4853" y="3289"/>
                  </a:lnTo>
                  <a:lnTo>
                    <a:pt x="5094" y="3289"/>
                  </a:lnTo>
                  <a:lnTo>
                    <a:pt x="5314" y="3249"/>
                  </a:lnTo>
                  <a:lnTo>
                    <a:pt x="5515" y="3209"/>
                  </a:lnTo>
                  <a:lnTo>
                    <a:pt x="5716" y="3149"/>
                  </a:lnTo>
                  <a:lnTo>
                    <a:pt x="5876" y="3068"/>
                  </a:lnTo>
                  <a:lnTo>
                    <a:pt x="6036" y="2988"/>
                  </a:lnTo>
                  <a:lnTo>
                    <a:pt x="6177" y="2888"/>
                  </a:lnTo>
                  <a:lnTo>
                    <a:pt x="6297" y="2768"/>
                  </a:lnTo>
                  <a:lnTo>
                    <a:pt x="6417" y="2647"/>
                  </a:lnTo>
                  <a:lnTo>
                    <a:pt x="6518" y="2527"/>
                  </a:lnTo>
                  <a:lnTo>
                    <a:pt x="6598" y="2387"/>
                  </a:lnTo>
                  <a:lnTo>
                    <a:pt x="6678" y="2246"/>
                  </a:lnTo>
                  <a:lnTo>
                    <a:pt x="6799" y="1945"/>
                  </a:lnTo>
                  <a:lnTo>
                    <a:pt x="6879" y="1645"/>
                  </a:lnTo>
                  <a:lnTo>
                    <a:pt x="6919" y="1344"/>
                  </a:lnTo>
                  <a:lnTo>
                    <a:pt x="6959" y="1043"/>
                  </a:lnTo>
                  <a:lnTo>
                    <a:pt x="6959" y="762"/>
                  </a:lnTo>
                  <a:lnTo>
                    <a:pt x="6939" y="501"/>
                  </a:lnTo>
                  <a:lnTo>
                    <a:pt x="6899" y="140"/>
                  </a:lnTo>
                  <a:lnTo>
                    <a:pt x="6879" y="0"/>
                  </a:lnTo>
                  <a:lnTo>
                    <a:pt x="9566" y="0"/>
                  </a:lnTo>
                  <a:lnTo>
                    <a:pt x="9566" y="0"/>
                  </a:lnTo>
                  <a:lnTo>
                    <a:pt x="9626" y="361"/>
                  </a:lnTo>
                  <a:lnTo>
                    <a:pt x="9686" y="762"/>
                  </a:lnTo>
                  <a:lnTo>
                    <a:pt x="9706" y="1304"/>
                  </a:lnTo>
                  <a:lnTo>
                    <a:pt x="9706" y="1584"/>
                  </a:lnTo>
                  <a:lnTo>
                    <a:pt x="9706" y="1905"/>
                  </a:lnTo>
                  <a:lnTo>
                    <a:pt x="9666" y="2206"/>
                  </a:lnTo>
                  <a:lnTo>
                    <a:pt x="9626" y="2547"/>
                  </a:lnTo>
                  <a:lnTo>
                    <a:pt x="9566" y="2868"/>
                  </a:lnTo>
                  <a:lnTo>
                    <a:pt x="9466" y="3209"/>
                  </a:lnTo>
                  <a:lnTo>
                    <a:pt x="9345" y="3550"/>
                  </a:lnTo>
                  <a:lnTo>
                    <a:pt x="9205" y="387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4" name="Google Shape;6654;p31"/>
            <p:cNvSpPr/>
            <p:nvPr/>
          </p:nvSpPr>
          <p:spPr>
            <a:xfrm>
              <a:off x="9755600" y="3008638"/>
              <a:ext cx="230150" cy="154425"/>
            </a:xfrm>
            <a:custGeom>
              <a:avLst/>
              <a:gdLst/>
              <a:ahLst/>
              <a:cxnLst/>
              <a:rect l="l" t="t" r="r" b="b"/>
              <a:pathLst>
                <a:path w="9206" h="6177" extrusionOk="0">
                  <a:moveTo>
                    <a:pt x="140" y="0"/>
                  </a:moveTo>
                  <a:lnTo>
                    <a:pt x="120" y="100"/>
                  </a:lnTo>
                  <a:lnTo>
                    <a:pt x="60" y="421"/>
                  </a:lnTo>
                  <a:lnTo>
                    <a:pt x="20" y="882"/>
                  </a:lnTo>
                  <a:lnTo>
                    <a:pt x="0" y="1163"/>
                  </a:lnTo>
                  <a:lnTo>
                    <a:pt x="0" y="1484"/>
                  </a:lnTo>
                  <a:lnTo>
                    <a:pt x="0" y="1845"/>
                  </a:lnTo>
                  <a:lnTo>
                    <a:pt x="40" y="2226"/>
                  </a:lnTo>
                  <a:lnTo>
                    <a:pt x="80" y="2607"/>
                  </a:lnTo>
                  <a:lnTo>
                    <a:pt x="181" y="3008"/>
                  </a:lnTo>
                  <a:lnTo>
                    <a:pt x="301" y="3409"/>
                  </a:lnTo>
                  <a:lnTo>
                    <a:pt x="461" y="3790"/>
                  </a:lnTo>
                  <a:lnTo>
                    <a:pt x="562" y="3971"/>
                  </a:lnTo>
                  <a:lnTo>
                    <a:pt x="682" y="4171"/>
                  </a:lnTo>
                  <a:lnTo>
                    <a:pt x="802" y="4332"/>
                  </a:lnTo>
                  <a:lnTo>
                    <a:pt x="923" y="4512"/>
                  </a:lnTo>
                  <a:lnTo>
                    <a:pt x="1183" y="4793"/>
                  </a:lnTo>
                  <a:lnTo>
                    <a:pt x="1464" y="5054"/>
                  </a:lnTo>
                  <a:lnTo>
                    <a:pt x="1725" y="5274"/>
                  </a:lnTo>
                  <a:lnTo>
                    <a:pt x="1985" y="5455"/>
                  </a:lnTo>
                  <a:lnTo>
                    <a:pt x="2266" y="5615"/>
                  </a:lnTo>
                  <a:lnTo>
                    <a:pt x="2527" y="5756"/>
                  </a:lnTo>
                  <a:lnTo>
                    <a:pt x="2808" y="5876"/>
                  </a:lnTo>
                  <a:lnTo>
                    <a:pt x="3068" y="5956"/>
                  </a:lnTo>
                  <a:lnTo>
                    <a:pt x="3309" y="6036"/>
                  </a:lnTo>
                  <a:lnTo>
                    <a:pt x="3550" y="6077"/>
                  </a:lnTo>
                  <a:lnTo>
                    <a:pt x="4011" y="6157"/>
                  </a:lnTo>
                  <a:lnTo>
                    <a:pt x="4412" y="6177"/>
                  </a:lnTo>
                  <a:lnTo>
                    <a:pt x="5294" y="6177"/>
                  </a:lnTo>
                  <a:lnTo>
                    <a:pt x="5696" y="6157"/>
                  </a:lnTo>
                  <a:lnTo>
                    <a:pt x="6157" y="6077"/>
                  </a:lnTo>
                  <a:lnTo>
                    <a:pt x="6397" y="6036"/>
                  </a:lnTo>
                  <a:lnTo>
                    <a:pt x="6638" y="5956"/>
                  </a:lnTo>
                  <a:lnTo>
                    <a:pt x="6899" y="5876"/>
                  </a:lnTo>
                  <a:lnTo>
                    <a:pt x="7180" y="5756"/>
                  </a:lnTo>
                  <a:lnTo>
                    <a:pt x="7440" y="5615"/>
                  </a:lnTo>
                  <a:lnTo>
                    <a:pt x="7721" y="5455"/>
                  </a:lnTo>
                  <a:lnTo>
                    <a:pt x="7982" y="5274"/>
                  </a:lnTo>
                  <a:lnTo>
                    <a:pt x="8242" y="5054"/>
                  </a:lnTo>
                  <a:lnTo>
                    <a:pt x="8523" y="4793"/>
                  </a:lnTo>
                  <a:lnTo>
                    <a:pt x="8784" y="4512"/>
                  </a:lnTo>
                  <a:lnTo>
                    <a:pt x="9005" y="4191"/>
                  </a:lnTo>
                  <a:lnTo>
                    <a:pt x="9205" y="3871"/>
                  </a:lnTo>
                  <a:lnTo>
                    <a:pt x="9205" y="3871"/>
                  </a:lnTo>
                  <a:lnTo>
                    <a:pt x="8824" y="4131"/>
                  </a:lnTo>
                  <a:lnTo>
                    <a:pt x="8403" y="4352"/>
                  </a:lnTo>
                  <a:lnTo>
                    <a:pt x="7982" y="4552"/>
                  </a:lnTo>
                  <a:lnTo>
                    <a:pt x="7541" y="4693"/>
                  </a:lnTo>
                  <a:lnTo>
                    <a:pt x="7099" y="4813"/>
                  </a:lnTo>
                  <a:lnTo>
                    <a:pt x="6638" y="4913"/>
                  </a:lnTo>
                  <a:lnTo>
                    <a:pt x="6157" y="4954"/>
                  </a:lnTo>
                  <a:lnTo>
                    <a:pt x="5675" y="4974"/>
                  </a:lnTo>
                  <a:lnTo>
                    <a:pt x="5375" y="4974"/>
                  </a:lnTo>
                  <a:lnTo>
                    <a:pt x="5094" y="4954"/>
                  </a:lnTo>
                  <a:lnTo>
                    <a:pt x="4793" y="4913"/>
                  </a:lnTo>
                  <a:lnTo>
                    <a:pt x="4492" y="4873"/>
                  </a:lnTo>
                  <a:lnTo>
                    <a:pt x="4071" y="4773"/>
                  </a:lnTo>
                  <a:lnTo>
                    <a:pt x="3650" y="4653"/>
                  </a:lnTo>
                  <a:lnTo>
                    <a:pt x="3249" y="4472"/>
                  </a:lnTo>
                  <a:lnTo>
                    <a:pt x="3048" y="4372"/>
                  </a:lnTo>
                  <a:lnTo>
                    <a:pt x="2868" y="4272"/>
                  </a:lnTo>
                  <a:lnTo>
                    <a:pt x="2687" y="4151"/>
                  </a:lnTo>
                  <a:lnTo>
                    <a:pt x="2507" y="4011"/>
                  </a:lnTo>
                  <a:lnTo>
                    <a:pt x="2366" y="3851"/>
                  </a:lnTo>
                  <a:lnTo>
                    <a:pt x="2226" y="3690"/>
                  </a:lnTo>
                  <a:lnTo>
                    <a:pt x="2086" y="3510"/>
                  </a:lnTo>
                  <a:lnTo>
                    <a:pt x="1985" y="3329"/>
                  </a:lnTo>
                  <a:lnTo>
                    <a:pt x="1885" y="3129"/>
                  </a:lnTo>
                  <a:lnTo>
                    <a:pt x="1805" y="2908"/>
                  </a:lnTo>
                  <a:lnTo>
                    <a:pt x="1725" y="2547"/>
                  </a:lnTo>
                  <a:lnTo>
                    <a:pt x="1705" y="2166"/>
                  </a:lnTo>
                  <a:lnTo>
                    <a:pt x="1685" y="1805"/>
                  </a:lnTo>
                  <a:lnTo>
                    <a:pt x="1725" y="1444"/>
                  </a:lnTo>
                  <a:lnTo>
                    <a:pt x="1785" y="1083"/>
                  </a:lnTo>
                  <a:lnTo>
                    <a:pt x="1845" y="702"/>
                  </a:lnTo>
                  <a:lnTo>
                    <a:pt x="1945" y="361"/>
                  </a:lnTo>
                  <a:lnTo>
                    <a:pt x="2046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5" name="Google Shape;6655;p31"/>
            <p:cNvSpPr/>
            <p:nvPr/>
          </p:nvSpPr>
          <p:spPr>
            <a:xfrm>
              <a:off x="9755600" y="3008638"/>
              <a:ext cx="230150" cy="154425"/>
            </a:xfrm>
            <a:custGeom>
              <a:avLst/>
              <a:gdLst/>
              <a:ahLst/>
              <a:cxnLst/>
              <a:rect l="l" t="t" r="r" b="b"/>
              <a:pathLst>
                <a:path w="9206" h="6177" fill="none" extrusionOk="0">
                  <a:moveTo>
                    <a:pt x="2046" y="0"/>
                  </a:moveTo>
                  <a:lnTo>
                    <a:pt x="140" y="0"/>
                  </a:lnTo>
                  <a:lnTo>
                    <a:pt x="140" y="0"/>
                  </a:lnTo>
                  <a:lnTo>
                    <a:pt x="120" y="100"/>
                  </a:lnTo>
                  <a:lnTo>
                    <a:pt x="60" y="421"/>
                  </a:lnTo>
                  <a:lnTo>
                    <a:pt x="20" y="882"/>
                  </a:lnTo>
                  <a:lnTo>
                    <a:pt x="0" y="1163"/>
                  </a:lnTo>
                  <a:lnTo>
                    <a:pt x="0" y="1484"/>
                  </a:lnTo>
                  <a:lnTo>
                    <a:pt x="0" y="1484"/>
                  </a:lnTo>
                  <a:lnTo>
                    <a:pt x="0" y="1845"/>
                  </a:lnTo>
                  <a:lnTo>
                    <a:pt x="40" y="2226"/>
                  </a:lnTo>
                  <a:lnTo>
                    <a:pt x="80" y="2607"/>
                  </a:lnTo>
                  <a:lnTo>
                    <a:pt x="181" y="3008"/>
                  </a:lnTo>
                  <a:lnTo>
                    <a:pt x="301" y="3409"/>
                  </a:lnTo>
                  <a:lnTo>
                    <a:pt x="461" y="3790"/>
                  </a:lnTo>
                  <a:lnTo>
                    <a:pt x="562" y="3971"/>
                  </a:lnTo>
                  <a:lnTo>
                    <a:pt x="682" y="4171"/>
                  </a:lnTo>
                  <a:lnTo>
                    <a:pt x="802" y="4332"/>
                  </a:lnTo>
                  <a:lnTo>
                    <a:pt x="923" y="4512"/>
                  </a:lnTo>
                  <a:lnTo>
                    <a:pt x="923" y="4512"/>
                  </a:lnTo>
                  <a:lnTo>
                    <a:pt x="1183" y="4793"/>
                  </a:lnTo>
                  <a:lnTo>
                    <a:pt x="1464" y="5054"/>
                  </a:lnTo>
                  <a:lnTo>
                    <a:pt x="1725" y="5274"/>
                  </a:lnTo>
                  <a:lnTo>
                    <a:pt x="1985" y="5455"/>
                  </a:lnTo>
                  <a:lnTo>
                    <a:pt x="2266" y="5615"/>
                  </a:lnTo>
                  <a:lnTo>
                    <a:pt x="2527" y="5756"/>
                  </a:lnTo>
                  <a:lnTo>
                    <a:pt x="2808" y="5876"/>
                  </a:lnTo>
                  <a:lnTo>
                    <a:pt x="3068" y="5956"/>
                  </a:lnTo>
                  <a:lnTo>
                    <a:pt x="3309" y="6036"/>
                  </a:lnTo>
                  <a:lnTo>
                    <a:pt x="3550" y="6077"/>
                  </a:lnTo>
                  <a:lnTo>
                    <a:pt x="4011" y="6157"/>
                  </a:lnTo>
                  <a:lnTo>
                    <a:pt x="4412" y="6177"/>
                  </a:lnTo>
                  <a:lnTo>
                    <a:pt x="4733" y="6177"/>
                  </a:lnTo>
                  <a:lnTo>
                    <a:pt x="4733" y="6177"/>
                  </a:lnTo>
                  <a:lnTo>
                    <a:pt x="4853" y="6177"/>
                  </a:lnTo>
                  <a:lnTo>
                    <a:pt x="4853" y="6177"/>
                  </a:lnTo>
                  <a:lnTo>
                    <a:pt x="4974" y="6177"/>
                  </a:lnTo>
                  <a:lnTo>
                    <a:pt x="4974" y="6177"/>
                  </a:lnTo>
                  <a:lnTo>
                    <a:pt x="5294" y="6177"/>
                  </a:lnTo>
                  <a:lnTo>
                    <a:pt x="5696" y="6157"/>
                  </a:lnTo>
                  <a:lnTo>
                    <a:pt x="6157" y="6077"/>
                  </a:lnTo>
                  <a:lnTo>
                    <a:pt x="6397" y="6036"/>
                  </a:lnTo>
                  <a:lnTo>
                    <a:pt x="6638" y="5956"/>
                  </a:lnTo>
                  <a:lnTo>
                    <a:pt x="6899" y="5876"/>
                  </a:lnTo>
                  <a:lnTo>
                    <a:pt x="7180" y="5756"/>
                  </a:lnTo>
                  <a:lnTo>
                    <a:pt x="7440" y="5615"/>
                  </a:lnTo>
                  <a:lnTo>
                    <a:pt x="7721" y="5455"/>
                  </a:lnTo>
                  <a:lnTo>
                    <a:pt x="7982" y="5274"/>
                  </a:lnTo>
                  <a:lnTo>
                    <a:pt x="8242" y="5054"/>
                  </a:lnTo>
                  <a:lnTo>
                    <a:pt x="8523" y="4793"/>
                  </a:lnTo>
                  <a:lnTo>
                    <a:pt x="8784" y="4512"/>
                  </a:lnTo>
                  <a:lnTo>
                    <a:pt x="8784" y="4512"/>
                  </a:lnTo>
                  <a:lnTo>
                    <a:pt x="9005" y="4191"/>
                  </a:lnTo>
                  <a:lnTo>
                    <a:pt x="9205" y="3871"/>
                  </a:lnTo>
                  <a:lnTo>
                    <a:pt x="9205" y="3871"/>
                  </a:lnTo>
                  <a:lnTo>
                    <a:pt x="8824" y="4131"/>
                  </a:lnTo>
                  <a:lnTo>
                    <a:pt x="8403" y="4352"/>
                  </a:lnTo>
                  <a:lnTo>
                    <a:pt x="7982" y="4552"/>
                  </a:lnTo>
                  <a:lnTo>
                    <a:pt x="7541" y="4693"/>
                  </a:lnTo>
                  <a:lnTo>
                    <a:pt x="7099" y="4813"/>
                  </a:lnTo>
                  <a:lnTo>
                    <a:pt x="6638" y="4913"/>
                  </a:lnTo>
                  <a:lnTo>
                    <a:pt x="6157" y="4954"/>
                  </a:lnTo>
                  <a:lnTo>
                    <a:pt x="5675" y="4974"/>
                  </a:lnTo>
                  <a:lnTo>
                    <a:pt x="5675" y="4974"/>
                  </a:lnTo>
                  <a:lnTo>
                    <a:pt x="5375" y="4974"/>
                  </a:lnTo>
                  <a:lnTo>
                    <a:pt x="5094" y="4954"/>
                  </a:lnTo>
                  <a:lnTo>
                    <a:pt x="4793" y="4913"/>
                  </a:lnTo>
                  <a:lnTo>
                    <a:pt x="4492" y="4873"/>
                  </a:lnTo>
                  <a:lnTo>
                    <a:pt x="4492" y="4873"/>
                  </a:lnTo>
                  <a:lnTo>
                    <a:pt x="4071" y="4773"/>
                  </a:lnTo>
                  <a:lnTo>
                    <a:pt x="3650" y="4653"/>
                  </a:lnTo>
                  <a:lnTo>
                    <a:pt x="3249" y="4472"/>
                  </a:lnTo>
                  <a:lnTo>
                    <a:pt x="3048" y="4372"/>
                  </a:lnTo>
                  <a:lnTo>
                    <a:pt x="2868" y="4272"/>
                  </a:lnTo>
                  <a:lnTo>
                    <a:pt x="2687" y="4151"/>
                  </a:lnTo>
                  <a:lnTo>
                    <a:pt x="2507" y="4011"/>
                  </a:lnTo>
                  <a:lnTo>
                    <a:pt x="2366" y="3851"/>
                  </a:lnTo>
                  <a:lnTo>
                    <a:pt x="2226" y="3690"/>
                  </a:lnTo>
                  <a:lnTo>
                    <a:pt x="2086" y="3510"/>
                  </a:lnTo>
                  <a:lnTo>
                    <a:pt x="1985" y="3329"/>
                  </a:lnTo>
                  <a:lnTo>
                    <a:pt x="1885" y="3129"/>
                  </a:lnTo>
                  <a:lnTo>
                    <a:pt x="1805" y="2908"/>
                  </a:lnTo>
                  <a:lnTo>
                    <a:pt x="1805" y="2908"/>
                  </a:lnTo>
                  <a:lnTo>
                    <a:pt x="1725" y="2547"/>
                  </a:lnTo>
                  <a:lnTo>
                    <a:pt x="1705" y="2166"/>
                  </a:lnTo>
                  <a:lnTo>
                    <a:pt x="1685" y="1805"/>
                  </a:lnTo>
                  <a:lnTo>
                    <a:pt x="1725" y="1444"/>
                  </a:lnTo>
                  <a:lnTo>
                    <a:pt x="1785" y="1083"/>
                  </a:lnTo>
                  <a:lnTo>
                    <a:pt x="1845" y="702"/>
                  </a:lnTo>
                  <a:lnTo>
                    <a:pt x="1945" y="361"/>
                  </a:lnTo>
                  <a:lnTo>
                    <a:pt x="2046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6" name="Google Shape;6656;p31"/>
            <p:cNvSpPr/>
            <p:nvPr/>
          </p:nvSpPr>
          <p:spPr>
            <a:xfrm>
              <a:off x="10051400" y="3285888"/>
              <a:ext cx="142900" cy="211600"/>
            </a:xfrm>
            <a:custGeom>
              <a:avLst/>
              <a:gdLst/>
              <a:ahLst/>
              <a:cxnLst/>
              <a:rect l="l" t="t" r="r" b="b"/>
              <a:pathLst>
                <a:path w="5716" h="8464" extrusionOk="0">
                  <a:moveTo>
                    <a:pt x="2607" y="0"/>
                  </a:moveTo>
                  <a:lnTo>
                    <a:pt x="2347" y="40"/>
                  </a:lnTo>
                  <a:lnTo>
                    <a:pt x="2106" y="100"/>
                  </a:lnTo>
                  <a:lnTo>
                    <a:pt x="1865" y="181"/>
                  </a:lnTo>
                  <a:lnTo>
                    <a:pt x="1625" y="281"/>
                  </a:lnTo>
                  <a:lnTo>
                    <a:pt x="1404" y="401"/>
                  </a:lnTo>
                  <a:lnTo>
                    <a:pt x="1203" y="522"/>
                  </a:lnTo>
                  <a:lnTo>
                    <a:pt x="1003" y="682"/>
                  </a:lnTo>
                  <a:lnTo>
                    <a:pt x="822" y="842"/>
                  </a:lnTo>
                  <a:lnTo>
                    <a:pt x="662" y="1023"/>
                  </a:lnTo>
                  <a:lnTo>
                    <a:pt x="522" y="1224"/>
                  </a:lnTo>
                  <a:lnTo>
                    <a:pt x="381" y="1424"/>
                  </a:lnTo>
                  <a:lnTo>
                    <a:pt x="281" y="1645"/>
                  </a:lnTo>
                  <a:lnTo>
                    <a:pt x="181" y="1885"/>
                  </a:lnTo>
                  <a:lnTo>
                    <a:pt x="100" y="2126"/>
                  </a:lnTo>
                  <a:lnTo>
                    <a:pt x="60" y="2367"/>
                  </a:lnTo>
                  <a:lnTo>
                    <a:pt x="20" y="2607"/>
                  </a:lnTo>
                  <a:lnTo>
                    <a:pt x="0" y="2848"/>
                  </a:lnTo>
                  <a:lnTo>
                    <a:pt x="0" y="5595"/>
                  </a:lnTo>
                  <a:lnTo>
                    <a:pt x="20" y="5896"/>
                  </a:lnTo>
                  <a:lnTo>
                    <a:pt x="60" y="6177"/>
                  </a:lnTo>
                  <a:lnTo>
                    <a:pt x="141" y="6458"/>
                  </a:lnTo>
                  <a:lnTo>
                    <a:pt x="241" y="6718"/>
                  </a:lnTo>
                  <a:lnTo>
                    <a:pt x="361" y="6959"/>
                  </a:lnTo>
                  <a:lnTo>
                    <a:pt x="502" y="7200"/>
                  </a:lnTo>
                  <a:lnTo>
                    <a:pt x="662" y="7420"/>
                  </a:lnTo>
                  <a:lnTo>
                    <a:pt x="842" y="7621"/>
                  </a:lnTo>
                  <a:lnTo>
                    <a:pt x="1103" y="7862"/>
                  </a:lnTo>
                  <a:lnTo>
                    <a:pt x="1404" y="8062"/>
                  </a:lnTo>
                  <a:lnTo>
                    <a:pt x="1705" y="8223"/>
                  </a:lnTo>
                  <a:lnTo>
                    <a:pt x="2046" y="8343"/>
                  </a:lnTo>
                  <a:lnTo>
                    <a:pt x="2246" y="8383"/>
                  </a:lnTo>
                  <a:lnTo>
                    <a:pt x="2447" y="8423"/>
                  </a:lnTo>
                  <a:lnTo>
                    <a:pt x="2647" y="8443"/>
                  </a:lnTo>
                  <a:lnTo>
                    <a:pt x="2868" y="8463"/>
                  </a:lnTo>
                  <a:lnTo>
                    <a:pt x="3149" y="8443"/>
                  </a:lnTo>
                  <a:lnTo>
                    <a:pt x="3430" y="8403"/>
                  </a:lnTo>
                  <a:lnTo>
                    <a:pt x="3710" y="8323"/>
                  </a:lnTo>
                  <a:lnTo>
                    <a:pt x="3971" y="8243"/>
                  </a:lnTo>
                  <a:lnTo>
                    <a:pt x="4212" y="8122"/>
                  </a:lnTo>
                  <a:lnTo>
                    <a:pt x="4452" y="7962"/>
                  </a:lnTo>
                  <a:lnTo>
                    <a:pt x="4673" y="7801"/>
                  </a:lnTo>
                  <a:lnTo>
                    <a:pt x="4873" y="7621"/>
                  </a:lnTo>
                  <a:lnTo>
                    <a:pt x="5054" y="7420"/>
                  </a:lnTo>
                  <a:lnTo>
                    <a:pt x="5234" y="7200"/>
                  </a:lnTo>
                  <a:lnTo>
                    <a:pt x="5375" y="6959"/>
                  </a:lnTo>
                  <a:lnTo>
                    <a:pt x="5495" y="6718"/>
                  </a:lnTo>
                  <a:lnTo>
                    <a:pt x="5595" y="6458"/>
                  </a:lnTo>
                  <a:lnTo>
                    <a:pt x="5656" y="6177"/>
                  </a:lnTo>
                  <a:lnTo>
                    <a:pt x="5696" y="5896"/>
                  </a:lnTo>
                  <a:lnTo>
                    <a:pt x="5716" y="5595"/>
                  </a:lnTo>
                  <a:lnTo>
                    <a:pt x="5716" y="2848"/>
                  </a:lnTo>
                  <a:lnTo>
                    <a:pt x="5696" y="2567"/>
                  </a:lnTo>
                  <a:lnTo>
                    <a:pt x="5656" y="2286"/>
                  </a:lnTo>
                  <a:lnTo>
                    <a:pt x="5595" y="2006"/>
                  </a:lnTo>
                  <a:lnTo>
                    <a:pt x="5495" y="1745"/>
                  </a:lnTo>
                  <a:lnTo>
                    <a:pt x="5375" y="1484"/>
                  </a:lnTo>
                  <a:lnTo>
                    <a:pt x="5234" y="1264"/>
                  </a:lnTo>
                  <a:lnTo>
                    <a:pt x="5054" y="1043"/>
                  </a:lnTo>
                  <a:lnTo>
                    <a:pt x="4873" y="842"/>
                  </a:lnTo>
                  <a:lnTo>
                    <a:pt x="4673" y="642"/>
                  </a:lnTo>
                  <a:lnTo>
                    <a:pt x="4452" y="482"/>
                  </a:lnTo>
                  <a:lnTo>
                    <a:pt x="4232" y="341"/>
                  </a:lnTo>
                  <a:lnTo>
                    <a:pt x="3971" y="221"/>
                  </a:lnTo>
                  <a:lnTo>
                    <a:pt x="3710" y="121"/>
                  </a:lnTo>
                  <a:lnTo>
                    <a:pt x="3430" y="60"/>
                  </a:lnTo>
                  <a:lnTo>
                    <a:pt x="3149" y="20"/>
                  </a:lnTo>
                  <a:lnTo>
                    <a:pt x="286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7" name="Google Shape;6657;p31"/>
            <p:cNvSpPr/>
            <p:nvPr/>
          </p:nvSpPr>
          <p:spPr>
            <a:xfrm>
              <a:off x="10051400" y="3285888"/>
              <a:ext cx="142900" cy="211600"/>
            </a:xfrm>
            <a:custGeom>
              <a:avLst/>
              <a:gdLst/>
              <a:ahLst/>
              <a:cxnLst/>
              <a:rect l="l" t="t" r="r" b="b"/>
              <a:pathLst>
                <a:path w="5716" h="8464" fill="none" extrusionOk="0">
                  <a:moveTo>
                    <a:pt x="5716" y="2848"/>
                  </a:moveTo>
                  <a:lnTo>
                    <a:pt x="5716" y="5595"/>
                  </a:lnTo>
                  <a:lnTo>
                    <a:pt x="5716" y="5595"/>
                  </a:lnTo>
                  <a:lnTo>
                    <a:pt x="5696" y="5896"/>
                  </a:lnTo>
                  <a:lnTo>
                    <a:pt x="5656" y="6177"/>
                  </a:lnTo>
                  <a:lnTo>
                    <a:pt x="5595" y="6458"/>
                  </a:lnTo>
                  <a:lnTo>
                    <a:pt x="5495" y="6718"/>
                  </a:lnTo>
                  <a:lnTo>
                    <a:pt x="5375" y="6959"/>
                  </a:lnTo>
                  <a:lnTo>
                    <a:pt x="5234" y="7200"/>
                  </a:lnTo>
                  <a:lnTo>
                    <a:pt x="5054" y="7420"/>
                  </a:lnTo>
                  <a:lnTo>
                    <a:pt x="4873" y="7621"/>
                  </a:lnTo>
                  <a:lnTo>
                    <a:pt x="4673" y="7801"/>
                  </a:lnTo>
                  <a:lnTo>
                    <a:pt x="4452" y="7962"/>
                  </a:lnTo>
                  <a:lnTo>
                    <a:pt x="4212" y="8122"/>
                  </a:lnTo>
                  <a:lnTo>
                    <a:pt x="3971" y="8243"/>
                  </a:lnTo>
                  <a:lnTo>
                    <a:pt x="3710" y="8323"/>
                  </a:lnTo>
                  <a:lnTo>
                    <a:pt x="3430" y="8403"/>
                  </a:lnTo>
                  <a:lnTo>
                    <a:pt x="3149" y="8443"/>
                  </a:lnTo>
                  <a:lnTo>
                    <a:pt x="2868" y="8463"/>
                  </a:lnTo>
                  <a:lnTo>
                    <a:pt x="2868" y="8463"/>
                  </a:lnTo>
                  <a:lnTo>
                    <a:pt x="2647" y="8443"/>
                  </a:lnTo>
                  <a:lnTo>
                    <a:pt x="2447" y="8423"/>
                  </a:lnTo>
                  <a:lnTo>
                    <a:pt x="2246" y="8383"/>
                  </a:lnTo>
                  <a:lnTo>
                    <a:pt x="2046" y="8343"/>
                  </a:lnTo>
                  <a:lnTo>
                    <a:pt x="2046" y="8343"/>
                  </a:lnTo>
                  <a:lnTo>
                    <a:pt x="1705" y="8223"/>
                  </a:lnTo>
                  <a:lnTo>
                    <a:pt x="1404" y="8062"/>
                  </a:lnTo>
                  <a:lnTo>
                    <a:pt x="1103" y="7862"/>
                  </a:lnTo>
                  <a:lnTo>
                    <a:pt x="842" y="7621"/>
                  </a:lnTo>
                  <a:lnTo>
                    <a:pt x="842" y="7621"/>
                  </a:lnTo>
                  <a:lnTo>
                    <a:pt x="662" y="7420"/>
                  </a:lnTo>
                  <a:lnTo>
                    <a:pt x="502" y="7200"/>
                  </a:lnTo>
                  <a:lnTo>
                    <a:pt x="361" y="6959"/>
                  </a:lnTo>
                  <a:lnTo>
                    <a:pt x="241" y="6718"/>
                  </a:lnTo>
                  <a:lnTo>
                    <a:pt x="141" y="6458"/>
                  </a:lnTo>
                  <a:lnTo>
                    <a:pt x="60" y="6177"/>
                  </a:lnTo>
                  <a:lnTo>
                    <a:pt x="20" y="5896"/>
                  </a:lnTo>
                  <a:lnTo>
                    <a:pt x="0" y="5595"/>
                  </a:lnTo>
                  <a:lnTo>
                    <a:pt x="0" y="2848"/>
                  </a:lnTo>
                  <a:lnTo>
                    <a:pt x="0" y="2848"/>
                  </a:lnTo>
                  <a:lnTo>
                    <a:pt x="20" y="2607"/>
                  </a:lnTo>
                  <a:lnTo>
                    <a:pt x="60" y="2367"/>
                  </a:lnTo>
                  <a:lnTo>
                    <a:pt x="60" y="2367"/>
                  </a:lnTo>
                  <a:lnTo>
                    <a:pt x="100" y="2126"/>
                  </a:lnTo>
                  <a:lnTo>
                    <a:pt x="181" y="1885"/>
                  </a:lnTo>
                  <a:lnTo>
                    <a:pt x="281" y="1645"/>
                  </a:lnTo>
                  <a:lnTo>
                    <a:pt x="381" y="1424"/>
                  </a:lnTo>
                  <a:lnTo>
                    <a:pt x="522" y="1224"/>
                  </a:lnTo>
                  <a:lnTo>
                    <a:pt x="662" y="1023"/>
                  </a:lnTo>
                  <a:lnTo>
                    <a:pt x="822" y="842"/>
                  </a:lnTo>
                  <a:lnTo>
                    <a:pt x="1003" y="682"/>
                  </a:lnTo>
                  <a:lnTo>
                    <a:pt x="1203" y="522"/>
                  </a:lnTo>
                  <a:lnTo>
                    <a:pt x="1404" y="401"/>
                  </a:lnTo>
                  <a:lnTo>
                    <a:pt x="1625" y="281"/>
                  </a:lnTo>
                  <a:lnTo>
                    <a:pt x="1865" y="181"/>
                  </a:lnTo>
                  <a:lnTo>
                    <a:pt x="2106" y="100"/>
                  </a:lnTo>
                  <a:lnTo>
                    <a:pt x="2347" y="40"/>
                  </a:lnTo>
                  <a:lnTo>
                    <a:pt x="2607" y="0"/>
                  </a:lnTo>
                  <a:lnTo>
                    <a:pt x="2868" y="0"/>
                  </a:lnTo>
                  <a:lnTo>
                    <a:pt x="2868" y="0"/>
                  </a:lnTo>
                  <a:lnTo>
                    <a:pt x="3149" y="20"/>
                  </a:lnTo>
                  <a:lnTo>
                    <a:pt x="3430" y="60"/>
                  </a:lnTo>
                  <a:lnTo>
                    <a:pt x="3710" y="121"/>
                  </a:lnTo>
                  <a:lnTo>
                    <a:pt x="3971" y="221"/>
                  </a:lnTo>
                  <a:lnTo>
                    <a:pt x="4232" y="341"/>
                  </a:lnTo>
                  <a:lnTo>
                    <a:pt x="4452" y="482"/>
                  </a:lnTo>
                  <a:lnTo>
                    <a:pt x="4673" y="642"/>
                  </a:lnTo>
                  <a:lnTo>
                    <a:pt x="4873" y="842"/>
                  </a:lnTo>
                  <a:lnTo>
                    <a:pt x="4873" y="842"/>
                  </a:lnTo>
                  <a:lnTo>
                    <a:pt x="5054" y="1043"/>
                  </a:lnTo>
                  <a:lnTo>
                    <a:pt x="5234" y="1264"/>
                  </a:lnTo>
                  <a:lnTo>
                    <a:pt x="5375" y="1484"/>
                  </a:lnTo>
                  <a:lnTo>
                    <a:pt x="5495" y="1745"/>
                  </a:lnTo>
                  <a:lnTo>
                    <a:pt x="5595" y="2006"/>
                  </a:lnTo>
                  <a:lnTo>
                    <a:pt x="5656" y="2286"/>
                  </a:lnTo>
                  <a:lnTo>
                    <a:pt x="5696" y="2567"/>
                  </a:lnTo>
                  <a:lnTo>
                    <a:pt x="5716" y="284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8" name="Google Shape;6658;p31"/>
            <p:cNvSpPr/>
            <p:nvPr/>
          </p:nvSpPr>
          <p:spPr>
            <a:xfrm>
              <a:off x="10052900" y="3285888"/>
              <a:ext cx="90275" cy="211600"/>
            </a:xfrm>
            <a:custGeom>
              <a:avLst/>
              <a:gdLst/>
              <a:ahLst/>
              <a:cxnLst/>
              <a:rect l="l" t="t" r="r" b="b"/>
              <a:pathLst>
                <a:path w="3611" h="8464" extrusionOk="0">
                  <a:moveTo>
                    <a:pt x="2547" y="0"/>
                  </a:moveTo>
                  <a:lnTo>
                    <a:pt x="2287" y="40"/>
                  </a:lnTo>
                  <a:lnTo>
                    <a:pt x="2046" y="100"/>
                  </a:lnTo>
                  <a:lnTo>
                    <a:pt x="1805" y="181"/>
                  </a:lnTo>
                  <a:lnTo>
                    <a:pt x="1565" y="281"/>
                  </a:lnTo>
                  <a:lnTo>
                    <a:pt x="1344" y="401"/>
                  </a:lnTo>
                  <a:lnTo>
                    <a:pt x="1143" y="522"/>
                  </a:lnTo>
                  <a:lnTo>
                    <a:pt x="943" y="682"/>
                  </a:lnTo>
                  <a:lnTo>
                    <a:pt x="762" y="842"/>
                  </a:lnTo>
                  <a:lnTo>
                    <a:pt x="602" y="1023"/>
                  </a:lnTo>
                  <a:lnTo>
                    <a:pt x="462" y="1224"/>
                  </a:lnTo>
                  <a:lnTo>
                    <a:pt x="321" y="1424"/>
                  </a:lnTo>
                  <a:lnTo>
                    <a:pt x="221" y="1645"/>
                  </a:lnTo>
                  <a:lnTo>
                    <a:pt x="121" y="1885"/>
                  </a:lnTo>
                  <a:lnTo>
                    <a:pt x="40" y="2126"/>
                  </a:lnTo>
                  <a:lnTo>
                    <a:pt x="0" y="2367"/>
                  </a:lnTo>
                  <a:lnTo>
                    <a:pt x="241" y="2347"/>
                  </a:lnTo>
                  <a:lnTo>
                    <a:pt x="421" y="2367"/>
                  </a:lnTo>
                  <a:lnTo>
                    <a:pt x="582" y="2387"/>
                  </a:lnTo>
                  <a:lnTo>
                    <a:pt x="722" y="2447"/>
                  </a:lnTo>
                  <a:lnTo>
                    <a:pt x="863" y="2507"/>
                  </a:lnTo>
                  <a:lnTo>
                    <a:pt x="1003" y="2607"/>
                  </a:lnTo>
                  <a:lnTo>
                    <a:pt x="1123" y="2708"/>
                  </a:lnTo>
                  <a:lnTo>
                    <a:pt x="1224" y="2828"/>
                  </a:lnTo>
                  <a:lnTo>
                    <a:pt x="1324" y="2968"/>
                  </a:lnTo>
                  <a:lnTo>
                    <a:pt x="1404" y="3129"/>
                  </a:lnTo>
                  <a:lnTo>
                    <a:pt x="1504" y="3289"/>
                  </a:lnTo>
                  <a:lnTo>
                    <a:pt x="1625" y="3630"/>
                  </a:lnTo>
                  <a:lnTo>
                    <a:pt x="1745" y="4031"/>
                  </a:lnTo>
                  <a:lnTo>
                    <a:pt x="1825" y="4452"/>
                  </a:lnTo>
                  <a:lnTo>
                    <a:pt x="1885" y="4894"/>
                  </a:lnTo>
                  <a:lnTo>
                    <a:pt x="1946" y="5335"/>
                  </a:lnTo>
                  <a:lnTo>
                    <a:pt x="1966" y="5776"/>
                  </a:lnTo>
                  <a:lnTo>
                    <a:pt x="1986" y="6197"/>
                  </a:lnTo>
                  <a:lnTo>
                    <a:pt x="2006" y="6979"/>
                  </a:lnTo>
                  <a:lnTo>
                    <a:pt x="2006" y="7621"/>
                  </a:lnTo>
                  <a:lnTo>
                    <a:pt x="2006" y="7942"/>
                  </a:lnTo>
                  <a:lnTo>
                    <a:pt x="1986" y="8343"/>
                  </a:lnTo>
                  <a:lnTo>
                    <a:pt x="2186" y="8383"/>
                  </a:lnTo>
                  <a:lnTo>
                    <a:pt x="2387" y="8423"/>
                  </a:lnTo>
                  <a:lnTo>
                    <a:pt x="2587" y="8443"/>
                  </a:lnTo>
                  <a:lnTo>
                    <a:pt x="2808" y="8463"/>
                  </a:lnTo>
                  <a:lnTo>
                    <a:pt x="3109" y="8443"/>
                  </a:lnTo>
                  <a:lnTo>
                    <a:pt x="3390" y="8403"/>
                  </a:lnTo>
                  <a:lnTo>
                    <a:pt x="3390" y="2006"/>
                  </a:lnTo>
                  <a:lnTo>
                    <a:pt x="3410" y="1524"/>
                  </a:lnTo>
                  <a:lnTo>
                    <a:pt x="3450" y="1043"/>
                  </a:lnTo>
                  <a:lnTo>
                    <a:pt x="3510" y="582"/>
                  </a:lnTo>
                  <a:lnTo>
                    <a:pt x="3610" y="121"/>
                  </a:lnTo>
                  <a:lnTo>
                    <a:pt x="3410" y="60"/>
                  </a:lnTo>
                  <a:lnTo>
                    <a:pt x="3209" y="20"/>
                  </a:lnTo>
                  <a:lnTo>
                    <a:pt x="3009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9" name="Google Shape;6659;p31"/>
            <p:cNvSpPr/>
            <p:nvPr/>
          </p:nvSpPr>
          <p:spPr>
            <a:xfrm>
              <a:off x="10052900" y="3285888"/>
              <a:ext cx="90275" cy="211600"/>
            </a:xfrm>
            <a:custGeom>
              <a:avLst/>
              <a:gdLst/>
              <a:ahLst/>
              <a:cxnLst/>
              <a:rect l="l" t="t" r="r" b="b"/>
              <a:pathLst>
                <a:path w="3611" h="8464" fill="none" extrusionOk="0">
                  <a:moveTo>
                    <a:pt x="2808" y="0"/>
                  </a:moveTo>
                  <a:lnTo>
                    <a:pt x="2808" y="0"/>
                  </a:lnTo>
                  <a:lnTo>
                    <a:pt x="2547" y="0"/>
                  </a:lnTo>
                  <a:lnTo>
                    <a:pt x="2287" y="40"/>
                  </a:lnTo>
                  <a:lnTo>
                    <a:pt x="2046" y="100"/>
                  </a:lnTo>
                  <a:lnTo>
                    <a:pt x="1805" y="181"/>
                  </a:lnTo>
                  <a:lnTo>
                    <a:pt x="1565" y="281"/>
                  </a:lnTo>
                  <a:lnTo>
                    <a:pt x="1344" y="401"/>
                  </a:lnTo>
                  <a:lnTo>
                    <a:pt x="1143" y="522"/>
                  </a:lnTo>
                  <a:lnTo>
                    <a:pt x="943" y="682"/>
                  </a:lnTo>
                  <a:lnTo>
                    <a:pt x="762" y="842"/>
                  </a:lnTo>
                  <a:lnTo>
                    <a:pt x="602" y="1023"/>
                  </a:lnTo>
                  <a:lnTo>
                    <a:pt x="462" y="1224"/>
                  </a:lnTo>
                  <a:lnTo>
                    <a:pt x="321" y="1424"/>
                  </a:lnTo>
                  <a:lnTo>
                    <a:pt x="221" y="1645"/>
                  </a:lnTo>
                  <a:lnTo>
                    <a:pt x="121" y="1885"/>
                  </a:lnTo>
                  <a:lnTo>
                    <a:pt x="40" y="2126"/>
                  </a:lnTo>
                  <a:lnTo>
                    <a:pt x="0" y="2367"/>
                  </a:lnTo>
                  <a:lnTo>
                    <a:pt x="0" y="2367"/>
                  </a:lnTo>
                  <a:lnTo>
                    <a:pt x="241" y="2347"/>
                  </a:lnTo>
                  <a:lnTo>
                    <a:pt x="241" y="2347"/>
                  </a:lnTo>
                  <a:lnTo>
                    <a:pt x="421" y="2367"/>
                  </a:lnTo>
                  <a:lnTo>
                    <a:pt x="582" y="2387"/>
                  </a:lnTo>
                  <a:lnTo>
                    <a:pt x="722" y="2447"/>
                  </a:lnTo>
                  <a:lnTo>
                    <a:pt x="863" y="2507"/>
                  </a:lnTo>
                  <a:lnTo>
                    <a:pt x="1003" y="2607"/>
                  </a:lnTo>
                  <a:lnTo>
                    <a:pt x="1123" y="2708"/>
                  </a:lnTo>
                  <a:lnTo>
                    <a:pt x="1224" y="2828"/>
                  </a:lnTo>
                  <a:lnTo>
                    <a:pt x="1324" y="2968"/>
                  </a:lnTo>
                  <a:lnTo>
                    <a:pt x="1404" y="3129"/>
                  </a:lnTo>
                  <a:lnTo>
                    <a:pt x="1504" y="3289"/>
                  </a:lnTo>
                  <a:lnTo>
                    <a:pt x="1625" y="3630"/>
                  </a:lnTo>
                  <a:lnTo>
                    <a:pt x="1745" y="4031"/>
                  </a:lnTo>
                  <a:lnTo>
                    <a:pt x="1825" y="4452"/>
                  </a:lnTo>
                  <a:lnTo>
                    <a:pt x="1885" y="4894"/>
                  </a:lnTo>
                  <a:lnTo>
                    <a:pt x="1946" y="5335"/>
                  </a:lnTo>
                  <a:lnTo>
                    <a:pt x="1966" y="5776"/>
                  </a:lnTo>
                  <a:lnTo>
                    <a:pt x="1986" y="6197"/>
                  </a:lnTo>
                  <a:lnTo>
                    <a:pt x="2006" y="6979"/>
                  </a:lnTo>
                  <a:lnTo>
                    <a:pt x="2006" y="7621"/>
                  </a:lnTo>
                  <a:lnTo>
                    <a:pt x="2006" y="7621"/>
                  </a:lnTo>
                  <a:lnTo>
                    <a:pt x="2006" y="7942"/>
                  </a:lnTo>
                  <a:lnTo>
                    <a:pt x="1986" y="8343"/>
                  </a:lnTo>
                  <a:lnTo>
                    <a:pt x="1986" y="8343"/>
                  </a:lnTo>
                  <a:lnTo>
                    <a:pt x="2186" y="8383"/>
                  </a:lnTo>
                  <a:lnTo>
                    <a:pt x="2387" y="8423"/>
                  </a:lnTo>
                  <a:lnTo>
                    <a:pt x="2587" y="8443"/>
                  </a:lnTo>
                  <a:lnTo>
                    <a:pt x="2808" y="8463"/>
                  </a:lnTo>
                  <a:lnTo>
                    <a:pt x="2808" y="8463"/>
                  </a:lnTo>
                  <a:lnTo>
                    <a:pt x="3109" y="8443"/>
                  </a:lnTo>
                  <a:lnTo>
                    <a:pt x="3390" y="8403"/>
                  </a:lnTo>
                  <a:lnTo>
                    <a:pt x="3390" y="2006"/>
                  </a:lnTo>
                  <a:lnTo>
                    <a:pt x="3390" y="2006"/>
                  </a:lnTo>
                  <a:lnTo>
                    <a:pt x="3390" y="2006"/>
                  </a:lnTo>
                  <a:lnTo>
                    <a:pt x="3410" y="1524"/>
                  </a:lnTo>
                  <a:lnTo>
                    <a:pt x="3450" y="1043"/>
                  </a:lnTo>
                  <a:lnTo>
                    <a:pt x="3510" y="582"/>
                  </a:lnTo>
                  <a:lnTo>
                    <a:pt x="3610" y="121"/>
                  </a:lnTo>
                  <a:lnTo>
                    <a:pt x="3610" y="121"/>
                  </a:lnTo>
                  <a:lnTo>
                    <a:pt x="3410" y="60"/>
                  </a:lnTo>
                  <a:lnTo>
                    <a:pt x="3209" y="20"/>
                  </a:lnTo>
                  <a:lnTo>
                    <a:pt x="3009" y="0"/>
                  </a:lnTo>
                  <a:lnTo>
                    <a:pt x="2808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0" name="Google Shape;6660;p31"/>
            <p:cNvSpPr/>
            <p:nvPr/>
          </p:nvSpPr>
          <p:spPr>
            <a:xfrm>
              <a:off x="10509125" y="2553388"/>
              <a:ext cx="265250" cy="142925"/>
            </a:xfrm>
            <a:custGeom>
              <a:avLst/>
              <a:gdLst/>
              <a:ahLst/>
              <a:cxnLst/>
              <a:rect l="l" t="t" r="r" b="b"/>
              <a:pathLst>
                <a:path w="10610" h="5717" extrusionOk="0">
                  <a:moveTo>
                    <a:pt x="2849" y="0"/>
                  </a:moveTo>
                  <a:lnTo>
                    <a:pt x="2568" y="21"/>
                  </a:lnTo>
                  <a:lnTo>
                    <a:pt x="2267" y="61"/>
                  </a:lnTo>
                  <a:lnTo>
                    <a:pt x="2006" y="121"/>
                  </a:lnTo>
                  <a:lnTo>
                    <a:pt x="1746" y="221"/>
                  </a:lnTo>
                  <a:lnTo>
                    <a:pt x="1485" y="341"/>
                  </a:lnTo>
                  <a:lnTo>
                    <a:pt x="1244" y="482"/>
                  </a:lnTo>
                  <a:lnTo>
                    <a:pt x="1024" y="642"/>
                  </a:lnTo>
                  <a:lnTo>
                    <a:pt x="823" y="843"/>
                  </a:lnTo>
                  <a:lnTo>
                    <a:pt x="643" y="1043"/>
                  </a:lnTo>
                  <a:lnTo>
                    <a:pt x="482" y="1264"/>
                  </a:lnTo>
                  <a:lnTo>
                    <a:pt x="342" y="1505"/>
                  </a:lnTo>
                  <a:lnTo>
                    <a:pt x="222" y="1745"/>
                  </a:lnTo>
                  <a:lnTo>
                    <a:pt x="121" y="2006"/>
                  </a:lnTo>
                  <a:lnTo>
                    <a:pt x="41" y="2287"/>
                  </a:lnTo>
                  <a:lnTo>
                    <a:pt x="1" y="2567"/>
                  </a:lnTo>
                  <a:lnTo>
                    <a:pt x="1" y="2848"/>
                  </a:lnTo>
                  <a:lnTo>
                    <a:pt x="1" y="3149"/>
                  </a:lnTo>
                  <a:lnTo>
                    <a:pt x="61" y="3430"/>
                  </a:lnTo>
                  <a:lnTo>
                    <a:pt x="121" y="3711"/>
                  </a:lnTo>
                  <a:lnTo>
                    <a:pt x="222" y="3971"/>
                  </a:lnTo>
                  <a:lnTo>
                    <a:pt x="342" y="4212"/>
                  </a:lnTo>
                  <a:lnTo>
                    <a:pt x="482" y="4453"/>
                  </a:lnTo>
                  <a:lnTo>
                    <a:pt x="643" y="4673"/>
                  </a:lnTo>
                  <a:lnTo>
                    <a:pt x="823" y="4874"/>
                  </a:lnTo>
                  <a:lnTo>
                    <a:pt x="1024" y="5054"/>
                  </a:lnTo>
                  <a:lnTo>
                    <a:pt x="1244" y="5215"/>
                  </a:lnTo>
                  <a:lnTo>
                    <a:pt x="1485" y="5375"/>
                  </a:lnTo>
                  <a:lnTo>
                    <a:pt x="1746" y="5495"/>
                  </a:lnTo>
                  <a:lnTo>
                    <a:pt x="2006" y="5576"/>
                  </a:lnTo>
                  <a:lnTo>
                    <a:pt x="2267" y="5656"/>
                  </a:lnTo>
                  <a:lnTo>
                    <a:pt x="2548" y="5696"/>
                  </a:lnTo>
                  <a:lnTo>
                    <a:pt x="2849" y="5716"/>
                  </a:lnTo>
                  <a:lnTo>
                    <a:pt x="7742" y="5716"/>
                  </a:lnTo>
                  <a:lnTo>
                    <a:pt x="8043" y="5696"/>
                  </a:lnTo>
                  <a:lnTo>
                    <a:pt x="8324" y="5656"/>
                  </a:lnTo>
                  <a:lnTo>
                    <a:pt x="8604" y="5576"/>
                  </a:lnTo>
                  <a:lnTo>
                    <a:pt x="8865" y="5495"/>
                  </a:lnTo>
                  <a:lnTo>
                    <a:pt x="9106" y="5375"/>
                  </a:lnTo>
                  <a:lnTo>
                    <a:pt x="9346" y="5215"/>
                  </a:lnTo>
                  <a:lnTo>
                    <a:pt x="9567" y="5054"/>
                  </a:lnTo>
                  <a:lnTo>
                    <a:pt x="9767" y="4874"/>
                  </a:lnTo>
                  <a:lnTo>
                    <a:pt x="9888" y="4733"/>
                  </a:lnTo>
                  <a:lnTo>
                    <a:pt x="10048" y="4553"/>
                  </a:lnTo>
                  <a:lnTo>
                    <a:pt x="10189" y="4332"/>
                  </a:lnTo>
                  <a:lnTo>
                    <a:pt x="10309" y="4112"/>
                  </a:lnTo>
                  <a:lnTo>
                    <a:pt x="10409" y="3871"/>
                  </a:lnTo>
                  <a:lnTo>
                    <a:pt x="10489" y="3630"/>
                  </a:lnTo>
                  <a:lnTo>
                    <a:pt x="10550" y="3390"/>
                  </a:lnTo>
                  <a:lnTo>
                    <a:pt x="10590" y="3129"/>
                  </a:lnTo>
                  <a:lnTo>
                    <a:pt x="10610" y="2848"/>
                  </a:lnTo>
                  <a:lnTo>
                    <a:pt x="10590" y="2567"/>
                  </a:lnTo>
                  <a:lnTo>
                    <a:pt x="10550" y="2287"/>
                  </a:lnTo>
                  <a:lnTo>
                    <a:pt x="10469" y="2006"/>
                  </a:lnTo>
                  <a:lnTo>
                    <a:pt x="10369" y="1745"/>
                  </a:lnTo>
                  <a:lnTo>
                    <a:pt x="10249" y="1505"/>
                  </a:lnTo>
                  <a:lnTo>
                    <a:pt x="10108" y="1264"/>
                  </a:lnTo>
                  <a:lnTo>
                    <a:pt x="9948" y="1043"/>
                  </a:lnTo>
                  <a:lnTo>
                    <a:pt x="9767" y="843"/>
                  </a:lnTo>
                  <a:lnTo>
                    <a:pt x="9567" y="662"/>
                  </a:lnTo>
                  <a:lnTo>
                    <a:pt x="9346" y="482"/>
                  </a:lnTo>
                  <a:lnTo>
                    <a:pt x="9106" y="341"/>
                  </a:lnTo>
                  <a:lnTo>
                    <a:pt x="8865" y="221"/>
                  </a:lnTo>
                  <a:lnTo>
                    <a:pt x="8604" y="121"/>
                  </a:lnTo>
                  <a:lnTo>
                    <a:pt x="8324" y="61"/>
                  </a:lnTo>
                  <a:lnTo>
                    <a:pt x="8043" y="21"/>
                  </a:lnTo>
                  <a:lnTo>
                    <a:pt x="774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1" name="Google Shape;6661;p31"/>
            <p:cNvSpPr/>
            <p:nvPr/>
          </p:nvSpPr>
          <p:spPr>
            <a:xfrm>
              <a:off x="10509125" y="2553388"/>
              <a:ext cx="265250" cy="142925"/>
            </a:xfrm>
            <a:custGeom>
              <a:avLst/>
              <a:gdLst/>
              <a:ahLst/>
              <a:cxnLst/>
              <a:rect l="l" t="t" r="r" b="b"/>
              <a:pathLst>
                <a:path w="10610" h="5717" fill="none" extrusionOk="0">
                  <a:moveTo>
                    <a:pt x="10610" y="2848"/>
                  </a:moveTo>
                  <a:lnTo>
                    <a:pt x="10610" y="2848"/>
                  </a:lnTo>
                  <a:lnTo>
                    <a:pt x="10590" y="3129"/>
                  </a:lnTo>
                  <a:lnTo>
                    <a:pt x="10550" y="3390"/>
                  </a:lnTo>
                  <a:lnTo>
                    <a:pt x="10489" y="3630"/>
                  </a:lnTo>
                  <a:lnTo>
                    <a:pt x="10409" y="3871"/>
                  </a:lnTo>
                  <a:lnTo>
                    <a:pt x="10309" y="4112"/>
                  </a:lnTo>
                  <a:lnTo>
                    <a:pt x="10189" y="4332"/>
                  </a:lnTo>
                  <a:lnTo>
                    <a:pt x="10048" y="4553"/>
                  </a:lnTo>
                  <a:lnTo>
                    <a:pt x="9888" y="4733"/>
                  </a:lnTo>
                  <a:lnTo>
                    <a:pt x="9888" y="4733"/>
                  </a:lnTo>
                  <a:lnTo>
                    <a:pt x="9767" y="4874"/>
                  </a:lnTo>
                  <a:lnTo>
                    <a:pt x="9767" y="4874"/>
                  </a:lnTo>
                  <a:lnTo>
                    <a:pt x="9567" y="5054"/>
                  </a:lnTo>
                  <a:lnTo>
                    <a:pt x="9346" y="5215"/>
                  </a:lnTo>
                  <a:lnTo>
                    <a:pt x="9106" y="5375"/>
                  </a:lnTo>
                  <a:lnTo>
                    <a:pt x="8865" y="5495"/>
                  </a:lnTo>
                  <a:lnTo>
                    <a:pt x="8604" y="5576"/>
                  </a:lnTo>
                  <a:lnTo>
                    <a:pt x="8324" y="5656"/>
                  </a:lnTo>
                  <a:lnTo>
                    <a:pt x="8043" y="5696"/>
                  </a:lnTo>
                  <a:lnTo>
                    <a:pt x="7742" y="5716"/>
                  </a:lnTo>
                  <a:lnTo>
                    <a:pt x="2849" y="5716"/>
                  </a:lnTo>
                  <a:lnTo>
                    <a:pt x="2849" y="5716"/>
                  </a:lnTo>
                  <a:lnTo>
                    <a:pt x="2548" y="5696"/>
                  </a:lnTo>
                  <a:lnTo>
                    <a:pt x="2267" y="5656"/>
                  </a:lnTo>
                  <a:lnTo>
                    <a:pt x="2006" y="5576"/>
                  </a:lnTo>
                  <a:lnTo>
                    <a:pt x="1746" y="5495"/>
                  </a:lnTo>
                  <a:lnTo>
                    <a:pt x="1485" y="5375"/>
                  </a:lnTo>
                  <a:lnTo>
                    <a:pt x="1244" y="5215"/>
                  </a:lnTo>
                  <a:lnTo>
                    <a:pt x="1024" y="5054"/>
                  </a:lnTo>
                  <a:lnTo>
                    <a:pt x="823" y="4874"/>
                  </a:lnTo>
                  <a:lnTo>
                    <a:pt x="643" y="4673"/>
                  </a:lnTo>
                  <a:lnTo>
                    <a:pt x="482" y="4453"/>
                  </a:lnTo>
                  <a:lnTo>
                    <a:pt x="342" y="4212"/>
                  </a:lnTo>
                  <a:lnTo>
                    <a:pt x="222" y="3971"/>
                  </a:lnTo>
                  <a:lnTo>
                    <a:pt x="121" y="3711"/>
                  </a:lnTo>
                  <a:lnTo>
                    <a:pt x="61" y="3430"/>
                  </a:lnTo>
                  <a:lnTo>
                    <a:pt x="1" y="3149"/>
                  </a:lnTo>
                  <a:lnTo>
                    <a:pt x="1" y="2848"/>
                  </a:lnTo>
                  <a:lnTo>
                    <a:pt x="1" y="2848"/>
                  </a:lnTo>
                  <a:lnTo>
                    <a:pt x="1" y="2567"/>
                  </a:lnTo>
                  <a:lnTo>
                    <a:pt x="41" y="2287"/>
                  </a:lnTo>
                  <a:lnTo>
                    <a:pt x="121" y="2006"/>
                  </a:lnTo>
                  <a:lnTo>
                    <a:pt x="222" y="1745"/>
                  </a:lnTo>
                  <a:lnTo>
                    <a:pt x="342" y="1505"/>
                  </a:lnTo>
                  <a:lnTo>
                    <a:pt x="482" y="1264"/>
                  </a:lnTo>
                  <a:lnTo>
                    <a:pt x="643" y="1043"/>
                  </a:lnTo>
                  <a:lnTo>
                    <a:pt x="823" y="843"/>
                  </a:lnTo>
                  <a:lnTo>
                    <a:pt x="823" y="843"/>
                  </a:lnTo>
                  <a:lnTo>
                    <a:pt x="1024" y="642"/>
                  </a:lnTo>
                  <a:lnTo>
                    <a:pt x="1244" y="482"/>
                  </a:lnTo>
                  <a:lnTo>
                    <a:pt x="1485" y="341"/>
                  </a:lnTo>
                  <a:lnTo>
                    <a:pt x="1746" y="221"/>
                  </a:lnTo>
                  <a:lnTo>
                    <a:pt x="2006" y="121"/>
                  </a:lnTo>
                  <a:lnTo>
                    <a:pt x="2267" y="61"/>
                  </a:lnTo>
                  <a:lnTo>
                    <a:pt x="2568" y="21"/>
                  </a:lnTo>
                  <a:lnTo>
                    <a:pt x="2849" y="0"/>
                  </a:lnTo>
                  <a:lnTo>
                    <a:pt x="7742" y="0"/>
                  </a:lnTo>
                  <a:lnTo>
                    <a:pt x="7742" y="0"/>
                  </a:lnTo>
                  <a:lnTo>
                    <a:pt x="8043" y="21"/>
                  </a:lnTo>
                  <a:lnTo>
                    <a:pt x="8324" y="61"/>
                  </a:lnTo>
                  <a:lnTo>
                    <a:pt x="8604" y="121"/>
                  </a:lnTo>
                  <a:lnTo>
                    <a:pt x="8865" y="221"/>
                  </a:lnTo>
                  <a:lnTo>
                    <a:pt x="9106" y="341"/>
                  </a:lnTo>
                  <a:lnTo>
                    <a:pt x="9346" y="482"/>
                  </a:lnTo>
                  <a:lnTo>
                    <a:pt x="9567" y="662"/>
                  </a:lnTo>
                  <a:lnTo>
                    <a:pt x="9767" y="843"/>
                  </a:lnTo>
                  <a:lnTo>
                    <a:pt x="9948" y="1043"/>
                  </a:lnTo>
                  <a:lnTo>
                    <a:pt x="10108" y="1264"/>
                  </a:lnTo>
                  <a:lnTo>
                    <a:pt x="10249" y="1505"/>
                  </a:lnTo>
                  <a:lnTo>
                    <a:pt x="10369" y="1745"/>
                  </a:lnTo>
                  <a:lnTo>
                    <a:pt x="10469" y="2006"/>
                  </a:lnTo>
                  <a:lnTo>
                    <a:pt x="10550" y="2287"/>
                  </a:lnTo>
                  <a:lnTo>
                    <a:pt x="10590" y="2567"/>
                  </a:lnTo>
                  <a:lnTo>
                    <a:pt x="10610" y="284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2" name="Google Shape;6662;p31"/>
            <p:cNvSpPr/>
            <p:nvPr/>
          </p:nvSpPr>
          <p:spPr>
            <a:xfrm>
              <a:off x="10509125" y="2553388"/>
              <a:ext cx="97300" cy="97800"/>
            </a:xfrm>
            <a:custGeom>
              <a:avLst/>
              <a:gdLst/>
              <a:ahLst/>
              <a:cxnLst/>
              <a:rect l="l" t="t" r="r" b="b"/>
              <a:pathLst>
                <a:path w="3892" h="3912" extrusionOk="0">
                  <a:moveTo>
                    <a:pt x="2849" y="0"/>
                  </a:moveTo>
                  <a:lnTo>
                    <a:pt x="2568" y="21"/>
                  </a:lnTo>
                  <a:lnTo>
                    <a:pt x="2267" y="61"/>
                  </a:lnTo>
                  <a:lnTo>
                    <a:pt x="2006" y="121"/>
                  </a:lnTo>
                  <a:lnTo>
                    <a:pt x="1746" y="221"/>
                  </a:lnTo>
                  <a:lnTo>
                    <a:pt x="1485" y="341"/>
                  </a:lnTo>
                  <a:lnTo>
                    <a:pt x="1244" y="482"/>
                  </a:lnTo>
                  <a:lnTo>
                    <a:pt x="1024" y="642"/>
                  </a:lnTo>
                  <a:lnTo>
                    <a:pt x="823" y="843"/>
                  </a:lnTo>
                  <a:lnTo>
                    <a:pt x="643" y="1043"/>
                  </a:lnTo>
                  <a:lnTo>
                    <a:pt x="482" y="1264"/>
                  </a:lnTo>
                  <a:lnTo>
                    <a:pt x="342" y="1505"/>
                  </a:lnTo>
                  <a:lnTo>
                    <a:pt x="222" y="1745"/>
                  </a:lnTo>
                  <a:lnTo>
                    <a:pt x="121" y="2006"/>
                  </a:lnTo>
                  <a:lnTo>
                    <a:pt x="41" y="2287"/>
                  </a:lnTo>
                  <a:lnTo>
                    <a:pt x="1" y="2567"/>
                  </a:lnTo>
                  <a:lnTo>
                    <a:pt x="1" y="2848"/>
                  </a:lnTo>
                  <a:lnTo>
                    <a:pt x="1" y="3129"/>
                  </a:lnTo>
                  <a:lnTo>
                    <a:pt x="41" y="3390"/>
                  </a:lnTo>
                  <a:lnTo>
                    <a:pt x="101" y="3650"/>
                  </a:lnTo>
                  <a:lnTo>
                    <a:pt x="201" y="3911"/>
                  </a:lnTo>
                  <a:lnTo>
                    <a:pt x="2889" y="3911"/>
                  </a:lnTo>
                  <a:lnTo>
                    <a:pt x="2768" y="3670"/>
                  </a:lnTo>
                  <a:lnTo>
                    <a:pt x="2688" y="3430"/>
                  </a:lnTo>
                  <a:lnTo>
                    <a:pt x="2628" y="3169"/>
                  </a:lnTo>
                  <a:lnTo>
                    <a:pt x="2608" y="2908"/>
                  </a:lnTo>
                  <a:lnTo>
                    <a:pt x="2608" y="2648"/>
                  </a:lnTo>
                  <a:lnTo>
                    <a:pt x="2648" y="2367"/>
                  </a:lnTo>
                  <a:lnTo>
                    <a:pt x="2688" y="2106"/>
                  </a:lnTo>
                  <a:lnTo>
                    <a:pt x="2748" y="1866"/>
                  </a:lnTo>
                  <a:lnTo>
                    <a:pt x="2829" y="1605"/>
                  </a:lnTo>
                  <a:lnTo>
                    <a:pt x="2929" y="1344"/>
                  </a:lnTo>
                  <a:lnTo>
                    <a:pt x="3049" y="1083"/>
                  </a:lnTo>
                  <a:lnTo>
                    <a:pt x="3190" y="843"/>
                  </a:lnTo>
                  <a:lnTo>
                    <a:pt x="3350" y="622"/>
                  </a:lnTo>
                  <a:lnTo>
                    <a:pt x="3510" y="402"/>
                  </a:lnTo>
                  <a:lnTo>
                    <a:pt x="3711" y="201"/>
                  </a:lnTo>
                  <a:lnTo>
                    <a:pt x="3892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3" name="Google Shape;6663;p31"/>
            <p:cNvSpPr/>
            <p:nvPr/>
          </p:nvSpPr>
          <p:spPr>
            <a:xfrm>
              <a:off x="10509125" y="2553388"/>
              <a:ext cx="97300" cy="97800"/>
            </a:xfrm>
            <a:custGeom>
              <a:avLst/>
              <a:gdLst/>
              <a:ahLst/>
              <a:cxnLst/>
              <a:rect l="l" t="t" r="r" b="b"/>
              <a:pathLst>
                <a:path w="3892" h="3912" fill="none" extrusionOk="0">
                  <a:moveTo>
                    <a:pt x="3892" y="0"/>
                  </a:moveTo>
                  <a:lnTo>
                    <a:pt x="2849" y="0"/>
                  </a:lnTo>
                  <a:lnTo>
                    <a:pt x="2849" y="0"/>
                  </a:lnTo>
                  <a:lnTo>
                    <a:pt x="2568" y="21"/>
                  </a:lnTo>
                  <a:lnTo>
                    <a:pt x="2267" y="61"/>
                  </a:lnTo>
                  <a:lnTo>
                    <a:pt x="2006" y="121"/>
                  </a:lnTo>
                  <a:lnTo>
                    <a:pt x="1746" y="221"/>
                  </a:lnTo>
                  <a:lnTo>
                    <a:pt x="1485" y="341"/>
                  </a:lnTo>
                  <a:lnTo>
                    <a:pt x="1244" y="482"/>
                  </a:lnTo>
                  <a:lnTo>
                    <a:pt x="1024" y="642"/>
                  </a:lnTo>
                  <a:lnTo>
                    <a:pt x="823" y="843"/>
                  </a:lnTo>
                  <a:lnTo>
                    <a:pt x="823" y="843"/>
                  </a:lnTo>
                  <a:lnTo>
                    <a:pt x="643" y="1043"/>
                  </a:lnTo>
                  <a:lnTo>
                    <a:pt x="482" y="1264"/>
                  </a:lnTo>
                  <a:lnTo>
                    <a:pt x="342" y="1505"/>
                  </a:lnTo>
                  <a:lnTo>
                    <a:pt x="222" y="1745"/>
                  </a:lnTo>
                  <a:lnTo>
                    <a:pt x="121" y="2006"/>
                  </a:lnTo>
                  <a:lnTo>
                    <a:pt x="41" y="2287"/>
                  </a:lnTo>
                  <a:lnTo>
                    <a:pt x="1" y="2567"/>
                  </a:lnTo>
                  <a:lnTo>
                    <a:pt x="1" y="2848"/>
                  </a:lnTo>
                  <a:lnTo>
                    <a:pt x="1" y="2848"/>
                  </a:lnTo>
                  <a:lnTo>
                    <a:pt x="1" y="3129"/>
                  </a:lnTo>
                  <a:lnTo>
                    <a:pt x="41" y="3390"/>
                  </a:lnTo>
                  <a:lnTo>
                    <a:pt x="101" y="3650"/>
                  </a:lnTo>
                  <a:lnTo>
                    <a:pt x="201" y="3911"/>
                  </a:lnTo>
                  <a:lnTo>
                    <a:pt x="2889" y="3911"/>
                  </a:lnTo>
                  <a:lnTo>
                    <a:pt x="2889" y="3911"/>
                  </a:lnTo>
                  <a:lnTo>
                    <a:pt x="2768" y="3670"/>
                  </a:lnTo>
                  <a:lnTo>
                    <a:pt x="2688" y="3430"/>
                  </a:lnTo>
                  <a:lnTo>
                    <a:pt x="2628" y="3169"/>
                  </a:lnTo>
                  <a:lnTo>
                    <a:pt x="2608" y="2908"/>
                  </a:lnTo>
                  <a:lnTo>
                    <a:pt x="2608" y="2648"/>
                  </a:lnTo>
                  <a:lnTo>
                    <a:pt x="2648" y="2367"/>
                  </a:lnTo>
                  <a:lnTo>
                    <a:pt x="2688" y="2106"/>
                  </a:lnTo>
                  <a:lnTo>
                    <a:pt x="2748" y="1866"/>
                  </a:lnTo>
                  <a:lnTo>
                    <a:pt x="2748" y="1866"/>
                  </a:lnTo>
                  <a:lnTo>
                    <a:pt x="2829" y="1605"/>
                  </a:lnTo>
                  <a:lnTo>
                    <a:pt x="2929" y="1344"/>
                  </a:lnTo>
                  <a:lnTo>
                    <a:pt x="3049" y="1083"/>
                  </a:lnTo>
                  <a:lnTo>
                    <a:pt x="3190" y="843"/>
                  </a:lnTo>
                  <a:lnTo>
                    <a:pt x="3350" y="622"/>
                  </a:lnTo>
                  <a:lnTo>
                    <a:pt x="3510" y="402"/>
                  </a:lnTo>
                  <a:lnTo>
                    <a:pt x="3711" y="201"/>
                  </a:lnTo>
                  <a:lnTo>
                    <a:pt x="389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4" name="Google Shape;6664;p31"/>
            <p:cNvSpPr/>
            <p:nvPr/>
          </p:nvSpPr>
          <p:spPr>
            <a:xfrm>
              <a:off x="10710175" y="2566413"/>
              <a:ext cx="43150" cy="46650"/>
            </a:xfrm>
            <a:custGeom>
              <a:avLst/>
              <a:gdLst/>
              <a:ahLst/>
              <a:cxnLst/>
              <a:rect l="l" t="t" r="r" b="b"/>
              <a:pathLst>
                <a:path w="1726" h="1866" extrusionOk="0">
                  <a:moveTo>
                    <a:pt x="261" y="1"/>
                  </a:moveTo>
                  <a:lnTo>
                    <a:pt x="181" y="21"/>
                  </a:lnTo>
                  <a:lnTo>
                    <a:pt x="101" y="61"/>
                  </a:lnTo>
                  <a:lnTo>
                    <a:pt x="61" y="121"/>
                  </a:lnTo>
                  <a:lnTo>
                    <a:pt x="21" y="181"/>
                  </a:lnTo>
                  <a:lnTo>
                    <a:pt x="1" y="262"/>
                  </a:lnTo>
                  <a:lnTo>
                    <a:pt x="1" y="342"/>
                  </a:lnTo>
                  <a:lnTo>
                    <a:pt x="41" y="422"/>
                  </a:lnTo>
                  <a:lnTo>
                    <a:pt x="101" y="502"/>
                  </a:lnTo>
                  <a:lnTo>
                    <a:pt x="181" y="582"/>
                  </a:lnTo>
                  <a:lnTo>
                    <a:pt x="362" y="723"/>
                  </a:lnTo>
                  <a:lnTo>
                    <a:pt x="542" y="863"/>
                  </a:lnTo>
                  <a:lnTo>
                    <a:pt x="643" y="943"/>
                  </a:lnTo>
                  <a:lnTo>
                    <a:pt x="723" y="1024"/>
                  </a:lnTo>
                  <a:lnTo>
                    <a:pt x="843" y="1204"/>
                  </a:lnTo>
                  <a:lnTo>
                    <a:pt x="943" y="1385"/>
                  </a:lnTo>
                  <a:lnTo>
                    <a:pt x="1044" y="1645"/>
                  </a:lnTo>
                  <a:lnTo>
                    <a:pt x="1124" y="1746"/>
                  </a:lnTo>
                  <a:lnTo>
                    <a:pt x="1184" y="1786"/>
                  </a:lnTo>
                  <a:lnTo>
                    <a:pt x="1244" y="1826"/>
                  </a:lnTo>
                  <a:lnTo>
                    <a:pt x="1324" y="1866"/>
                  </a:lnTo>
                  <a:lnTo>
                    <a:pt x="1425" y="1866"/>
                  </a:lnTo>
                  <a:lnTo>
                    <a:pt x="1525" y="1846"/>
                  </a:lnTo>
                  <a:lnTo>
                    <a:pt x="1565" y="1826"/>
                  </a:lnTo>
                  <a:lnTo>
                    <a:pt x="1605" y="1786"/>
                  </a:lnTo>
                  <a:lnTo>
                    <a:pt x="1645" y="1706"/>
                  </a:lnTo>
                  <a:lnTo>
                    <a:pt x="1685" y="1645"/>
                  </a:lnTo>
                  <a:lnTo>
                    <a:pt x="1725" y="1485"/>
                  </a:lnTo>
                  <a:lnTo>
                    <a:pt x="1705" y="1345"/>
                  </a:lnTo>
                  <a:lnTo>
                    <a:pt x="1665" y="1184"/>
                  </a:lnTo>
                  <a:lnTo>
                    <a:pt x="1605" y="1024"/>
                  </a:lnTo>
                  <a:lnTo>
                    <a:pt x="1525" y="883"/>
                  </a:lnTo>
                  <a:lnTo>
                    <a:pt x="1324" y="623"/>
                  </a:lnTo>
                  <a:lnTo>
                    <a:pt x="1224" y="502"/>
                  </a:lnTo>
                  <a:lnTo>
                    <a:pt x="1104" y="402"/>
                  </a:lnTo>
                  <a:lnTo>
                    <a:pt x="1004" y="322"/>
                  </a:lnTo>
                  <a:lnTo>
                    <a:pt x="883" y="242"/>
                  </a:lnTo>
                  <a:lnTo>
                    <a:pt x="622" y="121"/>
                  </a:lnTo>
                  <a:lnTo>
                    <a:pt x="342" y="21"/>
                  </a:lnTo>
                  <a:lnTo>
                    <a:pt x="26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5" name="Google Shape;6665;p31"/>
            <p:cNvSpPr/>
            <p:nvPr/>
          </p:nvSpPr>
          <p:spPr>
            <a:xfrm>
              <a:off x="10742775" y="2621563"/>
              <a:ext cx="12050" cy="12575"/>
            </a:xfrm>
            <a:custGeom>
              <a:avLst/>
              <a:gdLst/>
              <a:ahLst/>
              <a:cxnLst/>
              <a:rect l="l" t="t" r="r" b="b"/>
              <a:pathLst>
                <a:path w="482" h="503" extrusionOk="0">
                  <a:moveTo>
                    <a:pt x="241" y="1"/>
                  </a:moveTo>
                  <a:lnTo>
                    <a:pt x="181" y="21"/>
                  </a:lnTo>
                  <a:lnTo>
                    <a:pt x="121" y="41"/>
                  </a:lnTo>
                  <a:lnTo>
                    <a:pt x="40" y="101"/>
                  </a:lnTo>
                  <a:lnTo>
                    <a:pt x="20" y="181"/>
                  </a:lnTo>
                  <a:lnTo>
                    <a:pt x="0" y="242"/>
                  </a:lnTo>
                  <a:lnTo>
                    <a:pt x="0" y="322"/>
                  </a:lnTo>
                  <a:lnTo>
                    <a:pt x="40" y="402"/>
                  </a:lnTo>
                  <a:lnTo>
                    <a:pt x="81" y="462"/>
                  </a:lnTo>
                  <a:lnTo>
                    <a:pt x="161" y="502"/>
                  </a:lnTo>
                  <a:lnTo>
                    <a:pt x="321" y="502"/>
                  </a:lnTo>
                  <a:lnTo>
                    <a:pt x="381" y="462"/>
                  </a:lnTo>
                  <a:lnTo>
                    <a:pt x="442" y="402"/>
                  </a:lnTo>
                  <a:lnTo>
                    <a:pt x="462" y="322"/>
                  </a:lnTo>
                  <a:lnTo>
                    <a:pt x="482" y="242"/>
                  </a:lnTo>
                  <a:lnTo>
                    <a:pt x="462" y="181"/>
                  </a:lnTo>
                  <a:lnTo>
                    <a:pt x="421" y="101"/>
                  </a:lnTo>
                  <a:lnTo>
                    <a:pt x="361" y="41"/>
                  </a:lnTo>
                  <a:lnTo>
                    <a:pt x="301" y="21"/>
                  </a:lnTo>
                  <a:lnTo>
                    <a:pt x="24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6" name="Google Shape;6666;p31"/>
            <p:cNvSpPr/>
            <p:nvPr/>
          </p:nvSpPr>
          <p:spPr>
            <a:xfrm>
              <a:off x="10391825" y="3838388"/>
              <a:ext cx="49150" cy="312875"/>
            </a:xfrm>
            <a:custGeom>
              <a:avLst/>
              <a:gdLst/>
              <a:ahLst/>
              <a:cxnLst/>
              <a:rect l="l" t="t" r="r" b="b"/>
              <a:pathLst>
                <a:path w="1966" h="12515" extrusionOk="0">
                  <a:moveTo>
                    <a:pt x="943" y="0"/>
                  </a:moveTo>
                  <a:lnTo>
                    <a:pt x="822" y="20"/>
                  </a:lnTo>
                  <a:lnTo>
                    <a:pt x="682" y="40"/>
                  </a:lnTo>
                  <a:lnTo>
                    <a:pt x="562" y="81"/>
                  </a:lnTo>
                  <a:lnTo>
                    <a:pt x="441" y="141"/>
                  </a:lnTo>
                  <a:lnTo>
                    <a:pt x="341" y="221"/>
                  </a:lnTo>
                  <a:lnTo>
                    <a:pt x="241" y="301"/>
                  </a:lnTo>
                  <a:lnTo>
                    <a:pt x="161" y="401"/>
                  </a:lnTo>
                  <a:lnTo>
                    <a:pt x="100" y="522"/>
                  </a:lnTo>
                  <a:lnTo>
                    <a:pt x="40" y="642"/>
                  </a:lnTo>
                  <a:lnTo>
                    <a:pt x="0" y="802"/>
                  </a:lnTo>
                  <a:lnTo>
                    <a:pt x="0" y="963"/>
                  </a:lnTo>
                  <a:lnTo>
                    <a:pt x="0" y="11572"/>
                  </a:lnTo>
                  <a:lnTo>
                    <a:pt x="0" y="11692"/>
                  </a:lnTo>
                  <a:lnTo>
                    <a:pt x="20" y="11812"/>
                  </a:lnTo>
                  <a:lnTo>
                    <a:pt x="60" y="11933"/>
                  </a:lnTo>
                  <a:lnTo>
                    <a:pt x="100" y="12013"/>
                  </a:lnTo>
                  <a:lnTo>
                    <a:pt x="161" y="12113"/>
                  </a:lnTo>
                  <a:lnTo>
                    <a:pt x="221" y="12193"/>
                  </a:lnTo>
                  <a:lnTo>
                    <a:pt x="361" y="12334"/>
                  </a:lnTo>
                  <a:lnTo>
                    <a:pt x="542" y="12434"/>
                  </a:lnTo>
                  <a:lnTo>
                    <a:pt x="742" y="12494"/>
                  </a:lnTo>
                  <a:lnTo>
                    <a:pt x="943" y="12514"/>
                  </a:lnTo>
                  <a:lnTo>
                    <a:pt x="1143" y="12494"/>
                  </a:lnTo>
                  <a:lnTo>
                    <a:pt x="1304" y="12474"/>
                  </a:lnTo>
                  <a:lnTo>
                    <a:pt x="1444" y="12414"/>
                  </a:lnTo>
                  <a:lnTo>
                    <a:pt x="1584" y="12334"/>
                  </a:lnTo>
                  <a:lnTo>
                    <a:pt x="1705" y="12214"/>
                  </a:lnTo>
                  <a:lnTo>
                    <a:pt x="1825" y="12093"/>
                  </a:lnTo>
                  <a:lnTo>
                    <a:pt x="1885" y="11953"/>
                  </a:lnTo>
                  <a:lnTo>
                    <a:pt x="1945" y="11772"/>
                  </a:lnTo>
                  <a:lnTo>
                    <a:pt x="1966" y="11572"/>
                  </a:lnTo>
                  <a:lnTo>
                    <a:pt x="1966" y="963"/>
                  </a:lnTo>
                  <a:lnTo>
                    <a:pt x="1945" y="823"/>
                  </a:lnTo>
                  <a:lnTo>
                    <a:pt x="1925" y="702"/>
                  </a:lnTo>
                  <a:lnTo>
                    <a:pt x="1905" y="582"/>
                  </a:lnTo>
                  <a:lnTo>
                    <a:pt x="1845" y="482"/>
                  </a:lnTo>
                  <a:lnTo>
                    <a:pt x="1785" y="381"/>
                  </a:lnTo>
                  <a:lnTo>
                    <a:pt x="1725" y="301"/>
                  </a:lnTo>
                  <a:lnTo>
                    <a:pt x="1645" y="241"/>
                  </a:lnTo>
                  <a:lnTo>
                    <a:pt x="1564" y="181"/>
                  </a:lnTo>
                  <a:lnTo>
                    <a:pt x="1444" y="101"/>
                  </a:lnTo>
                  <a:lnTo>
                    <a:pt x="1324" y="60"/>
                  </a:lnTo>
                  <a:lnTo>
                    <a:pt x="1203" y="20"/>
                  </a:lnTo>
                  <a:lnTo>
                    <a:pt x="1083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7" name="Google Shape;6667;p31"/>
            <p:cNvSpPr/>
            <p:nvPr/>
          </p:nvSpPr>
          <p:spPr>
            <a:xfrm>
              <a:off x="10287025" y="4075038"/>
              <a:ext cx="258725" cy="94775"/>
            </a:xfrm>
            <a:custGeom>
              <a:avLst/>
              <a:gdLst/>
              <a:ahLst/>
              <a:cxnLst/>
              <a:rect l="l" t="t" r="r" b="b"/>
              <a:pathLst>
                <a:path w="10349" h="3791" extrusionOk="0">
                  <a:moveTo>
                    <a:pt x="3490" y="0"/>
                  </a:moveTo>
                  <a:lnTo>
                    <a:pt x="3129" y="20"/>
                  </a:lnTo>
                  <a:lnTo>
                    <a:pt x="2788" y="80"/>
                  </a:lnTo>
                  <a:lnTo>
                    <a:pt x="2447" y="160"/>
                  </a:lnTo>
                  <a:lnTo>
                    <a:pt x="2127" y="281"/>
                  </a:lnTo>
                  <a:lnTo>
                    <a:pt x="1826" y="421"/>
                  </a:lnTo>
                  <a:lnTo>
                    <a:pt x="1545" y="602"/>
                  </a:lnTo>
                  <a:lnTo>
                    <a:pt x="1264" y="802"/>
                  </a:lnTo>
                  <a:lnTo>
                    <a:pt x="1024" y="1023"/>
                  </a:lnTo>
                  <a:lnTo>
                    <a:pt x="803" y="1284"/>
                  </a:lnTo>
                  <a:lnTo>
                    <a:pt x="602" y="1544"/>
                  </a:lnTo>
                  <a:lnTo>
                    <a:pt x="422" y="1825"/>
                  </a:lnTo>
                  <a:lnTo>
                    <a:pt x="282" y="2146"/>
                  </a:lnTo>
                  <a:lnTo>
                    <a:pt x="161" y="2467"/>
                  </a:lnTo>
                  <a:lnTo>
                    <a:pt x="61" y="2788"/>
                  </a:lnTo>
                  <a:lnTo>
                    <a:pt x="21" y="3149"/>
                  </a:lnTo>
                  <a:lnTo>
                    <a:pt x="1" y="3490"/>
                  </a:lnTo>
                  <a:lnTo>
                    <a:pt x="21" y="3790"/>
                  </a:lnTo>
                  <a:lnTo>
                    <a:pt x="10329" y="3790"/>
                  </a:lnTo>
                  <a:lnTo>
                    <a:pt x="10349" y="3490"/>
                  </a:lnTo>
                  <a:lnTo>
                    <a:pt x="10329" y="3149"/>
                  </a:lnTo>
                  <a:lnTo>
                    <a:pt x="10269" y="2788"/>
                  </a:lnTo>
                  <a:lnTo>
                    <a:pt x="10188" y="2467"/>
                  </a:lnTo>
                  <a:lnTo>
                    <a:pt x="10068" y="2146"/>
                  </a:lnTo>
                  <a:lnTo>
                    <a:pt x="9928" y="1825"/>
                  </a:lnTo>
                  <a:lnTo>
                    <a:pt x="9747" y="1544"/>
                  </a:lnTo>
                  <a:lnTo>
                    <a:pt x="9547" y="1284"/>
                  </a:lnTo>
                  <a:lnTo>
                    <a:pt x="9326" y="1023"/>
                  </a:lnTo>
                  <a:lnTo>
                    <a:pt x="9065" y="802"/>
                  </a:lnTo>
                  <a:lnTo>
                    <a:pt x="8805" y="602"/>
                  </a:lnTo>
                  <a:lnTo>
                    <a:pt x="8524" y="421"/>
                  </a:lnTo>
                  <a:lnTo>
                    <a:pt x="8223" y="281"/>
                  </a:lnTo>
                  <a:lnTo>
                    <a:pt x="7902" y="160"/>
                  </a:lnTo>
                  <a:lnTo>
                    <a:pt x="7561" y="80"/>
                  </a:lnTo>
                  <a:lnTo>
                    <a:pt x="7220" y="20"/>
                  </a:lnTo>
                  <a:lnTo>
                    <a:pt x="685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8" name="Google Shape;6668;p31"/>
            <p:cNvSpPr/>
            <p:nvPr/>
          </p:nvSpPr>
          <p:spPr>
            <a:xfrm>
              <a:off x="10287025" y="4075038"/>
              <a:ext cx="258725" cy="94775"/>
            </a:xfrm>
            <a:custGeom>
              <a:avLst/>
              <a:gdLst/>
              <a:ahLst/>
              <a:cxnLst/>
              <a:rect l="l" t="t" r="r" b="b"/>
              <a:pathLst>
                <a:path w="10349" h="3791" fill="none" extrusionOk="0">
                  <a:moveTo>
                    <a:pt x="10349" y="3490"/>
                  </a:moveTo>
                  <a:lnTo>
                    <a:pt x="10349" y="3490"/>
                  </a:lnTo>
                  <a:lnTo>
                    <a:pt x="10329" y="3790"/>
                  </a:lnTo>
                  <a:lnTo>
                    <a:pt x="21" y="3790"/>
                  </a:lnTo>
                  <a:lnTo>
                    <a:pt x="21" y="3790"/>
                  </a:lnTo>
                  <a:lnTo>
                    <a:pt x="1" y="3490"/>
                  </a:lnTo>
                  <a:lnTo>
                    <a:pt x="1" y="3490"/>
                  </a:lnTo>
                  <a:lnTo>
                    <a:pt x="21" y="3149"/>
                  </a:lnTo>
                  <a:lnTo>
                    <a:pt x="61" y="2788"/>
                  </a:lnTo>
                  <a:lnTo>
                    <a:pt x="161" y="2467"/>
                  </a:lnTo>
                  <a:lnTo>
                    <a:pt x="282" y="2146"/>
                  </a:lnTo>
                  <a:lnTo>
                    <a:pt x="422" y="1825"/>
                  </a:lnTo>
                  <a:lnTo>
                    <a:pt x="602" y="1544"/>
                  </a:lnTo>
                  <a:lnTo>
                    <a:pt x="803" y="1284"/>
                  </a:lnTo>
                  <a:lnTo>
                    <a:pt x="1024" y="1023"/>
                  </a:lnTo>
                  <a:lnTo>
                    <a:pt x="1024" y="1023"/>
                  </a:lnTo>
                  <a:lnTo>
                    <a:pt x="1264" y="802"/>
                  </a:lnTo>
                  <a:lnTo>
                    <a:pt x="1545" y="602"/>
                  </a:lnTo>
                  <a:lnTo>
                    <a:pt x="1826" y="421"/>
                  </a:lnTo>
                  <a:lnTo>
                    <a:pt x="2127" y="281"/>
                  </a:lnTo>
                  <a:lnTo>
                    <a:pt x="2447" y="160"/>
                  </a:lnTo>
                  <a:lnTo>
                    <a:pt x="2788" y="80"/>
                  </a:lnTo>
                  <a:lnTo>
                    <a:pt x="3129" y="20"/>
                  </a:lnTo>
                  <a:lnTo>
                    <a:pt x="3490" y="0"/>
                  </a:lnTo>
                  <a:lnTo>
                    <a:pt x="6859" y="0"/>
                  </a:lnTo>
                  <a:lnTo>
                    <a:pt x="6859" y="0"/>
                  </a:lnTo>
                  <a:lnTo>
                    <a:pt x="7220" y="20"/>
                  </a:lnTo>
                  <a:lnTo>
                    <a:pt x="7561" y="80"/>
                  </a:lnTo>
                  <a:lnTo>
                    <a:pt x="7902" y="160"/>
                  </a:lnTo>
                  <a:lnTo>
                    <a:pt x="8223" y="281"/>
                  </a:lnTo>
                  <a:lnTo>
                    <a:pt x="8524" y="421"/>
                  </a:lnTo>
                  <a:lnTo>
                    <a:pt x="8805" y="602"/>
                  </a:lnTo>
                  <a:lnTo>
                    <a:pt x="9065" y="802"/>
                  </a:lnTo>
                  <a:lnTo>
                    <a:pt x="9326" y="1023"/>
                  </a:lnTo>
                  <a:lnTo>
                    <a:pt x="9547" y="1284"/>
                  </a:lnTo>
                  <a:lnTo>
                    <a:pt x="9747" y="1544"/>
                  </a:lnTo>
                  <a:lnTo>
                    <a:pt x="9928" y="1825"/>
                  </a:lnTo>
                  <a:lnTo>
                    <a:pt x="10068" y="2146"/>
                  </a:lnTo>
                  <a:lnTo>
                    <a:pt x="10188" y="2467"/>
                  </a:lnTo>
                  <a:lnTo>
                    <a:pt x="10269" y="2788"/>
                  </a:lnTo>
                  <a:lnTo>
                    <a:pt x="10329" y="3149"/>
                  </a:lnTo>
                  <a:lnTo>
                    <a:pt x="10349" y="349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9" name="Google Shape;6669;p31"/>
            <p:cNvSpPr/>
            <p:nvPr/>
          </p:nvSpPr>
          <p:spPr>
            <a:xfrm>
              <a:off x="10402850" y="4163263"/>
              <a:ext cx="18075" cy="6550"/>
            </a:xfrm>
            <a:custGeom>
              <a:avLst/>
              <a:gdLst/>
              <a:ahLst/>
              <a:cxnLst/>
              <a:rect l="l" t="t" r="r" b="b"/>
              <a:pathLst>
                <a:path w="723" h="262" fill="none" extrusionOk="0">
                  <a:moveTo>
                    <a:pt x="0" y="1"/>
                  </a:moveTo>
                  <a:lnTo>
                    <a:pt x="0" y="261"/>
                  </a:lnTo>
                  <a:lnTo>
                    <a:pt x="722" y="261"/>
                  </a:lnTo>
                  <a:lnTo>
                    <a:pt x="722" y="261"/>
                  </a:lnTo>
                  <a:lnTo>
                    <a:pt x="522" y="221"/>
                  </a:lnTo>
                  <a:lnTo>
                    <a:pt x="522" y="221"/>
                  </a:lnTo>
                  <a:lnTo>
                    <a:pt x="261" y="121"/>
                  </a:lnTo>
                  <a:lnTo>
                    <a:pt x="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0" name="Google Shape;6670;p31"/>
            <p:cNvSpPr/>
            <p:nvPr/>
          </p:nvSpPr>
          <p:spPr>
            <a:xfrm>
              <a:off x="10478550" y="4103613"/>
              <a:ext cx="17075" cy="17575"/>
            </a:xfrm>
            <a:custGeom>
              <a:avLst/>
              <a:gdLst/>
              <a:ahLst/>
              <a:cxnLst/>
              <a:rect l="l" t="t" r="r" b="b"/>
              <a:pathLst>
                <a:path w="683" h="703" extrusionOk="0">
                  <a:moveTo>
                    <a:pt x="261" y="0"/>
                  </a:moveTo>
                  <a:lnTo>
                    <a:pt x="201" y="20"/>
                  </a:lnTo>
                  <a:lnTo>
                    <a:pt x="141" y="60"/>
                  </a:lnTo>
                  <a:lnTo>
                    <a:pt x="81" y="100"/>
                  </a:lnTo>
                  <a:lnTo>
                    <a:pt x="41" y="161"/>
                  </a:lnTo>
                  <a:lnTo>
                    <a:pt x="21" y="221"/>
                  </a:lnTo>
                  <a:lnTo>
                    <a:pt x="1" y="341"/>
                  </a:lnTo>
                  <a:lnTo>
                    <a:pt x="21" y="481"/>
                  </a:lnTo>
                  <a:lnTo>
                    <a:pt x="41" y="542"/>
                  </a:lnTo>
                  <a:lnTo>
                    <a:pt x="81" y="602"/>
                  </a:lnTo>
                  <a:lnTo>
                    <a:pt x="141" y="642"/>
                  </a:lnTo>
                  <a:lnTo>
                    <a:pt x="201" y="662"/>
                  </a:lnTo>
                  <a:lnTo>
                    <a:pt x="261" y="702"/>
                  </a:lnTo>
                  <a:lnTo>
                    <a:pt x="422" y="702"/>
                  </a:lnTo>
                  <a:lnTo>
                    <a:pt x="502" y="662"/>
                  </a:lnTo>
                  <a:lnTo>
                    <a:pt x="542" y="642"/>
                  </a:lnTo>
                  <a:lnTo>
                    <a:pt x="602" y="602"/>
                  </a:lnTo>
                  <a:lnTo>
                    <a:pt x="642" y="542"/>
                  </a:lnTo>
                  <a:lnTo>
                    <a:pt x="662" y="481"/>
                  </a:lnTo>
                  <a:lnTo>
                    <a:pt x="682" y="341"/>
                  </a:lnTo>
                  <a:lnTo>
                    <a:pt x="662" y="221"/>
                  </a:lnTo>
                  <a:lnTo>
                    <a:pt x="642" y="161"/>
                  </a:lnTo>
                  <a:lnTo>
                    <a:pt x="602" y="100"/>
                  </a:lnTo>
                  <a:lnTo>
                    <a:pt x="542" y="60"/>
                  </a:lnTo>
                  <a:lnTo>
                    <a:pt x="502" y="20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1" name="Google Shape;6671;p31"/>
            <p:cNvSpPr/>
            <p:nvPr/>
          </p:nvSpPr>
          <p:spPr>
            <a:xfrm>
              <a:off x="10310600" y="3774213"/>
              <a:ext cx="211600" cy="142400"/>
            </a:xfrm>
            <a:custGeom>
              <a:avLst/>
              <a:gdLst/>
              <a:ahLst/>
              <a:cxnLst/>
              <a:rect l="l" t="t" r="r" b="b"/>
              <a:pathLst>
                <a:path w="8464" h="5696" extrusionOk="0">
                  <a:moveTo>
                    <a:pt x="2567" y="0"/>
                  </a:moveTo>
                  <a:lnTo>
                    <a:pt x="2287" y="60"/>
                  </a:lnTo>
                  <a:lnTo>
                    <a:pt x="2006" y="121"/>
                  </a:lnTo>
                  <a:lnTo>
                    <a:pt x="1745" y="221"/>
                  </a:lnTo>
                  <a:lnTo>
                    <a:pt x="1504" y="341"/>
                  </a:lnTo>
                  <a:lnTo>
                    <a:pt x="1264" y="482"/>
                  </a:lnTo>
                  <a:lnTo>
                    <a:pt x="1043" y="642"/>
                  </a:lnTo>
                  <a:lnTo>
                    <a:pt x="843" y="823"/>
                  </a:lnTo>
                  <a:lnTo>
                    <a:pt x="642" y="1043"/>
                  </a:lnTo>
                  <a:lnTo>
                    <a:pt x="482" y="1244"/>
                  </a:lnTo>
                  <a:lnTo>
                    <a:pt x="341" y="1484"/>
                  </a:lnTo>
                  <a:lnTo>
                    <a:pt x="221" y="1745"/>
                  </a:lnTo>
                  <a:lnTo>
                    <a:pt x="121" y="2006"/>
                  </a:lnTo>
                  <a:lnTo>
                    <a:pt x="61" y="2266"/>
                  </a:lnTo>
                  <a:lnTo>
                    <a:pt x="20" y="2547"/>
                  </a:lnTo>
                  <a:lnTo>
                    <a:pt x="0" y="2848"/>
                  </a:lnTo>
                  <a:lnTo>
                    <a:pt x="20" y="3209"/>
                  </a:lnTo>
                  <a:lnTo>
                    <a:pt x="81" y="3570"/>
                  </a:lnTo>
                  <a:lnTo>
                    <a:pt x="201" y="3891"/>
                  </a:lnTo>
                  <a:lnTo>
                    <a:pt x="341" y="4212"/>
                  </a:lnTo>
                  <a:lnTo>
                    <a:pt x="522" y="4493"/>
                  </a:lnTo>
                  <a:lnTo>
                    <a:pt x="742" y="4773"/>
                  </a:lnTo>
                  <a:lnTo>
                    <a:pt x="983" y="5014"/>
                  </a:lnTo>
                  <a:lnTo>
                    <a:pt x="1244" y="5215"/>
                  </a:lnTo>
                  <a:lnTo>
                    <a:pt x="1424" y="5315"/>
                  </a:lnTo>
                  <a:lnTo>
                    <a:pt x="1605" y="5415"/>
                  </a:lnTo>
                  <a:lnTo>
                    <a:pt x="1805" y="5515"/>
                  </a:lnTo>
                  <a:lnTo>
                    <a:pt x="2006" y="5575"/>
                  </a:lnTo>
                  <a:lnTo>
                    <a:pt x="2206" y="5636"/>
                  </a:lnTo>
                  <a:lnTo>
                    <a:pt x="2427" y="5676"/>
                  </a:lnTo>
                  <a:lnTo>
                    <a:pt x="2627" y="5696"/>
                  </a:lnTo>
                  <a:lnTo>
                    <a:pt x="5896" y="5696"/>
                  </a:lnTo>
                  <a:lnTo>
                    <a:pt x="6177" y="5656"/>
                  </a:lnTo>
                  <a:lnTo>
                    <a:pt x="6458" y="5575"/>
                  </a:lnTo>
                  <a:lnTo>
                    <a:pt x="6719" y="5475"/>
                  </a:lnTo>
                  <a:lnTo>
                    <a:pt x="6959" y="5355"/>
                  </a:lnTo>
                  <a:lnTo>
                    <a:pt x="7200" y="5215"/>
                  </a:lnTo>
                  <a:lnTo>
                    <a:pt x="7421" y="5054"/>
                  </a:lnTo>
                  <a:lnTo>
                    <a:pt x="7621" y="4874"/>
                  </a:lnTo>
                  <a:lnTo>
                    <a:pt x="7781" y="4693"/>
                  </a:lnTo>
                  <a:lnTo>
                    <a:pt x="7942" y="4513"/>
                  </a:lnTo>
                  <a:lnTo>
                    <a:pt x="8062" y="4312"/>
                  </a:lnTo>
                  <a:lnTo>
                    <a:pt x="8183" y="4091"/>
                  </a:lnTo>
                  <a:lnTo>
                    <a:pt x="8283" y="3871"/>
                  </a:lnTo>
                  <a:lnTo>
                    <a:pt x="8343" y="3630"/>
                  </a:lnTo>
                  <a:lnTo>
                    <a:pt x="8403" y="3390"/>
                  </a:lnTo>
                  <a:lnTo>
                    <a:pt x="8443" y="3149"/>
                  </a:lnTo>
                  <a:lnTo>
                    <a:pt x="8463" y="2848"/>
                  </a:lnTo>
                  <a:lnTo>
                    <a:pt x="8443" y="2567"/>
                  </a:lnTo>
                  <a:lnTo>
                    <a:pt x="8403" y="2266"/>
                  </a:lnTo>
                  <a:lnTo>
                    <a:pt x="8323" y="2006"/>
                  </a:lnTo>
                  <a:lnTo>
                    <a:pt x="8243" y="1745"/>
                  </a:lnTo>
                  <a:lnTo>
                    <a:pt x="8122" y="1484"/>
                  </a:lnTo>
                  <a:lnTo>
                    <a:pt x="7982" y="1244"/>
                  </a:lnTo>
                  <a:lnTo>
                    <a:pt x="7802" y="1043"/>
                  </a:lnTo>
                  <a:lnTo>
                    <a:pt x="7621" y="823"/>
                  </a:lnTo>
                  <a:lnTo>
                    <a:pt x="7421" y="642"/>
                  </a:lnTo>
                  <a:lnTo>
                    <a:pt x="7200" y="482"/>
                  </a:lnTo>
                  <a:lnTo>
                    <a:pt x="6959" y="341"/>
                  </a:lnTo>
                  <a:lnTo>
                    <a:pt x="6719" y="221"/>
                  </a:lnTo>
                  <a:lnTo>
                    <a:pt x="6458" y="121"/>
                  </a:lnTo>
                  <a:lnTo>
                    <a:pt x="6177" y="60"/>
                  </a:lnTo>
                  <a:lnTo>
                    <a:pt x="58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2" name="Google Shape;6672;p31"/>
            <p:cNvSpPr/>
            <p:nvPr/>
          </p:nvSpPr>
          <p:spPr>
            <a:xfrm>
              <a:off x="10310600" y="3774213"/>
              <a:ext cx="211600" cy="142400"/>
            </a:xfrm>
            <a:custGeom>
              <a:avLst/>
              <a:gdLst/>
              <a:ahLst/>
              <a:cxnLst/>
              <a:rect l="l" t="t" r="r" b="b"/>
              <a:pathLst>
                <a:path w="8464" h="5696" fill="none" extrusionOk="0">
                  <a:moveTo>
                    <a:pt x="8463" y="2848"/>
                  </a:moveTo>
                  <a:lnTo>
                    <a:pt x="8463" y="2848"/>
                  </a:lnTo>
                  <a:lnTo>
                    <a:pt x="8443" y="3149"/>
                  </a:lnTo>
                  <a:lnTo>
                    <a:pt x="8443" y="3149"/>
                  </a:lnTo>
                  <a:lnTo>
                    <a:pt x="8403" y="3390"/>
                  </a:lnTo>
                  <a:lnTo>
                    <a:pt x="8343" y="3630"/>
                  </a:lnTo>
                  <a:lnTo>
                    <a:pt x="8283" y="3871"/>
                  </a:lnTo>
                  <a:lnTo>
                    <a:pt x="8183" y="4091"/>
                  </a:lnTo>
                  <a:lnTo>
                    <a:pt x="8062" y="4312"/>
                  </a:lnTo>
                  <a:lnTo>
                    <a:pt x="7942" y="4513"/>
                  </a:lnTo>
                  <a:lnTo>
                    <a:pt x="7781" y="4693"/>
                  </a:lnTo>
                  <a:lnTo>
                    <a:pt x="7621" y="4874"/>
                  </a:lnTo>
                  <a:lnTo>
                    <a:pt x="7621" y="4874"/>
                  </a:lnTo>
                  <a:lnTo>
                    <a:pt x="7421" y="5054"/>
                  </a:lnTo>
                  <a:lnTo>
                    <a:pt x="7200" y="5215"/>
                  </a:lnTo>
                  <a:lnTo>
                    <a:pt x="6959" y="5355"/>
                  </a:lnTo>
                  <a:lnTo>
                    <a:pt x="6719" y="5475"/>
                  </a:lnTo>
                  <a:lnTo>
                    <a:pt x="6458" y="5575"/>
                  </a:lnTo>
                  <a:lnTo>
                    <a:pt x="6177" y="5656"/>
                  </a:lnTo>
                  <a:lnTo>
                    <a:pt x="5896" y="5696"/>
                  </a:lnTo>
                  <a:lnTo>
                    <a:pt x="5596" y="5696"/>
                  </a:lnTo>
                  <a:lnTo>
                    <a:pt x="2848" y="5696"/>
                  </a:lnTo>
                  <a:lnTo>
                    <a:pt x="2848" y="5696"/>
                  </a:lnTo>
                  <a:lnTo>
                    <a:pt x="2627" y="5696"/>
                  </a:lnTo>
                  <a:lnTo>
                    <a:pt x="2427" y="5676"/>
                  </a:lnTo>
                  <a:lnTo>
                    <a:pt x="2206" y="5636"/>
                  </a:lnTo>
                  <a:lnTo>
                    <a:pt x="2006" y="5575"/>
                  </a:lnTo>
                  <a:lnTo>
                    <a:pt x="1805" y="5515"/>
                  </a:lnTo>
                  <a:lnTo>
                    <a:pt x="1605" y="5415"/>
                  </a:lnTo>
                  <a:lnTo>
                    <a:pt x="1424" y="5315"/>
                  </a:lnTo>
                  <a:lnTo>
                    <a:pt x="1244" y="5215"/>
                  </a:lnTo>
                  <a:lnTo>
                    <a:pt x="1244" y="5215"/>
                  </a:lnTo>
                  <a:lnTo>
                    <a:pt x="983" y="5014"/>
                  </a:lnTo>
                  <a:lnTo>
                    <a:pt x="742" y="4773"/>
                  </a:lnTo>
                  <a:lnTo>
                    <a:pt x="522" y="4493"/>
                  </a:lnTo>
                  <a:lnTo>
                    <a:pt x="341" y="4212"/>
                  </a:lnTo>
                  <a:lnTo>
                    <a:pt x="201" y="3891"/>
                  </a:lnTo>
                  <a:lnTo>
                    <a:pt x="81" y="3570"/>
                  </a:lnTo>
                  <a:lnTo>
                    <a:pt x="20" y="3209"/>
                  </a:lnTo>
                  <a:lnTo>
                    <a:pt x="0" y="2848"/>
                  </a:lnTo>
                  <a:lnTo>
                    <a:pt x="0" y="2848"/>
                  </a:lnTo>
                  <a:lnTo>
                    <a:pt x="20" y="2547"/>
                  </a:lnTo>
                  <a:lnTo>
                    <a:pt x="61" y="2266"/>
                  </a:lnTo>
                  <a:lnTo>
                    <a:pt x="121" y="2006"/>
                  </a:lnTo>
                  <a:lnTo>
                    <a:pt x="221" y="1745"/>
                  </a:lnTo>
                  <a:lnTo>
                    <a:pt x="341" y="1484"/>
                  </a:lnTo>
                  <a:lnTo>
                    <a:pt x="482" y="1244"/>
                  </a:lnTo>
                  <a:lnTo>
                    <a:pt x="642" y="1043"/>
                  </a:lnTo>
                  <a:lnTo>
                    <a:pt x="843" y="823"/>
                  </a:lnTo>
                  <a:lnTo>
                    <a:pt x="843" y="823"/>
                  </a:lnTo>
                  <a:lnTo>
                    <a:pt x="1043" y="642"/>
                  </a:lnTo>
                  <a:lnTo>
                    <a:pt x="1264" y="482"/>
                  </a:lnTo>
                  <a:lnTo>
                    <a:pt x="1504" y="341"/>
                  </a:lnTo>
                  <a:lnTo>
                    <a:pt x="1745" y="221"/>
                  </a:lnTo>
                  <a:lnTo>
                    <a:pt x="2006" y="121"/>
                  </a:lnTo>
                  <a:lnTo>
                    <a:pt x="2287" y="60"/>
                  </a:lnTo>
                  <a:lnTo>
                    <a:pt x="2567" y="0"/>
                  </a:lnTo>
                  <a:lnTo>
                    <a:pt x="2848" y="0"/>
                  </a:lnTo>
                  <a:lnTo>
                    <a:pt x="5596" y="0"/>
                  </a:lnTo>
                  <a:lnTo>
                    <a:pt x="5596" y="0"/>
                  </a:lnTo>
                  <a:lnTo>
                    <a:pt x="5896" y="0"/>
                  </a:lnTo>
                  <a:lnTo>
                    <a:pt x="6177" y="60"/>
                  </a:lnTo>
                  <a:lnTo>
                    <a:pt x="6458" y="121"/>
                  </a:lnTo>
                  <a:lnTo>
                    <a:pt x="6719" y="221"/>
                  </a:lnTo>
                  <a:lnTo>
                    <a:pt x="6959" y="341"/>
                  </a:lnTo>
                  <a:lnTo>
                    <a:pt x="7200" y="482"/>
                  </a:lnTo>
                  <a:lnTo>
                    <a:pt x="7421" y="642"/>
                  </a:lnTo>
                  <a:lnTo>
                    <a:pt x="7621" y="823"/>
                  </a:lnTo>
                  <a:lnTo>
                    <a:pt x="7802" y="1043"/>
                  </a:lnTo>
                  <a:lnTo>
                    <a:pt x="7982" y="1244"/>
                  </a:lnTo>
                  <a:lnTo>
                    <a:pt x="8122" y="1484"/>
                  </a:lnTo>
                  <a:lnTo>
                    <a:pt x="8243" y="1745"/>
                  </a:lnTo>
                  <a:lnTo>
                    <a:pt x="8323" y="2006"/>
                  </a:lnTo>
                  <a:lnTo>
                    <a:pt x="8403" y="2266"/>
                  </a:lnTo>
                  <a:lnTo>
                    <a:pt x="8443" y="2567"/>
                  </a:lnTo>
                  <a:lnTo>
                    <a:pt x="8463" y="284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3" name="Google Shape;6673;p31"/>
            <p:cNvSpPr/>
            <p:nvPr/>
          </p:nvSpPr>
          <p:spPr>
            <a:xfrm>
              <a:off x="10310600" y="3828363"/>
              <a:ext cx="211600" cy="76225"/>
            </a:xfrm>
            <a:custGeom>
              <a:avLst/>
              <a:gdLst/>
              <a:ahLst/>
              <a:cxnLst/>
              <a:rect l="l" t="t" r="r" b="b"/>
              <a:pathLst>
                <a:path w="8464" h="3049" extrusionOk="0">
                  <a:moveTo>
                    <a:pt x="81" y="0"/>
                  </a:moveTo>
                  <a:lnTo>
                    <a:pt x="20" y="341"/>
                  </a:lnTo>
                  <a:lnTo>
                    <a:pt x="0" y="682"/>
                  </a:lnTo>
                  <a:lnTo>
                    <a:pt x="20" y="1043"/>
                  </a:lnTo>
                  <a:lnTo>
                    <a:pt x="81" y="1404"/>
                  </a:lnTo>
                  <a:lnTo>
                    <a:pt x="201" y="1725"/>
                  </a:lnTo>
                  <a:lnTo>
                    <a:pt x="341" y="2046"/>
                  </a:lnTo>
                  <a:lnTo>
                    <a:pt x="522" y="2327"/>
                  </a:lnTo>
                  <a:lnTo>
                    <a:pt x="742" y="2607"/>
                  </a:lnTo>
                  <a:lnTo>
                    <a:pt x="983" y="2848"/>
                  </a:lnTo>
                  <a:lnTo>
                    <a:pt x="1244" y="3049"/>
                  </a:lnTo>
                  <a:lnTo>
                    <a:pt x="1364" y="2828"/>
                  </a:lnTo>
                  <a:lnTo>
                    <a:pt x="1524" y="2627"/>
                  </a:lnTo>
                  <a:lnTo>
                    <a:pt x="1705" y="2427"/>
                  </a:lnTo>
                  <a:lnTo>
                    <a:pt x="1926" y="2266"/>
                  </a:lnTo>
                  <a:lnTo>
                    <a:pt x="2146" y="2106"/>
                  </a:lnTo>
                  <a:lnTo>
                    <a:pt x="2407" y="1946"/>
                  </a:lnTo>
                  <a:lnTo>
                    <a:pt x="2668" y="1805"/>
                  </a:lnTo>
                  <a:lnTo>
                    <a:pt x="2948" y="1685"/>
                  </a:lnTo>
                  <a:lnTo>
                    <a:pt x="3229" y="1564"/>
                  </a:lnTo>
                  <a:lnTo>
                    <a:pt x="3510" y="1464"/>
                  </a:lnTo>
                  <a:lnTo>
                    <a:pt x="4071" y="1304"/>
                  </a:lnTo>
                  <a:lnTo>
                    <a:pt x="4573" y="1183"/>
                  </a:lnTo>
                  <a:lnTo>
                    <a:pt x="5034" y="1083"/>
                  </a:lnTo>
                  <a:lnTo>
                    <a:pt x="5535" y="1023"/>
                  </a:lnTo>
                  <a:lnTo>
                    <a:pt x="6057" y="963"/>
                  </a:lnTo>
                  <a:lnTo>
                    <a:pt x="6558" y="943"/>
                  </a:lnTo>
                  <a:lnTo>
                    <a:pt x="7080" y="923"/>
                  </a:lnTo>
                  <a:lnTo>
                    <a:pt x="7761" y="943"/>
                  </a:lnTo>
                  <a:lnTo>
                    <a:pt x="8443" y="983"/>
                  </a:lnTo>
                  <a:lnTo>
                    <a:pt x="8463" y="682"/>
                  </a:lnTo>
                  <a:lnTo>
                    <a:pt x="8443" y="381"/>
                  </a:lnTo>
                  <a:lnTo>
                    <a:pt x="8403" y="80"/>
                  </a:lnTo>
                  <a:lnTo>
                    <a:pt x="1023" y="80"/>
                  </a:lnTo>
                  <a:lnTo>
                    <a:pt x="702" y="60"/>
                  </a:lnTo>
                  <a:lnTo>
                    <a:pt x="81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4" name="Google Shape;6674;p31"/>
            <p:cNvSpPr/>
            <p:nvPr/>
          </p:nvSpPr>
          <p:spPr>
            <a:xfrm>
              <a:off x="10310600" y="3828363"/>
              <a:ext cx="211600" cy="76225"/>
            </a:xfrm>
            <a:custGeom>
              <a:avLst/>
              <a:gdLst/>
              <a:ahLst/>
              <a:cxnLst/>
              <a:rect l="l" t="t" r="r" b="b"/>
              <a:pathLst>
                <a:path w="8464" h="3049" fill="none" extrusionOk="0">
                  <a:moveTo>
                    <a:pt x="81" y="0"/>
                  </a:moveTo>
                  <a:lnTo>
                    <a:pt x="81" y="0"/>
                  </a:lnTo>
                  <a:lnTo>
                    <a:pt x="20" y="341"/>
                  </a:lnTo>
                  <a:lnTo>
                    <a:pt x="0" y="682"/>
                  </a:lnTo>
                  <a:lnTo>
                    <a:pt x="0" y="682"/>
                  </a:lnTo>
                  <a:lnTo>
                    <a:pt x="20" y="1043"/>
                  </a:lnTo>
                  <a:lnTo>
                    <a:pt x="81" y="1404"/>
                  </a:lnTo>
                  <a:lnTo>
                    <a:pt x="201" y="1725"/>
                  </a:lnTo>
                  <a:lnTo>
                    <a:pt x="341" y="2046"/>
                  </a:lnTo>
                  <a:lnTo>
                    <a:pt x="522" y="2327"/>
                  </a:lnTo>
                  <a:lnTo>
                    <a:pt x="742" y="2607"/>
                  </a:lnTo>
                  <a:lnTo>
                    <a:pt x="983" y="2848"/>
                  </a:lnTo>
                  <a:lnTo>
                    <a:pt x="1244" y="3049"/>
                  </a:lnTo>
                  <a:lnTo>
                    <a:pt x="1244" y="3049"/>
                  </a:lnTo>
                  <a:lnTo>
                    <a:pt x="1364" y="2828"/>
                  </a:lnTo>
                  <a:lnTo>
                    <a:pt x="1524" y="2627"/>
                  </a:lnTo>
                  <a:lnTo>
                    <a:pt x="1705" y="2427"/>
                  </a:lnTo>
                  <a:lnTo>
                    <a:pt x="1926" y="2266"/>
                  </a:lnTo>
                  <a:lnTo>
                    <a:pt x="2146" y="2106"/>
                  </a:lnTo>
                  <a:lnTo>
                    <a:pt x="2407" y="1946"/>
                  </a:lnTo>
                  <a:lnTo>
                    <a:pt x="2668" y="1805"/>
                  </a:lnTo>
                  <a:lnTo>
                    <a:pt x="2948" y="1685"/>
                  </a:lnTo>
                  <a:lnTo>
                    <a:pt x="3229" y="1564"/>
                  </a:lnTo>
                  <a:lnTo>
                    <a:pt x="3510" y="1464"/>
                  </a:lnTo>
                  <a:lnTo>
                    <a:pt x="4071" y="1304"/>
                  </a:lnTo>
                  <a:lnTo>
                    <a:pt x="4573" y="1183"/>
                  </a:lnTo>
                  <a:lnTo>
                    <a:pt x="5034" y="1083"/>
                  </a:lnTo>
                  <a:lnTo>
                    <a:pt x="5034" y="1083"/>
                  </a:lnTo>
                  <a:lnTo>
                    <a:pt x="5535" y="1023"/>
                  </a:lnTo>
                  <a:lnTo>
                    <a:pt x="6057" y="963"/>
                  </a:lnTo>
                  <a:lnTo>
                    <a:pt x="6558" y="943"/>
                  </a:lnTo>
                  <a:lnTo>
                    <a:pt x="7080" y="923"/>
                  </a:lnTo>
                  <a:lnTo>
                    <a:pt x="7080" y="923"/>
                  </a:lnTo>
                  <a:lnTo>
                    <a:pt x="7761" y="943"/>
                  </a:lnTo>
                  <a:lnTo>
                    <a:pt x="8443" y="983"/>
                  </a:lnTo>
                  <a:lnTo>
                    <a:pt x="8443" y="983"/>
                  </a:lnTo>
                  <a:lnTo>
                    <a:pt x="8463" y="682"/>
                  </a:lnTo>
                  <a:lnTo>
                    <a:pt x="8463" y="682"/>
                  </a:lnTo>
                  <a:lnTo>
                    <a:pt x="8443" y="381"/>
                  </a:lnTo>
                  <a:lnTo>
                    <a:pt x="8403" y="80"/>
                  </a:lnTo>
                  <a:lnTo>
                    <a:pt x="1344" y="80"/>
                  </a:lnTo>
                  <a:lnTo>
                    <a:pt x="1344" y="80"/>
                  </a:lnTo>
                  <a:lnTo>
                    <a:pt x="1023" y="80"/>
                  </a:lnTo>
                  <a:lnTo>
                    <a:pt x="702" y="60"/>
                  </a:lnTo>
                  <a:lnTo>
                    <a:pt x="8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5" name="Google Shape;6675;p31"/>
            <p:cNvSpPr/>
            <p:nvPr/>
          </p:nvSpPr>
          <p:spPr>
            <a:xfrm>
              <a:off x="10842050" y="3838388"/>
              <a:ext cx="49150" cy="312875"/>
            </a:xfrm>
            <a:custGeom>
              <a:avLst/>
              <a:gdLst/>
              <a:ahLst/>
              <a:cxnLst/>
              <a:rect l="l" t="t" r="r" b="b"/>
              <a:pathLst>
                <a:path w="1966" h="12515" extrusionOk="0">
                  <a:moveTo>
                    <a:pt x="923" y="0"/>
                  </a:moveTo>
                  <a:lnTo>
                    <a:pt x="722" y="40"/>
                  </a:lnTo>
                  <a:lnTo>
                    <a:pt x="542" y="101"/>
                  </a:lnTo>
                  <a:lnTo>
                    <a:pt x="361" y="201"/>
                  </a:lnTo>
                  <a:lnTo>
                    <a:pt x="221" y="341"/>
                  </a:lnTo>
                  <a:lnTo>
                    <a:pt x="161" y="421"/>
                  </a:lnTo>
                  <a:lnTo>
                    <a:pt x="100" y="502"/>
                  </a:lnTo>
                  <a:lnTo>
                    <a:pt x="60" y="602"/>
                  </a:lnTo>
                  <a:lnTo>
                    <a:pt x="40" y="722"/>
                  </a:lnTo>
                  <a:lnTo>
                    <a:pt x="20" y="823"/>
                  </a:lnTo>
                  <a:lnTo>
                    <a:pt x="0" y="963"/>
                  </a:lnTo>
                  <a:lnTo>
                    <a:pt x="0" y="11572"/>
                  </a:lnTo>
                  <a:lnTo>
                    <a:pt x="20" y="11712"/>
                  </a:lnTo>
                  <a:lnTo>
                    <a:pt x="40" y="11832"/>
                  </a:lnTo>
                  <a:lnTo>
                    <a:pt x="80" y="11953"/>
                  </a:lnTo>
                  <a:lnTo>
                    <a:pt x="120" y="12053"/>
                  </a:lnTo>
                  <a:lnTo>
                    <a:pt x="181" y="12153"/>
                  </a:lnTo>
                  <a:lnTo>
                    <a:pt x="261" y="12234"/>
                  </a:lnTo>
                  <a:lnTo>
                    <a:pt x="341" y="12314"/>
                  </a:lnTo>
                  <a:lnTo>
                    <a:pt x="441" y="12374"/>
                  </a:lnTo>
                  <a:lnTo>
                    <a:pt x="522" y="12414"/>
                  </a:lnTo>
                  <a:lnTo>
                    <a:pt x="642" y="12454"/>
                  </a:lnTo>
                  <a:lnTo>
                    <a:pt x="842" y="12514"/>
                  </a:lnTo>
                  <a:lnTo>
                    <a:pt x="1063" y="12514"/>
                  </a:lnTo>
                  <a:lnTo>
                    <a:pt x="1284" y="12474"/>
                  </a:lnTo>
                  <a:lnTo>
                    <a:pt x="1424" y="12434"/>
                  </a:lnTo>
                  <a:lnTo>
                    <a:pt x="1544" y="12354"/>
                  </a:lnTo>
                  <a:lnTo>
                    <a:pt x="1665" y="12274"/>
                  </a:lnTo>
                  <a:lnTo>
                    <a:pt x="1765" y="12173"/>
                  </a:lnTo>
                  <a:lnTo>
                    <a:pt x="1845" y="12053"/>
                  </a:lnTo>
                  <a:lnTo>
                    <a:pt x="1905" y="11913"/>
                  </a:lnTo>
                  <a:lnTo>
                    <a:pt x="1945" y="11752"/>
                  </a:lnTo>
                  <a:lnTo>
                    <a:pt x="1965" y="11572"/>
                  </a:lnTo>
                  <a:lnTo>
                    <a:pt x="1965" y="963"/>
                  </a:lnTo>
                  <a:lnTo>
                    <a:pt x="1945" y="742"/>
                  </a:lnTo>
                  <a:lnTo>
                    <a:pt x="1905" y="582"/>
                  </a:lnTo>
                  <a:lnTo>
                    <a:pt x="1825" y="421"/>
                  </a:lnTo>
                  <a:lnTo>
                    <a:pt x="1705" y="281"/>
                  </a:lnTo>
                  <a:lnTo>
                    <a:pt x="1584" y="181"/>
                  </a:lnTo>
                  <a:lnTo>
                    <a:pt x="1444" y="101"/>
                  </a:lnTo>
                  <a:lnTo>
                    <a:pt x="1284" y="40"/>
                  </a:lnTo>
                  <a:lnTo>
                    <a:pt x="1123" y="20"/>
                  </a:lnTo>
                  <a:lnTo>
                    <a:pt x="923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6" name="Google Shape;6676;p31"/>
            <p:cNvSpPr/>
            <p:nvPr/>
          </p:nvSpPr>
          <p:spPr>
            <a:xfrm>
              <a:off x="10842050" y="3838388"/>
              <a:ext cx="49150" cy="312875"/>
            </a:xfrm>
            <a:custGeom>
              <a:avLst/>
              <a:gdLst/>
              <a:ahLst/>
              <a:cxnLst/>
              <a:rect l="l" t="t" r="r" b="b"/>
              <a:pathLst>
                <a:path w="1966" h="12515" fill="none" extrusionOk="0">
                  <a:moveTo>
                    <a:pt x="1965" y="963"/>
                  </a:moveTo>
                  <a:lnTo>
                    <a:pt x="1965" y="11572"/>
                  </a:lnTo>
                  <a:lnTo>
                    <a:pt x="1965" y="11572"/>
                  </a:lnTo>
                  <a:lnTo>
                    <a:pt x="1945" y="11752"/>
                  </a:lnTo>
                  <a:lnTo>
                    <a:pt x="1905" y="11913"/>
                  </a:lnTo>
                  <a:lnTo>
                    <a:pt x="1845" y="12053"/>
                  </a:lnTo>
                  <a:lnTo>
                    <a:pt x="1765" y="12173"/>
                  </a:lnTo>
                  <a:lnTo>
                    <a:pt x="1665" y="12274"/>
                  </a:lnTo>
                  <a:lnTo>
                    <a:pt x="1544" y="12354"/>
                  </a:lnTo>
                  <a:lnTo>
                    <a:pt x="1424" y="12434"/>
                  </a:lnTo>
                  <a:lnTo>
                    <a:pt x="1284" y="12474"/>
                  </a:lnTo>
                  <a:lnTo>
                    <a:pt x="1284" y="12474"/>
                  </a:lnTo>
                  <a:lnTo>
                    <a:pt x="1063" y="12514"/>
                  </a:lnTo>
                  <a:lnTo>
                    <a:pt x="842" y="12514"/>
                  </a:lnTo>
                  <a:lnTo>
                    <a:pt x="642" y="12454"/>
                  </a:lnTo>
                  <a:lnTo>
                    <a:pt x="522" y="12414"/>
                  </a:lnTo>
                  <a:lnTo>
                    <a:pt x="441" y="12374"/>
                  </a:lnTo>
                  <a:lnTo>
                    <a:pt x="341" y="12314"/>
                  </a:lnTo>
                  <a:lnTo>
                    <a:pt x="261" y="12234"/>
                  </a:lnTo>
                  <a:lnTo>
                    <a:pt x="181" y="12153"/>
                  </a:lnTo>
                  <a:lnTo>
                    <a:pt x="120" y="12053"/>
                  </a:lnTo>
                  <a:lnTo>
                    <a:pt x="80" y="11953"/>
                  </a:lnTo>
                  <a:lnTo>
                    <a:pt x="40" y="11832"/>
                  </a:lnTo>
                  <a:lnTo>
                    <a:pt x="20" y="11712"/>
                  </a:lnTo>
                  <a:lnTo>
                    <a:pt x="0" y="11572"/>
                  </a:lnTo>
                  <a:lnTo>
                    <a:pt x="0" y="963"/>
                  </a:lnTo>
                  <a:lnTo>
                    <a:pt x="0" y="963"/>
                  </a:lnTo>
                  <a:lnTo>
                    <a:pt x="20" y="823"/>
                  </a:lnTo>
                  <a:lnTo>
                    <a:pt x="40" y="722"/>
                  </a:lnTo>
                  <a:lnTo>
                    <a:pt x="60" y="602"/>
                  </a:lnTo>
                  <a:lnTo>
                    <a:pt x="100" y="502"/>
                  </a:lnTo>
                  <a:lnTo>
                    <a:pt x="161" y="421"/>
                  </a:lnTo>
                  <a:lnTo>
                    <a:pt x="221" y="341"/>
                  </a:lnTo>
                  <a:lnTo>
                    <a:pt x="361" y="201"/>
                  </a:lnTo>
                  <a:lnTo>
                    <a:pt x="542" y="101"/>
                  </a:lnTo>
                  <a:lnTo>
                    <a:pt x="722" y="40"/>
                  </a:lnTo>
                  <a:lnTo>
                    <a:pt x="923" y="0"/>
                  </a:lnTo>
                  <a:lnTo>
                    <a:pt x="1123" y="20"/>
                  </a:lnTo>
                  <a:lnTo>
                    <a:pt x="1123" y="20"/>
                  </a:lnTo>
                  <a:lnTo>
                    <a:pt x="1284" y="40"/>
                  </a:lnTo>
                  <a:lnTo>
                    <a:pt x="1444" y="101"/>
                  </a:lnTo>
                  <a:lnTo>
                    <a:pt x="1584" y="181"/>
                  </a:lnTo>
                  <a:lnTo>
                    <a:pt x="1705" y="281"/>
                  </a:lnTo>
                  <a:lnTo>
                    <a:pt x="1825" y="421"/>
                  </a:lnTo>
                  <a:lnTo>
                    <a:pt x="1905" y="582"/>
                  </a:lnTo>
                  <a:lnTo>
                    <a:pt x="1945" y="742"/>
                  </a:lnTo>
                  <a:lnTo>
                    <a:pt x="1965" y="96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7" name="Google Shape;6677;p31"/>
            <p:cNvSpPr/>
            <p:nvPr/>
          </p:nvSpPr>
          <p:spPr>
            <a:xfrm>
              <a:off x="10842050" y="3916588"/>
              <a:ext cx="25575" cy="158475"/>
            </a:xfrm>
            <a:custGeom>
              <a:avLst/>
              <a:gdLst/>
              <a:ahLst/>
              <a:cxnLst/>
              <a:rect l="l" t="t" r="r" b="b"/>
              <a:pathLst>
                <a:path w="1023" h="6339" extrusionOk="0">
                  <a:moveTo>
                    <a:pt x="0" y="1"/>
                  </a:moveTo>
                  <a:lnTo>
                    <a:pt x="0" y="6338"/>
                  </a:lnTo>
                  <a:lnTo>
                    <a:pt x="1023" y="6338"/>
                  </a:lnTo>
                  <a:lnTo>
                    <a:pt x="963" y="4754"/>
                  </a:lnTo>
                  <a:lnTo>
                    <a:pt x="943" y="3169"/>
                  </a:lnTo>
                  <a:lnTo>
                    <a:pt x="943" y="1585"/>
                  </a:lnTo>
                  <a:lnTo>
                    <a:pt x="963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8" name="Google Shape;6678;p31"/>
            <p:cNvSpPr/>
            <p:nvPr/>
          </p:nvSpPr>
          <p:spPr>
            <a:xfrm>
              <a:off x="10732750" y="4075038"/>
              <a:ext cx="258725" cy="94775"/>
            </a:xfrm>
            <a:custGeom>
              <a:avLst/>
              <a:gdLst/>
              <a:ahLst/>
              <a:cxnLst/>
              <a:rect l="l" t="t" r="r" b="b"/>
              <a:pathLst>
                <a:path w="10349" h="3791" extrusionOk="0">
                  <a:moveTo>
                    <a:pt x="3490" y="0"/>
                  </a:moveTo>
                  <a:lnTo>
                    <a:pt x="3129" y="20"/>
                  </a:lnTo>
                  <a:lnTo>
                    <a:pt x="2788" y="80"/>
                  </a:lnTo>
                  <a:lnTo>
                    <a:pt x="2447" y="160"/>
                  </a:lnTo>
                  <a:lnTo>
                    <a:pt x="2126" y="281"/>
                  </a:lnTo>
                  <a:lnTo>
                    <a:pt x="1825" y="421"/>
                  </a:lnTo>
                  <a:lnTo>
                    <a:pt x="1544" y="602"/>
                  </a:lnTo>
                  <a:lnTo>
                    <a:pt x="1264" y="802"/>
                  </a:lnTo>
                  <a:lnTo>
                    <a:pt x="1023" y="1023"/>
                  </a:lnTo>
                  <a:lnTo>
                    <a:pt x="802" y="1284"/>
                  </a:lnTo>
                  <a:lnTo>
                    <a:pt x="602" y="1544"/>
                  </a:lnTo>
                  <a:lnTo>
                    <a:pt x="421" y="1825"/>
                  </a:lnTo>
                  <a:lnTo>
                    <a:pt x="281" y="2146"/>
                  </a:lnTo>
                  <a:lnTo>
                    <a:pt x="161" y="2467"/>
                  </a:lnTo>
                  <a:lnTo>
                    <a:pt x="80" y="2788"/>
                  </a:lnTo>
                  <a:lnTo>
                    <a:pt x="20" y="3149"/>
                  </a:lnTo>
                  <a:lnTo>
                    <a:pt x="0" y="3490"/>
                  </a:lnTo>
                  <a:lnTo>
                    <a:pt x="20" y="3790"/>
                  </a:lnTo>
                  <a:lnTo>
                    <a:pt x="10328" y="3790"/>
                  </a:lnTo>
                  <a:lnTo>
                    <a:pt x="10348" y="3490"/>
                  </a:lnTo>
                  <a:lnTo>
                    <a:pt x="10328" y="3149"/>
                  </a:lnTo>
                  <a:lnTo>
                    <a:pt x="10268" y="2788"/>
                  </a:lnTo>
                  <a:lnTo>
                    <a:pt x="10188" y="2467"/>
                  </a:lnTo>
                  <a:lnTo>
                    <a:pt x="10068" y="2146"/>
                  </a:lnTo>
                  <a:lnTo>
                    <a:pt x="9927" y="1825"/>
                  </a:lnTo>
                  <a:lnTo>
                    <a:pt x="9747" y="1544"/>
                  </a:lnTo>
                  <a:lnTo>
                    <a:pt x="9546" y="1284"/>
                  </a:lnTo>
                  <a:lnTo>
                    <a:pt x="9326" y="1023"/>
                  </a:lnTo>
                  <a:lnTo>
                    <a:pt x="9085" y="802"/>
                  </a:lnTo>
                  <a:lnTo>
                    <a:pt x="8804" y="602"/>
                  </a:lnTo>
                  <a:lnTo>
                    <a:pt x="8523" y="421"/>
                  </a:lnTo>
                  <a:lnTo>
                    <a:pt x="8223" y="281"/>
                  </a:lnTo>
                  <a:lnTo>
                    <a:pt x="7902" y="160"/>
                  </a:lnTo>
                  <a:lnTo>
                    <a:pt x="7561" y="80"/>
                  </a:lnTo>
                  <a:lnTo>
                    <a:pt x="7220" y="20"/>
                  </a:lnTo>
                  <a:lnTo>
                    <a:pt x="685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9" name="Google Shape;6679;p31"/>
            <p:cNvSpPr/>
            <p:nvPr/>
          </p:nvSpPr>
          <p:spPr>
            <a:xfrm>
              <a:off x="10732750" y="4075038"/>
              <a:ext cx="258725" cy="94775"/>
            </a:xfrm>
            <a:custGeom>
              <a:avLst/>
              <a:gdLst/>
              <a:ahLst/>
              <a:cxnLst/>
              <a:rect l="l" t="t" r="r" b="b"/>
              <a:pathLst>
                <a:path w="10349" h="3791" fill="none" extrusionOk="0">
                  <a:moveTo>
                    <a:pt x="10348" y="3490"/>
                  </a:moveTo>
                  <a:lnTo>
                    <a:pt x="10348" y="3490"/>
                  </a:lnTo>
                  <a:lnTo>
                    <a:pt x="10328" y="3790"/>
                  </a:lnTo>
                  <a:lnTo>
                    <a:pt x="20" y="3790"/>
                  </a:lnTo>
                  <a:lnTo>
                    <a:pt x="20" y="3790"/>
                  </a:lnTo>
                  <a:lnTo>
                    <a:pt x="0" y="3490"/>
                  </a:lnTo>
                  <a:lnTo>
                    <a:pt x="0" y="3490"/>
                  </a:lnTo>
                  <a:lnTo>
                    <a:pt x="20" y="3149"/>
                  </a:lnTo>
                  <a:lnTo>
                    <a:pt x="80" y="2788"/>
                  </a:lnTo>
                  <a:lnTo>
                    <a:pt x="161" y="2467"/>
                  </a:lnTo>
                  <a:lnTo>
                    <a:pt x="281" y="2146"/>
                  </a:lnTo>
                  <a:lnTo>
                    <a:pt x="421" y="1825"/>
                  </a:lnTo>
                  <a:lnTo>
                    <a:pt x="602" y="1544"/>
                  </a:lnTo>
                  <a:lnTo>
                    <a:pt x="802" y="1284"/>
                  </a:lnTo>
                  <a:lnTo>
                    <a:pt x="1023" y="1023"/>
                  </a:lnTo>
                  <a:lnTo>
                    <a:pt x="1023" y="1023"/>
                  </a:lnTo>
                  <a:lnTo>
                    <a:pt x="1264" y="802"/>
                  </a:lnTo>
                  <a:lnTo>
                    <a:pt x="1544" y="602"/>
                  </a:lnTo>
                  <a:lnTo>
                    <a:pt x="1825" y="421"/>
                  </a:lnTo>
                  <a:lnTo>
                    <a:pt x="2126" y="281"/>
                  </a:lnTo>
                  <a:lnTo>
                    <a:pt x="2447" y="160"/>
                  </a:lnTo>
                  <a:lnTo>
                    <a:pt x="2788" y="80"/>
                  </a:lnTo>
                  <a:lnTo>
                    <a:pt x="3129" y="20"/>
                  </a:lnTo>
                  <a:lnTo>
                    <a:pt x="3490" y="0"/>
                  </a:lnTo>
                  <a:lnTo>
                    <a:pt x="6859" y="0"/>
                  </a:lnTo>
                  <a:lnTo>
                    <a:pt x="6859" y="0"/>
                  </a:lnTo>
                  <a:lnTo>
                    <a:pt x="7220" y="20"/>
                  </a:lnTo>
                  <a:lnTo>
                    <a:pt x="7561" y="80"/>
                  </a:lnTo>
                  <a:lnTo>
                    <a:pt x="7902" y="160"/>
                  </a:lnTo>
                  <a:lnTo>
                    <a:pt x="8223" y="281"/>
                  </a:lnTo>
                  <a:lnTo>
                    <a:pt x="8523" y="421"/>
                  </a:lnTo>
                  <a:lnTo>
                    <a:pt x="8804" y="602"/>
                  </a:lnTo>
                  <a:lnTo>
                    <a:pt x="9085" y="802"/>
                  </a:lnTo>
                  <a:lnTo>
                    <a:pt x="9326" y="1023"/>
                  </a:lnTo>
                  <a:lnTo>
                    <a:pt x="9546" y="1284"/>
                  </a:lnTo>
                  <a:lnTo>
                    <a:pt x="9747" y="1544"/>
                  </a:lnTo>
                  <a:lnTo>
                    <a:pt x="9927" y="1825"/>
                  </a:lnTo>
                  <a:lnTo>
                    <a:pt x="10068" y="2146"/>
                  </a:lnTo>
                  <a:lnTo>
                    <a:pt x="10188" y="2467"/>
                  </a:lnTo>
                  <a:lnTo>
                    <a:pt x="10268" y="2788"/>
                  </a:lnTo>
                  <a:lnTo>
                    <a:pt x="10328" y="3149"/>
                  </a:lnTo>
                  <a:lnTo>
                    <a:pt x="10348" y="349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0" name="Google Shape;6680;p31"/>
            <p:cNvSpPr/>
            <p:nvPr/>
          </p:nvSpPr>
          <p:spPr>
            <a:xfrm>
              <a:off x="10732750" y="4075038"/>
              <a:ext cx="162450" cy="94775"/>
            </a:xfrm>
            <a:custGeom>
              <a:avLst/>
              <a:gdLst/>
              <a:ahLst/>
              <a:cxnLst/>
              <a:rect l="l" t="t" r="r" b="b"/>
              <a:pathLst>
                <a:path w="6498" h="3791" extrusionOk="0">
                  <a:moveTo>
                    <a:pt x="3490" y="0"/>
                  </a:moveTo>
                  <a:lnTo>
                    <a:pt x="3129" y="20"/>
                  </a:lnTo>
                  <a:lnTo>
                    <a:pt x="2788" y="80"/>
                  </a:lnTo>
                  <a:lnTo>
                    <a:pt x="2447" y="160"/>
                  </a:lnTo>
                  <a:lnTo>
                    <a:pt x="2126" y="281"/>
                  </a:lnTo>
                  <a:lnTo>
                    <a:pt x="1825" y="421"/>
                  </a:lnTo>
                  <a:lnTo>
                    <a:pt x="1544" y="602"/>
                  </a:lnTo>
                  <a:lnTo>
                    <a:pt x="1264" y="802"/>
                  </a:lnTo>
                  <a:lnTo>
                    <a:pt x="1023" y="1023"/>
                  </a:lnTo>
                  <a:lnTo>
                    <a:pt x="802" y="1284"/>
                  </a:lnTo>
                  <a:lnTo>
                    <a:pt x="602" y="1544"/>
                  </a:lnTo>
                  <a:lnTo>
                    <a:pt x="421" y="1825"/>
                  </a:lnTo>
                  <a:lnTo>
                    <a:pt x="281" y="2146"/>
                  </a:lnTo>
                  <a:lnTo>
                    <a:pt x="161" y="2467"/>
                  </a:lnTo>
                  <a:lnTo>
                    <a:pt x="80" y="2788"/>
                  </a:lnTo>
                  <a:lnTo>
                    <a:pt x="20" y="3149"/>
                  </a:lnTo>
                  <a:lnTo>
                    <a:pt x="0" y="3490"/>
                  </a:lnTo>
                  <a:lnTo>
                    <a:pt x="20" y="3790"/>
                  </a:lnTo>
                  <a:lnTo>
                    <a:pt x="6498" y="3790"/>
                  </a:lnTo>
                  <a:lnTo>
                    <a:pt x="6117" y="3690"/>
                  </a:lnTo>
                  <a:lnTo>
                    <a:pt x="5776" y="3570"/>
                  </a:lnTo>
                  <a:lnTo>
                    <a:pt x="5435" y="3409"/>
                  </a:lnTo>
                  <a:lnTo>
                    <a:pt x="5114" y="3249"/>
                  </a:lnTo>
                  <a:lnTo>
                    <a:pt x="4813" y="3068"/>
                  </a:lnTo>
                  <a:lnTo>
                    <a:pt x="4533" y="2868"/>
                  </a:lnTo>
                  <a:lnTo>
                    <a:pt x="4292" y="2647"/>
                  </a:lnTo>
                  <a:lnTo>
                    <a:pt x="4091" y="2427"/>
                  </a:lnTo>
                  <a:lnTo>
                    <a:pt x="3971" y="2266"/>
                  </a:lnTo>
                  <a:lnTo>
                    <a:pt x="3891" y="2106"/>
                  </a:lnTo>
                  <a:lnTo>
                    <a:pt x="3851" y="1945"/>
                  </a:lnTo>
                  <a:lnTo>
                    <a:pt x="3811" y="1805"/>
                  </a:lnTo>
                  <a:lnTo>
                    <a:pt x="3811" y="1665"/>
                  </a:lnTo>
                  <a:lnTo>
                    <a:pt x="3811" y="1544"/>
                  </a:lnTo>
                  <a:lnTo>
                    <a:pt x="3851" y="1404"/>
                  </a:lnTo>
                  <a:lnTo>
                    <a:pt x="3891" y="1284"/>
                  </a:lnTo>
                  <a:lnTo>
                    <a:pt x="3951" y="1163"/>
                  </a:lnTo>
                  <a:lnTo>
                    <a:pt x="4031" y="1063"/>
                  </a:lnTo>
                  <a:lnTo>
                    <a:pt x="4212" y="842"/>
                  </a:lnTo>
                  <a:lnTo>
                    <a:pt x="4432" y="662"/>
                  </a:lnTo>
                  <a:lnTo>
                    <a:pt x="4653" y="481"/>
                  </a:lnTo>
                  <a:lnTo>
                    <a:pt x="4853" y="341"/>
                  </a:lnTo>
                  <a:lnTo>
                    <a:pt x="5054" y="221"/>
                  </a:lnTo>
                  <a:lnTo>
                    <a:pt x="5275" y="100"/>
                  </a:lnTo>
                  <a:lnTo>
                    <a:pt x="5495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1" name="Google Shape;6681;p31"/>
            <p:cNvSpPr/>
            <p:nvPr/>
          </p:nvSpPr>
          <p:spPr>
            <a:xfrm>
              <a:off x="10732750" y="4075038"/>
              <a:ext cx="162450" cy="94775"/>
            </a:xfrm>
            <a:custGeom>
              <a:avLst/>
              <a:gdLst/>
              <a:ahLst/>
              <a:cxnLst/>
              <a:rect l="l" t="t" r="r" b="b"/>
              <a:pathLst>
                <a:path w="6498" h="3791" fill="none" extrusionOk="0">
                  <a:moveTo>
                    <a:pt x="5495" y="0"/>
                  </a:moveTo>
                  <a:lnTo>
                    <a:pt x="5395" y="0"/>
                  </a:lnTo>
                  <a:lnTo>
                    <a:pt x="4372" y="0"/>
                  </a:lnTo>
                  <a:lnTo>
                    <a:pt x="3490" y="0"/>
                  </a:lnTo>
                  <a:lnTo>
                    <a:pt x="3490" y="0"/>
                  </a:lnTo>
                  <a:lnTo>
                    <a:pt x="3129" y="20"/>
                  </a:lnTo>
                  <a:lnTo>
                    <a:pt x="2788" y="80"/>
                  </a:lnTo>
                  <a:lnTo>
                    <a:pt x="2447" y="160"/>
                  </a:lnTo>
                  <a:lnTo>
                    <a:pt x="2126" y="281"/>
                  </a:lnTo>
                  <a:lnTo>
                    <a:pt x="1825" y="421"/>
                  </a:lnTo>
                  <a:lnTo>
                    <a:pt x="1544" y="602"/>
                  </a:lnTo>
                  <a:lnTo>
                    <a:pt x="1264" y="802"/>
                  </a:lnTo>
                  <a:lnTo>
                    <a:pt x="1023" y="1023"/>
                  </a:lnTo>
                  <a:lnTo>
                    <a:pt x="1023" y="1023"/>
                  </a:lnTo>
                  <a:lnTo>
                    <a:pt x="802" y="1284"/>
                  </a:lnTo>
                  <a:lnTo>
                    <a:pt x="602" y="1544"/>
                  </a:lnTo>
                  <a:lnTo>
                    <a:pt x="421" y="1825"/>
                  </a:lnTo>
                  <a:lnTo>
                    <a:pt x="281" y="2146"/>
                  </a:lnTo>
                  <a:lnTo>
                    <a:pt x="161" y="2467"/>
                  </a:lnTo>
                  <a:lnTo>
                    <a:pt x="80" y="2788"/>
                  </a:lnTo>
                  <a:lnTo>
                    <a:pt x="20" y="3149"/>
                  </a:lnTo>
                  <a:lnTo>
                    <a:pt x="0" y="3490"/>
                  </a:lnTo>
                  <a:lnTo>
                    <a:pt x="0" y="3490"/>
                  </a:lnTo>
                  <a:lnTo>
                    <a:pt x="20" y="3790"/>
                  </a:lnTo>
                  <a:lnTo>
                    <a:pt x="6498" y="3790"/>
                  </a:lnTo>
                  <a:lnTo>
                    <a:pt x="6498" y="3790"/>
                  </a:lnTo>
                  <a:lnTo>
                    <a:pt x="6117" y="3690"/>
                  </a:lnTo>
                  <a:lnTo>
                    <a:pt x="5776" y="3570"/>
                  </a:lnTo>
                  <a:lnTo>
                    <a:pt x="5435" y="3409"/>
                  </a:lnTo>
                  <a:lnTo>
                    <a:pt x="5114" y="3249"/>
                  </a:lnTo>
                  <a:lnTo>
                    <a:pt x="4813" y="3068"/>
                  </a:lnTo>
                  <a:lnTo>
                    <a:pt x="4533" y="2868"/>
                  </a:lnTo>
                  <a:lnTo>
                    <a:pt x="4292" y="2647"/>
                  </a:lnTo>
                  <a:lnTo>
                    <a:pt x="4091" y="2427"/>
                  </a:lnTo>
                  <a:lnTo>
                    <a:pt x="4091" y="2427"/>
                  </a:lnTo>
                  <a:lnTo>
                    <a:pt x="3971" y="2266"/>
                  </a:lnTo>
                  <a:lnTo>
                    <a:pt x="3891" y="2106"/>
                  </a:lnTo>
                  <a:lnTo>
                    <a:pt x="3851" y="1945"/>
                  </a:lnTo>
                  <a:lnTo>
                    <a:pt x="3811" y="1805"/>
                  </a:lnTo>
                  <a:lnTo>
                    <a:pt x="3811" y="1665"/>
                  </a:lnTo>
                  <a:lnTo>
                    <a:pt x="3811" y="1544"/>
                  </a:lnTo>
                  <a:lnTo>
                    <a:pt x="3851" y="1404"/>
                  </a:lnTo>
                  <a:lnTo>
                    <a:pt x="3891" y="1284"/>
                  </a:lnTo>
                  <a:lnTo>
                    <a:pt x="3951" y="1163"/>
                  </a:lnTo>
                  <a:lnTo>
                    <a:pt x="4031" y="1063"/>
                  </a:lnTo>
                  <a:lnTo>
                    <a:pt x="4212" y="842"/>
                  </a:lnTo>
                  <a:lnTo>
                    <a:pt x="4432" y="662"/>
                  </a:lnTo>
                  <a:lnTo>
                    <a:pt x="4653" y="481"/>
                  </a:lnTo>
                  <a:lnTo>
                    <a:pt x="4653" y="481"/>
                  </a:lnTo>
                  <a:lnTo>
                    <a:pt x="4853" y="341"/>
                  </a:lnTo>
                  <a:lnTo>
                    <a:pt x="5054" y="221"/>
                  </a:lnTo>
                  <a:lnTo>
                    <a:pt x="5275" y="100"/>
                  </a:lnTo>
                  <a:lnTo>
                    <a:pt x="549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2" name="Google Shape;6682;p31"/>
            <p:cNvSpPr/>
            <p:nvPr/>
          </p:nvSpPr>
          <p:spPr>
            <a:xfrm>
              <a:off x="10928275" y="4096088"/>
              <a:ext cx="18575" cy="19075"/>
            </a:xfrm>
            <a:custGeom>
              <a:avLst/>
              <a:gdLst/>
              <a:ahLst/>
              <a:cxnLst/>
              <a:rect l="l" t="t" r="r" b="b"/>
              <a:pathLst>
                <a:path w="743" h="763" extrusionOk="0">
                  <a:moveTo>
                    <a:pt x="361" y="0"/>
                  </a:moveTo>
                  <a:lnTo>
                    <a:pt x="261" y="20"/>
                  </a:lnTo>
                  <a:lnTo>
                    <a:pt x="181" y="61"/>
                  </a:lnTo>
                  <a:lnTo>
                    <a:pt x="81" y="141"/>
                  </a:lnTo>
                  <a:lnTo>
                    <a:pt x="21" y="261"/>
                  </a:lnTo>
                  <a:lnTo>
                    <a:pt x="0" y="381"/>
                  </a:lnTo>
                  <a:lnTo>
                    <a:pt x="21" y="502"/>
                  </a:lnTo>
                  <a:lnTo>
                    <a:pt x="61" y="602"/>
                  </a:lnTo>
                  <a:lnTo>
                    <a:pt x="121" y="682"/>
                  </a:lnTo>
                  <a:lnTo>
                    <a:pt x="241" y="742"/>
                  </a:lnTo>
                  <a:lnTo>
                    <a:pt x="301" y="762"/>
                  </a:lnTo>
                  <a:lnTo>
                    <a:pt x="361" y="762"/>
                  </a:lnTo>
                  <a:lnTo>
                    <a:pt x="502" y="742"/>
                  </a:lnTo>
                  <a:lnTo>
                    <a:pt x="602" y="682"/>
                  </a:lnTo>
                  <a:lnTo>
                    <a:pt x="682" y="602"/>
                  </a:lnTo>
                  <a:lnTo>
                    <a:pt x="722" y="502"/>
                  </a:lnTo>
                  <a:lnTo>
                    <a:pt x="742" y="381"/>
                  </a:lnTo>
                  <a:lnTo>
                    <a:pt x="722" y="261"/>
                  </a:lnTo>
                  <a:lnTo>
                    <a:pt x="662" y="141"/>
                  </a:lnTo>
                  <a:lnTo>
                    <a:pt x="562" y="61"/>
                  </a:lnTo>
                  <a:lnTo>
                    <a:pt x="462" y="20"/>
                  </a:lnTo>
                  <a:lnTo>
                    <a:pt x="36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3" name="Google Shape;6683;p31"/>
            <p:cNvSpPr/>
            <p:nvPr/>
          </p:nvSpPr>
          <p:spPr>
            <a:xfrm>
              <a:off x="10760825" y="3774213"/>
              <a:ext cx="211600" cy="142400"/>
            </a:xfrm>
            <a:custGeom>
              <a:avLst/>
              <a:gdLst/>
              <a:ahLst/>
              <a:cxnLst/>
              <a:rect l="l" t="t" r="r" b="b"/>
              <a:pathLst>
                <a:path w="8464" h="5696" extrusionOk="0">
                  <a:moveTo>
                    <a:pt x="2567" y="0"/>
                  </a:moveTo>
                  <a:lnTo>
                    <a:pt x="2286" y="60"/>
                  </a:lnTo>
                  <a:lnTo>
                    <a:pt x="2006" y="121"/>
                  </a:lnTo>
                  <a:lnTo>
                    <a:pt x="1745" y="221"/>
                  </a:lnTo>
                  <a:lnTo>
                    <a:pt x="1504" y="341"/>
                  </a:lnTo>
                  <a:lnTo>
                    <a:pt x="1264" y="482"/>
                  </a:lnTo>
                  <a:lnTo>
                    <a:pt x="1043" y="642"/>
                  </a:lnTo>
                  <a:lnTo>
                    <a:pt x="843" y="823"/>
                  </a:lnTo>
                  <a:lnTo>
                    <a:pt x="662" y="1043"/>
                  </a:lnTo>
                  <a:lnTo>
                    <a:pt x="502" y="1244"/>
                  </a:lnTo>
                  <a:lnTo>
                    <a:pt x="341" y="1484"/>
                  </a:lnTo>
                  <a:lnTo>
                    <a:pt x="221" y="1745"/>
                  </a:lnTo>
                  <a:lnTo>
                    <a:pt x="141" y="2006"/>
                  </a:lnTo>
                  <a:lnTo>
                    <a:pt x="60" y="2266"/>
                  </a:lnTo>
                  <a:lnTo>
                    <a:pt x="20" y="2547"/>
                  </a:lnTo>
                  <a:lnTo>
                    <a:pt x="0" y="2848"/>
                  </a:lnTo>
                  <a:lnTo>
                    <a:pt x="20" y="3209"/>
                  </a:lnTo>
                  <a:lnTo>
                    <a:pt x="101" y="3550"/>
                  </a:lnTo>
                  <a:lnTo>
                    <a:pt x="201" y="3871"/>
                  </a:lnTo>
                  <a:lnTo>
                    <a:pt x="341" y="4192"/>
                  </a:lnTo>
                  <a:lnTo>
                    <a:pt x="522" y="4472"/>
                  </a:lnTo>
                  <a:lnTo>
                    <a:pt x="722" y="4753"/>
                  </a:lnTo>
                  <a:lnTo>
                    <a:pt x="963" y="4974"/>
                  </a:lnTo>
                  <a:lnTo>
                    <a:pt x="1224" y="5194"/>
                  </a:lnTo>
                  <a:lnTo>
                    <a:pt x="1404" y="5315"/>
                  </a:lnTo>
                  <a:lnTo>
                    <a:pt x="1605" y="5415"/>
                  </a:lnTo>
                  <a:lnTo>
                    <a:pt x="1785" y="5495"/>
                  </a:lnTo>
                  <a:lnTo>
                    <a:pt x="1986" y="5575"/>
                  </a:lnTo>
                  <a:lnTo>
                    <a:pt x="2206" y="5636"/>
                  </a:lnTo>
                  <a:lnTo>
                    <a:pt x="2407" y="5676"/>
                  </a:lnTo>
                  <a:lnTo>
                    <a:pt x="2627" y="5696"/>
                  </a:lnTo>
                  <a:lnTo>
                    <a:pt x="5896" y="5696"/>
                  </a:lnTo>
                  <a:lnTo>
                    <a:pt x="6197" y="5656"/>
                  </a:lnTo>
                  <a:lnTo>
                    <a:pt x="6458" y="5575"/>
                  </a:lnTo>
                  <a:lnTo>
                    <a:pt x="6719" y="5475"/>
                  </a:lnTo>
                  <a:lnTo>
                    <a:pt x="6979" y="5355"/>
                  </a:lnTo>
                  <a:lnTo>
                    <a:pt x="7200" y="5215"/>
                  </a:lnTo>
                  <a:lnTo>
                    <a:pt x="7420" y="5054"/>
                  </a:lnTo>
                  <a:lnTo>
                    <a:pt x="7621" y="4874"/>
                  </a:lnTo>
                  <a:lnTo>
                    <a:pt x="7781" y="4713"/>
                  </a:lnTo>
                  <a:lnTo>
                    <a:pt x="7922" y="4533"/>
                  </a:lnTo>
                  <a:lnTo>
                    <a:pt x="8042" y="4352"/>
                  </a:lnTo>
                  <a:lnTo>
                    <a:pt x="8142" y="4152"/>
                  </a:lnTo>
                  <a:lnTo>
                    <a:pt x="8243" y="3951"/>
                  </a:lnTo>
                  <a:lnTo>
                    <a:pt x="8323" y="3751"/>
                  </a:lnTo>
                  <a:lnTo>
                    <a:pt x="8383" y="3530"/>
                  </a:lnTo>
                  <a:lnTo>
                    <a:pt x="8423" y="3309"/>
                  </a:lnTo>
                  <a:lnTo>
                    <a:pt x="8463" y="3069"/>
                  </a:lnTo>
                  <a:lnTo>
                    <a:pt x="8463" y="2848"/>
                  </a:lnTo>
                  <a:lnTo>
                    <a:pt x="8443" y="2567"/>
                  </a:lnTo>
                  <a:lnTo>
                    <a:pt x="8403" y="2266"/>
                  </a:lnTo>
                  <a:lnTo>
                    <a:pt x="8343" y="2006"/>
                  </a:lnTo>
                  <a:lnTo>
                    <a:pt x="8243" y="1745"/>
                  </a:lnTo>
                  <a:lnTo>
                    <a:pt x="8122" y="1484"/>
                  </a:lnTo>
                  <a:lnTo>
                    <a:pt x="7982" y="1244"/>
                  </a:lnTo>
                  <a:lnTo>
                    <a:pt x="7822" y="1043"/>
                  </a:lnTo>
                  <a:lnTo>
                    <a:pt x="7641" y="823"/>
                  </a:lnTo>
                  <a:lnTo>
                    <a:pt x="7420" y="642"/>
                  </a:lnTo>
                  <a:lnTo>
                    <a:pt x="7200" y="482"/>
                  </a:lnTo>
                  <a:lnTo>
                    <a:pt x="6979" y="341"/>
                  </a:lnTo>
                  <a:lnTo>
                    <a:pt x="6719" y="221"/>
                  </a:lnTo>
                  <a:lnTo>
                    <a:pt x="6458" y="121"/>
                  </a:lnTo>
                  <a:lnTo>
                    <a:pt x="6197" y="60"/>
                  </a:lnTo>
                  <a:lnTo>
                    <a:pt x="58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4" name="Google Shape;6684;p31"/>
            <p:cNvSpPr/>
            <p:nvPr/>
          </p:nvSpPr>
          <p:spPr>
            <a:xfrm>
              <a:off x="10760825" y="3774213"/>
              <a:ext cx="211600" cy="142400"/>
            </a:xfrm>
            <a:custGeom>
              <a:avLst/>
              <a:gdLst/>
              <a:ahLst/>
              <a:cxnLst/>
              <a:rect l="l" t="t" r="r" b="b"/>
              <a:pathLst>
                <a:path w="8464" h="5696" fill="none" extrusionOk="0">
                  <a:moveTo>
                    <a:pt x="8463" y="2848"/>
                  </a:moveTo>
                  <a:lnTo>
                    <a:pt x="8463" y="2848"/>
                  </a:lnTo>
                  <a:lnTo>
                    <a:pt x="8463" y="3069"/>
                  </a:lnTo>
                  <a:lnTo>
                    <a:pt x="8423" y="3309"/>
                  </a:lnTo>
                  <a:lnTo>
                    <a:pt x="8423" y="3309"/>
                  </a:lnTo>
                  <a:lnTo>
                    <a:pt x="8383" y="3530"/>
                  </a:lnTo>
                  <a:lnTo>
                    <a:pt x="8323" y="3751"/>
                  </a:lnTo>
                  <a:lnTo>
                    <a:pt x="8243" y="3951"/>
                  </a:lnTo>
                  <a:lnTo>
                    <a:pt x="8142" y="4152"/>
                  </a:lnTo>
                  <a:lnTo>
                    <a:pt x="8042" y="4352"/>
                  </a:lnTo>
                  <a:lnTo>
                    <a:pt x="7922" y="4533"/>
                  </a:lnTo>
                  <a:lnTo>
                    <a:pt x="7781" y="4713"/>
                  </a:lnTo>
                  <a:lnTo>
                    <a:pt x="7621" y="4874"/>
                  </a:lnTo>
                  <a:lnTo>
                    <a:pt x="7621" y="4874"/>
                  </a:lnTo>
                  <a:lnTo>
                    <a:pt x="7420" y="5054"/>
                  </a:lnTo>
                  <a:lnTo>
                    <a:pt x="7200" y="5215"/>
                  </a:lnTo>
                  <a:lnTo>
                    <a:pt x="6979" y="5355"/>
                  </a:lnTo>
                  <a:lnTo>
                    <a:pt x="6719" y="5475"/>
                  </a:lnTo>
                  <a:lnTo>
                    <a:pt x="6458" y="5575"/>
                  </a:lnTo>
                  <a:lnTo>
                    <a:pt x="6197" y="5656"/>
                  </a:lnTo>
                  <a:lnTo>
                    <a:pt x="5896" y="5696"/>
                  </a:lnTo>
                  <a:lnTo>
                    <a:pt x="5616" y="5696"/>
                  </a:lnTo>
                  <a:lnTo>
                    <a:pt x="2868" y="5696"/>
                  </a:lnTo>
                  <a:lnTo>
                    <a:pt x="2868" y="5696"/>
                  </a:lnTo>
                  <a:lnTo>
                    <a:pt x="2627" y="5696"/>
                  </a:lnTo>
                  <a:lnTo>
                    <a:pt x="2407" y="5676"/>
                  </a:lnTo>
                  <a:lnTo>
                    <a:pt x="2206" y="5636"/>
                  </a:lnTo>
                  <a:lnTo>
                    <a:pt x="1986" y="5575"/>
                  </a:lnTo>
                  <a:lnTo>
                    <a:pt x="1785" y="5495"/>
                  </a:lnTo>
                  <a:lnTo>
                    <a:pt x="1605" y="5415"/>
                  </a:lnTo>
                  <a:lnTo>
                    <a:pt x="1404" y="5315"/>
                  </a:lnTo>
                  <a:lnTo>
                    <a:pt x="1224" y="5194"/>
                  </a:lnTo>
                  <a:lnTo>
                    <a:pt x="1224" y="5194"/>
                  </a:lnTo>
                  <a:lnTo>
                    <a:pt x="963" y="4974"/>
                  </a:lnTo>
                  <a:lnTo>
                    <a:pt x="722" y="4753"/>
                  </a:lnTo>
                  <a:lnTo>
                    <a:pt x="522" y="4472"/>
                  </a:lnTo>
                  <a:lnTo>
                    <a:pt x="341" y="4192"/>
                  </a:lnTo>
                  <a:lnTo>
                    <a:pt x="201" y="3871"/>
                  </a:lnTo>
                  <a:lnTo>
                    <a:pt x="101" y="3550"/>
                  </a:lnTo>
                  <a:lnTo>
                    <a:pt x="20" y="3209"/>
                  </a:lnTo>
                  <a:lnTo>
                    <a:pt x="0" y="2848"/>
                  </a:lnTo>
                  <a:lnTo>
                    <a:pt x="0" y="2848"/>
                  </a:lnTo>
                  <a:lnTo>
                    <a:pt x="20" y="2547"/>
                  </a:lnTo>
                  <a:lnTo>
                    <a:pt x="60" y="2266"/>
                  </a:lnTo>
                  <a:lnTo>
                    <a:pt x="141" y="2006"/>
                  </a:lnTo>
                  <a:lnTo>
                    <a:pt x="221" y="1745"/>
                  </a:lnTo>
                  <a:lnTo>
                    <a:pt x="341" y="1484"/>
                  </a:lnTo>
                  <a:lnTo>
                    <a:pt x="502" y="1244"/>
                  </a:lnTo>
                  <a:lnTo>
                    <a:pt x="662" y="1043"/>
                  </a:lnTo>
                  <a:lnTo>
                    <a:pt x="843" y="823"/>
                  </a:lnTo>
                  <a:lnTo>
                    <a:pt x="843" y="823"/>
                  </a:lnTo>
                  <a:lnTo>
                    <a:pt x="1043" y="642"/>
                  </a:lnTo>
                  <a:lnTo>
                    <a:pt x="1264" y="482"/>
                  </a:lnTo>
                  <a:lnTo>
                    <a:pt x="1504" y="341"/>
                  </a:lnTo>
                  <a:lnTo>
                    <a:pt x="1745" y="221"/>
                  </a:lnTo>
                  <a:lnTo>
                    <a:pt x="2006" y="121"/>
                  </a:lnTo>
                  <a:lnTo>
                    <a:pt x="2286" y="60"/>
                  </a:lnTo>
                  <a:lnTo>
                    <a:pt x="2567" y="0"/>
                  </a:lnTo>
                  <a:lnTo>
                    <a:pt x="2868" y="0"/>
                  </a:lnTo>
                  <a:lnTo>
                    <a:pt x="5616" y="0"/>
                  </a:lnTo>
                  <a:lnTo>
                    <a:pt x="5616" y="0"/>
                  </a:lnTo>
                  <a:lnTo>
                    <a:pt x="5896" y="0"/>
                  </a:lnTo>
                  <a:lnTo>
                    <a:pt x="6197" y="60"/>
                  </a:lnTo>
                  <a:lnTo>
                    <a:pt x="6458" y="121"/>
                  </a:lnTo>
                  <a:lnTo>
                    <a:pt x="6719" y="221"/>
                  </a:lnTo>
                  <a:lnTo>
                    <a:pt x="6979" y="341"/>
                  </a:lnTo>
                  <a:lnTo>
                    <a:pt x="7200" y="482"/>
                  </a:lnTo>
                  <a:lnTo>
                    <a:pt x="7420" y="642"/>
                  </a:lnTo>
                  <a:lnTo>
                    <a:pt x="7641" y="823"/>
                  </a:lnTo>
                  <a:lnTo>
                    <a:pt x="7822" y="1043"/>
                  </a:lnTo>
                  <a:lnTo>
                    <a:pt x="7982" y="1244"/>
                  </a:lnTo>
                  <a:lnTo>
                    <a:pt x="8122" y="1484"/>
                  </a:lnTo>
                  <a:lnTo>
                    <a:pt x="8243" y="1745"/>
                  </a:lnTo>
                  <a:lnTo>
                    <a:pt x="8343" y="2006"/>
                  </a:lnTo>
                  <a:lnTo>
                    <a:pt x="8403" y="2266"/>
                  </a:lnTo>
                  <a:lnTo>
                    <a:pt x="8443" y="2567"/>
                  </a:lnTo>
                  <a:lnTo>
                    <a:pt x="8463" y="284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5" name="Google Shape;6685;p31"/>
            <p:cNvSpPr/>
            <p:nvPr/>
          </p:nvSpPr>
          <p:spPr>
            <a:xfrm>
              <a:off x="10760825" y="3828363"/>
              <a:ext cx="211600" cy="75725"/>
            </a:xfrm>
            <a:custGeom>
              <a:avLst/>
              <a:gdLst/>
              <a:ahLst/>
              <a:cxnLst/>
              <a:rect l="l" t="t" r="r" b="b"/>
              <a:pathLst>
                <a:path w="8464" h="3029" extrusionOk="0">
                  <a:moveTo>
                    <a:pt x="8383" y="0"/>
                  </a:moveTo>
                  <a:lnTo>
                    <a:pt x="7761" y="60"/>
                  </a:lnTo>
                  <a:lnTo>
                    <a:pt x="7140" y="80"/>
                  </a:lnTo>
                  <a:lnTo>
                    <a:pt x="60" y="80"/>
                  </a:lnTo>
                  <a:lnTo>
                    <a:pt x="20" y="381"/>
                  </a:lnTo>
                  <a:lnTo>
                    <a:pt x="0" y="682"/>
                  </a:lnTo>
                  <a:lnTo>
                    <a:pt x="20" y="1043"/>
                  </a:lnTo>
                  <a:lnTo>
                    <a:pt x="101" y="1384"/>
                  </a:lnTo>
                  <a:lnTo>
                    <a:pt x="201" y="1705"/>
                  </a:lnTo>
                  <a:lnTo>
                    <a:pt x="341" y="2026"/>
                  </a:lnTo>
                  <a:lnTo>
                    <a:pt x="522" y="2306"/>
                  </a:lnTo>
                  <a:lnTo>
                    <a:pt x="722" y="2587"/>
                  </a:lnTo>
                  <a:lnTo>
                    <a:pt x="963" y="2808"/>
                  </a:lnTo>
                  <a:lnTo>
                    <a:pt x="1224" y="3028"/>
                  </a:lnTo>
                  <a:lnTo>
                    <a:pt x="1304" y="2828"/>
                  </a:lnTo>
                  <a:lnTo>
                    <a:pt x="1404" y="2647"/>
                  </a:lnTo>
                  <a:lnTo>
                    <a:pt x="1504" y="2487"/>
                  </a:lnTo>
                  <a:lnTo>
                    <a:pt x="1625" y="2306"/>
                  </a:lnTo>
                  <a:lnTo>
                    <a:pt x="1765" y="2166"/>
                  </a:lnTo>
                  <a:lnTo>
                    <a:pt x="1926" y="2006"/>
                  </a:lnTo>
                  <a:lnTo>
                    <a:pt x="2086" y="1885"/>
                  </a:lnTo>
                  <a:lnTo>
                    <a:pt x="2246" y="1765"/>
                  </a:lnTo>
                  <a:lnTo>
                    <a:pt x="2547" y="1605"/>
                  </a:lnTo>
                  <a:lnTo>
                    <a:pt x="2848" y="1464"/>
                  </a:lnTo>
                  <a:lnTo>
                    <a:pt x="3169" y="1364"/>
                  </a:lnTo>
                  <a:lnTo>
                    <a:pt x="3490" y="1284"/>
                  </a:lnTo>
                  <a:lnTo>
                    <a:pt x="3811" y="1203"/>
                  </a:lnTo>
                  <a:lnTo>
                    <a:pt x="4152" y="1163"/>
                  </a:lnTo>
                  <a:lnTo>
                    <a:pt x="4793" y="1083"/>
                  </a:lnTo>
                  <a:lnTo>
                    <a:pt x="5575" y="1023"/>
                  </a:lnTo>
                  <a:lnTo>
                    <a:pt x="6859" y="1023"/>
                  </a:lnTo>
                  <a:lnTo>
                    <a:pt x="7380" y="1043"/>
                  </a:lnTo>
                  <a:lnTo>
                    <a:pt x="7902" y="1083"/>
                  </a:lnTo>
                  <a:lnTo>
                    <a:pt x="8423" y="1143"/>
                  </a:lnTo>
                  <a:lnTo>
                    <a:pt x="8463" y="903"/>
                  </a:lnTo>
                  <a:lnTo>
                    <a:pt x="8463" y="682"/>
                  </a:lnTo>
                  <a:lnTo>
                    <a:pt x="8443" y="341"/>
                  </a:lnTo>
                  <a:lnTo>
                    <a:pt x="8383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6" name="Google Shape;6686;p31"/>
            <p:cNvSpPr/>
            <p:nvPr/>
          </p:nvSpPr>
          <p:spPr>
            <a:xfrm>
              <a:off x="10760825" y="3828363"/>
              <a:ext cx="211600" cy="75725"/>
            </a:xfrm>
            <a:custGeom>
              <a:avLst/>
              <a:gdLst/>
              <a:ahLst/>
              <a:cxnLst/>
              <a:rect l="l" t="t" r="r" b="b"/>
              <a:pathLst>
                <a:path w="8464" h="3029" fill="none" extrusionOk="0">
                  <a:moveTo>
                    <a:pt x="8383" y="0"/>
                  </a:moveTo>
                  <a:lnTo>
                    <a:pt x="8383" y="0"/>
                  </a:lnTo>
                  <a:lnTo>
                    <a:pt x="7761" y="60"/>
                  </a:lnTo>
                  <a:lnTo>
                    <a:pt x="7140" y="80"/>
                  </a:lnTo>
                  <a:lnTo>
                    <a:pt x="60" y="80"/>
                  </a:lnTo>
                  <a:lnTo>
                    <a:pt x="60" y="80"/>
                  </a:lnTo>
                  <a:lnTo>
                    <a:pt x="20" y="381"/>
                  </a:lnTo>
                  <a:lnTo>
                    <a:pt x="0" y="682"/>
                  </a:lnTo>
                  <a:lnTo>
                    <a:pt x="0" y="682"/>
                  </a:lnTo>
                  <a:lnTo>
                    <a:pt x="20" y="1043"/>
                  </a:lnTo>
                  <a:lnTo>
                    <a:pt x="101" y="1384"/>
                  </a:lnTo>
                  <a:lnTo>
                    <a:pt x="201" y="1705"/>
                  </a:lnTo>
                  <a:lnTo>
                    <a:pt x="341" y="2026"/>
                  </a:lnTo>
                  <a:lnTo>
                    <a:pt x="522" y="2306"/>
                  </a:lnTo>
                  <a:lnTo>
                    <a:pt x="722" y="2587"/>
                  </a:lnTo>
                  <a:lnTo>
                    <a:pt x="963" y="2808"/>
                  </a:lnTo>
                  <a:lnTo>
                    <a:pt x="1224" y="3028"/>
                  </a:lnTo>
                  <a:lnTo>
                    <a:pt x="1224" y="3028"/>
                  </a:lnTo>
                  <a:lnTo>
                    <a:pt x="1304" y="2828"/>
                  </a:lnTo>
                  <a:lnTo>
                    <a:pt x="1404" y="2647"/>
                  </a:lnTo>
                  <a:lnTo>
                    <a:pt x="1504" y="2487"/>
                  </a:lnTo>
                  <a:lnTo>
                    <a:pt x="1625" y="2306"/>
                  </a:lnTo>
                  <a:lnTo>
                    <a:pt x="1765" y="2166"/>
                  </a:lnTo>
                  <a:lnTo>
                    <a:pt x="1926" y="2006"/>
                  </a:lnTo>
                  <a:lnTo>
                    <a:pt x="2086" y="1885"/>
                  </a:lnTo>
                  <a:lnTo>
                    <a:pt x="2246" y="1765"/>
                  </a:lnTo>
                  <a:lnTo>
                    <a:pt x="2246" y="1765"/>
                  </a:lnTo>
                  <a:lnTo>
                    <a:pt x="2547" y="1605"/>
                  </a:lnTo>
                  <a:lnTo>
                    <a:pt x="2848" y="1464"/>
                  </a:lnTo>
                  <a:lnTo>
                    <a:pt x="3169" y="1364"/>
                  </a:lnTo>
                  <a:lnTo>
                    <a:pt x="3490" y="1284"/>
                  </a:lnTo>
                  <a:lnTo>
                    <a:pt x="3811" y="1203"/>
                  </a:lnTo>
                  <a:lnTo>
                    <a:pt x="4152" y="1163"/>
                  </a:lnTo>
                  <a:lnTo>
                    <a:pt x="4793" y="1083"/>
                  </a:lnTo>
                  <a:lnTo>
                    <a:pt x="4793" y="1083"/>
                  </a:lnTo>
                  <a:lnTo>
                    <a:pt x="5575" y="1023"/>
                  </a:lnTo>
                  <a:lnTo>
                    <a:pt x="6337" y="1023"/>
                  </a:lnTo>
                  <a:lnTo>
                    <a:pt x="6337" y="1023"/>
                  </a:lnTo>
                  <a:lnTo>
                    <a:pt x="6859" y="1023"/>
                  </a:lnTo>
                  <a:lnTo>
                    <a:pt x="7380" y="1043"/>
                  </a:lnTo>
                  <a:lnTo>
                    <a:pt x="7902" y="1083"/>
                  </a:lnTo>
                  <a:lnTo>
                    <a:pt x="8423" y="1143"/>
                  </a:lnTo>
                  <a:lnTo>
                    <a:pt x="8423" y="1143"/>
                  </a:lnTo>
                  <a:lnTo>
                    <a:pt x="8463" y="903"/>
                  </a:lnTo>
                  <a:lnTo>
                    <a:pt x="8463" y="682"/>
                  </a:lnTo>
                  <a:lnTo>
                    <a:pt x="8463" y="682"/>
                  </a:lnTo>
                  <a:lnTo>
                    <a:pt x="8443" y="341"/>
                  </a:lnTo>
                  <a:lnTo>
                    <a:pt x="838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7" name="Google Shape;6687;p31"/>
            <p:cNvSpPr/>
            <p:nvPr/>
          </p:nvSpPr>
          <p:spPr>
            <a:xfrm>
              <a:off x="11125800" y="3122938"/>
              <a:ext cx="299350" cy="309375"/>
            </a:xfrm>
            <a:custGeom>
              <a:avLst/>
              <a:gdLst/>
              <a:ahLst/>
              <a:cxnLst/>
              <a:rect l="l" t="t" r="r" b="b"/>
              <a:pathLst>
                <a:path w="11974" h="12375" extrusionOk="0">
                  <a:moveTo>
                    <a:pt x="10830" y="0"/>
                  </a:moveTo>
                  <a:lnTo>
                    <a:pt x="10650" y="21"/>
                  </a:lnTo>
                  <a:lnTo>
                    <a:pt x="10489" y="81"/>
                  </a:lnTo>
                  <a:lnTo>
                    <a:pt x="10329" y="141"/>
                  </a:lnTo>
                  <a:lnTo>
                    <a:pt x="10189" y="261"/>
                  </a:lnTo>
                  <a:lnTo>
                    <a:pt x="10088" y="382"/>
                  </a:lnTo>
                  <a:lnTo>
                    <a:pt x="9988" y="542"/>
                  </a:lnTo>
                  <a:lnTo>
                    <a:pt x="9948" y="742"/>
                  </a:lnTo>
                  <a:lnTo>
                    <a:pt x="9928" y="963"/>
                  </a:lnTo>
                  <a:lnTo>
                    <a:pt x="9968" y="1886"/>
                  </a:lnTo>
                  <a:lnTo>
                    <a:pt x="10008" y="2928"/>
                  </a:lnTo>
                  <a:lnTo>
                    <a:pt x="10028" y="4031"/>
                  </a:lnTo>
                  <a:lnTo>
                    <a:pt x="10008" y="4593"/>
                  </a:lnTo>
                  <a:lnTo>
                    <a:pt x="9988" y="5154"/>
                  </a:lnTo>
                  <a:lnTo>
                    <a:pt x="9948" y="5696"/>
                  </a:lnTo>
                  <a:lnTo>
                    <a:pt x="9868" y="6257"/>
                  </a:lnTo>
                  <a:lnTo>
                    <a:pt x="9767" y="6779"/>
                  </a:lnTo>
                  <a:lnTo>
                    <a:pt x="9647" y="7300"/>
                  </a:lnTo>
                  <a:lnTo>
                    <a:pt x="9507" y="7782"/>
                  </a:lnTo>
                  <a:lnTo>
                    <a:pt x="9306" y="8243"/>
                  </a:lnTo>
                  <a:lnTo>
                    <a:pt x="9206" y="8443"/>
                  </a:lnTo>
                  <a:lnTo>
                    <a:pt x="9086" y="8644"/>
                  </a:lnTo>
                  <a:lnTo>
                    <a:pt x="8945" y="8845"/>
                  </a:lnTo>
                  <a:lnTo>
                    <a:pt x="8825" y="9025"/>
                  </a:lnTo>
                  <a:lnTo>
                    <a:pt x="8664" y="9185"/>
                  </a:lnTo>
                  <a:lnTo>
                    <a:pt x="8504" y="9346"/>
                  </a:lnTo>
                  <a:lnTo>
                    <a:pt x="8324" y="9486"/>
                  </a:lnTo>
                  <a:lnTo>
                    <a:pt x="8123" y="9627"/>
                  </a:lnTo>
                  <a:lnTo>
                    <a:pt x="7922" y="9747"/>
                  </a:lnTo>
                  <a:lnTo>
                    <a:pt x="7702" y="9847"/>
                  </a:lnTo>
                  <a:lnTo>
                    <a:pt x="7481" y="9948"/>
                  </a:lnTo>
                  <a:lnTo>
                    <a:pt x="7241" y="10028"/>
                  </a:lnTo>
                  <a:lnTo>
                    <a:pt x="6759" y="10168"/>
                  </a:lnTo>
                  <a:lnTo>
                    <a:pt x="6218" y="10288"/>
                  </a:lnTo>
                  <a:lnTo>
                    <a:pt x="5676" y="10369"/>
                  </a:lnTo>
                  <a:lnTo>
                    <a:pt x="5115" y="10409"/>
                  </a:lnTo>
                  <a:lnTo>
                    <a:pt x="4553" y="10429"/>
                  </a:lnTo>
                  <a:lnTo>
                    <a:pt x="3972" y="10449"/>
                  </a:lnTo>
                  <a:lnTo>
                    <a:pt x="3410" y="10429"/>
                  </a:lnTo>
                  <a:lnTo>
                    <a:pt x="2869" y="10409"/>
                  </a:lnTo>
                  <a:lnTo>
                    <a:pt x="1826" y="10349"/>
                  </a:lnTo>
                  <a:lnTo>
                    <a:pt x="944" y="10268"/>
                  </a:lnTo>
                  <a:lnTo>
                    <a:pt x="723" y="10268"/>
                  </a:lnTo>
                  <a:lnTo>
                    <a:pt x="522" y="10309"/>
                  </a:lnTo>
                  <a:lnTo>
                    <a:pt x="362" y="10409"/>
                  </a:lnTo>
                  <a:lnTo>
                    <a:pt x="222" y="10509"/>
                  </a:lnTo>
                  <a:lnTo>
                    <a:pt x="121" y="10649"/>
                  </a:lnTo>
                  <a:lnTo>
                    <a:pt x="61" y="10810"/>
                  </a:lnTo>
                  <a:lnTo>
                    <a:pt x="1" y="10990"/>
                  </a:lnTo>
                  <a:lnTo>
                    <a:pt x="1" y="11171"/>
                  </a:lnTo>
                  <a:lnTo>
                    <a:pt x="21" y="11351"/>
                  </a:lnTo>
                  <a:lnTo>
                    <a:pt x="61" y="11532"/>
                  </a:lnTo>
                  <a:lnTo>
                    <a:pt x="121" y="11712"/>
                  </a:lnTo>
                  <a:lnTo>
                    <a:pt x="242" y="11873"/>
                  </a:lnTo>
                  <a:lnTo>
                    <a:pt x="362" y="11993"/>
                  </a:lnTo>
                  <a:lnTo>
                    <a:pt x="522" y="12113"/>
                  </a:lnTo>
                  <a:lnTo>
                    <a:pt x="723" y="12194"/>
                  </a:lnTo>
                  <a:lnTo>
                    <a:pt x="944" y="12234"/>
                  </a:lnTo>
                  <a:lnTo>
                    <a:pt x="2247" y="12334"/>
                  </a:lnTo>
                  <a:lnTo>
                    <a:pt x="2949" y="12354"/>
                  </a:lnTo>
                  <a:lnTo>
                    <a:pt x="3691" y="12374"/>
                  </a:lnTo>
                  <a:lnTo>
                    <a:pt x="4613" y="12354"/>
                  </a:lnTo>
                  <a:lnTo>
                    <a:pt x="5055" y="12334"/>
                  </a:lnTo>
                  <a:lnTo>
                    <a:pt x="5516" y="12314"/>
                  </a:lnTo>
                  <a:lnTo>
                    <a:pt x="5977" y="12254"/>
                  </a:lnTo>
                  <a:lnTo>
                    <a:pt x="6438" y="12194"/>
                  </a:lnTo>
                  <a:lnTo>
                    <a:pt x="6880" y="12113"/>
                  </a:lnTo>
                  <a:lnTo>
                    <a:pt x="7301" y="12013"/>
                  </a:lnTo>
                  <a:lnTo>
                    <a:pt x="7742" y="11893"/>
                  </a:lnTo>
                  <a:lnTo>
                    <a:pt x="8143" y="11772"/>
                  </a:lnTo>
                  <a:lnTo>
                    <a:pt x="8544" y="11612"/>
                  </a:lnTo>
                  <a:lnTo>
                    <a:pt x="8905" y="11432"/>
                  </a:lnTo>
                  <a:lnTo>
                    <a:pt x="9266" y="11211"/>
                  </a:lnTo>
                  <a:lnTo>
                    <a:pt x="9607" y="10990"/>
                  </a:lnTo>
                  <a:lnTo>
                    <a:pt x="9908" y="10730"/>
                  </a:lnTo>
                  <a:lnTo>
                    <a:pt x="10189" y="10449"/>
                  </a:lnTo>
                  <a:lnTo>
                    <a:pt x="10369" y="10228"/>
                  </a:lnTo>
                  <a:lnTo>
                    <a:pt x="10550" y="9988"/>
                  </a:lnTo>
                  <a:lnTo>
                    <a:pt x="10710" y="9747"/>
                  </a:lnTo>
                  <a:lnTo>
                    <a:pt x="10850" y="9506"/>
                  </a:lnTo>
                  <a:lnTo>
                    <a:pt x="10991" y="9246"/>
                  </a:lnTo>
                  <a:lnTo>
                    <a:pt x="11111" y="8965"/>
                  </a:lnTo>
                  <a:lnTo>
                    <a:pt x="11231" y="8704"/>
                  </a:lnTo>
                  <a:lnTo>
                    <a:pt x="11332" y="8403"/>
                  </a:lnTo>
                  <a:lnTo>
                    <a:pt x="11512" y="7822"/>
                  </a:lnTo>
                  <a:lnTo>
                    <a:pt x="11653" y="7200"/>
                  </a:lnTo>
                  <a:lnTo>
                    <a:pt x="11773" y="6558"/>
                  </a:lnTo>
                  <a:lnTo>
                    <a:pt x="11853" y="5917"/>
                  </a:lnTo>
                  <a:lnTo>
                    <a:pt x="11913" y="5255"/>
                  </a:lnTo>
                  <a:lnTo>
                    <a:pt x="11953" y="4613"/>
                  </a:lnTo>
                  <a:lnTo>
                    <a:pt x="11973" y="3951"/>
                  </a:lnTo>
                  <a:lnTo>
                    <a:pt x="11973" y="3309"/>
                  </a:lnTo>
                  <a:lnTo>
                    <a:pt x="11933" y="2086"/>
                  </a:lnTo>
                  <a:lnTo>
                    <a:pt x="11893" y="963"/>
                  </a:lnTo>
                  <a:lnTo>
                    <a:pt x="11893" y="843"/>
                  </a:lnTo>
                  <a:lnTo>
                    <a:pt x="11853" y="722"/>
                  </a:lnTo>
                  <a:lnTo>
                    <a:pt x="11793" y="522"/>
                  </a:lnTo>
                  <a:lnTo>
                    <a:pt x="11673" y="361"/>
                  </a:lnTo>
                  <a:lnTo>
                    <a:pt x="11532" y="241"/>
                  </a:lnTo>
                  <a:lnTo>
                    <a:pt x="11372" y="121"/>
                  </a:lnTo>
                  <a:lnTo>
                    <a:pt x="11211" y="61"/>
                  </a:lnTo>
                  <a:lnTo>
                    <a:pt x="11011" y="21"/>
                  </a:lnTo>
                  <a:lnTo>
                    <a:pt x="1083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8" name="Google Shape;6688;p31"/>
            <p:cNvSpPr/>
            <p:nvPr/>
          </p:nvSpPr>
          <p:spPr>
            <a:xfrm>
              <a:off x="11125800" y="3122938"/>
              <a:ext cx="299350" cy="309375"/>
            </a:xfrm>
            <a:custGeom>
              <a:avLst/>
              <a:gdLst/>
              <a:ahLst/>
              <a:cxnLst/>
              <a:rect l="l" t="t" r="r" b="b"/>
              <a:pathLst>
                <a:path w="11974" h="12375" fill="none" extrusionOk="0">
                  <a:moveTo>
                    <a:pt x="10189" y="10449"/>
                  </a:moveTo>
                  <a:lnTo>
                    <a:pt x="10189" y="10449"/>
                  </a:lnTo>
                  <a:lnTo>
                    <a:pt x="9908" y="10730"/>
                  </a:lnTo>
                  <a:lnTo>
                    <a:pt x="9607" y="10990"/>
                  </a:lnTo>
                  <a:lnTo>
                    <a:pt x="9266" y="11211"/>
                  </a:lnTo>
                  <a:lnTo>
                    <a:pt x="8905" y="11432"/>
                  </a:lnTo>
                  <a:lnTo>
                    <a:pt x="8544" y="11612"/>
                  </a:lnTo>
                  <a:lnTo>
                    <a:pt x="8143" y="11772"/>
                  </a:lnTo>
                  <a:lnTo>
                    <a:pt x="7742" y="11893"/>
                  </a:lnTo>
                  <a:lnTo>
                    <a:pt x="7301" y="12013"/>
                  </a:lnTo>
                  <a:lnTo>
                    <a:pt x="6880" y="12113"/>
                  </a:lnTo>
                  <a:lnTo>
                    <a:pt x="6438" y="12194"/>
                  </a:lnTo>
                  <a:lnTo>
                    <a:pt x="5977" y="12254"/>
                  </a:lnTo>
                  <a:lnTo>
                    <a:pt x="5516" y="12314"/>
                  </a:lnTo>
                  <a:lnTo>
                    <a:pt x="5055" y="12334"/>
                  </a:lnTo>
                  <a:lnTo>
                    <a:pt x="4613" y="12354"/>
                  </a:lnTo>
                  <a:lnTo>
                    <a:pt x="3691" y="12374"/>
                  </a:lnTo>
                  <a:lnTo>
                    <a:pt x="3691" y="12374"/>
                  </a:lnTo>
                  <a:lnTo>
                    <a:pt x="2949" y="12354"/>
                  </a:lnTo>
                  <a:lnTo>
                    <a:pt x="2247" y="12334"/>
                  </a:lnTo>
                  <a:lnTo>
                    <a:pt x="944" y="12234"/>
                  </a:lnTo>
                  <a:lnTo>
                    <a:pt x="944" y="12234"/>
                  </a:lnTo>
                  <a:lnTo>
                    <a:pt x="723" y="12194"/>
                  </a:lnTo>
                  <a:lnTo>
                    <a:pt x="522" y="12113"/>
                  </a:lnTo>
                  <a:lnTo>
                    <a:pt x="362" y="11993"/>
                  </a:lnTo>
                  <a:lnTo>
                    <a:pt x="242" y="11873"/>
                  </a:lnTo>
                  <a:lnTo>
                    <a:pt x="121" y="11712"/>
                  </a:lnTo>
                  <a:lnTo>
                    <a:pt x="61" y="11532"/>
                  </a:lnTo>
                  <a:lnTo>
                    <a:pt x="21" y="11351"/>
                  </a:lnTo>
                  <a:lnTo>
                    <a:pt x="1" y="11171"/>
                  </a:lnTo>
                  <a:lnTo>
                    <a:pt x="1" y="10990"/>
                  </a:lnTo>
                  <a:lnTo>
                    <a:pt x="61" y="10810"/>
                  </a:lnTo>
                  <a:lnTo>
                    <a:pt x="121" y="10649"/>
                  </a:lnTo>
                  <a:lnTo>
                    <a:pt x="222" y="10509"/>
                  </a:lnTo>
                  <a:lnTo>
                    <a:pt x="362" y="10409"/>
                  </a:lnTo>
                  <a:lnTo>
                    <a:pt x="522" y="10309"/>
                  </a:lnTo>
                  <a:lnTo>
                    <a:pt x="723" y="10268"/>
                  </a:lnTo>
                  <a:lnTo>
                    <a:pt x="944" y="10268"/>
                  </a:lnTo>
                  <a:lnTo>
                    <a:pt x="944" y="10268"/>
                  </a:lnTo>
                  <a:lnTo>
                    <a:pt x="1826" y="10349"/>
                  </a:lnTo>
                  <a:lnTo>
                    <a:pt x="2869" y="10409"/>
                  </a:lnTo>
                  <a:lnTo>
                    <a:pt x="3410" y="10429"/>
                  </a:lnTo>
                  <a:lnTo>
                    <a:pt x="3972" y="10449"/>
                  </a:lnTo>
                  <a:lnTo>
                    <a:pt x="4553" y="10429"/>
                  </a:lnTo>
                  <a:lnTo>
                    <a:pt x="5115" y="10409"/>
                  </a:lnTo>
                  <a:lnTo>
                    <a:pt x="5676" y="10369"/>
                  </a:lnTo>
                  <a:lnTo>
                    <a:pt x="6218" y="10288"/>
                  </a:lnTo>
                  <a:lnTo>
                    <a:pt x="6759" y="10168"/>
                  </a:lnTo>
                  <a:lnTo>
                    <a:pt x="7241" y="10028"/>
                  </a:lnTo>
                  <a:lnTo>
                    <a:pt x="7481" y="9948"/>
                  </a:lnTo>
                  <a:lnTo>
                    <a:pt x="7702" y="9847"/>
                  </a:lnTo>
                  <a:lnTo>
                    <a:pt x="7922" y="9747"/>
                  </a:lnTo>
                  <a:lnTo>
                    <a:pt x="8123" y="9627"/>
                  </a:lnTo>
                  <a:lnTo>
                    <a:pt x="8324" y="9486"/>
                  </a:lnTo>
                  <a:lnTo>
                    <a:pt x="8504" y="9346"/>
                  </a:lnTo>
                  <a:lnTo>
                    <a:pt x="8664" y="9185"/>
                  </a:lnTo>
                  <a:lnTo>
                    <a:pt x="8825" y="9025"/>
                  </a:lnTo>
                  <a:lnTo>
                    <a:pt x="8825" y="9025"/>
                  </a:lnTo>
                  <a:lnTo>
                    <a:pt x="8945" y="8845"/>
                  </a:lnTo>
                  <a:lnTo>
                    <a:pt x="9086" y="8644"/>
                  </a:lnTo>
                  <a:lnTo>
                    <a:pt x="9206" y="8443"/>
                  </a:lnTo>
                  <a:lnTo>
                    <a:pt x="9306" y="8243"/>
                  </a:lnTo>
                  <a:lnTo>
                    <a:pt x="9507" y="7782"/>
                  </a:lnTo>
                  <a:lnTo>
                    <a:pt x="9647" y="7300"/>
                  </a:lnTo>
                  <a:lnTo>
                    <a:pt x="9767" y="6779"/>
                  </a:lnTo>
                  <a:lnTo>
                    <a:pt x="9868" y="6257"/>
                  </a:lnTo>
                  <a:lnTo>
                    <a:pt x="9948" y="5696"/>
                  </a:lnTo>
                  <a:lnTo>
                    <a:pt x="9988" y="5154"/>
                  </a:lnTo>
                  <a:lnTo>
                    <a:pt x="10008" y="4593"/>
                  </a:lnTo>
                  <a:lnTo>
                    <a:pt x="10028" y="4031"/>
                  </a:lnTo>
                  <a:lnTo>
                    <a:pt x="10008" y="2928"/>
                  </a:lnTo>
                  <a:lnTo>
                    <a:pt x="9968" y="1886"/>
                  </a:lnTo>
                  <a:lnTo>
                    <a:pt x="9928" y="963"/>
                  </a:lnTo>
                  <a:lnTo>
                    <a:pt x="9928" y="963"/>
                  </a:lnTo>
                  <a:lnTo>
                    <a:pt x="9948" y="742"/>
                  </a:lnTo>
                  <a:lnTo>
                    <a:pt x="9988" y="542"/>
                  </a:lnTo>
                  <a:lnTo>
                    <a:pt x="10088" y="382"/>
                  </a:lnTo>
                  <a:lnTo>
                    <a:pt x="10189" y="261"/>
                  </a:lnTo>
                  <a:lnTo>
                    <a:pt x="10329" y="141"/>
                  </a:lnTo>
                  <a:lnTo>
                    <a:pt x="10489" y="81"/>
                  </a:lnTo>
                  <a:lnTo>
                    <a:pt x="10650" y="21"/>
                  </a:lnTo>
                  <a:lnTo>
                    <a:pt x="10830" y="0"/>
                  </a:lnTo>
                  <a:lnTo>
                    <a:pt x="10830" y="0"/>
                  </a:lnTo>
                  <a:lnTo>
                    <a:pt x="11011" y="21"/>
                  </a:lnTo>
                  <a:lnTo>
                    <a:pt x="11211" y="61"/>
                  </a:lnTo>
                  <a:lnTo>
                    <a:pt x="11372" y="121"/>
                  </a:lnTo>
                  <a:lnTo>
                    <a:pt x="11532" y="241"/>
                  </a:lnTo>
                  <a:lnTo>
                    <a:pt x="11673" y="361"/>
                  </a:lnTo>
                  <a:lnTo>
                    <a:pt x="11793" y="522"/>
                  </a:lnTo>
                  <a:lnTo>
                    <a:pt x="11853" y="722"/>
                  </a:lnTo>
                  <a:lnTo>
                    <a:pt x="11893" y="843"/>
                  </a:lnTo>
                  <a:lnTo>
                    <a:pt x="11893" y="963"/>
                  </a:lnTo>
                  <a:lnTo>
                    <a:pt x="11893" y="963"/>
                  </a:lnTo>
                  <a:lnTo>
                    <a:pt x="11933" y="2086"/>
                  </a:lnTo>
                  <a:lnTo>
                    <a:pt x="11973" y="3309"/>
                  </a:lnTo>
                  <a:lnTo>
                    <a:pt x="11973" y="3951"/>
                  </a:lnTo>
                  <a:lnTo>
                    <a:pt x="11953" y="4613"/>
                  </a:lnTo>
                  <a:lnTo>
                    <a:pt x="11913" y="5255"/>
                  </a:lnTo>
                  <a:lnTo>
                    <a:pt x="11853" y="5917"/>
                  </a:lnTo>
                  <a:lnTo>
                    <a:pt x="11773" y="6558"/>
                  </a:lnTo>
                  <a:lnTo>
                    <a:pt x="11653" y="7200"/>
                  </a:lnTo>
                  <a:lnTo>
                    <a:pt x="11512" y="7822"/>
                  </a:lnTo>
                  <a:lnTo>
                    <a:pt x="11332" y="8403"/>
                  </a:lnTo>
                  <a:lnTo>
                    <a:pt x="11231" y="8704"/>
                  </a:lnTo>
                  <a:lnTo>
                    <a:pt x="11111" y="8965"/>
                  </a:lnTo>
                  <a:lnTo>
                    <a:pt x="10991" y="9246"/>
                  </a:lnTo>
                  <a:lnTo>
                    <a:pt x="10850" y="9506"/>
                  </a:lnTo>
                  <a:lnTo>
                    <a:pt x="10710" y="9747"/>
                  </a:lnTo>
                  <a:lnTo>
                    <a:pt x="10550" y="9988"/>
                  </a:lnTo>
                  <a:lnTo>
                    <a:pt x="10369" y="10228"/>
                  </a:lnTo>
                  <a:lnTo>
                    <a:pt x="10189" y="10449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9" name="Google Shape;6689;p31"/>
            <p:cNvSpPr/>
            <p:nvPr/>
          </p:nvSpPr>
          <p:spPr>
            <a:xfrm>
              <a:off x="11231600" y="3162038"/>
              <a:ext cx="168475" cy="252725"/>
            </a:xfrm>
            <a:custGeom>
              <a:avLst/>
              <a:gdLst/>
              <a:ahLst/>
              <a:cxnLst/>
              <a:rect l="l" t="t" r="r" b="b"/>
              <a:pathLst>
                <a:path w="6739" h="10109" extrusionOk="0">
                  <a:moveTo>
                    <a:pt x="5736" y="1"/>
                  </a:moveTo>
                  <a:lnTo>
                    <a:pt x="5776" y="1064"/>
                  </a:lnTo>
                  <a:lnTo>
                    <a:pt x="5796" y="2227"/>
                  </a:lnTo>
                  <a:lnTo>
                    <a:pt x="5796" y="2969"/>
                  </a:lnTo>
                  <a:lnTo>
                    <a:pt x="5756" y="3691"/>
                  </a:lnTo>
                  <a:lnTo>
                    <a:pt x="5676" y="4413"/>
                  </a:lnTo>
                  <a:lnTo>
                    <a:pt x="5636" y="4774"/>
                  </a:lnTo>
                  <a:lnTo>
                    <a:pt x="5576" y="5115"/>
                  </a:lnTo>
                  <a:lnTo>
                    <a:pt x="5495" y="5456"/>
                  </a:lnTo>
                  <a:lnTo>
                    <a:pt x="5415" y="5776"/>
                  </a:lnTo>
                  <a:lnTo>
                    <a:pt x="5315" y="6097"/>
                  </a:lnTo>
                  <a:lnTo>
                    <a:pt x="5195" y="6398"/>
                  </a:lnTo>
                  <a:lnTo>
                    <a:pt x="5074" y="6699"/>
                  </a:lnTo>
                  <a:lnTo>
                    <a:pt x="4914" y="6960"/>
                  </a:lnTo>
                  <a:lnTo>
                    <a:pt x="4753" y="7220"/>
                  </a:lnTo>
                  <a:lnTo>
                    <a:pt x="4593" y="7461"/>
                  </a:lnTo>
                  <a:lnTo>
                    <a:pt x="4412" y="7662"/>
                  </a:lnTo>
                  <a:lnTo>
                    <a:pt x="4192" y="7842"/>
                  </a:lnTo>
                  <a:lnTo>
                    <a:pt x="3971" y="8002"/>
                  </a:lnTo>
                  <a:lnTo>
                    <a:pt x="3731" y="8143"/>
                  </a:lnTo>
                  <a:lnTo>
                    <a:pt x="3490" y="8283"/>
                  </a:lnTo>
                  <a:lnTo>
                    <a:pt x="3209" y="8384"/>
                  </a:lnTo>
                  <a:lnTo>
                    <a:pt x="2928" y="8484"/>
                  </a:lnTo>
                  <a:lnTo>
                    <a:pt x="2628" y="8584"/>
                  </a:lnTo>
                  <a:lnTo>
                    <a:pt x="2327" y="8644"/>
                  </a:lnTo>
                  <a:lnTo>
                    <a:pt x="2006" y="8724"/>
                  </a:lnTo>
                  <a:lnTo>
                    <a:pt x="1344" y="8805"/>
                  </a:lnTo>
                  <a:lnTo>
                    <a:pt x="682" y="8865"/>
                  </a:lnTo>
                  <a:lnTo>
                    <a:pt x="0" y="8885"/>
                  </a:lnTo>
                  <a:lnTo>
                    <a:pt x="0" y="10108"/>
                  </a:lnTo>
                  <a:lnTo>
                    <a:pt x="121" y="10048"/>
                  </a:lnTo>
                  <a:lnTo>
                    <a:pt x="301" y="9948"/>
                  </a:lnTo>
                  <a:lnTo>
                    <a:pt x="502" y="9868"/>
                  </a:lnTo>
                  <a:lnTo>
                    <a:pt x="903" y="9727"/>
                  </a:lnTo>
                  <a:lnTo>
                    <a:pt x="1725" y="9507"/>
                  </a:lnTo>
                  <a:lnTo>
                    <a:pt x="2447" y="9286"/>
                  </a:lnTo>
                  <a:lnTo>
                    <a:pt x="2788" y="9166"/>
                  </a:lnTo>
                  <a:lnTo>
                    <a:pt x="3129" y="9025"/>
                  </a:lnTo>
                  <a:lnTo>
                    <a:pt x="3470" y="8865"/>
                  </a:lnTo>
                  <a:lnTo>
                    <a:pt x="3811" y="8704"/>
                  </a:lnTo>
                  <a:lnTo>
                    <a:pt x="4132" y="8524"/>
                  </a:lnTo>
                  <a:lnTo>
                    <a:pt x="4432" y="8323"/>
                  </a:lnTo>
                  <a:lnTo>
                    <a:pt x="4733" y="8103"/>
                  </a:lnTo>
                  <a:lnTo>
                    <a:pt x="5014" y="7882"/>
                  </a:lnTo>
                  <a:lnTo>
                    <a:pt x="5275" y="7621"/>
                  </a:lnTo>
                  <a:lnTo>
                    <a:pt x="5515" y="7361"/>
                  </a:lnTo>
                  <a:lnTo>
                    <a:pt x="5756" y="7060"/>
                  </a:lnTo>
                  <a:lnTo>
                    <a:pt x="5957" y="6759"/>
                  </a:lnTo>
                  <a:lnTo>
                    <a:pt x="6137" y="6438"/>
                  </a:lnTo>
                  <a:lnTo>
                    <a:pt x="6298" y="6077"/>
                  </a:lnTo>
                  <a:lnTo>
                    <a:pt x="6418" y="5716"/>
                  </a:lnTo>
                  <a:lnTo>
                    <a:pt x="6518" y="5355"/>
                  </a:lnTo>
                  <a:lnTo>
                    <a:pt x="6598" y="4974"/>
                  </a:lnTo>
                  <a:lnTo>
                    <a:pt x="6659" y="4593"/>
                  </a:lnTo>
                  <a:lnTo>
                    <a:pt x="6699" y="4232"/>
                  </a:lnTo>
                  <a:lnTo>
                    <a:pt x="6719" y="3851"/>
                  </a:lnTo>
                  <a:lnTo>
                    <a:pt x="6739" y="3470"/>
                  </a:lnTo>
                  <a:lnTo>
                    <a:pt x="6739" y="3089"/>
                  </a:lnTo>
                  <a:lnTo>
                    <a:pt x="6699" y="2327"/>
                  </a:lnTo>
                  <a:lnTo>
                    <a:pt x="6638" y="1565"/>
                  </a:lnTo>
                  <a:lnTo>
                    <a:pt x="6598" y="803"/>
                  </a:lnTo>
                  <a:lnTo>
                    <a:pt x="6558" y="41"/>
                  </a:lnTo>
                  <a:lnTo>
                    <a:pt x="6177" y="41"/>
                  </a:lnTo>
                  <a:lnTo>
                    <a:pt x="5736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0" name="Google Shape;6690;p31"/>
            <p:cNvSpPr/>
            <p:nvPr/>
          </p:nvSpPr>
          <p:spPr>
            <a:xfrm>
              <a:off x="11277725" y="3008638"/>
              <a:ext cx="243175" cy="154425"/>
            </a:xfrm>
            <a:custGeom>
              <a:avLst/>
              <a:gdLst/>
              <a:ahLst/>
              <a:cxnLst/>
              <a:rect l="l" t="t" r="r" b="b"/>
              <a:pathLst>
                <a:path w="9727" h="6177" extrusionOk="0">
                  <a:moveTo>
                    <a:pt x="141" y="0"/>
                  </a:moveTo>
                  <a:lnTo>
                    <a:pt x="121" y="120"/>
                  </a:lnTo>
                  <a:lnTo>
                    <a:pt x="61" y="461"/>
                  </a:lnTo>
                  <a:lnTo>
                    <a:pt x="21" y="963"/>
                  </a:lnTo>
                  <a:lnTo>
                    <a:pt x="0" y="1284"/>
                  </a:lnTo>
                  <a:lnTo>
                    <a:pt x="0" y="1604"/>
                  </a:lnTo>
                  <a:lnTo>
                    <a:pt x="21" y="1965"/>
                  </a:lnTo>
                  <a:lnTo>
                    <a:pt x="61" y="2326"/>
                  </a:lnTo>
                  <a:lnTo>
                    <a:pt x="121" y="2707"/>
                  </a:lnTo>
                  <a:lnTo>
                    <a:pt x="201" y="3088"/>
                  </a:lnTo>
                  <a:lnTo>
                    <a:pt x="321" y="3449"/>
                  </a:lnTo>
                  <a:lnTo>
                    <a:pt x="482" y="3830"/>
                  </a:lnTo>
                  <a:lnTo>
                    <a:pt x="682" y="4171"/>
                  </a:lnTo>
                  <a:lnTo>
                    <a:pt x="803" y="4352"/>
                  </a:lnTo>
                  <a:lnTo>
                    <a:pt x="943" y="4512"/>
                  </a:lnTo>
                  <a:lnTo>
                    <a:pt x="1204" y="4813"/>
                  </a:lnTo>
                  <a:lnTo>
                    <a:pt x="1484" y="5074"/>
                  </a:lnTo>
                  <a:lnTo>
                    <a:pt x="1785" y="5294"/>
                  </a:lnTo>
                  <a:lnTo>
                    <a:pt x="2066" y="5495"/>
                  </a:lnTo>
                  <a:lnTo>
                    <a:pt x="2347" y="5655"/>
                  </a:lnTo>
                  <a:lnTo>
                    <a:pt x="2628" y="5796"/>
                  </a:lnTo>
                  <a:lnTo>
                    <a:pt x="2908" y="5896"/>
                  </a:lnTo>
                  <a:lnTo>
                    <a:pt x="3189" y="5996"/>
                  </a:lnTo>
                  <a:lnTo>
                    <a:pt x="3450" y="6057"/>
                  </a:lnTo>
                  <a:lnTo>
                    <a:pt x="3690" y="6097"/>
                  </a:lnTo>
                  <a:lnTo>
                    <a:pt x="4152" y="6157"/>
                  </a:lnTo>
                  <a:lnTo>
                    <a:pt x="4553" y="6177"/>
                  </a:lnTo>
                  <a:lnTo>
                    <a:pt x="5175" y="6177"/>
                  </a:lnTo>
                  <a:lnTo>
                    <a:pt x="5556" y="6157"/>
                  </a:lnTo>
                  <a:lnTo>
                    <a:pt x="6017" y="6097"/>
                  </a:lnTo>
                  <a:lnTo>
                    <a:pt x="6278" y="6057"/>
                  </a:lnTo>
                  <a:lnTo>
                    <a:pt x="6538" y="5996"/>
                  </a:lnTo>
                  <a:lnTo>
                    <a:pt x="6819" y="5896"/>
                  </a:lnTo>
                  <a:lnTo>
                    <a:pt x="7100" y="5796"/>
                  </a:lnTo>
                  <a:lnTo>
                    <a:pt x="7381" y="5655"/>
                  </a:lnTo>
                  <a:lnTo>
                    <a:pt x="7661" y="5495"/>
                  </a:lnTo>
                  <a:lnTo>
                    <a:pt x="7942" y="5294"/>
                  </a:lnTo>
                  <a:lnTo>
                    <a:pt x="8223" y="5074"/>
                  </a:lnTo>
                  <a:lnTo>
                    <a:pt x="8504" y="4813"/>
                  </a:lnTo>
                  <a:lnTo>
                    <a:pt x="8784" y="4512"/>
                  </a:lnTo>
                  <a:lnTo>
                    <a:pt x="8865" y="4412"/>
                  </a:lnTo>
                  <a:lnTo>
                    <a:pt x="8985" y="4252"/>
                  </a:lnTo>
                  <a:lnTo>
                    <a:pt x="9085" y="4071"/>
                  </a:lnTo>
                  <a:lnTo>
                    <a:pt x="9286" y="3730"/>
                  </a:lnTo>
                  <a:lnTo>
                    <a:pt x="9426" y="3369"/>
                  </a:lnTo>
                  <a:lnTo>
                    <a:pt x="9546" y="2988"/>
                  </a:lnTo>
                  <a:lnTo>
                    <a:pt x="9627" y="2627"/>
                  </a:lnTo>
                  <a:lnTo>
                    <a:pt x="9687" y="2246"/>
                  </a:lnTo>
                  <a:lnTo>
                    <a:pt x="9707" y="1905"/>
                  </a:lnTo>
                  <a:lnTo>
                    <a:pt x="9727" y="1564"/>
                  </a:lnTo>
                  <a:lnTo>
                    <a:pt x="9727" y="1223"/>
                  </a:lnTo>
                  <a:lnTo>
                    <a:pt x="9707" y="943"/>
                  </a:lnTo>
                  <a:lnTo>
                    <a:pt x="9647" y="441"/>
                  </a:lnTo>
                  <a:lnTo>
                    <a:pt x="9607" y="120"/>
                  </a:lnTo>
                  <a:lnTo>
                    <a:pt x="9566" y="0"/>
                  </a:lnTo>
                  <a:lnTo>
                    <a:pt x="6899" y="0"/>
                  </a:lnTo>
                  <a:lnTo>
                    <a:pt x="6919" y="140"/>
                  </a:lnTo>
                  <a:lnTo>
                    <a:pt x="6959" y="501"/>
                  </a:lnTo>
                  <a:lnTo>
                    <a:pt x="6959" y="762"/>
                  </a:lnTo>
                  <a:lnTo>
                    <a:pt x="6959" y="1043"/>
                  </a:lnTo>
                  <a:lnTo>
                    <a:pt x="6939" y="1344"/>
                  </a:lnTo>
                  <a:lnTo>
                    <a:pt x="6879" y="1645"/>
                  </a:lnTo>
                  <a:lnTo>
                    <a:pt x="6799" y="1945"/>
                  </a:lnTo>
                  <a:lnTo>
                    <a:pt x="6679" y="2246"/>
                  </a:lnTo>
                  <a:lnTo>
                    <a:pt x="6598" y="2387"/>
                  </a:lnTo>
                  <a:lnTo>
                    <a:pt x="6518" y="2527"/>
                  </a:lnTo>
                  <a:lnTo>
                    <a:pt x="6418" y="2647"/>
                  </a:lnTo>
                  <a:lnTo>
                    <a:pt x="6318" y="2768"/>
                  </a:lnTo>
                  <a:lnTo>
                    <a:pt x="6177" y="2888"/>
                  </a:lnTo>
                  <a:lnTo>
                    <a:pt x="6037" y="2988"/>
                  </a:lnTo>
                  <a:lnTo>
                    <a:pt x="5896" y="3068"/>
                  </a:lnTo>
                  <a:lnTo>
                    <a:pt x="5716" y="3149"/>
                  </a:lnTo>
                  <a:lnTo>
                    <a:pt x="5535" y="3209"/>
                  </a:lnTo>
                  <a:lnTo>
                    <a:pt x="5335" y="3249"/>
                  </a:lnTo>
                  <a:lnTo>
                    <a:pt x="5094" y="3289"/>
                  </a:lnTo>
                  <a:lnTo>
                    <a:pt x="4613" y="3289"/>
                  </a:lnTo>
                  <a:lnTo>
                    <a:pt x="4392" y="3249"/>
                  </a:lnTo>
                  <a:lnTo>
                    <a:pt x="4192" y="3209"/>
                  </a:lnTo>
                  <a:lnTo>
                    <a:pt x="4011" y="3149"/>
                  </a:lnTo>
                  <a:lnTo>
                    <a:pt x="3831" y="3068"/>
                  </a:lnTo>
                  <a:lnTo>
                    <a:pt x="3670" y="2988"/>
                  </a:lnTo>
                  <a:lnTo>
                    <a:pt x="3530" y="2888"/>
                  </a:lnTo>
                  <a:lnTo>
                    <a:pt x="3410" y="2768"/>
                  </a:lnTo>
                  <a:lnTo>
                    <a:pt x="3309" y="2647"/>
                  </a:lnTo>
                  <a:lnTo>
                    <a:pt x="3209" y="2527"/>
                  </a:lnTo>
                  <a:lnTo>
                    <a:pt x="3109" y="2387"/>
                  </a:lnTo>
                  <a:lnTo>
                    <a:pt x="3049" y="2246"/>
                  </a:lnTo>
                  <a:lnTo>
                    <a:pt x="2928" y="1945"/>
                  </a:lnTo>
                  <a:lnTo>
                    <a:pt x="2848" y="1645"/>
                  </a:lnTo>
                  <a:lnTo>
                    <a:pt x="2788" y="1344"/>
                  </a:lnTo>
                  <a:lnTo>
                    <a:pt x="2768" y="1043"/>
                  </a:lnTo>
                  <a:lnTo>
                    <a:pt x="2768" y="762"/>
                  </a:lnTo>
                  <a:lnTo>
                    <a:pt x="2768" y="501"/>
                  </a:lnTo>
                  <a:lnTo>
                    <a:pt x="2808" y="140"/>
                  </a:lnTo>
                  <a:lnTo>
                    <a:pt x="282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1" name="Google Shape;6691;p31"/>
            <p:cNvSpPr/>
            <p:nvPr/>
          </p:nvSpPr>
          <p:spPr>
            <a:xfrm>
              <a:off x="11277725" y="3008638"/>
              <a:ext cx="243175" cy="154425"/>
            </a:xfrm>
            <a:custGeom>
              <a:avLst/>
              <a:gdLst/>
              <a:ahLst/>
              <a:cxnLst/>
              <a:rect l="l" t="t" r="r" b="b"/>
              <a:pathLst>
                <a:path w="9727" h="6177" fill="none" extrusionOk="0">
                  <a:moveTo>
                    <a:pt x="8865" y="4412"/>
                  </a:moveTo>
                  <a:lnTo>
                    <a:pt x="8865" y="4412"/>
                  </a:lnTo>
                  <a:lnTo>
                    <a:pt x="8784" y="4512"/>
                  </a:lnTo>
                  <a:lnTo>
                    <a:pt x="8784" y="4512"/>
                  </a:lnTo>
                  <a:lnTo>
                    <a:pt x="8504" y="4813"/>
                  </a:lnTo>
                  <a:lnTo>
                    <a:pt x="8223" y="5074"/>
                  </a:lnTo>
                  <a:lnTo>
                    <a:pt x="7942" y="5294"/>
                  </a:lnTo>
                  <a:lnTo>
                    <a:pt x="7661" y="5495"/>
                  </a:lnTo>
                  <a:lnTo>
                    <a:pt x="7381" y="5655"/>
                  </a:lnTo>
                  <a:lnTo>
                    <a:pt x="7100" y="5796"/>
                  </a:lnTo>
                  <a:lnTo>
                    <a:pt x="6819" y="5896"/>
                  </a:lnTo>
                  <a:lnTo>
                    <a:pt x="6538" y="5996"/>
                  </a:lnTo>
                  <a:lnTo>
                    <a:pt x="6278" y="6057"/>
                  </a:lnTo>
                  <a:lnTo>
                    <a:pt x="6017" y="6097"/>
                  </a:lnTo>
                  <a:lnTo>
                    <a:pt x="5556" y="6157"/>
                  </a:lnTo>
                  <a:lnTo>
                    <a:pt x="5175" y="6177"/>
                  </a:lnTo>
                  <a:lnTo>
                    <a:pt x="4854" y="6177"/>
                  </a:lnTo>
                  <a:lnTo>
                    <a:pt x="4854" y="6177"/>
                  </a:lnTo>
                  <a:lnTo>
                    <a:pt x="4553" y="6177"/>
                  </a:lnTo>
                  <a:lnTo>
                    <a:pt x="4152" y="6157"/>
                  </a:lnTo>
                  <a:lnTo>
                    <a:pt x="3690" y="6097"/>
                  </a:lnTo>
                  <a:lnTo>
                    <a:pt x="3450" y="6057"/>
                  </a:lnTo>
                  <a:lnTo>
                    <a:pt x="3189" y="5996"/>
                  </a:lnTo>
                  <a:lnTo>
                    <a:pt x="2908" y="5896"/>
                  </a:lnTo>
                  <a:lnTo>
                    <a:pt x="2628" y="5796"/>
                  </a:lnTo>
                  <a:lnTo>
                    <a:pt x="2347" y="5655"/>
                  </a:lnTo>
                  <a:lnTo>
                    <a:pt x="2066" y="5495"/>
                  </a:lnTo>
                  <a:lnTo>
                    <a:pt x="1785" y="5294"/>
                  </a:lnTo>
                  <a:lnTo>
                    <a:pt x="1484" y="5074"/>
                  </a:lnTo>
                  <a:lnTo>
                    <a:pt x="1204" y="4813"/>
                  </a:lnTo>
                  <a:lnTo>
                    <a:pt x="943" y="4512"/>
                  </a:lnTo>
                  <a:lnTo>
                    <a:pt x="943" y="4512"/>
                  </a:lnTo>
                  <a:lnTo>
                    <a:pt x="803" y="4352"/>
                  </a:lnTo>
                  <a:lnTo>
                    <a:pt x="682" y="4171"/>
                  </a:lnTo>
                  <a:lnTo>
                    <a:pt x="482" y="3830"/>
                  </a:lnTo>
                  <a:lnTo>
                    <a:pt x="321" y="3449"/>
                  </a:lnTo>
                  <a:lnTo>
                    <a:pt x="201" y="3088"/>
                  </a:lnTo>
                  <a:lnTo>
                    <a:pt x="121" y="2707"/>
                  </a:lnTo>
                  <a:lnTo>
                    <a:pt x="61" y="2326"/>
                  </a:lnTo>
                  <a:lnTo>
                    <a:pt x="21" y="1965"/>
                  </a:lnTo>
                  <a:lnTo>
                    <a:pt x="0" y="1604"/>
                  </a:lnTo>
                  <a:lnTo>
                    <a:pt x="0" y="1284"/>
                  </a:lnTo>
                  <a:lnTo>
                    <a:pt x="21" y="963"/>
                  </a:lnTo>
                  <a:lnTo>
                    <a:pt x="61" y="461"/>
                  </a:lnTo>
                  <a:lnTo>
                    <a:pt x="121" y="120"/>
                  </a:lnTo>
                  <a:lnTo>
                    <a:pt x="141" y="0"/>
                  </a:lnTo>
                  <a:lnTo>
                    <a:pt x="2828" y="0"/>
                  </a:lnTo>
                  <a:lnTo>
                    <a:pt x="2828" y="0"/>
                  </a:lnTo>
                  <a:lnTo>
                    <a:pt x="2808" y="140"/>
                  </a:lnTo>
                  <a:lnTo>
                    <a:pt x="2768" y="501"/>
                  </a:lnTo>
                  <a:lnTo>
                    <a:pt x="2768" y="762"/>
                  </a:lnTo>
                  <a:lnTo>
                    <a:pt x="2768" y="1043"/>
                  </a:lnTo>
                  <a:lnTo>
                    <a:pt x="2788" y="1344"/>
                  </a:lnTo>
                  <a:lnTo>
                    <a:pt x="2848" y="1645"/>
                  </a:lnTo>
                  <a:lnTo>
                    <a:pt x="2928" y="1945"/>
                  </a:lnTo>
                  <a:lnTo>
                    <a:pt x="3049" y="2246"/>
                  </a:lnTo>
                  <a:lnTo>
                    <a:pt x="3109" y="2387"/>
                  </a:lnTo>
                  <a:lnTo>
                    <a:pt x="3209" y="2527"/>
                  </a:lnTo>
                  <a:lnTo>
                    <a:pt x="3309" y="2647"/>
                  </a:lnTo>
                  <a:lnTo>
                    <a:pt x="3410" y="2768"/>
                  </a:lnTo>
                  <a:lnTo>
                    <a:pt x="3530" y="2888"/>
                  </a:lnTo>
                  <a:lnTo>
                    <a:pt x="3670" y="2988"/>
                  </a:lnTo>
                  <a:lnTo>
                    <a:pt x="3831" y="3068"/>
                  </a:lnTo>
                  <a:lnTo>
                    <a:pt x="4011" y="3149"/>
                  </a:lnTo>
                  <a:lnTo>
                    <a:pt x="4192" y="3209"/>
                  </a:lnTo>
                  <a:lnTo>
                    <a:pt x="4392" y="3249"/>
                  </a:lnTo>
                  <a:lnTo>
                    <a:pt x="4613" y="3289"/>
                  </a:lnTo>
                  <a:lnTo>
                    <a:pt x="4854" y="3289"/>
                  </a:lnTo>
                  <a:lnTo>
                    <a:pt x="4854" y="3289"/>
                  </a:lnTo>
                  <a:lnTo>
                    <a:pt x="5094" y="3289"/>
                  </a:lnTo>
                  <a:lnTo>
                    <a:pt x="5335" y="3249"/>
                  </a:lnTo>
                  <a:lnTo>
                    <a:pt x="5535" y="3209"/>
                  </a:lnTo>
                  <a:lnTo>
                    <a:pt x="5716" y="3149"/>
                  </a:lnTo>
                  <a:lnTo>
                    <a:pt x="5896" y="3068"/>
                  </a:lnTo>
                  <a:lnTo>
                    <a:pt x="6037" y="2988"/>
                  </a:lnTo>
                  <a:lnTo>
                    <a:pt x="6177" y="2888"/>
                  </a:lnTo>
                  <a:lnTo>
                    <a:pt x="6318" y="2768"/>
                  </a:lnTo>
                  <a:lnTo>
                    <a:pt x="6418" y="2647"/>
                  </a:lnTo>
                  <a:lnTo>
                    <a:pt x="6518" y="2527"/>
                  </a:lnTo>
                  <a:lnTo>
                    <a:pt x="6598" y="2387"/>
                  </a:lnTo>
                  <a:lnTo>
                    <a:pt x="6679" y="2246"/>
                  </a:lnTo>
                  <a:lnTo>
                    <a:pt x="6799" y="1945"/>
                  </a:lnTo>
                  <a:lnTo>
                    <a:pt x="6879" y="1645"/>
                  </a:lnTo>
                  <a:lnTo>
                    <a:pt x="6939" y="1344"/>
                  </a:lnTo>
                  <a:lnTo>
                    <a:pt x="6959" y="1043"/>
                  </a:lnTo>
                  <a:lnTo>
                    <a:pt x="6959" y="762"/>
                  </a:lnTo>
                  <a:lnTo>
                    <a:pt x="6959" y="501"/>
                  </a:lnTo>
                  <a:lnTo>
                    <a:pt x="6919" y="140"/>
                  </a:lnTo>
                  <a:lnTo>
                    <a:pt x="6899" y="0"/>
                  </a:lnTo>
                  <a:lnTo>
                    <a:pt x="9566" y="0"/>
                  </a:lnTo>
                  <a:lnTo>
                    <a:pt x="9566" y="0"/>
                  </a:lnTo>
                  <a:lnTo>
                    <a:pt x="9607" y="120"/>
                  </a:lnTo>
                  <a:lnTo>
                    <a:pt x="9647" y="441"/>
                  </a:lnTo>
                  <a:lnTo>
                    <a:pt x="9707" y="943"/>
                  </a:lnTo>
                  <a:lnTo>
                    <a:pt x="9727" y="1223"/>
                  </a:lnTo>
                  <a:lnTo>
                    <a:pt x="9727" y="1564"/>
                  </a:lnTo>
                  <a:lnTo>
                    <a:pt x="9707" y="1905"/>
                  </a:lnTo>
                  <a:lnTo>
                    <a:pt x="9687" y="2246"/>
                  </a:lnTo>
                  <a:lnTo>
                    <a:pt x="9627" y="2627"/>
                  </a:lnTo>
                  <a:lnTo>
                    <a:pt x="9546" y="2988"/>
                  </a:lnTo>
                  <a:lnTo>
                    <a:pt x="9426" y="3369"/>
                  </a:lnTo>
                  <a:lnTo>
                    <a:pt x="9286" y="3730"/>
                  </a:lnTo>
                  <a:lnTo>
                    <a:pt x="9085" y="4071"/>
                  </a:lnTo>
                  <a:lnTo>
                    <a:pt x="8985" y="4252"/>
                  </a:lnTo>
                  <a:lnTo>
                    <a:pt x="8865" y="4412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2" name="Google Shape;6692;p31"/>
            <p:cNvSpPr/>
            <p:nvPr/>
          </p:nvSpPr>
          <p:spPr>
            <a:xfrm>
              <a:off x="11277725" y="3008638"/>
              <a:ext cx="221625" cy="154425"/>
            </a:xfrm>
            <a:custGeom>
              <a:avLst/>
              <a:gdLst/>
              <a:ahLst/>
              <a:cxnLst/>
              <a:rect l="l" t="t" r="r" b="b"/>
              <a:pathLst>
                <a:path w="8865" h="6177" extrusionOk="0">
                  <a:moveTo>
                    <a:pt x="141" y="0"/>
                  </a:moveTo>
                  <a:lnTo>
                    <a:pt x="121" y="100"/>
                  </a:lnTo>
                  <a:lnTo>
                    <a:pt x="81" y="421"/>
                  </a:lnTo>
                  <a:lnTo>
                    <a:pt x="21" y="902"/>
                  </a:lnTo>
                  <a:lnTo>
                    <a:pt x="0" y="1183"/>
                  </a:lnTo>
                  <a:lnTo>
                    <a:pt x="0" y="1484"/>
                  </a:lnTo>
                  <a:lnTo>
                    <a:pt x="0" y="1845"/>
                  </a:lnTo>
                  <a:lnTo>
                    <a:pt x="41" y="2226"/>
                  </a:lnTo>
                  <a:lnTo>
                    <a:pt x="101" y="2607"/>
                  </a:lnTo>
                  <a:lnTo>
                    <a:pt x="181" y="3008"/>
                  </a:lnTo>
                  <a:lnTo>
                    <a:pt x="301" y="3409"/>
                  </a:lnTo>
                  <a:lnTo>
                    <a:pt x="462" y="3790"/>
                  </a:lnTo>
                  <a:lnTo>
                    <a:pt x="562" y="3971"/>
                  </a:lnTo>
                  <a:lnTo>
                    <a:pt x="682" y="4171"/>
                  </a:lnTo>
                  <a:lnTo>
                    <a:pt x="803" y="4332"/>
                  </a:lnTo>
                  <a:lnTo>
                    <a:pt x="943" y="4512"/>
                  </a:lnTo>
                  <a:lnTo>
                    <a:pt x="1204" y="4793"/>
                  </a:lnTo>
                  <a:lnTo>
                    <a:pt x="1464" y="5054"/>
                  </a:lnTo>
                  <a:lnTo>
                    <a:pt x="1725" y="5274"/>
                  </a:lnTo>
                  <a:lnTo>
                    <a:pt x="2006" y="5455"/>
                  </a:lnTo>
                  <a:lnTo>
                    <a:pt x="2267" y="5615"/>
                  </a:lnTo>
                  <a:lnTo>
                    <a:pt x="2547" y="5756"/>
                  </a:lnTo>
                  <a:lnTo>
                    <a:pt x="2808" y="5876"/>
                  </a:lnTo>
                  <a:lnTo>
                    <a:pt x="3069" y="5956"/>
                  </a:lnTo>
                  <a:lnTo>
                    <a:pt x="3329" y="6036"/>
                  </a:lnTo>
                  <a:lnTo>
                    <a:pt x="3570" y="6077"/>
                  </a:lnTo>
                  <a:lnTo>
                    <a:pt x="4011" y="6157"/>
                  </a:lnTo>
                  <a:lnTo>
                    <a:pt x="4412" y="6177"/>
                  </a:lnTo>
                  <a:lnTo>
                    <a:pt x="5295" y="6177"/>
                  </a:lnTo>
                  <a:lnTo>
                    <a:pt x="5696" y="6157"/>
                  </a:lnTo>
                  <a:lnTo>
                    <a:pt x="6157" y="6077"/>
                  </a:lnTo>
                  <a:lnTo>
                    <a:pt x="6398" y="6036"/>
                  </a:lnTo>
                  <a:lnTo>
                    <a:pt x="6659" y="5956"/>
                  </a:lnTo>
                  <a:lnTo>
                    <a:pt x="6919" y="5876"/>
                  </a:lnTo>
                  <a:lnTo>
                    <a:pt x="7180" y="5756"/>
                  </a:lnTo>
                  <a:lnTo>
                    <a:pt x="7441" y="5615"/>
                  </a:lnTo>
                  <a:lnTo>
                    <a:pt x="7721" y="5455"/>
                  </a:lnTo>
                  <a:lnTo>
                    <a:pt x="7982" y="5274"/>
                  </a:lnTo>
                  <a:lnTo>
                    <a:pt x="8263" y="5054"/>
                  </a:lnTo>
                  <a:lnTo>
                    <a:pt x="8524" y="4793"/>
                  </a:lnTo>
                  <a:lnTo>
                    <a:pt x="8784" y="4512"/>
                  </a:lnTo>
                  <a:lnTo>
                    <a:pt x="8865" y="4412"/>
                  </a:lnTo>
                  <a:lnTo>
                    <a:pt x="8544" y="4613"/>
                  </a:lnTo>
                  <a:lnTo>
                    <a:pt x="8203" y="4813"/>
                  </a:lnTo>
                  <a:lnTo>
                    <a:pt x="7842" y="4954"/>
                  </a:lnTo>
                  <a:lnTo>
                    <a:pt x="7481" y="5094"/>
                  </a:lnTo>
                  <a:lnTo>
                    <a:pt x="7100" y="5194"/>
                  </a:lnTo>
                  <a:lnTo>
                    <a:pt x="6719" y="5274"/>
                  </a:lnTo>
                  <a:lnTo>
                    <a:pt x="6338" y="5314"/>
                  </a:lnTo>
                  <a:lnTo>
                    <a:pt x="5937" y="5335"/>
                  </a:lnTo>
                  <a:lnTo>
                    <a:pt x="5676" y="5314"/>
                  </a:lnTo>
                  <a:lnTo>
                    <a:pt x="5415" y="5294"/>
                  </a:lnTo>
                  <a:lnTo>
                    <a:pt x="5154" y="5274"/>
                  </a:lnTo>
                  <a:lnTo>
                    <a:pt x="4914" y="5214"/>
                  </a:lnTo>
                  <a:lnTo>
                    <a:pt x="4653" y="5154"/>
                  </a:lnTo>
                  <a:lnTo>
                    <a:pt x="4412" y="5074"/>
                  </a:lnTo>
                  <a:lnTo>
                    <a:pt x="4152" y="4994"/>
                  </a:lnTo>
                  <a:lnTo>
                    <a:pt x="3911" y="4893"/>
                  </a:lnTo>
                  <a:lnTo>
                    <a:pt x="3550" y="4693"/>
                  </a:lnTo>
                  <a:lnTo>
                    <a:pt x="3209" y="4472"/>
                  </a:lnTo>
                  <a:lnTo>
                    <a:pt x="2908" y="4252"/>
                  </a:lnTo>
                  <a:lnTo>
                    <a:pt x="2648" y="3991"/>
                  </a:lnTo>
                  <a:lnTo>
                    <a:pt x="2427" y="3710"/>
                  </a:lnTo>
                  <a:lnTo>
                    <a:pt x="2227" y="3429"/>
                  </a:lnTo>
                  <a:lnTo>
                    <a:pt x="2066" y="3129"/>
                  </a:lnTo>
                  <a:lnTo>
                    <a:pt x="1946" y="2808"/>
                  </a:lnTo>
                  <a:lnTo>
                    <a:pt x="1825" y="2487"/>
                  </a:lnTo>
                  <a:lnTo>
                    <a:pt x="1765" y="2146"/>
                  </a:lnTo>
                  <a:lnTo>
                    <a:pt x="1725" y="1805"/>
                  </a:lnTo>
                  <a:lnTo>
                    <a:pt x="1705" y="1444"/>
                  </a:lnTo>
                  <a:lnTo>
                    <a:pt x="1705" y="1083"/>
                  </a:lnTo>
                  <a:lnTo>
                    <a:pt x="1745" y="722"/>
                  </a:lnTo>
                  <a:lnTo>
                    <a:pt x="1805" y="361"/>
                  </a:lnTo>
                  <a:lnTo>
                    <a:pt x="1906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3" name="Google Shape;6693;p31"/>
            <p:cNvSpPr/>
            <p:nvPr/>
          </p:nvSpPr>
          <p:spPr>
            <a:xfrm>
              <a:off x="11277725" y="3008638"/>
              <a:ext cx="221625" cy="154425"/>
            </a:xfrm>
            <a:custGeom>
              <a:avLst/>
              <a:gdLst/>
              <a:ahLst/>
              <a:cxnLst/>
              <a:rect l="l" t="t" r="r" b="b"/>
              <a:pathLst>
                <a:path w="8865" h="6177" fill="none" extrusionOk="0">
                  <a:moveTo>
                    <a:pt x="1906" y="0"/>
                  </a:moveTo>
                  <a:lnTo>
                    <a:pt x="141" y="0"/>
                  </a:lnTo>
                  <a:lnTo>
                    <a:pt x="141" y="0"/>
                  </a:lnTo>
                  <a:lnTo>
                    <a:pt x="121" y="100"/>
                  </a:lnTo>
                  <a:lnTo>
                    <a:pt x="81" y="421"/>
                  </a:lnTo>
                  <a:lnTo>
                    <a:pt x="21" y="902"/>
                  </a:lnTo>
                  <a:lnTo>
                    <a:pt x="0" y="1183"/>
                  </a:lnTo>
                  <a:lnTo>
                    <a:pt x="0" y="1484"/>
                  </a:lnTo>
                  <a:lnTo>
                    <a:pt x="0" y="1484"/>
                  </a:lnTo>
                  <a:lnTo>
                    <a:pt x="0" y="1845"/>
                  </a:lnTo>
                  <a:lnTo>
                    <a:pt x="41" y="2226"/>
                  </a:lnTo>
                  <a:lnTo>
                    <a:pt x="101" y="2607"/>
                  </a:lnTo>
                  <a:lnTo>
                    <a:pt x="181" y="3008"/>
                  </a:lnTo>
                  <a:lnTo>
                    <a:pt x="301" y="3409"/>
                  </a:lnTo>
                  <a:lnTo>
                    <a:pt x="462" y="3790"/>
                  </a:lnTo>
                  <a:lnTo>
                    <a:pt x="562" y="3971"/>
                  </a:lnTo>
                  <a:lnTo>
                    <a:pt x="682" y="4171"/>
                  </a:lnTo>
                  <a:lnTo>
                    <a:pt x="803" y="4332"/>
                  </a:lnTo>
                  <a:lnTo>
                    <a:pt x="943" y="4512"/>
                  </a:lnTo>
                  <a:lnTo>
                    <a:pt x="943" y="4512"/>
                  </a:lnTo>
                  <a:lnTo>
                    <a:pt x="1204" y="4793"/>
                  </a:lnTo>
                  <a:lnTo>
                    <a:pt x="1464" y="5054"/>
                  </a:lnTo>
                  <a:lnTo>
                    <a:pt x="1725" y="5274"/>
                  </a:lnTo>
                  <a:lnTo>
                    <a:pt x="2006" y="5455"/>
                  </a:lnTo>
                  <a:lnTo>
                    <a:pt x="2267" y="5615"/>
                  </a:lnTo>
                  <a:lnTo>
                    <a:pt x="2547" y="5756"/>
                  </a:lnTo>
                  <a:lnTo>
                    <a:pt x="2808" y="5876"/>
                  </a:lnTo>
                  <a:lnTo>
                    <a:pt x="3069" y="5956"/>
                  </a:lnTo>
                  <a:lnTo>
                    <a:pt x="3329" y="6036"/>
                  </a:lnTo>
                  <a:lnTo>
                    <a:pt x="3570" y="6077"/>
                  </a:lnTo>
                  <a:lnTo>
                    <a:pt x="4011" y="6157"/>
                  </a:lnTo>
                  <a:lnTo>
                    <a:pt x="4412" y="6177"/>
                  </a:lnTo>
                  <a:lnTo>
                    <a:pt x="4753" y="6177"/>
                  </a:lnTo>
                  <a:lnTo>
                    <a:pt x="4753" y="6177"/>
                  </a:lnTo>
                  <a:lnTo>
                    <a:pt x="4854" y="6177"/>
                  </a:lnTo>
                  <a:lnTo>
                    <a:pt x="4854" y="6177"/>
                  </a:lnTo>
                  <a:lnTo>
                    <a:pt x="4974" y="6177"/>
                  </a:lnTo>
                  <a:lnTo>
                    <a:pt x="4974" y="6177"/>
                  </a:lnTo>
                  <a:lnTo>
                    <a:pt x="5295" y="6177"/>
                  </a:lnTo>
                  <a:lnTo>
                    <a:pt x="5696" y="6157"/>
                  </a:lnTo>
                  <a:lnTo>
                    <a:pt x="6157" y="6077"/>
                  </a:lnTo>
                  <a:lnTo>
                    <a:pt x="6398" y="6036"/>
                  </a:lnTo>
                  <a:lnTo>
                    <a:pt x="6659" y="5956"/>
                  </a:lnTo>
                  <a:lnTo>
                    <a:pt x="6919" y="5876"/>
                  </a:lnTo>
                  <a:lnTo>
                    <a:pt x="7180" y="5756"/>
                  </a:lnTo>
                  <a:lnTo>
                    <a:pt x="7441" y="5615"/>
                  </a:lnTo>
                  <a:lnTo>
                    <a:pt x="7721" y="5455"/>
                  </a:lnTo>
                  <a:lnTo>
                    <a:pt x="7982" y="5274"/>
                  </a:lnTo>
                  <a:lnTo>
                    <a:pt x="8263" y="5054"/>
                  </a:lnTo>
                  <a:lnTo>
                    <a:pt x="8524" y="4793"/>
                  </a:lnTo>
                  <a:lnTo>
                    <a:pt x="8784" y="4512"/>
                  </a:lnTo>
                  <a:lnTo>
                    <a:pt x="8784" y="4512"/>
                  </a:lnTo>
                  <a:lnTo>
                    <a:pt x="8865" y="4412"/>
                  </a:lnTo>
                  <a:lnTo>
                    <a:pt x="8865" y="4412"/>
                  </a:lnTo>
                  <a:lnTo>
                    <a:pt x="8544" y="4613"/>
                  </a:lnTo>
                  <a:lnTo>
                    <a:pt x="8203" y="4813"/>
                  </a:lnTo>
                  <a:lnTo>
                    <a:pt x="7842" y="4954"/>
                  </a:lnTo>
                  <a:lnTo>
                    <a:pt x="7481" y="5094"/>
                  </a:lnTo>
                  <a:lnTo>
                    <a:pt x="7100" y="5194"/>
                  </a:lnTo>
                  <a:lnTo>
                    <a:pt x="6719" y="5274"/>
                  </a:lnTo>
                  <a:lnTo>
                    <a:pt x="6338" y="5314"/>
                  </a:lnTo>
                  <a:lnTo>
                    <a:pt x="5937" y="5335"/>
                  </a:lnTo>
                  <a:lnTo>
                    <a:pt x="5937" y="5335"/>
                  </a:lnTo>
                  <a:lnTo>
                    <a:pt x="5676" y="5314"/>
                  </a:lnTo>
                  <a:lnTo>
                    <a:pt x="5415" y="5294"/>
                  </a:lnTo>
                  <a:lnTo>
                    <a:pt x="5154" y="5274"/>
                  </a:lnTo>
                  <a:lnTo>
                    <a:pt x="4914" y="5214"/>
                  </a:lnTo>
                  <a:lnTo>
                    <a:pt x="4653" y="5154"/>
                  </a:lnTo>
                  <a:lnTo>
                    <a:pt x="4412" y="5074"/>
                  </a:lnTo>
                  <a:lnTo>
                    <a:pt x="4152" y="4994"/>
                  </a:lnTo>
                  <a:lnTo>
                    <a:pt x="3911" y="4893"/>
                  </a:lnTo>
                  <a:lnTo>
                    <a:pt x="3911" y="4893"/>
                  </a:lnTo>
                  <a:lnTo>
                    <a:pt x="3550" y="4693"/>
                  </a:lnTo>
                  <a:lnTo>
                    <a:pt x="3209" y="4472"/>
                  </a:lnTo>
                  <a:lnTo>
                    <a:pt x="2908" y="4252"/>
                  </a:lnTo>
                  <a:lnTo>
                    <a:pt x="2648" y="3991"/>
                  </a:lnTo>
                  <a:lnTo>
                    <a:pt x="2427" y="3710"/>
                  </a:lnTo>
                  <a:lnTo>
                    <a:pt x="2227" y="3429"/>
                  </a:lnTo>
                  <a:lnTo>
                    <a:pt x="2066" y="3129"/>
                  </a:lnTo>
                  <a:lnTo>
                    <a:pt x="1946" y="2808"/>
                  </a:lnTo>
                  <a:lnTo>
                    <a:pt x="1825" y="2487"/>
                  </a:lnTo>
                  <a:lnTo>
                    <a:pt x="1765" y="2146"/>
                  </a:lnTo>
                  <a:lnTo>
                    <a:pt x="1725" y="1805"/>
                  </a:lnTo>
                  <a:lnTo>
                    <a:pt x="1705" y="1444"/>
                  </a:lnTo>
                  <a:lnTo>
                    <a:pt x="1705" y="1083"/>
                  </a:lnTo>
                  <a:lnTo>
                    <a:pt x="1745" y="722"/>
                  </a:lnTo>
                  <a:lnTo>
                    <a:pt x="1805" y="361"/>
                  </a:lnTo>
                  <a:lnTo>
                    <a:pt x="1906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4" name="Google Shape;6694;p31"/>
            <p:cNvSpPr/>
            <p:nvPr/>
          </p:nvSpPr>
          <p:spPr>
            <a:xfrm>
              <a:off x="11088700" y="3285888"/>
              <a:ext cx="142925" cy="211600"/>
            </a:xfrm>
            <a:custGeom>
              <a:avLst/>
              <a:gdLst/>
              <a:ahLst/>
              <a:cxnLst/>
              <a:rect l="l" t="t" r="r" b="b"/>
              <a:pathLst>
                <a:path w="5717" h="8464" extrusionOk="0">
                  <a:moveTo>
                    <a:pt x="2869" y="0"/>
                  </a:moveTo>
                  <a:lnTo>
                    <a:pt x="2568" y="20"/>
                  </a:lnTo>
                  <a:lnTo>
                    <a:pt x="2287" y="60"/>
                  </a:lnTo>
                  <a:lnTo>
                    <a:pt x="2006" y="121"/>
                  </a:lnTo>
                  <a:lnTo>
                    <a:pt x="1746" y="221"/>
                  </a:lnTo>
                  <a:lnTo>
                    <a:pt x="1505" y="341"/>
                  </a:lnTo>
                  <a:lnTo>
                    <a:pt x="1264" y="482"/>
                  </a:lnTo>
                  <a:lnTo>
                    <a:pt x="1044" y="642"/>
                  </a:lnTo>
                  <a:lnTo>
                    <a:pt x="843" y="842"/>
                  </a:lnTo>
                  <a:lnTo>
                    <a:pt x="663" y="1043"/>
                  </a:lnTo>
                  <a:lnTo>
                    <a:pt x="482" y="1264"/>
                  </a:lnTo>
                  <a:lnTo>
                    <a:pt x="342" y="1484"/>
                  </a:lnTo>
                  <a:lnTo>
                    <a:pt x="222" y="1745"/>
                  </a:lnTo>
                  <a:lnTo>
                    <a:pt x="141" y="2006"/>
                  </a:lnTo>
                  <a:lnTo>
                    <a:pt x="61" y="2286"/>
                  </a:lnTo>
                  <a:lnTo>
                    <a:pt x="21" y="2567"/>
                  </a:lnTo>
                  <a:lnTo>
                    <a:pt x="1" y="2848"/>
                  </a:lnTo>
                  <a:lnTo>
                    <a:pt x="1" y="5595"/>
                  </a:lnTo>
                  <a:lnTo>
                    <a:pt x="21" y="5896"/>
                  </a:lnTo>
                  <a:lnTo>
                    <a:pt x="61" y="6177"/>
                  </a:lnTo>
                  <a:lnTo>
                    <a:pt x="141" y="6458"/>
                  </a:lnTo>
                  <a:lnTo>
                    <a:pt x="222" y="6718"/>
                  </a:lnTo>
                  <a:lnTo>
                    <a:pt x="342" y="6959"/>
                  </a:lnTo>
                  <a:lnTo>
                    <a:pt x="482" y="7200"/>
                  </a:lnTo>
                  <a:lnTo>
                    <a:pt x="663" y="7420"/>
                  </a:lnTo>
                  <a:lnTo>
                    <a:pt x="843" y="7621"/>
                  </a:lnTo>
                  <a:lnTo>
                    <a:pt x="1044" y="7801"/>
                  </a:lnTo>
                  <a:lnTo>
                    <a:pt x="1264" y="7982"/>
                  </a:lnTo>
                  <a:lnTo>
                    <a:pt x="1505" y="8122"/>
                  </a:lnTo>
                  <a:lnTo>
                    <a:pt x="1746" y="8243"/>
                  </a:lnTo>
                  <a:lnTo>
                    <a:pt x="2006" y="8323"/>
                  </a:lnTo>
                  <a:lnTo>
                    <a:pt x="2287" y="8403"/>
                  </a:lnTo>
                  <a:lnTo>
                    <a:pt x="2568" y="8443"/>
                  </a:lnTo>
                  <a:lnTo>
                    <a:pt x="2869" y="8463"/>
                  </a:lnTo>
                  <a:lnTo>
                    <a:pt x="3170" y="8443"/>
                  </a:lnTo>
                  <a:lnTo>
                    <a:pt x="3470" y="8403"/>
                  </a:lnTo>
                  <a:lnTo>
                    <a:pt x="3751" y="8323"/>
                  </a:lnTo>
                  <a:lnTo>
                    <a:pt x="4032" y="8203"/>
                  </a:lnTo>
                  <a:lnTo>
                    <a:pt x="4293" y="8082"/>
                  </a:lnTo>
                  <a:lnTo>
                    <a:pt x="4533" y="7922"/>
                  </a:lnTo>
                  <a:lnTo>
                    <a:pt x="4754" y="7741"/>
                  </a:lnTo>
                  <a:lnTo>
                    <a:pt x="4954" y="7541"/>
                  </a:lnTo>
                  <a:lnTo>
                    <a:pt x="5135" y="7340"/>
                  </a:lnTo>
                  <a:lnTo>
                    <a:pt x="5275" y="7120"/>
                  </a:lnTo>
                  <a:lnTo>
                    <a:pt x="5416" y="6899"/>
                  </a:lnTo>
                  <a:lnTo>
                    <a:pt x="5516" y="6658"/>
                  </a:lnTo>
                  <a:lnTo>
                    <a:pt x="5596" y="6398"/>
                  </a:lnTo>
                  <a:lnTo>
                    <a:pt x="5656" y="6157"/>
                  </a:lnTo>
                  <a:lnTo>
                    <a:pt x="5696" y="5876"/>
                  </a:lnTo>
                  <a:lnTo>
                    <a:pt x="5716" y="5595"/>
                  </a:lnTo>
                  <a:lnTo>
                    <a:pt x="5716" y="2848"/>
                  </a:lnTo>
                  <a:lnTo>
                    <a:pt x="5696" y="2567"/>
                  </a:lnTo>
                  <a:lnTo>
                    <a:pt x="5656" y="2286"/>
                  </a:lnTo>
                  <a:lnTo>
                    <a:pt x="5596" y="2006"/>
                  </a:lnTo>
                  <a:lnTo>
                    <a:pt x="5496" y="1745"/>
                  </a:lnTo>
                  <a:lnTo>
                    <a:pt x="5376" y="1484"/>
                  </a:lnTo>
                  <a:lnTo>
                    <a:pt x="5235" y="1264"/>
                  </a:lnTo>
                  <a:lnTo>
                    <a:pt x="5055" y="1043"/>
                  </a:lnTo>
                  <a:lnTo>
                    <a:pt x="4874" y="842"/>
                  </a:lnTo>
                  <a:lnTo>
                    <a:pt x="4654" y="642"/>
                  </a:lnTo>
                  <a:lnTo>
                    <a:pt x="4413" y="461"/>
                  </a:lnTo>
                  <a:lnTo>
                    <a:pt x="4152" y="301"/>
                  </a:lnTo>
                  <a:lnTo>
                    <a:pt x="3871" y="181"/>
                  </a:lnTo>
                  <a:lnTo>
                    <a:pt x="3631" y="100"/>
                  </a:lnTo>
                  <a:lnTo>
                    <a:pt x="3390" y="40"/>
                  </a:lnTo>
                  <a:lnTo>
                    <a:pt x="3129" y="20"/>
                  </a:lnTo>
                  <a:lnTo>
                    <a:pt x="286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5" name="Google Shape;6695;p31"/>
            <p:cNvSpPr/>
            <p:nvPr/>
          </p:nvSpPr>
          <p:spPr>
            <a:xfrm>
              <a:off x="11088700" y="3285888"/>
              <a:ext cx="142925" cy="211600"/>
            </a:xfrm>
            <a:custGeom>
              <a:avLst/>
              <a:gdLst/>
              <a:ahLst/>
              <a:cxnLst/>
              <a:rect l="l" t="t" r="r" b="b"/>
              <a:pathLst>
                <a:path w="5717" h="8464" fill="none" extrusionOk="0">
                  <a:moveTo>
                    <a:pt x="5716" y="2848"/>
                  </a:moveTo>
                  <a:lnTo>
                    <a:pt x="5716" y="5595"/>
                  </a:lnTo>
                  <a:lnTo>
                    <a:pt x="5716" y="5595"/>
                  </a:lnTo>
                  <a:lnTo>
                    <a:pt x="5696" y="5876"/>
                  </a:lnTo>
                  <a:lnTo>
                    <a:pt x="5656" y="6157"/>
                  </a:lnTo>
                  <a:lnTo>
                    <a:pt x="5596" y="6398"/>
                  </a:lnTo>
                  <a:lnTo>
                    <a:pt x="5516" y="6658"/>
                  </a:lnTo>
                  <a:lnTo>
                    <a:pt x="5416" y="6899"/>
                  </a:lnTo>
                  <a:lnTo>
                    <a:pt x="5275" y="7120"/>
                  </a:lnTo>
                  <a:lnTo>
                    <a:pt x="5135" y="7340"/>
                  </a:lnTo>
                  <a:lnTo>
                    <a:pt x="4954" y="7541"/>
                  </a:lnTo>
                  <a:lnTo>
                    <a:pt x="4954" y="7541"/>
                  </a:lnTo>
                  <a:lnTo>
                    <a:pt x="4754" y="7741"/>
                  </a:lnTo>
                  <a:lnTo>
                    <a:pt x="4533" y="7922"/>
                  </a:lnTo>
                  <a:lnTo>
                    <a:pt x="4293" y="8082"/>
                  </a:lnTo>
                  <a:lnTo>
                    <a:pt x="4032" y="8203"/>
                  </a:lnTo>
                  <a:lnTo>
                    <a:pt x="3751" y="8323"/>
                  </a:lnTo>
                  <a:lnTo>
                    <a:pt x="3470" y="8403"/>
                  </a:lnTo>
                  <a:lnTo>
                    <a:pt x="3170" y="8443"/>
                  </a:lnTo>
                  <a:lnTo>
                    <a:pt x="2869" y="8463"/>
                  </a:lnTo>
                  <a:lnTo>
                    <a:pt x="2869" y="8463"/>
                  </a:lnTo>
                  <a:lnTo>
                    <a:pt x="2568" y="8443"/>
                  </a:lnTo>
                  <a:lnTo>
                    <a:pt x="2287" y="8403"/>
                  </a:lnTo>
                  <a:lnTo>
                    <a:pt x="2006" y="8323"/>
                  </a:lnTo>
                  <a:lnTo>
                    <a:pt x="1746" y="8243"/>
                  </a:lnTo>
                  <a:lnTo>
                    <a:pt x="1505" y="8122"/>
                  </a:lnTo>
                  <a:lnTo>
                    <a:pt x="1264" y="7982"/>
                  </a:lnTo>
                  <a:lnTo>
                    <a:pt x="1044" y="7801"/>
                  </a:lnTo>
                  <a:lnTo>
                    <a:pt x="843" y="7621"/>
                  </a:lnTo>
                  <a:lnTo>
                    <a:pt x="843" y="7621"/>
                  </a:lnTo>
                  <a:lnTo>
                    <a:pt x="663" y="7420"/>
                  </a:lnTo>
                  <a:lnTo>
                    <a:pt x="482" y="7200"/>
                  </a:lnTo>
                  <a:lnTo>
                    <a:pt x="342" y="6959"/>
                  </a:lnTo>
                  <a:lnTo>
                    <a:pt x="222" y="6718"/>
                  </a:lnTo>
                  <a:lnTo>
                    <a:pt x="141" y="6458"/>
                  </a:lnTo>
                  <a:lnTo>
                    <a:pt x="61" y="6177"/>
                  </a:lnTo>
                  <a:lnTo>
                    <a:pt x="21" y="5896"/>
                  </a:lnTo>
                  <a:lnTo>
                    <a:pt x="1" y="5595"/>
                  </a:lnTo>
                  <a:lnTo>
                    <a:pt x="1" y="2848"/>
                  </a:lnTo>
                  <a:lnTo>
                    <a:pt x="1" y="2848"/>
                  </a:lnTo>
                  <a:lnTo>
                    <a:pt x="21" y="2567"/>
                  </a:lnTo>
                  <a:lnTo>
                    <a:pt x="61" y="2286"/>
                  </a:lnTo>
                  <a:lnTo>
                    <a:pt x="141" y="2006"/>
                  </a:lnTo>
                  <a:lnTo>
                    <a:pt x="222" y="1745"/>
                  </a:lnTo>
                  <a:lnTo>
                    <a:pt x="342" y="1484"/>
                  </a:lnTo>
                  <a:lnTo>
                    <a:pt x="482" y="1264"/>
                  </a:lnTo>
                  <a:lnTo>
                    <a:pt x="663" y="1043"/>
                  </a:lnTo>
                  <a:lnTo>
                    <a:pt x="843" y="842"/>
                  </a:lnTo>
                  <a:lnTo>
                    <a:pt x="1044" y="642"/>
                  </a:lnTo>
                  <a:lnTo>
                    <a:pt x="1264" y="482"/>
                  </a:lnTo>
                  <a:lnTo>
                    <a:pt x="1505" y="341"/>
                  </a:lnTo>
                  <a:lnTo>
                    <a:pt x="1746" y="221"/>
                  </a:lnTo>
                  <a:lnTo>
                    <a:pt x="2006" y="121"/>
                  </a:lnTo>
                  <a:lnTo>
                    <a:pt x="2287" y="60"/>
                  </a:lnTo>
                  <a:lnTo>
                    <a:pt x="2568" y="20"/>
                  </a:lnTo>
                  <a:lnTo>
                    <a:pt x="2869" y="0"/>
                  </a:lnTo>
                  <a:lnTo>
                    <a:pt x="2869" y="0"/>
                  </a:lnTo>
                  <a:lnTo>
                    <a:pt x="3129" y="20"/>
                  </a:lnTo>
                  <a:lnTo>
                    <a:pt x="3390" y="40"/>
                  </a:lnTo>
                  <a:lnTo>
                    <a:pt x="3631" y="100"/>
                  </a:lnTo>
                  <a:lnTo>
                    <a:pt x="3871" y="181"/>
                  </a:lnTo>
                  <a:lnTo>
                    <a:pt x="3871" y="181"/>
                  </a:lnTo>
                  <a:lnTo>
                    <a:pt x="4152" y="301"/>
                  </a:lnTo>
                  <a:lnTo>
                    <a:pt x="4413" y="461"/>
                  </a:lnTo>
                  <a:lnTo>
                    <a:pt x="4654" y="642"/>
                  </a:lnTo>
                  <a:lnTo>
                    <a:pt x="4874" y="842"/>
                  </a:lnTo>
                  <a:lnTo>
                    <a:pt x="4874" y="842"/>
                  </a:lnTo>
                  <a:lnTo>
                    <a:pt x="5055" y="1043"/>
                  </a:lnTo>
                  <a:lnTo>
                    <a:pt x="5235" y="1264"/>
                  </a:lnTo>
                  <a:lnTo>
                    <a:pt x="5376" y="1484"/>
                  </a:lnTo>
                  <a:lnTo>
                    <a:pt x="5496" y="1745"/>
                  </a:lnTo>
                  <a:lnTo>
                    <a:pt x="5596" y="2006"/>
                  </a:lnTo>
                  <a:lnTo>
                    <a:pt x="5656" y="2286"/>
                  </a:lnTo>
                  <a:lnTo>
                    <a:pt x="5696" y="2567"/>
                  </a:lnTo>
                  <a:lnTo>
                    <a:pt x="5716" y="284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6" name="Google Shape;6696;p31"/>
            <p:cNvSpPr/>
            <p:nvPr/>
          </p:nvSpPr>
          <p:spPr>
            <a:xfrm>
              <a:off x="11139850" y="3285888"/>
              <a:ext cx="72725" cy="211600"/>
            </a:xfrm>
            <a:custGeom>
              <a:avLst/>
              <a:gdLst/>
              <a:ahLst/>
              <a:cxnLst/>
              <a:rect l="l" t="t" r="r" b="b"/>
              <a:pathLst>
                <a:path w="2909" h="8464" extrusionOk="0">
                  <a:moveTo>
                    <a:pt x="602" y="0"/>
                  </a:moveTo>
                  <a:lnTo>
                    <a:pt x="402" y="20"/>
                  </a:lnTo>
                  <a:lnTo>
                    <a:pt x="201" y="60"/>
                  </a:lnTo>
                  <a:lnTo>
                    <a:pt x="0" y="121"/>
                  </a:lnTo>
                  <a:lnTo>
                    <a:pt x="101" y="582"/>
                  </a:lnTo>
                  <a:lnTo>
                    <a:pt x="161" y="1043"/>
                  </a:lnTo>
                  <a:lnTo>
                    <a:pt x="201" y="1524"/>
                  </a:lnTo>
                  <a:lnTo>
                    <a:pt x="221" y="2006"/>
                  </a:lnTo>
                  <a:lnTo>
                    <a:pt x="221" y="8403"/>
                  </a:lnTo>
                  <a:lnTo>
                    <a:pt x="522" y="8443"/>
                  </a:lnTo>
                  <a:lnTo>
                    <a:pt x="823" y="8463"/>
                  </a:lnTo>
                  <a:lnTo>
                    <a:pt x="1124" y="8443"/>
                  </a:lnTo>
                  <a:lnTo>
                    <a:pt x="1424" y="8403"/>
                  </a:lnTo>
                  <a:lnTo>
                    <a:pt x="1705" y="8323"/>
                  </a:lnTo>
                  <a:lnTo>
                    <a:pt x="1986" y="8203"/>
                  </a:lnTo>
                  <a:lnTo>
                    <a:pt x="2247" y="8082"/>
                  </a:lnTo>
                  <a:lnTo>
                    <a:pt x="2487" y="7922"/>
                  </a:lnTo>
                  <a:lnTo>
                    <a:pt x="2708" y="7741"/>
                  </a:lnTo>
                  <a:lnTo>
                    <a:pt x="2908" y="7541"/>
                  </a:lnTo>
                  <a:lnTo>
                    <a:pt x="2788" y="7460"/>
                  </a:lnTo>
                  <a:lnTo>
                    <a:pt x="2628" y="7360"/>
                  </a:lnTo>
                  <a:lnTo>
                    <a:pt x="2507" y="7240"/>
                  </a:lnTo>
                  <a:lnTo>
                    <a:pt x="2367" y="7100"/>
                  </a:lnTo>
                  <a:lnTo>
                    <a:pt x="2267" y="6959"/>
                  </a:lnTo>
                  <a:lnTo>
                    <a:pt x="2066" y="6658"/>
                  </a:lnTo>
                  <a:lnTo>
                    <a:pt x="1886" y="6337"/>
                  </a:lnTo>
                  <a:lnTo>
                    <a:pt x="1765" y="5997"/>
                  </a:lnTo>
                  <a:lnTo>
                    <a:pt x="1645" y="5656"/>
                  </a:lnTo>
                  <a:lnTo>
                    <a:pt x="1545" y="5295"/>
                  </a:lnTo>
                  <a:lnTo>
                    <a:pt x="1464" y="4954"/>
                  </a:lnTo>
                  <a:lnTo>
                    <a:pt x="1384" y="4533"/>
                  </a:lnTo>
                  <a:lnTo>
                    <a:pt x="1304" y="3971"/>
                  </a:lnTo>
                  <a:lnTo>
                    <a:pt x="1244" y="3309"/>
                  </a:lnTo>
                  <a:lnTo>
                    <a:pt x="1224" y="2968"/>
                  </a:lnTo>
                  <a:lnTo>
                    <a:pt x="1224" y="2607"/>
                  </a:lnTo>
                  <a:lnTo>
                    <a:pt x="1224" y="2266"/>
                  </a:lnTo>
                  <a:lnTo>
                    <a:pt x="1264" y="1905"/>
                  </a:lnTo>
                  <a:lnTo>
                    <a:pt x="1304" y="1564"/>
                  </a:lnTo>
                  <a:lnTo>
                    <a:pt x="1364" y="1244"/>
                  </a:lnTo>
                  <a:lnTo>
                    <a:pt x="1444" y="943"/>
                  </a:lnTo>
                  <a:lnTo>
                    <a:pt x="1545" y="662"/>
                  </a:lnTo>
                  <a:lnTo>
                    <a:pt x="1685" y="401"/>
                  </a:lnTo>
                  <a:lnTo>
                    <a:pt x="1825" y="181"/>
                  </a:lnTo>
                  <a:lnTo>
                    <a:pt x="1585" y="100"/>
                  </a:lnTo>
                  <a:lnTo>
                    <a:pt x="1344" y="40"/>
                  </a:lnTo>
                  <a:lnTo>
                    <a:pt x="1083" y="20"/>
                  </a:lnTo>
                  <a:lnTo>
                    <a:pt x="823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7" name="Google Shape;6697;p31"/>
            <p:cNvSpPr/>
            <p:nvPr/>
          </p:nvSpPr>
          <p:spPr>
            <a:xfrm>
              <a:off x="11139850" y="3285888"/>
              <a:ext cx="72725" cy="211600"/>
            </a:xfrm>
            <a:custGeom>
              <a:avLst/>
              <a:gdLst/>
              <a:ahLst/>
              <a:cxnLst/>
              <a:rect l="l" t="t" r="r" b="b"/>
              <a:pathLst>
                <a:path w="2909" h="8464" fill="none" extrusionOk="0">
                  <a:moveTo>
                    <a:pt x="823" y="0"/>
                  </a:moveTo>
                  <a:lnTo>
                    <a:pt x="823" y="0"/>
                  </a:lnTo>
                  <a:lnTo>
                    <a:pt x="602" y="0"/>
                  </a:lnTo>
                  <a:lnTo>
                    <a:pt x="402" y="20"/>
                  </a:lnTo>
                  <a:lnTo>
                    <a:pt x="201" y="6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101" y="582"/>
                  </a:lnTo>
                  <a:lnTo>
                    <a:pt x="161" y="1043"/>
                  </a:lnTo>
                  <a:lnTo>
                    <a:pt x="201" y="1524"/>
                  </a:lnTo>
                  <a:lnTo>
                    <a:pt x="221" y="2006"/>
                  </a:lnTo>
                  <a:lnTo>
                    <a:pt x="221" y="8403"/>
                  </a:lnTo>
                  <a:lnTo>
                    <a:pt x="221" y="8403"/>
                  </a:lnTo>
                  <a:lnTo>
                    <a:pt x="522" y="8443"/>
                  </a:lnTo>
                  <a:lnTo>
                    <a:pt x="823" y="8463"/>
                  </a:lnTo>
                  <a:lnTo>
                    <a:pt x="823" y="8463"/>
                  </a:lnTo>
                  <a:lnTo>
                    <a:pt x="1124" y="8443"/>
                  </a:lnTo>
                  <a:lnTo>
                    <a:pt x="1424" y="8403"/>
                  </a:lnTo>
                  <a:lnTo>
                    <a:pt x="1705" y="8323"/>
                  </a:lnTo>
                  <a:lnTo>
                    <a:pt x="1986" y="8203"/>
                  </a:lnTo>
                  <a:lnTo>
                    <a:pt x="2247" y="8082"/>
                  </a:lnTo>
                  <a:lnTo>
                    <a:pt x="2487" y="7922"/>
                  </a:lnTo>
                  <a:lnTo>
                    <a:pt x="2708" y="7741"/>
                  </a:lnTo>
                  <a:lnTo>
                    <a:pt x="2908" y="7541"/>
                  </a:lnTo>
                  <a:lnTo>
                    <a:pt x="2908" y="7541"/>
                  </a:lnTo>
                  <a:lnTo>
                    <a:pt x="2788" y="7460"/>
                  </a:lnTo>
                  <a:lnTo>
                    <a:pt x="2788" y="7460"/>
                  </a:lnTo>
                  <a:lnTo>
                    <a:pt x="2628" y="7360"/>
                  </a:lnTo>
                  <a:lnTo>
                    <a:pt x="2507" y="7240"/>
                  </a:lnTo>
                  <a:lnTo>
                    <a:pt x="2367" y="7100"/>
                  </a:lnTo>
                  <a:lnTo>
                    <a:pt x="2267" y="6959"/>
                  </a:lnTo>
                  <a:lnTo>
                    <a:pt x="2066" y="6658"/>
                  </a:lnTo>
                  <a:lnTo>
                    <a:pt x="1886" y="6337"/>
                  </a:lnTo>
                  <a:lnTo>
                    <a:pt x="1765" y="5997"/>
                  </a:lnTo>
                  <a:lnTo>
                    <a:pt x="1645" y="5656"/>
                  </a:lnTo>
                  <a:lnTo>
                    <a:pt x="1545" y="5295"/>
                  </a:lnTo>
                  <a:lnTo>
                    <a:pt x="1464" y="4954"/>
                  </a:lnTo>
                  <a:lnTo>
                    <a:pt x="1464" y="4954"/>
                  </a:lnTo>
                  <a:lnTo>
                    <a:pt x="1384" y="4533"/>
                  </a:lnTo>
                  <a:lnTo>
                    <a:pt x="1304" y="3971"/>
                  </a:lnTo>
                  <a:lnTo>
                    <a:pt x="1244" y="3309"/>
                  </a:lnTo>
                  <a:lnTo>
                    <a:pt x="1224" y="2968"/>
                  </a:lnTo>
                  <a:lnTo>
                    <a:pt x="1224" y="2607"/>
                  </a:lnTo>
                  <a:lnTo>
                    <a:pt x="1224" y="2266"/>
                  </a:lnTo>
                  <a:lnTo>
                    <a:pt x="1264" y="1905"/>
                  </a:lnTo>
                  <a:lnTo>
                    <a:pt x="1304" y="1564"/>
                  </a:lnTo>
                  <a:lnTo>
                    <a:pt x="1364" y="1244"/>
                  </a:lnTo>
                  <a:lnTo>
                    <a:pt x="1444" y="943"/>
                  </a:lnTo>
                  <a:lnTo>
                    <a:pt x="1545" y="662"/>
                  </a:lnTo>
                  <a:lnTo>
                    <a:pt x="1685" y="401"/>
                  </a:lnTo>
                  <a:lnTo>
                    <a:pt x="1825" y="181"/>
                  </a:lnTo>
                  <a:lnTo>
                    <a:pt x="1825" y="181"/>
                  </a:lnTo>
                  <a:lnTo>
                    <a:pt x="1585" y="100"/>
                  </a:lnTo>
                  <a:lnTo>
                    <a:pt x="1344" y="40"/>
                  </a:lnTo>
                  <a:lnTo>
                    <a:pt x="1083" y="20"/>
                  </a:lnTo>
                  <a:lnTo>
                    <a:pt x="82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8" name="Google Shape;6698;p31"/>
            <p:cNvSpPr/>
            <p:nvPr/>
          </p:nvSpPr>
          <p:spPr>
            <a:xfrm>
              <a:off x="10603400" y="2300713"/>
              <a:ext cx="76225" cy="76225"/>
            </a:xfrm>
            <a:custGeom>
              <a:avLst/>
              <a:gdLst/>
              <a:ahLst/>
              <a:cxnLst/>
              <a:rect l="l" t="t" r="r" b="b"/>
              <a:pathLst>
                <a:path w="3049" h="3049" extrusionOk="0">
                  <a:moveTo>
                    <a:pt x="1464" y="0"/>
                  </a:moveTo>
                  <a:lnTo>
                    <a:pt x="1284" y="20"/>
                  </a:lnTo>
                  <a:lnTo>
                    <a:pt x="1123" y="60"/>
                  </a:lnTo>
                  <a:lnTo>
                    <a:pt x="963" y="120"/>
                  </a:lnTo>
                  <a:lnTo>
                    <a:pt x="822" y="180"/>
                  </a:lnTo>
                  <a:lnTo>
                    <a:pt x="682" y="261"/>
                  </a:lnTo>
                  <a:lnTo>
                    <a:pt x="542" y="361"/>
                  </a:lnTo>
                  <a:lnTo>
                    <a:pt x="441" y="481"/>
                  </a:lnTo>
                  <a:lnTo>
                    <a:pt x="321" y="622"/>
                  </a:lnTo>
                  <a:lnTo>
                    <a:pt x="241" y="742"/>
                  </a:lnTo>
                  <a:lnTo>
                    <a:pt x="161" y="902"/>
                  </a:lnTo>
                  <a:lnTo>
                    <a:pt x="100" y="1043"/>
                  </a:lnTo>
                  <a:lnTo>
                    <a:pt x="40" y="1223"/>
                  </a:lnTo>
                  <a:lnTo>
                    <a:pt x="20" y="1384"/>
                  </a:lnTo>
                  <a:lnTo>
                    <a:pt x="0" y="1564"/>
                  </a:lnTo>
                  <a:lnTo>
                    <a:pt x="20" y="1725"/>
                  </a:lnTo>
                  <a:lnTo>
                    <a:pt x="40" y="1865"/>
                  </a:lnTo>
                  <a:lnTo>
                    <a:pt x="80" y="1985"/>
                  </a:lnTo>
                  <a:lnTo>
                    <a:pt x="121" y="2126"/>
                  </a:lnTo>
                  <a:lnTo>
                    <a:pt x="181" y="2246"/>
                  </a:lnTo>
                  <a:lnTo>
                    <a:pt x="261" y="2366"/>
                  </a:lnTo>
                  <a:lnTo>
                    <a:pt x="341" y="2467"/>
                  </a:lnTo>
                  <a:lnTo>
                    <a:pt x="441" y="2587"/>
                  </a:lnTo>
                  <a:lnTo>
                    <a:pt x="542" y="2687"/>
                  </a:lnTo>
                  <a:lnTo>
                    <a:pt x="662" y="2768"/>
                  </a:lnTo>
                  <a:lnTo>
                    <a:pt x="782" y="2848"/>
                  </a:lnTo>
                  <a:lnTo>
                    <a:pt x="923" y="2908"/>
                  </a:lnTo>
                  <a:lnTo>
                    <a:pt x="1063" y="2968"/>
                  </a:lnTo>
                  <a:lnTo>
                    <a:pt x="1223" y="3008"/>
                  </a:lnTo>
                  <a:lnTo>
                    <a:pt x="1384" y="3028"/>
                  </a:lnTo>
                  <a:lnTo>
                    <a:pt x="1544" y="3048"/>
                  </a:lnTo>
                  <a:lnTo>
                    <a:pt x="1725" y="3028"/>
                  </a:lnTo>
                  <a:lnTo>
                    <a:pt x="1925" y="3008"/>
                  </a:lnTo>
                  <a:lnTo>
                    <a:pt x="2126" y="2928"/>
                  </a:lnTo>
                  <a:lnTo>
                    <a:pt x="2306" y="2848"/>
                  </a:lnTo>
                  <a:lnTo>
                    <a:pt x="2487" y="2727"/>
                  </a:lnTo>
                  <a:lnTo>
                    <a:pt x="2627" y="2567"/>
                  </a:lnTo>
                  <a:lnTo>
                    <a:pt x="2768" y="2407"/>
                  </a:lnTo>
                  <a:lnTo>
                    <a:pt x="2868" y="2226"/>
                  </a:lnTo>
                  <a:lnTo>
                    <a:pt x="2948" y="2026"/>
                  </a:lnTo>
                  <a:lnTo>
                    <a:pt x="3008" y="1865"/>
                  </a:lnTo>
                  <a:lnTo>
                    <a:pt x="3028" y="1685"/>
                  </a:lnTo>
                  <a:lnTo>
                    <a:pt x="3048" y="1504"/>
                  </a:lnTo>
                  <a:lnTo>
                    <a:pt x="3028" y="1324"/>
                  </a:lnTo>
                  <a:lnTo>
                    <a:pt x="3008" y="1163"/>
                  </a:lnTo>
                  <a:lnTo>
                    <a:pt x="2948" y="1003"/>
                  </a:lnTo>
                  <a:lnTo>
                    <a:pt x="2888" y="842"/>
                  </a:lnTo>
                  <a:lnTo>
                    <a:pt x="2788" y="702"/>
                  </a:lnTo>
                  <a:lnTo>
                    <a:pt x="2687" y="562"/>
                  </a:lnTo>
                  <a:lnTo>
                    <a:pt x="2587" y="441"/>
                  </a:lnTo>
                  <a:lnTo>
                    <a:pt x="2447" y="321"/>
                  </a:lnTo>
                  <a:lnTo>
                    <a:pt x="2306" y="221"/>
                  </a:lnTo>
                  <a:lnTo>
                    <a:pt x="2166" y="140"/>
                  </a:lnTo>
                  <a:lnTo>
                    <a:pt x="1986" y="80"/>
                  </a:lnTo>
                  <a:lnTo>
                    <a:pt x="1825" y="40"/>
                  </a:lnTo>
                  <a:lnTo>
                    <a:pt x="1645" y="20"/>
                  </a:lnTo>
                  <a:lnTo>
                    <a:pt x="1464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9" name="Google Shape;6699;p31"/>
            <p:cNvSpPr/>
            <p:nvPr/>
          </p:nvSpPr>
          <p:spPr>
            <a:xfrm>
              <a:off x="10137625" y="2651163"/>
              <a:ext cx="1007775" cy="478825"/>
            </a:xfrm>
            <a:custGeom>
              <a:avLst/>
              <a:gdLst/>
              <a:ahLst/>
              <a:cxnLst/>
              <a:rect l="l" t="t" r="r" b="b"/>
              <a:pathLst>
                <a:path w="40311" h="19153" extrusionOk="0">
                  <a:moveTo>
                    <a:pt x="5877" y="0"/>
                  </a:moveTo>
                  <a:lnTo>
                    <a:pt x="5576" y="20"/>
                  </a:lnTo>
                  <a:lnTo>
                    <a:pt x="5255" y="60"/>
                  </a:lnTo>
                  <a:lnTo>
                    <a:pt x="4954" y="120"/>
                  </a:lnTo>
                  <a:lnTo>
                    <a:pt x="4653" y="201"/>
                  </a:lnTo>
                  <a:lnTo>
                    <a:pt x="4352" y="281"/>
                  </a:lnTo>
                  <a:lnTo>
                    <a:pt x="4072" y="381"/>
                  </a:lnTo>
                  <a:lnTo>
                    <a:pt x="3791" y="481"/>
                  </a:lnTo>
                  <a:lnTo>
                    <a:pt x="3510" y="602"/>
                  </a:lnTo>
                  <a:lnTo>
                    <a:pt x="3249" y="742"/>
                  </a:lnTo>
                  <a:lnTo>
                    <a:pt x="2989" y="903"/>
                  </a:lnTo>
                  <a:lnTo>
                    <a:pt x="2728" y="1063"/>
                  </a:lnTo>
                  <a:lnTo>
                    <a:pt x="2487" y="1223"/>
                  </a:lnTo>
                  <a:lnTo>
                    <a:pt x="2267" y="1404"/>
                  </a:lnTo>
                  <a:lnTo>
                    <a:pt x="2046" y="1604"/>
                  </a:lnTo>
                  <a:lnTo>
                    <a:pt x="1826" y="1805"/>
                  </a:lnTo>
                  <a:lnTo>
                    <a:pt x="1625" y="2026"/>
                  </a:lnTo>
                  <a:lnTo>
                    <a:pt x="1424" y="2246"/>
                  </a:lnTo>
                  <a:lnTo>
                    <a:pt x="1244" y="2487"/>
                  </a:lnTo>
                  <a:lnTo>
                    <a:pt x="1063" y="2728"/>
                  </a:lnTo>
                  <a:lnTo>
                    <a:pt x="903" y="2988"/>
                  </a:lnTo>
                  <a:lnTo>
                    <a:pt x="763" y="3229"/>
                  </a:lnTo>
                  <a:lnTo>
                    <a:pt x="622" y="3510"/>
                  </a:lnTo>
                  <a:lnTo>
                    <a:pt x="502" y="3770"/>
                  </a:lnTo>
                  <a:lnTo>
                    <a:pt x="382" y="4051"/>
                  </a:lnTo>
                  <a:lnTo>
                    <a:pt x="281" y="4352"/>
                  </a:lnTo>
                  <a:lnTo>
                    <a:pt x="201" y="4633"/>
                  </a:lnTo>
                  <a:lnTo>
                    <a:pt x="141" y="4934"/>
                  </a:lnTo>
                  <a:lnTo>
                    <a:pt x="81" y="5254"/>
                  </a:lnTo>
                  <a:lnTo>
                    <a:pt x="41" y="5555"/>
                  </a:lnTo>
                  <a:lnTo>
                    <a:pt x="21" y="5876"/>
                  </a:lnTo>
                  <a:lnTo>
                    <a:pt x="1" y="6197"/>
                  </a:lnTo>
                  <a:lnTo>
                    <a:pt x="1" y="12955"/>
                  </a:lnTo>
                  <a:lnTo>
                    <a:pt x="21" y="13276"/>
                  </a:lnTo>
                  <a:lnTo>
                    <a:pt x="41" y="13577"/>
                  </a:lnTo>
                  <a:lnTo>
                    <a:pt x="81" y="13898"/>
                  </a:lnTo>
                  <a:lnTo>
                    <a:pt x="141" y="14199"/>
                  </a:lnTo>
                  <a:lnTo>
                    <a:pt x="201" y="14500"/>
                  </a:lnTo>
                  <a:lnTo>
                    <a:pt x="281" y="14800"/>
                  </a:lnTo>
                  <a:lnTo>
                    <a:pt x="382" y="15081"/>
                  </a:lnTo>
                  <a:lnTo>
                    <a:pt x="502" y="15362"/>
                  </a:lnTo>
                  <a:lnTo>
                    <a:pt x="622" y="15643"/>
                  </a:lnTo>
                  <a:lnTo>
                    <a:pt x="763" y="15903"/>
                  </a:lnTo>
                  <a:lnTo>
                    <a:pt x="903" y="16164"/>
                  </a:lnTo>
                  <a:lnTo>
                    <a:pt x="1063" y="16405"/>
                  </a:lnTo>
                  <a:lnTo>
                    <a:pt x="1244" y="16665"/>
                  </a:lnTo>
                  <a:lnTo>
                    <a:pt x="1424" y="16886"/>
                  </a:lnTo>
                  <a:lnTo>
                    <a:pt x="1625" y="17107"/>
                  </a:lnTo>
                  <a:lnTo>
                    <a:pt x="1826" y="17327"/>
                  </a:lnTo>
                  <a:lnTo>
                    <a:pt x="2046" y="17528"/>
                  </a:lnTo>
                  <a:lnTo>
                    <a:pt x="2267" y="17728"/>
                  </a:lnTo>
                  <a:lnTo>
                    <a:pt x="2487" y="17909"/>
                  </a:lnTo>
                  <a:lnTo>
                    <a:pt x="2728" y="18089"/>
                  </a:lnTo>
                  <a:lnTo>
                    <a:pt x="2989" y="18250"/>
                  </a:lnTo>
                  <a:lnTo>
                    <a:pt x="3249" y="18390"/>
                  </a:lnTo>
                  <a:lnTo>
                    <a:pt x="3510" y="18531"/>
                  </a:lnTo>
                  <a:lnTo>
                    <a:pt x="3791" y="18651"/>
                  </a:lnTo>
                  <a:lnTo>
                    <a:pt x="4072" y="18771"/>
                  </a:lnTo>
                  <a:lnTo>
                    <a:pt x="4352" y="18871"/>
                  </a:lnTo>
                  <a:lnTo>
                    <a:pt x="4653" y="18952"/>
                  </a:lnTo>
                  <a:lnTo>
                    <a:pt x="4954" y="19012"/>
                  </a:lnTo>
                  <a:lnTo>
                    <a:pt x="5255" y="19072"/>
                  </a:lnTo>
                  <a:lnTo>
                    <a:pt x="5576" y="19112"/>
                  </a:lnTo>
                  <a:lnTo>
                    <a:pt x="5877" y="19132"/>
                  </a:lnTo>
                  <a:lnTo>
                    <a:pt x="6197" y="19152"/>
                  </a:lnTo>
                  <a:lnTo>
                    <a:pt x="34113" y="19152"/>
                  </a:lnTo>
                  <a:lnTo>
                    <a:pt x="34655" y="19132"/>
                  </a:lnTo>
                  <a:lnTo>
                    <a:pt x="35176" y="19052"/>
                  </a:lnTo>
                  <a:lnTo>
                    <a:pt x="35677" y="18952"/>
                  </a:lnTo>
                  <a:lnTo>
                    <a:pt x="36159" y="18791"/>
                  </a:lnTo>
                  <a:lnTo>
                    <a:pt x="36640" y="18611"/>
                  </a:lnTo>
                  <a:lnTo>
                    <a:pt x="37081" y="18390"/>
                  </a:lnTo>
                  <a:lnTo>
                    <a:pt x="37522" y="18129"/>
                  </a:lnTo>
                  <a:lnTo>
                    <a:pt x="37924" y="17829"/>
                  </a:lnTo>
                  <a:lnTo>
                    <a:pt x="38184" y="17608"/>
                  </a:lnTo>
                  <a:lnTo>
                    <a:pt x="38445" y="17387"/>
                  </a:lnTo>
                  <a:lnTo>
                    <a:pt x="38686" y="17127"/>
                  </a:lnTo>
                  <a:lnTo>
                    <a:pt x="38906" y="16866"/>
                  </a:lnTo>
                  <a:lnTo>
                    <a:pt x="39127" y="16605"/>
                  </a:lnTo>
                  <a:lnTo>
                    <a:pt x="39307" y="16325"/>
                  </a:lnTo>
                  <a:lnTo>
                    <a:pt x="39488" y="16024"/>
                  </a:lnTo>
                  <a:lnTo>
                    <a:pt x="39668" y="15723"/>
                  </a:lnTo>
                  <a:lnTo>
                    <a:pt x="39809" y="15402"/>
                  </a:lnTo>
                  <a:lnTo>
                    <a:pt x="39929" y="15081"/>
                  </a:lnTo>
                  <a:lnTo>
                    <a:pt x="40049" y="14740"/>
                  </a:lnTo>
                  <a:lnTo>
                    <a:pt x="40150" y="14399"/>
                  </a:lnTo>
                  <a:lnTo>
                    <a:pt x="40210" y="14038"/>
                  </a:lnTo>
                  <a:lnTo>
                    <a:pt x="40270" y="13677"/>
                  </a:lnTo>
                  <a:lnTo>
                    <a:pt x="40290" y="13316"/>
                  </a:lnTo>
                  <a:lnTo>
                    <a:pt x="40310" y="12955"/>
                  </a:lnTo>
                  <a:lnTo>
                    <a:pt x="40310" y="6197"/>
                  </a:lnTo>
                  <a:lnTo>
                    <a:pt x="40310" y="5876"/>
                  </a:lnTo>
                  <a:lnTo>
                    <a:pt x="40270" y="5555"/>
                  </a:lnTo>
                  <a:lnTo>
                    <a:pt x="40230" y="5254"/>
                  </a:lnTo>
                  <a:lnTo>
                    <a:pt x="40190" y="4934"/>
                  </a:lnTo>
                  <a:lnTo>
                    <a:pt x="40110" y="4633"/>
                  </a:lnTo>
                  <a:lnTo>
                    <a:pt x="40029" y="4352"/>
                  </a:lnTo>
                  <a:lnTo>
                    <a:pt x="39929" y="4051"/>
                  </a:lnTo>
                  <a:lnTo>
                    <a:pt x="39829" y="3770"/>
                  </a:lnTo>
                  <a:lnTo>
                    <a:pt x="39688" y="3510"/>
                  </a:lnTo>
                  <a:lnTo>
                    <a:pt x="39568" y="3229"/>
                  </a:lnTo>
                  <a:lnTo>
                    <a:pt x="39408" y="2988"/>
                  </a:lnTo>
                  <a:lnTo>
                    <a:pt x="39247" y="2728"/>
                  </a:lnTo>
                  <a:lnTo>
                    <a:pt x="39087" y="2487"/>
                  </a:lnTo>
                  <a:lnTo>
                    <a:pt x="38886" y="2246"/>
                  </a:lnTo>
                  <a:lnTo>
                    <a:pt x="38706" y="2026"/>
                  </a:lnTo>
                  <a:lnTo>
                    <a:pt x="38485" y="1805"/>
                  </a:lnTo>
                  <a:lnTo>
                    <a:pt x="38285" y="1604"/>
                  </a:lnTo>
                  <a:lnTo>
                    <a:pt x="38064" y="1404"/>
                  </a:lnTo>
                  <a:lnTo>
                    <a:pt x="37823" y="1223"/>
                  </a:lnTo>
                  <a:lnTo>
                    <a:pt x="37583" y="1063"/>
                  </a:lnTo>
                  <a:lnTo>
                    <a:pt x="37322" y="903"/>
                  </a:lnTo>
                  <a:lnTo>
                    <a:pt x="37061" y="742"/>
                  </a:lnTo>
                  <a:lnTo>
                    <a:pt x="36801" y="602"/>
                  </a:lnTo>
                  <a:lnTo>
                    <a:pt x="36520" y="481"/>
                  </a:lnTo>
                  <a:lnTo>
                    <a:pt x="36239" y="381"/>
                  </a:lnTo>
                  <a:lnTo>
                    <a:pt x="35958" y="281"/>
                  </a:lnTo>
                  <a:lnTo>
                    <a:pt x="35657" y="201"/>
                  </a:lnTo>
                  <a:lnTo>
                    <a:pt x="35357" y="120"/>
                  </a:lnTo>
                  <a:lnTo>
                    <a:pt x="35056" y="60"/>
                  </a:lnTo>
                  <a:lnTo>
                    <a:pt x="34755" y="20"/>
                  </a:lnTo>
                  <a:lnTo>
                    <a:pt x="344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0" name="Google Shape;6700;p31"/>
            <p:cNvSpPr/>
            <p:nvPr/>
          </p:nvSpPr>
          <p:spPr>
            <a:xfrm>
              <a:off x="10137625" y="2651163"/>
              <a:ext cx="1007775" cy="478825"/>
            </a:xfrm>
            <a:custGeom>
              <a:avLst/>
              <a:gdLst/>
              <a:ahLst/>
              <a:cxnLst/>
              <a:rect l="l" t="t" r="r" b="b"/>
              <a:pathLst>
                <a:path w="40311" h="19153" fill="none" extrusionOk="0">
                  <a:moveTo>
                    <a:pt x="40310" y="6197"/>
                  </a:moveTo>
                  <a:lnTo>
                    <a:pt x="40310" y="12955"/>
                  </a:lnTo>
                  <a:lnTo>
                    <a:pt x="40310" y="12955"/>
                  </a:lnTo>
                  <a:lnTo>
                    <a:pt x="40290" y="13316"/>
                  </a:lnTo>
                  <a:lnTo>
                    <a:pt x="40270" y="13677"/>
                  </a:lnTo>
                  <a:lnTo>
                    <a:pt x="40210" y="14038"/>
                  </a:lnTo>
                  <a:lnTo>
                    <a:pt x="40150" y="14399"/>
                  </a:lnTo>
                  <a:lnTo>
                    <a:pt x="40049" y="14740"/>
                  </a:lnTo>
                  <a:lnTo>
                    <a:pt x="39929" y="15081"/>
                  </a:lnTo>
                  <a:lnTo>
                    <a:pt x="39809" y="15402"/>
                  </a:lnTo>
                  <a:lnTo>
                    <a:pt x="39668" y="15723"/>
                  </a:lnTo>
                  <a:lnTo>
                    <a:pt x="39488" y="16024"/>
                  </a:lnTo>
                  <a:lnTo>
                    <a:pt x="39307" y="16325"/>
                  </a:lnTo>
                  <a:lnTo>
                    <a:pt x="39127" y="16605"/>
                  </a:lnTo>
                  <a:lnTo>
                    <a:pt x="38906" y="16866"/>
                  </a:lnTo>
                  <a:lnTo>
                    <a:pt x="38686" y="17127"/>
                  </a:lnTo>
                  <a:lnTo>
                    <a:pt x="38445" y="17387"/>
                  </a:lnTo>
                  <a:lnTo>
                    <a:pt x="38184" y="17608"/>
                  </a:lnTo>
                  <a:lnTo>
                    <a:pt x="37924" y="17829"/>
                  </a:lnTo>
                  <a:lnTo>
                    <a:pt x="37924" y="17829"/>
                  </a:lnTo>
                  <a:lnTo>
                    <a:pt x="37522" y="18129"/>
                  </a:lnTo>
                  <a:lnTo>
                    <a:pt x="37081" y="18390"/>
                  </a:lnTo>
                  <a:lnTo>
                    <a:pt x="36640" y="18611"/>
                  </a:lnTo>
                  <a:lnTo>
                    <a:pt x="36159" y="18791"/>
                  </a:lnTo>
                  <a:lnTo>
                    <a:pt x="35677" y="18952"/>
                  </a:lnTo>
                  <a:lnTo>
                    <a:pt x="35176" y="19052"/>
                  </a:lnTo>
                  <a:lnTo>
                    <a:pt x="34655" y="19132"/>
                  </a:lnTo>
                  <a:lnTo>
                    <a:pt x="34113" y="19152"/>
                  </a:lnTo>
                  <a:lnTo>
                    <a:pt x="6197" y="19152"/>
                  </a:lnTo>
                  <a:lnTo>
                    <a:pt x="6197" y="19152"/>
                  </a:lnTo>
                  <a:lnTo>
                    <a:pt x="5877" y="19132"/>
                  </a:lnTo>
                  <a:lnTo>
                    <a:pt x="5576" y="19112"/>
                  </a:lnTo>
                  <a:lnTo>
                    <a:pt x="5255" y="19072"/>
                  </a:lnTo>
                  <a:lnTo>
                    <a:pt x="4954" y="19012"/>
                  </a:lnTo>
                  <a:lnTo>
                    <a:pt x="4653" y="18952"/>
                  </a:lnTo>
                  <a:lnTo>
                    <a:pt x="4352" y="18871"/>
                  </a:lnTo>
                  <a:lnTo>
                    <a:pt x="4072" y="18771"/>
                  </a:lnTo>
                  <a:lnTo>
                    <a:pt x="3791" y="18651"/>
                  </a:lnTo>
                  <a:lnTo>
                    <a:pt x="3510" y="18531"/>
                  </a:lnTo>
                  <a:lnTo>
                    <a:pt x="3249" y="18390"/>
                  </a:lnTo>
                  <a:lnTo>
                    <a:pt x="2989" y="18250"/>
                  </a:lnTo>
                  <a:lnTo>
                    <a:pt x="2728" y="18089"/>
                  </a:lnTo>
                  <a:lnTo>
                    <a:pt x="2487" y="17909"/>
                  </a:lnTo>
                  <a:lnTo>
                    <a:pt x="2267" y="17728"/>
                  </a:lnTo>
                  <a:lnTo>
                    <a:pt x="2046" y="17528"/>
                  </a:lnTo>
                  <a:lnTo>
                    <a:pt x="1826" y="17327"/>
                  </a:lnTo>
                  <a:lnTo>
                    <a:pt x="1625" y="17107"/>
                  </a:lnTo>
                  <a:lnTo>
                    <a:pt x="1424" y="16886"/>
                  </a:lnTo>
                  <a:lnTo>
                    <a:pt x="1244" y="16665"/>
                  </a:lnTo>
                  <a:lnTo>
                    <a:pt x="1063" y="16405"/>
                  </a:lnTo>
                  <a:lnTo>
                    <a:pt x="903" y="16164"/>
                  </a:lnTo>
                  <a:lnTo>
                    <a:pt x="763" y="15903"/>
                  </a:lnTo>
                  <a:lnTo>
                    <a:pt x="622" y="15643"/>
                  </a:lnTo>
                  <a:lnTo>
                    <a:pt x="502" y="15362"/>
                  </a:lnTo>
                  <a:lnTo>
                    <a:pt x="382" y="15081"/>
                  </a:lnTo>
                  <a:lnTo>
                    <a:pt x="281" y="14800"/>
                  </a:lnTo>
                  <a:lnTo>
                    <a:pt x="201" y="14500"/>
                  </a:lnTo>
                  <a:lnTo>
                    <a:pt x="141" y="14199"/>
                  </a:lnTo>
                  <a:lnTo>
                    <a:pt x="81" y="13898"/>
                  </a:lnTo>
                  <a:lnTo>
                    <a:pt x="41" y="13577"/>
                  </a:lnTo>
                  <a:lnTo>
                    <a:pt x="21" y="13276"/>
                  </a:lnTo>
                  <a:lnTo>
                    <a:pt x="1" y="12955"/>
                  </a:lnTo>
                  <a:lnTo>
                    <a:pt x="1" y="6197"/>
                  </a:lnTo>
                  <a:lnTo>
                    <a:pt x="1" y="6197"/>
                  </a:lnTo>
                  <a:lnTo>
                    <a:pt x="21" y="5876"/>
                  </a:lnTo>
                  <a:lnTo>
                    <a:pt x="41" y="5555"/>
                  </a:lnTo>
                  <a:lnTo>
                    <a:pt x="81" y="5254"/>
                  </a:lnTo>
                  <a:lnTo>
                    <a:pt x="141" y="4934"/>
                  </a:lnTo>
                  <a:lnTo>
                    <a:pt x="201" y="4633"/>
                  </a:lnTo>
                  <a:lnTo>
                    <a:pt x="281" y="4352"/>
                  </a:lnTo>
                  <a:lnTo>
                    <a:pt x="382" y="4051"/>
                  </a:lnTo>
                  <a:lnTo>
                    <a:pt x="502" y="3770"/>
                  </a:lnTo>
                  <a:lnTo>
                    <a:pt x="622" y="3510"/>
                  </a:lnTo>
                  <a:lnTo>
                    <a:pt x="763" y="3229"/>
                  </a:lnTo>
                  <a:lnTo>
                    <a:pt x="903" y="2988"/>
                  </a:lnTo>
                  <a:lnTo>
                    <a:pt x="1063" y="2728"/>
                  </a:lnTo>
                  <a:lnTo>
                    <a:pt x="1244" y="2487"/>
                  </a:lnTo>
                  <a:lnTo>
                    <a:pt x="1424" y="2246"/>
                  </a:lnTo>
                  <a:lnTo>
                    <a:pt x="1625" y="2026"/>
                  </a:lnTo>
                  <a:lnTo>
                    <a:pt x="1826" y="1805"/>
                  </a:lnTo>
                  <a:lnTo>
                    <a:pt x="2046" y="1604"/>
                  </a:lnTo>
                  <a:lnTo>
                    <a:pt x="2267" y="1404"/>
                  </a:lnTo>
                  <a:lnTo>
                    <a:pt x="2487" y="1223"/>
                  </a:lnTo>
                  <a:lnTo>
                    <a:pt x="2728" y="1063"/>
                  </a:lnTo>
                  <a:lnTo>
                    <a:pt x="2989" y="903"/>
                  </a:lnTo>
                  <a:lnTo>
                    <a:pt x="3249" y="742"/>
                  </a:lnTo>
                  <a:lnTo>
                    <a:pt x="3510" y="602"/>
                  </a:lnTo>
                  <a:lnTo>
                    <a:pt x="3791" y="481"/>
                  </a:lnTo>
                  <a:lnTo>
                    <a:pt x="4072" y="381"/>
                  </a:lnTo>
                  <a:lnTo>
                    <a:pt x="4352" y="281"/>
                  </a:lnTo>
                  <a:lnTo>
                    <a:pt x="4653" y="201"/>
                  </a:lnTo>
                  <a:lnTo>
                    <a:pt x="4954" y="120"/>
                  </a:lnTo>
                  <a:lnTo>
                    <a:pt x="5255" y="60"/>
                  </a:lnTo>
                  <a:lnTo>
                    <a:pt x="5576" y="20"/>
                  </a:lnTo>
                  <a:lnTo>
                    <a:pt x="5877" y="0"/>
                  </a:lnTo>
                  <a:lnTo>
                    <a:pt x="6197" y="0"/>
                  </a:lnTo>
                  <a:lnTo>
                    <a:pt x="34113" y="0"/>
                  </a:lnTo>
                  <a:lnTo>
                    <a:pt x="34113" y="0"/>
                  </a:lnTo>
                  <a:lnTo>
                    <a:pt x="34434" y="0"/>
                  </a:lnTo>
                  <a:lnTo>
                    <a:pt x="34755" y="20"/>
                  </a:lnTo>
                  <a:lnTo>
                    <a:pt x="35056" y="60"/>
                  </a:lnTo>
                  <a:lnTo>
                    <a:pt x="35357" y="120"/>
                  </a:lnTo>
                  <a:lnTo>
                    <a:pt x="35657" y="201"/>
                  </a:lnTo>
                  <a:lnTo>
                    <a:pt x="35958" y="281"/>
                  </a:lnTo>
                  <a:lnTo>
                    <a:pt x="36239" y="381"/>
                  </a:lnTo>
                  <a:lnTo>
                    <a:pt x="36520" y="481"/>
                  </a:lnTo>
                  <a:lnTo>
                    <a:pt x="36801" y="602"/>
                  </a:lnTo>
                  <a:lnTo>
                    <a:pt x="37061" y="742"/>
                  </a:lnTo>
                  <a:lnTo>
                    <a:pt x="37322" y="903"/>
                  </a:lnTo>
                  <a:lnTo>
                    <a:pt x="37583" y="1063"/>
                  </a:lnTo>
                  <a:lnTo>
                    <a:pt x="37823" y="1223"/>
                  </a:lnTo>
                  <a:lnTo>
                    <a:pt x="38064" y="1404"/>
                  </a:lnTo>
                  <a:lnTo>
                    <a:pt x="38285" y="1604"/>
                  </a:lnTo>
                  <a:lnTo>
                    <a:pt x="38485" y="1805"/>
                  </a:lnTo>
                  <a:lnTo>
                    <a:pt x="38706" y="2026"/>
                  </a:lnTo>
                  <a:lnTo>
                    <a:pt x="38886" y="2246"/>
                  </a:lnTo>
                  <a:lnTo>
                    <a:pt x="39087" y="2487"/>
                  </a:lnTo>
                  <a:lnTo>
                    <a:pt x="39247" y="2728"/>
                  </a:lnTo>
                  <a:lnTo>
                    <a:pt x="39408" y="2988"/>
                  </a:lnTo>
                  <a:lnTo>
                    <a:pt x="39568" y="3229"/>
                  </a:lnTo>
                  <a:lnTo>
                    <a:pt x="39688" y="3510"/>
                  </a:lnTo>
                  <a:lnTo>
                    <a:pt x="39829" y="3770"/>
                  </a:lnTo>
                  <a:lnTo>
                    <a:pt x="39929" y="4051"/>
                  </a:lnTo>
                  <a:lnTo>
                    <a:pt x="40029" y="4352"/>
                  </a:lnTo>
                  <a:lnTo>
                    <a:pt x="40110" y="4633"/>
                  </a:lnTo>
                  <a:lnTo>
                    <a:pt x="40190" y="4934"/>
                  </a:lnTo>
                  <a:lnTo>
                    <a:pt x="40230" y="5254"/>
                  </a:lnTo>
                  <a:lnTo>
                    <a:pt x="40270" y="5555"/>
                  </a:lnTo>
                  <a:lnTo>
                    <a:pt x="40310" y="5876"/>
                  </a:lnTo>
                  <a:lnTo>
                    <a:pt x="40310" y="6197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1" name="Google Shape;6701;p31"/>
            <p:cNvSpPr/>
            <p:nvPr/>
          </p:nvSpPr>
          <p:spPr>
            <a:xfrm>
              <a:off x="10137625" y="2651163"/>
              <a:ext cx="948100" cy="478825"/>
            </a:xfrm>
            <a:custGeom>
              <a:avLst/>
              <a:gdLst/>
              <a:ahLst/>
              <a:cxnLst/>
              <a:rect l="l" t="t" r="r" b="b"/>
              <a:pathLst>
                <a:path w="37924" h="19153" extrusionOk="0">
                  <a:moveTo>
                    <a:pt x="5877" y="0"/>
                  </a:moveTo>
                  <a:lnTo>
                    <a:pt x="5576" y="20"/>
                  </a:lnTo>
                  <a:lnTo>
                    <a:pt x="5255" y="60"/>
                  </a:lnTo>
                  <a:lnTo>
                    <a:pt x="4954" y="120"/>
                  </a:lnTo>
                  <a:lnTo>
                    <a:pt x="4653" y="201"/>
                  </a:lnTo>
                  <a:lnTo>
                    <a:pt x="4352" y="281"/>
                  </a:lnTo>
                  <a:lnTo>
                    <a:pt x="4072" y="381"/>
                  </a:lnTo>
                  <a:lnTo>
                    <a:pt x="3791" y="481"/>
                  </a:lnTo>
                  <a:lnTo>
                    <a:pt x="3510" y="602"/>
                  </a:lnTo>
                  <a:lnTo>
                    <a:pt x="3249" y="742"/>
                  </a:lnTo>
                  <a:lnTo>
                    <a:pt x="2989" y="903"/>
                  </a:lnTo>
                  <a:lnTo>
                    <a:pt x="2728" y="1063"/>
                  </a:lnTo>
                  <a:lnTo>
                    <a:pt x="2487" y="1223"/>
                  </a:lnTo>
                  <a:lnTo>
                    <a:pt x="2267" y="1404"/>
                  </a:lnTo>
                  <a:lnTo>
                    <a:pt x="2046" y="1604"/>
                  </a:lnTo>
                  <a:lnTo>
                    <a:pt x="1826" y="1805"/>
                  </a:lnTo>
                  <a:lnTo>
                    <a:pt x="1625" y="2026"/>
                  </a:lnTo>
                  <a:lnTo>
                    <a:pt x="1424" y="2246"/>
                  </a:lnTo>
                  <a:lnTo>
                    <a:pt x="1244" y="2487"/>
                  </a:lnTo>
                  <a:lnTo>
                    <a:pt x="1063" y="2728"/>
                  </a:lnTo>
                  <a:lnTo>
                    <a:pt x="903" y="2988"/>
                  </a:lnTo>
                  <a:lnTo>
                    <a:pt x="763" y="3229"/>
                  </a:lnTo>
                  <a:lnTo>
                    <a:pt x="622" y="3510"/>
                  </a:lnTo>
                  <a:lnTo>
                    <a:pt x="502" y="3770"/>
                  </a:lnTo>
                  <a:lnTo>
                    <a:pt x="382" y="4051"/>
                  </a:lnTo>
                  <a:lnTo>
                    <a:pt x="281" y="4352"/>
                  </a:lnTo>
                  <a:lnTo>
                    <a:pt x="201" y="4633"/>
                  </a:lnTo>
                  <a:lnTo>
                    <a:pt x="141" y="4934"/>
                  </a:lnTo>
                  <a:lnTo>
                    <a:pt x="81" y="5254"/>
                  </a:lnTo>
                  <a:lnTo>
                    <a:pt x="41" y="5555"/>
                  </a:lnTo>
                  <a:lnTo>
                    <a:pt x="21" y="5876"/>
                  </a:lnTo>
                  <a:lnTo>
                    <a:pt x="1" y="6197"/>
                  </a:lnTo>
                  <a:lnTo>
                    <a:pt x="1" y="12955"/>
                  </a:lnTo>
                  <a:lnTo>
                    <a:pt x="21" y="13276"/>
                  </a:lnTo>
                  <a:lnTo>
                    <a:pt x="41" y="13577"/>
                  </a:lnTo>
                  <a:lnTo>
                    <a:pt x="81" y="13898"/>
                  </a:lnTo>
                  <a:lnTo>
                    <a:pt x="141" y="14199"/>
                  </a:lnTo>
                  <a:lnTo>
                    <a:pt x="201" y="14500"/>
                  </a:lnTo>
                  <a:lnTo>
                    <a:pt x="281" y="14800"/>
                  </a:lnTo>
                  <a:lnTo>
                    <a:pt x="382" y="15081"/>
                  </a:lnTo>
                  <a:lnTo>
                    <a:pt x="502" y="15362"/>
                  </a:lnTo>
                  <a:lnTo>
                    <a:pt x="622" y="15643"/>
                  </a:lnTo>
                  <a:lnTo>
                    <a:pt x="763" y="15903"/>
                  </a:lnTo>
                  <a:lnTo>
                    <a:pt x="903" y="16164"/>
                  </a:lnTo>
                  <a:lnTo>
                    <a:pt x="1063" y="16405"/>
                  </a:lnTo>
                  <a:lnTo>
                    <a:pt x="1244" y="16665"/>
                  </a:lnTo>
                  <a:lnTo>
                    <a:pt x="1424" y="16886"/>
                  </a:lnTo>
                  <a:lnTo>
                    <a:pt x="1625" y="17107"/>
                  </a:lnTo>
                  <a:lnTo>
                    <a:pt x="1826" y="17327"/>
                  </a:lnTo>
                  <a:lnTo>
                    <a:pt x="2046" y="17528"/>
                  </a:lnTo>
                  <a:lnTo>
                    <a:pt x="2267" y="17728"/>
                  </a:lnTo>
                  <a:lnTo>
                    <a:pt x="2487" y="17909"/>
                  </a:lnTo>
                  <a:lnTo>
                    <a:pt x="2728" y="18089"/>
                  </a:lnTo>
                  <a:lnTo>
                    <a:pt x="2989" y="18250"/>
                  </a:lnTo>
                  <a:lnTo>
                    <a:pt x="3249" y="18390"/>
                  </a:lnTo>
                  <a:lnTo>
                    <a:pt x="3510" y="18531"/>
                  </a:lnTo>
                  <a:lnTo>
                    <a:pt x="3791" y="18651"/>
                  </a:lnTo>
                  <a:lnTo>
                    <a:pt x="4072" y="18771"/>
                  </a:lnTo>
                  <a:lnTo>
                    <a:pt x="4352" y="18871"/>
                  </a:lnTo>
                  <a:lnTo>
                    <a:pt x="4653" y="18952"/>
                  </a:lnTo>
                  <a:lnTo>
                    <a:pt x="4954" y="19012"/>
                  </a:lnTo>
                  <a:lnTo>
                    <a:pt x="5255" y="19072"/>
                  </a:lnTo>
                  <a:lnTo>
                    <a:pt x="5576" y="19112"/>
                  </a:lnTo>
                  <a:lnTo>
                    <a:pt x="5877" y="19132"/>
                  </a:lnTo>
                  <a:lnTo>
                    <a:pt x="6197" y="19152"/>
                  </a:lnTo>
                  <a:lnTo>
                    <a:pt x="34113" y="19152"/>
                  </a:lnTo>
                  <a:lnTo>
                    <a:pt x="34655" y="19132"/>
                  </a:lnTo>
                  <a:lnTo>
                    <a:pt x="35176" y="19052"/>
                  </a:lnTo>
                  <a:lnTo>
                    <a:pt x="35677" y="18952"/>
                  </a:lnTo>
                  <a:lnTo>
                    <a:pt x="36159" y="18791"/>
                  </a:lnTo>
                  <a:lnTo>
                    <a:pt x="36640" y="18611"/>
                  </a:lnTo>
                  <a:lnTo>
                    <a:pt x="37081" y="18390"/>
                  </a:lnTo>
                  <a:lnTo>
                    <a:pt x="37522" y="18129"/>
                  </a:lnTo>
                  <a:lnTo>
                    <a:pt x="37924" y="17829"/>
                  </a:lnTo>
                  <a:lnTo>
                    <a:pt x="36640" y="18069"/>
                  </a:lnTo>
                  <a:lnTo>
                    <a:pt x="35357" y="18250"/>
                  </a:lnTo>
                  <a:lnTo>
                    <a:pt x="34073" y="18410"/>
                  </a:lnTo>
                  <a:lnTo>
                    <a:pt x="32770" y="18510"/>
                  </a:lnTo>
                  <a:lnTo>
                    <a:pt x="31466" y="18611"/>
                  </a:lnTo>
                  <a:lnTo>
                    <a:pt x="30163" y="18671"/>
                  </a:lnTo>
                  <a:lnTo>
                    <a:pt x="28859" y="18691"/>
                  </a:lnTo>
                  <a:lnTo>
                    <a:pt x="27535" y="18711"/>
                  </a:lnTo>
                  <a:lnTo>
                    <a:pt x="25650" y="18691"/>
                  </a:lnTo>
                  <a:lnTo>
                    <a:pt x="23745" y="18631"/>
                  </a:lnTo>
                  <a:lnTo>
                    <a:pt x="21860" y="18551"/>
                  </a:lnTo>
                  <a:lnTo>
                    <a:pt x="19995" y="18470"/>
                  </a:lnTo>
                  <a:lnTo>
                    <a:pt x="18571" y="18390"/>
                  </a:lnTo>
                  <a:lnTo>
                    <a:pt x="17147" y="18290"/>
                  </a:lnTo>
                  <a:lnTo>
                    <a:pt x="15703" y="18190"/>
                  </a:lnTo>
                  <a:lnTo>
                    <a:pt x="14259" y="18029"/>
                  </a:lnTo>
                  <a:lnTo>
                    <a:pt x="13557" y="17949"/>
                  </a:lnTo>
                  <a:lnTo>
                    <a:pt x="12835" y="17829"/>
                  </a:lnTo>
                  <a:lnTo>
                    <a:pt x="12134" y="17708"/>
                  </a:lnTo>
                  <a:lnTo>
                    <a:pt x="11432" y="17568"/>
                  </a:lnTo>
                  <a:lnTo>
                    <a:pt x="10730" y="17407"/>
                  </a:lnTo>
                  <a:lnTo>
                    <a:pt x="10028" y="17227"/>
                  </a:lnTo>
                  <a:lnTo>
                    <a:pt x="9326" y="17026"/>
                  </a:lnTo>
                  <a:lnTo>
                    <a:pt x="8644" y="16806"/>
                  </a:lnTo>
                  <a:lnTo>
                    <a:pt x="8002" y="16565"/>
                  </a:lnTo>
                  <a:lnTo>
                    <a:pt x="7381" y="16304"/>
                  </a:lnTo>
                  <a:lnTo>
                    <a:pt x="7080" y="16144"/>
                  </a:lnTo>
                  <a:lnTo>
                    <a:pt x="6799" y="15984"/>
                  </a:lnTo>
                  <a:lnTo>
                    <a:pt x="6498" y="15803"/>
                  </a:lnTo>
                  <a:lnTo>
                    <a:pt x="6217" y="15623"/>
                  </a:lnTo>
                  <a:lnTo>
                    <a:pt x="5957" y="15402"/>
                  </a:lnTo>
                  <a:lnTo>
                    <a:pt x="5696" y="15201"/>
                  </a:lnTo>
                  <a:lnTo>
                    <a:pt x="5435" y="14961"/>
                  </a:lnTo>
                  <a:lnTo>
                    <a:pt x="5215" y="14720"/>
                  </a:lnTo>
                  <a:lnTo>
                    <a:pt x="4974" y="14459"/>
                  </a:lnTo>
                  <a:lnTo>
                    <a:pt x="4774" y="14179"/>
                  </a:lnTo>
                  <a:lnTo>
                    <a:pt x="4573" y="13878"/>
                  </a:lnTo>
                  <a:lnTo>
                    <a:pt x="4413" y="13577"/>
                  </a:lnTo>
                  <a:lnTo>
                    <a:pt x="4252" y="13276"/>
                  </a:lnTo>
                  <a:lnTo>
                    <a:pt x="4052" y="12955"/>
                  </a:lnTo>
                  <a:lnTo>
                    <a:pt x="3851" y="12614"/>
                  </a:lnTo>
                  <a:lnTo>
                    <a:pt x="3671" y="12274"/>
                  </a:lnTo>
                  <a:lnTo>
                    <a:pt x="3530" y="11913"/>
                  </a:lnTo>
                  <a:lnTo>
                    <a:pt x="3410" y="11552"/>
                  </a:lnTo>
                  <a:lnTo>
                    <a:pt x="3289" y="11191"/>
                  </a:lnTo>
                  <a:lnTo>
                    <a:pt x="3229" y="10830"/>
                  </a:lnTo>
                  <a:lnTo>
                    <a:pt x="3169" y="10469"/>
                  </a:lnTo>
                  <a:lnTo>
                    <a:pt x="3129" y="9967"/>
                  </a:lnTo>
                  <a:lnTo>
                    <a:pt x="3129" y="9486"/>
                  </a:lnTo>
                  <a:lnTo>
                    <a:pt x="3169" y="9005"/>
                  </a:lnTo>
                  <a:lnTo>
                    <a:pt x="3229" y="8543"/>
                  </a:lnTo>
                  <a:lnTo>
                    <a:pt x="3229" y="7801"/>
                  </a:lnTo>
                  <a:lnTo>
                    <a:pt x="3249" y="7240"/>
                  </a:lnTo>
                  <a:lnTo>
                    <a:pt x="3289" y="6678"/>
                  </a:lnTo>
                  <a:lnTo>
                    <a:pt x="3370" y="6137"/>
                  </a:lnTo>
                  <a:lnTo>
                    <a:pt x="3450" y="5595"/>
                  </a:lnTo>
                  <a:lnTo>
                    <a:pt x="3570" y="5054"/>
                  </a:lnTo>
                  <a:lnTo>
                    <a:pt x="3711" y="4532"/>
                  </a:lnTo>
                  <a:lnTo>
                    <a:pt x="3891" y="4011"/>
                  </a:lnTo>
                  <a:lnTo>
                    <a:pt x="4072" y="3510"/>
                  </a:lnTo>
                  <a:lnTo>
                    <a:pt x="4292" y="3008"/>
                  </a:lnTo>
                  <a:lnTo>
                    <a:pt x="4533" y="2527"/>
                  </a:lnTo>
                  <a:lnTo>
                    <a:pt x="4794" y="2066"/>
                  </a:lnTo>
                  <a:lnTo>
                    <a:pt x="5074" y="1604"/>
                  </a:lnTo>
                  <a:lnTo>
                    <a:pt x="5375" y="1183"/>
                  </a:lnTo>
                  <a:lnTo>
                    <a:pt x="5696" y="762"/>
                  </a:lnTo>
                  <a:lnTo>
                    <a:pt x="6037" y="361"/>
                  </a:lnTo>
                  <a:lnTo>
                    <a:pt x="6418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2" name="Google Shape;6702;p31"/>
            <p:cNvSpPr/>
            <p:nvPr/>
          </p:nvSpPr>
          <p:spPr>
            <a:xfrm>
              <a:off x="10137625" y="2651163"/>
              <a:ext cx="948100" cy="478825"/>
            </a:xfrm>
            <a:custGeom>
              <a:avLst/>
              <a:gdLst/>
              <a:ahLst/>
              <a:cxnLst/>
              <a:rect l="l" t="t" r="r" b="b"/>
              <a:pathLst>
                <a:path w="37924" h="19153" fill="none" extrusionOk="0">
                  <a:moveTo>
                    <a:pt x="6418" y="0"/>
                  </a:moveTo>
                  <a:lnTo>
                    <a:pt x="6197" y="0"/>
                  </a:lnTo>
                  <a:lnTo>
                    <a:pt x="6197" y="0"/>
                  </a:lnTo>
                  <a:lnTo>
                    <a:pt x="5877" y="0"/>
                  </a:lnTo>
                  <a:lnTo>
                    <a:pt x="5576" y="20"/>
                  </a:lnTo>
                  <a:lnTo>
                    <a:pt x="5255" y="60"/>
                  </a:lnTo>
                  <a:lnTo>
                    <a:pt x="4954" y="120"/>
                  </a:lnTo>
                  <a:lnTo>
                    <a:pt x="4653" y="201"/>
                  </a:lnTo>
                  <a:lnTo>
                    <a:pt x="4352" y="281"/>
                  </a:lnTo>
                  <a:lnTo>
                    <a:pt x="4072" y="381"/>
                  </a:lnTo>
                  <a:lnTo>
                    <a:pt x="3791" y="481"/>
                  </a:lnTo>
                  <a:lnTo>
                    <a:pt x="3510" y="602"/>
                  </a:lnTo>
                  <a:lnTo>
                    <a:pt x="3249" y="742"/>
                  </a:lnTo>
                  <a:lnTo>
                    <a:pt x="2989" y="903"/>
                  </a:lnTo>
                  <a:lnTo>
                    <a:pt x="2728" y="1063"/>
                  </a:lnTo>
                  <a:lnTo>
                    <a:pt x="2487" y="1223"/>
                  </a:lnTo>
                  <a:lnTo>
                    <a:pt x="2267" y="1404"/>
                  </a:lnTo>
                  <a:lnTo>
                    <a:pt x="2046" y="1604"/>
                  </a:lnTo>
                  <a:lnTo>
                    <a:pt x="1826" y="1805"/>
                  </a:lnTo>
                  <a:lnTo>
                    <a:pt x="1625" y="2026"/>
                  </a:lnTo>
                  <a:lnTo>
                    <a:pt x="1424" y="2246"/>
                  </a:lnTo>
                  <a:lnTo>
                    <a:pt x="1244" y="2487"/>
                  </a:lnTo>
                  <a:lnTo>
                    <a:pt x="1063" y="2728"/>
                  </a:lnTo>
                  <a:lnTo>
                    <a:pt x="903" y="2988"/>
                  </a:lnTo>
                  <a:lnTo>
                    <a:pt x="763" y="3229"/>
                  </a:lnTo>
                  <a:lnTo>
                    <a:pt x="622" y="3510"/>
                  </a:lnTo>
                  <a:lnTo>
                    <a:pt x="502" y="3770"/>
                  </a:lnTo>
                  <a:lnTo>
                    <a:pt x="382" y="4051"/>
                  </a:lnTo>
                  <a:lnTo>
                    <a:pt x="281" y="4352"/>
                  </a:lnTo>
                  <a:lnTo>
                    <a:pt x="201" y="4633"/>
                  </a:lnTo>
                  <a:lnTo>
                    <a:pt x="141" y="4934"/>
                  </a:lnTo>
                  <a:lnTo>
                    <a:pt x="81" y="5254"/>
                  </a:lnTo>
                  <a:lnTo>
                    <a:pt x="41" y="5555"/>
                  </a:lnTo>
                  <a:lnTo>
                    <a:pt x="21" y="5876"/>
                  </a:lnTo>
                  <a:lnTo>
                    <a:pt x="1" y="6197"/>
                  </a:lnTo>
                  <a:lnTo>
                    <a:pt x="1" y="12955"/>
                  </a:lnTo>
                  <a:lnTo>
                    <a:pt x="1" y="12955"/>
                  </a:lnTo>
                  <a:lnTo>
                    <a:pt x="21" y="13276"/>
                  </a:lnTo>
                  <a:lnTo>
                    <a:pt x="41" y="13577"/>
                  </a:lnTo>
                  <a:lnTo>
                    <a:pt x="81" y="13898"/>
                  </a:lnTo>
                  <a:lnTo>
                    <a:pt x="141" y="14199"/>
                  </a:lnTo>
                  <a:lnTo>
                    <a:pt x="201" y="14500"/>
                  </a:lnTo>
                  <a:lnTo>
                    <a:pt x="281" y="14800"/>
                  </a:lnTo>
                  <a:lnTo>
                    <a:pt x="382" y="15081"/>
                  </a:lnTo>
                  <a:lnTo>
                    <a:pt x="502" y="15362"/>
                  </a:lnTo>
                  <a:lnTo>
                    <a:pt x="622" y="15643"/>
                  </a:lnTo>
                  <a:lnTo>
                    <a:pt x="763" y="15903"/>
                  </a:lnTo>
                  <a:lnTo>
                    <a:pt x="903" y="16164"/>
                  </a:lnTo>
                  <a:lnTo>
                    <a:pt x="1063" y="16405"/>
                  </a:lnTo>
                  <a:lnTo>
                    <a:pt x="1244" y="16665"/>
                  </a:lnTo>
                  <a:lnTo>
                    <a:pt x="1424" y="16886"/>
                  </a:lnTo>
                  <a:lnTo>
                    <a:pt x="1625" y="17107"/>
                  </a:lnTo>
                  <a:lnTo>
                    <a:pt x="1826" y="17327"/>
                  </a:lnTo>
                  <a:lnTo>
                    <a:pt x="2046" y="17528"/>
                  </a:lnTo>
                  <a:lnTo>
                    <a:pt x="2267" y="17728"/>
                  </a:lnTo>
                  <a:lnTo>
                    <a:pt x="2487" y="17909"/>
                  </a:lnTo>
                  <a:lnTo>
                    <a:pt x="2728" y="18089"/>
                  </a:lnTo>
                  <a:lnTo>
                    <a:pt x="2989" y="18250"/>
                  </a:lnTo>
                  <a:lnTo>
                    <a:pt x="3249" y="18390"/>
                  </a:lnTo>
                  <a:lnTo>
                    <a:pt x="3510" y="18531"/>
                  </a:lnTo>
                  <a:lnTo>
                    <a:pt x="3791" y="18651"/>
                  </a:lnTo>
                  <a:lnTo>
                    <a:pt x="4072" y="18771"/>
                  </a:lnTo>
                  <a:lnTo>
                    <a:pt x="4352" y="18871"/>
                  </a:lnTo>
                  <a:lnTo>
                    <a:pt x="4653" y="18952"/>
                  </a:lnTo>
                  <a:lnTo>
                    <a:pt x="4954" y="19012"/>
                  </a:lnTo>
                  <a:lnTo>
                    <a:pt x="5255" y="19072"/>
                  </a:lnTo>
                  <a:lnTo>
                    <a:pt x="5576" y="19112"/>
                  </a:lnTo>
                  <a:lnTo>
                    <a:pt x="5877" y="19132"/>
                  </a:lnTo>
                  <a:lnTo>
                    <a:pt x="6197" y="19152"/>
                  </a:lnTo>
                  <a:lnTo>
                    <a:pt x="8263" y="19152"/>
                  </a:lnTo>
                  <a:lnTo>
                    <a:pt x="8263" y="19152"/>
                  </a:lnTo>
                  <a:lnTo>
                    <a:pt x="32068" y="19152"/>
                  </a:lnTo>
                  <a:lnTo>
                    <a:pt x="32068" y="19152"/>
                  </a:lnTo>
                  <a:lnTo>
                    <a:pt x="34113" y="19152"/>
                  </a:lnTo>
                  <a:lnTo>
                    <a:pt x="34113" y="19152"/>
                  </a:lnTo>
                  <a:lnTo>
                    <a:pt x="34655" y="19132"/>
                  </a:lnTo>
                  <a:lnTo>
                    <a:pt x="35176" y="19052"/>
                  </a:lnTo>
                  <a:lnTo>
                    <a:pt x="35677" y="18952"/>
                  </a:lnTo>
                  <a:lnTo>
                    <a:pt x="36159" y="18791"/>
                  </a:lnTo>
                  <a:lnTo>
                    <a:pt x="36640" y="18611"/>
                  </a:lnTo>
                  <a:lnTo>
                    <a:pt x="37081" y="18390"/>
                  </a:lnTo>
                  <a:lnTo>
                    <a:pt x="37522" y="18129"/>
                  </a:lnTo>
                  <a:lnTo>
                    <a:pt x="37924" y="17829"/>
                  </a:lnTo>
                  <a:lnTo>
                    <a:pt x="37924" y="17829"/>
                  </a:lnTo>
                  <a:lnTo>
                    <a:pt x="36640" y="18069"/>
                  </a:lnTo>
                  <a:lnTo>
                    <a:pt x="35357" y="18250"/>
                  </a:lnTo>
                  <a:lnTo>
                    <a:pt x="34073" y="18410"/>
                  </a:lnTo>
                  <a:lnTo>
                    <a:pt x="32770" y="18510"/>
                  </a:lnTo>
                  <a:lnTo>
                    <a:pt x="31466" y="18611"/>
                  </a:lnTo>
                  <a:lnTo>
                    <a:pt x="30163" y="18671"/>
                  </a:lnTo>
                  <a:lnTo>
                    <a:pt x="28859" y="18691"/>
                  </a:lnTo>
                  <a:lnTo>
                    <a:pt x="27535" y="18711"/>
                  </a:lnTo>
                  <a:lnTo>
                    <a:pt x="27535" y="18711"/>
                  </a:lnTo>
                  <a:lnTo>
                    <a:pt x="25650" y="18691"/>
                  </a:lnTo>
                  <a:lnTo>
                    <a:pt x="23745" y="18631"/>
                  </a:lnTo>
                  <a:lnTo>
                    <a:pt x="21860" y="18551"/>
                  </a:lnTo>
                  <a:lnTo>
                    <a:pt x="19995" y="18470"/>
                  </a:lnTo>
                  <a:lnTo>
                    <a:pt x="19995" y="18470"/>
                  </a:lnTo>
                  <a:lnTo>
                    <a:pt x="18571" y="18390"/>
                  </a:lnTo>
                  <a:lnTo>
                    <a:pt x="17147" y="18290"/>
                  </a:lnTo>
                  <a:lnTo>
                    <a:pt x="15703" y="18190"/>
                  </a:lnTo>
                  <a:lnTo>
                    <a:pt x="14259" y="18029"/>
                  </a:lnTo>
                  <a:lnTo>
                    <a:pt x="13557" y="17949"/>
                  </a:lnTo>
                  <a:lnTo>
                    <a:pt x="12835" y="17829"/>
                  </a:lnTo>
                  <a:lnTo>
                    <a:pt x="12134" y="17708"/>
                  </a:lnTo>
                  <a:lnTo>
                    <a:pt x="11432" y="17568"/>
                  </a:lnTo>
                  <a:lnTo>
                    <a:pt x="10730" y="17407"/>
                  </a:lnTo>
                  <a:lnTo>
                    <a:pt x="10028" y="17227"/>
                  </a:lnTo>
                  <a:lnTo>
                    <a:pt x="9326" y="17026"/>
                  </a:lnTo>
                  <a:lnTo>
                    <a:pt x="8644" y="16806"/>
                  </a:lnTo>
                  <a:lnTo>
                    <a:pt x="8644" y="16806"/>
                  </a:lnTo>
                  <a:lnTo>
                    <a:pt x="8002" y="16565"/>
                  </a:lnTo>
                  <a:lnTo>
                    <a:pt x="7381" y="16304"/>
                  </a:lnTo>
                  <a:lnTo>
                    <a:pt x="7080" y="16144"/>
                  </a:lnTo>
                  <a:lnTo>
                    <a:pt x="6799" y="15984"/>
                  </a:lnTo>
                  <a:lnTo>
                    <a:pt x="6498" y="15803"/>
                  </a:lnTo>
                  <a:lnTo>
                    <a:pt x="6217" y="15623"/>
                  </a:lnTo>
                  <a:lnTo>
                    <a:pt x="5957" y="15402"/>
                  </a:lnTo>
                  <a:lnTo>
                    <a:pt x="5696" y="15201"/>
                  </a:lnTo>
                  <a:lnTo>
                    <a:pt x="5435" y="14961"/>
                  </a:lnTo>
                  <a:lnTo>
                    <a:pt x="5215" y="14720"/>
                  </a:lnTo>
                  <a:lnTo>
                    <a:pt x="4974" y="14459"/>
                  </a:lnTo>
                  <a:lnTo>
                    <a:pt x="4774" y="14179"/>
                  </a:lnTo>
                  <a:lnTo>
                    <a:pt x="4573" y="13878"/>
                  </a:lnTo>
                  <a:lnTo>
                    <a:pt x="4413" y="13577"/>
                  </a:lnTo>
                  <a:lnTo>
                    <a:pt x="4413" y="13577"/>
                  </a:lnTo>
                  <a:lnTo>
                    <a:pt x="4252" y="13276"/>
                  </a:lnTo>
                  <a:lnTo>
                    <a:pt x="4252" y="13276"/>
                  </a:lnTo>
                  <a:lnTo>
                    <a:pt x="4052" y="12955"/>
                  </a:lnTo>
                  <a:lnTo>
                    <a:pt x="3851" y="12614"/>
                  </a:lnTo>
                  <a:lnTo>
                    <a:pt x="3671" y="12274"/>
                  </a:lnTo>
                  <a:lnTo>
                    <a:pt x="3530" y="11913"/>
                  </a:lnTo>
                  <a:lnTo>
                    <a:pt x="3410" y="11552"/>
                  </a:lnTo>
                  <a:lnTo>
                    <a:pt x="3289" y="11191"/>
                  </a:lnTo>
                  <a:lnTo>
                    <a:pt x="3229" y="10830"/>
                  </a:lnTo>
                  <a:lnTo>
                    <a:pt x="3169" y="10469"/>
                  </a:lnTo>
                  <a:lnTo>
                    <a:pt x="3169" y="10469"/>
                  </a:lnTo>
                  <a:lnTo>
                    <a:pt x="3129" y="9967"/>
                  </a:lnTo>
                  <a:lnTo>
                    <a:pt x="3129" y="9486"/>
                  </a:lnTo>
                  <a:lnTo>
                    <a:pt x="3169" y="9005"/>
                  </a:lnTo>
                  <a:lnTo>
                    <a:pt x="3229" y="8543"/>
                  </a:lnTo>
                  <a:lnTo>
                    <a:pt x="3229" y="8543"/>
                  </a:lnTo>
                  <a:lnTo>
                    <a:pt x="3229" y="7801"/>
                  </a:lnTo>
                  <a:lnTo>
                    <a:pt x="3229" y="7801"/>
                  </a:lnTo>
                  <a:lnTo>
                    <a:pt x="3249" y="7240"/>
                  </a:lnTo>
                  <a:lnTo>
                    <a:pt x="3289" y="6678"/>
                  </a:lnTo>
                  <a:lnTo>
                    <a:pt x="3370" y="6137"/>
                  </a:lnTo>
                  <a:lnTo>
                    <a:pt x="3450" y="5595"/>
                  </a:lnTo>
                  <a:lnTo>
                    <a:pt x="3570" y="5054"/>
                  </a:lnTo>
                  <a:lnTo>
                    <a:pt x="3711" y="4532"/>
                  </a:lnTo>
                  <a:lnTo>
                    <a:pt x="3891" y="4011"/>
                  </a:lnTo>
                  <a:lnTo>
                    <a:pt x="4072" y="3510"/>
                  </a:lnTo>
                  <a:lnTo>
                    <a:pt x="4292" y="3008"/>
                  </a:lnTo>
                  <a:lnTo>
                    <a:pt x="4533" y="2527"/>
                  </a:lnTo>
                  <a:lnTo>
                    <a:pt x="4794" y="2066"/>
                  </a:lnTo>
                  <a:lnTo>
                    <a:pt x="5074" y="1604"/>
                  </a:lnTo>
                  <a:lnTo>
                    <a:pt x="5375" y="1183"/>
                  </a:lnTo>
                  <a:lnTo>
                    <a:pt x="5696" y="762"/>
                  </a:lnTo>
                  <a:lnTo>
                    <a:pt x="6037" y="361"/>
                  </a:lnTo>
                  <a:lnTo>
                    <a:pt x="6418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3" name="Google Shape;6703;p31"/>
            <p:cNvSpPr/>
            <p:nvPr/>
          </p:nvSpPr>
          <p:spPr>
            <a:xfrm>
              <a:off x="11027550" y="2695763"/>
              <a:ext cx="54675" cy="50175"/>
            </a:xfrm>
            <a:custGeom>
              <a:avLst/>
              <a:gdLst/>
              <a:ahLst/>
              <a:cxnLst/>
              <a:rect l="l" t="t" r="r" b="b"/>
              <a:pathLst>
                <a:path w="2187" h="2007" extrusionOk="0">
                  <a:moveTo>
                    <a:pt x="421" y="1"/>
                  </a:moveTo>
                  <a:lnTo>
                    <a:pt x="261" y="21"/>
                  </a:lnTo>
                  <a:lnTo>
                    <a:pt x="121" y="81"/>
                  </a:lnTo>
                  <a:lnTo>
                    <a:pt x="60" y="121"/>
                  </a:lnTo>
                  <a:lnTo>
                    <a:pt x="20" y="202"/>
                  </a:lnTo>
                  <a:lnTo>
                    <a:pt x="0" y="282"/>
                  </a:lnTo>
                  <a:lnTo>
                    <a:pt x="40" y="362"/>
                  </a:lnTo>
                  <a:lnTo>
                    <a:pt x="121" y="442"/>
                  </a:lnTo>
                  <a:lnTo>
                    <a:pt x="201" y="522"/>
                  </a:lnTo>
                  <a:lnTo>
                    <a:pt x="401" y="663"/>
                  </a:lnTo>
                  <a:lnTo>
                    <a:pt x="602" y="803"/>
                  </a:lnTo>
                  <a:lnTo>
                    <a:pt x="802" y="944"/>
                  </a:lnTo>
                  <a:lnTo>
                    <a:pt x="983" y="1104"/>
                  </a:lnTo>
                  <a:lnTo>
                    <a:pt x="1163" y="1305"/>
                  </a:lnTo>
                  <a:lnTo>
                    <a:pt x="1304" y="1525"/>
                  </a:lnTo>
                  <a:lnTo>
                    <a:pt x="1404" y="1746"/>
                  </a:lnTo>
                  <a:lnTo>
                    <a:pt x="1444" y="1826"/>
                  </a:lnTo>
                  <a:lnTo>
                    <a:pt x="1504" y="1906"/>
                  </a:lnTo>
                  <a:lnTo>
                    <a:pt x="1565" y="1946"/>
                  </a:lnTo>
                  <a:lnTo>
                    <a:pt x="1625" y="1986"/>
                  </a:lnTo>
                  <a:lnTo>
                    <a:pt x="1685" y="2006"/>
                  </a:lnTo>
                  <a:lnTo>
                    <a:pt x="1905" y="2006"/>
                  </a:lnTo>
                  <a:lnTo>
                    <a:pt x="1986" y="1966"/>
                  </a:lnTo>
                  <a:lnTo>
                    <a:pt x="2046" y="1946"/>
                  </a:lnTo>
                  <a:lnTo>
                    <a:pt x="2086" y="1886"/>
                  </a:lnTo>
                  <a:lnTo>
                    <a:pt x="2146" y="1846"/>
                  </a:lnTo>
                  <a:lnTo>
                    <a:pt x="2166" y="1786"/>
                  </a:lnTo>
                  <a:lnTo>
                    <a:pt x="2186" y="1706"/>
                  </a:lnTo>
                  <a:lnTo>
                    <a:pt x="2186" y="1625"/>
                  </a:lnTo>
                  <a:lnTo>
                    <a:pt x="2146" y="1545"/>
                  </a:lnTo>
                  <a:lnTo>
                    <a:pt x="2006" y="1224"/>
                  </a:lnTo>
                  <a:lnTo>
                    <a:pt x="1825" y="923"/>
                  </a:lnTo>
                  <a:lnTo>
                    <a:pt x="1725" y="763"/>
                  </a:lnTo>
                  <a:lnTo>
                    <a:pt x="1605" y="643"/>
                  </a:lnTo>
                  <a:lnTo>
                    <a:pt x="1464" y="522"/>
                  </a:lnTo>
                  <a:lnTo>
                    <a:pt x="1344" y="402"/>
                  </a:lnTo>
                  <a:lnTo>
                    <a:pt x="1204" y="302"/>
                  </a:lnTo>
                  <a:lnTo>
                    <a:pt x="1063" y="202"/>
                  </a:lnTo>
                  <a:lnTo>
                    <a:pt x="923" y="141"/>
                  </a:lnTo>
                  <a:lnTo>
                    <a:pt x="762" y="61"/>
                  </a:lnTo>
                  <a:lnTo>
                    <a:pt x="582" y="21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4" name="Google Shape;6704;p31"/>
            <p:cNvSpPr/>
            <p:nvPr/>
          </p:nvSpPr>
          <p:spPr>
            <a:xfrm>
              <a:off x="11073675" y="2762963"/>
              <a:ext cx="15550" cy="16575"/>
            </a:xfrm>
            <a:custGeom>
              <a:avLst/>
              <a:gdLst/>
              <a:ahLst/>
              <a:cxnLst/>
              <a:rect l="l" t="t" r="r" b="b"/>
              <a:pathLst>
                <a:path w="622" h="663" extrusionOk="0">
                  <a:moveTo>
                    <a:pt x="241" y="0"/>
                  </a:moveTo>
                  <a:lnTo>
                    <a:pt x="161" y="40"/>
                  </a:lnTo>
                  <a:lnTo>
                    <a:pt x="141" y="40"/>
                  </a:lnTo>
                  <a:lnTo>
                    <a:pt x="60" y="121"/>
                  </a:lnTo>
                  <a:lnTo>
                    <a:pt x="20" y="221"/>
                  </a:lnTo>
                  <a:lnTo>
                    <a:pt x="0" y="321"/>
                  </a:lnTo>
                  <a:lnTo>
                    <a:pt x="0" y="421"/>
                  </a:lnTo>
                  <a:lnTo>
                    <a:pt x="40" y="502"/>
                  </a:lnTo>
                  <a:lnTo>
                    <a:pt x="101" y="582"/>
                  </a:lnTo>
                  <a:lnTo>
                    <a:pt x="201" y="642"/>
                  </a:lnTo>
                  <a:lnTo>
                    <a:pt x="321" y="662"/>
                  </a:lnTo>
                  <a:lnTo>
                    <a:pt x="421" y="642"/>
                  </a:lnTo>
                  <a:lnTo>
                    <a:pt x="522" y="582"/>
                  </a:lnTo>
                  <a:lnTo>
                    <a:pt x="582" y="502"/>
                  </a:lnTo>
                  <a:lnTo>
                    <a:pt x="622" y="421"/>
                  </a:lnTo>
                  <a:lnTo>
                    <a:pt x="622" y="321"/>
                  </a:lnTo>
                  <a:lnTo>
                    <a:pt x="602" y="221"/>
                  </a:lnTo>
                  <a:lnTo>
                    <a:pt x="562" y="121"/>
                  </a:lnTo>
                  <a:lnTo>
                    <a:pt x="482" y="40"/>
                  </a:lnTo>
                  <a:lnTo>
                    <a:pt x="462" y="40"/>
                  </a:lnTo>
                  <a:lnTo>
                    <a:pt x="40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5" name="Google Shape;6705;p31"/>
            <p:cNvSpPr/>
            <p:nvPr/>
          </p:nvSpPr>
          <p:spPr>
            <a:xfrm>
              <a:off x="10215850" y="2725863"/>
              <a:ext cx="327900" cy="328925"/>
            </a:xfrm>
            <a:custGeom>
              <a:avLst/>
              <a:gdLst/>
              <a:ahLst/>
              <a:cxnLst/>
              <a:rect l="l" t="t" r="r" b="b"/>
              <a:pathLst>
                <a:path w="13116" h="13157" extrusionOk="0">
                  <a:moveTo>
                    <a:pt x="6658" y="0"/>
                  </a:moveTo>
                  <a:lnTo>
                    <a:pt x="6277" y="20"/>
                  </a:lnTo>
                  <a:lnTo>
                    <a:pt x="5896" y="40"/>
                  </a:lnTo>
                  <a:lnTo>
                    <a:pt x="5535" y="80"/>
                  </a:lnTo>
                  <a:lnTo>
                    <a:pt x="5174" y="141"/>
                  </a:lnTo>
                  <a:lnTo>
                    <a:pt x="4833" y="241"/>
                  </a:lnTo>
                  <a:lnTo>
                    <a:pt x="4472" y="341"/>
                  </a:lnTo>
                  <a:lnTo>
                    <a:pt x="4151" y="462"/>
                  </a:lnTo>
                  <a:lnTo>
                    <a:pt x="3810" y="622"/>
                  </a:lnTo>
                  <a:lnTo>
                    <a:pt x="3490" y="782"/>
                  </a:lnTo>
                  <a:lnTo>
                    <a:pt x="3189" y="963"/>
                  </a:lnTo>
                  <a:lnTo>
                    <a:pt x="2888" y="1143"/>
                  </a:lnTo>
                  <a:lnTo>
                    <a:pt x="2607" y="1364"/>
                  </a:lnTo>
                  <a:lnTo>
                    <a:pt x="2326" y="1585"/>
                  </a:lnTo>
                  <a:lnTo>
                    <a:pt x="2066" y="1825"/>
                  </a:lnTo>
                  <a:lnTo>
                    <a:pt x="1825" y="2086"/>
                  </a:lnTo>
                  <a:lnTo>
                    <a:pt x="1584" y="2347"/>
                  </a:lnTo>
                  <a:lnTo>
                    <a:pt x="1364" y="2627"/>
                  </a:lnTo>
                  <a:lnTo>
                    <a:pt x="1163" y="2928"/>
                  </a:lnTo>
                  <a:lnTo>
                    <a:pt x="963" y="3229"/>
                  </a:lnTo>
                  <a:lnTo>
                    <a:pt x="802" y="3550"/>
                  </a:lnTo>
                  <a:lnTo>
                    <a:pt x="642" y="3871"/>
                  </a:lnTo>
                  <a:lnTo>
                    <a:pt x="501" y="4192"/>
                  </a:lnTo>
                  <a:lnTo>
                    <a:pt x="361" y="4533"/>
                  </a:lnTo>
                  <a:lnTo>
                    <a:pt x="261" y="4894"/>
                  </a:lnTo>
                  <a:lnTo>
                    <a:pt x="160" y="5234"/>
                  </a:lnTo>
                  <a:lnTo>
                    <a:pt x="100" y="5595"/>
                  </a:lnTo>
                  <a:lnTo>
                    <a:pt x="40" y="5977"/>
                  </a:lnTo>
                  <a:lnTo>
                    <a:pt x="20" y="6337"/>
                  </a:lnTo>
                  <a:lnTo>
                    <a:pt x="0" y="6719"/>
                  </a:lnTo>
                  <a:lnTo>
                    <a:pt x="0" y="7100"/>
                  </a:lnTo>
                  <a:lnTo>
                    <a:pt x="40" y="7481"/>
                  </a:lnTo>
                  <a:lnTo>
                    <a:pt x="80" y="7761"/>
                  </a:lnTo>
                  <a:lnTo>
                    <a:pt x="120" y="8042"/>
                  </a:lnTo>
                  <a:lnTo>
                    <a:pt x="201" y="8323"/>
                  </a:lnTo>
                  <a:lnTo>
                    <a:pt x="281" y="8604"/>
                  </a:lnTo>
                  <a:lnTo>
                    <a:pt x="381" y="8864"/>
                  </a:lnTo>
                  <a:lnTo>
                    <a:pt x="481" y="9145"/>
                  </a:lnTo>
                  <a:lnTo>
                    <a:pt x="602" y="9406"/>
                  </a:lnTo>
                  <a:lnTo>
                    <a:pt x="742" y="9687"/>
                  </a:lnTo>
                  <a:lnTo>
                    <a:pt x="903" y="9947"/>
                  </a:lnTo>
                  <a:lnTo>
                    <a:pt x="1063" y="10188"/>
                  </a:lnTo>
                  <a:lnTo>
                    <a:pt x="1243" y="10449"/>
                  </a:lnTo>
                  <a:lnTo>
                    <a:pt x="1424" y="10689"/>
                  </a:lnTo>
                  <a:lnTo>
                    <a:pt x="1624" y="10930"/>
                  </a:lnTo>
                  <a:lnTo>
                    <a:pt x="1845" y="11151"/>
                  </a:lnTo>
                  <a:lnTo>
                    <a:pt x="2066" y="11371"/>
                  </a:lnTo>
                  <a:lnTo>
                    <a:pt x="2306" y="11572"/>
                  </a:lnTo>
                  <a:lnTo>
                    <a:pt x="2547" y="11772"/>
                  </a:lnTo>
                  <a:lnTo>
                    <a:pt x="2808" y="11953"/>
                  </a:lnTo>
                  <a:lnTo>
                    <a:pt x="3068" y="12133"/>
                  </a:lnTo>
                  <a:lnTo>
                    <a:pt x="3349" y="12294"/>
                  </a:lnTo>
                  <a:lnTo>
                    <a:pt x="3650" y="12454"/>
                  </a:lnTo>
                  <a:lnTo>
                    <a:pt x="3931" y="12595"/>
                  </a:lnTo>
                  <a:lnTo>
                    <a:pt x="4252" y="12715"/>
                  </a:lnTo>
                  <a:lnTo>
                    <a:pt x="4572" y="12835"/>
                  </a:lnTo>
                  <a:lnTo>
                    <a:pt x="4893" y="12935"/>
                  </a:lnTo>
                  <a:lnTo>
                    <a:pt x="5234" y="13016"/>
                  </a:lnTo>
                  <a:lnTo>
                    <a:pt x="5575" y="13076"/>
                  </a:lnTo>
                  <a:lnTo>
                    <a:pt x="5936" y="13116"/>
                  </a:lnTo>
                  <a:lnTo>
                    <a:pt x="6297" y="13156"/>
                  </a:lnTo>
                  <a:lnTo>
                    <a:pt x="7039" y="13156"/>
                  </a:lnTo>
                  <a:lnTo>
                    <a:pt x="7420" y="13116"/>
                  </a:lnTo>
                  <a:lnTo>
                    <a:pt x="7881" y="13056"/>
                  </a:lnTo>
                  <a:lnTo>
                    <a:pt x="8323" y="12976"/>
                  </a:lnTo>
                  <a:lnTo>
                    <a:pt x="8764" y="12835"/>
                  </a:lnTo>
                  <a:lnTo>
                    <a:pt x="9185" y="12675"/>
                  </a:lnTo>
                  <a:lnTo>
                    <a:pt x="9586" y="12494"/>
                  </a:lnTo>
                  <a:lnTo>
                    <a:pt x="9967" y="12274"/>
                  </a:lnTo>
                  <a:lnTo>
                    <a:pt x="10348" y="12013"/>
                  </a:lnTo>
                  <a:lnTo>
                    <a:pt x="10689" y="11752"/>
                  </a:lnTo>
                  <a:lnTo>
                    <a:pt x="11030" y="11451"/>
                  </a:lnTo>
                  <a:lnTo>
                    <a:pt x="11331" y="11131"/>
                  </a:lnTo>
                  <a:lnTo>
                    <a:pt x="11632" y="10790"/>
                  </a:lnTo>
                  <a:lnTo>
                    <a:pt x="11892" y="10409"/>
                  </a:lnTo>
                  <a:lnTo>
                    <a:pt x="12153" y="10028"/>
                  </a:lnTo>
                  <a:lnTo>
                    <a:pt x="12374" y="9626"/>
                  </a:lnTo>
                  <a:lnTo>
                    <a:pt x="12554" y="9225"/>
                  </a:lnTo>
                  <a:lnTo>
                    <a:pt x="12735" y="8784"/>
                  </a:lnTo>
                  <a:lnTo>
                    <a:pt x="12855" y="8403"/>
                  </a:lnTo>
                  <a:lnTo>
                    <a:pt x="12955" y="8022"/>
                  </a:lnTo>
                  <a:lnTo>
                    <a:pt x="13035" y="7641"/>
                  </a:lnTo>
                  <a:lnTo>
                    <a:pt x="13096" y="7240"/>
                  </a:lnTo>
                  <a:lnTo>
                    <a:pt x="13116" y="6859"/>
                  </a:lnTo>
                  <a:lnTo>
                    <a:pt x="13116" y="6478"/>
                  </a:lnTo>
                  <a:lnTo>
                    <a:pt x="13116" y="6117"/>
                  </a:lnTo>
                  <a:lnTo>
                    <a:pt x="13076" y="5736"/>
                  </a:lnTo>
                  <a:lnTo>
                    <a:pt x="13015" y="5375"/>
                  </a:lnTo>
                  <a:lnTo>
                    <a:pt x="12935" y="5014"/>
                  </a:lnTo>
                  <a:lnTo>
                    <a:pt x="12835" y="4653"/>
                  </a:lnTo>
                  <a:lnTo>
                    <a:pt x="12715" y="4312"/>
                  </a:lnTo>
                  <a:lnTo>
                    <a:pt x="12574" y="3971"/>
                  </a:lnTo>
                  <a:lnTo>
                    <a:pt x="12414" y="3650"/>
                  </a:lnTo>
                  <a:lnTo>
                    <a:pt x="12253" y="3329"/>
                  </a:lnTo>
                  <a:lnTo>
                    <a:pt x="12053" y="3008"/>
                  </a:lnTo>
                  <a:lnTo>
                    <a:pt x="11852" y="2708"/>
                  </a:lnTo>
                  <a:lnTo>
                    <a:pt x="11632" y="2427"/>
                  </a:lnTo>
                  <a:lnTo>
                    <a:pt x="11391" y="2146"/>
                  </a:lnTo>
                  <a:lnTo>
                    <a:pt x="11130" y="1885"/>
                  </a:lnTo>
                  <a:lnTo>
                    <a:pt x="10850" y="1645"/>
                  </a:lnTo>
                  <a:lnTo>
                    <a:pt x="10569" y="1404"/>
                  </a:lnTo>
                  <a:lnTo>
                    <a:pt x="10268" y="1183"/>
                  </a:lnTo>
                  <a:lnTo>
                    <a:pt x="9967" y="983"/>
                  </a:lnTo>
                  <a:lnTo>
                    <a:pt x="9626" y="802"/>
                  </a:lnTo>
                  <a:lnTo>
                    <a:pt x="9305" y="622"/>
                  </a:lnTo>
                  <a:lnTo>
                    <a:pt x="8944" y="482"/>
                  </a:lnTo>
                  <a:lnTo>
                    <a:pt x="8583" y="341"/>
                  </a:lnTo>
                  <a:lnTo>
                    <a:pt x="8222" y="241"/>
                  </a:lnTo>
                  <a:lnTo>
                    <a:pt x="7841" y="141"/>
                  </a:lnTo>
                  <a:lnTo>
                    <a:pt x="7440" y="80"/>
                  </a:lnTo>
                  <a:lnTo>
                    <a:pt x="7039" y="40"/>
                  </a:lnTo>
                  <a:lnTo>
                    <a:pt x="6658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6" name="Google Shape;6706;p31"/>
            <p:cNvSpPr/>
            <p:nvPr/>
          </p:nvSpPr>
          <p:spPr>
            <a:xfrm>
              <a:off x="10215850" y="2725863"/>
              <a:ext cx="327900" cy="328925"/>
            </a:xfrm>
            <a:custGeom>
              <a:avLst/>
              <a:gdLst/>
              <a:ahLst/>
              <a:cxnLst/>
              <a:rect l="l" t="t" r="r" b="b"/>
              <a:pathLst>
                <a:path w="13116" h="13157" fill="none" extrusionOk="0">
                  <a:moveTo>
                    <a:pt x="40" y="7481"/>
                  </a:moveTo>
                  <a:lnTo>
                    <a:pt x="40" y="7481"/>
                  </a:lnTo>
                  <a:lnTo>
                    <a:pt x="80" y="7761"/>
                  </a:lnTo>
                  <a:lnTo>
                    <a:pt x="120" y="8042"/>
                  </a:lnTo>
                  <a:lnTo>
                    <a:pt x="201" y="8323"/>
                  </a:lnTo>
                  <a:lnTo>
                    <a:pt x="281" y="8604"/>
                  </a:lnTo>
                  <a:lnTo>
                    <a:pt x="381" y="8864"/>
                  </a:lnTo>
                  <a:lnTo>
                    <a:pt x="481" y="9145"/>
                  </a:lnTo>
                  <a:lnTo>
                    <a:pt x="602" y="9406"/>
                  </a:lnTo>
                  <a:lnTo>
                    <a:pt x="742" y="9687"/>
                  </a:lnTo>
                  <a:lnTo>
                    <a:pt x="903" y="9947"/>
                  </a:lnTo>
                  <a:lnTo>
                    <a:pt x="1063" y="10188"/>
                  </a:lnTo>
                  <a:lnTo>
                    <a:pt x="1243" y="10449"/>
                  </a:lnTo>
                  <a:lnTo>
                    <a:pt x="1424" y="10689"/>
                  </a:lnTo>
                  <a:lnTo>
                    <a:pt x="1624" y="10930"/>
                  </a:lnTo>
                  <a:lnTo>
                    <a:pt x="1845" y="11151"/>
                  </a:lnTo>
                  <a:lnTo>
                    <a:pt x="2066" y="11371"/>
                  </a:lnTo>
                  <a:lnTo>
                    <a:pt x="2306" y="11572"/>
                  </a:lnTo>
                  <a:lnTo>
                    <a:pt x="2547" y="11772"/>
                  </a:lnTo>
                  <a:lnTo>
                    <a:pt x="2808" y="11953"/>
                  </a:lnTo>
                  <a:lnTo>
                    <a:pt x="3068" y="12133"/>
                  </a:lnTo>
                  <a:lnTo>
                    <a:pt x="3349" y="12294"/>
                  </a:lnTo>
                  <a:lnTo>
                    <a:pt x="3650" y="12454"/>
                  </a:lnTo>
                  <a:lnTo>
                    <a:pt x="3931" y="12595"/>
                  </a:lnTo>
                  <a:lnTo>
                    <a:pt x="4252" y="12715"/>
                  </a:lnTo>
                  <a:lnTo>
                    <a:pt x="4572" y="12835"/>
                  </a:lnTo>
                  <a:lnTo>
                    <a:pt x="4893" y="12935"/>
                  </a:lnTo>
                  <a:lnTo>
                    <a:pt x="5234" y="13016"/>
                  </a:lnTo>
                  <a:lnTo>
                    <a:pt x="5575" y="13076"/>
                  </a:lnTo>
                  <a:lnTo>
                    <a:pt x="5936" y="13116"/>
                  </a:lnTo>
                  <a:lnTo>
                    <a:pt x="6297" y="13156"/>
                  </a:lnTo>
                  <a:lnTo>
                    <a:pt x="6658" y="13156"/>
                  </a:lnTo>
                  <a:lnTo>
                    <a:pt x="7039" y="13156"/>
                  </a:lnTo>
                  <a:lnTo>
                    <a:pt x="7420" y="13116"/>
                  </a:lnTo>
                  <a:lnTo>
                    <a:pt x="7420" y="13116"/>
                  </a:lnTo>
                  <a:lnTo>
                    <a:pt x="7881" y="13056"/>
                  </a:lnTo>
                  <a:lnTo>
                    <a:pt x="8323" y="12976"/>
                  </a:lnTo>
                  <a:lnTo>
                    <a:pt x="8764" y="12835"/>
                  </a:lnTo>
                  <a:lnTo>
                    <a:pt x="9185" y="12675"/>
                  </a:lnTo>
                  <a:lnTo>
                    <a:pt x="9586" y="12494"/>
                  </a:lnTo>
                  <a:lnTo>
                    <a:pt x="9967" y="12274"/>
                  </a:lnTo>
                  <a:lnTo>
                    <a:pt x="10348" y="12013"/>
                  </a:lnTo>
                  <a:lnTo>
                    <a:pt x="10689" y="11752"/>
                  </a:lnTo>
                  <a:lnTo>
                    <a:pt x="11030" y="11451"/>
                  </a:lnTo>
                  <a:lnTo>
                    <a:pt x="11331" y="11131"/>
                  </a:lnTo>
                  <a:lnTo>
                    <a:pt x="11632" y="10790"/>
                  </a:lnTo>
                  <a:lnTo>
                    <a:pt x="11892" y="10409"/>
                  </a:lnTo>
                  <a:lnTo>
                    <a:pt x="12153" y="10028"/>
                  </a:lnTo>
                  <a:lnTo>
                    <a:pt x="12374" y="9626"/>
                  </a:lnTo>
                  <a:lnTo>
                    <a:pt x="12554" y="9225"/>
                  </a:lnTo>
                  <a:lnTo>
                    <a:pt x="12735" y="8784"/>
                  </a:lnTo>
                  <a:lnTo>
                    <a:pt x="12735" y="8784"/>
                  </a:lnTo>
                  <a:lnTo>
                    <a:pt x="12855" y="8403"/>
                  </a:lnTo>
                  <a:lnTo>
                    <a:pt x="12955" y="8022"/>
                  </a:lnTo>
                  <a:lnTo>
                    <a:pt x="13035" y="7641"/>
                  </a:lnTo>
                  <a:lnTo>
                    <a:pt x="13096" y="7240"/>
                  </a:lnTo>
                  <a:lnTo>
                    <a:pt x="13116" y="6859"/>
                  </a:lnTo>
                  <a:lnTo>
                    <a:pt x="13116" y="6478"/>
                  </a:lnTo>
                  <a:lnTo>
                    <a:pt x="13116" y="6117"/>
                  </a:lnTo>
                  <a:lnTo>
                    <a:pt x="13076" y="5736"/>
                  </a:lnTo>
                  <a:lnTo>
                    <a:pt x="13015" y="5375"/>
                  </a:lnTo>
                  <a:lnTo>
                    <a:pt x="12935" y="5014"/>
                  </a:lnTo>
                  <a:lnTo>
                    <a:pt x="12835" y="4653"/>
                  </a:lnTo>
                  <a:lnTo>
                    <a:pt x="12715" y="4312"/>
                  </a:lnTo>
                  <a:lnTo>
                    <a:pt x="12574" y="3971"/>
                  </a:lnTo>
                  <a:lnTo>
                    <a:pt x="12414" y="3650"/>
                  </a:lnTo>
                  <a:lnTo>
                    <a:pt x="12253" y="3329"/>
                  </a:lnTo>
                  <a:lnTo>
                    <a:pt x="12053" y="3008"/>
                  </a:lnTo>
                  <a:lnTo>
                    <a:pt x="11852" y="2708"/>
                  </a:lnTo>
                  <a:lnTo>
                    <a:pt x="11632" y="2427"/>
                  </a:lnTo>
                  <a:lnTo>
                    <a:pt x="11391" y="2146"/>
                  </a:lnTo>
                  <a:lnTo>
                    <a:pt x="11130" y="1885"/>
                  </a:lnTo>
                  <a:lnTo>
                    <a:pt x="10850" y="1645"/>
                  </a:lnTo>
                  <a:lnTo>
                    <a:pt x="10569" y="1404"/>
                  </a:lnTo>
                  <a:lnTo>
                    <a:pt x="10268" y="1183"/>
                  </a:lnTo>
                  <a:lnTo>
                    <a:pt x="9967" y="983"/>
                  </a:lnTo>
                  <a:lnTo>
                    <a:pt x="9626" y="802"/>
                  </a:lnTo>
                  <a:lnTo>
                    <a:pt x="9305" y="622"/>
                  </a:lnTo>
                  <a:lnTo>
                    <a:pt x="8944" y="482"/>
                  </a:lnTo>
                  <a:lnTo>
                    <a:pt x="8583" y="341"/>
                  </a:lnTo>
                  <a:lnTo>
                    <a:pt x="8222" y="241"/>
                  </a:lnTo>
                  <a:lnTo>
                    <a:pt x="7841" y="141"/>
                  </a:lnTo>
                  <a:lnTo>
                    <a:pt x="7440" y="80"/>
                  </a:lnTo>
                  <a:lnTo>
                    <a:pt x="7039" y="40"/>
                  </a:lnTo>
                  <a:lnTo>
                    <a:pt x="7039" y="40"/>
                  </a:lnTo>
                  <a:lnTo>
                    <a:pt x="6658" y="0"/>
                  </a:lnTo>
                  <a:lnTo>
                    <a:pt x="6277" y="20"/>
                  </a:lnTo>
                  <a:lnTo>
                    <a:pt x="5896" y="40"/>
                  </a:lnTo>
                  <a:lnTo>
                    <a:pt x="5535" y="80"/>
                  </a:lnTo>
                  <a:lnTo>
                    <a:pt x="5174" y="141"/>
                  </a:lnTo>
                  <a:lnTo>
                    <a:pt x="4833" y="241"/>
                  </a:lnTo>
                  <a:lnTo>
                    <a:pt x="4472" y="341"/>
                  </a:lnTo>
                  <a:lnTo>
                    <a:pt x="4151" y="462"/>
                  </a:lnTo>
                  <a:lnTo>
                    <a:pt x="3810" y="622"/>
                  </a:lnTo>
                  <a:lnTo>
                    <a:pt x="3490" y="782"/>
                  </a:lnTo>
                  <a:lnTo>
                    <a:pt x="3189" y="963"/>
                  </a:lnTo>
                  <a:lnTo>
                    <a:pt x="2888" y="1143"/>
                  </a:lnTo>
                  <a:lnTo>
                    <a:pt x="2607" y="1364"/>
                  </a:lnTo>
                  <a:lnTo>
                    <a:pt x="2326" y="1585"/>
                  </a:lnTo>
                  <a:lnTo>
                    <a:pt x="2066" y="1825"/>
                  </a:lnTo>
                  <a:lnTo>
                    <a:pt x="1825" y="2086"/>
                  </a:lnTo>
                  <a:lnTo>
                    <a:pt x="1584" y="2347"/>
                  </a:lnTo>
                  <a:lnTo>
                    <a:pt x="1364" y="2627"/>
                  </a:lnTo>
                  <a:lnTo>
                    <a:pt x="1163" y="2928"/>
                  </a:lnTo>
                  <a:lnTo>
                    <a:pt x="963" y="3229"/>
                  </a:lnTo>
                  <a:lnTo>
                    <a:pt x="802" y="3550"/>
                  </a:lnTo>
                  <a:lnTo>
                    <a:pt x="642" y="3871"/>
                  </a:lnTo>
                  <a:lnTo>
                    <a:pt x="501" y="4192"/>
                  </a:lnTo>
                  <a:lnTo>
                    <a:pt x="361" y="4533"/>
                  </a:lnTo>
                  <a:lnTo>
                    <a:pt x="261" y="4894"/>
                  </a:lnTo>
                  <a:lnTo>
                    <a:pt x="160" y="5234"/>
                  </a:lnTo>
                  <a:lnTo>
                    <a:pt x="100" y="5595"/>
                  </a:lnTo>
                  <a:lnTo>
                    <a:pt x="40" y="5977"/>
                  </a:lnTo>
                  <a:lnTo>
                    <a:pt x="20" y="6337"/>
                  </a:lnTo>
                  <a:lnTo>
                    <a:pt x="0" y="6719"/>
                  </a:lnTo>
                  <a:lnTo>
                    <a:pt x="0" y="7100"/>
                  </a:lnTo>
                  <a:lnTo>
                    <a:pt x="40" y="748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7" name="Google Shape;6707;p31"/>
            <p:cNvSpPr/>
            <p:nvPr/>
          </p:nvSpPr>
          <p:spPr>
            <a:xfrm>
              <a:off x="10253450" y="2763463"/>
              <a:ext cx="253200" cy="253700"/>
            </a:xfrm>
            <a:custGeom>
              <a:avLst/>
              <a:gdLst/>
              <a:ahLst/>
              <a:cxnLst/>
              <a:rect l="l" t="t" r="r" b="b"/>
              <a:pathLst>
                <a:path w="10128" h="10148" extrusionOk="0">
                  <a:moveTo>
                    <a:pt x="4853" y="0"/>
                  </a:moveTo>
                  <a:lnTo>
                    <a:pt x="4573" y="20"/>
                  </a:lnTo>
                  <a:lnTo>
                    <a:pt x="4292" y="61"/>
                  </a:lnTo>
                  <a:lnTo>
                    <a:pt x="4011" y="101"/>
                  </a:lnTo>
                  <a:lnTo>
                    <a:pt x="3750" y="181"/>
                  </a:lnTo>
                  <a:lnTo>
                    <a:pt x="3490" y="241"/>
                  </a:lnTo>
                  <a:lnTo>
                    <a:pt x="3229" y="341"/>
                  </a:lnTo>
                  <a:lnTo>
                    <a:pt x="2968" y="442"/>
                  </a:lnTo>
                  <a:lnTo>
                    <a:pt x="2728" y="582"/>
                  </a:lnTo>
                  <a:lnTo>
                    <a:pt x="2507" y="702"/>
                  </a:lnTo>
                  <a:lnTo>
                    <a:pt x="2266" y="843"/>
                  </a:lnTo>
                  <a:lnTo>
                    <a:pt x="2066" y="1003"/>
                  </a:lnTo>
                  <a:lnTo>
                    <a:pt x="1845" y="1184"/>
                  </a:lnTo>
                  <a:lnTo>
                    <a:pt x="1645" y="1364"/>
                  </a:lnTo>
                  <a:lnTo>
                    <a:pt x="1464" y="1545"/>
                  </a:lnTo>
                  <a:lnTo>
                    <a:pt x="1264" y="1765"/>
                  </a:lnTo>
                  <a:lnTo>
                    <a:pt x="1083" y="1986"/>
                  </a:lnTo>
                  <a:lnTo>
                    <a:pt x="923" y="2206"/>
                  </a:lnTo>
                  <a:lnTo>
                    <a:pt x="782" y="2447"/>
                  </a:lnTo>
                  <a:lnTo>
                    <a:pt x="622" y="2688"/>
                  </a:lnTo>
                  <a:lnTo>
                    <a:pt x="502" y="2928"/>
                  </a:lnTo>
                  <a:lnTo>
                    <a:pt x="381" y="3189"/>
                  </a:lnTo>
                  <a:lnTo>
                    <a:pt x="281" y="3470"/>
                  </a:lnTo>
                  <a:lnTo>
                    <a:pt x="201" y="3730"/>
                  </a:lnTo>
                  <a:lnTo>
                    <a:pt x="120" y="4011"/>
                  </a:lnTo>
                  <a:lnTo>
                    <a:pt x="60" y="4292"/>
                  </a:lnTo>
                  <a:lnTo>
                    <a:pt x="20" y="4593"/>
                  </a:lnTo>
                  <a:lnTo>
                    <a:pt x="0" y="4874"/>
                  </a:lnTo>
                  <a:lnTo>
                    <a:pt x="0" y="5174"/>
                  </a:lnTo>
                  <a:lnTo>
                    <a:pt x="0" y="5475"/>
                  </a:lnTo>
                  <a:lnTo>
                    <a:pt x="20" y="5776"/>
                  </a:lnTo>
                  <a:lnTo>
                    <a:pt x="100" y="6197"/>
                  </a:lnTo>
                  <a:lnTo>
                    <a:pt x="201" y="6638"/>
                  </a:lnTo>
                  <a:lnTo>
                    <a:pt x="361" y="7060"/>
                  </a:lnTo>
                  <a:lnTo>
                    <a:pt x="562" y="7461"/>
                  </a:lnTo>
                  <a:lnTo>
                    <a:pt x="802" y="7862"/>
                  </a:lnTo>
                  <a:lnTo>
                    <a:pt x="1103" y="8243"/>
                  </a:lnTo>
                  <a:lnTo>
                    <a:pt x="1404" y="8604"/>
                  </a:lnTo>
                  <a:lnTo>
                    <a:pt x="1765" y="8925"/>
                  </a:lnTo>
                  <a:lnTo>
                    <a:pt x="2166" y="9225"/>
                  </a:lnTo>
                  <a:lnTo>
                    <a:pt x="2367" y="9366"/>
                  </a:lnTo>
                  <a:lnTo>
                    <a:pt x="2587" y="9486"/>
                  </a:lnTo>
                  <a:lnTo>
                    <a:pt x="2808" y="9606"/>
                  </a:lnTo>
                  <a:lnTo>
                    <a:pt x="3028" y="9727"/>
                  </a:lnTo>
                  <a:lnTo>
                    <a:pt x="3269" y="9807"/>
                  </a:lnTo>
                  <a:lnTo>
                    <a:pt x="3510" y="9907"/>
                  </a:lnTo>
                  <a:lnTo>
                    <a:pt x="3770" y="9967"/>
                  </a:lnTo>
                  <a:lnTo>
                    <a:pt x="4031" y="10048"/>
                  </a:lnTo>
                  <a:lnTo>
                    <a:pt x="4292" y="10088"/>
                  </a:lnTo>
                  <a:lnTo>
                    <a:pt x="4573" y="10128"/>
                  </a:lnTo>
                  <a:lnTo>
                    <a:pt x="4853" y="10148"/>
                  </a:lnTo>
                  <a:lnTo>
                    <a:pt x="5435" y="10148"/>
                  </a:lnTo>
                  <a:lnTo>
                    <a:pt x="5716" y="10128"/>
                  </a:lnTo>
                  <a:lnTo>
                    <a:pt x="6077" y="10088"/>
                  </a:lnTo>
                  <a:lnTo>
                    <a:pt x="6418" y="10008"/>
                  </a:lnTo>
                  <a:lnTo>
                    <a:pt x="6759" y="9907"/>
                  </a:lnTo>
                  <a:lnTo>
                    <a:pt x="7079" y="9787"/>
                  </a:lnTo>
                  <a:lnTo>
                    <a:pt x="7400" y="9647"/>
                  </a:lnTo>
                  <a:lnTo>
                    <a:pt x="7681" y="9466"/>
                  </a:lnTo>
                  <a:lnTo>
                    <a:pt x="7982" y="9286"/>
                  </a:lnTo>
                  <a:lnTo>
                    <a:pt x="8243" y="9065"/>
                  </a:lnTo>
                  <a:lnTo>
                    <a:pt x="8503" y="8824"/>
                  </a:lnTo>
                  <a:lnTo>
                    <a:pt x="8744" y="8584"/>
                  </a:lnTo>
                  <a:lnTo>
                    <a:pt x="8964" y="8323"/>
                  </a:lnTo>
                  <a:lnTo>
                    <a:pt x="9185" y="8042"/>
                  </a:lnTo>
                  <a:lnTo>
                    <a:pt x="9366" y="7741"/>
                  </a:lnTo>
                  <a:lnTo>
                    <a:pt x="9546" y="7441"/>
                  </a:lnTo>
                  <a:lnTo>
                    <a:pt x="9686" y="7120"/>
                  </a:lnTo>
                  <a:lnTo>
                    <a:pt x="9827" y="6779"/>
                  </a:lnTo>
                  <a:lnTo>
                    <a:pt x="9887" y="6598"/>
                  </a:lnTo>
                  <a:lnTo>
                    <a:pt x="9967" y="6318"/>
                  </a:lnTo>
                  <a:lnTo>
                    <a:pt x="10027" y="6017"/>
                  </a:lnTo>
                  <a:lnTo>
                    <a:pt x="10067" y="5736"/>
                  </a:lnTo>
                  <a:lnTo>
                    <a:pt x="10108" y="5435"/>
                  </a:lnTo>
                  <a:lnTo>
                    <a:pt x="10128" y="5154"/>
                  </a:lnTo>
                  <a:lnTo>
                    <a:pt x="10128" y="4874"/>
                  </a:lnTo>
                  <a:lnTo>
                    <a:pt x="10108" y="4573"/>
                  </a:lnTo>
                  <a:lnTo>
                    <a:pt x="10067" y="4292"/>
                  </a:lnTo>
                  <a:lnTo>
                    <a:pt x="10007" y="4031"/>
                  </a:lnTo>
                  <a:lnTo>
                    <a:pt x="9947" y="3751"/>
                  </a:lnTo>
                  <a:lnTo>
                    <a:pt x="9867" y="3490"/>
                  </a:lnTo>
                  <a:lnTo>
                    <a:pt x="9767" y="3229"/>
                  </a:lnTo>
                  <a:lnTo>
                    <a:pt x="9666" y="2968"/>
                  </a:lnTo>
                  <a:lnTo>
                    <a:pt x="9546" y="2728"/>
                  </a:lnTo>
                  <a:lnTo>
                    <a:pt x="9406" y="2487"/>
                  </a:lnTo>
                  <a:lnTo>
                    <a:pt x="9245" y="2246"/>
                  </a:lnTo>
                  <a:lnTo>
                    <a:pt x="9085" y="2026"/>
                  </a:lnTo>
                  <a:lnTo>
                    <a:pt x="8924" y="1805"/>
                  </a:lnTo>
                  <a:lnTo>
                    <a:pt x="8724" y="1605"/>
                  </a:lnTo>
                  <a:lnTo>
                    <a:pt x="8543" y="1404"/>
                  </a:lnTo>
                  <a:lnTo>
                    <a:pt x="8323" y="1224"/>
                  </a:lnTo>
                  <a:lnTo>
                    <a:pt x="8102" y="1043"/>
                  </a:lnTo>
                  <a:lnTo>
                    <a:pt x="7882" y="883"/>
                  </a:lnTo>
                  <a:lnTo>
                    <a:pt x="7641" y="742"/>
                  </a:lnTo>
                  <a:lnTo>
                    <a:pt x="7400" y="602"/>
                  </a:lnTo>
                  <a:lnTo>
                    <a:pt x="7140" y="462"/>
                  </a:lnTo>
                  <a:lnTo>
                    <a:pt x="6879" y="361"/>
                  </a:lnTo>
                  <a:lnTo>
                    <a:pt x="6598" y="261"/>
                  </a:lnTo>
                  <a:lnTo>
                    <a:pt x="6317" y="181"/>
                  </a:lnTo>
                  <a:lnTo>
                    <a:pt x="6037" y="121"/>
                  </a:lnTo>
                  <a:lnTo>
                    <a:pt x="5736" y="61"/>
                  </a:lnTo>
                  <a:lnTo>
                    <a:pt x="5435" y="20"/>
                  </a:lnTo>
                  <a:lnTo>
                    <a:pt x="513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8" name="Google Shape;6708;p31"/>
            <p:cNvSpPr/>
            <p:nvPr/>
          </p:nvSpPr>
          <p:spPr>
            <a:xfrm>
              <a:off x="10253450" y="2763463"/>
              <a:ext cx="253200" cy="253700"/>
            </a:xfrm>
            <a:custGeom>
              <a:avLst/>
              <a:gdLst/>
              <a:ahLst/>
              <a:cxnLst/>
              <a:rect l="l" t="t" r="r" b="b"/>
              <a:pathLst>
                <a:path w="10128" h="10148" fill="none" extrusionOk="0">
                  <a:moveTo>
                    <a:pt x="9887" y="6598"/>
                  </a:moveTo>
                  <a:lnTo>
                    <a:pt x="9887" y="6598"/>
                  </a:lnTo>
                  <a:lnTo>
                    <a:pt x="9827" y="6779"/>
                  </a:lnTo>
                  <a:lnTo>
                    <a:pt x="9827" y="6779"/>
                  </a:lnTo>
                  <a:lnTo>
                    <a:pt x="9686" y="7120"/>
                  </a:lnTo>
                  <a:lnTo>
                    <a:pt x="9546" y="7441"/>
                  </a:lnTo>
                  <a:lnTo>
                    <a:pt x="9366" y="7741"/>
                  </a:lnTo>
                  <a:lnTo>
                    <a:pt x="9185" y="8042"/>
                  </a:lnTo>
                  <a:lnTo>
                    <a:pt x="8964" y="8323"/>
                  </a:lnTo>
                  <a:lnTo>
                    <a:pt x="8744" y="8584"/>
                  </a:lnTo>
                  <a:lnTo>
                    <a:pt x="8503" y="8824"/>
                  </a:lnTo>
                  <a:lnTo>
                    <a:pt x="8243" y="9065"/>
                  </a:lnTo>
                  <a:lnTo>
                    <a:pt x="7982" y="9286"/>
                  </a:lnTo>
                  <a:lnTo>
                    <a:pt x="7681" y="9466"/>
                  </a:lnTo>
                  <a:lnTo>
                    <a:pt x="7400" y="9647"/>
                  </a:lnTo>
                  <a:lnTo>
                    <a:pt x="7079" y="9787"/>
                  </a:lnTo>
                  <a:lnTo>
                    <a:pt x="6759" y="9907"/>
                  </a:lnTo>
                  <a:lnTo>
                    <a:pt x="6418" y="10008"/>
                  </a:lnTo>
                  <a:lnTo>
                    <a:pt x="6077" y="10088"/>
                  </a:lnTo>
                  <a:lnTo>
                    <a:pt x="5716" y="10128"/>
                  </a:lnTo>
                  <a:lnTo>
                    <a:pt x="5716" y="10128"/>
                  </a:lnTo>
                  <a:lnTo>
                    <a:pt x="5435" y="10148"/>
                  </a:lnTo>
                  <a:lnTo>
                    <a:pt x="5134" y="10148"/>
                  </a:lnTo>
                  <a:lnTo>
                    <a:pt x="4853" y="10148"/>
                  </a:lnTo>
                  <a:lnTo>
                    <a:pt x="4573" y="10128"/>
                  </a:lnTo>
                  <a:lnTo>
                    <a:pt x="4292" y="10088"/>
                  </a:lnTo>
                  <a:lnTo>
                    <a:pt x="4031" y="10048"/>
                  </a:lnTo>
                  <a:lnTo>
                    <a:pt x="3770" y="9967"/>
                  </a:lnTo>
                  <a:lnTo>
                    <a:pt x="3510" y="9907"/>
                  </a:lnTo>
                  <a:lnTo>
                    <a:pt x="3269" y="9807"/>
                  </a:lnTo>
                  <a:lnTo>
                    <a:pt x="3028" y="9727"/>
                  </a:lnTo>
                  <a:lnTo>
                    <a:pt x="2808" y="9606"/>
                  </a:lnTo>
                  <a:lnTo>
                    <a:pt x="2587" y="9486"/>
                  </a:lnTo>
                  <a:lnTo>
                    <a:pt x="2367" y="9366"/>
                  </a:lnTo>
                  <a:lnTo>
                    <a:pt x="2166" y="9225"/>
                  </a:lnTo>
                  <a:lnTo>
                    <a:pt x="1765" y="8925"/>
                  </a:lnTo>
                  <a:lnTo>
                    <a:pt x="1404" y="8604"/>
                  </a:lnTo>
                  <a:lnTo>
                    <a:pt x="1103" y="8243"/>
                  </a:lnTo>
                  <a:lnTo>
                    <a:pt x="802" y="7862"/>
                  </a:lnTo>
                  <a:lnTo>
                    <a:pt x="562" y="7461"/>
                  </a:lnTo>
                  <a:lnTo>
                    <a:pt x="361" y="7060"/>
                  </a:lnTo>
                  <a:lnTo>
                    <a:pt x="201" y="6638"/>
                  </a:lnTo>
                  <a:lnTo>
                    <a:pt x="100" y="6197"/>
                  </a:lnTo>
                  <a:lnTo>
                    <a:pt x="20" y="5776"/>
                  </a:lnTo>
                  <a:lnTo>
                    <a:pt x="20" y="5776"/>
                  </a:lnTo>
                  <a:lnTo>
                    <a:pt x="0" y="5475"/>
                  </a:lnTo>
                  <a:lnTo>
                    <a:pt x="0" y="5174"/>
                  </a:lnTo>
                  <a:lnTo>
                    <a:pt x="0" y="4874"/>
                  </a:lnTo>
                  <a:lnTo>
                    <a:pt x="20" y="4593"/>
                  </a:lnTo>
                  <a:lnTo>
                    <a:pt x="60" y="4292"/>
                  </a:lnTo>
                  <a:lnTo>
                    <a:pt x="120" y="4011"/>
                  </a:lnTo>
                  <a:lnTo>
                    <a:pt x="201" y="3730"/>
                  </a:lnTo>
                  <a:lnTo>
                    <a:pt x="281" y="3470"/>
                  </a:lnTo>
                  <a:lnTo>
                    <a:pt x="381" y="3189"/>
                  </a:lnTo>
                  <a:lnTo>
                    <a:pt x="502" y="2928"/>
                  </a:lnTo>
                  <a:lnTo>
                    <a:pt x="622" y="2688"/>
                  </a:lnTo>
                  <a:lnTo>
                    <a:pt x="782" y="2447"/>
                  </a:lnTo>
                  <a:lnTo>
                    <a:pt x="923" y="2206"/>
                  </a:lnTo>
                  <a:lnTo>
                    <a:pt x="1083" y="1986"/>
                  </a:lnTo>
                  <a:lnTo>
                    <a:pt x="1264" y="1765"/>
                  </a:lnTo>
                  <a:lnTo>
                    <a:pt x="1464" y="1545"/>
                  </a:lnTo>
                  <a:lnTo>
                    <a:pt x="1464" y="1545"/>
                  </a:lnTo>
                  <a:lnTo>
                    <a:pt x="1645" y="1364"/>
                  </a:lnTo>
                  <a:lnTo>
                    <a:pt x="1845" y="1184"/>
                  </a:lnTo>
                  <a:lnTo>
                    <a:pt x="2066" y="1003"/>
                  </a:lnTo>
                  <a:lnTo>
                    <a:pt x="2266" y="843"/>
                  </a:lnTo>
                  <a:lnTo>
                    <a:pt x="2507" y="702"/>
                  </a:lnTo>
                  <a:lnTo>
                    <a:pt x="2728" y="582"/>
                  </a:lnTo>
                  <a:lnTo>
                    <a:pt x="2968" y="442"/>
                  </a:lnTo>
                  <a:lnTo>
                    <a:pt x="3229" y="341"/>
                  </a:lnTo>
                  <a:lnTo>
                    <a:pt x="3490" y="241"/>
                  </a:lnTo>
                  <a:lnTo>
                    <a:pt x="3750" y="181"/>
                  </a:lnTo>
                  <a:lnTo>
                    <a:pt x="4011" y="101"/>
                  </a:lnTo>
                  <a:lnTo>
                    <a:pt x="4292" y="61"/>
                  </a:lnTo>
                  <a:lnTo>
                    <a:pt x="4573" y="20"/>
                  </a:lnTo>
                  <a:lnTo>
                    <a:pt x="4853" y="0"/>
                  </a:lnTo>
                  <a:lnTo>
                    <a:pt x="5134" y="0"/>
                  </a:lnTo>
                  <a:lnTo>
                    <a:pt x="5435" y="20"/>
                  </a:lnTo>
                  <a:lnTo>
                    <a:pt x="5435" y="20"/>
                  </a:lnTo>
                  <a:lnTo>
                    <a:pt x="5736" y="61"/>
                  </a:lnTo>
                  <a:lnTo>
                    <a:pt x="6037" y="121"/>
                  </a:lnTo>
                  <a:lnTo>
                    <a:pt x="6317" y="181"/>
                  </a:lnTo>
                  <a:lnTo>
                    <a:pt x="6598" y="261"/>
                  </a:lnTo>
                  <a:lnTo>
                    <a:pt x="6879" y="361"/>
                  </a:lnTo>
                  <a:lnTo>
                    <a:pt x="7140" y="462"/>
                  </a:lnTo>
                  <a:lnTo>
                    <a:pt x="7400" y="602"/>
                  </a:lnTo>
                  <a:lnTo>
                    <a:pt x="7641" y="742"/>
                  </a:lnTo>
                  <a:lnTo>
                    <a:pt x="7882" y="883"/>
                  </a:lnTo>
                  <a:lnTo>
                    <a:pt x="8102" y="1043"/>
                  </a:lnTo>
                  <a:lnTo>
                    <a:pt x="8323" y="1224"/>
                  </a:lnTo>
                  <a:lnTo>
                    <a:pt x="8543" y="1404"/>
                  </a:lnTo>
                  <a:lnTo>
                    <a:pt x="8724" y="1605"/>
                  </a:lnTo>
                  <a:lnTo>
                    <a:pt x="8924" y="1805"/>
                  </a:lnTo>
                  <a:lnTo>
                    <a:pt x="9085" y="2026"/>
                  </a:lnTo>
                  <a:lnTo>
                    <a:pt x="9245" y="2246"/>
                  </a:lnTo>
                  <a:lnTo>
                    <a:pt x="9406" y="2487"/>
                  </a:lnTo>
                  <a:lnTo>
                    <a:pt x="9546" y="2728"/>
                  </a:lnTo>
                  <a:lnTo>
                    <a:pt x="9666" y="2968"/>
                  </a:lnTo>
                  <a:lnTo>
                    <a:pt x="9767" y="3229"/>
                  </a:lnTo>
                  <a:lnTo>
                    <a:pt x="9867" y="3490"/>
                  </a:lnTo>
                  <a:lnTo>
                    <a:pt x="9947" y="3751"/>
                  </a:lnTo>
                  <a:lnTo>
                    <a:pt x="10007" y="4031"/>
                  </a:lnTo>
                  <a:lnTo>
                    <a:pt x="10067" y="4292"/>
                  </a:lnTo>
                  <a:lnTo>
                    <a:pt x="10108" y="4573"/>
                  </a:lnTo>
                  <a:lnTo>
                    <a:pt x="10128" y="4874"/>
                  </a:lnTo>
                  <a:lnTo>
                    <a:pt x="10128" y="5154"/>
                  </a:lnTo>
                  <a:lnTo>
                    <a:pt x="10108" y="5435"/>
                  </a:lnTo>
                  <a:lnTo>
                    <a:pt x="10067" y="5736"/>
                  </a:lnTo>
                  <a:lnTo>
                    <a:pt x="10027" y="6017"/>
                  </a:lnTo>
                  <a:lnTo>
                    <a:pt x="9967" y="6318"/>
                  </a:lnTo>
                  <a:lnTo>
                    <a:pt x="9887" y="659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9" name="Google Shape;6709;p31"/>
            <p:cNvSpPr/>
            <p:nvPr/>
          </p:nvSpPr>
          <p:spPr>
            <a:xfrm>
              <a:off x="10253450" y="2802063"/>
              <a:ext cx="247175" cy="215100"/>
            </a:xfrm>
            <a:custGeom>
              <a:avLst/>
              <a:gdLst/>
              <a:ahLst/>
              <a:cxnLst/>
              <a:rect l="l" t="t" r="r" b="b"/>
              <a:pathLst>
                <a:path w="9887" h="8604" extrusionOk="0">
                  <a:moveTo>
                    <a:pt x="1464" y="1"/>
                  </a:moveTo>
                  <a:lnTo>
                    <a:pt x="1123" y="382"/>
                  </a:lnTo>
                  <a:lnTo>
                    <a:pt x="842" y="783"/>
                  </a:lnTo>
                  <a:lnTo>
                    <a:pt x="602" y="1224"/>
                  </a:lnTo>
                  <a:lnTo>
                    <a:pt x="381" y="1665"/>
                  </a:lnTo>
                  <a:lnTo>
                    <a:pt x="221" y="2146"/>
                  </a:lnTo>
                  <a:lnTo>
                    <a:pt x="141" y="2387"/>
                  </a:lnTo>
                  <a:lnTo>
                    <a:pt x="100" y="2628"/>
                  </a:lnTo>
                  <a:lnTo>
                    <a:pt x="40" y="2888"/>
                  </a:lnTo>
                  <a:lnTo>
                    <a:pt x="20" y="3149"/>
                  </a:lnTo>
                  <a:lnTo>
                    <a:pt x="0" y="3410"/>
                  </a:lnTo>
                  <a:lnTo>
                    <a:pt x="0" y="3671"/>
                  </a:lnTo>
                  <a:lnTo>
                    <a:pt x="0" y="3951"/>
                  </a:lnTo>
                  <a:lnTo>
                    <a:pt x="20" y="4232"/>
                  </a:lnTo>
                  <a:lnTo>
                    <a:pt x="80" y="4633"/>
                  </a:lnTo>
                  <a:lnTo>
                    <a:pt x="201" y="5034"/>
                  </a:lnTo>
                  <a:lnTo>
                    <a:pt x="341" y="5435"/>
                  </a:lnTo>
                  <a:lnTo>
                    <a:pt x="522" y="5816"/>
                  </a:lnTo>
                  <a:lnTo>
                    <a:pt x="742" y="6197"/>
                  </a:lnTo>
                  <a:lnTo>
                    <a:pt x="983" y="6558"/>
                  </a:lnTo>
                  <a:lnTo>
                    <a:pt x="1284" y="6919"/>
                  </a:lnTo>
                  <a:lnTo>
                    <a:pt x="1584" y="7240"/>
                  </a:lnTo>
                  <a:lnTo>
                    <a:pt x="1945" y="7521"/>
                  </a:lnTo>
                  <a:lnTo>
                    <a:pt x="2326" y="7802"/>
                  </a:lnTo>
                  <a:lnTo>
                    <a:pt x="2728" y="8022"/>
                  </a:lnTo>
                  <a:lnTo>
                    <a:pt x="3169" y="8223"/>
                  </a:lnTo>
                  <a:lnTo>
                    <a:pt x="3630" y="8383"/>
                  </a:lnTo>
                  <a:lnTo>
                    <a:pt x="3871" y="8464"/>
                  </a:lnTo>
                  <a:lnTo>
                    <a:pt x="4111" y="8504"/>
                  </a:lnTo>
                  <a:lnTo>
                    <a:pt x="4372" y="8564"/>
                  </a:lnTo>
                  <a:lnTo>
                    <a:pt x="4633" y="8584"/>
                  </a:lnTo>
                  <a:lnTo>
                    <a:pt x="4893" y="8604"/>
                  </a:lnTo>
                  <a:lnTo>
                    <a:pt x="5435" y="8604"/>
                  </a:lnTo>
                  <a:lnTo>
                    <a:pt x="5716" y="8584"/>
                  </a:lnTo>
                  <a:lnTo>
                    <a:pt x="6077" y="8544"/>
                  </a:lnTo>
                  <a:lnTo>
                    <a:pt x="6418" y="8464"/>
                  </a:lnTo>
                  <a:lnTo>
                    <a:pt x="6759" y="8363"/>
                  </a:lnTo>
                  <a:lnTo>
                    <a:pt x="7079" y="8243"/>
                  </a:lnTo>
                  <a:lnTo>
                    <a:pt x="7400" y="8103"/>
                  </a:lnTo>
                  <a:lnTo>
                    <a:pt x="7681" y="7922"/>
                  </a:lnTo>
                  <a:lnTo>
                    <a:pt x="7982" y="7742"/>
                  </a:lnTo>
                  <a:lnTo>
                    <a:pt x="8243" y="7521"/>
                  </a:lnTo>
                  <a:lnTo>
                    <a:pt x="8503" y="7280"/>
                  </a:lnTo>
                  <a:lnTo>
                    <a:pt x="8744" y="7040"/>
                  </a:lnTo>
                  <a:lnTo>
                    <a:pt x="8964" y="6779"/>
                  </a:lnTo>
                  <a:lnTo>
                    <a:pt x="9185" y="6498"/>
                  </a:lnTo>
                  <a:lnTo>
                    <a:pt x="9366" y="6197"/>
                  </a:lnTo>
                  <a:lnTo>
                    <a:pt x="9546" y="5897"/>
                  </a:lnTo>
                  <a:lnTo>
                    <a:pt x="9686" y="5576"/>
                  </a:lnTo>
                  <a:lnTo>
                    <a:pt x="9827" y="5235"/>
                  </a:lnTo>
                  <a:lnTo>
                    <a:pt x="9887" y="5054"/>
                  </a:lnTo>
                  <a:lnTo>
                    <a:pt x="9666" y="5335"/>
                  </a:lnTo>
                  <a:lnTo>
                    <a:pt x="9446" y="5596"/>
                  </a:lnTo>
                  <a:lnTo>
                    <a:pt x="9205" y="5836"/>
                  </a:lnTo>
                  <a:lnTo>
                    <a:pt x="8944" y="6077"/>
                  </a:lnTo>
                  <a:lnTo>
                    <a:pt x="8684" y="6278"/>
                  </a:lnTo>
                  <a:lnTo>
                    <a:pt x="8403" y="6478"/>
                  </a:lnTo>
                  <a:lnTo>
                    <a:pt x="8082" y="6659"/>
                  </a:lnTo>
                  <a:lnTo>
                    <a:pt x="7781" y="6799"/>
                  </a:lnTo>
                  <a:lnTo>
                    <a:pt x="7380" y="6939"/>
                  </a:lnTo>
                  <a:lnTo>
                    <a:pt x="6999" y="7040"/>
                  </a:lnTo>
                  <a:lnTo>
                    <a:pt x="6598" y="7100"/>
                  </a:lnTo>
                  <a:lnTo>
                    <a:pt x="6197" y="7120"/>
                  </a:lnTo>
                  <a:lnTo>
                    <a:pt x="5776" y="7100"/>
                  </a:lnTo>
                  <a:lnTo>
                    <a:pt x="5355" y="7040"/>
                  </a:lnTo>
                  <a:lnTo>
                    <a:pt x="4954" y="6939"/>
                  </a:lnTo>
                  <a:lnTo>
                    <a:pt x="4553" y="6819"/>
                  </a:lnTo>
                  <a:lnTo>
                    <a:pt x="4171" y="6659"/>
                  </a:lnTo>
                  <a:lnTo>
                    <a:pt x="3790" y="6478"/>
                  </a:lnTo>
                  <a:lnTo>
                    <a:pt x="3429" y="6258"/>
                  </a:lnTo>
                  <a:lnTo>
                    <a:pt x="3089" y="6017"/>
                  </a:lnTo>
                  <a:lnTo>
                    <a:pt x="2748" y="5756"/>
                  </a:lnTo>
                  <a:lnTo>
                    <a:pt x="2447" y="5455"/>
                  </a:lnTo>
                  <a:lnTo>
                    <a:pt x="2186" y="5114"/>
                  </a:lnTo>
                  <a:lnTo>
                    <a:pt x="1925" y="4774"/>
                  </a:lnTo>
                  <a:lnTo>
                    <a:pt x="1705" y="4413"/>
                  </a:lnTo>
                  <a:lnTo>
                    <a:pt x="1524" y="4032"/>
                  </a:lnTo>
                  <a:lnTo>
                    <a:pt x="1364" y="3650"/>
                  </a:lnTo>
                  <a:lnTo>
                    <a:pt x="1244" y="3249"/>
                  </a:lnTo>
                  <a:lnTo>
                    <a:pt x="1143" y="2828"/>
                  </a:lnTo>
                  <a:lnTo>
                    <a:pt x="1083" y="2427"/>
                  </a:lnTo>
                  <a:lnTo>
                    <a:pt x="1063" y="2006"/>
                  </a:lnTo>
                  <a:lnTo>
                    <a:pt x="1063" y="1585"/>
                  </a:lnTo>
                  <a:lnTo>
                    <a:pt x="1123" y="1184"/>
                  </a:lnTo>
                  <a:lnTo>
                    <a:pt x="1183" y="783"/>
                  </a:lnTo>
                  <a:lnTo>
                    <a:pt x="1304" y="382"/>
                  </a:lnTo>
                  <a:lnTo>
                    <a:pt x="1464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0" name="Google Shape;6710;p31"/>
            <p:cNvSpPr/>
            <p:nvPr/>
          </p:nvSpPr>
          <p:spPr>
            <a:xfrm>
              <a:off x="10253450" y="2802063"/>
              <a:ext cx="247175" cy="215100"/>
            </a:xfrm>
            <a:custGeom>
              <a:avLst/>
              <a:gdLst/>
              <a:ahLst/>
              <a:cxnLst/>
              <a:rect l="l" t="t" r="r" b="b"/>
              <a:pathLst>
                <a:path w="9887" h="8604" fill="none" extrusionOk="0">
                  <a:moveTo>
                    <a:pt x="1464" y="1"/>
                  </a:moveTo>
                  <a:lnTo>
                    <a:pt x="1464" y="1"/>
                  </a:lnTo>
                  <a:lnTo>
                    <a:pt x="1123" y="382"/>
                  </a:lnTo>
                  <a:lnTo>
                    <a:pt x="842" y="783"/>
                  </a:lnTo>
                  <a:lnTo>
                    <a:pt x="602" y="1224"/>
                  </a:lnTo>
                  <a:lnTo>
                    <a:pt x="381" y="1665"/>
                  </a:lnTo>
                  <a:lnTo>
                    <a:pt x="221" y="2146"/>
                  </a:lnTo>
                  <a:lnTo>
                    <a:pt x="141" y="2387"/>
                  </a:lnTo>
                  <a:lnTo>
                    <a:pt x="100" y="2628"/>
                  </a:lnTo>
                  <a:lnTo>
                    <a:pt x="40" y="2888"/>
                  </a:lnTo>
                  <a:lnTo>
                    <a:pt x="20" y="3149"/>
                  </a:lnTo>
                  <a:lnTo>
                    <a:pt x="0" y="3410"/>
                  </a:lnTo>
                  <a:lnTo>
                    <a:pt x="0" y="3671"/>
                  </a:lnTo>
                  <a:lnTo>
                    <a:pt x="0" y="3671"/>
                  </a:lnTo>
                  <a:lnTo>
                    <a:pt x="0" y="3951"/>
                  </a:lnTo>
                  <a:lnTo>
                    <a:pt x="20" y="4232"/>
                  </a:lnTo>
                  <a:lnTo>
                    <a:pt x="20" y="4232"/>
                  </a:lnTo>
                  <a:lnTo>
                    <a:pt x="80" y="4633"/>
                  </a:lnTo>
                  <a:lnTo>
                    <a:pt x="201" y="5034"/>
                  </a:lnTo>
                  <a:lnTo>
                    <a:pt x="341" y="5435"/>
                  </a:lnTo>
                  <a:lnTo>
                    <a:pt x="522" y="5816"/>
                  </a:lnTo>
                  <a:lnTo>
                    <a:pt x="742" y="6197"/>
                  </a:lnTo>
                  <a:lnTo>
                    <a:pt x="983" y="6558"/>
                  </a:lnTo>
                  <a:lnTo>
                    <a:pt x="1284" y="6919"/>
                  </a:lnTo>
                  <a:lnTo>
                    <a:pt x="1584" y="7240"/>
                  </a:lnTo>
                  <a:lnTo>
                    <a:pt x="1945" y="7521"/>
                  </a:lnTo>
                  <a:lnTo>
                    <a:pt x="2326" y="7802"/>
                  </a:lnTo>
                  <a:lnTo>
                    <a:pt x="2728" y="8022"/>
                  </a:lnTo>
                  <a:lnTo>
                    <a:pt x="3169" y="8223"/>
                  </a:lnTo>
                  <a:lnTo>
                    <a:pt x="3630" y="8383"/>
                  </a:lnTo>
                  <a:lnTo>
                    <a:pt x="3871" y="8464"/>
                  </a:lnTo>
                  <a:lnTo>
                    <a:pt x="4111" y="8504"/>
                  </a:lnTo>
                  <a:lnTo>
                    <a:pt x="4372" y="8564"/>
                  </a:lnTo>
                  <a:lnTo>
                    <a:pt x="4633" y="8584"/>
                  </a:lnTo>
                  <a:lnTo>
                    <a:pt x="4893" y="8604"/>
                  </a:lnTo>
                  <a:lnTo>
                    <a:pt x="5154" y="8604"/>
                  </a:lnTo>
                  <a:lnTo>
                    <a:pt x="5154" y="8604"/>
                  </a:lnTo>
                  <a:lnTo>
                    <a:pt x="5435" y="8604"/>
                  </a:lnTo>
                  <a:lnTo>
                    <a:pt x="5716" y="8584"/>
                  </a:lnTo>
                  <a:lnTo>
                    <a:pt x="5716" y="8584"/>
                  </a:lnTo>
                  <a:lnTo>
                    <a:pt x="6077" y="8544"/>
                  </a:lnTo>
                  <a:lnTo>
                    <a:pt x="6418" y="8464"/>
                  </a:lnTo>
                  <a:lnTo>
                    <a:pt x="6759" y="8363"/>
                  </a:lnTo>
                  <a:lnTo>
                    <a:pt x="7079" y="8243"/>
                  </a:lnTo>
                  <a:lnTo>
                    <a:pt x="7400" y="8103"/>
                  </a:lnTo>
                  <a:lnTo>
                    <a:pt x="7681" y="7922"/>
                  </a:lnTo>
                  <a:lnTo>
                    <a:pt x="7982" y="7742"/>
                  </a:lnTo>
                  <a:lnTo>
                    <a:pt x="8243" y="7521"/>
                  </a:lnTo>
                  <a:lnTo>
                    <a:pt x="8503" y="7280"/>
                  </a:lnTo>
                  <a:lnTo>
                    <a:pt x="8744" y="7040"/>
                  </a:lnTo>
                  <a:lnTo>
                    <a:pt x="8964" y="6779"/>
                  </a:lnTo>
                  <a:lnTo>
                    <a:pt x="9185" y="6498"/>
                  </a:lnTo>
                  <a:lnTo>
                    <a:pt x="9366" y="6197"/>
                  </a:lnTo>
                  <a:lnTo>
                    <a:pt x="9546" y="5897"/>
                  </a:lnTo>
                  <a:lnTo>
                    <a:pt x="9686" y="5576"/>
                  </a:lnTo>
                  <a:lnTo>
                    <a:pt x="9827" y="5235"/>
                  </a:lnTo>
                  <a:lnTo>
                    <a:pt x="9827" y="5235"/>
                  </a:lnTo>
                  <a:lnTo>
                    <a:pt x="9887" y="5054"/>
                  </a:lnTo>
                  <a:lnTo>
                    <a:pt x="9887" y="5054"/>
                  </a:lnTo>
                  <a:lnTo>
                    <a:pt x="9666" y="5335"/>
                  </a:lnTo>
                  <a:lnTo>
                    <a:pt x="9446" y="5596"/>
                  </a:lnTo>
                  <a:lnTo>
                    <a:pt x="9205" y="5836"/>
                  </a:lnTo>
                  <a:lnTo>
                    <a:pt x="8944" y="6077"/>
                  </a:lnTo>
                  <a:lnTo>
                    <a:pt x="8684" y="6278"/>
                  </a:lnTo>
                  <a:lnTo>
                    <a:pt x="8403" y="6478"/>
                  </a:lnTo>
                  <a:lnTo>
                    <a:pt x="8082" y="6659"/>
                  </a:lnTo>
                  <a:lnTo>
                    <a:pt x="7781" y="6799"/>
                  </a:lnTo>
                  <a:lnTo>
                    <a:pt x="7781" y="6799"/>
                  </a:lnTo>
                  <a:lnTo>
                    <a:pt x="7380" y="6939"/>
                  </a:lnTo>
                  <a:lnTo>
                    <a:pt x="6999" y="7040"/>
                  </a:lnTo>
                  <a:lnTo>
                    <a:pt x="6598" y="7100"/>
                  </a:lnTo>
                  <a:lnTo>
                    <a:pt x="6197" y="7120"/>
                  </a:lnTo>
                  <a:lnTo>
                    <a:pt x="6197" y="7120"/>
                  </a:lnTo>
                  <a:lnTo>
                    <a:pt x="5776" y="7100"/>
                  </a:lnTo>
                  <a:lnTo>
                    <a:pt x="5355" y="7040"/>
                  </a:lnTo>
                  <a:lnTo>
                    <a:pt x="4954" y="6939"/>
                  </a:lnTo>
                  <a:lnTo>
                    <a:pt x="4553" y="6819"/>
                  </a:lnTo>
                  <a:lnTo>
                    <a:pt x="4171" y="6659"/>
                  </a:lnTo>
                  <a:lnTo>
                    <a:pt x="3790" y="6478"/>
                  </a:lnTo>
                  <a:lnTo>
                    <a:pt x="3429" y="6258"/>
                  </a:lnTo>
                  <a:lnTo>
                    <a:pt x="3089" y="6017"/>
                  </a:lnTo>
                  <a:lnTo>
                    <a:pt x="3089" y="6017"/>
                  </a:lnTo>
                  <a:lnTo>
                    <a:pt x="2748" y="5756"/>
                  </a:lnTo>
                  <a:lnTo>
                    <a:pt x="2447" y="5455"/>
                  </a:lnTo>
                  <a:lnTo>
                    <a:pt x="2186" y="5114"/>
                  </a:lnTo>
                  <a:lnTo>
                    <a:pt x="1925" y="4774"/>
                  </a:lnTo>
                  <a:lnTo>
                    <a:pt x="1705" y="4413"/>
                  </a:lnTo>
                  <a:lnTo>
                    <a:pt x="1524" y="4032"/>
                  </a:lnTo>
                  <a:lnTo>
                    <a:pt x="1364" y="3650"/>
                  </a:lnTo>
                  <a:lnTo>
                    <a:pt x="1244" y="3249"/>
                  </a:lnTo>
                  <a:lnTo>
                    <a:pt x="1143" y="2828"/>
                  </a:lnTo>
                  <a:lnTo>
                    <a:pt x="1083" y="2427"/>
                  </a:lnTo>
                  <a:lnTo>
                    <a:pt x="1063" y="2006"/>
                  </a:lnTo>
                  <a:lnTo>
                    <a:pt x="1063" y="1585"/>
                  </a:lnTo>
                  <a:lnTo>
                    <a:pt x="1123" y="1184"/>
                  </a:lnTo>
                  <a:lnTo>
                    <a:pt x="1183" y="783"/>
                  </a:lnTo>
                  <a:lnTo>
                    <a:pt x="1304" y="382"/>
                  </a:lnTo>
                  <a:lnTo>
                    <a:pt x="1464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1" name="Google Shape;6711;p31"/>
            <p:cNvSpPr/>
            <p:nvPr/>
          </p:nvSpPr>
          <p:spPr>
            <a:xfrm>
              <a:off x="10739250" y="2725863"/>
              <a:ext cx="327925" cy="328925"/>
            </a:xfrm>
            <a:custGeom>
              <a:avLst/>
              <a:gdLst/>
              <a:ahLst/>
              <a:cxnLst/>
              <a:rect l="l" t="t" r="r" b="b"/>
              <a:pathLst>
                <a:path w="13117" h="13157" extrusionOk="0">
                  <a:moveTo>
                    <a:pt x="6659" y="0"/>
                  </a:moveTo>
                  <a:lnTo>
                    <a:pt x="6278" y="20"/>
                  </a:lnTo>
                  <a:lnTo>
                    <a:pt x="5897" y="40"/>
                  </a:lnTo>
                  <a:lnTo>
                    <a:pt x="5536" y="80"/>
                  </a:lnTo>
                  <a:lnTo>
                    <a:pt x="5175" y="141"/>
                  </a:lnTo>
                  <a:lnTo>
                    <a:pt x="4814" y="241"/>
                  </a:lnTo>
                  <a:lnTo>
                    <a:pt x="4473" y="341"/>
                  </a:lnTo>
                  <a:lnTo>
                    <a:pt x="4132" y="462"/>
                  </a:lnTo>
                  <a:lnTo>
                    <a:pt x="3811" y="622"/>
                  </a:lnTo>
                  <a:lnTo>
                    <a:pt x="3490" y="782"/>
                  </a:lnTo>
                  <a:lnTo>
                    <a:pt x="3190" y="963"/>
                  </a:lnTo>
                  <a:lnTo>
                    <a:pt x="2889" y="1143"/>
                  </a:lnTo>
                  <a:lnTo>
                    <a:pt x="2608" y="1364"/>
                  </a:lnTo>
                  <a:lnTo>
                    <a:pt x="2327" y="1585"/>
                  </a:lnTo>
                  <a:lnTo>
                    <a:pt x="2067" y="1825"/>
                  </a:lnTo>
                  <a:lnTo>
                    <a:pt x="1826" y="2086"/>
                  </a:lnTo>
                  <a:lnTo>
                    <a:pt x="1585" y="2347"/>
                  </a:lnTo>
                  <a:lnTo>
                    <a:pt x="1365" y="2627"/>
                  </a:lnTo>
                  <a:lnTo>
                    <a:pt x="1164" y="2928"/>
                  </a:lnTo>
                  <a:lnTo>
                    <a:pt x="964" y="3229"/>
                  </a:lnTo>
                  <a:lnTo>
                    <a:pt x="803" y="3550"/>
                  </a:lnTo>
                  <a:lnTo>
                    <a:pt x="643" y="3871"/>
                  </a:lnTo>
                  <a:lnTo>
                    <a:pt x="482" y="4192"/>
                  </a:lnTo>
                  <a:lnTo>
                    <a:pt x="362" y="4533"/>
                  </a:lnTo>
                  <a:lnTo>
                    <a:pt x="262" y="4894"/>
                  </a:lnTo>
                  <a:lnTo>
                    <a:pt x="161" y="5234"/>
                  </a:lnTo>
                  <a:lnTo>
                    <a:pt x="101" y="5595"/>
                  </a:lnTo>
                  <a:lnTo>
                    <a:pt x="41" y="5977"/>
                  </a:lnTo>
                  <a:lnTo>
                    <a:pt x="1" y="6337"/>
                  </a:lnTo>
                  <a:lnTo>
                    <a:pt x="1" y="6719"/>
                  </a:lnTo>
                  <a:lnTo>
                    <a:pt x="1" y="7100"/>
                  </a:lnTo>
                  <a:lnTo>
                    <a:pt x="41" y="7481"/>
                  </a:lnTo>
                  <a:lnTo>
                    <a:pt x="81" y="7761"/>
                  </a:lnTo>
                  <a:lnTo>
                    <a:pt x="121" y="8042"/>
                  </a:lnTo>
                  <a:lnTo>
                    <a:pt x="201" y="8323"/>
                  </a:lnTo>
                  <a:lnTo>
                    <a:pt x="282" y="8604"/>
                  </a:lnTo>
                  <a:lnTo>
                    <a:pt x="382" y="8864"/>
                  </a:lnTo>
                  <a:lnTo>
                    <a:pt x="482" y="9145"/>
                  </a:lnTo>
                  <a:lnTo>
                    <a:pt x="603" y="9406"/>
                  </a:lnTo>
                  <a:lnTo>
                    <a:pt x="743" y="9687"/>
                  </a:lnTo>
                  <a:lnTo>
                    <a:pt x="903" y="9947"/>
                  </a:lnTo>
                  <a:lnTo>
                    <a:pt x="1064" y="10188"/>
                  </a:lnTo>
                  <a:lnTo>
                    <a:pt x="1244" y="10449"/>
                  </a:lnTo>
                  <a:lnTo>
                    <a:pt x="1425" y="10689"/>
                  </a:lnTo>
                  <a:lnTo>
                    <a:pt x="1625" y="10930"/>
                  </a:lnTo>
                  <a:lnTo>
                    <a:pt x="1846" y="11151"/>
                  </a:lnTo>
                  <a:lnTo>
                    <a:pt x="2067" y="11371"/>
                  </a:lnTo>
                  <a:lnTo>
                    <a:pt x="2307" y="11572"/>
                  </a:lnTo>
                  <a:lnTo>
                    <a:pt x="2548" y="11772"/>
                  </a:lnTo>
                  <a:lnTo>
                    <a:pt x="2809" y="11953"/>
                  </a:lnTo>
                  <a:lnTo>
                    <a:pt x="3069" y="12133"/>
                  </a:lnTo>
                  <a:lnTo>
                    <a:pt x="3350" y="12294"/>
                  </a:lnTo>
                  <a:lnTo>
                    <a:pt x="3631" y="12454"/>
                  </a:lnTo>
                  <a:lnTo>
                    <a:pt x="3932" y="12595"/>
                  </a:lnTo>
                  <a:lnTo>
                    <a:pt x="4252" y="12715"/>
                  </a:lnTo>
                  <a:lnTo>
                    <a:pt x="4573" y="12835"/>
                  </a:lnTo>
                  <a:lnTo>
                    <a:pt x="4894" y="12935"/>
                  </a:lnTo>
                  <a:lnTo>
                    <a:pt x="5235" y="13016"/>
                  </a:lnTo>
                  <a:lnTo>
                    <a:pt x="5576" y="13076"/>
                  </a:lnTo>
                  <a:lnTo>
                    <a:pt x="5937" y="13116"/>
                  </a:lnTo>
                  <a:lnTo>
                    <a:pt x="6298" y="13156"/>
                  </a:lnTo>
                  <a:lnTo>
                    <a:pt x="7040" y="13156"/>
                  </a:lnTo>
                  <a:lnTo>
                    <a:pt x="7421" y="13116"/>
                  </a:lnTo>
                  <a:lnTo>
                    <a:pt x="7882" y="13056"/>
                  </a:lnTo>
                  <a:lnTo>
                    <a:pt x="8324" y="12976"/>
                  </a:lnTo>
                  <a:lnTo>
                    <a:pt x="8765" y="12835"/>
                  </a:lnTo>
                  <a:lnTo>
                    <a:pt x="9186" y="12675"/>
                  </a:lnTo>
                  <a:lnTo>
                    <a:pt x="9587" y="12494"/>
                  </a:lnTo>
                  <a:lnTo>
                    <a:pt x="9968" y="12274"/>
                  </a:lnTo>
                  <a:lnTo>
                    <a:pt x="10349" y="12013"/>
                  </a:lnTo>
                  <a:lnTo>
                    <a:pt x="10690" y="11752"/>
                  </a:lnTo>
                  <a:lnTo>
                    <a:pt x="11031" y="11451"/>
                  </a:lnTo>
                  <a:lnTo>
                    <a:pt x="11332" y="11131"/>
                  </a:lnTo>
                  <a:lnTo>
                    <a:pt x="11633" y="10790"/>
                  </a:lnTo>
                  <a:lnTo>
                    <a:pt x="11893" y="10409"/>
                  </a:lnTo>
                  <a:lnTo>
                    <a:pt x="12134" y="10028"/>
                  </a:lnTo>
                  <a:lnTo>
                    <a:pt x="12355" y="9626"/>
                  </a:lnTo>
                  <a:lnTo>
                    <a:pt x="12555" y="9225"/>
                  </a:lnTo>
                  <a:lnTo>
                    <a:pt x="12736" y="8784"/>
                  </a:lnTo>
                  <a:lnTo>
                    <a:pt x="12856" y="8403"/>
                  </a:lnTo>
                  <a:lnTo>
                    <a:pt x="12956" y="8022"/>
                  </a:lnTo>
                  <a:lnTo>
                    <a:pt x="13036" y="7641"/>
                  </a:lnTo>
                  <a:lnTo>
                    <a:pt x="13076" y="7240"/>
                  </a:lnTo>
                  <a:lnTo>
                    <a:pt x="13117" y="6859"/>
                  </a:lnTo>
                  <a:lnTo>
                    <a:pt x="13117" y="6478"/>
                  </a:lnTo>
                  <a:lnTo>
                    <a:pt x="13097" y="6117"/>
                  </a:lnTo>
                  <a:lnTo>
                    <a:pt x="13076" y="5736"/>
                  </a:lnTo>
                  <a:lnTo>
                    <a:pt x="13016" y="5375"/>
                  </a:lnTo>
                  <a:lnTo>
                    <a:pt x="12936" y="5014"/>
                  </a:lnTo>
                  <a:lnTo>
                    <a:pt x="12836" y="4653"/>
                  </a:lnTo>
                  <a:lnTo>
                    <a:pt x="12715" y="4312"/>
                  </a:lnTo>
                  <a:lnTo>
                    <a:pt x="12575" y="3971"/>
                  </a:lnTo>
                  <a:lnTo>
                    <a:pt x="12415" y="3650"/>
                  </a:lnTo>
                  <a:lnTo>
                    <a:pt x="12254" y="3329"/>
                  </a:lnTo>
                  <a:lnTo>
                    <a:pt x="12054" y="3008"/>
                  </a:lnTo>
                  <a:lnTo>
                    <a:pt x="11853" y="2708"/>
                  </a:lnTo>
                  <a:lnTo>
                    <a:pt x="11633" y="2427"/>
                  </a:lnTo>
                  <a:lnTo>
                    <a:pt x="11392" y="2146"/>
                  </a:lnTo>
                  <a:lnTo>
                    <a:pt x="11131" y="1885"/>
                  </a:lnTo>
                  <a:lnTo>
                    <a:pt x="10850" y="1645"/>
                  </a:lnTo>
                  <a:lnTo>
                    <a:pt x="10570" y="1404"/>
                  </a:lnTo>
                  <a:lnTo>
                    <a:pt x="10269" y="1183"/>
                  </a:lnTo>
                  <a:lnTo>
                    <a:pt x="9948" y="983"/>
                  </a:lnTo>
                  <a:lnTo>
                    <a:pt x="9627" y="802"/>
                  </a:lnTo>
                  <a:lnTo>
                    <a:pt x="9286" y="622"/>
                  </a:lnTo>
                  <a:lnTo>
                    <a:pt x="8945" y="482"/>
                  </a:lnTo>
                  <a:lnTo>
                    <a:pt x="8584" y="341"/>
                  </a:lnTo>
                  <a:lnTo>
                    <a:pt x="8203" y="241"/>
                  </a:lnTo>
                  <a:lnTo>
                    <a:pt x="7822" y="141"/>
                  </a:lnTo>
                  <a:lnTo>
                    <a:pt x="7441" y="80"/>
                  </a:lnTo>
                  <a:lnTo>
                    <a:pt x="7040" y="40"/>
                  </a:lnTo>
                  <a:lnTo>
                    <a:pt x="665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2" name="Google Shape;6712;p31"/>
            <p:cNvSpPr/>
            <p:nvPr/>
          </p:nvSpPr>
          <p:spPr>
            <a:xfrm>
              <a:off x="10739250" y="2725863"/>
              <a:ext cx="327925" cy="328925"/>
            </a:xfrm>
            <a:custGeom>
              <a:avLst/>
              <a:gdLst/>
              <a:ahLst/>
              <a:cxnLst/>
              <a:rect l="l" t="t" r="r" b="b"/>
              <a:pathLst>
                <a:path w="13117" h="13157" fill="none" extrusionOk="0">
                  <a:moveTo>
                    <a:pt x="41" y="7481"/>
                  </a:moveTo>
                  <a:lnTo>
                    <a:pt x="41" y="7481"/>
                  </a:lnTo>
                  <a:lnTo>
                    <a:pt x="81" y="7761"/>
                  </a:lnTo>
                  <a:lnTo>
                    <a:pt x="121" y="8042"/>
                  </a:lnTo>
                  <a:lnTo>
                    <a:pt x="201" y="8323"/>
                  </a:lnTo>
                  <a:lnTo>
                    <a:pt x="282" y="8604"/>
                  </a:lnTo>
                  <a:lnTo>
                    <a:pt x="382" y="8864"/>
                  </a:lnTo>
                  <a:lnTo>
                    <a:pt x="482" y="9145"/>
                  </a:lnTo>
                  <a:lnTo>
                    <a:pt x="603" y="9406"/>
                  </a:lnTo>
                  <a:lnTo>
                    <a:pt x="743" y="9687"/>
                  </a:lnTo>
                  <a:lnTo>
                    <a:pt x="903" y="9947"/>
                  </a:lnTo>
                  <a:lnTo>
                    <a:pt x="1064" y="10188"/>
                  </a:lnTo>
                  <a:lnTo>
                    <a:pt x="1244" y="10449"/>
                  </a:lnTo>
                  <a:lnTo>
                    <a:pt x="1425" y="10689"/>
                  </a:lnTo>
                  <a:lnTo>
                    <a:pt x="1625" y="10930"/>
                  </a:lnTo>
                  <a:lnTo>
                    <a:pt x="1846" y="11151"/>
                  </a:lnTo>
                  <a:lnTo>
                    <a:pt x="2067" y="11371"/>
                  </a:lnTo>
                  <a:lnTo>
                    <a:pt x="2307" y="11572"/>
                  </a:lnTo>
                  <a:lnTo>
                    <a:pt x="2548" y="11772"/>
                  </a:lnTo>
                  <a:lnTo>
                    <a:pt x="2809" y="11953"/>
                  </a:lnTo>
                  <a:lnTo>
                    <a:pt x="3069" y="12133"/>
                  </a:lnTo>
                  <a:lnTo>
                    <a:pt x="3350" y="12294"/>
                  </a:lnTo>
                  <a:lnTo>
                    <a:pt x="3631" y="12454"/>
                  </a:lnTo>
                  <a:lnTo>
                    <a:pt x="3932" y="12595"/>
                  </a:lnTo>
                  <a:lnTo>
                    <a:pt x="4252" y="12715"/>
                  </a:lnTo>
                  <a:lnTo>
                    <a:pt x="4573" y="12835"/>
                  </a:lnTo>
                  <a:lnTo>
                    <a:pt x="4894" y="12935"/>
                  </a:lnTo>
                  <a:lnTo>
                    <a:pt x="5235" y="13016"/>
                  </a:lnTo>
                  <a:lnTo>
                    <a:pt x="5576" y="13076"/>
                  </a:lnTo>
                  <a:lnTo>
                    <a:pt x="5937" y="13116"/>
                  </a:lnTo>
                  <a:lnTo>
                    <a:pt x="6298" y="13156"/>
                  </a:lnTo>
                  <a:lnTo>
                    <a:pt x="6659" y="13156"/>
                  </a:lnTo>
                  <a:lnTo>
                    <a:pt x="7040" y="13156"/>
                  </a:lnTo>
                  <a:lnTo>
                    <a:pt x="7421" y="13116"/>
                  </a:lnTo>
                  <a:lnTo>
                    <a:pt x="7421" y="13116"/>
                  </a:lnTo>
                  <a:lnTo>
                    <a:pt x="7882" y="13056"/>
                  </a:lnTo>
                  <a:lnTo>
                    <a:pt x="8324" y="12976"/>
                  </a:lnTo>
                  <a:lnTo>
                    <a:pt x="8765" y="12835"/>
                  </a:lnTo>
                  <a:lnTo>
                    <a:pt x="9186" y="12675"/>
                  </a:lnTo>
                  <a:lnTo>
                    <a:pt x="9587" y="12494"/>
                  </a:lnTo>
                  <a:lnTo>
                    <a:pt x="9968" y="12274"/>
                  </a:lnTo>
                  <a:lnTo>
                    <a:pt x="10349" y="12013"/>
                  </a:lnTo>
                  <a:lnTo>
                    <a:pt x="10690" y="11752"/>
                  </a:lnTo>
                  <a:lnTo>
                    <a:pt x="11031" y="11451"/>
                  </a:lnTo>
                  <a:lnTo>
                    <a:pt x="11332" y="11131"/>
                  </a:lnTo>
                  <a:lnTo>
                    <a:pt x="11633" y="10790"/>
                  </a:lnTo>
                  <a:lnTo>
                    <a:pt x="11893" y="10409"/>
                  </a:lnTo>
                  <a:lnTo>
                    <a:pt x="12134" y="10028"/>
                  </a:lnTo>
                  <a:lnTo>
                    <a:pt x="12355" y="9626"/>
                  </a:lnTo>
                  <a:lnTo>
                    <a:pt x="12555" y="9225"/>
                  </a:lnTo>
                  <a:lnTo>
                    <a:pt x="12736" y="8784"/>
                  </a:lnTo>
                  <a:lnTo>
                    <a:pt x="12736" y="8784"/>
                  </a:lnTo>
                  <a:lnTo>
                    <a:pt x="12856" y="8403"/>
                  </a:lnTo>
                  <a:lnTo>
                    <a:pt x="12956" y="8022"/>
                  </a:lnTo>
                  <a:lnTo>
                    <a:pt x="13036" y="7641"/>
                  </a:lnTo>
                  <a:lnTo>
                    <a:pt x="13076" y="7240"/>
                  </a:lnTo>
                  <a:lnTo>
                    <a:pt x="13117" y="6859"/>
                  </a:lnTo>
                  <a:lnTo>
                    <a:pt x="13117" y="6478"/>
                  </a:lnTo>
                  <a:lnTo>
                    <a:pt x="13097" y="6117"/>
                  </a:lnTo>
                  <a:lnTo>
                    <a:pt x="13076" y="5736"/>
                  </a:lnTo>
                  <a:lnTo>
                    <a:pt x="13016" y="5375"/>
                  </a:lnTo>
                  <a:lnTo>
                    <a:pt x="12936" y="5014"/>
                  </a:lnTo>
                  <a:lnTo>
                    <a:pt x="12836" y="4653"/>
                  </a:lnTo>
                  <a:lnTo>
                    <a:pt x="12715" y="4312"/>
                  </a:lnTo>
                  <a:lnTo>
                    <a:pt x="12575" y="3971"/>
                  </a:lnTo>
                  <a:lnTo>
                    <a:pt x="12415" y="3650"/>
                  </a:lnTo>
                  <a:lnTo>
                    <a:pt x="12254" y="3329"/>
                  </a:lnTo>
                  <a:lnTo>
                    <a:pt x="12054" y="3008"/>
                  </a:lnTo>
                  <a:lnTo>
                    <a:pt x="11853" y="2708"/>
                  </a:lnTo>
                  <a:lnTo>
                    <a:pt x="11633" y="2427"/>
                  </a:lnTo>
                  <a:lnTo>
                    <a:pt x="11392" y="2146"/>
                  </a:lnTo>
                  <a:lnTo>
                    <a:pt x="11131" y="1885"/>
                  </a:lnTo>
                  <a:lnTo>
                    <a:pt x="10850" y="1645"/>
                  </a:lnTo>
                  <a:lnTo>
                    <a:pt x="10570" y="1404"/>
                  </a:lnTo>
                  <a:lnTo>
                    <a:pt x="10269" y="1183"/>
                  </a:lnTo>
                  <a:lnTo>
                    <a:pt x="9948" y="983"/>
                  </a:lnTo>
                  <a:lnTo>
                    <a:pt x="9627" y="802"/>
                  </a:lnTo>
                  <a:lnTo>
                    <a:pt x="9286" y="622"/>
                  </a:lnTo>
                  <a:lnTo>
                    <a:pt x="8945" y="482"/>
                  </a:lnTo>
                  <a:lnTo>
                    <a:pt x="8584" y="341"/>
                  </a:lnTo>
                  <a:lnTo>
                    <a:pt x="8203" y="241"/>
                  </a:lnTo>
                  <a:lnTo>
                    <a:pt x="7822" y="141"/>
                  </a:lnTo>
                  <a:lnTo>
                    <a:pt x="7441" y="80"/>
                  </a:lnTo>
                  <a:lnTo>
                    <a:pt x="7040" y="40"/>
                  </a:lnTo>
                  <a:lnTo>
                    <a:pt x="7040" y="40"/>
                  </a:lnTo>
                  <a:lnTo>
                    <a:pt x="6659" y="0"/>
                  </a:lnTo>
                  <a:lnTo>
                    <a:pt x="6278" y="20"/>
                  </a:lnTo>
                  <a:lnTo>
                    <a:pt x="5897" y="40"/>
                  </a:lnTo>
                  <a:lnTo>
                    <a:pt x="5536" y="80"/>
                  </a:lnTo>
                  <a:lnTo>
                    <a:pt x="5175" y="141"/>
                  </a:lnTo>
                  <a:lnTo>
                    <a:pt x="4814" y="241"/>
                  </a:lnTo>
                  <a:lnTo>
                    <a:pt x="4473" y="341"/>
                  </a:lnTo>
                  <a:lnTo>
                    <a:pt x="4132" y="462"/>
                  </a:lnTo>
                  <a:lnTo>
                    <a:pt x="3811" y="622"/>
                  </a:lnTo>
                  <a:lnTo>
                    <a:pt x="3490" y="782"/>
                  </a:lnTo>
                  <a:lnTo>
                    <a:pt x="3190" y="963"/>
                  </a:lnTo>
                  <a:lnTo>
                    <a:pt x="2889" y="1143"/>
                  </a:lnTo>
                  <a:lnTo>
                    <a:pt x="2608" y="1364"/>
                  </a:lnTo>
                  <a:lnTo>
                    <a:pt x="2327" y="1585"/>
                  </a:lnTo>
                  <a:lnTo>
                    <a:pt x="2067" y="1825"/>
                  </a:lnTo>
                  <a:lnTo>
                    <a:pt x="1826" y="2086"/>
                  </a:lnTo>
                  <a:lnTo>
                    <a:pt x="1585" y="2347"/>
                  </a:lnTo>
                  <a:lnTo>
                    <a:pt x="1365" y="2627"/>
                  </a:lnTo>
                  <a:lnTo>
                    <a:pt x="1164" y="2928"/>
                  </a:lnTo>
                  <a:lnTo>
                    <a:pt x="964" y="3229"/>
                  </a:lnTo>
                  <a:lnTo>
                    <a:pt x="803" y="3550"/>
                  </a:lnTo>
                  <a:lnTo>
                    <a:pt x="643" y="3871"/>
                  </a:lnTo>
                  <a:lnTo>
                    <a:pt x="482" y="4192"/>
                  </a:lnTo>
                  <a:lnTo>
                    <a:pt x="362" y="4533"/>
                  </a:lnTo>
                  <a:lnTo>
                    <a:pt x="262" y="4894"/>
                  </a:lnTo>
                  <a:lnTo>
                    <a:pt x="161" y="5234"/>
                  </a:lnTo>
                  <a:lnTo>
                    <a:pt x="101" y="5595"/>
                  </a:lnTo>
                  <a:lnTo>
                    <a:pt x="41" y="5977"/>
                  </a:lnTo>
                  <a:lnTo>
                    <a:pt x="1" y="6337"/>
                  </a:lnTo>
                  <a:lnTo>
                    <a:pt x="1" y="6719"/>
                  </a:lnTo>
                  <a:lnTo>
                    <a:pt x="1" y="7100"/>
                  </a:lnTo>
                  <a:lnTo>
                    <a:pt x="41" y="748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3" name="Google Shape;6713;p31"/>
            <p:cNvSpPr/>
            <p:nvPr/>
          </p:nvSpPr>
          <p:spPr>
            <a:xfrm>
              <a:off x="10776350" y="2763463"/>
              <a:ext cx="253725" cy="253700"/>
            </a:xfrm>
            <a:custGeom>
              <a:avLst/>
              <a:gdLst/>
              <a:ahLst/>
              <a:cxnLst/>
              <a:rect l="l" t="t" r="r" b="b"/>
              <a:pathLst>
                <a:path w="10149" h="10148" extrusionOk="0">
                  <a:moveTo>
                    <a:pt x="4874" y="0"/>
                  </a:moveTo>
                  <a:lnTo>
                    <a:pt x="4573" y="20"/>
                  </a:lnTo>
                  <a:lnTo>
                    <a:pt x="4313" y="61"/>
                  </a:lnTo>
                  <a:lnTo>
                    <a:pt x="4032" y="101"/>
                  </a:lnTo>
                  <a:lnTo>
                    <a:pt x="3771" y="181"/>
                  </a:lnTo>
                  <a:lnTo>
                    <a:pt x="3490" y="241"/>
                  </a:lnTo>
                  <a:lnTo>
                    <a:pt x="3250" y="341"/>
                  </a:lnTo>
                  <a:lnTo>
                    <a:pt x="2989" y="442"/>
                  </a:lnTo>
                  <a:lnTo>
                    <a:pt x="2748" y="582"/>
                  </a:lnTo>
                  <a:lnTo>
                    <a:pt x="2528" y="702"/>
                  </a:lnTo>
                  <a:lnTo>
                    <a:pt x="2287" y="843"/>
                  </a:lnTo>
                  <a:lnTo>
                    <a:pt x="2067" y="1003"/>
                  </a:lnTo>
                  <a:lnTo>
                    <a:pt x="1866" y="1184"/>
                  </a:lnTo>
                  <a:lnTo>
                    <a:pt x="1665" y="1364"/>
                  </a:lnTo>
                  <a:lnTo>
                    <a:pt x="1465" y="1545"/>
                  </a:lnTo>
                  <a:lnTo>
                    <a:pt x="1284" y="1765"/>
                  </a:lnTo>
                  <a:lnTo>
                    <a:pt x="1104" y="1986"/>
                  </a:lnTo>
                  <a:lnTo>
                    <a:pt x="944" y="2206"/>
                  </a:lnTo>
                  <a:lnTo>
                    <a:pt x="783" y="2447"/>
                  </a:lnTo>
                  <a:lnTo>
                    <a:pt x="643" y="2688"/>
                  </a:lnTo>
                  <a:lnTo>
                    <a:pt x="522" y="2928"/>
                  </a:lnTo>
                  <a:lnTo>
                    <a:pt x="402" y="3189"/>
                  </a:lnTo>
                  <a:lnTo>
                    <a:pt x="302" y="3470"/>
                  </a:lnTo>
                  <a:lnTo>
                    <a:pt x="222" y="3730"/>
                  </a:lnTo>
                  <a:lnTo>
                    <a:pt x="141" y="4011"/>
                  </a:lnTo>
                  <a:lnTo>
                    <a:pt x="81" y="4292"/>
                  </a:lnTo>
                  <a:lnTo>
                    <a:pt x="41" y="4593"/>
                  </a:lnTo>
                  <a:lnTo>
                    <a:pt x="21" y="4874"/>
                  </a:lnTo>
                  <a:lnTo>
                    <a:pt x="1" y="5174"/>
                  </a:lnTo>
                  <a:lnTo>
                    <a:pt x="21" y="5475"/>
                  </a:lnTo>
                  <a:lnTo>
                    <a:pt x="41" y="5776"/>
                  </a:lnTo>
                  <a:lnTo>
                    <a:pt x="101" y="6197"/>
                  </a:lnTo>
                  <a:lnTo>
                    <a:pt x="222" y="6638"/>
                  </a:lnTo>
                  <a:lnTo>
                    <a:pt x="382" y="7060"/>
                  </a:lnTo>
                  <a:lnTo>
                    <a:pt x="583" y="7461"/>
                  </a:lnTo>
                  <a:lnTo>
                    <a:pt x="823" y="7862"/>
                  </a:lnTo>
                  <a:lnTo>
                    <a:pt x="1104" y="8243"/>
                  </a:lnTo>
                  <a:lnTo>
                    <a:pt x="1425" y="8604"/>
                  </a:lnTo>
                  <a:lnTo>
                    <a:pt x="1786" y="8925"/>
                  </a:lnTo>
                  <a:lnTo>
                    <a:pt x="2167" y="9225"/>
                  </a:lnTo>
                  <a:lnTo>
                    <a:pt x="2387" y="9366"/>
                  </a:lnTo>
                  <a:lnTo>
                    <a:pt x="2588" y="9486"/>
                  </a:lnTo>
                  <a:lnTo>
                    <a:pt x="2829" y="9606"/>
                  </a:lnTo>
                  <a:lnTo>
                    <a:pt x="3049" y="9727"/>
                  </a:lnTo>
                  <a:lnTo>
                    <a:pt x="3290" y="9807"/>
                  </a:lnTo>
                  <a:lnTo>
                    <a:pt x="3531" y="9907"/>
                  </a:lnTo>
                  <a:lnTo>
                    <a:pt x="3791" y="9967"/>
                  </a:lnTo>
                  <a:lnTo>
                    <a:pt x="4052" y="10048"/>
                  </a:lnTo>
                  <a:lnTo>
                    <a:pt x="4313" y="10088"/>
                  </a:lnTo>
                  <a:lnTo>
                    <a:pt x="4593" y="10128"/>
                  </a:lnTo>
                  <a:lnTo>
                    <a:pt x="4874" y="10148"/>
                  </a:lnTo>
                  <a:lnTo>
                    <a:pt x="5456" y="10148"/>
                  </a:lnTo>
                  <a:lnTo>
                    <a:pt x="5737" y="10128"/>
                  </a:lnTo>
                  <a:lnTo>
                    <a:pt x="6098" y="10088"/>
                  </a:lnTo>
                  <a:lnTo>
                    <a:pt x="6438" y="10008"/>
                  </a:lnTo>
                  <a:lnTo>
                    <a:pt x="6779" y="9907"/>
                  </a:lnTo>
                  <a:lnTo>
                    <a:pt x="7100" y="9787"/>
                  </a:lnTo>
                  <a:lnTo>
                    <a:pt x="7401" y="9647"/>
                  </a:lnTo>
                  <a:lnTo>
                    <a:pt x="7702" y="9466"/>
                  </a:lnTo>
                  <a:lnTo>
                    <a:pt x="8003" y="9286"/>
                  </a:lnTo>
                  <a:lnTo>
                    <a:pt x="8263" y="9065"/>
                  </a:lnTo>
                  <a:lnTo>
                    <a:pt x="8524" y="8824"/>
                  </a:lnTo>
                  <a:lnTo>
                    <a:pt x="8765" y="8584"/>
                  </a:lnTo>
                  <a:lnTo>
                    <a:pt x="8985" y="8323"/>
                  </a:lnTo>
                  <a:lnTo>
                    <a:pt x="9206" y="8042"/>
                  </a:lnTo>
                  <a:lnTo>
                    <a:pt x="9386" y="7741"/>
                  </a:lnTo>
                  <a:lnTo>
                    <a:pt x="9547" y="7441"/>
                  </a:lnTo>
                  <a:lnTo>
                    <a:pt x="9707" y="7120"/>
                  </a:lnTo>
                  <a:lnTo>
                    <a:pt x="9828" y="6779"/>
                  </a:lnTo>
                  <a:lnTo>
                    <a:pt x="9888" y="6598"/>
                  </a:lnTo>
                  <a:lnTo>
                    <a:pt x="9988" y="6318"/>
                  </a:lnTo>
                  <a:lnTo>
                    <a:pt x="10048" y="6017"/>
                  </a:lnTo>
                  <a:lnTo>
                    <a:pt x="10088" y="5736"/>
                  </a:lnTo>
                  <a:lnTo>
                    <a:pt x="10128" y="5435"/>
                  </a:lnTo>
                  <a:lnTo>
                    <a:pt x="10149" y="5154"/>
                  </a:lnTo>
                  <a:lnTo>
                    <a:pt x="10128" y="4874"/>
                  </a:lnTo>
                  <a:lnTo>
                    <a:pt x="10108" y="4573"/>
                  </a:lnTo>
                  <a:lnTo>
                    <a:pt x="10088" y="4292"/>
                  </a:lnTo>
                  <a:lnTo>
                    <a:pt x="10028" y="4031"/>
                  </a:lnTo>
                  <a:lnTo>
                    <a:pt x="9968" y="3751"/>
                  </a:lnTo>
                  <a:lnTo>
                    <a:pt x="9888" y="3490"/>
                  </a:lnTo>
                  <a:lnTo>
                    <a:pt x="9788" y="3229"/>
                  </a:lnTo>
                  <a:lnTo>
                    <a:pt x="9687" y="2968"/>
                  </a:lnTo>
                  <a:lnTo>
                    <a:pt x="9567" y="2728"/>
                  </a:lnTo>
                  <a:lnTo>
                    <a:pt x="9427" y="2487"/>
                  </a:lnTo>
                  <a:lnTo>
                    <a:pt x="9266" y="2246"/>
                  </a:lnTo>
                  <a:lnTo>
                    <a:pt x="9106" y="2026"/>
                  </a:lnTo>
                  <a:lnTo>
                    <a:pt x="8945" y="1805"/>
                  </a:lnTo>
                  <a:lnTo>
                    <a:pt x="8745" y="1605"/>
                  </a:lnTo>
                  <a:lnTo>
                    <a:pt x="8544" y="1404"/>
                  </a:lnTo>
                  <a:lnTo>
                    <a:pt x="8344" y="1224"/>
                  </a:lnTo>
                  <a:lnTo>
                    <a:pt x="8123" y="1043"/>
                  </a:lnTo>
                  <a:lnTo>
                    <a:pt x="7902" y="883"/>
                  </a:lnTo>
                  <a:lnTo>
                    <a:pt x="7662" y="742"/>
                  </a:lnTo>
                  <a:lnTo>
                    <a:pt x="7421" y="602"/>
                  </a:lnTo>
                  <a:lnTo>
                    <a:pt x="7160" y="462"/>
                  </a:lnTo>
                  <a:lnTo>
                    <a:pt x="6900" y="361"/>
                  </a:lnTo>
                  <a:lnTo>
                    <a:pt x="6619" y="261"/>
                  </a:lnTo>
                  <a:lnTo>
                    <a:pt x="6338" y="181"/>
                  </a:lnTo>
                  <a:lnTo>
                    <a:pt x="6037" y="121"/>
                  </a:lnTo>
                  <a:lnTo>
                    <a:pt x="5757" y="61"/>
                  </a:lnTo>
                  <a:lnTo>
                    <a:pt x="5436" y="20"/>
                  </a:lnTo>
                  <a:lnTo>
                    <a:pt x="51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4" name="Google Shape;6714;p31"/>
            <p:cNvSpPr/>
            <p:nvPr/>
          </p:nvSpPr>
          <p:spPr>
            <a:xfrm>
              <a:off x="10776350" y="2763463"/>
              <a:ext cx="253725" cy="253700"/>
            </a:xfrm>
            <a:custGeom>
              <a:avLst/>
              <a:gdLst/>
              <a:ahLst/>
              <a:cxnLst/>
              <a:rect l="l" t="t" r="r" b="b"/>
              <a:pathLst>
                <a:path w="10149" h="10148" fill="none" extrusionOk="0">
                  <a:moveTo>
                    <a:pt x="9888" y="6598"/>
                  </a:moveTo>
                  <a:lnTo>
                    <a:pt x="9888" y="6598"/>
                  </a:lnTo>
                  <a:lnTo>
                    <a:pt x="9828" y="6779"/>
                  </a:lnTo>
                  <a:lnTo>
                    <a:pt x="9828" y="6779"/>
                  </a:lnTo>
                  <a:lnTo>
                    <a:pt x="9707" y="7120"/>
                  </a:lnTo>
                  <a:lnTo>
                    <a:pt x="9547" y="7441"/>
                  </a:lnTo>
                  <a:lnTo>
                    <a:pt x="9386" y="7741"/>
                  </a:lnTo>
                  <a:lnTo>
                    <a:pt x="9206" y="8042"/>
                  </a:lnTo>
                  <a:lnTo>
                    <a:pt x="8985" y="8323"/>
                  </a:lnTo>
                  <a:lnTo>
                    <a:pt x="8765" y="8584"/>
                  </a:lnTo>
                  <a:lnTo>
                    <a:pt x="8524" y="8824"/>
                  </a:lnTo>
                  <a:lnTo>
                    <a:pt x="8263" y="9065"/>
                  </a:lnTo>
                  <a:lnTo>
                    <a:pt x="8003" y="9286"/>
                  </a:lnTo>
                  <a:lnTo>
                    <a:pt x="7702" y="9466"/>
                  </a:lnTo>
                  <a:lnTo>
                    <a:pt x="7401" y="9647"/>
                  </a:lnTo>
                  <a:lnTo>
                    <a:pt x="7100" y="9787"/>
                  </a:lnTo>
                  <a:lnTo>
                    <a:pt x="6779" y="9907"/>
                  </a:lnTo>
                  <a:lnTo>
                    <a:pt x="6438" y="10008"/>
                  </a:lnTo>
                  <a:lnTo>
                    <a:pt x="6098" y="10088"/>
                  </a:lnTo>
                  <a:lnTo>
                    <a:pt x="5737" y="10128"/>
                  </a:lnTo>
                  <a:lnTo>
                    <a:pt x="5737" y="10128"/>
                  </a:lnTo>
                  <a:lnTo>
                    <a:pt x="5456" y="10148"/>
                  </a:lnTo>
                  <a:lnTo>
                    <a:pt x="5155" y="10148"/>
                  </a:lnTo>
                  <a:lnTo>
                    <a:pt x="4874" y="10148"/>
                  </a:lnTo>
                  <a:lnTo>
                    <a:pt x="4593" y="10128"/>
                  </a:lnTo>
                  <a:lnTo>
                    <a:pt x="4313" y="10088"/>
                  </a:lnTo>
                  <a:lnTo>
                    <a:pt x="4052" y="10048"/>
                  </a:lnTo>
                  <a:lnTo>
                    <a:pt x="3791" y="9967"/>
                  </a:lnTo>
                  <a:lnTo>
                    <a:pt x="3531" y="9907"/>
                  </a:lnTo>
                  <a:lnTo>
                    <a:pt x="3290" y="9807"/>
                  </a:lnTo>
                  <a:lnTo>
                    <a:pt x="3049" y="9727"/>
                  </a:lnTo>
                  <a:lnTo>
                    <a:pt x="2829" y="9606"/>
                  </a:lnTo>
                  <a:lnTo>
                    <a:pt x="2588" y="9486"/>
                  </a:lnTo>
                  <a:lnTo>
                    <a:pt x="2387" y="9366"/>
                  </a:lnTo>
                  <a:lnTo>
                    <a:pt x="2167" y="9225"/>
                  </a:lnTo>
                  <a:lnTo>
                    <a:pt x="1786" y="8925"/>
                  </a:lnTo>
                  <a:lnTo>
                    <a:pt x="1425" y="8604"/>
                  </a:lnTo>
                  <a:lnTo>
                    <a:pt x="1104" y="8243"/>
                  </a:lnTo>
                  <a:lnTo>
                    <a:pt x="823" y="7862"/>
                  </a:lnTo>
                  <a:lnTo>
                    <a:pt x="583" y="7461"/>
                  </a:lnTo>
                  <a:lnTo>
                    <a:pt x="382" y="7060"/>
                  </a:lnTo>
                  <a:lnTo>
                    <a:pt x="222" y="6638"/>
                  </a:lnTo>
                  <a:lnTo>
                    <a:pt x="101" y="6197"/>
                  </a:lnTo>
                  <a:lnTo>
                    <a:pt x="41" y="5776"/>
                  </a:lnTo>
                  <a:lnTo>
                    <a:pt x="41" y="5776"/>
                  </a:lnTo>
                  <a:lnTo>
                    <a:pt x="21" y="5475"/>
                  </a:lnTo>
                  <a:lnTo>
                    <a:pt x="1" y="5174"/>
                  </a:lnTo>
                  <a:lnTo>
                    <a:pt x="21" y="4874"/>
                  </a:lnTo>
                  <a:lnTo>
                    <a:pt x="41" y="4593"/>
                  </a:lnTo>
                  <a:lnTo>
                    <a:pt x="81" y="4292"/>
                  </a:lnTo>
                  <a:lnTo>
                    <a:pt x="141" y="4011"/>
                  </a:lnTo>
                  <a:lnTo>
                    <a:pt x="222" y="3730"/>
                  </a:lnTo>
                  <a:lnTo>
                    <a:pt x="302" y="3470"/>
                  </a:lnTo>
                  <a:lnTo>
                    <a:pt x="402" y="3189"/>
                  </a:lnTo>
                  <a:lnTo>
                    <a:pt x="522" y="2928"/>
                  </a:lnTo>
                  <a:lnTo>
                    <a:pt x="643" y="2688"/>
                  </a:lnTo>
                  <a:lnTo>
                    <a:pt x="783" y="2447"/>
                  </a:lnTo>
                  <a:lnTo>
                    <a:pt x="944" y="2206"/>
                  </a:lnTo>
                  <a:lnTo>
                    <a:pt x="1104" y="1986"/>
                  </a:lnTo>
                  <a:lnTo>
                    <a:pt x="1284" y="1765"/>
                  </a:lnTo>
                  <a:lnTo>
                    <a:pt x="1465" y="1545"/>
                  </a:lnTo>
                  <a:lnTo>
                    <a:pt x="1465" y="1545"/>
                  </a:lnTo>
                  <a:lnTo>
                    <a:pt x="1665" y="1364"/>
                  </a:lnTo>
                  <a:lnTo>
                    <a:pt x="1866" y="1184"/>
                  </a:lnTo>
                  <a:lnTo>
                    <a:pt x="2067" y="1003"/>
                  </a:lnTo>
                  <a:lnTo>
                    <a:pt x="2287" y="843"/>
                  </a:lnTo>
                  <a:lnTo>
                    <a:pt x="2528" y="702"/>
                  </a:lnTo>
                  <a:lnTo>
                    <a:pt x="2748" y="582"/>
                  </a:lnTo>
                  <a:lnTo>
                    <a:pt x="2989" y="442"/>
                  </a:lnTo>
                  <a:lnTo>
                    <a:pt x="3250" y="341"/>
                  </a:lnTo>
                  <a:lnTo>
                    <a:pt x="3490" y="241"/>
                  </a:lnTo>
                  <a:lnTo>
                    <a:pt x="3771" y="181"/>
                  </a:lnTo>
                  <a:lnTo>
                    <a:pt x="4032" y="101"/>
                  </a:lnTo>
                  <a:lnTo>
                    <a:pt x="4313" y="61"/>
                  </a:lnTo>
                  <a:lnTo>
                    <a:pt x="4573" y="20"/>
                  </a:lnTo>
                  <a:lnTo>
                    <a:pt x="4874" y="0"/>
                  </a:lnTo>
                  <a:lnTo>
                    <a:pt x="5155" y="0"/>
                  </a:lnTo>
                  <a:lnTo>
                    <a:pt x="5436" y="20"/>
                  </a:lnTo>
                  <a:lnTo>
                    <a:pt x="5436" y="20"/>
                  </a:lnTo>
                  <a:lnTo>
                    <a:pt x="5757" y="61"/>
                  </a:lnTo>
                  <a:lnTo>
                    <a:pt x="6037" y="121"/>
                  </a:lnTo>
                  <a:lnTo>
                    <a:pt x="6338" y="181"/>
                  </a:lnTo>
                  <a:lnTo>
                    <a:pt x="6619" y="261"/>
                  </a:lnTo>
                  <a:lnTo>
                    <a:pt x="6900" y="361"/>
                  </a:lnTo>
                  <a:lnTo>
                    <a:pt x="7160" y="462"/>
                  </a:lnTo>
                  <a:lnTo>
                    <a:pt x="7421" y="602"/>
                  </a:lnTo>
                  <a:lnTo>
                    <a:pt x="7662" y="742"/>
                  </a:lnTo>
                  <a:lnTo>
                    <a:pt x="7902" y="883"/>
                  </a:lnTo>
                  <a:lnTo>
                    <a:pt x="8123" y="1043"/>
                  </a:lnTo>
                  <a:lnTo>
                    <a:pt x="8344" y="1224"/>
                  </a:lnTo>
                  <a:lnTo>
                    <a:pt x="8544" y="1404"/>
                  </a:lnTo>
                  <a:lnTo>
                    <a:pt x="8745" y="1605"/>
                  </a:lnTo>
                  <a:lnTo>
                    <a:pt x="8945" y="1805"/>
                  </a:lnTo>
                  <a:lnTo>
                    <a:pt x="9106" y="2026"/>
                  </a:lnTo>
                  <a:lnTo>
                    <a:pt x="9266" y="2246"/>
                  </a:lnTo>
                  <a:lnTo>
                    <a:pt x="9427" y="2487"/>
                  </a:lnTo>
                  <a:lnTo>
                    <a:pt x="9567" y="2728"/>
                  </a:lnTo>
                  <a:lnTo>
                    <a:pt x="9687" y="2968"/>
                  </a:lnTo>
                  <a:lnTo>
                    <a:pt x="9788" y="3229"/>
                  </a:lnTo>
                  <a:lnTo>
                    <a:pt x="9888" y="3490"/>
                  </a:lnTo>
                  <a:lnTo>
                    <a:pt x="9968" y="3751"/>
                  </a:lnTo>
                  <a:lnTo>
                    <a:pt x="10028" y="4031"/>
                  </a:lnTo>
                  <a:lnTo>
                    <a:pt x="10088" y="4292"/>
                  </a:lnTo>
                  <a:lnTo>
                    <a:pt x="10108" y="4573"/>
                  </a:lnTo>
                  <a:lnTo>
                    <a:pt x="10128" y="4874"/>
                  </a:lnTo>
                  <a:lnTo>
                    <a:pt x="10149" y="5154"/>
                  </a:lnTo>
                  <a:lnTo>
                    <a:pt x="10128" y="5435"/>
                  </a:lnTo>
                  <a:lnTo>
                    <a:pt x="10088" y="5736"/>
                  </a:lnTo>
                  <a:lnTo>
                    <a:pt x="10048" y="6017"/>
                  </a:lnTo>
                  <a:lnTo>
                    <a:pt x="9988" y="6318"/>
                  </a:lnTo>
                  <a:lnTo>
                    <a:pt x="9888" y="6598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5" name="Google Shape;6715;p31"/>
            <p:cNvSpPr/>
            <p:nvPr/>
          </p:nvSpPr>
          <p:spPr>
            <a:xfrm>
              <a:off x="10776350" y="2802063"/>
              <a:ext cx="247200" cy="215100"/>
            </a:xfrm>
            <a:custGeom>
              <a:avLst/>
              <a:gdLst/>
              <a:ahLst/>
              <a:cxnLst/>
              <a:rect l="l" t="t" r="r" b="b"/>
              <a:pathLst>
                <a:path w="9888" h="8604" extrusionOk="0">
                  <a:moveTo>
                    <a:pt x="1465" y="1"/>
                  </a:moveTo>
                  <a:lnTo>
                    <a:pt x="1144" y="382"/>
                  </a:lnTo>
                  <a:lnTo>
                    <a:pt x="863" y="783"/>
                  </a:lnTo>
                  <a:lnTo>
                    <a:pt x="603" y="1224"/>
                  </a:lnTo>
                  <a:lnTo>
                    <a:pt x="402" y="1665"/>
                  </a:lnTo>
                  <a:lnTo>
                    <a:pt x="242" y="2146"/>
                  </a:lnTo>
                  <a:lnTo>
                    <a:pt x="161" y="2387"/>
                  </a:lnTo>
                  <a:lnTo>
                    <a:pt x="101" y="2628"/>
                  </a:lnTo>
                  <a:lnTo>
                    <a:pt x="61" y="2888"/>
                  </a:lnTo>
                  <a:lnTo>
                    <a:pt x="41" y="3149"/>
                  </a:lnTo>
                  <a:lnTo>
                    <a:pt x="21" y="3410"/>
                  </a:lnTo>
                  <a:lnTo>
                    <a:pt x="1" y="3671"/>
                  </a:lnTo>
                  <a:lnTo>
                    <a:pt x="21" y="3951"/>
                  </a:lnTo>
                  <a:lnTo>
                    <a:pt x="41" y="4232"/>
                  </a:lnTo>
                  <a:lnTo>
                    <a:pt x="101" y="4633"/>
                  </a:lnTo>
                  <a:lnTo>
                    <a:pt x="202" y="5034"/>
                  </a:lnTo>
                  <a:lnTo>
                    <a:pt x="362" y="5435"/>
                  </a:lnTo>
                  <a:lnTo>
                    <a:pt x="542" y="5816"/>
                  </a:lnTo>
                  <a:lnTo>
                    <a:pt x="763" y="6197"/>
                  </a:lnTo>
                  <a:lnTo>
                    <a:pt x="1004" y="6558"/>
                  </a:lnTo>
                  <a:lnTo>
                    <a:pt x="1284" y="6919"/>
                  </a:lnTo>
                  <a:lnTo>
                    <a:pt x="1605" y="7240"/>
                  </a:lnTo>
                  <a:lnTo>
                    <a:pt x="1966" y="7521"/>
                  </a:lnTo>
                  <a:lnTo>
                    <a:pt x="2347" y="7802"/>
                  </a:lnTo>
                  <a:lnTo>
                    <a:pt x="2748" y="8022"/>
                  </a:lnTo>
                  <a:lnTo>
                    <a:pt x="3190" y="8223"/>
                  </a:lnTo>
                  <a:lnTo>
                    <a:pt x="3651" y="8383"/>
                  </a:lnTo>
                  <a:lnTo>
                    <a:pt x="3892" y="8464"/>
                  </a:lnTo>
                  <a:lnTo>
                    <a:pt x="4132" y="8504"/>
                  </a:lnTo>
                  <a:lnTo>
                    <a:pt x="4393" y="8564"/>
                  </a:lnTo>
                  <a:lnTo>
                    <a:pt x="4654" y="8584"/>
                  </a:lnTo>
                  <a:lnTo>
                    <a:pt x="4914" y="8604"/>
                  </a:lnTo>
                  <a:lnTo>
                    <a:pt x="5456" y="8604"/>
                  </a:lnTo>
                  <a:lnTo>
                    <a:pt x="5737" y="8584"/>
                  </a:lnTo>
                  <a:lnTo>
                    <a:pt x="6098" y="8544"/>
                  </a:lnTo>
                  <a:lnTo>
                    <a:pt x="6438" y="8464"/>
                  </a:lnTo>
                  <a:lnTo>
                    <a:pt x="6779" y="8363"/>
                  </a:lnTo>
                  <a:lnTo>
                    <a:pt x="7100" y="8243"/>
                  </a:lnTo>
                  <a:lnTo>
                    <a:pt x="7401" y="8103"/>
                  </a:lnTo>
                  <a:lnTo>
                    <a:pt x="7702" y="7922"/>
                  </a:lnTo>
                  <a:lnTo>
                    <a:pt x="8003" y="7742"/>
                  </a:lnTo>
                  <a:lnTo>
                    <a:pt x="8263" y="7521"/>
                  </a:lnTo>
                  <a:lnTo>
                    <a:pt x="8524" y="7280"/>
                  </a:lnTo>
                  <a:lnTo>
                    <a:pt x="8765" y="7040"/>
                  </a:lnTo>
                  <a:lnTo>
                    <a:pt x="8985" y="6779"/>
                  </a:lnTo>
                  <a:lnTo>
                    <a:pt x="9206" y="6498"/>
                  </a:lnTo>
                  <a:lnTo>
                    <a:pt x="9386" y="6197"/>
                  </a:lnTo>
                  <a:lnTo>
                    <a:pt x="9547" y="5897"/>
                  </a:lnTo>
                  <a:lnTo>
                    <a:pt x="9707" y="5576"/>
                  </a:lnTo>
                  <a:lnTo>
                    <a:pt x="9828" y="5235"/>
                  </a:lnTo>
                  <a:lnTo>
                    <a:pt x="9888" y="5054"/>
                  </a:lnTo>
                  <a:lnTo>
                    <a:pt x="9687" y="5335"/>
                  </a:lnTo>
                  <a:lnTo>
                    <a:pt x="9467" y="5596"/>
                  </a:lnTo>
                  <a:lnTo>
                    <a:pt x="9226" y="5836"/>
                  </a:lnTo>
                  <a:lnTo>
                    <a:pt x="8965" y="6077"/>
                  </a:lnTo>
                  <a:lnTo>
                    <a:pt x="8705" y="6278"/>
                  </a:lnTo>
                  <a:lnTo>
                    <a:pt x="8404" y="6478"/>
                  </a:lnTo>
                  <a:lnTo>
                    <a:pt x="8103" y="6659"/>
                  </a:lnTo>
                  <a:lnTo>
                    <a:pt x="7782" y="6799"/>
                  </a:lnTo>
                  <a:lnTo>
                    <a:pt x="7401" y="6939"/>
                  </a:lnTo>
                  <a:lnTo>
                    <a:pt x="7000" y="7040"/>
                  </a:lnTo>
                  <a:lnTo>
                    <a:pt x="6619" y="7100"/>
                  </a:lnTo>
                  <a:lnTo>
                    <a:pt x="6218" y="7120"/>
                  </a:lnTo>
                  <a:lnTo>
                    <a:pt x="5797" y="7100"/>
                  </a:lnTo>
                  <a:lnTo>
                    <a:pt x="5376" y="7040"/>
                  </a:lnTo>
                  <a:lnTo>
                    <a:pt x="4974" y="6939"/>
                  </a:lnTo>
                  <a:lnTo>
                    <a:pt x="4573" y="6819"/>
                  </a:lnTo>
                  <a:lnTo>
                    <a:pt x="4192" y="6659"/>
                  </a:lnTo>
                  <a:lnTo>
                    <a:pt x="3811" y="6478"/>
                  </a:lnTo>
                  <a:lnTo>
                    <a:pt x="3450" y="6258"/>
                  </a:lnTo>
                  <a:lnTo>
                    <a:pt x="3109" y="6017"/>
                  </a:lnTo>
                  <a:lnTo>
                    <a:pt x="2768" y="5756"/>
                  </a:lnTo>
                  <a:lnTo>
                    <a:pt x="2468" y="5455"/>
                  </a:lnTo>
                  <a:lnTo>
                    <a:pt x="2187" y="5114"/>
                  </a:lnTo>
                  <a:lnTo>
                    <a:pt x="1946" y="4774"/>
                  </a:lnTo>
                  <a:lnTo>
                    <a:pt x="1726" y="4413"/>
                  </a:lnTo>
                  <a:lnTo>
                    <a:pt x="1545" y="4032"/>
                  </a:lnTo>
                  <a:lnTo>
                    <a:pt x="1385" y="3650"/>
                  </a:lnTo>
                  <a:lnTo>
                    <a:pt x="1264" y="3249"/>
                  </a:lnTo>
                  <a:lnTo>
                    <a:pt x="1164" y="2828"/>
                  </a:lnTo>
                  <a:lnTo>
                    <a:pt x="1104" y="2427"/>
                  </a:lnTo>
                  <a:lnTo>
                    <a:pt x="1084" y="2006"/>
                  </a:lnTo>
                  <a:lnTo>
                    <a:pt x="1084" y="1585"/>
                  </a:lnTo>
                  <a:lnTo>
                    <a:pt x="1124" y="1184"/>
                  </a:lnTo>
                  <a:lnTo>
                    <a:pt x="1204" y="783"/>
                  </a:lnTo>
                  <a:lnTo>
                    <a:pt x="1325" y="382"/>
                  </a:lnTo>
                  <a:lnTo>
                    <a:pt x="1465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6" name="Google Shape;6716;p31"/>
            <p:cNvSpPr/>
            <p:nvPr/>
          </p:nvSpPr>
          <p:spPr>
            <a:xfrm>
              <a:off x="10776350" y="2802063"/>
              <a:ext cx="247200" cy="215100"/>
            </a:xfrm>
            <a:custGeom>
              <a:avLst/>
              <a:gdLst/>
              <a:ahLst/>
              <a:cxnLst/>
              <a:rect l="l" t="t" r="r" b="b"/>
              <a:pathLst>
                <a:path w="9888" h="8604" fill="none" extrusionOk="0">
                  <a:moveTo>
                    <a:pt x="1465" y="1"/>
                  </a:moveTo>
                  <a:lnTo>
                    <a:pt x="1465" y="1"/>
                  </a:lnTo>
                  <a:lnTo>
                    <a:pt x="1144" y="382"/>
                  </a:lnTo>
                  <a:lnTo>
                    <a:pt x="863" y="783"/>
                  </a:lnTo>
                  <a:lnTo>
                    <a:pt x="603" y="1224"/>
                  </a:lnTo>
                  <a:lnTo>
                    <a:pt x="402" y="1665"/>
                  </a:lnTo>
                  <a:lnTo>
                    <a:pt x="242" y="2146"/>
                  </a:lnTo>
                  <a:lnTo>
                    <a:pt x="161" y="2387"/>
                  </a:lnTo>
                  <a:lnTo>
                    <a:pt x="101" y="2628"/>
                  </a:lnTo>
                  <a:lnTo>
                    <a:pt x="61" y="2888"/>
                  </a:lnTo>
                  <a:lnTo>
                    <a:pt x="41" y="3149"/>
                  </a:lnTo>
                  <a:lnTo>
                    <a:pt x="21" y="3410"/>
                  </a:lnTo>
                  <a:lnTo>
                    <a:pt x="1" y="3671"/>
                  </a:lnTo>
                  <a:lnTo>
                    <a:pt x="1" y="3671"/>
                  </a:lnTo>
                  <a:lnTo>
                    <a:pt x="21" y="3951"/>
                  </a:lnTo>
                  <a:lnTo>
                    <a:pt x="41" y="4232"/>
                  </a:lnTo>
                  <a:lnTo>
                    <a:pt x="41" y="4232"/>
                  </a:lnTo>
                  <a:lnTo>
                    <a:pt x="101" y="4633"/>
                  </a:lnTo>
                  <a:lnTo>
                    <a:pt x="202" y="5034"/>
                  </a:lnTo>
                  <a:lnTo>
                    <a:pt x="362" y="5435"/>
                  </a:lnTo>
                  <a:lnTo>
                    <a:pt x="542" y="5816"/>
                  </a:lnTo>
                  <a:lnTo>
                    <a:pt x="763" y="6197"/>
                  </a:lnTo>
                  <a:lnTo>
                    <a:pt x="1004" y="6558"/>
                  </a:lnTo>
                  <a:lnTo>
                    <a:pt x="1284" y="6919"/>
                  </a:lnTo>
                  <a:lnTo>
                    <a:pt x="1605" y="7240"/>
                  </a:lnTo>
                  <a:lnTo>
                    <a:pt x="1966" y="7521"/>
                  </a:lnTo>
                  <a:lnTo>
                    <a:pt x="2347" y="7802"/>
                  </a:lnTo>
                  <a:lnTo>
                    <a:pt x="2748" y="8022"/>
                  </a:lnTo>
                  <a:lnTo>
                    <a:pt x="3190" y="8223"/>
                  </a:lnTo>
                  <a:lnTo>
                    <a:pt x="3651" y="8383"/>
                  </a:lnTo>
                  <a:lnTo>
                    <a:pt x="3892" y="8464"/>
                  </a:lnTo>
                  <a:lnTo>
                    <a:pt x="4132" y="8504"/>
                  </a:lnTo>
                  <a:lnTo>
                    <a:pt x="4393" y="8564"/>
                  </a:lnTo>
                  <a:lnTo>
                    <a:pt x="4654" y="8584"/>
                  </a:lnTo>
                  <a:lnTo>
                    <a:pt x="4914" y="8604"/>
                  </a:lnTo>
                  <a:lnTo>
                    <a:pt x="5175" y="8604"/>
                  </a:lnTo>
                  <a:lnTo>
                    <a:pt x="5175" y="8604"/>
                  </a:lnTo>
                  <a:lnTo>
                    <a:pt x="5456" y="8604"/>
                  </a:lnTo>
                  <a:lnTo>
                    <a:pt x="5737" y="8584"/>
                  </a:lnTo>
                  <a:lnTo>
                    <a:pt x="5737" y="8584"/>
                  </a:lnTo>
                  <a:lnTo>
                    <a:pt x="6098" y="8544"/>
                  </a:lnTo>
                  <a:lnTo>
                    <a:pt x="6438" y="8464"/>
                  </a:lnTo>
                  <a:lnTo>
                    <a:pt x="6779" y="8363"/>
                  </a:lnTo>
                  <a:lnTo>
                    <a:pt x="7100" y="8243"/>
                  </a:lnTo>
                  <a:lnTo>
                    <a:pt x="7401" y="8103"/>
                  </a:lnTo>
                  <a:lnTo>
                    <a:pt x="7702" y="7922"/>
                  </a:lnTo>
                  <a:lnTo>
                    <a:pt x="8003" y="7742"/>
                  </a:lnTo>
                  <a:lnTo>
                    <a:pt x="8263" y="7521"/>
                  </a:lnTo>
                  <a:lnTo>
                    <a:pt x="8524" y="7280"/>
                  </a:lnTo>
                  <a:lnTo>
                    <a:pt x="8765" y="7040"/>
                  </a:lnTo>
                  <a:lnTo>
                    <a:pt x="8985" y="6779"/>
                  </a:lnTo>
                  <a:lnTo>
                    <a:pt x="9206" y="6498"/>
                  </a:lnTo>
                  <a:lnTo>
                    <a:pt x="9386" y="6197"/>
                  </a:lnTo>
                  <a:lnTo>
                    <a:pt x="9547" y="5897"/>
                  </a:lnTo>
                  <a:lnTo>
                    <a:pt x="9707" y="5576"/>
                  </a:lnTo>
                  <a:lnTo>
                    <a:pt x="9828" y="5235"/>
                  </a:lnTo>
                  <a:lnTo>
                    <a:pt x="9828" y="5235"/>
                  </a:lnTo>
                  <a:lnTo>
                    <a:pt x="9888" y="5054"/>
                  </a:lnTo>
                  <a:lnTo>
                    <a:pt x="9888" y="5054"/>
                  </a:lnTo>
                  <a:lnTo>
                    <a:pt x="9687" y="5335"/>
                  </a:lnTo>
                  <a:lnTo>
                    <a:pt x="9467" y="5596"/>
                  </a:lnTo>
                  <a:lnTo>
                    <a:pt x="9226" y="5836"/>
                  </a:lnTo>
                  <a:lnTo>
                    <a:pt x="8965" y="6077"/>
                  </a:lnTo>
                  <a:lnTo>
                    <a:pt x="8705" y="6278"/>
                  </a:lnTo>
                  <a:lnTo>
                    <a:pt x="8404" y="6478"/>
                  </a:lnTo>
                  <a:lnTo>
                    <a:pt x="8103" y="6659"/>
                  </a:lnTo>
                  <a:lnTo>
                    <a:pt x="7782" y="6799"/>
                  </a:lnTo>
                  <a:lnTo>
                    <a:pt x="7782" y="6799"/>
                  </a:lnTo>
                  <a:lnTo>
                    <a:pt x="7401" y="6939"/>
                  </a:lnTo>
                  <a:lnTo>
                    <a:pt x="7000" y="7040"/>
                  </a:lnTo>
                  <a:lnTo>
                    <a:pt x="6619" y="7100"/>
                  </a:lnTo>
                  <a:lnTo>
                    <a:pt x="6218" y="7120"/>
                  </a:lnTo>
                  <a:lnTo>
                    <a:pt x="6218" y="7120"/>
                  </a:lnTo>
                  <a:lnTo>
                    <a:pt x="5797" y="7100"/>
                  </a:lnTo>
                  <a:lnTo>
                    <a:pt x="5376" y="7040"/>
                  </a:lnTo>
                  <a:lnTo>
                    <a:pt x="4974" y="6939"/>
                  </a:lnTo>
                  <a:lnTo>
                    <a:pt x="4573" y="6819"/>
                  </a:lnTo>
                  <a:lnTo>
                    <a:pt x="4192" y="6659"/>
                  </a:lnTo>
                  <a:lnTo>
                    <a:pt x="3811" y="6478"/>
                  </a:lnTo>
                  <a:lnTo>
                    <a:pt x="3450" y="6258"/>
                  </a:lnTo>
                  <a:lnTo>
                    <a:pt x="3109" y="6017"/>
                  </a:lnTo>
                  <a:lnTo>
                    <a:pt x="3109" y="6017"/>
                  </a:lnTo>
                  <a:lnTo>
                    <a:pt x="2768" y="5756"/>
                  </a:lnTo>
                  <a:lnTo>
                    <a:pt x="2468" y="5455"/>
                  </a:lnTo>
                  <a:lnTo>
                    <a:pt x="2187" y="5114"/>
                  </a:lnTo>
                  <a:lnTo>
                    <a:pt x="1946" y="4774"/>
                  </a:lnTo>
                  <a:lnTo>
                    <a:pt x="1726" y="4413"/>
                  </a:lnTo>
                  <a:lnTo>
                    <a:pt x="1545" y="4032"/>
                  </a:lnTo>
                  <a:lnTo>
                    <a:pt x="1385" y="3650"/>
                  </a:lnTo>
                  <a:lnTo>
                    <a:pt x="1264" y="3249"/>
                  </a:lnTo>
                  <a:lnTo>
                    <a:pt x="1164" y="2828"/>
                  </a:lnTo>
                  <a:lnTo>
                    <a:pt x="1104" y="2427"/>
                  </a:lnTo>
                  <a:lnTo>
                    <a:pt x="1084" y="2006"/>
                  </a:lnTo>
                  <a:lnTo>
                    <a:pt x="1084" y="1585"/>
                  </a:lnTo>
                  <a:lnTo>
                    <a:pt x="1124" y="1184"/>
                  </a:lnTo>
                  <a:lnTo>
                    <a:pt x="1204" y="783"/>
                  </a:lnTo>
                  <a:lnTo>
                    <a:pt x="1325" y="382"/>
                  </a:lnTo>
                  <a:lnTo>
                    <a:pt x="1465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7" name="Google Shape;6717;p31"/>
            <p:cNvSpPr/>
            <p:nvPr/>
          </p:nvSpPr>
          <p:spPr>
            <a:xfrm>
              <a:off x="10567800" y="2947463"/>
              <a:ext cx="147425" cy="55675"/>
            </a:xfrm>
            <a:custGeom>
              <a:avLst/>
              <a:gdLst/>
              <a:ahLst/>
              <a:cxnLst/>
              <a:rect l="l" t="t" r="r" b="b"/>
              <a:pathLst>
                <a:path w="5897" h="2227" extrusionOk="0">
                  <a:moveTo>
                    <a:pt x="1123" y="0"/>
                  </a:moveTo>
                  <a:lnTo>
                    <a:pt x="903" y="20"/>
                  </a:lnTo>
                  <a:lnTo>
                    <a:pt x="682" y="81"/>
                  </a:lnTo>
                  <a:lnTo>
                    <a:pt x="502" y="181"/>
                  </a:lnTo>
                  <a:lnTo>
                    <a:pt x="321" y="321"/>
                  </a:lnTo>
                  <a:lnTo>
                    <a:pt x="201" y="482"/>
                  </a:lnTo>
                  <a:lnTo>
                    <a:pt x="101" y="682"/>
                  </a:lnTo>
                  <a:lnTo>
                    <a:pt x="20" y="883"/>
                  </a:lnTo>
                  <a:lnTo>
                    <a:pt x="0" y="1103"/>
                  </a:lnTo>
                  <a:lnTo>
                    <a:pt x="20" y="1324"/>
                  </a:lnTo>
                  <a:lnTo>
                    <a:pt x="101" y="1545"/>
                  </a:lnTo>
                  <a:lnTo>
                    <a:pt x="201" y="1725"/>
                  </a:lnTo>
                  <a:lnTo>
                    <a:pt x="321" y="1886"/>
                  </a:lnTo>
                  <a:lnTo>
                    <a:pt x="502" y="2026"/>
                  </a:lnTo>
                  <a:lnTo>
                    <a:pt x="682" y="2126"/>
                  </a:lnTo>
                  <a:lnTo>
                    <a:pt x="903" y="2206"/>
                  </a:lnTo>
                  <a:lnTo>
                    <a:pt x="1123" y="2226"/>
                  </a:lnTo>
                  <a:lnTo>
                    <a:pt x="4793" y="2226"/>
                  </a:lnTo>
                  <a:lnTo>
                    <a:pt x="5014" y="2206"/>
                  </a:lnTo>
                  <a:lnTo>
                    <a:pt x="5214" y="2126"/>
                  </a:lnTo>
                  <a:lnTo>
                    <a:pt x="5415" y="2026"/>
                  </a:lnTo>
                  <a:lnTo>
                    <a:pt x="5575" y="1886"/>
                  </a:lnTo>
                  <a:lnTo>
                    <a:pt x="5716" y="1725"/>
                  </a:lnTo>
                  <a:lnTo>
                    <a:pt x="5816" y="1545"/>
                  </a:lnTo>
                  <a:lnTo>
                    <a:pt x="5876" y="1324"/>
                  </a:lnTo>
                  <a:lnTo>
                    <a:pt x="5896" y="1103"/>
                  </a:lnTo>
                  <a:lnTo>
                    <a:pt x="5876" y="883"/>
                  </a:lnTo>
                  <a:lnTo>
                    <a:pt x="5816" y="682"/>
                  </a:lnTo>
                  <a:lnTo>
                    <a:pt x="5716" y="482"/>
                  </a:lnTo>
                  <a:lnTo>
                    <a:pt x="5575" y="321"/>
                  </a:lnTo>
                  <a:lnTo>
                    <a:pt x="5415" y="181"/>
                  </a:lnTo>
                  <a:lnTo>
                    <a:pt x="5214" y="81"/>
                  </a:lnTo>
                  <a:lnTo>
                    <a:pt x="5014" y="20"/>
                  </a:lnTo>
                  <a:lnTo>
                    <a:pt x="479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8" name="Google Shape;6718;p31"/>
            <p:cNvSpPr/>
            <p:nvPr/>
          </p:nvSpPr>
          <p:spPr>
            <a:xfrm>
              <a:off x="10137625" y="3129963"/>
              <a:ext cx="1007775" cy="700425"/>
            </a:xfrm>
            <a:custGeom>
              <a:avLst/>
              <a:gdLst/>
              <a:ahLst/>
              <a:cxnLst/>
              <a:rect l="l" t="t" r="r" b="b"/>
              <a:pathLst>
                <a:path w="40311" h="28017" extrusionOk="0">
                  <a:moveTo>
                    <a:pt x="8263" y="0"/>
                  </a:moveTo>
                  <a:lnTo>
                    <a:pt x="7681" y="20"/>
                  </a:lnTo>
                  <a:lnTo>
                    <a:pt x="7280" y="60"/>
                  </a:lnTo>
                  <a:lnTo>
                    <a:pt x="6879" y="101"/>
                  </a:lnTo>
                  <a:lnTo>
                    <a:pt x="6498" y="181"/>
                  </a:lnTo>
                  <a:lnTo>
                    <a:pt x="6117" y="281"/>
                  </a:lnTo>
                  <a:lnTo>
                    <a:pt x="5736" y="381"/>
                  </a:lnTo>
                  <a:lnTo>
                    <a:pt x="5375" y="502"/>
                  </a:lnTo>
                  <a:lnTo>
                    <a:pt x="5014" y="662"/>
                  </a:lnTo>
                  <a:lnTo>
                    <a:pt x="4673" y="822"/>
                  </a:lnTo>
                  <a:lnTo>
                    <a:pt x="4332" y="983"/>
                  </a:lnTo>
                  <a:lnTo>
                    <a:pt x="3991" y="1183"/>
                  </a:lnTo>
                  <a:lnTo>
                    <a:pt x="3671" y="1384"/>
                  </a:lnTo>
                  <a:lnTo>
                    <a:pt x="3370" y="1605"/>
                  </a:lnTo>
                  <a:lnTo>
                    <a:pt x="3069" y="1825"/>
                  </a:lnTo>
                  <a:lnTo>
                    <a:pt x="2768" y="2066"/>
                  </a:lnTo>
                  <a:lnTo>
                    <a:pt x="2507" y="2327"/>
                  </a:lnTo>
                  <a:lnTo>
                    <a:pt x="2227" y="2607"/>
                  </a:lnTo>
                  <a:lnTo>
                    <a:pt x="1986" y="2888"/>
                  </a:lnTo>
                  <a:lnTo>
                    <a:pt x="1745" y="3189"/>
                  </a:lnTo>
                  <a:lnTo>
                    <a:pt x="1525" y="3490"/>
                  </a:lnTo>
                  <a:lnTo>
                    <a:pt x="1304" y="3791"/>
                  </a:lnTo>
                  <a:lnTo>
                    <a:pt x="1104" y="4131"/>
                  </a:lnTo>
                  <a:lnTo>
                    <a:pt x="923" y="4452"/>
                  </a:lnTo>
                  <a:lnTo>
                    <a:pt x="763" y="4813"/>
                  </a:lnTo>
                  <a:lnTo>
                    <a:pt x="602" y="5154"/>
                  </a:lnTo>
                  <a:lnTo>
                    <a:pt x="462" y="5515"/>
                  </a:lnTo>
                  <a:lnTo>
                    <a:pt x="341" y="5896"/>
                  </a:lnTo>
                  <a:lnTo>
                    <a:pt x="241" y="6257"/>
                  </a:lnTo>
                  <a:lnTo>
                    <a:pt x="161" y="6638"/>
                  </a:lnTo>
                  <a:lnTo>
                    <a:pt x="101" y="7039"/>
                  </a:lnTo>
                  <a:lnTo>
                    <a:pt x="41" y="7440"/>
                  </a:lnTo>
                  <a:lnTo>
                    <a:pt x="21" y="7842"/>
                  </a:lnTo>
                  <a:lnTo>
                    <a:pt x="1" y="8243"/>
                  </a:lnTo>
                  <a:lnTo>
                    <a:pt x="1" y="19774"/>
                  </a:lnTo>
                  <a:lnTo>
                    <a:pt x="21" y="20195"/>
                  </a:lnTo>
                  <a:lnTo>
                    <a:pt x="41" y="20616"/>
                  </a:lnTo>
                  <a:lnTo>
                    <a:pt x="101" y="21037"/>
                  </a:lnTo>
                  <a:lnTo>
                    <a:pt x="181" y="21439"/>
                  </a:lnTo>
                  <a:lnTo>
                    <a:pt x="261" y="21840"/>
                  </a:lnTo>
                  <a:lnTo>
                    <a:pt x="382" y="22241"/>
                  </a:lnTo>
                  <a:lnTo>
                    <a:pt x="502" y="22622"/>
                  </a:lnTo>
                  <a:lnTo>
                    <a:pt x="662" y="22983"/>
                  </a:lnTo>
                  <a:lnTo>
                    <a:pt x="823" y="23364"/>
                  </a:lnTo>
                  <a:lnTo>
                    <a:pt x="1003" y="23705"/>
                  </a:lnTo>
                  <a:lnTo>
                    <a:pt x="1204" y="24046"/>
                  </a:lnTo>
                  <a:lnTo>
                    <a:pt x="1424" y="24387"/>
                  </a:lnTo>
                  <a:lnTo>
                    <a:pt x="1645" y="24707"/>
                  </a:lnTo>
                  <a:lnTo>
                    <a:pt x="1886" y="25028"/>
                  </a:lnTo>
                  <a:lnTo>
                    <a:pt x="2146" y="25329"/>
                  </a:lnTo>
                  <a:lnTo>
                    <a:pt x="2427" y="25610"/>
                  </a:lnTo>
                  <a:lnTo>
                    <a:pt x="2708" y="25891"/>
                  </a:lnTo>
                  <a:lnTo>
                    <a:pt x="3009" y="26151"/>
                  </a:lnTo>
                  <a:lnTo>
                    <a:pt x="3330" y="26392"/>
                  </a:lnTo>
                  <a:lnTo>
                    <a:pt x="3650" y="26613"/>
                  </a:lnTo>
                  <a:lnTo>
                    <a:pt x="3971" y="26833"/>
                  </a:lnTo>
                  <a:lnTo>
                    <a:pt x="4332" y="27034"/>
                  </a:lnTo>
                  <a:lnTo>
                    <a:pt x="4673" y="27214"/>
                  </a:lnTo>
                  <a:lnTo>
                    <a:pt x="5034" y="27375"/>
                  </a:lnTo>
                  <a:lnTo>
                    <a:pt x="5415" y="27535"/>
                  </a:lnTo>
                  <a:lnTo>
                    <a:pt x="5796" y="27655"/>
                  </a:lnTo>
                  <a:lnTo>
                    <a:pt x="6197" y="27776"/>
                  </a:lnTo>
                  <a:lnTo>
                    <a:pt x="6598" y="27856"/>
                  </a:lnTo>
                  <a:lnTo>
                    <a:pt x="7000" y="27936"/>
                  </a:lnTo>
                  <a:lnTo>
                    <a:pt x="7401" y="27976"/>
                  </a:lnTo>
                  <a:lnTo>
                    <a:pt x="7822" y="28016"/>
                  </a:lnTo>
                  <a:lnTo>
                    <a:pt x="32068" y="28016"/>
                  </a:lnTo>
                  <a:lnTo>
                    <a:pt x="32649" y="27996"/>
                  </a:lnTo>
                  <a:lnTo>
                    <a:pt x="33251" y="27936"/>
                  </a:lnTo>
                  <a:lnTo>
                    <a:pt x="33812" y="27836"/>
                  </a:lnTo>
                  <a:lnTo>
                    <a:pt x="34374" y="27696"/>
                  </a:lnTo>
                  <a:lnTo>
                    <a:pt x="34915" y="27515"/>
                  </a:lnTo>
                  <a:lnTo>
                    <a:pt x="35437" y="27315"/>
                  </a:lnTo>
                  <a:lnTo>
                    <a:pt x="35938" y="27054"/>
                  </a:lnTo>
                  <a:lnTo>
                    <a:pt x="36420" y="26773"/>
                  </a:lnTo>
                  <a:lnTo>
                    <a:pt x="36901" y="26472"/>
                  </a:lnTo>
                  <a:lnTo>
                    <a:pt x="37322" y="26131"/>
                  </a:lnTo>
                  <a:lnTo>
                    <a:pt x="37743" y="25750"/>
                  </a:lnTo>
                  <a:lnTo>
                    <a:pt x="38144" y="25349"/>
                  </a:lnTo>
                  <a:lnTo>
                    <a:pt x="38505" y="24928"/>
                  </a:lnTo>
                  <a:lnTo>
                    <a:pt x="38826" y="24487"/>
                  </a:lnTo>
                  <a:lnTo>
                    <a:pt x="39147" y="24006"/>
                  </a:lnTo>
                  <a:lnTo>
                    <a:pt x="39408" y="23524"/>
                  </a:lnTo>
                  <a:lnTo>
                    <a:pt x="39608" y="23103"/>
                  </a:lnTo>
                  <a:lnTo>
                    <a:pt x="39789" y="22662"/>
                  </a:lnTo>
                  <a:lnTo>
                    <a:pt x="39949" y="22201"/>
                  </a:lnTo>
                  <a:lnTo>
                    <a:pt x="40069" y="21739"/>
                  </a:lnTo>
                  <a:lnTo>
                    <a:pt x="40170" y="21258"/>
                  </a:lnTo>
                  <a:lnTo>
                    <a:pt x="40250" y="20777"/>
                  </a:lnTo>
                  <a:lnTo>
                    <a:pt x="40290" y="20275"/>
                  </a:lnTo>
                  <a:lnTo>
                    <a:pt x="40310" y="19774"/>
                  </a:lnTo>
                  <a:lnTo>
                    <a:pt x="40310" y="8243"/>
                  </a:lnTo>
                  <a:lnTo>
                    <a:pt x="40290" y="7822"/>
                  </a:lnTo>
                  <a:lnTo>
                    <a:pt x="40270" y="7400"/>
                  </a:lnTo>
                  <a:lnTo>
                    <a:pt x="40210" y="6979"/>
                  </a:lnTo>
                  <a:lnTo>
                    <a:pt x="40150" y="6578"/>
                  </a:lnTo>
                  <a:lnTo>
                    <a:pt x="40049" y="6177"/>
                  </a:lnTo>
                  <a:lnTo>
                    <a:pt x="39929" y="5796"/>
                  </a:lnTo>
                  <a:lnTo>
                    <a:pt x="39809" y="5395"/>
                  </a:lnTo>
                  <a:lnTo>
                    <a:pt x="39668" y="5034"/>
                  </a:lnTo>
                  <a:lnTo>
                    <a:pt x="39488" y="4673"/>
                  </a:lnTo>
                  <a:lnTo>
                    <a:pt x="39307" y="4312"/>
                  </a:lnTo>
                  <a:lnTo>
                    <a:pt x="39107" y="3971"/>
                  </a:lnTo>
                  <a:lnTo>
                    <a:pt x="38906" y="3630"/>
                  </a:lnTo>
                  <a:lnTo>
                    <a:pt x="38666" y="3309"/>
                  </a:lnTo>
                  <a:lnTo>
                    <a:pt x="38425" y="2988"/>
                  </a:lnTo>
                  <a:lnTo>
                    <a:pt x="38164" y="2688"/>
                  </a:lnTo>
                  <a:lnTo>
                    <a:pt x="37904" y="2407"/>
                  </a:lnTo>
                  <a:lnTo>
                    <a:pt x="37603" y="2126"/>
                  </a:lnTo>
                  <a:lnTo>
                    <a:pt x="37302" y="1885"/>
                  </a:lnTo>
                  <a:lnTo>
                    <a:pt x="37001" y="1625"/>
                  </a:lnTo>
                  <a:lnTo>
                    <a:pt x="36680" y="1404"/>
                  </a:lnTo>
                  <a:lnTo>
                    <a:pt x="36339" y="1183"/>
                  </a:lnTo>
                  <a:lnTo>
                    <a:pt x="35998" y="983"/>
                  </a:lnTo>
                  <a:lnTo>
                    <a:pt x="35637" y="802"/>
                  </a:lnTo>
                  <a:lnTo>
                    <a:pt x="35276" y="642"/>
                  </a:lnTo>
                  <a:lnTo>
                    <a:pt x="34895" y="502"/>
                  </a:lnTo>
                  <a:lnTo>
                    <a:pt x="34514" y="361"/>
                  </a:lnTo>
                  <a:lnTo>
                    <a:pt x="34133" y="261"/>
                  </a:lnTo>
                  <a:lnTo>
                    <a:pt x="33732" y="161"/>
                  </a:lnTo>
                  <a:lnTo>
                    <a:pt x="33311" y="80"/>
                  </a:lnTo>
                  <a:lnTo>
                    <a:pt x="32910" y="40"/>
                  </a:lnTo>
                  <a:lnTo>
                    <a:pt x="3248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9" name="Google Shape;6719;p31"/>
            <p:cNvSpPr/>
            <p:nvPr/>
          </p:nvSpPr>
          <p:spPr>
            <a:xfrm>
              <a:off x="10137625" y="3129963"/>
              <a:ext cx="1007775" cy="700425"/>
            </a:xfrm>
            <a:custGeom>
              <a:avLst/>
              <a:gdLst/>
              <a:ahLst/>
              <a:cxnLst/>
              <a:rect l="l" t="t" r="r" b="b"/>
              <a:pathLst>
                <a:path w="40311" h="28017" fill="none" extrusionOk="0">
                  <a:moveTo>
                    <a:pt x="40310" y="8243"/>
                  </a:moveTo>
                  <a:lnTo>
                    <a:pt x="40310" y="19774"/>
                  </a:lnTo>
                  <a:lnTo>
                    <a:pt x="40310" y="19774"/>
                  </a:lnTo>
                  <a:lnTo>
                    <a:pt x="40290" y="20275"/>
                  </a:lnTo>
                  <a:lnTo>
                    <a:pt x="40250" y="20777"/>
                  </a:lnTo>
                  <a:lnTo>
                    <a:pt x="40170" y="21258"/>
                  </a:lnTo>
                  <a:lnTo>
                    <a:pt x="40069" y="21739"/>
                  </a:lnTo>
                  <a:lnTo>
                    <a:pt x="39949" y="22201"/>
                  </a:lnTo>
                  <a:lnTo>
                    <a:pt x="39789" y="22662"/>
                  </a:lnTo>
                  <a:lnTo>
                    <a:pt x="39608" y="23103"/>
                  </a:lnTo>
                  <a:lnTo>
                    <a:pt x="39408" y="23524"/>
                  </a:lnTo>
                  <a:lnTo>
                    <a:pt x="39408" y="23524"/>
                  </a:lnTo>
                  <a:lnTo>
                    <a:pt x="39147" y="24006"/>
                  </a:lnTo>
                  <a:lnTo>
                    <a:pt x="38826" y="24487"/>
                  </a:lnTo>
                  <a:lnTo>
                    <a:pt x="38505" y="24928"/>
                  </a:lnTo>
                  <a:lnTo>
                    <a:pt x="38144" y="25349"/>
                  </a:lnTo>
                  <a:lnTo>
                    <a:pt x="37743" y="25750"/>
                  </a:lnTo>
                  <a:lnTo>
                    <a:pt x="37322" y="26131"/>
                  </a:lnTo>
                  <a:lnTo>
                    <a:pt x="36901" y="26472"/>
                  </a:lnTo>
                  <a:lnTo>
                    <a:pt x="36420" y="26773"/>
                  </a:lnTo>
                  <a:lnTo>
                    <a:pt x="35938" y="27054"/>
                  </a:lnTo>
                  <a:lnTo>
                    <a:pt x="35437" y="27315"/>
                  </a:lnTo>
                  <a:lnTo>
                    <a:pt x="34915" y="27515"/>
                  </a:lnTo>
                  <a:lnTo>
                    <a:pt x="34374" y="27696"/>
                  </a:lnTo>
                  <a:lnTo>
                    <a:pt x="33812" y="27836"/>
                  </a:lnTo>
                  <a:lnTo>
                    <a:pt x="33251" y="27936"/>
                  </a:lnTo>
                  <a:lnTo>
                    <a:pt x="32649" y="27996"/>
                  </a:lnTo>
                  <a:lnTo>
                    <a:pt x="32068" y="28016"/>
                  </a:lnTo>
                  <a:lnTo>
                    <a:pt x="8263" y="28016"/>
                  </a:lnTo>
                  <a:lnTo>
                    <a:pt x="8263" y="28016"/>
                  </a:lnTo>
                  <a:lnTo>
                    <a:pt x="7822" y="28016"/>
                  </a:lnTo>
                  <a:lnTo>
                    <a:pt x="7401" y="27976"/>
                  </a:lnTo>
                  <a:lnTo>
                    <a:pt x="7000" y="27936"/>
                  </a:lnTo>
                  <a:lnTo>
                    <a:pt x="6598" y="27856"/>
                  </a:lnTo>
                  <a:lnTo>
                    <a:pt x="6197" y="27776"/>
                  </a:lnTo>
                  <a:lnTo>
                    <a:pt x="5796" y="27655"/>
                  </a:lnTo>
                  <a:lnTo>
                    <a:pt x="5415" y="27535"/>
                  </a:lnTo>
                  <a:lnTo>
                    <a:pt x="5034" y="27375"/>
                  </a:lnTo>
                  <a:lnTo>
                    <a:pt x="4673" y="27214"/>
                  </a:lnTo>
                  <a:lnTo>
                    <a:pt x="4332" y="27034"/>
                  </a:lnTo>
                  <a:lnTo>
                    <a:pt x="3971" y="26833"/>
                  </a:lnTo>
                  <a:lnTo>
                    <a:pt x="3650" y="26613"/>
                  </a:lnTo>
                  <a:lnTo>
                    <a:pt x="3330" y="26392"/>
                  </a:lnTo>
                  <a:lnTo>
                    <a:pt x="3009" y="26151"/>
                  </a:lnTo>
                  <a:lnTo>
                    <a:pt x="2708" y="25891"/>
                  </a:lnTo>
                  <a:lnTo>
                    <a:pt x="2427" y="25610"/>
                  </a:lnTo>
                  <a:lnTo>
                    <a:pt x="2146" y="25329"/>
                  </a:lnTo>
                  <a:lnTo>
                    <a:pt x="1886" y="25028"/>
                  </a:lnTo>
                  <a:lnTo>
                    <a:pt x="1645" y="24707"/>
                  </a:lnTo>
                  <a:lnTo>
                    <a:pt x="1424" y="24387"/>
                  </a:lnTo>
                  <a:lnTo>
                    <a:pt x="1204" y="24046"/>
                  </a:lnTo>
                  <a:lnTo>
                    <a:pt x="1003" y="23705"/>
                  </a:lnTo>
                  <a:lnTo>
                    <a:pt x="823" y="23364"/>
                  </a:lnTo>
                  <a:lnTo>
                    <a:pt x="662" y="22983"/>
                  </a:lnTo>
                  <a:lnTo>
                    <a:pt x="502" y="22622"/>
                  </a:lnTo>
                  <a:lnTo>
                    <a:pt x="382" y="22241"/>
                  </a:lnTo>
                  <a:lnTo>
                    <a:pt x="261" y="21840"/>
                  </a:lnTo>
                  <a:lnTo>
                    <a:pt x="181" y="21439"/>
                  </a:lnTo>
                  <a:lnTo>
                    <a:pt x="101" y="21037"/>
                  </a:lnTo>
                  <a:lnTo>
                    <a:pt x="41" y="20616"/>
                  </a:lnTo>
                  <a:lnTo>
                    <a:pt x="21" y="20195"/>
                  </a:lnTo>
                  <a:lnTo>
                    <a:pt x="1" y="19774"/>
                  </a:lnTo>
                  <a:lnTo>
                    <a:pt x="1" y="8243"/>
                  </a:lnTo>
                  <a:lnTo>
                    <a:pt x="1" y="8243"/>
                  </a:lnTo>
                  <a:lnTo>
                    <a:pt x="21" y="7842"/>
                  </a:lnTo>
                  <a:lnTo>
                    <a:pt x="41" y="7440"/>
                  </a:lnTo>
                  <a:lnTo>
                    <a:pt x="101" y="7039"/>
                  </a:lnTo>
                  <a:lnTo>
                    <a:pt x="161" y="6638"/>
                  </a:lnTo>
                  <a:lnTo>
                    <a:pt x="241" y="6257"/>
                  </a:lnTo>
                  <a:lnTo>
                    <a:pt x="341" y="5896"/>
                  </a:lnTo>
                  <a:lnTo>
                    <a:pt x="462" y="5515"/>
                  </a:lnTo>
                  <a:lnTo>
                    <a:pt x="602" y="5154"/>
                  </a:lnTo>
                  <a:lnTo>
                    <a:pt x="763" y="4813"/>
                  </a:lnTo>
                  <a:lnTo>
                    <a:pt x="923" y="4452"/>
                  </a:lnTo>
                  <a:lnTo>
                    <a:pt x="1104" y="4131"/>
                  </a:lnTo>
                  <a:lnTo>
                    <a:pt x="1304" y="3791"/>
                  </a:lnTo>
                  <a:lnTo>
                    <a:pt x="1525" y="3490"/>
                  </a:lnTo>
                  <a:lnTo>
                    <a:pt x="1745" y="3189"/>
                  </a:lnTo>
                  <a:lnTo>
                    <a:pt x="1986" y="2888"/>
                  </a:lnTo>
                  <a:lnTo>
                    <a:pt x="2227" y="2607"/>
                  </a:lnTo>
                  <a:lnTo>
                    <a:pt x="2507" y="2327"/>
                  </a:lnTo>
                  <a:lnTo>
                    <a:pt x="2768" y="2066"/>
                  </a:lnTo>
                  <a:lnTo>
                    <a:pt x="3069" y="1825"/>
                  </a:lnTo>
                  <a:lnTo>
                    <a:pt x="3370" y="1605"/>
                  </a:lnTo>
                  <a:lnTo>
                    <a:pt x="3671" y="1384"/>
                  </a:lnTo>
                  <a:lnTo>
                    <a:pt x="3991" y="1183"/>
                  </a:lnTo>
                  <a:lnTo>
                    <a:pt x="4332" y="983"/>
                  </a:lnTo>
                  <a:lnTo>
                    <a:pt x="4673" y="822"/>
                  </a:lnTo>
                  <a:lnTo>
                    <a:pt x="5014" y="662"/>
                  </a:lnTo>
                  <a:lnTo>
                    <a:pt x="5375" y="502"/>
                  </a:lnTo>
                  <a:lnTo>
                    <a:pt x="5736" y="381"/>
                  </a:lnTo>
                  <a:lnTo>
                    <a:pt x="6117" y="281"/>
                  </a:lnTo>
                  <a:lnTo>
                    <a:pt x="6498" y="181"/>
                  </a:lnTo>
                  <a:lnTo>
                    <a:pt x="6879" y="101"/>
                  </a:lnTo>
                  <a:lnTo>
                    <a:pt x="7280" y="60"/>
                  </a:lnTo>
                  <a:lnTo>
                    <a:pt x="7681" y="20"/>
                  </a:lnTo>
                  <a:lnTo>
                    <a:pt x="7681" y="20"/>
                  </a:lnTo>
                  <a:lnTo>
                    <a:pt x="8263" y="0"/>
                  </a:lnTo>
                  <a:lnTo>
                    <a:pt x="32068" y="0"/>
                  </a:lnTo>
                  <a:lnTo>
                    <a:pt x="32068" y="0"/>
                  </a:lnTo>
                  <a:lnTo>
                    <a:pt x="32489" y="0"/>
                  </a:lnTo>
                  <a:lnTo>
                    <a:pt x="32910" y="40"/>
                  </a:lnTo>
                  <a:lnTo>
                    <a:pt x="33311" y="80"/>
                  </a:lnTo>
                  <a:lnTo>
                    <a:pt x="33732" y="161"/>
                  </a:lnTo>
                  <a:lnTo>
                    <a:pt x="34133" y="261"/>
                  </a:lnTo>
                  <a:lnTo>
                    <a:pt x="34514" y="361"/>
                  </a:lnTo>
                  <a:lnTo>
                    <a:pt x="34895" y="502"/>
                  </a:lnTo>
                  <a:lnTo>
                    <a:pt x="35276" y="642"/>
                  </a:lnTo>
                  <a:lnTo>
                    <a:pt x="35637" y="802"/>
                  </a:lnTo>
                  <a:lnTo>
                    <a:pt x="35998" y="983"/>
                  </a:lnTo>
                  <a:lnTo>
                    <a:pt x="36339" y="1183"/>
                  </a:lnTo>
                  <a:lnTo>
                    <a:pt x="36680" y="1404"/>
                  </a:lnTo>
                  <a:lnTo>
                    <a:pt x="37001" y="1625"/>
                  </a:lnTo>
                  <a:lnTo>
                    <a:pt x="37302" y="1885"/>
                  </a:lnTo>
                  <a:lnTo>
                    <a:pt x="37603" y="2126"/>
                  </a:lnTo>
                  <a:lnTo>
                    <a:pt x="37904" y="2407"/>
                  </a:lnTo>
                  <a:lnTo>
                    <a:pt x="38164" y="2688"/>
                  </a:lnTo>
                  <a:lnTo>
                    <a:pt x="38425" y="2988"/>
                  </a:lnTo>
                  <a:lnTo>
                    <a:pt x="38666" y="3309"/>
                  </a:lnTo>
                  <a:lnTo>
                    <a:pt x="38906" y="3630"/>
                  </a:lnTo>
                  <a:lnTo>
                    <a:pt x="39107" y="3971"/>
                  </a:lnTo>
                  <a:lnTo>
                    <a:pt x="39307" y="4312"/>
                  </a:lnTo>
                  <a:lnTo>
                    <a:pt x="39488" y="4673"/>
                  </a:lnTo>
                  <a:lnTo>
                    <a:pt x="39668" y="5034"/>
                  </a:lnTo>
                  <a:lnTo>
                    <a:pt x="39809" y="5395"/>
                  </a:lnTo>
                  <a:lnTo>
                    <a:pt x="39929" y="5796"/>
                  </a:lnTo>
                  <a:lnTo>
                    <a:pt x="40049" y="6177"/>
                  </a:lnTo>
                  <a:lnTo>
                    <a:pt x="40150" y="6578"/>
                  </a:lnTo>
                  <a:lnTo>
                    <a:pt x="40210" y="6979"/>
                  </a:lnTo>
                  <a:lnTo>
                    <a:pt x="40270" y="7400"/>
                  </a:lnTo>
                  <a:lnTo>
                    <a:pt x="40290" y="7822"/>
                  </a:lnTo>
                  <a:lnTo>
                    <a:pt x="40310" y="824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0" name="Google Shape;6720;p31"/>
            <p:cNvSpPr/>
            <p:nvPr/>
          </p:nvSpPr>
          <p:spPr>
            <a:xfrm>
              <a:off x="10355725" y="3550588"/>
              <a:ext cx="37625" cy="108325"/>
            </a:xfrm>
            <a:custGeom>
              <a:avLst/>
              <a:gdLst/>
              <a:ahLst/>
              <a:cxnLst/>
              <a:rect l="l" t="t" r="r" b="b"/>
              <a:pathLst>
                <a:path w="1505" h="4333" extrusionOk="0">
                  <a:moveTo>
                    <a:pt x="742" y="1"/>
                  </a:moveTo>
                  <a:lnTo>
                    <a:pt x="602" y="21"/>
                  </a:lnTo>
                  <a:lnTo>
                    <a:pt x="462" y="61"/>
                  </a:lnTo>
                  <a:lnTo>
                    <a:pt x="341" y="141"/>
                  </a:lnTo>
                  <a:lnTo>
                    <a:pt x="221" y="222"/>
                  </a:lnTo>
                  <a:lnTo>
                    <a:pt x="141" y="342"/>
                  </a:lnTo>
                  <a:lnTo>
                    <a:pt x="60" y="462"/>
                  </a:lnTo>
                  <a:lnTo>
                    <a:pt x="2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20" y="3731"/>
                  </a:lnTo>
                  <a:lnTo>
                    <a:pt x="60" y="3872"/>
                  </a:lnTo>
                  <a:lnTo>
                    <a:pt x="141" y="3992"/>
                  </a:lnTo>
                  <a:lnTo>
                    <a:pt x="221" y="4112"/>
                  </a:lnTo>
                  <a:lnTo>
                    <a:pt x="341" y="4192"/>
                  </a:lnTo>
                  <a:lnTo>
                    <a:pt x="462" y="4273"/>
                  </a:lnTo>
                  <a:lnTo>
                    <a:pt x="602" y="4313"/>
                  </a:lnTo>
                  <a:lnTo>
                    <a:pt x="742" y="4333"/>
                  </a:lnTo>
                  <a:lnTo>
                    <a:pt x="903" y="4313"/>
                  </a:lnTo>
                  <a:lnTo>
                    <a:pt x="1043" y="4273"/>
                  </a:lnTo>
                  <a:lnTo>
                    <a:pt x="1163" y="4192"/>
                  </a:lnTo>
                  <a:lnTo>
                    <a:pt x="1284" y="4112"/>
                  </a:lnTo>
                  <a:lnTo>
                    <a:pt x="1364" y="3992"/>
                  </a:lnTo>
                  <a:lnTo>
                    <a:pt x="1444" y="3872"/>
                  </a:lnTo>
                  <a:lnTo>
                    <a:pt x="1484" y="3731"/>
                  </a:lnTo>
                  <a:lnTo>
                    <a:pt x="1504" y="3591"/>
                  </a:lnTo>
                  <a:lnTo>
                    <a:pt x="1504" y="763"/>
                  </a:lnTo>
                  <a:lnTo>
                    <a:pt x="1484" y="603"/>
                  </a:lnTo>
                  <a:lnTo>
                    <a:pt x="1444" y="462"/>
                  </a:lnTo>
                  <a:lnTo>
                    <a:pt x="1364" y="342"/>
                  </a:lnTo>
                  <a:lnTo>
                    <a:pt x="1284" y="222"/>
                  </a:lnTo>
                  <a:lnTo>
                    <a:pt x="1163" y="141"/>
                  </a:lnTo>
                  <a:lnTo>
                    <a:pt x="1043" y="61"/>
                  </a:lnTo>
                  <a:lnTo>
                    <a:pt x="903" y="21"/>
                  </a:lnTo>
                  <a:lnTo>
                    <a:pt x="74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1" name="Google Shape;6721;p31"/>
            <p:cNvSpPr/>
            <p:nvPr/>
          </p:nvSpPr>
          <p:spPr>
            <a:xfrm>
              <a:off x="10355725" y="3550588"/>
              <a:ext cx="37625" cy="108325"/>
            </a:xfrm>
            <a:custGeom>
              <a:avLst/>
              <a:gdLst/>
              <a:ahLst/>
              <a:cxnLst/>
              <a:rect l="l" t="t" r="r" b="b"/>
              <a:pathLst>
                <a:path w="1505" h="4333" fill="none" extrusionOk="0">
                  <a:moveTo>
                    <a:pt x="742" y="1"/>
                  </a:moveTo>
                  <a:lnTo>
                    <a:pt x="742" y="1"/>
                  </a:lnTo>
                  <a:lnTo>
                    <a:pt x="602" y="21"/>
                  </a:lnTo>
                  <a:lnTo>
                    <a:pt x="462" y="61"/>
                  </a:lnTo>
                  <a:lnTo>
                    <a:pt x="341" y="141"/>
                  </a:lnTo>
                  <a:lnTo>
                    <a:pt x="221" y="222"/>
                  </a:lnTo>
                  <a:lnTo>
                    <a:pt x="141" y="342"/>
                  </a:lnTo>
                  <a:lnTo>
                    <a:pt x="60" y="462"/>
                  </a:lnTo>
                  <a:lnTo>
                    <a:pt x="2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0" y="3591"/>
                  </a:lnTo>
                  <a:lnTo>
                    <a:pt x="20" y="3731"/>
                  </a:lnTo>
                  <a:lnTo>
                    <a:pt x="60" y="3872"/>
                  </a:lnTo>
                  <a:lnTo>
                    <a:pt x="141" y="3992"/>
                  </a:lnTo>
                  <a:lnTo>
                    <a:pt x="221" y="4112"/>
                  </a:lnTo>
                  <a:lnTo>
                    <a:pt x="341" y="4192"/>
                  </a:lnTo>
                  <a:lnTo>
                    <a:pt x="462" y="4273"/>
                  </a:lnTo>
                  <a:lnTo>
                    <a:pt x="602" y="4313"/>
                  </a:lnTo>
                  <a:lnTo>
                    <a:pt x="742" y="4333"/>
                  </a:lnTo>
                  <a:lnTo>
                    <a:pt x="742" y="4333"/>
                  </a:lnTo>
                  <a:lnTo>
                    <a:pt x="903" y="4313"/>
                  </a:lnTo>
                  <a:lnTo>
                    <a:pt x="1043" y="4273"/>
                  </a:lnTo>
                  <a:lnTo>
                    <a:pt x="1163" y="4192"/>
                  </a:lnTo>
                  <a:lnTo>
                    <a:pt x="1284" y="4112"/>
                  </a:lnTo>
                  <a:lnTo>
                    <a:pt x="1364" y="3992"/>
                  </a:lnTo>
                  <a:lnTo>
                    <a:pt x="1444" y="3872"/>
                  </a:lnTo>
                  <a:lnTo>
                    <a:pt x="1484" y="3731"/>
                  </a:lnTo>
                  <a:lnTo>
                    <a:pt x="1504" y="3591"/>
                  </a:lnTo>
                  <a:lnTo>
                    <a:pt x="1504" y="763"/>
                  </a:lnTo>
                  <a:lnTo>
                    <a:pt x="1504" y="763"/>
                  </a:lnTo>
                  <a:lnTo>
                    <a:pt x="1484" y="603"/>
                  </a:lnTo>
                  <a:lnTo>
                    <a:pt x="1444" y="462"/>
                  </a:lnTo>
                  <a:lnTo>
                    <a:pt x="1364" y="342"/>
                  </a:lnTo>
                  <a:lnTo>
                    <a:pt x="1284" y="222"/>
                  </a:lnTo>
                  <a:lnTo>
                    <a:pt x="1163" y="141"/>
                  </a:lnTo>
                  <a:lnTo>
                    <a:pt x="1043" y="61"/>
                  </a:lnTo>
                  <a:lnTo>
                    <a:pt x="903" y="21"/>
                  </a:lnTo>
                  <a:lnTo>
                    <a:pt x="74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2" name="Google Shape;6722;p31"/>
            <p:cNvSpPr/>
            <p:nvPr/>
          </p:nvSpPr>
          <p:spPr>
            <a:xfrm>
              <a:off x="10431925" y="3550588"/>
              <a:ext cx="37625" cy="108325"/>
            </a:xfrm>
            <a:custGeom>
              <a:avLst/>
              <a:gdLst/>
              <a:ahLst/>
              <a:cxnLst/>
              <a:rect l="l" t="t" r="r" b="b"/>
              <a:pathLst>
                <a:path w="1505" h="4333" extrusionOk="0">
                  <a:moveTo>
                    <a:pt x="763" y="1"/>
                  </a:moveTo>
                  <a:lnTo>
                    <a:pt x="602" y="21"/>
                  </a:lnTo>
                  <a:lnTo>
                    <a:pt x="462" y="61"/>
                  </a:lnTo>
                  <a:lnTo>
                    <a:pt x="341" y="141"/>
                  </a:lnTo>
                  <a:lnTo>
                    <a:pt x="221" y="222"/>
                  </a:lnTo>
                  <a:lnTo>
                    <a:pt x="141" y="342"/>
                  </a:lnTo>
                  <a:lnTo>
                    <a:pt x="61" y="462"/>
                  </a:lnTo>
                  <a:lnTo>
                    <a:pt x="21" y="603"/>
                  </a:lnTo>
                  <a:lnTo>
                    <a:pt x="1" y="763"/>
                  </a:lnTo>
                  <a:lnTo>
                    <a:pt x="1" y="3591"/>
                  </a:lnTo>
                  <a:lnTo>
                    <a:pt x="21" y="3731"/>
                  </a:lnTo>
                  <a:lnTo>
                    <a:pt x="61" y="3872"/>
                  </a:lnTo>
                  <a:lnTo>
                    <a:pt x="141" y="3992"/>
                  </a:lnTo>
                  <a:lnTo>
                    <a:pt x="221" y="4112"/>
                  </a:lnTo>
                  <a:lnTo>
                    <a:pt x="341" y="4192"/>
                  </a:lnTo>
                  <a:lnTo>
                    <a:pt x="462" y="4273"/>
                  </a:lnTo>
                  <a:lnTo>
                    <a:pt x="602" y="4313"/>
                  </a:lnTo>
                  <a:lnTo>
                    <a:pt x="763" y="4333"/>
                  </a:lnTo>
                  <a:lnTo>
                    <a:pt x="903" y="4313"/>
                  </a:lnTo>
                  <a:lnTo>
                    <a:pt x="1043" y="4273"/>
                  </a:lnTo>
                  <a:lnTo>
                    <a:pt x="1164" y="4192"/>
                  </a:lnTo>
                  <a:lnTo>
                    <a:pt x="1284" y="4112"/>
                  </a:lnTo>
                  <a:lnTo>
                    <a:pt x="1364" y="3992"/>
                  </a:lnTo>
                  <a:lnTo>
                    <a:pt x="1444" y="3872"/>
                  </a:lnTo>
                  <a:lnTo>
                    <a:pt x="1485" y="3731"/>
                  </a:lnTo>
                  <a:lnTo>
                    <a:pt x="1505" y="3591"/>
                  </a:lnTo>
                  <a:lnTo>
                    <a:pt x="1505" y="763"/>
                  </a:lnTo>
                  <a:lnTo>
                    <a:pt x="1485" y="603"/>
                  </a:lnTo>
                  <a:lnTo>
                    <a:pt x="1444" y="462"/>
                  </a:lnTo>
                  <a:lnTo>
                    <a:pt x="1364" y="342"/>
                  </a:lnTo>
                  <a:lnTo>
                    <a:pt x="1284" y="222"/>
                  </a:lnTo>
                  <a:lnTo>
                    <a:pt x="1164" y="141"/>
                  </a:lnTo>
                  <a:lnTo>
                    <a:pt x="1043" y="61"/>
                  </a:lnTo>
                  <a:lnTo>
                    <a:pt x="903" y="21"/>
                  </a:lnTo>
                  <a:lnTo>
                    <a:pt x="763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3" name="Google Shape;6723;p31"/>
            <p:cNvSpPr/>
            <p:nvPr/>
          </p:nvSpPr>
          <p:spPr>
            <a:xfrm>
              <a:off x="10431925" y="3550588"/>
              <a:ext cx="37625" cy="108325"/>
            </a:xfrm>
            <a:custGeom>
              <a:avLst/>
              <a:gdLst/>
              <a:ahLst/>
              <a:cxnLst/>
              <a:rect l="l" t="t" r="r" b="b"/>
              <a:pathLst>
                <a:path w="1505" h="4333" fill="none" extrusionOk="0">
                  <a:moveTo>
                    <a:pt x="763" y="1"/>
                  </a:moveTo>
                  <a:lnTo>
                    <a:pt x="763" y="1"/>
                  </a:lnTo>
                  <a:lnTo>
                    <a:pt x="602" y="21"/>
                  </a:lnTo>
                  <a:lnTo>
                    <a:pt x="462" y="61"/>
                  </a:lnTo>
                  <a:lnTo>
                    <a:pt x="341" y="141"/>
                  </a:lnTo>
                  <a:lnTo>
                    <a:pt x="221" y="222"/>
                  </a:lnTo>
                  <a:lnTo>
                    <a:pt x="141" y="342"/>
                  </a:lnTo>
                  <a:lnTo>
                    <a:pt x="61" y="462"/>
                  </a:lnTo>
                  <a:lnTo>
                    <a:pt x="21" y="603"/>
                  </a:lnTo>
                  <a:lnTo>
                    <a:pt x="1" y="763"/>
                  </a:lnTo>
                  <a:lnTo>
                    <a:pt x="1" y="3591"/>
                  </a:lnTo>
                  <a:lnTo>
                    <a:pt x="1" y="3591"/>
                  </a:lnTo>
                  <a:lnTo>
                    <a:pt x="21" y="3731"/>
                  </a:lnTo>
                  <a:lnTo>
                    <a:pt x="61" y="3872"/>
                  </a:lnTo>
                  <a:lnTo>
                    <a:pt x="141" y="3992"/>
                  </a:lnTo>
                  <a:lnTo>
                    <a:pt x="221" y="4112"/>
                  </a:lnTo>
                  <a:lnTo>
                    <a:pt x="341" y="4192"/>
                  </a:lnTo>
                  <a:lnTo>
                    <a:pt x="462" y="4273"/>
                  </a:lnTo>
                  <a:lnTo>
                    <a:pt x="602" y="4313"/>
                  </a:lnTo>
                  <a:lnTo>
                    <a:pt x="763" y="4333"/>
                  </a:lnTo>
                  <a:lnTo>
                    <a:pt x="763" y="4333"/>
                  </a:lnTo>
                  <a:lnTo>
                    <a:pt x="903" y="4313"/>
                  </a:lnTo>
                  <a:lnTo>
                    <a:pt x="1043" y="4273"/>
                  </a:lnTo>
                  <a:lnTo>
                    <a:pt x="1164" y="4192"/>
                  </a:lnTo>
                  <a:lnTo>
                    <a:pt x="1284" y="4112"/>
                  </a:lnTo>
                  <a:lnTo>
                    <a:pt x="1364" y="3992"/>
                  </a:lnTo>
                  <a:lnTo>
                    <a:pt x="1444" y="3872"/>
                  </a:lnTo>
                  <a:lnTo>
                    <a:pt x="1485" y="3731"/>
                  </a:lnTo>
                  <a:lnTo>
                    <a:pt x="1505" y="3591"/>
                  </a:lnTo>
                  <a:lnTo>
                    <a:pt x="1505" y="763"/>
                  </a:lnTo>
                  <a:lnTo>
                    <a:pt x="1505" y="763"/>
                  </a:lnTo>
                  <a:lnTo>
                    <a:pt x="1485" y="603"/>
                  </a:lnTo>
                  <a:lnTo>
                    <a:pt x="1444" y="462"/>
                  </a:lnTo>
                  <a:lnTo>
                    <a:pt x="1364" y="342"/>
                  </a:lnTo>
                  <a:lnTo>
                    <a:pt x="1284" y="222"/>
                  </a:lnTo>
                  <a:lnTo>
                    <a:pt x="1164" y="141"/>
                  </a:lnTo>
                  <a:lnTo>
                    <a:pt x="1043" y="61"/>
                  </a:lnTo>
                  <a:lnTo>
                    <a:pt x="903" y="21"/>
                  </a:lnTo>
                  <a:lnTo>
                    <a:pt x="763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4" name="Google Shape;6724;p31"/>
            <p:cNvSpPr/>
            <p:nvPr/>
          </p:nvSpPr>
          <p:spPr>
            <a:xfrm>
              <a:off x="10508625" y="3550588"/>
              <a:ext cx="37125" cy="108325"/>
            </a:xfrm>
            <a:custGeom>
              <a:avLst/>
              <a:gdLst/>
              <a:ahLst/>
              <a:cxnLst/>
              <a:rect l="l" t="t" r="r" b="b"/>
              <a:pathLst>
                <a:path w="1485" h="4333" extrusionOk="0">
                  <a:moveTo>
                    <a:pt x="743" y="1"/>
                  </a:moveTo>
                  <a:lnTo>
                    <a:pt x="582" y="21"/>
                  </a:lnTo>
                  <a:lnTo>
                    <a:pt x="442" y="61"/>
                  </a:lnTo>
                  <a:lnTo>
                    <a:pt x="322" y="141"/>
                  </a:lnTo>
                  <a:lnTo>
                    <a:pt x="221" y="222"/>
                  </a:lnTo>
                  <a:lnTo>
                    <a:pt x="121" y="342"/>
                  </a:lnTo>
                  <a:lnTo>
                    <a:pt x="61" y="462"/>
                  </a:lnTo>
                  <a:lnTo>
                    <a:pt x="1" y="603"/>
                  </a:lnTo>
                  <a:lnTo>
                    <a:pt x="1" y="763"/>
                  </a:lnTo>
                  <a:lnTo>
                    <a:pt x="1" y="3591"/>
                  </a:lnTo>
                  <a:lnTo>
                    <a:pt x="1" y="3731"/>
                  </a:lnTo>
                  <a:lnTo>
                    <a:pt x="61" y="3872"/>
                  </a:lnTo>
                  <a:lnTo>
                    <a:pt x="121" y="3992"/>
                  </a:lnTo>
                  <a:lnTo>
                    <a:pt x="221" y="4112"/>
                  </a:lnTo>
                  <a:lnTo>
                    <a:pt x="322" y="4192"/>
                  </a:lnTo>
                  <a:lnTo>
                    <a:pt x="442" y="4273"/>
                  </a:lnTo>
                  <a:lnTo>
                    <a:pt x="582" y="4313"/>
                  </a:lnTo>
                  <a:lnTo>
                    <a:pt x="743" y="4333"/>
                  </a:lnTo>
                  <a:lnTo>
                    <a:pt x="883" y="4313"/>
                  </a:lnTo>
                  <a:lnTo>
                    <a:pt x="1024" y="4273"/>
                  </a:lnTo>
                  <a:lnTo>
                    <a:pt x="1164" y="4192"/>
                  </a:lnTo>
                  <a:lnTo>
                    <a:pt x="1264" y="4112"/>
                  </a:lnTo>
                  <a:lnTo>
                    <a:pt x="1365" y="3992"/>
                  </a:lnTo>
                  <a:lnTo>
                    <a:pt x="1425" y="3872"/>
                  </a:lnTo>
                  <a:lnTo>
                    <a:pt x="1465" y="3731"/>
                  </a:lnTo>
                  <a:lnTo>
                    <a:pt x="1485" y="3591"/>
                  </a:lnTo>
                  <a:lnTo>
                    <a:pt x="1485" y="763"/>
                  </a:lnTo>
                  <a:lnTo>
                    <a:pt x="1465" y="603"/>
                  </a:lnTo>
                  <a:lnTo>
                    <a:pt x="1425" y="462"/>
                  </a:lnTo>
                  <a:lnTo>
                    <a:pt x="1365" y="342"/>
                  </a:lnTo>
                  <a:lnTo>
                    <a:pt x="1264" y="222"/>
                  </a:lnTo>
                  <a:lnTo>
                    <a:pt x="1164" y="141"/>
                  </a:lnTo>
                  <a:lnTo>
                    <a:pt x="1024" y="61"/>
                  </a:lnTo>
                  <a:lnTo>
                    <a:pt x="883" y="21"/>
                  </a:lnTo>
                  <a:lnTo>
                    <a:pt x="743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5" name="Google Shape;6725;p31"/>
            <p:cNvSpPr/>
            <p:nvPr/>
          </p:nvSpPr>
          <p:spPr>
            <a:xfrm>
              <a:off x="10508625" y="3550588"/>
              <a:ext cx="37125" cy="108325"/>
            </a:xfrm>
            <a:custGeom>
              <a:avLst/>
              <a:gdLst/>
              <a:ahLst/>
              <a:cxnLst/>
              <a:rect l="l" t="t" r="r" b="b"/>
              <a:pathLst>
                <a:path w="1485" h="4333" fill="none" extrusionOk="0">
                  <a:moveTo>
                    <a:pt x="743" y="1"/>
                  </a:moveTo>
                  <a:lnTo>
                    <a:pt x="743" y="1"/>
                  </a:lnTo>
                  <a:lnTo>
                    <a:pt x="582" y="21"/>
                  </a:lnTo>
                  <a:lnTo>
                    <a:pt x="442" y="61"/>
                  </a:lnTo>
                  <a:lnTo>
                    <a:pt x="322" y="141"/>
                  </a:lnTo>
                  <a:lnTo>
                    <a:pt x="221" y="222"/>
                  </a:lnTo>
                  <a:lnTo>
                    <a:pt x="121" y="342"/>
                  </a:lnTo>
                  <a:lnTo>
                    <a:pt x="61" y="462"/>
                  </a:lnTo>
                  <a:lnTo>
                    <a:pt x="1" y="603"/>
                  </a:lnTo>
                  <a:lnTo>
                    <a:pt x="1" y="763"/>
                  </a:lnTo>
                  <a:lnTo>
                    <a:pt x="1" y="3591"/>
                  </a:lnTo>
                  <a:lnTo>
                    <a:pt x="1" y="3591"/>
                  </a:lnTo>
                  <a:lnTo>
                    <a:pt x="1" y="3731"/>
                  </a:lnTo>
                  <a:lnTo>
                    <a:pt x="61" y="3872"/>
                  </a:lnTo>
                  <a:lnTo>
                    <a:pt x="121" y="3992"/>
                  </a:lnTo>
                  <a:lnTo>
                    <a:pt x="221" y="4112"/>
                  </a:lnTo>
                  <a:lnTo>
                    <a:pt x="322" y="4192"/>
                  </a:lnTo>
                  <a:lnTo>
                    <a:pt x="442" y="4273"/>
                  </a:lnTo>
                  <a:lnTo>
                    <a:pt x="582" y="4313"/>
                  </a:lnTo>
                  <a:lnTo>
                    <a:pt x="743" y="4333"/>
                  </a:lnTo>
                  <a:lnTo>
                    <a:pt x="743" y="4333"/>
                  </a:lnTo>
                  <a:lnTo>
                    <a:pt x="883" y="4313"/>
                  </a:lnTo>
                  <a:lnTo>
                    <a:pt x="1024" y="4273"/>
                  </a:lnTo>
                  <a:lnTo>
                    <a:pt x="1164" y="4192"/>
                  </a:lnTo>
                  <a:lnTo>
                    <a:pt x="1264" y="4112"/>
                  </a:lnTo>
                  <a:lnTo>
                    <a:pt x="1365" y="3992"/>
                  </a:lnTo>
                  <a:lnTo>
                    <a:pt x="1425" y="3872"/>
                  </a:lnTo>
                  <a:lnTo>
                    <a:pt x="1465" y="3731"/>
                  </a:lnTo>
                  <a:lnTo>
                    <a:pt x="1485" y="3591"/>
                  </a:lnTo>
                  <a:lnTo>
                    <a:pt x="1485" y="763"/>
                  </a:lnTo>
                  <a:lnTo>
                    <a:pt x="1485" y="763"/>
                  </a:lnTo>
                  <a:lnTo>
                    <a:pt x="1465" y="603"/>
                  </a:lnTo>
                  <a:lnTo>
                    <a:pt x="1425" y="462"/>
                  </a:lnTo>
                  <a:lnTo>
                    <a:pt x="1365" y="342"/>
                  </a:lnTo>
                  <a:lnTo>
                    <a:pt x="1264" y="222"/>
                  </a:lnTo>
                  <a:lnTo>
                    <a:pt x="1164" y="141"/>
                  </a:lnTo>
                  <a:lnTo>
                    <a:pt x="1024" y="61"/>
                  </a:lnTo>
                  <a:lnTo>
                    <a:pt x="883" y="21"/>
                  </a:lnTo>
                  <a:lnTo>
                    <a:pt x="743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6" name="Google Shape;6726;p31"/>
            <p:cNvSpPr/>
            <p:nvPr/>
          </p:nvSpPr>
          <p:spPr>
            <a:xfrm>
              <a:off x="10584850" y="3550588"/>
              <a:ext cx="37125" cy="108325"/>
            </a:xfrm>
            <a:custGeom>
              <a:avLst/>
              <a:gdLst/>
              <a:ahLst/>
              <a:cxnLst/>
              <a:rect l="l" t="t" r="r" b="b"/>
              <a:pathLst>
                <a:path w="1485" h="4333" extrusionOk="0">
                  <a:moveTo>
                    <a:pt x="742" y="1"/>
                  </a:moveTo>
                  <a:lnTo>
                    <a:pt x="602" y="21"/>
                  </a:lnTo>
                  <a:lnTo>
                    <a:pt x="461" y="61"/>
                  </a:lnTo>
                  <a:lnTo>
                    <a:pt x="321" y="141"/>
                  </a:lnTo>
                  <a:lnTo>
                    <a:pt x="221" y="222"/>
                  </a:lnTo>
                  <a:lnTo>
                    <a:pt x="120" y="342"/>
                  </a:lnTo>
                  <a:lnTo>
                    <a:pt x="60" y="462"/>
                  </a:lnTo>
                  <a:lnTo>
                    <a:pt x="2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20" y="3731"/>
                  </a:lnTo>
                  <a:lnTo>
                    <a:pt x="60" y="3872"/>
                  </a:lnTo>
                  <a:lnTo>
                    <a:pt x="120" y="3992"/>
                  </a:lnTo>
                  <a:lnTo>
                    <a:pt x="221" y="4112"/>
                  </a:lnTo>
                  <a:lnTo>
                    <a:pt x="321" y="4192"/>
                  </a:lnTo>
                  <a:lnTo>
                    <a:pt x="461" y="4273"/>
                  </a:lnTo>
                  <a:lnTo>
                    <a:pt x="602" y="4313"/>
                  </a:lnTo>
                  <a:lnTo>
                    <a:pt x="742" y="4333"/>
                  </a:lnTo>
                  <a:lnTo>
                    <a:pt x="883" y="4313"/>
                  </a:lnTo>
                  <a:lnTo>
                    <a:pt x="1023" y="4273"/>
                  </a:lnTo>
                  <a:lnTo>
                    <a:pt x="1163" y="4192"/>
                  </a:lnTo>
                  <a:lnTo>
                    <a:pt x="1264" y="4112"/>
                  </a:lnTo>
                  <a:lnTo>
                    <a:pt x="1364" y="3992"/>
                  </a:lnTo>
                  <a:lnTo>
                    <a:pt x="1424" y="3872"/>
                  </a:lnTo>
                  <a:lnTo>
                    <a:pt x="1464" y="3731"/>
                  </a:lnTo>
                  <a:lnTo>
                    <a:pt x="1484" y="3591"/>
                  </a:lnTo>
                  <a:lnTo>
                    <a:pt x="1484" y="763"/>
                  </a:lnTo>
                  <a:lnTo>
                    <a:pt x="1464" y="603"/>
                  </a:lnTo>
                  <a:lnTo>
                    <a:pt x="1424" y="462"/>
                  </a:lnTo>
                  <a:lnTo>
                    <a:pt x="1364" y="342"/>
                  </a:lnTo>
                  <a:lnTo>
                    <a:pt x="1264" y="222"/>
                  </a:lnTo>
                  <a:lnTo>
                    <a:pt x="1163" y="141"/>
                  </a:lnTo>
                  <a:lnTo>
                    <a:pt x="1023" y="61"/>
                  </a:lnTo>
                  <a:lnTo>
                    <a:pt x="883" y="21"/>
                  </a:lnTo>
                  <a:lnTo>
                    <a:pt x="74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7" name="Google Shape;6727;p31"/>
            <p:cNvSpPr/>
            <p:nvPr/>
          </p:nvSpPr>
          <p:spPr>
            <a:xfrm>
              <a:off x="10584850" y="3550588"/>
              <a:ext cx="37125" cy="108325"/>
            </a:xfrm>
            <a:custGeom>
              <a:avLst/>
              <a:gdLst/>
              <a:ahLst/>
              <a:cxnLst/>
              <a:rect l="l" t="t" r="r" b="b"/>
              <a:pathLst>
                <a:path w="1485" h="4333" fill="none" extrusionOk="0">
                  <a:moveTo>
                    <a:pt x="742" y="1"/>
                  </a:moveTo>
                  <a:lnTo>
                    <a:pt x="742" y="1"/>
                  </a:lnTo>
                  <a:lnTo>
                    <a:pt x="602" y="21"/>
                  </a:lnTo>
                  <a:lnTo>
                    <a:pt x="461" y="61"/>
                  </a:lnTo>
                  <a:lnTo>
                    <a:pt x="321" y="141"/>
                  </a:lnTo>
                  <a:lnTo>
                    <a:pt x="221" y="222"/>
                  </a:lnTo>
                  <a:lnTo>
                    <a:pt x="120" y="342"/>
                  </a:lnTo>
                  <a:lnTo>
                    <a:pt x="60" y="462"/>
                  </a:lnTo>
                  <a:lnTo>
                    <a:pt x="2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0" y="3591"/>
                  </a:lnTo>
                  <a:lnTo>
                    <a:pt x="20" y="3731"/>
                  </a:lnTo>
                  <a:lnTo>
                    <a:pt x="60" y="3872"/>
                  </a:lnTo>
                  <a:lnTo>
                    <a:pt x="120" y="3992"/>
                  </a:lnTo>
                  <a:lnTo>
                    <a:pt x="221" y="4112"/>
                  </a:lnTo>
                  <a:lnTo>
                    <a:pt x="321" y="4192"/>
                  </a:lnTo>
                  <a:lnTo>
                    <a:pt x="461" y="4273"/>
                  </a:lnTo>
                  <a:lnTo>
                    <a:pt x="602" y="4313"/>
                  </a:lnTo>
                  <a:lnTo>
                    <a:pt x="742" y="4333"/>
                  </a:lnTo>
                  <a:lnTo>
                    <a:pt x="742" y="4333"/>
                  </a:lnTo>
                  <a:lnTo>
                    <a:pt x="883" y="4313"/>
                  </a:lnTo>
                  <a:lnTo>
                    <a:pt x="1023" y="4273"/>
                  </a:lnTo>
                  <a:lnTo>
                    <a:pt x="1163" y="4192"/>
                  </a:lnTo>
                  <a:lnTo>
                    <a:pt x="1264" y="4112"/>
                  </a:lnTo>
                  <a:lnTo>
                    <a:pt x="1364" y="3992"/>
                  </a:lnTo>
                  <a:lnTo>
                    <a:pt x="1424" y="3872"/>
                  </a:lnTo>
                  <a:lnTo>
                    <a:pt x="1464" y="3731"/>
                  </a:lnTo>
                  <a:lnTo>
                    <a:pt x="1484" y="3591"/>
                  </a:lnTo>
                  <a:lnTo>
                    <a:pt x="1484" y="763"/>
                  </a:lnTo>
                  <a:lnTo>
                    <a:pt x="1484" y="763"/>
                  </a:lnTo>
                  <a:lnTo>
                    <a:pt x="1464" y="603"/>
                  </a:lnTo>
                  <a:lnTo>
                    <a:pt x="1424" y="462"/>
                  </a:lnTo>
                  <a:lnTo>
                    <a:pt x="1364" y="342"/>
                  </a:lnTo>
                  <a:lnTo>
                    <a:pt x="1264" y="222"/>
                  </a:lnTo>
                  <a:lnTo>
                    <a:pt x="1163" y="141"/>
                  </a:lnTo>
                  <a:lnTo>
                    <a:pt x="1023" y="61"/>
                  </a:lnTo>
                  <a:lnTo>
                    <a:pt x="883" y="21"/>
                  </a:lnTo>
                  <a:lnTo>
                    <a:pt x="74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8" name="Google Shape;6728;p31"/>
            <p:cNvSpPr/>
            <p:nvPr/>
          </p:nvSpPr>
          <p:spPr>
            <a:xfrm>
              <a:off x="10661050" y="3550588"/>
              <a:ext cx="37125" cy="108325"/>
            </a:xfrm>
            <a:custGeom>
              <a:avLst/>
              <a:gdLst/>
              <a:ahLst/>
              <a:cxnLst/>
              <a:rect l="l" t="t" r="r" b="b"/>
              <a:pathLst>
                <a:path w="1485" h="4333" extrusionOk="0">
                  <a:moveTo>
                    <a:pt x="742" y="1"/>
                  </a:moveTo>
                  <a:lnTo>
                    <a:pt x="602" y="21"/>
                  </a:lnTo>
                  <a:lnTo>
                    <a:pt x="462" y="61"/>
                  </a:lnTo>
                  <a:lnTo>
                    <a:pt x="321" y="141"/>
                  </a:lnTo>
                  <a:lnTo>
                    <a:pt x="221" y="222"/>
                  </a:lnTo>
                  <a:lnTo>
                    <a:pt x="121" y="342"/>
                  </a:lnTo>
                  <a:lnTo>
                    <a:pt x="61" y="462"/>
                  </a:lnTo>
                  <a:lnTo>
                    <a:pt x="2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20" y="3731"/>
                  </a:lnTo>
                  <a:lnTo>
                    <a:pt x="61" y="3872"/>
                  </a:lnTo>
                  <a:lnTo>
                    <a:pt x="121" y="3992"/>
                  </a:lnTo>
                  <a:lnTo>
                    <a:pt x="221" y="4112"/>
                  </a:lnTo>
                  <a:lnTo>
                    <a:pt x="321" y="4192"/>
                  </a:lnTo>
                  <a:lnTo>
                    <a:pt x="462" y="4273"/>
                  </a:lnTo>
                  <a:lnTo>
                    <a:pt x="602" y="4313"/>
                  </a:lnTo>
                  <a:lnTo>
                    <a:pt x="742" y="4333"/>
                  </a:lnTo>
                  <a:lnTo>
                    <a:pt x="903" y="4313"/>
                  </a:lnTo>
                  <a:lnTo>
                    <a:pt x="1043" y="4273"/>
                  </a:lnTo>
                  <a:lnTo>
                    <a:pt x="1164" y="4192"/>
                  </a:lnTo>
                  <a:lnTo>
                    <a:pt x="1264" y="4112"/>
                  </a:lnTo>
                  <a:lnTo>
                    <a:pt x="1364" y="3992"/>
                  </a:lnTo>
                  <a:lnTo>
                    <a:pt x="1424" y="3872"/>
                  </a:lnTo>
                  <a:lnTo>
                    <a:pt x="1484" y="3731"/>
                  </a:lnTo>
                  <a:lnTo>
                    <a:pt x="1484" y="3591"/>
                  </a:lnTo>
                  <a:lnTo>
                    <a:pt x="1484" y="763"/>
                  </a:lnTo>
                  <a:lnTo>
                    <a:pt x="1484" y="603"/>
                  </a:lnTo>
                  <a:lnTo>
                    <a:pt x="1424" y="462"/>
                  </a:lnTo>
                  <a:lnTo>
                    <a:pt x="1364" y="342"/>
                  </a:lnTo>
                  <a:lnTo>
                    <a:pt x="1264" y="222"/>
                  </a:lnTo>
                  <a:lnTo>
                    <a:pt x="1164" y="141"/>
                  </a:lnTo>
                  <a:lnTo>
                    <a:pt x="1043" y="61"/>
                  </a:lnTo>
                  <a:lnTo>
                    <a:pt x="903" y="21"/>
                  </a:lnTo>
                  <a:lnTo>
                    <a:pt x="74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9" name="Google Shape;6729;p31"/>
            <p:cNvSpPr/>
            <p:nvPr/>
          </p:nvSpPr>
          <p:spPr>
            <a:xfrm>
              <a:off x="10661050" y="3550588"/>
              <a:ext cx="37125" cy="108325"/>
            </a:xfrm>
            <a:custGeom>
              <a:avLst/>
              <a:gdLst/>
              <a:ahLst/>
              <a:cxnLst/>
              <a:rect l="l" t="t" r="r" b="b"/>
              <a:pathLst>
                <a:path w="1485" h="4333" fill="none" extrusionOk="0">
                  <a:moveTo>
                    <a:pt x="742" y="1"/>
                  </a:moveTo>
                  <a:lnTo>
                    <a:pt x="742" y="1"/>
                  </a:lnTo>
                  <a:lnTo>
                    <a:pt x="602" y="21"/>
                  </a:lnTo>
                  <a:lnTo>
                    <a:pt x="462" y="61"/>
                  </a:lnTo>
                  <a:lnTo>
                    <a:pt x="321" y="141"/>
                  </a:lnTo>
                  <a:lnTo>
                    <a:pt x="221" y="222"/>
                  </a:lnTo>
                  <a:lnTo>
                    <a:pt x="121" y="342"/>
                  </a:lnTo>
                  <a:lnTo>
                    <a:pt x="61" y="462"/>
                  </a:lnTo>
                  <a:lnTo>
                    <a:pt x="2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0" y="3591"/>
                  </a:lnTo>
                  <a:lnTo>
                    <a:pt x="20" y="3731"/>
                  </a:lnTo>
                  <a:lnTo>
                    <a:pt x="61" y="3872"/>
                  </a:lnTo>
                  <a:lnTo>
                    <a:pt x="121" y="3992"/>
                  </a:lnTo>
                  <a:lnTo>
                    <a:pt x="221" y="4112"/>
                  </a:lnTo>
                  <a:lnTo>
                    <a:pt x="321" y="4192"/>
                  </a:lnTo>
                  <a:lnTo>
                    <a:pt x="462" y="4273"/>
                  </a:lnTo>
                  <a:lnTo>
                    <a:pt x="602" y="4313"/>
                  </a:lnTo>
                  <a:lnTo>
                    <a:pt x="742" y="4333"/>
                  </a:lnTo>
                  <a:lnTo>
                    <a:pt x="742" y="4333"/>
                  </a:lnTo>
                  <a:lnTo>
                    <a:pt x="903" y="4313"/>
                  </a:lnTo>
                  <a:lnTo>
                    <a:pt x="1043" y="4273"/>
                  </a:lnTo>
                  <a:lnTo>
                    <a:pt x="1164" y="4192"/>
                  </a:lnTo>
                  <a:lnTo>
                    <a:pt x="1264" y="4112"/>
                  </a:lnTo>
                  <a:lnTo>
                    <a:pt x="1364" y="3992"/>
                  </a:lnTo>
                  <a:lnTo>
                    <a:pt x="1424" y="3872"/>
                  </a:lnTo>
                  <a:lnTo>
                    <a:pt x="1484" y="3731"/>
                  </a:lnTo>
                  <a:lnTo>
                    <a:pt x="1484" y="3591"/>
                  </a:lnTo>
                  <a:lnTo>
                    <a:pt x="1484" y="763"/>
                  </a:lnTo>
                  <a:lnTo>
                    <a:pt x="1484" y="763"/>
                  </a:lnTo>
                  <a:lnTo>
                    <a:pt x="1484" y="603"/>
                  </a:lnTo>
                  <a:lnTo>
                    <a:pt x="1424" y="462"/>
                  </a:lnTo>
                  <a:lnTo>
                    <a:pt x="1364" y="342"/>
                  </a:lnTo>
                  <a:lnTo>
                    <a:pt x="1264" y="222"/>
                  </a:lnTo>
                  <a:lnTo>
                    <a:pt x="1164" y="141"/>
                  </a:lnTo>
                  <a:lnTo>
                    <a:pt x="1043" y="61"/>
                  </a:lnTo>
                  <a:lnTo>
                    <a:pt x="903" y="21"/>
                  </a:lnTo>
                  <a:lnTo>
                    <a:pt x="74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0" name="Google Shape;6730;p31"/>
            <p:cNvSpPr/>
            <p:nvPr/>
          </p:nvSpPr>
          <p:spPr>
            <a:xfrm>
              <a:off x="10737250" y="3550588"/>
              <a:ext cx="37625" cy="108325"/>
            </a:xfrm>
            <a:custGeom>
              <a:avLst/>
              <a:gdLst/>
              <a:ahLst/>
              <a:cxnLst/>
              <a:rect l="l" t="t" r="r" b="b"/>
              <a:pathLst>
                <a:path w="1505" h="4333" extrusionOk="0">
                  <a:moveTo>
                    <a:pt x="743" y="1"/>
                  </a:moveTo>
                  <a:lnTo>
                    <a:pt x="602" y="21"/>
                  </a:lnTo>
                  <a:lnTo>
                    <a:pt x="462" y="61"/>
                  </a:lnTo>
                  <a:lnTo>
                    <a:pt x="342" y="141"/>
                  </a:lnTo>
                  <a:lnTo>
                    <a:pt x="221" y="222"/>
                  </a:lnTo>
                  <a:lnTo>
                    <a:pt x="141" y="342"/>
                  </a:lnTo>
                  <a:lnTo>
                    <a:pt x="61" y="462"/>
                  </a:lnTo>
                  <a:lnTo>
                    <a:pt x="21" y="603"/>
                  </a:lnTo>
                  <a:lnTo>
                    <a:pt x="1" y="763"/>
                  </a:lnTo>
                  <a:lnTo>
                    <a:pt x="1" y="3591"/>
                  </a:lnTo>
                  <a:lnTo>
                    <a:pt x="21" y="3731"/>
                  </a:lnTo>
                  <a:lnTo>
                    <a:pt x="61" y="3872"/>
                  </a:lnTo>
                  <a:lnTo>
                    <a:pt x="141" y="3992"/>
                  </a:lnTo>
                  <a:lnTo>
                    <a:pt x="221" y="4112"/>
                  </a:lnTo>
                  <a:lnTo>
                    <a:pt x="342" y="4192"/>
                  </a:lnTo>
                  <a:lnTo>
                    <a:pt x="462" y="4273"/>
                  </a:lnTo>
                  <a:lnTo>
                    <a:pt x="602" y="4313"/>
                  </a:lnTo>
                  <a:lnTo>
                    <a:pt x="743" y="4333"/>
                  </a:lnTo>
                  <a:lnTo>
                    <a:pt x="903" y="4313"/>
                  </a:lnTo>
                  <a:lnTo>
                    <a:pt x="1044" y="4273"/>
                  </a:lnTo>
                  <a:lnTo>
                    <a:pt x="1164" y="4192"/>
                  </a:lnTo>
                  <a:lnTo>
                    <a:pt x="1284" y="4112"/>
                  </a:lnTo>
                  <a:lnTo>
                    <a:pt x="1364" y="3992"/>
                  </a:lnTo>
                  <a:lnTo>
                    <a:pt x="1445" y="3872"/>
                  </a:lnTo>
                  <a:lnTo>
                    <a:pt x="1485" y="3731"/>
                  </a:lnTo>
                  <a:lnTo>
                    <a:pt x="1505" y="3591"/>
                  </a:lnTo>
                  <a:lnTo>
                    <a:pt x="1505" y="763"/>
                  </a:lnTo>
                  <a:lnTo>
                    <a:pt x="1485" y="603"/>
                  </a:lnTo>
                  <a:lnTo>
                    <a:pt x="1445" y="462"/>
                  </a:lnTo>
                  <a:lnTo>
                    <a:pt x="1364" y="342"/>
                  </a:lnTo>
                  <a:lnTo>
                    <a:pt x="1284" y="222"/>
                  </a:lnTo>
                  <a:lnTo>
                    <a:pt x="1164" y="141"/>
                  </a:lnTo>
                  <a:lnTo>
                    <a:pt x="1044" y="61"/>
                  </a:lnTo>
                  <a:lnTo>
                    <a:pt x="903" y="21"/>
                  </a:lnTo>
                  <a:lnTo>
                    <a:pt x="743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1" name="Google Shape;6731;p31"/>
            <p:cNvSpPr/>
            <p:nvPr/>
          </p:nvSpPr>
          <p:spPr>
            <a:xfrm>
              <a:off x="10737250" y="3550588"/>
              <a:ext cx="37625" cy="108325"/>
            </a:xfrm>
            <a:custGeom>
              <a:avLst/>
              <a:gdLst/>
              <a:ahLst/>
              <a:cxnLst/>
              <a:rect l="l" t="t" r="r" b="b"/>
              <a:pathLst>
                <a:path w="1505" h="4333" fill="none" extrusionOk="0">
                  <a:moveTo>
                    <a:pt x="743" y="1"/>
                  </a:moveTo>
                  <a:lnTo>
                    <a:pt x="743" y="1"/>
                  </a:lnTo>
                  <a:lnTo>
                    <a:pt x="602" y="21"/>
                  </a:lnTo>
                  <a:lnTo>
                    <a:pt x="462" y="61"/>
                  </a:lnTo>
                  <a:lnTo>
                    <a:pt x="342" y="141"/>
                  </a:lnTo>
                  <a:lnTo>
                    <a:pt x="221" y="222"/>
                  </a:lnTo>
                  <a:lnTo>
                    <a:pt x="141" y="342"/>
                  </a:lnTo>
                  <a:lnTo>
                    <a:pt x="61" y="462"/>
                  </a:lnTo>
                  <a:lnTo>
                    <a:pt x="21" y="603"/>
                  </a:lnTo>
                  <a:lnTo>
                    <a:pt x="1" y="763"/>
                  </a:lnTo>
                  <a:lnTo>
                    <a:pt x="1" y="3591"/>
                  </a:lnTo>
                  <a:lnTo>
                    <a:pt x="1" y="3591"/>
                  </a:lnTo>
                  <a:lnTo>
                    <a:pt x="21" y="3731"/>
                  </a:lnTo>
                  <a:lnTo>
                    <a:pt x="61" y="3872"/>
                  </a:lnTo>
                  <a:lnTo>
                    <a:pt x="141" y="3992"/>
                  </a:lnTo>
                  <a:lnTo>
                    <a:pt x="221" y="4112"/>
                  </a:lnTo>
                  <a:lnTo>
                    <a:pt x="342" y="4192"/>
                  </a:lnTo>
                  <a:lnTo>
                    <a:pt x="462" y="4273"/>
                  </a:lnTo>
                  <a:lnTo>
                    <a:pt x="602" y="4313"/>
                  </a:lnTo>
                  <a:lnTo>
                    <a:pt x="743" y="4333"/>
                  </a:lnTo>
                  <a:lnTo>
                    <a:pt x="743" y="4333"/>
                  </a:lnTo>
                  <a:lnTo>
                    <a:pt x="903" y="4313"/>
                  </a:lnTo>
                  <a:lnTo>
                    <a:pt x="1044" y="4273"/>
                  </a:lnTo>
                  <a:lnTo>
                    <a:pt x="1164" y="4192"/>
                  </a:lnTo>
                  <a:lnTo>
                    <a:pt x="1284" y="4112"/>
                  </a:lnTo>
                  <a:lnTo>
                    <a:pt x="1364" y="3992"/>
                  </a:lnTo>
                  <a:lnTo>
                    <a:pt x="1445" y="3872"/>
                  </a:lnTo>
                  <a:lnTo>
                    <a:pt x="1485" y="3731"/>
                  </a:lnTo>
                  <a:lnTo>
                    <a:pt x="1505" y="3591"/>
                  </a:lnTo>
                  <a:lnTo>
                    <a:pt x="1505" y="763"/>
                  </a:lnTo>
                  <a:lnTo>
                    <a:pt x="1505" y="763"/>
                  </a:lnTo>
                  <a:lnTo>
                    <a:pt x="1485" y="603"/>
                  </a:lnTo>
                  <a:lnTo>
                    <a:pt x="1445" y="462"/>
                  </a:lnTo>
                  <a:lnTo>
                    <a:pt x="1364" y="342"/>
                  </a:lnTo>
                  <a:lnTo>
                    <a:pt x="1284" y="222"/>
                  </a:lnTo>
                  <a:lnTo>
                    <a:pt x="1164" y="141"/>
                  </a:lnTo>
                  <a:lnTo>
                    <a:pt x="1044" y="61"/>
                  </a:lnTo>
                  <a:lnTo>
                    <a:pt x="903" y="21"/>
                  </a:lnTo>
                  <a:lnTo>
                    <a:pt x="743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2" name="Google Shape;6732;p31"/>
            <p:cNvSpPr/>
            <p:nvPr/>
          </p:nvSpPr>
          <p:spPr>
            <a:xfrm>
              <a:off x="10813475" y="3550588"/>
              <a:ext cx="37625" cy="108325"/>
            </a:xfrm>
            <a:custGeom>
              <a:avLst/>
              <a:gdLst/>
              <a:ahLst/>
              <a:cxnLst/>
              <a:rect l="l" t="t" r="r" b="b"/>
              <a:pathLst>
                <a:path w="1505" h="4333" extrusionOk="0">
                  <a:moveTo>
                    <a:pt x="762" y="1"/>
                  </a:moveTo>
                  <a:lnTo>
                    <a:pt x="602" y="21"/>
                  </a:lnTo>
                  <a:lnTo>
                    <a:pt x="461" y="61"/>
                  </a:lnTo>
                  <a:lnTo>
                    <a:pt x="341" y="141"/>
                  </a:lnTo>
                  <a:lnTo>
                    <a:pt x="221" y="222"/>
                  </a:lnTo>
                  <a:lnTo>
                    <a:pt x="140" y="342"/>
                  </a:lnTo>
                  <a:lnTo>
                    <a:pt x="60" y="462"/>
                  </a:lnTo>
                  <a:lnTo>
                    <a:pt x="2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20" y="3731"/>
                  </a:lnTo>
                  <a:lnTo>
                    <a:pt x="60" y="3872"/>
                  </a:lnTo>
                  <a:lnTo>
                    <a:pt x="140" y="3992"/>
                  </a:lnTo>
                  <a:lnTo>
                    <a:pt x="221" y="4112"/>
                  </a:lnTo>
                  <a:lnTo>
                    <a:pt x="341" y="4192"/>
                  </a:lnTo>
                  <a:lnTo>
                    <a:pt x="461" y="4273"/>
                  </a:lnTo>
                  <a:lnTo>
                    <a:pt x="602" y="4313"/>
                  </a:lnTo>
                  <a:lnTo>
                    <a:pt x="762" y="4333"/>
                  </a:lnTo>
                  <a:lnTo>
                    <a:pt x="902" y="4313"/>
                  </a:lnTo>
                  <a:lnTo>
                    <a:pt x="1043" y="4273"/>
                  </a:lnTo>
                  <a:lnTo>
                    <a:pt x="1163" y="4192"/>
                  </a:lnTo>
                  <a:lnTo>
                    <a:pt x="1283" y="4112"/>
                  </a:lnTo>
                  <a:lnTo>
                    <a:pt x="1364" y="3992"/>
                  </a:lnTo>
                  <a:lnTo>
                    <a:pt x="1444" y="3872"/>
                  </a:lnTo>
                  <a:lnTo>
                    <a:pt x="1484" y="3731"/>
                  </a:lnTo>
                  <a:lnTo>
                    <a:pt x="1504" y="3591"/>
                  </a:lnTo>
                  <a:lnTo>
                    <a:pt x="1504" y="763"/>
                  </a:lnTo>
                  <a:lnTo>
                    <a:pt x="1484" y="603"/>
                  </a:lnTo>
                  <a:lnTo>
                    <a:pt x="1444" y="462"/>
                  </a:lnTo>
                  <a:lnTo>
                    <a:pt x="1364" y="342"/>
                  </a:lnTo>
                  <a:lnTo>
                    <a:pt x="1283" y="222"/>
                  </a:lnTo>
                  <a:lnTo>
                    <a:pt x="1163" y="141"/>
                  </a:lnTo>
                  <a:lnTo>
                    <a:pt x="1043" y="61"/>
                  </a:lnTo>
                  <a:lnTo>
                    <a:pt x="902" y="21"/>
                  </a:lnTo>
                  <a:lnTo>
                    <a:pt x="76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3" name="Google Shape;6733;p31"/>
            <p:cNvSpPr/>
            <p:nvPr/>
          </p:nvSpPr>
          <p:spPr>
            <a:xfrm>
              <a:off x="10813475" y="3550588"/>
              <a:ext cx="37625" cy="108325"/>
            </a:xfrm>
            <a:custGeom>
              <a:avLst/>
              <a:gdLst/>
              <a:ahLst/>
              <a:cxnLst/>
              <a:rect l="l" t="t" r="r" b="b"/>
              <a:pathLst>
                <a:path w="1505" h="4333" fill="none" extrusionOk="0">
                  <a:moveTo>
                    <a:pt x="762" y="1"/>
                  </a:moveTo>
                  <a:lnTo>
                    <a:pt x="762" y="1"/>
                  </a:lnTo>
                  <a:lnTo>
                    <a:pt x="602" y="21"/>
                  </a:lnTo>
                  <a:lnTo>
                    <a:pt x="461" y="61"/>
                  </a:lnTo>
                  <a:lnTo>
                    <a:pt x="341" y="141"/>
                  </a:lnTo>
                  <a:lnTo>
                    <a:pt x="221" y="222"/>
                  </a:lnTo>
                  <a:lnTo>
                    <a:pt x="140" y="342"/>
                  </a:lnTo>
                  <a:lnTo>
                    <a:pt x="60" y="462"/>
                  </a:lnTo>
                  <a:lnTo>
                    <a:pt x="2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0" y="3591"/>
                  </a:lnTo>
                  <a:lnTo>
                    <a:pt x="20" y="3731"/>
                  </a:lnTo>
                  <a:lnTo>
                    <a:pt x="60" y="3872"/>
                  </a:lnTo>
                  <a:lnTo>
                    <a:pt x="140" y="3992"/>
                  </a:lnTo>
                  <a:lnTo>
                    <a:pt x="221" y="4112"/>
                  </a:lnTo>
                  <a:lnTo>
                    <a:pt x="341" y="4192"/>
                  </a:lnTo>
                  <a:lnTo>
                    <a:pt x="461" y="4273"/>
                  </a:lnTo>
                  <a:lnTo>
                    <a:pt x="602" y="4313"/>
                  </a:lnTo>
                  <a:lnTo>
                    <a:pt x="762" y="4333"/>
                  </a:lnTo>
                  <a:lnTo>
                    <a:pt x="762" y="4333"/>
                  </a:lnTo>
                  <a:lnTo>
                    <a:pt x="902" y="4313"/>
                  </a:lnTo>
                  <a:lnTo>
                    <a:pt x="1043" y="4273"/>
                  </a:lnTo>
                  <a:lnTo>
                    <a:pt x="1163" y="4192"/>
                  </a:lnTo>
                  <a:lnTo>
                    <a:pt x="1283" y="4112"/>
                  </a:lnTo>
                  <a:lnTo>
                    <a:pt x="1364" y="3992"/>
                  </a:lnTo>
                  <a:lnTo>
                    <a:pt x="1444" y="3872"/>
                  </a:lnTo>
                  <a:lnTo>
                    <a:pt x="1484" y="3731"/>
                  </a:lnTo>
                  <a:lnTo>
                    <a:pt x="1504" y="3591"/>
                  </a:lnTo>
                  <a:lnTo>
                    <a:pt x="1504" y="763"/>
                  </a:lnTo>
                  <a:lnTo>
                    <a:pt x="1504" y="763"/>
                  </a:lnTo>
                  <a:lnTo>
                    <a:pt x="1484" y="603"/>
                  </a:lnTo>
                  <a:lnTo>
                    <a:pt x="1444" y="462"/>
                  </a:lnTo>
                  <a:lnTo>
                    <a:pt x="1364" y="342"/>
                  </a:lnTo>
                  <a:lnTo>
                    <a:pt x="1283" y="222"/>
                  </a:lnTo>
                  <a:lnTo>
                    <a:pt x="1163" y="141"/>
                  </a:lnTo>
                  <a:lnTo>
                    <a:pt x="1043" y="61"/>
                  </a:lnTo>
                  <a:lnTo>
                    <a:pt x="902" y="21"/>
                  </a:lnTo>
                  <a:lnTo>
                    <a:pt x="76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4" name="Google Shape;6734;p31"/>
            <p:cNvSpPr/>
            <p:nvPr/>
          </p:nvSpPr>
          <p:spPr>
            <a:xfrm>
              <a:off x="10890175" y="3550588"/>
              <a:ext cx="37125" cy="108325"/>
            </a:xfrm>
            <a:custGeom>
              <a:avLst/>
              <a:gdLst/>
              <a:ahLst/>
              <a:cxnLst/>
              <a:rect l="l" t="t" r="r" b="b"/>
              <a:pathLst>
                <a:path w="1485" h="4333" extrusionOk="0">
                  <a:moveTo>
                    <a:pt x="742" y="1"/>
                  </a:moveTo>
                  <a:lnTo>
                    <a:pt x="582" y="21"/>
                  </a:lnTo>
                  <a:lnTo>
                    <a:pt x="442" y="61"/>
                  </a:lnTo>
                  <a:lnTo>
                    <a:pt x="321" y="141"/>
                  </a:lnTo>
                  <a:lnTo>
                    <a:pt x="221" y="222"/>
                  </a:lnTo>
                  <a:lnTo>
                    <a:pt x="121" y="342"/>
                  </a:lnTo>
                  <a:lnTo>
                    <a:pt x="61" y="462"/>
                  </a:lnTo>
                  <a:lnTo>
                    <a:pt x="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0" y="3731"/>
                  </a:lnTo>
                  <a:lnTo>
                    <a:pt x="61" y="3872"/>
                  </a:lnTo>
                  <a:lnTo>
                    <a:pt x="121" y="3992"/>
                  </a:lnTo>
                  <a:lnTo>
                    <a:pt x="221" y="4112"/>
                  </a:lnTo>
                  <a:lnTo>
                    <a:pt x="321" y="4192"/>
                  </a:lnTo>
                  <a:lnTo>
                    <a:pt x="442" y="4273"/>
                  </a:lnTo>
                  <a:lnTo>
                    <a:pt x="582" y="4313"/>
                  </a:lnTo>
                  <a:lnTo>
                    <a:pt x="742" y="4333"/>
                  </a:lnTo>
                  <a:lnTo>
                    <a:pt x="883" y="4313"/>
                  </a:lnTo>
                  <a:lnTo>
                    <a:pt x="1023" y="4273"/>
                  </a:lnTo>
                  <a:lnTo>
                    <a:pt x="1163" y="4192"/>
                  </a:lnTo>
                  <a:lnTo>
                    <a:pt x="1264" y="4112"/>
                  </a:lnTo>
                  <a:lnTo>
                    <a:pt x="1364" y="3992"/>
                  </a:lnTo>
                  <a:lnTo>
                    <a:pt x="1424" y="3872"/>
                  </a:lnTo>
                  <a:lnTo>
                    <a:pt x="1464" y="3731"/>
                  </a:lnTo>
                  <a:lnTo>
                    <a:pt x="1484" y="3591"/>
                  </a:lnTo>
                  <a:lnTo>
                    <a:pt x="1484" y="763"/>
                  </a:lnTo>
                  <a:lnTo>
                    <a:pt x="1464" y="603"/>
                  </a:lnTo>
                  <a:lnTo>
                    <a:pt x="1424" y="462"/>
                  </a:lnTo>
                  <a:lnTo>
                    <a:pt x="1364" y="342"/>
                  </a:lnTo>
                  <a:lnTo>
                    <a:pt x="1264" y="222"/>
                  </a:lnTo>
                  <a:lnTo>
                    <a:pt x="1163" y="141"/>
                  </a:lnTo>
                  <a:lnTo>
                    <a:pt x="1023" y="61"/>
                  </a:lnTo>
                  <a:lnTo>
                    <a:pt x="883" y="21"/>
                  </a:lnTo>
                  <a:lnTo>
                    <a:pt x="74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5" name="Google Shape;6735;p31"/>
            <p:cNvSpPr/>
            <p:nvPr/>
          </p:nvSpPr>
          <p:spPr>
            <a:xfrm>
              <a:off x="10890175" y="3550588"/>
              <a:ext cx="37125" cy="108325"/>
            </a:xfrm>
            <a:custGeom>
              <a:avLst/>
              <a:gdLst/>
              <a:ahLst/>
              <a:cxnLst/>
              <a:rect l="l" t="t" r="r" b="b"/>
              <a:pathLst>
                <a:path w="1485" h="4333" fill="none" extrusionOk="0">
                  <a:moveTo>
                    <a:pt x="742" y="1"/>
                  </a:moveTo>
                  <a:lnTo>
                    <a:pt x="742" y="1"/>
                  </a:lnTo>
                  <a:lnTo>
                    <a:pt x="582" y="21"/>
                  </a:lnTo>
                  <a:lnTo>
                    <a:pt x="442" y="61"/>
                  </a:lnTo>
                  <a:lnTo>
                    <a:pt x="321" y="141"/>
                  </a:lnTo>
                  <a:lnTo>
                    <a:pt x="221" y="222"/>
                  </a:lnTo>
                  <a:lnTo>
                    <a:pt x="121" y="342"/>
                  </a:lnTo>
                  <a:lnTo>
                    <a:pt x="61" y="462"/>
                  </a:lnTo>
                  <a:lnTo>
                    <a:pt x="0" y="603"/>
                  </a:lnTo>
                  <a:lnTo>
                    <a:pt x="0" y="763"/>
                  </a:lnTo>
                  <a:lnTo>
                    <a:pt x="0" y="3591"/>
                  </a:lnTo>
                  <a:lnTo>
                    <a:pt x="0" y="3591"/>
                  </a:lnTo>
                  <a:lnTo>
                    <a:pt x="0" y="3731"/>
                  </a:lnTo>
                  <a:lnTo>
                    <a:pt x="61" y="3872"/>
                  </a:lnTo>
                  <a:lnTo>
                    <a:pt x="121" y="3992"/>
                  </a:lnTo>
                  <a:lnTo>
                    <a:pt x="221" y="4112"/>
                  </a:lnTo>
                  <a:lnTo>
                    <a:pt x="321" y="4192"/>
                  </a:lnTo>
                  <a:lnTo>
                    <a:pt x="442" y="4273"/>
                  </a:lnTo>
                  <a:lnTo>
                    <a:pt x="582" y="4313"/>
                  </a:lnTo>
                  <a:lnTo>
                    <a:pt x="742" y="4333"/>
                  </a:lnTo>
                  <a:lnTo>
                    <a:pt x="742" y="4333"/>
                  </a:lnTo>
                  <a:lnTo>
                    <a:pt x="883" y="4313"/>
                  </a:lnTo>
                  <a:lnTo>
                    <a:pt x="1023" y="4273"/>
                  </a:lnTo>
                  <a:lnTo>
                    <a:pt x="1163" y="4192"/>
                  </a:lnTo>
                  <a:lnTo>
                    <a:pt x="1264" y="4112"/>
                  </a:lnTo>
                  <a:lnTo>
                    <a:pt x="1364" y="3992"/>
                  </a:lnTo>
                  <a:lnTo>
                    <a:pt x="1424" y="3872"/>
                  </a:lnTo>
                  <a:lnTo>
                    <a:pt x="1464" y="3731"/>
                  </a:lnTo>
                  <a:lnTo>
                    <a:pt x="1484" y="3591"/>
                  </a:lnTo>
                  <a:lnTo>
                    <a:pt x="1484" y="763"/>
                  </a:lnTo>
                  <a:lnTo>
                    <a:pt x="1484" y="763"/>
                  </a:lnTo>
                  <a:lnTo>
                    <a:pt x="1464" y="603"/>
                  </a:lnTo>
                  <a:lnTo>
                    <a:pt x="1424" y="462"/>
                  </a:lnTo>
                  <a:lnTo>
                    <a:pt x="1364" y="342"/>
                  </a:lnTo>
                  <a:lnTo>
                    <a:pt x="1264" y="222"/>
                  </a:lnTo>
                  <a:lnTo>
                    <a:pt x="1163" y="141"/>
                  </a:lnTo>
                  <a:lnTo>
                    <a:pt x="1023" y="61"/>
                  </a:lnTo>
                  <a:lnTo>
                    <a:pt x="883" y="21"/>
                  </a:lnTo>
                  <a:lnTo>
                    <a:pt x="74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6" name="Google Shape;6736;p31"/>
            <p:cNvSpPr/>
            <p:nvPr/>
          </p:nvSpPr>
          <p:spPr>
            <a:xfrm>
              <a:off x="10355725" y="3329488"/>
              <a:ext cx="152925" cy="152950"/>
            </a:xfrm>
            <a:custGeom>
              <a:avLst/>
              <a:gdLst/>
              <a:ahLst/>
              <a:cxnLst/>
              <a:rect l="l" t="t" r="r" b="b"/>
              <a:pathLst>
                <a:path w="6117" h="6118" extrusionOk="0">
                  <a:moveTo>
                    <a:pt x="2988" y="1"/>
                  </a:moveTo>
                  <a:lnTo>
                    <a:pt x="2668" y="21"/>
                  </a:lnTo>
                  <a:lnTo>
                    <a:pt x="2347" y="81"/>
                  </a:lnTo>
                  <a:lnTo>
                    <a:pt x="2046" y="181"/>
                  </a:lnTo>
                  <a:lnTo>
                    <a:pt x="1745" y="302"/>
                  </a:lnTo>
                  <a:lnTo>
                    <a:pt x="1464" y="462"/>
                  </a:lnTo>
                  <a:lnTo>
                    <a:pt x="1224" y="643"/>
                  </a:lnTo>
                  <a:lnTo>
                    <a:pt x="983" y="843"/>
                  </a:lnTo>
                  <a:lnTo>
                    <a:pt x="762" y="1084"/>
                  </a:lnTo>
                  <a:lnTo>
                    <a:pt x="582" y="1325"/>
                  </a:lnTo>
                  <a:lnTo>
                    <a:pt x="401" y="1605"/>
                  </a:lnTo>
                  <a:lnTo>
                    <a:pt x="261" y="1886"/>
                  </a:lnTo>
                  <a:lnTo>
                    <a:pt x="161" y="2187"/>
                  </a:lnTo>
                  <a:lnTo>
                    <a:pt x="80" y="2488"/>
                  </a:lnTo>
                  <a:lnTo>
                    <a:pt x="20" y="2809"/>
                  </a:lnTo>
                  <a:lnTo>
                    <a:pt x="0" y="3150"/>
                  </a:lnTo>
                  <a:lnTo>
                    <a:pt x="20" y="3470"/>
                  </a:lnTo>
                  <a:lnTo>
                    <a:pt x="60" y="3731"/>
                  </a:lnTo>
                  <a:lnTo>
                    <a:pt x="141" y="3992"/>
                  </a:lnTo>
                  <a:lnTo>
                    <a:pt x="241" y="4253"/>
                  </a:lnTo>
                  <a:lnTo>
                    <a:pt x="361" y="4513"/>
                  </a:lnTo>
                  <a:lnTo>
                    <a:pt x="502" y="4754"/>
                  </a:lnTo>
                  <a:lnTo>
                    <a:pt x="662" y="4974"/>
                  </a:lnTo>
                  <a:lnTo>
                    <a:pt x="863" y="5195"/>
                  </a:lnTo>
                  <a:lnTo>
                    <a:pt x="1083" y="5396"/>
                  </a:lnTo>
                  <a:lnTo>
                    <a:pt x="1304" y="5576"/>
                  </a:lnTo>
                  <a:lnTo>
                    <a:pt x="1565" y="5716"/>
                  </a:lnTo>
                  <a:lnTo>
                    <a:pt x="1845" y="5857"/>
                  </a:lnTo>
                  <a:lnTo>
                    <a:pt x="2126" y="5977"/>
                  </a:lnTo>
                  <a:lnTo>
                    <a:pt x="2447" y="6057"/>
                  </a:lnTo>
                  <a:lnTo>
                    <a:pt x="2768" y="6098"/>
                  </a:lnTo>
                  <a:lnTo>
                    <a:pt x="3109" y="6118"/>
                  </a:lnTo>
                  <a:lnTo>
                    <a:pt x="3470" y="6098"/>
                  </a:lnTo>
                  <a:lnTo>
                    <a:pt x="3670" y="6077"/>
                  </a:lnTo>
                  <a:lnTo>
                    <a:pt x="3891" y="6037"/>
                  </a:lnTo>
                  <a:lnTo>
                    <a:pt x="4091" y="5977"/>
                  </a:lnTo>
                  <a:lnTo>
                    <a:pt x="4272" y="5897"/>
                  </a:lnTo>
                  <a:lnTo>
                    <a:pt x="4472" y="5817"/>
                  </a:lnTo>
                  <a:lnTo>
                    <a:pt x="4653" y="5716"/>
                  </a:lnTo>
                  <a:lnTo>
                    <a:pt x="4813" y="5596"/>
                  </a:lnTo>
                  <a:lnTo>
                    <a:pt x="4974" y="5476"/>
                  </a:lnTo>
                  <a:lnTo>
                    <a:pt x="5134" y="5335"/>
                  </a:lnTo>
                  <a:lnTo>
                    <a:pt x="5275" y="5175"/>
                  </a:lnTo>
                  <a:lnTo>
                    <a:pt x="5415" y="5015"/>
                  </a:lnTo>
                  <a:lnTo>
                    <a:pt x="5535" y="4854"/>
                  </a:lnTo>
                  <a:lnTo>
                    <a:pt x="5656" y="4674"/>
                  </a:lnTo>
                  <a:lnTo>
                    <a:pt x="5756" y="4493"/>
                  </a:lnTo>
                  <a:lnTo>
                    <a:pt x="5856" y="4293"/>
                  </a:lnTo>
                  <a:lnTo>
                    <a:pt x="5936" y="4092"/>
                  </a:lnTo>
                  <a:lnTo>
                    <a:pt x="6037" y="3751"/>
                  </a:lnTo>
                  <a:lnTo>
                    <a:pt x="6097" y="3410"/>
                  </a:lnTo>
                  <a:lnTo>
                    <a:pt x="6117" y="3089"/>
                  </a:lnTo>
                  <a:lnTo>
                    <a:pt x="6097" y="2748"/>
                  </a:lnTo>
                  <a:lnTo>
                    <a:pt x="6057" y="2488"/>
                  </a:lnTo>
                  <a:lnTo>
                    <a:pt x="5997" y="2247"/>
                  </a:lnTo>
                  <a:lnTo>
                    <a:pt x="5916" y="1986"/>
                  </a:lnTo>
                  <a:lnTo>
                    <a:pt x="5816" y="1746"/>
                  </a:lnTo>
                  <a:lnTo>
                    <a:pt x="5696" y="1525"/>
                  </a:lnTo>
                  <a:lnTo>
                    <a:pt x="5555" y="1304"/>
                  </a:lnTo>
                  <a:lnTo>
                    <a:pt x="5395" y="1104"/>
                  </a:lnTo>
                  <a:lnTo>
                    <a:pt x="5214" y="903"/>
                  </a:lnTo>
                  <a:lnTo>
                    <a:pt x="5014" y="743"/>
                  </a:lnTo>
                  <a:lnTo>
                    <a:pt x="4813" y="583"/>
                  </a:lnTo>
                  <a:lnTo>
                    <a:pt x="4593" y="422"/>
                  </a:lnTo>
                  <a:lnTo>
                    <a:pt x="4352" y="302"/>
                  </a:lnTo>
                  <a:lnTo>
                    <a:pt x="4091" y="201"/>
                  </a:lnTo>
                  <a:lnTo>
                    <a:pt x="3831" y="121"/>
                  </a:lnTo>
                  <a:lnTo>
                    <a:pt x="3570" y="61"/>
                  </a:lnTo>
                  <a:lnTo>
                    <a:pt x="3289" y="21"/>
                  </a:lnTo>
                  <a:lnTo>
                    <a:pt x="298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7" name="Google Shape;6737;p31"/>
            <p:cNvSpPr/>
            <p:nvPr/>
          </p:nvSpPr>
          <p:spPr>
            <a:xfrm>
              <a:off x="10355725" y="3329488"/>
              <a:ext cx="152925" cy="152950"/>
            </a:xfrm>
            <a:custGeom>
              <a:avLst/>
              <a:gdLst/>
              <a:ahLst/>
              <a:cxnLst/>
              <a:rect l="l" t="t" r="r" b="b"/>
              <a:pathLst>
                <a:path w="6117" h="6118" fill="none" extrusionOk="0">
                  <a:moveTo>
                    <a:pt x="5936" y="4092"/>
                  </a:moveTo>
                  <a:lnTo>
                    <a:pt x="5936" y="4092"/>
                  </a:lnTo>
                  <a:lnTo>
                    <a:pt x="5856" y="4293"/>
                  </a:lnTo>
                  <a:lnTo>
                    <a:pt x="5756" y="4493"/>
                  </a:lnTo>
                  <a:lnTo>
                    <a:pt x="5656" y="4674"/>
                  </a:lnTo>
                  <a:lnTo>
                    <a:pt x="5535" y="4854"/>
                  </a:lnTo>
                  <a:lnTo>
                    <a:pt x="5415" y="5015"/>
                  </a:lnTo>
                  <a:lnTo>
                    <a:pt x="5275" y="5175"/>
                  </a:lnTo>
                  <a:lnTo>
                    <a:pt x="5134" y="5335"/>
                  </a:lnTo>
                  <a:lnTo>
                    <a:pt x="4974" y="5476"/>
                  </a:lnTo>
                  <a:lnTo>
                    <a:pt x="4813" y="5596"/>
                  </a:lnTo>
                  <a:lnTo>
                    <a:pt x="4653" y="5716"/>
                  </a:lnTo>
                  <a:lnTo>
                    <a:pt x="4472" y="5817"/>
                  </a:lnTo>
                  <a:lnTo>
                    <a:pt x="4272" y="5897"/>
                  </a:lnTo>
                  <a:lnTo>
                    <a:pt x="4091" y="5977"/>
                  </a:lnTo>
                  <a:lnTo>
                    <a:pt x="3891" y="6037"/>
                  </a:lnTo>
                  <a:lnTo>
                    <a:pt x="3670" y="6077"/>
                  </a:lnTo>
                  <a:lnTo>
                    <a:pt x="3470" y="6098"/>
                  </a:lnTo>
                  <a:lnTo>
                    <a:pt x="3470" y="6098"/>
                  </a:lnTo>
                  <a:lnTo>
                    <a:pt x="3109" y="6118"/>
                  </a:lnTo>
                  <a:lnTo>
                    <a:pt x="2768" y="6098"/>
                  </a:lnTo>
                  <a:lnTo>
                    <a:pt x="2447" y="6057"/>
                  </a:lnTo>
                  <a:lnTo>
                    <a:pt x="2126" y="5977"/>
                  </a:lnTo>
                  <a:lnTo>
                    <a:pt x="1845" y="5857"/>
                  </a:lnTo>
                  <a:lnTo>
                    <a:pt x="1565" y="5716"/>
                  </a:lnTo>
                  <a:lnTo>
                    <a:pt x="1304" y="5576"/>
                  </a:lnTo>
                  <a:lnTo>
                    <a:pt x="1083" y="5396"/>
                  </a:lnTo>
                  <a:lnTo>
                    <a:pt x="863" y="5195"/>
                  </a:lnTo>
                  <a:lnTo>
                    <a:pt x="662" y="4974"/>
                  </a:lnTo>
                  <a:lnTo>
                    <a:pt x="502" y="4754"/>
                  </a:lnTo>
                  <a:lnTo>
                    <a:pt x="361" y="4513"/>
                  </a:lnTo>
                  <a:lnTo>
                    <a:pt x="241" y="4253"/>
                  </a:lnTo>
                  <a:lnTo>
                    <a:pt x="141" y="3992"/>
                  </a:lnTo>
                  <a:lnTo>
                    <a:pt x="60" y="3731"/>
                  </a:lnTo>
                  <a:lnTo>
                    <a:pt x="20" y="3470"/>
                  </a:lnTo>
                  <a:lnTo>
                    <a:pt x="20" y="3470"/>
                  </a:lnTo>
                  <a:lnTo>
                    <a:pt x="0" y="3150"/>
                  </a:lnTo>
                  <a:lnTo>
                    <a:pt x="20" y="2809"/>
                  </a:lnTo>
                  <a:lnTo>
                    <a:pt x="80" y="2488"/>
                  </a:lnTo>
                  <a:lnTo>
                    <a:pt x="161" y="2187"/>
                  </a:lnTo>
                  <a:lnTo>
                    <a:pt x="261" y="1886"/>
                  </a:lnTo>
                  <a:lnTo>
                    <a:pt x="401" y="1605"/>
                  </a:lnTo>
                  <a:lnTo>
                    <a:pt x="582" y="1325"/>
                  </a:lnTo>
                  <a:lnTo>
                    <a:pt x="762" y="1084"/>
                  </a:lnTo>
                  <a:lnTo>
                    <a:pt x="983" y="843"/>
                  </a:lnTo>
                  <a:lnTo>
                    <a:pt x="1224" y="643"/>
                  </a:lnTo>
                  <a:lnTo>
                    <a:pt x="1464" y="462"/>
                  </a:lnTo>
                  <a:lnTo>
                    <a:pt x="1745" y="302"/>
                  </a:lnTo>
                  <a:lnTo>
                    <a:pt x="2046" y="181"/>
                  </a:lnTo>
                  <a:lnTo>
                    <a:pt x="2347" y="81"/>
                  </a:lnTo>
                  <a:lnTo>
                    <a:pt x="2668" y="21"/>
                  </a:lnTo>
                  <a:lnTo>
                    <a:pt x="2988" y="1"/>
                  </a:lnTo>
                  <a:lnTo>
                    <a:pt x="2988" y="1"/>
                  </a:lnTo>
                  <a:lnTo>
                    <a:pt x="3289" y="21"/>
                  </a:lnTo>
                  <a:lnTo>
                    <a:pt x="3289" y="21"/>
                  </a:lnTo>
                  <a:lnTo>
                    <a:pt x="3570" y="61"/>
                  </a:lnTo>
                  <a:lnTo>
                    <a:pt x="3831" y="121"/>
                  </a:lnTo>
                  <a:lnTo>
                    <a:pt x="4091" y="201"/>
                  </a:lnTo>
                  <a:lnTo>
                    <a:pt x="4352" y="302"/>
                  </a:lnTo>
                  <a:lnTo>
                    <a:pt x="4593" y="422"/>
                  </a:lnTo>
                  <a:lnTo>
                    <a:pt x="4813" y="583"/>
                  </a:lnTo>
                  <a:lnTo>
                    <a:pt x="5014" y="743"/>
                  </a:lnTo>
                  <a:lnTo>
                    <a:pt x="5214" y="903"/>
                  </a:lnTo>
                  <a:lnTo>
                    <a:pt x="5395" y="1104"/>
                  </a:lnTo>
                  <a:lnTo>
                    <a:pt x="5555" y="1304"/>
                  </a:lnTo>
                  <a:lnTo>
                    <a:pt x="5696" y="1525"/>
                  </a:lnTo>
                  <a:lnTo>
                    <a:pt x="5816" y="1746"/>
                  </a:lnTo>
                  <a:lnTo>
                    <a:pt x="5916" y="1986"/>
                  </a:lnTo>
                  <a:lnTo>
                    <a:pt x="5997" y="2247"/>
                  </a:lnTo>
                  <a:lnTo>
                    <a:pt x="6057" y="2488"/>
                  </a:lnTo>
                  <a:lnTo>
                    <a:pt x="6097" y="2748"/>
                  </a:lnTo>
                  <a:lnTo>
                    <a:pt x="6097" y="2748"/>
                  </a:lnTo>
                  <a:lnTo>
                    <a:pt x="6117" y="3089"/>
                  </a:lnTo>
                  <a:lnTo>
                    <a:pt x="6097" y="3410"/>
                  </a:lnTo>
                  <a:lnTo>
                    <a:pt x="6037" y="3751"/>
                  </a:lnTo>
                  <a:lnTo>
                    <a:pt x="5936" y="4092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8" name="Google Shape;6738;p31"/>
            <p:cNvSpPr/>
            <p:nvPr/>
          </p:nvSpPr>
          <p:spPr>
            <a:xfrm>
              <a:off x="10355725" y="3329488"/>
              <a:ext cx="152925" cy="152950"/>
            </a:xfrm>
            <a:custGeom>
              <a:avLst/>
              <a:gdLst/>
              <a:ahLst/>
              <a:cxnLst/>
              <a:rect l="l" t="t" r="r" b="b"/>
              <a:pathLst>
                <a:path w="6117" h="6118" extrusionOk="0">
                  <a:moveTo>
                    <a:pt x="2988" y="1"/>
                  </a:moveTo>
                  <a:lnTo>
                    <a:pt x="2688" y="21"/>
                  </a:lnTo>
                  <a:lnTo>
                    <a:pt x="2387" y="81"/>
                  </a:lnTo>
                  <a:lnTo>
                    <a:pt x="2086" y="161"/>
                  </a:lnTo>
                  <a:lnTo>
                    <a:pt x="1825" y="262"/>
                  </a:lnTo>
                  <a:lnTo>
                    <a:pt x="1565" y="402"/>
                  </a:lnTo>
                  <a:lnTo>
                    <a:pt x="1304" y="562"/>
                  </a:lnTo>
                  <a:lnTo>
                    <a:pt x="1083" y="763"/>
                  </a:lnTo>
                  <a:lnTo>
                    <a:pt x="863" y="964"/>
                  </a:lnTo>
                  <a:lnTo>
                    <a:pt x="682" y="1184"/>
                  </a:lnTo>
                  <a:lnTo>
                    <a:pt x="502" y="1425"/>
                  </a:lnTo>
                  <a:lnTo>
                    <a:pt x="361" y="1686"/>
                  </a:lnTo>
                  <a:lnTo>
                    <a:pt x="241" y="1946"/>
                  </a:lnTo>
                  <a:lnTo>
                    <a:pt x="141" y="2247"/>
                  </a:lnTo>
                  <a:lnTo>
                    <a:pt x="60" y="2528"/>
                  </a:lnTo>
                  <a:lnTo>
                    <a:pt x="20" y="2829"/>
                  </a:lnTo>
                  <a:lnTo>
                    <a:pt x="0" y="3150"/>
                  </a:lnTo>
                  <a:lnTo>
                    <a:pt x="20" y="3470"/>
                  </a:lnTo>
                  <a:lnTo>
                    <a:pt x="60" y="3731"/>
                  </a:lnTo>
                  <a:lnTo>
                    <a:pt x="121" y="3972"/>
                  </a:lnTo>
                  <a:lnTo>
                    <a:pt x="221" y="4212"/>
                  </a:lnTo>
                  <a:lnTo>
                    <a:pt x="321" y="4453"/>
                  </a:lnTo>
                  <a:lnTo>
                    <a:pt x="462" y="4674"/>
                  </a:lnTo>
                  <a:lnTo>
                    <a:pt x="602" y="4894"/>
                  </a:lnTo>
                  <a:lnTo>
                    <a:pt x="782" y="5095"/>
                  </a:lnTo>
                  <a:lnTo>
                    <a:pt x="963" y="5295"/>
                  </a:lnTo>
                  <a:lnTo>
                    <a:pt x="1183" y="5476"/>
                  </a:lnTo>
                  <a:lnTo>
                    <a:pt x="1404" y="5636"/>
                  </a:lnTo>
                  <a:lnTo>
                    <a:pt x="1665" y="5777"/>
                  </a:lnTo>
                  <a:lnTo>
                    <a:pt x="1925" y="5897"/>
                  </a:lnTo>
                  <a:lnTo>
                    <a:pt x="2186" y="5997"/>
                  </a:lnTo>
                  <a:lnTo>
                    <a:pt x="2487" y="6057"/>
                  </a:lnTo>
                  <a:lnTo>
                    <a:pt x="2788" y="6118"/>
                  </a:lnTo>
                  <a:lnTo>
                    <a:pt x="3109" y="6118"/>
                  </a:lnTo>
                  <a:lnTo>
                    <a:pt x="3470" y="6098"/>
                  </a:lnTo>
                  <a:lnTo>
                    <a:pt x="3670" y="6077"/>
                  </a:lnTo>
                  <a:lnTo>
                    <a:pt x="3891" y="6037"/>
                  </a:lnTo>
                  <a:lnTo>
                    <a:pt x="4091" y="5977"/>
                  </a:lnTo>
                  <a:lnTo>
                    <a:pt x="4272" y="5897"/>
                  </a:lnTo>
                  <a:lnTo>
                    <a:pt x="4472" y="5817"/>
                  </a:lnTo>
                  <a:lnTo>
                    <a:pt x="4653" y="5716"/>
                  </a:lnTo>
                  <a:lnTo>
                    <a:pt x="4813" y="5596"/>
                  </a:lnTo>
                  <a:lnTo>
                    <a:pt x="4974" y="5476"/>
                  </a:lnTo>
                  <a:lnTo>
                    <a:pt x="5134" y="5335"/>
                  </a:lnTo>
                  <a:lnTo>
                    <a:pt x="5275" y="5175"/>
                  </a:lnTo>
                  <a:lnTo>
                    <a:pt x="5415" y="5015"/>
                  </a:lnTo>
                  <a:lnTo>
                    <a:pt x="5535" y="4854"/>
                  </a:lnTo>
                  <a:lnTo>
                    <a:pt x="5656" y="4674"/>
                  </a:lnTo>
                  <a:lnTo>
                    <a:pt x="5756" y="4493"/>
                  </a:lnTo>
                  <a:lnTo>
                    <a:pt x="5856" y="4293"/>
                  </a:lnTo>
                  <a:lnTo>
                    <a:pt x="5936" y="4092"/>
                  </a:lnTo>
                  <a:lnTo>
                    <a:pt x="6017" y="3831"/>
                  </a:lnTo>
                  <a:lnTo>
                    <a:pt x="6077" y="3571"/>
                  </a:lnTo>
                  <a:lnTo>
                    <a:pt x="6097" y="3310"/>
                  </a:lnTo>
                  <a:lnTo>
                    <a:pt x="6117" y="3049"/>
                  </a:lnTo>
                  <a:lnTo>
                    <a:pt x="6097" y="2748"/>
                  </a:lnTo>
                  <a:lnTo>
                    <a:pt x="6017" y="2949"/>
                  </a:lnTo>
                  <a:lnTo>
                    <a:pt x="5936" y="3150"/>
                  </a:lnTo>
                  <a:lnTo>
                    <a:pt x="5836" y="3330"/>
                  </a:lnTo>
                  <a:lnTo>
                    <a:pt x="5716" y="3510"/>
                  </a:lnTo>
                  <a:lnTo>
                    <a:pt x="5595" y="3671"/>
                  </a:lnTo>
                  <a:lnTo>
                    <a:pt x="5455" y="3831"/>
                  </a:lnTo>
                  <a:lnTo>
                    <a:pt x="5315" y="3992"/>
                  </a:lnTo>
                  <a:lnTo>
                    <a:pt x="5154" y="4112"/>
                  </a:lnTo>
                  <a:lnTo>
                    <a:pt x="4994" y="4232"/>
                  </a:lnTo>
                  <a:lnTo>
                    <a:pt x="4833" y="4353"/>
                  </a:lnTo>
                  <a:lnTo>
                    <a:pt x="4653" y="4453"/>
                  </a:lnTo>
                  <a:lnTo>
                    <a:pt x="4452" y="4533"/>
                  </a:lnTo>
                  <a:lnTo>
                    <a:pt x="4272" y="4593"/>
                  </a:lnTo>
                  <a:lnTo>
                    <a:pt x="4071" y="4634"/>
                  </a:lnTo>
                  <a:lnTo>
                    <a:pt x="3871" y="4654"/>
                  </a:lnTo>
                  <a:lnTo>
                    <a:pt x="3670" y="4674"/>
                  </a:lnTo>
                  <a:lnTo>
                    <a:pt x="3510" y="4674"/>
                  </a:lnTo>
                  <a:lnTo>
                    <a:pt x="3349" y="4654"/>
                  </a:lnTo>
                  <a:lnTo>
                    <a:pt x="3189" y="4613"/>
                  </a:lnTo>
                  <a:lnTo>
                    <a:pt x="3028" y="4573"/>
                  </a:lnTo>
                  <a:lnTo>
                    <a:pt x="2868" y="4513"/>
                  </a:lnTo>
                  <a:lnTo>
                    <a:pt x="2708" y="4453"/>
                  </a:lnTo>
                  <a:lnTo>
                    <a:pt x="2527" y="4353"/>
                  </a:lnTo>
                  <a:lnTo>
                    <a:pt x="2367" y="4253"/>
                  </a:lnTo>
                  <a:lnTo>
                    <a:pt x="2226" y="4152"/>
                  </a:lnTo>
                  <a:lnTo>
                    <a:pt x="2086" y="4032"/>
                  </a:lnTo>
                  <a:lnTo>
                    <a:pt x="1946" y="3892"/>
                  </a:lnTo>
                  <a:lnTo>
                    <a:pt x="1825" y="3751"/>
                  </a:lnTo>
                  <a:lnTo>
                    <a:pt x="1725" y="3611"/>
                  </a:lnTo>
                  <a:lnTo>
                    <a:pt x="1625" y="3450"/>
                  </a:lnTo>
                  <a:lnTo>
                    <a:pt x="1524" y="3270"/>
                  </a:lnTo>
                  <a:lnTo>
                    <a:pt x="1464" y="3109"/>
                  </a:lnTo>
                  <a:lnTo>
                    <a:pt x="1404" y="2929"/>
                  </a:lnTo>
                  <a:lnTo>
                    <a:pt x="1344" y="2748"/>
                  </a:lnTo>
                  <a:lnTo>
                    <a:pt x="1324" y="2568"/>
                  </a:lnTo>
                  <a:lnTo>
                    <a:pt x="1304" y="2387"/>
                  </a:lnTo>
                  <a:lnTo>
                    <a:pt x="1304" y="2187"/>
                  </a:lnTo>
                  <a:lnTo>
                    <a:pt x="1304" y="2006"/>
                  </a:lnTo>
                  <a:lnTo>
                    <a:pt x="1344" y="1826"/>
                  </a:lnTo>
                  <a:lnTo>
                    <a:pt x="1384" y="1645"/>
                  </a:lnTo>
                  <a:lnTo>
                    <a:pt x="1484" y="1345"/>
                  </a:lnTo>
                  <a:lnTo>
                    <a:pt x="1625" y="1084"/>
                  </a:lnTo>
                  <a:lnTo>
                    <a:pt x="1805" y="843"/>
                  </a:lnTo>
                  <a:lnTo>
                    <a:pt x="1986" y="643"/>
                  </a:lnTo>
                  <a:lnTo>
                    <a:pt x="2226" y="442"/>
                  </a:lnTo>
                  <a:lnTo>
                    <a:pt x="2467" y="282"/>
                  </a:lnTo>
                  <a:lnTo>
                    <a:pt x="2708" y="141"/>
                  </a:lnTo>
                  <a:lnTo>
                    <a:pt x="2988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9" name="Google Shape;6739;p31"/>
            <p:cNvSpPr/>
            <p:nvPr/>
          </p:nvSpPr>
          <p:spPr>
            <a:xfrm>
              <a:off x="10355725" y="3329488"/>
              <a:ext cx="152925" cy="152950"/>
            </a:xfrm>
            <a:custGeom>
              <a:avLst/>
              <a:gdLst/>
              <a:ahLst/>
              <a:cxnLst/>
              <a:rect l="l" t="t" r="r" b="b"/>
              <a:pathLst>
                <a:path w="6117" h="6118" fill="none" extrusionOk="0">
                  <a:moveTo>
                    <a:pt x="2988" y="1"/>
                  </a:moveTo>
                  <a:lnTo>
                    <a:pt x="2988" y="1"/>
                  </a:lnTo>
                  <a:lnTo>
                    <a:pt x="2688" y="21"/>
                  </a:lnTo>
                  <a:lnTo>
                    <a:pt x="2387" y="81"/>
                  </a:lnTo>
                  <a:lnTo>
                    <a:pt x="2086" y="161"/>
                  </a:lnTo>
                  <a:lnTo>
                    <a:pt x="1825" y="262"/>
                  </a:lnTo>
                  <a:lnTo>
                    <a:pt x="1565" y="402"/>
                  </a:lnTo>
                  <a:lnTo>
                    <a:pt x="1304" y="562"/>
                  </a:lnTo>
                  <a:lnTo>
                    <a:pt x="1083" y="763"/>
                  </a:lnTo>
                  <a:lnTo>
                    <a:pt x="863" y="964"/>
                  </a:lnTo>
                  <a:lnTo>
                    <a:pt x="682" y="1184"/>
                  </a:lnTo>
                  <a:lnTo>
                    <a:pt x="502" y="1425"/>
                  </a:lnTo>
                  <a:lnTo>
                    <a:pt x="361" y="1686"/>
                  </a:lnTo>
                  <a:lnTo>
                    <a:pt x="241" y="1946"/>
                  </a:lnTo>
                  <a:lnTo>
                    <a:pt x="141" y="2247"/>
                  </a:lnTo>
                  <a:lnTo>
                    <a:pt x="60" y="2528"/>
                  </a:lnTo>
                  <a:lnTo>
                    <a:pt x="20" y="2829"/>
                  </a:lnTo>
                  <a:lnTo>
                    <a:pt x="0" y="3150"/>
                  </a:lnTo>
                  <a:lnTo>
                    <a:pt x="0" y="3150"/>
                  </a:lnTo>
                  <a:lnTo>
                    <a:pt x="20" y="3470"/>
                  </a:lnTo>
                  <a:lnTo>
                    <a:pt x="20" y="3470"/>
                  </a:lnTo>
                  <a:lnTo>
                    <a:pt x="60" y="3731"/>
                  </a:lnTo>
                  <a:lnTo>
                    <a:pt x="121" y="3972"/>
                  </a:lnTo>
                  <a:lnTo>
                    <a:pt x="221" y="4212"/>
                  </a:lnTo>
                  <a:lnTo>
                    <a:pt x="321" y="4453"/>
                  </a:lnTo>
                  <a:lnTo>
                    <a:pt x="462" y="4674"/>
                  </a:lnTo>
                  <a:lnTo>
                    <a:pt x="602" y="4894"/>
                  </a:lnTo>
                  <a:lnTo>
                    <a:pt x="782" y="5095"/>
                  </a:lnTo>
                  <a:lnTo>
                    <a:pt x="963" y="5295"/>
                  </a:lnTo>
                  <a:lnTo>
                    <a:pt x="1183" y="5476"/>
                  </a:lnTo>
                  <a:lnTo>
                    <a:pt x="1404" y="5636"/>
                  </a:lnTo>
                  <a:lnTo>
                    <a:pt x="1665" y="5777"/>
                  </a:lnTo>
                  <a:lnTo>
                    <a:pt x="1925" y="5897"/>
                  </a:lnTo>
                  <a:lnTo>
                    <a:pt x="2186" y="5997"/>
                  </a:lnTo>
                  <a:lnTo>
                    <a:pt x="2487" y="6057"/>
                  </a:lnTo>
                  <a:lnTo>
                    <a:pt x="2788" y="6118"/>
                  </a:lnTo>
                  <a:lnTo>
                    <a:pt x="3109" y="6118"/>
                  </a:lnTo>
                  <a:lnTo>
                    <a:pt x="3109" y="6118"/>
                  </a:lnTo>
                  <a:lnTo>
                    <a:pt x="3470" y="6098"/>
                  </a:lnTo>
                  <a:lnTo>
                    <a:pt x="3470" y="6098"/>
                  </a:lnTo>
                  <a:lnTo>
                    <a:pt x="3670" y="6077"/>
                  </a:lnTo>
                  <a:lnTo>
                    <a:pt x="3891" y="6037"/>
                  </a:lnTo>
                  <a:lnTo>
                    <a:pt x="4091" y="5977"/>
                  </a:lnTo>
                  <a:lnTo>
                    <a:pt x="4272" y="5897"/>
                  </a:lnTo>
                  <a:lnTo>
                    <a:pt x="4472" y="5817"/>
                  </a:lnTo>
                  <a:lnTo>
                    <a:pt x="4653" y="5716"/>
                  </a:lnTo>
                  <a:lnTo>
                    <a:pt x="4813" y="5596"/>
                  </a:lnTo>
                  <a:lnTo>
                    <a:pt x="4974" y="5476"/>
                  </a:lnTo>
                  <a:lnTo>
                    <a:pt x="5134" y="5335"/>
                  </a:lnTo>
                  <a:lnTo>
                    <a:pt x="5275" y="5175"/>
                  </a:lnTo>
                  <a:lnTo>
                    <a:pt x="5415" y="5015"/>
                  </a:lnTo>
                  <a:lnTo>
                    <a:pt x="5535" y="4854"/>
                  </a:lnTo>
                  <a:lnTo>
                    <a:pt x="5656" y="4674"/>
                  </a:lnTo>
                  <a:lnTo>
                    <a:pt x="5756" y="4493"/>
                  </a:lnTo>
                  <a:lnTo>
                    <a:pt x="5856" y="4293"/>
                  </a:lnTo>
                  <a:lnTo>
                    <a:pt x="5936" y="4092"/>
                  </a:lnTo>
                  <a:lnTo>
                    <a:pt x="5936" y="4092"/>
                  </a:lnTo>
                  <a:lnTo>
                    <a:pt x="6017" y="3831"/>
                  </a:lnTo>
                  <a:lnTo>
                    <a:pt x="6077" y="3571"/>
                  </a:lnTo>
                  <a:lnTo>
                    <a:pt x="6097" y="3310"/>
                  </a:lnTo>
                  <a:lnTo>
                    <a:pt x="6117" y="3049"/>
                  </a:lnTo>
                  <a:lnTo>
                    <a:pt x="6117" y="3049"/>
                  </a:lnTo>
                  <a:lnTo>
                    <a:pt x="6097" y="2748"/>
                  </a:lnTo>
                  <a:lnTo>
                    <a:pt x="6097" y="2748"/>
                  </a:lnTo>
                  <a:lnTo>
                    <a:pt x="6097" y="2748"/>
                  </a:lnTo>
                  <a:lnTo>
                    <a:pt x="6017" y="2949"/>
                  </a:lnTo>
                  <a:lnTo>
                    <a:pt x="5936" y="3150"/>
                  </a:lnTo>
                  <a:lnTo>
                    <a:pt x="5836" y="3330"/>
                  </a:lnTo>
                  <a:lnTo>
                    <a:pt x="5716" y="3510"/>
                  </a:lnTo>
                  <a:lnTo>
                    <a:pt x="5595" y="3671"/>
                  </a:lnTo>
                  <a:lnTo>
                    <a:pt x="5455" y="3831"/>
                  </a:lnTo>
                  <a:lnTo>
                    <a:pt x="5315" y="3992"/>
                  </a:lnTo>
                  <a:lnTo>
                    <a:pt x="5154" y="4112"/>
                  </a:lnTo>
                  <a:lnTo>
                    <a:pt x="4994" y="4232"/>
                  </a:lnTo>
                  <a:lnTo>
                    <a:pt x="4833" y="4353"/>
                  </a:lnTo>
                  <a:lnTo>
                    <a:pt x="4653" y="4453"/>
                  </a:lnTo>
                  <a:lnTo>
                    <a:pt x="4452" y="4533"/>
                  </a:lnTo>
                  <a:lnTo>
                    <a:pt x="4272" y="4593"/>
                  </a:lnTo>
                  <a:lnTo>
                    <a:pt x="4071" y="4634"/>
                  </a:lnTo>
                  <a:lnTo>
                    <a:pt x="3871" y="4654"/>
                  </a:lnTo>
                  <a:lnTo>
                    <a:pt x="3670" y="4674"/>
                  </a:lnTo>
                  <a:lnTo>
                    <a:pt x="3670" y="4674"/>
                  </a:lnTo>
                  <a:lnTo>
                    <a:pt x="3510" y="4674"/>
                  </a:lnTo>
                  <a:lnTo>
                    <a:pt x="3349" y="4654"/>
                  </a:lnTo>
                  <a:lnTo>
                    <a:pt x="3189" y="4613"/>
                  </a:lnTo>
                  <a:lnTo>
                    <a:pt x="3028" y="4573"/>
                  </a:lnTo>
                  <a:lnTo>
                    <a:pt x="2868" y="4513"/>
                  </a:lnTo>
                  <a:lnTo>
                    <a:pt x="2708" y="4453"/>
                  </a:lnTo>
                  <a:lnTo>
                    <a:pt x="2527" y="4353"/>
                  </a:lnTo>
                  <a:lnTo>
                    <a:pt x="2367" y="4253"/>
                  </a:lnTo>
                  <a:lnTo>
                    <a:pt x="2367" y="4253"/>
                  </a:lnTo>
                  <a:lnTo>
                    <a:pt x="2226" y="4152"/>
                  </a:lnTo>
                  <a:lnTo>
                    <a:pt x="2086" y="4032"/>
                  </a:lnTo>
                  <a:lnTo>
                    <a:pt x="1946" y="3892"/>
                  </a:lnTo>
                  <a:lnTo>
                    <a:pt x="1825" y="3751"/>
                  </a:lnTo>
                  <a:lnTo>
                    <a:pt x="1725" y="3611"/>
                  </a:lnTo>
                  <a:lnTo>
                    <a:pt x="1625" y="3450"/>
                  </a:lnTo>
                  <a:lnTo>
                    <a:pt x="1524" y="3270"/>
                  </a:lnTo>
                  <a:lnTo>
                    <a:pt x="1464" y="3109"/>
                  </a:lnTo>
                  <a:lnTo>
                    <a:pt x="1404" y="2929"/>
                  </a:lnTo>
                  <a:lnTo>
                    <a:pt x="1344" y="2748"/>
                  </a:lnTo>
                  <a:lnTo>
                    <a:pt x="1324" y="2568"/>
                  </a:lnTo>
                  <a:lnTo>
                    <a:pt x="1304" y="2387"/>
                  </a:lnTo>
                  <a:lnTo>
                    <a:pt x="1304" y="2187"/>
                  </a:lnTo>
                  <a:lnTo>
                    <a:pt x="1304" y="2006"/>
                  </a:lnTo>
                  <a:lnTo>
                    <a:pt x="1344" y="1826"/>
                  </a:lnTo>
                  <a:lnTo>
                    <a:pt x="1384" y="1645"/>
                  </a:lnTo>
                  <a:lnTo>
                    <a:pt x="1384" y="1645"/>
                  </a:lnTo>
                  <a:lnTo>
                    <a:pt x="1484" y="1345"/>
                  </a:lnTo>
                  <a:lnTo>
                    <a:pt x="1625" y="1084"/>
                  </a:lnTo>
                  <a:lnTo>
                    <a:pt x="1805" y="843"/>
                  </a:lnTo>
                  <a:lnTo>
                    <a:pt x="1986" y="643"/>
                  </a:lnTo>
                  <a:lnTo>
                    <a:pt x="2226" y="442"/>
                  </a:lnTo>
                  <a:lnTo>
                    <a:pt x="2467" y="282"/>
                  </a:lnTo>
                  <a:lnTo>
                    <a:pt x="2708" y="141"/>
                  </a:lnTo>
                  <a:lnTo>
                    <a:pt x="2988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0" name="Google Shape;6740;p31"/>
            <p:cNvSpPr/>
            <p:nvPr/>
          </p:nvSpPr>
          <p:spPr>
            <a:xfrm>
              <a:off x="10460000" y="3355563"/>
              <a:ext cx="18575" cy="19075"/>
            </a:xfrm>
            <a:custGeom>
              <a:avLst/>
              <a:gdLst/>
              <a:ahLst/>
              <a:cxnLst/>
              <a:rect l="l" t="t" r="r" b="b"/>
              <a:pathLst>
                <a:path w="743" h="763" extrusionOk="0">
                  <a:moveTo>
                    <a:pt x="382" y="1"/>
                  </a:moveTo>
                  <a:lnTo>
                    <a:pt x="281" y="21"/>
                  </a:lnTo>
                  <a:lnTo>
                    <a:pt x="221" y="41"/>
                  </a:lnTo>
                  <a:lnTo>
                    <a:pt x="161" y="81"/>
                  </a:lnTo>
                  <a:lnTo>
                    <a:pt x="101" y="121"/>
                  </a:lnTo>
                  <a:lnTo>
                    <a:pt x="61" y="181"/>
                  </a:lnTo>
                  <a:lnTo>
                    <a:pt x="21" y="241"/>
                  </a:lnTo>
                  <a:lnTo>
                    <a:pt x="1" y="382"/>
                  </a:lnTo>
                  <a:lnTo>
                    <a:pt x="21" y="522"/>
                  </a:lnTo>
                  <a:lnTo>
                    <a:pt x="61" y="582"/>
                  </a:lnTo>
                  <a:lnTo>
                    <a:pt x="101" y="643"/>
                  </a:lnTo>
                  <a:lnTo>
                    <a:pt x="161" y="703"/>
                  </a:lnTo>
                  <a:lnTo>
                    <a:pt x="221" y="743"/>
                  </a:lnTo>
                  <a:lnTo>
                    <a:pt x="281" y="763"/>
                  </a:lnTo>
                  <a:lnTo>
                    <a:pt x="462" y="763"/>
                  </a:lnTo>
                  <a:lnTo>
                    <a:pt x="542" y="743"/>
                  </a:lnTo>
                  <a:lnTo>
                    <a:pt x="602" y="703"/>
                  </a:lnTo>
                  <a:lnTo>
                    <a:pt x="662" y="643"/>
                  </a:lnTo>
                  <a:lnTo>
                    <a:pt x="702" y="582"/>
                  </a:lnTo>
                  <a:lnTo>
                    <a:pt x="723" y="522"/>
                  </a:lnTo>
                  <a:lnTo>
                    <a:pt x="743" y="382"/>
                  </a:lnTo>
                  <a:lnTo>
                    <a:pt x="723" y="241"/>
                  </a:lnTo>
                  <a:lnTo>
                    <a:pt x="702" y="181"/>
                  </a:lnTo>
                  <a:lnTo>
                    <a:pt x="662" y="121"/>
                  </a:lnTo>
                  <a:lnTo>
                    <a:pt x="602" y="81"/>
                  </a:lnTo>
                  <a:lnTo>
                    <a:pt x="542" y="41"/>
                  </a:lnTo>
                  <a:lnTo>
                    <a:pt x="462" y="21"/>
                  </a:lnTo>
                  <a:lnTo>
                    <a:pt x="38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1" name="Google Shape;6741;p31"/>
            <p:cNvSpPr/>
            <p:nvPr/>
          </p:nvSpPr>
          <p:spPr>
            <a:xfrm>
              <a:off x="10614425" y="3376638"/>
              <a:ext cx="130375" cy="59175"/>
            </a:xfrm>
            <a:custGeom>
              <a:avLst/>
              <a:gdLst/>
              <a:ahLst/>
              <a:cxnLst/>
              <a:rect l="l" t="t" r="r" b="b"/>
              <a:pathLst>
                <a:path w="5215" h="2367" extrusionOk="0">
                  <a:moveTo>
                    <a:pt x="1083" y="0"/>
                  </a:moveTo>
                  <a:lnTo>
                    <a:pt x="963" y="20"/>
                  </a:lnTo>
                  <a:lnTo>
                    <a:pt x="742" y="80"/>
                  </a:lnTo>
                  <a:lnTo>
                    <a:pt x="542" y="201"/>
                  </a:lnTo>
                  <a:lnTo>
                    <a:pt x="361" y="341"/>
                  </a:lnTo>
                  <a:lnTo>
                    <a:pt x="221" y="521"/>
                  </a:lnTo>
                  <a:lnTo>
                    <a:pt x="101" y="722"/>
                  </a:lnTo>
                  <a:lnTo>
                    <a:pt x="40" y="943"/>
                  </a:lnTo>
                  <a:lnTo>
                    <a:pt x="20" y="1063"/>
                  </a:lnTo>
                  <a:lnTo>
                    <a:pt x="0" y="1183"/>
                  </a:lnTo>
                  <a:lnTo>
                    <a:pt x="20" y="1304"/>
                  </a:lnTo>
                  <a:lnTo>
                    <a:pt x="40" y="1424"/>
                  </a:lnTo>
                  <a:lnTo>
                    <a:pt x="101" y="1645"/>
                  </a:lnTo>
                  <a:lnTo>
                    <a:pt x="201" y="1845"/>
                  </a:lnTo>
                  <a:lnTo>
                    <a:pt x="361" y="2026"/>
                  </a:lnTo>
                  <a:lnTo>
                    <a:pt x="522" y="2166"/>
                  </a:lnTo>
                  <a:lnTo>
                    <a:pt x="742" y="2286"/>
                  </a:lnTo>
                  <a:lnTo>
                    <a:pt x="963" y="2346"/>
                  </a:lnTo>
                  <a:lnTo>
                    <a:pt x="1083" y="2367"/>
                  </a:lnTo>
                  <a:lnTo>
                    <a:pt x="4152" y="2367"/>
                  </a:lnTo>
                  <a:lnTo>
                    <a:pt x="4272" y="2346"/>
                  </a:lnTo>
                  <a:lnTo>
                    <a:pt x="4493" y="2286"/>
                  </a:lnTo>
                  <a:lnTo>
                    <a:pt x="4693" y="2166"/>
                  </a:lnTo>
                  <a:lnTo>
                    <a:pt x="4874" y="2026"/>
                  </a:lnTo>
                  <a:lnTo>
                    <a:pt x="4974" y="1885"/>
                  </a:lnTo>
                  <a:lnTo>
                    <a:pt x="5074" y="1745"/>
                  </a:lnTo>
                  <a:lnTo>
                    <a:pt x="5134" y="1584"/>
                  </a:lnTo>
                  <a:lnTo>
                    <a:pt x="5194" y="1424"/>
                  </a:lnTo>
                  <a:lnTo>
                    <a:pt x="5215" y="1304"/>
                  </a:lnTo>
                  <a:lnTo>
                    <a:pt x="5215" y="1183"/>
                  </a:lnTo>
                  <a:lnTo>
                    <a:pt x="5215" y="1063"/>
                  </a:lnTo>
                  <a:lnTo>
                    <a:pt x="5194" y="943"/>
                  </a:lnTo>
                  <a:lnTo>
                    <a:pt x="5114" y="722"/>
                  </a:lnTo>
                  <a:lnTo>
                    <a:pt x="5014" y="521"/>
                  </a:lnTo>
                  <a:lnTo>
                    <a:pt x="4874" y="341"/>
                  </a:lnTo>
                  <a:lnTo>
                    <a:pt x="4693" y="201"/>
                  </a:lnTo>
                  <a:lnTo>
                    <a:pt x="4493" y="80"/>
                  </a:lnTo>
                  <a:lnTo>
                    <a:pt x="4272" y="20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2" name="Google Shape;6742;p31"/>
            <p:cNvSpPr/>
            <p:nvPr/>
          </p:nvSpPr>
          <p:spPr>
            <a:xfrm>
              <a:off x="10614425" y="3376638"/>
              <a:ext cx="130375" cy="59175"/>
            </a:xfrm>
            <a:custGeom>
              <a:avLst/>
              <a:gdLst/>
              <a:ahLst/>
              <a:cxnLst/>
              <a:rect l="l" t="t" r="r" b="b"/>
              <a:pathLst>
                <a:path w="5215" h="2367" fill="none" extrusionOk="0">
                  <a:moveTo>
                    <a:pt x="5215" y="1183"/>
                  </a:moveTo>
                  <a:lnTo>
                    <a:pt x="5215" y="1183"/>
                  </a:lnTo>
                  <a:lnTo>
                    <a:pt x="5215" y="1304"/>
                  </a:lnTo>
                  <a:lnTo>
                    <a:pt x="5194" y="1424"/>
                  </a:lnTo>
                  <a:lnTo>
                    <a:pt x="5194" y="1424"/>
                  </a:lnTo>
                  <a:lnTo>
                    <a:pt x="5134" y="1584"/>
                  </a:lnTo>
                  <a:lnTo>
                    <a:pt x="5074" y="1745"/>
                  </a:lnTo>
                  <a:lnTo>
                    <a:pt x="4974" y="1885"/>
                  </a:lnTo>
                  <a:lnTo>
                    <a:pt x="4874" y="2026"/>
                  </a:lnTo>
                  <a:lnTo>
                    <a:pt x="4874" y="2026"/>
                  </a:lnTo>
                  <a:lnTo>
                    <a:pt x="4693" y="2166"/>
                  </a:lnTo>
                  <a:lnTo>
                    <a:pt x="4493" y="2286"/>
                  </a:lnTo>
                  <a:lnTo>
                    <a:pt x="4272" y="2346"/>
                  </a:lnTo>
                  <a:lnTo>
                    <a:pt x="4152" y="2367"/>
                  </a:lnTo>
                  <a:lnTo>
                    <a:pt x="4031" y="2367"/>
                  </a:lnTo>
                  <a:lnTo>
                    <a:pt x="1204" y="2367"/>
                  </a:lnTo>
                  <a:lnTo>
                    <a:pt x="1204" y="2367"/>
                  </a:lnTo>
                  <a:lnTo>
                    <a:pt x="1083" y="2367"/>
                  </a:lnTo>
                  <a:lnTo>
                    <a:pt x="963" y="2346"/>
                  </a:lnTo>
                  <a:lnTo>
                    <a:pt x="742" y="2286"/>
                  </a:lnTo>
                  <a:lnTo>
                    <a:pt x="522" y="2166"/>
                  </a:lnTo>
                  <a:lnTo>
                    <a:pt x="361" y="2026"/>
                  </a:lnTo>
                  <a:lnTo>
                    <a:pt x="201" y="1845"/>
                  </a:lnTo>
                  <a:lnTo>
                    <a:pt x="101" y="1645"/>
                  </a:lnTo>
                  <a:lnTo>
                    <a:pt x="40" y="1424"/>
                  </a:lnTo>
                  <a:lnTo>
                    <a:pt x="20" y="1304"/>
                  </a:lnTo>
                  <a:lnTo>
                    <a:pt x="0" y="1183"/>
                  </a:lnTo>
                  <a:lnTo>
                    <a:pt x="0" y="1183"/>
                  </a:lnTo>
                  <a:lnTo>
                    <a:pt x="20" y="1063"/>
                  </a:lnTo>
                  <a:lnTo>
                    <a:pt x="40" y="943"/>
                  </a:lnTo>
                  <a:lnTo>
                    <a:pt x="101" y="722"/>
                  </a:lnTo>
                  <a:lnTo>
                    <a:pt x="221" y="521"/>
                  </a:lnTo>
                  <a:lnTo>
                    <a:pt x="361" y="341"/>
                  </a:lnTo>
                  <a:lnTo>
                    <a:pt x="361" y="341"/>
                  </a:lnTo>
                  <a:lnTo>
                    <a:pt x="542" y="201"/>
                  </a:lnTo>
                  <a:lnTo>
                    <a:pt x="742" y="80"/>
                  </a:lnTo>
                  <a:lnTo>
                    <a:pt x="963" y="20"/>
                  </a:lnTo>
                  <a:lnTo>
                    <a:pt x="1083" y="0"/>
                  </a:lnTo>
                  <a:lnTo>
                    <a:pt x="1204" y="0"/>
                  </a:lnTo>
                  <a:lnTo>
                    <a:pt x="4031" y="0"/>
                  </a:lnTo>
                  <a:lnTo>
                    <a:pt x="4031" y="0"/>
                  </a:lnTo>
                  <a:lnTo>
                    <a:pt x="4152" y="0"/>
                  </a:lnTo>
                  <a:lnTo>
                    <a:pt x="4272" y="20"/>
                  </a:lnTo>
                  <a:lnTo>
                    <a:pt x="4493" y="80"/>
                  </a:lnTo>
                  <a:lnTo>
                    <a:pt x="4693" y="201"/>
                  </a:lnTo>
                  <a:lnTo>
                    <a:pt x="4874" y="341"/>
                  </a:lnTo>
                  <a:lnTo>
                    <a:pt x="5014" y="521"/>
                  </a:lnTo>
                  <a:lnTo>
                    <a:pt x="5114" y="722"/>
                  </a:lnTo>
                  <a:lnTo>
                    <a:pt x="5194" y="943"/>
                  </a:lnTo>
                  <a:lnTo>
                    <a:pt x="5215" y="1063"/>
                  </a:lnTo>
                  <a:lnTo>
                    <a:pt x="5215" y="118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3" name="Google Shape;6743;p31"/>
            <p:cNvSpPr/>
            <p:nvPr/>
          </p:nvSpPr>
          <p:spPr>
            <a:xfrm>
              <a:off x="10614425" y="3376638"/>
              <a:ext cx="129875" cy="59175"/>
            </a:xfrm>
            <a:custGeom>
              <a:avLst/>
              <a:gdLst/>
              <a:ahLst/>
              <a:cxnLst/>
              <a:rect l="l" t="t" r="r" b="b"/>
              <a:pathLst>
                <a:path w="5195" h="2367" extrusionOk="0">
                  <a:moveTo>
                    <a:pt x="1083" y="0"/>
                  </a:moveTo>
                  <a:lnTo>
                    <a:pt x="963" y="20"/>
                  </a:lnTo>
                  <a:lnTo>
                    <a:pt x="742" y="80"/>
                  </a:lnTo>
                  <a:lnTo>
                    <a:pt x="542" y="201"/>
                  </a:lnTo>
                  <a:lnTo>
                    <a:pt x="361" y="341"/>
                  </a:lnTo>
                  <a:lnTo>
                    <a:pt x="221" y="521"/>
                  </a:lnTo>
                  <a:lnTo>
                    <a:pt x="101" y="722"/>
                  </a:lnTo>
                  <a:lnTo>
                    <a:pt x="40" y="943"/>
                  </a:lnTo>
                  <a:lnTo>
                    <a:pt x="20" y="1063"/>
                  </a:lnTo>
                  <a:lnTo>
                    <a:pt x="0" y="1183"/>
                  </a:lnTo>
                  <a:lnTo>
                    <a:pt x="20" y="1304"/>
                  </a:lnTo>
                  <a:lnTo>
                    <a:pt x="40" y="1424"/>
                  </a:lnTo>
                  <a:lnTo>
                    <a:pt x="101" y="1645"/>
                  </a:lnTo>
                  <a:lnTo>
                    <a:pt x="201" y="1845"/>
                  </a:lnTo>
                  <a:lnTo>
                    <a:pt x="361" y="2026"/>
                  </a:lnTo>
                  <a:lnTo>
                    <a:pt x="522" y="2166"/>
                  </a:lnTo>
                  <a:lnTo>
                    <a:pt x="742" y="2286"/>
                  </a:lnTo>
                  <a:lnTo>
                    <a:pt x="963" y="2346"/>
                  </a:lnTo>
                  <a:lnTo>
                    <a:pt x="1083" y="2367"/>
                  </a:lnTo>
                  <a:lnTo>
                    <a:pt x="4152" y="2367"/>
                  </a:lnTo>
                  <a:lnTo>
                    <a:pt x="4272" y="2346"/>
                  </a:lnTo>
                  <a:lnTo>
                    <a:pt x="4493" y="2286"/>
                  </a:lnTo>
                  <a:lnTo>
                    <a:pt x="4693" y="2166"/>
                  </a:lnTo>
                  <a:lnTo>
                    <a:pt x="4874" y="2026"/>
                  </a:lnTo>
                  <a:lnTo>
                    <a:pt x="4974" y="1885"/>
                  </a:lnTo>
                  <a:lnTo>
                    <a:pt x="5074" y="1745"/>
                  </a:lnTo>
                  <a:lnTo>
                    <a:pt x="5134" y="1584"/>
                  </a:lnTo>
                  <a:lnTo>
                    <a:pt x="5194" y="1424"/>
                  </a:lnTo>
                  <a:lnTo>
                    <a:pt x="4813" y="1524"/>
                  </a:lnTo>
                  <a:lnTo>
                    <a:pt x="4432" y="1604"/>
                  </a:lnTo>
                  <a:lnTo>
                    <a:pt x="4051" y="1645"/>
                  </a:lnTo>
                  <a:lnTo>
                    <a:pt x="3650" y="1665"/>
                  </a:lnTo>
                  <a:lnTo>
                    <a:pt x="3149" y="1645"/>
                  </a:lnTo>
                  <a:lnTo>
                    <a:pt x="2848" y="1624"/>
                  </a:lnTo>
                  <a:lnTo>
                    <a:pt x="2507" y="1604"/>
                  </a:lnTo>
                  <a:lnTo>
                    <a:pt x="2327" y="1564"/>
                  </a:lnTo>
                  <a:lnTo>
                    <a:pt x="2166" y="1544"/>
                  </a:lnTo>
                  <a:lnTo>
                    <a:pt x="2006" y="1484"/>
                  </a:lnTo>
                  <a:lnTo>
                    <a:pt x="1865" y="1424"/>
                  </a:lnTo>
                  <a:lnTo>
                    <a:pt x="1725" y="1344"/>
                  </a:lnTo>
                  <a:lnTo>
                    <a:pt x="1585" y="1243"/>
                  </a:lnTo>
                  <a:lnTo>
                    <a:pt x="1484" y="1143"/>
                  </a:lnTo>
                  <a:lnTo>
                    <a:pt x="1384" y="1063"/>
                  </a:lnTo>
                  <a:lnTo>
                    <a:pt x="1324" y="963"/>
                  </a:lnTo>
                  <a:lnTo>
                    <a:pt x="1284" y="862"/>
                  </a:lnTo>
                  <a:lnTo>
                    <a:pt x="1244" y="762"/>
                  </a:lnTo>
                  <a:lnTo>
                    <a:pt x="1224" y="682"/>
                  </a:lnTo>
                  <a:lnTo>
                    <a:pt x="1224" y="582"/>
                  </a:lnTo>
                  <a:lnTo>
                    <a:pt x="1244" y="501"/>
                  </a:lnTo>
                  <a:lnTo>
                    <a:pt x="1284" y="321"/>
                  </a:lnTo>
                  <a:lnTo>
                    <a:pt x="1384" y="140"/>
                  </a:lnTo>
                  <a:lnTo>
                    <a:pt x="1525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4" name="Google Shape;6744;p31"/>
            <p:cNvSpPr/>
            <p:nvPr/>
          </p:nvSpPr>
          <p:spPr>
            <a:xfrm>
              <a:off x="10614425" y="3376638"/>
              <a:ext cx="129875" cy="59175"/>
            </a:xfrm>
            <a:custGeom>
              <a:avLst/>
              <a:gdLst/>
              <a:ahLst/>
              <a:cxnLst/>
              <a:rect l="l" t="t" r="r" b="b"/>
              <a:pathLst>
                <a:path w="5195" h="2367" fill="none" extrusionOk="0">
                  <a:moveTo>
                    <a:pt x="1525" y="0"/>
                  </a:moveTo>
                  <a:lnTo>
                    <a:pt x="1204" y="0"/>
                  </a:lnTo>
                  <a:lnTo>
                    <a:pt x="1204" y="0"/>
                  </a:lnTo>
                  <a:lnTo>
                    <a:pt x="1083" y="0"/>
                  </a:lnTo>
                  <a:lnTo>
                    <a:pt x="963" y="20"/>
                  </a:lnTo>
                  <a:lnTo>
                    <a:pt x="742" y="80"/>
                  </a:lnTo>
                  <a:lnTo>
                    <a:pt x="542" y="201"/>
                  </a:lnTo>
                  <a:lnTo>
                    <a:pt x="361" y="341"/>
                  </a:lnTo>
                  <a:lnTo>
                    <a:pt x="361" y="341"/>
                  </a:lnTo>
                  <a:lnTo>
                    <a:pt x="221" y="521"/>
                  </a:lnTo>
                  <a:lnTo>
                    <a:pt x="101" y="722"/>
                  </a:lnTo>
                  <a:lnTo>
                    <a:pt x="40" y="943"/>
                  </a:lnTo>
                  <a:lnTo>
                    <a:pt x="20" y="1063"/>
                  </a:lnTo>
                  <a:lnTo>
                    <a:pt x="0" y="1183"/>
                  </a:lnTo>
                  <a:lnTo>
                    <a:pt x="0" y="1183"/>
                  </a:lnTo>
                  <a:lnTo>
                    <a:pt x="20" y="1304"/>
                  </a:lnTo>
                  <a:lnTo>
                    <a:pt x="40" y="1424"/>
                  </a:lnTo>
                  <a:lnTo>
                    <a:pt x="101" y="1645"/>
                  </a:lnTo>
                  <a:lnTo>
                    <a:pt x="201" y="1845"/>
                  </a:lnTo>
                  <a:lnTo>
                    <a:pt x="361" y="2026"/>
                  </a:lnTo>
                  <a:lnTo>
                    <a:pt x="522" y="2166"/>
                  </a:lnTo>
                  <a:lnTo>
                    <a:pt x="742" y="2286"/>
                  </a:lnTo>
                  <a:lnTo>
                    <a:pt x="963" y="2346"/>
                  </a:lnTo>
                  <a:lnTo>
                    <a:pt x="1083" y="2367"/>
                  </a:lnTo>
                  <a:lnTo>
                    <a:pt x="1204" y="2367"/>
                  </a:lnTo>
                  <a:lnTo>
                    <a:pt x="4031" y="2367"/>
                  </a:lnTo>
                  <a:lnTo>
                    <a:pt x="4031" y="2367"/>
                  </a:lnTo>
                  <a:lnTo>
                    <a:pt x="4152" y="2367"/>
                  </a:lnTo>
                  <a:lnTo>
                    <a:pt x="4272" y="2346"/>
                  </a:lnTo>
                  <a:lnTo>
                    <a:pt x="4493" y="2286"/>
                  </a:lnTo>
                  <a:lnTo>
                    <a:pt x="4693" y="2166"/>
                  </a:lnTo>
                  <a:lnTo>
                    <a:pt x="4874" y="2026"/>
                  </a:lnTo>
                  <a:lnTo>
                    <a:pt x="4874" y="2026"/>
                  </a:lnTo>
                  <a:lnTo>
                    <a:pt x="4974" y="1885"/>
                  </a:lnTo>
                  <a:lnTo>
                    <a:pt x="5074" y="1745"/>
                  </a:lnTo>
                  <a:lnTo>
                    <a:pt x="5134" y="1584"/>
                  </a:lnTo>
                  <a:lnTo>
                    <a:pt x="5194" y="1424"/>
                  </a:lnTo>
                  <a:lnTo>
                    <a:pt x="5194" y="1424"/>
                  </a:lnTo>
                  <a:lnTo>
                    <a:pt x="4813" y="1524"/>
                  </a:lnTo>
                  <a:lnTo>
                    <a:pt x="4432" y="1604"/>
                  </a:lnTo>
                  <a:lnTo>
                    <a:pt x="4051" y="1645"/>
                  </a:lnTo>
                  <a:lnTo>
                    <a:pt x="3650" y="1665"/>
                  </a:lnTo>
                  <a:lnTo>
                    <a:pt x="3650" y="1665"/>
                  </a:lnTo>
                  <a:lnTo>
                    <a:pt x="3149" y="1645"/>
                  </a:lnTo>
                  <a:lnTo>
                    <a:pt x="3149" y="1645"/>
                  </a:lnTo>
                  <a:lnTo>
                    <a:pt x="2848" y="1624"/>
                  </a:lnTo>
                  <a:lnTo>
                    <a:pt x="2507" y="1604"/>
                  </a:lnTo>
                  <a:lnTo>
                    <a:pt x="2327" y="1564"/>
                  </a:lnTo>
                  <a:lnTo>
                    <a:pt x="2166" y="1544"/>
                  </a:lnTo>
                  <a:lnTo>
                    <a:pt x="2006" y="1484"/>
                  </a:lnTo>
                  <a:lnTo>
                    <a:pt x="1865" y="1424"/>
                  </a:lnTo>
                  <a:lnTo>
                    <a:pt x="1865" y="1424"/>
                  </a:lnTo>
                  <a:lnTo>
                    <a:pt x="1725" y="1344"/>
                  </a:lnTo>
                  <a:lnTo>
                    <a:pt x="1585" y="1243"/>
                  </a:lnTo>
                  <a:lnTo>
                    <a:pt x="1484" y="1143"/>
                  </a:lnTo>
                  <a:lnTo>
                    <a:pt x="1384" y="1063"/>
                  </a:lnTo>
                  <a:lnTo>
                    <a:pt x="1324" y="963"/>
                  </a:lnTo>
                  <a:lnTo>
                    <a:pt x="1284" y="862"/>
                  </a:lnTo>
                  <a:lnTo>
                    <a:pt x="1244" y="762"/>
                  </a:lnTo>
                  <a:lnTo>
                    <a:pt x="1224" y="682"/>
                  </a:lnTo>
                  <a:lnTo>
                    <a:pt x="1224" y="582"/>
                  </a:lnTo>
                  <a:lnTo>
                    <a:pt x="1244" y="501"/>
                  </a:lnTo>
                  <a:lnTo>
                    <a:pt x="1284" y="321"/>
                  </a:lnTo>
                  <a:lnTo>
                    <a:pt x="1384" y="140"/>
                  </a:lnTo>
                  <a:lnTo>
                    <a:pt x="152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5" name="Google Shape;6745;p31"/>
            <p:cNvSpPr/>
            <p:nvPr/>
          </p:nvSpPr>
          <p:spPr>
            <a:xfrm>
              <a:off x="10711675" y="3387163"/>
              <a:ext cx="18575" cy="19075"/>
            </a:xfrm>
            <a:custGeom>
              <a:avLst/>
              <a:gdLst/>
              <a:ahLst/>
              <a:cxnLst/>
              <a:rect l="l" t="t" r="r" b="b"/>
              <a:pathLst>
                <a:path w="743" h="763" extrusionOk="0">
                  <a:moveTo>
                    <a:pt x="362" y="0"/>
                  </a:moveTo>
                  <a:lnTo>
                    <a:pt x="282" y="20"/>
                  </a:lnTo>
                  <a:lnTo>
                    <a:pt x="222" y="40"/>
                  </a:lnTo>
                  <a:lnTo>
                    <a:pt x="141" y="80"/>
                  </a:lnTo>
                  <a:lnTo>
                    <a:pt x="101" y="121"/>
                  </a:lnTo>
                  <a:lnTo>
                    <a:pt x="61" y="181"/>
                  </a:lnTo>
                  <a:lnTo>
                    <a:pt x="21" y="241"/>
                  </a:lnTo>
                  <a:lnTo>
                    <a:pt x="1" y="381"/>
                  </a:lnTo>
                  <a:lnTo>
                    <a:pt x="21" y="522"/>
                  </a:lnTo>
                  <a:lnTo>
                    <a:pt x="61" y="582"/>
                  </a:lnTo>
                  <a:lnTo>
                    <a:pt x="101" y="642"/>
                  </a:lnTo>
                  <a:lnTo>
                    <a:pt x="141" y="682"/>
                  </a:lnTo>
                  <a:lnTo>
                    <a:pt x="222" y="722"/>
                  </a:lnTo>
                  <a:lnTo>
                    <a:pt x="282" y="742"/>
                  </a:lnTo>
                  <a:lnTo>
                    <a:pt x="362" y="762"/>
                  </a:lnTo>
                  <a:lnTo>
                    <a:pt x="462" y="742"/>
                  </a:lnTo>
                  <a:lnTo>
                    <a:pt x="522" y="722"/>
                  </a:lnTo>
                  <a:lnTo>
                    <a:pt x="583" y="682"/>
                  </a:lnTo>
                  <a:lnTo>
                    <a:pt x="643" y="642"/>
                  </a:lnTo>
                  <a:lnTo>
                    <a:pt x="683" y="582"/>
                  </a:lnTo>
                  <a:lnTo>
                    <a:pt x="703" y="522"/>
                  </a:lnTo>
                  <a:lnTo>
                    <a:pt x="743" y="381"/>
                  </a:lnTo>
                  <a:lnTo>
                    <a:pt x="703" y="241"/>
                  </a:lnTo>
                  <a:lnTo>
                    <a:pt x="683" y="181"/>
                  </a:lnTo>
                  <a:lnTo>
                    <a:pt x="643" y="121"/>
                  </a:lnTo>
                  <a:lnTo>
                    <a:pt x="583" y="80"/>
                  </a:lnTo>
                  <a:lnTo>
                    <a:pt x="522" y="40"/>
                  </a:lnTo>
                  <a:lnTo>
                    <a:pt x="462" y="20"/>
                  </a:lnTo>
                  <a:lnTo>
                    <a:pt x="36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6" name="Google Shape;6746;p31"/>
            <p:cNvSpPr/>
            <p:nvPr/>
          </p:nvSpPr>
          <p:spPr>
            <a:xfrm>
              <a:off x="10796925" y="3376638"/>
              <a:ext cx="130375" cy="59175"/>
            </a:xfrm>
            <a:custGeom>
              <a:avLst/>
              <a:gdLst/>
              <a:ahLst/>
              <a:cxnLst/>
              <a:rect l="l" t="t" r="r" b="b"/>
              <a:pathLst>
                <a:path w="5215" h="2367" extrusionOk="0">
                  <a:moveTo>
                    <a:pt x="1063" y="0"/>
                  </a:moveTo>
                  <a:lnTo>
                    <a:pt x="963" y="20"/>
                  </a:lnTo>
                  <a:lnTo>
                    <a:pt x="722" y="80"/>
                  </a:lnTo>
                  <a:lnTo>
                    <a:pt x="522" y="201"/>
                  </a:lnTo>
                  <a:lnTo>
                    <a:pt x="361" y="341"/>
                  </a:lnTo>
                  <a:lnTo>
                    <a:pt x="201" y="521"/>
                  </a:lnTo>
                  <a:lnTo>
                    <a:pt x="100" y="722"/>
                  </a:lnTo>
                  <a:lnTo>
                    <a:pt x="20" y="943"/>
                  </a:lnTo>
                  <a:lnTo>
                    <a:pt x="0" y="1063"/>
                  </a:lnTo>
                  <a:lnTo>
                    <a:pt x="0" y="1183"/>
                  </a:lnTo>
                  <a:lnTo>
                    <a:pt x="0" y="1304"/>
                  </a:lnTo>
                  <a:lnTo>
                    <a:pt x="20" y="1424"/>
                  </a:lnTo>
                  <a:lnTo>
                    <a:pt x="100" y="1645"/>
                  </a:lnTo>
                  <a:lnTo>
                    <a:pt x="201" y="1845"/>
                  </a:lnTo>
                  <a:lnTo>
                    <a:pt x="361" y="2026"/>
                  </a:lnTo>
                  <a:lnTo>
                    <a:pt x="522" y="2166"/>
                  </a:lnTo>
                  <a:lnTo>
                    <a:pt x="722" y="2286"/>
                  </a:lnTo>
                  <a:lnTo>
                    <a:pt x="963" y="2346"/>
                  </a:lnTo>
                  <a:lnTo>
                    <a:pt x="1063" y="2367"/>
                  </a:lnTo>
                  <a:lnTo>
                    <a:pt x="4151" y="2367"/>
                  </a:lnTo>
                  <a:lnTo>
                    <a:pt x="4272" y="2346"/>
                  </a:lnTo>
                  <a:lnTo>
                    <a:pt x="4492" y="2286"/>
                  </a:lnTo>
                  <a:lnTo>
                    <a:pt x="4693" y="2166"/>
                  </a:lnTo>
                  <a:lnTo>
                    <a:pt x="4853" y="2026"/>
                  </a:lnTo>
                  <a:lnTo>
                    <a:pt x="4974" y="1885"/>
                  </a:lnTo>
                  <a:lnTo>
                    <a:pt x="5074" y="1745"/>
                  </a:lnTo>
                  <a:lnTo>
                    <a:pt x="5134" y="1584"/>
                  </a:lnTo>
                  <a:lnTo>
                    <a:pt x="5194" y="1424"/>
                  </a:lnTo>
                  <a:lnTo>
                    <a:pt x="5214" y="1304"/>
                  </a:lnTo>
                  <a:lnTo>
                    <a:pt x="5214" y="1183"/>
                  </a:lnTo>
                  <a:lnTo>
                    <a:pt x="5214" y="1063"/>
                  </a:lnTo>
                  <a:lnTo>
                    <a:pt x="5194" y="943"/>
                  </a:lnTo>
                  <a:lnTo>
                    <a:pt x="5114" y="722"/>
                  </a:lnTo>
                  <a:lnTo>
                    <a:pt x="5014" y="521"/>
                  </a:lnTo>
                  <a:lnTo>
                    <a:pt x="4873" y="341"/>
                  </a:lnTo>
                  <a:lnTo>
                    <a:pt x="4693" y="201"/>
                  </a:lnTo>
                  <a:lnTo>
                    <a:pt x="4492" y="80"/>
                  </a:lnTo>
                  <a:lnTo>
                    <a:pt x="4272" y="20"/>
                  </a:lnTo>
                  <a:lnTo>
                    <a:pt x="415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7" name="Google Shape;6747;p31"/>
            <p:cNvSpPr/>
            <p:nvPr/>
          </p:nvSpPr>
          <p:spPr>
            <a:xfrm>
              <a:off x="10796925" y="3376638"/>
              <a:ext cx="130375" cy="59175"/>
            </a:xfrm>
            <a:custGeom>
              <a:avLst/>
              <a:gdLst/>
              <a:ahLst/>
              <a:cxnLst/>
              <a:rect l="l" t="t" r="r" b="b"/>
              <a:pathLst>
                <a:path w="5215" h="2367" fill="none" extrusionOk="0">
                  <a:moveTo>
                    <a:pt x="5214" y="1183"/>
                  </a:moveTo>
                  <a:lnTo>
                    <a:pt x="5214" y="1183"/>
                  </a:lnTo>
                  <a:lnTo>
                    <a:pt x="5214" y="1304"/>
                  </a:lnTo>
                  <a:lnTo>
                    <a:pt x="5194" y="1424"/>
                  </a:lnTo>
                  <a:lnTo>
                    <a:pt x="5194" y="1424"/>
                  </a:lnTo>
                  <a:lnTo>
                    <a:pt x="5134" y="1584"/>
                  </a:lnTo>
                  <a:lnTo>
                    <a:pt x="5074" y="1745"/>
                  </a:lnTo>
                  <a:lnTo>
                    <a:pt x="4974" y="1885"/>
                  </a:lnTo>
                  <a:lnTo>
                    <a:pt x="4853" y="2026"/>
                  </a:lnTo>
                  <a:lnTo>
                    <a:pt x="4853" y="2026"/>
                  </a:lnTo>
                  <a:lnTo>
                    <a:pt x="4693" y="2166"/>
                  </a:lnTo>
                  <a:lnTo>
                    <a:pt x="4492" y="2286"/>
                  </a:lnTo>
                  <a:lnTo>
                    <a:pt x="4272" y="2346"/>
                  </a:lnTo>
                  <a:lnTo>
                    <a:pt x="4151" y="2367"/>
                  </a:lnTo>
                  <a:lnTo>
                    <a:pt x="4031" y="2367"/>
                  </a:lnTo>
                  <a:lnTo>
                    <a:pt x="1203" y="2367"/>
                  </a:lnTo>
                  <a:lnTo>
                    <a:pt x="1203" y="2367"/>
                  </a:lnTo>
                  <a:lnTo>
                    <a:pt x="1063" y="2367"/>
                  </a:lnTo>
                  <a:lnTo>
                    <a:pt x="963" y="2346"/>
                  </a:lnTo>
                  <a:lnTo>
                    <a:pt x="722" y="2286"/>
                  </a:lnTo>
                  <a:lnTo>
                    <a:pt x="522" y="2166"/>
                  </a:lnTo>
                  <a:lnTo>
                    <a:pt x="361" y="2026"/>
                  </a:lnTo>
                  <a:lnTo>
                    <a:pt x="201" y="1845"/>
                  </a:lnTo>
                  <a:lnTo>
                    <a:pt x="100" y="1645"/>
                  </a:lnTo>
                  <a:lnTo>
                    <a:pt x="20" y="1424"/>
                  </a:lnTo>
                  <a:lnTo>
                    <a:pt x="0" y="1304"/>
                  </a:lnTo>
                  <a:lnTo>
                    <a:pt x="0" y="1183"/>
                  </a:lnTo>
                  <a:lnTo>
                    <a:pt x="0" y="1183"/>
                  </a:lnTo>
                  <a:lnTo>
                    <a:pt x="0" y="1063"/>
                  </a:lnTo>
                  <a:lnTo>
                    <a:pt x="20" y="943"/>
                  </a:lnTo>
                  <a:lnTo>
                    <a:pt x="100" y="722"/>
                  </a:lnTo>
                  <a:lnTo>
                    <a:pt x="201" y="521"/>
                  </a:lnTo>
                  <a:lnTo>
                    <a:pt x="361" y="341"/>
                  </a:lnTo>
                  <a:lnTo>
                    <a:pt x="361" y="341"/>
                  </a:lnTo>
                  <a:lnTo>
                    <a:pt x="522" y="201"/>
                  </a:lnTo>
                  <a:lnTo>
                    <a:pt x="722" y="80"/>
                  </a:lnTo>
                  <a:lnTo>
                    <a:pt x="963" y="20"/>
                  </a:lnTo>
                  <a:lnTo>
                    <a:pt x="1063" y="0"/>
                  </a:lnTo>
                  <a:lnTo>
                    <a:pt x="1203" y="0"/>
                  </a:lnTo>
                  <a:lnTo>
                    <a:pt x="4031" y="0"/>
                  </a:lnTo>
                  <a:lnTo>
                    <a:pt x="4031" y="0"/>
                  </a:lnTo>
                  <a:lnTo>
                    <a:pt x="4151" y="0"/>
                  </a:lnTo>
                  <a:lnTo>
                    <a:pt x="4272" y="20"/>
                  </a:lnTo>
                  <a:lnTo>
                    <a:pt x="4492" y="80"/>
                  </a:lnTo>
                  <a:lnTo>
                    <a:pt x="4693" y="201"/>
                  </a:lnTo>
                  <a:lnTo>
                    <a:pt x="4873" y="341"/>
                  </a:lnTo>
                  <a:lnTo>
                    <a:pt x="5014" y="521"/>
                  </a:lnTo>
                  <a:lnTo>
                    <a:pt x="5114" y="722"/>
                  </a:lnTo>
                  <a:lnTo>
                    <a:pt x="5194" y="943"/>
                  </a:lnTo>
                  <a:lnTo>
                    <a:pt x="5214" y="1063"/>
                  </a:lnTo>
                  <a:lnTo>
                    <a:pt x="5214" y="118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8" name="Google Shape;6748;p31"/>
            <p:cNvSpPr/>
            <p:nvPr/>
          </p:nvSpPr>
          <p:spPr>
            <a:xfrm>
              <a:off x="10796925" y="3376638"/>
              <a:ext cx="129875" cy="59175"/>
            </a:xfrm>
            <a:custGeom>
              <a:avLst/>
              <a:gdLst/>
              <a:ahLst/>
              <a:cxnLst/>
              <a:rect l="l" t="t" r="r" b="b"/>
              <a:pathLst>
                <a:path w="5195" h="2367" extrusionOk="0">
                  <a:moveTo>
                    <a:pt x="1063" y="0"/>
                  </a:moveTo>
                  <a:lnTo>
                    <a:pt x="963" y="20"/>
                  </a:lnTo>
                  <a:lnTo>
                    <a:pt x="722" y="80"/>
                  </a:lnTo>
                  <a:lnTo>
                    <a:pt x="522" y="201"/>
                  </a:lnTo>
                  <a:lnTo>
                    <a:pt x="361" y="341"/>
                  </a:lnTo>
                  <a:lnTo>
                    <a:pt x="201" y="521"/>
                  </a:lnTo>
                  <a:lnTo>
                    <a:pt x="100" y="722"/>
                  </a:lnTo>
                  <a:lnTo>
                    <a:pt x="20" y="943"/>
                  </a:lnTo>
                  <a:lnTo>
                    <a:pt x="0" y="1063"/>
                  </a:lnTo>
                  <a:lnTo>
                    <a:pt x="0" y="1183"/>
                  </a:lnTo>
                  <a:lnTo>
                    <a:pt x="0" y="1304"/>
                  </a:lnTo>
                  <a:lnTo>
                    <a:pt x="20" y="1424"/>
                  </a:lnTo>
                  <a:lnTo>
                    <a:pt x="100" y="1645"/>
                  </a:lnTo>
                  <a:lnTo>
                    <a:pt x="201" y="1845"/>
                  </a:lnTo>
                  <a:lnTo>
                    <a:pt x="361" y="2026"/>
                  </a:lnTo>
                  <a:lnTo>
                    <a:pt x="522" y="2166"/>
                  </a:lnTo>
                  <a:lnTo>
                    <a:pt x="722" y="2286"/>
                  </a:lnTo>
                  <a:lnTo>
                    <a:pt x="963" y="2346"/>
                  </a:lnTo>
                  <a:lnTo>
                    <a:pt x="1063" y="2367"/>
                  </a:lnTo>
                  <a:lnTo>
                    <a:pt x="4151" y="2367"/>
                  </a:lnTo>
                  <a:lnTo>
                    <a:pt x="4272" y="2346"/>
                  </a:lnTo>
                  <a:lnTo>
                    <a:pt x="4492" y="2286"/>
                  </a:lnTo>
                  <a:lnTo>
                    <a:pt x="4693" y="2166"/>
                  </a:lnTo>
                  <a:lnTo>
                    <a:pt x="4853" y="2026"/>
                  </a:lnTo>
                  <a:lnTo>
                    <a:pt x="4974" y="1885"/>
                  </a:lnTo>
                  <a:lnTo>
                    <a:pt x="5074" y="1745"/>
                  </a:lnTo>
                  <a:lnTo>
                    <a:pt x="5134" y="1584"/>
                  </a:lnTo>
                  <a:lnTo>
                    <a:pt x="5194" y="1424"/>
                  </a:lnTo>
                  <a:lnTo>
                    <a:pt x="4813" y="1524"/>
                  </a:lnTo>
                  <a:lnTo>
                    <a:pt x="4432" y="1604"/>
                  </a:lnTo>
                  <a:lnTo>
                    <a:pt x="4051" y="1645"/>
                  </a:lnTo>
                  <a:lnTo>
                    <a:pt x="3650" y="1665"/>
                  </a:lnTo>
                  <a:lnTo>
                    <a:pt x="3149" y="1645"/>
                  </a:lnTo>
                  <a:lnTo>
                    <a:pt x="2848" y="1624"/>
                  </a:lnTo>
                  <a:lnTo>
                    <a:pt x="2507" y="1604"/>
                  </a:lnTo>
                  <a:lnTo>
                    <a:pt x="2327" y="1564"/>
                  </a:lnTo>
                  <a:lnTo>
                    <a:pt x="2166" y="1544"/>
                  </a:lnTo>
                  <a:lnTo>
                    <a:pt x="2006" y="1484"/>
                  </a:lnTo>
                  <a:lnTo>
                    <a:pt x="1865" y="1424"/>
                  </a:lnTo>
                  <a:lnTo>
                    <a:pt x="1705" y="1344"/>
                  </a:lnTo>
                  <a:lnTo>
                    <a:pt x="1585" y="1243"/>
                  </a:lnTo>
                  <a:lnTo>
                    <a:pt x="1484" y="1143"/>
                  </a:lnTo>
                  <a:lnTo>
                    <a:pt x="1384" y="1063"/>
                  </a:lnTo>
                  <a:lnTo>
                    <a:pt x="1324" y="963"/>
                  </a:lnTo>
                  <a:lnTo>
                    <a:pt x="1264" y="862"/>
                  </a:lnTo>
                  <a:lnTo>
                    <a:pt x="1244" y="762"/>
                  </a:lnTo>
                  <a:lnTo>
                    <a:pt x="1224" y="682"/>
                  </a:lnTo>
                  <a:lnTo>
                    <a:pt x="1224" y="582"/>
                  </a:lnTo>
                  <a:lnTo>
                    <a:pt x="1224" y="501"/>
                  </a:lnTo>
                  <a:lnTo>
                    <a:pt x="1284" y="321"/>
                  </a:lnTo>
                  <a:lnTo>
                    <a:pt x="1384" y="140"/>
                  </a:lnTo>
                  <a:lnTo>
                    <a:pt x="1524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9" name="Google Shape;6749;p31"/>
            <p:cNvSpPr/>
            <p:nvPr/>
          </p:nvSpPr>
          <p:spPr>
            <a:xfrm>
              <a:off x="10796925" y="3376638"/>
              <a:ext cx="129875" cy="59175"/>
            </a:xfrm>
            <a:custGeom>
              <a:avLst/>
              <a:gdLst/>
              <a:ahLst/>
              <a:cxnLst/>
              <a:rect l="l" t="t" r="r" b="b"/>
              <a:pathLst>
                <a:path w="5195" h="2367" fill="none" extrusionOk="0">
                  <a:moveTo>
                    <a:pt x="1524" y="0"/>
                  </a:moveTo>
                  <a:lnTo>
                    <a:pt x="1203" y="0"/>
                  </a:lnTo>
                  <a:lnTo>
                    <a:pt x="1203" y="0"/>
                  </a:lnTo>
                  <a:lnTo>
                    <a:pt x="1063" y="0"/>
                  </a:lnTo>
                  <a:lnTo>
                    <a:pt x="963" y="20"/>
                  </a:lnTo>
                  <a:lnTo>
                    <a:pt x="722" y="80"/>
                  </a:lnTo>
                  <a:lnTo>
                    <a:pt x="522" y="201"/>
                  </a:lnTo>
                  <a:lnTo>
                    <a:pt x="361" y="341"/>
                  </a:lnTo>
                  <a:lnTo>
                    <a:pt x="361" y="341"/>
                  </a:lnTo>
                  <a:lnTo>
                    <a:pt x="201" y="521"/>
                  </a:lnTo>
                  <a:lnTo>
                    <a:pt x="100" y="722"/>
                  </a:lnTo>
                  <a:lnTo>
                    <a:pt x="20" y="943"/>
                  </a:lnTo>
                  <a:lnTo>
                    <a:pt x="0" y="1063"/>
                  </a:lnTo>
                  <a:lnTo>
                    <a:pt x="0" y="1183"/>
                  </a:lnTo>
                  <a:lnTo>
                    <a:pt x="0" y="1183"/>
                  </a:lnTo>
                  <a:lnTo>
                    <a:pt x="0" y="1304"/>
                  </a:lnTo>
                  <a:lnTo>
                    <a:pt x="20" y="1424"/>
                  </a:lnTo>
                  <a:lnTo>
                    <a:pt x="100" y="1645"/>
                  </a:lnTo>
                  <a:lnTo>
                    <a:pt x="201" y="1845"/>
                  </a:lnTo>
                  <a:lnTo>
                    <a:pt x="361" y="2026"/>
                  </a:lnTo>
                  <a:lnTo>
                    <a:pt x="522" y="2166"/>
                  </a:lnTo>
                  <a:lnTo>
                    <a:pt x="722" y="2286"/>
                  </a:lnTo>
                  <a:lnTo>
                    <a:pt x="963" y="2346"/>
                  </a:lnTo>
                  <a:lnTo>
                    <a:pt x="1063" y="2367"/>
                  </a:lnTo>
                  <a:lnTo>
                    <a:pt x="1203" y="2367"/>
                  </a:lnTo>
                  <a:lnTo>
                    <a:pt x="4031" y="2367"/>
                  </a:lnTo>
                  <a:lnTo>
                    <a:pt x="4031" y="2367"/>
                  </a:lnTo>
                  <a:lnTo>
                    <a:pt x="4151" y="2367"/>
                  </a:lnTo>
                  <a:lnTo>
                    <a:pt x="4272" y="2346"/>
                  </a:lnTo>
                  <a:lnTo>
                    <a:pt x="4492" y="2286"/>
                  </a:lnTo>
                  <a:lnTo>
                    <a:pt x="4693" y="2166"/>
                  </a:lnTo>
                  <a:lnTo>
                    <a:pt x="4853" y="2026"/>
                  </a:lnTo>
                  <a:lnTo>
                    <a:pt x="4853" y="2026"/>
                  </a:lnTo>
                  <a:lnTo>
                    <a:pt x="4974" y="1885"/>
                  </a:lnTo>
                  <a:lnTo>
                    <a:pt x="5074" y="1745"/>
                  </a:lnTo>
                  <a:lnTo>
                    <a:pt x="5134" y="1584"/>
                  </a:lnTo>
                  <a:lnTo>
                    <a:pt x="5194" y="1424"/>
                  </a:lnTo>
                  <a:lnTo>
                    <a:pt x="5194" y="1424"/>
                  </a:lnTo>
                  <a:lnTo>
                    <a:pt x="4813" y="1524"/>
                  </a:lnTo>
                  <a:lnTo>
                    <a:pt x="4432" y="1604"/>
                  </a:lnTo>
                  <a:lnTo>
                    <a:pt x="4051" y="1645"/>
                  </a:lnTo>
                  <a:lnTo>
                    <a:pt x="3650" y="1665"/>
                  </a:lnTo>
                  <a:lnTo>
                    <a:pt x="3650" y="1665"/>
                  </a:lnTo>
                  <a:lnTo>
                    <a:pt x="3149" y="1645"/>
                  </a:lnTo>
                  <a:lnTo>
                    <a:pt x="3149" y="1645"/>
                  </a:lnTo>
                  <a:lnTo>
                    <a:pt x="2848" y="1624"/>
                  </a:lnTo>
                  <a:lnTo>
                    <a:pt x="2507" y="1604"/>
                  </a:lnTo>
                  <a:lnTo>
                    <a:pt x="2327" y="1564"/>
                  </a:lnTo>
                  <a:lnTo>
                    <a:pt x="2166" y="1544"/>
                  </a:lnTo>
                  <a:lnTo>
                    <a:pt x="2006" y="1484"/>
                  </a:lnTo>
                  <a:lnTo>
                    <a:pt x="1865" y="1424"/>
                  </a:lnTo>
                  <a:lnTo>
                    <a:pt x="1865" y="1424"/>
                  </a:lnTo>
                  <a:lnTo>
                    <a:pt x="1705" y="1344"/>
                  </a:lnTo>
                  <a:lnTo>
                    <a:pt x="1585" y="1243"/>
                  </a:lnTo>
                  <a:lnTo>
                    <a:pt x="1484" y="1143"/>
                  </a:lnTo>
                  <a:lnTo>
                    <a:pt x="1384" y="1063"/>
                  </a:lnTo>
                  <a:lnTo>
                    <a:pt x="1324" y="963"/>
                  </a:lnTo>
                  <a:lnTo>
                    <a:pt x="1264" y="862"/>
                  </a:lnTo>
                  <a:lnTo>
                    <a:pt x="1244" y="762"/>
                  </a:lnTo>
                  <a:lnTo>
                    <a:pt x="1224" y="682"/>
                  </a:lnTo>
                  <a:lnTo>
                    <a:pt x="1224" y="582"/>
                  </a:lnTo>
                  <a:lnTo>
                    <a:pt x="1224" y="501"/>
                  </a:lnTo>
                  <a:lnTo>
                    <a:pt x="1284" y="321"/>
                  </a:lnTo>
                  <a:lnTo>
                    <a:pt x="1384" y="140"/>
                  </a:lnTo>
                  <a:lnTo>
                    <a:pt x="1524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0" name="Google Shape;6750;p31"/>
            <p:cNvSpPr/>
            <p:nvPr/>
          </p:nvSpPr>
          <p:spPr>
            <a:xfrm>
              <a:off x="10894175" y="3387163"/>
              <a:ext cx="18075" cy="19075"/>
            </a:xfrm>
            <a:custGeom>
              <a:avLst/>
              <a:gdLst/>
              <a:ahLst/>
              <a:cxnLst/>
              <a:rect l="l" t="t" r="r" b="b"/>
              <a:pathLst>
                <a:path w="723" h="763" extrusionOk="0">
                  <a:moveTo>
                    <a:pt x="362" y="0"/>
                  </a:moveTo>
                  <a:lnTo>
                    <a:pt x="282" y="20"/>
                  </a:lnTo>
                  <a:lnTo>
                    <a:pt x="201" y="40"/>
                  </a:lnTo>
                  <a:lnTo>
                    <a:pt x="141" y="80"/>
                  </a:lnTo>
                  <a:lnTo>
                    <a:pt x="101" y="121"/>
                  </a:lnTo>
                  <a:lnTo>
                    <a:pt x="61" y="181"/>
                  </a:lnTo>
                  <a:lnTo>
                    <a:pt x="21" y="241"/>
                  </a:lnTo>
                  <a:lnTo>
                    <a:pt x="1" y="381"/>
                  </a:lnTo>
                  <a:lnTo>
                    <a:pt x="21" y="522"/>
                  </a:lnTo>
                  <a:lnTo>
                    <a:pt x="61" y="582"/>
                  </a:lnTo>
                  <a:lnTo>
                    <a:pt x="101" y="642"/>
                  </a:lnTo>
                  <a:lnTo>
                    <a:pt x="141" y="682"/>
                  </a:lnTo>
                  <a:lnTo>
                    <a:pt x="201" y="722"/>
                  </a:lnTo>
                  <a:lnTo>
                    <a:pt x="282" y="742"/>
                  </a:lnTo>
                  <a:lnTo>
                    <a:pt x="362" y="762"/>
                  </a:lnTo>
                  <a:lnTo>
                    <a:pt x="442" y="742"/>
                  </a:lnTo>
                  <a:lnTo>
                    <a:pt x="522" y="722"/>
                  </a:lnTo>
                  <a:lnTo>
                    <a:pt x="582" y="682"/>
                  </a:lnTo>
                  <a:lnTo>
                    <a:pt x="643" y="642"/>
                  </a:lnTo>
                  <a:lnTo>
                    <a:pt x="683" y="582"/>
                  </a:lnTo>
                  <a:lnTo>
                    <a:pt x="703" y="522"/>
                  </a:lnTo>
                  <a:lnTo>
                    <a:pt x="723" y="381"/>
                  </a:lnTo>
                  <a:lnTo>
                    <a:pt x="703" y="241"/>
                  </a:lnTo>
                  <a:lnTo>
                    <a:pt x="683" y="181"/>
                  </a:lnTo>
                  <a:lnTo>
                    <a:pt x="643" y="121"/>
                  </a:lnTo>
                  <a:lnTo>
                    <a:pt x="582" y="80"/>
                  </a:lnTo>
                  <a:lnTo>
                    <a:pt x="522" y="40"/>
                  </a:lnTo>
                  <a:lnTo>
                    <a:pt x="442" y="20"/>
                  </a:lnTo>
                  <a:lnTo>
                    <a:pt x="36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1" name="Google Shape;6751;p31"/>
            <p:cNvSpPr/>
            <p:nvPr/>
          </p:nvSpPr>
          <p:spPr>
            <a:xfrm>
              <a:off x="10137625" y="3130463"/>
              <a:ext cx="985200" cy="699925"/>
            </a:xfrm>
            <a:custGeom>
              <a:avLst/>
              <a:gdLst/>
              <a:ahLst/>
              <a:cxnLst/>
              <a:rect l="l" t="t" r="r" b="b"/>
              <a:pathLst>
                <a:path w="39408" h="27997" extrusionOk="0">
                  <a:moveTo>
                    <a:pt x="7681" y="0"/>
                  </a:moveTo>
                  <a:lnTo>
                    <a:pt x="7341" y="20"/>
                  </a:lnTo>
                  <a:lnTo>
                    <a:pt x="7000" y="81"/>
                  </a:lnTo>
                  <a:lnTo>
                    <a:pt x="6659" y="121"/>
                  </a:lnTo>
                  <a:lnTo>
                    <a:pt x="6338" y="201"/>
                  </a:lnTo>
                  <a:lnTo>
                    <a:pt x="6017" y="281"/>
                  </a:lnTo>
                  <a:lnTo>
                    <a:pt x="5696" y="381"/>
                  </a:lnTo>
                  <a:lnTo>
                    <a:pt x="5395" y="482"/>
                  </a:lnTo>
                  <a:lnTo>
                    <a:pt x="5094" y="602"/>
                  </a:lnTo>
                  <a:lnTo>
                    <a:pt x="4794" y="742"/>
                  </a:lnTo>
                  <a:lnTo>
                    <a:pt x="4493" y="883"/>
                  </a:lnTo>
                  <a:lnTo>
                    <a:pt x="4212" y="1043"/>
                  </a:lnTo>
                  <a:lnTo>
                    <a:pt x="3931" y="1204"/>
                  </a:lnTo>
                  <a:lnTo>
                    <a:pt x="3650" y="1364"/>
                  </a:lnTo>
                  <a:lnTo>
                    <a:pt x="3390" y="1565"/>
                  </a:lnTo>
                  <a:lnTo>
                    <a:pt x="3129" y="1745"/>
                  </a:lnTo>
                  <a:lnTo>
                    <a:pt x="2888" y="1966"/>
                  </a:lnTo>
                  <a:lnTo>
                    <a:pt x="2648" y="2166"/>
                  </a:lnTo>
                  <a:lnTo>
                    <a:pt x="2407" y="2407"/>
                  </a:lnTo>
                  <a:lnTo>
                    <a:pt x="2186" y="2627"/>
                  </a:lnTo>
                  <a:lnTo>
                    <a:pt x="1986" y="2868"/>
                  </a:lnTo>
                  <a:lnTo>
                    <a:pt x="1765" y="3129"/>
                  </a:lnTo>
                  <a:lnTo>
                    <a:pt x="1585" y="3369"/>
                  </a:lnTo>
                  <a:lnTo>
                    <a:pt x="1384" y="3650"/>
                  </a:lnTo>
                  <a:lnTo>
                    <a:pt x="1224" y="3911"/>
                  </a:lnTo>
                  <a:lnTo>
                    <a:pt x="1063" y="4192"/>
                  </a:lnTo>
                  <a:lnTo>
                    <a:pt x="903" y="4493"/>
                  </a:lnTo>
                  <a:lnTo>
                    <a:pt x="763" y="4773"/>
                  </a:lnTo>
                  <a:lnTo>
                    <a:pt x="622" y="5074"/>
                  </a:lnTo>
                  <a:lnTo>
                    <a:pt x="502" y="5375"/>
                  </a:lnTo>
                  <a:lnTo>
                    <a:pt x="402" y="5696"/>
                  </a:lnTo>
                  <a:lnTo>
                    <a:pt x="301" y="6017"/>
                  </a:lnTo>
                  <a:lnTo>
                    <a:pt x="221" y="6338"/>
                  </a:lnTo>
                  <a:lnTo>
                    <a:pt x="121" y="6799"/>
                  </a:lnTo>
                  <a:lnTo>
                    <a:pt x="61" y="7260"/>
                  </a:lnTo>
                  <a:lnTo>
                    <a:pt x="21" y="7741"/>
                  </a:lnTo>
                  <a:lnTo>
                    <a:pt x="1" y="8223"/>
                  </a:lnTo>
                  <a:lnTo>
                    <a:pt x="1" y="19754"/>
                  </a:lnTo>
                  <a:lnTo>
                    <a:pt x="21" y="20175"/>
                  </a:lnTo>
                  <a:lnTo>
                    <a:pt x="41" y="20596"/>
                  </a:lnTo>
                  <a:lnTo>
                    <a:pt x="101" y="21017"/>
                  </a:lnTo>
                  <a:lnTo>
                    <a:pt x="181" y="21419"/>
                  </a:lnTo>
                  <a:lnTo>
                    <a:pt x="261" y="21820"/>
                  </a:lnTo>
                  <a:lnTo>
                    <a:pt x="382" y="22221"/>
                  </a:lnTo>
                  <a:lnTo>
                    <a:pt x="502" y="22602"/>
                  </a:lnTo>
                  <a:lnTo>
                    <a:pt x="662" y="22963"/>
                  </a:lnTo>
                  <a:lnTo>
                    <a:pt x="823" y="23344"/>
                  </a:lnTo>
                  <a:lnTo>
                    <a:pt x="1003" y="23685"/>
                  </a:lnTo>
                  <a:lnTo>
                    <a:pt x="1204" y="24026"/>
                  </a:lnTo>
                  <a:lnTo>
                    <a:pt x="1424" y="24367"/>
                  </a:lnTo>
                  <a:lnTo>
                    <a:pt x="1645" y="24687"/>
                  </a:lnTo>
                  <a:lnTo>
                    <a:pt x="1886" y="25008"/>
                  </a:lnTo>
                  <a:lnTo>
                    <a:pt x="2146" y="25309"/>
                  </a:lnTo>
                  <a:lnTo>
                    <a:pt x="2427" y="25590"/>
                  </a:lnTo>
                  <a:lnTo>
                    <a:pt x="2708" y="25871"/>
                  </a:lnTo>
                  <a:lnTo>
                    <a:pt x="3009" y="26131"/>
                  </a:lnTo>
                  <a:lnTo>
                    <a:pt x="3330" y="26372"/>
                  </a:lnTo>
                  <a:lnTo>
                    <a:pt x="3650" y="26593"/>
                  </a:lnTo>
                  <a:lnTo>
                    <a:pt x="3971" y="26813"/>
                  </a:lnTo>
                  <a:lnTo>
                    <a:pt x="4332" y="27014"/>
                  </a:lnTo>
                  <a:lnTo>
                    <a:pt x="4673" y="27194"/>
                  </a:lnTo>
                  <a:lnTo>
                    <a:pt x="5034" y="27355"/>
                  </a:lnTo>
                  <a:lnTo>
                    <a:pt x="5415" y="27515"/>
                  </a:lnTo>
                  <a:lnTo>
                    <a:pt x="5796" y="27635"/>
                  </a:lnTo>
                  <a:lnTo>
                    <a:pt x="6197" y="27756"/>
                  </a:lnTo>
                  <a:lnTo>
                    <a:pt x="6598" y="27836"/>
                  </a:lnTo>
                  <a:lnTo>
                    <a:pt x="7000" y="27916"/>
                  </a:lnTo>
                  <a:lnTo>
                    <a:pt x="7401" y="27956"/>
                  </a:lnTo>
                  <a:lnTo>
                    <a:pt x="7822" y="27996"/>
                  </a:lnTo>
                  <a:lnTo>
                    <a:pt x="32068" y="27996"/>
                  </a:lnTo>
                  <a:lnTo>
                    <a:pt x="32649" y="27976"/>
                  </a:lnTo>
                  <a:lnTo>
                    <a:pt x="33251" y="27916"/>
                  </a:lnTo>
                  <a:lnTo>
                    <a:pt x="33812" y="27816"/>
                  </a:lnTo>
                  <a:lnTo>
                    <a:pt x="34374" y="27676"/>
                  </a:lnTo>
                  <a:lnTo>
                    <a:pt x="34915" y="27495"/>
                  </a:lnTo>
                  <a:lnTo>
                    <a:pt x="35437" y="27295"/>
                  </a:lnTo>
                  <a:lnTo>
                    <a:pt x="35938" y="27034"/>
                  </a:lnTo>
                  <a:lnTo>
                    <a:pt x="36420" y="26753"/>
                  </a:lnTo>
                  <a:lnTo>
                    <a:pt x="36901" y="26452"/>
                  </a:lnTo>
                  <a:lnTo>
                    <a:pt x="37322" y="26111"/>
                  </a:lnTo>
                  <a:lnTo>
                    <a:pt x="37743" y="25730"/>
                  </a:lnTo>
                  <a:lnTo>
                    <a:pt x="38144" y="25329"/>
                  </a:lnTo>
                  <a:lnTo>
                    <a:pt x="38505" y="24908"/>
                  </a:lnTo>
                  <a:lnTo>
                    <a:pt x="38826" y="24467"/>
                  </a:lnTo>
                  <a:lnTo>
                    <a:pt x="39147" y="23986"/>
                  </a:lnTo>
                  <a:lnTo>
                    <a:pt x="39408" y="23504"/>
                  </a:lnTo>
                  <a:lnTo>
                    <a:pt x="39408" y="23504"/>
                  </a:lnTo>
                  <a:lnTo>
                    <a:pt x="39007" y="23705"/>
                  </a:lnTo>
                  <a:lnTo>
                    <a:pt x="38605" y="23885"/>
                  </a:lnTo>
                  <a:lnTo>
                    <a:pt x="38204" y="24066"/>
                  </a:lnTo>
                  <a:lnTo>
                    <a:pt x="37803" y="24226"/>
                  </a:lnTo>
                  <a:lnTo>
                    <a:pt x="37382" y="24387"/>
                  </a:lnTo>
                  <a:lnTo>
                    <a:pt x="36961" y="24527"/>
                  </a:lnTo>
                  <a:lnTo>
                    <a:pt x="36099" y="24768"/>
                  </a:lnTo>
                  <a:lnTo>
                    <a:pt x="35216" y="24988"/>
                  </a:lnTo>
                  <a:lnTo>
                    <a:pt x="34334" y="25149"/>
                  </a:lnTo>
                  <a:lnTo>
                    <a:pt x="33451" y="25289"/>
                  </a:lnTo>
                  <a:lnTo>
                    <a:pt x="32569" y="25409"/>
                  </a:lnTo>
                  <a:lnTo>
                    <a:pt x="31085" y="25550"/>
                  </a:lnTo>
                  <a:lnTo>
                    <a:pt x="29581" y="25630"/>
                  </a:lnTo>
                  <a:lnTo>
                    <a:pt x="28077" y="25690"/>
                  </a:lnTo>
                  <a:lnTo>
                    <a:pt x="26573" y="25710"/>
                  </a:lnTo>
                  <a:lnTo>
                    <a:pt x="24788" y="25690"/>
                  </a:lnTo>
                  <a:lnTo>
                    <a:pt x="23003" y="25610"/>
                  </a:lnTo>
                  <a:lnTo>
                    <a:pt x="21218" y="25510"/>
                  </a:lnTo>
                  <a:lnTo>
                    <a:pt x="19433" y="25369"/>
                  </a:lnTo>
                  <a:lnTo>
                    <a:pt x="17709" y="25209"/>
                  </a:lnTo>
                  <a:lnTo>
                    <a:pt x="15984" y="25008"/>
                  </a:lnTo>
                  <a:lnTo>
                    <a:pt x="15122" y="24888"/>
                  </a:lnTo>
                  <a:lnTo>
                    <a:pt x="14259" y="24768"/>
                  </a:lnTo>
                  <a:lnTo>
                    <a:pt x="13397" y="24607"/>
                  </a:lnTo>
                  <a:lnTo>
                    <a:pt x="12555" y="24427"/>
                  </a:lnTo>
                  <a:lnTo>
                    <a:pt x="11813" y="24266"/>
                  </a:lnTo>
                  <a:lnTo>
                    <a:pt x="11071" y="24046"/>
                  </a:lnTo>
                  <a:lnTo>
                    <a:pt x="10329" y="23825"/>
                  </a:lnTo>
                  <a:lnTo>
                    <a:pt x="9948" y="23685"/>
                  </a:lnTo>
                  <a:lnTo>
                    <a:pt x="9587" y="23544"/>
                  </a:lnTo>
                  <a:lnTo>
                    <a:pt x="9246" y="23384"/>
                  </a:lnTo>
                  <a:lnTo>
                    <a:pt x="8885" y="23203"/>
                  </a:lnTo>
                  <a:lnTo>
                    <a:pt x="8564" y="23023"/>
                  </a:lnTo>
                  <a:lnTo>
                    <a:pt x="8223" y="22822"/>
                  </a:lnTo>
                  <a:lnTo>
                    <a:pt x="7902" y="22602"/>
                  </a:lnTo>
                  <a:lnTo>
                    <a:pt x="7601" y="22381"/>
                  </a:lnTo>
                  <a:lnTo>
                    <a:pt x="7300" y="22141"/>
                  </a:lnTo>
                  <a:lnTo>
                    <a:pt x="7020" y="21880"/>
                  </a:lnTo>
                  <a:lnTo>
                    <a:pt x="6759" y="21579"/>
                  </a:lnTo>
                  <a:lnTo>
                    <a:pt x="6518" y="21258"/>
                  </a:lnTo>
                  <a:lnTo>
                    <a:pt x="6298" y="20937"/>
                  </a:lnTo>
                  <a:lnTo>
                    <a:pt x="6097" y="20596"/>
                  </a:lnTo>
                  <a:lnTo>
                    <a:pt x="5917" y="20255"/>
                  </a:lnTo>
                  <a:lnTo>
                    <a:pt x="5756" y="19874"/>
                  </a:lnTo>
                  <a:lnTo>
                    <a:pt x="5616" y="19513"/>
                  </a:lnTo>
                  <a:lnTo>
                    <a:pt x="5495" y="19132"/>
                  </a:lnTo>
                  <a:lnTo>
                    <a:pt x="5375" y="18731"/>
                  </a:lnTo>
                  <a:lnTo>
                    <a:pt x="5275" y="18350"/>
                  </a:lnTo>
                  <a:lnTo>
                    <a:pt x="5094" y="17548"/>
                  </a:lnTo>
                  <a:lnTo>
                    <a:pt x="4954" y="16766"/>
                  </a:lnTo>
                  <a:lnTo>
                    <a:pt x="4834" y="16004"/>
                  </a:lnTo>
                  <a:lnTo>
                    <a:pt x="4713" y="15162"/>
                  </a:lnTo>
                  <a:lnTo>
                    <a:pt x="4633" y="14319"/>
                  </a:lnTo>
                  <a:lnTo>
                    <a:pt x="4553" y="13477"/>
                  </a:lnTo>
                  <a:lnTo>
                    <a:pt x="4513" y="12635"/>
                  </a:lnTo>
                  <a:lnTo>
                    <a:pt x="4513" y="11792"/>
                  </a:lnTo>
                  <a:lnTo>
                    <a:pt x="4513" y="10950"/>
                  </a:lnTo>
                  <a:lnTo>
                    <a:pt x="4533" y="10108"/>
                  </a:lnTo>
                  <a:lnTo>
                    <a:pt x="4593" y="9265"/>
                  </a:lnTo>
                  <a:lnTo>
                    <a:pt x="4633" y="8664"/>
                  </a:lnTo>
                  <a:lnTo>
                    <a:pt x="4693" y="8062"/>
                  </a:lnTo>
                  <a:lnTo>
                    <a:pt x="4774" y="7461"/>
                  </a:lnTo>
                  <a:lnTo>
                    <a:pt x="4874" y="6839"/>
                  </a:lnTo>
                  <a:lnTo>
                    <a:pt x="4974" y="6217"/>
                  </a:lnTo>
                  <a:lnTo>
                    <a:pt x="5094" y="5596"/>
                  </a:lnTo>
                  <a:lnTo>
                    <a:pt x="5255" y="4974"/>
                  </a:lnTo>
                  <a:lnTo>
                    <a:pt x="5415" y="4352"/>
                  </a:lnTo>
                  <a:lnTo>
                    <a:pt x="5616" y="3750"/>
                  </a:lnTo>
                  <a:lnTo>
                    <a:pt x="5816" y="3169"/>
                  </a:lnTo>
                  <a:lnTo>
                    <a:pt x="6057" y="2587"/>
                  </a:lnTo>
                  <a:lnTo>
                    <a:pt x="6318" y="2026"/>
                  </a:lnTo>
                  <a:lnTo>
                    <a:pt x="6619" y="1484"/>
                  </a:lnTo>
                  <a:lnTo>
                    <a:pt x="6939" y="963"/>
                  </a:lnTo>
                  <a:lnTo>
                    <a:pt x="7280" y="462"/>
                  </a:lnTo>
                  <a:lnTo>
                    <a:pt x="7681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2" name="Google Shape;6752;p31"/>
            <p:cNvSpPr/>
            <p:nvPr/>
          </p:nvSpPr>
          <p:spPr>
            <a:xfrm>
              <a:off x="10137625" y="3130463"/>
              <a:ext cx="985200" cy="699925"/>
            </a:xfrm>
            <a:custGeom>
              <a:avLst/>
              <a:gdLst/>
              <a:ahLst/>
              <a:cxnLst/>
              <a:rect l="l" t="t" r="r" b="b"/>
              <a:pathLst>
                <a:path w="39408" h="27997" fill="none" extrusionOk="0">
                  <a:moveTo>
                    <a:pt x="7681" y="0"/>
                  </a:moveTo>
                  <a:lnTo>
                    <a:pt x="7681" y="0"/>
                  </a:lnTo>
                  <a:lnTo>
                    <a:pt x="7341" y="20"/>
                  </a:lnTo>
                  <a:lnTo>
                    <a:pt x="7000" y="81"/>
                  </a:lnTo>
                  <a:lnTo>
                    <a:pt x="6659" y="121"/>
                  </a:lnTo>
                  <a:lnTo>
                    <a:pt x="6338" y="201"/>
                  </a:lnTo>
                  <a:lnTo>
                    <a:pt x="6017" y="281"/>
                  </a:lnTo>
                  <a:lnTo>
                    <a:pt x="5696" y="381"/>
                  </a:lnTo>
                  <a:lnTo>
                    <a:pt x="5395" y="482"/>
                  </a:lnTo>
                  <a:lnTo>
                    <a:pt x="5094" y="602"/>
                  </a:lnTo>
                  <a:lnTo>
                    <a:pt x="4794" y="742"/>
                  </a:lnTo>
                  <a:lnTo>
                    <a:pt x="4493" y="883"/>
                  </a:lnTo>
                  <a:lnTo>
                    <a:pt x="4212" y="1043"/>
                  </a:lnTo>
                  <a:lnTo>
                    <a:pt x="3931" y="1204"/>
                  </a:lnTo>
                  <a:lnTo>
                    <a:pt x="3650" y="1364"/>
                  </a:lnTo>
                  <a:lnTo>
                    <a:pt x="3390" y="1565"/>
                  </a:lnTo>
                  <a:lnTo>
                    <a:pt x="3129" y="1745"/>
                  </a:lnTo>
                  <a:lnTo>
                    <a:pt x="2888" y="1966"/>
                  </a:lnTo>
                  <a:lnTo>
                    <a:pt x="2648" y="2166"/>
                  </a:lnTo>
                  <a:lnTo>
                    <a:pt x="2407" y="2407"/>
                  </a:lnTo>
                  <a:lnTo>
                    <a:pt x="2186" y="2627"/>
                  </a:lnTo>
                  <a:lnTo>
                    <a:pt x="1986" y="2868"/>
                  </a:lnTo>
                  <a:lnTo>
                    <a:pt x="1765" y="3129"/>
                  </a:lnTo>
                  <a:lnTo>
                    <a:pt x="1585" y="3369"/>
                  </a:lnTo>
                  <a:lnTo>
                    <a:pt x="1384" y="3650"/>
                  </a:lnTo>
                  <a:lnTo>
                    <a:pt x="1224" y="3911"/>
                  </a:lnTo>
                  <a:lnTo>
                    <a:pt x="1063" y="4192"/>
                  </a:lnTo>
                  <a:lnTo>
                    <a:pt x="903" y="4493"/>
                  </a:lnTo>
                  <a:lnTo>
                    <a:pt x="763" y="4773"/>
                  </a:lnTo>
                  <a:lnTo>
                    <a:pt x="622" y="5074"/>
                  </a:lnTo>
                  <a:lnTo>
                    <a:pt x="502" y="5375"/>
                  </a:lnTo>
                  <a:lnTo>
                    <a:pt x="402" y="5696"/>
                  </a:lnTo>
                  <a:lnTo>
                    <a:pt x="301" y="6017"/>
                  </a:lnTo>
                  <a:lnTo>
                    <a:pt x="221" y="6338"/>
                  </a:lnTo>
                  <a:lnTo>
                    <a:pt x="221" y="6338"/>
                  </a:lnTo>
                  <a:lnTo>
                    <a:pt x="121" y="6799"/>
                  </a:lnTo>
                  <a:lnTo>
                    <a:pt x="61" y="7260"/>
                  </a:lnTo>
                  <a:lnTo>
                    <a:pt x="21" y="7741"/>
                  </a:lnTo>
                  <a:lnTo>
                    <a:pt x="1" y="8223"/>
                  </a:lnTo>
                  <a:lnTo>
                    <a:pt x="1" y="19754"/>
                  </a:lnTo>
                  <a:lnTo>
                    <a:pt x="1" y="19754"/>
                  </a:lnTo>
                  <a:lnTo>
                    <a:pt x="21" y="20175"/>
                  </a:lnTo>
                  <a:lnTo>
                    <a:pt x="41" y="20596"/>
                  </a:lnTo>
                  <a:lnTo>
                    <a:pt x="101" y="21017"/>
                  </a:lnTo>
                  <a:lnTo>
                    <a:pt x="181" y="21419"/>
                  </a:lnTo>
                  <a:lnTo>
                    <a:pt x="261" y="21820"/>
                  </a:lnTo>
                  <a:lnTo>
                    <a:pt x="382" y="22221"/>
                  </a:lnTo>
                  <a:lnTo>
                    <a:pt x="502" y="22602"/>
                  </a:lnTo>
                  <a:lnTo>
                    <a:pt x="662" y="22963"/>
                  </a:lnTo>
                  <a:lnTo>
                    <a:pt x="823" y="23344"/>
                  </a:lnTo>
                  <a:lnTo>
                    <a:pt x="1003" y="23685"/>
                  </a:lnTo>
                  <a:lnTo>
                    <a:pt x="1204" y="24026"/>
                  </a:lnTo>
                  <a:lnTo>
                    <a:pt x="1424" y="24367"/>
                  </a:lnTo>
                  <a:lnTo>
                    <a:pt x="1645" y="24687"/>
                  </a:lnTo>
                  <a:lnTo>
                    <a:pt x="1886" y="25008"/>
                  </a:lnTo>
                  <a:lnTo>
                    <a:pt x="2146" y="25309"/>
                  </a:lnTo>
                  <a:lnTo>
                    <a:pt x="2427" y="25590"/>
                  </a:lnTo>
                  <a:lnTo>
                    <a:pt x="2708" y="25871"/>
                  </a:lnTo>
                  <a:lnTo>
                    <a:pt x="3009" y="26131"/>
                  </a:lnTo>
                  <a:lnTo>
                    <a:pt x="3330" y="26372"/>
                  </a:lnTo>
                  <a:lnTo>
                    <a:pt x="3650" y="26593"/>
                  </a:lnTo>
                  <a:lnTo>
                    <a:pt x="3971" y="26813"/>
                  </a:lnTo>
                  <a:lnTo>
                    <a:pt x="4332" y="27014"/>
                  </a:lnTo>
                  <a:lnTo>
                    <a:pt x="4673" y="27194"/>
                  </a:lnTo>
                  <a:lnTo>
                    <a:pt x="5034" y="27355"/>
                  </a:lnTo>
                  <a:lnTo>
                    <a:pt x="5415" y="27515"/>
                  </a:lnTo>
                  <a:lnTo>
                    <a:pt x="5796" y="27635"/>
                  </a:lnTo>
                  <a:lnTo>
                    <a:pt x="6197" y="27756"/>
                  </a:lnTo>
                  <a:lnTo>
                    <a:pt x="6598" y="27836"/>
                  </a:lnTo>
                  <a:lnTo>
                    <a:pt x="7000" y="27916"/>
                  </a:lnTo>
                  <a:lnTo>
                    <a:pt x="7401" y="27956"/>
                  </a:lnTo>
                  <a:lnTo>
                    <a:pt x="7822" y="27996"/>
                  </a:lnTo>
                  <a:lnTo>
                    <a:pt x="8263" y="27996"/>
                  </a:lnTo>
                  <a:lnTo>
                    <a:pt x="32068" y="27996"/>
                  </a:lnTo>
                  <a:lnTo>
                    <a:pt x="32068" y="27996"/>
                  </a:lnTo>
                  <a:lnTo>
                    <a:pt x="32649" y="27976"/>
                  </a:lnTo>
                  <a:lnTo>
                    <a:pt x="33251" y="27916"/>
                  </a:lnTo>
                  <a:lnTo>
                    <a:pt x="33812" y="27816"/>
                  </a:lnTo>
                  <a:lnTo>
                    <a:pt x="34374" y="27676"/>
                  </a:lnTo>
                  <a:lnTo>
                    <a:pt x="34915" y="27495"/>
                  </a:lnTo>
                  <a:lnTo>
                    <a:pt x="35437" y="27295"/>
                  </a:lnTo>
                  <a:lnTo>
                    <a:pt x="35938" y="27034"/>
                  </a:lnTo>
                  <a:lnTo>
                    <a:pt x="36420" y="26753"/>
                  </a:lnTo>
                  <a:lnTo>
                    <a:pt x="36901" y="26452"/>
                  </a:lnTo>
                  <a:lnTo>
                    <a:pt x="37322" y="26111"/>
                  </a:lnTo>
                  <a:lnTo>
                    <a:pt x="37743" y="25730"/>
                  </a:lnTo>
                  <a:lnTo>
                    <a:pt x="38144" y="25329"/>
                  </a:lnTo>
                  <a:lnTo>
                    <a:pt x="38505" y="24908"/>
                  </a:lnTo>
                  <a:lnTo>
                    <a:pt x="38826" y="24467"/>
                  </a:lnTo>
                  <a:lnTo>
                    <a:pt x="39147" y="23986"/>
                  </a:lnTo>
                  <a:lnTo>
                    <a:pt x="39408" y="23504"/>
                  </a:lnTo>
                  <a:lnTo>
                    <a:pt x="39408" y="23504"/>
                  </a:lnTo>
                  <a:lnTo>
                    <a:pt x="39007" y="23705"/>
                  </a:lnTo>
                  <a:lnTo>
                    <a:pt x="38605" y="23885"/>
                  </a:lnTo>
                  <a:lnTo>
                    <a:pt x="38204" y="24066"/>
                  </a:lnTo>
                  <a:lnTo>
                    <a:pt x="37803" y="24226"/>
                  </a:lnTo>
                  <a:lnTo>
                    <a:pt x="37382" y="24387"/>
                  </a:lnTo>
                  <a:lnTo>
                    <a:pt x="36961" y="24527"/>
                  </a:lnTo>
                  <a:lnTo>
                    <a:pt x="36099" y="24768"/>
                  </a:lnTo>
                  <a:lnTo>
                    <a:pt x="35216" y="24988"/>
                  </a:lnTo>
                  <a:lnTo>
                    <a:pt x="34334" y="25149"/>
                  </a:lnTo>
                  <a:lnTo>
                    <a:pt x="33451" y="25289"/>
                  </a:lnTo>
                  <a:lnTo>
                    <a:pt x="32569" y="25409"/>
                  </a:lnTo>
                  <a:lnTo>
                    <a:pt x="32569" y="25409"/>
                  </a:lnTo>
                  <a:lnTo>
                    <a:pt x="31085" y="25550"/>
                  </a:lnTo>
                  <a:lnTo>
                    <a:pt x="29581" y="25630"/>
                  </a:lnTo>
                  <a:lnTo>
                    <a:pt x="28077" y="25690"/>
                  </a:lnTo>
                  <a:lnTo>
                    <a:pt x="26573" y="25710"/>
                  </a:lnTo>
                  <a:lnTo>
                    <a:pt x="26573" y="25710"/>
                  </a:lnTo>
                  <a:lnTo>
                    <a:pt x="24788" y="25690"/>
                  </a:lnTo>
                  <a:lnTo>
                    <a:pt x="23003" y="25610"/>
                  </a:lnTo>
                  <a:lnTo>
                    <a:pt x="21218" y="25510"/>
                  </a:lnTo>
                  <a:lnTo>
                    <a:pt x="19433" y="25369"/>
                  </a:lnTo>
                  <a:lnTo>
                    <a:pt x="19433" y="25369"/>
                  </a:lnTo>
                  <a:lnTo>
                    <a:pt x="17709" y="25209"/>
                  </a:lnTo>
                  <a:lnTo>
                    <a:pt x="15984" y="25008"/>
                  </a:lnTo>
                  <a:lnTo>
                    <a:pt x="15122" y="24888"/>
                  </a:lnTo>
                  <a:lnTo>
                    <a:pt x="14259" y="24768"/>
                  </a:lnTo>
                  <a:lnTo>
                    <a:pt x="13397" y="24607"/>
                  </a:lnTo>
                  <a:lnTo>
                    <a:pt x="12555" y="24427"/>
                  </a:lnTo>
                  <a:lnTo>
                    <a:pt x="12555" y="24427"/>
                  </a:lnTo>
                  <a:lnTo>
                    <a:pt x="11813" y="24266"/>
                  </a:lnTo>
                  <a:lnTo>
                    <a:pt x="11071" y="24046"/>
                  </a:lnTo>
                  <a:lnTo>
                    <a:pt x="10329" y="23825"/>
                  </a:lnTo>
                  <a:lnTo>
                    <a:pt x="9948" y="23685"/>
                  </a:lnTo>
                  <a:lnTo>
                    <a:pt x="9587" y="23544"/>
                  </a:lnTo>
                  <a:lnTo>
                    <a:pt x="9246" y="23384"/>
                  </a:lnTo>
                  <a:lnTo>
                    <a:pt x="8885" y="23203"/>
                  </a:lnTo>
                  <a:lnTo>
                    <a:pt x="8564" y="23023"/>
                  </a:lnTo>
                  <a:lnTo>
                    <a:pt x="8223" y="22822"/>
                  </a:lnTo>
                  <a:lnTo>
                    <a:pt x="7902" y="22602"/>
                  </a:lnTo>
                  <a:lnTo>
                    <a:pt x="7601" y="22381"/>
                  </a:lnTo>
                  <a:lnTo>
                    <a:pt x="7300" y="22141"/>
                  </a:lnTo>
                  <a:lnTo>
                    <a:pt x="7020" y="21880"/>
                  </a:lnTo>
                  <a:lnTo>
                    <a:pt x="7020" y="21880"/>
                  </a:lnTo>
                  <a:lnTo>
                    <a:pt x="6759" y="21579"/>
                  </a:lnTo>
                  <a:lnTo>
                    <a:pt x="6518" y="21258"/>
                  </a:lnTo>
                  <a:lnTo>
                    <a:pt x="6298" y="20937"/>
                  </a:lnTo>
                  <a:lnTo>
                    <a:pt x="6097" y="20596"/>
                  </a:lnTo>
                  <a:lnTo>
                    <a:pt x="5917" y="20255"/>
                  </a:lnTo>
                  <a:lnTo>
                    <a:pt x="5756" y="19874"/>
                  </a:lnTo>
                  <a:lnTo>
                    <a:pt x="5616" y="19513"/>
                  </a:lnTo>
                  <a:lnTo>
                    <a:pt x="5495" y="19132"/>
                  </a:lnTo>
                  <a:lnTo>
                    <a:pt x="5375" y="18731"/>
                  </a:lnTo>
                  <a:lnTo>
                    <a:pt x="5275" y="18350"/>
                  </a:lnTo>
                  <a:lnTo>
                    <a:pt x="5094" y="17548"/>
                  </a:lnTo>
                  <a:lnTo>
                    <a:pt x="4954" y="16766"/>
                  </a:lnTo>
                  <a:lnTo>
                    <a:pt x="4834" y="16004"/>
                  </a:lnTo>
                  <a:lnTo>
                    <a:pt x="4834" y="16004"/>
                  </a:lnTo>
                  <a:lnTo>
                    <a:pt x="4713" y="15162"/>
                  </a:lnTo>
                  <a:lnTo>
                    <a:pt x="4633" y="14319"/>
                  </a:lnTo>
                  <a:lnTo>
                    <a:pt x="4553" y="13477"/>
                  </a:lnTo>
                  <a:lnTo>
                    <a:pt x="4513" y="12635"/>
                  </a:lnTo>
                  <a:lnTo>
                    <a:pt x="4513" y="11792"/>
                  </a:lnTo>
                  <a:lnTo>
                    <a:pt x="4513" y="10950"/>
                  </a:lnTo>
                  <a:lnTo>
                    <a:pt x="4533" y="10108"/>
                  </a:lnTo>
                  <a:lnTo>
                    <a:pt x="4593" y="9265"/>
                  </a:lnTo>
                  <a:lnTo>
                    <a:pt x="4593" y="9265"/>
                  </a:lnTo>
                  <a:lnTo>
                    <a:pt x="4633" y="8664"/>
                  </a:lnTo>
                  <a:lnTo>
                    <a:pt x="4693" y="8062"/>
                  </a:lnTo>
                  <a:lnTo>
                    <a:pt x="4774" y="7461"/>
                  </a:lnTo>
                  <a:lnTo>
                    <a:pt x="4874" y="6839"/>
                  </a:lnTo>
                  <a:lnTo>
                    <a:pt x="4974" y="6217"/>
                  </a:lnTo>
                  <a:lnTo>
                    <a:pt x="5094" y="5596"/>
                  </a:lnTo>
                  <a:lnTo>
                    <a:pt x="5255" y="4974"/>
                  </a:lnTo>
                  <a:lnTo>
                    <a:pt x="5415" y="4352"/>
                  </a:lnTo>
                  <a:lnTo>
                    <a:pt x="5616" y="3750"/>
                  </a:lnTo>
                  <a:lnTo>
                    <a:pt x="5816" y="3169"/>
                  </a:lnTo>
                  <a:lnTo>
                    <a:pt x="6057" y="2587"/>
                  </a:lnTo>
                  <a:lnTo>
                    <a:pt x="6318" y="2026"/>
                  </a:lnTo>
                  <a:lnTo>
                    <a:pt x="6619" y="1484"/>
                  </a:lnTo>
                  <a:lnTo>
                    <a:pt x="6939" y="963"/>
                  </a:lnTo>
                  <a:lnTo>
                    <a:pt x="7280" y="462"/>
                  </a:lnTo>
                  <a:lnTo>
                    <a:pt x="768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3" name="Google Shape;6753;p31"/>
            <p:cNvSpPr/>
            <p:nvPr/>
          </p:nvSpPr>
          <p:spPr>
            <a:xfrm>
              <a:off x="10986425" y="3187613"/>
              <a:ext cx="99800" cy="93775"/>
            </a:xfrm>
            <a:custGeom>
              <a:avLst/>
              <a:gdLst/>
              <a:ahLst/>
              <a:cxnLst/>
              <a:rect l="l" t="t" r="r" b="b"/>
              <a:pathLst>
                <a:path w="3992" h="3751" extrusionOk="0">
                  <a:moveTo>
                    <a:pt x="241" y="1"/>
                  </a:moveTo>
                  <a:lnTo>
                    <a:pt x="161" y="21"/>
                  </a:lnTo>
                  <a:lnTo>
                    <a:pt x="101" y="41"/>
                  </a:lnTo>
                  <a:lnTo>
                    <a:pt x="41" y="101"/>
                  </a:lnTo>
                  <a:lnTo>
                    <a:pt x="21" y="181"/>
                  </a:lnTo>
                  <a:lnTo>
                    <a:pt x="1" y="241"/>
                  </a:lnTo>
                  <a:lnTo>
                    <a:pt x="21" y="321"/>
                  </a:lnTo>
                  <a:lnTo>
                    <a:pt x="61" y="382"/>
                  </a:lnTo>
                  <a:lnTo>
                    <a:pt x="121" y="442"/>
                  </a:lnTo>
                  <a:lnTo>
                    <a:pt x="362" y="582"/>
                  </a:lnTo>
                  <a:lnTo>
                    <a:pt x="622" y="702"/>
                  </a:lnTo>
                  <a:lnTo>
                    <a:pt x="1144" y="943"/>
                  </a:lnTo>
                  <a:lnTo>
                    <a:pt x="1405" y="1063"/>
                  </a:lnTo>
                  <a:lnTo>
                    <a:pt x="1665" y="1204"/>
                  </a:lnTo>
                  <a:lnTo>
                    <a:pt x="1906" y="1364"/>
                  </a:lnTo>
                  <a:lnTo>
                    <a:pt x="2127" y="1545"/>
                  </a:lnTo>
                  <a:lnTo>
                    <a:pt x="2347" y="1765"/>
                  </a:lnTo>
                  <a:lnTo>
                    <a:pt x="2528" y="2006"/>
                  </a:lnTo>
                  <a:lnTo>
                    <a:pt x="2688" y="2247"/>
                  </a:lnTo>
                  <a:lnTo>
                    <a:pt x="2828" y="2507"/>
                  </a:lnTo>
                  <a:lnTo>
                    <a:pt x="3069" y="3049"/>
                  </a:lnTo>
                  <a:lnTo>
                    <a:pt x="3210" y="3330"/>
                  </a:lnTo>
                  <a:lnTo>
                    <a:pt x="3350" y="3590"/>
                  </a:lnTo>
                  <a:lnTo>
                    <a:pt x="3390" y="3650"/>
                  </a:lnTo>
                  <a:lnTo>
                    <a:pt x="3430" y="3691"/>
                  </a:lnTo>
                  <a:lnTo>
                    <a:pt x="3490" y="3731"/>
                  </a:lnTo>
                  <a:lnTo>
                    <a:pt x="3550" y="3751"/>
                  </a:lnTo>
                  <a:lnTo>
                    <a:pt x="3671" y="3751"/>
                  </a:lnTo>
                  <a:lnTo>
                    <a:pt x="3771" y="3731"/>
                  </a:lnTo>
                  <a:lnTo>
                    <a:pt x="3871" y="3670"/>
                  </a:lnTo>
                  <a:lnTo>
                    <a:pt x="3952" y="3570"/>
                  </a:lnTo>
                  <a:lnTo>
                    <a:pt x="3992" y="3450"/>
                  </a:lnTo>
                  <a:lnTo>
                    <a:pt x="3992" y="3390"/>
                  </a:lnTo>
                  <a:lnTo>
                    <a:pt x="3992" y="3310"/>
                  </a:lnTo>
                  <a:lnTo>
                    <a:pt x="3911" y="3009"/>
                  </a:lnTo>
                  <a:lnTo>
                    <a:pt x="3811" y="2688"/>
                  </a:lnTo>
                  <a:lnTo>
                    <a:pt x="3671" y="2367"/>
                  </a:lnTo>
                  <a:lnTo>
                    <a:pt x="3530" y="2066"/>
                  </a:lnTo>
                  <a:lnTo>
                    <a:pt x="3350" y="1785"/>
                  </a:lnTo>
                  <a:lnTo>
                    <a:pt x="3149" y="1505"/>
                  </a:lnTo>
                  <a:lnTo>
                    <a:pt x="2909" y="1244"/>
                  </a:lnTo>
                  <a:lnTo>
                    <a:pt x="2668" y="983"/>
                  </a:lnTo>
                  <a:lnTo>
                    <a:pt x="2407" y="763"/>
                  </a:lnTo>
                  <a:lnTo>
                    <a:pt x="2147" y="562"/>
                  </a:lnTo>
                  <a:lnTo>
                    <a:pt x="1846" y="382"/>
                  </a:lnTo>
                  <a:lnTo>
                    <a:pt x="1545" y="241"/>
                  </a:lnTo>
                  <a:lnTo>
                    <a:pt x="1224" y="121"/>
                  </a:lnTo>
                  <a:lnTo>
                    <a:pt x="903" y="41"/>
                  </a:lnTo>
                  <a:lnTo>
                    <a:pt x="58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4" name="Google Shape;6754;p31"/>
            <p:cNvSpPr/>
            <p:nvPr/>
          </p:nvSpPr>
          <p:spPr>
            <a:xfrm>
              <a:off x="11080175" y="3306938"/>
              <a:ext cx="17575" cy="18075"/>
            </a:xfrm>
            <a:custGeom>
              <a:avLst/>
              <a:gdLst/>
              <a:ahLst/>
              <a:cxnLst/>
              <a:rect l="l" t="t" r="r" b="b"/>
              <a:pathLst>
                <a:path w="703" h="723" extrusionOk="0">
                  <a:moveTo>
                    <a:pt x="262" y="0"/>
                  </a:moveTo>
                  <a:lnTo>
                    <a:pt x="181" y="21"/>
                  </a:lnTo>
                  <a:lnTo>
                    <a:pt x="121" y="61"/>
                  </a:lnTo>
                  <a:lnTo>
                    <a:pt x="81" y="101"/>
                  </a:lnTo>
                  <a:lnTo>
                    <a:pt x="41" y="161"/>
                  </a:lnTo>
                  <a:lnTo>
                    <a:pt x="21" y="221"/>
                  </a:lnTo>
                  <a:lnTo>
                    <a:pt x="1" y="361"/>
                  </a:lnTo>
                  <a:lnTo>
                    <a:pt x="21" y="502"/>
                  </a:lnTo>
                  <a:lnTo>
                    <a:pt x="41" y="562"/>
                  </a:lnTo>
                  <a:lnTo>
                    <a:pt x="81" y="622"/>
                  </a:lnTo>
                  <a:lnTo>
                    <a:pt x="121" y="662"/>
                  </a:lnTo>
                  <a:lnTo>
                    <a:pt x="181" y="702"/>
                  </a:lnTo>
                  <a:lnTo>
                    <a:pt x="262" y="722"/>
                  </a:lnTo>
                  <a:lnTo>
                    <a:pt x="422" y="722"/>
                  </a:lnTo>
                  <a:lnTo>
                    <a:pt x="502" y="702"/>
                  </a:lnTo>
                  <a:lnTo>
                    <a:pt x="563" y="662"/>
                  </a:lnTo>
                  <a:lnTo>
                    <a:pt x="603" y="622"/>
                  </a:lnTo>
                  <a:lnTo>
                    <a:pt x="643" y="562"/>
                  </a:lnTo>
                  <a:lnTo>
                    <a:pt x="683" y="502"/>
                  </a:lnTo>
                  <a:lnTo>
                    <a:pt x="703" y="361"/>
                  </a:lnTo>
                  <a:lnTo>
                    <a:pt x="683" y="221"/>
                  </a:lnTo>
                  <a:lnTo>
                    <a:pt x="643" y="161"/>
                  </a:lnTo>
                  <a:lnTo>
                    <a:pt x="603" y="101"/>
                  </a:lnTo>
                  <a:lnTo>
                    <a:pt x="563" y="61"/>
                  </a:lnTo>
                  <a:lnTo>
                    <a:pt x="502" y="21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5" name="Google Shape;6755;p31"/>
            <p:cNvSpPr/>
            <p:nvPr/>
          </p:nvSpPr>
          <p:spPr>
            <a:xfrm>
              <a:off x="10287620" y="4074038"/>
              <a:ext cx="162450" cy="94775"/>
            </a:xfrm>
            <a:custGeom>
              <a:avLst/>
              <a:gdLst/>
              <a:ahLst/>
              <a:cxnLst/>
              <a:rect l="l" t="t" r="r" b="b"/>
              <a:pathLst>
                <a:path w="6498" h="3791" extrusionOk="0">
                  <a:moveTo>
                    <a:pt x="3490" y="0"/>
                  </a:moveTo>
                  <a:lnTo>
                    <a:pt x="3129" y="20"/>
                  </a:lnTo>
                  <a:lnTo>
                    <a:pt x="2788" y="80"/>
                  </a:lnTo>
                  <a:lnTo>
                    <a:pt x="2447" y="160"/>
                  </a:lnTo>
                  <a:lnTo>
                    <a:pt x="2126" y="281"/>
                  </a:lnTo>
                  <a:lnTo>
                    <a:pt x="1825" y="421"/>
                  </a:lnTo>
                  <a:lnTo>
                    <a:pt x="1544" y="602"/>
                  </a:lnTo>
                  <a:lnTo>
                    <a:pt x="1264" y="802"/>
                  </a:lnTo>
                  <a:lnTo>
                    <a:pt x="1023" y="1023"/>
                  </a:lnTo>
                  <a:lnTo>
                    <a:pt x="802" y="1284"/>
                  </a:lnTo>
                  <a:lnTo>
                    <a:pt x="602" y="1544"/>
                  </a:lnTo>
                  <a:lnTo>
                    <a:pt x="421" y="1825"/>
                  </a:lnTo>
                  <a:lnTo>
                    <a:pt x="281" y="2146"/>
                  </a:lnTo>
                  <a:lnTo>
                    <a:pt x="161" y="2467"/>
                  </a:lnTo>
                  <a:lnTo>
                    <a:pt x="80" y="2788"/>
                  </a:lnTo>
                  <a:lnTo>
                    <a:pt x="20" y="3149"/>
                  </a:lnTo>
                  <a:lnTo>
                    <a:pt x="0" y="3490"/>
                  </a:lnTo>
                  <a:lnTo>
                    <a:pt x="20" y="3790"/>
                  </a:lnTo>
                  <a:lnTo>
                    <a:pt x="6498" y="3790"/>
                  </a:lnTo>
                  <a:lnTo>
                    <a:pt x="6117" y="3690"/>
                  </a:lnTo>
                  <a:lnTo>
                    <a:pt x="5776" y="3570"/>
                  </a:lnTo>
                  <a:lnTo>
                    <a:pt x="5435" y="3409"/>
                  </a:lnTo>
                  <a:lnTo>
                    <a:pt x="5114" y="3249"/>
                  </a:lnTo>
                  <a:lnTo>
                    <a:pt x="4813" y="3068"/>
                  </a:lnTo>
                  <a:lnTo>
                    <a:pt x="4533" y="2868"/>
                  </a:lnTo>
                  <a:lnTo>
                    <a:pt x="4292" y="2647"/>
                  </a:lnTo>
                  <a:lnTo>
                    <a:pt x="4091" y="2427"/>
                  </a:lnTo>
                  <a:lnTo>
                    <a:pt x="3971" y="2266"/>
                  </a:lnTo>
                  <a:lnTo>
                    <a:pt x="3891" y="2106"/>
                  </a:lnTo>
                  <a:lnTo>
                    <a:pt x="3851" y="1945"/>
                  </a:lnTo>
                  <a:lnTo>
                    <a:pt x="3811" y="1805"/>
                  </a:lnTo>
                  <a:lnTo>
                    <a:pt x="3811" y="1665"/>
                  </a:lnTo>
                  <a:lnTo>
                    <a:pt x="3811" y="1544"/>
                  </a:lnTo>
                  <a:lnTo>
                    <a:pt x="3851" y="1404"/>
                  </a:lnTo>
                  <a:lnTo>
                    <a:pt x="3891" y="1284"/>
                  </a:lnTo>
                  <a:lnTo>
                    <a:pt x="3951" y="1163"/>
                  </a:lnTo>
                  <a:lnTo>
                    <a:pt x="4031" y="1063"/>
                  </a:lnTo>
                  <a:lnTo>
                    <a:pt x="4212" y="842"/>
                  </a:lnTo>
                  <a:lnTo>
                    <a:pt x="4432" y="662"/>
                  </a:lnTo>
                  <a:lnTo>
                    <a:pt x="4653" y="481"/>
                  </a:lnTo>
                  <a:lnTo>
                    <a:pt x="4853" y="341"/>
                  </a:lnTo>
                  <a:lnTo>
                    <a:pt x="5054" y="221"/>
                  </a:lnTo>
                  <a:lnTo>
                    <a:pt x="5275" y="100"/>
                  </a:lnTo>
                  <a:lnTo>
                    <a:pt x="5495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6" name="Google Shape;6756;p31"/>
            <p:cNvSpPr/>
            <p:nvPr/>
          </p:nvSpPr>
          <p:spPr>
            <a:xfrm>
              <a:off x="10393350" y="3917588"/>
              <a:ext cx="25575" cy="158475"/>
            </a:xfrm>
            <a:custGeom>
              <a:avLst/>
              <a:gdLst/>
              <a:ahLst/>
              <a:cxnLst/>
              <a:rect l="l" t="t" r="r" b="b"/>
              <a:pathLst>
                <a:path w="1023" h="6339" extrusionOk="0">
                  <a:moveTo>
                    <a:pt x="0" y="1"/>
                  </a:moveTo>
                  <a:lnTo>
                    <a:pt x="0" y="6338"/>
                  </a:lnTo>
                  <a:lnTo>
                    <a:pt x="1023" y="6338"/>
                  </a:lnTo>
                  <a:lnTo>
                    <a:pt x="963" y="4754"/>
                  </a:lnTo>
                  <a:lnTo>
                    <a:pt x="943" y="3169"/>
                  </a:lnTo>
                  <a:lnTo>
                    <a:pt x="943" y="1585"/>
                  </a:lnTo>
                  <a:lnTo>
                    <a:pt x="963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57" name="Google Shape;6757;p31"/>
          <p:cNvGrpSpPr/>
          <p:nvPr/>
        </p:nvGrpSpPr>
        <p:grpSpPr>
          <a:xfrm>
            <a:off x="-9444" y="3988897"/>
            <a:ext cx="1445336" cy="1115411"/>
            <a:chOff x="12761825" y="3127225"/>
            <a:chExt cx="2554500" cy="1971388"/>
          </a:xfrm>
        </p:grpSpPr>
        <p:sp>
          <p:nvSpPr>
            <p:cNvPr id="6758" name="Google Shape;6758;p31"/>
            <p:cNvSpPr/>
            <p:nvPr/>
          </p:nvSpPr>
          <p:spPr>
            <a:xfrm>
              <a:off x="12761825" y="4921613"/>
              <a:ext cx="2554500" cy="177000"/>
            </a:xfrm>
            <a:prstGeom prst="ellipse">
              <a:avLst/>
            </a:pr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9" name="Google Shape;6759;p31"/>
            <p:cNvSpPr/>
            <p:nvPr/>
          </p:nvSpPr>
          <p:spPr>
            <a:xfrm>
              <a:off x="13559425" y="3153675"/>
              <a:ext cx="384100" cy="241500"/>
            </a:xfrm>
            <a:custGeom>
              <a:avLst/>
              <a:gdLst/>
              <a:ahLst/>
              <a:cxnLst/>
              <a:rect l="l" t="t" r="r" b="b"/>
              <a:pathLst>
                <a:path w="15364" h="9660" extrusionOk="0">
                  <a:moveTo>
                    <a:pt x="3544" y="1"/>
                  </a:moveTo>
                  <a:lnTo>
                    <a:pt x="2701" y="23"/>
                  </a:lnTo>
                  <a:lnTo>
                    <a:pt x="1837" y="87"/>
                  </a:lnTo>
                  <a:lnTo>
                    <a:pt x="929" y="174"/>
                  </a:lnTo>
                  <a:lnTo>
                    <a:pt x="0" y="325"/>
                  </a:lnTo>
                  <a:lnTo>
                    <a:pt x="454" y="2940"/>
                  </a:lnTo>
                  <a:lnTo>
                    <a:pt x="1275" y="2832"/>
                  </a:lnTo>
                  <a:lnTo>
                    <a:pt x="2075" y="2745"/>
                  </a:lnTo>
                  <a:lnTo>
                    <a:pt x="2831" y="2680"/>
                  </a:lnTo>
                  <a:lnTo>
                    <a:pt x="3544" y="2659"/>
                  </a:lnTo>
                  <a:lnTo>
                    <a:pt x="4322" y="2680"/>
                  </a:lnTo>
                  <a:lnTo>
                    <a:pt x="5056" y="2745"/>
                  </a:lnTo>
                  <a:lnTo>
                    <a:pt x="5726" y="2853"/>
                  </a:lnTo>
                  <a:lnTo>
                    <a:pt x="6374" y="2983"/>
                  </a:lnTo>
                  <a:lnTo>
                    <a:pt x="6893" y="3112"/>
                  </a:lnTo>
                  <a:lnTo>
                    <a:pt x="7390" y="3285"/>
                  </a:lnTo>
                  <a:lnTo>
                    <a:pt x="7844" y="3458"/>
                  </a:lnTo>
                  <a:lnTo>
                    <a:pt x="8276" y="3653"/>
                  </a:lnTo>
                  <a:lnTo>
                    <a:pt x="8622" y="3847"/>
                  </a:lnTo>
                  <a:lnTo>
                    <a:pt x="8967" y="4042"/>
                  </a:lnTo>
                  <a:lnTo>
                    <a:pt x="9270" y="4258"/>
                  </a:lnTo>
                  <a:lnTo>
                    <a:pt x="9572" y="4474"/>
                  </a:lnTo>
                  <a:lnTo>
                    <a:pt x="9853" y="4690"/>
                  </a:lnTo>
                  <a:lnTo>
                    <a:pt x="10113" y="4928"/>
                  </a:lnTo>
                  <a:lnTo>
                    <a:pt x="10372" y="5165"/>
                  </a:lnTo>
                  <a:lnTo>
                    <a:pt x="10588" y="5403"/>
                  </a:lnTo>
                  <a:lnTo>
                    <a:pt x="10912" y="5770"/>
                  </a:lnTo>
                  <a:lnTo>
                    <a:pt x="11193" y="6138"/>
                  </a:lnTo>
                  <a:lnTo>
                    <a:pt x="11452" y="6526"/>
                  </a:lnTo>
                  <a:lnTo>
                    <a:pt x="11690" y="6894"/>
                  </a:lnTo>
                  <a:lnTo>
                    <a:pt x="11971" y="7456"/>
                  </a:lnTo>
                  <a:lnTo>
                    <a:pt x="12208" y="7974"/>
                  </a:lnTo>
                  <a:lnTo>
                    <a:pt x="12381" y="8450"/>
                  </a:lnTo>
                  <a:lnTo>
                    <a:pt x="12533" y="8882"/>
                  </a:lnTo>
                  <a:lnTo>
                    <a:pt x="12619" y="9206"/>
                  </a:lnTo>
                  <a:lnTo>
                    <a:pt x="12684" y="9465"/>
                  </a:lnTo>
                  <a:lnTo>
                    <a:pt x="12705" y="9616"/>
                  </a:lnTo>
                  <a:lnTo>
                    <a:pt x="12705" y="9638"/>
                  </a:lnTo>
                  <a:lnTo>
                    <a:pt x="15363" y="9292"/>
                  </a:lnTo>
                  <a:lnTo>
                    <a:pt x="15277" y="8838"/>
                  </a:lnTo>
                  <a:lnTo>
                    <a:pt x="15147" y="8363"/>
                  </a:lnTo>
                  <a:lnTo>
                    <a:pt x="14974" y="7780"/>
                  </a:lnTo>
                  <a:lnTo>
                    <a:pt x="14801" y="7261"/>
                  </a:lnTo>
                  <a:lnTo>
                    <a:pt x="14564" y="6699"/>
                  </a:lnTo>
                  <a:lnTo>
                    <a:pt x="14283" y="6116"/>
                  </a:lnTo>
                  <a:lnTo>
                    <a:pt x="13937" y="5489"/>
                  </a:lnTo>
                  <a:lnTo>
                    <a:pt x="13656" y="4992"/>
                  </a:lnTo>
                  <a:lnTo>
                    <a:pt x="13310" y="4517"/>
                  </a:lnTo>
                  <a:lnTo>
                    <a:pt x="12943" y="4020"/>
                  </a:lnTo>
                  <a:lnTo>
                    <a:pt x="12511" y="3545"/>
                  </a:lnTo>
                  <a:lnTo>
                    <a:pt x="12165" y="3199"/>
                  </a:lnTo>
                  <a:lnTo>
                    <a:pt x="11798" y="2853"/>
                  </a:lnTo>
                  <a:lnTo>
                    <a:pt x="11387" y="2507"/>
                  </a:lnTo>
                  <a:lnTo>
                    <a:pt x="10977" y="2183"/>
                  </a:lnTo>
                  <a:lnTo>
                    <a:pt x="10523" y="1859"/>
                  </a:lnTo>
                  <a:lnTo>
                    <a:pt x="10026" y="1578"/>
                  </a:lnTo>
                  <a:lnTo>
                    <a:pt x="9508" y="1297"/>
                  </a:lnTo>
                  <a:lnTo>
                    <a:pt x="8967" y="1038"/>
                  </a:lnTo>
                  <a:lnTo>
                    <a:pt x="8406" y="822"/>
                  </a:lnTo>
                  <a:lnTo>
                    <a:pt x="7801" y="606"/>
                  </a:lnTo>
                  <a:lnTo>
                    <a:pt x="7152" y="433"/>
                  </a:lnTo>
                  <a:lnTo>
                    <a:pt x="6504" y="282"/>
                  </a:lnTo>
                  <a:lnTo>
                    <a:pt x="5813" y="152"/>
                  </a:lnTo>
                  <a:lnTo>
                    <a:pt x="5078" y="66"/>
                  </a:lnTo>
                  <a:lnTo>
                    <a:pt x="4322" y="23"/>
                  </a:lnTo>
                  <a:lnTo>
                    <a:pt x="3544" y="1"/>
                  </a:lnTo>
                  <a:close/>
                  <a:moveTo>
                    <a:pt x="13894" y="9487"/>
                  </a:moveTo>
                  <a:lnTo>
                    <a:pt x="12705" y="9638"/>
                  </a:lnTo>
                  <a:lnTo>
                    <a:pt x="12705" y="9660"/>
                  </a:lnTo>
                  <a:lnTo>
                    <a:pt x="13894" y="9487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0" name="Google Shape;6760;p31"/>
            <p:cNvSpPr/>
            <p:nvPr/>
          </p:nvSpPr>
          <p:spPr>
            <a:xfrm>
              <a:off x="12808025" y="4457700"/>
              <a:ext cx="221500" cy="227450"/>
            </a:xfrm>
            <a:custGeom>
              <a:avLst/>
              <a:gdLst/>
              <a:ahLst/>
              <a:cxnLst/>
              <a:rect l="l" t="t" r="r" b="b"/>
              <a:pathLst>
                <a:path w="8860" h="9098" extrusionOk="0">
                  <a:moveTo>
                    <a:pt x="4775" y="1"/>
                  </a:moveTo>
                  <a:lnTo>
                    <a:pt x="4343" y="130"/>
                  </a:lnTo>
                  <a:lnTo>
                    <a:pt x="3868" y="260"/>
                  </a:lnTo>
                  <a:lnTo>
                    <a:pt x="3306" y="476"/>
                  </a:lnTo>
                  <a:lnTo>
                    <a:pt x="2658" y="735"/>
                  </a:lnTo>
                  <a:lnTo>
                    <a:pt x="2334" y="908"/>
                  </a:lnTo>
                  <a:lnTo>
                    <a:pt x="1988" y="1081"/>
                  </a:lnTo>
                  <a:lnTo>
                    <a:pt x="1664" y="1254"/>
                  </a:lnTo>
                  <a:lnTo>
                    <a:pt x="1361" y="1470"/>
                  </a:lnTo>
                  <a:lnTo>
                    <a:pt x="1059" y="1686"/>
                  </a:lnTo>
                  <a:lnTo>
                    <a:pt x="800" y="1924"/>
                  </a:lnTo>
                  <a:lnTo>
                    <a:pt x="562" y="2161"/>
                  </a:lnTo>
                  <a:lnTo>
                    <a:pt x="346" y="2421"/>
                  </a:lnTo>
                  <a:lnTo>
                    <a:pt x="195" y="2702"/>
                  </a:lnTo>
                  <a:lnTo>
                    <a:pt x="130" y="2853"/>
                  </a:lnTo>
                  <a:lnTo>
                    <a:pt x="65" y="3004"/>
                  </a:lnTo>
                  <a:lnTo>
                    <a:pt x="22" y="3155"/>
                  </a:lnTo>
                  <a:lnTo>
                    <a:pt x="0" y="3328"/>
                  </a:lnTo>
                  <a:lnTo>
                    <a:pt x="0" y="3479"/>
                  </a:lnTo>
                  <a:lnTo>
                    <a:pt x="0" y="3652"/>
                  </a:lnTo>
                  <a:lnTo>
                    <a:pt x="22" y="3825"/>
                  </a:lnTo>
                  <a:lnTo>
                    <a:pt x="43" y="3998"/>
                  </a:lnTo>
                  <a:lnTo>
                    <a:pt x="108" y="4171"/>
                  </a:lnTo>
                  <a:lnTo>
                    <a:pt x="173" y="4365"/>
                  </a:lnTo>
                  <a:lnTo>
                    <a:pt x="259" y="4538"/>
                  </a:lnTo>
                  <a:lnTo>
                    <a:pt x="368" y="4733"/>
                  </a:lnTo>
                  <a:lnTo>
                    <a:pt x="497" y="4927"/>
                  </a:lnTo>
                  <a:lnTo>
                    <a:pt x="648" y="5122"/>
                  </a:lnTo>
                  <a:lnTo>
                    <a:pt x="821" y="5338"/>
                  </a:lnTo>
                  <a:lnTo>
                    <a:pt x="1016" y="5532"/>
                  </a:lnTo>
                  <a:lnTo>
                    <a:pt x="1232" y="5748"/>
                  </a:lnTo>
                  <a:lnTo>
                    <a:pt x="1470" y="5964"/>
                  </a:lnTo>
                  <a:lnTo>
                    <a:pt x="2010" y="6396"/>
                  </a:lnTo>
                  <a:lnTo>
                    <a:pt x="2658" y="6872"/>
                  </a:lnTo>
                  <a:lnTo>
                    <a:pt x="3436" y="7347"/>
                  </a:lnTo>
                  <a:lnTo>
                    <a:pt x="4300" y="7823"/>
                  </a:lnTo>
                  <a:lnTo>
                    <a:pt x="5186" y="8276"/>
                  </a:lnTo>
                  <a:lnTo>
                    <a:pt x="5942" y="8622"/>
                  </a:lnTo>
                  <a:lnTo>
                    <a:pt x="6288" y="8752"/>
                  </a:lnTo>
                  <a:lnTo>
                    <a:pt x="6612" y="8860"/>
                  </a:lnTo>
                  <a:lnTo>
                    <a:pt x="6915" y="8968"/>
                  </a:lnTo>
                  <a:lnTo>
                    <a:pt x="7174" y="9033"/>
                  </a:lnTo>
                  <a:lnTo>
                    <a:pt x="7433" y="9076"/>
                  </a:lnTo>
                  <a:lnTo>
                    <a:pt x="7649" y="9097"/>
                  </a:lnTo>
                  <a:lnTo>
                    <a:pt x="8038" y="9097"/>
                  </a:lnTo>
                  <a:lnTo>
                    <a:pt x="8211" y="9054"/>
                  </a:lnTo>
                  <a:lnTo>
                    <a:pt x="8341" y="9011"/>
                  </a:lnTo>
                  <a:lnTo>
                    <a:pt x="8470" y="8946"/>
                  </a:lnTo>
                  <a:lnTo>
                    <a:pt x="8578" y="8860"/>
                  </a:lnTo>
                  <a:lnTo>
                    <a:pt x="8665" y="8752"/>
                  </a:lnTo>
                  <a:lnTo>
                    <a:pt x="8730" y="8644"/>
                  </a:lnTo>
                  <a:lnTo>
                    <a:pt x="8794" y="8514"/>
                  </a:lnTo>
                  <a:lnTo>
                    <a:pt x="8816" y="8384"/>
                  </a:lnTo>
                  <a:lnTo>
                    <a:pt x="8838" y="8233"/>
                  </a:lnTo>
                  <a:lnTo>
                    <a:pt x="8859" y="8060"/>
                  </a:lnTo>
                  <a:lnTo>
                    <a:pt x="8838" y="7693"/>
                  </a:lnTo>
                  <a:lnTo>
                    <a:pt x="8751" y="7304"/>
                  </a:lnTo>
                  <a:lnTo>
                    <a:pt x="8622" y="6872"/>
                  </a:lnTo>
                  <a:lnTo>
                    <a:pt x="8470" y="6396"/>
                  </a:lnTo>
                  <a:lnTo>
                    <a:pt x="8276" y="5921"/>
                  </a:lnTo>
                  <a:lnTo>
                    <a:pt x="8038" y="5424"/>
                  </a:lnTo>
                  <a:lnTo>
                    <a:pt x="7801" y="4906"/>
                  </a:lnTo>
                  <a:lnTo>
                    <a:pt x="7520" y="4409"/>
                  </a:lnTo>
                  <a:lnTo>
                    <a:pt x="7239" y="3890"/>
                  </a:lnTo>
                  <a:lnTo>
                    <a:pt x="6677" y="2896"/>
                  </a:lnTo>
                  <a:lnTo>
                    <a:pt x="6094" y="1967"/>
                  </a:lnTo>
                  <a:lnTo>
                    <a:pt x="5575" y="1189"/>
                  </a:lnTo>
                  <a:lnTo>
                    <a:pt x="5164" y="562"/>
                  </a:lnTo>
                  <a:lnTo>
                    <a:pt x="477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1" name="Google Shape;6761;p31"/>
            <p:cNvSpPr/>
            <p:nvPr/>
          </p:nvSpPr>
          <p:spPr>
            <a:xfrm>
              <a:off x="12876625" y="3375700"/>
              <a:ext cx="2329850" cy="1362375"/>
            </a:xfrm>
            <a:custGeom>
              <a:avLst/>
              <a:gdLst/>
              <a:ahLst/>
              <a:cxnLst/>
              <a:rect l="l" t="t" r="r" b="b"/>
              <a:pathLst>
                <a:path w="93194" h="54495" extrusionOk="0">
                  <a:moveTo>
                    <a:pt x="40385" y="1"/>
                  </a:moveTo>
                  <a:lnTo>
                    <a:pt x="38915" y="22"/>
                  </a:lnTo>
                  <a:lnTo>
                    <a:pt x="37489" y="109"/>
                  </a:lnTo>
                  <a:lnTo>
                    <a:pt x="36128" y="217"/>
                  </a:lnTo>
                  <a:lnTo>
                    <a:pt x="34832" y="368"/>
                  </a:lnTo>
                  <a:lnTo>
                    <a:pt x="33578" y="584"/>
                  </a:lnTo>
                  <a:lnTo>
                    <a:pt x="32368" y="822"/>
                  </a:lnTo>
                  <a:lnTo>
                    <a:pt x="31202" y="1103"/>
                  </a:lnTo>
                  <a:lnTo>
                    <a:pt x="30100" y="1427"/>
                  </a:lnTo>
                  <a:lnTo>
                    <a:pt x="29041" y="1773"/>
                  </a:lnTo>
                  <a:lnTo>
                    <a:pt x="28047" y="2161"/>
                  </a:lnTo>
                  <a:lnTo>
                    <a:pt x="27075" y="2594"/>
                  </a:lnTo>
                  <a:lnTo>
                    <a:pt x="26167" y="3047"/>
                  </a:lnTo>
                  <a:lnTo>
                    <a:pt x="25281" y="3523"/>
                  </a:lnTo>
                  <a:lnTo>
                    <a:pt x="24460" y="4041"/>
                  </a:lnTo>
                  <a:lnTo>
                    <a:pt x="23682" y="4581"/>
                  </a:lnTo>
                  <a:lnTo>
                    <a:pt x="22926" y="5143"/>
                  </a:lnTo>
                  <a:lnTo>
                    <a:pt x="22213" y="5748"/>
                  </a:lnTo>
                  <a:lnTo>
                    <a:pt x="21565" y="6353"/>
                  </a:lnTo>
                  <a:lnTo>
                    <a:pt x="20916" y="6980"/>
                  </a:lnTo>
                  <a:lnTo>
                    <a:pt x="20333" y="7650"/>
                  </a:lnTo>
                  <a:lnTo>
                    <a:pt x="19771" y="8320"/>
                  </a:lnTo>
                  <a:lnTo>
                    <a:pt x="19253" y="9011"/>
                  </a:lnTo>
                  <a:lnTo>
                    <a:pt x="18777" y="9702"/>
                  </a:lnTo>
                  <a:lnTo>
                    <a:pt x="18324" y="10416"/>
                  </a:lnTo>
                  <a:lnTo>
                    <a:pt x="17891" y="11150"/>
                  </a:lnTo>
                  <a:lnTo>
                    <a:pt x="17502" y="11885"/>
                  </a:lnTo>
                  <a:lnTo>
                    <a:pt x="17135" y="12641"/>
                  </a:lnTo>
                  <a:lnTo>
                    <a:pt x="16811" y="13397"/>
                  </a:lnTo>
                  <a:lnTo>
                    <a:pt x="16508" y="14154"/>
                  </a:lnTo>
                  <a:lnTo>
                    <a:pt x="16228" y="14932"/>
                  </a:lnTo>
                  <a:lnTo>
                    <a:pt x="15968" y="15709"/>
                  </a:lnTo>
                  <a:lnTo>
                    <a:pt x="15731" y="16466"/>
                  </a:lnTo>
                  <a:lnTo>
                    <a:pt x="15536" y="17244"/>
                  </a:lnTo>
                  <a:lnTo>
                    <a:pt x="15342" y="18021"/>
                  </a:lnTo>
                  <a:lnTo>
                    <a:pt x="15190" y="18778"/>
                  </a:lnTo>
                  <a:lnTo>
                    <a:pt x="15039" y="19534"/>
                  </a:lnTo>
                  <a:lnTo>
                    <a:pt x="14931" y="20290"/>
                  </a:lnTo>
                  <a:lnTo>
                    <a:pt x="14823" y="21046"/>
                  </a:lnTo>
                  <a:lnTo>
                    <a:pt x="14737" y="21781"/>
                  </a:lnTo>
                  <a:lnTo>
                    <a:pt x="14650" y="22516"/>
                  </a:lnTo>
                  <a:lnTo>
                    <a:pt x="14607" y="23229"/>
                  </a:lnTo>
                  <a:lnTo>
                    <a:pt x="14564" y="23942"/>
                  </a:lnTo>
                  <a:lnTo>
                    <a:pt x="14521" y="25303"/>
                  </a:lnTo>
                  <a:lnTo>
                    <a:pt x="14521" y="26600"/>
                  </a:lnTo>
                  <a:lnTo>
                    <a:pt x="14542" y="27788"/>
                  </a:lnTo>
                  <a:lnTo>
                    <a:pt x="14607" y="28912"/>
                  </a:lnTo>
                  <a:lnTo>
                    <a:pt x="14693" y="29906"/>
                  </a:lnTo>
                  <a:lnTo>
                    <a:pt x="14780" y="30770"/>
                  </a:lnTo>
                  <a:lnTo>
                    <a:pt x="14866" y="31526"/>
                  </a:lnTo>
                  <a:lnTo>
                    <a:pt x="15039" y="32563"/>
                  </a:lnTo>
                  <a:lnTo>
                    <a:pt x="15104" y="32931"/>
                  </a:lnTo>
                  <a:lnTo>
                    <a:pt x="14910" y="32952"/>
                  </a:lnTo>
                  <a:lnTo>
                    <a:pt x="14391" y="33017"/>
                  </a:lnTo>
                  <a:lnTo>
                    <a:pt x="13570" y="33147"/>
                  </a:lnTo>
                  <a:lnTo>
                    <a:pt x="13073" y="33255"/>
                  </a:lnTo>
                  <a:lnTo>
                    <a:pt x="12511" y="33384"/>
                  </a:lnTo>
                  <a:lnTo>
                    <a:pt x="11906" y="33536"/>
                  </a:lnTo>
                  <a:lnTo>
                    <a:pt x="11279" y="33752"/>
                  </a:lnTo>
                  <a:lnTo>
                    <a:pt x="10588" y="33989"/>
                  </a:lnTo>
                  <a:lnTo>
                    <a:pt x="9897" y="34270"/>
                  </a:lnTo>
                  <a:lnTo>
                    <a:pt x="9184" y="34594"/>
                  </a:lnTo>
                  <a:lnTo>
                    <a:pt x="8449" y="34983"/>
                  </a:lnTo>
                  <a:lnTo>
                    <a:pt x="7693" y="35415"/>
                  </a:lnTo>
                  <a:lnTo>
                    <a:pt x="6958" y="35912"/>
                  </a:lnTo>
                  <a:lnTo>
                    <a:pt x="6591" y="36172"/>
                  </a:lnTo>
                  <a:lnTo>
                    <a:pt x="6202" y="36474"/>
                  </a:lnTo>
                  <a:lnTo>
                    <a:pt x="5856" y="36755"/>
                  </a:lnTo>
                  <a:lnTo>
                    <a:pt x="5489" y="37079"/>
                  </a:lnTo>
                  <a:lnTo>
                    <a:pt x="5121" y="37425"/>
                  </a:lnTo>
                  <a:lnTo>
                    <a:pt x="4776" y="37771"/>
                  </a:lnTo>
                  <a:lnTo>
                    <a:pt x="4430" y="38138"/>
                  </a:lnTo>
                  <a:lnTo>
                    <a:pt x="4084" y="38527"/>
                  </a:lnTo>
                  <a:lnTo>
                    <a:pt x="3760" y="38937"/>
                  </a:lnTo>
                  <a:lnTo>
                    <a:pt x="3436" y="39348"/>
                  </a:lnTo>
                  <a:lnTo>
                    <a:pt x="3112" y="39802"/>
                  </a:lnTo>
                  <a:lnTo>
                    <a:pt x="2809" y="40277"/>
                  </a:lnTo>
                  <a:lnTo>
                    <a:pt x="2528" y="40753"/>
                  </a:lnTo>
                  <a:lnTo>
                    <a:pt x="2248" y="41271"/>
                  </a:lnTo>
                  <a:lnTo>
                    <a:pt x="1967" y="41790"/>
                  </a:lnTo>
                  <a:lnTo>
                    <a:pt x="1729" y="42351"/>
                  </a:lnTo>
                  <a:lnTo>
                    <a:pt x="1491" y="42913"/>
                  </a:lnTo>
                  <a:lnTo>
                    <a:pt x="1254" y="43518"/>
                  </a:lnTo>
                  <a:lnTo>
                    <a:pt x="1038" y="44123"/>
                  </a:lnTo>
                  <a:lnTo>
                    <a:pt x="865" y="44772"/>
                  </a:lnTo>
                  <a:lnTo>
                    <a:pt x="670" y="45441"/>
                  </a:lnTo>
                  <a:lnTo>
                    <a:pt x="519" y="46133"/>
                  </a:lnTo>
                  <a:lnTo>
                    <a:pt x="389" y="46846"/>
                  </a:lnTo>
                  <a:lnTo>
                    <a:pt x="260" y="47581"/>
                  </a:lnTo>
                  <a:lnTo>
                    <a:pt x="173" y="48358"/>
                  </a:lnTo>
                  <a:lnTo>
                    <a:pt x="87" y="49158"/>
                  </a:lnTo>
                  <a:lnTo>
                    <a:pt x="44" y="49979"/>
                  </a:lnTo>
                  <a:lnTo>
                    <a:pt x="0" y="50822"/>
                  </a:lnTo>
                  <a:lnTo>
                    <a:pt x="0" y="51686"/>
                  </a:lnTo>
                  <a:lnTo>
                    <a:pt x="22" y="52593"/>
                  </a:lnTo>
                  <a:lnTo>
                    <a:pt x="65" y="53523"/>
                  </a:lnTo>
                  <a:lnTo>
                    <a:pt x="130" y="54495"/>
                  </a:lnTo>
                  <a:lnTo>
                    <a:pt x="93193" y="54495"/>
                  </a:lnTo>
                  <a:lnTo>
                    <a:pt x="93193" y="54214"/>
                  </a:lnTo>
                  <a:lnTo>
                    <a:pt x="93193" y="53415"/>
                  </a:lnTo>
                  <a:lnTo>
                    <a:pt x="93172" y="52831"/>
                  </a:lnTo>
                  <a:lnTo>
                    <a:pt x="93150" y="52161"/>
                  </a:lnTo>
                  <a:lnTo>
                    <a:pt x="93085" y="51405"/>
                  </a:lnTo>
                  <a:lnTo>
                    <a:pt x="92999" y="50562"/>
                  </a:lnTo>
                  <a:lnTo>
                    <a:pt x="92869" y="49655"/>
                  </a:lnTo>
                  <a:lnTo>
                    <a:pt x="92696" y="48704"/>
                  </a:lnTo>
                  <a:lnTo>
                    <a:pt x="92480" y="47667"/>
                  </a:lnTo>
                  <a:lnTo>
                    <a:pt x="92221" y="46608"/>
                  </a:lnTo>
                  <a:lnTo>
                    <a:pt x="91897" y="45528"/>
                  </a:lnTo>
                  <a:lnTo>
                    <a:pt x="91724" y="44966"/>
                  </a:lnTo>
                  <a:lnTo>
                    <a:pt x="91530" y="44426"/>
                  </a:lnTo>
                  <a:lnTo>
                    <a:pt x="91314" y="43864"/>
                  </a:lnTo>
                  <a:lnTo>
                    <a:pt x="91076" y="43302"/>
                  </a:lnTo>
                  <a:lnTo>
                    <a:pt x="90817" y="42740"/>
                  </a:lnTo>
                  <a:lnTo>
                    <a:pt x="90557" y="42179"/>
                  </a:lnTo>
                  <a:lnTo>
                    <a:pt x="90255" y="41617"/>
                  </a:lnTo>
                  <a:lnTo>
                    <a:pt x="89952" y="41055"/>
                  </a:lnTo>
                  <a:lnTo>
                    <a:pt x="89628" y="40515"/>
                  </a:lnTo>
                  <a:lnTo>
                    <a:pt x="89261" y="39975"/>
                  </a:lnTo>
                  <a:lnTo>
                    <a:pt x="88894" y="39434"/>
                  </a:lnTo>
                  <a:lnTo>
                    <a:pt x="88483" y="38916"/>
                  </a:lnTo>
                  <a:lnTo>
                    <a:pt x="88072" y="38397"/>
                  </a:lnTo>
                  <a:lnTo>
                    <a:pt x="87619" y="37879"/>
                  </a:lnTo>
                  <a:lnTo>
                    <a:pt x="87143" y="37382"/>
                  </a:lnTo>
                  <a:lnTo>
                    <a:pt x="86646" y="36906"/>
                  </a:lnTo>
                  <a:lnTo>
                    <a:pt x="86128" y="36431"/>
                  </a:lnTo>
                  <a:lnTo>
                    <a:pt x="85588" y="35977"/>
                  </a:lnTo>
                  <a:lnTo>
                    <a:pt x="85004" y="35545"/>
                  </a:lnTo>
                  <a:lnTo>
                    <a:pt x="84399" y="35135"/>
                  </a:lnTo>
                  <a:lnTo>
                    <a:pt x="83751" y="34724"/>
                  </a:lnTo>
                  <a:lnTo>
                    <a:pt x="83081" y="34357"/>
                  </a:lnTo>
                  <a:lnTo>
                    <a:pt x="82390" y="34011"/>
                  </a:lnTo>
                  <a:lnTo>
                    <a:pt x="81677" y="33665"/>
                  </a:lnTo>
                  <a:lnTo>
                    <a:pt x="80899" y="33363"/>
                  </a:lnTo>
                  <a:lnTo>
                    <a:pt x="80121" y="33082"/>
                  </a:lnTo>
                  <a:lnTo>
                    <a:pt x="79300" y="32823"/>
                  </a:lnTo>
                  <a:lnTo>
                    <a:pt x="78436" y="32606"/>
                  </a:lnTo>
                  <a:lnTo>
                    <a:pt x="77528" y="32412"/>
                  </a:lnTo>
                  <a:lnTo>
                    <a:pt x="76599" y="32239"/>
                  </a:lnTo>
                  <a:lnTo>
                    <a:pt x="75648" y="32110"/>
                  </a:lnTo>
                  <a:lnTo>
                    <a:pt x="74654" y="32001"/>
                  </a:lnTo>
                  <a:lnTo>
                    <a:pt x="73595" y="31937"/>
                  </a:lnTo>
                  <a:lnTo>
                    <a:pt x="72537" y="31915"/>
                  </a:lnTo>
                  <a:lnTo>
                    <a:pt x="71413" y="31915"/>
                  </a:lnTo>
                  <a:lnTo>
                    <a:pt x="70268" y="31958"/>
                  </a:lnTo>
                  <a:lnTo>
                    <a:pt x="69058" y="32045"/>
                  </a:lnTo>
                  <a:lnTo>
                    <a:pt x="67826" y="32153"/>
                  </a:lnTo>
                  <a:lnTo>
                    <a:pt x="67826" y="32153"/>
                  </a:lnTo>
                  <a:lnTo>
                    <a:pt x="67869" y="31807"/>
                  </a:lnTo>
                  <a:lnTo>
                    <a:pt x="67978" y="30770"/>
                  </a:lnTo>
                  <a:lnTo>
                    <a:pt x="68021" y="30057"/>
                  </a:lnTo>
                  <a:lnTo>
                    <a:pt x="68042" y="29192"/>
                  </a:lnTo>
                  <a:lnTo>
                    <a:pt x="68064" y="28220"/>
                  </a:lnTo>
                  <a:lnTo>
                    <a:pt x="68042" y="27140"/>
                  </a:lnTo>
                  <a:lnTo>
                    <a:pt x="67999" y="25951"/>
                  </a:lnTo>
                  <a:lnTo>
                    <a:pt x="67913" y="24698"/>
                  </a:lnTo>
                  <a:lnTo>
                    <a:pt x="67783" y="23380"/>
                  </a:lnTo>
                  <a:lnTo>
                    <a:pt x="67697" y="22689"/>
                  </a:lnTo>
                  <a:lnTo>
                    <a:pt x="67589" y="21997"/>
                  </a:lnTo>
                  <a:lnTo>
                    <a:pt x="67481" y="21284"/>
                  </a:lnTo>
                  <a:lnTo>
                    <a:pt x="67329" y="20549"/>
                  </a:lnTo>
                  <a:lnTo>
                    <a:pt x="67178" y="19815"/>
                  </a:lnTo>
                  <a:lnTo>
                    <a:pt x="67005" y="19080"/>
                  </a:lnTo>
                  <a:lnTo>
                    <a:pt x="66832" y="18345"/>
                  </a:lnTo>
                  <a:lnTo>
                    <a:pt x="66616" y="17589"/>
                  </a:lnTo>
                  <a:lnTo>
                    <a:pt x="66379" y="16833"/>
                  </a:lnTo>
                  <a:lnTo>
                    <a:pt x="66119" y="16077"/>
                  </a:lnTo>
                  <a:lnTo>
                    <a:pt x="65838" y="15320"/>
                  </a:lnTo>
                  <a:lnTo>
                    <a:pt x="65536" y="14586"/>
                  </a:lnTo>
                  <a:lnTo>
                    <a:pt x="65212" y="13830"/>
                  </a:lnTo>
                  <a:lnTo>
                    <a:pt x="64844" y="13073"/>
                  </a:lnTo>
                  <a:lnTo>
                    <a:pt x="64477" y="12339"/>
                  </a:lnTo>
                  <a:lnTo>
                    <a:pt x="64067" y="11604"/>
                  </a:lnTo>
                  <a:lnTo>
                    <a:pt x="63613" y="10891"/>
                  </a:lnTo>
                  <a:lnTo>
                    <a:pt x="63137" y="10178"/>
                  </a:lnTo>
                  <a:lnTo>
                    <a:pt x="62640" y="9486"/>
                  </a:lnTo>
                  <a:lnTo>
                    <a:pt x="62122" y="8795"/>
                  </a:lnTo>
                  <a:lnTo>
                    <a:pt x="61538" y="8125"/>
                  </a:lnTo>
                  <a:lnTo>
                    <a:pt x="60955" y="7455"/>
                  </a:lnTo>
                  <a:lnTo>
                    <a:pt x="60307" y="6829"/>
                  </a:lnTo>
                  <a:lnTo>
                    <a:pt x="59637" y="6202"/>
                  </a:lnTo>
                  <a:lnTo>
                    <a:pt x="58924" y="5597"/>
                  </a:lnTo>
                  <a:lnTo>
                    <a:pt x="58189" y="5035"/>
                  </a:lnTo>
                  <a:lnTo>
                    <a:pt x="57411" y="4473"/>
                  </a:lnTo>
                  <a:lnTo>
                    <a:pt x="56590" y="3955"/>
                  </a:lnTo>
                  <a:lnTo>
                    <a:pt x="55726" y="3436"/>
                  </a:lnTo>
                  <a:lnTo>
                    <a:pt x="54819" y="2961"/>
                  </a:lnTo>
                  <a:lnTo>
                    <a:pt x="53868" y="2529"/>
                  </a:lnTo>
                  <a:lnTo>
                    <a:pt x="52874" y="2118"/>
                  </a:lnTo>
                  <a:lnTo>
                    <a:pt x="51837" y="1729"/>
                  </a:lnTo>
                  <a:lnTo>
                    <a:pt x="50756" y="1384"/>
                  </a:lnTo>
                  <a:lnTo>
                    <a:pt x="49633" y="1081"/>
                  </a:lnTo>
                  <a:lnTo>
                    <a:pt x="48466" y="800"/>
                  </a:lnTo>
                  <a:lnTo>
                    <a:pt x="47234" y="562"/>
                  </a:lnTo>
                  <a:lnTo>
                    <a:pt x="45981" y="368"/>
                  </a:lnTo>
                  <a:lnTo>
                    <a:pt x="44663" y="217"/>
                  </a:lnTo>
                  <a:lnTo>
                    <a:pt x="43280" y="87"/>
                  </a:lnTo>
                  <a:lnTo>
                    <a:pt x="41854" y="22"/>
                  </a:lnTo>
                  <a:lnTo>
                    <a:pt x="4038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2" name="Google Shape;6762;p31"/>
            <p:cNvSpPr/>
            <p:nvPr/>
          </p:nvSpPr>
          <p:spPr>
            <a:xfrm>
              <a:off x="12876625" y="3375700"/>
              <a:ext cx="2329850" cy="1362375"/>
            </a:xfrm>
            <a:custGeom>
              <a:avLst/>
              <a:gdLst/>
              <a:ahLst/>
              <a:cxnLst/>
              <a:rect l="l" t="t" r="r" b="b"/>
              <a:pathLst>
                <a:path w="93194" h="54495" fill="none" extrusionOk="0">
                  <a:moveTo>
                    <a:pt x="67826" y="32153"/>
                  </a:moveTo>
                  <a:lnTo>
                    <a:pt x="67826" y="32153"/>
                  </a:lnTo>
                  <a:lnTo>
                    <a:pt x="67869" y="31807"/>
                  </a:lnTo>
                  <a:lnTo>
                    <a:pt x="67978" y="30770"/>
                  </a:lnTo>
                  <a:lnTo>
                    <a:pt x="68021" y="30057"/>
                  </a:lnTo>
                  <a:lnTo>
                    <a:pt x="68042" y="29192"/>
                  </a:lnTo>
                  <a:lnTo>
                    <a:pt x="68064" y="28220"/>
                  </a:lnTo>
                  <a:lnTo>
                    <a:pt x="68042" y="27140"/>
                  </a:lnTo>
                  <a:lnTo>
                    <a:pt x="67999" y="25951"/>
                  </a:lnTo>
                  <a:lnTo>
                    <a:pt x="67913" y="24698"/>
                  </a:lnTo>
                  <a:lnTo>
                    <a:pt x="67783" y="23380"/>
                  </a:lnTo>
                  <a:lnTo>
                    <a:pt x="67697" y="22689"/>
                  </a:lnTo>
                  <a:lnTo>
                    <a:pt x="67589" y="21997"/>
                  </a:lnTo>
                  <a:lnTo>
                    <a:pt x="67481" y="21284"/>
                  </a:lnTo>
                  <a:lnTo>
                    <a:pt x="67329" y="20549"/>
                  </a:lnTo>
                  <a:lnTo>
                    <a:pt x="67178" y="19815"/>
                  </a:lnTo>
                  <a:lnTo>
                    <a:pt x="67005" y="19080"/>
                  </a:lnTo>
                  <a:lnTo>
                    <a:pt x="66832" y="18345"/>
                  </a:lnTo>
                  <a:lnTo>
                    <a:pt x="66616" y="17589"/>
                  </a:lnTo>
                  <a:lnTo>
                    <a:pt x="66379" y="16833"/>
                  </a:lnTo>
                  <a:lnTo>
                    <a:pt x="66119" y="16077"/>
                  </a:lnTo>
                  <a:lnTo>
                    <a:pt x="65838" y="15320"/>
                  </a:lnTo>
                  <a:lnTo>
                    <a:pt x="65536" y="14586"/>
                  </a:lnTo>
                  <a:lnTo>
                    <a:pt x="65212" y="13830"/>
                  </a:lnTo>
                  <a:lnTo>
                    <a:pt x="64844" y="13073"/>
                  </a:lnTo>
                  <a:lnTo>
                    <a:pt x="64477" y="12339"/>
                  </a:lnTo>
                  <a:lnTo>
                    <a:pt x="64067" y="11604"/>
                  </a:lnTo>
                  <a:lnTo>
                    <a:pt x="63613" y="10891"/>
                  </a:lnTo>
                  <a:lnTo>
                    <a:pt x="63137" y="10178"/>
                  </a:lnTo>
                  <a:lnTo>
                    <a:pt x="62640" y="9486"/>
                  </a:lnTo>
                  <a:lnTo>
                    <a:pt x="62122" y="8795"/>
                  </a:lnTo>
                  <a:lnTo>
                    <a:pt x="61538" y="8125"/>
                  </a:lnTo>
                  <a:lnTo>
                    <a:pt x="60955" y="7455"/>
                  </a:lnTo>
                  <a:lnTo>
                    <a:pt x="60307" y="6829"/>
                  </a:lnTo>
                  <a:lnTo>
                    <a:pt x="59637" y="6202"/>
                  </a:lnTo>
                  <a:lnTo>
                    <a:pt x="58924" y="5597"/>
                  </a:lnTo>
                  <a:lnTo>
                    <a:pt x="58189" y="5035"/>
                  </a:lnTo>
                  <a:lnTo>
                    <a:pt x="57411" y="4473"/>
                  </a:lnTo>
                  <a:lnTo>
                    <a:pt x="56590" y="3955"/>
                  </a:lnTo>
                  <a:lnTo>
                    <a:pt x="55726" y="3436"/>
                  </a:lnTo>
                  <a:lnTo>
                    <a:pt x="54819" y="2961"/>
                  </a:lnTo>
                  <a:lnTo>
                    <a:pt x="53868" y="2529"/>
                  </a:lnTo>
                  <a:lnTo>
                    <a:pt x="52874" y="2118"/>
                  </a:lnTo>
                  <a:lnTo>
                    <a:pt x="51837" y="1729"/>
                  </a:lnTo>
                  <a:lnTo>
                    <a:pt x="50756" y="1384"/>
                  </a:lnTo>
                  <a:lnTo>
                    <a:pt x="49633" y="1081"/>
                  </a:lnTo>
                  <a:lnTo>
                    <a:pt x="48466" y="800"/>
                  </a:lnTo>
                  <a:lnTo>
                    <a:pt x="47234" y="562"/>
                  </a:lnTo>
                  <a:lnTo>
                    <a:pt x="45981" y="368"/>
                  </a:lnTo>
                  <a:lnTo>
                    <a:pt x="44663" y="217"/>
                  </a:lnTo>
                  <a:lnTo>
                    <a:pt x="43280" y="87"/>
                  </a:lnTo>
                  <a:lnTo>
                    <a:pt x="41854" y="22"/>
                  </a:lnTo>
                  <a:lnTo>
                    <a:pt x="40385" y="1"/>
                  </a:lnTo>
                  <a:lnTo>
                    <a:pt x="40385" y="1"/>
                  </a:lnTo>
                  <a:lnTo>
                    <a:pt x="38915" y="22"/>
                  </a:lnTo>
                  <a:lnTo>
                    <a:pt x="37489" y="109"/>
                  </a:lnTo>
                  <a:lnTo>
                    <a:pt x="36128" y="217"/>
                  </a:lnTo>
                  <a:lnTo>
                    <a:pt x="34832" y="368"/>
                  </a:lnTo>
                  <a:lnTo>
                    <a:pt x="33578" y="584"/>
                  </a:lnTo>
                  <a:lnTo>
                    <a:pt x="32368" y="822"/>
                  </a:lnTo>
                  <a:lnTo>
                    <a:pt x="31202" y="1103"/>
                  </a:lnTo>
                  <a:lnTo>
                    <a:pt x="30100" y="1427"/>
                  </a:lnTo>
                  <a:lnTo>
                    <a:pt x="29041" y="1773"/>
                  </a:lnTo>
                  <a:lnTo>
                    <a:pt x="28047" y="2161"/>
                  </a:lnTo>
                  <a:lnTo>
                    <a:pt x="27075" y="2594"/>
                  </a:lnTo>
                  <a:lnTo>
                    <a:pt x="26167" y="3047"/>
                  </a:lnTo>
                  <a:lnTo>
                    <a:pt x="25281" y="3523"/>
                  </a:lnTo>
                  <a:lnTo>
                    <a:pt x="24460" y="4041"/>
                  </a:lnTo>
                  <a:lnTo>
                    <a:pt x="23682" y="4581"/>
                  </a:lnTo>
                  <a:lnTo>
                    <a:pt x="22926" y="5143"/>
                  </a:lnTo>
                  <a:lnTo>
                    <a:pt x="22213" y="5748"/>
                  </a:lnTo>
                  <a:lnTo>
                    <a:pt x="21565" y="6353"/>
                  </a:lnTo>
                  <a:lnTo>
                    <a:pt x="20916" y="6980"/>
                  </a:lnTo>
                  <a:lnTo>
                    <a:pt x="20333" y="7650"/>
                  </a:lnTo>
                  <a:lnTo>
                    <a:pt x="19771" y="8320"/>
                  </a:lnTo>
                  <a:lnTo>
                    <a:pt x="19253" y="9011"/>
                  </a:lnTo>
                  <a:lnTo>
                    <a:pt x="18777" y="9702"/>
                  </a:lnTo>
                  <a:lnTo>
                    <a:pt x="18324" y="10416"/>
                  </a:lnTo>
                  <a:lnTo>
                    <a:pt x="17891" y="11150"/>
                  </a:lnTo>
                  <a:lnTo>
                    <a:pt x="17502" y="11885"/>
                  </a:lnTo>
                  <a:lnTo>
                    <a:pt x="17135" y="12641"/>
                  </a:lnTo>
                  <a:lnTo>
                    <a:pt x="16811" y="13397"/>
                  </a:lnTo>
                  <a:lnTo>
                    <a:pt x="16508" y="14154"/>
                  </a:lnTo>
                  <a:lnTo>
                    <a:pt x="16228" y="14932"/>
                  </a:lnTo>
                  <a:lnTo>
                    <a:pt x="15968" y="15709"/>
                  </a:lnTo>
                  <a:lnTo>
                    <a:pt x="15731" y="16466"/>
                  </a:lnTo>
                  <a:lnTo>
                    <a:pt x="15536" y="17244"/>
                  </a:lnTo>
                  <a:lnTo>
                    <a:pt x="15342" y="18021"/>
                  </a:lnTo>
                  <a:lnTo>
                    <a:pt x="15190" y="18778"/>
                  </a:lnTo>
                  <a:lnTo>
                    <a:pt x="15039" y="19534"/>
                  </a:lnTo>
                  <a:lnTo>
                    <a:pt x="14931" y="20290"/>
                  </a:lnTo>
                  <a:lnTo>
                    <a:pt x="14823" y="21046"/>
                  </a:lnTo>
                  <a:lnTo>
                    <a:pt x="14737" y="21781"/>
                  </a:lnTo>
                  <a:lnTo>
                    <a:pt x="14650" y="22516"/>
                  </a:lnTo>
                  <a:lnTo>
                    <a:pt x="14607" y="23229"/>
                  </a:lnTo>
                  <a:lnTo>
                    <a:pt x="14564" y="23942"/>
                  </a:lnTo>
                  <a:lnTo>
                    <a:pt x="14521" y="25303"/>
                  </a:lnTo>
                  <a:lnTo>
                    <a:pt x="14521" y="26600"/>
                  </a:lnTo>
                  <a:lnTo>
                    <a:pt x="14542" y="27788"/>
                  </a:lnTo>
                  <a:lnTo>
                    <a:pt x="14607" y="28912"/>
                  </a:lnTo>
                  <a:lnTo>
                    <a:pt x="14693" y="29906"/>
                  </a:lnTo>
                  <a:lnTo>
                    <a:pt x="14780" y="30770"/>
                  </a:lnTo>
                  <a:lnTo>
                    <a:pt x="14866" y="31526"/>
                  </a:lnTo>
                  <a:lnTo>
                    <a:pt x="15039" y="32563"/>
                  </a:lnTo>
                  <a:lnTo>
                    <a:pt x="15104" y="32931"/>
                  </a:lnTo>
                  <a:lnTo>
                    <a:pt x="15104" y="32931"/>
                  </a:lnTo>
                  <a:lnTo>
                    <a:pt x="14910" y="32952"/>
                  </a:lnTo>
                  <a:lnTo>
                    <a:pt x="14391" y="33017"/>
                  </a:lnTo>
                  <a:lnTo>
                    <a:pt x="13570" y="33147"/>
                  </a:lnTo>
                  <a:lnTo>
                    <a:pt x="13073" y="33255"/>
                  </a:lnTo>
                  <a:lnTo>
                    <a:pt x="12511" y="33384"/>
                  </a:lnTo>
                  <a:lnTo>
                    <a:pt x="11906" y="33536"/>
                  </a:lnTo>
                  <a:lnTo>
                    <a:pt x="11279" y="33752"/>
                  </a:lnTo>
                  <a:lnTo>
                    <a:pt x="10588" y="33989"/>
                  </a:lnTo>
                  <a:lnTo>
                    <a:pt x="9897" y="34270"/>
                  </a:lnTo>
                  <a:lnTo>
                    <a:pt x="9184" y="34594"/>
                  </a:lnTo>
                  <a:lnTo>
                    <a:pt x="8449" y="34983"/>
                  </a:lnTo>
                  <a:lnTo>
                    <a:pt x="7693" y="35415"/>
                  </a:lnTo>
                  <a:lnTo>
                    <a:pt x="6958" y="35912"/>
                  </a:lnTo>
                  <a:lnTo>
                    <a:pt x="6591" y="36172"/>
                  </a:lnTo>
                  <a:lnTo>
                    <a:pt x="6202" y="36474"/>
                  </a:lnTo>
                  <a:lnTo>
                    <a:pt x="5856" y="36755"/>
                  </a:lnTo>
                  <a:lnTo>
                    <a:pt x="5489" y="37079"/>
                  </a:lnTo>
                  <a:lnTo>
                    <a:pt x="5121" y="37425"/>
                  </a:lnTo>
                  <a:lnTo>
                    <a:pt x="4776" y="37771"/>
                  </a:lnTo>
                  <a:lnTo>
                    <a:pt x="4430" y="38138"/>
                  </a:lnTo>
                  <a:lnTo>
                    <a:pt x="4084" y="38527"/>
                  </a:lnTo>
                  <a:lnTo>
                    <a:pt x="3760" y="38937"/>
                  </a:lnTo>
                  <a:lnTo>
                    <a:pt x="3436" y="39348"/>
                  </a:lnTo>
                  <a:lnTo>
                    <a:pt x="3112" y="39802"/>
                  </a:lnTo>
                  <a:lnTo>
                    <a:pt x="2809" y="40277"/>
                  </a:lnTo>
                  <a:lnTo>
                    <a:pt x="2528" y="40753"/>
                  </a:lnTo>
                  <a:lnTo>
                    <a:pt x="2248" y="41271"/>
                  </a:lnTo>
                  <a:lnTo>
                    <a:pt x="1967" y="41790"/>
                  </a:lnTo>
                  <a:lnTo>
                    <a:pt x="1729" y="42351"/>
                  </a:lnTo>
                  <a:lnTo>
                    <a:pt x="1491" y="42913"/>
                  </a:lnTo>
                  <a:lnTo>
                    <a:pt x="1254" y="43518"/>
                  </a:lnTo>
                  <a:lnTo>
                    <a:pt x="1038" y="44123"/>
                  </a:lnTo>
                  <a:lnTo>
                    <a:pt x="865" y="44772"/>
                  </a:lnTo>
                  <a:lnTo>
                    <a:pt x="670" y="45441"/>
                  </a:lnTo>
                  <a:lnTo>
                    <a:pt x="519" y="46133"/>
                  </a:lnTo>
                  <a:lnTo>
                    <a:pt x="389" y="46846"/>
                  </a:lnTo>
                  <a:lnTo>
                    <a:pt x="260" y="47581"/>
                  </a:lnTo>
                  <a:lnTo>
                    <a:pt x="173" y="48358"/>
                  </a:lnTo>
                  <a:lnTo>
                    <a:pt x="87" y="49158"/>
                  </a:lnTo>
                  <a:lnTo>
                    <a:pt x="44" y="49979"/>
                  </a:lnTo>
                  <a:lnTo>
                    <a:pt x="0" y="50822"/>
                  </a:lnTo>
                  <a:lnTo>
                    <a:pt x="0" y="51686"/>
                  </a:lnTo>
                  <a:lnTo>
                    <a:pt x="22" y="52593"/>
                  </a:lnTo>
                  <a:lnTo>
                    <a:pt x="65" y="53523"/>
                  </a:lnTo>
                  <a:lnTo>
                    <a:pt x="130" y="54495"/>
                  </a:lnTo>
                  <a:lnTo>
                    <a:pt x="93193" y="54495"/>
                  </a:lnTo>
                  <a:lnTo>
                    <a:pt x="93193" y="54495"/>
                  </a:lnTo>
                  <a:lnTo>
                    <a:pt x="93193" y="54214"/>
                  </a:lnTo>
                  <a:lnTo>
                    <a:pt x="93193" y="53415"/>
                  </a:lnTo>
                  <a:lnTo>
                    <a:pt x="93172" y="52831"/>
                  </a:lnTo>
                  <a:lnTo>
                    <a:pt x="93150" y="52161"/>
                  </a:lnTo>
                  <a:lnTo>
                    <a:pt x="93085" y="51405"/>
                  </a:lnTo>
                  <a:lnTo>
                    <a:pt x="92999" y="50562"/>
                  </a:lnTo>
                  <a:lnTo>
                    <a:pt x="92869" y="49655"/>
                  </a:lnTo>
                  <a:lnTo>
                    <a:pt x="92696" y="48704"/>
                  </a:lnTo>
                  <a:lnTo>
                    <a:pt x="92480" y="47667"/>
                  </a:lnTo>
                  <a:lnTo>
                    <a:pt x="92221" y="46608"/>
                  </a:lnTo>
                  <a:lnTo>
                    <a:pt x="91897" y="45528"/>
                  </a:lnTo>
                  <a:lnTo>
                    <a:pt x="91724" y="44966"/>
                  </a:lnTo>
                  <a:lnTo>
                    <a:pt x="91530" y="44426"/>
                  </a:lnTo>
                  <a:lnTo>
                    <a:pt x="91314" y="43864"/>
                  </a:lnTo>
                  <a:lnTo>
                    <a:pt x="91076" y="43302"/>
                  </a:lnTo>
                  <a:lnTo>
                    <a:pt x="90817" y="42740"/>
                  </a:lnTo>
                  <a:lnTo>
                    <a:pt x="90557" y="42179"/>
                  </a:lnTo>
                  <a:lnTo>
                    <a:pt x="90255" y="41617"/>
                  </a:lnTo>
                  <a:lnTo>
                    <a:pt x="89952" y="41055"/>
                  </a:lnTo>
                  <a:lnTo>
                    <a:pt x="89628" y="40515"/>
                  </a:lnTo>
                  <a:lnTo>
                    <a:pt x="89261" y="39975"/>
                  </a:lnTo>
                  <a:lnTo>
                    <a:pt x="88894" y="39434"/>
                  </a:lnTo>
                  <a:lnTo>
                    <a:pt x="88483" y="38916"/>
                  </a:lnTo>
                  <a:lnTo>
                    <a:pt x="88072" y="38397"/>
                  </a:lnTo>
                  <a:lnTo>
                    <a:pt x="87619" y="37879"/>
                  </a:lnTo>
                  <a:lnTo>
                    <a:pt x="87143" y="37382"/>
                  </a:lnTo>
                  <a:lnTo>
                    <a:pt x="86646" y="36906"/>
                  </a:lnTo>
                  <a:lnTo>
                    <a:pt x="86128" y="36431"/>
                  </a:lnTo>
                  <a:lnTo>
                    <a:pt x="85588" y="35977"/>
                  </a:lnTo>
                  <a:lnTo>
                    <a:pt x="85004" y="35545"/>
                  </a:lnTo>
                  <a:lnTo>
                    <a:pt x="84399" y="35135"/>
                  </a:lnTo>
                  <a:lnTo>
                    <a:pt x="83751" y="34724"/>
                  </a:lnTo>
                  <a:lnTo>
                    <a:pt x="83081" y="34357"/>
                  </a:lnTo>
                  <a:lnTo>
                    <a:pt x="82390" y="34011"/>
                  </a:lnTo>
                  <a:lnTo>
                    <a:pt x="81677" y="33665"/>
                  </a:lnTo>
                  <a:lnTo>
                    <a:pt x="80899" y="33363"/>
                  </a:lnTo>
                  <a:lnTo>
                    <a:pt x="80121" y="33082"/>
                  </a:lnTo>
                  <a:lnTo>
                    <a:pt x="79300" y="32823"/>
                  </a:lnTo>
                  <a:lnTo>
                    <a:pt x="78436" y="32606"/>
                  </a:lnTo>
                  <a:lnTo>
                    <a:pt x="77528" y="32412"/>
                  </a:lnTo>
                  <a:lnTo>
                    <a:pt x="76599" y="32239"/>
                  </a:lnTo>
                  <a:lnTo>
                    <a:pt x="75648" y="32110"/>
                  </a:lnTo>
                  <a:lnTo>
                    <a:pt x="74654" y="32001"/>
                  </a:lnTo>
                  <a:lnTo>
                    <a:pt x="73595" y="31937"/>
                  </a:lnTo>
                  <a:lnTo>
                    <a:pt x="72537" y="31915"/>
                  </a:lnTo>
                  <a:lnTo>
                    <a:pt x="71413" y="31915"/>
                  </a:lnTo>
                  <a:lnTo>
                    <a:pt x="70268" y="31958"/>
                  </a:lnTo>
                  <a:lnTo>
                    <a:pt x="69058" y="32045"/>
                  </a:lnTo>
                  <a:lnTo>
                    <a:pt x="67826" y="3215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3" name="Google Shape;6763;p31"/>
            <p:cNvSpPr/>
            <p:nvPr/>
          </p:nvSpPr>
          <p:spPr>
            <a:xfrm>
              <a:off x="13137000" y="4377750"/>
              <a:ext cx="667150" cy="667150"/>
            </a:xfrm>
            <a:custGeom>
              <a:avLst/>
              <a:gdLst/>
              <a:ahLst/>
              <a:cxnLst/>
              <a:rect l="l" t="t" r="r" b="b"/>
              <a:pathLst>
                <a:path w="26686" h="26686" extrusionOk="0">
                  <a:moveTo>
                    <a:pt x="13354" y="1"/>
                  </a:moveTo>
                  <a:lnTo>
                    <a:pt x="12662" y="22"/>
                  </a:lnTo>
                  <a:lnTo>
                    <a:pt x="11992" y="66"/>
                  </a:lnTo>
                  <a:lnTo>
                    <a:pt x="11322" y="152"/>
                  </a:lnTo>
                  <a:lnTo>
                    <a:pt x="10653" y="260"/>
                  </a:lnTo>
                  <a:lnTo>
                    <a:pt x="10004" y="411"/>
                  </a:lnTo>
                  <a:lnTo>
                    <a:pt x="9378" y="606"/>
                  </a:lnTo>
                  <a:lnTo>
                    <a:pt x="8751" y="800"/>
                  </a:lnTo>
                  <a:lnTo>
                    <a:pt x="8146" y="1038"/>
                  </a:lnTo>
                  <a:lnTo>
                    <a:pt x="7563" y="1319"/>
                  </a:lnTo>
                  <a:lnTo>
                    <a:pt x="6979" y="1600"/>
                  </a:lnTo>
                  <a:lnTo>
                    <a:pt x="6418" y="1924"/>
                  </a:lnTo>
                  <a:lnTo>
                    <a:pt x="5877" y="2269"/>
                  </a:lnTo>
                  <a:lnTo>
                    <a:pt x="5359" y="2658"/>
                  </a:lnTo>
                  <a:lnTo>
                    <a:pt x="4862" y="3047"/>
                  </a:lnTo>
                  <a:lnTo>
                    <a:pt x="4365" y="3458"/>
                  </a:lnTo>
                  <a:lnTo>
                    <a:pt x="3911" y="3912"/>
                  </a:lnTo>
                  <a:lnTo>
                    <a:pt x="3479" y="4365"/>
                  </a:lnTo>
                  <a:lnTo>
                    <a:pt x="3047" y="4862"/>
                  </a:lnTo>
                  <a:lnTo>
                    <a:pt x="2658" y="5359"/>
                  </a:lnTo>
                  <a:lnTo>
                    <a:pt x="2291" y="5878"/>
                  </a:lnTo>
                  <a:lnTo>
                    <a:pt x="1945" y="6418"/>
                  </a:lnTo>
                  <a:lnTo>
                    <a:pt x="1621" y="6980"/>
                  </a:lnTo>
                  <a:lnTo>
                    <a:pt x="1318" y="7563"/>
                  </a:lnTo>
                  <a:lnTo>
                    <a:pt x="1059" y="8147"/>
                  </a:lnTo>
                  <a:lnTo>
                    <a:pt x="821" y="8752"/>
                  </a:lnTo>
                  <a:lnTo>
                    <a:pt x="605" y="9378"/>
                  </a:lnTo>
                  <a:lnTo>
                    <a:pt x="432" y="10005"/>
                  </a:lnTo>
                  <a:lnTo>
                    <a:pt x="281" y="10653"/>
                  </a:lnTo>
                  <a:lnTo>
                    <a:pt x="151" y="11301"/>
                  </a:lnTo>
                  <a:lnTo>
                    <a:pt x="65" y="11971"/>
                  </a:lnTo>
                  <a:lnTo>
                    <a:pt x="22" y="12663"/>
                  </a:lnTo>
                  <a:lnTo>
                    <a:pt x="0" y="13333"/>
                  </a:lnTo>
                  <a:lnTo>
                    <a:pt x="22" y="14024"/>
                  </a:lnTo>
                  <a:lnTo>
                    <a:pt x="65" y="14715"/>
                  </a:lnTo>
                  <a:lnTo>
                    <a:pt x="151" y="15364"/>
                  </a:lnTo>
                  <a:lnTo>
                    <a:pt x="281" y="16033"/>
                  </a:lnTo>
                  <a:lnTo>
                    <a:pt x="432" y="16682"/>
                  </a:lnTo>
                  <a:lnTo>
                    <a:pt x="605" y="17308"/>
                  </a:lnTo>
                  <a:lnTo>
                    <a:pt x="821" y="17935"/>
                  </a:lnTo>
                  <a:lnTo>
                    <a:pt x="1059" y="18540"/>
                  </a:lnTo>
                  <a:lnTo>
                    <a:pt x="1318" y="19123"/>
                  </a:lnTo>
                  <a:lnTo>
                    <a:pt x="1621" y="19707"/>
                  </a:lnTo>
                  <a:lnTo>
                    <a:pt x="1945" y="20269"/>
                  </a:lnTo>
                  <a:lnTo>
                    <a:pt x="2291" y="20809"/>
                  </a:lnTo>
                  <a:lnTo>
                    <a:pt x="2658" y="21327"/>
                  </a:lnTo>
                  <a:lnTo>
                    <a:pt x="3047" y="21824"/>
                  </a:lnTo>
                  <a:lnTo>
                    <a:pt x="3479" y="22321"/>
                  </a:lnTo>
                  <a:lnTo>
                    <a:pt x="3911" y="22775"/>
                  </a:lnTo>
                  <a:lnTo>
                    <a:pt x="4365" y="23229"/>
                  </a:lnTo>
                  <a:lnTo>
                    <a:pt x="4862" y="23639"/>
                  </a:lnTo>
                  <a:lnTo>
                    <a:pt x="5359" y="24028"/>
                  </a:lnTo>
                  <a:lnTo>
                    <a:pt x="5877" y="24417"/>
                  </a:lnTo>
                  <a:lnTo>
                    <a:pt x="6418" y="24763"/>
                  </a:lnTo>
                  <a:lnTo>
                    <a:pt x="6979" y="25065"/>
                  </a:lnTo>
                  <a:lnTo>
                    <a:pt x="7563" y="25368"/>
                  </a:lnTo>
                  <a:lnTo>
                    <a:pt x="8146" y="25627"/>
                  </a:lnTo>
                  <a:lnTo>
                    <a:pt x="8751" y="25887"/>
                  </a:lnTo>
                  <a:lnTo>
                    <a:pt x="9378" y="26081"/>
                  </a:lnTo>
                  <a:lnTo>
                    <a:pt x="10004" y="26275"/>
                  </a:lnTo>
                  <a:lnTo>
                    <a:pt x="10653" y="26405"/>
                  </a:lnTo>
                  <a:lnTo>
                    <a:pt x="11322" y="26535"/>
                  </a:lnTo>
                  <a:lnTo>
                    <a:pt x="11992" y="26621"/>
                  </a:lnTo>
                  <a:lnTo>
                    <a:pt x="12662" y="26664"/>
                  </a:lnTo>
                  <a:lnTo>
                    <a:pt x="13354" y="26686"/>
                  </a:lnTo>
                  <a:lnTo>
                    <a:pt x="14023" y="26664"/>
                  </a:lnTo>
                  <a:lnTo>
                    <a:pt x="14715" y="26621"/>
                  </a:lnTo>
                  <a:lnTo>
                    <a:pt x="15385" y="26535"/>
                  </a:lnTo>
                  <a:lnTo>
                    <a:pt x="16033" y="26405"/>
                  </a:lnTo>
                  <a:lnTo>
                    <a:pt x="16681" y="26275"/>
                  </a:lnTo>
                  <a:lnTo>
                    <a:pt x="17308" y="26081"/>
                  </a:lnTo>
                  <a:lnTo>
                    <a:pt x="17934" y="25887"/>
                  </a:lnTo>
                  <a:lnTo>
                    <a:pt x="18539" y="25627"/>
                  </a:lnTo>
                  <a:lnTo>
                    <a:pt x="19123" y="25368"/>
                  </a:lnTo>
                  <a:lnTo>
                    <a:pt x="19706" y="25065"/>
                  </a:lnTo>
                  <a:lnTo>
                    <a:pt x="20268" y="24763"/>
                  </a:lnTo>
                  <a:lnTo>
                    <a:pt x="20808" y="24417"/>
                  </a:lnTo>
                  <a:lnTo>
                    <a:pt x="21327" y="24028"/>
                  </a:lnTo>
                  <a:lnTo>
                    <a:pt x="21845" y="23639"/>
                  </a:lnTo>
                  <a:lnTo>
                    <a:pt x="22321" y="23229"/>
                  </a:lnTo>
                  <a:lnTo>
                    <a:pt x="22774" y="22775"/>
                  </a:lnTo>
                  <a:lnTo>
                    <a:pt x="23228" y="22321"/>
                  </a:lnTo>
                  <a:lnTo>
                    <a:pt x="23639" y="21824"/>
                  </a:lnTo>
                  <a:lnTo>
                    <a:pt x="24049" y="21327"/>
                  </a:lnTo>
                  <a:lnTo>
                    <a:pt x="24417" y="20809"/>
                  </a:lnTo>
                  <a:lnTo>
                    <a:pt x="24762" y="20269"/>
                  </a:lnTo>
                  <a:lnTo>
                    <a:pt x="25086" y="19707"/>
                  </a:lnTo>
                  <a:lnTo>
                    <a:pt x="25367" y="19123"/>
                  </a:lnTo>
                  <a:lnTo>
                    <a:pt x="25648" y="18540"/>
                  </a:lnTo>
                  <a:lnTo>
                    <a:pt x="25886" y="17935"/>
                  </a:lnTo>
                  <a:lnTo>
                    <a:pt x="26080" y="17308"/>
                  </a:lnTo>
                  <a:lnTo>
                    <a:pt x="26275" y="16682"/>
                  </a:lnTo>
                  <a:lnTo>
                    <a:pt x="26426" y="16033"/>
                  </a:lnTo>
                  <a:lnTo>
                    <a:pt x="26534" y="15364"/>
                  </a:lnTo>
                  <a:lnTo>
                    <a:pt x="26621" y="14715"/>
                  </a:lnTo>
                  <a:lnTo>
                    <a:pt x="26664" y="14024"/>
                  </a:lnTo>
                  <a:lnTo>
                    <a:pt x="26685" y="13333"/>
                  </a:lnTo>
                  <a:lnTo>
                    <a:pt x="26664" y="12663"/>
                  </a:lnTo>
                  <a:lnTo>
                    <a:pt x="26621" y="11971"/>
                  </a:lnTo>
                  <a:lnTo>
                    <a:pt x="26534" y="11301"/>
                  </a:lnTo>
                  <a:lnTo>
                    <a:pt x="26426" y="10653"/>
                  </a:lnTo>
                  <a:lnTo>
                    <a:pt x="26275" y="10005"/>
                  </a:lnTo>
                  <a:lnTo>
                    <a:pt x="26080" y="9378"/>
                  </a:lnTo>
                  <a:lnTo>
                    <a:pt x="25886" y="8752"/>
                  </a:lnTo>
                  <a:lnTo>
                    <a:pt x="25648" y="8147"/>
                  </a:lnTo>
                  <a:lnTo>
                    <a:pt x="25367" y="7563"/>
                  </a:lnTo>
                  <a:lnTo>
                    <a:pt x="25086" y="6980"/>
                  </a:lnTo>
                  <a:lnTo>
                    <a:pt x="24762" y="6418"/>
                  </a:lnTo>
                  <a:lnTo>
                    <a:pt x="24417" y="5878"/>
                  </a:lnTo>
                  <a:lnTo>
                    <a:pt x="24049" y="5359"/>
                  </a:lnTo>
                  <a:lnTo>
                    <a:pt x="23639" y="4862"/>
                  </a:lnTo>
                  <a:lnTo>
                    <a:pt x="23228" y="4365"/>
                  </a:lnTo>
                  <a:lnTo>
                    <a:pt x="22774" y="3912"/>
                  </a:lnTo>
                  <a:lnTo>
                    <a:pt x="22321" y="3458"/>
                  </a:lnTo>
                  <a:lnTo>
                    <a:pt x="21845" y="3047"/>
                  </a:lnTo>
                  <a:lnTo>
                    <a:pt x="21327" y="2658"/>
                  </a:lnTo>
                  <a:lnTo>
                    <a:pt x="20808" y="2269"/>
                  </a:lnTo>
                  <a:lnTo>
                    <a:pt x="20268" y="1924"/>
                  </a:lnTo>
                  <a:lnTo>
                    <a:pt x="19706" y="1600"/>
                  </a:lnTo>
                  <a:lnTo>
                    <a:pt x="19123" y="1319"/>
                  </a:lnTo>
                  <a:lnTo>
                    <a:pt x="18539" y="1038"/>
                  </a:lnTo>
                  <a:lnTo>
                    <a:pt x="17934" y="800"/>
                  </a:lnTo>
                  <a:lnTo>
                    <a:pt x="17308" y="606"/>
                  </a:lnTo>
                  <a:lnTo>
                    <a:pt x="16681" y="411"/>
                  </a:lnTo>
                  <a:lnTo>
                    <a:pt x="16033" y="260"/>
                  </a:lnTo>
                  <a:lnTo>
                    <a:pt x="15385" y="152"/>
                  </a:lnTo>
                  <a:lnTo>
                    <a:pt x="14715" y="66"/>
                  </a:lnTo>
                  <a:lnTo>
                    <a:pt x="14023" y="22"/>
                  </a:lnTo>
                  <a:lnTo>
                    <a:pt x="1335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4" name="Google Shape;6764;p31"/>
            <p:cNvSpPr/>
            <p:nvPr/>
          </p:nvSpPr>
          <p:spPr>
            <a:xfrm>
              <a:off x="13297425" y="4537650"/>
              <a:ext cx="346825" cy="347375"/>
            </a:xfrm>
            <a:custGeom>
              <a:avLst/>
              <a:gdLst/>
              <a:ahLst/>
              <a:cxnLst/>
              <a:rect l="l" t="t" r="r" b="b"/>
              <a:pathLst>
                <a:path w="13873" h="13895" extrusionOk="0">
                  <a:moveTo>
                    <a:pt x="6937" y="1"/>
                  </a:moveTo>
                  <a:lnTo>
                    <a:pt x="6569" y="22"/>
                  </a:lnTo>
                  <a:lnTo>
                    <a:pt x="6224" y="44"/>
                  </a:lnTo>
                  <a:lnTo>
                    <a:pt x="5878" y="87"/>
                  </a:lnTo>
                  <a:lnTo>
                    <a:pt x="5532" y="152"/>
                  </a:lnTo>
                  <a:lnTo>
                    <a:pt x="5186" y="217"/>
                  </a:lnTo>
                  <a:lnTo>
                    <a:pt x="4862" y="325"/>
                  </a:lnTo>
                  <a:lnTo>
                    <a:pt x="4538" y="433"/>
                  </a:lnTo>
                  <a:lnTo>
                    <a:pt x="4236" y="562"/>
                  </a:lnTo>
                  <a:lnTo>
                    <a:pt x="3912" y="692"/>
                  </a:lnTo>
                  <a:lnTo>
                    <a:pt x="3631" y="843"/>
                  </a:lnTo>
                  <a:lnTo>
                    <a:pt x="3328" y="1016"/>
                  </a:lnTo>
                  <a:lnTo>
                    <a:pt x="3047" y="1189"/>
                  </a:lnTo>
                  <a:lnTo>
                    <a:pt x="2788" y="1383"/>
                  </a:lnTo>
                  <a:lnTo>
                    <a:pt x="2507" y="1599"/>
                  </a:lnTo>
                  <a:lnTo>
                    <a:pt x="2269" y="1816"/>
                  </a:lnTo>
                  <a:lnTo>
                    <a:pt x="2032" y="2032"/>
                  </a:lnTo>
                  <a:lnTo>
                    <a:pt x="1794" y="2291"/>
                  </a:lnTo>
                  <a:lnTo>
                    <a:pt x="1578" y="2529"/>
                  </a:lnTo>
                  <a:lnTo>
                    <a:pt x="1362" y="2788"/>
                  </a:lnTo>
                  <a:lnTo>
                    <a:pt x="1167" y="3069"/>
                  </a:lnTo>
                  <a:lnTo>
                    <a:pt x="995" y="3350"/>
                  </a:lnTo>
                  <a:lnTo>
                    <a:pt x="822" y="3631"/>
                  </a:lnTo>
                  <a:lnTo>
                    <a:pt x="670" y="3933"/>
                  </a:lnTo>
                  <a:lnTo>
                    <a:pt x="541" y="4236"/>
                  </a:lnTo>
                  <a:lnTo>
                    <a:pt x="411" y="4560"/>
                  </a:lnTo>
                  <a:lnTo>
                    <a:pt x="303" y="4884"/>
                  </a:lnTo>
                  <a:lnTo>
                    <a:pt x="217" y="5208"/>
                  </a:lnTo>
                  <a:lnTo>
                    <a:pt x="130" y="5554"/>
                  </a:lnTo>
                  <a:lnTo>
                    <a:pt x="65" y="5899"/>
                  </a:lnTo>
                  <a:lnTo>
                    <a:pt x="22" y="6245"/>
                  </a:lnTo>
                  <a:lnTo>
                    <a:pt x="1" y="6591"/>
                  </a:lnTo>
                  <a:lnTo>
                    <a:pt x="1" y="6937"/>
                  </a:lnTo>
                  <a:lnTo>
                    <a:pt x="1" y="7304"/>
                  </a:lnTo>
                  <a:lnTo>
                    <a:pt x="22" y="7650"/>
                  </a:lnTo>
                  <a:lnTo>
                    <a:pt x="65" y="7995"/>
                  </a:lnTo>
                  <a:lnTo>
                    <a:pt x="130" y="8341"/>
                  </a:lnTo>
                  <a:lnTo>
                    <a:pt x="217" y="8687"/>
                  </a:lnTo>
                  <a:lnTo>
                    <a:pt x="303" y="9011"/>
                  </a:lnTo>
                  <a:lnTo>
                    <a:pt x="411" y="9335"/>
                  </a:lnTo>
                  <a:lnTo>
                    <a:pt x="541" y="9637"/>
                  </a:lnTo>
                  <a:lnTo>
                    <a:pt x="670" y="9962"/>
                  </a:lnTo>
                  <a:lnTo>
                    <a:pt x="822" y="10264"/>
                  </a:lnTo>
                  <a:lnTo>
                    <a:pt x="995" y="10545"/>
                  </a:lnTo>
                  <a:lnTo>
                    <a:pt x="1167" y="10826"/>
                  </a:lnTo>
                  <a:lnTo>
                    <a:pt x="1362" y="11107"/>
                  </a:lnTo>
                  <a:lnTo>
                    <a:pt x="1578" y="11366"/>
                  </a:lnTo>
                  <a:lnTo>
                    <a:pt x="1794" y="11604"/>
                  </a:lnTo>
                  <a:lnTo>
                    <a:pt x="2032" y="11863"/>
                  </a:lnTo>
                  <a:lnTo>
                    <a:pt x="2269" y="12079"/>
                  </a:lnTo>
                  <a:lnTo>
                    <a:pt x="2507" y="12295"/>
                  </a:lnTo>
                  <a:lnTo>
                    <a:pt x="2788" y="12511"/>
                  </a:lnTo>
                  <a:lnTo>
                    <a:pt x="3047" y="12706"/>
                  </a:lnTo>
                  <a:lnTo>
                    <a:pt x="3328" y="12879"/>
                  </a:lnTo>
                  <a:lnTo>
                    <a:pt x="3631" y="13051"/>
                  </a:lnTo>
                  <a:lnTo>
                    <a:pt x="3912" y="13203"/>
                  </a:lnTo>
                  <a:lnTo>
                    <a:pt x="4236" y="13332"/>
                  </a:lnTo>
                  <a:lnTo>
                    <a:pt x="4538" y="13462"/>
                  </a:lnTo>
                  <a:lnTo>
                    <a:pt x="4862" y="13570"/>
                  </a:lnTo>
                  <a:lnTo>
                    <a:pt x="5186" y="13656"/>
                  </a:lnTo>
                  <a:lnTo>
                    <a:pt x="5532" y="13743"/>
                  </a:lnTo>
                  <a:lnTo>
                    <a:pt x="5878" y="13808"/>
                  </a:lnTo>
                  <a:lnTo>
                    <a:pt x="6224" y="13851"/>
                  </a:lnTo>
                  <a:lnTo>
                    <a:pt x="6569" y="13873"/>
                  </a:lnTo>
                  <a:lnTo>
                    <a:pt x="6937" y="13894"/>
                  </a:lnTo>
                  <a:lnTo>
                    <a:pt x="7282" y="13873"/>
                  </a:lnTo>
                  <a:lnTo>
                    <a:pt x="7650" y="13851"/>
                  </a:lnTo>
                  <a:lnTo>
                    <a:pt x="7995" y="13808"/>
                  </a:lnTo>
                  <a:lnTo>
                    <a:pt x="8319" y="13743"/>
                  </a:lnTo>
                  <a:lnTo>
                    <a:pt x="8665" y="13656"/>
                  </a:lnTo>
                  <a:lnTo>
                    <a:pt x="8989" y="13570"/>
                  </a:lnTo>
                  <a:lnTo>
                    <a:pt x="9313" y="13462"/>
                  </a:lnTo>
                  <a:lnTo>
                    <a:pt x="9638" y="13332"/>
                  </a:lnTo>
                  <a:lnTo>
                    <a:pt x="9940" y="13203"/>
                  </a:lnTo>
                  <a:lnTo>
                    <a:pt x="10243" y="13051"/>
                  </a:lnTo>
                  <a:lnTo>
                    <a:pt x="10523" y="12879"/>
                  </a:lnTo>
                  <a:lnTo>
                    <a:pt x="10804" y="12706"/>
                  </a:lnTo>
                  <a:lnTo>
                    <a:pt x="11085" y="12511"/>
                  </a:lnTo>
                  <a:lnTo>
                    <a:pt x="11345" y="12295"/>
                  </a:lnTo>
                  <a:lnTo>
                    <a:pt x="11604" y="12079"/>
                  </a:lnTo>
                  <a:lnTo>
                    <a:pt x="11841" y="11863"/>
                  </a:lnTo>
                  <a:lnTo>
                    <a:pt x="12058" y="11604"/>
                  </a:lnTo>
                  <a:lnTo>
                    <a:pt x="12295" y="11366"/>
                  </a:lnTo>
                  <a:lnTo>
                    <a:pt x="12490" y="11107"/>
                  </a:lnTo>
                  <a:lnTo>
                    <a:pt x="12684" y="10826"/>
                  </a:lnTo>
                  <a:lnTo>
                    <a:pt x="12857" y="10545"/>
                  </a:lnTo>
                  <a:lnTo>
                    <a:pt x="13030" y="10264"/>
                  </a:lnTo>
                  <a:lnTo>
                    <a:pt x="13181" y="9962"/>
                  </a:lnTo>
                  <a:lnTo>
                    <a:pt x="13332" y="9637"/>
                  </a:lnTo>
                  <a:lnTo>
                    <a:pt x="13440" y="9335"/>
                  </a:lnTo>
                  <a:lnTo>
                    <a:pt x="13548" y="9011"/>
                  </a:lnTo>
                  <a:lnTo>
                    <a:pt x="13657" y="8687"/>
                  </a:lnTo>
                  <a:lnTo>
                    <a:pt x="13721" y="8341"/>
                  </a:lnTo>
                  <a:lnTo>
                    <a:pt x="13786" y="7995"/>
                  </a:lnTo>
                  <a:lnTo>
                    <a:pt x="13829" y="7650"/>
                  </a:lnTo>
                  <a:lnTo>
                    <a:pt x="13851" y="7304"/>
                  </a:lnTo>
                  <a:lnTo>
                    <a:pt x="13873" y="6937"/>
                  </a:lnTo>
                  <a:lnTo>
                    <a:pt x="13851" y="6591"/>
                  </a:lnTo>
                  <a:lnTo>
                    <a:pt x="13829" y="6245"/>
                  </a:lnTo>
                  <a:lnTo>
                    <a:pt x="13786" y="5899"/>
                  </a:lnTo>
                  <a:lnTo>
                    <a:pt x="13721" y="5554"/>
                  </a:lnTo>
                  <a:lnTo>
                    <a:pt x="13657" y="5208"/>
                  </a:lnTo>
                  <a:lnTo>
                    <a:pt x="13548" y="4884"/>
                  </a:lnTo>
                  <a:lnTo>
                    <a:pt x="13440" y="4560"/>
                  </a:lnTo>
                  <a:lnTo>
                    <a:pt x="13332" y="4236"/>
                  </a:lnTo>
                  <a:lnTo>
                    <a:pt x="13181" y="3933"/>
                  </a:lnTo>
                  <a:lnTo>
                    <a:pt x="13030" y="3631"/>
                  </a:lnTo>
                  <a:lnTo>
                    <a:pt x="12857" y="3350"/>
                  </a:lnTo>
                  <a:lnTo>
                    <a:pt x="12684" y="3069"/>
                  </a:lnTo>
                  <a:lnTo>
                    <a:pt x="12490" y="2788"/>
                  </a:lnTo>
                  <a:lnTo>
                    <a:pt x="12295" y="2529"/>
                  </a:lnTo>
                  <a:lnTo>
                    <a:pt x="12058" y="2291"/>
                  </a:lnTo>
                  <a:lnTo>
                    <a:pt x="11841" y="2032"/>
                  </a:lnTo>
                  <a:lnTo>
                    <a:pt x="11604" y="1816"/>
                  </a:lnTo>
                  <a:lnTo>
                    <a:pt x="11345" y="1599"/>
                  </a:lnTo>
                  <a:lnTo>
                    <a:pt x="11085" y="1383"/>
                  </a:lnTo>
                  <a:lnTo>
                    <a:pt x="10804" y="1189"/>
                  </a:lnTo>
                  <a:lnTo>
                    <a:pt x="10523" y="1016"/>
                  </a:lnTo>
                  <a:lnTo>
                    <a:pt x="10243" y="843"/>
                  </a:lnTo>
                  <a:lnTo>
                    <a:pt x="9940" y="692"/>
                  </a:lnTo>
                  <a:lnTo>
                    <a:pt x="9638" y="562"/>
                  </a:lnTo>
                  <a:lnTo>
                    <a:pt x="9313" y="433"/>
                  </a:lnTo>
                  <a:lnTo>
                    <a:pt x="8989" y="325"/>
                  </a:lnTo>
                  <a:lnTo>
                    <a:pt x="8665" y="217"/>
                  </a:lnTo>
                  <a:lnTo>
                    <a:pt x="8319" y="152"/>
                  </a:lnTo>
                  <a:lnTo>
                    <a:pt x="7995" y="87"/>
                  </a:lnTo>
                  <a:lnTo>
                    <a:pt x="7650" y="44"/>
                  </a:lnTo>
                  <a:lnTo>
                    <a:pt x="7282" y="22"/>
                  </a:lnTo>
                  <a:lnTo>
                    <a:pt x="693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5" name="Google Shape;6765;p31"/>
            <p:cNvSpPr/>
            <p:nvPr/>
          </p:nvSpPr>
          <p:spPr>
            <a:xfrm>
              <a:off x="14097975" y="4377750"/>
              <a:ext cx="667175" cy="667150"/>
            </a:xfrm>
            <a:custGeom>
              <a:avLst/>
              <a:gdLst/>
              <a:ahLst/>
              <a:cxnLst/>
              <a:rect l="l" t="t" r="r" b="b"/>
              <a:pathLst>
                <a:path w="26687" h="26686" extrusionOk="0">
                  <a:moveTo>
                    <a:pt x="13333" y="1"/>
                  </a:moveTo>
                  <a:lnTo>
                    <a:pt x="12641" y="22"/>
                  </a:lnTo>
                  <a:lnTo>
                    <a:pt x="11971" y="66"/>
                  </a:lnTo>
                  <a:lnTo>
                    <a:pt x="11302" y="152"/>
                  </a:lnTo>
                  <a:lnTo>
                    <a:pt x="10653" y="260"/>
                  </a:lnTo>
                  <a:lnTo>
                    <a:pt x="10005" y="411"/>
                  </a:lnTo>
                  <a:lnTo>
                    <a:pt x="9379" y="606"/>
                  </a:lnTo>
                  <a:lnTo>
                    <a:pt x="8752" y="800"/>
                  </a:lnTo>
                  <a:lnTo>
                    <a:pt x="8147" y="1038"/>
                  </a:lnTo>
                  <a:lnTo>
                    <a:pt x="7564" y="1319"/>
                  </a:lnTo>
                  <a:lnTo>
                    <a:pt x="6980" y="1600"/>
                  </a:lnTo>
                  <a:lnTo>
                    <a:pt x="6418" y="1924"/>
                  </a:lnTo>
                  <a:lnTo>
                    <a:pt x="5878" y="2269"/>
                  </a:lnTo>
                  <a:lnTo>
                    <a:pt x="5360" y="2658"/>
                  </a:lnTo>
                  <a:lnTo>
                    <a:pt x="4841" y="3047"/>
                  </a:lnTo>
                  <a:lnTo>
                    <a:pt x="4366" y="3458"/>
                  </a:lnTo>
                  <a:lnTo>
                    <a:pt x="3912" y="3912"/>
                  </a:lnTo>
                  <a:lnTo>
                    <a:pt x="3458" y="4365"/>
                  </a:lnTo>
                  <a:lnTo>
                    <a:pt x="3048" y="4862"/>
                  </a:lnTo>
                  <a:lnTo>
                    <a:pt x="2637" y="5359"/>
                  </a:lnTo>
                  <a:lnTo>
                    <a:pt x="2270" y="5878"/>
                  </a:lnTo>
                  <a:lnTo>
                    <a:pt x="1924" y="6418"/>
                  </a:lnTo>
                  <a:lnTo>
                    <a:pt x="1600" y="6980"/>
                  </a:lnTo>
                  <a:lnTo>
                    <a:pt x="1319" y="7563"/>
                  </a:lnTo>
                  <a:lnTo>
                    <a:pt x="1038" y="8147"/>
                  </a:lnTo>
                  <a:lnTo>
                    <a:pt x="800" y="8752"/>
                  </a:lnTo>
                  <a:lnTo>
                    <a:pt x="584" y="9378"/>
                  </a:lnTo>
                  <a:lnTo>
                    <a:pt x="411" y="10005"/>
                  </a:lnTo>
                  <a:lnTo>
                    <a:pt x="260" y="10653"/>
                  </a:lnTo>
                  <a:lnTo>
                    <a:pt x="152" y="11301"/>
                  </a:lnTo>
                  <a:lnTo>
                    <a:pt x="66" y="11971"/>
                  </a:lnTo>
                  <a:lnTo>
                    <a:pt x="22" y="12663"/>
                  </a:lnTo>
                  <a:lnTo>
                    <a:pt x="1" y="13333"/>
                  </a:lnTo>
                  <a:lnTo>
                    <a:pt x="22" y="14024"/>
                  </a:lnTo>
                  <a:lnTo>
                    <a:pt x="66" y="14715"/>
                  </a:lnTo>
                  <a:lnTo>
                    <a:pt x="152" y="15364"/>
                  </a:lnTo>
                  <a:lnTo>
                    <a:pt x="260" y="16033"/>
                  </a:lnTo>
                  <a:lnTo>
                    <a:pt x="411" y="16682"/>
                  </a:lnTo>
                  <a:lnTo>
                    <a:pt x="584" y="17308"/>
                  </a:lnTo>
                  <a:lnTo>
                    <a:pt x="800" y="17935"/>
                  </a:lnTo>
                  <a:lnTo>
                    <a:pt x="1038" y="18540"/>
                  </a:lnTo>
                  <a:lnTo>
                    <a:pt x="1319" y="19123"/>
                  </a:lnTo>
                  <a:lnTo>
                    <a:pt x="1600" y="19707"/>
                  </a:lnTo>
                  <a:lnTo>
                    <a:pt x="1924" y="20269"/>
                  </a:lnTo>
                  <a:lnTo>
                    <a:pt x="2270" y="20809"/>
                  </a:lnTo>
                  <a:lnTo>
                    <a:pt x="2637" y="21327"/>
                  </a:lnTo>
                  <a:lnTo>
                    <a:pt x="3048" y="21824"/>
                  </a:lnTo>
                  <a:lnTo>
                    <a:pt x="3458" y="22321"/>
                  </a:lnTo>
                  <a:lnTo>
                    <a:pt x="3912" y="22775"/>
                  </a:lnTo>
                  <a:lnTo>
                    <a:pt x="4366" y="23229"/>
                  </a:lnTo>
                  <a:lnTo>
                    <a:pt x="4841" y="23639"/>
                  </a:lnTo>
                  <a:lnTo>
                    <a:pt x="5360" y="24028"/>
                  </a:lnTo>
                  <a:lnTo>
                    <a:pt x="5878" y="24417"/>
                  </a:lnTo>
                  <a:lnTo>
                    <a:pt x="6418" y="24763"/>
                  </a:lnTo>
                  <a:lnTo>
                    <a:pt x="6980" y="25065"/>
                  </a:lnTo>
                  <a:lnTo>
                    <a:pt x="7564" y="25368"/>
                  </a:lnTo>
                  <a:lnTo>
                    <a:pt x="8147" y="25627"/>
                  </a:lnTo>
                  <a:lnTo>
                    <a:pt x="8752" y="25887"/>
                  </a:lnTo>
                  <a:lnTo>
                    <a:pt x="9379" y="26081"/>
                  </a:lnTo>
                  <a:lnTo>
                    <a:pt x="10005" y="26275"/>
                  </a:lnTo>
                  <a:lnTo>
                    <a:pt x="10653" y="26405"/>
                  </a:lnTo>
                  <a:lnTo>
                    <a:pt x="11302" y="26535"/>
                  </a:lnTo>
                  <a:lnTo>
                    <a:pt x="11971" y="26621"/>
                  </a:lnTo>
                  <a:lnTo>
                    <a:pt x="12641" y="26664"/>
                  </a:lnTo>
                  <a:lnTo>
                    <a:pt x="13333" y="26686"/>
                  </a:lnTo>
                  <a:lnTo>
                    <a:pt x="14024" y="26664"/>
                  </a:lnTo>
                  <a:lnTo>
                    <a:pt x="14694" y="26621"/>
                  </a:lnTo>
                  <a:lnTo>
                    <a:pt x="15364" y="26535"/>
                  </a:lnTo>
                  <a:lnTo>
                    <a:pt x="16034" y="26405"/>
                  </a:lnTo>
                  <a:lnTo>
                    <a:pt x="16682" y="26275"/>
                  </a:lnTo>
                  <a:lnTo>
                    <a:pt x="17308" y="26081"/>
                  </a:lnTo>
                  <a:lnTo>
                    <a:pt x="17935" y="25887"/>
                  </a:lnTo>
                  <a:lnTo>
                    <a:pt x="18540" y="25627"/>
                  </a:lnTo>
                  <a:lnTo>
                    <a:pt x="19124" y="25368"/>
                  </a:lnTo>
                  <a:lnTo>
                    <a:pt x="19707" y="25065"/>
                  </a:lnTo>
                  <a:lnTo>
                    <a:pt x="20269" y="24763"/>
                  </a:lnTo>
                  <a:lnTo>
                    <a:pt x="20809" y="24417"/>
                  </a:lnTo>
                  <a:lnTo>
                    <a:pt x="21327" y="24028"/>
                  </a:lnTo>
                  <a:lnTo>
                    <a:pt x="21824" y="23639"/>
                  </a:lnTo>
                  <a:lnTo>
                    <a:pt x="22321" y="23229"/>
                  </a:lnTo>
                  <a:lnTo>
                    <a:pt x="22775" y="22775"/>
                  </a:lnTo>
                  <a:lnTo>
                    <a:pt x="23207" y="22321"/>
                  </a:lnTo>
                  <a:lnTo>
                    <a:pt x="23639" y="21824"/>
                  </a:lnTo>
                  <a:lnTo>
                    <a:pt x="24028" y="21327"/>
                  </a:lnTo>
                  <a:lnTo>
                    <a:pt x="24396" y="20809"/>
                  </a:lnTo>
                  <a:lnTo>
                    <a:pt x="24741" y="20269"/>
                  </a:lnTo>
                  <a:lnTo>
                    <a:pt x="25066" y="19707"/>
                  </a:lnTo>
                  <a:lnTo>
                    <a:pt x="25368" y="19123"/>
                  </a:lnTo>
                  <a:lnTo>
                    <a:pt x="25627" y="18540"/>
                  </a:lnTo>
                  <a:lnTo>
                    <a:pt x="25865" y="17935"/>
                  </a:lnTo>
                  <a:lnTo>
                    <a:pt x="26081" y="17308"/>
                  </a:lnTo>
                  <a:lnTo>
                    <a:pt x="26254" y="16682"/>
                  </a:lnTo>
                  <a:lnTo>
                    <a:pt x="26405" y="16033"/>
                  </a:lnTo>
                  <a:lnTo>
                    <a:pt x="26535" y="15364"/>
                  </a:lnTo>
                  <a:lnTo>
                    <a:pt x="26621" y="14715"/>
                  </a:lnTo>
                  <a:lnTo>
                    <a:pt x="26665" y="14024"/>
                  </a:lnTo>
                  <a:lnTo>
                    <a:pt x="26686" y="13333"/>
                  </a:lnTo>
                  <a:lnTo>
                    <a:pt x="26665" y="12663"/>
                  </a:lnTo>
                  <a:lnTo>
                    <a:pt x="26621" y="11971"/>
                  </a:lnTo>
                  <a:lnTo>
                    <a:pt x="26535" y="11301"/>
                  </a:lnTo>
                  <a:lnTo>
                    <a:pt x="26405" y="10653"/>
                  </a:lnTo>
                  <a:lnTo>
                    <a:pt x="26254" y="10005"/>
                  </a:lnTo>
                  <a:lnTo>
                    <a:pt x="26081" y="9378"/>
                  </a:lnTo>
                  <a:lnTo>
                    <a:pt x="25865" y="8752"/>
                  </a:lnTo>
                  <a:lnTo>
                    <a:pt x="25627" y="8147"/>
                  </a:lnTo>
                  <a:lnTo>
                    <a:pt x="25368" y="7563"/>
                  </a:lnTo>
                  <a:lnTo>
                    <a:pt x="25066" y="6980"/>
                  </a:lnTo>
                  <a:lnTo>
                    <a:pt x="24741" y="6418"/>
                  </a:lnTo>
                  <a:lnTo>
                    <a:pt x="24396" y="5878"/>
                  </a:lnTo>
                  <a:lnTo>
                    <a:pt x="24028" y="5359"/>
                  </a:lnTo>
                  <a:lnTo>
                    <a:pt x="23639" y="4862"/>
                  </a:lnTo>
                  <a:lnTo>
                    <a:pt x="23207" y="4365"/>
                  </a:lnTo>
                  <a:lnTo>
                    <a:pt x="22775" y="3912"/>
                  </a:lnTo>
                  <a:lnTo>
                    <a:pt x="22321" y="3458"/>
                  </a:lnTo>
                  <a:lnTo>
                    <a:pt x="21824" y="3047"/>
                  </a:lnTo>
                  <a:lnTo>
                    <a:pt x="21327" y="2658"/>
                  </a:lnTo>
                  <a:lnTo>
                    <a:pt x="20809" y="2269"/>
                  </a:lnTo>
                  <a:lnTo>
                    <a:pt x="20269" y="1924"/>
                  </a:lnTo>
                  <a:lnTo>
                    <a:pt x="19707" y="1600"/>
                  </a:lnTo>
                  <a:lnTo>
                    <a:pt x="19124" y="1319"/>
                  </a:lnTo>
                  <a:lnTo>
                    <a:pt x="18540" y="1038"/>
                  </a:lnTo>
                  <a:lnTo>
                    <a:pt x="17935" y="800"/>
                  </a:lnTo>
                  <a:lnTo>
                    <a:pt x="17308" y="606"/>
                  </a:lnTo>
                  <a:lnTo>
                    <a:pt x="16682" y="411"/>
                  </a:lnTo>
                  <a:lnTo>
                    <a:pt x="16034" y="260"/>
                  </a:lnTo>
                  <a:lnTo>
                    <a:pt x="15364" y="152"/>
                  </a:lnTo>
                  <a:lnTo>
                    <a:pt x="14694" y="66"/>
                  </a:lnTo>
                  <a:lnTo>
                    <a:pt x="14024" y="22"/>
                  </a:lnTo>
                  <a:lnTo>
                    <a:pt x="1333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6" name="Google Shape;6766;p31"/>
            <p:cNvSpPr/>
            <p:nvPr/>
          </p:nvSpPr>
          <p:spPr>
            <a:xfrm>
              <a:off x="14257875" y="4537650"/>
              <a:ext cx="346825" cy="347375"/>
            </a:xfrm>
            <a:custGeom>
              <a:avLst/>
              <a:gdLst/>
              <a:ahLst/>
              <a:cxnLst/>
              <a:rect l="l" t="t" r="r" b="b"/>
              <a:pathLst>
                <a:path w="13873" h="13895" extrusionOk="0">
                  <a:moveTo>
                    <a:pt x="6937" y="1"/>
                  </a:moveTo>
                  <a:lnTo>
                    <a:pt x="6591" y="22"/>
                  </a:lnTo>
                  <a:lnTo>
                    <a:pt x="6224" y="44"/>
                  </a:lnTo>
                  <a:lnTo>
                    <a:pt x="5878" y="87"/>
                  </a:lnTo>
                  <a:lnTo>
                    <a:pt x="5554" y="152"/>
                  </a:lnTo>
                  <a:lnTo>
                    <a:pt x="5208" y="217"/>
                  </a:lnTo>
                  <a:lnTo>
                    <a:pt x="4884" y="325"/>
                  </a:lnTo>
                  <a:lnTo>
                    <a:pt x="4560" y="433"/>
                  </a:lnTo>
                  <a:lnTo>
                    <a:pt x="4236" y="562"/>
                  </a:lnTo>
                  <a:lnTo>
                    <a:pt x="3933" y="692"/>
                  </a:lnTo>
                  <a:lnTo>
                    <a:pt x="3631" y="843"/>
                  </a:lnTo>
                  <a:lnTo>
                    <a:pt x="3350" y="1016"/>
                  </a:lnTo>
                  <a:lnTo>
                    <a:pt x="3069" y="1189"/>
                  </a:lnTo>
                  <a:lnTo>
                    <a:pt x="2788" y="1383"/>
                  </a:lnTo>
                  <a:lnTo>
                    <a:pt x="2529" y="1599"/>
                  </a:lnTo>
                  <a:lnTo>
                    <a:pt x="2269" y="1816"/>
                  </a:lnTo>
                  <a:lnTo>
                    <a:pt x="2032" y="2032"/>
                  </a:lnTo>
                  <a:lnTo>
                    <a:pt x="1816" y="2291"/>
                  </a:lnTo>
                  <a:lnTo>
                    <a:pt x="1578" y="2529"/>
                  </a:lnTo>
                  <a:lnTo>
                    <a:pt x="1384" y="2788"/>
                  </a:lnTo>
                  <a:lnTo>
                    <a:pt x="1189" y="3069"/>
                  </a:lnTo>
                  <a:lnTo>
                    <a:pt x="1016" y="3350"/>
                  </a:lnTo>
                  <a:lnTo>
                    <a:pt x="843" y="3631"/>
                  </a:lnTo>
                  <a:lnTo>
                    <a:pt x="692" y="3933"/>
                  </a:lnTo>
                  <a:lnTo>
                    <a:pt x="541" y="4236"/>
                  </a:lnTo>
                  <a:lnTo>
                    <a:pt x="433" y="4560"/>
                  </a:lnTo>
                  <a:lnTo>
                    <a:pt x="325" y="4884"/>
                  </a:lnTo>
                  <a:lnTo>
                    <a:pt x="217" y="5208"/>
                  </a:lnTo>
                  <a:lnTo>
                    <a:pt x="152" y="5554"/>
                  </a:lnTo>
                  <a:lnTo>
                    <a:pt x="87" y="5899"/>
                  </a:lnTo>
                  <a:lnTo>
                    <a:pt x="44" y="6245"/>
                  </a:lnTo>
                  <a:lnTo>
                    <a:pt x="22" y="6591"/>
                  </a:lnTo>
                  <a:lnTo>
                    <a:pt x="1" y="6937"/>
                  </a:lnTo>
                  <a:lnTo>
                    <a:pt x="22" y="7304"/>
                  </a:lnTo>
                  <a:lnTo>
                    <a:pt x="44" y="7650"/>
                  </a:lnTo>
                  <a:lnTo>
                    <a:pt x="87" y="7995"/>
                  </a:lnTo>
                  <a:lnTo>
                    <a:pt x="152" y="8341"/>
                  </a:lnTo>
                  <a:lnTo>
                    <a:pt x="217" y="8687"/>
                  </a:lnTo>
                  <a:lnTo>
                    <a:pt x="325" y="9011"/>
                  </a:lnTo>
                  <a:lnTo>
                    <a:pt x="433" y="9335"/>
                  </a:lnTo>
                  <a:lnTo>
                    <a:pt x="541" y="9637"/>
                  </a:lnTo>
                  <a:lnTo>
                    <a:pt x="692" y="9962"/>
                  </a:lnTo>
                  <a:lnTo>
                    <a:pt x="843" y="10264"/>
                  </a:lnTo>
                  <a:lnTo>
                    <a:pt x="1016" y="10545"/>
                  </a:lnTo>
                  <a:lnTo>
                    <a:pt x="1189" y="10826"/>
                  </a:lnTo>
                  <a:lnTo>
                    <a:pt x="1384" y="11107"/>
                  </a:lnTo>
                  <a:lnTo>
                    <a:pt x="1578" y="11366"/>
                  </a:lnTo>
                  <a:lnTo>
                    <a:pt x="1816" y="11604"/>
                  </a:lnTo>
                  <a:lnTo>
                    <a:pt x="2032" y="11863"/>
                  </a:lnTo>
                  <a:lnTo>
                    <a:pt x="2269" y="12079"/>
                  </a:lnTo>
                  <a:lnTo>
                    <a:pt x="2529" y="12295"/>
                  </a:lnTo>
                  <a:lnTo>
                    <a:pt x="2788" y="12511"/>
                  </a:lnTo>
                  <a:lnTo>
                    <a:pt x="3069" y="12706"/>
                  </a:lnTo>
                  <a:lnTo>
                    <a:pt x="3350" y="12879"/>
                  </a:lnTo>
                  <a:lnTo>
                    <a:pt x="3631" y="13051"/>
                  </a:lnTo>
                  <a:lnTo>
                    <a:pt x="3933" y="13203"/>
                  </a:lnTo>
                  <a:lnTo>
                    <a:pt x="4236" y="13332"/>
                  </a:lnTo>
                  <a:lnTo>
                    <a:pt x="4560" y="13462"/>
                  </a:lnTo>
                  <a:lnTo>
                    <a:pt x="4884" y="13570"/>
                  </a:lnTo>
                  <a:lnTo>
                    <a:pt x="5208" y="13656"/>
                  </a:lnTo>
                  <a:lnTo>
                    <a:pt x="5554" y="13743"/>
                  </a:lnTo>
                  <a:lnTo>
                    <a:pt x="5878" y="13808"/>
                  </a:lnTo>
                  <a:lnTo>
                    <a:pt x="6224" y="13851"/>
                  </a:lnTo>
                  <a:lnTo>
                    <a:pt x="6591" y="13873"/>
                  </a:lnTo>
                  <a:lnTo>
                    <a:pt x="6937" y="13894"/>
                  </a:lnTo>
                  <a:lnTo>
                    <a:pt x="7304" y="13873"/>
                  </a:lnTo>
                  <a:lnTo>
                    <a:pt x="7650" y="13851"/>
                  </a:lnTo>
                  <a:lnTo>
                    <a:pt x="7995" y="13808"/>
                  </a:lnTo>
                  <a:lnTo>
                    <a:pt x="8341" y="13743"/>
                  </a:lnTo>
                  <a:lnTo>
                    <a:pt x="8687" y="13656"/>
                  </a:lnTo>
                  <a:lnTo>
                    <a:pt x="9011" y="13570"/>
                  </a:lnTo>
                  <a:lnTo>
                    <a:pt x="9335" y="13462"/>
                  </a:lnTo>
                  <a:lnTo>
                    <a:pt x="9638" y="13332"/>
                  </a:lnTo>
                  <a:lnTo>
                    <a:pt x="9940" y="13203"/>
                  </a:lnTo>
                  <a:lnTo>
                    <a:pt x="10243" y="13051"/>
                  </a:lnTo>
                  <a:lnTo>
                    <a:pt x="10545" y="12879"/>
                  </a:lnTo>
                  <a:lnTo>
                    <a:pt x="10826" y="12706"/>
                  </a:lnTo>
                  <a:lnTo>
                    <a:pt x="11085" y="12511"/>
                  </a:lnTo>
                  <a:lnTo>
                    <a:pt x="11366" y="12295"/>
                  </a:lnTo>
                  <a:lnTo>
                    <a:pt x="11604" y="12079"/>
                  </a:lnTo>
                  <a:lnTo>
                    <a:pt x="11842" y="11863"/>
                  </a:lnTo>
                  <a:lnTo>
                    <a:pt x="12079" y="11604"/>
                  </a:lnTo>
                  <a:lnTo>
                    <a:pt x="12295" y="11366"/>
                  </a:lnTo>
                  <a:lnTo>
                    <a:pt x="12511" y="11107"/>
                  </a:lnTo>
                  <a:lnTo>
                    <a:pt x="12706" y="10826"/>
                  </a:lnTo>
                  <a:lnTo>
                    <a:pt x="12879" y="10545"/>
                  </a:lnTo>
                  <a:lnTo>
                    <a:pt x="13052" y="10264"/>
                  </a:lnTo>
                  <a:lnTo>
                    <a:pt x="13203" y="9962"/>
                  </a:lnTo>
                  <a:lnTo>
                    <a:pt x="13333" y="9637"/>
                  </a:lnTo>
                  <a:lnTo>
                    <a:pt x="13462" y="9335"/>
                  </a:lnTo>
                  <a:lnTo>
                    <a:pt x="13570" y="9011"/>
                  </a:lnTo>
                  <a:lnTo>
                    <a:pt x="13657" y="8687"/>
                  </a:lnTo>
                  <a:lnTo>
                    <a:pt x="13743" y="8341"/>
                  </a:lnTo>
                  <a:lnTo>
                    <a:pt x="13808" y="7995"/>
                  </a:lnTo>
                  <a:lnTo>
                    <a:pt x="13851" y="7650"/>
                  </a:lnTo>
                  <a:lnTo>
                    <a:pt x="13873" y="7304"/>
                  </a:lnTo>
                  <a:lnTo>
                    <a:pt x="13873" y="6937"/>
                  </a:lnTo>
                  <a:lnTo>
                    <a:pt x="13873" y="6591"/>
                  </a:lnTo>
                  <a:lnTo>
                    <a:pt x="13851" y="6245"/>
                  </a:lnTo>
                  <a:lnTo>
                    <a:pt x="13808" y="5899"/>
                  </a:lnTo>
                  <a:lnTo>
                    <a:pt x="13743" y="5554"/>
                  </a:lnTo>
                  <a:lnTo>
                    <a:pt x="13657" y="5208"/>
                  </a:lnTo>
                  <a:lnTo>
                    <a:pt x="13570" y="4884"/>
                  </a:lnTo>
                  <a:lnTo>
                    <a:pt x="13462" y="4560"/>
                  </a:lnTo>
                  <a:lnTo>
                    <a:pt x="13333" y="4236"/>
                  </a:lnTo>
                  <a:lnTo>
                    <a:pt x="13203" y="3933"/>
                  </a:lnTo>
                  <a:lnTo>
                    <a:pt x="13052" y="3631"/>
                  </a:lnTo>
                  <a:lnTo>
                    <a:pt x="12879" y="3350"/>
                  </a:lnTo>
                  <a:lnTo>
                    <a:pt x="12706" y="3069"/>
                  </a:lnTo>
                  <a:lnTo>
                    <a:pt x="12511" y="2788"/>
                  </a:lnTo>
                  <a:lnTo>
                    <a:pt x="12295" y="2529"/>
                  </a:lnTo>
                  <a:lnTo>
                    <a:pt x="12079" y="2291"/>
                  </a:lnTo>
                  <a:lnTo>
                    <a:pt x="11842" y="2032"/>
                  </a:lnTo>
                  <a:lnTo>
                    <a:pt x="11604" y="1816"/>
                  </a:lnTo>
                  <a:lnTo>
                    <a:pt x="11366" y="1599"/>
                  </a:lnTo>
                  <a:lnTo>
                    <a:pt x="11085" y="1383"/>
                  </a:lnTo>
                  <a:lnTo>
                    <a:pt x="10826" y="1189"/>
                  </a:lnTo>
                  <a:lnTo>
                    <a:pt x="10545" y="1016"/>
                  </a:lnTo>
                  <a:lnTo>
                    <a:pt x="10243" y="843"/>
                  </a:lnTo>
                  <a:lnTo>
                    <a:pt x="9940" y="692"/>
                  </a:lnTo>
                  <a:lnTo>
                    <a:pt x="9638" y="562"/>
                  </a:lnTo>
                  <a:lnTo>
                    <a:pt x="9335" y="433"/>
                  </a:lnTo>
                  <a:lnTo>
                    <a:pt x="9011" y="325"/>
                  </a:lnTo>
                  <a:lnTo>
                    <a:pt x="8687" y="217"/>
                  </a:lnTo>
                  <a:lnTo>
                    <a:pt x="8341" y="152"/>
                  </a:lnTo>
                  <a:lnTo>
                    <a:pt x="7995" y="87"/>
                  </a:lnTo>
                  <a:lnTo>
                    <a:pt x="7650" y="44"/>
                  </a:lnTo>
                  <a:lnTo>
                    <a:pt x="7304" y="22"/>
                  </a:lnTo>
                  <a:lnTo>
                    <a:pt x="693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7" name="Google Shape;6767;p31"/>
            <p:cNvSpPr/>
            <p:nvPr/>
          </p:nvSpPr>
          <p:spPr>
            <a:xfrm>
              <a:off x="13389250" y="3497250"/>
              <a:ext cx="435975" cy="693625"/>
            </a:xfrm>
            <a:custGeom>
              <a:avLst/>
              <a:gdLst/>
              <a:ahLst/>
              <a:cxnLst/>
              <a:rect l="l" t="t" r="r" b="b"/>
              <a:pathLst>
                <a:path w="17439" h="27745" extrusionOk="0">
                  <a:moveTo>
                    <a:pt x="17438" y="0"/>
                  </a:moveTo>
                  <a:lnTo>
                    <a:pt x="16423" y="195"/>
                  </a:lnTo>
                  <a:lnTo>
                    <a:pt x="15429" y="454"/>
                  </a:lnTo>
                  <a:lnTo>
                    <a:pt x="14478" y="713"/>
                  </a:lnTo>
                  <a:lnTo>
                    <a:pt x="13570" y="1016"/>
                  </a:lnTo>
                  <a:lnTo>
                    <a:pt x="12684" y="1318"/>
                  </a:lnTo>
                  <a:lnTo>
                    <a:pt x="11842" y="1664"/>
                  </a:lnTo>
                  <a:lnTo>
                    <a:pt x="11042" y="2031"/>
                  </a:lnTo>
                  <a:lnTo>
                    <a:pt x="10286" y="2399"/>
                  </a:lnTo>
                  <a:lnTo>
                    <a:pt x="9551" y="2809"/>
                  </a:lnTo>
                  <a:lnTo>
                    <a:pt x="8860" y="3242"/>
                  </a:lnTo>
                  <a:lnTo>
                    <a:pt x="8190" y="3674"/>
                  </a:lnTo>
                  <a:lnTo>
                    <a:pt x="7563" y="4127"/>
                  </a:lnTo>
                  <a:lnTo>
                    <a:pt x="6958" y="4603"/>
                  </a:lnTo>
                  <a:lnTo>
                    <a:pt x="6397" y="5100"/>
                  </a:lnTo>
                  <a:lnTo>
                    <a:pt x="5856" y="5618"/>
                  </a:lnTo>
                  <a:lnTo>
                    <a:pt x="5360" y="6137"/>
                  </a:lnTo>
                  <a:lnTo>
                    <a:pt x="4884" y="6656"/>
                  </a:lnTo>
                  <a:lnTo>
                    <a:pt x="4430" y="7196"/>
                  </a:lnTo>
                  <a:lnTo>
                    <a:pt x="3998" y="7757"/>
                  </a:lnTo>
                  <a:lnTo>
                    <a:pt x="3609" y="8319"/>
                  </a:lnTo>
                  <a:lnTo>
                    <a:pt x="3242" y="8881"/>
                  </a:lnTo>
                  <a:lnTo>
                    <a:pt x="2896" y="9464"/>
                  </a:lnTo>
                  <a:lnTo>
                    <a:pt x="2572" y="10048"/>
                  </a:lnTo>
                  <a:lnTo>
                    <a:pt x="2270" y="10653"/>
                  </a:lnTo>
                  <a:lnTo>
                    <a:pt x="1989" y="11236"/>
                  </a:lnTo>
                  <a:lnTo>
                    <a:pt x="1729" y="11841"/>
                  </a:lnTo>
                  <a:lnTo>
                    <a:pt x="1513" y="12446"/>
                  </a:lnTo>
                  <a:lnTo>
                    <a:pt x="1297" y="13051"/>
                  </a:lnTo>
                  <a:lnTo>
                    <a:pt x="1103" y="13656"/>
                  </a:lnTo>
                  <a:lnTo>
                    <a:pt x="930" y="14261"/>
                  </a:lnTo>
                  <a:lnTo>
                    <a:pt x="757" y="14866"/>
                  </a:lnTo>
                  <a:lnTo>
                    <a:pt x="627" y="15471"/>
                  </a:lnTo>
                  <a:lnTo>
                    <a:pt x="498" y="16076"/>
                  </a:lnTo>
                  <a:lnTo>
                    <a:pt x="390" y="16660"/>
                  </a:lnTo>
                  <a:lnTo>
                    <a:pt x="303" y="17243"/>
                  </a:lnTo>
                  <a:lnTo>
                    <a:pt x="217" y="17827"/>
                  </a:lnTo>
                  <a:lnTo>
                    <a:pt x="109" y="18972"/>
                  </a:lnTo>
                  <a:lnTo>
                    <a:pt x="44" y="20095"/>
                  </a:lnTo>
                  <a:lnTo>
                    <a:pt x="1" y="21154"/>
                  </a:lnTo>
                  <a:lnTo>
                    <a:pt x="1" y="22170"/>
                  </a:lnTo>
                  <a:lnTo>
                    <a:pt x="44" y="23120"/>
                  </a:lnTo>
                  <a:lnTo>
                    <a:pt x="109" y="24006"/>
                  </a:lnTo>
                  <a:lnTo>
                    <a:pt x="174" y="24827"/>
                  </a:lnTo>
                  <a:lnTo>
                    <a:pt x="260" y="25541"/>
                  </a:lnTo>
                  <a:lnTo>
                    <a:pt x="347" y="26189"/>
                  </a:lnTo>
                  <a:lnTo>
                    <a:pt x="433" y="26729"/>
                  </a:lnTo>
                  <a:lnTo>
                    <a:pt x="563" y="27485"/>
                  </a:lnTo>
                  <a:lnTo>
                    <a:pt x="627" y="27744"/>
                  </a:lnTo>
                  <a:lnTo>
                    <a:pt x="17438" y="27744"/>
                  </a:lnTo>
                  <a:lnTo>
                    <a:pt x="17438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8" name="Google Shape;6768;p31"/>
            <p:cNvSpPr/>
            <p:nvPr/>
          </p:nvSpPr>
          <p:spPr>
            <a:xfrm>
              <a:off x="13389250" y="3497250"/>
              <a:ext cx="435975" cy="693625"/>
            </a:xfrm>
            <a:custGeom>
              <a:avLst/>
              <a:gdLst/>
              <a:ahLst/>
              <a:cxnLst/>
              <a:rect l="l" t="t" r="r" b="b"/>
              <a:pathLst>
                <a:path w="17439" h="27745" fill="none" extrusionOk="0">
                  <a:moveTo>
                    <a:pt x="627" y="27744"/>
                  </a:moveTo>
                  <a:lnTo>
                    <a:pt x="627" y="27744"/>
                  </a:lnTo>
                  <a:lnTo>
                    <a:pt x="563" y="27485"/>
                  </a:lnTo>
                  <a:lnTo>
                    <a:pt x="433" y="26729"/>
                  </a:lnTo>
                  <a:lnTo>
                    <a:pt x="347" y="26189"/>
                  </a:lnTo>
                  <a:lnTo>
                    <a:pt x="260" y="25541"/>
                  </a:lnTo>
                  <a:lnTo>
                    <a:pt x="174" y="24827"/>
                  </a:lnTo>
                  <a:lnTo>
                    <a:pt x="109" y="24006"/>
                  </a:lnTo>
                  <a:lnTo>
                    <a:pt x="44" y="23120"/>
                  </a:lnTo>
                  <a:lnTo>
                    <a:pt x="1" y="22170"/>
                  </a:lnTo>
                  <a:lnTo>
                    <a:pt x="1" y="21154"/>
                  </a:lnTo>
                  <a:lnTo>
                    <a:pt x="44" y="20095"/>
                  </a:lnTo>
                  <a:lnTo>
                    <a:pt x="109" y="18972"/>
                  </a:lnTo>
                  <a:lnTo>
                    <a:pt x="217" y="17827"/>
                  </a:lnTo>
                  <a:lnTo>
                    <a:pt x="303" y="17243"/>
                  </a:lnTo>
                  <a:lnTo>
                    <a:pt x="390" y="16660"/>
                  </a:lnTo>
                  <a:lnTo>
                    <a:pt x="498" y="16076"/>
                  </a:lnTo>
                  <a:lnTo>
                    <a:pt x="627" y="15471"/>
                  </a:lnTo>
                  <a:lnTo>
                    <a:pt x="757" y="14866"/>
                  </a:lnTo>
                  <a:lnTo>
                    <a:pt x="930" y="14261"/>
                  </a:lnTo>
                  <a:lnTo>
                    <a:pt x="1103" y="13656"/>
                  </a:lnTo>
                  <a:lnTo>
                    <a:pt x="1297" y="13051"/>
                  </a:lnTo>
                  <a:lnTo>
                    <a:pt x="1513" y="12446"/>
                  </a:lnTo>
                  <a:lnTo>
                    <a:pt x="1729" y="11841"/>
                  </a:lnTo>
                  <a:lnTo>
                    <a:pt x="1989" y="11236"/>
                  </a:lnTo>
                  <a:lnTo>
                    <a:pt x="2270" y="10653"/>
                  </a:lnTo>
                  <a:lnTo>
                    <a:pt x="2572" y="10048"/>
                  </a:lnTo>
                  <a:lnTo>
                    <a:pt x="2896" y="9464"/>
                  </a:lnTo>
                  <a:lnTo>
                    <a:pt x="3242" y="8881"/>
                  </a:lnTo>
                  <a:lnTo>
                    <a:pt x="3609" y="8319"/>
                  </a:lnTo>
                  <a:lnTo>
                    <a:pt x="3998" y="7757"/>
                  </a:lnTo>
                  <a:lnTo>
                    <a:pt x="4430" y="7196"/>
                  </a:lnTo>
                  <a:lnTo>
                    <a:pt x="4884" y="6656"/>
                  </a:lnTo>
                  <a:lnTo>
                    <a:pt x="5360" y="6137"/>
                  </a:lnTo>
                  <a:lnTo>
                    <a:pt x="5856" y="5618"/>
                  </a:lnTo>
                  <a:lnTo>
                    <a:pt x="6397" y="5100"/>
                  </a:lnTo>
                  <a:lnTo>
                    <a:pt x="6958" y="4603"/>
                  </a:lnTo>
                  <a:lnTo>
                    <a:pt x="7563" y="4127"/>
                  </a:lnTo>
                  <a:lnTo>
                    <a:pt x="8190" y="3674"/>
                  </a:lnTo>
                  <a:lnTo>
                    <a:pt x="8860" y="3242"/>
                  </a:lnTo>
                  <a:lnTo>
                    <a:pt x="9551" y="2809"/>
                  </a:lnTo>
                  <a:lnTo>
                    <a:pt x="10286" y="2399"/>
                  </a:lnTo>
                  <a:lnTo>
                    <a:pt x="11042" y="2031"/>
                  </a:lnTo>
                  <a:lnTo>
                    <a:pt x="11842" y="1664"/>
                  </a:lnTo>
                  <a:lnTo>
                    <a:pt x="12684" y="1318"/>
                  </a:lnTo>
                  <a:lnTo>
                    <a:pt x="13570" y="1016"/>
                  </a:lnTo>
                  <a:lnTo>
                    <a:pt x="14478" y="713"/>
                  </a:lnTo>
                  <a:lnTo>
                    <a:pt x="15429" y="454"/>
                  </a:lnTo>
                  <a:lnTo>
                    <a:pt x="16423" y="195"/>
                  </a:lnTo>
                  <a:lnTo>
                    <a:pt x="17438" y="0"/>
                  </a:lnTo>
                  <a:lnTo>
                    <a:pt x="17438" y="27744"/>
                  </a:lnTo>
                  <a:lnTo>
                    <a:pt x="627" y="2774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9" name="Google Shape;6769;p31"/>
            <p:cNvSpPr/>
            <p:nvPr/>
          </p:nvSpPr>
          <p:spPr>
            <a:xfrm>
              <a:off x="13402775" y="3582600"/>
              <a:ext cx="422450" cy="608275"/>
            </a:xfrm>
            <a:custGeom>
              <a:avLst/>
              <a:gdLst/>
              <a:ahLst/>
              <a:cxnLst/>
              <a:rect l="l" t="t" r="r" b="b"/>
              <a:pathLst>
                <a:path w="16898" h="24331" extrusionOk="0">
                  <a:moveTo>
                    <a:pt x="16897" y="0"/>
                  </a:moveTo>
                  <a:lnTo>
                    <a:pt x="16292" y="130"/>
                  </a:lnTo>
                  <a:lnTo>
                    <a:pt x="15687" y="303"/>
                  </a:lnTo>
                  <a:lnTo>
                    <a:pt x="15082" y="476"/>
                  </a:lnTo>
                  <a:lnTo>
                    <a:pt x="14499" y="670"/>
                  </a:lnTo>
                  <a:lnTo>
                    <a:pt x="14585" y="1426"/>
                  </a:lnTo>
                  <a:lnTo>
                    <a:pt x="14650" y="2161"/>
                  </a:lnTo>
                  <a:lnTo>
                    <a:pt x="14693" y="2939"/>
                  </a:lnTo>
                  <a:lnTo>
                    <a:pt x="14715" y="3695"/>
                  </a:lnTo>
                  <a:lnTo>
                    <a:pt x="14693" y="4560"/>
                  </a:lnTo>
                  <a:lnTo>
                    <a:pt x="14628" y="5424"/>
                  </a:lnTo>
                  <a:lnTo>
                    <a:pt x="14542" y="6288"/>
                  </a:lnTo>
                  <a:lnTo>
                    <a:pt x="14434" y="7131"/>
                  </a:lnTo>
                  <a:lnTo>
                    <a:pt x="14261" y="7952"/>
                  </a:lnTo>
                  <a:lnTo>
                    <a:pt x="14088" y="8795"/>
                  </a:lnTo>
                  <a:lnTo>
                    <a:pt x="13850" y="9594"/>
                  </a:lnTo>
                  <a:lnTo>
                    <a:pt x="13613" y="10394"/>
                  </a:lnTo>
                  <a:lnTo>
                    <a:pt x="13310" y="11193"/>
                  </a:lnTo>
                  <a:lnTo>
                    <a:pt x="13008" y="11949"/>
                  </a:lnTo>
                  <a:lnTo>
                    <a:pt x="12662" y="12706"/>
                  </a:lnTo>
                  <a:lnTo>
                    <a:pt x="12295" y="13462"/>
                  </a:lnTo>
                  <a:lnTo>
                    <a:pt x="11884" y="14175"/>
                  </a:lnTo>
                  <a:lnTo>
                    <a:pt x="11474" y="14888"/>
                  </a:lnTo>
                  <a:lnTo>
                    <a:pt x="11020" y="15579"/>
                  </a:lnTo>
                  <a:lnTo>
                    <a:pt x="10545" y="16249"/>
                  </a:lnTo>
                  <a:lnTo>
                    <a:pt x="10026" y="16919"/>
                  </a:lnTo>
                  <a:lnTo>
                    <a:pt x="9507" y="17546"/>
                  </a:lnTo>
                  <a:lnTo>
                    <a:pt x="8946" y="18172"/>
                  </a:lnTo>
                  <a:lnTo>
                    <a:pt x="8384" y="18756"/>
                  </a:lnTo>
                  <a:lnTo>
                    <a:pt x="7779" y="19339"/>
                  </a:lnTo>
                  <a:lnTo>
                    <a:pt x="7174" y="19879"/>
                  </a:lnTo>
                  <a:lnTo>
                    <a:pt x="6526" y="20398"/>
                  </a:lnTo>
                  <a:lnTo>
                    <a:pt x="5877" y="20916"/>
                  </a:lnTo>
                  <a:lnTo>
                    <a:pt x="5207" y="21392"/>
                  </a:lnTo>
                  <a:lnTo>
                    <a:pt x="4516" y="21846"/>
                  </a:lnTo>
                  <a:lnTo>
                    <a:pt x="3803" y="22256"/>
                  </a:lnTo>
                  <a:lnTo>
                    <a:pt x="3068" y="22667"/>
                  </a:lnTo>
                  <a:lnTo>
                    <a:pt x="2334" y="23034"/>
                  </a:lnTo>
                  <a:lnTo>
                    <a:pt x="1577" y="23380"/>
                  </a:lnTo>
                  <a:lnTo>
                    <a:pt x="800" y="23682"/>
                  </a:lnTo>
                  <a:lnTo>
                    <a:pt x="0" y="23963"/>
                  </a:lnTo>
                  <a:lnTo>
                    <a:pt x="86" y="24330"/>
                  </a:lnTo>
                  <a:lnTo>
                    <a:pt x="16897" y="24330"/>
                  </a:lnTo>
                  <a:lnTo>
                    <a:pt x="16897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0" name="Google Shape;6770;p31"/>
            <p:cNvSpPr/>
            <p:nvPr/>
          </p:nvSpPr>
          <p:spPr>
            <a:xfrm>
              <a:off x="13402775" y="3582600"/>
              <a:ext cx="422450" cy="608275"/>
            </a:xfrm>
            <a:custGeom>
              <a:avLst/>
              <a:gdLst/>
              <a:ahLst/>
              <a:cxnLst/>
              <a:rect l="l" t="t" r="r" b="b"/>
              <a:pathLst>
                <a:path w="16898" h="24331" fill="none" extrusionOk="0">
                  <a:moveTo>
                    <a:pt x="16897" y="0"/>
                  </a:moveTo>
                  <a:lnTo>
                    <a:pt x="16897" y="0"/>
                  </a:lnTo>
                  <a:lnTo>
                    <a:pt x="16292" y="130"/>
                  </a:lnTo>
                  <a:lnTo>
                    <a:pt x="15687" y="303"/>
                  </a:lnTo>
                  <a:lnTo>
                    <a:pt x="15082" y="476"/>
                  </a:lnTo>
                  <a:lnTo>
                    <a:pt x="14499" y="670"/>
                  </a:lnTo>
                  <a:lnTo>
                    <a:pt x="14499" y="670"/>
                  </a:lnTo>
                  <a:lnTo>
                    <a:pt x="14585" y="1426"/>
                  </a:lnTo>
                  <a:lnTo>
                    <a:pt x="14650" y="2161"/>
                  </a:lnTo>
                  <a:lnTo>
                    <a:pt x="14693" y="2939"/>
                  </a:lnTo>
                  <a:lnTo>
                    <a:pt x="14715" y="3695"/>
                  </a:lnTo>
                  <a:lnTo>
                    <a:pt x="14715" y="3695"/>
                  </a:lnTo>
                  <a:lnTo>
                    <a:pt x="14693" y="4560"/>
                  </a:lnTo>
                  <a:lnTo>
                    <a:pt x="14628" y="5424"/>
                  </a:lnTo>
                  <a:lnTo>
                    <a:pt x="14542" y="6288"/>
                  </a:lnTo>
                  <a:lnTo>
                    <a:pt x="14434" y="7131"/>
                  </a:lnTo>
                  <a:lnTo>
                    <a:pt x="14261" y="7952"/>
                  </a:lnTo>
                  <a:lnTo>
                    <a:pt x="14088" y="8795"/>
                  </a:lnTo>
                  <a:lnTo>
                    <a:pt x="13850" y="9594"/>
                  </a:lnTo>
                  <a:lnTo>
                    <a:pt x="13613" y="10394"/>
                  </a:lnTo>
                  <a:lnTo>
                    <a:pt x="13310" y="11193"/>
                  </a:lnTo>
                  <a:lnTo>
                    <a:pt x="13008" y="11949"/>
                  </a:lnTo>
                  <a:lnTo>
                    <a:pt x="12662" y="12706"/>
                  </a:lnTo>
                  <a:lnTo>
                    <a:pt x="12295" y="13462"/>
                  </a:lnTo>
                  <a:lnTo>
                    <a:pt x="11884" y="14175"/>
                  </a:lnTo>
                  <a:lnTo>
                    <a:pt x="11474" y="14888"/>
                  </a:lnTo>
                  <a:lnTo>
                    <a:pt x="11020" y="15579"/>
                  </a:lnTo>
                  <a:lnTo>
                    <a:pt x="10545" y="16249"/>
                  </a:lnTo>
                  <a:lnTo>
                    <a:pt x="10026" y="16919"/>
                  </a:lnTo>
                  <a:lnTo>
                    <a:pt x="9507" y="17546"/>
                  </a:lnTo>
                  <a:lnTo>
                    <a:pt x="8946" y="18172"/>
                  </a:lnTo>
                  <a:lnTo>
                    <a:pt x="8384" y="18756"/>
                  </a:lnTo>
                  <a:lnTo>
                    <a:pt x="7779" y="19339"/>
                  </a:lnTo>
                  <a:lnTo>
                    <a:pt x="7174" y="19879"/>
                  </a:lnTo>
                  <a:lnTo>
                    <a:pt x="6526" y="20398"/>
                  </a:lnTo>
                  <a:lnTo>
                    <a:pt x="5877" y="20916"/>
                  </a:lnTo>
                  <a:lnTo>
                    <a:pt x="5207" y="21392"/>
                  </a:lnTo>
                  <a:lnTo>
                    <a:pt x="4516" y="21846"/>
                  </a:lnTo>
                  <a:lnTo>
                    <a:pt x="3803" y="22256"/>
                  </a:lnTo>
                  <a:lnTo>
                    <a:pt x="3068" y="22667"/>
                  </a:lnTo>
                  <a:lnTo>
                    <a:pt x="2334" y="23034"/>
                  </a:lnTo>
                  <a:lnTo>
                    <a:pt x="1577" y="23380"/>
                  </a:lnTo>
                  <a:lnTo>
                    <a:pt x="800" y="23682"/>
                  </a:lnTo>
                  <a:lnTo>
                    <a:pt x="0" y="23963"/>
                  </a:lnTo>
                  <a:lnTo>
                    <a:pt x="0" y="23963"/>
                  </a:lnTo>
                  <a:lnTo>
                    <a:pt x="86" y="24330"/>
                  </a:lnTo>
                  <a:lnTo>
                    <a:pt x="16897" y="24330"/>
                  </a:lnTo>
                  <a:lnTo>
                    <a:pt x="16897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1" name="Google Shape;6771;p31"/>
            <p:cNvSpPr/>
            <p:nvPr/>
          </p:nvSpPr>
          <p:spPr>
            <a:xfrm>
              <a:off x="13825200" y="3497250"/>
              <a:ext cx="6500" cy="83750"/>
            </a:xfrm>
            <a:custGeom>
              <a:avLst/>
              <a:gdLst/>
              <a:ahLst/>
              <a:cxnLst/>
              <a:rect l="l" t="t" r="r" b="b"/>
              <a:pathLst>
                <a:path w="260" h="3350" extrusionOk="0">
                  <a:moveTo>
                    <a:pt x="259" y="0"/>
                  </a:moveTo>
                  <a:lnTo>
                    <a:pt x="259" y="0"/>
                  </a:lnTo>
                  <a:lnTo>
                    <a:pt x="0" y="44"/>
                  </a:lnTo>
                  <a:lnTo>
                    <a:pt x="0" y="44"/>
                  </a:lnTo>
                  <a:lnTo>
                    <a:pt x="0" y="44"/>
                  </a:lnTo>
                  <a:lnTo>
                    <a:pt x="259" y="0"/>
                  </a:lnTo>
                  <a:lnTo>
                    <a:pt x="259" y="3350"/>
                  </a:lnTo>
                  <a:lnTo>
                    <a:pt x="259" y="3350"/>
                  </a:lnTo>
                  <a:lnTo>
                    <a:pt x="259" y="0"/>
                  </a:lnTo>
                  <a:close/>
                </a:path>
              </a:pathLst>
            </a:custGeom>
            <a:solidFill>
              <a:srgbClr val="AB0D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2" name="Google Shape;6772;p31"/>
            <p:cNvSpPr/>
            <p:nvPr/>
          </p:nvSpPr>
          <p:spPr>
            <a:xfrm>
              <a:off x="13825200" y="3497250"/>
              <a:ext cx="6500" cy="83750"/>
            </a:xfrm>
            <a:custGeom>
              <a:avLst/>
              <a:gdLst/>
              <a:ahLst/>
              <a:cxnLst/>
              <a:rect l="l" t="t" r="r" b="b"/>
              <a:pathLst>
                <a:path w="260" h="3350" fill="none" extrusionOk="0">
                  <a:moveTo>
                    <a:pt x="259" y="0"/>
                  </a:moveTo>
                  <a:lnTo>
                    <a:pt x="259" y="0"/>
                  </a:lnTo>
                  <a:lnTo>
                    <a:pt x="0" y="44"/>
                  </a:lnTo>
                  <a:lnTo>
                    <a:pt x="0" y="44"/>
                  </a:lnTo>
                  <a:lnTo>
                    <a:pt x="0" y="44"/>
                  </a:lnTo>
                  <a:lnTo>
                    <a:pt x="259" y="0"/>
                  </a:lnTo>
                  <a:lnTo>
                    <a:pt x="259" y="3350"/>
                  </a:lnTo>
                  <a:lnTo>
                    <a:pt x="259" y="3350"/>
                  </a:lnTo>
                  <a:lnTo>
                    <a:pt x="25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3" name="Google Shape;6773;p31"/>
            <p:cNvSpPr/>
            <p:nvPr/>
          </p:nvSpPr>
          <p:spPr>
            <a:xfrm>
              <a:off x="13390875" y="3498325"/>
              <a:ext cx="434350" cy="679575"/>
            </a:xfrm>
            <a:custGeom>
              <a:avLst/>
              <a:gdLst/>
              <a:ahLst/>
              <a:cxnLst/>
              <a:rect l="l" t="t" r="r" b="b"/>
              <a:pathLst>
                <a:path w="17374" h="27183" extrusionOk="0">
                  <a:moveTo>
                    <a:pt x="17373" y="1"/>
                  </a:moveTo>
                  <a:lnTo>
                    <a:pt x="16444" y="195"/>
                  </a:lnTo>
                  <a:lnTo>
                    <a:pt x="15558" y="411"/>
                  </a:lnTo>
                  <a:lnTo>
                    <a:pt x="15072" y="557"/>
                  </a:lnTo>
                  <a:lnTo>
                    <a:pt x="15072" y="557"/>
                  </a:lnTo>
                  <a:lnTo>
                    <a:pt x="15753" y="368"/>
                  </a:lnTo>
                  <a:lnTo>
                    <a:pt x="16552" y="173"/>
                  </a:lnTo>
                  <a:lnTo>
                    <a:pt x="17373" y="1"/>
                  </a:lnTo>
                  <a:close/>
                  <a:moveTo>
                    <a:pt x="15072" y="557"/>
                  </a:moveTo>
                  <a:lnTo>
                    <a:pt x="14975" y="584"/>
                  </a:lnTo>
                  <a:lnTo>
                    <a:pt x="14823" y="632"/>
                  </a:lnTo>
                  <a:lnTo>
                    <a:pt x="14823" y="632"/>
                  </a:lnTo>
                  <a:lnTo>
                    <a:pt x="15072" y="557"/>
                  </a:lnTo>
                  <a:close/>
                  <a:moveTo>
                    <a:pt x="14823" y="632"/>
                  </a:moveTo>
                  <a:lnTo>
                    <a:pt x="14694" y="670"/>
                  </a:lnTo>
                  <a:lnTo>
                    <a:pt x="13851" y="930"/>
                  </a:lnTo>
                  <a:lnTo>
                    <a:pt x="13052" y="1211"/>
                  </a:lnTo>
                  <a:lnTo>
                    <a:pt x="12295" y="1513"/>
                  </a:lnTo>
                  <a:lnTo>
                    <a:pt x="11539" y="1837"/>
                  </a:lnTo>
                  <a:lnTo>
                    <a:pt x="10848" y="2183"/>
                  </a:lnTo>
                  <a:lnTo>
                    <a:pt x="10156" y="2529"/>
                  </a:lnTo>
                  <a:lnTo>
                    <a:pt x="9508" y="2918"/>
                  </a:lnTo>
                  <a:lnTo>
                    <a:pt x="8881" y="3307"/>
                  </a:lnTo>
                  <a:lnTo>
                    <a:pt x="8276" y="3695"/>
                  </a:lnTo>
                  <a:lnTo>
                    <a:pt x="7715" y="4128"/>
                  </a:lnTo>
                  <a:lnTo>
                    <a:pt x="7153" y="4560"/>
                  </a:lnTo>
                  <a:lnTo>
                    <a:pt x="6634" y="4992"/>
                  </a:lnTo>
                  <a:lnTo>
                    <a:pt x="6137" y="5446"/>
                  </a:lnTo>
                  <a:lnTo>
                    <a:pt x="5662" y="5921"/>
                  </a:lnTo>
                  <a:lnTo>
                    <a:pt x="5230" y="6396"/>
                  </a:lnTo>
                  <a:lnTo>
                    <a:pt x="4798" y="6893"/>
                  </a:lnTo>
                  <a:lnTo>
                    <a:pt x="4387" y="7390"/>
                  </a:lnTo>
                  <a:lnTo>
                    <a:pt x="4020" y="7887"/>
                  </a:lnTo>
                  <a:lnTo>
                    <a:pt x="3652" y="8406"/>
                  </a:lnTo>
                  <a:lnTo>
                    <a:pt x="3328" y="8925"/>
                  </a:lnTo>
                  <a:lnTo>
                    <a:pt x="3004" y="9443"/>
                  </a:lnTo>
                  <a:lnTo>
                    <a:pt x="2702" y="9983"/>
                  </a:lnTo>
                  <a:lnTo>
                    <a:pt x="2421" y="10523"/>
                  </a:lnTo>
                  <a:lnTo>
                    <a:pt x="2161" y="11064"/>
                  </a:lnTo>
                  <a:lnTo>
                    <a:pt x="1924" y="11604"/>
                  </a:lnTo>
                  <a:lnTo>
                    <a:pt x="1708" y="12144"/>
                  </a:lnTo>
                  <a:lnTo>
                    <a:pt x="1492" y="12706"/>
                  </a:lnTo>
                  <a:lnTo>
                    <a:pt x="1297" y="13246"/>
                  </a:lnTo>
                  <a:lnTo>
                    <a:pt x="1124" y="13808"/>
                  </a:lnTo>
                  <a:lnTo>
                    <a:pt x="973" y="14348"/>
                  </a:lnTo>
                  <a:lnTo>
                    <a:pt x="822" y="14888"/>
                  </a:lnTo>
                  <a:lnTo>
                    <a:pt x="562" y="15990"/>
                  </a:lnTo>
                  <a:lnTo>
                    <a:pt x="368" y="17071"/>
                  </a:lnTo>
                  <a:lnTo>
                    <a:pt x="217" y="18129"/>
                  </a:lnTo>
                  <a:lnTo>
                    <a:pt x="109" y="19145"/>
                  </a:lnTo>
                  <a:lnTo>
                    <a:pt x="44" y="20160"/>
                  </a:lnTo>
                  <a:lnTo>
                    <a:pt x="1" y="21111"/>
                  </a:lnTo>
                  <a:lnTo>
                    <a:pt x="1" y="22040"/>
                  </a:lnTo>
                  <a:lnTo>
                    <a:pt x="22" y="22905"/>
                  </a:lnTo>
                  <a:lnTo>
                    <a:pt x="66" y="23726"/>
                  </a:lnTo>
                  <a:lnTo>
                    <a:pt x="109" y="24504"/>
                  </a:lnTo>
                  <a:lnTo>
                    <a:pt x="174" y="25195"/>
                  </a:lnTo>
                  <a:lnTo>
                    <a:pt x="325" y="26362"/>
                  </a:lnTo>
                  <a:lnTo>
                    <a:pt x="454" y="27183"/>
                  </a:lnTo>
                  <a:lnTo>
                    <a:pt x="390" y="26513"/>
                  </a:lnTo>
                  <a:lnTo>
                    <a:pt x="325" y="25843"/>
                  </a:lnTo>
                  <a:lnTo>
                    <a:pt x="282" y="25173"/>
                  </a:lnTo>
                  <a:lnTo>
                    <a:pt x="282" y="24504"/>
                  </a:lnTo>
                  <a:lnTo>
                    <a:pt x="303" y="23618"/>
                  </a:lnTo>
                  <a:lnTo>
                    <a:pt x="346" y="22753"/>
                  </a:lnTo>
                  <a:lnTo>
                    <a:pt x="433" y="21911"/>
                  </a:lnTo>
                  <a:lnTo>
                    <a:pt x="562" y="21046"/>
                  </a:lnTo>
                  <a:lnTo>
                    <a:pt x="714" y="20204"/>
                  </a:lnTo>
                  <a:lnTo>
                    <a:pt x="908" y="19383"/>
                  </a:lnTo>
                  <a:lnTo>
                    <a:pt x="1124" y="18561"/>
                  </a:lnTo>
                  <a:lnTo>
                    <a:pt x="1384" y="17762"/>
                  </a:lnTo>
                  <a:lnTo>
                    <a:pt x="1664" y="16984"/>
                  </a:lnTo>
                  <a:lnTo>
                    <a:pt x="1989" y="16206"/>
                  </a:lnTo>
                  <a:lnTo>
                    <a:pt x="2313" y="15428"/>
                  </a:lnTo>
                  <a:lnTo>
                    <a:pt x="2702" y="14694"/>
                  </a:lnTo>
                  <a:lnTo>
                    <a:pt x="3091" y="13959"/>
                  </a:lnTo>
                  <a:lnTo>
                    <a:pt x="3523" y="13246"/>
                  </a:lnTo>
                  <a:lnTo>
                    <a:pt x="3976" y="12533"/>
                  </a:lnTo>
                  <a:lnTo>
                    <a:pt x="4452" y="11863"/>
                  </a:lnTo>
                  <a:lnTo>
                    <a:pt x="4949" y="11193"/>
                  </a:lnTo>
                  <a:lnTo>
                    <a:pt x="5467" y="10567"/>
                  </a:lnTo>
                  <a:lnTo>
                    <a:pt x="6029" y="9940"/>
                  </a:lnTo>
                  <a:lnTo>
                    <a:pt x="6591" y="9335"/>
                  </a:lnTo>
                  <a:lnTo>
                    <a:pt x="7196" y="8752"/>
                  </a:lnTo>
                  <a:lnTo>
                    <a:pt x="7801" y="8211"/>
                  </a:lnTo>
                  <a:lnTo>
                    <a:pt x="8449" y="7671"/>
                  </a:lnTo>
                  <a:lnTo>
                    <a:pt x="9097" y="7174"/>
                  </a:lnTo>
                  <a:lnTo>
                    <a:pt x="9767" y="6677"/>
                  </a:lnTo>
                  <a:lnTo>
                    <a:pt x="10459" y="6224"/>
                  </a:lnTo>
                  <a:lnTo>
                    <a:pt x="11172" y="5791"/>
                  </a:lnTo>
                  <a:lnTo>
                    <a:pt x="11906" y="5381"/>
                  </a:lnTo>
                  <a:lnTo>
                    <a:pt x="12641" y="5014"/>
                  </a:lnTo>
                  <a:lnTo>
                    <a:pt x="13397" y="4646"/>
                  </a:lnTo>
                  <a:lnTo>
                    <a:pt x="14175" y="4344"/>
                  </a:lnTo>
                  <a:lnTo>
                    <a:pt x="14975" y="4041"/>
                  </a:lnTo>
                  <a:lnTo>
                    <a:pt x="14823" y="3220"/>
                  </a:lnTo>
                  <a:lnTo>
                    <a:pt x="14651" y="2399"/>
                  </a:lnTo>
                  <a:lnTo>
                    <a:pt x="14456" y="1600"/>
                  </a:lnTo>
                  <a:lnTo>
                    <a:pt x="14218" y="822"/>
                  </a:lnTo>
                  <a:lnTo>
                    <a:pt x="14823" y="632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4" name="Google Shape;6774;p31"/>
            <p:cNvSpPr/>
            <p:nvPr/>
          </p:nvSpPr>
          <p:spPr>
            <a:xfrm>
              <a:off x="13390875" y="3498325"/>
              <a:ext cx="434350" cy="679575"/>
            </a:xfrm>
            <a:custGeom>
              <a:avLst/>
              <a:gdLst/>
              <a:ahLst/>
              <a:cxnLst/>
              <a:rect l="l" t="t" r="r" b="b"/>
              <a:pathLst>
                <a:path w="17374" h="27183" fill="none" extrusionOk="0">
                  <a:moveTo>
                    <a:pt x="17373" y="1"/>
                  </a:moveTo>
                  <a:lnTo>
                    <a:pt x="17373" y="1"/>
                  </a:lnTo>
                  <a:lnTo>
                    <a:pt x="16444" y="195"/>
                  </a:lnTo>
                  <a:lnTo>
                    <a:pt x="15558" y="411"/>
                  </a:lnTo>
                  <a:lnTo>
                    <a:pt x="14694" y="670"/>
                  </a:lnTo>
                  <a:lnTo>
                    <a:pt x="13851" y="930"/>
                  </a:lnTo>
                  <a:lnTo>
                    <a:pt x="13052" y="1211"/>
                  </a:lnTo>
                  <a:lnTo>
                    <a:pt x="12295" y="1513"/>
                  </a:lnTo>
                  <a:lnTo>
                    <a:pt x="11539" y="1837"/>
                  </a:lnTo>
                  <a:lnTo>
                    <a:pt x="10848" y="2183"/>
                  </a:lnTo>
                  <a:lnTo>
                    <a:pt x="10156" y="2529"/>
                  </a:lnTo>
                  <a:lnTo>
                    <a:pt x="9508" y="2918"/>
                  </a:lnTo>
                  <a:lnTo>
                    <a:pt x="8881" y="3307"/>
                  </a:lnTo>
                  <a:lnTo>
                    <a:pt x="8276" y="3695"/>
                  </a:lnTo>
                  <a:lnTo>
                    <a:pt x="7715" y="4128"/>
                  </a:lnTo>
                  <a:lnTo>
                    <a:pt x="7153" y="4560"/>
                  </a:lnTo>
                  <a:lnTo>
                    <a:pt x="6634" y="4992"/>
                  </a:lnTo>
                  <a:lnTo>
                    <a:pt x="6137" y="5446"/>
                  </a:lnTo>
                  <a:lnTo>
                    <a:pt x="5662" y="5921"/>
                  </a:lnTo>
                  <a:lnTo>
                    <a:pt x="5230" y="6396"/>
                  </a:lnTo>
                  <a:lnTo>
                    <a:pt x="4798" y="6893"/>
                  </a:lnTo>
                  <a:lnTo>
                    <a:pt x="4387" y="7390"/>
                  </a:lnTo>
                  <a:lnTo>
                    <a:pt x="4020" y="7887"/>
                  </a:lnTo>
                  <a:lnTo>
                    <a:pt x="3652" y="8406"/>
                  </a:lnTo>
                  <a:lnTo>
                    <a:pt x="3328" y="8925"/>
                  </a:lnTo>
                  <a:lnTo>
                    <a:pt x="3004" y="9443"/>
                  </a:lnTo>
                  <a:lnTo>
                    <a:pt x="2702" y="9983"/>
                  </a:lnTo>
                  <a:lnTo>
                    <a:pt x="2421" y="10523"/>
                  </a:lnTo>
                  <a:lnTo>
                    <a:pt x="2161" y="11064"/>
                  </a:lnTo>
                  <a:lnTo>
                    <a:pt x="1924" y="11604"/>
                  </a:lnTo>
                  <a:lnTo>
                    <a:pt x="1708" y="12144"/>
                  </a:lnTo>
                  <a:lnTo>
                    <a:pt x="1492" y="12706"/>
                  </a:lnTo>
                  <a:lnTo>
                    <a:pt x="1297" y="13246"/>
                  </a:lnTo>
                  <a:lnTo>
                    <a:pt x="1124" y="13808"/>
                  </a:lnTo>
                  <a:lnTo>
                    <a:pt x="973" y="14348"/>
                  </a:lnTo>
                  <a:lnTo>
                    <a:pt x="822" y="14888"/>
                  </a:lnTo>
                  <a:lnTo>
                    <a:pt x="562" y="15990"/>
                  </a:lnTo>
                  <a:lnTo>
                    <a:pt x="368" y="17071"/>
                  </a:lnTo>
                  <a:lnTo>
                    <a:pt x="217" y="18129"/>
                  </a:lnTo>
                  <a:lnTo>
                    <a:pt x="109" y="19145"/>
                  </a:lnTo>
                  <a:lnTo>
                    <a:pt x="44" y="20160"/>
                  </a:lnTo>
                  <a:lnTo>
                    <a:pt x="1" y="21111"/>
                  </a:lnTo>
                  <a:lnTo>
                    <a:pt x="1" y="22040"/>
                  </a:lnTo>
                  <a:lnTo>
                    <a:pt x="22" y="22905"/>
                  </a:lnTo>
                  <a:lnTo>
                    <a:pt x="66" y="23726"/>
                  </a:lnTo>
                  <a:lnTo>
                    <a:pt x="109" y="24504"/>
                  </a:lnTo>
                  <a:lnTo>
                    <a:pt x="174" y="25195"/>
                  </a:lnTo>
                  <a:lnTo>
                    <a:pt x="325" y="26362"/>
                  </a:lnTo>
                  <a:lnTo>
                    <a:pt x="454" y="27183"/>
                  </a:lnTo>
                  <a:lnTo>
                    <a:pt x="454" y="27183"/>
                  </a:lnTo>
                  <a:lnTo>
                    <a:pt x="390" y="26513"/>
                  </a:lnTo>
                  <a:lnTo>
                    <a:pt x="325" y="25843"/>
                  </a:lnTo>
                  <a:lnTo>
                    <a:pt x="282" y="25173"/>
                  </a:lnTo>
                  <a:lnTo>
                    <a:pt x="282" y="24504"/>
                  </a:lnTo>
                  <a:lnTo>
                    <a:pt x="282" y="24504"/>
                  </a:lnTo>
                  <a:lnTo>
                    <a:pt x="303" y="23618"/>
                  </a:lnTo>
                  <a:lnTo>
                    <a:pt x="346" y="22753"/>
                  </a:lnTo>
                  <a:lnTo>
                    <a:pt x="433" y="21911"/>
                  </a:lnTo>
                  <a:lnTo>
                    <a:pt x="562" y="21046"/>
                  </a:lnTo>
                  <a:lnTo>
                    <a:pt x="714" y="20204"/>
                  </a:lnTo>
                  <a:lnTo>
                    <a:pt x="908" y="19383"/>
                  </a:lnTo>
                  <a:lnTo>
                    <a:pt x="1124" y="18561"/>
                  </a:lnTo>
                  <a:lnTo>
                    <a:pt x="1384" y="17762"/>
                  </a:lnTo>
                  <a:lnTo>
                    <a:pt x="1664" y="16984"/>
                  </a:lnTo>
                  <a:lnTo>
                    <a:pt x="1989" y="16206"/>
                  </a:lnTo>
                  <a:lnTo>
                    <a:pt x="2313" y="15428"/>
                  </a:lnTo>
                  <a:lnTo>
                    <a:pt x="2702" y="14694"/>
                  </a:lnTo>
                  <a:lnTo>
                    <a:pt x="3091" y="13959"/>
                  </a:lnTo>
                  <a:lnTo>
                    <a:pt x="3523" y="13246"/>
                  </a:lnTo>
                  <a:lnTo>
                    <a:pt x="3976" y="12533"/>
                  </a:lnTo>
                  <a:lnTo>
                    <a:pt x="4452" y="11863"/>
                  </a:lnTo>
                  <a:lnTo>
                    <a:pt x="4949" y="11193"/>
                  </a:lnTo>
                  <a:lnTo>
                    <a:pt x="5467" y="10567"/>
                  </a:lnTo>
                  <a:lnTo>
                    <a:pt x="6029" y="9940"/>
                  </a:lnTo>
                  <a:lnTo>
                    <a:pt x="6591" y="9335"/>
                  </a:lnTo>
                  <a:lnTo>
                    <a:pt x="7196" y="8752"/>
                  </a:lnTo>
                  <a:lnTo>
                    <a:pt x="7801" y="8211"/>
                  </a:lnTo>
                  <a:lnTo>
                    <a:pt x="8449" y="7671"/>
                  </a:lnTo>
                  <a:lnTo>
                    <a:pt x="9097" y="7174"/>
                  </a:lnTo>
                  <a:lnTo>
                    <a:pt x="9767" y="6677"/>
                  </a:lnTo>
                  <a:lnTo>
                    <a:pt x="10459" y="6224"/>
                  </a:lnTo>
                  <a:lnTo>
                    <a:pt x="11172" y="5791"/>
                  </a:lnTo>
                  <a:lnTo>
                    <a:pt x="11906" y="5381"/>
                  </a:lnTo>
                  <a:lnTo>
                    <a:pt x="12641" y="5014"/>
                  </a:lnTo>
                  <a:lnTo>
                    <a:pt x="13397" y="4646"/>
                  </a:lnTo>
                  <a:lnTo>
                    <a:pt x="14175" y="4344"/>
                  </a:lnTo>
                  <a:lnTo>
                    <a:pt x="14975" y="4041"/>
                  </a:lnTo>
                  <a:lnTo>
                    <a:pt x="14975" y="4041"/>
                  </a:lnTo>
                  <a:lnTo>
                    <a:pt x="14823" y="3220"/>
                  </a:lnTo>
                  <a:lnTo>
                    <a:pt x="14651" y="2399"/>
                  </a:lnTo>
                  <a:lnTo>
                    <a:pt x="14456" y="1600"/>
                  </a:lnTo>
                  <a:lnTo>
                    <a:pt x="14218" y="822"/>
                  </a:lnTo>
                  <a:lnTo>
                    <a:pt x="14218" y="822"/>
                  </a:lnTo>
                  <a:lnTo>
                    <a:pt x="14975" y="584"/>
                  </a:lnTo>
                  <a:lnTo>
                    <a:pt x="15753" y="368"/>
                  </a:lnTo>
                  <a:lnTo>
                    <a:pt x="16552" y="173"/>
                  </a:lnTo>
                  <a:lnTo>
                    <a:pt x="17373" y="1"/>
                  </a:lnTo>
                  <a:lnTo>
                    <a:pt x="17373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5" name="Google Shape;6775;p31"/>
            <p:cNvSpPr/>
            <p:nvPr/>
          </p:nvSpPr>
          <p:spPr>
            <a:xfrm>
              <a:off x="13746325" y="3498325"/>
              <a:ext cx="78900" cy="101050"/>
            </a:xfrm>
            <a:custGeom>
              <a:avLst/>
              <a:gdLst/>
              <a:ahLst/>
              <a:cxnLst/>
              <a:rect l="l" t="t" r="r" b="b"/>
              <a:pathLst>
                <a:path w="3156" h="4042" extrusionOk="0">
                  <a:moveTo>
                    <a:pt x="3155" y="1"/>
                  </a:moveTo>
                  <a:lnTo>
                    <a:pt x="2334" y="173"/>
                  </a:lnTo>
                  <a:lnTo>
                    <a:pt x="1535" y="368"/>
                  </a:lnTo>
                  <a:lnTo>
                    <a:pt x="757" y="584"/>
                  </a:lnTo>
                  <a:lnTo>
                    <a:pt x="0" y="822"/>
                  </a:lnTo>
                  <a:lnTo>
                    <a:pt x="238" y="1600"/>
                  </a:lnTo>
                  <a:lnTo>
                    <a:pt x="433" y="2399"/>
                  </a:lnTo>
                  <a:lnTo>
                    <a:pt x="605" y="3220"/>
                  </a:lnTo>
                  <a:lnTo>
                    <a:pt x="757" y="4041"/>
                  </a:lnTo>
                  <a:lnTo>
                    <a:pt x="1340" y="3847"/>
                  </a:lnTo>
                  <a:lnTo>
                    <a:pt x="1945" y="3674"/>
                  </a:lnTo>
                  <a:lnTo>
                    <a:pt x="2550" y="3501"/>
                  </a:lnTo>
                  <a:lnTo>
                    <a:pt x="3155" y="3371"/>
                  </a:lnTo>
                  <a:lnTo>
                    <a:pt x="3155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6" name="Google Shape;6776;p31"/>
            <p:cNvSpPr/>
            <p:nvPr/>
          </p:nvSpPr>
          <p:spPr>
            <a:xfrm>
              <a:off x="13746325" y="3498325"/>
              <a:ext cx="78900" cy="101050"/>
            </a:xfrm>
            <a:custGeom>
              <a:avLst/>
              <a:gdLst/>
              <a:ahLst/>
              <a:cxnLst/>
              <a:rect l="l" t="t" r="r" b="b"/>
              <a:pathLst>
                <a:path w="3156" h="4042" fill="none" extrusionOk="0">
                  <a:moveTo>
                    <a:pt x="3155" y="1"/>
                  </a:moveTo>
                  <a:lnTo>
                    <a:pt x="3155" y="1"/>
                  </a:lnTo>
                  <a:lnTo>
                    <a:pt x="2334" y="173"/>
                  </a:lnTo>
                  <a:lnTo>
                    <a:pt x="1535" y="368"/>
                  </a:lnTo>
                  <a:lnTo>
                    <a:pt x="757" y="584"/>
                  </a:lnTo>
                  <a:lnTo>
                    <a:pt x="0" y="822"/>
                  </a:lnTo>
                  <a:lnTo>
                    <a:pt x="0" y="822"/>
                  </a:lnTo>
                  <a:lnTo>
                    <a:pt x="238" y="1600"/>
                  </a:lnTo>
                  <a:lnTo>
                    <a:pt x="433" y="2399"/>
                  </a:lnTo>
                  <a:lnTo>
                    <a:pt x="605" y="3220"/>
                  </a:lnTo>
                  <a:lnTo>
                    <a:pt x="757" y="4041"/>
                  </a:lnTo>
                  <a:lnTo>
                    <a:pt x="757" y="4041"/>
                  </a:lnTo>
                  <a:lnTo>
                    <a:pt x="1340" y="3847"/>
                  </a:lnTo>
                  <a:lnTo>
                    <a:pt x="1945" y="3674"/>
                  </a:lnTo>
                  <a:lnTo>
                    <a:pt x="2550" y="3501"/>
                  </a:lnTo>
                  <a:lnTo>
                    <a:pt x="3155" y="3371"/>
                  </a:lnTo>
                  <a:lnTo>
                    <a:pt x="3155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7" name="Google Shape;6777;p31"/>
            <p:cNvSpPr/>
            <p:nvPr/>
          </p:nvSpPr>
          <p:spPr>
            <a:xfrm>
              <a:off x="13985625" y="3497250"/>
              <a:ext cx="448925" cy="693625"/>
            </a:xfrm>
            <a:custGeom>
              <a:avLst/>
              <a:gdLst/>
              <a:ahLst/>
              <a:cxnLst/>
              <a:rect l="l" t="t" r="r" b="b"/>
              <a:pathLst>
                <a:path w="17957" h="27745" extrusionOk="0">
                  <a:moveTo>
                    <a:pt x="1" y="0"/>
                  </a:moveTo>
                  <a:lnTo>
                    <a:pt x="1" y="27744"/>
                  </a:lnTo>
                  <a:lnTo>
                    <a:pt x="17503" y="27744"/>
                  </a:lnTo>
                  <a:lnTo>
                    <a:pt x="17567" y="27485"/>
                  </a:lnTo>
                  <a:lnTo>
                    <a:pt x="17675" y="26729"/>
                  </a:lnTo>
                  <a:lnTo>
                    <a:pt x="17740" y="26189"/>
                  </a:lnTo>
                  <a:lnTo>
                    <a:pt x="17827" y="25541"/>
                  </a:lnTo>
                  <a:lnTo>
                    <a:pt x="17870" y="24827"/>
                  </a:lnTo>
                  <a:lnTo>
                    <a:pt x="17935" y="24006"/>
                  </a:lnTo>
                  <a:lnTo>
                    <a:pt x="17956" y="23120"/>
                  </a:lnTo>
                  <a:lnTo>
                    <a:pt x="17956" y="22170"/>
                  </a:lnTo>
                  <a:lnTo>
                    <a:pt x="17935" y="21154"/>
                  </a:lnTo>
                  <a:lnTo>
                    <a:pt x="17870" y="20095"/>
                  </a:lnTo>
                  <a:lnTo>
                    <a:pt x="17784" y="18972"/>
                  </a:lnTo>
                  <a:lnTo>
                    <a:pt x="17632" y="17827"/>
                  </a:lnTo>
                  <a:lnTo>
                    <a:pt x="17524" y="17243"/>
                  </a:lnTo>
                  <a:lnTo>
                    <a:pt x="17416" y="16660"/>
                  </a:lnTo>
                  <a:lnTo>
                    <a:pt x="17308" y="16076"/>
                  </a:lnTo>
                  <a:lnTo>
                    <a:pt x="17157" y="15471"/>
                  </a:lnTo>
                  <a:lnTo>
                    <a:pt x="17006" y="14866"/>
                  </a:lnTo>
                  <a:lnTo>
                    <a:pt x="16833" y="14261"/>
                  </a:lnTo>
                  <a:lnTo>
                    <a:pt x="16638" y="13656"/>
                  </a:lnTo>
                  <a:lnTo>
                    <a:pt x="16422" y="13051"/>
                  </a:lnTo>
                  <a:lnTo>
                    <a:pt x="16206" y="12446"/>
                  </a:lnTo>
                  <a:lnTo>
                    <a:pt x="15947" y="11841"/>
                  </a:lnTo>
                  <a:lnTo>
                    <a:pt x="15688" y="11236"/>
                  </a:lnTo>
                  <a:lnTo>
                    <a:pt x="15385" y="10653"/>
                  </a:lnTo>
                  <a:lnTo>
                    <a:pt x="15083" y="10048"/>
                  </a:lnTo>
                  <a:lnTo>
                    <a:pt x="14737" y="9464"/>
                  </a:lnTo>
                  <a:lnTo>
                    <a:pt x="14370" y="8881"/>
                  </a:lnTo>
                  <a:lnTo>
                    <a:pt x="13981" y="8319"/>
                  </a:lnTo>
                  <a:lnTo>
                    <a:pt x="13570" y="7757"/>
                  </a:lnTo>
                  <a:lnTo>
                    <a:pt x="13138" y="7196"/>
                  </a:lnTo>
                  <a:lnTo>
                    <a:pt x="12684" y="6656"/>
                  </a:lnTo>
                  <a:lnTo>
                    <a:pt x="12187" y="6137"/>
                  </a:lnTo>
                  <a:lnTo>
                    <a:pt x="11669" y="5618"/>
                  </a:lnTo>
                  <a:lnTo>
                    <a:pt x="11128" y="5100"/>
                  </a:lnTo>
                  <a:lnTo>
                    <a:pt x="10545" y="4603"/>
                  </a:lnTo>
                  <a:lnTo>
                    <a:pt x="9940" y="4127"/>
                  </a:lnTo>
                  <a:lnTo>
                    <a:pt x="9292" y="3674"/>
                  </a:lnTo>
                  <a:lnTo>
                    <a:pt x="8622" y="3242"/>
                  </a:lnTo>
                  <a:lnTo>
                    <a:pt x="7930" y="2809"/>
                  </a:lnTo>
                  <a:lnTo>
                    <a:pt x="7174" y="2399"/>
                  </a:lnTo>
                  <a:lnTo>
                    <a:pt x="6418" y="2031"/>
                  </a:lnTo>
                  <a:lnTo>
                    <a:pt x="5597" y="1664"/>
                  </a:lnTo>
                  <a:lnTo>
                    <a:pt x="4754" y="1318"/>
                  </a:lnTo>
                  <a:lnTo>
                    <a:pt x="3890" y="1016"/>
                  </a:lnTo>
                  <a:lnTo>
                    <a:pt x="2961" y="713"/>
                  </a:lnTo>
                  <a:lnTo>
                    <a:pt x="2010" y="454"/>
                  </a:lnTo>
                  <a:lnTo>
                    <a:pt x="1016" y="19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8" name="Google Shape;6778;p31"/>
            <p:cNvSpPr/>
            <p:nvPr/>
          </p:nvSpPr>
          <p:spPr>
            <a:xfrm>
              <a:off x="13985625" y="3497250"/>
              <a:ext cx="448925" cy="693625"/>
            </a:xfrm>
            <a:custGeom>
              <a:avLst/>
              <a:gdLst/>
              <a:ahLst/>
              <a:cxnLst/>
              <a:rect l="l" t="t" r="r" b="b"/>
              <a:pathLst>
                <a:path w="17957" h="27745" fill="none" extrusionOk="0">
                  <a:moveTo>
                    <a:pt x="17503" y="27744"/>
                  </a:moveTo>
                  <a:lnTo>
                    <a:pt x="17503" y="27744"/>
                  </a:lnTo>
                  <a:lnTo>
                    <a:pt x="17567" y="27485"/>
                  </a:lnTo>
                  <a:lnTo>
                    <a:pt x="17675" y="26729"/>
                  </a:lnTo>
                  <a:lnTo>
                    <a:pt x="17740" y="26189"/>
                  </a:lnTo>
                  <a:lnTo>
                    <a:pt x="17827" y="25541"/>
                  </a:lnTo>
                  <a:lnTo>
                    <a:pt x="17870" y="24827"/>
                  </a:lnTo>
                  <a:lnTo>
                    <a:pt x="17935" y="24006"/>
                  </a:lnTo>
                  <a:lnTo>
                    <a:pt x="17956" y="23120"/>
                  </a:lnTo>
                  <a:lnTo>
                    <a:pt x="17956" y="22170"/>
                  </a:lnTo>
                  <a:lnTo>
                    <a:pt x="17935" y="21154"/>
                  </a:lnTo>
                  <a:lnTo>
                    <a:pt x="17870" y="20095"/>
                  </a:lnTo>
                  <a:lnTo>
                    <a:pt x="17784" y="18972"/>
                  </a:lnTo>
                  <a:lnTo>
                    <a:pt x="17632" y="17827"/>
                  </a:lnTo>
                  <a:lnTo>
                    <a:pt x="17524" y="17243"/>
                  </a:lnTo>
                  <a:lnTo>
                    <a:pt x="17416" y="16660"/>
                  </a:lnTo>
                  <a:lnTo>
                    <a:pt x="17308" y="16076"/>
                  </a:lnTo>
                  <a:lnTo>
                    <a:pt x="17157" y="15471"/>
                  </a:lnTo>
                  <a:lnTo>
                    <a:pt x="17006" y="14866"/>
                  </a:lnTo>
                  <a:lnTo>
                    <a:pt x="16833" y="14261"/>
                  </a:lnTo>
                  <a:lnTo>
                    <a:pt x="16638" y="13656"/>
                  </a:lnTo>
                  <a:lnTo>
                    <a:pt x="16422" y="13051"/>
                  </a:lnTo>
                  <a:lnTo>
                    <a:pt x="16206" y="12446"/>
                  </a:lnTo>
                  <a:lnTo>
                    <a:pt x="15947" y="11841"/>
                  </a:lnTo>
                  <a:lnTo>
                    <a:pt x="15688" y="11236"/>
                  </a:lnTo>
                  <a:lnTo>
                    <a:pt x="15385" y="10653"/>
                  </a:lnTo>
                  <a:lnTo>
                    <a:pt x="15083" y="10048"/>
                  </a:lnTo>
                  <a:lnTo>
                    <a:pt x="14737" y="9464"/>
                  </a:lnTo>
                  <a:lnTo>
                    <a:pt x="14370" y="8881"/>
                  </a:lnTo>
                  <a:lnTo>
                    <a:pt x="13981" y="8319"/>
                  </a:lnTo>
                  <a:lnTo>
                    <a:pt x="13570" y="7757"/>
                  </a:lnTo>
                  <a:lnTo>
                    <a:pt x="13138" y="7196"/>
                  </a:lnTo>
                  <a:lnTo>
                    <a:pt x="12684" y="6656"/>
                  </a:lnTo>
                  <a:lnTo>
                    <a:pt x="12187" y="6137"/>
                  </a:lnTo>
                  <a:lnTo>
                    <a:pt x="11669" y="5618"/>
                  </a:lnTo>
                  <a:lnTo>
                    <a:pt x="11128" y="5100"/>
                  </a:lnTo>
                  <a:lnTo>
                    <a:pt x="10545" y="4603"/>
                  </a:lnTo>
                  <a:lnTo>
                    <a:pt x="9940" y="4127"/>
                  </a:lnTo>
                  <a:lnTo>
                    <a:pt x="9292" y="3674"/>
                  </a:lnTo>
                  <a:lnTo>
                    <a:pt x="8622" y="3242"/>
                  </a:lnTo>
                  <a:lnTo>
                    <a:pt x="7930" y="2809"/>
                  </a:lnTo>
                  <a:lnTo>
                    <a:pt x="7174" y="2399"/>
                  </a:lnTo>
                  <a:lnTo>
                    <a:pt x="6418" y="2031"/>
                  </a:lnTo>
                  <a:lnTo>
                    <a:pt x="5597" y="1664"/>
                  </a:lnTo>
                  <a:lnTo>
                    <a:pt x="4754" y="1318"/>
                  </a:lnTo>
                  <a:lnTo>
                    <a:pt x="3890" y="1016"/>
                  </a:lnTo>
                  <a:lnTo>
                    <a:pt x="2961" y="713"/>
                  </a:lnTo>
                  <a:lnTo>
                    <a:pt x="2010" y="454"/>
                  </a:lnTo>
                  <a:lnTo>
                    <a:pt x="1016" y="195"/>
                  </a:lnTo>
                  <a:lnTo>
                    <a:pt x="1" y="0"/>
                  </a:lnTo>
                  <a:lnTo>
                    <a:pt x="1" y="27744"/>
                  </a:lnTo>
                  <a:lnTo>
                    <a:pt x="17503" y="2774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9" name="Google Shape;6779;p31"/>
            <p:cNvSpPr/>
            <p:nvPr/>
          </p:nvSpPr>
          <p:spPr>
            <a:xfrm>
              <a:off x="14423175" y="4181675"/>
              <a:ext cx="2200" cy="9200"/>
            </a:xfrm>
            <a:custGeom>
              <a:avLst/>
              <a:gdLst/>
              <a:ahLst/>
              <a:cxnLst/>
              <a:rect l="l" t="t" r="r" b="b"/>
              <a:pathLst>
                <a:path w="88" h="368" extrusionOk="0">
                  <a:moveTo>
                    <a:pt x="87" y="0"/>
                  </a:moveTo>
                  <a:lnTo>
                    <a:pt x="87" y="0"/>
                  </a:lnTo>
                  <a:lnTo>
                    <a:pt x="1" y="367"/>
                  </a:lnTo>
                  <a:lnTo>
                    <a:pt x="1" y="367"/>
                  </a:lnTo>
                  <a:lnTo>
                    <a:pt x="87" y="0"/>
                  </a:lnTo>
                  <a:lnTo>
                    <a:pt x="87" y="0"/>
                  </a:lnTo>
                  <a:lnTo>
                    <a:pt x="87" y="0"/>
                  </a:lnTo>
                  <a:close/>
                </a:path>
              </a:pathLst>
            </a:custGeom>
            <a:solidFill>
              <a:srgbClr val="AB0D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0" name="Google Shape;6780;p31"/>
            <p:cNvSpPr/>
            <p:nvPr/>
          </p:nvSpPr>
          <p:spPr>
            <a:xfrm>
              <a:off x="14423175" y="4181675"/>
              <a:ext cx="2200" cy="9200"/>
            </a:xfrm>
            <a:custGeom>
              <a:avLst/>
              <a:gdLst/>
              <a:ahLst/>
              <a:cxnLst/>
              <a:rect l="l" t="t" r="r" b="b"/>
              <a:pathLst>
                <a:path w="88" h="368" fill="none" extrusionOk="0">
                  <a:moveTo>
                    <a:pt x="87" y="0"/>
                  </a:moveTo>
                  <a:lnTo>
                    <a:pt x="87" y="0"/>
                  </a:lnTo>
                  <a:lnTo>
                    <a:pt x="1" y="367"/>
                  </a:lnTo>
                  <a:lnTo>
                    <a:pt x="1" y="367"/>
                  </a:lnTo>
                  <a:lnTo>
                    <a:pt x="87" y="0"/>
                  </a:lnTo>
                  <a:lnTo>
                    <a:pt x="87" y="0"/>
                  </a:lnTo>
                  <a:lnTo>
                    <a:pt x="87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1" name="Google Shape;6781;p31"/>
            <p:cNvSpPr/>
            <p:nvPr/>
          </p:nvSpPr>
          <p:spPr>
            <a:xfrm>
              <a:off x="13996425" y="3580975"/>
              <a:ext cx="428950" cy="609900"/>
            </a:xfrm>
            <a:custGeom>
              <a:avLst/>
              <a:gdLst/>
              <a:ahLst/>
              <a:cxnLst/>
              <a:rect l="l" t="t" r="r" b="b"/>
              <a:pathLst>
                <a:path w="17158" h="24396" extrusionOk="0">
                  <a:moveTo>
                    <a:pt x="1" y="1"/>
                  </a:moveTo>
                  <a:lnTo>
                    <a:pt x="1" y="24395"/>
                  </a:lnTo>
                  <a:lnTo>
                    <a:pt x="17071" y="24395"/>
                  </a:lnTo>
                  <a:lnTo>
                    <a:pt x="17157" y="24028"/>
                  </a:lnTo>
                  <a:lnTo>
                    <a:pt x="16358" y="23747"/>
                  </a:lnTo>
                  <a:lnTo>
                    <a:pt x="15580" y="23445"/>
                  </a:lnTo>
                  <a:lnTo>
                    <a:pt x="14823" y="23099"/>
                  </a:lnTo>
                  <a:lnTo>
                    <a:pt x="14089" y="22732"/>
                  </a:lnTo>
                  <a:lnTo>
                    <a:pt x="13354" y="22321"/>
                  </a:lnTo>
                  <a:lnTo>
                    <a:pt x="12641" y="21911"/>
                  </a:lnTo>
                  <a:lnTo>
                    <a:pt x="11950" y="21457"/>
                  </a:lnTo>
                  <a:lnTo>
                    <a:pt x="11280" y="20981"/>
                  </a:lnTo>
                  <a:lnTo>
                    <a:pt x="10632" y="20463"/>
                  </a:lnTo>
                  <a:lnTo>
                    <a:pt x="9983" y="19944"/>
                  </a:lnTo>
                  <a:lnTo>
                    <a:pt x="9378" y="19404"/>
                  </a:lnTo>
                  <a:lnTo>
                    <a:pt x="8773" y="18821"/>
                  </a:lnTo>
                  <a:lnTo>
                    <a:pt x="8212" y="18237"/>
                  </a:lnTo>
                  <a:lnTo>
                    <a:pt x="7650" y="17611"/>
                  </a:lnTo>
                  <a:lnTo>
                    <a:pt x="7131" y="16984"/>
                  </a:lnTo>
                  <a:lnTo>
                    <a:pt x="6634" y="16314"/>
                  </a:lnTo>
                  <a:lnTo>
                    <a:pt x="6159" y="15644"/>
                  </a:lnTo>
                  <a:lnTo>
                    <a:pt x="5705" y="14953"/>
                  </a:lnTo>
                  <a:lnTo>
                    <a:pt x="5273" y="14240"/>
                  </a:lnTo>
                  <a:lnTo>
                    <a:pt x="4862" y="13527"/>
                  </a:lnTo>
                  <a:lnTo>
                    <a:pt x="4495" y="12771"/>
                  </a:lnTo>
                  <a:lnTo>
                    <a:pt x="4149" y="12014"/>
                  </a:lnTo>
                  <a:lnTo>
                    <a:pt x="3847" y="11236"/>
                  </a:lnTo>
                  <a:lnTo>
                    <a:pt x="3566" y="10459"/>
                  </a:lnTo>
                  <a:lnTo>
                    <a:pt x="3307" y="9659"/>
                  </a:lnTo>
                  <a:lnTo>
                    <a:pt x="3091" y="8838"/>
                  </a:lnTo>
                  <a:lnTo>
                    <a:pt x="2896" y="8017"/>
                  </a:lnTo>
                  <a:lnTo>
                    <a:pt x="2745" y="7196"/>
                  </a:lnTo>
                  <a:lnTo>
                    <a:pt x="2615" y="6353"/>
                  </a:lnTo>
                  <a:lnTo>
                    <a:pt x="2529" y="5489"/>
                  </a:lnTo>
                  <a:lnTo>
                    <a:pt x="2464" y="4625"/>
                  </a:lnTo>
                  <a:lnTo>
                    <a:pt x="2464" y="3760"/>
                  </a:lnTo>
                  <a:lnTo>
                    <a:pt x="2464" y="3004"/>
                  </a:lnTo>
                  <a:lnTo>
                    <a:pt x="2507" y="2226"/>
                  </a:lnTo>
                  <a:lnTo>
                    <a:pt x="2572" y="1491"/>
                  </a:lnTo>
                  <a:lnTo>
                    <a:pt x="2680" y="735"/>
                  </a:lnTo>
                  <a:lnTo>
                    <a:pt x="2010" y="519"/>
                  </a:lnTo>
                  <a:lnTo>
                    <a:pt x="1362" y="325"/>
                  </a:lnTo>
                  <a:lnTo>
                    <a:pt x="671" y="15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2" name="Google Shape;6782;p31"/>
            <p:cNvSpPr/>
            <p:nvPr/>
          </p:nvSpPr>
          <p:spPr>
            <a:xfrm>
              <a:off x="13996425" y="3499400"/>
              <a:ext cx="428950" cy="691475"/>
            </a:xfrm>
            <a:custGeom>
              <a:avLst/>
              <a:gdLst/>
              <a:ahLst/>
              <a:cxnLst/>
              <a:rect l="l" t="t" r="r" b="b"/>
              <a:pathLst>
                <a:path w="17158" h="27659" fill="none" extrusionOk="0">
                  <a:moveTo>
                    <a:pt x="1" y="1"/>
                  </a:moveTo>
                  <a:lnTo>
                    <a:pt x="1" y="27658"/>
                  </a:lnTo>
                  <a:lnTo>
                    <a:pt x="17071" y="27658"/>
                  </a:lnTo>
                  <a:lnTo>
                    <a:pt x="17071" y="27658"/>
                  </a:lnTo>
                  <a:lnTo>
                    <a:pt x="17071" y="27658"/>
                  </a:lnTo>
                  <a:lnTo>
                    <a:pt x="17157" y="27291"/>
                  </a:lnTo>
                  <a:lnTo>
                    <a:pt x="17157" y="27291"/>
                  </a:lnTo>
                  <a:lnTo>
                    <a:pt x="16358" y="27010"/>
                  </a:lnTo>
                  <a:lnTo>
                    <a:pt x="15580" y="26708"/>
                  </a:lnTo>
                  <a:lnTo>
                    <a:pt x="14823" y="26362"/>
                  </a:lnTo>
                  <a:lnTo>
                    <a:pt x="14089" y="25995"/>
                  </a:lnTo>
                  <a:lnTo>
                    <a:pt x="13354" y="25584"/>
                  </a:lnTo>
                  <a:lnTo>
                    <a:pt x="12641" y="25174"/>
                  </a:lnTo>
                  <a:lnTo>
                    <a:pt x="11950" y="24720"/>
                  </a:lnTo>
                  <a:lnTo>
                    <a:pt x="11280" y="24244"/>
                  </a:lnTo>
                  <a:lnTo>
                    <a:pt x="10632" y="23726"/>
                  </a:lnTo>
                  <a:lnTo>
                    <a:pt x="9983" y="23207"/>
                  </a:lnTo>
                  <a:lnTo>
                    <a:pt x="9378" y="22667"/>
                  </a:lnTo>
                  <a:lnTo>
                    <a:pt x="8773" y="22084"/>
                  </a:lnTo>
                  <a:lnTo>
                    <a:pt x="8212" y="21500"/>
                  </a:lnTo>
                  <a:lnTo>
                    <a:pt x="7650" y="20874"/>
                  </a:lnTo>
                  <a:lnTo>
                    <a:pt x="7131" y="20247"/>
                  </a:lnTo>
                  <a:lnTo>
                    <a:pt x="6634" y="19577"/>
                  </a:lnTo>
                  <a:lnTo>
                    <a:pt x="6159" y="18907"/>
                  </a:lnTo>
                  <a:lnTo>
                    <a:pt x="5705" y="18216"/>
                  </a:lnTo>
                  <a:lnTo>
                    <a:pt x="5273" y="17503"/>
                  </a:lnTo>
                  <a:lnTo>
                    <a:pt x="4862" y="16790"/>
                  </a:lnTo>
                  <a:lnTo>
                    <a:pt x="4495" y="16034"/>
                  </a:lnTo>
                  <a:lnTo>
                    <a:pt x="4149" y="15277"/>
                  </a:lnTo>
                  <a:lnTo>
                    <a:pt x="3847" y="14499"/>
                  </a:lnTo>
                  <a:lnTo>
                    <a:pt x="3566" y="13722"/>
                  </a:lnTo>
                  <a:lnTo>
                    <a:pt x="3307" y="12922"/>
                  </a:lnTo>
                  <a:lnTo>
                    <a:pt x="3091" y="12101"/>
                  </a:lnTo>
                  <a:lnTo>
                    <a:pt x="2896" y="11280"/>
                  </a:lnTo>
                  <a:lnTo>
                    <a:pt x="2745" y="10459"/>
                  </a:lnTo>
                  <a:lnTo>
                    <a:pt x="2615" y="9616"/>
                  </a:lnTo>
                  <a:lnTo>
                    <a:pt x="2529" y="8752"/>
                  </a:lnTo>
                  <a:lnTo>
                    <a:pt x="2464" y="7888"/>
                  </a:lnTo>
                  <a:lnTo>
                    <a:pt x="2464" y="7023"/>
                  </a:lnTo>
                  <a:lnTo>
                    <a:pt x="2464" y="7023"/>
                  </a:lnTo>
                  <a:lnTo>
                    <a:pt x="2464" y="6267"/>
                  </a:lnTo>
                  <a:lnTo>
                    <a:pt x="2507" y="5489"/>
                  </a:lnTo>
                  <a:lnTo>
                    <a:pt x="2572" y="4754"/>
                  </a:lnTo>
                  <a:lnTo>
                    <a:pt x="2680" y="3998"/>
                  </a:lnTo>
                  <a:lnTo>
                    <a:pt x="2680" y="3998"/>
                  </a:lnTo>
                  <a:lnTo>
                    <a:pt x="2010" y="3782"/>
                  </a:lnTo>
                  <a:lnTo>
                    <a:pt x="1362" y="3588"/>
                  </a:lnTo>
                  <a:lnTo>
                    <a:pt x="671" y="3415"/>
                  </a:lnTo>
                  <a:lnTo>
                    <a:pt x="1" y="3264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3" name="Google Shape;6783;p31"/>
            <p:cNvSpPr/>
            <p:nvPr/>
          </p:nvSpPr>
          <p:spPr>
            <a:xfrm>
              <a:off x="14063425" y="3521550"/>
              <a:ext cx="371125" cy="648800"/>
            </a:xfrm>
            <a:custGeom>
              <a:avLst/>
              <a:gdLst/>
              <a:ahLst/>
              <a:cxnLst/>
              <a:rect l="l" t="t" r="r" b="b"/>
              <a:pathLst>
                <a:path w="14845" h="25952" extrusionOk="0">
                  <a:moveTo>
                    <a:pt x="691" y="1"/>
                  </a:moveTo>
                  <a:lnTo>
                    <a:pt x="475" y="779"/>
                  </a:lnTo>
                  <a:lnTo>
                    <a:pt x="281" y="1535"/>
                  </a:lnTo>
                  <a:lnTo>
                    <a:pt x="130" y="2334"/>
                  </a:lnTo>
                  <a:lnTo>
                    <a:pt x="0" y="3112"/>
                  </a:lnTo>
                  <a:lnTo>
                    <a:pt x="778" y="3415"/>
                  </a:lnTo>
                  <a:lnTo>
                    <a:pt x="1556" y="3717"/>
                  </a:lnTo>
                  <a:lnTo>
                    <a:pt x="2312" y="4085"/>
                  </a:lnTo>
                  <a:lnTo>
                    <a:pt x="3047" y="4452"/>
                  </a:lnTo>
                  <a:lnTo>
                    <a:pt x="3781" y="4862"/>
                  </a:lnTo>
                  <a:lnTo>
                    <a:pt x="4494" y="5295"/>
                  </a:lnTo>
                  <a:lnTo>
                    <a:pt x="5186" y="5748"/>
                  </a:lnTo>
                  <a:lnTo>
                    <a:pt x="5856" y="6245"/>
                  </a:lnTo>
                  <a:lnTo>
                    <a:pt x="6525" y="6742"/>
                  </a:lnTo>
                  <a:lnTo>
                    <a:pt x="7152" y="7282"/>
                  </a:lnTo>
                  <a:lnTo>
                    <a:pt x="7779" y="7823"/>
                  </a:lnTo>
                  <a:lnTo>
                    <a:pt x="8362" y="8406"/>
                  </a:lnTo>
                  <a:lnTo>
                    <a:pt x="8946" y="9011"/>
                  </a:lnTo>
                  <a:lnTo>
                    <a:pt x="9486" y="9638"/>
                  </a:lnTo>
                  <a:lnTo>
                    <a:pt x="10004" y="10264"/>
                  </a:lnTo>
                  <a:lnTo>
                    <a:pt x="10523" y="10934"/>
                  </a:lnTo>
                  <a:lnTo>
                    <a:pt x="10998" y="11604"/>
                  </a:lnTo>
                  <a:lnTo>
                    <a:pt x="11452" y="12317"/>
                  </a:lnTo>
                  <a:lnTo>
                    <a:pt x="11863" y="13030"/>
                  </a:lnTo>
                  <a:lnTo>
                    <a:pt x="12273" y="13765"/>
                  </a:lnTo>
                  <a:lnTo>
                    <a:pt x="12640" y="14499"/>
                  </a:lnTo>
                  <a:lnTo>
                    <a:pt x="12986" y="15277"/>
                  </a:lnTo>
                  <a:lnTo>
                    <a:pt x="13289" y="16055"/>
                  </a:lnTo>
                  <a:lnTo>
                    <a:pt x="13570" y="16833"/>
                  </a:lnTo>
                  <a:lnTo>
                    <a:pt x="13829" y="17632"/>
                  </a:lnTo>
                  <a:lnTo>
                    <a:pt x="14045" y="18454"/>
                  </a:lnTo>
                  <a:lnTo>
                    <a:pt x="14239" y="19275"/>
                  </a:lnTo>
                  <a:lnTo>
                    <a:pt x="14391" y="20117"/>
                  </a:lnTo>
                  <a:lnTo>
                    <a:pt x="14520" y="20982"/>
                  </a:lnTo>
                  <a:lnTo>
                    <a:pt x="14607" y="21824"/>
                  </a:lnTo>
                  <a:lnTo>
                    <a:pt x="14672" y="22689"/>
                  </a:lnTo>
                  <a:lnTo>
                    <a:pt x="14672" y="23575"/>
                  </a:lnTo>
                  <a:lnTo>
                    <a:pt x="14672" y="24180"/>
                  </a:lnTo>
                  <a:lnTo>
                    <a:pt x="14650" y="24763"/>
                  </a:lnTo>
                  <a:lnTo>
                    <a:pt x="14607" y="25368"/>
                  </a:lnTo>
                  <a:lnTo>
                    <a:pt x="14542" y="25951"/>
                  </a:lnTo>
                  <a:lnTo>
                    <a:pt x="14650" y="25087"/>
                  </a:lnTo>
                  <a:lnTo>
                    <a:pt x="14758" y="23942"/>
                  </a:lnTo>
                  <a:lnTo>
                    <a:pt x="14801" y="23272"/>
                  </a:lnTo>
                  <a:lnTo>
                    <a:pt x="14844" y="22559"/>
                  </a:lnTo>
                  <a:lnTo>
                    <a:pt x="14844" y="21803"/>
                  </a:lnTo>
                  <a:lnTo>
                    <a:pt x="14844" y="21003"/>
                  </a:lnTo>
                  <a:lnTo>
                    <a:pt x="14823" y="20161"/>
                  </a:lnTo>
                  <a:lnTo>
                    <a:pt x="14780" y="19275"/>
                  </a:lnTo>
                  <a:lnTo>
                    <a:pt x="14715" y="18367"/>
                  </a:lnTo>
                  <a:lnTo>
                    <a:pt x="14607" y="17438"/>
                  </a:lnTo>
                  <a:lnTo>
                    <a:pt x="14455" y="16487"/>
                  </a:lnTo>
                  <a:lnTo>
                    <a:pt x="14283" y="15515"/>
                  </a:lnTo>
                  <a:lnTo>
                    <a:pt x="14045" y="14521"/>
                  </a:lnTo>
                  <a:lnTo>
                    <a:pt x="13786" y="13527"/>
                  </a:lnTo>
                  <a:lnTo>
                    <a:pt x="13461" y="12511"/>
                  </a:lnTo>
                  <a:lnTo>
                    <a:pt x="13116" y="11518"/>
                  </a:lnTo>
                  <a:lnTo>
                    <a:pt x="12900" y="11021"/>
                  </a:lnTo>
                  <a:lnTo>
                    <a:pt x="12684" y="10524"/>
                  </a:lnTo>
                  <a:lnTo>
                    <a:pt x="12446" y="10027"/>
                  </a:lnTo>
                  <a:lnTo>
                    <a:pt x="12208" y="9530"/>
                  </a:lnTo>
                  <a:lnTo>
                    <a:pt x="11949" y="9054"/>
                  </a:lnTo>
                  <a:lnTo>
                    <a:pt x="11668" y="8557"/>
                  </a:lnTo>
                  <a:lnTo>
                    <a:pt x="11366" y="8082"/>
                  </a:lnTo>
                  <a:lnTo>
                    <a:pt x="11063" y="7607"/>
                  </a:lnTo>
                  <a:lnTo>
                    <a:pt x="10739" y="7131"/>
                  </a:lnTo>
                  <a:lnTo>
                    <a:pt x="10393" y="6677"/>
                  </a:lnTo>
                  <a:lnTo>
                    <a:pt x="10026" y="6224"/>
                  </a:lnTo>
                  <a:lnTo>
                    <a:pt x="9637" y="5770"/>
                  </a:lnTo>
                  <a:lnTo>
                    <a:pt x="9226" y="5316"/>
                  </a:lnTo>
                  <a:lnTo>
                    <a:pt x="8816" y="4884"/>
                  </a:lnTo>
                  <a:lnTo>
                    <a:pt x="8384" y="4473"/>
                  </a:lnTo>
                  <a:lnTo>
                    <a:pt x="7908" y="4063"/>
                  </a:lnTo>
                  <a:lnTo>
                    <a:pt x="7433" y="3652"/>
                  </a:lnTo>
                  <a:lnTo>
                    <a:pt x="6936" y="3242"/>
                  </a:lnTo>
                  <a:lnTo>
                    <a:pt x="6417" y="2875"/>
                  </a:lnTo>
                  <a:lnTo>
                    <a:pt x="5877" y="2507"/>
                  </a:lnTo>
                  <a:lnTo>
                    <a:pt x="5315" y="2140"/>
                  </a:lnTo>
                  <a:lnTo>
                    <a:pt x="4710" y="1794"/>
                  </a:lnTo>
                  <a:lnTo>
                    <a:pt x="4105" y="1448"/>
                  </a:lnTo>
                  <a:lnTo>
                    <a:pt x="3479" y="1146"/>
                  </a:lnTo>
                  <a:lnTo>
                    <a:pt x="2809" y="822"/>
                  </a:lnTo>
                  <a:lnTo>
                    <a:pt x="2139" y="541"/>
                  </a:lnTo>
                  <a:lnTo>
                    <a:pt x="1426" y="260"/>
                  </a:lnTo>
                  <a:lnTo>
                    <a:pt x="69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4" name="Google Shape;6784;p31"/>
            <p:cNvSpPr/>
            <p:nvPr/>
          </p:nvSpPr>
          <p:spPr>
            <a:xfrm>
              <a:off x="14063425" y="3521550"/>
              <a:ext cx="371125" cy="648800"/>
            </a:xfrm>
            <a:custGeom>
              <a:avLst/>
              <a:gdLst/>
              <a:ahLst/>
              <a:cxnLst/>
              <a:rect l="l" t="t" r="r" b="b"/>
              <a:pathLst>
                <a:path w="14845" h="25952" fill="none" extrusionOk="0">
                  <a:moveTo>
                    <a:pt x="691" y="1"/>
                  </a:moveTo>
                  <a:lnTo>
                    <a:pt x="691" y="1"/>
                  </a:lnTo>
                  <a:lnTo>
                    <a:pt x="475" y="779"/>
                  </a:lnTo>
                  <a:lnTo>
                    <a:pt x="281" y="1535"/>
                  </a:lnTo>
                  <a:lnTo>
                    <a:pt x="130" y="2334"/>
                  </a:lnTo>
                  <a:lnTo>
                    <a:pt x="0" y="3112"/>
                  </a:lnTo>
                  <a:lnTo>
                    <a:pt x="0" y="3112"/>
                  </a:lnTo>
                  <a:lnTo>
                    <a:pt x="778" y="3415"/>
                  </a:lnTo>
                  <a:lnTo>
                    <a:pt x="1556" y="3717"/>
                  </a:lnTo>
                  <a:lnTo>
                    <a:pt x="2312" y="4085"/>
                  </a:lnTo>
                  <a:lnTo>
                    <a:pt x="3047" y="4452"/>
                  </a:lnTo>
                  <a:lnTo>
                    <a:pt x="3781" y="4862"/>
                  </a:lnTo>
                  <a:lnTo>
                    <a:pt x="4494" y="5295"/>
                  </a:lnTo>
                  <a:lnTo>
                    <a:pt x="5186" y="5748"/>
                  </a:lnTo>
                  <a:lnTo>
                    <a:pt x="5856" y="6245"/>
                  </a:lnTo>
                  <a:lnTo>
                    <a:pt x="6525" y="6742"/>
                  </a:lnTo>
                  <a:lnTo>
                    <a:pt x="7152" y="7282"/>
                  </a:lnTo>
                  <a:lnTo>
                    <a:pt x="7779" y="7823"/>
                  </a:lnTo>
                  <a:lnTo>
                    <a:pt x="8362" y="8406"/>
                  </a:lnTo>
                  <a:lnTo>
                    <a:pt x="8946" y="9011"/>
                  </a:lnTo>
                  <a:lnTo>
                    <a:pt x="9486" y="9638"/>
                  </a:lnTo>
                  <a:lnTo>
                    <a:pt x="10004" y="10264"/>
                  </a:lnTo>
                  <a:lnTo>
                    <a:pt x="10523" y="10934"/>
                  </a:lnTo>
                  <a:lnTo>
                    <a:pt x="10998" y="11604"/>
                  </a:lnTo>
                  <a:lnTo>
                    <a:pt x="11452" y="12317"/>
                  </a:lnTo>
                  <a:lnTo>
                    <a:pt x="11863" y="13030"/>
                  </a:lnTo>
                  <a:lnTo>
                    <a:pt x="12273" y="13765"/>
                  </a:lnTo>
                  <a:lnTo>
                    <a:pt x="12640" y="14499"/>
                  </a:lnTo>
                  <a:lnTo>
                    <a:pt x="12986" y="15277"/>
                  </a:lnTo>
                  <a:lnTo>
                    <a:pt x="13289" y="16055"/>
                  </a:lnTo>
                  <a:lnTo>
                    <a:pt x="13570" y="16833"/>
                  </a:lnTo>
                  <a:lnTo>
                    <a:pt x="13829" y="17632"/>
                  </a:lnTo>
                  <a:lnTo>
                    <a:pt x="14045" y="18454"/>
                  </a:lnTo>
                  <a:lnTo>
                    <a:pt x="14239" y="19275"/>
                  </a:lnTo>
                  <a:lnTo>
                    <a:pt x="14391" y="20117"/>
                  </a:lnTo>
                  <a:lnTo>
                    <a:pt x="14520" y="20982"/>
                  </a:lnTo>
                  <a:lnTo>
                    <a:pt x="14607" y="21824"/>
                  </a:lnTo>
                  <a:lnTo>
                    <a:pt x="14672" y="22689"/>
                  </a:lnTo>
                  <a:lnTo>
                    <a:pt x="14672" y="23575"/>
                  </a:lnTo>
                  <a:lnTo>
                    <a:pt x="14672" y="23575"/>
                  </a:lnTo>
                  <a:lnTo>
                    <a:pt x="14672" y="24180"/>
                  </a:lnTo>
                  <a:lnTo>
                    <a:pt x="14650" y="24763"/>
                  </a:lnTo>
                  <a:lnTo>
                    <a:pt x="14607" y="25368"/>
                  </a:lnTo>
                  <a:lnTo>
                    <a:pt x="14542" y="25951"/>
                  </a:lnTo>
                  <a:lnTo>
                    <a:pt x="14542" y="25951"/>
                  </a:lnTo>
                  <a:lnTo>
                    <a:pt x="14650" y="25087"/>
                  </a:lnTo>
                  <a:lnTo>
                    <a:pt x="14758" y="23942"/>
                  </a:lnTo>
                  <a:lnTo>
                    <a:pt x="14801" y="23272"/>
                  </a:lnTo>
                  <a:lnTo>
                    <a:pt x="14844" y="22559"/>
                  </a:lnTo>
                  <a:lnTo>
                    <a:pt x="14844" y="21803"/>
                  </a:lnTo>
                  <a:lnTo>
                    <a:pt x="14844" y="21003"/>
                  </a:lnTo>
                  <a:lnTo>
                    <a:pt x="14823" y="20161"/>
                  </a:lnTo>
                  <a:lnTo>
                    <a:pt x="14780" y="19275"/>
                  </a:lnTo>
                  <a:lnTo>
                    <a:pt x="14715" y="18367"/>
                  </a:lnTo>
                  <a:lnTo>
                    <a:pt x="14607" y="17438"/>
                  </a:lnTo>
                  <a:lnTo>
                    <a:pt x="14455" y="16487"/>
                  </a:lnTo>
                  <a:lnTo>
                    <a:pt x="14283" y="15515"/>
                  </a:lnTo>
                  <a:lnTo>
                    <a:pt x="14045" y="14521"/>
                  </a:lnTo>
                  <a:lnTo>
                    <a:pt x="13786" y="13527"/>
                  </a:lnTo>
                  <a:lnTo>
                    <a:pt x="13461" y="12511"/>
                  </a:lnTo>
                  <a:lnTo>
                    <a:pt x="13116" y="11518"/>
                  </a:lnTo>
                  <a:lnTo>
                    <a:pt x="12900" y="11021"/>
                  </a:lnTo>
                  <a:lnTo>
                    <a:pt x="12684" y="10524"/>
                  </a:lnTo>
                  <a:lnTo>
                    <a:pt x="12446" y="10027"/>
                  </a:lnTo>
                  <a:lnTo>
                    <a:pt x="12208" y="9530"/>
                  </a:lnTo>
                  <a:lnTo>
                    <a:pt x="11949" y="9054"/>
                  </a:lnTo>
                  <a:lnTo>
                    <a:pt x="11668" y="8557"/>
                  </a:lnTo>
                  <a:lnTo>
                    <a:pt x="11366" y="8082"/>
                  </a:lnTo>
                  <a:lnTo>
                    <a:pt x="11063" y="7607"/>
                  </a:lnTo>
                  <a:lnTo>
                    <a:pt x="10739" y="7131"/>
                  </a:lnTo>
                  <a:lnTo>
                    <a:pt x="10393" y="6677"/>
                  </a:lnTo>
                  <a:lnTo>
                    <a:pt x="10026" y="6224"/>
                  </a:lnTo>
                  <a:lnTo>
                    <a:pt x="9637" y="5770"/>
                  </a:lnTo>
                  <a:lnTo>
                    <a:pt x="9226" y="5316"/>
                  </a:lnTo>
                  <a:lnTo>
                    <a:pt x="8816" y="4884"/>
                  </a:lnTo>
                  <a:lnTo>
                    <a:pt x="8384" y="4473"/>
                  </a:lnTo>
                  <a:lnTo>
                    <a:pt x="7908" y="4063"/>
                  </a:lnTo>
                  <a:lnTo>
                    <a:pt x="7433" y="3652"/>
                  </a:lnTo>
                  <a:lnTo>
                    <a:pt x="6936" y="3242"/>
                  </a:lnTo>
                  <a:lnTo>
                    <a:pt x="6417" y="2875"/>
                  </a:lnTo>
                  <a:lnTo>
                    <a:pt x="5877" y="2507"/>
                  </a:lnTo>
                  <a:lnTo>
                    <a:pt x="5315" y="2140"/>
                  </a:lnTo>
                  <a:lnTo>
                    <a:pt x="4710" y="1794"/>
                  </a:lnTo>
                  <a:lnTo>
                    <a:pt x="4105" y="1448"/>
                  </a:lnTo>
                  <a:lnTo>
                    <a:pt x="3479" y="1146"/>
                  </a:lnTo>
                  <a:lnTo>
                    <a:pt x="2809" y="822"/>
                  </a:lnTo>
                  <a:lnTo>
                    <a:pt x="2139" y="541"/>
                  </a:lnTo>
                  <a:lnTo>
                    <a:pt x="1426" y="260"/>
                  </a:lnTo>
                  <a:lnTo>
                    <a:pt x="69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5" name="Google Shape;6785;p31"/>
            <p:cNvSpPr/>
            <p:nvPr/>
          </p:nvSpPr>
          <p:spPr>
            <a:xfrm>
              <a:off x="13996425" y="3499400"/>
              <a:ext cx="84300" cy="99975"/>
            </a:xfrm>
            <a:custGeom>
              <a:avLst/>
              <a:gdLst/>
              <a:ahLst/>
              <a:cxnLst/>
              <a:rect l="l" t="t" r="r" b="b"/>
              <a:pathLst>
                <a:path w="3372" h="3999" extrusionOk="0">
                  <a:moveTo>
                    <a:pt x="1" y="1"/>
                  </a:moveTo>
                  <a:lnTo>
                    <a:pt x="1" y="3264"/>
                  </a:lnTo>
                  <a:lnTo>
                    <a:pt x="671" y="3415"/>
                  </a:lnTo>
                  <a:lnTo>
                    <a:pt x="1362" y="3588"/>
                  </a:lnTo>
                  <a:lnTo>
                    <a:pt x="2010" y="3782"/>
                  </a:lnTo>
                  <a:lnTo>
                    <a:pt x="2680" y="3998"/>
                  </a:lnTo>
                  <a:lnTo>
                    <a:pt x="2810" y="3220"/>
                  </a:lnTo>
                  <a:lnTo>
                    <a:pt x="2961" y="2421"/>
                  </a:lnTo>
                  <a:lnTo>
                    <a:pt x="3155" y="1665"/>
                  </a:lnTo>
                  <a:lnTo>
                    <a:pt x="3371" y="887"/>
                  </a:lnTo>
                  <a:lnTo>
                    <a:pt x="2572" y="649"/>
                  </a:lnTo>
                  <a:lnTo>
                    <a:pt x="1751" y="411"/>
                  </a:lnTo>
                  <a:lnTo>
                    <a:pt x="887" y="19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6" name="Google Shape;6786;p31"/>
            <p:cNvSpPr/>
            <p:nvPr/>
          </p:nvSpPr>
          <p:spPr>
            <a:xfrm>
              <a:off x="13996425" y="3499400"/>
              <a:ext cx="84300" cy="99975"/>
            </a:xfrm>
            <a:custGeom>
              <a:avLst/>
              <a:gdLst/>
              <a:ahLst/>
              <a:cxnLst/>
              <a:rect l="l" t="t" r="r" b="b"/>
              <a:pathLst>
                <a:path w="3372" h="3999" fill="none" extrusionOk="0">
                  <a:moveTo>
                    <a:pt x="1" y="1"/>
                  </a:moveTo>
                  <a:lnTo>
                    <a:pt x="1" y="3264"/>
                  </a:lnTo>
                  <a:lnTo>
                    <a:pt x="1" y="3264"/>
                  </a:lnTo>
                  <a:lnTo>
                    <a:pt x="671" y="3415"/>
                  </a:lnTo>
                  <a:lnTo>
                    <a:pt x="1362" y="3588"/>
                  </a:lnTo>
                  <a:lnTo>
                    <a:pt x="2010" y="3782"/>
                  </a:lnTo>
                  <a:lnTo>
                    <a:pt x="2680" y="3998"/>
                  </a:lnTo>
                  <a:lnTo>
                    <a:pt x="2680" y="3998"/>
                  </a:lnTo>
                  <a:lnTo>
                    <a:pt x="2810" y="3220"/>
                  </a:lnTo>
                  <a:lnTo>
                    <a:pt x="2961" y="2421"/>
                  </a:lnTo>
                  <a:lnTo>
                    <a:pt x="3155" y="1665"/>
                  </a:lnTo>
                  <a:lnTo>
                    <a:pt x="3371" y="887"/>
                  </a:lnTo>
                  <a:lnTo>
                    <a:pt x="3371" y="887"/>
                  </a:lnTo>
                  <a:lnTo>
                    <a:pt x="2572" y="649"/>
                  </a:lnTo>
                  <a:lnTo>
                    <a:pt x="1751" y="411"/>
                  </a:lnTo>
                  <a:lnTo>
                    <a:pt x="887" y="195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7" name="Google Shape;6787;p31"/>
            <p:cNvSpPr/>
            <p:nvPr/>
          </p:nvSpPr>
          <p:spPr>
            <a:xfrm>
              <a:off x="13972125" y="4297800"/>
              <a:ext cx="240400" cy="66475"/>
            </a:xfrm>
            <a:custGeom>
              <a:avLst/>
              <a:gdLst/>
              <a:ahLst/>
              <a:cxnLst/>
              <a:rect l="l" t="t" r="r" b="b"/>
              <a:pathLst>
                <a:path w="9616" h="2659" extrusionOk="0">
                  <a:moveTo>
                    <a:pt x="1254" y="1"/>
                  </a:moveTo>
                  <a:lnTo>
                    <a:pt x="994" y="22"/>
                  </a:lnTo>
                  <a:lnTo>
                    <a:pt x="757" y="87"/>
                  </a:lnTo>
                  <a:lnTo>
                    <a:pt x="541" y="217"/>
                  </a:lnTo>
                  <a:lnTo>
                    <a:pt x="368" y="368"/>
                  </a:lnTo>
                  <a:lnTo>
                    <a:pt x="216" y="541"/>
                  </a:lnTo>
                  <a:lnTo>
                    <a:pt x="108" y="757"/>
                  </a:lnTo>
                  <a:lnTo>
                    <a:pt x="22" y="995"/>
                  </a:lnTo>
                  <a:lnTo>
                    <a:pt x="0" y="1232"/>
                  </a:lnTo>
                  <a:lnTo>
                    <a:pt x="0" y="1427"/>
                  </a:lnTo>
                  <a:lnTo>
                    <a:pt x="22" y="1665"/>
                  </a:lnTo>
                  <a:lnTo>
                    <a:pt x="108" y="1902"/>
                  </a:lnTo>
                  <a:lnTo>
                    <a:pt x="216" y="2118"/>
                  </a:lnTo>
                  <a:lnTo>
                    <a:pt x="368" y="2291"/>
                  </a:lnTo>
                  <a:lnTo>
                    <a:pt x="541" y="2442"/>
                  </a:lnTo>
                  <a:lnTo>
                    <a:pt x="757" y="2572"/>
                  </a:lnTo>
                  <a:lnTo>
                    <a:pt x="994" y="2637"/>
                  </a:lnTo>
                  <a:lnTo>
                    <a:pt x="1254" y="2658"/>
                  </a:lnTo>
                  <a:lnTo>
                    <a:pt x="8362" y="2658"/>
                  </a:lnTo>
                  <a:lnTo>
                    <a:pt x="8622" y="2637"/>
                  </a:lnTo>
                  <a:lnTo>
                    <a:pt x="8838" y="2572"/>
                  </a:lnTo>
                  <a:lnTo>
                    <a:pt x="9054" y="2442"/>
                  </a:lnTo>
                  <a:lnTo>
                    <a:pt x="9248" y="2291"/>
                  </a:lnTo>
                  <a:lnTo>
                    <a:pt x="9400" y="2118"/>
                  </a:lnTo>
                  <a:lnTo>
                    <a:pt x="9508" y="1902"/>
                  </a:lnTo>
                  <a:lnTo>
                    <a:pt x="9572" y="1665"/>
                  </a:lnTo>
                  <a:lnTo>
                    <a:pt x="9616" y="1427"/>
                  </a:lnTo>
                  <a:lnTo>
                    <a:pt x="9616" y="1232"/>
                  </a:lnTo>
                  <a:lnTo>
                    <a:pt x="9572" y="995"/>
                  </a:lnTo>
                  <a:lnTo>
                    <a:pt x="9508" y="757"/>
                  </a:lnTo>
                  <a:lnTo>
                    <a:pt x="9400" y="541"/>
                  </a:lnTo>
                  <a:lnTo>
                    <a:pt x="9248" y="368"/>
                  </a:lnTo>
                  <a:lnTo>
                    <a:pt x="9054" y="217"/>
                  </a:lnTo>
                  <a:lnTo>
                    <a:pt x="8838" y="87"/>
                  </a:lnTo>
                  <a:lnTo>
                    <a:pt x="8622" y="22"/>
                  </a:lnTo>
                  <a:lnTo>
                    <a:pt x="836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8" name="Google Shape;6788;p31"/>
            <p:cNvSpPr/>
            <p:nvPr/>
          </p:nvSpPr>
          <p:spPr>
            <a:xfrm>
              <a:off x="13972125" y="4297800"/>
              <a:ext cx="240400" cy="66475"/>
            </a:xfrm>
            <a:custGeom>
              <a:avLst/>
              <a:gdLst/>
              <a:ahLst/>
              <a:cxnLst/>
              <a:rect l="l" t="t" r="r" b="b"/>
              <a:pathLst>
                <a:path w="9616" h="2659" fill="none" extrusionOk="0">
                  <a:moveTo>
                    <a:pt x="8362" y="1"/>
                  </a:moveTo>
                  <a:lnTo>
                    <a:pt x="1254" y="1"/>
                  </a:lnTo>
                  <a:lnTo>
                    <a:pt x="1254" y="1"/>
                  </a:lnTo>
                  <a:lnTo>
                    <a:pt x="994" y="22"/>
                  </a:lnTo>
                  <a:lnTo>
                    <a:pt x="757" y="87"/>
                  </a:lnTo>
                  <a:lnTo>
                    <a:pt x="541" y="217"/>
                  </a:lnTo>
                  <a:lnTo>
                    <a:pt x="368" y="368"/>
                  </a:lnTo>
                  <a:lnTo>
                    <a:pt x="216" y="541"/>
                  </a:lnTo>
                  <a:lnTo>
                    <a:pt x="108" y="757"/>
                  </a:lnTo>
                  <a:lnTo>
                    <a:pt x="22" y="995"/>
                  </a:lnTo>
                  <a:lnTo>
                    <a:pt x="0" y="1232"/>
                  </a:lnTo>
                  <a:lnTo>
                    <a:pt x="0" y="1427"/>
                  </a:lnTo>
                  <a:lnTo>
                    <a:pt x="0" y="1427"/>
                  </a:lnTo>
                  <a:lnTo>
                    <a:pt x="22" y="1665"/>
                  </a:lnTo>
                  <a:lnTo>
                    <a:pt x="108" y="1902"/>
                  </a:lnTo>
                  <a:lnTo>
                    <a:pt x="216" y="2118"/>
                  </a:lnTo>
                  <a:lnTo>
                    <a:pt x="368" y="2291"/>
                  </a:lnTo>
                  <a:lnTo>
                    <a:pt x="541" y="2442"/>
                  </a:lnTo>
                  <a:lnTo>
                    <a:pt x="757" y="2572"/>
                  </a:lnTo>
                  <a:lnTo>
                    <a:pt x="994" y="2637"/>
                  </a:lnTo>
                  <a:lnTo>
                    <a:pt x="1254" y="2658"/>
                  </a:lnTo>
                  <a:lnTo>
                    <a:pt x="8362" y="2658"/>
                  </a:lnTo>
                  <a:lnTo>
                    <a:pt x="8362" y="2658"/>
                  </a:lnTo>
                  <a:lnTo>
                    <a:pt x="8622" y="2637"/>
                  </a:lnTo>
                  <a:lnTo>
                    <a:pt x="8838" y="2572"/>
                  </a:lnTo>
                  <a:lnTo>
                    <a:pt x="9054" y="2442"/>
                  </a:lnTo>
                  <a:lnTo>
                    <a:pt x="9248" y="2291"/>
                  </a:lnTo>
                  <a:lnTo>
                    <a:pt x="9400" y="2118"/>
                  </a:lnTo>
                  <a:lnTo>
                    <a:pt x="9508" y="1902"/>
                  </a:lnTo>
                  <a:lnTo>
                    <a:pt x="9572" y="1665"/>
                  </a:lnTo>
                  <a:lnTo>
                    <a:pt x="9616" y="1427"/>
                  </a:lnTo>
                  <a:lnTo>
                    <a:pt x="9616" y="1232"/>
                  </a:lnTo>
                  <a:lnTo>
                    <a:pt x="9616" y="1232"/>
                  </a:lnTo>
                  <a:lnTo>
                    <a:pt x="9572" y="995"/>
                  </a:lnTo>
                  <a:lnTo>
                    <a:pt x="9508" y="757"/>
                  </a:lnTo>
                  <a:lnTo>
                    <a:pt x="9400" y="541"/>
                  </a:lnTo>
                  <a:lnTo>
                    <a:pt x="9248" y="368"/>
                  </a:lnTo>
                  <a:lnTo>
                    <a:pt x="9054" y="217"/>
                  </a:lnTo>
                  <a:lnTo>
                    <a:pt x="8838" y="87"/>
                  </a:lnTo>
                  <a:lnTo>
                    <a:pt x="8622" y="22"/>
                  </a:lnTo>
                  <a:lnTo>
                    <a:pt x="836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9" name="Google Shape;6789;p31"/>
            <p:cNvSpPr/>
            <p:nvPr/>
          </p:nvSpPr>
          <p:spPr>
            <a:xfrm>
              <a:off x="13488650" y="3127225"/>
              <a:ext cx="129675" cy="129675"/>
            </a:xfrm>
            <a:custGeom>
              <a:avLst/>
              <a:gdLst/>
              <a:ahLst/>
              <a:cxnLst/>
              <a:rect l="l" t="t" r="r" b="b"/>
              <a:pathLst>
                <a:path w="5187" h="5187" extrusionOk="0">
                  <a:moveTo>
                    <a:pt x="2313" y="0"/>
                  </a:moveTo>
                  <a:lnTo>
                    <a:pt x="2053" y="43"/>
                  </a:lnTo>
                  <a:lnTo>
                    <a:pt x="1816" y="108"/>
                  </a:lnTo>
                  <a:lnTo>
                    <a:pt x="1578" y="195"/>
                  </a:lnTo>
                  <a:lnTo>
                    <a:pt x="1340" y="303"/>
                  </a:lnTo>
                  <a:lnTo>
                    <a:pt x="1146" y="432"/>
                  </a:lnTo>
                  <a:lnTo>
                    <a:pt x="930" y="584"/>
                  </a:lnTo>
                  <a:lnTo>
                    <a:pt x="757" y="756"/>
                  </a:lnTo>
                  <a:lnTo>
                    <a:pt x="584" y="929"/>
                  </a:lnTo>
                  <a:lnTo>
                    <a:pt x="433" y="1145"/>
                  </a:lnTo>
                  <a:lnTo>
                    <a:pt x="303" y="1361"/>
                  </a:lnTo>
                  <a:lnTo>
                    <a:pt x="195" y="1578"/>
                  </a:lnTo>
                  <a:lnTo>
                    <a:pt x="109" y="1815"/>
                  </a:lnTo>
                  <a:lnTo>
                    <a:pt x="44" y="2075"/>
                  </a:lnTo>
                  <a:lnTo>
                    <a:pt x="1" y="2334"/>
                  </a:lnTo>
                  <a:lnTo>
                    <a:pt x="1" y="2593"/>
                  </a:lnTo>
                  <a:lnTo>
                    <a:pt x="1" y="2852"/>
                  </a:lnTo>
                  <a:lnTo>
                    <a:pt x="44" y="3112"/>
                  </a:lnTo>
                  <a:lnTo>
                    <a:pt x="109" y="3371"/>
                  </a:lnTo>
                  <a:lnTo>
                    <a:pt x="195" y="3609"/>
                  </a:lnTo>
                  <a:lnTo>
                    <a:pt x="303" y="3825"/>
                  </a:lnTo>
                  <a:lnTo>
                    <a:pt x="433" y="4041"/>
                  </a:lnTo>
                  <a:lnTo>
                    <a:pt x="584" y="4235"/>
                  </a:lnTo>
                  <a:lnTo>
                    <a:pt x="757" y="4430"/>
                  </a:lnTo>
                  <a:lnTo>
                    <a:pt x="930" y="4581"/>
                  </a:lnTo>
                  <a:lnTo>
                    <a:pt x="1146" y="4732"/>
                  </a:lnTo>
                  <a:lnTo>
                    <a:pt x="1340" y="4862"/>
                  </a:lnTo>
                  <a:lnTo>
                    <a:pt x="1578" y="4970"/>
                  </a:lnTo>
                  <a:lnTo>
                    <a:pt x="1816" y="5056"/>
                  </a:lnTo>
                  <a:lnTo>
                    <a:pt x="2053" y="5121"/>
                  </a:lnTo>
                  <a:lnTo>
                    <a:pt x="2313" y="5164"/>
                  </a:lnTo>
                  <a:lnTo>
                    <a:pt x="2594" y="5186"/>
                  </a:lnTo>
                  <a:lnTo>
                    <a:pt x="2853" y="5164"/>
                  </a:lnTo>
                  <a:lnTo>
                    <a:pt x="3112" y="5121"/>
                  </a:lnTo>
                  <a:lnTo>
                    <a:pt x="3350" y="5056"/>
                  </a:lnTo>
                  <a:lnTo>
                    <a:pt x="3587" y="4970"/>
                  </a:lnTo>
                  <a:lnTo>
                    <a:pt x="3825" y="4862"/>
                  </a:lnTo>
                  <a:lnTo>
                    <a:pt x="4041" y="4732"/>
                  </a:lnTo>
                  <a:lnTo>
                    <a:pt x="4236" y="4581"/>
                  </a:lnTo>
                  <a:lnTo>
                    <a:pt x="4430" y="4430"/>
                  </a:lnTo>
                  <a:lnTo>
                    <a:pt x="4581" y="4235"/>
                  </a:lnTo>
                  <a:lnTo>
                    <a:pt x="4733" y="4041"/>
                  </a:lnTo>
                  <a:lnTo>
                    <a:pt x="4862" y="3825"/>
                  </a:lnTo>
                  <a:lnTo>
                    <a:pt x="4970" y="3609"/>
                  </a:lnTo>
                  <a:lnTo>
                    <a:pt x="5057" y="3371"/>
                  </a:lnTo>
                  <a:lnTo>
                    <a:pt x="5122" y="3112"/>
                  </a:lnTo>
                  <a:lnTo>
                    <a:pt x="5165" y="2852"/>
                  </a:lnTo>
                  <a:lnTo>
                    <a:pt x="5186" y="2593"/>
                  </a:lnTo>
                  <a:lnTo>
                    <a:pt x="5165" y="2334"/>
                  </a:lnTo>
                  <a:lnTo>
                    <a:pt x="5122" y="2075"/>
                  </a:lnTo>
                  <a:lnTo>
                    <a:pt x="5057" y="1815"/>
                  </a:lnTo>
                  <a:lnTo>
                    <a:pt x="4970" y="1578"/>
                  </a:lnTo>
                  <a:lnTo>
                    <a:pt x="4862" y="1361"/>
                  </a:lnTo>
                  <a:lnTo>
                    <a:pt x="4733" y="1145"/>
                  </a:lnTo>
                  <a:lnTo>
                    <a:pt x="4581" y="929"/>
                  </a:lnTo>
                  <a:lnTo>
                    <a:pt x="4430" y="756"/>
                  </a:lnTo>
                  <a:lnTo>
                    <a:pt x="4236" y="584"/>
                  </a:lnTo>
                  <a:lnTo>
                    <a:pt x="4041" y="432"/>
                  </a:lnTo>
                  <a:lnTo>
                    <a:pt x="3825" y="303"/>
                  </a:lnTo>
                  <a:lnTo>
                    <a:pt x="3587" y="195"/>
                  </a:lnTo>
                  <a:lnTo>
                    <a:pt x="3350" y="108"/>
                  </a:lnTo>
                  <a:lnTo>
                    <a:pt x="3112" y="43"/>
                  </a:lnTo>
                  <a:lnTo>
                    <a:pt x="285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0" name="Google Shape;6790;p31"/>
            <p:cNvSpPr/>
            <p:nvPr/>
          </p:nvSpPr>
          <p:spPr>
            <a:xfrm>
              <a:off x="15015225" y="4337250"/>
              <a:ext cx="177750" cy="240400"/>
            </a:xfrm>
            <a:custGeom>
              <a:avLst/>
              <a:gdLst/>
              <a:ahLst/>
              <a:cxnLst/>
              <a:rect l="l" t="t" r="r" b="b"/>
              <a:pathLst>
                <a:path w="7110" h="9616" extrusionOk="0">
                  <a:moveTo>
                    <a:pt x="2356" y="0"/>
                  </a:moveTo>
                  <a:lnTo>
                    <a:pt x="0" y="9615"/>
                  </a:lnTo>
                  <a:lnTo>
                    <a:pt x="7109" y="9615"/>
                  </a:lnTo>
                  <a:lnTo>
                    <a:pt x="7109" y="9356"/>
                  </a:lnTo>
                  <a:lnTo>
                    <a:pt x="7088" y="9032"/>
                  </a:lnTo>
                  <a:lnTo>
                    <a:pt x="7044" y="8600"/>
                  </a:lnTo>
                  <a:lnTo>
                    <a:pt x="6980" y="8081"/>
                  </a:lnTo>
                  <a:lnTo>
                    <a:pt x="6893" y="7476"/>
                  </a:lnTo>
                  <a:lnTo>
                    <a:pt x="6742" y="6806"/>
                  </a:lnTo>
                  <a:lnTo>
                    <a:pt x="6547" y="6072"/>
                  </a:lnTo>
                  <a:lnTo>
                    <a:pt x="6310" y="5316"/>
                  </a:lnTo>
                  <a:lnTo>
                    <a:pt x="6159" y="4927"/>
                  </a:lnTo>
                  <a:lnTo>
                    <a:pt x="5986" y="4516"/>
                  </a:lnTo>
                  <a:lnTo>
                    <a:pt x="5813" y="4127"/>
                  </a:lnTo>
                  <a:lnTo>
                    <a:pt x="5618" y="3717"/>
                  </a:lnTo>
                  <a:lnTo>
                    <a:pt x="5381" y="3328"/>
                  </a:lnTo>
                  <a:lnTo>
                    <a:pt x="5143" y="2917"/>
                  </a:lnTo>
                  <a:lnTo>
                    <a:pt x="4884" y="2528"/>
                  </a:lnTo>
                  <a:lnTo>
                    <a:pt x="4603" y="2139"/>
                  </a:lnTo>
                  <a:lnTo>
                    <a:pt x="4279" y="1750"/>
                  </a:lnTo>
                  <a:lnTo>
                    <a:pt x="3955" y="1383"/>
                  </a:lnTo>
                  <a:lnTo>
                    <a:pt x="3587" y="1016"/>
                  </a:lnTo>
                  <a:lnTo>
                    <a:pt x="3198" y="670"/>
                  </a:lnTo>
                  <a:lnTo>
                    <a:pt x="2788" y="324"/>
                  </a:lnTo>
                  <a:lnTo>
                    <a:pt x="23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1" name="Google Shape;6791;p31"/>
            <p:cNvSpPr/>
            <p:nvPr/>
          </p:nvSpPr>
          <p:spPr>
            <a:xfrm>
              <a:off x="15015225" y="4337250"/>
              <a:ext cx="177750" cy="240400"/>
            </a:xfrm>
            <a:custGeom>
              <a:avLst/>
              <a:gdLst/>
              <a:ahLst/>
              <a:cxnLst/>
              <a:rect l="l" t="t" r="r" b="b"/>
              <a:pathLst>
                <a:path w="7110" h="9616" extrusionOk="0">
                  <a:moveTo>
                    <a:pt x="2356" y="0"/>
                  </a:moveTo>
                  <a:lnTo>
                    <a:pt x="0" y="9615"/>
                  </a:lnTo>
                  <a:lnTo>
                    <a:pt x="7109" y="9615"/>
                  </a:lnTo>
                  <a:lnTo>
                    <a:pt x="7109" y="9572"/>
                  </a:lnTo>
                  <a:lnTo>
                    <a:pt x="6677" y="9529"/>
                  </a:lnTo>
                  <a:lnTo>
                    <a:pt x="6288" y="9464"/>
                  </a:lnTo>
                  <a:lnTo>
                    <a:pt x="5899" y="9378"/>
                  </a:lnTo>
                  <a:lnTo>
                    <a:pt x="5554" y="9248"/>
                  </a:lnTo>
                  <a:lnTo>
                    <a:pt x="5208" y="9097"/>
                  </a:lnTo>
                  <a:lnTo>
                    <a:pt x="4884" y="8924"/>
                  </a:lnTo>
                  <a:lnTo>
                    <a:pt x="4581" y="8751"/>
                  </a:lnTo>
                  <a:lnTo>
                    <a:pt x="4300" y="8535"/>
                  </a:lnTo>
                  <a:lnTo>
                    <a:pt x="4041" y="8297"/>
                  </a:lnTo>
                  <a:lnTo>
                    <a:pt x="3803" y="8060"/>
                  </a:lnTo>
                  <a:lnTo>
                    <a:pt x="3587" y="7800"/>
                  </a:lnTo>
                  <a:lnTo>
                    <a:pt x="3393" y="7520"/>
                  </a:lnTo>
                  <a:lnTo>
                    <a:pt x="3220" y="7217"/>
                  </a:lnTo>
                  <a:lnTo>
                    <a:pt x="3047" y="6915"/>
                  </a:lnTo>
                  <a:lnTo>
                    <a:pt x="2917" y="6612"/>
                  </a:lnTo>
                  <a:lnTo>
                    <a:pt x="2809" y="6288"/>
                  </a:lnTo>
                  <a:lnTo>
                    <a:pt x="2701" y="5964"/>
                  </a:lnTo>
                  <a:lnTo>
                    <a:pt x="2615" y="5618"/>
                  </a:lnTo>
                  <a:lnTo>
                    <a:pt x="2572" y="5294"/>
                  </a:lnTo>
                  <a:lnTo>
                    <a:pt x="2528" y="4948"/>
                  </a:lnTo>
                  <a:lnTo>
                    <a:pt x="2507" y="4603"/>
                  </a:lnTo>
                  <a:lnTo>
                    <a:pt x="2507" y="4257"/>
                  </a:lnTo>
                  <a:lnTo>
                    <a:pt x="2528" y="3911"/>
                  </a:lnTo>
                  <a:lnTo>
                    <a:pt x="2572" y="3565"/>
                  </a:lnTo>
                  <a:lnTo>
                    <a:pt x="2637" y="3220"/>
                  </a:lnTo>
                  <a:lnTo>
                    <a:pt x="2723" y="2896"/>
                  </a:lnTo>
                  <a:lnTo>
                    <a:pt x="2831" y="2571"/>
                  </a:lnTo>
                  <a:lnTo>
                    <a:pt x="2961" y="2247"/>
                  </a:lnTo>
                  <a:lnTo>
                    <a:pt x="3090" y="1923"/>
                  </a:lnTo>
                  <a:lnTo>
                    <a:pt x="3263" y="1621"/>
                  </a:lnTo>
                  <a:lnTo>
                    <a:pt x="3436" y="1340"/>
                  </a:lnTo>
                  <a:lnTo>
                    <a:pt x="3652" y="1059"/>
                  </a:lnTo>
                  <a:lnTo>
                    <a:pt x="3350" y="800"/>
                  </a:lnTo>
                  <a:lnTo>
                    <a:pt x="3025" y="519"/>
                  </a:lnTo>
                  <a:lnTo>
                    <a:pt x="2701" y="259"/>
                  </a:lnTo>
                  <a:lnTo>
                    <a:pt x="23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2" name="Google Shape;6792;p31"/>
            <p:cNvSpPr/>
            <p:nvPr/>
          </p:nvSpPr>
          <p:spPr>
            <a:xfrm>
              <a:off x="15015225" y="4337250"/>
              <a:ext cx="177750" cy="240400"/>
            </a:xfrm>
            <a:custGeom>
              <a:avLst/>
              <a:gdLst/>
              <a:ahLst/>
              <a:cxnLst/>
              <a:rect l="l" t="t" r="r" b="b"/>
              <a:pathLst>
                <a:path w="7110" h="9616" fill="none" extrusionOk="0">
                  <a:moveTo>
                    <a:pt x="2356" y="0"/>
                  </a:moveTo>
                  <a:lnTo>
                    <a:pt x="0" y="9615"/>
                  </a:lnTo>
                  <a:lnTo>
                    <a:pt x="7109" y="9615"/>
                  </a:lnTo>
                  <a:lnTo>
                    <a:pt x="7109" y="9615"/>
                  </a:lnTo>
                  <a:lnTo>
                    <a:pt x="7109" y="9615"/>
                  </a:lnTo>
                  <a:lnTo>
                    <a:pt x="7109" y="9615"/>
                  </a:lnTo>
                  <a:lnTo>
                    <a:pt x="7109" y="9572"/>
                  </a:lnTo>
                  <a:lnTo>
                    <a:pt x="7109" y="9572"/>
                  </a:lnTo>
                  <a:lnTo>
                    <a:pt x="6677" y="9529"/>
                  </a:lnTo>
                  <a:lnTo>
                    <a:pt x="6288" y="9464"/>
                  </a:lnTo>
                  <a:lnTo>
                    <a:pt x="5899" y="9378"/>
                  </a:lnTo>
                  <a:lnTo>
                    <a:pt x="5554" y="9248"/>
                  </a:lnTo>
                  <a:lnTo>
                    <a:pt x="5208" y="9097"/>
                  </a:lnTo>
                  <a:lnTo>
                    <a:pt x="4884" y="8924"/>
                  </a:lnTo>
                  <a:lnTo>
                    <a:pt x="4581" y="8751"/>
                  </a:lnTo>
                  <a:lnTo>
                    <a:pt x="4300" y="8535"/>
                  </a:lnTo>
                  <a:lnTo>
                    <a:pt x="4041" y="8297"/>
                  </a:lnTo>
                  <a:lnTo>
                    <a:pt x="3803" y="8060"/>
                  </a:lnTo>
                  <a:lnTo>
                    <a:pt x="3587" y="7800"/>
                  </a:lnTo>
                  <a:lnTo>
                    <a:pt x="3393" y="7520"/>
                  </a:lnTo>
                  <a:lnTo>
                    <a:pt x="3220" y="7217"/>
                  </a:lnTo>
                  <a:lnTo>
                    <a:pt x="3047" y="6915"/>
                  </a:lnTo>
                  <a:lnTo>
                    <a:pt x="2917" y="6612"/>
                  </a:lnTo>
                  <a:lnTo>
                    <a:pt x="2809" y="6288"/>
                  </a:lnTo>
                  <a:lnTo>
                    <a:pt x="2701" y="5964"/>
                  </a:lnTo>
                  <a:lnTo>
                    <a:pt x="2615" y="5618"/>
                  </a:lnTo>
                  <a:lnTo>
                    <a:pt x="2572" y="5294"/>
                  </a:lnTo>
                  <a:lnTo>
                    <a:pt x="2528" y="4948"/>
                  </a:lnTo>
                  <a:lnTo>
                    <a:pt x="2507" y="4603"/>
                  </a:lnTo>
                  <a:lnTo>
                    <a:pt x="2507" y="4257"/>
                  </a:lnTo>
                  <a:lnTo>
                    <a:pt x="2528" y="3911"/>
                  </a:lnTo>
                  <a:lnTo>
                    <a:pt x="2572" y="3565"/>
                  </a:lnTo>
                  <a:lnTo>
                    <a:pt x="2637" y="3220"/>
                  </a:lnTo>
                  <a:lnTo>
                    <a:pt x="2723" y="2896"/>
                  </a:lnTo>
                  <a:lnTo>
                    <a:pt x="2831" y="2571"/>
                  </a:lnTo>
                  <a:lnTo>
                    <a:pt x="2961" y="2247"/>
                  </a:lnTo>
                  <a:lnTo>
                    <a:pt x="3090" y="1923"/>
                  </a:lnTo>
                  <a:lnTo>
                    <a:pt x="3263" y="1621"/>
                  </a:lnTo>
                  <a:lnTo>
                    <a:pt x="3436" y="1340"/>
                  </a:lnTo>
                  <a:lnTo>
                    <a:pt x="3652" y="1059"/>
                  </a:lnTo>
                  <a:lnTo>
                    <a:pt x="3652" y="1059"/>
                  </a:lnTo>
                  <a:lnTo>
                    <a:pt x="3350" y="800"/>
                  </a:lnTo>
                  <a:lnTo>
                    <a:pt x="3025" y="519"/>
                  </a:lnTo>
                  <a:lnTo>
                    <a:pt x="2701" y="259"/>
                  </a:lnTo>
                  <a:lnTo>
                    <a:pt x="2356" y="0"/>
                  </a:lnTo>
                  <a:lnTo>
                    <a:pt x="2356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93" name="Google Shape;6793;p31"/>
          <p:cNvGrpSpPr/>
          <p:nvPr/>
        </p:nvGrpSpPr>
        <p:grpSpPr>
          <a:xfrm>
            <a:off x="7777500" y="-77375"/>
            <a:ext cx="297100" cy="2315550"/>
            <a:chOff x="8234700" y="-1175"/>
            <a:chExt cx="297100" cy="2315550"/>
          </a:xfrm>
        </p:grpSpPr>
        <p:grpSp>
          <p:nvGrpSpPr>
            <p:cNvPr id="6794" name="Google Shape;6794;p31"/>
            <p:cNvGrpSpPr/>
            <p:nvPr/>
          </p:nvGrpSpPr>
          <p:grpSpPr>
            <a:xfrm>
              <a:off x="8234700" y="-1175"/>
              <a:ext cx="297100" cy="2315550"/>
              <a:chOff x="8234700" y="-5937"/>
              <a:chExt cx="297100" cy="2315550"/>
            </a:xfrm>
          </p:grpSpPr>
          <p:sp>
            <p:nvSpPr>
              <p:cNvPr id="6795" name="Google Shape;6795;p31"/>
              <p:cNvSpPr/>
              <p:nvPr/>
            </p:nvSpPr>
            <p:spPr>
              <a:xfrm>
                <a:off x="8384650" y="-5937"/>
                <a:ext cx="25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1" h="86894" extrusionOk="0">
                    <a:moveTo>
                      <a:pt x="0" y="86893"/>
                    </a:move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6" name="Google Shape;6796;p31"/>
              <p:cNvSpPr/>
              <p:nvPr/>
            </p:nvSpPr>
            <p:spPr>
              <a:xfrm>
                <a:off x="8384650" y="-5937"/>
                <a:ext cx="25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1" h="86894" fill="none" extrusionOk="0">
                    <a:moveTo>
                      <a:pt x="0" y="86893"/>
                    </a:moveTo>
                    <a:lnTo>
                      <a:pt x="0" y="0"/>
                    </a:lnTo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7" name="Google Shape;6797;p31"/>
              <p:cNvSpPr/>
              <p:nvPr/>
            </p:nvSpPr>
            <p:spPr>
              <a:xfrm>
                <a:off x="8374525" y="-5937"/>
                <a:ext cx="19700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788" h="86894" extrusionOk="0">
                    <a:moveTo>
                      <a:pt x="1" y="0"/>
                    </a:moveTo>
                    <a:lnTo>
                      <a:pt x="1" y="86893"/>
                    </a:lnTo>
                    <a:lnTo>
                      <a:pt x="787" y="86893"/>
                    </a:lnTo>
                    <a:lnTo>
                      <a:pt x="78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8" name="Google Shape;6798;p31"/>
              <p:cNvSpPr/>
              <p:nvPr/>
            </p:nvSpPr>
            <p:spPr>
              <a:xfrm>
                <a:off x="8234700" y="2027088"/>
                <a:ext cx="297100" cy="282525"/>
              </a:xfrm>
              <a:custGeom>
                <a:avLst/>
                <a:gdLst/>
                <a:ahLst/>
                <a:cxnLst/>
                <a:rect l="l" t="t" r="r" b="b"/>
                <a:pathLst>
                  <a:path w="11884" h="11301" extrusionOk="0">
                    <a:moveTo>
                      <a:pt x="5931" y="1"/>
                    </a:moveTo>
                    <a:lnTo>
                      <a:pt x="3707" y="3191"/>
                    </a:lnTo>
                    <a:lnTo>
                      <a:pt x="0" y="4314"/>
                    </a:lnTo>
                    <a:lnTo>
                      <a:pt x="2337" y="7437"/>
                    </a:lnTo>
                    <a:lnTo>
                      <a:pt x="2269" y="11301"/>
                    </a:lnTo>
                    <a:lnTo>
                      <a:pt x="5931" y="10043"/>
                    </a:lnTo>
                    <a:lnTo>
                      <a:pt x="9615" y="11301"/>
                    </a:lnTo>
                    <a:lnTo>
                      <a:pt x="9548" y="7437"/>
                    </a:lnTo>
                    <a:lnTo>
                      <a:pt x="11884" y="4314"/>
                    </a:lnTo>
                    <a:lnTo>
                      <a:pt x="8155" y="3191"/>
                    </a:lnTo>
                    <a:lnTo>
                      <a:pt x="5931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799" name="Google Shape;6799;p31"/>
            <p:cNvSpPr/>
            <p:nvPr/>
          </p:nvSpPr>
          <p:spPr>
            <a:xfrm>
              <a:off x="8309450" y="2109800"/>
              <a:ext cx="147595" cy="140545"/>
            </a:xfrm>
            <a:custGeom>
              <a:avLst/>
              <a:gdLst/>
              <a:ahLst/>
              <a:cxnLst/>
              <a:rect l="l" t="t" r="r" b="b"/>
              <a:pathLst>
                <a:path w="23970" h="22825" extrusionOk="0">
                  <a:moveTo>
                    <a:pt x="11996" y="0"/>
                  </a:moveTo>
                  <a:lnTo>
                    <a:pt x="7503" y="6425"/>
                  </a:lnTo>
                  <a:lnTo>
                    <a:pt x="0" y="8716"/>
                  </a:lnTo>
                  <a:lnTo>
                    <a:pt x="4718" y="14984"/>
                  </a:lnTo>
                  <a:lnTo>
                    <a:pt x="4560" y="22824"/>
                  </a:lnTo>
                  <a:lnTo>
                    <a:pt x="11996" y="20286"/>
                  </a:lnTo>
                  <a:lnTo>
                    <a:pt x="19409" y="22824"/>
                  </a:lnTo>
                  <a:lnTo>
                    <a:pt x="19252" y="14984"/>
                  </a:lnTo>
                  <a:lnTo>
                    <a:pt x="23970" y="8716"/>
                  </a:lnTo>
                  <a:lnTo>
                    <a:pt x="16489" y="6425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424242">
                <a:alpha val="61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5" name="Google Shape;7185;p34"/>
          <p:cNvSpPr/>
          <p:nvPr/>
        </p:nvSpPr>
        <p:spPr>
          <a:xfrm>
            <a:off x="2462872" y="1643463"/>
            <a:ext cx="982500" cy="982500"/>
          </a:xfrm>
          <a:prstGeom prst="ellipse">
            <a:avLst/>
          </a:prstGeom>
          <a:solidFill>
            <a:schemeClr val="accen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86" name="Google Shape;7186;p34"/>
          <p:cNvSpPr/>
          <p:nvPr/>
        </p:nvSpPr>
        <p:spPr>
          <a:xfrm>
            <a:off x="5698928" y="1643463"/>
            <a:ext cx="982500" cy="982500"/>
          </a:xfrm>
          <a:prstGeom prst="ellipse">
            <a:avLst/>
          </a:prstGeom>
          <a:solidFill>
            <a:schemeClr val="accen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87" name="Google Shape;7187;p34"/>
          <p:cNvSpPr txBox="1">
            <a:spLocks noGrp="1"/>
          </p:cNvSpPr>
          <p:nvPr>
            <p:ph type="title"/>
          </p:nvPr>
        </p:nvSpPr>
        <p:spPr>
          <a:xfrm>
            <a:off x="1595872" y="2782525"/>
            <a:ext cx="27165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UI</a:t>
            </a:r>
            <a:endParaRPr dirty="0"/>
          </a:p>
        </p:txBody>
      </p:sp>
      <p:sp>
        <p:nvSpPr>
          <p:cNvPr id="7188" name="Google Shape;7188;p34"/>
          <p:cNvSpPr txBox="1">
            <a:spLocks noGrp="1"/>
          </p:cNvSpPr>
          <p:nvPr>
            <p:ph type="title" idx="4"/>
          </p:nvPr>
        </p:nvSpPr>
        <p:spPr>
          <a:xfrm>
            <a:off x="720000" y="539500"/>
            <a:ext cx="7704000" cy="45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Friendly UI elements</a:t>
            </a:r>
            <a:endParaRPr dirty="0"/>
          </a:p>
        </p:txBody>
      </p:sp>
      <p:sp>
        <p:nvSpPr>
          <p:cNvPr id="7189" name="Google Shape;7189;p34"/>
          <p:cNvSpPr txBox="1">
            <a:spLocks noGrp="1"/>
          </p:cNvSpPr>
          <p:nvPr>
            <p:ph type="title" idx="2"/>
          </p:nvPr>
        </p:nvSpPr>
        <p:spPr>
          <a:xfrm>
            <a:off x="4831927" y="2782525"/>
            <a:ext cx="3231417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Friendly Colors</a:t>
            </a:r>
            <a:endParaRPr dirty="0"/>
          </a:p>
        </p:txBody>
      </p:sp>
      <p:sp>
        <p:nvSpPr>
          <p:cNvPr id="7190" name="Google Shape;7190;p34"/>
          <p:cNvSpPr txBox="1">
            <a:spLocks noGrp="1"/>
          </p:cNvSpPr>
          <p:nvPr>
            <p:ph type="subTitle" idx="1"/>
          </p:nvPr>
        </p:nvSpPr>
        <p:spPr>
          <a:xfrm>
            <a:off x="5045684" y="3143551"/>
            <a:ext cx="2716500" cy="73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Easy on the eyes of the user, brings attention to the products and features</a:t>
            </a:r>
            <a:endParaRPr dirty="0"/>
          </a:p>
        </p:txBody>
      </p:sp>
      <p:sp>
        <p:nvSpPr>
          <p:cNvPr id="7191" name="Google Shape;7191;p34"/>
          <p:cNvSpPr txBox="1">
            <a:spLocks noGrp="1"/>
          </p:cNvSpPr>
          <p:nvPr>
            <p:ph type="subTitle" idx="3"/>
          </p:nvPr>
        </p:nvSpPr>
        <p:spPr>
          <a:xfrm>
            <a:off x="1595572" y="3151550"/>
            <a:ext cx="2717100" cy="73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 kept the menus and options as easy and simple to find and clear</a:t>
            </a:r>
            <a:endParaRPr dirty="0"/>
          </a:p>
        </p:txBody>
      </p:sp>
      <p:grpSp>
        <p:nvGrpSpPr>
          <p:cNvPr id="7192" name="Google Shape;7192;p34"/>
          <p:cNvGrpSpPr/>
          <p:nvPr/>
        </p:nvGrpSpPr>
        <p:grpSpPr>
          <a:xfrm>
            <a:off x="2760559" y="1860380"/>
            <a:ext cx="387126" cy="548665"/>
            <a:chOff x="2666912" y="2042792"/>
            <a:chExt cx="387126" cy="548665"/>
          </a:xfrm>
        </p:grpSpPr>
        <p:sp>
          <p:nvSpPr>
            <p:cNvPr id="7193" name="Google Shape;7193;p34"/>
            <p:cNvSpPr/>
            <p:nvPr/>
          </p:nvSpPr>
          <p:spPr>
            <a:xfrm>
              <a:off x="2929452" y="2403649"/>
              <a:ext cx="92178" cy="129146"/>
            </a:xfrm>
            <a:custGeom>
              <a:avLst/>
              <a:gdLst/>
              <a:ahLst/>
              <a:cxnLst/>
              <a:rect l="l" t="t" r="r" b="b"/>
              <a:pathLst>
                <a:path w="6488" h="9090" extrusionOk="0">
                  <a:moveTo>
                    <a:pt x="642" y="1"/>
                  </a:moveTo>
                  <a:lnTo>
                    <a:pt x="1" y="9052"/>
                  </a:lnTo>
                  <a:lnTo>
                    <a:pt x="3093" y="9052"/>
                  </a:lnTo>
                  <a:lnTo>
                    <a:pt x="3432" y="9089"/>
                  </a:lnTo>
                  <a:lnTo>
                    <a:pt x="3772" y="9089"/>
                  </a:lnTo>
                  <a:lnTo>
                    <a:pt x="4092" y="9052"/>
                  </a:lnTo>
                  <a:lnTo>
                    <a:pt x="4413" y="8976"/>
                  </a:lnTo>
                  <a:lnTo>
                    <a:pt x="4734" y="8863"/>
                  </a:lnTo>
                  <a:lnTo>
                    <a:pt x="5016" y="8712"/>
                  </a:lnTo>
                  <a:lnTo>
                    <a:pt x="5299" y="8562"/>
                  </a:lnTo>
                  <a:lnTo>
                    <a:pt x="5544" y="8354"/>
                  </a:lnTo>
                  <a:lnTo>
                    <a:pt x="5790" y="8147"/>
                  </a:lnTo>
                  <a:lnTo>
                    <a:pt x="5978" y="7902"/>
                  </a:lnTo>
                  <a:lnTo>
                    <a:pt x="6148" y="7638"/>
                  </a:lnTo>
                  <a:lnTo>
                    <a:pt x="6299" y="7355"/>
                  </a:lnTo>
                  <a:lnTo>
                    <a:pt x="6393" y="7053"/>
                  </a:lnTo>
                  <a:lnTo>
                    <a:pt x="6468" y="6714"/>
                  </a:lnTo>
                  <a:lnTo>
                    <a:pt x="6468" y="6563"/>
                  </a:lnTo>
                  <a:lnTo>
                    <a:pt x="6487" y="6393"/>
                  </a:lnTo>
                  <a:lnTo>
                    <a:pt x="6468" y="6204"/>
                  </a:lnTo>
                  <a:lnTo>
                    <a:pt x="6450" y="6035"/>
                  </a:lnTo>
                  <a:lnTo>
                    <a:pt x="6374" y="5676"/>
                  </a:lnTo>
                  <a:lnTo>
                    <a:pt x="6280" y="5318"/>
                  </a:lnTo>
                  <a:lnTo>
                    <a:pt x="6129" y="4979"/>
                  </a:lnTo>
                  <a:lnTo>
                    <a:pt x="5959" y="4658"/>
                  </a:lnTo>
                  <a:lnTo>
                    <a:pt x="5771" y="4338"/>
                  </a:lnTo>
                  <a:lnTo>
                    <a:pt x="5544" y="4036"/>
                  </a:lnTo>
                  <a:lnTo>
                    <a:pt x="5299" y="3734"/>
                  </a:lnTo>
                  <a:lnTo>
                    <a:pt x="5054" y="3451"/>
                  </a:lnTo>
                  <a:lnTo>
                    <a:pt x="4771" y="3187"/>
                  </a:lnTo>
                  <a:lnTo>
                    <a:pt x="4488" y="2923"/>
                  </a:lnTo>
                  <a:lnTo>
                    <a:pt x="3904" y="2414"/>
                  </a:lnTo>
                  <a:lnTo>
                    <a:pt x="3319" y="1943"/>
                  </a:lnTo>
                  <a:lnTo>
                    <a:pt x="2773" y="1509"/>
                  </a:lnTo>
                  <a:lnTo>
                    <a:pt x="2245" y="1113"/>
                  </a:lnTo>
                  <a:lnTo>
                    <a:pt x="1735" y="736"/>
                  </a:lnTo>
                  <a:lnTo>
                    <a:pt x="1189" y="359"/>
                  </a:lnTo>
                  <a:lnTo>
                    <a:pt x="64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4" name="Google Shape;7194;p34"/>
            <p:cNvSpPr/>
            <p:nvPr/>
          </p:nvSpPr>
          <p:spPr>
            <a:xfrm>
              <a:off x="2699334" y="2403649"/>
              <a:ext cx="92164" cy="129146"/>
            </a:xfrm>
            <a:custGeom>
              <a:avLst/>
              <a:gdLst/>
              <a:ahLst/>
              <a:cxnLst/>
              <a:rect l="l" t="t" r="r" b="b"/>
              <a:pathLst>
                <a:path w="6487" h="9090" extrusionOk="0">
                  <a:moveTo>
                    <a:pt x="5827" y="1"/>
                  </a:moveTo>
                  <a:lnTo>
                    <a:pt x="5280" y="359"/>
                  </a:lnTo>
                  <a:lnTo>
                    <a:pt x="4752" y="736"/>
                  </a:lnTo>
                  <a:lnTo>
                    <a:pt x="4224" y="1113"/>
                  </a:lnTo>
                  <a:lnTo>
                    <a:pt x="3715" y="1509"/>
                  </a:lnTo>
                  <a:lnTo>
                    <a:pt x="3149" y="1943"/>
                  </a:lnTo>
                  <a:lnTo>
                    <a:pt x="2565" y="2414"/>
                  </a:lnTo>
                  <a:lnTo>
                    <a:pt x="1980" y="2923"/>
                  </a:lnTo>
                  <a:lnTo>
                    <a:pt x="1697" y="3187"/>
                  </a:lnTo>
                  <a:lnTo>
                    <a:pt x="1433" y="3451"/>
                  </a:lnTo>
                  <a:lnTo>
                    <a:pt x="1169" y="3734"/>
                  </a:lnTo>
                  <a:lnTo>
                    <a:pt x="943" y="4036"/>
                  </a:lnTo>
                  <a:lnTo>
                    <a:pt x="717" y="4338"/>
                  </a:lnTo>
                  <a:lnTo>
                    <a:pt x="528" y="4658"/>
                  </a:lnTo>
                  <a:lnTo>
                    <a:pt x="358" y="4979"/>
                  </a:lnTo>
                  <a:lnTo>
                    <a:pt x="208" y="5318"/>
                  </a:lnTo>
                  <a:lnTo>
                    <a:pt x="94" y="5676"/>
                  </a:lnTo>
                  <a:lnTo>
                    <a:pt x="19" y="6035"/>
                  </a:lnTo>
                  <a:lnTo>
                    <a:pt x="0" y="6204"/>
                  </a:lnTo>
                  <a:lnTo>
                    <a:pt x="0" y="6393"/>
                  </a:lnTo>
                  <a:lnTo>
                    <a:pt x="0" y="6563"/>
                  </a:lnTo>
                  <a:lnTo>
                    <a:pt x="19" y="6714"/>
                  </a:lnTo>
                  <a:lnTo>
                    <a:pt x="76" y="7053"/>
                  </a:lnTo>
                  <a:lnTo>
                    <a:pt x="189" y="7355"/>
                  </a:lnTo>
                  <a:lnTo>
                    <a:pt x="321" y="7638"/>
                  </a:lnTo>
                  <a:lnTo>
                    <a:pt x="490" y="7902"/>
                  </a:lnTo>
                  <a:lnTo>
                    <a:pt x="698" y="8147"/>
                  </a:lnTo>
                  <a:lnTo>
                    <a:pt x="924" y="8354"/>
                  </a:lnTo>
                  <a:lnTo>
                    <a:pt x="1188" y="8562"/>
                  </a:lnTo>
                  <a:lnTo>
                    <a:pt x="1452" y="8712"/>
                  </a:lnTo>
                  <a:lnTo>
                    <a:pt x="1754" y="8863"/>
                  </a:lnTo>
                  <a:lnTo>
                    <a:pt x="2055" y="8976"/>
                  </a:lnTo>
                  <a:lnTo>
                    <a:pt x="2376" y="9052"/>
                  </a:lnTo>
                  <a:lnTo>
                    <a:pt x="2715" y="9089"/>
                  </a:lnTo>
                  <a:lnTo>
                    <a:pt x="3036" y="9089"/>
                  </a:lnTo>
                  <a:lnTo>
                    <a:pt x="3375" y="9052"/>
                  </a:lnTo>
                  <a:lnTo>
                    <a:pt x="6487" y="9052"/>
                  </a:lnTo>
                  <a:lnTo>
                    <a:pt x="582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5" name="Google Shape;7195;p34"/>
            <p:cNvSpPr/>
            <p:nvPr/>
          </p:nvSpPr>
          <p:spPr>
            <a:xfrm>
              <a:off x="2929452" y="2403649"/>
              <a:ext cx="92178" cy="129146"/>
            </a:xfrm>
            <a:custGeom>
              <a:avLst/>
              <a:gdLst/>
              <a:ahLst/>
              <a:cxnLst/>
              <a:rect l="l" t="t" r="r" b="b"/>
              <a:pathLst>
                <a:path w="6488" h="9090" extrusionOk="0">
                  <a:moveTo>
                    <a:pt x="642" y="1"/>
                  </a:moveTo>
                  <a:lnTo>
                    <a:pt x="1" y="9052"/>
                  </a:lnTo>
                  <a:lnTo>
                    <a:pt x="3093" y="9052"/>
                  </a:lnTo>
                  <a:lnTo>
                    <a:pt x="3432" y="9089"/>
                  </a:lnTo>
                  <a:lnTo>
                    <a:pt x="3772" y="9089"/>
                  </a:lnTo>
                  <a:lnTo>
                    <a:pt x="4092" y="9052"/>
                  </a:lnTo>
                  <a:lnTo>
                    <a:pt x="4413" y="8976"/>
                  </a:lnTo>
                  <a:lnTo>
                    <a:pt x="4734" y="8863"/>
                  </a:lnTo>
                  <a:lnTo>
                    <a:pt x="5016" y="8712"/>
                  </a:lnTo>
                  <a:lnTo>
                    <a:pt x="5299" y="8562"/>
                  </a:lnTo>
                  <a:lnTo>
                    <a:pt x="5544" y="8354"/>
                  </a:lnTo>
                  <a:lnTo>
                    <a:pt x="5790" y="8147"/>
                  </a:lnTo>
                  <a:lnTo>
                    <a:pt x="5978" y="7902"/>
                  </a:lnTo>
                  <a:lnTo>
                    <a:pt x="6148" y="7638"/>
                  </a:lnTo>
                  <a:lnTo>
                    <a:pt x="6299" y="7355"/>
                  </a:lnTo>
                  <a:lnTo>
                    <a:pt x="6393" y="7053"/>
                  </a:lnTo>
                  <a:lnTo>
                    <a:pt x="6468" y="6714"/>
                  </a:lnTo>
                  <a:lnTo>
                    <a:pt x="6468" y="6563"/>
                  </a:lnTo>
                  <a:lnTo>
                    <a:pt x="6487" y="6393"/>
                  </a:lnTo>
                  <a:lnTo>
                    <a:pt x="6468" y="6204"/>
                  </a:lnTo>
                  <a:lnTo>
                    <a:pt x="6450" y="6035"/>
                  </a:lnTo>
                  <a:lnTo>
                    <a:pt x="6374" y="5676"/>
                  </a:lnTo>
                  <a:lnTo>
                    <a:pt x="6280" y="5318"/>
                  </a:lnTo>
                  <a:lnTo>
                    <a:pt x="6129" y="4979"/>
                  </a:lnTo>
                  <a:lnTo>
                    <a:pt x="5959" y="4658"/>
                  </a:lnTo>
                  <a:lnTo>
                    <a:pt x="5771" y="4338"/>
                  </a:lnTo>
                  <a:lnTo>
                    <a:pt x="5544" y="4036"/>
                  </a:lnTo>
                  <a:lnTo>
                    <a:pt x="5299" y="3734"/>
                  </a:lnTo>
                  <a:lnTo>
                    <a:pt x="5054" y="3451"/>
                  </a:lnTo>
                  <a:lnTo>
                    <a:pt x="4771" y="3187"/>
                  </a:lnTo>
                  <a:lnTo>
                    <a:pt x="4488" y="2923"/>
                  </a:lnTo>
                  <a:lnTo>
                    <a:pt x="3904" y="2414"/>
                  </a:lnTo>
                  <a:lnTo>
                    <a:pt x="3319" y="1943"/>
                  </a:lnTo>
                  <a:lnTo>
                    <a:pt x="2773" y="1509"/>
                  </a:lnTo>
                  <a:lnTo>
                    <a:pt x="2245" y="1113"/>
                  </a:lnTo>
                  <a:lnTo>
                    <a:pt x="1735" y="736"/>
                  </a:lnTo>
                  <a:lnTo>
                    <a:pt x="1189" y="359"/>
                  </a:lnTo>
                  <a:lnTo>
                    <a:pt x="64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6" name="Google Shape;7196;p34"/>
            <p:cNvSpPr/>
            <p:nvPr/>
          </p:nvSpPr>
          <p:spPr>
            <a:xfrm>
              <a:off x="2699334" y="2403649"/>
              <a:ext cx="92164" cy="129146"/>
            </a:xfrm>
            <a:custGeom>
              <a:avLst/>
              <a:gdLst/>
              <a:ahLst/>
              <a:cxnLst/>
              <a:rect l="l" t="t" r="r" b="b"/>
              <a:pathLst>
                <a:path w="6487" h="9090" extrusionOk="0">
                  <a:moveTo>
                    <a:pt x="5827" y="1"/>
                  </a:moveTo>
                  <a:lnTo>
                    <a:pt x="5280" y="359"/>
                  </a:lnTo>
                  <a:lnTo>
                    <a:pt x="4752" y="736"/>
                  </a:lnTo>
                  <a:lnTo>
                    <a:pt x="4224" y="1113"/>
                  </a:lnTo>
                  <a:lnTo>
                    <a:pt x="3715" y="1509"/>
                  </a:lnTo>
                  <a:lnTo>
                    <a:pt x="3149" y="1943"/>
                  </a:lnTo>
                  <a:lnTo>
                    <a:pt x="2565" y="2414"/>
                  </a:lnTo>
                  <a:lnTo>
                    <a:pt x="1980" y="2923"/>
                  </a:lnTo>
                  <a:lnTo>
                    <a:pt x="1697" y="3187"/>
                  </a:lnTo>
                  <a:lnTo>
                    <a:pt x="1433" y="3451"/>
                  </a:lnTo>
                  <a:lnTo>
                    <a:pt x="1169" y="3734"/>
                  </a:lnTo>
                  <a:lnTo>
                    <a:pt x="943" y="4036"/>
                  </a:lnTo>
                  <a:lnTo>
                    <a:pt x="717" y="4338"/>
                  </a:lnTo>
                  <a:lnTo>
                    <a:pt x="528" y="4658"/>
                  </a:lnTo>
                  <a:lnTo>
                    <a:pt x="358" y="4979"/>
                  </a:lnTo>
                  <a:lnTo>
                    <a:pt x="208" y="5318"/>
                  </a:lnTo>
                  <a:lnTo>
                    <a:pt x="94" y="5676"/>
                  </a:lnTo>
                  <a:lnTo>
                    <a:pt x="19" y="6035"/>
                  </a:lnTo>
                  <a:lnTo>
                    <a:pt x="0" y="6204"/>
                  </a:lnTo>
                  <a:lnTo>
                    <a:pt x="0" y="6393"/>
                  </a:lnTo>
                  <a:lnTo>
                    <a:pt x="0" y="6563"/>
                  </a:lnTo>
                  <a:lnTo>
                    <a:pt x="19" y="6714"/>
                  </a:lnTo>
                  <a:lnTo>
                    <a:pt x="76" y="7053"/>
                  </a:lnTo>
                  <a:lnTo>
                    <a:pt x="189" y="7355"/>
                  </a:lnTo>
                  <a:lnTo>
                    <a:pt x="321" y="7638"/>
                  </a:lnTo>
                  <a:lnTo>
                    <a:pt x="490" y="7902"/>
                  </a:lnTo>
                  <a:lnTo>
                    <a:pt x="698" y="8147"/>
                  </a:lnTo>
                  <a:lnTo>
                    <a:pt x="924" y="8354"/>
                  </a:lnTo>
                  <a:lnTo>
                    <a:pt x="1188" y="8562"/>
                  </a:lnTo>
                  <a:lnTo>
                    <a:pt x="1452" y="8712"/>
                  </a:lnTo>
                  <a:lnTo>
                    <a:pt x="1754" y="8863"/>
                  </a:lnTo>
                  <a:lnTo>
                    <a:pt x="2055" y="8976"/>
                  </a:lnTo>
                  <a:lnTo>
                    <a:pt x="2376" y="9052"/>
                  </a:lnTo>
                  <a:lnTo>
                    <a:pt x="2715" y="9089"/>
                  </a:lnTo>
                  <a:lnTo>
                    <a:pt x="3036" y="9089"/>
                  </a:lnTo>
                  <a:lnTo>
                    <a:pt x="3375" y="9052"/>
                  </a:lnTo>
                  <a:lnTo>
                    <a:pt x="6487" y="9052"/>
                  </a:lnTo>
                  <a:lnTo>
                    <a:pt x="5827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7" name="Google Shape;7197;p34"/>
            <p:cNvSpPr/>
            <p:nvPr/>
          </p:nvSpPr>
          <p:spPr>
            <a:xfrm>
              <a:off x="2666912" y="2042792"/>
              <a:ext cx="117084" cy="117084"/>
            </a:xfrm>
            <a:custGeom>
              <a:avLst/>
              <a:gdLst/>
              <a:ahLst/>
              <a:cxnLst/>
              <a:rect l="l" t="t" r="r" b="b"/>
              <a:pathLst>
                <a:path w="8241" h="8241" extrusionOk="0">
                  <a:moveTo>
                    <a:pt x="4111" y="0"/>
                  </a:moveTo>
                  <a:lnTo>
                    <a:pt x="3696" y="19"/>
                  </a:lnTo>
                  <a:lnTo>
                    <a:pt x="3281" y="76"/>
                  </a:lnTo>
                  <a:lnTo>
                    <a:pt x="2886" y="189"/>
                  </a:lnTo>
                  <a:lnTo>
                    <a:pt x="2508" y="321"/>
                  </a:lnTo>
                  <a:lnTo>
                    <a:pt x="2150" y="491"/>
                  </a:lnTo>
                  <a:lnTo>
                    <a:pt x="1811" y="698"/>
                  </a:lnTo>
                  <a:lnTo>
                    <a:pt x="1490" y="943"/>
                  </a:lnTo>
                  <a:lnTo>
                    <a:pt x="1207" y="1207"/>
                  </a:lnTo>
                  <a:lnTo>
                    <a:pt x="943" y="1490"/>
                  </a:lnTo>
                  <a:lnTo>
                    <a:pt x="698" y="1811"/>
                  </a:lnTo>
                  <a:lnTo>
                    <a:pt x="491" y="2150"/>
                  </a:lnTo>
                  <a:lnTo>
                    <a:pt x="321" y="2508"/>
                  </a:lnTo>
                  <a:lnTo>
                    <a:pt x="189" y="2885"/>
                  </a:lnTo>
                  <a:lnTo>
                    <a:pt x="76" y="3281"/>
                  </a:lnTo>
                  <a:lnTo>
                    <a:pt x="19" y="3696"/>
                  </a:lnTo>
                  <a:lnTo>
                    <a:pt x="0" y="4111"/>
                  </a:lnTo>
                  <a:lnTo>
                    <a:pt x="19" y="4545"/>
                  </a:lnTo>
                  <a:lnTo>
                    <a:pt x="76" y="4941"/>
                  </a:lnTo>
                  <a:lnTo>
                    <a:pt x="189" y="5337"/>
                  </a:lnTo>
                  <a:lnTo>
                    <a:pt x="321" y="5714"/>
                  </a:lnTo>
                  <a:lnTo>
                    <a:pt x="491" y="6091"/>
                  </a:lnTo>
                  <a:lnTo>
                    <a:pt x="698" y="6430"/>
                  </a:lnTo>
                  <a:lnTo>
                    <a:pt x="943" y="6732"/>
                  </a:lnTo>
                  <a:lnTo>
                    <a:pt x="1207" y="7034"/>
                  </a:lnTo>
                  <a:lnTo>
                    <a:pt x="1490" y="7298"/>
                  </a:lnTo>
                  <a:lnTo>
                    <a:pt x="1811" y="7543"/>
                  </a:lnTo>
                  <a:lnTo>
                    <a:pt x="2150" y="7731"/>
                  </a:lnTo>
                  <a:lnTo>
                    <a:pt x="2508" y="7920"/>
                  </a:lnTo>
                  <a:lnTo>
                    <a:pt x="2886" y="8052"/>
                  </a:lnTo>
                  <a:lnTo>
                    <a:pt x="3281" y="8146"/>
                  </a:lnTo>
                  <a:lnTo>
                    <a:pt x="3696" y="8222"/>
                  </a:lnTo>
                  <a:lnTo>
                    <a:pt x="4111" y="8241"/>
                  </a:lnTo>
                  <a:lnTo>
                    <a:pt x="4545" y="8222"/>
                  </a:lnTo>
                  <a:lnTo>
                    <a:pt x="4941" y="8146"/>
                  </a:lnTo>
                  <a:lnTo>
                    <a:pt x="5337" y="8052"/>
                  </a:lnTo>
                  <a:lnTo>
                    <a:pt x="5714" y="7920"/>
                  </a:lnTo>
                  <a:lnTo>
                    <a:pt x="6091" y="7731"/>
                  </a:lnTo>
                  <a:lnTo>
                    <a:pt x="6430" y="7543"/>
                  </a:lnTo>
                  <a:lnTo>
                    <a:pt x="6732" y="7298"/>
                  </a:lnTo>
                  <a:lnTo>
                    <a:pt x="7034" y="7034"/>
                  </a:lnTo>
                  <a:lnTo>
                    <a:pt x="7298" y="6732"/>
                  </a:lnTo>
                  <a:lnTo>
                    <a:pt x="7543" y="6430"/>
                  </a:lnTo>
                  <a:lnTo>
                    <a:pt x="7732" y="6091"/>
                  </a:lnTo>
                  <a:lnTo>
                    <a:pt x="7920" y="5714"/>
                  </a:lnTo>
                  <a:lnTo>
                    <a:pt x="8052" y="5337"/>
                  </a:lnTo>
                  <a:lnTo>
                    <a:pt x="8146" y="4941"/>
                  </a:lnTo>
                  <a:lnTo>
                    <a:pt x="8222" y="4545"/>
                  </a:lnTo>
                  <a:lnTo>
                    <a:pt x="8241" y="4111"/>
                  </a:lnTo>
                  <a:lnTo>
                    <a:pt x="8222" y="3696"/>
                  </a:lnTo>
                  <a:lnTo>
                    <a:pt x="8146" y="3281"/>
                  </a:lnTo>
                  <a:lnTo>
                    <a:pt x="8052" y="2885"/>
                  </a:lnTo>
                  <a:lnTo>
                    <a:pt x="7920" y="2508"/>
                  </a:lnTo>
                  <a:lnTo>
                    <a:pt x="7732" y="2150"/>
                  </a:lnTo>
                  <a:lnTo>
                    <a:pt x="7543" y="1811"/>
                  </a:lnTo>
                  <a:lnTo>
                    <a:pt x="7298" y="1490"/>
                  </a:lnTo>
                  <a:lnTo>
                    <a:pt x="7034" y="1207"/>
                  </a:lnTo>
                  <a:lnTo>
                    <a:pt x="6732" y="943"/>
                  </a:lnTo>
                  <a:lnTo>
                    <a:pt x="6430" y="698"/>
                  </a:lnTo>
                  <a:lnTo>
                    <a:pt x="6091" y="491"/>
                  </a:lnTo>
                  <a:lnTo>
                    <a:pt x="5714" y="321"/>
                  </a:lnTo>
                  <a:lnTo>
                    <a:pt x="5337" y="189"/>
                  </a:lnTo>
                  <a:lnTo>
                    <a:pt x="4941" y="76"/>
                  </a:lnTo>
                  <a:lnTo>
                    <a:pt x="4545" y="19"/>
                  </a:lnTo>
                  <a:lnTo>
                    <a:pt x="411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8" name="Google Shape;7198;p34"/>
            <p:cNvSpPr/>
            <p:nvPr/>
          </p:nvSpPr>
          <p:spPr>
            <a:xfrm>
              <a:off x="2699064" y="2074944"/>
              <a:ext cx="46089" cy="46089"/>
            </a:xfrm>
            <a:custGeom>
              <a:avLst/>
              <a:gdLst/>
              <a:ahLst/>
              <a:cxnLst/>
              <a:rect l="l" t="t" r="r" b="b"/>
              <a:pathLst>
                <a:path w="3244" h="3244" extrusionOk="0">
                  <a:moveTo>
                    <a:pt x="1622" y="0"/>
                  </a:moveTo>
                  <a:lnTo>
                    <a:pt x="1452" y="19"/>
                  </a:lnTo>
                  <a:lnTo>
                    <a:pt x="1301" y="38"/>
                  </a:lnTo>
                  <a:lnTo>
                    <a:pt x="1150" y="75"/>
                  </a:lnTo>
                  <a:lnTo>
                    <a:pt x="1000" y="132"/>
                  </a:lnTo>
                  <a:lnTo>
                    <a:pt x="849" y="207"/>
                  </a:lnTo>
                  <a:lnTo>
                    <a:pt x="717" y="283"/>
                  </a:lnTo>
                  <a:lnTo>
                    <a:pt x="604" y="377"/>
                  </a:lnTo>
                  <a:lnTo>
                    <a:pt x="491" y="490"/>
                  </a:lnTo>
                  <a:lnTo>
                    <a:pt x="377" y="603"/>
                  </a:lnTo>
                  <a:lnTo>
                    <a:pt x="283" y="717"/>
                  </a:lnTo>
                  <a:lnTo>
                    <a:pt x="208" y="849"/>
                  </a:lnTo>
                  <a:lnTo>
                    <a:pt x="132" y="999"/>
                  </a:lnTo>
                  <a:lnTo>
                    <a:pt x="76" y="1150"/>
                  </a:lnTo>
                  <a:lnTo>
                    <a:pt x="38" y="1301"/>
                  </a:lnTo>
                  <a:lnTo>
                    <a:pt x="19" y="1452"/>
                  </a:lnTo>
                  <a:lnTo>
                    <a:pt x="0" y="1622"/>
                  </a:lnTo>
                  <a:lnTo>
                    <a:pt x="19" y="1791"/>
                  </a:lnTo>
                  <a:lnTo>
                    <a:pt x="38" y="1942"/>
                  </a:lnTo>
                  <a:lnTo>
                    <a:pt x="76" y="2112"/>
                  </a:lnTo>
                  <a:lnTo>
                    <a:pt x="132" y="2263"/>
                  </a:lnTo>
                  <a:lnTo>
                    <a:pt x="208" y="2395"/>
                  </a:lnTo>
                  <a:lnTo>
                    <a:pt x="283" y="2527"/>
                  </a:lnTo>
                  <a:lnTo>
                    <a:pt x="377" y="2659"/>
                  </a:lnTo>
                  <a:lnTo>
                    <a:pt x="491" y="2772"/>
                  </a:lnTo>
                  <a:lnTo>
                    <a:pt x="604" y="2866"/>
                  </a:lnTo>
                  <a:lnTo>
                    <a:pt x="717" y="2961"/>
                  </a:lnTo>
                  <a:lnTo>
                    <a:pt x="849" y="3055"/>
                  </a:lnTo>
                  <a:lnTo>
                    <a:pt x="1000" y="3111"/>
                  </a:lnTo>
                  <a:lnTo>
                    <a:pt x="1150" y="3168"/>
                  </a:lnTo>
                  <a:lnTo>
                    <a:pt x="1301" y="3206"/>
                  </a:lnTo>
                  <a:lnTo>
                    <a:pt x="1452" y="3243"/>
                  </a:lnTo>
                  <a:lnTo>
                    <a:pt x="1792" y="3243"/>
                  </a:lnTo>
                  <a:lnTo>
                    <a:pt x="1942" y="3206"/>
                  </a:lnTo>
                  <a:lnTo>
                    <a:pt x="2112" y="3168"/>
                  </a:lnTo>
                  <a:lnTo>
                    <a:pt x="2263" y="3111"/>
                  </a:lnTo>
                  <a:lnTo>
                    <a:pt x="2395" y="3055"/>
                  </a:lnTo>
                  <a:lnTo>
                    <a:pt x="2527" y="2961"/>
                  </a:lnTo>
                  <a:lnTo>
                    <a:pt x="2659" y="2866"/>
                  </a:lnTo>
                  <a:lnTo>
                    <a:pt x="2772" y="2772"/>
                  </a:lnTo>
                  <a:lnTo>
                    <a:pt x="2866" y="2659"/>
                  </a:lnTo>
                  <a:lnTo>
                    <a:pt x="2961" y="2527"/>
                  </a:lnTo>
                  <a:lnTo>
                    <a:pt x="3055" y="2395"/>
                  </a:lnTo>
                  <a:lnTo>
                    <a:pt x="3112" y="2263"/>
                  </a:lnTo>
                  <a:lnTo>
                    <a:pt x="3168" y="2112"/>
                  </a:lnTo>
                  <a:lnTo>
                    <a:pt x="3206" y="1942"/>
                  </a:lnTo>
                  <a:lnTo>
                    <a:pt x="3244" y="1791"/>
                  </a:lnTo>
                  <a:lnTo>
                    <a:pt x="3244" y="1622"/>
                  </a:lnTo>
                  <a:lnTo>
                    <a:pt x="3244" y="1452"/>
                  </a:lnTo>
                  <a:lnTo>
                    <a:pt x="3206" y="1301"/>
                  </a:lnTo>
                  <a:lnTo>
                    <a:pt x="3168" y="1150"/>
                  </a:lnTo>
                  <a:lnTo>
                    <a:pt x="3112" y="999"/>
                  </a:lnTo>
                  <a:lnTo>
                    <a:pt x="3055" y="849"/>
                  </a:lnTo>
                  <a:lnTo>
                    <a:pt x="2961" y="717"/>
                  </a:lnTo>
                  <a:lnTo>
                    <a:pt x="2866" y="603"/>
                  </a:lnTo>
                  <a:lnTo>
                    <a:pt x="2772" y="490"/>
                  </a:lnTo>
                  <a:lnTo>
                    <a:pt x="2659" y="377"/>
                  </a:lnTo>
                  <a:lnTo>
                    <a:pt x="2527" y="283"/>
                  </a:lnTo>
                  <a:lnTo>
                    <a:pt x="2395" y="207"/>
                  </a:lnTo>
                  <a:lnTo>
                    <a:pt x="2263" y="132"/>
                  </a:lnTo>
                  <a:lnTo>
                    <a:pt x="2112" y="75"/>
                  </a:lnTo>
                  <a:lnTo>
                    <a:pt x="1942" y="38"/>
                  </a:lnTo>
                  <a:lnTo>
                    <a:pt x="1792" y="19"/>
                  </a:lnTo>
                  <a:lnTo>
                    <a:pt x="162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9" name="Google Shape;7199;p34"/>
            <p:cNvSpPr/>
            <p:nvPr/>
          </p:nvSpPr>
          <p:spPr>
            <a:xfrm>
              <a:off x="2936954" y="2042792"/>
              <a:ext cx="117084" cy="117084"/>
            </a:xfrm>
            <a:custGeom>
              <a:avLst/>
              <a:gdLst/>
              <a:ahLst/>
              <a:cxnLst/>
              <a:rect l="l" t="t" r="r" b="b"/>
              <a:pathLst>
                <a:path w="8241" h="8241" extrusionOk="0">
                  <a:moveTo>
                    <a:pt x="4111" y="0"/>
                  </a:moveTo>
                  <a:lnTo>
                    <a:pt x="3696" y="19"/>
                  </a:lnTo>
                  <a:lnTo>
                    <a:pt x="3282" y="76"/>
                  </a:lnTo>
                  <a:lnTo>
                    <a:pt x="2886" y="189"/>
                  </a:lnTo>
                  <a:lnTo>
                    <a:pt x="2509" y="321"/>
                  </a:lnTo>
                  <a:lnTo>
                    <a:pt x="2150" y="491"/>
                  </a:lnTo>
                  <a:lnTo>
                    <a:pt x="1811" y="698"/>
                  </a:lnTo>
                  <a:lnTo>
                    <a:pt x="1490" y="943"/>
                  </a:lnTo>
                  <a:lnTo>
                    <a:pt x="1207" y="1207"/>
                  </a:lnTo>
                  <a:lnTo>
                    <a:pt x="943" y="1490"/>
                  </a:lnTo>
                  <a:lnTo>
                    <a:pt x="698" y="1811"/>
                  </a:lnTo>
                  <a:lnTo>
                    <a:pt x="491" y="2150"/>
                  </a:lnTo>
                  <a:lnTo>
                    <a:pt x="321" y="2508"/>
                  </a:lnTo>
                  <a:lnTo>
                    <a:pt x="189" y="2885"/>
                  </a:lnTo>
                  <a:lnTo>
                    <a:pt x="76" y="3281"/>
                  </a:lnTo>
                  <a:lnTo>
                    <a:pt x="19" y="3696"/>
                  </a:lnTo>
                  <a:lnTo>
                    <a:pt x="1" y="4111"/>
                  </a:lnTo>
                  <a:lnTo>
                    <a:pt x="19" y="4545"/>
                  </a:lnTo>
                  <a:lnTo>
                    <a:pt x="76" y="4941"/>
                  </a:lnTo>
                  <a:lnTo>
                    <a:pt x="189" y="5337"/>
                  </a:lnTo>
                  <a:lnTo>
                    <a:pt x="321" y="5714"/>
                  </a:lnTo>
                  <a:lnTo>
                    <a:pt x="491" y="6091"/>
                  </a:lnTo>
                  <a:lnTo>
                    <a:pt x="698" y="6430"/>
                  </a:lnTo>
                  <a:lnTo>
                    <a:pt x="943" y="6732"/>
                  </a:lnTo>
                  <a:lnTo>
                    <a:pt x="1207" y="7034"/>
                  </a:lnTo>
                  <a:lnTo>
                    <a:pt x="1490" y="7298"/>
                  </a:lnTo>
                  <a:lnTo>
                    <a:pt x="1811" y="7543"/>
                  </a:lnTo>
                  <a:lnTo>
                    <a:pt x="2150" y="7731"/>
                  </a:lnTo>
                  <a:lnTo>
                    <a:pt x="2509" y="7920"/>
                  </a:lnTo>
                  <a:lnTo>
                    <a:pt x="2886" y="8052"/>
                  </a:lnTo>
                  <a:lnTo>
                    <a:pt x="3282" y="8146"/>
                  </a:lnTo>
                  <a:lnTo>
                    <a:pt x="3696" y="8222"/>
                  </a:lnTo>
                  <a:lnTo>
                    <a:pt x="4111" y="8241"/>
                  </a:lnTo>
                  <a:lnTo>
                    <a:pt x="4545" y="8222"/>
                  </a:lnTo>
                  <a:lnTo>
                    <a:pt x="4941" y="8146"/>
                  </a:lnTo>
                  <a:lnTo>
                    <a:pt x="5337" y="8052"/>
                  </a:lnTo>
                  <a:lnTo>
                    <a:pt x="5714" y="7920"/>
                  </a:lnTo>
                  <a:lnTo>
                    <a:pt x="6072" y="7731"/>
                  </a:lnTo>
                  <a:lnTo>
                    <a:pt x="6412" y="7543"/>
                  </a:lnTo>
                  <a:lnTo>
                    <a:pt x="6732" y="7298"/>
                  </a:lnTo>
                  <a:lnTo>
                    <a:pt x="7034" y="7034"/>
                  </a:lnTo>
                  <a:lnTo>
                    <a:pt x="7298" y="6732"/>
                  </a:lnTo>
                  <a:lnTo>
                    <a:pt x="7524" y="6430"/>
                  </a:lnTo>
                  <a:lnTo>
                    <a:pt x="7732" y="6091"/>
                  </a:lnTo>
                  <a:lnTo>
                    <a:pt x="7901" y="5714"/>
                  </a:lnTo>
                  <a:lnTo>
                    <a:pt x="8052" y="5337"/>
                  </a:lnTo>
                  <a:lnTo>
                    <a:pt x="8147" y="4941"/>
                  </a:lnTo>
                  <a:lnTo>
                    <a:pt x="8203" y="4545"/>
                  </a:lnTo>
                  <a:lnTo>
                    <a:pt x="8241" y="4111"/>
                  </a:lnTo>
                  <a:lnTo>
                    <a:pt x="8203" y="3696"/>
                  </a:lnTo>
                  <a:lnTo>
                    <a:pt x="8147" y="3281"/>
                  </a:lnTo>
                  <a:lnTo>
                    <a:pt x="8052" y="2885"/>
                  </a:lnTo>
                  <a:lnTo>
                    <a:pt x="7901" y="2508"/>
                  </a:lnTo>
                  <a:lnTo>
                    <a:pt x="7732" y="2150"/>
                  </a:lnTo>
                  <a:lnTo>
                    <a:pt x="7524" y="1811"/>
                  </a:lnTo>
                  <a:lnTo>
                    <a:pt x="7298" y="1490"/>
                  </a:lnTo>
                  <a:lnTo>
                    <a:pt x="7034" y="1207"/>
                  </a:lnTo>
                  <a:lnTo>
                    <a:pt x="6732" y="943"/>
                  </a:lnTo>
                  <a:lnTo>
                    <a:pt x="6412" y="698"/>
                  </a:lnTo>
                  <a:lnTo>
                    <a:pt x="6072" y="491"/>
                  </a:lnTo>
                  <a:lnTo>
                    <a:pt x="5714" y="321"/>
                  </a:lnTo>
                  <a:lnTo>
                    <a:pt x="5337" y="189"/>
                  </a:lnTo>
                  <a:lnTo>
                    <a:pt x="4941" y="76"/>
                  </a:lnTo>
                  <a:lnTo>
                    <a:pt x="4545" y="19"/>
                  </a:lnTo>
                  <a:lnTo>
                    <a:pt x="411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0" name="Google Shape;7200;p34"/>
            <p:cNvSpPr/>
            <p:nvPr/>
          </p:nvSpPr>
          <p:spPr>
            <a:xfrm>
              <a:off x="2975797" y="2074944"/>
              <a:ext cx="45833" cy="46089"/>
            </a:xfrm>
            <a:custGeom>
              <a:avLst/>
              <a:gdLst/>
              <a:ahLst/>
              <a:cxnLst/>
              <a:rect l="l" t="t" r="r" b="b"/>
              <a:pathLst>
                <a:path w="3226" h="3244" extrusionOk="0">
                  <a:moveTo>
                    <a:pt x="1604" y="0"/>
                  </a:moveTo>
                  <a:lnTo>
                    <a:pt x="1453" y="19"/>
                  </a:lnTo>
                  <a:lnTo>
                    <a:pt x="1283" y="38"/>
                  </a:lnTo>
                  <a:lnTo>
                    <a:pt x="1132" y="75"/>
                  </a:lnTo>
                  <a:lnTo>
                    <a:pt x="981" y="132"/>
                  </a:lnTo>
                  <a:lnTo>
                    <a:pt x="849" y="207"/>
                  </a:lnTo>
                  <a:lnTo>
                    <a:pt x="717" y="283"/>
                  </a:lnTo>
                  <a:lnTo>
                    <a:pt x="585" y="377"/>
                  </a:lnTo>
                  <a:lnTo>
                    <a:pt x="472" y="490"/>
                  </a:lnTo>
                  <a:lnTo>
                    <a:pt x="359" y="603"/>
                  </a:lnTo>
                  <a:lnTo>
                    <a:pt x="265" y="717"/>
                  </a:lnTo>
                  <a:lnTo>
                    <a:pt x="189" y="849"/>
                  </a:lnTo>
                  <a:lnTo>
                    <a:pt x="114" y="999"/>
                  </a:lnTo>
                  <a:lnTo>
                    <a:pt x="76" y="1150"/>
                  </a:lnTo>
                  <a:lnTo>
                    <a:pt x="20" y="1301"/>
                  </a:lnTo>
                  <a:lnTo>
                    <a:pt x="1" y="1452"/>
                  </a:lnTo>
                  <a:lnTo>
                    <a:pt x="1" y="1622"/>
                  </a:lnTo>
                  <a:lnTo>
                    <a:pt x="1" y="1791"/>
                  </a:lnTo>
                  <a:lnTo>
                    <a:pt x="20" y="1942"/>
                  </a:lnTo>
                  <a:lnTo>
                    <a:pt x="76" y="2112"/>
                  </a:lnTo>
                  <a:lnTo>
                    <a:pt x="114" y="2263"/>
                  </a:lnTo>
                  <a:lnTo>
                    <a:pt x="189" y="2395"/>
                  </a:lnTo>
                  <a:lnTo>
                    <a:pt x="265" y="2527"/>
                  </a:lnTo>
                  <a:lnTo>
                    <a:pt x="359" y="2659"/>
                  </a:lnTo>
                  <a:lnTo>
                    <a:pt x="472" y="2772"/>
                  </a:lnTo>
                  <a:lnTo>
                    <a:pt x="585" y="2866"/>
                  </a:lnTo>
                  <a:lnTo>
                    <a:pt x="717" y="2961"/>
                  </a:lnTo>
                  <a:lnTo>
                    <a:pt x="849" y="3055"/>
                  </a:lnTo>
                  <a:lnTo>
                    <a:pt x="981" y="3111"/>
                  </a:lnTo>
                  <a:lnTo>
                    <a:pt x="1132" y="3168"/>
                  </a:lnTo>
                  <a:lnTo>
                    <a:pt x="1283" y="3206"/>
                  </a:lnTo>
                  <a:lnTo>
                    <a:pt x="1453" y="3243"/>
                  </a:lnTo>
                  <a:lnTo>
                    <a:pt x="1773" y="3243"/>
                  </a:lnTo>
                  <a:lnTo>
                    <a:pt x="1943" y="3206"/>
                  </a:lnTo>
                  <a:lnTo>
                    <a:pt x="2094" y="3168"/>
                  </a:lnTo>
                  <a:lnTo>
                    <a:pt x="2245" y="3111"/>
                  </a:lnTo>
                  <a:lnTo>
                    <a:pt x="2377" y="3055"/>
                  </a:lnTo>
                  <a:lnTo>
                    <a:pt x="2509" y="2961"/>
                  </a:lnTo>
                  <a:lnTo>
                    <a:pt x="2641" y="2866"/>
                  </a:lnTo>
                  <a:lnTo>
                    <a:pt x="2754" y="2772"/>
                  </a:lnTo>
                  <a:lnTo>
                    <a:pt x="2867" y="2659"/>
                  </a:lnTo>
                  <a:lnTo>
                    <a:pt x="2961" y="2527"/>
                  </a:lnTo>
                  <a:lnTo>
                    <a:pt x="3037" y="2395"/>
                  </a:lnTo>
                  <a:lnTo>
                    <a:pt x="3093" y="2263"/>
                  </a:lnTo>
                  <a:lnTo>
                    <a:pt x="3150" y="2112"/>
                  </a:lnTo>
                  <a:lnTo>
                    <a:pt x="3188" y="1942"/>
                  </a:lnTo>
                  <a:lnTo>
                    <a:pt x="3225" y="1791"/>
                  </a:lnTo>
                  <a:lnTo>
                    <a:pt x="3225" y="1622"/>
                  </a:lnTo>
                  <a:lnTo>
                    <a:pt x="3225" y="1452"/>
                  </a:lnTo>
                  <a:lnTo>
                    <a:pt x="3188" y="1301"/>
                  </a:lnTo>
                  <a:lnTo>
                    <a:pt x="3150" y="1150"/>
                  </a:lnTo>
                  <a:lnTo>
                    <a:pt x="3093" y="999"/>
                  </a:lnTo>
                  <a:lnTo>
                    <a:pt x="3037" y="849"/>
                  </a:lnTo>
                  <a:lnTo>
                    <a:pt x="2961" y="717"/>
                  </a:lnTo>
                  <a:lnTo>
                    <a:pt x="2867" y="603"/>
                  </a:lnTo>
                  <a:lnTo>
                    <a:pt x="2754" y="490"/>
                  </a:lnTo>
                  <a:lnTo>
                    <a:pt x="2641" y="377"/>
                  </a:lnTo>
                  <a:lnTo>
                    <a:pt x="2509" y="283"/>
                  </a:lnTo>
                  <a:lnTo>
                    <a:pt x="2377" y="207"/>
                  </a:lnTo>
                  <a:lnTo>
                    <a:pt x="2245" y="132"/>
                  </a:lnTo>
                  <a:lnTo>
                    <a:pt x="2094" y="75"/>
                  </a:lnTo>
                  <a:lnTo>
                    <a:pt x="1943" y="38"/>
                  </a:lnTo>
                  <a:lnTo>
                    <a:pt x="1773" y="19"/>
                  </a:lnTo>
                  <a:lnTo>
                    <a:pt x="160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1" name="Google Shape;7201;p34"/>
            <p:cNvSpPr/>
            <p:nvPr/>
          </p:nvSpPr>
          <p:spPr>
            <a:xfrm>
              <a:off x="2756391" y="2368286"/>
              <a:ext cx="207898" cy="207913"/>
            </a:xfrm>
            <a:custGeom>
              <a:avLst/>
              <a:gdLst/>
              <a:ahLst/>
              <a:cxnLst/>
              <a:rect l="l" t="t" r="r" b="b"/>
              <a:pathLst>
                <a:path w="14633" h="14634" extrusionOk="0">
                  <a:moveTo>
                    <a:pt x="6940" y="1"/>
                  </a:moveTo>
                  <a:lnTo>
                    <a:pt x="6581" y="38"/>
                  </a:lnTo>
                  <a:lnTo>
                    <a:pt x="6204" y="76"/>
                  </a:lnTo>
                  <a:lnTo>
                    <a:pt x="5846" y="152"/>
                  </a:lnTo>
                  <a:lnTo>
                    <a:pt x="5488" y="227"/>
                  </a:lnTo>
                  <a:lnTo>
                    <a:pt x="5148" y="321"/>
                  </a:lnTo>
                  <a:lnTo>
                    <a:pt x="4809" y="434"/>
                  </a:lnTo>
                  <a:lnTo>
                    <a:pt x="4469" y="566"/>
                  </a:lnTo>
                  <a:lnTo>
                    <a:pt x="4149" y="717"/>
                  </a:lnTo>
                  <a:lnTo>
                    <a:pt x="3828" y="868"/>
                  </a:lnTo>
                  <a:lnTo>
                    <a:pt x="3527" y="1057"/>
                  </a:lnTo>
                  <a:lnTo>
                    <a:pt x="3225" y="1245"/>
                  </a:lnTo>
                  <a:lnTo>
                    <a:pt x="2942" y="1453"/>
                  </a:lnTo>
                  <a:lnTo>
                    <a:pt x="2659" y="1660"/>
                  </a:lnTo>
                  <a:lnTo>
                    <a:pt x="2395" y="1886"/>
                  </a:lnTo>
                  <a:lnTo>
                    <a:pt x="2150" y="2131"/>
                  </a:lnTo>
                  <a:lnTo>
                    <a:pt x="1905" y="2395"/>
                  </a:lnTo>
                  <a:lnTo>
                    <a:pt x="1679" y="2659"/>
                  </a:lnTo>
                  <a:lnTo>
                    <a:pt x="1452" y="2942"/>
                  </a:lnTo>
                  <a:lnTo>
                    <a:pt x="1245" y="3225"/>
                  </a:lnTo>
                  <a:lnTo>
                    <a:pt x="1056" y="3508"/>
                  </a:lnTo>
                  <a:lnTo>
                    <a:pt x="887" y="3829"/>
                  </a:lnTo>
                  <a:lnTo>
                    <a:pt x="717" y="4130"/>
                  </a:lnTo>
                  <a:lnTo>
                    <a:pt x="585" y="4470"/>
                  </a:lnTo>
                  <a:lnTo>
                    <a:pt x="453" y="4790"/>
                  </a:lnTo>
                  <a:lnTo>
                    <a:pt x="340" y="5130"/>
                  </a:lnTo>
                  <a:lnTo>
                    <a:pt x="227" y="5488"/>
                  </a:lnTo>
                  <a:lnTo>
                    <a:pt x="151" y="5846"/>
                  </a:lnTo>
                  <a:lnTo>
                    <a:pt x="95" y="6204"/>
                  </a:lnTo>
                  <a:lnTo>
                    <a:pt x="38" y="6563"/>
                  </a:lnTo>
                  <a:lnTo>
                    <a:pt x="19" y="6940"/>
                  </a:lnTo>
                  <a:lnTo>
                    <a:pt x="0" y="7317"/>
                  </a:lnTo>
                  <a:lnTo>
                    <a:pt x="19" y="7694"/>
                  </a:lnTo>
                  <a:lnTo>
                    <a:pt x="38" y="8052"/>
                  </a:lnTo>
                  <a:lnTo>
                    <a:pt x="95" y="8429"/>
                  </a:lnTo>
                  <a:lnTo>
                    <a:pt x="151" y="8788"/>
                  </a:lnTo>
                  <a:lnTo>
                    <a:pt x="227" y="9146"/>
                  </a:lnTo>
                  <a:lnTo>
                    <a:pt x="340" y="9485"/>
                  </a:lnTo>
                  <a:lnTo>
                    <a:pt x="453" y="9825"/>
                  </a:lnTo>
                  <a:lnTo>
                    <a:pt x="585" y="10164"/>
                  </a:lnTo>
                  <a:lnTo>
                    <a:pt x="717" y="10485"/>
                  </a:lnTo>
                  <a:lnTo>
                    <a:pt x="887" y="10805"/>
                  </a:lnTo>
                  <a:lnTo>
                    <a:pt x="1056" y="11107"/>
                  </a:lnTo>
                  <a:lnTo>
                    <a:pt x="1245" y="11409"/>
                  </a:lnTo>
                  <a:lnTo>
                    <a:pt x="1452" y="11692"/>
                  </a:lnTo>
                  <a:lnTo>
                    <a:pt x="1679" y="11974"/>
                  </a:lnTo>
                  <a:lnTo>
                    <a:pt x="1905" y="12238"/>
                  </a:lnTo>
                  <a:lnTo>
                    <a:pt x="2150" y="12484"/>
                  </a:lnTo>
                  <a:lnTo>
                    <a:pt x="2395" y="12729"/>
                  </a:lnTo>
                  <a:lnTo>
                    <a:pt x="2659" y="12955"/>
                  </a:lnTo>
                  <a:lnTo>
                    <a:pt x="2942" y="13181"/>
                  </a:lnTo>
                  <a:lnTo>
                    <a:pt x="3225" y="13389"/>
                  </a:lnTo>
                  <a:lnTo>
                    <a:pt x="3527" y="13577"/>
                  </a:lnTo>
                  <a:lnTo>
                    <a:pt x="3828" y="13747"/>
                  </a:lnTo>
                  <a:lnTo>
                    <a:pt x="4149" y="13917"/>
                  </a:lnTo>
                  <a:lnTo>
                    <a:pt x="4469" y="14049"/>
                  </a:lnTo>
                  <a:lnTo>
                    <a:pt x="4809" y="14181"/>
                  </a:lnTo>
                  <a:lnTo>
                    <a:pt x="5148" y="14294"/>
                  </a:lnTo>
                  <a:lnTo>
                    <a:pt x="5488" y="14407"/>
                  </a:lnTo>
                  <a:lnTo>
                    <a:pt x="5846" y="14482"/>
                  </a:lnTo>
                  <a:lnTo>
                    <a:pt x="6204" y="14539"/>
                  </a:lnTo>
                  <a:lnTo>
                    <a:pt x="6581" y="14595"/>
                  </a:lnTo>
                  <a:lnTo>
                    <a:pt x="6940" y="14614"/>
                  </a:lnTo>
                  <a:lnTo>
                    <a:pt x="7317" y="14633"/>
                  </a:lnTo>
                  <a:lnTo>
                    <a:pt x="7694" y="14614"/>
                  </a:lnTo>
                  <a:lnTo>
                    <a:pt x="8071" y="14595"/>
                  </a:lnTo>
                  <a:lnTo>
                    <a:pt x="8429" y="14539"/>
                  </a:lnTo>
                  <a:lnTo>
                    <a:pt x="8806" y="14482"/>
                  </a:lnTo>
                  <a:lnTo>
                    <a:pt x="9146" y="14407"/>
                  </a:lnTo>
                  <a:lnTo>
                    <a:pt x="9504" y="14294"/>
                  </a:lnTo>
                  <a:lnTo>
                    <a:pt x="9843" y="14181"/>
                  </a:lnTo>
                  <a:lnTo>
                    <a:pt x="10164" y="14049"/>
                  </a:lnTo>
                  <a:lnTo>
                    <a:pt x="10503" y="13917"/>
                  </a:lnTo>
                  <a:lnTo>
                    <a:pt x="10805" y="13747"/>
                  </a:lnTo>
                  <a:lnTo>
                    <a:pt x="11126" y="13577"/>
                  </a:lnTo>
                  <a:lnTo>
                    <a:pt x="11409" y="13389"/>
                  </a:lnTo>
                  <a:lnTo>
                    <a:pt x="11710" y="13181"/>
                  </a:lnTo>
                  <a:lnTo>
                    <a:pt x="11974" y="12955"/>
                  </a:lnTo>
                  <a:lnTo>
                    <a:pt x="12238" y="12729"/>
                  </a:lnTo>
                  <a:lnTo>
                    <a:pt x="12502" y="12484"/>
                  </a:lnTo>
                  <a:lnTo>
                    <a:pt x="12747" y="12238"/>
                  </a:lnTo>
                  <a:lnTo>
                    <a:pt x="12974" y="11974"/>
                  </a:lnTo>
                  <a:lnTo>
                    <a:pt x="13181" y="11692"/>
                  </a:lnTo>
                  <a:lnTo>
                    <a:pt x="13388" y="11409"/>
                  </a:lnTo>
                  <a:lnTo>
                    <a:pt x="13577" y="11107"/>
                  </a:lnTo>
                  <a:lnTo>
                    <a:pt x="13766" y="10805"/>
                  </a:lnTo>
                  <a:lnTo>
                    <a:pt x="13916" y="10485"/>
                  </a:lnTo>
                  <a:lnTo>
                    <a:pt x="14067" y="10164"/>
                  </a:lnTo>
                  <a:lnTo>
                    <a:pt x="14199" y="9825"/>
                  </a:lnTo>
                  <a:lnTo>
                    <a:pt x="14312" y="9485"/>
                  </a:lnTo>
                  <a:lnTo>
                    <a:pt x="14407" y="9146"/>
                  </a:lnTo>
                  <a:lnTo>
                    <a:pt x="14501" y="8788"/>
                  </a:lnTo>
                  <a:lnTo>
                    <a:pt x="14558" y="8429"/>
                  </a:lnTo>
                  <a:lnTo>
                    <a:pt x="14595" y="8052"/>
                  </a:lnTo>
                  <a:lnTo>
                    <a:pt x="14633" y="7694"/>
                  </a:lnTo>
                  <a:lnTo>
                    <a:pt x="14633" y="7317"/>
                  </a:lnTo>
                  <a:lnTo>
                    <a:pt x="14633" y="6940"/>
                  </a:lnTo>
                  <a:lnTo>
                    <a:pt x="14595" y="6563"/>
                  </a:lnTo>
                  <a:lnTo>
                    <a:pt x="14558" y="6204"/>
                  </a:lnTo>
                  <a:lnTo>
                    <a:pt x="14501" y="5846"/>
                  </a:lnTo>
                  <a:lnTo>
                    <a:pt x="14407" y="5488"/>
                  </a:lnTo>
                  <a:lnTo>
                    <a:pt x="14312" y="5130"/>
                  </a:lnTo>
                  <a:lnTo>
                    <a:pt x="14199" y="4790"/>
                  </a:lnTo>
                  <a:lnTo>
                    <a:pt x="14067" y="4470"/>
                  </a:lnTo>
                  <a:lnTo>
                    <a:pt x="13916" y="4130"/>
                  </a:lnTo>
                  <a:lnTo>
                    <a:pt x="13766" y="3829"/>
                  </a:lnTo>
                  <a:lnTo>
                    <a:pt x="13577" y="3508"/>
                  </a:lnTo>
                  <a:lnTo>
                    <a:pt x="13388" y="3225"/>
                  </a:lnTo>
                  <a:lnTo>
                    <a:pt x="13181" y="2942"/>
                  </a:lnTo>
                  <a:lnTo>
                    <a:pt x="12974" y="2659"/>
                  </a:lnTo>
                  <a:lnTo>
                    <a:pt x="12747" y="2395"/>
                  </a:lnTo>
                  <a:lnTo>
                    <a:pt x="12502" y="2131"/>
                  </a:lnTo>
                  <a:lnTo>
                    <a:pt x="12238" y="1886"/>
                  </a:lnTo>
                  <a:lnTo>
                    <a:pt x="11974" y="1660"/>
                  </a:lnTo>
                  <a:lnTo>
                    <a:pt x="11710" y="1453"/>
                  </a:lnTo>
                  <a:lnTo>
                    <a:pt x="11409" y="1245"/>
                  </a:lnTo>
                  <a:lnTo>
                    <a:pt x="11126" y="1057"/>
                  </a:lnTo>
                  <a:lnTo>
                    <a:pt x="10805" y="868"/>
                  </a:lnTo>
                  <a:lnTo>
                    <a:pt x="10503" y="717"/>
                  </a:lnTo>
                  <a:lnTo>
                    <a:pt x="10164" y="566"/>
                  </a:lnTo>
                  <a:lnTo>
                    <a:pt x="9843" y="434"/>
                  </a:lnTo>
                  <a:lnTo>
                    <a:pt x="9504" y="321"/>
                  </a:lnTo>
                  <a:lnTo>
                    <a:pt x="9146" y="227"/>
                  </a:lnTo>
                  <a:lnTo>
                    <a:pt x="8806" y="152"/>
                  </a:lnTo>
                  <a:lnTo>
                    <a:pt x="8429" y="76"/>
                  </a:lnTo>
                  <a:lnTo>
                    <a:pt x="8071" y="38"/>
                  </a:lnTo>
                  <a:lnTo>
                    <a:pt x="7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2" name="Google Shape;7202;p34"/>
            <p:cNvSpPr/>
            <p:nvPr/>
          </p:nvSpPr>
          <p:spPr>
            <a:xfrm>
              <a:off x="2800320" y="2403649"/>
              <a:ext cx="120309" cy="136378"/>
            </a:xfrm>
            <a:custGeom>
              <a:avLst/>
              <a:gdLst/>
              <a:ahLst/>
              <a:cxnLst/>
              <a:rect l="l" t="t" r="r" b="b"/>
              <a:pathLst>
                <a:path w="8468" h="9599" extrusionOk="0">
                  <a:moveTo>
                    <a:pt x="4225" y="1"/>
                  </a:moveTo>
                  <a:lnTo>
                    <a:pt x="4017" y="20"/>
                  </a:lnTo>
                  <a:lnTo>
                    <a:pt x="3791" y="38"/>
                  </a:lnTo>
                  <a:lnTo>
                    <a:pt x="3584" y="57"/>
                  </a:lnTo>
                  <a:lnTo>
                    <a:pt x="3376" y="95"/>
                  </a:lnTo>
                  <a:lnTo>
                    <a:pt x="3169" y="152"/>
                  </a:lnTo>
                  <a:lnTo>
                    <a:pt x="2980" y="227"/>
                  </a:lnTo>
                  <a:lnTo>
                    <a:pt x="2773" y="302"/>
                  </a:lnTo>
                  <a:lnTo>
                    <a:pt x="2584" y="378"/>
                  </a:lnTo>
                  <a:lnTo>
                    <a:pt x="2207" y="585"/>
                  </a:lnTo>
                  <a:lnTo>
                    <a:pt x="1868" y="830"/>
                  </a:lnTo>
                  <a:lnTo>
                    <a:pt x="1528" y="1094"/>
                  </a:lnTo>
                  <a:lnTo>
                    <a:pt x="1245" y="1415"/>
                  </a:lnTo>
                  <a:lnTo>
                    <a:pt x="963" y="1754"/>
                  </a:lnTo>
                  <a:lnTo>
                    <a:pt x="717" y="2132"/>
                  </a:lnTo>
                  <a:lnTo>
                    <a:pt x="510" y="2509"/>
                  </a:lnTo>
                  <a:lnTo>
                    <a:pt x="321" y="2942"/>
                  </a:lnTo>
                  <a:lnTo>
                    <a:pt x="189" y="3376"/>
                  </a:lnTo>
                  <a:lnTo>
                    <a:pt x="76" y="3829"/>
                  </a:lnTo>
                  <a:lnTo>
                    <a:pt x="20" y="4319"/>
                  </a:lnTo>
                  <a:lnTo>
                    <a:pt x="1" y="4809"/>
                  </a:lnTo>
                  <a:lnTo>
                    <a:pt x="20" y="5299"/>
                  </a:lnTo>
                  <a:lnTo>
                    <a:pt x="76" y="5771"/>
                  </a:lnTo>
                  <a:lnTo>
                    <a:pt x="189" y="6223"/>
                  </a:lnTo>
                  <a:lnTo>
                    <a:pt x="321" y="6676"/>
                  </a:lnTo>
                  <a:lnTo>
                    <a:pt x="510" y="7091"/>
                  </a:lnTo>
                  <a:lnTo>
                    <a:pt x="717" y="7487"/>
                  </a:lnTo>
                  <a:lnTo>
                    <a:pt x="963" y="7845"/>
                  </a:lnTo>
                  <a:lnTo>
                    <a:pt x="1245" y="8184"/>
                  </a:lnTo>
                  <a:lnTo>
                    <a:pt x="1528" y="8505"/>
                  </a:lnTo>
                  <a:lnTo>
                    <a:pt x="1868" y="8769"/>
                  </a:lnTo>
                  <a:lnTo>
                    <a:pt x="2207" y="9014"/>
                  </a:lnTo>
                  <a:lnTo>
                    <a:pt x="2584" y="9221"/>
                  </a:lnTo>
                  <a:lnTo>
                    <a:pt x="2773" y="9316"/>
                  </a:lnTo>
                  <a:lnTo>
                    <a:pt x="2980" y="9391"/>
                  </a:lnTo>
                  <a:lnTo>
                    <a:pt x="3169" y="9448"/>
                  </a:lnTo>
                  <a:lnTo>
                    <a:pt x="3376" y="9504"/>
                  </a:lnTo>
                  <a:lnTo>
                    <a:pt x="3584" y="9542"/>
                  </a:lnTo>
                  <a:lnTo>
                    <a:pt x="3791" y="9580"/>
                  </a:lnTo>
                  <a:lnTo>
                    <a:pt x="4017" y="9599"/>
                  </a:lnTo>
                  <a:lnTo>
                    <a:pt x="4451" y="9599"/>
                  </a:lnTo>
                  <a:lnTo>
                    <a:pt x="4658" y="9580"/>
                  </a:lnTo>
                  <a:lnTo>
                    <a:pt x="4866" y="9542"/>
                  </a:lnTo>
                  <a:lnTo>
                    <a:pt x="5092" y="9504"/>
                  </a:lnTo>
                  <a:lnTo>
                    <a:pt x="5281" y="9448"/>
                  </a:lnTo>
                  <a:lnTo>
                    <a:pt x="5488" y="9391"/>
                  </a:lnTo>
                  <a:lnTo>
                    <a:pt x="5677" y="9316"/>
                  </a:lnTo>
                  <a:lnTo>
                    <a:pt x="5884" y="9221"/>
                  </a:lnTo>
                  <a:lnTo>
                    <a:pt x="6242" y="9014"/>
                  </a:lnTo>
                  <a:lnTo>
                    <a:pt x="6601" y="8769"/>
                  </a:lnTo>
                  <a:lnTo>
                    <a:pt x="6921" y="8505"/>
                  </a:lnTo>
                  <a:lnTo>
                    <a:pt x="7223" y="8184"/>
                  </a:lnTo>
                  <a:lnTo>
                    <a:pt x="7506" y="7845"/>
                  </a:lnTo>
                  <a:lnTo>
                    <a:pt x="7751" y="7487"/>
                  </a:lnTo>
                  <a:lnTo>
                    <a:pt x="7958" y="7091"/>
                  </a:lnTo>
                  <a:lnTo>
                    <a:pt x="8128" y="6676"/>
                  </a:lnTo>
                  <a:lnTo>
                    <a:pt x="8279" y="6223"/>
                  </a:lnTo>
                  <a:lnTo>
                    <a:pt x="8373" y="5771"/>
                  </a:lnTo>
                  <a:lnTo>
                    <a:pt x="8449" y="5299"/>
                  </a:lnTo>
                  <a:lnTo>
                    <a:pt x="8467" y="4809"/>
                  </a:lnTo>
                  <a:lnTo>
                    <a:pt x="8449" y="4319"/>
                  </a:lnTo>
                  <a:lnTo>
                    <a:pt x="8373" y="3829"/>
                  </a:lnTo>
                  <a:lnTo>
                    <a:pt x="8279" y="3376"/>
                  </a:lnTo>
                  <a:lnTo>
                    <a:pt x="8128" y="2942"/>
                  </a:lnTo>
                  <a:lnTo>
                    <a:pt x="7958" y="2509"/>
                  </a:lnTo>
                  <a:lnTo>
                    <a:pt x="7751" y="2132"/>
                  </a:lnTo>
                  <a:lnTo>
                    <a:pt x="7506" y="1754"/>
                  </a:lnTo>
                  <a:lnTo>
                    <a:pt x="7223" y="1415"/>
                  </a:lnTo>
                  <a:lnTo>
                    <a:pt x="6921" y="1094"/>
                  </a:lnTo>
                  <a:lnTo>
                    <a:pt x="6601" y="830"/>
                  </a:lnTo>
                  <a:lnTo>
                    <a:pt x="6242" y="585"/>
                  </a:lnTo>
                  <a:lnTo>
                    <a:pt x="5884" y="378"/>
                  </a:lnTo>
                  <a:lnTo>
                    <a:pt x="5677" y="302"/>
                  </a:lnTo>
                  <a:lnTo>
                    <a:pt x="5488" y="227"/>
                  </a:lnTo>
                  <a:lnTo>
                    <a:pt x="5281" y="152"/>
                  </a:lnTo>
                  <a:lnTo>
                    <a:pt x="5092" y="95"/>
                  </a:lnTo>
                  <a:lnTo>
                    <a:pt x="4866" y="57"/>
                  </a:lnTo>
                  <a:lnTo>
                    <a:pt x="4658" y="38"/>
                  </a:lnTo>
                  <a:lnTo>
                    <a:pt x="4451" y="20"/>
                  </a:lnTo>
                  <a:lnTo>
                    <a:pt x="4225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3" name="Google Shape;7203;p34"/>
            <p:cNvSpPr/>
            <p:nvPr/>
          </p:nvSpPr>
          <p:spPr>
            <a:xfrm>
              <a:off x="2894090" y="2493937"/>
              <a:ext cx="79576" cy="97520"/>
            </a:xfrm>
            <a:custGeom>
              <a:avLst/>
              <a:gdLst/>
              <a:ahLst/>
              <a:cxnLst/>
              <a:rect l="l" t="t" r="r" b="b"/>
              <a:pathLst>
                <a:path w="5601" h="6864" extrusionOk="0">
                  <a:moveTo>
                    <a:pt x="1962" y="0"/>
                  </a:moveTo>
                  <a:lnTo>
                    <a:pt x="1679" y="38"/>
                  </a:lnTo>
                  <a:lnTo>
                    <a:pt x="1547" y="57"/>
                  </a:lnTo>
                  <a:lnTo>
                    <a:pt x="1434" y="95"/>
                  </a:lnTo>
                  <a:lnTo>
                    <a:pt x="1321" y="132"/>
                  </a:lnTo>
                  <a:lnTo>
                    <a:pt x="1207" y="189"/>
                  </a:lnTo>
                  <a:lnTo>
                    <a:pt x="1019" y="340"/>
                  </a:lnTo>
                  <a:lnTo>
                    <a:pt x="830" y="509"/>
                  </a:lnTo>
                  <a:lnTo>
                    <a:pt x="679" y="717"/>
                  </a:lnTo>
                  <a:lnTo>
                    <a:pt x="547" y="962"/>
                  </a:lnTo>
                  <a:lnTo>
                    <a:pt x="434" y="1226"/>
                  </a:lnTo>
                  <a:lnTo>
                    <a:pt x="321" y="1509"/>
                  </a:lnTo>
                  <a:lnTo>
                    <a:pt x="246" y="1829"/>
                  </a:lnTo>
                  <a:lnTo>
                    <a:pt x="170" y="2188"/>
                  </a:lnTo>
                  <a:lnTo>
                    <a:pt x="114" y="2546"/>
                  </a:lnTo>
                  <a:lnTo>
                    <a:pt x="76" y="2923"/>
                  </a:lnTo>
                  <a:lnTo>
                    <a:pt x="38" y="3319"/>
                  </a:lnTo>
                  <a:lnTo>
                    <a:pt x="1" y="4168"/>
                  </a:lnTo>
                  <a:lnTo>
                    <a:pt x="1" y="4432"/>
                  </a:lnTo>
                  <a:lnTo>
                    <a:pt x="38" y="4696"/>
                  </a:lnTo>
                  <a:lnTo>
                    <a:pt x="95" y="4960"/>
                  </a:lnTo>
                  <a:lnTo>
                    <a:pt x="170" y="5205"/>
                  </a:lnTo>
                  <a:lnTo>
                    <a:pt x="283" y="5450"/>
                  </a:lnTo>
                  <a:lnTo>
                    <a:pt x="397" y="5657"/>
                  </a:lnTo>
                  <a:lnTo>
                    <a:pt x="547" y="5883"/>
                  </a:lnTo>
                  <a:lnTo>
                    <a:pt x="698" y="6072"/>
                  </a:lnTo>
                  <a:lnTo>
                    <a:pt x="887" y="6242"/>
                  </a:lnTo>
                  <a:lnTo>
                    <a:pt x="1075" y="6393"/>
                  </a:lnTo>
                  <a:lnTo>
                    <a:pt x="1283" y="6543"/>
                  </a:lnTo>
                  <a:lnTo>
                    <a:pt x="1509" y="6657"/>
                  </a:lnTo>
                  <a:lnTo>
                    <a:pt x="1735" y="6732"/>
                  </a:lnTo>
                  <a:lnTo>
                    <a:pt x="1981" y="6807"/>
                  </a:lnTo>
                  <a:lnTo>
                    <a:pt x="2226" y="6845"/>
                  </a:lnTo>
                  <a:lnTo>
                    <a:pt x="2490" y="6864"/>
                  </a:lnTo>
                  <a:lnTo>
                    <a:pt x="2678" y="6864"/>
                  </a:lnTo>
                  <a:lnTo>
                    <a:pt x="2848" y="6845"/>
                  </a:lnTo>
                  <a:lnTo>
                    <a:pt x="3018" y="6807"/>
                  </a:lnTo>
                  <a:lnTo>
                    <a:pt x="3168" y="6770"/>
                  </a:lnTo>
                  <a:lnTo>
                    <a:pt x="3338" y="6713"/>
                  </a:lnTo>
                  <a:lnTo>
                    <a:pt x="3489" y="6638"/>
                  </a:lnTo>
                  <a:lnTo>
                    <a:pt x="3659" y="6562"/>
                  </a:lnTo>
                  <a:lnTo>
                    <a:pt x="3791" y="6468"/>
                  </a:lnTo>
                  <a:lnTo>
                    <a:pt x="3942" y="6374"/>
                  </a:lnTo>
                  <a:lnTo>
                    <a:pt x="4074" y="6279"/>
                  </a:lnTo>
                  <a:lnTo>
                    <a:pt x="4206" y="6147"/>
                  </a:lnTo>
                  <a:lnTo>
                    <a:pt x="4319" y="6034"/>
                  </a:lnTo>
                  <a:lnTo>
                    <a:pt x="4432" y="5883"/>
                  </a:lnTo>
                  <a:lnTo>
                    <a:pt x="4545" y="5751"/>
                  </a:lnTo>
                  <a:lnTo>
                    <a:pt x="4639" y="5601"/>
                  </a:lnTo>
                  <a:lnTo>
                    <a:pt x="4715" y="5431"/>
                  </a:lnTo>
                  <a:lnTo>
                    <a:pt x="4979" y="4865"/>
                  </a:lnTo>
                  <a:lnTo>
                    <a:pt x="5205" y="4318"/>
                  </a:lnTo>
                  <a:lnTo>
                    <a:pt x="5375" y="3809"/>
                  </a:lnTo>
                  <a:lnTo>
                    <a:pt x="5507" y="3300"/>
                  </a:lnTo>
                  <a:lnTo>
                    <a:pt x="5544" y="3055"/>
                  </a:lnTo>
                  <a:lnTo>
                    <a:pt x="5582" y="2829"/>
                  </a:lnTo>
                  <a:lnTo>
                    <a:pt x="5601" y="2602"/>
                  </a:lnTo>
                  <a:lnTo>
                    <a:pt x="5601" y="2376"/>
                  </a:lnTo>
                  <a:lnTo>
                    <a:pt x="5582" y="2169"/>
                  </a:lnTo>
                  <a:lnTo>
                    <a:pt x="5563" y="1961"/>
                  </a:lnTo>
                  <a:lnTo>
                    <a:pt x="5526" y="1773"/>
                  </a:lnTo>
                  <a:lnTo>
                    <a:pt x="5469" y="1584"/>
                  </a:lnTo>
                  <a:lnTo>
                    <a:pt x="5394" y="1396"/>
                  </a:lnTo>
                  <a:lnTo>
                    <a:pt x="5299" y="1226"/>
                  </a:lnTo>
                  <a:lnTo>
                    <a:pt x="5186" y="1075"/>
                  </a:lnTo>
                  <a:lnTo>
                    <a:pt x="5054" y="924"/>
                  </a:lnTo>
                  <a:lnTo>
                    <a:pt x="4922" y="773"/>
                  </a:lnTo>
                  <a:lnTo>
                    <a:pt x="4752" y="660"/>
                  </a:lnTo>
                  <a:lnTo>
                    <a:pt x="4564" y="528"/>
                  </a:lnTo>
                  <a:lnTo>
                    <a:pt x="4356" y="434"/>
                  </a:lnTo>
                  <a:lnTo>
                    <a:pt x="4130" y="340"/>
                  </a:lnTo>
                  <a:lnTo>
                    <a:pt x="3885" y="245"/>
                  </a:lnTo>
                  <a:lnTo>
                    <a:pt x="3621" y="170"/>
                  </a:lnTo>
                  <a:lnTo>
                    <a:pt x="3338" y="113"/>
                  </a:lnTo>
                  <a:lnTo>
                    <a:pt x="3036" y="76"/>
                  </a:lnTo>
                  <a:lnTo>
                    <a:pt x="2697" y="38"/>
                  </a:lnTo>
                  <a:lnTo>
                    <a:pt x="2339" y="19"/>
                  </a:lnTo>
                  <a:lnTo>
                    <a:pt x="196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4" name="Google Shape;7204;p34"/>
            <p:cNvSpPr/>
            <p:nvPr/>
          </p:nvSpPr>
          <p:spPr>
            <a:xfrm>
              <a:off x="2747284" y="2493937"/>
              <a:ext cx="79576" cy="97520"/>
            </a:xfrm>
            <a:custGeom>
              <a:avLst/>
              <a:gdLst/>
              <a:ahLst/>
              <a:cxnLst/>
              <a:rect l="l" t="t" r="r" b="b"/>
              <a:pathLst>
                <a:path w="5601" h="6864" extrusionOk="0">
                  <a:moveTo>
                    <a:pt x="3640" y="0"/>
                  </a:moveTo>
                  <a:lnTo>
                    <a:pt x="3263" y="19"/>
                  </a:lnTo>
                  <a:lnTo>
                    <a:pt x="2904" y="38"/>
                  </a:lnTo>
                  <a:lnTo>
                    <a:pt x="2565" y="76"/>
                  </a:lnTo>
                  <a:lnTo>
                    <a:pt x="2263" y="113"/>
                  </a:lnTo>
                  <a:lnTo>
                    <a:pt x="1961" y="170"/>
                  </a:lnTo>
                  <a:lnTo>
                    <a:pt x="1697" y="245"/>
                  </a:lnTo>
                  <a:lnTo>
                    <a:pt x="1452" y="340"/>
                  </a:lnTo>
                  <a:lnTo>
                    <a:pt x="1226" y="434"/>
                  </a:lnTo>
                  <a:lnTo>
                    <a:pt x="1019" y="528"/>
                  </a:lnTo>
                  <a:lnTo>
                    <a:pt x="849" y="660"/>
                  </a:lnTo>
                  <a:lnTo>
                    <a:pt x="679" y="773"/>
                  </a:lnTo>
                  <a:lnTo>
                    <a:pt x="528" y="924"/>
                  </a:lnTo>
                  <a:lnTo>
                    <a:pt x="415" y="1075"/>
                  </a:lnTo>
                  <a:lnTo>
                    <a:pt x="302" y="1226"/>
                  </a:lnTo>
                  <a:lnTo>
                    <a:pt x="208" y="1396"/>
                  </a:lnTo>
                  <a:lnTo>
                    <a:pt x="132" y="1584"/>
                  </a:lnTo>
                  <a:lnTo>
                    <a:pt x="76" y="1773"/>
                  </a:lnTo>
                  <a:lnTo>
                    <a:pt x="38" y="1961"/>
                  </a:lnTo>
                  <a:lnTo>
                    <a:pt x="0" y="2169"/>
                  </a:lnTo>
                  <a:lnTo>
                    <a:pt x="0" y="2376"/>
                  </a:lnTo>
                  <a:lnTo>
                    <a:pt x="0" y="2602"/>
                  </a:lnTo>
                  <a:lnTo>
                    <a:pt x="19" y="2829"/>
                  </a:lnTo>
                  <a:lnTo>
                    <a:pt x="38" y="3055"/>
                  </a:lnTo>
                  <a:lnTo>
                    <a:pt x="95" y="3300"/>
                  </a:lnTo>
                  <a:lnTo>
                    <a:pt x="227" y="3809"/>
                  </a:lnTo>
                  <a:lnTo>
                    <a:pt x="396" y="4318"/>
                  </a:lnTo>
                  <a:lnTo>
                    <a:pt x="623" y="4865"/>
                  </a:lnTo>
                  <a:lnTo>
                    <a:pt x="868" y="5431"/>
                  </a:lnTo>
                  <a:lnTo>
                    <a:pt x="962" y="5601"/>
                  </a:lnTo>
                  <a:lnTo>
                    <a:pt x="1056" y="5751"/>
                  </a:lnTo>
                  <a:lnTo>
                    <a:pt x="1151" y="5883"/>
                  </a:lnTo>
                  <a:lnTo>
                    <a:pt x="1264" y="6034"/>
                  </a:lnTo>
                  <a:lnTo>
                    <a:pt x="1396" y="6147"/>
                  </a:lnTo>
                  <a:lnTo>
                    <a:pt x="1528" y="6279"/>
                  </a:lnTo>
                  <a:lnTo>
                    <a:pt x="1660" y="6374"/>
                  </a:lnTo>
                  <a:lnTo>
                    <a:pt x="1792" y="6468"/>
                  </a:lnTo>
                  <a:lnTo>
                    <a:pt x="1943" y="6562"/>
                  </a:lnTo>
                  <a:lnTo>
                    <a:pt x="2093" y="6638"/>
                  </a:lnTo>
                  <a:lnTo>
                    <a:pt x="2263" y="6713"/>
                  </a:lnTo>
                  <a:lnTo>
                    <a:pt x="2414" y="6770"/>
                  </a:lnTo>
                  <a:lnTo>
                    <a:pt x="2584" y="6807"/>
                  </a:lnTo>
                  <a:lnTo>
                    <a:pt x="2753" y="6845"/>
                  </a:lnTo>
                  <a:lnTo>
                    <a:pt x="2923" y="6864"/>
                  </a:lnTo>
                  <a:lnTo>
                    <a:pt x="3093" y="6864"/>
                  </a:lnTo>
                  <a:lnTo>
                    <a:pt x="3357" y="6845"/>
                  </a:lnTo>
                  <a:lnTo>
                    <a:pt x="3621" y="6807"/>
                  </a:lnTo>
                  <a:lnTo>
                    <a:pt x="3847" y="6732"/>
                  </a:lnTo>
                  <a:lnTo>
                    <a:pt x="4092" y="6657"/>
                  </a:lnTo>
                  <a:lnTo>
                    <a:pt x="4318" y="6543"/>
                  </a:lnTo>
                  <a:lnTo>
                    <a:pt x="4526" y="6393"/>
                  </a:lnTo>
                  <a:lnTo>
                    <a:pt x="4714" y="6242"/>
                  </a:lnTo>
                  <a:lnTo>
                    <a:pt x="4884" y="6072"/>
                  </a:lnTo>
                  <a:lnTo>
                    <a:pt x="5054" y="5883"/>
                  </a:lnTo>
                  <a:lnTo>
                    <a:pt x="5205" y="5657"/>
                  </a:lnTo>
                  <a:lnTo>
                    <a:pt x="5318" y="5450"/>
                  </a:lnTo>
                  <a:lnTo>
                    <a:pt x="5431" y="5205"/>
                  </a:lnTo>
                  <a:lnTo>
                    <a:pt x="5506" y="4960"/>
                  </a:lnTo>
                  <a:lnTo>
                    <a:pt x="5563" y="4696"/>
                  </a:lnTo>
                  <a:lnTo>
                    <a:pt x="5582" y="4432"/>
                  </a:lnTo>
                  <a:lnTo>
                    <a:pt x="5601" y="4168"/>
                  </a:lnTo>
                  <a:lnTo>
                    <a:pt x="5544" y="3319"/>
                  </a:lnTo>
                  <a:lnTo>
                    <a:pt x="5525" y="2923"/>
                  </a:lnTo>
                  <a:lnTo>
                    <a:pt x="5469" y="2546"/>
                  </a:lnTo>
                  <a:lnTo>
                    <a:pt x="5412" y="2188"/>
                  </a:lnTo>
                  <a:lnTo>
                    <a:pt x="5356" y="1829"/>
                  </a:lnTo>
                  <a:lnTo>
                    <a:pt x="5261" y="1509"/>
                  </a:lnTo>
                  <a:lnTo>
                    <a:pt x="5167" y="1226"/>
                  </a:lnTo>
                  <a:lnTo>
                    <a:pt x="5054" y="962"/>
                  </a:lnTo>
                  <a:lnTo>
                    <a:pt x="4922" y="717"/>
                  </a:lnTo>
                  <a:lnTo>
                    <a:pt x="4752" y="509"/>
                  </a:lnTo>
                  <a:lnTo>
                    <a:pt x="4582" y="340"/>
                  </a:lnTo>
                  <a:lnTo>
                    <a:pt x="4375" y="189"/>
                  </a:lnTo>
                  <a:lnTo>
                    <a:pt x="4281" y="132"/>
                  </a:lnTo>
                  <a:lnTo>
                    <a:pt x="4168" y="95"/>
                  </a:lnTo>
                  <a:lnTo>
                    <a:pt x="4036" y="57"/>
                  </a:lnTo>
                  <a:lnTo>
                    <a:pt x="3904" y="38"/>
                  </a:lnTo>
                  <a:lnTo>
                    <a:pt x="36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5" name="Google Shape;7205;p34"/>
            <p:cNvSpPr/>
            <p:nvPr/>
          </p:nvSpPr>
          <p:spPr>
            <a:xfrm>
              <a:off x="2672268" y="2044128"/>
              <a:ext cx="376414" cy="376683"/>
            </a:xfrm>
            <a:custGeom>
              <a:avLst/>
              <a:gdLst/>
              <a:ahLst/>
              <a:cxnLst/>
              <a:rect l="l" t="t" r="r" b="b"/>
              <a:pathLst>
                <a:path w="26494" h="26513" extrusionOk="0">
                  <a:moveTo>
                    <a:pt x="13238" y="1"/>
                  </a:moveTo>
                  <a:lnTo>
                    <a:pt x="12559" y="19"/>
                  </a:lnTo>
                  <a:lnTo>
                    <a:pt x="11880" y="76"/>
                  </a:lnTo>
                  <a:lnTo>
                    <a:pt x="11220" y="170"/>
                  </a:lnTo>
                  <a:lnTo>
                    <a:pt x="10579" y="283"/>
                  </a:lnTo>
                  <a:lnTo>
                    <a:pt x="9938" y="434"/>
                  </a:lnTo>
                  <a:lnTo>
                    <a:pt x="9297" y="604"/>
                  </a:lnTo>
                  <a:lnTo>
                    <a:pt x="8693" y="811"/>
                  </a:lnTo>
                  <a:lnTo>
                    <a:pt x="8090" y="1057"/>
                  </a:lnTo>
                  <a:lnTo>
                    <a:pt x="7505" y="1321"/>
                  </a:lnTo>
                  <a:lnTo>
                    <a:pt x="6921" y="1603"/>
                  </a:lnTo>
                  <a:lnTo>
                    <a:pt x="6374" y="1924"/>
                  </a:lnTo>
                  <a:lnTo>
                    <a:pt x="5827" y="2263"/>
                  </a:lnTo>
                  <a:lnTo>
                    <a:pt x="5318" y="2640"/>
                  </a:lnTo>
                  <a:lnTo>
                    <a:pt x="4809" y="3036"/>
                  </a:lnTo>
                  <a:lnTo>
                    <a:pt x="4338" y="3451"/>
                  </a:lnTo>
                  <a:lnTo>
                    <a:pt x="3866" y="3885"/>
                  </a:lnTo>
                  <a:lnTo>
                    <a:pt x="3432" y="4356"/>
                  </a:lnTo>
                  <a:lnTo>
                    <a:pt x="3018" y="4828"/>
                  </a:lnTo>
                  <a:lnTo>
                    <a:pt x="2622" y="5337"/>
                  </a:lnTo>
                  <a:lnTo>
                    <a:pt x="2263" y="5846"/>
                  </a:lnTo>
                  <a:lnTo>
                    <a:pt x="1905" y="6393"/>
                  </a:lnTo>
                  <a:lnTo>
                    <a:pt x="1585" y="6940"/>
                  </a:lnTo>
                  <a:lnTo>
                    <a:pt x="1302" y="7505"/>
                  </a:lnTo>
                  <a:lnTo>
                    <a:pt x="1038" y="8109"/>
                  </a:lnTo>
                  <a:lnTo>
                    <a:pt x="793" y="8693"/>
                  </a:lnTo>
                  <a:lnTo>
                    <a:pt x="585" y="9316"/>
                  </a:lnTo>
                  <a:lnTo>
                    <a:pt x="415" y="9938"/>
                  </a:lnTo>
                  <a:lnTo>
                    <a:pt x="265" y="10579"/>
                  </a:lnTo>
                  <a:lnTo>
                    <a:pt x="151" y="11239"/>
                  </a:lnTo>
                  <a:lnTo>
                    <a:pt x="57" y="11899"/>
                  </a:lnTo>
                  <a:lnTo>
                    <a:pt x="19" y="12578"/>
                  </a:lnTo>
                  <a:lnTo>
                    <a:pt x="1" y="13257"/>
                  </a:lnTo>
                  <a:lnTo>
                    <a:pt x="19" y="13935"/>
                  </a:lnTo>
                  <a:lnTo>
                    <a:pt x="57" y="14614"/>
                  </a:lnTo>
                  <a:lnTo>
                    <a:pt x="151" y="15274"/>
                  </a:lnTo>
                  <a:lnTo>
                    <a:pt x="265" y="15934"/>
                  </a:lnTo>
                  <a:lnTo>
                    <a:pt x="415" y="16575"/>
                  </a:lnTo>
                  <a:lnTo>
                    <a:pt x="585" y="17198"/>
                  </a:lnTo>
                  <a:lnTo>
                    <a:pt x="793" y="17820"/>
                  </a:lnTo>
                  <a:lnTo>
                    <a:pt x="1038" y="18423"/>
                  </a:lnTo>
                  <a:lnTo>
                    <a:pt x="1302" y="19008"/>
                  </a:lnTo>
                  <a:lnTo>
                    <a:pt x="1585" y="19573"/>
                  </a:lnTo>
                  <a:lnTo>
                    <a:pt x="1905" y="20120"/>
                  </a:lnTo>
                  <a:lnTo>
                    <a:pt x="2263" y="20667"/>
                  </a:lnTo>
                  <a:lnTo>
                    <a:pt x="2622" y="21176"/>
                  </a:lnTo>
                  <a:lnTo>
                    <a:pt x="3018" y="21685"/>
                  </a:lnTo>
                  <a:lnTo>
                    <a:pt x="3432" y="22176"/>
                  </a:lnTo>
                  <a:lnTo>
                    <a:pt x="3866" y="22628"/>
                  </a:lnTo>
                  <a:lnTo>
                    <a:pt x="4338" y="23062"/>
                  </a:lnTo>
                  <a:lnTo>
                    <a:pt x="4809" y="23477"/>
                  </a:lnTo>
                  <a:lnTo>
                    <a:pt x="5318" y="23873"/>
                  </a:lnTo>
                  <a:lnTo>
                    <a:pt x="5827" y="24250"/>
                  </a:lnTo>
                  <a:lnTo>
                    <a:pt x="6374" y="24589"/>
                  </a:lnTo>
                  <a:lnTo>
                    <a:pt x="6921" y="24910"/>
                  </a:lnTo>
                  <a:lnTo>
                    <a:pt x="7505" y="25193"/>
                  </a:lnTo>
                  <a:lnTo>
                    <a:pt x="8090" y="25475"/>
                  </a:lnTo>
                  <a:lnTo>
                    <a:pt x="8693" y="25702"/>
                  </a:lnTo>
                  <a:lnTo>
                    <a:pt x="9297" y="25909"/>
                  </a:lnTo>
                  <a:lnTo>
                    <a:pt x="9938" y="26098"/>
                  </a:lnTo>
                  <a:lnTo>
                    <a:pt x="10579" y="26230"/>
                  </a:lnTo>
                  <a:lnTo>
                    <a:pt x="11220" y="26362"/>
                  </a:lnTo>
                  <a:lnTo>
                    <a:pt x="11880" y="26437"/>
                  </a:lnTo>
                  <a:lnTo>
                    <a:pt x="12559" y="26494"/>
                  </a:lnTo>
                  <a:lnTo>
                    <a:pt x="13238" y="26513"/>
                  </a:lnTo>
                  <a:lnTo>
                    <a:pt x="13917" y="26494"/>
                  </a:lnTo>
                  <a:lnTo>
                    <a:pt x="14595" y="26437"/>
                  </a:lnTo>
                  <a:lnTo>
                    <a:pt x="15255" y="26362"/>
                  </a:lnTo>
                  <a:lnTo>
                    <a:pt x="15915" y="26230"/>
                  </a:lnTo>
                  <a:lnTo>
                    <a:pt x="16556" y="26098"/>
                  </a:lnTo>
                  <a:lnTo>
                    <a:pt x="17179" y="25909"/>
                  </a:lnTo>
                  <a:lnTo>
                    <a:pt x="17801" y="25702"/>
                  </a:lnTo>
                  <a:lnTo>
                    <a:pt x="18404" y="25475"/>
                  </a:lnTo>
                  <a:lnTo>
                    <a:pt x="18989" y="25193"/>
                  </a:lnTo>
                  <a:lnTo>
                    <a:pt x="19555" y="24910"/>
                  </a:lnTo>
                  <a:lnTo>
                    <a:pt x="20120" y="24589"/>
                  </a:lnTo>
                  <a:lnTo>
                    <a:pt x="20648" y="24250"/>
                  </a:lnTo>
                  <a:lnTo>
                    <a:pt x="21176" y="23873"/>
                  </a:lnTo>
                  <a:lnTo>
                    <a:pt x="21666" y="23477"/>
                  </a:lnTo>
                  <a:lnTo>
                    <a:pt x="22157" y="23062"/>
                  </a:lnTo>
                  <a:lnTo>
                    <a:pt x="22609" y="22628"/>
                  </a:lnTo>
                  <a:lnTo>
                    <a:pt x="23043" y="22176"/>
                  </a:lnTo>
                  <a:lnTo>
                    <a:pt x="23458" y="21685"/>
                  </a:lnTo>
                  <a:lnTo>
                    <a:pt x="23854" y="21176"/>
                  </a:lnTo>
                  <a:lnTo>
                    <a:pt x="24231" y="20667"/>
                  </a:lnTo>
                  <a:lnTo>
                    <a:pt x="24570" y="20120"/>
                  </a:lnTo>
                  <a:lnTo>
                    <a:pt x="24891" y="19573"/>
                  </a:lnTo>
                  <a:lnTo>
                    <a:pt x="25193" y="19008"/>
                  </a:lnTo>
                  <a:lnTo>
                    <a:pt x="25457" y="18423"/>
                  </a:lnTo>
                  <a:lnTo>
                    <a:pt x="25683" y="17820"/>
                  </a:lnTo>
                  <a:lnTo>
                    <a:pt x="25890" y="17198"/>
                  </a:lnTo>
                  <a:lnTo>
                    <a:pt x="26079" y="16575"/>
                  </a:lnTo>
                  <a:lnTo>
                    <a:pt x="26230" y="15934"/>
                  </a:lnTo>
                  <a:lnTo>
                    <a:pt x="26343" y="15274"/>
                  </a:lnTo>
                  <a:lnTo>
                    <a:pt x="26418" y="14614"/>
                  </a:lnTo>
                  <a:lnTo>
                    <a:pt x="26475" y="13935"/>
                  </a:lnTo>
                  <a:lnTo>
                    <a:pt x="26494" y="13257"/>
                  </a:lnTo>
                  <a:lnTo>
                    <a:pt x="26475" y="12578"/>
                  </a:lnTo>
                  <a:lnTo>
                    <a:pt x="26418" y="11899"/>
                  </a:lnTo>
                  <a:lnTo>
                    <a:pt x="26343" y="11239"/>
                  </a:lnTo>
                  <a:lnTo>
                    <a:pt x="26230" y="10579"/>
                  </a:lnTo>
                  <a:lnTo>
                    <a:pt x="26079" y="9938"/>
                  </a:lnTo>
                  <a:lnTo>
                    <a:pt x="25890" y="9316"/>
                  </a:lnTo>
                  <a:lnTo>
                    <a:pt x="25683" y="8693"/>
                  </a:lnTo>
                  <a:lnTo>
                    <a:pt x="25457" y="8109"/>
                  </a:lnTo>
                  <a:lnTo>
                    <a:pt x="25193" y="7505"/>
                  </a:lnTo>
                  <a:lnTo>
                    <a:pt x="24891" y="6940"/>
                  </a:lnTo>
                  <a:lnTo>
                    <a:pt x="24570" y="6393"/>
                  </a:lnTo>
                  <a:lnTo>
                    <a:pt x="24231" y="5846"/>
                  </a:lnTo>
                  <a:lnTo>
                    <a:pt x="23854" y="5337"/>
                  </a:lnTo>
                  <a:lnTo>
                    <a:pt x="23458" y="4828"/>
                  </a:lnTo>
                  <a:lnTo>
                    <a:pt x="23043" y="4356"/>
                  </a:lnTo>
                  <a:lnTo>
                    <a:pt x="22609" y="3885"/>
                  </a:lnTo>
                  <a:lnTo>
                    <a:pt x="22157" y="3451"/>
                  </a:lnTo>
                  <a:lnTo>
                    <a:pt x="21666" y="3036"/>
                  </a:lnTo>
                  <a:lnTo>
                    <a:pt x="21176" y="2640"/>
                  </a:lnTo>
                  <a:lnTo>
                    <a:pt x="20648" y="2263"/>
                  </a:lnTo>
                  <a:lnTo>
                    <a:pt x="20120" y="1924"/>
                  </a:lnTo>
                  <a:lnTo>
                    <a:pt x="19555" y="1603"/>
                  </a:lnTo>
                  <a:lnTo>
                    <a:pt x="18989" y="1321"/>
                  </a:lnTo>
                  <a:lnTo>
                    <a:pt x="18404" y="1057"/>
                  </a:lnTo>
                  <a:lnTo>
                    <a:pt x="17801" y="811"/>
                  </a:lnTo>
                  <a:lnTo>
                    <a:pt x="17179" y="604"/>
                  </a:lnTo>
                  <a:lnTo>
                    <a:pt x="16556" y="434"/>
                  </a:lnTo>
                  <a:lnTo>
                    <a:pt x="15915" y="283"/>
                  </a:lnTo>
                  <a:lnTo>
                    <a:pt x="15255" y="170"/>
                  </a:lnTo>
                  <a:lnTo>
                    <a:pt x="14595" y="76"/>
                  </a:lnTo>
                  <a:lnTo>
                    <a:pt x="13917" y="19"/>
                  </a:lnTo>
                  <a:lnTo>
                    <a:pt x="1323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6" name="Google Shape;7206;p34"/>
            <p:cNvSpPr/>
            <p:nvPr/>
          </p:nvSpPr>
          <p:spPr>
            <a:xfrm>
              <a:off x="2672268" y="2044128"/>
              <a:ext cx="204687" cy="376683"/>
            </a:xfrm>
            <a:custGeom>
              <a:avLst/>
              <a:gdLst/>
              <a:ahLst/>
              <a:cxnLst/>
              <a:rect l="l" t="t" r="r" b="b"/>
              <a:pathLst>
                <a:path w="14407" h="26513" extrusionOk="0">
                  <a:moveTo>
                    <a:pt x="13238" y="1"/>
                  </a:moveTo>
                  <a:lnTo>
                    <a:pt x="12559" y="19"/>
                  </a:lnTo>
                  <a:lnTo>
                    <a:pt x="11880" y="76"/>
                  </a:lnTo>
                  <a:lnTo>
                    <a:pt x="11220" y="170"/>
                  </a:lnTo>
                  <a:lnTo>
                    <a:pt x="10579" y="283"/>
                  </a:lnTo>
                  <a:lnTo>
                    <a:pt x="9938" y="434"/>
                  </a:lnTo>
                  <a:lnTo>
                    <a:pt x="9297" y="604"/>
                  </a:lnTo>
                  <a:lnTo>
                    <a:pt x="8693" y="811"/>
                  </a:lnTo>
                  <a:lnTo>
                    <a:pt x="8090" y="1057"/>
                  </a:lnTo>
                  <a:lnTo>
                    <a:pt x="7505" y="1321"/>
                  </a:lnTo>
                  <a:lnTo>
                    <a:pt x="6921" y="1603"/>
                  </a:lnTo>
                  <a:lnTo>
                    <a:pt x="6374" y="1924"/>
                  </a:lnTo>
                  <a:lnTo>
                    <a:pt x="5827" y="2263"/>
                  </a:lnTo>
                  <a:lnTo>
                    <a:pt x="5318" y="2640"/>
                  </a:lnTo>
                  <a:lnTo>
                    <a:pt x="4809" y="3036"/>
                  </a:lnTo>
                  <a:lnTo>
                    <a:pt x="4338" y="3451"/>
                  </a:lnTo>
                  <a:lnTo>
                    <a:pt x="3866" y="3885"/>
                  </a:lnTo>
                  <a:lnTo>
                    <a:pt x="3432" y="4356"/>
                  </a:lnTo>
                  <a:lnTo>
                    <a:pt x="3018" y="4828"/>
                  </a:lnTo>
                  <a:lnTo>
                    <a:pt x="2622" y="5337"/>
                  </a:lnTo>
                  <a:lnTo>
                    <a:pt x="2263" y="5846"/>
                  </a:lnTo>
                  <a:lnTo>
                    <a:pt x="1905" y="6393"/>
                  </a:lnTo>
                  <a:lnTo>
                    <a:pt x="1585" y="6940"/>
                  </a:lnTo>
                  <a:lnTo>
                    <a:pt x="1302" y="7505"/>
                  </a:lnTo>
                  <a:lnTo>
                    <a:pt x="1038" y="8109"/>
                  </a:lnTo>
                  <a:lnTo>
                    <a:pt x="793" y="8693"/>
                  </a:lnTo>
                  <a:lnTo>
                    <a:pt x="585" y="9316"/>
                  </a:lnTo>
                  <a:lnTo>
                    <a:pt x="415" y="9938"/>
                  </a:lnTo>
                  <a:lnTo>
                    <a:pt x="265" y="10579"/>
                  </a:lnTo>
                  <a:lnTo>
                    <a:pt x="151" y="11239"/>
                  </a:lnTo>
                  <a:lnTo>
                    <a:pt x="57" y="11899"/>
                  </a:lnTo>
                  <a:lnTo>
                    <a:pt x="19" y="12578"/>
                  </a:lnTo>
                  <a:lnTo>
                    <a:pt x="1" y="13257"/>
                  </a:lnTo>
                  <a:lnTo>
                    <a:pt x="19" y="13935"/>
                  </a:lnTo>
                  <a:lnTo>
                    <a:pt x="57" y="14614"/>
                  </a:lnTo>
                  <a:lnTo>
                    <a:pt x="151" y="15274"/>
                  </a:lnTo>
                  <a:lnTo>
                    <a:pt x="265" y="15934"/>
                  </a:lnTo>
                  <a:lnTo>
                    <a:pt x="415" y="16575"/>
                  </a:lnTo>
                  <a:lnTo>
                    <a:pt x="585" y="17198"/>
                  </a:lnTo>
                  <a:lnTo>
                    <a:pt x="793" y="17820"/>
                  </a:lnTo>
                  <a:lnTo>
                    <a:pt x="1038" y="18423"/>
                  </a:lnTo>
                  <a:lnTo>
                    <a:pt x="1302" y="19008"/>
                  </a:lnTo>
                  <a:lnTo>
                    <a:pt x="1585" y="19573"/>
                  </a:lnTo>
                  <a:lnTo>
                    <a:pt x="1905" y="20120"/>
                  </a:lnTo>
                  <a:lnTo>
                    <a:pt x="2263" y="20667"/>
                  </a:lnTo>
                  <a:lnTo>
                    <a:pt x="2622" y="21176"/>
                  </a:lnTo>
                  <a:lnTo>
                    <a:pt x="3018" y="21685"/>
                  </a:lnTo>
                  <a:lnTo>
                    <a:pt x="3432" y="22176"/>
                  </a:lnTo>
                  <a:lnTo>
                    <a:pt x="3866" y="22628"/>
                  </a:lnTo>
                  <a:lnTo>
                    <a:pt x="4338" y="23062"/>
                  </a:lnTo>
                  <a:lnTo>
                    <a:pt x="4809" y="23477"/>
                  </a:lnTo>
                  <a:lnTo>
                    <a:pt x="5318" y="23873"/>
                  </a:lnTo>
                  <a:lnTo>
                    <a:pt x="5827" y="24250"/>
                  </a:lnTo>
                  <a:lnTo>
                    <a:pt x="6374" y="24589"/>
                  </a:lnTo>
                  <a:lnTo>
                    <a:pt x="6921" y="24910"/>
                  </a:lnTo>
                  <a:lnTo>
                    <a:pt x="7505" y="25193"/>
                  </a:lnTo>
                  <a:lnTo>
                    <a:pt x="8090" y="25475"/>
                  </a:lnTo>
                  <a:lnTo>
                    <a:pt x="8693" y="25702"/>
                  </a:lnTo>
                  <a:lnTo>
                    <a:pt x="9297" y="25909"/>
                  </a:lnTo>
                  <a:lnTo>
                    <a:pt x="9938" y="26098"/>
                  </a:lnTo>
                  <a:lnTo>
                    <a:pt x="10579" y="26230"/>
                  </a:lnTo>
                  <a:lnTo>
                    <a:pt x="11220" y="26362"/>
                  </a:lnTo>
                  <a:lnTo>
                    <a:pt x="11880" y="26437"/>
                  </a:lnTo>
                  <a:lnTo>
                    <a:pt x="12559" y="26494"/>
                  </a:lnTo>
                  <a:lnTo>
                    <a:pt x="13238" y="26513"/>
                  </a:lnTo>
                  <a:lnTo>
                    <a:pt x="13822" y="26494"/>
                  </a:lnTo>
                  <a:lnTo>
                    <a:pt x="14407" y="26456"/>
                  </a:lnTo>
                  <a:lnTo>
                    <a:pt x="13785" y="26381"/>
                  </a:lnTo>
                  <a:lnTo>
                    <a:pt x="13162" y="26286"/>
                  </a:lnTo>
                  <a:lnTo>
                    <a:pt x="12540" y="26154"/>
                  </a:lnTo>
                  <a:lnTo>
                    <a:pt x="11937" y="26003"/>
                  </a:lnTo>
                  <a:lnTo>
                    <a:pt x="11352" y="25815"/>
                  </a:lnTo>
                  <a:lnTo>
                    <a:pt x="10786" y="25607"/>
                  </a:lnTo>
                  <a:lnTo>
                    <a:pt x="10221" y="25381"/>
                  </a:lnTo>
                  <a:lnTo>
                    <a:pt x="9655" y="25117"/>
                  </a:lnTo>
                  <a:lnTo>
                    <a:pt x="9127" y="24834"/>
                  </a:lnTo>
                  <a:lnTo>
                    <a:pt x="8599" y="24533"/>
                  </a:lnTo>
                  <a:lnTo>
                    <a:pt x="8109" y="24193"/>
                  </a:lnTo>
                  <a:lnTo>
                    <a:pt x="7619" y="23854"/>
                  </a:lnTo>
                  <a:lnTo>
                    <a:pt x="7128" y="23477"/>
                  </a:lnTo>
                  <a:lnTo>
                    <a:pt x="6676" y="23081"/>
                  </a:lnTo>
                  <a:lnTo>
                    <a:pt x="6242" y="22666"/>
                  </a:lnTo>
                  <a:lnTo>
                    <a:pt x="5827" y="22232"/>
                  </a:lnTo>
                  <a:lnTo>
                    <a:pt x="5431" y="21780"/>
                  </a:lnTo>
                  <a:lnTo>
                    <a:pt x="5054" y="21308"/>
                  </a:lnTo>
                  <a:lnTo>
                    <a:pt x="4696" y="20818"/>
                  </a:lnTo>
                  <a:lnTo>
                    <a:pt x="4356" y="20328"/>
                  </a:lnTo>
                  <a:lnTo>
                    <a:pt x="4055" y="19800"/>
                  </a:lnTo>
                  <a:lnTo>
                    <a:pt x="3772" y="19272"/>
                  </a:lnTo>
                  <a:lnTo>
                    <a:pt x="3508" y="18725"/>
                  </a:lnTo>
                  <a:lnTo>
                    <a:pt x="3263" y="18159"/>
                  </a:lnTo>
                  <a:lnTo>
                    <a:pt x="3055" y="17575"/>
                  </a:lnTo>
                  <a:lnTo>
                    <a:pt x="2867" y="16990"/>
                  </a:lnTo>
                  <a:lnTo>
                    <a:pt x="2697" y="16406"/>
                  </a:lnTo>
                  <a:lnTo>
                    <a:pt x="2565" y="15783"/>
                  </a:lnTo>
                  <a:lnTo>
                    <a:pt x="2471" y="15161"/>
                  </a:lnTo>
                  <a:lnTo>
                    <a:pt x="2395" y="14539"/>
                  </a:lnTo>
                  <a:lnTo>
                    <a:pt x="2339" y="13898"/>
                  </a:lnTo>
                  <a:lnTo>
                    <a:pt x="2320" y="13257"/>
                  </a:lnTo>
                  <a:lnTo>
                    <a:pt x="2339" y="12615"/>
                  </a:lnTo>
                  <a:lnTo>
                    <a:pt x="2395" y="11974"/>
                  </a:lnTo>
                  <a:lnTo>
                    <a:pt x="2471" y="11352"/>
                  </a:lnTo>
                  <a:lnTo>
                    <a:pt x="2565" y="10730"/>
                  </a:lnTo>
                  <a:lnTo>
                    <a:pt x="2697" y="10126"/>
                  </a:lnTo>
                  <a:lnTo>
                    <a:pt x="2867" y="9523"/>
                  </a:lnTo>
                  <a:lnTo>
                    <a:pt x="3055" y="8938"/>
                  </a:lnTo>
                  <a:lnTo>
                    <a:pt x="3263" y="8354"/>
                  </a:lnTo>
                  <a:lnTo>
                    <a:pt x="3508" y="7788"/>
                  </a:lnTo>
                  <a:lnTo>
                    <a:pt x="3772" y="7241"/>
                  </a:lnTo>
                  <a:lnTo>
                    <a:pt x="4055" y="6713"/>
                  </a:lnTo>
                  <a:lnTo>
                    <a:pt x="4356" y="6185"/>
                  </a:lnTo>
                  <a:lnTo>
                    <a:pt x="4696" y="5695"/>
                  </a:lnTo>
                  <a:lnTo>
                    <a:pt x="5054" y="5205"/>
                  </a:lnTo>
                  <a:lnTo>
                    <a:pt x="5431" y="4734"/>
                  </a:lnTo>
                  <a:lnTo>
                    <a:pt x="5827" y="4281"/>
                  </a:lnTo>
                  <a:lnTo>
                    <a:pt x="6242" y="3847"/>
                  </a:lnTo>
                  <a:lnTo>
                    <a:pt x="6676" y="3432"/>
                  </a:lnTo>
                  <a:lnTo>
                    <a:pt x="7128" y="3036"/>
                  </a:lnTo>
                  <a:lnTo>
                    <a:pt x="7619" y="2678"/>
                  </a:lnTo>
                  <a:lnTo>
                    <a:pt x="8109" y="2320"/>
                  </a:lnTo>
                  <a:lnTo>
                    <a:pt x="8599" y="1981"/>
                  </a:lnTo>
                  <a:lnTo>
                    <a:pt x="9127" y="1679"/>
                  </a:lnTo>
                  <a:lnTo>
                    <a:pt x="9655" y="1396"/>
                  </a:lnTo>
                  <a:lnTo>
                    <a:pt x="10221" y="1132"/>
                  </a:lnTo>
                  <a:lnTo>
                    <a:pt x="10786" y="906"/>
                  </a:lnTo>
                  <a:lnTo>
                    <a:pt x="11352" y="698"/>
                  </a:lnTo>
                  <a:lnTo>
                    <a:pt x="11937" y="510"/>
                  </a:lnTo>
                  <a:lnTo>
                    <a:pt x="12540" y="359"/>
                  </a:lnTo>
                  <a:lnTo>
                    <a:pt x="13162" y="227"/>
                  </a:lnTo>
                  <a:lnTo>
                    <a:pt x="13785" y="133"/>
                  </a:lnTo>
                  <a:lnTo>
                    <a:pt x="14407" y="57"/>
                  </a:lnTo>
                  <a:lnTo>
                    <a:pt x="13822" y="19"/>
                  </a:lnTo>
                  <a:lnTo>
                    <a:pt x="13238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7" name="Google Shape;7207;p34"/>
            <p:cNvSpPr/>
            <p:nvPr/>
          </p:nvSpPr>
          <p:spPr>
            <a:xfrm>
              <a:off x="2799795" y="2215584"/>
              <a:ext cx="121375" cy="121375"/>
            </a:xfrm>
            <a:custGeom>
              <a:avLst/>
              <a:gdLst/>
              <a:ahLst/>
              <a:cxnLst/>
              <a:rect l="l" t="t" r="r" b="b"/>
              <a:pathLst>
                <a:path w="8543" h="8543" extrusionOk="0">
                  <a:moveTo>
                    <a:pt x="4262" y="1"/>
                  </a:moveTo>
                  <a:lnTo>
                    <a:pt x="3828" y="19"/>
                  </a:lnTo>
                  <a:lnTo>
                    <a:pt x="3413" y="76"/>
                  </a:lnTo>
                  <a:lnTo>
                    <a:pt x="2998" y="189"/>
                  </a:lnTo>
                  <a:lnTo>
                    <a:pt x="2602" y="340"/>
                  </a:lnTo>
                  <a:lnTo>
                    <a:pt x="2225" y="510"/>
                  </a:lnTo>
                  <a:lnTo>
                    <a:pt x="1886" y="736"/>
                  </a:lnTo>
                  <a:lnTo>
                    <a:pt x="1546" y="981"/>
                  </a:lnTo>
                  <a:lnTo>
                    <a:pt x="1245" y="1245"/>
                  </a:lnTo>
                  <a:lnTo>
                    <a:pt x="962" y="1547"/>
                  </a:lnTo>
                  <a:lnTo>
                    <a:pt x="717" y="1886"/>
                  </a:lnTo>
                  <a:lnTo>
                    <a:pt x="509" y="2226"/>
                  </a:lnTo>
                  <a:lnTo>
                    <a:pt x="321" y="2603"/>
                  </a:lnTo>
                  <a:lnTo>
                    <a:pt x="189" y="2999"/>
                  </a:lnTo>
                  <a:lnTo>
                    <a:pt x="76" y="3414"/>
                  </a:lnTo>
                  <a:lnTo>
                    <a:pt x="19" y="3828"/>
                  </a:lnTo>
                  <a:lnTo>
                    <a:pt x="0" y="4262"/>
                  </a:lnTo>
                  <a:lnTo>
                    <a:pt x="19" y="4715"/>
                  </a:lnTo>
                  <a:lnTo>
                    <a:pt x="76" y="5130"/>
                  </a:lnTo>
                  <a:lnTo>
                    <a:pt x="189" y="5544"/>
                  </a:lnTo>
                  <a:lnTo>
                    <a:pt x="321" y="5940"/>
                  </a:lnTo>
                  <a:lnTo>
                    <a:pt x="509" y="6317"/>
                  </a:lnTo>
                  <a:lnTo>
                    <a:pt x="717" y="6657"/>
                  </a:lnTo>
                  <a:lnTo>
                    <a:pt x="962" y="6996"/>
                  </a:lnTo>
                  <a:lnTo>
                    <a:pt x="1245" y="7298"/>
                  </a:lnTo>
                  <a:lnTo>
                    <a:pt x="1546" y="7562"/>
                  </a:lnTo>
                  <a:lnTo>
                    <a:pt x="1886" y="7807"/>
                  </a:lnTo>
                  <a:lnTo>
                    <a:pt x="2225" y="8033"/>
                  </a:lnTo>
                  <a:lnTo>
                    <a:pt x="2602" y="8203"/>
                  </a:lnTo>
                  <a:lnTo>
                    <a:pt x="2998" y="8354"/>
                  </a:lnTo>
                  <a:lnTo>
                    <a:pt x="3413" y="8467"/>
                  </a:lnTo>
                  <a:lnTo>
                    <a:pt x="3828" y="8524"/>
                  </a:lnTo>
                  <a:lnTo>
                    <a:pt x="4262" y="8543"/>
                  </a:lnTo>
                  <a:lnTo>
                    <a:pt x="4695" y="8524"/>
                  </a:lnTo>
                  <a:lnTo>
                    <a:pt x="5129" y="8467"/>
                  </a:lnTo>
                  <a:lnTo>
                    <a:pt x="5544" y="8354"/>
                  </a:lnTo>
                  <a:lnTo>
                    <a:pt x="5940" y="8203"/>
                  </a:lnTo>
                  <a:lnTo>
                    <a:pt x="6298" y="8033"/>
                  </a:lnTo>
                  <a:lnTo>
                    <a:pt x="6656" y="7807"/>
                  </a:lnTo>
                  <a:lnTo>
                    <a:pt x="6977" y="7562"/>
                  </a:lnTo>
                  <a:lnTo>
                    <a:pt x="7298" y="7298"/>
                  </a:lnTo>
                  <a:lnTo>
                    <a:pt x="7562" y="6996"/>
                  </a:lnTo>
                  <a:lnTo>
                    <a:pt x="7807" y="6657"/>
                  </a:lnTo>
                  <a:lnTo>
                    <a:pt x="8033" y="6317"/>
                  </a:lnTo>
                  <a:lnTo>
                    <a:pt x="8203" y="5940"/>
                  </a:lnTo>
                  <a:lnTo>
                    <a:pt x="8354" y="5544"/>
                  </a:lnTo>
                  <a:lnTo>
                    <a:pt x="8448" y="5130"/>
                  </a:lnTo>
                  <a:lnTo>
                    <a:pt x="8523" y="4715"/>
                  </a:lnTo>
                  <a:lnTo>
                    <a:pt x="8542" y="4262"/>
                  </a:lnTo>
                  <a:lnTo>
                    <a:pt x="8523" y="3828"/>
                  </a:lnTo>
                  <a:lnTo>
                    <a:pt x="8448" y="3414"/>
                  </a:lnTo>
                  <a:lnTo>
                    <a:pt x="8354" y="2999"/>
                  </a:lnTo>
                  <a:lnTo>
                    <a:pt x="8203" y="2603"/>
                  </a:lnTo>
                  <a:lnTo>
                    <a:pt x="8033" y="2226"/>
                  </a:lnTo>
                  <a:lnTo>
                    <a:pt x="7807" y="1886"/>
                  </a:lnTo>
                  <a:lnTo>
                    <a:pt x="7562" y="1547"/>
                  </a:lnTo>
                  <a:lnTo>
                    <a:pt x="7298" y="1245"/>
                  </a:lnTo>
                  <a:lnTo>
                    <a:pt x="6977" y="981"/>
                  </a:lnTo>
                  <a:lnTo>
                    <a:pt x="6656" y="736"/>
                  </a:lnTo>
                  <a:lnTo>
                    <a:pt x="6298" y="510"/>
                  </a:lnTo>
                  <a:lnTo>
                    <a:pt x="5940" y="340"/>
                  </a:lnTo>
                  <a:lnTo>
                    <a:pt x="5544" y="189"/>
                  </a:lnTo>
                  <a:lnTo>
                    <a:pt x="5129" y="76"/>
                  </a:lnTo>
                  <a:lnTo>
                    <a:pt x="4695" y="19"/>
                  </a:lnTo>
                  <a:lnTo>
                    <a:pt x="42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8" name="Google Shape;7208;p34"/>
            <p:cNvSpPr/>
            <p:nvPr/>
          </p:nvSpPr>
          <p:spPr>
            <a:xfrm>
              <a:off x="2945265" y="2209958"/>
              <a:ext cx="16623" cy="32706"/>
            </a:xfrm>
            <a:custGeom>
              <a:avLst/>
              <a:gdLst/>
              <a:ahLst/>
              <a:cxnLst/>
              <a:rect l="l" t="t" r="r" b="b"/>
              <a:pathLst>
                <a:path w="1170" h="2302" extrusionOk="0">
                  <a:moveTo>
                    <a:pt x="472" y="1"/>
                  </a:moveTo>
                  <a:lnTo>
                    <a:pt x="358" y="38"/>
                  </a:lnTo>
                  <a:lnTo>
                    <a:pt x="264" y="95"/>
                  </a:lnTo>
                  <a:lnTo>
                    <a:pt x="170" y="170"/>
                  </a:lnTo>
                  <a:lnTo>
                    <a:pt x="94" y="246"/>
                  </a:lnTo>
                  <a:lnTo>
                    <a:pt x="38" y="359"/>
                  </a:lnTo>
                  <a:lnTo>
                    <a:pt x="19" y="453"/>
                  </a:lnTo>
                  <a:lnTo>
                    <a:pt x="0" y="585"/>
                  </a:lnTo>
                  <a:lnTo>
                    <a:pt x="0" y="1717"/>
                  </a:lnTo>
                  <a:lnTo>
                    <a:pt x="19" y="1830"/>
                  </a:lnTo>
                  <a:lnTo>
                    <a:pt x="38" y="1943"/>
                  </a:lnTo>
                  <a:lnTo>
                    <a:pt x="94" y="2037"/>
                  </a:lnTo>
                  <a:lnTo>
                    <a:pt x="170" y="2113"/>
                  </a:lnTo>
                  <a:lnTo>
                    <a:pt x="264" y="2188"/>
                  </a:lnTo>
                  <a:lnTo>
                    <a:pt x="358" y="2245"/>
                  </a:lnTo>
                  <a:lnTo>
                    <a:pt x="472" y="2282"/>
                  </a:lnTo>
                  <a:lnTo>
                    <a:pt x="585" y="2301"/>
                  </a:lnTo>
                  <a:lnTo>
                    <a:pt x="698" y="2282"/>
                  </a:lnTo>
                  <a:lnTo>
                    <a:pt x="811" y="2245"/>
                  </a:lnTo>
                  <a:lnTo>
                    <a:pt x="905" y="2188"/>
                  </a:lnTo>
                  <a:lnTo>
                    <a:pt x="1000" y="2113"/>
                  </a:lnTo>
                  <a:lnTo>
                    <a:pt x="1056" y="2037"/>
                  </a:lnTo>
                  <a:lnTo>
                    <a:pt x="1113" y="1943"/>
                  </a:lnTo>
                  <a:lnTo>
                    <a:pt x="1150" y="1830"/>
                  </a:lnTo>
                  <a:lnTo>
                    <a:pt x="1169" y="1717"/>
                  </a:lnTo>
                  <a:lnTo>
                    <a:pt x="1169" y="585"/>
                  </a:lnTo>
                  <a:lnTo>
                    <a:pt x="1150" y="453"/>
                  </a:lnTo>
                  <a:lnTo>
                    <a:pt x="1113" y="359"/>
                  </a:lnTo>
                  <a:lnTo>
                    <a:pt x="1056" y="246"/>
                  </a:lnTo>
                  <a:lnTo>
                    <a:pt x="1000" y="170"/>
                  </a:lnTo>
                  <a:lnTo>
                    <a:pt x="905" y="95"/>
                  </a:lnTo>
                  <a:lnTo>
                    <a:pt x="811" y="38"/>
                  </a:lnTo>
                  <a:lnTo>
                    <a:pt x="69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9" name="Google Shape;7209;p34"/>
            <p:cNvSpPr/>
            <p:nvPr/>
          </p:nvSpPr>
          <p:spPr>
            <a:xfrm>
              <a:off x="2936158" y="2252552"/>
              <a:ext cx="38048" cy="16623"/>
            </a:xfrm>
            <a:custGeom>
              <a:avLst/>
              <a:gdLst/>
              <a:ahLst/>
              <a:cxnLst/>
              <a:rect l="l" t="t" r="r" b="b"/>
              <a:pathLst>
                <a:path w="2678" h="1170" extrusionOk="0">
                  <a:moveTo>
                    <a:pt x="585" y="1"/>
                  </a:moveTo>
                  <a:lnTo>
                    <a:pt x="471" y="20"/>
                  </a:lnTo>
                  <a:lnTo>
                    <a:pt x="358" y="39"/>
                  </a:lnTo>
                  <a:lnTo>
                    <a:pt x="264" y="95"/>
                  </a:lnTo>
                  <a:lnTo>
                    <a:pt x="170" y="171"/>
                  </a:lnTo>
                  <a:lnTo>
                    <a:pt x="94" y="265"/>
                  </a:lnTo>
                  <a:lnTo>
                    <a:pt x="57" y="359"/>
                  </a:lnTo>
                  <a:lnTo>
                    <a:pt x="19" y="472"/>
                  </a:lnTo>
                  <a:lnTo>
                    <a:pt x="0" y="585"/>
                  </a:lnTo>
                  <a:lnTo>
                    <a:pt x="19" y="698"/>
                  </a:lnTo>
                  <a:lnTo>
                    <a:pt x="57" y="812"/>
                  </a:lnTo>
                  <a:lnTo>
                    <a:pt x="94" y="906"/>
                  </a:lnTo>
                  <a:lnTo>
                    <a:pt x="170" y="1000"/>
                  </a:lnTo>
                  <a:lnTo>
                    <a:pt x="264" y="1076"/>
                  </a:lnTo>
                  <a:lnTo>
                    <a:pt x="358" y="1113"/>
                  </a:lnTo>
                  <a:lnTo>
                    <a:pt x="471" y="1151"/>
                  </a:lnTo>
                  <a:lnTo>
                    <a:pt x="585" y="1170"/>
                  </a:lnTo>
                  <a:lnTo>
                    <a:pt x="2093" y="1170"/>
                  </a:lnTo>
                  <a:lnTo>
                    <a:pt x="2206" y="1151"/>
                  </a:lnTo>
                  <a:lnTo>
                    <a:pt x="2319" y="1113"/>
                  </a:lnTo>
                  <a:lnTo>
                    <a:pt x="2414" y="1076"/>
                  </a:lnTo>
                  <a:lnTo>
                    <a:pt x="2508" y="1000"/>
                  </a:lnTo>
                  <a:lnTo>
                    <a:pt x="2583" y="906"/>
                  </a:lnTo>
                  <a:lnTo>
                    <a:pt x="2621" y="812"/>
                  </a:lnTo>
                  <a:lnTo>
                    <a:pt x="2659" y="698"/>
                  </a:lnTo>
                  <a:lnTo>
                    <a:pt x="2678" y="585"/>
                  </a:lnTo>
                  <a:lnTo>
                    <a:pt x="2659" y="472"/>
                  </a:lnTo>
                  <a:lnTo>
                    <a:pt x="2621" y="359"/>
                  </a:lnTo>
                  <a:lnTo>
                    <a:pt x="2583" y="265"/>
                  </a:lnTo>
                  <a:lnTo>
                    <a:pt x="2508" y="171"/>
                  </a:lnTo>
                  <a:lnTo>
                    <a:pt x="2414" y="95"/>
                  </a:lnTo>
                  <a:lnTo>
                    <a:pt x="2319" y="39"/>
                  </a:lnTo>
                  <a:lnTo>
                    <a:pt x="2206" y="20"/>
                  </a:lnTo>
                  <a:lnTo>
                    <a:pt x="2093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0" name="Google Shape;7210;p34"/>
            <p:cNvSpPr/>
            <p:nvPr/>
          </p:nvSpPr>
          <p:spPr>
            <a:xfrm>
              <a:off x="2759076" y="2209958"/>
              <a:ext cx="16623" cy="32706"/>
            </a:xfrm>
            <a:custGeom>
              <a:avLst/>
              <a:gdLst/>
              <a:ahLst/>
              <a:cxnLst/>
              <a:rect l="l" t="t" r="r" b="b"/>
              <a:pathLst>
                <a:path w="1170" h="2302" extrusionOk="0">
                  <a:moveTo>
                    <a:pt x="471" y="1"/>
                  </a:moveTo>
                  <a:lnTo>
                    <a:pt x="358" y="38"/>
                  </a:lnTo>
                  <a:lnTo>
                    <a:pt x="245" y="95"/>
                  </a:lnTo>
                  <a:lnTo>
                    <a:pt x="170" y="170"/>
                  </a:lnTo>
                  <a:lnTo>
                    <a:pt x="94" y="246"/>
                  </a:lnTo>
                  <a:lnTo>
                    <a:pt x="38" y="359"/>
                  </a:lnTo>
                  <a:lnTo>
                    <a:pt x="0" y="453"/>
                  </a:lnTo>
                  <a:lnTo>
                    <a:pt x="0" y="585"/>
                  </a:lnTo>
                  <a:lnTo>
                    <a:pt x="0" y="1717"/>
                  </a:lnTo>
                  <a:lnTo>
                    <a:pt x="0" y="1830"/>
                  </a:lnTo>
                  <a:lnTo>
                    <a:pt x="38" y="1943"/>
                  </a:lnTo>
                  <a:lnTo>
                    <a:pt x="94" y="2037"/>
                  </a:lnTo>
                  <a:lnTo>
                    <a:pt x="170" y="2113"/>
                  </a:lnTo>
                  <a:lnTo>
                    <a:pt x="245" y="2188"/>
                  </a:lnTo>
                  <a:lnTo>
                    <a:pt x="358" y="2245"/>
                  </a:lnTo>
                  <a:lnTo>
                    <a:pt x="471" y="2282"/>
                  </a:lnTo>
                  <a:lnTo>
                    <a:pt x="585" y="2301"/>
                  </a:lnTo>
                  <a:lnTo>
                    <a:pt x="698" y="2282"/>
                  </a:lnTo>
                  <a:lnTo>
                    <a:pt x="811" y="2245"/>
                  </a:lnTo>
                  <a:lnTo>
                    <a:pt x="905" y="2188"/>
                  </a:lnTo>
                  <a:lnTo>
                    <a:pt x="999" y="2113"/>
                  </a:lnTo>
                  <a:lnTo>
                    <a:pt x="1056" y="2037"/>
                  </a:lnTo>
                  <a:lnTo>
                    <a:pt x="1113" y="1943"/>
                  </a:lnTo>
                  <a:lnTo>
                    <a:pt x="1150" y="1830"/>
                  </a:lnTo>
                  <a:lnTo>
                    <a:pt x="1169" y="1717"/>
                  </a:lnTo>
                  <a:lnTo>
                    <a:pt x="1169" y="585"/>
                  </a:lnTo>
                  <a:lnTo>
                    <a:pt x="1150" y="453"/>
                  </a:lnTo>
                  <a:lnTo>
                    <a:pt x="1113" y="359"/>
                  </a:lnTo>
                  <a:lnTo>
                    <a:pt x="1056" y="246"/>
                  </a:lnTo>
                  <a:lnTo>
                    <a:pt x="999" y="170"/>
                  </a:lnTo>
                  <a:lnTo>
                    <a:pt x="905" y="95"/>
                  </a:lnTo>
                  <a:lnTo>
                    <a:pt x="811" y="38"/>
                  </a:lnTo>
                  <a:lnTo>
                    <a:pt x="69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1" name="Google Shape;7211;p34"/>
            <p:cNvSpPr/>
            <p:nvPr/>
          </p:nvSpPr>
          <p:spPr>
            <a:xfrm>
              <a:off x="2746744" y="2252552"/>
              <a:ext cx="37792" cy="16623"/>
            </a:xfrm>
            <a:custGeom>
              <a:avLst/>
              <a:gdLst/>
              <a:ahLst/>
              <a:cxnLst/>
              <a:rect l="l" t="t" r="r" b="b"/>
              <a:pathLst>
                <a:path w="2660" h="1170" extrusionOk="0">
                  <a:moveTo>
                    <a:pt x="585" y="1"/>
                  </a:moveTo>
                  <a:lnTo>
                    <a:pt x="453" y="20"/>
                  </a:lnTo>
                  <a:lnTo>
                    <a:pt x="359" y="39"/>
                  </a:lnTo>
                  <a:lnTo>
                    <a:pt x="246" y="95"/>
                  </a:lnTo>
                  <a:lnTo>
                    <a:pt x="170" y="171"/>
                  </a:lnTo>
                  <a:lnTo>
                    <a:pt x="95" y="265"/>
                  </a:lnTo>
                  <a:lnTo>
                    <a:pt x="38" y="359"/>
                  </a:lnTo>
                  <a:lnTo>
                    <a:pt x="1" y="472"/>
                  </a:lnTo>
                  <a:lnTo>
                    <a:pt x="1" y="585"/>
                  </a:lnTo>
                  <a:lnTo>
                    <a:pt x="1" y="698"/>
                  </a:lnTo>
                  <a:lnTo>
                    <a:pt x="38" y="812"/>
                  </a:lnTo>
                  <a:lnTo>
                    <a:pt x="95" y="906"/>
                  </a:lnTo>
                  <a:lnTo>
                    <a:pt x="170" y="1000"/>
                  </a:lnTo>
                  <a:lnTo>
                    <a:pt x="246" y="1076"/>
                  </a:lnTo>
                  <a:lnTo>
                    <a:pt x="359" y="1113"/>
                  </a:lnTo>
                  <a:lnTo>
                    <a:pt x="453" y="1151"/>
                  </a:lnTo>
                  <a:lnTo>
                    <a:pt x="585" y="1170"/>
                  </a:lnTo>
                  <a:lnTo>
                    <a:pt x="2094" y="1170"/>
                  </a:lnTo>
                  <a:lnTo>
                    <a:pt x="2207" y="1151"/>
                  </a:lnTo>
                  <a:lnTo>
                    <a:pt x="2320" y="1113"/>
                  </a:lnTo>
                  <a:lnTo>
                    <a:pt x="2414" y="1076"/>
                  </a:lnTo>
                  <a:lnTo>
                    <a:pt x="2490" y="1000"/>
                  </a:lnTo>
                  <a:lnTo>
                    <a:pt x="2565" y="906"/>
                  </a:lnTo>
                  <a:lnTo>
                    <a:pt x="2622" y="812"/>
                  </a:lnTo>
                  <a:lnTo>
                    <a:pt x="2659" y="698"/>
                  </a:lnTo>
                  <a:lnTo>
                    <a:pt x="2659" y="585"/>
                  </a:lnTo>
                  <a:lnTo>
                    <a:pt x="2659" y="472"/>
                  </a:lnTo>
                  <a:lnTo>
                    <a:pt x="2622" y="359"/>
                  </a:lnTo>
                  <a:lnTo>
                    <a:pt x="2565" y="265"/>
                  </a:lnTo>
                  <a:lnTo>
                    <a:pt x="2490" y="171"/>
                  </a:lnTo>
                  <a:lnTo>
                    <a:pt x="2414" y="95"/>
                  </a:lnTo>
                  <a:lnTo>
                    <a:pt x="2320" y="39"/>
                  </a:lnTo>
                  <a:lnTo>
                    <a:pt x="2207" y="20"/>
                  </a:lnTo>
                  <a:lnTo>
                    <a:pt x="2094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2" name="Google Shape;7212;p34"/>
            <p:cNvSpPr/>
            <p:nvPr/>
          </p:nvSpPr>
          <p:spPr>
            <a:xfrm>
              <a:off x="2835427" y="2255777"/>
              <a:ext cx="49840" cy="23854"/>
            </a:xfrm>
            <a:custGeom>
              <a:avLst/>
              <a:gdLst/>
              <a:ahLst/>
              <a:cxnLst/>
              <a:rect l="l" t="t" r="r" b="b"/>
              <a:pathLst>
                <a:path w="3508" h="1679" extrusionOk="0">
                  <a:moveTo>
                    <a:pt x="509" y="0"/>
                  </a:moveTo>
                  <a:lnTo>
                    <a:pt x="396" y="19"/>
                  </a:lnTo>
                  <a:lnTo>
                    <a:pt x="302" y="75"/>
                  </a:lnTo>
                  <a:lnTo>
                    <a:pt x="208" y="132"/>
                  </a:lnTo>
                  <a:lnTo>
                    <a:pt x="132" y="226"/>
                  </a:lnTo>
                  <a:lnTo>
                    <a:pt x="57" y="321"/>
                  </a:lnTo>
                  <a:lnTo>
                    <a:pt x="19" y="415"/>
                  </a:lnTo>
                  <a:lnTo>
                    <a:pt x="0" y="528"/>
                  </a:lnTo>
                  <a:lnTo>
                    <a:pt x="0" y="641"/>
                  </a:lnTo>
                  <a:lnTo>
                    <a:pt x="38" y="754"/>
                  </a:lnTo>
                  <a:lnTo>
                    <a:pt x="76" y="867"/>
                  </a:lnTo>
                  <a:lnTo>
                    <a:pt x="151" y="962"/>
                  </a:lnTo>
                  <a:lnTo>
                    <a:pt x="302" y="1113"/>
                  </a:lnTo>
                  <a:lnTo>
                    <a:pt x="472" y="1263"/>
                  </a:lnTo>
                  <a:lnTo>
                    <a:pt x="660" y="1377"/>
                  </a:lnTo>
                  <a:lnTo>
                    <a:pt x="867" y="1490"/>
                  </a:lnTo>
                  <a:lnTo>
                    <a:pt x="1075" y="1565"/>
                  </a:lnTo>
                  <a:lnTo>
                    <a:pt x="1301" y="1622"/>
                  </a:lnTo>
                  <a:lnTo>
                    <a:pt x="1527" y="1659"/>
                  </a:lnTo>
                  <a:lnTo>
                    <a:pt x="1754" y="1678"/>
                  </a:lnTo>
                  <a:lnTo>
                    <a:pt x="1999" y="1659"/>
                  </a:lnTo>
                  <a:lnTo>
                    <a:pt x="2225" y="1622"/>
                  </a:lnTo>
                  <a:lnTo>
                    <a:pt x="2433" y="1565"/>
                  </a:lnTo>
                  <a:lnTo>
                    <a:pt x="2659" y="1490"/>
                  </a:lnTo>
                  <a:lnTo>
                    <a:pt x="2847" y="1377"/>
                  </a:lnTo>
                  <a:lnTo>
                    <a:pt x="3036" y="1263"/>
                  </a:lnTo>
                  <a:lnTo>
                    <a:pt x="3206" y="1113"/>
                  </a:lnTo>
                  <a:lnTo>
                    <a:pt x="3375" y="962"/>
                  </a:lnTo>
                  <a:lnTo>
                    <a:pt x="3432" y="867"/>
                  </a:lnTo>
                  <a:lnTo>
                    <a:pt x="3489" y="754"/>
                  </a:lnTo>
                  <a:lnTo>
                    <a:pt x="3507" y="641"/>
                  </a:lnTo>
                  <a:lnTo>
                    <a:pt x="3507" y="528"/>
                  </a:lnTo>
                  <a:lnTo>
                    <a:pt x="3489" y="415"/>
                  </a:lnTo>
                  <a:lnTo>
                    <a:pt x="3451" y="321"/>
                  </a:lnTo>
                  <a:lnTo>
                    <a:pt x="3394" y="226"/>
                  </a:lnTo>
                  <a:lnTo>
                    <a:pt x="3319" y="132"/>
                  </a:lnTo>
                  <a:lnTo>
                    <a:pt x="3225" y="75"/>
                  </a:lnTo>
                  <a:lnTo>
                    <a:pt x="3111" y="19"/>
                  </a:lnTo>
                  <a:lnTo>
                    <a:pt x="2998" y="0"/>
                  </a:lnTo>
                  <a:lnTo>
                    <a:pt x="2885" y="0"/>
                  </a:lnTo>
                  <a:lnTo>
                    <a:pt x="2791" y="19"/>
                  </a:lnTo>
                  <a:lnTo>
                    <a:pt x="2678" y="57"/>
                  </a:lnTo>
                  <a:lnTo>
                    <a:pt x="2583" y="113"/>
                  </a:lnTo>
                  <a:lnTo>
                    <a:pt x="2489" y="189"/>
                  </a:lnTo>
                  <a:lnTo>
                    <a:pt x="2414" y="264"/>
                  </a:lnTo>
                  <a:lnTo>
                    <a:pt x="2338" y="321"/>
                  </a:lnTo>
                  <a:lnTo>
                    <a:pt x="2169" y="434"/>
                  </a:lnTo>
                  <a:lnTo>
                    <a:pt x="1980" y="490"/>
                  </a:lnTo>
                  <a:lnTo>
                    <a:pt x="1754" y="509"/>
                  </a:lnTo>
                  <a:lnTo>
                    <a:pt x="1546" y="490"/>
                  </a:lnTo>
                  <a:lnTo>
                    <a:pt x="1358" y="434"/>
                  </a:lnTo>
                  <a:lnTo>
                    <a:pt x="1169" y="321"/>
                  </a:lnTo>
                  <a:lnTo>
                    <a:pt x="1094" y="264"/>
                  </a:lnTo>
                  <a:lnTo>
                    <a:pt x="1018" y="189"/>
                  </a:lnTo>
                  <a:lnTo>
                    <a:pt x="943" y="113"/>
                  </a:lnTo>
                  <a:lnTo>
                    <a:pt x="849" y="57"/>
                  </a:lnTo>
                  <a:lnTo>
                    <a:pt x="735" y="19"/>
                  </a:lnTo>
                  <a:lnTo>
                    <a:pt x="62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3" name="Google Shape;7213;p34"/>
            <p:cNvSpPr/>
            <p:nvPr/>
          </p:nvSpPr>
          <p:spPr>
            <a:xfrm>
              <a:off x="2832742" y="2215584"/>
              <a:ext cx="55466" cy="28685"/>
            </a:xfrm>
            <a:custGeom>
              <a:avLst/>
              <a:gdLst/>
              <a:ahLst/>
              <a:cxnLst/>
              <a:rect l="l" t="t" r="r" b="b"/>
              <a:pathLst>
                <a:path w="3904" h="2019" extrusionOk="0">
                  <a:moveTo>
                    <a:pt x="1679" y="1"/>
                  </a:moveTo>
                  <a:lnTo>
                    <a:pt x="1434" y="38"/>
                  </a:lnTo>
                  <a:lnTo>
                    <a:pt x="1170" y="76"/>
                  </a:lnTo>
                  <a:lnTo>
                    <a:pt x="924" y="114"/>
                  </a:lnTo>
                  <a:lnTo>
                    <a:pt x="679" y="189"/>
                  </a:lnTo>
                  <a:lnTo>
                    <a:pt x="453" y="265"/>
                  </a:lnTo>
                  <a:lnTo>
                    <a:pt x="208" y="359"/>
                  </a:lnTo>
                  <a:lnTo>
                    <a:pt x="1" y="472"/>
                  </a:lnTo>
                  <a:lnTo>
                    <a:pt x="38" y="642"/>
                  </a:lnTo>
                  <a:lnTo>
                    <a:pt x="95" y="793"/>
                  </a:lnTo>
                  <a:lnTo>
                    <a:pt x="170" y="943"/>
                  </a:lnTo>
                  <a:lnTo>
                    <a:pt x="246" y="1094"/>
                  </a:lnTo>
                  <a:lnTo>
                    <a:pt x="340" y="1226"/>
                  </a:lnTo>
                  <a:lnTo>
                    <a:pt x="453" y="1339"/>
                  </a:lnTo>
                  <a:lnTo>
                    <a:pt x="566" y="1471"/>
                  </a:lnTo>
                  <a:lnTo>
                    <a:pt x="698" y="1566"/>
                  </a:lnTo>
                  <a:lnTo>
                    <a:pt x="830" y="1679"/>
                  </a:lnTo>
                  <a:lnTo>
                    <a:pt x="962" y="1754"/>
                  </a:lnTo>
                  <a:lnTo>
                    <a:pt x="1113" y="1830"/>
                  </a:lnTo>
                  <a:lnTo>
                    <a:pt x="1264" y="1886"/>
                  </a:lnTo>
                  <a:lnTo>
                    <a:pt x="1434" y="1943"/>
                  </a:lnTo>
                  <a:lnTo>
                    <a:pt x="1603" y="1981"/>
                  </a:lnTo>
                  <a:lnTo>
                    <a:pt x="1773" y="1999"/>
                  </a:lnTo>
                  <a:lnTo>
                    <a:pt x="1943" y="2018"/>
                  </a:lnTo>
                  <a:lnTo>
                    <a:pt x="2131" y="1999"/>
                  </a:lnTo>
                  <a:lnTo>
                    <a:pt x="2301" y="1981"/>
                  </a:lnTo>
                  <a:lnTo>
                    <a:pt x="2471" y="1943"/>
                  </a:lnTo>
                  <a:lnTo>
                    <a:pt x="2622" y="1886"/>
                  </a:lnTo>
                  <a:lnTo>
                    <a:pt x="2772" y="1830"/>
                  </a:lnTo>
                  <a:lnTo>
                    <a:pt x="2923" y="1754"/>
                  </a:lnTo>
                  <a:lnTo>
                    <a:pt x="3074" y="1679"/>
                  </a:lnTo>
                  <a:lnTo>
                    <a:pt x="3206" y="1566"/>
                  </a:lnTo>
                  <a:lnTo>
                    <a:pt x="3319" y="1471"/>
                  </a:lnTo>
                  <a:lnTo>
                    <a:pt x="3451" y="1339"/>
                  </a:lnTo>
                  <a:lnTo>
                    <a:pt x="3546" y="1226"/>
                  </a:lnTo>
                  <a:lnTo>
                    <a:pt x="3640" y="1094"/>
                  </a:lnTo>
                  <a:lnTo>
                    <a:pt x="3734" y="943"/>
                  </a:lnTo>
                  <a:lnTo>
                    <a:pt x="3791" y="793"/>
                  </a:lnTo>
                  <a:lnTo>
                    <a:pt x="3866" y="642"/>
                  </a:lnTo>
                  <a:lnTo>
                    <a:pt x="3904" y="472"/>
                  </a:lnTo>
                  <a:lnTo>
                    <a:pt x="3678" y="359"/>
                  </a:lnTo>
                  <a:lnTo>
                    <a:pt x="3451" y="265"/>
                  </a:lnTo>
                  <a:lnTo>
                    <a:pt x="3206" y="189"/>
                  </a:lnTo>
                  <a:lnTo>
                    <a:pt x="2980" y="114"/>
                  </a:lnTo>
                  <a:lnTo>
                    <a:pt x="2716" y="76"/>
                  </a:lnTo>
                  <a:lnTo>
                    <a:pt x="2471" y="38"/>
                  </a:lnTo>
                  <a:lnTo>
                    <a:pt x="220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14" name="Google Shape;7214;p34"/>
          <p:cNvGrpSpPr/>
          <p:nvPr/>
        </p:nvGrpSpPr>
        <p:grpSpPr>
          <a:xfrm>
            <a:off x="5915845" y="1876314"/>
            <a:ext cx="548665" cy="516798"/>
            <a:chOff x="5322725" y="4542525"/>
            <a:chExt cx="965450" cy="909375"/>
          </a:xfrm>
        </p:grpSpPr>
        <p:sp>
          <p:nvSpPr>
            <p:cNvPr id="7215" name="Google Shape;7215;p34"/>
            <p:cNvSpPr/>
            <p:nvPr/>
          </p:nvSpPr>
          <p:spPr>
            <a:xfrm>
              <a:off x="6126000" y="4926250"/>
              <a:ext cx="138150" cy="168325"/>
            </a:xfrm>
            <a:custGeom>
              <a:avLst/>
              <a:gdLst/>
              <a:ahLst/>
              <a:cxnLst/>
              <a:rect l="l" t="t" r="r" b="b"/>
              <a:pathLst>
                <a:path w="5526" h="6733" extrusionOk="0">
                  <a:moveTo>
                    <a:pt x="4564" y="1"/>
                  </a:moveTo>
                  <a:lnTo>
                    <a:pt x="4149" y="227"/>
                  </a:lnTo>
                  <a:lnTo>
                    <a:pt x="3677" y="435"/>
                  </a:lnTo>
                  <a:lnTo>
                    <a:pt x="3074" y="699"/>
                  </a:lnTo>
                  <a:lnTo>
                    <a:pt x="2735" y="831"/>
                  </a:lnTo>
                  <a:lnTo>
                    <a:pt x="2376" y="944"/>
                  </a:lnTo>
                  <a:lnTo>
                    <a:pt x="1999" y="1057"/>
                  </a:lnTo>
                  <a:lnTo>
                    <a:pt x="1622" y="1170"/>
                  </a:lnTo>
                  <a:lnTo>
                    <a:pt x="1207" y="1264"/>
                  </a:lnTo>
                  <a:lnTo>
                    <a:pt x="811" y="1321"/>
                  </a:lnTo>
                  <a:lnTo>
                    <a:pt x="415" y="1377"/>
                  </a:lnTo>
                  <a:lnTo>
                    <a:pt x="0" y="1377"/>
                  </a:lnTo>
                  <a:lnTo>
                    <a:pt x="0" y="5337"/>
                  </a:lnTo>
                  <a:lnTo>
                    <a:pt x="415" y="5356"/>
                  </a:lnTo>
                  <a:lnTo>
                    <a:pt x="811" y="5394"/>
                  </a:lnTo>
                  <a:lnTo>
                    <a:pt x="1207" y="5469"/>
                  </a:lnTo>
                  <a:lnTo>
                    <a:pt x="1622" y="5563"/>
                  </a:lnTo>
                  <a:lnTo>
                    <a:pt x="1999" y="5658"/>
                  </a:lnTo>
                  <a:lnTo>
                    <a:pt x="2376" y="5771"/>
                  </a:lnTo>
                  <a:lnTo>
                    <a:pt x="2735" y="5903"/>
                  </a:lnTo>
                  <a:lnTo>
                    <a:pt x="3074" y="6035"/>
                  </a:lnTo>
                  <a:lnTo>
                    <a:pt x="3677" y="6280"/>
                  </a:lnTo>
                  <a:lnTo>
                    <a:pt x="4149" y="6506"/>
                  </a:lnTo>
                  <a:lnTo>
                    <a:pt x="4564" y="6733"/>
                  </a:lnTo>
                  <a:lnTo>
                    <a:pt x="5525" y="3357"/>
                  </a:lnTo>
                  <a:lnTo>
                    <a:pt x="456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6" name="Google Shape;7216;p34"/>
            <p:cNvSpPr/>
            <p:nvPr/>
          </p:nvSpPr>
          <p:spPr>
            <a:xfrm>
              <a:off x="6240075" y="4926250"/>
              <a:ext cx="48100" cy="168325"/>
            </a:xfrm>
            <a:custGeom>
              <a:avLst/>
              <a:gdLst/>
              <a:ahLst/>
              <a:cxnLst/>
              <a:rect l="l" t="t" r="r" b="b"/>
              <a:pathLst>
                <a:path w="1924" h="6733" extrusionOk="0">
                  <a:moveTo>
                    <a:pt x="1" y="1"/>
                  </a:moveTo>
                  <a:lnTo>
                    <a:pt x="1" y="6733"/>
                  </a:lnTo>
                  <a:lnTo>
                    <a:pt x="208" y="6601"/>
                  </a:lnTo>
                  <a:lnTo>
                    <a:pt x="416" y="6450"/>
                  </a:lnTo>
                  <a:lnTo>
                    <a:pt x="604" y="6280"/>
                  </a:lnTo>
                  <a:lnTo>
                    <a:pt x="793" y="6110"/>
                  </a:lnTo>
                  <a:lnTo>
                    <a:pt x="962" y="5941"/>
                  </a:lnTo>
                  <a:lnTo>
                    <a:pt x="1113" y="5752"/>
                  </a:lnTo>
                  <a:lnTo>
                    <a:pt x="1264" y="5545"/>
                  </a:lnTo>
                  <a:lnTo>
                    <a:pt x="1396" y="5337"/>
                  </a:lnTo>
                  <a:lnTo>
                    <a:pt x="1509" y="5111"/>
                  </a:lnTo>
                  <a:lnTo>
                    <a:pt x="1622" y="4885"/>
                  </a:lnTo>
                  <a:lnTo>
                    <a:pt x="1717" y="4640"/>
                  </a:lnTo>
                  <a:lnTo>
                    <a:pt x="1792" y="4394"/>
                  </a:lnTo>
                  <a:lnTo>
                    <a:pt x="1849" y="4149"/>
                  </a:lnTo>
                  <a:lnTo>
                    <a:pt x="1886" y="3885"/>
                  </a:lnTo>
                  <a:lnTo>
                    <a:pt x="1924" y="3621"/>
                  </a:lnTo>
                  <a:lnTo>
                    <a:pt x="1924" y="3357"/>
                  </a:lnTo>
                  <a:lnTo>
                    <a:pt x="1924" y="3093"/>
                  </a:lnTo>
                  <a:lnTo>
                    <a:pt x="1886" y="2829"/>
                  </a:lnTo>
                  <a:lnTo>
                    <a:pt x="1849" y="2584"/>
                  </a:lnTo>
                  <a:lnTo>
                    <a:pt x="1792" y="2320"/>
                  </a:lnTo>
                  <a:lnTo>
                    <a:pt x="1717" y="2075"/>
                  </a:lnTo>
                  <a:lnTo>
                    <a:pt x="1622" y="1849"/>
                  </a:lnTo>
                  <a:lnTo>
                    <a:pt x="1509" y="1622"/>
                  </a:lnTo>
                  <a:lnTo>
                    <a:pt x="1396" y="1396"/>
                  </a:lnTo>
                  <a:lnTo>
                    <a:pt x="1264" y="1189"/>
                  </a:lnTo>
                  <a:lnTo>
                    <a:pt x="1113" y="981"/>
                  </a:lnTo>
                  <a:lnTo>
                    <a:pt x="962" y="793"/>
                  </a:lnTo>
                  <a:lnTo>
                    <a:pt x="793" y="604"/>
                  </a:lnTo>
                  <a:lnTo>
                    <a:pt x="604" y="435"/>
                  </a:lnTo>
                  <a:lnTo>
                    <a:pt x="416" y="284"/>
                  </a:lnTo>
                  <a:lnTo>
                    <a:pt x="208" y="13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7" name="Google Shape;7217;p34"/>
            <p:cNvSpPr/>
            <p:nvPr/>
          </p:nvSpPr>
          <p:spPr>
            <a:xfrm>
              <a:off x="5972325" y="4709875"/>
              <a:ext cx="157950" cy="224900"/>
            </a:xfrm>
            <a:custGeom>
              <a:avLst/>
              <a:gdLst/>
              <a:ahLst/>
              <a:cxnLst/>
              <a:rect l="l" t="t" r="r" b="b"/>
              <a:pathLst>
                <a:path w="6318" h="8996" extrusionOk="0">
                  <a:moveTo>
                    <a:pt x="0" y="1"/>
                  </a:moveTo>
                  <a:lnTo>
                    <a:pt x="0" y="8995"/>
                  </a:lnTo>
                  <a:lnTo>
                    <a:pt x="6317" y="8995"/>
                  </a:lnTo>
                  <a:lnTo>
                    <a:pt x="63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8" name="Google Shape;7218;p34"/>
            <p:cNvSpPr/>
            <p:nvPr/>
          </p:nvSpPr>
          <p:spPr>
            <a:xfrm>
              <a:off x="5352900" y="4652375"/>
              <a:ext cx="817900" cy="577025"/>
            </a:xfrm>
            <a:custGeom>
              <a:avLst/>
              <a:gdLst/>
              <a:ahLst/>
              <a:cxnLst/>
              <a:rect l="l" t="t" r="r" b="b"/>
              <a:pathLst>
                <a:path w="32716" h="23081" extrusionOk="0">
                  <a:moveTo>
                    <a:pt x="0" y="0"/>
                  </a:moveTo>
                  <a:lnTo>
                    <a:pt x="0" y="20478"/>
                  </a:lnTo>
                  <a:lnTo>
                    <a:pt x="14595" y="23080"/>
                  </a:lnTo>
                  <a:lnTo>
                    <a:pt x="32716" y="20478"/>
                  </a:lnTo>
                  <a:lnTo>
                    <a:pt x="32716" y="10880"/>
                  </a:lnTo>
                  <a:lnTo>
                    <a:pt x="32697" y="10711"/>
                  </a:lnTo>
                  <a:lnTo>
                    <a:pt x="32678" y="10560"/>
                  </a:lnTo>
                  <a:lnTo>
                    <a:pt x="32640" y="10409"/>
                  </a:lnTo>
                  <a:lnTo>
                    <a:pt x="32584" y="10258"/>
                  </a:lnTo>
                  <a:lnTo>
                    <a:pt x="32508" y="10107"/>
                  </a:lnTo>
                  <a:lnTo>
                    <a:pt x="32433" y="9975"/>
                  </a:lnTo>
                  <a:lnTo>
                    <a:pt x="32339" y="9862"/>
                  </a:lnTo>
                  <a:lnTo>
                    <a:pt x="32244" y="9749"/>
                  </a:lnTo>
                  <a:lnTo>
                    <a:pt x="32131" y="9636"/>
                  </a:lnTo>
                  <a:lnTo>
                    <a:pt x="31999" y="9542"/>
                  </a:lnTo>
                  <a:lnTo>
                    <a:pt x="31867" y="9466"/>
                  </a:lnTo>
                  <a:lnTo>
                    <a:pt x="31735" y="9391"/>
                  </a:lnTo>
                  <a:lnTo>
                    <a:pt x="31584" y="9353"/>
                  </a:lnTo>
                  <a:lnTo>
                    <a:pt x="31434" y="9297"/>
                  </a:lnTo>
                  <a:lnTo>
                    <a:pt x="31264" y="9278"/>
                  </a:lnTo>
                  <a:lnTo>
                    <a:pt x="20007" y="9278"/>
                  </a:lnTo>
                  <a:lnTo>
                    <a:pt x="19894" y="9259"/>
                  </a:lnTo>
                  <a:lnTo>
                    <a:pt x="19780" y="9259"/>
                  </a:lnTo>
                  <a:lnTo>
                    <a:pt x="19573" y="9183"/>
                  </a:lnTo>
                  <a:lnTo>
                    <a:pt x="19366" y="9070"/>
                  </a:lnTo>
                  <a:lnTo>
                    <a:pt x="19196" y="8938"/>
                  </a:lnTo>
                  <a:lnTo>
                    <a:pt x="19064" y="8769"/>
                  </a:lnTo>
                  <a:lnTo>
                    <a:pt x="18951" y="8580"/>
                  </a:lnTo>
                  <a:lnTo>
                    <a:pt x="18894" y="8354"/>
                  </a:lnTo>
                  <a:lnTo>
                    <a:pt x="18875" y="8241"/>
                  </a:lnTo>
                  <a:lnTo>
                    <a:pt x="18875" y="8127"/>
                  </a:lnTo>
                  <a:lnTo>
                    <a:pt x="1887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9" name="Google Shape;7219;p34"/>
            <p:cNvSpPr/>
            <p:nvPr/>
          </p:nvSpPr>
          <p:spPr>
            <a:xfrm>
              <a:off x="5352900" y="4652375"/>
              <a:ext cx="397400" cy="577025"/>
            </a:xfrm>
            <a:custGeom>
              <a:avLst/>
              <a:gdLst/>
              <a:ahLst/>
              <a:cxnLst/>
              <a:rect l="l" t="t" r="r" b="b"/>
              <a:pathLst>
                <a:path w="15896" h="23081" extrusionOk="0">
                  <a:moveTo>
                    <a:pt x="0" y="0"/>
                  </a:moveTo>
                  <a:lnTo>
                    <a:pt x="0" y="20478"/>
                  </a:lnTo>
                  <a:lnTo>
                    <a:pt x="14595" y="23080"/>
                  </a:lnTo>
                  <a:lnTo>
                    <a:pt x="15896" y="22892"/>
                  </a:lnTo>
                  <a:lnTo>
                    <a:pt x="2338" y="20478"/>
                  </a:lnTo>
                  <a:lnTo>
                    <a:pt x="2338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0" name="Google Shape;7220;p34"/>
            <p:cNvSpPr/>
            <p:nvPr/>
          </p:nvSpPr>
          <p:spPr>
            <a:xfrm>
              <a:off x="5322725" y="4542525"/>
              <a:ext cx="532250" cy="167375"/>
            </a:xfrm>
            <a:custGeom>
              <a:avLst/>
              <a:gdLst/>
              <a:ahLst/>
              <a:cxnLst/>
              <a:rect l="l" t="t" r="r" b="b"/>
              <a:pathLst>
                <a:path w="21290" h="6695" extrusionOk="0">
                  <a:moveTo>
                    <a:pt x="1132" y="1"/>
                  </a:moveTo>
                  <a:lnTo>
                    <a:pt x="1019" y="20"/>
                  </a:lnTo>
                  <a:lnTo>
                    <a:pt x="905" y="39"/>
                  </a:lnTo>
                  <a:lnTo>
                    <a:pt x="698" y="95"/>
                  </a:lnTo>
                  <a:lnTo>
                    <a:pt x="509" y="208"/>
                  </a:lnTo>
                  <a:lnTo>
                    <a:pt x="340" y="340"/>
                  </a:lnTo>
                  <a:lnTo>
                    <a:pt x="189" y="510"/>
                  </a:lnTo>
                  <a:lnTo>
                    <a:pt x="95" y="699"/>
                  </a:lnTo>
                  <a:lnTo>
                    <a:pt x="19" y="925"/>
                  </a:lnTo>
                  <a:lnTo>
                    <a:pt x="0" y="1038"/>
                  </a:lnTo>
                  <a:lnTo>
                    <a:pt x="0" y="1151"/>
                  </a:lnTo>
                  <a:lnTo>
                    <a:pt x="0" y="5545"/>
                  </a:lnTo>
                  <a:lnTo>
                    <a:pt x="0" y="5677"/>
                  </a:lnTo>
                  <a:lnTo>
                    <a:pt x="19" y="5790"/>
                  </a:lnTo>
                  <a:lnTo>
                    <a:pt x="95" y="5997"/>
                  </a:lnTo>
                  <a:lnTo>
                    <a:pt x="189" y="6186"/>
                  </a:lnTo>
                  <a:lnTo>
                    <a:pt x="340" y="6355"/>
                  </a:lnTo>
                  <a:lnTo>
                    <a:pt x="509" y="6487"/>
                  </a:lnTo>
                  <a:lnTo>
                    <a:pt x="698" y="6601"/>
                  </a:lnTo>
                  <a:lnTo>
                    <a:pt x="905" y="6657"/>
                  </a:lnTo>
                  <a:lnTo>
                    <a:pt x="1019" y="6676"/>
                  </a:lnTo>
                  <a:lnTo>
                    <a:pt x="1132" y="6695"/>
                  </a:lnTo>
                  <a:lnTo>
                    <a:pt x="20158" y="6695"/>
                  </a:lnTo>
                  <a:lnTo>
                    <a:pt x="20271" y="6676"/>
                  </a:lnTo>
                  <a:lnTo>
                    <a:pt x="20384" y="6657"/>
                  </a:lnTo>
                  <a:lnTo>
                    <a:pt x="20591" y="6601"/>
                  </a:lnTo>
                  <a:lnTo>
                    <a:pt x="20780" y="6487"/>
                  </a:lnTo>
                  <a:lnTo>
                    <a:pt x="20950" y="6355"/>
                  </a:lnTo>
                  <a:lnTo>
                    <a:pt x="21101" y="6186"/>
                  </a:lnTo>
                  <a:lnTo>
                    <a:pt x="21195" y="5997"/>
                  </a:lnTo>
                  <a:lnTo>
                    <a:pt x="21270" y="5790"/>
                  </a:lnTo>
                  <a:lnTo>
                    <a:pt x="21289" y="5677"/>
                  </a:lnTo>
                  <a:lnTo>
                    <a:pt x="21289" y="5545"/>
                  </a:lnTo>
                  <a:lnTo>
                    <a:pt x="21289" y="1151"/>
                  </a:lnTo>
                  <a:lnTo>
                    <a:pt x="21289" y="1038"/>
                  </a:lnTo>
                  <a:lnTo>
                    <a:pt x="21270" y="925"/>
                  </a:lnTo>
                  <a:lnTo>
                    <a:pt x="21195" y="699"/>
                  </a:lnTo>
                  <a:lnTo>
                    <a:pt x="21101" y="510"/>
                  </a:lnTo>
                  <a:lnTo>
                    <a:pt x="20950" y="340"/>
                  </a:lnTo>
                  <a:lnTo>
                    <a:pt x="20780" y="208"/>
                  </a:lnTo>
                  <a:lnTo>
                    <a:pt x="20591" y="95"/>
                  </a:lnTo>
                  <a:lnTo>
                    <a:pt x="20384" y="39"/>
                  </a:lnTo>
                  <a:lnTo>
                    <a:pt x="20271" y="20"/>
                  </a:lnTo>
                  <a:lnTo>
                    <a:pt x="201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1" name="Google Shape;7221;p34"/>
            <p:cNvSpPr/>
            <p:nvPr/>
          </p:nvSpPr>
          <p:spPr>
            <a:xfrm>
              <a:off x="5322725" y="4542525"/>
              <a:ext cx="86750" cy="167375"/>
            </a:xfrm>
            <a:custGeom>
              <a:avLst/>
              <a:gdLst/>
              <a:ahLst/>
              <a:cxnLst/>
              <a:rect l="l" t="t" r="r" b="b"/>
              <a:pathLst>
                <a:path w="3470" h="6695" extrusionOk="0">
                  <a:moveTo>
                    <a:pt x="1132" y="1"/>
                  </a:moveTo>
                  <a:lnTo>
                    <a:pt x="1019" y="20"/>
                  </a:lnTo>
                  <a:lnTo>
                    <a:pt x="905" y="39"/>
                  </a:lnTo>
                  <a:lnTo>
                    <a:pt x="698" y="95"/>
                  </a:lnTo>
                  <a:lnTo>
                    <a:pt x="509" y="208"/>
                  </a:lnTo>
                  <a:lnTo>
                    <a:pt x="340" y="340"/>
                  </a:lnTo>
                  <a:lnTo>
                    <a:pt x="189" y="510"/>
                  </a:lnTo>
                  <a:lnTo>
                    <a:pt x="95" y="699"/>
                  </a:lnTo>
                  <a:lnTo>
                    <a:pt x="19" y="925"/>
                  </a:lnTo>
                  <a:lnTo>
                    <a:pt x="0" y="1038"/>
                  </a:lnTo>
                  <a:lnTo>
                    <a:pt x="0" y="1151"/>
                  </a:lnTo>
                  <a:lnTo>
                    <a:pt x="0" y="5545"/>
                  </a:lnTo>
                  <a:lnTo>
                    <a:pt x="0" y="5677"/>
                  </a:lnTo>
                  <a:lnTo>
                    <a:pt x="19" y="5790"/>
                  </a:lnTo>
                  <a:lnTo>
                    <a:pt x="95" y="5997"/>
                  </a:lnTo>
                  <a:lnTo>
                    <a:pt x="189" y="6186"/>
                  </a:lnTo>
                  <a:lnTo>
                    <a:pt x="340" y="6355"/>
                  </a:lnTo>
                  <a:lnTo>
                    <a:pt x="509" y="6487"/>
                  </a:lnTo>
                  <a:lnTo>
                    <a:pt x="698" y="6601"/>
                  </a:lnTo>
                  <a:lnTo>
                    <a:pt x="905" y="6657"/>
                  </a:lnTo>
                  <a:lnTo>
                    <a:pt x="1019" y="6676"/>
                  </a:lnTo>
                  <a:lnTo>
                    <a:pt x="1132" y="6695"/>
                  </a:lnTo>
                  <a:lnTo>
                    <a:pt x="3470" y="6695"/>
                  </a:lnTo>
                  <a:lnTo>
                    <a:pt x="3357" y="6676"/>
                  </a:lnTo>
                  <a:lnTo>
                    <a:pt x="3244" y="6657"/>
                  </a:lnTo>
                  <a:lnTo>
                    <a:pt x="3036" y="6601"/>
                  </a:lnTo>
                  <a:lnTo>
                    <a:pt x="2829" y="6487"/>
                  </a:lnTo>
                  <a:lnTo>
                    <a:pt x="2659" y="6355"/>
                  </a:lnTo>
                  <a:lnTo>
                    <a:pt x="2527" y="6186"/>
                  </a:lnTo>
                  <a:lnTo>
                    <a:pt x="2414" y="5997"/>
                  </a:lnTo>
                  <a:lnTo>
                    <a:pt x="2357" y="5790"/>
                  </a:lnTo>
                  <a:lnTo>
                    <a:pt x="2339" y="5677"/>
                  </a:lnTo>
                  <a:lnTo>
                    <a:pt x="2339" y="5545"/>
                  </a:lnTo>
                  <a:lnTo>
                    <a:pt x="2339" y="1151"/>
                  </a:lnTo>
                  <a:lnTo>
                    <a:pt x="2339" y="1038"/>
                  </a:lnTo>
                  <a:lnTo>
                    <a:pt x="2357" y="925"/>
                  </a:lnTo>
                  <a:lnTo>
                    <a:pt x="2414" y="699"/>
                  </a:lnTo>
                  <a:lnTo>
                    <a:pt x="2527" y="510"/>
                  </a:lnTo>
                  <a:lnTo>
                    <a:pt x="2659" y="340"/>
                  </a:lnTo>
                  <a:lnTo>
                    <a:pt x="2829" y="208"/>
                  </a:lnTo>
                  <a:lnTo>
                    <a:pt x="3036" y="95"/>
                  </a:lnTo>
                  <a:lnTo>
                    <a:pt x="3244" y="39"/>
                  </a:lnTo>
                  <a:lnTo>
                    <a:pt x="3357" y="20"/>
                  </a:lnTo>
                  <a:lnTo>
                    <a:pt x="3470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2" name="Google Shape;7222;p34"/>
            <p:cNvSpPr/>
            <p:nvPr/>
          </p:nvSpPr>
          <p:spPr>
            <a:xfrm>
              <a:off x="5322725" y="5164325"/>
              <a:ext cx="943775" cy="176325"/>
            </a:xfrm>
            <a:custGeom>
              <a:avLst/>
              <a:gdLst/>
              <a:ahLst/>
              <a:cxnLst/>
              <a:rect l="l" t="t" r="r" b="b"/>
              <a:pathLst>
                <a:path w="37751" h="7053" extrusionOk="0">
                  <a:moveTo>
                    <a:pt x="1094" y="0"/>
                  </a:moveTo>
                  <a:lnTo>
                    <a:pt x="962" y="19"/>
                  </a:lnTo>
                  <a:lnTo>
                    <a:pt x="849" y="38"/>
                  </a:lnTo>
                  <a:lnTo>
                    <a:pt x="736" y="95"/>
                  </a:lnTo>
                  <a:lnTo>
                    <a:pt x="641" y="132"/>
                  </a:lnTo>
                  <a:lnTo>
                    <a:pt x="528" y="208"/>
                  </a:lnTo>
                  <a:lnTo>
                    <a:pt x="359" y="340"/>
                  </a:lnTo>
                  <a:lnTo>
                    <a:pt x="208" y="528"/>
                  </a:lnTo>
                  <a:lnTo>
                    <a:pt x="151" y="623"/>
                  </a:lnTo>
                  <a:lnTo>
                    <a:pt x="95" y="736"/>
                  </a:lnTo>
                  <a:lnTo>
                    <a:pt x="57" y="849"/>
                  </a:lnTo>
                  <a:lnTo>
                    <a:pt x="19" y="962"/>
                  </a:lnTo>
                  <a:lnTo>
                    <a:pt x="0" y="1075"/>
                  </a:lnTo>
                  <a:lnTo>
                    <a:pt x="0" y="1207"/>
                  </a:lnTo>
                  <a:lnTo>
                    <a:pt x="0" y="5846"/>
                  </a:lnTo>
                  <a:lnTo>
                    <a:pt x="0" y="5959"/>
                  </a:lnTo>
                  <a:lnTo>
                    <a:pt x="19" y="6072"/>
                  </a:lnTo>
                  <a:lnTo>
                    <a:pt x="57" y="6204"/>
                  </a:lnTo>
                  <a:lnTo>
                    <a:pt x="95" y="6317"/>
                  </a:lnTo>
                  <a:lnTo>
                    <a:pt x="151" y="6411"/>
                  </a:lnTo>
                  <a:lnTo>
                    <a:pt x="208" y="6506"/>
                  </a:lnTo>
                  <a:lnTo>
                    <a:pt x="359" y="6694"/>
                  </a:lnTo>
                  <a:lnTo>
                    <a:pt x="528" y="6845"/>
                  </a:lnTo>
                  <a:lnTo>
                    <a:pt x="641" y="6902"/>
                  </a:lnTo>
                  <a:lnTo>
                    <a:pt x="736" y="6958"/>
                  </a:lnTo>
                  <a:lnTo>
                    <a:pt x="849" y="6996"/>
                  </a:lnTo>
                  <a:lnTo>
                    <a:pt x="962" y="7015"/>
                  </a:lnTo>
                  <a:lnTo>
                    <a:pt x="1094" y="7034"/>
                  </a:lnTo>
                  <a:lnTo>
                    <a:pt x="1207" y="7053"/>
                  </a:lnTo>
                  <a:lnTo>
                    <a:pt x="36751" y="7053"/>
                  </a:lnTo>
                  <a:lnTo>
                    <a:pt x="36883" y="7034"/>
                  </a:lnTo>
                  <a:lnTo>
                    <a:pt x="36996" y="7015"/>
                  </a:lnTo>
                  <a:lnTo>
                    <a:pt x="37128" y="6977"/>
                  </a:lnTo>
                  <a:lnTo>
                    <a:pt x="37241" y="6921"/>
                  </a:lnTo>
                  <a:lnTo>
                    <a:pt x="37336" y="6864"/>
                  </a:lnTo>
                  <a:lnTo>
                    <a:pt x="37430" y="6789"/>
                  </a:lnTo>
                  <a:lnTo>
                    <a:pt x="37505" y="6694"/>
                  </a:lnTo>
                  <a:lnTo>
                    <a:pt x="37581" y="6600"/>
                  </a:lnTo>
                  <a:lnTo>
                    <a:pt x="37637" y="6487"/>
                  </a:lnTo>
                  <a:lnTo>
                    <a:pt x="37694" y="6374"/>
                  </a:lnTo>
                  <a:lnTo>
                    <a:pt x="37732" y="6261"/>
                  </a:lnTo>
                  <a:lnTo>
                    <a:pt x="37751" y="6147"/>
                  </a:lnTo>
                  <a:lnTo>
                    <a:pt x="37751" y="6015"/>
                  </a:lnTo>
                  <a:lnTo>
                    <a:pt x="37732" y="5902"/>
                  </a:lnTo>
                  <a:lnTo>
                    <a:pt x="37713" y="5770"/>
                  </a:lnTo>
                  <a:lnTo>
                    <a:pt x="37675" y="5657"/>
                  </a:lnTo>
                  <a:lnTo>
                    <a:pt x="36035" y="1886"/>
                  </a:lnTo>
                  <a:lnTo>
                    <a:pt x="35846" y="1471"/>
                  </a:lnTo>
                  <a:lnTo>
                    <a:pt x="35658" y="1094"/>
                  </a:lnTo>
                  <a:lnTo>
                    <a:pt x="35469" y="773"/>
                  </a:lnTo>
                  <a:lnTo>
                    <a:pt x="35375" y="641"/>
                  </a:lnTo>
                  <a:lnTo>
                    <a:pt x="35262" y="509"/>
                  </a:lnTo>
                  <a:lnTo>
                    <a:pt x="35130" y="396"/>
                  </a:lnTo>
                  <a:lnTo>
                    <a:pt x="34998" y="283"/>
                  </a:lnTo>
                  <a:lnTo>
                    <a:pt x="34866" y="208"/>
                  </a:lnTo>
                  <a:lnTo>
                    <a:pt x="34696" y="132"/>
                  </a:lnTo>
                  <a:lnTo>
                    <a:pt x="34526" y="76"/>
                  </a:lnTo>
                  <a:lnTo>
                    <a:pt x="34338" y="19"/>
                  </a:lnTo>
                  <a:lnTo>
                    <a:pt x="3413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3" name="Google Shape;7223;p34"/>
            <p:cNvSpPr/>
            <p:nvPr/>
          </p:nvSpPr>
          <p:spPr>
            <a:xfrm>
              <a:off x="5322725" y="5164325"/>
              <a:ext cx="88650" cy="176325"/>
            </a:xfrm>
            <a:custGeom>
              <a:avLst/>
              <a:gdLst/>
              <a:ahLst/>
              <a:cxnLst/>
              <a:rect l="l" t="t" r="r" b="b"/>
              <a:pathLst>
                <a:path w="3546" h="7053" extrusionOk="0">
                  <a:moveTo>
                    <a:pt x="1094" y="0"/>
                  </a:moveTo>
                  <a:lnTo>
                    <a:pt x="962" y="19"/>
                  </a:lnTo>
                  <a:lnTo>
                    <a:pt x="849" y="38"/>
                  </a:lnTo>
                  <a:lnTo>
                    <a:pt x="736" y="95"/>
                  </a:lnTo>
                  <a:lnTo>
                    <a:pt x="641" y="132"/>
                  </a:lnTo>
                  <a:lnTo>
                    <a:pt x="528" y="208"/>
                  </a:lnTo>
                  <a:lnTo>
                    <a:pt x="359" y="340"/>
                  </a:lnTo>
                  <a:lnTo>
                    <a:pt x="208" y="528"/>
                  </a:lnTo>
                  <a:lnTo>
                    <a:pt x="151" y="623"/>
                  </a:lnTo>
                  <a:lnTo>
                    <a:pt x="95" y="736"/>
                  </a:lnTo>
                  <a:lnTo>
                    <a:pt x="57" y="849"/>
                  </a:lnTo>
                  <a:lnTo>
                    <a:pt x="19" y="962"/>
                  </a:lnTo>
                  <a:lnTo>
                    <a:pt x="0" y="1075"/>
                  </a:lnTo>
                  <a:lnTo>
                    <a:pt x="0" y="1207"/>
                  </a:lnTo>
                  <a:lnTo>
                    <a:pt x="0" y="5846"/>
                  </a:lnTo>
                  <a:lnTo>
                    <a:pt x="0" y="5959"/>
                  </a:lnTo>
                  <a:lnTo>
                    <a:pt x="19" y="6072"/>
                  </a:lnTo>
                  <a:lnTo>
                    <a:pt x="57" y="6204"/>
                  </a:lnTo>
                  <a:lnTo>
                    <a:pt x="95" y="6317"/>
                  </a:lnTo>
                  <a:lnTo>
                    <a:pt x="151" y="6411"/>
                  </a:lnTo>
                  <a:lnTo>
                    <a:pt x="208" y="6506"/>
                  </a:lnTo>
                  <a:lnTo>
                    <a:pt x="359" y="6694"/>
                  </a:lnTo>
                  <a:lnTo>
                    <a:pt x="528" y="6845"/>
                  </a:lnTo>
                  <a:lnTo>
                    <a:pt x="641" y="6902"/>
                  </a:lnTo>
                  <a:lnTo>
                    <a:pt x="736" y="6958"/>
                  </a:lnTo>
                  <a:lnTo>
                    <a:pt x="849" y="6996"/>
                  </a:lnTo>
                  <a:lnTo>
                    <a:pt x="962" y="7015"/>
                  </a:lnTo>
                  <a:lnTo>
                    <a:pt x="1094" y="7034"/>
                  </a:lnTo>
                  <a:lnTo>
                    <a:pt x="1207" y="7053"/>
                  </a:lnTo>
                  <a:lnTo>
                    <a:pt x="3545" y="7053"/>
                  </a:lnTo>
                  <a:lnTo>
                    <a:pt x="3413" y="7034"/>
                  </a:lnTo>
                  <a:lnTo>
                    <a:pt x="3300" y="7034"/>
                  </a:lnTo>
                  <a:lnTo>
                    <a:pt x="3187" y="6996"/>
                  </a:lnTo>
                  <a:lnTo>
                    <a:pt x="3074" y="6958"/>
                  </a:lnTo>
                  <a:lnTo>
                    <a:pt x="2961" y="6902"/>
                  </a:lnTo>
                  <a:lnTo>
                    <a:pt x="2866" y="6845"/>
                  </a:lnTo>
                  <a:lnTo>
                    <a:pt x="2697" y="6694"/>
                  </a:lnTo>
                  <a:lnTo>
                    <a:pt x="2546" y="6506"/>
                  </a:lnTo>
                  <a:lnTo>
                    <a:pt x="2489" y="6411"/>
                  </a:lnTo>
                  <a:lnTo>
                    <a:pt x="2433" y="6317"/>
                  </a:lnTo>
                  <a:lnTo>
                    <a:pt x="2395" y="6204"/>
                  </a:lnTo>
                  <a:lnTo>
                    <a:pt x="2357" y="6072"/>
                  </a:lnTo>
                  <a:lnTo>
                    <a:pt x="2339" y="5959"/>
                  </a:lnTo>
                  <a:lnTo>
                    <a:pt x="2339" y="5846"/>
                  </a:lnTo>
                  <a:lnTo>
                    <a:pt x="2339" y="1207"/>
                  </a:lnTo>
                  <a:lnTo>
                    <a:pt x="2339" y="1075"/>
                  </a:lnTo>
                  <a:lnTo>
                    <a:pt x="2357" y="962"/>
                  </a:lnTo>
                  <a:lnTo>
                    <a:pt x="2395" y="849"/>
                  </a:lnTo>
                  <a:lnTo>
                    <a:pt x="2433" y="736"/>
                  </a:lnTo>
                  <a:lnTo>
                    <a:pt x="2489" y="623"/>
                  </a:lnTo>
                  <a:lnTo>
                    <a:pt x="2546" y="528"/>
                  </a:lnTo>
                  <a:lnTo>
                    <a:pt x="2697" y="340"/>
                  </a:lnTo>
                  <a:lnTo>
                    <a:pt x="2866" y="208"/>
                  </a:lnTo>
                  <a:lnTo>
                    <a:pt x="2961" y="132"/>
                  </a:lnTo>
                  <a:lnTo>
                    <a:pt x="3074" y="95"/>
                  </a:lnTo>
                  <a:lnTo>
                    <a:pt x="3187" y="38"/>
                  </a:lnTo>
                  <a:lnTo>
                    <a:pt x="3300" y="19"/>
                  </a:lnTo>
                  <a:lnTo>
                    <a:pt x="3413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4" name="Google Shape;7224;p34"/>
            <p:cNvSpPr/>
            <p:nvPr/>
          </p:nvSpPr>
          <p:spPr>
            <a:xfrm>
              <a:off x="5878975" y="5229375"/>
              <a:ext cx="222525" cy="222525"/>
            </a:xfrm>
            <a:custGeom>
              <a:avLst/>
              <a:gdLst/>
              <a:ahLst/>
              <a:cxnLst/>
              <a:rect l="l" t="t" r="r" b="b"/>
              <a:pathLst>
                <a:path w="8901" h="8901" extrusionOk="0">
                  <a:moveTo>
                    <a:pt x="4206" y="0"/>
                  </a:moveTo>
                  <a:lnTo>
                    <a:pt x="3998" y="19"/>
                  </a:lnTo>
                  <a:lnTo>
                    <a:pt x="3772" y="57"/>
                  </a:lnTo>
                  <a:lnTo>
                    <a:pt x="3546" y="95"/>
                  </a:lnTo>
                  <a:lnTo>
                    <a:pt x="3112" y="208"/>
                  </a:lnTo>
                  <a:lnTo>
                    <a:pt x="2716" y="340"/>
                  </a:lnTo>
                  <a:lnTo>
                    <a:pt x="2320" y="528"/>
                  </a:lnTo>
                  <a:lnTo>
                    <a:pt x="1962" y="755"/>
                  </a:lnTo>
                  <a:lnTo>
                    <a:pt x="1622" y="1019"/>
                  </a:lnTo>
                  <a:lnTo>
                    <a:pt x="1302" y="1302"/>
                  </a:lnTo>
                  <a:lnTo>
                    <a:pt x="1019" y="1622"/>
                  </a:lnTo>
                  <a:lnTo>
                    <a:pt x="755" y="1962"/>
                  </a:lnTo>
                  <a:lnTo>
                    <a:pt x="529" y="2320"/>
                  </a:lnTo>
                  <a:lnTo>
                    <a:pt x="340" y="2716"/>
                  </a:lnTo>
                  <a:lnTo>
                    <a:pt x="189" y="3131"/>
                  </a:lnTo>
                  <a:lnTo>
                    <a:pt x="95" y="3545"/>
                  </a:lnTo>
                  <a:lnTo>
                    <a:pt x="38" y="3772"/>
                  </a:lnTo>
                  <a:lnTo>
                    <a:pt x="20" y="3998"/>
                  </a:lnTo>
                  <a:lnTo>
                    <a:pt x="1" y="4224"/>
                  </a:lnTo>
                  <a:lnTo>
                    <a:pt x="1" y="4451"/>
                  </a:lnTo>
                  <a:lnTo>
                    <a:pt x="1" y="4677"/>
                  </a:lnTo>
                  <a:lnTo>
                    <a:pt x="20" y="4903"/>
                  </a:lnTo>
                  <a:lnTo>
                    <a:pt x="38" y="5129"/>
                  </a:lnTo>
                  <a:lnTo>
                    <a:pt x="95" y="5337"/>
                  </a:lnTo>
                  <a:lnTo>
                    <a:pt x="189" y="5770"/>
                  </a:lnTo>
                  <a:lnTo>
                    <a:pt x="340" y="6185"/>
                  </a:lnTo>
                  <a:lnTo>
                    <a:pt x="529" y="6562"/>
                  </a:lnTo>
                  <a:lnTo>
                    <a:pt x="755" y="6940"/>
                  </a:lnTo>
                  <a:lnTo>
                    <a:pt x="1019" y="7279"/>
                  </a:lnTo>
                  <a:lnTo>
                    <a:pt x="1302" y="7600"/>
                  </a:lnTo>
                  <a:lnTo>
                    <a:pt x="1622" y="7882"/>
                  </a:lnTo>
                  <a:lnTo>
                    <a:pt x="1962" y="8128"/>
                  </a:lnTo>
                  <a:lnTo>
                    <a:pt x="2320" y="8354"/>
                  </a:lnTo>
                  <a:lnTo>
                    <a:pt x="2716" y="8542"/>
                  </a:lnTo>
                  <a:lnTo>
                    <a:pt x="3112" y="8693"/>
                  </a:lnTo>
                  <a:lnTo>
                    <a:pt x="3546" y="8806"/>
                  </a:lnTo>
                  <a:lnTo>
                    <a:pt x="3772" y="8844"/>
                  </a:lnTo>
                  <a:lnTo>
                    <a:pt x="3998" y="8882"/>
                  </a:lnTo>
                  <a:lnTo>
                    <a:pt x="4206" y="8882"/>
                  </a:lnTo>
                  <a:lnTo>
                    <a:pt x="4451" y="8901"/>
                  </a:lnTo>
                  <a:lnTo>
                    <a:pt x="4677" y="8882"/>
                  </a:lnTo>
                  <a:lnTo>
                    <a:pt x="4903" y="8882"/>
                  </a:lnTo>
                  <a:lnTo>
                    <a:pt x="5130" y="8844"/>
                  </a:lnTo>
                  <a:lnTo>
                    <a:pt x="5337" y="8806"/>
                  </a:lnTo>
                  <a:lnTo>
                    <a:pt x="5771" y="8693"/>
                  </a:lnTo>
                  <a:lnTo>
                    <a:pt x="6167" y="8542"/>
                  </a:lnTo>
                  <a:lnTo>
                    <a:pt x="6563" y="8354"/>
                  </a:lnTo>
                  <a:lnTo>
                    <a:pt x="6940" y="8128"/>
                  </a:lnTo>
                  <a:lnTo>
                    <a:pt x="7279" y="7882"/>
                  </a:lnTo>
                  <a:lnTo>
                    <a:pt x="7581" y="7600"/>
                  </a:lnTo>
                  <a:lnTo>
                    <a:pt x="7883" y="7279"/>
                  </a:lnTo>
                  <a:lnTo>
                    <a:pt x="8128" y="6940"/>
                  </a:lnTo>
                  <a:lnTo>
                    <a:pt x="8354" y="6562"/>
                  </a:lnTo>
                  <a:lnTo>
                    <a:pt x="8543" y="6185"/>
                  </a:lnTo>
                  <a:lnTo>
                    <a:pt x="8693" y="5770"/>
                  </a:lnTo>
                  <a:lnTo>
                    <a:pt x="8807" y="5337"/>
                  </a:lnTo>
                  <a:lnTo>
                    <a:pt x="8844" y="5129"/>
                  </a:lnTo>
                  <a:lnTo>
                    <a:pt x="8863" y="4903"/>
                  </a:lnTo>
                  <a:lnTo>
                    <a:pt x="8882" y="4677"/>
                  </a:lnTo>
                  <a:lnTo>
                    <a:pt x="8901" y="4451"/>
                  </a:lnTo>
                  <a:lnTo>
                    <a:pt x="8882" y="4224"/>
                  </a:lnTo>
                  <a:lnTo>
                    <a:pt x="8863" y="3998"/>
                  </a:lnTo>
                  <a:lnTo>
                    <a:pt x="8844" y="3772"/>
                  </a:lnTo>
                  <a:lnTo>
                    <a:pt x="8807" y="3545"/>
                  </a:lnTo>
                  <a:lnTo>
                    <a:pt x="8693" y="3131"/>
                  </a:lnTo>
                  <a:lnTo>
                    <a:pt x="8543" y="2716"/>
                  </a:lnTo>
                  <a:lnTo>
                    <a:pt x="8354" y="2320"/>
                  </a:lnTo>
                  <a:lnTo>
                    <a:pt x="8128" y="1962"/>
                  </a:lnTo>
                  <a:lnTo>
                    <a:pt x="7883" y="1622"/>
                  </a:lnTo>
                  <a:lnTo>
                    <a:pt x="7581" y="1302"/>
                  </a:lnTo>
                  <a:lnTo>
                    <a:pt x="7279" y="1019"/>
                  </a:lnTo>
                  <a:lnTo>
                    <a:pt x="6940" y="755"/>
                  </a:lnTo>
                  <a:lnTo>
                    <a:pt x="6563" y="528"/>
                  </a:lnTo>
                  <a:lnTo>
                    <a:pt x="6167" y="340"/>
                  </a:lnTo>
                  <a:lnTo>
                    <a:pt x="5771" y="208"/>
                  </a:lnTo>
                  <a:lnTo>
                    <a:pt x="5337" y="95"/>
                  </a:lnTo>
                  <a:lnTo>
                    <a:pt x="5130" y="57"/>
                  </a:lnTo>
                  <a:lnTo>
                    <a:pt x="4903" y="19"/>
                  </a:lnTo>
                  <a:lnTo>
                    <a:pt x="467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5" name="Google Shape;7225;p34"/>
            <p:cNvSpPr/>
            <p:nvPr/>
          </p:nvSpPr>
          <p:spPr>
            <a:xfrm>
              <a:off x="5940275" y="5290650"/>
              <a:ext cx="99475" cy="99975"/>
            </a:xfrm>
            <a:custGeom>
              <a:avLst/>
              <a:gdLst/>
              <a:ahLst/>
              <a:cxnLst/>
              <a:rect l="l" t="t" r="r" b="b"/>
              <a:pathLst>
                <a:path w="3979" h="3999" extrusionOk="0">
                  <a:moveTo>
                    <a:pt x="1999" y="1"/>
                  </a:moveTo>
                  <a:lnTo>
                    <a:pt x="1791" y="20"/>
                  </a:lnTo>
                  <a:lnTo>
                    <a:pt x="1584" y="38"/>
                  </a:lnTo>
                  <a:lnTo>
                    <a:pt x="1395" y="95"/>
                  </a:lnTo>
                  <a:lnTo>
                    <a:pt x="1207" y="152"/>
                  </a:lnTo>
                  <a:lnTo>
                    <a:pt x="1037" y="246"/>
                  </a:lnTo>
                  <a:lnTo>
                    <a:pt x="886" y="340"/>
                  </a:lnTo>
                  <a:lnTo>
                    <a:pt x="717" y="453"/>
                  </a:lnTo>
                  <a:lnTo>
                    <a:pt x="585" y="585"/>
                  </a:lnTo>
                  <a:lnTo>
                    <a:pt x="453" y="736"/>
                  </a:lnTo>
                  <a:lnTo>
                    <a:pt x="339" y="887"/>
                  </a:lnTo>
                  <a:lnTo>
                    <a:pt x="245" y="1038"/>
                  </a:lnTo>
                  <a:lnTo>
                    <a:pt x="151" y="1226"/>
                  </a:lnTo>
                  <a:lnTo>
                    <a:pt x="94" y="1396"/>
                  </a:lnTo>
                  <a:lnTo>
                    <a:pt x="38" y="1604"/>
                  </a:lnTo>
                  <a:lnTo>
                    <a:pt x="0" y="1792"/>
                  </a:lnTo>
                  <a:lnTo>
                    <a:pt x="0" y="2000"/>
                  </a:lnTo>
                  <a:lnTo>
                    <a:pt x="0" y="2207"/>
                  </a:lnTo>
                  <a:lnTo>
                    <a:pt x="38" y="2396"/>
                  </a:lnTo>
                  <a:lnTo>
                    <a:pt x="94" y="2584"/>
                  </a:lnTo>
                  <a:lnTo>
                    <a:pt x="151" y="2773"/>
                  </a:lnTo>
                  <a:lnTo>
                    <a:pt x="245" y="2942"/>
                  </a:lnTo>
                  <a:lnTo>
                    <a:pt x="339" y="3112"/>
                  </a:lnTo>
                  <a:lnTo>
                    <a:pt x="453" y="3263"/>
                  </a:lnTo>
                  <a:lnTo>
                    <a:pt x="585" y="3414"/>
                  </a:lnTo>
                  <a:lnTo>
                    <a:pt x="717" y="3527"/>
                  </a:lnTo>
                  <a:lnTo>
                    <a:pt x="886" y="3659"/>
                  </a:lnTo>
                  <a:lnTo>
                    <a:pt x="1037" y="3753"/>
                  </a:lnTo>
                  <a:lnTo>
                    <a:pt x="1207" y="3829"/>
                  </a:lnTo>
                  <a:lnTo>
                    <a:pt x="1395" y="3904"/>
                  </a:lnTo>
                  <a:lnTo>
                    <a:pt x="1584" y="3942"/>
                  </a:lnTo>
                  <a:lnTo>
                    <a:pt x="1791" y="3979"/>
                  </a:lnTo>
                  <a:lnTo>
                    <a:pt x="1999" y="3998"/>
                  </a:lnTo>
                  <a:lnTo>
                    <a:pt x="2187" y="3979"/>
                  </a:lnTo>
                  <a:lnTo>
                    <a:pt x="2395" y="3942"/>
                  </a:lnTo>
                  <a:lnTo>
                    <a:pt x="2583" y="3904"/>
                  </a:lnTo>
                  <a:lnTo>
                    <a:pt x="2772" y="3829"/>
                  </a:lnTo>
                  <a:lnTo>
                    <a:pt x="2942" y="3753"/>
                  </a:lnTo>
                  <a:lnTo>
                    <a:pt x="3111" y="3659"/>
                  </a:lnTo>
                  <a:lnTo>
                    <a:pt x="3262" y="3527"/>
                  </a:lnTo>
                  <a:lnTo>
                    <a:pt x="3394" y="3414"/>
                  </a:lnTo>
                  <a:lnTo>
                    <a:pt x="3526" y="3263"/>
                  </a:lnTo>
                  <a:lnTo>
                    <a:pt x="3639" y="3112"/>
                  </a:lnTo>
                  <a:lnTo>
                    <a:pt x="3752" y="2942"/>
                  </a:lnTo>
                  <a:lnTo>
                    <a:pt x="3828" y="2773"/>
                  </a:lnTo>
                  <a:lnTo>
                    <a:pt x="3903" y="2584"/>
                  </a:lnTo>
                  <a:lnTo>
                    <a:pt x="3941" y="2396"/>
                  </a:lnTo>
                  <a:lnTo>
                    <a:pt x="3979" y="2207"/>
                  </a:lnTo>
                  <a:lnTo>
                    <a:pt x="3979" y="2000"/>
                  </a:lnTo>
                  <a:lnTo>
                    <a:pt x="3979" y="1792"/>
                  </a:lnTo>
                  <a:lnTo>
                    <a:pt x="3941" y="1604"/>
                  </a:lnTo>
                  <a:lnTo>
                    <a:pt x="3903" y="1396"/>
                  </a:lnTo>
                  <a:lnTo>
                    <a:pt x="3828" y="1226"/>
                  </a:lnTo>
                  <a:lnTo>
                    <a:pt x="3752" y="1038"/>
                  </a:lnTo>
                  <a:lnTo>
                    <a:pt x="3639" y="887"/>
                  </a:lnTo>
                  <a:lnTo>
                    <a:pt x="3526" y="736"/>
                  </a:lnTo>
                  <a:lnTo>
                    <a:pt x="3394" y="585"/>
                  </a:lnTo>
                  <a:lnTo>
                    <a:pt x="3262" y="453"/>
                  </a:lnTo>
                  <a:lnTo>
                    <a:pt x="3111" y="340"/>
                  </a:lnTo>
                  <a:lnTo>
                    <a:pt x="2942" y="246"/>
                  </a:lnTo>
                  <a:lnTo>
                    <a:pt x="2772" y="152"/>
                  </a:lnTo>
                  <a:lnTo>
                    <a:pt x="2583" y="95"/>
                  </a:lnTo>
                  <a:lnTo>
                    <a:pt x="2395" y="38"/>
                  </a:lnTo>
                  <a:lnTo>
                    <a:pt x="2187" y="20"/>
                  </a:lnTo>
                  <a:lnTo>
                    <a:pt x="199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6" name="Google Shape;7226;p34"/>
            <p:cNvSpPr/>
            <p:nvPr/>
          </p:nvSpPr>
          <p:spPr>
            <a:xfrm>
              <a:off x="5397675" y="5229375"/>
              <a:ext cx="222525" cy="222525"/>
            </a:xfrm>
            <a:custGeom>
              <a:avLst/>
              <a:gdLst/>
              <a:ahLst/>
              <a:cxnLst/>
              <a:rect l="l" t="t" r="r" b="b"/>
              <a:pathLst>
                <a:path w="8901" h="8901" extrusionOk="0">
                  <a:moveTo>
                    <a:pt x="4224" y="0"/>
                  </a:moveTo>
                  <a:lnTo>
                    <a:pt x="3998" y="19"/>
                  </a:lnTo>
                  <a:lnTo>
                    <a:pt x="3772" y="57"/>
                  </a:lnTo>
                  <a:lnTo>
                    <a:pt x="3545" y="95"/>
                  </a:lnTo>
                  <a:lnTo>
                    <a:pt x="3131" y="208"/>
                  </a:lnTo>
                  <a:lnTo>
                    <a:pt x="2716" y="340"/>
                  </a:lnTo>
                  <a:lnTo>
                    <a:pt x="2320" y="528"/>
                  </a:lnTo>
                  <a:lnTo>
                    <a:pt x="1962" y="755"/>
                  </a:lnTo>
                  <a:lnTo>
                    <a:pt x="1622" y="1019"/>
                  </a:lnTo>
                  <a:lnTo>
                    <a:pt x="1302" y="1302"/>
                  </a:lnTo>
                  <a:lnTo>
                    <a:pt x="1019" y="1622"/>
                  </a:lnTo>
                  <a:lnTo>
                    <a:pt x="755" y="1962"/>
                  </a:lnTo>
                  <a:lnTo>
                    <a:pt x="528" y="2320"/>
                  </a:lnTo>
                  <a:lnTo>
                    <a:pt x="359" y="2716"/>
                  </a:lnTo>
                  <a:lnTo>
                    <a:pt x="208" y="3131"/>
                  </a:lnTo>
                  <a:lnTo>
                    <a:pt x="95" y="3545"/>
                  </a:lnTo>
                  <a:lnTo>
                    <a:pt x="57" y="3772"/>
                  </a:lnTo>
                  <a:lnTo>
                    <a:pt x="19" y="3998"/>
                  </a:lnTo>
                  <a:lnTo>
                    <a:pt x="0" y="4224"/>
                  </a:lnTo>
                  <a:lnTo>
                    <a:pt x="0" y="4451"/>
                  </a:lnTo>
                  <a:lnTo>
                    <a:pt x="0" y="4677"/>
                  </a:lnTo>
                  <a:lnTo>
                    <a:pt x="19" y="4903"/>
                  </a:lnTo>
                  <a:lnTo>
                    <a:pt x="57" y="5129"/>
                  </a:lnTo>
                  <a:lnTo>
                    <a:pt x="95" y="5337"/>
                  </a:lnTo>
                  <a:lnTo>
                    <a:pt x="208" y="5770"/>
                  </a:lnTo>
                  <a:lnTo>
                    <a:pt x="359" y="6185"/>
                  </a:lnTo>
                  <a:lnTo>
                    <a:pt x="528" y="6562"/>
                  </a:lnTo>
                  <a:lnTo>
                    <a:pt x="755" y="6940"/>
                  </a:lnTo>
                  <a:lnTo>
                    <a:pt x="1019" y="7279"/>
                  </a:lnTo>
                  <a:lnTo>
                    <a:pt x="1302" y="7600"/>
                  </a:lnTo>
                  <a:lnTo>
                    <a:pt x="1622" y="7882"/>
                  </a:lnTo>
                  <a:lnTo>
                    <a:pt x="1962" y="8128"/>
                  </a:lnTo>
                  <a:lnTo>
                    <a:pt x="2320" y="8354"/>
                  </a:lnTo>
                  <a:lnTo>
                    <a:pt x="2716" y="8542"/>
                  </a:lnTo>
                  <a:lnTo>
                    <a:pt x="3131" y="8693"/>
                  </a:lnTo>
                  <a:lnTo>
                    <a:pt x="3545" y="8806"/>
                  </a:lnTo>
                  <a:lnTo>
                    <a:pt x="3772" y="8844"/>
                  </a:lnTo>
                  <a:lnTo>
                    <a:pt x="3998" y="8882"/>
                  </a:lnTo>
                  <a:lnTo>
                    <a:pt x="4224" y="8882"/>
                  </a:lnTo>
                  <a:lnTo>
                    <a:pt x="4451" y="8901"/>
                  </a:lnTo>
                  <a:lnTo>
                    <a:pt x="4677" y="8882"/>
                  </a:lnTo>
                  <a:lnTo>
                    <a:pt x="4903" y="8882"/>
                  </a:lnTo>
                  <a:lnTo>
                    <a:pt x="5129" y="8844"/>
                  </a:lnTo>
                  <a:lnTo>
                    <a:pt x="5337" y="8806"/>
                  </a:lnTo>
                  <a:lnTo>
                    <a:pt x="5771" y="8693"/>
                  </a:lnTo>
                  <a:lnTo>
                    <a:pt x="6185" y="8542"/>
                  </a:lnTo>
                  <a:lnTo>
                    <a:pt x="6562" y="8354"/>
                  </a:lnTo>
                  <a:lnTo>
                    <a:pt x="6940" y="8128"/>
                  </a:lnTo>
                  <a:lnTo>
                    <a:pt x="7279" y="7882"/>
                  </a:lnTo>
                  <a:lnTo>
                    <a:pt x="7600" y="7600"/>
                  </a:lnTo>
                  <a:lnTo>
                    <a:pt x="7882" y="7279"/>
                  </a:lnTo>
                  <a:lnTo>
                    <a:pt x="8146" y="6940"/>
                  </a:lnTo>
                  <a:lnTo>
                    <a:pt x="8354" y="6562"/>
                  </a:lnTo>
                  <a:lnTo>
                    <a:pt x="8542" y="6185"/>
                  </a:lnTo>
                  <a:lnTo>
                    <a:pt x="8693" y="5770"/>
                  </a:lnTo>
                  <a:lnTo>
                    <a:pt x="8806" y="5337"/>
                  </a:lnTo>
                  <a:lnTo>
                    <a:pt x="8844" y="5129"/>
                  </a:lnTo>
                  <a:lnTo>
                    <a:pt x="8882" y="4903"/>
                  </a:lnTo>
                  <a:lnTo>
                    <a:pt x="8882" y="4677"/>
                  </a:lnTo>
                  <a:lnTo>
                    <a:pt x="8901" y="4451"/>
                  </a:lnTo>
                  <a:lnTo>
                    <a:pt x="8882" y="4224"/>
                  </a:lnTo>
                  <a:lnTo>
                    <a:pt x="8882" y="3998"/>
                  </a:lnTo>
                  <a:lnTo>
                    <a:pt x="8844" y="3772"/>
                  </a:lnTo>
                  <a:lnTo>
                    <a:pt x="8806" y="3545"/>
                  </a:lnTo>
                  <a:lnTo>
                    <a:pt x="8693" y="3131"/>
                  </a:lnTo>
                  <a:lnTo>
                    <a:pt x="8542" y="2716"/>
                  </a:lnTo>
                  <a:lnTo>
                    <a:pt x="8354" y="2320"/>
                  </a:lnTo>
                  <a:lnTo>
                    <a:pt x="8146" y="1962"/>
                  </a:lnTo>
                  <a:lnTo>
                    <a:pt x="7882" y="1622"/>
                  </a:lnTo>
                  <a:lnTo>
                    <a:pt x="7600" y="1302"/>
                  </a:lnTo>
                  <a:lnTo>
                    <a:pt x="7279" y="1019"/>
                  </a:lnTo>
                  <a:lnTo>
                    <a:pt x="6940" y="755"/>
                  </a:lnTo>
                  <a:lnTo>
                    <a:pt x="6562" y="528"/>
                  </a:lnTo>
                  <a:lnTo>
                    <a:pt x="6185" y="340"/>
                  </a:lnTo>
                  <a:lnTo>
                    <a:pt x="5771" y="208"/>
                  </a:lnTo>
                  <a:lnTo>
                    <a:pt x="5337" y="95"/>
                  </a:lnTo>
                  <a:lnTo>
                    <a:pt x="5129" y="57"/>
                  </a:lnTo>
                  <a:lnTo>
                    <a:pt x="4903" y="19"/>
                  </a:lnTo>
                  <a:lnTo>
                    <a:pt x="467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7" name="Google Shape;7227;p34"/>
            <p:cNvSpPr/>
            <p:nvPr/>
          </p:nvSpPr>
          <p:spPr>
            <a:xfrm>
              <a:off x="5458950" y="5290650"/>
              <a:ext cx="99975" cy="99975"/>
            </a:xfrm>
            <a:custGeom>
              <a:avLst/>
              <a:gdLst/>
              <a:ahLst/>
              <a:cxnLst/>
              <a:rect l="l" t="t" r="r" b="b"/>
              <a:pathLst>
                <a:path w="3999" h="3999" extrusionOk="0">
                  <a:moveTo>
                    <a:pt x="2000" y="1"/>
                  </a:moveTo>
                  <a:lnTo>
                    <a:pt x="1792" y="20"/>
                  </a:lnTo>
                  <a:lnTo>
                    <a:pt x="1604" y="38"/>
                  </a:lnTo>
                  <a:lnTo>
                    <a:pt x="1396" y="95"/>
                  </a:lnTo>
                  <a:lnTo>
                    <a:pt x="1226" y="152"/>
                  </a:lnTo>
                  <a:lnTo>
                    <a:pt x="1038" y="246"/>
                  </a:lnTo>
                  <a:lnTo>
                    <a:pt x="887" y="340"/>
                  </a:lnTo>
                  <a:lnTo>
                    <a:pt x="736" y="453"/>
                  </a:lnTo>
                  <a:lnTo>
                    <a:pt x="585" y="585"/>
                  </a:lnTo>
                  <a:lnTo>
                    <a:pt x="453" y="736"/>
                  </a:lnTo>
                  <a:lnTo>
                    <a:pt x="340" y="887"/>
                  </a:lnTo>
                  <a:lnTo>
                    <a:pt x="246" y="1038"/>
                  </a:lnTo>
                  <a:lnTo>
                    <a:pt x="152" y="1226"/>
                  </a:lnTo>
                  <a:lnTo>
                    <a:pt x="95" y="1396"/>
                  </a:lnTo>
                  <a:lnTo>
                    <a:pt x="39" y="1604"/>
                  </a:lnTo>
                  <a:lnTo>
                    <a:pt x="20" y="1792"/>
                  </a:lnTo>
                  <a:lnTo>
                    <a:pt x="1" y="2000"/>
                  </a:lnTo>
                  <a:lnTo>
                    <a:pt x="20" y="2207"/>
                  </a:lnTo>
                  <a:lnTo>
                    <a:pt x="39" y="2396"/>
                  </a:lnTo>
                  <a:lnTo>
                    <a:pt x="95" y="2584"/>
                  </a:lnTo>
                  <a:lnTo>
                    <a:pt x="152" y="2773"/>
                  </a:lnTo>
                  <a:lnTo>
                    <a:pt x="246" y="2942"/>
                  </a:lnTo>
                  <a:lnTo>
                    <a:pt x="340" y="3112"/>
                  </a:lnTo>
                  <a:lnTo>
                    <a:pt x="453" y="3263"/>
                  </a:lnTo>
                  <a:lnTo>
                    <a:pt x="585" y="3414"/>
                  </a:lnTo>
                  <a:lnTo>
                    <a:pt x="736" y="3527"/>
                  </a:lnTo>
                  <a:lnTo>
                    <a:pt x="887" y="3659"/>
                  </a:lnTo>
                  <a:lnTo>
                    <a:pt x="1038" y="3753"/>
                  </a:lnTo>
                  <a:lnTo>
                    <a:pt x="1226" y="3829"/>
                  </a:lnTo>
                  <a:lnTo>
                    <a:pt x="1396" y="3904"/>
                  </a:lnTo>
                  <a:lnTo>
                    <a:pt x="1604" y="3942"/>
                  </a:lnTo>
                  <a:lnTo>
                    <a:pt x="1792" y="3979"/>
                  </a:lnTo>
                  <a:lnTo>
                    <a:pt x="2000" y="3998"/>
                  </a:lnTo>
                  <a:lnTo>
                    <a:pt x="2207" y="3979"/>
                  </a:lnTo>
                  <a:lnTo>
                    <a:pt x="2396" y="3942"/>
                  </a:lnTo>
                  <a:lnTo>
                    <a:pt x="2584" y="3904"/>
                  </a:lnTo>
                  <a:lnTo>
                    <a:pt x="2773" y="3829"/>
                  </a:lnTo>
                  <a:lnTo>
                    <a:pt x="2942" y="3753"/>
                  </a:lnTo>
                  <a:lnTo>
                    <a:pt x="3112" y="3659"/>
                  </a:lnTo>
                  <a:lnTo>
                    <a:pt x="3263" y="3527"/>
                  </a:lnTo>
                  <a:lnTo>
                    <a:pt x="3414" y="3414"/>
                  </a:lnTo>
                  <a:lnTo>
                    <a:pt x="3527" y="3263"/>
                  </a:lnTo>
                  <a:lnTo>
                    <a:pt x="3659" y="3112"/>
                  </a:lnTo>
                  <a:lnTo>
                    <a:pt x="3753" y="2942"/>
                  </a:lnTo>
                  <a:lnTo>
                    <a:pt x="3829" y="2773"/>
                  </a:lnTo>
                  <a:lnTo>
                    <a:pt x="3904" y="2584"/>
                  </a:lnTo>
                  <a:lnTo>
                    <a:pt x="3942" y="2396"/>
                  </a:lnTo>
                  <a:lnTo>
                    <a:pt x="3979" y="2207"/>
                  </a:lnTo>
                  <a:lnTo>
                    <a:pt x="3998" y="2000"/>
                  </a:lnTo>
                  <a:lnTo>
                    <a:pt x="3979" y="1792"/>
                  </a:lnTo>
                  <a:lnTo>
                    <a:pt x="3942" y="1604"/>
                  </a:lnTo>
                  <a:lnTo>
                    <a:pt x="3904" y="1396"/>
                  </a:lnTo>
                  <a:lnTo>
                    <a:pt x="3829" y="1226"/>
                  </a:lnTo>
                  <a:lnTo>
                    <a:pt x="3753" y="1038"/>
                  </a:lnTo>
                  <a:lnTo>
                    <a:pt x="3659" y="887"/>
                  </a:lnTo>
                  <a:lnTo>
                    <a:pt x="3527" y="736"/>
                  </a:lnTo>
                  <a:lnTo>
                    <a:pt x="3414" y="585"/>
                  </a:lnTo>
                  <a:lnTo>
                    <a:pt x="3263" y="453"/>
                  </a:lnTo>
                  <a:lnTo>
                    <a:pt x="3112" y="340"/>
                  </a:lnTo>
                  <a:lnTo>
                    <a:pt x="2942" y="246"/>
                  </a:lnTo>
                  <a:lnTo>
                    <a:pt x="2773" y="152"/>
                  </a:lnTo>
                  <a:lnTo>
                    <a:pt x="2584" y="95"/>
                  </a:lnTo>
                  <a:lnTo>
                    <a:pt x="2396" y="38"/>
                  </a:lnTo>
                  <a:lnTo>
                    <a:pt x="2207" y="20"/>
                  </a:lnTo>
                  <a:lnTo>
                    <a:pt x="200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8" name="Google Shape;7228;p34"/>
            <p:cNvSpPr/>
            <p:nvPr/>
          </p:nvSpPr>
          <p:spPr>
            <a:xfrm>
              <a:off x="5446700" y="4790975"/>
              <a:ext cx="284275" cy="207900"/>
            </a:xfrm>
            <a:custGeom>
              <a:avLst/>
              <a:gdLst/>
              <a:ahLst/>
              <a:cxnLst/>
              <a:rect l="l" t="t" r="r" b="b"/>
              <a:pathLst>
                <a:path w="11371" h="8316" extrusionOk="0">
                  <a:moveTo>
                    <a:pt x="1339" y="0"/>
                  </a:moveTo>
                  <a:lnTo>
                    <a:pt x="1188" y="19"/>
                  </a:lnTo>
                  <a:lnTo>
                    <a:pt x="1056" y="57"/>
                  </a:lnTo>
                  <a:lnTo>
                    <a:pt x="906" y="113"/>
                  </a:lnTo>
                  <a:lnTo>
                    <a:pt x="792" y="170"/>
                  </a:lnTo>
                  <a:lnTo>
                    <a:pt x="661" y="245"/>
                  </a:lnTo>
                  <a:lnTo>
                    <a:pt x="547" y="340"/>
                  </a:lnTo>
                  <a:lnTo>
                    <a:pt x="434" y="434"/>
                  </a:lnTo>
                  <a:lnTo>
                    <a:pt x="340" y="528"/>
                  </a:lnTo>
                  <a:lnTo>
                    <a:pt x="265" y="641"/>
                  </a:lnTo>
                  <a:lnTo>
                    <a:pt x="189" y="773"/>
                  </a:lnTo>
                  <a:lnTo>
                    <a:pt x="133" y="905"/>
                  </a:lnTo>
                  <a:lnTo>
                    <a:pt x="76" y="1037"/>
                  </a:lnTo>
                  <a:lnTo>
                    <a:pt x="38" y="1188"/>
                  </a:lnTo>
                  <a:lnTo>
                    <a:pt x="19" y="1320"/>
                  </a:lnTo>
                  <a:lnTo>
                    <a:pt x="1" y="1471"/>
                  </a:lnTo>
                  <a:lnTo>
                    <a:pt x="1" y="6826"/>
                  </a:lnTo>
                  <a:lnTo>
                    <a:pt x="19" y="6977"/>
                  </a:lnTo>
                  <a:lnTo>
                    <a:pt x="38" y="7128"/>
                  </a:lnTo>
                  <a:lnTo>
                    <a:pt x="76" y="7279"/>
                  </a:lnTo>
                  <a:lnTo>
                    <a:pt x="133" y="7411"/>
                  </a:lnTo>
                  <a:lnTo>
                    <a:pt x="189" y="7543"/>
                  </a:lnTo>
                  <a:lnTo>
                    <a:pt x="265" y="7656"/>
                  </a:lnTo>
                  <a:lnTo>
                    <a:pt x="340" y="7769"/>
                  </a:lnTo>
                  <a:lnTo>
                    <a:pt x="434" y="7882"/>
                  </a:lnTo>
                  <a:lnTo>
                    <a:pt x="547" y="7976"/>
                  </a:lnTo>
                  <a:lnTo>
                    <a:pt x="661" y="8052"/>
                  </a:lnTo>
                  <a:lnTo>
                    <a:pt x="792" y="8127"/>
                  </a:lnTo>
                  <a:lnTo>
                    <a:pt x="906" y="8203"/>
                  </a:lnTo>
                  <a:lnTo>
                    <a:pt x="1056" y="8240"/>
                  </a:lnTo>
                  <a:lnTo>
                    <a:pt x="1188" y="8278"/>
                  </a:lnTo>
                  <a:lnTo>
                    <a:pt x="1339" y="8297"/>
                  </a:lnTo>
                  <a:lnTo>
                    <a:pt x="1490" y="8316"/>
                  </a:lnTo>
                  <a:lnTo>
                    <a:pt x="9881" y="8316"/>
                  </a:lnTo>
                  <a:lnTo>
                    <a:pt x="10032" y="8297"/>
                  </a:lnTo>
                  <a:lnTo>
                    <a:pt x="10183" y="8278"/>
                  </a:lnTo>
                  <a:lnTo>
                    <a:pt x="10315" y="8240"/>
                  </a:lnTo>
                  <a:lnTo>
                    <a:pt x="10466" y="8203"/>
                  </a:lnTo>
                  <a:lnTo>
                    <a:pt x="10579" y="8127"/>
                  </a:lnTo>
                  <a:lnTo>
                    <a:pt x="10711" y="8052"/>
                  </a:lnTo>
                  <a:lnTo>
                    <a:pt x="10824" y="7976"/>
                  </a:lnTo>
                  <a:lnTo>
                    <a:pt x="10937" y="7882"/>
                  </a:lnTo>
                  <a:lnTo>
                    <a:pt x="11031" y="7769"/>
                  </a:lnTo>
                  <a:lnTo>
                    <a:pt x="11107" y="7656"/>
                  </a:lnTo>
                  <a:lnTo>
                    <a:pt x="11182" y="7543"/>
                  </a:lnTo>
                  <a:lnTo>
                    <a:pt x="11239" y="7411"/>
                  </a:lnTo>
                  <a:lnTo>
                    <a:pt x="11295" y="7279"/>
                  </a:lnTo>
                  <a:lnTo>
                    <a:pt x="11333" y="7128"/>
                  </a:lnTo>
                  <a:lnTo>
                    <a:pt x="11352" y="6977"/>
                  </a:lnTo>
                  <a:lnTo>
                    <a:pt x="11371" y="6826"/>
                  </a:lnTo>
                  <a:lnTo>
                    <a:pt x="11371" y="1471"/>
                  </a:lnTo>
                  <a:lnTo>
                    <a:pt x="11352" y="1320"/>
                  </a:lnTo>
                  <a:lnTo>
                    <a:pt x="11333" y="1188"/>
                  </a:lnTo>
                  <a:lnTo>
                    <a:pt x="11295" y="1037"/>
                  </a:lnTo>
                  <a:lnTo>
                    <a:pt x="11239" y="905"/>
                  </a:lnTo>
                  <a:lnTo>
                    <a:pt x="11182" y="773"/>
                  </a:lnTo>
                  <a:lnTo>
                    <a:pt x="11107" y="641"/>
                  </a:lnTo>
                  <a:lnTo>
                    <a:pt x="11031" y="528"/>
                  </a:lnTo>
                  <a:lnTo>
                    <a:pt x="10937" y="434"/>
                  </a:lnTo>
                  <a:lnTo>
                    <a:pt x="10824" y="340"/>
                  </a:lnTo>
                  <a:lnTo>
                    <a:pt x="10711" y="245"/>
                  </a:lnTo>
                  <a:lnTo>
                    <a:pt x="10579" y="170"/>
                  </a:lnTo>
                  <a:lnTo>
                    <a:pt x="10466" y="113"/>
                  </a:lnTo>
                  <a:lnTo>
                    <a:pt x="10315" y="57"/>
                  </a:lnTo>
                  <a:lnTo>
                    <a:pt x="10183" y="19"/>
                  </a:lnTo>
                  <a:lnTo>
                    <a:pt x="1003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9" name="Google Shape;7229;p34"/>
            <p:cNvSpPr/>
            <p:nvPr/>
          </p:nvSpPr>
          <p:spPr>
            <a:xfrm>
              <a:off x="5972325" y="4709875"/>
              <a:ext cx="157950" cy="107975"/>
            </a:xfrm>
            <a:custGeom>
              <a:avLst/>
              <a:gdLst/>
              <a:ahLst/>
              <a:cxnLst/>
              <a:rect l="l" t="t" r="r" b="b"/>
              <a:pathLst>
                <a:path w="6318" h="4319" extrusionOk="0">
                  <a:moveTo>
                    <a:pt x="0" y="1"/>
                  </a:moveTo>
                  <a:lnTo>
                    <a:pt x="0" y="4319"/>
                  </a:lnTo>
                  <a:lnTo>
                    <a:pt x="6317" y="4319"/>
                  </a:lnTo>
                  <a:lnTo>
                    <a:pt x="6317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0" name="Google Shape;7230;p34"/>
            <p:cNvSpPr/>
            <p:nvPr/>
          </p:nvSpPr>
          <p:spPr>
            <a:xfrm>
              <a:off x="5938850" y="4668875"/>
              <a:ext cx="224875" cy="90525"/>
            </a:xfrm>
            <a:custGeom>
              <a:avLst/>
              <a:gdLst/>
              <a:ahLst/>
              <a:cxnLst/>
              <a:rect l="l" t="t" r="r" b="b"/>
              <a:pathLst>
                <a:path w="8995" h="3621" extrusionOk="0">
                  <a:moveTo>
                    <a:pt x="943" y="0"/>
                  </a:moveTo>
                  <a:lnTo>
                    <a:pt x="755" y="19"/>
                  </a:lnTo>
                  <a:lnTo>
                    <a:pt x="566" y="76"/>
                  </a:lnTo>
                  <a:lnTo>
                    <a:pt x="415" y="151"/>
                  </a:lnTo>
                  <a:lnTo>
                    <a:pt x="264" y="264"/>
                  </a:lnTo>
                  <a:lnTo>
                    <a:pt x="151" y="415"/>
                  </a:lnTo>
                  <a:lnTo>
                    <a:pt x="76" y="566"/>
                  </a:lnTo>
                  <a:lnTo>
                    <a:pt x="19" y="755"/>
                  </a:lnTo>
                  <a:lnTo>
                    <a:pt x="0" y="943"/>
                  </a:lnTo>
                  <a:lnTo>
                    <a:pt x="0" y="2678"/>
                  </a:lnTo>
                  <a:lnTo>
                    <a:pt x="19" y="2866"/>
                  </a:lnTo>
                  <a:lnTo>
                    <a:pt x="76" y="3055"/>
                  </a:lnTo>
                  <a:lnTo>
                    <a:pt x="151" y="3206"/>
                  </a:lnTo>
                  <a:lnTo>
                    <a:pt x="264" y="3357"/>
                  </a:lnTo>
                  <a:lnTo>
                    <a:pt x="415" y="3470"/>
                  </a:lnTo>
                  <a:lnTo>
                    <a:pt x="566" y="3545"/>
                  </a:lnTo>
                  <a:lnTo>
                    <a:pt x="755" y="3602"/>
                  </a:lnTo>
                  <a:lnTo>
                    <a:pt x="943" y="3621"/>
                  </a:lnTo>
                  <a:lnTo>
                    <a:pt x="8052" y="3621"/>
                  </a:lnTo>
                  <a:lnTo>
                    <a:pt x="8241" y="3602"/>
                  </a:lnTo>
                  <a:lnTo>
                    <a:pt x="8429" y="3545"/>
                  </a:lnTo>
                  <a:lnTo>
                    <a:pt x="8580" y="3470"/>
                  </a:lnTo>
                  <a:lnTo>
                    <a:pt x="8731" y="3357"/>
                  </a:lnTo>
                  <a:lnTo>
                    <a:pt x="8844" y="3206"/>
                  </a:lnTo>
                  <a:lnTo>
                    <a:pt x="8920" y="3055"/>
                  </a:lnTo>
                  <a:lnTo>
                    <a:pt x="8976" y="2866"/>
                  </a:lnTo>
                  <a:lnTo>
                    <a:pt x="8995" y="2678"/>
                  </a:lnTo>
                  <a:lnTo>
                    <a:pt x="8995" y="943"/>
                  </a:lnTo>
                  <a:lnTo>
                    <a:pt x="8976" y="755"/>
                  </a:lnTo>
                  <a:lnTo>
                    <a:pt x="8920" y="566"/>
                  </a:lnTo>
                  <a:lnTo>
                    <a:pt x="8844" y="415"/>
                  </a:lnTo>
                  <a:lnTo>
                    <a:pt x="8731" y="264"/>
                  </a:lnTo>
                  <a:lnTo>
                    <a:pt x="8580" y="151"/>
                  </a:lnTo>
                  <a:lnTo>
                    <a:pt x="8429" y="76"/>
                  </a:lnTo>
                  <a:lnTo>
                    <a:pt x="8241" y="19"/>
                  </a:lnTo>
                  <a:lnTo>
                    <a:pt x="805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1" name="Google Shape;7231;p34"/>
            <p:cNvSpPr/>
            <p:nvPr/>
          </p:nvSpPr>
          <p:spPr>
            <a:xfrm>
              <a:off x="5938850" y="4668875"/>
              <a:ext cx="82050" cy="90525"/>
            </a:xfrm>
            <a:custGeom>
              <a:avLst/>
              <a:gdLst/>
              <a:ahLst/>
              <a:cxnLst/>
              <a:rect l="l" t="t" r="r" b="b"/>
              <a:pathLst>
                <a:path w="3282" h="3621" extrusionOk="0">
                  <a:moveTo>
                    <a:pt x="943" y="0"/>
                  </a:moveTo>
                  <a:lnTo>
                    <a:pt x="755" y="19"/>
                  </a:lnTo>
                  <a:lnTo>
                    <a:pt x="566" y="76"/>
                  </a:lnTo>
                  <a:lnTo>
                    <a:pt x="415" y="151"/>
                  </a:lnTo>
                  <a:lnTo>
                    <a:pt x="264" y="264"/>
                  </a:lnTo>
                  <a:lnTo>
                    <a:pt x="151" y="415"/>
                  </a:lnTo>
                  <a:lnTo>
                    <a:pt x="76" y="566"/>
                  </a:lnTo>
                  <a:lnTo>
                    <a:pt x="19" y="755"/>
                  </a:lnTo>
                  <a:lnTo>
                    <a:pt x="0" y="943"/>
                  </a:lnTo>
                  <a:lnTo>
                    <a:pt x="0" y="2678"/>
                  </a:lnTo>
                  <a:lnTo>
                    <a:pt x="19" y="2866"/>
                  </a:lnTo>
                  <a:lnTo>
                    <a:pt x="76" y="3055"/>
                  </a:lnTo>
                  <a:lnTo>
                    <a:pt x="151" y="3206"/>
                  </a:lnTo>
                  <a:lnTo>
                    <a:pt x="264" y="3357"/>
                  </a:lnTo>
                  <a:lnTo>
                    <a:pt x="415" y="3470"/>
                  </a:lnTo>
                  <a:lnTo>
                    <a:pt x="566" y="3545"/>
                  </a:lnTo>
                  <a:lnTo>
                    <a:pt x="755" y="3602"/>
                  </a:lnTo>
                  <a:lnTo>
                    <a:pt x="943" y="3621"/>
                  </a:lnTo>
                  <a:lnTo>
                    <a:pt x="3281" y="3621"/>
                  </a:lnTo>
                  <a:lnTo>
                    <a:pt x="3074" y="3602"/>
                  </a:lnTo>
                  <a:lnTo>
                    <a:pt x="2904" y="3545"/>
                  </a:lnTo>
                  <a:lnTo>
                    <a:pt x="2754" y="3470"/>
                  </a:lnTo>
                  <a:lnTo>
                    <a:pt x="2603" y="3357"/>
                  </a:lnTo>
                  <a:lnTo>
                    <a:pt x="2490" y="3206"/>
                  </a:lnTo>
                  <a:lnTo>
                    <a:pt x="2395" y="3055"/>
                  </a:lnTo>
                  <a:lnTo>
                    <a:pt x="2339" y="2866"/>
                  </a:lnTo>
                  <a:lnTo>
                    <a:pt x="2320" y="2678"/>
                  </a:lnTo>
                  <a:lnTo>
                    <a:pt x="2320" y="943"/>
                  </a:lnTo>
                  <a:lnTo>
                    <a:pt x="2339" y="755"/>
                  </a:lnTo>
                  <a:lnTo>
                    <a:pt x="2395" y="566"/>
                  </a:lnTo>
                  <a:lnTo>
                    <a:pt x="2490" y="415"/>
                  </a:lnTo>
                  <a:lnTo>
                    <a:pt x="2603" y="264"/>
                  </a:lnTo>
                  <a:lnTo>
                    <a:pt x="2754" y="151"/>
                  </a:lnTo>
                  <a:lnTo>
                    <a:pt x="2904" y="76"/>
                  </a:lnTo>
                  <a:lnTo>
                    <a:pt x="3074" y="19"/>
                  </a:lnTo>
                  <a:lnTo>
                    <a:pt x="3281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32" name="Google Shape;7232;p34"/>
          <p:cNvGrpSpPr/>
          <p:nvPr/>
        </p:nvGrpSpPr>
        <p:grpSpPr>
          <a:xfrm flipH="1">
            <a:off x="7127304" y="3591386"/>
            <a:ext cx="1823591" cy="1453514"/>
            <a:chOff x="8222575" y="3882950"/>
            <a:chExt cx="2306300" cy="1838263"/>
          </a:xfrm>
        </p:grpSpPr>
        <p:sp>
          <p:nvSpPr>
            <p:cNvPr id="7233" name="Google Shape;7233;p34"/>
            <p:cNvSpPr/>
            <p:nvPr/>
          </p:nvSpPr>
          <p:spPr>
            <a:xfrm>
              <a:off x="8266575" y="5442513"/>
              <a:ext cx="2262300" cy="278700"/>
            </a:xfrm>
            <a:prstGeom prst="ellipse">
              <a:avLst/>
            </a:pr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4" name="Google Shape;7234;p34"/>
            <p:cNvSpPr/>
            <p:nvPr/>
          </p:nvSpPr>
          <p:spPr>
            <a:xfrm>
              <a:off x="8364975" y="5252175"/>
              <a:ext cx="1865075" cy="312875"/>
            </a:xfrm>
            <a:custGeom>
              <a:avLst/>
              <a:gdLst/>
              <a:ahLst/>
              <a:cxnLst/>
              <a:rect l="l" t="t" r="r" b="b"/>
              <a:pathLst>
                <a:path w="74603" h="12515" extrusionOk="0">
                  <a:moveTo>
                    <a:pt x="71514" y="0"/>
                  </a:moveTo>
                  <a:lnTo>
                    <a:pt x="71274" y="41"/>
                  </a:lnTo>
                  <a:lnTo>
                    <a:pt x="71033" y="121"/>
                  </a:lnTo>
                  <a:lnTo>
                    <a:pt x="70813" y="221"/>
                  </a:lnTo>
                  <a:lnTo>
                    <a:pt x="69449" y="903"/>
                  </a:lnTo>
                  <a:lnTo>
                    <a:pt x="68085" y="1545"/>
                  </a:lnTo>
                  <a:lnTo>
                    <a:pt x="66701" y="2126"/>
                  </a:lnTo>
                  <a:lnTo>
                    <a:pt x="65298" y="2688"/>
                  </a:lnTo>
                  <a:lnTo>
                    <a:pt x="66120" y="4533"/>
                  </a:lnTo>
                  <a:lnTo>
                    <a:pt x="66862" y="6217"/>
                  </a:lnTo>
                  <a:lnTo>
                    <a:pt x="67744" y="5796"/>
                  </a:lnTo>
                  <a:lnTo>
                    <a:pt x="68587" y="5415"/>
                  </a:lnTo>
                  <a:lnTo>
                    <a:pt x="69369" y="5014"/>
                  </a:lnTo>
                  <a:lnTo>
                    <a:pt x="70111" y="4653"/>
                  </a:lnTo>
                  <a:lnTo>
                    <a:pt x="71434" y="3951"/>
                  </a:lnTo>
                  <a:lnTo>
                    <a:pt x="72537" y="3309"/>
                  </a:lnTo>
                  <a:lnTo>
                    <a:pt x="73400" y="2768"/>
                  </a:lnTo>
                  <a:lnTo>
                    <a:pt x="74041" y="2347"/>
                  </a:lnTo>
                  <a:lnTo>
                    <a:pt x="74442" y="2026"/>
                  </a:lnTo>
                  <a:lnTo>
                    <a:pt x="74563" y="1926"/>
                  </a:lnTo>
                  <a:lnTo>
                    <a:pt x="74603" y="1865"/>
                  </a:lnTo>
                  <a:lnTo>
                    <a:pt x="74603" y="1825"/>
                  </a:lnTo>
                  <a:lnTo>
                    <a:pt x="74583" y="1725"/>
                  </a:lnTo>
                  <a:lnTo>
                    <a:pt x="74543" y="1605"/>
                  </a:lnTo>
                  <a:lnTo>
                    <a:pt x="74463" y="1464"/>
                  </a:lnTo>
                  <a:lnTo>
                    <a:pt x="74362" y="1324"/>
                  </a:lnTo>
                  <a:lnTo>
                    <a:pt x="74222" y="1184"/>
                  </a:lnTo>
                  <a:lnTo>
                    <a:pt x="74081" y="1023"/>
                  </a:lnTo>
                  <a:lnTo>
                    <a:pt x="73901" y="863"/>
                  </a:lnTo>
                  <a:lnTo>
                    <a:pt x="73700" y="722"/>
                  </a:lnTo>
                  <a:lnTo>
                    <a:pt x="73500" y="582"/>
                  </a:lnTo>
                  <a:lnTo>
                    <a:pt x="73279" y="442"/>
                  </a:lnTo>
                  <a:lnTo>
                    <a:pt x="73039" y="321"/>
                  </a:lnTo>
                  <a:lnTo>
                    <a:pt x="72798" y="221"/>
                  </a:lnTo>
                  <a:lnTo>
                    <a:pt x="72537" y="121"/>
                  </a:lnTo>
                  <a:lnTo>
                    <a:pt x="72277" y="61"/>
                  </a:lnTo>
                  <a:lnTo>
                    <a:pt x="72016" y="20"/>
                  </a:lnTo>
                  <a:lnTo>
                    <a:pt x="71755" y="0"/>
                  </a:lnTo>
                  <a:close/>
                  <a:moveTo>
                    <a:pt x="2848" y="0"/>
                  </a:moveTo>
                  <a:lnTo>
                    <a:pt x="2587" y="20"/>
                  </a:lnTo>
                  <a:lnTo>
                    <a:pt x="2327" y="61"/>
                  </a:lnTo>
                  <a:lnTo>
                    <a:pt x="2066" y="121"/>
                  </a:lnTo>
                  <a:lnTo>
                    <a:pt x="1805" y="201"/>
                  </a:lnTo>
                  <a:lnTo>
                    <a:pt x="1564" y="321"/>
                  </a:lnTo>
                  <a:lnTo>
                    <a:pt x="1324" y="442"/>
                  </a:lnTo>
                  <a:lnTo>
                    <a:pt x="1103" y="582"/>
                  </a:lnTo>
                  <a:lnTo>
                    <a:pt x="903" y="722"/>
                  </a:lnTo>
                  <a:lnTo>
                    <a:pt x="702" y="863"/>
                  </a:lnTo>
                  <a:lnTo>
                    <a:pt x="522" y="1023"/>
                  </a:lnTo>
                  <a:lnTo>
                    <a:pt x="381" y="1164"/>
                  </a:lnTo>
                  <a:lnTo>
                    <a:pt x="241" y="1324"/>
                  </a:lnTo>
                  <a:lnTo>
                    <a:pt x="141" y="1464"/>
                  </a:lnTo>
                  <a:lnTo>
                    <a:pt x="60" y="1585"/>
                  </a:lnTo>
                  <a:lnTo>
                    <a:pt x="20" y="1705"/>
                  </a:lnTo>
                  <a:lnTo>
                    <a:pt x="0" y="1805"/>
                  </a:lnTo>
                  <a:lnTo>
                    <a:pt x="0" y="1865"/>
                  </a:lnTo>
                  <a:lnTo>
                    <a:pt x="40" y="1906"/>
                  </a:lnTo>
                  <a:lnTo>
                    <a:pt x="121" y="1986"/>
                  </a:lnTo>
                  <a:lnTo>
                    <a:pt x="381" y="2206"/>
                  </a:lnTo>
                  <a:lnTo>
                    <a:pt x="822" y="2527"/>
                  </a:lnTo>
                  <a:lnTo>
                    <a:pt x="1424" y="2908"/>
                  </a:lnTo>
                  <a:lnTo>
                    <a:pt x="2166" y="3370"/>
                  </a:lnTo>
                  <a:lnTo>
                    <a:pt x="3069" y="3891"/>
                  </a:lnTo>
                  <a:lnTo>
                    <a:pt x="4131" y="4453"/>
                  </a:lnTo>
                  <a:lnTo>
                    <a:pt x="5315" y="5074"/>
                  </a:lnTo>
                  <a:lnTo>
                    <a:pt x="6638" y="5716"/>
                  </a:lnTo>
                  <a:lnTo>
                    <a:pt x="8102" y="6358"/>
                  </a:lnTo>
                  <a:lnTo>
                    <a:pt x="9687" y="7040"/>
                  </a:lnTo>
                  <a:lnTo>
                    <a:pt x="10529" y="7380"/>
                  </a:lnTo>
                  <a:lnTo>
                    <a:pt x="11411" y="7721"/>
                  </a:lnTo>
                  <a:lnTo>
                    <a:pt x="12314" y="8042"/>
                  </a:lnTo>
                  <a:lnTo>
                    <a:pt x="13236" y="8383"/>
                  </a:lnTo>
                  <a:lnTo>
                    <a:pt x="14199" y="8704"/>
                  </a:lnTo>
                  <a:lnTo>
                    <a:pt x="15202" y="9025"/>
                  </a:lnTo>
                  <a:lnTo>
                    <a:pt x="16204" y="9346"/>
                  </a:lnTo>
                  <a:lnTo>
                    <a:pt x="17247" y="9647"/>
                  </a:lnTo>
                  <a:lnTo>
                    <a:pt x="18310" y="9947"/>
                  </a:lnTo>
                  <a:lnTo>
                    <a:pt x="19413" y="10248"/>
                  </a:lnTo>
                  <a:lnTo>
                    <a:pt x="19373" y="10128"/>
                  </a:lnTo>
                  <a:lnTo>
                    <a:pt x="19333" y="10008"/>
                  </a:lnTo>
                  <a:lnTo>
                    <a:pt x="19333" y="9988"/>
                  </a:lnTo>
                  <a:lnTo>
                    <a:pt x="19373" y="9827"/>
                  </a:lnTo>
                  <a:lnTo>
                    <a:pt x="19453" y="9546"/>
                  </a:lnTo>
                  <a:lnTo>
                    <a:pt x="19774" y="8704"/>
                  </a:lnTo>
                  <a:lnTo>
                    <a:pt x="20255" y="7501"/>
                  </a:lnTo>
                  <a:lnTo>
                    <a:pt x="20877" y="6037"/>
                  </a:lnTo>
                  <a:lnTo>
                    <a:pt x="19894" y="5836"/>
                  </a:lnTo>
                  <a:lnTo>
                    <a:pt x="18912" y="5616"/>
                  </a:lnTo>
                  <a:lnTo>
                    <a:pt x="17929" y="5375"/>
                  </a:lnTo>
                  <a:lnTo>
                    <a:pt x="16926" y="5134"/>
                  </a:lnTo>
                  <a:lnTo>
                    <a:pt x="15643" y="4793"/>
                  </a:lnTo>
                  <a:lnTo>
                    <a:pt x="15061" y="5535"/>
                  </a:lnTo>
                  <a:lnTo>
                    <a:pt x="14600" y="6097"/>
                  </a:lnTo>
                  <a:lnTo>
                    <a:pt x="14259" y="6498"/>
                  </a:lnTo>
                  <a:lnTo>
                    <a:pt x="14159" y="6598"/>
                  </a:lnTo>
                  <a:lnTo>
                    <a:pt x="14078" y="6659"/>
                  </a:lnTo>
                  <a:lnTo>
                    <a:pt x="13898" y="6739"/>
                  </a:lnTo>
                  <a:lnTo>
                    <a:pt x="13717" y="6799"/>
                  </a:lnTo>
                  <a:lnTo>
                    <a:pt x="13557" y="6819"/>
                  </a:lnTo>
                  <a:lnTo>
                    <a:pt x="13377" y="6839"/>
                  </a:lnTo>
                  <a:lnTo>
                    <a:pt x="13156" y="6819"/>
                  </a:lnTo>
                  <a:lnTo>
                    <a:pt x="12955" y="6759"/>
                  </a:lnTo>
                  <a:lnTo>
                    <a:pt x="12755" y="6699"/>
                  </a:lnTo>
                  <a:lnTo>
                    <a:pt x="12574" y="6598"/>
                  </a:lnTo>
                  <a:lnTo>
                    <a:pt x="12434" y="6458"/>
                  </a:lnTo>
                  <a:lnTo>
                    <a:pt x="12294" y="6318"/>
                  </a:lnTo>
                  <a:lnTo>
                    <a:pt x="12213" y="6157"/>
                  </a:lnTo>
                  <a:lnTo>
                    <a:pt x="12153" y="5977"/>
                  </a:lnTo>
                  <a:lnTo>
                    <a:pt x="12153" y="5957"/>
                  </a:lnTo>
                  <a:lnTo>
                    <a:pt x="12173" y="5856"/>
                  </a:lnTo>
                  <a:lnTo>
                    <a:pt x="12193" y="5716"/>
                  </a:lnTo>
                  <a:lnTo>
                    <a:pt x="12354" y="5295"/>
                  </a:lnTo>
                  <a:lnTo>
                    <a:pt x="12574" y="4693"/>
                  </a:lnTo>
                  <a:lnTo>
                    <a:pt x="12875" y="3951"/>
                  </a:lnTo>
                  <a:lnTo>
                    <a:pt x="11732" y="3570"/>
                  </a:lnTo>
                  <a:lnTo>
                    <a:pt x="10589" y="3169"/>
                  </a:lnTo>
                  <a:lnTo>
                    <a:pt x="9426" y="2748"/>
                  </a:lnTo>
                  <a:lnTo>
                    <a:pt x="8283" y="2287"/>
                  </a:lnTo>
                  <a:lnTo>
                    <a:pt x="7160" y="1805"/>
                  </a:lnTo>
                  <a:lnTo>
                    <a:pt x="6017" y="1304"/>
                  </a:lnTo>
                  <a:lnTo>
                    <a:pt x="4893" y="783"/>
                  </a:lnTo>
                  <a:lnTo>
                    <a:pt x="3791" y="221"/>
                  </a:lnTo>
                  <a:lnTo>
                    <a:pt x="3550" y="121"/>
                  </a:lnTo>
                  <a:lnTo>
                    <a:pt x="3329" y="41"/>
                  </a:lnTo>
                  <a:lnTo>
                    <a:pt x="3089" y="0"/>
                  </a:lnTo>
                  <a:close/>
                  <a:moveTo>
                    <a:pt x="61106" y="4152"/>
                  </a:moveTo>
                  <a:lnTo>
                    <a:pt x="60103" y="4453"/>
                  </a:lnTo>
                  <a:lnTo>
                    <a:pt x="59101" y="4753"/>
                  </a:lnTo>
                  <a:lnTo>
                    <a:pt x="58098" y="5014"/>
                  </a:lnTo>
                  <a:lnTo>
                    <a:pt x="57115" y="5275"/>
                  </a:lnTo>
                  <a:lnTo>
                    <a:pt x="57396" y="5977"/>
                  </a:lnTo>
                  <a:lnTo>
                    <a:pt x="57617" y="6538"/>
                  </a:lnTo>
                  <a:lnTo>
                    <a:pt x="57737" y="6939"/>
                  </a:lnTo>
                  <a:lnTo>
                    <a:pt x="57777" y="7060"/>
                  </a:lnTo>
                  <a:lnTo>
                    <a:pt x="57797" y="7160"/>
                  </a:lnTo>
                  <a:lnTo>
                    <a:pt x="57797" y="7180"/>
                  </a:lnTo>
                  <a:lnTo>
                    <a:pt x="57737" y="7360"/>
                  </a:lnTo>
                  <a:lnTo>
                    <a:pt x="57637" y="7521"/>
                  </a:lnTo>
                  <a:lnTo>
                    <a:pt x="57516" y="7661"/>
                  </a:lnTo>
                  <a:lnTo>
                    <a:pt x="57356" y="7782"/>
                  </a:lnTo>
                  <a:lnTo>
                    <a:pt x="57196" y="7882"/>
                  </a:lnTo>
                  <a:lnTo>
                    <a:pt x="56995" y="7962"/>
                  </a:lnTo>
                  <a:lnTo>
                    <a:pt x="56774" y="8002"/>
                  </a:lnTo>
                  <a:lnTo>
                    <a:pt x="56574" y="8022"/>
                  </a:lnTo>
                  <a:lnTo>
                    <a:pt x="56393" y="8022"/>
                  </a:lnTo>
                  <a:lnTo>
                    <a:pt x="56213" y="7982"/>
                  </a:lnTo>
                  <a:lnTo>
                    <a:pt x="56052" y="7942"/>
                  </a:lnTo>
                  <a:lnTo>
                    <a:pt x="55872" y="7862"/>
                  </a:lnTo>
                  <a:lnTo>
                    <a:pt x="55792" y="7802"/>
                  </a:lnTo>
                  <a:lnTo>
                    <a:pt x="55671" y="7681"/>
                  </a:lnTo>
                  <a:lnTo>
                    <a:pt x="55331" y="7280"/>
                  </a:lnTo>
                  <a:lnTo>
                    <a:pt x="54849" y="6699"/>
                  </a:lnTo>
                  <a:lnTo>
                    <a:pt x="54268" y="5937"/>
                  </a:lnTo>
                  <a:lnTo>
                    <a:pt x="52924" y="6197"/>
                  </a:lnTo>
                  <a:lnTo>
                    <a:pt x="51600" y="6458"/>
                  </a:lnTo>
                  <a:lnTo>
                    <a:pt x="50297" y="6679"/>
                  </a:lnTo>
                  <a:lnTo>
                    <a:pt x="49033" y="6859"/>
                  </a:lnTo>
                  <a:lnTo>
                    <a:pt x="47810" y="7040"/>
                  </a:lnTo>
                  <a:lnTo>
                    <a:pt x="46607" y="7200"/>
                  </a:lnTo>
                  <a:lnTo>
                    <a:pt x="45444" y="7320"/>
                  </a:lnTo>
                  <a:lnTo>
                    <a:pt x="44341" y="7441"/>
                  </a:lnTo>
                  <a:lnTo>
                    <a:pt x="43258" y="7521"/>
                  </a:lnTo>
                  <a:lnTo>
                    <a:pt x="42235" y="7601"/>
                  </a:lnTo>
                  <a:lnTo>
                    <a:pt x="40350" y="7721"/>
                  </a:lnTo>
                  <a:lnTo>
                    <a:pt x="38705" y="7782"/>
                  </a:lnTo>
                  <a:lnTo>
                    <a:pt x="37302" y="7802"/>
                  </a:lnTo>
                  <a:lnTo>
                    <a:pt x="36219" y="7782"/>
                  </a:lnTo>
                  <a:lnTo>
                    <a:pt x="34955" y="7741"/>
                  </a:lnTo>
                  <a:lnTo>
                    <a:pt x="33551" y="7681"/>
                  </a:lnTo>
                  <a:lnTo>
                    <a:pt x="32007" y="7581"/>
                  </a:lnTo>
                  <a:lnTo>
                    <a:pt x="30323" y="7441"/>
                  </a:lnTo>
                  <a:lnTo>
                    <a:pt x="28538" y="7260"/>
                  </a:lnTo>
                  <a:lnTo>
                    <a:pt x="26653" y="7020"/>
                  </a:lnTo>
                  <a:lnTo>
                    <a:pt x="24667" y="6739"/>
                  </a:lnTo>
                  <a:lnTo>
                    <a:pt x="23544" y="8223"/>
                  </a:lnTo>
                  <a:lnTo>
                    <a:pt x="22622" y="9446"/>
                  </a:lnTo>
                  <a:lnTo>
                    <a:pt x="21920" y="10308"/>
                  </a:lnTo>
                  <a:lnTo>
                    <a:pt x="21679" y="10589"/>
                  </a:lnTo>
                  <a:lnTo>
                    <a:pt x="21499" y="10750"/>
                  </a:lnTo>
                  <a:lnTo>
                    <a:pt x="23304" y="11131"/>
                  </a:lnTo>
                  <a:lnTo>
                    <a:pt x="24226" y="11291"/>
                  </a:lnTo>
                  <a:lnTo>
                    <a:pt x="25149" y="11472"/>
                  </a:lnTo>
                  <a:lnTo>
                    <a:pt x="26091" y="11612"/>
                  </a:lnTo>
                  <a:lnTo>
                    <a:pt x="27054" y="11772"/>
                  </a:lnTo>
                  <a:lnTo>
                    <a:pt x="28036" y="11893"/>
                  </a:lnTo>
                  <a:lnTo>
                    <a:pt x="29019" y="12033"/>
                  </a:lnTo>
                  <a:lnTo>
                    <a:pt x="30002" y="12133"/>
                  </a:lnTo>
                  <a:lnTo>
                    <a:pt x="31024" y="12234"/>
                  </a:lnTo>
                  <a:lnTo>
                    <a:pt x="32027" y="12314"/>
                  </a:lnTo>
                  <a:lnTo>
                    <a:pt x="33070" y="12394"/>
                  </a:lnTo>
                  <a:lnTo>
                    <a:pt x="34113" y="12434"/>
                  </a:lnTo>
                  <a:lnTo>
                    <a:pt x="35156" y="12474"/>
                  </a:lnTo>
                  <a:lnTo>
                    <a:pt x="36219" y="12514"/>
                  </a:lnTo>
                  <a:lnTo>
                    <a:pt x="38284" y="12514"/>
                  </a:lnTo>
                  <a:lnTo>
                    <a:pt x="39267" y="12494"/>
                  </a:lnTo>
                  <a:lnTo>
                    <a:pt x="40250" y="12454"/>
                  </a:lnTo>
                  <a:lnTo>
                    <a:pt x="41212" y="12414"/>
                  </a:lnTo>
                  <a:lnTo>
                    <a:pt x="42155" y="12354"/>
                  </a:lnTo>
                  <a:lnTo>
                    <a:pt x="43097" y="12274"/>
                  </a:lnTo>
                  <a:lnTo>
                    <a:pt x="44040" y="12194"/>
                  </a:lnTo>
                  <a:lnTo>
                    <a:pt x="44962" y="12093"/>
                  </a:lnTo>
                  <a:lnTo>
                    <a:pt x="46767" y="11873"/>
                  </a:lnTo>
                  <a:lnTo>
                    <a:pt x="48552" y="11612"/>
                  </a:lnTo>
                  <a:lnTo>
                    <a:pt x="50277" y="11311"/>
                  </a:lnTo>
                  <a:lnTo>
                    <a:pt x="51961" y="10990"/>
                  </a:lnTo>
                  <a:lnTo>
                    <a:pt x="53606" y="10629"/>
                  </a:lnTo>
                  <a:lnTo>
                    <a:pt x="55190" y="10248"/>
                  </a:lnTo>
                  <a:lnTo>
                    <a:pt x="56714" y="9827"/>
                  </a:lnTo>
                  <a:lnTo>
                    <a:pt x="58198" y="9406"/>
                  </a:lnTo>
                  <a:lnTo>
                    <a:pt x="59642" y="8965"/>
                  </a:lnTo>
                  <a:lnTo>
                    <a:pt x="61026" y="8504"/>
                  </a:lnTo>
                  <a:lnTo>
                    <a:pt x="62330" y="8022"/>
                  </a:lnTo>
                  <a:lnTo>
                    <a:pt x="63593" y="7561"/>
                  </a:lnTo>
                  <a:lnTo>
                    <a:pt x="62410" y="5957"/>
                  </a:lnTo>
                  <a:lnTo>
                    <a:pt x="61106" y="415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5" name="Google Shape;7235;p34"/>
            <p:cNvSpPr/>
            <p:nvPr/>
          </p:nvSpPr>
          <p:spPr>
            <a:xfrm>
              <a:off x="9935725" y="4378800"/>
              <a:ext cx="500900" cy="650300"/>
            </a:xfrm>
            <a:custGeom>
              <a:avLst/>
              <a:gdLst/>
              <a:ahLst/>
              <a:cxnLst/>
              <a:rect l="l" t="t" r="r" b="b"/>
              <a:pathLst>
                <a:path w="20036" h="26012" extrusionOk="0">
                  <a:moveTo>
                    <a:pt x="7682" y="0"/>
                  </a:moveTo>
                  <a:lnTo>
                    <a:pt x="7241" y="20"/>
                  </a:lnTo>
                  <a:lnTo>
                    <a:pt x="6799" y="61"/>
                  </a:lnTo>
                  <a:lnTo>
                    <a:pt x="6358" y="121"/>
                  </a:lnTo>
                  <a:lnTo>
                    <a:pt x="5917" y="221"/>
                  </a:lnTo>
                  <a:lnTo>
                    <a:pt x="5476" y="321"/>
                  </a:lnTo>
                  <a:lnTo>
                    <a:pt x="5055" y="442"/>
                  </a:lnTo>
                  <a:lnTo>
                    <a:pt x="4633" y="602"/>
                  </a:lnTo>
                  <a:lnTo>
                    <a:pt x="4212" y="762"/>
                  </a:lnTo>
                  <a:lnTo>
                    <a:pt x="3811" y="943"/>
                  </a:lnTo>
                  <a:lnTo>
                    <a:pt x="3410" y="1164"/>
                  </a:lnTo>
                  <a:lnTo>
                    <a:pt x="3009" y="1384"/>
                  </a:lnTo>
                  <a:lnTo>
                    <a:pt x="2628" y="1645"/>
                  </a:lnTo>
                  <a:lnTo>
                    <a:pt x="2267" y="1906"/>
                  </a:lnTo>
                  <a:lnTo>
                    <a:pt x="1906" y="2186"/>
                  </a:lnTo>
                  <a:lnTo>
                    <a:pt x="1565" y="2507"/>
                  </a:lnTo>
                  <a:lnTo>
                    <a:pt x="1224" y="2828"/>
                  </a:lnTo>
                  <a:lnTo>
                    <a:pt x="923" y="3169"/>
                  </a:lnTo>
                  <a:lnTo>
                    <a:pt x="623" y="3530"/>
                  </a:lnTo>
                  <a:lnTo>
                    <a:pt x="342" y="3911"/>
                  </a:lnTo>
                  <a:lnTo>
                    <a:pt x="262" y="3911"/>
                  </a:lnTo>
                  <a:lnTo>
                    <a:pt x="201" y="3931"/>
                  </a:lnTo>
                  <a:lnTo>
                    <a:pt x="141" y="3951"/>
                  </a:lnTo>
                  <a:lnTo>
                    <a:pt x="81" y="3991"/>
                  </a:lnTo>
                  <a:lnTo>
                    <a:pt x="41" y="4031"/>
                  </a:lnTo>
                  <a:lnTo>
                    <a:pt x="1" y="4092"/>
                  </a:lnTo>
                  <a:lnTo>
                    <a:pt x="1" y="4172"/>
                  </a:lnTo>
                  <a:lnTo>
                    <a:pt x="1" y="4252"/>
                  </a:lnTo>
                  <a:lnTo>
                    <a:pt x="1" y="4292"/>
                  </a:lnTo>
                  <a:lnTo>
                    <a:pt x="101" y="4533"/>
                  </a:lnTo>
                  <a:lnTo>
                    <a:pt x="181" y="4733"/>
                  </a:lnTo>
                  <a:lnTo>
                    <a:pt x="282" y="4994"/>
                  </a:lnTo>
                  <a:lnTo>
                    <a:pt x="422" y="5255"/>
                  </a:lnTo>
                  <a:lnTo>
                    <a:pt x="582" y="5495"/>
                  </a:lnTo>
                  <a:lnTo>
                    <a:pt x="743" y="5736"/>
                  </a:lnTo>
                  <a:lnTo>
                    <a:pt x="863" y="5856"/>
                  </a:lnTo>
                  <a:lnTo>
                    <a:pt x="1004" y="5957"/>
                  </a:lnTo>
                  <a:lnTo>
                    <a:pt x="1104" y="6037"/>
                  </a:lnTo>
                  <a:lnTo>
                    <a:pt x="1244" y="6077"/>
                  </a:lnTo>
                  <a:lnTo>
                    <a:pt x="1365" y="6117"/>
                  </a:lnTo>
                  <a:lnTo>
                    <a:pt x="1505" y="6137"/>
                  </a:lnTo>
                  <a:lnTo>
                    <a:pt x="1685" y="6137"/>
                  </a:lnTo>
                  <a:lnTo>
                    <a:pt x="1866" y="6077"/>
                  </a:lnTo>
                  <a:lnTo>
                    <a:pt x="2046" y="5997"/>
                  </a:lnTo>
                  <a:lnTo>
                    <a:pt x="2227" y="5916"/>
                  </a:lnTo>
                  <a:lnTo>
                    <a:pt x="2588" y="5696"/>
                  </a:lnTo>
                  <a:lnTo>
                    <a:pt x="2909" y="5515"/>
                  </a:lnTo>
                  <a:lnTo>
                    <a:pt x="3410" y="5275"/>
                  </a:lnTo>
                  <a:lnTo>
                    <a:pt x="3912" y="5094"/>
                  </a:lnTo>
                  <a:lnTo>
                    <a:pt x="4172" y="4994"/>
                  </a:lnTo>
                  <a:lnTo>
                    <a:pt x="4433" y="4934"/>
                  </a:lnTo>
                  <a:lnTo>
                    <a:pt x="4714" y="4874"/>
                  </a:lnTo>
                  <a:lnTo>
                    <a:pt x="4974" y="4813"/>
                  </a:lnTo>
                  <a:lnTo>
                    <a:pt x="5315" y="4793"/>
                  </a:lnTo>
                  <a:lnTo>
                    <a:pt x="5636" y="4773"/>
                  </a:lnTo>
                  <a:lnTo>
                    <a:pt x="5937" y="4793"/>
                  </a:lnTo>
                  <a:lnTo>
                    <a:pt x="6218" y="4834"/>
                  </a:lnTo>
                  <a:lnTo>
                    <a:pt x="6499" y="4894"/>
                  </a:lnTo>
                  <a:lnTo>
                    <a:pt x="6759" y="4974"/>
                  </a:lnTo>
                  <a:lnTo>
                    <a:pt x="7000" y="5074"/>
                  </a:lnTo>
                  <a:lnTo>
                    <a:pt x="7241" y="5195"/>
                  </a:lnTo>
                  <a:lnTo>
                    <a:pt x="7461" y="5335"/>
                  </a:lnTo>
                  <a:lnTo>
                    <a:pt x="7662" y="5475"/>
                  </a:lnTo>
                  <a:lnTo>
                    <a:pt x="7862" y="5656"/>
                  </a:lnTo>
                  <a:lnTo>
                    <a:pt x="8043" y="5836"/>
                  </a:lnTo>
                  <a:lnTo>
                    <a:pt x="8223" y="6037"/>
                  </a:lnTo>
                  <a:lnTo>
                    <a:pt x="8384" y="6237"/>
                  </a:lnTo>
                  <a:lnTo>
                    <a:pt x="8524" y="6478"/>
                  </a:lnTo>
                  <a:lnTo>
                    <a:pt x="8664" y="6699"/>
                  </a:lnTo>
                  <a:lnTo>
                    <a:pt x="8785" y="6939"/>
                  </a:lnTo>
                  <a:lnTo>
                    <a:pt x="8905" y="7200"/>
                  </a:lnTo>
                  <a:lnTo>
                    <a:pt x="9106" y="7721"/>
                  </a:lnTo>
                  <a:lnTo>
                    <a:pt x="9286" y="8263"/>
                  </a:lnTo>
                  <a:lnTo>
                    <a:pt x="9427" y="8824"/>
                  </a:lnTo>
                  <a:lnTo>
                    <a:pt x="9527" y="9406"/>
                  </a:lnTo>
                  <a:lnTo>
                    <a:pt x="9607" y="9967"/>
                  </a:lnTo>
                  <a:lnTo>
                    <a:pt x="9667" y="10529"/>
                  </a:lnTo>
                  <a:lnTo>
                    <a:pt x="9707" y="11050"/>
                  </a:lnTo>
                  <a:lnTo>
                    <a:pt x="9707" y="11612"/>
                  </a:lnTo>
                  <a:lnTo>
                    <a:pt x="9727" y="12194"/>
                  </a:lnTo>
                  <a:lnTo>
                    <a:pt x="9687" y="13337"/>
                  </a:lnTo>
                  <a:lnTo>
                    <a:pt x="9627" y="14520"/>
                  </a:lnTo>
                  <a:lnTo>
                    <a:pt x="9527" y="15703"/>
                  </a:lnTo>
                  <a:lnTo>
                    <a:pt x="9427" y="16886"/>
                  </a:lnTo>
                  <a:lnTo>
                    <a:pt x="9346" y="18110"/>
                  </a:lnTo>
                  <a:lnTo>
                    <a:pt x="9286" y="19353"/>
                  </a:lnTo>
                  <a:lnTo>
                    <a:pt x="9266" y="19975"/>
                  </a:lnTo>
                  <a:lnTo>
                    <a:pt x="9266" y="20596"/>
                  </a:lnTo>
                  <a:lnTo>
                    <a:pt x="9286" y="21058"/>
                  </a:lnTo>
                  <a:lnTo>
                    <a:pt x="9346" y="21499"/>
                  </a:lnTo>
                  <a:lnTo>
                    <a:pt x="9447" y="21920"/>
                  </a:lnTo>
                  <a:lnTo>
                    <a:pt x="9567" y="22321"/>
                  </a:lnTo>
                  <a:lnTo>
                    <a:pt x="9727" y="22722"/>
                  </a:lnTo>
                  <a:lnTo>
                    <a:pt x="9928" y="23103"/>
                  </a:lnTo>
                  <a:lnTo>
                    <a:pt x="10128" y="23464"/>
                  </a:lnTo>
                  <a:lnTo>
                    <a:pt x="10369" y="23805"/>
                  </a:lnTo>
                  <a:lnTo>
                    <a:pt x="10630" y="24126"/>
                  </a:lnTo>
                  <a:lnTo>
                    <a:pt x="10931" y="24407"/>
                  </a:lnTo>
                  <a:lnTo>
                    <a:pt x="11231" y="24688"/>
                  </a:lnTo>
                  <a:lnTo>
                    <a:pt x="11552" y="24948"/>
                  </a:lnTo>
                  <a:lnTo>
                    <a:pt x="11893" y="25169"/>
                  </a:lnTo>
                  <a:lnTo>
                    <a:pt x="12254" y="25369"/>
                  </a:lnTo>
                  <a:lnTo>
                    <a:pt x="12615" y="25550"/>
                  </a:lnTo>
                  <a:lnTo>
                    <a:pt x="12996" y="25710"/>
                  </a:lnTo>
                  <a:lnTo>
                    <a:pt x="13397" y="25831"/>
                  </a:lnTo>
                  <a:lnTo>
                    <a:pt x="13818" y="25931"/>
                  </a:lnTo>
                  <a:lnTo>
                    <a:pt x="14159" y="25991"/>
                  </a:lnTo>
                  <a:lnTo>
                    <a:pt x="14220" y="25991"/>
                  </a:lnTo>
                  <a:lnTo>
                    <a:pt x="14601" y="26011"/>
                  </a:lnTo>
                  <a:lnTo>
                    <a:pt x="14962" y="26011"/>
                  </a:lnTo>
                  <a:lnTo>
                    <a:pt x="15343" y="25991"/>
                  </a:lnTo>
                  <a:lnTo>
                    <a:pt x="15704" y="25931"/>
                  </a:lnTo>
                  <a:lnTo>
                    <a:pt x="16085" y="25851"/>
                  </a:lnTo>
                  <a:lnTo>
                    <a:pt x="16446" y="25730"/>
                  </a:lnTo>
                  <a:lnTo>
                    <a:pt x="16787" y="25590"/>
                  </a:lnTo>
                  <a:lnTo>
                    <a:pt x="17147" y="25409"/>
                  </a:lnTo>
                  <a:lnTo>
                    <a:pt x="17388" y="25269"/>
                  </a:lnTo>
                  <a:lnTo>
                    <a:pt x="17609" y="25129"/>
                  </a:lnTo>
                  <a:lnTo>
                    <a:pt x="17829" y="24968"/>
                  </a:lnTo>
                  <a:lnTo>
                    <a:pt x="18030" y="24788"/>
                  </a:lnTo>
                  <a:lnTo>
                    <a:pt x="18230" y="24587"/>
                  </a:lnTo>
                  <a:lnTo>
                    <a:pt x="18551" y="24266"/>
                  </a:lnTo>
                  <a:lnTo>
                    <a:pt x="18852" y="23905"/>
                  </a:lnTo>
                  <a:lnTo>
                    <a:pt x="19133" y="23484"/>
                  </a:lnTo>
                  <a:lnTo>
                    <a:pt x="19394" y="23043"/>
                  </a:lnTo>
                  <a:lnTo>
                    <a:pt x="19534" y="22762"/>
                  </a:lnTo>
                  <a:lnTo>
                    <a:pt x="19654" y="22421"/>
                  </a:lnTo>
                  <a:lnTo>
                    <a:pt x="19755" y="22020"/>
                  </a:lnTo>
                  <a:lnTo>
                    <a:pt x="19835" y="21579"/>
                  </a:lnTo>
                  <a:lnTo>
                    <a:pt x="19915" y="21078"/>
                  </a:lnTo>
                  <a:lnTo>
                    <a:pt x="19975" y="20536"/>
                  </a:lnTo>
                  <a:lnTo>
                    <a:pt x="20015" y="19955"/>
                  </a:lnTo>
                  <a:lnTo>
                    <a:pt x="20035" y="19333"/>
                  </a:lnTo>
                  <a:lnTo>
                    <a:pt x="20035" y="18671"/>
                  </a:lnTo>
                  <a:lnTo>
                    <a:pt x="20015" y="17989"/>
                  </a:lnTo>
                  <a:lnTo>
                    <a:pt x="19975" y="17287"/>
                  </a:lnTo>
                  <a:lnTo>
                    <a:pt x="19915" y="16545"/>
                  </a:lnTo>
                  <a:lnTo>
                    <a:pt x="19835" y="15783"/>
                  </a:lnTo>
                  <a:lnTo>
                    <a:pt x="19735" y="15001"/>
                  </a:lnTo>
                  <a:lnTo>
                    <a:pt x="19594" y="14219"/>
                  </a:lnTo>
                  <a:lnTo>
                    <a:pt x="19454" y="13417"/>
                  </a:lnTo>
                  <a:lnTo>
                    <a:pt x="19273" y="12595"/>
                  </a:lnTo>
                  <a:lnTo>
                    <a:pt x="19073" y="11792"/>
                  </a:lnTo>
                  <a:lnTo>
                    <a:pt x="18852" y="10970"/>
                  </a:lnTo>
                  <a:lnTo>
                    <a:pt x="18591" y="10148"/>
                  </a:lnTo>
                  <a:lnTo>
                    <a:pt x="18311" y="9346"/>
                  </a:lnTo>
                  <a:lnTo>
                    <a:pt x="18010" y="8544"/>
                  </a:lnTo>
                  <a:lnTo>
                    <a:pt x="17669" y="7761"/>
                  </a:lnTo>
                  <a:lnTo>
                    <a:pt x="17288" y="6999"/>
                  </a:lnTo>
                  <a:lnTo>
                    <a:pt x="16887" y="6237"/>
                  </a:lnTo>
                  <a:lnTo>
                    <a:pt x="16466" y="5515"/>
                  </a:lnTo>
                  <a:lnTo>
                    <a:pt x="16004" y="4813"/>
                  </a:lnTo>
                  <a:lnTo>
                    <a:pt x="15503" y="4132"/>
                  </a:lnTo>
                  <a:lnTo>
                    <a:pt x="15242" y="3811"/>
                  </a:lnTo>
                  <a:lnTo>
                    <a:pt x="14982" y="3490"/>
                  </a:lnTo>
                  <a:lnTo>
                    <a:pt x="14701" y="3169"/>
                  </a:lnTo>
                  <a:lnTo>
                    <a:pt x="14420" y="2868"/>
                  </a:lnTo>
                  <a:lnTo>
                    <a:pt x="14119" y="2587"/>
                  </a:lnTo>
                  <a:lnTo>
                    <a:pt x="13818" y="2307"/>
                  </a:lnTo>
                  <a:lnTo>
                    <a:pt x="13518" y="2046"/>
                  </a:lnTo>
                  <a:lnTo>
                    <a:pt x="13197" y="1785"/>
                  </a:lnTo>
                  <a:lnTo>
                    <a:pt x="12796" y="1504"/>
                  </a:lnTo>
                  <a:lnTo>
                    <a:pt x="12415" y="1244"/>
                  </a:lnTo>
                  <a:lnTo>
                    <a:pt x="12014" y="1023"/>
                  </a:lnTo>
                  <a:lnTo>
                    <a:pt x="11612" y="823"/>
                  </a:lnTo>
                  <a:lnTo>
                    <a:pt x="11191" y="622"/>
                  </a:lnTo>
                  <a:lnTo>
                    <a:pt x="10770" y="482"/>
                  </a:lnTo>
                  <a:lnTo>
                    <a:pt x="10329" y="341"/>
                  </a:lnTo>
                  <a:lnTo>
                    <a:pt x="9908" y="221"/>
                  </a:lnTo>
                  <a:lnTo>
                    <a:pt x="9467" y="141"/>
                  </a:lnTo>
                  <a:lnTo>
                    <a:pt x="9025" y="61"/>
                  </a:lnTo>
                  <a:lnTo>
                    <a:pt x="8584" y="20"/>
                  </a:lnTo>
                  <a:lnTo>
                    <a:pt x="812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6" name="Google Shape;7236;p34"/>
            <p:cNvSpPr/>
            <p:nvPr/>
          </p:nvSpPr>
          <p:spPr>
            <a:xfrm>
              <a:off x="9935725" y="4378800"/>
              <a:ext cx="500900" cy="650300"/>
            </a:xfrm>
            <a:custGeom>
              <a:avLst/>
              <a:gdLst/>
              <a:ahLst/>
              <a:cxnLst/>
              <a:rect l="l" t="t" r="r" b="b"/>
              <a:pathLst>
                <a:path w="20036" h="26012" fill="none" extrusionOk="0">
                  <a:moveTo>
                    <a:pt x="19394" y="23043"/>
                  </a:moveTo>
                  <a:lnTo>
                    <a:pt x="19394" y="23043"/>
                  </a:lnTo>
                  <a:lnTo>
                    <a:pt x="19133" y="23484"/>
                  </a:lnTo>
                  <a:lnTo>
                    <a:pt x="18852" y="23905"/>
                  </a:lnTo>
                  <a:lnTo>
                    <a:pt x="18551" y="24266"/>
                  </a:lnTo>
                  <a:lnTo>
                    <a:pt x="18230" y="24587"/>
                  </a:lnTo>
                  <a:lnTo>
                    <a:pt x="18230" y="24587"/>
                  </a:lnTo>
                  <a:lnTo>
                    <a:pt x="18030" y="24788"/>
                  </a:lnTo>
                  <a:lnTo>
                    <a:pt x="17829" y="24968"/>
                  </a:lnTo>
                  <a:lnTo>
                    <a:pt x="17609" y="25129"/>
                  </a:lnTo>
                  <a:lnTo>
                    <a:pt x="17388" y="25269"/>
                  </a:lnTo>
                  <a:lnTo>
                    <a:pt x="17388" y="25269"/>
                  </a:lnTo>
                  <a:lnTo>
                    <a:pt x="17147" y="25409"/>
                  </a:lnTo>
                  <a:lnTo>
                    <a:pt x="17147" y="25409"/>
                  </a:lnTo>
                  <a:lnTo>
                    <a:pt x="16787" y="25590"/>
                  </a:lnTo>
                  <a:lnTo>
                    <a:pt x="16446" y="25730"/>
                  </a:lnTo>
                  <a:lnTo>
                    <a:pt x="16085" y="25851"/>
                  </a:lnTo>
                  <a:lnTo>
                    <a:pt x="15704" y="25931"/>
                  </a:lnTo>
                  <a:lnTo>
                    <a:pt x="15343" y="25991"/>
                  </a:lnTo>
                  <a:lnTo>
                    <a:pt x="14962" y="26011"/>
                  </a:lnTo>
                  <a:lnTo>
                    <a:pt x="14601" y="26011"/>
                  </a:lnTo>
                  <a:lnTo>
                    <a:pt x="14220" y="25991"/>
                  </a:lnTo>
                  <a:lnTo>
                    <a:pt x="14220" y="25991"/>
                  </a:lnTo>
                  <a:lnTo>
                    <a:pt x="14179" y="25991"/>
                  </a:lnTo>
                  <a:lnTo>
                    <a:pt x="14159" y="25991"/>
                  </a:lnTo>
                  <a:lnTo>
                    <a:pt x="14159" y="25991"/>
                  </a:lnTo>
                  <a:lnTo>
                    <a:pt x="13818" y="25931"/>
                  </a:lnTo>
                  <a:lnTo>
                    <a:pt x="13818" y="25931"/>
                  </a:lnTo>
                  <a:lnTo>
                    <a:pt x="13818" y="25931"/>
                  </a:lnTo>
                  <a:lnTo>
                    <a:pt x="13397" y="25831"/>
                  </a:lnTo>
                  <a:lnTo>
                    <a:pt x="12996" y="25710"/>
                  </a:lnTo>
                  <a:lnTo>
                    <a:pt x="12996" y="25710"/>
                  </a:lnTo>
                  <a:lnTo>
                    <a:pt x="12615" y="25550"/>
                  </a:lnTo>
                  <a:lnTo>
                    <a:pt x="12254" y="25369"/>
                  </a:lnTo>
                  <a:lnTo>
                    <a:pt x="11893" y="25169"/>
                  </a:lnTo>
                  <a:lnTo>
                    <a:pt x="11552" y="24948"/>
                  </a:lnTo>
                  <a:lnTo>
                    <a:pt x="11231" y="24688"/>
                  </a:lnTo>
                  <a:lnTo>
                    <a:pt x="10931" y="24407"/>
                  </a:lnTo>
                  <a:lnTo>
                    <a:pt x="10630" y="24126"/>
                  </a:lnTo>
                  <a:lnTo>
                    <a:pt x="10369" y="23805"/>
                  </a:lnTo>
                  <a:lnTo>
                    <a:pt x="10128" y="23464"/>
                  </a:lnTo>
                  <a:lnTo>
                    <a:pt x="9928" y="23103"/>
                  </a:lnTo>
                  <a:lnTo>
                    <a:pt x="9727" y="22722"/>
                  </a:lnTo>
                  <a:lnTo>
                    <a:pt x="9567" y="22321"/>
                  </a:lnTo>
                  <a:lnTo>
                    <a:pt x="9447" y="21920"/>
                  </a:lnTo>
                  <a:lnTo>
                    <a:pt x="9346" y="21499"/>
                  </a:lnTo>
                  <a:lnTo>
                    <a:pt x="9286" y="21058"/>
                  </a:lnTo>
                  <a:lnTo>
                    <a:pt x="9266" y="20596"/>
                  </a:lnTo>
                  <a:lnTo>
                    <a:pt x="9266" y="20596"/>
                  </a:lnTo>
                  <a:lnTo>
                    <a:pt x="9266" y="19975"/>
                  </a:lnTo>
                  <a:lnTo>
                    <a:pt x="9286" y="19353"/>
                  </a:lnTo>
                  <a:lnTo>
                    <a:pt x="9346" y="18110"/>
                  </a:lnTo>
                  <a:lnTo>
                    <a:pt x="9427" y="16886"/>
                  </a:lnTo>
                  <a:lnTo>
                    <a:pt x="9527" y="15703"/>
                  </a:lnTo>
                  <a:lnTo>
                    <a:pt x="9627" y="14520"/>
                  </a:lnTo>
                  <a:lnTo>
                    <a:pt x="9687" y="13337"/>
                  </a:lnTo>
                  <a:lnTo>
                    <a:pt x="9727" y="12194"/>
                  </a:lnTo>
                  <a:lnTo>
                    <a:pt x="9707" y="11612"/>
                  </a:lnTo>
                  <a:lnTo>
                    <a:pt x="9707" y="11050"/>
                  </a:lnTo>
                  <a:lnTo>
                    <a:pt x="9707" y="11050"/>
                  </a:lnTo>
                  <a:lnTo>
                    <a:pt x="9667" y="10529"/>
                  </a:lnTo>
                  <a:lnTo>
                    <a:pt x="9607" y="9967"/>
                  </a:lnTo>
                  <a:lnTo>
                    <a:pt x="9527" y="9406"/>
                  </a:lnTo>
                  <a:lnTo>
                    <a:pt x="9427" y="8824"/>
                  </a:lnTo>
                  <a:lnTo>
                    <a:pt x="9286" y="8263"/>
                  </a:lnTo>
                  <a:lnTo>
                    <a:pt x="9106" y="7721"/>
                  </a:lnTo>
                  <a:lnTo>
                    <a:pt x="8905" y="7200"/>
                  </a:lnTo>
                  <a:lnTo>
                    <a:pt x="8785" y="6939"/>
                  </a:lnTo>
                  <a:lnTo>
                    <a:pt x="8664" y="6699"/>
                  </a:lnTo>
                  <a:lnTo>
                    <a:pt x="8524" y="6478"/>
                  </a:lnTo>
                  <a:lnTo>
                    <a:pt x="8384" y="6237"/>
                  </a:lnTo>
                  <a:lnTo>
                    <a:pt x="8223" y="6037"/>
                  </a:lnTo>
                  <a:lnTo>
                    <a:pt x="8043" y="5836"/>
                  </a:lnTo>
                  <a:lnTo>
                    <a:pt x="7862" y="5656"/>
                  </a:lnTo>
                  <a:lnTo>
                    <a:pt x="7662" y="5475"/>
                  </a:lnTo>
                  <a:lnTo>
                    <a:pt x="7461" y="5335"/>
                  </a:lnTo>
                  <a:lnTo>
                    <a:pt x="7241" y="5195"/>
                  </a:lnTo>
                  <a:lnTo>
                    <a:pt x="7000" y="5074"/>
                  </a:lnTo>
                  <a:lnTo>
                    <a:pt x="6759" y="4974"/>
                  </a:lnTo>
                  <a:lnTo>
                    <a:pt x="6499" y="4894"/>
                  </a:lnTo>
                  <a:lnTo>
                    <a:pt x="6218" y="4834"/>
                  </a:lnTo>
                  <a:lnTo>
                    <a:pt x="5937" y="4793"/>
                  </a:lnTo>
                  <a:lnTo>
                    <a:pt x="5636" y="4773"/>
                  </a:lnTo>
                  <a:lnTo>
                    <a:pt x="5315" y="4793"/>
                  </a:lnTo>
                  <a:lnTo>
                    <a:pt x="4974" y="4813"/>
                  </a:lnTo>
                  <a:lnTo>
                    <a:pt x="4974" y="4813"/>
                  </a:lnTo>
                  <a:lnTo>
                    <a:pt x="4714" y="4874"/>
                  </a:lnTo>
                  <a:lnTo>
                    <a:pt x="4433" y="4934"/>
                  </a:lnTo>
                  <a:lnTo>
                    <a:pt x="4172" y="4994"/>
                  </a:lnTo>
                  <a:lnTo>
                    <a:pt x="3912" y="5094"/>
                  </a:lnTo>
                  <a:lnTo>
                    <a:pt x="3410" y="5275"/>
                  </a:lnTo>
                  <a:lnTo>
                    <a:pt x="2909" y="5515"/>
                  </a:lnTo>
                  <a:lnTo>
                    <a:pt x="2909" y="5515"/>
                  </a:lnTo>
                  <a:lnTo>
                    <a:pt x="2588" y="5696"/>
                  </a:lnTo>
                  <a:lnTo>
                    <a:pt x="2227" y="5916"/>
                  </a:lnTo>
                  <a:lnTo>
                    <a:pt x="2046" y="5997"/>
                  </a:lnTo>
                  <a:lnTo>
                    <a:pt x="1866" y="6077"/>
                  </a:lnTo>
                  <a:lnTo>
                    <a:pt x="1685" y="6137"/>
                  </a:lnTo>
                  <a:lnTo>
                    <a:pt x="1505" y="6137"/>
                  </a:lnTo>
                  <a:lnTo>
                    <a:pt x="1505" y="6137"/>
                  </a:lnTo>
                  <a:lnTo>
                    <a:pt x="1365" y="6117"/>
                  </a:lnTo>
                  <a:lnTo>
                    <a:pt x="1244" y="6077"/>
                  </a:lnTo>
                  <a:lnTo>
                    <a:pt x="1104" y="6037"/>
                  </a:lnTo>
                  <a:lnTo>
                    <a:pt x="1004" y="5957"/>
                  </a:lnTo>
                  <a:lnTo>
                    <a:pt x="1004" y="5957"/>
                  </a:lnTo>
                  <a:lnTo>
                    <a:pt x="863" y="5856"/>
                  </a:lnTo>
                  <a:lnTo>
                    <a:pt x="743" y="5736"/>
                  </a:lnTo>
                  <a:lnTo>
                    <a:pt x="743" y="5736"/>
                  </a:lnTo>
                  <a:lnTo>
                    <a:pt x="582" y="5495"/>
                  </a:lnTo>
                  <a:lnTo>
                    <a:pt x="422" y="5255"/>
                  </a:lnTo>
                  <a:lnTo>
                    <a:pt x="282" y="4994"/>
                  </a:lnTo>
                  <a:lnTo>
                    <a:pt x="181" y="4733"/>
                  </a:lnTo>
                  <a:lnTo>
                    <a:pt x="181" y="4733"/>
                  </a:lnTo>
                  <a:lnTo>
                    <a:pt x="101" y="4533"/>
                  </a:lnTo>
                  <a:lnTo>
                    <a:pt x="101" y="4533"/>
                  </a:lnTo>
                  <a:lnTo>
                    <a:pt x="1" y="4292"/>
                  </a:lnTo>
                  <a:lnTo>
                    <a:pt x="1" y="4292"/>
                  </a:lnTo>
                  <a:lnTo>
                    <a:pt x="1" y="4252"/>
                  </a:lnTo>
                  <a:lnTo>
                    <a:pt x="1" y="4252"/>
                  </a:lnTo>
                  <a:lnTo>
                    <a:pt x="1" y="4172"/>
                  </a:lnTo>
                  <a:lnTo>
                    <a:pt x="1" y="4092"/>
                  </a:lnTo>
                  <a:lnTo>
                    <a:pt x="41" y="4031"/>
                  </a:lnTo>
                  <a:lnTo>
                    <a:pt x="81" y="3991"/>
                  </a:lnTo>
                  <a:lnTo>
                    <a:pt x="141" y="3951"/>
                  </a:lnTo>
                  <a:lnTo>
                    <a:pt x="201" y="3931"/>
                  </a:lnTo>
                  <a:lnTo>
                    <a:pt x="262" y="3911"/>
                  </a:lnTo>
                  <a:lnTo>
                    <a:pt x="342" y="3911"/>
                  </a:lnTo>
                  <a:lnTo>
                    <a:pt x="342" y="3911"/>
                  </a:lnTo>
                  <a:lnTo>
                    <a:pt x="623" y="3530"/>
                  </a:lnTo>
                  <a:lnTo>
                    <a:pt x="923" y="3169"/>
                  </a:lnTo>
                  <a:lnTo>
                    <a:pt x="1224" y="2828"/>
                  </a:lnTo>
                  <a:lnTo>
                    <a:pt x="1565" y="2507"/>
                  </a:lnTo>
                  <a:lnTo>
                    <a:pt x="1906" y="2186"/>
                  </a:lnTo>
                  <a:lnTo>
                    <a:pt x="2267" y="1906"/>
                  </a:lnTo>
                  <a:lnTo>
                    <a:pt x="2628" y="1645"/>
                  </a:lnTo>
                  <a:lnTo>
                    <a:pt x="3009" y="1384"/>
                  </a:lnTo>
                  <a:lnTo>
                    <a:pt x="3410" y="1164"/>
                  </a:lnTo>
                  <a:lnTo>
                    <a:pt x="3811" y="943"/>
                  </a:lnTo>
                  <a:lnTo>
                    <a:pt x="4212" y="762"/>
                  </a:lnTo>
                  <a:lnTo>
                    <a:pt x="4633" y="602"/>
                  </a:lnTo>
                  <a:lnTo>
                    <a:pt x="5055" y="442"/>
                  </a:lnTo>
                  <a:lnTo>
                    <a:pt x="5476" y="321"/>
                  </a:lnTo>
                  <a:lnTo>
                    <a:pt x="5917" y="221"/>
                  </a:lnTo>
                  <a:lnTo>
                    <a:pt x="6358" y="121"/>
                  </a:lnTo>
                  <a:lnTo>
                    <a:pt x="6799" y="61"/>
                  </a:lnTo>
                  <a:lnTo>
                    <a:pt x="7241" y="20"/>
                  </a:lnTo>
                  <a:lnTo>
                    <a:pt x="7682" y="0"/>
                  </a:lnTo>
                  <a:lnTo>
                    <a:pt x="8123" y="0"/>
                  </a:lnTo>
                  <a:lnTo>
                    <a:pt x="8584" y="20"/>
                  </a:lnTo>
                  <a:lnTo>
                    <a:pt x="9025" y="61"/>
                  </a:lnTo>
                  <a:lnTo>
                    <a:pt x="9467" y="141"/>
                  </a:lnTo>
                  <a:lnTo>
                    <a:pt x="9908" y="221"/>
                  </a:lnTo>
                  <a:lnTo>
                    <a:pt x="10329" y="341"/>
                  </a:lnTo>
                  <a:lnTo>
                    <a:pt x="10770" y="482"/>
                  </a:lnTo>
                  <a:lnTo>
                    <a:pt x="11191" y="622"/>
                  </a:lnTo>
                  <a:lnTo>
                    <a:pt x="11612" y="823"/>
                  </a:lnTo>
                  <a:lnTo>
                    <a:pt x="12014" y="1023"/>
                  </a:lnTo>
                  <a:lnTo>
                    <a:pt x="12415" y="1244"/>
                  </a:lnTo>
                  <a:lnTo>
                    <a:pt x="12796" y="1504"/>
                  </a:lnTo>
                  <a:lnTo>
                    <a:pt x="13197" y="1785"/>
                  </a:lnTo>
                  <a:lnTo>
                    <a:pt x="13197" y="1785"/>
                  </a:lnTo>
                  <a:lnTo>
                    <a:pt x="13518" y="2046"/>
                  </a:lnTo>
                  <a:lnTo>
                    <a:pt x="13818" y="2307"/>
                  </a:lnTo>
                  <a:lnTo>
                    <a:pt x="14119" y="2587"/>
                  </a:lnTo>
                  <a:lnTo>
                    <a:pt x="14420" y="2868"/>
                  </a:lnTo>
                  <a:lnTo>
                    <a:pt x="14701" y="3169"/>
                  </a:lnTo>
                  <a:lnTo>
                    <a:pt x="14982" y="3490"/>
                  </a:lnTo>
                  <a:lnTo>
                    <a:pt x="15242" y="3811"/>
                  </a:lnTo>
                  <a:lnTo>
                    <a:pt x="15503" y="4132"/>
                  </a:lnTo>
                  <a:lnTo>
                    <a:pt x="16004" y="4813"/>
                  </a:lnTo>
                  <a:lnTo>
                    <a:pt x="16466" y="5515"/>
                  </a:lnTo>
                  <a:lnTo>
                    <a:pt x="16887" y="6237"/>
                  </a:lnTo>
                  <a:lnTo>
                    <a:pt x="17288" y="6999"/>
                  </a:lnTo>
                  <a:lnTo>
                    <a:pt x="17669" y="7761"/>
                  </a:lnTo>
                  <a:lnTo>
                    <a:pt x="18010" y="8544"/>
                  </a:lnTo>
                  <a:lnTo>
                    <a:pt x="18311" y="9346"/>
                  </a:lnTo>
                  <a:lnTo>
                    <a:pt x="18591" y="10148"/>
                  </a:lnTo>
                  <a:lnTo>
                    <a:pt x="18852" y="10970"/>
                  </a:lnTo>
                  <a:lnTo>
                    <a:pt x="19073" y="11792"/>
                  </a:lnTo>
                  <a:lnTo>
                    <a:pt x="19273" y="12595"/>
                  </a:lnTo>
                  <a:lnTo>
                    <a:pt x="19454" y="13417"/>
                  </a:lnTo>
                  <a:lnTo>
                    <a:pt x="19594" y="14219"/>
                  </a:lnTo>
                  <a:lnTo>
                    <a:pt x="19735" y="15001"/>
                  </a:lnTo>
                  <a:lnTo>
                    <a:pt x="19835" y="15783"/>
                  </a:lnTo>
                  <a:lnTo>
                    <a:pt x="19915" y="16545"/>
                  </a:lnTo>
                  <a:lnTo>
                    <a:pt x="19975" y="17287"/>
                  </a:lnTo>
                  <a:lnTo>
                    <a:pt x="20015" y="17989"/>
                  </a:lnTo>
                  <a:lnTo>
                    <a:pt x="20035" y="18671"/>
                  </a:lnTo>
                  <a:lnTo>
                    <a:pt x="20035" y="19333"/>
                  </a:lnTo>
                  <a:lnTo>
                    <a:pt x="20015" y="19955"/>
                  </a:lnTo>
                  <a:lnTo>
                    <a:pt x="19975" y="20536"/>
                  </a:lnTo>
                  <a:lnTo>
                    <a:pt x="19915" y="21078"/>
                  </a:lnTo>
                  <a:lnTo>
                    <a:pt x="19835" y="21579"/>
                  </a:lnTo>
                  <a:lnTo>
                    <a:pt x="19755" y="22020"/>
                  </a:lnTo>
                  <a:lnTo>
                    <a:pt x="19654" y="22421"/>
                  </a:lnTo>
                  <a:lnTo>
                    <a:pt x="19534" y="22762"/>
                  </a:lnTo>
                  <a:lnTo>
                    <a:pt x="19394" y="2304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7" name="Google Shape;7237;p34"/>
            <p:cNvSpPr/>
            <p:nvPr/>
          </p:nvSpPr>
          <p:spPr>
            <a:xfrm>
              <a:off x="9969325" y="4403375"/>
              <a:ext cx="438225" cy="607175"/>
            </a:xfrm>
            <a:custGeom>
              <a:avLst/>
              <a:gdLst/>
              <a:ahLst/>
              <a:cxnLst/>
              <a:rect l="l" t="t" r="r" b="b"/>
              <a:pathLst>
                <a:path w="17529" h="24287" extrusionOk="0">
                  <a:moveTo>
                    <a:pt x="5856" y="0"/>
                  </a:moveTo>
                  <a:lnTo>
                    <a:pt x="5536" y="20"/>
                  </a:lnTo>
                  <a:lnTo>
                    <a:pt x="4874" y="100"/>
                  </a:lnTo>
                  <a:lnTo>
                    <a:pt x="4212" y="221"/>
                  </a:lnTo>
                  <a:lnTo>
                    <a:pt x="3570" y="381"/>
                  </a:lnTo>
                  <a:lnTo>
                    <a:pt x="2949" y="582"/>
                  </a:lnTo>
                  <a:lnTo>
                    <a:pt x="2327" y="822"/>
                  </a:lnTo>
                  <a:lnTo>
                    <a:pt x="1725" y="1103"/>
                  </a:lnTo>
                  <a:lnTo>
                    <a:pt x="1124" y="1424"/>
                  </a:lnTo>
                  <a:lnTo>
                    <a:pt x="562" y="1765"/>
                  </a:lnTo>
                  <a:lnTo>
                    <a:pt x="1" y="2146"/>
                  </a:lnTo>
                  <a:lnTo>
                    <a:pt x="382" y="2306"/>
                  </a:lnTo>
                  <a:lnTo>
                    <a:pt x="983" y="1905"/>
                  </a:lnTo>
                  <a:lnTo>
                    <a:pt x="1605" y="1544"/>
                  </a:lnTo>
                  <a:lnTo>
                    <a:pt x="2247" y="1223"/>
                  </a:lnTo>
                  <a:lnTo>
                    <a:pt x="2588" y="1083"/>
                  </a:lnTo>
                  <a:lnTo>
                    <a:pt x="2908" y="963"/>
                  </a:lnTo>
                  <a:lnTo>
                    <a:pt x="3249" y="842"/>
                  </a:lnTo>
                  <a:lnTo>
                    <a:pt x="3590" y="722"/>
                  </a:lnTo>
                  <a:lnTo>
                    <a:pt x="3951" y="622"/>
                  </a:lnTo>
                  <a:lnTo>
                    <a:pt x="4312" y="542"/>
                  </a:lnTo>
                  <a:lnTo>
                    <a:pt x="4673" y="481"/>
                  </a:lnTo>
                  <a:lnTo>
                    <a:pt x="5034" y="421"/>
                  </a:lnTo>
                  <a:lnTo>
                    <a:pt x="5395" y="381"/>
                  </a:lnTo>
                  <a:lnTo>
                    <a:pt x="5776" y="341"/>
                  </a:lnTo>
                  <a:lnTo>
                    <a:pt x="6518" y="341"/>
                  </a:lnTo>
                  <a:lnTo>
                    <a:pt x="6819" y="361"/>
                  </a:lnTo>
                  <a:lnTo>
                    <a:pt x="7421" y="421"/>
                  </a:lnTo>
                  <a:lnTo>
                    <a:pt x="8002" y="542"/>
                  </a:lnTo>
                  <a:lnTo>
                    <a:pt x="8584" y="702"/>
                  </a:lnTo>
                  <a:lnTo>
                    <a:pt x="9125" y="903"/>
                  </a:lnTo>
                  <a:lnTo>
                    <a:pt x="9667" y="1143"/>
                  </a:lnTo>
                  <a:lnTo>
                    <a:pt x="10168" y="1424"/>
                  </a:lnTo>
                  <a:lnTo>
                    <a:pt x="10670" y="1745"/>
                  </a:lnTo>
                  <a:lnTo>
                    <a:pt x="11131" y="2086"/>
                  </a:lnTo>
                  <a:lnTo>
                    <a:pt x="11572" y="2467"/>
                  </a:lnTo>
                  <a:lnTo>
                    <a:pt x="12013" y="2868"/>
                  </a:lnTo>
                  <a:lnTo>
                    <a:pt x="12414" y="3309"/>
                  </a:lnTo>
                  <a:lnTo>
                    <a:pt x="12795" y="3770"/>
                  </a:lnTo>
                  <a:lnTo>
                    <a:pt x="13156" y="4272"/>
                  </a:lnTo>
                  <a:lnTo>
                    <a:pt x="13477" y="4793"/>
                  </a:lnTo>
                  <a:lnTo>
                    <a:pt x="13798" y="5315"/>
                  </a:lnTo>
                  <a:lnTo>
                    <a:pt x="14079" y="5876"/>
                  </a:lnTo>
                  <a:lnTo>
                    <a:pt x="14360" y="6458"/>
                  </a:lnTo>
                  <a:lnTo>
                    <a:pt x="14620" y="7039"/>
                  </a:lnTo>
                  <a:lnTo>
                    <a:pt x="14861" y="7621"/>
                  </a:lnTo>
                  <a:lnTo>
                    <a:pt x="15082" y="8222"/>
                  </a:lnTo>
                  <a:lnTo>
                    <a:pt x="15282" y="8844"/>
                  </a:lnTo>
                  <a:lnTo>
                    <a:pt x="15483" y="9446"/>
                  </a:lnTo>
                  <a:lnTo>
                    <a:pt x="15683" y="10067"/>
                  </a:lnTo>
                  <a:lnTo>
                    <a:pt x="15844" y="10709"/>
                  </a:lnTo>
                  <a:lnTo>
                    <a:pt x="16004" y="11331"/>
                  </a:lnTo>
                  <a:lnTo>
                    <a:pt x="16305" y="12594"/>
                  </a:lnTo>
                  <a:lnTo>
                    <a:pt x="16546" y="13858"/>
                  </a:lnTo>
                  <a:lnTo>
                    <a:pt x="16766" y="15101"/>
                  </a:lnTo>
                  <a:lnTo>
                    <a:pt x="16886" y="15743"/>
                  </a:lnTo>
                  <a:lnTo>
                    <a:pt x="16967" y="16405"/>
                  </a:lnTo>
                  <a:lnTo>
                    <a:pt x="17047" y="17066"/>
                  </a:lnTo>
                  <a:lnTo>
                    <a:pt x="17107" y="17728"/>
                  </a:lnTo>
                  <a:lnTo>
                    <a:pt x="17147" y="18390"/>
                  </a:lnTo>
                  <a:lnTo>
                    <a:pt x="17187" y="19052"/>
                  </a:lnTo>
                  <a:lnTo>
                    <a:pt x="17187" y="19714"/>
                  </a:lnTo>
                  <a:lnTo>
                    <a:pt x="17187" y="20375"/>
                  </a:lnTo>
                  <a:lnTo>
                    <a:pt x="17167" y="20917"/>
                  </a:lnTo>
                  <a:lnTo>
                    <a:pt x="17107" y="21438"/>
                  </a:lnTo>
                  <a:lnTo>
                    <a:pt x="17027" y="21960"/>
                  </a:lnTo>
                  <a:lnTo>
                    <a:pt x="16927" y="22461"/>
                  </a:lnTo>
                  <a:lnTo>
                    <a:pt x="16786" y="22963"/>
                  </a:lnTo>
                  <a:lnTo>
                    <a:pt x="16686" y="23203"/>
                  </a:lnTo>
                  <a:lnTo>
                    <a:pt x="16586" y="23444"/>
                  </a:lnTo>
                  <a:lnTo>
                    <a:pt x="16465" y="23664"/>
                  </a:lnTo>
                  <a:lnTo>
                    <a:pt x="16345" y="23885"/>
                  </a:lnTo>
                  <a:lnTo>
                    <a:pt x="16205" y="24086"/>
                  </a:lnTo>
                  <a:lnTo>
                    <a:pt x="16044" y="24286"/>
                  </a:lnTo>
                  <a:lnTo>
                    <a:pt x="16044" y="24286"/>
                  </a:lnTo>
                  <a:lnTo>
                    <a:pt x="16265" y="24146"/>
                  </a:lnTo>
                  <a:lnTo>
                    <a:pt x="16485" y="23985"/>
                  </a:lnTo>
                  <a:lnTo>
                    <a:pt x="16686" y="23805"/>
                  </a:lnTo>
                  <a:lnTo>
                    <a:pt x="16886" y="23604"/>
                  </a:lnTo>
                  <a:lnTo>
                    <a:pt x="17007" y="23344"/>
                  </a:lnTo>
                  <a:lnTo>
                    <a:pt x="17107" y="23063"/>
                  </a:lnTo>
                  <a:lnTo>
                    <a:pt x="17207" y="22782"/>
                  </a:lnTo>
                  <a:lnTo>
                    <a:pt x="17288" y="22481"/>
                  </a:lnTo>
                  <a:lnTo>
                    <a:pt x="17348" y="22180"/>
                  </a:lnTo>
                  <a:lnTo>
                    <a:pt x="17408" y="21880"/>
                  </a:lnTo>
                  <a:lnTo>
                    <a:pt x="17468" y="21278"/>
                  </a:lnTo>
                  <a:lnTo>
                    <a:pt x="17528" y="20656"/>
                  </a:lnTo>
                  <a:lnTo>
                    <a:pt x="17528" y="20035"/>
                  </a:lnTo>
                  <a:lnTo>
                    <a:pt x="17528" y="19433"/>
                  </a:lnTo>
                  <a:lnTo>
                    <a:pt x="17508" y="18851"/>
                  </a:lnTo>
                  <a:lnTo>
                    <a:pt x="17488" y="18250"/>
                  </a:lnTo>
                  <a:lnTo>
                    <a:pt x="17448" y="17648"/>
                  </a:lnTo>
                  <a:lnTo>
                    <a:pt x="17388" y="17046"/>
                  </a:lnTo>
                  <a:lnTo>
                    <a:pt x="17328" y="16465"/>
                  </a:lnTo>
                  <a:lnTo>
                    <a:pt x="17147" y="15262"/>
                  </a:lnTo>
                  <a:lnTo>
                    <a:pt x="16947" y="14078"/>
                  </a:lnTo>
                  <a:lnTo>
                    <a:pt x="16686" y="12915"/>
                  </a:lnTo>
                  <a:lnTo>
                    <a:pt x="16405" y="11752"/>
                  </a:lnTo>
                  <a:lnTo>
                    <a:pt x="16104" y="10589"/>
                  </a:lnTo>
                  <a:lnTo>
                    <a:pt x="15763" y="9426"/>
                  </a:lnTo>
                  <a:lnTo>
                    <a:pt x="15463" y="8443"/>
                  </a:lnTo>
                  <a:lnTo>
                    <a:pt x="15122" y="7460"/>
                  </a:lnTo>
                  <a:lnTo>
                    <a:pt x="14921" y="6979"/>
                  </a:lnTo>
                  <a:lnTo>
                    <a:pt x="14741" y="6498"/>
                  </a:lnTo>
                  <a:lnTo>
                    <a:pt x="14520" y="6016"/>
                  </a:lnTo>
                  <a:lnTo>
                    <a:pt x="14299" y="5555"/>
                  </a:lnTo>
                  <a:lnTo>
                    <a:pt x="14059" y="5094"/>
                  </a:lnTo>
                  <a:lnTo>
                    <a:pt x="13798" y="4653"/>
                  </a:lnTo>
                  <a:lnTo>
                    <a:pt x="13517" y="4212"/>
                  </a:lnTo>
                  <a:lnTo>
                    <a:pt x="13237" y="3790"/>
                  </a:lnTo>
                  <a:lnTo>
                    <a:pt x="12916" y="3369"/>
                  </a:lnTo>
                  <a:lnTo>
                    <a:pt x="12595" y="2968"/>
                  </a:lnTo>
                  <a:lnTo>
                    <a:pt x="12234" y="2587"/>
                  </a:lnTo>
                  <a:lnTo>
                    <a:pt x="11853" y="2226"/>
                  </a:lnTo>
                  <a:lnTo>
                    <a:pt x="11572" y="1945"/>
                  </a:lnTo>
                  <a:lnTo>
                    <a:pt x="11251" y="1705"/>
                  </a:lnTo>
                  <a:lnTo>
                    <a:pt x="10930" y="1464"/>
                  </a:lnTo>
                  <a:lnTo>
                    <a:pt x="10609" y="1263"/>
                  </a:lnTo>
                  <a:lnTo>
                    <a:pt x="10268" y="1063"/>
                  </a:lnTo>
                  <a:lnTo>
                    <a:pt x="9928" y="882"/>
                  </a:lnTo>
                  <a:lnTo>
                    <a:pt x="9587" y="702"/>
                  </a:lnTo>
                  <a:lnTo>
                    <a:pt x="9226" y="562"/>
                  </a:lnTo>
                  <a:lnTo>
                    <a:pt x="8865" y="421"/>
                  </a:lnTo>
                  <a:lnTo>
                    <a:pt x="8484" y="321"/>
                  </a:lnTo>
                  <a:lnTo>
                    <a:pt x="8123" y="221"/>
                  </a:lnTo>
                  <a:lnTo>
                    <a:pt x="7742" y="140"/>
                  </a:lnTo>
                  <a:lnTo>
                    <a:pt x="7361" y="80"/>
                  </a:lnTo>
                  <a:lnTo>
                    <a:pt x="6980" y="40"/>
                  </a:lnTo>
                  <a:lnTo>
                    <a:pt x="6578" y="20"/>
                  </a:lnTo>
                  <a:lnTo>
                    <a:pt x="619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8" name="Google Shape;7238;p34"/>
            <p:cNvSpPr/>
            <p:nvPr/>
          </p:nvSpPr>
          <p:spPr>
            <a:xfrm>
              <a:off x="10290200" y="5028575"/>
              <a:ext cx="1525" cy="525"/>
            </a:xfrm>
            <a:custGeom>
              <a:avLst/>
              <a:gdLst/>
              <a:ahLst/>
              <a:cxnLst/>
              <a:rect l="l" t="t" r="r" b="b"/>
              <a:pathLst>
                <a:path w="61" h="21" extrusionOk="0">
                  <a:moveTo>
                    <a:pt x="0" y="0"/>
                  </a:moveTo>
                  <a:lnTo>
                    <a:pt x="61" y="20"/>
                  </a:lnTo>
                  <a:lnTo>
                    <a:pt x="41" y="0"/>
                  </a:lnTo>
                  <a:close/>
                </a:path>
              </a:pathLst>
            </a:custGeom>
            <a:solidFill>
              <a:srgbClr val="DEDAD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9" name="Google Shape;7239;p34"/>
            <p:cNvSpPr/>
            <p:nvPr/>
          </p:nvSpPr>
          <p:spPr>
            <a:xfrm>
              <a:off x="10290200" y="5028575"/>
              <a:ext cx="1525" cy="525"/>
            </a:xfrm>
            <a:custGeom>
              <a:avLst/>
              <a:gdLst/>
              <a:ahLst/>
              <a:cxnLst/>
              <a:rect l="l" t="t" r="r" b="b"/>
              <a:pathLst>
                <a:path w="61" h="21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61" y="20"/>
                  </a:lnTo>
                  <a:lnTo>
                    <a:pt x="61" y="20"/>
                  </a:lnTo>
                  <a:lnTo>
                    <a:pt x="41" y="0"/>
                  </a:lnTo>
                  <a:lnTo>
                    <a:pt x="41" y="0"/>
                  </a:lnTo>
                  <a:lnTo>
                    <a:pt x="41" y="0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0" name="Google Shape;7240;p34"/>
            <p:cNvSpPr/>
            <p:nvPr/>
          </p:nvSpPr>
          <p:spPr>
            <a:xfrm>
              <a:off x="10217500" y="4514175"/>
              <a:ext cx="54675" cy="468800"/>
            </a:xfrm>
            <a:custGeom>
              <a:avLst/>
              <a:gdLst/>
              <a:ahLst/>
              <a:cxnLst/>
              <a:rect l="l" t="t" r="r" b="b"/>
              <a:pathLst>
                <a:path w="2187" h="18752" extrusionOk="0">
                  <a:moveTo>
                    <a:pt x="1" y="0"/>
                  </a:moveTo>
                  <a:lnTo>
                    <a:pt x="321" y="461"/>
                  </a:lnTo>
                  <a:lnTo>
                    <a:pt x="622" y="963"/>
                  </a:lnTo>
                  <a:lnTo>
                    <a:pt x="883" y="1484"/>
                  </a:lnTo>
                  <a:lnTo>
                    <a:pt x="1124" y="2026"/>
                  </a:lnTo>
                  <a:lnTo>
                    <a:pt x="1324" y="2567"/>
                  </a:lnTo>
                  <a:lnTo>
                    <a:pt x="1505" y="3149"/>
                  </a:lnTo>
                  <a:lnTo>
                    <a:pt x="1645" y="3730"/>
                  </a:lnTo>
                  <a:lnTo>
                    <a:pt x="1745" y="4332"/>
                  </a:lnTo>
                  <a:lnTo>
                    <a:pt x="1846" y="4934"/>
                  </a:lnTo>
                  <a:lnTo>
                    <a:pt x="1906" y="5535"/>
                  </a:lnTo>
                  <a:lnTo>
                    <a:pt x="1926" y="6137"/>
                  </a:lnTo>
                  <a:lnTo>
                    <a:pt x="1946" y="6758"/>
                  </a:lnTo>
                  <a:lnTo>
                    <a:pt x="1926" y="7360"/>
                  </a:lnTo>
                  <a:lnTo>
                    <a:pt x="1886" y="7962"/>
                  </a:lnTo>
                  <a:lnTo>
                    <a:pt x="1825" y="8543"/>
                  </a:lnTo>
                  <a:lnTo>
                    <a:pt x="1745" y="9125"/>
                  </a:lnTo>
                  <a:lnTo>
                    <a:pt x="1505" y="12975"/>
                  </a:lnTo>
                  <a:lnTo>
                    <a:pt x="1424" y="14098"/>
                  </a:lnTo>
                  <a:lnTo>
                    <a:pt x="1344" y="15222"/>
                  </a:lnTo>
                  <a:lnTo>
                    <a:pt x="1344" y="15783"/>
                  </a:lnTo>
                  <a:lnTo>
                    <a:pt x="1344" y="16345"/>
                  </a:lnTo>
                  <a:lnTo>
                    <a:pt x="1364" y="16906"/>
                  </a:lnTo>
                  <a:lnTo>
                    <a:pt x="1424" y="17468"/>
                  </a:lnTo>
                  <a:lnTo>
                    <a:pt x="1464" y="17809"/>
                  </a:lnTo>
                  <a:lnTo>
                    <a:pt x="1545" y="18170"/>
                  </a:lnTo>
                  <a:lnTo>
                    <a:pt x="1745" y="18450"/>
                  </a:lnTo>
                  <a:lnTo>
                    <a:pt x="1986" y="18751"/>
                  </a:lnTo>
                  <a:lnTo>
                    <a:pt x="1906" y="18410"/>
                  </a:lnTo>
                  <a:lnTo>
                    <a:pt x="1846" y="18089"/>
                  </a:lnTo>
                  <a:lnTo>
                    <a:pt x="1785" y="17748"/>
                  </a:lnTo>
                  <a:lnTo>
                    <a:pt x="1745" y="17407"/>
                  </a:lnTo>
                  <a:lnTo>
                    <a:pt x="1685" y="16726"/>
                  </a:lnTo>
                  <a:lnTo>
                    <a:pt x="1645" y="16024"/>
                  </a:lnTo>
                  <a:lnTo>
                    <a:pt x="1665" y="15322"/>
                  </a:lnTo>
                  <a:lnTo>
                    <a:pt x="1685" y="14640"/>
                  </a:lnTo>
                  <a:lnTo>
                    <a:pt x="1765" y="13336"/>
                  </a:lnTo>
                  <a:lnTo>
                    <a:pt x="1846" y="12213"/>
                  </a:lnTo>
                  <a:lnTo>
                    <a:pt x="1946" y="11070"/>
                  </a:lnTo>
                  <a:lnTo>
                    <a:pt x="2046" y="9927"/>
                  </a:lnTo>
                  <a:lnTo>
                    <a:pt x="2126" y="8784"/>
                  </a:lnTo>
                  <a:lnTo>
                    <a:pt x="2186" y="7641"/>
                  </a:lnTo>
                  <a:lnTo>
                    <a:pt x="2186" y="7079"/>
                  </a:lnTo>
                  <a:lnTo>
                    <a:pt x="2186" y="6498"/>
                  </a:lnTo>
                  <a:lnTo>
                    <a:pt x="2166" y="5936"/>
                  </a:lnTo>
                  <a:lnTo>
                    <a:pt x="2126" y="5375"/>
                  </a:lnTo>
                  <a:lnTo>
                    <a:pt x="2066" y="4813"/>
                  </a:lnTo>
                  <a:lnTo>
                    <a:pt x="1986" y="4252"/>
                  </a:lnTo>
                  <a:lnTo>
                    <a:pt x="1866" y="3670"/>
                  </a:lnTo>
                  <a:lnTo>
                    <a:pt x="1725" y="3089"/>
                  </a:lnTo>
                  <a:lnTo>
                    <a:pt x="1525" y="2527"/>
                  </a:lnTo>
                  <a:lnTo>
                    <a:pt x="1304" y="1965"/>
                  </a:lnTo>
                  <a:lnTo>
                    <a:pt x="1043" y="1444"/>
                  </a:lnTo>
                  <a:lnTo>
                    <a:pt x="883" y="1183"/>
                  </a:lnTo>
                  <a:lnTo>
                    <a:pt x="722" y="923"/>
                  </a:lnTo>
                  <a:lnTo>
                    <a:pt x="562" y="682"/>
                  </a:lnTo>
                  <a:lnTo>
                    <a:pt x="382" y="441"/>
                  </a:lnTo>
                  <a:lnTo>
                    <a:pt x="201" y="22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1" name="Google Shape;7241;p34"/>
            <p:cNvSpPr/>
            <p:nvPr/>
          </p:nvSpPr>
          <p:spPr>
            <a:xfrm>
              <a:off x="10289700" y="50285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fill="none" extrusionOk="0">
                  <a:moveTo>
                    <a:pt x="2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61" y="0"/>
                  </a:lnTo>
                  <a:lnTo>
                    <a:pt x="61" y="0"/>
                  </a:lnTo>
                  <a:lnTo>
                    <a:pt x="61" y="0"/>
                  </a:lnTo>
                  <a:lnTo>
                    <a:pt x="61" y="0"/>
                  </a:lnTo>
                  <a:lnTo>
                    <a:pt x="61" y="0"/>
                  </a:lnTo>
                  <a:lnTo>
                    <a:pt x="2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2" name="Google Shape;7242;p34"/>
            <p:cNvSpPr/>
            <p:nvPr/>
          </p:nvSpPr>
          <p:spPr>
            <a:xfrm>
              <a:off x="10267125" y="4982950"/>
              <a:ext cx="97300" cy="46650"/>
            </a:xfrm>
            <a:custGeom>
              <a:avLst/>
              <a:gdLst/>
              <a:ahLst/>
              <a:cxnLst/>
              <a:rect l="l" t="t" r="r" b="b"/>
              <a:pathLst>
                <a:path w="3892" h="1866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181" y="501"/>
                  </a:lnTo>
                  <a:lnTo>
                    <a:pt x="282" y="742"/>
                  </a:lnTo>
                  <a:lnTo>
                    <a:pt x="402" y="963"/>
                  </a:lnTo>
                  <a:lnTo>
                    <a:pt x="522" y="1203"/>
                  </a:lnTo>
                  <a:lnTo>
                    <a:pt x="663" y="1424"/>
                  </a:lnTo>
                  <a:lnTo>
                    <a:pt x="803" y="1625"/>
                  </a:lnTo>
                  <a:lnTo>
                    <a:pt x="964" y="1825"/>
                  </a:lnTo>
                  <a:lnTo>
                    <a:pt x="964" y="1825"/>
                  </a:lnTo>
                  <a:lnTo>
                    <a:pt x="964" y="1825"/>
                  </a:lnTo>
                  <a:lnTo>
                    <a:pt x="1244" y="1845"/>
                  </a:lnTo>
                  <a:lnTo>
                    <a:pt x="1525" y="1865"/>
                  </a:lnTo>
                  <a:lnTo>
                    <a:pt x="1525" y="1865"/>
                  </a:lnTo>
                  <a:lnTo>
                    <a:pt x="1826" y="1845"/>
                  </a:lnTo>
                  <a:lnTo>
                    <a:pt x="2127" y="1825"/>
                  </a:lnTo>
                  <a:lnTo>
                    <a:pt x="2428" y="1765"/>
                  </a:lnTo>
                  <a:lnTo>
                    <a:pt x="2728" y="1705"/>
                  </a:lnTo>
                  <a:lnTo>
                    <a:pt x="3029" y="1625"/>
                  </a:lnTo>
                  <a:lnTo>
                    <a:pt x="3310" y="1524"/>
                  </a:lnTo>
                  <a:lnTo>
                    <a:pt x="3611" y="1384"/>
                  </a:lnTo>
                  <a:lnTo>
                    <a:pt x="3891" y="1243"/>
                  </a:lnTo>
                  <a:lnTo>
                    <a:pt x="3891" y="1243"/>
                  </a:lnTo>
                  <a:lnTo>
                    <a:pt x="3470" y="1304"/>
                  </a:lnTo>
                  <a:lnTo>
                    <a:pt x="3029" y="1324"/>
                  </a:lnTo>
                  <a:lnTo>
                    <a:pt x="3029" y="1324"/>
                  </a:lnTo>
                  <a:lnTo>
                    <a:pt x="2668" y="1304"/>
                  </a:lnTo>
                  <a:lnTo>
                    <a:pt x="2287" y="1264"/>
                  </a:lnTo>
                  <a:lnTo>
                    <a:pt x="1926" y="1183"/>
                  </a:lnTo>
                  <a:lnTo>
                    <a:pt x="1565" y="1063"/>
                  </a:lnTo>
                  <a:lnTo>
                    <a:pt x="1204" y="903"/>
                  </a:lnTo>
                  <a:lnTo>
                    <a:pt x="843" y="702"/>
                  </a:lnTo>
                  <a:lnTo>
                    <a:pt x="522" y="441"/>
                  </a:lnTo>
                  <a:lnTo>
                    <a:pt x="181" y="161"/>
                  </a:lnTo>
                  <a:lnTo>
                    <a:pt x="181" y="161"/>
                  </a:lnTo>
                  <a:lnTo>
                    <a:pt x="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3" name="Google Shape;7243;p34"/>
            <p:cNvSpPr/>
            <p:nvPr/>
          </p:nvSpPr>
          <p:spPr>
            <a:xfrm>
              <a:off x="10048050" y="4477075"/>
              <a:ext cx="229650" cy="544500"/>
            </a:xfrm>
            <a:custGeom>
              <a:avLst/>
              <a:gdLst/>
              <a:ahLst/>
              <a:cxnLst/>
              <a:rect l="l" t="t" r="r" b="b"/>
              <a:pathLst>
                <a:path w="9186" h="21780" fill="none" extrusionOk="0">
                  <a:moveTo>
                    <a:pt x="2467" y="0"/>
                  </a:moveTo>
                  <a:lnTo>
                    <a:pt x="2467" y="0"/>
                  </a:lnTo>
                  <a:lnTo>
                    <a:pt x="1845" y="20"/>
                  </a:lnTo>
                  <a:lnTo>
                    <a:pt x="1243" y="80"/>
                  </a:lnTo>
                  <a:lnTo>
                    <a:pt x="622" y="201"/>
                  </a:lnTo>
                  <a:lnTo>
                    <a:pt x="0" y="341"/>
                  </a:lnTo>
                  <a:lnTo>
                    <a:pt x="0" y="341"/>
                  </a:lnTo>
                  <a:lnTo>
                    <a:pt x="381" y="301"/>
                  </a:lnTo>
                  <a:lnTo>
                    <a:pt x="742" y="301"/>
                  </a:lnTo>
                  <a:lnTo>
                    <a:pt x="742" y="301"/>
                  </a:lnTo>
                  <a:lnTo>
                    <a:pt x="1143" y="301"/>
                  </a:lnTo>
                  <a:lnTo>
                    <a:pt x="1544" y="341"/>
                  </a:lnTo>
                  <a:lnTo>
                    <a:pt x="1925" y="401"/>
                  </a:lnTo>
                  <a:lnTo>
                    <a:pt x="2326" y="481"/>
                  </a:lnTo>
                  <a:lnTo>
                    <a:pt x="2326" y="481"/>
                  </a:lnTo>
                  <a:lnTo>
                    <a:pt x="2768" y="622"/>
                  </a:lnTo>
                  <a:lnTo>
                    <a:pt x="3209" y="782"/>
                  </a:lnTo>
                  <a:lnTo>
                    <a:pt x="3610" y="963"/>
                  </a:lnTo>
                  <a:lnTo>
                    <a:pt x="3991" y="1183"/>
                  </a:lnTo>
                  <a:lnTo>
                    <a:pt x="4372" y="1404"/>
                  </a:lnTo>
                  <a:lnTo>
                    <a:pt x="4713" y="1685"/>
                  </a:lnTo>
                  <a:lnTo>
                    <a:pt x="5034" y="1965"/>
                  </a:lnTo>
                  <a:lnTo>
                    <a:pt x="5335" y="2286"/>
                  </a:lnTo>
                  <a:lnTo>
                    <a:pt x="5615" y="2607"/>
                  </a:lnTo>
                  <a:lnTo>
                    <a:pt x="5876" y="2968"/>
                  </a:lnTo>
                  <a:lnTo>
                    <a:pt x="6117" y="3329"/>
                  </a:lnTo>
                  <a:lnTo>
                    <a:pt x="6317" y="3730"/>
                  </a:lnTo>
                  <a:lnTo>
                    <a:pt x="6518" y="4131"/>
                  </a:lnTo>
                  <a:lnTo>
                    <a:pt x="6678" y="4552"/>
                  </a:lnTo>
                  <a:lnTo>
                    <a:pt x="6819" y="4974"/>
                  </a:lnTo>
                  <a:lnTo>
                    <a:pt x="6919" y="5435"/>
                  </a:lnTo>
                  <a:lnTo>
                    <a:pt x="6919" y="5435"/>
                  </a:lnTo>
                  <a:lnTo>
                    <a:pt x="7039" y="6036"/>
                  </a:lnTo>
                  <a:lnTo>
                    <a:pt x="7140" y="6638"/>
                  </a:lnTo>
                  <a:lnTo>
                    <a:pt x="7200" y="7240"/>
                  </a:lnTo>
                  <a:lnTo>
                    <a:pt x="7260" y="7841"/>
                  </a:lnTo>
                  <a:lnTo>
                    <a:pt x="7280" y="8443"/>
                  </a:lnTo>
                  <a:lnTo>
                    <a:pt x="7280" y="9045"/>
                  </a:lnTo>
                  <a:lnTo>
                    <a:pt x="7280" y="9666"/>
                  </a:lnTo>
                  <a:lnTo>
                    <a:pt x="7260" y="10268"/>
                  </a:lnTo>
                  <a:lnTo>
                    <a:pt x="7200" y="11491"/>
                  </a:lnTo>
                  <a:lnTo>
                    <a:pt x="7119" y="12715"/>
                  </a:lnTo>
                  <a:lnTo>
                    <a:pt x="7059" y="13918"/>
                  </a:lnTo>
                  <a:lnTo>
                    <a:pt x="7019" y="15141"/>
                  </a:lnTo>
                  <a:lnTo>
                    <a:pt x="7019" y="15141"/>
                  </a:lnTo>
                  <a:lnTo>
                    <a:pt x="7019" y="16044"/>
                  </a:lnTo>
                  <a:lnTo>
                    <a:pt x="7039" y="16505"/>
                  </a:lnTo>
                  <a:lnTo>
                    <a:pt x="7079" y="16986"/>
                  </a:lnTo>
                  <a:lnTo>
                    <a:pt x="7119" y="17468"/>
                  </a:lnTo>
                  <a:lnTo>
                    <a:pt x="7180" y="17949"/>
                  </a:lnTo>
                  <a:lnTo>
                    <a:pt x="7280" y="18410"/>
                  </a:lnTo>
                  <a:lnTo>
                    <a:pt x="7380" y="18871"/>
                  </a:lnTo>
                  <a:lnTo>
                    <a:pt x="7500" y="19313"/>
                  </a:lnTo>
                  <a:lnTo>
                    <a:pt x="7661" y="19754"/>
                  </a:lnTo>
                  <a:lnTo>
                    <a:pt x="7841" y="20155"/>
                  </a:lnTo>
                  <a:lnTo>
                    <a:pt x="8042" y="20556"/>
                  </a:lnTo>
                  <a:lnTo>
                    <a:pt x="8283" y="20917"/>
                  </a:lnTo>
                  <a:lnTo>
                    <a:pt x="8543" y="21238"/>
                  </a:lnTo>
                  <a:lnTo>
                    <a:pt x="8704" y="21398"/>
                  </a:lnTo>
                  <a:lnTo>
                    <a:pt x="8844" y="21539"/>
                  </a:lnTo>
                  <a:lnTo>
                    <a:pt x="9005" y="21659"/>
                  </a:lnTo>
                  <a:lnTo>
                    <a:pt x="9185" y="21779"/>
                  </a:lnTo>
                  <a:lnTo>
                    <a:pt x="9185" y="21779"/>
                  </a:lnTo>
                  <a:lnTo>
                    <a:pt x="9045" y="21539"/>
                  </a:lnTo>
                  <a:lnTo>
                    <a:pt x="8904" y="21278"/>
                  </a:lnTo>
                  <a:lnTo>
                    <a:pt x="8764" y="21017"/>
                  </a:lnTo>
                  <a:lnTo>
                    <a:pt x="8664" y="20757"/>
                  </a:lnTo>
                  <a:lnTo>
                    <a:pt x="8543" y="20476"/>
                  </a:lnTo>
                  <a:lnTo>
                    <a:pt x="8463" y="20215"/>
                  </a:lnTo>
                  <a:lnTo>
                    <a:pt x="8323" y="19654"/>
                  </a:lnTo>
                  <a:lnTo>
                    <a:pt x="8323" y="19654"/>
                  </a:lnTo>
                  <a:lnTo>
                    <a:pt x="8182" y="19433"/>
                  </a:lnTo>
                  <a:lnTo>
                    <a:pt x="8042" y="19192"/>
                  </a:lnTo>
                  <a:lnTo>
                    <a:pt x="7942" y="18972"/>
                  </a:lnTo>
                  <a:lnTo>
                    <a:pt x="7841" y="18731"/>
                  </a:lnTo>
                  <a:lnTo>
                    <a:pt x="7761" y="18490"/>
                  </a:lnTo>
                  <a:lnTo>
                    <a:pt x="7681" y="18230"/>
                  </a:lnTo>
                  <a:lnTo>
                    <a:pt x="7621" y="17989"/>
                  </a:lnTo>
                  <a:lnTo>
                    <a:pt x="7581" y="17728"/>
                  </a:lnTo>
                  <a:lnTo>
                    <a:pt x="7521" y="17227"/>
                  </a:lnTo>
                  <a:lnTo>
                    <a:pt x="7500" y="16685"/>
                  </a:lnTo>
                  <a:lnTo>
                    <a:pt x="7521" y="16164"/>
                  </a:lnTo>
                  <a:lnTo>
                    <a:pt x="7561" y="15623"/>
                  </a:lnTo>
                  <a:lnTo>
                    <a:pt x="7621" y="15081"/>
                  </a:lnTo>
                  <a:lnTo>
                    <a:pt x="7701" y="14540"/>
                  </a:lnTo>
                  <a:lnTo>
                    <a:pt x="7801" y="13998"/>
                  </a:lnTo>
                  <a:lnTo>
                    <a:pt x="7922" y="13477"/>
                  </a:lnTo>
                  <a:lnTo>
                    <a:pt x="8162" y="12434"/>
                  </a:lnTo>
                  <a:lnTo>
                    <a:pt x="8383" y="11451"/>
                  </a:lnTo>
                  <a:lnTo>
                    <a:pt x="8383" y="11451"/>
                  </a:lnTo>
                  <a:lnTo>
                    <a:pt x="8523" y="10609"/>
                  </a:lnTo>
                  <a:lnTo>
                    <a:pt x="8523" y="10609"/>
                  </a:lnTo>
                  <a:lnTo>
                    <a:pt x="8563" y="9947"/>
                  </a:lnTo>
                  <a:lnTo>
                    <a:pt x="8563" y="9947"/>
                  </a:lnTo>
                  <a:lnTo>
                    <a:pt x="8624" y="8804"/>
                  </a:lnTo>
                  <a:lnTo>
                    <a:pt x="8624" y="8222"/>
                  </a:lnTo>
                  <a:lnTo>
                    <a:pt x="8624" y="7641"/>
                  </a:lnTo>
                  <a:lnTo>
                    <a:pt x="8603" y="7059"/>
                  </a:lnTo>
                  <a:lnTo>
                    <a:pt x="8543" y="6478"/>
                  </a:lnTo>
                  <a:lnTo>
                    <a:pt x="8483" y="5896"/>
                  </a:lnTo>
                  <a:lnTo>
                    <a:pt x="8383" y="5315"/>
                  </a:lnTo>
                  <a:lnTo>
                    <a:pt x="8242" y="4753"/>
                  </a:lnTo>
                  <a:lnTo>
                    <a:pt x="8082" y="4191"/>
                  </a:lnTo>
                  <a:lnTo>
                    <a:pt x="7882" y="3670"/>
                  </a:lnTo>
                  <a:lnTo>
                    <a:pt x="7641" y="3149"/>
                  </a:lnTo>
                  <a:lnTo>
                    <a:pt x="7500" y="2908"/>
                  </a:lnTo>
                  <a:lnTo>
                    <a:pt x="7360" y="2647"/>
                  </a:lnTo>
                  <a:lnTo>
                    <a:pt x="7200" y="2427"/>
                  </a:lnTo>
                  <a:lnTo>
                    <a:pt x="7019" y="2186"/>
                  </a:lnTo>
                  <a:lnTo>
                    <a:pt x="6839" y="1965"/>
                  </a:lnTo>
                  <a:lnTo>
                    <a:pt x="6638" y="1745"/>
                  </a:lnTo>
                  <a:lnTo>
                    <a:pt x="6438" y="1524"/>
                  </a:lnTo>
                  <a:lnTo>
                    <a:pt x="6217" y="1324"/>
                  </a:lnTo>
                  <a:lnTo>
                    <a:pt x="6217" y="1324"/>
                  </a:lnTo>
                  <a:lnTo>
                    <a:pt x="5996" y="1163"/>
                  </a:lnTo>
                  <a:lnTo>
                    <a:pt x="5776" y="983"/>
                  </a:lnTo>
                  <a:lnTo>
                    <a:pt x="5555" y="842"/>
                  </a:lnTo>
                  <a:lnTo>
                    <a:pt x="5335" y="702"/>
                  </a:lnTo>
                  <a:lnTo>
                    <a:pt x="5114" y="582"/>
                  </a:lnTo>
                  <a:lnTo>
                    <a:pt x="4873" y="481"/>
                  </a:lnTo>
                  <a:lnTo>
                    <a:pt x="4653" y="381"/>
                  </a:lnTo>
                  <a:lnTo>
                    <a:pt x="4412" y="301"/>
                  </a:lnTo>
                  <a:lnTo>
                    <a:pt x="3931" y="161"/>
                  </a:lnTo>
                  <a:lnTo>
                    <a:pt x="3449" y="60"/>
                  </a:lnTo>
                  <a:lnTo>
                    <a:pt x="2948" y="0"/>
                  </a:lnTo>
                  <a:lnTo>
                    <a:pt x="2467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4" name="Google Shape;7244;p34"/>
            <p:cNvSpPr/>
            <p:nvPr/>
          </p:nvSpPr>
          <p:spPr>
            <a:xfrm>
              <a:off x="9994400" y="4450500"/>
              <a:ext cx="223125" cy="63700"/>
            </a:xfrm>
            <a:custGeom>
              <a:avLst/>
              <a:gdLst/>
              <a:ahLst/>
              <a:cxnLst/>
              <a:rect l="l" t="t" r="r" b="b"/>
              <a:pathLst>
                <a:path w="8925" h="2548" fill="none" extrusionOk="0">
                  <a:moveTo>
                    <a:pt x="3570" y="0"/>
                  </a:moveTo>
                  <a:lnTo>
                    <a:pt x="3570" y="0"/>
                  </a:lnTo>
                  <a:lnTo>
                    <a:pt x="3109" y="20"/>
                  </a:lnTo>
                  <a:lnTo>
                    <a:pt x="2647" y="60"/>
                  </a:lnTo>
                  <a:lnTo>
                    <a:pt x="2206" y="121"/>
                  </a:lnTo>
                  <a:lnTo>
                    <a:pt x="1745" y="221"/>
                  </a:lnTo>
                  <a:lnTo>
                    <a:pt x="1304" y="321"/>
                  </a:lnTo>
                  <a:lnTo>
                    <a:pt x="863" y="461"/>
                  </a:lnTo>
                  <a:lnTo>
                    <a:pt x="421" y="602"/>
                  </a:lnTo>
                  <a:lnTo>
                    <a:pt x="0" y="782"/>
                  </a:lnTo>
                  <a:lnTo>
                    <a:pt x="0" y="782"/>
                  </a:lnTo>
                  <a:lnTo>
                    <a:pt x="201" y="943"/>
                  </a:lnTo>
                  <a:lnTo>
                    <a:pt x="381" y="1123"/>
                  </a:lnTo>
                  <a:lnTo>
                    <a:pt x="562" y="1344"/>
                  </a:lnTo>
                  <a:lnTo>
                    <a:pt x="742" y="1564"/>
                  </a:lnTo>
                  <a:lnTo>
                    <a:pt x="742" y="1564"/>
                  </a:lnTo>
                  <a:lnTo>
                    <a:pt x="1183" y="1384"/>
                  </a:lnTo>
                  <a:lnTo>
                    <a:pt x="1645" y="1244"/>
                  </a:lnTo>
                  <a:lnTo>
                    <a:pt x="2106" y="1103"/>
                  </a:lnTo>
                  <a:lnTo>
                    <a:pt x="2567" y="983"/>
                  </a:lnTo>
                  <a:lnTo>
                    <a:pt x="3029" y="883"/>
                  </a:lnTo>
                  <a:lnTo>
                    <a:pt x="3510" y="822"/>
                  </a:lnTo>
                  <a:lnTo>
                    <a:pt x="3971" y="782"/>
                  </a:lnTo>
                  <a:lnTo>
                    <a:pt x="4452" y="762"/>
                  </a:lnTo>
                  <a:lnTo>
                    <a:pt x="4452" y="762"/>
                  </a:lnTo>
                  <a:lnTo>
                    <a:pt x="4793" y="782"/>
                  </a:lnTo>
                  <a:lnTo>
                    <a:pt x="5154" y="802"/>
                  </a:lnTo>
                  <a:lnTo>
                    <a:pt x="5495" y="842"/>
                  </a:lnTo>
                  <a:lnTo>
                    <a:pt x="5836" y="903"/>
                  </a:lnTo>
                  <a:lnTo>
                    <a:pt x="6177" y="983"/>
                  </a:lnTo>
                  <a:lnTo>
                    <a:pt x="6518" y="1083"/>
                  </a:lnTo>
                  <a:lnTo>
                    <a:pt x="6859" y="1183"/>
                  </a:lnTo>
                  <a:lnTo>
                    <a:pt x="7180" y="1324"/>
                  </a:lnTo>
                  <a:lnTo>
                    <a:pt x="7180" y="1324"/>
                  </a:lnTo>
                  <a:lnTo>
                    <a:pt x="7440" y="1444"/>
                  </a:lnTo>
                  <a:lnTo>
                    <a:pt x="7681" y="1584"/>
                  </a:lnTo>
                  <a:lnTo>
                    <a:pt x="7902" y="1705"/>
                  </a:lnTo>
                  <a:lnTo>
                    <a:pt x="8122" y="1865"/>
                  </a:lnTo>
                  <a:lnTo>
                    <a:pt x="8343" y="2026"/>
                  </a:lnTo>
                  <a:lnTo>
                    <a:pt x="8543" y="2186"/>
                  </a:lnTo>
                  <a:lnTo>
                    <a:pt x="8925" y="2547"/>
                  </a:lnTo>
                  <a:lnTo>
                    <a:pt x="8925" y="2547"/>
                  </a:lnTo>
                  <a:lnTo>
                    <a:pt x="8564" y="2126"/>
                  </a:lnTo>
                  <a:lnTo>
                    <a:pt x="8183" y="1745"/>
                  </a:lnTo>
                  <a:lnTo>
                    <a:pt x="7962" y="1564"/>
                  </a:lnTo>
                  <a:lnTo>
                    <a:pt x="7761" y="1384"/>
                  </a:lnTo>
                  <a:lnTo>
                    <a:pt x="7521" y="1224"/>
                  </a:lnTo>
                  <a:lnTo>
                    <a:pt x="7300" y="1063"/>
                  </a:lnTo>
                  <a:lnTo>
                    <a:pt x="7059" y="903"/>
                  </a:lnTo>
                  <a:lnTo>
                    <a:pt x="6799" y="782"/>
                  </a:lnTo>
                  <a:lnTo>
                    <a:pt x="6538" y="642"/>
                  </a:lnTo>
                  <a:lnTo>
                    <a:pt x="6257" y="522"/>
                  </a:lnTo>
                  <a:lnTo>
                    <a:pt x="5977" y="421"/>
                  </a:lnTo>
                  <a:lnTo>
                    <a:pt x="5696" y="321"/>
                  </a:lnTo>
                  <a:lnTo>
                    <a:pt x="5395" y="241"/>
                  </a:lnTo>
                  <a:lnTo>
                    <a:pt x="5074" y="161"/>
                  </a:lnTo>
                  <a:lnTo>
                    <a:pt x="5074" y="161"/>
                  </a:lnTo>
                  <a:lnTo>
                    <a:pt x="4693" y="100"/>
                  </a:lnTo>
                  <a:lnTo>
                    <a:pt x="4332" y="40"/>
                  </a:lnTo>
                  <a:lnTo>
                    <a:pt x="3951" y="20"/>
                  </a:lnTo>
                  <a:lnTo>
                    <a:pt x="357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5" name="Google Shape;7245;p34"/>
            <p:cNvSpPr/>
            <p:nvPr/>
          </p:nvSpPr>
          <p:spPr>
            <a:xfrm>
              <a:off x="10012950" y="4469550"/>
              <a:ext cx="278275" cy="559050"/>
            </a:xfrm>
            <a:custGeom>
              <a:avLst/>
              <a:gdLst/>
              <a:ahLst/>
              <a:cxnLst/>
              <a:rect l="l" t="t" r="r" b="b"/>
              <a:pathLst>
                <a:path w="11131" h="22362" extrusionOk="0">
                  <a:moveTo>
                    <a:pt x="3710" y="0"/>
                  </a:moveTo>
                  <a:lnTo>
                    <a:pt x="3229" y="20"/>
                  </a:lnTo>
                  <a:lnTo>
                    <a:pt x="2768" y="60"/>
                  </a:lnTo>
                  <a:lnTo>
                    <a:pt x="2287" y="121"/>
                  </a:lnTo>
                  <a:lnTo>
                    <a:pt x="1825" y="221"/>
                  </a:lnTo>
                  <a:lnTo>
                    <a:pt x="1364" y="341"/>
                  </a:lnTo>
                  <a:lnTo>
                    <a:pt x="903" y="482"/>
                  </a:lnTo>
                  <a:lnTo>
                    <a:pt x="441" y="622"/>
                  </a:lnTo>
                  <a:lnTo>
                    <a:pt x="0" y="802"/>
                  </a:lnTo>
                  <a:lnTo>
                    <a:pt x="161" y="1043"/>
                  </a:lnTo>
                  <a:lnTo>
                    <a:pt x="301" y="1284"/>
                  </a:lnTo>
                  <a:lnTo>
                    <a:pt x="762" y="1183"/>
                  </a:lnTo>
                  <a:lnTo>
                    <a:pt x="1244" y="1103"/>
                  </a:lnTo>
                  <a:lnTo>
                    <a:pt x="1705" y="1043"/>
                  </a:lnTo>
                  <a:lnTo>
                    <a:pt x="2166" y="1023"/>
                  </a:lnTo>
                  <a:lnTo>
                    <a:pt x="2587" y="1043"/>
                  </a:lnTo>
                  <a:lnTo>
                    <a:pt x="3008" y="1083"/>
                  </a:lnTo>
                  <a:lnTo>
                    <a:pt x="3430" y="1163"/>
                  </a:lnTo>
                  <a:lnTo>
                    <a:pt x="3851" y="1264"/>
                  </a:lnTo>
                  <a:lnTo>
                    <a:pt x="4252" y="1404"/>
                  </a:lnTo>
                  <a:lnTo>
                    <a:pt x="4673" y="1585"/>
                  </a:lnTo>
                  <a:lnTo>
                    <a:pt x="5074" y="1785"/>
                  </a:lnTo>
                  <a:lnTo>
                    <a:pt x="5475" y="2026"/>
                  </a:lnTo>
                  <a:lnTo>
                    <a:pt x="5736" y="2226"/>
                  </a:lnTo>
                  <a:lnTo>
                    <a:pt x="5977" y="2427"/>
                  </a:lnTo>
                  <a:lnTo>
                    <a:pt x="6217" y="2627"/>
                  </a:lnTo>
                  <a:lnTo>
                    <a:pt x="6438" y="2848"/>
                  </a:lnTo>
                  <a:lnTo>
                    <a:pt x="6638" y="3089"/>
                  </a:lnTo>
                  <a:lnTo>
                    <a:pt x="6819" y="3329"/>
                  </a:lnTo>
                  <a:lnTo>
                    <a:pt x="6979" y="3570"/>
                  </a:lnTo>
                  <a:lnTo>
                    <a:pt x="7140" y="3831"/>
                  </a:lnTo>
                  <a:lnTo>
                    <a:pt x="7280" y="4091"/>
                  </a:lnTo>
                  <a:lnTo>
                    <a:pt x="7420" y="4372"/>
                  </a:lnTo>
                  <a:lnTo>
                    <a:pt x="7541" y="4653"/>
                  </a:lnTo>
                  <a:lnTo>
                    <a:pt x="7641" y="4934"/>
                  </a:lnTo>
                  <a:lnTo>
                    <a:pt x="7822" y="5515"/>
                  </a:lnTo>
                  <a:lnTo>
                    <a:pt x="7982" y="6137"/>
                  </a:lnTo>
                  <a:lnTo>
                    <a:pt x="8082" y="6759"/>
                  </a:lnTo>
                  <a:lnTo>
                    <a:pt x="8162" y="7380"/>
                  </a:lnTo>
                  <a:lnTo>
                    <a:pt x="8203" y="8022"/>
                  </a:lnTo>
                  <a:lnTo>
                    <a:pt x="8243" y="8644"/>
                  </a:lnTo>
                  <a:lnTo>
                    <a:pt x="8243" y="9286"/>
                  </a:lnTo>
                  <a:lnTo>
                    <a:pt x="8243" y="9907"/>
                  </a:lnTo>
                  <a:lnTo>
                    <a:pt x="8203" y="11110"/>
                  </a:lnTo>
                  <a:lnTo>
                    <a:pt x="8142" y="12193"/>
                  </a:lnTo>
                  <a:lnTo>
                    <a:pt x="8062" y="13316"/>
                  </a:lnTo>
                  <a:lnTo>
                    <a:pt x="7982" y="14460"/>
                  </a:lnTo>
                  <a:lnTo>
                    <a:pt x="7942" y="15603"/>
                  </a:lnTo>
                  <a:lnTo>
                    <a:pt x="7942" y="16164"/>
                  </a:lnTo>
                  <a:lnTo>
                    <a:pt x="7942" y="16726"/>
                  </a:lnTo>
                  <a:lnTo>
                    <a:pt x="7982" y="17287"/>
                  </a:lnTo>
                  <a:lnTo>
                    <a:pt x="8022" y="17849"/>
                  </a:lnTo>
                  <a:lnTo>
                    <a:pt x="8102" y="18410"/>
                  </a:lnTo>
                  <a:lnTo>
                    <a:pt x="8223" y="18952"/>
                  </a:lnTo>
                  <a:lnTo>
                    <a:pt x="8363" y="19493"/>
                  </a:lnTo>
                  <a:lnTo>
                    <a:pt x="8523" y="20015"/>
                  </a:lnTo>
                  <a:lnTo>
                    <a:pt x="8644" y="20275"/>
                  </a:lnTo>
                  <a:lnTo>
                    <a:pt x="8764" y="20556"/>
                  </a:lnTo>
                  <a:lnTo>
                    <a:pt x="8904" y="20837"/>
                  </a:lnTo>
                  <a:lnTo>
                    <a:pt x="9085" y="21098"/>
                  </a:lnTo>
                  <a:lnTo>
                    <a:pt x="9265" y="21358"/>
                  </a:lnTo>
                  <a:lnTo>
                    <a:pt x="9466" y="21619"/>
                  </a:lnTo>
                  <a:lnTo>
                    <a:pt x="9667" y="21860"/>
                  </a:lnTo>
                  <a:lnTo>
                    <a:pt x="9907" y="22080"/>
                  </a:lnTo>
                  <a:lnTo>
                    <a:pt x="10308" y="22201"/>
                  </a:lnTo>
                  <a:lnTo>
                    <a:pt x="10729" y="22301"/>
                  </a:lnTo>
                  <a:lnTo>
                    <a:pt x="10729" y="22301"/>
                  </a:lnTo>
                  <a:lnTo>
                    <a:pt x="10589" y="22100"/>
                  </a:lnTo>
                  <a:lnTo>
                    <a:pt x="10589" y="22100"/>
                  </a:lnTo>
                  <a:lnTo>
                    <a:pt x="10830" y="22241"/>
                  </a:lnTo>
                  <a:lnTo>
                    <a:pt x="11070" y="22361"/>
                  </a:lnTo>
                  <a:lnTo>
                    <a:pt x="11131" y="22361"/>
                  </a:lnTo>
                  <a:lnTo>
                    <a:pt x="10970" y="22161"/>
                  </a:lnTo>
                  <a:lnTo>
                    <a:pt x="10830" y="21960"/>
                  </a:lnTo>
                  <a:lnTo>
                    <a:pt x="10689" y="21739"/>
                  </a:lnTo>
                  <a:lnTo>
                    <a:pt x="10569" y="21499"/>
                  </a:lnTo>
                  <a:lnTo>
                    <a:pt x="10449" y="21278"/>
                  </a:lnTo>
                  <a:lnTo>
                    <a:pt x="10348" y="21037"/>
                  </a:lnTo>
                  <a:lnTo>
                    <a:pt x="10168" y="20536"/>
                  </a:lnTo>
                  <a:lnTo>
                    <a:pt x="9927" y="20235"/>
                  </a:lnTo>
                  <a:lnTo>
                    <a:pt x="9727" y="19955"/>
                  </a:lnTo>
                  <a:lnTo>
                    <a:pt x="9867" y="20516"/>
                  </a:lnTo>
                  <a:lnTo>
                    <a:pt x="9947" y="20777"/>
                  </a:lnTo>
                  <a:lnTo>
                    <a:pt x="10068" y="21058"/>
                  </a:lnTo>
                  <a:lnTo>
                    <a:pt x="10168" y="21318"/>
                  </a:lnTo>
                  <a:lnTo>
                    <a:pt x="10308" y="21579"/>
                  </a:lnTo>
                  <a:lnTo>
                    <a:pt x="10449" y="21840"/>
                  </a:lnTo>
                  <a:lnTo>
                    <a:pt x="10589" y="22080"/>
                  </a:lnTo>
                  <a:lnTo>
                    <a:pt x="10409" y="21960"/>
                  </a:lnTo>
                  <a:lnTo>
                    <a:pt x="10248" y="21840"/>
                  </a:lnTo>
                  <a:lnTo>
                    <a:pt x="10108" y="21699"/>
                  </a:lnTo>
                  <a:lnTo>
                    <a:pt x="9947" y="21539"/>
                  </a:lnTo>
                  <a:lnTo>
                    <a:pt x="9687" y="21218"/>
                  </a:lnTo>
                  <a:lnTo>
                    <a:pt x="9446" y="20857"/>
                  </a:lnTo>
                  <a:lnTo>
                    <a:pt x="9245" y="20456"/>
                  </a:lnTo>
                  <a:lnTo>
                    <a:pt x="9065" y="20055"/>
                  </a:lnTo>
                  <a:lnTo>
                    <a:pt x="8904" y="19614"/>
                  </a:lnTo>
                  <a:lnTo>
                    <a:pt x="8784" y="19172"/>
                  </a:lnTo>
                  <a:lnTo>
                    <a:pt x="8684" y="18711"/>
                  </a:lnTo>
                  <a:lnTo>
                    <a:pt x="8584" y="18250"/>
                  </a:lnTo>
                  <a:lnTo>
                    <a:pt x="8523" y="17769"/>
                  </a:lnTo>
                  <a:lnTo>
                    <a:pt x="8483" y="17287"/>
                  </a:lnTo>
                  <a:lnTo>
                    <a:pt x="8443" y="16806"/>
                  </a:lnTo>
                  <a:lnTo>
                    <a:pt x="8423" y="16345"/>
                  </a:lnTo>
                  <a:lnTo>
                    <a:pt x="8423" y="15442"/>
                  </a:lnTo>
                  <a:lnTo>
                    <a:pt x="8463" y="14219"/>
                  </a:lnTo>
                  <a:lnTo>
                    <a:pt x="8523" y="13016"/>
                  </a:lnTo>
                  <a:lnTo>
                    <a:pt x="8604" y="11792"/>
                  </a:lnTo>
                  <a:lnTo>
                    <a:pt x="8664" y="10569"/>
                  </a:lnTo>
                  <a:lnTo>
                    <a:pt x="8684" y="9967"/>
                  </a:lnTo>
                  <a:lnTo>
                    <a:pt x="8684" y="9346"/>
                  </a:lnTo>
                  <a:lnTo>
                    <a:pt x="8684" y="8744"/>
                  </a:lnTo>
                  <a:lnTo>
                    <a:pt x="8664" y="8142"/>
                  </a:lnTo>
                  <a:lnTo>
                    <a:pt x="8604" y="7541"/>
                  </a:lnTo>
                  <a:lnTo>
                    <a:pt x="8544" y="6939"/>
                  </a:lnTo>
                  <a:lnTo>
                    <a:pt x="8443" y="6337"/>
                  </a:lnTo>
                  <a:lnTo>
                    <a:pt x="8323" y="5736"/>
                  </a:lnTo>
                  <a:lnTo>
                    <a:pt x="8223" y="5275"/>
                  </a:lnTo>
                  <a:lnTo>
                    <a:pt x="8082" y="4853"/>
                  </a:lnTo>
                  <a:lnTo>
                    <a:pt x="7922" y="4432"/>
                  </a:lnTo>
                  <a:lnTo>
                    <a:pt x="7721" y="4031"/>
                  </a:lnTo>
                  <a:lnTo>
                    <a:pt x="7521" y="3630"/>
                  </a:lnTo>
                  <a:lnTo>
                    <a:pt x="7280" y="3269"/>
                  </a:lnTo>
                  <a:lnTo>
                    <a:pt x="7019" y="2908"/>
                  </a:lnTo>
                  <a:lnTo>
                    <a:pt x="6739" y="2587"/>
                  </a:lnTo>
                  <a:lnTo>
                    <a:pt x="6438" y="2266"/>
                  </a:lnTo>
                  <a:lnTo>
                    <a:pt x="6117" y="1986"/>
                  </a:lnTo>
                  <a:lnTo>
                    <a:pt x="5776" y="1705"/>
                  </a:lnTo>
                  <a:lnTo>
                    <a:pt x="5395" y="1484"/>
                  </a:lnTo>
                  <a:lnTo>
                    <a:pt x="5014" y="1264"/>
                  </a:lnTo>
                  <a:lnTo>
                    <a:pt x="4613" y="1083"/>
                  </a:lnTo>
                  <a:lnTo>
                    <a:pt x="4172" y="923"/>
                  </a:lnTo>
                  <a:lnTo>
                    <a:pt x="3730" y="782"/>
                  </a:lnTo>
                  <a:lnTo>
                    <a:pt x="3329" y="702"/>
                  </a:lnTo>
                  <a:lnTo>
                    <a:pt x="2948" y="642"/>
                  </a:lnTo>
                  <a:lnTo>
                    <a:pt x="2547" y="602"/>
                  </a:lnTo>
                  <a:lnTo>
                    <a:pt x="1785" y="602"/>
                  </a:lnTo>
                  <a:lnTo>
                    <a:pt x="1404" y="642"/>
                  </a:lnTo>
                  <a:lnTo>
                    <a:pt x="2026" y="502"/>
                  </a:lnTo>
                  <a:lnTo>
                    <a:pt x="2647" y="381"/>
                  </a:lnTo>
                  <a:lnTo>
                    <a:pt x="3249" y="321"/>
                  </a:lnTo>
                  <a:lnTo>
                    <a:pt x="3871" y="301"/>
                  </a:lnTo>
                  <a:lnTo>
                    <a:pt x="4352" y="301"/>
                  </a:lnTo>
                  <a:lnTo>
                    <a:pt x="4853" y="361"/>
                  </a:lnTo>
                  <a:lnTo>
                    <a:pt x="5335" y="462"/>
                  </a:lnTo>
                  <a:lnTo>
                    <a:pt x="5816" y="602"/>
                  </a:lnTo>
                  <a:lnTo>
                    <a:pt x="6057" y="682"/>
                  </a:lnTo>
                  <a:lnTo>
                    <a:pt x="6277" y="782"/>
                  </a:lnTo>
                  <a:lnTo>
                    <a:pt x="6518" y="883"/>
                  </a:lnTo>
                  <a:lnTo>
                    <a:pt x="6739" y="1003"/>
                  </a:lnTo>
                  <a:lnTo>
                    <a:pt x="6959" y="1143"/>
                  </a:lnTo>
                  <a:lnTo>
                    <a:pt x="7180" y="1284"/>
                  </a:lnTo>
                  <a:lnTo>
                    <a:pt x="7400" y="1464"/>
                  </a:lnTo>
                  <a:lnTo>
                    <a:pt x="7621" y="1625"/>
                  </a:lnTo>
                  <a:lnTo>
                    <a:pt x="7842" y="1825"/>
                  </a:lnTo>
                  <a:lnTo>
                    <a:pt x="8042" y="2046"/>
                  </a:lnTo>
                  <a:lnTo>
                    <a:pt x="8243" y="2266"/>
                  </a:lnTo>
                  <a:lnTo>
                    <a:pt x="8423" y="2487"/>
                  </a:lnTo>
                  <a:lnTo>
                    <a:pt x="8604" y="2728"/>
                  </a:lnTo>
                  <a:lnTo>
                    <a:pt x="8764" y="2948"/>
                  </a:lnTo>
                  <a:lnTo>
                    <a:pt x="8904" y="3209"/>
                  </a:lnTo>
                  <a:lnTo>
                    <a:pt x="9045" y="3450"/>
                  </a:lnTo>
                  <a:lnTo>
                    <a:pt x="9286" y="3971"/>
                  </a:lnTo>
                  <a:lnTo>
                    <a:pt x="9486" y="4492"/>
                  </a:lnTo>
                  <a:lnTo>
                    <a:pt x="9646" y="5054"/>
                  </a:lnTo>
                  <a:lnTo>
                    <a:pt x="9787" y="5616"/>
                  </a:lnTo>
                  <a:lnTo>
                    <a:pt x="9887" y="6197"/>
                  </a:lnTo>
                  <a:lnTo>
                    <a:pt x="9947" y="6779"/>
                  </a:lnTo>
                  <a:lnTo>
                    <a:pt x="10007" y="7360"/>
                  </a:lnTo>
                  <a:lnTo>
                    <a:pt x="10028" y="7942"/>
                  </a:lnTo>
                  <a:lnTo>
                    <a:pt x="10028" y="8523"/>
                  </a:lnTo>
                  <a:lnTo>
                    <a:pt x="10028" y="9105"/>
                  </a:lnTo>
                  <a:lnTo>
                    <a:pt x="9967" y="10248"/>
                  </a:lnTo>
                  <a:lnTo>
                    <a:pt x="9927" y="10910"/>
                  </a:lnTo>
                  <a:lnTo>
                    <a:pt x="10007" y="10328"/>
                  </a:lnTo>
                  <a:lnTo>
                    <a:pt x="10068" y="9747"/>
                  </a:lnTo>
                  <a:lnTo>
                    <a:pt x="10108" y="9145"/>
                  </a:lnTo>
                  <a:lnTo>
                    <a:pt x="10128" y="8543"/>
                  </a:lnTo>
                  <a:lnTo>
                    <a:pt x="10108" y="7922"/>
                  </a:lnTo>
                  <a:lnTo>
                    <a:pt x="10088" y="7320"/>
                  </a:lnTo>
                  <a:lnTo>
                    <a:pt x="10028" y="6719"/>
                  </a:lnTo>
                  <a:lnTo>
                    <a:pt x="9927" y="6117"/>
                  </a:lnTo>
                  <a:lnTo>
                    <a:pt x="9827" y="5515"/>
                  </a:lnTo>
                  <a:lnTo>
                    <a:pt x="9687" y="4934"/>
                  </a:lnTo>
                  <a:lnTo>
                    <a:pt x="9506" y="4352"/>
                  </a:lnTo>
                  <a:lnTo>
                    <a:pt x="9306" y="3811"/>
                  </a:lnTo>
                  <a:lnTo>
                    <a:pt x="9065" y="3269"/>
                  </a:lnTo>
                  <a:lnTo>
                    <a:pt x="8804" y="2748"/>
                  </a:lnTo>
                  <a:lnTo>
                    <a:pt x="8503" y="2246"/>
                  </a:lnTo>
                  <a:lnTo>
                    <a:pt x="8183" y="1785"/>
                  </a:lnTo>
                  <a:lnTo>
                    <a:pt x="7801" y="1424"/>
                  </a:lnTo>
                  <a:lnTo>
                    <a:pt x="7601" y="1264"/>
                  </a:lnTo>
                  <a:lnTo>
                    <a:pt x="7380" y="1103"/>
                  </a:lnTo>
                  <a:lnTo>
                    <a:pt x="7160" y="943"/>
                  </a:lnTo>
                  <a:lnTo>
                    <a:pt x="6939" y="822"/>
                  </a:lnTo>
                  <a:lnTo>
                    <a:pt x="6698" y="682"/>
                  </a:lnTo>
                  <a:lnTo>
                    <a:pt x="6438" y="562"/>
                  </a:lnTo>
                  <a:lnTo>
                    <a:pt x="6117" y="421"/>
                  </a:lnTo>
                  <a:lnTo>
                    <a:pt x="5776" y="321"/>
                  </a:lnTo>
                  <a:lnTo>
                    <a:pt x="5435" y="221"/>
                  </a:lnTo>
                  <a:lnTo>
                    <a:pt x="5094" y="141"/>
                  </a:lnTo>
                  <a:lnTo>
                    <a:pt x="4753" y="80"/>
                  </a:lnTo>
                  <a:lnTo>
                    <a:pt x="4412" y="40"/>
                  </a:lnTo>
                  <a:lnTo>
                    <a:pt x="4051" y="20"/>
                  </a:lnTo>
                  <a:lnTo>
                    <a:pt x="371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6" name="Google Shape;7246;p34"/>
            <p:cNvSpPr/>
            <p:nvPr/>
          </p:nvSpPr>
          <p:spPr>
            <a:xfrm>
              <a:off x="10277675" y="5022050"/>
              <a:ext cx="12050" cy="6550"/>
            </a:xfrm>
            <a:custGeom>
              <a:avLst/>
              <a:gdLst/>
              <a:ahLst/>
              <a:cxnLst/>
              <a:rect l="l" t="t" r="r" b="b"/>
              <a:pathLst>
                <a:path w="482" h="262" extrusionOk="0">
                  <a:moveTo>
                    <a:pt x="0" y="0"/>
                  </a:moveTo>
                  <a:lnTo>
                    <a:pt x="140" y="201"/>
                  </a:lnTo>
                  <a:lnTo>
                    <a:pt x="481" y="261"/>
                  </a:lnTo>
                  <a:lnTo>
                    <a:pt x="241" y="1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45C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7" name="Google Shape;7247;p34"/>
            <p:cNvSpPr/>
            <p:nvPr/>
          </p:nvSpPr>
          <p:spPr>
            <a:xfrm>
              <a:off x="10277675" y="5022050"/>
              <a:ext cx="12050" cy="6550"/>
            </a:xfrm>
            <a:custGeom>
              <a:avLst/>
              <a:gdLst/>
              <a:ahLst/>
              <a:cxnLst/>
              <a:rect l="l" t="t" r="r" b="b"/>
              <a:pathLst>
                <a:path w="482" h="262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481" y="261"/>
                  </a:lnTo>
                  <a:lnTo>
                    <a:pt x="481" y="261"/>
                  </a:lnTo>
                  <a:lnTo>
                    <a:pt x="241" y="141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8" name="Google Shape;7248;p34"/>
            <p:cNvSpPr/>
            <p:nvPr/>
          </p:nvSpPr>
          <p:spPr>
            <a:xfrm>
              <a:off x="10277675" y="5022050"/>
              <a:ext cx="12050" cy="6550"/>
            </a:xfrm>
            <a:custGeom>
              <a:avLst/>
              <a:gdLst/>
              <a:ahLst/>
              <a:cxnLst/>
              <a:rect l="l" t="t" r="r" b="b"/>
              <a:pathLst>
                <a:path w="482" h="262" extrusionOk="0">
                  <a:moveTo>
                    <a:pt x="0" y="0"/>
                  </a:moveTo>
                  <a:lnTo>
                    <a:pt x="0" y="0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0" y="0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241" y="141"/>
                  </a:lnTo>
                  <a:lnTo>
                    <a:pt x="481" y="261"/>
                  </a:lnTo>
                  <a:lnTo>
                    <a:pt x="481" y="261"/>
                  </a:lnTo>
                  <a:lnTo>
                    <a:pt x="481" y="261"/>
                  </a:lnTo>
                  <a:lnTo>
                    <a:pt x="241" y="1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45C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9" name="Google Shape;7249;p34"/>
            <p:cNvSpPr/>
            <p:nvPr/>
          </p:nvSpPr>
          <p:spPr>
            <a:xfrm>
              <a:off x="10277675" y="5022050"/>
              <a:ext cx="3525" cy="5025"/>
            </a:xfrm>
            <a:custGeom>
              <a:avLst/>
              <a:gdLst/>
              <a:ahLst/>
              <a:cxnLst/>
              <a:rect l="l" t="t" r="r" b="b"/>
              <a:pathLst>
                <a:path w="141" h="201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0" name="Google Shape;7250;p34"/>
            <p:cNvSpPr/>
            <p:nvPr/>
          </p:nvSpPr>
          <p:spPr>
            <a:xfrm>
              <a:off x="10277675" y="5022050"/>
              <a:ext cx="12050" cy="6550"/>
            </a:xfrm>
            <a:custGeom>
              <a:avLst/>
              <a:gdLst/>
              <a:ahLst/>
              <a:cxnLst/>
              <a:rect l="l" t="t" r="r" b="b"/>
              <a:pathLst>
                <a:path w="482" h="262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241" y="141"/>
                  </a:lnTo>
                  <a:lnTo>
                    <a:pt x="481" y="261"/>
                  </a:lnTo>
                  <a:lnTo>
                    <a:pt x="481" y="261"/>
                  </a:lnTo>
                  <a:lnTo>
                    <a:pt x="481" y="261"/>
                  </a:lnTo>
                  <a:lnTo>
                    <a:pt x="241" y="141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1" name="Google Shape;7251;p34"/>
            <p:cNvSpPr/>
            <p:nvPr/>
          </p:nvSpPr>
          <p:spPr>
            <a:xfrm>
              <a:off x="8482800" y="3920050"/>
              <a:ext cx="143900" cy="186525"/>
            </a:xfrm>
            <a:custGeom>
              <a:avLst/>
              <a:gdLst/>
              <a:ahLst/>
              <a:cxnLst/>
              <a:rect l="l" t="t" r="r" b="b"/>
              <a:pathLst>
                <a:path w="5756" h="7461" extrusionOk="0">
                  <a:moveTo>
                    <a:pt x="1123" y="0"/>
                  </a:moveTo>
                  <a:lnTo>
                    <a:pt x="983" y="21"/>
                  </a:lnTo>
                  <a:lnTo>
                    <a:pt x="842" y="61"/>
                  </a:lnTo>
                  <a:lnTo>
                    <a:pt x="702" y="141"/>
                  </a:lnTo>
                  <a:lnTo>
                    <a:pt x="582" y="221"/>
                  </a:lnTo>
                  <a:lnTo>
                    <a:pt x="481" y="321"/>
                  </a:lnTo>
                  <a:lnTo>
                    <a:pt x="381" y="422"/>
                  </a:lnTo>
                  <a:lnTo>
                    <a:pt x="301" y="562"/>
                  </a:lnTo>
                  <a:lnTo>
                    <a:pt x="221" y="722"/>
                  </a:lnTo>
                  <a:lnTo>
                    <a:pt x="160" y="903"/>
                  </a:lnTo>
                  <a:lnTo>
                    <a:pt x="100" y="1083"/>
                  </a:lnTo>
                  <a:lnTo>
                    <a:pt x="60" y="1284"/>
                  </a:lnTo>
                  <a:lnTo>
                    <a:pt x="0" y="1725"/>
                  </a:lnTo>
                  <a:lnTo>
                    <a:pt x="0" y="2206"/>
                  </a:lnTo>
                  <a:lnTo>
                    <a:pt x="0" y="2728"/>
                  </a:lnTo>
                  <a:lnTo>
                    <a:pt x="40" y="3269"/>
                  </a:lnTo>
                  <a:lnTo>
                    <a:pt x="100" y="3811"/>
                  </a:lnTo>
                  <a:lnTo>
                    <a:pt x="180" y="4372"/>
                  </a:lnTo>
                  <a:lnTo>
                    <a:pt x="281" y="4914"/>
                  </a:lnTo>
                  <a:lnTo>
                    <a:pt x="501" y="5937"/>
                  </a:lnTo>
                  <a:lnTo>
                    <a:pt x="722" y="6799"/>
                  </a:lnTo>
                  <a:lnTo>
                    <a:pt x="902" y="7461"/>
                  </a:lnTo>
                  <a:lnTo>
                    <a:pt x="5756" y="6719"/>
                  </a:lnTo>
                  <a:lnTo>
                    <a:pt x="5615" y="6217"/>
                  </a:lnTo>
                  <a:lnTo>
                    <a:pt x="5475" y="5736"/>
                  </a:lnTo>
                  <a:lnTo>
                    <a:pt x="5335" y="5275"/>
                  </a:lnTo>
                  <a:lnTo>
                    <a:pt x="5174" y="4834"/>
                  </a:lnTo>
                  <a:lnTo>
                    <a:pt x="5014" y="4412"/>
                  </a:lnTo>
                  <a:lnTo>
                    <a:pt x="4853" y="4011"/>
                  </a:lnTo>
                  <a:lnTo>
                    <a:pt x="4673" y="3630"/>
                  </a:lnTo>
                  <a:lnTo>
                    <a:pt x="4492" y="3249"/>
                  </a:lnTo>
                  <a:lnTo>
                    <a:pt x="4131" y="2588"/>
                  </a:lnTo>
                  <a:lnTo>
                    <a:pt x="3951" y="2287"/>
                  </a:lnTo>
                  <a:lnTo>
                    <a:pt x="3770" y="1986"/>
                  </a:lnTo>
                  <a:lnTo>
                    <a:pt x="3590" y="1725"/>
                  </a:lnTo>
                  <a:lnTo>
                    <a:pt x="3389" y="1485"/>
                  </a:lnTo>
                  <a:lnTo>
                    <a:pt x="3209" y="1244"/>
                  </a:lnTo>
                  <a:lnTo>
                    <a:pt x="3008" y="1043"/>
                  </a:lnTo>
                  <a:lnTo>
                    <a:pt x="2828" y="843"/>
                  </a:lnTo>
                  <a:lnTo>
                    <a:pt x="2647" y="682"/>
                  </a:lnTo>
                  <a:lnTo>
                    <a:pt x="2467" y="522"/>
                  </a:lnTo>
                  <a:lnTo>
                    <a:pt x="2286" y="382"/>
                  </a:lnTo>
                  <a:lnTo>
                    <a:pt x="2106" y="281"/>
                  </a:lnTo>
                  <a:lnTo>
                    <a:pt x="1925" y="181"/>
                  </a:lnTo>
                  <a:lnTo>
                    <a:pt x="1745" y="101"/>
                  </a:lnTo>
                  <a:lnTo>
                    <a:pt x="1584" y="61"/>
                  </a:lnTo>
                  <a:lnTo>
                    <a:pt x="1424" y="21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2" name="Google Shape;7252;p34"/>
            <p:cNvSpPr/>
            <p:nvPr/>
          </p:nvSpPr>
          <p:spPr>
            <a:xfrm>
              <a:off x="8482800" y="3920050"/>
              <a:ext cx="143900" cy="186525"/>
            </a:xfrm>
            <a:custGeom>
              <a:avLst/>
              <a:gdLst/>
              <a:ahLst/>
              <a:cxnLst/>
              <a:rect l="l" t="t" r="r" b="b"/>
              <a:pathLst>
                <a:path w="5756" h="7461" fill="none" extrusionOk="0">
                  <a:moveTo>
                    <a:pt x="902" y="7461"/>
                  </a:moveTo>
                  <a:lnTo>
                    <a:pt x="902" y="7461"/>
                  </a:lnTo>
                  <a:lnTo>
                    <a:pt x="722" y="6799"/>
                  </a:lnTo>
                  <a:lnTo>
                    <a:pt x="501" y="5937"/>
                  </a:lnTo>
                  <a:lnTo>
                    <a:pt x="281" y="4914"/>
                  </a:lnTo>
                  <a:lnTo>
                    <a:pt x="180" y="4372"/>
                  </a:lnTo>
                  <a:lnTo>
                    <a:pt x="100" y="3811"/>
                  </a:lnTo>
                  <a:lnTo>
                    <a:pt x="40" y="3269"/>
                  </a:lnTo>
                  <a:lnTo>
                    <a:pt x="0" y="2728"/>
                  </a:lnTo>
                  <a:lnTo>
                    <a:pt x="0" y="2206"/>
                  </a:lnTo>
                  <a:lnTo>
                    <a:pt x="0" y="1725"/>
                  </a:lnTo>
                  <a:lnTo>
                    <a:pt x="60" y="1284"/>
                  </a:lnTo>
                  <a:lnTo>
                    <a:pt x="100" y="1083"/>
                  </a:lnTo>
                  <a:lnTo>
                    <a:pt x="160" y="903"/>
                  </a:lnTo>
                  <a:lnTo>
                    <a:pt x="221" y="722"/>
                  </a:lnTo>
                  <a:lnTo>
                    <a:pt x="301" y="562"/>
                  </a:lnTo>
                  <a:lnTo>
                    <a:pt x="381" y="422"/>
                  </a:lnTo>
                  <a:lnTo>
                    <a:pt x="481" y="321"/>
                  </a:lnTo>
                  <a:lnTo>
                    <a:pt x="481" y="321"/>
                  </a:lnTo>
                  <a:lnTo>
                    <a:pt x="582" y="221"/>
                  </a:lnTo>
                  <a:lnTo>
                    <a:pt x="702" y="141"/>
                  </a:lnTo>
                  <a:lnTo>
                    <a:pt x="842" y="61"/>
                  </a:lnTo>
                  <a:lnTo>
                    <a:pt x="983" y="21"/>
                  </a:lnTo>
                  <a:lnTo>
                    <a:pt x="1123" y="0"/>
                  </a:lnTo>
                  <a:lnTo>
                    <a:pt x="1263" y="0"/>
                  </a:lnTo>
                  <a:lnTo>
                    <a:pt x="1424" y="21"/>
                  </a:lnTo>
                  <a:lnTo>
                    <a:pt x="1584" y="61"/>
                  </a:lnTo>
                  <a:lnTo>
                    <a:pt x="1745" y="101"/>
                  </a:lnTo>
                  <a:lnTo>
                    <a:pt x="1925" y="181"/>
                  </a:lnTo>
                  <a:lnTo>
                    <a:pt x="2106" y="281"/>
                  </a:lnTo>
                  <a:lnTo>
                    <a:pt x="2286" y="382"/>
                  </a:lnTo>
                  <a:lnTo>
                    <a:pt x="2467" y="522"/>
                  </a:lnTo>
                  <a:lnTo>
                    <a:pt x="2647" y="682"/>
                  </a:lnTo>
                  <a:lnTo>
                    <a:pt x="2828" y="843"/>
                  </a:lnTo>
                  <a:lnTo>
                    <a:pt x="3008" y="1043"/>
                  </a:lnTo>
                  <a:lnTo>
                    <a:pt x="3209" y="1244"/>
                  </a:lnTo>
                  <a:lnTo>
                    <a:pt x="3389" y="1485"/>
                  </a:lnTo>
                  <a:lnTo>
                    <a:pt x="3590" y="1725"/>
                  </a:lnTo>
                  <a:lnTo>
                    <a:pt x="3770" y="1986"/>
                  </a:lnTo>
                  <a:lnTo>
                    <a:pt x="3951" y="2287"/>
                  </a:lnTo>
                  <a:lnTo>
                    <a:pt x="4131" y="2588"/>
                  </a:lnTo>
                  <a:lnTo>
                    <a:pt x="4492" y="3249"/>
                  </a:lnTo>
                  <a:lnTo>
                    <a:pt x="4673" y="3630"/>
                  </a:lnTo>
                  <a:lnTo>
                    <a:pt x="4853" y="4011"/>
                  </a:lnTo>
                  <a:lnTo>
                    <a:pt x="5014" y="4412"/>
                  </a:lnTo>
                  <a:lnTo>
                    <a:pt x="5174" y="4834"/>
                  </a:lnTo>
                  <a:lnTo>
                    <a:pt x="5335" y="5275"/>
                  </a:lnTo>
                  <a:lnTo>
                    <a:pt x="5475" y="5736"/>
                  </a:lnTo>
                  <a:lnTo>
                    <a:pt x="5615" y="6217"/>
                  </a:lnTo>
                  <a:lnTo>
                    <a:pt x="5756" y="6719"/>
                  </a:lnTo>
                  <a:lnTo>
                    <a:pt x="902" y="746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3" name="Google Shape;7253;p34"/>
            <p:cNvSpPr/>
            <p:nvPr/>
          </p:nvSpPr>
          <p:spPr>
            <a:xfrm>
              <a:off x="8364975" y="5252175"/>
              <a:ext cx="1865075" cy="312875"/>
            </a:xfrm>
            <a:custGeom>
              <a:avLst/>
              <a:gdLst/>
              <a:ahLst/>
              <a:cxnLst/>
              <a:rect l="l" t="t" r="r" b="b"/>
              <a:pathLst>
                <a:path w="74603" h="12515" fill="none" extrusionOk="0">
                  <a:moveTo>
                    <a:pt x="74603" y="1865"/>
                  </a:moveTo>
                  <a:lnTo>
                    <a:pt x="74603" y="1865"/>
                  </a:lnTo>
                  <a:lnTo>
                    <a:pt x="74543" y="1946"/>
                  </a:lnTo>
                  <a:lnTo>
                    <a:pt x="74402" y="2066"/>
                  </a:lnTo>
                  <a:lnTo>
                    <a:pt x="74162" y="2247"/>
                  </a:lnTo>
                  <a:lnTo>
                    <a:pt x="73841" y="2487"/>
                  </a:lnTo>
                  <a:lnTo>
                    <a:pt x="73440" y="2748"/>
                  </a:lnTo>
                  <a:lnTo>
                    <a:pt x="72958" y="3049"/>
                  </a:lnTo>
                  <a:lnTo>
                    <a:pt x="72397" y="3390"/>
                  </a:lnTo>
                  <a:lnTo>
                    <a:pt x="71755" y="3771"/>
                  </a:lnTo>
                  <a:lnTo>
                    <a:pt x="71033" y="4152"/>
                  </a:lnTo>
                  <a:lnTo>
                    <a:pt x="70251" y="4573"/>
                  </a:lnTo>
                  <a:lnTo>
                    <a:pt x="69389" y="5014"/>
                  </a:lnTo>
                  <a:lnTo>
                    <a:pt x="68446" y="5475"/>
                  </a:lnTo>
                  <a:lnTo>
                    <a:pt x="67443" y="5937"/>
                  </a:lnTo>
                  <a:lnTo>
                    <a:pt x="66360" y="6418"/>
                  </a:lnTo>
                  <a:lnTo>
                    <a:pt x="65217" y="6919"/>
                  </a:lnTo>
                  <a:lnTo>
                    <a:pt x="64014" y="7401"/>
                  </a:lnTo>
                  <a:lnTo>
                    <a:pt x="62751" y="7882"/>
                  </a:lnTo>
                  <a:lnTo>
                    <a:pt x="61407" y="8363"/>
                  </a:lnTo>
                  <a:lnTo>
                    <a:pt x="60023" y="8824"/>
                  </a:lnTo>
                  <a:lnTo>
                    <a:pt x="58579" y="9286"/>
                  </a:lnTo>
                  <a:lnTo>
                    <a:pt x="57075" y="9727"/>
                  </a:lnTo>
                  <a:lnTo>
                    <a:pt x="55511" y="10148"/>
                  </a:lnTo>
                  <a:lnTo>
                    <a:pt x="53907" y="10549"/>
                  </a:lnTo>
                  <a:lnTo>
                    <a:pt x="52242" y="10930"/>
                  </a:lnTo>
                  <a:lnTo>
                    <a:pt x="50538" y="11271"/>
                  </a:lnTo>
                  <a:lnTo>
                    <a:pt x="48773" y="11572"/>
                  </a:lnTo>
                  <a:lnTo>
                    <a:pt x="46968" y="11853"/>
                  </a:lnTo>
                  <a:lnTo>
                    <a:pt x="46045" y="11973"/>
                  </a:lnTo>
                  <a:lnTo>
                    <a:pt x="45123" y="12073"/>
                  </a:lnTo>
                  <a:lnTo>
                    <a:pt x="44180" y="12174"/>
                  </a:lnTo>
                  <a:lnTo>
                    <a:pt x="43218" y="12274"/>
                  </a:lnTo>
                  <a:lnTo>
                    <a:pt x="42255" y="12334"/>
                  </a:lnTo>
                  <a:lnTo>
                    <a:pt x="41292" y="12394"/>
                  </a:lnTo>
                  <a:lnTo>
                    <a:pt x="40310" y="12454"/>
                  </a:lnTo>
                  <a:lnTo>
                    <a:pt x="39307" y="12494"/>
                  </a:lnTo>
                  <a:lnTo>
                    <a:pt x="38304" y="12514"/>
                  </a:lnTo>
                  <a:lnTo>
                    <a:pt x="37302" y="12514"/>
                  </a:lnTo>
                  <a:lnTo>
                    <a:pt x="37302" y="12514"/>
                  </a:lnTo>
                  <a:lnTo>
                    <a:pt x="36299" y="12514"/>
                  </a:lnTo>
                  <a:lnTo>
                    <a:pt x="35296" y="12494"/>
                  </a:lnTo>
                  <a:lnTo>
                    <a:pt x="34293" y="12454"/>
                  </a:lnTo>
                  <a:lnTo>
                    <a:pt x="33311" y="12394"/>
                  </a:lnTo>
                  <a:lnTo>
                    <a:pt x="32348" y="12334"/>
                  </a:lnTo>
                  <a:lnTo>
                    <a:pt x="31385" y="12274"/>
                  </a:lnTo>
                  <a:lnTo>
                    <a:pt x="30423" y="12174"/>
                  </a:lnTo>
                  <a:lnTo>
                    <a:pt x="29480" y="12073"/>
                  </a:lnTo>
                  <a:lnTo>
                    <a:pt x="28558" y="11973"/>
                  </a:lnTo>
                  <a:lnTo>
                    <a:pt x="27635" y="11853"/>
                  </a:lnTo>
                  <a:lnTo>
                    <a:pt x="25830" y="11572"/>
                  </a:lnTo>
                  <a:lnTo>
                    <a:pt x="24066" y="11271"/>
                  </a:lnTo>
                  <a:lnTo>
                    <a:pt x="22361" y="10930"/>
                  </a:lnTo>
                  <a:lnTo>
                    <a:pt x="20696" y="10549"/>
                  </a:lnTo>
                  <a:lnTo>
                    <a:pt x="19092" y="10148"/>
                  </a:lnTo>
                  <a:lnTo>
                    <a:pt x="17528" y="9727"/>
                  </a:lnTo>
                  <a:lnTo>
                    <a:pt x="16024" y="9286"/>
                  </a:lnTo>
                  <a:lnTo>
                    <a:pt x="14580" y="8824"/>
                  </a:lnTo>
                  <a:lnTo>
                    <a:pt x="13176" y="8363"/>
                  </a:lnTo>
                  <a:lnTo>
                    <a:pt x="11852" y="7882"/>
                  </a:lnTo>
                  <a:lnTo>
                    <a:pt x="10589" y="7401"/>
                  </a:lnTo>
                  <a:lnTo>
                    <a:pt x="9386" y="6919"/>
                  </a:lnTo>
                  <a:lnTo>
                    <a:pt x="8243" y="6418"/>
                  </a:lnTo>
                  <a:lnTo>
                    <a:pt x="7160" y="5937"/>
                  </a:lnTo>
                  <a:lnTo>
                    <a:pt x="6157" y="5475"/>
                  </a:lnTo>
                  <a:lnTo>
                    <a:pt x="5214" y="5014"/>
                  </a:lnTo>
                  <a:lnTo>
                    <a:pt x="4352" y="4573"/>
                  </a:lnTo>
                  <a:lnTo>
                    <a:pt x="3570" y="4152"/>
                  </a:lnTo>
                  <a:lnTo>
                    <a:pt x="2848" y="3771"/>
                  </a:lnTo>
                  <a:lnTo>
                    <a:pt x="2206" y="3390"/>
                  </a:lnTo>
                  <a:lnTo>
                    <a:pt x="1645" y="3049"/>
                  </a:lnTo>
                  <a:lnTo>
                    <a:pt x="1163" y="2748"/>
                  </a:lnTo>
                  <a:lnTo>
                    <a:pt x="762" y="2487"/>
                  </a:lnTo>
                  <a:lnTo>
                    <a:pt x="441" y="2247"/>
                  </a:lnTo>
                  <a:lnTo>
                    <a:pt x="201" y="2066"/>
                  </a:lnTo>
                  <a:lnTo>
                    <a:pt x="60" y="1946"/>
                  </a:lnTo>
                  <a:lnTo>
                    <a:pt x="0" y="1865"/>
                  </a:lnTo>
                  <a:lnTo>
                    <a:pt x="0" y="1865"/>
                  </a:lnTo>
                  <a:lnTo>
                    <a:pt x="0" y="1805"/>
                  </a:lnTo>
                  <a:lnTo>
                    <a:pt x="0" y="1745"/>
                  </a:lnTo>
                  <a:lnTo>
                    <a:pt x="60" y="1605"/>
                  </a:lnTo>
                  <a:lnTo>
                    <a:pt x="161" y="1424"/>
                  </a:lnTo>
                  <a:lnTo>
                    <a:pt x="301" y="1244"/>
                  </a:lnTo>
                  <a:lnTo>
                    <a:pt x="482" y="1063"/>
                  </a:lnTo>
                  <a:lnTo>
                    <a:pt x="702" y="863"/>
                  </a:lnTo>
                  <a:lnTo>
                    <a:pt x="943" y="682"/>
                  </a:lnTo>
                  <a:lnTo>
                    <a:pt x="1203" y="502"/>
                  </a:lnTo>
                  <a:lnTo>
                    <a:pt x="1504" y="341"/>
                  </a:lnTo>
                  <a:lnTo>
                    <a:pt x="1805" y="201"/>
                  </a:lnTo>
                  <a:lnTo>
                    <a:pt x="2126" y="101"/>
                  </a:lnTo>
                  <a:lnTo>
                    <a:pt x="2467" y="20"/>
                  </a:lnTo>
                  <a:lnTo>
                    <a:pt x="2788" y="0"/>
                  </a:lnTo>
                  <a:lnTo>
                    <a:pt x="2968" y="0"/>
                  </a:lnTo>
                  <a:lnTo>
                    <a:pt x="3129" y="20"/>
                  </a:lnTo>
                  <a:lnTo>
                    <a:pt x="3289" y="41"/>
                  </a:lnTo>
                  <a:lnTo>
                    <a:pt x="3470" y="81"/>
                  </a:lnTo>
                  <a:lnTo>
                    <a:pt x="3630" y="141"/>
                  </a:lnTo>
                  <a:lnTo>
                    <a:pt x="3791" y="221"/>
                  </a:lnTo>
                  <a:lnTo>
                    <a:pt x="3791" y="221"/>
                  </a:lnTo>
                  <a:lnTo>
                    <a:pt x="4974" y="823"/>
                  </a:lnTo>
                  <a:lnTo>
                    <a:pt x="6177" y="1384"/>
                  </a:lnTo>
                  <a:lnTo>
                    <a:pt x="7400" y="1926"/>
                  </a:lnTo>
                  <a:lnTo>
                    <a:pt x="8624" y="2427"/>
                  </a:lnTo>
                  <a:lnTo>
                    <a:pt x="9847" y="2908"/>
                  </a:lnTo>
                  <a:lnTo>
                    <a:pt x="11070" y="3350"/>
                  </a:lnTo>
                  <a:lnTo>
                    <a:pt x="12314" y="3771"/>
                  </a:lnTo>
                  <a:lnTo>
                    <a:pt x="13537" y="4172"/>
                  </a:lnTo>
                  <a:lnTo>
                    <a:pt x="14760" y="4533"/>
                  </a:lnTo>
                  <a:lnTo>
                    <a:pt x="15984" y="4874"/>
                  </a:lnTo>
                  <a:lnTo>
                    <a:pt x="17207" y="5195"/>
                  </a:lnTo>
                  <a:lnTo>
                    <a:pt x="18410" y="5495"/>
                  </a:lnTo>
                  <a:lnTo>
                    <a:pt x="19593" y="5776"/>
                  </a:lnTo>
                  <a:lnTo>
                    <a:pt x="20777" y="6017"/>
                  </a:lnTo>
                  <a:lnTo>
                    <a:pt x="21940" y="6257"/>
                  </a:lnTo>
                  <a:lnTo>
                    <a:pt x="23083" y="6458"/>
                  </a:lnTo>
                  <a:lnTo>
                    <a:pt x="24226" y="6659"/>
                  </a:lnTo>
                  <a:lnTo>
                    <a:pt x="25329" y="6839"/>
                  </a:lnTo>
                  <a:lnTo>
                    <a:pt x="26412" y="6979"/>
                  </a:lnTo>
                  <a:lnTo>
                    <a:pt x="27455" y="7120"/>
                  </a:lnTo>
                  <a:lnTo>
                    <a:pt x="29480" y="7360"/>
                  </a:lnTo>
                  <a:lnTo>
                    <a:pt x="31365" y="7541"/>
                  </a:lnTo>
                  <a:lnTo>
                    <a:pt x="33110" y="7661"/>
                  </a:lnTo>
                  <a:lnTo>
                    <a:pt x="34694" y="7741"/>
                  </a:lnTo>
                  <a:lnTo>
                    <a:pt x="36098" y="7782"/>
                  </a:lnTo>
                  <a:lnTo>
                    <a:pt x="37302" y="7802"/>
                  </a:lnTo>
                  <a:lnTo>
                    <a:pt x="37302" y="7802"/>
                  </a:lnTo>
                  <a:lnTo>
                    <a:pt x="38505" y="7782"/>
                  </a:lnTo>
                  <a:lnTo>
                    <a:pt x="39909" y="7741"/>
                  </a:lnTo>
                  <a:lnTo>
                    <a:pt x="41493" y="7661"/>
                  </a:lnTo>
                  <a:lnTo>
                    <a:pt x="43238" y="7541"/>
                  </a:lnTo>
                  <a:lnTo>
                    <a:pt x="45123" y="7360"/>
                  </a:lnTo>
                  <a:lnTo>
                    <a:pt x="47148" y="7120"/>
                  </a:lnTo>
                  <a:lnTo>
                    <a:pt x="48191" y="6979"/>
                  </a:lnTo>
                  <a:lnTo>
                    <a:pt x="49274" y="6839"/>
                  </a:lnTo>
                  <a:lnTo>
                    <a:pt x="50377" y="6659"/>
                  </a:lnTo>
                  <a:lnTo>
                    <a:pt x="51500" y="6458"/>
                  </a:lnTo>
                  <a:lnTo>
                    <a:pt x="52663" y="6257"/>
                  </a:lnTo>
                  <a:lnTo>
                    <a:pt x="53826" y="6017"/>
                  </a:lnTo>
                  <a:lnTo>
                    <a:pt x="54990" y="5776"/>
                  </a:lnTo>
                  <a:lnTo>
                    <a:pt x="56193" y="5495"/>
                  </a:lnTo>
                  <a:lnTo>
                    <a:pt x="57396" y="5195"/>
                  </a:lnTo>
                  <a:lnTo>
                    <a:pt x="58619" y="4874"/>
                  </a:lnTo>
                  <a:lnTo>
                    <a:pt x="59823" y="4533"/>
                  </a:lnTo>
                  <a:lnTo>
                    <a:pt x="61066" y="4172"/>
                  </a:lnTo>
                  <a:lnTo>
                    <a:pt x="62289" y="3771"/>
                  </a:lnTo>
                  <a:lnTo>
                    <a:pt x="63513" y="3350"/>
                  </a:lnTo>
                  <a:lnTo>
                    <a:pt x="64756" y="2908"/>
                  </a:lnTo>
                  <a:lnTo>
                    <a:pt x="65979" y="2427"/>
                  </a:lnTo>
                  <a:lnTo>
                    <a:pt x="67203" y="1926"/>
                  </a:lnTo>
                  <a:lnTo>
                    <a:pt x="68406" y="1384"/>
                  </a:lnTo>
                  <a:lnTo>
                    <a:pt x="69609" y="823"/>
                  </a:lnTo>
                  <a:lnTo>
                    <a:pt x="70813" y="221"/>
                  </a:lnTo>
                  <a:lnTo>
                    <a:pt x="70813" y="221"/>
                  </a:lnTo>
                  <a:lnTo>
                    <a:pt x="70973" y="141"/>
                  </a:lnTo>
                  <a:lnTo>
                    <a:pt x="71133" y="81"/>
                  </a:lnTo>
                  <a:lnTo>
                    <a:pt x="71294" y="41"/>
                  </a:lnTo>
                  <a:lnTo>
                    <a:pt x="71474" y="20"/>
                  </a:lnTo>
                  <a:lnTo>
                    <a:pt x="71635" y="0"/>
                  </a:lnTo>
                  <a:lnTo>
                    <a:pt x="71795" y="0"/>
                  </a:lnTo>
                  <a:lnTo>
                    <a:pt x="72136" y="20"/>
                  </a:lnTo>
                  <a:lnTo>
                    <a:pt x="72457" y="101"/>
                  </a:lnTo>
                  <a:lnTo>
                    <a:pt x="72798" y="201"/>
                  </a:lnTo>
                  <a:lnTo>
                    <a:pt x="73099" y="341"/>
                  </a:lnTo>
                  <a:lnTo>
                    <a:pt x="73380" y="502"/>
                  </a:lnTo>
                  <a:lnTo>
                    <a:pt x="73660" y="682"/>
                  </a:lnTo>
                  <a:lnTo>
                    <a:pt x="73901" y="863"/>
                  </a:lnTo>
                  <a:lnTo>
                    <a:pt x="74122" y="1063"/>
                  </a:lnTo>
                  <a:lnTo>
                    <a:pt x="74302" y="1244"/>
                  </a:lnTo>
                  <a:lnTo>
                    <a:pt x="74442" y="1424"/>
                  </a:lnTo>
                  <a:lnTo>
                    <a:pt x="74543" y="1605"/>
                  </a:lnTo>
                  <a:lnTo>
                    <a:pt x="74603" y="1745"/>
                  </a:lnTo>
                  <a:lnTo>
                    <a:pt x="74603" y="1805"/>
                  </a:lnTo>
                  <a:lnTo>
                    <a:pt x="74603" y="1865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4" name="Google Shape;7254;p34"/>
            <p:cNvSpPr/>
            <p:nvPr/>
          </p:nvSpPr>
          <p:spPr>
            <a:xfrm>
              <a:off x="8364975" y="5252175"/>
              <a:ext cx="1865075" cy="312875"/>
            </a:xfrm>
            <a:custGeom>
              <a:avLst/>
              <a:gdLst/>
              <a:ahLst/>
              <a:cxnLst/>
              <a:rect l="l" t="t" r="r" b="b"/>
              <a:pathLst>
                <a:path w="74603" h="12515" extrusionOk="0">
                  <a:moveTo>
                    <a:pt x="71514" y="0"/>
                  </a:moveTo>
                  <a:lnTo>
                    <a:pt x="71274" y="41"/>
                  </a:lnTo>
                  <a:lnTo>
                    <a:pt x="71033" y="121"/>
                  </a:lnTo>
                  <a:lnTo>
                    <a:pt x="70813" y="221"/>
                  </a:lnTo>
                  <a:lnTo>
                    <a:pt x="69449" y="903"/>
                  </a:lnTo>
                  <a:lnTo>
                    <a:pt x="68085" y="1545"/>
                  </a:lnTo>
                  <a:lnTo>
                    <a:pt x="66701" y="2126"/>
                  </a:lnTo>
                  <a:lnTo>
                    <a:pt x="65298" y="2688"/>
                  </a:lnTo>
                  <a:lnTo>
                    <a:pt x="66120" y="4533"/>
                  </a:lnTo>
                  <a:lnTo>
                    <a:pt x="66862" y="6217"/>
                  </a:lnTo>
                  <a:lnTo>
                    <a:pt x="67744" y="5796"/>
                  </a:lnTo>
                  <a:lnTo>
                    <a:pt x="68587" y="5415"/>
                  </a:lnTo>
                  <a:lnTo>
                    <a:pt x="69369" y="5014"/>
                  </a:lnTo>
                  <a:lnTo>
                    <a:pt x="70111" y="4653"/>
                  </a:lnTo>
                  <a:lnTo>
                    <a:pt x="71434" y="3951"/>
                  </a:lnTo>
                  <a:lnTo>
                    <a:pt x="72537" y="3309"/>
                  </a:lnTo>
                  <a:lnTo>
                    <a:pt x="73400" y="2768"/>
                  </a:lnTo>
                  <a:lnTo>
                    <a:pt x="74041" y="2347"/>
                  </a:lnTo>
                  <a:lnTo>
                    <a:pt x="74442" y="2026"/>
                  </a:lnTo>
                  <a:lnTo>
                    <a:pt x="74563" y="1926"/>
                  </a:lnTo>
                  <a:lnTo>
                    <a:pt x="74603" y="1865"/>
                  </a:lnTo>
                  <a:lnTo>
                    <a:pt x="74603" y="1825"/>
                  </a:lnTo>
                  <a:lnTo>
                    <a:pt x="74583" y="1725"/>
                  </a:lnTo>
                  <a:lnTo>
                    <a:pt x="74543" y="1605"/>
                  </a:lnTo>
                  <a:lnTo>
                    <a:pt x="74463" y="1464"/>
                  </a:lnTo>
                  <a:lnTo>
                    <a:pt x="74362" y="1324"/>
                  </a:lnTo>
                  <a:lnTo>
                    <a:pt x="74222" y="1184"/>
                  </a:lnTo>
                  <a:lnTo>
                    <a:pt x="74081" y="1023"/>
                  </a:lnTo>
                  <a:lnTo>
                    <a:pt x="73901" y="863"/>
                  </a:lnTo>
                  <a:lnTo>
                    <a:pt x="73700" y="722"/>
                  </a:lnTo>
                  <a:lnTo>
                    <a:pt x="73500" y="582"/>
                  </a:lnTo>
                  <a:lnTo>
                    <a:pt x="73279" y="442"/>
                  </a:lnTo>
                  <a:lnTo>
                    <a:pt x="73039" y="321"/>
                  </a:lnTo>
                  <a:lnTo>
                    <a:pt x="72798" y="221"/>
                  </a:lnTo>
                  <a:lnTo>
                    <a:pt x="72537" y="121"/>
                  </a:lnTo>
                  <a:lnTo>
                    <a:pt x="72277" y="61"/>
                  </a:lnTo>
                  <a:lnTo>
                    <a:pt x="72016" y="20"/>
                  </a:lnTo>
                  <a:lnTo>
                    <a:pt x="71755" y="0"/>
                  </a:lnTo>
                  <a:close/>
                  <a:moveTo>
                    <a:pt x="2848" y="0"/>
                  </a:moveTo>
                  <a:lnTo>
                    <a:pt x="2587" y="20"/>
                  </a:lnTo>
                  <a:lnTo>
                    <a:pt x="2327" y="61"/>
                  </a:lnTo>
                  <a:lnTo>
                    <a:pt x="2066" y="121"/>
                  </a:lnTo>
                  <a:lnTo>
                    <a:pt x="1805" y="201"/>
                  </a:lnTo>
                  <a:lnTo>
                    <a:pt x="1564" y="321"/>
                  </a:lnTo>
                  <a:lnTo>
                    <a:pt x="1324" y="442"/>
                  </a:lnTo>
                  <a:lnTo>
                    <a:pt x="1103" y="582"/>
                  </a:lnTo>
                  <a:lnTo>
                    <a:pt x="903" y="722"/>
                  </a:lnTo>
                  <a:lnTo>
                    <a:pt x="702" y="863"/>
                  </a:lnTo>
                  <a:lnTo>
                    <a:pt x="522" y="1023"/>
                  </a:lnTo>
                  <a:lnTo>
                    <a:pt x="381" y="1164"/>
                  </a:lnTo>
                  <a:lnTo>
                    <a:pt x="241" y="1324"/>
                  </a:lnTo>
                  <a:lnTo>
                    <a:pt x="141" y="1464"/>
                  </a:lnTo>
                  <a:lnTo>
                    <a:pt x="60" y="1585"/>
                  </a:lnTo>
                  <a:lnTo>
                    <a:pt x="20" y="1705"/>
                  </a:lnTo>
                  <a:lnTo>
                    <a:pt x="0" y="1805"/>
                  </a:lnTo>
                  <a:lnTo>
                    <a:pt x="0" y="1865"/>
                  </a:lnTo>
                  <a:lnTo>
                    <a:pt x="40" y="1906"/>
                  </a:lnTo>
                  <a:lnTo>
                    <a:pt x="121" y="1986"/>
                  </a:lnTo>
                  <a:lnTo>
                    <a:pt x="381" y="2206"/>
                  </a:lnTo>
                  <a:lnTo>
                    <a:pt x="822" y="2527"/>
                  </a:lnTo>
                  <a:lnTo>
                    <a:pt x="1424" y="2908"/>
                  </a:lnTo>
                  <a:lnTo>
                    <a:pt x="2166" y="3370"/>
                  </a:lnTo>
                  <a:lnTo>
                    <a:pt x="3069" y="3891"/>
                  </a:lnTo>
                  <a:lnTo>
                    <a:pt x="4131" y="4453"/>
                  </a:lnTo>
                  <a:lnTo>
                    <a:pt x="5315" y="5074"/>
                  </a:lnTo>
                  <a:lnTo>
                    <a:pt x="6638" y="5716"/>
                  </a:lnTo>
                  <a:lnTo>
                    <a:pt x="8102" y="6358"/>
                  </a:lnTo>
                  <a:lnTo>
                    <a:pt x="9687" y="7040"/>
                  </a:lnTo>
                  <a:lnTo>
                    <a:pt x="10529" y="7380"/>
                  </a:lnTo>
                  <a:lnTo>
                    <a:pt x="11411" y="7721"/>
                  </a:lnTo>
                  <a:lnTo>
                    <a:pt x="12314" y="8042"/>
                  </a:lnTo>
                  <a:lnTo>
                    <a:pt x="13236" y="8383"/>
                  </a:lnTo>
                  <a:lnTo>
                    <a:pt x="14199" y="8704"/>
                  </a:lnTo>
                  <a:lnTo>
                    <a:pt x="15202" y="9025"/>
                  </a:lnTo>
                  <a:lnTo>
                    <a:pt x="16204" y="9346"/>
                  </a:lnTo>
                  <a:lnTo>
                    <a:pt x="17247" y="9647"/>
                  </a:lnTo>
                  <a:lnTo>
                    <a:pt x="18310" y="9947"/>
                  </a:lnTo>
                  <a:lnTo>
                    <a:pt x="19413" y="10248"/>
                  </a:lnTo>
                  <a:lnTo>
                    <a:pt x="19373" y="10128"/>
                  </a:lnTo>
                  <a:lnTo>
                    <a:pt x="19333" y="10008"/>
                  </a:lnTo>
                  <a:lnTo>
                    <a:pt x="19333" y="9988"/>
                  </a:lnTo>
                  <a:lnTo>
                    <a:pt x="19373" y="9827"/>
                  </a:lnTo>
                  <a:lnTo>
                    <a:pt x="19453" y="9546"/>
                  </a:lnTo>
                  <a:lnTo>
                    <a:pt x="19774" y="8704"/>
                  </a:lnTo>
                  <a:lnTo>
                    <a:pt x="20255" y="7501"/>
                  </a:lnTo>
                  <a:lnTo>
                    <a:pt x="20877" y="6037"/>
                  </a:lnTo>
                  <a:lnTo>
                    <a:pt x="19894" y="5836"/>
                  </a:lnTo>
                  <a:lnTo>
                    <a:pt x="18912" y="5616"/>
                  </a:lnTo>
                  <a:lnTo>
                    <a:pt x="17929" y="5375"/>
                  </a:lnTo>
                  <a:lnTo>
                    <a:pt x="16926" y="5134"/>
                  </a:lnTo>
                  <a:lnTo>
                    <a:pt x="15643" y="4793"/>
                  </a:lnTo>
                  <a:lnTo>
                    <a:pt x="15061" y="5535"/>
                  </a:lnTo>
                  <a:lnTo>
                    <a:pt x="14600" y="6097"/>
                  </a:lnTo>
                  <a:lnTo>
                    <a:pt x="14259" y="6498"/>
                  </a:lnTo>
                  <a:lnTo>
                    <a:pt x="14159" y="6598"/>
                  </a:lnTo>
                  <a:lnTo>
                    <a:pt x="14078" y="6659"/>
                  </a:lnTo>
                  <a:lnTo>
                    <a:pt x="13898" y="6739"/>
                  </a:lnTo>
                  <a:lnTo>
                    <a:pt x="13717" y="6799"/>
                  </a:lnTo>
                  <a:lnTo>
                    <a:pt x="13557" y="6819"/>
                  </a:lnTo>
                  <a:lnTo>
                    <a:pt x="13377" y="6839"/>
                  </a:lnTo>
                  <a:lnTo>
                    <a:pt x="13156" y="6819"/>
                  </a:lnTo>
                  <a:lnTo>
                    <a:pt x="12955" y="6759"/>
                  </a:lnTo>
                  <a:lnTo>
                    <a:pt x="12755" y="6699"/>
                  </a:lnTo>
                  <a:lnTo>
                    <a:pt x="12574" y="6598"/>
                  </a:lnTo>
                  <a:lnTo>
                    <a:pt x="12434" y="6458"/>
                  </a:lnTo>
                  <a:lnTo>
                    <a:pt x="12294" y="6318"/>
                  </a:lnTo>
                  <a:lnTo>
                    <a:pt x="12213" y="6157"/>
                  </a:lnTo>
                  <a:lnTo>
                    <a:pt x="12153" y="5977"/>
                  </a:lnTo>
                  <a:lnTo>
                    <a:pt x="12153" y="5957"/>
                  </a:lnTo>
                  <a:lnTo>
                    <a:pt x="12173" y="5856"/>
                  </a:lnTo>
                  <a:lnTo>
                    <a:pt x="12193" y="5716"/>
                  </a:lnTo>
                  <a:lnTo>
                    <a:pt x="12354" y="5295"/>
                  </a:lnTo>
                  <a:lnTo>
                    <a:pt x="12574" y="4693"/>
                  </a:lnTo>
                  <a:lnTo>
                    <a:pt x="12875" y="3951"/>
                  </a:lnTo>
                  <a:lnTo>
                    <a:pt x="11732" y="3570"/>
                  </a:lnTo>
                  <a:lnTo>
                    <a:pt x="10589" y="3169"/>
                  </a:lnTo>
                  <a:lnTo>
                    <a:pt x="9426" y="2748"/>
                  </a:lnTo>
                  <a:lnTo>
                    <a:pt x="8283" y="2287"/>
                  </a:lnTo>
                  <a:lnTo>
                    <a:pt x="7160" y="1805"/>
                  </a:lnTo>
                  <a:lnTo>
                    <a:pt x="6017" y="1304"/>
                  </a:lnTo>
                  <a:lnTo>
                    <a:pt x="4893" y="783"/>
                  </a:lnTo>
                  <a:lnTo>
                    <a:pt x="3791" y="221"/>
                  </a:lnTo>
                  <a:lnTo>
                    <a:pt x="3550" y="121"/>
                  </a:lnTo>
                  <a:lnTo>
                    <a:pt x="3329" y="41"/>
                  </a:lnTo>
                  <a:lnTo>
                    <a:pt x="3089" y="0"/>
                  </a:lnTo>
                  <a:close/>
                  <a:moveTo>
                    <a:pt x="61106" y="4152"/>
                  </a:moveTo>
                  <a:lnTo>
                    <a:pt x="60103" y="4453"/>
                  </a:lnTo>
                  <a:lnTo>
                    <a:pt x="59101" y="4753"/>
                  </a:lnTo>
                  <a:lnTo>
                    <a:pt x="58098" y="5014"/>
                  </a:lnTo>
                  <a:lnTo>
                    <a:pt x="57115" y="5275"/>
                  </a:lnTo>
                  <a:lnTo>
                    <a:pt x="57396" y="5977"/>
                  </a:lnTo>
                  <a:lnTo>
                    <a:pt x="57617" y="6538"/>
                  </a:lnTo>
                  <a:lnTo>
                    <a:pt x="57737" y="6939"/>
                  </a:lnTo>
                  <a:lnTo>
                    <a:pt x="57777" y="7060"/>
                  </a:lnTo>
                  <a:lnTo>
                    <a:pt x="57797" y="7160"/>
                  </a:lnTo>
                  <a:lnTo>
                    <a:pt x="57797" y="7180"/>
                  </a:lnTo>
                  <a:lnTo>
                    <a:pt x="57737" y="7360"/>
                  </a:lnTo>
                  <a:lnTo>
                    <a:pt x="57637" y="7521"/>
                  </a:lnTo>
                  <a:lnTo>
                    <a:pt x="57516" y="7661"/>
                  </a:lnTo>
                  <a:lnTo>
                    <a:pt x="57356" y="7782"/>
                  </a:lnTo>
                  <a:lnTo>
                    <a:pt x="57196" y="7882"/>
                  </a:lnTo>
                  <a:lnTo>
                    <a:pt x="56995" y="7962"/>
                  </a:lnTo>
                  <a:lnTo>
                    <a:pt x="56774" y="8002"/>
                  </a:lnTo>
                  <a:lnTo>
                    <a:pt x="56574" y="8022"/>
                  </a:lnTo>
                  <a:lnTo>
                    <a:pt x="56393" y="8022"/>
                  </a:lnTo>
                  <a:lnTo>
                    <a:pt x="56213" y="7982"/>
                  </a:lnTo>
                  <a:lnTo>
                    <a:pt x="56052" y="7942"/>
                  </a:lnTo>
                  <a:lnTo>
                    <a:pt x="55872" y="7862"/>
                  </a:lnTo>
                  <a:lnTo>
                    <a:pt x="55792" y="7802"/>
                  </a:lnTo>
                  <a:lnTo>
                    <a:pt x="55671" y="7681"/>
                  </a:lnTo>
                  <a:lnTo>
                    <a:pt x="55331" y="7280"/>
                  </a:lnTo>
                  <a:lnTo>
                    <a:pt x="54849" y="6699"/>
                  </a:lnTo>
                  <a:lnTo>
                    <a:pt x="54268" y="5937"/>
                  </a:lnTo>
                  <a:lnTo>
                    <a:pt x="52924" y="6197"/>
                  </a:lnTo>
                  <a:lnTo>
                    <a:pt x="51600" y="6458"/>
                  </a:lnTo>
                  <a:lnTo>
                    <a:pt x="50297" y="6679"/>
                  </a:lnTo>
                  <a:lnTo>
                    <a:pt x="49033" y="6859"/>
                  </a:lnTo>
                  <a:lnTo>
                    <a:pt x="47810" y="7040"/>
                  </a:lnTo>
                  <a:lnTo>
                    <a:pt x="46607" y="7200"/>
                  </a:lnTo>
                  <a:lnTo>
                    <a:pt x="45444" y="7320"/>
                  </a:lnTo>
                  <a:lnTo>
                    <a:pt x="44341" y="7441"/>
                  </a:lnTo>
                  <a:lnTo>
                    <a:pt x="43258" y="7521"/>
                  </a:lnTo>
                  <a:lnTo>
                    <a:pt x="42235" y="7601"/>
                  </a:lnTo>
                  <a:lnTo>
                    <a:pt x="40350" y="7721"/>
                  </a:lnTo>
                  <a:lnTo>
                    <a:pt x="38705" y="7782"/>
                  </a:lnTo>
                  <a:lnTo>
                    <a:pt x="37302" y="7802"/>
                  </a:lnTo>
                  <a:lnTo>
                    <a:pt x="36219" y="7782"/>
                  </a:lnTo>
                  <a:lnTo>
                    <a:pt x="34955" y="7741"/>
                  </a:lnTo>
                  <a:lnTo>
                    <a:pt x="33551" y="7681"/>
                  </a:lnTo>
                  <a:lnTo>
                    <a:pt x="32007" y="7581"/>
                  </a:lnTo>
                  <a:lnTo>
                    <a:pt x="30323" y="7441"/>
                  </a:lnTo>
                  <a:lnTo>
                    <a:pt x="28538" y="7260"/>
                  </a:lnTo>
                  <a:lnTo>
                    <a:pt x="26653" y="7020"/>
                  </a:lnTo>
                  <a:lnTo>
                    <a:pt x="24667" y="6739"/>
                  </a:lnTo>
                  <a:lnTo>
                    <a:pt x="23544" y="8223"/>
                  </a:lnTo>
                  <a:lnTo>
                    <a:pt x="22622" y="9446"/>
                  </a:lnTo>
                  <a:lnTo>
                    <a:pt x="21920" y="10308"/>
                  </a:lnTo>
                  <a:lnTo>
                    <a:pt x="21679" y="10589"/>
                  </a:lnTo>
                  <a:lnTo>
                    <a:pt x="21499" y="10750"/>
                  </a:lnTo>
                  <a:lnTo>
                    <a:pt x="23304" y="11131"/>
                  </a:lnTo>
                  <a:lnTo>
                    <a:pt x="24226" y="11291"/>
                  </a:lnTo>
                  <a:lnTo>
                    <a:pt x="25149" y="11472"/>
                  </a:lnTo>
                  <a:lnTo>
                    <a:pt x="26091" y="11612"/>
                  </a:lnTo>
                  <a:lnTo>
                    <a:pt x="27054" y="11772"/>
                  </a:lnTo>
                  <a:lnTo>
                    <a:pt x="28036" y="11893"/>
                  </a:lnTo>
                  <a:lnTo>
                    <a:pt x="29019" y="12033"/>
                  </a:lnTo>
                  <a:lnTo>
                    <a:pt x="30002" y="12133"/>
                  </a:lnTo>
                  <a:lnTo>
                    <a:pt x="31024" y="12234"/>
                  </a:lnTo>
                  <a:lnTo>
                    <a:pt x="32027" y="12314"/>
                  </a:lnTo>
                  <a:lnTo>
                    <a:pt x="33070" y="12394"/>
                  </a:lnTo>
                  <a:lnTo>
                    <a:pt x="34113" y="12434"/>
                  </a:lnTo>
                  <a:lnTo>
                    <a:pt x="35156" y="12474"/>
                  </a:lnTo>
                  <a:lnTo>
                    <a:pt x="36219" y="12514"/>
                  </a:lnTo>
                  <a:lnTo>
                    <a:pt x="38284" y="12514"/>
                  </a:lnTo>
                  <a:lnTo>
                    <a:pt x="39267" y="12494"/>
                  </a:lnTo>
                  <a:lnTo>
                    <a:pt x="40250" y="12454"/>
                  </a:lnTo>
                  <a:lnTo>
                    <a:pt x="41212" y="12414"/>
                  </a:lnTo>
                  <a:lnTo>
                    <a:pt x="42155" y="12354"/>
                  </a:lnTo>
                  <a:lnTo>
                    <a:pt x="43097" y="12274"/>
                  </a:lnTo>
                  <a:lnTo>
                    <a:pt x="44040" y="12194"/>
                  </a:lnTo>
                  <a:lnTo>
                    <a:pt x="44962" y="12093"/>
                  </a:lnTo>
                  <a:lnTo>
                    <a:pt x="46767" y="11873"/>
                  </a:lnTo>
                  <a:lnTo>
                    <a:pt x="48552" y="11612"/>
                  </a:lnTo>
                  <a:lnTo>
                    <a:pt x="50277" y="11311"/>
                  </a:lnTo>
                  <a:lnTo>
                    <a:pt x="51961" y="10990"/>
                  </a:lnTo>
                  <a:lnTo>
                    <a:pt x="53606" y="10629"/>
                  </a:lnTo>
                  <a:lnTo>
                    <a:pt x="55190" y="10248"/>
                  </a:lnTo>
                  <a:lnTo>
                    <a:pt x="56714" y="9827"/>
                  </a:lnTo>
                  <a:lnTo>
                    <a:pt x="58198" y="9406"/>
                  </a:lnTo>
                  <a:lnTo>
                    <a:pt x="59642" y="8965"/>
                  </a:lnTo>
                  <a:lnTo>
                    <a:pt x="61026" y="8504"/>
                  </a:lnTo>
                  <a:lnTo>
                    <a:pt x="62330" y="8022"/>
                  </a:lnTo>
                  <a:lnTo>
                    <a:pt x="63593" y="7561"/>
                  </a:lnTo>
                  <a:lnTo>
                    <a:pt x="62410" y="5957"/>
                  </a:lnTo>
                  <a:lnTo>
                    <a:pt x="61106" y="4152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5" name="Google Shape;7255;p34"/>
            <p:cNvSpPr/>
            <p:nvPr/>
          </p:nvSpPr>
          <p:spPr>
            <a:xfrm>
              <a:off x="8364975" y="5252175"/>
              <a:ext cx="521925" cy="256225"/>
            </a:xfrm>
            <a:custGeom>
              <a:avLst/>
              <a:gdLst/>
              <a:ahLst/>
              <a:cxnLst/>
              <a:rect l="l" t="t" r="r" b="b"/>
              <a:pathLst>
                <a:path w="20877" h="10249" fill="none" extrusionOk="0">
                  <a:moveTo>
                    <a:pt x="2848" y="0"/>
                  </a:moveTo>
                  <a:lnTo>
                    <a:pt x="2848" y="0"/>
                  </a:lnTo>
                  <a:lnTo>
                    <a:pt x="2587" y="20"/>
                  </a:lnTo>
                  <a:lnTo>
                    <a:pt x="2327" y="61"/>
                  </a:lnTo>
                  <a:lnTo>
                    <a:pt x="2066" y="121"/>
                  </a:lnTo>
                  <a:lnTo>
                    <a:pt x="1805" y="201"/>
                  </a:lnTo>
                  <a:lnTo>
                    <a:pt x="1564" y="321"/>
                  </a:lnTo>
                  <a:lnTo>
                    <a:pt x="1324" y="442"/>
                  </a:lnTo>
                  <a:lnTo>
                    <a:pt x="1103" y="582"/>
                  </a:lnTo>
                  <a:lnTo>
                    <a:pt x="903" y="722"/>
                  </a:lnTo>
                  <a:lnTo>
                    <a:pt x="702" y="863"/>
                  </a:lnTo>
                  <a:lnTo>
                    <a:pt x="522" y="1023"/>
                  </a:lnTo>
                  <a:lnTo>
                    <a:pt x="381" y="1164"/>
                  </a:lnTo>
                  <a:lnTo>
                    <a:pt x="241" y="1324"/>
                  </a:lnTo>
                  <a:lnTo>
                    <a:pt x="141" y="1464"/>
                  </a:lnTo>
                  <a:lnTo>
                    <a:pt x="60" y="1585"/>
                  </a:lnTo>
                  <a:lnTo>
                    <a:pt x="20" y="1705"/>
                  </a:lnTo>
                  <a:lnTo>
                    <a:pt x="0" y="1805"/>
                  </a:lnTo>
                  <a:lnTo>
                    <a:pt x="0" y="1805"/>
                  </a:lnTo>
                  <a:lnTo>
                    <a:pt x="0" y="1865"/>
                  </a:lnTo>
                  <a:lnTo>
                    <a:pt x="0" y="1865"/>
                  </a:lnTo>
                  <a:lnTo>
                    <a:pt x="40" y="1906"/>
                  </a:lnTo>
                  <a:lnTo>
                    <a:pt x="121" y="1986"/>
                  </a:lnTo>
                  <a:lnTo>
                    <a:pt x="381" y="2206"/>
                  </a:lnTo>
                  <a:lnTo>
                    <a:pt x="822" y="2527"/>
                  </a:lnTo>
                  <a:lnTo>
                    <a:pt x="1424" y="2908"/>
                  </a:lnTo>
                  <a:lnTo>
                    <a:pt x="2166" y="3370"/>
                  </a:lnTo>
                  <a:lnTo>
                    <a:pt x="3069" y="3891"/>
                  </a:lnTo>
                  <a:lnTo>
                    <a:pt x="4131" y="4453"/>
                  </a:lnTo>
                  <a:lnTo>
                    <a:pt x="5315" y="5074"/>
                  </a:lnTo>
                  <a:lnTo>
                    <a:pt x="6638" y="5716"/>
                  </a:lnTo>
                  <a:lnTo>
                    <a:pt x="8102" y="6358"/>
                  </a:lnTo>
                  <a:lnTo>
                    <a:pt x="9687" y="7040"/>
                  </a:lnTo>
                  <a:lnTo>
                    <a:pt x="10529" y="7380"/>
                  </a:lnTo>
                  <a:lnTo>
                    <a:pt x="11411" y="7721"/>
                  </a:lnTo>
                  <a:lnTo>
                    <a:pt x="12314" y="8042"/>
                  </a:lnTo>
                  <a:lnTo>
                    <a:pt x="13236" y="8383"/>
                  </a:lnTo>
                  <a:lnTo>
                    <a:pt x="14199" y="8704"/>
                  </a:lnTo>
                  <a:lnTo>
                    <a:pt x="15202" y="9025"/>
                  </a:lnTo>
                  <a:lnTo>
                    <a:pt x="16204" y="9346"/>
                  </a:lnTo>
                  <a:lnTo>
                    <a:pt x="17247" y="9647"/>
                  </a:lnTo>
                  <a:lnTo>
                    <a:pt x="18310" y="9947"/>
                  </a:lnTo>
                  <a:lnTo>
                    <a:pt x="19413" y="10248"/>
                  </a:lnTo>
                  <a:lnTo>
                    <a:pt x="19413" y="10248"/>
                  </a:lnTo>
                  <a:lnTo>
                    <a:pt x="19373" y="10128"/>
                  </a:lnTo>
                  <a:lnTo>
                    <a:pt x="19333" y="10008"/>
                  </a:lnTo>
                  <a:lnTo>
                    <a:pt x="19333" y="10008"/>
                  </a:lnTo>
                  <a:lnTo>
                    <a:pt x="19333" y="9988"/>
                  </a:lnTo>
                  <a:lnTo>
                    <a:pt x="19333" y="9988"/>
                  </a:lnTo>
                  <a:lnTo>
                    <a:pt x="19373" y="9827"/>
                  </a:lnTo>
                  <a:lnTo>
                    <a:pt x="19453" y="9546"/>
                  </a:lnTo>
                  <a:lnTo>
                    <a:pt x="19774" y="8704"/>
                  </a:lnTo>
                  <a:lnTo>
                    <a:pt x="20255" y="7501"/>
                  </a:lnTo>
                  <a:lnTo>
                    <a:pt x="20877" y="6037"/>
                  </a:lnTo>
                  <a:lnTo>
                    <a:pt x="20877" y="6037"/>
                  </a:lnTo>
                  <a:lnTo>
                    <a:pt x="19894" y="5836"/>
                  </a:lnTo>
                  <a:lnTo>
                    <a:pt x="18912" y="5616"/>
                  </a:lnTo>
                  <a:lnTo>
                    <a:pt x="17929" y="5375"/>
                  </a:lnTo>
                  <a:lnTo>
                    <a:pt x="16926" y="5134"/>
                  </a:lnTo>
                  <a:lnTo>
                    <a:pt x="16926" y="5134"/>
                  </a:lnTo>
                  <a:lnTo>
                    <a:pt x="15643" y="4793"/>
                  </a:lnTo>
                  <a:lnTo>
                    <a:pt x="15643" y="4793"/>
                  </a:lnTo>
                  <a:lnTo>
                    <a:pt x="15061" y="5535"/>
                  </a:lnTo>
                  <a:lnTo>
                    <a:pt x="14600" y="6097"/>
                  </a:lnTo>
                  <a:lnTo>
                    <a:pt x="14259" y="6498"/>
                  </a:lnTo>
                  <a:lnTo>
                    <a:pt x="14159" y="6598"/>
                  </a:lnTo>
                  <a:lnTo>
                    <a:pt x="14078" y="6659"/>
                  </a:lnTo>
                  <a:lnTo>
                    <a:pt x="14078" y="6659"/>
                  </a:lnTo>
                  <a:lnTo>
                    <a:pt x="13898" y="6739"/>
                  </a:lnTo>
                  <a:lnTo>
                    <a:pt x="13717" y="6799"/>
                  </a:lnTo>
                  <a:lnTo>
                    <a:pt x="13557" y="6819"/>
                  </a:lnTo>
                  <a:lnTo>
                    <a:pt x="13377" y="6839"/>
                  </a:lnTo>
                  <a:lnTo>
                    <a:pt x="13377" y="6839"/>
                  </a:lnTo>
                  <a:lnTo>
                    <a:pt x="13156" y="6819"/>
                  </a:lnTo>
                  <a:lnTo>
                    <a:pt x="12955" y="6759"/>
                  </a:lnTo>
                  <a:lnTo>
                    <a:pt x="12755" y="6699"/>
                  </a:lnTo>
                  <a:lnTo>
                    <a:pt x="12574" y="6598"/>
                  </a:lnTo>
                  <a:lnTo>
                    <a:pt x="12434" y="6458"/>
                  </a:lnTo>
                  <a:lnTo>
                    <a:pt x="12294" y="6318"/>
                  </a:lnTo>
                  <a:lnTo>
                    <a:pt x="12213" y="6157"/>
                  </a:lnTo>
                  <a:lnTo>
                    <a:pt x="12153" y="5977"/>
                  </a:lnTo>
                  <a:lnTo>
                    <a:pt x="12153" y="5977"/>
                  </a:lnTo>
                  <a:lnTo>
                    <a:pt x="12153" y="5957"/>
                  </a:lnTo>
                  <a:lnTo>
                    <a:pt x="12153" y="5957"/>
                  </a:lnTo>
                  <a:lnTo>
                    <a:pt x="12173" y="5856"/>
                  </a:lnTo>
                  <a:lnTo>
                    <a:pt x="12193" y="5716"/>
                  </a:lnTo>
                  <a:lnTo>
                    <a:pt x="12354" y="5295"/>
                  </a:lnTo>
                  <a:lnTo>
                    <a:pt x="12574" y="4693"/>
                  </a:lnTo>
                  <a:lnTo>
                    <a:pt x="12875" y="3951"/>
                  </a:lnTo>
                  <a:lnTo>
                    <a:pt x="12875" y="3951"/>
                  </a:lnTo>
                  <a:lnTo>
                    <a:pt x="11732" y="3570"/>
                  </a:lnTo>
                  <a:lnTo>
                    <a:pt x="10589" y="3169"/>
                  </a:lnTo>
                  <a:lnTo>
                    <a:pt x="9426" y="2748"/>
                  </a:lnTo>
                  <a:lnTo>
                    <a:pt x="8283" y="2287"/>
                  </a:lnTo>
                  <a:lnTo>
                    <a:pt x="7160" y="1805"/>
                  </a:lnTo>
                  <a:lnTo>
                    <a:pt x="6017" y="1304"/>
                  </a:lnTo>
                  <a:lnTo>
                    <a:pt x="4893" y="783"/>
                  </a:lnTo>
                  <a:lnTo>
                    <a:pt x="3791" y="221"/>
                  </a:lnTo>
                  <a:lnTo>
                    <a:pt x="3791" y="221"/>
                  </a:lnTo>
                  <a:lnTo>
                    <a:pt x="3550" y="121"/>
                  </a:lnTo>
                  <a:lnTo>
                    <a:pt x="3329" y="41"/>
                  </a:lnTo>
                  <a:lnTo>
                    <a:pt x="3089" y="0"/>
                  </a:lnTo>
                  <a:lnTo>
                    <a:pt x="2848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6" name="Google Shape;7256;p34"/>
            <p:cNvSpPr/>
            <p:nvPr/>
          </p:nvSpPr>
          <p:spPr>
            <a:xfrm>
              <a:off x="9997400" y="5252175"/>
              <a:ext cx="232650" cy="155450"/>
            </a:xfrm>
            <a:custGeom>
              <a:avLst/>
              <a:gdLst/>
              <a:ahLst/>
              <a:cxnLst/>
              <a:rect l="l" t="t" r="r" b="b"/>
              <a:pathLst>
                <a:path w="9306" h="6218" fill="none" extrusionOk="0">
                  <a:moveTo>
                    <a:pt x="6458" y="0"/>
                  </a:moveTo>
                  <a:lnTo>
                    <a:pt x="6458" y="0"/>
                  </a:lnTo>
                  <a:lnTo>
                    <a:pt x="6217" y="0"/>
                  </a:lnTo>
                  <a:lnTo>
                    <a:pt x="5977" y="41"/>
                  </a:lnTo>
                  <a:lnTo>
                    <a:pt x="5736" y="121"/>
                  </a:lnTo>
                  <a:lnTo>
                    <a:pt x="5516" y="221"/>
                  </a:lnTo>
                  <a:lnTo>
                    <a:pt x="5516" y="221"/>
                  </a:lnTo>
                  <a:lnTo>
                    <a:pt x="4152" y="903"/>
                  </a:lnTo>
                  <a:lnTo>
                    <a:pt x="2788" y="1545"/>
                  </a:lnTo>
                  <a:lnTo>
                    <a:pt x="1404" y="2126"/>
                  </a:lnTo>
                  <a:lnTo>
                    <a:pt x="1" y="2688"/>
                  </a:lnTo>
                  <a:lnTo>
                    <a:pt x="1" y="2688"/>
                  </a:lnTo>
                  <a:lnTo>
                    <a:pt x="823" y="4533"/>
                  </a:lnTo>
                  <a:lnTo>
                    <a:pt x="1565" y="6217"/>
                  </a:lnTo>
                  <a:lnTo>
                    <a:pt x="1565" y="6217"/>
                  </a:lnTo>
                  <a:lnTo>
                    <a:pt x="2447" y="5796"/>
                  </a:lnTo>
                  <a:lnTo>
                    <a:pt x="3290" y="5415"/>
                  </a:lnTo>
                  <a:lnTo>
                    <a:pt x="4072" y="5014"/>
                  </a:lnTo>
                  <a:lnTo>
                    <a:pt x="4814" y="4653"/>
                  </a:lnTo>
                  <a:lnTo>
                    <a:pt x="6137" y="3951"/>
                  </a:lnTo>
                  <a:lnTo>
                    <a:pt x="7240" y="3309"/>
                  </a:lnTo>
                  <a:lnTo>
                    <a:pt x="8103" y="2768"/>
                  </a:lnTo>
                  <a:lnTo>
                    <a:pt x="8744" y="2347"/>
                  </a:lnTo>
                  <a:lnTo>
                    <a:pt x="9145" y="2026"/>
                  </a:lnTo>
                  <a:lnTo>
                    <a:pt x="9266" y="1926"/>
                  </a:lnTo>
                  <a:lnTo>
                    <a:pt x="9306" y="1865"/>
                  </a:lnTo>
                  <a:lnTo>
                    <a:pt x="9306" y="1865"/>
                  </a:lnTo>
                  <a:lnTo>
                    <a:pt x="9306" y="1825"/>
                  </a:lnTo>
                  <a:lnTo>
                    <a:pt x="9306" y="1825"/>
                  </a:lnTo>
                  <a:lnTo>
                    <a:pt x="9286" y="1725"/>
                  </a:lnTo>
                  <a:lnTo>
                    <a:pt x="9246" y="1605"/>
                  </a:lnTo>
                  <a:lnTo>
                    <a:pt x="9166" y="1464"/>
                  </a:lnTo>
                  <a:lnTo>
                    <a:pt x="9065" y="1324"/>
                  </a:lnTo>
                  <a:lnTo>
                    <a:pt x="8925" y="1184"/>
                  </a:lnTo>
                  <a:lnTo>
                    <a:pt x="8784" y="1023"/>
                  </a:lnTo>
                  <a:lnTo>
                    <a:pt x="8604" y="863"/>
                  </a:lnTo>
                  <a:lnTo>
                    <a:pt x="8403" y="722"/>
                  </a:lnTo>
                  <a:lnTo>
                    <a:pt x="8203" y="582"/>
                  </a:lnTo>
                  <a:lnTo>
                    <a:pt x="7982" y="442"/>
                  </a:lnTo>
                  <a:lnTo>
                    <a:pt x="7742" y="321"/>
                  </a:lnTo>
                  <a:lnTo>
                    <a:pt x="7501" y="221"/>
                  </a:lnTo>
                  <a:lnTo>
                    <a:pt x="7240" y="121"/>
                  </a:lnTo>
                  <a:lnTo>
                    <a:pt x="6980" y="61"/>
                  </a:lnTo>
                  <a:lnTo>
                    <a:pt x="6719" y="20"/>
                  </a:lnTo>
                  <a:lnTo>
                    <a:pt x="6458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7" name="Google Shape;7257;p34"/>
            <p:cNvSpPr/>
            <p:nvPr/>
          </p:nvSpPr>
          <p:spPr>
            <a:xfrm>
              <a:off x="8848275" y="5029575"/>
              <a:ext cx="397100" cy="496375"/>
            </a:xfrm>
            <a:custGeom>
              <a:avLst/>
              <a:gdLst/>
              <a:ahLst/>
              <a:cxnLst/>
              <a:rect l="l" t="t" r="r" b="b"/>
              <a:pathLst>
                <a:path w="15884" h="19855" extrusionOk="0">
                  <a:moveTo>
                    <a:pt x="8323" y="0"/>
                  </a:moveTo>
                  <a:lnTo>
                    <a:pt x="7000" y="2848"/>
                  </a:lnTo>
                  <a:lnTo>
                    <a:pt x="5656" y="5796"/>
                  </a:lnTo>
                  <a:lnTo>
                    <a:pt x="4112" y="9185"/>
                  </a:lnTo>
                  <a:lnTo>
                    <a:pt x="2568" y="12594"/>
                  </a:lnTo>
                  <a:lnTo>
                    <a:pt x="1244" y="15643"/>
                  </a:lnTo>
                  <a:lnTo>
                    <a:pt x="723" y="16886"/>
                  </a:lnTo>
                  <a:lnTo>
                    <a:pt x="322" y="17889"/>
                  </a:lnTo>
                  <a:lnTo>
                    <a:pt x="81" y="18571"/>
                  </a:lnTo>
                  <a:lnTo>
                    <a:pt x="21" y="18791"/>
                  </a:lnTo>
                  <a:lnTo>
                    <a:pt x="1" y="18912"/>
                  </a:lnTo>
                  <a:lnTo>
                    <a:pt x="41" y="19052"/>
                  </a:lnTo>
                  <a:lnTo>
                    <a:pt x="101" y="19172"/>
                  </a:lnTo>
                  <a:lnTo>
                    <a:pt x="161" y="19293"/>
                  </a:lnTo>
                  <a:lnTo>
                    <a:pt x="241" y="19393"/>
                  </a:lnTo>
                  <a:lnTo>
                    <a:pt x="342" y="19493"/>
                  </a:lnTo>
                  <a:lnTo>
                    <a:pt x="462" y="19573"/>
                  </a:lnTo>
                  <a:lnTo>
                    <a:pt x="582" y="19654"/>
                  </a:lnTo>
                  <a:lnTo>
                    <a:pt x="723" y="19714"/>
                  </a:lnTo>
                  <a:lnTo>
                    <a:pt x="883" y="19774"/>
                  </a:lnTo>
                  <a:lnTo>
                    <a:pt x="1044" y="19814"/>
                  </a:lnTo>
                  <a:lnTo>
                    <a:pt x="1224" y="19854"/>
                  </a:lnTo>
                  <a:lnTo>
                    <a:pt x="1384" y="19854"/>
                  </a:lnTo>
                  <a:lnTo>
                    <a:pt x="1585" y="19834"/>
                  </a:lnTo>
                  <a:lnTo>
                    <a:pt x="1766" y="19814"/>
                  </a:lnTo>
                  <a:lnTo>
                    <a:pt x="1946" y="19754"/>
                  </a:lnTo>
                  <a:lnTo>
                    <a:pt x="2127" y="19674"/>
                  </a:lnTo>
                  <a:lnTo>
                    <a:pt x="2207" y="19614"/>
                  </a:lnTo>
                  <a:lnTo>
                    <a:pt x="2307" y="19513"/>
                  </a:lnTo>
                  <a:lnTo>
                    <a:pt x="2628" y="19152"/>
                  </a:lnTo>
                  <a:lnTo>
                    <a:pt x="3049" y="18631"/>
                  </a:lnTo>
                  <a:lnTo>
                    <a:pt x="3590" y="17969"/>
                  </a:lnTo>
                  <a:lnTo>
                    <a:pt x="4894" y="16224"/>
                  </a:lnTo>
                  <a:lnTo>
                    <a:pt x="6458" y="14119"/>
                  </a:lnTo>
                  <a:lnTo>
                    <a:pt x="8183" y="11752"/>
                  </a:lnTo>
                  <a:lnTo>
                    <a:pt x="9928" y="9306"/>
                  </a:lnTo>
                  <a:lnTo>
                    <a:pt x="13177" y="4753"/>
                  </a:lnTo>
                  <a:lnTo>
                    <a:pt x="15884" y="923"/>
                  </a:lnTo>
                  <a:lnTo>
                    <a:pt x="83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8" name="Google Shape;7258;p34"/>
            <p:cNvSpPr/>
            <p:nvPr/>
          </p:nvSpPr>
          <p:spPr>
            <a:xfrm>
              <a:off x="8848275" y="5029575"/>
              <a:ext cx="397100" cy="496375"/>
            </a:xfrm>
            <a:custGeom>
              <a:avLst/>
              <a:gdLst/>
              <a:ahLst/>
              <a:cxnLst/>
              <a:rect l="l" t="t" r="r" b="b"/>
              <a:pathLst>
                <a:path w="15884" h="19855" fill="none" extrusionOk="0">
                  <a:moveTo>
                    <a:pt x="15884" y="923"/>
                  </a:moveTo>
                  <a:lnTo>
                    <a:pt x="15884" y="923"/>
                  </a:lnTo>
                  <a:lnTo>
                    <a:pt x="13177" y="4753"/>
                  </a:lnTo>
                  <a:lnTo>
                    <a:pt x="13177" y="4753"/>
                  </a:lnTo>
                  <a:lnTo>
                    <a:pt x="9928" y="9306"/>
                  </a:lnTo>
                  <a:lnTo>
                    <a:pt x="8183" y="11752"/>
                  </a:lnTo>
                  <a:lnTo>
                    <a:pt x="6458" y="14119"/>
                  </a:lnTo>
                  <a:lnTo>
                    <a:pt x="4894" y="16224"/>
                  </a:lnTo>
                  <a:lnTo>
                    <a:pt x="3590" y="17969"/>
                  </a:lnTo>
                  <a:lnTo>
                    <a:pt x="3049" y="18631"/>
                  </a:lnTo>
                  <a:lnTo>
                    <a:pt x="2628" y="19152"/>
                  </a:lnTo>
                  <a:lnTo>
                    <a:pt x="2307" y="19513"/>
                  </a:lnTo>
                  <a:lnTo>
                    <a:pt x="2207" y="19614"/>
                  </a:lnTo>
                  <a:lnTo>
                    <a:pt x="2127" y="19674"/>
                  </a:lnTo>
                  <a:lnTo>
                    <a:pt x="2127" y="19674"/>
                  </a:lnTo>
                  <a:lnTo>
                    <a:pt x="1946" y="19754"/>
                  </a:lnTo>
                  <a:lnTo>
                    <a:pt x="1766" y="19814"/>
                  </a:lnTo>
                  <a:lnTo>
                    <a:pt x="1585" y="19834"/>
                  </a:lnTo>
                  <a:lnTo>
                    <a:pt x="1384" y="19854"/>
                  </a:lnTo>
                  <a:lnTo>
                    <a:pt x="1224" y="19854"/>
                  </a:lnTo>
                  <a:lnTo>
                    <a:pt x="1044" y="19814"/>
                  </a:lnTo>
                  <a:lnTo>
                    <a:pt x="883" y="19774"/>
                  </a:lnTo>
                  <a:lnTo>
                    <a:pt x="723" y="19714"/>
                  </a:lnTo>
                  <a:lnTo>
                    <a:pt x="723" y="19714"/>
                  </a:lnTo>
                  <a:lnTo>
                    <a:pt x="582" y="19654"/>
                  </a:lnTo>
                  <a:lnTo>
                    <a:pt x="462" y="19573"/>
                  </a:lnTo>
                  <a:lnTo>
                    <a:pt x="342" y="19493"/>
                  </a:lnTo>
                  <a:lnTo>
                    <a:pt x="241" y="19393"/>
                  </a:lnTo>
                  <a:lnTo>
                    <a:pt x="161" y="19293"/>
                  </a:lnTo>
                  <a:lnTo>
                    <a:pt x="101" y="19172"/>
                  </a:lnTo>
                  <a:lnTo>
                    <a:pt x="41" y="19052"/>
                  </a:lnTo>
                  <a:lnTo>
                    <a:pt x="1" y="18912"/>
                  </a:lnTo>
                  <a:lnTo>
                    <a:pt x="1" y="18912"/>
                  </a:lnTo>
                  <a:lnTo>
                    <a:pt x="21" y="18791"/>
                  </a:lnTo>
                  <a:lnTo>
                    <a:pt x="81" y="18571"/>
                  </a:lnTo>
                  <a:lnTo>
                    <a:pt x="322" y="17889"/>
                  </a:lnTo>
                  <a:lnTo>
                    <a:pt x="723" y="16886"/>
                  </a:lnTo>
                  <a:lnTo>
                    <a:pt x="1244" y="15643"/>
                  </a:lnTo>
                  <a:lnTo>
                    <a:pt x="2568" y="12594"/>
                  </a:lnTo>
                  <a:lnTo>
                    <a:pt x="4112" y="9185"/>
                  </a:lnTo>
                  <a:lnTo>
                    <a:pt x="5656" y="5796"/>
                  </a:lnTo>
                  <a:lnTo>
                    <a:pt x="7000" y="2848"/>
                  </a:lnTo>
                  <a:lnTo>
                    <a:pt x="8323" y="0"/>
                  </a:lnTo>
                  <a:lnTo>
                    <a:pt x="15884" y="92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9" name="Google Shape;7259;p34"/>
            <p:cNvSpPr/>
            <p:nvPr/>
          </p:nvSpPr>
          <p:spPr>
            <a:xfrm>
              <a:off x="8848275" y="5119825"/>
              <a:ext cx="340950" cy="402600"/>
            </a:xfrm>
            <a:custGeom>
              <a:avLst/>
              <a:gdLst/>
              <a:ahLst/>
              <a:cxnLst/>
              <a:rect l="l" t="t" r="r" b="b"/>
              <a:pathLst>
                <a:path w="13638" h="16104" extrusionOk="0">
                  <a:moveTo>
                    <a:pt x="6659" y="0"/>
                  </a:moveTo>
                  <a:lnTo>
                    <a:pt x="5435" y="2667"/>
                  </a:lnTo>
                  <a:lnTo>
                    <a:pt x="4092" y="5635"/>
                  </a:lnTo>
                  <a:lnTo>
                    <a:pt x="2748" y="8603"/>
                  </a:lnTo>
                  <a:lnTo>
                    <a:pt x="1545" y="11331"/>
                  </a:lnTo>
                  <a:lnTo>
                    <a:pt x="923" y="12795"/>
                  </a:lnTo>
                  <a:lnTo>
                    <a:pt x="442" y="13998"/>
                  </a:lnTo>
                  <a:lnTo>
                    <a:pt x="121" y="14840"/>
                  </a:lnTo>
                  <a:lnTo>
                    <a:pt x="41" y="15121"/>
                  </a:lnTo>
                  <a:lnTo>
                    <a:pt x="1" y="15282"/>
                  </a:lnTo>
                  <a:lnTo>
                    <a:pt x="1" y="15302"/>
                  </a:lnTo>
                  <a:lnTo>
                    <a:pt x="41" y="15442"/>
                  </a:lnTo>
                  <a:lnTo>
                    <a:pt x="101" y="15562"/>
                  </a:lnTo>
                  <a:lnTo>
                    <a:pt x="161" y="15683"/>
                  </a:lnTo>
                  <a:lnTo>
                    <a:pt x="241" y="15783"/>
                  </a:lnTo>
                  <a:lnTo>
                    <a:pt x="342" y="15883"/>
                  </a:lnTo>
                  <a:lnTo>
                    <a:pt x="462" y="15963"/>
                  </a:lnTo>
                  <a:lnTo>
                    <a:pt x="582" y="16044"/>
                  </a:lnTo>
                  <a:lnTo>
                    <a:pt x="723" y="16104"/>
                  </a:lnTo>
                  <a:lnTo>
                    <a:pt x="763" y="15703"/>
                  </a:lnTo>
                  <a:lnTo>
                    <a:pt x="843" y="15282"/>
                  </a:lnTo>
                  <a:lnTo>
                    <a:pt x="923" y="14880"/>
                  </a:lnTo>
                  <a:lnTo>
                    <a:pt x="1024" y="14479"/>
                  </a:lnTo>
                  <a:lnTo>
                    <a:pt x="1144" y="14058"/>
                  </a:lnTo>
                  <a:lnTo>
                    <a:pt x="1264" y="13677"/>
                  </a:lnTo>
                  <a:lnTo>
                    <a:pt x="1565" y="12875"/>
                  </a:lnTo>
                  <a:lnTo>
                    <a:pt x="1886" y="12093"/>
                  </a:lnTo>
                  <a:lnTo>
                    <a:pt x="2247" y="11331"/>
                  </a:lnTo>
                  <a:lnTo>
                    <a:pt x="2608" y="10589"/>
                  </a:lnTo>
                  <a:lnTo>
                    <a:pt x="3009" y="9847"/>
                  </a:lnTo>
                  <a:lnTo>
                    <a:pt x="3831" y="8383"/>
                  </a:lnTo>
                  <a:lnTo>
                    <a:pt x="4252" y="7661"/>
                  </a:lnTo>
                  <a:lnTo>
                    <a:pt x="4693" y="6939"/>
                  </a:lnTo>
                  <a:lnTo>
                    <a:pt x="5175" y="6217"/>
                  </a:lnTo>
                  <a:lnTo>
                    <a:pt x="5676" y="5535"/>
                  </a:lnTo>
                  <a:lnTo>
                    <a:pt x="5937" y="5214"/>
                  </a:lnTo>
                  <a:lnTo>
                    <a:pt x="6198" y="4893"/>
                  </a:lnTo>
                  <a:lnTo>
                    <a:pt x="6478" y="4572"/>
                  </a:lnTo>
                  <a:lnTo>
                    <a:pt x="6779" y="4272"/>
                  </a:lnTo>
                  <a:lnTo>
                    <a:pt x="7120" y="3951"/>
                  </a:lnTo>
                  <a:lnTo>
                    <a:pt x="7461" y="3630"/>
                  </a:lnTo>
                  <a:lnTo>
                    <a:pt x="7822" y="3349"/>
                  </a:lnTo>
                  <a:lnTo>
                    <a:pt x="8203" y="3088"/>
                  </a:lnTo>
                  <a:lnTo>
                    <a:pt x="8584" y="2828"/>
                  </a:lnTo>
                  <a:lnTo>
                    <a:pt x="8965" y="2607"/>
                  </a:lnTo>
                  <a:lnTo>
                    <a:pt x="9366" y="2387"/>
                  </a:lnTo>
                  <a:lnTo>
                    <a:pt x="9767" y="2206"/>
                  </a:lnTo>
                  <a:lnTo>
                    <a:pt x="10168" y="2026"/>
                  </a:lnTo>
                  <a:lnTo>
                    <a:pt x="10589" y="1845"/>
                  </a:lnTo>
                  <a:lnTo>
                    <a:pt x="11011" y="1705"/>
                  </a:lnTo>
                  <a:lnTo>
                    <a:pt x="11432" y="1564"/>
                  </a:lnTo>
                  <a:lnTo>
                    <a:pt x="11853" y="1444"/>
                  </a:lnTo>
                  <a:lnTo>
                    <a:pt x="12294" y="1324"/>
                  </a:lnTo>
                  <a:lnTo>
                    <a:pt x="13177" y="1143"/>
                  </a:lnTo>
                  <a:lnTo>
                    <a:pt x="13638" y="501"/>
                  </a:lnTo>
                  <a:lnTo>
                    <a:pt x="11893" y="421"/>
                  </a:lnTo>
                  <a:lnTo>
                    <a:pt x="10148" y="301"/>
                  </a:lnTo>
                  <a:lnTo>
                    <a:pt x="8384" y="180"/>
                  </a:lnTo>
                  <a:lnTo>
                    <a:pt x="6659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0" name="Google Shape;7260;p34"/>
            <p:cNvSpPr/>
            <p:nvPr/>
          </p:nvSpPr>
          <p:spPr>
            <a:xfrm>
              <a:off x="8848275" y="5119825"/>
              <a:ext cx="340950" cy="402600"/>
            </a:xfrm>
            <a:custGeom>
              <a:avLst/>
              <a:gdLst/>
              <a:ahLst/>
              <a:cxnLst/>
              <a:rect l="l" t="t" r="r" b="b"/>
              <a:pathLst>
                <a:path w="13638" h="16104" fill="none" extrusionOk="0">
                  <a:moveTo>
                    <a:pt x="6659" y="0"/>
                  </a:moveTo>
                  <a:lnTo>
                    <a:pt x="6659" y="0"/>
                  </a:lnTo>
                  <a:lnTo>
                    <a:pt x="5435" y="2667"/>
                  </a:lnTo>
                  <a:lnTo>
                    <a:pt x="4092" y="5635"/>
                  </a:lnTo>
                  <a:lnTo>
                    <a:pt x="2748" y="8603"/>
                  </a:lnTo>
                  <a:lnTo>
                    <a:pt x="1545" y="11331"/>
                  </a:lnTo>
                  <a:lnTo>
                    <a:pt x="1545" y="11331"/>
                  </a:lnTo>
                  <a:lnTo>
                    <a:pt x="923" y="12795"/>
                  </a:lnTo>
                  <a:lnTo>
                    <a:pt x="442" y="13998"/>
                  </a:lnTo>
                  <a:lnTo>
                    <a:pt x="121" y="14840"/>
                  </a:lnTo>
                  <a:lnTo>
                    <a:pt x="41" y="15121"/>
                  </a:lnTo>
                  <a:lnTo>
                    <a:pt x="1" y="15282"/>
                  </a:lnTo>
                  <a:lnTo>
                    <a:pt x="1" y="15282"/>
                  </a:lnTo>
                  <a:lnTo>
                    <a:pt x="1" y="15302"/>
                  </a:lnTo>
                  <a:lnTo>
                    <a:pt x="1" y="15302"/>
                  </a:lnTo>
                  <a:lnTo>
                    <a:pt x="41" y="15442"/>
                  </a:lnTo>
                  <a:lnTo>
                    <a:pt x="101" y="15562"/>
                  </a:lnTo>
                  <a:lnTo>
                    <a:pt x="161" y="15683"/>
                  </a:lnTo>
                  <a:lnTo>
                    <a:pt x="241" y="15783"/>
                  </a:lnTo>
                  <a:lnTo>
                    <a:pt x="342" y="15883"/>
                  </a:lnTo>
                  <a:lnTo>
                    <a:pt x="462" y="15963"/>
                  </a:lnTo>
                  <a:lnTo>
                    <a:pt x="582" y="16044"/>
                  </a:lnTo>
                  <a:lnTo>
                    <a:pt x="723" y="16104"/>
                  </a:lnTo>
                  <a:lnTo>
                    <a:pt x="723" y="16104"/>
                  </a:lnTo>
                  <a:lnTo>
                    <a:pt x="763" y="15703"/>
                  </a:lnTo>
                  <a:lnTo>
                    <a:pt x="843" y="15282"/>
                  </a:lnTo>
                  <a:lnTo>
                    <a:pt x="923" y="14880"/>
                  </a:lnTo>
                  <a:lnTo>
                    <a:pt x="1024" y="14479"/>
                  </a:lnTo>
                  <a:lnTo>
                    <a:pt x="1144" y="14058"/>
                  </a:lnTo>
                  <a:lnTo>
                    <a:pt x="1264" y="13677"/>
                  </a:lnTo>
                  <a:lnTo>
                    <a:pt x="1565" y="12875"/>
                  </a:lnTo>
                  <a:lnTo>
                    <a:pt x="1886" y="12093"/>
                  </a:lnTo>
                  <a:lnTo>
                    <a:pt x="2247" y="11331"/>
                  </a:lnTo>
                  <a:lnTo>
                    <a:pt x="2608" y="10589"/>
                  </a:lnTo>
                  <a:lnTo>
                    <a:pt x="3009" y="9847"/>
                  </a:lnTo>
                  <a:lnTo>
                    <a:pt x="3009" y="9847"/>
                  </a:lnTo>
                  <a:lnTo>
                    <a:pt x="3831" y="8383"/>
                  </a:lnTo>
                  <a:lnTo>
                    <a:pt x="4252" y="7661"/>
                  </a:lnTo>
                  <a:lnTo>
                    <a:pt x="4693" y="6939"/>
                  </a:lnTo>
                  <a:lnTo>
                    <a:pt x="5175" y="6217"/>
                  </a:lnTo>
                  <a:lnTo>
                    <a:pt x="5676" y="5535"/>
                  </a:lnTo>
                  <a:lnTo>
                    <a:pt x="5937" y="5214"/>
                  </a:lnTo>
                  <a:lnTo>
                    <a:pt x="6198" y="4893"/>
                  </a:lnTo>
                  <a:lnTo>
                    <a:pt x="6478" y="4572"/>
                  </a:lnTo>
                  <a:lnTo>
                    <a:pt x="6779" y="4272"/>
                  </a:lnTo>
                  <a:lnTo>
                    <a:pt x="6779" y="4272"/>
                  </a:lnTo>
                  <a:lnTo>
                    <a:pt x="7120" y="3951"/>
                  </a:lnTo>
                  <a:lnTo>
                    <a:pt x="7461" y="3630"/>
                  </a:lnTo>
                  <a:lnTo>
                    <a:pt x="7822" y="3349"/>
                  </a:lnTo>
                  <a:lnTo>
                    <a:pt x="8203" y="3088"/>
                  </a:lnTo>
                  <a:lnTo>
                    <a:pt x="8584" y="2828"/>
                  </a:lnTo>
                  <a:lnTo>
                    <a:pt x="8965" y="2607"/>
                  </a:lnTo>
                  <a:lnTo>
                    <a:pt x="9366" y="2387"/>
                  </a:lnTo>
                  <a:lnTo>
                    <a:pt x="9767" y="2206"/>
                  </a:lnTo>
                  <a:lnTo>
                    <a:pt x="10168" y="2026"/>
                  </a:lnTo>
                  <a:lnTo>
                    <a:pt x="10589" y="1845"/>
                  </a:lnTo>
                  <a:lnTo>
                    <a:pt x="11011" y="1705"/>
                  </a:lnTo>
                  <a:lnTo>
                    <a:pt x="11432" y="1564"/>
                  </a:lnTo>
                  <a:lnTo>
                    <a:pt x="11853" y="1444"/>
                  </a:lnTo>
                  <a:lnTo>
                    <a:pt x="12294" y="1324"/>
                  </a:lnTo>
                  <a:lnTo>
                    <a:pt x="13177" y="1143"/>
                  </a:lnTo>
                  <a:lnTo>
                    <a:pt x="13177" y="1143"/>
                  </a:lnTo>
                  <a:lnTo>
                    <a:pt x="13638" y="501"/>
                  </a:lnTo>
                  <a:lnTo>
                    <a:pt x="13638" y="501"/>
                  </a:lnTo>
                  <a:lnTo>
                    <a:pt x="11893" y="421"/>
                  </a:lnTo>
                  <a:lnTo>
                    <a:pt x="10148" y="301"/>
                  </a:lnTo>
                  <a:lnTo>
                    <a:pt x="8384" y="180"/>
                  </a:lnTo>
                  <a:lnTo>
                    <a:pt x="665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1" name="Google Shape;7261;p34"/>
            <p:cNvSpPr/>
            <p:nvPr/>
          </p:nvSpPr>
          <p:spPr>
            <a:xfrm>
              <a:off x="8668800" y="4973925"/>
              <a:ext cx="359500" cy="448725"/>
            </a:xfrm>
            <a:custGeom>
              <a:avLst/>
              <a:gdLst/>
              <a:ahLst/>
              <a:cxnLst/>
              <a:rect l="l" t="t" r="r" b="b"/>
              <a:pathLst>
                <a:path w="14380" h="17949" extrusionOk="0">
                  <a:moveTo>
                    <a:pt x="7521" y="0"/>
                  </a:moveTo>
                  <a:lnTo>
                    <a:pt x="6337" y="2587"/>
                  </a:lnTo>
                  <a:lnTo>
                    <a:pt x="5114" y="5234"/>
                  </a:lnTo>
                  <a:lnTo>
                    <a:pt x="3710" y="8303"/>
                  </a:lnTo>
                  <a:lnTo>
                    <a:pt x="2327" y="11391"/>
                  </a:lnTo>
                  <a:lnTo>
                    <a:pt x="1123" y="14159"/>
                  </a:lnTo>
                  <a:lnTo>
                    <a:pt x="642" y="15282"/>
                  </a:lnTo>
                  <a:lnTo>
                    <a:pt x="281" y="16184"/>
                  </a:lnTo>
                  <a:lnTo>
                    <a:pt x="60" y="16806"/>
                  </a:lnTo>
                  <a:lnTo>
                    <a:pt x="0" y="17006"/>
                  </a:lnTo>
                  <a:lnTo>
                    <a:pt x="0" y="17107"/>
                  </a:lnTo>
                  <a:lnTo>
                    <a:pt x="40" y="17227"/>
                  </a:lnTo>
                  <a:lnTo>
                    <a:pt x="80" y="17347"/>
                  </a:lnTo>
                  <a:lnTo>
                    <a:pt x="161" y="17468"/>
                  </a:lnTo>
                  <a:lnTo>
                    <a:pt x="241" y="17568"/>
                  </a:lnTo>
                  <a:lnTo>
                    <a:pt x="341" y="17648"/>
                  </a:lnTo>
                  <a:lnTo>
                    <a:pt x="441" y="17728"/>
                  </a:lnTo>
                  <a:lnTo>
                    <a:pt x="562" y="17809"/>
                  </a:lnTo>
                  <a:lnTo>
                    <a:pt x="702" y="17869"/>
                  </a:lnTo>
                  <a:lnTo>
                    <a:pt x="843" y="17909"/>
                  </a:lnTo>
                  <a:lnTo>
                    <a:pt x="983" y="17949"/>
                  </a:lnTo>
                  <a:lnTo>
                    <a:pt x="1444" y="17949"/>
                  </a:lnTo>
                  <a:lnTo>
                    <a:pt x="1605" y="17909"/>
                  </a:lnTo>
                  <a:lnTo>
                    <a:pt x="1765" y="17869"/>
                  </a:lnTo>
                  <a:lnTo>
                    <a:pt x="1925" y="17789"/>
                  </a:lnTo>
                  <a:lnTo>
                    <a:pt x="2026" y="17708"/>
                  </a:lnTo>
                  <a:lnTo>
                    <a:pt x="2186" y="17528"/>
                  </a:lnTo>
                  <a:lnTo>
                    <a:pt x="2688" y="16946"/>
                  </a:lnTo>
                  <a:lnTo>
                    <a:pt x="3369" y="16084"/>
                  </a:lnTo>
                  <a:lnTo>
                    <a:pt x="4212" y="14961"/>
                  </a:lnTo>
                  <a:lnTo>
                    <a:pt x="6217" y="12253"/>
                  </a:lnTo>
                  <a:lnTo>
                    <a:pt x="8443" y="9165"/>
                  </a:lnTo>
                  <a:lnTo>
                    <a:pt x="10649" y="6077"/>
                  </a:lnTo>
                  <a:lnTo>
                    <a:pt x="12534" y="3409"/>
                  </a:lnTo>
                  <a:lnTo>
                    <a:pt x="14379" y="822"/>
                  </a:lnTo>
                  <a:lnTo>
                    <a:pt x="752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2" name="Google Shape;7262;p34"/>
            <p:cNvSpPr/>
            <p:nvPr/>
          </p:nvSpPr>
          <p:spPr>
            <a:xfrm>
              <a:off x="8668800" y="4973925"/>
              <a:ext cx="359500" cy="448725"/>
            </a:xfrm>
            <a:custGeom>
              <a:avLst/>
              <a:gdLst/>
              <a:ahLst/>
              <a:cxnLst/>
              <a:rect l="l" t="t" r="r" b="b"/>
              <a:pathLst>
                <a:path w="14380" h="17949" fill="none" extrusionOk="0">
                  <a:moveTo>
                    <a:pt x="7521" y="0"/>
                  </a:moveTo>
                  <a:lnTo>
                    <a:pt x="7521" y="0"/>
                  </a:lnTo>
                  <a:lnTo>
                    <a:pt x="6337" y="2587"/>
                  </a:lnTo>
                  <a:lnTo>
                    <a:pt x="5114" y="5234"/>
                  </a:lnTo>
                  <a:lnTo>
                    <a:pt x="3710" y="8303"/>
                  </a:lnTo>
                  <a:lnTo>
                    <a:pt x="2327" y="11391"/>
                  </a:lnTo>
                  <a:lnTo>
                    <a:pt x="1123" y="14159"/>
                  </a:lnTo>
                  <a:lnTo>
                    <a:pt x="642" y="15282"/>
                  </a:lnTo>
                  <a:lnTo>
                    <a:pt x="281" y="16184"/>
                  </a:lnTo>
                  <a:lnTo>
                    <a:pt x="60" y="16806"/>
                  </a:lnTo>
                  <a:lnTo>
                    <a:pt x="0" y="17006"/>
                  </a:lnTo>
                  <a:lnTo>
                    <a:pt x="0" y="17107"/>
                  </a:lnTo>
                  <a:lnTo>
                    <a:pt x="0" y="17107"/>
                  </a:lnTo>
                  <a:lnTo>
                    <a:pt x="40" y="17227"/>
                  </a:lnTo>
                  <a:lnTo>
                    <a:pt x="80" y="17347"/>
                  </a:lnTo>
                  <a:lnTo>
                    <a:pt x="161" y="17468"/>
                  </a:lnTo>
                  <a:lnTo>
                    <a:pt x="241" y="17568"/>
                  </a:lnTo>
                  <a:lnTo>
                    <a:pt x="341" y="17648"/>
                  </a:lnTo>
                  <a:lnTo>
                    <a:pt x="441" y="17728"/>
                  </a:lnTo>
                  <a:lnTo>
                    <a:pt x="562" y="17809"/>
                  </a:lnTo>
                  <a:lnTo>
                    <a:pt x="702" y="17869"/>
                  </a:lnTo>
                  <a:lnTo>
                    <a:pt x="843" y="17909"/>
                  </a:lnTo>
                  <a:lnTo>
                    <a:pt x="983" y="17949"/>
                  </a:lnTo>
                  <a:lnTo>
                    <a:pt x="1143" y="17949"/>
                  </a:lnTo>
                  <a:lnTo>
                    <a:pt x="1284" y="17949"/>
                  </a:lnTo>
                  <a:lnTo>
                    <a:pt x="1444" y="17949"/>
                  </a:lnTo>
                  <a:lnTo>
                    <a:pt x="1605" y="17909"/>
                  </a:lnTo>
                  <a:lnTo>
                    <a:pt x="1765" y="17869"/>
                  </a:lnTo>
                  <a:lnTo>
                    <a:pt x="1925" y="17789"/>
                  </a:lnTo>
                  <a:lnTo>
                    <a:pt x="1925" y="17789"/>
                  </a:lnTo>
                  <a:lnTo>
                    <a:pt x="2026" y="17708"/>
                  </a:lnTo>
                  <a:lnTo>
                    <a:pt x="2186" y="17528"/>
                  </a:lnTo>
                  <a:lnTo>
                    <a:pt x="2688" y="16946"/>
                  </a:lnTo>
                  <a:lnTo>
                    <a:pt x="3369" y="16084"/>
                  </a:lnTo>
                  <a:lnTo>
                    <a:pt x="4212" y="14961"/>
                  </a:lnTo>
                  <a:lnTo>
                    <a:pt x="6217" y="12253"/>
                  </a:lnTo>
                  <a:lnTo>
                    <a:pt x="8443" y="9165"/>
                  </a:lnTo>
                  <a:lnTo>
                    <a:pt x="10649" y="6077"/>
                  </a:lnTo>
                  <a:lnTo>
                    <a:pt x="12534" y="3409"/>
                  </a:lnTo>
                  <a:lnTo>
                    <a:pt x="14379" y="822"/>
                  </a:lnTo>
                  <a:lnTo>
                    <a:pt x="752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3" name="Google Shape;7263;p34"/>
            <p:cNvSpPr/>
            <p:nvPr/>
          </p:nvSpPr>
          <p:spPr>
            <a:xfrm>
              <a:off x="8668800" y="5072175"/>
              <a:ext cx="277275" cy="350975"/>
            </a:xfrm>
            <a:custGeom>
              <a:avLst/>
              <a:gdLst/>
              <a:ahLst/>
              <a:cxnLst/>
              <a:rect l="l" t="t" r="r" b="b"/>
              <a:pathLst>
                <a:path w="11091" h="14039" extrusionOk="0">
                  <a:moveTo>
                    <a:pt x="5716" y="1"/>
                  </a:moveTo>
                  <a:lnTo>
                    <a:pt x="4412" y="2808"/>
                  </a:lnTo>
                  <a:lnTo>
                    <a:pt x="3049" y="5857"/>
                  </a:lnTo>
                  <a:lnTo>
                    <a:pt x="1765" y="8745"/>
                  </a:lnTo>
                  <a:lnTo>
                    <a:pt x="1203" y="10028"/>
                  </a:lnTo>
                  <a:lnTo>
                    <a:pt x="722" y="11151"/>
                  </a:lnTo>
                  <a:lnTo>
                    <a:pt x="421" y="11893"/>
                  </a:lnTo>
                  <a:lnTo>
                    <a:pt x="201" y="12495"/>
                  </a:lnTo>
                  <a:lnTo>
                    <a:pt x="40" y="12916"/>
                  </a:lnTo>
                  <a:lnTo>
                    <a:pt x="20" y="13056"/>
                  </a:lnTo>
                  <a:lnTo>
                    <a:pt x="0" y="13157"/>
                  </a:lnTo>
                  <a:lnTo>
                    <a:pt x="0" y="13177"/>
                  </a:lnTo>
                  <a:lnTo>
                    <a:pt x="60" y="13357"/>
                  </a:lnTo>
                  <a:lnTo>
                    <a:pt x="141" y="13518"/>
                  </a:lnTo>
                  <a:lnTo>
                    <a:pt x="281" y="13658"/>
                  </a:lnTo>
                  <a:lnTo>
                    <a:pt x="421" y="13798"/>
                  </a:lnTo>
                  <a:lnTo>
                    <a:pt x="602" y="13899"/>
                  </a:lnTo>
                  <a:lnTo>
                    <a:pt x="802" y="13959"/>
                  </a:lnTo>
                  <a:lnTo>
                    <a:pt x="1003" y="14019"/>
                  </a:lnTo>
                  <a:lnTo>
                    <a:pt x="1224" y="14039"/>
                  </a:lnTo>
                  <a:lnTo>
                    <a:pt x="1404" y="14019"/>
                  </a:lnTo>
                  <a:lnTo>
                    <a:pt x="1564" y="13999"/>
                  </a:lnTo>
                  <a:lnTo>
                    <a:pt x="1745" y="13939"/>
                  </a:lnTo>
                  <a:lnTo>
                    <a:pt x="1925" y="13859"/>
                  </a:lnTo>
                  <a:lnTo>
                    <a:pt x="1986" y="13818"/>
                  </a:lnTo>
                  <a:lnTo>
                    <a:pt x="2066" y="13738"/>
                  </a:lnTo>
                  <a:lnTo>
                    <a:pt x="2327" y="13457"/>
                  </a:lnTo>
                  <a:lnTo>
                    <a:pt x="2667" y="13056"/>
                  </a:lnTo>
                  <a:lnTo>
                    <a:pt x="3089" y="12515"/>
                  </a:lnTo>
                  <a:lnTo>
                    <a:pt x="4131" y="11151"/>
                  </a:lnTo>
                  <a:lnTo>
                    <a:pt x="5375" y="9447"/>
                  </a:lnTo>
                  <a:lnTo>
                    <a:pt x="6779" y="7541"/>
                  </a:lnTo>
                  <a:lnTo>
                    <a:pt x="8243" y="5516"/>
                  </a:lnTo>
                  <a:lnTo>
                    <a:pt x="11090" y="1545"/>
                  </a:lnTo>
                  <a:lnTo>
                    <a:pt x="10248" y="1405"/>
                  </a:lnTo>
                  <a:lnTo>
                    <a:pt x="9446" y="1244"/>
                  </a:lnTo>
                  <a:lnTo>
                    <a:pt x="8684" y="1064"/>
                  </a:lnTo>
                  <a:lnTo>
                    <a:pt x="7982" y="883"/>
                  </a:lnTo>
                  <a:lnTo>
                    <a:pt x="7320" y="683"/>
                  </a:lnTo>
                  <a:lnTo>
                    <a:pt x="6718" y="462"/>
                  </a:lnTo>
                  <a:lnTo>
                    <a:pt x="6177" y="241"/>
                  </a:lnTo>
                  <a:lnTo>
                    <a:pt x="5716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4" name="Google Shape;7264;p34"/>
            <p:cNvSpPr/>
            <p:nvPr/>
          </p:nvSpPr>
          <p:spPr>
            <a:xfrm>
              <a:off x="8668800" y="5072175"/>
              <a:ext cx="277275" cy="350975"/>
            </a:xfrm>
            <a:custGeom>
              <a:avLst/>
              <a:gdLst/>
              <a:ahLst/>
              <a:cxnLst/>
              <a:rect l="l" t="t" r="r" b="b"/>
              <a:pathLst>
                <a:path w="11091" h="14039" fill="none" extrusionOk="0">
                  <a:moveTo>
                    <a:pt x="5716" y="1"/>
                  </a:moveTo>
                  <a:lnTo>
                    <a:pt x="5716" y="1"/>
                  </a:lnTo>
                  <a:lnTo>
                    <a:pt x="4412" y="2808"/>
                  </a:lnTo>
                  <a:lnTo>
                    <a:pt x="3049" y="5857"/>
                  </a:lnTo>
                  <a:lnTo>
                    <a:pt x="1765" y="8745"/>
                  </a:lnTo>
                  <a:lnTo>
                    <a:pt x="1203" y="10028"/>
                  </a:lnTo>
                  <a:lnTo>
                    <a:pt x="722" y="11151"/>
                  </a:lnTo>
                  <a:lnTo>
                    <a:pt x="722" y="11151"/>
                  </a:lnTo>
                  <a:lnTo>
                    <a:pt x="421" y="11893"/>
                  </a:lnTo>
                  <a:lnTo>
                    <a:pt x="201" y="12495"/>
                  </a:lnTo>
                  <a:lnTo>
                    <a:pt x="40" y="12916"/>
                  </a:lnTo>
                  <a:lnTo>
                    <a:pt x="20" y="13056"/>
                  </a:lnTo>
                  <a:lnTo>
                    <a:pt x="0" y="13157"/>
                  </a:lnTo>
                  <a:lnTo>
                    <a:pt x="0" y="13157"/>
                  </a:lnTo>
                  <a:lnTo>
                    <a:pt x="0" y="13177"/>
                  </a:lnTo>
                  <a:lnTo>
                    <a:pt x="0" y="13177"/>
                  </a:lnTo>
                  <a:lnTo>
                    <a:pt x="60" y="13357"/>
                  </a:lnTo>
                  <a:lnTo>
                    <a:pt x="141" y="13518"/>
                  </a:lnTo>
                  <a:lnTo>
                    <a:pt x="281" y="13658"/>
                  </a:lnTo>
                  <a:lnTo>
                    <a:pt x="421" y="13798"/>
                  </a:lnTo>
                  <a:lnTo>
                    <a:pt x="602" y="13899"/>
                  </a:lnTo>
                  <a:lnTo>
                    <a:pt x="802" y="13959"/>
                  </a:lnTo>
                  <a:lnTo>
                    <a:pt x="1003" y="14019"/>
                  </a:lnTo>
                  <a:lnTo>
                    <a:pt x="1224" y="14039"/>
                  </a:lnTo>
                  <a:lnTo>
                    <a:pt x="1224" y="14039"/>
                  </a:lnTo>
                  <a:lnTo>
                    <a:pt x="1404" y="14019"/>
                  </a:lnTo>
                  <a:lnTo>
                    <a:pt x="1564" y="13999"/>
                  </a:lnTo>
                  <a:lnTo>
                    <a:pt x="1745" y="13939"/>
                  </a:lnTo>
                  <a:lnTo>
                    <a:pt x="1925" y="13859"/>
                  </a:lnTo>
                  <a:lnTo>
                    <a:pt x="1925" y="13859"/>
                  </a:lnTo>
                  <a:lnTo>
                    <a:pt x="1986" y="13818"/>
                  </a:lnTo>
                  <a:lnTo>
                    <a:pt x="2066" y="13738"/>
                  </a:lnTo>
                  <a:lnTo>
                    <a:pt x="2327" y="13457"/>
                  </a:lnTo>
                  <a:lnTo>
                    <a:pt x="2667" y="13056"/>
                  </a:lnTo>
                  <a:lnTo>
                    <a:pt x="3089" y="12515"/>
                  </a:lnTo>
                  <a:lnTo>
                    <a:pt x="4131" y="11151"/>
                  </a:lnTo>
                  <a:lnTo>
                    <a:pt x="5375" y="9447"/>
                  </a:lnTo>
                  <a:lnTo>
                    <a:pt x="6779" y="7541"/>
                  </a:lnTo>
                  <a:lnTo>
                    <a:pt x="8243" y="5516"/>
                  </a:lnTo>
                  <a:lnTo>
                    <a:pt x="11090" y="1545"/>
                  </a:lnTo>
                  <a:lnTo>
                    <a:pt x="11090" y="1545"/>
                  </a:lnTo>
                  <a:lnTo>
                    <a:pt x="10248" y="1405"/>
                  </a:lnTo>
                  <a:lnTo>
                    <a:pt x="9446" y="1244"/>
                  </a:lnTo>
                  <a:lnTo>
                    <a:pt x="8684" y="1064"/>
                  </a:lnTo>
                  <a:lnTo>
                    <a:pt x="7982" y="883"/>
                  </a:lnTo>
                  <a:lnTo>
                    <a:pt x="7320" y="683"/>
                  </a:lnTo>
                  <a:lnTo>
                    <a:pt x="6718" y="462"/>
                  </a:lnTo>
                  <a:lnTo>
                    <a:pt x="6177" y="241"/>
                  </a:lnTo>
                  <a:lnTo>
                    <a:pt x="5716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5" name="Google Shape;7265;p34"/>
            <p:cNvSpPr/>
            <p:nvPr/>
          </p:nvSpPr>
          <p:spPr>
            <a:xfrm>
              <a:off x="9676025" y="5029575"/>
              <a:ext cx="397100" cy="496375"/>
            </a:xfrm>
            <a:custGeom>
              <a:avLst/>
              <a:gdLst/>
              <a:ahLst/>
              <a:cxnLst/>
              <a:rect l="l" t="t" r="r" b="b"/>
              <a:pathLst>
                <a:path w="15884" h="19855" extrusionOk="0">
                  <a:moveTo>
                    <a:pt x="7561" y="0"/>
                  </a:moveTo>
                  <a:lnTo>
                    <a:pt x="1" y="923"/>
                  </a:lnTo>
                  <a:lnTo>
                    <a:pt x="1404" y="2928"/>
                  </a:lnTo>
                  <a:lnTo>
                    <a:pt x="4794" y="7701"/>
                  </a:lnTo>
                  <a:lnTo>
                    <a:pt x="6839" y="10529"/>
                  </a:lnTo>
                  <a:lnTo>
                    <a:pt x="8865" y="13336"/>
                  </a:lnTo>
                  <a:lnTo>
                    <a:pt x="10750" y="15903"/>
                  </a:lnTo>
                  <a:lnTo>
                    <a:pt x="11572" y="17006"/>
                  </a:lnTo>
                  <a:lnTo>
                    <a:pt x="12294" y="17969"/>
                  </a:lnTo>
                  <a:lnTo>
                    <a:pt x="12836" y="18631"/>
                  </a:lnTo>
                  <a:lnTo>
                    <a:pt x="13257" y="19152"/>
                  </a:lnTo>
                  <a:lnTo>
                    <a:pt x="13578" y="19513"/>
                  </a:lnTo>
                  <a:lnTo>
                    <a:pt x="13678" y="19614"/>
                  </a:lnTo>
                  <a:lnTo>
                    <a:pt x="13758" y="19674"/>
                  </a:lnTo>
                  <a:lnTo>
                    <a:pt x="13939" y="19754"/>
                  </a:lnTo>
                  <a:lnTo>
                    <a:pt x="14099" y="19794"/>
                  </a:lnTo>
                  <a:lnTo>
                    <a:pt x="14279" y="19834"/>
                  </a:lnTo>
                  <a:lnTo>
                    <a:pt x="14460" y="19854"/>
                  </a:lnTo>
                  <a:lnTo>
                    <a:pt x="14620" y="19854"/>
                  </a:lnTo>
                  <a:lnTo>
                    <a:pt x="14781" y="19834"/>
                  </a:lnTo>
                  <a:lnTo>
                    <a:pt x="14941" y="19794"/>
                  </a:lnTo>
                  <a:lnTo>
                    <a:pt x="15102" y="19754"/>
                  </a:lnTo>
                  <a:lnTo>
                    <a:pt x="15242" y="19694"/>
                  </a:lnTo>
                  <a:lnTo>
                    <a:pt x="15382" y="19614"/>
                  </a:lnTo>
                  <a:lnTo>
                    <a:pt x="15503" y="19513"/>
                  </a:lnTo>
                  <a:lnTo>
                    <a:pt x="15603" y="19413"/>
                  </a:lnTo>
                  <a:lnTo>
                    <a:pt x="15703" y="19313"/>
                  </a:lnTo>
                  <a:lnTo>
                    <a:pt x="15784" y="19192"/>
                  </a:lnTo>
                  <a:lnTo>
                    <a:pt x="15844" y="19052"/>
                  </a:lnTo>
                  <a:lnTo>
                    <a:pt x="15884" y="18912"/>
                  </a:lnTo>
                  <a:lnTo>
                    <a:pt x="15864" y="18831"/>
                  </a:lnTo>
                  <a:lnTo>
                    <a:pt x="15844" y="18691"/>
                  </a:lnTo>
                  <a:lnTo>
                    <a:pt x="15703" y="18250"/>
                  </a:lnTo>
                  <a:lnTo>
                    <a:pt x="15463" y="17628"/>
                  </a:lnTo>
                  <a:lnTo>
                    <a:pt x="15142" y="16826"/>
                  </a:lnTo>
                  <a:lnTo>
                    <a:pt x="14300" y="14821"/>
                  </a:lnTo>
                  <a:lnTo>
                    <a:pt x="13237" y="12434"/>
                  </a:lnTo>
                  <a:lnTo>
                    <a:pt x="12073" y="9827"/>
                  </a:lnTo>
                  <a:lnTo>
                    <a:pt x="10870" y="7180"/>
                  </a:lnTo>
                  <a:lnTo>
                    <a:pt x="8764" y="2587"/>
                  </a:lnTo>
                  <a:lnTo>
                    <a:pt x="75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6" name="Google Shape;7266;p34"/>
            <p:cNvSpPr/>
            <p:nvPr/>
          </p:nvSpPr>
          <p:spPr>
            <a:xfrm>
              <a:off x="9676025" y="5029575"/>
              <a:ext cx="397100" cy="496375"/>
            </a:xfrm>
            <a:custGeom>
              <a:avLst/>
              <a:gdLst/>
              <a:ahLst/>
              <a:cxnLst/>
              <a:rect l="l" t="t" r="r" b="b"/>
              <a:pathLst>
                <a:path w="15884" h="19855" fill="none" extrusionOk="0">
                  <a:moveTo>
                    <a:pt x="15884" y="18912"/>
                  </a:moveTo>
                  <a:lnTo>
                    <a:pt x="15884" y="18912"/>
                  </a:lnTo>
                  <a:lnTo>
                    <a:pt x="15844" y="19052"/>
                  </a:lnTo>
                  <a:lnTo>
                    <a:pt x="15784" y="19192"/>
                  </a:lnTo>
                  <a:lnTo>
                    <a:pt x="15703" y="19313"/>
                  </a:lnTo>
                  <a:lnTo>
                    <a:pt x="15603" y="19413"/>
                  </a:lnTo>
                  <a:lnTo>
                    <a:pt x="15503" y="19513"/>
                  </a:lnTo>
                  <a:lnTo>
                    <a:pt x="15382" y="19614"/>
                  </a:lnTo>
                  <a:lnTo>
                    <a:pt x="15242" y="19694"/>
                  </a:lnTo>
                  <a:lnTo>
                    <a:pt x="15102" y="19754"/>
                  </a:lnTo>
                  <a:lnTo>
                    <a:pt x="14941" y="19794"/>
                  </a:lnTo>
                  <a:lnTo>
                    <a:pt x="14781" y="19834"/>
                  </a:lnTo>
                  <a:lnTo>
                    <a:pt x="14620" y="19854"/>
                  </a:lnTo>
                  <a:lnTo>
                    <a:pt x="14460" y="19854"/>
                  </a:lnTo>
                  <a:lnTo>
                    <a:pt x="14279" y="19834"/>
                  </a:lnTo>
                  <a:lnTo>
                    <a:pt x="14099" y="19794"/>
                  </a:lnTo>
                  <a:lnTo>
                    <a:pt x="13939" y="19754"/>
                  </a:lnTo>
                  <a:lnTo>
                    <a:pt x="13758" y="19674"/>
                  </a:lnTo>
                  <a:lnTo>
                    <a:pt x="13758" y="19674"/>
                  </a:lnTo>
                  <a:lnTo>
                    <a:pt x="13678" y="19614"/>
                  </a:lnTo>
                  <a:lnTo>
                    <a:pt x="13578" y="19513"/>
                  </a:lnTo>
                  <a:lnTo>
                    <a:pt x="13257" y="19152"/>
                  </a:lnTo>
                  <a:lnTo>
                    <a:pt x="12836" y="18631"/>
                  </a:lnTo>
                  <a:lnTo>
                    <a:pt x="12294" y="17969"/>
                  </a:lnTo>
                  <a:lnTo>
                    <a:pt x="12294" y="17969"/>
                  </a:lnTo>
                  <a:lnTo>
                    <a:pt x="11572" y="17006"/>
                  </a:lnTo>
                  <a:lnTo>
                    <a:pt x="10750" y="15903"/>
                  </a:lnTo>
                  <a:lnTo>
                    <a:pt x="8865" y="13336"/>
                  </a:lnTo>
                  <a:lnTo>
                    <a:pt x="6839" y="10529"/>
                  </a:lnTo>
                  <a:lnTo>
                    <a:pt x="4794" y="7701"/>
                  </a:lnTo>
                  <a:lnTo>
                    <a:pt x="1404" y="2928"/>
                  </a:lnTo>
                  <a:lnTo>
                    <a:pt x="1" y="923"/>
                  </a:lnTo>
                  <a:lnTo>
                    <a:pt x="7561" y="0"/>
                  </a:lnTo>
                  <a:lnTo>
                    <a:pt x="7561" y="0"/>
                  </a:lnTo>
                  <a:lnTo>
                    <a:pt x="8764" y="2587"/>
                  </a:lnTo>
                  <a:lnTo>
                    <a:pt x="8764" y="2587"/>
                  </a:lnTo>
                  <a:lnTo>
                    <a:pt x="10870" y="7180"/>
                  </a:lnTo>
                  <a:lnTo>
                    <a:pt x="12073" y="9827"/>
                  </a:lnTo>
                  <a:lnTo>
                    <a:pt x="13237" y="12434"/>
                  </a:lnTo>
                  <a:lnTo>
                    <a:pt x="14300" y="14821"/>
                  </a:lnTo>
                  <a:lnTo>
                    <a:pt x="15142" y="16826"/>
                  </a:lnTo>
                  <a:lnTo>
                    <a:pt x="15463" y="17628"/>
                  </a:lnTo>
                  <a:lnTo>
                    <a:pt x="15703" y="18250"/>
                  </a:lnTo>
                  <a:lnTo>
                    <a:pt x="15844" y="18691"/>
                  </a:lnTo>
                  <a:lnTo>
                    <a:pt x="15864" y="18831"/>
                  </a:lnTo>
                  <a:lnTo>
                    <a:pt x="15884" y="18912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7" name="Google Shape;7267;p34"/>
            <p:cNvSpPr/>
            <p:nvPr/>
          </p:nvSpPr>
          <p:spPr>
            <a:xfrm>
              <a:off x="9724650" y="5084725"/>
              <a:ext cx="258750" cy="394100"/>
            </a:xfrm>
            <a:custGeom>
              <a:avLst/>
              <a:gdLst/>
              <a:ahLst/>
              <a:cxnLst/>
              <a:rect l="l" t="t" r="r" b="b"/>
              <a:pathLst>
                <a:path w="10350" h="15764" extrusionOk="0">
                  <a:moveTo>
                    <a:pt x="6639" y="0"/>
                  </a:moveTo>
                  <a:lnTo>
                    <a:pt x="5917" y="241"/>
                  </a:lnTo>
                  <a:lnTo>
                    <a:pt x="5155" y="481"/>
                  </a:lnTo>
                  <a:lnTo>
                    <a:pt x="4373" y="682"/>
                  </a:lnTo>
                  <a:lnTo>
                    <a:pt x="3531" y="883"/>
                  </a:lnTo>
                  <a:lnTo>
                    <a:pt x="2688" y="1063"/>
                  </a:lnTo>
                  <a:lnTo>
                    <a:pt x="1806" y="1203"/>
                  </a:lnTo>
                  <a:lnTo>
                    <a:pt x="903" y="1344"/>
                  </a:lnTo>
                  <a:lnTo>
                    <a:pt x="1" y="1464"/>
                  </a:lnTo>
                  <a:lnTo>
                    <a:pt x="2428" y="4894"/>
                  </a:lnTo>
                  <a:lnTo>
                    <a:pt x="5275" y="8864"/>
                  </a:lnTo>
                  <a:lnTo>
                    <a:pt x="6699" y="10850"/>
                  </a:lnTo>
                  <a:lnTo>
                    <a:pt x="8063" y="12715"/>
                  </a:lnTo>
                  <a:lnTo>
                    <a:pt x="9306" y="14379"/>
                  </a:lnTo>
                  <a:lnTo>
                    <a:pt x="10349" y="15763"/>
                  </a:lnTo>
                  <a:lnTo>
                    <a:pt x="9467" y="14239"/>
                  </a:lnTo>
                  <a:lnTo>
                    <a:pt x="8604" y="12715"/>
                  </a:lnTo>
                  <a:lnTo>
                    <a:pt x="8183" y="11933"/>
                  </a:lnTo>
                  <a:lnTo>
                    <a:pt x="7762" y="11171"/>
                  </a:lnTo>
                  <a:lnTo>
                    <a:pt x="7381" y="10388"/>
                  </a:lnTo>
                  <a:lnTo>
                    <a:pt x="7000" y="9586"/>
                  </a:lnTo>
                  <a:lnTo>
                    <a:pt x="6378" y="8303"/>
                  </a:lnTo>
                  <a:lnTo>
                    <a:pt x="6098" y="7661"/>
                  </a:lnTo>
                  <a:lnTo>
                    <a:pt x="5817" y="6999"/>
                  </a:lnTo>
                  <a:lnTo>
                    <a:pt x="5556" y="6317"/>
                  </a:lnTo>
                  <a:lnTo>
                    <a:pt x="5335" y="5636"/>
                  </a:lnTo>
                  <a:lnTo>
                    <a:pt x="5235" y="5295"/>
                  </a:lnTo>
                  <a:lnTo>
                    <a:pt x="5155" y="4954"/>
                  </a:lnTo>
                  <a:lnTo>
                    <a:pt x="5095" y="4613"/>
                  </a:lnTo>
                  <a:lnTo>
                    <a:pt x="5035" y="4252"/>
                  </a:lnTo>
                  <a:lnTo>
                    <a:pt x="4995" y="3951"/>
                  </a:lnTo>
                  <a:lnTo>
                    <a:pt x="4995" y="3630"/>
                  </a:lnTo>
                  <a:lnTo>
                    <a:pt x="5015" y="3349"/>
                  </a:lnTo>
                  <a:lnTo>
                    <a:pt x="5035" y="3048"/>
                  </a:lnTo>
                  <a:lnTo>
                    <a:pt x="5095" y="2788"/>
                  </a:lnTo>
                  <a:lnTo>
                    <a:pt x="5175" y="2507"/>
                  </a:lnTo>
                  <a:lnTo>
                    <a:pt x="5255" y="2266"/>
                  </a:lnTo>
                  <a:lnTo>
                    <a:pt x="5376" y="2006"/>
                  </a:lnTo>
                  <a:lnTo>
                    <a:pt x="5496" y="1785"/>
                  </a:lnTo>
                  <a:lnTo>
                    <a:pt x="5636" y="1544"/>
                  </a:lnTo>
                  <a:lnTo>
                    <a:pt x="5797" y="1344"/>
                  </a:lnTo>
                  <a:lnTo>
                    <a:pt x="5977" y="1123"/>
                  </a:lnTo>
                  <a:lnTo>
                    <a:pt x="6158" y="923"/>
                  </a:lnTo>
                  <a:lnTo>
                    <a:pt x="6378" y="742"/>
                  </a:lnTo>
                  <a:lnTo>
                    <a:pt x="6579" y="562"/>
                  </a:lnTo>
                  <a:lnTo>
                    <a:pt x="6819" y="381"/>
                  </a:lnTo>
                  <a:lnTo>
                    <a:pt x="6639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8" name="Google Shape;7268;p34"/>
            <p:cNvSpPr/>
            <p:nvPr/>
          </p:nvSpPr>
          <p:spPr>
            <a:xfrm>
              <a:off x="9724650" y="5084725"/>
              <a:ext cx="258750" cy="394100"/>
            </a:xfrm>
            <a:custGeom>
              <a:avLst/>
              <a:gdLst/>
              <a:ahLst/>
              <a:cxnLst/>
              <a:rect l="l" t="t" r="r" b="b"/>
              <a:pathLst>
                <a:path w="10350" h="15764" fill="none" extrusionOk="0">
                  <a:moveTo>
                    <a:pt x="6639" y="0"/>
                  </a:moveTo>
                  <a:lnTo>
                    <a:pt x="6639" y="0"/>
                  </a:lnTo>
                  <a:lnTo>
                    <a:pt x="5917" y="241"/>
                  </a:lnTo>
                  <a:lnTo>
                    <a:pt x="5155" y="481"/>
                  </a:lnTo>
                  <a:lnTo>
                    <a:pt x="4373" y="682"/>
                  </a:lnTo>
                  <a:lnTo>
                    <a:pt x="3531" y="883"/>
                  </a:lnTo>
                  <a:lnTo>
                    <a:pt x="2688" y="1063"/>
                  </a:lnTo>
                  <a:lnTo>
                    <a:pt x="1806" y="1203"/>
                  </a:lnTo>
                  <a:lnTo>
                    <a:pt x="903" y="1344"/>
                  </a:lnTo>
                  <a:lnTo>
                    <a:pt x="1" y="1464"/>
                  </a:lnTo>
                  <a:lnTo>
                    <a:pt x="1" y="1464"/>
                  </a:lnTo>
                  <a:lnTo>
                    <a:pt x="2428" y="4894"/>
                  </a:lnTo>
                  <a:lnTo>
                    <a:pt x="5275" y="8864"/>
                  </a:lnTo>
                  <a:lnTo>
                    <a:pt x="6699" y="10850"/>
                  </a:lnTo>
                  <a:lnTo>
                    <a:pt x="8063" y="12715"/>
                  </a:lnTo>
                  <a:lnTo>
                    <a:pt x="9306" y="14379"/>
                  </a:lnTo>
                  <a:lnTo>
                    <a:pt x="10349" y="15763"/>
                  </a:lnTo>
                  <a:lnTo>
                    <a:pt x="10349" y="15763"/>
                  </a:lnTo>
                  <a:lnTo>
                    <a:pt x="9467" y="14239"/>
                  </a:lnTo>
                  <a:lnTo>
                    <a:pt x="8604" y="12715"/>
                  </a:lnTo>
                  <a:lnTo>
                    <a:pt x="8183" y="11933"/>
                  </a:lnTo>
                  <a:lnTo>
                    <a:pt x="7762" y="11171"/>
                  </a:lnTo>
                  <a:lnTo>
                    <a:pt x="7381" y="10388"/>
                  </a:lnTo>
                  <a:lnTo>
                    <a:pt x="7000" y="9586"/>
                  </a:lnTo>
                  <a:lnTo>
                    <a:pt x="7000" y="9586"/>
                  </a:lnTo>
                  <a:lnTo>
                    <a:pt x="6378" y="8303"/>
                  </a:lnTo>
                  <a:lnTo>
                    <a:pt x="6098" y="7661"/>
                  </a:lnTo>
                  <a:lnTo>
                    <a:pt x="5817" y="6999"/>
                  </a:lnTo>
                  <a:lnTo>
                    <a:pt x="5556" y="6317"/>
                  </a:lnTo>
                  <a:lnTo>
                    <a:pt x="5335" y="5636"/>
                  </a:lnTo>
                  <a:lnTo>
                    <a:pt x="5235" y="5295"/>
                  </a:lnTo>
                  <a:lnTo>
                    <a:pt x="5155" y="4954"/>
                  </a:lnTo>
                  <a:lnTo>
                    <a:pt x="5095" y="4613"/>
                  </a:lnTo>
                  <a:lnTo>
                    <a:pt x="5035" y="4252"/>
                  </a:lnTo>
                  <a:lnTo>
                    <a:pt x="5035" y="4252"/>
                  </a:lnTo>
                  <a:lnTo>
                    <a:pt x="4995" y="3951"/>
                  </a:lnTo>
                  <a:lnTo>
                    <a:pt x="4995" y="3630"/>
                  </a:lnTo>
                  <a:lnTo>
                    <a:pt x="5015" y="3349"/>
                  </a:lnTo>
                  <a:lnTo>
                    <a:pt x="5035" y="3048"/>
                  </a:lnTo>
                  <a:lnTo>
                    <a:pt x="5095" y="2788"/>
                  </a:lnTo>
                  <a:lnTo>
                    <a:pt x="5175" y="2507"/>
                  </a:lnTo>
                  <a:lnTo>
                    <a:pt x="5255" y="2266"/>
                  </a:lnTo>
                  <a:lnTo>
                    <a:pt x="5376" y="2006"/>
                  </a:lnTo>
                  <a:lnTo>
                    <a:pt x="5496" y="1785"/>
                  </a:lnTo>
                  <a:lnTo>
                    <a:pt x="5636" y="1544"/>
                  </a:lnTo>
                  <a:lnTo>
                    <a:pt x="5797" y="1344"/>
                  </a:lnTo>
                  <a:lnTo>
                    <a:pt x="5977" y="1123"/>
                  </a:lnTo>
                  <a:lnTo>
                    <a:pt x="6158" y="923"/>
                  </a:lnTo>
                  <a:lnTo>
                    <a:pt x="6378" y="742"/>
                  </a:lnTo>
                  <a:lnTo>
                    <a:pt x="6579" y="562"/>
                  </a:lnTo>
                  <a:lnTo>
                    <a:pt x="6819" y="381"/>
                  </a:lnTo>
                  <a:lnTo>
                    <a:pt x="6819" y="381"/>
                  </a:lnTo>
                  <a:lnTo>
                    <a:pt x="663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9" name="Google Shape;7269;p34"/>
            <p:cNvSpPr/>
            <p:nvPr/>
          </p:nvSpPr>
          <p:spPr>
            <a:xfrm>
              <a:off x="9450425" y="5004000"/>
              <a:ext cx="359500" cy="448750"/>
            </a:xfrm>
            <a:custGeom>
              <a:avLst/>
              <a:gdLst/>
              <a:ahLst/>
              <a:cxnLst/>
              <a:rect l="l" t="t" r="r" b="b"/>
              <a:pathLst>
                <a:path w="14380" h="17950" extrusionOk="0">
                  <a:moveTo>
                    <a:pt x="6839" y="0"/>
                  </a:moveTo>
                  <a:lnTo>
                    <a:pt x="0" y="823"/>
                  </a:lnTo>
                  <a:lnTo>
                    <a:pt x="1825" y="3410"/>
                  </a:lnTo>
                  <a:lnTo>
                    <a:pt x="3730" y="6077"/>
                  </a:lnTo>
                  <a:lnTo>
                    <a:pt x="5916" y="9145"/>
                  </a:lnTo>
                  <a:lnTo>
                    <a:pt x="8162" y="12234"/>
                  </a:lnTo>
                  <a:lnTo>
                    <a:pt x="10168" y="14961"/>
                  </a:lnTo>
                  <a:lnTo>
                    <a:pt x="11010" y="16064"/>
                  </a:lnTo>
                  <a:lnTo>
                    <a:pt x="11692" y="16947"/>
                  </a:lnTo>
                  <a:lnTo>
                    <a:pt x="12173" y="17528"/>
                  </a:lnTo>
                  <a:lnTo>
                    <a:pt x="12354" y="17709"/>
                  </a:lnTo>
                  <a:lnTo>
                    <a:pt x="12454" y="17789"/>
                  </a:lnTo>
                  <a:lnTo>
                    <a:pt x="12614" y="17849"/>
                  </a:lnTo>
                  <a:lnTo>
                    <a:pt x="12775" y="17909"/>
                  </a:lnTo>
                  <a:lnTo>
                    <a:pt x="12935" y="17929"/>
                  </a:lnTo>
                  <a:lnTo>
                    <a:pt x="13076" y="17949"/>
                  </a:lnTo>
                  <a:lnTo>
                    <a:pt x="13236" y="17949"/>
                  </a:lnTo>
                  <a:lnTo>
                    <a:pt x="13397" y="17929"/>
                  </a:lnTo>
                  <a:lnTo>
                    <a:pt x="13537" y="17909"/>
                  </a:lnTo>
                  <a:lnTo>
                    <a:pt x="13677" y="17849"/>
                  </a:lnTo>
                  <a:lnTo>
                    <a:pt x="13798" y="17809"/>
                  </a:lnTo>
                  <a:lnTo>
                    <a:pt x="13918" y="17729"/>
                  </a:lnTo>
                  <a:lnTo>
                    <a:pt x="14038" y="17648"/>
                  </a:lnTo>
                  <a:lnTo>
                    <a:pt x="14139" y="17548"/>
                  </a:lnTo>
                  <a:lnTo>
                    <a:pt x="14219" y="17448"/>
                  </a:lnTo>
                  <a:lnTo>
                    <a:pt x="14279" y="17348"/>
                  </a:lnTo>
                  <a:lnTo>
                    <a:pt x="14339" y="17227"/>
                  </a:lnTo>
                  <a:lnTo>
                    <a:pt x="14379" y="17107"/>
                  </a:lnTo>
                  <a:lnTo>
                    <a:pt x="14359" y="16987"/>
                  </a:lnTo>
                  <a:lnTo>
                    <a:pt x="14319" y="16806"/>
                  </a:lnTo>
                  <a:lnTo>
                    <a:pt x="14098" y="16164"/>
                  </a:lnTo>
                  <a:lnTo>
                    <a:pt x="13737" y="15262"/>
                  </a:lnTo>
                  <a:lnTo>
                    <a:pt x="13256" y="14139"/>
                  </a:lnTo>
                  <a:lnTo>
                    <a:pt x="12053" y="11391"/>
                  </a:lnTo>
                  <a:lnTo>
                    <a:pt x="10669" y="8303"/>
                  </a:lnTo>
                  <a:lnTo>
                    <a:pt x="9265" y="5235"/>
                  </a:lnTo>
                  <a:lnTo>
                    <a:pt x="8042" y="2567"/>
                  </a:lnTo>
                  <a:lnTo>
                    <a:pt x="683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0" name="Google Shape;7270;p34"/>
            <p:cNvSpPr/>
            <p:nvPr/>
          </p:nvSpPr>
          <p:spPr>
            <a:xfrm>
              <a:off x="9450425" y="5004000"/>
              <a:ext cx="359500" cy="448750"/>
            </a:xfrm>
            <a:custGeom>
              <a:avLst/>
              <a:gdLst/>
              <a:ahLst/>
              <a:cxnLst/>
              <a:rect l="l" t="t" r="r" b="b"/>
              <a:pathLst>
                <a:path w="14380" h="17950" fill="none" extrusionOk="0">
                  <a:moveTo>
                    <a:pt x="6839" y="0"/>
                  </a:moveTo>
                  <a:lnTo>
                    <a:pt x="6839" y="0"/>
                  </a:lnTo>
                  <a:lnTo>
                    <a:pt x="8042" y="2567"/>
                  </a:lnTo>
                  <a:lnTo>
                    <a:pt x="9265" y="5235"/>
                  </a:lnTo>
                  <a:lnTo>
                    <a:pt x="10669" y="8303"/>
                  </a:lnTo>
                  <a:lnTo>
                    <a:pt x="12053" y="11391"/>
                  </a:lnTo>
                  <a:lnTo>
                    <a:pt x="13256" y="14139"/>
                  </a:lnTo>
                  <a:lnTo>
                    <a:pt x="13737" y="15262"/>
                  </a:lnTo>
                  <a:lnTo>
                    <a:pt x="14098" y="16164"/>
                  </a:lnTo>
                  <a:lnTo>
                    <a:pt x="14319" y="16806"/>
                  </a:lnTo>
                  <a:lnTo>
                    <a:pt x="14359" y="16987"/>
                  </a:lnTo>
                  <a:lnTo>
                    <a:pt x="14379" y="17107"/>
                  </a:lnTo>
                  <a:lnTo>
                    <a:pt x="14379" y="17107"/>
                  </a:lnTo>
                  <a:lnTo>
                    <a:pt x="14339" y="17227"/>
                  </a:lnTo>
                  <a:lnTo>
                    <a:pt x="14279" y="17348"/>
                  </a:lnTo>
                  <a:lnTo>
                    <a:pt x="14219" y="17448"/>
                  </a:lnTo>
                  <a:lnTo>
                    <a:pt x="14139" y="17548"/>
                  </a:lnTo>
                  <a:lnTo>
                    <a:pt x="14038" y="17648"/>
                  </a:lnTo>
                  <a:lnTo>
                    <a:pt x="13918" y="17729"/>
                  </a:lnTo>
                  <a:lnTo>
                    <a:pt x="13798" y="17809"/>
                  </a:lnTo>
                  <a:lnTo>
                    <a:pt x="13677" y="17849"/>
                  </a:lnTo>
                  <a:lnTo>
                    <a:pt x="13537" y="17909"/>
                  </a:lnTo>
                  <a:lnTo>
                    <a:pt x="13397" y="17929"/>
                  </a:lnTo>
                  <a:lnTo>
                    <a:pt x="13236" y="17949"/>
                  </a:lnTo>
                  <a:lnTo>
                    <a:pt x="13076" y="17949"/>
                  </a:lnTo>
                  <a:lnTo>
                    <a:pt x="12935" y="17929"/>
                  </a:lnTo>
                  <a:lnTo>
                    <a:pt x="12775" y="17909"/>
                  </a:lnTo>
                  <a:lnTo>
                    <a:pt x="12614" y="17849"/>
                  </a:lnTo>
                  <a:lnTo>
                    <a:pt x="12454" y="17789"/>
                  </a:lnTo>
                  <a:lnTo>
                    <a:pt x="12454" y="17789"/>
                  </a:lnTo>
                  <a:lnTo>
                    <a:pt x="12354" y="17709"/>
                  </a:lnTo>
                  <a:lnTo>
                    <a:pt x="12173" y="17528"/>
                  </a:lnTo>
                  <a:lnTo>
                    <a:pt x="11692" y="16947"/>
                  </a:lnTo>
                  <a:lnTo>
                    <a:pt x="11010" y="16064"/>
                  </a:lnTo>
                  <a:lnTo>
                    <a:pt x="10168" y="14961"/>
                  </a:lnTo>
                  <a:lnTo>
                    <a:pt x="8162" y="12234"/>
                  </a:lnTo>
                  <a:lnTo>
                    <a:pt x="5916" y="9145"/>
                  </a:lnTo>
                  <a:lnTo>
                    <a:pt x="3730" y="6077"/>
                  </a:lnTo>
                  <a:lnTo>
                    <a:pt x="1825" y="3410"/>
                  </a:lnTo>
                  <a:lnTo>
                    <a:pt x="0" y="823"/>
                  </a:lnTo>
                  <a:lnTo>
                    <a:pt x="683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1" name="Google Shape;7271;p34"/>
            <p:cNvSpPr/>
            <p:nvPr/>
          </p:nvSpPr>
          <p:spPr>
            <a:xfrm>
              <a:off x="9528625" y="5126325"/>
              <a:ext cx="281300" cy="326425"/>
            </a:xfrm>
            <a:custGeom>
              <a:avLst/>
              <a:gdLst/>
              <a:ahLst/>
              <a:cxnLst/>
              <a:rect l="l" t="t" r="r" b="b"/>
              <a:pathLst>
                <a:path w="11252" h="13057" extrusionOk="0">
                  <a:moveTo>
                    <a:pt x="5977" y="1"/>
                  </a:moveTo>
                  <a:lnTo>
                    <a:pt x="4433" y="121"/>
                  </a:lnTo>
                  <a:lnTo>
                    <a:pt x="2909" y="221"/>
                  </a:lnTo>
                  <a:lnTo>
                    <a:pt x="1425" y="302"/>
                  </a:lnTo>
                  <a:lnTo>
                    <a:pt x="1" y="342"/>
                  </a:lnTo>
                  <a:lnTo>
                    <a:pt x="2848" y="4353"/>
                  </a:lnTo>
                  <a:lnTo>
                    <a:pt x="4352" y="6418"/>
                  </a:lnTo>
                  <a:lnTo>
                    <a:pt x="5776" y="8363"/>
                  </a:lnTo>
                  <a:lnTo>
                    <a:pt x="7060" y="10108"/>
                  </a:lnTo>
                  <a:lnTo>
                    <a:pt x="8143" y="11512"/>
                  </a:lnTo>
                  <a:lnTo>
                    <a:pt x="8564" y="12054"/>
                  </a:lnTo>
                  <a:lnTo>
                    <a:pt x="8925" y="12475"/>
                  </a:lnTo>
                  <a:lnTo>
                    <a:pt x="9166" y="12755"/>
                  </a:lnTo>
                  <a:lnTo>
                    <a:pt x="9266" y="12856"/>
                  </a:lnTo>
                  <a:lnTo>
                    <a:pt x="9326" y="12896"/>
                  </a:lnTo>
                  <a:lnTo>
                    <a:pt x="9506" y="12976"/>
                  </a:lnTo>
                  <a:lnTo>
                    <a:pt x="9667" y="13016"/>
                  </a:lnTo>
                  <a:lnTo>
                    <a:pt x="9847" y="13056"/>
                  </a:lnTo>
                  <a:lnTo>
                    <a:pt x="10028" y="13056"/>
                  </a:lnTo>
                  <a:lnTo>
                    <a:pt x="10228" y="13036"/>
                  </a:lnTo>
                  <a:lnTo>
                    <a:pt x="10449" y="12996"/>
                  </a:lnTo>
                  <a:lnTo>
                    <a:pt x="10650" y="12916"/>
                  </a:lnTo>
                  <a:lnTo>
                    <a:pt x="10810" y="12816"/>
                  </a:lnTo>
                  <a:lnTo>
                    <a:pt x="10970" y="12695"/>
                  </a:lnTo>
                  <a:lnTo>
                    <a:pt x="11091" y="12555"/>
                  </a:lnTo>
                  <a:lnTo>
                    <a:pt x="11191" y="12394"/>
                  </a:lnTo>
                  <a:lnTo>
                    <a:pt x="11251" y="12214"/>
                  </a:lnTo>
                  <a:lnTo>
                    <a:pt x="11251" y="12194"/>
                  </a:lnTo>
                  <a:lnTo>
                    <a:pt x="11231" y="12094"/>
                  </a:lnTo>
                  <a:lnTo>
                    <a:pt x="11191" y="11973"/>
                  </a:lnTo>
                  <a:lnTo>
                    <a:pt x="11071" y="11572"/>
                  </a:lnTo>
                  <a:lnTo>
                    <a:pt x="10850" y="11011"/>
                  </a:lnTo>
                  <a:lnTo>
                    <a:pt x="10569" y="10309"/>
                  </a:lnTo>
                  <a:lnTo>
                    <a:pt x="9787" y="8464"/>
                  </a:lnTo>
                  <a:lnTo>
                    <a:pt x="8905" y="6478"/>
                  </a:lnTo>
                  <a:lnTo>
                    <a:pt x="7942" y="4312"/>
                  </a:lnTo>
                  <a:lnTo>
                    <a:pt x="5977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2" name="Google Shape;7272;p34"/>
            <p:cNvSpPr/>
            <p:nvPr/>
          </p:nvSpPr>
          <p:spPr>
            <a:xfrm>
              <a:off x="9528625" y="5126325"/>
              <a:ext cx="281300" cy="326425"/>
            </a:xfrm>
            <a:custGeom>
              <a:avLst/>
              <a:gdLst/>
              <a:ahLst/>
              <a:cxnLst/>
              <a:rect l="l" t="t" r="r" b="b"/>
              <a:pathLst>
                <a:path w="11252" h="13057" fill="none" extrusionOk="0">
                  <a:moveTo>
                    <a:pt x="5977" y="1"/>
                  </a:moveTo>
                  <a:lnTo>
                    <a:pt x="5977" y="1"/>
                  </a:lnTo>
                  <a:lnTo>
                    <a:pt x="4433" y="121"/>
                  </a:lnTo>
                  <a:lnTo>
                    <a:pt x="2909" y="221"/>
                  </a:lnTo>
                  <a:lnTo>
                    <a:pt x="1425" y="302"/>
                  </a:lnTo>
                  <a:lnTo>
                    <a:pt x="1" y="342"/>
                  </a:lnTo>
                  <a:lnTo>
                    <a:pt x="1" y="342"/>
                  </a:lnTo>
                  <a:lnTo>
                    <a:pt x="2848" y="4353"/>
                  </a:lnTo>
                  <a:lnTo>
                    <a:pt x="4352" y="6418"/>
                  </a:lnTo>
                  <a:lnTo>
                    <a:pt x="5776" y="8363"/>
                  </a:lnTo>
                  <a:lnTo>
                    <a:pt x="7060" y="10108"/>
                  </a:lnTo>
                  <a:lnTo>
                    <a:pt x="8143" y="11512"/>
                  </a:lnTo>
                  <a:lnTo>
                    <a:pt x="8564" y="12054"/>
                  </a:lnTo>
                  <a:lnTo>
                    <a:pt x="8925" y="12475"/>
                  </a:lnTo>
                  <a:lnTo>
                    <a:pt x="9166" y="12755"/>
                  </a:lnTo>
                  <a:lnTo>
                    <a:pt x="9266" y="12856"/>
                  </a:lnTo>
                  <a:lnTo>
                    <a:pt x="9326" y="12896"/>
                  </a:lnTo>
                  <a:lnTo>
                    <a:pt x="9326" y="12896"/>
                  </a:lnTo>
                  <a:lnTo>
                    <a:pt x="9506" y="12976"/>
                  </a:lnTo>
                  <a:lnTo>
                    <a:pt x="9667" y="13016"/>
                  </a:lnTo>
                  <a:lnTo>
                    <a:pt x="9847" y="13056"/>
                  </a:lnTo>
                  <a:lnTo>
                    <a:pt x="10028" y="13056"/>
                  </a:lnTo>
                  <a:lnTo>
                    <a:pt x="10028" y="13056"/>
                  </a:lnTo>
                  <a:lnTo>
                    <a:pt x="10228" y="13036"/>
                  </a:lnTo>
                  <a:lnTo>
                    <a:pt x="10449" y="12996"/>
                  </a:lnTo>
                  <a:lnTo>
                    <a:pt x="10650" y="12916"/>
                  </a:lnTo>
                  <a:lnTo>
                    <a:pt x="10810" y="12816"/>
                  </a:lnTo>
                  <a:lnTo>
                    <a:pt x="10970" y="12695"/>
                  </a:lnTo>
                  <a:lnTo>
                    <a:pt x="11091" y="12555"/>
                  </a:lnTo>
                  <a:lnTo>
                    <a:pt x="11191" y="12394"/>
                  </a:lnTo>
                  <a:lnTo>
                    <a:pt x="11251" y="12214"/>
                  </a:lnTo>
                  <a:lnTo>
                    <a:pt x="11251" y="12214"/>
                  </a:lnTo>
                  <a:lnTo>
                    <a:pt x="11251" y="12194"/>
                  </a:lnTo>
                  <a:lnTo>
                    <a:pt x="11251" y="12194"/>
                  </a:lnTo>
                  <a:lnTo>
                    <a:pt x="11231" y="12094"/>
                  </a:lnTo>
                  <a:lnTo>
                    <a:pt x="11191" y="11973"/>
                  </a:lnTo>
                  <a:lnTo>
                    <a:pt x="11071" y="11572"/>
                  </a:lnTo>
                  <a:lnTo>
                    <a:pt x="10850" y="11011"/>
                  </a:lnTo>
                  <a:lnTo>
                    <a:pt x="10569" y="10309"/>
                  </a:lnTo>
                  <a:lnTo>
                    <a:pt x="10569" y="10309"/>
                  </a:lnTo>
                  <a:lnTo>
                    <a:pt x="10569" y="10309"/>
                  </a:lnTo>
                  <a:lnTo>
                    <a:pt x="9787" y="8464"/>
                  </a:lnTo>
                  <a:lnTo>
                    <a:pt x="9787" y="8464"/>
                  </a:lnTo>
                  <a:lnTo>
                    <a:pt x="8905" y="6478"/>
                  </a:lnTo>
                  <a:lnTo>
                    <a:pt x="7942" y="4312"/>
                  </a:lnTo>
                  <a:lnTo>
                    <a:pt x="5977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3" name="Google Shape;7273;p34"/>
            <p:cNvSpPr/>
            <p:nvPr/>
          </p:nvSpPr>
          <p:spPr>
            <a:xfrm>
              <a:off x="8256675" y="3979700"/>
              <a:ext cx="1797900" cy="1156175"/>
            </a:xfrm>
            <a:custGeom>
              <a:avLst/>
              <a:gdLst/>
              <a:ahLst/>
              <a:cxnLst/>
              <a:rect l="l" t="t" r="r" b="b"/>
              <a:pathLst>
                <a:path w="71916" h="46247" extrusionOk="0">
                  <a:moveTo>
                    <a:pt x="15964" y="1"/>
                  </a:moveTo>
                  <a:lnTo>
                    <a:pt x="15783" y="41"/>
                  </a:lnTo>
                  <a:lnTo>
                    <a:pt x="15603" y="81"/>
                  </a:lnTo>
                  <a:lnTo>
                    <a:pt x="15402" y="141"/>
                  </a:lnTo>
                  <a:lnTo>
                    <a:pt x="14941" y="302"/>
                  </a:lnTo>
                  <a:lnTo>
                    <a:pt x="14460" y="542"/>
                  </a:lnTo>
                  <a:lnTo>
                    <a:pt x="13918" y="823"/>
                  </a:lnTo>
                  <a:lnTo>
                    <a:pt x="13337" y="1164"/>
                  </a:lnTo>
                  <a:lnTo>
                    <a:pt x="12715" y="1545"/>
                  </a:lnTo>
                  <a:lnTo>
                    <a:pt x="12073" y="1966"/>
                  </a:lnTo>
                  <a:lnTo>
                    <a:pt x="11411" y="2428"/>
                  </a:lnTo>
                  <a:lnTo>
                    <a:pt x="10710" y="2929"/>
                  </a:lnTo>
                  <a:lnTo>
                    <a:pt x="10008" y="3450"/>
                  </a:lnTo>
                  <a:lnTo>
                    <a:pt x="9306" y="4012"/>
                  </a:lnTo>
                  <a:lnTo>
                    <a:pt x="8584" y="4573"/>
                  </a:lnTo>
                  <a:lnTo>
                    <a:pt x="7862" y="5175"/>
                  </a:lnTo>
                  <a:lnTo>
                    <a:pt x="6438" y="6378"/>
                  </a:lnTo>
                  <a:lnTo>
                    <a:pt x="5154" y="7521"/>
                  </a:lnTo>
                  <a:lnTo>
                    <a:pt x="3971" y="8665"/>
                  </a:lnTo>
                  <a:lnTo>
                    <a:pt x="3249" y="9346"/>
                  </a:lnTo>
                  <a:lnTo>
                    <a:pt x="2608" y="10028"/>
                  </a:lnTo>
                  <a:lnTo>
                    <a:pt x="2006" y="10670"/>
                  </a:lnTo>
                  <a:lnTo>
                    <a:pt x="1484" y="11272"/>
                  </a:lnTo>
                  <a:lnTo>
                    <a:pt x="1023" y="11833"/>
                  </a:lnTo>
                  <a:lnTo>
                    <a:pt x="662" y="12335"/>
                  </a:lnTo>
                  <a:lnTo>
                    <a:pt x="522" y="12555"/>
                  </a:lnTo>
                  <a:lnTo>
                    <a:pt x="402" y="12776"/>
                  </a:lnTo>
                  <a:lnTo>
                    <a:pt x="301" y="12956"/>
                  </a:lnTo>
                  <a:lnTo>
                    <a:pt x="221" y="13137"/>
                  </a:lnTo>
                  <a:lnTo>
                    <a:pt x="141" y="13397"/>
                  </a:lnTo>
                  <a:lnTo>
                    <a:pt x="81" y="13658"/>
                  </a:lnTo>
                  <a:lnTo>
                    <a:pt x="41" y="13939"/>
                  </a:lnTo>
                  <a:lnTo>
                    <a:pt x="0" y="14200"/>
                  </a:lnTo>
                  <a:lnTo>
                    <a:pt x="0" y="14480"/>
                  </a:lnTo>
                  <a:lnTo>
                    <a:pt x="0" y="14761"/>
                  </a:lnTo>
                  <a:lnTo>
                    <a:pt x="41" y="15022"/>
                  </a:lnTo>
                  <a:lnTo>
                    <a:pt x="81" y="15303"/>
                  </a:lnTo>
                  <a:lnTo>
                    <a:pt x="121" y="15583"/>
                  </a:lnTo>
                  <a:lnTo>
                    <a:pt x="201" y="15844"/>
                  </a:lnTo>
                  <a:lnTo>
                    <a:pt x="281" y="16125"/>
                  </a:lnTo>
                  <a:lnTo>
                    <a:pt x="381" y="16386"/>
                  </a:lnTo>
                  <a:lnTo>
                    <a:pt x="482" y="16646"/>
                  </a:lnTo>
                  <a:lnTo>
                    <a:pt x="602" y="16907"/>
                  </a:lnTo>
                  <a:lnTo>
                    <a:pt x="863" y="17428"/>
                  </a:lnTo>
                  <a:lnTo>
                    <a:pt x="1184" y="17910"/>
                  </a:lnTo>
                  <a:lnTo>
                    <a:pt x="1525" y="18351"/>
                  </a:lnTo>
                  <a:lnTo>
                    <a:pt x="1886" y="18772"/>
                  </a:lnTo>
                  <a:lnTo>
                    <a:pt x="2267" y="19133"/>
                  </a:lnTo>
                  <a:lnTo>
                    <a:pt x="2688" y="19474"/>
                  </a:lnTo>
                  <a:lnTo>
                    <a:pt x="2888" y="19614"/>
                  </a:lnTo>
                  <a:lnTo>
                    <a:pt x="3109" y="19755"/>
                  </a:lnTo>
                  <a:lnTo>
                    <a:pt x="3309" y="19855"/>
                  </a:lnTo>
                  <a:lnTo>
                    <a:pt x="3530" y="19955"/>
                  </a:lnTo>
                  <a:lnTo>
                    <a:pt x="3731" y="20056"/>
                  </a:lnTo>
                  <a:lnTo>
                    <a:pt x="3951" y="20116"/>
                  </a:lnTo>
                  <a:lnTo>
                    <a:pt x="4212" y="20176"/>
                  </a:lnTo>
                  <a:lnTo>
                    <a:pt x="4493" y="20216"/>
                  </a:lnTo>
                  <a:lnTo>
                    <a:pt x="4834" y="20236"/>
                  </a:lnTo>
                  <a:lnTo>
                    <a:pt x="5195" y="20256"/>
                  </a:lnTo>
                  <a:lnTo>
                    <a:pt x="5576" y="20256"/>
                  </a:lnTo>
                  <a:lnTo>
                    <a:pt x="5997" y="20236"/>
                  </a:lnTo>
                  <a:lnTo>
                    <a:pt x="6879" y="20156"/>
                  </a:lnTo>
                  <a:lnTo>
                    <a:pt x="7822" y="20056"/>
                  </a:lnTo>
                  <a:lnTo>
                    <a:pt x="8824" y="19915"/>
                  </a:lnTo>
                  <a:lnTo>
                    <a:pt x="9807" y="19775"/>
                  </a:lnTo>
                  <a:lnTo>
                    <a:pt x="10790" y="19614"/>
                  </a:lnTo>
                  <a:lnTo>
                    <a:pt x="13497" y="19133"/>
                  </a:lnTo>
                  <a:lnTo>
                    <a:pt x="14400" y="18993"/>
                  </a:lnTo>
                  <a:lnTo>
                    <a:pt x="14680" y="18973"/>
                  </a:lnTo>
                  <a:lnTo>
                    <a:pt x="14821" y="18993"/>
                  </a:lnTo>
                  <a:lnTo>
                    <a:pt x="14841" y="19013"/>
                  </a:lnTo>
                  <a:lnTo>
                    <a:pt x="14881" y="19053"/>
                  </a:lnTo>
                  <a:lnTo>
                    <a:pt x="14941" y="19253"/>
                  </a:lnTo>
                  <a:lnTo>
                    <a:pt x="15101" y="19975"/>
                  </a:lnTo>
                  <a:lnTo>
                    <a:pt x="15322" y="21098"/>
                  </a:lnTo>
                  <a:lnTo>
                    <a:pt x="15583" y="22542"/>
                  </a:lnTo>
                  <a:lnTo>
                    <a:pt x="16245" y="26172"/>
                  </a:lnTo>
                  <a:lnTo>
                    <a:pt x="16626" y="28238"/>
                  </a:lnTo>
                  <a:lnTo>
                    <a:pt x="17067" y="30404"/>
                  </a:lnTo>
                  <a:lnTo>
                    <a:pt x="17568" y="32590"/>
                  </a:lnTo>
                  <a:lnTo>
                    <a:pt x="17829" y="33673"/>
                  </a:lnTo>
                  <a:lnTo>
                    <a:pt x="18090" y="34735"/>
                  </a:lnTo>
                  <a:lnTo>
                    <a:pt x="18370" y="35798"/>
                  </a:lnTo>
                  <a:lnTo>
                    <a:pt x="18671" y="36801"/>
                  </a:lnTo>
                  <a:lnTo>
                    <a:pt x="18972" y="37784"/>
                  </a:lnTo>
                  <a:lnTo>
                    <a:pt x="19273" y="38726"/>
                  </a:lnTo>
                  <a:lnTo>
                    <a:pt x="19594" y="39609"/>
                  </a:lnTo>
                  <a:lnTo>
                    <a:pt x="19935" y="40411"/>
                  </a:lnTo>
                  <a:lnTo>
                    <a:pt x="20276" y="41173"/>
                  </a:lnTo>
                  <a:lnTo>
                    <a:pt x="20616" y="41855"/>
                  </a:lnTo>
                  <a:lnTo>
                    <a:pt x="20797" y="42156"/>
                  </a:lnTo>
                  <a:lnTo>
                    <a:pt x="20977" y="42436"/>
                  </a:lnTo>
                  <a:lnTo>
                    <a:pt x="21158" y="42697"/>
                  </a:lnTo>
                  <a:lnTo>
                    <a:pt x="21358" y="42938"/>
                  </a:lnTo>
                  <a:lnTo>
                    <a:pt x="21539" y="43158"/>
                  </a:lnTo>
                  <a:lnTo>
                    <a:pt x="21739" y="43339"/>
                  </a:lnTo>
                  <a:lnTo>
                    <a:pt x="21920" y="43519"/>
                  </a:lnTo>
                  <a:lnTo>
                    <a:pt x="22121" y="43640"/>
                  </a:lnTo>
                  <a:lnTo>
                    <a:pt x="22562" y="43880"/>
                  </a:lnTo>
                  <a:lnTo>
                    <a:pt x="23043" y="44101"/>
                  </a:lnTo>
                  <a:lnTo>
                    <a:pt x="23585" y="44301"/>
                  </a:lnTo>
                  <a:lnTo>
                    <a:pt x="24166" y="44502"/>
                  </a:lnTo>
                  <a:lnTo>
                    <a:pt x="24808" y="44682"/>
                  </a:lnTo>
                  <a:lnTo>
                    <a:pt x="25510" y="44843"/>
                  </a:lnTo>
                  <a:lnTo>
                    <a:pt x="26232" y="45003"/>
                  </a:lnTo>
                  <a:lnTo>
                    <a:pt x="26994" y="45144"/>
                  </a:lnTo>
                  <a:lnTo>
                    <a:pt x="27776" y="45284"/>
                  </a:lnTo>
                  <a:lnTo>
                    <a:pt x="28598" y="45404"/>
                  </a:lnTo>
                  <a:lnTo>
                    <a:pt x="29460" y="45505"/>
                  </a:lnTo>
                  <a:lnTo>
                    <a:pt x="30323" y="45605"/>
                  </a:lnTo>
                  <a:lnTo>
                    <a:pt x="32108" y="45785"/>
                  </a:lnTo>
                  <a:lnTo>
                    <a:pt x="33913" y="45926"/>
                  </a:lnTo>
                  <a:lnTo>
                    <a:pt x="35717" y="46026"/>
                  </a:lnTo>
                  <a:lnTo>
                    <a:pt x="37502" y="46106"/>
                  </a:lnTo>
                  <a:lnTo>
                    <a:pt x="39227" y="46167"/>
                  </a:lnTo>
                  <a:lnTo>
                    <a:pt x="40851" y="46207"/>
                  </a:lnTo>
                  <a:lnTo>
                    <a:pt x="43719" y="46247"/>
                  </a:lnTo>
                  <a:lnTo>
                    <a:pt x="48051" y="46247"/>
                  </a:lnTo>
                  <a:lnTo>
                    <a:pt x="49455" y="46227"/>
                  </a:lnTo>
                  <a:lnTo>
                    <a:pt x="51039" y="46207"/>
                  </a:lnTo>
                  <a:lnTo>
                    <a:pt x="52724" y="46146"/>
                  </a:lnTo>
                  <a:lnTo>
                    <a:pt x="54488" y="46046"/>
                  </a:lnTo>
                  <a:lnTo>
                    <a:pt x="56313" y="45926"/>
                  </a:lnTo>
                  <a:lnTo>
                    <a:pt x="57216" y="45826"/>
                  </a:lnTo>
                  <a:lnTo>
                    <a:pt x="58138" y="45745"/>
                  </a:lnTo>
                  <a:lnTo>
                    <a:pt x="58921" y="45645"/>
                  </a:lnTo>
                  <a:lnTo>
                    <a:pt x="59703" y="45545"/>
                  </a:lnTo>
                  <a:lnTo>
                    <a:pt x="60485" y="45425"/>
                  </a:lnTo>
                  <a:lnTo>
                    <a:pt x="61247" y="45284"/>
                  </a:lnTo>
                  <a:lnTo>
                    <a:pt x="61989" y="45144"/>
                  </a:lnTo>
                  <a:lnTo>
                    <a:pt x="62711" y="44983"/>
                  </a:lnTo>
                  <a:lnTo>
                    <a:pt x="63393" y="44803"/>
                  </a:lnTo>
                  <a:lnTo>
                    <a:pt x="64075" y="44622"/>
                  </a:lnTo>
                  <a:lnTo>
                    <a:pt x="64716" y="44422"/>
                  </a:lnTo>
                  <a:lnTo>
                    <a:pt x="65338" y="44201"/>
                  </a:lnTo>
                  <a:lnTo>
                    <a:pt x="65920" y="43961"/>
                  </a:lnTo>
                  <a:lnTo>
                    <a:pt x="66461" y="43720"/>
                  </a:lnTo>
                  <a:lnTo>
                    <a:pt x="66962" y="43439"/>
                  </a:lnTo>
                  <a:lnTo>
                    <a:pt x="67424" y="43158"/>
                  </a:lnTo>
                  <a:lnTo>
                    <a:pt x="67845" y="42837"/>
                  </a:lnTo>
                  <a:lnTo>
                    <a:pt x="68025" y="42677"/>
                  </a:lnTo>
                  <a:lnTo>
                    <a:pt x="68206" y="42517"/>
                  </a:lnTo>
                  <a:lnTo>
                    <a:pt x="68386" y="42316"/>
                  </a:lnTo>
                  <a:lnTo>
                    <a:pt x="68567" y="42116"/>
                  </a:lnTo>
                  <a:lnTo>
                    <a:pt x="68747" y="41875"/>
                  </a:lnTo>
                  <a:lnTo>
                    <a:pt x="68908" y="41634"/>
                  </a:lnTo>
                  <a:lnTo>
                    <a:pt x="69249" y="41093"/>
                  </a:lnTo>
                  <a:lnTo>
                    <a:pt x="69549" y="40491"/>
                  </a:lnTo>
                  <a:lnTo>
                    <a:pt x="69850" y="39829"/>
                  </a:lnTo>
                  <a:lnTo>
                    <a:pt x="70131" y="39107"/>
                  </a:lnTo>
                  <a:lnTo>
                    <a:pt x="70392" y="38365"/>
                  </a:lnTo>
                  <a:lnTo>
                    <a:pt x="70652" y="37563"/>
                  </a:lnTo>
                  <a:lnTo>
                    <a:pt x="70873" y="36721"/>
                  </a:lnTo>
                  <a:lnTo>
                    <a:pt x="71074" y="35858"/>
                  </a:lnTo>
                  <a:lnTo>
                    <a:pt x="71254" y="34956"/>
                  </a:lnTo>
                  <a:lnTo>
                    <a:pt x="71435" y="34054"/>
                  </a:lnTo>
                  <a:lnTo>
                    <a:pt x="71575" y="33131"/>
                  </a:lnTo>
                  <a:lnTo>
                    <a:pt x="71695" y="32189"/>
                  </a:lnTo>
                  <a:lnTo>
                    <a:pt x="71775" y="31246"/>
                  </a:lnTo>
                  <a:lnTo>
                    <a:pt x="71856" y="30303"/>
                  </a:lnTo>
                  <a:lnTo>
                    <a:pt x="71896" y="29361"/>
                  </a:lnTo>
                  <a:lnTo>
                    <a:pt x="71916" y="28418"/>
                  </a:lnTo>
                  <a:lnTo>
                    <a:pt x="71916" y="27516"/>
                  </a:lnTo>
                  <a:lnTo>
                    <a:pt x="71876" y="26613"/>
                  </a:lnTo>
                  <a:lnTo>
                    <a:pt x="71816" y="25751"/>
                  </a:lnTo>
                  <a:lnTo>
                    <a:pt x="71715" y="24909"/>
                  </a:lnTo>
                  <a:lnTo>
                    <a:pt x="71595" y="24107"/>
                  </a:lnTo>
                  <a:lnTo>
                    <a:pt x="71435" y="23344"/>
                  </a:lnTo>
                  <a:lnTo>
                    <a:pt x="71254" y="22622"/>
                  </a:lnTo>
                  <a:lnTo>
                    <a:pt x="71033" y="21961"/>
                  </a:lnTo>
                  <a:lnTo>
                    <a:pt x="70913" y="21640"/>
                  </a:lnTo>
                  <a:lnTo>
                    <a:pt x="70793" y="21339"/>
                  </a:lnTo>
                  <a:lnTo>
                    <a:pt x="70652" y="21058"/>
                  </a:lnTo>
                  <a:lnTo>
                    <a:pt x="70512" y="20798"/>
                  </a:lnTo>
                  <a:lnTo>
                    <a:pt x="70352" y="20537"/>
                  </a:lnTo>
                  <a:lnTo>
                    <a:pt x="70191" y="20316"/>
                  </a:lnTo>
                  <a:lnTo>
                    <a:pt x="70011" y="20096"/>
                  </a:lnTo>
                  <a:lnTo>
                    <a:pt x="69830" y="19895"/>
                  </a:lnTo>
                  <a:lnTo>
                    <a:pt x="69650" y="19715"/>
                  </a:lnTo>
                  <a:lnTo>
                    <a:pt x="69449" y="19574"/>
                  </a:lnTo>
                  <a:lnTo>
                    <a:pt x="69229" y="19434"/>
                  </a:lnTo>
                  <a:lnTo>
                    <a:pt x="69028" y="19313"/>
                  </a:lnTo>
                  <a:lnTo>
                    <a:pt x="68587" y="19133"/>
                  </a:lnTo>
                  <a:lnTo>
                    <a:pt x="68105" y="18953"/>
                  </a:lnTo>
                  <a:lnTo>
                    <a:pt x="67584" y="18792"/>
                  </a:lnTo>
                  <a:lnTo>
                    <a:pt x="67002" y="18632"/>
                  </a:lnTo>
                  <a:lnTo>
                    <a:pt x="66381" y="18491"/>
                  </a:lnTo>
                  <a:lnTo>
                    <a:pt x="65739" y="18371"/>
                  </a:lnTo>
                  <a:lnTo>
                    <a:pt x="65057" y="18251"/>
                  </a:lnTo>
                  <a:lnTo>
                    <a:pt x="64335" y="18150"/>
                  </a:lnTo>
                  <a:lnTo>
                    <a:pt x="63573" y="18050"/>
                  </a:lnTo>
                  <a:lnTo>
                    <a:pt x="62791" y="17950"/>
                  </a:lnTo>
                  <a:lnTo>
                    <a:pt x="61127" y="17809"/>
                  </a:lnTo>
                  <a:lnTo>
                    <a:pt x="59382" y="17689"/>
                  </a:lnTo>
                  <a:lnTo>
                    <a:pt x="57577" y="17609"/>
                  </a:lnTo>
                  <a:lnTo>
                    <a:pt x="56554" y="17569"/>
                  </a:lnTo>
                  <a:lnTo>
                    <a:pt x="55511" y="17549"/>
                  </a:lnTo>
                  <a:lnTo>
                    <a:pt x="53486" y="17509"/>
                  </a:lnTo>
                  <a:lnTo>
                    <a:pt x="49375" y="17509"/>
                  </a:lnTo>
                  <a:lnTo>
                    <a:pt x="47329" y="17529"/>
                  </a:lnTo>
                  <a:lnTo>
                    <a:pt x="43418" y="17609"/>
                  </a:lnTo>
                  <a:lnTo>
                    <a:pt x="39809" y="17709"/>
                  </a:lnTo>
                  <a:lnTo>
                    <a:pt x="38124" y="17749"/>
                  </a:lnTo>
                  <a:lnTo>
                    <a:pt x="37743" y="17749"/>
                  </a:lnTo>
                  <a:lnTo>
                    <a:pt x="36480" y="17789"/>
                  </a:lnTo>
                  <a:lnTo>
                    <a:pt x="34875" y="17809"/>
                  </a:lnTo>
                  <a:lnTo>
                    <a:pt x="33592" y="17809"/>
                  </a:lnTo>
                  <a:lnTo>
                    <a:pt x="33090" y="17789"/>
                  </a:lnTo>
                  <a:lnTo>
                    <a:pt x="32689" y="17769"/>
                  </a:lnTo>
                  <a:lnTo>
                    <a:pt x="32388" y="17729"/>
                  </a:lnTo>
                  <a:lnTo>
                    <a:pt x="32188" y="17689"/>
                  </a:lnTo>
                  <a:lnTo>
                    <a:pt x="32027" y="17609"/>
                  </a:lnTo>
                  <a:lnTo>
                    <a:pt x="31847" y="17448"/>
                  </a:lnTo>
                  <a:lnTo>
                    <a:pt x="31626" y="17228"/>
                  </a:lnTo>
                  <a:lnTo>
                    <a:pt x="31366" y="16967"/>
                  </a:lnTo>
                  <a:lnTo>
                    <a:pt x="31105" y="16626"/>
                  </a:lnTo>
                  <a:lnTo>
                    <a:pt x="30804" y="16265"/>
                  </a:lnTo>
                  <a:lnTo>
                    <a:pt x="30122" y="15363"/>
                  </a:lnTo>
                  <a:lnTo>
                    <a:pt x="29380" y="14320"/>
                  </a:lnTo>
                  <a:lnTo>
                    <a:pt x="28538" y="13137"/>
                  </a:lnTo>
                  <a:lnTo>
                    <a:pt x="26693" y="10530"/>
                  </a:lnTo>
                  <a:lnTo>
                    <a:pt x="25710" y="9146"/>
                  </a:lnTo>
                  <a:lnTo>
                    <a:pt x="24688" y="7762"/>
                  </a:lnTo>
                  <a:lnTo>
                    <a:pt x="23645" y="6398"/>
                  </a:lnTo>
                  <a:lnTo>
                    <a:pt x="22602" y="5095"/>
                  </a:lnTo>
                  <a:lnTo>
                    <a:pt x="22080" y="4473"/>
                  </a:lnTo>
                  <a:lnTo>
                    <a:pt x="21559" y="3871"/>
                  </a:lnTo>
                  <a:lnTo>
                    <a:pt x="21038" y="3310"/>
                  </a:lnTo>
                  <a:lnTo>
                    <a:pt x="20536" y="2768"/>
                  </a:lnTo>
                  <a:lnTo>
                    <a:pt x="20015" y="2267"/>
                  </a:lnTo>
                  <a:lnTo>
                    <a:pt x="19534" y="1806"/>
                  </a:lnTo>
                  <a:lnTo>
                    <a:pt x="19032" y="1385"/>
                  </a:lnTo>
                  <a:lnTo>
                    <a:pt x="18551" y="1024"/>
                  </a:lnTo>
                  <a:lnTo>
                    <a:pt x="18250" y="803"/>
                  </a:lnTo>
                  <a:lnTo>
                    <a:pt x="17969" y="623"/>
                  </a:lnTo>
                  <a:lnTo>
                    <a:pt x="17688" y="462"/>
                  </a:lnTo>
                  <a:lnTo>
                    <a:pt x="17408" y="322"/>
                  </a:lnTo>
                  <a:lnTo>
                    <a:pt x="17127" y="202"/>
                  </a:lnTo>
                  <a:lnTo>
                    <a:pt x="16866" y="121"/>
                  </a:lnTo>
                  <a:lnTo>
                    <a:pt x="16606" y="41"/>
                  </a:lnTo>
                  <a:lnTo>
                    <a:pt x="1634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4" name="Google Shape;7274;p34"/>
            <p:cNvSpPr/>
            <p:nvPr/>
          </p:nvSpPr>
          <p:spPr>
            <a:xfrm>
              <a:off x="8256675" y="3979700"/>
              <a:ext cx="1797900" cy="1156175"/>
            </a:xfrm>
            <a:custGeom>
              <a:avLst/>
              <a:gdLst/>
              <a:ahLst/>
              <a:cxnLst/>
              <a:rect l="l" t="t" r="r" b="b"/>
              <a:pathLst>
                <a:path w="71916" h="46247" fill="none" extrusionOk="0">
                  <a:moveTo>
                    <a:pt x="68206" y="42517"/>
                  </a:moveTo>
                  <a:lnTo>
                    <a:pt x="68206" y="42517"/>
                  </a:lnTo>
                  <a:lnTo>
                    <a:pt x="68025" y="42677"/>
                  </a:lnTo>
                  <a:lnTo>
                    <a:pt x="67845" y="42837"/>
                  </a:lnTo>
                  <a:lnTo>
                    <a:pt x="67424" y="43158"/>
                  </a:lnTo>
                  <a:lnTo>
                    <a:pt x="66962" y="43439"/>
                  </a:lnTo>
                  <a:lnTo>
                    <a:pt x="66461" y="43720"/>
                  </a:lnTo>
                  <a:lnTo>
                    <a:pt x="65920" y="43961"/>
                  </a:lnTo>
                  <a:lnTo>
                    <a:pt x="65338" y="44201"/>
                  </a:lnTo>
                  <a:lnTo>
                    <a:pt x="64716" y="44422"/>
                  </a:lnTo>
                  <a:lnTo>
                    <a:pt x="64075" y="44622"/>
                  </a:lnTo>
                  <a:lnTo>
                    <a:pt x="63393" y="44803"/>
                  </a:lnTo>
                  <a:lnTo>
                    <a:pt x="62711" y="44983"/>
                  </a:lnTo>
                  <a:lnTo>
                    <a:pt x="61989" y="45144"/>
                  </a:lnTo>
                  <a:lnTo>
                    <a:pt x="61247" y="45284"/>
                  </a:lnTo>
                  <a:lnTo>
                    <a:pt x="60485" y="45425"/>
                  </a:lnTo>
                  <a:lnTo>
                    <a:pt x="59703" y="45545"/>
                  </a:lnTo>
                  <a:lnTo>
                    <a:pt x="58921" y="45645"/>
                  </a:lnTo>
                  <a:lnTo>
                    <a:pt x="58138" y="45745"/>
                  </a:lnTo>
                  <a:lnTo>
                    <a:pt x="58138" y="45745"/>
                  </a:lnTo>
                  <a:lnTo>
                    <a:pt x="57216" y="45826"/>
                  </a:lnTo>
                  <a:lnTo>
                    <a:pt x="56313" y="45926"/>
                  </a:lnTo>
                  <a:lnTo>
                    <a:pt x="54488" y="46046"/>
                  </a:lnTo>
                  <a:lnTo>
                    <a:pt x="52724" y="46146"/>
                  </a:lnTo>
                  <a:lnTo>
                    <a:pt x="51039" y="46207"/>
                  </a:lnTo>
                  <a:lnTo>
                    <a:pt x="49455" y="46227"/>
                  </a:lnTo>
                  <a:lnTo>
                    <a:pt x="48051" y="46247"/>
                  </a:lnTo>
                  <a:lnTo>
                    <a:pt x="45825" y="46247"/>
                  </a:lnTo>
                  <a:lnTo>
                    <a:pt x="45825" y="46247"/>
                  </a:lnTo>
                  <a:lnTo>
                    <a:pt x="43719" y="46247"/>
                  </a:lnTo>
                  <a:lnTo>
                    <a:pt x="40851" y="46207"/>
                  </a:lnTo>
                  <a:lnTo>
                    <a:pt x="39227" y="46167"/>
                  </a:lnTo>
                  <a:lnTo>
                    <a:pt x="37502" y="46106"/>
                  </a:lnTo>
                  <a:lnTo>
                    <a:pt x="35717" y="46026"/>
                  </a:lnTo>
                  <a:lnTo>
                    <a:pt x="33913" y="45926"/>
                  </a:lnTo>
                  <a:lnTo>
                    <a:pt x="32108" y="45785"/>
                  </a:lnTo>
                  <a:lnTo>
                    <a:pt x="30323" y="45605"/>
                  </a:lnTo>
                  <a:lnTo>
                    <a:pt x="29460" y="45505"/>
                  </a:lnTo>
                  <a:lnTo>
                    <a:pt x="28598" y="45404"/>
                  </a:lnTo>
                  <a:lnTo>
                    <a:pt x="27776" y="45284"/>
                  </a:lnTo>
                  <a:lnTo>
                    <a:pt x="26994" y="45144"/>
                  </a:lnTo>
                  <a:lnTo>
                    <a:pt x="26232" y="45003"/>
                  </a:lnTo>
                  <a:lnTo>
                    <a:pt x="25510" y="44843"/>
                  </a:lnTo>
                  <a:lnTo>
                    <a:pt x="24808" y="44682"/>
                  </a:lnTo>
                  <a:lnTo>
                    <a:pt x="24166" y="44502"/>
                  </a:lnTo>
                  <a:lnTo>
                    <a:pt x="23585" y="44301"/>
                  </a:lnTo>
                  <a:lnTo>
                    <a:pt x="23043" y="44101"/>
                  </a:lnTo>
                  <a:lnTo>
                    <a:pt x="22562" y="43880"/>
                  </a:lnTo>
                  <a:lnTo>
                    <a:pt x="22121" y="43640"/>
                  </a:lnTo>
                  <a:lnTo>
                    <a:pt x="22121" y="43640"/>
                  </a:lnTo>
                  <a:lnTo>
                    <a:pt x="21920" y="43519"/>
                  </a:lnTo>
                  <a:lnTo>
                    <a:pt x="21739" y="43339"/>
                  </a:lnTo>
                  <a:lnTo>
                    <a:pt x="21539" y="43158"/>
                  </a:lnTo>
                  <a:lnTo>
                    <a:pt x="21358" y="42938"/>
                  </a:lnTo>
                  <a:lnTo>
                    <a:pt x="21158" y="42697"/>
                  </a:lnTo>
                  <a:lnTo>
                    <a:pt x="20977" y="42436"/>
                  </a:lnTo>
                  <a:lnTo>
                    <a:pt x="20797" y="42156"/>
                  </a:lnTo>
                  <a:lnTo>
                    <a:pt x="20616" y="41855"/>
                  </a:lnTo>
                  <a:lnTo>
                    <a:pt x="20276" y="41173"/>
                  </a:lnTo>
                  <a:lnTo>
                    <a:pt x="19935" y="40411"/>
                  </a:lnTo>
                  <a:lnTo>
                    <a:pt x="19594" y="39609"/>
                  </a:lnTo>
                  <a:lnTo>
                    <a:pt x="19273" y="38726"/>
                  </a:lnTo>
                  <a:lnTo>
                    <a:pt x="18972" y="37784"/>
                  </a:lnTo>
                  <a:lnTo>
                    <a:pt x="18671" y="36801"/>
                  </a:lnTo>
                  <a:lnTo>
                    <a:pt x="18370" y="35798"/>
                  </a:lnTo>
                  <a:lnTo>
                    <a:pt x="18090" y="34735"/>
                  </a:lnTo>
                  <a:lnTo>
                    <a:pt x="17829" y="33673"/>
                  </a:lnTo>
                  <a:lnTo>
                    <a:pt x="17568" y="32590"/>
                  </a:lnTo>
                  <a:lnTo>
                    <a:pt x="17067" y="30404"/>
                  </a:lnTo>
                  <a:lnTo>
                    <a:pt x="16626" y="28238"/>
                  </a:lnTo>
                  <a:lnTo>
                    <a:pt x="16245" y="26172"/>
                  </a:lnTo>
                  <a:lnTo>
                    <a:pt x="15583" y="22542"/>
                  </a:lnTo>
                  <a:lnTo>
                    <a:pt x="15322" y="21098"/>
                  </a:lnTo>
                  <a:lnTo>
                    <a:pt x="15101" y="19975"/>
                  </a:lnTo>
                  <a:lnTo>
                    <a:pt x="14941" y="19253"/>
                  </a:lnTo>
                  <a:lnTo>
                    <a:pt x="14881" y="19053"/>
                  </a:lnTo>
                  <a:lnTo>
                    <a:pt x="14841" y="19013"/>
                  </a:lnTo>
                  <a:lnTo>
                    <a:pt x="14821" y="18993"/>
                  </a:lnTo>
                  <a:lnTo>
                    <a:pt x="14821" y="18993"/>
                  </a:lnTo>
                  <a:lnTo>
                    <a:pt x="14680" y="18973"/>
                  </a:lnTo>
                  <a:lnTo>
                    <a:pt x="14400" y="18993"/>
                  </a:lnTo>
                  <a:lnTo>
                    <a:pt x="13497" y="19133"/>
                  </a:lnTo>
                  <a:lnTo>
                    <a:pt x="10790" y="19614"/>
                  </a:lnTo>
                  <a:lnTo>
                    <a:pt x="10790" y="19614"/>
                  </a:lnTo>
                  <a:lnTo>
                    <a:pt x="9807" y="19775"/>
                  </a:lnTo>
                  <a:lnTo>
                    <a:pt x="8824" y="19915"/>
                  </a:lnTo>
                  <a:lnTo>
                    <a:pt x="7822" y="20056"/>
                  </a:lnTo>
                  <a:lnTo>
                    <a:pt x="6879" y="20156"/>
                  </a:lnTo>
                  <a:lnTo>
                    <a:pt x="5997" y="20236"/>
                  </a:lnTo>
                  <a:lnTo>
                    <a:pt x="5576" y="20256"/>
                  </a:lnTo>
                  <a:lnTo>
                    <a:pt x="5195" y="20256"/>
                  </a:lnTo>
                  <a:lnTo>
                    <a:pt x="4834" y="20236"/>
                  </a:lnTo>
                  <a:lnTo>
                    <a:pt x="4493" y="20216"/>
                  </a:lnTo>
                  <a:lnTo>
                    <a:pt x="4212" y="20176"/>
                  </a:lnTo>
                  <a:lnTo>
                    <a:pt x="3951" y="20116"/>
                  </a:lnTo>
                  <a:lnTo>
                    <a:pt x="3951" y="20116"/>
                  </a:lnTo>
                  <a:lnTo>
                    <a:pt x="3731" y="20056"/>
                  </a:lnTo>
                  <a:lnTo>
                    <a:pt x="3530" y="19955"/>
                  </a:lnTo>
                  <a:lnTo>
                    <a:pt x="3309" y="19855"/>
                  </a:lnTo>
                  <a:lnTo>
                    <a:pt x="3109" y="19755"/>
                  </a:lnTo>
                  <a:lnTo>
                    <a:pt x="2888" y="19614"/>
                  </a:lnTo>
                  <a:lnTo>
                    <a:pt x="2688" y="19474"/>
                  </a:lnTo>
                  <a:lnTo>
                    <a:pt x="2267" y="19133"/>
                  </a:lnTo>
                  <a:lnTo>
                    <a:pt x="1886" y="18772"/>
                  </a:lnTo>
                  <a:lnTo>
                    <a:pt x="1525" y="18351"/>
                  </a:lnTo>
                  <a:lnTo>
                    <a:pt x="1184" y="17910"/>
                  </a:lnTo>
                  <a:lnTo>
                    <a:pt x="863" y="17428"/>
                  </a:lnTo>
                  <a:lnTo>
                    <a:pt x="602" y="16907"/>
                  </a:lnTo>
                  <a:lnTo>
                    <a:pt x="482" y="16646"/>
                  </a:lnTo>
                  <a:lnTo>
                    <a:pt x="381" y="16386"/>
                  </a:lnTo>
                  <a:lnTo>
                    <a:pt x="281" y="16125"/>
                  </a:lnTo>
                  <a:lnTo>
                    <a:pt x="201" y="15844"/>
                  </a:lnTo>
                  <a:lnTo>
                    <a:pt x="121" y="15583"/>
                  </a:lnTo>
                  <a:lnTo>
                    <a:pt x="81" y="15303"/>
                  </a:lnTo>
                  <a:lnTo>
                    <a:pt x="41" y="15022"/>
                  </a:lnTo>
                  <a:lnTo>
                    <a:pt x="0" y="14761"/>
                  </a:lnTo>
                  <a:lnTo>
                    <a:pt x="0" y="14480"/>
                  </a:lnTo>
                  <a:lnTo>
                    <a:pt x="0" y="14200"/>
                  </a:lnTo>
                  <a:lnTo>
                    <a:pt x="41" y="13939"/>
                  </a:lnTo>
                  <a:lnTo>
                    <a:pt x="81" y="13658"/>
                  </a:lnTo>
                  <a:lnTo>
                    <a:pt x="141" y="13397"/>
                  </a:lnTo>
                  <a:lnTo>
                    <a:pt x="221" y="13137"/>
                  </a:lnTo>
                  <a:lnTo>
                    <a:pt x="221" y="13137"/>
                  </a:lnTo>
                  <a:lnTo>
                    <a:pt x="301" y="12956"/>
                  </a:lnTo>
                  <a:lnTo>
                    <a:pt x="402" y="12776"/>
                  </a:lnTo>
                  <a:lnTo>
                    <a:pt x="522" y="12555"/>
                  </a:lnTo>
                  <a:lnTo>
                    <a:pt x="662" y="12335"/>
                  </a:lnTo>
                  <a:lnTo>
                    <a:pt x="1023" y="11833"/>
                  </a:lnTo>
                  <a:lnTo>
                    <a:pt x="1484" y="11272"/>
                  </a:lnTo>
                  <a:lnTo>
                    <a:pt x="2006" y="10670"/>
                  </a:lnTo>
                  <a:lnTo>
                    <a:pt x="2608" y="10028"/>
                  </a:lnTo>
                  <a:lnTo>
                    <a:pt x="3249" y="9346"/>
                  </a:lnTo>
                  <a:lnTo>
                    <a:pt x="3971" y="8665"/>
                  </a:lnTo>
                  <a:lnTo>
                    <a:pt x="3971" y="8665"/>
                  </a:lnTo>
                  <a:lnTo>
                    <a:pt x="5154" y="7521"/>
                  </a:lnTo>
                  <a:lnTo>
                    <a:pt x="6438" y="6378"/>
                  </a:lnTo>
                  <a:lnTo>
                    <a:pt x="6438" y="6378"/>
                  </a:lnTo>
                  <a:lnTo>
                    <a:pt x="7862" y="5175"/>
                  </a:lnTo>
                  <a:lnTo>
                    <a:pt x="8584" y="4573"/>
                  </a:lnTo>
                  <a:lnTo>
                    <a:pt x="9306" y="4012"/>
                  </a:lnTo>
                  <a:lnTo>
                    <a:pt x="10008" y="3450"/>
                  </a:lnTo>
                  <a:lnTo>
                    <a:pt x="10710" y="2929"/>
                  </a:lnTo>
                  <a:lnTo>
                    <a:pt x="11411" y="2428"/>
                  </a:lnTo>
                  <a:lnTo>
                    <a:pt x="12073" y="1966"/>
                  </a:lnTo>
                  <a:lnTo>
                    <a:pt x="12715" y="1545"/>
                  </a:lnTo>
                  <a:lnTo>
                    <a:pt x="13337" y="1164"/>
                  </a:lnTo>
                  <a:lnTo>
                    <a:pt x="13918" y="823"/>
                  </a:lnTo>
                  <a:lnTo>
                    <a:pt x="14460" y="542"/>
                  </a:lnTo>
                  <a:lnTo>
                    <a:pt x="14941" y="302"/>
                  </a:lnTo>
                  <a:lnTo>
                    <a:pt x="15402" y="141"/>
                  </a:lnTo>
                  <a:lnTo>
                    <a:pt x="15603" y="81"/>
                  </a:lnTo>
                  <a:lnTo>
                    <a:pt x="15783" y="41"/>
                  </a:lnTo>
                  <a:lnTo>
                    <a:pt x="15964" y="1"/>
                  </a:lnTo>
                  <a:lnTo>
                    <a:pt x="16124" y="1"/>
                  </a:lnTo>
                  <a:lnTo>
                    <a:pt x="16124" y="1"/>
                  </a:lnTo>
                  <a:lnTo>
                    <a:pt x="16345" y="1"/>
                  </a:lnTo>
                  <a:lnTo>
                    <a:pt x="16345" y="1"/>
                  </a:lnTo>
                  <a:lnTo>
                    <a:pt x="16606" y="41"/>
                  </a:lnTo>
                  <a:lnTo>
                    <a:pt x="16866" y="121"/>
                  </a:lnTo>
                  <a:lnTo>
                    <a:pt x="17127" y="202"/>
                  </a:lnTo>
                  <a:lnTo>
                    <a:pt x="17408" y="322"/>
                  </a:lnTo>
                  <a:lnTo>
                    <a:pt x="17688" y="462"/>
                  </a:lnTo>
                  <a:lnTo>
                    <a:pt x="17969" y="623"/>
                  </a:lnTo>
                  <a:lnTo>
                    <a:pt x="18250" y="803"/>
                  </a:lnTo>
                  <a:lnTo>
                    <a:pt x="18551" y="1024"/>
                  </a:lnTo>
                  <a:lnTo>
                    <a:pt x="18551" y="1024"/>
                  </a:lnTo>
                  <a:lnTo>
                    <a:pt x="19032" y="1385"/>
                  </a:lnTo>
                  <a:lnTo>
                    <a:pt x="19534" y="1806"/>
                  </a:lnTo>
                  <a:lnTo>
                    <a:pt x="20015" y="2267"/>
                  </a:lnTo>
                  <a:lnTo>
                    <a:pt x="20536" y="2768"/>
                  </a:lnTo>
                  <a:lnTo>
                    <a:pt x="21038" y="3310"/>
                  </a:lnTo>
                  <a:lnTo>
                    <a:pt x="21559" y="3871"/>
                  </a:lnTo>
                  <a:lnTo>
                    <a:pt x="22080" y="4473"/>
                  </a:lnTo>
                  <a:lnTo>
                    <a:pt x="22602" y="5095"/>
                  </a:lnTo>
                  <a:lnTo>
                    <a:pt x="23645" y="6398"/>
                  </a:lnTo>
                  <a:lnTo>
                    <a:pt x="24688" y="7762"/>
                  </a:lnTo>
                  <a:lnTo>
                    <a:pt x="25710" y="9146"/>
                  </a:lnTo>
                  <a:lnTo>
                    <a:pt x="26693" y="10530"/>
                  </a:lnTo>
                  <a:lnTo>
                    <a:pt x="28538" y="13137"/>
                  </a:lnTo>
                  <a:lnTo>
                    <a:pt x="29380" y="14320"/>
                  </a:lnTo>
                  <a:lnTo>
                    <a:pt x="30122" y="15363"/>
                  </a:lnTo>
                  <a:lnTo>
                    <a:pt x="30804" y="16265"/>
                  </a:lnTo>
                  <a:lnTo>
                    <a:pt x="31105" y="16626"/>
                  </a:lnTo>
                  <a:lnTo>
                    <a:pt x="31366" y="16967"/>
                  </a:lnTo>
                  <a:lnTo>
                    <a:pt x="31626" y="17228"/>
                  </a:lnTo>
                  <a:lnTo>
                    <a:pt x="31847" y="17448"/>
                  </a:lnTo>
                  <a:lnTo>
                    <a:pt x="32027" y="17609"/>
                  </a:lnTo>
                  <a:lnTo>
                    <a:pt x="32188" y="17689"/>
                  </a:lnTo>
                  <a:lnTo>
                    <a:pt x="32188" y="17689"/>
                  </a:lnTo>
                  <a:lnTo>
                    <a:pt x="32388" y="17729"/>
                  </a:lnTo>
                  <a:lnTo>
                    <a:pt x="32689" y="17769"/>
                  </a:lnTo>
                  <a:lnTo>
                    <a:pt x="33090" y="17789"/>
                  </a:lnTo>
                  <a:lnTo>
                    <a:pt x="33592" y="17809"/>
                  </a:lnTo>
                  <a:lnTo>
                    <a:pt x="34875" y="17809"/>
                  </a:lnTo>
                  <a:lnTo>
                    <a:pt x="36480" y="17789"/>
                  </a:lnTo>
                  <a:lnTo>
                    <a:pt x="36480" y="17789"/>
                  </a:lnTo>
                  <a:lnTo>
                    <a:pt x="37743" y="17749"/>
                  </a:lnTo>
                  <a:lnTo>
                    <a:pt x="37743" y="17749"/>
                  </a:lnTo>
                  <a:lnTo>
                    <a:pt x="38124" y="17749"/>
                  </a:lnTo>
                  <a:lnTo>
                    <a:pt x="38124" y="17749"/>
                  </a:lnTo>
                  <a:lnTo>
                    <a:pt x="39809" y="17709"/>
                  </a:lnTo>
                  <a:lnTo>
                    <a:pt x="39809" y="17709"/>
                  </a:lnTo>
                  <a:lnTo>
                    <a:pt x="43418" y="17609"/>
                  </a:lnTo>
                  <a:lnTo>
                    <a:pt x="47329" y="17529"/>
                  </a:lnTo>
                  <a:lnTo>
                    <a:pt x="49375" y="17509"/>
                  </a:lnTo>
                  <a:lnTo>
                    <a:pt x="51420" y="17509"/>
                  </a:lnTo>
                  <a:lnTo>
                    <a:pt x="53486" y="17509"/>
                  </a:lnTo>
                  <a:lnTo>
                    <a:pt x="55511" y="17549"/>
                  </a:lnTo>
                  <a:lnTo>
                    <a:pt x="55511" y="17549"/>
                  </a:lnTo>
                  <a:lnTo>
                    <a:pt x="56554" y="17569"/>
                  </a:lnTo>
                  <a:lnTo>
                    <a:pt x="57577" y="17609"/>
                  </a:lnTo>
                  <a:lnTo>
                    <a:pt x="57577" y="17609"/>
                  </a:lnTo>
                  <a:lnTo>
                    <a:pt x="59382" y="17689"/>
                  </a:lnTo>
                  <a:lnTo>
                    <a:pt x="61127" y="17809"/>
                  </a:lnTo>
                  <a:lnTo>
                    <a:pt x="62791" y="17950"/>
                  </a:lnTo>
                  <a:lnTo>
                    <a:pt x="63573" y="18050"/>
                  </a:lnTo>
                  <a:lnTo>
                    <a:pt x="64335" y="18150"/>
                  </a:lnTo>
                  <a:lnTo>
                    <a:pt x="65057" y="18251"/>
                  </a:lnTo>
                  <a:lnTo>
                    <a:pt x="65739" y="18371"/>
                  </a:lnTo>
                  <a:lnTo>
                    <a:pt x="66381" y="18491"/>
                  </a:lnTo>
                  <a:lnTo>
                    <a:pt x="67002" y="18632"/>
                  </a:lnTo>
                  <a:lnTo>
                    <a:pt x="67584" y="18792"/>
                  </a:lnTo>
                  <a:lnTo>
                    <a:pt x="68105" y="18953"/>
                  </a:lnTo>
                  <a:lnTo>
                    <a:pt x="68587" y="19133"/>
                  </a:lnTo>
                  <a:lnTo>
                    <a:pt x="69028" y="19313"/>
                  </a:lnTo>
                  <a:lnTo>
                    <a:pt x="69028" y="19313"/>
                  </a:lnTo>
                  <a:lnTo>
                    <a:pt x="69229" y="19434"/>
                  </a:lnTo>
                  <a:lnTo>
                    <a:pt x="69449" y="19574"/>
                  </a:lnTo>
                  <a:lnTo>
                    <a:pt x="69650" y="19715"/>
                  </a:lnTo>
                  <a:lnTo>
                    <a:pt x="69830" y="19895"/>
                  </a:lnTo>
                  <a:lnTo>
                    <a:pt x="70011" y="20096"/>
                  </a:lnTo>
                  <a:lnTo>
                    <a:pt x="70191" y="20316"/>
                  </a:lnTo>
                  <a:lnTo>
                    <a:pt x="70352" y="20537"/>
                  </a:lnTo>
                  <a:lnTo>
                    <a:pt x="70512" y="20798"/>
                  </a:lnTo>
                  <a:lnTo>
                    <a:pt x="70652" y="21058"/>
                  </a:lnTo>
                  <a:lnTo>
                    <a:pt x="70793" y="21339"/>
                  </a:lnTo>
                  <a:lnTo>
                    <a:pt x="70913" y="21640"/>
                  </a:lnTo>
                  <a:lnTo>
                    <a:pt x="71033" y="21961"/>
                  </a:lnTo>
                  <a:lnTo>
                    <a:pt x="71254" y="22622"/>
                  </a:lnTo>
                  <a:lnTo>
                    <a:pt x="71435" y="23344"/>
                  </a:lnTo>
                  <a:lnTo>
                    <a:pt x="71595" y="24107"/>
                  </a:lnTo>
                  <a:lnTo>
                    <a:pt x="71715" y="24909"/>
                  </a:lnTo>
                  <a:lnTo>
                    <a:pt x="71816" y="25751"/>
                  </a:lnTo>
                  <a:lnTo>
                    <a:pt x="71876" y="26613"/>
                  </a:lnTo>
                  <a:lnTo>
                    <a:pt x="71916" y="27516"/>
                  </a:lnTo>
                  <a:lnTo>
                    <a:pt x="71916" y="28418"/>
                  </a:lnTo>
                  <a:lnTo>
                    <a:pt x="71896" y="29361"/>
                  </a:lnTo>
                  <a:lnTo>
                    <a:pt x="71856" y="30303"/>
                  </a:lnTo>
                  <a:lnTo>
                    <a:pt x="71775" y="31246"/>
                  </a:lnTo>
                  <a:lnTo>
                    <a:pt x="71695" y="32189"/>
                  </a:lnTo>
                  <a:lnTo>
                    <a:pt x="71575" y="33131"/>
                  </a:lnTo>
                  <a:lnTo>
                    <a:pt x="71435" y="34054"/>
                  </a:lnTo>
                  <a:lnTo>
                    <a:pt x="71254" y="34956"/>
                  </a:lnTo>
                  <a:lnTo>
                    <a:pt x="71074" y="35858"/>
                  </a:lnTo>
                  <a:lnTo>
                    <a:pt x="70873" y="36721"/>
                  </a:lnTo>
                  <a:lnTo>
                    <a:pt x="70652" y="37563"/>
                  </a:lnTo>
                  <a:lnTo>
                    <a:pt x="70392" y="38365"/>
                  </a:lnTo>
                  <a:lnTo>
                    <a:pt x="70131" y="39107"/>
                  </a:lnTo>
                  <a:lnTo>
                    <a:pt x="69850" y="39829"/>
                  </a:lnTo>
                  <a:lnTo>
                    <a:pt x="69549" y="40491"/>
                  </a:lnTo>
                  <a:lnTo>
                    <a:pt x="69249" y="41093"/>
                  </a:lnTo>
                  <a:lnTo>
                    <a:pt x="68908" y="41634"/>
                  </a:lnTo>
                  <a:lnTo>
                    <a:pt x="68747" y="41875"/>
                  </a:lnTo>
                  <a:lnTo>
                    <a:pt x="68567" y="42116"/>
                  </a:lnTo>
                  <a:lnTo>
                    <a:pt x="68386" y="42316"/>
                  </a:lnTo>
                  <a:lnTo>
                    <a:pt x="68206" y="42517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5" name="Google Shape;7275;p34"/>
            <p:cNvSpPr/>
            <p:nvPr/>
          </p:nvSpPr>
          <p:spPr>
            <a:xfrm>
              <a:off x="8256675" y="3979700"/>
              <a:ext cx="1453475" cy="1156175"/>
            </a:xfrm>
            <a:custGeom>
              <a:avLst/>
              <a:gdLst/>
              <a:ahLst/>
              <a:cxnLst/>
              <a:rect l="l" t="t" r="r" b="b"/>
              <a:pathLst>
                <a:path w="58139" h="46247" extrusionOk="0">
                  <a:moveTo>
                    <a:pt x="16064" y="1"/>
                  </a:moveTo>
                  <a:lnTo>
                    <a:pt x="15864" y="21"/>
                  </a:lnTo>
                  <a:lnTo>
                    <a:pt x="15623" y="61"/>
                  </a:lnTo>
                  <a:lnTo>
                    <a:pt x="15362" y="141"/>
                  </a:lnTo>
                  <a:lnTo>
                    <a:pt x="15101" y="242"/>
                  </a:lnTo>
                  <a:lnTo>
                    <a:pt x="14620" y="442"/>
                  </a:lnTo>
                  <a:lnTo>
                    <a:pt x="14099" y="723"/>
                  </a:lnTo>
                  <a:lnTo>
                    <a:pt x="13858" y="964"/>
                  </a:lnTo>
                  <a:lnTo>
                    <a:pt x="13637" y="1224"/>
                  </a:lnTo>
                  <a:lnTo>
                    <a:pt x="13437" y="1485"/>
                  </a:lnTo>
                  <a:lnTo>
                    <a:pt x="13256" y="1726"/>
                  </a:lnTo>
                  <a:lnTo>
                    <a:pt x="12936" y="2227"/>
                  </a:lnTo>
                  <a:lnTo>
                    <a:pt x="12655" y="2708"/>
                  </a:lnTo>
                  <a:lnTo>
                    <a:pt x="13457" y="2067"/>
                  </a:lnTo>
                  <a:lnTo>
                    <a:pt x="14279" y="1465"/>
                  </a:lnTo>
                  <a:lnTo>
                    <a:pt x="15142" y="903"/>
                  </a:lnTo>
                  <a:lnTo>
                    <a:pt x="16004" y="382"/>
                  </a:lnTo>
                  <a:lnTo>
                    <a:pt x="16104" y="422"/>
                  </a:lnTo>
                  <a:lnTo>
                    <a:pt x="16204" y="442"/>
                  </a:lnTo>
                  <a:lnTo>
                    <a:pt x="16285" y="442"/>
                  </a:lnTo>
                  <a:lnTo>
                    <a:pt x="16365" y="402"/>
                  </a:lnTo>
                  <a:lnTo>
                    <a:pt x="16405" y="342"/>
                  </a:lnTo>
                  <a:lnTo>
                    <a:pt x="16445" y="262"/>
                  </a:lnTo>
                  <a:lnTo>
                    <a:pt x="16465" y="202"/>
                  </a:lnTo>
                  <a:lnTo>
                    <a:pt x="16465" y="121"/>
                  </a:lnTo>
                  <a:lnTo>
                    <a:pt x="16425" y="61"/>
                  </a:lnTo>
                  <a:lnTo>
                    <a:pt x="16345" y="1"/>
                  </a:lnTo>
                  <a:close/>
                  <a:moveTo>
                    <a:pt x="7601" y="8885"/>
                  </a:moveTo>
                  <a:lnTo>
                    <a:pt x="7421" y="8985"/>
                  </a:lnTo>
                  <a:lnTo>
                    <a:pt x="7140" y="9126"/>
                  </a:lnTo>
                  <a:lnTo>
                    <a:pt x="6859" y="9246"/>
                  </a:lnTo>
                  <a:lnTo>
                    <a:pt x="6298" y="9447"/>
                  </a:lnTo>
                  <a:lnTo>
                    <a:pt x="5736" y="9607"/>
                  </a:lnTo>
                  <a:lnTo>
                    <a:pt x="5174" y="9707"/>
                  </a:lnTo>
                  <a:lnTo>
                    <a:pt x="6578" y="11412"/>
                  </a:lnTo>
                  <a:lnTo>
                    <a:pt x="6699" y="10991"/>
                  </a:lnTo>
                  <a:lnTo>
                    <a:pt x="6839" y="10590"/>
                  </a:lnTo>
                  <a:lnTo>
                    <a:pt x="7020" y="10169"/>
                  </a:lnTo>
                  <a:lnTo>
                    <a:pt x="7200" y="9727"/>
                  </a:lnTo>
                  <a:lnTo>
                    <a:pt x="7401" y="9306"/>
                  </a:lnTo>
                  <a:lnTo>
                    <a:pt x="7601" y="8885"/>
                  </a:lnTo>
                  <a:close/>
                  <a:moveTo>
                    <a:pt x="2608" y="10028"/>
                  </a:moveTo>
                  <a:lnTo>
                    <a:pt x="2146" y="10510"/>
                  </a:lnTo>
                  <a:lnTo>
                    <a:pt x="1725" y="10971"/>
                  </a:lnTo>
                  <a:lnTo>
                    <a:pt x="1364" y="11412"/>
                  </a:lnTo>
                  <a:lnTo>
                    <a:pt x="1023" y="11833"/>
                  </a:lnTo>
                  <a:lnTo>
                    <a:pt x="742" y="12214"/>
                  </a:lnTo>
                  <a:lnTo>
                    <a:pt x="522" y="12555"/>
                  </a:lnTo>
                  <a:lnTo>
                    <a:pt x="341" y="12876"/>
                  </a:lnTo>
                  <a:lnTo>
                    <a:pt x="221" y="13137"/>
                  </a:lnTo>
                  <a:lnTo>
                    <a:pt x="121" y="13458"/>
                  </a:lnTo>
                  <a:lnTo>
                    <a:pt x="61" y="13798"/>
                  </a:lnTo>
                  <a:lnTo>
                    <a:pt x="20" y="14139"/>
                  </a:lnTo>
                  <a:lnTo>
                    <a:pt x="0" y="14460"/>
                  </a:lnTo>
                  <a:lnTo>
                    <a:pt x="20" y="14942"/>
                  </a:lnTo>
                  <a:lnTo>
                    <a:pt x="101" y="15403"/>
                  </a:lnTo>
                  <a:lnTo>
                    <a:pt x="201" y="15864"/>
                  </a:lnTo>
                  <a:lnTo>
                    <a:pt x="341" y="16325"/>
                  </a:lnTo>
                  <a:lnTo>
                    <a:pt x="522" y="16767"/>
                  </a:lnTo>
                  <a:lnTo>
                    <a:pt x="742" y="17188"/>
                  </a:lnTo>
                  <a:lnTo>
                    <a:pt x="983" y="17609"/>
                  </a:lnTo>
                  <a:lnTo>
                    <a:pt x="1264" y="18010"/>
                  </a:lnTo>
                  <a:lnTo>
                    <a:pt x="1545" y="18391"/>
                  </a:lnTo>
                  <a:lnTo>
                    <a:pt x="1866" y="18732"/>
                  </a:lnTo>
                  <a:lnTo>
                    <a:pt x="2186" y="19053"/>
                  </a:lnTo>
                  <a:lnTo>
                    <a:pt x="2527" y="19354"/>
                  </a:lnTo>
                  <a:lnTo>
                    <a:pt x="2868" y="19614"/>
                  </a:lnTo>
                  <a:lnTo>
                    <a:pt x="3229" y="19815"/>
                  </a:lnTo>
                  <a:lnTo>
                    <a:pt x="3590" y="19995"/>
                  </a:lnTo>
                  <a:lnTo>
                    <a:pt x="3951" y="20116"/>
                  </a:lnTo>
                  <a:lnTo>
                    <a:pt x="4212" y="20176"/>
                  </a:lnTo>
                  <a:lnTo>
                    <a:pt x="4533" y="20216"/>
                  </a:lnTo>
                  <a:lnTo>
                    <a:pt x="4874" y="20236"/>
                  </a:lnTo>
                  <a:lnTo>
                    <a:pt x="5255" y="20256"/>
                  </a:lnTo>
                  <a:lnTo>
                    <a:pt x="5836" y="20236"/>
                  </a:lnTo>
                  <a:lnTo>
                    <a:pt x="6478" y="20196"/>
                  </a:lnTo>
                  <a:lnTo>
                    <a:pt x="7160" y="20136"/>
                  </a:lnTo>
                  <a:lnTo>
                    <a:pt x="7882" y="20056"/>
                  </a:lnTo>
                  <a:lnTo>
                    <a:pt x="9326" y="19855"/>
                  </a:lnTo>
                  <a:lnTo>
                    <a:pt x="10790" y="19614"/>
                  </a:lnTo>
                  <a:lnTo>
                    <a:pt x="11010" y="19574"/>
                  </a:lnTo>
                  <a:lnTo>
                    <a:pt x="10930" y="19554"/>
                  </a:lnTo>
                  <a:lnTo>
                    <a:pt x="10850" y="19474"/>
                  </a:lnTo>
                  <a:lnTo>
                    <a:pt x="10589" y="19233"/>
                  </a:lnTo>
                  <a:lnTo>
                    <a:pt x="10228" y="18892"/>
                  </a:lnTo>
                  <a:lnTo>
                    <a:pt x="9807" y="18431"/>
                  </a:lnTo>
                  <a:lnTo>
                    <a:pt x="8744" y="17248"/>
                  </a:lnTo>
                  <a:lnTo>
                    <a:pt x="7521" y="15844"/>
                  </a:lnTo>
                  <a:lnTo>
                    <a:pt x="7320" y="15664"/>
                  </a:lnTo>
                  <a:lnTo>
                    <a:pt x="7140" y="15483"/>
                  </a:lnTo>
                  <a:lnTo>
                    <a:pt x="6979" y="15262"/>
                  </a:lnTo>
                  <a:lnTo>
                    <a:pt x="6839" y="15042"/>
                  </a:lnTo>
                  <a:lnTo>
                    <a:pt x="5275" y="13217"/>
                  </a:lnTo>
                  <a:lnTo>
                    <a:pt x="3931" y="11613"/>
                  </a:lnTo>
                  <a:lnTo>
                    <a:pt x="2608" y="10028"/>
                  </a:lnTo>
                  <a:close/>
                  <a:moveTo>
                    <a:pt x="17428" y="15523"/>
                  </a:moveTo>
                  <a:lnTo>
                    <a:pt x="16646" y="15744"/>
                  </a:lnTo>
                  <a:lnTo>
                    <a:pt x="15843" y="15944"/>
                  </a:lnTo>
                  <a:lnTo>
                    <a:pt x="15041" y="16125"/>
                  </a:lnTo>
                  <a:lnTo>
                    <a:pt x="14199" y="16305"/>
                  </a:lnTo>
                  <a:lnTo>
                    <a:pt x="13377" y="16446"/>
                  </a:lnTo>
                  <a:lnTo>
                    <a:pt x="12534" y="16566"/>
                  </a:lnTo>
                  <a:lnTo>
                    <a:pt x="11692" y="16646"/>
                  </a:lnTo>
                  <a:lnTo>
                    <a:pt x="11271" y="16666"/>
                  </a:lnTo>
                  <a:lnTo>
                    <a:pt x="10870" y="16666"/>
                  </a:lnTo>
                  <a:lnTo>
                    <a:pt x="12314" y="18451"/>
                  </a:lnTo>
                  <a:lnTo>
                    <a:pt x="12735" y="19013"/>
                  </a:lnTo>
                  <a:lnTo>
                    <a:pt x="12916" y="19233"/>
                  </a:lnTo>
                  <a:lnTo>
                    <a:pt x="14059" y="19053"/>
                  </a:lnTo>
                  <a:lnTo>
                    <a:pt x="14460" y="18993"/>
                  </a:lnTo>
                  <a:lnTo>
                    <a:pt x="14720" y="18973"/>
                  </a:lnTo>
                  <a:lnTo>
                    <a:pt x="14821" y="18993"/>
                  </a:lnTo>
                  <a:lnTo>
                    <a:pt x="14841" y="19013"/>
                  </a:lnTo>
                  <a:lnTo>
                    <a:pt x="14881" y="19053"/>
                  </a:lnTo>
                  <a:lnTo>
                    <a:pt x="14941" y="19253"/>
                  </a:lnTo>
                  <a:lnTo>
                    <a:pt x="15101" y="19975"/>
                  </a:lnTo>
                  <a:lnTo>
                    <a:pt x="15322" y="21098"/>
                  </a:lnTo>
                  <a:lnTo>
                    <a:pt x="15583" y="22542"/>
                  </a:lnTo>
                  <a:lnTo>
                    <a:pt x="16245" y="26172"/>
                  </a:lnTo>
                  <a:lnTo>
                    <a:pt x="16626" y="28238"/>
                  </a:lnTo>
                  <a:lnTo>
                    <a:pt x="17067" y="30404"/>
                  </a:lnTo>
                  <a:lnTo>
                    <a:pt x="17568" y="32590"/>
                  </a:lnTo>
                  <a:lnTo>
                    <a:pt x="17829" y="33673"/>
                  </a:lnTo>
                  <a:lnTo>
                    <a:pt x="18090" y="34735"/>
                  </a:lnTo>
                  <a:lnTo>
                    <a:pt x="18370" y="35798"/>
                  </a:lnTo>
                  <a:lnTo>
                    <a:pt x="18671" y="36801"/>
                  </a:lnTo>
                  <a:lnTo>
                    <a:pt x="18972" y="37784"/>
                  </a:lnTo>
                  <a:lnTo>
                    <a:pt x="19273" y="38726"/>
                  </a:lnTo>
                  <a:lnTo>
                    <a:pt x="19594" y="39609"/>
                  </a:lnTo>
                  <a:lnTo>
                    <a:pt x="19935" y="40411"/>
                  </a:lnTo>
                  <a:lnTo>
                    <a:pt x="20276" y="41173"/>
                  </a:lnTo>
                  <a:lnTo>
                    <a:pt x="20616" y="41855"/>
                  </a:lnTo>
                  <a:lnTo>
                    <a:pt x="20797" y="42156"/>
                  </a:lnTo>
                  <a:lnTo>
                    <a:pt x="20977" y="42436"/>
                  </a:lnTo>
                  <a:lnTo>
                    <a:pt x="21158" y="42697"/>
                  </a:lnTo>
                  <a:lnTo>
                    <a:pt x="21358" y="42938"/>
                  </a:lnTo>
                  <a:lnTo>
                    <a:pt x="21539" y="43158"/>
                  </a:lnTo>
                  <a:lnTo>
                    <a:pt x="21739" y="43339"/>
                  </a:lnTo>
                  <a:lnTo>
                    <a:pt x="21920" y="43519"/>
                  </a:lnTo>
                  <a:lnTo>
                    <a:pt x="22121" y="43640"/>
                  </a:lnTo>
                  <a:lnTo>
                    <a:pt x="22562" y="43880"/>
                  </a:lnTo>
                  <a:lnTo>
                    <a:pt x="23043" y="44101"/>
                  </a:lnTo>
                  <a:lnTo>
                    <a:pt x="23585" y="44301"/>
                  </a:lnTo>
                  <a:lnTo>
                    <a:pt x="24166" y="44502"/>
                  </a:lnTo>
                  <a:lnTo>
                    <a:pt x="24808" y="44682"/>
                  </a:lnTo>
                  <a:lnTo>
                    <a:pt x="25510" y="44843"/>
                  </a:lnTo>
                  <a:lnTo>
                    <a:pt x="26232" y="45003"/>
                  </a:lnTo>
                  <a:lnTo>
                    <a:pt x="26994" y="45144"/>
                  </a:lnTo>
                  <a:lnTo>
                    <a:pt x="27776" y="45284"/>
                  </a:lnTo>
                  <a:lnTo>
                    <a:pt x="28598" y="45404"/>
                  </a:lnTo>
                  <a:lnTo>
                    <a:pt x="29460" y="45505"/>
                  </a:lnTo>
                  <a:lnTo>
                    <a:pt x="30323" y="45605"/>
                  </a:lnTo>
                  <a:lnTo>
                    <a:pt x="32108" y="45785"/>
                  </a:lnTo>
                  <a:lnTo>
                    <a:pt x="33913" y="45926"/>
                  </a:lnTo>
                  <a:lnTo>
                    <a:pt x="35717" y="46026"/>
                  </a:lnTo>
                  <a:lnTo>
                    <a:pt x="37502" y="46106"/>
                  </a:lnTo>
                  <a:lnTo>
                    <a:pt x="39227" y="46167"/>
                  </a:lnTo>
                  <a:lnTo>
                    <a:pt x="40851" y="46207"/>
                  </a:lnTo>
                  <a:lnTo>
                    <a:pt x="43719" y="46247"/>
                  </a:lnTo>
                  <a:lnTo>
                    <a:pt x="47008" y="46247"/>
                  </a:lnTo>
                  <a:lnTo>
                    <a:pt x="49274" y="46227"/>
                  </a:lnTo>
                  <a:lnTo>
                    <a:pt x="50598" y="46207"/>
                  </a:lnTo>
                  <a:lnTo>
                    <a:pt x="52002" y="46167"/>
                  </a:lnTo>
                  <a:lnTo>
                    <a:pt x="53486" y="46106"/>
                  </a:lnTo>
                  <a:lnTo>
                    <a:pt x="55010" y="46026"/>
                  </a:lnTo>
                  <a:lnTo>
                    <a:pt x="56574" y="45886"/>
                  </a:lnTo>
                  <a:lnTo>
                    <a:pt x="58138" y="45745"/>
                  </a:lnTo>
                  <a:lnTo>
                    <a:pt x="56494" y="45745"/>
                  </a:lnTo>
                  <a:lnTo>
                    <a:pt x="55632" y="45705"/>
                  </a:lnTo>
                  <a:lnTo>
                    <a:pt x="54749" y="45665"/>
                  </a:lnTo>
                  <a:lnTo>
                    <a:pt x="53887" y="45625"/>
                  </a:lnTo>
                  <a:lnTo>
                    <a:pt x="53024" y="45545"/>
                  </a:lnTo>
                  <a:lnTo>
                    <a:pt x="52142" y="45465"/>
                  </a:lnTo>
                  <a:lnTo>
                    <a:pt x="51280" y="45384"/>
                  </a:lnTo>
                  <a:lnTo>
                    <a:pt x="50417" y="45264"/>
                  </a:lnTo>
                  <a:lnTo>
                    <a:pt x="48693" y="45023"/>
                  </a:lnTo>
                  <a:lnTo>
                    <a:pt x="46968" y="44723"/>
                  </a:lnTo>
                  <a:lnTo>
                    <a:pt x="45263" y="44402"/>
                  </a:lnTo>
                  <a:lnTo>
                    <a:pt x="43579" y="44021"/>
                  </a:lnTo>
                  <a:lnTo>
                    <a:pt x="41894" y="43620"/>
                  </a:lnTo>
                  <a:lnTo>
                    <a:pt x="40190" y="43198"/>
                  </a:lnTo>
                  <a:lnTo>
                    <a:pt x="38505" y="42737"/>
                  </a:lnTo>
                  <a:lnTo>
                    <a:pt x="37663" y="42497"/>
                  </a:lnTo>
                  <a:lnTo>
                    <a:pt x="36820" y="42236"/>
                  </a:lnTo>
                  <a:lnTo>
                    <a:pt x="35978" y="41955"/>
                  </a:lnTo>
                  <a:lnTo>
                    <a:pt x="35156" y="41654"/>
                  </a:lnTo>
                  <a:lnTo>
                    <a:pt x="34334" y="41353"/>
                  </a:lnTo>
                  <a:lnTo>
                    <a:pt x="33511" y="41033"/>
                  </a:lnTo>
                  <a:lnTo>
                    <a:pt x="32709" y="40692"/>
                  </a:lnTo>
                  <a:lnTo>
                    <a:pt x="31927" y="40331"/>
                  </a:lnTo>
                  <a:lnTo>
                    <a:pt x="31145" y="39950"/>
                  </a:lnTo>
                  <a:lnTo>
                    <a:pt x="30363" y="39528"/>
                  </a:lnTo>
                  <a:lnTo>
                    <a:pt x="29621" y="39107"/>
                  </a:lnTo>
                  <a:lnTo>
                    <a:pt x="28899" y="38666"/>
                  </a:lnTo>
                  <a:lnTo>
                    <a:pt x="28197" y="38185"/>
                  </a:lnTo>
                  <a:lnTo>
                    <a:pt x="27535" y="37683"/>
                  </a:lnTo>
                  <a:lnTo>
                    <a:pt x="26893" y="37162"/>
                  </a:lnTo>
                  <a:lnTo>
                    <a:pt x="26272" y="36601"/>
                  </a:lnTo>
                  <a:lnTo>
                    <a:pt x="25670" y="36039"/>
                  </a:lnTo>
                  <a:lnTo>
                    <a:pt x="25089" y="35437"/>
                  </a:lnTo>
                  <a:lnTo>
                    <a:pt x="24547" y="34816"/>
                  </a:lnTo>
                  <a:lnTo>
                    <a:pt x="24026" y="34174"/>
                  </a:lnTo>
                  <a:lnTo>
                    <a:pt x="23524" y="33512"/>
                  </a:lnTo>
                  <a:lnTo>
                    <a:pt x="23043" y="32830"/>
                  </a:lnTo>
                  <a:lnTo>
                    <a:pt x="22602" y="32128"/>
                  </a:lnTo>
                  <a:lnTo>
                    <a:pt x="22181" y="31386"/>
                  </a:lnTo>
                  <a:lnTo>
                    <a:pt x="21780" y="30644"/>
                  </a:lnTo>
                  <a:lnTo>
                    <a:pt x="21399" y="29862"/>
                  </a:lnTo>
                  <a:lnTo>
                    <a:pt x="21018" y="29020"/>
                  </a:lnTo>
                  <a:lnTo>
                    <a:pt x="20677" y="28178"/>
                  </a:lnTo>
                  <a:lnTo>
                    <a:pt x="20356" y="27315"/>
                  </a:lnTo>
                  <a:lnTo>
                    <a:pt x="20055" y="26433"/>
                  </a:lnTo>
                  <a:lnTo>
                    <a:pt x="19774" y="25571"/>
                  </a:lnTo>
                  <a:lnTo>
                    <a:pt x="19513" y="24688"/>
                  </a:lnTo>
                  <a:lnTo>
                    <a:pt x="19273" y="23786"/>
                  </a:lnTo>
                  <a:lnTo>
                    <a:pt x="19052" y="22883"/>
                  </a:lnTo>
                  <a:lnTo>
                    <a:pt x="18832" y="22001"/>
                  </a:lnTo>
                  <a:lnTo>
                    <a:pt x="18651" y="21098"/>
                  </a:lnTo>
                  <a:lnTo>
                    <a:pt x="18270" y="19273"/>
                  </a:lnTo>
                  <a:lnTo>
                    <a:pt x="17949" y="17468"/>
                  </a:lnTo>
                  <a:lnTo>
                    <a:pt x="17628" y="15644"/>
                  </a:lnTo>
                  <a:lnTo>
                    <a:pt x="17608" y="15603"/>
                  </a:lnTo>
                  <a:lnTo>
                    <a:pt x="17568" y="15563"/>
                  </a:lnTo>
                  <a:lnTo>
                    <a:pt x="17528" y="15523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6" name="Google Shape;7276;p34"/>
            <p:cNvSpPr/>
            <p:nvPr/>
          </p:nvSpPr>
          <p:spPr>
            <a:xfrm>
              <a:off x="8528400" y="4367775"/>
              <a:ext cx="1181750" cy="768100"/>
            </a:xfrm>
            <a:custGeom>
              <a:avLst/>
              <a:gdLst/>
              <a:ahLst/>
              <a:cxnLst/>
              <a:rect l="l" t="t" r="r" b="b"/>
              <a:pathLst>
                <a:path w="47270" h="30724" fill="none" extrusionOk="0">
                  <a:moveTo>
                    <a:pt x="6599" y="0"/>
                  </a:moveTo>
                  <a:lnTo>
                    <a:pt x="6599" y="0"/>
                  </a:lnTo>
                  <a:lnTo>
                    <a:pt x="6559" y="0"/>
                  </a:lnTo>
                  <a:lnTo>
                    <a:pt x="6559" y="0"/>
                  </a:lnTo>
                  <a:lnTo>
                    <a:pt x="5777" y="221"/>
                  </a:lnTo>
                  <a:lnTo>
                    <a:pt x="4974" y="421"/>
                  </a:lnTo>
                  <a:lnTo>
                    <a:pt x="4172" y="602"/>
                  </a:lnTo>
                  <a:lnTo>
                    <a:pt x="3330" y="782"/>
                  </a:lnTo>
                  <a:lnTo>
                    <a:pt x="2508" y="923"/>
                  </a:lnTo>
                  <a:lnTo>
                    <a:pt x="1665" y="1043"/>
                  </a:lnTo>
                  <a:lnTo>
                    <a:pt x="823" y="1123"/>
                  </a:lnTo>
                  <a:lnTo>
                    <a:pt x="402" y="1143"/>
                  </a:lnTo>
                  <a:lnTo>
                    <a:pt x="1" y="1143"/>
                  </a:lnTo>
                  <a:lnTo>
                    <a:pt x="1" y="1143"/>
                  </a:lnTo>
                  <a:lnTo>
                    <a:pt x="1445" y="2928"/>
                  </a:lnTo>
                  <a:lnTo>
                    <a:pt x="1866" y="3490"/>
                  </a:lnTo>
                  <a:lnTo>
                    <a:pt x="2047" y="3710"/>
                  </a:lnTo>
                  <a:lnTo>
                    <a:pt x="2047" y="3710"/>
                  </a:lnTo>
                  <a:lnTo>
                    <a:pt x="2047" y="3710"/>
                  </a:lnTo>
                  <a:lnTo>
                    <a:pt x="2047" y="3710"/>
                  </a:lnTo>
                  <a:lnTo>
                    <a:pt x="3190" y="3530"/>
                  </a:lnTo>
                  <a:lnTo>
                    <a:pt x="3591" y="3470"/>
                  </a:lnTo>
                  <a:lnTo>
                    <a:pt x="3851" y="3450"/>
                  </a:lnTo>
                  <a:lnTo>
                    <a:pt x="3851" y="3450"/>
                  </a:lnTo>
                  <a:lnTo>
                    <a:pt x="3952" y="3470"/>
                  </a:lnTo>
                  <a:lnTo>
                    <a:pt x="3952" y="3470"/>
                  </a:lnTo>
                  <a:lnTo>
                    <a:pt x="3972" y="3490"/>
                  </a:lnTo>
                  <a:lnTo>
                    <a:pt x="4012" y="3530"/>
                  </a:lnTo>
                  <a:lnTo>
                    <a:pt x="4072" y="3730"/>
                  </a:lnTo>
                  <a:lnTo>
                    <a:pt x="4232" y="4452"/>
                  </a:lnTo>
                  <a:lnTo>
                    <a:pt x="4453" y="5575"/>
                  </a:lnTo>
                  <a:lnTo>
                    <a:pt x="4714" y="7019"/>
                  </a:lnTo>
                  <a:lnTo>
                    <a:pt x="5376" y="10649"/>
                  </a:lnTo>
                  <a:lnTo>
                    <a:pt x="5757" y="12715"/>
                  </a:lnTo>
                  <a:lnTo>
                    <a:pt x="6198" y="14881"/>
                  </a:lnTo>
                  <a:lnTo>
                    <a:pt x="6699" y="17067"/>
                  </a:lnTo>
                  <a:lnTo>
                    <a:pt x="6960" y="18150"/>
                  </a:lnTo>
                  <a:lnTo>
                    <a:pt x="7221" y="19212"/>
                  </a:lnTo>
                  <a:lnTo>
                    <a:pt x="7501" y="20275"/>
                  </a:lnTo>
                  <a:lnTo>
                    <a:pt x="7802" y="21278"/>
                  </a:lnTo>
                  <a:lnTo>
                    <a:pt x="8103" y="22261"/>
                  </a:lnTo>
                  <a:lnTo>
                    <a:pt x="8404" y="23203"/>
                  </a:lnTo>
                  <a:lnTo>
                    <a:pt x="8725" y="24086"/>
                  </a:lnTo>
                  <a:lnTo>
                    <a:pt x="9066" y="24888"/>
                  </a:lnTo>
                  <a:lnTo>
                    <a:pt x="9407" y="25650"/>
                  </a:lnTo>
                  <a:lnTo>
                    <a:pt x="9747" y="26332"/>
                  </a:lnTo>
                  <a:lnTo>
                    <a:pt x="9928" y="26633"/>
                  </a:lnTo>
                  <a:lnTo>
                    <a:pt x="10108" y="26913"/>
                  </a:lnTo>
                  <a:lnTo>
                    <a:pt x="10289" y="27174"/>
                  </a:lnTo>
                  <a:lnTo>
                    <a:pt x="10489" y="27415"/>
                  </a:lnTo>
                  <a:lnTo>
                    <a:pt x="10670" y="27635"/>
                  </a:lnTo>
                  <a:lnTo>
                    <a:pt x="10870" y="27816"/>
                  </a:lnTo>
                  <a:lnTo>
                    <a:pt x="11051" y="27996"/>
                  </a:lnTo>
                  <a:lnTo>
                    <a:pt x="11252" y="28117"/>
                  </a:lnTo>
                  <a:lnTo>
                    <a:pt x="11252" y="28117"/>
                  </a:lnTo>
                  <a:lnTo>
                    <a:pt x="11693" y="28357"/>
                  </a:lnTo>
                  <a:lnTo>
                    <a:pt x="12174" y="28578"/>
                  </a:lnTo>
                  <a:lnTo>
                    <a:pt x="12716" y="28778"/>
                  </a:lnTo>
                  <a:lnTo>
                    <a:pt x="13297" y="28979"/>
                  </a:lnTo>
                  <a:lnTo>
                    <a:pt x="13939" y="29159"/>
                  </a:lnTo>
                  <a:lnTo>
                    <a:pt x="14641" y="29320"/>
                  </a:lnTo>
                  <a:lnTo>
                    <a:pt x="15363" y="29480"/>
                  </a:lnTo>
                  <a:lnTo>
                    <a:pt x="16125" y="29621"/>
                  </a:lnTo>
                  <a:lnTo>
                    <a:pt x="16907" y="29761"/>
                  </a:lnTo>
                  <a:lnTo>
                    <a:pt x="17729" y="29881"/>
                  </a:lnTo>
                  <a:lnTo>
                    <a:pt x="18591" y="29982"/>
                  </a:lnTo>
                  <a:lnTo>
                    <a:pt x="19454" y="30082"/>
                  </a:lnTo>
                  <a:lnTo>
                    <a:pt x="21239" y="30262"/>
                  </a:lnTo>
                  <a:lnTo>
                    <a:pt x="23044" y="30403"/>
                  </a:lnTo>
                  <a:lnTo>
                    <a:pt x="24848" y="30503"/>
                  </a:lnTo>
                  <a:lnTo>
                    <a:pt x="26633" y="30583"/>
                  </a:lnTo>
                  <a:lnTo>
                    <a:pt x="28358" y="30644"/>
                  </a:lnTo>
                  <a:lnTo>
                    <a:pt x="29982" y="30684"/>
                  </a:lnTo>
                  <a:lnTo>
                    <a:pt x="32850" y="30724"/>
                  </a:lnTo>
                  <a:lnTo>
                    <a:pt x="34956" y="30724"/>
                  </a:lnTo>
                  <a:lnTo>
                    <a:pt x="34956" y="30724"/>
                  </a:lnTo>
                  <a:lnTo>
                    <a:pt x="36139" y="30724"/>
                  </a:lnTo>
                  <a:lnTo>
                    <a:pt x="36139" y="30724"/>
                  </a:lnTo>
                  <a:lnTo>
                    <a:pt x="38405" y="30704"/>
                  </a:lnTo>
                  <a:lnTo>
                    <a:pt x="39729" y="30684"/>
                  </a:lnTo>
                  <a:lnTo>
                    <a:pt x="41133" y="30644"/>
                  </a:lnTo>
                  <a:lnTo>
                    <a:pt x="42617" y="30583"/>
                  </a:lnTo>
                  <a:lnTo>
                    <a:pt x="44141" y="30503"/>
                  </a:lnTo>
                  <a:lnTo>
                    <a:pt x="45705" y="30363"/>
                  </a:lnTo>
                  <a:lnTo>
                    <a:pt x="47269" y="30222"/>
                  </a:lnTo>
                  <a:lnTo>
                    <a:pt x="47269" y="30222"/>
                  </a:lnTo>
                  <a:lnTo>
                    <a:pt x="46487" y="30222"/>
                  </a:lnTo>
                  <a:lnTo>
                    <a:pt x="46487" y="30222"/>
                  </a:lnTo>
                  <a:lnTo>
                    <a:pt x="45625" y="30222"/>
                  </a:lnTo>
                  <a:lnTo>
                    <a:pt x="44763" y="30182"/>
                  </a:lnTo>
                  <a:lnTo>
                    <a:pt x="43880" y="30142"/>
                  </a:lnTo>
                  <a:lnTo>
                    <a:pt x="43018" y="30102"/>
                  </a:lnTo>
                  <a:lnTo>
                    <a:pt x="42155" y="30022"/>
                  </a:lnTo>
                  <a:lnTo>
                    <a:pt x="41273" y="29942"/>
                  </a:lnTo>
                  <a:lnTo>
                    <a:pt x="40411" y="29861"/>
                  </a:lnTo>
                  <a:lnTo>
                    <a:pt x="39548" y="29741"/>
                  </a:lnTo>
                  <a:lnTo>
                    <a:pt x="37824" y="29500"/>
                  </a:lnTo>
                  <a:lnTo>
                    <a:pt x="36099" y="29200"/>
                  </a:lnTo>
                  <a:lnTo>
                    <a:pt x="34394" y="28879"/>
                  </a:lnTo>
                  <a:lnTo>
                    <a:pt x="32710" y="28498"/>
                  </a:lnTo>
                  <a:lnTo>
                    <a:pt x="32710" y="28498"/>
                  </a:lnTo>
                  <a:lnTo>
                    <a:pt x="31025" y="28097"/>
                  </a:lnTo>
                  <a:lnTo>
                    <a:pt x="29321" y="27675"/>
                  </a:lnTo>
                  <a:lnTo>
                    <a:pt x="27636" y="27214"/>
                  </a:lnTo>
                  <a:lnTo>
                    <a:pt x="26794" y="26974"/>
                  </a:lnTo>
                  <a:lnTo>
                    <a:pt x="25951" y="26713"/>
                  </a:lnTo>
                  <a:lnTo>
                    <a:pt x="25109" y="26432"/>
                  </a:lnTo>
                  <a:lnTo>
                    <a:pt x="24287" y="26131"/>
                  </a:lnTo>
                  <a:lnTo>
                    <a:pt x="23465" y="25830"/>
                  </a:lnTo>
                  <a:lnTo>
                    <a:pt x="22642" y="25510"/>
                  </a:lnTo>
                  <a:lnTo>
                    <a:pt x="21840" y="25169"/>
                  </a:lnTo>
                  <a:lnTo>
                    <a:pt x="21058" y="24808"/>
                  </a:lnTo>
                  <a:lnTo>
                    <a:pt x="20276" y="24427"/>
                  </a:lnTo>
                  <a:lnTo>
                    <a:pt x="19494" y="24005"/>
                  </a:lnTo>
                  <a:lnTo>
                    <a:pt x="19494" y="24005"/>
                  </a:lnTo>
                  <a:lnTo>
                    <a:pt x="18752" y="23584"/>
                  </a:lnTo>
                  <a:lnTo>
                    <a:pt x="18030" y="23143"/>
                  </a:lnTo>
                  <a:lnTo>
                    <a:pt x="17328" y="22662"/>
                  </a:lnTo>
                  <a:lnTo>
                    <a:pt x="16666" y="22160"/>
                  </a:lnTo>
                  <a:lnTo>
                    <a:pt x="16024" y="21639"/>
                  </a:lnTo>
                  <a:lnTo>
                    <a:pt x="15403" y="21078"/>
                  </a:lnTo>
                  <a:lnTo>
                    <a:pt x="14801" y="20516"/>
                  </a:lnTo>
                  <a:lnTo>
                    <a:pt x="14220" y="19914"/>
                  </a:lnTo>
                  <a:lnTo>
                    <a:pt x="13678" y="19293"/>
                  </a:lnTo>
                  <a:lnTo>
                    <a:pt x="13157" y="18651"/>
                  </a:lnTo>
                  <a:lnTo>
                    <a:pt x="12655" y="17989"/>
                  </a:lnTo>
                  <a:lnTo>
                    <a:pt x="12174" y="17307"/>
                  </a:lnTo>
                  <a:lnTo>
                    <a:pt x="11733" y="16605"/>
                  </a:lnTo>
                  <a:lnTo>
                    <a:pt x="11312" y="15863"/>
                  </a:lnTo>
                  <a:lnTo>
                    <a:pt x="10911" y="15121"/>
                  </a:lnTo>
                  <a:lnTo>
                    <a:pt x="10530" y="14339"/>
                  </a:lnTo>
                  <a:lnTo>
                    <a:pt x="10530" y="14339"/>
                  </a:lnTo>
                  <a:lnTo>
                    <a:pt x="10149" y="13497"/>
                  </a:lnTo>
                  <a:lnTo>
                    <a:pt x="9808" y="12655"/>
                  </a:lnTo>
                  <a:lnTo>
                    <a:pt x="9487" y="11792"/>
                  </a:lnTo>
                  <a:lnTo>
                    <a:pt x="9186" y="10910"/>
                  </a:lnTo>
                  <a:lnTo>
                    <a:pt x="8905" y="10048"/>
                  </a:lnTo>
                  <a:lnTo>
                    <a:pt x="8644" y="9165"/>
                  </a:lnTo>
                  <a:lnTo>
                    <a:pt x="8404" y="8263"/>
                  </a:lnTo>
                  <a:lnTo>
                    <a:pt x="8183" y="7360"/>
                  </a:lnTo>
                  <a:lnTo>
                    <a:pt x="7963" y="6478"/>
                  </a:lnTo>
                  <a:lnTo>
                    <a:pt x="7782" y="5575"/>
                  </a:lnTo>
                  <a:lnTo>
                    <a:pt x="7401" y="3750"/>
                  </a:lnTo>
                  <a:lnTo>
                    <a:pt x="7080" y="1945"/>
                  </a:lnTo>
                  <a:lnTo>
                    <a:pt x="6759" y="121"/>
                  </a:lnTo>
                  <a:lnTo>
                    <a:pt x="6759" y="121"/>
                  </a:lnTo>
                  <a:lnTo>
                    <a:pt x="6739" y="80"/>
                  </a:lnTo>
                  <a:lnTo>
                    <a:pt x="6699" y="40"/>
                  </a:lnTo>
                  <a:lnTo>
                    <a:pt x="6659" y="0"/>
                  </a:lnTo>
                  <a:lnTo>
                    <a:pt x="659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7" name="Google Shape;7277;p34"/>
            <p:cNvSpPr/>
            <p:nvPr/>
          </p:nvSpPr>
          <p:spPr>
            <a:xfrm>
              <a:off x="8256675" y="4230400"/>
              <a:ext cx="275275" cy="255725"/>
            </a:xfrm>
            <a:custGeom>
              <a:avLst/>
              <a:gdLst/>
              <a:ahLst/>
              <a:cxnLst/>
              <a:rect l="l" t="t" r="r" b="b"/>
              <a:pathLst>
                <a:path w="11011" h="10229" fill="none" extrusionOk="0">
                  <a:moveTo>
                    <a:pt x="2608" y="0"/>
                  </a:moveTo>
                  <a:lnTo>
                    <a:pt x="2608" y="0"/>
                  </a:lnTo>
                  <a:lnTo>
                    <a:pt x="2146" y="482"/>
                  </a:lnTo>
                  <a:lnTo>
                    <a:pt x="1725" y="943"/>
                  </a:lnTo>
                  <a:lnTo>
                    <a:pt x="1364" y="1384"/>
                  </a:lnTo>
                  <a:lnTo>
                    <a:pt x="1023" y="1805"/>
                  </a:lnTo>
                  <a:lnTo>
                    <a:pt x="742" y="2186"/>
                  </a:lnTo>
                  <a:lnTo>
                    <a:pt x="522" y="2527"/>
                  </a:lnTo>
                  <a:lnTo>
                    <a:pt x="341" y="2848"/>
                  </a:lnTo>
                  <a:lnTo>
                    <a:pt x="221" y="3109"/>
                  </a:lnTo>
                  <a:lnTo>
                    <a:pt x="221" y="3109"/>
                  </a:lnTo>
                  <a:lnTo>
                    <a:pt x="121" y="3430"/>
                  </a:lnTo>
                  <a:lnTo>
                    <a:pt x="61" y="3770"/>
                  </a:lnTo>
                  <a:lnTo>
                    <a:pt x="20" y="4111"/>
                  </a:lnTo>
                  <a:lnTo>
                    <a:pt x="0" y="4432"/>
                  </a:lnTo>
                  <a:lnTo>
                    <a:pt x="0" y="4432"/>
                  </a:lnTo>
                  <a:lnTo>
                    <a:pt x="20" y="4914"/>
                  </a:lnTo>
                  <a:lnTo>
                    <a:pt x="101" y="5375"/>
                  </a:lnTo>
                  <a:lnTo>
                    <a:pt x="201" y="5836"/>
                  </a:lnTo>
                  <a:lnTo>
                    <a:pt x="341" y="6297"/>
                  </a:lnTo>
                  <a:lnTo>
                    <a:pt x="522" y="6739"/>
                  </a:lnTo>
                  <a:lnTo>
                    <a:pt x="742" y="7160"/>
                  </a:lnTo>
                  <a:lnTo>
                    <a:pt x="983" y="7581"/>
                  </a:lnTo>
                  <a:lnTo>
                    <a:pt x="1264" y="7982"/>
                  </a:lnTo>
                  <a:lnTo>
                    <a:pt x="1545" y="8363"/>
                  </a:lnTo>
                  <a:lnTo>
                    <a:pt x="1866" y="8704"/>
                  </a:lnTo>
                  <a:lnTo>
                    <a:pt x="2186" y="9025"/>
                  </a:lnTo>
                  <a:lnTo>
                    <a:pt x="2527" y="9326"/>
                  </a:lnTo>
                  <a:lnTo>
                    <a:pt x="2868" y="9586"/>
                  </a:lnTo>
                  <a:lnTo>
                    <a:pt x="3229" y="9787"/>
                  </a:lnTo>
                  <a:lnTo>
                    <a:pt x="3590" y="9967"/>
                  </a:lnTo>
                  <a:lnTo>
                    <a:pt x="3951" y="10088"/>
                  </a:lnTo>
                  <a:lnTo>
                    <a:pt x="3951" y="10088"/>
                  </a:lnTo>
                  <a:lnTo>
                    <a:pt x="4212" y="10148"/>
                  </a:lnTo>
                  <a:lnTo>
                    <a:pt x="4533" y="10188"/>
                  </a:lnTo>
                  <a:lnTo>
                    <a:pt x="4874" y="10208"/>
                  </a:lnTo>
                  <a:lnTo>
                    <a:pt x="5255" y="10228"/>
                  </a:lnTo>
                  <a:lnTo>
                    <a:pt x="5255" y="10228"/>
                  </a:lnTo>
                  <a:lnTo>
                    <a:pt x="5836" y="10208"/>
                  </a:lnTo>
                  <a:lnTo>
                    <a:pt x="6478" y="10168"/>
                  </a:lnTo>
                  <a:lnTo>
                    <a:pt x="7160" y="10108"/>
                  </a:lnTo>
                  <a:lnTo>
                    <a:pt x="7882" y="10028"/>
                  </a:lnTo>
                  <a:lnTo>
                    <a:pt x="9326" y="9827"/>
                  </a:lnTo>
                  <a:lnTo>
                    <a:pt x="10790" y="9586"/>
                  </a:lnTo>
                  <a:lnTo>
                    <a:pt x="10790" y="9586"/>
                  </a:lnTo>
                  <a:lnTo>
                    <a:pt x="11010" y="9546"/>
                  </a:lnTo>
                  <a:lnTo>
                    <a:pt x="11010" y="9546"/>
                  </a:lnTo>
                  <a:lnTo>
                    <a:pt x="11010" y="9546"/>
                  </a:lnTo>
                  <a:lnTo>
                    <a:pt x="11010" y="9546"/>
                  </a:lnTo>
                  <a:lnTo>
                    <a:pt x="10930" y="9526"/>
                  </a:lnTo>
                  <a:lnTo>
                    <a:pt x="10850" y="9446"/>
                  </a:lnTo>
                  <a:lnTo>
                    <a:pt x="10589" y="9205"/>
                  </a:lnTo>
                  <a:lnTo>
                    <a:pt x="10228" y="8864"/>
                  </a:lnTo>
                  <a:lnTo>
                    <a:pt x="9807" y="8403"/>
                  </a:lnTo>
                  <a:lnTo>
                    <a:pt x="8744" y="7220"/>
                  </a:lnTo>
                  <a:lnTo>
                    <a:pt x="7521" y="5816"/>
                  </a:lnTo>
                  <a:lnTo>
                    <a:pt x="7521" y="5816"/>
                  </a:lnTo>
                  <a:lnTo>
                    <a:pt x="7320" y="5636"/>
                  </a:lnTo>
                  <a:lnTo>
                    <a:pt x="7140" y="5455"/>
                  </a:lnTo>
                  <a:lnTo>
                    <a:pt x="6979" y="5234"/>
                  </a:lnTo>
                  <a:lnTo>
                    <a:pt x="6839" y="5014"/>
                  </a:lnTo>
                  <a:lnTo>
                    <a:pt x="6839" y="5014"/>
                  </a:lnTo>
                  <a:lnTo>
                    <a:pt x="5275" y="3189"/>
                  </a:lnTo>
                  <a:lnTo>
                    <a:pt x="3931" y="1585"/>
                  </a:lnTo>
                  <a:lnTo>
                    <a:pt x="2608" y="0"/>
                  </a:lnTo>
                  <a:lnTo>
                    <a:pt x="2608" y="0"/>
                  </a:lnTo>
                  <a:lnTo>
                    <a:pt x="2608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8" name="Google Shape;7278;p34"/>
            <p:cNvSpPr/>
            <p:nvPr/>
          </p:nvSpPr>
          <p:spPr>
            <a:xfrm>
              <a:off x="8386025" y="4201825"/>
              <a:ext cx="60700" cy="63175"/>
            </a:xfrm>
            <a:custGeom>
              <a:avLst/>
              <a:gdLst/>
              <a:ahLst/>
              <a:cxnLst/>
              <a:rect l="l" t="t" r="r" b="b"/>
              <a:pathLst>
                <a:path w="2428" h="2527" fill="none" extrusionOk="0">
                  <a:moveTo>
                    <a:pt x="2427" y="0"/>
                  </a:moveTo>
                  <a:lnTo>
                    <a:pt x="2427" y="0"/>
                  </a:lnTo>
                  <a:lnTo>
                    <a:pt x="2247" y="100"/>
                  </a:lnTo>
                  <a:lnTo>
                    <a:pt x="2247" y="100"/>
                  </a:lnTo>
                  <a:lnTo>
                    <a:pt x="1966" y="241"/>
                  </a:lnTo>
                  <a:lnTo>
                    <a:pt x="1685" y="361"/>
                  </a:lnTo>
                  <a:lnTo>
                    <a:pt x="1124" y="562"/>
                  </a:lnTo>
                  <a:lnTo>
                    <a:pt x="562" y="722"/>
                  </a:lnTo>
                  <a:lnTo>
                    <a:pt x="0" y="822"/>
                  </a:lnTo>
                  <a:lnTo>
                    <a:pt x="0" y="822"/>
                  </a:lnTo>
                  <a:lnTo>
                    <a:pt x="1404" y="2527"/>
                  </a:lnTo>
                  <a:lnTo>
                    <a:pt x="1404" y="2527"/>
                  </a:lnTo>
                  <a:lnTo>
                    <a:pt x="1525" y="2106"/>
                  </a:lnTo>
                  <a:lnTo>
                    <a:pt x="1665" y="1705"/>
                  </a:lnTo>
                  <a:lnTo>
                    <a:pt x="1665" y="1705"/>
                  </a:lnTo>
                  <a:lnTo>
                    <a:pt x="1846" y="1284"/>
                  </a:lnTo>
                  <a:lnTo>
                    <a:pt x="2026" y="842"/>
                  </a:lnTo>
                  <a:lnTo>
                    <a:pt x="2227" y="421"/>
                  </a:lnTo>
                  <a:lnTo>
                    <a:pt x="2427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9" name="Google Shape;7279;p34"/>
            <p:cNvSpPr/>
            <p:nvPr/>
          </p:nvSpPr>
          <p:spPr>
            <a:xfrm>
              <a:off x="8573025" y="3979700"/>
              <a:ext cx="95300" cy="67725"/>
            </a:xfrm>
            <a:custGeom>
              <a:avLst/>
              <a:gdLst/>
              <a:ahLst/>
              <a:cxnLst/>
              <a:rect l="l" t="t" r="r" b="b"/>
              <a:pathLst>
                <a:path w="3812" h="2709" fill="none" extrusionOk="0">
                  <a:moveTo>
                    <a:pt x="3470" y="1"/>
                  </a:moveTo>
                  <a:lnTo>
                    <a:pt x="3470" y="1"/>
                  </a:lnTo>
                  <a:lnTo>
                    <a:pt x="3470" y="1"/>
                  </a:lnTo>
                  <a:lnTo>
                    <a:pt x="3470" y="1"/>
                  </a:lnTo>
                  <a:lnTo>
                    <a:pt x="347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30" y="1"/>
                  </a:lnTo>
                  <a:lnTo>
                    <a:pt x="3430" y="1"/>
                  </a:lnTo>
                  <a:lnTo>
                    <a:pt x="3430" y="1"/>
                  </a:lnTo>
                  <a:lnTo>
                    <a:pt x="343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210" y="21"/>
                  </a:lnTo>
                  <a:lnTo>
                    <a:pt x="2969" y="61"/>
                  </a:lnTo>
                  <a:lnTo>
                    <a:pt x="2708" y="141"/>
                  </a:lnTo>
                  <a:lnTo>
                    <a:pt x="2447" y="242"/>
                  </a:lnTo>
                  <a:lnTo>
                    <a:pt x="2447" y="242"/>
                  </a:lnTo>
                  <a:lnTo>
                    <a:pt x="1966" y="442"/>
                  </a:lnTo>
                  <a:lnTo>
                    <a:pt x="1445" y="723"/>
                  </a:lnTo>
                  <a:lnTo>
                    <a:pt x="1445" y="723"/>
                  </a:lnTo>
                  <a:lnTo>
                    <a:pt x="1445" y="723"/>
                  </a:lnTo>
                  <a:lnTo>
                    <a:pt x="1204" y="964"/>
                  </a:lnTo>
                  <a:lnTo>
                    <a:pt x="983" y="1224"/>
                  </a:lnTo>
                  <a:lnTo>
                    <a:pt x="783" y="1485"/>
                  </a:lnTo>
                  <a:lnTo>
                    <a:pt x="602" y="1726"/>
                  </a:lnTo>
                  <a:lnTo>
                    <a:pt x="282" y="2227"/>
                  </a:lnTo>
                  <a:lnTo>
                    <a:pt x="1" y="2708"/>
                  </a:lnTo>
                  <a:lnTo>
                    <a:pt x="1" y="2708"/>
                  </a:lnTo>
                  <a:lnTo>
                    <a:pt x="803" y="2067"/>
                  </a:lnTo>
                  <a:lnTo>
                    <a:pt x="1625" y="1465"/>
                  </a:lnTo>
                  <a:lnTo>
                    <a:pt x="2488" y="903"/>
                  </a:lnTo>
                  <a:lnTo>
                    <a:pt x="3350" y="382"/>
                  </a:lnTo>
                  <a:lnTo>
                    <a:pt x="3350" y="382"/>
                  </a:lnTo>
                  <a:lnTo>
                    <a:pt x="3450" y="422"/>
                  </a:lnTo>
                  <a:lnTo>
                    <a:pt x="3450" y="422"/>
                  </a:lnTo>
                  <a:lnTo>
                    <a:pt x="3550" y="442"/>
                  </a:lnTo>
                  <a:lnTo>
                    <a:pt x="3550" y="442"/>
                  </a:lnTo>
                  <a:lnTo>
                    <a:pt x="3631" y="442"/>
                  </a:lnTo>
                  <a:lnTo>
                    <a:pt x="3711" y="402"/>
                  </a:lnTo>
                  <a:lnTo>
                    <a:pt x="3751" y="342"/>
                  </a:lnTo>
                  <a:lnTo>
                    <a:pt x="3791" y="262"/>
                  </a:lnTo>
                  <a:lnTo>
                    <a:pt x="3811" y="202"/>
                  </a:lnTo>
                  <a:lnTo>
                    <a:pt x="3811" y="121"/>
                  </a:lnTo>
                  <a:lnTo>
                    <a:pt x="3771" y="61"/>
                  </a:lnTo>
                  <a:lnTo>
                    <a:pt x="3691" y="1"/>
                  </a:lnTo>
                  <a:lnTo>
                    <a:pt x="3691" y="1"/>
                  </a:lnTo>
                  <a:lnTo>
                    <a:pt x="3691" y="1"/>
                  </a:lnTo>
                  <a:lnTo>
                    <a:pt x="347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0" name="Google Shape;7280;p34"/>
            <p:cNvSpPr/>
            <p:nvPr/>
          </p:nvSpPr>
          <p:spPr>
            <a:xfrm>
              <a:off x="9069375" y="4416900"/>
              <a:ext cx="762100" cy="505900"/>
            </a:xfrm>
            <a:custGeom>
              <a:avLst/>
              <a:gdLst/>
              <a:ahLst/>
              <a:cxnLst/>
              <a:rect l="l" t="t" r="r" b="b"/>
              <a:pathLst>
                <a:path w="30484" h="20236" extrusionOk="0">
                  <a:moveTo>
                    <a:pt x="17067" y="1"/>
                  </a:moveTo>
                  <a:lnTo>
                    <a:pt x="14781" y="41"/>
                  </a:lnTo>
                  <a:lnTo>
                    <a:pt x="10329" y="121"/>
                  </a:lnTo>
                  <a:lnTo>
                    <a:pt x="6278" y="221"/>
                  </a:lnTo>
                  <a:lnTo>
                    <a:pt x="3931" y="281"/>
                  </a:lnTo>
                  <a:lnTo>
                    <a:pt x="3450" y="642"/>
                  </a:lnTo>
                  <a:lnTo>
                    <a:pt x="3009" y="1023"/>
                  </a:lnTo>
                  <a:lnTo>
                    <a:pt x="2588" y="1444"/>
                  </a:lnTo>
                  <a:lnTo>
                    <a:pt x="2207" y="1866"/>
                  </a:lnTo>
                  <a:lnTo>
                    <a:pt x="1846" y="2327"/>
                  </a:lnTo>
                  <a:lnTo>
                    <a:pt x="1505" y="2808"/>
                  </a:lnTo>
                  <a:lnTo>
                    <a:pt x="1204" y="3289"/>
                  </a:lnTo>
                  <a:lnTo>
                    <a:pt x="923" y="3811"/>
                  </a:lnTo>
                  <a:lnTo>
                    <a:pt x="683" y="4332"/>
                  </a:lnTo>
                  <a:lnTo>
                    <a:pt x="482" y="4874"/>
                  </a:lnTo>
                  <a:lnTo>
                    <a:pt x="322" y="5435"/>
                  </a:lnTo>
                  <a:lnTo>
                    <a:pt x="181" y="5997"/>
                  </a:lnTo>
                  <a:lnTo>
                    <a:pt x="81" y="6578"/>
                  </a:lnTo>
                  <a:lnTo>
                    <a:pt x="21" y="7180"/>
                  </a:lnTo>
                  <a:lnTo>
                    <a:pt x="1" y="7762"/>
                  </a:lnTo>
                  <a:lnTo>
                    <a:pt x="21" y="8383"/>
                  </a:lnTo>
                  <a:lnTo>
                    <a:pt x="241" y="11331"/>
                  </a:lnTo>
                  <a:lnTo>
                    <a:pt x="282" y="11793"/>
                  </a:lnTo>
                  <a:lnTo>
                    <a:pt x="362" y="12254"/>
                  </a:lnTo>
                  <a:lnTo>
                    <a:pt x="442" y="12715"/>
                  </a:lnTo>
                  <a:lnTo>
                    <a:pt x="562" y="13156"/>
                  </a:lnTo>
                  <a:lnTo>
                    <a:pt x="703" y="13598"/>
                  </a:lnTo>
                  <a:lnTo>
                    <a:pt x="843" y="14019"/>
                  </a:lnTo>
                  <a:lnTo>
                    <a:pt x="1024" y="14440"/>
                  </a:lnTo>
                  <a:lnTo>
                    <a:pt x="1224" y="14841"/>
                  </a:lnTo>
                  <a:lnTo>
                    <a:pt x="1445" y="15222"/>
                  </a:lnTo>
                  <a:lnTo>
                    <a:pt x="1685" y="15623"/>
                  </a:lnTo>
                  <a:lnTo>
                    <a:pt x="1926" y="15984"/>
                  </a:lnTo>
                  <a:lnTo>
                    <a:pt x="2207" y="16345"/>
                  </a:lnTo>
                  <a:lnTo>
                    <a:pt x="2508" y="16706"/>
                  </a:lnTo>
                  <a:lnTo>
                    <a:pt x="2808" y="17027"/>
                  </a:lnTo>
                  <a:lnTo>
                    <a:pt x="3129" y="17348"/>
                  </a:lnTo>
                  <a:lnTo>
                    <a:pt x="3470" y="17669"/>
                  </a:lnTo>
                  <a:lnTo>
                    <a:pt x="3811" y="17949"/>
                  </a:lnTo>
                  <a:lnTo>
                    <a:pt x="4172" y="18230"/>
                  </a:lnTo>
                  <a:lnTo>
                    <a:pt x="4553" y="18491"/>
                  </a:lnTo>
                  <a:lnTo>
                    <a:pt x="4954" y="18731"/>
                  </a:lnTo>
                  <a:lnTo>
                    <a:pt x="5355" y="18972"/>
                  </a:lnTo>
                  <a:lnTo>
                    <a:pt x="5776" y="19173"/>
                  </a:lnTo>
                  <a:lnTo>
                    <a:pt x="6198" y="19373"/>
                  </a:lnTo>
                  <a:lnTo>
                    <a:pt x="6639" y="19534"/>
                  </a:lnTo>
                  <a:lnTo>
                    <a:pt x="7100" y="19694"/>
                  </a:lnTo>
                  <a:lnTo>
                    <a:pt x="7561" y="19834"/>
                  </a:lnTo>
                  <a:lnTo>
                    <a:pt x="8023" y="19955"/>
                  </a:lnTo>
                  <a:lnTo>
                    <a:pt x="8504" y="20055"/>
                  </a:lnTo>
                  <a:lnTo>
                    <a:pt x="8985" y="20135"/>
                  </a:lnTo>
                  <a:lnTo>
                    <a:pt x="9466" y="20175"/>
                  </a:lnTo>
                  <a:lnTo>
                    <a:pt x="9968" y="20216"/>
                  </a:lnTo>
                  <a:lnTo>
                    <a:pt x="10469" y="20236"/>
                  </a:lnTo>
                  <a:lnTo>
                    <a:pt x="20015" y="20236"/>
                  </a:lnTo>
                  <a:lnTo>
                    <a:pt x="20516" y="20216"/>
                  </a:lnTo>
                  <a:lnTo>
                    <a:pt x="21018" y="20175"/>
                  </a:lnTo>
                  <a:lnTo>
                    <a:pt x="21499" y="20135"/>
                  </a:lnTo>
                  <a:lnTo>
                    <a:pt x="22001" y="20055"/>
                  </a:lnTo>
                  <a:lnTo>
                    <a:pt x="22462" y="19955"/>
                  </a:lnTo>
                  <a:lnTo>
                    <a:pt x="22943" y="19834"/>
                  </a:lnTo>
                  <a:lnTo>
                    <a:pt x="23384" y="19694"/>
                  </a:lnTo>
                  <a:lnTo>
                    <a:pt x="23846" y="19534"/>
                  </a:lnTo>
                  <a:lnTo>
                    <a:pt x="24287" y="19373"/>
                  </a:lnTo>
                  <a:lnTo>
                    <a:pt x="24708" y="19173"/>
                  </a:lnTo>
                  <a:lnTo>
                    <a:pt x="25129" y="18972"/>
                  </a:lnTo>
                  <a:lnTo>
                    <a:pt x="25530" y="18731"/>
                  </a:lnTo>
                  <a:lnTo>
                    <a:pt x="25931" y="18491"/>
                  </a:lnTo>
                  <a:lnTo>
                    <a:pt x="26312" y="18230"/>
                  </a:lnTo>
                  <a:lnTo>
                    <a:pt x="26673" y="17949"/>
                  </a:lnTo>
                  <a:lnTo>
                    <a:pt x="27034" y="17669"/>
                  </a:lnTo>
                  <a:lnTo>
                    <a:pt x="27355" y="17348"/>
                  </a:lnTo>
                  <a:lnTo>
                    <a:pt x="27676" y="17027"/>
                  </a:lnTo>
                  <a:lnTo>
                    <a:pt x="27997" y="16706"/>
                  </a:lnTo>
                  <a:lnTo>
                    <a:pt x="28278" y="16345"/>
                  </a:lnTo>
                  <a:lnTo>
                    <a:pt x="28558" y="15984"/>
                  </a:lnTo>
                  <a:lnTo>
                    <a:pt x="28799" y="15623"/>
                  </a:lnTo>
                  <a:lnTo>
                    <a:pt x="29040" y="15222"/>
                  </a:lnTo>
                  <a:lnTo>
                    <a:pt x="29260" y="14841"/>
                  </a:lnTo>
                  <a:lnTo>
                    <a:pt x="29461" y="14440"/>
                  </a:lnTo>
                  <a:lnTo>
                    <a:pt x="29641" y="14019"/>
                  </a:lnTo>
                  <a:lnTo>
                    <a:pt x="29802" y="13598"/>
                  </a:lnTo>
                  <a:lnTo>
                    <a:pt x="29922" y="13156"/>
                  </a:lnTo>
                  <a:lnTo>
                    <a:pt x="30042" y="12715"/>
                  </a:lnTo>
                  <a:lnTo>
                    <a:pt x="30143" y="12254"/>
                  </a:lnTo>
                  <a:lnTo>
                    <a:pt x="30203" y="11793"/>
                  </a:lnTo>
                  <a:lnTo>
                    <a:pt x="30243" y="11331"/>
                  </a:lnTo>
                  <a:lnTo>
                    <a:pt x="30464" y="8383"/>
                  </a:lnTo>
                  <a:lnTo>
                    <a:pt x="30484" y="7762"/>
                  </a:lnTo>
                  <a:lnTo>
                    <a:pt x="30464" y="7140"/>
                  </a:lnTo>
                  <a:lnTo>
                    <a:pt x="30403" y="6538"/>
                  </a:lnTo>
                  <a:lnTo>
                    <a:pt x="30283" y="5937"/>
                  </a:lnTo>
                  <a:lnTo>
                    <a:pt x="30143" y="5355"/>
                  </a:lnTo>
                  <a:lnTo>
                    <a:pt x="29962" y="4774"/>
                  </a:lnTo>
                  <a:lnTo>
                    <a:pt x="29742" y="4232"/>
                  </a:lnTo>
                  <a:lnTo>
                    <a:pt x="29501" y="3691"/>
                  </a:lnTo>
                  <a:lnTo>
                    <a:pt x="29200" y="3169"/>
                  </a:lnTo>
                  <a:lnTo>
                    <a:pt x="28879" y="2668"/>
                  </a:lnTo>
                  <a:lnTo>
                    <a:pt x="28538" y="2186"/>
                  </a:lnTo>
                  <a:lnTo>
                    <a:pt x="28157" y="1725"/>
                  </a:lnTo>
                  <a:lnTo>
                    <a:pt x="27736" y="1284"/>
                  </a:lnTo>
                  <a:lnTo>
                    <a:pt x="27295" y="863"/>
                  </a:lnTo>
                  <a:lnTo>
                    <a:pt x="26834" y="482"/>
                  </a:lnTo>
                  <a:lnTo>
                    <a:pt x="26352" y="121"/>
                  </a:lnTo>
                  <a:lnTo>
                    <a:pt x="25189" y="81"/>
                  </a:lnTo>
                  <a:lnTo>
                    <a:pt x="24026" y="41"/>
                  </a:lnTo>
                  <a:lnTo>
                    <a:pt x="21720" y="21"/>
                  </a:lnTo>
                  <a:lnTo>
                    <a:pt x="1939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1" name="Google Shape;7281;p34"/>
            <p:cNvSpPr/>
            <p:nvPr/>
          </p:nvSpPr>
          <p:spPr>
            <a:xfrm>
              <a:off x="9161125" y="4416900"/>
              <a:ext cx="579100" cy="406625"/>
            </a:xfrm>
            <a:custGeom>
              <a:avLst/>
              <a:gdLst/>
              <a:ahLst/>
              <a:cxnLst/>
              <a:rect l="l" t="t" r="r" b="b"/>
              <a:pathLst>
                <a:path w="23164" h="16265" extrusionOk="0">
                  <a:moveTo>
                    <a:pt x="13397" y="1"/>
                  </a:moveTo>
                  <a:lnTo>
                    <a:pt x="11111" y="41"/>
                  </a:lnTo>
                  <a:lnTo>
                    <a:pt x="6659" y="121"/>
                  </a:lnTo>
                  <a:lnTo>
                    <a:pt x="2608" y="221"/>
                  </a:lnTo>
                  <a:lnTo>
                    <a:pt x="2287" y="522"/>
                  </a:lnTo>
                  <a:lnTo>
                    <a:pt x="1986" y="823"/>
                  </a:lnTo>
                  <a:lnTo>
                    <a:pt x="1705" y="1164"/>
                  </a:lnTo>
                  <a:lnTo>
                    <a:pt x="1445" y="1505"/>
                  </a:lnTo>
                  <a:lnTo>
                    <a:pt x="1204" y="1866"/>
                  </a:lnTo>
                  <a:lnTo>
                    <a:pt x="983" y="2247"/>
                  </a:lnTo>
                  <a:lnTo>
                    <a:pt x="783" y="2628"/>
                  </a:lnTo>
                  <a:lnTo>
                    <a:pt x="602" y="3029"/>
                  </a:lnTo>
                  <a:lnTo>
                    <a:pt x="442" y="3430"/>
                  </a:lnTo>
                  <a:lnTo>
                    <a:pt x="302" y="3851"/>
                  </a:lnTo>
                  <a:lnTo>
                    <a:pt x="181" y="4272"/>
                  </a:lnTo>
                  <a:lnTo>
                    <a:pt x="101" y="4713"/>
                  </a:lnTo>
                  <a:lnTo>
                    <a:pt x="41" y="5175"/>
                  </a:lnTo>
                  <a:lnTo>
                    <a:pt x="1" y="5616"/>
                  </a:lnTo>
                  <a:lnTo>
                    <a:pt x="1" y="6077"/>
                  </a:lnTo>
                  <a:lnTo>
                    <a:pt x="1" y="6538"/>
                  </a:lnTo>
                  <a:lnTo>
                    <a:pt x="161" y="8965"/>
                  </a:lnTo>
                  <a:lnTo>
                    <a:pt x="201" y="9346"/>
                  </a:lnTo>
                  <a:lnTo>
                    <a:pt x="261" y="9727"/>
                  </a:lnTo>
                  <a:lnTo>
                    <a:pt x="322" y="10088"/>
                  </a:lnTo>
                  <a:lnTo>
                    <a:pt x="422" y="10449"/>
                  </a:lnTo>
                  <a:lnTo>
                    <a:pt x="522" y="10810"/>
                  </a:lnTo>
                  <a:lnTo>
                    <a:pt x="642" y="11171"/>
                  </a:lnTo>
                  <a:lnTo>
                    <a:pt x="763" y="11512"/>
                  </a:lnTo>
                  <a:lnTo>
                    <a:pt x="923" y="11833"/>
                  </a:lnTo>
                  <a:lnTo>
                    <a:pt x="1084" y="12154"/>
                  </a:lnTo>
                  <a:lnTo>
                    <a:pt x="1264" y="12474"/>
                  </a:lnTo>
                  <a:lnTo>
                    <a:pt x="1465" y="12775"/>
                  </a:lnTo>
                  <a:lnTo>
                    <a:pt x="1665" y="13076"/>
                  </a:lnTo>
                  <a:lnTo>
                    <a:pt x="1886" y="13357"/>
                  </a:lnTo>
                  <a:lnTo>
                    <a:pt x="2126" y="13638"/>
                  </a:lnTo>
                  <a:lnTo>
                    <a:pt x="2367" y="13898"/>
                  </a:lnTo>
                  <a:lnTo>
                    <a:pt x="2628" y="14159"/>
                  </a:lnTo>
                  <a:lnTo>
                    <a:pt x="2889" y="14380"/>
                  </a:lnTo>
                  <a:lnTo>
                    <a:pt x="3169" y="14620"/>
                  </a:lnTo>
                  <a:lnTo>
                    <a:pt x="3450" y="14821"/>
                  </a:lnTo>
                  <a:lnTo>
                    <a:pt x="3751" y="15021"/>
                  </a:lnTo>
                  <a:lnTo>
                    <a:pt x="4052" y="15222"/>
                  </a:lnTo>
                  <a:lnTo>
                    <a:pt x="4373" y="15382"/>
                  </a:lnTo>
                  <a:lnTo>
                    <a:pt x="4714" y="15543"/>
                  </a:lnTo>
                  <a:lnTo>
                    <a:pt x="5034" y="15703"/>
                  </a:lnTo>
                  <a:lnTo>
                    <a:pt x="5375" y="15824"/>
                  </a:lnTo>
                  <a:lnTo>
                    <a:pt x="5736" y="15944"/>
                  </a:lnTo>
                  <a:lnTo>
                    <a:pt x="6077" y="16024"/>
                  </a:lnTo>
                  <a:lnTo>
                    <a:pt x="6438" y="16104"/>
                  </a:lnTo>
                  <a:lnTo>
                    <a:pt x="6819" y="16164"/>
                  </a:lnTo>
                  <a:lnTo>
                    <a:pt x="7180" y="16225"/>
                  </a:lnTo>
                  <a:lnTo>
                    <a:pt x="7561" y="16245"/>
                  </a:lnTo>
                  <a:lnTo>
                    <a:pt x="7942" y="16265"/>
                  </a:lnTo>
                  <a:lnTo>
                    <a:pt x="15202" y="16265"/>
                  </a:lnTo>
                  <a:lnTo>
                    <a:pt x="15583" y="16245"/>
                  </a:lnTo>
                  <a:lnTo>
                    <a:pt x="15964" y="16225"/>
                  </a:lnTo>
                  <a:lnTo>
                    <a:pt x="16325" y="16164"/>
                  </a:lnTo>
                  <a:lnTo>
                    <a:pt x="16706" y="16104"/>
                  </a:lnTo>
                  <a:lnTo>
                    <a:pt x="17067" y="16024"/>
                  </a:lnTo>
                  <a:lnTo>
                    <a:pt x="17428" y="15944"/>
                  </a:lnTo>
                  <a:lnTo>
                    <a:pt x="17769" y="15824"/>
                  </a:lnTo>
                  <a:lnTo>
                    <a:pt x="18110" y="15703"/>
                  </a:lnTo>
                  <a:lnTo>
                    <a:pt x="18451" y="15543"/>
                  </a:lnTo>
                  <a:lnTo>
                    <a:pt x="18772" y="15382"/>
                  </a:lnTo>
                  <a:lnTo>
                    <a:pt x="19093" y="15222"/>
                  </a:lnTo>
                  <a:lnTo>
                    <a:pt x="19393" y="15021"/>
                  </a:lnTo>
                  <a:lnTo>
                    <a:pt x="19694" y="14821"/>
                  </a:lnTo>
                  <a:lnTo>
                    <a:pt x="19975" y="14620"/>
                  </a:lnTo>
                  <a:lnTo>
                    <a:pt x="20256" y="14380"/>
                  </a:lnTo>
                  <a:lnTo>
                    <a:pt x="20537" y="14159"/>
                  </a:lnTo>
                  <a:lnTo>
                    <a:pt x="20777" y="13898"/>
                  </a:lnTo>
                  <a:lnTo>
                    <a:pt x="21038" y="13638"/>
                  </a:lnTo>
                  <a:lnTo>
                    <a:pt x="21258" y="13357"/>
                  </a:lnTo>
                  <a:lnTo>
                    <a:pt x="21479" y="13076"/>
                  </a:lnTo>
                  <a:lnTo>
                    <a:pt x="21680" y="12775"/>
                  </a:lnTo>
                  <a:lnTo>
                    <a:pt x="21880" y="12474"/>
                  </a:lnTo>
                  <a:lnTo>
                    <a:pt x="22061" y="12154"/>
                  </a:lnTo>
                  <a:lnTo>
                    <a:pt x="22221" y="11833"/>
                  </a:lnTo>
                  <a:lnTo>
                    <a:pt x="22382" y="11512"/>
                  </a:lnTo>
                  <a:lnTo>
                    <a:pt x="22522" y="11171"/>
                  </a:lnTo>
                  <a:lnTo>
                    <a:pt x="22622" y="10810"/>
                  </a:lnTo>
                  <a:lnTo>
                    <a:pt x="22743" y="10449"/>
                  </a:lnTo>
                  <a:lnTo>
                    <a:pt x="22823" y="10088"/>
                  </a:lnTo>
                  <a:lnTo>
                    <a:pt x="22883" y="9727"/>
                  </a:lnTo>
                  <a:lnTo>
                    <a:pt x="22943" y="9346"/>
                  </a:lnTo>
                  <a:lnTo>
                    <a:pt x="22983" y="8965"/>
                  </a:lnTo>
                  <a:lnTo>
                    <a:pt x="23144" y="6538"/>
                  </a:lnTo>
                  <a:lnTo>
                    <a:pt x="23164" y="6057"/>
                  </a:lnTo>
                  <a:lnTo>
                    <a:pt x="23144" y="5596"/>
                  </a:lnTo>
                  <a:lnTo>
                    <a:pt x="23103" y="5114"/>
                  </a:lnTo>
                  <a:lnTo>
                    <a:pt x="23023" y="4653"/>
                  </a:lnTo>
                  <a:lnTo>
                    <a:pt x="22943" y="4192"/>
                  </a:lnTo>
                  <a:lnTo>
                    <a:pt x="22823" y="3751"/>
                  </a:lnTo>
                  <a:lnTo>
                    <a:pt x="22662" y="3330"/>
                  </a:lnTo>
                  <a:lnTo>
                    <a:pt x="22502" y="2908"/>
                  </a:lnTo>
                  <a:lnTo>
                    <a:pt x="22301" y="2487"/>
                  </a:lnTo>
                  <a:lnTo>
                    <a:pt x="22081" y="2086"/>
                  </a:lnTo>
                  <a:lnTo>
                    <a:pt x="21840" y="1705"/>
                  </a:lnTo>
                  <a:lnTo>
                    <a:pt x="21579" y="1344"/>
                  </a:lnTo>
                  <a:lnTo>
                    <a:pt x="21299" y="1003"/>
                  </a:lnTo>
                  <a:lnTo>
                    <a:pt x="20998" y="662"/>
                  </a:lnTo>
                  <a:lnTo>
                    <a:pt x="20677" y="341"/>
                  </a:lnTo>
                  <a:lnTo>
                    <a:pt x="20356" y="41"/>
                  </a:lnTo>
                  <a:lnTo>
                    <a:pt x="18050" y="21"/>
                  </a:lnTo>
                  <a:lnTo>
                    <a:pt x="1572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2" name="Google Shape;7282;p34"/>
            <p:cNvSpPr/>
            <p:nvPr/>
          </p:nvSpPr>
          <p:spPr>
            <a:xfrm>
              <a:off x="8488800" y="5379025"/>
              <a:ext cx="1865100" cy="313375"/>
            </a:xfrm>
            <a:custGeom>
              <a:avLst/>
              <a:gdLst/>
              <a:ahLst/>
              <a:cxnLst/>
              <a:rect l="l" t="t" r="r" b="b"/>
              <a:pathLst>
                <a:path w="74604" h="12535" extrusionOk="0">
                  <a:moveTo>
                    <a:pt x="2808" y="0"/>
                  </a:moveTo>
                  <a:lnTo>
                    <a:pt x="2467" y="40"/>
                  </a:lnTo>
                  <a:lnTo>
                    <a:pt x="2126" y="121"/>
                  </a:lnTo>
                  <a:lnTo>
                    <a:pt x="1806" y="221"/>
                  </a:lnTo>
                  <a:lnTo>
                    <a:pt x="1505" y="361"/>
                  </a:lnTo>
                  <a:lnTo>
                    <a:pt x="1224" y="522"/>
                  </a:lnTo>
                  <a:lnTo>
                    <a:pt x="943" y="702"/>
                  </a:lnTo>
                  <a:lnTo>
                    <a:pt x="703" y="883"/>
                  </a:lnTo>
                  <a:lnTo>
                    <a:pt x="482" y="1083"/>
                  </a:lnTo>
                  <a:lnTo>
                    <a:pt x="301" y="1264"/>
                  </a:lnTo>
                  <a:lnTo>
                    <a:pt x="161" y="1444"/>
                  </a:lnTo>
                  <a:lnTo>
                    <a:pt x="61" y="1605"/>
                  </a:lnTo>
                  <a:lnTo>
                    <a:pt x="21" y="1765"/>
                  </a:lnTo>
                  <a:lnTo>
                    <a:pt x="1" y="1825"/>
                  </a:lnTo>
                  <a:lnTo>
                    <a:pt x="1" y="1885"/>
                  </a:lnTo>
                  <a:lnTo>
                    <a:pt x="61" y="1966"/>
                  </a:lnTo>
                  <a:lnTo>
                    <a:pt x="221" y="2086"/>
                  </a:lnTo>
                  <a:lnTo>
                    <a:pt x="442" y="2266"/>
                  </a:lnTo>
                  <a:lnTo>
                    <a:pt x="763" y="2487"/>
                  </a:lnTo>
                  <a:lnTo>
                    <a:pt x="1164" y="2768"/>
                  </a:lnTo>
                  <a:lnTo>
                    <a:pt x="1645" y="3069"/>
                  </a:lnTo>
                  <a:lnTo>
                    <a:pt x="2207" y="3409"/>
                  </a:lnTo>
                  <a:lnTo>
                    <a:pt x="2848" y="3770"/>
                  </a:lnTo>
                  <a:lnTo>
                    <a:pt x="3570" y="4172"/>
                  </a:lnTo>
                  <a:lnTo>
                    <a:pt x="4352" y="4593"/>
                  </a:lnTo>
                  <a:lnTo>
                    <a:pt x="5215" y="5034"/>
                  </a:lnTo>
                  <a:lnTo>
                    <a:pt x="6157" y="5495"/>
                  </a:lnTo>
                  <a:lnTo>
                    <a:pt x="7160" y="5956"/>
                  </a:lnTo>
                  <a:lnTo>
                    <a:pt x="8243" y="6438"/>
                  </a:lnTo>
                  <a:lnTo>
                    <a:pt x="9386" y="6919"/>
                  </a:lnTo>
                  <a:lnTo>
                    <a:pt x="10589" y="7400"/>
                  </a:lnTo>
                  <a:lnTo>
                    <a:pt x="11853" y="7902"/>
                  </a:lnTo>
                  <a:lnTo>
                    <a:pt x="13176" y="8363"/>
                  </a:lnTo>
                  <a:lnTo>
                    <a:pt x="14580" y="8844"/>
                  </a:lnTo>
                  <a:lnTo>
                    <a:pt x="16024" y="9306"/>
                  </a:lnTo>
                  <a:lnTo>
                    <a:pt x="17528" y="9747"/>
                  </a:lnTo>
                  <a:lnTo>
                    <a:pt x="19093" y="10168"/>
                  </a:lnTo>
                  <a:lnTo>
                    <a:pt x="20697" y="10569"/>
                  </a:lnTo>
                  <a:lnTo>
                    <a:pt x="22361" y="10930"/>
                  </a:lnTo>
                  <a:lnTo>
                    <a:pt x="24066" y="11291"/>
                  </a:lnTo>
                  <a:lnTo>
                    <a:pt x="25831" y="11592"/>
                  </a:lnTo>
                  <a:lnTo>
                    <a:pt x="27636" y="11852"/>
                  </a:lnTo>
                  <a:lnTo>
                    <a:pt x="28558" y="11973"/>
                  </a:lnTo>
                  <a:lnTo>
                    <a:pt x="29501" y="12093"/>
                  </a:lnTo>
                  <a:lnTo>
                    <a:pt x="30423" y="12193"/>
                  </a:lnTo>
                  <a:lnTo>
                    <a:pt x="31386" y="12274"/>
                  </a:lnTo>
                  <a:lnTo>
                    <a:pt x="32349" y="12354"/>
                  </a:lnTo>
                  <a:lnTo>
                    <a:pt x="33311" y="12414"/>
                  </a:lnTo>
                  <a:lnTo>
                    <a:pt x="34294" y="12454"/>
                  </a:lnTo>
                  <a:lnTo>
                    <a:pt x="35297" y="12494"/>
                  </a:lnTo>
                  <a:lnTo>
                    <a:pt x="36299" y="12514"/>
                  </a:lnTo>
                  <a:lnTo>
                    <a:pt x="37302" y="12534"/>
                  </a:lnTo>
                  <a:lnTo>
                    <a:pt x="38305" y="12514"/>
                  </a:lnTo>
                  <a:lnTo>
                    <a:pt x="39307" y="12494"/>
                  </a:lnTo>
                  <a:lnTo>
                    <a:pt x="40310" y="12454"/>
                  </a:lnTo>
                  <a:lnTo>
                    <a:pt x="41293" y="12414"/>
                  </a:lnTo>
                  <a:lnTo>
                    <a:pt x="42255" y="12354"/>
                  </a:lnTo>
                  <a:lnTo>
                    <a:pt x="43218" y="12274"/>
                  </a:lnTo>
                  <a:lnTo>
                    <a:pt x="44181" y="12193"/>
                  </a:lnTo>
                  <a:lnTo>
                    <a:pt x="45123" y="12093"/>
                  </a:lnTo>
                  <a:lnTo>
                    <a:pt x="46046" y="11973"/>
                  </a:lnTo>
                  <a:lnTo>
                    <a:pt x="46968" y="11852"/>
                  </a:lnTo>
                  <a:lnTo>
                    <a:pt x="48773" y="11592"/>
                  </a:lnTo>
                  <a:lnTo>
                    <a:pt x="50538" y="11291"/>
                  </a:lnTo>
                  <a:lnTo>
                    <a:pt x="52243" y="10930"/>
                  </a:lnTo>
                  <a:lnTo>
                    <a:pt x="53907" y="10569"/>
                  </a:lnTo>
                  <a:lnTo>
                    <a:pt x="55511" y="10168"/>
                  </a:lnTo>
                  <a:lnTo>
                    <a:pt x="57076" y="9747"/>
                  </a:lnTo>
                  <a:lnTo>
                    <a:pt x="58580" y="9306"/>
                  </a:lnTo>
                  <a:lnTo>
                    <a:pt x="60024" y="8844"/>
                  </a:lnTo>
                  <a:lnTo>
                    <a:pt x="61428" y="8363"/>
                  </a:lnTo>
                  <a:lnTo>
                    <a:pt x="62751" y="7902"/>
                  </a:lnTo>
                  <a:lnTo>
                    <a:pt x="64015" y="7400"/>
                  </a:lnTo>
                  <a:lnTo>
                    <a:pt x="65218" y="6919"/>
                  </a:lnTo>
                  <a:lnTo>
                    <a:pt x="66361" y="6438"/>
                  </a:lnTo>
                  <a:lnTo>
                    <a:pt x="67444" y="5956"/>
                  </a:lnTo>
                  <a:lnTo>
                    <a:pt x="68447" y="5495"/>
                  </a:lnTo>
                  <a:lnTo>
                    <a:pt x="69389" y="5034"/>
                  </a:lnTo>
                  <a:lnTo>
                    <a:pt x="70252" y="4593"/>
                  </a:lnTo>
                  <a:lnTo>
                    <a:pt x="71034" y="4172"/>
                  </a:lnTo>
                  <a:lnTo>
                    <a:pt x="71756" y="3770"/>
                  </a:lnTo>
                  <a:lnTo>
                    <a:pt x="72397" y="3409"/>
                  </a:lnTo>
                  <a:lnTo>
                    <a:pt x="72959" y="3069"/>
                  </a:lnTo>
                  <a:lnTo>
                    <a:pt x="73440" y="2768"/>
                  </a:lnTo>
                  <a:lnTo>
                    <a:pt x="73841" y="2487"/>
                  </a:lnTo>
                  <a:lnTo>
                    <a:pt x="74162" y="2266"/>
                  </a:lnTo>
                  <a:lnTo>
                    <a:pt x="74403" y="2086"/>
                  </a:lnTo>
                  <a:lnTo>
                    <a:pt x="74543" y="1966"/>
                  </a:lnTo>
                  <a:lnTo>
                    <a:pt x="74603" y="1885"/>
                  </a:lnTo>
                  <a:lnTo>
                    <a:pt x="74603" y="1825"/>
                  </a:lnTo>
                  <a:lnTo>
                    <a:pt x="74603" y="1765"/>
                  </a:lnTo>
                  <a:lnTo>
                    <a:pt x="74543" y="1605"/>
                  </a:lnTo>
                  <a:lnTo>
                    <a:pt x="74443" y="1444"/>
                  </a:lnTo>
                  <a:lnTo>
                    <a:pt x="74303" y="1264"/>
                  </a:lnTo>
                  <a:lnTo>
                    <a:pt x="74122" y="1083"/>
                  </a:lnTo>
                  <a:lnTo>
                    <a:pt x="73901" y="883"/>
                  </a:lnTo>
                  <a:lnTo>
                    <a:pt x="73661" y="702"/>
                  </a:lnTo>
                  <a:lnTo>
                    <a:pt x="73400" y="522"/>
                  </a:lnTo>
                  <a:lnTo>
                    <a:pt x="73099" y="361"/>
                  </a:lnTo>
                  <a:lnTo>
                    <a:pt x="72798" y="221"/>
                  </a:lnTo>
                  <a:lnTo>
                    <a:pt x="72478" y="121"/>
                  </a:lnTo>
                  <a:lnTo>
                    <a:pt x="72137" y="40"/>
                  </a:lnTo>
                  <a:lnTo>
                    <a:pt x="71796" y="0"/>
                  </a:lnTo>
                  <a:lnTo>
                    <a:pt x="71635" y="20"/>
                  </a:lnTo>
                  <a:lnTo>
                    <a:pt x="71475" y="20"/>
                  </a:lnTo>
                  <a:lnTo>
                    <a:pt x="71294" y="60"/>
                  </a:lnTo>
                  <a:lnTo>
                    <a:pt x="71134" y="100"/>
                  </a:lnTo>
                  <a:lnTo>
                    <a:pt x="70973" y="161"/>
                  </a:lnTo>
                  <a:lnTo>
                    <a:pt x="70813" y="221"/>
                  </a:lnTo>
                  <a:lnTo>
                    <a:pt x="69630" y="822"/>
                  </a:lnTo>
                  <a:lnTo>
                    <a:pt x="68407" y="1404"/>
                  </a:lnTo>
                  <a:lnTo>
                    <a:pt x="67203" y="1925"/>
                  </a:lnTo>
                  <a:lnTo>
                    <a:pt x="65980" y="2447"/>
                  </a:lnTo>
                  <a:lnTo>
                    <a:pt x="64757" y="2908"/>
                  </a:lnTo>
                  <a:lnTo>
                    <a:pt x="63513" y="3369"/>
                  </a:lnTo>
                  <a:lnTo>
                    <a:pt x="62290" y="3791"/>
                  </a:lnTo>
                  <a:lnTo>
                    <a:pt x="61067" y="4192"/>
                  </a:lnTo>
                  <a:lnTo>
                    <a:pt x="59843" y="4553"/>
                  </a:lnTo>
                  <a:lnTo>
                    <a:pt x="58620" y="4894"/>
                  </a:lnTo>
                  <a:lnTo>
                    <a:pt x="57397" y="5214"/>
                  </a:lnTo>
                  <a:lnTo>
                    <a:pt x="56193" y="5515"/>
                  </a:lnTo>
                  <a:lnTo>
                    <a:pt x="54990" y="5776"/>
                  </a:lnTo>
                  <a:lnTo>
                    <a:pt x="53827" y="6037"/>
                  </a:lnTo>
                  <a:lnTo>
                    <a:pt x="52664" y="6277"/>
                  </a:lnTo>
                  <a:lnTo>
                    <a:pt x="51501" y="6478"/>
                  </a:lnTo>
                  <a:lnTo>
                    <a:pt x="50378" y="6678"/>
                  </a:lnTo>
                  <a:lnTo>
                    <a:pt x="49275" y="6839"/>
                  </a:lnTo>
                  <a:lnTo>
                    <a:pt x="48192" y="6999"/>
                  </a:lnTo>
                  <a:lnTo>
                    <a:pt x="47149" y="7140"/>
                  </a:lnTo>
                  <a:lnTo>
                    <a:pt x="45123" y="7380"/>
                  </a:lnTo>
                  <a:lnTo>
                    <a:pt x="43238" y="7541"/>
                  </a:lnTo>
                  <a:lnTo>
                    <a:pt x="41493" y="7661"/>
                  </a:lnTo>
                  <a:lnTo>
                    <a:pt x="39909" y="7741"/>
                  </a:lnTo>
                  <a:lnTo>
                    <a:pt x="38505" y="7801"/>
                  </a:lnTo>
                  <a:lnTo>
                    <a:pt x="36099" y="7801"/>
                  </a:lnTo>
                  <a:lnTo>
                    <a:pt x="34695" y="7741"/>
                  </a:lnTo>
                  <a:lnTo>
                    <a:pt x="33111" y="7661"/>
                  </a:lnTo>
                  <a:lnTo>
                    <a:pt x="31366" y="7541"/>
                  </a:lnTo>
                  <a:lnTo>
                    <a:pt x="29481" y="7380"/>
                  </a:lnTo>
                  <a:lnTo>
                    <a:pt x="27455" y="7140"/>
                  </a:lnTo>
                  <a:lnTo>
                    <a:pt x="26412" y="6999"/>
                  </a:lnTo>
                  <a:lnTo>
                    <a:pt x="25329" y="6839"/>
                  </a:lnTo>
                  <a:lnTo>
                    <a:pt x="24226" y="6678"/>
                  </a:lnTo>
                  <a:lnTo>
                    <a:pt x="23103" y="6478"/>
                  </a:lnTo>
                  <a:lnTo>
                    <a:pt x="21940" y="6277"/>
                  </a:lnTo>
                  <a:lnTo>
                    <a:pt x="20777" y="6037"/>
                  </a:lnTo>
                  <a:lnTo>
                    <a:pt x="19614" y="5776"/>
                  </a:lnTo>
                  <a:lnTo>
                    <a:pt x="18411" y="5515"/>
                  </a:lnTo>
                  <a:lnTo>
                    <a:pt x="17207" y="5214"/>
                  </a:lnTo>
                  <a:lnTo>
                    <a:pt x="15984" y="4894"/>
                  </a:lnTo>
                  <a:lnTo>
                    <a:pt x="14761" y="4553"/>
                  </a:lnTo>
                  <a:lnTo>
                    <a:pt x="13537" y="4192"/>
                  </a:lnTo>
                  <a:lnTo>
                    <a:pt x="12314" y="3791"/>
                  </a:lnTo>
                  <a:lnTo>
                    <a:pt x="11091" y="3369"/>
                  </a:lnTo>
                  <a:lnTo>
                    <a:pt x="9847" y="2908"/>
                  </a:lnTo>
                  <a:lnTo>
                    <a:pt x="8624" y="2447"/>
                  </a:lnTo>
                  <a:lnTo>
                    <a:pt x="7401" y="1925"/>
                  </a:lnTo>
                  <a:lnTo>
                    <a:pt x="6197" y="1404"/>
                  </a:lnTo>
                  <a:lnTo>
                    <a:pt x="4974" y="822"/>
                  </a:lnTo>
                  <a:lnTo>
                    <a:pt x="3791" y="221"/>
                  </a:lnTo>
                  <a:lnTo>
                    <a:pt x="3631" y="161"/>
                  </a:lnTo>
                  <a:lnTo>
                    <a:pt x="3470" y="100"/>
                  </a:lnTo>
                  <a:lnTo>
                    <a:pt x="3310" y="60"/>
                  </a:lnTo>
                  <a:lnTo>
                    <a:pt x="3129" y="20"/>
                  </a:lnTo>
                  <a:lnTo>
                    <a:pt x="2969" y="20"/>
                  </a:lnTo>
                  <a:lnTo>
                    <a:pt x="280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3" name="Google Shape;7283;p34"/>
            <p:cNvSpPr/>
            <p:nvPr/>
          </p:nvSpPr>
          <p:spPr>
            <a:xfrm>
              <a:off x="8544450" y="4249450"/>
              <a:ext cx="70225" cy="70700"/>
            </a:xfrm>
            <a:custGeom>
              <a:avLst/>
              <a:gdLst/>
              <a:ahLst/>
              <a:cxnLst/>
              <a:rect l="l" t="t" r="r" b="b"/>
              <a:pathLst>
                <a:path w="2809" h="2828" extrusionOk="0">
                  <a:moveTo>
                    <a:pt x="1344" y="0"/>
                  </a:moveTo>
                  <a:lnTo>
                    <a:pt x="1184" y="20"/>
                  </a:lnTo>
                  <a:lnTo>
                    <a:pt x="1023" y="60"/>
                  </a:lnTo>
                  <a:lnTo>
                    <a:pt x="883" y="101"/>
                  </a:lnTo>
                  <a:lnTo>
                    <a:pt x="743" y="161"/>
                  </a:lnTo>
                  <a:lnTo>
                    <a:pt x="622" y="241"/>
                  </a:lnTo>
                  <a:lnTo>
                    <a:pt x="502" y="341"/>
                  </a:lnTo>
                  <a:lnTo>
                    <a:pt x="382" y="442"/>
                  </a:lnTo>
                  <a:lnTo>
                    <a:pt x="281" y="562"/>
                  </a:lnTo>
                  <a:lnTo>
                    <a:pt x="201" y="702"/>
                  </a:lnTo>
                  <a:lnTo>
                    <a:pt x="141" y="823"/>
                  </a:lnTo>
                  <a:lnTo>
                    <a:pt x="81" y="983"/>
                  </a:lnTo>
                  <a:lnTo>
                    <a:pt x="41" y="1123"/>
                  </a:lnTo>
                  <a:lnTo>
                    <a:pt x="1" y="1284"/>
                  </a:lnTo>
                  <a:lnTo>
                    <a:pt x="1" y="1444"/>
                  </a:lnTo>
                  <a:lnTo>
                    <a:pt x="1" y="1605"/>
                  </a:lnTo>
                  <a:lnTo>
                    <a:pt x="21" y="1725"/>
                  </a:lnTo>
                  <a:lnTo>
                    <a:pt x="61" y="1845"/>
                  </a:lnTo>
                  <a:lnTo>
                    <a:pt x="161" y="2066"/>
                  </a:lnTo>
                  <a:lnTo>
                    <a:pt x="302" y="2287"/>
                  </a:lnTo>
                  <a:lnTo>
                    <a:pt x="382" y="2387"/>
                  </a:lnTo>
                  <a:lnTo>
                    <a:pt x="482" y="2487"/>
                  </a:lnTo>
                  <a:lnTo>
                    <a:pt x="602" y="2567"/>
                  </a:lnTo>
                  <a:lnTo>
                    <a:pt x="723" y="2627"/>
                  </a:lnTo>
                  <a:lnTo>
                    <a:pt x="843" y="2708"/>
                  </a:lnTo>
                  <a:lnTo>
                    <a:pt x="983" y="2748"/>
                  </a:lnTo>
                  <a:lnTo>
                    <a:pt x="1124" y="2788"/>
                  </a:lnTo>
                  <a:lnTo>
                    <a:pt x="1264" y="2808"/>
                  </a:lnTo>
                  <a:lnTo>
                    <a:pt x="1425" y="2828"/>
                  </a:lnTo>
                  <a:lnTo>
                    <a:pt x="1585" y="2808"/>
                  </a:lnTo>
                  <a:lnTo>
                    <a:pt x="1786" y="2788"/>
                  </a:lnTo>
                  <a:lnTo>
                    <a:pt x="1966" y="2708"/>
                  </a:lnTo>
                  <a:lnTo>
                    <a:pt x="2126" y="2627"/>
                  </a:lnTo>
                  <a:lnTo>
                    <a:pt x="2287" y="2507"/>
                  </a:lnTo>
                  <a:lnTo>
                    <a:pt x="2427" y="2387"/>
                  </a:lnTo>
                  <a:lnTo>
                    <a:pt x="2548" y="2226"/>
                  </a:lnTo>
                  <a:lnTo>
                    <a:pt x="2648" y="2066"/>
                  </a:lnTo>
                  <a:lnTo>
                    <a:pt x="2728" y="1885"/>
                  </a:lnTo>
                  <a:lnTo>
                    <a:pt x="2768" y="1725"/>
                  </a:lnTo>
                  <a:lnTo>
                    <a:pt x="2788" y="1545"/>
                  </a:lnTo>
                  <a:lnTo>
                    <a:pt x="2808" y="1384"/>
                  </a:lnTo>
                  <a:lnTo>
                    <a:pt x="2788" y="1224"/>
                  </a:lnTo>
                  <a:lnTo>
                    <a:pt x="2768" y="1083"/>
                  </a:lnTo>
                  <a:lnTo>
                    <a:pt x="2728" y="923"/>
                  </a:lnTo>
                  <a:lnTo>
                    <a:pt x="2648" y="782"/>
                  </a:lnTo>
                  <a:lnTo>
                    <a:pt x="2568" y="642"/>
                  </a:lnTo>
                  <a:lnTo>
                    <a:pt x="2487" y="522"/>
                  </a:lnTo>
                  <a:lnTo>
                    <a:pt x="2387" y="401"/>
                  </a:lnTo>
                  <a:lnTo>
                    <a:pt x="2267" y="301"/>
                  </a:lnTo>
                  <a:lnTo>
                    <a:pt x="2126" y="221"/>
                  </a:lnTo>
                  <a:lnTo>
                    <a:pt x="1986" y="141"/>
                  </a:lnTo>
                  <a:lnTo>
                    <a:pt x="1826" y="81"/>
                  </a:lnTo>
                  <a:lnTo>
                    <a:pt x="1665" y="40"/>
                  </a:lnTo>
                  <a:lnTo>
                    <a:pt x="1505" y="20"/>
                  </a:lnTo>
                  <a:lnTo>
                    <a:pt x="13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4" name="Google Shape;7284;p34"/>
            <p:cNvSpPr/>
            <p:nvPr/>
          </p:nvSpPr>
          <p:spPr>
            <a:xfrm>
              <a:off x="8321350" y="4191275"/>
              <a:ext cx="258225" cy="278800"/>
            </a:xfrm>
            <a:custGeom>
              <a:avLst/>
              <a:gdLst/>
              <a:ahLst/>
              <a:cxnLst/>
              <a:rect l="l" t="t" r="r" b="b"/>
              <a:pathLst>
                <a:path w="10329" h="11152" extrusionOk="0">
                  <a:moveTo>
                    <a:pt x="1565" y="1"/>
                  </a:moveTo>
                  <a:lnTo>
                    <a:pt x="1484" y="41"/>
                  </a:lnTo>
                  <a:lnTo>
                    <a:pt x="1384" y="81"/>
                  </a:lnTo>
                  <a:lnTo>
                    <a:pt x="1124" y="262"/>
                  </a:lnTo>
                  <a:lnTo>
                    <a:pt x="843" y="502"/>
                  </a:lnTo>
                  <a:lnTo>
                    <a:pt x="562" y="763"/>
                  </a:lnTo>
                  <a:lnTo>
                    <a:pt x="321" y="1044"/>
                  </a:lnTo>
                  <a:lnTo>
                    <a:pt x="121" y="1284"/>
                  </a:lnTo>
                  <a:lnTo>
                    <a:pt x="61" y="1385"/>
                  </a:lnTo>
                  <a:lnTo>
                    <a:pt x="0" y="1465"/>
                  </a:lnTo>
                  <a:lnTo>
                    <a:pt x="0" y="1525"/>
                  </a:lnTo>
                  <a:lnTo>
                    <a:pt x="21" y="1565"/>
                  </a:lnTo>
                  <a:lnTo>
                    <a:pt x="1244" y="3029"/>
                  </a:lnTo>
                  <a:lnTo>
                    <a:pt x="2507" y="4553"/>
                  </a:lnTo>
                  <a:lnTo>
                    <a:pt x="3991" y="6278"/>
                  </a:lnTo>
                  <a:lnTo>
                    <a:pt x="5495" y="8023"/>
                  </a:lnTo>
                  <a:lnTo>
                    <a:pt x="6839" y="9567"/>
                  </a:lnTo>
                  <a:lnTo>
                    <a:pt x="7421" y="10189"/>
                  </a:lnTo>
                  <a:lnTo>
                    <a:pt x="7882" y="10670"/>
                  </a:lnTo>
                  <a:lnTo>
                    <a:pt x="8223" y="10991"/>
                  </a:lnTo>
                  <a:lnTo>
                    <a:pt x="8343" y="11071"/>
                  </a:lnTo>
                  <a:lnTo>
                    <a:pt x="8423" y="11111"/>
                  </a:lnTo>
                  <a:lnTo>
                    <a:pt x="8664" y="11151"/>
                  </a:lnTo>
                  <a:lnTo>
                    <a:pt x="8985" y="11151"/>
                  </a:lnTo>
                  <a:lnTo>
                    <a:pt x="9306" y="11131"/>
                  </a:lnTo>
                  <a:lnTo>
                    <a:pt x="9627" y="11091"/>
                  </a:lnTo>
                  <a:lnTo>
                    <a:pt x="9927" y="11031"/>
                  </a:lnTo>
                  <a:lnTo>
                    <a:pt x="10148" y="10951"/>
                  </a:lnTo>
                  <a:lnTo>
                    <a:pt x="10228" y="10911"/>
                  </a:lnTo>
                  <a:lnTo>
                    <a:pt x="10288" y="10871"/>
                  </a:lnTo>
                  <a:lnTo>
                    <a:pt x="10329" y="10830"/>
                  </a:lnTo>
                  <a:lnTo>
                    <a:pt x="10329" y="10770"/>
                  </a:lnTo>
                  <a:lnTo>
                    <a:pt x="10208" y="10610"/>
                  </a:lnTo>
                  <a:lnTo>
                    <a:pt x="9907" y="10249"/>
                  </a:lnTo>
                  <a:lnTo>
                    <a:pt x="8905" y="8985"/>
                  </a:lnTo>
                  <a:lnTo>
                    <a:pt x="5917" y="5295"/>
                  </a:lnTo>
                  <a:lnTo>
                    <a:pt x="156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5" name="Google Shape;7285;p34"/>
            <p:cNvSpPr/>
            <p:nvPr/>
          </p:nvSpPr>
          <p:spPr>
            <a:xfrm>
              <a:off x="8321350" y="4191275"/>
              <a:ext cx="258225" cy="278800"/>
            </a:xfrm>
            <a:custGeom>
              <a:avLst/>
              <a:gdLst/>
              <a:ahLst/>
              <a:cxnLst/>
              <a:rect l="l" t="t" r="r" b="b"/>
              <a:pathLst>
                <a:path w="10329" h="11152" fill="none" extrusionOk="0">
                  <a:moveTo>
                    <a:pt x="21" y="1565"/>
                  </a:moveTo>
                  <a:lnTo>
                    <a:pt x="21" y="1565"/>
                  </a:lnTo>
                  <a:lnTo>
                    <a:pt x="0" y="1525"/>
                  </a:lnTo>
                  <a:lnTo>
                    <a:pt x="0" y="1465"/>
                  </a:lnTo>
                  <a:lnTo>
                    <a:pt x="61" y="1385"/>
                  </a:lnTo>
                  <a:lnTo>
                    <a:pt x="121" y="1284"/>
                  </a:lnTo>
                  <a:lnTo>
                    <a:pt x="321" y="1044"/>
                  </a:lnTo>
                  <a:lnTo>
                    <a:pt x="562" y="763"/>
                  </a:lnTo>
                  <a:lnTo>
                    <a:pt x="843" y="502"/>
                  </a:lnTo>
                  <a:lnTo>
                    <a:pt x="1124" y="262"/>
                  </a:lnTo>
                  <a:lnTo>
                    <a:pt x="1384" y="81"/>
                  </a:lnTo>
                  <a:lnTo>
                    <a:pt x="1484" y="41"/>
                  </a:lnTo>
                  <a:lnTo>
                    <a:pt x="1565" y="1"/>
                  </a:lnTo>
                  <a:lnTo>
                    <a:pt x="1565" y="1"/>
                  </a:lnTo>
                  <a:lnTo>
                    <a:pt x="5917" y="5295"/>
                  </a:lnTo>
                  <a:lnTo>
                    <a:pt x="8905" y="8985"/>
                  </a:lnTo>
                  <a:lnTo>
                    <a:pt x="9907" y="10249"/>
                  </a:lnTo>
                  <a:lnTo>
                    <a:pt x="10208" y="10610"/>
                  </a:lnTo>
                  <a:lnTo>
                    <a:pt x="10329" y="10770"/>
                  </a:lnTo>
                  <a:lnTo>
                    <a:pt x="10329" y="10770"/>
                  </a:lnTo>
                  <a:lnTo>
                    <a:pt x="10329" y="10830"/>
                  </a:lnTo>
                  <a:lnTo>
                    <a:pt x="10288" y="10871"/>
                  </a:lnTo>
                  <a:lnTo>
                    <a:pt x="10228" y="10911"/>
                  </a:lnTo>
                  <a:lnTo>
                    <a:pt x="10148" y="10951"/>
                  </a:lnTo>
                  <a:lnTo>
                    <a:pt x="9927" y="11031"/>
                  </a:lnTo>
                  <a:lnTo>
                    <a:pt x="9627" y="11091"/>
                  </a:lnTo>
                  <a:lnTo>
                    <a:pt x="9306" y="11131"/>
                  </a:lnTo>
                  <a:lnTo>
                    <a:pt x="8985" y="11151"/>
                  </a:lnTo>
                  <a:lnTo>
                    <a:pt x="8664" y="11151"/>
                  </a:lnTo>
                  <a:lnTo>
                    <a:pt x="8423" y="11111"/>
                  </a:lnTo>
                  <a:lnTo>
                    <a:pt x="8423" y="11111"/>
                  </a:lnTo>
                  <a:lnTo>
                    <a:pt x="8343" y="11071"/>
                  </a:lnTo>
                  <a:lnTo>
                    <a:pt x="8223" y="10991"/>
                  </a:lnTo>
                  <a:lnTo>
                    <a:pt x="7882" y="10670"/>
                  </a:lnTo>
                  <a:lnTo>
                    <a:pt x="7421" y="10189"/>
                  </a:lnTo>
                  <a:lnTo>
                    <a:pt x="6839" y="9567"/>
                  </a:lnTo>
                  <a:lnTo>
                    <a:pt x="5495" y="8023"/>
                  </a:lnTo>
                  <a:lnTo>
                    <a:pt x="3991" y="6278"/>
                  </a:lnTo>
                  <a:lnTo>
                    <a:pt x="2507" y="4553"/>
                  </a:lnTo>
                  <a:lnTo>
                    <a:pt x="1244" y="3029"/>
                  </a:lnTo>
                  <a:lnTo>
                    <a:pt x="21" y="1565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6" name="Google Shape;7286;p34"/>
            <p:cNvSpPr/>
            <p:nvPr/>
          </p:nvSpPr>
          <p:spPr>
            <a:xfrm>
              <a:off x="8521400" y="4178250"/>
              <a:ext cx="392075" cy="246700"/>
            </a:xfrm>
            <a:custGeom>
              <a:avLst/>
              <a:gdLst/>
              <a:ahLst/>
              <a:cxnLst/>
              <a:rect l="l" t="t" r="r" b="b"/>
              <a:pathLst>
                <a:path w="15683" h="9868" extrusionOk="0">
                  <a:moveTo>
                    <a:pt x="14339" y="1"/>
                  </a:moveTo>
                  <a:lnTo>
                    <a:pt x="14239" y="21"/>
                  </a:lnTo>
                  <a:lnTo>
                    <a:pt x="13998" y="121"/>
                  </a:lnTo>
                  <a:lnTo>
                    <a:pt x="13497" y="422"/>
                  </a:lnTo>
                  <a:lnTo>
                    <a:pt x="11812" y="1384"/>
                  </a:lnTo>
                  <a:lnTo>
                    <a:pt x="6939" y="4252"/>
                  </a:lnTo>
                  <a:lnTo>
                    <a:pt x="2166" y="7100"/>
                  </a:lnTo>
                  <a:lnTo>
                    <a:pt x="0" y="8383"/>
                  </a:lnTo>
                  <a:lnTo>
                    <a:pt x="1203" y="9867"/>
                  </a:lnTo>
                  <a:lnTo>
                    <a:pt x="3450" y="8704"/>
                  </a:lnTo>
                  <a:lnTo>
                    <a:pt x="5756" y="7501"/>
                  </a:lnTo>
                  <a:lnTo>
                    <a:pt x="8423" y="6097"/>
                  </a:lnTo>
                  <a:lnTo>
                    <a:pt x="11070" y="4693"/>
                  </a:lnTo>
                  <a:lnTo>
                    <a:pt x="13397" y="3410"/>
                  </a:lnTo>
                  <a:lnTo>
                    <a:pt x="14319" y="2888"/>
                  </a:lnTo>
                  <a:lnTo>
                    <a:pt x="15041" y="2447"/>
                  </a:lnTo>
                  <a:lnTo>
                    <a:pt x="15502" y="2146"/>
                  </a:lnTo>
                  <a:lnTo>
                    <a:pt x="15623" y="2046"/>
                  </a:lnTo>
                  <a:lnTo>
                    <a:pt x="15683" y="1986"/>
                  </a:lnTo>
                  <a:lnTo>
                    <a:pt x="15683" y="1866"/>
                  </a:lnTo>
                  <a:lnTo>
                    <a:pt x="15643" y="1745"/>
                  </a:lnTo>
                  <a:lnTo>
                    <a:pt x="15603" y="1605"/>
                  </a:lnTo>
                  <a:lnTo>
                    <a:pt x="15542" y="1444"/>
                  </a:lnTo>
                  <a:lnTo>
                    <a:pt x="15362" y="1104"/>
                  </a:lnTo>
                  <a:lnTo>
                    <a:pt x="15141" y="763"/>
                  </a:lnTo>
                  <a:lnTo>
                    <a:pt x="14901" y="442"/>
                  </a:lnTo>
                  <a:lnTo>
                    <a:pt x="14780" y="321"/>
                  </a:lnTo>
                  <a:lnTo>
                    <a:pt x="14660" y="201"/>
                  </a:lnTo>
                  <a:lnTo>
                    <a:pt x="14540" y="101"/>
                  </a:lnTo>
                  <a:lnTo>
                    <a:pt x="14439" y="41"/>
                  </a:lnTo>
                  <a:lnTo>
                    <a:pt x="1433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7" name="Google Shape;7287;p34"/>
            <p:cNvSpPr/>
            <p:nvPr/>
          </p:nvSpPr>
          <p:spPr>
            <a:xfrm>
              <a:off x="8222575" y="3901000"/>
              <a:ext cx="946100" cy="523950"/>
            </a:xfrm>
            <a:custGeom>
              <a:avLst/>
              <a:gdLst/>
              <a:ahLst/>
              <a:cxnLst/>
              <a:rect l="l" t="t" r="r" b="b"/>
              <a:pathLst>
                <a:path w="37844" h="20958" extrusionOk="0">
                  <a:moveTo>
                    <a:pt x="21720" y="0"/>
                  </a:moveTo>
                  <a:lnTo>
                    <a:pt x="21198" y="20"/>
                  </a:lnTo>
                  <a:lnTo>
                    <a:pt x="20697" y="61"/>
                  </a:lnTo>
                  <a:lnTo>
                    <a:pt x="20196" y="141"/>
                  </a:lnTo>
                  <a:lnTo>
                    <a:pt x="19714" y="241"/>
                  </a:lnTo>
                  <a:lnTo>
                    <a:pt x="19213" y="361"/>
                  </a:lnTo>
                  <a:lnTo>
                    <a:pt x="18712" y="502"/>
                  </a:lnTo>
                  <a:lnTo>
                    <a:pt x="18230" y="662"/>
                  </a:lnTo>
                  <a:lnTo>
                    <a:pt x="17749" y="823"/>
                  </a:lnTo>
                  <a:lnTo>
                    <a:pt x="17268" y="1023"/>
                  </a:lnTo>
                  <a:lnTo>
                    <a:pt x="16786" y="1244"/>
                  </a:lnTo>
                  <a:lnTo>
                    <a:pt x="16305" y="1464"/>
                  </a:lnTo>
                  <a:lnTo>
                    <a:pt x="15844" y="1705"/>
                  </a:lnTo>
                  <a:lnTo>
                    <a:pt x="15383" y="1946"/>
                  </a:lnTo>
                  <a:lnTo>
                    <a:pt x="14941" y="2226"/>
                  </a:lnTo>
                  <a:lnTo>
                    <a:pt x="14500" y="2487"/>
                  </a:lnTo>
                  <a:lnTo>
                    <a:pt x="14059" y="2788"/>
                  </a:lnTo>
                  <a:lnTo>
                    <a:pt x="13638" y="3069"/>
                  </a:lnTo>
                  <a:lnTo>
                    <a:pt x="13417" y="3229"/>
                  </a:lnTo>
                  <a:lnTo>
                    <a:pt x="13257" y="3309"/>
                  </a:lnTo>
                  <a:lnTo>
                    <a:pt x="13076" y="3370"/>
                  </a:lnTo>
                  <a:lnTo>
                    <a:pt x="12856" y="3430"/>
                  </a:lnTo>
                  <a:lnTo>
                    <a:pt x="12615" y="3490"/>
                  </a:lnTo>
                  <a:lnTo>
                    <a:pt x="12094" y="3550"/>
                  </a:lnTo>
                  <a:lnTo>
                    <a:pt x="11492" y="3590"/>
                  </a:lnTo>
                  <a:lnTo>
                    <a:pt x="10850" y="3610"/>
                  </a:lnTo>
                  <a:lnTo>
                    <a:pt x="10148" y="3610"/>
                  </a:lnTo>
                  <a:lnTo>
                    <a:pt x="8624" y="3590"/>
                  </a:lnTo>
                  <a:lnTo>
                    <a:pt x="7080" y="3570"/>
                  </a:lnTo>
                  <a:lnTo>
                    <a:pt x="6318" y="3570"/>
                  </a:lnTo>
                  <a:lnTo>
                    <a:pt x="5556" y="3590"/>
                  </a:lnTo>
                  <a:lnTo>
                    <a:pt x="4834" y="3630"/>
                  </a:lnTo>
                  <a:lnTo>
                    <a:pt x="4132" y="3690"/>
                  </a:lnTo>
                  <a:lnTo>
                    <a:pt x="3490" y="3791"/>
                  </a:lnTo>
                  <a:lnTo>
                    <a:pt x="3189" y="3871"/>
                  </a:lnTo>
                  <a:lnTo>
                    <a:pt x="2889" y="3931"/>
                  </a:lnTo>
                  <a:lnTo>
                    <a:pt x="2708" y="3991"/>
                  </a:lnTo>
                  <a:lnTo>
                    <a:pt x="2508" y="4071"/>
                  </a:lnTo>
                  <a:lnTo>
                    <a:pt x="2327" y="4172"/>
                  </a:lnTo>
                  <a:lnTo>
                    <a:pt x="2147" y="4292"/>
                  </a:lnTo>
                  <a:lnTo>
                    <a:pt x="1946" y="4412"/>
                  </a:lnTo>
                  <a:lnTo>
                    <a:pt x="1766" y="4553"/>
                  </a:lnTo>
                  <a:lnTo>
                    <a:pt x="1605" y="4693"/>
                  </a:lnTo>
                  <a:lnTo>
                    <a:pt x="1425" y="4874"/>
                  </a:lnTo>
                  <a:lnTo>
                    <a:pt x="1264" y="5054"/>
                  </a:lnTo>
                  <a:lnTo>
                    <a:pt x="1104" y="5235"/>
                  </a:lnTo>
                  <a:lnTo>
                    <a:pt x="943" y="5435"/>
                  </a:lnTo>
                  <a:lnTo>
                    <a:pt x="803" y="5636"/>
                  </a:lnTo>
                  <a:lnTo>
                    <a:pt x="683" y="5856"/>
                  </a:lnTo>
                  <a:lnTo>
                    <a:pt x="542" y="6097"/>
                  </a:lnTo>
                  <a:lnTo>
                    <a:pt x="442" y="6318"/>
                  </a:lnTo>
                  <a:lnTo>
                    <a:pt x="342" y="6558"/>
                  </a:lnTo>
                  <a:lnTo>
                    <a:pt x="241" y="6819"/>
                  </a:lnTo>
                  <a:lnTo>
                    <a:pt x="181" y="7080"/>
                  </a:lnTo>
                  <a:lnTo>
                    <a:pt x="101" y="7340"/>
                  </a:lnTo>
                  <a:lnTo>
                    <a:pt x="61" y="7601"/>
                  </a:lnTo>
                  <a:lnTo>
                    <a:pt x="21" y="7862"/>
                  </a:lnTo>
                  <a:lnTo>
                    <a:pt x="1" y="8143"/>
                  </a:lnTo>
                  <a:lnTo>
                    <a:pt x="1" y="8423"/>
                  </a:lnTo>
                  <a:lnTo>
                    <a:pt x="21" y="8704"/>
                  </a:lnTo>
                  <a:lnTo>
                    <a:pt x="61" y="8965"/>
                  </a:lnTo>
                  <a:lnTo>
                    <a:pt x="121" y="9246"/>
                  </a:lnTo>
                  <a:lnTo>
                    <a:pt x="181" y="9526"/>
                  </a:lnTo>
                  <a:lnTo>
                    <a:pt x="281" y="9807"/>
                  </a:lnTo>
                  <a:lnTo>
                    <a:pt x="402" y="10088"/>
                  </a:lnTo>
                  <a:lnTo>
                    <a:pt x="542" y="10369"/>
                  </a:lnTo>
                  <a:lnTo>
                    <a:pt x="703" y="10629"/>
                  </a:lnTo>
                  <a:lnTo>
                    <a:pt x="883" y="10910"/>
                  </a:lnTo>
                  <a:lnTo>
                    <a:pt x="1044" y="11091"/>
                  </a:lnTo>
                  <a:lnTo>
                    <a:pt x="1164" y="11251"/>
                  </a:lnTo>
                  <a:lnTo>
                    <a:pt x="1184" y="11271"/>
                  </a:lnTo>
                  <a:lnTo>
                    <a:pt x="1384" y="11472"/>
                  </a:lnTo>
                  <a:lnTo>
                    <a:pt x="1625" y="11672"/>
                  </a:lnTo>
                  <a:lnTo>
                    <a:pt x="1926" y="11913"/>
                  </a:lnTo>
                  <a:lnTo>
                    <a:pt x="2267" y="12113"/>
                  </a:lnTo>
                  <a:lnTo>
                    <a:pt x="2628" y="12314"/>
                  </a:lnTo>
                  <a:lnTo>
                    <a:pt x="3009" y="12494"/>
                  </a:lnTo>
                  <a:lnTo>
                    <a:pt x="3410" y="12635"/>
                  </a:lnTo>
                  <a:lnTo>
                    <a:pt x="3851" y="12755"/>
                  </a:lnTo>
                  <a:lnTo>
                    <a:pt x="4292" y="12855"/>
                  </a:lnTo>
                  <a:lnTo>
                    <a:pt x="4754" y="12916"/>
                  </a:lnTo>
                  <a:lnTo>
                    <a:pt x="5215" y="12936"/>
                  </a:lnTo>
                  <a:lnTo>
                    <a:pt x="5716" y="12936"/>
                  </a:lnTo>
                  <a:lnTo>
                    <a:pt x="6218" y="12916"/>
                  </a:lnTo>
                  <a:lnTo>
                    <a:pt x="6719" y="12835"/>
                  </a:lnTo>
                  <a:lnTo>
                    <a:pt x="7220" y="12715"/>
                  </a:lnTo>
                  <a:lnTo>
                    <a:pt x="7742" y="12575"/>
                  </a:lnTo>
                  <a:lnTo>
                    <a:pt x="8263" y="12374"/>
                  </a:lnTo>
                  <a:lnTo>
                    <a:pt x="8785" y="12133"/>
                  </a:lnTo>
                  <a:lnTo>
                    <a:pt x="9065" y="11993"/>
                  </a:lnTo>
                  <a:lnTo>
                    <a:pt x="9346" y="11813"/>
                  </a:lnTo>
                  <a:lnTo>
                    <a:pt x="9607" y="11652"/>
                  </a:lnTo>
                  <a:lnTo>
                    <a:pt x="9888" y="11452"/>
                  </a:lnTo>
                  <a:lnTo>
                    <a:pt x="10168" y="11251"/>
                  </a:lnTo>
                  <a:lnTo>
                    <a:pt x="10429" y="11030"/>
                  </a:lnTo>
                  <a:lnTo>
                    <a:pt x="10710" y="10790"/>
                  </a:lnTo>
                  <a:lnTo>
                    <a:pt x="10971" y="10529"/>
                  </a:lnTo>
                  <a:lnTo>
                    <a:pt x="11251" y="10268"/>
                  </a:lnTo>
                  <a:lnTo>
                    <a:pt x="11512" y="9968"/>
                  </a:lnTo>
                  <a:lnTo>
                    <a:pt x="11753" y="9667"/>
                  </a:lnTo>
                  <a:lnTo>
                    <a:pt x="12013" y="9366"/>
                  </a:lnTo>
                  <a:lnTo>
                    <a:pt x="12274" y="9025"/>
                  </a:lnTo>
                  <a:lnTo>
                    <a:pt x="12515" y="8664"/>
                  </a:lnTo>
                  <a:lnTo>
                    <a:pt x="12755" y="8303"/>
                  </a:lnTo>
                  <a:lnTo>
                    <a:pt x="12996" y="7902"/>
                  </a:lnTo>
                  <a:lnTo>
                    <a:pt x="13217" y="7481"/>
                  </a:lnTo>
                  <a:lnTo>
                    <a:pt x="13437" y="7019"/>
                  </a:lnTo>
                  <a:lnTo>
                    <a:pt x="13678" y="6538"/>
                  </a:lnTo>
                  <a:lnTo>
                    <a:pt x="13919" y="6037"/>
                  </a:lnTo>
                  <a:lnTo>
                    <a:pt x="14219" y="5515"/>
                  </a:lnTo>
                  <a:lnTo>
                    <a:pt x="14560" y="4974"/>
                  </a:lnTo>
                  <a:lnTo>
                    <a:pt x="14761" y="4693"/>
                  </a:lnTo>
                  <a:lnTo>
                    <a:pt x="14961" y="4412"/>
                  </a:lnTo>
                  <a:lnTo>
                    <a:pt x="15202" y="4152"/>
                  </a:lnTo>
                  <a:lnTo>
                    <a:pt x="15463" y="3871"/>
                  </a:lnTo>
                  <a:lnTo>
                    <a:pt x="15483" y="3851"/>
                  </a:lnTo>
                  <a:lnTo>
                    <a:pt x="16084" y="3550"/>
                  </a:lnTo>
                  <a:lnTo>
                    <a:pt x="16365" y="3430"/>
                  </a:lnTo>
                  <a:lnTo>
                    <a:pt x="16626" y="3329"/>
                  </a:lnTo>
                  <a:lnTo>
                    <a:pt x="16867" y="3249"/>
                  </a:lnTo>
                  <a:lnTo>
                    <a:pt x="17087" y="3189"/>
                  </a:lnTo>
                  <a:lnTo>
                    <a:pt x="17308" y="3149"/>
                  </a:lnTo>
                  <a:lnTo>
                    <a:pt x="17709" y="3149"/>
                  </a:lnTo>
                  <a:lnTo>
                    <a:pt x="17970" y="3189"/>
                  </a:lnTo>
                  <a:lnTo>
                    <a:pt x="18230" y="3269"/>
                  </a:lnTo>
                  <a:lnTo>
                    <a:pt x="18491" y="3350"/>
                  </a:lnTo>
                  <a:lnTo>
                    <a:pt x="18772" y="3470"/>
                  </a:lnTo>
                  <a:lnTo>
                    <a:pt x="19052" y="3610"/>
                  </a:lnTo>
                  <a:lnTo>
                    <a:pt x="19333" y="3771"/>
                  </a:lnTo>
                  <a:lnTo>
                    <a:pt x="19614" y="3951"/>
                  </a:lnTo>
                  <a:lnTo>
                    <a:pt x="19915" y="4172"/>
                  </a:lnTo>
                  <a:lnTo>
                    <a:pt x="20336" y="4493"/>
                  </a:lnTo>
                  <a:lnTo>
                    <a:pt x="20777" y="4854"/>
                  </a:lnTo>
                  <a:lnTo>
                    <a:pt x="21218" y="5255"/>
                  </a:lnTo>
                  <a:lnTo>
                    <a:pt x="21660" y="5676"/>
                  </a:lnTo>
                  <a:lnTo>
                    <a:pt x="22101" y="6137"/>
                  </a:lnTo>
                  <a:lnTo>
                    <a:pt x="22562" y="6618"/>
                  </a:lnTo>
                  <a:lnTo>
                    <a:pt x="23023" y="7120"/>
                  </a:lnTo>
                  <a:lnTo>
                    <a:pt x="23485" y="7661"/>
                  </a:lnTo>
                  <a:lnTo>
                    <a:pt x="24407" y="8764"/>
                  </a:lnTo>
                  <a:lnTo>
                    <a:pt x="25330" y="9947"/>
                  </a:lnTo>
                  <a:lnTo>
                    <a:pt x="26232" y="11151"/>
                  </a:lnTo>
                  <a:lnTo>
                    <a:pt x="27134" y="12374"/>
                  </a:lnTo>
                  <a:lnTo>
                    <a:pt x="27997" y="13577"/>
                  </a:lnTo>
                  <a:lnTo>
                    <a:pt x="28839" y="14761"/>
                  </a:lnTo>
                  <a:lnTo>
                    <a:pt x="30383" y="16987"/>
                  </a:lnTo>
                  <a:lnTo>
                    <a:pt x="31085" y="17969"/>
                  </a:lnTo>
                  <a:lnTo>
                    <a:pt x="31727" y="18832"/>
                  </a:lnTo>
                  <a:lnTo>
                    <a:pt x="32288" y="19574"/>
                  </a:lnTo>
                  <a:lnTo>
                    <a:pt x="32790" y="20175"/>
                  </a:lnTo>
                  <a:lnTo>
                    <a:pt x="32970" y="20376"/>
                  </a:lnTo>
                  <a:lnTo>
                    <a:pt x="33151" y="20536"/>
                  </a:lnTo>
                  <a:lnTo>
                    <a:pt x="33311" y="20677"/>
                  </a:lnTo>
                  <a:lnTo>
                    <a:pt x="33432" y="20777"/>
                  </a:lnTo>
                  <a:lnTo>
                    <a:pt x="33552" y="20837"/>
                  </a:lnTo>
                  <a:lnTo>
                    <a:pt x="33732" y="20877"/>
                  </a:lnTo>
                  <a:lnTo>
                    <a:pt x="33993" y="20917"/>
                  </a:lnTo>
                  <a:lnTo>
                    <a:pt x="34354" y="20937"/>
                  </a:lnTo>
                  <a:lnTo>
                    <a:pt x="34795" y="20937"/>
                  </a:lnTo>
                  <a:lnTo>
                    <a:pt x="34996" y="20957"/>
                  </a:lnTo>
                  <a:lnTo>
                    <a:pt x="35858" y="20957"/>
                  </a:lnTo>
                  <a:lnTo>
                    <a:pt x="36881" y="20937"/>
                  </a:lnTo>
                  <a:lnTo>
                    <a:pt x="37844" y="20937"/>
                  </a:lnTo>
                  <a:lnTo>
                    <a:pt x="37643" y="20336"/>
                  </a:lnTo>
                  <a:lnTo>
                    <a:pt x="37362" y="19433"/>
                  </a:lnTo>
                  <a:lnTo>
                    <a:pt x="37001" y="18270"/>
                  </a:lnTo>
                  <a:lnTo>
                    <a:pt x="36540" y="16906"/>
                  </a:lnTo>
                  <a:lnTo>
                    <a:pt x="35999" y="15362"/>
                  </a:lnTo>
                  <a:lnTo>
                    <a:pt x="35678" y="14560"/>
                  </a:lnTo>
                  <a:lnTo>
                    <a:pt x="35357" y="13718"/>
                  </a:lnTo>
                  <a:lnTo>
                    <a:pt x="34996" y="12855"/>
                  </a:lnTo>
                  <a:lnTo>
                    <a:pt x="34615" y="11973"/>
                  </a:lnTo>
                  <a:lnTo>
                    <a:pt x="34214" y="11091"/>
                  </a:lnTo>
                  <a:lnTo>
                    <a:pt x="33772" y="10208"/>
                  </a:lnTo>
                  <a:lnTo>
                    <a:pt x="33311" y="9326"/>
                  </a:lnTo>
                  <a:lnTo>
                    <a:pt x="32830" y="8443"/>
                  </a:lnTo>
                  <a:lnTo>
                    <a:pt x="32329" y="7581"/>
                  </a:lnTo>
                  <a:lnTo>
                    <a:pt x="31787" y="6739"/>
                  </a:lnTo>
                  <a:lnTo>
                    <a:pt x="31226" y="5916"/>
                  </a:lnTo>
                  <a:lnTo>
                    <a:pt x="30644" y="5134"/>
                  </a:lnTo>
                  <a:lnTo>
                    <a:pt x="30042" y="4372"/>
                  </a:lnTo>
                  <a:lnTo>
                    <a:pt x="29721" y="4011"/>
                  </a:lnTo>
                  <a:lnTo>
                    <a:pt x="29401" y="3670"/>
                  </a:lnTo>
                  <a:lnTo>
                    <a:pt x="29060" y="3329"/>
                  </a:lnTo>
                  <a:lnTo>
                    <a:pt x="28739" y="3009"/>
                  </a:lnTo>
                  <a:lnTo>
                    <a:pt x="28378" y="2688"/>
                  </a:lnTo>
                  <a:lnTo>
                    <a:pt x="28037" y="2387"/>
                  </a:lnTo>
                  <a:lnTo>
                    <a:pt x="27676" y="2106"/>
                  </a:lnTo>
                  <a:lnTo>
                    <a:pt x="27315" y="1825"/>
                  </a:lnTo>
                  <a:lnTo>
                    <a:pt x="26934" y="1585"/>
                  </a:lnTo>
                  <a:lnTo>
                    <a:pt x="26553" y="1344"/>
                  </a:lnTo>
                  <a:lnTo>
                    <a:pt x="26172" y="1123"/>
                  </a:lnTo>
                  <a:lnTo>
                    <a:pt x="25791" y="903"/>
                  </a:lnTo>
                  <a:lnTo>
                    <a:pt x="25390" y="722"/>
                  </a:lnTo>
                  <a:lnTo>
                    <a:pt x="24969" y="562"/>
                  </a:lnTo>
                  <a:lnTo>
                    <a:pt x="24567" y="422"/>
                  </a:lnTo>
                  <a:lnTo>
                    <a:pt x="24146" y="281"/>
                  </a:lnTo>
                  <a:lnTo>
                    <a:pt x="23705" y="181"/>
                  </a:lnTo>
                  <a:lnTo>
                    <a:pt x="23284" y="101"/>
                  </a:lnTo>
                  <a:lnTo>
                    <a:pt x="22763" y="41"/>
                  </a:lnTo>
                  <a:lnTo>
                    <a:pt x="222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8" name="Google Shape;7288;p34"/>
            <p:cNvSpPr/>
            <p:nvPr/>
          </p:nvSpPr>
          <p:spPr>
            <a:xfrm>
              <a:off x="8222575" y="3901000"/>
              <a:ext cx="946100" cy="523950"/>
            </a:xfrm>
            <a:custGeom>
              <a:avLst/>
              <a:gdLst/>
              <a:ahLst/>
              <a:cxnLst/>
              <a:rect l="l" t="t" r="r" b="b"/>
              <a:pathLst>
                <a:path w="37844" h="20958" fill="none" extrusionOk="0">
                  <a:moveTo>
                    <a:pt x="37844" y="20937"/>
                  </a:moveTo>
                  <a:lnTo>
                    <a:pt x="37844" y="20937"/>
                  </a:lnTo>
                  <a:lnTo>
                    <a:pt x="37001" y="20937"/>
                  </a:lnTo>
                  <a:lnTo>
                    <a:pt x="36881" y="20937"/>
                  </a:lnTo>
                  <a:lnTo>
                    <a:pt x="36881" y="20937"/>
                  </a:lnTo>
                  <a:lnTo>
                    <a:pt x="35858" y="20957"/>
                  </a:lnTo>
                  <a:lnTo>
                    <a:pt x="34996" y="20957"/>
                  </a:lnTo>
                  <a:lnTo>
                    <a:pt x="34996" y="20957"/>
                  </a:lnTo>
                  <a:lnTo>
                    <a:pt x="34795" y="20937"/>
                  </a:lnTo>
                  <a:lnTo>
                    <a:pt x="34795" y="20937"/>
                  </a:lnTo>
                  <a:lnTo>
                    <a:pt x="34354" y="20937"/>
                  </a:lnTo>
                  <a:lnTo>
                    <a:pt x="33993" y="20917"/>
                  </a:lnTo>
                  <a:lnTo>
                    <a:pt x="33732" y="20877"/>
                  </a:lnTo>
                  <a:lnTo>
                    <a:pt x="33552" y="20837"/>
                  </a:lnTo>
                  <a:lnTo>
                    <a:pt x="33552" y="20837"/>
                  </a:lnTo>
                  <a:lnTo>
                    <a:pt x="33432" y="20777"/>
                  </a:lnTo>
                  <a:lnTo>
                    <a:pt x="33432" y="20777"/>
                  </a:lnTo>
                  <a:lnTo>
                    <a:pt x="33311" y="20677"/>
                  </a:lnTo>
                  <a:lnTo>
                    <a:pt x="33151" y="20536"/>
                  </a:lnTo>
                  <a:lnTo>
                    <a:pt x="32970" y="20376"/>
                  </a:lnTo>
                  <a:lnTo>
                    <a:pt x="32790" y="20175"/>
                  </a:lnTo>
                  <a:lnTo>
                    <a:pt x="32790" y="20175"/>
                  </a:lnTo>
                  <a:lnTo>
                    <a:pt x="32288" y="19574"/>
                  </a:lnTo>
                  <a:lnTo>
                    <a:pt x="31727" y="18832"/>
                  </a:lnTo>
                  <a:lnTo>
                    <a:pt x="31085" y="17969"/>
                  </a:lnTo>
                  <a:lnTo>
                    <a:pt x="30383" y="16987"/>
                  </a:lnTo>
                  <a:lnTo>
                    <a:pt x="28839" y="14761"/>
                  </a:lnTo>
                  <a:lnTo>
                    <a:pt x="27997" y="13577"/>
                  </a:lnTo>
                  <a:lnTo>
                    <a:pt x="27134" y="12374"/>
                  </a:lnTo>
                  <a:lnTo>
                    <a:pt x="26232" y="11151"/>
                  </a:lnTo>
                  <a:lnTo>
                    <a:pt x="25330" y="9947"/>
                  </a:lnTo>
                  <a:lnTo>
                    <a:pt x="24407" y="8764"/>
                  </a:lnTo>
                  <a:lnTo>
                    <a:pt x="23485" y="7661"/>
                  </a:lnTo>
                  <a:lnTo>
                    <a:pt x="23023" y="7120"/>
                  </a:lnTo>
                  <a:lnTo>
                    <a:pt x="22562" y="6618"/>
                  </a:lnTo>
                  <a:lnTo>
                    <a:pt x="22101" y="6137"/>
                  </a:lnTo>
                  <a:lnTo>
                    <a:pt x="21660" y="5676"/>
                  </a:lnTo>
                  <a:lnTo>
                    <a:pt x="21218" y="5255"/>
                  </a:lnTo>
                  <a:lnTo>
                    <a:pt x="20777" y="4854"/>
                  </a:lnTo>
                  <a:lnTo>
                    <a:pt x="20336" y="4493"/>
                  </a:lnTo>
                  <a:lnTo>
                    <a:pt x="19915" y="4172"/>
                  </a:lnTo>
                  <a:lnTo>
                    <a:pt x="19915" y="4172"/>
                  </a:lnTo>
                  <a:lnTo>
                    <a:pt x="19614" y="3951"/>
                  </a:lnTo>
                  <a:lnTo>
                    <a:pt x="19333" y="3771"/>
                  </a:lnTo>
                  <a:lnTo>
                    <a:pt x="19052" y="3610"/>
                  </a:lnTo>
                  <a:lnTo>
                    <a:pt x="18772" y="3470"/>
                  </a:lnTo>
                  <a:lnTo>
                    <a:pt x="18491" y="3350"/>
                  </a:lnTo>
                  <a:lnTo>
                    <a:pt x="18230" y="3269"/>
                  </a:lnTo>
                  <a:lnTo>
                    <a:pt x="17970" y="3189"/>
                  </a:lnTo>
                  <a:lnTo>
                    <a:pt x="17709" y="3149"/>
                  </a:lnTo>
                  <a:lnTo>
                    <a:pt x="17709" y="3149"/>
                  </a:lnTo>
                  <a:lnTo>
                    <a:pt x="17488" y="3149"/>
                  </a:lnTo>
                  <a:lnTo>
                    <a:pt x="17488" y="3149"/>
                  </a:lnTo>
                  <a:lnTo>
                    <a:pt x="17308" y="3149"/>
                  </a:lnTo>
                  <a:lnTo>
                    <a:pt x="17087" y="3189"/>
                  </a:lnTo>
                  <a:lnTo>
                    <a:pt x="16867" y="3249"/>
                  </a:lnTo>
                  <a:lnTo>
                    <a:pt x="16626" y="3329"/>
                  </a:lnTo>
                  <a:lnTo>
                    <a:pt x="16365" y="3430"/>
                  </a:lnTo>
                  <a:lnTo>
                    <a:pt x="16084" y="3550"/>
                  </a:lnTo>
                  <a:lnTo>
                    <a:pt x="15483" y="3851"/>
                  </a:lnTo>
                  <a:lnTo>
                    <a:pt x="15463" y="3871"/>
                  </a:lnTo>
                  <a:lnTo>
                    <a:pt x="15463" y="3871"/>
                  </a:lnTo>
                  <a:lnTo>
                    <a:pt x="15202" y="4152"/>
                  </a:lnTo>
                  <a:lnTo>
                    <a:pt x="14961" y="4412"/>
                  </a:lnTo>
                  <a:lnTo>
                    <a:pt x="14761" y="4693"/>
                  </a:lnTo>
                  <a:lnTo>
                    <a:pt x="14560" y="4974"/>
                  </a:lnTo>
                  <a:lnTo>
                    <a:pt x="14219" y="5515"/>
                  </a:lnTo>
                  <a:lnTo>
                    <a:pt x="13919" y="6037"/>
                  </a:lnTo>
                  <a:lnTo>
                    <a:pt x="13678" y="6538"/>
                  </a:lnTo>
                  <a:lnTo>
                    <a:pt x="13437" y="7019"/>
                  </a:lnTo>
                  <a:lnTo>
                    <a:pt x="13217" y="7481"/>
                  </a:lnTo>
                  <a:lnTo>
                    <a:pt x="12996" y="7902"/>
                  </a:lnTo>
                  <a:lnTo>
                    <a:pt x="12996" y="7902"/>
                  </a:lnTo>
                  <a:lnTo>
                    <a:pt x="12755" y="8303"/>
                  </a:lnTo>
                  <a:lnTo>
                    <a:pt x="12515" y="8664"/>
                  </a:lnTo>
                  <a:lnTo>
                    <a:pt x="12274" y="9025"/>
                  </a:lnTo>
                  <a:lnTo>
                    <a:pt x="12013" y="9366"/>
                  </a:lnTo>
                  <a:lnTo>
                    <a:pt x="11753" y="9667"/>
                  </a:lnTo>
                  <a:lnTo>
                    <a:pt x="11512" y="9968"/>
                  </a:lnTo>
                  <a:lnTo>
                    <a:pt x="11251" y="10268"/>
                  </a:lnTo>
                  <a:lnTo>
                    <a:pt x="10971" y="10529"/>
                  </a:lnTo>
                  <a:lnTo>
                    <a:pt x="10710" y="10790"/>
                  </a:lnTo>
                  <a:lnTo>
                    <a:pt x="10429" y="11030"/>
                  </a:lnTo>
                  <a:lnTo>
                    <a:pt x="10168" y="11251"/>
                  </a:lnTo>
                  <a:lnTo>
                    <a:pt x="9888" y="11452"/>
                  </a:lnTo>
                  <a:lnTo>
                    <a:pt x="9607" y="11652"/>
                  </a:lnTo>
                  <a:lnTo>
                    <a:pt x="9346" y="11813"/>
                  </a:lnTo>
                  <a:lnTo>
                    <a:pt x="9065" y="11993"/>
                  </a:lnTo>
                  <a:lnTo>
                    <a:pt x="8785" y="12133"/>
                  </a:lnTo>
                  <a:lnTo>
                    <a:pt x="8785" y="12133"/>
                  </a:lnTo>
                  <a:lnTo>
                    <a:pt x="8263" y="12374"/>
                  </a:lnTo>
                  <a:lnTo>
                    <a:pt x="7742" y="12575"/>
                  </a:lnTo>
                  <a:lnTo>
                    <a:pt x="7220" y="12715"/>
                  </a:lnTo>
                  <a:lnTo>
                    <a:pt x="6719" y="12835"/>
                  </a:lnTo>
                  <a:lnTo>
                    <a:pt x="6218" y="12916"/>
                  </a:lnTo>
                  <a:lnTo>
                    <a:pt x="5716" y="12936"/>
                  </a:lnTo>
                  <a:lnTo>
                    <a:pt x="5215" y="12936"/>
                  </a:lnTo>
                  <a:lnTo>
                    <a:pt x="4754" y="12916"/>
                  </a:lnTo>
                  <a:lnTo>
                    <a:pt x="4292" y="12855"/>
                  </a:lnTo>
                  <a:lnTo>
                    <a:pt x="3851" y="12755"/>
                  </a:lnTo>
                  <a:lnTo>
                    <a:pt x="3410" y="12635"/>
                  </a:lnTo>
                  <a:lnTo>
                    <a:pt x="3009" y="12494"/>
                  </a:lnTo>
                  <a:lnTo>
                    <a:pt x="2628" y="12314"/>
                  </a:lnTo>
                  <a:lnTo>
                    <a:pt x="2267" y="12113"/>
                  </a:lnTo>
                  <a:lnTo>
                    <a:pt x="1926" y="11913"/>
                  </a:lnTo>
                  <a:lnTo>
                    <a:pt x="1625" y="11672"/>
                  </a:lnTo>
                  <a:lnTo>
                    <a:pt x="1625" y="11672"/>
                  </a:lnTo>
                  <a:lnTo>
                    <a:pt x="1384" y="11472"/>
                  </a:lnTo>
                  <a:lnTo>
                    <a:pt x="1184" y="11271"/>
                  </a:lnTo>
                  <a:lnTo>
                    <a:pt x="1184" y="11271"/>
                  </a:lnTo>
                  <a:lnTo>
                    <a:pt x="1164" y="11251"/>
                  </a:lnTo>
                  <a:lnTo>
                    <a:pt x="1164" y="11251"/>
                  </a:lnTo>
                  <a:lnTo>
                    <a:pt x="1044" y="11091"/>
                  </a:lnTo>
                  <a:lnTo>
                    <a:pt x="1044" y="11091"/>
                  </a:lnTo>
                  <a:lnTo>
                    <a:pt x="883" y="10910"/>
                  </a:lnTo>
                  <a:lnTo>
                    <a:pt x="883" y="10910"/>
                  </a:lnTo>
                  <a:lnTo>
                    <a:pt x="703" y="10629"/>
                  </a:lnTo>
                  <a:lnTo>
                    <a:pt x="542" y="10369"/>
                  </a:lnTo>
                  <a:lnTo>
                    <a:pt x="402" y="10088"/>
                  </a:lnTo>
                  <a:lnTo>
                    <a:pt x="281" y="9807"/>
                  </a:lnTo>
                  <a:lnTo>
                    <a:pt x="181" y="9526"/>
                  </a:lnTo>
                  <a:lnTo>
                    <a:pt x="121" y="9246"/>
                  </a:lnTo>
                  <a:lnTo>
                    <a:pt x="61" y="8965"/>
                  </a:lnTo>
                  <a:lnTo>
                    <a:pt x="21" y="8704"/>
                  </a:lnTo>
                  <a:lnTo>
                    <a:pt x="1" y="8423"/>
                  </a:lnTo>
                  <a:lnTo>
                    <a:pt x="1" y="8143"/>
                  </a:lnTo>
                  <a:lnTo>
                    <a:pt x="21" y="7862"/>
                  </a:lnTo>
                  <a:lnTo>
                    <a:pt x="61" y="7601"/>
                  </a:lnTo>
                  <a:lnTo>
                    <a:pt x="101" y="7340"/>
                  </a:lnTo>
                  <a:lnTo>
                    <a:pt x="181" y="7080"/>
                  </a:lnTo>
                  <a:lnTo>
                    <a:pt x="241" y="6819"/>
                  </a:lnTo>
                  <a:lnTo>
                    <a:pt x="342" y="6558"/>
                  </a:lnTo>
                  <a:lnTo>
                    <a:pt x="442" y="6318"/>
                  </a:lnTo>
                  <a:lnTo>
                    <a:pt x="542" y="6097"/>
                  </a:lnTo>
                  <a:lnTo>
                    <a:pt x="683" y="5856"/>
                  </a:lnTo>
                  <a:lnTo>
                    <a:pt x="803" y="5636"/>
                  </a:lnTo>
                  <a:lnTo>
                    <a:pt x="943" y="5435"/>
                  </a:lnTo>
                  <a:lnTo>
                    <a:pt x="1104" y="5235"/>
                  </a:lnTo>
                  <a:lnTo>
                    <a:pt x="1264" y="5054"/>
                  </a:lnTo>
                  <a:lnTo>
                    <a:pt x="1425" y="4874"/>
                  </a:lnTo>
                  <a:lnTo>
                    <a:pt x="1605" y="4693"/>
                  </a:lnTo>
                  <a:lnTo>
                    <a:pt x="1766" y="4553"/>
                  </a:lnTo>
                  <a:lnTo>
                    <a:pt x="1946" y="4412"/>
                  </a:lnTo>
                  <a:lnTo>
                    <a:pt x="2147" y="4292"/>
                  </a:lnTo>
                  <a:lnTo>
                    <a:pt x="2327" y="4172"/>
                  </a:lnTo>
                  <a:lnTo>
                    <a:pt x="2508" y="4071"/>
                  </a:lnTo>
                  <a:lnTo>
                    <a:pt x="2708" y="3991"/>
                  </a:lnTo>
                  <a:lnTo>
                    <a:pt x="2889" y="3931"/>
                  </a:lnTo>
                  <a:lnTo>
                    <a:pt x="2889" y="3931"/>
                  </a:lnTo>
                  <a:lnTo>
                    <a:pt x="3189" y="3871"/>
                  </a:lnTo>
                  <a:lnTo>
                    <a:pt x="3490" y="3791"/>
                  </a:lnTo>
                  <a:lnTo>
                    <a:pt x="4132" y="3690"/>
                  </a:lnTo>
                  <a:lnTo>
                    <a:pt x="4834" y="3630"/>
                  </a:lnTo>
                  <a:lnTo>
                    <a:pt x="5556" y="3590"/>
                  </a:lnTo>
                  <a:lnTo>
                    <a:pt x="6318" y="3570"/>
                  </a:lnTo>
                  <a:lnTo>
                    <a:pt x="7080" y="3570"/>
                  </a:lnTo>
                  <a:lnTo>
                    <a:pt x="8624" y="3590"/>
                  </a:lnTo>
                  <a:lnTo>
                    <a:pt x="8624" y="3590"/>
                  </a:lnTo>
                  <a:lnTo>
                    <a:pt x="10148" y="3610"/>
                  </a:lnTo>
                  <a:lnTo>
                    <a:pt x="10850" y="3610"/>
                  </a:lnTo>
                  <a:lnTo>
                    <a:pt x="11492" y="3590"/>
                  </a:lnTo>
                  <a:lnTo>
                    <a:pt x="12094" y="3550"/>
                  </a:lnTo>
                  <a:lnTo>
                    <a:pt x="12615" y="3490"/>
                  </a:lnTo>
                  <a:lnTo>
                    <a:pt x="12856" y="3430"/>
                  </a:lnTo>
                  <a:lnTo>
                    <a:pt x="13076" y="3370"/>
                  </a:lnTo>
                  <a:lnTo>
                    <a:pt x="13257" y="3309"/>
                  </a:lnTo>
                  <a:lnTo>
                    <a:pt x="13417" y="3229"/>
                  </a:lnTo>
                  <a:lnTo>
                    <a:pt x="13417" y="3229"/>
                  </a:lnTo>
                  <a:lnTo>
                    <a:pt x="13638" y="3069"/>
                  </a:lnTo>
                  <a:lnTo>
                    <a:pt x="13638" y="3069"/>
                  </a:lnTo>
                  <a:lnTo>
                    <a:pt x="14059" y="2788"/>
                  </a:lnTo>
                  <a:lnTo>
                    <a:pt x="14500" y="2487"/>
                  </a:lnTo>
                  <a:lnTo>
                    <a:pt x="14941" y="2226"/>
                  </a:lnTo>
                  <a:lnTo>
                    <a:pt x="15383" y="1946"/>
                  </a:lnTo>
                  <a:lnTo>
                    <a:pt x="15844" y="1705"/>
                  </a:lnTo>
                  <a:lnTo>
                    <a:pt x="16305" y="1464"/>
                  </a:lnTo>
                  <a:lnTo>
                    <a:pt x="16786" y="1244"/>
                  </a:lnTo>
                  <a:lnTo>
                    <a:pt x="17268" y="1023"/>
                  </a:lnTo>
                  <a:lnTo>
                    <a:pt x="17749" y="823"/>
                  </a:lnTo>
                  <a:lnTo>
                    <a:pt x="18230" y="662"/>
                  </a:lnTo>
                  <a:lnTo>
                    <a:pt x="18712" y="502"/>
                  </a:lnTo>
                  <a:lnTo>
                    <a:pt x="19213" y="361"/>
                  </a:lnTo>
                  <a:lnTo>
                    <a:pt x="19714" y="241"/>
                  </a:lnTo>
                  <a:lnTo>
                    <a:pt x="20196" y="141"/>
                  </a:lnTo>
                  <a:lnTo>
                    <a:pt x="20697" y="61"/>
                  </a:lnTo>
                  <a:lnTo>
                    <a:pt x="21198" y="20"/>
                  </a:lnTo>
                  <a:lnTo>
                    <a:pt x="21198" y="20"/>
                  </a:lnTo>
                  <a:lnTo>
                    <a:pt x="21720" y="0"/>
                  </a:lnTo>
                  <a:lnTo>
                    <a:pt x="22241" y="0"/>
                  </a:lnTo>
                  <a:lnTo>
                    <a:pt x="22763" y="41"/>
                  </a:lnTo>
                  <a:lnTo>
                    <a:pt x="23284" y="101"/>
                  </a:lnTo>
                  <a:lnTo>
                    <a:pt x="23284" y="101"/>
                  </a:lnTo>
                  <a:lnTo>
                    <a:pt x="23705" y="181"/>
                  </a:lnTo>
                  <a:lnTo>
                    <a:pt x="24146" y="281"/>
                  </a:lnTo>
                  <a:lnTo>
                    <a:pt x="24567" y="422"/>
                  </a:lnTo>
                  <a:lnTo>
                    <a:pt x="24969" y="562"/>
                  </a:lnTo>
                  <a:lnTo>
                    <a:pt x="25390" y="722"/>
                  </a:lnTo>
                  <a:lnTo>
                    <a:pt x="25791" y="903"/>
                  </a:lnTo>
                  <a:lnTo>
                    <a:pt x="26172" y="1123"/>
                  </a:lnTo>
                  <a:lnTo>
                    <a:pt x="26553" y="1344"/>
                  </a:lnTo>
                  <a:lnTo>
                    <a:pt x="26934" y="1585"/>
                  </a:lnTo>
                  <a:lnTo>
                    <a:pt x="27315" y="1825"/>
                  </a:lnTo>
                  <a:lnTo>
                    <a:pt x="27676" y="2106"/>
                  </a:lnTo>
                  <a:lnTo>
                    <a:pt x="28037" y="2387"/>
                  </a:lnTo>
                  <a:lnTo>
                    <a:pt x="28378" y="2688"/>
                  </a:lnTo>
                  <a:lnTo>
                    <a:pt x="28739" y="3009"/>
                  </a:lnTo>
                  <a:lnTo>
                    <a:pt x="29060" y="3329"/>
                  </a:lnTo>
                  <a:lnTo>
                    <a:pt x="29401" y="3670"/>
                  </a:lnTo>
                  <a:lnTo>
                    <a:pt x="29721" y="4011"/>
                  </a:lnTo>
                  <a:lnTo>
                    <a:pt x="30042" y="4372"/>
                  </a:lnTo>
                  <a:lnTo>
                    <a:pt x="30644" y="5134"/>
                  </a:lnTo>
                  <a:lnTo>
                    <a:pt x="31226" y="5916"/>
                  </a:lnTo>
                  <a:lnTo>
                    <a:pt x="31787" y="6739"/>
                  </a:lnTo>
                  <a:lnTo>
                    <a:pt x="32329" y="7581"/>
                  </a:lnTo>
                  <a:lnTo>
                    <a:pt x="32830" y="8443"/>
                  </a:lnTo>
                  <a:lnTo>
                    <a:pt x="33311" y="9326"/>
                  </a:lnTo>
                  <a:lnTo>
                    <a:pt x="33772" y="10208"/>
                  </a:lnTo>
                  <a:lnTo>
                    <a:pt x="34214" y="11091"/>
                  </a:lnTo>
                  <a:lnTo>
                    <a:pt x="34615" y="11973"/>
                  </a:lnTo>
                  <a:lnTo>
                    <a:pt x="34996" y="12855"/>
                  </a:lnTo>
                  <a:lnTo>
                    <a:pt x="35357" y="13718"/>
                  </a:lnTo>
                  <a:lnTo>
                    <a:pt x="35678" y="14560"/>
                  </a:lnTo>
                  <a:lnTo>
                    <a:pt x="35999" y="15362"/>
                  </a:lnTo>
                  <a:lnTo>
                    <a:pt x="36540" y="16906"/>
                  </a:lnTo>
                  <a:lnTo>
                    <a:pt x="37001" y="18270"/>
                  </a:lnTo>
                  <a:lnTo>
                    <a:pt x="37362" y="19433"/>
                  </a:lnTo>
                  <a:lnTo>
                    <a:pt x="37643" y="20336"/>
                  </a:lnTo>
                  <a:lnTo>
                    <a:pt x="37844" y="20937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9" name="Google Shape;7289;p34"/>
            <p:cNvSpPr/>
            <p:nvPr/>
          </p:nvSpPr>
          <p:spPr>
            <a:xfrm>
              <a:off x="8369975" y="3928575"/>
              <a:ext cx="777650" cy="496375"/>
            </a:xfrm>
            <a:custGeom>
              <a:avLst/>
              <a:gdLst/>
              <a:ahLst/>
              <a:cxnLst/>
              <a:rect l="l" t="t" r="r" b="b"/>
              <a:pathLst>
                <a:path w="31106" h="19855" extrusionOk="0">
                  <a:moveTo>
                    <a:pt x="14741" y="2106"/>
                  </a:moveTo>
                  <a:lnTo>
                    <a:pt x="15022" y="2206"/>
                  </a:lnTo>
                  <a:lnTo>
                    <a:pt x="15302" y="2307"/>
                  </a:lnTo>
                  <a:lnTo>
                    <a:pt x="15583" y="2427"/>
                  </a:lnTo>
                  <a:lnTo>
                    <a:pt x="15864" y="2547"/>
                  </a:lnTo>
                  <a:lnTo>
                    <a:pt x="16405" y="2868"/>
                  </a:lnTo>
                  <a:lnTo>
                    <a:pt x="16947" y="3209"/>
                  </a:lnTo>
                  <a:lnTo>
                    <a:pt x="17448" y="3570"/>
                  </a:lnTo>
                  <a:lnTo>
                    <a:pt x="17950" y="3951"/>
                  </a:lnTo>
                  <a:lnTo>
                    <a:pt x="18391" y="4352"/>
                  </a:lnTo>
                  <a:lnTo>
                    <a:pt x="18832" y="4713"/>
                  </a:lnTo>
                  <a:lnTo>
                    <a:pt x="19273" y="5134"/>
                  </a:lnTo>
                  <a:lnTo>
                    <a:pt x="19714" y="5576"/>
                  </a:lnTo>
                  <a:lnTo>
                    <a:pt x="20135" y="6017"/>
                  </a:lnTo>
                  <a:lnTo>
                    <a:pt x="20537" y="6478"/>
                  </a:lnTo>
                  <a:lnTo>
                    <a:pt x="20938" y="6959"/>
                  </a:lnTo>
                  <a:lnTo>
                    <a:pt x="21299" y="7441"/>
                  </a:lnTo>
                  <a:lnTo>
                    <a:pt x="21680" y="7942"/>
                  </a:lnTo>
                  <a:lnTo>
                    <a:pt x="22021" y="8443"/>
                  </a:lnTo>
                  <a:lnTo>
                    <a:pt x="22522" y="9225"/>
                  </a:lnTo>
                  <a:lnTo>
                    <a:pt x="22983" y="10008"/>
                  </a:lnTo>
                  <a:lnTo>
                    <a:pt x="23404" y="10810"/>
                  </a:lnTo>
                  <a:lnTo>
                    <a:pt x="23805" y="11612"/>
                  </a:lnTo>
                  <a:lnTo>
                    <a:pt x="24186" y="12434"/>
                  </a:lnTo>
                  <a:lnTo>
                    <a:pt x="24547" y="13256"/>
                  </a:lnTo>
                  <a:lnTo>
                    <a:pt x="25249" y="14921"/>
                  </a:lnTo>
                  <a:lnTo>
                    <a:pt x="24527" y="13658"/>
                  </a:lnTo>
                  <a:lnTo>
                    <a:pt x="23765" y="12414"/>
                  </a:lnTo>
                  <a:lnTo>
                    <a:pt x="22983" y="11191"/>
                  </a:lnTo>
                  <a:lnTo>
                    <a:pt x="22141" y="9988"/>
                  </a:lnTo>
                  <a:lnTo>
                    <a:pt x="21299" y="8804"/>
                  </a:lnTo>
                  <a:lnTo>
                    <a:pt x="20396" y="7661"/>
                  </a:lnTo>
                  <a:lnTo>
                    <a:pt x="19474" y="6538"/>
                  </a:lnTo>
                  <a:lnTo>
                    <a:pt x="18531" y="5455"/>
                  </a:lnTo>
                  <a:lnTo>
                    <a:pt x="17689" y="4513"/>
                  </a:lnTo>
                  <a:lnTo>
                    <a:pt x="17248" y="4051"/>
                  </a:lnTo>
                  <a:lnTo>
                    <a:pt x="16786" y="3610"/>
                  </a:lnTo>
                  <a:lnTo>
                    <a:pt x="16305" y="3169"/>
                  </a:lnTo>
                  <a:lnTo>
                    <a:pt x="15804" y="2788"/>
                  </a:lnTo>
                  <a:lnTo>
                    <a:pt x="15282" y="2427"/>
                  </a:lnTo>
                  <a:lnTo>
                    <a:pt x="15022" y="2267"/>
                  </a:lnTo>
                  <a:lnTo>
                    <a:pt x="14741" y="2106"/>
                  </a:lnTo>
                  <a:close/>
                  <a:moveTo>
                    <a:pt x="14921" y="0"/>
                  </a:moveTo>
                  <a:lnTo>
                    <a:pt x="14540" y="41"/>
                  </a:lnTo>
                  <a:lnTo>
                    <a:pt x="14039" y="101"/>
                  </a:lnTo>
                  <a:lnTo>
                    <a:pt x="13517" y="201"/>
                  </a:lnTo>
                  <a:lnTo>
                    <a:pt x="13016" y="321"/>
                  </a:lnTo>
                  <a:lnTo>
                    <a:pt x="12535" y="462"/>
                  </a:lnTo>
                  <a:lnTo>
                    <a:pt x="11532" y="1123"/>
                  </a:lnTo>
                  <a:lnTo>
                    <a:pt x="12053" y="943"/>
                  </a:lnTo>
                  <a:lnTo>
                    <a:pt x="10991" y="1504"/>
                  </a:lnTo>
                  <a:lnTo>
                    <a:pt x="9848" y="2267"/>
                  </a:lnTo>
                  <a:lnTo>
                    <a:pt x="9266" y="2628"/>
                  </a:lnTo>
                  <a:lnTo>
                    <a:pt x="8684" y="2989"/>
                  </a:lnTo>
                  <a:lnTo>
                    <a:pt x="8404" y="3229"/>
                  </a:lnTo>
                  <a:lnTo>
                    <a:pt x="8123" y="3470"/>
                  </a:lnTo>
                  <a:lnTo>
                    <a:pt x="7581" y="4011"/>
                  </a:lnTo>
                  <a:lnTo>
                    <a:pt x="7060" y="4573"/>
                  </a:lnTo>
                  <a:lnTo>
                    <a:pt x="6579" y="5154"/>
                  </a:lnTo>
                  <a:lnTo>
                    <a:pt x="5616" y="6338"/>
                  </a:lnTo>
                  <a:lnTo>
                    <a:pt x="5155" y="6919"/>
                  </a:lnTo>
                  <a:lnTo>
                    <a:pt x="4693" y="7481"/>
                  </a:lnTo>
                  <a:lnTo>
                    <a:pt x="4212" y="8042"/>
                  </a:lnTo>
                  <a:lnTo>
                    <a:pt x="3691" y="8544"/>
                  </a:lnTo>
                  <a:lnTo>
                    <a:pt x="3430" y="8784"/>
                  </a:lnTo>
                  <a:lnTo>
                    <a:pt x="3169" y="9025"/>
                  </a:lnTo>
                  <a:lnTo>
                    <a:pt x="2889" y="9246"/>
                  </a:lnTo>
                  <a:lnTo>
                    <a:pt x="2608" y="9466"/>
                  </a:lnTo>
                  <a:lnTo>
                    <a:pt x="2307" y="9667"/>
                  </a:lnTo>
                  <a:lnTo>
                    <a:pt x="2006" y="9847"/>
                  </a:lnTo>
                  <a:lnTo>
                    <a:pt x="1705" y="10028"/>
                  </a:lnTo>
                  <a:lnTo>
                    <a:pt x="1385" y="10168"/>
                  </a:lnTo>
                  <a:lnTo>
                    <a:pt x="1044" y="10308"/>
                  </a:lnTo>
                  <a:lnTo>
                    <a:pt x="703" y="10429"/>
                  </a:lnTo>
                  <a:lnTo>
                    <a:pt x="362" y="10529"/>
                  </a:lnTo>
                  <a:lnTo>
                    <a:pt x="1" y="10629"/>
                  </a:lnTo>
                  <a:lnTo>
                    <a:pt x="221" y="10750"/>
                  </a:lnTo>
                  <a:lnTo>
                    <a:pt x="462" y="10850"/>
                  </a:lnTo>
                  <a:lnTo>
                    <a:pt x="883" y="10730"/>
                  </a:lnTo>
                  <a:lnTo>
                    <a:pt x="1304" y="10589"/>
                  </a:lnTo>
                  <a:lnTo>
                    <a:pt x="1565" y="10469"/>
                  </a:lnTo>
                  <a:lnTo>
                    <a:pt x="1806" y="10349"/>
                  </a:lnTo>
                  <a:lnTo>
                    <a:pt x="2307" y="10088"/>
                  </a:lnTo>
                  <a:lnTo>
                    <a:pt x="2768" y="9767"/>
                  </a:lnTo>
                  <a:lnTo>
                    <a:pt x="3209" y="9446"/>
                  </a:lnTo>
                  <a:lnTo>
                    <a:pt x="3611" y="9085"/>
                  </a:lnTo>
                  <a:lnTo>
                    <a:pt x="4012" y="8704"/>
                  </a:lnTo>
                  <a:lnTo>
                    <a:pt x="4393" y="8303"/>
                  </a:lnTo>
                  <a:lnTo>
                    <a:pt x="4754" y="7882"/>
                  </a:lnTo>
                  <a:lnTo>
                    <a:pt x="5115" y="7461"/>
                  </a:lnTo>
                  <a:lnTo>
                    <a:pt x="5476" y="7019"/>
                  </a:lnTo>
                  <a:lnTo>
                    <a:pt x="6157" y="6137"/>
                  </a:lnTo>
                  <a:lnTo>
                    <a:pt x="6859" y="5275"/>
                  </a:lnTo>
                  <a:lnTo>
                    <a:pt x="7220" y="4854"/>
                  </a:lnTo>
                  <a:lnTo>
                    <a:pt x="7581" y="4432"/>
                  </a:lnTo>
                  <a:lnTo>
                    <a:pt x="8063" y="3971"/>
                  </a:lnTo>
                  <a:lnTo>
                    <a:pt x="8544" y="3510"/>
                  </a:lnTo>
                  <a:lnTo>
                    <a:pt x="8825" y="3289"/>
                  </a:lnTo>
                  <a:lnTo>
                    <a:pt x="9085" y="3069"/>
                  </a:lnTo>
                  <a:lnTo>
                    <a:pt x="9366" y="2868"/>
                  </a:lnTo>
                  <a:lnTo>
                    <a:pt x="9647" y="2688"/>
                  </a:lnTo>
                  <a:lnTo>
                    <a:pt x="9948" y="2507"/>
                  </a:lnTo>
                  <a:lnTo>
                    <a:pt x="10249" y="2347"/>
                  </a:lnTo>
                  <a:lnTo>
                    <a:pt x="10549" y="2206"/>
                  </a:lnTo>
                  <a:lnTo>
                    <a:pt x="10870" y="2086"/>
                  </a:lnTo>
                  <a:lnTo>
                    <a:pt x="11191" y="1966"/>
                  </a:lnTo>
                  <a:lnTo>
                    <a:pt x="11512" y="1886"/>
                  </a:lnTo>
                  <a:lnTo>
                    <a:pt x="11853" y="1825"/>
                  </a:lnTo>
                  <a:lnTo>
                    <a:pt x="12174" y="1785"/>
                  </a:lnTo>
                  <a:lnTo>
                    <a:pt x="12816" y="1785"/>
                  </a:lnTo>
                  <a:lnTo>
                    <a:pt x="13136" y="1825"/>
                  </a:lnTo>
                  <a:lnTo>
                    <a:pt x="13437" y="1886"/>
                  </a:lnTo>
                  <a:lnTo>
                    <a:pt x="13738" y="1966"/>
                  </a:lnTo>
                  <a:lnTo>
                    <a:pt x="14039" y="2086"/>
                  </a:lnTo>
                  <a:lnTo>
                    <a:pt x="14340" y="2206"/>
                  </a:lnTo>
                  <a:lnTo>
                    <a:pt x="14620" y="2347"/>
                  </a:lnTo>
                  <a:lnTo>
                    <a:pt x="14901" y="2487"/>
                  </a:lnTo>
                  <a:lnTo>
                    <a:pt x="15182" y="2668"/>
                  </a:lnTo>
                  <a:lnTo>
                    <a:pt x="15443" y="2848"/>
                  </a:lnTo>
                  <a:lnTo>
                    <a:pt x="15964" y="3229"/>
                  </a:lnTo>
                  <a:lnTo>
                    <a:pt x="16445" y="3670"/>
                  </a:lnTo>
                  <a:lnTo>
                    <a:pt x="16907" y="4112"/>
                  </a:lnTo>
                  <a:lnTo>
                    <a:pt x="17809" y="5034"/>
                  </a:lnTo>
                  <a:lnTo>
                    <a:pt x="18692" y="5997"/>
                  </a:lnTo>
                  <a:lnTo>
                    <a:pt x="19534" y="6999"/>
                  </a:lnTo>
                  <a:lnTo>
                    <a:pt x="20336" y="8002"/>
                  </a:lnTo>
                  <a:lnTo>
                    <a:pt x="21118" y="9045"/>
                  </a:lnTo>
                  <a:lnTo>
                    <a:pt x="21880" y="10108"/>
                  </a:lnTo>
                  <a:lnTo>
                    <a:pt x="22622" y="11171"/>
                  </a:lnTo>
                  <a:lnTo>
                    <a:pt x="23324" y="12254"/>
                  </a:lnTo>
                  <a:lnTo>
                    <a:pt x="23825" y="13076"/>
                  </a:lnTo>
                  <a:lnTo>
                    <a:pt x="24307" y="13918"/>
                  </a:lnTo>
                  <a:lnTo>
                    <a:pt x="24788" y="14761"/>
                  </a:lnTo>
                  <a:lnTo>
                    <a:pt x="25229" y="15603"/>
                  </a:lnTo>
                  <a:lnTo>
                    <a:pt x="25670" y="16445"/>
                  </a:lnTo>
                  <a:lnTo>
                    <a:pt x="26092" y="17328"/>
                  </a:lnTo>
                  <a:lnTo>
                    <a:pt x="26493" y="18190"/>
                  </a:lnTo>
                  <a:lnTo>
                    <a:pt x="26894" y="19072"/>
                  </a:lnTo>
                  <a:lnTo>
                    <a:pt x="27074" y="19273"/>
                  </a:lnTo>
                  <a:lnTo>
                    <a:pt x="27255" y="19433"/>
                  </a:lnTo>
                  <a:lnTo>
                    <a:pt x="27415" y="19574"/>
                  </a:lnTo>
                  <a:lnTo>
                    <a:pt x="27536" y="19674"/>
                  </a:lnTo>
                  <a:lnTo>
                    <a:pt x="27114" y="18671"/>
                  </a:lnTo>
                  <a:lnTo>
                    <a:pt x="26653" y="17689"/>
                  </a:lnTo>
                  <a:lnTo>
                    <a:pt x="26653" y="17668"/>
                  </a:lnTo>
                  <a:lnTo>
                    <a:pt x="26453" y="17007"/>
                  </a:lnTo>
                  <a:lnTo>
                    <a:pt x="26232" y="16325"/>
                  </a:lnTo>
                  <a:lnTo>
                    <a:pt x="25991" y="15643"/>
                  </a:lnTo>
                  <a:lnTo>
                    <a:pt x="25751" y="14981"/>
                  </a:lnTo>
                  <a:lnTo>
                    <a:pt x="25470" y="14299"/>
                  </a:lnTo>
                  <a:lnTo>
                    <a:pt x="25189" y="13637"/>
                  </a:lnTo>
                  <a:lnTo>
                    <a:pt x="24888" y="12976"/>
                  </a:lnTo>
                  <a:lnTo>
                    <a:pt x="24588" y="12314"/>
                  </a:lnTo>
                  <a:lnTo>
                    <a:pt x="24247" y="11652"/>
                  </a:lnTo>
                  <a:lnTo>
                    <a:pt x="23906" y="11010"/>
                  </a:lnTo>
                  <a:lnTo>
                    <a:pt x="23545" y="10389"/>
                  </a:lnTo>
                  <a:lnTo>
                    <a:pt x="23184" y="9767"/>
                  </a:lnTo>
                  <a:lnTo>
                    <a:pt x="22803" y="9145"/>
                  </a:lnTo>
                  <a:lnTo>
                    <a:pt x="22422" y="8564"/>
                  </a:lnTo>
                  <a:lnTo>
                    <a:pt x="22001" y="7982"/>
                  </a:lnTo>
                  <a:lnTo>
                    <a:pt x="21599" y="7401"/>
                  </a:lnTo>
                  <a:lnTo>
                    <a:pt x="21218" y="6919"/>
                  </a:lnTo>
                  <a:lnTo>
                    <a:pt x="20817" y="6438"/>
                  </a:lnTo>
                  <a:lnTo>
                    <a:pt x="20396" y="5977"/>
                  </a:lnTo>
                  <a:lnTo>
                    <a:pt x="19975" y="5515"/>
                  </a:lnTo>
                  <a:lnTo>
                    <a:pt x="19534" y="5074"/>
                  </a:lnTo>
                  <a:lnTo>
                    <a:pt x="19093" y="4653"/>
                  </a:lnTo>
                  <a:lnTo>
                    <a:pt x="18611" y="4252"/>
                  </a:lnTo>
                  <a:lnTo>
                    <a:pt x="18130" y="3851"/>
                  </a:lnTo>
                  <a:lnTo>
                    <a:pt x="17729" y="3530"/>
                  </a:lnTo>
                  <a:lnTo>
                    <a:pt x="17288" y="3209"/>
                  </a:lnTo>
                  <a:lnTo>
                    <a:pt x="16826" y="2888"/>
                  </a:lnTo>
                  <a:lnTo>
                    <a:pt x="16345" y="2607"/>
                  </a:lnTo>
                  <a:lnTo>
                    <a:pt x="15844" y="2347"/>
                  </a:lnTo>
                  <a:lnTo>
                    <a:pt x="15583" y="2226"/>
                  </a:lnTo>
                  <a:lnTo>
                    <a:pt x="15342" y="2126"/>
                  </a:lnTo>
                  <a:lnTo>
                    <a:pt x="15082" y="2046"/>
                  </a:lnTo>
                  <a:lnTo>
                    <a:pt x="14821" y="1986"/>
                  </a:lnTo>
                  <a:lnTo>
                    <a:pt x="14560" y="1926"/>
                  </a:lnTo>
                  <a:lnTo>
                    <a:pt x="14300" y="1906"/>
                  </a:lnTo>
                  <a:lnTo>
                    <a:pt x="13858" y="1745"/>
                  </a:lnTo>
                  <a:lnTo>
                    <a:pt x="13397" y="1625"/>
                  </a:lnTo>
                  <a:lnTo>
                    <a:pt x="13156" y="1565"/>
                  </a:lnTo>
                  <a:lnTo>
                    <a:pt x="12916" y="1545"/>
                  </a:lnTo>
                  <a:lnTo>
                    <a:pt x="12675" y="1525"/>
                  </a:lnTo>
                  <a:lnTo>
                    <a:pt x="12414" y="1504"/>
                  </a:lnTo>
                  <a:lnTo>
                    <a:pt x="12174" y="1525"/>
                  </a:lnTo>
                  <a:lnTo>
                    <a:pt x="11933" y="1545"/>
                  </a:lnTo>
                  <a:lnTo>
                    <a:pt x="11672" y="1565"/>
                  </a:lnTo>
                  <a:lnTo>
                    <a:pt x="11432" y="1625"/>
                  </a:lnTo>
                  <a:lnTo>
                    <a:pt x="11151" y="1685"/>
                  </a:lnTo>
                  <a:lnTo>
                    <a:pt x="10870" y="1765"/>
                  </a:lnTo>
                  <a:lnTo>
                    <a:pt x="10610" y="1865"/>
                  </a:lnTo>
                  <a:lnTo>
                    <a:pt x="10349" y="1966"/>
                  </a:lnTo>
                  <a:lnTo>
                    <a:pt x="10870" y="1705"/>
                  </a:lnTo>
                  <a:lnTo>
                    <a:pt x="11372" y="1424"/>
                  </a:lnTo>
                  <a:lnTo>
                    <a:pt x="11873" y="1123"/>
                  </a:lnTo>
                  <a:lnTo>
                    <a:pt x="12374" y="823"/>
                  </a:lnTo>
                  <a:lnTo>
                    <a:pt x="12836" y="682"/>
                  </a:lnTo>
                  <a:lnTo>
                    <a:pt x="13297" y="562"/>
                  </a:lnTo>
                  <a:lnTo>
                    <a:pt x="13778" y="462"/>
                  </a:lnTo>
                  <a:lnTo>
                    <a:pt x="14259" y="381"/>
                  </a:lnTo>
                  <a:lnTo>
                    <a:pt x="14761" y="321"/>
                  </a:lnTo>
                  <a:lnTo>
                    <a:pt x="15282" y="301"/>
                  </a:lnTo>
                  <a:lnTo>
                    <a:pt x="15824" y="321"/>
                  </a:lnTo>
                  <a:lnTo>
                    <a:pt x="16365" y="381"/>
                  </a:lnTo>
                  <a:lnTo>
                    <a:pt x="16907" y="462"/>
                  </a:lnTo>
                  <a:lnTo>
                    <a:pt x="17428" y="582"/>
                  </a:lnTo>
                  <a:lnTo>
                    <a:pt x="17950" y="722"/>
                  </a:lnTo>
                  <a:lnTo>
                    <a:pt x="18471" y="903"/>
                  </a:lnTo>
                  <a:lnTo>
                    <a:pt x="18972" y="1103"/>
                  </a:lnTo>
                  <a:lnTo>
                    <a:pt x="19474" y="1344"/>
                  </a:lnTo>
                  <a:lnTo>
                    <a:pt x="19935" y="1585"/>
                  </a:lnTo>
                  <a:lnTo>
                    <a:pt x="20376" y="1825"/>
                  </a:lnTo>
                  <a:lnTo>
                    <a:pt x="20797" y="2106"/>
                  </a:lnTo>
                  <a:lnTo>
                    <a:pt x="21218" y="2407"/>
                  </a:lnTo>
                  <a:lnTo>
                    <a:pt x="21619" y="2708"/>
                  </a:lnTo>
                  <a:lnTo>
                    <a:pt x="22021" y="3049"/>
                  </a:lnTo>
                  <a:lnTo>
                    <a:pt x="22402" y="3390"/>
                  </a:lnTo>
                  <a:lnTo>
                    <a:pt x="22763" y="3731"/>
                  </a:lnTo>
                  <a:lnTo>
                    <a:pt x="23043" y="4132"/>
                  </a:lnTo>
                  <a:lnTo>
                    <a:pt x="23324" y="4533"/>
                  </a:lnTo>
                  <a:lnTo>
                    <a:pt x="23565" y="4974"/>
                  </a:lnTo>
                  <a:lnTo>
                    <a:pt x="23805" y="5415"/>
                  </a:lnTo>
                  <a:lnTo>
                    <a:pt x="24247" y="6298"/>
                  </a:lnTo>
                  <a:lnTo>
                    <a:pt x="24668" y="7160"/>
                  </a:lnTo>
                  <a:lnTo>
                    <a:pt x="24969" y="7802"/>
                  </a:lnTo>
                  <a:lnTo>
                    <a:pt x="25269" y="8443"/>
                  </a:lnTo>
                  <a:lnTo>
                    <a:pt x="25811" y="9727"/>
                  </a:lnTo>
                  <a:lnTo>
                    <a:pt x="26312" y="11050"/>
                  </a:lnTo>
                  <a:lnTo>
                    <a:pt x="26773" y="12374"/>
                  </a:lnTo>
                  <a:lnTo>
                    <a:pt x="27355" y="14199"/>
                  </a:lnTo>
                  <a:lnTo>
                    <a:pt x="27917" y="16064"/>
                  </a:lnTo>
                  <a:lnTo>
                    <a:pt x="28197" y="17007"/>
                  </a:lnTo>
                  <a:lnTo>
                    <a:pt x="28438" y="17949"/>
                  </a:lnTo>
                  <a:lnTo>
                    <a:pt x="28679" y="18892"/>
                  </a:lnTo>
                  <a:lnTo>
                    <a:pt x="28899" y="19834"/>
                  </a:lnTo>
                  <a:lnTo>
                    <a:pt x="29100" y="19854"/>
                  </a:lnTo>
                  <a:lnTo>
                    <a:pt x="28799" y="18471"/>
                  </a:lnTo>
                  <a:lnTo>
                    <a:pt x="28458" y="17107"/>
                  </a:lnTo>
                  <a:lnTo>
                    <a:pt x="28077" y="15683"/>
                  </a:lnTo>
                  <a:lnTo>
                    <a:pt x="27676" y="14279"/>
                  </a:lnTo>
                  <a:lnTo>
                    <a:pt x="27235" y="12875"/>
                  </a:lnTo>
                  <a:lnTo>
                    <a:pt x="26773" y="11492"/>
                  </a:lnTo>
                  <a:lnTo>
                    <a:pt x="26312" y="10228"/>
                  </a:lnTo>
                  <a:lnTo>
                    <a:pt x="25811" y="8985"/>
                  </a:lnTo>
                  <a:lnTo>
                    <a:pt x="25530" y="8363"/>
                  </a:lnTo>
                  <a:lnTo>
                    <a:pt x="25269" y="7762"/>
                  </a:lnTo>
                  <a:lnTo>
                    <a:pt x="24969" y="7160"/>
                  </a:lnTo>
                  <a:lnTo>
                    <a:pt x="24688" y="6558"/>
                  </a:lnTo>
                  <a:lnTo>
                    <a:pt x="24287" y="5776"/>
                  </a:lnTo>
                  <a:lnTo>
                    <a:pt x="23866" y="4954"/>
                  </a:lnTo>
                  <a:lnTo>
                    <a:pt x="24207" y="5375"/>
                  </a:lnTo>
                  <a:lnTo>
                    <a:pt x="24527" y="5816"/>
                  </a:lnTo>
                  <a:lnTo>
                    <a:pt x="24848" y="6257"/>
                  </a:lnTo>
                  <a:lnTo>
                    <a:pt x="25149" y="6699"/>
                  </a:lnTo>
                  <a:lnTo>
                    <a:pt x="25731" y="7621"/>
                  </a:lnTo>
                  <a:lnTo>
                    <a:pt x="26272" y="8564"/>
                  </a:lnTo>
                  <a:lnTo>
                    <a:pt x="26633" y="9246"/>
                  </a:lnTo>
                  <a:lnTo>
                    <a:pt x="26994" y="9927"/>
                  </a:lnTo>
                  <a:lnTo>
                    <a:pt x="27335" y="10609"/>
                  </a:lnTo>
                  <a:lnTo>
                    <a:pt x="27676" y="11291"/>
                  </a:lnTo>
                  <a:lnTo>
                    <a:pt x="28298" y="12675"/>
                  </a:lnTo>
                  <a:lnTo>
                    <a:pt x="28899" y="14099"/>
                  </a:lnTo>
                  <a:lnTo>
                    <a:pt x="29461" y="15523"/>
                  </a:lnTo>
                  <a:lnTo>
                    <a:pt x="29982" y="16946"/>
                  </a:lnTo>
                  <a:lnTo>
                    <a:pt x="30504" y="18390"/>
                  </a:lnTo>
                  <a:lnTo>
                    <a:pt x="30985" y="19834"/>
                  </a:lnTo>
                  <a:lnTo>
                    <a:pt x="31105" y="19834"/>
                  </a:lnTo>
                  <a:lnTo>
                    <a:pt x="30905" y="19112"/>
                  </a:lnTo>
                  <a:lnTo>
                    <a:pt x="30684" y="18390"/>
                  </a:lnTo>
                  <a:lnTo>
                    <a:pt x="30464" y="17648"/>
                  </a:lnTo>
                  <a:lnTo>
                    <a:pt x="30243" y="16926"/>
                  </a:lnTo>
                  <a:lnTo>
                    <a:pt x="29982" y="16204"/>
                  </a:lnTo>
                  <a:lnTo>
                    <a:pt x="29742" y="15503"/>
                  </a:lnTo>
                  <a:lnTo>
                    <a:pt x="29180" y="14079"/>
                  </a:lnTo>
                  <a:lnTo>
                    <a:pt x="28598" y="12675"/>
                  </a:lnTo>
                  <a:lnTo>
                    <a:pt x="27977" y="11271"/>
                  </a:lnTo>
                  <a:lnTo>
                    <a:pt x="27295" y="9907"/>
                  </a:lnTo>
                  <a:lnTo>
                    <a:pt x="26613" y="8564"/>
                  </a:lnTo>
                  <a:lnTo>
                    <a:pt x="26292" y="7982"/>
                  </a:lnTo>
                  <a:lnTo>
                    <a:pt x="25951" y="7401"/>
                  </a:lnTo>
                  <a:lnTo>
                    <a:pt x="25590" y="6839"/>
                  </a:lnTo>
                  <a:lnTo>
                    <a:pt x="25229" y="6257"/>
                  </a:lnTo>
                  <a:lnTo>
                    <a:pt x="24848" y="5716"/>
                  </a:lnTo>
                  <a:lnTo>
                    <a:pt x="24447" y="5174"/>
                  </a:lnTo>
                  <a:lnTo>
                    <a:pt x="24026" y="4653"/>
                  </a:lnTo>
                  <a:lnTo>
                    <a:pt x="23585" y="4152"/>
                  </a:lnTo>
                  <a:lnTo>
                    <a:pt x="23124" y="3650"/>
                  </a:lnTo>
                  <a:lnTo>
                    <a:pt x="22642" y="3189"/>
                  </a:lnTo>
                  <a:lnTo>
                    <a:pt x="22141" y="2748"/>
                  </a:lnTo>
                  <a:lnTo>
                    <a:pt x="21640" y="2327"/>
                  </a:lnTo>
                  <a:lnTo>
                    <a:pt x="21098" y="1926"/>
                  </a:lnTo>
                  <a:lnTo>
                    <a:pt x="20537" y="1565"/>
                  </a:lnTo>
                  <a:lnTo>
                    <a:pt x="19955" y="1244"/>
                  </a:lnTo>
                  <a:lnTo>
                    <a:pt x="19333" y="943"/>
                  </a:lnTo>
                  <a:lnTo>
                    <a:pt x="18852" y="722"/>
                  </a:lnTo>
                  <a:lnTo>
                    <a:pt x="18371" y="542"/>
                  </a:lnTo>
                  <a:lnTo>
                    <a:pt x="17869" y="381"/>
                  </a:lnTo>
                  <a:lnTo>
                    <a:pt x="17348" y="241"/>
                  </a:lnTo>
                  <a:lnTo>
                    <a:pt x="16847" y="141"/>
                  </a:lnTo>
                  <a:lnTo>
                    <a:pt x="16325" y="61"/>
                  </a:lnTo>
                  <a:lnTo>
                    <a:pt x="15804" y="20"/>
                  </a:lnTo>
                  <a:lnTo>
                    <a:pt x="1528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0" name="Google Shape;7290;p34"/>
            <p:cNvSpPr/>
            <p:nvPr/>
          </p:nvSpPr>
          <p:spPr>
            <a:xfrm>
              <a:off x="8222575" y="3901500"/>
              <a:ext cx="529975" cy="323400"/>
            </a:xfrm>
            <a:custGeom>
              <a:avLst/>
              <a:gdLst/>
              <a:ahLst/>
              <a:cxnLst/>
              <a:rect l="l" t="t" r="r" b="b"/>
              <a:pathLst>
                <a:path w="21199" h="12936" extrusionOk="0">
                  <a:moveTo>
                    <a:pt x="17428" y="2206"/>
                  </a:moveTo>
                  <a:lnTo>
                    <a:pt x="16385" y="2628"/>
                  </a:lnTo>
                  <a:lnTo>
                    <a:pt x="15342" y="3069"/>
                  </a:lnTo>
                  <a:lnTo>
                    <a:pt x="14821" y="3289"/>
                  </a:lnTo>
                  <a:lnTo>
                    <a:pt x="14280" y="3470"/>
                  </a:lnTo>
                  <a:lnTo>
                    <a:pt x="13718" y="3650"/>
                  </a:lnTo>
                  <a:lnTo>
                    <a:pt x="13177" y="3811"/>
                  </a:lnTo>
                  <a:lnTo>
                    <a:pt x="12635" y="3951"/>
                  </a:lnTo>
                  <a:lnTo>
                    <a:pt x="12074" y="4092"/>
                  </a:lnTo>
                  <a:lnTo>
                    <a:pt x="11512" y="4192"/>
                  </a:lnTo>
                  <a:lnTo>
                    <a:pt x="10930" y="4272"/>
                  </a:lnTo>
                  <a:lnTo>
                    <a:pt x="10249" y="4372"/>
                  </a:lnTo>
                  <a:lnTo>
                    <a:pt x="9567" y="4433"/>
                  </a:lnTo>
                  <a:lnTo>
                    <a:pt x="8203" y="4573"/>
                  </a:lnTo>
                  <a:lnTo>
                    <a:pt x="7521" y="4653"/>
                  </a:lnTo>
                  <a:lnTo>
                    <a:pt x="6859" y="4733"/>
                  </a:lnTo>
                  <a:lnTo>
                    <a:pt x="6178" y="4834"/>
                  </a:lnTo>
                  <a:lnTo>
                    <a:pt x="5516" y="4974"/>
                  </a:lnTo>
                  <a:lnTo>
                    <a:pt x="4854" y="5134"/>
                  </a:lnTo>
                  <a:lnTo>
                    <a:pt x="4192" y="5335"/>
                  </a:lnTo>
                  <a:lnTo>
                    <a:pt x="3871" y="5455"/>
                  </a:lnTo>
                  <a:lnTo>
                    <a:pt x="3550" y="5596"/>
                  </a:lnTo>
                  <a:lnTo>
                    <a:pt x="3230" y="5736"/>
                  </a:lnTo>
                  <a:lnTo>
                    <a:pt x="2949" y="5896"/>
                  </a:lnTo>
                  <a:lnTo>
                    <a:pt x="2648" y="6077"/>
                  </a:lnTo>
                  <a:lnTo>
                    <a:pt x="2387" y="6278"/>
                  </a:lnTo>
                  <a:lnTo>
                    <a:pt x="2127" y="6498"/>
                  </a:lnTo>
                  <a:lnTo>
                    <a:pt x="1906" y="6739"/>
                  </a:lnTo>
                  <a:lnTo>
                    <a:pt x="1685" y="6979"/>
                  </a:lnTo>
                  <a:lnTo>
                    <a:pt x="1505" y="7260"/>
                  </a:lnTo>
                  <a:lnTo>
                    <a:pt x="1324" y="7581"/>
                  </a:lnTo>
                  <a:lnTo>
                    <a:pt x="1184" y="7902"/>
                  </a:lnTo>
                  <a:lnTo>
                    <a:pt x="1084" y="8183"/>
                  </a:lnTo>
                  <a:lnTo>
                    <a:pt x="1024" y="8484"/>
                  </a:lnTo>
                  <a:lnTo>
                    <a:pt x="963" y="8764"/>
                  </a:lnTo>
                  <a:lnTo>
                    <a:pt x="943" y="9065"/>
                  </a:lnTo>
                  <a:lnTo>
                    <a:pt x="923" y="9346"/>
                  </a:lnTo>
                  <a:lnTo>
                    <a:pt x="943" y="9647"/>
                  </a:lnTo>
                  <a:lnTo>
                    <a:pt x="983" y="9927"/>
                  </a:lnTo>
                  <a:lnTo>
                    <a:pt x="1024" y="10208"/>
                  </a:lnTo>
                  <a:lnTo>
                    <a:pt x="1044" y="9907"/>
                  </a:lnTo>
                  <a:lnTo>
                    <a:pt x="1084" y="9627"/>
                  </a:lnTo>
                  <a:lnTo>
                    <a:pt x="1164" y="9326"/>
                  </a:lnTo>
                  <a:lnTo>
                    <a:pt x="1264" y="9045"/>
                  </a:lnTo>
                  <a:lnTo>
                    <a:pt x="1384" y="8764"/>
                  </a:lnTo>
                  <a:lnTo>
                    <a:pt x="1545" y="8484"/>
                  </a:lnTo>
                  <a:lnTo>
                    <a:pt x="1725" y="8223"/>
                  </a:lnTo>
                  <a:lnTo>
                    <a:pt x="1926" y="7962"/>
                  </a:lnTo>
                  <a:lnTo>
                    <a:pt x="2147" y="7742"/>
                  </a:lnTo>
                  <a:lnTo>
                    <a:pt x="2367" y="7521"/>
                  </a:lnTo>
                  <a:lnTo>
                    <a:pt x="2628" y="7320"/>
                  </a:lnTo>
                  <a:lnTo>
                    <a:pt x="2889" y="7120"/>
                  </a:lnTo>
                  <a:lnTo>
                    <a:pt x="3149" y="6959"/>
                  </a:lnTo>
                  <a:lnTo>
                    <a:pt x="3430" y="6799"/>
                  </a:lnTo>
                  <a:lnTo>
                    <a:pt x="3711" y="6639"/>
                  </a:lnTo>
                  <a:lnTo>
                    <a:pt x="4012" y="6518"/>
                  </a:lnTo>
                  <a:lnTo>
                    <a:pt x="4613" y="6278"/>
                  </a:lnTo>
                  <a:lnTo>
                    <a:pt x="5235" y="6077"/>
                  </a:lnTo>
                  <a:lnTo>
                    <a:pt x="5857" y="5896"/>
                  </a:lnTo>
                  <a:lnTo>
                    <a:pt x="6478" y="5756"/>
                  </a:lnTo>
                  <a:lnTo>
                    <a:pt x="7260" y="5576"/>
                  </a:lnTo>
                  <a:lnTo>
                    <a:pt x="8063" y="5415"/>
                  </a:lnTo>
                  <a:lnTo>
                    <a:pt x="9647" y="5094"/>
                  </a:lnTo>
                  <a:lnTo>
                    <a:pt x="10449" y="4934"/>
                  </a:lnTo>
                  <a:lnTo>
                    <a:pt x="11231" y="4753"/>
                  </a:lnTo>
                  <a:lnTo>
                    <a:pt x="12013" y="4533"/>
                  </a:lnTo>
                  <a:lnTo>
                    <a:pt x="12795" y="4312"/>
                  </a:lnTo>
                  <a:lnTo>
                    <a:pt x="13838" y="3931"/>
                  </a:lnTo>
                  <a:lnTo>
                    <a:pt x="14881" y="3530"/>
                  </a:lnTo>
                  <a:lnTo>
                    <a:pt x="15884" y="3069"/>
                  </a:lnTo>
                  <a:lnTo>
                    <a:pt x="16887" y="2587"/>
                  </a:lnTo>
                  <a:lnTo>
                    <a:pt x="17428" y="2206"/>
                  </a:lnTo>
                  <a:close/>
                  <a:moveTo>
                    <a:pt x="21198" y="0"/>
                  </a:moveTo>
                  <a:lnTo>
                    <a:pt x="20737" y="41"/>
                  </a:lnTo>
                  <a:lnTo>
                    <a:pt x="20276" y="101"/>
                  </a:lnTo>
                  <a:lnTo>
                    <a:pt x="19815" y="201"/>
                  </a:lnTo>
                  <a:lnTo>
                    <a:pt x="19353" y="301"/>
                  </a:lnTo>
                  <a:lnTo>
                    <a:pt x="18912" y="422"/>
                  </a:lnTo>
                  <a:lnTo>
                    <a:pt x="18451" y="562"/>
                  </a:lnTo>
                  <a:lnTo>
                    <a:pt x="17990" y="722"/>
                  </a:lnTo>
                  <a:lnTo>
                    <a:pt x="17548" y="883"/>
                  </a:lnTo>
                  <a:lnTo>
                    <a:pt x="17107" y="1063"/>
                  </a:lnTo>
                  <a:lnTo>
                    <a:pt x="16666" y="1264"/>
                  </a:lnTo>
                  <a:lnTo>
                    <a:pt x="16245" y="1484"/>
                  </a:lnTo>
                  <a:lnTo>
                    <a:pt x="15804" y="1705"/>
                  </a:lnTo>
                  <a:lnTo>
                    <a:pt x="15383" y="1946"/>
                  </a:lnTo>
                  <a:lnTo>
                    <a:pt x="14961" y="2186"/>
                  </a:lnTo>
                  <a:lnTo>
                    <a:pt x="14159" y="2708"/>
                  </a:lnTo>
                  <a:lnTo>
                    <a:pt x="13638" y="3049"/>
                  </a:lnTo>
                  <a:lnTo>
                    <a:pt x="13417" y="3209"/>
                  </a:lnTo>
                  <a:lnTo>
                    <a:pt x="13177" y="3309"/>
                  </a:lnTo>
                  <a:lnTo>
                    <a:pt x="12896" y="3410"/>
                  </a:lnTo>
                  <a:lnTo>
                    <a:pt x="12575" y="3470"/>
                  </a:lnTo>
                  <a:lnTo>
                    <a:pt x="12194" y="3530"/>
                  </a:lnTo>
                  <a:lnTo>
                    <a:pt x="11793" y="3550"/>
                  </a:lnTo>
                  <a:lnTo>
                    <a:pt x="11372" y="3590"/>
                  </a:lnTo>
                  <a:lnTo>
                    <a:pt x="10389" y="3590"/>
                  </a:lnTo>
                  <a:lnTo>
                    <a:pt x="8624" y="3570"/>
                  </a:lnTo>
                  <a:lnTo>
                    <a:pt x="7722" y="3550"/>
                  </a:lnTo>
                  <a:lnTo>
                    <a:pt x="6799" y="3550"/>
                  </a:lnTo>
                  <a:lnTo>
                    <a:pt x="5716" y="3570"/>
                  </a:lnTo>
                  <a:lnTo>
                    <a:pt x="5215" y="3590"/>
                  </a:lnTo>
                  <a:lnTo>
                    <a:pt x="4693" y="3630"/>
                  </a:lnTo>
                  <a:lnTo>
                    <a:pt x="4212" y="3670"/>
                  </a:lnTo>
                  <a:lnTo>
                    <a:pt x="3751" y="3731"/>
                  </a:lnTo>
                  <a:lnTo>
                    <a:pt x="3310" y="3811"/>
                  </a:lnTo>
                  <a:lnTo>
                    <a:pt x="2889" y="3911"/>
                  </a:lnTo>
                  <a:lnTo>
                    <a:pt x="2628" y="4011"/>
                  </a:lnTo>
                  <a:lnTo>
                    <a:pt x="2367" y="4132"/>
                  </a:lnTo>
                  <a:lnTo>
                    <a:pt x="2106" y="4292"/>
                  </a:lnTo>
                  <a:lnTo>
                    <a:pt x="1846" y="4473"/>
                  </a:lnTo>
                  <a:lnTo>
                    <a:pt x="1585" y="4693"/>
                  </a:lnTo>
                  <a:lnTo>
                    <a:pt x="1344" y="4934"/>
                  </a:lnTo>
                  <a:lnTo>
                    <a:pt x="1124" y="5195"/>
                  </a:lnTo>
                  <a:lnTo>
                    <a:pt x="903" y="5475"/>
                  </a:lnTo>
                  <a:lnTo>
                    <a:pt x="723" y="5776"/>
                  </a:lnTo>
                  <a:lnTo>
                    <a:pt x="542" y="6097"/>
                  </a:lnTo>
                  <a:lnTo>
                    <a:pt x="382" y="6418"/>
                  </a:lnTo>
                  <a:lnTo>
                    <a:pt x="261" y="6779"/>
                  </a:lnTo>
                  <a:lnTo>
                    <a:pt x="141" y="7140"/>
                  </a:lnTo>
                  <a:lnTo>
                    <a:pt x="81" y="7501"/>
                  </a:lnTo>
                  <a:lnTo>
                    <a:pt x="21" y="7882"/>
                  </a:lnTo>
                  <a:lnTo>
                    <a:pt x="1" y="8263"/>
                  </a:lnTo>
                  <a:lnTo>
                    <a:pt x="21" y="8604"/>
                  </a:lnTo>
                  <a:lnTo>
                    <a:pt x="61" y="8925"/>
                  </a:lnTo>
                  <a:lnTo>
                    <a:pt x="121" y="9266"/>
                  </a:lnTo>
                  <a:lnTo>
                    <a:pt x="221" y="9587"/>
                  </a:lnTo>
                  <a:lnTo>
                    <a:pt x="342" y="9907"/>
                  </a:lnTo>
                  <a:lnTo>
                    <a:pt x="482" y="10248"/>
                  </a:lnTo>
                  <a:lnTo>
                    <a:pt x="663" y="10569"/>
                  </a:lnTo>
                  <a:lnTo>
                    <a:pt x="883" y="10890"/>
                  </a:lnTo>
                  <a:lnTo>
                    <a:pt x="1064" y="10990"/>
                  </a:lnTo>
                  <a:lnTo>
                    <a:pt x="1064" y="10990"/>
                  </a:lnTo>
                  <a:lnTo>
                    <a:pt x="943" y="10690"/>
                  </a:lnTo>
                  <a:lnTo>
                    <a:pt x="863" y="10409"/>
                  </a:lnTo>
                  <a:lnTo>
                    <a:pt x="803" y="10108"/>
                  </a:lnTo>
                  <a:lnTo>
                    <a:pt x="763" y="9807"/>
                  </a:lnTo>
                  <a:lnTo>
                    <a:pt x="743" y="9486"/>
                  </a:lnTo>
                  <a:lnTo>
                    <a:pt x="723" y="9185"/>
                  </a:lnTo>
                  <a:lnTo>
                    <a:pt x="743" y="8865"/>
                  </a:lnTo>
                  <a:lnTo>
                    <a:pt x="783" y="8564"/>
                  </a:lnTo>
                  <a:lnTo>
                    <a:pt x="843" y="8243"/>
                  </a:lnTo>
                  <a:lnTo>
                    <a:pt x="943" y="7962"/>
                  </a:lnTo>
                  <a:lnTo>
                    <a:pt x="1044" y="7681"/>
                  </a:lnTo>
                  <a:lnTo>
                    <a:pt x="1164" y="7401"/>
                  </a:lnTo>
                  <a:lnTo>
                    <a:pt x="1284" y="7160"/>
                  </a:lnTo>
                  <a:lnTo>
                    <a:pt x="1445" y="6919"/>
                  </a:lnTo>
                  <a:lnTo>
                    <a:pt x="1625" y="6699"/>
                  </a:lnTo>
                  <a:lnTo>
                    <a:pt x="1806" y="6478"/>
                  </a:lnTo>
                  <a:lnTo>
                    <a:pt x="2006" y="6278"/>
                  </a:lnTo>
                  <a:lnTo>
                    <a:pt x="2227" y="6077"/>
                  </a:lnTo>
                  <a:lnTo>
                    <a:pt x="2447" y="5896"/>
                  </a:lnTo>
                  <a:lnTo>
                    <a:pt x="2688" y="5736"/>
                  </a:lnTo>
                  <a:lnTo>
                    <a:pt x="2929" y="5576"/>
                  </a:lnTo>
                  <a:lnTo>
                    <a:pt x="3209" y="5435"/>
                  </a:lnTo>
                  <a:lnTo>
                    <a:pt x="3470" y="5315"/>
                  </a:lnTo>
                  <a:lnTo>
                    <a:pt x="3751" y="5175"/>
                  </a:lnTo>
                  <a:lnTo>
                    <a:pt x="4072" y="5054"/>
                  </a:lnTo>
                  <a:lnTo>
                    <a:pt x="4393" y="4954"/>
                  </a:lnTo>
                  <a:lnTo>
                    <a:pt x="5034" y="4753"/>
                  </a:lnTo>
                  <a:lnTo>
                    <a:pt x="5696" y="4593"/>
                  </a:lnTo>
                  <a:lnTo>
                    <a:pt x="6358" y="4473"/>
                  </a:lnTo>
                  <a:lnTo>
                    <a:pt x="7020" y="4372"/>
                  </a:lnTo>
                  <a:lnTo>
                    <a:pt x="7702" y="4292"/>
                  </a:lnTo>
                  <a:lnTo>
                    <a:pt x="9045" y="4152"/>
                  </a:lnTo>
                  <a:lnTo>
                    <a:pt x="9827" y="4072"/>
                  </a:lnTo>
                  <a:lnTo>
                    <a:pt x="10610" y="3971"/>
                  </a:lnTo>
                  <a:lnTo>
                    <a:pt x="11372" y="3851"/>
                  </a:lnTo>
                  <a:lnTo>
                    <a:pt x="12134" y="3711"/>
                  </a:lnTo>
                  <a:lnTo>
                    <a:pt x="12876" y="3550"/>
                  </a:lnTo>
                  <a:lnTo>
                    <a:pt x="13638" y="3350"/>
                  </a:lnTo>
                  <a:lnTo>
                    <a:pt x="14380" y="3109"/>
                  </a:lnTo>
                  <a:lnTo>
                    <a:pt x="15122" y="2828"/>
                  </a:lnTo>
                  <a:lnTo>
                    <a:pt x="16766" y="2146"/>
                  </a:lnTo>
                  <a:lnTo>
                    <a:pt x="17589" y="1825"/>
                  </a:lnTo>
                  <a:lnTo>
                    <a:pt x="18010" y="1685"/>
                  </a:lnTo>
                  <a:lnTo>
                    <a:pt x="18431" y="1545"/>
                  </a:lnTo>
                  <a:lnTo>
                    <a:pt x="18992" y="1164"/>
                  </a:lnTo>
                  <a:lnTo>
                    <a:pt x="19574" y="823"/>
                  </a:lnTo>
                  <a:lnTo>
                    <a:pt x="20176" y="482"/>
                  </a:lnTo>
                  <a:lnTo>
                    <a:pt x="20777" y="181"/>
                  </a:lnTo>
                  <a:lnTo>
                    <a:pt x="21198" y="0"/>
                  </a:lnTo>
                  <a:close/>
                  <a:moveTo>
                    <a:pt x="1164" y="11231"/>
                  </a:moveTo>
                  <a:lnTo>
                    <a:pt x="1184" y="11251"/>
                  </a:lnTo>
                  <a:lnTo>
                    <a:pt x="1184" y="11231"/>
                  </a:lnTo>
                  <a:close/>
                  <a:moveTo>
                    <a:pt x="15643" y="3350"/>
                  </a:moveTo>
                  <a:lnTo>
                    <a:pt x="14901" y="3690"/>
                  </a:lnTo>
                  <a:lnTo>
                    <a:pt x="14139" y="3991"/>
                  </a:lnTo>
                  <a:lnTo>
                    <a:pt x="13377" y="4292"/>
                  </a:lnTo>
                  <a:lnTo>
                    <a:pt x="12615" y="4553"/>
                  </a:lnTo>
                  <a:lnTo>
                    <a:pt x="11833" y="4814"/>
                  </a:lnTo>
                  <a:lnTo>
                    <a:pt x="11031" y="5034"/>
                  </a:lnTo>
                  <a:lnTo>
                    <a:pt x="10249" y="5235"/>
                  </a:lnTo>
                  <a:lnTo>
                    <a:pt x="9426" y="5415"/>
                  </a:lnTo>
                  <a:lnTo>
                    <a:pt x="8043" y="5676"/>
                  </a:lnTo>
                  <a:lnTo>
                    <a:pt x="7341" y="5816"/>
                  </a:lnTo>
                  <a:lnTo>
                    <a:pt x="6659" y="5957"/>
                  </a:lnTo>
                  <a:lnTo>
                    <a:pt x="5957" y="6117"/>
                  </a:lnTo>
                  <a:lnTo>
                    <a:pt x="5275" y="6298"/>
                  </a:lnTo>
                  <a:lnTo>
                    <a:pt x="4613" y="6538"/>
                  </a:lnTo>
                  <a:lnTo>
                    <a:pt x="4292" y="6659"/>
                  </a:lnTo>
                  <a:lnTo>
                    <a:pt x="3972" y="6799"/>
                  </a:lnTo>
                  <a:lnTo>
                    <a:pt x="3671" y="6959"/>
                  </a:lnTo>
                  <a:lnTo>
                    <a:pt x="3370" y="7120"/>
                  </a:lnTo>
                  <a:lnTo>
                    <a:pt x="3089" y="7300"/>
                  </a:lnTo>
                  <a:lnTo>
                    <a:pt x="2828" y="7501"/>
                  </a:lnTo>
                  <a:lnTo>
                    <a:pt x="2568" y="7721"/>
                  </a:lnTo>
                  <a:lnTo>
                    <a:pt x="2307" y="7942"/>
                  </a:lnTo>
                  <a:lnTo>
                    <a:pt x="2086" y="8203"/>
                  </a:lnTo>
                  <a:lnTo>
                    <a:pt x="1886" y="8463"/>
                  </a:lnTo>
                  <a:lnTo>
                    <a:pt x="1685" y="8724"/>
                  </a:lnTo>
                  <a:lnTo>
                    <a:pt x="1525" y="9005"/>
                  </a:lnTo>
                  <a:lnTo>
                    <a:pt x="1405" y="9306"/>
                  </a:lnTo>
                  <a:lnTo>
                    <a:pt x="1304" y="9607"/>
                  </a:lnTo>
                  <a:lnTo>
                    <a:pt x="1224" y="9927"/>
                  </a:lnTo>
                  <a:lnTo>
                    <a:pt x="1184" y="10248"/>
                  </a:lnTo>
                  <a:lnTo>
                    <a:pt x="1184" y="10569"/>
                  </a:lnTo>
                  <a:lnTo>
                    <a:pt x="1224" y="10910"/>
                  </a:lnTo>
                  <a:lnTo>
                    <a:pt x="1324" y="11131"/>
                  </a:lnTo>
                  <a:lnTo>
                    <a:pt x="1705" y="11291"/>
                  </a:lnTo>
                  <a:lnTo>
                    <a:pt x="2086" y="11432"/>
                  </a:lnTo>
                  <a:lnTo>
                    <a:pt x="2487" y="11552"/>
                  </a:lnTo>
                  <a:lnTo>
                    <a:pt x="2889" y="11652"/>
                  </a:lnTo>
                  <a:lnTo>
                    <a:pt x="3290" y="11732"/>
                  </a:lnTo>
                  <a:lnTo>
                    <a:pt x="3691" y="11793"/>
                  </a:lnTo>
                  <a:lnTo>
                    <a:pt x="4112" y="11833"/>
                  </a:lnTo>
                  <a:lnTo>
                    <a:pt x="4834" y="11833"/>
                  </a:lnTo>
                  <a:lnTo>
                    <a:pt x="5135" y="11813"/>
                  </a:lnTo>
                  <a:lnTo>
                    <a:pt x="5435" y="11772"/>
                  </a:lnTo>
                  <a:lnTo>
                    <a:pt x="5736" y="11732"/>
                  </a:lnTo>
                  <a:lnTo>
                    <a:pt x="5897" y="11712"/>
                  </a:lnTo>
                  <a:lnTo>
                    <a:pt x="5716" y="11592"/>
                  </a:lnTo>
                  <a:lnTo>
                    <a:pt x="5556" y="11472"/>
                  </a:lnTo>
                  <a:lnTo>
                    <a:pt x="5395" y="11331"/>
                  </a:lnTo>
                  <a:lnTo>
                    <a:pt x="5255" y="11191"/>
                  </a:lnTo>
                  <a:lnTo>
                    <a:pt x="5115" y="11030"/>
                  </a:lnTo>
                  <a:lnTo>
                    <a:pt x="4974" y="10870"/>
                  </a:lnTo>
                  <a:lnTo>
                    <a:pt x="4834" y="10690"/>
                  </a:lnTo>
                  <a:lnTo>
                    <a:pt x="4714" y="10509"/>
                  </a:lnTo>
                  <a:lnTo>
                    <a:pt x="4533" y="10148"/>
                  </a:lnTo>
                  <a:lnTo>
                    <a:pt x="4413" y="9807"/>
                  </a:lnTo>
                  <a:lnTo>
                    <a:pt x="4312" y="9466"/>
                  </a:lnTo>
                  <a:lnTo>
                    <a:pt x="4252" y="9125"/>
                  </a:lnTo>
                  <a:lnTo>
                    <a:pt x="4232" y="8804"/>
                  </a:lnTo>
                  <a:lnTo>
                    <a:pt x="4252" y="8484"/>
                  </a:lnTo>
                  <a:lnTo>
                    <a:pt x="4312" y="8163"/>
                  </a:lnTo>
                  <a:lnTo>
                    <a:pt x="4413" y="7862"/>
                  </a:lnTo>
                  <a:lnTo>
                    <a:pt x="4553" y="7561"/>
                  </a:lnTo>
                  <a:lnTo>
                    <a:pt x="4714" y="7300"/>
                  </a:lnTo>
                  <a:lnTo>
                    <a:pt x="4914" y="7040"/>
                  </a:lnTo>
                  <a:lnTo>
                    <a:pt x="5155" y="6799"/>
                  </a:lnTo>
                  <a:lnTo>
                    <a:pt x="5415" y="6598"/>
                  </a:lnTo>
                  <a:lnTo>
                    <a:pt x="5716" y="6398"/>
                  </a:lnTo>
                  <a:lnTo>
                    <a:pt x="6057" y="6237"/>
                  </a:lnTo>
                  <a:lnTo>
                    <a:pt x="6418" y="6117"/>
                  </a:lnTo>
                  <a:lnTo>
                    <a:pt x="6960" y="5957"/>
                  </a:lnTo>
                  <a:lnTo>
                    <a:pt x="7501" y="5836"/>
                  </a:lnTo>
                  <a:lnTo>
                    <a:pt x="8063" y="5756"/>
                  </a:lnTo>
                  <a:lnTo>
                    <a:pt x="8624" y="5696"/>
                  </a:lnTo>
                  <a:lnTo>
                    <a:pt x="9747" y="5576"/>
                  </a:lnTo>
                  <a:lnTo>
                    <a:pt x="10309" y="5515"/>
                  </a:lnTo>
                  <a:lnTo>
                    <a:pt x="10850" y="5435"/>
                  </a:lnTo>
                  <a:lnTo>
                    <a:pt x="11332" y="5335"/>
                  </a:lnTo>
                  <a:lnTo>
                    <a:pt x="11793" y="5215"/>
                  </a:lnTo>
                  <a:lnTo>
                    <a:pt x="12254" y="5094"/>
                  </a:lnTo>
                  <a:lnTo>
                    <a:pt x="12695" y="4934"/>
                  </a:lnTo>
                  <a:lnTo>
                    <a:pt x="13156" y="4773"/>
                  </a:lnTo>
                  <a:lnTo>
                    <a:pt x="13578" y="4573"/>
                  </a:lnTo>
                  <a:lnTo>
                    <a:pt x="14019" y="4372"/>
                  </a:lnTo>
                  <a:lnTo>
                    <a:pt x="14440" y="4152"/>
                  </a:lnTo>
                  <a:lnTo>
                    <a:pt x="14580" y="4072"/>
                  </a:lnTo>
                  <a:lnTo>
                    <a:pt x="14841" y="3871"/>
                  </a:lnTo>
                  <a:lnTo>
                    <a:pt x="15102" y="3690"/>
                  </a:lnTo>
                  <a:lnTo>
                    <a:pt x="15362" y="3510"/>
                  </a:lnTo>
                  <a:lnTo>
                    <a:pt x="15643" y="3350"/>
                  </a:lnTo>
                  <a:close/>
                  <a:moveTo>
                    <a:pt x="1445" y="11371"/>
                  </a:moveTo>
                  <a:lnTo>
                    <a:pt x="1625" y="11652"/>
                  </a:lnTo>
                  <a:lnTo>
                    <a:pt x="1986" y="11933"/>
                  </a:lnTo>
                  <a:lnTo>
                    <a:pt x="2387" y="12174"/>
                  </a:lnTo>
                  <a:lnTo>
                    <a:pt x="2828" y="12394"/>
                  </a:lnTo>
                  <a:lnTo>
                    <a:pt x="3310" y="12575"/>
                  </a:lnTo>
                  <a:lnTo>
                    <a:pt x="3811" y="12735"/>
                  </a:lnTo>
                  <a:lnTo>
                    <a:pt x="4332" y="12835"/>
                  </a:lnTo>
                  <a:lnTo>
                    <a:pt x="4894" y="12896"/>
                  </a:lnTo>
                  <a:lnTo>
                    <a:pt x="5456" y="12936"/>
                  </a:lnTo>
                  <a:lnTo>
                    <a:pt x="5857" y="12916"/>
                  </a:lnTo>
                  <a:lnTo>
                    <a:pt x="6258" y="12875"/>
                  </a:lnTo>
                  <a:lnTo>
                    <a:pt x="6679" y="12815"/>
                  </a:lnTo>
                  <a:lnTo>
                    <a:pt x="7100" y="12735"/>
                  </a:lnTo>
                  <a:lnTo>
                    <a:pt x="7521" y="12615"/>
                  </a:lnTo>
                  <a:lnTo>
                    <a:pt x="7942" y="12474"/>
                  </a:lnTo>
                  <a:lnTo>
                    <a:pt x="8363" y="12314"/>
                  </a:lnTo>
                  <a:lnTo>
                    <a:pt x="8785" y="12113"/>
                  </a:lnTo>
                  <a:lnTo>
                    <a:pt x="8785" y="12113"/>
                  </a:lnTo>
                  <a:lnTo>
                    <a:pt x="8544" y="12174"/>
                  </a:lnTo>
                  <a:lnTo>
                    <a:pt x="8303" y="12194"/>
                  </a:lnTo>
                  <a:lnTo>
                    <a:pt x="8063" y="12234"/>
                  </a:lnTo>
                  <a:lnTo>
                    <a:pt x="7802" y="12234"/>
                  </a:lnTo>
                  <a:lnTo>
                    <a:pt x="7441" y="12214"/>
                  </a:lnTo>
                  <a:lnTo>
                    <a:pt x="7060" y="12154"/>
                  </a:lnTo>
                  <a:lnTo>
                    <a:pt x="6699" y="12073"/>
                  </a:lnTo>
                  <a:lnTo>
                    <a:pt x="6358" y="11933"/>
                  </a:lnTo>
                  <a:lnTo>
                    <a:pt x="5917" y="12033"/>
                  </a:lnTo>
                  <a:lnTo>
                    <a:pt x="5496" y="12093"/>
                  </a:lnTo>
                  <a:lnTo>
                    <a:pt x="5075" y="12133"/>
                  </a:lnTo>
                  <a:lnTo>
                    <a:pt x="4653" y="12154"/>
                  </a:lnTo>
                  <a:lnTo>
                    <a:pt x="4232" y="12133"/>
                  </a:lnTo>
                  <a:lnTo>
                    <a:pt x="3831" y="12093"/>
                  </a:lnTo>
                  <a:lnTo>
                    <a:pt x="3410" y="12033"/>
                  </a:lnTo>
                  <a:lnTo>
                    <a:pt x="3009" y="11953"/>
                  </a:lnTo>
                  <a:lnTo>
                    <a:pt x="2608" y="11853"/>
                  </a:lnTo>
                  <a:lnTo>
                    <a:pt x="2227" y="11712"/>
                  </a:lnTo>
                  <a:lnTo>
                    <a:pt x="1826" y="11552"/>
                  </a:lnTo>
                  <a:lnTo>
                    <a:pt x="1445" y="1137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1" name="Google Shape;7291;p34"/>
            <p:cNvSpPr/>
            <p:nvPr/>
          </p:nvSpPr>
          <p:spPr>
            <a:xfrm>
              <a:off x="8258675" y="4185775"/>
              <a:ext cx="183525" cy="39125"/>
            </a:xfrm>
            <a:custGeom>
              <a:avLst/>
              <a:gdLst/>
              <a:ahLst/>
              <a:cxnLst/>
              <a:rect l="l" t="t" r="r" b="b"/>
              <a:pathLst>
                <a:path w="7341" h="1565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181" y="281"/>
                  </a:lnTo>
                  <a:lnTo>
                    <a:pt x="181" y="281"/>
                  </a:lnTo>
                  <a:lnTo>
                    <a:pt x="181" y="281"/>
                  </a:lnTo>
                  <a:lnTo>
                    <a:pt x="542" y="562"/>
                  </a:lnTo>
                  <a:lnTo>
                    <a:pt x="943" y="803"/>
                  </a:lnTo>
                  <a:lnTo>
                    <a:pt x="1384" y="1023"/>
                  </a:lnTo>
                  <a:lnTo>
                    <a:pt x="1866" y="1204"/>
                  </a:lnTo>
                  <a:lnTo>
                    <a:pt x="2367" y="1364"/>
                  </a:lnTo>
                  <a:lnTo>
                    <a:pt x="2888" y="1464"/>
                  </a:lnTo>
                  <a:lnTo>
                    <a:pt x="3450" y="1525"/>
                  </a:lnTo>
                  <a:lnTo>
                    <a:pt x="4012" y="1565"/>
                  </a:lnTo>
                  <a:lnTo>
                    <a:pt x="4012" y="1565"/>
                  </a:lnTo>
                  <a:lnTo>
                    <a:pt x="4413" y="1545"/>
                  </a:lnTo>
                  <a:lnTo>
                    <a:pt x="4814" y="1504"/>
                  </a:lnTo>
                  <a:lnTo>
                    <a:pt x="5235" y="1444"/>
                  </a:lnTo>
                  <a:lnTo>
                    <a:pt x="5656" y="1364"/>
                  </a:lnTo>
                  <a:lnTo>
                    <a:pt x="6077" y="1244"/>
                  </a:lnTo>
                  <a:lnTo>
                    <a:pt x="6498" y="1103"/>
                  </a:lnTo>
                  <a:lnTo>
                    <a:pt x="6919" y="943"/>
                  </a:lnTo>
                  <a:lnTo>
                    <a:pt x="7341" y="742"/>
                  </a:lnTo>
                  <a:lnTo>
                    <a:pt x="7341" y="742"/>
                  </a:lnTo>
                  <a:lnTo>
                    <a:pt x="7100" y="803"/>
                  </a:lnTo>
                  <a:lnTo>
                    <a:pt x="6859" y="823"/>
                  </a:lnTo>
                  <a:lnTo>
                    <a:pt x="6619" y="863"/>
                  </a:lnTo>
                  <a:lnTo>
                    <a:pt x="6358" y="863"/>
                  </a:lnTo>
                  <a:lnTo>
                    <a:pt x="6358" y="863"/>
                  </a:lnTo>
                  <a:lnTo>
                    <a:pt x="5997" y="843"/>
                  </a:lnTo>
                  <a:lnTo>
                    <a:pt x="5616" y="783"/>
                  </a:lnTo>
                  <a:lnTo>
                    <a:pt x="5255" y="702"/>
                  </a:lnTo>
                  <a:lnTo>
                    <a:pt x="4914" y="562"/>
                  </a:lnTo>
                  <a:lnTo>
                    <a:pt x="4914" y="562"/>
                  </a:lnTo>
                  <a:lnTo>
                    <a:pt x="4473" y="662"/>
                  </a:lnTo>
                  <a:lnTo>
                    <a:pt x="4052" y="722"/>
                  </a:lnTo>
                  <a:lnTo>
                    <a:pt x="3631" y="762"/>
                  </a:lnTo>
                  <a:lnTo>
                    <a:pt x="3209" y="783"/>
                  </a:lnTo>
                  <a:lnTo>
                    <a:pt x="3209" y="783"/>
                  </a:lnTo>
                  <a:lnTo>
                    <a:pt x="2788" y="762"/>
                  </a:lnTo>
                  <a:lnTo>
                    <a:pt x="2387" y="722"/>
                  </a:lnTo>
                  <a:lnTo>
                    <a:pt x="1966" y="662"/>
                  </a:lnTo>
                  <a:lnTo>
                    <a:pt x="1565" y="582"/>
                  </a:lnTo>
                  <a:lnTo>
                    <a:pt x="1164" y="482"/>
                  </a:lnTo>
                  <a:lnTo>
                    <a:pt x="783" y="341"/>
                  </a:lnTo>
                  <a:lnTo>
                    <a:pt x="382" y="181"/>
                  </a:lnTo>
                  <a:lnTo>
                    <a:pt x="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2" name="Google Shape;7292;p34"/>
            <p:cNvSpPr/>
            <p:nvPr/>
          </p:nvSpPr>
          <p:spPr>
            <a:xfrm>
              <a:off x="8251650" y="4182250"/>
              <a:ext cx="525" cy="550"/>
            </a:xfrm>
            <a:custGeom>
              <a:avLst/>
              <a:gdLst/>
              <a:ahLst/>
              <a:cxnLst/>
              <a:rect l="l" t="t" r="r" b="b"/>
              <a:pathLst>
                <a:path w="21" h="22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21" y="21"/>
                  </a:lnTo>
                  <a:lnTo>
                    <a:pt x="21" y="21"/>
                  </a:lnTo>
                  <a:lnTo>
                    <a:pt x="21" y="1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3" name="Google Shape;7293;p34"/>
            <p:cNvSpPr/>
            <p:nvPr/>
          </p:nvSpPr>
          <p:spPr>
            <a:xfrm>
              <a:off x="8252150" y="3985225"/>
              <a:ext cx="361525" cy="212100"/>
            </a:xfrm>
            <a:custGeom>
              <a:avLst/>
              <a:gdLst/>
              <a:ahLst/>
              <a:cxnLst/>
              <a:rect l="l" t="t" r="r" b="b"/>
              <a:pathLst>
                <a:path w="14461" h="8484" fill="none" extrusionOk="0">
                  <a:moveTo>
                    <a:pt x="14460" y="1"/>
                  </a:moveTo>
                  <a:lnTo>
                    <a:pt x="14460" y="1"/>
                  </a:lnTo>
                  <a:lnTo>
                    <a:pt x="13718" y="341"/>
                  </a:lnTo>
                  <a:lnTo>
                    <a:pt x="12956" y="642"/>
                  </a:lnTo>
                  <a:lnTo>
                    <a:pt x="12194" y="943"/>
                  </a:lnTo>
                  <a:lnTo>
                    <a:pt x="11432" y="1204"/>
                  </a:lnTo>
                  <a:lnTo>
                    <a:pt x="10650" y="1465"/>
                  </a:lnTo>
                  <a:lnTo>
                    <a:pt x="9848" y="1685"/>
                  </a:lnTo>
                  <a:lnTo>
                    <a:pt x="9066" y="1886"/>
                  </a:lnTo>
                  <a:lnTo>
                    <a:pt x="8243" y="2066"/>
                  </a:lnTo>
                  <a:lnTo>
                    <a:pt x="8243" y="2066"/>
                  </a:lnTo>
                  <a:lnTo>
                    <a:pt x="6860" y="2327"/>
                  </a:lnTo>
                  <a:lnTo>
                    <a:pt x="6158" y="2467"/>
                  </a:lnTo>
                  <a:lnTo>
                    <a:pt x="5476" y="2608"/>
                  </a:lnTo>
                  <a:lnTo>
                    <a:pt x="4774" y="2768"/>
                  </a:lnTo>
                  <a:lnTo>
                    <a:pt x="4092" y="2949"/>
                  </a:lnTo>
                  <a:lnTo>
                    <a:pt x="3430" y="3189"/>
                  </a:lnTo>
                  <a:lnTo>
                    <a:pt x="3109" y="3310"/>
                  </a:lnTo>
                  <a:lnTo>
                    <a:pt x="2789" y="3450"/>
                  </a:lnTo>
                  <a:lnTo>
                    <a:pt x="2789" y="3450"/>
                  </a:lnTo>
                  <a:lnTo>
                    <a:pt x="2488" y="3610"/>
                  </a:lnTo>
                  <a:lnTo>
                    <a:pt x="2187" y="3771"/>
                  </a:lnTo>
                  <a:lnTo>
                    <a:pt x="1906" y="3951"/>
                  </a:lnTo>
                  <a:lnTo>
                    <a:pt x="1645" y="4152"/>
                  </a:lnTo>
                  <a:lnTo>
                    <a:pt x="1385" y="4372"/>
                  </a:lnTo>
                  <a:lnTo>
                    <a:pt x="1124" y="4593"/>
                  </a:lnTo>
                  <a:lnTo>
                    <a:pt x="903" y="4854"/>
                  </a:lnTo>
                  <a:lnTo>
                    <a:pt x="703" y="5114"/>
                  </a:lnTo>
                  <a:lnTo>
                    <a:pt x="502" y="5375"/>
                  </a:lnTo>
                  <a:lnTo>
                    <a:pt x="342" y="5656"/>
                  </a:lnTo>
                  <a:lnTo>
                    <a:pt x="222" y="5957"/>
                  </a:lnTo>
                  <a:lnTo>
                    <a:pt x="121" y="6258"/>
                  </a:lnTo>
                  <a:lnTo>
                    <a:pt x="41" y="6578"/>
                  </a:lnTo>
                  <a:lnTo>
                    <a:pt x="1" y="6899"/>
                  </a:lnTo>
                  <a:lnTo>
                    <a:pt x="1" y="7220"/>
                  </a:lnTo>
                  <a:lnTo>
                    <a:pt x="41" y="7561"/>
                  </a:lnTo>
                  <a:lnTo>
                    <a:pt x="41" y="7561"/>
                  </a:lnTo>
                  <a:lnTo>
                    <a:pt x="141" y="7782"/>
                  </a:lnTo>
                  <a:lnTo>
                    <a:pt x="141" y="7782"/>
                  </a:lnTo>
                  <a:lnTo>
                    <a:pt x="522" y="7942"/>
                  </a:lnTo>
                  <a:lnTo>
                    <a:pt x="903" y="8083"/>
                  </a:lnTo>
                  <a:lnTo>
                    <a:pt x="1304" y="8203"/>
                  </a:lnTo>
                  <a:lnTo>
                    <a:pt x="1706" y="8303"/>
                  </a:lnTo>
                  <a:lnTo>
                    <a:pt x="2107" y="8383"/>
                  </a:lnTo>
                  <a:lnTo>
                    <a:pt x="2508" y="8444"/>
                  </a:lnTo>
                  <a:lnTo>
                    <a:pt x="2929" y="8484"/>
                  </a:lnTo>
                  <a:lnTo>
                    <a:pt x="3330" y="8484"/>
                  </a:lnTo>
                  <a:lnTo>
                    <a:pt x="3330" y="8484"/>
                  </a:lnTo>
                  <a:lnTo>
                    <a:pt x="3651" y="8484"/>
                  </a:lnTo>
                  <a:lnTo>
                    <a:pt x="3952" y="8464"/>
                  </a:lnTo>
                  <a:lnTo>
                    <a:pt x="4252" y="8423"/>
                  </a:lnTo>
                  <a:lnTo>
                    <a:pt x="4553" y="8383"/>
                  </a:lnTo>
                  <a:lnTo>
                    <a:pt x="4553" y="8383"/>
                  </a:lnTo>
                  <a:lnTo>
                    <a:pt x="4714" y="8363"/>
                  </a:lnTo>
                  <a:lnTo>
                    <a:pt x="4714" y="8363"/>
                  </a:lnTo>
                  <a:lnTo>
                    <a:pt x="4533" y="8243"/>
                  </a:lnTo>
                  <a:lnTo>
                    <a:pt x="4373" y="8123"/>
                  </a:lnTo>
                  <a:lnTo>
                    <a:pt x="4212" y="7982"/>
                  </a:lnTo>
                  <a:lnTo>
                    <a:pt x="4072" y="7842"/>
                  </a:lnTo>
                  <a:lnTo>
                    <a:pt x="3932" y="7681"/>
                  </a:lnTo>
                  <a:lnTo>
                    <a:pt x="3791" y="7521"/>
                  </a:lnTo>
                  <a:lnTo>
                    <a:pt x="3651" y="7341"/>
                  </a:lnTo>
                  <a:lnTo>
                    <a:pt x="3531" y="7160"/>
                  </a:lnTo>
                  <a:lnTo>
                    <a:pt x="3531" y="7160"/>
                  </a:lnTo>
                  <a:lnTo>
                    <a:pt x="3350" y="6799"/>
                  </a:lnTo>
                  <a:lnTo>
                    <a:pt x="3230" y="6458"/>
                  </a:lnTo>
                  <a:lnTo>
                    <a:pt x="3129" y="6117"/>
                  </a:lnTo>
                  <a:lnTo>
                    <a:pt x="3069" y="5776"/>
                  </a:lnTo>
                  <a:lnTo>
                    <a:pt x="3049" y="5455"/>
                  </a:lnTo>
                  <a:lnTo>
                    <a:pt x="3069" y="5135"/>
                  </a:lnTo>
                  <a:lnTo>
                    <a:pt x="3129" y="4814"/>
                  </a:lnTo>
                  <a:lnTo>
                    <a:pt x="3230" y="4513"/>
                  </a:lnTo>
                  <a:lnTo>
                    <a:pt x="3370" y="4212"/>
                  </a:lnTo>
                  <a:lnTo>
                    <a:pt x="3531" y="3951"/>
                  </a:lnTo>
                  <a:lnTo>
                    <a:pt x="3731" y="3691"/>
                  </a:lnTo>
                  <a:lnTo>
                    <a:pt x="3972" y="3450"/>
                  </a:lnTo>
                  <a:lnTo>
                    <a:pt x="4232" y="3249"/>
                  </a:lnTo>
                  <a:lnTo>
                    <a:pt x="4533" y="3049"/>
                  </a:lnTo>
                  <a:lnTo>
                    <a:pt x="4874" y="2888"/>
                  </a:lnTo>
                  <a:lnTo>
                    <a:pt x="5235" y="2768"/>
                  </a:lnTo>
                  <a:lnTo>
                    <a:pt x="5235" y="2768"/>
                  </a:lnTo>
                  <a:lnTo>
                    <a:pt x="5777" y="2608"/>
                  </a:lnTo>
                  <a:lnTo>
                    <a:pt x="6318" y="2487"/>
                  </a:lnTo>
                  <a:lnTo>
                    <a:pt x="6880" y="2407"/>
                  </a:lnTo>
                  <a:lnTo>
                    <a:pt x="7441" y="2347"/>
                  </a:lnTo>
                  <a:lnTo>
                    <a:pt x="8564" y="2227"/>
                  </a:lnTo>
                  <a:lnTo>
                    <a:pt x="9126" y="2166"/>
                  </a:lnTo>
                  <a:lnTo>
                    <a:pt x="9667" y="2086"/>
                  </a:lnTo>
                  <a:lnTo>
                    <a:pt x="9667" y="2086"/>
                  </a:lnTo>
                  <a:lnTo>
                    <a:pt x="10149" y="1986"/>
                  </a:lnTo>
                  <a:lnTo>
                    <a:pt x="10610" y="1866"/>
                  </a:lnTo>
                  <a:lnTo>
                    <a:pt x="11071" y="1745"/>
                  </a:lnTo>
                  <a:lnTo>
                    <a:pt x="11512" y="1585"/>
                  </a:lnTo>
                  <a:lnTo>
                    <a:pt x="11973" y="1424"/>
                  </a:lnTo>
                  <a:lnTo>
                    <a:pt x="12395" y="1224"/>
                  </a:lnTo>
                  <a:lnTo>
                    <a:pt x="12836" y="1023"/>
                  </a:lnTo>
                  <a:lnTo>
                    <a:pt x="13257" y="803"/>
                  </a:lnTo>
                  <a:lnTo>
                    <a:pt x="13257" y="803"/>
                  </a:lnTo>
                  <a:lnTo>
                    <a:pt x="13397" y="723"/>
                  </a:lnTo>
                  <a:lnTo>
                    <a:pt x="13397" y="723"/>
                  </a:lnTo>
                  <a:lnTo>
                    <a:pt x="13658" y="522"/>
                  </a:lnTo>
                  <a:lnTo>
                    <a:pt x="13919" y="341"/>
                  </a:lnTo>
                  <a:lnTo>
                    <a:pt x="14179" y="161"/>
                  </a:lnTo>
                  <a:lnTo>
                    <a:pt x="1446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4" name="Google Shape;7294;p34"/>
            <p:cNvSpPr/>
            <p:nvPr/>
          </p:nvSpPr>
          <p:spPr>
            <a:xfrm>
              <a:off x="8245650" y="3956650"/>
              <a:ext cx="412650" cy="200075"/>
            </a:xfrm>
            <a:custGeom>
              <a:avLst/>
              <a:gdLst/>
              <a:ahLst/>
              <a:cxnLst/>
              <a:rect l="l" t="t" r="r" b="b"/>
              <a:pathLst>
                <a:path w="16506" h="8003" fill="none" extrusionOk="0">
                  <a:moveTo>
                    <a:pt x="16505" y="0"/>
                  </a:moveTo>
                  <a:lnTo>
                    <a:pt x="16505" y="0"/>
                  </a:lnTo>
                  <a:lnTo>
                    <a:pt x="15462" y="422"/>
                  </a:lnTo>
                  <a:lnTo>
                    <a:pt x="14419" y="863"/>
                  </a:lnTo>
                  <a:lnTo>
                    <a:pt x="14419" y="863"/>
                  </a:lnTo>
                  <a:lnTo>
                    <a:pt x="13898" y="1083"/>
                  </a:lnTo>
                  <a:lnTo>
                    <a:pt x="13357" y="1264"/>
                  </a:lnTo>
                  <a:lnTo>
                    <a:pt x="12795" y="1444"/>
                  </a:lnTo>
                  <a:lnTo>
                    <a:pt x="12254" y="1605"/>
                  </a:lnTo>
                  <a:lnTo>
                    <a:pt x="11712" y="1745"/>
                  </a:lnTo>
                  <a:lnTo>
                    <a:pt x="11151" y="1886"/>
                  </a:lnTo>
                  <a:lnTo>
                    <a:pt x="10589" y="1986"/>
                  </a:lnTo>
                  <a:lnTo>
                    <a:pt x="10007" y="2066"/>
                  </a:lnTo>
                  <a:lnTo>
                    <a:pt x="10007" y="2066"/>
                  </a:lnTo>
                  <a:lnTo>
                    <a:pt x="9326" y="2166"/>
                  </a:lnTo>
                  <a:lnTo>
                    <a:pt x="8644" y="2227"/>
                  </a:lnTo>
                  <a:lnTo>
                    <a:pt x="7280" y="2367"/>
                  </a:lnTo>
                  <a:lnTo>
                    <a:pt x="6598" y="2447"/>
                  </a:lnTo>
                  <a:lnTo>
                    <a:pt x="5936" y="2527"/>
                  </a:lnTo>
                  <a:lnTo>
                    <a:pt x="5255" y="2628"/>
                  </a:lnTo>
                  <a:lnTo>
                    <a:pt x="4593" y="2768"/>
                  </a:lnTo>
                  <a:lnTo>
                    <a:pt x="4593" y="2768"/>
                  </a:lnTo>
                  <a:lnTo>
                    <a:pt x="3931" y="2928"/>
                  </a:lnTo>
                  <a:lnTo>
                    <a:pt x="3269" y="3129"/>
                  </a:lnTo>
                  <a:lnTo>
                    <a:pt x="2948" y="3249"/>
                  </a:lnTo>
                  <a:lnTo>
                    <a:pt x="2627" y="3390"/>
                  </a:lnTo>
                  <a:lnTo>
                    <a:pt x="2307" y="3530"/>
                  </a:lnTo>
                  <a:lnTo>
                    <a:pt x="2026" y="3690"/>
                  </a:lnTo>
                  <a:lnTo>
                    <a:pt x="1725" y="3871"/>
                  </a:lnTo>
                  <a:lnTo>
                    <a:pt x="1464" y="4072"/>
                  </a:lnTo>
                  <a:lnTo>
                    <a:pt x="1204" y="4292"/>
                  </a:lnTo>
                  <a:lnTo>
                    <a:pt x="983" y="4533"/>
                  </a:lnTo>
                  <a:lnTo>
                    <a:pt x="762" y="4773"/>
                  </a:lnTo>
                  <a:lnTo>
                    <a:pt x="582" y="5054"/>
                  </a:lnTo>
                  <a:lnTo>
                    <a:pt x="401" y="5375"/>
                  </a:lnTo>
                  <a:lnTo>
                    <a:pt x="261" y="5696"/>
                  </a:lnTo>
                  <a:lnTo>
                    <a:pt x="261" y="5696"/>
                  </a:lnTo>
                  <a:lnTo>
                    <a:pt x="161" y="5977"/>
                  </a:lnTo>
                  <a:lnTo>
                    <a:pt x="101" y="6278"/>
                  </a:lnTo>
                  <a:lnTo>
                    <a:pt x="40" y="6558"/>
                  </a:lnTo>
                  <a:lnTo>
                    <a:pt x="20" y="6859"/>
                  </a:lnTo>
                  <a:lnTo>
                    <a:pt x="0" y="7140"/>
                  </a:lnTo>
                  <a:lnTo>
                    <a:pt x="20" y="7441"/>
                  </a:lnTo>
                  <a:lnTo>
                    <a:pt x="60" y="7721"/>
                  </a:lnTo>
                  <a:lnTo>
                    <a:pt x="101" y="8002"/>
                  </a:lnTo>
                  <a:lnTo>
                    <a:pt x="101" y="8002"/>
                  </a:lnTo>
                  <a:lnTo>
                    <a:pt x="121" y="7701"/>
                  </a:lnTo>
                  <a:lnTo>
                    <a:pt x="161" y="7421"/>
                  </a:lnTo>
                  <a:lnTo>
                    <a:pt x="241" y="7120"/>
                  </a:lnTo>
                  <a:lnTo>
                    <a:pt x="341" y="6839"/>
                  </a:lnTo>
                  <a:lnTo>
                    <a:pt x="461" y="6558"/>
                  </a:lnTo>
                  <a:lnTo>
                    <a:pt x="622" y="6278"/>
                  </a:lnTo>
                  <a:lnTo>
                    <a:pt x="802" y="6017"/>
                  </a:lnTo>
                  <a:lnTo>
                    <a:pt x="1003" y="5756"/>
                  </a:lnTo>
                  <a:lnTo>
                    <a:pt x="1003" y="5756"/>
                  </a:lnTo>
                  <a:lnTo>
                    <a:pt x="1224" y="5536"/>
                  </a:lnTo>
                  <a:lnTo>
                    <a:pt x="1444" y="5315"/>
                  </a:lnTo>
                  <a:lnTo>
                    <a:pt x="1705" y="5114"/>
                  </a:lnTo>
                  <a:lnTo>
                    <a:pt x="1966" y="4914"/>
                  </a:lnTo>
                  <a:lnTo>
                    <a:pt x="2226" y="4753"/>
                  </a:lnTo>
                  <a:lnTo>
                    <a:pt x="2507" y="4593"/>
                  </a:lnTo>
                  <a:lnTo>
                    <a:pt x="2788" y="4433"/>
                  </a:lnTo>
                  <a:lnTo>
                    <a:pt x="3089" y="4312"/>
                  </a:lnTo>
                  <a:lnTo>
                    <a:pt x="3690" y="4072"/>
                  </a:lnTo>
                  <a:lnTo>
                    <a:pt x="4312" y="3871"/>
                  </a:lnTo>
                  <a:lnTo>
                    <a:pt x="4934" y="3690"/>
                  </a:lnTo>
                  <a:lnTo>
                    <a:pt x="5555" y="3550"/>
                  </a:lnTo>
                  <a:lnTo>
                    <a:pt x="5555" y="3550"/>
                  </a:lnTo>
                  <a:lnTo>
                    <a:pt x="6337" y="3370"/>
                  </a:lnTo>
                  <a:lnTo>
                    <a:pt x="7140" y="3209"/>
                  </a:lnTo>
                  <a:lnTo>
                    <a:pt x="8724" y="2888"/>
                  </a:lnTo>
                  <a:lnTo>
                    <a:pt x="9526" y="2728"/>
                  </a:lnTo>
                  <a:lnTo>
                    <a:pt x="10308" y="2547"/>
                  </a:lnTo>
                  <a:lnTo>
                    <a:pt x="11090" y="2327"/>
                  </a:lnTo>
                  <a:lnTo>
                    <a:pt x="11872" y="2106"/>
                  </a:lnTo>
                  <a:lnTo>
                    <a:pt x="11872" y="2106"/>
                  </a:lnTo>
                  <a:lnTo>
                    <a:pt x="12915" y="1725"/>
                  </a:lnTo>
                  <a:lnTo>
                    <a:pt x="13958" y="1324"/>
                  </a:lnTo>
                  <a:lnTo>
                    <a:pt x="14961" y="863"/>
                  </a:lnTo>
                  <a:lnTo>
                    <a:pt x="15964" y="381"/>
                  </a:lnTo>
                  <a:lnTo>
                    <a:pt x="15964" y="381"/>
                  </a:lnTo>
                  <a:lnTo>
                    <a:pt x="1650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5" name="Google Shape;7295;p34"/>
            <p:cNvSpPr/>
            <p:nvPr/>
          </p:nvSpPr>
          <p:spPr>
            <a:xfrm>
              <a:off x="8240625" y="3940100"/>
              <a:ext cx="442725" cy="265250"/>
            </a:xfrm>
            <a:custGeom>
              <a:avLst/>
              <a:gdLst/>
              <a:ahLst/>
              <a:cxnLst/>
              <a:rect l="l" t="t" r="r" b="b"/>
              <a:pathLst>
                <a:path w="17709" h="10610" extrusionOk="0">
                  <a:moveTo>
                    <a:pt x="17709" y="1"/>
                  </a:moveTo>
                  <a:lnTo>
                    <a:pt x="17288" y="141"/>
                  </a:lnTo>
                  <a:lnTo>
                    <a:pt x="16867" y="281"/>
                  </a:lnTo>
                  <a:lnTo>
                    <a:pt x="16044" y="602"/>
                  </a:lnTo>
                  <a:lnTo>
                    <a:pt x="14400" y="1284"/>
                  </a:lnTo>
                  <a:lnTo>
                    <a:pt x="13658" y="1565"/>
                  </a:lnTo>
                  <a:lnTo>
                    <a:pt x="12916" y="1806"/>
                  </a:lnTo>
                  <a:lnTo>
                    <a:pt x="12154" y="2006"/>
                  </a:lnTo>
                  <a:lnTo>
                    <a:pt x="11412" y="2167"/>
                  </a:lnTo>
                  <a:lnTo>
                    <a:pt x="10650" y="2307"/>
                  </a:lnTo>
                  <a:lnTo>
                    <a:pt x="9888" y="2427"/>
                  </a:lnTo>
                  <a:lnTo>
                    <a:pt x="9105" y="2528"/>
                  </a:lnTo>
                  <a:lnTo>
                    <a:pt x="8323" y="2608"/>
                  </a:lnTo>
                  <a:lnTo>
                    <a:pt x="6980" y="2748"/>
                  </a:lnTo>
                  <a:lnTo>
                    <a:pt x="6298" y="2828"/>
                  </a:lnTo>
                  <a:lnTo>
                    <a:pt x="5636" y="2929"/>
                  </a:lnTo>
                  <a:lnTo>
                    <a:pt x="4974" y="3049"/>
                  </a:lnTo>
                  <a:lnTo>
                    <a:pt x="4312" y="3209"/>
                  </a:lnTo>
                  <a:lnTo>
                    <a:pt x="3671" y="3410"/>
                  </a:lnTo>
                  <a:lnTo>
                    <a:pt x="3350" y="3510"/>
                  </a:lnTo>
                  <a:lnTo>
                    <a:pt x="3029" y="3631"/>
                  </a:lnTo>
                  <a:lnTo>
                    <a:pt x="2748" y="3771"/>
                  </a:lnTo>
                  <a:lnTo>
                    <a:pt x="2487" y="3891"/>
                  </a:lnTo>
                  <a:lnTo>
                    <a:pt x="2207" y="4032"/>
                  </a:lnTo>
                  <a:lnTo>
                    <a:pt x="1966" y="4192"/>
                  </a:lnTo>
                  <a:lnTo>
                    <a:pt x="1725" y="4352"/>
                  </a:lnTo>
                  <a:lnTo>
                    <a:pt x="1505" y="4533"/>
                  </a:lnTo>
                  <a:lnTo>
                    <a:pt x="1284" y="4734"/>
                  </a:lnTo>
                  <a:lnTo>
                    <a:pt x="1084" y="4934"/>
                  </a:lnTo>
                  <a:lnTo>
                    <a:pt x="903" y="5155"/>
                  </a:lnTo>
                  <a:lnTo>
                    <a:pt x="723" y="5375"/>
                  </a:lnTo>
                  <a:lnTo>
                    <a:pt x="562" y="5616"/>
                  </a:lnTo>
                  <a:lnTo>
                    <a:pt x="442" y="5857"/>
                  </a:lnTo>
                  <a:lnTo>
                    <a:pt x="322" y="6137"/>
                  </a:lnTo>
                  <a:lnTo>
                    <a:pt x="221" y="6418"/>
                  </a:lnTo>
                  <a:lnTo>
                    <a:pt x="121" y="6699"/>
                  </a:lnTo>
                  <a:lnTo>
                    <a:pt x="61" y="7020"/>
                  </a:lnTo>
                  <a:lnTo>
                    <a:pt x="21" y="7321"/>
                  </a:lnTo>
                  <a:lnTo>
                    <a:pt x="1" y="7641"/>
                  </a:lnTo>
                  <a:lnTo>
                    <a:pt x="21" y="7942"/>
                  </a:lnTo>
                  <a:lnTo>
                    <a:pt x="41" y="8263"/>
                  </a:lnTo>
                  <a:lnTo>
                    <a:pt x="81" y="8564"/>
                  </a:lnTo>
                  <a:lnTo>
                    <a:pt x="141" y="8865"/>
                  </a:lnTo>
                  <a:lnTo>
                    <a:pt x="221" y="9146"/>
                  </a:lnTo>
                  <a:lnTo>
                    <a:pt x="342" y="9446"/>
                  </a:lnTo>
                  <a:lnTo>
                    <a:pt x="342" y="9446"/>
                  </a:lnTo>
                  <a:lnTo>
                    <a:pt x="161" y="9346"/>
                  </a:lnTo>
                  <a:lnTo>
                    <a:pt x="322" y="9527"/>
                  </a:lnTo>
                  <a:lnTo>
                    <a:pt x="442" y="9687"/>
                  </a:lnTo>
                  <a:lnTo>
                    <a:pt x="462" y="9687"/>
                  </a:lnTo>
                  <a:lnTo>
                    <a:pt x="462" y="9707"/>
                  </a:lnTo>
                  <a:lnTo>
                    <a:pt x="662" y="9908"/>
                  </a:lnTo>
                  <a:lnTo>
                    <a:pt x="903" y="10108"/>
                  </a:lnTo>
                  <a:lnTo>
                    <a:pt x="723" y="9827"/>
                  </a:lnTo>
                  <a:lnTo>
                    <a:pt x="723" y="9827"/>
                  </a:lnTo>
                  <a:lnTo>
                    <a:pt x="1104" y="10008"/>
                  </a:lnTo>
                  <a:lnTo>
                    <a:pt x="1505" y="10168"/>
                  </a:lnTo>
                  <a:lnTo>
                    <a:pt x="1886" y="10309"/>
                  </a:lnTo>
                  <a:lnTo>
                    <a:pt x="2287" y="10409"/>
                  </a:lnTo>
                  <a:lnTo>
                    <a:pt x="2688" y="10489"/>
                  </a:lnTo>
                  <a:lnTo>
                    <a:pt x="3109" y="10549"/>
                  </a:lnTo>
                  <a:lnTo>
                    <a:pt x="3510" y="10589"/>
                  </a:lnTo>
                  <a:lnTo>
                    <a:pt x="3931" y="10610"/>
                  </a:lnTo>
                  <a:lnTo>
                    <a:pt x="4353" y="10589"/>
                  </a:lnTo>
                  <a:lnTo>
                    <a:pt x="4774" y="10549"/>
                  </a:lnTo>
                  <a:lnTo>
                    <a:pt x="5195" y="10489"/>
                  </a:lnTo>
                  <a:lnTo>
                    <a:pt x="5636" y="10389"/>
                  </a:lnTo>
                  <a:lnTo>
                    <a:pt x="5395" y="10289"/>
                  </a:lnTo>
                  <a:lnTo>
                    <a:pt x="5175" y="10168"/>
                  </a:lnTo>
                  <a:lnTo>
                    <a:pt x="5014" y="10188"/>
                  </a:lnTo>
                  <a:lnTo>
                    <a:pt x="4713" y="10228"/>
                  </a:lnTo>
                  <a:lnTo>
                    <a:pt x="4413" y="10269"/>
                  </a:lnTo>
                  <a:lnTo>
                    <a:pt x="4112" y="10289"/>
                  </a:lnTo>
                  <a:lnTo>
                    <a:pt x="3390" y="10289"/>
                  </a:lnTo>
                  <a:lnTo>
                    <a:pt x="2969" y="10249"/>
                  </a:lnTo>
                  <a:lnTo>
                    <a:pt x="2568" y="10188"/>
                  </a:lnTo>
                  <a:lnTo>
                    <a:pt x="2167" y="10108"/>
                  </a:lnTo>
                  <a:lnTo>
                    <a:pt x="1765" y="10008"/>
                  </a:lnTo>
                  <a:lnTo>
                    <a:pt x="1364" y="9888"/>
                  </a:lnTo>
                  <a:lnTo>
                    <a:pt x="983" y="9747"/>
                  </a:lnTo>
                  <a:lnTo>
                    <a:pt x="602" y="9587"/>
                  </a:lnTo>
                  <a:lnTo>
                    <a:pt x="502" y="9366"/>
                  </a:lnTo>
                  <a:lnTo>
                    <a:pt x="462" y="9025"/>
                  </a:lnTo>
                  <a:lnTo>
                    <a:pt x="462" y="8704"/>
                  </a:lnTo>
                  <a:lnTo>
                    <a:pt x="502" y="8383"/>
                  </a:lnTo>
                  <a:lnTo>
                    <a:pt x="582" y="8063"/>
                  </a:lnTo>
                  <a:lnTo>
                    <a:pt x="683" y="7762"/>
                  </a:lnTo>
                  <a:lnTo>
                    <a:pt x="803" y="7461"/>
                  </a:lnTo>
                  <a:lnTo>
                    <a:pt x="963" y="7180"/>
                  </a:lnTo>
                  <a:lnTo>
                    <a:pt x="1164" y="6919"/>
                  </a:lnTo>
                  <a:lnTo>
                    <a:pt x="1364" y="6659"/>
                  </a:lnTo>
                  <a:lnTo>
                    <a:pt x="1585" y="6398"/>
                  </a:lnTo>
                  <a:lnTo>
                    <a:pt x="1846" y="6177"/>
                  </a:lnTo>
                  <a:lnTo>
                    <a:pt x="2106" y="5957"/>
                  </a:lnTo>
                  <a:lnTo>
                    <a:pt x="2367" y="5756"/>
                  </a:lnTo>
                  <a:lnTo>
                    <a:pt x="2648" y="5576"/>
                  </a:lnTo>
                  <a:lnTo>
                    <a:pt x="2949" y="5415"/>
                  </a:lnTo>
                  <a:lnTo>
                    <a:pt x="3250" y="5255"/>
                  </a:lnTo>
                  <a:lnTo>
                    <a:pt x="3570" y="5115"/>
                  </a:lnTo>
                  <a:lnTo>
                    <a:pt x="3891" y="4994"/>
                  </a:lnTo>
                  <a:lnTo>
                    <a:pt x="4553" y="4754"/>
                  </a:lnTo>
                  <a:lnTo>
                    <a:pt x="5235" y="4573"/>
                  </a:lnTo>
                  <a:lnTo>
                    <a:pt x="5937" y="4413"/>
                  </a:lnTo>
                  <a:lnTo>
                    <a:pt x="6619" y="4272"/>
                  </a:lnTo>
                  <a:lnTo>
                    <a:pt x="7321" y="4132"/>
                  </a:lnTo>
                  <a:lnTo>
                    <a:pt x="8704" y="3871"/>
                  </a:lnTo>
                  <a:lnTo>
                    <a:pt x="9527" y="3691"/>
                  </a:lnTo>
                  <a:lnTo>
                    <a:pt x="10309" y="3490"/>
                  </a:lnTo>
                  <a:lnTo>
                    <a:pt x="11111" y="3270"/>
                  </a:lnTo>
                  <a:lnTo>
                    <a:pt x="11893" y="3009"/>
                  </a:lnTo>
                  <a:lnTo>
                    <a:pt x="12655" y="2748"/>
                  </a:lnTo>
                  <a:lnTo>
                    <a:pt x="13417" y="2447"/>
                  </a:lnTo>
                  <a:lnTo>
                    <a:pt x="14179" y="2146"/>
                  </a:lnTo>
                  <a:lnTo>
                    <a:pt x="14921" y="1806"/>
                  </a:lnTo>
                  <a:lnTo>
                    <a:pt x="14640" y="1966"/>
                  </a:lnTo>
                  <a:lnTo>
                    <a:pt x="14380" y="2146"/>
                  </a:lnTo>
                  <a:lnTo>
                    <a:pt x="14119" y="2327"/>
                  </a:lnTo>
                  <a:lnTo>
                    <a:pt x="13858" y="2528"/>
                  </a:lnTo>
                  <a:lnTo>
                    <a:pt x="14440" y="2167"/>
                  </a:lnTo>
                  <a:lnTo>
                    <a:pt x="15022" y="1806"/>
                  </a:lnTo>
                  <a:lnTo>
                    <a:pt x="16165" y="1043"/>
                  </a:lnTo>
                  <a:lnTo>
                    <a:pt x="16165" y="1043"/>
                  </a:lnTo>
                  <a:lnTo>
                    <a:pt x="15162" y="1525"/>
                  </a:lnTo>
                  <a:lnTo>
                    <a:pt x="14159" y="1986"/>
                  </a:lnTo>
                  <a:lnTo>
                    <a:pt x="13116" y="2387"/>
                  </a:lnTo>
                  <a:lnTo>
                    <a:pt x="12073" y="2768"/>
                  </a:lnTo>
                  <a:lnTo>
                    <a:pt x="11291" y="2989"/>
                  </a:lnTo>
                  <a:lnTo>
                    <a:pt x="10509" y="3209"/>
                  </a:lnTo>
                  <a:lnTo>
                    <a:pt x="9727" y="3390"/>
                  </a:lnTo>
                  <a:lnTo>
                    <a:pt x="8925" y="3550"/>
                  </a:lnTo>
                  <a:lnTo>
                    <a:pt x="7341" y="3871"/>
                  </a:lnTo>
                  <a:lnTo>
                    <a:pt x="6538" y="4032"/>
                  </a:lnTo>
                  <a:lnTo>
                    <a:pt x="5756" y="4212"/>
                  </a:lnTo>
                  <a:lnTo>
                    <a:pt x="5135" y="4352"/>
                  </a:lnTo>
                  <a:lnTo>
                    <a:pt x="4513" y="4533"/>
                  </a:lnTo>
                  <a:lnTo>
                    <a:pt x="3891" y="4734"/>
                  </a:lnTo>
                  <a:lnTo>
                    <a:pt x="3290" y="4974"/>
                  </a:lnTo>
                  <a:lnTo>
                    <a:pt x="2989" y="5095"/>
                  </a:lnTo>
                  <a:lnTo>
                    <a:pt x="2708" y="5255"/>
                  </a:lnTo>
                  <a:lnTo>
                    <a:pt x="2427" y="5415"/>
                  </a:lnTo>
                  <a:lnTo>
                    <a:pt x="2167" y="5576"/>
                  </a:lnTo>
                  <a:lnTo>
                    <a:pt x="1906" y="5776"/>
                  </a:lnTo>
                  <a:lnTo>
                    <a:pt x="1645" y="5977"/>
                  </a:lnTo>
                  <a:lnTo>
                    <a:pt x="1425" y="6198"/>
                  </a:lnTo>
                  <a:lnTo>
                    <a:pt x="1204" y="6418"/>
                  </a:lnTo>
                  <a:lnTo>
                    <a:pt x="1003" y="6679"/>
                  </a:lnTo>
                  <a:lnTo>
                    <a:pt x="823" y="6940"/>
                  </a:lnTo>
                  <a:lnTo>
                    <a:pt x="662" y="7220"/>
                  </a:lnTo>
                  <a:lnTo>
                    <a:pt x="542" y="7501"/>
                  </a:lnTo>
                  <a:lnTo>
                    <a:pt x="442" y="7782"/>
                  </a:lnTo>
                  <a:lnTo>
                    <a:pt x="362" y="8083"/>
                  </a:lnTo>
                  <a:lnTo>
                    <a:pt x="322" y="8363"/>
                  </a:lnTo>
                  <a:lnTo>
                    <a:pt x="302" y="8664"/>
                  </a:lnTo>
                  <a:lnTo>
                    <a:pt x="261" y="8383"/>
                  </a:lnTo>
                  <a:lnTo>
                    <a:pt x="221" y="8103"/>
                  </a:lnTo>
                  <a:lnTo>
                    <a:pt x="201" y="7802"/>
                  </a:lnTo>
                  <a:lnTo>
                    <a:pt x="221" y="7521"/>
                  </a:lnTo>
                  <a:lnTo>
                    <a:pt x="241" y="7220"/>
                  </a:lnTo>
                  <a:lnTo>
                    <a:pt x="302" y="6940"/>
                  </a:lnTo>
                  <a:lnTo>
                    <a:pt x="362" y="6639"/>
                  </a:lnTo>
                  <a:lnTo>
                    <a:pt x="462" y="6358"/>
                  </a:lnTo>
                  <a:lnTo>
                    <a:pt x="602" y="6037"/>
                  </a:lnTo>
                  <a:lnTo>
                    <a:pt x="783" y="5716"/>
                  </a:lnTo>
                  <a:lnTo>
                    <a:pt x="963" y="5435"/>
                  </a:lnTo>
                  <a:lnTo>
                    <a:pt x="1184" y="5195"/>
                  </a:lnTo>
                  <a:lnTo>
                    <a:pt x="1405" y="4954"/>
                  </a:lnTo>
                  <a:lnTo>
                    <a:pt x="1665" y="4734"/>
                  </a:lnTo>
                  <a:lnTo>
                    <a:pt x="1926" y="4533"/>
                  </a:lnTo>
                  <a:lnTo>
                    <a:pt x="2227" y="4352"/>
                  </a:lnTo>
                  <a:lnTo>
                    <a:pt x="2508" y="4192"/>
                  </a:lnTo>
                  <a:lnTo>
                    <a:pt x="2828" y="4052"/>
                  </a:lnTo>
                  <a:lnTo>
                    <a:pt x="3149" y="3911"/>
                  </a:lnTo>
                  <a:lnTo>
                    <a:pt x="3470" y="3791"/>
                  </a:lnTo>
                  <a:lnTo>
                    <a:pt x="4132" y="3590"/>
                  </a:lnTo>
                  <a:lnTo>
                    <a:pt x="4794" y="3430"/>
                  </a:lnTo>
                  <a:lnTo>
                    <a:pt x="5456" y="3290"/>
                  </a:lnTo>
                  <a:lnTo>
                    <a:pt x="6137" y="3189"/>
                  </a:lnTo>
                  <a:lnTo>
                    <a:pt x="6799" y="3109"/>
                  </a:lnTo>
                  <a:lnTo>
                    <a:pt x="7481" y="3029"/>
                  </a:lnTo>
                  <a:lnTo>
                    <a:pt x="8845" y="2889"/>
                  </a:lnTo>
                  <a:lnTo>
                    <a:pt x="9527" y="2828"/>
                  </a:lnTo>
                  <a:lnTo>
                    <a:pt x="10208" y="2728"/>
                  </a:lnTo>
                  <a:lnTo>
                    <a:pt x="10790" y="2648"/>
                  </a:lnTo>
                  <a:lnTo>
                    <a:pt x="11352" y="2548"/>
                  </a:lnTo>
                  <a:lnTo>
                    <a:pt x="11913" y="2407"/>
                  </a:lnTo>
                  <a:lnTo>
                    <a:pt x="12455" y="2267"/>
                  </a:lnTo>
                  <a:lnTo>
                    <a:pt x="12996" y="2106"/>
                  </a:lnTo>
                  <a:lnTo>
                    <a:pt x="13558" y="1926"/>
                  </a:lnTo>
                  <a:lnTo>
                    <a:pt x="14099" y="1745"/>
                  </a:lnTo>
                  <a:lnTo>
                    <a:pt x="14620" y="1525"/>
                  </a:lnTo>
                  <a:lnTo>
                    <a:pt x="15663" y="1084"/>
                  </a:lnTo>
                  <a:lnTo>
                    <a:pt x="16706" y="662"/>
                  </a:lnTo>
                  <a:lnTo>
                    <a:pt x="1770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6" name="Google Shape;7296;p34"/>
            <p:cNvSpPr/>
            <p:nvPr/>
          </p:nvSpPr>
          <p:spPr>
            <a:xfrm>
              <a:off x="8626675" y="3882950"/>
              <a:ext cx="123375" cy="190050"/>
            </a:xfrm>
            <a:custGeom>
              <a:avLst/>
              <a:gdLst/>
              <a:ahLst/>
              <a:cxnLst/>
              <a:rect l="l" t="t" r="r" b="b"/>
              <a:pathLst>
                <a:path w="4935" h="7602" extrusionOk="0">
                  <a:moveTo>
                    <a:pt x="1665" y="0"/>
                  </a:moveTo>
                  <a:lnTo>
                    <a:pt x="1525" y="41"/>
                  </a:lnTo>
                  <a:lnTo>
                    <a:pt x="1384" y="81"/>
                  </a:lnTo>
                  <a:lnTo>
                    <a:pt x="1264" y="161"/>
                  </a:lnTo>
                  <a:lnTo>
                    <a:pt x="1144" y="261"/>
                  </a:lnTo>
                  <a:lnTo>
                    <a:pt x="1023" y="361"/>
                  </a:lnTo>
                  <a:lnTo>
                    <a:pt x="903" y="502"/>
                  </a:lnTo>
                  <a:lnTo>
                    <a:pt x="803" y="662"/>
                  </a:lnTo>
                  <a:lnTo>
                    <a:pt x="723" y="823"/>
                  </a:lnTo>
                  <a:lnTo>
                    <a:pt x="622" y="1023"/>
                  </a:lnTo>
                  <a:lnTo>
                    <a:pt x="482" y="1444"/>
                  </a:lnTo>
                  <a:lnTo>
                    <a:pt x="342" y="1906"/>
                  </a:lnTo>
                  <a:lnTo>
                    <a:pt x="241" y="2407"/>
                  </a:lnTo>
                  <a:lnTo>
                    <a:pt x="161" y="2928"/>
                  </a:lnTo>
                  <a:lnTo>
                    <a:pt x="101" y="3490"/>
                  </a:lnTo>
                  <a:lnTo>
                    <a:pt x="61" y="4031"/>
                  </a:lnTo>
                  <a:lnTo>
                    <a:pt x="21" y="4593"/>
                  </a:lnTo>
                  <a:lnTo>
                    <a:pt x="1" y="5636"/>
                  </a:lnTo>
                  <a:lnTo>
                    <a:pt x="1" y="6538"/>
                  </a:lnTo>
                  <a:lnTo>
                    <a:pt x="41" y="7220"/>
                  </a:lnTo>
                  <a:lnTo>
                    <a:pt x="4934" y="7601"/>
                  </a:lnTo>
                  <a:lnTo>
                    <a:pt x="4934" y="7601"/>
                  </a:lnTo>
                  <a:lnTo>
                    <a:pt x="4914" y="7080"/>
                  </a:lnTo>
                  <a:lnTo>
                    <a:pt x="4894" y="6578"/>
                  </a:lnTo>
                  <a:lnTo>
                    <a:pt x="4854" y="6097"/>
                  </a:lnTo>
                  <a:lnTo>
                    <a:pt x="4794" y="5636"/>
                  </a:lnTo>
                  <a:lnTo>
                    <a:pt x="4734" y="5175"/>
                  </a:lnTo>
                  <a:lnTo>
                    <a:pt x="4673" y="4753"/>
                  </a:lnTo>
                  <a:lnTo>
                    <a:pt x="4593" y="4332"/>
                  </a:lnTo>
                  <a:lnTo>
                    <a:pt x="4493" y="3951"/>
                  </a:lnTo>
                  <a:lnTo>
                    <a:pt x="4312" y="3209"/>
                  </a:lnTo>
                  <a:lnTo>
                    <a:pt x="4192" y="2868"/>
                  </a:lnTo>
                  <a:lnTo>
                    <a:pt x="4072" y="2547"/>
                  </a:lnTo>
                  <a:lnTo>
                    <a:pt x="3951" y="2247"/>
                  </a:lnTo>
                  <a:lnTo>
                    <a:pt x="3831" y="1966"/>
                  </a:lnTo>
                  <a:lnTo>
                    <a:pt x="3691" y="1685"/>
                  </a:lnTo>
                  <a:lnTo>
                    <a:pt x="3570" y="1444"/>
                  </a:lnTo>
                  <a:lnTo>
                    <a:pt x="3430" y="1224"/>
                  </a:lnTo>
                  <a:lnTo>
                    <a:pt x="3290" y="1003"/>
                  </a:lnTo>
                  <a:lnTo>
                    <a:pt x="3129" y="823"/>
                  </a:lnTo>
                  <a:lnTo>
                    <a:pt x="2989" y="642"/>
                  </a:lnTo>
                  <a:lnTo>
                    <a:pt x="2848" y="502"/>
                  </a:lnTo>
                  <a:lnTo>
                    <a:pt x="2688" y="361"/>
                  </a:lnTo>
                  <a:lnTo>
                    <a:pt x="2548" y="261"/>
                  </a:lnTo>
                  <a:lnTo>
                    <a:pt x="2387" y="161"/>
                  </a:lnTo>
                  <a:lnTo>
                    <a:pt x="2247" y="81"/>
                  </a:lnTo>
                  <a:lnTo>
                    <a:pt x="2086" y="41"/>
                  </a:lnTo>
                  <a:lnTo>
                    <a:pt x="194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97" name="Google Shape;7297;p34"/>
          <p:cNvGrpSpPr/>
          <p:nvPr/>
        </p:nvGrpSpPr>
        <p:grpSpPr>
          <a:xfrm>
            <a:off x="384700" y="2409050"/>
            <a:ext cx="908400" cy="2505550"/>
            <a:chOff x="16129525" y="2597825"/>
            <a:chExt cx="908400" cy="2505550"/>
          </a:xfrm>
        </p:grpSpPr>
        <p:sp>
          <p:nvSpPr>
            <p:cNvPr id="7298" name="Google Shape;7298;p34"/>
            <p:cNvSpPr/>
            <p:nvPr/>
          </p:nvSpPr>
          <p:spPr>
            <a:xfrm>
              <a:off x="16129525" y="4968075"/>
              <a:ext cx="908400" cy="135300"/>
            </a:xfrm>
            <a:prstGeom prst="ellipse">
              <a:avLst/>
            </a:pr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9" name="Google Shape;7299;p34"/>
            <p:cNvSpPr/>
            <p:nvPr/>
          </p:nvSpPr>
          <p:spPr>
            <a:xfrm>
              <a:off x="16140225" y="3564750"/>
              <a:ext cx="180425" cy="696325"/>
            </a:xfrm>
            <a:custGeom>
              <a:avLst/>
              <a:gdLst/>
              <a:ahLst/>
              <a:cxnLst/>
              <a:rect l="l" t="t" r="r" b="b"/>
              <a:pathLst>
                <a:path w="7217" h="27853" extrusionOk="0">
                  <a:moveTo>
                    <a:pt x="0" y="1"/>
                  </a:moveTo>
                  <a:lnTo>
                    <a:pt x="130" y="3112"/>
                  </a:lnTo>
                  <a:lnTo>
                    <a:pt x="216" y="6526"/>
                  </a:lnTo>
                  <a:lnTo>
                    <a:pt x="367" y="13916"/>
                  </a:lnTo>
                  <a:lnTo>
                    <a:pt x="540" y="21306"/>
                  </a:lnTo>
                  <a:lnTo>
                    <a:pt x="627" y="24741"/>
                  </a:lnTo>
                  <a:lnTo>
                    <a:pt x="756" y="27853"/>
                  </a:lnTo>
                  <a:lnTo>
                    <a:pt x="6180" y="27853"/>
                  </a:lnTo>
                  <a:lnTo>
                    <a:pt x="6309" y="24741"/>
                  </a:lnTo>
                  <a:lnTo>
                    <a:pt x="6439" y="21306"/>
                  </a:lnTo>
                  <a:lnTo>
                    <a:pt x="6698" y="13916"/>
                  </a:lnTo>
                  <a:lnTo>
                    <a:pt x="6958" y="6526"/>
                  </a:lnTo>
                  <a:lnTo>
                    <a:pt x="7087" y="3112"/>
                  </a:lnTo>
                  <a:lnTo>
                    <a:pt x="721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0" name="Google Shape;7300;p34"/>
            <p:cNvSpPr/>
            <p:nvPr/>
          </p:nvSpPr>
          <p:spPr>
            <a:xfrm>
              <a:off x="16824625" y="3564750"/>
              <a:ext cx="180450" cy="696325"/>
            </a:xfrm>
            <a:custGeom>
              <a:avLst/>
              <a:gdLst/>
              <a:ahLst/>
              <a:cxnLst/>
              <a:rect l="l" t="t" r="r" b="b"/>
              <a:pathLst>
                <a:path w="7218" h="27853" extrusionOk="0">
                  <a:moveTo>
                    <a:pt x="1" y="1"/>
                  </a:moveTo>
                  <a:lnTo>
                    <a:pt x="130" y="3112"/>
                  </a:lnTo>
                  <a:lnTo>
                    <a:pt x="260" y="6526"/>
                  </a:lnTo>
                  <a:lnTo>
                    <a:pt x="519" y="13916"/>
                  </a:lnTo>
                  <a:lnTo>
                    <a:pt x="779" y="21306"/>
                  </a:lnTo>
                  <a:lnTo>
                    <a:pt x="908" y="24741"/>
                  </a:lnTo>
                  <a:lnTo>
                    <a:pt x="1038" y="27853"/>
                  </a:lnTo>
                  <a:lnTo>
                    <a:pt x="6483" y="27853"/>
                  </a:lnTo>
                  <a:lnTo>
                    <a:pt x="6591" y="24741"/>
                  </a:lnTo>
                  <a:lnTo>
                    <a:pt x="6699" y="21306"/>
                  </a:lnTo>
                  <a:lnTo>
                    <a:pt x="6850" y="13916"/>
                  </a:lnTo>
                  <a:lnTo>
                    <a:pt x="7002" y="6526"/>
                  </a:lnTo>
                  <a:lnTo>
                    <a:pt x="7110" y="3112"/>
                  </a:lnTo>
                  <a:lnTo>
                    <a:pt x="721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1" name="Google Shape;7301;p34"/>
            <p:cNvSpPr/>
            <p:nvPr/>
          </p:nvSpPr>
          <p:spPr>
            <a:xfrm>
              <a:off x="16228275" y="3067250"/>
              <a:ext cx="244725" cy="485100"/>
            </a:xfrm>
            <a:custGeom>
              <a:avLst/>
              <a:gdLst/>
              <a:ahLst/>
              <a:cxnLst/>
              <a:rect l="l" t="t" r="r" b="b"/>
              <a:pathLst>
                <a:path w="9789" h="19404" extrusionOk="0">
                  <a:moveTo>
                    <a:pt x="6331" y="0"/>
                  </a:moveTo>
                  <a:lnTo>
                    <a:pt x="6201" y="22"/>
                  </a:lnTo>
                  <a:lnTo>
                    <a:pt x="6072" y="65"/>
                  </a:lnTo>
                  <a:lnTo>
                    <a:pt x="5942" y="108"/>
                  </a:lnTo>
                  <a:lnTo>
                    <a:pt x="5812" y="173"/>
                  </a:lnTo>
                  <a:lnTo>
                    <a:pt x="5683" y="259"/>
                  </a:lnTo>
                  <a:lnTo>
                    <a:pt x="5553" y="346"/>
                  </a:lnTo>
                  <a:lnTo>
                    <a:pt x="5316" y="584"/>
                  </a:lnTo>
                  <a:lnTo>
                    <a:pt x="5078" y="864"/>
                  </a:lnTo>
                  <a:lnTo>
                    <a:pt x="4840" y="1189"/>
                  </a:lnTo>
                  <a:lnTo>
                    <a:pt x="4624" y="1556"/>
                  </a:lnTo>
                  <a:lnTo>
                    <a:pt x="4430" y="1966"/>
                  </a:lnTo>
                  <a:lnTo>
                    <a:pt x="4235" y="2399"/>
                  </a:lnTo>
                  <a:lnTo>
                    <a:pt x="4062" y="2874"/>
                  </a:lnTo>
                  <a:lnTo>
                    <a:pt x="3911" y="3349"/>
                  </a:lnTo>
                  <a:lnTo>
                    <a:pt x="3760" y="3868"/>
                  </a:lnTo>
                  <a:lnTo>
                    <a:pt x="3652" y="4387"/>
                  </a:lnTo>
                  <a:lnTo>
                    <a:pt x="3544" y="4905"/>
                  </a:lnTo>
                  <a:lnTo>
                    <a:pt x="3457" y="5424"/>
                  </a:lnTo>
                  <a:lnTo>
                    <a:pt x="3392" y="5964"/>
                  </a:lnTo>
                  <a:lnTo>
                    <a:pt x="3349" y="6223"/>
                  </a:lnTo>
                  <a:lnTo>
                    <a:pt x="3284" y="6526"/>
                  </a:lnTo>
                  <a:lnTo>
                    <a:pt x="3220" y="6828"/>
                  </a:lnTo>
                  <a:lnTo>
                    <a:pt x="3112" y="7152"/>
                  </a:lnTo>
                  <a:lnTo>
                    <a:pt x="2874" y="7822"/>
                  </a:lnTo>
                  <a:lnTo>
                    <a:pt x="2571" y="8535"/>
                  </a:lnTo>
                  <a:lnTo>
                    <a:pt x="1902" y="10091"/>
                  </a:lnTo>
                  <a:lnTo>
                    <a:pt x="1188" y="11711"/>
                  </a:lnTo>
                  <a:lnTo>
                    <a:pt x="864" y="12533"/>
                  </a:lnTo>
                  <a:lnTo>
                    <a:pt x="562" y="13354"/>
                  </a:lnTo>
                  <a:lnTo>
                    <a:pt x="324" y="14153"/>
                  </a:lnTo>
                  <a:lnTo>
                    <a:pt x="216" y="14542"/>
                  </a:lnTo>
                  <a:lnTo>
                    <a:pt x="130" y="14909"/>
                  </a:lnTo>
                  <a:lnTo>
                    <a:pt x="65" y="15298"/>
                  </a:lnTo>
                  <a:lnTo>
                    <a:pt x="22" y="15644"/>
                  </a:lnTo>
                  <a:lnTo>
                    <a:pt x="0" y="16011"/>
                  </a:lnTo>
                  <a:lnTo>
                    <a:pt x="0" y="16357"/>
                  </a:lnTo>
                  <a:lnTo>
                    <a:pt x="43" y="16681"/>
                  </a:lnTo>
                  <a:lnTo>
                    <a:pt x="87" y="17005"/>
                  </a:lnTo>
                  <a:lnTo>
                    <a:pt x="173" y="17286"/>
                  </a:lnTo>
                  <a:lnTo>
                    <a:pt x="303" y="17589"/>
                  </a:lnTo>
                  <a:lnTo>
                    <a:pt x="454" y="17848"/>
                  </a:lnTo>
                  <a:lnTo>
                    <a:pt x="627" y="18086"/>
                  </a:lnTo>
                  <a:lnTo>
                    <a:pt x="821" y="18302"/>
                  </a:lnTo>
                  <a:lnTo>
                    <a:pt x="1059" y="18496"/>
                  </a:lnTo>
                  <a:lnTo>
                    <a:pt x="1297" y="18669"/>
                  </a:lnTo>
                  <a:lnTo>
                    <a:pt x="1577" y="18820"/>
                  </a:lnTo>
                  <a:lnTo>
                    <a:pt x="1858" y="18950"/>
                  </a:lnTo>
                  <a:lnTo>
                    <a:pt x="2161" y="19058"/>
                  </a:lnTo>
                  <a:lnTo>
                    <a:pt x="2485" y="19166"/>
                  </a:lnTo>
                  <a:lnTo>
                    <a:pt x="2809" y="19231"/>
                  </a:lnTo>
                  <a:lnTo>
                    <a:pt x="3155" y="19296"/>
                  </a:lnTo>
                  <a:lnTo>
                    <a:pt x="3500" y="19339"/>
                  </a:lnTo>
                  <a:lnTo>
                    <a:pt x="3868" y="19382"/>
                  </a:lnTo>
                  <a:lnTo>
                    <a:pt x="4214" y="19404"/>
                  </a:lnTo>
                  <a:lnTo>
                    <a:pt x="4948" y="19404"/>
                  </a:lnTo>
                  <a:lnTo>
                    <a:pt x="5683" y="19339"/>
                  </a:lnTo>
                  <a:lnTo>
                    <a:pt x="6396" y="19253"/>
                  </a:lnTo>
                  <a:lnTo>
                    <a:pt x="7066" y="19144"/>
                  </a:lnTo>
                  <a:lnTo>
                    <a:pt x="7692" y="18993"/>
                  </a:lnTo>
                  <a:lnTo>
                    <a:pt x="8254" y="18842"/>
                  </a:lnTo>
                  <a:lnTo>
                    <a:pt x="8751" y="18669"/>
                  </a:lnTo>
                  <a:lnTo>
                    <a:pt x="9140" y="18475"/>
                  </a:lnTo>
                  <a:lnTo>
                    <a:pt x="9291" y="18388"/>
                  </a:lnTo>
                  <a:lnTo>
                    <a:pt x="9399" y="18302"/>
                  </a:lnTo>
                  <a:lnTo>
                    <a:pt x="9464" y="18237"/>
                  </a:lnTo>
                  <a:lnTo>
                    <a:pt x="9507" y="18172"/>
                  </a:lnTo>
                  <a:lnTo>
                    <a:pt x="9594" y="17934"/>
                  </a:lnTo>
                  <a:lnTo>
                    <a:pt x="9659" y="17632"/>
                  </a:lnTo>
                  <a:lnTo>
                    <a:pt x="9702" y="17243"/>
                  </a:lnTo>
                  <a:lnTo>
                    <a:pt x="9745" y="16789"/>
                  </a:lnTo>
                  <a:lnTo>
                    <a:pt x="9767" y="16249"/>
                  </a:lnTo>
                  <a:lnTo>
                    <a:pt x="9788" y="15666"/>
                  </a:lnTo>
                  <a:lnTo>
                    <a:pt x="9767" y="15039"/>
                  </a:lnTo>
                  <a:lnTo>
                    <a:pt x="9723" y="13613"/>
                  </a:lnTo>
                  <a:lnTo>
                    <a:pt x="9615" y="12057"/>
                  </a:lnTo>
                  <a:lnTo>
                    <a:pt x="9464" y="10437"/>
                  </a:lnTo>
                  <a:lnTo>
                    <a:pt x="9270" y="8751"/>
                  </a:lnTo>
                  <a:lnTo>
                    <a:pt x="9032" y="7087"/>
                  </a:lnTo>
                  <a:lnTo>
                    <a:pt x="8881" y="6288"/>
                  </a:lnTo>
                  <a:lnTo>
                    <a:pt x="8751" y="5489"/>
                  </a:lnTo>
                  <a:lnTo>
                    <a:pt x="8578" y="4732"/>
                  </a:lnTo>
                  <a:lnTo>
                    <a:pt x="8427" y="3998"/>
                  </a:lnTo>
                  <a:lnTo>
                    <a:pt x="8254" y="3306"/>
                  </a:lnTo>
                  <a:lnTo>
                    <a:pt x="8060" y="2680"/>
                  </a:lnTo>
                  <a:lnTo>
                    <a:pt x="7865" y="2096"/>
                  </a:lnTo>
                  <a:lnTo>
                    <a:pt x="7671" y="1556"/>
                  </a:lnTo>
                  <a:lnTo>
                    <a:pt x="7476" y="1102"/>
                  </a:lnTo>
                  <a:lnTo>
                    <a:pt x="7260" y="713"/>
                  </a:lnTo>
                  <a:lnTo>
                    <a:pt x="7152" y="540"/>
                  </a:lnTo>
                  <a:lnTo>
                    <a:pt x="7023" y="411"/>
                  </a:lnTo>
                  <a:lnTo>
                    <a:pt x="6914" y="281"/>
                  </a:lnTo>
                  <a:lnTo>
                    <a:pt x="6806" y="173"/>
                  </a:lnTo>
                  <a:lnTo>
                    <a:pt x="6698" y="108"/>
                  </a:lnTo>
                  <a:lnTo>
                    <a:pt x="6569" y="43"/>
                  </a:lnTo>
                  <a:lnTo>
                    <a:pt x="6461" y="22"/>
                  </a:lnTo>
                  <a:lnTo>
                    <a:pt x="63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2" name="Google Shape;7302;p34"/>
            <p:cNvSpPr/>
            <p:nvPr/>
          </p:nvSpPr>
          <p:spPr>
            <a:xfrm>
              <a:off x="16228275" y="3067250"/>
              <a:ext cx="244725" cy="485100"/>
            </a:xfrm>
            <a:custGeom>
              <a:avLst/>
              <a:gdLst/>
              <a:ahLst/>
              <a:cxnLst/>
              <a:rect l="l" t="t" r="r" b="b"/>
              <a:pathLst>
                <a:path w="9789" h="19404" fill="none" extrusionOk="0">
                  <a:moveTo>
                    <a:pt x="6331" y="0"/>
                  </a:moveTo>
                  <a:lnTo>
                    <a:pt x="6331" y="0"/>
                  </a:lnTo>
                  <a:lnTo>
                    <a:pt x="6201" y="22"/>
                  </a:lnTo>
                  <a:lnTo>
                    <a:pt x="6072" y="65"/>
                  </a:lnTo>
                  <a:lnTo>
                    <a:pt x="5942" y="108"/>
                  </a:lnTo>
                  <a:lnTo>
                    <a:pt x="5812" y="173"/>
                  </a:lnTo>
                  <a:lnTo>
                    <a:pt x="5683" y="259"/>
                  </a:lnTo>
                  <a:lnTo>
                    <a:pt x="5553" y="346"/>
                  </a:lnTo>
                  <a:lnTo>
                    <a:pt x="5316" y="584"/>
                  </a:lnTo>
                  <a:lnTo>
                    <a:pt x="5078" y="864"/>
                  </a:lnTo>
                  <a:lnTo>
                    <a:pt x="4840" y="1189"/>
                  </a:lnTo>
                  <a:lnTo>
                    <a:pt x="4624" y="1556"/>
                  </a:lnTo>
                  <a:lnTo>
                    <a:pt x="4430" y="1966"/>
                  </a:lnTo>
                  <a:lnTo>
                    <a:pt x="4235" y="2399"/>
                  </a:lnTo>
                  <a:lnTo>
                    <a:pt x="4062" y="2874"/>
                  </a:lnTo>
                  <a:lnTo>
                    <a:pt x="3911" y="3349"/>
                  </a:lnTo>
                  <a:lnTo>
                    <a:pt x="3760" y="3868"/>
                  </a:lnTo>
                  <a:lnTo>
                    <a:pt x="3652" y="4387"/>
                  </a:lnTo>
                  <a:lnTo>
                    <a:pt x="3544" y="4905"/>
                  </a:lnTo>
                  <a:lnTo>
                    <a:pt x="3457" y="5424"/>
                  </a:lnTo>
                  <a:lnTo>
                    <a:pt x="3392" y="5964"/>
                  </a:lnTo>
                  <a:lnTo>
                    <a:pt x="3392" y="5964"/>
                  </a:lnTo>
                  <a:lnTo>
                    <a:pt x="3349" y="6223"/>
                  </a:lnTo>
                  <a:lnTo>
                    <a:pt x="3284" y="6526"/>
                  </a:lnTo>
                  <a:lnTo>
                    <a:pt x="3220" y="6828"/>
                  </a:lnTo>
                  <a:lnTo>
                    <a:pt x="3112" y="7152"/>
                  </a:lnTo>
                  <a:lnTo>
                    <a:pt x="2874" y="7822"/>
                  </a:lnTo>
                  <a:lnTo>
                    <a:pt x="2571" y="8535"/>
                  </a:lnTo>
                  <a:lnTo>
                    <a:pt x="1902" y="10091"/>
                  </a:lnTo>
                  <a:lnTo>
                    <a:pt x="1188" y="11711"/>
                  </a:lnTo>
                  <a:lnTo>
                    <a:pt x="864" y="12533"/>
                  </a:lnTo>
                  <a:lnTo>
                    <a:pt x="562" y="13354"/>
                  </a:lnTo>
                  <a:lnTo>
                    <a:pt x="324" y="14153"/>
                  </a:lnTo>
                  <a:lnTo>
                    <a:pt x="216" y="14542"/>
                  </a:lnTo>
                  <a:lnTo>
                    <a:pt x="130" y="14909"/>
                  </a:lnTo>
                  <a:lnTo>
                    <a:pt x="65" y="15298"/>
                  </a:lnTo>
                  <a:lnTo>
                    <a:pt x="22" y="15644"/>
                  </a:lnTo>
                  <a:lnTo>
                    <a:pt x="0" y="16011"/>
                  </a:lnTo>
                  <a:lnTo>
                    <a:pt x="0" y="16357"/>
                  </a:lnTo>
                  <a:lnTo>
                    <a:pt x="43" y="16681"/>
                  </a:lnTo>
                  <a:lnTo>
                    <a:pt x="87" y="17005"/>
                  </a:lnTo>
                  <a:lnTo>
                    <a:pt x="173" y="17286"/>
                  </a:lnTo>
                  <a:lnTo>
                    <a:pt x="303" y="17589"/>
                  </a:lnTo>
                  <a:lnTo>
                    <a:pt x="303" y="17589"/>
                  </a:lnTo>
                  <a:lnTo>
                    <a:pt x="454" y="17848"/>
                  </a:lnTo>
                  <a:lnTo>
                    <a:pt x="627" y="18086"/>
                  </a:lnTo>
                  <a:lnTo>
                    <a:pt x="821" y="18302"/>
                  </a:lnTo>
                  <a:lnTo>
                    <a:pt x="1059" y="18496"/>
                  </a:lnTo>
                  <a:lnTo>
                    <a:pt x="1297" y="18669"/>
                  </a:lnTo>
                  <a:lnTo>
                    <a:pt x="1577" y="18820"/>
                  </a:lnTo>
                  <a:lnTo>
                    <a:pt x="1858" y="18950"/>
                  </a:lnTo>
                  <a:lnTo>
                    <a:pt x="2161" y="19058"/>
                  </a:lnTo>
                  <a:lnTo>
                    <a:pt x="2485" y="19166"/>
                  </a:lnTo>
                  <a:lnTo>
                    <a:pt x="2809" y="19231"/>
                  </a:lnTo>
                  <a:lnTo>
                    <a:pt x="3155" y="19296"/>
                  </a:lnTo>
                  <a:lnTo>
                    <a:pt x="3500" y="19339"/>
                  </a:lnTo>
                  <a:lnTo>
                    <a:pt x="3868" y="19382"/>
                  </a:lnTo>
                  <a:lnTo>
                    <a:pt x="4214" y="19404"/>
                  </a:lnTo>
                  <a:lnTo>
                    <a:pt x="4948" y="19404"/>
                  </a:lnTo>
                  <a:lnTo>
                    <a:pt x="5683" y="19339"/>
                  </a:lnTo>
                  <a:lnTo>
                    <a:pt x="6396" y="19253"/>
                  </a:lnTo>
                  <a:lnTo>
                    <a:pt x="7066" y="19144"/>
                  </a:lnTo>
                  <a:lnTo>
                    <a:pt x="7692" y="18993"/>
                  </a:lnTo>
                  <a:lnTo>
                    <a:pt x="8254" y="18842"/>
                  </a:lnTo>
                  <a:lnTo>
                    <a:pt x="8751" y="18669"/>
                  </a:lnTo>
                  <a:lnTo>
                    <a:pt x="9140" y="18475"/>
                  </a:lnTo>
                  <a:lnTo>
                    <a:pt x="9291" y="18388"/>
                  </a:lnTo>
                  <a:lnTo>
                    <a:pt x="9399" y="18302"/>
                  </a:lnTo>
                  <a:lnTo>
                    <a:pt x="9399" y="18302"/>
                  </a:lnTo>
                  <a:lnTo>
                    <a:pt x="9464" y="18237"/>
                  </a:lnTo>
                  <a:lnTo>
                    <a:pt x="9507" y="18172"/>
                  </a:lnTo>
                  <a:lnTo>
                    <a:pt x="9594" y="17934"/>
                  </a:lnTo>
                  <a:lnTo>
                    <a:pt x="9659" y="17632"/>
                  </a:lnTo>
                  <a:lnTo>
                    <a:pt x="9702" y="17243"/>
                  </a:lnTo>
                  <a:lnTo>
                    <a:pt x="9745" y="16789"/>
                  </a:lnTo>
                  <a:lnTo>
                    <a:pt x="9767" y="16249"/>
                  </a:lnTo>
                  <a:lnTo>
                    <a:pt x="9788" y="15666"/>
                  </a:lnTo>
                  <a:lnTo>
                    <a:pt x="9767" y="15039"/>
                  </a:lnTo>
                  <a:lnTo>
                    <a:pt x="9723" y="13613"/>
                  </a:lnTo>
                  <a:lnTo>
                    <a:pt x="9615" y="12057"/>
                  </a:lnTo>
                  <a:lnTo>
                    <a:pt x="9464" y="10437"/>
                  </a:lnTo>
                  <a:lnTo>
                    <a:pt x="9270" y="8751"/>
                  </a:lnTo>
                  <a:lnTo>
                    <a:pt x="9032" y="7087"/>
                  </a:lnTo>
                  <a:lnTo>
                    <a:pt x="8881" y="6288"/>
                  </a:lnTo>
                  <a:lnTo>
                    <a:pt x="8751" y="5489"/>
                  </a:lnTo>
                  <a:lnTo>
                    <a:pt x="8578" y="4732"/>
                  </a:lnTo>
                  <a:lnTo>
                    <a:pt x="8427" y="3998"/>
                  </a:lnTo>
                  <a:lnTo>
                    <a:pt x="8254" y="3306"/>
                  </a:lnTo>
                  <a:lnTo>
                    <a:pt x="8060" y="2680"/>
                  </a:lnTo>
                  <a:lnTo>
                    <a:pt x="7865" y="2096"/>
                  </a:lnTo>
                  <a:lnTo>
                    <a:pt x="7671" y="1556"/>
                  </a:lnTo>
                  <a:lnTo>
                    <a:pt x="7476" y="1102"/>
                  </a:lnTo>
                  <a:lnTo>
                    <a:pt x="7260" y="713"/>
                  </a:lnTo>
                  <a:lnTo>
                    <a:pt x="7152" y="540"/>
                  </a:lnTo>
                  <a:lnTo>
                    <a:pt x="7023" y="411"/>
                  </a:lnTo>
                  <a:lnTo>
                    <a:pt x="6914" y="281"/>
                  </a:lnTo>
                  <a:lnTo>
                    <a:pt x="6806" y="173"/>
                  </a:lnTo>
                  <a:lnTo>
                    <a:pt x="6698" y="108"/>
                  </a:lnTo>
                  <a:lnTo>
                    <a:pt x="6569" y="43"/>
                  </a:lnTo>
                  <a:lnTo>
                    <a:pt x="6461" y="22"/>
                  </a:lnTo>
                  <a:lnTo>
                    <a:pt x="633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3" name="Google Shape;7303;p34"/>
            <p:cNvSpPr/>
            <p:nvPr/>
          </p:nvSpPr>
          <p:spPr>
            <a:xfrm>
              <a:off x="16682025" y="3067775"/>
              <a:ext cx="244175" cy="484575"/>
            </a:xfrm>
            <a:custGeom>
              <a:avLst/>
              <a:gdLst/>
              <a:ahLst/>
              <a:cxnLst/>
              <a:rect l="l" t="t" r="r" b="b"/>
              <a:pathLst>
                <a:path w="9767" h="19383" extrusionOk="0">
                  <a:moveTo>
                    <a:pt x="3350" y="1"/>
                  </a:moveTo>
                  <a:lnTo>
                    <a:pt x="3220" y="44"/>
                  </a:lnTo>
                  <a:lnTo>
                    <a:pt x="3112" y="87"/>
                  </a:lnTo>
                  <a:lnTo>
                    <a:pt x="2982" y="174"/>
                  </a:lnTo>
                  <a:lnTo>
                    <a:pt x="2874" y="260"/>
                  </a:lnTo>
                  <a:lnTo>
                    <a:pt x="2766" y="390"/>
                  </a:lnTo>
                  <a:lnTo>
                    <a:pt x="2658" y="541"/>
                  </a:lnTo>
                  <a:lnTo>
                    <a:pt x="2528" y="692"/>
                  </a:lnTo>
                  <a:lnTo>
                    <a:pt x="2334" y="1081"/>
                  </a:lnTo>
                  <a:lnTo>
                    <a:pt x="2118" y="1557"/>
                  </a:lnTo>
                  <a:lnTo>
                    <a:pt x="1923" y="2075"/>
                  </a:lnTo>
                  <a:lnTo>
                    <a:pt x="1729" y="2659"/>
                  </a:lnTo>
                  <a:lnTo>
                    <a:pt x="1534" y="3307"/>
                  </a:lnTo>
                  <a:lnTo>
                    <a:pt x="1362" y="3977"/>
                  </a:lnTo>
                  <a:lnTo>
                    <a:pt x="1210" y="4711"/>
                  </a:lnTo>
                  <a:lnTo>
                    <a:pt x="1038" y="5468"/>
                  </a:lnTo>
                  <a:lnTo>
                    <a:pt x="886" y="6267"/>
                  </a:lnTo>
                  <a:lnTo>
                    <a:pt x="757" y="7066"/>
                  </a:lnTo>
                  <a:lnTo>
                    <a:pt x="519" y="8730"/>
                  </a:lnTo>
                  <a:lnTo>
                    <a:pt x="303" y="10416"/>
                  </a:lnTo>
                  <a:lnTo>
                    <a:pt x="152" y="12058"/>
                  </a:lnTo>
                  <a:lnTo>
                    <a:pt x="44" y="13614"/>
                  </a:lnTo>
                  <a:lnTo>
                    <a:pt x="0" y="15018"/>
                  </a:lnTo>
                  <a:lnTo>
                    <a:pt x="0" y="15666"/>
                  </a:lnTo>
                  <a:lnTo>
                    <a:pt x="0" y="16250"/>
                  </a:lnTo>
                  <a:lnTo>
                    <a:pt x="22" y="16768"/>
                  </a:lnTo>
                  <a:lnTo>
                    <a:pt x="65" y="17222"/>
                  </a:lnTo>
                  <a:lnTo>
                    <a:pt x="108" y="17611"/>
                  </a:lnTo>
                  <a:lnTo>
                    <a:pt x="173" y="17935"/>
                  </a:lnTo>
                  <a:lnTo>
                    <a:pt x="260" y="18151"/>
                  </a:lnTo>
                  <a:lnTo>
                    <a:pt x="303" y="18238"/>
                  </a:lnTo>
                  <a:lnTo>
                    <a:pt x="368" y="18281"/>
                  </a:lnTo>
                  <a:lnTo>
                    <a:pt x="476" y="18367"/>
                  </a:lnTo>
                  <a:lnTo>
                    <a:pt x="649" y="18475"/>
                  </a:lnTo>
                  <a:lnTo>
                    <a:pt x="1016" y="18648"/>
                  </a:lnTo>
                  <a:lnTo>
                    <a:pt x="1513" y="18821"/>
                  </a:lnTo>
                  <a:lnTo>
                    <a:pt x="2075" y="18994"/>
                  </a:lnTo>
                  <a:lnTo>
                    <a:pt x="2701" y="19123"/>
                  </a:lnTo>
                  <a:lnTo>
                    <a:pt x="3371" y="19253"/>
                  </a:lnTo>
                  <a:lnTo>
                    <a:pt x="4084" y="19340"/>
                  </a:lnTo>
                  <a:lnTo>
                    <a:pt x="4819" y="19383"/>
                  </a:lnTo>
                  <a:lnTo>
                    <a:pt x="5532" y="19383"/>
                  </a:lnTo>
                  <a:lnTo>
                    <a:pt x="5899" y="19361"/>
                  </a:lnTo>
                  <a:lnTo>
                    <a:pt x="6267" y="19340"/>
                  </a:lnTo>
                  <a:lnTo>
                    <a:pt x="6612" y="19296"/>
                  </a:lnTo>
                  <a:lnTo>
                    <a:pt x="6958" y="19232"/>
                  </a:lnTo>
                  <a:lnTo>
                    <a:pt x="7282" y="19145"/>
                  </a:lnTo>
                  <a:lnTo>
                    <a:pt x="7606" y="19059"/>
                  </a:lnTo>
                  <a:lnTo>
                    <a:pt x="7909" y="18951"/>
                  </a:lnTo>
                  <a:lnTo>
                    <a:pt x="8190" y="18821"/>
                  </a:lnTo>
                  <a:lnTo>
                    <a:pt x="8471" y="18670"/>
                  </a:lnTo>
                  <a:lnTo>
                    <a:pt x="8708" y="18497"/>
                  </a:lnTo>
                  <a:lnTo>
                    <a:pt x="8946" y="18302"/>
                  </a:lnTo>
                  <a:lnTo>
                    <a:pt x="9140" y="18086"/>
                  </a:lnTo>
                  <a:lnTo>
                    <a:pt x="9335" y="17849"/>
                  </a:lnTo>
                  <a:lnTo>
                    <a:pt x="9464" y="17568"/>
                  </a:lnTo>
                  <a:lnTo>
                    <a:pt x="9594" y="17287"/>
                  </a:lnTo>
                  <a:lnTo>
                    <a:pt x="9681" y="16984"/>
                  </a:lnTo>
                  <a:lnTo>
                    <a:pt x="9745" y="16682"/>
                  </a:lnTo>
                  <a:lnTo>
                    <a:pt x="9767" y="16358"/>
                  </a:lnTo>
                  <a:lnTo>
                    <a:pt x="9767" y="16012"/>
                  </a:lnTo>
                  <a:lnTo>
                    <a:pt x="9745" y="15645"/>
                  </a:lnTo>
                  <a:lnTo>
                    <a:pt x="9702" y="15277"/>
                  </a:lnTo>
                  <a:lnTo>
                    <a:pt x="9637" y="14910"/>
                  </a:lnTo>
                  <a:lnTo>
                    <a:pt x="9551" y="14521"/>
                  </a:lnTo>
                  <a:lnTo>
                    <a:pt x="9464" y="14132"/>
                  </a:lnTo>
                  <a:lnTo>
                    <a:pt x="9205" y="13354"/>
                  </a:lnTo>
                  <a:lnTo>
                    <a:pt x="8903" y="12533"/>
                  </a:lnTo>
                  <a:lnTo>
                    <a:pt x="8579" y="11712"/>
                  </a:lnTo>
                  <a:lnTo>
                    <a:pt x="7865" y="10092"/>
                  </a:lnTo>
                  <a:lnTo>
                    <a:pt x="7196" y="8536"/>
                  </a:lnTo>
                  <a:lnTo>
                    <a:pt x="6915" y="7823"/>
                  </a:lnTo>
                  <a:lnTo>
                    <a:pt x="6677" y="7131"/>
                  </a:lnTo>
                  <a:lnTo>
                    <a:pt x="6569" y="6807"/>
                  </a:lnTo>
                  <a:lnTo>
                    <a:pt x="6504" y="6505"/>
                  </a:lnTo>
                  <a:lnTo>
                    <a:pt x="6439" y="6224"/>
                  </a:lnTo>
                  <a:lnTo>
                    <a:pt x="6396" y="5943"/>
                  </a:lnTo>
                  <a:lnTo>
                    <a:pt x="6331" y="5424"/>
                  </a:lnTo>
                  <a:lnTo>
                    <a:pt x="6245" y="4906"/>
                  </a:lnTo>
                  <a:lnTo>
                    <a:pt x="6137" y="4366"/>
                  </a:lnTo>
                  <a:lnTo>
                    <a:pt x="6029" y="3847"/>
                  </a:lnTo>
                  <a:lnTo>
                    <a:pt x="5878" y="3350"/>
                  </a:lnTo>
                  <a:lnTo>
                    <a:pt x="5726" y="2853"/>
                  </a:lnTo>
                  <a:lnTo>
                    <a:pt x="5553" y="2399"/>
                  </a:lnTo>
                  <a:lnTo>
                    <a:pt x="5359" y="1945"/>
                  </a:lnTo>
                  <a:lnTo>
                    <a:pt x="5165" y="1557"/>
                  </a:lnTo>
                  <a:lnTo>
                    <a:pt x="4948" y="1189"/>
                  </a:lnTo>
                  <a:lnTo>
                    <a:pt x="4711" y="843"/>
                  </a:lnTo>
                  <a:lnTo>
                    <a:pt x="4473" y="563"/>
                  </a:lnTo>
                  <a:lnTo>
                    <a:pt x="4235" y="347"/>
                  </a:lnTo>
                  <a:lnTo>
                    <a:pt x="4106" y="238"/>
                  </a:lnTo>
                  <a:lnTo>
                    <a:pt x="3976" y="152"/>
                  </a:lnTo>
                  <a:lnTo>
                    <a:pt x="3846" y="87"/>
                  </a:lnTo>
                  <a:lnTo>
                    <a:pt x="3717" y="44"/>
                  </a:lnTo>
                  <a:lnTo>
                    <a:pt x="3587" y="22"/>
                  </a:lnTo>
                  <a:lnTo>
                    <a:pt x="34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4" name="Google Shape;7304;p34"/>
            <p:cNvSpPr/>
            <p:nvPr/>
          </p:nvSpPr>
          <p:spPr>
            <a:xfrm>
              <a:off x="16682025" y="3067775"/>
              <a:ext cx="244175" cy="484575"/>
            </a:xfrm>
            <a:custGeom>
              <a:avLst/>
              <a:gdLst/>
              <a:ahLst/>
              <a:cxnLst/>
              <a:rect l="l" t="t" r="r" b="b"/>
              <a:pathLst>
                <a:path w="9767" h="19383" fill="none" extrusionOk="0">
                  <a:moveTo>
                    <a:pt x="3458" y="1"/>
                  </a:moveTo>
                  <a:lnTo>
                    <a:pt x="3458" y="1"/>
                  </a:lnTo>
                  <a:lnTo>
                    <a:pt x="3587" y="22"/>
                  </a:lnTo>
                  <a:lnTo>
                    <a:pt x="3717" y="44"/>
                  </a:lnTo>
                  <a:lnTo>
                    <a:pt x="3846" y="87"/>
                  </a:lnTo>
                  <a:lnTo>
                    <a:pt x="3976" y="152"/>
                  </a:lnTo>
                  <a:lnTo>
                    <a:pt x="4106" y="238"/>
                  </a:lnTo>
                  <a:lnTo>
                    <a:pt x="4235" y="347"/>
                  </a:lnTo>
                  <a:lnTo>
                    <a:pt x="4473" y="563"/>
                  </a:lnTo>
                  <a:lnTo>
                    <a:pt x="4711" y="843"/>
                  </a:lnTo>
                  <a:lnTo>
                    <a:pt x="4948" y="1189"/>
                  </a:lnTo>
                  <a:lnTo>
                    <a:pt x="5165" y="1557"/>
                  </a:lnTo>
                  <a:lnTo>
                    <a:pt x="5359" y="1945"/>
                  </a:lnTo>
                  <a:lnTo>
                    <a:pt x="5553" y="2399"/>
                  </a:lnTo>
                  <a:lnTo>
                    <a:pt x="5726" y="2853"/>
                  </a:lnTo>
                  <a:lnTo>
                    <a:pt x="5878" y="3350"/>
                  </a:lnTo>
                  <a:lnTo>
                    <a:pt x="6029" y="3847"/>
                  </a:lnTo>
                  <a:lnTo>
                    <a:pt x="6137" y="4366"/>
                  </a:lnTo>
                  <a:lnTo>
                    <a:pt x="6245" y="4906"/>
                  </a:lnTo>
                  <a:lnTo>
                    <a:pt x="6331" y="5424"/>
                  </a:lnTo>
                  <a:lnTo>
                    <a:pt x="6396" y="5943"/>
                  </a:lnTo>
                  <a:lnTo>
                    <a:pt x="6396" y="5943"/>
                  </a:lnTo>
                  <a:lnTo>
                    <a:pt x="6439" y="6224"/>
                  </a:lnTo>
                  <a:lnTo>
                    <a:pt x="6504" y="6505"/>
                  </a:lnTo>
                  <a:lnTo>
                    <a:pt x="6569" y="6807"/>
                  </a:lnTo>
                  <a:lnTo>
                    <a:pt x="6677" y="7131"/>
                  </a:lnTo>
                  <a:lnTo>
                    <a:pt x="6915" y="7823"/>
                  </a:lnTo>
                  <a:lnTo>
                    <a:pt x="7196" y="8536"/>
                  </a:lnTo>
                  <a:lnTo>
                    <a:pt x="7865" y="10092"/>
                  </a:lnTo>
                  <a:lnTo>
                    <a:pt x="8579" y="11712"/>
                  </a:lnTo>
                  <a:lnTo>
                    <a:pt x="8903" y="12533"/>
                  </a:lnTo>
                  <a:lnTo>
                    <a:pt x="9205" y="13354"/>
                  </a:lnTo>
                  <a:lnTo>
                    <a:pt x="9464" y="14132"/>
                  </a:lnTo>
                  <a:lnTo>
                    <a:pt x="9551" y="14521"/>
                  </a:lnTo>
                  <a:lnTo>
                    <a:pt x="9637" y="14910"/>
                  </a:lnTo>
                  <a:lnTo>
                    <a:pt x="9702" y="15277"/>
                  </a:lnTo>
                  <a:lnTo>
                    <a:pt x="9745" y="15645"/>
                  </a:lnTo>
                  <a:lnTo>
                    <a:pt x="9767" y="16012"/>
                  </a:lnTo>
                  <a:lnTo>
                    <a:pt x="9767" y="16358"/>
                  </a:lnTo>
                  <a:lnTo>
                    <a:pt x="9745" y="16682"/>
                  </a:lnTo>
                  <a:lnTo>
                    <a:pt x="9681" y="16984"/>
                  </a:lnTo>
                  <a:lnTo>
                    <a:pt x="9594" y="17287"/>
                  </a:lnTo>
                  <a:lnTo>
                    <a:pt x="9464" y="17568"/>
                  </a:lnTo>
                  <a:lnTo>
                    <a:pt x="9464" y="17568"/>
                  </a:lnTo>
                  <a:lnTo>
                    <a:pt x="9335" y="17849"/>
                  </a:lnTo>
                  <a:lnTo>
                    <a:pt x="9140" y="18086"/>
                  </a:lnTo>
                  <a:lnTo>
                    <a:pt x="8946" y="18302"/>
                  </a:lnTo>
                  <a:lnTo>
                    <a:pt x="8708" y="18497"/>
                  </a:lnTo>
                  <a:lnTo>
                    <a:pt x="8471" y="18670"/>
                  </a:lnTo>
                  <a:lnTo>
                    <a:pt x="8190" y="18821"/>
                  </a:lnTo>
                  <a:lnTo>
                    <a:pt x="7909" y="18951"/>
                  </a:lnTo>
                  <a:lnTo>
                    <a:pt x="7606" y="19059"/>
                  </a:lnTo>
                  <a:lnTo>
                    <a:pt x="7282" y="19145"/>
                  </a:lnTo>
                  <a:lnTo>
                    <a:pt x="6958" y="19232"/>
                  </a:lnTo>
                  <a:lnTo>
                    <a:pt x="6612" y="19296"/>
                  </a:lnTo>
                  <a:lnTo>
                    <a:pt x="6267" y="19340"/>
                  </a:lnTo>
                  <a:lnTo>
                    <a:pt x="5899" y="19361"/>
                  </a:lnTo>
                  <a:lnTo>
                    <a:pt x="5532" y="19383"/>
                  </a:lnTo>
                  <a:lnTo>
                    <a:pt x="4819" y="19383"/>
                  </a:lnTo>
                  <a:lnTo>
                    <a:pt x="4084" y="19340"/>
                  </a:lnTo>
                  <a:lnTo>
                    <a:pt x="3371" y="19253"/>
                  </a:lnTo>
                  <a:lnTo>
                    <a:pt x="2701" y="19123"/>
                  </a:lnTo>
                  <a:lnTo>
                    <a:pt x="2075" y="18994"/>
                  </a:lnTo>
                  <a:lnTo>
                    <a:pt x="1513" y="18821"/>
                  </a:lnTo>
                  <a:lnTo>
                    <a:pt x="1016" y="18648"/>
                  </a:lnTo>
                  <a:lnTo>
                    <a:pt x="649" y="18475"/>
                  </a:lnTo>
                  <a:lnTo>
                    <a:pt x="476" y="18367"/>
                  </a:lnTo>
                  <a:lnTo>
                    <a:pt x="368" y="18281"/>
                  </a:lnTo>
                  <a:lnTo>
                    <a:pt x="368" y="18281"/>
                  </a:lnTo>
                  <a:lnTo>
                    <a:pt x="303" y="18238"/>
                  </a:lnTo>
                  <a:lnTo>
                    <a:pt x="260" y="18151"/>
                  </a:lnTo>
                  <a:lnTo>
                    <a:pt x="173" y="17935"/>
                  </a:lnTo>
                  <a:lnTo>
                    <a:pt x="108" y="17611"/>
                  </a:lnTo>
                  <a:lnTo>
                    <a:pt x="65" y="17222"/>
                  </a:lnTo>
                  <a:lnTo>
                    <a:pt x="22" y="16768"/>
                  </a:lnTo>
                  <a:lnTo>
                    <a:pt x="0" y="16250"/>
                  </a:lnTo>
                  <a:lnTo>
                    <a:pt x="0" y="15666"/>
                  </a:lnTo>
                  <a:lnTo>
                    <a:pt x="0" y="15018"/>
                  </a:lnTo>
                  <a:lnTo>
                    <a:pt x="44" y="13614"/>
                  </a:lnTo>
                  <a:lnTo>
                    <a:pt x="152" y="12058"/>
                  </a:lnTo>
                  <a:lnTo>
                    <a:pt x="303" y="10416"/>
                  </a:lnTo>
                  <a:lnTo>
                    <a:pt x="519" y="8730"/>
                  </a:lnTo>
                  <a:lnTo>
                    <a:pt x="757" y="7066"/>
                  </a:lnTo>
                  <a:lnTo>
                    <a:pt x="886" y="6267"/>
                  </a:lnTo>
                  <a:lnTo>
                    <a:pt x="1038" y="5468"/>
                  </a:lnTo>
                  <a:lnTo>
                    <a:pt x="1210" y="4711"/>
                  </a:lnTo>
                  <a:lnTo>
                    <a:pt x="1362" y="3977"/>
                  </a:lnTo>
                  <a:lnTo>
                    <a:pt x="1534" y="3307"/>
                  </a:lnTo>
                  <a:lnTo>
                    <a:pt x="1729" y="2659"/>
                  </a:lnTo>
                  <a:lnTo>
                    <a:pt x="1923" y="2075"/>
                  </a:lnTo>
                  <a:lnTo>
                    <a:pt x="2118" y="1557"/>
                  </a:lnTo>
                  <a:lnTo>
                    <a:pt x="2334" y="1081"/>
                  </a:lnTo>
                  <a:lnTo>
                    <a:pt x="2528" y="692"/>
                  </a:lnTo>
                  <a:lnTo>
                    <a:pt x="2658" y="541"/>
                  </a:lnTo>
                  <a:lnTo>
                    <a:pt x="2766" y="390"/>
                  </a:lnTo>
                  <a:lnTo>
                    <a:pt x="2874" y="260"/>
                  </a:lnTo>
                  <a:lnTo>
                    <a:pt x="2982" y="174"/>
                  </a:lnTo>
                  <a:lnTo>
                    <a:pt x="3112" y="87"/>
                  </a:lnTo>
                  <a:lnTo>
                    <a:pt x="3220" y="44"/>
                  </a:lnTo>
                  <a:lnTo>
                    <a:pt x="3350" y="1"/>
                  </a:lnTo>
                  <a:lnTo>
                    <a:pt x="3458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5" name="Google Shape;7305;p34"/>
            <p:cNvSpPr/>
            <p:nvPr/>
          </p:nvSpPr>
          <p:spPr>
            <a:xfrm>
              <a:off x="16343325" y="4264300"/>
              <a:ext cx="173425" cy="742250"/>
            </a:xfrm>
            <a:custGeom>
              <a:avLst/>
              <a:gdLst/>
              <a:ahLst/>
              <a:cxnLst/>
              <a:rect l="l" t="t" r="r" b="b"/>
              <a:pathLst>
                <a:path w="6937" h="29690" extrusionOk="0">
                  <a:moveTo>
                    <a:pt x="0" y="1"/>
                  </a:moveTo>
                  <a:lnTo>
                    <a:pt x="0" y="29689"/>
                  </a:lnTo>
                  <a:lnTo>
                    <a:pt x="6936" y="29689"/>
                  </a:lnTo>
                  <a:lnTo>
                    <a:pt x="693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6" name="Google Shape;7306;p34"/>
            <p:cNvSpPr/>
            <p:nvPr/>
          </p:nvSpPr>
          <p:spPr>
            <a:xfrm>
              <a:off x="16343325" y="4264300"/>
              <a:ext cx="27025" cy="742250"/>
            </a:xfrm>
            <a:custGeom>
              <a:avLst/>
              <a:gdLst/>
              <a:ahLst/>
              <a:cxnLst/>
              <a:rect l="l" t="t" r="r" b="b"/>
              <a:pathLst>
                <a:path w="1081" h="29690" extrusionOk="0">
                  <a:moveTo>
                    <a:pt x="0" y="1"/>
                  </a:moveTo>
                  <a:lnTo>
                    <a:pt x="0" y="29689"/>
                  </a:lnTo>
                  <a:lnTo>
                    <a:pt x="1081" y="29689"/>
                  </a:lnTo>
                  <a:lnTo>
                    <a:pt x="108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7" name="Google Shape;7307;p34"/>
            <p:cNvSpPr/>
            <p:nvPr/>
          </p:nvSpPr>
          <p:spPr>
            <a:xfrm>
              <a:off x="16622600" y="4264300"/>
              <a:ext cx="173425" cy="742250"/>
            </a:xfrm>
            <a:custGeom>
              <a:avLst/>
              <a:gdLst/>
              <a:ahLst/>
              <a:cxnLst/>
              <a:rect l="l" t="t" r="r" b="b"/>
              <a:pathLst>
                <a:path w="6937" h="29690" extrusionOk="0">
                  <a:moveTo>
                    <a:pt x="1" y="1"/>
                  </a:moveTo>
                  <a:lnTo>
                    <a:pt x="1" y="29689"/>
                  </a:lnTo>
                  <a:lnTo>
                    <a:pt x="6937" y="29689"/>
                  </a:lnTo>
                  <a:lnTo>
                    <a:pt x="6937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8" name="Google Shape;7308;p34"/>
            <p:cNvSpPr/>
            <p:nvPr/>
          </p:nvSpPr>
          <p:spPr>
            <a:xfrm>
              <a:off x="16769000" y="4264300"/>
              <a:ext cx="27025" cy="742250"/>
            </a:xfrm>
            <a:custGeom>
              <a:avLst/>
              <a:gdLst/>
              <a:ahLst/>
              <a:cxnLst/>
              <a:rect l="l" t="t" r="r" b="b"/>
              <a:pathLst>
                <a:path w="1081" h="29690" extrusionOk="0">
                  <a:moveTo>
                    <a:pt x="0" y="1"/>
                  </a:moveTo>
                  <a:lnTo>
                    <a:pt x="0" y="29689"/>
                  </a:lnTo>
                  <a:lnTo>
                    <a:pt x="1081" y="29689"/>
                  </a:lnTo>
                  <a:lnTo>
                    <a:pt x="108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9" name="Google Shape;7309;p34"/>
            <p:cNvSpPr/>
            <p:nvPr/>
          </p:nvSpPr>
          <p:spPr>
            <a:xfrm>
              <a:off x="16284975" y="4009325"/>
              <a:ext cx="584525" cy="314425"/>
            </a:xfrm>
            <a:custGeom>
              <a:avLst/>
              <a:gdLst/>
              <a:ahLst/>
              <a:cxnLst/>
              <a:rect l="l" t="t" r="r" b="b"/>
              <a:pathLst>
                <a:path w="23381" h="12577" extrusionOk="0">
                  <a:moveTo>
                    <a:pt x="1124" y="1"/>
                  </a:moveTo>
                  <a:lnTo>
                    <a:pt x="1" y="12576"/>
                  </a:lnTo>
                  <a:lnTo>
                    <a:pt x="23380" y="12576"/>
                  </a:lnTo>
                  <a:lnTo>
                    <a:pt x="2225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0" name="Google Shape;7310;p34"/>
            <p:cNvSpPr/>
            <p:nvPr/>
          </p:nvSpPr>
          <p:spPr>
            <a:xfrm>
              <a:off x="16514025" y="2597825"/>
              <a:ext cx="129675" cy="108050"/>
            </a:xfrm>
            <a:custGeom>
              <a:avLst/>
              <a:gdLst/>
              <a:ahLst/>
              <a:cxnLst/>
              <a:rect l="l" t="t" r="r" b="b"/>
              <a:pathLst>
                <a:path w="5187" h="4322" extrusionOk="0">
                  <a:moveTo>
                    <a:pt x="2334" y="0"/>
                  </a:moveTo>
                  <a:lnTo>
                    <a:pt x="2075" y="43"/>
                  </a:lnTo>
                  <a:lnTo>
                    <a:pt x="1815" y="87"/>
                  </a:lnTo>
                  <a:lnTo>
                    <a:pt x="1578" y="151"/>
                  </a:lnTo>
                  <a:lnTo>
                    <a:pt x="1362" y="260"/>
                  </a:lnTo>
                  <a:lnTo>
                    <a:pt x="1146" y="368"/>
                  </a:lnTo>
                  <a:lnTo>
                    <a:pt x="930" y="476"/>
                  </a:lnTo>
                  <a:lnTo>
                    <a:pt x="757" y="627"/>
                  </a:lnTo>
                  <a:lnTo>
                    <a:pt x="584" y="778"/>
                  </a:lnTo>
                  <a:lnTo>
                    <a:pt x="433" y="951"/>
                  </a:lnTo>
                  <a:lnTo>
                    <a:pt x="303" y="1124"/>
                  </a:lnTo>
                  <a:lnTo>
                    <a:pt x="195" y="1318"/>
                  </a:lnTo>
                  <a:lnTo>
                    <a:pt x="108" y="1513"/>
                  </a:lnTo>
                  <a:lnTo>
                    <a:pt x="44" y="1729"/>
                  </a:lnTo>
                  <a:lnTo>
                    <a:pt x="0" y="1945"/>
                  </a:lnTo>
                  <a:lnTo>
                    <a:pt x="0" y="2161"/>
                  </a:lnTo>
                  <a:lnTo>
                    <a:pt x="0" y="2377"/>
                  </a:lnTo>
                  <a:lnTo>
                    <a:pt x="44" y="2593"/>
                  </a:lnTo>
                  <a:lnTo>
                    <a:pt x="108" y="2809"/>
                  </a:lnTo>
                  <a:lnTo>
                    <a:pt x="195" y="3004"/>
                  </a:lnTo>
                  <a:lnTo>
                    <a:pt x="303" y="3198"/>
                  </a:lnTo>
                  <a:lnTo>
                    <a:pt x="433" y="3371"/>
                  </a:lnTo>
                  <a:lnTo>
                    <a:pt x="584" y="3544"/>
                  </a:lnTo>
                  <a:lnTo>
                    <a:pt x="757" y="3695"/>
                  </a:lnTo>
                  <a:lnTo>
                    <a:pt x="930" y="3825"/>
                  </a:lnTo>
                  <a:lnTo>
                    <a:pt x="1146" y="3954"/>
                  </a:lnTo>
                  <a:lnTo>
                    <a:pt x="1362" y="4062"/>
                  </a:lnTo>
                  <a:lnTo>
                    <a:pt x="1578" y="4149"/>
                  </a:lnTo>
                  <a:lnTo>
                    <a:pt x="1815" y="4235"/>
                  </a:lnTo>
                  <a:lnTo>
                    <a:pt x="2075" y="4279"/>
                  </a:lnTo>
                  <a:lnTo>
                    <a:pt x="2334" y="4322"/>
                  </a:lnTo>
                  <a:lnTo>
                    <a:pt x="2853" y="4322"/>
                  </a:lnTo>
                  <a:lnTo>
                    <a:pt x="3112" y="4279"/>
                  </a:lnTo>
                  <a:lnTo>
                    <a:pt x="3371" y="4235"/>
                  </a:lnTo>
                  <a:lnTo>
                    <a:pt x="3609" y="4149"/>
                  </a:lnTo>
                  <a:lnTo>
                    <a:pt x="3825" y="4062"/>
                  </a:lnTo>
                  <a:lnTo>
                    <a:pt x="4041" y="3954"/>
                  </a:lnTo>
                  <a:lnTo>
                    <a:pt x="4236" y="3825"/>
                  </a:lnTo>
                  <a:lnTo>
                    <a:pt x="4430" y="3695"/>
                  </a:lnTo>
                  <a:lnTo>
                    <a:pt x="4603" y="3544"/>
                  </a:lnTo>
                  <a:lnTo>
                    <a:pt x="4754" y="3371"/>
                  </a:lnTo>
                  <a:lnTo>
                    <a:pt x="4884" y="3198"/>
                  </a:lnTo>
                  <a:lnTo>
                    <a:pt x="4992" y="3004"/>
                  </a:lnTo>
                  <a:lnTo>
                    <a:pt x="5078" y="2809"/>
                  </a:lnTo>
                  <a:lnTo>
                    <a:pt x="5143" y="2593"/>
                  </a:lnTo>
                  <a:lnTo>
                    <a:pt x="5186" y="2377"/>
                  </a:lnTo>
                  <a:lnTo>
                    <a:pt x="5186" y="2161"/>
                  </a:lnTo>
                  <a:lnTo>
                    <a:pt x="5186" y="1945"/>
                  </a:lnTo>
                  <a:lnTo>
                    <a:pt x="5143" y="1729"/>
                  </a:lnTo>
                  <a:lnTo>
                    <a:pt x="5078" y="1513"/>
                  </a:lnTo>
                  <a:lnTo>
                    <a:pt x="4992" y="1318"/>
                  </a:lnTo>
                  <a:lnTo>
                    <a:pt x="4884" y="1124"/>
                  </a:lnTo>
                  <a:lnTo>
                    <a:pt x="4754" y="951"/>
                  </a:lnTo>
                  <a:lnTo>
                    <a:pt x="4603" y="778"/>
                  </a:lnTo>
                  <a:lnTo>
                    <a:pt x="4430" y="627"/>
                  </a:lnTo>
                  <a:lnTo>
                    <a:pt x="4236" y="476"/>
                  </a:lnTo>
                  <a:lnTo>
                    <a:pt x="4041" y="368"/>
                  </a:lnTo>
                  <a:lnTo>
                    <a:pt x="3825" y="260"/>
                  </a:lnTo>
                  <a:lnTo>
                    <a:pt x="3609" y="151"/>
                  </a:lnTo>
                  <a:lnTo>
                    <a:pt x="3371" y="87"/>
                  </a:lnTo>
                  <a:lnTo>
                    <a:pt x="3112" y="43"/>
                  </a:lnTo>
                  <a:lnTo>
                    <a:pt x="285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1" name="Google Shape;7311;p34"/>
            <p:cNvSpPr/>
            <p:nvPr/>
          </p:nvSpPr>
          <p:spPr>
            <a:xfrm>
              <a:off x="16348725" y="3035900"/>
              <a:ext cx="457575" cy="519700"/>
            </a:xfrm>
            <a:custGeom>
              <a:avLst/>
              <a:gdLst/>
              <a:ahLst/>
              <a:cxnLst/>
              <a:rect l="l" t="t" r="r" b="b"/>
              <a:pathLst>
                <a:path w="18303" h="20788" extrusionOk="0">
                  <a:moveTo>
                    <a:pt x="9119" y="1"/>
                  </a:moveTo>
                  <a:lnTo>
                    <a:pt x="8060" y="23"/>
                  </a:lnTo>
                  <a:lnTo>
                    <a:pt x="7001" y="87"/>
                  </a:lnTo>
                  <a:lnTo>
                    <a:pt x="5943" y="195"/>
                  </a:lnTo>
                  <a:lnTo>
                    <a:pt x="4884" y="325"/>
                  </a:lnTo>
                  <a:lnTo>
                    <a:pt x="3847" y="520"/>
                  </a:lnTo>
                  <a:lnTo>
                    <a:pt x="2788" y="714"/>
                  </a:lnTo>
                  <a:lnTo>
                    <a:pt x="1751" y="973"/>
                  </a:lnTo>
                  <a:lnTo>
                    <a:pt x="735" y="1254"/>
                  </a:lnTo>
                  <a:lnTo>
                    <a:pt x="541" y="2464"/>
                  </a:lnTo>
                  <a:lnTo>
                    <a:pt x="389" y="3631"/>
                  </a:lnTo>
                  <a:lnTo>
                    <a:pt x="260" y="4798"/>
                  </a:lnTo>
                  <a:lnTo>
                    <a:pt x="152" y="5943"/>
                  </a:lnTo>
                  <a:lnTo>
                    <a:pt x="65" y="7067"/>
                  </a:lnTo>
                  <a:lnTo>
                    <a:pt x="22" y="8190"/>
                  </a:lnTo>
                  <a:lnTo>
                    <a:pt x="1" y="9292"/>
                  </a:lnTo>
                  <a:lnTo>
                    <a:pt x="1" y="10416"/>
                  </a:lnTo>
                  <a:lnTo>
                    <a:pt x="22" y="11518"/>
                  </a:lnTo>
                  <a:lnTo>
                    <a:pt x="65" y="12641"/>
                  </a:lnTo>
                  <a:lnTo>
                    <a:pt x="130" y="13743"/>
                  </a:lnTo>
                  <a:lnTo>
                    <a:pt x="238" y="14889"/>
                  </a:lnTo>
                  <a:lnTo>
                    <a:pt x="368" y="16012"/>
                  </a:lnTo>
                  <a:lnTo>
                    <a:pt x="519" y="17179"/>
                  </a:lnTo>
                  <a:lnTo>
                    <a:pt x="692" y="18346"/>
                  </a:lnTo>
                  <a:lnTo>
                    <a:pt x="886" y="19556"/>
                  </a:lnTo>
                  <a:lnTo>
                    <a:pt x="1902" y="19837"/>
                  </a:lnTo>
                  <a:lnTo>
                    <a:pt x="2918" y="20074"/>
                  </a:lnTo>
                  <a:lnTo>
                    <a:pt x="3933" y="20290"/>
                  </a:lnTo>
                  <a:lnTo>
                    <a:pt x="4970" y="20463"/>
                  </a:lnTo>
                  <a:lnTo>
                    <a:pt x="6007" y="20593"/>
                  </a:lnTo>
                  <a:lnTo>
                    <a:pt x="7045" y="20701"/>
                  </a:lnTo>
                  <a:lnTo>
                    <a:pt x="8082" y="20766"/>
                  </a:lnTo>
                  <a:lnTo>
                    <a:pt x="9119" y="20787"/>
                  </a:lnTo>
                  <a:lnTo>
                    <a:pt x="10156" y="20787"/>
                  </a:lnTo>
                  <a:lnTo>
                    <a:pt x="11193" y="20744"/>
                  </a:lnTo>
                  <a:lnTo>
                    <a:pt x="12252" y="20658"/>
                  </a:lnTo>
                  <a:lnTo>
                    <a:pt x="13289" y="20550"/>
                  </a:lnTo>
                  <a:lnTo>
                    <a:pt x="14305" y="20398"/>
                  </a:lnTo>
                  <a:lnTo>
                    <a:pt x="15342" y="20204"/>
                  </a:lnTo>
                  <a:lnTo>
                    <a:pt x="16357" y="19988"/>
                  </a:lnTo>
                  <a:lnTo>
                    <a:pt x="17373" y="19729"/>
                  </a:lnTo>
                  <a:lnTo>
                    <a:pt x="17589" y="18497"/>
                  </a:lnTo>
                  <a:lnTo>
                    <a:pt x="17762" y="17309"/>
                  </a:lnTo>
                  <a:lnTo>
                    <a:pt x="17913" y="16120"/>
                  </a:lnTo>
                  <a:lnTo>
                    <a:pt x="18043" y="14975"/>
                  </a:lnTo>
                  <a:lnTo>
                    <a:pt x="18151" y="13808"/>
                  </a:lnTo>
                  <a:lnTo>
                    <a:pt x="18216" y="12685"/>
                  </a:lnTo>
                  <a:lnTo>
                    <a:pt x="18280" y="11539"/>
                  </a:lnTo>
                  <a:lnTo>
                    <a:pt x="18302" y="10416"/>
                  </a:lnTo>
                  <a:lnTo>
                    <a:pt x="18302" y="9271"/>
                  </a:lnTo>
                  <a:lnTo>
                    <a:pt x="18259" y="8147"/>
                  </a:lnTo>
                  <a:lnTo>
                    <a:pt x="18216" y="7002"/>
                  </a:lnTo>
                  <a:lnTo>
                    <a:pt x="18129" y="5857"/>
                  </a:lnTo>
                  <a:lnTo>
                    <a:pt x="18021" y="4690"/>
                  </a:lnTo>
                  <a:lnTo>
                    <a:pt x="17892" y="3501"/>
                  </a:lnTo>
                  <a:lnTo>
                    <a:pt x="17719" y="2291"/>
                  </a:lnTo>
                  <a:lnTo>
                    <a:pt x="17546" y="1081"/>
                  </a:lnTo>
                  <a:lnTo>
                    <a:pt x="16509" y="822"/>
                  </a:lnTo>
                  <a:lnTo>
                    <a:pt x="15472" y="584"/>
                  </a:lnTo>
                  <a:lnTo>
                    <a:pt x="14413" y="390"/>
                  </a:lnTo>
                  <a:lnTo>
                    <a:pt x="13354" y="239"/>
                  </a:lnTo>
                  <a:lnTo>
                    <a:pt x="12295" y="131"/>
                  </a:lnTo>
                  <a:lnTo>
                    <a:pt x="11236" y="44"/>
                  </a:lnTo>
                  <a:lnTo>
                    <a:pt x="10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2" name="Google Shape;7312;p34"/>
            <p:cNvSpPr/>
            <p:nvPr/>
          </p:nvSpPr>
          <p:spPr>
            <a:xfrm>
              <a:off x="16348725" y="3035900"/>
              <a:ext cx="457575" cy="519700"/>
            </a:xfrm>
            <a:custGeom>
              <a:avLst/>
              <a:gdLst/>
              <a:ahLst/>
              <a:cxnLst/>
              <a:rect l="l" t="t" r="r" b="b"/>
              <a:pathLst>
                <a:path w="18303" h="20788" fill="none" extrusionOk="0">
                  <a:moveTo>
                    <a:pt x="17373" y="19729"/>
                  </a:moveTo>
                  <a:lnTo>
                    <a:pt x="17373" y="19729"/>
                  </a:lnTo>
                  <a:lnTo>
                    <a:pt x="16357" y="19988"/>
                  </a:lnTo>
                  <a:lnTo>
                    <a:pt x="15342" y="20204"/>
                  </a:lnTo>
                  <a:lnTo>
                    <a:pt x="14305" y="20398"/>
                  </a:lnTo>
                  <a:lnTo>
                    <a:pt x="13289" y="20550"/>
                  </a:lnTo>
                  <a:lnTo>
                    <a:pt x="12252" y="20658"/>
                  </a:lnTo>
                  <a:lnTo>
                    <a:pt x="11193" y="20744"/>
                  </a:lnTo>
                  <a:lnTo>
                    <a:pt x="10156" y="20787"/>
                  </a:lnTo>
                  <a:lnTo>
                    <a:pt x="9119" y="20787"/>
                  </a:lnTo>
                  <a:lnTo>
                    <a:pt x="8082" y="20766"/>
                  </a:lnTo>
                  <a:lnTo>
                    <a:pt x="7045" y="20701"/>
                  </a:lnTo>
                  <a:lnTo>
                    <a:pt x="6007" y="20593"/>
                  </a:lnTo>
                  <a:lnTo>
                    <a:pt x="4970" y="20463"/>
                  </a:lnTo>
                  <a:lnTo>
                    <a:pt x="3933" y="20290"/>
                  </a:lnTo>
                  <a:lnTo>
                    <a:pt x="2918" y="20074"/>
                  </a:lnTo>
                  <a:lnTo>
                    <a:pt x="1902" y="19837"/>
                  </a:lnTo>
                  <a:lnTo>
                    <a:pt x="886" y="19556"/>
                  </a:lnTo>
                  <a:lnTo>
                    <a:pt x="886" y="19556"/>
                  </a:lnTo>
                  <a:lnTo>
                    <a:pt x="692" y="18346"/>
                  </a:lnTo>
                  <a:lnTo>
                    <a:pt x="519" y="17179"/>
                  </a:lnTo>
                  <a:lnTo>
                    <a:pt x="368" y="16012"/>
                  </a:lnTo>
                  <a:lnTo>
                    <a:pt x="238" y="14889"/>
                  </a:lnTo>
                  <a:lnTo>
                    <a:pt x="130" y="13743"/>
                  </a:lnTo>
                  <a:lnTo>
                    <a:pt x="65" y="12641"/>
                  </a:lnTo>
                  <a:lnTo>
                    <a:pt x="22" y="11518"/>
                  </a:lnTo>
                  <a:lnTo>
                    <a:pt x="1" y="10416"/>
                  </a:lnTo>
                  <a:lnTo>
                    <a:pt x="1" y="9292"/>
                  </a:lnTo>
                  <a:lnTo>
                    <a:pt x="22" y="8190"/>
                  </a:lnTo>
                  <a:lnTo>
                    <a:pt x="65" y="7067"/>
                  </a:lnTo>
                  <a:lnTo>
                    <a:pt x="152" y="5943"/>
                  </a:lnTo>
                  <a:lnTo>
                    <a:pt x="260" y="4798"/>
                  </a:lnTo>
                  <a:lnTo>
                    <a:pt x="389" y="3631"/>
                  </a:lnTo>
                  <a:lnTo>
                    <a:pt x="541" y="2464"/>
                  </a:lnTo>
                  <a:lnTo>
                    <a:pt x="735" y="1254"/>
                  </a:lnTo>
                  <a:lnTo>
                    <a:pt x="735" y="1254"/>
                  </a:lnTo>
                  <a:lnTo>
                    <a:pt x="1751" y="973"/>
                  </a:lnTo>
                  <a:lnTo>
                    <a:pt x="2788" y="714"/>
                  </a:lnTo>
                  <a:lnTo>
                    <a:pt x="3847" y="520"/>
                  </a:lnTo>
                  <a:lnTo>
                    <a:pt x="4884" y="325"/>
                  </a:lnTo>
                  <a:lnTo>
                    <a:pt x="5943" y="195"/>
                  </a:lnTo>
                  <a:lnTo>
                    <a:pt x="7001" y="87"/>
                  </a:lnTo>
                  <a:lnTo>
                    <a:pt x="8060" y="23"/>
                  </a:lnTo>
                  <a:lnTo>
                    <a:pt x="9119" y="1"/>
                  </a:lnTo>
                  <a:lnTo>
                    <a:pt x="10178" y="1"/>
                  </a:lnTo>
                  <a:lnTo>
                    <a:pt x="11236" y="44"/>
                  </a:lnTo>
                  <a:lnTo>
                    <a:pt x="12295" y="131"/>
                  </a:lnTo>
                  <a:lnTo>
                    <a:pt x="13354" y="239"/>
                  </a:lnTo>
                  <a:lnTo>
                    <a:pt x="14413" y="390"/>
                  </a:lnTo>
                  <a:lnTo>
                    <a:pt x="15472" y="584"/>
                  </a:lnTo>
                  <a:lnTo>
                    <a:pt x="16509" y="822"/>
                  </a:lnTo>
                  <a:lnTo>
                    <a:pt x="17546" y="1081"/>
                  </a:lnTo>
                  <a:lnTo>
                    <a:pt x="17546" y="1081"/>
                  </a:lnTo>
                  <a:lnTo>
                    <a:pt x="17719" y="2291"/>
                  </a:lnTo>
                  <a:lnTo>
                    <a:pt x="17892" y="3501"/>
                  </a:lnTo>
                  <a:lnTo>
                    <a:pt x="18021" y="4690"/>
                  </a:lnTo>
                  <a:lnTo>
                    <a:pt x="18129" y="5857"/>
                  </a:lnTo>
                  <a:lnTo>
                    <a:pt x="18216" y="7002"/>
                  </a:lnTo>
                  <a:lnTo>
                    <a:pt x="18259" y="8147"/>
                  </a:lnTo>
                  <a:lnTo>
                    <a:pt x="18302" y="9271"/>
                  </a:lnTo>
                  <a:lnTo>
                    <a:pt x="18302" y="10416"/>
                  </a:lnTo>
                  <a:lnTo>
                    <a:pt x="18280" y="11539"/>
                  </a:lnTo>
                  <a:lnTo>
                    <a:pt x="18216" y="12685"/>
                  </a:lnTo>
                  <a:lnTo>
                    <a:pt x="18151" y="13808"/>
                  </a:lnTo>
                  <a:lnTo>
                    <a:pt x="18043" y="14975"/>
                  </a:lnTo>
                  <a:lnTo>
                    <a:pt x="17913" y="16120"/>
                  </a:lnTo>
                  <a:lnTo>
                    <a:pt x="17762" y="17309"/>
                  </a:lnTo>
                  <a:lnTo>
                    <a:pt x="17589" y="18497"/>
                  </a:lnTo>
                  <a:lnTo>
                    <a:pt x="17373" y="19729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3" name="Google Shape;7313;p34"/>
            <p:cNvSpPr/>
            <p:nvPr/>
          </p:nvSpPr>
          <p:spPr>
            <a:xfrm>
              <a:off x="16346575" y="2635100"/>
              <a:ext cx="461325" cy="439200"/>
            </a:xfrm>
            <a:custGeom>
              <a:avLst/>
              <a:gdLst/>
              <a:ahLst/>
              <a:cxnLst/>
              <a:rect l="l" t="t" r="r" b="b"/>
              <a:pathLst>
                <a:path w="18453" h="17568" extrusionOk="0">
                  <a:moveTo>
                    <a:pt x="8254" y="0"/>
                  </a:moveTo>
                  <a:lnTo>
                    <a:pt x="7260" y="22"/>
                  </a:lnTo>
                  <a:lnTo>
                    <a:pt x="6288" y="65"/>
                  </a:lnTo>
                  <a:lnTo>
                    <a:pt x="5294" y="130"/>
                  </a:lnTo>
                  <a:lnTo>
                    <a:pt x="4322" y="195"/>
                  </a:lnTo>
                  <a:lnTo>
                    <a:pt x="3328" y="281"/>
                  </a:lnTo>
                  <a:lnTo>
                    <a:pt x="2355" y="389"/>
                  </a:lnTo>
                  <a:lnTo>
                    <a:pt x="1383" y="519"/>
                  </a:lnTo>
                  <a:lnTo>
                    <a:pt x="1145" y="562"/>
                  </a:lnTo>
                  <a:lnTo>
                    <a:pt x="908" y="670"/>
                  </a:lnTo>
                  <a:lnTo>
                    <a:pt x="692" y="800"/>
                  </a:lnTo>
                  <a:lnTo>
                    <a:pt x="475" y="994"/>
                  </a:lnTo>
                  <a:lnTo>
                    <a:pt x="324" y="1189"/>
                  </a:lnTo>
                  <a:lnTo>
                    <a:pt x="195" y="1405"/>
                  </a:lnTo>
                  <a:lnTo>
                    <a:pt x="108" y="1642"/>
                  </a:lnTo>
                  <a:lnTo>
                    <a:pt x="65" y="1880"/>
                  </a:lnTo>
                  <a:lnTo>
                    <a:pt x="22" y="2788"/>
                  </a:lnTo>
                  <a:lnTo>
                    <a:pt x="0" y="3695"/>
                  </a:lnTo>
                  <a:lnTo>
                    <a:pt x="0" y="5510"/>
                  </a:lnTo>
                  <a:lnTo>
                    <a:pt x="43" y="7325"/>
                  </a:lnTo>
                  <a:lnTo>
                    <a:pt x="130" y="9119"/>
                  </a:lnTo>
                  <a:lnTo>
                    <a:pt x="259" y="10934"/>
                  </a:lnTo>
                  <a:lnTo>
                    <a:pt x="432" y="12727"/>
                  </a:lnTo>
                  <a:lnTo>
                    <a:pt x="648" y="14520"/>
                  </a:lnTo>
                  <a:lnTo>
                    <a:pt x="908" y="16292"/>
                  </a:lnTo>
                  <a:lnTo>
                    <a:pt x="972" y="16508"/>
                  </a:lnTo>
                  <a:lnTo>
                    <a:pt x="1059" y="16724"/>
                  </a:lnTo>
                  <a:lnTo>
                    <a:pt x="1189" y="16897"/>
                  </a:lnTo>
                  <a:lnTo>
                    <a:pt x="1361" y="17070"/>
                  </a:lnTo>
                  <a:lnTo>
                    <a:pt x="1534" y="17200"/>
                  </a:lnTo>
                  <a:lnTo>
                    <a:pt x="1750" y="17308"/>
                  </a:lnTo>
                  <a:lnTo>
                    <a:pt x="1966" y="17373"/>
                  </a:lnTo>
                  <a:lnTo>
                    <a:pt x="2204" y="17416"/>
                  </a:lnTo>
                  <a:lnTo>
                    <a:pt x="3954" y="17481"/>
                  </a:lnTo>
                  <a:lnTo>
                    <a:pt x="5704" y="17524"/>
                  </a:lnTo>
                  <a:lnTo>
                    <a:pt x="7476" y="17545"/>
                  </a:lnTo>
                  <a:lnTo>
                    <a:pt x="9227" y="17567"/>
                  </a:lnTo>
                  <a:lnTo>
                    <a:pt x="10998" y="17545"/>
                  </a:lnTo>
                  <a:lnTo>
                    <a:pt x="12749" y="17524"/>
                  </a:lnTo>
                  <a:lnTo>
                    <a:pt x="14499" y="17481"/>
                  </a:lnTo>
                  <a:lnTo>
                    <a:pt x="16271" y="17416"/>
                  </a:lnTo>
                  <a:lnTo>
                    <a:pt x="16487" y="17373"/>
                  </a:lnTo>
                  <a:lnTo>
                    <a:pt x="16703" y="17308"/>
                  </a:lnTo>
                  <a:lnTo>
                    <a:pt x="16919" y="17200"/>
                  </a:lnTo>
                  <a:lnTo>
                    <a:pt x="17092" y="17070"/>
                  </a:lnTo>
                  <a:lnTo>
                    <a:pt x="17264" y="16897"/>
                  </a:lnTo>
                  <a:lnTo>
                    <a:pt x="17394" y="16724"/>
                  </a:lnTo>
                  <a:lnTo>
                    <a:pt x="17481" y="16508"/>
                  </a:lnTo>
                  <a:lnTo>
                    <a:pt x="17545" y="16292"/>
                  </a:lnTo>
                  <a:lnTo>
                    <a:pt x="17805" y="14520"/>
                  </a:lnTo>
                  <a:lnTo>
                    <a:pt x="18021" y="12727"/>
                  </a:lnTo>
                  <a:lnTo>
                    <a:pt x="18194" y="10934"/>
                  </a:lnTo>
                  <a:lnTo>
                    <a:pt x="18345" y="9119"/>
                  </a:lnTo>
                  <a:lnTo>
                    <a:pt x="18431" y="7325"/>
                  </a:lnTo>
                  <a:lnTo>
                    <a:pt x="18453" y="5510"/>
                  </a:lnTo>
                  <a:lnTo>
                    <a:pt x="18453" y="3695"/>
                  </a:lnTo>
                  <a:lnTo>
                    <a:pt x="18431" y="2788"/>
                  </a:lnTo>
                  <a:lnTo>
                    <a:pt x="18388" y="1880"/>
                  </a:lnTo>
                  <a:lnTo>
                    <a:pt x="18345" y="1642"/>
                  </a:lnTo>
                  <a:lnTo>
                    <a:pt x="18280" y="1405"/>
                  </a:lnTo>
                  <a:lnTo>
                    <a:pt x="18150" y="1189"/>
                  </a:lnTo>
                  <a:lnTo>
                    <a:pt x="17978" y="994"/>
                  </a:lnTo>
                  <a:lnTo>
                    <a:pt x="17783" y="800"/>
                  </a:lnTo>
                  <a:lnTo>
                    <a:pt x="17545" y="670"/>
                  </a:lnTo>
                  <a:lnTo>
                    <a:pt x="17329" y="562"/>
                  </a:lnTo>
                  <a:lnTo>
                    <a:pt x="17092" y="519"/>
                  </a:lnTo>
                  <a:lnTo>
                    <a:pt x="16098" y="389"/>
                  </a:lnTo>
                  <a:lnTo>
                    <a:pt x="15125" y="281"/>
                  </a:lnTo>
                  <a:lnTo>
                    <a:pt x="14131" y="195"/>
                  </a:lnTo>
                  <a:lnTo>
                    <a:pt x="13159" y="130"/>
                  </a:lnTo>
                  <a:lnTo>
                    <a:pt x="12187" y="65"/>
                  </a:lnTo>
                  <a:lnTo>
                    <a:pt x="11193" y="22"/>
                  </a:lnTo>
                  <a:lnTo>
                    <a:pt x="1022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4" name="Google Shape;7314;p34"/>
            <p:cNvSpPr/>
            <p:nvPr/>
          </p:nvSpPr>
          <p:spPr>
            <a:xfrm>
              <a:off x="16528600" y="2815525"/>
              <a:ext cx="97275" cy="148025"/>
            </a:xfrm>
            <a:custGeom>
              <a:avLst/>
              <a:gdLst/>
              <a:ahLst/>
              <a:cxnLst/>
              <a:rect l="l" t="t" r="r" b="b"/>
              <a:pathLst>
                <a:path w="3891" h="5921" extrusionOk="0">
                  <a:moveTo>
                    <a:pt x="1946" y="0"/>
                  </a:moveTo>
                  <a:lnTo>
                    <a:pt x="1751" y="22"/>
                  </a:lnTo>
                  <a:lnTo>
                    <a:pt x="1557" y="65"/>
                  </a:lnTo>
                  <a:lnTo>
                    <a:pt x="1362" y="130"/>
                  </a:lnTo>
                  <a:lnTo>
                    <a:pt x="1189" y="238"/>
                  </a:lnTo>
                  <a:lnTo>
                    <a:pt x="1016" y="367"/>
                  </a:lnTo>
                  <a:lnTo>
                    <a:pt x="865" y="519"/>
                  </a:lnTo>
                  <a:lnTo>
                    <a:pt x="714" y="670"/>
                  </a:lnTo>
                  <a:lnTo>
                    <a:pt x="563" y="864"/>
                  </a:lnTo>
                  <a:lnTo>
                    <a:pt x="433" y="1080"/>
                  </a:lnTo>
                  <a:lnTo>
                    <a:pt x="325" y="1318"/>
                  </a:lnTo>
                  <a:lnTo>
                    <a:pt x="239" y="1556"/>
                  </a:lnTo>
                  <a:lnTo>
                    <a:pt x="152" y="1815"/>
                  </a:lnTo>
                  <a:lnTo>
                    <a:pt x="87" y="2074"/>
                  </a:lnTo>
                  <a:lnTo>
                    <a:pt x="44" y="2377"/>
                  </a:lnTo>
                  <a:lnTo>
                    <a:pt x="1" y="2658"/>
                  </a:lnTo>
                  <a:lnTo>
                    <a:pt x="1" y="2960"/>
                  </a:lnTo>
                  <a:lnTo>
                    <a:pt x="1" y="3263"/>
                  </a:lnTo>
                  <a:lnTo>
                    <a:pt x="44" y="3565"/>
                  </a:lnTo>
                  <a:lnTo>
                    <a:pt x="87" y="3846"/>
                  </a:lnTo>
                  <a:lnTo>
                    <a:pt x="152" y="4127"/>
                  </a:lnTo>
                  <a:lnTo>
                    <a:pt x="239" y="4386"/>
                  </a:lnTo>
                  <a:lnTo>
                    <a:pt x="325" y="4624"/>
                  </a:lnTo>
                  <a:lnTo>
                    <a:pt x="433" y="4840"/>
                  </a:lnTo>
                  <a:lnTo>
                    <a:pt x="563" y="5056"/>
                  </a:lnTo>
                  <a:lnTo>
                    <a:pt x="714" y="5251"/>
                  </a:lnTo>
                  <a:lnTo>
                    <a:pt x="865" y="5424"/>
                  </a:lnTo>
                  <a:lnTo>
                    <a:pt x="1016" y="5575"/>
                  </a:lnTo>
                  <a:lnTo>
                    <a:pt x="1189" y="5683"/>
                  </a:lnTo>
                  <a:lnTo>
                    <a:pt x="1362" y="5791"/>
                  </a:lnTo>
                  <a:lnTo>
                    <a:pt x="1557" y="5856"/>
                  </a:lnTo>
                  <a:lnTo>
                    <a:pt x="1751" y="5921"/>
                  </a:lnTo>
                  <a:lnTo>
                    <a:pt x="2140" y="5921"/>
                  </a:lnTo>
                  <a:lnTo>
                    <a:pt x="2334" y="5856"/>
                  </a:lnTo>
                  <a:lnTo>
                    <a:pt x="2529" y="5791"/>
                  </a:lnTo>
                  <a:lnTo>
                    <a:pt x="2702" y="5683"/>
                  </a:lnTo>
                  <a:lnTo>
                    <a:pt x="2875" y="5575"/>
                  </a:lnTo>
                  <a:lnTo>
                    <a:pt x="3047" y="5424"/>
                  </a:lnTo>
                  <a:lnTo>
                    <a:pt x="3199" y="5251"/>
                  </a:lnTo>
                  <a:lnTo>
                    <a:pt x="3328" y="5056"/>
                  </a:lnTo>
                  <a:lnTo>
                    <a:pt x="3458" y="4840"/>
                  </a:lnTo>
                  <a:lnTo>
                    <a:pt x="3566" y="4624"/>
                  </a:lnTo>
                  <a:lnTo>
                    <a:pt x="3653" y="4386"/>
                  </a:lnTo>
                  <a:lnTo>
                    <a:pt x="3739" y="4127"/>
                  </a:lnTo>
                  <a:lnTo>
                    <a:pt x="3804" y="3846"/>
                  </a:lnTo>
                  <a:lnTo>
                    <a:pt x="3869" y="3565"/>
                  </a:lnTo>
                  <a:lnTo>
                    <a:pt x="3890" y="3263"/>
                  </a:lnTo>
                  <a:lnTo>
                    <a:pt x="3890" y="2960"/>
                  </a:lnTo>
                  <a:lnTo>
                    <a:pt x="3890" y="2658"/>
                  </a:lnTo>
                  <a:lnTo>
                    <a:pt x="3869" y="2377"/>
                  </a:lnTo>
                  <a:lnTo>
                    <a:pt x="3804" y="2074"/>
                  </a:lnTo>
                  <a:lnTo>
                    <a:pt x="3739" y="1815"/>
                  </a:lnTo>
                  <a:lnTo>
                    <a:pt x="3653" y="1556"/>
                  </a:lnTo>
                  <a:lnTo>
                    <a:pt x="3566" y="1318"/>
                  </a:lnTo>
                  <a:lnTo>
                    <a:pt x="3458" y="1080"/>
                  </a:lnTo>
                  <a:lnTo>
                    <a:pt x="3328" y="864"/>
                  </a:lnTo>
                  <a:lnTo>
                    <a:pt x="3199" y="670"/>
                  </a:lnTo>
                  <a:lnTo>
                    <a:pt x="3047" y="519"/>
                  </a:lnTo>
                  <a:lnTo>
                    <a:pt x="2875" y="367"/>
                  </a:lnTo>
                  <a:lnTo>
                    <a:pt x="2702" y="238"/>
                  </a:lnTo>
                  <a:lnTo>
                    <a:pt x="2529" y="130"/>
                  </a:lnTo>
                  <a:lnTo>
                    <a:pt x="2334" y="65"/>
                  </a:lnTo>
                  <a:lnTo>
                    <a:pt x="2140" y="22"/>
                  </a:lnTo>
                  <a:lnTo>
                    <a:pt x="1946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5" name="Google Shape;7315;p34"/>
            <p:cNvSpPr/>
            <p:nvPr/>
          </p:nvSpPr>
          <p:spPr>
            <a:xfrm>
              <a:off x="16550225" y="2837125"/>
              <a:ext cx="54025" cy="104825"/>
            </a:xfrm>
            <a:custGeom>
              <a:avLst/>
              <a:gdLst/>
              <a:ahLst/>
              <a:cxnLst/>
              <a:rect l="l" t="t" r="r" b="b"/>
              <a:pathLst>
                <a:path w="2161" h="4193" extrusionOk="0">
                  <a:moveTo>
                    <a:pt x="1081" y="0"/>
                  </a:moveTo>
                  <a:lnTo>
                    <a:pt x="994" y="22"/>
                  </a:lnTo>
                  <a:lnTo>
                    <a:pt x="886" y="44"/>
                  </a:lnTo>
                  <a:lnTo>
                    <a:pt x="800" y="87"/>
                  </a:lnTo>
                  <a:lnTo>
                    <a:pt x="692" y="173"/>
                  </a:lnTo>
                  <a:lnTo>
                    <a:pt x="605" y="260"/>
                  </a:lnTo>
                  <a:lnTo>
                    <a:pt x="519" y="346"/>
                  </a:lnTo>
                  <a:lnTo>
                    <a:pt x="346" y="605"/>
                  </a:lnTo>
                  <a:lnTo>
                    <a:pt x="216" y="930"/>
                  </a:lnTo>
                  <a:lnTo>
                    <a:pt x="108" y="1275"/>
                  </a:lnTo>
                  <a:lnTo>
                    <a:pt x="22" y="1664"/>
                  </a:lnTo>
                  <a:lnTo>
                    <a:pt x="0" y="1880"/>
                  </a:lnTo>
                  <a:lnTo>
                    <a:pt x="0" y="2096"/>
                  </a:lnTo>
                  <a:lnTo>
                    <a:pt x="0" y="2312"/>
                  </a:lnTo>
                  <a:lnTo>
                    <a:pt x="22" y="2528"/>
                  </a:lnTo>
                  <a:lnTo>
                    <a:pt x="108" y="2917"/>
                  </a:lnTo>
                  <a:lnTo>
                    <a:pt x="216" y="3285"/>
                  </a:lnTo>
                  <a:lnTo>
                    <a:pt x="346" y="3587"/>
                  </a:lnTo>
                  <a:lnTo>
                    <a:pt x="519" y="3847"/>
                  </a:lnTo>
                  <a:lnTo>
                    <a:pt x="605" y="3955"/>
                  </a:lnTo>
                  <a:lnTo>
                    <a:pt x="692" y="4041"/>
                  </a:lnTo>
                  <a:lnTo>
                    <a:pt x="800" y="4106"/>
                  </a:lnTo>
                  <a:lnTo>
                    <a:pt x="886" y="4149"/>
                  </a:lnTo>
                  <a:lnTo>
                    <a:pt x="994" y="4192"/>
                  </a:lnTo>
                  <a:lnTo>
                    <a:pt x="1167" y="4192"/>
                  </a:lnTo>
                  <a:lnTo>
                    <a:pt x="1275" y="4149"/>
                  </a:lnTo>
                  <a:lnTo>
                    <a:pt x="1361" y="4106"/>
                  </a:lnTo>
                  <a:lnTo>
                    <a:pt x="1469" y="4041"/>
                  </a:lnTo>
                  <a:lnTo>
                    <a:pt x="1556" y="3955"/>
                  </a:lnTo>
                  <a:lnTo>
                    <a:pt x="1642" y="3847"/>
                  </a:lnTo>
                  <a:lnTo>
                    <a:pt x="1815" y="3587"/>
                  </a:lnTo>
                  <a:lnTo>
                    <a:pt x="1945" y="3285"/>
                  </a:lnTo>
                  <a:lnTo>
                    <a:pt x="2074" y="2917"/>
                  </a:lnTo>
                  <a:lnTo>
                    <a:pt x="2139" y="2528"/>
                  </a:lnTo>
                  <a:lnTo>
                    <a:pt x="2161" y="2312"/>
                  </a:lnTo>
                  <a:lnTo>
                    <a:pt x="2161" y="2096"/>
                  </a:lnTo>
                  <a:lnTo>
                    <a:pt x="2161" y="1880"/>
                  </a:lnTo>
                  <a:lnTo>
                    <a:pt x="2139" y="1664"/>
                  </a:lnTo>
                  <a:lnTo>
                    <a:pt x="2074" y="1275"/>
                  </a:lnTo>
                  <a:lnTo>
                    <a:pt x="1945" y="930"/>
                  </a:lnTo>
                  <a:lnTo>
                    <a:pt x="1815" y="605"/>
                  </a:lnTo>
                  <a:lnTo>
                    <a:pt x="1642" y="346"/>
                  </a:lnTo>
                  <a:lnTo>
                    <a:pt x="1556" y="260"/>
                  </a:lnTo>
                  <a:lnTo>
                    <a:pt x="1469" y="173"/>
                  </a:lnTo>
                  <a:lnTo>
                    <a:pt x="1361" y="87"/>
                  </a:lnTo>
                  <a:lnTo>
                    <a:pt x="1275" y="44"/>
                  </a:lnTo>
                  <a:lnTo>
                    <a:pt x="1167" y="22"/>
                  </a:lnTo>
                  <a:lnTo>
                    <a:pt x="108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6" name="Google Shape;7316;p34"/>
            <p:cNvSpPr/>
            <p:nvPr/>
          </p:nvSpPr>
          <p:spPr>
            <a:xfrm>
              <a:off x="16330900" y="3048875"/>
              <a:ext cx="492675" cy="38375"/>
            </a:xfrm>
            <a:custGeom>
              <a:avLst/>
              <a:gdLst/>
              <a:ahLst/>
              <a:cxnLst/>
              <a:rect l="l" t="t" r="r" b="b"/>
              <a:pathLst>
                <a:path w="19707" h="1535" extrusionOk="0">
                  <a:moveTo>
                    <a:pt x="606" y="1"/>
                  </a:moveTo>
                  <a:lnTo>
                    <a:pt x="476" y="44"/>
                  </a:lnTo>
                  <a:lnTo>
                    <a:pt x="346" y="130"/>
                  </a:lnTo>
                  <a:lnTo>
                    <a:pt x="217" y="217"/>
                  </a:lnTo>
                  <a:lnTo>
                    <a:pt x="130" y="325"/>
                  </a:lnTo>
                  <a:lnTo>
                    <a:pt x="65" y="454"/>
                  </a:lnTo>
                  <a:lnTo>
                    <a:pt x="22" y="606"/>
                  </a:lnTo>
                  <a:lnTo>
                    <a:pt x="0" y="757"/>
                  </a:lnTo>
                  <a:lnTo>
                    <a:pt x="22" y="908"/>
                  </a:lnTo>
                  <a:lnTo>
                    <a:pt x="65" y="1059"/>
                  </a:lnTo>
                  <a:lnTo>
                    <a:pt x="130" y="1189"/>
                  </a:lnTo>
                  <a:lnTo>
                    <a:pt x="217" y="1297"/>
                  </a:lnTo>
                  <a:lnTo>
                    <a:pt x="346" y="1405"/>
                  </a:lnTo>
                  <a:lnTo>
                    <a:pt x="476" y="1470"/>
                  </a:lnTo>
                  <a:lnTo>
                    <a:pt x="606" y="1513"/>
                  </a:lnTo>
                  <a:lnTo>
                    <a:pt x="778" y="1535"/>
                  </a:lnTo>
                  <a:lnTo>
                    <a:pt x="18950" y="1535"/>
                  </a:lnTo>
                  <a:lnTo>
                    <a:pt x="19102" y="1513"/>
                  </a:lnTo>
                  <a:lnTo>
                    <a:pt x="19231" y="1470"/>
                  </a:lnTo>
                  <a:lnTo>
                    <a:pt x="19361" y="1405"/>
                  </a:lnTo>
                  <a:lnTo>
                    <a:pt x="19490" y="1297"/>
                  </a:lnTo>
                  <a:lnTo>
                    <a:pt x="19577" y="1189"/>
                  </a:lnTo>
                  <a:lnTo>
                    <a:pt x="19642" y="1059"/>
                  </a:lnTo>
                  <a:lnTo>
                    <a:pt x="19685" y="908"/>
                  </a:lnTo>
                  <a:lnTo>
                    <a:pt x="19707" y="757"/>
                  </a:lnTo>
                  <a:lnTo>
                    <a:pt x="19685" y="606"/>
                  </a:lnTo>
                  <a:lnTo>
                    <a:pt x="19642" y="454"/>
                  </a:lnTo>
                  <a:lnTo>
                    <a:pt x="19577" y="325"/>
                  </a:lnTo>
                  <a:lnTo>
                    <a:pt x="19490" y="217"/>
                  </a:lnTo>
                  <a:lnTo>
                    <a:pt x="19361" y="130"/>
                  </a:lnTo>
                  <a:lnTo>
                    <a:pt x="19231" y="44"/>
                  </a:lnTo>
                  <a:lnTo>
                    <a:pt x="1910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7" name="Google Shape;7317;p34"/>
            <p:cNvSpPr/>
            <p:nvPr/>
          </p:nvSpPr>
          <p:spPr>
            <a:xfrm>
              <a:off x="16395725" y="3319500"/>
              <a:ext cx="195025" cy="121575"/>
            </a:xfrm>
            <a:custGeom>
              <a:avLst/>
              <a:gdLst/>
              <a:ahLst/>
              <a:cxnLst/>
              <a:rect l="l" t="t" r="r" b="b"/>
              <a:pathLst>
                <a:path w="7801" h="4863" extrusionOk="0">
                  <a:moveTo>
                    <a:pt x="5986" y="1"/>
                  </a:moveTo>
                  <a:lnTo>
                    <a:pt x="5813" y="23"/>
                  </a:lnTo>
                  <a:lnTo>
                    <a:pt x="5640" y="87"/>
                  </a:lnTo>
                  <a:lnTo>
                    <a:pt x="5445" y="174"/>
                  </a:lnTo>
                  <a:lnTo>
                    <a:pt x="5273" y="303"/>
                  </a:lnTo>
                  <a:lnTo>
                    <a:pt x="5057" y="455"/>
                  </a:lnTo>
                  <a:lnTo>
                    <a:pt x="4862" y="628"/>
                  </a:lnTo>
                  <a:lnTo>
                    <a:pt x="4646" y="844"/>
                  </a:lnTo>
                  <a:lnTo>
                    <a:pt x="4430" y="1103"/>
                  </a:lnTo>
                  <a:lnTo>
                    <a:pt x="3933" y="1708"/>
                  </a:lnTo>
                  <a:lnTo>
                    <a:pt x="3738" y="1946"/>
                  </a:lnTo>
                  <a:lnTo>
                    <a:pt x="3522" y="2183"/>
                  </a:lnTo>
                  <a:lnTo>
                    <a:pt x="3285" y="2399"/>
                  </a:lnTo>
                  <a:lnTo>
                    <a:pt x="3047" y="2594"/>
                  </a:lnTo>
                  <a:lnTo>
                    <a:pt x="2788" y="2788"/>
                  </a:lnTo>
                  <a:lnTo>
                    <a:pt x="2528" y="2961"/>
                  </a:lnTo>
                  <a:lnTo>
                    <a:pt x="2248" y="3134"/>
                  </a:lnTo>
                  <a:lnTo>
                    <a:pt x="1988" y="3264"/>
                  </a:lnTo>
                  <a:lnTo>
                    <a:pt x="1707" y="3393"/>
                  </a:lnTo>
                  <a:lnTo>
                    <a:pt x="1448" y="3501"/>
                  </a:lnTo>
                  <a:lnTo>
                    <a:pt x="1167" y="3566"/>
                  </a:lnTo>
                  <a:lnTo>
                    <a:pt x="908" y="3631"/>
                  </a:lnTo>
                  <a:lnTo>
                    <a:pt x="670" y="3653"/>
                  </a:lnTo>
                  <a:lnTo>
                    <a:pt x="433" y="3653"/>
                  </a:lnTo>
                  <a:lnTo>
                    <a:pt x="195" y="3631"/>
                  </a:lnTo>
                  <a:lnTo>
                    <a:pt x="0" y="3588"/>
                  </a:lnTo>
                  <a:lnTo>
                    <a:pt x="389" y="3825"/>
                  </a:lnTo>
                  <a:lnTo>
                    <a:pt x="778" y="4063"/>
                  </a:lnTo>
                  <a:lnTo>
                    <a:pt x="1210" y="4258"/>
                  </a:lnTo>
                  <a:lnTo>
                    <a:pt x="1643" y="4430"/>
                  </a:lnTo>
                  <a:lnTo>
                    <a:pt x="2118" y="4582"/>
                  </a:lnTo>
                  <a:lnTo>
                    <a:pt x="2572" y="4711"/>
                  </a:lnTo>
                  <a:lnTo>
                    <a:pt x="3047" y="4798"/>
                  </a:lnTo>
                  <a:lnTo>
                    <a:pt x="3501" y="4863"/>
                  </a:lnTo>
                  <a:lnTo>
                    <a:pt x="3976" y="4863"/>
                  </a:lnTo>
                  <a:lnTo>
                    <a:pt x="4430" y="4841"/>
                  </a:lnTo>
                  <a:lnTo>
                    <a:pt x="4884" y="4776"/>
                  </a:lnTo>
                  <a:lnTo>
                    <a:pt x="5316" y="4668"/>
                  </a:lnTo>
                  <a:lnTo>
                    <a:pt x="5510" y="4603"/>
                  </a:lnTo>
                  <a:lnTo>
                    <a:pt x="5705" y="4517"/>
                  </a:lnTo>
                  <a:lnTo>
                    <a:pt x="5899" y="4409"/>
                  </a:lnTo>
                  <a:lnTo>
                    <a:pt x="6094" y="4301"/>
                  </a:lnTo>
                  <a:lnTo>
                    <a:pt x="6288" y="4193"/>
                  </a:lnTo>
                  <a:lnTo>
                    <a:pt x="6461" y="4063"/>
                  </a:lnTo>
                  <a:lnTo>
                    <a:pt x="6612" y="3912"/>
                  </a:lnTo>
                  <a:lnTo>
                    <a:pt x="6764" y="3739"/>
                  </a:lnTo>
                  <a:lnTo>
                    <a:pt x="7044" y="3415"/>
                  </a:lnTo>
                  <a:lnTo>
                    <a:pt x="7282" y="3112"/>
                  </a:lnTo>
                  <a:lnTo>
                    <a:pt x="7455" y="2832"/>
                  </a:lnTo>
                  <a:lnTo>
                    <a:pt x="7606" y="2551"/>
                  </a:lnTo>
                  <a:lnTo>
                    <a:pt x="7693" y="2291"/>
                  </a:lnTo>
                  <a:lnTo>
                    <a:pt x="7757" y="2054"/>
                  </a:lnTo>
                  <a:lnTo>
                    <a:pt x="7801" y="1838"/>
                  </a:lnTo>
                  <a:lnTo>
                    <a:pt x="7801" y="1621"/>
                  </a:lnTo>
                  <a:lnTo>
                    <a:pt x="7757" y="1427"/>
                  </a:lnTo>
                  <a:lnTo>
                    <a:pt x="7714" y="1233"/>
                  </a:lnTo>
                  <a:lnTo>
                    <a:pt x="7628" y="1081"/>
                  </a:lnTo>
                  <a:lnTo>
                    <a:pt x="7541" y="908"/>
                  </a:lnTo>
                  <a:lnTo>
                    <a:pt x="7412" y="779"/>
                  </a:lnTo>
                  <a:lnTo>
                    <a:pt x="7304" y="649"/>
                  </a:lnTo>
                  <a:lnTo>
                    <a:pt x="7152" y="520"/>
                  </a:lnTo>
                  <a:lnTo>
                    <a:pt x="7023" y="411"/>
                  </a:lnTo>
                  <a:lnTo>
                    <a:pt x="6850" y="282"/>
                  </a:lnTo>
                  <a:lnTo>
                    <a:pt x="6677" y="174"/>
                  </a:lnTo>
                  <a:lnTo>
                    <a:pt x="6504" y="87"/>
                  </a:lnTo>
                  <a:lnTo>
                    <a:pt x="6331" y="44"/>
                  </a:lnTo>
                  <a:lnTo>
                    <a:pt x="61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8" name="Google Shape;7318;p34"/>
            <p:cNvSpPr/>
            <p:nvPr/>
          </p:nvSpPr>
          <p:spPr>
            <a:xfrm>
              <a:off x="16563725" y="3319500"/>
              <a:ext cx="195025" cy="121575"/>
            </a:xfrm>
            <a:custGeom>
              <a:avLst/>
              <a:gdLst/>
              <a:ahLst/>
              <a:cxnLst/>
              <a:rect l="l" t="t" r="r" b="b"/>
              <a:pathLst>
                <a:path w="7801" h="4863" extrusionOk="0">
                  <a:moveTo>
                    <a:pt x="1642" y="1"/>
                  </a:moveTo>
                  <a:lnTo>
                    <a:pt x="1470" y="44"/>
                  </a:lnTo>
                  <a:lnTo>
                    <a:pt x="1297" y="87"/>
                  </a:lnTo>
                  <a:lnTo>
                    <a:pt x="1124" y="174"/>
                  </a:lnTo>
                  <a:lnTo>
                    <a:pt x="973" y="282"/>
                  </a:lnTo>
                  <a:lnTo>
                    <a:pt x="778" y="411"/>
                  </a:lnTo>
                  <a:lnTo>
                    <a:pt x="649" y="520"/>
                  </a:lnTo>
                  <a:lnTo>
                    <a:pt x="519" y="649"/>
                  </a:lnTo>
                  <a:lnTo>
                    <a:pt x="389" y="779"/>
                  </a:lnTo>
                  <a:lnTo>
                    <a:pt x="281" y="908"/>
                  </a:lnTo>
                  <a:lnTo>
                    <a:pt x="173" y="1081"/>
                  </a:lnTo>
                  <a:lnTo>
                    <a:pt x="87" y="1233"/>
                  </a:lnTo>
                  <a:lnTo>
                    <a:pt x="44" y="1427"/>
                  </a:lnTo>
                  <a:lnTo>
                    <a:pt x="22" y="1621"/>
                  </a:lnTo>
                  <a:lnTo>
                    <a:pt x="0" y="1838"/>
                  </a:lnTo>
                  <a:lnTo>
                    <a:pt x="44" y="2054"/>
                  </a:lnTo>
                  <a:lnTo>
                    <a:pt x="108" y="2291"/>
                  </a:lnTo>
                  <a:lnTo>
                    <a:pt x="195" y="2551"/>
                  </a:lnTo>
                  <a:lnTo>
                    <a:pt x="346" y="2832"/>
                  </a:lnTo>
                  <a:lnTo>
                    <a:pt x="519" y="3112"/>
                  </a:lnTo>
                  <a:lnTo>
                    <a:pt x="757" y="3415"/>
                  </a:lnTo>
                  <a:lnTo>
                    <a:pt x="1037" y="3739"/>
                  </a:lnTo>
                  <a:lnTo>
                    <a:pt x="1189" y="3912"/>
                  </a:lnTo>
                  <a:lnTo>
                    <a:pt x="1362" y="4063"/>
                  </a:lnTo>
                  <a:lnTo>
                    <a:pt x="1534" y="4193"/>
                  </a:lnTo>
                  <a:lnTo>
                    <a:pt x="1707" y="4301"/>
                  </a:lnTo>
                  <a:lnTo>
                    <a:pt x="1902" y="4409"/>
                  </a:lnTo>
                  <a:lnTo>
                    <a:pt x="2096" y="4517"/>
                  </a:lnTo>
                  <a:lnTo>
                    <a:pt x="2291" y="4603"/>
                  </a:lnTo>
                  <a:lnTo>
                    <a:pt x="2507" y="4668"/>
                  </a:lnTo>
                  <a:lnTo>
                    <a:pt x="2917" y="4776"/>
                  </a:lnTo>
                  <a:lnTo>
                    <a:pt x="3371" y="4841"/>
                  </a:lnTo>
                  <a:lnTo>
                    <a:pt x="3825" y="4863"/>
                  </a:lnTo>
                  <a:lnTo>
                    <a:pt x="4300" y="4863"/>
                  </a:lnTo>
                  <a:lnTo>
                    <a:pt x="4754" y="4798"/>
                  </a:lnTo>
                  <a:lnTo>
                    <a:pt x="5229" y="4711"/>
                  </a:lnTo>
                  <a:lnTo>
                    <a:pt x="5705" y="4582"/>
                  </a:lnTo>
                  <a:lnTo>
                    <a:pt x="6158" y="4430"/>
                  </a:lnTo>
                  <a:lnTo>
                    <a:pt x="6591" y="4258"/>
                  </a:lnTo>
                  <a:lnTo>
                    <a:pt x="7023" y="4063"/>
                  </a:lnTo>
                  <a:lnTo>
                    <a:pt x="7433" y="3825"/>
                  </a:lnTo>
                  <a:lnTo>
                    <a:pt x="7801" y="3588"/>
                  </a:lnTo>
                  <a:lnTo>
                    <a:pt x="7606" y="3631"/>
                  </a:lnTo>
                  <a:lnTo>
                    <a:pt x="7390" y="3653"/>
                  </a:lnTo>
                  <a:lnTo>
                    <a:pt x="7152" y="3653"/>
                  </a:lnTo>
                  <a:lnTo>
                    <a:pt x="6893" y="3631"/>
                  </a:lnTo>
                  <a:lnTo>
                    <a:pt x="6634" y="3566"/>
                  </a:lnTo>
                  <a:lnTo>
                    <a:pt x="6375" y="3501"/>
                  </a:lnTo>
                  <a:lnTo>
                    <a:pt x="6094" y="3393"/>
                  </a:lnTo>
                  <a:lnTo>
                    <a:pt x="5813" y="3264"/>
                  </a:lnTo>
                  <a:lnTo>
                    <a:pt x="5553" y="3134"/>
                  </a:lnTo>
                  <a:lnTo>
                    <a:pt x="5273" y="2961"/>
                  </a:lnTo>
                  <a:lnTo>
                    <a:pt x="5013" y="2788"/>
                  </a:lnTo>
                  <a:lnTo>
                    <a:pt x="4754" y="2594"/>
                  </a:lnTo>
                  <a:lnTo>
                    <a:pt x="4516" y="2399"/>
                  </a:lnTo>
                  <a:lnTo>
                    <a:pt x="4279" y="2183"/>
                  </a:lnTo>
                  <a:lnTo>
                    <a:pt x="4063" y="1946"/>
                  </a:lnTo>
                  <a:lnTo>
                    <a:pt x="3868" y="1708"/>
                  </a:lnTo>
                  <a:lnTo>
                    <a:pt x="3393" y="1103"/>
                  </a:lnTo>
                  <a:lnTo>
                    <a:pt x="3155" y="844"/>
                  </a:lnTo>
                  <a:lnTo>
                    <a:pt x="2939" y="628"/>
                  </a:lnTo>
                  <a:lnTo>
                    <a:pt x="2744" y="455"/>
                  </a:lnTo>
                  <a:lnTo>
                    <a:pt x="2550" y="303"/>
                  </a:lnTo>
                  <a:lnTo>
                    <a:pt x="2356" y="174"/>
                  </a:lnTo>
                  <a:lnTo>
                    <a:pt x="2161" y="87"/>
                  </a:lnTo>
                  <a:lnTo>
                    <a:pt x="1988" y="23"/>
                  </a:lnTo>
                  <a:lnTo>
                    <a:pt x="181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9" name="Google Shape;7319;p34"/>
            <p:cNvSpPr/>
            <p:nvPr/>
          </p:nvSpPr>
          <p:spPr>
            <a:xfrm>
              <a:off x="16640975" y="3230925"/>
              <a:ext cx="27575" cy="34600"/>
            </a:xfrm>
            <a:custGeom>
              <a:avLst/>
              <a:gdLst/>
              <a:ahLst/>
              <a:cxnLst/>
              <a:rect l="l" t="t" r="r" b="b"/>
              <a:pathLst>
                <a:path w="1103" h="1384" extrusionOk="0">
                  <a:moveTo>
                    <a:pt x="432" y="0"/>
                  </a:moveTo>
                  <a:lnTo>
                    <a:pt x="324" y="43"/>
                  </a:lnTo>
                  <a:lnTo>
                    <a:pt x="238" y="108"/>
                  </a:lnTo>
                  <a:lnTo>
                    <a:pt x="151" y="195"/>
                  </a:lnTo>
                  <a:lnTo>
                    <a:pt x="87" y="303"/>
                  </a:lnTo>
                  <a:lnTo>
                    <a:pt x="43" y="411"/>
                  </a:lnTo>
                  <a:lnTo>
                    <a:pt x="0" y="540"/>
                  </a:lnTo>
                  <a:lnTo>
                    <a:pt x="0" y="692"/>
                  </a:lnTo>
                  <a:lnTo>
                    <a:pt x="0" y="821"/>
                  </a:lnTo>
                  <a:lnTo>
                    <a:pt x="43" y="951"/>
                  </a:lnTo>
                  <a:lnTo>
                    <a:pt x="87" y="1081"/>
                  </a:lnTo>
                  <a:lnTo>
                    <a:pt x="151" y="1189"/>
                  </a:lnTo>
                  <a:lnTo>
                    <a:pt x="238" y="1275"/>
                  </a:lnTo>
                  <a:lnTo>
                    <a:pt x="324" y="1340"/>
                  </a:lnTo>
                  <a:lnTo>
                    <a:pt x="432" y="1383"/>
                  </a:lnTo>
                  <a:lnTo>
                    <a:pt x="648" y="1383"/>
                  </a:lnTo>
                  <a:lnTo>
                    <a:pt x="756" y="1340"/>
                  </a:lnTo>
                  <a:lnTo>
                    <a:pt x="843" y="1275"/>
                  </a:lnTo>
                  <a:lnTo>
                    <a:pt x="929" y="1189"/>
                  </a:lnTo>
                  <a:lnTo>
                    <a:pt x="994" y="1081"/>
                  </a:lnTo>
                  <a:lnTo>
                    <a:pt x="1059" y="951"/>
                  </a:lnTo>
                  <a:lnTo>
                    <a:pt x="1081" y="821"/>
                  </a:lnTo>
                  <a:lnTo>
                    <a:pt x="1102" y="692"/>
                  </a:lnTo>
                  <a:lnTo>
                    <a:pt x="1081" y="540"/>
                  </a:lnTo>
                  <a:lnTo>
                    <a:pt x="1059" y="411"/>
                  </a:lnTo>
                  <a:lnTo>
                    <a:pt x="994" y="303"/>
                  </a:lnTo>
                  <a:lnTo>
                    <a:pt x="929" y="195"/>
                  </a:lnTo>
                  <a:lnTo>
                    <a:pt x="843" y="108"/>
                  </a:lnTo>
                  <a:lnTo>
                    <a:pt x="756" y="43"/>
                  </a:lnTo>
                  <a:lnTo>
                    <a:pt x="6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0" name="Google Shape;7320;p34"/>
            <p:cNvSpPr/>
            <p:nvPr/>
          </p:nvSpPr>
          <p:spPr>
            <a:xfrm>
              <a:off x="16487025" y="3230925"/>
              <a:ext cx="27575" cy="34600"/>
            </a:xfrm>
            <a:custGeom>
              <a:avLst/>
              <a:gdLst/>
              <a:ahLst/>
              <a:cxnLst/>
              <a:rect l="l" t="t" r="r" b="b"/>
              <a:pathLst>
                <a:path w="1103" h="1384" extrusionOk="0">
                  <a:moveTo>
                    <a:pt x="432" y="0"/>
                  </a:moveTo>
                  <a:lnTo>
                    <a:pt x="346" y="43"/>
                  </a:lnTo>
                  <a:lnTo>
                    <a:pt x="238" y="108"/>
                  </a:lnTo>
                  <a:lnTo>
                    <a:pt x="173" y="195"/>
                  </a:lnTo>
                  <a:lnTo>
                    <a:pt x="108" y="303"/>
                  </a:lnTo>
                  <a:lnTo>
                    <a:pt x="43" y="411"/>
                  </a:lnTo>
                  <a:lnTo>
                    <a:pt x="22" y="540"/>
                  </a:lnTo>
                  <a:lnTo>
                    <a:pt x="0" y="692"/>
                  </a:lnTo>
                  <a:lnTo>
                    <a:pt x="22" y="821"/>
                  </a:lnTo>
                  <a:lnTo>
                    <a:pt x="43" y="951"/>
                  </a:lnTo>
                  <a:lnTo>
                    <a:pt x="108" y="1081"/>
                  </a:lnTo>
                  <a:lnTo>
                    <a:pt x="173" y="1189"/>
                  </a:lnTo>
                  <a:lnTo>
                    <a:pt x="238" y="1275"/>
                  </a:lnTo>
                  <a:lnTo>
                    <a:pt x="346" y="1340"/>
                  </a:lnTo>
                  <a:lnTo>
                    <a:pt x="432" y="1383"/>
                  </a:lnTo>
                  <a:lnTo>
                    <a:pt x="670" y="1383"/>
                  </a:lnTo>
                  <a:lnTo>
                    <a:pt x="756" y="1340"/>
                  </a:lnTo>
                  <a:lnTo>
                    <a:pt x="864" y="1275"/>
                  </a:lnTo>
                  <a:lnTo>
                    <a:pt x="951" y="1189"/>
                  </a:lnTo>
                  <a:lnTo>
                    <a:pt x="1016" y="1081"/>
                  </a:lnTo>
                  <a:lnTo>
                    <a:pt x="1059" y="951"/>
                  </a:lnTo>
                  <a:lnTo>
                    <a:pt x="1080" y="821"/>
                  </a:lnTo>
                  <a:lnTo>
                    <a:pt x="1102" y="692"/>
                  </a:lnTo>
                  <a:lnTo>
                    <a:pt x="1080" y="540"/>
                  </a:lnTo>
                  <a:lnTo>
                    <a:pt x="1059" y="411"/>
                  </a:lnTo>
                  <a:lnTo>
                    <a:pt x="1016" y="303"/>
                  </a:lnTo>
                  <a:lnTo>
                    <a:pt x="951" y="195"/>
                  </a:lnTo>
                  <a:lnTo>
                    <a:pt x="864" y="108"/>
                  </a:lnTo>
                  <a:lnTo>
                    <a:pt x="756" y="43"/>
                  </a:lnTo>
                  <a:lnTo>
                    <a:pt x="67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1" name="Google Shape;7321;p34"/>
            <p:cNvSpPr/>
            <p:nvPr/>
          </p:nvSpPr>
          <p:spPr>
            <a:xfrm>
              <a:off x="16624750" y="3157450"/>
              <a:ext cx="107525" cy="39475"/>
            </a:xfrm>
            <a:custGeom>
              <a:avLst/>
              <a:gdLst/>
              <a:ahLst/>
              <a:cxnLst/>
              <a:rect l="l" t="t" r="r" b="b"/>
              <a:pathLst>
                <a:path w="4301" h="1579" extrusionOk="0">
                  <a:moveTo>
                    <a:pt x="563" y="1"/>
                  </a:moveTo>
                  <a:lnTo>
                    <a:pt x="455" y="22"/>
                  </a:lnTo>
                  <a:lnTo>
                    <a:pt x="347" y="65"/>
                  </a:lnTo>
                  <a:lnTo>
                    <a:pt x="260" y="130"/>
                  </a:lnTo>
                  <a:lnTo>
                    <a:pt x="195" y="195"/>
                  </a:lnTo>
                  <a:lnTo>
                    <a:pt x="87" y="282"/>
                  </a:lnTo>
                  <a:lnTo>
                    <a:pt x="44" y="390"/>
                  </a:lnTo>
                  <a:lnTo>
                    <a:pt x="1" y="519"/>
                  </a:lnTo>
                  <a:lnTo>
                    <a:pt x="23" y="670"/>
                  </a:lnTo>
                  <a:lnTo>
                    <a:pt x="87" y="800"/>
                  </a:lnTo>
                  <a:lnTo>
                    <a:pt x="174" y="951"/>
                  </a:lnTo>
                  <a:lnTo>
                    <a:pt x="325" y="1059"/>
                  </a:lnTo>
                  <a:lnTo>
                    <a:pt x="498" y="1167"/>
                  </a:lnTo>
                  <a:lnTo>
                    <a:pt x="757" y="1189"/>
                  </a:lnTo>
                  <a:lnTo>
                    <a:pt x="1146" y="1211"/>
                  </a:lnTo>
                  <a:lnTo>
                    <a:pt x="2119" y="1232"/>
                  </a:lnTo>
                  <a:lnTo>
                    <a:pt x="2659" y="1276"/>
                  </a:lnTo>
                  <a:lnTo>
                    <a:pt x="3199" y="1340"/>
                  </a:lnTo>
                  <a:lnTo>
                    <a:pt x="3437" y="1384"/>
                  </a:lnTo>
                  <a:lnTo>
                    <a:pt x="3674" y="1448"/>
                  </a:lnTo>
                  <a:lnTo>
                    <a:pt x="3890" y="1513"/>
                  </a:lnTo>
                  <a:lnTo>
                    <a:pt x="4063" y="1578"/>
                  </a:lnTo>
                  <a:lnTo>
                    <a:pt x="4171" y="1578"/>
                  </a:lnTo>
                  <a:lnTo>
                    <a:pt x="4236" y="1556"/>
                  </a:lnTo>
                  <a:lnTo>
                    <a:pt x="4279" y="1513"/>
                  </a:lnTo>
                  <a:lnTo>
                    <a:pt x="4301" y="1470"/>
                  </a:lnTo>
                  <a:lnTo>
                    <a:pt x="4279" y="1427"/>
                  </a:lnTo>
                  <a:lnTo>
                    <a:pt x="4236" y="1362"/>
                  </a:lnTo>
                  <a:lnTo>
                    <a:pt x="4085" y="1211"/>
                  </a:lnTo>
                  <a:lnTo>
                    <a:pt x="3847" y="1059"/>
                  </a:lnTo>
                  <a:lnTo>
                    <a:pt x="3545" y="887"/>
                  </a:lnTo>
                  <a:lnTo>
                    <a:pt x="3199" y="714"/>
                  </a:lnTo>
                  <a:lnTo>
                    <a:pt x="2810" y="541"/>
                  </a:lnTo>
                  <a:lnTo>
                    <a:pt x="2399" y="390"/>
                  </a:lnTo>
                  <a:lnTo>
                    <a:pt x="1989" y="238"/>
                  </a:lnTo>
                  <a:lnTo>
                    <a:pt x="1600" y="130"/>
                  </a:lnTo>
                  <a:lnTo>
                    <a:pt x="1211" y="44"/>
                  </a:lnTo>
                  <a:lnTo>
                    <a:pt x="8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2" name="Google Shape;7322;p34"/>
            <p:cNvSpPr/>
            <p:nvPr/>
          </p:nvSpPr>
          <p:spPr>
            <a:xfrm>
              <a:off x="16422725" y="3157450"/>
              <a:ext cx="107000" cy="39475"/>
            </a:xfrm>
            <a:custGeom>
              <a:avLst/>
              <a:gdLst/>
              <a:ahLst/>
              <a:cxnLst/>
              <a:rect l="l" t="t" r="r" b="b"/>
              <a:pathLst>
                <a:path w="4280" h="1579" extrusionOk="0">
                  <a:moveTo>
                    <a:pt x="3415" y="1"/>
                  </a:moveTo>
                  <a:lnTo>
                    <a:pt x="3069" y="44"/>
                  </a:lnTo>
                  <a:lnTo>
                    <a:pt x="2702" y="130"/>
                  </a:lnTo>
                  <a:lnTo>
                    <a:pt x="2291" y="238"/>
                  </a:lnTo>
                  <a:lnTo>
                    <a:pt x="1881" y="390"/>
                  </a:lnTo>
                  <a:lnTo>
                    <a:pt x="1470" y="541"/>
                  </a:lnTo>
                  <a:lnTo>
                    <a:pt x="1081" y="714"/>
                  </a:lnTo>
                  <a:lnTo>
                    <a:pt x="735" y="887"/>
                  </a:lnTo>
                  <a:lnTo>
                    <a:pt x="433" y="1059"/>
                  </a:lnTo>
                  <a:lnTo>
                    <a:pt x="195" y="1211"/>
                  </a:lnTo>
                  <a:lnTo>
                    <a:pt x="44" y="1362"/>
                  </a:lnTo>
                  <a:lnTo>
                    <a:pt x="1" y="1427"/>
                  </a:lnTo>
                  <a:lnTo>
                    <a:pt x="1" y="1470"/>
                  </a:lnTo>
                  <a:lnTo>
                    <a:pt x="1" y="1513"/>
                  </a:lnTo>
                  <a:lnTo>
                    <a:pt x="44" y="1556"/>
                  </a:lnTo>
                  <a:lnTo>
                    <a:pt x="109" y="1578"/>
                  </a:lnTo>
                  <a:lnTo>
                    <a:pt x="217" y="1578"/>
                  </a:lnTo>
                  <a:lnTo>
                    <a:pt x="411" y="1513"/>
                  </a:lnTo>
                  <a:lnTo>
                    <a:pt x="606" y="1448"/>
                  </a:lnTo>
                  <a:lnTo>
                    <a:pt x="843" y="1384"/>
                  </a:lnTo>
                  <a:lnTo>
                    <a:pt x="1103" y="1340"/>
                  </a:lnTo>
                  <a:lnTo>
                    <a:pt x="1621" y="1276"/>
                  </a:lnTo>
                  <a:lnTo>
                    <a:pt x="2162" y="1232"/>
                  </a:lnTo>
                  <a:lnTo>
                    <a:pt x="3155" y="1211"/>
                  </a:lnTo>
                  <a:lnTo>
                    <a:pt x="3523" y="1189"/>
                  </a:lnTo>
                  <a:lnTo>
                    <a:pt x="3782" y="1167"/>
                  </a:lnTo>
                  <a:lnTo>
                    <a:pt x="3955" y="1059"/>
                  </a:lnTo>
                  <a:lnTo>
                    <a:pt x="4106" y="951"/>
                  </a:lnTo>
                  <a:lnTo>
                    <a:pt x="4193" y="800"/>
                  </a:lnTo>
                  <a:lnTo>
                    <a:pt x="4257" y="670"/>
                  </a:lnTo>
                  <a:lnTo>
                    <a:pt x="4279" y="519"/>
                  </a:lnTo>
                  <a:lnTo>
                    <a:pt x="4257" y="390"/>
                  </a:lnTo>
                  <a:lnTo>
                    <a:pt x="4193" y="282"/>
                  </a:lnTo>
                  <a:lnTo>
                    <a:pt x="4085" y="195"/>
                  </a:lnTo>
                  <a:lnTo>
                    <a:pt x="4020" y="130"/>
                  </a:lnTo>
                  <a:lnTo>
                    <a:pt x="3933" y="65"/>
                  </a:lnTo>
                  <a:lnTo>
                    <a:pt x="3825" y="22"/>
                  </a:lnTo>
                  <a:lnTo>
                    <a:pt x="371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3" name="Google Shape;7323;p34"/>
            <p:cNvSpPr/>
            <p:nvPr/>
          </p:nvSpPr>
          <p:spPr>
            <a:xfrm>
              <a:off x="16313075" y="3508025"/>
              <a:ext cx="528325" cy="501325"/>
            </a:xfrm>
            <a:custGeom>
              <a:avLst/>
              <a:gdLst/>
              <a:ahLst/>
              <a:cxnLst/>
              <a:rect l="l" t="t" r="r" b="b"/>
              <a:pathLst>
                <a:path w="21133" h="20053" extrusionOk="0">
                  <a:moveTo>
                    <a:pt x="0" y="1"/>
                  </a:moveTo>
                  <a:lnTo>
                    <a:pt x="0" y="20053"/>
                  </a:lnTo>
                  <a:lnTo>
                    <a:pt x="21133" y="20053"/>
                  </a:lnTo>
                  <a:lnTo>
                    <a:pt x="211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4" name="Google Shape;7324;p34"/>
            <p:cNvSpPr/>
            <p:nvPr/>
          </p:nvSpPr>
          <p:spPr>
            <a:xfrm>
              <a:off x="16426525" y="3663600"/>
              <a:ext cx="301425" cy="10850"/>
            </a:xfrm>
            <a:custGeom>
              <a:avLst/>
              <a:gdLst/>
              <a:ahLst/>
              <a:cxnLst/>
              <a:rect l="l" t="t" r="r" b="b"/>
              <a:pathLst>
                <a:path w="12057" h="434" extrusionOk="0">
                  <a:moveTo>
                    <a:pt x="130" y="1"/>
                  </a:moveTo>
                  <a:lnTo>
                    <a:pt x="65" y="66"/>
                  </a:lnTo>
                  <a:lnTo>
                    <a:pt x="22" y="131"/>
                  </a:lnTo>
                  <a:lnTo>
                    <a:pt x="0" y="217"/>
                  </a:lnTo>
                  <a:lnTo>
                    <a:pt x="22" y="303"/>
                  </a:lnTo>
                  <a:lnTo>
                    <a:pt x="65" y="368"/>
                  </a:lnTo>
                  <a:lnTo>
                    <a:pt x="130" y="411"/>
                  </a:lnTo>
                  <a:lnTo>
                    <a:pt x="216" y="433"/>
                  </a:lnTo>
                  <a:lnTo>
                    <a:pt x="11841" y="433"/>
                  </a:lnTo>
                  <a:lnTo>
                    <a:pt x="11927" y="411"/>
                  </a:lnTo>
                  <a:lnTo>
                    <a:pt x="11992" y="368"/>
                  </a:lnTo>
                  <a:lnTo>
                    <a:pt x="12035" y="303"/>
                  </a:lnTo>
                  <a:lnTo>
                    <a:pt x="12057" y="217"/>
                  </a:lnTo>
                  <a:lnTo>
                    <a:pt x="12035" y="131"/>
                  </a:lnTo>
                  <a:lnTo>
                    <a:pt x="11992" y="66"/>
                  </a:lnTo>
                  <a:lnTo>
                    <a:pt x="11927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5" name="Google Shape;7325;p34"/>
            <p:cNvSpPr/>
            <p:nvPr/>
          </p:nvSpPr>
          <p:spPr>
            <a:xfrm>
              <a:off x="16395725" y="3632275"/>
              <a:ext cx="72950" cy="72950"/>
            </a:xfrm>
            <a:custGeom>
              <a:avLst/>
              <a:gdLst/>
              <a:ahLst/>
              <a:cxnLst/>
              <a:rect l="l" t="t" r="r" b="b"/>
              <a:pathLst>
                <a:path w="2918" h="2918" extrusionOk="0">
                  <a:moveTo>
                    <a:pt x="1448" y="1"/>
                  </a:moveTo>
                  <a:lnTo>
                    <a:pt x="1297" y="22"/>
                  </a:lnTo>
                  <a:lnTo>
                    <a:pt x="1167" y="44"/>
                  </a:lnTo>
                  <a:lnTo>
                    <a:pt x="1016" y="66"/>
                  </a:lnTo>
                  <a:lnTo>
                    <a:pt x="886" y="130"/>
                  </a:lnTo>
                  <a:lnTo>
                    <a:pt x="757" y="195"/>
                  </a:lnTo>
                  <a:lnTo>
                    <a:pt x="649" y="260"/>
                  </a:lnTo>
                  <a:lnTo>
                    <a:pt x="519" y="346"/>
                  </a:lnTo>
                  <a:lnTo>
                    <a:pt x="433" y="433"/>
                  </a:lnTo>
                  <a:lnTo>
                    <a:pt x="325" y="541"/>
                  </a:lnTo>
                  <a:lnTo>
                    <a:pt x="260" y="649"/>
                  </a:lnTo>
                  <a:lnTo>
                    <a:pt x="173" y="779"/>
                  </a:lnTo>
                  <a:lnTo>
                    <a:pt x="108" y="887"/>
                  </a:lnTo>
                  <a:lnTo>
                    <a:pt x="65" y="1038"/>
                  </a:lnTo>
                  <a:lnTo>
                    <a:pt x="22" y="1167"/>
                  </a:lnTo>
                  <a:lnTo>
                    <a:pt x="0" y="1319"/>
                  </a:lnTo>
                  <a:lnTo>
                    <a:pt x="0" y="1470"/>
                  </a:lnTo>
                  <a:lnTo>
                    <a:pt x="0" y="1621"/>
                  </a:lnTo>
                  <a:lnTo>
                    <a:pt x="22" y="1751"/>
                  </a:lnTo>
                  <a:lnTo>
                    <a:pt x="65" y="1902"/>
                  </a:lnTo>
                  <a:lnTo>
                    <a:pt x="108" y="2032"/>
                  </a:lnTo>
                  <a:lnTo>
                    <a:pt x="173" y="2161"/>
                  </a:lnTo>
                  <a:lnTo>
                    <a:pt x="260" y="2269"/>
                  </a:lnTo>
                  <a:lnTo>
                    <a:pt x="325" y="2378"/>
                  </a:lnTo>
                  <a:lnTo>
                    <a:pt x="433" y="2486"/>
                  </a:lnTo>
                  <a:lnTo>
                    <a:pt x="519" y="2594"/>
                  </a:lnTo>
                  <a:lnTo>
                    <a:pt x="649" y="2658"/>
                  </a:lnTo>
                  <a:lnTo>
                    <a:pt x="757" y="2745"/>
                  </a:lnTo>
                  <a:lnTo>
                    <a:pt x="886" y="2810"/>
                  </a:lnTo>
                  <a:lnTo>
                    <a:pt x="1016" y="2853"/>
                  </a:lnTo>
                  <a:lnTo>
                    <a:pt x="1167" y="2896"/>
                  </a:lnTo>
                  <a:lnTo>
                    <a:pt x="1297" y="2918"/>
                  </a:lnTo>
                  <a:lnTo>
                    <a:pt x="1599" y="2918"/>
                  </a:lnTo>
                  <a:lnTo>
                    <a:pt x="1751" y="2896"/>
                  </a:lnTo>
                  <a:lnTo>
                    <a:pt x="1880" y="2853"/>
                  </a:lnTo>
                  <a:lnTo>
                    <a:pt x="2010" y="2810"/>
                  </a:lnTo>
                  <a:lnTo>
                    <a:pt x="2140" y="2745"/>
                  </a:lnTo>
                  <a:lnTo>
                    <a:pt x="2269" y="2658"/>
                  </a:lnTo>
                  <a:lnTo>
                    <a:pt x="2377" y="2594"/>
                  </a:lnTo>
                  <a:lnTo>
                    <a:pt x="2485" y="2486"/>
                  </a:lnTo>
                  <a:lnTo>
                    <a:pt x="2572" y="2378"/>
                  </a:lnTo>
                  <a:lnTo>
                    <a:pt x="2658" y="2269"/>
                  </a:lnTo>
                  <a:lnTo>
                    <a:pt x="2723" y="2161"/>
                  </a:lnTo>
                  <a:lnTo>
                    <a:pt x="2788" y="2032"/>
                  </a:lnTo>
                  <a:lnTo>
                    <a:pt x="2831" y="1902"/>
                  </a:lnTo>
                  <a:lnTo>
                    <a:pt x="2874" y="1751"/>
                  </a:lnTo>
                  <a:lnTo>
                    <a:pt x="2896" y="1621"/>
                  </a:lnTo>
                  <a:lnTo>
                    <a:pt x="2917" y="1470"/>
                  </a:lnTo>
                  <a:lnTo>
                    <a:pt x="2896" y="1319"/>
                  </a:lnTo>
                  <a:lnTo>
                    <a:pt x="2874" y="1167"/>
                  </a:lnTo>
                  <a:lnTo>
                    <a:pt x="2831" y="1038"/>
                  </a:lnTo>
                  <a:lnTo>
                    <a:pt x="2788" y="887"/>
                  </a:lnTo>
                  <a:lnTo>
                    <a:pt x="2723" y="779"/>
                  </a:lnTo>
                  <a:lnTo>
                    <a:pt x="2658" y="649"/>
                  </a:lnTo>
                  <a:lnTo>
                    <a:pt x="2572" y="541"/>
                  </a:lnTo>
                  <a:lnTo>
                    <a:pt x="2485" y="433"/>
                  </a:lnTo>
                  <a:lnTo>
                    <a:pt x="2377" y="346"/>
                  </a:lnTo>
                  <a:lnTo>
                    <a:pt x="2269" y="260"/>
                  </a:lnTo>
                  <a:lnTo>
                    <a:pt x="2140" y="195"/>
                  </a:lnTo>
                  <a:lnTo>
                    <a:pt x="2010" y="130"/>
                  </a:lnTo>
                  <a:lnTo>
                    <a:pt x="1880" y="66"/>
                  </a:lnTo>
                  <a:lnTo>
                    <a:pt x="1751" y="44"/>
                  </a:lnTo>
                  <a:lnTo>
                    <a:pt x="1599" y="22"/>
                  </a:lnTo>
                  <a:lnTo>
                    <a:pt x="1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6" name="Google Shape;7326;p34"/>
            <p:cNvSpPr/>
            <p:nvPr/>
          </p:nvSpPr>
          <p:spPr>
            <a:xfrm>
              <a:off x="16686350" y="3632275"/>
              <a:ext cx="72400" cy="72950"/>
            </a:xfrm>
            <a:custGeom>
              <a:avLst/>
              <a:gdLst/>
              <a:ahLst/>
              <a:cxnLst/>
              <a:rect l="l" t="t" r="r" b="b"/>
              <a:pathLst>
                <a:path w="2896" h="2918" extrusionOk="0">
                  <a:moveTo>
                    <a:pt x="1448" y="1"/>
                  </a:moveTo>
                  <a:lnTo>
                    <a:pt x="1297" y="22"/>
                  </a:lnTo>
                  <a:lnTo>
                    <a:pt x="1145" y="44"/>
                  </a:lnTo>
                  <a:lnTo>
                    <a:pt x="1016" y="66"/>
                  </a:lnTo>
                  <a:lnTo>
                    <a:pt x="886" y="130"/>
                  </a:lnTo>
                  <a:lnTo>
                    <a:pt x="756" y="195"/>
                  </a:lnTo>
                  <a:lnTo>
                    <a:pt x="627" y="260"/>
                  </a:lnTo>
                  <a:lnTo>
                    <a:pt x="519" y="346"/>
                  </a:lnTo>
                  <a:lnTo>
                    <a:pt x="411" y="433"/>
                  </a:lnTo>
                  <a:lnTo>
                    <a:pt x="324" y="541"/>
                  </a:lnTo>
                  <a:lnTo>
                    <a:pt x="238" y="649"/>
                  </a:lnTo>
                  <a:lnTo>
                    <a:pt x="173" y="779"/>
                  </a:lnTo>
                  <a:lnTo>
                    <a:pt x="108" y="887"/>
                  </a:lnTo>
                  <a:lnTo>
                    <a:pt x="65" y="1038"/>
                  </a:lnTo>
                  <a:lnTo>
                    <a:pt x="22" y="1167"/>
                  </a:lnTo>
                  <a:lnTo>
                    <a:pt x="0" y="1319"/>
                  </a:lnTo>
                  <a:lnTo>
                    <a:pt x="0" y="1470"/>
                  </a:lnTo>
                  <a:lnTo>
                    <a:pt x="0" y="1621"/>
                  </a:lnTo>
                  <a:lnTo>
                    <a:pt x="22" y="1751"/>
                  </a:lnTo>
                  <a:lnTo>
                    <a:pt x="65" y="1902"/>
                  </a:lnTo>
                  <a:lnTo>
                    <a:pt x="108" y="2032"/>
                  </a:lnTo>
                  <a:lnTo>
                    <a:pt x="173" y="2161"/>
                  </a:lnTo>
                  <a:lnTo>
                    <a:pt x="238" y="2269"/>
                  </a:lnTo>
                  <a:lnTo>
                    <a:pt x="324" y="2378"/>
                  </a:lnTo>
                  <a:lnTo>
                    <a:pt x="411" y="2486"/>
                  </a:lnTo>
                  <a:lnTo>
                    <a:pt x="519" y="2594"/>
                  </a:lnTo>
                  <a:lnTo>
                    <a:pt x="627" y="2658"/>
                  </a:lnTo>
                  <a:lnTo>
                    <a:pt x="756" y="2745"/>
                  </a:lnTo>
                  <a:lnTo>
                    <a:pt x="886" y="2810"/>
                  </a:lnTo>
                  <a:lnTo>
                    <a:pt x="1016" y="2853"/>
                  </a:lnTo>
                  <a:lnTo>
                    <a:pt x="1145" y="2896"/>
                  </a:lnTo>
                  <a:lnTo>
                    <a:pt x="1297" y="2918"/>
                  </a:lnTo>
                  <a:lnTo>
                    <a:pt x="1599" y="2918"/>
                  </a:lnTo>
                  <a:lnTo>
                    <a:pt x="1729" y="2896"/>
                  </a:lnTo>
                  <a:lnTo>
                    <a:pt x="1880" y="2853"/>
                  </a:lnTo>
                  <a:lnTo>
                    <a:pt x="2010" y="2810"/>
                  </a:lnTo>
                  <a:lnTo>
                    <a:pt x="2139" y="2745"/>
                  </a:lnTo>
                  <a:lnTo>
                    <a:pt x="2269" y="2658"/>
                  </a:lnTo>
                  <a:lnTo>
                    <a:pt x="2377" y="2594"/>
                  </a:lnTo>
                  <a:lnTo>
                    <a:pt x="2463" y="2486"/>
                  </a:lnTo>
                  <a:lnTo>
                    <a:pt x="2572" y="2378"/>
                  </a:lnTo>
                  <a:lnTo>
                    <a:pt x="2658" y="2269"/>
                  </a:lnTo>
                  <a:lnTo>
                    <a:pt x="2723" y="2161"/>
                  </a:lnTo>
                  <a:lnTo>
                    <a:pt x="2788" y="2032"/>
                  </a:lnTo>
                  <a:lnTo>
                    <a:pt x="2831" y="1902"/>
                  </a:lnTo>
                  <a:lnTo>
                    <a:pt x="2874" y="1751"/>
                  </a:lnTo>
                  <a:lnTo>
                    <a:pt x="2896" y="1621"/>
                  </a:lnTo>
                  <a:lnTo>
                    <a:pt x="2896" y="1470"/>
                  </a:lnTo>
                  <a:lnTo>
                    <a:pt x="2896" y="1319"/>
                  </a:lnTo>
                  <a:lnTo>
                    <a:pt x="2874" y="1167"/>
                  </a:lnTo>
                  <a:lnTo>
                    <a:pt x="2831" y="1038"/>
                  </a:lnTo>
                  <a:lnTo>
                    <a:pt x="2788" y="887"/>
                  </a:lnTo>
                  <a:lnTo>
                    <a:pt x="2723" y="779"/>
                  </a:lnTo>
                  <a:lnTo>
                    <a:pt x="2658" y="649"/>
                  </a:lnTo>
                  <a:lnTo>
                    <a:pt x="2572" y="541"/>
                  </a:lnTo>
                  <a:lnTo>
                    <a:pt x="2463" y="433"/>
                  </a:lnTo>
                  <a:lnTo>
                    <a:pt x="2377" y="346"/>
                  </a:lnTo>
                  <a:lnTo>
                    <a:pt x="2269" y="260"/>
                  </a:lnTo>
                  <a:lnTo>
                    <a:pt x="2139" y="195"/>
                  </a:lnTo>
                  <a:lnTo>
                    <a:pt x="2010" y="130"/>
                  </a:lnTo>
                  <a:lnTo>
                    <a:pt x="1880" y="66"/>
                  </a:lnTo>
                  <a:lnTo>
                    <a:pt x="1729" y="44"/>
                  </a:lnTo>
                  <a:lnTo>
                    <a:pt x="1599" y="22"/>
                  </a:lnTo>
                  <a:lnTo>
                    <a:pt x="1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7" name="Google Shape;7327;p34"/>
            <p:cNvSpPr/>
            <p:nvPr/>
          </p:nvSpPr>
          <p:spPr>
            <a:xfrm>
              <a:off x="16703100" y="3649575"/>
              <a:ext cx="38375" cy="38375"/>
            </a:xfrm>
            <a:custGeom>
              <a:avLst/>
              <a:gdLst/>
              <a:ahLst/>
              <a:cxnLst/>
              <a:rect l="l" t="t" r="r" b="b"/>
              <a:pathLst>
                <a:path w="1535" h="1535" extrusionOk="0">
                  <a:moveTo>
                    <a:pt x="778" y="0"/>
                  </a:moveTo>
                  <a:lnTo>
                    <a:pt x="627" y="22"/>
                  </a:lnTo>
                  <a:lnTo>
                    <a:pt x="475" y="65"/>
                  </a:lnTo>
                  <a:lnTo>
                    <a:pt x="346" y="130"/>
                  </a:lnTo>
                  <a:lnTo>
                    <a:pt x="238" y="238"/>
                  </a:lnTo>
                  <a:lnTo>
                    <a:pt x="130" y="346"/>
                  </a:lnTo>
                  <a:lnTo>
                    <a:pt x="65" y="475"/>
                  </a:lnTo>
                  <a:lnTo>
                    <a:pt x="22" y="605"/>
                  </a:lnTo>
                  <a:lnTo>
                    <a:pt x="0" y="778"/>
                  </a:lnTo>
                  <a:lnTo>
                    <a:pt x="22" y="929"/>
                  </a:lnTo>
                  <a:lnTo>
                    <a:pt x="65" y="1081"/>
                  </a:lnTo>
                  <a:lnTo>
                    <a:pt x="130" y="1210"/>
                  </a:lnTo>
                  <a:lnTo>
                    <a:pt x="238" y="1318"/>
                  </a:lnTo>
                  <a:lnTo>
                    <a:pt x="346" y="1405"/>
                  </a:lnTo>
                  <a:lnTo>
                    <a:pt x="475" y="1469"/>
                  </a:lnTo>
                  <a:lnTo>
                    <a:pt x="627" y="1534"/>
                  </a:lnTo>
                  <a:lnTo>
                    <a:pt x="929" y="1534"/>
                  </a:lnTo>
                  <a:lnTo>
                    <a:pt x="1080" y="1469"/>
                  </a:lnTo>
                  <a:lnTo>
                    <a:pt x="1210" y="1405"/>
                  </a:lnTo>
                  <a:lnTo>
                    <a:pt x="1318" y="1318"/>
                  </a:lnTo>
                  <a:lnTo>
                    <a:pt x="1405" y="1210"/>
                  </a:lnTo>
                  <a:lnTo>
                    <a:pt x="1491" y="1081"/>
                  </a:lnTo>
                  <a:lnTo>
                    <a:pt x="1534" y="929"/>
                  </a:lnTo>
                  <a:lnTo>
                    <a:pt x="1534" y="778"/>
                  </a:lnTo>
                  <a:lnTo>
                    <a:pt x="1534" y="605"/>
                  </a:lnTo>
                  <a:lnTo>
                    <a:pt x="1491" y="475"/>
                  </a:lnTo>
                  <a:lnTo>
                    <a:pt x="1405" y="346"/>
                  </a:lnTo>
                  <a:lnTo>
                    <a:pt x="1318" y="238"/>
                  </a:lnTo>
                  <a:lnTo>
                    <a:pt x="1210" y="130"/>
                  </a:lnTo>
                  <a:lnTo>
                    <a:pt x="1080" y="65"/>
                  </a:lnTo>
                  <a:lnTo>
                    <a:pt x="929" y="22"/>
                  </a:lnTo>
                  <a:lnTo>
                    <a:pt x="77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8" name="Google Shape;7328;p34"/>
            <p:cNvSpPr/>
            <p:nvPr/>
          </p:nvSpPr>
          <p:spPr>
            <a:xfrm>
              <a:off x="16413000" y="3649575"/>
              <a:ext cx="38375" cy="38375"/>
            </a:xfrm>
            <a:custGeom>
              <a:avLst/>
              <a:gdLst/>
              <a:ahLst/>
              <a:cxnLst/>
              <a:rect l="l" t="t" r="r" b="b"/>
              <a:pathLst>
                <a:path w="1535" h="1535" extrusionOk="0">
                  <a:moveTo>
                    <a:pt x="757" y="0"/>
                  </a:moveTo>
                  <a:lnTo>
                    <a:pt x="606" y="22"/>
                  </a:lnTo>
                  <a:lnTo>
                    <a:pt x="455" y="65"/>
                  </a:lnTo>
                  <a:lnTo>
                    <a:pt x="325" y="130"/>
                  </a:lnTo>
                  <a:lnTo>
                    <a:pt x="217" y="238"/>
                  </a:lnTo>
                  <a:lnTo>
                    <a:pt x="130" y="346"/>
                  </a:lnTo>
                  <a:lnTo>
                    <a:pt x="44" y="475"/>
                  </a:lnTo>
                  <a:lnTo>
                    <a:pt x="1" y="605"/>
                  </a:lnTo>
                  <a:lnTo>
                    <a:pt x="1" y="778"/>
                  </a:lnTo>
                  <a:lnTo>
                    <a:pt x="1" y="929"/>
                  </a:lnTo>
                  <a:lnTo>
                    <a:pt x="44" y="1081"/>
                  </a:lnTo>
                  <a:lnTo>
                    <a:pt x="130" y="1210"/>
                  </a:lnTo>
                  <a:lnTo>
                    <a:pt x="217" y="1318"/>
                  </a:lnTo>
                  <a:lnTo>
                    <a:pt x="325" y="1405"/>
                  </a:lnTo>
                  <a:lnTo>
                    <a:pt x="455" y="1469"/>
                  </a:lnTo>
                  <a:lnTo>
                    <a:pt x="606" y="1534"/>
                  </a:lnTo>
                  <a:lnTo>
                    <a:pt x="908" y="1534"/>
                  </a:lnTo>
                  <a:lnTo>
                    <a:pt x="1060" y="1469"/>
                  </a:lnTo>
                  <a:lnTo>
                    <a:pt x="1189" y="1405"/>
                  </a:lnTo>
                  <a:lnTo>
                    <a:pt x="1297" y="1318"/>
                  </a:lnTo>
                  <a:lnTo>
                    <a:pt x="1405" y="1210"/>
                  </a:lnTo>
                  <a:lnTo>
                    <a:pt x="1470" y="1081"/>
                  </a:lnTo>
                  <a:lnTo>
                    <a:pt x="1513" y="929"/>
                  </a:lnTo>
                  <a:lnTo>
                    <a:pt x="1535" y="778"/>
                  </a:lnTo>
                  <a:lnTo>
                    <a:pt x="1513" y="605"/>
                  </a:lnTo>
                  <a:lnTo>
                    <a:pt x="1470" y="475"/>
                  </a:lnTo>
                  <a:lnTo>
                    <a:pt x="1405" y="346"/>
                  </a:lnTo>
                  <a:lnTo>
                    <a:pt x="1297" y="238"/>
                  </a:lnTo>
                  <a:lnTo>
                    <a:pt x="1189" y="130"/>
                  </a:lnTo>
                  <a:lnTo>
                    <a:pt x="1060" y="65"/>
                  </a:lnTo>
                  <a:lnTo>
                    <a:pt x="908" y="22"/>
                  </a:lnTo>
                  <a:lnTo>
                    <a:pt x="75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9" name="Google Shape;7329;p34"/>
            <p:cNvSpPr/>
            <p:nvPr/>
          </p:nvSpPr>
          <p:spPr>
            <a:xfrm>
              <a:off x="16426525" y="3768400"/>
              <a:ext cx="301425" cy="10825"/>
            </a:xfrm>
            <a:custGeom>
              <a:avLst/>
              <a:gdLst/>
              <a:ahLst/>
              <a:cxnLst/>
              <a:rect l="l" t="t" r="r" b="b"/>
              <a:pathLst>
                <a:path w="12057" h="433" extrusionOk="0">
                  <a:moveTo>
                    <a:pt x="130" y="1"/>
                  </a:moveTo>
                  <a:lnTo>
                    <a:pt x="65" y="66"/>
                  </a:lnTo>
                  <a:lnTo>
                    <a:pt x="22" y="130"/>
                  </a:lnTo>
                  <a:lnTo>
                    <a:pt x="0" y="217"/>
                  </a:lnTo>
                  <a:lnTo>
                    <a:pt x="22" y="303"/>
                  </a:lnTo>
                  <a:lnTo>
                    <a:pt x="65" y="368"/>
                  </a:lnTo>
                  <a:lnTo>
                    <a:pt x="130" y="411"/>
                  </a:lnTo>
                  <a:lnTo>
                    <a:pt x="216" y="433"/>
                  </a:lnTo>
                  <a:lnTo>
                    <a:pt x="11841" y="433"/>
                  </a:lnTo>
                  <a:lnTo>
                    <a:pt x="11927" y="411"/>
                  </a:lnTo>
                  <a:lnTo>
                    <a:pt x="11992" y="368"/>
                  </a:lnTo>
                  <a:lnTo>
                    <a:pt x="12035" y="303"/>
                  </a:lnTo>
                  <a:lnTo>
                    <a:pt x="12057" y="217"/>
                  </a:lnTo>
                  <a:lnTo>
                    <a:pt x="12035" y="130"/>
                  </a:lnTo>
                  <a:lnTo>
                    <a:pt x="11992" y="66"/>
                  </a:lnTo>
                  <a:lnTo>
                    <a:pt x="11927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0" name="Google Shape;7330;p34"/>
            <p:cNvSpPr/>
            <p:nvPr/>
          </p:nvSpPr>
          <p:spPr>
            <a:xfrm>
              <a:off x="16395725" y="3737075"/>
              <a:ext cx="72950" cy="72950"/>
            </a:xfrm>
            <a:custGeom>
              <a:avLst/>
              <a:gdLst/>
              <a:ahLst/>
              <a:cxnLst/>
              <a:rect l="l" t="t" r="r" b="b"/>
              <a:pathLst>
                <a:path w="2918" h="2918" extrusionOk="0">
                  <a:moveTo>
                    <a:pt x="1448" y="1"/>
                  </a:moveTo>
                  <a:lnTo>
                    <a:pt x="1297" y="22"/>
                  </a:lnTo>
                  <a:lnTo>
                    <a:pt x="1167" y="44"/>
                  </a:lnTo>
                  <a:lnTo>
                    <a:pt x="1016" y="65"/>
                  </a:lnTo>
                  <a:lnTo>
                    <a:pt x="886" y="130"/>
                  </a:lnTo>
                  <a:lnTo>
                    <a:pt x="757" y="173"/>
                  </a:lnTo>
                  <a:lnTo>
                    <a:pt x="649" y="260"/>
                  </a:lnTo>
                  <a:lnTo>
                    <a:pt x="519" y="346"/>
                  </a:lnTo>
                  <a:lnTo>
                    <a:pt x="433" y="433"/>
                  </a:lnTo>
                  <a:lnTo>
                    <a:pt x="325" y="541"/>
                  </a:lnTo>
                  <a:lnTo>
                    <a:pt x="260" y="649"/>
                  </a:lnTo>
                  <a:lnTo>
                    <a:pt x="173" y="778"/>
                  </a:lnTo>
                  <a:lnTo>
                    <a:pt x="108" y="886"/>
                  </a:lnTo>
                  <a:lnTo>
                    <a:pt x="65" y="1038"/>
                  </a:lnTo>
                  <a:lnTo>
                    <a:pt x="22" y="1167"/>
                  </a:lnTo>
                  <a:lnTo>
                    <a:pt x="0" y="1319"/>
                  </a:lnTo>
                  <a:lnTo>
                    <a:pt x="0" y="1470"/>
                  </a:lnTo>
                  <a:lnTo>
                    <a:pt x="0" y="1600"/>
                  </a:lnTo>
                  <a:lnTo>
                    <a:pt x="22" y="1751"/>
                  </a:lnTo>
                  <a:lnTo>
                    <a:pt x="65" y="1902"/>
                  </a:lnTo>
                  <a:lnTo>
                    <a:pt x="108" y="2032"/>
                  </a:lnTo>
                  <a:lnTo>
                    <a:pt x="173" y="2161"/>
                  </a:lnTo>
                  <a:lnTo>
                    <a:pt x="260" y="2269"/>
                  </a:lnTo>
                  <a:lnTo>
                    <a:pt x="325" y="2377"/>
                  </a:lnTo>
                  <a:lnTo>
                    <a:pt x="433" y="2485"/>
                  </a:lnTo>
                  <a:lnTo>
                    <a:pt x="519" y="2593"/>
                  </a:lnTo>
                  <a:lnTo>
                    <a:pt x="649" y="2658"/>
                  </a:lnTo>
                  <a:lnTo>
                    <a:pt x="757" y="2745"/>
                  </a:lnTo>
                  <a:lnTo>
                    <a:pt x="886" y="2810"/>
                  </a:lnTo>
                  <a:lnTo>
                    <a:pt x="1016" y="2853"/>
                  </a:lnTo>
                  <a:lnTo>
                    <a:pt x="1167" y="2874"/>
                  </a:lnTo>
                  <a:lnTo>
                    <a:pt x="1297" y="2918"/>
                  </a:lnTo>
                  <a:lnTo>
                    <a:pt x="1599" y="2918"/>
                  </a:lnTo>
                  <a:lnTo>
                    <a:pt x="1751" y="2874"/>
                  </a:lnTo>
                  <a:lnTo>
                    <a:pt x="1880" y="2853"/>
                  </a:lnTo>
                  <a:lnTo>
                    <a:pt x="2010" y="2810"/>
                  </a:lnTo>
                  <a:lnTo>
                    <a:pt x="2140" y="2745"/>
                  </a:lnTo>
                  <a:lnTo>
                    <a:pt x="2269" y="2658"/>
                  </a:lnTo>
                  <a:lnTo>
                    <a:pt x="2377" y="2593"/>
                  </a:lnTo>
                  <a:lnTo>
                    <a:pt x="2485" y="2485"/>
                  </a:lnTo>
                  <a:lnTo>
                    <a:pt x="2572" y="2377"/>
                  </a:lnTo>
                  <a:lnTo>
                    <a:pt x="2658" y="2269"/>
                  </a:lnTo>
                  <a:lnTo>
                    <a:pt x="2723" y="2161"/>
                  </a:lnTo>
                  <a:lnTo>
                    <a:pt x="2788" y="2032"/>
                  </a:lnTo>
                  <a:lnTo>
                    <a:pt x="2831" y="1902"/>
                  </a:lnTo>
                  <a:lnTo>
                    <a:pt x="2874" y="1751"/>
                  </a:lnTo>
                  <a:lnTo>
                    <a:pt x="2896" y="1600"/>
                  </a:lnTo>
                  <a:lnTo>
                    <a:pt x="2917" y="1470"/>
                  </a:lnTo>
                  <a:lnTo>
                    <a:pt x="2896" y="1319"/>
                  </a:lnTo>
                  <a:lnTo>
                    <a:pt x="2874" y="1167"/>
                  </a:lnTo>
                  <a:lnTo>
                    <a:pt x="2831" y="1038"/>
                  </a:lnTo>
                  <a:lnTo>
                    <a:pt x="2788" y="886"/>
                  </a:lnTo>
                  <a:lnTo>
                    <a:pt x="2723" y="778"/>
                  </a:lnTo>
                  <a:lnTo>
                    <a:pt x="2658" y="649"/>
                  </a:lnTo>
                  <a:lnTo>
                    <a:pt x="2572" y="541"/>
                  </a:lnTo>
                  <a:lnTo>
                    <a:pt x="2485" y="433"/>
                  </a:lnTo>
                  <a:lnTo>
                    <a:pt x="2377" y="346"/>
                  </a:lnTo>
                  <a:lnTo>
                    <a:pt x="2269" y="260"/>
                  </a:lnTo>
                  <a:lnTo>
                    <a:pt x="2140" y="173"/>
                  </a:lnTo>
                  <a:lnTo>
                    <a:pt x="2010" y="130"/>
                  </a:lnTo>
                  <a:lnTo>
                    <a:pt x="1880" y="65"/>
                  </a:lnTo>
                  <a:lnTo>
                    <a:pt x="1751" y="44"/>
                  </a:lnTo>
                  <a:lnTo>
                    <a:pt x="1599" y="22"/>
                  </a:lnTo>
                  <a:lnTo>
                    <a:pt x="1448" y="1"/>
                  </a:lnTo>
                  <a:close/>
                </a:path>
              </a:pathLst>
            </a:custGeom>
            <a:solidFill>
              <a:srgbClr val="F2BF6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1" name="Google Shape;7331;p34"/>
            <p:cNvSpPr/>
            <p:nvPr/>
          </p:nvSpPr>
          <p:spPr>
            <a:xfrm>
              <a:off x="16686350" y="3737075"/>
              <a:ext cx="72400" cy="72950"/>
            </a:xfrm>
            <a:custGeom>
              <a:avLst/>
              <a:gdLst/>
              <a:ahLst/>
              <a:cxnLst/>
              <a:rect l="l" t="t" r="r" b="b"/>
              <a:pathLst>
                <a:path w="2896" h="2918" extrusionOk="0">
                  <a:moveTo>
                    <a:pt x="1448" y="1"/>
                  </a:moveTo>
                  <a:lnTo>
                    <a:pt x="1297" y="22"/>
                  </a:lnTo>
                  <a:lnTo>
                    <a:pt x="1145" y="44"/>
                  </a:lnTo>
                  <a:lnTo>
                    <a:pt x="1016" y="65"/>
                  </a:lnTo>
                  <a:lnTo>
                    <a:pt x="886" y="130"/>
                  </a:lnTo>
                  <a:lnTo>
                    <a:pt x="756" y="173"/>
                  </a:lnTo>
                  <a:lnTo>
                    <a:pt x="627" y="260"/>
                  </a:lnTo>
                  <a:lnTo>
                    <a:pt x="519" y="346"/>
                  </a:lnTo>
                  <a:lnTo>
                    <a:pt x="411" y="433"/>
                  </a:lnTo>
                  <a:lnTo>
                    <a:pt x="324" y="541"/>
                  </a:lnTo>
                  <a:lnTo>
                    <a:pt x="238" y="649"/>
                  </a:lnTo>
                  <a:lnTo>
                    <a:pt x="173" y="778"/>
                  </a:lnTo>
                  <a:lnTo>
                    <a:pt x="108" y="886"/>
                  </a:lnTo>
                  <a:lnTo>
                    <a:pt x="65" y="1038"/>
                  </a:lnTo>
                  <a:lnTo>
                    <a:pt x="22" y="1167"/>
                  </a:lnTo>
                  <a:lnTo>
                    <a:pt x="0" y="1319"/>
                  </a:lnTo>
                  <a:lnTo>
                    <a:pt x="0" y="1470"/>
                  </a:lnTo>
                  <a:lnTo>
                    <a:pt x="0" y="1600"/>
                  </a:lnTo>
                  <a:lnTo>
                    <a:pt x="22" y="1751"/>
                  </a:lnTo>
                  <a:lnTo>
                    <a:pt x="65" y="1902"/>
                  </a:lnTo>
                  <a:lnTo>
                    <a:pt x="108" y="2032"/>
                  </a:lnTo>
                  <a:lnTo>
                    <a:pt x="173" y="2161"/>
                  </a:lnTo>
                  <a:lnTo>
                    <a:pt x="238" y="2269"/>
                  </a:lnTo>
                  <a:lnTo>
                    <a:pt x="324" y="2377"/>
                  </a:lnTo>
                  <a:lnTo>
                    <a:pt x="411" y="2485"/>
                  </a:lnTo>
                  <a:lnTo>
                    <a:pt x="519" y="2593"/>
                  </a:lnTo>
                  <a:lnTo>
                    <a:pt x="627" y="2658"/>
                  </a:lnTo>
                  <a:lnTo>
                    <a:pt x="756" y="2745"/>
                  </a:lnTo>
                  <a:lnTo>
                    <a:pt x="886" y="2810"/>
                  </a:lnTo>
                  <a:lnTo>
                    <a:pt x="1016" y="2853"/>
                  </a:lnTo>
                  <a:lnTo>
                    <a:pt x="1145" y="2874"/>
                  </a:lnTo>
                  <a:lnTo>
                    <a:pt x="1297" y="2918"/>
                  </a:lnTo>
                  <a:lnTo>
                    <a:pt x="1599" y="2918"/>
                  </a:lnTo>
                  <a:lnTo>
                    <a:pt x="1729" y="2874"/>
                  </a:lnTo>
                  <a:lnTo>
                    <a:pt x="1880" y="2853"/>
                  </a:lnTo>
                  <a:lnTo>
                    <a:pt x="2010" y="2810"/>
                  </a:lnTo>
                  <a:lnTo>
                    <a:pt x="2139" y="2745"/>
                  </a:lnTo>
                  <a:lnTo>
                    <a:pt x="2269" y="2658"/>
                  </a:lnTo>
                  <a:lnTo>
                    <a:pt x="2377" y="2593"/>
                  </a:lnTo>
                  <a:lnTo>
                    <a:pt x="2463" y="2485"/>
                  </a:lnTo>
                  <a:lnTo>
                    <a:pt x="2572" y="2377"/>
                  </a:lnTo>
                  <a:lnTo>
                    <a:pt x="2658" y="2269"/>
                  </a:lnTo>
                  <a:lnTo>
                    <a:pt x="2723" y="2161"/>
                  </a:lnTo>
                  <a:lnTo>
                    <a:pt x="2788" y="2032"/>
                  </a:lnTo>
                  <a:lnTo>
                    <a:pt x="2831" y="1902"/>
                  </a:lnTo>
                  <a:lnTo>
                    <a:pt x="2874" y="1751"/>
                  </a:lnTo>
                  <a:lnTo>
                    <a:pt x="2896" y="1600"/>
                  </a:lnTo>
                  <a:lnTo>
                    <a:pt x="2896" y="1470"/>
                  </a:lnTo>
                  <a:lnTo>
                    <a:pt x="2896" y="1319"/>
                  </a:lnTo>
                  <a:lnTo>
                    <a:pt x="2874" y="1167"/>
                  </a:lnTo>
                  <a:lnTo>
                    <a:pt x="2831" y="1038"/>
                  </a:lnTo>
                  <a:lnTo>
                    <a:pt x="2788" y="886"/>
                  </a:lnTo>
                  <a:lnTo>
                    <a:pt x="2723" y="778"/>
                  </a:lnTo>
                  <a:lnTo>
                    <a:pt x="2658" y="649"/>
                  </a:lnTo>
                  <a:lnTo>
                    <a:pt x="2572" y="541"/>
                  </a:lnTo>
                  <a:lnTo>
                    <a:pt x="2463" y="433"/>
                  </a:lnTo>
                  <a:lnTo>
                    <a:pt x="2377" y="346"/>
                  </a:lnTo>
                  <a:lnTo>
                    <a:pt x="2269" y="260"/>
                  </a:lnTo>
                  <a:lnTo>
                    <a:pt x="2139" y="173"/>
                  </a:lnTo>
                  <a:lnTo>
                    <a:pt x="2010" y="130"/>
                  </a:lnTo>
                  <a:lnTo>
                    <a:pt x="1880" y="65"/>
                  </a:lnTo>
                  <a:lnTo>
                    <a:pt x="1729" y="44"/>
                  </a:lnTo>
                  <a:lnTo>
                    <a:pt x="1599" y="22"/>
                  </a:lnTo>
                  <a:lnTo>
                    <a:pt x="1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2" name="Google Shape;7332;p34"/>
            <p:cNvSpPr/>
            <p:nvPr/>
          </p:nvSpPr>
          <p:spPr>
            <a:xfrm>
              <a:off x="16703100" y="3754350"/>
              <a:ext cx="38375" cy="38400"/>
            </a:xfrm>
            <a:custGeom>
              <a:avLst/>
              <a:gdLst/>
              <a:ahLst/>
              <a:cxnLst/>
              <a:rect l="l" t="t" r="r" b="b"/>
              <a:pathLst>
                <a:path w="1535" h="1536" extrusionOk="0">
                  <a:moveTo>
                    <a:pt x="778" y="1"/>
                  </a:moveTo>
                  <a:lnTo>
                    <a:pt x="627" y="23"/>
                  </a:lnTo>
                  <a:lnTo>
                    <a:pt x="475" y="66"/>
                  </a:lnTo>
                  <a:lnTo>
                    <a:pt x="346" y="131"/>
                  </a:lnTo>
                  <a:lnTo>
                    <a:pt x="238" y="217"/>
                  </a:lnTo>
                  <a:lnTo>
                    <a:pt x="130" y="347"/>
                  </a:lnTo>
                  <a:lnTo>
                    <a:pt x="65" y="476"/>
                  </a:lnTo>
                  <a:lnTo>
                    <a:pt x="22" y="606"/>
                  </a:lnTo>
                  <a:lnTo>
                    <a:pt x="0" y="779"/>
                  </a:lnTo>
                  <a:lnTo>
                    <a:pt x="22" y="930"/>
                  </a:lnTo>
                  <a:lnTo>
                    <a:pt x="65" y="1060"/>
                  </a:lnTo>
                  <a:lnTo>
                    <a:pt x="130" y="1189"/>
                  </a:lnTo>
                  <a:lnTo>
                    <a:pt x="238" y="1319"/>
                  </a:lnTo>
                  <a:lnTo>
                    <a:pt x="346" y="1405"/>
                  </a:lnTo>
                  <a:lnTo>
                    <a:pt x="475" y="1470"/>
                  </a:lnTo>
                  <a:lnTo>
                    <a:pt x="627" y="1514"/>
                  </a:lnTo>
                  <a:lnTo>
                    <a:pt x="778" y="1535"/>
                  </a:lnTo>
                  <a:lnTo>
                    <a:pt x="929" y="1514"/>
                  </a:lnTo>
                  <a:lnTo>
                    <a:pt x="1080" y="1470"/>
                  </a:lnTo>
                  <a:lnTo>
                    <a:pt x="1210" y="1405"/>
                  </a:lnTo>
                  <a:lnTo>
                    <a:pt x="1318" y="1319"/>
                  </a:lnTo>
                  <a:lnTo>
                    <a:pt x="1405" y="1189"/>
                  </a:lnTo>
                  <a:lnTo>
                    <a:pt x="1491" y="1060"/>
                  </a:lnTo>
                  <a:lnTo>
                    <a:pt x="1534" y="930"/>
                  </a:lnTo>
                  <a:lnTo>
                    <a:pt x="1534" y="779"/>
                  </a:lnTo>
                  <a:lnTo>
                    <a:pt x="1534" y="606"/>
                  </a:lnTo>
                  <a:lnTo>
                    <a:pt x="1491" y="476"/>
                  </a:lnTo>
                  <a:lnTo>
                    <a:pt x="1405" y="347"/>
                  </a:lnTo>
                  <a:lnTo>
                    <a:pt x="1318" y="217"/>
                  </a:lnTo>
                  <a:lnTo>
                    <a:pt x="1210" y="131"/>
                  </a:lnTo>
                  <a:lnTo>
                    <a:pt x="1080" y="66"/>
                  </a:lnTo>
                  <a:lnTo>
                    <a:pt x="929" y="23"/>
                  </a:lnTo>
                  <a:lnTo>
                    <a:pt x="77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3" name="Google Shape;7333;p34"/>
            <p:cNvSpPr/>
            <p:nvPr/>
          </p:nvSpPr>
          <p:spPr>
            <a:xfrm>
              <a:off x="16413000" y="3754350"/>
              <a:ext cx="38375" cy="38400"/>
            </a:xfrm>
            <a:custGeom>
              <a:avLst/>
              <a:gdLst/>
              <a:ahLst/>
              <a:cxnLst/>
              <a:rect l="l" t="t" r="r" b="b"/>
              <a:pathLst>
                <a:path w="1535" h="1536" extrusionOk="0">
                  <a:moveTo>
                    <a:pt x="757" y="1"/>
                  </a:moveTo>
                  <a:lnTo>
                    <a:pt x="606" y="23"/>
                  </a:lnTo>
                  <a:lnTo>
                    <a:pt x="455" y="66"/>
                  </a:lnTo>
                  <a:lnTo>
                    <a:pt x="325" y="131"/>
                  </a:lnTo>
                  <a:lnTo>
                    <a:pt x="217" y="217"/>
                  </a:lnTo>
                  <a:lnTo>
                    <a:pt x="130" y="347"/>
                  </a:lnTo>
                  <a:lnTo>
                    <a:pt x="44" y="476"/>
                  </a:lnTo>
                  <a:lnTo>
                    <a:pt x="1" y="606"/>
                  </a:lnTo>
                  <a:lnTo>
                    <a:pt x="1" y="779"/>
                  </a:lnTo>
                  <a:lnTo>
                    <a:pt x="1" y="930"/>
                  </a:lnTo>
                  <a:lnTo>
                    <a:pt x="44" y="1060"/>
                  </a:lnTo>
                  <a:lnTo>
                    <a:pt x="130" y="1189"/>
                  </a:lnTo>
                  <a:lnTo>
                    <a:pt x="217" y="1319"/>
                  </a:lnTo>
                  <a:lnTo>
                    <a:pt x="325" y="1405"/>
                  </a:lnTo>
                  <a:lnTo>
                    <a:pt x="455" y="1470"/>
                  </a:lnTo>
                  <a:lnTo>
                    <a:pt x="606" y="1514"/>
                  </a:lnTo>
                  <a:lnTo>
                    <a:pt x="757" y="1535"/>
                  </a:lnTo>
                  <a:lnTo>
                    <a:pt x="908" y="1514"/>
                  </a:lnTo>
                  <a:lnTo>
                    <a:pt x="1060" y="1470"/>
                  </a:lnTo>
                  <a:lnTo>
                    <a:pt x="1189" y="1405"/>
                  </a:lnTo>
                  <a:lnTo>
                    <a:pt x="1297" y="1319"/>
                  </a:lnTo>
                  <a:lnTo>
                    <a:pt x="1405" y="1189"/>
                  </a:lnTo>
                  <a:lnTo>
                    <a:pt x="1470" y="1060"/>
                  </a:lnTo>
                  <a:lnTo>
                    <a:pt x="1513" y="930"/>
                  </a:lnTo>
                  <a:lnTo>
                    <a:pt x="1535" y="779"/>
                  </a:lnTo>
                  <a:lnTo>
                    <a:pt x="1513" y="606"/>
                  </a:lnTo>
                  <a:lnTo>
                    <a:pt x="1470" y="476"/>
                  </a:lnTo>
                  <a:lnTo>
                    <a:pt x="1405" y="347"/>
                  </a:lnTo>
                  <a:lnTo>
                    <a:pt x="1297" y="217"/>
                  </a:lnTo>
                  <a:lnTo>
                    <a:pt x="1189" y="131"/>
                  </a:lnTo>
                  <a:lnTo>
                    <a:pt x="1060" y="66"/>
                  </a:lnTo>
                  <a:lnTo>
                    <a:pt x="908" y="23"/>
                  </a:lnTo>
                  <a:lnTo>
                    <a:pt x="75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4" name="Google Shape;7334;p34"/>
            <p:cNvSpPr/>
            <p:nvPr/>
          </p:nvSpPr>
          <p:spPr>
            <a:xfrm>
              <a:off x="16426525" y="3869975"/>
              <a:ext cx="301425" cy="10825"/>
            </a:xfrm>
            <a:custGeom>
              <a:avLst/>
              <a:gdLst/>
              <a:ahLst/>
              <a:cxnLst/>
              <a:rect l="l" t="t" r="r" b="b"/>
              <a:pathLst>
                <a:path w="12057" h="433" extrusionOk="0">
                  <a:moveTo>
                    <a:pt x="216" y="0"/>
                  </a:moveTo>
                  <a:lnTo>
                    <a:pt x="130" y="22"/>
                  </a:lnTo>
                  <a:lnTo>
                    <a:pt x="65" y="65"/>
                  </a:lnTo>
                  <a:lnTo>
                    <a:pt x="22" y="130"/>
                  </a:lnTo>
                  <a:lnTo>
                    <a:pt x="0" y="216"/>
                  </a:lnTo>
                  <a:lnTo>
                    <a:pt x="22" y="303"/>
                  </a:lnTo>
                  <a:lnTo>
                    <a:pt x="65" y="367"/>
                  </a:lnTo>
                  <a:lnTo>
                    <a:pt x="130" y="411"/>
                  </a:lnTo>
                  <a:lnTo>
                    <a:pt x="216" y="432"/>
                  </a:lnTo>
                  <a:lnTo>
                    <a:pt x="11841" y="432"/>
                  </a:lnTo>
                  <a:lnTo>
                    <a:pt x="11927" y="411"/>
                  </a:lnTo>
                  <a:lnTo>
                    <a:pt x="11992" y="367"/>
                  </a:lnTo>
                  <a:lnTo>
                    <a:pt x="12035" y="303"/>
                  </a:lnTo>
                  <a:lnTo>
                    <a:pt x="12057" y="216"/>
                  </a:lnTo>
                  <a:lnTo>
                    <a:pt x="12035" y="130"/>
                  </a:lnTo>
                  <a:lnTo>
                    <a:pt x="11992" y="65"/>
                  </a:lnTo>
                  <a:lnTo>
                    <a:pt x="11927" y="22"/>
                  </a:lnTo>
                  <a:lnTo>
                    <a:pt x="11841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5" name="Google Shape;7335;p34"/>
            <p:cNvSpPr/>
            <p:nvPr/>
          </p:nvSpPr>
          <p:spPr>
            <a:xfrm>
              <a:off x="16395725" y="3839175"/>
              <a:ext cx="72950" cy="72400"/>
            </a:xfrm>
            <a:custGeom>
              <a:avLst/>
              <a:gdLst/>
              <a:ahLst/>
              <a:cxnLst/>
              <a:rect l="l" t="t" r="r" b="b"/>
              <a:pathLst>
                <a:path w="2918" h="2896" extrusionOk="0">
                  <a:moveTo>
                    <a:pt x="1297" y="0"/>
                  </a:moveTo>
                  <a:lnTo>
                    <a:pt x="1167" y="22"/>
                  </a:lnTo>
                  <a:lnTo>
                    <a:pt x="1016" y="65"/>
                  </a:lnTo>
                  <a:lnTo>
                    <a:pt x="886" y="108"/>
                  </a:lnTo>
                  <a:lnTo>
                    <a:pt x="757" y="173"/>
                  </a:lnTo>
                  <a:lnTo>
                    <a:pt x="649" y="238"/>
                  </a:lnTo>
                  <a:lnTo>
                    <a:pt x="519" y="324"/>
                  </a:lnTo>
                  <a:lnTo>
                    <a:pt x="433" y="411"/>
                  </a:lnTo>
                  <a:lnTo>
                    <a:pt x="325" y="519"/>
                  </a:lnTo>
                  <a:lnTo>
                    <a:pt x="260" y="627"/>
                  </a:lnTo>
                  <a:lnTo>
                    <a:pt x="173" y="757"/>
                  </a:lnTo>
                  <a:lnTo>
                    <a:pt x="108" y="886"/>
                  </a:lnTo>
                  <a:lnTo>
                    <a:pt x="65" y="1016"/>
                  </a:lnTo>
                  <a:lnTo>
                    <a:pt x="22" y="1146"/>
                  </a:lnTo>
                  <a:lnTo>
                    <a:pt x="0" y="1297"/>
                  </a:lnTo>
                  <a:lnTo>
                    <a:pt x="0" y="1448"/>
                  </a:lnTo>
                  <a:lnTo>
                    <a:pt x="0" y="1599"/>
                  </a:lnTo>
                  <a:lnTo>
                    <a:pt x="22" y="1751"/>
                  </a:lnTo>
                  <a:lnTo>
                    <a:pt x="65" y="1880"/>
                  </a:lnTo>
                  <a:lnTo>
                    <a:pt x="108" y="2010"/>
                  </a:lnTo>
                  <a:lnTo>
                    <a:pt x="173" y="2140"/>
                  </a:lnTo>
                  <a:lnTo>
                    <a:pt x="260" y="2269"/>
                  </a:lnTo>
                  <a:lnTo>
                    <a:pt x="325" y="2377"/>
                  </a:lnTo>
                  <a:lnTo>
                    <a:pt x="433" y="2485"/>
                  </a:lnTo>
                  <a:lnTo>
                    <a:pt x="519" y="2572"/>
                  </a:lnTo>
                  <a:lnTo>
                    <a:pt x="649" y="2658"/>
                  </a:lnTo>
                  <a:lnTo>
                    <a:pt x="757" y="2723"/>
                  </a:lnTo>
                  <a:lnTo>
                    <a:pt x="886" y="2788"/>
                  </a:lnTo>
                  <a:lnTo>
                    <a:pt x="1016" y="2831"/>
                  </a:lnTo>
                  <a:lnTo>
                    <a:pt x="1167" y="2874"/>
                  </a:lnTo>
                  <a:lnTo>
                    <a:pt x="1297" y="2896"/>
                  </a:lnTo>
                  <a:lnTo>
                    <a:pt x="1599" y="2896"/>
                  </a:lnTo>
                  <a:lnTo>
                    <a:pt x="1751" y="2874"/>
                  </a:lnTo>
                  <a:lnTo>
                    <a:pt x="1880" y="2831"/>
                  </a:lnTo>
                  <a:lnTo>
                    <a:pt x="2010" y="2788"/>
                  </a:lnTo>
                  <a:lnTo>
                    <a:pt x="2140" y="2723"/>
                  </a:lnTo>
                  <a:lnTo>
                    <a:pt x="2269" y="2658"/>
                  </a:lnTo>
                  <a:lnTo>
                    <a:pt x="2377" y="2572"/>
                  </a:lnTo>
                  <a:lnTo>
                    <a:pt x="2485" y="2485"/>
                  </a:lnTo>
                  <a:lnTo>
                    <a:pt x="2572" y="2377"/>
                  </a:lnTo>
                  <a:lnTo>
                    <a:pt x="2658" y="2269"/>
                  </a:lnTo>
                  <a:lnTo>
                    <a:pt x="2723" y="2140"/>
                  </a:lnTo>
                  <a:lnTo>
                    <a:pt x="2788" y="2010"/>
                  </a:lnTo>
                  <a:lnTo>
                    <a:pt x="2831" y="1880"/>
                  </a:lnTo>
                  <a:lnTo>
                    <a:pt x="2874" y="1751"/>
                  </a:lnTo>
                  <a:lnTo>
                    <a:pt x="2896" y="1599"/>
                  </a:lnTo>
                  <a:lnTo>
                    <a:pt x="2917" y="1448"/>
                  </a:lnTo>
                  <a:lnTo>
                    <a:pt x="2896" y="1297"/>
                  </a:lnTo>
                  <a:lnTo>
                    <a:pt x="2874" y="1146"/>
                  </a:lnTo>
                  <a:lnTo>
                    <a:pt x="2831" y="1016"/>
                  </a:lnTo>
                  <a:lnTo>
                    <a:pt x="2788" y="886"/>
                  </a:lnTo>
                  <a:lnTo>
                    <a:pt x="2723" y="757"/>
                  </a:lnTo>
                  <a:lnTo>
                    <a:pt x="2658" y="627"/>
                  </a:lnTo>
                  <a:lnTo>
                    <a:pt x="2572" y="519"/>
                  </a:lnTo>
                  <a:lnTo>
                    <a:pt x="2485" y="411"/>
                  </a:lnTo>
                  <a:lnTo>
                    <a:pt x="2377" y="324"/>
                  </a:lnTo>
                  <a:lnTo>
                    <a:pt x="2269" y="238"/>
                  </a:lnTo>
                  <a:lnTo>
                    <a:pt x="2140" y="173"/>
                  </a:lnTo>
                  <a:lnTo>
                    <a:pt x="2010" y="108"/>
                  </a:lnTo>
                  <a:lnTo>
                    <a:pt x="1880" y="65"/>
                  </a:lnTo>
                  <a:lnTo>
                    <a:pt x="1751" y="22"/>
                  </a:lnTo>
                  <a:lnTo>
                    <a:pt x="159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6" name="Google Shape;7336;p34"/>
            <p:cNvSpPr/>
            <p:nvPr/>
          </p:nvSpPr>
          <p:spPr>
            <a:xfrm>
              <a:off x="16686350" y="3839175"/>
              <a:ext cx="72400" cy="72400"/>
            </a:xfrm>
            <a:custGeom>
              <a:avLst/>
              <a:gdLst/>
              <a:ahLst/>
              <a:cxnLst/>
              <a:rect l="l" t="t" r="r" b="b"/>
              <a:pathLst>
                <a:path w="2896" h="2896" extrusionOk="0">
                  <a:moveTo>
                    <a:pt x="1297" y="0"/>
                  </a:moveTo>
                  <a:lnTo>
                    <a:pt x="1145" y="22"/>
                  </a:lnTo>
                  <a:lnTo>
                    <a:pt x="1016" y="65"/>
                  </a:lnTo>
                  <a:lnTo>
                    <a:pt x="886" y="108"/>
                  </a:lnTo>
                  <a:lnTo>
                    <a:pt x="756" y="173"/>
                  </a:lnTo>
                  <a:lnTo>
                    <a:pt x="627" y="238"/>
                  </a:lnTo>
                  <a:lnTo>
                    <a:pt x="519" y="324"/>
                  </a:lnTo>
                  <a:lnTo>
                    <a:pt x="411" y="411"/>
                  </a:lnTo>
                  <a:lnTo>
                    <a:pt x="324" y="519"/>
                  </a:lnTo>
                  <a:lnTo>
                    <a:pt x="238" y="627"/>
                  </a:lnTo>
                  <a:lnTo>
                    <a:pt x="173" y="757"/>
                  </a:lnTo>
                  <a:lnTo>
                    <a:pt x="108" y="886"/>
                  </a:lnTo>
                  <a:lnTo>
                    <a:pt x="65" y="1016"/>
                  </a:lnTo>
                  <a:lnTo>
                    <a:pt x="22" y="1146"/>
                  </a:lnTo>
                  <a:lnTo>
                    <a:pt x="0" y="1297"/>
                  </a:lnTo>
                  <a:lnTo>
                    <a:pt x="0" y="1448"/>
                  </a:lnTo>
                  <a:lnTo>
                    <a:pt x="0" y="1599"/>
                  </a:lnTo>
                  <a:lnTo>
                    <a:pt x="22" y="1751"/>
                  </a:lnTo>
                  <a:lnTo>
                    <a:pt x="65" y="1880"/>
                  </a:lnTo>
                  <a:lnTo>
                    <a:pt x="108" y="2010"/>
                  </a:lnTo>
                  <a:lnTo>
                    <a:pt x="173" y="2140"/>
                  </a:lnTo>
                  <a:lnTo>
                    <a:pt x="238" y="2269"/>
                  </a:lnTo>
                  <a:lnTo>
                    <a:pt x="324" y="2377"/>
                  </a:lnTo>
                  <a:lnTo>
                    <a:pt x="411" y="2485"/>
                  </a:lnTo>
                  <a:lnTo>
                    <a:pt x="519" y="2572"/>
                  </a:lnTo>
                  <a:lnTo>
                    <a:pt x="627" y="2658"/>
                  </a:lnTo>
                  <a:lnTo>
                    <a:pt x="756" y="2723"/>
                  </a:lnTo>
                  <a:lnTo>
                    <a:pt x="886" y="2788"/>
                  </a:lnTo>
                  <a:lnTo>
                    <a:pt x="1016" y="2831"/>
                  </a:lnTo>
                  <a:lnTo>
                    <a:pt x="1145" y="2874"/>
                  </a:lnTo>
                  <a:lnTo>
                    <a:pt x="1297" y="2896"/>
                  </a:lnTo>
                  <a:lnTo>
                    <a:pt x="1599" y="2896"/>
                  </a:lnTo>
                  <a:lnTo>
                    <a:pt x="1729" y="2874"/>
                  </a:lnTo>
                  <a:lnTo>
                    <a:pt x="1880" y="2831"/>
                  </a:lnTo>
                  <a:lnTo>
                    <a:pt x="2010" y="2788"/>
                  </a:lnTo>
                  <a:lnTo>
                    <a:pt x="2139" y="2723"/>
                  </a:lnTo>
                  <a:lnTo>
                    <a:pt x="2269" y="2658"/>
                  </a:lnTo>
                  <a:lnTo>
                    <a:pt x="2377" y="2572"/>
                  </a:lnTo>
                  <a:lnTo>
                    <a:pt x="2463" y="2485"/>
                  </a:lnTo>
                  <a:lnTo>
                    <a:pt x="2572" y="2377"/>
                  </a:lnTo>
                  <a:lnTo>
                    <a:pt x="2658" y="2269"/>
                  </a:lnTo>
                  <a:lnTo>
                    <a:pt x="2723" y="2140"/>
                  </a:lnTo>
                  <a:lnTo>
                    <a:pt x="2788" y="2010"/>
                  </a:lnTo>
                  <a:lnTo>
                    <a:pt x="2831" y="1880"/>
                  </a:lnTo>
                  <a:lnTo>
                    <a:pt x="2874" y="1751"/>
                  </a:lnTo>
                  <a:lnTo>
                    <a:pt x="2896" y="1599"/>
                  </a:lnTo>
                  <a:lnTo>
                    <a:pt x="2896" y="1448"/>
                  </a:lnTo>
                  <a:lnTo>
                    <a:pt x="2896" y="1297"/>
                  </a:lnTo>
                  <a:lnTo>
                    <a:pt x="2874" y="1146"/>
                  </a:lnTo>
                  <a:lnTo>
                    <a:pt x="2831" y="1016"/>
                  </a:lnTo>
                  <a:lnTo>
                    <a:pt x="2788" y="886"/>
                  </a:lnTo>
                  <a:lnTo>
                    <a:pt x="2723" y="757"/>
                  </a:lnTo>
                  <a:lnTo>
                    <a:pt x="2658" y="627"/>
                  </a:lnTo>
                  <a:lnTo>
                    <a:pt x="2572" y="519"/>
                  </a:lnTo>
                  <a:lnTo>
                    <a:pt x="2463" y="411"/>
                  </a:lnTo>
                  <a:lnTo>
                    <a:pt x="2377" y="324"/>
                  </a:lnTo>
                  <a:lnTo>
                    <a:pt x="2269" y="238"/>
                  </a:lnTo>
                  <a:lnTo>
                    <a:pt x="2139" y="173"/>
                  </a:lnTo>
                  <a:lnTo>
                    <a:pt x="2010" y="108"/>
                  </a:lnTo>
                  <a:lnTo>
                    <a:pt x="1880" y="65"/>
                  </a:lnTo>
                  <a:lnTo>
                    <a:pt x="1729" y="22"/>
                  </a:lnTo>
                  <a:lnTo>
                    <a:pt x="159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7" name="Google Shape;7337;p34"/>
            <p:cNvSpPr/>
            <p:nvPr/>
          </p:nvSpPr>
          <p:spPr>
            <a:xfrm>
              <a:off x="16703100" y="3855925"/>
              <a:ext cx="38375" cy="38900"/>
            </a:xfrm>
            <a:custGeom>
              <a:avLst/>
              <a:gdLst/>
              <a:ahLst/>
              <a:cxnLst/>
              <a:rect l="l" t="t" r="r" b="b"/>
              <a:pathLst>
                <a:path w="1535" h="1556" extrusionOk="0">
                  <a:moveTo>
                    <a:pt x="778" y="0"/>
                  </a:moveTo>
                  <a:lnTo>
                    <a:pt x="627" y="22"/>
                  </a:lnTo>
                  <a:lnTo>
                    <a:pt x="475" y="65"/>
                  </a:lnTo>
                  <a:lnTo>
                    <a:pt x="346" y="151"/>
                  </a:lnTo>
                  <a:lnTo>
                    <a:pt x="238" y="238"/>
                  </a:lnTo>
                  <a:lnTo>
                    <a:pt x="130" y="346"/>
                  </a:lnTo>
                  <a:lnTo>
                    <a:pt x="65" y="476"/>
                  </a:lnTo>
                  <a:lnTo>
                    <a:pt x="22" y="627"/>
                  </a:lnTo>
                  <a:lnTo>
                    <a:pt x="0" y="778"/>
                  </a:lnTo>
                  <a:lnTo>
                    <a:pt x="22" y="929"/>
                  </a:lnTo>
                  <a:lnTo>
                    <a:pt x="65" y="1081"/>
                  </a:lnTo>
                  <a:lnTo>
                    <a:pt x="130" y="1210"/>
                  </a:lnTo>
                  <a:lnTo>
                    <a:pt x="238" y="1318"/>
                  </a:lnTo>
                  <a:lnTo>
                    <a:pt x="346" y="1426"/>
                  </a:lnTo>
                  <a:lnTo>
                    <a:pt x="475" y="1491"/>
                  </a:lnTo>
                  <a:lnTo>
                    <a:pt x="627" y="1534"/>
                  </a:lnTo>
                  <a:lnTo>
                    <a:pt x="778" y="1556"/>
                  </a:lnTo>
                  <a:lnTo>
                    <a:pt x="929" y="1534"/>
                  </a:lnTo>
                  <a:lnTo>
                    <a:pt x="1080" y="1491"/>
                  </a:lnTo>
                  <a:lnTo>
                    <a:pt x="1210" y="1426"/>
                  </a:lnTo>
                  <a:lnTo>
                    <a:pt x="1318" y="1318"/>
                  </a:lnTo>
                  <a:lnTo>
                    <a:pt x="1405" y="1210"/>
                  </a:lnTo>
                  <a:lnTo>
                    <a:pt x="1491" y="1081"/>
                  </a:lnTo>
                  <a:lnTo>
                    <a:pt x="1534" y="929"/>
                  </a:lnTo>
                  <a:lnTo>
                    <a:pt x="1534" y="778"/>
                  </a:lnTo>
                  <a:lnTo>
                    <a:pt x="1534" y="627"/>
                  </a:lnTo>
                  <a:lnTo>
                    <a:pt x="1491" y="476"/>
                  </a:lnTo>
                  <a:lnTo>
                    <a:pt x="1405" y="346"/>
                  </a:lnTo>
                  <a:lnTo>
                    <a:pt x="1318" y="238"/>
                  </a:lnTo>
                  <a:lnTo>
                    <a:pt x="1210" y="151"/>
                  </a:lnTo>
                  <a:lnTo>
                    <a:pt x="1080" y="65"/>
                  </a:lnTo>
                  <a:lnTo>
                    <a:pt x="929" y="22"/>
                  </a:lnTo>
                  <a:lnTo>
                    <a:pt x="77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8" name="Google Shape;7338;p34"/>
            <p:cNvSpPr/>
            <p:nvPr/>
          </p:nvSpPr>
          <p:spPr>
            <a:xfrm>
              <a:off x="16413000" y="3855925"/>
              <a:ext cx="38375" cy="38900"/>
            </a:xfrm>
            <a:custGeom>
              <a:avLst/>
              <a:gdLst/>
              <a:ahLst/>
              <a:cxnLst/>
              <a:rect l="l" t="t" r="r" b="b"/>
              <a:pathLst>
                <a:path w="1535" h="1556" extrusionOk="0">
                  <a:moveTo>
                    <a:pt x="757" y="0"/>
                  </a:moveTo>
                  <a:lnTo>
                    <a:pt x="606" y="22"/>
                  </a:lnTo>
                  <a:lnTo>
                    <a:pt x="455" y="65"/>
                  </a:lnTo>
                  <a:lnTo>
                    <a:pt x="325" y="151"/>
                  </a:lnTo>
                  <a:lnTo>
                    <a:pt x="217" y="238"/>
                  </a:lnTo>
                  <a:lnTo>
                    <a:pt x="130" y="346"/>
                  </a:lnTo>
                  <a:lnTo>
                    <a:pt x="44" y="476"/>
                  </a:lnTo>
                  <a:lnTo>
                    <a:pt x="1" y="627"/>
                  </a:lnTo>
                  <a:lnTo>
                    <a:pt x="1" y="778"/>
                  </a:lnTo>
                  <a:lnTo>
                    <a:pt x="1" y="929"/>
                  </a:lnTo>
                  <a:lnTo>
                    <a:pt x="44" y="1081"/>
                  </a:lnTo>
                  <a:lnTo>
                    <a:pt x="130" y="1210"/>
                  </a:lnTo>
                  <a:lnTo>
                    <a:pt x="217" y="1318"/>
                  </a:lnTo>
                  <a:lnTo>
                    <a:pt x="325" y="1426"/>
                  </a:lnTo>
                  <a:lnTo>
                    <a:pt x="455" y="1491"/>
                  </a:lnTo>
                  <a:lnTo>
                    <a:pt x="606" y="1534"/>
                  </a:lnTo>
                  <a:lnTo>
                    <a:pt x="757" y="1556"/>
                  </a:lnTo>
                  <a:lnTo>
                    <a:pt x="908" y="1534"/>
                  </a:lnTo>
                  <a:lnTo>
                    <a:pt x="1060" y="1491"/>
                  </a:lnTo>
                  <a:lnTo>
                    <a:pt x="1189" y="1426"/>
                  </a:lnTo>
                  <a:lnTo>
                    <a:pt x="1297" y="1318"/>
                  </a:lnTo>
                  <a:lnTo>
                    <a:pt x="1405" y="1210"/>
                  </a:lnTo>
                  <a:lnTo>
                    <a:pt x="1470" y="1081"/>
                  </a:lnTo>
                  <a:lnTo>
                    <a:pt x="1513" y="929"/>
                  </a:lnTo>
                  <a:lnTo>
                    <a:pt x="1535" y="778"/>
                  </a:lnTo>
                  <a:lnTo>
                    <a:pt x="1513" y="627"/>
                  </a:lnTo>
                  <a:lnTo>
                    <a:pt x="1470" y="476"/>
                  </a:lnTo>
                  <a:lnTo>
                    <a:pt x="1405" y="346"/>
                  </a:lnTo>
                  <a:lnTo>
                    <a:pt x="1297" y="238"/>
                  </a:lnTo>
                  <a:lnTo>
                    <a:pt x="1189" y="151"/>
                  </a:lnTo>
                  <a:lnTo>
                    <a:pt x="1060" y="65"/>
                  </a:lnTo>
                  <a:lnTo>
                    <a:pt x="908" y="22"/>
                  </a:lnTo>
                  <a:lnTo>
                    <a:pt x="75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9" name="Google Shape;7339;p34"/>
            <p:cNvSpPr/>
            <p:nvPr/>
          </p:nvSpPr>
          <p:spPr>
            <a:xfrm>
              <a:off x="16472425" y="4146000"/>
              <a:ext cx="214475" cy="177750"/>
            </a:xfrm>
            <a:custGeom>
              <a:avLst/>
              <a:gdLst/>
              <a:ahLst/>
              <a:cxnLst/>
              <a:rect l="l" t="t" r="r" b="b"/>
              <a:pathLst>
                <a:path w="8579" h="7110" extrusionOk="0">
                  <a:moveTo>
                    <a:pt x="4279" y="0"/>
                  </a:moveTo>
                  <a:lnTo>
                    <a:pt x="1" y="7109"/>
                  </a:lnTo>
                  <a:lnTo>
                    <a:pt x="8579" y="7109"/>
                  </a:lnTo>
                  <a:lnTo>
                    <a:pt x="4279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0" name="Google Shape;7340;p34"/>
            <p:cNvSpPr/>
            <p:nvPr/>
          </p:nvSpPr>
          <p:spPr>
            <a:xfrm>
              <a:off x="16310925" y="4019600"/>
              <a:ext cx="533175" cy="30275"/>
            </a:xfrm>
            <a:custGeom>
              <a:avLst/>
              <a:gdLst/>
              <a:ahLst/>
              <a:cxnLst/>
              <a:rect l="l" t="t" r="r" b="b"/>
              <a:pathLst>
                <a:path w="21327" h="1211" extrusionOk="0">
                  <a:moveTo>
                    <a:pt x="0" y="0"/>
                  </a:moveTo>
                  <a:lnTo>
                    <a:pt x="0" y="1210"/>
                  </a:lnTo>
                  <a:lnTo>
                    <a:pt x="21327" y="1210"/>
                  </a:lnTo>
                  <a:lnTo>
                    <a:pt x="2132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1" name="Google Shape;7341;p34"/>
            <p:cNvSpPr/>
            <p:nvPr/>
          </p:nvSpPr>
          <p:spPr>
            <a:xfrm>
              <a:off x="16309825" y="4929275"/>
              <a:ext cx="246350" cy="115625"/>
            </a:xfrm>
            <a:custGeom>
              <a:avLst/>
              <a:gdLst/>
              <a:ahLst/>
              <a:cxnLst/>
              <a:rect l="l" t="t" r="r" b="b"/>
              <a:pathLst>
                <a:path w="9854" h="4625" extrusionOk="0">
                  <a:moveTo>
                    <a:pt x="4927" y="0"/>
                  </a:moveTo>
                  <a:lnTo>
                    <a:pt x="4430" y="22"/>
                  </a:lnTo>
                  <a:lnTo>
                    <a:pt x="3955" y="87"/>
                  </a:lnTo>
                  <a:lnTo>
                    <a:pt x="3501" y="216"/>
                  </a:lnTo>
                  <a:lnTo>
                    <a:pt x="3069" y="368"/>
                  </a:lnTo>
                  <a:lnTo>
                    <a:pt x="2659" y="562"/>
                  </a:lnTo>
                  <a:lnTo>
                    <a:pt x="2248" y="778"/>
                  </a:lnTo>
                  <a:lnTo>
                    <a:pt x="1881" y="1059"/>
                  </a:lnTo>
                  <a:lnTo>
                    <a:pt x="1535" y="1340"/>
                  </a:lnTo>
                  <a:lnTo>
                    <a:pt x="1232" y="1664"/>
                  </a:lnTo>
                  <a:lnTo>
                    <a:pt x="930" y="2032"/>
                  </a:lnTo>
                  <a:lnTo>
                    <a:pt x="692" y="2399"/>
                  </a:lnTo>
                  <a:lnTo>
                    <a:pt x="476" y="2809"/>
                  </a:lnTo>
                  <a:lnTo>
                    <a:pt x="282" y="3242"/>
                  </a:lnTo>
                  <a:lnTo>
                    <a:pt x="152" y="3674"/>
                  </a:lnTo>
                  <a:lnTo>
                    <a:pt x="44" y="4149"/>
                  </a:lnTo>
                  <a:lnTo>
                    <a:pt x="1" y="4624"/>
                  </a:lnTo>
                  <a:lnTo>
                    <a:pt x="9854" y="4624"/>
                  </a:lnTo>
                  <a:lnTo>
                    <a:pt x="9789" y="4149"/>
                  </a:lnTo>
                  <a:lnTo>
                    <a:pt x="9703" y="3674"/>
                  </a:lnTo>
                  <a:lnTo>
                    <a:pt x="9551" y="3242"/>
                  </a:lnTo>
                  <a:lnTo>
                    <a:pt x="9378" y="2809"/>
                  </a:lnTo>
                  <a:lnTo>
                    <a:pt x="9162" y="2399"/>
                  </a:lnTo>
                  <a:lnTo>
                    <a:pt x="8903" y="2032"/>
                  </a:lnTo>
                  <a:lnTo>
                    <a:pt x="8622" y="1664"/>
                  </a:lnTo>
                  <a:lnTo>
                    <a:pt x="8298" y="1340"/>
                  </a:lnTo>
                  <a:lnTo>
                    <a:pt x="7952" y="1059"/>
                  </a:lnTo>
                  <a:lnTo>
                    <a:pt x="7585" y="778"/>
                  </a:lnTo>
                  <a:lnTo>
                    <a:pt x="7196" y="562"/>
                  </a:lnTo>
                  <a:lnTo>
                    <a:pt x="6764" y="368"/>
                  </a:lnTo>
                  <a:lnTo>
                    <a:pt x="6332" y="216"/>
                  </a:lnTo>
                  <a:lnTo>
                    <a:pt x="5878" y="87"/>
                  </a:lnTo>
                  <a:lnTo>
                    <a:pt x="5403" y="22"/>
                  </a:lnTo>
                  <a:lnTo>
                    <a:pt x="492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2" name="Google Shape;7342;p34"/>
            <p:cNvSpPr/>
            <p:nvPr/>
          </p:nvSpPr>
          <p:spPr>
            <a:xfrm>
              <a:off x="16583700" y="4929275"/>
              <a:ext cx="245825" cy="115625"/>
            </a:xfrm>
            <a:custGeom>
              <a:avLst/>
              <a:gdLst/>
              <a:ahLst/>
              <a:cxnLst/>
              <a:rect l="l" t="t" r="r" b="b"/>
              <a:pathLst>
                <a:path w="9833" h="4625" extrusionOk="0">
                  <a:moveTo>
                    <a:pt x="4906" y="0"/>
                  </a:moveTo>
                  <a:lnTo>
                    <a:pt x="4430" y="22"/>
                  </a:lnTo>
                  <a:lnTo>
                    <a:pt x="3955" y="87"/>
                  </a:lnTo>
                  <a:lnTo>
                    <a:pt x="3501" y="216"/>
                  </a:lnTo>
                  <a:lnTo>
                    <a:pt x="3069" y="368"/>
                  </a:lnTo>
                  <a:lnTo>
                    <a:pt x="2637" y="562"/>
                  </a:lnTo>
                  <a:lnTo>
                    <a:pt x="2248" y="778"/>
                  </a:lnTo>
                  <a:lnTo>
                    <a:pt x="1881" y="1059"/>
                  </a:lnTo>
                  <a:lnTo>
                    <a:pt x="1535" y="1340"/>
                  </a:lnTo>
                  <a:lnTo>
                    <a:pt x="1211" y="1664"/>
                  </a:lnTo>
                  <a:lnTo>
                    <a:pt x="930" y="2032"/>
                  </a:lnTo>
                  <a:lnTo>
                    <a:pt x="671" y="2399"/>
                  </a:lnTo>
                  <a:lnTo>
                    <a:pt x="455" y="2809"/>
                  </a:lnTo>
                  <a:lnTo>
                    <a:pt x="282" y="3242"/>
                  </a:lnTo>
                  <a:lnTo>
                    <a:pt x="152" y="3674"/>
                  </a:lnTo>
                  <a:lnTo>
                    <a:pt x="44" y="4149"/>
                  </a:lnTo>
                  <a:lnTo>
                    <a:pt x="1" y="4624"/>
                  </a:lnTo>
                  <a:lnTo>
                    <a:pt x="9832" y="4624"/>
                  </a:lnTo>
                  <a:lnTo>
                    <a:pt x="9789" y="4149"/>
                  </a:lnTo>
                  <a:lnTo>
                    <a:pt x="9681" y="3674"/>
                  </a:lnTo>
                  <a:lnTo>
                    <a:pt x="9551" y="3242"/>
                  </a:lnTo>
                  <a:lnTo>
                    <a:pt x="9357" y="2809"/>
                  </a:lnTo>
                  <a:lnTo>
                    <a:pt x="9141" y="2399"/>
                  </a:lnTo>
                  <a:lnTo>
                    <a:pt x="8903" y="2032"/>
                  </a:lnTo>
                  <a:lnTo>
                    <a:pt x="8622" y="1664"/>
                  </a:lnTo>
                  <a:lnTo>
                    <a:pt x="8298" y="1340"/>
                  </a:lnTo>
                  <a:lnTo>
                    <a:pt x="7952" y="1059"/>
                  </a:lnTo>
                  <a:lnTo>
                    <a:pt x="7585" y="778"/>
                  </a:lnTo>
                  <a:lnTo>
                    <a:pt x="7174" y="562"/>
                  </a:lnTo>
                  <a:lnTo>
                    <a:pt x="6764" y="368"/>
                  </a:lnTo>
                  <a:lnTo>
                    <a:pt x="6332" y="216"/>
                  </a:lnTo>
                  <a:lnTo>
                    <a:pt x="5878" y="87"/>
                  </a:lnTo>
                  <a:lnTo>
                    <a:pt x="5403" y="22"/>
                  </a:lnTo>
                  <a:lnTo>
                    <a:pt x="490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3" name="Google Shape;7343;p34"/>
            <p:cNvSpPr/>
            <p:nvPr/>
          </p:nvSpPr>
          <p:spPr>
            <a:xfrm>
              <a:off x="16545350" y="3256300"/>
              <a:ext cx="62700" cy="102675"/>
            </a:xfrm>
            <a:custGeom>
              <a:avLst/>
              <a:gdLst/>
              <a:ahLst/>
              <a:cxnLst/>
              <a:rect l="l" t="t" r="r" b="b"/>
              <a:pathLst>
                <a:path w="2508" h="4107" extrusionOk="0">
                  <a:moveTo>
                    <a:pt x="1232" y="1"/>
                  </a:moveTo>
                  <a:lnTo>
                    <a:pt x="1189" y="44"/>
                  </a:lnTo>
                  <a:lnTo>
                    <a:pt x="1081" y="130"/>
                  </a:lnTo>
                  <a:lnTo>
                    <a:pt x="973" y="282"/>
                  </a:lnTo>
                  <a:lnTo>
                    <a:pt x="865" y="498"/>
                  </a:lnTo>
                  <a:lnTo>
                    <a:pt x="649" y="995"/>
                  </a:lnTo>
                  <a:lnTo>
                    <a:pt x="454" y="1600"/>
                  </a:lnTo>
                  <a:lnTo>
                    <a:pt x="260" y="2205"/>
                  </a:lnTo>
                  <a:lnTo>
                    <a:pt x="130" y="2767"/>
                  </a:lnTo>
                  <a:lnTo>
                    <a:pt x="22" y="3199"/>
                  </a:lnTo>
                  <a:lnTo>
                    <a:pt x="1" y="3480"/>
                  </a:lnTo>
                  <a:lnTo>
                    <a:pt x="1" y="3544"/>
                  </a:lnTo>
                  <a:lnTo>
                    <a:pt x="22" y="3631"/>
                  </a:lnTo>
                  <a:lnTo>
                    <a:pt x="65" y="3696"/>
                  </a:lnTo>
                  <a:lnTo>
                    <a:pt x="109" y="3761"/>
                  </a:lnTo>
                  <a:lnTo>
                    <a:pt x="260" y="3869"/>
                  </a:lnTo>
                  <a:lnTo>
                    <a:pt x="433" y="3955"/>
                  </a:lnTo>
                  <a:lnTo>
                    <a:pt x="627" y="4041"/>
                  </a:lnTo>
                  <a:lnTo>
                    <a:pt x="843" y="4085"/>
                  </a:lnTo>
                  <a:lnTo>
                    <a:pt x="1059" y="4106"/>
                  </a:lnTo>
                  <a:lnTo>
                    <a:pt x="1276" y="4106"/>
                  </a:lnTo>
                  <a:lnTo>
                    <a:pt x="1492" y="4085"/>
                  </a:lnTo>
                  <a:lnTo>
                    <a:pt x="1729" y="4041"/>
                  </a:lnTo>
                  <a:lnTo>
                    <a:pt x="1945" y="3977"/>
                  </a:lnTo>
                  <a:lnTo>
                    <a:pt x="2140" y="3890"/>
                  </a:lnTo>
                  <a:lnTo>
                    <a:pt x="2313" y="3782"/>
                  </a:lnTo>
                  <a:lnTo>
                    <a:pt x="2377" y="3717"/>
                  </a:lnTo>
                  <a:lnTo>
                    <a:pt x="2421" y="3653"/>
                  </a:lnTo>
                  <a:lnTo>
                    <a:pt x="2464" y="3566"/>
                  </a:lnTo>
                  <a:lnTo>
                    <a:pt x="2486" y="3480"/>
                  </a:lnTo>
                  <a:lnTo>
                    <a:pt x="2507" y="3393"/>
                  </a:lnTo>
                  <a:lnTo>
                    <a:pt x="2486" y="3285"/>
                  </a:lnTo>
                  <a:lnTo>
                    <a:pt x="2334" y="2529"/>
                  </a:lnTo>
                  <a:lnTo>
                    <a:pt x="2226" y="1989"/>
                  </a:lnTo>
                  <a:lnTo>
                    <a:pt x="2075" y="1405"/>
                  </a:lnTo>
                  <a:lnTo>
                    <a:pt x="1902" y="865"/>
                  </a:lnTo>
                  <a:lnTo>
                    <a:pt x="1816" y="627"/>
                  </a:lnTo>
                  <a:lnTo>
                    <a:pt x="1729" y="411"/>
                  </a:lnTo>
                  <a:lnTo>
                    <a:pt x="1621" y="239"/>
                  </a:lnTo>
                  <a:lnTo>
                    <a:pt x="1513" y="109"/>
                  </a:lnTo>
                  <a:lnTo>
                    <a:pt x="1405" y="22"/>
                  </a:lnTo>
                  <a:lnTo>
                    <a:pt x="13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4" name="Google Shape;7344;p34"/>
            <p:cNvSpPr/>
            <p:nvPr/>
          </p:nvSpPr>
          <p:spPr>
            <a:xfrm>
              <a:off x="16158050" y="4209200"/>
              <a:ext cx="136150" cy="136700"/>
            </a:xfrm>
            <a:custGeom>
              <a:avLst/>
              <a:gdLst/>
              <a:ahLst/>
              <a:cxnLst/>
              <a:rect l="l" t="t" r="r" b="b"/>
              <a:pathLst>
                <a:path w="5446" h="5468" extrusionOk="0">
                  <a:moveTo>
                    <a:pt x="2723" y="1"/>
                  </a:moveTo>
                  <a:lnTo>
                    <a:pt x="2442" y="22"/>
                  </a:lnTo>
                  <a:lnTo>
                    <a:pt x="2182" y="65"/>
                  </a:lnTo>
                  <a:lnTo>
                    <a:pt x="1923" y="130"/>
                  </a:lnTo>
                  <a:lnTo>
                    <a:pt x="1664" y="217"/>
                  </a:lnTo>
                  <a:lnTo>
                    <a:pt x="1426" y="346"/>
                  </a:lnTo>
                  <a:lnTo>
                    <a:pt x="1210" y="476"/>
                  </a:lnTo>
                  <a:lnTo>
                    <a:pt x="994" y="627"/>
                  </a:lnTo>
                  <a:lnTo>
                    <a:pt x="800" y="800"/>
                  </a:lnTo>
                  <a:lnTo>
                    <a:pt x="627" y="995"/>
                  </a:lnTo>
                  <a:lnTo>
                    <a:pt x="475" y="1211"/>
                  </a:lnTo>
                  <a:lnTo>
                    <a:pt x="324" y="1427"/>
                  </a:lnTo>
                  <a:lnTo>
                    <a:pt x="216" y="1664"/>
                  </a:lnTo>
                  <a:lnTo>
                    <a:pt x="130" y="1924"/>
                  </a:lnTo>
                  <a:lnTo>
                    <a:pt x="65" y="2183"/>
                  </a:lnTo>
                  <a:lnTo>
                    <a:pt x="22" y="2464"/>
                  </a:lnTo>
                  <a:lnTo>
                    <a:pt x="0" y="2745"/>
                  </a:lnTo>
                  <a:lnTo>
                    <a:pt x="22" y="3026"/>
                  </a:lnTo>
                  <a:lnTo>
                    <a:pt x="65" y="3285"/>
                  </a:lnTo>
                  <a:lnTo>
                    <a:pt x="130" y="3544"/>
                  </a:lnTo>
                  <a:lnTo>
                    <a:pt x="216" y="3803"/>
                  </a:lnTo>
                  <a:lnTo>
                    <a:pt x="324" y="4041"/>
                  </a:lnTo>
                  <a:lnTo>
                    <a:pt x="475" y="4257"/>
                  </a:lnTo>
                  <a:lnTo>
                    <a:pt x="627" y="4473"/>
                  </a:lnTo>
                  <a:lnTo>
                    <a:pt x="800" y="4668"/>
                  </a:lnTo>
                  <a:lnTo>
                    <a:pt x="994" y="4841"/>
                  </a:lnTo>
                  <a:lnTo>
                    <a:pt x="1210" y="4992"/>
                  </a:lnTo>
                  <a:lnTo>
                    <a:pt x="1426" y="5143"/>
                  </a:lnTo>
                  <a:lnTo>
                    <a:pt x="1664" y="5251"/>
                  </a:lnTo>
                  <a:lnTo>
                    <a:pt x="1923" y="5338"/>
                  </a:lnTo>
                  <a:lnTo>
                    <a:pt x="2182" y="5402"/>
                  </a:lnTo>
                  <a:lnTo>
                    <a:pt x="2442" y="5446"/>
                  </a:lnTo>
                  <a:lnTo>
                    <a:pt x="2723" y="5467"/>
                  </a:lnTo>
                  <a:lnTo>
                    <a:pt x="3004" y="5446"/>
                  </a:lnTo>
                  <a:lnTo>
                    <a:pt x="3284" y="5402"/>
                  </a:lnTo>
                  <a:lnTo>
                    <a:pt x="3544" y="5338"/>
                  </a:lnTo>
                  <a:lnTo>
                    <a:pt x="3781" y="5251"/>
                  </a:lnTo>
                  <a:lnTo>
                    <a:pt x="4019" y="5143"/>
                  </a:lnTo>
                  <a:lnTo>
                    <a:pt x="4257" y="4992"/>
                  </a:lnTo>
                  <a:lnTo>
                    <a:pt x="4451" y="4841"/>
                  </a:lnTo>
                  <a:lnTo>
                    <a:pt x="4646" y="4668"/>
                  </a:lnTo>
                  <a:lnTo>
                    <a:pt x="4840" y="4473"/>
                  </a:lnTo>
                  <a:lnTo>
                    <a:pt x="4991" y="4257"/>
                  </a:lnTo>
                  <a:lnTo>
                    <a:pt x="5121" y="4041"/>
                  </a:lnTo>
                  <a:lnTo>
                    <a:pt x="5229" y="3803"/>
                  </a:lnTo>
                  <a:lnTo>
                    <a:pt x="5337" y="3544"/>
                  </a:lnTo>
                  <a:lnTo>
                    <a:pt x="5402" y="3285"/>
                  </a:lnTo>
                  <a:lnTo>
                    <a:pt x="5445" y="3026"/>
                  </a:lnTo>
                  <a:lnTo>
                    <a:pt x="5445" y="2745"/>
                  </a:lnTo>
                  <a:lnTo>
                    <a:pt x="5445" y="2464"/>
                  </a:lnTo>
                  <a:lnTo>
                    <a:pt x="5402" y="2183"/>
                  </a:lnTo>
                  <a:lnTo>
                    <a:pt x="5337" y="1924"/>
                  </a:lnTo>
                  <a:lnTo>
                    <a:pt x="5229" y="1664"/>
                  </a:lnTo>
                  <a:lnTo>
                    <a:pt x="5121" y="1427"/>
                  </a:lnTo>
                  <a:lnTo>
                    <a:pt x="4991" y="1211"/>
                  </a:lnTo>
                  <a:lnTo>
                    <a:pt x="4840" y="995"/>
                  </a:lnTo>
                  <a:lnTo>
                    <a:pt x="4646" y="800"/>
                  </a:lnTo>
                  <a:lnTo>
                    <a:pt x="4451" y="627"/>
                  </a:lnTo>
                  <a:lnTo>
                    <a:pt x="4257" y="476"/>
                  </a:lnTo>
                  <a:lnTo>
                    <a:pt x="4019" y="346"/>
                  </a:lnTo>
                  <a:lnTo>
                    <a:pt x="3781" y="217"/>
                  </a:lnTo>
                  <a:lnTo>
                    <a:pt x="3544" y="130"/>
                  </a:lnTo>
                  <a:lnTo>
                    <a:pt x="3284" y="65"/>
                  </a:lnTo>
                  <a:lnTo>
                    <a:pt x="3004" y="22"/>
                  </a:lnTo>
                  <a:lnTo>
                    <a:pt x="272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5" name="Google Shape;7345;p34"/>
            <p:cNvSpPr/>
            <p:nvPr/>
          </p:nvSpPr>
          <p:spPr>
            <a:xfrm>
              <a:off x="16140225" y="3564750"/>
              <a:ext cx="180425" cy="696325"/>
            </a:xfrm>
            <a:custGeom>
              <a:avLst/>
              <a:gdLst/>
              <a:ahLst/>
              <a:cxnLst/>
              <a:rect l="l" t="t" r="r" b="b"/>
              <a:pathLst>
                <a:path w="7217" h="27853" extrusionOk="0">
                  <a:moveTo>
                    <a:pt x="0" y="1"/>
                  </a:moveTo>
                  <a:lnTo>
                    <a:pt x="130" y="3112"/>
                  </a:lnTo>
                  <a:lnTo>
                    <a:pt x="216" y="6526"/>
                  </a:lnTo>
                  <a:lnTo>
                    <a:pt x="367" y="13916"/>
                  </a:lnTo>
                  <a:lnTo>
                    <a:pt x="540" y="21306"/>
                  </a:lnTo>
                  <a:lnTo>
                    <a:pt x="627" y="24741"/>
                  </a:lnTo>
                  <a:lnTo>
                    <a:pt x="756" y="27853"/>
                  </a:lnTo>
                  <a:lnTo>
                    <a:pt x="6180" y="27853"/>
                  </a:lnTo>
                  <a:lnTo>
                    <a:pt x="6309" y="24741"/>
                  </a:lnTo>
                  <a:lnTo>
                    <a:pt x="6439" y="21306"/>
                  </a:lnTo>
                  <a:lnTo>
                    <a:pt x="6698" y="13916"/>
                  </a:lnTo>
                  <a:lnTo>
                    <a:pt x="6958" y="6526"/>
                  </a:lnTo>
                  <a:lnTo>
                    <a:pt x="7087" y="3112"/>
                  </a:lnTo>
                  <a:lnTo>
                    <a:pt x="7217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6" name="Google Shape;7346;p34"/>
            <p:cNvSpPr/>
            <p:nvPr/>
          </p:nvSpPr>
          <p:spPr>
            <a:xfrm>
              <a:off x="16145625" y="4203800"/>
              <a:ext cx="162600" cy="68100"/>
            </a:xfrm>
            <a:custGeom>
              <a:avLst/>
              <a:gdLst/>
              <a:ahLst/>
              <a:cxnLst/>
              <a:rect l="l" t="t" r="r" b="b"/>
              <a:pathLst>
                <a:path w="6504" h="2724" extrusionOk="0">
                  <a:moveTo>
                    <a:pt x="0" y="0"/>
                  </a:moveTo>
                  <a:lnTo>
                    <a:pt x="108" y="2723"/>
                  </a:lnTo>
                  <a:lnTo>
                    <a:pt x="6396" y="2723"/>
                  </a:lnTo>
                  <a:lnTo>
                    <a:pt x="65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7" name="Google Shape;7347;p34"/>
            <p:cNvSpPr/>
            <p:nvPr/>
          </p:nvSpPr>
          <p:spPr>
            <a:xfrm>
              <a:off x="16286075" y="3546925"/>
              <a:ext cx="33500" cy="75650"/>
            </a:xfrm>
            <a:custGeom>
              <a:avLst/>
              <a:gdLst/>
              <a:ahLst/>
              <a:cxnLst/>
              <a:rect l="l" t="t" r="r" b="b"/>
              <a:pathLst>
                <a:path w="1340" h="3026" extrusionOk="0">
                  <a:moveTo>
                    <a:pt x="540" y="1"/>
                  </a:moveTo>
                  <a:lnTo>
                    <a:pt x="411" y="44"/>
                  </a:lnTo>
                  <a:lnTo>
                    <a:pt x="303" y="109"/>
                  </a:lnTo>
                  <a:lnTo>
                    <a:pt x="195" y="195"/>
                  </a:lnTo>
                  <a:lnTo>
                    <a:pt x="108" y="282"/>
                  </a:lnTo>
                  <a:lnTo>
                    <a:pt x="43" y="411"/>
                  </a:lnTo>
                  <a:lnTo>
                    <a:pt x="22" y="519"/>
                  </a:lnTo>
                  <a:lnTo>
                    <a:pt x="0" y="671"/>
                  </a:lnTo>
                  <a:lnTo>
                    <a:pt x="0" y="2356"/>
                  </a:lnTo>
                  <a:lnTo>
                    <a:pt x="22" y="2486"/>
                  </a:lnTo>
                  <a:lnTo>
                    <a:pt x="43" y="2615"/>
                  </a:lnTo>
                  <a:lnTo>
                    <a:pt x="108" y="2723"/>
                  </a:lnTo>
                  <a:lnTo>
                    <a:pt x="195" y="2831"/>
                  </a:lnTo>
                  <a:lnTo>
                    <a:pt x="303" y="2918"/>
                  </a:lnTo>
                  <a:lnTo>
                    <a:pt x="411" y="2961"/>
                  </a:lnTo>
                  <a:lnTo>
                    <a:pt x="540" y="3004"/>
                  </a:lnTo>
                  <a:lnTo>
                    <a:pt x="670" y="3026"/>
                  </a:lnTo>
                  <a:lnTo>
                    <a:pt x="800" y="3004"/>
                  </a:lnTo>
                  <a:lnTo>
                    <a:pt x="929" y="2961"/>
                  </a:lnTo>
                  <a:lnTo>
                    <a:pt x="1037" y="2918"/>
                  </a:lnTo>
                  <a:lnTo>
                    <a:pt x="1145" y="2831"/>
                  </a:lnTo>
                  <a:lnTo>
                    <a:pt x="1232" y="2723"/>
                  </a:lnTo>
                  <a:lnTo>
                    <a:pt x="1297" y="2615"/>
                  </a:lnTo>
                  <a:lnTo>
                    <a:pt x="1318" y="2486"/>
                  </a:lnTo>
                  <a:lnTo>
                    <a:pt x="1340" y="2356"/>
                  </a:lnTo>
                  <a:lnTo>
                    <a:pt x="1340" y="671"/>
                  </a:lnTo>
                  <a:lnTo>
                    <a:pt x="1318" y="519"/>
                  </a:lnTo>
                  <a:lnTo>
                    <a:pt x="1297" y="411"/>
                  </a:lnTo>
                  <a:lnTo>
                    <a:pt x="1232" y="282"/>
                  </a:lnTo>
                  <a:lnTo>
                    <a:pt x="1145" y="195"/>
                  </a:lnTo>
                  <a:lnTo>
                    <a:pt x="1037" y="109"/>
                  </a:lnTo>
                  <a:lnTo>
                    <a:pt x="929" y="44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8" name="Google Shape;7348;p34"/>
            <p:cNvSpPr/>
            <p:nvPr/>
          </p:nvSpPr>
          <p:spPr>
            <a:xfrm>
              <a:off x="16248800" y="3546925"/>
              <a:ext cx="33500" cy="75650"/>
            </a:xfrm>
            <a:custGeom>
              <a:avLst/>
              <a:gdLst/>
              <a:ahLst/>
              <a:cxnLst/>
              <a:rect l="l" t="t" r="r" b="b"/>
              <a:pathLst>
                <a:path w="1340" h="3026" extrusionOk="0">
                  <a:moveTo>
                    <a:pt x="519" y="1"/>
                  </a:moveTo>
                  <a:lnTo>
                    <a:pt x="411" y="44"/>
                  </a:lnTo>
                  <a:lnTo>
                    <a:pt x="281" y="109"/>
                  </a:lnTo>
                  <a:lnTo>
                    <a:pt x="195" y="195"/>
                  </a:lnTo>
                  <a:lnTo>
                    <a:pt x="108" y="282"/>
                  </a:lnTo>
                  <a:lnTo>
                    <a:pt x="43" y="411"/>
                  </a:lnTo>
                  <a:lnTo>
                    <a:pt x="0" y="519"/>
                  </a:lnTo>
                  <a:lnTo>
                    <a:pt x="0" y="671"/>
                  </a:lnTo>
                  <a:lnTo>
                    <a:pt x="0" y="2356"/>
                  </a:lnTo>
                  <a:lnTo>
                    <a:pt x="0" y="2486"/>
                  </a:lnTo>
                  <a:lnTo>
                    <a:pt x="43" y="2615"/>
                  </a:lnTo>
                  <a:lnTo>
                    <a:pt x="108" y="2723"/>
                  </a:lnTo>
                  <a:lnTo>
                    <a:pt x="195" y="2831"/>
                  </a:lnTo>
                  <a:lnTo>
                    <a:pt x="281" y="2918"/>
                  </a:lnTo>
                  <a:lnTo>
                    <a:pt x="411" y="2961"/>
                  </a:lnTo>
                  <a:lnTo>
                    <a:pt x="519" y="3004"/>
                  </a:lnTo>
                  <a:lnTo>
                    <a:pt x="670" y="3026"/>
                  </a:lnTo>
                  <a:lnTo>
                    <a:pt x="800" y="3004"/>
                  </a:lnTo>
                  <a:lnTo>
                    <a:pt x="929" y="2961"/>
                  </a:lnTo>
                  <a:lnTo>
                    <a:pt x="1037" y="2918"/>
                  </a:lnTo>
                  <a:lnTo>
                    <a:pt x="1145" y="2831"/>
                  </a:lnTo>
                  <a:lnTo>
                    <a:pt x="1210" y="2723"/>
                  </a:lnTo>
                  <a:lnTo>
                    <a:pt x="1275" y="2615"/>
                  </a:lnTo>
                  <a:lnTo>
                    <a:pt x="1318" y="2486"/>
                  </a:lnTo>
                  <a:lnTo>
                    <a:pt x="1340" y="2356"/>
                  </a:lnTo>
                  <a:lnTo>
                    <a:pt x="1340" y="671"/>
                  </a:lnTo>
                  <a:lnTo>
                    <a:pt x="1318" y="519"/>
                  </a:lnTo>
                  <a:lnTo>
                    <a:pt x="1275" y="411"/>
                  </a:lnTo>
                  <a:lnTo>
                    <a:pt x="1210" y="282"/>
                  </a:lnTo>
                  <a:lnTo>
                    <a:pt x="1145" y="195"/>
                  </a:lnTo>
                  <a:lnTo>
                    <a:pt x="1037" y="109"/>
                  </a:lnTo>
                  <a:lnTo>
                    <a:pt x="929" y="44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9" name="Google Shape;7349;p34"/>
            <p:cNvSpPr/>
            <p:nvPr/>
          </p:nvSpPr>
          <p:spPr>
            <a:xfrm>
              <a:off x="16210975" y="3546925"/>
              <a:ext cx="33525" cy="75650"/>
            </a:xfrm>
            <a:custGeom>
              <a:avLst/>
              <a:gdLst/>
              <a:ahLst/>
              <a:cxnLst/>
              <a:rect l="l" t="t" r="r" b="b"/>
              <a:pathLst>
                <a:path w="1341" h="3026" extrusionOk="0">
                  <a:moveTo>
                    <a:pt x="541" y="1"/>
                  </a:moveTo>
                  <a:lnTo>
                    <a:pt x="411" y="44"/>
                  </a:lnTo>
                  <a:lnTo>
                    <a:pt x="303" y="109"/>
                  </a:lnTo>
                  <a:lnTo>
                    <a:pt x="195" y="195"/>
                  </a:lnTo>
                  <a:lnTo>
                    <a:pt x="130" y="282"/>
                  </a:lnTo>
                  <a:lnTo>
                    <a:pt x="65" y="411"/>
                  </a:lnTo>
                  <a:lnTo>
                    <a:pt x="22" y="519"/>
                  </a:lnTo>
                  <a:lnTo>
                    <a:pt x="1" y="671"/>
                  </a:lnTo>
                  <a:lnTo>
                    <a:pt x="1" y="2356"/>
                  </a:lnTo>
                  <a:lnTo>
                    <a:pt x="22" y="2486"/>
                  </a:lnTo>
                  <a:lnTo>
                    <a:pt x="65" y="2615"/>
                  </a:lnTo>
                  <a:lnTo>
                    <a:pt x="130" y="2723"/>
                  </a:lnTo>
                  <a:lnTo>
                    <a:pt x="195" y="2831"/>
                  </a:lnTo>
                  <a:lnTo>
                    <a:pt x="303" y="2918"/>
                  </a:lnTo>
                  <a:lnTo>
                    <a:pt x="411" y="2961"/>
                  </a:lnTo>
                  <a:lnTo>
                    <a:pt x="541" y="3004"/>
                  </a:lnTo>
                  <a:lnTo>
                    <a:pt x="670" y="3026"/>
                  </a:lnTo>
                  <a:lnTo>
                    <a:pt x="822" y="3004"/>
                  </a:lnTo>
                  <a:lnTo>
                    <a:pt x="930" y="2961"/>
                  </a:lnTo>
                  <a:lnTo>
                    <a:pt x="1059" y="2918"/>
                  </a:lnTo>
                  <a:lnTo>
                    <a:pt x="1146" y="2831"/>
                  </a:lnTo>
                  <a:lnTo>
                    <a:pt x="1232" y="2723"/>
                  </a:lnTo>
                  <a:lnTo>
                    <a:pt x="1297" y="2615"/>
                  </a:lnTo>
                  <a:lnTo>
                    <a:pt x="1340" y="2486"/>
                  </a:lnTo>
                  <a:lnTo>
                    <a:pt x="1340" y="2356"/>
                  </a:lnTo>
                  <a:lnTo>
                    <a:pt x="1340" y="671"/>
                  </a:lnTo>
                  <a:lnTo>
                    <a:pt x="1340" y="519"/>
                  </a:lnTo>
                  <a:lnTo>
                    <a:pt x="1297" y="411"/>
                  </a:lnTo>
                  <a:lnTo>
                    <a:pt x="1232" y="282"/>
                  </a:lnTo>
                  <a:lnTo>
                    <a:pt x="1146" y="195"/>
                  </a:lnTo>
                  <a:lnTo>
                    <a:pt x="1059" y="109"/>
                  </a:lnTo>
                  <a:lnTo>
                    <a:pt x="930" y="44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0" name="Google Shape;7350;p34"/>
            <p:cNvSpPr/>
            <p:nvPr/>
          </p:nvSpPr>
          <p:spPr>
            <a:xfrm>
              <a:off x="16173700" y="3546925"/>
              <a:ext cx="33525" cy="75650"/>
            </a:xfrm>
            <a:custGeom>
              <a:avLst/>
              <a:gdLst/>
              <a:ahLst/>
              <a:cxnLst/>
              <a:rect l="l" t="t" r="r" b="b"/>
              <a:pathLst>
                <a:path w="1341" h="3026" extrusionOk="0">
                  <a:moveTo>
                    <a:pt x="541" y="1"/>
                  </a:moveTo>
                  <a:lnTo>
                    <a:pt x="411" y="44"/>
                  </a:lnTo>
                  <a:lnTo>
                    <a:pt x="303" y="109"/>
                  </a:lnTo>
                  <a:lnTo>
                    <a:pt x="195" y="195"/>
                  </a:lnTo>
                  <a:lnTo>
                    <a:pt x="109" y="282"/>
                  </a:lnTo>
                  <a:lnTo>
                    <a:pt x="66" y="411"/>
                  </a:lnTo>
                  <a:lnTo>
                    <a:pt x="22" y="519"/>
                  </a:lnTo>
                  <a:lnTo>
                    <a:pt x="1" y="671"/>
                  </a:lnTo>
                  <a:lnTo>
                    <a:pt x="1" y="2356"/>
                  </a:lnTo>
                  <a:lnTo>
                    <a:pt x="22" y="2486"/>
                  </a:lnTo>
                  <a:lnTo>
                    <a:pt x="66" y="2615"/>
                  </a:lnTo>
                  <a:lnTo>
                    <a:pt x="109" y="2723"/>
                  </a:lnTo>
                  <a:lnTo>
                    <a:pt x="195" y="2831"/>
                  </a:lnTo>
                  <a:lnTo>
                    <a:pt x="303" y="2918"/>
                  </a:lnTo>
                  <a:lnTo>
                    <a:pt x="411" y="2961"/>
                  </a:lnTo>
                  <a:lnTo>
                    <a:pt x="541" y="3004"/>
                  </a:lnTo>
                  <a:lnTo>
                    <a:pt x="671" y="3026"/>
                  </a:lnTo>
                  <a:lnTo>
                    <a:pt x="800" y="3004"/>
                  </a:lnTo>
                  <a:lnTo>
                    <a:pt x="930" y="2961"/>
                  </a:lnTo>
                  <a:lnTo>
                    <a:pt x="1038" y="2918"/>
                  </a:lnTo>
                  <a:lnTo>
                    <a:pt x="1146" y="2831"/>
                  </a:lnTo>
                  <a:lnTo>
                    <a:pt x="1232" y="2723"/>
                  </a:lnTo>
                  <a:lnTo>
                    <a:pt x="1297" y="2615"/>
                  </a:lnTo>
                  <a:lnTo>
                    <a:pt x="1319" y="2486"/>
                  </a:lnTo>
                  <a:lnTo>
                    <a:pt x="1340" y="2356"/>
                  </a:lnTo>
                  <a:lnTo>
                    <a:pt x="1340" y="671"/>
                  </a:lnTo>
                  <a:lnTo>
                    <a:pt x="1319" y="519"/>
                  </a:lnTo>
                  <a:lnTo>
                    <a:pt x="1297" y="411"/>
                  </a:lnTo>
                  <a:lnTo>
                    <a:pt x="1232" y="282"/>
                  </a:lnTo>
                  <a:lnTo>
                    <a:pt x="1146" y="195"/>
                  </a:lnTo>
                  <a:lnTo>
                    <a:pt x="1038" y="109"/>
                  </a:lnTo>
                  <a:lnTo>
                    <a:pt x="930" y="44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1" name="Google Shape;7351;p34"/>
            <p:cNvSpPr/>
            <p:nvPr/>
          </p:nvSpPr>
          <p:spPr>
            <a:xfrm>
              <a:off x="16136425" y="3546925"/>
              <a:ext cx="33525" cy="75650"/>
            </a:xfrm>
            <a:custGeom>
              <a:avLst/>
              <a:gdLst/>
              <a:ahLst/>
              <a:cxnLst/>
              <a:rect l="l" t="t" r="r" b="b"/>
              <a:pathLst>
                <a:path w="1341" h="3026" extrusionOk="0">
                  <a:moveTo>
                    <a:pt x="541" y="1"/>
                  </a:moveTo>
                  <a:lnTo>
                    <a:pt x="411" y="44"/>
                  </a:lnTo>
                  <a:lnTo>
                    <a:pt x="282" y="109"/>
                  </a:lnTo>
                  <a:lnTo>
                    <a:pt x="195" y="195"/>
                  </a:lnTo>
                  <a:lnTo>
                    <a:pt x="109" y="282"/>
                  </a:lnTo>
                  <a:lnTo>
                    <a:pt x="44" y="411"/>
                  </a:lnTo>
                  <a:lnTo>
                    <a:pt x="1" y="519"/>
                  </a:lnTo>
                  <a:lnTo>
                    <a:pt x="1" y="671"/>
                  </a:lnTo>
                  <a:lnTo>
                    <a:pt x="1" y="2356"/>
                  </a:lnTo>
                  <a:lnTo>
                    <a:pt x="1" y="2486"/>
                  </a:lnTo>
                  <a:lnTo>
                    <a:pt x="44" y="2615"/>
                  </a:lnTo>
                  <a:lnTo>
                    <a:pt x="109" y="2723"/>
                  </a:lnTo>
                  <a:lnTo>
                    <a:pt x="195" y="2831"/>
                  </a:lnTo>
                  <a:lnTo>
                    <a:pt x="282" y="2918"/>
                  </a:lnTo>
                  <a:lnTo>
                    <a:pt x="411" y="2961"/>
                  </a:lnTo>
                  <a:lnTo>
                    <a:pt x="541" y="3004"/>
                  </a:lnTo>
                  <a:lnTo>
                    <a:pt x="671" y="3026"/>
                  </a:lnTo>
                  <a:lnTo>
                    <a:pt x="800" y="3004"/>
                  </a:lnTo>
                  <a:lnTo>
                    <a:pt x="930" y="2961"/>
                  </a:lnTo>
                  <a:lnTo>
                    <a:pt x="1038" y="2918"/>
                  </a:lnTo>
                  <a:lnTo>
                    <a:pt x="1146" y="2831"/>
                  </a:lnTo>
                  <a:lnTo>
                    <a:pt x="1211" y="2723"/>
                  </a:lnTo>
                  <a:lnTo>
                    <a:pt x="1276" y="2615"/>
                  </a:lnTo>
                  <a:lnTo>
                    <a:pt x="1319" y="2486"/>
                  </a:lnTo>
                  <a:lnTo>
                    <a:pt x="1340" y="2356"/>
                  </a:lnTo>
                  <a:lnTo>
                    <a:pt x="1340" y="671"/>
                  </a:lnTo>
                  <a:lnTo>
                    <a:pt x="1319" y="519"/>
                  </a:lnTo>
                  <a:lnTo>
                    <a:pt x="1276" y="411"/>
                  </a:lnTo>
                  <a:lnTo>
                    <a:pt x="1211" y="282"/>
                  </a:lnTo>
                  <a:lnTo>
                    <a:pt x="1146" y="195"/>
                  </a:lnTo>
                  <a:lnTo>
                    <a:pt x="1038" y="109"/>
                  </a:lnTo>
                  <a:lnTo>
                    <a:pt x="930" y="44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2" name="Google Shape;7352;p34"/>
            <p:cNvSpPr/>
            <p:nvPr/>
          </p:nvSpPr>
          <p:spPr>
            <a:xfrm>
              <a:off x="16135900" y="3508575"/>
              <a:ext cx="183150" cy="55675"/>
            </a:xfrm>
            <a:custGeom>
              <a:avLst/>
              <a:gdLst/>
              <a:ahLst/>
              <a:cxnLst/>
              <a:rect l="l" t="t" r="r" b="b"/>
              <a:pathLst>
                <a:path w="7326" h="2227" extrusionOk="0">
                  <a:moveTo>
                    <a:pt x="0" y="1"/>
                  </a:moveTo>
                  <a:lnTo>
                    <a:pt x="0" y="2226"/>
                  </a:lnTo>
                  <a:lnTo>
                    <a:pt x="7325" y="2226"/>
                  </a:lnTo>
                  <a:lnTo>
                    <a:pt x="732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3" name="Google Shape;7353;p34"/>
            <p:cNvSpPr/>
            <p:nvPr/>
          </p:nvSpPr>
          <p:spPr>
            <a:xfrm>
              <a:off x="16485925" y="3986650"/>
              <a:ext cx="182625" cy="95625"/>
            </a:xfrm>
            <a:custGeom>
              <a:avLst/>
              <a:gdLst/>
              <a:ahLst/>
              <a:cxnLst/>
              <a:rect l="l" t="t" r="r" b="b"/>
              <a:pathLst>
                <a:path w="7305" h="3825" extrusionOk="0">
                  <a:moveTo>
                    <a:pt x="6008" y="1318"/>
                  </a:moveTo>
                  <a:lnTo>
                    <a:pt x="6008" y="2528"/>
                  </a:lnTo>
                  <a:lnTo>
                    <a:pt x="1319" y="2528"/>
                  </a:lnTo>
                  <a:lnTo>
                    <a:pt x="1319" y="1318"/>
                  </a:lnTo>
                  <a:close/>
                  <a:moveTo>
                    <a:pt x="1" y="0"/>
                  </a:moveTo>
                  <a:lnTo>
                    <a:pt x="1" y="3825"/>
                  </a:lnTo>
                  <a:lnTo>
                    <a:pt x="7304" y="3825"/>
                  </a:lnTo>
                  <a:lnTo>
                    <a:pt x="73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4" name="Google Shape;7354;p34"/>
            <p:cNvSpPr/>
            <p:nvPr/>
          </p:nvSpPr>
          <p:spPr>
            <a:xfrm>
              <a:off x="16851100" y="4209200"/>
              <a:ext cx="136150" cy="136700"/>
            </a:xfrm>
            <a:custGeom>
              <a:avLst/>
              <a:gdLst/>
              <a:ahLst/>
              <a:cxnLst/>
              <a:rect l="l" t="t" r="r" b="b"/>
              <a:pathLst>
                <a:path w="5446" h="5468" extrusionOk="0">
                  <a:moveTo>
                    <a:pt x="2723" y="1"/>
                  </a:moveTo>
                  <a:lnTo>
                    <a:pt x="2442" y="22"/>
                  </a:lnTo>
                  <a:lnTo>
                    <a:pt x="2183" y="65"/>
                  </a:lnTo>
                  <a:lnTo>
                    <a:pt x="1924" y="130"/>
                  </a:lnTo>
                  <a:lnTo>
                    <a:pt x="1664" y="217"/>
                  </a:lnTo>
                  <a:lnTo>
                    <a:pt x="1427" y="346"/>
                  </a:lnTo>
                  <a:lnTo>
                    <a:pt x="1211" y="476"/>
                  </a:lnTo>
                  <a:lnTo>
                    <a:pt x="994" y="627"/>
                  </a:lnTo>
                  <a:lnTo>
                    <a:pt x="800" y="800"/>
                  </a:lnTo>
                  <a:lnTo>
                    <a:pt x="627" y="995"/>
                  </a:lnTo>
                  <a:lnTo>
                    <a:pt x="454" y="1211"/>
                  </a:lnTo>
                  <a:lnTo>
                    <a:pt x="325" y="1427"/>
                  </a:lnTo>
                  <a:lnTo>
                    <a:pt x="217" y="1664"/>
                  </a:lnTo>
                  <a:lnTo>
                    <a:pt x="130" y="1924"/>
                  </a:lnTo>
                  <a:lnTo>
                    <a:pt x="44" y="2183"/>
                  </a:lnTo>
                  <a:lnTo>
                    <a:pt x="22" y="2464"/>
                  </a:lnTo>
                  <a:lnTo>
                    <a:pt x="1" y="2745"/>
                  </a:lnTo>
                  <a:lnTo>
                    <a:pt x="22" y="3026"/>
                  </a:lnTo>
                  <a:lnTo>
                    <a:pt x="44" y="3285"/>
                  </a:lnTo>
                  <a:lnTo>
                    <a:pt x="130" y="3544"/>
                  </a:lnTo>
                  <a:lnTo>
                    <a:pt x="217" y="3803"/>
                  </a:lnTo>
                  <a:lnTo>
                    <a:pt x="325" y="4041"/>
                  </a:lnTo>
                  <a:lnTo>
                    <a:pt x="454" y="4257"/>
                  </a:lnTo>
                  <a:lnTo>
                    <a:pt x="627" y="4473"/>
                  </a:lnTo>
                  <a:lnTo>
                    <a:pt x="800" y="4668"/>
                  </a:lnTo>
                  <a:lnTo>
                    <a:pt x="994" y="4841"/>
                  </a:lnTo>
                  <a:lnTo>
                    <a:pt x="1211" y="4992"/>
                  </a:lnTo>
                  <a:lnTo>
                    <a:pt x="1427" y="5143"/>
                  </a:lnTo>
                  <a:lnTo>
                    <a:pt x="1664" y="5251"/>
                  </a:lnTo>
                  <a:lnTo>
                    <a:pt x="1924" y="5338"/>
                  </a:lnTo>
                  <a:lnTo>
                    <a:pt x="2183" y="5402"/>
                  </a:lnTo>
                  <a:lnTo>
                    <a:pt x="2442" y="5446"/>
                  </a:lnTo>
                  <a:lnTo>
                    <a:pt x="2723" y="5467"/>
                  </a:lnTo>
                  <a:lnTo>
                    <a:pt x="3004" y="5446"/>
                  </a:lnTo>
                  <a:lnTo>
                    <a:pt x="3285" y="5402"/>
                  </a:lnTo>
                  <a:lnTo>
                    <a:pt x="3544" y="5338"/>
                  </a:lnTo>
                  <a:lnTo>
                    <a:pt x="3782" y="5251"/>
                  </a:lnTo>
                  <a:lnTo>
                    <a:pt x="4020" y="5143"/>
                  </a:lnTo>
                  <a:lnTo>
                    <a:pt x="4257" y="4992"/>
                  </a:lnTo>
                  <a:lnTo>
                    <a:pt x="4452" y="4841"/>
                  </a:lnTo>
                  <a:lnTo>
                    <a:pt x="4646" y="4668"/>
                  </a:lnTo>
                  <a:lnTo>
                    <a:pt x="4841" y="4473"/>
                  </a:lnTo>
                  <a:lnTo>
                    <a:pt x="4992" y="4257"/>
                  </a:lnTo>
                  <a:lnTo>
                    <a:pt x="5121" y="4041"/>
                  </a:lnTo>
                  <a:lnTo>
                    <a:pt x="5230" y="3803"/>
                  </a:lnTo>
                  <a:lnTo>
                    <a:pt x="5338" y="3544"/>
                  </a:lnTo>
                  <a:lnTo>
                    <a:pt x="5402" y="3285"/>
                  </a:lnTo>
                  <a:lnTo>
                    <a:pt x="5446" y="3026"/>
                  </a:lnTo>
                  <a:lnTo>
                    <a:pt x="5446" y="2745"/>
                  </a:lnTo>
                  <a:lnTo>
                    <a:pt x="5446" y="2464"/>
                  </a:lnTo>
                  <a:lnTo>
                    <a:pt x="5402" y="2183"/>
                  </a:lnTo>
                  <a:lnTo>
                    <a:pt x="5338" y="1924"/>
                  </a:lnTo>
                  <a:lnTo>
                    <a:pt x="5230" y="1664"/>
                  </a:lnTo>
                  <a:lnTo>
                    <a:pt x="5121" y="1427"/>
                  </a:lnTo>
                  <a:lnTo>
                    <a:pt x="4992" y="1211"/>
                  </a:lnTo>
                  <a:lnTo>
                    <a:pt x="4841" y="995"/>
                  </a:lnTo>
                  <a:lnTo>
                    <a:pt x="4646" y="800"/>
                  </a:lnTo>
                  <a:lnTo>
                    <a:pt x="4452" y="627"/>
                  </a:lnTo>
                  <a:lnTo>
                    <a:pt x="4257" y="476"/>
                  </a:lnTo>
                  <a:lnTo>
                    <a:pt x="4020" y="346"/>
                  </a:lnTo>
                  <a:lnTo>
                    <a:pt x="3782" y="217"/>
                  </a:lnTo>
                  <a:lnTo>
                    <a:pt x="3544" y="130"/>
                  </a:lnTo>
                  <a:lnTo>
                    <a:pt x="3285" y="65"/>
                  </a:lnTo>
                  <a:lnTo>
                    <a:pt x="3004" y="22"/>
                  </a:lnTo>
                  <a:lnTo>
                    <a:pt x="272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5" name="Google Shape;7355;p34"/>
            <p:cNvSpPr/>
            <p:nvPr/>
          </p:nvSpPr>
          <p:spPr>
            <a:xfrm>
              <a:off x="16824625" y="3564750"/>
              <a:ext cx="180450" cy="696325"/>
            </a:xfrm>
            <a:custGeom>
              <a:avLst/>
              <a:gdLst/>
              <a:ahLst/>
              <a:cxnLst/>
              <a:rect l="l" t="t" r="r" b="b"/>
              <a:pathLst>
                <a:path w="7218" h="27853" extrusionOk="0">
                  <a:moveTo>
                    <a:pt x="1" y="1"/>
                  </a:moveTo>
                  <a:lnTo>
                    <a:pt x="130" y="3112"/>
                  </a:lnTo>
                  <a:lnTo>
                    <a:pt x="260" y="6526"/>
                  </a:lnTo>
                  <a:lnTo>
                    <a:pt x="519" y="13916"/>
                  </a:lnTo>
                  <a:lnTo>
                    <a:pt x="779" y="21306"/>
                  </a:lnTo>
                  <a:lnTo>
                    <a:pt x="908" y="24741"/>
                  </a:lnTo>
                  <a:lnTo>
                    <a:pt x="1038" y="27853"/>
                  </a:lnTo>
                  <a:lnTo>
                    <a:pt x="6483" y="27853"/>
                  </a:lnTo>
                  <a:lnTo>
                    <a:pt x="6591" y="24741"/>
                  </a:lnTo>
                  <a:lnTo>
                    <a:pt x="6699" y="21306"/>
                  </a:lnTo>
                  <a:lnTo>
                    <a:pt x="6850" y="13916"/>
                  </a:lnTo>
                  <a:lnTo>
                    <a:pt x="7002" y="6526"/>
                  </a:lnTo>
                  <a:lnTo>
                    <a:pt x="7110" y="3112"/>
                  </a:lnTo>
                  <a:lnTo>
                    <a:pt x="7218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6" name="Google Shape;7356;p34"/>
            <p:cNvSpPr/>
            <p:nvPr/>
          </p:nvSpPr>
          <p:spPr>
            <a:xfrm>
              <a:off x="16837050" y="4203800"/>
              <a:ext cx="162625" cy="68100"/>
            </a:xfrm>
            <a:custGeom>
              <a:avLst/>
              <a:gdLst/>
              <a:ahLst/>
              <a:cxnLst/>
              <a:rect l="l" t="t" r="r" b="b"/>
              <a:pathLst>
                <a:path w="6505" h="2724" extrusionOk="0">
                  <a:moveTo>
                    <a:pt x="1" y="0"/>
                  </a:moveTo>
                  <a:lnTo>
                    <a:pt x="130" y="2723"/>
                  </a:lnTo>
                  <a:lnTo>
                    <a:pt x="6397" y="2723"/>
                  </a:lnTo>
                  <a:lnTo>
                    <a:pt x="650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7" name="Google Shape;7357;p34"/>
            <p:cNvSpPr/>
            <p:nvPr/>
          </p:nvSpPr>
          <p:spPr>
            <a:xfrm>
              <a:off x="16825700" y="3546925"/>
              <a:ext cx="33525" cy="75650"/>
            </a:xfrm>
            <a:custGeom>
              <a:avLst/>
              <a:gdLst/>
              <a:ahLst/>
              <a:cxnLst/>
              <a:rect l="l" t="t" r="r" b="b"/>
              <a:pathLst>
                <a:path w="1341" h="3026" extrusionOk="0">
                  <a:moveTo>
                    <a:pt x="541" y="1"/>
                  </a:moveTo>
                  <a:lnTo>
                    <a:pt x="411" y="44"/>
                  </a:lnTo>
                  <a:lnTo>
                    <a:pt x="303" y="109"/>
                  </a:lnTo>
                  <a:lnTo>
                    <a:pt x="195" y="195"/>
                  </a:lnTo>
                  <a:lnTo>
                    <a:pt x="131" y="282"/>
                  </a:lnTo>
                  <a:lnTo>
                    <a:pt x="66" y="411"/>
                  </a:lnTo>
                  <a:lnTo>
                    <a:pt x="23" y="519"/>
                  </a:lnTo>
                  <a:lnTo>
                    <a:pt x="1" y="671"/>
                  </a:lnTo>
                  <a:lnTo>
                    <a:pt x="1" y="2356"/>
                  </a:lnTo>
                  <a:lnTo>
                    <a:pt x="23" y="2486"/>
                  </a:lnTo>
                  <a:lnTo>
                    <a:pt x="66" y="2615"/>
                  </a:lnTo>
                  <a:lnTo>
                    <a:pt x="131" y="2723"/>
                  </a:lnTo>
                  <a:lnTo>
                    <a:pt x="195" y="2831"/>
                  </a:lnTo>
                  <a:lnTo>
                    <a:pt x="303" y="2918"/>
                  </a:lnTo>
                  <a:lnTo>
                    <a:pt x="411" y="2961"/>
                  </a:lnTo>
                  <a:lnTo>
                    <a:pt x="541" y="3004"/>
                  </a:lnTo>
                  <a:lnTo>
                    <a:pt x="671" y="3026"/>
                  </a:lnTo>
                  <a:lnTo>
                    <a:pt x="822" y="3004"/>
                  </a:lnTo>
                  <a:lnTo>
                    <a:pt x="930" y="2961"/>
                  </a:lnTo>
                  <a:lnTo>
                    <a:pt x="1060" y="2918"/>
                  </a:lnTo>
                  <a:lnTo>
                    <a:pt x="1146" y="2831"/>
                  </a:lnTo>
                  <a:lnTo>
                    <a:pt x="1233" y="2723"/>
                  </a:lnTo>
                  <a:lnTo>
                    <a:pt x="1297" y="2615"/>
                  </a:lnTo>
                  <a:lnTo>
                    <a:pt x="1341" y="2486"/>
                  </a:lnTo>
                  <a:lnTo>
                    <a:pt x="1341" y="2356"/>
                  </a:lnTo>
                  <a:lnTo>
                    <a:pt x="1341" y="671"/>
                  </a:lnTo>
                  <a:lnTo>
                    <a:pt x="1341" y="519"/>
                  </a:lnTo>
                  <a:lnTo>
                    <a:pt x="1297" y="411"/>
                  </a:lnTo>
                  <a:lnTo>
                    <a:pt x="1233" y="282"/>
                  </a:lnTo>
                  <a:lnTo>
                    <a:pt x="1146" y="195"/>
                  </a:lnTo>
                  <a:lnTo>
                    <a:pt x="1060" y="109"/>
                  </a:lnTo>
                  <a:lnTo>
                    <a:pt x="930" y="44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8" name="Google Shape;7358;p34"/>
            <p:cNvSpPr/>
            <p:nvPr/>
          </p:nvSpPr>
          <p:spPr>
            <a:xfrm>
              <a:off x="16863525" y="3546925"/>
              <a:ext cx="33525" cy="75650"/>
            </a:xfrm>
            <a:custGeom>
              <a:avLst/>
              <a:gdLst/>
              <a:ahLst/>
              <a:cxnLst/>
              <a:rect l="l" t="t" r="r" b="b"/>
              <a:pathLst>
                <a:path w="1341" h="3026" extrusionOk="0">
                  <a:moveTo>
                    <a:pt x="519" y="1"/>
                  </a:moveTo>
                  <a:lnTo>
                    <a:pt x="411" y="44"/>
                  </a:lnTo>
                  <a:lnTo>
                    <a:pt x="281" y="109"/>
                  </a:lnTo>
                  <a:lnTo>
                    <a:pt x="195" y="195"/>
                  </a:lnTo>
                  <a:lnTo>
                    <a:pt x="109" y="282"/>
                  </a:lnTo>
                  <a:lnTo>
                    <a:pt x="44" y="411"/>
                  </a:lnTo>
                  <a:lnTo>
                    <a:pt x="0" y="519"/>
                  </a:lnTo>
                  <a:lnTo>
                    <a:pt x="0" y="671"/>
                  </a:lnTo>
                  <a:lnTo>
                    <a:pt x="0" y="2356"/>
                  </a:lnTo>
                  <a:lnTo>
                    <a:pt x="0" y="2486"/>
                  </a:lnTo>
                  <a:lnTo>
                    <a:pt x="44" y="2615"/>
                  </a:lnTo>
                  <a:lnTo>
                    <a:pt x="109" y="2723"/>
                  </a:lnTo>
                  <a:lnTo>
                    <a:pt x="195" y="2831"/>
                  </a:lnTo>
                  <a:lnTo>
                    <a:pt x="281" y="2918"/>
                  </a:lnTo>
                  <a:lnTo>
                    <a:pt x="411" y="2961"/>
                  </a:lnTo>
                  <a:lnTo>
                    <a:pt x="519" y="3004"/>
                  </a:lnTo>
                  <a:lnTo>
                    <a:pt x="670" y="3026"/>
                  </a:lnTo>
                  <a:lnTo>
                    <a:pt x="800" y="3004"/>
                  </a:lnTo>
                  <a:lnTo>
                    <a:pt x="930" y="2961"/>
                  </a:lnTo>
                  <a:lnTo>
                    <a:pt x="1038" y="2918"/>
                  </a:lnTo>
                  <a:lnTo>
                    <a:pt x="1146" y="2831"/>
                  </a:lnTo>
                  <a:lnTo>
                    <a:pt x="1211" y="2723"/>
                  </a:lnTo>
                  <a:lnTo>
                    <a:pt x="1275" y="2615"/>
                  </a:lnTo>
                  <a:lnTo>
                    <a:pt x="1319" y="2486"/>
                  </a:lnTo>
                  <a:lnTo>
                    <a:pt x="1340" y="2356"/>
                  </a:lnTo>
                  <a:lnTo>
                    <a:pt x="1340" y="671"/>
                  </a:lnTo>
                  <a:lnTo>
                    <a:pt x="1319" y="519"/>
                  </a:lnTo>
                  <a:lnTo>
                    <a:pt x="1275" y="411"/>
                  </a:lnTo>
                  <a:lnTo>
                    <a:pt x="1211" y="282"/>
                  </a:lnTo>
                  <a:lnTo>
                    <a:pt x="1146" y="195"/>
                  </a:lnTo>
                  <a:lnTo>
                    <a:pt x="1038" y="109"/>
                  </a:lnTo>
                  <a:lnTo>
                    <a:pt x="930" y="44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9" name="Google Shape;7359;p34"/>
            <p:cNvSpPr/>
            <p:nvPr/>
          </p:nvSpPr>
          <p:spPr>
            <a:xfrm>
              <a:off x="16900800" y="3546925"/>
              <a:ext cx="33525" cy="75650"/>
            </a:xfrm>
            <a:custGeom>
              <a:avLst/>
              <a:gdLst/>
              <a:ahLst/>
              <a:cxnLst/>
              <a:rect l="l" t="t" r="r" b="b"/>
              <a:pathLst>
                <a:path w="1341" h="3026" extrusionOk="0">
                  <a:moveTo>
                    <a:pt x="541" y="1"/>
                  </a:moveTo>
                  <a:lnTo>
                    <a:pt x="411" y="44"/>
                  </a:lnTo>
                  <a:lnTo>
                    <a:pt x="303" y="109"/>
                  </a:lnTo>
                  <a:lnTo>
                    <a:pt x="195" y="195"/>
                  </a:lnTo>
                  <a:lnTo>
                    <a:pt x="108" y="282"/>
                  </a:lnTo>
                  <a:lnTo>
                    <a:pt x="44" y="411"/>
                  </a:lnTo>
                  <a:lnTo>
                    <a:pt x="22" y="519"/>
                  </a:lnTo>
                  <a:lnTo>
                    <a:pt x="0" y="671"/>
                  </a:lnTo>
                  <a:lnTo>
                    <a:pt x="0" y="2356"/>
                  </a:lnTo>
                  <a:lnTo>
                    <a:pt x="22" y="2486"/>
                  </a:lnTo>
                  <a:lnTo>
                    <a:pt x="44" y="2615"/>
                  </a:lnTo>
                  <a:lnTo>
                    <a:pt x="108" y="2723"/>
                  </a:lnTo>
                  <a:lnTo>
                    <a:pt x="195" y="2831"/>
                  </a:lnTo>
                  <a:lnTo>
                    <a:pt x="303" y="2918"/>
                  </a:lnTo>
                  <a:lnTo>
                    <a:pt x="411" y="2961"/>
                  </a:lnTo>
                  <a:lnTo>
                    <a:pt x="541" y="3004"/>
                  </a:lnTo>
                  <a:lnTo>
                    <a:pt x="670" y="3026"/>
                  </a:lnTo>
                  <a:lnTo>
                    <a:pt x="800" y="3004"/>
                  </a:lnTo>
                  <a:lnTo>
                    <a:pt x="930" y="2961"/>
                  </a:lnTo>
                  <a:lnTo>
                    <a:pt x="1038" y="2918"/>
                  </a:lnTo>
                  <a:lnTo>
                    <a:pt x="1146" y="2831"/>
                  </a:lnTo>
                  <a:lnTo>
                    <a:pt x="1232" y="2723"/>
                  </a:lnTo>
                  <a:lnTo>
                    <a:pt x="1275" y="2615"/>
                  </a:lnTo>
                  <a:lnTo>
                    <a:pt x="1318" y="2486"/>
                  </a:lnTo>
                  <a:lnTo>
                    <a:pt x="1340" y="2356"/>
                  </a:lnTo>
                  <a:lnTo>
                    <a:pt x="1340" y="671"/>
                  </a:lnTo>
                  <a:lnTo>
                    <a:pt x="1318" y="519"/>
                  </a:lnTo>
                  <a:lnTo>
                    <a:pt x="1275" y="411"/>
                  </a:lnTo>
                  <a:lnTo>
                    <a:pt x="1232" y="282"/>
                  </a:lnTo>
                  <a:lnTo>
                    <a:pt x="1146" y="195"/>
                  </a:lnTo>
                  <a:lnTo>
                    <a:pt x="1038" y="109"/>
                  </a:lnTo>
                  <a:lnTo>
                    <a:pt x="930" y="44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0" name="Google Shape;7360;p34"/>
            <p:cNvSpPr/>
            <p:nvPr/>
          </p:nvSpPr>
          <p:spPr>
            <a:xfrm>
              <a:off x="16938075" y="3546925"/>
              <a:ext cx="33500" cy="75650"/>
            </a:xfrm>
            <a:custGeom>
              <a:avLst/>
              <a:gdLst/>
              <a:ahLst/>
              <a:cxnLst/>
              <a:rect l="l" t="t" r="r" b="b"/>
              <a:pathLst>
                <a:path w="1340" h="3026" extrusionOk="0">
                  <a:moveTo>
                    <a:pt x="541" y="1"/>
                  </a:moveTo>
                  <a:lnTo>
                    <a:pt x="411" y="44"/>
                  </a:lnTo>
                  <a:lnTo>
                    <a:pt x="303" y="109"/>
                  </a:lnTo>
                  <a:lnTo>
                    <a:pt x="195" y="195"/>
                  </a:lnTo>
                  <a:lnTo>
                    <a:pt x="130" y="282"/>
                  </a:lnTo>
                  <a:lnTo>
                    <a:pt x="65" y="411"/>
                  </a:lnTo>
                  <a:lnTo>
                    <a:pt x="22" y="519"/>
                  </a:lnTo>
                  <a:lnTo>
                    <a:pt x="0" y="671"/>
                  </a:lnTo>
                  <a:lnTo>
                    <a:pt x="0" y="2356"/>
                  </a:lnTo>
                  <a:lnTo>
                    <a:pt x="22" y="2486"/>
                  </a:lnTo>
                  <a:lnTo>
                    <a:pt x="65" y="2615"/>
                  </a:lnTo>
                  <a:lnTo>
                    <a:pt x="130" y="2723"/>
                  </a:lnTo>
                  <a:lnTo>
                    <a:pt x="195" y="2831"/>
                  </a:lnTo>
                  <a:lnTo>
                    <a:pt x="303" y="2918"/>
                  </a:lnTo>
                  <a:lnTo>
                    <a:pt x="411" y="2961"/>
                  </a:lnTo>
                  <a:lnTo>
                    <a:pt x="541" y="3004"/>
                  </a:lnTo>
                  <a:lnTo>
                    <a:pt x="670" y="3026"/>
                  </a:lnTo>
                  <a:lnTo>
                    <a:pt x="800" y="3004"/>
                  </a:lnTo>
                  <a:lnTo>
                    <a:pt x="929" y="2961"/>
                  </a:lnTo>
                  <a:lnTo>
                    <a:pt x="1059" y="2918"/>
                  </a:lnTo>
                  <a:lnTo>
                    <a:pt x="1146" y="2831"/>
                  </a:lnTo>
                  <a:lnTo>
                    <a:pt x="1232" y="2723"/>
                  </a:lnTo>
                  <a:lnTo>
                    <a:pt x="1297" y="2615"/>
                  </a:lnTo>
                  <a:lnTo>
                    <a:pt x="1340" y="2486"/>
                  </a:lnTo>
                  <a:lnTo>
                    <a:pt x="1340" y="2356"/>
                  </a:lnTo>
                  <a:lnTo>
                    <a:pt x="1340" y="671"/>
                  </a:lnTo>
                  <a:lnTo>
                    <a:pt x="1340" y="519"/>
                  </a:lnTo>
                  <a:lnTo>
                    <a:pt x="1297" y="411"/>
                  </a:lnTo>
                  <a:lnTo>
                    <a:pt x="1232" y="282"/>
                  </a:lnTo>
                  <a:lnTo>
                    <a:pt x="1146" y="195"/>
                  </a:lnTo>
                  <a:lnTo>
                    <a:pt x="1059" y="109"/>
                  </a:lnTo>
                  <a:lnTo>
                    <a:pt x="929" y="44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1" name="Google Shape;7361;p34"/>
            <p:cNvSpPr/>
            <p:nvPr/>
          </p:nvSpPr>
          <p:spPr>
            <a:xfrm>
              <a:off x="16975875" y="3546925"/>
              <a:ext cx="33525" cy="75650"/>
            </a:xfrm>
            <a:custGeom>
              <a:avLst/>
              <a:gdLst/>
              <a:ahLst/>
              <a:cxnLst/>
              <a:rect l="l" t="t" r="r" b="b"/>
              <a:pathLst>
                <a:path w="1341" h="3026" extrusionOk="0">
                  <a:moveTo>
                    <a:pt x="519" y="1"/>
                  </a:moveTo>
                  <a:lnTo>
                    <a:pt x="390" y="44"/>
                  </a:lnTo>
                  <a:lnTo>
                    <a:pt x="282" y="109"/>
                  </a:lnTo>
                  <a:lnTo>
                    <a:pt x="195" y="195"/>
                  </a:lnTo>
                  <a:lnTo>
                    <a:pt x="109" y="282"/>
                  </a:lnTo>
                  <a:lnTo>
                    <a:pt x="44" y="411"/>
                  </a:lnTo>
                  <a:lnTo>
                    <a:pt x="1" y="519"/>
                  </a:lnTo>
                  <a:lnTo>
                    <a:pt x="1" y="671"/>
                  </a:lnTo>
                  <a:lnTo>
                    <a:pt x="1" y="2356"/>
                  </a:lnTo>
                  <a:lnTo>
                    <a:pt x="1" y="2486"/>
                  </a:lnTo>
                  <a:lnTo>
                    <a:pt x="44" y="2615"/>
                  </a:lnTo>
                  <a:lnTo>
                    <a:pt x="109" y="2723"/>
                  </a:lnTo>
                  <a:lnTo>
                    <a:pt x="195" y="2831"/>
                  </a:lnTo>
                  <a:lnTo>
                    <a:pt x="282" y="2918"/>
                  </a:lnTo>
                  <a:lnTo>
                    <a:pt x="390" y="2961"/>
                  </a:lnTo>
                  <a:lnTo>
                    <a:pt x="519" y="3004"/>
                  </a:lnTo>
                  <a:lnTo>
                    <a:pt x="671" y="3026"/>
                  </a:lnTo>
                  <a:lnTo>
                    <a:pt x="800" y="3004"/>
                  </a:lnTo>
                  <a:lnTo>
                    <a:pt x="930" y="2961"/>
                  </a:lnTo>
                  <a:lnTo>
                    <a:pt x="1038" y="2918"/>
                  </a:lnTo>
                  <a:lnTo>
                    <a:pt x="1124" y="2831"/>
                  </a:lnTo>
                  <a:lnTo>
                    <a:pt x="1211" y="2723"/>
                  </a:lnTo>
                  <a:lnTo>
                    <a:pt x="1276" y="2615"/>
                  </a:lnTo>
                  <a:lnTo>
                    <a:pt x="1319" y="2486"/>
                  </a:lnTo>
                  <a:lnTo>
                    <a:pt x="1341" y="2356"/>
                  </a:lnTo>
                  <a:lnTo>
                    <a:pt x="1341" y="671"/>
                  </a:lnTo>
                  <a:lnTo>
                    <a:pt x="1319" y="519"/>
                  </a:lnTo>
                  <a:lnTo>
                    <a:pt x="1276" y="411"/>
                  </a:lnTo>
                  <a:lnTo>
                    <a:pt x="1211" y="282"/>
                  </a:lnTo>
                  <a:lnTo>
                    <a:pt x="1124" y="195"/>
                  </a:lnTo>
                  <a:lnTo>
                    <a:pt x="1038" y="109"/>
                  </a:lnTo>
                  <a:lnTo>
                    <a:pt x="930" y="44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2" name="Google Shape;7362;p34"/>
            <p:cNvSpPr/>
            <p:nvPr/>
          </p:nvSpPr>
          <p:spPr>
            <a:xfrm>
              <a:off x="16826250" y="3508575"/>
              <a:ext cx="183150" cy="55675"/>
            </a:xfrm>
            <a:custGeom>
              <a:avLst/>
              <a:gdLst/>
              <a:ahLst/>
              <a:cxnLst/>
              <a:rect l="l" t="t" r="r" b="b"/>
              <a:pathLst>
                <a:path w="7326" h="2227" extrusionOk="0">
                  <a:moveTo>
                    <a:pt x="1" y="1"/>
                  </a:moveTo>
                  <a:lnTo>
                    <a:pt x="1" y="2226"/>
                  </a:lnTo>
                  <a:lnTo>
                    <a:pt x="7326" y="2226"/>
                  </a:lnTo>
                  <a:lnTo>
                    <a:pt x="73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3" name="Google Shape;7363;p34"/>
            <p:cNvSpPr/>
            <p:nvPr/>
          </p:nvSpPr>
          <p:spPr>
            <a:xfrm>
              <a:off x="16573450" y="2853325"/>
              <a:ext cx="20550" cy="21100"/>
            </a:xfrm>
            <a:custGeom>
              <a:avLst/>
              <a:gdLst/>
              <a:ahLst/>
              <a:cxnLst/>
              <a:rect l="l" t="t" r="r" b="b"/>
              <a:pathLst>
                <a:path w="822" h="844" extrusionOk="0">
                  <a:moveTo>
                    <a:pt x="432" y="1"/>
                  </a:moveTo>
                  <a:lnTo>
                    <a:pt x="346" y="22"/>
                  </a:lnTo>
                  <a:lnTo>
                    <a:pt x="260" y="44"/>
                  </a:lnTo>
                  <a:lnTo>
                    <a:pt x="195" y="87"/>
                  </a:lnTo>
                  <a:lnTo>
                    <a:pt x="130" y="130"/>
                  </a:lnTo>
                  <a:lnTo>
                    <a:pt x="65" y="195"/>
                  </a:lnTo>
                  <a:lnTo>
                    <a:pt x="22" y="260"/>
                  </a:lnTo>
                  <a:lnTo>
                    <a:pt x="0" y="346"/>
                  </a:lnTo>
                  <a:lnTo>
                    <a:pt x="0" y="454"/>
                  </a:lnTo>
                  <a:lnTo>
                    <a:pt x="0" y="584"/>
                  </a:lnTo>
                  <a:lnTo>
                    <a:pt x="43" y="670"/>
                  </a:lnTo>
                  <a:lnTo>
                    <a:pt x="108" y="757"/>
                  </a:lnTo>
                  <a:lnTo>
                    <a:pt x="195" y="800"/>
                  </a:lnTo>
                  <a:lnTo>
                    <a:pt x="303" y="843"/>
                  </a:lnTo>
                  <a:lnTo>
                    <a:pt x="411" y="843"/>
                  </a:lnTo>
                  <a:lnTo>
                    <a:pt x="519" y="822"/>
                  </a:lnTo>
                  <a:lnTo>
                    <a:pt x="605" y="778"/>
                  </a:lnTo>
                  <a:lnTo>
                    <a:pt x="692" y="714"/>
                  </a:lnTo>
                  <a:lnTo>
                    <a:pt x="757" y="627"/>
                  </a:lnTo>
                  <a:lnTo>
                    <a:pt x="800" y="519"/>
                  </a:lnTo>
                  <a:lnTo>
                    <a:pt x="821" y="411"/>
                  </a:lnTo>
                  <a:lnTo>
                    <a:pt x="821" y="303"/>
                  </a:lnTo>
                  <a:lnTo>
                    <a:pt x="800" y="217"/>
                  </a:lnTo>
                  <a:lnTo>
                    <a:pt x="735" y="130"/>
                  </a:lnTo>
                  <a:lnTo>
                    <a:pt x="670" y="65"/>
                  </a:lnTo>
                  <a:lnTo>
                    <a:pt x="562" y="22"/>
                  </a:lnTo>
                  <a:lnTo>
                    <a:pt x="43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4" name="Google Shape;7364;p34"/>
            <p:cNvSpPr/>
            <p:nvPr/>
          </p:nvSpPr>
          <p:spPr>
            <a:xfrm>
              <a:off x="16395725" y="3319500"/>
              <a:ext cx="55650" cy="40000"/>
            </a:xfrm>
            <a:custGeom>
              <a:avLst/>
              <a:gdLst/>
              <a:ahLst/>
              <a:cxnLst/>
              <a:rect l="l" t="t" r="r" b="b"/>
              <a:pathLst>
                <a:path w="2226" h="1600" extrusionOk="0">
                  <a:moveTo>
                    <a:pt x="1102" y="1"/>
                  </a:moveTo>
                  <a:lnTo>
                    <a:pt x="886" y="23"/>
                  </a:lnTo>
                  <a:lnTo>
                    <a:pt x="670" y="66"/>
                  </a:lnTo>
                  <a:lnTo>
                    <a:pt x="497" y="131"/>
                  </a:lnTo>
                  <a:lnTo>
                    <a:pt x="325" y="239"/>
                  </a:lnTo>
                  <a:lnTo>
                    <a:pt x="195" y="347"/>
                  </a:lnTo>
                  <a:lnTo>
                    <a:pt x="87" y="476"/>
                  </a:lnTo>
                  <a:lnTo>
                    <a:pt x="22" y="628"/>
                  </a:lnTo>
                  <a:lnTo>
                    <a:pt x="0" y="800"/>
                  </a:lnTo>
                  <a:lnTo>
                    <a:pt x="22" y="952"/>
                  </a:lnTo>
                  <a:lnTo>
                    <a:pt x="87" y="1103"/>
                  </a:lnTo>
                  <a:lnTo>
                    <a:pt x="195" y="1233"/>
                  </a:lnTo>
                  <a:lnTo>
                    <a:pt x="325" y="1362"/>
                  </a:lnTo>
                  <a:lnTo>
                    <a:pt x="497" y="1449"/>
                  </a:lnTo>
                  <a:lnTo>
                    <a:pt x="670" y="1535"/>
                  </a:lnTo>
                  <a:lnTo>
                    <a:pt x="886" y="1578"/>
                  </a:lnTo>
                  <a:lnTo>
                    <a:pt x="1102" y="1600"/>
                  </a:lnTo>
                  <a:lnTo>
                    <a:pt x="1340" y="1578"/>
                  </a:lnTo>
                  <a:lnTo>
                    <a:pt x="1535" y="1535"/>
                  </a:lnTo>
                  <a:lnTo>
                    <a:pt x="1729" y="1449"/>
                  </a:lnTo>
                  <a:lnTo>
                    <a:pt x="1902" y="1362"/>
                  </a:lnTo>
                  <a:lnTo>
                    <a:pt x="2031" y="1233"/>
                  </a:lnTo>
                  <a:lnTo>
                    <a:pt x="2140" y="1103"/>
                  </a:lnTo>
                  <a:lnTo>
                    <a:pt x="2204" y="952"/>
                  </a:lnTo>
                  <a:lnTo>
                    <a:pt x="2226" y="800"/>
                  </a:lnTo>
                  <a:lnTo>
                    <a:pt x="2204" y="628"/>
                  </a:lnTo>
                  <a:lnTo>
                    <a:pt x="2140" y="476"/>
                  </a:lnTo>
                  <a:lnTo>
                    <a:pt x="2031" y="347"/>
                  </a:lnTo>
                  <a:lnTo>
                    <a:pt x="1902" y="239"/>
                  </a:lnTo>
                  <a:lnTo>
                    <a:pt x="1729" y="131"/>
                  </a:lnTo>
                  <a:lnTo>
                    <a:pt x="1535" y="66"/>
                  </a:lnTo>
                  <a:lnTo>
                    <a:pt x="1340" y="23"/>
                  </a:lnTo>
                  <a:lnTo>
                    <a:pt x="110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5" name="Google Shape;7365;p34"/>
            <p:cNvSpPr/>
            <p:nvPr/>
          </p:nvSpPr>
          <p:spPr>
            <a:xfrm>
              <a:off x="16395725" y="3319500"/>
              <a:ext cx="55650" cy="40000"/>
            </a:xfrm>
            <a:custGeom>
              <a:avLst/>
              <a:gdLst/>
              <a:ahLst/>
              <a:cxnLst/>
              <a:rect l="l" t="t" r="r" b="b"/>
              <a:pathLst>
                <a:path w="2226" h="1600" fill="none" extrusionOk="0">
                  <a:moveTo>
                    <a:pt x="1102" y="1"/>
                  </a:moveTo>
                  <a:lnTo>
                    <a:pt x="1102" y="1"/>
                  </a:lnTo>
                  <a:lnTo>
                    <a:pt x="886" y="23"/>
                  </a:lnTo>
                  <a:lnTo>
                    <a:pt x="670" y="66"/>
                  </a:lnTo>
                  <a:lnTo>
                    <a:pt x="497" y="131"/>
                  </a:lnTo>
                  <a:lnTo>
                    <a:pt x="325" y="239"/>
                  </a:lnTo>
                  <a:lnTo>
                    <a:pt x="195" y="347"/>
                  </a:lnTo>
                  <a:lnTo>
                    <a:pt x="87" y="476"/>
                  </a:lnTo>
                  <a:lnTo>
                    <a:pt x="22" y="628"/>
                  </a:lnTo>
                  <a:lnTo>
                    <a:pt x="0" y="800"/>
                  </a:lnTo>
                  <a:lnTo>
                    <a:pt x="0" y="800"/>
                  </a:lnTo>
                  <a:lnTo>
                    <a:pt x="22" y="952"/>
                  </a:lnTo>
                  <a:lnTo>
                    <a:pt x="87" y="1103"/>
                  </a:lnTo>
                  <a:lnTo>
                    <a:pt x="195" y="1233"/>
                  </a:lnTo>
                  <a:lnTo>
                    <a:pt x="325" y="1362"/>
                  </a:lnTo>
                  <a:lnTo>
                    <a:pt x="497" y="1449"/>
                  </a:lnTo>
                  <a:lnTo>
                    <a:pt x="670" y="1535"/>
                  </a:lnTo>
                  <a:lnTo>
                    <a:pt x="886" y="1578"/>
                  </a:lnTo>
                  <a:lnTo>
                    <a:pt x="1102" y="1600"/>
                  </a:lnTo>
                  <a:lnTo>
                    <a:pt x="1102" y="1600"/>
                  </a:lnTo>
                  <a:lnTo>
                    <a:pt x="1340" y="1578"/>
                  </a:lnTo>
                  <a:lnTo>
                    <a:pt x="1535" y="1535"/>
                  </a:lnTo>
                  <a:lnTo>
                    <a:pt x="1729" y="1449"/>
                  </a:lnTo>
                  <a:lnTo>
                    <a:pt x="1902" y="1362"/>
                  </a:lnTo>
                  <a:lnTo>
                    <a:pt x="2031" y="1233"/>
                  </a:lnTo>
                  <a:lnTo>
                    <a:pt x="2140" y="1103"/>
                  </a:lnTo>
                  <a:lnTo>
                    <a:pt x="2204" y="952"/>
                  </a:lnTo>
                  <a:lnTo>
                    <a:pt x="2226" y="800"/>
                  </a:lnTo>
                  <a:lnTo>
                    <a:pt x="2226" y="800"/>
                  </a:lnTo>
                  <a:lnTo>
                    <a:pt x="2204" y="628"/>
                  </a:lnTo>
                  <a:lnTo>
                    <a:pt x="2140" y="476"/>
                  </a:lnTo>
                  <a:lnTo>
                    <a:pt x="2031" y="347"/>
                  </a:lnTo>
                  <a:lnTo>
                    <a:pt x="1902" y="239"/>
                  </a:lnTo>
                  <a:lnTo>
                    <a:pt x="1729" y="131"/>
                  </a:lnTo>
                  <a:lnTo>
                    <a:pt x="1535" y="66"/>
                  </a:lnTo>
                  <a:lnTo>
                    <a:pt x="1340" y="23"/>
                  </a:lnTo>
                  <a:lnTo>
                    <a:pt x="11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6" name="Google Shape;7366;p34"/>
            <p:cNvSpPr/>
            <p:nvPr/>
          </p:nvSpPr>
          <p:spPr>
            <a:xfrm>
              <a:off x="16704175" y="3319500"/>
              <a:ext cx="55650" cy="40000"/>
            </a:xfrm>
            <a:custGeom>
              <a:avLst/>
              <a:gdLst/>
              <a:ahLst/>
              <a:cxnLst/>
              <a:rect l="l" t="t" r="r" b="b"/>
              <a:pathLst>
                <a:path w="2226" h="1600" extrusionOk="0">
                  <a:moveTo>
                    <a:pt x="1124" y="1"/>
                  </a:moveTo>
                  <a:lnTo>
                    <a:pt x="886" y="23"/>
                  </a:lnTo>
                  <a:lnTo>
                    <a:pt x="692" y="66"/>
                  </a:lnTo>
                  <a:lnTo>
                    <a:pt x="497" y="131"/>
                  </a:lnTo>
                  <a:lnTo>
                    <a:pt x="324" y="239"/>
                  </a:lnTo>
                  <a:lnTo>
                    <a:pt x="195" y="347"/>
                  </a:lnTo>
                  <a:lnTo>
                    <a:pt x="87" y="476"/>
                  </a:lnTo>
                  <a:lnTo>
                    <a:pt x="22" y="628"/>
                  </a:lnTo>
                  <a:lnTo>
                    <a:pt x="0" y="800"/>
                  </a:lnTo>
                  <a:lnTo>
                    <a:pt x="22" y="952"/>
                  </a:lnTo>
                  <a:lnTo>
                    <a:pt x="87" y="1103"/>
                  </a:lnTo>
                  <a:lnTo>
                    <a:pt x="195" y="1233"/>
                  </a:lnTo>
                  <a:lnTo>
                    <a:pt x="324" y="1362"/>
                  </a:lnTo>
                  <a:lnTo>
                    <a:pt x="497" y="1449"/>
                  </a:lnTo>
                  <a:lnTo>
                    <a:pt x="692" y="1535"/>
                  </a:lnTo>
                  <a:lnTo>
                    <a:pt x="886" y="1578"/>
                  </a:lnTo>
                  <a:lnTo>
                    <a:pt x="1124" y="1600"/>
                  </a:lnTo>
                  <a:lnTo>
                    <a:pt x="1340" y="1578"/>
                  </a:lnTo>
                  <a:lnTo>
                    <a:pt x="1556" y="1535"/>
                  </a:lnTo>
                  <a:lnTo>
                    <a:pt x="1729" y="1449"/>
                  </a:lnTo>
                  <a:lnTo>
                    <a:pt x="1902" y="1362"/>
                  </a:lnTo>
                  <a:lnTo>
                    <a:pt x="2031" y="1233"/>
                  </a:lnTo>
                  <a:lnTo>
                    <a:pt x="2139" y="1103"/>
                  </a:lnTo>
                  <a:lnTo>
                    <a:pt x="2204" y="952"/>
                  </a:lnTo>
                  <a:lnTo>
                    <a:pt x="2226" y="800"/>
                  </a:lnTo>
                  <a:lnTo>
                    <a:pt x="2204" y="628"/>
                  </a:lnTo>
                  <a:lnTo>
                    <a:pt x="2139" y="476"/>
                  </a:lnTo>
                  <a:lnTo>
                    <a:pt x="2031" y="347"/>
                  </a:lnTo>
                  <a:lnTo>
                    <a:pt x="1902" y="239"/>
                  </a:lnTo>
                  <a:lnTo>
                    <a:pt x="1729" y="131"/>
                  </a:lnTo>
                  <a:lnTo>
                    <a:pt x="1556" y="66"/>
                  </a:lnTo>
                  <a:lnTo>
                    <a:pt x="1340" y="23"/>
                  </a:lnTo>
                  <a:lnTo>
                    <a:pt x="11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7" name="Google Shape;7367;p34"/>
            <p:cNvSpPr/>
            <p:nvPr/>
          </p:nvSpPr>
          <p:spPr>
            <a:xfrm>
              <a:off x="16704175" y="3319500"/>
              <a:ext cx="55650" cy="40000"/>
            </a:xfrm>
            <a:custGeom>
              <a:avLst/>
              <a:gdLst/>
              <a:ahLst/>
              <a:cxnLst/>
              <a:rect l="l" t="t" r="r" b="b"/>
              <a:pathLst>
                <a:path w="2226" h="1600" fill="none" extrusionOk="0">
                  <a:moveTo>
                    <a:pt x="1124" y="1"/>
                  </a:moveTo>
                  <a:lnTo>
                    <a:pt x="1124" y="1"/>
                  </a:lnTo>
                  <a:lnTo>
                    <a:pt x="886" y="23"/>
                  </a:lnTo>
                  <a:lnTo>
                    <a:pt x="692" y="66"/>
                  </a:lnTo>
                  <a:lnTo>
                    <a:pt x="497" y="131"/>
                  </a:lnTo>
                  <a:lnTo>
                    <a:pt x="324" y="239"/>
                  </a:lnTo>
                  <a:lnTo>
                    <a:pt x="195" y="347"/>
                  </a:lnTo>
                  <a:lnTo>
                    <a:pt x="87" y="476"/>
                  </a:lnTo>
                  <a:lnTo>
                    <a:pt x="22" y="628"/>
                  </a:lnTo>
                  <a:lnTo>
                    <a:pt x="0" y="800"/>
                  </a:lnTo>
                  <a:lnTo>
                    <a:pt x="0" y="800"/>
                  </a:lnTo>
                  <a:lnTo>
                    <a:pt x="22" y="952"/>
                  </a:lnTo>
                  <a:lnTo>
                    <a:pt x="87" y="1103"/>
                  </a:lnTo>
                  <a:lnTo>
                    <a:pt x="195" y="1233"/>
                  </a:lnTo>
                  <a:lnTo>
                    <a:pt x="324" y="1362"/>
                  </a:lnTo>
                  <a:lnTo>
                    <a:pt x="497" y="1449"/>
                  </a:lnTo>
                  <a:lnTo>
                    <a:pt x="692" y="1535"/>
                  </a:lnTo>
                  <a:lnTo>
                    <a:pt x="886" y="1578"/>
                  </a:lnTo>
                  <a:lnTo>
                    <a:pt x="1124" y="1600"/>
                  </a:lnTo>
                  <a:lnTo>
                    <a:pt x="1124" y="1600"/>
                  </a:lnTo>
                  <a:lnTo>
                    <a:pt x="1340" y="1578"/>
                  </a:lnTo>
                  <a:lnTo>
                    <a:pt x="1556" y="1535"/>
                  </a:lnTo>
                  <a:lnTo>
                    <a:pt x="1729" y="1449"/>
                  </a:lnTo>
                  <a:lnTo>
                    <a:pt x="1902" y="1362"/>
                  </a:lnTo>
                  <a:lnTo>
                    <a:pt x="2031" y="1233"/>
                  </a:lnTo>
                  <a:lnTo>
                    <a:pt x="2139" y="1103"/>
                  </a:lnTo>
                  <a:lnTo>
                    <a:pt x="2204" y="952"/>
                  </a:lnTo>
                  <a:lnTo>
                    <a:pt x="2226" y="800"/>
                  </a:lnTo>
                  <a:lnTo>
                    <a:pt x="2226" y="800"/>
                  </a:lnTo>
                  <a:lnTo>
                    <a:pt x="2204" y="628"/>
                  </a:lnTo>
                  <a:lnTo>
                    <a:pt x="2139" y="476"/>
                  </a:lnTo>
                  <a:lnTo>
                    <a:pt x="2031" y="347"/>
                  </a:lnTo>
                  <a:lnTo>
                    <a:pt x="1902" y="239"/>
                  </a:lnTo>
                  <a:lnTo>
                    <a:pt x="1729" y="131"/>
                  </a:lnTo>
                  <a:lnTo>
                    <a:pt x="1556" y="66"/>
                  </a:lnTo>
                  <a:lnTo>
                    <a:pt x="1340" y="23"/>
                  </a:lnTo>
                  <a:lnTo>
                    <a:pt x="1124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36">
          <a:extLst>
            <a:ext uri="{FF2B5EF4-FFF2-40B4-BE49-F238E27FC236}">
              <a16:creationId xmlns:a16="http://schemas.microsoft.com/office/drawing/2014/main" id="{22B9D407-014E-43E0-B6C2-9A04D53D9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7" name="Google Shape;6437;p29">
            <a:extLst>
              <a:ext uri="{FF2B5EF4-FFF2-40B4-BE49-F238E27FC236}">
                <a16:creationId xmlns:a16="http://schemas.microsoft.com/office/drawing/2014/main" id="{2DB69DD2-3B53-EE6F-D63B-557C4DF558C6}"/>
              </a:ext>
            </a:extLst>
          </p:cNvPr>
          <p:cNvSpPr/>
          <p:nvPr/>
        </p:nvSpPr>
        <p:spPr>
          <a:xfrm>
            <a:off x="3852248" y="475773"/>
            <a:ext cx="1249500" cy="1249500"/>
          </a:xfrm>
          <a:prstGeom prst="ellipse">
            <a:avLst/>
          </a:prstGeom>
          <a:solidFill>
            <a:schemeClr val="accen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38" name="Google Shape;6438;p29">
            <a:extLst>
              <a:ext uri="{FF2B5EF4-FFF2-40B4-BE49-F238E27FC236}">
                <a16:creationId xmlns:a16="http://schemas.microsoft.com/office/drawing/2014/main" id="{E8A3084F-9856-16F7-27AB-31835A8FA7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41854" y="2375921"/>
            <a:ext cx="7576747" cy="47198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Rough coding (DELIVERABLE 2)</a:t>
            </a:r>
            <a:endParaRPr dirty="0"/>
          </a:p>
        </p:txBody>
      </p:sp>
      <p:sp>
        <p:nvSpPr>
          <p:cNvPr id="6439" name="Google Shape;6439;p29">
            <a:extLst>
              <a:ext uri="{FF2B5EF4-FFF2-40B4-BE49-F238E27FC236}">
                <a16:creationId xmlns:a16="http://schemas.microsoft.com/office/drawing/2014/main" id="{25362246-60EE-456F-5D59-D437E586792E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4019798" y="832498"/>
            <a:ext cx="914400" cy="69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2</a:t>
            </a:r>
            <a:endParaRPr dirty="0"/>
          </a:p>
        </p:txBody>
      </p:sp>
      <p:sp>
        <p:nvSpPr>
          <p:cNvPr id="6440" name="Google Shape;6440;p29">
            <a:extLst>
              <a:ext uri="{FF2B5EF4-FFF2-40B4-BE49-F238E27FC236}">
                <a16:creationId xmlns:a16="http://schemas.microsoft.com/office/drawing/2014/main" id="{F8D6B7A5-CFA0-5E42-0EAB-C44E7076119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028436" y="3338106"/>
            <a:ext cx="5288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basic features</a:t>
            </a:r>
            <a:endParaRPr dirty="0"/>
          </a:p>
        </p:txBody>
      </p:sp>
      <p:grpSp>
        <p:nvGrpSpPr>
          <p:cNvPr id="2" name="Google Shape;7864;p38">
            <a:extLst>
              <a:ext uri="{FF2B5EF4-FFF2-40B4-BE49-F238E27FC236}">
                <a16:creationId xmlns:a16="http://schemas.microsoft.com/office/drawing/2014/main" id="{C788BCA2-B411-F2A6-EA71-D034C7F0CFDF}"/>
              </a:ext>
            </a:extLst>
          </p:cNvPr>
          <p:cNvGrpSpPr/>
          <p:nvPr/>
        </p:nvGrpSpPr>
        <p:grpSpPr>
          <a:xfrm>
            <a:off x="7077694" y="2297875"/>
            <a:ext cx="1888581" cy="2683459"/>
            <a:chOff x="10943088" y="3810625"/>
            <a:chExt cx="1395300" cy="1725950"/>
          </a:xfrm>
        </p:grpSpPr>
        <p:sp>
          <p:nvSpPr>
            <p:cNvPr id="3" name="Google Shape;7865;p38">
              <a:extLst>
                <a:ext uri="{FF2B5EF4-FFF2-40B4-BE49-F238E27FC236}">
                  <a16:creationId xmlns:a16="http://schemas.microsoft.com/office/drawing/2014/main" id="{FAD229DA-8AAF-8110-C102-D71BE543950B}"/>
                </a:ext>
              </a:extLst>
            </p:cNvPr>
            <p:cNvSpPr/>
            <p:nvPr/>
          </p:nvSpPr>
          <p:spPr>
            <a:xfrm>
              <a:off x="11058775" y="4786775"/>
              <a:ext cx="403625" cy="694925"/>
            </a:xfrm>
            <a:custGeom>
              <a:avLst/>
              <a:gdLst/>
              <a:ahLst/>
              <a:cxnLst/>
              <a:rect l="l" t="t" r="r" b="b"/>
              <a:pathLst>
                <a:path w="16145" h="27797" extrusionOk="0">
                  <a:moveTo>
                    <a:pt x="9546" y="1"/>
                  </a:moveTo>
                  <a:lnTo>
                    <a:pt x="9386" y="121"/>
                  </a:lnTo>
                  <a:lnTo>
                    <a:pt x="8965" y="462"/>
                  </a:lnTo>
                  <a:lnTo>
                    <a:pt x="8303" y="1024"/>
                  </a:lnTo>
                  <a:lnTo>
                    <a:pt x="7902" y="1385"/>
                  </a:lnTo>
                  <a:lnTo>
                    <a:pt x="7461" y="1806"/>
                  </a:lnTo>
                  <a:lnTo>
                    <a:pt x="6979" y="2267"/>
                  </a:lnTo>
                  <a:lnTo>
                    <a:pt x="6498" y="2768"/>
                  </a:lnTo>
                  <a:lnTo>
                    <a:pt x="5977" y="3330"/>
                  </a:lnTo>
                  <a:lnTo>
                    <a:pt x="5435" y="3931"/>
                  </a:lnTo>
                  <a:lnTo>
                    <a:pt x="4914" y="4593"/>
                  </a:lnTo>
                  <a:lnTo>
                    <a:pt x="4372" y="5295"/>
                  </a:lnTo>
                  <a:lnTo>
                    <a:pt x="3831" y="6017"/>
                  </a:lnTo>
                  <a:lnTo>
                    <a:pt x="3309" y="6799"/>
                  </a:lnTo>
                  <a:lnTo>
                    <a:pt x="2888" y="7461"/>
                  </a:lnTo>
                  <a:lnTo>
                    <a:pt x="2507" y="8163"/>
                  </a:lnTo>
                  <a:lnTo>
                    <a:pt x="2126" y="8885"/>
                  </a:lnTo>
                  <a:lnTo>
                    <a:pt x="1765" y="9627"/>
                  </a:lnTo>
                  <a:lnTo>
                    <a:pt x="1424" y="10389"/>
                  </a:lnTo>
                  <a:lnTo>
                    <a:pt x="1123" y="11191"/>
                  </a:lnTo>
                  <a:lnTo>
                    <a:pt x="863" y="11993"/>
                  </a:lnTo>
                  <a:lnTo>
                    <a:pt x="622" y="12836"/>
                  </a:lnTo>
                  <a:lnTo>
                    <a:pt x="421" y="13698"/>
                  </a:lnTo>
                  <a:lnTo>
                    <a:pt x="261" y="14560"/>
                  </a:lnTo>
                  <a:lnTo>
                    <a:pt x="141" y="15443"/>
                  </a:lnTo>
                  <a:lnTo>
                    <a:pt x="60" y="16305"/>
                  </a:lnTo>
                  <a:lnTo>
                    <a:pt x="20" y="17188"/>
                  </a:lnTo>
                  <a:lnTo>
                    <a:pt x="0" y="18050"/>
                  </a:lnTo>
                  <a:lnTo>
                    <a:pt x="20" y="18912"/>
                  </a:lnTo>
                  <a:lnTo>
                    <a:pt x="60" y="19755"/>
                  </a:lnTo>
                  <a:lnTo>
                    <a:pt x="121" y="20577"/>
                  </a:lnTo>
                  <a:lnTo>
                    <a:pt x="201" y="21379"/>
                  </a:lnTo>
                  <a:lnTo>
                    <a:pt x="321" y="22141"/>
                  </a:lnTo>
                  <a:lnTo>
                    <a:pt x="442" y="22883"/>
                  </a:lnTo>
                  <a:lnTo>
                    <a:pt x="602" y="23605"/>
                  </a:lnTo>
                  <a:lnTo>
                    <a:pt x="762" y="24267"/>
                  </a:lnTo>
                  <a:lnTo>
                    <a:pt x="923" y="24888"/>
                  </a:lnTo>
                  <a:lnTo>
                    <a:pt x="1103" y="25450"/>
                  </a:lnTo>
                  <a:lnTo>
                    <a:pt x="1304" y="25971"/>
                  </a:lnTo>
                  <a:lnTo>
                    <a:pt x="1484" y="26413"/>
                  </a:lnTo>
                  <a:lnTo>
                    <a:pt x="1685" y="26814"/>
                  </a:lnTo>
                  <a:lnTo>
                    <a:pt x="1865" y="27135"/>
                  </a:lnTo>
                  <a:lnTo>
                    <a:pt x="2066" y="27415"/>
                  </a:lnTo>
                  <a:lnTo>
                    <a:pt x="2266" y="27616"/>
                  </a:lnTo>
                  <a:lnTo>
                    <a:pt x="2347" y="27696"/>
                  </a:lnTo>
                  <a:lnTo>
                    <a:pt x="2447" y="27736"/>
                  </a:lnTo>
                  <a:lnTo>
                    <a:pt x="2527" y="27776"/>
                  </a:lnTo>
                  <a:lnTo>
                    <a:pt x="2627" y="27796"/>
                  </a:lnTo>
                  <a:lnTo>
                    <a:pt x="2688" y="27796"/>
                  </a:lnTo>
                  <a:lnTo>
                    <a:pt x="2768" y="27776"/>
                  </a:lnTo>
                  <a:lnTo>
                    <a:pt x="2908" y="27696"/>
                  </a:lnTo>
                  <a:lnTo>
                    <a:pt x="3049" y="27576"/>
                  </a:lnTo>
                  <a:lnTo>
                    <a:pt x="3189" y="27395"/>
                  </a:lnTo>
                  <a:lnTo>
                    <a:pt x="3349" y="27155"/>
                  </a:lnTo>
                  <a:lnTo>
                    <a:pt x="3510" y="26874"/>
                  </a:lnTo>
                  <a:lnTo>
                    <a:pt x="3871" y="26212"/>
                  </a:lnTo>
                  <a:lnTo>
                    <a:pt x="4773" y="24427"/>
                  </a:lnTo>
                  <a:lnTo>
                    <a:pt x="5335" y="23384"/>
                  </a:lnTo>
                  <a:lnTo>
                    <a:pt x="5656" y="22843"/>
                  </a:lnTo>
                  <a:lnTo>
                    <a:pt x="5997" y="22261"/>
                  </a:lnTo>
                  <a:lnTo>
                    <a:pt x="6358" y="21680"/>
                  </a:lnTo>
                  <a:lnTo>
                    <a:pt x="6759" y="21098"/>
                  </a:lnTo>
                  <a:lnTo>
                    <a:pt x="7180" y="20497"/>
                  </a:lnTo>
                  <a:lnTo>
                    <a:pt x="7641" y="19895"/>
                  </a:lnTo>
                  <a:lnTo>
                    <a:pt x="8122" y="19293"/>
                  </a:lnTo>
                  <a:lnTo>
                    <a:pt x="8644" y="18692"/>
                  </a:lnTo>
                  <a:lnTo>
                    <a:pt x="9205" y="18090"/>
                  </a:lnTo>
                  <a:lnTo>
                    <a:pt x="9807" y="17488"/>
                  </a:lnTo>
                  <a:lnTo>
                    <a:pt x="10429" y="16927"/>
                  </a:lnTo>
                  <a:lnTo>
                    <a:pt x="11110" y="16345"/>
                  </a:lnTo>
                  <a:lnTo>
                    <a:pt x="11832" y="15804"/>
                  </a:lnTo>
                  <a:lnTo>
                    <a:pt x="12595" y="15262"/>
                  </a:lnTo>
                  <a:lnTo>
                    <a:pt x="13417" y="14761"/>
                  </a:lnTo>
                  <a:lnTo>
                    <a:pt x="14279" y="14280"/>
                  </a:lnTo>
                  <a:lnTo>
                    <a:pt x="14720" y="14039"/>
                  </a:lnTo>
                  <a:lnTo>
                    <a:pt x="15182" y="13818"/>
                  </a:lnTo>
                  <a:lnTo>
                    <a:pt x="15643" y="13598"/>
                  </a:lnTo>
                  <a:lnTo>
                    <a:pt x="16144" y="13397"/>
                  </a:lnTo>
                  <a:lnTo>
                    <a:pt x="95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7866;p38">
              <a:extLst>
                <a:ext uri="{FF2B5EF4-FFF2-40B4-BE49-F238E27FC236}">
                  <a16:creationId xmlns:a16="http://schemas.microsoft.com/office/drawing/2014/main" id="{2800408E-01F9-2473-2866-F029FC785948}"/>
                </a:ext>
              </a:extLst>
            </p:cNvPr>
            <p:cNvSpPr/>
            <p:nvPr/>
          </p:nvSpPr>
          <p:spPr>
            <a:xfrm>
              <a:off x="11058775" y="4786775"/>
              <a:ext cx="403625" cy="694925"/>
            </a:xfrm>
            <a:custGeom>
              <a:avLst/>
              <a:gdLst/>
              <a:ahLst/>
              <a:cxnLst/>
              <a:rect l="l" t="t" r="r" b="b"/>
              <a:pathLst>
                <a:path w="16145" h="27797" fill="none" extrusionOk="0">
                  <a:moveTo>
                    <a:pt x="16144" y="13397"/>
                  </a:moveTo>
                  <a:lnTo>
                    <a:pt x="16144" y="13397"/>
                  </a:lnTo>
                  <a:lnTo>
                    <a:pt x="15643" y="13598"/>
                  </a:lnTo>
                  <a:lnTo>
                    <a:pt x="15182" y="13818"/>
                  </a:lnTo>
                  <a:lnTo>
                    <a:pt x="14720" y="14039"/>
                  </a:lnTo>
                  <a:lnTo>
                    <a:pt x="14279" y="14280"/>
                  </a:lnTo>
                  <a:lnTo>
                    <a:pt x="13417" y="14761"/>
                  </a:lnTo>
                  <a:lnTo>
                    <a:pt x="12595" y="15262"/>
                  </a:lnTo>
                  <a:lnTo>
                    <a:pt x="11832" y="15804"/>
                  </a:lnTo>
                  <a:lnTo>
                    <a:pt x="11110" y="16345"/>
                  </a:lnTo>
                  <a:lnTo>
                    <a:pt x="10429" y="16927"/>
                  </a:lnTo>
                  <a:lnTo>
                    <a:pt x="9807" y="17488"/>
                  </a:lnTo>
                  <a:lnTo>
                    <a:pt x="9205" y="18090"/>
                  </a:lnTo>
                  <a:lnTo>
                    <a:pt x="8644" y="18692"/>
                  </a:lnTo>
                  <a:lnTo>
                    <a:pt x="8122" y="19293"/>
                  </a:lnTo>
                  <a:lnTo>
                    <a:pt x="7641" y="19895"/>
                  </a:lnTo>
                  <a:lnTo>
                    <a:pt x="7180" y="20497"/>
                  </a:lnTo>
                  <a:lnTo>
                    <a:pt x="6759" y="21098"/>
                  </a:lnTo>
                  <a:lnTo>
                    <a:pt x="6358" y="21680"/>
                  </a:lnTo>
                  <a:lnTo>
                    <a:pt x="5997" y="22261"/>
                  </a:lnTo>
                  <a:lnTo>
                    <a:pt x="5656" y="22843"/>
                  </a:lnTo>
                  <a:lnTo>
                    <a:pt x="5335" y="23384"/>
                  </a:lnTo>
                  <a:lnTo>
                    <a:pt x="4773" y="24427"/>
                  </a:lnTo>
                  <a:lnTo>
                    <a:pt x="3871" y="26212"/>
                  </a:lnTo>
                  <a:lnTo>
                    <a:pt x="3510" y="26874"/>
                  </a:lnTo>
                  <a:lnTo>
                    <a:pt x="3349" y="27155"/>
                  </a:lnTo>
                  <a:lnTo>
                    <a:pt x="3189" y="27395"/>
                  </a:lnTo>
                  <a:lnTo>
                    <a:pt x="3049" y="27576"/>
                  </a:lnTo>
                  <a:lnTo>
                    <a:pt x="2908" y="27696"/>
                  </a:lnTo>
                  <a:lnTo>
                    <a:pt x="2768" y="27776"/>
                  </a:lnTo>
                  <a:lnTo>
                    <a:pt x="2688" y="27796"/>
                  </a:lnTo>
                  <a:lnTo>
                    <a:pt x="2627" y="27796"/>
                  </a:lnTo>
                  <a:lnTo>
                    <a:pt x="2627" y="27796"/>
                  </a:lnTo>
                  <a:lnTo>
                    <a:pt x="2527" y="27776"/>
                  </a:lnTo>
                  <a:lnTo>
                    <a:pt x="2447" y="27736"/>
                  </a:lnTo>
                  <a:lnTo>
                    <a:pt x="2347" y="27696"/>
                  </a:lnTo>
                  <a:lnTo>
                    <a:pt x="2266" y="27616"/>
                  </a:lnTo>
                  <a:lnTo>
                    <a:pt x="2066" y="27415"/>
                  </a:lnTo>
                  <a:lnTo>
                    <a:pt x="1865" y="27135"/>
                  </a:lnTo>
                  <a:lnTo>
                    <a:pt x="1685" y="26814"/>
                  </a:lnTo>
                  <a:lnTo>
                    <a:pt x="1484" y="26413"/>
                  </a:lnTo>
                  <a:lnTo>
                    <a:pt x="1304" y="25971"/>
                  </a:lnTo>
                  <a:lnTo>
                    <a:pt x="1103" y="25450"/>
                  </a:lnTo>
                  <a:lnTo>
                    <a:pt x="1103" y="25450"/>
                  </a:lnTo>
                  <a:lnTo>
                    <a:pt x="923" y="24888"/>
                  </a:lnTo>
                  <a:lnTo>
                    <a:pt x="762" y="24267"/>
                  </a:lnTo>
                  <a:lnTo>
                    <a:pt x="602" y="23605"/>
                  </a:lnTo>
                  <a:lnTo>
                    <a:pt x="442" y="22883"/>
                  </a:lnTo>
                  <a:lnTo>
                    <a:pt x="321" y="22141"/>
                  </a:lnTo>
                  <a:lnTo>
                    <a:pt x="201" y="21379"/>
                  </a:lnTo>
                  <a:lnTo>
                    <a:pt x="121" y="20577"/>
                  </a:lnTo>
                  <a:lnTo>
                    <a:pt x="60" y="19755"/>
                  </a:lnTo>
                  <a:lnTo>
                    <a:pt x="20" y="18912"/>
                  </a:lnTo>
                  <a:lnTo>
                    <a:pt x="0" y="18050"/>
                  </a:lnTo>
                  <a:lnTo>
                    <a:pt x="20" y="17188"/>
                  </a:lnTo>
                  <a:lnTo>
                    <a:pt x="60" y="16305"/>
                  </a:lnTo>
                  <a:lnTo>
                    <a:pt x="141" y="15443"/>
                  </a:lnTo>
                  <a:lnTo>
                    <a:pt x="261" y="14560"/>
                  </a:lnTo>
                  <a:lnTo>
                    <a:pt x="421" y="13698"/>
                  </a:lnTo>
                  <a:lnTo>
                    <a:pt x="622" y="12836"/>
                  </a:lnTo>
                  <a:lnTo>
                    <a:pt x="622" y="12836"/>
                  </a:lnTo>
                  <a:lnTo>
                    <a:pt x="863" y="11993"/>
                  </a:lnTo>
                  <a:lnTo>
                    <a:pt x="1123" y="11191"/>
                  </a:lnTo>
                  <a:lnTo>
                    <a:pt x="1424" y="10389"/>
                  </a:lnTo>
                  <a:lnTo>
                    <a:pt x="1765" y="9627"/>
                  </a:lnTo>
                  <a:lnTo>
                    <a:pt x="2126" y="8885"/>
                  </a:lnTo>
                  <a:lnTo>
                    <a:pt x="2507" y="8163"/>
                  </a:lnTo>
                  <a:lnTo>
                    <a:pt x="2888" y="7461"/>
                  </a:lnTo>
                  <a:lnTo>
                    <a:pt x="3309" y="6799"/>
                  </a:lnTo>
                  <a:lnTo>
                    <a:pt x="3309" y="6799"/>
                  </a:lnTo>
                  <a:lnTo>
                    <a:pt x="3831" y="6017"/>
                  </a:lnTo>
                  <a:lnTo>
                    <a:pt x="4372" y="5295"/>
                  </a:lnTo>
                  <a:lnTo>
                    <a:pt x="4914" y="4593"/>
                  </a:lnTo>
                  <a:lnTo>
                    <a:pt x="5435" y="3931"/>
                  </a:lnTo>
                  <a:lnTo>
                    <a:pt x="5977" y="3330"/>
                  </a:lnTo>
                  <a:lnTo>
                    <a:pt x="6498" y="2768"/>
                  </a:lnTo>
                  <a:lnTo>
                    <a:pt x="6979" y="2267"/>
                  </a:lnTo>
                  <a:lnTo>
                    <a:pt x="7461" y="1806"/>
                  </a:lnTo>
                  <a:lnTo>
                    <a:pt x="7902" y="1385"/>
                  </a:lnTo>
                  <a:lnTo>
                    <a:pt x="8303" y="1024"/>
                  </a:lnTo>
                  <a:lnTo>
                    <a:pt x="8965" y="462"/>
                  </a:lnTo>
                  <a:lnTo>
                    <a:pt x="9386" y="121"/>
                  </a:lnTo>
                  <a:lnTo>
                    <a:pt x="9546" y="1"/>
                  </a:lnTo>
                  <a:lnTo>
                    <a:pt x="16144" y="13397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7867;p38">
              <a:extLst>
                <a:ext uri="{FF2B5EF4-FFF2-40B4-BE49-F238E27FC236}">
                  <a16:creationId xmlns:a16="http://schemas.microsoft.com/office/drawing/2014/main" id="{B787A2BE-D302-4A65-B601-4810294F8D91}"/>
                </a:ext>
              </a:extLst>
            </p:cNvPr>
            <p:cNvSpPr/>
            <p:nvPr/>
          </p:nvSpPr>
          <p:spPr>
            <a:xfrm>
              <a:off x="11086350" y="4817875"/>
              <a:ext cx="330425" cy="663825"/>
            </a:xfrm>
            <a:custGeom>
              <a:avLst/>
              <a:gdLst/>
              <a:ahLst/>
              <a:cxnLst/>
              <a:rect l="l" t="t" r="r" b="b"/>
              <a:pathLst>
                <a:path w="13217" h="26553" extrusionOk="0">
                  <a:moveTo>
                    <a:pt x="6939" y="0"/>
                  </a:moveTo>
                  <a:lnTo>
                    <a:pt x="6438" y="481"/>
                  </a:lnTo>
                  <a:lnTo>
                    <a:pt x="5896" y="1003"/>
                  </a:lnTo>
                  <a:lnTo>
                    <a:pt x="5315" y="1605"/>
                  </a:lnTo>
                  <a:lnTo>
                    <a:pt x="4693" y="2286"/>
                  </a:lnTo>
                  <a:lnTo>
                    <a:pt x="4071" y="3008"/>
                  </a:lnTo>
                  <a:lnTo>
                    <a:pt x="3450" y="3790"/>
                  </a:lnTo>
                  <a:lnTo>
                    <a:pt x="2828" y="4653"/>
                  </a:lnTo>
                  <a:lnTo>
                    <a:pt x="2507" y="5094"/>
                  </a:lnTo>
                  <a:lnTo>
                    <a:pt x="2206" y="5555"/>
                  </a:lnTo>
                  <a:lnTo>
                    <a:pt x="2587" y="5656"/>
                  </a:lnTo>
                  <a:lnTo>
                    <a:pt x="2968" y="5776"/>
                  </a:lnTo>
                  <a:lnTo>
                    <a:pt x="3349" y="5916"/>
                  </a:lnTo>
                  <a:lnTo>
                    <a:pt x="3690" y="6097"/>
                  </a:lnTo>
                  <a:lnTo>
                    <a:pt x="4051" y="6297"/>
                  </a:lnTo>
                  <a:lnTo>
                    <a:pt x="4372" y="6538"/>
                  </a:lnTo>
                  <a:lnTo>
                    <a:pt x="4693" y="6779"/>
                  </a:lnTo>
                  <a:lnTo>
                    <a:pt x="4994" y="7059"/>
                  </a:lnTo>
                  <a:lnTo>
                    <a:pt x="5275" y="7360"/>
                  </a:lnTo>
                  <a:lnTo>
                    <a:pt x="5535" y="7681"/>
                  </a:lnTo>
                  <a:lnTo>
                    <a:pt x="5776" y="8002"/>
                  </a:lnTo>
                  <a:lnTo>
                    <a:pt x="5997" y="8363"/>
                  </a:lnTo>
                  <a:lnTo>
                    <a:pt x="6197" y="8724"/>
                  </a:lnTo>
                  <a:lnTo>
                    <a:pt x="6358" y="9105"/>
                  </a:lnTo>
                  <a:lnTo>
                    <a:pt x="6518" y="9486"/>
                  </a:lnTo>
                  <a:lnTo>
                    <a:pt x="6618" y="9907"/>
                  </a:lnTo>
                  <a:lnTo>
                    <a:pt x="6698" y="10188"/>
                  </a:lnTo>
                  <a:lnTo>
                    <a:pt x="6739" y="10489"/>
                  </a:lnTo>
                  <a:lnTo>
                    <a:pt x="6779" y="10769"/>
                  </a:lnTo>
                  <a:lnTo>
                    <a:pt x="6819" y="11070"/>
                  </a:lnTo>
                  <a:lnTo>
                    <a:pt x="6839" y="11632"/>
                  </a:lnTo>
                  <a:lnTo>
                    <a:pt x="6819" y="12193"/>
                  </a:lnTo>
                  <a:lnTo>
                    <a:pt x="6739" y="12755"/>
                  </a:lnTo>
                  <a:lnTo>
                    <a:pt x="6638" y="13316"/>
                  </a:lnTo>
                  <a:lnTo>
                    <a:pt x="6498" y="13858"/>
                  </a:lnTo>
                  <a:lnTo>
                    <a:pt x="6338" y="14379"/>
                  </a:lnTo>
                  <a:lnTo>
                    <a:pt x="6137" y="14921"/>
                  </a:lnTo>
                  <a:lnTo>
                    <a:pt x="5896" y="15442"/>
                  </a:lnTo>
                  <a:lnTo>
                    <a:pt x="5656" y="15944"/>
                  </a:lnTo>
                  <a:lnTo>
                    <a:pt x="5375" y="16445"/>
                  </a:lnTo>
                  <a:lnTo>
                    <a:pt x="5074" y="16946"/>
                  </a:lnTo>
                  <a:lnTo>
                    <a:pt x="4773" y="17428"/>
                  </a:lnTo>
                  <a:lnTo>
                    <a:pt x="4452" y="17909"/>
                  </a:lnTo>
                  <a:lnTo>
                    <a:pt x="4111" y="18370"/>
                  </a:lnTo>
                  <a:lnTo>
                    <a:pt x="3570" y="19092"/>
                  </a:lnTo>
                  <a:lnTo>
                    <a:pt x="3029" y="19794"/>
                  </a:lnTo>
                  <a:lnTo>
                    <a:pt x="1946" y="21218"/>
                  </a:lnTo>
                  <a:lnTo>
                    <a:pt x="1424" y="21940"/>
                  </a:lnTo>
                  <a:lnTo>
                    <a:pt x="923" y="22682"/>
                  </a:lnTo>
                  <a:lnTo>
                    <a:pt x="441" y="23444"/>
                  </a:lnTo>
                  <a:lnTo>
                    <a:pt x="221" y="23825"/>
                  </a:lnTo>
                  <a:lnTo>
                    <a:pt x="0" y="24206"/>
                  </a:lnTo>
                  <a:lnTo>
                    <a:pt x="201" y="24727"/>
                  </a:lnTo>
                  <a:lnTo>
                    <a:pt x="381" y="25169"/>
                  </a:lnTo>
                  <a:lnTo>
                    <a:pt x="582" y="25570"/>
                  </a:lnTo>
                  <a:lnTo>
                    <a:pt x="762" y="25891"/>
                  </a:lnTo>
                  <a:lnTo>
                    <a:pt x="963" y="26171"/>
                  </a:lnTo>
                  <a:lnTo>
                    <a:pt x="1163" y="26372"/>
                  </a:lnTo>
                  <a:lnTo>
                    <a:pt x="1244" y="26452"/>
                  </a:lnTo>
                  <a:lnTo>
                    <a:pt x="1344" y="26492"/>
                  </a:lnTo>
                  <a:lnTo>
                    <a:pt x="1424" y="26532"/>
                  </a:lnTo>
                  <a:lnTo>
                    <a:pt x="1524" y="26552"/>
                  </a:lnTo>
                  <a:lnTo>
                    <a:pt x="1605" y="26552"/>
                  </a:lnTo>
                  <a:lnTo>
                    <a:pt x="1685" y="26532"/>
                  </a:lnTo>
                  <a:lnTo>
                    <a:pt x="1805" y="26452"/>
                  </a:lnTo>
                  <a:lnTo>
                    <a:pt x="1946" y="26332"/>
                  </a:lnTo>
                  <a:lnTo>
                    <a:pt x="2086" y="26151"/>
                  </a:lnTo>
                  <a:lnTo>
                    <a:pt x="2226" y="25951"/>
                  </a:lnTo>
                  <a:lnTo>
                    <a:pt x="2367" y="25710"/>
                  </a:lnTo>
                  <a:lnTo>
                    <a:pt x="2708" y="25088"/>
                  </a:lnTo>
                  <a:lnTo>
                    <a:pt x="3510" y="23504"/>
                  </a:lnTo>
                  <a:lnTo>
                    <a:pt x="4011" y="22541"/>
                  </a:lnTo>
                  <a:lnTo>
                    <a:pt x="4593" y="21539"/>
                  </a:lnTo>
                  <a:lnTo>
                    <a:pt x="4914" y="20997"/>
                  </a:lnTo>
                  <a:lnTo>
                    <a:pt x="5255" y="20456"/>
                  </a:lnTo>
                  <a:lnTo>
                    <a:pt x="5616" y="19894"/>
                  </a:lnTo>
                  <a:lnTo>
                    <a:pt x="6017" y="19353"/>
                  </a:lnTo>
                  <a:lnTo>
                    <a:pt x="6418" y="18771"/>
                  </a:lnTo>
                  <a:lnTo>
                    <a:pt x="6879" y="18210"/>
                  </a:lnTo>
                  <a:lnTo>
                    <a:pt x="7360" y="17648"/>
                  </a:lnTo>
                  <a:lnTo>
                    <a:pt x="7862" y="17087"/>
                  </a:lnTo>
                  <a:lnTo>
                    <a:pt x="8403" y="16545"/>
                  </a:lnTo>
                  <a:lnTo>
                    <a:pt x="8985" y="15984"/>
                  </a:lnTo>
                  <a:lnTo>
                    <a:pt x="9586" y="15442"/>
                  </a:lnTo>
                  <a:lnTo>
                    <a:pt x="10248" y="14921"/>
                  </a:lnTo>
                  <a:lnTo>
                    <a:pt x="10930" y="14419"/>
                  </a:lnTo>
                  <a:lnTo>
                    <a:pt x="11652" y="13918"/>
                  </a:lnTo>
                  <a:lnTo>
                    <a:pt x="12414" y="13457"/>
                  </a:lnTo>
                  <a:lnTo>
                    <a:pt x="13216" y="13016"/>
                  </a:lnTo>
                  <a:lnTo>
                    <a:pt x="12635" y="12253"/>
                  </a:lnTo>
                  <a:lnTo>
                    <a:pt x="12073" y="11491"/>
                  </a:lnTo>
                  <a:lnTo>
                    <a:pt x="11552" y="10729"/>
                  </a:lnTo>
                  <a:lnTo>
                    <a:pt x="11050" y="9947"/>
                  </a:lnTo>
                  <a:lnTo>
                    <a:pt x="10569" y="9145"/>
                  </a:lnTo>
                  <a:lnTo>
                    <a:pt x="10108" y="8343"/>
                  </a:lnTo>
                  <a:lnTo>
                    <a:pt x="9687" y="7521"/>
                  </a:lnTo>
                  <a:lnTo>
                    <a:pt x="9286" y="6698"/>
                  </a:lnTo>
                  <a:lnTo>
                    <a:pt x="8904" y="5876"/>
                  </a:lnTo>
                  <a:lnTo>
                    <a:pt x="8544" y="5054"/>
                  </a:lnTo>
                  <a:lnTo>
                    <a:pt x="8223" y="4212"/>
                  </a:lnTo>
                  <a:lnTo>
                    <a:pt x="7922" y="3369"/>
                  </a:lnTo>
                  <a:lnTo>
                    <a:pt x="7641" y="2527"/>
                  </a:lnTo>
                  <a:lnTo>
                    <a:pt x="7380" y="1685"/>
                  </a:lnTo>
                  <a:lnTo>
                    <a:pt x="7160" y="842"/>
                  </a:lnTo>
                  <a:lnTo>
                    <a:pt x="6939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7868;p38">
              <a:extLst>
                <a:ext uri="{FF2B5EF4-FFF2-40B4-BE49-F238E27FC236}">
                  <a16:creationId xmlns:a16="http://schemas.microsoft.com/office/drawing/2014/main" id="{8BCC7D70-AA1F-BCC4-8EAE-4FB0DDC5766E}"/>
                </a:ext>
              </a:extLst>
            </p:cNvPr>
            <p:cNvSpPr/>
            <p:nvPr/>
          </p:nvSpPr>
          <p:spPr>
            <a:xfrm>
              <a:off x="11086350" y="4817875"/>
              <a:ext cx="330425" cy="663825"/>
            </a:xfrm>
            <a:custGeom>
              <a:avLst/>
              <a:gdLst/>
              <a:ahLst/>
              <a:cxnLst/>
              <a:rect l="l" t="t" r="r" b="b"/>
              <a:pathLst>
                <a:path w="13217" h="26553" fill="none" extrusionOk="0">
                  <a:moveTo>
                    <a:pt x="6939" y="0"/>
                  </a:moveTo>
                  <a:lnTo>
                    <a:pt x="6939" y="0"/>
                  </a:lnTo>
                  <a:lnTo>
                    <a:pt x="6438" y="481"/>
                  </a:lnTo>
                  <a:lnTo>
                    <a:pt x="5896" y="1003"/>
                  </a:lnTo>
                  <a:lnTo>
                    <a:pt x="5315" y="1605"/>
                  </a:lnTo>
                  <a:lnTo>
                    <a:pt x="4693" y="2286"/>
                  </a:lnTo>
                  <a:lnTo>
                    <a:pt x="4071" y="3008"/>
                  </a:lnTo>
                  <a:lnTo>
                    <a:pt x="3450" y="3790"/>
                  </a:lnTo>
                  <a:lnTo>
                    <a:pt x="2828" y="4653"/>
                  </a:lnTo>
                  <a:lnTo>
                    <a:pt x="2507" y="5094"/>
                  </a:lnTo>
                  <a:lnTo>
                    <a:pt x="2206" y="5555"/>
                  </a:lnTo>
                  <a:lnTo>
                    <a:pt x="2206" y="5555"/>
                  </a:lnTo>
                  <a:lnTo>
                    <a:pt x="2587" y="5656"/>
                  </a:lnTo>
                  <a:lnTo>
                    <a:pt x="2968" y="5776"/>
                  </a:lnTo>
                  <a:lnTo>
                    <a:pt x="3349" y="5916"/>
                  </a:lnTo>
                  <a:lnTo>
                    <a:pt x="3690" y="6097"/>
                  </a:lnTo>
                  <a:lnTo>
                    <a:pt x="4051" y="6297"/>
                  </a:lnTo>
                  <a:lnTo>
                    <a:pt x="4372" y="6538"/>
                  </a:lnTo>
                  <a:lnTo>
                    <a:pt x="4693" y="6779"/>
                  </a:lnTo>
                  <a:lnTo>
                    <a:pt x="4994" y="7059"/>
                  </a:lnTo>
                  <a:lnTo>
                    <a:pt x="5275" y="7360"/>
                  </a:lnTo>
                  <a:lnTo>
                    <a:pt x="5535" y="7681"/>
                  </a:lnTo>
                  <a:lnTo>
                    <a:pt x="5776" y="8002"/>
                  </a:lnTo>
                  <a:lnTo>
                    <a:pt x="5997" y="8363"/>
                  </a:lnTo>
                  <a:lnTo>
                    <a:pt x="6197" y="8724"/>
                  </a:lnTo>
                  <a:lnTo>
                    <a:pt x="6358" y="9105"/>
                  </a:lnTo>
                  <a:lnTo>
                    <a:pt x="6518" y="9486"/>
                  </a:lnTo>
                  <a:lnTo>
                    <a:pt x="6618" y="9907"/>
                  </a:lnTo>
                  <a:lnTo>
                    <a:pt x="6618" y="9907"/>
                  </a:lnTo>
                  <a:lnTo>
                    <a:pt x="6698" y="10188"/>
                  </a:lnTo>
                  <a:lnTo>
                    <a:pt x="6739" y="10489"/>
                  </a:lnTo>
                  <a:lnTo>
                    <a:pt x="6779" y="10769"/>
                  </a:lnTo>
                  <a:lnTo>
                    <a:pt x="6819" y="11070"/>
                  </a:lnTo>
                  <a:lnTo>
                    <a:pt x="6839" y="11632"/>
                  </a:lnTo>
                  <a:lnTo>
                    <a:pt x="6819" y="12193"/>
                  </a:lnTo>
                  <a:lnTo>
                    <a:pt x="6739" y="12755"/>
                  </a:lnTo>
                  <a:lnTo>
                    <a:pt x="6638" y="13316"/>
                  </a:lnTo>
                  <a:lnTo>
                    <a:pt x="6498" y="13858"/>
                  </a:lnTo>
                  <a:lnTo>
                    <a:pt x="6338" y="14379"/>
                  </a:lnTo>
                  <a:lnTo>
                    <a:pt x="6137" y="14921"/>
                  </a:lnTo>
                  <a:lnTo>
                    <a:pt x="5896" y="15442"/>
                  </a:lnTo>
                  <a:lnTo>
                    <a:pt x="5656" y="15944"/>
                  </a:lnTo>
                  <a:lnTo>
                    <a:pt x="5375" y="16445"/>
                  </a:lnTo>
                  <a:lnTo>
                    <a:pt x="5074" y="16946"/>
                  </a:lnTo>
                  <a:lnTo>
                    <a:pt x="4773" y="17428"/>
                  </a:lnTo>
                  <a:lnTo>
                    <a:pt x="4452" y="17909"/>
                  </a:lnTo>
                  <a:lnTo>
                    <a:pt x="4111" y="18370"/>
                  </a:lnTo>
                  <a:lnTo>
                    <a:pt x="4111" y="18370"/>
                  </a:lnTo>
                  <a:lnTo>
                    <a:pt x="3570" y="19092"/>
                  </a:lnTo>
                  <a:lnTo>
                    <a:pt x="3029" y="19794"/>
                  </a:lnTo>
                  <a:lnTo>
                    <a:pt x="1946" y="21218"/>
                  </a:lnTo>
                  <a:lnTo>
                    <a:pt x="1424" y="21940"/>
                  </a:lnTo>
                  <a:lnTo>
                    <a:pt x="923" y="22682"/>
                  </a:lnTo>
                  <a:lnTo>
                    <a:pt x="441" y="23444"/>
                  </a:lnTo>
                  <a:lnTo>
                    <a:pt x="221" y="23825"/>
                  </a:lnTo>
                  <a:lnTo>
                    <a:pt x="0" y="24206"/>
                  </a:lnTo>
                  <a:lnTo>
                    <a:pt x="0" y="24206"/>
                  </a:lnTo>
                  <a:lnTo>
                    <a:pt x="201" y="24727"/>
                  </a:lnTo>
                  <a:lnTo>
                    <a:pt x="381" y="25169"/>
                  </a:lnTo>
                  <a:lnTo>
                    <a:pt x="582" y="25570"/>
                  </a:lnTo>
                  <a:lnTo>
                    <a:pt x="762" y="25891"/>
                  </a:lnTo>
                  <a:lnTo>
                    <a:pt x="963" y="26171"/>
                  </a:lnTo>
                  <a:lnTo>
                    <a:pt x="1163" y="26372"/>
                  </a:lnTo>
                  <a:lnTo>
                    <a:pt x="1244" y="26452"/>
                  </a:lnTo>
                  <a:lnTo>
                    <a:pt x="1344" y="26492"/>
                  </a:lnTo>
                  <a:lnTo>
                    <a:pt x="1424" y="26532"/>
                  </a:lnTo>
                  <a:lnTo>
                    <a:pt x="1524" y="26552"/>
                  </a:lnTo>
                  <a:lnTo>
                    <a:pt x="1524" y="26552"/>
                  </a:lnTo>
                  <a:lnTo>
                    <a:pt x="1544" y="26552"/>
                  </a:lnTo>
                  <a:lnTo>
                    <a:pt x="1544" y="26552"/>
                  </a:lnTo>
                  <a:lnTo>
                    <a:pt x="1605" y="26552"/>
                  </a:lnTo>
                  <a:lnTo>
                    <a:pt x="1685" y="26532"/>
                  </a:lnTo>
                  <a:lnTo>
                    <a:pt x="1805" y="26452"/>
                  </a:lnTo>
                  <a:lnTo>
                    <a:pt x="1946" y="26332"/>
                  </a:lnTo>
                  <a:lnTo>
                    <a:pt x="2086" y="26151"/>
                  </a:lnTo>
                  <a:lnTo>
                    <a:pt x="2226" y="25951"/>
                  </a:lnTo>
                  <a:lnTo>
                    <a:pt x="2367" y="25710"/>
                  </a:lnTo>
                  <a:lnTo>
                    <a:pt x="2708" y="25088"/>
                  </a:lnTo>
                  <a:lnTo>
                    <a:pt x="3510" y="23504"/>
                  </a:lnTo>
                  <a:lnTo>
                    <a:pt x="4011" y="22541"/>
                  </a:lnTo>
                  <a:lnTo>
                    <a:pt x="4593" y="21539"/>
                  </a:lnTo>
                  <a:lnTo>
                    <a:pt x="4914" y="20997"/>
                  </a:lnTo>
                  <a:lnTo>
                    <a:pt x="5255" y="20456"/>
                  </a:lnTo>
                  <a:lnTo>
                    <a:pt x="5616" y="19894"/>
                  </a:lnTo>
                  <a:lnTo>
                    <a:pt x="6017" y="19353"/>
                  </a:lnTo>
                  <a:lnTo>
                    <a:pt x="6418" y="18771"/>
                  </a:lnTo>
                  <a:lnTo>
                    <a:pt x="6879" y="18210"/>
                  </a:lnTo>
                  <a:lnTo>
                    <a:pt x="7360" y="17648"/>
                  </a:lnTo>
                  <a:lnTo>
                    <a:pt x="7862" y="17087"/>
                  </a:lnTo>
                  <a:lnTo>
                    <a:pt x="8403" y="16545"/>
                  </a:lnTo>
                  <a:lnTo>
                    <a:pt x="8985" y="15984"/>
                  </a:lnTo>
                  <a:lnTo>
                    <a:pt x="9586" y="15442"/>
                  </a:lnTo>
                  <a:lnTo>
                    <a:pt x="10248" y="14921"/>
                  </a:lnTo>
                  <a:lnTo>
                    <a:pt x="10930" y="14419"/>
                  </a:lnTo>
                  <a:lnTo>
                    <a:pt x="11652" y="13918"/>
                  </a:lnTo>
                  <a:lnTo>
                    <a:pt x="12414" y="13457"/>
                  </a:lnTo>
                  <a:lnTo>
                    <a:pt x="13216" y="13016"/>
                  </a:lnTo>
                  <a:lnTo>
                    <a:pt x="13216" y="13016"/>
                  </a:lnTo>
                  <a:lnTo>
                    <a:pt x="12635" y="12253"/>
                  </a:lnTo>
                  <a:lnTo>
                    <a:pt x="12073" y="11491"/>
                  </a:lnTo>
                  <a:lnTo>
                    <a:pt x="11552" y="10729"/>
                  </a:lnTo>
                  <a:lnTo>
                    <a:pt x="11050" y="9947"/>
                  </a:lnTo>
                  <a:lnTo>
                    <a:pt x="10569" y="9145"/>
                  </a:lnTo>
                  <a:lnTo>
                    <a:pt x="10108" y="8343"/>
                  </a:lnTo>
                  <a:lnTo>
                    <a:pt x="9687" y="7521"/>
                  </a:lnTo>
                  <a:lnTo>
                    <a:pt x="9286" y="6698"/>
                  </a:lnTo>
                  <a:lnTo>
                    <a:pt x="8904" y="5876"/>
                  </a:lnTo>
                  <a:lnTo>
                    <a:pt x="8544" y="5054"/>
                  </a:lnTo>
                  <a:lnTo>
                    <a:pt x="8223" y="4212"/>
                  </a:lnTo>
                  <a:lnTo>
                    <a:pt x="7922" y="3369"/>
                  </a:lnTo>
                  <a:lnTo>
                    <a:pt x="7641" y="2527"/>
                  </a:lnTo>
                  <a:lnTo>
                    <a:pt x="7380" y="1685"/>
                  </a:lnTo>
                  <a:lnTo>
                    <a:pt x="7160" y="842"/>
                  </a:lnTo>
                  <a:lnTo>
                    <a:pt x="693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7869;p38">
              <a:extLst>
                <a:ext uri="{FF2B5EF4-FFF2-40B4-BE49-F238E27FC236}">
                  <a16:creationId xmlns:a16="http://schemas.microsoft.com/office/drawing/2014/main" id="{A88F8864-03D3-0409-96E1-C17DCF0F2A88}"/>
                </a:ext>
              </a:extLst>
            </p:cNvPr>
            <p:cNvSpPr/>
            <p:nvPr/>
          </p:nvSpPr>
          <p:spPr>
            <a:xfrm>
              <a:off x="11839900" y="4786775"/>
              <a:ext cx="403625" cy="694925"/>
            </a:xfrm>
            <a:custGeom>
              <a:avLst/>
              <a:gdLst/>
              <a:ahLst/>
              <a:cxnLst/>
              <a:rect l="l" t="t" r="r" b="b"/>
              <a:pathLst>
                <a:path w="16145" h="27797" extrusionOk="0">
                  <a:moveTo>
                    <a:pt x="6598" y="1"/>
                  </a:moveTo>
                  <a:lnTo>
                    <a:pt x="0" y="13397"/>
                  </a:lnTo>
                  <a:lnTo>
                    <a:pt x="502" y="13598"/>
                  </a:lnTo>
                  <a:lnTo>
                    <a:pt x="963" y="13818"/>
                  </a:lnTo>
                  <a:lnTo>
                    <a:pt x="1424" y="14039"/>
                  </a:lnTo>
                  <a:lnTo>
                    <a:pt x="1865" y="14280"/>
                  </a:lnTo>
                  <a:lnTo>
                    <a:pt x="2728" y="14761"/>
                  </a:lnTo>
                  <a:lnTo>
                    <a:pt x="3550" y="15262"/>
                  </a:lnTo>
                  <a:lnTo>
                    <a:pt x="4312" y="15804"/>
                  </a:lnTo>
                  <a:lnTo>
                    <a:pt x="5034" y="16345"/>
                  </a:lnTo>
                  <a:lnTo>
                    <a:pt x="5696" y="16927"/>
                  </a:lnTo>
                  <a:lnTo>
                    <a:pt x="6337" y="17488"/>
                  </a:lnTo>
                  <a:lnTo>
                    <a:pt x="6939" y="18090"/>
                  </a:lnTo>
                  <a:lnTo>
                    <a:pt x="7501" y="18692"/>
                  </a:lnTo>
                  <a:lnTo>
                    <a:pt x="8022" y="19293"/>
                  </a:lnTo>
                  <a:lnTo>
                    <a:pt x="8503" y="19895"/>
                  </a:lnTo>
                  <a:lnTo>
                    <a:pt x="8965" y="20497"/>
                  </a:lnTo>
                  <a:lnTo>
                    <a:pt x="9386" y="21098"/>
                  </a:lnTo>
                  <a:lnTo>
                    <a:pt x="9787" y="21680"/>
                  </a:lnTo>
                  <a:lnTo>
                    <a:pt x="10148" y="22261"/>
                  </a:lnTo>
                  <a:lnTo>
                    <a:pt x="10489" y="22843"/>
                  </a:lnTo>
                  <a:lnTo>
                    <a:pt x="10810" y="23384"/>
                  </a:lnTo>
                  <a:lnTo>
                    <a:pt x="11371" y="24427"/>
                  </a:lnTo>
                  <a:lnTo>
                    <a:pt x="12274" y="26212"/>
                  </a:lnTo>
                  <a:lnTo>
                    <a:pt x="12635" y="26874"/>
                  </a:lnTo>
                  <a:lnTo>
                    <a:pt x="12795" y="27155"/>
                  </a:lnTo>
                  <a:lnTo>
                    <a:pt x="12955" y="27395"/>
                  </a:lnTo>
                  <a:lnTo>
                    <a:pt x="13096" y="27576"/>
                  </a:lnTo>
                  <a:lnTo>
                    <a:pt x="13236" y="27696"/>
                  </a:lnTo>
                  <a:lnTo>
                    <a:pt x="13377" y="27776"/>
                  </a:lnTo>
                  <a:lnTo>
                    <a:pt x="13457" y="27796"/>
                  </a:lnTo>
                  <a:lnTo>
                    <a:pt x="13517" y="27796"/>
                  </a:lnTo>
                  <a:lnTo>
                    <a:pt x="13597" y="27776"/>
                  </a:lnTo>
                  <a:lnTo>
                    <a:pt x="13657" y="27756"/>
                  </a:lnTo>
                  <a:lnTo>
                    <a:pt x="13818" y="27676"/>
                  </a:lnTo>
                  <a:lnTo>
                    <a:pt x="13978" y="27536"/>
                  </a:lnTo>
                  <a:lnTo>
                    <a:pt x="14119" y="27335"/>
                  </a:lnTo>
                  <a:lnTo>
                    <a:pt x="14279" y="27115"/>
                  </a:lnTo>
                  <a:lnTo>
                    <a:pt x="14439" y="26834"/>
                  </a:lnTo>
                  <a:lnTo>
                    <a:pt x="14600" y="26533"/>
                  </a:lnTo>
                  <a:lnTo>
                    <a:pt x="14760" y="26172"/>
                  </a:lnTo>
                  <a:lnTo>
                    <a:pt x="14961" y="25630"/>
                  </a:lnTo>
                  <a:lnTo>
                    <a:pt x="15161" y="25009"/>
                  </a:lnTo>
                  <a:lnTo>
                    <a:pt x="15362" y="24347"/>
                  </a:lnTo>
                  <a:lnTo>
                    <a:pt x="15542" y="23625"/>
                  </a:lnTo>
                  <a:lnTo>
                    <a:pt x="15703" y="22863"/>
                  </a:lnTo>
                  <a:lnTo>
                    <a:pt x="15843" y="22061"/>
                  </a:lnTo>
                  <a:lnTo>
                    <a:pt x="15944" y="21198"/>
                  </a:lnTo>
                  <a:lnTo>
                    <a:pt x="16044" y="20336"/>
                  </a:lnTo>
                  <a:lnTo>
                    <a:pt x="16104" y="19434"/>
                  </a:lnTo>
                  <a:lnTo>
                    <a:pt x="16144" y="18491"/>
                  </a:lnTo>
                  <a:lnTo>
                    <a:pt x="16144" y="17569"/>
                  </a:lnTo>
                  <a:lnTo>
                    <a:pt x="16104" y="16606"/>
                  </a:lnTo>
                  <a:lnTo>
                    <a:pt x="16024" y="15663"/>
                  </a:lnTo>
                  <a:lnTo>
                    <a:pt x="15903" y="14721"/>
                  </a:lnTo>
                  <a:lnTo>
                    <a:pt x="15743" y="13778"/>
                  </a:lnTo>
                  <a:lnTo>
                    <a:pt x="15643" y="13297"/>
                  </a:lnTo>
                  <a:lnTo>
                    <a:pt x="15522" y="12836"/>
                  </a:lnTo>
                  <a:lnTo>
                    <a:pt x="15402" y="12374"/>
                  </a:lnTo>
                  <a:lnTo>
                    <a:pt x="15262" y="11933"/>
                  </a:lnTo>
                  <a:lnTo>
                    <a:pt x="14961" y="11051"/>
                  </a:lnTo>
                  <a:lnTo>
                    <a:pt x="14640" y="10209"/>
                  </a:lnTo>
                  <a:lnTo>
                    <a:pt x="14259" y="9386"/>
                  </a:lnTo>
                  <a:lnTo>
                    <a:pt x="13878" y="8584"/>
                  </a:lnTo>
                  <a:lnTo>
                    <a:pt x="13457" y="7822"/>
                  </a:lnTo>
                  <a:lnTo>
                    <a:pt x="13016" y="7080"/>
                  </a:lnTo>
                  <a:lnTo>
                    <a:pt x="12554" y="6378"/>
                  </a:lnTo>
                  <a:lnTo>
                    <a:pt x="12093" y="5716"/>
                  </a:lnTo>
                  <a:lnTo>
                    <a:pt x="11612" y="5075"/>
                  </a:lnTo>
                  <a:lnTo>
                    <a:pt x="11150" y="4473"/>
                  </a:lnTo>
                  <a:lnTo>
                    <a:pt x="10669" y="3911"/>
                  </a:lnTo>
                  <a:lnTo>
                    <a:pt x="10208" y="3370"/>
                  </a:lnTo>
                  <a:lnTo>
                    <a:pt x="9747" y="2869"/>
                  </a:lnTo>
                  <a:lnTo>
                    <a:pt x="9305" y="2407"/>
                  </a:lnTo>
                  <a:lnTo>
                    <a:pt x="8884" y="1986"/>
                  </a:lnTo>
                  <a:lnTo>
                    <a:pt x="8403" y="1525"/>
                  </a:lnTo>
                  <a:lnTo>
                    <a:pt x="7962" y="1144"/>
                  </a:lnTo>
                  <a:lnTo>
                    <a:pt x="7240" y="522"/>
                  </a:lnTo>
                  <a:lnTo>
                    <a:pt x="6759" y="121"/>
                  </a:lnTo>
                  <a:lnTo>
                    <a:pt x="659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7870;p38">
              <a:extLst>
                <a:ext uri="{FF2B5EF4-FFF2-40B4-BE49-F238E27FC236}">
                  <a16:creationId xmlns:a16="http://schemas.microsoft.com/office/drawing/2014/main" id="{76ED7444-471F-BF22-3179-9AF19E3C85DB}"/>
                </a:ext>
              </a:extLst>
            </p:cNvPr>
            <p:cNvSpPr/>
            <p:nvPr/>
          </p:nvSpPr>
          <p:spPr>
            <a:xfrm>
              <a:off x="11839900" y="4786775"/>
              <a:ext cx="403625" cy="694925"/>
            </a:xfrm>
            <a:custGeom>
              <a:avLst/>
              <a:gdLst/>
              <a:ahLst/>
              <a:cxnLst/>
              <a:rect l="l" t="t" r="r" b="b"/>
              <a:pathLst>
                <a:path w="16145" h="27797" fill="none" extrusionOk="0">
                  <a:moveTo>
                    <a:pt x="14760" y="26172"/>
                  </a:moveTo>
                  <a:lnTo>
                    <a:pt x="14760" y="26172"/>
                  </a:lnTo>
                  <a:lnTo>
                    <a:pt x="14600" y="26533"/>
                  </a:lnTo>
                  <a:lnTo>
                    <a:pt x="14439" y="26834"/>
                  </a:lnTo>
                  <a:lnTo>
                    <a:pt x="14279" y="27115"/>
                  </a:lnTo>
                  <a:lnTo>
                    <a:pt x="14119" y="27335"/>
                  </a:lnTo>
                  <a:lnTo>
                    <a:pt x="13978" y="27536"/>
                  </a:lnTo>
                  <a:lnTo>
                    <a:pt x="13818" y="27676"/>
                  </a:lnTo>
                  <a:lnTo>
                    <a:pt x="13657" y="27756"/>
                  </a:lnTo>
                  <a:lnTo>
                    <a:pt x="13597" y="27776"/>
                  </a:lnTo>
                  <a:lnTo>
                    <a:pt x="13517" y="27796"/>
                  </a:lnTo>
                  <a:lnTo>
                    <a:pt x="13517" y="27796"/>
                  </a:lnTo>
                  <a:lnTo>
                    <a:pt x="13457" y="27796"/>
                  </a:lnTo>
                  <a:lnTo>
                    <a:pt x="13377" y="27776"/>
                  </a:lnTo>
                  <a:lnTo>
                    <a:pt x="13236" y="27696"/>
                  </a:lnTo>
                  <a:lnTo>
                    <a:pt x="13096" y="27576"/>
                  </a:lnTo>
                  <a:lnTo>
                    <a:pt x="12955" y="27395"/>
                  </a:lnTo>
                  <a:lnTo>
                    <a:pt x="12795" y="27155"/>
                  </a:lnTo>
                  <a:lnTo>
                    <a:pt x="12635" y="26874"/>
                  </a:lnTo>
                  <a:lnTo>
                    <a:pt x="12274" y="26212"/>
                  </a:lnTo>
                  <a:lnTo>
                    <a:pt x="11371" y="24427"/>
                  </a:lnTo>
                  <a:lnTo>
                    <a:pt x="10810" y="23384"/>
                  </a:lnTo>
                  <a:lnTo>
                    <a:pt x="10489" y="22843"/>
                  </a:lnTo>
                  <a:lnTo>
                    <a:pt x="10148" y="22261"/>
                  </a:lnTo>
                  <a:lnTo>
                    <a:pt x="9787" y="21680"/>
                  </a:lnTo>
                  <a:lnTo>
                    <a:pt x="9386" y="21098"/>
                  </a:lnTo>
                  <a:lnTo>
                    <a:pt x="8965" y="20497"/>
                  </a:lnTo>
                  <a:lnTo>
                    <a:pt x="8503" y="19895"/>
                  </a:lnTo>
                  <a:lnTo>
                    <a:pt x="8022" y="19293"/>
                  </a:lnTo>
                  <a:lnTo>
                    <a:pt x="7501" y="18692"/>
                  </a:lnTo>
                  <a:lnTo>
                    <a:pt x="6939" y="18090"/>
                  </a:lnTo>
                  <a:lnTo>
                    <a:pt x="6337" y="17488"/>
                  </a:lnTo>
                  <a:lnTo>
                    <a:pt x="5696" y="16927"/>
                  </a:lnTo>
                  <a:lnTo>
                    <a:pt x="5034" y="16345"/>
                  </a:lnTo>
                  <a:lnTo>
                    <a:pt x="4312" y="15804"/>
                  </a:lnTo>
                  <a:lnTo>
                    <a:pt x="3550" y="15262"/>
                  </a:lnTo>
                  <a:lnTo>
                    <a:pt x="2728" y="14761"/>
                  </a:lnTo>
                  <a:lnTo>
                    <a:pt x="1865" y="14280"/>
                  </a:lnTo>
                  <a:lnTo>
                    <a:pt x="1424" y="14039"/>
                  </a:lnTo>
                  <a:lnTo>
                    <a:pt x="963" y="13818"/>
                  </a:lnTo>
                  <a:lnTo>
                    <a:pt x="502" y="13598"/>
                  </a:lnTo>
                  <a:lnTo>
                    <a:pt x="0" y="13397"/>
                  </a:lnTo>
                  <a:lnTo>
                    <a:pt x="6598" y="1"/>
                  </a:lnTo>
                  <a:lnTo>
                    <a:pt x="6598" y="1"/>
                  </a:lnTo>
                  <a:lnTo>
                    <a:pt x="6759" y="121"/>
                  </a:lnTo>
                  <a:lnTo>
                    <a:pt x="7240" y="522"/>
                  </a:lnTo>
                  <a:lnTo>
                    <a:pt x="7962" y="1144"/>
                  </a:lnTo>
                  <a:lnTo>
                    <a:pt x="8403" y="1525"/>
                  </a:lnTo>
                  <a:lnTo>
                    <a:pt x="8884" y="1986"/>
                  </a:lnTo>
                  <a:lnTo>
                    <a:pt x="8884" y="1986"/>
                  </a:lnTo>
                  <a:lnTo>
                    <a:pt x="9305" y="2407"/>
                  </a:lnTo>
                  <a:lnTo>
                    <a:pt x="9747" y="2869"/>
                  </a:lnTo>
                  <a:lnTo>
                    <a:pt x="10208" y="3370"/>
                  </a:lnTo>
                  <a:lnTo>
                    <a:pt x="10669" y="3911"/>
                  </a:lnTo>
                  <a:lnTo>
                    <a:pt x="11150" y="4473"/>
                  </a:lnTo>
                  <a:lnTo>
                    <a:pt x="11612" y="5075"/>
                  </a:lnTo>
                  <a:lnTo>
                    <a:pt x="12093" y="5716"/>
                  </a:lnTo>
                  <a:lnTo>
                    <a:pt x="12554" y="6378"/>
                  </a:lnTo>
                  <a:lnTo>
                    <a:pt x="13016" y="7080"/>
                  </a:lnTo>
                  <a:lnTo>
                    <a:pt x="13457" y="7822"/>
                  </a:lnTo>
                  <a:lnTo>
                    <a:pt x="13878" y="8584"/>
                  </a:lnTo>
                  <a:lnTo>
                    <a:pt x="14259" y="9386"/>
                  </a:lnTo>
                  <a:lnTo>
                    <a:pt x="14640" y="10209"/>
                  </a:lnTo>
                  <a:lnTo>
                    <a:pt x="14961" y="11051"/>
                  </a:lnTo>
                  <a:lnTo>
                    <a:pt x="15262" y="11933"/>
                  </a:lnTo>
                  <a:lnTo>
                    <a:pt x="15402" y="12374"/>
                  </a:lnTo>
                  <a:lnTo>
                    <a:pt x="15522" y="12836"/>
                  </a:lnTo>
                  <a:lnTo>
                    <a:pt x="15522" y="12836"/>
                  </a:lnTo>
                  <a:lnTo>
                    <a:pt x="15643" y="13297"/>
                  </a:lnTo>
                  <a:lnTo>
                    <a:pt x="15743" y="13778"/>
                  </a:lnTo>
                  <a:lnTo>
                    <a:pt x="15903" y="14721"/>
                  </a:lnTo>
                  <a:lnTo>
                    <a:pt x="16024" y="15663"/>
                  </a:lnTo>
                  <a:lnTo>
                    <a:pt x="16104" y="16606"/>
                  </a:lnTo>
                  <a:lnTo>
                    <a:pt x="16144" y="17569"/>
                  </a:lnTo>
                  <a:lnTo>
                    <a:pt x="16144" y="18491"/>
                  </a:lnTo>
                  <a:lnTo>
                    <a:pt x="16104" y="19434"/>
                  </a:lnTo>
                  <a:lnTo>
                    <a:pt x="16044" y="20336"/>
                  </a:lnTo>
                  <a:lnTo>
                    <a:pt x="15944" y="21198"/>
                  </a:lnTo>
                  <a:lnTo>
                    <a:pt x="15843" y="22061"/>
                  </a:lnTo>
                  <a:lnTo>
                    <a:pt x="15703" y="22863"/>
                  </a:lnTo>
                  <a:lnTo>
                    <a:pt x="15542" y="23625"/>
                  </a:lnTo>
                  <a:lnTo>
                    <a:pt x="15362" y="24347"/>
                  </a:lnTo>
                  <a:lnTo>
                    <a:pt x="15161" y="25009"/>
                  </a:lnTo>
                  <a:lnTo>
                    <a:pt x="14961" y="25630"/>
                  </a:lnTo>
                  <a:lnTo>
                    <a:pt x="14760" y="26172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7871;p38">
              <a:extLst>
                <a:ext uri="{FF2B5EF4-FFF2-40B4-BE49-F238E27FC236}">
                  <a16:creationId xmlns:a16="http://schemas.microsoft.com/office/drawing/2014/main" id="{5C541219-CDBD-FABA-74EE-D42709264199}"/>
                </a:ext>
              </a:extLst>
            </p:cNvPr>
            <p:cNvSpPr/>
            <p:nvPr/>
          </p:nvSpPr>
          <p:spPr>
            <a:xfrm>
              <a:off x="11885525" y="4817875"/>
              <a:ext cx="323400" cy="663825"/>
            </a:xfrm>
            <a:custGeom>
              <a:avLst/>
              <a:gdLst/>
              <a:ahLst/>
              <a:cxnLst/>
              <a:rect l="l" t="t" r="r" b="b"/>
              <a:pathLst>
                <a:path w="12936" h="26553" extrusionOk="0">
                  <a:moveTo>
                    <a:pt x="6277" y="0"/>
                  </a:moveTo>
                  <a:lnTo>
                    <a:pt x="6117" y="622"/>
                  </a:lnTo>
                  <a:lnTo>
                    <a:pt x="5956" y="1223"/>
                  </a:lnTo>
                  <a:lnTo>
                    <a:pt x="5796" y="1825"/>
                  </a:lnTo>
                  <a:lnTo>
                    <a:pt x="5615" y="2427"/>
                  </a:lnTo>
                  <a:lnTo>
                    <a:pt x="5415" y="3048"/>
                  </a:lnTo>
                  <a:lnTo>
                    <a:pt x="5194" y="3650"/>
                  </a:lnTo>
                  <a:lnTo>
                    <a:pt x="4974" y="4252"/>
                  </a:lnTo>
                  <a:lnTo>
                    <a:pt x="4753" y="4853"/>
                  </a:lnTo>
                  <a:lnTo>
                    <a:pt x="4492" y="5455"/>
                  </a:lnTo>
                  <a:lnTo>
                    <a:pt x="4232" y="6057"/>
                  </a:lnTo>
                  <a:lnTo>
                    <a:pt x="3951" y="6658"/>
                  </a:lnTo>
                  <a:lnTo>
                    <a:pt x="3670" y="7240"/>
                  </a:lnTo>
                  <a:lnTo>
                    <a:pt x="3369" y="7821"/>
                  </a:lnTo>
                  <a:lnTo>
                    <a:pt x="3068" y="8423"/>
                  </a:lnTo>
                  <a:lnTo>
                    <a:pt x="2728" y="8985"/>
                  </a:lnTo>
                  <a:lnTo>
                    <a:pt x="2387" y="9566"/>
                  </a:lnTo>
                  <a:lnTo>
                    <a:pt x="1845" y="10449"/>
                  </a:lnTo>
                  <a:lnTo>
                    <a:pt x="1264" y="11311"/>
                  </a:lnTo>
                  <a:lnTo>
                    <a:pt x="642" y="12173"/>
                  </a:lnTo>
                  <a:lnTo>
                    <a:pt x="0" y="12996"/>
                  </a:lnTo>
                  <a:lnTo>
                    <a:pt x="802" y="13457"/>
                  </a:lnTo>
                  <a:lnTo>
                    <a:pt x="1564" y="13918"/>
                  </a:lnTo>
                  <a:lnTo>
                    <a:pt x="2286" y="14419"/>
                  </a:lnTo>
                  <a:lnTo>
                    <a:pt x="2968" y="14921"/>
                  </a:lnTo>
                  <a:lnTo>
                    <a:pt x="3630" y="15442"/>
                  </a:lnTo>
                  <a:lnTo>
                    <a:pt x="4232" y="15984"/>
                  </a:lnTo>
                  <a:lnTo>
                    <a:pt x="4813" y="16525"/>
                  </a:lnTo>
                  <a:lnTo>
                    <a:pt x="5355" y="17087"/>
                  </a:lnTo>
                  <a:lnTo>
                    <a:pt x="5856" y="17648"/>
                  </a:lnTo>
                  <a:lnTo>
                    <a:pt x="6337" y="18210"/>
                  </a:lnTo>
                  <a:lnTo>
                    <a:pt x="6779" y="18771"/>
                  </a:lnTo>
                  <a:lnTo>
                    <a:pt x="7200" y="19333"/>
                  </a:lnTo>
                  <a:lnTo>
                    <a:pt x="7601" y="19894"/>
                  </a:lnTo>
                  <a:lnTo>
                    <a:pt x="7962" y="20456"/>
                  </a:lnTo>
                  <a:lnTo>
                    <a:pt x="8303" y="20997"/>
                  </a:lnTo>
                  <a:lnTo>
                    <a:pt x="8624" y="21519"/>
                  </a:lnTo>
                  <a:lnTo>
                    <a:pt x="9205" y="22541"/>
                  </a:lnTo>
                  <a:lnTo>
                    <a:pt x="9707" y="23504"/>
                  </a:lnTo>
                  <a:lnTo>
                    <a:pt x="10509" y="25088"/>
                  </a:lnTo>
                  <a:lnTo>
                    <a:pt x="10850" y="25710"/>
                  </a:lnTo>
                  <a:lnTo>
                    <a:pt x="10990" y="25951"/>
                  </a:lnTo>
                  <a:lnTo>
                    <a:pt x="11130" y="26151"/>
                  </a:lnTo>
                  <a:lnTo>
                    <a:pt x="11271" y="26332"/>
                  </a:lnTo>
                  <a:lnTo>
                    <a:pt x="11411" y="26452"/>
                  </a:lnTo>
                  <a:lnTo>
                    <a:pt x="11531" y="26532"/>
                  </a:lnTo>
                  <a:lnTo>
                    <a:pt x="11612" y="26552"/>
                  </a:lnTo>
                  <a:lnTo>
                    <a:pt x="11692" y="26552"/>
                  </a:lnTo>
                  <a:lnTo>
                    <a:pt x="11772" y="26532"/>
                  </a:lnTo>
                  <a:lnTo>
                    <a:pt x="11832" y="26512"/>
                  </a:lnTo>
                  <a:lnTo>
                    <a:pt x="11993" y="26432"/>
                  </a:lnTo>
                  <a:lnTo>
                    <a:pt x="12153" y="26292"/>
                  </a:lnTo>
                  <a:lnTo>
                    <a:pt x="12294" y="26091"/>
                  </a:lnTo>
                  <a:lnTo>
                    <a:pt x="12454" y="25871"/>
                  </a:lnTo>
                  <a:lnTo>
                    <a:pt x="12614" y="25590"/>
                  </a:lnTo>
                  <a:lnTo>
                    <a:pt x="12775" y="25289"/>
                  </a:lnTo>
                  <a:lnTo>
                    <a:pt x="12935" y="24928"/>
                  </a:lnTo>
                  <a:lnTo>
                    <a:pt x="12815" y="24005"/>
                  </a:lnTo>
                  <a:lnTo>
                    <a:pt x="12695" y="23223"/>
                  </a:lnTo>
                  <a:lnTo>
                    <a:pt x="12554" y="22461"/>
                  </a:lnTo>
                  <a:lnTo>
                    <a:pt x="12394" y="21699"/>
                  </a:lnTo>
                  <a:lnTo>
                    <a:pt x="12193" y="20937"/>
                  </a:lnTo>
                  <a:lnTo>
                    <a:pt x="11973" y="20195"/>
                  </a:lnTo>
                  <a:lnTo>
                    <a:pt x="11732" y="19453"/>
                  </a:lnTo>
                  <a:lnTo>
                    <a:pt x="11431" y="18731"/>
                  </a:lnTo>
                  <a:lnTo>
                    <a:pt x="11110" y="18009"/>
                  </a:lnTo>
                  <a:lnTo>
                    <a:pt x="10910" y="17648"/>
                  </a:lnTo>
                  <a:lnTo>
                    <a:pt x="10709" y="17287"/>
                  </a:lnTo>
                  <a:lnTo>
                    <a:pt x="10288" y="16585"/>
                  </a:lnTo>
                  <a:lnTo>
                    <a:pt x="9827" y="15883"/>
                  </a:lnTo>
                  <a:lnTo>
                    <a:pt x="9346" y="15202"/>
                  </a:lnTo>
                  <a:lnTo>
                    <a:pt x="8383" y="13858"/>
                  </a:lnTo>
                  <a:lnTo>
                    <a:pt x="7902" y="13176"/>
                  </a:lnTo>
                  <a:lnTo>
                    <a:pt x="7440" y="12494"/>
                  </a:lnTo>
                  <a:lnTo>
                    <a:pt x="7039" y="11812"/>
                  </a:lnTo>
                  <a:lnTo>
                    <a:pt x="6658" y="11110"/>
                  </a:lnTo>
                  <a:lnTo>
                    <a:pt x="6297" y="10388"/>
                  </a:lnTo>
                  <a:lnTo>
                    <a:pt x="5996" y="9646"/>
                  </a:lnTo>
                  <a:lnTo>
                    <a:pt x="5876" y="9265"/>
                  </a:lnTo>
                  <a:lnTo>
                    <a:pt x="5756" y="8884"/>
                  </a:lnTo>
                  <a:lnTo>
                    <a:pt x="5635" y="8503"/>
                  </a:lnTo>
                  <a:lnTo>
                    <a:pt x="5555" y="8102"/>
                  </a:lnTo>
                  <a:lnTo>
                    <a:pt x="5455" y="7721"/>
                  </a:lnTo>
                  <a:lnTo>
                    <a:pt x="5395" y="7320"/>
                  </a:lnTo>
                  <a:lnTo>
                    <a:pt x="5335" y="6939"/>
                  </a:lnTo>
                  <a:lnTo>
                    <a:pt x="5295" y="6538"/>
                  </a:lnTo>
                  <a:lnTo>
                    <a:pt x="5274" y="6157"/>
                  </a:lnTo>
                  <a:lnTo>
                    <a:pt x="5274" y="5776"/>
                  </a:lnTo>
                  <a:lnTo>
                    <a:pt x="5274" y="5375"/>
                  </a:lnTo>
                  <a:lnTo>
                    <a:pt x="5295" y="4994"/>
                  </a:lnTo>
                  <a:lnTo>
                    <a:pt x="5335" y="4613"/>
                  </a:lnTo>
                  <a:lnTo>
                    <a:pt x="5395" y="4232"/>
                  </a:lnTo>
                  <a:lnTo>
                    <a:pt x="5475" y="3851"/>
                  </a:lnTo>
                  <a:lnTo>
                    <a:pt x="5575" y="3490"/>
                  </a:lnTo>
                  <a:lnTo>
                    <a:pt x="5696" y="3129"/>
                  </a:lnTo>
                  <a:lnTo>
                    <a:pt x="5816" y="2768"/>
                  </a:lnTo>
                  <a:lnTo>
                    <a:pt x="5976" y="2407"/>
                  </a:lnTo>
                  <a:lnTo>
                    <a:pt x="6157" y="2066"/>
                  </a:lnTo>
                  <a:lnTo>
                    <a:pt x="6337" y="1725"/>
                  </a:lnTo>
                  <a:lnTo>
                    <a:pt x="6558" y="1384"/>
                  </a:lnTo>
                  <a:lnTo>
                    <a:pt x="6799" y="1063"/>
                  </a:lnTo>
                  <a:lnTo>
                    <a:pt x="7059" y="742"/>
                  </a:lnTo>
                  <a:lnTo>
                    <a:pt x="6277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7872;p38">
              <a:extLst>
                <a:ext uri="{FF2B5EF4-FFF2-40B4-BE49-F238E27FC236}">
                  <a16:creationId xmlns:a16="http://schemas.microsoft.com/office/drawing/2014/main" id="{021418CD-DF21-0565-91DC-EDE384A4B742}"/>
                </a:ext>
              </a:extLst>
            </p:cNvPr>
            <p:cNvSpPr/>
            <p:nvPr/>
          </p:nvSpPr>
          <p:spPr>
            <a:xfrm>
              <a:off x="11885525" y="4817875"/>
              <a:ext cx="323400" cy="663825"/>
            </a:xfrm>
            <a:custGeom>
              <a:avLst/>
              <a:gdLst/>
              <a:ahLst/>
              <a:cxnLst/>
              <a:rect l="l" t="t" r="r" b="b"/>
              <a:pathLst>
                <a:path w="12936" h="26553" fill="none" extrusionOk="0">
                  <a:moveTo>
                    <a:pt x="6277" y="0"/>
                  </a:moveTo>
                  <a:lnTo>
                    <a:pt x="6277" y="0"/>
                  </a:lnTo>
                  <a:lnTo>
                    <a:pt x="6117" y="622"/>
                  </a:lnTo>
                  <a:lnTo>
                    <a:pt x="5956" y="1223"/>
                  </a:lnTo>
                  <a:lnTo>
                    <a:pt x="5796" y="1825"/>
                  </a:lnTo>
                  <a:lnTo>
                    <a:pt x="5615" y="2427"/>
                  </a:lnTo>
                  <a:lnTo>
                    <a:pt x="5415" y="3048"/>
                  </a:lnTo>
                  <a:lnTo>
                    <a:pt x="5194" y="3650"/>
                  </a:lnTo>
                  <a:lnTo>
                    <a:pt x="4974" y="4252"/>
                  </a:lnTo>
                  <a:lnTo>
                    <a:pt x="4753" y="4853"/>
                  </a:lnTo>
                  <a:lnTo>
                    <a:pt x="4492" y="5455"/>
                  </a:lnTo>
                  <a:lnTo>
                    <a:pt x="4232" y="6057"/>
                  </a:lnTo>
                  <a:lnTo>
                    <a:pt x="3951" y="6658"/>
                  </a:lnTo>
                  <a:lnTo>
                    <a:pt x="3670" y="7240"/>
                  </a:lnTo>
                  <a:lnTo>
                    <a:pt x="3369" y="7821"/>
                  </a:lnTo>
                  <a:lnTo>
                    <a:pt x="3068" y="8423"/>
                  </a:lnTo>
                  <a:lnTo>
                    <a:pt x="2728" y="8985"/>
                  </a:lnTo>
                  <a:lnTo>
                    <a:pt x="2387" y="9566"/>
                  </a:lnTo>
                  <a:lnTo>
                    <a:pt x="2387" y="9566"/>
                  </a:lnTo>
                  <a:lnTo>
                    <a:pt x="1845" y="10449"/>
                  </a:lnTo>
                  <a:lnTo>
                    <a:pt x="1264" y="11311"/>
                  </a:lnTo>
                  <a:lnTo>
                    <a:pt x="642" y="12173"/>
                  </a:lnTo>
                  <a:lnTo>
                    <a:pt x="0" y="12996"/>
                  </a:lnTo>
                  <a:lnTo>
                    <a:pt x="0" y="12996"/>
                  </a:lnTo>
                  <a:lnTo>
                    <a:pt x="802" y="13457"/>
                  </a:lnTo>
                  <a:lnTo>
                    <a:pt x="1564" y="13918"/>
                  </a:lnTo>
                  <a:lnTo>
                    <a:pt x="2286" y="14419"/>
                  </a:lnTo>
                  <a:lnTo>
                    <a:pt x="2968" y="14921"/>
                  </a:lnTo>
                  <a:lnTo>
                    <a:pt x="3630" y="15442"/>
                  </a:lnTo>
                  <a:lnTo>
                    <a:pt x="4232" y="15984"/>
                  </a:lnTo>
                  <a:lnTo>
                    <a:pt x="4813" y="16525"/>
                  </a:lnTo>
                  <a:lnTo>
                    <a:pt x="5355" y="17087"/>
                  </a:lnTo>
                  <a:lnTo>
                    <a:pt x="5856" y="17648"/>
                  </a:lnTo>
                  <a:lnTo>
                    <a:pt x="6337" y="18210"/>
                  </a:lnTo>
                  <a:lnTo>
                    <a:pt x="6779" y="18771"/>
                  </a:lnTo>
                  <a:lnTo>
                    <a:pt x="7200" y="19333"/>
                  </a:lnTo>
                  <a:lnTo>
                    <a:pt x="7601" y="19894"/>
                  </a:lnTo>
                  <a:lnTo>
                    <a:pt x="7962" y="20456"/>
                  </a:lnTo>
                  <a:lnTo>
                    <a:pt x="8303" y="20997"/>
                  </a:lnTo>
                  <a:lnTo>
                    <a:pt x="8624" y="21519"/>
                  </a:lnTo>
                  <a:lnTo>
                    <a:pt x="9205" y="22541"/>
                  </a:lnTo>
                  <a:lnTo>
                    <a:pt x="9707" y="23504"/>
                  </a:lnTo>
                  <a:lnTo>
                    <a:pt x="10509" y="25088"/>
                  </a:lnTo>
                  <a:lnTo>
                    <a:pt x="10850" y="25710"/>
                  </a:lnTo>
                  <a:lnTo>
                    <a:pt x="10990" y="25951"/>
                  </a:lnTo>
                  <a:lnTo>
                    <a:pt x="11130" y="26151"/>
                  </a:lnTo>
                  <a:lnTo>
                    <a:pt x="11271" y="26332"/>
                  </a:lnTo>
                  <a:lnTo>
                    <a:pt x="11411" y="26452"/>
                  </a:lnTo>
                  <a:lnTo>
                    <a:pt x="11531" y="26532"/>
                  </a:lnTo>
                  <a:lnTo>
                    <a:pt x="11612" y="26552"/>
                  </a:lnTo>
                  <a:lnTo>
                    <a:pt x="11672" y="26552"/>
                  </a:lnTo>
                  <a:lnTo>
                    <a:pt x="11672" y="26552"/>
                  </a:lnTo>
                  <a:lnTo>
                    <a:pt x="11692" y="26552"/>
                  </a:lnTo>
                  <a:lnTo>
                    <a:pt x="11692" y="26552"/>
                  </a:lnTo>
                  <a:lnTo>
                    <a:pt x="11772" y="26532"/>
                  </a:lnTo>
                  <a:lnTo>
                    <a:pt x="11832" y="26512"/>
                  </a:lnTo>
                  <a:lnTo>
                    <a:pt x="11993" y="26432"/>
                  </a:lnTo>
                  <a:lnTo>
                    <a:pt x="12153" y="26292"/>
                  </a:lnTo>
                  <a:lnTo>
                    <a:pt x="12294" y="26091"/>
                  </a:lnTo>
                  <a:lnTo>
                    <a:pt x="12454" y="25871"/>
                  </a:lnTo>
                  <a:lnTo>
                    <a:pt x="12614" y="25590"/>
                  </a:lnTo>
                  <a:lnTo>
                    <a:pt x="12775" y="25289"/>
                  </a:lnTo>
                  <a:lnTo>
                    <a:pt x="12935" y="24928"/>
                  </a:lnTo>
                  <a:lnTo>
                    <a:pt x="12935" y="24928"/>
                  </a:lnTo>
                  <a:lnTo>
                    <a:pt x="12815" y="24005"/>
                  </a:lnTo>
                  <a:lnTo>
                    <a:pt x="12815" y="24005"/>
                  </a:lnTo>
                  <a:lnTo>
                    <a:pt x="12695" y="23223"/>
                  </a:lnTo>
                  <a:lnTo>
                    <a:pt x="12554" y="22461"/>
                  </a:lnTo>
                  <a:lnTo>
                    <a:pt x="12394" y="21699"/>
                  </a:lnTo>
                  <a:lnTo>
                    <a:pt x="12193" y="20937"/>
                  </a:lnTo>
                  <a:lnTo>
                    <a:pt x="11973" y="20195"/>
                  </a:lnTo>
                  <a:lnTo>
                    <a:pt x="11732" y="19453"/>
                  </a:lnTo>
                  <a:lnTo>
                    <a:pt x="11431" y="18731"/>
                  </a:lnTo>
                  <a:lnTo>
                    <a:pt x="11110" y="18009"/>
                  </a:lnTo>
                  <a:lnTo>
                    <a:pt x="11110" y="18009"/>
                  </a:lnTo>
                  <a:lnTo>
                    <a:pt x="10910" y="17648"/>
                  </a:lnTo>
                  <a:lnTo>
                    <a:pt x="10709" y="17287"/>
                  </a:lnTo>
                  <a:lnTo>
                    <a:pt x="10288" y="16585"/>
                  </a:lnTo>
                  <a:lnTo>
                    <a:pt x="9827" y="15883"/>
                  </a:lnTo>
                  <a:lnTo>
                    <a:pt x="9346" y="15202"/>
                  </a:lnTo>
                  <a:lnTo>
                    <a:pt x="8383" y="13858"/>
                  </a:lnTo>
                  <a:lnTo>
                    <a:pt x="7902" y="13176"/>
                  </a:lnTo>
                  <a:lnTo>
                    <a:pt x="7440" y="12494"/>
                  </a:lnTo>
                  <a:lnTo>
                    <a:pt x="7440" y="12494"/>
                  </a:lnTo>
                  <a:lnTo>
                    <a:pt x="7039" y="11812"/>
                  </a:lnTo>
                  <a:lnTo>
                    <a:pt x="6658" y="11110"/>
                  </a:lnTo>
                  <a:lnTo>
                    <a:pt x="6297" y="10388"/>
                  </a:lnTo>
                  <a:lnTo>
                    <a:pt x="5996" y="9646"/>
                  </a:lnTo>
                  <a:lnTo>
                    <a:pt x="5876" y="9265"/>
                  </a:lnTo>
                  <a:lnTo>
                    <a:pt x="5756" y="8884"/>
                  </a:lnTo>
                  <a:lnTo>
                    <a:pt x="5635" y="8503"/>
                  </a:lnTo>
                  <a:lnTo>
                    <a:pt x="5555" y="8102"/>
                  </a:lnTo>
                  <a:lnTo>
                    <a:pt x="5455" y="7721"/>
                  </a:lnTo>
                  <a:lnTo>
                    <a:pt x="5395" y="7320"/>
                  </a:lnTo>
                  <a:lnTo>
                    <a:pt x="5335" y="6939"/>
                  </a:lnTo>
                  <a:lnTo>
                    <a:pt x="5295" y="6538"/>
                  </a:lnTo>
                  <a:lnTo>
                    <a:pt x="5274" y="6157"/>
                  </a:lnTo>
                  <a:lnTo>
                    <a:pt x="5274" y="5776"/>
                  </a:lnTo>
                  <a:lnTo>
                    <a:pt x="5274" y="5375"/>
                  </a:lnTo>
                  <a:lnTo>
                    <a:pt x="5295" y="4994"/>
                  </a:lnTo>
                  <a:lnTo>
                    <a:pt x="5335" y="4613"/>
                  </a:lnTo>
                  <a:lnTo>
                    <a:pt x="5395" y="4232"/>
                  </a:lnTo>
                  <a:lnTo>
                    <a:pt x="5475" y="3851"/>
                  </a:lnTo>
                  <a:lnTo>
                    <a:pt x="5575" y="3490"/>
                  </a:lnTo>
                  <a:lnTo>
                    <a:pt x="5696" y="3129"/>
                  </a:lnTo>
                  <a:lnTo>
                    <a:pt x="5816" y="2768"/>
                  </a:lnTo>
                  <a:lnTo>
                    <a:pt x="5976" y="2407"/>
                  </a:lnTo>
                  <a:lnTo>
                    <a:pt x="6157" y="2066"/>
                  </a:lnTo>
                  <a:lnTo>
                    <a:pt x="6337" y="1725"/>
                  </a:lnTo>
                  <a:lnTo>
                    <a:pt x="6558" y="1384"/>
                  </a:lnTo>
                  <a:lnTo>
                    <a:pt x="6799" y="1063"/>
                  </a:lnTo>
                  <a:lnTo>
                    <a:pt x="7059" y="742"/>
                  </a:lnTo>
                  <a:lnTo>
                    <a:pt x="7059" y="742"/>
                  </a:lnTo>
                  <a:lnTo>
                    <a:pt x="6277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7873;p38">
              <a:extLst>
                <a:ext uri="{FF2B5EF4-FFF2-40B4-BE49-F238E27FC236}">
                  <a16:creationId xmlns:a16="http://schemas.microsoft.com/office/drawing/2014/main" id="{A853BBB6-AC7B-349D-1745-053938FEC2FA}"/>
                </a:ext>
              </a:extLst>
            </p:cNvPr>
            <p:cNvSpPr/>
            <p:nvPr/>
          </p:nvSpPr>
          <p:spPr>
            <a:xfrm>
              <a:off x="11500475" y="5143750"/>
              <a:ext cx="301350" cy="119350"/>
            </a:xfrm>
            <a:custGeom>
              <a:avLst/>
              <a:gdLst/>
              <a:ahLst/>
              <a:cxnLst/>
              <a:rect l="l" t="t" r="r" b="b"/>
              <a:pathLst>
                <a:path w="12054" h="4774" extrusionOk="0">
                  <a:moveTo>
                    <a:pt x="1845" y="1"/>
                  </a:moveTo>
                  <a:lnTo>
                    <a:pt x="1645" y="21"/>
                  </a:lnTo>
                  <a:lnTo>
                    <a:pt x="1464" y="41"/>
                  </a:lnTo>
                  <a:lnTo>
                    <a:pt x="1284" y="81"/>
                  </a:lnTo>
                  <a:lnTo>
                    <a:pt x="1123" y="161"/>
                  </a:lnTo>
                  <a:lnTo>
                    <a:pt x="963" y="221"/>
                  </a:lnTo>
                  <a:lnTo>
                    <a:pt x="802" y="321"/>
                  </a:lnTo>
                  <a:lnTo>
                    <a:pt x="662" y="422"/>
                  </a:lnTo>
                  <a:lnTo>
                    <a:pt x="542" y="542"/>
                  </a:lnTo>
                  <a:lnTo>
                    <a:pt x="421" y="682"/>
                  </a:lnTo>
                  <a:lnTo>
                    <a:pt x="321" y="823"/>
                  </a:lnTo>
                  <a:lnTo>
                    <a:pt x="221" y="963"/>
                  </a:lnTo>
                  <a:lnTo>
                    <a:pt x="141" y="1144"/>
                  </a:lnTo>
                  <a:lnTo>
                    <a:pt x="81" y="1304"/>
                  </a:lnTo>
                  <a:lnTo>
                    <a:pt x="40" y="1485"/>
                  </a:lnTo>
                  <a:lnTo>
                    <a:pt x="0" y="1665"/>
                  </a:lnTo>
                  <a:lnTo>
                    <a:pt x="0" y="1846"/>
                  </a:lnTo>
                  <a:lnTo>
                    <a:pt x="0" y="2929"/>
                  </a:lnTo>
                  <a:lnTo>
                    <a:pt x="0" y="3129"/>
                  </a:lnTo>
                  <a:lnTo>
                    <a:pt x="40" y="3310"/>
                  </a:lnTo>
                  <a:lnTo>
                    <a:pt x="81" y="3490"/>
                  </a:lnTo>
                  <a:lnTo>
                    <a:pt x="141" y="3651"/>
                  </a:lnTo>
                  <a:lnTo>
                    <a:pt x="221" y="3811"/>
                  </a:lnTo>
                  <a:lnTo>
                    <a:pt x="321" y="3971"/>
                  </a:lnTo>
                  <a:lnTo>
                    <a:pt x="421" y="4112"/>
                  </a:lnTo>
                  <a:lnTo>
                    <a:pt x="542" y="4252"/>
                  </a:lnTo>
                  <a:lnTo>
                    <a:pt x="662" y="4352"/>
                  </a:lnTo>
                  <a:lnTo>
                    <a:pt x="802" y="4473"/>
                  </a:lnTo>
                  <a:lnTo>
                    <a:pt x="963" y="4553"/>
                  </a:lnTo>
                  <a:lnTo>
                    <a:pt x="1123" y="4633"/>
                  </a:lnTo>
                  <a:lnTo>
                    <a:pt x="1284" y="4693"/>
                  </a:lnTo>
                  <a:lnTo>
                    <a:pt x="1464" y="4754"/>
                  </a:lnTo>
                  <a:lnTo>
                    <a:pt x="1645" y="4774"/>
                  </a:lnTo>
                  <a:lnTo>
                    <a:pt x="10389" y="4774"/>
                  </a:lnTo>
                  <a:lnTo>
                    <a:pt x="10589" y="4754"/>
                  </a:lnTo>
                  <a:lnTo>
                    <a:pt x="10750" y="4693"/>
                  </a:lnTo>
                  <a:lnTo>
                    <a:pt x="10930" y="4633"/>
                  </a:lnTo>
                  <a:lnTo>
                    <a:pt x="11090" y="4553"/>
                  </a:lnTo>
                  <a:lnTo>
                    <a:pt x="11251" y="4473"/>
                  </a:lnTo>
                  <a:lnTo>
                    <a:pt x="11391" y="4352"/>
                  </a:lnTo>
                  <a:lnTo>
                    <a:pt x="11512" y="4252"/>
                  </a:lnTo>
                  <a:lnTo>
                    <a:pt x="11632" y="4112"/>
                  </a:lnTo>
                  <a:lnTo>
                    <a:pt x="11732" y="3971"/>
                  </a:lnTo>
                  <a:lnTo>
                    <a:pt x="11832" y="3811"/>
                  </a:lnTo>
                  <a:lnTo>
                    <a:pt x="11913" y="3651"/>
                  </a:lnTo>
                  <a:lnTo>
                    <a:pt x="11973" y="3490"/>
                  </a:lnTo>
                  <a:lnTo>
                    <a:pt x="12013" y="3310"/>
                  </a:lnTo>
                  <a:lnTo>
                    <a:pt x="12053" y="3129"/>
                  </a:lnTo>
                  <a:lnTo>
                    <a:pt x="12053" y="2929"/>
                  </a:lnTo>
                  <a:lnTo>
                    <a:pt x="12053" y="1846"/>
                  </a:lnTo>
                  <a:lnTo>
                    <a:pt x="12053" y="1665"/>
                  </a:lnTo>
                  <a:lnTo>
                    <a:pt x="12013" y="1485"/>
                  </a:lnTo>
                  <a:lnTo>
                    <a:pt x="11973" y="1304"/>
                  </a:lnTo>
                  <a:lnTo>
                    <a:pt x="11913" y="1144"/>
                  </a:lnTo>
                  <a:lnTo>
                    <a:pt x="11832" y="963"/>
                  </a:lnTo>
                  <a:lnTo>
                    <a:pt x="11732" y="823"/>
                  </a:lnTo>
                  <a:lnTo>
                    <a:pt x="11632" y="682"/>
                  </a:lnTo>
                  <a:lnTo>
                    <a:pt x="11512" y="542"/>
                  </a:lnTo>
                  <a:lnTo>
                    <a:pt x="11391" y="422"/>
                  </a:lnTo>
                  <a:lnTo>
                    <a:pt x="11251" y="321"/>
                  </a:lnTo>
                  <a:lnTo>
                    <a:pt x="11090" y="221"/>
                  </a:lnTo>
                  <a:lnTo>
                    <a:pt x="10930" y="161"/>
                  </a:lnTo>
                  <a:lnTo>
                    <a:pt x="10750" y="81"/>
                  </a:lnTo>
                  <a:lnTo>
                    <a:pt x="10589" y="41"/>
                  </a:lnTo>
                  <a:lnTo>
                    <a:pt x="10389" y="21"/>
                  </a:lnTo>
                  <a:lnTo>
                    <a:pt x="1020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7874;p38">
              <a:extLst>
                <a:ext uri="{FF2B5EF4-FFF2-40B4-BE49-F238E27FC236}">
                  <a16:creationId xmlns:a16="http://schemas.microsoft.com/office/drawing/2014/main" id="{0E4699A8-E424-9159-AD1D-D0E64987F1A0}"/>
                </a:ext>
              </a:extLst>
            </p:cNvPr>
            <p:cNvSpPr/>
            <p:nvPr/>
          </p:nvSpPr>
          <p:spPr>
            <a:xfrm>
              <a:off x="11500475" y="5143750"/>
              <a:ext cx="301350" cy="119350"/>
            </a:xfrm>
            <a:custGeom>
              <a:avLst/>
              <a:gdLst/>
              <a:ahLst/>
              <a:cxnLst/>
              <a:rect l="l" t="t" r="r" b="b"/>
              <a:pathLst>
                <a:path w="12054" h="4774" fill="none" extrusionOk="0">
                  <a:moveTo>
                    <a:pt x="12053" y="1846"/>
                  </a:moveTo>
                  <a:lnTo>
                    <a:pt x="12053" y="2929"/>
                  </a:lnTo>
                  <a:lnTo>
                    <a:pt x="12053" y="2929"/>
                  </a:lnTo>
                  <a:lnTo>
                    <a:pt x="12053" y="3129"/>
                  </a:lnTo>
                  <a:lnTo>
                    <a:pt x="12013" y="3310"/>
                  </a:lnTo>
                  <a:lnTo>
                    <a:pt x="11973" y="3490"/>
                  </a:lnTo>
                  <a:lnTo>
                    <a:pt x="11913" y="3651"/>
                  </a:lnTo>
                  <a:lnTo>
                    <a:pt x="11832" y="3811"/>
                  </a:lnTo>
                  <a:lnTo>
                    <a:pt x="11732" y="3971"/>
                  </a:lnTo>
                  <a:lnTo>
                    <a:pt x="11632" y="4112"/>
                  </a:lnTo>
                  <a:lnTo>
                    <a:pt x="11512" y="4252"/>
                  </a:lnTo>
                  <a:lnTo>
                    <a:pt x="11391" y="4352"/>
                  </a:lnTo>
                  <a:lnTo>
                    <a:pt x="11251" y="4473"/>
                  </a:lnTo>
                  <a:lnTo>
                    <a:pt x="11090" y="4553"/>
                  </a:lnTo>
                  <a:lnTo>
                    <a:pt x="10930" y="4633"/>
                  </a:lnTo>
                  <a:lnTo>
                    <a:pt x="10750" y="4693"/>
                  </a:lnTo>
                  <a:lnTo>
                    <a:pt x="10589" y="4754"/>
                  </a:lnTo>
                  <a:lnTo>
                    <a:pt x="10389" y="4774"/>
                  </a:lnTo>
                  <a:lnTo>
                    <a:pt x="10208" y="4774"/>
                  </a:lnTo>
                  <a:lnTo>
                    <a:pt x="1845" y="4774"/>
                  </a:lnTo>
                  <a:lnTo>
                    <a:pt x="1845" y="4774"/>
                  </a:lnTo>
                  <a:lnTo>
                    <a:pt x="1645" y="4774"/>
                  </a:lnTo>
                  <a:lnTo>
                    <a:pt x="1464" y="4754"/>
                  </a:lnTo>
                  <a:lnTo>
                    <a:pt x="1284" y="4693"/>
                  </a:lnTo>
                  <a:lnTo>
                    <a:pt x="1123" y="4633"/>
                  </a:lnTo>
                  <a:lnTo>
                    <a:pt x="963" y="4553"/>
                  </a:lnTo>
                  <a:lnTo>
                    <a:pt x="802" y="4473"/>
                  </a:lnTo>
                  <a:lnTo>
                    <a:pt x="662" y="4352"/>
                  </a:lnTo>
                  <a:lnTo>
                    <a:pt x="542" y="4252"/>
                  </a:lnTo>
                  <a:lnTo>
                    <a:pt x="421" y="4112"/>
                  </a:lnTo>
                  <a:lnTo>
                    <a:pt x="321" y="3971"/>
                  </a:lnTo>
                  <a:lnTo>
                    <a:pt x="221" y="3811"/>
                  </a:lnTo>
                  <a:lnTo>
                    <a:pt x="141" y="3651"/>
                  </a:lnTo>
                  <a:lnTo>
                    <a:pt x="81" y="3490"/>
                  </a:lnTo>
                  <a:lnTo>
                    <a:pt x="40" y="3310"/>
                  </a:lnTo>
                  <a:lnTo>
                    <a:pt x="0" y="3129"/>
                  </a:lnTo>
                  <a:lnTo>
                    <a:pt x="0" y="2929"/>
                  </a:lnTo>
                  <a:lnTo>
                    <a:pt x="0" y="1846"/>
                  </a:lnTo>
                  <a:lnTo>
                    <a:pt x="0" y="1846"/>
                  </a:lnTo>
                  <a:lnTo>
                    <a:pt x="0" y="1665"/>
                  </a:lnTo>
                  <a:lnTo>
                    <a:pt x="40" y="1485"/>
                  </a:lnTo>
                  <a:lnTo>
                    <a:pt x="81" y="1304"/>
                  </a:lnTo>
                  <a:lnTo>
                    <a:pt x="141" y="1144"/>
                  </a:lnTo>
                  <a:lnTo>
                    <a:pt x="221" y="963"/>
                  </a:lnTo>
                  <a:lnTo>
                    <a:pt x="321" y="823"/>
                  </a:lnTo>
                  <a:lnTo>
                    <a:pt x="421" y="682"/>
                  </a:lnTo>
                  <a:lnTo>
                    <a:pt x="542" y="542"/>
                  </a:lnTo>
                  <a:lnTo>
                    <a:pt x="662" y="422"/>
                  </a:lnTo>
                  <a:lnTo>
                    <a:pt x="802" y="321"/>
                  </a:lnTo>
                  <a:lnTo>
                    <a:pt x="963" y="221"/>
                  </a:lnTo>
                  <a:lnTo>
                    <a:pt x="1123" y="161"/>
                  </a:lnTo>
                  <a:lnTo>
                    <a:pt x="1284" y="81"/>
                  </a:lnTo>
                  <a:lnTo>
                    <a:pt x="1464" y="41"/>
                  </a:lnTo>
                  <a:lnTo>
                    <a:pt x="1645" y="21"/>
                  </a:lnTo>
                  <a:lnTo>
                    <a:pt x="1845" y="1"/>
                  </a:lnTo>
                  <a:lnTo>
                    <a:pt x="10208" y="1"/>
                  </a:lnTo>
                  <a:lnTo>
                    <a:pt x="10208" y="1"/>
                  </a:lnTo>
                  <a:lnTo>
                    <a:pt x="10389" y="21"/>
                  </a:lnTo>
                  <a:lnTo>
                    <a:pt x="10589" y="41"/>
                  </a:lnTo>
                  <a:lnTo>
                    <a:pt x="10750" y="81"/>
                  </a:lnTo>
                  <a:lnTo>
                    <a:pt x="10930" y="161"/>
                  </a:lnTo>
                  <a:lnTo>
                    <a:pt x="11090" y="221"/>
                  </a:lnTo>
                  <a:lnTo>
                    <a:pt x="11251" y="321"/>
                  </a:lnTo>
                  <a:lnTo>
                    <a:pt x="11391" y="422"/>
                  </a:lnTo>
                  <a:lnTo>
                    <a:pt x="11512" y="542"/>
                  </a:lnTo>
                  <a:lnTo>
                    <a:pt x="11632" y="682"/>
                  </a:lnTo>
                  <a:lnTo>
                    <a:pt x="11732" y="823"/>
                  </a:lnTo>
                  <a:lnTo>
                    <a:pt x="11832" y="963"/>
                  </a:lnTo>
                  <a:lnTo>
                    <a:pt x="11913" y="1144"/>
                  </a:lnTo>
                  <a:lnTo>
                    <a:pt x="11973" y="1304"/>
                  </a:lnTo>
                  <a:lnTo>
                    <a:pt x="12013" y="1485"/>
                  </a:lnTo>
                  <a:lnTo>
                    <a:pt x="12053" y="1665"/>
                  </a:lnTo>
                  <a:lnTo>
                    <a:pt x="12053" y="1846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7875;p38">
              <a:extLst>
                <a:ext uri="{FF2B5EF4-FFF2-40B4-BE49-F238E27FC236}">
                  <a16:creationId xmlns:a16="http://schemas.microsoft.com/office/drawing/2014/main" id="{B555D7EB-C9C5-06A8-D972-19B0E08DA945}"/>
                </a:ext>
              </a:extLst>
            </p:cNvPr>
            <p:cNvSpPr/>
            <p:nvPr/>
          </p:nvSpPr>
          <p:spPr>
            <a:xfrm>
              <a:off x="11500475" y="5177350"/>
              <a:ext cx="301350" cy="34625"/>
            </a:xfrm>
            <a:custGeom>
              <a:avLst/>
              <a:gdLst/>
              <a:ahLst/>
              <a:cxnLst/>
              <a:rect l="l" t="t" r="r" b="b"/>
              <a:pathLst>
                <a:path w="12054" h="1385" extrusionOk="0">
                  <a:moveTo>
                    <a:pt x="60" y="0"/>
                  </a:moveTo>
                  <a:lnTo>
                    <a:pt x="20" y="241"/>
                  </a:lnTo>
                  <a:lnTo>
                    <a:pt x="0" y="502"/>
                  </a:lnTo>
                  <a:lnTo>
                    <a:pt x="0" y="1344"/>
                  </a:lnTo>
                  <a:lnTo>
                    <a:pt x="3650" y="1364"/>
                  </a:lnTo>
                  <a:lnTo>
                    <a:pt x="7300" y="1384"/>
                  </a:lnTo>
                  <a:lnTo>
                    <a:pt x="12053" y="1384"/>
                  </a:lnTo>
                  <a:lnTo>
                    <a:pt x="12053" y="502"/>
                  </a:lnTo>
                  <a:lnTo>
                    <a:pt x="12033" y="241"/>
                  </a:lnTo>
                  <a:lnTo>
                    <a:pt x="11993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7876;p38">
              <a:extLst>
                <a:ext uri="{FF2B5EF4-FFF2-40B4-BE49-F238E27FC236}">
                  <a16:creationId xmlns:a16="http://schemas.microsoft.com/office/drawing/2014/main" id="{6BA9EAE9-C08C-AA77-BFC1-71D09EF82123}"/>
                </a:ext>
              </a:extLst>
            </p:cNvPr>
            <p:cNvSpPr/>
            <p:nvPr/>
          </p:nvSpPr>
          <p:spPr>
            <a:xfrm>
              <a:off x="11500475" y="5177350"/>
              <a:ext cx="301350" cy="34625"/>
            </a:xfrm>
            <a:custGeom>
              <a:avLst/>
              <a:gdLst/>
              <a:ahLst/>
              <a:cxnLst/>
              <a:rect l="l" t="t" r="r" b="b"/>
              <a:pathLst>
                <a:path w="12054" h="1385" fill="none" extrusionOk="0">
                  <a:moveTo>
                    <a:pt x="11993" y="0"/>
                  </a:moveTo>
                  <a:lnTo>
                    <a:pt x="60" y="0"/>
                  </a:lnTo>
                  <a:lnTo>
                    <a:pt x="60" y="0"/>
                  </a:lnTo>
                  <a:lnTo>
                    <a:pt x="20" y="241"/>
                  </a:lnTo>
                  <a:lnTo>
                    <a:pt x="0" y="502"/>
                  </a:lnTo>
                  <a:lnTo>
                    <a:pt x="0" y="1344"/>
                  </a:lnTo>
                  <a:lnTo>
                    <a:pt x="0" y="1344"/>
                  </a:lnTo>
                  <a:lnTo>
                    <a:pt x="3650" y="1364"/>
                  </a:lnTo>
                  <a:lnTo>
                    <a:pt x="7300" y="1384"/>
                  </a:lnTo>
                  <a:lnTo>
                    <a:pt x="7300" y="1384"/>
                  </a:lnTo>
                  <a:lnTo>
                    <a:pt x="9025" y="1384"/>
                  </a:lnTo>
                  <a:lnTo>
                    <a:pt x="9025" y="1384"/>
                  </a:lnTo>
                  <a:lnTo>
                    <a:pt x="10770" y="1384"/>
                  </a:lnTo>
                  <a:lnTo>
                    <a:pt x="10770" y="1384"/>
                  </a:lnTo>
                  <a:lnTo>
                    <a:pt x="12053" y="1384"/>
                  </a:lnTo>
                  <a:lnTo>
                    <a:pt x="12053" y="502"/>
                  </a:lnTo>
                  <a:lnTo>
                    <a:pt x="12053" y="502"/>
                  </a:lnTo>
                  <a:lnTo>
                    <a:pt x="12033" y="241"/>
                  </a:lnTo>
                  <a:lnTo>
                    <a:pt x="1199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7877;p38">
              <a:extLst>
                <a:ext uri="{FF2B5EF4-FFF2-40B4-BE49-F238E27FC236}">
                  <a16:creationId xmlns:a16="http://schemas.microsoft.com/office/drawing/2014/main" id="{91314FEE-E95E-A188-3240-99BEBCAD8673}"/>
                </a:ext>
              </a:extLst>
            </p:cNvPr>
            <p:cNvSpPr/>
            <p:nvPr/>
          </p:nvSpPr>
          <p:spPr>
            <a:xfrm>
              <a:off x="11240775" y="3810625"/>
              <a:ext cx="820750" cy="1366750"/>
            </a:xfrm>
            <a:custGeom>
              <a:avLst/>
              <a:gdLst/>
              <a:ahLst/>
              <a:cxnLst/>
              <a:rect l="l" t="t" r="r" b="b"/>
              <a:pathLst>
                <a:path w="32830" h="54670" extrusionOk="0">
                  <a:moveTo>
                    <a:pt x="16405" y="1"/>
                  </a:moveTo>
                  <a:lnTo>
                    <a:pt x="16344" y="21"/>
                  </a:lnTo>
                  <a:lnTo>
                    <a:pt x="16264" y="41"/>
                  </a:lnTo>
                  <a:lnTo>
                    <a:pt x="16064" y="141"/>
                  </a:lnTo>
                  <a:lnTo>
                    <a:pt x="15783" y="321"/>
                  </a:lnTo>
                  <a:lnTo>
                    <a:pt x="15442" y="562"/>
                  </a:lnTo>
                  <a:lnTo>
                    <a:pt x="15041" y="863"/>
                  </a:lnTo>
                  <a:lnTo>
                    <a:pt x="14580" y="1224"/>
                  </a:lnTo>
                  <a:lnTo>
                    <a:pt x="14078" y="1665"/>
                  </a:lnTo>
                  <a:lnTo>
                    <a:pt x="13537" y="2166"/>
                  </a:lnTo>
                  <a:lnTo>
                    <a:pt x="12955" y="2728"/>
                  </a:lnTo>
                  <a:lnTo>
                    <a:pt x="12354" y="3350"/>
                  </a:lnTo>
                  <a:lnTo>
                    <a:pt x="11712" y="4032"/>
                  </a:lnTo>
                  <a:lnTo>
                    <a:pt x="11030" y="4794"/>
                  </a:lnTo>
                  <a:lnTo>
                    <a:pt x="10348" y="5596"/>
                  </a:lnTo>
                  <a:lnTo>
                    <a:pt x="9646" y="6458"/>
                  </a:lnTo>
                  <a:lnTo>
                    <a:pt x="8944" y="7381"/>
                  </a:lnTo>
                  <a:lnTo>
                    <a:pt x="8222" y="8383"/>
                  </a:lnTo>
                  <a:lnTo>
                    <a:pt x="7500" y="9426"/>
                  </a:lnTo>
                  <a:lnTo>
                    <a:pt x="6799" y="10509"/>
                  </a:lnTo>
                  <a:lnTo>
                    <a:pt x="6097" y="11672"/>
                  </a:lnTo>
                  <a:lnTo>
                    <a:pt x="5415" y="12876"/>
                  </a:lnTo>
                  <a:lnTo>
                    <a:pt x="5054" y="13537"/>
                  </a:lnTo>
                  <a:lnTo>
                    <a:pt x="4713" y="14199"/>
                  </a:lnTo>
                  <a:lnTo>
                    <a:pt x="4372" y="14901"/>
                  </a:lnTo>
                  <a:lnTo>
                    <a:pt x="4051" y="15583"/>
                  </a:lnTo>
                  <a:lnTo>
                    <a:pt x="3630" y="16546"/>
                  </a:lnTo>
                  <a:lnTo>
                    <a:pt x="3209" y="17528"/>
                  </a:lnTo>
                  <a:lnTo>
                    <a:pt x="2808" y="18531"/>
                  </a:lnTo>
                  <a:lnTo>
                    <a:pt x="2447" y="19554"/>
                  </a:lnTo>
                  <a:lnTo>
                    <a:pt x="2086" y="20617"/>
                  </a:lnTo>
                  <a:lnTo>
                    <a:pt x="1745" y="21680"/>
                  </a:lnTo>
                  <a:lnTo>
                    <a:pt x="1444" y="22783"/>
                  </a:lnTo>
                  <a:lnTo>
                    <a:pt x="1163" y="23906"/>
                  </a:lnTo>
                  <a:lnTo>
                    <a:pt x="903" y="25069"/>
                  </a:lnTo>
                  <a:lnTo>
                    <a:pt x="682" y="26232"/>
                  </a:lnTo>
                  <a:lnTo>
                    <a:pt x="481" y="27435"/>
                  </a:lnTo>
                  <a:lnTo>
                    <a:pt x="321" y="28659"/>
                  </a:lnTo>
                  <a:lnTo>
                    <a:pt x="181" y="29882"/>
                  </a:lnTo>
                  <a:lnTo>
                    <a:pt x="80" y="31145"/>
                  </a:lnTo>
                  <a:lnTo>
                    <a:pt x="20" y="32429"/>
                  </a:lnTo>
                  <a:lnTo>
                    <a:pt x="0" y="33752"/>
                  </a:lnTo>
                  <a:lnTo>
                    <a:pt x="20" y="34394"/>
                  </a:lnTo>
                  <a:lnTo>
                    <a:pt x="40" y="35036"/>
                  </a:lnTo>
                  <a:lnTo>
                    <a:pt x="80" y="35698"/>
                  </a:lnTo>
                  <a:lnTo>
                    <a:pt x="120" y="36359"/>
                  </a:lnTo>
                  <a:lnTo>
                    <a:pt x="201" y="37021"/>
                  </a:lnTo>
                  <a:lnTo>
                    <a:pt x="281" y="37703"/>
                  </a:lnTo>
                  <a:lnTo>
                    <a:pt x="381" y="38365"/>
                  </a:lnTo>
                  <a:lnTo>
                    <a:pt x="501" y="39047"/>
                  </a:lnTo>
                  <a:lnTo>
                    <a:pt x="642" y="39729"/>
                  </a:lnTo>
                  <a:lnTo>
                    <a:pt x="782" y="40410"/>
                  </a:lnTo>
                  <a:lnTo>
                    <a:pt x="963" y="41092"/>
                  </a:lnTo>
                  <a:lnTo>
                    <a:pt x="1143" y="41774"/>
                  </a:lnTo>
                  <a:lnTo>
                    <a:pt x="1344" y="42436"/>
                  </a:lnTo>
                  <a:lnTo>
                    <a:pt x="1564" y="43118"/>
                  </a:lnTo>
                  <a:lnTo>
                    <a:pt x="1785" y="43800"/>
                  </a:lnTo>
                  <a:lnTo>
                    <a:pt x="2026" y="44482"/>
                  </a:lnTo>
                  <a:lnTo>
                    <a:pt x="2286" y="45163"/>
                  </a:lnTo>
                  <a:lnTo>
                    <a:pt x="2567" y="45825"/>
                  </a:lnTo>
                  <a:lnTo>
                    <a:pt x="2868" y="46507"/>
                  </a:lnTo>
                  <a:lnTo>
                    <a:pt x="3189" y="47169"/>
                  </a:lnTo>
                  <a:lnTo>
                    <a:pt x="3510" y="47831"/>
                  </a:lnTo>
                  <a:lnTo>
                    <a:pt x="3851" y="48472"/>
                  </a:lnTo>
                  <a:lnTo>
                    <a:pt x="4212" y="49134"/>
                  </a:lnTo>
                  <a:lnTo>
                    <a:pt x="4593" y="49776"/>
                  </a:lnTo>
                  <a:lnTo>
                    <a:pt x="4994" y="50418"/>
                  </a:lnTo>
                  <a:lnTo>
                    <a:pt x="5395" y="51059"/>
                  </a:lnTo>
                  <a:lnTo>
                    <a:pt x="5816" y="51681"/>
                  </a:lnTo>
                  <a:lnTo>
                    <a:pt x="6277" y="52283"/>
                  </a:lnTo>
                  <a:lnTo>
                    <a:pt x="6718" y="52904"/>
                  </a:lnTo>
                  <a:lnTo>
                    <a:pt x="7200" y="53506"/>
                  </a:lnTo>
                  <a:lnTo>
                    <a:pt x="7701" y="54088"/>
                  </a:lnTo>
                  <a:lnTo>
                    <a:pt x="8202" y="54669"/>
                  </a:lnTo>
                  <a:lnTo>
                    <a:pt x="24627" y="54669"/>
                  </a:lnTo>
                  <a:lnTo>
                    <a:pt x="25128" y="54108"/>
                  </a:lnTo>
                  <a:lnTo>
                    <a:pt x="25610" y="53526"/>
                  </a:lnTo>
                  <a:lnTo>
                    <a:pt x="26071" y="52925"/>
                  </a:lnTo>
                  <a:lnTo>
                    <a:pt x="26532" y="52323"/>
                  </a:lnTo>
                  <a:lnTo>
                    <a:pt x="26973" y="51721"/>
                  </a:lnTo>
                  <a:lnTo>
                    <a:pt x="27395" y="51100"/>
                  </a:lnTo>
                  <a:lnTo>
                    <a:pt x="27796" y="50478"/>
                  </a:lnTo>
                  <a:lnTo>
                    <a:pt x="28177" y="49856"/>
                  </a:lnTo>
                  <a:lnTo>
                    <a:pt x="28758" y="48894"/>
                  </a:lnTo>
                  <a:lnTo>
                    <a:pt x="29280" y="47891"/>
                  </a:lnTo>
                  <a:lnTo>
                    <a:pt x="29761" y="46908"/>
                  </a:lnTo>
                  <a:lnTo>
                    <a:pt x="30222" y="45885"/>
                  </a:lnTo>
                  <a:lnTo>
                    <a:pt x="30643" y="44883"/>
                  </a:lnTo>
                  <a:lnTo>
                    <a:pt x="31024" y="43860"/>
                  </a:lnTo>
                  <a:lnTo>
                    <a:pt x="31365" y="42837"/>
                  </a:lnTo>
                  <a:lnTo>
                    <a:pt x="31666" y="41814"/>
                  </a:lnTo>
                  <a:lnTo>
                    <a:pt x="31947" y="40771"/>
                  </a:lnTo>
                  <a:lnTo>
                    <a:pt x="32167" y="39749"/>
                  </a:lnTo>
                  <a:lnTo>
                    <a:pt x="32368" y="38726"/>
                  </a:lnTo>
                  <a:lnTo>
                    <a:pt x="32528" y="37723"/>
                  </a:lnTo>
                  <a:lnTo>
                    <a:pt x="32669" y="36700"/>
                  </a:lnTo>
                  <a:lnTo>
                    <a:pt x="32749" y="35718"/>
                  </a:lnTo>
                  <a:lnTo>
                    <a:pt x="32809" y="34715"/>
                  </a:lnTo>
                  <a:lnTo>
                    <a:pt x="32829" y="33752"/>
                  </a:lnTo>
                  <a:lnTo>
                    <a:pt x="32789" y="32429"/>
                  </a:lnTo>
                  <a:lnTo>
                    <a:pt x="32749" y="31145"/>
                  </a:lnTo>
                  <a:lnTo>
                    <a:pt x="32649" y="29882"/>
                  </a:lnTo>
                  <a:lnTo>
                    <a:pt x="32508" y="28659"/>
                  </a:lnTo>
                  <a:lnTo>
                    <a:pt x="32348" y="27435"/>
                  </a:lnTo>
                  <a:lnTo>
                    <a:pt x="32147" y="26232"/>
                  </a:lnTo>
                  <a:lnTo>
                    <a:pt x="31927" y="25069"/>
                  </a:lnTo>
                  <a:lnTo>
                    <a:pt x="31666" y="23906"/>
                  </a:lnTo>
                  <a:lnTo>
                    <a:pt x="31385" y="22783"/>
                  </a:lnTo>
                  <a:lnTo>
                    <a:pt x="31085" y="21680"/>
                  </a:lnTo>
                  <a:lnTo>
                    <a:pt x="30744" y="20617"/>
                  </a:lnTo>
                  <a:lnTo>
                    <a:pt x="30383" y="19554"/>
                  </a:lnTo>
                  <a:lnTo>
                    <a:pt x="30002" y="18531"/>
                  </a:lnTo>
                  <a:lnTo>
                    <a:pt x="29621" y="17528"/>
                  </a:lnTo>
                  <a:lnTo>
                    <a:pt x="29199" y="16546"/>
                  </a:lnTo>
                  <a:lnTo>
                    <a:pt x="28778" y="15583"/>
                  </a:lnTo>
                  <a:lnTo>
                    <a:pt x="28437" y="14901"/>
                  </a:lnTo>
                  <a:lnTo>
                    <a:pt x="28096" y="14219"/>
                  </a:lnTo>
                  <a:lnTo>
                    <a:pt x="27755" y="13537"/>
                  </a:lnTo>
                  <a:lnTo>
                    <a:pt x="27415" y="12896"/>
                  </a:lnTo>
                  <a:lnTo>
                    <a:pt x="26973" y="12134"/>
                  </a:lnTo>
                  <a:lnTo>
                    <a:pt x="26552" y="11392"/>
                  </a:lnTo>
                  <a:lnTo>
                    <a:pt x="26111" y="10670"/>
                  </a:lnTo>
                  <a:lnTo>
                    <a:pt x="25670" y="9968"/>
                  </a:lnTo>
                  <a:lnTo>
                    <a:pt x="25229" y="9286"/>
                  </a:lnTo>
                  <a:lnTo>
                    <a:pt x="24787" y="8644"/>
                  </a:lnTo>
                  <a:lnTo>
                    <a:pt x="24346" y="8002"/>
                  </a:lnTo>
                  <a:lnTo>
                    <a:pt x="23885" y="7401"/>
                  </a:lnTo>
                  <a:lnTo>
                    <a:pt x="23003" y="6238"/>
                  </a:lnTo>
                  <a:lnTo>
                    <a:pt x="22140" y="5195"/>
                  </a:lnTo>
                  <a:lnTo>
                    <a:pt x="21298" y="4232"/>
                  </a:lnTo>
                  <a:lnTo>
                    <a:pt x="20496" y="3350"/>
                  </a:lnTo>
                  <a:lnTo>
                    <a:pt x="19734" y="2588"/>
                  </a:lnTo>
                  <a:lnTo>
                    <a:pt x="19012" y="1906"/>
                  </a:lnTo>
                  <a:lnTo>
                    <a:pt x="18370" y="1344"/>
                  </a:lnTo>
                  <a:lnTo>
                    <a:pt x="17788" y="863"/>
                  </a:lnTo>
                  <a:lnTo>
                    <a:pt x="17307" y="482"/>
                  </a:lnTo>
                  <a:lnTo>
                    <a:pt x="16906" y="221"/>
                  </a:lnTo>
                  <a:lnTo>
                    <a:pt x="16605" y="61"/>
                  </a:lnTo>
                  <a:lnTo>
                    <a:pt x="16485" y="21"/>
                  </a:lnTo>
                  <a:lnTo>
                    <a:pt x="1640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7878;p38">
              <a:extLst>
                <a:ext uri="{FF2B5EF4-FFF2-40B4-BE49-F238E27FC236}">
                  <a16:creationId xmlns:a16="http://schemas.microsoft.com/office/drawing/2014/main" id="{7F8A6DF7-638B-1AFA-6D0A-C4B4BB345AD1}"/>
                </a:ext>
              </a:extLst>
            </p:cNvPr>
            <p:cNvSpPr/>
            <p:nvPr/>
          </p:nvSpPr>
          <p:spPr>
            <a:xfrm>
              <a:off x="11240775" y="3810625"/>
              <a:ext cx="820750" cy="1366750"/>
            </a:xfrm>
            <a:custGeom>
              <a:avLst/>
              <a:gdLst/>
              <a:ahLst/>
              <a:cxnLst/>
              <a:rect l="l" t="t" r="r" b="b"/>
              <a:pathLst>
                <a:path w="32830" h="54670" fill="none" extrusionOk="0">
                  <a:moveTo>
                    <a:pt x="32829" y="33752"/>
                  </a:moveTo>
                  <a:lnTo>
                    <a:pt x="32829" y="33752"/>
                  </a:lnTo>
                  <a:lnTo>
                    <a:pt x="32809" y="34715"/>
                  </a:lnTo>
                  <a:lnTo>
                    <a:pt x="32749" y="35718"/>
                  </a:lnTo>
                  <a:lnTo>
                    <a:pt x="32669" y="36700"/>
                  </a:lnTo>
                  <a:lnTo>
                    <a:pt x="32528" y="37723"/>
                  </a:lnTo>
                  <a:lnTo>
                    <a:pt x="32368" y="38726"/>
                  </a:lnTo>
                  <a:lnTo>
                    <a:pt x="32167" y="39749"/>
                  </a:lnTo>
                  <a:lnTo>
                    <a:pt x="31947" y="40771"/>
                  </a:lnTo>
                  <a:lnTo>
                    <a:pt x="31666" y="41814"/>
                  </a:lnTo>
                  <a:lnTo>
                    <a:pt x="31365" y="42837"/>
                  </a:lnTo>
                  <a:lnTo>
                    <a:pt x="31024" y="43860"/>
                  </a:lnTo>
                  <a:lnTo>
                    <a:pt x="30643" y="44883"/>
                  </a:lnTo>
                  <a:lnTo>
                    <a:pt x="30222" y="45885"/>
                  </a:lnTo>
                  <a:lnTo>
                    <a:pt x="29761" y="46908"/>
                  </a:lnTo>
                  <a:lnTo>
                    <a:pt x="29280" y="47891"/>
                  </a:lnTo>
                  <a:lnTo>
                    <a:pt x="28758" y="48894"/>
                  </a:lnTo>
                  <a:lnTo>
                    <a:pt x="28177" y="49856"/>
                  </a:lnTo>
                  <a:lnTo>
                    <a:pt x="28177" y="49856"/>
                  </a:lnTo>
                  <a:lnTo>
                    <a:pt x="27796" y="50478"/>
                  </a:lnTo>
                  <a:lnTo>
                    <a:pt x="27395" y="51100"/>
                  </a:lnTo>
                  <a:lnTo>
                    <a:pt x="26973" y="51721"/>
                  </a:lnTo>
                  <a:lnTo>
                    <a:pt x="26532" y="52323"/>
                  </a:lnTo>
                  <a:lnTo>
                    <a:pt x="26071" y="52925"/>
                  </a:lnTo>
                  <a:lnTo>
                    <a:pt x="25610" y="53526"/>
                  </a:lnTo>
                  <a:lnTo>
                    <a:pt x="25128" y="54108"/>
                  </a:lnTo>
                  <a:lnTo>
                    <a:pt x="24627" y="54669"/>
                  </a:lnTo>
                  <a:lnTo>
                    <a:pt x="8202" y="54669"/>
                  </a:lnTo>
                  <a:lnTo>
                    <a:pt x="8202" y="54669"/>
                  </a:lnTo>
                  <a:lnTo>
                    <a:pt x="7701" y="54088"/>
                  </a:lnTo>
                  <a:lnTo>
                    <a:pt x="7200" y="53506"/>
                  </a:lnTo>
                  <a:lnTo>
                    <a:pt x="6718" y="52904"/>
                  </a:lnTo>
                  <a:lnTo>
                    <a:pt x="6277" y="52283"/>
                  </a:lnTo>
                  <a:lnTo>
                    <a:pt x="5816" y="51681"/>
                  </a:lnTo>
                  <a:lnTo>
                    <a:pt x="5395" y="51059"/>
                  </a:lnTo>
                  <a:lnTo>
                    <a:pt x="4994" y="50418"/>
                  </a:lnTo>
                  <a:lnTo>
                    <a:pt x="4593" y="49776"/>
                  </a:lnTo>
                  <a:lnTo>
                    <a:pt x="4212" y="49134"/>
                  </a:lnTo>
                  <a:lnTo>
                    <a:pt x="3851" y="48472"/>
                  </a:lnTo>
                  <a:lnTo>
                    <a:pt x="3510" y="47831"/>
                  </a:lnTo>
                  <a:lnTo>
                    <a:pt x="3189" y="47169"/>
                  </a:lnTo>
                  <a:lnTo>
                    <a:pt x="2868" y="46507"/>
                  </a:lnTo>
                  <a:lnTo>
                    <a:pt x="2567" y="45825"/>
                  </a:lnTo>
                  <a:lnTo>
                    <a:pt x="2286" y="45163"/>
                  </a:lnTo>
                  <a:lnTo>
                    <a:pt x="2026" y="44482"/>
                  </a:lnTo>
                  <a:lnTo>
                    <a:pt x="1785" y="43800"/>
                  </a:lnTo>
                  <a:lnTo>
                    <a:pt x="1564" y="43118"/>
                  </a:lnTo>
                  <a:lnTo>
                    <a:pt x="1344" y="42436"/>
                  </a:lnTo>
                  <a:lnTo>
                    <a:pt x="1143" y="41774"/>
                  </a:lnTo>
                  <a:lnTo>
                    <a:pt x="963" y="41092"/>
                  </a:lnTo>
                  <a:lnTo>
                    <a:pt x="782" y="40410"/>
                  </a:lnTo>
                  <a:lnTo>
                    <a:pt x="642" y="39729"/>
                  </a:lnTo>
                  <a:lnTo>
                    <a:pt x="501" y="39047"/>
                  </a:lnTo>
                  <a:lnTo>
                    <a:pt x="381" y="38365"/>
                  </a:lnTo>
                  <a:lnTo>
                    <a:pt x="281" y="37703"/>
                  </a:lnTo>
                  <a:lnTo>
                    <a:pt x="201" y="37021"/>
                  </a:lnTo>
                  <a:lnTo>
                    <a:pt x="120" y="36359"/>
                  </a:lnTo>
                  <a:lnTo>
                    <a:pt x="80" y="35698"/>
                  </a:lnTo>
                  <a:lnTo>
                    <a:pt x="40" y="35036"/>
                  </a:lnTo>
                  <a:lnTo>
                    <a:pt x="20" y="34394"/>
                  </a:lnTo>
                  <a:lnTo>
                    <a:pt x="0" y="33752"/>
                  </a:lnTo>
                  <a:lnTo>
                    <a:pt x="0" y="33752"/>
                  </a:lnTo>
                  <a:lnTo>
                    <a:pt x="20" y="32429"/>
                  </a:lnTo>
                  <a:lnTo>
                    <a:pt x="80" y="31145"/>
                  </a:lnTo>
                  <a:lnTo>
                    <a:pt x="181" y="29882"/>
                  </a:lnTo>
                  <a:lnTo>
                    <a:pt x="321" y="28659"/>
                  </a:lnTo>
                  <a:lnTo>
                    <a:pt x="481" y="27435"/>
                  </a:lnTo>
                  <a:lnTo>
                    <a:pt x="682" y="26232"/>
                  </a:lnTo>
                  <a:lnTo>
                    <a:pt x="903" y="25069"/>
                  </a:lnTo>
                  <a:lnTo>
                    <a:pt x="1163" y="23906"/>
                  </a:lnTo>
                  <a:lnTo>
                    <a:pt x="1444" y="22783"/>
                  </a:lnTo>
                  <a:lnTo>
                    <a:pt x="1745" y="21680"/>
                  </a:lnTo>
                  <a:lnTo>
                    <a:pt x="2086" y="20617"/>
                  </a:lnTo>
                  <a:lnTo>
                    <a:pt x="2447" y="19554"/>
                  </a:lnTo>
                  <a:lnTo>
                    <a:pt x="2808" y="18531"/>
                  </a:lnTo>
                  <a:lnTo>
                    <a:pt x="3209" y="17528"/>
                  </a:lnTo>
                  <a:lnTo>
                    <a:pt x="3630" y="16546"/>
                  </a:lnTo>
                  <a:lnTo>
                    <a:pt x="4051" y="15583"/>
                  </a:lnTo>
                  <a:lnTo>
                    <a:pt x="4051" y="15583"/>
                  </a:lnTo>
                  <a:lnTo>
                    <a:pt x="4372" y="14901"/>
                  </a:lnTo>
                  <a:lnTo>
                    <a:pt x="4713" y="14199"/>
                  </a:lnTo>
                  <a:lnTo>
                    <a:pt x="5054" y="13537"/>
                  </a:lnTo>
                  <a:lnTo>
                    <a:pt x="5415" y="12876"/>
                  </a:lnTo>
                  <a:lnTo>
                    <a:pt x="5415" y="12876"/>
                  </a:lnTo>
                  <a:lnTo>
                    <a:pt x="6097" y="11672"/>
                  </a:lnTo>
                  <a:lnTo>
                    <a:pt x="6799" y="10509"/>
                  </a:lnTo>
                  <a:lnTo>
                    <a:pt x="7500" y="9426"/>
                  </a:lnTo>
                  <a:lnTo>
                    <a:pt x="8222" y="8383"/>
                  </a:lnTo>
                  <a:lnTo>
                    <a:pt x="8944" y="7381"/>
                  </a:lnTo>
                  <a:lnTo>
                    <a:pt x="9646" y="6458"/>
                  </a:lnTo>
                  <a:lnTo>
                    <a:pt x="10348" y="5596"/>
                  </a:lnTo>
                  <a:lnTo>
                    <a:pt x="11030" y="4794"/>
                  </a:lnTo>
                  <a:lnTo>
                    <a:pt x="11712" y="4032"/>
                  </a:lnTo>
                  <a:lnTo>
                    <a:pt x="12354" y="3350"/>
                  </a:lnTo>
                  <a:lnTo>
                    <a:pt x="12955" y="2728"/>
                  </a:lnTo>
                  <a:lnTo>
                    <a:pt x="13537" y="2166"/>
                  </a:lnTo>
                  <a:lnTo>
                    <a:pt x="14078" y="1665"/>
                  </a:lnTo>
                  <a:lnTo>
                    <a:pt x="14580" y="1224"/>
                  </a:lnTo>
                  <a:lnTo>
                    <a:pt x="15041" y="863"/>
                  </a:lnTo>
                  <a:lnTo>
                    <a:pt x="15442" y="562"/>
                  </a:lnTo>
                  <a:lnTo>
                    <a:pt x="15442" y="562"/>
                  </a:lnTo>
                  <a:lnTo>
                    <a:pt x="15783" y="321"/>
                  </a:lnTo>
                  <a:lnTo>
                    <a:pt x="16064" y="141"/>
                  </a:lnTo>
                  <a:lnTo>
                    <a:pt x="16264" y="41"/>
                  </a:lnTo>
                  <a:lnTo>
                    <a:pt x="16344" y="21"/>
                  </a:lnTo>
                  <a:lnTo>
                    <a:pt x="16405" y="1"/>
                  </a:lnTo>
                  <a:lnTo>
                    <a:pt x="16405" y="1"/>
                  </a:lnTo>
                  <a:lnTo>
                    <a:pt x="16485" y="21"/>
                  </a:lnTo>
                  <a:lnTo>
                    <a:pt x="16605" y="61"/>
                  </a:lnTo>
                  <a:lnTo>
                    <a:pt x="16906" y="221"/>
                  </a:lnTo>
                  <a:lnTo>
                    <a:pt x="17307" y="482"/>
                  </a:lnTo>
                  <a:lnTo>
                    <a:pt x="17788" y="863"/>
                  </a:lnTo>
                  <a:lnTo>
                    <a:pt x="18370" y="1344"/>
                  </a:lnTo>
                  <a:lnTo>
                    <a:pt x="19012" y="1906"/>
                  </a:lnTo>
                  <a:lnTo>
                    <a:pt x="19734" y="2588"/>
                  </a:lnTo>
                  <a:lnTo>
                    <a:pt x="20496" y="3350"/>
                  </a:lnTo>
                  <a:lnTo>
                    <a:pt x="21298" y="4232"/>
                  </a:lnTo>
                  <a:lnTo>
                    <a:pt x="22140" y="5195"/>
                  </a:lnTo>
                  <a:lnTo>
                    <a:pt x="23003" y="6238"/>
                  </a:lnTo>
                  <a:lnTo>
                    <a:pt x="23885" y="7401"/>
                  </a:lnTo>
                  <a:lnTo>
                    <a:pt x="24346" y="8002"/>
                  </a:lnTo>
                  <a:lnTo>
                    <a:pt x="24787" y="8644"/>
                  </a:lnTo>
                  <a:lnTo>
                    <a:pt x="25229" y="9286"/>
                  </a:lnTo>
                  <a:lnTo>
                    <a:pt x="25670" y="9968"/>
                  </a:lnTo>
                  <a:lnTo>
                    <a:pt x="26111" y="10670"/>
                  </a:lnTo>
                  <a:lnTo>
                    <a:pt x="26552" y="11392"/>
                  </a:lnTo>
                  <a:lnTo>
                    <a:pt x="26973" y="12134"/>
                  </a:lnTo>
                  <a:lnTo>
                    <a:pt x="27415" y="12896"/>
                  </a:lnTo>
                  <a:lnTo>
                    <a:pt x="27415" y="12896"/>
                  </a:lnTo>
                  <a:lnTo>
                    <a:pt x="27755" y="13537"/>
                  </a:lnTo>
                  <a:lnTo>
                    <a:pt x="28096" y="14219"/>
                  </a:lnTo>
                  <a:lnTo>
                    <a:pt x="28437" y="14901"/>
                  </a:lnTo>
                  <a:lnTo>
                    <a:pt x="28778" y="15583"/>
                  </a:lnTo>
                  <a:lnTo>
                    <a:pt x="28778" y="15583"/>
                  </a:lnTo>
                  <a:lnTo>
                    <a:pt x="29199" y="16546"/>
                  </a:lnTo>
                  <a:lnTo>
                    <a:pt x="29621" y="17528"/>
                  </a:lnTo>
                  <a:lnTo>
                    <a:pt x="30002" y="18531"/>
                  </a:lnTo>
                  <a:lnTo>
                    <a:pt x="30383" y="19554"/>
                  </a:lnTo>
                  <a:lnTo>
                    <a:pt x="30744" y="20617"/>
                  </a:lnTo>
                  <a:lnTo>
                    <a:pt x="31085" y="21680"/>
                  </a:lnTo>
                  <a:lnTo>
                    <a:pt x="31385" y="22783"/>
                  </a:lnTo>
                  <a:lnTo>
                    <a:pt x="31666" y="23906"/>
                  </a:lnTo>
                  <a:lnTo>
                    <a:pt x="31927" y="25069"/>
                  </a:lnTo>
                  <a:lnTo>
                    <a:pt x="32147" y="26232"/>
                  </a:lnTo>
                  <a:lnTo>
                    <a:pt x="32348" y="27435"/>
                  </a:lnTo>
                  <a:lnTo>
                    <a:pt x="32508" y="28659"/>
                  </a:lnTo>
                  <a:lnTo>
                    <a:pt x="32649" y="29882"/>
                  </a:lnTo>
                  <a:lnTo>
                    <a:pt x="32749" y="31145"/>
                  </a:lnTo>
                  <a:lnTo>
                    <a:pt x="32789" y="32429"/>
                  </a:lnTo>
                  <a:lnTo>
                    <a:pt x="32829" y="33752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7879;p38">
              <a:extLst>
                <a:ext uri="{FF2B5EF4-FFF2-40B4-BE49-F238E27FC236}">
                  <a16:creationId xmlns:a16="http://schemas.microsoft.com/office/drawing/2014/main" id="{5E7EDFBD-ADC8-78D7-E4DA-C000A5082938}"/>
                </a:ext>
              </a:extLst>
            </p:cNvPr>
            <p:cNvSpPr/>
            <p:nvPr/>
          </p:nvSpPr>
          <p:spPr>
            <a:xfrm>
              <a:off x="11342050" y="3810625"/>
              <a:ext cx="618200" cy="476325"/>
            </a:xfrm>
            <a:custGeom>
              <a:avLst/>
              <a:gdLst/>
              <a:ahLst/>
              <a:cxnLst/>
              <a:rect l="l" t="t" r="r" b="b"/>
              <a:pathLst>
                <a:path w="24728" h="19053" extrusionOk="0">
                  <a:moveTo>
                    <a:pt x="12354" y="1"/>
                  </a:moveTo>
                  <a:lnTo>
                    <a:pt x="12273" y="21"/>
                  </a:lnTo>
                  <a:lnTo>
                    <a:pt x="12173" y="61"/>
                  </a:lnTo>
                  <a:lnTo>
                    <a:pt x="11872" y="221"/>
                  </a:lnTo>
                  <a:lnTo>
                    <a:pt x="11471" y="482"/>
                  </a:lnTo>
                  <a:lnTo>
                    <a:pt x="10970" y="863"/>
                  </a:lnTo>
                  <a:lnTo>
                    <a:pt x="10408" y="1324"/>
                  </a:lnTo>
                  <a:lnTo>
                    <a:pt x="9767" y="1906"/>
                  </a:lnTo>
                  <a:lnTo>
                    <a:pt x="9045" y="2588"/>
                  </a:lnTo>
                  <a:lnTo>
                    <a:pt x="8283" y="3350"/>
                  </a:lnTo>
                  <a:lnTo>
                    <a:pt x="7480" y="4232"/>
                  </a:lnTo>
                  <a:lnTo>
                    <a:pt x="6638" y="5195"/>
                  </a:lnTo>
                  <a:lnTo>
                    <a:pt x="5776" y="6238"/>
                  </a:lnTo>
                  <a:lnTo>
                    <a:pt x="4893" y="7401"/>
                  </a:lnTo>
                  <a:lnTo>
                    <a:pt x="4432" y="8002"/>
                  </a:lnTo>
                  <a:lnTo>
                    <a:pt x="3991" y="8644"/>
                  </a:lnTo>
                  <a:lnTo>
                    <a:pt x="3550" y="9286"/>
                  </a:lnTo>
                  <a:lnTo>
                    <a:pt x="3109" y="9968"/>
                  </a:lnTo>
                  <a:lnTo>
                    <a:pt x="2667" y="10670"/>
                  </a:lnTo>
                  <a:lnTo>
                    <a:pt x="2226" y="11392"/>
                  </a:lnTo>
                  <a:lnTo>
                    <a:pt x="1785" y="12114"/>
                  </a:lnTo>
                  <a:lnTo>
                    <a:pt x="1364" y="12876"/>
                  </a:lnTo>
                  <a:lnTo>
                    <a:pt x="1023" y="13537"/>
                  </a:lnTo>
                  <a:lnTo>
                    <a:pt x="662" y="14199"/>
                  </a:lnTo>
                  <a:lnTo>
                    <a:pt x="341" y="14901"/>
                  </a:lnTo>
                  <a:lnTo>
                    <a:pt x="0" y="15583"/>
                  </a:lnTo>
                  <a:lnTo>
                    <a:pt x="622" y="15984"/>
                  </a:lnTo>
                  <a:lnTo>
                    <a:pt x="1264" y="16365"/>
                  </a:lnTo>
                  <a:lnTo>
                    <a:pt x="1925" y="16706"/>
                  </a:lnTo>
                  <a:lnTo>
                    <a:pt x="2607" y="17027"/>
                  </a:lnTo>
                  <a:lnTo>
                    <a:pt x="3329" y="17348"/>
                  </a:lnTo>
                  <a:lnTo>
                    <a:pt x="4051" y="17629"/>
                  </a:lnTo>
                  <a:lnTo>
                    <a:pt x="4813" y="17889"/>
                  </a:lnTo>
                  <a:lnTo>
                    <a:pt x="5575" y="18130"/>
                  </a:lnTo>
                  <a:lnTo>
                    <a:pt x="6377" y="18330"/>
                  </a:lnTo>
                  <a:lnTo>
                    <a:pt x="7180" y="18531"/>
                  </a:lnTo>
                  <a:lnTo>
                    <a:pt x="8022" y="18671"/>
                  </a:lnTo>
                  <a:lnTo>
                    <a:pt x="8864" y="18812"/>
                  </a:lnTo>
                  <a:lnTo>
                    <a:pt x="9706" y="18912"/>
                  </a:lnTo>
                  <a:lnTo>
                    <a:pt x="10589" y="18992"/>
                  </a:lnTo>
                  <a:lnTo>
                    <a:pt x="11471" y="19032"/>
                  </a:lnTo>
                  <a:lnTo>
                    <a:pt x="12354" y="19052"/>
                  </a:lnTo>
                  <a:lnTo>
                    <a:pt x="13256" y="19032"/>
                  </a:lnTo>
                  <a:lnTo>
                    <a:pt x="14138" y="18992"/>
                  </a:lnTo>
                  <a:lnTo>
                    <a:pt x="15001" y="18912"/>
                  </a:lnTo>
                  <a:lnTo>
                    <a:pt x="15863" y="18812"/>
                  </a:lnTo>
                  <a:lnTo>
                    <a:pt x="16705" y="18671"/>
                  </a:lnTo>
                  <a:lnTo>
                    <a:pt x="17528" y="18531"/>
                  </a:lnTo>
                  <a:lnTo>
                    <a:pt x="18350" y="18330"/>
                  </a:lnTo>
                  <a:lnTo>
                    <a:pt x="19132" y="18130"/>
                  </a:lnTo>
                  <a:lnTo>
                    <a:pt x="19914" y="17889"/>
                  </a:lnTo>
                  <a:lnTo>
                    <a:pt x="20676" y="17629"/>
                  </a:lnTo>
                  <a:lnTo>
                    <a:pt x="21398" y="17348"/>
                  </a:lnTo>
                  <a:lnTo>
                    <a:pt x="22120" y="17027"/>
                  </a:lnTo>
                  <a:lnTo>
                    <a:pt x="22802" y="16706"/>
                  </a:lnTo>
                  <a:lnTo>
                    <a:pt x="23464" y="16365"/>
                  </a:lnTo>
                  <a:lnTo>
                    <a:pt x="24106" y="15984"/>
                  </a:lnTo>
                  <a:lnTo>
                    <a:pt x="24727" y="15583"/>
                  </a:lnTo>
                  <a:lnTo>
                    <a:pt x="24386" y="14901"/>
                  </a:lnTo>
                  <a:lnTo>
                    <a:pt x="24045" y="14219"/>
                  </a:lnTo>
                  <a:lnTo>
                    <a:pt x="23704" y="13537"/>
                  </a:lnTo>
                  <a:lnTo>
                    <a:pt x="23364" y="12896"/>
                  </a:lnTo>
                  <a:lnTo>
                    <a:pt x="22922" y="12134"/>
                  </a:lnTo>
                  <a:lnTo>
                    <a:pt x="22501" y="11392"/>
                  </a:lnTo>
                  <a:lnTo>
                    <a:pt x="22060" y="10670"/>
                  </a:lnTo>
                  <a:lnTo>
                    <a:pt x="21619" y="9968"/>
                  </a:lnTo>
                  <a:lnTo>
                    <a:pt x="21178" y="9286"/>
                  </a:lnTo>
                  <a:lnTo>
                    <a:pt x="20736" y="8644"/>
                  </a:lnTo>
                  <a:lnTo>
                    <a:pt x="20275" y="8002"/>
                  </a:lnTo>
                  <a:lnTo>
                    <a:pt x="19834" y="7401"/>
                  </a:lnTo>
                  <a:lnTo>
                    <a:pt x="18952" y="6238"/>
                  </a:lnTo>
                  <a:lnTo>
                    <a:pt x="18089" y="5195"/>
                  </a:lnTo>
                  <a:lnTo>
                    <a:pt x="17247" y="4232"/>
                  </a:lnTo>
                  <a:lnTo>
                    <a:pt x="16445" y="3350"/>
                  </a:lnTo>
                  <a:lnTo>
                    <a:pt x="15663" y="2588"/>
                  </a:lnTo>
                  <a:lnTo>
                    <a:pt x="14961" y="1906"/>
                  </a:lnTo>
                  <a:lnTo>
                    <a:pt x="14319" y="1324"/>
                  </a:lnTo>
                  <a:lnTo>
                    <a:pt x="13737" y="863"/>
                  </a:lnTo>
                  <a:lnTo>
                    <a:pt x="13256" y="482"/>
                  </a:lnTo>
                  <a:lnTo>
                    <a:pt x="12855" y="221"/>
                  </a:lnTo>
                  <a:lnTo>
                    <a:pt x="12554" y="61"/>
                  </a:lnTo>
                  <a:lnTo>
                    <a:pt x="12434" y="21"/>
                  </a:lnTo>
                  <a:lnTo>
                    <a:pt x="1235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7880;p38">
              <a:extLst>
                <a:ext uri="{FF2B5EF4-FFF2-40B4-BE49-F238E27FC236}">
                  <a16:creationId xmlns:a16="http://schemas.microsoft.com/office/drawing/2014/main" id="{744A5CD6-9B8F-1ACB-EF00-2714ECAB78FB}"/>
                </a:ext>
              </a:extLst>
            </p:cNvPr>
            <p:cNvSpPr/>
            <p:nvPr/>
          </p:nvSpPr>
          <p:spPr>
            <a:xfrm>
              <a:off x="11342050" y="3810625"/>
              <a:ext cx="618200" cy="476325"/>
            </a:xfrm>
            <a:custGeom>
              <a:avLst/>
              <a:gdLst/>
              <a:ahLst/>
              <a:cxnLst/>
              <a:rect l="l" t="t" r="r" b="b"/>
              <a:pathLst>
                <a:path w="24728" h="19053" fill="none" extrusionOk="0">
                  <a:moveTo>
                    <a:pt x="24727" y="15583"/>
                  </a:moveTo>
                  <a:lnTo>
                    <a:pt x="24727" y="15583"/>
                  </a:lnTo>
                  <a:lnTo>
                    <a:pt x="24106" y="15984"/>
                  </a:lnTo>
                  <a:lnTo>
                    <a:pt x="23464" y="16365"/>
                  </a:lnTo>
                  <a:lnTo>
                    <a:pt x="22802" y="16706"/>
                  </a:lnTo>
                  <a:lnTo>
                    <a:pt x="22120" y="17027"/>
                  </a:lnTo>
                  <a:lnTo>
                    <a:pt x="21398" y="17348"/>
                  </a:lnTo>
                  <a:lnTo>
                    <a:pt x="20676" y="17629"/>
                  </a:lnTo>
                  <a:lnTo>
                    <a:pt x="19914" y="17889"/>
                  </a:lnTo>
                  <a:lnTo>
                    <a:pt x="19132" y="18130"/>
                  </a:lnTo>
                  <a:lnTo>
                    <a:pt x="18350" y="18330"/>
                  </a:lnTo>
                  <a:lnTo>
                    <a:pt x="17528" y="18531"/>
                  </a:lnTo>
                  <a:lnTo>
                    <a:pt x="16705" y="18671"/>
                  </a:lnTo>
                  <a:lnTo>
                    <a:pt x="15863" y="18812"/>
                  </a:lnTo>
                  <a:lnTo>
                    <a:pt x="15001" y="18912"/>
                  </a:lnTo>
                  <a:lnTo>
                    <a:pt x="14138" y="18992"/>
                  </a:lnTo>
                  <a:lnTo>
                    <a:pt x="13256" y="19032"/>
                  </a:lnTo>
                  <a:lnTo>
                    <a:pt x="12354" y="19052"/>
                  </a:lnTo>
                  <a:lnTo>
                    <a:pt x="12354" y="19052"/>
                  </a:lnTo>
                  <a:lnTo>
                    <a:pt x="11471" y="19032"/>
                  </a:lnTo>
                  <a:lnTo>
                    <a:pt x="10589" y="18992"/>
                  </a:lnTo>
                  <a:lnTo>
                    <a:pt x="9706" y="18912"/>
                  </a:lnTo>
                  <a:lnTo>
                    <a:pt x="8864" y="18812"/>
                  </a:lnTo>
                  <a:lnTo>
                    <a:pt x="8022" y="18671"/>
                  </a:lnTo>
                  <a:lnTo>
                    <a:pt x="7180" y="18531"/>
                  </a:lnTo>
                  <a:lnTo>
                    <a:pt x="6377" y="18330"/>
                  </a:lnTo>
                  <a:lnTo>
                    <a:pt x="5575" y="18130"/>
                  </a:lnTo>
                  <a:lnTo>
                    <a:pt x="4813" y="17889"/>
                  </a:lnTo>
                  <a:lnTo>
                    <a:pt x="4051" y="17629"/>
                  </a:lnTo>
                  <a:lnTo>
                    <a:pt x="3329" y="17348"/>
                  </a:lnTo>
                  <a:lnTo>
                    <a:pt x="2607" y="17027"/>
                  </a:lnTo>
                  <a:lnTo>
                    <a:pt x="1925" y="16706"/>
                  </a:lnTo>
                  <a:lnTo>
                    <a:pt x="1264" y="16365"/>
                  </a:lnTo>
                  <a:lnTo>
                    <a:pt x="622" y="15984"/>
                  </a:lnTo>
                  <a:lnTo>
                    <a:pt x="0" y="15583"/>
                  </a:lnTo>
                  <a:lnTo>
                    <a:pt x="0" y="15583"/>
                  </a:lnTo>
                  <a:lnTo>
                    <a:pt x="341" y="14901"/>
                  </a:lnTo>
                  <a:lnTo>
                    <a:pt x="662" y="14199"/>
                  </a:lnTo>
                  <a:lnTo>
                    <a:pt x="1023" y="13537"/>
                  </a:lnTo>
                  <a:lnTo>
                    <a:pt x="1364" y="12876"/>
                  </a:lnTo>
                  <a:lnTo>
                    <a:pt x="1364" y="12876"/>
                  </a:lnTo>
                  <a:lnTo>
                    <a:pt x="1785" y="12114"/>
                  </a:lnTo>
                  <a:lnTo>
                    <a:pt x="2226" y="11392"/>
                  </a:lnTo>
                  <a:lnTo>
                    <a:pt x="2667" y="10670"/>
                  </a:lnTo>
                  <a:lnTo>
                    <a:pt x="3109" y="9968"/>
                  </a:lnTo>
                  <a:lnTo>
                    <a:pt x="3550" y="9286"/>
                  </a:lnTo>
                  <a:lnTo>
                    <a:pt x="3991" y="8644"/>
                  </a:lnTo>
                  <a:lnTo>
                    <a:pt x="4432" y="8002"/>
                  </a:lnTo>
                  <a:lnTo>
                    <a:pt x="4893" y="7401"/>
                  </a:lnTo>
                  <a:lnTo>
                    <a:pt x="5776" y="6238"/>
                  </a:lnTo>
                  <a:lnTo>
                    <a:pt x="6638" y="5195"/>
                  </a:lnTo>
                  <a:lnTo>
                    <a:pt x="7480" y="4232"/>
                  </a:lnTo>
                  <a:lnTo>
                    <a:pt x="8283" y="3350"/>
                  </a:lnTo>
                  <a:lnTo>
                    <a:pt x="9045" y="2588"/>
                  </a:lnTo>
                  <a:lnTo>
                    <a:pt x="9767" y="1906"/>
                  </a:lnTo>
                  <a:lnTo>
                    <a:pt x="10408" y="1324"/>
                  </a:lnTo>
                  <a:lnTo>
                    <a:pt x="10970" y="863"/>
                  </a:lnTo>
                  <a:lnTo>
                    <a:pt x="11471" y="482"/>
                  </a:lnTo>
                  <a:lnTo>
                    <a:pt x="11872" y="221"/>
                  </a:lnTo>
                  <a:lnTo>
                    <a:pt x="12173" y="61"/>
                  </a:lnTo>
                  <a:lnTo>
                    <a:pt x="12273" y="21"/>
                  </a:lnTo>
                  <a:lnTo>
                    <a:pt x="12354" y="1"/>
                  </a:lnTo>
                  <a:lnTo>
                    <a:pt x="12354" y="1"/>
                  </a:lnTo>
                  <a:lnTo>
                    <a:pt x="12434" y="21"/>
                  </a:lnTo>
                  <a:lnTo>
                    <a:pt x="12554" y="61"/>
                  </a:lnTo>
                  <a:lnTo>
                    <a:pt x="12855" y="221"/>
                  </a:lnTo>
                  <a:lnTo>
                    <a:pt x="13256" y="482"/>
                  </a:lnTo>
                  <a:lnTo>
                    <a:pt x="13737" y="863"/>
                  </a:lnTo>
                  <a:lnTo>
                    <a:pt x="14319" y="1324"/>
                  </a:lnTo>
                  <a:lnTo>
                    <a:pt x="14961" y="1906"/>
                  </a:lnTo>
                  <a:lnTo>
                    <a:pt x="15663" y="2588"/>
                  </a:lnTo>
                  <a:lnTo>
                    <a:pt x="16445" y="3350"/>
                  </a:lnTo>
                  <a:lnTo>
                    <a:pt x="17247" y="4232"/>
                  </a:lnTo>
                  <a:lnTo>
                    <a:pt x="18089" y="5195"/>
                  </a:lnTo>
                  <a:lnTo>
                    <a:pt x="18952" y="6238"/>
                  </a:lnTo>
                  <a:lnTo>
                    <a:pt x="19834" y="7401"/>
                  </a:lnTo>
                  <a:lnTo>
                    <a:pt x="20275" y="8002"/>
                  </a:lnTo>
                  <a:lnTo>
                    <a:pt x="20736" y="8644"/>
                  </a:lnTo>
                  <a:lnTo>
                    <a:pt x="21178" y="9286"/>
                  </a:lnTo>
                  <a:lnTo>
                    <a:pt x="21619" y="9968"/>
                  </a:lnTo>
                  <a:lnTo>
                    <a:pt x="22060" y="10670"/>
                  </a:lnTo>
                  <a:lnTo>
                    <a:pt x="22501" y="11392"/>
                  </a:lnTo>
                  <a:lnTo>
                    <a:pt x="22922" y="12134"/>
                  </a:lnTo>
                  <a:lnTo>
                    <a:pt x="23364" y="12896"/>
                  </a:lnTo>
                  <a:lnTo>
                    <a:pt x="23364" y="12896"/>
                  </a:lnTo>
                  <a:lnTo>
                    <a:pt x="23704" y="13537"/>
                  </a:lnTo>
                  <a:lnTo>
                    <a:pt x="24045" y="14219"/>
                  </a:lnTo>
                  <a:lnTo>
                    <a:pt x="24386" y="14901"/>
                  </a:lnTo>
                  <a:lnTo>
                    <a:pt x="24727" y="1558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7881;p38">
              <a:extLst>
                <a:ext uri="{FF2B5EF4-FFF2-40B4-BE49-F238E27FC236}">
                  <a16:creationId xmlns:a16="http://schemas.microsoft.com/office/drawing/2014/main" id="{CD24D241-7E87-B391-3D52-2ABB5DE2001D}"/>
                </a:ext>
              </a:extLst>
            </p:cNvPr>
            <p:cNvSpPr/>
            <p:nvPr/>
          </p:nvSpPr>
          <p:spPr>
            <a:xfrm>
              <a:off x="11376125" y="3810625"/>
              <a:ext cx="550025" cy="413150"/>
            </a:xfrm>
            <a:custGeom>
              <a:avLst/>
              <a:gdLst/>
              <a:ahLst/>
              <a:cxnLst/>
              <a:rect l="l" t="t" r="r" b="b"/>
              <a:pathLst>
                <a:path w="22001" h="16526" extrusionOk="0">
                  <a:moveTo>
                    <a:pt x="10991" y="1"/>
                  </a:moveTo>
                  <a:lnTo>
                    <a:pt x="10910" y="21"/>
                  </a:lnTo>
                  <a:lnTo>
                    <a:pt x="10810" y="61"/>
                  </a:lnTo>
                  <a:lnTo>
                    <a:pt x="10509" y="221"/>
                  </a:lnTo>
                  <a:lnTo>
                    <a:pt x="10108" y="482"/>
                  </a:lnTo>
                  <a:lnTo>
                    <a:pt x="9607" y="863"/>
                  </a:lnTo>
                  <a:lnTo>
                    <a:pt x="9045" y="1324"/>
                  </a:lnTo>
                  <a:lnTo>
                    <a:pt x="8404" y="1906"/>
                  </a:lnTo>
                  <a:lnTo>
                    <a:pt x="7682" y="2588"/>
                  </a:lnTo>
                  <a:lnTo>
                    <a:pt x="6920" y="3350"/>
                  </a:lnTo>
                  <a:lnTo>
                    <a:pt x="6117" y="4232"/>
                  </a:lnTo>
                  <a:lnTo>
                    <a:pt x="5275" y="5195"/>
                  </a:lnTo>
                  <a:lnTo>
                    <a:pt x="4413" y="6238"/>
                  </a:lnTo>
                  <a:lnTo>
                    <a:pt x="3530" y="7401"/>
                  </a:lnTo>
                  <a:lnTo>
                    <a:pt x="3069" y="8002"/>
                  </a:lnTo>
                  <a:lnTo>
                    <a:pt x="2628" y="8644"/>
                  </a:lnTo>
                  <a:lnTo>
                    <a:pt x="2187" y="9286"/>
                  </a:lnTo>
                  <a:lnTo>
                    <a:pt x="1746" y="9968"/>
                  </a:lnTo>
                  <a:lnTo>
                    <a:pt x="1304" y="10670"/>
                  </a:lnTo>
                  <a:lnTo>
                    <a:pt x="863" y="11392"/>
                  </a:lnTo>
                  <a:lnTo>
                    <a:pt x="422" y="12114"/>
                  </a:lnTo>
                  <a:lnTo>
                    <a:pt x="1" y="12876"/>
                  </a:lnTo>
                  <a:lnTo>
                    <a:pt x="502" y="13297"/>
                  </a:lnTo>
                  <a:lnTo>
                    <a:pt x="1044" y="13678"/>
                  </a:lnTo>
                  <a:lnTo>
                    <a:pt x="1605" y="14039"/>
                  </a:lnTo>
                  <a:lnTo>
                    <a:pt x="2187" y="14380"/>
                  </a:lnTo>
                  <a:lnTo>
                    <a:pt x="2808" y="14701"/>
                  </a:lnTo>
                  <a:lnTo>
                    <a:pt x="3450" y="15001"/>
                  </a:lnTo>
                  <a:lnTo>
                    <a:pt x="4112" y="15282"/>
                  </a:lnTo>
                  <a:lnTo>
                    <a:pt x="4814" y="15523"/>
                  </a:lnTo>
                  <a:lnTo>
                    <a:pt x="5516" y="15763"/>
                  </a:lnTo>
                  <a:lnTo>
                    <a:pt x="6258" y="15944"/>
                  </a:lnTo>
                  <a:lnTo>
                    <a:pt x="7000" y="16124"/>
                  </a:lnTo>
                  <a:lnTo>
                    <a:pt x="7782" y="16265"/>
                  </a:lnTo>
                  <a:lnTo>
                    <a:pt x="8564" y="16365"/>
                  </a:lnTo>
                  <a:lnTo>
                    <a:pt x="9366" y="16445"/>
                  </a:lnTo>
                  <a:lnTo>
                    <a:pt x="10168" y="16505"/>
                  </a:lnTo>
                  <a:lnTo>
                    <a:pt x="10991" y="16526"/>
                  </a:lnTo>
                  <a:lnTo>
                    <a:pt x="11833" y="16505"/>
                  </a:lnTo>
                  <a:lnTo>
                    <a:pt x="12635" y="16445"/>
                  </a:lnTo>
                  <a:lnTo>
                    <a:pt x="13437" y="16365"/>
                  </a:lnTo>
                  <a:lnTo>
                    <a:pt x="14219" y="16265"/>
                  </a:lnTo>
                  <a:lnTo>
                    <a:pt x="14981" y="16124"/>
                  </a:lnTo>
                  <a:lnTo>
                    <a:pt x="15744" y="15944"/>
                  </a:lnTo>
                  <a:lnTo>
                    <a:pt x="16466" y="15763"/>
                  </a:lnTo>
                  <a:lnTo>
                    <a:pt x="17187" y="15523"/>
                  </a:lnTo>
                  <a:lnTo>
                    <a:pt x="17869" y="15282"/>
                  </a:lnTo>
                  <a:lnTo>
                    <a:pt x="18551" y="15001"/>
                  </a:lnTo>
                  <a:lnTo>
                    <a:pt x="19193" y="14721"/>
                  </a:lnTo>
                  <a:lnTo>
                    <a:pt x="19795" y="14380"/>
                  </a:lnTo>
                  <a:lnTo>
                    <a:pt x="20396" y="14039"/>
                  </a:lnTo>
                  <a:lnTo>
                    <a:pt x="20958" y="13678"/>
                  </a:lnTo>
                  <a:lnTo>
                    <a:pt x="21499" y="13297"/>
                  </a:lnTo>
                  <a:lnTo>
                    <a:pt x="22001" y="12896"/>
                  </a:lnTo>
                  <a:lnTo>
                    <a:pt x="21559" y="12134"/>
                  </a:lnTo>
                  <a:lnTo>
                    <a:pt x="21138" y="11392"/>
                  </a:lnTo>
                  <a:lnTo>
                    <a:pt x="20697" y="10670"/>
                  </a:lnTo>
                  <a:lnTo>
                    <a:pt x="20256" y="9968"/>
                  </a:lnTo>
                  <a:lnTo>
                    <a:pt x="19815" y="9286"/>
                  </a:lnTo>
                  <a:lnTo>
                    <a:pt x="19373" y="8644"/>
                  </a:lnTo>
                  <a:lnTo>
                    <a:pt x="18912" y="8002"/>
                  </a:lnTo>
                  <a:lnTo>
                    <a:pt x="18471" y="7401"/>
                  </a:lnTo>
                  <a:lnTo>
                    <a:pt x="17589" y="6238"/>
                  </a:lnTo>
                  <a:lnTo>
                    <a:pt x="16726" y="5195"/>
                  </a:lnTo>
                  <a:lnTo>
                    <a:pt x="15884" y="4232"/>
                  </a:lnTo>
                  <a:lnTo>
                    <a:pt x="15082" y="3350"/>
                  </a:lnTo>
                  <a:lnTo>
                    <a:pt x="14300" y="2588"/>
                  </a:lnTo>
                  <a:lnTo>
                    <a:pt x="13598" y="1906"/>
                  </a:lnTo>
                  <a:lnTo>
                    <a:pt x="12956" y="1324"/>
                  </a:lnTo>
                  <a:lnTo>
                    <a:pt x="12374" y="863"/>
                  </a:lnTo>
                  <a:lnTo>
                    <a:pt x="11893" y="482"/>
                  </a:lnTo>
                  <a:lnTo>
                    <a:pt x="11492" y="221"/>
                  </a:lnTo>
                  <a:lnTo>
                    <a:pt x="11191" y="61"/>
                  </a:lnTo>
                  <a:lnTo>
                    <a:pt x="11071" y="21"/>
                  </a:lnTo>
                  <a:lnTo>
                    <a:pt x="109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7882;p38">
              <a:extLst>
                <a:ext uri="{FF2B5EF4-FFF2-40B4-BE49-F238E27FC236}">
                  <a16:creationId xmlns:a16="http://schemas.microsoft.com/office/drawing/2014/main" id="{BBF4266A-40C1-06D9-149E-7947E3AF3E38}"/>
                </a:ext>
              </a:extLst>
            </p:cNvPr>
            <p:cNvSpPr/>
            <p:nvPr/>
          </p:nvSpPr>
          <p:spPr>
            <a:xfrm>
              <a:off x="11376125" y="3810625"/>
              <a:ext cx="550025" cy="413150"/>
            </a:xfrm>
            <a:custGeom>
              <a:avLst/>
              <a:gdLst/>
              <a:ahLst/>
              <a:cxnLst/>
              <a:rect l="l" t="t" r="r" b="b"/>
              <a:pathLst>
                <a:path w="22001" h="16526" fill="none" extrusionOk="0">
                  <a:moveTo>
                    <a:pt x="22001" y="12896"/>
                  </a:moveTo>
                  <a:lnTo>
                    <a:pt x="22001" y="12896"/>
                  </a:lnTo>
                  <a:lnTo>
                    <a:pt x="21499" y="13297"/>
                  </a:lnTo>
                  <a:lnTo>
                    <a:pt x="20958" y="13678"/>
                  </a:lnTo>
                  <a:lnTo>
                    <a:pt x="20396" y="14039"/>
                  </a:lnTo>
                  <a:lnTo>
                    <a:pt x="19795" y="14380"/>
                  </a:lnTo>
                  <a:lnTo>
                    <a:pt x="19193" y="14721"/>
                  </a:lnTo>
                  <a:lnTo>
                    <a:pt x="18551" y="15001"/>
                  </a:lnTo>
                  <a:lnTo>
                    <a:pt x="17869" y="15282"/>
                  </a:lnTo>
                  <a:lnTo>
                    <a:pt x="17187" y="15523"/>
                  </a:lnTo>
                  <a:lnTo>
                    <a:pt x="16466" y="15763"/>
                  </a:lnTo>
                  <a:lnTo>
                    <a:pt x="15744" y="15944"/>
                  </a:lnTo>
                  <a:lnTo>
                    <a:pt x="14981" y="16124"/>
                  </a:lnTo>
                  <a:lnTo>
                    <a:pt x="14219" y="16265"/>
                  </a:lnTo>
                  <a:lnTo>
                    <a:pt x="13437" y="16365"/>
                  </a:lnTo>
                  <a:lnTo>
                    <a:pt x="12635" y="16445"/>
                  </a:lnTo>
                  <a:lnTo>
                    <a:pt x="11833" y="16505"/>
                  </a:lnTo>
                  <a:lnTo>
                    <a:pt x="10991" y="16526"/>
                  </a:lnTo>
                  <a:lnTo>
                    <a:pt x="10991" y="16526"/>
                  </a:lnTo>
                  <a:lnTo>
                    <a:pt x="10168" y="16505"/>
                  </a:lnTo>
                  <a:lnTo>
                    <a:pt x="9366" y="16445"/>
                  </a:lnTo>
                  <a:lnTo>
                    <a:pt x="8564" y="16365"/>
                  </a:lnTo>
                  <a:lnTo>
                    <a:pt x="7782" y="16265"/>
                  </a:lnTo>
                  <a:lnTo>
                    <a:pt x="7000" y="16124"/>
                  </a:lnTo>
                  <a:lnTo>
                    <a:pt x="6258" y="15944"/>
                  </a:lnTo>
                  <a:lnTo>
                    <a:pt x="5516" y="15763"/>
                  </a:lnTo>
                  <a:lnTo>
                    <a:pt x="4814" y="15523"/>
                  </a:lnTo>
                  <a:lnTo>
                    <a:pt x="4112" y="15282"/>
                  </a:lnTo>
                  <a:lnTo>
                    <a:pt x="3450" y="15001"/>
                  </a:lnTo>
                  <a:lnTo>
                    <a:pt x="2808" y="14701"/>
                  </a:lnTo>
                  <a:lnTo>
                    <a:pt x="2187" y="14380"/>
                  </a:lnTo>
                  <a:lnTo>
                    <a:pt x="1605" y="14039"/>
                  </a:lnTo>
                  <a:lnTo>
                    <a:pt x="1044" y="13678"/>
                  </a:lnTo>
                  <a:lnTo>
                    <a:pt x="502" y="13297"/>
                  </a:lnTo>
                  <a:lnTo>
                    <a:pt x="1" y="12876"/>
                  </a:lnTo>
                  <a:lnTo>
                    <a:pt x="1" y="12876"/>
                  </a:lnTo>
                  <a:lnTo>
                    <a:pt x="422" y="12114"/>
                  </a:lnTo>
                  <a:lnTo>
                    <a:pt x="863" y="11392"/>
                  </a:lnTo>
                  <a:lnTo>
                    <a:pt x="1304" y="10670"/>
                  </a:lnTo>
                  <a:lnTo>
                    <a:pt x="1746" y="9968"/>
                  </a:lnTo>
                  <a:lnTo>
                    <a:pt x="2187" y="9286"/>
                  </a:lnTo>
                  <a:lnTo>
                    <a:pt x="2628" y="8644"/>
                  </a:lnTo>
                  <a:lnTo>
                    <a:pt x="3069" y="8002"/>
                  </a:lnTo>
                  <a:lnTo>
                    <a:pt x="3530" y="7401"/>
                  </a:lnTo>
                  <a:lnTo>
                    <a:pt x="4413" y="6238"/>
                  </a:lnTo>
                  <a:lnTo>
                    <a:pt x="5275" y="5195"/>
                  </a:lnTo>
                  <a:lnTo>
                    <a:pt x="6117" y="4232"/>
                  </a:lnTo>
                  <a:lnTo>
                    <a:pt x="6920" y="3350"/>
                  </a:lnTo>
                  <a:lnTo>
                    <a:pt x="7682" y="2588"/>
                  </a:lnTo>
                  <a:lnTo>
                    <a:pt x="8404" y="1906"/>
                  </a:lnTo>
                  <a:lnTo>
                    <a:pt x="9045" y="1324"/>
                  </a:lnTo>
                  <a:lnTo>
                    <a:pt x="9607" y="863"/>
                  </a:lnTo>
                  <a:lnTo>
                    <a:pt x="10108" y="482"/>
                  </a:lnTo>
                  <a:lnTo>
                    <a:pt x="10509" y="221"/>
                  </a:lnTo>
                  <a:lnTo>
                    <a:pt x="10810" y="61"/>
                  </a:lnTo>
                  <a:lnTo>
                    <a:pt x="10910" y="21"/>
                  </a:lnTo>
                  <a:lnTo>
                    <a:pt x="10991" y="1"/>
                  </a:lnTo>
                  <a:lnTo>
                    <a:pt x="10991" y="1"/>
                  </a:lnTo>
                  <a:lnTo>
                    <a:pt x="11071" y="21"/>
                  </a:lnTo>
                  <a:lnTo>
                    <a:pt x="11191" y="61"/>
                  </a:lnTo>
                  <a:lnTo>
                    <a:pt x="11492" y="221"/>
                  </a:lnTo>
                  <a:lnTo>
                    <a:pt x="11893" y="482"/>
                  </a:lnTo>
                  <a:lnTo>
                    <a:pt x="12374" y="863"/>
                  </a:lnTo>
                  <a:lnTo>
                    <a:pt x="12956" y="1324"/>
                  </a:lnTo>
                  <a:lnTo>
                    <a:pt x="13598" y="1906"/>
                  </a:lnTo>
                  <a:lnTo>
                    <a:pt x="14300" y="2588"/>
                  </a:lnTo>
                  <a:lnTo>
                    <a:pt x="15082" y="3350"/>
                  </a:lnTo>
                  <a:lnTo>
                    <a:pt x="15884" y="4232"/>
                  </a:lnTo>
                  <a:lnTo>
                    <a:pt x="16726" y="5195"/>
                  </a:lnTo>
                  <a:lnTo>
                    <a:pt x="17589" y="6238"/>
                  </a:lnTo>
                  <a:lnTo>
                    <a:pt x="18471" y="7401"/>
                  </a:lnTo>
                  <a:lnTo>
                    <a:pt x="18912" y="8002"/>
                  </a:lnTo>
                  <a:lnTo>
                    <a:pt x="19373" y="8644"/>
                  </a:lnTo>
                  <a:lnTo>
                    <a:pt x="19815" y="9286"/>
                  </a:lnTo>
                  <a:lnTo>
                    <a:pt x="20256" y="9968"/>
                  </a:lnTo>
                  <a:lnTo>
                    <a:pt x="20697" y="10670"/>
                  </a:lnTo>
                  <a:lnTo>
                    <a:pt x="21138" y="11392"/>
                  </a:lnTo>
                  <a:lnTo>
                    <a:pt x="21559" y="12134"/>
                  </a:lnTo>
                  <a:lnTo>
                    <a:pt x="22001" y="12896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7883;p38">
              <a:extLst>
                <a:ext uri="{FF2B5EF4-FFF2-40B4-BE49-F238E27FC236}">
                  <a16:creationId xmlns:a16="http://schemas.microsoft.com/office/drawing/2014/main" id="{D482F5E7-C3F0-D0E1-C123-AA62BCB1B332}"/>
                </a:ext>
              </a:extLst>
            </p:cNvPr>
            <p:cNvSpPr/>
            <p:nvPr/>
          </p:nvSpPr>
          <p:spPr>
            <a:xfrm>
              <a:off x="11448325" y="4016675"/>
              <a:ext cx="525" cy="550"/>
            </a:xfrm>
            <a:custGeom>
              <a:avLst/>
              <a:gdLst/>
              <a:ahLst/>
              <a:cxnLst/>
              <a:rect l="l" t="t" r="r" b="b"/>
              <a:pathLst>
                <a:path w="21" h="22" extrusionOk="0">
                  <a:moveTo>
                    <a:pt x="21" y="1"/>
                  </a:moveTo>
                  <a:lnTo>
                    <a:pt x="2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97B4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7884;p38">
              <a:extLst>
                <a:ext uri="{FF2B5EF4-FFF2-40B4-BE49-F238E27FC236}">
                  <a16:creationId xmlns:a16="http://schemas.microsoft.com/office/drawing/2014/main" id="{34F4C18F-5068-9E69-EA6A-FEE6E43254C4}"/>
                </a:ext>
              </a:extLst>
            </p:cNvPr>
            <p:cNvSpPr/>
            <p:nvPr/>
          </p:nvSpPr>
          <p:spPr>
            <a:xfrm>
              <a:off x="11448325" y="4016675"/>
              <a:ext cx="525" cy="550"/>
            </a:xfrm>
            <a:custGeom>
              <a:avLst/>
              <a:gdLst/>
              <a:ahLst/>
              <a:cxnLst/>
              <a:rect l="l" t="t" r="r" b="b"/>
              <a:pathLst>
                <a:path w="21" h="22" fill="none" extrusionOk="0">
                  <a:moveTo>
                    <a:pt x="21" y="1"/>
                  </a:moveTo>
                  <a:lnTo>
                    <a:pt x="2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7885;p38">
              <a:extLst>
                <a:ext uri="{FF2B5EF4-FFF2-40B4-BE49-F238E27FC236}">
                  <a16:creationId xmlns:a16="http://schemas.microsoft.com/office/drawing/2014/main" id="{8B8FA37E-02A5-7D80-B488-373C916B037B}"/>
                </a:ext>
              </a:extLst>
            </p:cNvPr>
            <p:cNvSpPr/>
            <p:nvPr/>
          </p:nvSpPr>
          <p:spPr>
            <a:xfrm>
              <a:off x="11240775" y="4132500"/>
              <a:ext cx="704425" cy="1044875"/>
            </a:xfrm>
            <a:custGeom>
              <a:avLst/>
              <a:gdLst/>
              <a:ahLst/>
              <a:cxnLst/>
              <a:rect l="l" t="t" r="r" b="b"/>
              <a:pathLst>
                <a:path w="28177" h="41795" extrusionOk="0">
                  <a:moveTo>
                    <a:pt x="5415" y="1"/>
                  </a:moveTo>
                  <a:lnTo>
                    <a:pt x="5054" y="662"/>
                  </a:lnTo>
                  <a:lnTo>
                    <a:pt x="4713" y="1324"/>
                  </a:lnTo>
                  <a:lnTo>
                    <a:pt x="4713" y="1324"/>
                  </a:lnTo>
                  <a:lnTo>
                    <a:pt x="5074" y="662"/>
                  </a:lnTo>
                  <a:lnTo>
                    <a:pt x="5415" y="1"/>
                  </a:lnTo>
                  <a:close/>
                  <a:moveTo>
                    <a:pt x="4713" y="1324"/>
                  </a:moveTo>
                  <a:lnTo>
                    <a:pt x="4372" y="2026"/>
                  </a:lnTo>
                  <a:lnTo>
                    <a:pt x="4051" y="2708"/>
                  </a:lnTo>
                  <a:lnTo>
                    <a:pt x="4051" y="2708"/>
                  </a:lnTo>
                  <a:lnTo>
                    <a:pt x="4392" y="2026"/>
                  </a:lnTo>
                  <a:lnTo>
                    <a:pt x="4713" y="1324"/>
                  </a:lnTo>
                  <a:close/>
                  <a:moveTo>
                    <a:pt x="4051" y="2708"/>
                  </a:moveTo>
                  <a:lnTo>
                    <a:pt x="3630" y="3671"/>
                  </a:lnTo>
                  <a:lnTo>
                    <a:pt x="3209" y="4653"/>
                  </a:lnTo>
                  <a:lnTo>
                    <a:pt x="2808" y="5656"/>
                  </a:lnTo>
                  <a:lnTo>
                    <a:pt x="2447" y="6679"/>
                  </a:lnTo>
                  <a:lnTo>
                    <a:pt x="2086" y="7742"/>
                  </a:lnTo>
                  <a:lnTo>
                    <a:pt x="1745" y="8805"/>
                  </a:lnTo>
                  <a:lnTo>
                    <a:pt x="1444" y="9908"/>
                  </a:lnTo>
                  <a:lnTo>
                    <a:pt x="1163" y="11031"/>
                  </a:lnTo>
                  <a:lnTo>
                    <a:pt x="903" y="12194"/>
                  </a:lnTo>
                  <a:lnTo>
                    <a:pt x="682" y="13357"/>
                  </a:lnTo>
                  <a:lnTo>
                    <a:pt x="481" y="14560"/>
                  </a:lnTo>
                  <a:lnTo>
                    <a:pt x="321" y="15784"/>
                  </a:lnTo>
                  <a:lnTo>
                    <a:pt x="181" y="17007"/>
                  </a:lnTo>
                  <a:lnTo>
                    <a:pt x="80" y="18270"/>
                  </a:lnTo>
                  <a:lnTo>
                    <a:pt x="20" y="19554"/>
                  </a:lnTo>
                  <a:lnTo>
                    <a:pt x="0" y="20877"/>
                  </a:lnTo>
                  <a:lnTo>
                    <a:pt x="0" y="20897"/>
                  </a:lnTo>
                  <a:lnTo>
                    <a:pt x="20" y="21539"/>
                  </a:lnTo>
                  <a:lnTo>
                    <a:pt x="40" y="22181"/>
                  </a:lnTo>
                  <a:lnTo>
                    <a:pt x="80" y="22843"/>
                  </a:lnTo>
                  <a:lnTo>
                    <a:pt x="140" y="23505"/>
                  </a:lnTo>
                  <a:lnTo>
                    <a:pt x="201" y="24166"/>
                  </a:lnTo>
                  <a:lnTo>
                    <a:pt x="281" y="24848"/>
                  </a:lnTo>
                  <a:lnTo>
                    <a:pt x="401" y="25510"/>
                  </a:lnTo>
                  <a:lnTo>
                    <a:pt x="501" y="26192"/>
                  </a:lnTo>
                  <a:lnTo>
                    <a:pt x="642" y="26874"/>
                  </a:lnTo>
                  <a:lnTo>
                    <a:pt x="802" y="27535"/>
                  </a:lnTo>
                  <a:lnTo>
                    <a:pt x="963" y="28217"/>
                  </a:lnTo>
                  <a:lnTo>
                    <a:pt x="1143" y="28899"/>
                  </a:lnTo>
                  <a:lnTo>
                    <a:pt x="1344" y="29581"/>
                  </a:lnTo>
                  <a:lnTo>
                    <a:pt x="1564" y="30263"/>
                  </a:lnTo>
                  <a:lnTo>
                    <a:pt x="1785" y="30945"/>
                  </a:lnTo>
                  <a:lnTo>
                    <a:pt x="2046" y="31627"/>
                  </a:lnTo>
                  <a:lnTo>
                    <a:pt x="2306" y="32288"/>
                  </a:lnTo>
                  <a:lnTo>
                    <a:pt x="2587" y="32970"/>
                  </a:lnTo>
                  <a:lnTo>
                    <a:pt x="2868" y="33632"/>
                  </a:lnTo>
                  <a:lnTo>
                    <a:pt x="3189" y="34294"/>
                  </a:lnTo>
                  <a:lnTo>
                    <a:pt x="3510" y="34956"/>
                  </a:lnTo>
                  <a:lnTo>
                    <a:pt x="3851" y="35617"/>
                  </a:lnTo>
                  <a:lnTo>
                    <a:pt x="4212" y="36259"/>
                  </a:lnTo>
                  <a:lnTo>
                    <a:pt x="4593" y="36901"/>
                  </a:lnTo>
                  <a:lnTo>
                    <a:pt x="4994" y="37543"/>
                  </a:lnTo>
                  <a:lnTo>
                    <a:pt x="5395" y="38184"/>
                  </a:lnTo>
                  <a:lnTo>
                    <a:pt x="5836" y="38806"/>
                  </a:lnTo>
                  <a:lnTo>
                    <a:pt x="6277" y="39428"/>
                  </a:lnTo>
                  <a:lnTo>
                    <a:pt x="6738" y="40029"/>
                  </a:lnTo>
                  <a:lnTo>
                    <a:pt x="7200" y="40631"/>
                  </a:lnTo>
                  <a:lnTo>
                    <a:pt x="7701" y="41213"/>
                  </a:lnTo>
                  <a:lnTo>
                    <a:pt x="8202" y="41794"/>
                  </a:lnTo>
                  <a:lnTo>
                    <a:pt x="24627" y="41794"/>
                  </a:lnTo>
                  <a:lnTo>
                    <a:pt x="25128" y="41233"/>
                  </a:lnTo>
                  <a:lnTo>
                    <a:pt x="25610" y="40651"/>
                  </a:lnTo>
                  <a:lnTo>
                    <a:pt x="26071" y="40050"/>
                  </a:lnTo>
                  <a:lnTo>
                    <a:pt x="26532" y="39448"/>
                  </a:lnTo>
                  <a:lnTo>
                    <a:pt x="26973" y="38846"/>
                  </a:lnTo>
                  <a:lnTo>
                    <a:pt x="27395" y="38225"/>
                  </a:lnTo>
                  <a:lnTo>
                    <a:pt x="27796" y="37603"/>
                  </a:lnTo>
                  <a:lnTo>
                    <a:pt x="28177" y="36981"/>
                  </a:lnTo>
                  <a:lnTo>
                    <a:pt x="27475" y="36901"/>
                  </a:lnTo>
                  <a:lnTo>
                    <a:pt x="26753" y="36801"/>
                  </a:lnTo>
                  <a:lnTo>
                    <a:pt x="26051" y="36680"/>
                  </a:lnTo>
                  <a:lnTo>
                    <a:pt x="25349" y="36540"/>
                  </a:lnTo>
                  <a:lnTo>
                    <a:pt x="24667" y="36380"/>
                  </a:lnTo>
                  <a:lnTo>
                    <a:pt x="23965" y="36199"/>
                  </a:lnTo>
                  <a:lnTo>
                    <a:pt x="23283" y="35999"/>
                  </a:lnTo>
                  <a:lnTo>
                    <a:pt x="22601" y="35778"/>
                  </a:lnTo>
                  <a:lnTo>
                    <a:pt x="21940" y="35517"/>
                  </a:lnTo>
                  <a:lnTo>
                    <a:pt x="21278" y="35256"/>
                  </a:lnTo>
                  <a:lnTo>
                    <a:pt x="20636" y="34976"/>
                  </a:lnTo>
                  <a:lnTo>
                    <a:pt x="19994" y="34655"/>
                  </a:lnTo>
                  <a:lnTo>
                    <a:pt x="19353" y="34334"/>
                  </a:lnTo>
                  <a:lnTo>
                    <a:pt x="18731" y="33993"/>
                  </a:lnTo>
                  <a:lnTo>
                    <a:pt x="18129" y="33612"/>
                  </a:lnTo>
                  <a:lnTo>
                    <a:pt x="17528" y="33231"/>
                  </a:lnTo>
                  <a:lnTo>
                    <a:pt x="17066" y="33251"/>
                  </a:lnTo>
                  <a:lnTo>
                    <a:pt x="16084" y="33251"/>
                  </a:lnTo>
                  <a:lnTo>
                    <a:pt x="15582" y="33211"/>
                  </a:lnTo>
                  <a:lnTo>
                    <a:pt x="15101" y="33151"/>
                  </a:lnTo>
                  <a:lnTo>
                    <a:pt x="14620" y="33071"/>
                  </a:lnTo>
                  <a:lnTo>
                    <a:pt x="14159" y="32970"/>
                  </a:lnTo>
                  <a:lnTo>
                    <a:pt x="13697" y="32850"/>
                  </a:lnTo>
                  <a:lnTo>
                    <a:pt x="13256" y="32710"/>
                  </a:lnTo>
                  <a:lnTo>
                    <a:pt x="12815" y="32529"/>
                  </a:lnTo>
                  <a:lnTo>
                    <a:pt x="12394" y="32349"/>
                  </a:lnTo>
                  <a:lnTo>
                    <a:pt x="11993" y="32148"/>
                  </a:lnTo>
                  <a:lnTo>
                    <a:pt x="11592" y="31947"/>
                  </a:lnTo>
                  <a:lnTo>
                    <a:pt x="11211" y="31707"/>
                  </a:lnTo>
                  <a:lnTo>
                    <a:pt x="10850" y="31466"/>
                  </a:lnTo>
                  <a:lnTo>
                    <a:pt x="10489" y="31205"/>
                  </a:lnTo>
                  <a:lnTo>
                    <a:pt x="10148" y="30925"/>
                  </a:lnTo>
                  <a:lnTo>
                    <a:pt x="9827" y="30644"/>
                  </a:lnTo>
                  <a:lnTo>
                    <a:pt x="9526" y="30343"/>
                  </a:lnTo>
                  <a:lnTo>
                    <a:pt x="9225" y="30022"/>
                  </a:lnTo>
                  <a:lnTo>
                    <a:pt x="8944" y="29701"/>
                  </a:lnTo>
                  <a:lnTo>
                    <a:pt x="8684" y="29380"/>
                  </a:lnTo>
                  <a:lnTo>
                    <a:pt x="8423" y="29040"/>
                  </a:lnTo>
                  <a:lnTo>
                    <a:pt x="8202" y="28679"/>
                  </a:lnTo>
                  <a:lnTo>
                    <a:pt x="7982" y="28338"/>
                  </a:lnTo>
                  <a:lnTo>
                    <a:pt x="7781" y="27977"/>
                  </a:lnTo>
                  <a:lnTo>
                    <a:pt x="7601" y="27596"/>
                  </a:lnTo>
                  <a:lnTo>
                    <a:pt x="7440" y="27215"/>
                  </a:lnTo>
                  <a:lnTo>
                    <a:pt x="7300" y="26854"/>
                  </a:lnTo>
                  <a:lnTo>
                    <a:pt x="7160" y="26473"/>
                  </a:lnTo>
                  <a:lnTo>
                    <a:pt x="7059" y="26071"/>
                  </a:lnTo>
                  <a:lnTo>
                    <a:pt x="6979" y="25690"/>
                  </a:lnTo>
                  <a:lnTo>
                    <a:pt x="6899" y="25309"/>
                  </a:lnTo>
                  <a:lnTo>
                    <a:pt x="6839" y="24928"/>
                  </a:lnTo>
                  <a:lnTo>
                    <a:pt x="6799" y="24487"/>
                  </a:lnTo>
                  <a:lnTo>
                    <a:pt x="6799" y="24066"/>
                  </a:lnTo>
                  <a:lnTo>
                    <a:pt x="6799" y="23645"/>
                  </a:lnTo>
                  <a:lnTo>
                    <a:pt x="6799" y="23204"/>
                  </a:lnTo>
                  <a:lnTo>
                    <a:pt x="6839" y="22803"/>
                  </a:lnTo>
                  <a:lnTo>
                    <a:pt x="6899" y="22381"/>
                  </a:lnTo>
                  <a:lnTo>
                    <a:pt x="6959" y="21960"/>
                  </a:lnTo>
                  <a:lnTo>
                    <a:pt x="7059" y="21559"/>
                  </a:lnTo>
                  <a:lnTo>
                    <a:pt x="7160" y="21158"/>
                  </a:lnTo>
                  <a:lnTo>
                    <a:pt x="7280" y="20777"/>
                  </a:lnTo>
                  <a:lnTo>
                    <a:pt x="7400" y="20376"/>
                  </a:lnTo>
                  <a:lnTo>
                    <a:pt x="7561" y="19995"/>
                  </a:lnTo>
                  <a:lnTo>
                    <a:pt x="7721" y="19634"/>
                  </a:lnTo>
                  <a:lnTo>
                    <a:pt x="7902" y="19273"/>
                  </a:lnTo>
                  <a:lnTo>
                    <a:pt x="8102" y="18912"/>
                  </a:lnTo>
                  <a:lnTo>
                    <a:pt x="8303" y="18551"/>
                  </a:lnTo>
                  <a:lnTo>
                    <a:pt x="8142" y="17709"/>
                  </a:lnTo>
                  <a:lnTo>
                    <a:pt x="8002" y="16866"/>
                  </a:lnTo>
                  <a:lnTo>
                    <a:pt x="7881" y="16004"/>
                  </a:lnTo>
                  <a:lnTo>
                    <a:pt x="7801" y="15142"/>
                  </a:lnTo>
                  <a:lnTo>
                    <a:pt x="7721" y="14279"/>
                  </a:lnTo>
                  <a:lnTo>
                    <a:pt x="7681" y="13417"/>
                  </a:lnTo>
                  <a:lnTo>
                    <a:pt x="7641" y="12555"/>
                  </a:lnTo>
                  <a:lnTo>
                    <a:pt x="7641" y="11692"/>
                  </a:lnTo>
                  <a:lnTo>
                    <a:pt x="7661" y="10810"/>
                  </a:lnTo>
                  <a:lnTo>
                    <a:pt x="7681" y="9948"/>
                  </a:lnTo>
                  <a:lnTo>
                    <a:pt x="7741" y="9085"/>
                  </a:lnTo>
                  <a:lnTo>
                    <a:pt x="7821" y="8223"/>
                  </a:lnTo>
                  <a:lnTo>
                    <a:pt x="7902" y="7361"/>
                  </a:lnTo>
                  <a:lnTo>
                    <a:pt x="8002" y="6518"/>
                  </a:lnTo>
                  <a:lnTo>
                    <a:pt x="8142" y="5656"/>
                  </a:lnTo>
                  <a:lnTo>
                    <a:pt x="8283" y="4814"/>
                  </a:lnTo>
                  <a:lnTo>
                    <a:pt x="7701" y="4593"/>
                  </a:lnTo>
                  <a:lnTo>
                    <a:pt x="7139" y="4372"/>
                  </a:lnTo>
                  <a:lnTo>
                    <a:pt x="6598" y="4132"/>
                  </a:lnTo>
                  <a:lnTo>
                    <a:pt x="6057" y="3871"/>
                  </a:lnTo>
                  <a:lnTo>
                    <a:pt x="5535" y="3610"/>
                  </a:lnTo>
                  <a:lnTo>
                    <a:pt x="5014" y="3310"/>
                  </a:lnTo>
                  <a:lnTo>
                    <a:pt x="4532" y="3029"/>
                  </a:lnTo>
                  <a:lnTo>
                    <a:pt x="4051" y="2708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7886;p38">
              <a:extLst>
                <a:ext uri="{FF2B5EF4-FFF2-40B4-BE49-F238E27FC236}">
                  <a16:creationId xmlns:a16="http://schemas.microsoft.com/office/drawing/2014/main" id="{374C7453-61C9-6135-6812-B663B92739F4}"/>
                </a:ext>
              </a:extLst>
            </p:cNvPr>
            <p:cNvSpPr/>
            <p:nvPr/>
          </p:nvSpPr>
          <p:spPr>
            <a:xfrm>
              <a:off x="11240775" y="4017200"/>
              <a:ext cx="704425" cy="1160175"/>
            </a:xfrm>
            <a:custGeom>
              <a:avLst/>
              <a:gdLst/>
              <a:ahLst/>
              <a:cxnLst/>
              <a:rect l="l" t="t" r="r" b="b"/>
              <a:pathLst>
                <a:path w="28177" h="46407" fill="none" extrusionOk="0">
                  <a:moveTo>
                    <a:pt x="8303" y="0"/>
                  </a:moveTo>
                  <a:lnTo>
                    <a:pt x="8303" y="0"/>
                  </a:lnTo>
                  <a:lnTo>
                    <a:pt x="7581" y="1063"/>
                  </a:lnTo>
                  <a:lnTo>
                    <a:pt x="6839" y="2186"/>
                  </a:lnTo>
                  <a:lnTo>
                    <a:pt x="6117" y="3369"/>
                  </a:lnTo>
                  <a:lnTo>
                    <a:pt x="5415" y="4613"/>
                  </a:lnTo>
                  <a:lnTo>
                    <a:pt x="5415" y="4613"/>
                  </a:lnTo>
                  <a:lnTo>
                    <a:pt x="5054" y="5274"/>
                  </a:lnTo>
                  <a:lnTo>
                    <a:pt x="4713" y="5936"/>
                  </a:lnTo>
                  <a:lnTo>
                    <a:pt x="4372" y="6638"/>
                  </a:lnTo>
                  <a:lnTo>
                    <a:pt x="4051" y="7320"/>
                  </a:lnTo>
                  <a:lnTo>
                    <a:pt x="4051" y="7320"/>
                  </a:lnTo>
                  <a:lnTo>
                    <a:pt x="3630" y="8283"/>
                  </a:lnTo>
                  <a:lnTo>
                    <a:pt x="3209" y="9265"/>
                  </a:lnTo>
                  <a:lnTo>
                    <a:pt x="2808" y="10268"/>
                  </a:lnTo>
                  <a:lnTo>
                    <a:pt x="2447" y="11291"/>
                  </a:lnTo>
                  <a:lnTo>
                    <a:pt x="2086" y="12354"/>
                  </a:lnTo>
                  <a:lnTo>
                    <a:pt x="1745" y="13417"/>
                  </a:lnTo>
                  <a:lnTo>
                    <a:pt x="1444" y="14520"/>
                  </a:lnTo>
                  <a:lnTo>
                    <a:pt x="1163" y="15643"/>
                  </a:lnTo>
                  <a:lnTo>
                    <a:pt x="903" y="16806"/>
                  </a:lnTo>
                  <a:lnTo>
                    <a:pt x="682" y="17969"/>
                  </a:lnTo>
                  <a:lnTo>
                    <a:pt x="481" y="19172"/>
                  </a:lnTo>
                  <a:lnTo>
                    <a:pt x="321" y="20396"/>
                  </a:lnTo>
                  <a:lnTo>
                    <a:pt x="181" y="21619"/>
                  </a:lnTo>
                  <a:lnTo>
                    <a:pt x="80" y="22882"/>
                  </a:lnTo>
                  <a:lnTo>
                    <a:pt x="20" y="24166"/>
                  </a:lnTo>
                  <a:lnTo>
                    <a:pt x="0" y="25489"/>
                  </a:lnTo>
                  <a:lnTo>
                    <a:pt x="0" y="25489"/>
                  </a:lnTo>
                  <a:lnTo>
                    <a:pt x="0" y="25509"/>
                  </a:lnTo>
                  <a:lnTo>
                    <a:pt x="0" y="25509"/>
                  </a:lnTo>
                  <a:lnTo>
                    <a:pt x="20" y="26151"/>
                  </a:lnTo>
                  <a:lnTo>
                    <a:pt x="40" y="26793"/>
                  </a:lnTo>
                  <a:lnTo>
                    <a:pt x="80" y="27455"/>
                  </a:lnTo>
                  <a:lnTo>
                    <a:pt x="140" y="28117"/>
                  </a:lnTo>
                  <a:lnTo>
                    <a:pt x="201" y="28778"/>
                  </a:lnTo>
                  <a:lnTo>
                    <a:pt x="281" y="29460"/>
                  </a:lnTo>
                  <a:lnTo>
                    <a:pt x="401" y="30122"/>
                  </a:lnTo>
                  <a:lnTo>
                    <a:pt x="501" y="30804"/>
                  </a:lnTo>
                  <a:lnTo>
                    <a:pt x="642" y="31486"/>
                  </a:lnTo>
                  <a:lnTo>
                    <a:pt x="802" y="32147"/>
                  </a:lnTo>
                  <a:lnTo>
                    <a:pt x="963" y="32829"/>
                  </a:lnTo>
                  <a:lnTo>
                    <a:pt x="1143" y="33511"/>
                  </a:lnTo>
                  <a:lnTo>
                    <a:pt x="1344" y="34193"/>
                  </a:lnTo>
                  <a:lnTo>
                    <a:pt x="1564" y="34875"/>
                  </a:lnTo>
                  <a:lnTo>
                    <a:pt x="1785" y="35557"/>
                  </a:lnTo>
                  <a:lnTo>
                    <a:pt x="2046" y="36239"/>
                  </a:lnTo>
                  <a:lnTo>
                    <a:pt x="2306" y="36900"/>
                  </a:lnTo>
                  <a:lnTo>
                    <a:pt x="2587" y="37582"/>
                  </a:lnTo>
                  <a:lnTo>
                    <a:pt x="2868" y="38244"/>
                  </a:lnTo>
                  <a:lnTo>
                    <a:pt x="3189" y="38906"/>
                  </a:lnTo>
                  <a:lnTo>
                    <a:pt x="3510" y="39568"/>
                  </a:lnTo>
                  <a:lnTo>
                    <a:pt x="3851" y="40229"/>
                  </a:lnTo>
                  <a:lnTo>
                    <a:pt x="4212" y="40871"/>
                  </a:lnTo>
                  <a:lnTo>
                    <a:pt x="4593" y="41513"/>
                  </a:lnTo>
                  <a:lnTo>
                    <a:pt x="4994" y="42155"/>
                  </a:lnTo>
                  <a:lnTo>
                    <a:pt x="5395" y="42796"/>
                  </a:lnTo>
                  <a:lnTo>
                    <a:pt x="5836" y="43418"/>
                  </a:lnTo>
                  <a:lnTo>
                    <a:pt x="6277" y="44040"/>
                  </a:lnTo>
                  <a:lnTo>
                    <a:pt x="6738" y="44641"/>
                  </a:lnTo>
                  <a:lnTo>
                    <a:pt x="7200" y="45243"/>
                  </a:lnTo>
                  <a:lnTo>
                    <a:pt x="7701" y="45825"/>
                  </a:lnTo>
                  <a:lnTo>
                    <a:pt x="8202" y="46406"/>
                  </a:lnTo>
                  <a:lnTo>
                    <a:pt x="24627" y="46406"/>
                  </a:lnTo>
                  <a:lnTo>
                    <a:pt x="24627" y="46406"/>
                  </a:lnTo>
                  <a:lnTo>
                    <a:pt x="25128" y="45845"/>
                  </a:lnTo>
                  <a:lnTo>
                    <a:pt x="25610" y="45263"/>
                  </a:lnTo>
                  <a:lnTo>
                    <a:pt x="26071" y="44662"/>
                  </a:lnTo>
                  <a:lnTo>
                    <a:pt x="26532" y="44060"/>
                  </a:lnTo>
                  <a:lnTo>
                    <a:pt x="26973" y="43458"/>
                  </a:lnTo>
                  <a:lnTo>
                    <a:pt x="27395" y="42837"/>
                  </a:lnTo>
                  <a:lnTo>
                    <a:pt x="27796" y="42215"/>
                  </a:lnTo>
                  <a:lnTo>
                    <a:pt x="28177" y="41593"/>
                  </a:lnTo>
                  <a:lnTo>
                    <a:pt x="28177" y="41593"/>
                  </a:lnTo>
                  <a:lnTo>
                    <a:pt x="27475" y="41513"/>
                  </a:lnTo>
                  <a:lnTo>
                    <a:pt x="26753" y="41413"/>
                  </a:lnTo>
                  <a:lnTo>
                    <a:pt x="26051" y="41292"/>
                  </a:lnTo>
                  <a:lnTo>
                    <a:pt x="25349" y="41152"/>
                  </a:lnTo>
                  <a:lnTo>
                    <a:pt x="24667" y="40992"/>
                  </a:lnTo>
                  <a:lnTo>
                    <a:pt x="23965" y="40811"/>
                  </a:lnTo>
                  <a:lnTo>
                    <a:pt x="23283" y="40611"/>
                  </a:lnTo>
                  <a:lnTo>
                    <a:pt x="22601" y="40390"/>
                  </a:lnTo>
                  <a:lnTo>
                    <a:pt x="21940" y="40129"/>
                  </a:lnTo>
                  <a:lnTo>
                    <a:pt x="21278" y="39868"/>
                  </a:lnTo>
                  <a:lnTo>
                    <a:pt x="20636" y="39588"/>
                  </a:lnTo>
                  <a:lnTo>
                    <a:pt x="19994" y="39267"/>
                  </a:lnTo>
                  <a:lnTo>
                    <a:pt x="19353" y="38946"/>
                  </a:lnTo>
                  <a:lnTo>
                    <a:pt x="18731" y="38605"/>
                  </a:lnTo>
                  <a:lnTo>
                    <a:pt x="18129" y="38224"/>
                  </a:lnTo>
                  <a:lnTo>
                    <a:pt x="17528" y="37843"/>
                  </a:lnTo>
                  <a:lnTo>
                    <a:pt x="17528" y="37843"/>
                  </a:lnTo>
                  <a:lnTo>
                    <a:pt x="17066" y="37863"/>
                  </a:lnTo>
                  <a:lnTo>
                    <a:pt x="16605" y="37863"/>
                  </a:lnTo>
                  <a:lnTo>
                    <a:pt x="16605" y="37863"/>
                  </a:lnTo>
                  <a:lnTo>
                    <a:pt x="16084" y="37863"/>
                  </a:lnTo>
                  <a:lnTo>
                    <a:pt x="15582" y="37823"/>
                  </a:lnTo>
                  <a:lnTo>
                    <a:pt x="15101" y="37763"/>
                  </a:lnTo>
                  <a:lnTo>
                    <a:pt x="14620" y="37683"/>
                  </a:lnTo>
                  <a:lnTo>
                    <a:pt x="14159" y="37582"/>
                  </a:lnTo>
                  <a:lnTo>
                    <a:pt x="13697" y="37462"/>
                  </a:lnTo>
                  <a:lnTo>
                    <a:pt x="13256" y="37322"/>
                  </a:lnTo>
                  <a:lnTo>
                    <a:pt x="12815" y="37141"/>
                  </a:lnTo>
                  <a:lnTo>
                    <a:pt x="12394" y="36961"/>
                  </a:lnTo>
                  <a:lnTo>
                    <a:pt x="11993" y="36760"/>
                  </a:lnTo>
                  <a:lnTo>
                    <a:pt x="11592" y="36559"/>
                  </a:lnTo>
                  <a:lnTo>
                    <a:pt x="11211" y="36319"/>
                  </a:lnTo>
                  <a:lnTo>
                    <a:pt x="10850" y="36078"/>
                  </a:lnTo>
                  <a:lnTo>
                    <a:pt x="10489" y="35817"/>
                  </a:lnTo>
                  <a:lnTo>
                    <a:pt x="10148" y="35537"/>
                  </a:lnTo>
                  <a:lnTo>
                    <a:pt x="9827" y="35256"/>
                  </a:lnTo>
                  <a:lnTo>
                    <a:pt x="9526" y="34955"/>
                  </a:lnTo>
                  <a:lnTo>
                    <a:pt x="9225" y="34634"/>
                  </a:lnTo>
                  <a:lnTo>
                    <a:pt x="8944" y="34313"/>
                  </a:lnTo>
                  <a:lnTo>
                    <a:pt x="8684" y="33992"/>
                  </a:lnTo>
                  <a:lnTo>
                    <a:pt x="8423" y="33652"/>
                  </a:lnTo>
                  <a:lnTo>
                    <a:pt x="8202" y="33291"/>
                  </a:lnTo>
                  <a:lnTo>
                    <a:pt x="7982" y="32950"/>
                  </a:lnTo>
                  <a:lnTo>
                    <a:pt x="7781" y="32589"/>
                  </a:lnTo>
                  <a:lnTo>
                    <a:pt x="7601" y="32208"/>
                  </a:lnTo>
                  <a:lnTo>
                    <a:pt x="7440" y="31827"/>
                  </a:lnTo>
                  <a:lnTo>
                    <a:pt x="7300" y="31466"/>
                  </a:lnTo>
                  <a:lnTo>
                    <a:pt x="7160" y="31085"/>
                  </a:lnTo>
                  <a:lnTo>
                    <a:pt x="7059" y="30683"/>
                  </a:lnTo>
                  <a:lnTo>
                    <a:pt x="6979" y="30302"/>
                  </a:lnTo>
                  <a:lnTo>
                    <a:pt x="6899" y="29921"/>
                  </a:lnTo>
                  <a:lnTo>
                    <a:pt x="6839" y="29540"/>
                  </a:lnTo>
                  <a:lnTo>
                    <a:pt x="6839" y="29540"/>
                  </a:lnTo>
                  <a:lnTo>
                    <a:pt x="6799" y="29099"/>
                  </a:lnTo>
                  <a:lnTo>
                    <a:pt x="6799" y="28678"/>
                  </a:lnTo>
                  <a:lnTo>
                    <a:pt x="6799" y="28257"/>
                  </a:lnTo>
                  <a:lnTo>
                    <a:pt x="6799" y="27816"/>
                  </a:lnTo>
                  <a:lnTo>
                    <a:pt x="6839" y="27415"/>
                  </a:lnTo>
                  <a:lnTo>
                    <a:pt x="6899" y="26993"/>
                  </a:lnTo>
                  <a:lnTo>
                    <a:pt x="6959" y="26572"/>
                  </a:lnTo>
                  <a:lnTo>
                    <a:pt x="7059" y="26171"/>
                  </a:lnTo>
                  <a:lnTo>
                    <a:pt x="7160" y="25770"/>
                  </a:lnTo>
                  <a:lnTo>
                    <a:pt x="7280" y="25389"/>
                  </a:lnTo>
                  <a:lnTo>
                    <a:pt x="7400" y="24988"/>
                  </a:lnTo>
                  <a:lnTo>
                    <a:pt x="7561" y="24607"/>
                  </a:lnTo>
                  <a:lnTo>
                    <a:pt x="7721" y="24246"/>
                  </a:lnTo>
                  <a:lnTo>
                    <a:pt x="7902" y="23885"/>
                  </a:lnTo>
                  <a:lnTo>
                    <a:pt x="8102" y="23524"/>
                  </a:lnTo>
                  <a:lnTo>
                    <a:pt x="8303" y="23163"/>
                  </a:lnTo>
                  <a:lnTo>
                    <a:pt x="8303" y="23163"/>
                  </a:lnTo>
                  <a:lnTo>
                    <a:pt x="8142" y="22321"/>
                  </a:lnTo>
                  <a:lnTo>
                    <a:pt x="8002" y="21478"/>
                  </a:lnTo>
                  <a:lnTo>
                    <a:pt x="7881" y="20616"/>
                  </a:lnTo>
                  <a:lnTo>
                    <a:pt x="7801" y="19754"/>
                  </a:lnTo>
                  <a:lnTo>
                    <a:pt x="7721" y="18891"/>
                  </a:lnTo>
                  <a:lnTo>
                    <a:pt x="7681" y="18029"/>
                  </a:lnTo>
                  <a:lnTo>
                    <a:pt x="7641" y="17167"/>
                  </a:lnTo>
                  <a:lnTo>
                    <a:pt x="7641" y="16304"/>
                  </a:lnTo>
                  <a:lnTo>
                    <a:pt x="7661" y="15422"/>
                  </a:lnTo>
                  <a:lnTo>
                    <a:pt x="7681" y="14560"/>
                  </a:lnTo>
                  <a:lnTo>
                    <a:pt x="7741" y="13697"/>
                  </a:lnTo>
                  <a:lnTo>
                    <a:pt x="7821" y="12835"/>
                  </a:lnTo>
                  <a:lnTo>
                    <a:pt x="7902" y="11973"/>
                  </a:lnTo>
                  <a:lnTo>
                    <a:pt x="8002" y="11130"/>
                  </a:lnTo>
                  <a:lnTo>
                    <a:pt x="8142" y="10268"/>
                  </a:lnTo>
                  <a:lnTo>
                    <a:pt x="8283" y="9426"/>
                  </a:lnTo>
                  <a:lnTo>
                    <a:pt x="8283" y="9426"/>
                  </a:lnTo>
                  <a:lnTo>
                    <a:pt x="7701" y="9205"/>
                  </a:lnTo>
                  <a:lnTo>
                    <a:pt x="7139" y="8984"/>
                  </a:lnTo>
                  <a:lnTo>
                    <a:pt x="6598" y="8744"/>
                  </a:lnTo>
                  <a:lnTo>
                    <a:pt x="6057" y="8483"/>
                  </a:lnTo>
                  <a:lnTo>
                    <a:pt x="5535" y="8222"/>
                  </a:lnTo>
                  <a:lnTo>
                    <a:pt x="5014" y="7922"/>
                  </a:lnTo>
                  <a:lnTo>
                    <a:pt x="4532" y="7641"/>
                  </a:lnTo>
                  <a:lnTo>
                    <a:pt x="4051" y="7320"/>
                  </a:lnTo>
                  <a:lnTo>
                    <a:pt x="4051" y="7320"/>
                  </a:lnTo>
                  <a:lnTo>
                    <a:pt x="4392" y="6638"/>
                  </a:lnTo>
                  <a:lnTo>
                    <a:pt x="4713" y="5936"/>
                  </a:lnTo>
                  <a:lnTo>
                    <a:pt x="5074" y="5274"/>
                  </a:lnTo>
                  <a:lnTo>
                    <a:pt x="5415" y="4613"/>
                  </a:lnTo>
                  <a:lnTo>
                    <a:pt x="5415" y="4613"/>
                  </a:lnTo>
                  <a:lnTo>
                    <a:pt x="5415" y="4613"/>
                  </a:lnTo>
                  <a:lnTo>
                    <a:pt x="5415" y="4613"/>
                  </a:lnTo>
                  <a:lnTo>
                    <a:pt x="6117" y="3369"/>
                  </a:lnTo>
                  <a:lnTo>
                    <a:pt x="6839" y="2186"/>
                  </a:lnTo>
                  <a:lnTo>
                    <a:pt x="7581" y="1063"/>
                  </a:lnTo>
                  <a:lnTo>
                    <a:pt x="830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7887;p38">
              <a:extLst>
                <a:ext uri="{FF2B5EF4-FFF2-40B4-BE49-F238E27FC236}">
                  <a16:creationId xmlns:a16="http://schemas.microsoft.com/office/drawing/2014/main" id="{7DF98195-0C43-EA9F-C458-A945DDC8BD41}"/>
                </a:ext>
              </a:extLst>
            </p:cNvPr>
            <p:cNvSpPr/>
            <p:nvPr/>
          </p:nvSpPr>
          <p:spPr>
            <a:xfrm>
              <a:off x="11342050" y="4132500"/>
              <a:ext cx="120350" cy="120350"/>
            </a:xfrm>
            <a:custGeom>
              <a:avLst/>
              <a:gdLst/>
              <a:ahLst/>
              <a:cxnLst/>
              <a:rect l="l" t="t" r="r" b="b"/>
              <a:pathLst>
                <a:path w="4814" h="4814" extrusionOk="0">
                  <a:moveTo>
                    <a:pt x="1364" y="1"/>
                  </a:moveTo>
                  <a:lnTo>
                    <a:pt x="1023" y="662"/>
                  </a:lnTo>
                  <a:lnTo>
                    <a:pt x="662" y="1324"/>
                  </a:lnTo>
                  <a:lnTo>
                    <a:pt x="341" y="2026"/>
                  </a:lnTo>
                  <a:lnTo>
                    <a:pt x="0" y="2708"/>
                  </a:lnTo>
                  <a:lnTo>
                    <a:pt x="481" y="3029"/>
                  </a:lnTo>
                  <a:lnTo>
                    <a:pt x="963" y="3310"/>
                  </a:lnTo>
                  <a:lnTo>
                    <a:pt x="1484" y="3610"/>
                  </a:lnTo>
                  <a:lnTo>
                    <a:pt x="2006" y="3871"/>
                  </a:lnTo>
                  <a:lnTo>
                    <a:pt x="2547" y="4132"/>
                  </a:lnTo>
                  <a:lnTo>
                    <a:pt x="3088" y="4372"/>
                  </a:lnTo>
                  <a:lnTo>
                    <a:pt x="3650" y="4593"/>
                  </a:lnTo>
                  <a:lnTo>
                    <a:pt x="4232" y="4814"/>
                  </a:lnTo>
                  <a:lnTo>
                    <a:pt x="4492" y="3470"/>
                  </a:lnTo>
                  <a:lnTo>
                    <a:pt x="4813" y="2126"/>
                  </a:lnTo>
                  <a:lnTo>
                    <a:pt x="4332" y="1906"/>
                  </a:lnTo>
                  <a:lnTo>
                    <a:pt x="3851" y="1665"/>
                  </a:lnTo>
                  <a:lnTo>
                    <a:pt x="3409" y="1424"/>
                  </a:lnTo>
                  <a:lnTo>
                    <a:pt x="2968" y="1164"/>
                  </a:lnTo>
                  <a:lnTo>
                    <a:pt x="2527" y="903"/>
                  </a:lnTo>
                  <a:lnTo>
                    <a:pt x="2126" y="602"/>
                  </a:lnTo>
                  <a:lnTo>
                    <a:pt x="1745" y="321"/>
                  </a:lnTo>
                  <a:lnTo>
                    <a:pt x="1364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7888;p38">
              <a:extLst>
                <a:ext uri="{FF2B5EF4-FFF2-40B4-BE49-F238E27FC236}">
                  <a16:creationId xmlns:a16="http://schemas.microsoft.com/office/drawing/2014/main" id="{4847467E-8C1C-26D9-10DD-5AD5ED77CBBB}"/>
                </a:ext>
              </a:extLst>
            </p:cNvPr>
            <p:cNvSpPr/>
            <p:nvPr/>
          </p:nvSpPr>
          <p:spPr>
            <a:xfrm>
              <a:off x="11342050" y="4132500"/>
              <a:ext cx="120350" cy="120350"/>
            </a:xfrm>
            <a:custGeom>
              <a:avLst/>
              <a:gdLst/>
              <a:ahLst/>
              <a:cxnLst/>
              <a:rect l="l" t="t" r="r" b="b"/>
              <a:pathLst>
                <a:path w="4814" h="4814" fill="none" extrusionOk="0">
                  <a:moveTo>
                    <a:pt x="1364" y="1"/>
                  </a:moveTo>
                  <a:lnTo>
                    <a:pt x="1364" y="1"/>
                  </a:lnTo>
                  <a:lnTo>
                    <a:pt x="1364" y="1"/>
                  </a:lnTo>
                  <a:lnTo>
                    <a:pt x="1023" y="662"/>
                  </a:lnTo>
                  <a:lnTo>
                    <a:pt x="662" y="1324"/>
                  </a:lnTo>
                  <a:lnTo>
                    <a:pt x="341" y="2026"/>
                  </a:lnTo>
                  <a:lnTo>
                    <a:pt x="0" y="2708"/>
                  </a:lnTo>
                  <a:lnTo>
                    <a:pt x="0" y="2708"/>
                  </a:lnTo>
                  <a:lnTo>
                    <a:pt x="481" y="3029"/>
                  </a:lnTo>
                  <a:lnTo>
                    <a:pt x="963" y="3310"/>
                  </a:lnTo>
                  <a:lnTo>
                    <a:pt x="1484" y="3610"/>
                  </a:lnTo>
                  <a:lnTo>
                    <a:pt x="2006" y="3871"/>
                  </a:lnTo>
                  <a:lnTo>
                    <a:pt x="2547" y="4132"/>
                  </a:lnTo>
                  <a:lnTo>
                    <a:pt x="3088" y="4372"/>
                  </a:lnTo>
                  <a:lnTo>
                    <a:pt x="3650" y="4593"/>
                  </a:lnTo>
                  <a:lnTo>
                    <a:pt x="4232" y="4814"/>
                  </a:lnTo>
                  <a:lnTo>
                    <a:pt x="4232" y="4814"/>
                  </a:lnTo>
                  <a:lnTo>
                    <a:pt x="4492" y="3470"/>
                  </a:lnTo>
                  <a:lnTo>
                    <a:pt x="4813" y="2126"/>
                  </a:lnTo>
                  <a:lnTo>
                    <a:pt x="4813" y="2126"/>
                  </a:lnTo>
                  <a:lnTo>
                    <a:pt x="4332" y="1906"/>
                  </a:lnTo>
                  <a:lnTo>
                    <a:pt x="3851" y="1665"/>
                  </a:lnTo>
                  <a:lnTo>
                    <a:pt x="3409" y="1424"/>
                  </a:lnTo>
                  <a:lnTo>
                    <a:pt x="2968" y="1164"/>
                  </a:lnTo>
                  <a:lnTo>
                    <a:pt x="2527" y="903"/>
                  </a:lnTo>
                  <a:lnTo>
                    <a:pt x="2126" y="602"/>
                  </a:lnTo>
                  <a:lnTo>
                    <a:pt x="1745" y="321"/>
                  </a:lnTo>
                  <a:lnTo>
                    <a:pt x="1364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7889;p38">
              <a:extLst>
                <a:ext uri="{FF2B5EF4-FFF2-40B4-BE49-F238E27FC236}">
                  <a16:creationId xmlns:a16="http://schemas.microsoft.com/office/drawing/2014/main" id="{7105EEC9-6E88-365D-5CEE-2446687CE7A3}"/>
                </a:ext>
              </a:extLst>
            </p:cNvPr>
            <p:cNvSpPr/>
            <p:nvPr/>
          </p:nvSpPr>
          <p:spPr>
            <a:xfrm>
              <a:off x="11376125" y="3824675"/>
              <a:ext cx="250725" cy="361000"/>
            </a:xfrm>
            <a:custGeom>
              <a:avLst/>
              <a:gdLst/>
              <a:ahLst/>
              <a:cxnLst/>
              <a:rect l="l" t="t" r="r" b="b"/>
              <a:pathLst>
                <a:path w="10029" h="14440" extrusionOk="0">
                  <a:moveTo>
                    <a:pt x="10028" y="0"/>
                  </a:moveTo>
                  <a:lnTo>
                    <a:pt x="9406" y="461"/>
                  </a:lnTo>
                  <a:lnTo>
                    <a:pt x="8684" y="1083"/>
                  </a:lnTo>
                  <a:lnTo>
                    <a:pt x="7862" y="1845"/>
                  </a:lnTo>
                  <a:lnTo>
                    <a:pt x="7421" y="2286"/>
                  </a:lnTo>
                  <a:lnTo>
                    <a:pt x="6980" y="2748"/>
                  </a:lnTo>
                  <a:lnTo>
                    <a:pt x="6498" y="3249"/>
                  </a:lnTo>
                  <a:lnTo>
                    <a:pt x="6017" y="3770"/>
                  </a:lnTo>
                  <a:lnTo>
                    <a:pt x="5516" y="4352"/>
                  </a:lnTo>
                  <a:lnTo>
                    <a:pt x="4994" y="4954"/>
                  </a:lnTo>
                  <a:lnTo>
                    <a:pt x="4493" y="5575"/>
                  </a:lnTo>
                  <a:lnTo>
                    <a:pt x="3952" y="6257"/>
                  </a:lnTo>
                  <a:lnTo>
                    <a:pt x="3430" y="6959"/>
                  </a:lnTo>
                  <a:lnTo>
                    <a:pt x="2909" y="7681"/>
                  </a:lnTo>
                  <a:lnTo>
                    <a:pt x="2889" y="7701"/>
                  </a:lnTo>
                  <a:lnTo>
                    <a:pt x="2167" y="8764"/>
                  </a:lnTo>
                  <a:lnTo>
                    <a:pt x="1425" y="9887"/>
                  </a:lnTo>
                  <a:lnTo>
                    <a:pt x="703" y="11070"/>
                  </a:lnTo>
                  <a:lnTo>
                    <a:pt x="1" y="12314"/>
                  </a:lnTo>
                  <a:lnTo>
                    <a:pt x="382" y="12634"/>
                  </a:lnTo>
                  <a:lnTo>
                    <a:pt x="763" y="12915"/>
                  </a:lnTo>
                  <a:lnTo>
                    <a:pt x="1164" y="13216"/>
                  </a:lnTo>
                  <a:lnTo>
                    <a:pt x="1605" y="13477"/>
                  </a:lnTo>
                  <a:lnTo>
                    <a:pt x="2046" y="13737"/>
                  </a:lnTo>
                  <a:lnTo>
                    <a:pt x="2488" y="13978"/>
                  </a:lnTo>
                  <a:lnTo>
                    <a:pt x="2969" y="14219"/>
                  </a:lnTo>
                  <a:lnTo>
                    <a:pt x="3450" y="14439"/>
                  </a:lnTo>
                  <a:lnTo>
                    <a:pt x="3570" y="13978"/>
                  </a:lnTo>
                  <a:lnTo>
                    <a:pt x="3891" y="12815"/>
                  </a:lnTo>
                  <a:lnTo>
                    <a:pt x="3711" y="12715"/>
                  </a:lnTo>
                  <a:lnTo>
                    <a:pt x="3550" y="12594"/>
                  </a:lnTo>
                  <a:lnTo>
                    <a:pt x="3410" y="12474"/>
                  </a:lnTo>
                  <a:lnTo>
                    <a:pt x="3290" y="12314"/>
                  </a:lnTo>
                  <a:lnTo>
                    <a:pt x="3189" y="12153"/>
                  </a:lnTo>
                  <a:lnTo>
                    <a:pt x="3109" y="11993"/>
                  </a:lnTo>
                  <a:lnTo>
                    <a:pt x="3049" y="11832"/>
                  </a:lnTo>
                  <a:lnTo>
                    <a:pt x="3009" y="11652"/>
                  </a:lnTo>
                  <a:lnTo>
                    <a:pt x="3009" y="11491"/>
                  </a:lnTo>
                  <a:lnTo>
                    <a:pt x="3009" y="11311"/>
                  </a:lnTo>
                  <a:lnTo>
                    <a:pt x="3029" y="11150"/>
                  </a:lnTo>
                  <a:lnTo>
                    <a:pt x="3089" y="11010"/>
                  </a:lnTo>
                  <a:lnTo>
                    <a:pt x="3129" y="10850"/>
                  </a:lnTo>
                  <a:lnTo>
                    <a:pt x="3210" y="10709"/>
                  </a:lnTo>
                  <a:lnTo>
                    <a:pt x="3290" y="10589"/>
                  </a:lnTo>
                  <a:lnTo>
                    <a:pt x="3390" y="10449"/>
                  </a:lnTo>
                  <a:lnTo>
                    <a:pt x="3490" y="10348"/>
                  </a:lnTo>
                  <a:lnTo>
                    <a:pt x="3611" y="10248"/>
                  </a:lnTo>
                  <a:lnTo>
                    <a:pt x="3731" y="10148"/>
                  </a:lnTo>
                  <a:lnTo>
                    <a:pt x="3871" y="10067"/>
                  </a:lnTo>
                  <a:lnTo>
                    <a:pt x="4012" y="10007"/>
                  </a:lnTo>
                  <a:lnTo>
                    <a:pt x="4172" y="9967"/>
                  </a:lnTo>
                  <a:lnTo>
                    <a:pt x="4333" y="9947"/>
                  </a:lnTo>
                  <a:lnTo>
                    <a:pt x="4493" y="9927"/>
                  </a:lnTo>
                  <a:lnTo>
                    <a:pt x="4613" y="9947"/>
                  </a:lnTo>
                  <a:lnTo>
                    <a:pt x="4814" y="9967"/>
                  </a:lnTo>
                  <a:lnTo>
                    <a:pt x="5335" y="8664"/>
                  </a:lnTo>
                  <a:lnTo>
                    <a:pt x="5877" y="7360"/>
                  </a:lnTo>
                  <a:lnTo>
                    <a:pt x="6478" y="6077"/>
                  </a:lnTo>
                  <a:lnTo>
                    <a:pt x="7100" y="4813"/>
                  </a:lnTo>
                  <a:lnTo>
                    <a:pt x="7782" y="3570"/>
                  </a:lnTo>
                  <a:lnTo>
                    <a:pt x="8484" y="2346"/>
                  </a:lnTo>
                  <a:lnTo>
                    <a:pt x="9246" y="1163"/>
                  </a:lnTo>
                  <a:lnTo>
                    <a:pt x="10028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7890;p38">
              <a:extLst>
                <a:ext uri="{FF2B5EF4-FFF2-40B4-BE49-F238E27FC236}">
                  <a16:creationId xmlns:a16="http://schemas.microsoft.com/office/drawing/2014/main" id="{A335A2F4-FF36-97EC-4E09-53F5E0C9D116}"/>
                </a:ext>
              </a:extLst>
            </p:cNvPr>
            <p:cNvSpPr/>
            <p:nvPr/>
          </p:nvSpPr>
          <p:spPr>
            <a:xfrm>
              <a:off x="11376125" y="3824675"/>
              <a:ext cx="250725" cy="361000"/>
            </a:xfrm>
            <a:custGeom>
              <a:avLst/>
              <a:gdLst/>
              <a:ahLst/>
              <a:cxnLst/>
              <a:rect l="l" t="t" r="r" b="b"/>
              <a:pathLst>
                <a:path w="10029" h="14440" fill="none" extrusionOk="0">
                  <a:moveTo>
                    <a:pt x="10028" y="0"/>
                  </a:moveTo>
                  <a:lnTo>
                    <a:pt x="10028" y="0"/>
                  </a:lnTo>
                  <a:lnTo>
                    <a:pt x="9406" y="461"/>
                  </a:lnTo>
                  <a:lnTo>
                    <a:pt x="8684" y="1083"/>
                  </a:lnTo>
                  <a:lnTo>
                    <a:pt x="7862" y="1845"/>
                  </a:lnTo>
                  <a:lnTo>
                    <a:pt x="7421" y="2286"/>
                  </a:lnTo>
                  <a:lnTo>
                    <a:pt x="6980" y="2748"/>
                  </a:lnTo>
                  <a:lnTo>
                    <a:pt x="6498" y="3249"/>
                  </a:lnTo>
                  <a:lnTo>
                    <a:pt x="6017" y="3770"/>
                  </a:lnTo>
                  <a:lnTo>
                    <a:pt x="5516" y="4352"/>
                  </a:lnTo>
                  <a:lnTo>
                    <a:pt x="4994" y="4954"/>
                  </a:lnTo>
                  <a:lnTo>
                    <a:pt x="4493" y="5575"/>
                  </a:lnTo>
                  <a:lnTo>
                    <a:pt x="3952" y="6257"/>
                  </a:lnTo>
                  <a:lnTo>
                    <a:pt x="3430" y="6959"/>
                  </a:lnTo>
                  <a:lnTo>
                    <a:pt x="2909" y="7681"/>
                  </a:lnTo>
                  <a:lnTo>
                    <a:pt x="2909" y="7681"/>
                  </a:lnTo>
                  <a:lnTo>
                    <a:pt x="2909" y="7681"/>
                  </a:lnTo>
                  <a:lnTo>
                    <a:pt x="2889" y="7701"/>
                  </a:lnTo>
                  <a:lnTo>
                    <a:pt x="2889" y="7701"/>
                  </a:lnTo>
                  <a:lnTo>
                    <a:pt x="2889" y="7701"/>
                  </a:lnTo>
                  <a:lnTo>
                    <a:pt x="2889" y="7701"/>
                  </a:lnTo>
                  <a:lnTo>
                    <a:pt x="2889" y="7701"/>
                  </a:lnTo>
                  <a:lnTo>
                    <a:pt x="2889" y="7701"/>
                  </a:lnTo>
                  <a:lnTo>
                    <a:pt x="2167" y="8764"/>
                  </a:lnTo>
                  <a:lnTo>
                    <a:pt x="1425" y="9887"/>
                  </a:lnTo>
                  <a:lnTo>
                    <a:pt x="703" y="11070"/>
                  </a:lnTo>
                  <a:lnTo>
                    <a:pt x="1" y="12314"/>
                  </a:lnTo>
                  <a:lnTo>
                    <a:pt x="1" y="12314"/>
                  </a:lnTo>
                  <a:lnTo>
                    <a:pt x="1" y="12314"/>
                  </a:lnTo>
                  <a:lnTo>
                    <a:pt x="382" y="12634"/>
                  </a:lnTo>
                  <a:lnTo>
                    <a:pt x="763" y="12915"/>
                  </a:lnTo>
                  <a:lnTo>
                    <a:pt x="1164" y="13216"/>
                  </a:lnTo>
                  <a:lnTo>
                    <a:pt x="1605" y="13477"/>
                  </a:lnTo>
                  <a:lnTo>
                    <a:pt x="2046" y="13737"/>
                  </a:lnTo>
                  <a:lnTo>
                    <a:pt x="2488" y="13978"/>
                  </a:lnTo>
                  <a:lnTo>
                    <a:pt x="2969" y="14219"/>
                  </a:lnTo>
                  <a:lnTo>
                    <a:pt x="3450" y="14439"/>
                  </a:lnTo>
                  <a:lnTo>
                    <a:pt x="3450" y="14439"/>
                  </a:lnTo>
                  <a:lnTo>
                    <a:pt x="3570" y="13978"/>
                  </a:lnTo>
                  <a:lnTo>
                    <a:pt x="3570" y="13978"/>
                  </a:lnTo>
                  <a:lnTo>
                    <a:pt x="3891" y="12815"/>
                  </a:lnTo>
                  <a:lnTo>
                    <a:pt x="3891" y="12815"/>
                  </a:lnTo>
                  <a:lnTo>
                    <a:pt x="3711" y="12715"/>
                  </a:lnTo>
                  <a:lnTo>
                    <a:pt x="3550" y="12594"/>
                  </a:lnTo>
                  <a:lnTo>
                    <a:pt x="3410" y="12474"/>
                  </a:lnTo>
                  <a:lnTo>
                    <a:pt x="3290" y="12314"/>
                  </a:lnTo>
                  <a:lnTo>
                    <a:pt x="3189" y="12153"/>
                  </a:lnTo>
                  <a:lnTo>
                    <a:pt x="3109" y="11993"/>
                  </a:lnTo>
                  <a:lnTo>
                    <a:pt x="3049" y="11832"/>
                  </a:lnTo>
                  <a:lnTo>
                    <a:pt x="3009" y="11652"/>
                  </a:lnTo>
                  <a:lnTo>
                    <a:pt x="3009" y="11652"/>
                  </a:lnTo>
                  <a:lnTo>
                    <a:pt x="3009" y="11491"/>
                  </a:lnTo>
                  <a:lnTo>
                    <a:pt x="3009" y="11311"/>
                  </a:lnTo>
                  <a:lnTo>
                    <a:pt x="3029" y="11150"/>
                  </a:lnTo>
                  <a:lnTo>
                    <a:pt x="3089" y="11010"/>
                  </a:lnTo>
                  <a:lnTo>
                    <a:pt x="3129" y="10850"/>
                  </a:lnTo>
                  <a:lnTo>
                    <a:pt x="3210" y="10709"/>
                  </a:lnTo>
                  <a:lnTo>
                    <a:pt x="3290" y="10589"/>
                  </a:lnTo>
                  <a:lnTo>
                    <a:pt x="3390" y="10449"/>
                  </a:lnTo>
                  <a:lnTo>
                    <a:pt x="3490" y="10348"/>
                  </a:lnTo>
                  <a:lnTo>
                    <a:pt x="3611" y="10248"/>
                  </a:lnTo>
                  <a:lnTo>
                    <a:pt x="3731" y="10148"/>
                  </a:lnTo>
                  <a:lnTo>
                    <a:pt x="3871" y="10067"/>
                  </a:lnTo>
                  <a:lnTo>
                    <a:pt x="4012" y="10007"/>
                  </a:lnTo>
                  <a:lnTo>
                    <a:pt x="4172" y="9967"/>
                  </a:lnTo>
                  <a:lnTo>
                    <a:pt x="4333" y="9947"/>
                  </a:lnTo>
                  <a:lnTo>
                    <a:pt x="4493" y="9927"/>
                  </a:lnTo>
                  <a:lnTo>
                    <a:pt x="4493" y="9927"/>
                  </a:lnTo>
                  <a:lnTo>
                    <a:pt x="4613" y="9947"/>
                  </a:lnTo>
                  <a:lnTo>
                    <a:pt x="4613" y="9947"/>
                  </a:lnTo>
                  <a:lnTo>
                    <a:pt x="4814" y="9967"/>
                  </a:lnTo>
                  <a:lnTo>
                    <a:pt x="4814" y="9967"/>
                  </a:lnTo>
                  <a:lnTo>
                    <a:pt x="5335" y="8664"/>
                  </a:lnTo>
                  <a:lnTo>
                    <a:pt x="5877" y="7360"/>
                  </a:lnTo>
                  <a:lnTo>
                    <a:pt x="6478" y="6077"/>
                  </a:lnTo>
                  <a:lnTo>
                    <a:pt x="7100" y="4813"/>
                  </a:lnTo>
                  <a:lnTo>
                    <a:pt x="7782" y="3570"/>
                  </a:lnTo>
                  <a:lnTo>
                    <a:pt x="8484" y="2346"/>
                  </a:lnTo>
                  <a:lnTo>
                    <a:pt x="9246" y="1163"/>
                  </a:lnTo>
                  <a:lnTo>
                    <a:pt x="10028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7891;p38">
              <a:extLst>
                <a:ext uri="{FF2B5EF4-FFF2-40B4-BE49-F238E27FC236}">
                  <a16:creationId xmlns:a16="http://schemas.microsoft.com/office/drawing/2014/main" id="{A1D75F27-1505-3D61-D2B9-9DF831CA2B00}"/>
                </a:ext>
              </a:extLst>
            </p:cNvPr>
            <p:cNvSpPr/>
            <p:nvPr/>
          </p:nvSpPr>
          <p:spPr>
            <a:xfrm>
              <a:off x="11613275" y="4110950"/>
              <a:ext cx="75725" cy="75225"/>
            </a:xfrm>
            <a:custGeom>
              <a:avLst/>
              <a:gdLst/>
              <a:ahLst/>
              <a:cxnLst/>
              <a:rect l="l" t="t" r="r" b="b"/>
              <a:pathLst>
                <a:path w="3029" h="3009" extrusionOk="0">
                  <a:moveTo>
                    <a:pt x="1324" y="0"/>
                  </a:moveTo>
                  <a:lnTo>
                    <a:pt x="1164" y="20"/>
                  </a:lnTo>
                  <a:lnTo>
                    <a:pt x="1023" y="80"/>
                  </a:lnTo>
                  <a:lnTo>
                    <a:pt x="883" y="141"/>
                  </a:lnTo>
                  <a:lnTo>
                    <a:pt x="743" y="201"/>
                  </a:lnTo>
                  <a:lnTo>
                    <a:pt x="602" y="301"/>
                  </a:lnTo>
                  <a:lnTo>
                    <a:pt x="482" y="401"/>
                  </a:lnTo>
                  <a:lnTo>
                    <a:pt x="382" y="522"/>
                  </a:lnTo>
                  <a:lnTo>
                    <a:pt x="281" y="642"/>
                  </a:lnTo>
                  <a:lnTo>
                    <a:pt x="201" y="762"/>
                  </a:lnTo>
                  <a:lnTo>
                    <a:pt x="141" y="923"/>
                  </a:lnTo>
                  <a:lnTo>
                    <a:pt x="81" y="1063"/>
                  </a:lnTo>
                  <a:lnTo>
                    <a:pt x="41" y="1224"/>
                  </a:lnTo>
                  <a:lnTo>
                    <a:pt x="21" y="1384"/>
                  </a:lnTo>
                  <a:lnTo>
                    <a:pt x="1" y="1544"/>
                  </a:lnTo>
                  <a:lnTo>
                    <a:pt x="21" y="1705"/>
                  </a:lnTo>
                  <a:lnTo>
                    <a:pt x="61" y="1946"/>
                  </a:lnTo>
                  <a:lnTo>
                    <a:pt x="161" y="2186"/>
                  </a:lnTo>
                  <a:lnTo>
                    <a:pt x="301" y="2407"/>
                  </a:lnTo>
                  <a:lnTo>
                    <a:pt x="482" y="2607"/>
                  </a:lnTo>
                  <a:lnTo>
                    <a:pt x="582" y="2688"/>
                  </a:lnTo>
                  <a:lnTo>
                    <a:pt x="702" y="2768"/>
                  </a:lnTo>
                  <a:lnTo>
                    <a:pt x="823" y="2848"/>
                  </a:lnTo>
                  <a:lnTo>
                    <a:pt x="943" y="2908"/>
                  </a:lnTo>
                  <a:lnTo>
                    <a:pt x="1084" y="2948"/>
                  </a:lnTo>
                  <a:lnTo>
                    <a:pt x="1224" y="2988"/>
                  </a:lnTo>
                  <a:lnTo>
                    <a:pt x="1384" y="3008"/>
                  </a:lnTo>
                  <a:lnTo>
                    <a:pt x="1705" y="3008"/>
                  </a:lnTo>
                  <a:lnTo>
                    <a:pt x="1926" y="2968"/>
                  </a:lnTo>
                  <a:lnTo>
                    <a:pt x="2106" y="2908"/>
                  </a:lnTo>
                  <a:lnTo>
                    <a:pt x="2287" y="2808"/>
                  </a:lnTo>
                  <a:lnTo>
                    <a:pt x="2467" y="2688"/>
                  </a:lnTo>
                  <a:lnTo>
                    <a:pt x="2608" y="2547"/>
                  </a:lnTo>
                  <a:lnTo>
                    <a:pt x="2728" y="2387"/>
                  </a:lnTo>
                  <a:lnTo>
                    <a:pt x="2848" y="2206"/>
                  </a:lnTo>
                  <a:lnTo>
                    <a:pt x="2929" y="2006"/>
                  </a:lnTo>
                  <a:lnTo>
                    <a:pt x="2989" y="1825"/>
                  </a:lnTo>
                  <a:lnTo>
                    <a:pt x="3009" y="1665"/>
                  </a:lnTo>
                  <a:lnTo>
                    <a:pt x="3029" y="1484"/>
                  </a:lnTo>
                  <a:lnTo>
                    <a:pt x="3009" y="1304"/>
                  </a:lnTo>
                  <a:lnTo>
                    <a:pt x="2969" y="1143"/>
                  </a:lnTo>
                  <a:lnTo>
                    <a:pt x="2929" y="983"/>
                  </a:lnTo>
                  <a:lnTo>
                    <a:pt x="2868" y="822"/>
                  </a:lnTo>
                  <a:lnTo>
                    <a:pt x="2768" y="682"/>
                  </a:lnTo>
                  <a:lnTo>
                    <a:pt x="2668" y="542"/>
                  </a:lnTo>
                  <a:lnTo>
                    <a:pt x="2568" y="421"/>
                  </a:lnTo>
                  <a:lnTo>
                    <a:pt x="2427" y="321"/>
                  </a:lnTo>
                  <a:lnTo>
                    <a:pt x="2287" y="221"/>
                  </a:lnTo>
                  <a:lnTo>
                    <a:pt x="2146" y="141"/>
                  </a:lnTo>
                  <a:lnTo>
                    <a:pt x="1986" y="80"/>
                  </a:lnTo>
                  <a:lnTo>
                    <a:pt x="1805" y="20"/>
                  </a:lnTo>
                  <a:lnTo>
                    <a:pt x="1625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7892;p38">
              <a:extLst>
                <a:ext uri="{FF2B5EF4-FFF2-40B4-BE49-F238E27FC236}">
                  <a16:creationId xmlns:a16="http://schemas.microsoft.com/office/drawing/2014/main" id="{40C915A7-73BE-36E2-0DAA-964FABF47D93}"/>
                </a:ext>
              </a:extLst>
            </p:cNvPr>
            <p:cNvSpPr/>
            <p:nvPr/>
          </p:nvSpPr>
          <p:spPr>
            <a:xfrm>
              <a:off x="11613275" y="4110950"/>
              <a:ext cx="75725" cy="75225"/>
            </a:xfrm>
            <a:custGeom>
              <a:avLst/>
              <a:gdLst/>
              <a:ahLst/>
              <a:cxnLst/>
              <a:rect l="l" t="t" r="r" b="b"/>
              <a:pathLst>
                <a:path w="3029" h="3009" fill="none" extrusionOk="0">
                  <a:moveTo>
                    <a:pt x="1485" y="0"/>
                  </a:moveTo>
                  <a:lnTo>
                    <a:pt x="1485" y="0"/>
                  </a:lnTo>
                  <a:lnTo>
                    <a:pt x="1324" y="0"/>
                  </a:lnTo>
                  <a:lnTo>
                    <a:pt x="1164" y="20"/>
                  </a:lnTo>
                  <a:lnTo>
                    <a:pt x="1023" y="80"/>
                  </a:lnTo>
                  <a:lnTo>
                    <a:pt x="883" y="141"/>
                  </a:lnTo>
                  <a:lnTo>
                    <a:pt x="743" y="201"/>
                  </a:lnTo>
                  <a:lnTo>
                    <a:pt x="602" y="301"/>
                  </a:lnTo>
                  <a:lnTo>
                    <a:pt x="482" y="401"/>
                  </a:lnTo>
                  <a:lnTo>
                    <a:pt x="382" y="522"/>
                  </a:lnTo>
                  <a:lnTo>
                    <a:pt x="281" y="642"/>
                  </a:lnTo>
                  <a:lnTo>
                    <a:pt x="201" y="762"/>
                  </a:lnTo>
                  <a:lnTo>
                    <a:pt x="141" y="923"/>
                  </a:lnTo>
                  <a:lnTo>
                    <a:pt x="81" y="1063"/>
                  </a:lnTo>
                  <a:lnTo>
                    <a:pt x="41" y="1224"/>
                  </a:lnTo>
                  <a:lnTo>
                    <a:pt x="21" y="1384"/>
                  </a:lnTo>
                  <a:lnTo>
                    <a:pt x="1" y="1544"/>
                  </a:lnTo>
                  <a:lnTo>
                    <a:pt x="21" y="1705"/>
                  </a:lnTo>
                  <a:lnTo>
                    <a:pt x="21" y="1705"/>
                  </a:lnTo>
                  <a:lnTo>
                    <a:pt x="61" y="1946"/>
                  </a:lnTo>
                  <a:lnTo>
                    <a:pt x="161" y="2186"/>
                  </a:lnTo>
                  <a:lnTo>
                    <a:pt x="301" y="2407"/>
                  </a:lnTo>
                  <a:lnTo>
                    <a:pt x="482" y="2607"/>
                  </a:lnTo>
                  <a:lnTo>
                    <a:pt x="582" y="2688"/>
                  </a:lnTo>
                  <a:lnTo>
                    <a:pt x="702" y="2768"/>
                  </a:lnTo>
                  <a:lnTo>
                    <a:pt x="823" y="2848"/>
                  </a:lnTo>
                  <a:lnTo>
                    <a:pt x="943" y="2908"/>
                  </a:lnTo>
                  <a:lnTo>
                    <a:pt x="1084" y="2948"/>
                  </a:lnTo>
                  <a:lnTo>
                    <a:pt x="1224" y="2988"/>
                  </a:lnTo>
                  <a:lnTo>
                    <a:pt x="1384" y="3008"/>
                  </a:lnTo>
                  <a:lnTo>
                    <a:pt x="1545" y="3008"/>
                  </a:lnTo>
                  <a:lnTo>
                    <a:pt x="1545" y="3008"/>
                  </a:lnTo>
                  <a:lnTo>
                    <a:pt x="1705" y="3008"/>
                  </a:lnTo>
                  <a:lnTo>
                    <a:pt x="1705" y="3008"/>
                  </a:lnTo>
                  <a:lnTo>
                    <a:pt x="1926" y="2968"/>
                  </a:lnTo>
                  <a:lnTo>
                    <a:pt x="2106" y="2908"/>
                  </a:lnTo>
                  <a:lnTo>
                    <a:pt x="2287" y="2808"/>
                  </a:lnTo>
                  <a:lnTo>
                    <a:pt x="2467" y="2688"/>
                  </a:lnTo>
                  <a:lnTo>
                    <a:pt x="2608" y="2547"/>
                  </a:lnTo>
                  <a:lnTo>
                    <a:pt x="2728" y="2387"/>
                  </a:lnTo>
                  <a:lnTo>
                    <a:pt x="2848" y="2206"/>
                  </a:lnTo>
                  <a:lnTo>
                    <a:pt x="2929" y="2006"/>
                  </a:lnTo>
                  <a:lnTo>
                    <a:pt x="2929" y="2006"/>
                  </a:lnTo>
                  <a:lnTo>
                    <a:pt x="2989" y="1825"/>
                  </a:lnTo>
                  <a:lnTo>
                    <a:pt x="3009" y="1665"/>
                  </a:lnTo>
                  <a:lnTo>
                    <a:pt x="3029" y="1484"/>
                  </a:lnTo>
                  <a:lnTo>
                    <a:pt x="3009" y="1304"/>
                  </a:lnTo>
                  <a:lnTo>
                    <a:pt x="2969" y="1143"/>
                  </a:lnTo>
                  <a:lnTo>
                    <a:pt x="2929" y="983"/>
                  </a:lnTo>
                  <a:lnTo>
                    <a:pt x="2868" y="822"/>
                  </a:lnTo>
                  <a:lnTo>
                    <a:pt x="2768" y="682"/>
                  </a:lnTo>
                  <a:lnTo>
                    <a:pt x="2668" y="542"/>
                  </a:lnTo>
                  <a:lnTo>
                    <a:pt x="2568" y="421"/>
                  </a:lnTo>
                  <a:lnTo>
                    <a:pt x="2427" y="321"/>
                  </a:lnTo>
                  <a:lnTo>
                    <a:pt x="2287" y="221"/>
                  </a:lnTo>
                  <a:lnTo>
                    <a:pt x="2146" y="141"/>
                  </a:lnTo>
                  <a:lnTo>
                    <a:pt x="1986" y="80"/>
                  </a:lnTo>
                  <a:lnTo>
                    <a:pt x="1805" y="20"/>
                  </a:lnTo>
                  <a:lnTo>
                    <a:pt x="1625" y="0"/>
                  </a:lnTo>
                  <a:lnTo>
                    <a:pt x="1625" y="0"/>
                  </a:lnTo>
                  <a:lnTo>
                    <a:pt x="148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7893;p38">
              <a:extLst>
                <a:ext uri="{FF2B5EF4-FFF2-40B4-BE49-F238E27FC236}">
                  <a16:creationId xmlns:a16="http://schemas.microsoft.com/office/drawing/2014/main" id="{362C5441-FA94-DD31-6426-D30F8966DCEE}"/>
                </a:ext>
              </a:extLst>
            </p:cNvPr>
            <p:cNvSpPr/>
            <p:nvPr/>
          </p:nvSpPr>
          <p:spPr>
            <a:xfrm>
              <a:off x="11473400" y="4073850"/>
              <a:ext cx="53175" cy="74725"/>
            </a:xfrm>
            <a:custGeom>
              <a:avLst/>
              <a:gdLst/>
              <a:ahLst/>
              <a:cxnLst/>
              <a:rect l="l" t="t" r="r" b="b"/>
              <a:pathLst>
                <a:path w="2127" h="2989" extrusionOk="0">
                  <a:moveTo>
                    <a:pt x="923" y="0"/>
                  </a:moveTo>
                  <a:lnTo>
                    <a:pt x="682" y="702"/>
                  </a:lnTo>
                  <a:lnTo>
                    <a:pt x="442" y="1424"/>
                  </a:lnTo>
                  <a:lnTo>
                    <a:pt x="201" y="2126"/>
                  </a:lnTo>
                  <a:lnTo>
                    <a:pt x="0" y="2848"/>
                  </a:lnTo>
                  <a:lnTo>
                    <a:pt x="141" y="2908"/>
                  </a:lnTo>
                  <a:lnTo>
                    <a:pt x="301" y="2948"/>
                  </a:lnTo>
                  <a:lnTo>
                    <a:pt x="482" y="2968"/>
                  </a:lnTo>
                  <a:lnTo>
                    <a:pt x="642" y="2988"/>
                  </a:lnTo>
                  <a:lnTo>
                    <a:pt x="823" y="2988"/>
                  </a:lnTo>
                  <a:lnTo>
                    <a:pt x="1023" y="2948"/>
                  </a:lnTo>
                  <a:lnTo>
                    <a:pt x="1224" y="2868"/>
                  </a:lnTo>
                  <a:lnTo>
                    <a:pt x="1404" y="2788"/>
                  </a:lnTo>
                  <a:lnTo>
                    <a:pt x="1565" y="2667"/>
                  </a:lnTo>
                  <a:lnTo>
                    <a:pt x="1725" y="2527"/>
                  </a:lnTo>
                  <a:lnTo>
                    <a:pt x="1845" y="2367"/>
                  </a:lnTo>
                  <a:lnTo>
                    <a:pt x="1946" y="2186"/>
                  </a:lnTo>
                  <a:lnTo>
                    <a:pt x="2046" y="1986"/>
                  </a:lnTo>
                  <a:lnTo>
                    <a:pt x="2086" y="1825"/>
                  </a:lnTo>
                  <a:lnTo>
                    <a:pt x="2126" y="1645"/>
                  </a:lnTo>
                  <a:lnTo>
                    <a:pt x="2126" y="1484"/>
                  </a:lnTo>
                  <a:lnTo>
                    <a:pt x="2126" y="1324"/>
                  </a:lnTo>
                  <a:lnTo>
                    <a:pt x="2106" y="1163"/>
                  </a:lnTo>
                  <a:lnTo>
                    <a:pt x="2066" y="1023"/>
                  </a:lnTo>
                  <a:lnTo>
                    <a:pt x="2006" y="883"/>
                  </a:lnTo>
                  <a:lnTo>
                    <a:pt x="1926" y="742"/>
                  </a:lnTo>
                  <a:lnTo>
                    <a:pt x="1845" y="602"/>
                  </a:lnTo>
                  <a:lnTo>
                    <a:pt x="1745" y="482"/>
                  </a:lnTo>
                  <a:lnTo>
                    <a:pt x="1645" y="361"/>
                  </a:lnTo>
                  <a:lnTo>
                    <a:pt x="1525" y="261"/>
                  </a:lnTo>
                  <a:lnTo>
                    <a:pt x="1384" y="181"/>
                  </a:lnTo>
                  <a:lnTo>
                    <a:pt x="1244" y="100"/>
                  </a:lnTo>
                  <a:lnTo>
                    <a:pt x="1083" y="40"/>
                  </a:lnTo>
                  <a:lnTo>
                    <a:pt x="923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7894;p38">
              <a:extLst>
                <a:ext uri="{FF2B5EF4-FFF2-40B4-BE49-F238E27FC236}">
                  <a16:creationId xmlns:a16="http://schemas.microsoft.com/office/drawing/2014/main" id="{6443F755-9BD0-B21F-64A2-3E3B810F7928}"/>
                </a:ext>
              </a:extLst>
            </p:cNvPr>
            <p:cNvSpPr/>
            <p:nvPr/>
          </p:nvSpPr>
          <p:spPr>
            <a:xfrm>
              <a:off x="11473400" y="4073850"/>
              <a:ext cx="53175" cy="74725"/>
            </a:xfrm>
            <a:custGeom>
              <a:avLst/>
              <a:gdLst/>
              <a:ahLst/>
              <a:cxnLst/>
              <a:rect l="l" t="t" r="r" b="b"/>
              <a:pathLst>
                <a:path w="2127" h="2989" fill="none" extrusionOk="0">
                  <a:moveTo>
                    <a:pt x="923" y="0"/>
                  </a:moveTo>
                  <a:lnTo>
                    <a:pt x="923" y="0"/>
                  </a:lnTo>
                  <a:lnTo>
                    <a:pt x="682" y="702"/>
                  </a:lnTo>
                  <a:lnTo>
                    <a:pt x="442" y="1424"/>
                  </a:lnTo>
                  <a:lnTo>
                    <a:pt x="201" y="2126"/>
                  </a:lnTo>
                  <a:lnTo>
                    <a:pt x="0" y="2848"/>
                  </a:lnTo>
                  <a:lnTo>
                    <a:pt x="0" y="2848"/>
                  </a:lnTo>
                  <a:lnTo>
                    <a:pt x="141" y="2908"/>
                  </a:lnTo>
                  <a:lnTo>
                    <a:pt x="301" y="2948"/>
                  </a:lnTo>
                  <a:lnTo>
                    <a:pt x="482" y="2968"/>
                  </a:lnTo>
                  <a:lnTo>
                    <a:pt x="642" y="2988"/>
                  </a:lnTo>
                  <a:lnTo>
                    <a:pt x="642" y="2988"/>
                  </a:lnTo>
                  <a:lnTo>
                    <a:pt x="823" y="2988"/>
                  </a:lnTo>
                  <a:lnTo>
                    <a:pt x="823" y="2988"/>
                  </a:lnTo>
                  <a:lnTo>
                    <a:pt x="1023" y="2948"/>
                  </a:lnTo>
                  <a:lnTo>
                    <a:pt x="1224" y="2868"/>
                  </a:lnTo>
                  <a:lnTo>
                    <a:pt x="1404" y="2788"/>
                  </a:lnTo>
                  <a:lnTo>
                    <a:pt x="1565" y="2667"/>
                  </a:lnTo>
                  <a:lnTo>
                    <a:pt x="1725" y="2527"/>
                  </a:lnTo>
                  <a:lnTo>
                    <a:pt x="1845" y="2367"/>
                  </a:lnTo>
                  <a:lnTo>
                    <a:pt x="1946" y="2186"/>
                  </a:lnTo>
                  <a:lnTo>
                    <a:pt x="2046" y="1986"/>
                  </a:lnTo>
                  <a:lnTo>
                    <a:pt x="2046" y="1986"/>
                  </a:lnTo>
                  <a:lnTo>
                    <a:pt x="2086" y="1825"/>
                  </a:lnTo>
                  <a:lnTo>
                    <a:pt x="2126" y="1645"/>
                  </a:lnTo>
                  <a:lnTo>
                    <a:pt x="2126" y="1484"/>
                  </a:lnTo>
                  <a:lnTo>
                    <a:pt x="2126" y="1324"/>
                  </a:lnTo>
                  <a:lnTo>
                    <a:pt x="2106" y="1163"/>
                  </a:lnTo>
                  <a:lnTo>
                    <a:pt x="2066" y="1023"/>
                  </a:lnTo>
                  <a:lnTo>
                    <a:pt x="2006" y="883"/>
                  </a:lnTo>
                  <a:lnTo>
                    <a:pt x="1926" y="742"/>
                  </a:lnTo>
                  <a:lnTo>
                    <a:pt x="1845" y="602"/>
                  </a:lnTo>
                  <a:lnTo>
                    <a:pt x="1745" y="482"/>
                  </a:lnTo>
                  <a:lnTo>
                    <a:pt x="1645" y="361"/>
                  </a:lnTo>
                  <a:lnTo>
                    <a:pt x="1525" y="261"/>
                  </a:lnTo>
                  <a:lnTo>
                    <a:pt x="1384" y="181"/>
                  </a:lnTo>
                  <a:lnTo>
                    <a:pt x="1244" y="100"/>
                  </a:lnTo>
                  <a:lnTo>
                    <a:pt x="1083" y="40"/>
                  </a:lnTo>
                  <a:lnTo>
                    <a:pt x="92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7895;p38">
              <a:extLst>
                <a:ext uri="{FF2B5EF4-FFF2-40B4-BE49-F238E27FC236}">
                  <a16:creationId xmlns:a16="http://schemas.microsoft.com/office/drawing/2014/main" id="{02B63A89-2072-9A45-AADD-829A9F6150A7}"/>
                </a:ext>
              </a:extLst>
            </p:cNvPr>
            <p:cNvSpPr/>
            <p:nvPr/>
          </p:nvSpPr>
          <p:spPr>
            <a:xfrm>
              <a:off x="11451325" y="4072850"/>
              <a:ext cx="45150" cy="72200"/>
            </a:xfrm>
            <a:custGeom>
              <a:avLst/>
              <a:gdLst/>
              <a:ahLst/>
              <a:cxnLst/>
              <a:rect l="l" t="t" r="r" b="b"/>
              <a:pathLst>
                <a:path w="1806" h="2888" extrusionOk="0">
                  <a:moveTo>
                    <a:pt x="1485" y="0"/>
                  </a:moveTo>
                  <a:lnTo>
                    <a:pt x="1325" y="20"/>
                  </a:lnTo>
                  <a:lnTo>
                    <a:pt x="1164" y="40"/>
                  </a:lnTo>
                  <a:lnTo>
                    <a:pt x="1004" y="80"/>
                  </a:lnTo>
                  <a:lnTo>
                    <a:pt x="863" y="140"/>
                  </a:lnTo>
                  <a:lnTo>
                    <a:pt x="723" y="221"/>
                  </a:lnTo>
                  <a:lnTo>
                    <a:pt x="603" y="321"/>
                  </a:lnTo>
                  <a:lnTo>
                    <a:pt x="482" y="421"/>
                  </a:lnTo>
                  <a:lnTo>
                    <a:pt x="382" y="522"/>
                  </a:lnTo>
                  <a:lnTo>
                    <a:pt x="282" y="662"/>
                  </a:lnTo>
                  <a:lnTo>
                    <a:pt x="202" y="782"/>
                  </a:lnTo>
                  <a:lnTo>
                    <a:pt x="121" y="923"/>
                  </a:lnTo>
                  <a:lnTo>
                    <a:pt x="81" y="1083"/>
                  </a:lnTo>
                  <a:lnTo>
                    <a:pt x="21" y="1223"/>
                  </a:lnTo>
                  <a:lnTo>
                    <a:pt x="1" y="1384"/>
                  </a:lnTo>
                  <a:lnTo>
                    <a:pt x="1" y="1564"/>
                  </a:lnTo>
                  <a:lnTo>
                    <a:pt x="1" y="1725"/>
                  </a:lnTo>
                  <a:lnTo>
                    <a:pt x="41" y="1905"/>
                  </a:lnTo>
                  <a:lnTo>
                    <a:pt x="101" y="2066"/>
                  </a:lnTo>
                  <a:lnTo>
                    <a:pt x="181" y="2226"/>
                  </a:lnTo>
                  <a:lnTo>
                    <a:pt x="282" y="2387"/>
                  </a:lnTo>
                  <a:lnTo>
                    <a:pt x="402" y="2547"/>
                  </a:lnTo>
                  <a:lnTo>
                    <a:pt x="542" y="2667"/>
                  </a:lnTo>
                  <a:lnTo>
                    <a:pt x="703" y="2788"/>
                  </a:lnTo>
                  <a:lnTo>
                    <a:pt x="883" y="2888"/>
                  </a:lnTo>
                  <a:lnTo>
                    <a:pt x="1084" y="2166"/>
                  </a:lnTo>
                  <a:lnTo>
                    <a:pt x="1325" y="1464"/>
                  </a:lnTo>
                  <a:lnTo>
                    <a:pt x="1565" y="742"/>
                  </a:lnTo>
                  <a:lnTo>
                    <a:pt x="1806" y="40"/>
                  </a:lnTo>
                  <a:lnTo>
                    <a:pt x="1605" y="20"/>
                  </a:lnTo>
                  <a:lnTo>
                    <a:pt x="1485" y="0"/>
                  </a:lnTo>
                  <a:close/>
                </a:path>
              </a:pathLst>
            </a:custGeom>
            <a:solidFill>
              <a:srgbClr val="424242">
                <a:alpha val="307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7896;p38">
              <a:extLst>
                <a:ext uri="{FF2B5EF4-FFF2-40B4-BE49-F238E27FC236}">
                  <a16:creationId xmlns:a16="http://schemas.microsoft.com/office/drawing/2014/main" id="{54421943-700F-1B0C-A34A-CEB0FE62EEFD}"/>
                </a:ext>
              </a:extLst>
            </p:cNvPr>
            <p:cNvSpPr/>
            <p:nvPr/>
          </p:nvSpPr>
          <p:spPr>
            <a:xfrm>
              <a:off x="11451325" y="4072850"/>
              <a:ext cx="45150" cy="72200"/>
            </a:xfrm>
            <a:custGeom>
              <a:avLst/>
              <a:gdLst/>
              <a:ahLst/>
              <a:cxnLst/>
              <a:rect l="l" t="t" r="r" b="b"/>
              <a:pathLst>
                <a:path w="1806" h="2888" fill="none" extrusionOk="0">
                  <a:moveTo>
                    <a:pt x="1485" y="0"/>
                  </a:moveTo>
                  <a:lnTo>
                    <a:pt x="1485" y="0"/>
                  </a:lnTo>
                  <a:lnTo>
                    <a:pt x="1325" y="20"/>
                  </a:lnTo>
                  <a:lnTo>
                    <a:pt x="1164" y="40"/>
                  </a:lnTo>
                  <a:lnTo>
                    <a:pt x="1004" y="80"/>
                  </a:lnTo>
                  <a:lnTo>
                    <a:pt x="863" y="140"/>
                  </a:lnTo>
                  <a:lnTo>
                    <a:pt x="723" y="221"/>
                  </a:lnTo>
                  <a:lnTo>
                    <a:pt x="603" y="321"/>
                  </a:lnTo>
                  <a:lnTo>
                    <a:pt x="482" y="421"/>
                  </a:lnTo>
                  <a:lnTo>
                    <a:pt x="382" y="522"/>
                  </a:lnTo>
                  <a:lnTo>
                    <a:pt x="282" y="662"/>
                  </a:lnTo>
                  <a:lnTo>
                    <a:pt x="202" y="782"/>
                  </a:lnTo>
                  <a:lnTo>
                    <a:pt x="121" y="923"/>
                  </a:lnTo>
                  <a:lnTo>
                    <a:pt x="81" y="1083"/>
                  </a:lnTo>
                  <a:lnTo>
                    <a:pt x="21" y="1223"/>
                  </a:lnTo>
                  <a:lnTo>
                    <a:pt x="1" y="1384"/>
                  </a:lnTo>
                  <a:lnTo>
                    <a:pt x="1" y="1564"/>
                  </a:lnTo>
                  <a:lnTo>
                    <a:pt x="1" y="1725"/>
                  </a:lnTo>
                  <a:lnTo>
                    <a:pt x="1" y="1725"/>
                  </a:lnTo>
                  <a:lnTo>
                    <a:pt x="41" y="1905"/>
                  </a:lnTo>
                  <a:lnTo>
                    <a:pt x="101" y="2066"/>
                  </a:lnTo>
                  <a:lnTo>
                    <a:pt x="181" y="2226"/>
                  </a:lnTo>
                  <a:lnTo>
                    <a:pt x="282" y="2387"/>
                  </a:lnTo>
                  <a:lnTo>
                    <a:pt x="402" y="2547"/>
                  </a:lnTo>
                  <a:lnTo>
                    <a:pt x="542" y="2667"/>
                  </a:lnTo>
                  <a:lnTo>
                    <a:pt x="703" y="2788"/>
                  </a:lnTo>
                  <a:lnTo>
                    <a:pt x="883" y="2888"/>
                  </a:lnTo>
                  <a:lnTo>
                    <a:pt x="883" y="2888"/>
                  </a:lnTo>
                  <a:lnTo>
                    <a:pt x="1084" y="2166"/>
                  </a:lnTo>
                  <a:lnTo>
                    <a:pt x="1325" y="1464"/>
                  </a:lnTo>
                  <a:lnTo>
                    <a:pt x="1565" y="742"/>
                  </a:lnTo>
                  <a:lnTo>
                    <a:pt x="1806" y="40"/>
                  </a:lnTo>
                  <a:lnTo>
                    <a:pt x="1806" y="40"/>
                  </a:lnTo>
                  <a:lnTo>
                    <a:pt x="1605" y="20"/>
                  </a:lnTo>
                  <a:lnTo>
                    <a:pt x="1605" y="20"/>
                  </a:lnTo>
                  <a:lnTo>
                    <a:pt x="148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7897;p38">
              <a:extLst>
                <a:ext uri="{FF2B5EF4-FFF2-40B4-BE49-F238E27FC236}">
                  <a16:creationId xmlns:a16="http://schemas.microsoft.com/office/drawing/2014/main" id="{DAA540CC-643F-48DA-6855-58FCAF8C48AE}"/>
                </a:ext>
              </a:extLst>
            </p:cNvPr>
            <p:cNvSpPr/>
            <p:nvPr/>
          </p:nvSpPr>
          <p:spPr>
            <a:xfrm>
              <a:off x="11778225" y="4072850"/>
              <a:ext cx="75225" cy="75725"/>
            </a:xfrm>
            <a:custGeom>
              <a:avLst/>
              <a:gdLst/>
              <a:ahLst/>
              <a:cxnLst/>
              <a:rect l="l" t="t" r="r" b="b"/>
              <a:pathLst>
                <a:path w="3009" h="3029" extrusionOk="0">
                  <a:moveTo>
                    <a:pt x="1485" y="0"/>
                  </a:moveTo>
                  <a:lnTo>
                    <a:pt x="1324" y="20"/>
                  </a:lnTo>
                  <a:lnTo>
                    <a:pt x="1164" y="40"/>
                  </a:lnTo>
                  <a:lnTo>
                    <a:pt x="1003" y="80"/>
                  </a:lnTo>
                  <a:lnTo>
                    <a:pt x="863" y="140"/>
                  </a:lnTo>
                  <a:lnTo>
                    <a:pt x="722" y="221"/>
                  </a:lnTo>
                  <a:lnTo>
                    <a:pt x="602" y="321"/>
                  </a:lnTo>
                  <a:lnTo>
                    <a:pt x="482" y="421"/>
                  </a:lnTo>
                  <a:lnTo>
                    <a:pt x="382" y="522"/>
                  </a:lnTo>
                  <a:lnTo>
                    <a:pt x="281" y="662"/>
                  </a:lnTo>
                  <a:lnTo>
                    <a:pt x="201" y="782"/>
                  </a:lnTo>
                  <a:lnTo>
                    <a:pt x="121" y="923"/>
                  </a:lnTo>
                  <a:lnTo>
                    <a:pt x="81" y="1083"/>
                  </a:lnTo>
                  <a:lnTo>
                    <a:pt x="41" y="1223"/>
                  </a:lnTo>
                  <a:lnTo>
                    <a:pt x="0" y="1384"/>
                  </a:lnTo>
                  <a:lnTo>
                    <a:pt x="0" y="1564"/>
                  </a:lnTo>
                  <a:lnTo>
                    <a:pt x="0" y="1725"/>
                  </a:lnTo>
                  <a:lnTo>
                    <a:pt x="61" y="1965"/>
                  </a:lnTo>
                  <a:lnTo>
                    <a:pt x="161" y="2206"/>
                  </a:lnTo>
                  <a:lnTo>
                    <a:pt x="301" y="2427"/>
                  </a:lnTo>
                  <a:lnTo>
                    <a:pt x="482" y="2607"/>
                  </a:lnTo>
                  <a:lnTo>
                    <a:pt x="582" y="2707"/>
                  </a:lnTo>
                  <a:lnTo>
                    <a:pt x="682" y="2788"/>
                  </a:lnTo>
                  <a:lnTo>
                    <a:pt x="803" y="2848"/>
                  </a:lnTo>
                  <a:lnTo>
                    <a:pt x="943" y="2908"/>
                  </a:lnTo>
                  <a:lnTo>
                    <a:pt x="1083" y="2968"/>
                  </a:lnTo>
                  <a:lnTo>
                    <a:pt x="1224" y="2988"/>
                  </a:lnTo>
                  <a:lnTo>
                    <a:pt x="1384" y="3028"/>
                  </a:lnTo>
                  <a:lnTo>
                    <a:pt x="1705" y="3028"/>
                  </a:lnTo>
                  <a:lnTo>
                    <a:pt x="1906" y="2988"/>
                  </a:lnTo>
                  <a:lnTo>
                    <a:pt x="2106" y="2908"/>
                  </a:lnTo>
                  <a:lnTo>
                    <a:pt x="2287" y="2828"/>
                  </a:lnTo>
                  <a:lnTo>
                    <a:pt x="2447" y="2707"/>
                  </a:lnTo>
                  <a:lnTo>
                    <a:pt x="2608" y="2567"/>
                  </a:lnTo>
                  <a:lnTo>
                    <a:pt x="2728" y="2407"/>
                  </a:lnTo>
                  <a:lnTo>
                    <a:pt x="2828" y="2226"/>
                  </a:lnTo>
                  <a:lnTo>
                    <a:pt x="2928" y="2026"/>
                  </a:lnTo>
                  <a:lnTo>
                    <a:pt x="2969" y="1845"/>
                  </a:lnTo>
                  <a:lnTo>
                    <a:pt x="3009" y="1665"/>
                  </a:lnTo>
                  <a:lnTo>
                    <a:pt x="3009" y="1504"/>
                  </a:lnTo>
                  <a:lnTo>
                    <a:pt x="3009" y="1324"/>
                  </a:lnTo>
                  <a:lnTo>
                    <a:pt x="2969" y="1163"/>
                  </a:lnTo>
                  <a:lnTo>
                    <a:pt x="2928" y="1003"/>
                  </a:lnTo>
                  <a:lnTo>
                    <a:pt x="2848" y="842"/>
                  </a:lnTo>
                  <a:lnTo>
                    <a:pt x="2768" y="702"/>
                  </a:lnTo>
                  <a:lnTo>
                    <a:pt x="2668" y="562"/>
                  </a:lnTo>
                  <a:lnTo>
                    <a:pt x="2547" y="441"/>
                  </a:lnTo>
                  <a:lnTo>
                    <a:pt x="2427" y="321"/>
                  </a:lnTo>
                  <a:lnTo>
                    <a:pt x="2287" y="241"/>
                  </a:lnTo>
                  <a:lnTo>
                    <a:pt x="2126" y="140"/>
                  </a:lnTo>
                  <a:lnTo>
                    <a:pt x="1966" y="80"/>
                  </a:lnTo>
                  <a:lnTo>
                    <a:pt x="1805" y="40"/>
                  </a:lnTo>
                  <a:lnTo>
                    <a:pt x="1625" y="20"/>
                  </a:lnTo>
                  <a:lnTo>
                    <a:pt x="1485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7898;p38">
              <a:extLst>
                <a:ext uri="{FF2B5EF4-FFF2-40B4-BE49-F238E27FC236}">
                  <a16:creationId xmlns:a16="http://schemas.microsoft.com/office/drawing/2014/main" id="{E202140A-8161-B0CD-10A5-C7FD234E828D}"/>
                </a:ext>
              </a:extLst>
            </p:cNvPr>
            <p:cNvSpPr/>
            <p:nvPr/>
          </p:nvSpPr>
          <p:spPr>
            <a:xfrm>
              <a:off x="11778225" y="4072850"/>
              <a:ext cx="75225" cy="75725"/>
            </a:xfrm>
            <a:custGeom>
              <a:avLst/>
              <a:gdLst/>
              <a:ahLst/>
              <a:cxnLst/>
              <a:rect l="l" t="t" r="r" b="b"/>
              <a:pathLst>
                <a:path w="3009" h="3029" fill="none" extrusionOk="0">
                  <a:moveTo>
                    <a:pt x="1485" y="0"/>
                  </a:moveTo>
                  <a:lnTo>
                    <a:pt x="1485" y="0"/>
                  </a:lnTo>
                  <a:lnTo>
                    <a:pt x="1324" y="20"/>
                  </a:lnTo>
                  <a:lnTo>
                    <a:pt x="1164" y="40"/>
                  </a:lnTo>
                  <a:lnTo>
                    <a:pt x="1003" y="80"/>
                  </a:lnTo>
                  <a:lnTo>
                    <a:pt x="863" y="140"/>
                  </a:lnTo>
                  <a:lnTo>
                    <a:pt x="722" y="221"/>
                  </a:lnTo>
                  <a:lnTo>
                    <a:pt x="602" y="321"/>
                  </a:lnTo>
                  <a:lnTo>
                    <a:pt x="482" y="421"/>
                  </a:lnTo>
                  <a:lnTo>
                    <a:pt x="382" y="522"/>
                  </a:lnTo>
                  <a:lnTo>
                    <a:pt x="281" y="662"/>
                  </a:lnTo>
                  <a:lnTo>
                    <a:pt x="201" y="782"/>
                  </a:lnTo>
                  <a:lnTo>
                    <a:pt x="121" y="923"/>
                  </a:lnTo>
                  <a:lnTo>
                    <a:pt x="81" y="1083"/>
                  </a:lnTo>
                  <a:lnTo>
                    <a:pt x="41" y="1223"/>
                  </a:lnTo>
                  <a:lnTo>
                    <a:pt x="0" y="1384"/>
                  </a:lnTo>
                  <a:lnTo>
                    <a:pt x="0" y="1564"/>
                  </a:lnTo>
                  <a:lnTo>
                    <a:pt x="0" y="1725"/>
                  </a:lnTo>
                  <a:lnTo>
                    <a:pt x="0" y="1725"/>
                  </a:lnTo>
                  <a:lnTo>
                    <a:pt x="61" y="1965"/>
                  </a:lnTo>
                  <a:lnTo>
                    <a:pt x="161" y="2206"/>
                  </a:lnTo>
                  <a:lnTo>
                    <a:pt x="301" y="2427"/>
                  </a:lnTo>
                  <a:lnTo>
                    <a:pt x="482" y="2607"/>
                  </a:lnTo>
                  <a:lnTo>
                    <a:pt x="582" y="2707"/>
                  </a:lnTo>
                  <a:lnTo>
                    <a:pt x="682" y="2788"/>
                  </a:lnTo>
                  <a:lnTo>
                    <a:pt x="803" y="2848"/>
                  </a:lnTo>
                  <a:lnTo>
                    <a:pt x="943" y="2908"/>
                  </a:lnTo>
                  <a:lnTo>
                    <a:pt x="1083" y="2968"/>
                  </a:lnTo>
                  <a:lnTo>
                    <a:pt x="1224" y="2988"/>
                  </a:lnTo>
                  <a:lnTo>
                    <a:pt x="1384" y="3028"/>
                  </a:lnTo>
                  <a:lnTo>
                    <a:pt x="1545" y="3028"/>
                  </a:lnTo>
                  <a:lnTo>
                    <a:pt x="1545" y="3028"/>
                  </a:lnTo>
                  <a:lnTo>
                    <a:pt x="1705" y="3028"/>
                  </a:lnTo>
                  <a:lnTo>
                    <a:pt x="1705" y="3028"/>
                  </a:lnTo>
                  <a:lnTo>
                    <a:pt x="1906" y="2988"/>
                  </a:lnTo>
                  <a:lnTo>
                    <a:pt x="2106" y="2908"/>
                  </a:lnTo>
                  <a:lnTo>
                    <a:pt x="2287" y="2828"/>
                  </a:lnTo>
                  <a:lnTo>
                    <a:pt x="2447" y="2707"/>
                  </a:lnTo>
                  <a:lnTo>
                    <a:pt x="2608" y="2567"/>
                  </a:lnTo>
                  <a:lnTo>
                    <a:pt x="2728" y="2407"/>
                  </a:lnTo>
                  <a:lnTo>
                    <a:pt x="2828" y="2226"/>
                  </a:lnTo>
                  <a:lnTo>
                    <a:pt x="2928" y="2026"/>
                  </a:lnTo>
                  <a:lnTo>
                    <a:pt x="2928" y="2026"/>
                  </a:lnTo>
                  <a:lnTo>
                    <a:pt x="2969" y="1845"/>
                  </a:lnTo>
                  <a:lnTo>
                    <a:pt x="3009" y="1665"/>
                  </a:lnTo>
                  <a:lnTo>
                    <a:pt x="3009" y="1504"/>
                  </a:lnTo>
                  <a:lnTo>
                    <a:pt x="3009" y="1324"/>
                  </a:lnTo>
                  <a:lnTo>
                    <a:pt x="2969" y="1163"/>
                  </a:lnTo>
                  <a:lnTo>
                    <a:pt x="2928" y="1003"/>
                  </a:lnTo>
                  <a:lnTo>
                    <a:pt x="2848" y="842"/>
                  </a:lnTo>
                  <a:lnTo>
                    <a:pt x="2768" y="702"/>
                  </a:lnTo>
                  <a:lnTo>
                    <a:pt x="2668" y="562"/>
                  </a:lnTo>
                  <a:lnTo>
                    <a:pt x="2547" y="441"/>
                  </a:lnTo>
                  <a:lnTo>
                    <a:pt x="2427" y="321"/>
                  </a:lnTo>
                  <a:lnTo>
                    <a:pt x="2287" y="241"/>
                  </a:lnTo>
                  <a:lnTo>
                    <a:pt x="2126" y="140"/>
                  </a:lnTo>
                  <a:lnTo>
                    <a:pt x="1966" y="80"/>
                  </a:lnTo>
                  <a:lnTo>
                    <a:pt x="1805" y="40"/>
                  </a:lnTo>
                  <a:lnTo>
                    <a:pt x="1625" y="20"/>
                  </a:lnTo>
                  <a:lnTo>
                    <a:pt x="1625" y="20"/>
                  </a:lnTo>
                  <a:lnTo>
                    <a:pt x="148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7899;p38">
              <a:extLst>
                <a:ext uri="{FF2B5EF4-FFF2-40B4-BE49-F238E27FC236}">
                  <a16:creationId xmlns:a16="http://schemas.microsoft.com/office/drawing/2014/main" id="{0433F2F9-70B6-23E1-C7E2-E875BE66DCED}"/>
                </a:ext>
              </a:extLst>
            </p:cNvPr>
            <p:cNvSpPr/>
            <p:nvPr/>
          </p:nvSpPr>
          <p:spPr>
            <a:xfrm>
              <a:off x="11881000" y="4205700"/>
              <a:ext cx="104300" cy="236675"/>
            </a:xfrm>
            <a:custGeom>
              <a:avLst/>
              <a:gdLst/>
              <a:ahLst/>
              <a:cxnLst/>
              <a:rect l="l" t="t" r="r" b="b"/>
              <a:pathLst>
                <a:path w="4172" h="9467" extrusionOk="0">
                  <a:moveTo>
                    <a:pt x="582" y="1"/>
                  </a:moveTo>
                  <a:lnTo>
                    <a:pt x="502" y="21"/>
                  </a:lnTo>
                  <a:lnTo>
                    <a:pt x="402" y="41"/>
                  </a:lnTo>
                  <a:lnTo>
                    <a:pt x="322" y="101"/>
                  </a:lnTo>
                  <a:lnTo>
                    <a:pt x="241" y="141"/>
                  </a:lnTo>
                  <a:lnTo>
                    <a:pt x="181" y="201"/>
                  </a:lnTo>
                  <a:lnTo>
                    <a:pt x="121" y="281"/>
                  </a:lnTo>
                  <a:lnTo>
                    <a:pt x="61" y="362"/>
                  </a:lnTo>
                  <a:lnTo>
                    <a:pt x="21" y="442"/>
                  </a:lnTo>
                  <a:lnTo>
                    <a:pt x="1" y="542"/>
                  </a:lnTo>
                  <a:lnTo>
                    <a:pt x="1" y="642"/>
                  </a:lnTo>
                  <a:lnTo>
                    <a:pt x="21" y="943"/>
                  </a:lnTo>
                  <a:lnTo>
                    <a:pt x="41" y="1244"/>
                  </a:lnTo>
                  <a:lnTo>
                    <a:pt x="81" y="1525"/>
                  </a:lnTo>
                  <a:lnTo>
                    <a:pt x="141" y="1826"/>
                  </a:lnTo>
                  <a:lnTo>
                    <a:pt x="281" y="2387"/>
                  </a:lnTo>
                  <a:lnTo>
                    <a:pt x="442" y="2969"/>
                  </a:lnTo>
                  <a:lnTo>
                    <a:pt x="642" y="3530"/>
                  </a:lnTo>
                  <a:lnTo>
                    <a:pt x="843" y="4092"/>
                  </a:lnTo>
                  <a:lnTo>
                    <a:pt x="1244" y="5195"/>
                  </a:lnTo>
                  <a:lnTo>
                    <a:pt x="1404" y="5736"/>
                  </a:lnTo>
                  <a:lnTo>
                    <a:pt x="1565" y="6258"/>
                  </a:lnTo>
                  <a:lnTo>
                    <a:pt x="1705" y="6779"/>
                  </a:lnTo>
                  <a:lnTo>
                    <a:pt x="1886" y="7300"/>
                  </a:lnTo>
                  <a:lnTo>
                    <a:pt x="2066" y="7822"/>
                  </a:lnTo>
                  <a:lnTo>
                    <a:pt x="2287" y="8323"/>
                  </a:lnTo>
                  <a:lnTo>
                    <a:pt x="2407" y="8564"/>
                  </a:lnTo>
                  <a:lnTo>
                    <a:pt x="2548" y="8784"/>
                  </a:lnTo>
                  <a:lnTo>
                    <a:pt x="2708" y="9025"/>
                  </a:lnTo>
                  <a:lnTo>
                    <a:pt x="2868" y="9246"/>
                  </a:lnTo>
                  <a:lnTo>
                    <a:pt x="2949" y="9306"/>
                  </a:lnTo>
                  <a:lnTo>
                    <a:pt x="3009" y="9366"/>
                  </a:lnTo>
                  <a:lnTo>
                    <a:pt x="3109" y="9406"/>
                  </a:lnTo>
                  <a:lnTo>
                    <a:pt x="3189" y="9446"/>
                  </a:lnTo>
                  <a:lnTo>
                    <a:pt x="3290" y="9446"/>
                  </a:lnTo>
                  <a:lnTo>
                    <a:pt x="3390" y="9466"/>
                  </a:lnTo>
                  <a:lnTo>
                    <a:pt x="3590" y="9426"/>
                  </a:lnTo>
                  <a:lnTo>
                    <a:pt x="3771" y="9366"/>
                  </a:lnTo>
                  <a:lnTo>
                    <a:pt x="3871" y="9306"/>
                  </a:lnTo>
                  <a:lnTo>
                    <a:pt x="3931" y="9246"/>
                  </a:lnTo>
                  <a:lnTo>
                    <a:pt x="4012" y="9186"/>
                  </a:lnTo>
                  <a:lnTo>
                    <a:pt x="4052" y="9105"/>
                  </a:lnTo>
                  <a:lnTo>
                    <a:pt x="4092" y="9005"/>
                  </a:lnTo>
                  <a:lnTo>
                    <a:pt x="4112" y="8905"/>
                  </a:lnTo>
                  <a:lnTo>
                    <a:pt x="4152" y="8624"/>
                  </a:lnTo>
                  <a:lnTo>
                    <a:pt x="4172" y="8323"/>
                  </a:lnTo>
                  <a:lnTo>
                    <a:pt x="4152" y="8042"/>
                  </a:lnTo>
                  <a:lnTo>
                    <a:pt x="4132" y="7742"/>
                  </a:lnTo>
                  <a:lnTo>
                    <a:pt x="4092" y="7461"/>
                  </a:lnTo>
                  <a:lnTo>
                    <a:pt x="4052" y="7160"/>
                  </a:lnTo>
                  <a:lnTo>
                    <a:pt x="3911" y="6598"/>
                  </a:lnTo>
                  <a:lnTo>
                    <a:pt x="3751" y="6037"/>
                  </a:lnTo>
                  <a:lnTo>
                    <a:pt x="3570" y="5475"/>
                  </a:lnTo>
                  <a:lnTo>
                    <a:pt x="3169" y="4352"/>
                  </a:lnTo>
                  <a:lnTo>
                    <a:pt x="2788" y="3249"/>
                  </a:lnTo>
                  <a:lnTo>
                    <a:pt x="2588" y="2688"/>
                  </a:lnTo>
                  <a:lnTo>
                    <a:pt x="2367" y="2146"/>
                  </a:lnTo>
                  <a:lnTo>
                    <a:pt x="2106" y="1625"/>
                  </a:lnTo>
                  <a:lnTo>
                    <a:pt x="1826" y="1124"/>
                  </a:lnTo>
                  <a:lnTo>
                    <a:pt x="1665" y="863"/>
                  </a:lnTo>
                  <a:lnTo>
                    <a:pt x="1485" y="642"/>
                  </a:lnTo>
                  <a:lnTo>
                    <a:pt x="1304" y="402"/>
                  </a:lnTo>
                  <a:lnTo>
                    <a:pt x="1104" y="181"/>
                  </a:lnTo>
                  <a:lnTo>
                    <a:pt x="1043" y="121"/>
                  </a:lnTo>
                  <a:lnTo>
                    <a:pt x="943" y="61"/>
                  </a:lnTo>
                  <a:lnTo>
                    <a:pt x="863" y="21"/>
                  </a:lnTo>
                  <a:lnTo>
                    <a:pt x="78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7900;p38">
              <a:extLst>
                <a:ext uri="{FF2B5EF4-FFF2-40B4-BE49-F238E27FC236}">
                  <a16:creationId xmlns:a16="http://schemas.microsoft.com/office/drawing/2014/main" id="{CDA5ED8C-269C-B5B8-01CA-F96E26B737D0}"/>
                </a:ext>
              </a:extLst>
            </p:cNvPr>
            <p:cNvSpPr/>
            <p:nvPr/>
          </p:nvSpPr>
          <p:spPr>
            <a:xfrm>
              <a:off x="11960725" y="4474425"/>
              <a:ext cx="49150" cy="50175"/>
            </a:xfrm>
            <a:custGeom>
              <a:avLst/>
              <a:gdLst/>
              <a:ahLst/>
              <a:cxnLst/>
              <a:rect l="l" t="t" r="r" b="b"/>
              <a:pathLst>
                <a:path w="1966" h="2007" extrusionOk="0">
                  <a:moveTo>
                    <a:pt x="863" y="1"/>
                  </a:moveTo>
                  <a:lnTo>
                    <a:pt x="742" y="21"/>
                  </a:lnTo>
                  <a:lnTo>
                    <a:pt x="562" y="81"/>
                  </a:lnTo>
                  <a:lnTo>
                    <a:pt x="381" y="181"/>
                  </a:lnTo>
                  <a:lnTo>
                    <a:pt x="241" y="302"/>
                  </a:lnTo>
                  <a:lnTo>
                    <a:pt x="141" y="462"/>
                  </a:lnTo>
                  <a:lnTo>
                    <a:pt x="60" y="622"/>
                  </a:lnTo>
                  <a:lnTo>
                    <a:pt x="20" y="823"/>
                  </a:lnTo>
                  <a:lnTo>
                    <a:pt x="0" y="1004"/>
                  </a:lnTo>
                  <a:lnTo>
                    <a:pt x="20" y="1184"/>
                  </a:lnTo>
                  <a:lnTo>
                    <a:pt x="60" y="1364"/>
                  </a:lnTo>
                  <a:lnTo>
                    <a:pt x="141" y="1545"/>
                  </a:lnTo>
                  <a:lnTo>
                    <a:pt x="241" y="1705"/>
                  </a:lnTo>
                  <a:lnTo>
                    <a:pt x="381" y="1826"/>
                  </a:lnTo>
                  <a:lnTo>
                    <a:pt x="562" y="1926"/>
                  </a:lnTo>
                  <a:lnTo>
                    <a:pt x="742" y="1986"/>
                  </a:lnTo>
                  <a:lnTo>
                    <a:pt x="863" y="2006"/>
                  </a:lnTo>
                  <a:lnTo>
                    <a:pt x="1103" y="2006"/>
                  </a:lnTo>
                  <a:lnTo>
                    <a:pt x="1204" y="1986"/>
                  </a:lnTo>
                  <a:lnTo>
                    <a:pt x="1404" y="1926"/>
                  </a:lnTo>
                  <a:lnTo>
                    <a:pt x="1585" y="1826"/>
                  </a:lnTo>
                  <a:lnTo>
                    <a:pt x="1705" y="1705"/>
                  </a:lnTo>
                  <a:lnTo>
                    <a:pt x="1825" y="1545"/>
                  </a:lnTo>
                  <a:lnTo>
                    <a:pt x="1905" y="1364"/>
                  </a:lnTo>
                  <a:lnTo>
                    <a:pt x="1946" y="1184"/>
                  </a:lnTo>
                  <a:lnTo>
                    <a:pt x="1966" y="1004"/>
                  </a:lnTo>
                  <a:lnTo>
                    <a:pt x="1946" y="823"/>
                  </a:lnTo>
                  <a:lnTo>
                    <a:pt x="1905" y="622"/>
                  </a:lnTo>
                  <a:lnTo>
                    <a:pt x="1825" y="462"/>
                  </a:lnTo>
                  <a:lnTo>
                    <a:pt x="1705" y="302"/>
                  </a:lnTo>
                  <a:lnTo>
                    <a:pt x="1585" y="181"/>
                  </a:lnTo>
                  <a:lnTo>
                    <a:pt x="1404" y="81"/>
                  </a:lnTo>
                  <a:lnTo>
                    <a:pt x="1204" y="21"/>
                  </a:lnTo>
                  <a:lnTo>
                    <a:pt x="110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7901;p38">
              <a:extLst>
                <a:ext uri="{FF2B5EF4-FFF2-40B4-BE49-F238E27FC236}">
                  <a16:creationId xmlns:a16="http://schemas.microsoft.com/office/drawing/2014/main" id="{76528C65-4348-B475-4F97-06B7F8AA9CAA}"/>
                </a:ext>
              </a:extLst>
            </p:cNvPr>
            <p:cNvSpPr/>
            <p:nvPr/>
          </p:nvSpPr>
          <p:spPr>
            <a:xfrm>
              <a:off x="11410225" y="4481950"/>
              <a:ext cx="481325" cy="481850"/>
            </a:xfrm>
            <a:custGeom>
              <a:avLst/>
              <a:gdLst/>
              <a:ahLst/>
              <a:cxnLst/>
              <a:rect l="l" t="t" r="r" b="b"/>
              <a:pathLst>
                <a:path w="19253" h="19274" extrusionOk="0">
                  <a:moveTo>
                    <a:pt x="9226" y="1"/>
                  </a:moveTo>
                  <a:lnTo>
                    <a:pt x="8664" y="21"/>
                  </a:lnTo>
                  <a:lnTo>
                    <a:pt x="8123" y="101"/>
                  </a:lnTo>
                  <a:lnTo>
                    <a:pt x="7601" y="201"/>
                  </a:lnTo>
                  <a:lnTo>
                    <a:pt x="7080" y="321"/>
                  </a:lnTo>
                  <a:lnTo>
                    <a:pt x="6578" y="482"/>
                  </a:lnTo>
                  <a:lnTo>
                    <a:pt x="6077" y="662"/>
                  </a:lnTo>
                  <a:lnTo>
                    <a:pt x="5616" y="883"/>
                  </a:lnTo>
                  <a:lnTo>
                    <a:pt x="5134" y="1124"/>
                  </a:lnTo>
                  <a:lnTo>
                    <a:pt x="4693" y="1384"/>
                  </a:lnTo>
                  <a:lnTo>
                    <a:pt x="4252" y="1665"/>
                  </a:lnTo>
                  <a:lnTo>
                    <a:pt x="3831" y="1986"/>
                  </a:lnTo>
                  <a:lnTo>
                    <a:pt x="3430" y="2307"/>
                  </a:lnTo>
                  <a:lnTo>
                    <a:pt x="3049" y="2668"/>
                  </a:lnTo>
                  <a:lnTo>
                    <a:pt x="2688" y="3049"/>
                  </a:lnTo>
                  <a:lnTo>
                    <a:pt x="2347" y="3430"/>
                  </a:lnTo>
                  <a:lnTo>
                    <a:pt x="2026" y="3851"/>
                  </a:lnTo>
                  <a:lnTo>
                    <a:pt x="1725" y="4272"/>
                  </a:lnTo>
                  <a:lnTo>
                    <a:pt x="1444" y="4713"/>
                  </a:lnTo>
                  <a:lnTo>
                    <a:pt x="1184" y="5175"/>
                  </a:lnTo>
                  <a:lnTo>
                    <a:pt x="943" y="5656"/>
                  </a:lnTo>
                  <a:lnTo>
                    <a:pt x="743" y="6137"/>
                  </a:lnTo>
                  <a:lnTo>
                    <a:pt x="542" y="6639"/>
                  </a:lnTo>
                  <a:lnTo>
                    <a:pt x="382" y="7140"/>
                  </a:lnTo>
                  <a:lnTo>
                    <a:pt x="261" y="7661"/>
                  </a:lnTo>
                  <a:lnTo>
                    <a:pt x="161" y="8203"/>
                  </a:lnTo>
                  <a:lnTo>
                    <a:pt x="81" y="8724"/>
                  </a:lnTo>
                  <a:lnTo>
                    <a:pt x="21" y="9286"/>
                  </a:lnTo>
                  <a:lnTo>
                    <a:pt x="0" y="9827"/>
                  </a:lnTo>
                  <a:lnTo>
                    <a:pt x="21" y="10389"/>
                  </a:lnTo>
                  <a:lnTo>
                    <a:pt x="61" y="10950"/>
                  </a:lnTo>
                  <a:lnTo>
                    <a:pt x="121" y="11351"/>
                  </a:lnTo>
                  <a:lnTo>
                    <a:pt x="201" y="11773"/>
                  </a:lnTo>
                  <a:lnTo>
                    <a:pt x="301" y="12174"/>
                  </a:lnTo>
                  <a:lnTo>
                    <a:pt x="422" y="12575"/>
                  </a:lnTo>
                  <a:lnTo>
                    <a:pt x="562" y="12996"/>
                  </a:lnTo>
                  <a:lnTo>
                    <a:pt x="722" y="13397"/>
                  </a:lnTo>
                  <a:lnTo>
                    <a:pt x="903" y="13778"/>
                  </a:lnTo>
                  <a:lnTo>
                    <a:pt x="1103" y="14179"/>
                  </a:lnTo>
                  <a:lnTo>
                    <a:pt x="1324" y="14560"/>
                  </a:lnTo>
                  <a:lnTo>
                    <a:pt x="1565" y="14941"/>
                  </a:lnTo>
                  <a:lnTo>
                    <a:pt x="1825" y="15302"/>
                  </a:lnTo>
                  <a:lnTo>
                    <a:pt x="2106" y="15643"/>
                  </a:lnTo>
                  <a:lnTo>
                    <a:pt x="2387" y="16004"/>
                  </a:lnTo>
                  <a:lnTo>
                    <a:pt x="2708" y="16325"/>
                  </a:lnTo>
                  <a:lnTo>
                    <a:pt x="3029" y="16646"/>
                  </a:lnTo>
                  <a:lnTo>
                    <a:pt x="3390" y="16947"/>
                  </a:lnTo>
                  <a:lnTo>
                    <a:pt x="3751" y="17248"/>
                  </a:lnTo>
                  <a:lnTo>
                    <a:pt x="4132" y="17528"/>
                  </a:lnTo>
                  <a:lnTo>
                    <a:pt x="4513" y="17789"/>
                  </a:lnTo>
                  <a:lnTo>
                    <a:pt x="4934" y="18030"/>
                  </a:lnTo>
                  <a:lnTo>
                    <a:pt x="5355" y="18250"/>
                  </a:lnTo>
                  <a:lnTo>
                    <a:pt x="5796" y="18451"/>
                  </a:lnTo>
                  <a:lnTo>
                    <a:pt x="6237" y="18631"/>
                  </a:lnTo>
                  <a:lnTo>
                    <a:pt x="6719" y="18792"/>
                  </a:lnTo>
                  <a:lnTo>
                    <a:pt x="7180" y="18952"/>
                  </a:lnTo>
                  <a:lnTo>
                    <a:pt x="7681" y="19052"/>
                  </a:lnTo>
                  <a:lnTo>
                    <a:pt x="8183" y="19153"/>
                  </a:lnTo>
                  <a:lnTo>
                    <a:pt x="8704" y="19213"/>
                  </a:lnTo>
                  <a:lnTo>
                    <a:pt x="9246" y="19273"/>
                  </a:lnTo>
                  <a:lnTo>
                    <a:pt x="10329" y="19273"/>
                  </a:lnTo>
                  <a:lnTo>
                    <a:pt x="10910" y="19233"/>
                  </a:lnTo>
                  <a:lnTo>
                    <a:pt x="11231" y="19193"/>
                  </a:lnTo>
                  <a:lnTo>
                    <a:pt x="11572" y="19133"/>
                  </a:lnTo>
                  <a:lnTo>
                    <a:pt x="11893" y="19072"/>
                  </a:lnTo>
                  <a:lnTo>
                    <a:pt x="12234" y="19012"/>
                  </a:lnTo>
                  <a:lnTo>
                    <a:pt x="12555" y="18912"/>
                  </a:lnTo>
                  <a:lnTo>
                    <a:pt x="12855" y="18812"/>
                  </a:lnTo>
                  <a:lnTo>
                    <a:pt x="13176" y="18711"/>
                  </a:lnTo>
                  <a:lnTo>
                    <a:pt x="13477" y="18571"/>
                  </a:lnTo>
                  <a:lnTo>
                    <a:pt x="13778" y="18451"/>
                  </a:lnTo>
                  <a:lnTo>
                    <a:pt x="14059" y="18290"/>
                  </a:lnTo>
                  <a:lnTo>
                    <a:pt x="14360" y="18150"/>
                  </a:lnTo>
                  <a:lnTo>
                    <a:pt x="14640" y="17969"/>
                  </a:lnTo>
                  <a:lnTo>
                    <a:pt x="15182" y="17608"/>
                  </a:lnTo>
                  <a:lnTo>
                    <a:pt x="15703" y="17207"/>
                  </a:lnTo>
                  <a:lnTo>
                    <a:pt x="16184" y="16766"/>
                  </a:lnTo>
                  <a:lnTo>
                    <a:pt x="16646" y="16305"/>
                  </a:lnTo>
                  <a:lnTo>
                    <a:pt x="17067" y="15784"/>
                  </a:lnTo>
                  <a:lnTo>
                    <a:pt x="17468" y="15262"/>
                  </a:lnTo>
                  <a:lnTo>
                    <a:pt x="17829" y="14701"/>
                  </a:lnTo>
                  <a:lnTo>
                    <a:pt x="18150" y="14119"/>
                  </a:lnTo>
                  <a:lnTo>
                    <a:pt x="18431" y="13497"/>
                  </a:lnTo>
                  <a:lnTo>
                    <a:pt x="18671" y="12876"/>
                  </a:lnTo>
                  <a:lnTo>
                    <a:pt x="18872" y="12314"/>
                  </a:lnTo>
                  <a:lnTo>
                    <a:pt x="19012" y="11733"/>
                  </a:lnTo>
                  <a:lnTo>
                    <a:pt x="19132" y="11171"/>
                  </a:lnTo>
                  <a:lnTo>
                    <a:pt x="19213" y="10609"/>
                  </a:lnTo>
                  <a:lnTo>
                    <a:pt x="19253" y="10048"/>
                  </a:lnTo>
                  <a:lnTo>
                    <a:pt x="19253" y="9486"/>
                  </a:lnTo>
                  <a:lnTo>
                    <a:pt x="19233" y="8945"/>
                  </a:lnTo>
                  <a:lnTo>
                    <a:pt x="19193" y="8403"/>
                  </a:lnTo>
                  <a:lnTo>
                    <a:pt x="19092" y="7862"/>
                  </a:lnTo>
                  <a:lnTo>
                    <a:pt x="18992" y="7341"/>
                  </a:lnTo>
                  <a:lnTo>
                    <a:pt x="18832" y="6819"/>
                  </a:lnTo>
                  <a:lnTo>
                    <a:pt x="18671" y="6298"/>
                  </a:lnTo>
                  <a:lnTo>
                    <a:pt x="18471" y="5816"/>
                  </a:lnTo>
                  <a:lnTo>
                    <a:pt x="18230" y="5315"/>
                  </a:lnTo>
                  <a:lnTo>
                    <a:pt x="17969" y="4854"/>
                  </a:lnTo>
                  <a:lnTo>
                    <a:pt x="17689" y="4393"/>
                  </a:lnTo>
                  <a:lnTo>
                    <a:pt x="17388" y="3951"/>
                  </a:lnTo>
                  <a:lnTo>
                    <a:pt x="17067" y="3530"/>
                  </a:lnTo>
                  <a:lnTo>
                    <a:pt x="16706" y="3129"/>
                  </a:lnTo>
                  <a:lnTo>
                    <a:pt x="16325" y="2748"/>
                  </a:lnTo>
                  <a:lnTo>
                    <a:pt x="15944" y="2387"/>
                  </a:lnTo>
                  <a:lnTo>
                    <a:pt x="15523" y="2046"/>
                  </a:lnTo>
                  <a:lnTo>
                    <a:pt x="15081" y="1725"/>
                  </a:lnTo>
                  <a:lnTo>
                    <a:pt x="14620" y="1424"/>
                  </a:lnTo>
                  <a:lnTo>
                    <a:pt x="14139" y="1144"/>
                  </a:lnTo>
                  <a:lnTo>
                    <a:pt x="13638" y="903"/>
                  </a:lnTo>
                  <a:lnTo>
                    <a:pt x="13136" y="682"/>
                  </a:lnTo>
                  <a:lnTo>
                    <a:pt x="12595" y="502"/>
                  </a:lnTo>
                  <a:lnTo>
                    <a:pt x="12053" y="321"/>
                  </a:lnTo>
                  <a:lnTo>
                    <a:pt x="11492" y="201"/>
                  </a:lnTo>
                  <a:lnTo>
                    <a:pt x="10930" y="101"/>
                  </a:lnTo>
                  <a:lnTo>
                    <a:pt x="10349" y="21"/>
                  </a:lnTo>
                  <a:lnTo>
                    <a:pt x="976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7902;p38">
              <a:extLst>
                <a:ext uri="{FF2B5EF4-FFF2-40B4-BE49-F238E27FC236}">
                  <a16:creationId xmlns:a16="http://schemas.microsoft.com/office/drawing/2014/main" id="{D3AA503F-72C7-DF8A-4691-DA594F65C7EA}"/>
                </a:ext>
              </a:extLst>
            </p:cNvPr>
            <p:cNvSpPr/>
            <p:nvPr/>
          </p:nvSpPr>
          <p:spPr>
            <a:xfrm>
              <a:off x="11410225" y="4481950"/>
              <a:ext cx="481325" cy="481850"/>
            </a:xfrm>
            <a:custGeom>
              <a:avLst/>
              <a:gdLst/>
              <a:ahLst/>
              <a:cxnLst/>
              <a:rect l="l" t="t" r="r" b="b"/>
              <a:pathLst>
                <a:path w="19253" h="19274" fill="none" extrusionOk="0">
                  <a:moveTo>
                    <a:pt x="61" y="10950"/>
                  </a:moveTo>
                  <a:lnTo>
                    <a:pt x="61" y="10950"/>
                  </a:lnTo>
                  <a:lnTo>
                    <a:pt x="121" y="11351"/>
                  </a:lnTo>
                  <a:lnTo>
                    <a:pt x="201" y="11773"/>
                  </a:lnTo>
                  <a:lnTo>
                    <a:pt x="301" y="12174"/>
                  </a:lnTo>
                  <a:lnTo>
                    <a:pt x="422" y="12575"/>
                  </a:lnTo>
                  <a:lnTo>
                    <a:pt x="562" y="12996"/>
                  </a:lnTo>
                  <a:lnTo>
                    <a:pt x="722" y="13397"/>
                  </a:lnTo>
                  <a:lnTo>
                    <a:pt x="903" y="13778"/>
                  </a:lnTo>
                  <a:lnTo>
                    <a:pt x="1103" y="14179"/>
                  </a:lnTo>
                  <a:lnTo>
                    <a:pt x="1324" y="14560"/>
                  </a:lnTo>
                  <a:lnTo>
                    <a:pt x="1565" y="14941"/>
                  </a:lnTo>
                  <a:lnTo>
                    <a:pt x="1825" y="15302"/>
                  </a:lnTo>
                  <a:lnTo>
                    <a:pt x="2106" y="15643"/>
                  </a:lnTo>
                  <a:lnTo>
                    <a:pt x="2387" y="16004"/>
                  </a:lnTo>
                  <a:lnTo>
                    <a:pt x="2708" y="16325"/>
                  </a:lnTo>
                  <a:lnTo>
                    <a:pt x="3029" y="16646"/>
                  </a:lnTo>
                  <a:lnTo>
                    <a:pt x="3390" y="16947"/>
                  </a:lnTo>
                  <a:lnTo>
                    <a:pt x="3751" y="17248"/>
                  </a:lnTo>
                  <a:lnTo>
                    <a:pt x="4132" y="17528"/>
                  </a:lnTo>
                  <a:lnTo>
                    <a:pt x="4513" y="17789"/>
                  </a:lnTo>
                  <a:lnTo>
                    <a:pt x="4934" y="18030"/>
                  </a:lnTo>
                  <a:lnTo>
                    <a:pt x="5355" y="18250"/>
                  </a:lnTo>
                  <a:lnTo>
                    <a:pt x="5796" y="18451"/>
                  </a:lnTo>
                  <a:lnTo>
                    <a:pt x="6237" y="18631"/>
                  </a:lnTo>
                  <a:lnTo>
                    <a:pt x="6719" y="18792"/>
                  </a:lnTo>
                  <a:lnTo>
                    <a:pt x="7180" y="18952"/>
                  </a:lnTo>
                  <a:lnTo>
                    <a:pt x="7681" y="19052"/>
                  </a:lnTo>
                  <a:lnTo>
                    <a:pt x="8183" y="19153"/>
                  </a:lnTo>
                  <a:lnTo>
                    <a:pt x="8704" y="19213"/>
                  </a:lnTo>
                  <a:lnTo>
                    <a:pt x="9246" y="19273"/>
                  </a:lnTo>
                  <a:lnTo>
                    <a:pt x="9787" y="19273"/>
                  </a:lnTo>
                  <a:lnTo>
                    <a:pt x="10329" y="19273"/>
                  </a:lnTo>
                  <a:lnTo>
                    <a:pt x="10910" y="19233"/>
                  </a:lnTo>
                  <a:lnTo>
                    <a:pt x="10910" y="19233"/>
                  </a:lnTo>
                  <a:lnTo>
                    <a:pt x="11231" y="19193"/>
                  </a:lnTo>
                  <a:lnTo>
                    <a:pt x="11572" y="19133"/>
                  </a:lnTo>
                  <a:lnTo>
                    <a:pt x="11893" y="19072"/>
                  </a:lnTo>
                  <a:lnTo>
                    <a:pt x="12234" y="19012"/>
                  </a:lnTo>
                  <a:lnTo>
                    <a:pt x="12555" y="18912"/>
                  </a:lnTo>
                  <a:lnTo>
                    <a:pt x="12855" y="18812"/>
                  </a:lnTo>
                  <a:lnTo>
                    <a:pt x="13176" y="18711"/>
                  </a:lnTo>
                  <a:lnTo>
                    <a:pt x="13477" y="18571"/>
                  </a:lnTo>
                  <a:lnTo>
                    <a:pt x="13778" y="18451"/>
                  </a:lnTo>
                  <a:lnTo>
                    <a:pt x="14059" y="18290"/>
                  </a:lnTo>
                  <a:lnTo>
                    <a:pt x="14360" y="18150"/>
                  </a:lnTo>
                  <a:lnTo>
                    <a:pt x="14640" y="17969"/>
                  </a:lnTo>
                  <a:lnTo>
                    <a:pt x="15182" y="17608"/>
                  </a:lnTo>
                  <a:lnTo>
                    <a:pt x="15703" y="17207"/>
                  </a:lnTo>
                  <a:lnTo>
                    <a:pt x="16184" y="16766"/>
                  </a:lnTo>
                  <a:lnTo>
                    <a:pt x="16646" y="16305"/>
                  </a:lnTo>
                  <a:lnTo>
                    <a:pt x="17067" y="15784"/>
                  </a:lnTo>
                  <a:lnTo>
                    <a:pt x="17468" y="15262"/>
                  </a:lnTo>
                  <a:lnTo>
                    <a:pt x="17829" y="14701"/>
                  </a:lnTo>
                  <a:lnTo>
                    <a:pt x="18150" y="14119"/>
                  </a:lnTo>
                  <a:lnTo>
                    <a:pt x="18431" y="13497"/>
                  </a:lnTo>
                  <a:lnTo>
                    <a:pt x="18671" y="12876"/>
                  </a:lnTo>
                  <a:lnTo>
                    <a:pt x="18671" y="12876"/>
                  </a:lnTo>
                  <a:lnTo>
                    <a:pt x="18872" y="12314"/>
                  </a:lnTo>
                  <a:lnTo>
                    <a:pt x="19012" y="11733"/>
                  </a:lnTo>
                  <a:lnTo>
                    <a:pt x="19132" y="11171"/>
                  </a:lnTo>
                  <a:lnTo>
                    <a:pt x="19213" y="10609"/>
                  </a:lnTo>
                  <a:lnTo>
                    <a:pt x="19253" y="10048"/>
                  </a:lnTo>
                  <a:lnTo>
                    <a:pt x="19253" y="9486"/>
                  </a:lnTo>
                  <a:lnTo>
                    <a:pt x="19233" y="8945"/>
                  </a:lnTo>
                  <a:lnTo>
                    <a:pt x="19193" y="8403"/>
                  </a:lnTo>
                  <a:lnTo>
                    <a:pt x="19092" y="7862"/>
                  </a:lnTo>
                  <a:lnTo>
                    <a:pt x="18992" y="7341"/>
                  </a:lnTo>
                  <a:lnTo>
                    <a:pt x="18832" y="6819"/>
                  </a:lnTo>
                  <a:lnTo>
                    <a:pt x="18671" y="6298"/>
                  </a:lnTo>
                  <a:lnTo>
                    <a:pt x="18471" y="5816"/>
                  </a:lnTo>
                  <a:lnTo>
                    <a:pt x="18230" y="5315"/>
                  </a:lnTo>
                  <a:lnTo>
                    <a:pt x="17969" y="4854"/>
                  </a:lnTo>
                  <a:lnTo>
                    <a:pt x="17689" y="4393"/>
                  </a:lnTo>
                  <a:lnTo>
                    <a:pt x="17388" y="3951"/>
                  </a:lnTo>
                  <a:lnTo>
                    <a:pt x="17067" y="3530"/>
                  </a:lnTo>
                  <a:lnTo>
                    <a:pt x="16706" y="3129"/>
                  </a:lnTo>
                  <a:lnTo>
                    <a:pt x="16325" y="2748"/>
                  </a:lnTo>
                  <a:lnTo>
                    <a:pt x="15944" y="2387"/>
                  </a:lnTo>
                  <a:lnTo>
                    <a:pt x="15523" y="2046"/>
                  </a:lnTo>
                  <a:lnTo>
                    <a:pt x="15081" y="1725"/>
                  </a:lnTo>
                  <a:lnTo>
                    <a:pt x="14620" y="1424"/>
                  </a:lnTo>
                  <a:lnTo>
                    <a:pt x="14139" y="1144"/>
                  </a:lnTo>
                  <a:lnTo>
                    <a:pt x="13638" y="903"/>
                  </a:lnTo>
                  <a:lnTo>
                    <a:pt x="13136" y="682"/>
                  </a:lnTo>
                  <a:lnTo>
                    <a:pt x="12595" y="502"/>
                  </a:lnTo>
                  <a:lnTo>
                    <a:pt x="12053" y="321"/>
                  </a:lnTo>
                  <a:lnTo>
                    <a:pt x="11492" y="201"/>
                  </a:lnTo>
                  <a:lnTo>
                    <a:pt x="10930" y="101"/>
                  </a:lnTo>
                  <a:lnTo>
                    <a:pt x="10349" y="21"/>
                  </a:lnTo>
                  <a:lnTo>
                    <a:pt x="10349" y="21"/>
                  </a:lnTo>
                  <a:lnTo>
                    <a:pt x="9767" y="1"/>
                  </a:lnTo>
                  <a:lnTo>
                    <a:pt x="9226" y="1"/>
                  </a:lnTo>
                  <a:lnTo>
                    <a:pt x="8664" y="21"/>
                  </a:lnTo>
                  <a:lnTo>
                    <a:pt x="8123" y="101"/>
                  </a:lnTo>
                  <a:lnTo>
                    <a:pt x="7601" y="201"/>
                  </a:lnTo>
                  <a:lnTo>
                    <a:pt x="7080" y="321"/>
                  </a:lnTo>
                  <a:lnTo>
                    <a:pt x="6578" y="482"/>
                  </a:lnTo>
                  <a:lnTo>
                    <a:pt x="6077" y="662"/>
                  </a:lnTo>
                  <a:lnTo>
                    <a:pt x="5616" y="883"/>
                  </a:lnTo>
                  <a:lnTo>
                    <a:pt x="5134" y="1124"/>
                  </a:lnTo>
                  <a:lnTo>
                    <a:pt x="4693" y="1384"/>
                  </a:lnTo>
                  <a:lnTo>
                    <a:pt x="4252" y="1665"/>
                  </a:lnTo>
                  <a:lnTo>
                    <a:pt x="3831" y="1986"/>
                  </a:lnTo>
                  <a:lnTo>
                    <a:pt x="3430" y="2307"/>
                  </a:lnTo>
                  <a:lnTo>
                    <a:pt x="3049" y="2668"/>
                  </a:lnTo>
                  <a:lnTo>
                    <a:pt x="2688" y="3049"/>
                  </a:lnTo>
                  <a:lnTo>
                    <a:pt x="2347" y="3430"/>
                  </a:lnTo>
                  <a:lnTo>
                    <a:pt x="2026" y="3851"/>
                  </a:lnTo>
                  <a:lnTo>
                    <a:pt x="1725" y="4272"/>
                  </a:lnTo>
                  <a:lnTo>
                    <a:pt x="1444" y="4713"/>
                  </a:lnTo>
                  <a:lnTo>
                    <a:pt x="1184" y="5175"/>
                  </a:lnTo>
                  <a:lnTo>
                    <a:pt x="943" y="5656"/>
                  </a:lnTo>
                  <a:lnTo>
                    <a:pt x="743" y="6137"/>
                  </a:lnTo>
                  <a:lnTo>
                    <a:pt x="542" y="6639"/>
                  </a:lnTo>
                  <a:lnTo>
                    <a:pt x="382" y="7140"/>
                  </a:lnTo>
                  <a:lnTo>
                    <a:pt x="261" y="7661"/>
                  </a:lnTo>
                  <a:lnTo>
                    <a:pt x="161" y="8203"/>
                  </a:lnTo>
                  <a:lnTo>
                    <a:pt x="81" y="8724"/>
                  </a:lnTo>
                  <a:lnTo>
                    <a:pt x="21" y="9286"/>
                  </a:lnTo>
                  <a:lnTo>
                    <a:pt x="0" y="9827"/>
                  </a:lnTo>
                  <a:lnTo>
                    <a:pt x="21" y="10389"/>
                  </a:lnTo>
                  <a:lnTo>
                    <a:pt x="61" y="1095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7903;p38">
              <a:extLst>
                <a:ext uri="{FF2B5EF4-FFF2-40B4-BE49-F238E27FC236}">
                  <a16:creationId xmlns:a16="http://schemas.microsoft.com/office/drawing/2014/main" id="{CBB12355-8AC8-8E57-5B03-957E728D26B1}"/>
                </a:ext>
              </a:extLst>
            </p:cNvPr>
            <p:cNvSpPr/>
            <p:nvPr/>
          </p:nvSpPr>
          <p:spPr>
            <a:xfrm>
              <a:off x="11491450" y="4562675"/>
              <a:ext cx="319400" cy="320400"/>
            </a:xfrm>
            <a:custGeom>
              <a:avLst/>
              <a:gdLst/>
              <a:ahLst/>
              <a:cxnLst/>
              <a:rect l="l" t="t" r="r" b="b"/>
              <a:pathLst>
                <a:path w="12776" h="12816" extrusionOk="0">
                  <a:moveTo>
                    <a:pt x="6418" y="0"/>
                  </a:moveTo>
                  <a:lnTo>
                    <a:pt x="5977" y="20"/>
                  </a:lnTo>
                  <a:lnTo>
                    <a:pt x="5555" y="61"/>
                  </a:lnTo>
                  <a:lnTo>
                    <a:pt x="5154" y="121"/>
                  </a:lnTo>
                  <a:lnTo>
                    <a:pt x="4753" y="221"/>
                  </a:lnTo>
                  <a:lnTo>
                    <a:pt x="4352" y="341"/>
                  </a:lnTo>
                  <a:lnTo>
                    <a:pt x="3971" y="482"/>
                  </a:lnTo>
                  <a:lnTo>
                    <a:pt x="3610" y="642"/>
                  </a:lnTo>
                  <a:lnTo>
                    <a:pt x="3249" y="843"/>
                  </a:lnTo>
                  <a:lnTo>
                    <a:pt x="2908" y="1063"/>
                  </a:lnTo>
                  <a:lnTo>
                    <a:pt x="2567" y="1304"/>
                  </a:lnTo>
                  <a:lnTo>
                    <a:pt x="2266" y="1565"/>
                  </a:lnTo>
                  <a:lnTo>
                    <a:pt x="1966" y="1845"/>
                  </a:lnTo>
                  <a:lnTo>
                    <a:pt x="1685" y="2126"/>
                  </a:lnTo>
                  <a:lnTo>
                    <a:pt x="1424" y="2447"/>
                  </a:lnTo>
                  <a:lnTo>
                    <a:pt x="1184" y="2768"/>
                  </a:lnTo>
                  <a:lnTo>
                    <a:pt x="1023" y="3009"/>
                  </a:lnTo>
                  <a:lnTo>
                    <a:pt x="883" y="3269"/>
                  </a:lnTo>
                  <a:lnTo>
                    <a:pt x="742" y="3510"/>
                  </a:lnTo>
                  <a:lnTo>
                    <a:pt x="622" y="3771"/>
                  </a:lnTo>
                  <a:lnTo>
                    <a:pt x="502" y="4051"/>
                  </a:lnTo>
                  <a:lnTo>
                    <a:pt x="381" y="4312"/>
                  </a:lnTo>
                  <a:lnTo>
                    <a:pt x="301" y="4593"/>
                  </a:lnTo>
                  <a:lnTo>
                    <a:pt x="221" y="4874"/>
                  </a:lnTo>
                  <a:lnTo>
                    <a:pt x="141" y="5174"/>
                  </a:lnTo>
                  <a:lnTo>
                    <a:pt x="101" y="5455"/>
                  </a:lnTo>
                  <a:lnTo>
                    <a:pt x="40" y="5756"/>
                  </a:lnTo>
                  <a:lnTo>
                    <a:pt x="20" y="6057"/>
                  </a:lnTo>
                  <a:lnTo>
                    <a:pt x="0" y="6358"/>
                  </a:lnTo>
                  <a:lnTo>
                    <a:pt x="0" y="6658"/>
                  </a:lnTo>
                  <a:lnTo>
                    <a:pt x="20" y="6959"/>
                  </a:lnTo>
                  <a:lnTo>
                    <a:pt x="40" y="7280"/>
                  </a:lnTo>
                  <a:lnTo>
                    <a:pt x="101" y="7661"/>
                  </a:lnTo>
                  <a:lnTo>
                    <a:pt x="181" y="8042"/>
                  </a:lnTo>
                  <a:lnTo>
                    <a:pt x="281" y="8423"/>
                  </a:lnTo>
                  <a:lnTo>
                    <a:pt x="421" y="8804"/>
                  </a:lnTo>
                  <a:lnTo>
                    <a:pt x="602" y="9165"/>
                  </a:lnTo>
                  <a:lnTo>
                    <a:pt x="782" y="9526"/>
                  </a:lnTo>
                  <a:lnTo>
                    <a:pt x="1003" y="9887"/>
                  </a:lnTo>
                  <a:lnTo>
                    <a:pt x="1244" y="10228"/>
                  </a:lnTo>
                  <a:lnTo>
                    <a:pt x="1524" y="10549"/>
                  </a:lnTo>
                  <a:lnTo>
                    <a:pt x="1805" y="10870"/>
                  </a:lnTo>
                  <a:lnTo>
                    <a:pt x="2126" y="11171"/>
                  </a:lnTo>
                  <a:lnTo>
                    <a:pt x="2447" y="11431"/>
                  </a:lnTo>
                  <a:lnTo>
                    <a:pt x="2808" y="11692"/>
                  </a:lnTo>
                  <a:lnTo>
                    <a:pt x="3189" y="11933"/>
                  </a:lnTo>
                  <a:lnTo>
                    <a:pt x="3590" y="12133"/>
                  </a:lnTo>
                  <a:lnTo>
                    <a:pt x="3991" y="12334"/>
                  </a:lnTo>
                  <a:lnTo>
                    <a:pt x="4352" y="12454"/>
                  </a:lnTo>
                  <a:lnTo>
                    <a:pt x="4733" y="12575"/>
                  </a:lnTo>
                  <a:lnTo>
                    <a:pt x="5114" y="12675"/>
                  </a:lnTo>
                  <a:lnTo>
                    <a:pt x="5515" y="12735"/>
                  </a:lnTo>
                  <a:lnTo>
                    <a:pt x="5936" y="12775"/>
                  </a:lnTo>
                  <a:lnTo>
                    <a:pt x="6358" y="12815"/>
                  </a:lnTo>
                  <a:lnTo>
                    <a:pt x="6779" y="12795"/>
                  </a:lnTo>
                  <a:lnTo>
                    <a:pt x="7220" y="12775"/>
                  </a:lnTo>
                  <a:lnTo>
                    <a:pt x="7681" y="12715"/>
                  </a:lnTo>
                  <a:lnTo>
                    <a:pt x="8102" y="12615"/>
                  </a:lnTo>
                  <a:lnTo>
                    <a:pt x="8523" y="12494"/>
                  </a:lnTo>
                  <a:lnTo>
                    <a:pt x="8945" y="12334"/>
                  </a:lnTo>
                  <a:lnTo>
                    <a:pt x="9326" y="12153"/>
                  </a:lnTo>
                  <a:lnTo>
                    <a:pt x="9707" y="11933"/>
                  </a:lnTo>
                  <a:lnTo>
                    <a:pt x="10068" y="11692"/>
                  </a:lnTo>
                  <a:lnTo>
                    <a:pt x="10409" y="11431"/>
                  </a:lnTo>
                  <a:lnTo>
                    <a:pt x="10729" y="11131"/>
                  </a:lnTo>
                  <a:lnTo>
                    <a:pt x="11030" y="10830"/>
                  </a:lnTo>
                  <a:lnTo>
                    <a:pt x="11311" y="10489"/>
                  </a:lnTo>
                  <a:lnTo>
                    <a:pt x="11592" y="10128"/>
                  </a:lnTo>
                  <a:lnTo>
                    <a:pt x="11812" y="9767"/>
                  </a:lnTo>
                  <a:lnTo>
                    <a:pt x="12033" y="9366"/>
                  </a:lnTo>
                  <a:lnTo>
                    <a:pt x="12234" y="8965"/>
                  </a:lnTo>
                  <a:lnTo>
                    <a:pt x="12394" y="8564"/>
                  </a:lnTo>
                  <a:lnTo>
                    <a:pt x="12514" y="8183"/>
                  </a:lnTo>
                  <a:lnTo>
                    <a:pt x="12615" y="7802"/>
                  </a:lnTo>
                  <a:lnTo>
                    <a:pt x="12695" y="7421"/>
                  </a:lnTo>
                  <a:lnTo>
                    <a:pt x="12735" y="7060"/>
                  </a:lnTo>
                  <a:lnTo>
                    <a:pt x="12775" y="6679"/>
                  </a:lnTo>
                  <a:lnTo>
                    <a:pt x="12775" y="6318"/>
                  </a:lnTo>
                  <a:lnTo>
                    <a:pt x="12755" y="5957"/>
                  </a:lnTo>
                  <a:lnTo>
                    <a:pt x="12715" y="5576"/>
                  </a:lnTo>
                  <a:lnTo>
                    <a:pt x="12675" y="5235"/>
                  </a:lnTo>
                  <a:lnTo>
                    <a:pt x="12595" y="4874"/>
                  </a:lnTo>
                  <a:lnTo>
                    <a:pt x="12494" y="4533"/>
                  </a:lnTo>
                  <a:lnTo>
                    <a:pt x="12374" y="4192"/>
                  </a:lnTo>
                  <a:lnTo>
                    <a:pt x="12254" y="3871"/>
                  </a:lnTo>
                  <a:lnTo>
                    <a:pt x="12093" y="3550"/>
                  </a:lnTo>
                  <a:lnTo>
                    <a:pt x="11933" y="3229"/>
                  </a:lnTo>
                  <a:lnTo>
                    <a:pt x="11732" y="2928"/>
                  </a:lnTo>
                  <a:lnTo>
                    <a:pt x="11532" y="2648"/>
                  </a:lnTo>
                  <a:lnTo>
                    <a:pt x="11311" y="2367"/>
                  </a:lnTo>
                  <a:lnTo>
                    <a:pt x="11090" y="2086"/>
                  </a:lnTo>
                  <a:lnTo>
                    <a:pt x="10830" y="1825"/>
                  </a:lnTo>
                  <a:lnTo>
                    <a:pt x="10569" y="1585"/>
                  </a:lnTo>
                  <a:lnTo>
                    <a:pt x="10288" y="1364"/>
                  </a:lnTo>
                  <a:lnTo>
                    <a:pt x="10008" y="1143"/>
                  </a:lnTo>
                  <a:lnTo>
                    <a:pt x="9687" y="963"/>
                  </a:lnTo>
                  <a:lnTo>
                    <a:pt x="9386" y="783"/>
                  </a:lnTo>
                  <a:lnTo>
                    <a:pt x="9045" y="622"/>
                  </a:lnTo>
                  <a:lnTo>
                    <a:pt x="8704" y="462"/>
                  </a:lnTo>
                  <a:lnTo>
                    <a:pt x="8363" y="341"/>
                  </a:lnTo>
                  <a:lnTo>
                    <a:pt x="8002" y="241"/>
                  </a:lnTo>
                  <a:lnTo>
                    <a:pt x="7621" y="141"/>
                  </a:lnTo>
                  <a:lnTo>
                    <a:pt x="7240" y="81"/>
                  </a:lnTo>
                  <a:lnTo>
                    <a:pt x="6859" y="20"/>
                  </a:lnTo>
                  <a:lnTo>
                    <a:pt x="6418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7904;p38">
              <a:extLst>
                <a:ext uri="{FF2B5EF4-FFF2-40B4-BE49-F238E27FC236}">
                  <a16:creationId xmlns:a16="http://schemas.microsoft.com/office/drawing/2014/main" id="{34F28D88-D283-CC7E-1D64-FDB8549855F5}"/>
                </a:ext>
              </a:extLst>
            </p:cNvPr>
            <p:cNvSpPr/>
            <p:nvPr/>
          </p:nvSpPr>
          <p:spPr>
            <a:xfrm>
              <a:off x="11491450" y="4562675"/>
              <a:ext cx="319400" cy="320400"/>
            </a:xfrm>
            <a:custGeom>
              <a:avLst/>
              <a:gdLst/>
              <a:ahLst/>
              <a:cxnLst/>
              <a:rect l="l" t="t" r="r" b="b"/>
              <a:pathLst>
                <a:path w="12776" h="12816" fill="none" extrusionOk="0">
                  <a:moveTo>
                    <a:pt x="12394" y="8564"/>
                  </a:moveTo>
                  <a:lnTo>
                    <a:pt x="12394" y="8564"/>
                  </a:lnTo>
                  <a:lnTo>
                    <a:pt x="12234" y="8965"/>
                  </a:lnTo>
                  <a:lnTo>
                    <a:pt x="12033" y="9366"/>
                  </a:lnTo>
                  <a:lnTo>
                    <a:pt x="11812" y="9767"/>
                  </a:lnTo>
                  <a:lnTo>
                    <a:pt x="11592" y="10128"/>
                  </a:lnTo>
                  <a:lnTo>
                    <a:pt x="11311" y="10489"/>
                  </a:lnTo>
                  <a:lnTo>
                    <a:pt x="11030" y="10830"/>
                  </a:lnTo>
                  <a:lnTo>
                    <a:pt x="10729" y="11131"/>
                  </a:lnTo>
                  <a:lnTo>
                    <a:pt x="10409" y="11431"/>
                  </a:lnTo>
                  <a:lnTo>
                    <a:pt x="10068" y="11692"/>
                  </a:lnTo>
                  <a:lnTo>
                    <a:pt x="9707" y="11933"/>
                  </a:lnTo>
                  <a:lnTo>
                    <a:pt x="9326" y="12153"/>
                  </a:lnTo>
                  <a:lnTo>
                    <a:pt x="8945" y="12334"/>
                  </a:lnTo>
                  <a:lnTo>
                    <a:pt x="8523" y="12494"/>
                  </a:lnTo>
                  <a:lnTo>
                    <a:pt x="8102" y="12615"/>
                  </a:lnTo>
                  <a:lnTo>
                    <a:pt x="7681" y="12715"/>
                  </a:lnTo>
                  <a:lnTo>
                    <a:pt x="7220" y="12775"/>
                  </a:lnTo>
                  <a:lnTo>
                    <a:pt x="7220" y="12775"/>
                  </a:lnTo>
                  <a:lnTo>
                    <a:pt x="6779" y="12795"/>
                  </a:lnTo>
                  <a:lnTo>
                    <a:pt x="6358" y="12815"/>
                  </a:lnTo>
                  <a:lnTo>
                    <a:pt x="5936" y="12775"/>
                  </a:lnTo>
                  <a:lnTo>
                    <a:pt x="5515" y="12735"/>
                  </a:lnTo>
                  <a:lnTo>
                    <a:pt x="5114" y="12675"/>
                  </a:lnTo>
                  <a:lnTo>
                    <a:pt x="4733" y="12575"/>
                  </a:lnTo>
                  <a:lnTo>
                    <a:pt x="4352" y="12454"/>
                  </a:lnTo>
                  <a:lnTo>
                    <a:pt x="3991" y="12334"/>
                  </a:lnTo>
                  <a:lnTo>
                    <a:pt x="3991" y="12334"/>
                  </a:lnTo>
                  <a:lnTo>
                    <a:pt x="3590" y="12133"/>
                  </a:lnTo>
                  <a:lnTo>
                    <a:pt x="3189" y="11933"/>
                  </a:lnTo>
                  <a:lnTo>
                    <a:pt x="2808" y="11692"/>
                  </a:lnTo>
                  <a:lnTo>
                    <a:pt x="2447" y="11431"/>
                  </a:lnTo>
                  <a:lnTo>
                    <a:pt x="2126" y="11171"/>
                  </a:lnTo>
                  <a:lnTo>
                    <a:pt x="1805" y="10870"/>
                  </a:lnTo>
                  <a:lnTo>
                    <a:pt x="1524" y="10549"/>
                  </a:lnTo>
                  <a:lnTo>
                    <a:pt x="1244" y="10228"/>
                  </a:lnTo>
                  <a:lnTo>
                    <a:pt x="1003" y="9887"/>
                  </a:lnTo>
                  <a:lnTo>
                    <a:pt x="782" y="9526"/>
                  </a:lnTo>
                  <a:lnTo>
                    <a:pt x="602" y="9165"/>
                  </a:lnTo>
                  <a:lnTo>
                    <a:pt x="421" y="8804"/>
                  </a:lnTo>
                  <a:lnTo>
                    <a:pt x="281" y="8423"/>
                  </a:lnTo>
                  <a:lnTo>
                    <a:pt x="181" y="8042"/>
                  </a:lnTo>
                  <a:lnTo>
                    <a:pt x="101" y="7661"/>
                  </a:lnTo>
                  <a:lnTo>
                    <a:pt x="40" y="7280"/>
                  </a:lnTo>
                  <a:lnTo>
                    <a:pt x="40" y="7280"/>
                  </a:lnTo>
                  <a:lnTo>
                    <a:pt x="20" y="6959"/>
                  </a:lnTo>
                  <a:lnTo>
                    <a:pt x="0" y="6658"/>
                  </a:lnTo>
                  <a:lnTo>
                    <a:pt x="0" y="6358"/>
                  </a:lnTo>
                  <a:lnTo>
                    <a:pt x="20" y="6057"/>
                  </a:lnTo>
                  <a:lnTo>
                    <a:pt x="40" y="5756"/>
                  </a:lnTo>
                  <a:lnTo>
                    <a:pt x="101" y="5455"/>
                  </a:lnTo>
                  <a:lnTo>
                    <a:pt x="141" y="5174"/>
                  </a:lnTo>
                  <a:lnTo>
                    <a:pt x="221" y="4874"/>
                  </a:lnTo>
                  <a:lnTo>
                    <a:pt x="301" y="4593"/>
                  </a:lnTo>
                  <a:lnTo>
                    <a:pt x="381" y="4312"/>
                  </a:lnTo>
                  <a:lnTo>
                    <a:pt x="502" y="4051"/>
                  </a:lnTo>
                  <a:lnTo>
                    <a:pt x="622" y="3771"/>
                  </a:lnTo>
                  <a:lnTo>
                    <a:pt x="742" y="3510"/>
                  </a:lnTo>
                  <a:lnTo>
                    <a:pt x="883" y="3269"/>
                  </a:lnTo>
                  <a:lnTo>
                    <a:pt x="1023" y="3009"/>
                  </a:lnTo>
                  <a:lnTo>
                    <a:pt x="1184" y="2768"/>
                  </a:lnTo>
                  <a:lnTo>
                    <a:pt x="1184" y="2768"/>
                  </a:lnTo>
                  <a:lnTo>
                    <a:pt x="1424" y="2447"/>
                  </a:lnTo>
                  <a:lnTo>
                    <a:pt x="1685" y="2126"/>
                  </a:lnTo>
                  <a:lnTo>
                    <a:pt x="1966" y="1845"/>
                  </a:lnTo>
                  <a:lnTo>
                    <a:pt x="2266" y="1565"/>
                  </a:lnTo>
                  <a:lnTo>
                    <a:pt x="2567" y="1304"/>
                  </a:lnTo>
                  <a:lnTo>
                    <a:pt x="2908" y="1063"/>
                  </a:lnTo>
                  <a:lnTo>
                    <a:pt x="3249" y="843"/>
                  </a:lnTo>
                  <a:lnTo>
                    <a:pt x="3610" y="642"/>
                  </a:lnTo>
                  <a:lnTo>
                    <a:pt x="3971" y="482"/>
                  </a:lnTo>
                  <a:lnTo>
                    <a:pt x="4352" y="341"/>
                  </a:lnTo>
                  <a:lnTo>
                    <a:pt x="4753" y="221"/>
                  </a:lnTo>
                  <a:lnTo>
                    <a:pt x="5154" y="121"/>
                  </a:lnTo>
                  <a:lnTo>
                    <a:pt x="5555" y="61"/>
                  </a:lnTo>
                  <a:lnTo>
                    <a:pt x="5977" y="20"/>
                  </a:lnTo>
                  <a:lnTo>
                    <a:pt x="6418" y="0"/>
                  </a:lnTo>
                  <a:lnTo>
                    <a:pt x="6859" y="20"/>
                  </a:lnTo>
                  <a:lnTo>
                    <a:pt x="6859" y="20"/>
                  </a:lnTo>
                  <a:lnTo>
                    <a:pt x="7240" y="81"/>
                  </a:lnTo>
                  <a:lnTo>
                    <a:pt x="7621" y="141"/>
                  </a:lnTo>
                  <a:lnTo>
                    <a:pt x="8002" y="241"/>
                  </a:lnTo>
                  <a:lnTo>
                    <a:pt x="8363" y="341"/>
                  </a:lnTo>
                  <a:lnTo>
                    <a:pt x="8704" y="462"/>
                  </a:lnTo>
                  <a:lnTo>
                    <a:pt x="9045" y="622"/>
                  </a:lnTo>
                  <a:lnTo>
                    <a:pt x="9386" y="783"/>
                  </a:lnTo>
                  <a:lnTo>
                    <a:pt x="9687" y="963"/>
                  </a:lnTo>
                  <a:lnTo>
                    <a:pt x="10008" y="1143"/>
                  </a:lnTo>
                  <a:lnTo>
                    <a:pt x="10288" y="1364"/>
                  </a:lnTo>
                  <a:lnTo>
                    <a:pt x="10569" y="1585"/>
                  </a:lnTo>
                  <a:lnTo>
                    <a:pt x="10830" y="1825"/>
                  </a:lnTo>
                  <a:lnTo>
                    <a:pt x="11090" y="2086"/>
                  </a:lnTo>
                  <a:lnTo>
                    <a:pt x="11311" y="2367"/>
                  </a:lnTo>
                  <a:lnTo>
                    <a:pt x="11532" y="2648"/>
                  </a:lnTo>
                  <a:lnTo>
                    <a:pt x="11732" y="2928"/>
                  </a:lnTo>
                  <a:lnTo>
                    <a:pt x="11933" y="3229"/>
                  </a:lnTo>
                  <a:lnTo>
                    <a:pt x="12093" y="3550"/>
                  </a:lnTo>
                  <a:lnTo>
                    <a:pt x="12254" y="3871"/>
                  </a:lnTo>
                  <a:lnTo>
                    <a:pt x="12374" y="4192"/>
                  </a:lnTo>
                  <a:lnTo>
                    <a:pt x="12494" y="4533"/>
                  </a:lnTo>
                  <a:lnTo>
                    <a:pt x="12595" y="4874"/>
                  </a:lnTo>
                  <a:lnTo>
                    <a:pt x="12675" y="5235"/>
                  </a:lnTo>
                  <a:lnTo>
                    <a:pt x="12715" y="5576"/>
                  </a:lnTo>
                  <a:lnTo>
                    <a:pt x="12755" y="5957"/>
                  </a:lnTo>
                  <a:lnTo>
                    <a:pt x="12775" y="6318"/>
                  </a:lnTo>
                  <a:lnTo>
                    <a:pt x="12775" y="6679"/>
                  </a:lnTo>
                  <a:lnTo>
                    <a:pt x="12735" y="7060"/>
                  </a:lnTo>
                  <a:lnTo>
                    <a:pt x="12695" y="7421"/>
                  </a:lnTo>
                  <a:lnTo>
                    <a:pt x="12615" y="7802"/>
                  </a:lnTo>
                  <a:lnTo>
                    <a:pt x="12514" y="8183"/>
                  </a:lnTo>
                  <a:lnTo>
                    <a:pt x="12394" y="856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7905;p38">
              <a:extLst>
                <a:ext uri="{FF2B5EF4-FFF2-40B4-BE49-F238E27FC236}">
                  <a16:creationId xmlns:a16="http://schemas.microsoft.com/office/drawing/2014/main" id="{D8BA2268-3159-E2E1-A761-A6767B0F7961}"/>
                </a:ext>
              </a:extLst>
            </p:cNvPr>
            <p:cNvSpPr/>
            <p:nvPr/>
          </p:nvSpPr>
          <p:spPr>
            <a:xfrm>
              <a:off x="11521025" y="4562675"/>
              <a:ext cx="289825" cy="320400"/>
            </a:xfrm>
            <a:custGeom>
              <a:avLst/>
              <a:gdLst/>
              <a:ahLst/>
              <a:cxnLst/>
              <a:rect l="l" t="t" r="r" b="b"/>
              <a:pathLst>
                <a:path w="11593" h="12816" extrusionOk="0">
                  <a:moveTo>
                    <a:pt x="5134" y="0"/>
                  </a:moveTo>
                  <a:lnTo>
                    <a:pt x="4733" y="20"/>
                  </a:lnTo>
                  <a:lnTo>
                    <a:pt x="4332" y="61"/>
                  </a:lnTo>
                  <a:lnTo>
                    <a:pt x="3951" y="121"/>
                  </a:lnTo>
                  <a:lnTo>
                    <a:pt x="3590" y="201"/>
                  </a:lnTo>
                  <a:lnTo>
                    <a:pt x="3229" y="321"/>
                  </a:lnTo>
                  <a:lnTo>
                    <a:pt x="2868" y="442"/>
                  </a:lnTo>
                  <a:lnTo>
                    <a:pt x="2527" y="602"/>
                  </a:lnTo>
                  <a:lnTo>
                    <a:pt x="2186" y="762"/>
                  </a:lnTo>
                  <a:lnTo>
                    <a:pt x="1866" y="963"/>
                  </a:lnTo>
                  <a:lnTo>
                    <a:pt x="1565" y="1164"/>
                  </a:lnTo>
                  <a:lnTo>
                    <a:pt x="1264" y="1404"/>
                  </a:lnTo>
                  <a:lnTo>
                    <a:pt x="983" y="1645"/>
                  </a:lnTo>
                  <a:lnTo>
                    <a:pt x="722" y="1906"/>
                  </a:lnTo>
                  <a:lnTo>
                    <a:pt x="462" y="2186"/>
                  </a:lnTo>
                  <a:lnTo>
                    <a:pt x="221" y="2467"/>
                  </a:lnTo>
                  <a:lnTo>
                    <a:pt x="1" y="2768"/>
                  </a:lnTo>
                  <a:lnTo>
                    <a:pt x="1" y="2768"/>
                  </a:lnTo>
                  <a:lnTo>
                    <a:pt x="382" y="2487"/>
                  </a:lnTo>
                  <a:lnTo>
                    <a:pt x="783" y="2246"/>
                  </a:lnTo>
                  <a:lnTo>
                    <a:pt x="1204" y="2026"/>
                  </a:lnTo>
                  <a:lnTo>
                    <a:pt x="1645" y="1845"/>
                  </a:lnTo>
                  <a:lnTo>
                    <a:pt x="2086" y="1705"/>
                  </a:lnTo>
                  <a:lnTo>
                    <a:pt x="2527" y="1605"/>
                  </a:lnTo>
                  <a:lnTo>
                    <a:pt x="2989" y="1545"/>
                  </a:lnTo>
                  <a:lnTo>
                    <a:pt x="3450" y="1525"/>
                  </a:lnTo>
                  <a:lnTo>
                    <a:pt x="3811" y="1545"/>
                  </a:lnTo>
                  <a:lnTo>
                    <a:pt x="4172" y="1585"/>
                  </a:lnTo>
                  <a:lnTo>
                    <a:pt x="4533" y="1645"/>
                  </a:lnTo>
                  <a:lnTo>
                    <a:pt x="4894" y="1745"/>
                  </a:lnTo>
                  <a:lnTo>
                    <a:pt x="5295" y="1865"/>
                  </a:lnTo>
                  <a:lnTo>
                    <a:pt x="5656" y="2046"/>
                  </a:lnTo>
                  <a:lnTo>
                    <a:pt x="6017" y="2246"/>
                  </a:lnTo>
                  <a:lnTo>
                    <a:pt x="6338" y="2467"/>
                  </a:lnTo>
                  <a:lnTo>
                    <a:pt x="6659" y="2708"/>
                  </a:lnTo>
                  <a:lnTo>
                    <a:pt x="6959" y="2989"/>
                  </a:lnTo>
                  <a:lnTo>
                    <a:pt x="7240" y="3289"/>
                  </a:lnTo>
                  <a:lnTo>
                    <a:pt x="7501" y="3610"/>
                  </a:lnTo>
                  <a:lnTo>
                    <a:pt x="7722" y="3931"/>
                  </a:lnTo>
                  <a:lnTo>
                    <a:pt x="7922" y="4292"/>
                  </a:lnTo>
                  <a:lnTo>
                    <a:pt x="8103" y="4653"/>
                  </a:lnTo>
                  <a:lnTo>
                    <a:pt x="8263" y="5034"/>
                  </a:lnTo>
                  <a:lnTo>
                    <a:pt x="8383" y="5415"/>
                  </a:lnTo>
                  <a:lnTo>
                    <a:pt x="8484" y="5796"/>
                  </a:lnTo>
                  <a:lnTo>
                    <a:pt x="8544" y="6197"/>
                  </a:lnTo>
                  <a:lnTo>
                    <a:pt x="8584" y="6618"/>
                  </a:lnTo>
                  <a:lnTo>
                    <a:pt x="8584" y="6999"/>
                  </a:lnTo>
                  <a:lnTo>
                    <a:pt x="8564" y="7380"/>
                  </a:lnTo>
                  <a:lnTo>
                    <a:pt x="8504" y="7761"/>
                  </a:lnTo>
                  <a:lnTo>
                    <a:pt x="8423" y="8122"/>
                  </a:lnTo>
                  <a:lnTo>
                    <a:pt x="8303" y="8483"/>
                  </a:lnTo>
                  <a:lnTo>
                    <a:pt x="8163" y="8844"/>
                  </a:lnTo>
                  <a:lnTo>
                    <a:pt x="8002" y="9185"/>
                  </a:lnTo>
                  <a:lnTo>
                    <a:pt x="7822" y="9526"/>
                  </a:lnTo>
                  <a:lnTo>
                    <a:pt x="7621" y="9847"/>
                  </a:lnTo>
                  <a:lnTo>
                    <a:pt x="7401" y="10148"/>
                  </a:lnTo>
                  <a:lnTo>
                    <a:pt x="7140" y="10429"/>
                  </a:lnTo>
                  <a:lnTo>
                    <a:pt x="6879" y="10710"/>
                  </a:lnTo>
                  <a:lnTo>
                    <a:pt x="6598" y="10970"/>
                  </a:lnTo>
                  <a:lnTo>
                    <a:pt x="6298" y="11211"/>
                  </a:lnTo>
                  <a:lnTo>
                    <a:pt x="5977" y="11431"/>
                  </a:lnTo>
                  <a:lnTo>
                    <a:pt x="5656" y="11612"/>
                  </a:lnTo>
                  <a:lnTo>
                    <a:pt x="5315" y="11792"/>
                  </a:lnTo>
                  <a:lnTo>
                    <a:pt x="4974" y="11933"/>
                  </a:lnTo>
                  <a:lnTo>
                    <a:pt x="4633" y="12053"/>
                  </a:lnTo>
                  <a:lnTo>
                    <a:pt x="4272" y="12153"/>
                  </a:lnTo>
                  <a:lnTo>
                    <a:pt x="3911" y="12214"/>
                  </a:lnTo>
                  <a:lnTo>
                    <a:pt x="3550" y="12274"/>
                  </a:lnTo>
                  <a:lnTo>
                    <a:pt x="3189" y="12314"/>
                  </a:lnTo>
                  <a:lnTo>
                    <a:pt x="2808" y="12334"/>
                  </a:lnTo>
                  <a:lnTo>
                    <a:pt x="3109" y="12434"/>
                  </a:lnTo>
                  <a:lnTo>
                    <a:pt x="3390" y="12534"/>
                  </a:lnTo>
                  <a:lnTo>
                    <a:pt x="3691" y="12615"/>
                  </a:lnTo>
                  <a:lnTo>
                    <a:pt x="4011" y="12675"/>
                  </a:lnTo>
                  <a:lnTo>
                    <a:pt x="4332" y="12735"/>
                  </a:lnTo>
                  <a:lnTo>
                    <a:pt x="4653" y="12775"/>
                  </a:lnTo>
                  <a:lnTo>
                    <a:pt x="4994" y="12795"/>
                  </a:lnTo>
                  <a:lnTo>
                    <a:pt x="5335" y="12815"/>
                  </a:lnTo>
                  <a:lnTo>
                    <a:pt x="5676" y="12795"/>
                  </a:lnTo>
                  <a:lnTo>
                    <a:pt x="6037" y="12775"/>
                  </a:lnTo>
                  <a:lnTo>
                    <a:pt x="6498" y="12715"/>
                  </a:lnTo>
                  <a:lnTo>
                    <a:pt x="6919" y="12615"/>
                  </a:lnTo>
                  <a:lnTo>
                    <a:pt x="7340" y="12494"/>
                  </a:lnTo>
                  <a:lnTo>
                    <a:pt x="7762" y="12334"/>
                  </a:lnTo>
                  <a:lnTo>
                    <a:pt x="8143" y="12153"/>
                  </a:lnTo>
                  <a:lnTo>
                    <a:pt x="8524" y="11933"/>
                  </a:lnTo>
                  <a:lnTo>
                    <a:pt x="8885" y="11692"/>
                  </a:lnTo>
                  <a:lnTo>
                    <a:pt x="9226" y="11431"/>
                  </a:lnTo>
                  <a:lnTo>
                    <a:pt x="9546" y="11131"/>
                  </a:lnTo>
                  <a:lnTo>
                    <a:pt x="9847" y="10830"/>
                  </a:lnTo>
                  <a:lnTo>
                    <a:pt x="10128" y="10489"/>
                  </a:lnTo>
                  <a:lnTo>
                    <a:pt x="10409" y="10128"/>
                  </a:lnTo>
                  <a:lnTo>
                    <a:pt x="10629" y="9767"/>
                  </a:lnTo>
                  <a:lnTo>
                    <a:pt x="10850" y="9366"/>
                  </a:lnTo>
                  <a:lnTo>
                    <a:pt x="11051" y="8965"/>
                  </a:lnTo>
                  <a:lnTo>
                    <a:pt x="11211" y="8564"/>
                  </a:lnTo>
                  <a:lnTo>
                    <a:pt x="11291" y="8283"/>
                  </a:lnTo>
                  <a:lnTo>
                    <a:pt x="11371" y="8002"/>
                  </a:lnTo>
                  <a:lnTo>
                    <a:pt x="11452" y="7741"/>
                  </a:lnTo>
                  <a:lnTo>
                    <a:pt x="11492" y="7461"/>
                  </a:lnTo>
                  <a:lnTo>
                    <a:pt x="11572" y="6919"/>
                  </a:lnTo>
                  <a:lnTo>
                    <a:pt x="11592" y="6378"/>
                  </a:lnTo>
                  <a:lnTo>
                    <a:pt x="11592" y="6077"/>
                  </a:lnTo>
                  <a:lnTo>
                    <a:pt x="11572" y="5776"/>
                  </a:lnTo>
                  <a:lnTo>
                    <a:pt x="11532" y="5495"/>
                  </a:lnTo>
                  <a:lnTo>
                    <a:pt x="11472" y="5195"/>
                  </a:lnTo>
                  <a:lnTo>
                    <a:pt x="11412" y="4914"/>
                  </a:lnTo>
                  <a:lnTo>
                    <a:pt x="11331" y="4633"/>
                  </a:lnTo>
                  <a:lnTo>
                    <a:pt x="11251" y="4352"/>
                  </a:lnTo>
                  <a:lnTo>
                    <a:pt x="11151" y="4071"/>
                  </a:lnTo>
                  <a:lnTo>
                    <a:pt x="11031" y="3811"/>
                  </a:lnTo>
                  <a:lnTo>
                    <a:pt x="10910" y="3550"/>
                  </a:lnTo>
                  <a:lnTo>
                    <a:pt x="10770" y="3289"/>
                  </a:lnTo>
                  <a:lnTo>
                    <a:pt x="10629" y="3049"/>
                  </a:lnTo>
                  <a:lnTo>
                    <a:pt x="10469" y="2788"/>
                  </a:lnTo>
                  <a:lnTo>
                    <a:pt x="10288" y="2567"/>
                  </a:lnTo>
                  <a:lnTo>
                    <a:pt x="10108" y="2327"/>
                  </a:lnTo>
                  <a:lnTo>
                    <a:pt x="9928" y="2106"/>
                  </a:lnTo>
                  <a:lnTo>
                    <a:pt x="9727" y="1906"/>
                  </a:lnTo>
                  <a:lnTo>
                    <a:pt x="9506" y="1705"/>
                  </a:lnTo>
                  <a:lnTo>
                    <a:pt x="9286" y="1504"/>
                  </a:lnTo>
                  <a:lnTo>
                    <a:pt x="9045" y="1324"/>
                  </a:lnTo>
                  <a:lnTo>
                    <a:pt x="8825" y="1164"/>
                  </a:lnTo>
                  <a:lnTo>
                    <a:pt x="8564" y="983"/>
                  </a:lnTo>
                  <a:lnTo>
                    <a:pt x="8303" y="843"/>
                  </a:lnTo>
                  <a:lnTo>
                    <a:pt x="8042" y="702"/>
                  </a:lnTo>
                  <a:lnTo>
                    <a:pt x="7782" y="562"/>
                  </a:lnTo>
                  <a:lnTo>
                    <a:pt x="7501" y="462"/>
                  </a:lnTo>
                  <a:lnTo>
                    <a:pt x="7200" y="341"/>
                  </a:lnTo>
                  <a:lnTo>
                    <a:pt x="6919" y="261"/>
                  </a:lnTo>
                  <a:lnTo>
                    <a:pt x="6619" y="181"/>
                  </a:lnTo>
                  <a:lnTo>
                    <a:pt x="6298" y="121"/>
                  </a:lnTo>
                  <a:lnTo>
                    <a:pt x="5997" y="61"/>
                  </a:lnTo>
                  <a:lnTo>
                    <a:pt x="5676" y="20"/>
                  </a:lnTo>
                  <a:lnTo>
                    <a:pt x="5395" y="20"/>
                  </a:lnTo>
                  <a:lnTo>
                    <a:pt x="5134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7906;p38">
              <a:extLst>
                <a:ext uri="{FF2B5EF4-FFF2-40B4-BE49-F238E27FC236}">
                  <a16:creationId xmlns:a16="http://schemas.microsoft.com/office/drawing/2014/main" id="{AAAA0053-9ED6-DC53-71DE-313AF7468CB9}"/>
                </a:ext>
              </a:extLst>
            </p:cNvPr>
            <p:cNvSpPr/>
            <p:nvPr/>
          </p:nvSpPr>
          <p:spPr>
            <a:xfrm>
              <a:off x="11521025" y="4562675"/>
              <a:ext cx="289825" cy="320400"/>
            </a:xfrm>
            <a:custGeom>
              <a:avLst/>
              <a:gdLst/>
              <a:ahLst/>
              <a:cxnLst/>
              <a:rect l="l" t="t" r="r" b="b"/>
              <a:pathLst>
                <a:path w="11593" h="12816" fill="none" extrusionOk="0">
                  <a:moveTo>
                    <a:pt x="5134" y="0"/>
                  </a:moveTo>
                  <a:lnTo>
                    <a:pt x="5134" y="0"/>
                  </a:lnTo>
                  <a:lnTo>
                    <a:pt x="4733" y="20"/>
                  </a:lnTo>
                  <a:lnTo>
                    <a:pt x="4332" y="61"/>
                  </a:lnTo>
                  <a:lnTo>
                    <a:pt x="3951" y="121"/>
                  </a:lnTo>
                  <a:lnTo>
                    <a:pt x="3590" y="201"/>
                  </a:lnTo>
                  <a:lnTo>
                    <a:pt x="3229" y="321"/>
                  </a:lnTo>
                  <a:lnTo>
                    <a:pt x="2868" y="442"/>
                  </a:lnTo>
                  <a:lnTo>
                    <a:pt x="2527" y="602"/>
                  </a:lnTo>
                  <a:lnTo>
                    <a:pt x="2186" y="762"/>
                  </a:lnTo>
                  <a:lnTo>
                    <a:pt x="1866" y="963"/>
                  </a:lnTo>
                  <a:lnTo>
                    <a:pt x="1565" y="1164"/>
                  </a:lnTo>
                  <a:lnTo>
                    <a:pt x="1264" y="1404"/>
                  </a:lnTo>
                  <a:lnTo>
                    <a:pt x="983" y="1645"/>
                  </a:lnTo>
                  <a:lnTo>
                    <a:pt x="722" y="1906"/>
                  </a:lnTo>
                  <a:lnTo>
                    <a:pt x="462" y="2186"/>
                  </a:lnTo>
                  <a:lnTo>
                    <a:pt x="221" y="2467"/>
                  </a:lnTo>
                  <a:lnTo>
                    <a:pt x="1" y="2768"/>
                  </a:lnTo>
                  <a:lnTo>
                    <a:pt x="1" y="2768"/>
                  </a:lnTo>
                  <a:lnTo>
                    <a:pt x="382" y="2487"/>
                  </a:lnTo>
                  <a:lnTo>
                    <a:pt x="783" y="2246"/>
                  </a:lnTo>
                  <a:lnTo>
                    <a:pt x="1204" y="2026"/>
                  </a:lnTo>
                  <a:lnTo>
                    <a:pt x="1645" y="1845"/>
                  </a:lnTo>
                  <a:lnTo>
                    <a:pt x="2086" y="1705"/>
                  </a:lnTo>
                  <a:lnTo>
                    <a:pt x="2527" y="1605"/>
                  </a:lnTo>
                  <a:lnTo>
                    <a:pt x="2989" y="1545"/>
                  </a:lnTo>
                  <a:lnTo>
                    <a:pt x="3450" y="1525"/>
                  </a:lnTo>
                  <a:lnTo>
                    <a:pt x="3450" y="1525"/>
                  </a:lnTo>
                  <a:lnTo>
                    <a:pt x="3811" y="1545"/>
                  </a:lnTo>
                  <a:lnTo>
                    <a:pt x="4172" y="1585"/>
                  </a:lnTo>
                  <a:lnTo>
                    <a:pt x="4533" y="1645"/>
                  </a:lnTo>
                  <a:lnTo>
                    <a:pt x="4894" y="1745"/>
                  </a:lnTo>
                  <a:lnTo>
                    <a:pt x="4894" y="1745"/>
                  </a:lnTo>
                  <a:lnTo>
                    <a:pt x="5295" y="1865"/>
                  </a:lnTo>
                  <a:lnTo>
                    <a:pt x="5656" y="2046"/>
                  </a:lnTo>
                  <a:lnTo>
                    <a:pt x="6017" y="2246"/>
                  </a:lnTo>
                  <a:lnTo>
                    <a:pt x="6338" y="2467"/>
                  </a:lnTo>
                  <a:lnTo>
                    <a:pt x="6659" y="2708"/>
                  </a:lnTo>
                  <a:lnTo>
                    <a:pt x="6959" y="2989"/>
                  </a:lnTo>
                  <a:lnTo>
                    <a:pt x="7240" y="3289"/>
                  </a:lnTo>
                  <a:lnTo>
                    <a:pt x="7501" y="3610"/>
                  </a:lnTo>
                  <a:lnTo>
                    <a:pt x="7722" y="3931"/>
                  </a:lnTo>
                  <a:lnTo>
                    <a:pt x="7922" y="4292"/>
                  </a:lnTo>
                  <a:lnTo>
                    <a:pt x="8103" y="4653"/>
                  </a:lnTo>
                  <a:lnTo>
                    <a:pt x="8263" y="5034"/>
                  </a:lnTo>
                  <a:lnTo>
                    <a:pt x="8383" y="5415"/>
                  </a:lnTo>
                  <a:lnTo>
                    <a:pt x="8484" y="5796"/>
                  </a:lnTo>
                  <a:lnTo>
                    <a:pt x="8544" y="6197"/>
                  </a:lnTo>
                  <a:lnTo>
                    <a:pt x="8584" y="6618"/>
                  </a:lnTo>
                  <a:lnTo>
                    <a:pt x="8584" y="6618"/>
                  </a:lnTo>
                  <a:lnTo>
                    <a:pt x="8584" y="6999"/>
                  </a:lnTo>
                  <a:lnTo>
                    <a:pt x="8564" y="7380"/>
                  </a:lnTo>
                  <a:lnTo>
                    <a:pt x="8504" y="7761"/>
                  </a:lnTo>
                  <a:lnTo>
                    <a:pt x="8423" y="8122"/>
                  </a:lnTo>
                  <a:lnTo>
                    <a:pt x="8303" y="8483"/>
                  </a:lnTo>
                  <a:lnTo>
                    <a:pt x="8163" y="8844"/>
                  </a:lnTo>
                  <a:lnTo>
                    <a:pt x="8002" y="9185"/>
                  </a:lnTo>
                  <a:lnTo>
                    <a:pt x="7822" y="9526"/>
                  </a:lnTo>
                  <a:lnTo>
                    <a:pt x="7621" y="9847"/>
                  </a:lnTo>
                  <a:lnTo>
                    <a:pt x="7401" y="10148"/>
                  </a:lnTo>
                  <a:lnTo>
                    <a:pt x="7140" y="10429"/>
                  </a:lnTo>
                  <a:lnTo>
                    <a:pt x="6879" y="10710"/>
                  </a:lnTo>
                  <a:lnTo>
                    <a:pt x="6598" y="10970"/>
                  </a:lnTo>
                  <a:lnTo>
                    <a:pt x="6298" y="11211"/>
                  </a:lnTo>
                  <a:lnTo>
                    <a:pt x="5977" y="11431"/>
                  </a:lnTo>
                  <a:lnTo>
                    <a:pt x="5656" y="11612"/>
                  </a:lnTo>
                  <a:lnTo>
                    <a:pt x="5656" y="11612"/>
                  </a:lnTo>
                  <a:lnTo>
                    <a:pt x="5315" y="11792"/>
                  </a:lnTo>
                  <a:lnTo>
                    <a:pt x="4974" y="11933"/>
                  </a:lnTo>
                  <a:lnTo>
                    <a:pt x="4633" y="12053"/>
                  </a:lnTo>
                  <a:lnTo>
                    <a:pt x="4272" y="12153"/>
                  </a:lnTo>
                  <a:lnTo>
                    <a:pt x="3911" y="12214"/>
                  </a:lnTo>
                  <a:lnTo>
                    <a:pt x="3550" y="12274"/>
                  </a:lnTo>
                  <a:lnTo>
                    <a:pt x="3189" y="12314"/>
                  </a:lnTo>
                  <a:lnTo>
                    <a:pt x="2808" y="12334"/>
                  </a:lnTo>
                  <a:lnTo>
                    <a:pt x="2808" y="12334"/>
                  </a:lnTo>
                  <a:lnTo>
                    <a:pt x="3109" y="12434"/>
                  </a:lnTo>
                  <a:lnTo>
                    <a:pt x="3390" y="12534"/>
                  </a:lnTo>
                  <a:lnTo>
                    <a:pt x="3691" y="12615"/>
                  </a:lnTo>
                  <a:lnTo>
                    <a:pt x="4011" y="12675"/>
                  </a:lnTo>
                  <a:lnTo>
                    <a:pt x="4332" y="12735"/>
                  </a:lnTo>
                  <a:lnTo>
                    <a:pt x="4653" y="12775"/>
                  </a:lnTo>
                  <a:lnTo>
                    <a:pt x="4994" y="12795"/>
                  </a:lnTo>
                  <a:lnTo>
                    <a:pt x="5335" y="12815"/>
                  </a:lnTo>
                  <a:lnTo>
                    <a:pt x="5335" y="12815"/>
                  </a:lnTo>
                  <a:lnTo>
                    <a:pt x="5676" y="12795"/>
                  </a:lnTo>
                  <a:lnTo>
                    <a:pt x="6037" y="12775"/>
                  </a:lnTo>
                  <a:lnTo>
                    <a:pt x="6037" y="12775"/>
                  </a:lnTo>
                  <a:lnTo>
                    <a:pt x="6498" y="12715"/>
                  </a:lnTo>
                  <a:lnTo>
                    <a:pt x="6919" y="12615"/>
                  </a:lnTo>
                  <a:lnTo>
                    <a:pt x="7340" y="12494"/>
                  </a:lnTo>
                  <a:lnTo>
                    <a:pt x="7762" y="12334"/>
                  </a:lnTo>
                  <a:lnTo>
                    <a:pt x="8143" y="12153"/>
                  </a:lnTo>
                  <a:lnTo>
                    <a:pt x="8524" y="11933"/>
                  </a:lnTo>
                  <a:lnTo>
                    <a:pt x="8885" y="11692"/>
                  </a:lnTo>
                  <a:lnTo>
                    <a:pt x="9226" y="11431"/>
                  </a:lnTo>
                  <a:lnTo>
                    <a:pt x="9546" y="11131"/>
                  </a:lnTo>
                  <a:lnTo>
                    <a:pt x="9847" y="10830"/>
                  </a:lnTo>
                  <a:lnTo>
                    <a:pt x="10128" y="10489"/>
                  </a:lnTo>
                  <a:lnTo>
                    <a:pt x="10409" y="10128"/>
                  </a:lnTo>
                  <a:lnTo>
                    <a:pt x="10629" y="9767"/>
                  </a:lnTo>
                  <a:lnTo>
                    <a:pt x="10850" y="9366"/>
                  </a:lnTo>
                  <a:lnTo>
                    <a:pt x="11051" y="8965"/>
                  </a:lnTo>
                  <a:lnTo>
                    <a:pt x="11211" y="8564"/>
                  </a:lnTo>
                  <a:lnTo>
                    <a:pt x="11211" y="8564"/>
                  </a:lnTo>
                  <a:lnTo>
                    <a:pt x="11291" y="8283"/>
                  </a:lnTo>
                  <a:lnTo>
                    <a:pt x="11371" y="8002"/>
                  </a:lnTo>
                  <a:lnTo>
                    <a:pt x="11452" y="7741"/>
                  </a:lnTo>
                  <a:lnTo>
                    <a:pt x="11492" y="7461"/>
                  </a:lnTo>
                  <a:lnTo>
                    <a:pt x="11572" y="6919"/>
                  </a:lnTo>
                  <a:lnTo>
                    <a:pt x="11592" y="6378"/>
                  </a:lnTo>
                  <a:lnTo>
                    <a:pt x="11592" y="6378"/>
                  </a:lnTo>
                  <a:lnTo>
                    <a:pt x="11592" y="6077"/>
                  </a:lnTo>
                  <a:lnTo>
                    <a:pt x="11572" y="5776"/>
                  </a:lnTo>
                  <a:lnTo>
                    <a:pt x="11532" y="5495"/>
                  </a:lnTo>
                  <a:lnTo>
                    <a:pt x="11472" y="5195"/>
                  </a:lnTo>
                  <a:lnTo>
                    <a:pt x="11412" y="4914"/>
                  </a:lnTo>
                  <a:lnTo>
                    <a:pt x="11331" y="4633"/>
                  </a:lnTo>
                  <a:lnTo>
                    <a:pt x="11251" y="4352"/>
                  </a:lnTo>
                  <a:lnTo>
                    <a:pt x="11151" y="4071"/>
                  </a:lnTo>
                  <a:lnTo>
                    <a:pt x="11031" y="3811"/>
                  </a:lnTo>
                  <a:lnTo>
                    <a:pt x="10910" y="3550"/>
                  </a:lnTo>
                  <a:lnTo>
                    <a:pt x="10770" y="3289"/>
                  </a:lnTo>
                  <a:lnTo>
                    <a:pt x="10629" y="3049"/>
                  </a:lnTo>
                  <a:lnTo>
                    <a:pt x="10469" y="2788"/>
                  </a:lnTo>
                  <a:lnTo>
                    <a:pt x="10288" y="2567"/>
                  </a:lnTo>
                  <a:lnTo>
                    <a:pt x="10108" y="2327"/>
                  </a:lnTo>
                  <a:lnTo>
                    <a:pt x="9928" y="2106"/>
                  </a:lnTo>
                  <a:lnTo>
                    <a:pt x="9727" y="1906"/>
                  </a:lnTo>
                  <a:lnTo>
                    <a:pt x="9506" y="1705"/>
                  </a:lnTo>
                  <a:lnTo>
                    <a:pt x="9286" y="1504"/>
                  </a:lnTo>
                  <a:lnTo>
                    <a:pt x="9045" y="1324"/>
                  </a:lnTo>
                  <a:lnTo>
                    <a:pt x="8825" y="1164"/>
                  </a:lnTo>
                  <a:lnTo>
                    <a:pt x="8564" y="983"/>
                  </a:lnTo>
                  <a:lnTo>
                    <a:pt x="8303" y="843"/>
                  </a:lnTo>
                  <a:lnTo>
                    <a:pt x="8042" y="702"/>
                  </a:lnTo>
                  <a:lnTo>
                    <a:pt x="7782" y="562"/>
                  </a:lnTo>
                  <a:lnTo>
                    <a:pt x="7501" y="462"/>
                  </a:lnTo>
                  <a:lnTo>
                    <a:pt x="7200" y="341"/>
                  </a:lnTo>
                  <a:lnTo>
                    <a:pt x="6919" y="261"/>
                  </a:lnTo>
                  <a:lnTo>
                    <a:pt x="6619" y="181"/>
                  </a:lnTo>
                  <a:lnTo>
                    <a:pt x="6298" y="121"/>
                  </a:lnTo>
                  <a:lnTo>
                    <a:pt x="5997" y="61"/>
                  </a:lnTo>
                  <a:lnTo>
                    <a:pt x="5676" y="20"/>
                  </a:lnTo>
                  <a:lnTo>
                    <a:pt x="5676" y="20"/>
                  </a:lnTo>
                  <a:lnTo>
                    <a:pt x="5395" y="20"/>
                  </a:lnTo>
                  <a:lnTo>
                    <a:pt x="5134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7907;p38">
              <a:extLst>
                <a:ext uri="{FF2B5EF4-FFF2-40B4-BE49-F238E27FC236}">
                  <a16:creationId xmlns:a16="http://schemas.microsoft.com/office/drawing/2014/main" id="{4CAAEE4A-6DDC-645C-748E-0F888D7092A8}"/>
                </a:ext>
              </a:extLst>
            </p:cNvPr>
            <p:cNvSpPr/>
            <p:nvPr/>
          </p:nvSpPr>
          <p:spPr>
            <a:xfrm>
              <a:off x="11681975" y="4635375"/>
              <a:ext cx="62675" cy="62700"/>
            </a:xfrm>
            <a:custGeom>
              <a:avLst/>
              <a:gdLst/>
              <a:ahLst/>
              <a:cxnLst/>
              <a:rect l="l" t="t" r="r" b="b"/>
              <a:pathLst>
                <a:path w="2507" h="2508" extrusionOk="0">
                  <a:moveTo>
                    <a:pt x="1063" y="0"/>
                  </a:moveTo>
                  <a:lnTo>
                    <a:pt x="923" y="40"/>
                  </a:lnTo>
                  <a:lnTo>
                    <a:pt x="782" y="81"/>
                  </a:lnTo>
                  <a:lnTo>
                    <a:pt x="662" y="141"/>
                  </a:lnTo>
                  <a:lnTo>
                    <a:pt x="541" y="221"/>
                  </a:lnTo>
                  <a:lnTo>
                    <a:pt x="441" y="301"/>
                  </a:lnTo>
                  <a:lnTo>
                    <a:pt x="341" y="381"/>
                  </a:lnTo>
                  <a:lnTo>
                    <a:pt x="261" y="502"/>
                  </a:lnTo>
                  <a:lnTo>
                    <a:pt x="181" y="602"/>
                  </a:lnTo>
                  <a:lnTo>
                    <a:pt x="120" y="722"/>
                  </a:lnTo>
                  <a:lnTo>
                    <a:pt x="60" y="863"/>
                  </a:lnTo>
                  <a:lnTo>
                    <a:pt x="20" y="1003"/>
                  </a:lnTo>
                  <a:lnTo>
                    <a:pt x="0" y="1143"/>
                  </a:lnTo>
                  <a:lnTo>
                    <a:pt x="0" y="1284"/>
                  </a:lnTo>
                  <a:lnTo>
                    <a:pt x="0" y="1424"/>
                  </a:lnTo>
                  <a:lnTo>
                    <a:pt x="40" y="1645"/>
                  </a:lnTo>
                  <a:lnTo>
                    <a:pt x="140" y="1845"/>
                  </a:lnTo>
                  <a:lnTo>
                    <a:pt x="261" y="2046"/>
                  </a:lnTo>
                  <a:lnTo>
                    <a:pt x="441" y="2206"/>
                  </a:lnTo>
                  <a:lnTo>
                    <a:pt x="642" y="2347"/>
                  </a:lnTo>
                  <a:lnTo>
                    <a:pt x="742" y="2407"/>
                  </a:lnTo>
                  <a:lnTo>
                    <a:pt x="862" y="2447"/>
                  </a:lnTo>
                  <a:lnTo>
                    <a:pt x="1003" y="2487"/>
                  </a:lnTo>
                  <a:lnTo>
                    <a:pt x="1123" y="2507"/>
                  </a:lnTo>
                  <a:lnTo>
                    <a:pt x="1424" y="2507"/>
                  </a:lnTo>
                  <a:lnTo>
                    <a:pt x="1584" y="2487"/>
                  </a:lnTo>
                  <a:lnTo>
                    <a:pt x="1745" y="2427"/>
                  </a:lnTo>
                  <a:lnTo>
                    <a:pt x="1905" y="2347"/>
                  </a:lnTo>
                  <a:lnTo>
                    <a:pt x="2046" y="2246"/>
                  </a:lnTo>
                  <a:lnTo>
                    <a:pt x="2166" y="2126"/>
                  </a:lnTo>
                  <a:lnTo>
                    <a:pt x="2266" y="1986"/>
                  </a:lnTo>
                  <a:lnTo>
                    <a:pt x="2366" y="1845"/>
                  </a:lnTo>
                  <a:lnTo>
                    <a:pt x="2427" y="1685"/>
                  </a:lnTo>
                  <a:lnTo>
                    <a:pt x="2487" y="1524"/>
                  </a:lnTo>
                  <a:lnTo>
                    <a:pt x="2507" y="1384"/>
                  </a:lnTo>
                  <a:lnTo>
                    <a:pt x="2507" y="1244"/>
                  </a:lnTo>
                  <a:lnTo>
                    <a:pt x="2507" y="1083"/>
                  </a:lnTo>
                  <a:lnTo>
                    <a:pt x="2467" y="943"/>
                  </a:lnTo>
                  <a:lnTo>
                    <a:pt x="2427" y="823"/>
                  </a:lnTo>
                  <a:lnTo>
                    <a:pt x="2366" y="682"/>
                  </a:lnTo>
                  <a:lnTo>
                    <a:pt x="2306" y="562"/>
                  </a:lnTo>
                  <a:lnTo>
                    <a:pt x="2226" y="462"/>
                  </a:lnTo>
                  <a:lnTo>
                    <a:pt x="2126" y="361"/>
                  </a:lnTo>
                  <a:lnTo>
                    <a:pt x="2026" y="261"/>
                  </a:lnTo>
                  <a:lnTo>
                    <a:pt x="1905" y="181"/>
                  </a:lnTo>
                  <a:lnTo>
                    <a:pt x="1785" y="121"/>
                  </a:lnTo>
                  <a:lnTo>
                    <a:pt x="1644" y="60"/>
                  </a:lnTo>
                  <a:lnTo>
                    <a:pt x="1504" y="20"/>
                  </a:lnTo>
                  <a:lnTo>
                    <a:pt x="1344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7908;p38">
              <a:extLst>
                <a:ext uri="{FF2B5EF4-FFF2-40B4-BE49-F238E27FC236}">
                  <a16:creationId xmlns:a16="http://schemas.microsoft.com/office/drawing/2014/main" id="{EE80F041-6698-FEDC-7B56-061399019183}"/>
                </a:ext>
              </a:extLst>
            </p:cNvPr>
            <p:cNvSpPr/>
            <p:nvPr/>
          </p:nvSpPr>
          <p:spPr>
            <a:xfrm>
              <a:off x="10943088" y="5379375"/>
              <a:ext cx="1395300" cy="157200"/>
            </a:xfrm>
            <a:prstGeom prst="ellipse">
              <a:avLst/>
            </a:pr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000610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2" name="Google Shape;7372;p35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45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we included</a:t>
            </a:r>
            <a:endParaRPr dirty="0"/>
          </a:p>
        </p:txBody>
      </p:sp>
      <p:sp>
        <p:nvSpPr>
          <p:cNvPr id="7373" name="Google Shape;7373;p35"/>
          <p:cNvSpPr txBox="1">
            <a:spLocks noGrp="1"/>
          </p:cNvSpPr>
          <p:nvPr>
            <p:ph type="subTitle" idx="1"/>
          </p:nvPr>
        </p:nvSpPr>
        <p:spPr>
          <a:xfrm>
            <a:off x="719929" y="2779776"/>
            <a:ext cx="2501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dirty="0"/>
              <a:t>Login</a:t>
            </a:r>
            <a:endParaRPr dirty="0"/>
          </a:p>
        </p:txBody>
      </p:sp>
      <p:sp>
        <p:nvSpPr>
          <p:cNvPr id="7374" name="Google Shape;7374;p35"/>
          <p:cNvSpPr txBox="1">
            <a:spLocks noGrp="1"/>
          </p:cNvSpPr>
          <p:nvPr>
            <p:ph type="subTitle" idx="2"/>
          </p:nvPr>
        </p:nvSpPr>
        <p:spPr>
          <a:xfrm>
            <a:off x="719929" y="3154680"/>
            <a:ext cx="2501700" cy="82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 splash screen that leads to login page</a:t>
            </a:r>
            <a:endParaRPr dirty="0"/>
          </a:p>
        </p:txBody>
      </p:sp>
      <p:sp>
        <p:nvSpPr>
          <p:cNvPr id="7375" name="Google Shape;7375;p35"/>
          <p:cNvSpPr txBox="1">
            <a:spLocks noGrp="1"/>
          </p:cNvSpPr>
          <p:nvPr>
            <p:ph type="subTitle" idx="3"/>
          </p:nvPr>
        </p:nvSpPr>
        <p:spPr>
          <a:xfrm>
            <a:off x="3320929" y="2779776"/>
            <a:ext cx="2501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Main pages</a:t>
            </a:r>
            <a:endParaRPr dirty="0"/>
          </a:p>
        </p:txBody>
      </p:sp>
      <p:sp>
        <p:nvSpPr>
          <p:cNvPr id="7376" name="Google Shape;7376;p35"/>
          <p:cNvSpPr txBox="1">
            <a:spLocks noGrp="1"/>
          </p:cNvSpPr>
          <p:nvPr>
            <p:ph type="subTitle" idx="4"/>
          </p:nvPr>
        </p:nvSpPr>
        <p:spPr>
          <a:xfrm>
            <a:off x="3320929" y="3154680"/>
            <a:ext cx="2501700" cy="82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main page, the the products page, and the rough build a plush</a:t>
            </a:r>
            <a:endParaRPr dirty="0"/>
          </a:p>
        </p:txBody>
      </p:sp>
      <p:sp>
        <p:nvSpPr>
          <p:cNvPr id="7377" name="Google Shape;7377;p35"/>
          <p:cNvSpPr txBox="1">
            <a:spLocks noGrp="1"/>
          </p:cNvSpPr>
          <p:nvPr>
            <p:ph type="subTitle" idx="5"/>
          </p:nvPr>
        </p:nvSpPr>
        <p:spPr>
          <a:xfrm>
            <a:off x="5922371" y="2779776"/>
            <a:ext cx="2501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Checkout</a:t>
            </a:r>
            <a:endParaRPr dirty="0"/>
          </a:p>
        </p:txBody>
      </p:sp>
      <p:sp>
        <p:nvSpPr>
          <p:cNvPr id="7378" name="Google Shape;7378;p35"/>
          <p:cNvSpPr txBox="1">
            <a:spLocks noGrp="1"/>
          </p:cNvSpPr>
          <p:nvPr>
            <p:ph type="subTitle" idx="6"/>
          </p:nvPr>
        </p:nvSpPr>
        <p:spPr>
          <a:xfrm>
            <a:off x="6029249" y="3154680"/>
            <a:ext cx="2501700" cy="82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 checkout page that calculates your total and simulates successful payment</a:t>
            </a:r>
            <a:endParaRPr dirty="0"/>
          </a:p>
        </p:txBody>
      </p:sp>
      <p:sp>
        <p:nvSpPr>
          <p:cNvPr id="7379" name="Google Shape;7379;p35"/>
          <p:cNvSpPr/>
          <p:nvPr/>
        </p:nvSpPr>
        <p:spPr>
          <a:xfrm>
            <a:off x="1471760" y="1643463"/>
            <a:ext cx="982500" cy="982500"/>
          </a:xfrm>
          <a:prstGeom prst="ellipse">
            <a:avLst/>
          </a:prstGeom>
          <a:solidFill>
            <a:schemeClr val="accen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80" name="Google Shape;7380;p35"/>
          <p:cNvSpPr/>
          <p:nvPr/>
        </p:nvSpPr>
        <p:spPr>
          <a:xfrm>
            <a:off x="4138760" y="1643463"/>
            <a:ext cx="982500" cy="982500"/>
          </a:xfrm>
          <a:prstGeom prst="ellipse">
            <a:avLst/>
          </a:prstGeom>
          <a:solidFill>
            <a:schemeClr val="accen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81" name="Google Shape;7381;p35"/>
          <p:cNvSpPr/>
          <p:nvPr/>
        </p:nvSpPr>
        <p:spPr>
          <a:xfrm>
            <a:off x="6881960" y="1643463"/>
            <a:ext cx="982500" cy="982500"/>
          </a:xfrm>
          <a:prstGeom prst="ellipse">
            <a:avLst/>
          </a:prstGeom>
          <a:solidFill>
            <a:schemeClr val="accen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382" name="Google Shape;7382;p35"/>
          <p:cNvGrpSpPr/>
          <p:nvPr/>
        </p:nvGrpSpPr>
        <p:grpSpPr>
          <a:xfrm>
            <a:off x="1736185" y="1906104"/>
            <a:ext cx="453650" cy="457218"/>
            <a:chOff x="5496175" y="1281375"/>
            <a:chExt cx="399375" cy="398725"/>
          </a:xfrm>
        </p:grpSpPr>
        <p:sp>
          <p:nvSpPr>
            <p:cNvPr id="7383" name="Google Shape;7383;p35"/>
            <p:cNvSpPr/>
            <p:nvPr/>
          </p:nvSpPr>
          <p:spPr>
            <a:xfrm>
              <a:off x="5604575" y="1281375"/>
              <a:ext cx="290975" cy="290325"/>
            </a:xfrm>
            <a:custGeom>
              <a:avLst/>
              <a:gdLst/>
              <a:ahLst/>
              <a:cxnLst/>
              <a:rect l="l" t="t" r="r" b="b"/>
              <a:pathLst>
                <a:path w="11639" h="11613" extrusionOk="0">
                  <a:moveTo>
                    <a:pt x="10852" y="0"/>
                  </a:moveTo>
                  <a:lnTo>
                    <a:pt x="7404" y="76"/>
                  </a:lnTo>
                  <a:lnTo>
                    <a:pt x="7150" y="101"/>
                  </a:lnTo>
                  <a:lnTo>
                    <a:pt x="6897" y="152"/>
                  </a:lnTo>
                  <a:lnTo>
                    <a:pt x="6643" y="228"/>
                  </a:lnTo>
                  <a:lnTo>
                    <a:pt x="6415" y="330"/>
                  </a:lnTo>
                  <a:lnTo>
                    <a:pt x="6212" y="456"/>
                  </a:lnTo>
                  <a:lnTo>
                    <a:pt x="6009" y="609"/>
                  </a:lnTo>
                  <a:lnTo>
                    <a:pt x="5832" y="811"/>
                  </a:lnTo>
                  <a:lnTo>
                    <a:pt x="5680" y="1014"/>
                  </a:lnTo>
                  <a:lnTo>
                    <a:pt x="0" y="9204"/>
                  </a:lnTo>
                  <a:lnTo>
                    <a:pt x="812" y="10827"/>
                  </a:lnTo>
                  <a:lnTo>
                    <a:pt x="2434" y="11613"/>
                  </a:lnTo>
                  <a:lnTo>
                    <a:pt x="10624" y="5958"/>
                  </a:lnTo>
                  <a:lnTo>
                    <a:pt x="10827" y="5806"/>
                  </a:lnTo>
                  <a:lnTo>
                    <a:pt x="11004" y="5629"/>
                  </a:lnTo>
                  <a:lnTo>
                    <a:pt x="11182" y="5426"/>
                  </a:lnTo>
                  <a:lnTo>
                    <a:pt x="11308" y="5223"/>
                  </a:lnTo>
                  <a:lnTo>
                    <a:pt x="11410" y="4995"/>
                  </a:lnTo>
                  <a:lnTo>
                    <a:pt x="11486" y="4741"/>
                  </a:lnTo>
                  <a:lnTo>
                    <a:pt x="11537" y="4488"/>
                  </a:lnTo>
                  <a:lnTo>
                    <a:pt x="11562" y="4234"/>
                  </a:lnTo>
                  <a:lnTo>
                    <a:pt x="11638" y="786"/>
                  </a:lnTo>
                  <a:lnTo>
                    <a:pt x="11638" y="634"/>
                  </a:lnTo>
                  <a:lnTo>
                    <a:pt x="11587" y="482"/>
                  </a:lnTo>
                  <a:lnTo>
                    <a:pt x="11511" y="330"/>
                  </a:lnTo>
                  <a:lnTo>
                    <a:pt x="11410" y="228"/>
                  </a:lnTo>
                  <a:lnTo>
                    <a:pt x="11283" y="127"/>
                  </a:lnTo>
                  <a:lnTo>
                    <a:pt x="11156" y="51"/>
                  </a:lnTo>
                  <a:lnTo>
                    <a:pt x="1100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4" name="Google Shape;7384;p35"/>
            <p:cNvSpPr/>
            <p:nvPr/>
          </p:nvSpPr>
          <p:spPr>
            <a:xfrm>
              <a:off x="5604575" y="1491175"/>
              <a:ext cx="80525" cy="80525"/>
            </a:xfrm>
            <a:custGeom>
              <a:avLst/>
              <a:gdLst/>
              <a:ahLst/>
              <a:cxnLst/>
              <a:rect l="l" t="t" r="r" b="b"/>
              <a:pathLst>
                <a:path w="3221" h="3221" extrusionOk="0">
                  <a:moveTo>
                    <a:pt x="558" y="0"/>
                  </a:moveTo>
                  <a:lnTo>
                    <a:pt x="0" y="812"/>
                  </a:lnTo>
                  <a:lnTo>
                    <a:pt x="812" y="2435"/>
                  </a:lnTo>
                  <a:lnTo>
                    <a:pt x="2434" y="3221"/>
                  </a:lnTo>
                  <a:lnTo>
                    <a:pt x="3220" y="2663"/>
                  </a:lnTo>
                  <a:lnTo>
                    <a:pt x="558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5" name="Google Shape;7385;p35"/>
            <p:cNvSpPr/>
            <p:nvPr/>
          </p:nvSpPr>
          <p:spPr>
            <a:xfrm>
              <a:off x="5626750" y="1310525"/>
              <a:ext cx="239625" cy="239625"/>
            </a:xfrm>
            <a:custGeom>
              <a:avLst/>
              <a:gdLst/>
              <a:ahLst/>
              <a:cxnLst/>
              <a:rect l="l" t="t" r="r" b="b"/>
              <a:pathLst>
                <a:path w="9585" h="9585" extrusionOk="0">
                  <a:moveTo>
                    <a:pt x="9585" y="0"/>
                  </a:moveTo>
                  <a:lnTo>
                    <a:pt x="6745" y="76"/>
                  </a:lnTo>
                  <a:lnTo>
                    <a:pt x="6618" y="76"/>
                  </a:lnTo>
                  <a:lnTo>
                    <a:pt x="6466" y="102"/>
                  </a:lnTo>
                  <a:lnTo>
                    <a:pt x="6339" y="152"/>
                  </a:lnTo>
                  <a:lnTo>
                    <a:pt x="6213" y="229"/>
                  </a:lnTo>
                  <a:lnTo>
                    <a:pt x="6086" y="305"/>
                  </a:lnTo>
                  <a:lnTo>
                    <a:pt x="5984" y="381"/>
                  </a:lnTo>
                  <a:lnTo>
                    <a:pt x="5883" y="482"/>
                  </a:lnTo>
                  <a:lnTo>
                    <a:pt x="5782" y="609"/>
                  </a:lnTo>
                  <a:lnTo>
                    <a:pt x="1" y="8925"/>
                  </a:lnTo>
                  <a:lnTo>
                    <a:pt x="660" y="9584"/>
                  </a:lnTo>
                  <a:lnTo>
                    <a:pt x="8976" y="3804"/>
                  </a:lnTo>
                  <a:lnTo>
                    <a:pt x="9103" y="3702"/>
                  </a:lnTo>
                  <a:lnTo>
                    <a:pt x="9204" y="3601"/>
                  </a:lnTo>
                  <a:lnTo>
                    <a:pt x="9281" y="3499"/>
                  </a:lnTo>
                  <a:lnTo>
                    <a:pt x="9357" y="3373"/>
                  </a:lnTo>
                  <a:lnTo>
                    <a:pt x="9433" y="3246"/>
                  </a:lnTo>
                  <a:lnTo>
                    <a:pt x="9458" y="3119"/>
                  </a:lnTo>
                  <a:lnTo>
                    <a:pt x="9483" y="2967"/>
                  </a:lnTo>
                  <a:lnTo>
                    <a:pt x="9509" y="2815"/>
                  </a:lnTo>
                  <a:lnTo>
                    <a:pt x="9585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6" name="Google Shape;7386;p35"/>
            <p:cNvSpPr/>
            <p:nvPr/>
          </p:nvSpPr>
          <p:spPr>
            <a:xfrm>
              <a:off x="5496175" y="1560275"/>
              <a:ext cx="120450" cy="119825"/>
            </a:xfrm>
            <a:custGeom>
              <a:avLst/>
              <a:gdLst/>
              <a:ahLst/>
              <a:cxnLst/>
              <a:rect l="l" t="t" r="r" b="b"/>
              <a:pathLst>
                <a:path w="4818" h="4793" extrusionOk="0">
                  <a:moveTo>
                    <a:pt x="3018" y="0"/>
                  </a:moveTo>
                  <a:lnTo>
                    <a:pt x="381" y="2029"/>
                  </a:lnTo>
                  <a:lnTo>
                    <a:pt x="229" y="2181"/>
                  </a:lnTo>
                  <a:lnTo>
                    <a:pt x="127" y="2333"/>
                  </a:lnTo>
                  <a:lnTo>
                    <a:pt x="51" y="2536"/>
                  </a:lnTo>
                  <a:lnTo>
                    <a:pt x="0" y="2713"/>
                  </a:lnTo>
                  <a:lnTo>
                    <a:pt x="26" y="2916"/>
                  </a:lnTo>
                  <a:lnTo>
                    <a:pt x="77" y="3119"/>
                  </a:lnTo>
                  <a:lnTo>
                    <a:pt x="153" y="3296"/>
                  </a:lnTo>
                  <a:lnTo>
                    <a:pt x="279" y="3474"/>
                  </a:lnTo>
                  <a:lnTo>
                    <a:pt x="1344" y="4513"/>
                  </a:lnTo>
                  <a:lnTo>
                    <a:pt x="1522" y="4665"/>
                  </a:lnTo>
                  <a:lnTo>
                    <a:pt x="1699" y="4742"/>
                  </a:lnTo>
                  <a:lnTo>
                    <a:pt x="1902" y="4792"/>
                  </a:lnTo>
                  <a:lnTo>
                    <a:pt x="2080" y="4792"/>
                  </a:lnTo>
                  <a:lnTo>
                    <a:pt x="2282" y="4767"/>
                  </a:lnTo>
                  <a:lnTo>
                    <a:pt x="2485" y="4691"/>
                  </a:lnTo>
                  <a:lnTo>
                    <a:pt x="2637" y="4589"/>
                  </a:lnTo>
                  <a:lnTo>
                    <a:pt x="2790" y="4437"/>
                  </a:lnTo>
                  <a:lnTo>
                    <a:pt x="4818" y="1800"/>
                  </a:lnTo>
                  <a:lnTo>
                    <a:pt x="4260" y="533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7" name="Google Shape;7387;p35"/>
            <p:cNvSpPr/>
            <p:nvPr/>
          </p:nvSpPr>
          <p:spPr>
            <a:xfrm>
              <a:off x="5626750" y="1513350"/>
              <a:ext cx="36800" cy="36800"/>
            </a:xfrm>
            <a:custGeom>
              <a:avLst/>
              <a:gdLst/>
              <a:ahLst/>
              <a:cxnLst/>
              <a:rect l="l" t="t" r="r" b="b"/>
              <a:pathLst>
                <a:path w="1472" h="1472" extrusionOk="0">
                  <a:moveTo>
                    <a:pt x="558" y="1"/>
                  </a:moveTo>
                  <a:lnTo>
                    <a:pt x="1" y="812"/>
                  </a:lnTo>
                  <a:lnTo>
                    <a:pt x="660" y="1471"/>
                  </a:lnTo>
                  <a:lnTo>
                    <a:pt x="1471" y="914"/>
                  </a:lnTo>
                  <a:lnTo>
                    <a:pt x="558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8" name="Google Shape;7388;p35"/>
            <p:cNvSpPr/>
            <p:nvPr/>
          </p:nvSpPr>
          <p:spPr>
            <a:xfrm>
              <a:off x="5552600" y="1560275"/>
              <a:ext cx="64025" cy="64050"/>
            </a:xfrm>
            <a:custGeom>
              <a:avLst/>
              <a:gdLst/>
              <a:ahLst/>
              <a:cxnLst/>
              <a:rect l="l" t="t" r="r" b="b"/>
              <a:pathLst>
                <a:path w="2561" h="2562" extrusionOk="0">
                  <a:moveTo>
                    <a:pt x="761" y="0"/>
                  </a:moveTo>
                  <a:lnTo>
                    <a:pt x="0" y="583"/>
                  </a:lnTo>
                  <a:lnTo>
                    <a:pt x="1978" y="2561"/>
                  </a:lnTo>
                  <a:lnTo>
                    <a:pt x="2561" y="1800"/>
                  </a:lnTo>
                  <a:lnTo>
                    <a:pt x="2003" y="533"/>
                  </a:lnTo>
                  <a:lnTo>
                    <a:pt x="761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9" name="Google Shape;7389;p35"/>
            <p:cNvSpPr/>
            <p:nvPr/>
          </p:nvSpPr>
          <p:spPr>
            <a:xfrm>
              <a:off x="5541825" y="1489275"/>
              <a:ext cx="145800" cy="145825"/>
            </a:xfrm>
            <a:custGeom>
              <a:avLst/>
              <a:gdLst/>
              <a:ahLst/>
              <a:cxnLst/>
              <a:rect l="l" t="t" r="r" b="b"/>
              <a:pathLst>
                <a:path w="5832" h="5833" extrusionOk="0">
                  <a:moveTo>
                    <a:pt x="1445" y="0"/>
                  </a:moveTo>
                  <a:lnTo>
                    <a:pt x="1369" y="26"/>
                  </a:lnTo>
                  <a:lnTo>
                    <a:pt x="1268" y="51"/>
                  </a:lnTo>
                  <a:lnTo>
                    <a:pt x="1192" y="76"/>
                  </a:lnTo>
                  <a:lnTo>
                    <a:pt x="1116" y="127"/>
                  </a:lnTo>
                  <a:lnTo>
                    <a:pt x="127" y="1141"/>
                  </a:lnTo>
                  <a:lnTo>
                    <a:pt x="76" y="1192"/>
                  </a:lnTo>
                  <a:lnTo>
                    <a:pt x="25" y="1294"/>
                  </a:lnTo>
                  <a:lnTo>
                    <a:pt x="0" y="1370"/>
                  </a:lnTo>
                  <a:lnTo>
                    <a:pt x="0" y="1446"/>
                  </a:lnTo>
                  <a:lnTo>
                    <a:pt x="0" y="1547"/>
                  </a:lnTo>
                  <a:lnTo>
                    <a:pt x="25" y="1623"/>
                  </a:lnTo>
                  <a:lnTo>
                    <a:pt x="76" y="1699"/>
                  </a:lnTo>
                  <a:lnTo>
                    <a:pt x="127" y="1775"/>
                  </a:lnTo>
                  <a:lnTo>
                    <a:pt x="4057" y="5705"/>
                  </a:lnTo>
                  <a:lnTo>
                    <a:pt x="4133" y="5756"/>
                  </a:lnTo>
                  <a:lnTo>
                    <a:pt x="4209" y="5807"/>
                  </a:lnTo>
                  <a:lnTo>
                    <a:pt x="4285" y="5832"/>
                  </a:lnTo>
                  <a:lnTo>
                    <a:pt x="4463" y="5832"/>
                  </a:lnTo>
                  <a:lnTo>
                    <a:pt x="4539" y="5807"/>
                  </a:lnTo>
                  <a:lnTo>
                    <a:pt x="4615" y="5756"/>
                  </a:lnTo>
                  <a:lnTo>
                    <a:pt x="4691" y="5705"/>
                  </a:lnTo>
                  <a:lnTo>
                    <a:pt x="5680" y="4691"/>
                  </a:lnTo>
                  <a:lnTo>
                    <a:pt x="5756" y="4640"/>
                  </a:lnTo>
                  <a:lnTo>
                    <a:pt x="5781" y="4564"/>
                  </a:lnTo>
                  <a:lnTo>
                    <a:pt x="5806" y="4463"/>
                  </a:lnTo>
                  <a:lnTo>
                    <a:pt x="5832" y="4387"/>
                  </a:lnTo>
                  <a:lnTo>
                    <a:pt x="5806" y="4285"/>
                  </a:lnTo>
                  <a:lnTo>
                    <a:pt x="5781" y="4209"/>
                  </a:lnTo>
                  <a:lnTo>
                    <a:pt x="5756" y="4133"/>
                  </a:lnTo>
                  <a:lnTo>
                    <a:pt x="5680" y="4057"/>
                  </a:lnTo>
                  <a:lnTo>
                    <a:pt x="1775" y="127"/>
                  </a:lnTo>
                  <a:lnTo>
                    <a:pt x="1699" y="76"/>
                  </a:lnTo>
                  <a:lnTo>
                    <a:pt x="1623" y="51"/>
                  </a:lnTo>
                  <a:lnTo>
                    <a:pt x="1521" y="26"/>
                  </a:lnTo>
                  <a:lnTo>
                    <a:pt x="144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390" name="Google Shape;7390;p35"/>
          <p:cNvGrpSpPr/>
          <p:nvPr/>
        </p:nvGrpSpPr>
        <p:grpSpPr>
          <a:xfrm>
            <a:off x="4403554" y="1922086"/>
            <a:ext cx="452912" cy="425254"/>
            <a:chOff x="6246050" y="1295300"/>
            <a:chExt cx="398725" cy="370850"/>
          </a:xfrm>
        </p:grpSpPr>
        <p:sp>
          <p:nvSpPr>
            <p:cNvPr id="7391" name="Google Shape;7391;p35"/>
            <p:cNvSpPr/>
            <p:nvPr/>
          </p:nvSpPr>
          <p:spPr>
            <a:xfrm>
              <a:off x="6396900" y="1295300"/>
              <a:ext cx="88150" cy="45675"/>
            </a:xfrm>
            <a:custGeom>
              <a:avLst/>
              <a:gdLst/>
              <a:ahLst/>
              <a:cxnLst/>
              <a:rect l="l" t="t" r="r" b="b"/>
              <a:pathLst>
                <a:path w="3526" h="1827" extrusionOk="0">
                  <a:moveTo>
                    <a:pt x="685" y="1"/>
                  </a:moveTo>
                  <a:lnTo>
                    <a:pt x="533" y="52"/>
                  </a:lnTo>
                  <a:lnTo>
                    <a:pt x="381" y="128"/>
                  </a:lnTo>
                  <a:lnTo>
                    <a:pt x="254" y="229"/>
                  </a:lnTo>
                  <a:lnTo>
                    <a:pt x="153" y="330"/>
                  </a:lnTo>
                  <a:lnTo>
                    <a:pt x="77" y="483"/>
                  </a:lnTo>
                  <a:lnTo>
                    <a:pt x="26" y="635"/>
                  </a:lnTo>
                  <a:lnTo>
                    <a:pt x="1" y="787"/>
                  </a:lnTo>
                  <a:lnTo>
                    <a:pt x="26" y="939"/>
                  </a:lnTo>
                  <a:lnTo>
                    <a:pt x="77" y="1116"/>
                  </a:lnTo>
                  <a:lnTo>
                    <a:pt x="153" y="1243"/>
                  </a:lnTo>
                  <a:lnTo>
                    <a:pt x="254" y="1370"/>
                  </a:lnTo>
                  <a:lnTo>
                    <a:pt x="356" y="1471"/>
                  </a:lnTo>
                  <a:lnTo>
                    <a:pt x="508" y="1547"/>
                  </a:lnTo>
                  <a:lnTo>
                    <a:pt x="660" y="1598"/>
                  </a:lnTo>
                  <a:lnTo>
                    <a:pt x="812" y="1598"/>
                  </a:lnTo>
                  <a:lnTo>
                    <a:pt x="1345" y="1624"/>
                  </a:lnTo>
                  <a:lnTo>
                    <a:pt x="1852" y="1674"/>
                  </a:lnTo>
                  <a:lnTo>
                    <a:pt x="2359" y="1725"/>
                  </a:lnTo>
                  <a:lnTo>
                    <a:pt x="2815" y="1826"/>
                  </a:lnTo>
                  <a:lnTo>
                    <a:pt x="3525" y="1040"/>
                  </a:lnTo>
                  <a:lnTo>
                    <a:pt x="3119" y="178"/>
                  </a:lnTo>
                  <a:lnTo>
                    <a:pt x="2536" y="102"/>
                  </a:lnTo>
                  <a:lnTo>
                    <a:pt x="1928" y="52"/>
                  </a:lnTo>
                  <a:lnTo>
                    <a:pt x="137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2" name="Google Shape;7392;p35"/>
            <p:cNvSpPr/>
            <p:nvPr/>
          </p:nvSpPr>
          <p:spPr>
            <a:xfrm>
              <a:off x="6448875" y="1469625"/>
              <a:ext cx="195900" cy="196525"/>
            </a:xfrm>
            <a:custGeom>
              <a:avLst/>
              <a:gdLst/>
              <a:ahLst/>
              <a:cxnLst/>
              <a:rect l="l" t="t" r="r" b="b"/>
              <a:pathLst>
                <a:path w="7836" h="7861" extrusionOk="0">
                  <a:moveTo>
                    <a:pt x="3931" y="0"/>
                  </a:moveTo>
                  <a:lnTo>
                    <a:pt x="3525" y="26"/>
                  </a:lnTo>
                  <a:lnTo>
                    <a:pt x="3120" y="102"/>
                  </a:lnTo>
                  <a:lnTo>
                    <a:pt x="2765" y="178"/>
                  </a:lnTo>
                  <a:lnTo>
                    <a:pt x="2384" y="330"/>
                  </a:lnTo>
                  <a:lnTo>
                    <a:pt x="2055" y="482"/>
                  </a:lnTo>
                  <a:lnTo>
                    <a:pt x="1725" y="685"/>
                  </a:lnTo>
                  <a:lnTo>
                    <a:pt x="1421" y="913"/>
                  </a:lnTo>
                  <a:lnTo>
                    <a:pt x="1142" y="1167"/>
                  </a:lnTo>
                  <a:lnTo>
                    <a:pt x="888" y="1446"/>
                  </a:lnTo>
                  <a:lnTo>
                    <a:pt x="660" y="1750"/>
                  </a:lnTo>
                  <a:lnTo>
                    <a:pt x="457" y="2054"/>
                  </a:lnTo>
                  <a:lnTo>
                    <a:pt x="305" y="2409"/>
                  </a:lnTo>
                  <a:lnTo>
                    <a:pt x="178" y="2764"/>
                  </a:lnTo>
                  <a:lnTo>
                    <a:pt x="77" y="3144"/>
                  </a:lnTo>
                  <a:lnTo>
                    <a:pt x="26" y="3525"/>
                  </a:lnTo>
                  <a:lnTo>
                    <a:pt x="1" y="3930"/>
                  </a:lnTo>
                  <a:lnTo>
                    <a:pt x="26" y="4336"/>
                  </a:lnTo>
                  <a:lnTo>
                    <a:pt x="77" y="4716"/>
                  </a:lnTo>
                  <a:lnTo>
                    <a:pt x="178" y="5097"/>
                  </a:lnTo>
                  <a:lnTo>
                    <a:pt x="305" y="5477"/>
                  </a:lnTo>
                  <a:lnTo>
                    <a:pt x="457" y="5807"/>
                  </a:lnTo>
                  <a:lnTo>
                    <a:pt x="660" y="6136"/>
                  </a:lnTo>
                  <a:lnTo>
                    <a:pt x="888" y="6441"/>
                  </a:lnTo>
                  <a:lnTo>
                    <a:pt x="1142" y="6719"/>
                  </a:lnTo>
                  <a:lnTo>
                    <a:pt x="1421" y="6973"/>
                  </a:lnTo>
                  <a:lnTo>
                    <a:pt x="1725" y="7201"/>
                  </a:lnTo>
                  <a:lnTo>
                    <a:pt x="2055" y="7379"/>
                  </a:lnTo>
                  <a:lnTo>
                    <a:pt x="2384" y="7556"/>
                  </a:lnTo>
                  <a:lnTo>
                    <a:pt x="2765" y="7683"/>
                  </a:lnTo>
                  <a:lnTo>
                    <a:pt x="3120" y="7784"/>
                  </a:lnTo>
                  <a:lnTo>
                    <a:pt x="3525" y="7835"/>
                  </a:lnTo>
                  <a:lnTo>
                    <a:pt x="3931" y="7860"/>
                  </a:lnTo>
                  <a:lnTo>
                    <a:pt x="4311" y="7835"/>
                  </a:lnTo>
                  <a:lnTo>
                    <a:pt x="4717" y="7784"/>
                  </a:lnTo>
                  <a:lnTo>
                    <a:pt x="5097" y="7683"/>
                  </a:lnTo>
                  <a:lnTo>
                    <a:pt x="5452" y="7556"/>
                  </a:lnTo>
                  <a:lnTo>
                    <a:pt x="5782" y="7379"/>
                  </a:lnTo>
                  <a:lnTo>
                    <a:pt x="6111" y="7201"/>
                  </a:lnTo>
                  <a:lnTo>
                    <a:pt x="6416" y="6973"/>
                  </a:lnTo>
                  <a:lnTo>
                    <a:pt x="6695" y="6719"/>
                  </a:lnTo>
                  <a:lnTo>
                    <a:pt x="6948" y="6441"/>
                  </a:lnTo>
                  <a:lnTo>
                    <a:pt x="7176" y="6136"/>
                  </a:lnTo>
                  <a:lnTo>
                    <a:pt x="7379" y="5807"/>
                  </a:lnTo>
                  <a:lnTo>
                    <a:pt x="7531" y="5477"/>
                  </a:lnTo>
                  <a:lnTo>
                    <a:pt x="7683" y="5097"/>
                  </a:lnTo>
                  <a:lnTo>
                    <a:pt x="7760" y="4716"/>
                  </a:lnTo>
                  <a:lnTo>
                    <a:pt x="7836" y="4336"/>
                  </a:lnTo>
                  <a:lnTo>
                    <a:pt x="7836" y="3930"/>
                  </a:lnTo>
                  <a:lnTo>
                    <a:pt x="7836" y="3525"/>
                  </a:lnTo>
                  <a:lnTo>
                    <a:pt x="7760" y="3144"/>
                  </a:lnTo>
                  <a:lnTo>
                    <a:pt x="7683" y="2764"/>
                  </a:lnTo>
                  <a:lnTo>
                    <a:pt x="7531" y="2409"/>
                  </a:lnTo>
                  <a:lnTo>
                    <a:pt x="7379" y="2054"/>
                  </a:lnTo>
                  <a:lnTo>
                    <a:pt x="7176" y="1750"/>
                  </a:lnTo>
                  <a:lnTo>
                    <a:pt x="6948" y="1446"/>
                  </a:lnTo>
                  <a:lnTo>
                    <a:pt x="6695" y="1167"/>
                  </a:lnTo>
                  <a:lnTo>
                    <a:pt x="6416" y="913"/>
                  </a:lnTo>
                  <a:lnTo>
                    <a:pt x="6111" y="685"/>
                  </a:lnTo>
                  <a:lnTo>
                    <a:pt x="5782" y="482"/>
                  </a:lnTo>
                  <a:lnTo>
                    <a:pt x="5452" y="330"/>
                  </a:lnTo>
                  <a:lnTo>
                    <a:pt x="5097" y="178"/>
                  </a:lnTo>
                  <a:lnTo>
                    <a:pt x="4717" y="102"/>
                  </a:lnTo>
                  <a:lnTo>
                    <a:pt x="4311" y="26"/>
                  </a:lnTo>
                  <a:lnTo>
                    <a:pt x="39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3" name="Google Shape;7393;p35"/>
            <p:cNvSpPr/>
            <p:nvPr/>
          </p:nvSpPr>
          <p:spPr>
            <a:xfrm>
              <a:off x="6481850" y="1469625"/>
              <a:ext cx="105250" cy="138850"/>
            </a:xfrm>
            <a:custGeom>
              <a:avLst/>
              <a:gdLst/>
              <a:ahLst/>
              <a:cxnLst/>
              <a:rect l="l" t="t" r="r" b="b"/>
              <a:pathLst>
                <a:path w="4210" h="5554" extrusionOk="0">
                  <a:moveTo>
                    <a:pt x="2612" y="0"/>
                  </a:moveTo>
                  <a:lnTo>
                    <a:pt x="2232" y="26"/>
                  </a:lnTo>
                  <a:lnTo>
                    <a:pt x="1877" y="76"/>
                  </a:lnTo>
                  <a:lnTo>
                    <a:pt x="1522" y="153"/>
                  </a:lnTo>
                  <a:lnTo>
                    <a:pt x="1192" y="279"/>
                  </a:lnTo>
                  <a:lnTo>
                    <a:pt x="862" y="406"/>
                  </a:lnTo>
                  <a:lnTo>
                    <a:pt x="558" y="584"/>
                  </a:lnTo>
                  <a:lnTo>
                    <a:pt x="254" y="786"/>
                  </a:lnTo>
                  <a:lnTo>
                    <a:pt x="0" y="989"/>
                  </a:lnTo>
                  <a:lnTo>
                    <a:pt x="1065" y="4412"/>
                  </a:lnTo>
                  <a:lnTo>
                    <a:pt x="1167" y="4666"/>
                  </a:lnTo>
                  <a:lnTo>
                    <a:pt x="1293" y="4869"/>
                  </a:lnTo>
                  <a:lnTo>
                    <a:pt x="1471" y="5071"/>
                  </a:lnTo>
                  <a:lnTo>
                    <a:pt x="1648" y="5224"/>
                  </a:lnTo>
                  <a:lnTo>
                    <a:pt x="1851" y="5376"/>
                  </a:lnTo>
                  <a:lnTo>
                    <a:pt x="2105" y="5452"/>
                  </a:lnTo>
                  <a:lnTo>
                    <a:pt x="2333" y="5528"/>
                  </a:lnTo>
                  <a:lnTo>
                    <a:pt x="2612" y="5553"/>
                  </a:lnTo>
                  <a:lnTo>
                    <a:pt x="2840" y="5528"/>
                  </a:lnTo>
                  <a:lnTo>
                    <a:pt x="3094" y="5477"/>
                  </a:lnTo>
                  <a:lnTo>
                    <a:pt x="3246" y="5426"/>
                  </a:lnTo>
                  <a:lnTo>
                    <a:pt x="3373" y="5350"/>
                  </a:lnTo>
                  <a:lnTo>
                    <a:pt x="3525" y="5249"/>
                  </a:lnTo>
                  <a:lnTo>
                    <a:pt x="3652" y="5173"/>
                  </a:lnTo>
                  <a:lnTo>
                    <a:pt x="3854" y="4945"/>
                  </a:lnTo>
                  <a:lnTo>
                    <a:pt x="4032" y="4691"/>
                  </a:lnTo>
                  <a:lnTo>
                    <a:pt x="4133" y="4387"/>
                  </a:lnTo>
                  <a:lnTo>
                    <a:pt x="4209" y="4083"/>
                  </a:lnTo>
                  <a:lnTo>
                    <a:pt x="4209" y="3930"/>
                  </a:lnTo>
                  <a:lnTo>
                    <a:pt x="4209" y="3778"/>
                  </a:lnTo>
                  <a:lnTo>
                    <a:pt x="4184" y="3626"/>
                  </a:lnTo>
                  <a:lnTo>
                    <a:pt x="4133" y="3449"/>
                  </a:lnTo>
                  <a:lnTo>
                    <a:pt x="3068" y="26"/>
                  </a:lnTo>
                  <a:lnTo>
                    <a:pt x="2612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4" name="Google Shape;7394;p35"/>
            <p:cNvSpPr/>
            <p:nvPr/>
          </p:nvSpPr>
          <p:spPr>
            <a:xfrm>
              <a:off x="6480575" y="1501950"/>
              <a:ext cx="132500" cy="131875"/>
            </a:xfrm>
            <a:custGeom>
              <a:avLst/>
              <a:gdLst/>
              <a:ahLst/>
              <a:cxnLst/>
              <a:rect l="l" t="t" r="r" b="b"/>
              <a:pathLst>
                <a:path w="5300" h="5275" extrusionOk="0">
                  <a:moveTo>
                    <a:pt x="2663" y="1"/>
                  </a:moveTo>
                  <a:lnTo>
                    <a:pt x="2384" y="26"/>
                  </a:lnTo>
                  <a:lnTo>
                    <a:pt x="2130" y="51"/>
                  </a:lnTo>
                  <a:lnTo>
                    <a:pt x="1877" y="127"/>
                  </a:lnTo>
                  <a:lnTo>
                    <a:pt x="1623" y="203"/>
                  </a:lnTo>
                  <a:lnTo>
                    <a:pt x="1395" y="330"/>
                  </a:lnTo>
                  <a:lnTo>
                    <a:pt x="1167" y="457"/>
                  </a:lnTo>
                  <a:lnTo>
                    <a:pt x="964" y="609"/>
                  </a:lnTo>
                  <a:lnTo>
                    <a:pt x="787" y="787"/>
                  </a:lnTo>
                  <a:lnTo>
                    <a:pt x="609" y="964"/>
                  </a:lnTo>
                  <a:lnTo>
                    <a:pt x="457" y="1167"/>
                  </a:lnTo>
                  <a:lnTo>
                    <a:pt x="330" y="1395"/>
                  </a:lnTo>
                  <a:lnTo>
                    <a:pt x="229" y="1623"/>
                  </a:lnTo>
                  <a:lnTo>
                    <a:pt x="127" y="1851"/>
                  </a:lnTo>
                  <a:lnTo>
                    <a:pt x="77" y="2105"/>
                  </a:lnTo>
                  <a:lnTo>
                    <a:pt x="26" y="2384"/>
                  </a:lnTo>
                  <a:lnTo>
                    <a:pt x="1" y="2637"/>
                  </a:lnTo>
                  <a:lnTo>
                    <a:pt x="26" y="2916"/>
                  </a:lnTo>
                  <a:lnTo>
                    <a:pt x="77" y="3170"/>
                  </a:lnTo>
                  <a:lnTo>
                    <a:pt x="127" y="3423"/>
                  </a:lnTo>
                  <a:lnTo>
                    <a:pt x="229" y="3677"/>
                  </a:lnTo>
                  <a:lnTo>
                    <a:pt x="330" y="3905"/>
                  </a:lnTo>
                  <a:lnTo>
                    <a:pt x="457" y="4108"/>
                  </a:lnTo>
                  <a:lnTo>
                    <a:pt x="609" y="4311"/>
                  </a:lnTo>
                  <a:lnTo>
                    <a:pt x="787" y="4514"/>
                  </a:lnTo>
                  <a:lnTo>
                    <a:pt x="964" y="4691"/>
                  </a:lnTo>
                  <a:lnTo>
                    <a:pt x="1167" y="4843"/>
                  </a:lnTo>
                  <a:lnTo>
                    <a:pt x="1395" y="4970"/>
                  </a:lnTo>
                  <a:lnTo>
                    <a:pt x="1623" y="5071"/>
                  </a:lnTo>
                  <a:lnTo>
                    <a:pt x="1877" y="5173"/>
                  </a:lnTo>
                  <a:lnTo>
                    <a:pt x="2130" y="5224"/>
                  </a:lnTo>
                  <a:lnTo>
                    <a:pt x="2384" y="5274"/>
                  </a:lnTo>
                  <a:lnTo>
                    <a:pt x="2917" y="5274"/>
                  </a:lnTo>
                  <a:lnTo>
                    <a:pt x="3195" y="5224"/>
                  </a:lnTo>
                  <a:lnTo>
                    <a:pt x="3449" y="5173"/>
                  </a:lnTo>
                  <a:lnTo>
                    <a:pt x="3677" y="5071"/>
                  </a:lnTo>
                  <a:lnTo>
                    <a:pt x="3905" y="4970"/>
                  </a:lnTo>
                  <a:lnTo>
                    <a:pt x="4134" y="4843"/>
                  </a:lnTo>
                  <a:lnTo>
                    <a:pt x="4336" y="4691"/>
                  </a:lnTo>
                  <a:lnTo>
                    <a:pt x="4514" y="4514"/>
                  </a:lnTo>
                  <a:lnTo>
                    <a:pt x="4691" y="4311"/>
                  </a:lnTo>
                  <a:lnTo>
                    <a:pt x="4843" y="4108"/>
                  </a:lnTo>
                  <a:lnTo>
                    <a:pt x="4970" y="3905"/>
                  </a:lnTo>
                  <a:lnTo>
                    <a:pt x="5097" y="3677"/>
                  </a:lnTo>
                  <a:lnTo>
                    <a:pt x="5173" y="3423"/>
                  </a:lnTo>
                  <a:lnTo>
                    <a:pt x="5249" y="3170"/>
                  </a:lnTo>
                  <a:lnTo>
                    <a:pt x="5275" y="2916"/>
                  </a:lnTo>
                  <a:lnTo>
                    <a:pt x="5300" y="2637"/>
                  </a:lnTo>
                  <a:lnTo>
                    <a:pt x="5275" y="2384"/>
                  </a:lnTo>
                  <a:lnTo>
                    <a:pt x="5249" y="2105"/>
                  </a:lnTo>
                  <a:lnTo>
                    <a:pt x="5173" y="1851"/>
                  </a:lnTo>
                  <a:lnTo>
                    <a:pt x="5097" y="1623"/>
                  </a:lnTo>
                  <a:lnTo>
                    <a:pt x="4970" y="1395"/>
                  </a:lnTo>
                  <a:lnTo>
                    <a:pt x="4843" y="1167"/>
                  </a:lnTo>
                  <a:lnTo>
                    <a:pt x="4691" y="964"/>
                  </a:lnTo>
                  <a:lnTo>
                    <a:pt x="4514" y="787"/>
                  </a:lnTo>
                  <a:lnTo>
                    <a:pt x="4336" y="609"/>
                  </a:lnTo>
                  <a:lnTo>
                    <a:pt x="4134" y="457"/>
                  </a:lnTo>
                  <a:lnTo>
                    <a:pt x="3905" y="330"/>
                  </a:lnTo>
                  <a:lnTo>
                    <a:pt x="3677" y="203"/>
                  </a:lnTo>
                  <a:lnTo>
                    <a:pt x="3449" y="127"/>
                  </a:lnTo>
                  <a:lnTo>
                    <a:pt x="3195" y="51"/>
                  </a:lnTo>
                  <a:lnTo>
                    <a:pt x="2917" y="26"/>
                  </a:lnTo>
                  <a:lnTo>
                    <a:pt x="266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5" name="Google Shape;7395;p35"/>
            <p:cNvSpPr/>
            <p:nvPr/>
          </p:nvSpPr>
          <p:spPr>
            <a:xfrm>
              <a:off x="6492625" y="1501950"/>
              <a:ext cx="94475" cy="106525"/>
            </a:xfrm>
            <a:custGeom>
              <a:avLst/>
              <a:gdLst/>
              <a:ahLst/>
              <a:cxnLst/>
              <a:rect l="l" t="t" r="r" b="b"/>
              <a:pathLst>
                <a:path w="3779" h="4261" extrusionOk="0">
                  <a:moveTo>
                    <a:pt x="2181" y="1"/>
                  </a:moveTo>
                  <a:lnTo>
                    <a:pt x="1851" y="26"/>
                  </a:lnTo>
                  <a:lnTo>
                    <a:pt x="1522" y="77"/>
                  </a:lnTo>
                  <a:lnTo>
                    <a:pt x="1217" y="178"/>
                  </a:lnTo>
                  <a:lnTo>
                    <a:pt x="939" y="305"/>
                  </a:lnTo>
                  <a:lnTo>
                    <a:pt x="660" y="482"/>
                  </a:lnTo>
                  <a:lnTo>
                    <a:pt x="431" y="660"/>
                  </a:lnTo>
                  <a:lnTo>
                    <a:pt x="203" y="888"/>
                  </a:lnTo>
                  <a:lnTo>
                    <a:pt x="0" y="1116"/>
                  </a:lnTo>
                  <a:lnTo>
                    <a:pt x="634" y="3119"/>
                  </a:lnTo>
                  <a:lnTo>
                    <a:pt x="736" y="3373"/>
                  </a:lnTo>
                  <a:lnTo>
                    <a:pt x="862" y="3576"/>
                  </a:lnTo>
                  <a:lnTo>
                    <a:pt x="1040" y="3778"/>
                  </a:lnTo>
                  <a:lnTo>
                    <a:pt x="1217" y="3931"/>
                  </a:lnTo>
                  <a:lnTo>
                    <a:pt x="1420" y="4083"/>
                  </a:lnTo>
                  <a:lnTo>
                    <a:pt x="1674" y="4159"/>
                  </a:lnTo>
                  <a:lnTo>
                    <a:pt x="1902" y="4235"/>
                  </a:lnTo>
                  <a:lnTo>
                    <a:pt x="2181" y="4260"/>
                  </a:lnTo>
                  <a:lnTo>
                    <a:pt x="2409" y="4235"/>
                  </a:lnTo>
                  <a:lnTo>
                    <a:pt x="2663" y="4184"/>
                  </a:lnTo>
                  <a:lnTo>
                    <a:pt x="2815" y="4133"/>
                  </a:lnTo>
                  <a:lnTo>
                    <a:pt x="2942" y="4057"/>
                  </a:lnTo>
                  <a:lnTo>
                    <a:pt x="3094" y="3956"/>
                  </a:lnTo>
                  <a:lnTo>
                    <a:pt x="3221" y="3880"/>
                  </a:lnTo>
                  <a:lnTo>
                    <a:pt x="3423" y="3652"/>
                  </a:lnTo>
                  <a:lnTo>
                    <a:pt x="3601" y="3398"/>
                  </a:lnTo>
                  <a:lnTo>
                    <a:pt x="3702" y="3094"/>
                  </a:lnTo>
                  <a:lnTo>
                    <a:pt x="3778" y="2790"/>
                  </a:lnTo>
                  <a:lnTo>
                    <a:pt x="3778" y="2637"/>
                  </a:lnTo>
                  <a:lnTo>
                    <a:pt x="3778" y="2485"/>
                  </a:lnTo>
                  <a:lnTo>
                    <a:pt x="3753" y="2333"/>
                  </a:lnTo>
                  <a:lnTo>
                    <a:pt x="3702" y="2156"/>
                  </a:lnTo>
                  <a:lnTo>
                    <a:pt x="3068" y="153"/>
                  </a:lnTo>
                  <a:lnTo>
                    <a:pt x="2866" y="102"/>
                  </a:lnTo>
                  <a:lnTo>
                    <a:pt x="2637" y="51"/>
                  </a:lnTo>
                  <a:lnTo>
                    <a:pt x="2409" y="26"/>
                  </a:lnTo>
                  <a:lnTo>
                    <a:pt x="2181" y="1"/>
                  </a:lnTo>
                  <a:close/>
                </a:path>
              </a:pathLst>
            </a:custGeom>
            <a:solidFill>
              <a:srgbClr val="C8C8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6" name="Google Shape;7396;p35"/>
            <p:cNvSpPr/>
            <p:nvPr/>
          </p:nvSpPr>
          <p:spPr>
            <a:xfrm>
              <a:off x="6287250" y="1299750"/>
              <a:ext cx="279550" cy="308725"/>
            </a:xfrm>
            <a:custGeom>
              <a:avLst/>
              <a:gdLst/>
              <a:ahLst/>
              <a:cxnLst/>
              <a:rect l="l" t="t" r="r" b="b"/>
              <a:pathLst>
                <a:path w="11182" h="12349" extrusionOk="0">
                  <a:moveTo>
                    <a:pt x="7505" y="0"/>
                  </a:moveTo>
                  <a:lnTo>
                    <a:pt x="7201" y="1648"/>
                  </a:lnTo>
                  <a:lnTo>
                    <a:pt x="7759" y="1775"/>
                  </a:lnTo>
                  <a:lnTo>
                    <a:pt x="8241" y="1902"/>
                  </a:lnTo>
                  <a:lnTo>
                    <a:pt x="8646" y="2054"/>
                  </a:lnTo>
                  <a:lnTo>
                    <a:pt x="8951" y="2206"/>
                  </a:lnTo>
                  <a:lnTo>
                    <a:pt x="9027" y="2257"/>
                  </a:lnTo>
                  <a:lnTo>
                    <a:pt x="9052" y="2333"/>
                  </a:lnTo>
                  <a:lnTo>
                    <a:pt x="9077" y="2434"/>
                  </a:lnTo>
                  <a:lnTo>
                    <a:pt x="9027" y="2510"/>
                  </a:lnTo>
                  <a:lnTo>
                    <a:pt x="7987" y="4108"/>
                  </a:lnTo>
                  <a:lnTo>
                    <a:pt x="7505" y="4285"/>
                  </a:lnTo>
                  <a:lnTo>
                    <a:pt x="6846" y="4590"/>
                  </a:lnTo>
                  <a:lnTo>
                    <a:pt x="6060" y="4995"/>
                  </a:lnTo>
                  <a:lnTo>
                    <a:pt x="5604" y="5249"/>
                  </a:lnTo>
                  <a:lnTo>
                    <a:pt x="5147" y="5528"/>
                  </a:lnTo>
                  <a:lnTo>
                    <a:pt x="4590" y="5908"/>
                  </a:lnTo>
                  <a:lnTo>
                    <a:pt x="4083" y="6288"/>
                  </a:lnTo>
                  <a:lnTo>
                    <a:pt x="3575" y="6694"/>
                  </a:lnTo>
                  <a:lnTo>
                    <a:pt x="3094" y="7125"/>
                  </a:lnTo>
                  <a:lnTo>
                    <a:pt x="2866" y="6694"/>
                  </a:lnTo>
                  <a:lnTo>
                    <a:pt x="2688" y="6238"/>
                  </a:lnTo>
                  <a:lnTo>
                    <a:pt x="2612" y="6009"/>
                  </a:lnTo>
                  <a:lnTo>
                    <a:pt x="2561" y="5756"/>
                  </a:lnTo>
                  <a:lnTo>
                    <a:pt x="2511" y="5553"/>
                  </a:lnTo>
                  <a:lnTo>
                    <a:pt x="2511" y="5325"/>
                  </a:lnTo>
                  <a:lnTo>
                    <a:pt x="888" y="5325"/>
                  </a:lnTo>
                  <a:lnTo>
                    <a:pt x="913" y="5756"/>
                  </a:lnTo>
                  <a:lnTo>
                    <a:pt x="989" y="6187"/>
                  </a:lnTo>
                  <a:lnTo>
                    <a:pt x="1116" y="6593"/>
                  </a:lnTo>
                  <a:lnTo>
                    <a:pt x="1243" y="6998"/>
                  </a:lnTo>
                  <a:lnTo>
                    <a:pt x="1420" y="7379"/>
                  </a:lnTo>
                  <a:lnTo>
                    <a:pt x="1598" y="7734"/>
                  </a:lnTo>
                  <a:lnTo>
                    <a:pt x="1927" y="8317"/>
                  </a:lnTo>
                  <a:lnTo>
                    <a:pt x="1395" y="9001"/>
                  </a:lnTo>
                  <a:lnTo>
                    <a:pt x="913" y="9711"/>
                  </a:lnTo>
                  <a:lnTo>
                    <a:pt x="482" y="10447"/>
                  </a:lnTo>
                  <a:lnTo>
                    <a:pt x="76" y="11207"/>
                  </a:lnTo>
                  <a:lnTo>
                    <a:pt x="26" y="11359"/>
                  </a:lnTo>
                  <a:lnTo>
                    <a:pt x="0" y="11511"/>
                  </a:lnTo>
                  <a:lnTo>
                    <a:pt x="26" y="11664"/>
                  </a:lnTo>
                  <a:lnTo>
                    <a:pt x="51" y="11816"/>
                  </a:lnTo>
                  <a:lnTo>
                    <a:pt x="127" y="11942"/>
                  </a:lnTo>
                  <a:lnTo>
                    <a:pt x="203" y="12069"/>
                  </a:lnTo>
                  <a:lnTo>
                    <a:pt x="330" y="12171"/>
                  </a:lnTo>
                  <a:lnTo>
                    <a:pt x="457" y="12272"/>
                  </a:lnTo>
                  <a:lnTo>
                    <a:pt x="634" y="12323"/>
                  </a:lnTo>
                  <a:lnTo>
                    <a:pt x="812" y="12348"/>
                  </a:lnTo>
                  <a:lnTo>
                    <a:pt x="913" y="12323"/>
                  </a:lnTo>
                  <a:lnTo>
                    <a:pt x="1040" y="12323"/>
                  </a:lnTo>
                  <a:lnTo>
                    <a:pt x="1141" y="12272"/>
                  </a:lnTo>
                  <a:lnTo>
                    <a:pt x="1243" y="12221"/>
                  </a:lnTo>
                  <a:lnTo>
                    <a:pt x="1319" y="12145"/>
                  </a:lnTo>
                  <a:lnTo>
                    <a:pt x="1420" y="12069"/>
                  </a:lnTo>
                  <a:lnTo>
                    <a:pt x="1471" y="11993"/>
                  </a:lnTo>
                  <a:lnTo>
                    <a:pt x="1547" y="11866"/>
                  </a:lnTo>
                  <a:lnTo>
                    <a:pt x="1750" y="11461"/>
                  </a:lnTo>
                  <a:lnTo>
                    <a:pt x="1953" y="11080"/>
                  </a:lnTo>
                  <a:lnTo>
                    <a:pt x="2181" y="10675"/>
                  </a:lnTo>
                  <a:lnTo>
                    <a:pt x="2435" y="10294"/>
                  </a:lnTo>
                  <a:lnTo>
                    <a:pt x="2713" y="9939"/>
                  </a:lnTo>
                  <a:lnTo>
                    <a:pt x="2992" y="9559"/>
                  </a:lnTo>
                  <a:lnTo>
                    <a:pt x="3297" y="9204"/>
                  </a:lnTo>
                  <a:lnTo>
                    <a:pt x="3601" y="8875"/>
                  </a:lnTo>
                  <a:lnTo>
                    <a:pt x="4133" y="8342"/>
                  </a:lnTo>
                  <a:lnTo>
                    <a:pt x="4716" y="7835"/>
                  </a:lnTo>
                  <a:lnTo>
                    <a:pt x="5325" y="7353"/>
                  </a:lnTo>
                  <a:lnTo>
                    <a:pt x="5959" y="6922"/>
                  </a:lnTo>
                  <a:lnTo>
                    <a:pt x="6542" y="6567"/>
                  </a:lnTo>
                  <a:lnTo>
                    <a:pt x="7100" y="6263"/>
                  </a:lnTo>
                  <a:lnTo>
                    <a:pt x="7582" y="6009"/>
                  </a:lnTo>
                  <a:lnTo>
                    <a:pt x="8013" y="5832"/>
                  </a:lnTo>
                  <a:lnTo>
                    <a:pt x="9610" y="10979"/>
                  </a:lnTo>
                  <a:lnTo>
                    <a:pt x="9661" y="11106"/>
                  </a:lnTo>
                  <a:lnTo>
                    <a:pt x="9737" y="11207"/>
                  </a:lnTo>
                  <a:lnTo>
                    <a:pt x="9813" y="11309"/>
                  </a:lnTo>
                  <a:lnTo>
                    <a:pt x="9914" y="11385"/>
                  </a:lnTo>
                  <a:lnTo>
                    <a:pt x="10016" y="11461"/>
                  </a:lnTo>
                  <a:lnTo>
                    <a:pt x="10142" y="11486"/>
                  </a:lnTo>
                  <a:lnTo>
                    <a:pt x="10269" y="11537"/>
                  </a:lnTo>
                  <a:lnTo>
                    <a:pt x="10497" y="11537"/>
                  </a:lnTo>
                  <a:lnTo>
                    <a:pt x="10624" y="11511"/>
                  </a:lnTo>
                  <a:lnTo>
                    <a:pt x="10776" y="11435"/>
                  </a:lnTo>
                  <a:lnTo>
                    <a:pt x="10903" y="11334"/>
                  </a:lnTo>
                  <a:lnTo>
                    <a:pt x="11004" y="11233"/>
                  </a:lnTo>
                  <a:lnTo>
                    <a:pt x="11106" y="11106"/>
                  </a:lnTo>
                  <a:lnTo>
                    <a:pt x="11157" y="10954"/>
                  </a:lnTo>
                  <a:lnTo>
                    <a:pt x="11182" y="10801"/>
                  </a:lnTo>
                  <a:lnTo>
                    <a:pt x="11182" y="10649"/>
                  </a:lnTo>
                  <a:lnTo>
                    <a:pt x="11157" y="10497"/>
                  </a:lnTo>
                  <a:lnTo>
                    <a:pt x="9407" y="4894"/>
                  </a:lnTo>
                  <a:lnTo>
                    <a:pt x="10573" y="3094"/>
                  </a:lnTo>
                  <a:lnTo>
                    <a:pt x="10700" y="2840"/>
                  </a:lnTo>
                  <a:lnTo>
                    <a:pt x="10776" y="2586"/>
                  </a:lnTo>
                  <a:lnTo>
                    <a:pt x="10827" y="2333"/>
                  </a:lnTo>
                  <a:lnTo>
                    <a:pt x="10802" y="2054"/>
                  </a:lnTo>
                  <a:lnTo>
                    <a:pt x="10726" y="1800"/>
                  </a:lnTo>
                  <a:lnTo>
                    <a:pt x="10624" y="1572"/>
                  </a:lnTo>
                  <a:lnTo>
                    <a:pt x="10472" y="1344"/>
                  </a:lnTo>
                  <a:lnTo>
                    <a:pt x="10269" y="1167"/>
                  </a:lnTo>
                  <a:lnTo>
                    <a:pt x="9914" y="888"/>
                  </a:lnTo>
                  <a:lnTo>
                    <a:pt x="9534" y="660"/>
                  </a:lnTo>
                  <a:lnTo>
                    <a:pt x="9103" y="457"/>
                  </a:lnTo>
                  <a:lnTo>
                    <a:pt x="8672" y="279"/>
                  </a:lnTo>
                  <a:lnTo>
                    <a:pt x="8418" y="203"/>
                  </a:lnTo>
                  <a:lnTo>
                    <a:pt x="8139" y="127"/>
                  </a:lnTo>
                  <a:lnTo>
                    <a:pt x="750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7" name="Google Shape;7397;p35"/>
            <p:cNvSpPr/>
            <p:nvPr/>
          </p:nvSpPr>
          <p:spPr>
            <a:xfrm>
              <a:off x="6287250" y="1520325"/>
              <a:ext cx="74825" cy="88150"/>
            </a:xfrm>
            <a:custGeom>
              <a:avLst/>
              <a:gdLst/>
              <a:ahLst/>
              <a:cxnLst/>
              <a:rect l="l" t="t" r="r" b="b"/>
              <a:pathLst>
                <a:path w="2993" h="3526" extrusionOk="0">
                  <a:moveTo>
                    <a:pt x="1522" y="1"/>
                  </a:moveTo>
                  <a:lnTo>
                    <a:pt x="1116" y="584"/>
                  </a:lnTo>
                  <a:lnTo>
                    <a:pt x="736" y="1167"/>
                  </a:lnTo>
                  <a:lnTo>
                    <a:pt x="381" y="1750"/>
                  </a:lnTo>
                  <a:lnTo>
                    <a:pt x="76" y="2384"/>
                  </a:lnTo>
                  <a:lnTo>
                    <a:pt x="26" y="2536"/>
                  </a:lnTo>
                  <a:lnTo>
                    <a:pt x="0" y="2688"/>
                  </a:lnTo>
                  <a:lnTo>
                    <a:pt x="26" y="2841"/>
                  </a:lnTo>
                  <a:lnTo>
                    <a:pt x="51" y="2993"/>
                  </a:lnTo>
                  <a:lnTo>
                    <a:pt x="127" y="3119"/>
                  </a:lnTo>
                  <a:lnTo>
                    <a:pt x="203" y="3246"/>
                  </a:lnTo>
                  <a:lnTo>
                    <a:pt x="330" y="3348"/>
                  </a:lnTo>
                  <a:lnTo>
                    <a:pt x="457" y="3449"/>
                  </a:lnTo>
                  <a:lnTo>
                    <a:pt x="634" y="3500"/>
                  </a:lnTo>
                  <a:lnTo>
                    <a:pt x="812" y="3525"/>
                  </a:lnTo>
                  <a:lnTo>
                    <a:pt x="913" y="3500"/>
                  </a:lnTo>
                  <a:lnTo>
                    <a:pt x="1040" y="3500"/>
                  </a:lnTo>
                  <a:lnTo>
                    <a:pt x="1141" y="3449"/>
                  </a:lnTo>
                  <a:lnTo>
                    <a:pt x="1243" y="3398"/>
                  </a:lnTo>
                  <a:lnTo>
                    <a:pt x="1319" y="3322"/>
                  </a:lnTo>
                  <a:lnTo>
                    <a:pt x="1420" y="3246"/>
                  </a:lnTo>
                  <a:lnTo>
                    <a:pt x="1471" y="3170"/>
                  </a:lnTo>
                  <a:lnTo>
                    <a:pt x="1547" y="3043"/>
                  </a:lnTo>
                  <a:lnTo>
                    <a:pt x="1851" y="2435"/>
                  </a:lnTo>
                  <a:lnTo>
                    <a:pt x="2206" y="1852"/>
                  </a:lnTo>
                  <a:lnTo>
                    <a:pt x="2587" y="1269"/>
                  </a:lnTo>
                  <a:lnTo>
                    <a:pt x="2992" y="736"/>
                  </a:lnTo>
                  <a:lnTo>
                    <a:pt x="2663" y="483"/>
                  </a:lnTo>
                  <a:lnTo>
                    <a:pt x="2308" y="280"/>
                  </a:lnTo>
                  <a:lnTo>
                    <a:pt x="1927" y="128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8" name="Google Shape;7398;p35"/>
            <p:cNvSpPr/>
            <p:nvPr/>
          </p:nvSpPr>
          <p:spPr>
            <a:xfrm>
              <a:off x="6246050" y="1542525"/>
              <a:ext cx="123000" cy="123625"/>
            </a:xfrm>
            <a:custGeom>
              <a:avLst/>
              <a:gdLst/>
              <a:ahLst/>
              <a:cxnLst/>
              <a:rect l="l" t="t" r="r" b="b"/>
              <a:pathLst>
                <a:path w="4920" h="4945" extrusionOk="0">
                  <a:moveTo>
                    <a:pt x="2460" y="0"/>
                  </a:moveTo>
                  <a:lnTo>
                    <a:pt x="2206" y="26"/>
                  </a:lnTo>
                  <a:lnTo>
                    <a:pt x="1953" y="51"/>
                  </a:lnTo>
                  <a:lnTo>
                    <a:pt x="1724" y="127"/>
                  </a:lnTo>
                  <a:lnTo>
                    <a:pt x="1496" y="203"/>
                  </a:lnTo>
                  <a:lnTo>
                    <a:pt x="1293" y="304"/>
                  </a:lnTo>
                  <a:lnTo>
                    <a:pt x="1091" y="431"/>
                  </a:lnTo>
                  <a:lnTo>
                    <a:pt x="888" y="583"/>
                  </a:lnTo>
                  <a:lnTo>
                    <a:pt x="710" y="736"/>
                  </a:lnTo>
                  <a:lnTo>
                    <a:pt x="558" y="913"/>
                  </a:lnTo>
                  <a:lnTo>
                    <a:pt x="406" y="1090"/>
                  </a:lnTo>
                  <a:lnTo>
                    <a:pt x="279" y="1293"/>
                  </a:lnTo>
                  <a:lnTo>
                    <a:pt x="178" y="1522"/>
                  </a:lnTo>
                  <a:lnTo>
                    <a:pt x="102" y="1750"/>
                  </a:lnTo>
                  <a:lnTo>
                    <a:pt x="51" y="1978"/>
                  </a:lnTo>
                  <a:lnTo>
                    <a:pt x="0" y="2231"/>
                  </a:lnTo>
                  <a:lnTo>
                    <a:pt x="0" y="2485"/>
                  </a:lnTo>
                  <a:lnTo>
                    <a:pt x="0" y="2739"/>
                  </a:lnTo>
                  <a:lnTo>
                    <a:pt x="51" y="2967"/>
                  </a:lnTo>
                  <a:lnTo>
                    <a:pt x="102" y="3220"/>
                  </a:lnTo>
                  <a:lnTo>
                    <a:pt x="178" y="3448"/>
                  </a:lnTo>
                  <a:lnTo>
                    <a:pt x="279" y="3651"/>
                  </a:lnTo>
                  <a:lnTo>
                    <a:pt x="406" y="3854"/>
                  </a:lnTo>
                  <a:lnTo>
                    <a:pt x="558" y="4057"/>
                  </a:lnTo>
                  <a:lnTo>
                    <a:pt x="710" y="4235"/>
                  </a:lnTo>
                  <a:lnTo>
                    <a:pt x="888" y="4387"/>
                  </a:lnTo>
                  <a:lnTo>
                    <a:pt x="1091" y="4539"/>
                  </a:lnTo>
                  <a:lnTo>
                    <a:pt x="1293" y="4640"/>
                  </a:lnTo>
                  <a:lnTo>
                    <a:pt x="1496" y="4742"/>
                  </a:lnTo>
                  <a:lnTo>
                    <a:pt x="1724" y="4843"/>
                  </a:lnTo>
                  <a:lnTo>
                    <a:pt x="1953" y="4894"/>
                  </a:lnTo>
                  <a:lnTo>
                    <a:pt x="2206" y="4944"/>
                  </a:lnTo>
                  <a:lnTo>
                    <a:pt x="2713" y="4944"/>
                  </a:lnTo>
                  <a:lnTo>
                    <a:pt x="2967" y="4894"/>
                  </a:lnTo>
                  <a:lnTo>
                    <a:pt x="3195" y="4843"/>
                  </a:lnTo>
                  <a:lnTo>
                    <a:pt x="3423" y="4742"/>
                  </a:lnTo>
                  <a:lnTo>
                    <a:pt x="3626" y="4640"/>
                  </a:lnTo>
                  <a:lnTo>
                    <a:pt x="3829" y="4539"/>
                  </a:lnTo>
                  <a:lnTo>
                    <a:pt x="4032" y="4387"/>
                  </a:lnTo>
                  <a:lnTo>
                    <a:pt x="4209" y="4235"/>
                  </a:lnTo>
                  <a:lnTo>
                    <a:pt x="4361" y="4057"/>
                  </a:lnTo>
                  <a:lnTo>
                    <a:pt x="4514" y="3854"/>
                  </a:lnTo>
                  <a:lnTo>
                    <a:pt x="4640" y="3651"/>
                  </a:lnTo>
                  <a:lnTo>
                    <a:pt x="4742" y="3448"/>
                  </a:lnTo>
                  <a:lnTo>
                    <a:pt x="4818" y="3220"/>
                  </a:lnTo>
                  <a:lnTo>
                    <a:pt x="4869" y="2967"/>
                  </a:lnTo>
                  <a:lnTo>
                    <a:pt x="4919" y="2739"/>
                  </a:lnTo>
                  <a:lnTo>
                    <a:pt x="4919" y="2485"/>
                  </a:lnTo>
                  <a:lnTo>
                    <a:pt x="4919" y="2231"/>
                  </a:lnTo>
                  <a:lnTo>
                    <a:pt x="4869" y="1978"/>
                  </a:lnTo>
                  <a:lnTo>
                    <a:pt x="4818" y="1750"/>
                  </a:lnTo>
                  <a:lnTo>
                    <a:pt x="4742" y="1522"/>
                  </a:lnTo>
                  <a:lnTo>
                    <a:pt x="4640" y="1293"/>
                  </a:lnTo>
                  <a:lnTo>
                    <a:pt x="4514" y="1090"/>
                  </a:lnTo>
                  <a:lnTo>
                    <a:pt x="4361" y="913"/>
                  </a:lnTo>
                  <a:lnTo>
                    <a:pt x="4209" y="736"/>
                  </a:lnTo>
                  <a:lnTo>
                    <a:pt x="4032" y="583"/>
                  </a:lnTo>
                  <a:lnTo>
                    <a:pt x="3829" y="431"/>
                  </a:lnTo>
                  <a:lnTo>
                    <a:pt x="3626" y="304"/>
                  </a:lnTo>
                  <a:lnTo>
                    <a:pt x="3423" y="203"/>
                  </a:lnTo>
                  <a:lnTo>
                    <a:pt x="3195" y="127"/>
                  </a:lnTo>
                  <a:lnTo>
                    <a:pt x="2967" y="51"/>
                  </a:lnTo>
                  <a:lnTo>
                    <a:pt x="2713" y="26"/>
                  </a:lnTo>
                  <a:lnTo>
                    <a:pt x="246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9" name="Google Shape;7399;p35"/>
            <p:cNvSpPr/>
            <p:nvPr/>
          </p:nvSpPr>
          <p:spPr>
            <a:xfrm>
              <a:off x="6270775" y="1567875"/>
              <a:ext cx="72925" cy="72925"/>
            </a:xfrm>
            <a:custGeom>
              <a:avLst/>
              <a:gdLst/>
              <a:ahLst/>
              <a:cxnLst/>
              <a:rect l="l" t="t" r="r" b="b"/>
              <a:pathLst>
                <a:path w="2917" h="2917" extrusionOk="0">
                  <a:moveTo>
                    <a:pt x="1471" y="0"/>
                  </a:moveTo>
                  <a:lnTo>
                    <a:pt x="1167" y="26"/>
                  </a:lnTo>
                  <a:lnTo>
                    <a:pt x="913" y="127"/>
                  </a:lnTo>
                  <a:lnTo>
                    <a:pt x="659" y="254"/>
                  </a:lnTo>
                  <a:lnTo>
                    <a:pt x="431" y="431"/>
                  </a:lnTo>
                  <a:lnTo>
                    <a:pt x="254" y="660"/>
                  </a:lnTo>
                  <a:lnTo>
                    <a:pt x="127" y="888"/>
                  </a:lnTo>
                  <a:lnTo>
                    <a:pt x="51" y="1167"/>
                  </a:lnTo>
                  <a:lnTo>
                    <a:pt x="0" y="1471"/>
                  </a:lnTo>
                  <a:lnTo>
                    <a:pt x="51" y="1750"/>
                  </a:lnTo>
                  <a:lnTo>
                    <a:pt x="127" y="2029"/>
                  </a:lnTo>
                  <a:lnTo>
                    <a:pt x="254" y="2282"/>
                  </a:lnTo>
                  <a:lnTo>
                    <a:pt x="431" y="2485"/>
                  </a:lnTo>
                  <a:lnTo>
                    <a:pt x="659" y="2688"/>
                  </a:lnTo>
                  <a:lnTo>
                    <a:pt x="913" y="2815"/>
                  </a:lnTo>
                  <a:lnTo>
                    <a:pt x="1167" y="2891"/>
                  </a:lnTo>
                  <a:lnTo>
                    <a:pt x="1471" y="2916"/>
                  </a:lnTo>
                  <a:lnTo>
                    <a:pt x="1775" y="2891"/>
                  </a:lnTo>
                  <a:lnTo>
                    <a:pt x="2029" y="2815"/>
                  </a:lnTo>
                  <a:lnTo>
                    <a:pt x="2282" y="2688"/>
                  </a:lnTo>
                  <a:lnTo>
                    <a:pt x="2510" y="2485"/>
                  </a:lnTo>
                  <a:lnTo>
                    <a:pt x="2688" y="2282"/>
                  </a:lnTo>
                  <a:lnTo>
                    <a:pt x="2815" y="2029"/>
                  </a:lnTo>
                  <a:lnTo>
                    <a:pt x="2891" y="1750"/>
                  </a:lnTo>
                  <a:lnTo>
                    <a:pt x="2916" y="1471"/>
                  </a:lnTo>
                  <a:lnTo>
                    <a:pt x="2891" y="1167"/>
                  </a:lnTo>
                  <a:lnTo>
                    <a:pt x="2815" y="888"/>
                  </a:lnTo>
                  <a:lnTo>
                    <a:pt x="2688" y="660"/>
                  </a:lnTo>
                  <a:lnTo>
                    <a:pt x="2510" y="431"/>
                  </a:lnTo>
                  <a:lnTo>
                    <a:pt x="2282" y="254"/>
                  </a:lnTo>
                  <a:lnTo>
                    <a:pt x="2029" y="127"/>
                  </a:lnTo>
                  <a:lnTo>
                    <a:pt x="1775" y="26"/>
                  </a:lnTo>
                  <a:lnTo>
                    <a:pt x="147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0" name="Google Shape;7400;p35"/>
            <p:cNvSpPr/>
            <p:nvPr/>
          </p:nvSpPr>
          <p:spPr>
            <a:xfrm>
              <a:off x="6309425" y="1432850"/>
              <a:ext cx="48200" cy="31100"/>
            </a:xfrm>
            <a:custGeom>
              <a:avLst/>
              <a:gdLst/>
              <a:ahLst/>
              <a:cxnLst/>
              <a:rect l="l" t="t" r="r" b="b"/>
              <a:pathLst>
                <a:path w="1928" h="1244" extrusionOk="0">
                  <a:moveTo>
                    <a:pt x="1" y="1"/>
                  </a:moveTo>
                  <a:lnTo>
                    <a:pt x="26" y="305"/>
                  </a:lnTo>
                  <a:lnTo>
                    <a:pt x="52" y="635"/>
                  </a:lnTo>
                  <a:lnTo>
                    <a:pt x="128" y="939"/>
                  </a:lnTo>
                  <a:lnTo>
                    <a:pt x="204" y="1243"/>
                  </a:lnTo>
                  <a:lnTo>
                    <a:pt x="1928" y="1243"/>
                  </a:lnTo>
                  <a:lnTo>
                    <a:pt x="1801" y="914"/>
                  </a:lnTo>
                  <a:lnTo>
                    <a:pt x="1700" y="609"/>
                  </a:lnTo>
                  <a:lnTo>
                    <a:pt x="1649" y="305"/>
                  </a:lnTo>
                  <a:lnTo>
                    <a:pt x="1624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1" name="Google Shape;7401;p35"/>
            <p:cNvSpPr/>
            <p:nvPr/>
          </p:nvSpPr>
          <p:spPr>
            <a:xfrm>
              <a:off x="6267600" y="1390400"/>
              <a:ext cx="116650" cy="49450"/>
            </a:xfrm>
            <a:custGeom>
              <a:avLst/>
              <a:gdLst/>
              <a:ahLst/>
              <a:cxnLst/>
              <a:rect l="l" t="t" r="r" b="b"/>
              <a:pathLst>
                <a:path w="4666" h="1978" extrusionOk="0">
                  <a:moveTo>
                    <a:pt x="1192" y="0"/>
                  </a:moveTo>
                  <a:lnTo>
                    <a:pt x="1065" y="25"/>
                  </a:lnTo>
                  <a:lnTo>
                    <a:pt x="939" y="51"/>
                  </a:lnTo>
                  <a:lnTo>
                    <a:pt x="710" y="152"/>
                  </a:lnTo>
                  <a:lnTo>
                    <a:pt x="508" y="304"/>
                  </a:lnTo>
                  <a:lnTo>
                    <a:pt x="330" y="482"/>
                  </a:lnTo>
                  <a:lnTo>
                    <a:pt x="178" y="685"/>
                  </a:lnTo>
                  <a:lnTo>
                    <a:pt x="76" y="913"/>
                  </a:lnTo>
                  <a:lnTo>
                    <a:pt x="26" y="1141"/>
                  </a:lnTo>
                  <a:lnTo>
                    <a:pt x="0" y="1344"/>
                  </a:lnTo>
                  <a:lnTo>
                    <a:pt x="26" y="1547"/>
                  </a:lnTo>
                  <a:lnTo>
                    <a:pt x="102" y="1724"/>
                  </a:lnTo>
                  <a:lnTo>
                    <a:pt x="178" y="1800"/>
                  </a:lnTo>
                  <a:lnTo>
                    <a:pt x="229" y="1851"/>
                  </a:lnTo>
                  <a:lnTo>
                    <a:pt x="330" y="1902"/>
                  </a:lnTo>
                  <a:lnTo>
                    <a:pt x="431" y="1952"/>
                  </a:lnTo>
                  <a:lnTo>
                    <a:pt x="533" y="1952"/>
                  </a:lnTo>
                  <a:lnTo>
                    <a:pt x="660" y="1978"/>
                  </a:lnTo>
                  <a:lnTo>
                    <a:pt x="4260" y="1978"/>
                  </a:lnTo>
                  <a:lnTo>
                    <a:pt x="4361" y="1952"/>
                  </a:lnTo>
                  <a:lnTo>
                    <a:pt x="4438" y="1927"/>
                  </a:lnTo>
                  <a:lnTo>
                    <a:pt x="4514" y="1876"/>
                  </a:lnTo>
                  <a:lnTo>
                    <a:pt x="4590" y="1826"/>
                  </a:lnTo>
                  <a:lnTo>
                    <a:pt x="4615" y="1750"/>
                  </a:lnTo>
                  <a:lnTo>
                    <a:pt x="4666" y="1673"/>
                  </a:lnTo>
                  <a:lnTo>
                    <a:pt x="4666" y="1572"/>
                  </a:lnTo>
                  <a:lnTo>
                    <a:pt x="4666" y="1496"/>
                  </a:lnTo>
                  <a:lnTo>
                    <a:pt x="4590" y="1242"/>
                  </a:lnTo>
                  <a:lnTo>
                    <a:pt x="4488" y="1065"/>
                  </a:lnTo>
                  <a:lnTo>
                    <a:pt x="4361" y="887"/>
                  </a:lnTo>
                  <a:lnTo>
                    <a:pt x="4235" y="761"/>
                  </a:lnTo>
                  <a:lnTo>
                    <a:pt x="4083" y="685"/>
                  </a:lnTo>
                  <a:lnTo>
                    <a:pt x="3905" y="609"/>
                  </a:lnTo>
                  <a:lnTo>
                    <a:pt x="3702" y="558"/>
                  </a:lnTo>
                  <a:lnTo>
                    <a:pt x="3525" y="507"/>
                  </a:lnTo>
                  <a:lnTo>
                    <a:pt x="3119" y="456"/>
                  </a:lnTo>
                  <a:lnTo>
                    <a:pt x="2739" y="431"/>
                  </a:lnTo>
                  <a:lnTo>
                    <a:pt x="2384" y="380"/>
                  </a:lnTo>
                  <a:lnTo>
                    <a:pt x="2232" y="330"/>
                  </a:lnTo>
                  <a:lnTo>
                    <a:pt x="2105" y="254"/>
                  </a:lnTo>
                  <a:lnTo>
                    <a:pt x="1953" y="178"/>
                  </a:lnTo>
                  <a:lnTo>
                    <a:pt x="1801" y="101"/>
                  </a:lnTo>
                  <a:lnTo>
                    <a:pt x="1623" y="51"/>
                  </a:lnTo>
                  <a:lnTo>
                    <a:pt x="1496" y="25"/>
                  </a:lnTo>
                  <a:lnTo>
                    <a:pt x="13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02" name="Google Shape;7402;p35"/>
          <p:cNvGrpSpPr/>
          <p:nvPr/>
        </p:nvGrpSpPr>
        <p:grpSpPr>
          <a:xfrm>
            <a:off x="7183103" y="1906104"/>
            <a:ext cx="380214" cy="457218"/>
            <a:chOff x="7027600" y="1281375"/>
            <a:chExt cx="334725" cy="398725"/>
          </a:xfrm>
        </p:grpSpPr>
        <p:sp>
          <p:nvSpPr>
            <p:cNvPr id="7403" name="Google Shape;7403;p35"/>
            <p:cNvSpPr/>
            <p:nvPr/>
          </p:nvSpPr>
          <p:spPr>
            <a:xfrm>
              <a:off x="7155650" y="1281375"/>
              <a:ext cx="78000" cy="71650"/>
            </a:xfrm>
            <a:custGeom>
              <a:avLst/>
              <a:gdLst/>
              <a:ahLst/>
              <a:cxnLst/>
              <a:rect l="l" t="t" r="r" b="b"/>
              <a:pathLst>
                <a:path w="3120" h="2866" extrusionOk="0">
                  <a:moveTo>
                    <a:pt x="1421" y="0"/>
                  </a:moveTo>
                  <a:lnTo>
                    <a:pt x="1243" y="25"/>
                  </a:lnTo>
                  <a:lnTo>
                    <a:pt x="1116" y="51"/>
                  </a:lnTo>
                  <a:lnTo>
                    <a:pt x="964" y="101"/>
                  </a:lnTo>
                  <a:lnTo>
                    <a:pt x="711" y="254"/>
                  </a:lnTo>
                  <a:lnTo>
                    <a:pt x="457" y="456"/>
                  </a:lnTo>
                  <a:lnTo>
                    <a:pt x="280" y="685"/>
                  </a:lnTo>
                  <a:lnTo>
                    <a:pt x="127" y="938"/>
                  </a:lnTo>
                  <a:lnTo>
                    <a:pt x="77" y="1090"/>
                  </a:lnTo>
                  <a:lnTo>
                    <a:pt x="51" y="1242"/>
                  </a:lnTo>
                  <a:lnTo>
                    <a:pt x="26" y="1395"/>
                  </a:lnTo>
                  <a:lnTo>
                    <a:pt x="1" y="1547"/>
                  </a:lnTo>
                  <a:lnTo>
                    <a:pt x="1" y="2865"/>
                  </a:lnTo>
                  <a:lnTo>
                    <a:pt x="3119" y="2865"/>
                  </a:lnTo>
                  <a:lnTo>
                    <a:pt x="3119" y="1547"/>
                  </a:lnTo>
                  <a:lnTo>
                    <a:pt x="3119" y="1395"/>
                  </a:lnTo>
                  <a:lnTo>
                    <a:pt x="3094" y="1242"/>
                  </a:lnTo>
                  <a:lnTo>
                    <a:pt x="3043" y="1090"/>
                  </a:lnTo>
                  <a:lnTo>
                    <a:pt x="2993" y="938"/>
                  </a:lnTo>
                  <a:lnTo>
                    <a:pt x="2866" y="685"/>
                  </a:lnTo>
                  <a:lnTo>
                    <a:pt x="2663" y="456"/>
                  </a:lnTo>
                  <a:lnTo>
                    <a:pt x="2435" y="254"/>
                  </a:lnTo>
                  <a:lnTo>
                    <a:pt x="2181" y="101"/>
                  </a:lnTo>
                  <a:lnTo>
                    <a:pt x="2029" y="51"/>
                  </a:lnTo>
                  <a:lnTo>
                    <a:pt x="1877" y="25"/>
                  </a:lnTo>
                  <a:lnTo>
                    <a:pt x="172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4" name="Google Shape;7404;p35"/>
            <p:cNvSpPr/>
            <p:nvPr/>
          </p:nvSpPr>
          <p:spPr>
            <a:xfrm>
              <a:off x="7155650" y="1281375"/>
              <a:ext cx="51375" cy="71650"/>
            </a:xfrm>
            <a:custGeom>
              <a:avLst/>
              <a:gdLst/>
              <a:ahLst/>
              <a:cxnLst/>
              <a:rect l="l" t="t" r="r" b="b"/>
              <a:pathLst>
                <a:path w="2055" h="2866" extrusionOk="0">
                  <a:moveTo>
                    <a:pt x="1421" y="0"/>
                  </a:moveTo>
                  <a:lnTo>
                    <a:pt x="1243" y="25"/>
                  </a:lnTo>
                  <a:lnTo>
                    <a:pt x="1116" y="51"/>
                  </a:lnTo>
                  <a:lnTo>
                    <a:pt x="964" y="101"/>
                  </a:lnTo>
                  <a:lnTo>
                    <a:pt x="711" y="254"/>
                  </a:lnTo>
                  <a:lnTo>
                    <a:pt x="457" y="456"/>
                  </a:lnTo>
                  <a:lnTo>
                    <a:pt x="280" y="685"/>
                  </a:lnTo>
                  <a:lnTo>
                    <a:pt x="127" y="938"/>
                  </a:lnTo>
                  <a:lnTo>
                    <a:pt x="77" y="1090"/>
                  </a:lnTo>
                  <a:lnTo>
                    <a:pt x="51" y="1242"/>
                  </a:lnTo>
                  <a:lnTo>
                    <a:pt x="26" y="1395"/>
                  </a:lnTo>
                  <a:lnTo>
                    <a:pt x="1" y="1547"/>
                  </a:lnTo>
                  <a:lnTo>
                    <a:pt x="1" y="2865"/>
                  </a:lnTo>
                  <a:lnTo>
                    <a:pt x="990" y="2865"/>
                  </a:lnTo>
                  <a:lnTo>
                    <a:pt x="990" y="1547"/>
                  </a:lnTo>
                  <a:lnTo>
                    <a:pt x="990" y="1293"/>
                  </a:lnTo>
                  <a:lnTo>
                    <a:pt x="1066" y="1040"/>
                  </a:lnTo>
                  <a:lnTo>
                    <a:pt x="1142" y="837"/>
                  </a:lnTo>
                  <a:lnTo>
                    <a:pt x="1268" y="634"/>
                  </a:lnTo>
                  <a:lnTo>
                    <a:pt x="1446" y="431"/>
                  </a:lnTo>
                  <a:lnTo>
                    <a:pt x="1623" y="279"/>
                  </a:lnTo>
                  <a:lnTo>
                    <a:pt x="1826" y="152"/>
                  </a:lnTo>
                  <a:lnTo>
                    <a:pt x="2054" y="76"/>
                  </a:lnTo>
                  <a:lnTo>
                    <a:pt x="1826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5" name="Google Shape;7405;p35"/>
            <p:cNvSpPr/>
            <p:nvPr/>
          </p:nvSpPr>
          <p:spPr>
            <a:xfrm>
              <a:off x="7076425" y="1390400"/>
              <a:ext cx="237100" cy="133125"/>
            </a:xfrm>
            <a:custGeom>
              <a:avLst/>
              <a:gdLst/>
              <a:ahLst/>
              <a:cxnLst/>
              <a:rect l="l" t="t" r="r" b="b"/>
              <a:pathLst>
                <a:path w="9484" h="5325" extrusionOk="0">
                  <a:moveTo>
                    <a:pt x="4742" y="0"/>
                  </a:moveTo>
                  <a:lnTo>
                    <a:pt x="2891" y="1040"/>
                  </a:lnTo>
                  <a:lnTo>
                    <a:pt x="1750" y="1040"/>
                  </a:lnTo>
                  <a:lnTo>
                    <a:pt x="1572" y="1065"/>
                  </a:lnTo>
                  <a:lnTo>
                    <a:pt x="1395" y="1090"/>
                  </a:lnTo>
                  <a:lnTo>
                    <a:pt x="1243" y="1116"/>
                  </a:lnTo>
                  <a:lnTo>
                    <a:pt x="1065" y="1192"/>
                  </a:lnTo>
                  <a:lnTo>
                    <a:pt x="913" y="1268"/>
                  </a:lnTo>
                  <a:lnTo>
                    <a:pt x="786" y="1344"/>
                  </a:lnTo>
                  <a:lnTo>
                    <a:pt x="634" y="1445"/>
                  </a:lnTo>
                  <a:lnTo>
                    <a:pt x="507" y="1572"/>
                  </a:lnTo>
                  <a:lnTo>
                    <a:pt x="406" y="1699"/>
                  </a:lnTo>
                  <a:lnTo>
                    <a:pt x="305" y="1826"/>
                  </a:lnTo>
                  <a:lnTo>
                    <a:pt x="203" y="1978"/>
                  </a:lnTo>
                  <a:lnTo>
                    <a:pt x="127" y="2130"/>
                  </a:lnTo>
                  <a:lnTo>
                    <a:pt x="76" y="2282"/>
                  </a:lnTo>
                  <a:lnTo>
                    <a:pt x="26" y="2459"/>
                  </a:lnTo>
                  <a:lnTo>
                    <a:pt x="0" y="2637"/>
                  </a:lnTo>
                  <a:lnTo>
                    <a:pt x="0" y="2814"/>
                  </a:lnTo>
                  <a:lnTo>
                    <a:pt x="0" y="2992"/>
                  </a:lnTo>
                  <a:lnTo>
                    <a:pt x="26" y="3169"/>
                  </a:lnTo>
                  <a:lnTo>
                    <a:pt x="76" y="3322"/>
                  </a:lnTo>
                  <a:lnTo>
                    <a:pt x="127" y="3499"/>
                  </a:lnTo>
                  <a:lnTo>
                    <a:pt x="203" y="3651"/>
                  </a:lnTo>
                  <a:lnTo>
                    <a:pt x="305" y="3778"/>
                  </a:lnTo>
                  <a:lnTo>
                    <a:pt x="406" y="3930"/>
                  </a:lnTo>
                  <a:lnTo>
                    <a:pt x="507" y="4057"/>
                  </a:lnTo>
                  <a:lnTo>
                    <a:pt x="634" y="4158"/>
                  </a:lnTo>
                  <a:lnTo>
                    <a:pt x="786" y="4260"/>
                  </a:lnTo>
                  <a:lnTo>
                    <a:pt x="913" y="4361"/>
                  </a:lnTo>
                  <a:lnTo>
                    <a:pt x="1065" y="4437"/>
                  </a:lnTo>
                  <a:lnTo>
                    <a:pt x="1243" y="4488"/>
                  </a:lnTo>
                  <a:lnTo>
                    <a:pt x="1395" y="4539"/>
                  </a:lnTo>
                  <a:lnTo>
                    <a:pt x="1572" y="4564"/>
                  </a:lnTo>
                  <a:lnTo>
                    <a:pt x="1750" y="4564"/>
                  </a:lnTo>
                  <a:lnTo>
                    <a:pt x="4742" y="5325"/>
                  </a:lnTo>
                  <a:lnTo>
                    <a:pt x="7708" y="4564"/>
                  </a:lnTo>
                  <a:lnTo>
                    <a:pt x="7886" y="4564"/>
                  </a:lnTo>
                  <a:lnTo>
                    <a:pt x="8063" y="4539"/>
                  </a:lnTo>
                  <a:lnTo>
                    <a:pt x="8241" y="4488"/>
                  </a:lnTo>
                  <a:lnTo>
                    <a:pt x="8393" y="4437"/>
                  </a:lnTo>
                  <a:lnTo>
                    <a:pt x="8545" y="4361"/>
                  </a:lnTo>
                  <a:lnTo>
                    <a:pt x="8697" y="4260"/>
                  </a:lnTo>
                  <a:lnTo>
                    <a:pt x="8824" y="4158"/>
                  </a:lnTo>
                  <a:lnTo>
                    <a:pt x="8951" y="4057"/>
                  </a:lnTo>
                  <a:lnTo>
                    <a:pt x="9077" y="3930"/>
                  </a:lnTo>
                  <a:lnTo>
                    <a:pt x="9179" y="3778"/>
                  </a:lnTo>
                  <a:lnTo>
                    <a:pt x="9255" y="3651"/>
                  </a:lnTo>
                  <a:lnTo>
                    <a:pt x="9331" y="3499"/>
                  </a:lnTo>
                  <a:lnTo>
                    <a:pt x="9407" y="3322"/>
                  </a:lnTo>
                  <a:lnTo>
                    <a:pt x="9432" y="3169"/>
                  </a:lnTo>
                  <a:lnTo>
                    <a:pt x="9458" y="2992"/>
                  </a:lnTo>
                  <a:lnTo>
                    <a:pt x="9483" y="2814"/>
                  </a:lnTo>
                  <a:lnTo>
                    <a:pt x="9458" y="2637"/>
                  </a:lnTo>
                  <a:lnTo>
                    <a:pt x="9432" y="2459"/>
                  </a:lnTo>
                  <a:lnTo>
                    <a:pt x="9407" y="2282"/>
                  </a:lnTo>
                  <a:lnTo>
                    <a:pt x="9331" y="2130"/>
                  </a:lnTo>
                  <a:lnTo>
                    <a:pt x="9255" y="1978"/>
                  </a:lnTo>
                  <a:lnTo>
                    <a:pt x="9179" y="1826"/>
                  </a:lnTo>
                  <a:lnTo>
                    <a:pt x="9077" y="1699"/>
                  </a:lnTo>
                  <a:lnTo>
                    <a:pt x="8951" y="1572"/>
                  </a:lnTo>
                  <a:lnTo>
                    <a:pt x="8824" y="1445"/>
                  </a:lnTo>
                  <a:lnTo>
                    <a:pt x="8697" y="1344"/>
                  </a:lnTo>
                  <a:lnTo>
                    <a:pt x="8545" y="1268"/>
                  </a:lnTo>
                  <a:lnTo>
                    <a:pt x="8393" y="1192"/>
                  </a:lnTo>
                  <a:lnTo>
                    <a:pt x="8241" y="1116"/>
                  </a:lnTo>
                  <a:lnTo>
                    <a:pt x="8063" y="1090"/>
                  </a:lnTo>
                  <a:lnTo>
                    <a:pt x="7886" y="1065"/>
                  </a:lnTo>
                  <a:lnTo>
                    <a:pt x="7708" y="1040"/>
                  </a:lnTo>
                  <a:lnTo>
                    <a:pt x="6567" y="1040"/>
                  </a:lnTo>
                  <a:lnTo>
                    <a:pt x="474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6" name="Google Shape;7406;p35"/>
            <p:cNvSpPr/>
            <p:nvPr/>
          </p:nvSpPr>
          <p:spPr>
            <a:xfrm>
              <a:off x="7148675" y="1390400"/>
              <a:ext cx="58350" cy="26000"/>
            </a:xfrm>
            <a:custGeom>
              <a:avLst/>
              <a:gdLst/>
              <a:ahLst/>
              <a:cxnLst/>
              <a:rect l="l" t="t" r="r" b="b"/>
              <a:pathLst>
                <a:path w="2334" h="1040" extrusionOk="0">
                  <a:moveTo>
                    <a:pt x="1852" y="0"/>
                  </a:moveTo>
                  <a:lnTo>
                    <a:pt x="1" y="1040"/>
                  </a:lnTo>
                  <a:lnTo>
                    <a:pt x="964" y="1040"/>
                  </a:lnTo>
                  <a:lnTo>
                    <a:pt x="2333" y="279"/>
                  </a:lnTo>
                  <a:lnTo>
                    <a:pt x="1852" y="0"/>
                  </a:lnTo>
                  <a:close/>
                </a:path>
              </a:pathLst>
            </a:custGeom>
            <a:solidFill>
              <a:srgbClr val="83AAA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7" name="Google Shape;7407;p35"/>
            <p:cNvSpPr/>
            <p:nvPr/>
          </p:nvSpPr>
          <p:spPr>
            <a:xfrm>
              <a:off x="7076425" y="1416375"/>
              <a:ext cx="130600" cy="107150"/>
            </a:xfrm>
            <a:custGeom>
              <a:avLst/>
              <a:gdLst/>
              <a:ahLst/>
              <a:cxnLst/>
              <a:rect l="l" t="t" r="r" b="b"/>
              <a:pathLst>
                <a:path w="5224" h="4286" extrusionOk="0">
                  <a:moveTo>
                    <a:pt x="1750" y="1"/>
                  </a:moveTo>
                  <a:lnTo>
                    <a:pt x="1572" y="26"/>
                  </a:lnTo>
                  <a:lnTo>
                    <a:pt x="1395" y="51"/>
                  </a:lnTo>
                  <a:lnTo>
                    <a:pt x="1243" y="77"/>
                  </a:lnTo>
                  <a:lnTo>
                    <a:pt x="1065" y="153"/>
                  </a:lnTo>
                  <a:lnTo>
                    <a:pt x="913" y="229"/>
                  </a:lnTo>
                  <a:lnTo>
                    <a:pt x="786" y="305"/>
                  </a:lnTo>
                  <a:lnTo>
                    <a:pt x="634" y="406"/>
                  </a:lnTo>
                  <a:lnTo>
                    <a:pt x="507" y="533"/>
                  </a:lnTo>
                  <a:lnTo>
                    <a:pt x="406" y="660"/>
                  </a:lnTo>
                  <a:lnTo>
                    <a:pt x="305" y="787"/>
                  </a:lnTo>
                  <a:lnTo>
                    <a:pt x="203" y="939"/>
                  </a:lnTo>
                  <a:lnTo>
                    <a:pt x="127" y="1091"/>
                  </a:lnTo>
                  <a:lnTo>
                    <a:pt x="76" y="1243"/>
                  </a:lnTo>
                  <a:lnTo>
                    <a:pt x="26" y="1420"/>
                  </a:lnTo>
                  <a:lnTo>
                    <a:pt x="0" y="1598"/>
                  </a:lnTo>
                  <a:lnTo>
                    <a:pt x="0" y="1775"/>
                  </a:lnTo>
                  <a:lnTo>
                    <a:pt x="0" y="1953"/>
                  </a:lnTo>
                  <a:lnTo>
                    <a:pt x="26" y="2130"/>
                  </a:lnTo>
                  <a:lnTo>
                    <a:pt x="76" y="2283"/>
                  </a:lnTo>
                  <a:lnTo>
                    <a:pt x="127" y="2460"/>
                  </a:lnTo>
                  <a:lnTo>
                    <a:pt x="203" y="2612"/>
                  </a:lnTo>
                  <a:lnTo>
                    <a:pt x="305" y="2739"/>
                  </a:lnTo>
                  <a:lnTo>
                    <a:pt x="406" y="2891"/>
                  </a:lnTo>
                  <a:lnTo>
                    <a:pt x="507" y="3018"/>
                  </a:lnTo>
                  <a:lnTo>
                    <a:pt x="634" y="3119"/>
                  </a:lnTo>
                  <a:lnTo>
                    <a:pt x="786" y="3221"/>
                  </a:lnTo>
                  <a:lnTo>
                    <a:pt x="913" y="3322"/>
                  </a:lnTo>
                  <a:lnTo>
                    <a:pt x="1065" y="3398"/>
                  </a:lnTo>
                  <a:lnTo>
                    <a:pt x="1243" y="3449"/>
                  </a:lnTo>
                  <a:lnTo>
                    <a:pt x="1395" y="3500"/>
                  </a:lnTo>
                  <a:lnTo>
                    <a:pt x="1572" y="3525"/>
                  </a:lnTo>
                  <a:lnTo>
                    <a:pt x="1750" y="3525"/>
                  </a:lnTo>
                  <a:lnTo>
                    <a:pt x="4742" y="4286"/>
                  </a:lnTo>
                  <a:lnTo>
                    <a:pt x="5223" y="4159"/>
                  </a:lnTo>
                  <a:lnTo>
                    <a:pt x="2713" y="3525"/>
                  </a:lnTo>
                  <a:lnTo>
                    <a:pt x="2536" y="3525"/>
                  </a:lnTo>
                  <a:lnTo>
                    <a:pt x="2358" y="3500"/>
                  </a:lnTo>
                  <a:lnTo>
                    <a:pt x="2206" y="3449"/>
                  </a:lnTo>
                  <a:lnTo>
                    <a:pt x="2029" y="3398"/>
                  </a:lnTo>
                  <a:lnTo>
                    <a:pt x="1877" y="3322"/>
                  </a:lnTo>
                  <a:lnTo>
                    <a:pt x="1750" y="3221"/>
                  </a:lnTo>
                  <a:lnTo>
                    <a:pt x="1598" y="3119"/>
                  </a:lnTo>
                  <a:lnTo>
                    <a:pt x="1471" y="3018"/>
                  </a:lnTo>
                  <a:lnTo>
                    <a:pt x="1369" y="2891"/>
                  </a:lnTo>
                  <a:lnTo>
                    <a:pt x="1268" y="2739"/>
                  </a:lnTo>
                  <a:lnTo>
                    <a:pt x="1167" y="2612"/>
                  </a:lnTo>
                  <a:lnTo>
                    <a:pt x="1091" y="2460"/>
                  </a:lnTo>
                  <a:lnTo>
                    <a:pt x="1040" y="2283"/>
                  </a:lnTo>
                  <a:lnTo>
                    <a:pt x="989" y="2130"/>
                  </a:lnTo>
                  <a:lnTo>
                    <a:pt x="964" y="1953"/>
                  </a:lnTo>
                  <a:lnTo>
                    <a:pt x="964" y="1775"/>
                  </a:lnTo>
                  <a:lnTo>
                    <a:pt x="964" y="1598"/>
                  </a:lnTo>
                  <a:lnTo>
                    <a:pt x="989" y="1420"/>
                  </a:lnTo>
                  <a:lnTo>
                    <a:pt x="1040" y="1243"/>
                  </a:lnTo>
                  <a:lnTo>
                    <a:pt x="1091" y="1091"/>
                  </a:lnTo>
                  <a:lnTo>
                    <a:pt x="1167" y="939"/>
                  </a:lnTo>
                  <a:lnTo>
                    <a:pt x="1268" y="787"/>
                  </a:lnTo>
                  <a:lnTo>
                    <a:pt x="1369" y="660"/>
                  </a:lnTo>
                  <a:lnTo>
                    <a:pt x="1471" y="533"/>
                  </a:lnTo>
                  <a:lnTo>
                    <a:pt x="1598" y="406"/>
                  </a:lnTo>
                  <a:lnTo>
                    <a:pt x="1750" y="305"/>
                  </a:lnTo>
                  <a:lnTo>
                    <a:pt x="1877" y="229"/>
                  </a:lnTo>
                  <a:lnTo>
                    <a:pt x="2029" y="153"/>
                  </a:lnTo>
                  <a:lnTo>
                    <a:pt x="2206" y="77"/>
                  </a:lnTo>
                  <a:lnTo>
                    <a:pt x="2358" y="51"/>
                  </a:lnTo>
                  <a:lnTo>
                    <a:pt x="2536" y="26"/>
                  </a:lnTo>
                  <a:lnTo>
                    <a:pt x="2713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8" name="Google Shape;7408;p35"/>
            <p:cNvSpPr/>
            <p:nvPr/>
          </p:nvSpPr>
          <p:spPr>
            <a:xfrm>
              <a:off x="7027600" y="1575475"/>
              <a:ext cx="334725" cy="104625"/>
            </a:xfrm>
            <a:custGeom>
              <a:avLst/>
              <a:gdLst/>
              <a:ahLst/>
              <a:cxnLst/>
              <a:rect l="l" t="t" r="r" b="b"/>
              <a:pathLst>
                <a:path w="13389" h="4185" extrusionOk="0">
                  <a:moveTo>
                    <a:pt x="6695" y="1"/>
                  </a:moveTo>
                  <a:lnTo>
                    <a:pt x="2739" y="685"/>
                  </a:lnTo>
                  <a:lnTo>
                    <a:pt x="1573" y="685"/>
                  </a:lnTo>
                  <a:lnTo>
                    <a:pt x="1396" y="711"/>
                  </a:lnTo>
                  <a:lnTo>
                    <a:pt x="1243" y="761"/>
                  </a:lnTo>
                  <a:lnTo>
                    <a:pt x="1066" y="812"/>
                  </a:lnTo>
                  <a:lnTo>
                    <a:pt x="914" y="888"/>
                  </a:lnTo>
                  <a:lnTo>
                    <a:pt x="762" y="990"/>
                  </a:lnTo>
                  <a:lnTo>
                    <a:pt x="635" y="1091"/>
                  </a:lnTo>
                  <a:lnTo>
                    <a:pt x="508" y="1192"/>
                  </a:lnTo>
                  <a:lnTo>
                    <a:pt x="407" y="1319"/>
                  </a:lnTo>
                  <a:lnTo>
                    <a:pt x="305" y="1446"/>
                  </a:lnTo>
                  <a:lnTo>
                    <a:pt x="204" y="1598"/>
                  </a:lnTo>
                  <a:lnTo>
                    <a:pt x="128" y="1750"/>
                  </a:lnTo>
                  <a:lnTo>
                    <a:pt x="77" y="1902"/>
                  </a:lnTo>
                  <a:lnTo>
                    <a:pt x="26" y="2080"/>
                  </a:lnTo>
                  <a:lnTo>
                    <a:pt x="1" y="2257"/>
                  </a:lnTo>
                  <a:lnTo>
                    <a:pt x="1" y="2435"/>
                  </a:lnTo>
                  <a:lnTo>
                    <a:pt x="1" y="2612"/>
                  </a:lnTo>
                  <a:lnTo>
                    <a:pt x="26" y="2790"/>
                  </a:lnTo>
                  <a:lnTo>
                    <a:pt x="77" y="2967"/>
                  </a:lnTo>
                  <a:lnTo>
                    <a:pt x="128" y="3119"/>
                  </a:lnTo>
                  <a:lnTo>
                    <a:pt x="204" y="3271"/>
                  </a:lnTo>
                  <a:lnTo>
                    <a:pt x="305" y="3424"/>
                  </a:lnTo>
                  <a:lnTo>
                    <a:pt x="407" y="3550"/>
                  </a:lnTo>
                  <a:lnTo>
                    <a:pt x="508" y="3677"/>
                  </a:lnTo>
                  <a:lnTo>
                    <a:pt x="635" y="3804"/>
                  </a:lnTo>
                  <a:lnTo>
                    <a:pt x="762" y="3905"/>
                  </a:lnTo>
                  <a:lnTo>
                    <a:pt x="914" y="3981"/>
                  </a:lnTo>
                  <a:lnTo>
                    <a:pt x="1066" y="4057"/>
                  </a:lnTo>
                  <a:lnTo>
                    <a:pt x="1243" y="4108"/>
                  </a:lnTo>
                  <a:lnTo>
                    <a:pt x="1396" y="4159"/>
                  </a:lnTo>
                  <a:lnTo>
                    <a:pt x="1573" y="4184"/>
                  </a:lnTo>
                  <a:lnTo>
                    <a:pt x="11791" y="4184"/>
                  </a:lnTo>
                  <a:lnTo>
                    <a:pt x="11969" y="4159"/>
                  </a:lnTo>
                  <a:lnTo>
                    <a:pt x="12146" y="4108"/>
                  </a:lnTo>
                  <a:lnTo>
                    <a:pt x="12298" y="4057"/>
                  </a:lnTo>
                  <a:lnTo>
                    <a:pt x="12450" y="3981"/>
                  </a:lnTo>
                  <a:lnTo>
                    <a:pt x="12602" y="3905"/>
                  </a:lnTo>
                  <a:lnTo>
                    <a:pt x="12729" y="3804"/>
                  </a:lnTo>
                  <a:lnTo>
                    <a:pt x="12856" y="3677"/>
                  </a:lnTo>
                  <a:lnTo>
                    <a:pt x="12983" y="3550"/>
                  </a:lnTo>
                  <a:lnTo>
                    <a:pt x="13084" y="3424"/>
                  </a:lnTo>
                  <a:lnTo>
                    <a:pt x="13160" y="3271"/>
                  </a:lnTo>
                  <a:lnTo>
                    <a:pt x="13236" y="3119"/>
                  </a:lnTo>
                  <a:lnTo>
                    <a:pt x="13312" y="2967"/>
                  </a:lnTo>
                  <a:lnTo>
                    <a:pt x="13338" y="2790"/>
                  </a:lnTo>
                  <a:lnTo>
                    <a:pt x="13363" y="2612"/>
                  </a:lnTo>
                  <a:lnTo>
                    <a:pt x="13388" y="2435"/>
                  </a:lnTo>
                  <a:lnTo>
                    <a:pt x="13363" y="2257"/>
                  </a:lnTo>
                  <a:lnTo>
                    <a:pt x="13338" y="2080"/>
                  </a:lnTo>
                  <a:lnTo>
                    <a:pt x="13312" y="1902"/>
                  </a:lnTo>
                  <a:lnTo>
                    <a:pt x="13236" y="1750"/>
                  </a:lnTo>
                  <a:lnTo>
                    <a:pt x="13160" y="1598"/>
                  </a:lnTo>
                  <a:lnTo>
                    <a:pt x="13084" y="1446"/>
                  </a:lnTo>
                  <a:lnTo>
                    <a:pt x="12983" y="1319"/>
                  </a:lnTo>
                  <a:lnTo>
                    <a:pt x="12856" y="1192"/>
                  </a:lnTo>
                  <a:lnTo>
                    <a:pt x="12729" y="1091"/>
                  </a:lnTo>
                  <a:lnTo>
                    <a:pt x="12602" y="990"/>
                  </a:lnTo>
                  <a:lnTo>
                    <a:pt x="12450" y="888"/>
                  </a:lnTo>
                  <a:lnTo>
                    <a:pt x="12298" y="812"/>
                  </a:lnTo>
                  <a:lnTo>
                    <a:pt x="12146" y="761"/>
                  </a:lnTo>
                  <a:lnTo>
                    <a:pt x="11969" y="711"/>
                  </a:lnTo>
                  <a:lnTo>
                    <a:pt x="11791" y="685"/>
                  </a:lnTo>
                  <a:lnTo>
                    <a:pt x="10650" y="685"/>
                  </a:lnTo>
                  <a:lnTo>
                    <a:pt x="669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9" name="Google Shape;7409;p35"/>
            <p:cNvSpPr/>
            <p:nvPr/>
          </p:nvSpPr>
          <p:spPr>
            <a:xfrm>
              <a:off x="7027600" y="1592600"/>
              <a:ext cx="63425" cy="87500"/>
            </a:xfrm>
            <a:custGeom>
              <a:avLst/>
              <a:gdLst/>
              <a:ahLst/>
              <a:cxnLst/>
              <a:rect l="l" t="t" r="r" b="b"/>
              <a:pathLst>
                <a:path w="2537" h="3500" extrusionOk="0">
                  <a:moveTo>
                    <a:pt x="1573" y="0"/>
                  </a:moveTo>
                  <a:lnTo>
                    <a:pt x="1396" y="26"/>
                  </a:lnTo>
                  <a:lnTo>
                    <a:pt x="1243" y="76"/>
                  </a:lnTo>
                  <a:lnTo>
                    <a:pt x="1066" y="127"/>
                  </a:lnTo>
                  <a:lnTo>
                    <a:pt x="914" y="203"/>
                  </a:lnTo>
                  <a:lnTo>
                    <a:pt x="762" y="305"/>
                  </a:lnTo>
                  <a:lnTo>
                    <a:pt x="635" y="406"/>
                  </a:lnTo>
                  <a:lnTo>
                    <a:pt x="508" y="507"/>
                  </a:lnTo>
                  <a:lnTo>
                    <a:pt x="407" y="634"/>
                  </a:lnTo>
                  <a:lnTo>
                    <a:pt x="305" y="761"/>
                  </a:lnTo>
                  <a:lnTo>
                    <a:pt x="204" y="913"/>
                  </a:lnTo>
                  <a:lnTo>
                    <a:pt x="128" y="1065"/>
                  </a:lnTo>
                  <a:lnTo>
                    <a:pt x="77" y="1217"/>
                  </a:lnTo>
                  <a:lnTo>
                    <a:pt x="26" y="1395"/>
                  </a:lnTo>
                  <a:lnTo>
                    <a:pt x="1" y="1572"/>
                  </a:lnTo>
                  <a:lnTo>
                    <a:pt x="1" y="1750"/>
                  </a:lnTo>
                  <a:lnTo>
                    <a:pt x="1" y="1927"/>
                  </a:lnTo>
                  <a:lnTo>
                    <a:pt x="26" y="2105"/>
                  </a:lnTo>
                  <a:lnTo>
                    <a:pt x="77" y="2282"/>
                  </a:lnTo>
                  <a:lnTo>
                    <a:pt x="128" y="2434"/>
                  </a:lnTo>
                  <a:lnTo>
                    <a:pt x="204" y="2586"/>
                  </a:lnTo>
                  <a:lnTo>
                    <a:pt x="305" y="2739"/>
                  </a:lnTo>
                  <a:lnTo>
                    <a:pt x="407" y="2865"/>
                  </a:lnTo>
                  <a:lnTo>
                    <a:pt x="508" y="2992"/>
                  </a:lnTo>
                  <a:lnTo>
                    <a:pt x="635" y="3119"/>
                  </a:lnTo>
                  <a:lnTo>
                    <a:pt x="762" y="3220"/>
                  </a:lnTo>
                  <a:lnTo>
                    <a:pt x="914" y="3296"/>
                  </a:lnTo>
                  <a:lnTo>
                    <a:pt x="1066" y="3372"/>
                  </a:lnTo>
                  <a:lnTo>
                    <a:pt x="1243" y="3423"/>
                  </a:lnTo>
                  <a:lnTo>
                    <a:pt x="1396" y="3474"/>
                  </a:lnTo>
                  <a:lnTo>
                    <a:pt x="1573" y="3499"/>
                  </a:lnTo>
                  <a:lnTo>
                    <a:pt x="2536" y="3499"/>
                  </a:lnTo>
                  <a:lnTo>
                    <a:pt x="2359" y="3474"/>
                  </a:lnTo>
                  <a:lnTo>
                    <a:pt x="2207" y="3423"/>
                  </a:lnTo>
                  <a:lnTo>
                    <a:pt x="2029" y="3372"/>
                  </a:lnTo>
                  <a:lnTo>
                    <a:pt x="1877" y="3296"/>
                  </a:lnTo>
                  <a:lnTo>
                    <a:pt x="1750" y="3220"/>
                  </a:lnTo>
                  <a:lnTo>
                    <a:pt x="1598" y="3119"/>
                  </a:lnTo>
                  <a:lnTo>
                    <a:pt x="1472" y="2992"/>
                  </a:lnTo>
                  <a:lnTo>
                    <a:pt x="1370" y="2865"/>
                  </a:lnTo>
                  <a:lnTo>
                    <a:pt x="1269" y="2739"/>
                  </a:lnTo>
                  <a:lnTo>
                    <a:pt x="1167" y="2586"/>
                  </a:lnTo>
                  <a:lnTo>
                    <a:pt x="1091" y="2434"/>
                  </a:lnTo>
                  <a:lnTo>
                    <a:pt x="1041" y="2282"/>
                  </a:lnTo>
                  <a:lnTo>
                    <a:pt x="990" y="2105"/>
                  </a:lnTo>
                  <a:lnTo>
                    <a:pt x="964" y="1927"/>
                  </a:lnTo>
                  <a:lnTo>
                    <a:pt x="964" y="1750"/>
                  </a:lnTo>
                  <a:lnTo>
                    <a:pt x="964" y="1572"/>
                  </a:lnTo>
                  <a:lnTo>
                    <a:pt x="990" y="1395"/>
                  </a:lnTo>
                  <a:lnTo>
                    <a:pt x="1041" y="1217"/>
                  </a:lnTo>
                  <a:lnTo>
                    <a:pt x="1091" y="1065"/>
                  </a:lnTo>
                  <a:lnTo>
                    <a:pt x="1167" y="913"/>
                  </a:lnTo>
                  <a:lnTo>
                    <a:pt x="1269" y="761"/>
                  </a:lnTo>
                  <a:lnTo>
                    <a:pt x="1370" y="634"/>
                  </a:lnTo>
                  <a:lnTo>
                    <a:pt x="1472" y="507"/>
                  </a:lnTo>
                  <a:lnTo>
                    <a:pt x="1598" y="406"/>
                  </a:lnTo>
                  <a:lnTo>
                    <a:pt x="1750" y="305"/>
                  </a:lnTo>
                  <a:lnTo>
                    <a:pt x="1877" y="203"/>
                  </a:lnTo>
                  <a:lnTo>
                    <a:pt x="2029" y="127"/>
                  </a:lnTo>
                  <a:lnTo>
                    <a:pt x="2207" y="76"/>
                  </a:lnTo>
                  <a:lnTo>
                    <a:pt x="2359" y="26"/>
                  </a:lnTo>
                  <a:lnTo>
                    <a:pt x="2536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0" name="Google Shape;7410;p35"/>
            <p:cNvSpPr/>
            <p:nvPr/>
          </p:nvSpPr>
          <p:spPr>
            <a:xfrm>
              <a:off x="7096075" y="1575475"/>
              <a:ext cx="110950" cy="17150"/>
            </a:xfrm>
            <a:custGeom>
              <a:avLst/>
              <a:gdLst/>
              <a:ahLst/>
              <a:cxnLst/>
              <a:rect l="l" t="t" r="r" b="b"/>
              <a:pathLst>
                <a:path w="4438" h="686" extrusionOk="0">
                  <a:moveTo>
                    <a:pt x="3956" y="1"/>
                  </a:moveTo>
                  <a:lnTo>
                    <a:pt x="0" y="685"/>
                  </a:lnTo>
                  <a:lnTo>
                    <a:pt x="964" y="685"/>
                  </a:lnTo>
                  <a:lnTo>
                    <a:pt x="4437" y="102"/>
                  </a:lnTo>
                  <a:lnTo>
                    <a:pt x="3956" y="1"/>
                  </a:lnTo>
                  <a:close/>
                </a:path>
              </a:pathLst>
            </a:custGeom>
            <a:solidFill>
              <a:srgbClr val="AF585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1" name="Google Shape;7411;p35"/>
            <p:cNvSpPr/>
            <p:nvPr/>
          </p:nvSpPr>
          <p:spPr>
            <a:xfrm>
              <a:off x="7051700" y="1504475"/>
              <a:ext cx="285900" cy="88150"/>
            </a:xfrm>
            <a:custGeom>
              <a:avLst/>
              <a:gdLst/>
              <a:ahLst/>
              <a:cxnLst/>
              <a:rect l="l" t="t" r="r" b="b"/>
              <a:pathLst>
                <a:path w="11436" h="3526" extrusionOk="0">
                  <a:moveTo>
                    <a:pt x="1598" y="1"/>
                  </a:moveTo>
                  <a:lnTo>
                    <a:pt x="1420" y="26"/>
                  </a:lnTo>
                  <a:lnTo>
                    <a:pt x="1243" y="77"/>
                  </a:lnTo>
                  <a:lnTo>
                    <a:pt x="1091" y="153"/>
                  </a:lnTo>
                  <a:lnTo>
                    <a:pt x="939" y="204"/>
                  </a:lnTo>
                  <a:lnTo>
                    <a:pt x="786" y="305"/>
                  </a:lnTo>
                  <a:lnTo>
                    <a:pt x="660" y="407"/>
                  </a:lnTo>
                  <a:lnTo>
                    <a:pt x="533" y="508"/>
                  </a:lnTo>
                  <a:lnTo>
                    <a:pt x="406" y="635"/>
                  </a:lnTo>
                  <a:lnTo>
                    <a:pt x="305" y="787"/>
                  </a:lnTo>
                  <a:lnTo>
                    <a:pt x="229" y="914"/>
                  </a:lnTo>
                  <a:lnTo>
                    <a:pt x="153" y="1066"/>
                  </a:lnTo>
                  <a:lnTo>
                    <a:pt x="102" y="1243"/>
                  </a:lnTo>
                  <a:lnTo>
                    <a:pt x="51" y="1395"/>
                  </a:lnTo>
                  <a:lnTo>
                    <a:pt x="26" y="1573"/>
                  </a:lnTo>
                  <a:lnTo>
                    <a:pt x="0" y="1750"/>
                  </a:lnTo>
                  <a:lnTo>
                    <a:pt x="26" y="1953"/>
                  </a:lnTo>
                  <a:lnTo>
                    <a:pt x="51" y="2105"/>
                  </a:lnTo>
                  <a:lnTo>
                    <a:pt x="102" y="2283"/>
                  </a:lnTo>
                  <a:lnTo>
                    <a:pt x="153" y="2435"/>
                  </a:lnTo>
                  <a:lnTo>
                    <a:pt x="229" y="2587"/>
                  </a:lnTo>
                  <a:lnTo>
                    <a:pt x="305" y="2739"/>
                  </a:lnTo>
                  <a:lnTo>
                    <a:pt x="406" y="2891"/>
                  </a:lnTo>
                  <a:lnTo>
                    <a:pt x="533" y="2993"/>
                  </a:lnTo>
                  <a:lnTo>
                    <a:pt x="660" y="3120"/>
                  </a:lnTo>
                  <a:lnTo>
                    <a:pt x="786" y="3221"/>
                  </a:lnTo>
                  <a:lnTo>
                    <a:pt x="939" y="3297"/>
                  </a:lnTo>
                  <a:lnTo>
                    <a:pt x="1091" y="3373"/>
                  </a:lnTo>
                  <a:lnTo>
                    <a:pt x="1243" y="3449"/>
                  </a:lnTo>
                  <a:lnTo>
                    <a:pt x="1420" y="3475"/>
                  </a:lnTo>
                  <a:lnTo>
                    <a:pt x="1598" y="3500"/>
                  </a:lnTo>
                  <a:lnTo>
                    <a:pt x="1775" y="3525"/>
                  </a:lnTo>
                  <a:lnTo>
                    <a:pt x="9686" y="3525"/>
                  </a:lnTo>
                  <a:lnTo>
                    <a:pt x="9864" y="3500"/>
                  </a:lnTo>
                  <a:lnTo>
                    <a:pt x="10041" y="3475"/>
                  </a:lnTo>
                  <a:lnTo>
                    <a:pt x="10193" y="3449"/>
                  </a:lnTo>
                  <a:lnTo>
                    <a:pt x="10371" y="3373"/>
                  </a:lnTo>
                  <a:lnTo>
                    <a:pt x="10523" y="3297"/>
                  </a:lnTo>
                  <a:lnTo>
                    <a:pt x="10675" y="3221"/>
                  </a:lnTo>
                  <a:lnTo>
                    <a:pt x="10802" y="3120"/>
                  </a:lnTo>
                  <a:lnTo>
                    <a:pt x="10928" y="2993"/>
                  </a:lnTo>
                  <a:lnTo>
                    <a:pt x="11030" y="2891"/>
                  </a:lnTo>
                  <a:lnTo>
                    <a:pt x="11131" y="2739"/>
                  </a:lnTo>
                  <a:lnTo>
                    <a:pt x="11233" y="2587"/>
                  </a:lnTo>
                  <a:lnTo>
                    <a:pt x="11309" y="2435"/>
                  </a:lnTo>
                  <a:lnTo>
                    <a:pt x="11359" y="2283"/>
                  </a:lnTo>
                  <a:lnTo>
                    <a:pt x="11410" y="2105"/>
                  </a:lnTo>
                  <a:lnTo>
                    <a:pt x="11436" y="1953"/>
                  </a:lnTo>
                  <a:lnTo>
                    <a:pt x="11436" y="1750"/>
                  </a:lnTo>
                  <a:lnTo>
                    <a:pt x="11436" y="1573"/>
                  </a:lnTo>
                  <a:lnTo>
                    <a:pt x="11410" y="1395"/>
                  </a:lnTo>
                  <a:lnTo>
                    <a:pt x="11359" y="1243"/>
                  </a:lnTo>
                  <a:lnTo>
                    <a:pt x="11309" y="1066"/>
                  </a:lnTo>
                  <a:lnTo>
                    <a:pt x="11233" y="914"/>
                  </a:lnTo>
                  <a:lnTo>
                    <a:pt x="11131" y="787"/>
                  </a:lnTo>
                  <a:lnTo>
                    <a:pt x="11030" y="635"/>
                  </a:lnTo>
                  <a:lnTo>
                    <a:pt x="10928" y="508"/>
                  </a:lnTo>
                  <a:lnTo>
                    <a:pt x="10802" y="407"/>
                  </a:lnTo>
                  <a:lnTo>
                    <a:pt x="10675" y="305"/>
                  </a:lnTo>
                  <a:lnTo>
                    <a:pt x="10523" y="204"/>
                  </a:lnTo>
                  <a:lnTo>
                    <a:pt x="10371" y="153"/>
                  </a:lnTo>
                  <a:lnTo>
                    <a:pt x="10193" y="77"/>
                  </a:lnTo>
                  <a:lnTo>
                    <a:pt x="10041" y="26"/>
                  </a:lnTo>
                  <a:lnTo>
                    <a:pt x="986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2" name="Google Shape;7412;p35"/>
            <p:cNvSpPr/>
            <p:nvPr/>
          </p:nvSpPr>
          <p:spPr>
            <a:xfrm>
              <a:off x="7051700" y="1504475"/>
              <a:ext cx="68475" cy="88150"/>
            </a:xfrm>
            <a:custGeom>
              <a:avLst/>
              <a:gdLst/>
              <a:ahLst/>
              <a:cxnLst/>
              <a:rect l="l" t="t" r="r" b="b"/>
              <a:pathLst>
                <a:path w="2739" h="3526" extrusionOk="0">
                  <a:moveTo>
                    <a:pt x="1598" y="1"/>
                  </a:moveTo>
                  <a:lnTo>
                    <a:pt x="1420" y="26"/>
                  </a:lnTo>
                  <a:lnTo>
                    <a:pt x="1243" y="77"/>
                  </a:lnTo>
                  <a:lnTo>
                    <a:pt x="1091" y="153"/>
                  </a:lnTo>
                  <a:lnTo>
                    <a:pt x="939" y="204"/>
                  </a:lnTo>
                  <a:lnTo>
                    <a:pt x="786" y="305"/>
                  </a:lnTo>
                  <a:lnTo>
                    <a:pt x="660" y="407"/>
                  </a:lnTo>
                  <a:lnTo>
                    <a:pt x="533" y="508"/>
                  </a:lnTo>
                  <a:lnTo>
                    <a:pt x="406" y="635"/>
                  </a:lnTo>
                  <a:lnTo>
                    <a:pt x="305" y="787"/>
                  </a:lnTo>
                  <a:lnTo>
                    <a:pt x="229" y="914"/>
                  </a:lnTo>
                  <a:lnTo>
                    <a:pt x="153" y="1066"/>
                  </a:lnTo>
                  <a:lnTo>
                    <a:pt x="102" y="1243"/>
                  </a:lnTo>
                  <a:lnTo>
                    <a:pt x="51" y="1395"/>
                  </a:lnTo>
                  <a:lnTo>
                    <a:pt x="26" y="1573"/>
                  </a:lnTo>
                  <a:lnTo>
                    <a:pt x="0" y="1750"/>
                  </a:lnTo>
                  <a:lnTo>
                    <a:pt x="26" y="1953"/>
                  </a:lnTo>
                  <a:lnTo>
                    <a:pt x="51" y="2105"/>
                  </a:lnTo>
                  <a:lnTo>
                    <a:pt x="102" y="2283"/>
                  </a:lnTo>
                  <a:lnTo>
                    <a:pt x="153" y="2435"/>
                  </a:lnTo>
                  <a:lnTo>
                    <a:pt x="229" y="2587"/>
                  </a:lnTo>
                  <a:lnTo>
                    <a:pt x="305" y="2739"/>
                  </a:lnTo>
                  <a:lnTo>
                    <a:pt x="406" y="2891"/>
                  </a:lnTo>
                  <a:lnTo>
                    <a:pt x="533" y="2993"/>
                  </a:lnTo>
                  <a:lnTo>
                    <a:pt x="660" y="3120"/>
                  </a:lnTo>
                  <a:lnTo>
                    <a:pt x="786" y="3221"/>
                  </a:lnTo>
                  <a:lnTo>
                    <a:pt x="939" y="3297"/>
                  </a:lnTo>
                  <a:lnTo>
                    <a:pt x="1091" y="3373"/>
                  </a:lnTo>
                  <a:lnTo>
                    <a:pt x="1243" y="3449"/>
                  </a:lnTo>
                  <a:lnTo>
                    <a:pt x="1420" y="3475"/>
                  </a:lnTo>
                  <a:lnTo>
                    <a:pt x="1598" y="3500"/>
                  </a:lnTo>
                  <a:lnTo>
                    <a:pt x="1775" y="3525"/>
                  </a:lnTo>
                  <a:lnTo>
                    <a:pt x="2739" y="3525"/>
                  </a:lnTo>
                  <a:lnTo>
                    <a:pt x="2561" y="3500"/>
                  </a:lnTo>
                  <a:lnTo>
                    <a:pt x="2384" y="3475"/>
                  </a:lnTo>
                  <a:lnTo>
                    <a:pt x="2206" y="3449"/>
                  </a:lnTo>
                  <a:lnTo>
                    <a:pt x="2054" y="3373"/>
                  </a:lnTo>
                  <a:lnTo>
                    <a:pt x="1902" y="3297"/>
                  </a:lnTo>
                  <a:lnTo>
                    <a:pt x="1750" y="3221"/>
                  </a:lnTo>
                  <a:lnTo>
                    <a:pt x="1623" y="3120"/>
                  </a:lnTo>
                  <a:lnTo>
                    <a:pt x="1496" y="2993"/>
                  </a:lnTo>
                  <a:lnTo>
                    <a:pt x="1370" y="2891"/>
                  </a:lnTo>
                  <a:lnTo>
                    <a:pt x="1268" y="2739"/>
                  </a:lnTo>
                  <a:lnTo>
                    <a:pt x="1192" y="2587"/>
                  </a:lnTo>
                  <a:lnTo>
                    <a:pt x="1116" y="2435"/>
                  </a:lnTo>
                  <a:lnTo>
                    <a:pt x="1065" y="2283"/>
                  </a:lnTo>
                  <a:lnTo>
                    <a:pt x="1015" y="2105"/>
                  </a:lnTo>
                  <a:lnTo>
                    <a:pt x="989" y="1953"/>
                  </a:lnTo>
                  <a:lnTo>
                    <a:pt x="964" y="1750"/>
                  </a:lnTo>
                  <a:lnTo>
                    <a:pt x="989" y="1573"/>
                  </a:lnTo>
                  <a:lnTo>
                    <a:pt x="1015" y="1395"/>
                  </a:lnTo>
                  <a:lnTo>
                    <a:pt x="1065" y="1243"/>
                  </a:lnTo>
                  <a:lnTo>
                    <a:pt x="1116" y="1066"/>
                  </a:lnTo>
                  <a:lnTo>
                    <a:pt x="1192" y="914"/>
                  </a:lnTo>
                  <a:lnTo>
                    <a:pt x="1268" y="787"/>
                  </a:lnTo>
                  <a:lnTo>
                    <a:pt x="1370" y="635"/>
                  </a:lnTo>
                  <a:lnTo>
                    <a:pt x="1496" y="508"/>
                  </a:lnTo>
                  <a:lnTo>
                    <a:pt x="1623" y="407"/>
                  </a:lnTo>
                  <a:lnTo>
                    <a:pt x="1750" y="305"/>
                  </a:lnTo>
                  <a:lnTo>
                    <a:pt x="1902" y="204"/>
                  </a:lnTo>
                  <a:lnTo>
                    <a:pt x="2054" y="153"/>
                  </a:lnTo>
                  <a:lnTo>
                    <a:pt x="2206" y="77"/>
                  </a:lnTo>
                  <a:lnTo>
                    <a:pt x="2384" y="26"/>
                  </a:lnTo>
                  <a:lnTo>
                    <a:pt x="256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3" name="Google Shape;7413;p35"/>
            <p:cNvSpPr/>
            <p:nvPr/>
          </p:nvSpPr>
          <p:spPr>
            <a:xfrm>
              <a:off x="7104950" y="1328900"/>
              <a:ext cx="180050" cy="87500"/>
            </a:xfrm>
            <a:custGeom>
              <a:avLst/>
              <a:gdLst/>
              <a:ahLst/>
              <a:cxnLst/>
              <a:rect l="l" t="t" r="r" b="b"/>
              <a:pathLst>
                <a:path w="7202" h="3500" extrusionOk="0">
                  <a:moveTo>
                    <a:pt x="1572" y="1"/>
                  </a:moveTo>
                  <a:lnTo>
                    <a:pt x="1395" y="26"/>
                  </a:lnTo>
                  <a:lnTo>
                    <a:pt x="1243" y="77"/>
                  </a:lnTo>
                  <a:lnTo>
                    <a:pt x="1065" y="127"/>
                  </a:lnTo>
                  <a:lnTo>
                    <a:pt x="913" y="203"/>
                  </a:lnTo>
                  <a:lnTo>
                    <a:pt x="761" y="305"/>
                  </a:lnTo>
                  <a:lnTo>
                    <a:pt x="634" y="406"/>
                  </a:lnTo>
                  <a:lnTo>
                    <a:pt x="507" y="508"/>
                  </a:lnTo>
                  <a:lnTo>
                    <a:pt x="406" y="634"/>
                  </a:lnTo>
                  <a:lnTo>
                    <a:pt x="305" y="761"/>
                  </a:lnTo>
                  <a:lnTo>
                    <a:pt x="203" y="913"/>
                  </a:lnTo>
                  <a:lnTo>
                    <a:pt x="127" y="1066"/>
                  </a:lnTo>
                  <a:lnTo>
                    <a:pt x="76" y="1218"/>
                  </a:lnTo>
                  <a:lnTo>
                    <a:pt x="26" y="1395"/>
                  </a:lnTo>
                  <a:lnTo>
                    <a:pt x="0" y="1573"/>
                  </a:lnTo>
                  <a:lnTo>
                    <a:pt x="0" y="1750"/>
                  </a:lnTo>
                  <a:lnTo>
                    <a:pt x="0" y="1928"/>
                  </a:lnTo>
                  <a:lnTo>
                    <a:pt x="26" y="2105"/>
                  </a:lnTo>
                  <a:lnTo>
                    <a:pt x="76" y="2283"/>
                  </a:lnTo>
                  <a:lnTo>
                    <a:pt x="127" y="2435"/>
                  </a:lnTo>
                  <a:lnTo>
                    <a:pt x="203" y="2587"/>
                  </a:lnTo>
                  <a:lnTo>
                    <a:pt x="305" y="2739"/>
                  </a:lnTo>
                  <a:lnTo>
                    <a:pt x="406" y="2866"/>
                  </a:lnTo>
                  <a:lnTo>
                    <a:pt x="507" y="2993"/>
                  </a:lnTo>
                  <a:lnTo>
                    <a:pt x="634" y="3119"/>
                  </a:lnTo>
                  <a:lnTo>
                    <a:pt x="761" y="3221"/>
                  </a:lnTo>
                  <a:lnTo>
                    <a:pt x="913" y="3297"/>
                  </a:lnTo>
                  <a:lnTo>
                    <a:pt x="1065" y="3373"/>
                  </a:lnTo>
                  <a:lnTo>
                    <a:pt x="1243" y="3424"/>
                  </a:lnTo>
                  <a:lnTo>
                    <a:pt x="1395" y="3474"/>
                  </a:lnTo>
                  <a:lnTo>
                    <a:pt x="1572" y="3500"/>
                  </a:lnTo>
                  <a:lnTo>
                    <a:pt x="5604" y="3500"/>
                  </a:lnTo>
                  <a:lnTo>
                    <a:pt x="5781" y="3474"/>
                  </a:lnTo>
                  <a:lnTo>
                    <a:pt x="5959" y="3424"/>
                  </a:lnTo>
                  <a:lnTo>
                    <a:pt x="6111" y="3373"/>
                  </a:lnTo>
                  <a:lnTo>
                    <a:pt x="6263" y="3297"/>
                  </a:lnTo>
                  <a:lnTo>
                    <a:pt x="6415" y="3221"/>
                  </a:lnTo>
                  <a:lnTo>
                    <a:pt x="6542" y="3119"/>
                  </a:lnTo>
                  <a:lnTo>
                    <a:pt x="6669" y="2993"/>
                  </a:lnTo>
                  <a:lnTo>
                    <a:pt x="6795" y="2866"/>
                  </a:lnTo>
                  <a:lnTo>
                    <a:pt x="6897" y="2739"/>
                  </a:lnTo>
                  <a:lnTo>
                    <a:pt x="6973" y="2587"/>
                  </a:lnTo>
                  <a:lnTo>
                    <a:pt x="7049" y="2435"/>
                  </a:lnTo>
                  <a:lnTo>
                    <a:pt x="7125" y="2283"/>
                  </a:lnTo>
                  <a:lnTo>
                    <a:pt x="7150" y="2105"/>
                  </a:lnTo>
                  <a:lnTo>
                    <a:pt x="7176" y="1928"/>
                  </a:lnTo>
                  <a:lnTo>
                    <a:pt x="7201" y="1750"/>
                  </a:lnTo>
                  <a:lnTo>
                    <a:pt x="7176" y="1573"/>
                  </a:lnTo>
                  <a:lnTo>
                    <a:pt x="7150" y="1395"/>
                  </a:lnTo>
                  <a:lnTo>
                    <a:pt x="7125" y="1218"/>
                  </a:lnTo>
                  <a:lnTo>
                    <a:pt x="7049" y="1066"/>
                  </a:lnTo>
                  <a:lnTo>
                    <a:pt x="6973" y="913"/>
                  </a:lnTo>
                  <a:lnTo>
                    <a:pt x="6897" y="761"/>
                  </a:lnTo>
                  <a:lnTo>
                    <a:pt x="6795" y="634"/>
                  </a:lnTo>
                  <a:lnTo>
                    <a:pt x="6669" y="508"/>
                  </a:lnTo>
                  <a:lnTo>
                    <a:pt x="6542" y="406"/>
                  </a:lnTo>
                  <a:lnTo>
                    <a:pt x="6415" y="305"/>
                  </a:lnTo>
                  <a:lnTo>
                    <a:pt x="6263" y="203"/>
                  </a:lnTo>
                  <a:lnTo>
                    <a:pt x="6111" y="127"/>
                  </a:lnTo>
                  <a:lnTo>
                    <a:pt x="5959" y="77"/>
                  </a:lnTo>
                  <a:lnTo>
                    <a:pt x="5781" y="26"/>
                  </a:lnTo>
                  <a:lnTo>
                    <a:pt x="560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4" name="Google Shape;7414;p35"/>
            <p:cNvSpPr/>
            <p:nvPr/>
          </p:nvSpPr>
          <p:spPr>
            <a:xfrm>
              <a:off x="7104950" y="1328900"/>
              <a:ext cx="63400" cy="87500"/>
            </a:xfrm>
            <a:custGeom>
              <a:avLst/>
              <a:gdLst/>
              <a:ahLst/>
              <a:cxnLst/>
              <a:rect l="l" t="t" r="r" b="b"/>
              <a:pathLst>
                <a:path w="2536" h="3500" extrusionOk="0">
                  <a:moveTo>
                    <a:pt x="1572" y="1"/>
                  </a:moveTo>
                  <a:lnTo>
                    <a:pt x="1395" y="26"/>
                  </a:lnTo>
                  <a:lnTo>
                    <a:pt x="1243" y="77"/>
                  </a:lnTo>
                  <a:lnTo>
                    <a:pt x="1065" y="127"/>
                  </a:lnTo>
                  <a:lnTo>
                    <a:pt x="913" y="203"/>
                  </a:lnTo>
                  <a:lnTo>
                    <a:pt x="761" y="305"/>
                  </a:lnTo>
                  <a:lnTo>
                    <a:pt x="634" y="406"/>
                  </a:lnTo>
                  <a:lnTo>
                    <a:pt x="507" y="508"/>
                  </a:lnTo>
                  <a:lnTo>
                    <a:pt x="406" y="634"/>
                  </a:lnTo>
                  <a:lnTo>
                    <a:pt x="305" y="761"/>
                  </a:lnTo>
                  <a:lnTo>
                    <a:pt x="203" y="913"/>
                  </a:lnTo>
                  <a:lnTo>
                    <a:pt x="127" y="1066"/>
                  </a:lnTo>
                  <a:lnTo>
                    <a:pt x="76" y="1218"/>
                  </a:lnTo>
                  <a:lnTo>
                    <a:pt x="26" y="1395"/>
                  </a:lnTo>
                  <a:lnTo>
                    <a:pt x="0" y="1573"/>
                  </a:lnTo>
                  <a:lnTo>
                    <a:pt x="0" y="1750"/>
                  </a:lnTo>
                  <a:lnTo>
                    <a:pt x="0" y="1928"/>
                  </a:lnTo>
                  <a:lnTo>
                    <a:pt x="26" y="2105"/>
                  </a:lnTo>
                  <a:lnTo>
                    <a:pt x="76" y="2283"/>
                  </a:lnTo>
                  <a:lnTo>
                    <a:pt x="127" y="2435"/>
                  </a:lnTo>
                  <a:lnTo>
                    <a:pt x="203" y="2587"/>
                  </a:lnTo>
                  <a:lnTo>
                    <a:pt x="305" y="2739"/>
                  </a:lnTo>
                  <a:lnTo>
                    <a:pt x="406" y="2866"/>
                  </a:lnTo>
                  <a:lnTo>
                    <a:pt x="507" y="2993"/>
                  </a:lnTo>
                  <a:lnTo>
                    <a:pt x="634" y="3119"/>
                  </a:lnTo>
                  <a:lnTo>
                    <a:pt x="761" y="3221"/>
                  </a:lnTo>
                  <a:lnTo>
                    <a:pt x="913" y="3297"/>
                  </a:lnTo>
                  <a:lnTo>
                    <a:pt x="1065" y="3373"/>
                  </a:lnTo>
                  <a:lnTo>
                    <a:pt x="1243" y="3424"/>
                  </a:lnTo>
                  <a:lnTo>
                    <a:pt x="1395" y="3474"/>
                  </a:lnTo>
                  <a:lnTo>
                    <a:pt x="1572" y="3500"/>
                  </a:lnTo>
                  <a:lnTo>
                    <a:pt x="2536" y="3500"/>
                  </a:lnTo>
                  <a:lnTo>
                    <a:pt x="2358" y="3474"/>
                  </a:lnTo>
                  <a:lnTo>
                    <a:pt x="2206" y="3424"/>
                  </a:lnTo>
                  <a:lnTo>
                    <a:pt x="2029" y="3373"/>
                  </a:lnTo>
                  <a:lnTo>
                    <a:pt x="1877" y="3297"/>
                  </a:lnTo>
                  <a:lnTo>
                    <a:pt x="1724" y="3221"/>
                  </a:lnTo>
                  <a:lnTo>
                    <a:pt x="1598" y="3119"/>
                  </a:lnTo>
                  <a:lnTo>
                    <a:pt x="1471" y="2993"/>
                  </a:lnTo>
                  <a:lnTo>
                    <a:pt x="1369" y="2866"/>
                  </a:lnTo>
                  <a:lnTo>
                    <a:pt x="1268" y="2739"/>
                  </a:lnTo>
                  <a:lnTo>
                    <a:pt x="1167" y="2587"/>
                  </a:lnTo>
                  <a:lnTo>
                    <a:pt x="1091" y="2435"/>
                  </a:lnTo>
                  <a:lnTo>
                    <a:pt x="1040" y="2283"/>
                  </a:lnTo>
                  <a:lnTo>
                    <a:pt x="989" y="2105"/>
                  </a:lnTo>
                  <a:lnTo>
                    <a:pt x="964" y="1928"/>
                  </a:lnTo>
                  <a:lnTo>
                    <a:pt x="964" y="1750"/>
                  </a:lnTo>
                  <a:lnTo>
                    <a:pt x="964" y="1573"/>
                  </a:lnTo>
                  <a:lnTo>
                    <a:pt x="989" y="1395"/>
                  </a:lnTo>
                  <a:lnTo>
                    <a:pt x="1040" y="1218"/>
                  </a:lnTo>
                  <a:lnTo>
                    <a:pt x="1091" y="1066"/>
                  </a:lnTo>
                  <a:lnTo>
                    <a:pt x="1167" y="913"/>
                  </a:lnTo>
                  <a:lnTo>
                    <a:pt x="1268" y="761"/>
                  </a:lnTo>
                  <a:lnTo>
                    <a:pt x="1369" y="634"/>
                  </a:lnTo>
                  <a:lnTo>
                    <a:pt x="1471" y="508"/>
                  </a:lnTo>
                  <a:lnTo>
                    <a:pt x="1598" y="406"/>
                  </a:lnTo>
                  <a:lnTo>
                    <a:pt x="1724" y="305"/>
                  </a:lnTo>
                  <a:lnTo>
                    <a:pt x="1877" y="203"/>
                  </a:lnTo>
                  <a:lnTo>
                    <a:pt x="2029" y="127"/>
                  </a:lnTo>
                  <a:lnTo>
                    <a:pt x="2206" y="77"/>
                  </a:lnTo>
                  <a:lnTo>
                    <a:pt x="2358" y="26"/>
                  </a:lnTo>
                  <a:lnTo>
                    <a:pt x="2536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15" name="Google Shape;7415;p35"/>
          <p:cNvGrpSpPr/>
          <p:nvPr/>
        </p:nvGrpSpPr>
        <p:grpSpPr>
          <a:xfrm>
            <a:off x="7" y="3856427"/>
            <a:ext cx="1342018" cy="1287084"/>
            <a:chOff x="11127038" y="4083763"/>
            <a:chExt cx="1128600" cy="1082402"/>
          </a:xfrm>
        </p:grpSpPr>
        <p:sp>
          <p:nvSpPr>
            <p:cNvPr id="7416" name="Google Shape;7416;p35"/>
            <p:cNvSpPr/>
            <p:nvPr/>
          </p:nvSpPr>
          <p:spPr>
            <a:xfrm>
              <a:off x="11127038" y="4901864"/>
              <a:ext cx="1128600" cy="264300"/>
            </a:xfrm>
            <a:prstGeom prst="ellipse">
              <a:avLst/>
            </a:pr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7" name="Google Shape;7417;p35"/>
            <p:cNvSpPr/>
            <p:nvPr/>
          </p:nvSpPr>
          <p:spPr>
            <a:xfrm>
              <a:off x="12170550" y="4449763"/>
              <a:ext cx="4525" cy="7525"/>
            </a:xfrm>
            <a:custGeom>
              <a:avLst/>
              <a:gdLst/>
              <a:ahLst/>
              <a:cxnLst/>
              <a:rect l="l" t="t" r="r" b="b"/>
              <a:pathLst>
                <a:path w="181" h="301" extrusionOk="0">
                  <a:moveTo>
                    <a:pt x="140" y="0"/>
                  </a:moveTo>
                  <a:lnTo>
                    <a:pt x="0" y="281"/>
                  </a:lnTo>
                  <a:lnTo>
                    <a:pt x="0" y="301"/>
                  </a:lnTo>
                  <a:lnTo>
                    <a:pt x="40" y="301"/>
                  </a:lnTo>
                  <a:lnTo>
                    <a:pt x="181" y="40"/>
                  </a:lnTo>
                  <a:lnTo>
                    <a:pt x="160" y="0"/>
                  </a:lnTo>
                  <a:close/>
                </a:path>
              </a:pathLst>
            </a:custGeom>
            <a:solidFill>
              <a:srgbClr val="DEDAD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8" name="Google Shape;7418;p35"/>
            <p:cNvSpPr/>
            <p:nvPr/>
          </p:nvSpPr>
          <p:spPr>
            <a:xfrm>
              <a:off x="12170550" y="4449763"/>
              <a:ext cx="4525" cy="7525"/>
            </a:xfrm>
            <a:custGeom>
              <a:avLst/>
              <a:gdLst/>
              <a:ahLst/>
              <a:cxnLst/>
              <a:rect l="l" t="t" r="r" b="b"/>
              <a:pathLst>
                <a:path w="181" h="301" fill="none" extrusionOk="0">
                  <a:moveTo>
                    <a:pt x="140" y="0"/>
                  </a:moveTo>
                  <a:lnTo>
                    <a:pt x="140" y="0"/>
                  </a:lnTo>
                  <a:lnTo>
                    <a:pt x="140" y="0"/>
                  </a:lnTo>
                  <a:lnTo>
                    <a:pt x="140" y="0"/>
                  </a:lnTo>
                  <a:lnTo>
                    <a:pt x="0" y="281"/>
                  </a:lnTo>
                  <a:lnTo>
                    <a:pt x="0" y="281"/>
                  </a:lnTo>
                  <a:lnTo>
                    <a:pt x="0" y="301"/>
                  </a:lnTo>
                  <a:lnTo>
                    <a:pt x="20" y="301"/>
                  </a:lnTo>
                  <a:lnTo>
                    <a:pt x="20" y="301"/>
                  </a:lnTo>
                  <a:lnTo>
                    <a:pt x="40" y="301"/>
                  </a:lnTo>
                  <a:lnTo>
                    <a:pt x="40" y="301"/>
                  </a:lnTo>
                  <a:lnTo>
                    <a:pt x="181" y="40"/>
                  </a:lnTo>
                  <a:lnTo>
                    <a:pt x="181" y="40"/>
                  </a:lnTo>
                  <a:lnTo>
                    <a:pt x="160" y="0"/>
                  </a:lnTo>
                  <a:lnTo>
                    <a:pt x="14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9" name="Google Shape;7419;p35"/>
            <p:cNvSpPr/>
            <p:nvPr/>
          </p:nvSpPr>
          <p:spPr>
            <a:xfrm>
              <a:off x="11250550" y="4336938"/>
              <a:ext cx="896950" cy="640275"/>
            </a:xfrm>
            <a:custGeom>
              <a:avLst/>
              <a:gdLst/>
              <a:ahLst/>
              <a:cxnLst/>
              <a:rect l="l" t="t" r="r" b="b"/>
              <a:pathLst>
                <a:path w="35878" h="25611" extrusionOk="0">
                  <a:moveTo>
                    <a:pt x="0" y="1"/>
                  </a:moveTo>
                  <a:lnTo>
                    <a:pt x="3028" y="25611"/>
                  </a:lnTo>
                  <a:lnTo>
                    <a:pt x="34534" y="25611"/>
                  </a:lnTo>
                  <a:lnTo>
                    <a:pt x="34734" y="21720"/>
                  </a:lnTo>
                  <a:lnTo>
                    <a:pt x="35697" y="3470"/>
                  </a:lnTo>
                  <a:lnTo>
                    <a:pt x="3587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0" name="Google Shape;7420;p35"/>
            <p:cNvSpPr/>
            <p:nvPr/>
          </p:nvSpPr>
          <p:spPr>
            <a:xfrm>
              <a:off x="11250550" y="4336938"/>
              <a:ext cx="896950" cy="640275"/>
            </a:xfrm>
            <a:custGeom>
              <a:avLst/>
              <a:gdLst/>
              <a:ahLst/>
              <a:cxnLst/>
              <a:rect l="l" t="t" r="r" b="b"/>
              <a:pathLst>
                <a:path w="35878" h="25611" fill="none" extrusionOk="0">
                  <a:moveTo>
                    <a:pt x="35878" y="1"/>
                  </a:moveTo>
                  <a:lnTo>
                    <a:pt x="35697" y="3470"/>
                  </a:lnTo>
                  <a:lnTo>
                    <a:pt x="34734" y="21720"/>
                  </a:lnTo>
                  <a:lnTo>
                    <a:pt x="34534" y="25611"/>
                  </a:lnTo>
                  <a:lnTo>
                    <a:pt x="3028" y="25611"/>
                  </a:lnTo>
                  <a:lnTo>
                    <a:pt x="0" y="1"/>
                  </a:lnTo>
                  <a:lnTo>
                    <a:pt x="35878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1" name="Google Shape;7421;p35"/>
            <p:cNvSpPr/>
            <p:nvPr/>
          </p:nvSpPr>
          <p:spPr>
            <a:xfrm>
              <a:off x="11268075" y="4484338"/>
              <a:ext cx="842825" cy="492875"/>
            </a:xfrm>
            <a:custGeom>
              <a:avLst/>
              <a:gdLst/>
              <a:ahLst/>
              <a:cxnLst/>
              <a:rect l="l" t="t" r="r" b="b"/>
              <a:pathLst>
                <a:path w="33713" h="19715" extrusionOk="0">
                  <a:moveTo>
                    <a:pt x="1" y="1"/>
                  </a:moveTo>
                  <a:lnTo>
                    <a:pt x="1585" y="13337"/>
                  </a:lnTo>
                  <a:lnTo>
                    <a:pt x="1706" y="13899"/>
                  </a:lnTo>
                  <a:lnTo>
                    <a:pt x="1806" y="14440"/>
                  </a:lnTo>
                  <a:lnTo>
                    <a:pt x="1946" y="15463"/>
                  </a:lnTo>
                  <a:lnTo>
                    <a:pt x="2026" y="15884"/>
                  </a:lnTo>
                  <a:lnTo>
                    <a:pt x="2107" y="16245"/>
                  </a:lnTo>
                  <a:lnTo>
                    <a:pt x="2147" y="16385"/>
                  </a:lnTo>
                  <a:lnTo>
                    <a:pt x="2187" y="16506"/>
                  </a:lnTo>
                  <a:lnTo>
                    <a:pt x="2227" y="16606"/>
                  </a:lnTo>
                  <a:lnTo>
                    <a:pt x="2287" y="16666"/>
                  </a:lnTo>
                  <a:lnTo>
                    <a:pt x="2468" y="16766"/>
                  </a:lnTo>
                  <a:lnTo>
                    <a:pt x="2728" y="16887"/>
                  </a:lnTo>
                  <a:lnTo>
                    <a:pt x="3129" y="17067"/>
                  </a:lnTo>
                  <a:lnTo>
                    <a:pt x="3631" y="17248"/>
                  </a:lnTo>
                  <a:lnTo>
                    <a:pt x="4212" y="17448"/>
                  </a:lnTo>
                  <a:lnTo>
                    <a:pt x="4894" y="17669"/>
                  </a:lnTo>
                  <a:lnTo>
                    <a:pt x="5676" y="17910"/>
                  </a:lnTo>
                  <a:lnTo>
                    <a:pt x="6539" y="18150"/>
                  </a:lnTo>
                  <a:lnTo>
                    <a:pt x="7461" y="18391"/>
                  </a:lnTo>
                  <a:lnTo>
                    <a:pt x="8464" y="18632"/>
                  </a:lnTo>
                  <a:lnTo>
                    <a:pt x="9547" y="18852"/>
                  </a:lnTo>
                  <a:lnTo>
                    <a:pt x="10690" y="19073"/>
                  </a:lnTo>
                  <a:lnTo>
                    <a:pt x="11873" y="19253"/>
                  </a:lnTo>
                  <a:lnTo>
                    <a:pt x="13117" y="19434"/>
                  </a:lnTo>
                  <a:lnTo>
                    <a:pt x="14400" y="19554"/>
                  </a:lnTo>
                  <a:lnTo>
                    <a:pt x="15724" y="19674"/>
                  </a:lnTo>
                  <a:lnTo>
                    <a:pt x="16566" y="19715"/>
                  </a:lnTo>
                  <a:lnTo>
                    <a:pt x="18030" y="19715"/>
                  </a:lnTo>
                  <a:lnTo>
                    <a:pt x="18632" y="19694"/>
                  </a:lnTo>
                  <a:lnTo>
                    <a:pt x="19313" y="19674"/>
                  </a:lnTo>
                  <a:lnTo>
                    <a:pt x="19995" y="19614"/>
                  </a:lnTo>
                  <a:lnTo>
                    <a:pt x="20657" y="19554"/>
                  </a:lnTo>
                  <a:lnTo>
                    <a:pt x="21339" y="19494"/>
                  </a:lnTo>
                  <a:lnTo>
                    <a:pt x="22642" y="19313"/>
                  </a:lnTo>
                  <a:lnTo>
                    <a:pt x="23926" y="19113"/>
                  </a:lnTo>
                  <a:lnTo>
                    <a:pt x="25149" y="18872"/>
                  </a:lnTo>
                  <a:lnTo>
                    <a:pt x="26333" y="18612"/>
                  </a:lnTo>
                  <a:lnTo>
                    <a:pt x="27456" y="18331"/>
                  </a:lnTo>
                  <a:lnTo>
                    <a:pt x="28498" y="18050"/>
                  </a:lnTo>
                  <a:lnTo>
                    <a:pt x="29481" y="17769"/>
                  </a:lnTo>
                  <a:lnTo>
                    <a:pt x="30363" y="17488"/>
                  </a:lnTo>
                  <a:lnTo>
                    <a:pt x="31146" y="17228"/>
                  </a:lnTo>
                  <a:lnTo>
                    <a:pt x="31847" y="16987"/>
                  </a:lnTo>
                  <a:lnTo>
                    <a:pt x="32870" y="16606"/>
                  </a:lnTo>
                  <a:lnTo>
                    <a:pt x="33412" y="16406"/>
                  </a:lnTo>
                  <a:lnTo>
                    <a:pt x="33492" y="16345"/>
                  </a:lnTo>
                  <a:lnTo>
                    <a:pt x="33572" y="16245"/>
                  </a:lnTo>
                  <a:lnTo>
                    <a:pt x="33652" y="16085"/>
                  </a:lnTo>
                  <a:lnTo>
                    <a:pt x="33713" y="15904"/>
                  </a:lnTo>
                  <a:lnTo>
                    <a:pt x="33713" y="15904"/>
                  </a:lnTo>
                  <a:lnTo>
                    <a:pt x="33031" y="16065"/>
                  </a:lnTo>
                  <a:lnTo>
                    <a:pt x="32128" y="16245"/>
                  </a:lnTo>
                  <a:lnTo>
                    <a:pt x="31065" y="16446"/>
                  </a:lnTo>
                  <a:lnTo>
                    <a:pt x="29842" y="16646"/>
                  </a:lnTo>
                  <a:lnTo>
                    <a:pt x="28458" y="16847"/>
                  </a:lnTo>
                  <a:lnTo>
                    <a:pt x="27736" y="16927"/>
                  </a:lnTo>
                  <a:lnTo>
                    <a:pt x="26974" y="16987"/>
                  </a:lnTo>
                  <a:lnTo>
                    <a:pt x="26172" y="17047"/>
                  </a:lnTo>
                  <a:lnTo>
                    <a:pt x="25370" y="17087"/>
                  </a:lnTo>
                  <a:lnTo>
                    <a:pt x="24528" y="17107"/>
                  </a:lnTo>
                  <a:lnTo>
                    <a:pt x="23685" y="17127"/>
                  </a:lnTo>
                  <a:lnTo>
                    <a:pt x="22462" y="17107"/>
                  </a:lnTo>
                  <a:lnTo>
                    <a:pt x="21239" y="17047"/>
                  </a:lnTo>
                  <a:lnTo>
                    <a:pt x="20617" y="16987"/>
                  </a:lnTo>
                  <a:lnTo>
                    <a:pt x="19975" y="16927"/>
                  </a:lnTo>
                  <a:lnTo>
                    <a:pt x="19354" y="16867"/>
                  </a:lnTo>
                  <a:lnTo>
                    <a:pt x="18712" y="16766"/>
                  </a:lnTo>
                  <a:lnTo>
                    <a:pt x="18070" y="16666"/>
                  </a:lnTo>
                  <a:lnTo>
                    <a:pt x="17428" y="16546"/>
                  </a:lnTo>
                  <a:lnTo>
                    <a:pt x="16787" y="16426"/>
                  </a:lnTo>
                  <a:lnTo>
                    <a:pt x="16145" y="16265"/>
                  </a:lnTo>
                  <a:lnTo>
                    <a:pt x="15503" y="16105"/>
                  </a:lnTo>
                  <a:lnTo>
                    <a:pt x="14861" y="15924"/>
                  </a:lnTo>
                  <a:lnTo>
                    <a:pt x="14220" y="15724"/>
                  </a:lnTo>
                  <a:lnTo>
                    <a:pt x="13578" y="15503"/>
                  </a:lnTo>
                  <a:lnTo>
                    <a:pt x="13197" y="15343"/>
                  </a:lnTo>
                  <a:lnTo>
                    <a:pt x="12836" y="15162"/>
                  </a:lnTo>
                  <a:lnTo>
                    <a:pt x="12475" y="14942"/>
                  </a:lnTo>
                  <a:lnTo>
                    <a:pt x="12134" y="14721"/>
                  </a:lnTo>
                  <a:lnTo>
                    <a:pt x="11833" y="14460"/>
                  </a:lnTo>
                  <a:lnTo>
                    <a:pt x="11532" y="14200"/>
                  </a:lnTo>
                  <a:lnTo>
                    <a:pt x="11272" y="13899"/>
                  </a:lnTo>
                  <a:lnTo>
                    <a:pt x="11031" y="13578"/>
                  </a:lnTo>
                  <a:lnTo>
                    <a:pt x="10810" y="13257"/>
                  </a:lnTo>
                  <a:lnTo>
                    <a:pt x="10630" y="12916"/>
                  </a:lnTo>
                  <a:lnTo>
                    <a:pt x="10469" y="12535"/>
                  </a:lnTo>
                  <a:lnTo>
                    <a:pt x="10349" y="12174"/>
                  </a:lnTo>
                  <a:lnTo>
                    <a:pt x="10249" y="11773"/>
                  </a:lnTo>
                  <a:lnTo>
                    <a:pt x="10189" y="11372"/>
                  </a:lnTo>
                  <a:lnTo>
                    <a:pt x="10149" y="10951"/>
                  </a:lnTo>
                  <a:lnTo>
                    <a:pt x="10149" y="10530"/>
                  </a:lnTo>
                  <a:lnTo>
                    <a:pt x="10189" y="10108"/>
                  </a:lnTo>
                  <a:lnTo>
                    <a:pt x="10269" y="9727"/>
                  </a:lnTo>
                  <a:lnTo>
                    <a:pt x="10369" y="9346"/>
                  </a:lnTo>
                  <a:lnTo>
                    <a:pt x="10510" y="8985"/>
                  </a:lnTo>
                  <a:lnTo>
                    <a:pt x="10670" y="8644"/>
                  </a:lnTo>
                  <a:lnTo>
                    <a:pt x="10850" y="8303"/>
                  </a:lnTo>
                  <a:lnTo>
                    <a:pt x="11071" y="7983"/>
                  </a:lnTo>
                  <a:lnTo>
                    <a:pt x="11312" y="7702"/>
                  </a:lnTo>
                  <a:lnTo>
                    <a:pt x="11572" y="7421"/>
                  </a:lnTo>
                  <a:lnTo>
                    <a:pt x="11853" y="7140"/>
                  </a:lnTo>
                  <a:lnTo>
                    <a:pt x="12134" y="6900"/>
                  </a:lnTo>
                  <a:lnTo>
                    <a:pt x="12455" y="6659"/>
                  </a:lnTo>
                  <a:lnTo>
                    <a:pt x="12776" y="6438"/>
                  </a:lnTo>
                  <a:lnTo>
                    <a:pt x="13117" y="6238"/>
                  </a:lnTo>
                  <a:lnTo>
                    <a:pt x="13458" y="6037"/>
                  </a:lnTo>
                  <a:lnTo>
                    <a:pt x="13819" y="5877"/>
                  </a:lnTo>
                  <a:lnTo>
                    <a:pt x="14540" y="5576"/>
                  </a:lnTo>
                  <a:lnTo>
                    <a:pt x="15282" y="5295"/>
                  </a:lnTo>
                  <a:lnTo>
                    <a:pt x="16045" y="5055"/>
                  </a:lnTo>
                  <a:lnTo>
                    <a:pt x="16807" y="4854"/>
                  </a:lnTo>
                  <a:lnTo>
                    <a:pt x="18351" y="4473"/>
                  </a:lnTo>
                  <a:lnTo>
                    <a:pt x="19895" y="4092"/>
                  </a:lnTo>
                  <a:lnTo>
                    <a:pt x="21580" y="3651"/>
                  </a:lnTo>
                  <a:lnTo>
                    <a:pt x="23244" y="3190"/>
                  </a:lnTo>
                  <a:lnTo>
                    <a:pt x="24086" y="2929"/>
                  </a:lnTo>
                  <a:lnTo>
                    <a:pt x="24929" y="2688"/>
                  </a:lnTo>
                  <a:lnTo>
                    <a:pt x="25751" y="2407"/>
                  </a:lnTo>
                  <a:lnTo>
                    <a:pt x="26573" y="2127"/>
                  </a:lnTo>
                  <a:lnTo>
                    <a:pt x="27335" y="1846"/>
                  </a:lnTo>
                  <a:lnTo>
                    <a:pt x="28097" y="1545"/>
                  </a:lnTo>
                  <a:lnTo>
                    <a:pt x="28097" y="1545"/>
                  </a:lnTo>
                  <a:lnTo>
                    <a:pt x="26834" y="1846"/>
                  </a:lnTo>
                  <a:lnTo>
                    <a:pt x="25510" y="2127"/>
                  </a:lnTo>
                  <a:lnTo>
                    <a:pt x="24147" y="2387"/>
                  </a:lnTo>
                  <a:lnTo>
                    <a:pt x="22723" y="2608"/>
                  </a:lnTo>
                  <a:lnTo>
                    <a:pt x="21279" y="2788"/>
                  </a:lnTo>
                  <a:lnTo>
                    <a:pt x="20537" y="2869"/>
                  </a:lnTo>
                  <a:lnTo>
                    <a:pt x="19795" y="2929"/>
                  </a:lnTo>
                  <a:lnTo>
                    <a:pt x="19033" y="2989"/>
                  </a:lnTo>
                  <a:lnTo>
                    <a:pt x="18291" y="3029"/>
                  </a:lnTo>
                  <a:lnTo>
                    <a:pt x="17529" y="3049"/>
                  </a:lnTo>
                  <a:lnTo>
                    <a:pt x="16767" y="3069"/>
                  </a:lnTo>
                  <a:lnTo>
                    <a:pt x="15724" y="3049"/>
                  </a:lnTo>
                  <a:lnTo>
                    <a:pt x="14701" y="2989"/>
                  </a:lnTo>
                  <a:lnTo>
                    <a:pt x="13458" y="2909"/>
                  </a:lnTo>
                  <a:lnTo>
                    <a:pt x="12254" y="2788"/>
                  </a:lnTo>
                  <a:lnTo>
                    <a:pt x="11071" y="2648"/>
                  </a:lnTo>
                  <a:lnTo>
                    <a:pt x="9928" y="2488"/>
                  </a:lnTo>
                  <a:lnTo>
                    <a:pt x="8825" y="2307"/>
                  </a:lnTo>
                  <a:lnTo>
                    <a:pt x="7742" y="2107"/>
                  </a:lnTo>
                  <a:lnTo>
                    <a:pt x="6719" y="1906"/>
                  </a:lnTo>
                  <a:lnTo>
                    <a:pt x="5757" y="1685"/>
                  </a:lnTo>
                  <a:lnTo>
                    <a:pt x="4834" y="1465"/>
                  </a:lnTo>
                  <a:lnTo>
                    <a:pt x="3952" y="1244"/>
                  </a:lnTo>
                  <a:lnTo>
                    <a:pt x="3129" y="1024"/>
                  </a:lnTo>
                  <a:lnTo>
                    <a:pt x="2367" y="803"/>
                  </a:lnTo>
                  <a:lnTo>
                    <a:pt x="1686" y="582"/>
                  </a:lnTo>
                  <a:lnTo>
                    <a:pt x="1044" y="38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424242">
                <a:alpha val="307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2" name="Google Shape;7422;p35"/>
            <p:cNvSpPr/>
            <p:nvPr/>
          </p:nvSpPr>
          <p:spPr>
            <a:xfrm>
              <a:off x="11268075" y="4484338"/>
              <a:ext cx="842825" cy="492875"/>
            </a:xfrm>
            <a:custGeom>
              <a:avLst/>
              <a:gdLst/>
              <a:ahLst/>
              <a:cxnLst/>
              <a:rect l="l" t="t" r="r" b="b"/>
              <a:pathLst>
                <a:path w="33713" h="19715" fill="none" extrusionOk="0">
                  <a:moveTo>
                    <a:pt x="1" y="1"/>
                  </a:moveTo>
                  <a:lnTo>
                    <a:pt x="1585" y="13337"/>
                  </a:lnTo>
                  <a:lnTo>
                    <a:pt x="1585" y="13337"/>
                  </a:lnTo>
                  <a:lnTo>
                    <a:pt x="1706" y="13899"/>
                  </a:lnTo>
                  <a:lnTo>
                    <a:pt x="1806" y="14440"/>
                  </a:lnTo>
                  <a:lnTo>
                    <a:pt x="1946" y="15463"/>
                  </a:lnTo>
                  <a:lnTo>
                    <a:pt x="2026" y="15884"/>
                  </a:lnTo>
                  <a:lnTo>
                    <a:pt x="2107" y="16245"/>
                  </a:lnTo>
                  <a:lnTo>
                    <a:pt x="2147" y="16385"/>
                  </a:lnTo>
                  <a:lnTo>
                    <a:pt x="2187" y="16506"/>
                  </a:lnTo>
                  <a:lnTo>
                    <a:pt x="2227" y="16606"/>
                  </a:lnTo>
                  <a:lnTo>
                    <a:pt x="2287" y="16666"/>
                  </a:lnTo>
                  <a:lnTo>
                    <a:pt x="2287" y="16666"/>
                  </a:lnTo>
                  <a:lnTo>
                    <a:pt x="2468" y="16766"/>
                  </a:lnTo>
                  <a:lnTo>
                    <a:pt x="2728" y="16887"/>
                  </a:lnTo>
                  <a:lnTo>
                    <a:pt x="3129" y="17067"/>
                  </a:lnTo>
                  <a:lnTo>
                    <a:pt x="3631" y="17248"/>
                  </a:lnTo>
                  <a:lnTo>
                    <a:pt x="4212" y="17448"/>
                  </a:lnTo>
                  <a:lnTo>
                    <a:pt x="4894" y="17669"/>
                  </a:lnTo>
                  <a:lnTo>
                    <a:pt x="5676" y="17910"/>
                  </a:lnTo>
                  <a:lnTo>
                    <a:pt x="6539" y="18150"/>
                  </a:lnTo>
                  <a:lnTo>
                    <a:pt x="7461" y="18391"/>
                  </a:lnTo>
                  <a:lnTo>
                    <a:pt x="8464" y="18632"/>
                  </a:lnTo>
                  <a:lnTo>
                    <a:pt x="9547" y="18852"/>
                  </a:lnTo>
                  <a:lnTo>
                    <a:pt x="10690" y="19073"/>
                  </a:lnTo>
                  <a:lnTo>
                    <a:pt x="11873" y="19253"/>
                  </a:lnTo>
                  <a:lnTo>
                    <a:pt x="13117" y="19434"/>
                  </a:lnTo>
                  <a:lnTo>
                    <a:pt x="14400" y="19554"/>
                  </a:lnTo>
                  <a:lnTo>
                    <a:pt x="15724" y="19674"/>
                  </a:lnTo>
                  <a:lnTo>
                    <a:pt x="15724" y="19674"/>
                  </a:lnTo>
                  <a:lnTo>
                    <a:pt x="16566" y="19715"/>
                  </a:lnTo>
                  <a:lnTo>
                    <a:pt x="17428" y="19715"/>
                  </a:lnTo>
                  <a:lnTo>
                    <a:pt x="17428" y="19715"/>
                  </a:lnTo>
                  <a:lnTo>
                    <a:pt x="18030" y="19715"/>
                  </a:lnTo>
                  <a:lnTo>
                    <a:pt x="18632" y="19694"/>
                  </a:lnTo>
                  <a:lnTo>
                    <a:pt x="18632" y="19694"/>
                  </a:lnTo>
                  <a:lnTo>
                    <a:pt x="18632" y="19694"/>
                  </a:lnTo>
                  <a:lnTo>
                    <a:pt x="18632" y="19694"/>
                  </a:lnTo>
                  <a:lnTo>
                    <a:pt x="18632" y="19694"/>
                  </a:lnTo>
                  <a:lnTo>
                    <a:pt x="18632" y="19694"/>
                  </a:lnTo>
                  <a:lnTo>
                    <a:pt x="19313" y="19674"/>
                  </a:lnTo>
                  <a:lnTo>
                    <a:pt x="19995" y="19614"/>
                  </a:lnTo>
                  <a:lnTo>
                    <a:pt x="20657" y="19554"/>
                  </a:lnTo>
                  <a:lnTo>
                    <a:pt x="21339" y="19494"/>
                  </a:lnTo>
                  <a:lnTo>
                    <a:pt x="22642" y="19313"/>
                  </a:lnTo>
                  <a:lnTo>
                    <a:pt x="23926" y="19113"/>
                  </a:lnTo>
                  <a:lnTo>
                    <a:pt x="25149" y="18872"/>
                  </a:lnTo>
                  <a:lnTo>
                    <a:pt x="26333" y="18612"/>
                  </a:lnTo>
                  <a:lnTo>
                    <a:pt x="27456" y="18331"/>
                  </a:lnTo>
                  <a:lnTo>
                    <a:pt x="28498" y="18050"/>
                  </a:lnTo>
                  <a:lnTo>
                    <a:pt x="29481" y="17769"/>
                  </a:lnTo>
                  <a:lnTo>
                    <a:pt x="30363" y="17488"/>
                  </a:lnTo>
                  <a:lnTo>
                    <a:pt x="31146" y="17228"/>
                  </a:lnTo>
                  <a:lnTo>
                    <a:pt x="31847" y="16987"/>
                  </a:lnTo>
                  <a:lnTo>
                    <a:pt x="32870" y="16606"/>
                  </a:lnTo>
                  <a:lnTo>
                    <a:pt x="33412" y="16406"/>
                  </a:lnTo>
                  <a:lnTo>
                    <a:pt x="33412" y="16406"/>
                  </a:lnTo>
                  <a:lnTo>
                    <a:pt x="33492" y="16345"/>
                  </a:lnTo>
                  <a:lnTo>
                    <a:pt x="33572" y="16245"/>
                  </a:lnTo>
                  <a:lnTo>
                    <a:pt x="33652" y="16085"/>
                  </a:lnTo>
                  <a:lnTo>
                    <a:pt x="33713" y="15904"/>
                  </a:lnTo>
                  <a:lnTo>
                    <a:pt x="33713" y="15904"/>
                  </a:lnTo>
                  <a:lnTo>
                    <a:pt x="33031" y="16065"/>
                  </a:lnTo>
                  <a:lnTo>
                    <a:pt x="32128" y="16245"/>
                  </a:lnTo>
                  <a:lnTo>
                    <a:pt x="31065" y="16446"/>
                  </a:lnTo>
                  <a:lnTo>
                    <a:pt x="29842" y="16646"/>
                  </a:lnTo>
                  <a:lnTo>
                    <a:pt x="28458" y="16847"/>
                  </a:lnTo>
                  <a:lnTo>
                    <a:pt x="27736" y="16927"/>
                  </a:lnTo>
                  <a:lnTo>
                    <a:pt x="26974" y="16987"/>
                  </a:lnTo>
                  <a:lnTo>
                    <a:pt x="26172" y="17047"/>
                  </a:lnTo>
                  <a:lnTo>
                    <a:pt x="25370" y="17087"/>
                  </a:lnTo>
                  <a:lnTo>
                    <a:pt x="24528" y="17107"/>
                  </a:lnTo>
                  <a:lnTo>
                    <a:pt x="23685" y="17127"/>
                  </a:lnTo>
                  <a:lnTo>
                    <a:pt x="23685" y="17127"/>
                  </a:lnTo>
                  <a:lnTo>
                    <a:pt x="22462" y="17107"/>
                  </a:lnTo>
                  <a:lnTo>
                    <a:pt x="21239" y="17047"/>
                  </a:lnTo>
                  <a:lnTo>
                    <a:pt x="20617" y="16987"/>
                  </a:lnTo>
                  <a:lnTo>
                    <a:pt x="19975" y="16927"/>
                  </a:lnTo>
                  <a:lnTo>
                    <a:pt x="19354" y="16867"/>
                  </a:lnTo>
                  <a:lnTo>
                    <a:pt x="18712" y="16766"/>
                  </a:lnTo>
                  <a:lnTo>
                    <a:pt x="18070" y="16666"/>
                  </a:lnTo>
                  <a:lnTo>
                    <a:pt x="17428" y="16546"/>
                  </a:lnTo>
                  <a:lnTo>
                    <a:pt x="16787" y="16426"/>
                  </a:lnTo>
                  <a:lnTo>
                    <a:pt x="16145" y="16265"/>
                  </a:lnTo>
                  <a:lnTo>
                    <a:pt x="15503" y="16105"/>
                  </a:lnTo>
                  <a:lnTo>
                    <a:pt x="14861" y="15924"/>
                  </a:lnTo>
                  <a:lnTo>
                    <a:pt x="14220" y="15724"/>
                  </a:lnTo>
                  <a:lnTo>
                    <a:pt x="13578" y="15503"/>
                  </a:lnTo>
                  <a:lnTo>
                    <a:pt x="13578" y="15503"/>
                  </a:lnTo>
                  <a:lnTo>
                    <a:pt x="13197" y="15343"/>
                  </a:lnTo>
                  <a:lnTo>
                    <a:pt x="12836" y="15162"/>
                  </a:lnTo>
                  <a:lnTo>
                    <a:pt x="12475" y="14942"/>
                  </a:lnTo>
                  <a:lnTo>
                    <a:pt x="12134" y="14721"/>
                  </a:lnTo>
                  <a:lnTo>
                    <a:pt x="11833" y="14460"/>
                  </a:lnTo>
                  <a:lnTo>
                    <a:pt x="11532" y="14200"/>
                  </a:lnTo>
                  <a:lnTo>
                    <a:pt x="11272" y="13899"/>
                  </a:lnTo>
                  <a:lnTo>
                    <a:pt x="11031" y="13578"/>
                  </a:lnTo>
                  <a:lnTo>
                    <a:pt x="10810" y="13257"/>
                  </a:lnTo>
                  <a:lnTo>
                    <a:pt x="10630" y="12916"/>
                  </a:lnTo>
                  <a:lnTo>
                    <a:pt x="10469" y="12535"/>
                  </a:lnTo>
                  <a:lnTo>
                    <a:pt x="10349" y="12174"/>
                  </a:lnTo>
                  <a:lnTo>
                    <a:pt x="10249" y="11773"/>
                  </a:lnTo>
                  <a:lnTo>
                    <a:pt x="10189" y="11372"/>
                  </a:lnTo>
                  <a:lnTo>
                    <a:pt x="10149" y="10951"/>
                  </a:lnTo>
                  <a:lnTo>
                    <a:pt x="10149" y="10530"/>
                  </a:lnTo>
                  <a:lnTo>
                    <a:pt x="10149" y="10530"/>
                  </a:lnTo>
                  <a:lnTo>
                    <a:pt x="10189" y="10108"/>
                  </a:lnTo>
                  <a:lnTo>
                    <a:pt x="10269" y="9727"/>
                  </a:lnTo>
                  <a:lnTo>
                    <a:pt x="10369" y="9346"/>
                  </a:lnTo>
                  <a:lnTo>
                    <a:pt x="10510" y="8985"/>
                  </a:lnTo>
                  <a:lnTo>
                    <a:pt x="10670" y="8644"/>
                  </a:lnTo>
                  <a:lnTo>
                    <a:pt x="10850" y="8303"/>
                  </a:lnTo>
                  <a:lnTo>
                    <a:pt x="11071" y="7983"/>
                  </a:lnTo>
                  <a:lnTo>
                    <a:pt x="11312" y="7702"/>
                  </a:lnTo>
                  <a:lnTo>
                    <a:pt x="11572" y="7421"/>
                  </a:lnTo>
                  <a:lnTo>
                    <a:pt x="11853" y="7140"/>
                  </a:lnTo>
                  <a:lnTo>
                    <a:pt x="12134" y="6900"/>
                  </a:lnTo>
                  <a:lnTo>
                    <a:pt x="12455" y="6659"/>
                  </a:lnTo>
                  <a:lnTo>
                    <a:pt x="12776" y="6438"/>
                  </a:lnTo>
                  <a:lnTo>
                    <a:pt x="13117" y="6238"/>
                  </a:lnTo>
                  <a:lnTo>
                    <a:pt x="13458" y="6037"/>
                  </a:lnTo>
                  <a:lnTo>
                    <a:pt x="13819" y="5877"/>
                  </a:lnTo>
                  <a:lnTo>
                    <a:pt x="13819" y="5877"/>
                  </a:lnTo>
                  <a:lnTo>
                    <a:pt x="14540" y="5576"/>
                  </a:lnTo>
                  <a:lnTo>
                    <a:pt x="15282" y="5295"/>
                  </a:lnTo>
                  <a:lnTo>
                    <a:pt x="16045" y="5055"/>
                  </a:lnTo>
                  <a:lnTo>
                    <a:pt x="16807" y="4854"/>
                  </a:lnTo>
                  <a:lnTo>
                    <a:pt x="18351" y="4473"/>
                  </a:lnTo>
                  <a:lnTo>
                    <a:pt x="19895" y="4092"/>
                  </a:lnTo>
                  <a:lnTo>
                    <a:pt x="19895" y="4092"/>
                  </a:lnTo>
                  <a:lnTo>
                    <a:pt x="21580" y="3651"/>
                  </a:lnTo>
                  <a:lnTo>
                    <a:pt x="23244" y="3190"/>
                  </a:lnTo>
                  <a:lnTo>
                    <a:pt x="24086" y="2929"/>
                  </a:lnTo>
                  <a:lnTo>
                    <a:pt x="24929" y="2688"/>
                  </a:lnTo>
                  <a:lnTo>
                    <a:pt x="25751" y="2407"/>
                  </a:lnTo>
                  <a:lnTo>
                    <a:pt x="26573" y="2127"/>
                  </a:lnTo>
                  <a:lnTo>
                    <a:pt x="26573" y="2127"/>
                  </a:lnTo>
                  <a:lnTo>
                    <a:pt x="27335" y="1846"/>
                  </a:lnTo>
                  <a:lnTo>
                    <a:pt x="28097" y="1545"/>
                  </a:lnTo>
                  <a:lnTo>
                    <a:pt x="28097" y="1545"/>
                  </a:lnTo>
                  <a:lnTo>
                    <a:pt x="26834" y="1846"/>
                  </a:lnTo>
                  <a:lnTo>
                    <a:pt x="25510" y="2127"/>
                  </a:lnTo>
                  <a:lnTo>
                    <a:pt x="24147" y="2387"/>
                  </a:lnTo>
                  <a:lnTo>
                    <a:pt x="22723" y="2608"/>
                  </a:lnTo>
                  <a:lnTo>
                    <a:pt x="21279" y="2788"/>
                  </a:lnTo>
                  <a:lnTo>
                    <a:pt x="20537" y="2869"/>
                  </a:lnTo>
                  <a:lnTo>
                    <a:pt x="19795" y="2929"/>
                  </a:lnTo>
                  <a:lnTo>
                    <a:pt x="19033" y="2989"/>
                  </a:lnTo>
                  <a:lnTo>
                    <a:pt x="18291" y="3029"/>
                  </a:lnTo>
                  <a:lnTo>
                    <a:pt x="17529" y="3049"/>
                  </a:lnTo>
                  <a:lnTo>
                    <a:pt x="16767" y="3069"/>
                  </a:lnTo>
                  <a:lnTo>
                    <a:pt x="16767" y="3069"/>
                  </a:lnTo>
                  <a:lnTo>
                    <a:pt x="15724" y="3049"/>
                  </a:lnTo>
                  <a:lnTo>
                    <a:pt x="14701" y="2989"/>
                  </a:lnTo>
                  <a:lnTo>
                    <a:pt x="14701" y="2989"/>
                  </a:lnTo>
                  <a:lnTo>
                    <a:pt x="13458" y="2909"/>
                  </a:lnTo>
                  <a:lnTo>
                    <a:pt x="12254" y="2788"/>
                  </a:lnTo>
                  <a:lnTo>
                    <a:pt x="11071" y="2648"/>
                  </a:lnTo>
                  <a:lnTo>
                    <a:pt x="9928" y="2488"/>
                  </a:lnTo>
                  <a:lnTo>
                    <a:pt x="8825" y="2307"/>
                  </a:lnTo>
                  <a:lnTo>
                    <a:pt x="7742" y="2107"/>
                  </a:lnTo>
                  <a:lnTo>
                    <a:pt x="6719" y="1906"/>
                  </a:lnTo>
                  <a:lnTo>
                    <a:pt x="5757" y="1685"/>
                  </a:lnTo>
                  <a:lnTo>
                    <a:pt x="4834" y="1465"/>
                  </a:lnTo>
                  <a:lnTo>
                    <a:pt x="3952" y="1244"/>
                  </a:lnTo>
                  <a:lnTo>
                    <a:pt x="3129" y="1024"/>
                  </a:lnTo>
                  <a:lnTo>
                    <a:pt x="2367" y="803"/>
                  </a:lnTo>
                  <a:lnTo>
                    <a:pt x="1686" y="582"/>
                  </a:lnTo>
                  <a:lnTo>
                    <a:pt x="1044" y="382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3" name="Google Shape;7423;p35"/>
            <p:cNvSpPr/>
            <p:nvPr/>
          </p:nvSpPr>
          <p:spPr>
            <a:xfrm>
              <a:off x="11186375" y="4148438"/>
              <a:ext cx="1004750" cy="412650"/>
            </a:xfrm>
            <a:custGeom>
              <a:avLst/>
              <a:gdLst/>
              <a:ahLst/>
              <a:cxnLst/>
              <a:rect l="l" t="t" r="r" b="b"/>
              <a:pathLst>
                <a:path w="40190" h="16506" extrusionOk="0">
                  <a:moveTo>
                    <a:pt x="19212" y="0"/>
                  </a:moveTo>
                  <a:lnTo>
                    <a:pt x="17889" y="20"/>
                  </a:lnTo>
                  <a:lnTo>
                    <a:pt x="16565" y="61"/>
                  </a:lnTo>
                  <a:lnTo>
                    <a:pt x="15262" y="141"/>
                  </a:lnTo>
                  <a:lnTo>
                    <a:pt x="13998" y="221"/>
                  </a:lnTo>
                  <a:lnTo>
                    <a:pt x="12775" y="321"/>
                  </a:lnTo>
                  <a:lnTo>
                    <a:pt x="11592" y="462"/>
                  </a:lnTo>
                  <a:lnTo>
                    <a:pt x="10469" y="602"/>
                  </a:lnTo>
                  <a:lnTo>
                    <a:pt x="9406" y="782"/>
                  </a:lnTo>
                  <a:lnTo>
                    <a:pt x="8423" y="983"/>
                  </a:lnTo>
                  <a:lnTo>
                    <a:pt x="7541" y="1204"/>
                  </a:lnTo>
                  <a:lnTo>
                    <a:pt x="7119" y="1324"/>
                  </a:lnTo>
                  <a:lnTo>
                    <a:pt x="6738" y="1444"/>
                  </a:lnTo>
                  <a:lnTo>
                    <a:pt x="5776" y="1785"/>
                  </a:lnTo>
                  <a:lnTo>
                    <a:pt x="4893" y="2126"/>
                  </a:lnTo>
                  <a:lnTo>
                    <a:pt x="4111" y="2467"/>
                  </a:lnTo>
                  <a:lnTo>
                    <a:pt x="3389" y="2828"/>
                  </a:lnTo>
                  <a:lnTo>
                    <a:pt x="2768" y="3169"/>
                  </a:lnTo>
                  <a:lnTo>
                    <a:pt x="2206" y="3510"/>
                  </a:lnTo>
                  <a:lnTo>
                    <a:pt x="1705" y="3851"/>
                  </a:lnTo>
                  <a:lnTo>
                    <a:pt x="1284" y="4172"/>
                  </a:lnTo>
                  <a:lnTo>
                    <a:pt x="943" y="4493"/>
                  </a:lnTo>
                  <a:lnTo>
                    <a:pt x="642" y="4793"/>
                  </a:lnTo>
                  <a:lnTo>
                    <a:pt x="401" y="5074"/>
                  </a:lnTo>
                  <a:lnTo>
                    <a:pt x="221" y="5355"/>
                  </a:lnTo>
                  <a:lnTo>
                    <a:pt x="100" y="5596"/>
                  </a:lnTo>
                  <a:lnTo>
                    <a:pt x="20" y="5816"/>
                  </a:lnTo>
                  <a:lnTo>
                    <a:pt x="0" y="6037"/>
                  </a:lnTo>
                  <a:lnTo>
                    <a:pt x="20" y="6217"/>
                  </a:lnTo>
                  <a:lnTo>
                    <a:pt x="321" y="7561"/>
                  </a:lnTo>
                  <a:lnTo>
                    <a:pt x="562" y="8584"/>
                  </a:lnTo>
                  <a:lnTo>
                    <a:pt x="862" y="9687"/>
                  </a:lnTo>
                  <a:lnTo>
                    <a:pt x="1163" y="10790"/>
                  </a:lnTo>
                  <a:lnTo>
                    <a:pt x="1324" y="11291"/>
                  </a:lnTo>
                  <a:lnTo>
                    <a:pt x="1464" y="11752"/>
                  </a:lnTo>
                  <a:lnTo>
                    <a:pt x="1625" y="12153"/>
                  </a:lnTo>
                  <a:lnTo>
                    <a:pt x="1765" y="12494"/>
                  </a:lnTo>
                  <a:lnTo>
                    <a:pt x="1905" y="12735"/>
                  </a:lnTo>
                  <a:lnTo>
                    <a:pt x="1985" y="12815"/>
                  </a:lnTo>
                  <a:lnTo>
                    <a:pt x="2046" y="12875"/>
                  </a:lnTo>
                  <a:lnTo>
                    <a:pt x="2246" y="12996"/>
                  </a:lnTo>
                  <a:lnTo>
                    <a:pt x="2567" y="13156"/>
                  </a:lnTo>
                  <a:lnTo>
                    <a:pt x="3028" y="13337"/>
                  </a:lnTo>
                  <a:lnTo>
                    <a:pt x="3610" y="13557"/>
                  </a:lnTo>
                  <a:lnTo>
                    <a:pt x="4312" y="13818"/>
                  </a:lnTo>
                  <a:lnTo>
                    <a:pt x="5134" y="14079"/>
                  </a:lnTo>
                  <a:lnTo>
                    <a:pt x="6057" y="14359"/>
                  </a:lnTo>
                  <a:lnTo>
                    <a:pt x="7059" y="14640"/>
                  </a:lnTo>
                  <a:lnTo>
                    <a:pt x="8182" y="14921"/>
                  </a:lnTo>
                  <a:lnTo>
                    <a:pt x="9366" y="15202"/>
                  </a:lnTo>
                  <a:lnTo>
                    <a:pt x="10649" y="15462"/>
                  </a:lnTo>
                  <a:lnTo>
                    <a:pt x="11993" y="15723"/>
                  </a:lnTo>
                  <a:lnTo>
                    <a:pt x="13396" y="15944"/>
                  </a:lnTo>
                  <a:lnTo>
                    <a:pt x="14860" y="16144"/>
                  </a:lnTo>
                  <a:lnTo>
                    <a:pt x="16385" y="16305"/>
                  </a:lnTo>
                  <a:lnTo>
                    <a:pt x="17969" y="16425"/>
                  </a:lnTo>
                  <a:lnTo>
                    <a:pt x="18891" y="16485"/>
                  </a:lnTo>
                  <a:lnTo>
                    <a:pt x="19814" y="16505"/>
                  </a:lnTo>
                  <a:lnTo>
                    <a:pt x="20736" y="16485"/>
                  </a:lnTo>
                  <a:lnTo>
                    <a:pt x="21639" y="16465"/>
                  </a:lnTo>
                  <a:lnTo>
                    <a:pt x="22561" y="16405"/>
                  </a:lnTo>
                  <a:lnTo>
                    <a:pt x="23464" y="16345"/>
                  </a:lnTo>
                  <a:lnTo>
                    <a:pt x="24366" y="16245"/>
                  </a:lnTo>
                  <a:lnTo>
                    <a:pt x="25249" y="16144"/>
                  </a:lnTo>
                  <a:lnTo>
                    <a:pt x="26131" y="16024"/>
                  </a:lnTo>
                  <a:lnTo>
                    <a:pt x="26993" y="15884"/>
                  </a:lnTo>
                  <a:lnTo>
                    <a:pt x="27836" y="15743"/>
                  </a:lnTo>
                  <a:lnTo>
                    <a:pt x="28678" y="15583"/>
                  </a:lnTo>
                  <a:lnTo>
                    <a:pt x="29480" y="15402"/>
                  </a:lnTo>
                  <a:lnTo>
                    <a:pt x="30282" y="15242"/>
                  </a:lnTo>
                  <a:lnTo>
                    <a:pt x="31786" y="14861"/>
                  </a:lnTo>
                  <a:lnTo>
                    <a:pt x="33190" y="14480"/>
                  </a:lnTo>
                  <a:lnTo>
                    <a:pt x="34474" y="14119"/>
                  </a:lnTo>
                  <a:lnTo>
                    <a:pt x="35637" y="13758"/>
                  </a:lnTo>
                  <a:lnTo>
                    <a:pt x="36640" y="13417"/>
                  </a:lnTo>
                  <a:lnTo>
                    <a:pt x="37482" y="13116"/>
                  </a:lnTo>
                  <a:lnTo>
                    <a:pt x="38164" y="12855"/>
                  </a:lnTo>
                  <a:lnTo>
                    <a:pt x="38906" y="12575"/>
                  </a:lnTo>
                  <a:lnTo>
                    <a:pt x="38986" y="12514"/>
                  </a:lnTo>
                  <a:lnTo>
                    <a:pt x="39066" y="12434"/>
                  </a:lnTo>
                  <a:lnTo>
                    <a:pt x="39146" y="12334"/>
                  </a:lnTo>
                  <a:lnTo>
                    <a:pt x="39227" y="12194"/>
                  </a:lnTo>
                  <a:lnTo>
                    <a:pt x="39367" y="11833"/>
                  </a:lnTo>
                  <a:lnTo>
                    <a:pt x="39507" y="11391"/>
                  </a:lnTo>
                  <a:lnTo>
                    <a:pt x="39608" y="10990"/>
                  </a:lnTo>
                  <a:lnTo>
                    <a:pt x="39708" y="10549"/>
                  </a:lnTo>
                  <a:lnTo>
                    <a:pt x="39868" y="9627"/>
                  </a:lnTo>
                  <a:lnTo>
                    <a:pt x="40009" y="8644"/>
                  </a:lnTo>
                  <a:lnTo>
                    <a:pt x="40109" y="7681"/>
                  </a:lnTo>
                  <a:lnTo>
                    <a:pt x="40169" y="6799"/>
                  </a:lnTo>
                  <a:lnTo>
                    <a:pt x="40189" y="6037"/>
                  </a:lnTo>
                  <a:lnTo>
                    <a:pt x="40189" y="5736"/>
                  </a:lnTo>
                  <a:lnTo>
                    <a:pt x="40169" y="5495"/>
                  </a:lnTo>
                  <a:lnTo>
                    <a:pt x="40129" y="5315"/>
                  </a:lnTo>
                  <a:lnTo>
                    <a:pt x="40089" y="5194"/>
                  </a:lnTo>
                  <a:lnTo>
                    <a:pt x="40009" y="5094"/>
                  </a:lnTo>
                  <a:lnTo>
                    <a:pt x="39868" y="4934"/>
                  </a:lnTo>
                  <a:lnTo>
                    <a:pt x="39708" y="4753"/>
                  </a:lnTo>
                  <a:lnTo>
                    <a:pt x="39467" y="4533"/>
                  </a:lnTo>
                  <a:lnTo>
                    <a:pt x="39187" y="4312"/>
                  </a:lnTo>
                  <a:lnTo>
                    <a:pt x="38866" y="4031"/>
                  </a:lnTo>
                  <a:lnTo>
                    <a:pt x="38505" y="3771"/>
                  </a:lnTo>
                  <a:lnTo>
                    <a:pt x="38084" y="3470"/>
                  </a:lnTo>
                  <a:lnTo>
                    <a:pt x="37602" y="3169"/>
                  </a:lnTo>
                  <a:lnTo>
                    <a:pt x="37081" y="2868"/>
                  </a:lnTo>
                  <a:lnTo>
                    <a:pt x="36519" y="2567"/>
                  </a:lnTo>
                  <a:lnTo>
                    <a:pt x="35898" y="2267"/>
                  </a:lnTo>
                  <a:lnTo>
                    <a:pt x="35236" y="1966"/>
                  </a:lnTo>
                  <a:lnTo>
                    <a:pt x="34514" y="1705"/>
                  </a:lnTo>
                  <a:lnTo>
                    <a:pt x="33732" y="1424"/>
                  </a:lnTo>
                  <a:lnTo>
                    <a:pt x="32910" y="1184"/>
                  </a:lnTo>
                  <a:lnTo>
                    <a:pt x="32228" y="1023"/>
                  </a:lnTo>
                  <a:lnTo>
                    <a:pt x="31466" y="863"/>
                  </a:lnTo>
                  <a:lnTo>
                    <a:pt x="30623" y="722"/>
                  </a:lnTo>
                  <a:lnTo>
                    <a:pt x="29761" y="582"/>
                  </a:lnTo>
                  <a:lnTo>
                    <a:pt x="28818" y="462"/>
                  </a:lnTo>
                  <a:lnTo>
                    <a:pt x="27856" y="361"/>
                  </a:lnTo>
                  <a:lnTo>
                    <a:pt x="26833" y="261"/>
                  </a:lnTo>
                  <a:lnTo>
                    <a:pt x="25790" y="181"/>
                  </a:lnTo>
                  <a:lnTo>
                    <a:pt x="24527" y="101"/>
                  </a:lnTo>
                  <a:lnTo>
                    <a:pt x="23223" y="40"/>
                  </a:lnTo>
                  <a:lnTo>
                    <a:pt x="21900" y="20"/>
                  </a:lnTo>
                  <a:lnTo>
                    <a:pt x="205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4" name="Google Shape;7424;p35"/>
            <p:cNvSpPr/>
            <p:nvPr/>
          </p:nvSpPr>
          <p:spPr>
            <a:xfrm>
              <a:off x="11186375" y="4148438"/>
              <a:ext cx="1004750" cy="412650"/>
            </a:xfrm>
            <a:custGeom>
              <a:avLst/>
              <a:gdLst/>
              <a:ahLst/>
              <a:cxnLst/>
              <a:rect l="l" t="t" r="r" b="b"/>
              <a:pathLst>
                <a:path w="40190" h="16506" fill="none" extrusionOk="0">
                  <a:moveTo>
                    <a:pt x="39507" y="11391"/>
                  </a:moveTo>
                  <a:lnTo>
                    <a:pt x="39507" y="11391"/>
                  </a:lnTo>
                  <a:lnTo>
                    <a:pt x="39367" y="11833"/>
                  </a:lnTo>
                  <a:lnTo>
                    <a:pt x="39227" y="12194"/>
                  </a:lnTo>
                  <a:lnTo>
                    <a:pt x="39146" y="12334"/>
                  </a:lnTo>
                  <a:lnTo>
                    <a:pt x="39066" y="12434"/>
                  </a:lnTo>
                  <a:lnTo>
                    <a:pt x="38986" y="12514"/>
                  </a:lnTo>
                  <a:lnTo>
                    <a:pt x="38906" y="12575"/>
                  </a:lnTo>
                  <a:lnTo>
                    <a:pt x="38906" y="12575"/>
                  </a:lnTo>
                  <a:lnTo>
                    <a:pt x="38164" y="12855"/>
                  </a:lnTo>
                  <a:lnTo>
                    <a:pt x="37482" y="13116"/>
                  </a:lnTo>
                  <a:lnTo>
                    <a:pt x="36640" y="13417"/>
                  </a:lnTo>
                  <a:lnTo>
                    <a:pt x="35637" y="13758"/>
                  </a:lnTo>
                  <a:lnTo>
                    <a:pt x="34474" y="14119"/>
                  </a:lnTo>
                  <a:lnTo>
                    <a:pt x="33190" y="14480"/>
                  </a:lnTo>
                  <a:lnTo>
                    <a:pt x="31786" y="14861"/>
                  </a:lnTo>
                  <a:lnTo>
                    <a:pt x="30282" y="15242"/>
                  </a:lnTo>
                  <a:lnTo>
                    <a:pt x="29480" y="15402"/>
                  </a:lnTo>
                  <a:lnTo>
                    <a:pt x="28678" y="15583"/>
                  </a:lnTo>
                  <a:lnTo>
                    <a:pt x="27836" y="15743"/>
                  </a:lnTo>
                  <a:lnTo>
                    <a:pt x="26993" y="15884"/>
                  </a:lnTo>
                  <a:lnTo>
                    <a:pt x="26131" y="16024"/>
                  </a:lnTo>
                  <a:lnTo>
                    <a:pt x="25249" y="16144"/>
                  </a:lnTo>
                  <a:lnTo>
                    <a:pt x="24366" y="16245"/>
                  </a:lnTo>
                  <a:lnTo>
                    <a:pt x="23464" y="16345"/>
                  </a:lnTo>
                  <a:lnTo>
                    <a:pt x="22561" y="16405"/>
                  </a:lnTo>
                  <a:lnTo>
                    <a:pt x="21639" y="16465"/>
                  </a:lnTo>
                  <a:lnTo>
                    <a:pt x="20736" y="16485"/>
                  </a:lnTo>
                  <a:lnTo>
                    <a:pt x="19814" y="16505"/>
                  </a:lnTo>
                  <a:lnTo>
                    <a:pt x="18891" y="16485"/>
                  </a:lnTo>
                  <a:lnTo>
                    <a:pt x="17969" y="16425"/>
                  </a:lnTo>
                  <a:lnTo>
                    <a:pt x="17969" y="16425"/>
                  </a:lnTo>
                  <a:lnTo>
                    <a:pt x="16385" y="16305"/>
                  </a:lnTo>
                  <a:lnTo>
                    <a:pt x="14860" y="16144"/>
                  </a:lnTo>
                  <a:lnTo>
                    <a:pt x="13396" y="15944"/>
                  </a:lnTo>
                  <a:lnTo>
                    <a:pt x="11993" y="15723"/>
                  </a:lnTo>
                  <a:lnTo>
                    <a:pt x="10649" y="15462"/>
                  </a:lnTo>
                  <a:lnTo>
                    <a:pt x="9366" y="15202"/>
                  </a:lnTo>
                  <a:lnTo>
                    <a:pt x="8182" y="14921"/>
                  </a:lnTo>
                  <a:lnTo>
                    <a:pt x="7059" y="14640"/>
                  </a:lnTo>
                  <a:lnTo>
                    <a:pt x="6057" y="14359"/>
                  </a:lnTo>
                  <a:lnTo>
                    <a:pt x="5134" y="14079"/>
                  </a:lnTo>
                  <a:lnTo>
                    <a:pt x="4312" y="13818"/>
                  </a:lnTo>
                  <a:lnTo>
                    <a:pt x="3610" y="13557"/>
                  </a:lnTo>
                  <a:lnTo>
                    <a:pt x="3028" y="13337"/>
                  </a:lnTo>
                  <a:lnTo>
                    <a:pt x="2567" y="13156"/>
                  </a:lnTo>
                  <a:lnTo>
                    <a:pt x="2246" y="12996"/>
                  </a:lnTo>
                  <a:lnTo>
                    <a:pt x="2046" y="12875"/>
                  </a:lnTo>
                  <a:lnTo>
                    <a:pt x="2046" y="12875"/>
                  </a:lnTo>
                  <a:lnTo>
                    <a:pt x="1985" y="12815"/>
                  </a:lnTo>
                  <a:lnTo>
                    <a:pt x="1905" y="12735"/>
                  </a:lnTo>
                  <a:lnTo>
                    <a:pt x="1765" y="12494"/>
                  </a:lnTo>
                  <a:lnTo>
                    <a:pt x="1625" y="12153"/>
                  </a:lnTo>
                  <a:lnTo>
                    <a:pt x="1464" y="11752"/>
                  </a:lnTo>
                  <a:lnTo>
                    <a:pt x="1324" y="11291"/>
                  </a:lnTo>
                  <a:lnTo>
                    <a:pt x="1163" y="10790"/>
                  </a:lnTo>
                  <a:lnTo>
                    <a:pt x="862" y="9687"/>
                  </a:lnTo>
                  <a:lnTo>
                    <a:pt x="562" y="8584"/>
                  </a:lnTo>
                  <a:lnTo>
                    <a:pt x="321" y="7561"/>
                  </a:lnTo>
                  <a:lnTo>
                    <a:pt x="20" y="6217"/>
                  </a:lnTo>
                  <a:lnTo>
                    <a:pt x="20" y="6217"/>
                  </a:lnTo>
                  <a:lnTo>
                    <a:pt x="0" y="6037"/>
                  </a:lnTo>
                  <a:lnTo>
                    <a:pt x="20" y="5816"/>
                  </a:lnTo>
                  <a:lnTo>
                    <a:pt x="100" y="5596"/>
                  </a:lnTo>
                  <a:lnTo>
                    <a:pt x="221" y="5355"/>
                  </a:lnTo>
                  <a:lnTo>
                    <a:pt x="401" y="5074"/>
                  </a:lnTo>
                  <a:lnTo>
                    <a:pt x="642" y="4793"/>
                  </a:lnTo>
                  <a:lnTo>
                    <a:pt x="943" y="4493"/>
                  </a:lnTo>
                  <a:lnTo>
                    <a:pt x="1284" y="4172"/>
                  </a:lnTo>
                  <a:lnTo>
                    <a:pt x="1705" y="3851"/>
                  </a:lnTo>
                  <a:lnTo>
                    <a:pt x="2206" y="3510"/>
                  </a:lnTo>
                  <a:lnTo>
                    <a:pt x="2768" y="3169"/>
                  </a:lnTo>
                  <a:lnTo>
                    <a:pt x="3389" y="2828"/>
                  </a:lnTo>
                  <a:lnTo>
                    <a:pt x="4111" y="2467"/>
                  </a:lnTo>
                  <a:lnTo>
                    <a:pt x="4893" y="2126"/>
                  </a:lnTo>
                  <a:lnTo>
                    <a:pt x="5776" y="1785"/>
                  </a:lnTo>
                  <a:lnTo>
                    <a:pt x="6738" y="1444"/>
                  </a:lnTo>
                  <a:lnTo>
                    <a:pt x="6738" y="1444"/>
                  </a:lnTo>
                  <a:lnTo>
                    <a:pt x="7119" y="1324"/>
                  </a:lnTo>
                  <a:lnTo>
                    <a:pt x="7541" y="1204"/>
                  </a:lnTo>
                  <a:lnTo>
                    <a:pt x="8423" y="983"/>
                  </a:lnTo>
                  <a:lnTo>
                    <a:pt x="9406" y="782"/>
                  </a:lnTo>
                  <a:lnTo>
                    <a:pt x="10469" y="602"/>
                  </a:lnTo>
                  <a:lnTo>
                    <a:pt x="11592" y="462"/>
                  </a:lnTo>
                  <a:lnTo>
                    <a:pt x="12775" y="321"/>
                  </a:lnTo>
                  <a:lnTo>
                    <a:pt x="13998" y="221"/>
                  </a:lnTo>
                  <a:lnTo>
                    <a:pt x="15262" y="141"/>
                  </a:lnTo>
                  <a:lnTo>
                    <a:pt x="16565" y="61"/>
                  </a:lnTo>
                  <a:lnTo>
                    <a:pt x="17889" y="20"/>
                  </a:lnTo>
                  <a:lnTo>
                    <a:pt x="19212" y="0"/>
                  </a:lnTo>
                  <a:lnTo>
                    <a:pt x="20556" y="0"/>
                  </a:lnTo>
                  <a:lnTo>
                    <a:pt x="21900" y="20"/>
                  </a:lnTo>
                  <a:lnTo>
                    <a:pt x="23223" y="40"/>
                  </a:lnTo>
                  <a:lnTo>
                    <a:pt x="24527" y="101"/>
                  </a:lnTo>
                  <a:lnTo>
                    <a:pt x="25790" y="181"/>
                  </a:lnTo>
                  <a:lnTo>
                    <a:pt x="25790" y="181"/>
                  </a:lnTo>
                  <a:lnTo>
                    <a:pt x="26833" y="261"/>
                  </a:lnTo>
                  <a:lnTo>
                    <a:pt x="27856" y="361"/>
                  </a:lnTo>
                  <a:lnTo>
                    <a:pt x="28818" y="462"/>
                  </a:lnTo>
                  <a:lnTo>
                    <a:pt x="29761" y="582"/>
                  </a:lnTo>
                  <a:lnTo>
                    <a:pt x="30623" y="722"/>
                  </a:lnTo>
                  <a:lnTo>
                    <a:pt x="31466" y="863"/>
                  </a:lnTo>
                  <a:lnTo>
                    <a:pt x="32228" y="1023"/>
                  </a:lnTo>
                  <a:lnTo>
                    <a:pt x="32910" y="1184"/>
                  </a:lnTo>
                  <a:lnTo>
                    <a:pt x="32910" y="1184"/>
                  </a:lnTo>
                  <a:lnTo>
                    <a:pt x="33732" y="1424"/>
                  </a:lnTo>
                  <a:lnTo>
                    <a:pt x="34514" y="1705"/>
                  </a:lnTo>
                  <a:lnTo>
                    <a:pt x="35236" y="1966"/>
                  </a:lnTo>
                  <a:lnTo>
                    <a:pt x="35898" y="2267"/>
                  </a:lnTo>
                  <a:lnTo>
                    <a:pt x="36519" y="2567"/>
                  </a:lnTo>
                  <a:lnTo>
                    <a:pt x="37081" y="2868"/>
                  </a:lnTo>
                  <a:lnTo>
                    <a:pt x="37602" y="3169"/>
                  </a:lnTo>
                  <a:lnTo>
                    <a:pt x="38084" y="3470"/>
                  </a:lnTo>
                  <a:lnTo>
                    <a:pt x="38505" y="3771"/>
                  </a:lnTo>
                  <a:lnTo>
                    <a:pt x="38866" y="4031"/>
                  </a:lnTo>
                  <a:lnTo>
                    <a:pt x="39187" y="4312"/>
                  </a:lnTo>
                  <a:lnTo>
                    <a:pt x="39467" y="4533"/>
                  </a:lnTo>
                  <a:lnTo>
                    <a:pt x="39708" y="4753"/>
                  </a:lnTo>
                  <a:lnTo>
                    <a:pt x="39868" y="4934"/>
                  </a:lnTo>
                  <a:lnTo>
                    <a:pt x="40009" y="5094"/>
                  </a:lnTo>
                  <a:lnTo>
                    <a:pt x="40089" y="5194"/>
                  </a:lnTo>
                  <a:lnTo>
                    <a:pt x="40089" y="5194"/>
                  </a:lnTo>
                  <a:lnTo>
                    <a:pt x="40129" y="5315"/>
                  </a:lnTo>
                  <a:lnTo>
                    <a:pt x="40169" y="5495"/>
                  </a:lnTo>
                  <a:lnTo>
                    <a:pt x="40189" y="5736"/>
                  </a:lnTo>
                  <a:lnTo>
                    <a:pt x="40189" y="6037"/>
                  </a:lnTo>
                  <a:lnTo>
                    <a:pt x="40169" y="6799"/>
                  </a:lnTo>
                  <a:lnTo>
                    <a:pt x="40109" y="7681"/>
                  </a:lnTo>
                  <a:lnTo>
                    <a:pt x="40009" y="8644"/>
                  </a:lnTo>
                  <a:lnTo>
                    <a:pt x="39868" y="9627"/>
                  </a:lnTo>
                  <a:lnTo>
                    <a:pt x="39708" y="10549"/>
                  </a:lnTo>
                  <a:lnTo>
                    <a:pt x="39608" y="10990"/>
                  </a:lnTo>
                  <a:lnTo>
                    <a:pt x="39507" y="1139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5" name="Google Shape;7425;p35"/>
            <p:cNvSpPr/>
            <p:nvPr/>
          </p:nvSpPr>
          <p:spPr>
            <a:xfrm>
              <a:off x="11186375" y="4148438"/>
              <a:ext cx="987700" cy="412650"/>
            </a:xfrm>
            <a:custGeom>
              <a:avLst/>
              <a:gdLst/>
              <a:ahLst/>
              <a:cxnLst/>
              <a:rect l="l" t="t" r="r" b="b"/>
              <a:pathLst>
                <a:path w="39508" h="16506" extrusionOk="0">
                  <a:moveTo>
                    <a:pt x="20115" y="0"/>
                  </a:moveTo>
                  <a:lnTo>
                    <a:pt x="18149" y="20"/>
                  </a:lnTo>
                  <a:lnTo>
                    <a:pt x="16224" y="81"/>
                  </a:lnTo>
                  <a:lnTo>
                    <a:pt x="15282" y="141"/>
                  </a:lnTo>
                  <a:lnTo>
                    <a:pt x="14359" y="201"/>
                  </a:lnTo>
                  <a:lnTo>
                    <a:pt x="13457" y="261"/>
                  </a:lnTo>
                  <a:lnTo>
                    <a:pt x="12554" y="341"/>
                  </a:lnTo>
                  <a:lnTo>
                    <a:pt x="11712" y="442"/>
                  </a:lnTo>
                  <a:lnTo>
                    <a:pt x="10870" y="542"/>
                  </a:lnTo>
                  <a:lnTo>
                    <a:pt x="10087" y="662"/>
                  </a:lnTo>
                  <a:lnTo>
                    <a:pt x="9325" y="803"/>
                  </a:lnTo>
                  <a:lnTo>
                    <a:pt x="8603" y="943"/>
                  </a:lnTo>
                  <a:lnTo>
                    <a:pt x="7922" y="1103"/>
                  </a:lnTo>
                  <a:lnTo>
                    <a:pt x="7300" y="1264"/>
                  </a:lnTo>
                  <a:lnTo>
                    <a:pt x="6738" y="1444"/>
                  </a:lnTo>
                  <a:lnTo>
                    <a:pt x="5816" y="1765"/>
                  </a:lnTo>
                  <a:lnTo>
                    <a:pt x="4994" y="2086"/>
                  </a:lnTo>
                  <a:lnTo>
                    <a:pt x="4232" y="2407"/>
                  </a:lnTo>
                  <a:lnTo>
                    <a:pt x="3550" y="2748"/>
                  </a:lnTo>
                  <a:lnTo>
                    <a:pt x="2928" y="3069"/>
                  </a:lnTo>
                  <a:lnTo>
                    <a:pt x="2367" y="3390"/>
                  </a:lnTo>
                  <a:lnTo>
                    <a:pt x="1885" y="3710"/>
                  </a:lnTo>
                  <a:lnTo>
                    <a:pt x="1464" y="4031"/>
                  </a:lnTo>
                  <a:lnTo>
                    <a:pt x="1103" y="4332"/>
                  </a:lnTo>
                  <a:lnTo>
                    <a:pt x="802" y="4633"/>
                  </a:lnTo>
                  <a:lnTo>
                    <a:pt x="542" y="4914"/>
                  </a:lnTo>
                  <a:lnTo>
                    <a:pt x="341" y="5174"/>
                  </a:lnTo>
                  <a:lnTo>
                    <a:pt x="181" y="5415"/>
                  </a:lnTo>
                  <a:lnTo>
                    <a:pt x="80" y="5656"/>
                  </a:lnTo>
                  <a:lnTo>
                    <a:pt x="20" y="5856"/>
                  </a:lnTo>
                  <a:lnTo>
                    <a:pt x="0" y="6057"/>
                  </a:lnTo>
                  <a:lnTo>
                    <a:pt x="20" y="6217"/>
                  </a:lnTo>
                  <a:lnTo>
                    <a:pt x="321" y="7561"/>
                  </a:lnTo>
                  <a:lnTo>
                    <a:pt x="562" y="8584"/>
                  </a:lnTo>
                  <a:lnTo>
                    <a:pt x="862" y="9687"/>
                  </a:lnTo>
                  <a:lnTo>
                    <a:pt x="1163" y="10790"/>
                  </a:lnTo>
                  <a:lnTo>
                    <a:pt x="1324" y="11291"/>
                  </a:lnTo>
                  <a:lnTo>
                    <a:pt x="1464" y="11752"/>
                  </a:lnTo>
                  <a:lnTo>
                    <a:pt x="1625" y="12153"/>
                  </a:lnTo>
                  <a:lnTo>
                    <a:pt x="1765" y="12494"/>
                  </a:lnTo>
                  <a:lnTo>
                    <a:pt x="1905" y="12735"/>
                  </a:lnTo>
                  <a:lnTo>
                    <a:pt x="1985" y="12815"/>
                  </a:lnTo>
                  <a:lnTo>
                    <a:pt x="2046" y="12875"/>
                  </a:lnTo>
                  <a:lnTo>
                    <a:pt x="2246" y="12996"/>
                  </a:lnTo>
                  <a:lnTo>
                    <a:pt x="2567" y="13156"/>
                  </a:lnTo>
                  <a:lnTo>
                    <a:pt x="3028" y="13337"/>
                  </a:lnTo>
                  <a:lnTo>
                    <a:pt x="3610" y="13557"/>
                  </a:lnTo>
                  <a:lnTo>
                    <a:pt x="4312" y="13818"/>
                  </a:lnTo>
                  <a:lnTo>
                    <a:pt x="5134" y="14079"/>
                  </a:lnTo>
                  <a:lnTo>
                    <a:pt x="6057" y="14359"/>
                  </a:lnTo>
                  <a:lnTo>
                    <a:pt x="7059" y="14640"/>
                  </a:lnTo>
                  <a:lnTo>
                    <a:pt x="8182" y="14921"/>
                  </a:lnTo>
                  <a:lnTo>
                    <a:pt x="9366" y="15202"/>
                  </a:lnTo>
                  <a:lnTo>
                    <a:pt x="10649" y="15462"/>
                  </a:lnTo>
                  <a:lnTo>
                    <a:pt x="11993" y="15723"/>
                  </a:lnTo>
                  <a:lnTo>
                    <a:pt x="13396" y="15944"/>
                  </a:lnTo>
                  <a:lnTo>
                    <a:pt x="14860" y="16144"/>
                  </a:lnTo>
                  <a:lnTo>
                    <a:pt x="16385" y="16305"/>
                  </a:lnTo>
                  <a:lnTo>
                    <a:pt x="17969" y="16425"/>
                  </a:lnTo>
                  <a:lnTo>
                    <a:pt x="18992" y="16485"/>
                  </a:lnTo>
                  <a:lnTo>
                    <a:pt x="20035" y="16505"/>
                  </a:lnTo>
                  <a:lnTo>
                    <a:pt x="20897" y="16485"/>
                  </a:lnTo>
                  <a:lnTo>
                    <a:pt x="21739" y="16465"/>
                  </a:lnTo>
                  <a:lnTo>
                    <a:pt x="22602" y="16405"/>
                  </a:lnTo>
                  <a:lnTo>
                    <a:pt x="23444" y="16345"/>
                  </a:lnTo>
                  <a:lnTo>
                    <a:pt x="24286" y="16265"/>
                  </a:lnTo>
                  <a:lnTo>
                    <a:pt x="25108" y="16164"/>
                  </a:lnTo>
                  <a:lnTo>
                    <a:pt x="25931" y="16044"/>
                  </a:lnTo>
                  <a:lnTo>
                    <a:pt x="26733" y="15924"/>
                  </a:lnTo>
                  <a:lnTo>
                    <a:pt x="27515" y="15803"/>
                  </a:lnTo>
                  <a:lnTo>
                    <a:pt x="28297" y="15643"/>
                  </a:lnTo>
                  <a:lnTo>
                    <a:pt x="29801" y="15342"/>
                  </a:lnTo>
                  <a:lnTo>
                    <a:pt x="31245" y="15001"/>
                  </a:lnTo>
                  <a:lnTo>
                    <a:pt x="32589" y="14660"/>
                  </a:lnTo>
                  <a:lnTo>
                    <a:pt x="33832" y="14299"/>
                  </a:lnTo>
                  <a:lnTo>
                    <a:pt x="34975" y="13958"/>
                  </a:lnTo>
                  <a:lnTo>
                    <a:pt x="35998" y="13617"/>
                  </a:lnTo>
                  <a:lnTo>
                    <a:pt x="36900" y="13317"/>
                  </a:lnTo>
                  <a:lnTo>
                    <a:pt x="38224" y="12835"/>
                  </a:lnTo>
                  <a:lnTo>
                    <a:pt x="38906" y="12575"/>
                  </a:lnTo>
                  <a:lnTo>
                    <a:pt x="38986" y="12514"/>
                  </a:lnTo>
                  <a:lnTo>
                    <a:pt x="39066" y="12434"/>
                  </a:lnTo>
                  <a:lnTo>
                    <a:pt x="39146" y="12334"/>
                  </a:lnTo>
                  <a:lnTo>
                    <a:pt x="39227" y="12194"/>
                  </a:lnTo>
                  <a:lnTo>
                    <a:pt x="39367" y="11833"/>
                  </a:lnTo>
                  <a:lnTo>
                    <a:pt x="39507" y="11391"/>
                  </a:lnTo>
                  <a:lnTo>
                    <a:pt x="39507" y="11391"/>
                  </a:lnTo>
                  <a:lnTo>
                    <a:pt x="38645" y="11632"/>
                  </a:lnTo>
                  <a:lnTo>
                    <a:pt x="37783" y="11873"/>
                  </a:lnTo>
                  <a:lnTo>
                    <a:pt x="36920" y="12073"/>
                  </a:lnTo>
                  <a:lnTo>
                    <a:pt x="36038" y="12274"/>
                  </a:lnTo>
                  <a:lnTo>
                    <a:pt x="35176" y="12474"/>
                  </a:lnTo>
                  <a:lnTo>
                    <a:pt x="34293" y="12635"/>
                  </a:lnTo>
                  <a:lnTo>
                    <a:pt x="33411" y="12795"/>
                  </a:lnTo>
                  <a:lnTo>
                    <a:pt x="32528" y="12936"/>
                  </a:lnTo>
                  <a:lnTo>
                    <a:pt x="31626" y="13056"/>
                  </a:lnTo>
                  <a:lnTo>
                    <a:pt x="30744" y="13156"/>
                  </a:lnTo>
                  <a:lnTo>
                    <a:pt x="29841" y="13256"/>
                  </a:lnTo>
                  <a:lnTo>
                    <a:pt x="28959" y="13317"/>
                  </a:lnTo>
                  <a:lnTo>
                    <a:pt x="28056" y="13377"/>
                  </a:lnTo>
                  <a:lnTo>
                    <a:pt x="27154" y="13417"/>
                  </a:lnTo>
                  <a:lnTo>
                    <a:pt x="26251" y="13437"/>
                  </a:lnTo>
                  <a:lnTo>
                    <a:pt x="25369" y="13457"/>
                  </a:lnTo>
                  <a:lnTo>
                    <a:pt x="24587" y="13437"/>
                  </a:lnTo>
                  <a:lnTo>
                    <a:pt x="23825" y="13437"/>
                  </a:lnTo>
                  <a:lnTo>
                    <a:pt x="23063" y="13397"/>
                  </a:lnTo>
                  <a:lnTo>
                    <a:pt x="22281" y="13357"/>
                  </a:lnTo>
                  <a:lnTo>
                    <a:pt x="21519" y="13297"/>
                  </a:lnTo>
                  <a:lnTo>
                    <a:pt x="20756" y="13236"/>
                  </a:lnTo>
                  <a:lnTo>
                    <a:pt x="19974" y="13156"/>
                  </a:lnTo>
                  <a:lnTo>
                    <a:pt x="19212" y="13056"/>
                  </a:lnTo>
                  <a:lnTo>
                    <a:pt x="18410" y="12956"/>
                  </a:lnTo>
                  <a:lnTo>
                    <a:pt x="17608" y="12835"/>
                  </a:lnTo>
                  <a:lnTo>
                    <a:pt x="16806" y="12695"/>
                  </a:lnTo>
                  <a:lnTo>
                    <a:pt x="16004" y="12554"/>
                  </a:lnTo>
                  <a:lnTo>
                    <a:pt x="15201" y="12374"/>
                  </a:lnTo>
                  <a:lnTo>
                    <a:pt x="14399" y="12214"/>
                  </a:lnTo>
                  <a:lnTo>
                    <a:pt x="13617" y="12013"/>
                  </a:lnTo>
                  <a:lnTo>
                    <a:pt x="12835" y="11792"/>
                  </a:lnTo>
                  <a:lnTo>
                    <a:pt x="12233" y="11612"/>
                  </a:lnTo>
                  <a:lnTo>
                    <a:pt x="11592" y="11391"/>
                  </a:lnTo>
                  <a:lnTo>
                    <a:pt x="11291" y="11271"/>
                  </a:lnTo>
                  <a:lnTo>
                    <a:pt x="10970" y="11131"/>
                  </a:lnTo>
                  <a:lnTo>
                    <a:pt x="10669" y="10970"/>
                  </a:lnTo>
                  <a:lnTo>
                    <a:pt x="10388" y="10810"/>
                  </a:lnTo>
                  <a:lnTo>
                    <a:pt x="9566" y="10629"/>
                  </a:lnTo>
                  <a:lnTo>
                    <a:pt x="8784" y="10429"/>
                  </a:lnTo>
                  <a:lnTo>
                    <a:pt x="7922" y="10188"/>
                  </a:lnTo>
                  <a:lnTo>
                    <a:pt x="7119" y="9907"/>
                  </a:lnTo>
                  <a:lnTo>
                    <a:pt x="6357" y="9627"/>
                  </a:lnTo>
                  <a:lnTo>
                    <a:pt x="5635" y="9346"/>
                  </a:lnTo>
                  <a:lnTo>
                    <a:pt x="4974" y="9045"/>
                  </a:lnTo>
                  <a:lnTo>
                    <a:pt x="4372" y="8724"/>
                  </a:lnTo>
                  <a:lnTo>
                    <a:pt x="3831" y="8423"/>
                  </a:lnTo>
                  <a:lnTo>
                    <a:pt x="3329" y="8122"/>
                  </a:lnTo>
                  <a:lnTo>
                    <a:pt x="2888" y="7802"/>
                  </a:lnTo>
                  <a:lnTo>
                    <a:pt x="2507" y="7501"/>
                  </a:lnTo>
                  <a:lnTo>
                    <a:pt x="2186" y="7220"/>
                  </a:lnTo>
                  <a:lnTo>
                    <a:pt x="1925" y="6939"/>
                  </a:lnTo>
                  <a:lnTo>
                    <a:pt x="1725" y="6679"/>
                  </a:lnTo>
                  <a:lnTo>
                    <a:pt x="1584" y="6438"/>
                  </a:lnTo>
                  <a:lnTo>
                    <a:pt x="1544" y="6318"/>
                  </a:lnTo>
                  <a:lnTo>
                    <a:pt x="1504" y="6197"/>
                  </a:lnTo>
                  <a:lnTo>
                    <a:pt x="1484" y="6097"/>
                  </a:lnTo>
                  <a:lnTo>
                    <a:pt x="1504" y="5997"/>
                  </a:lnTo>
                  <a:lnTo>
                    <a:pt x="1524" y="5856"/>
                  </a:lnTo>
                  <a:lnTo>
                    <a:pt x="1564" y="5736"/>
                  </a:lnTo>
                  <a:lnTo>
                    <a:pt x="1604" y="5596"/>
                  </a:lnTo>
                  <a:lnTo>
                    <a:pt x="1685" y="5455"/>
                  </a:lnTo>
                  <a:lnTo>
                    <a:pt x="1785" y="5315"/>
                  </a:lnTo>
                  <a:lnTo>
                    <a:pt x="1885" y="5174"/>
                  </a:lnTo>
                  <a:lnTo>
                    <a:pt x="2146" y="4874"/>
                  </a:lnTo>
                  <a:lnTo>
                    <a:pt x="2467" y="4593"/>
                  </a:lnTo>
                  <a:lnTo>
                    <a:pt x="2828" y="4312"/>
                  </a:lnTo>
                  <a:lnTo>
                    <a:pt x="3249" y="4011"/>
                  </a:lnTo>
                  <a:lnTo>
                    <a:pt x="3710" y="3730"/>
                  </a:lnTo>
                  <a:lnTo>
                    <a:pt x="4212" y="3470"/>
                  </a:lnTo>
                  <a:lnTo>
                    <a:pt x="4733" y="3209"/>
                  </a:lnTo>
                  <a:lnTo>
                    <a:pt x="5294" y="2948"/>
                  </a:lnTo>
                  <a:lnTo>
                    <a:pt x="5856" y="2728"/>
                  </a:lnTo>
                  <a:lnTo>
                    <a:pt x="6458" y="2507"/>
                  </a:lnTo>
                  <a:lnTo>
                    <a:pt x="7059" y="2307"/>
                  </a:lnTo>
                  <a:lnTo>
                    <a:pt x="7681" y="2126"/>
                  </a:lnTo>
                  <a:lnTo>
                    <a:pt x="8283" y="1966"/>
                  </a:lnTo>
                  <a:lnTo>
                    <a:pt x="8864" y="1845"/>
                  </a:lnTo>
                  <a:lnTo>
                    <a:pt x="9466" y="1725"/>
                  </a:lnTo>
                  <a:lnTo>
                    <a:pt x="10128" y="1605"/>
                  </a:lnTo>
                  <a:lnTo>
                    <a:pt x="10809" y="1504"/>
                  </a:lnTo>
                  <a:lnTo>
                    <a:pt x="12273" y="1324"/>
                  </a:lnTo>
                  <a:lnTo>
                    <a:pt x="13858" y="1164"/>
                  </a:lnTo>
                  <a:lnTo>
                    <a:pt x="15542" y="1063"/>
                  </a:lnTo>
                  <a:lnTo>
                    <a:pt x="17267" y="963"/>
                  </a:lnTo>
                  <a:lnTo>
                    <a:pt x="19032" y="923"/>
                  </a:lnTo>
                  <a:lnTo>
                    <a:pt x="20837" y="903"/>
                  </a:lnTo>
                  <a:lnTo>
                    <a:pt x="21017" y="903"/>
                  </a:lnTo>
                  <a:lnTo>
                    <a:pt x="22200" y="682"/>
                  </a:lnTo>
                  <a:lnTo>
                    <a:pt x="23404" y="482"/>
                  </a:lnTo>
                  <a:lnTo>
                    <a:pt x="24587" y="321"/>
                  </a:lnTo>
                  <a:lnTo>
                    <a:pt x="25790" y="181"/>
                  </a:lnTo>
                  <a:lnTo>
                    <a:pt x="24406" y="101"/>
                  </a:lnTo>
                  <a:lnTo>
                    <a:pt x="23003" y="40"/>
                  </a:lnTo>
                  <a:lnTo>
                    <a:pt x="21559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6" name="Google Shape;7426;p35"/>
            <p:cNvSpPr/>
            <p:nvPr/>
          </p:nvSpPr>
          <p:spPr>
            <a:xfrm>
              <a:off x="11186375" y="4148438"/>
              <a:ext cx="987700" cy="412650"/>
            </a:xfrm>
            <a:custGeom>
              <a:avLst/>
              <a:gdLst/>
              <a:ahLst/>
              <a:cxnLst/>
              <a:rect l="l" t="t" r="r" b="b"/>
              <a:pathLst>
                <a:path w="39508" h="16506" fill="none" extrusionOk="0">
                  <a:moveTo>
                    <a:pt x="20115" y="0"/>
                  </a:moveTo>
                  <a:lnTo>
                    <a:pt x="20115" y="0"/>
                  </a:lnTo>
                  <a:lnTo>
                    <a:pt x="18149" y="20"/>
                  </a:lnTo>
                  <a:lnTo>
                    <a:pt x="16224" y="81"/>
                  </a:lnTo>
                  <a:lnTo>
                    <a:pt x="15282" y="141"/>
                  </a:lnTo>
                  <a:lnTo>
                    <a:pt x="14359" y="201"/>
                  </a:lnTo>
                  <a:lnTo>
                    <a:pt x="13457" y="261"/>
                  </a:lnTo>
                  <a:lnTo>
                    <a:pt x="12554" y="341"/>
                  </a:lnTo>
                  <a:lnTo>
                    <a:pt x="11712" y="442"/>
                  </a:lnTo>
                  <a:lnTo>
                    <a:pt x="10870" y="542"/>
                  </a:lnTo>
                  <a:lnTo>
                    <a:pt x="10087" y="662"/>
                  </a:lnTo>
                  <a:lnTo>
                    <a:pt x="9325" y="803"/>
                  </a:lnTo>
                  <a:lnTo>
                    <a:pt x="8603" y="943"/>
                  </a:lnTo>
                  <a:lnTo>
                    <a:pt x="7922" y="1103"/>
                  </a:lnTo>
                  <a:lnTo>
                    <a:pt x="7300" y="1264"/>
                  </a:lnTo>
                  <a:lnTo>
                    <a:pt x="6738" y="1444"/>
                  </a:lnTo>
                  <a:lnTo>
                    <a:pt x="6738" y="1444"/>
                  </a:lnTo>
                  <a:lnTo>
                    <a:pt x="5816" y="1765"/>
                  </a:lnTo>
                  <a:lnTo>
                    <a:pt x="4994" y="2086"/>
                  </a:lnTo>
                  <a:lnTo>
                    <a:pt x="4232" y="2407"/>
                  </a:lnTo>
                  <a:lnTo>
                    <a:pt x="3550" y="2748"/>
                  </a:lnTo>
                  <a:lnTo>
                    <a:pt x="2928" y="3069"/>
                  </a:lnTo>
                  <a:lnTo>
                    <a:pt x="2367" y="3390"/>
                  </a:lnTo>
                  <a:lnTo>
                    <a:pt x="1885" y="3710"/>
                  </a:lnTo>
                  <a:lnTo>
                    <a:pt x="1464" y="4031"/>
                  </a:lnTo>
                  <a:lnTo>
                    <a:pt x="1103" y="4332"/>
                  </a:lnTo>
                  <a:lnTo>
                    <a:pt x="802" y="4633"/>
                  </a:lnTo>
                  <a:lnTo>
                    <a:pt x="542" y="4914"/>
                  </a:lnTo>
                  <a:lnTo>
                    <a:pt x="341" y="5174"/>
                  </a:lnTo>
                  <a:lnTo>
                    <a:pt x="181" y="5415"/>
                  </a:lnTo>
                  <a:lnTo>
                    <a:pt x="80" y="5656"/>
                  </a:lnTo>
                  <a:lnTo>
                    <a:pt x="20" y="5856"/>
                  </a:lnTo>
                  <a:lnTo>
                    <a:pt x="0" y="6057"/>
                  </a:lnTo>
                  <a:lnTo>
                    <a:pt x="0" y="6057"/>
                  </a:lnTo>
                  <a:lnTo>
                    <a:pt x="20" y="6217"/>
                  </a:lnTo>
                  <a:lnTo>
                    <a:pt x="20" y="6217"/>
                  </a:lnTo>
                  <a:lnTo>
                    <a:pt x="321" y="7561"/>
                  </a:lnTo>
                  <a:lnTo>
                    <a:pt x="562" y="8584"/>
                  </a:lnTo>
                  <a:lnTo>
                    <a:pt x="862" y="9687"/>
                  </a:lnTo>
                  <a:lnTo>
                    <a:pt x="1163" y="10790"/>
                  </a:lnTo>
                  <a:lnTo>
                    <a:pt x="1324" y="11291"/>
                  </a:lnTo>
                  <a:lnTo>
                    <a:pt x="1464" y="11752"/>
                  </a:lnTo>
                  <a:lnTo>
                    <a:pt x="1625" y="12153"/>
                  </a:lnTo>
                  <a:lnTo>
                    <a:pt x="1765" y="12494"/>
                  </a:lnTo>
                  <a:lnTo>
                    <a:pt x="1905" y="12735"/>
                  </a:lnTo>
                  <a:lnTo>
                    <a:pt x="1985" y="12815"/>
                  </a:lnTo>
                  <a:lnTo>
                    <a:pt x="2046" y="12875"/>
                  </a:lnTo>
                  <a:lnTo>
                    <a:pt x="2046" y="12875"/>
                  </a:lnTo>
                  <a:lnTo>
                    <a:pt x="2246" y="12996"/>
                  </a:lnTo>
                  <a:lnTo>
                    <a:pt x="2567" y="13156"/>
                  </a:lnTo>
                  <a:lnTo>
                    <a:pt x="3028" y="13337"/>
                  </a:lnTo>
                  <a:lnTo>
                    <a:pt x="3610" y="13557"/>
                  </a:lnTo>
                  <a:lnTo>
                    <a:pt x="4312" y="13818"/>
                  </a:lnTo>
                  <a:lnTo>
                    <a:pt x="5134" y="14079"/>
                  </a:lnTo>
                  <a:lnTo>
                    <a:pt x="6057" y="14359"/>
                  </a:lnTo>
                  <a:lnTo>
                    <a:pt x="7059" y="14640"/>
                  </a:lnTo>
                  <a:lnTo>
                    <a:pt x="8182" y="14921"/>
                  </a:lnTo>
                  <a:lnTo>
                    <a:pt x="9366" y="15202"/>
                  </a:lnTo>
                  <a:lnTo>
                    <a:pt x="10649" y="15462"/>
                  </a:lnTo>
                  <a:lnTo>
                    <a:pt x="11993" y="15723"/>
                  </a:lnTo>
                  <a:lnTo>
                    <a:pt x="13396" y="15944"/>
                  </a:lnTo>
                  <a:lnTo>
                    <a:pt x="14860" y="16144"/>
                  </a:lnTo>
                  <a:lnTo>
                    <a:pt x="16385" y="16305"/>
                  </a:lnTo>
                  <a:lnTo>
                    <a:pt x="17969" y="16425"/>
                  </a:lnTo>
                  <a:lnTo>
                    <a:pt x="17969" y="16425"/>
                  </a:lnTo>
                  <a:lnTo>
                    <a:pt x="18992" y="16485"/>
                  </a:lnTo>
                  <a:lnTo>
                    <a:pt x="20035" y="16505"/>
                  </a:lnTo>
                  <a:lnTo>
                    <a:pt x="20035" y="16505"/>
                  </a:lnTo>
                  <a:lnTo>
                    <a:pt x="20897" y="16485"/>
                  </a:lnTo>
                  <a:lnTo>
                    <a:pt x="21739" y="16465"/>
                  </a:lnTo>
                  <a:lnTo>
                    <a:pt x="22602" y="16405"/>
                  </a:lnTo>
                  <a:lnTo>
                    <a:pt x="23444" y="16345"/>
                  </a:lnTo>
                  <a:lnTo>
                    <a:pt x="24286" y="16265"/>
                  </a:lnTo>
                  <a:lnTo>
                    <a:pt x="25108" y="16164"/>
                  </a:lnTo>
                  <a:lnTo>
                    <a:pt x="25931" y="16044"/>
                  </a:lnTo>
                  <a:lnTo>
                    <a:pt x="26733" y="15924"/>
                  </a:lnTo>
                  <a:lnTo>
                    <a:pt x="27515" y="15803"/>
                  </a:lnTo>
                  <a:lnTo>
                    <a:pt x="28297" y="15643"/>
                  </a:lnTo>
                  <a:lnTo>
                    <a:pt x="29801" y="15342"/>
                  </a:lnTo>
                  <a:lnTo>
                    <a:pt x="31245" y="15001"/>
                  </a:lnTo>
                  <a:lnTo>
                    <a:pt x="32589" y="14660"/>
                  </a:lnTo>
                  <a:lnTo>
                    <a:pt x="33832" y="14299"/>
                  </a:lnTo>
                  <a:lnTo>
                    <a:pt x="34975" y="13958"/>
                  </a:lnTo>
                  <a:lnTo>
                    <a:pt x="35998" y="13617"/>
                  </a:lnTo>
                  <a:lnTo>
                    <a:pt x="36900" y="13317"/>
                  </a:lnTo>
                  <a:lnTo>
                    <a:pt x="38224" y="12835"/>
                  </a:lnTo>
                  <a:lnTo>
                    <a:pt x="38906" y="12575"/>
                  </a:lnTo>
                  <a:lnTo>
                    <a:pt x="38906" y="12575"/>
                  </a:lnTo>
                  <a:lnTo>
                    <a:pt x="38986" y="12514"/>
                  </a:lnTo>
                  <a:lnTo>
                    <a:pt x="39066" y="12434"/>
                  </a:lnTo>
                  <a:lnTo>
                    <a:pt x="39146" y="12334"/>
                  </a:lnTo>
                  <a:lnTo>
                    <a:pt x="39227" y="12194"/>
                  </a:lnTo>
                  <a:lnTo>
                    <a:pt x="39367" y="11833"/>
                  </a:lnTo>
                  <a:lnTo>
                    <a:pt x="39507" y="11391"/>
                  </a:lnTo>
                  <a:lnTo>
                    <a:pt x="39507" y="11391"/>
                  </a:lnTo>
                  <a:lnTo>
                    <a:pt x="38645" y="11632"/>
                  </a:lnTo>
                  <a:lnTo>
                    <a:pt x="37783" y="11873"/>
                  </a:lnTo>
                  <a:lnTo>
                    <a:pt x="36920" y="12073"/>
                  </a:lnTo>
                  <a:lnTo>
                    <a:pt x="36038" y="12274"/>
                  </a:lnTo>
                  <a:lnTo>
                    <a:pt x="35176" y="12474"/>
                  </a:lnTo>
                  <a:lnTo>
                    <a:pt x="34293" y="12635"/>
                  </a:lnTo>
                  <a:lnTo>
                    <a:pt x="33411" y="12795"/>
                  </a:lnTo>
                  <a:lnTo>
                    <a:pt x="32528" y="12936"/>
                  </a:lnTo>
                  <a:lnTo>
                    <a:pt x="31626" y="13056"/>
                  </a:lnTo>
                  <a:lnTo>
                    <a:pt x="30744" y="13156"/>
                  </a:lnTo>
                  <a:lnTo>
                    <a:pt x="29841" y="13256"/>
                  </a:lnTo>
                  <a:lnTo>
                    <a:pt x="28959" y="13317"/>
                  </a:lnTo>
                  <a:lnTo>
                    <a:pt x="28056" y="13377"/>
                  </a:lnTo>
                  <a:lnTo>
                    <a:pt x="27154" y="13417"/>
                  </a:lnTo>
                  <a:lnTo>
                    <a:pt x="26251" y="13437"/>
                  </a:lnTo>
                  <a:lnTo>
                    <a:pt x="25369" y="13457"/>
                  </a:lnTo>
                  <a:lnTo>
                    <a:pt x="25369" y="13457"/>
                  </a:lnTo>
                  <a:lnTo>
                    <a:pt x="24587" y="13437"/>
                  </a:lnTo>
                  <a:lnTo>
                    <a:pt x="23825" y="13437"/>
                  </a:lnTo>
                  <a:lnTo>
                    <a:pt x="23063" y="13397"/>
                  </a:lnTo>
                  <a:lnTo>
                    <a:pt x="22281" y="13357"/>
                  </a:lnTo>
                  <a:lnTo>
                    <a:pt x="21519" y="13297"/>
                  </a:lnTo>
                  <a:lnTo>
                    <a:pt x="20756" y="13236"/>
                  </a:lnTo>
                  <a:lnTo>
                    <a:pt x="19974" y="13156"/>
                  </a:lnTo>
                  <a:lnTo>
                    <a:pt x="19212" y="13056"/>
                  </a:lnTo>
                  <a:lnTo>
                    <a:pt x="19212" y="13056"/>
                  </a:lnTo>
                  <a:lnTo>
                    <a:pt x="18410" y="12956"/>
                  </a:lnTo>
                  <a:lnTo>
                    <a:pt x="17608" y="12835"/>
                  </a:lnTo>
                  <a:lnTo>
                    <a:pt x="16806" y="12695"/>
                  </a:lnTo>
                  <a:lnTo>
                    <a:pt x="16004" y="12554"/>
                  </a:lnTo>
                  <a:lnTo>
                    <a:pt x="15201" y="12374"/>
                  </a:lnTo>
                  <a:lnTo>
                    <a:pt x="14399" y="12214"/>
                  </a:lnTo>
                  <a:lnTo>
                    <a:pt x="13617" y="12013"/>
                  </a:lnTo>
                  <a:lnTo>
                    <a:pt x="12835" y="11792"/>
                  </a:lnTo>
                  <a:lnTo>
                    <a:pt x="12835" y="11792"/>
                  </a:lnTo>
                  <a:lnTo>
                    <a:pt x="12233" y="11612"/>
                  </a:lnTo>
                  <a:lnTo>
                    <a:pt x="11592" y="11391"/>
                  </a:lnTo>
                  <a:lnTo>
                    <a:pt x="11291" y="11271"/>
                  </a:lnTo>
                  <a:lnTo>
                    <a:pt x="10970" y="11131"/>
                  </a:lnTo>
                  <a:lnTo>
                    <a:pt x="10669" y="10970"/>
                  </a:lnTo>
                  <a:lnTo>
                    <a:pt x="10388" y="10810"/>
                  </a:lnTo>
                  <a:lnTo>
                    <a:pt x="10388" y="10810"/>
                  </a:lnTo>
                  <a:lnTo>
                    <a:pt x="9566" y="10629"/>
                  </a:lnTo>
                  <a:lnTo>
                    <a:pt x="8784" y="10429"/>
                  </a:lnTo>
                  <a:lnTo>
                    <a:pt x="8784" y="10429"/>
                  </a:lnTo>
                  <a:lnTo>
                    <a:pt x="7922" y="10188"/>
                  </a:lnTo>
                  <a:lnTo>
                    <a:pt x="7119" y="9907"/>
                  </a:lnTo>
                  <a:lnTo>
                    <a:pt x="6357" y="9627"/>
                  </a:lnTo>
                  <a:lnTo>
                    <a:pt x="5635" y="9346"/>
                  </a:lnTo>
                  <a:lnTo>
                    <a:pt x="4974" y="9045"/>
                  </a:lnTo>
                  <a:lnTo>
                    <a:pt x="4372" y="8724"/>
                  </a:lnTo>
                  <a:lnTo>
                    <a:pt x="3831" y="8423"/>
                  </a:lnTo>
                  <a:lnTo>
                    <a:pt x="3329" y="8122"/>
                  </a:lnTo>
                  <a:lnTo>
                    <a:pt x="2888" y="7802"/>
                  </a:lnTo>
                  <a:lnTo>
                    <a:pt x="2507" y="7501"/>
                  </a:lnTo>
                  <a:lnTo>
                    <a:pt x="2186" y="7220"/>
                  </a:lnTo>
                  <a:lnTo>
                    <a:pt x="1925" y="6939"/>
                  </a:lnTo>
                  <a:lnTo>
                    <a:pt x="1725" y="6679"/>
                  </a:lnTo>
                  <a:lnTo>
                    <a:pt x="1584" y="6438"/>
                  </a:lnTo>
                  <a:lnTo>
                    <a:pt x="1544" y="6318"/>
                  </a:lnTo>
                  <a:lnTo>
                    <a:pt x="1504" y="6197"/>
                  </a:lnTo>
                  <a:lnTo>
                    <a:pt x="1484" y="6097"/>
                  </a:lnTo>
                  <a:lnTo>
                    <a:pt x="1504" y="5997"/>
                  </a:lnTo>
                  <a:lnTo>
                    <a:pt x="1504" y="5997"/>
                  </a:lnTo>
                  <a:lnTo>
                    <a:pt x="1524" y="5856"/>
                  </a:lnTo>
                  <a:lnTo>
                    <a:pt x="1564" y="5736"/>
                  </a:lnTo>
                  <a:lnTo>
                    <a:pt x="1604" y="5596"/>
                  </a:lnTo>
                  <a:lnTo>
                    <a:pt x="1685" y="5455"/>
                  </a:lnTo>
                  <a:lnTo>
                    <a:pt x="1785" y="5315"/>
                  </a:lnTo>
                  <a:lnTo>
                    <a:pt x="1885" y="5174"/>
                  </a:lnTo>
                  <a:lnTo>
                    <a:pt x="2146" y="4874"/>
                  </a:lnTo>
                  <a:lnTo>
                    <a:pt x="2467" y="4593"/>
                  </a:lnTo>
                  <a:lnTo>
                    <a:pt x="2828" y="4312"/>
                  </a:lnTo>
                  <a:lnTo>
                    <a:pt x="3249" y="4011"/>
                  </a:lnTo>
                  <a:lnTo>
                    <a:pt x="3710" y="3730"/>
                  </a:lnTo>
                  <a:lnTo>
                    <a:pt x="4212" y="3470"/>
                  </a:lnTo>
                  <a:lnTo>
                    <a:pt x="4733" y="3209"/>
                  </a:lnTo>
                  <a:lnTo>
                    <a:pt x="5294" y="2948"/>
                  </a:lnTo>
                  <a:lnTo>
                    <a:pt x="5856" y="2728"/>
                  </a:lnTo>
                  <a:lnTo>
                    <a:pt x="6458" y="2507"/>
                  </a:lnTo>
                  <a:lnTo>
                    <a:pt x="7059" y="2307"/>
                  </a:lnTo>
                  <a:lnTo>
                    <a:pt x="7681" y="2126"/>
                  </a:lnTo>
                  <a:lnTo>
                    <a:pt x="8283" y="1966"/>
                  </a:lnTo>
                  <a:lnTo>
                    <a:pt x="8283" y="1966"/>
                  </a:lnTo>
                  <a:lnTo>
                    <a:pt x="8864" y="1845"/>
                  </a:lnTo>
                  <a:lnTo>
                    <a:pt x="9466" y="1725"/>
                  </a:lnTo>
                  <a:lnTo>
                    <a:pt x="10128" y="1605"/>
                  </a:lnTo>
                  <a:lnTo>
                    <a:pt x="10809" y="1504"/>
                  </a:lnTo>
                  <a:lnTo>
                    <a:pt x="12273" y="1324"/>
                  </a:lnTo>
                  <a:lnTo>
                    <a:pt x="13858" y="1164"/>
                  </a:lnTo>
                  <a:lnTo>
                    <a:pt x="15542" y="1063"/>
                  </a:lnTo>
                  <a:lnTo>
                    <a:pt x="17267" y="963"/>
                  </a:lnTo>
                  <a:lnTo>
                    <a:pt x="19032" y="923"/>
                  </a:lnTo>
                  <a:lnTo>
                    <a:pt x="20837" y="903"/>
                  </a:lnTo>
                  <a:lnTo>
                    <a:pt x="20837" y="903"/>
                  </a:lnTo>
                  <a:lnTo>
                    <a:pt x="21017" y="903"/>
                  </a:lnTo>
                  <a:lnTo>
                    <a:pt x="21017" y="903"/>
                  </a:lnTo>
                  <a:lnTo>
                    <a:pt x="22200" y="682"/>
                  </a:lnTo>
                  <a:lnTo>
                    <a:pt x="23404" y="482"/>
                  </a:lnTo>
                  <a:lnTo>
                    <a:pt x="24587" y="321"/>
                  </a:lnTo>
                  <a:lnTo>
                    <a:pt x="25790" y="181"/>
                  </a:lnTo>
                  <a:lnTo>
                    <a:pt x="25790" y="181"/>
                  </a:lnTo>
                  <a:lnTo>
                    <a:pt x="24406" y="101"/>
                  </a:lnTo>
                  <a:lnTo>
                    <a:pt x="23003" y="40"/>
                  </a:lnTo>
                  <a:lnTo>
                    <a:pt x="21559" y="0"/>
                  </a:lnTo>
                  <a:lnTo>
                    <a:pt x="2011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7" name="Google Shape;7427;p35"/>
            <p:cNvSpPr/>
            <p:nvPr/>
          </p:nvSpPr>
          <p:spPr>
            <a:xfrm>
              <a:off x="11223475" y="4170988"/>
              <a:ext cx="943075" cy="265250"/>
            </a:xfrm>
            <a:custGeom>
              <a:avLst/>
              <a:gdLst/>
              <a:ahLst/>
              <a:cxnLst/>
              <a:rect l="l" t="t" r="r" b="b"/>
              <a:pathLst>
                <a:path w="37723" h="10610" extrusionOk="0">
                  <a:moveTo>
                    <a:pt x="18771" y="1"/>
                  </a:moveTo>
                  <a:lnTo>
                    <a:pt x="17708" y="21"/>
                  </a:lnTo>
                  <a:lnTo>
                    <a:pt x="16665" y="41"/>
                  </a:lnTo>
                  <a:lnTo>
                    <a:pt x="15623" y="81"/>
                  </a:lnTo>
                  <a:lnTo>
                    <a:pt x="14600" y="121"/>
                  </a:lnTo>
                  <a:lnTo>
                    <a:pt x="13577" y="181"/>
                  </a:lnTo>
                  <a:lnTo>
                    <a:pt x="12594" y="262"/>
                  </a:lnTo>
                  <a:lnTo>
                    <a:pt x="11652" y="342"/>
                  </a:lnTo>
                  <a:lnTo>
                    <a:pt x="10729" y="422"/>
                  </a:lnTo>
                  <a:lnTo>
                    <a:pt x="9847" y="542"/>
                  </a:lnTo>
                  <a:lnTo>
                    <a:pt x="9005" y="643"/>
                  </a:lnTo>
                  <a:lnTo>
                    <a:pt x="8222" y="783"/>
                  </a:lnTo>
                  <a:lnTo>
                    <a:pt x="7480" y="903"/>
                  </a:lnTo>
                  <a:lnTo>
                    <a:pt x="6799" y="1064"/>
                  </a:lnTo>
                  <a:lnTo>
                    <a:pt x="6197" y="1224"/>
                  </a:lnTo>
                  <a:lnTo>
                    <a:pt x="5575" y="1405"/>
                  </a:lnTo>
                  <a:lnTo>
                    <a:pt x="4974" y="1605"/>
                  </a:lnTo>
                  <a:lnTo>
                    <a:pt x="4372" y="1826"/>
                  </a:lnTo>
                  <a:lnTo>
                    <a:pt x="3810" y="2046"/>
                  </a:lnTo>
                  <a:lnTo>
                    <a:pt x="3249" y="2307"/>
                  </a:lnTo>
                  <a:lnTo>
                    <a:pt x="2728" y="2568"/>
                  </a:lnTo>
                  <a:lnTo>
                    <a:pt x="2226" y="2828"/>
                  </a:lnTo>
                  <a:lnTo>
                    <a:pt x="1765" y="3109"/>
                  </a:lnTo>
                  <a:lnTo>
                    <a:pt x="1344" y="3410"/>
                  </a:lnTo>
                  <a:lnTo>
                    <a:pt x="983" y="3691"/>
                  </a:lnTo>
                  <a:lnTo>
                    <a:pt x="662" y="3972"/>
                  </a:lnTo>
                  <a:lnTo>
                    <a:pt x="401" y="4272"/>
                  </a:lnTo>
                  <a:lnTo>
                    <a:pt x="301" y="4413"/>
                  </a:lnTo>
                  <a:lnTo>
                    <a:pt x="201" y="4553"/>
                  </a:lnTo>
                  <a:lnTo>
                    <a:pt x="120" y="4694"/>
                  </a:lnTo>
                  <a:lnTo>
                    <a:pt x="80" y="4834"/>
                  </a:lnTo>
                  <a:lnTo>
                    <a:pt x="40" y="4954"/>
                  </a:lnTo>
                  <a:lnTo>
                    <a:pt x="20" y="5095"/>
                  </a:lnTo>
                  <a:lnTo>
                    <a:pt x="0" y="5195"/>
                  </a:lnTo>
                  <a:lnTo>
                    <a:pt x="20" y="5295"/>
                  </a:lnTo>
                  <a:lnTo>
                    <a:pt x="60" y="5416"/>
                  </a:lnTo>
                  <a:lnTo>
                    <a:pt x="100" y="5536"/>
                  </a:lnTo>
                  <a:lnTo>
                    <a:pt x="241" y="5777"/>
                  </a:lnTo>
                  <a:lnTo>
                    <a:pt x="441" y="6037"/>
                  </a:lnTo>
                  <a:lnTo>
                    <a:pt x="702" y="6318"/>
                  </a:lnTo>
                  <a:lnTo>
                    <a:pt x="1023" y="6599"/>
                  </a:lnTo>
                  <a:lnTo>
                    <a:pt x="1404" y="6900"/>
                  </a:lnTo>
                  <a:lnTo>
                    <a:pt x="1845" y="7220"/>
                  </a:lnTo>
                  <a:lnTo>
                    <a:pt x="2347" y="7521"/>
                  </a:lnTo>
                  <a:lnTo>
                    <a:pt x="2888" y="7822"/>
                  </a:lnTo>
                  <a:lnTo>
                    <a:pt x="3490" y="8143"/>
                  </a:lnTo>
                  <a:lnTo>
                    <a:pt x="4151" y="8444"/>
                  </a:lnTo>
                  <a:lnTo>
                    <a:pt x="4873" y="8725"/>
                  </a:lnTo>
                  <a:lnTo>
                    <a:pt x="5635" y="9005"/>
                  </a:lnTo>
                  <a:lnTo>
                    <a:pt x="6438" y="9286"/>
                  </a:lnTo>
                  <a:lnTo>
                    <a:pt x="7300" y="9527"/>
                  </a:lnTo>
                  <a:lnTo>
                    <a:pt x="7962" y="9707"/>
                  </a:lnTo>
                  <a:lnTo>
                    <a:pt x="8664" y="9868"/>
                  </a:lnTo>
                  <a:lnTo>
                    <a:pt x="9386" y="10008"/>
                  </a:lnTo>
                  <a:lnTo>
                    <a:pt x="10128" y="10148"/>
                  </a:lnTo>
                  <a:lnTo>
                    <a:pt x="10890" y="10269"/>
                  </a:lnTo>
                  <a:lnTo>
                    <a:pt x="11672" y="10369"/>
                  </a:lnTo>
                  <a:lnTo>
                    <a:pt x="12494" y="10469"/>
                  </a:lnTo>
                  <a:lnTo>
                    <a:pt x="13336" y="10529"/>
                  </a:lnTo>
                  <a:lnTo>
                    <a:pt x="14139" y="10590"/>
                  </a:lnTo>
                  <a:lnTo>
                    <a:pt x="14981" y="10610"/>
                  </a:lnTo>
                  <a:lnTo>
                    <a:pt x="16706" y="10610"/>
                  </a:lnTo>
                  <a:lnTo>
                    <a:pt x="17608" y="10590"/>
                  </a:lnTo>
                  <a:lnTo>
                    <a:pt x="18510" y="10549"/>
                  </a:lnTo>
                  <a:lnTo>
                    <a:pt x="19433" y="10489"/>
                  </a:lnTo>
                  <a:lnTo>
                    <a:pt x="20355" y="10409"/>
                  </a:lnTo>
                  <a:lnTo>
                    <a:pt x="21278" y="10329"/>
                  </a:lnTo>
                  <a:lnTo>
                    <a:pt x="22220" y="10229"/>
                  </a:lnTo>
                  <a:lnTo>
                    <a:pt x="24086" y="9988"/>
                  </a:lnTo>
                  <a:lnTo>
                    <a:pt x="25911" y="9727"/>
                  </a:lnTo>
                  <a:lnTo>
                    <a:pt x="27695" y="9426"/>
                  </a:lnTo>
                  <a:lnTo>
                    <a:pt x="29420" y="9086"/>
                  </a:lnTo>
                  <a:lnTo>
                    <a:pt x="31024" y="8725"/>
                  </a:lnTo>
                  <a:lnTo>
                    <a:pt x="32508" y="8364"/>
                  </a:lnTo>
                  <a:lnTo>
                    <a:pt x="33852" y="8003"/>
                  </a:lnTo>
                  <a:lnTo>
                    <a:pt x="34454" y="7802"/>
                  </a:lnTo>
                  <a:lnTo>
                    <a:pt x="35015" y="7622"/>
                  </a:lnTo>
                  <a:lnTo>
                    <a:pt x="35517" y="7441"/>
                  </a:lnTo>
                  <a:lnTo>
                    <a:pt x="35978" y="7261"/>
                  </a:lnTo>
                  <a:lnTo>
                    <a:pt x="36379" y="7080"/>
                  </a:lnTo>
                  <a:lnTo>
                    <a:pt x="36720" y="6900"/>
                  </a:lnTo>
                  <a:lnTo>
                    <a:pt x="37021" y="6739"/>
                  </a:lnTo>
                  <a:lnTo>
                    <a:pt x="37241" y="6579"/>
                  </a:lnTo>
                  <a:lnTo>
                    <a:pt x="37402" y="6418"/>
                  </a:lnTo>
                  <a:lnTo>
                    <a:pt x="37522" y="6238"/>
                  </a:lnTo>
                  <a:lnTo>
                    <a:pt x="37622" y="6057"/>
                  </a:lnTo>
                  <a:lnTo>
                    <a:pt x="37683" y="5877"/>
                  </a:lnTo>
                  <a:lnTo>
                    <a:pt x="37723" y="5696"/>
                  </a:lnTo>
                  <a:lnTo>
                    <a:pt x="37703" y="5496"/>
                  </a:lnTo>
                  <a:lnTo>
                    <a:pt x="37662" y="5295"/>
                  </a:lnTo>
                  <a:lnTo>
                    <a:pt x="37602" y="5095"/>
                  </a:lnTo>
                  <a:lnTo>
                    <a:pt x="37502" y="4894"/>
                  </a:lnTo>
                  <a:lnTo>
                    <a:pt x="37382" y="4694"/>
                  </a:lnTo>
                  <a:lnTo>
                    <a:pt x="37241" y="4473"/>
                  </a:lnTo>
                  <a:lnTo>
                    <a:pt x="37061" y="4272"/>
                  </a:lnTo>
                  <a:lnTo>
                    <a:pt x="36860" y="4072"/>
                  </a:lnTo>
                  <a:lnTo>
                    <a:pt x="36640" y="3851"/>
                  </a:lnTo>
                  <a:lnTo>
                    <a:pt x="36399" y="3651"/>
                  </a:lnTo>
                  <a:lnTo>
                    <a:pt x="36138" y="3430"/>
                  </a:lnTo>
                  <a:lnTo>
                    <a:pt x="35858" y="3230"/>
                  </a:lnTo>
                  <a:lnTo>
                    <a:pt x="35577" y="3029"/>
                  </a:lnTo>
                  <a:lnTo>
                    <a:pt x="34935" y="2628"/>
                  </a:lnTo>
                  <a:lnTo>
                    <a:pt x="34233" y="2267"/>
                  </a:lnTo>
                  <a:lnTo>
                    <a:pt x="33491" y="1906"/>
                  </a:lnTo>
                  <a:lnTo>
                    <a:pt x="32709" y="1585"/>
                  </a:lnTo>
                  <a:lnTo>
                    <a:pt x="31907" y="1304"/>
                  </a:lnTo>
                  <a:lnTo>
                    <a:pt x="31085" y="1064"/>
                  </a:lnTo>
                  <a:lnTo>
                    <a:pt x="30242" y="863"/>
                  </a:lnTo>
                  <a:lnTo>
                    <a:pt x="29400" y="703"/>
                  </a:lnTo>
                  <a:lnTo>
                    <a:pt x="28477" y="542"/>
                  </a:lnTo>
                  <a:lnTo>
                    <a:pt x="27495" y="422"/>
                  </a:lnTo>
                  <a:lnTo>
                    <a:pt x="26472" y="302"/>
                  </a:lnTo>
                  <a:lnTo>
                    <a:pt x="25389" y="221"/>
                  </a:lnTo>
                  <a:lnTo>
                    <a:pt x="24266" y="141"/>
                  </a:lnTo>
                  <a:lnTo>
                    <a:pt x="23103" y="81"/>
                  </a:lnTo>
                  <a:lnTo>
                    <a:pt x="21920" y="41"/>
                  </a:lnTo>
                  <a:lnTo>
                    <a:pt x="2087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8" name="Google Shape;7428;p35"/>
            <p:cNvSpPr/>
            <p:nvPr/>
          </p:nvSpPr>
          <p:spPr>
            <a:xfrm>
              <a:off x="11223475" y="4170988"/>
              <a:ext cx="943075" cy="265250"/>
            </a:xfrm>
            <a:custGeom>
              <a:avLst/>
              <a:gdLst/>
              <a:ahLst/>
              <a:cxnLst/>
              <a:rect l="l" t="t" r="r" b="b"/>
              <a:pathLst>
                <a:path w="37723" h="10610" fill="none" extrusionOk="0">
                  <a:moveTo>
                    <a:pt x="37241" y="6579"/>
                  </a:moveTo>
                  <a:lnTo>
                    <a:pt x="37241" y="6579"/>
                  </a:lnTo>
                  <a:lnTo>
                    <a:pt x="37021" y="6739"/>
                  </a:lnTo>
                  <a:lnTo>
                    <a:pt x="36720" y="6900"/>
                  </a:lnTo>
                  <a:lnTo>
                    <a:pt x="36379" y="7080"/>
                  </a:lnTo>
                  <a:lnTo>
                    <a:pt x="35978" y="7261"/>
                  </a:lnTo>
                  <a:lnTo>
                    <a:pt x="35517" y="7441"/>
                  </a:lnTo>
                  <a:lnTo>
                    <a:pt x="35015" y="7622"/>
                  </a:lnTo>
                  <a:lnTo>
                    <a:pt x="34454" y="7802"/>
                  </a:lnTo>
                  <a:lnTo>
                    <a:pt x="33852" y="8003"/>
                  </a:lnTo>
                  <a:lnTo>
                    <a:pt x="32508" y="8364"/>
                  </a:lnTo>
                  <a:lnTo>
                    <a:pt x="31024" y="8725"/>
                  </a:lnTo>
                  <a:lnTo>
                    <a:pt x="29420" y="9086"/>
                  </a:lnTo>
                  <a:lnTo>
                    <a:pt x="27695" y="9426"/>
                  </a:lnTo>
                  <a:lnTo>
                    <a:pt x="25911" y="9727"/>
                  </a:lnTo>
                  <a:lnTo>
                    <a:pt x="24086" y="9988"/>
                  </a:lnTo>
                  <a:lnTo>
                    <a:pt x="22220" y="10229"/>
                  </a:lnTo>
                  <a:lnTo>
                    <a:pt x="21278" y="10329"/>
                  </a:lnTo>
                  <a:lnTo>
                    <a:pt x="20355" y="10409"/>
                  </a:lnTo>
                  <a:lnTo>
                    <a:pt x="19433" y="10489"/>
                  </a:lnTo>
                  <a:lnTo>
                    <a:pt x="18510" y="10549"/>
                  </a:lnTo>
                  <a:lnTo>
                    <a:pt x="17608" y="10590"/>
                  </a:lnTo>
                  <a:lnTo>
                    <a:pt x="16706" y="10610"/>
                  </a:lnTo>
                  <a:lnTo>
                    <a:pt x="15823" y="10610"/>
                  </a:lnTo>
                  <a:lnTo>
                    <a:pt x="14981" y="10610"/>
                  </a:lnTo>
                  <a:lnTo>
                    <a:pt x="14139" y="10590"/>
                  </a:lnTo>
                  <a:lnTo>
                    <a:pt x="13336" y="10529"/>
                  </a:lnTo>
                  <a:lnTo>
                    <a:pt x="13336" y="10529"/>
                  </a:lnTo>
                  <a:lnTo>
                    <a:pt x="12494" y="10469"/>
                  </a:lnTo>
                  <a:lnTo>
                    <a:pt x="11672" y="10369"/>
                  </a:lnTo>
                  <a:lnTo>
                    <a:pt x="10890" y="10269"/>
                  </a:lnTo>
                  <a:lnTo>
                    <a:pt x="10128" y="10148"/>
                  </a:lnTo>
                  <a:lnTo>
                    <a:pt x="9386" y="10008"/>
                  </a:lnTo>
                  <a:lnTo>
                    <a:pt x="8664" y="9868"/>
                  </a:lnTo>
                  <a:lnTo>
                    <a:pt x="7962" y="9707"/>
                  </a:lnTo>
                  <a:lnTo>
                    <a:pt x="7300" y="9527"/>
                  </a:lnTo>
                  <a:lnTo>
                    <a:pt x="7300" y="9527"/>
                  </a:lnTo>
                  <a:lnTo>
                    <a:pt x="6438" y="9286"/>
                  </a:lnTo>
                  <a:lnTo>
                    <a:pt x="5635" y="9005"/>
                  </a:lnTo>
                  <a:lnTo>
                    <a:pt x="4873" y="8725"/>
                  </a:lnTo>
                  <a:lnTo>
                    <a:pt x="4151" y="8444"/>
                  </a:lnTo>
                  <a:lnTo>
                    <a:pt x="3490" y="8143"/>
                  </a:lnTo>
                  <a:lnTo>
                    <a:pt x="2888" y="7822"/>
                  </a:lnTo>
                  <a:lnTo>
                    <a:pt x="2347" y="7521"/>
                  </a:lnTo>
                  <a:lnTo>
                    <a:pt x="1845" y="7220"/>
                  </a:lnTo>
                  <a:lnTo>
                    <a:pt x="1404" y="6900"/>
                  </a:lnTo>
                  <a:lnTo>
                    <a:pt x="1023" y="6599"/>
                  </a:lnTo>
                  <a:lnTo>
                    <a:pt x="702" y="6318"/>
                  </a:lnTo>
                  <a:lnTo>
                    <a:pt x="441" y="6037"/>
                  </a:lnTo>
                  <a:lnTo>
                    <a:pt x="241" y="5777"/>
                  </a:lnTo>
                  <a:lnTo>
                    <a:pt x="100" y="5536"/>
                  </a:lnTo>
                  <a:lnTo>
                    <a:pt x="60" y="5416"/>
                  </a:lnTo>
                  <a:lnTo>
                    <a:pt x="20" y="5295"/>
                  </a:lnTo>
                  <a:lnTo>
                    <a:pt x="0" y="5195"/>
                  </a:lnTo>
                  <a:lnTo>
                    <a:pt x="20" y="5095"/>
                  </a:lnTo>
                  <a:lnTo>
                    <a:pt x="20" y="5095"/>
                  </a:lnTo>
                  <a:lnTo>
                    <a:pt x="40" y="4954"/>
                  </a:lnTo>
                  <a:lnTo>
                    <a:pt x="80" y="4834"/>
                  </a:lnTo>
                  <a:lnTo>
                    <a:pt x="120" y="4694"/>
                  </a:lnTo>
                  <a:lnTo>
                    <a:pt x="201" y="4553"/>
                  </a:lnTo>
                  <a:lnTo>
                    <a:pt x="301" y="4413"/>
                  </a:lnTo>
                  <a:lnTo>
                    <a:pt x="401" y="4272"/>
                  </a:lnTo>
                  <a:lnTo>
                    <a:pt x="662" y="3972"/>
                  </a:lnTo>
                  <a:lnTo>
                    <a:pt x="983" y="3691"/>
                  </a:lnTo>
                  <a:lnTo>
                    <a:pt x="1344" y="3410"/>
                  </a:lnTo>
                  <a:lnTo>
                    <a:pt x="1765" y="3109"/>
                  </a:lnTo>
                  <a:lnTo>
                    <a:pt x="2226" y="2828"/>
                  </a:lnTo>
                  <a:lnTo>
                    <a:pt x="2728" y="2568"/>
                  </a:lnTo>
                  <a:lnTo>
                    <a:pt x="3249" y="2307"/>
                  </a:lnTo>
                  <a:lnTo>
                    <a:pt x="3810" y="2046"/>
                  </a:lnTo>
                  <a:lnTo>
                    <a:pt x="4372" y="1826"/>
                  </a:lnTo>
                  <a:lnTo>
                    <a:pt x="4974" y="1605"/>
                  </a:lnTo>
                  <a:lnTo>
                    <a:pt x="5575" y="1405"/>
                  </a:lnTo>
                  <a:lnTo>
                    <a:pt x="6197" y="1224"/>
                  </a:lnTo>
                  <a:lnTo>
                    <a:pt x="6799" y="1064"/>
                  </a:lnTo>
                  <a:lnTo>
                    <a:pt x="6799" y="1064"/>
                  </a:lnTo>
                  <a:lnTo>
                    <a:pt x="7480" y="903"/>
                  </a:lnTo>
                  <a:lnTo>
                    <a:pt x="8222" y="783"/>
                  </a:lnTo>
                  <a:lnTo>
                    <a:pt x="9005" y="643"/>
                  </a:lnTo>
                  <a:lnTo>
                    <a:pt x="9847" y="542"/>
                  </a:lnTo>
                  <a:lnTo>
                    <a:pt x="10729" y="422"/>
                  </a:lnTo>
                  <a:lnTo>
                    <a:pt x="11652" y="342"/>
                  </a:lnTo>
                  <a:lnTo>
                    <a:pt x="12594" y="262"/>
                  </a:lnTo>
                  <a:lnTo>
                    <a:pt x="13577" y="181"/>
                  </a:lnTo>
                  <a:lnTo>
                    <a:pt x="14600" y="121"/>
                  </a:lnTo>
                  <a:lnTo>
                    <a:pt x="15623" y="81"/>
                  </a:lnTo>
                  <a:lnTo>
                    <a:pt x="16665" y="41"/>
                  </a:lnTo>
                  <a:lnTo>
                    <a:pt x="17708" y="21"/>
                  </a:lnTo>
                  <a:lnTo>
                    <a:pt x="18771" y="1"/>
                  </a:lnTo>
                  <a:lnTo>
                    <a:pt x="19814" y="1"/>
                  </a:lnTo>
                  <a:lnTo>
                    <a:pt x="20877" y="1"/>
                  </a:lnTo>
                  <a:lnTo>
                    <a:pt x="21920" y="41"/>
                  </a:lnTo>
                  <a:lnTo>
                    <a:pt x="21920" y="41"/>
                  </a:lnTo>
                  <a:lnTo>
                    <a:pt x="21920" y="41"/>
                  </a:lnTo>
                  <a:lnTo>
                    <a:pt x="23103" y="81"/>
                  </a:lnTo>
                  <a:lnTo>
                    <a:pt x="24266" y="141"/>
                  </a:lnTo>
                  <a:lnTo>
                    <a:pt x="25389" y="221"/>
                  </a:lnTo>
                  <a:lnTo>
                    <a:pt x="26472" y="302"/>
                  </a:lnTo>
                  <a:lnTo>
                    <a:pt x="27495" y="422"/>
                  </a:lnTo>
                  <a:lnTo>
                    <a:pt x="28477" y="542"/>
                  </a:lnTo>
                  <a:lnTo>
                    <a:pt x="29400" y="703"/>
                  </a:lnTo>
                  <a:lnTo>
                    <a:pt x="30242" y="863"/>
                  </a:lnTo>
                  <a:lnTo>
                    <a:pt x="30242" y="863"/>
                  </a:lnTo>
                  <a:lnTo>
                    <a:pt x="31085" y="1064"/>
                  </a:lnTo>
                  <a:lnTo>
                    <a:pt x="31907" y="1304"/>
                  </a:lnTo>
                  <a:lnTo>
                    <a:pt x="32709" y="1585"/>
                  </a:lnTo>
                  <a:lnTo>
                    <a:pt x="33491" y="1906"/>
                  </a:lnTo>
                  <a:lnTo>
                    <a:pt x="34233" y="2267"/>
                  </a:lnTo>
                  <a:lnTo>
                    <a:pt x="34935" y="2628"/>
                  </a:lnTo>
                  <a:lnTo>
                    <a:pt x="35577" y="3029"/>
                  </a:lnTo>
                  <a:lnTo>
                    <a:pt x="35858" y="3230"/>
                  </a:lnTo>
                  <a:lnTo>
                    <a:pt x="36138" y="3430"/>
                  </a:lnTo>
                  <a:lnTo>
                    <a:pt x="36399" y="3651"/>
                  </a:lnTo>
                  <a:lnTo>
                    <a:pt x="36640" y="3851"/>
                  </a:lnTo>
                  <a:lnTo>
                    <a:pt x="36860" y="4072"/>
                  </a:lnTo>
                  <a:lnTo>
                    <a:pt x="37061" y="4272"/>
                  </a:lnTo>
                  <a:lnTo>
                    <a:pt x="37241" y="4473"/>
                  </a:lnTo>
                  <a:lnTo>
                    <a:pt x="37382" y="4694"/>
                  </a:lnTo>
                  <a:lnTo>
                    <a:pt x="37502" y="4894"/>
                  </a:lnTo>
                  <a:lnTo>
                    <a:pt x="37602" y="5095"/>
                  </a:lnTo>
                  <a:lnTo>
                    <a:pt x="37662" y="5295"/>
                  </a:lnTo>
                  <a:lnTo>
                    <a:pt x="37703" y="5496"/>
                  </a:lnTo>
                  <a:lnTo>
                    <a:pt x="37723" y="5696"/>
                  </a:lnTo>
                  <a:lnTo>
                    <a:pt x="37683" y="5877"/>
                  </a:lnTo>
                  <a:lnTo>
                    <a:pt x="37622" y="6057"/>
                  </a:lnTo>
                  <a:lnTo>
                    <a:pt x="37522" y="6238"/>
                  </a:lnTo>
                  <a:lnTo>
                    <a:pt x="37402" y="6418"/>
                  </a:lnTo>
                  <a:lnTo>
                    <a:pt x="37241" y="6579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9" name="Google Shape;7429;p35"/>
            <p:cNvSpPr/>
            <p:nvPr/>
          </p:nvSpPr>
          <p:spPr>
            <a:xfrm>
              <a:off x="11405950" y="4171988"/>
              <a:ext cx="759600" cy="264250"/>
            </a:xfrm>
            <a:custGeom>
              <a:avLst/>
              <a:gdLst/>
              <a:ahLst/>
              <a:cxnLst/>
              <a:rect l="l" t="t" r="r" b="b"/>
              <a:pathLst>
                <a:path w="30384" h="10570" extrusionOk="0">
                  <a:moveTo>
                    <a:pt x="14621" y="1"/>
                  </a:moveTo>
                  <a:lnTo>
                    <a:pt x="15423" y="121"/>
                  </a:lnTo>
                  <a:lnTo>
                    <a:pt x="16225" y="282"/>
                  </a:lnTo>
                  <a:lnTo>
                    <a:pt x="17067" y="442"/>
                  </a:lnTo>
                  <a:lnTo>
                    <a:pt x="17569" y="242"/>
                  </a:lnTo>
                  <a:lnTo>
                    <a:pt x="17789" y="161"/>
                  </a:lnTo>
                  <a:lnTo>
                    <a:pt x="16245" y="61"/>
                  </a:lnTo>
                  <a:lnTo>
                    <a:pt x="14621" y="1"/>
                  </a:lnTo>
                  <a:close/>
                  <a:moveTo>
                    <a:pt x="20396" y="402"/>
                  </a:moveTo>
                  <a:lnTo>
                    <a:pt x="19033" y="923"/>
                  </a:lnTo>
                  <a:lnTo>
                    <a:pt x="19434" y="1044"/>
                  </a:lnTo>
                  <a:lnTo>
                    <a:pt x="19795" y="1184"/>
                  </a:lnTo>
                  <a:lnTo>
                    <a:pt x="20176" y="1345"/>
                  </a:lnTo>
                  <a:lnTo>
                    <a:pt x="20517" y="1545"/>
                  </a:lnTo>
                  <a:lnTo>
                    <a:pt x="20858" y="1746"/>
                  </a:lnTo>
                  <a:lnTo>
                    <a:pt x="21178" y="1966"/>
                  </a:lnTo>
                  <a:lnTo>
                    <a:pt x="21479" y="2227"/>
                  </a:lnTo>
                  <a:lnTo>
                    <a:pt x="21740" y="2508"/>
                  </a:lnTo>
                  <a:lnTo>
                    <a:pt x="21900" y="2668"/>
                  </a:lnTo>
                  <a:lnTo>
                    <a:pt x="22021" y="2849"/>
                  </a:lnTo>
                  <a:lnTo>
                    <a:pt x="22141" y="3049"/>
                  </a:lnTo>
                  <a:lnTo>
                    <a:pt x="22241" y="3230"/>
                  </a:lnTo>
                  <a:lnTo>
                    <a:pt x="22342" y="3430"/>
                  </a:lnTo>
                  <a:lnTo>
                    <a:pt x="22402" y="3631"/>
                  </a:lnTo>
                  <a:lnTo>
                    <a:pt x="22462" y="3851"/>
                  </a:lnTo>
                  <a:lnTo>
                    <a:pt x="22522" y="4052"/>
                  </a:lnTo>
                  <a:lnTo>
                    <a:pt x="22542" y="4273"/>
                  </a:lnTo>
                  <a:lnTo>
                    <a:pt x="22562" y="4473"/>
                  </a:lnTo>
                  <a:lnTo>
                    <a:pt x="22542" y="4694"/>
                  </a:lnTo>
                  <a:lnTo>
                    <a:pt x="22522" y="4914"/>
                  </a:lnTo>
                  <a:lnTo>
                    <a:pt x="22462" y="5115"/>
                  </a:lnTo>
                  <a:lnTo>
                    <a:pt x="22402" y="5335"/>
                  </a:lnTo>
                  <a:lnTo>
                    <a:pt x="22302" y="5536"/>
                  </a:lnTo>
                  <a:lnTo>
                    <a:pt x="22201" y="5737"/>
                  </a:lnTo>
                  <a:lnTo>
                    <a:pt x="22201" y="5737"/>
                  </a:lnTo>
                  <a:lnTo>
                    <a:pt x="22342" y="5716"/>
                  </a:lnTo>
                  <a:lnTo>
                    <a:pt x="24608" y="5576"/>
                  </a:lnTo>
                  <a:lnTo>
                    <a:pt x="26734" y="5436"/>
                  </a:lnTo>
                  <a:lnTo>
                    <a:pt x="28679" y="5335"/>
                  </a:lnTo>
                  <a:lnTo>
                    <a:pt x="30384" y="5275"/>
                  </a:lnTo>
                  <a:lnTo>
                    <a:pt x="30323" y="5115"/>
                  </a:lnTo>
                  <a:lnTo>
                    <a:pt x="30263" y="4954"/>
                  </a:lnTo>
                  <a:lnTo>
                    <a:pt x="30183" y="4794"/>
                  </a:lnTo>
                  <a:lnTo>
                    <a:pt x="30083" y="4634"/>
                  </a:lnTo>
                  <a:lnTo>
                    <a:pt x="29822" y="4313"/>
                  </a:lnTo>
                  <a:lnTo>
                    <a:pt x="29521" y="3972"/>
                  </a:lnTo>
                  <a:lnTo>
                    <a:pt x="29160" y="3651"/>
                  </a:lnTo>
                  <a:lnTo>
                    <a:pt x="28759" y="3330"/>
                  </a:lnTo>
                  <a:lnTo>
                    <a:pt x="28298" y="3009"/>
                  </a:lnTo>
                  <a:lnTo>
                    <a:pt x="27796" y="2688"/>
                  </a:lnTo>
                  <a:lnTo>
                    <a:pt x="27275" y="2407"/>
                  </a:lnTo>
                  <a:lnTo>
                    <a:pt x="26714" y="2107"/>
                  </a:lnTo>
                  <a:lnTo>
                    <a:pt x="26112" y="1846"/>
                  </a:lnTo>
                  <a:lnTo>
                    <a:pt x="25510" y="1585"/>
                  </a:lnTo>
                  <a:lnTo>
                    <a:pt x="24889" y="1365"/>
                  </a:lnTo>
                  <a:lnTo>
                    <a:pt x="24247" y="1164"/>
                  </a:lnTo>
                  <a:lnTo>
                    <a:pt x="23605" y="964"/>
                  </a:lnTo>
                  <a:lnTo>
                    <a:pt x="22943" y="823"/>
                  </a:lnTo>
                  <a:lnTo>
                    <a:pt x="22362" y="703"/>
                  </a:lnTo>
                  <a:lnTo>
                    <a:pt x="21740" y="603"/>
                  </a:lnTo>
                  <a:lnTo>
                    <a:pt x="21078" y="502"/>
                  </a:lnTo>
                  <a:lnTo>
                    <a:pt x="20396" y="402"/>
                  </a:lnTo>
                  <a:close/>
                  <a:moveTo>
                    <a:pt x="29962" y="6499"/>
                  </a:moveTo>
                  <a:lnTo>
                    <a:pt x="26373" y="6679"/>
                  </a:lnTo>
                  <a:lnTo>
                    <a:pt x="22502" y="6880"/>
                  </a:lnTo>
                  <a:lnTo>
                    <a:pt x="22302" y="6880"/>
                  </a:lnTo>
                  <a:lnTo>
                    <a:pt x="21860" y="6920"/>
                  </a:lnTo>
                  <a:lnTo>
                    <a:pt x="20878" y="6960"/>
                  </a:lnTo>
                  <a:lnTo>
                    <a:pt x="20838" y="6960"/>
                  </a:lnTo>
                  <a:lnTo>
                    <a:pt x="20497" y="7160"/>
                  </a:lnTo>
                  <a:lnTo>
                    <a:pt x="20136" y="7321"/>
                  </a:lnTo>
                  <a:lnTo>
                    <a:pt x="19775" y="7481"/>
                  </a:lnTo>
                  <a:lnTo>
                    <a:pt x="19434" y="7622"/>
                  </a:lnTo>
                  <a:lnTo>
                    <a:pt x="18692" y="7882"/>
                  </a:lnTo>
                  <a:lnTo>
                    <a:pt x="17950" y="8123"/>
                  </a:lnTo>
                  <a:lnTo>
                    <a:pt x="17188" y="8324"/>
                  </a:lnTo>
                  <a:lnTo>
                    <a:pt x="16426" y="8504"/>
                  </a:lnTo>
                  <a:lnTo>
                    <a:pt x="15664" y="8644"/>
                  </a:lnTo>
                  <a:lnTo>
                    <a:pt x="14901" y="8785"/>
                  </a:lnTo>
                  <a:lnTo>
                    <a:pt x="13357" y="9025"/>
                  </a:lnTo>
                  <a:lnTo>
                    <a:pt x="12375" y="9166"/>
                  </a:lnTo>
                  <a:lnTo>
                    <a:pt x="11392" y="9286"/>
                  </a:lnTo>
                  <a:lnTo>
                    <a:pt x="10409" y="9366"/>
                  </a:lnTo>
                  <a:lnTo>
                    <a:pt x="9427" y="9447"/>
                  </a:lnTo>
                  <a:lnTo>
                    <a:pt x="8444" y="9507"/>
                  </a:lnTo>
                  <a:lnTo>
                    <a:pt x="7461" y="9567"/>
                  </a:lnTo>
                  <a:lnTo>
                    <a:pt x="6479" y="9587"/>
                  </a:lnTo>
                  <a:lnTo>
                    <a:pt x="4172" y="9587"/>
                  </a:lnTo>
                  <a:lnTo>
                    <a:pt x="2869" y="9527"/>
                  </a:lnTo>
                  <a:lnTo>
                    <a:pt x="1545" y="9467"/>
                  </a:lnTo>
                  <a:lnTo>
                    <a:pt x="242" y="9346"/>
                  </a:lnTo>
                  <a:lnTo>
                    <a:pt x="222" y="9346"/>
                  </a:lnTo>
                  <a:lnTo>
                    <a:pt x="141" y="9366"/>
                  </a:lnTo>
                  <a:lnTo>
                    <a:pt x="81" y="9386"/>
                  </a:lnTo>
                  <a:lnTo>
                    <a:pt x="41" y="9427"/>
                  </a:lnTo>
                  <a:lnTo>
                    <a:pt x="1" y="9487"/>
                  </a:lnTo>
                  <a:lnTo>
                    <a:pt x="663" y="9667"/>
                  </a:lnTo>
                  <a:lnTo>
                    <a:pt x="1365" y="9828"/>
                  </a:lnTo>
                  <a:lnTo>
                    <a:pt x="2087" y="9968"/>
                  </a:lnTo>
                  <a:lnTo>
                    <a:pt x="2829" y="10108"/>
                  </a:lnTo>
                  <a:lnTo>
                    <a:pt x="3591" y="10229"/>
                  </a:lnTo>
                  <a:lnTo>
                    <a:pt x="4373" y="10329"/>
                  </a:lnTo>
                  <a:lnTo>
                    <a:pt x="5195" y="10429"/>
                  </a:lnTo>
                  <a:lnTo>
                    <a:pt x="6037" y="10489"/>
                  </a:lnTo>
                  <a:lnTo>
                    <a:pt x="7261" y="10550"/>
                  </a:lnTo>
                  <a:lnTo>
                    <a:pt x="8524" y="10570"/>
                  </a:lnTo>
                  <a:lnTo>
                    <a:pt x="9326" y="10570"/>
                  </a:lnTo>
                  <a:lnTo>
                    <a:pt x="10128" y="10550"/>
                  </a:lnTo>
                  <a:lnTo>
                    <a:pt x="10951" y="10509"/>
                  </a:lnTo>
                  <a:lnTo>
                    <a:pt x="11773" y="10469"/>
                  </a:lnTo>
                  <a:lnTo>
                    <a:pt x="13458" y="10329"/>
                  </a:lnTo>
                  <a:lnTo>
                    <a:pt x="15142" y="10169"/>
                  </a:lnTo>
                  <a:lnTo>
                    <a:pt x="16847" y="9948"/>
                  </a:lnTo>
                  <a:lnTo>
                    <a:pt x="18511" y="9707"/>
                  </a:lnTo>
                  <a:lnTo>
                    <a:pt x="20136" y="9427"/>
                  </a:lnTo>
                  <a:lnTo>
                    <a:pt x="21700" y="9126"/>
                  </a:lnTo>
                  <a:lnTo>
                    <a:pt x="23184" y="8825"/>
                  </a:lnTo>
                  <a:lnTo>
                    <a:pt x="24568" y="8484"/>
                  </a:lnTo>
                  <a:lnTo>
                    <a:pt x="25851" y="8163"/>
                  </a:lnTo>
                  <a:lnTo>
                    <a:pt x="26994" y="7822"/>
                  </a:lnTo>
                  <a:lnTo>
                    <a:pt x="27997" y="7481"/>
                  </a:lnTo>
                  <a:lnTo>
                    <a:pt x="28438" y="7321"/>
                  </a:lnTo>
                  <a:lnTo>
                    <a:pt x="28839" y="7140"/>
                  </a:lnTo>
                  <a:lnTo>
                    <a:pt x="29180" y="7000"/>
                  </a:lnTo>
                  <a:lnTo>
                    <a:pt x="29481" y="6840"/>
                  </a:lnTo>
                  <a:lnTo>
                    <a:pt x="29742" y="6679"/>
                  </a:lnTo>
                  <a:lnTo>
                    <a:pt x="29942" y="6539"/>
                  </a:lnTo>
                  <a:lnTo>
                    <a:pt x="29962" y="6499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0" name="Google Shape;7430;p35"/>
            <p:cNvSpPr/>
            <p:nvPr/>
          </p:nvSpPr>
          <p:spPr>
            <a:xfrm>
              <a:off x="11405950" y="4334438"/>
              <a:ext cx="749075" cy="101800"/>
            </a:xfrm>
            <a:custGeom>
              <a:avLst/>
              <a:gdLst/>
              <a:ahLst/>
              <a:cxnLst/>
              <a:rect l="l" t="t" r="r" b="b"/>
              <a:pathLst>
                <a:path w="29963" h="4072" fill="none" extrusionOk="0">
                  <a:moveTo>
                    <a:pt x="29962" y="1"/>
                  </a:moveTo>
                  <a:lnTo>
                    <a:pt x="29962" y="1"/>
                  </a:lnTo>
                  <a:lnTo>
                    <a:pt x="26373" y="181"/>
                  </a:lnTo>
                  <a:lnTo>
                    <a:pt x="26373" y="181"/>
                  </a:lnTo>
                  <a:lnTo>
                    <a:pt x="22502" y="382"/>
                  </a:lnTo>
                  <a:lnTo>
                    <a:pt x="22502" y="382"/>
                  </a:lnTo>
                  <a:lnTo>
                    <a:pt x="22342" y="382"/>
                  </a:lnTo>
                  <a:lnTo>
                    <a:pt x="22342" y="382"/>
                  </a:lnTo>
                  <a:lnTo>
                    <a:pt x="22302" y="382"/>
                  </a:lnTo>
                  <a:lnTo>
                    <a:pt x="22302" y="382"/>
                  </a:lnTo>
                  <a:lnTo>
                    <a:pt x="21860" y="422"/>
                  </a:lnTo>
                  <a:lnTo>
                    <a:pt x="21860" y="422"/>
                  </a:lnTo>
                  <a:lnTo>
                    <a:pt x="20878" y="462"/>
                  </a:lnTo>
                  <a:lnTo>
                    <a:pt x="20878" y="462"/>
                  </a:lnTo>
                  <a:lnTo>
                    <a:pt x="20838" y="462"/>
                  </a:lnTo>
                  <a:lnTo>
                    <a:pt x="20838" y="462"/>
                  </a:lnTo>
                  <a:lnTo>
                    <a:pt x="20497" y="662"/>
                  </a:lnTo>
                  <a:lnTo>
                    <a:pt x="20136" y="823"/>
                  </a:lnTo>
                  <a:lnTo>
                    <a:pt x="19775" y="983"/>
                  </a:lnTo>
                  <a:lnTo>
                    <a:pt x="19434" y="1124"/>
                  </a:lnTo>
                  <a:lnTo>
                    <a:pt x="19434" y="1124"/>
                  </a:lnTo>
                  <a:lnTo>
                    <a:pt x="18692" y="1384"/>
                  </a:lnTo>
                  <a:lnTo>
                    <a:pt x="17950" y="1625"/>
                  </a:lnTo>
                  <a:lnTo>
                    <a:pt x="17188" y="1826"/>
                  </a:lnTo>
                  <a:lnTo>
                    <a:pt x="16426" y="2006"/>
                  </a:lnTo>
                  <a:lnTo>
                    <a:pt x="15664" y="2146"/>
                  </a:lnTo>
                  <a:lnTo>
                    <a:pt x="14901" y="2287"/>
                  </a:lnTo>
                  <a:lnTo>
                    <a:pt x="13357" y="2527"/>
                  </a:lnTo>
                  <a:lnTo>
                    <a:pt x="13357" y="2527"/>
                  </a:lnTo>
                  <a:lnTo>
                    <a:pt x="12375" y="2668"/>
                  </a:lnTo>
                  <a:lnTo>
                    <a:pt x="11392" y="2788"/>
                  </a:lnTo>
                  <a:lnTo>
                    <a:pt x="10409" y="2868"/>
                  </a:lnTo>
                  <a:lnTo>
                    <a:pt x="9427" y="2949"/>
                  </a:lnTo>
                  <a:lnTo>
                    <a:pt x="8444" y="3009"/>
                  </a:lnTo>
                  <a:lnTo>
                    <a:pt x="7461" y="3069"/>
                  </a:lnTo>
                  <a:lnTo>
                    <a:pt x="6479" y="3089"/>
                  </a:lnTo>
                  <a:lnTo>
                    <a:pt x="5496" y="3089"/>
                  </a:lnTo>
                  <a:lnTo>
                    <a:pt x="5496" y="3089"/>
                  </a:lnTo>
                  <a:lnTo>
                    <a:pt x="4172" y="3089"/>
                  </a:lnTo>
                  <a:lnTo>
                    <a:pt x="2869" y="3029"/>
                  </a:lnTo>
                  <a:lnTo>
                    <a:pt x="1545" y="2969"/>
                  </a:lnTo>
                  <a:lnTo>
                    <a:pt x="242" y="2848"/>
                  </a:lnTo>
                  <a:lnTo>
                    <a:pt x="242" y="2848"/>
                  </a:lnTo>
                  <a:lnTo>
                    <a:pt x="222" y="2848"/>
                  </a:lnTo>
                  <a:lnTo>
                    <a:pt x="222" y="2848"/>
                  </a:lnTo>
                  <a:lnTo>
                    <a:pt x="141" y="2868"/>
                  </a:lnTo>
                  <a:lnTo>
                    <a:pt x="81" y="2888"/>
                  </a:lnTo>
                  <a:lnTo>
                    <a:pt x="41" y="2929"/>
                  </a:lnTo>
                  <a:lnTo>
                    <a:pt x="1" y="2989"/>
                  </a:lnTo>
                  <a:lnTo>
                    <a:pt x="1" y="2989"/>
                  </a:lnTo>
                  <a:lnTo>
                    <a:pt x="663" y="3169"/>
                  </a:lnTo>
                  <a:lnTo>
                    <a:pt x="1365" y="3330"/>
                  </a:lnTo>
                  <a:lnTo>
                    <a:pt x="2087" y="3470"/>
                  </a:lnTo>
                  <a:lnTo>
                    <a:pt x="2829" y="3610"/>
                  </a:lnTo>
                  <a:lnTo>
                    <a:pt x="3591" y="3731"/>
                  </a:lnTo>
                  <a:lnTo>
                    <a:pt x="4373" y="3831"/>
                  </a:lnTo>
                  <a:lnTo>
                    <a:pt x="5195" y="3931"/>
                  </a:lnTo>
                  <a:lnTo>
                    <a:pt x="6037" y="3991"/>
                  </a:lnTo>
                  <a:lnTo>
                    <a:pt x="6037" y="3991"/>
                  </a:lnTo>
                  <a:lnTo>
                    <a:pt x="7261" y="4052"/>
                  </a:lnTo>
                  <a:lnTo>
                    <a:pt x="8524" y="4072"/>
                  </a:lnTo>
                  <a:lnTo>
                    <a:pt x="8524" y="4072"/>
                  </a:lnTo>
                  <a:lnTo>
                    <a:pt x="9326" y="4072"/>
                  </a:lnTo>
                  <a:lnTo>
                    <a:pt x="10128" y="4052"/>
                  </a:lnTo>
                  <a:lnTo>
                    <a:pt x="10951" y="4011"/>
                  </a:lnTo>
                  <a:lnTo>
                    <a:pt x="11773" y="3971"/>
                  </a:lnTo>
                  <a:lnTo>
                    <a:pt x="13458" y="3831"/>
                  </a:lnTo>
                  <a:lnTo>
                    <a:pt x="15142" y="3671"/>
                  </a:lnTo>
                  <a:lnTo>
                    <a:pt x="16847" y="3450"/>
                  </a:lnTo>
                  <a:lnTo>
                    <a:pt x="18511" y="3209"/>
                  </a:lnTo>
                  <a:lnTo>
                    <a:pt x="20136" y="2929"/>
                  </a:lnTo>
                  <a:lnTo>
                    <a:pt x="21700" y="2628"/>
                  </a:lnTo>
                  <a:lnTo>
                    <a:pt x="23184" y="2327"/>
                  </a:lnTo>
                  <a:lnTo>
                    <a:pt x="24568" y="1986"/>
                  </a:lnTo>
                  <a:lnTo>
                    <a:pt x="25851" y="1665"/>
                  </a:lnTo>
                  <a:lnTo>
                    <a:pt x="26994" y="1324"/>
                  </a:lnTo>
                  <a:lnTo>
                    <a:pt x="27997" y="983"/>
                  </a:lnTo>
                  <a:lnTo>
                    <a:pt x="28438" y="823"/>
                  </a:lnTo>
                  <a:lnTo>
                    <a:pt x="28839" y="642"/>
                  </a:lnTo>
                  <a:lnTo>
                    <a:pt x="29180" y="502"/>
                  </a:lnTo>
                  <a:lnTo>
                    <a:pt x="29481" y="342"/>
                  </a:lnTo>
                  <a:lnTo>
                    <a:pt x="29742" y="181"/>
                  </a:lnTo>
                  <a:lnTo>
                    <a:pt x="29942" y="41"/>
                  </a:lnTo>
                  <a:lnTo>
                    <a:pt x="29942" y="41"/>
                  </a:lnTo>
                  <a:lnTo>
                    <a:pt x="2996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1" name="Google Shape;7431;p35"/>
            <p:cNvSpPr/>
            <p:nvPr/>
          </p:nvSpPr>
          <p:spPr>
            <a:xfrm>
              <a:off x="11881750" y="4182013"/>
              <a:ext cx="283800" cy="133400"/>
            </a:xfrm>
            <a:custGeom>
              <a:avLst/>
              <a:gdLst/>
              <a:ahLst/>
              <a:cxnLst/>
              <a:rect l="l" t="t" r="r" b="b"/>
              <a:pathLst>
                <a:path w="11352" h="5336" fill="none" extrusionOk="0">
                  <a:moveTo>
                    <a:pt x="1364" y="1"/>
                  </a:moveTo>
                  <a:lnTo>
                    <a:pt x="1364" y="1"/>
                  </a:lnTo>
                  <a:lnTo>
                    <a:pt x="1" y="522"/>
                  </a:lnTo>
                  <a:lnTo>
                    <a:pt x="1" y="522"/>
                  </a:lnTo>
                  <a:lnTo>
                    <a:pt x="402" y="643"/>
                  </a:lnTo>
                  <a:lnTo>
                    <a:pt x="763" y="783"/>
                  </a:lnTo>
                  <a:lnTo>
                    <a:pt x="1144" y="944"/>
                  </a:lnTo>
                  <a:lnTo>
                    <a:pt x="1485" y="1144"/>
                  </a:lnTo>
                  <a:lnTo>
                    <a:pt x="1826" y="1345"/>
                  </a:lnTo>
                  <a:lnTo>
                    <a:pt x="2146" y="1565"/>
                  </a:lnTo>
                  <a:lnTo>
                    <a:pt x="2447" y="1826"/>
                  </a:lnTo>
                  <a:lnTo>
                    <a:pt x="2708" y="2107"/>
                  </a:lnTo>
                  <a:lnTo>
                    <a:pt x="2708" y="2107"/>
                  </a:lnTo>
                  <a:lnTo>
                    <a:pt x="2868" y="2267"/>
                  </a:lnTo>
                  <a:lnTo>
                    <a:pt x="2989" y="2448"/>
                  </a:lnTo>
                  <a:lnTo>
                    <a:pt x="3109" y="2648"/>
                  </a:lnTo>
                  <a:lnTo>
                    <a:pt x="3209" y="2829"/>
                  </a:lnTo>
                  <a:lnTo>
                    <a:pt x="3310" y="3029"/>
                  </a:lnTo>
                  <a:lnTo>
                    <a:pt x="3370" y="3230"/>
                  </a:lnTo>
                  <a:lnTo>
                    <a:pt x="3430" y="3450"/>
                  </a:lnTo>
                  <a:lnTo>
                    <a:pt x="3490" y="3651"/>
                  </a:lnTo>
                  <a:lnTo>
                    <a:pt x="3510" y="3872"/>
                  </a:lnTo>
                  <a:lnTo>
                    <a:pt x="3530" y="4072"/>
                  </a:lnTo>
                  <a:lnTo>
                    <a:pt x="3510" y="4293"/>
                  </a:lnTo>
                  <a:lnTo>
                    <a:pt x="3490" y="4513"/>
                  </a:lnTo>
                  <a:lnTo>
                    <a:pt x="3430" y="4714"/>
                  </a:lnTo>
                  <a:lnTo>
                    <a:pt x="3370" y="4934"/>
                  </a:lnTo>
                  <a:lnTo>
                    <a:pt x="3270" y="5135"/>
                  </a:lnTo>
                  <a:lnTo>
                    <a:pt x="3169" y="5336"/>
                  </a:lnTo>
                  <a:lnTo>
                    <a:pt x="3169" y="5336"/>
                  </a:lnTo>
                  <a:lnTo>
                    <a:pt x="3310" y="5315"/>
                  </a:lnTo>
                  <a:lnTo>
                    <a:pt x="3310" y="5315"/>
                  </a:lnTo>
                  <a:lnTo>
                    <a:pt x="5576" y="5175"/>
                  </a:lnTo>
                  <a:lnTo>
                    <a:pt x="7702" y="5035"/>
                  </a:lnTo>
                  <a:lnTo>
                    <a:pt x="9647" y="4934"/>
                  </a:lnTo>
                  <a:lnTo>
                    <a:pt x="11352" y="4874"/>
                  </a:lnTo>
                  <a:lnTo>
                    <a:pt x="11352" y="4874"/>
                  </a:lnTo>
                  <a:lnTo>
                    <a:pt x="11291" y="4714"/>
                  </a:lnTo>
                  <a:lnTo>
                    <a:pt x="11231" y="4553"/>
                  </a:lnTo>
                  <a:lnTo>
                    <a:pt x="11151" y="4393"/>
                  </a:lnTo>
                  <a:lnTo>
                    <a:pt x="11051" y="4233"/>
                  </a:lnTo>
                  <a:lnTo>
                    <a:pt x="10790" y="3912"/>
                  </a:lnTo>
                  <a:lnTo>
                    <a:pt x="10489" y="3571"/>
                  </a:lnTo>
                  <a:lnTo>
                    <a:pt x="10128" y="3250"/>
                  </a:lnTo>
                  <a:lnTo>
                    <a:pt x="9727" y="2929"/>
                  </a:lnTo>
                  <a:lnTo>
                    <a:pt x="9266" y="2608"/>
                  </a:lnTo>
                  <a:lnTo>
                    <a:pt x="8764" y="2287"/>
                  </a:lnTo>
                  <a:lnTo>
                    <a:pt x="8243" y="2006"/>
                  </a:lnTo>
                  <a:lnTo>
                    <a:pt x="7682" y="1706"/>
                  </a:lnTo>
                  <a:lnTo>
                    <a:pt x="7080" y="1445"/>
                  </a:lnTo>
                  <a:lnTo>
                    <a:pt x="6478" y="1184"/>
                  </a:lnTo>
                  <a:lnTo>
                    <a:pt x="5857" y="964"/>
                  </a:lnTo>
                  <a:lnTo>
                    <a:pt x="5215" y="763"/>
                  </a:lnTo>
                  <a:lnTo>
                    <a:pt x="4573" y="563"/>
                  </a:lnTo>
                  <a:lnTo>
                    <a:pt x="3911" y="422"/>
                  </a:lnTo>
                  <a:lnTo>
                    <a:pt x="3911" y="422"/>
                  </a:lnTo>
                  <a:lnTo>
                    <a:pt x="3330" y="302"/>
                  </a:lnTo>
                  <a:lnTo>
                    <a:pt x="2708" y="202"/>
                  </a:lnTo>
                  <a:lnTo>
                    <a:pt x="2046" y="101"/>
                  </a:lnTo>
                  <a:lnTo>
                    <a:pt x="1364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2" name="Google Shape;7432;p35"/>
            <p:cNvSpPr/>
            <p:nvPr/>
          </p:nvSpPr>
          <p:spPr>
            <a:xfrm>
              <a:off x="11771450" y="4171988"/>
              <a:ext cx="79250" cy="11075"/>
            </a:xfrm>
            <a:custGeom>
              <a:avLst/>
              <a:gdLst/>
              <a:ahLst/>
              <a:cxnLst/>
              <a:rect l="l" t="t" r="r" b="b"/>
              <a:pathLst>
                <a:path w="3170" h="443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803" y="121"/>
                  </a:lnTo>
                  <a:lnTo>
                    <a:pt x="1605" y="282"/>
                  </a:lnTo>
                  <a:lnTo>
                    <a:pt x="1605" y="282"/>
                  </a:lnTo>
                  <a:lnTo>
                    <a:pt x="2447" y="442"/>
                  </a:lnTo>
                  <a:lnTo>
                    <a:pt x="2447" y="442"/>
                  </a:lnTo>
                  <a:lnTo>
                    <a:pt x="2949" y="242"/>
                  </a:lnTo>
                  <a:lnTo>
                    <a:pt x="2949" y="242"/>
                  </a:lnTo>
                  <a:lnTo>
                    <a:pt x="3169" y="161"/>
                  </a:lnTo>
                  <a:lnTo>
                    <a:pt x="3169" y="161"/>
                  </a:lnTo>
                  <a:lnTo>
                    <a:pt x="1625" y="61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3" name="Google Shape;7433;p35"/>
            <p:cNvSpPr/>
            <p:nvPr/>
          </p:nvSpPr>
          <p:spPr>
            <a:xfrm>
              <a:off x="11246025" y="4817763"/>
              <a:ext cx="920525" cy="297325"/>
            </a:xfrm>
            <a:custGeom>
              <a:avLst/>
              <a:gdLst/>
              <a:ahLst/>
              <a:cxnLst/>
              <a:rect l="l" t="t" r="r" b="b"/>
              <a:pathLst>
                <a:path w="36821" h="11893" extrusionOk="0">
                  <a:moveTo>
                    <a:pt x="2467" y="0"/>
                  </a:moveTo>
                  <a:lnTo>
                    <a:pt x="1886" y="381"/>
                  </a:lnTo>
                  <a:lnTo>
                    <a:pt x="1384" y="742"/>
                  </a:lnTo>
                  <a:lnTo>
                    <a:pt x="963" y="1103"/>
                  </a:lnTo>
                  <a:lnTo>
                    <a:pt x="602" y="1444"/>
                  </a:lnTo>
                  <a:lnTo>
                    <a:pt x="321" y="1745"/>
                  </a:lnTo>
                  <a:lnTo>
                    <a:pt x="201" y="1885"/>
                  </a:lnTo>
                  <a:lnTo>
                    <a:pt x="121" y="2026"/>
                  </a:lnTo>
                  <a:lnTo>
                    <a:pt x="61" y="2146"/>
                  </a:lnTo>
                  <a:lnTo>
                    <a:pt x="21" y="2266"/>
                  </a:lnTo>
                  <a:lnTo>
                    <a:pt x="1" y="2367"/>
                  </a:lnTo>
                  <a:lnTo>
                    <a:pt x="21" y="2467"/>
                  </a:lnTo>
                  <a:lnTo>
                    <a:pt x="301" y="3710"/>
                  </a:lnTo>
                  <a:lnTo>
                    <a:pt x="522" y="4633"/>
                  </a:lnTo>
                  <a:lnTo>
                    <a:pt x="783" y="5656"/>
                  </a:lnTo>
                  <a:lnTo>
                    <a:pt x="1063" y="6658"/>
                  </a:lnTo>
                  <a:lnTo>
                    <a:pt x="1204" y="7120"/>
                  </a:lnTo>
                  <a:lnTo>
                    <a:pt x="1344" y="7541"/>
                  </a:lnTo>
                  <a:lnTo>
                    <a:pt x="1485" y="7922"/>
                  </a:lnTo>
                  <a:lnTo>
                    <a:pt x="1625" y="8223"/>
                  </a:lnTo>
                  <a:lnTo>
                    <a:pt x="1745" y="8443"/>
                  </a:lnTo>
                  <a:lnTo>
                    <a:pt x="1805" y="8523"/>
                  </a:lnTo>
                  <a:lnTo>
                    <a:pt x="1866" y="8584"/>
                  </a:lnTo>
                  <a:lnTo>
                    <a:pt x="2046" y="8684"/>
                  </a:lnTo>
                  <a:lnTo>
                    <a:pt x="2347" y="8824"/>
                  </a:lnTo>
                  <a:lnTo>
                    <a:pt x="2768" y="9005"/>
                  </a:lnTo>
                  <a:lnTo>
                    <a:pt x="3310" y="9205"/>
                  </a:lnTo>
                  <a:lnTo>
                    <a:pt x="3951" y="9426"/>
                  </a:lnTo>
                  <a:lnTo>
                    <a:pt x="4693" y="9666"/>
                  </a:lnTo>
                  <a:lnTo>
                    <a:pt x="5536" y="9927"/>
                  </a:lnTo>
                  <a:lnTo>
                    <a:pt x="6478" y="10188"/>
                  </a:lnTo>
                  <a:lnTo>
                    <a:pt x="7481" y="10449"/>
                  </a:lnTo>
                  <a:lnTo>
                    <a:pt x="8584" y="10709"/>
                  </a:lnTo>
                  <a:lnTo>
                    <a:pt x="9747" y="10950"/>
                  </a:lnTo>
                  <a:lnTo>
                    <a:pt x="10970" y="11191"/>
                  </a:lnTo>
                  <a:lnTo>
                    <a:pt x="12274" y="11391"/>
                  </a:lnTo>
                  <a:lnTo>
                    <a:pt x="13618" y="11572"/>
                  </a:lnTo>
                  <a:lnTo>
                    <a:pt x="15021" y="11732"/>
                  </a:lnTo>
                  <a:lnTo>
                    <a:pt x="16445" y="11832"/>
                  </a:lnTo>
                  <a:lnTo>
                    <a:pt x="17308" y="11872"/>
                  </a:lnTo>
                  <a:lnTo>
                    <a:pt x="18150" y="11893"/>
                  </a:lnTo>
                  <a:lnTo>
                    <a:pt x="18992" y="11893"/>
                  </a:lnTo>
                  <a:lnTo>
                    <a:pt x="19834" y="11872"/>
                  </a:lnTo>
                  <a:lnTo>
                    <a:pt x="20677" y="11812"/>
                  </a:lnTo>
                  <a:lnTo>
                    <a:pt x="21499" y="11752"/>
                  </a:lnTo>
                  <a:lnTo>
                    <a:pt x="22321" y="11672"/>
                  </a:lnTo>
                  <a:lnTo>
                    <a:pt x="23143" y="11572"/>
                  </a:lnTo>
                  <a:lnTo>
                    <a:pt x="23946" y="11451"/>
                  </a:lnTo>
                  <a:lnTo>
                    <a:pt x="24728" y="11331"/>
                  </a:lnTo>
                  <a:lnTo>
                    <a:pt x="25510" y="11191"/>
                  </a:lnTo>
                  <a:lnTo>
                    <a:pt x="26272" y="11050"/>
                  </a:lnTo>
                  <a:lnTo>
                    <a:pt x="27736" y="10749"/>
                  </a:lnTo>
                  <a:lnTo>
                    <a:pt x="29120" y="10408"/>
                  </a:lnTo>
                  <a:lnTo>
                    <a:pt x="30403" y="10047"/>
                  </a:lnTo>
                  <a:lnTo>
                    <a:pt x="31586" y="9707"/>
                  </a:lnTo>
                  <a:lnTo>
                    <a:pt x="32649" y="9386"/>
                  </a:lnTo>
                  <a:lnTo>
                    <a:pt x="33572" y="9065"/>
                  </a:lnTo>
                  <a:lnTo>
                    <a:pt x="34334" y="8784"/>
                  </a:lnTo>
                  <a:lnTo>
                    <a:pt x="34956" y="8563"/>
                  </a:lnTo>
                  <a:lnTo>
                    <a:pt x="35637" y="8303"/>
                  </a:lnTo>
                  <a:lnTo>
                    <a:pt x="35738" y="8243"/>
                  </a:lnTo>
                  <a:lnTo>
                    <a:pt x="35818" y="8142"/>
                  </a:lnTo>
                  <a:lnTo>
                    <a:pt x="35898" y="8022"/>
                  </a:lnTo>
                  <a:lnTo>
                    <a:pt x="35978" y="7841"/>
                  </a:lnTo>
                  <a:lnTo>
                    <a:pt x="36059" y="7661"/>
                  </a:lnTo>
                  <a:lnTo>
                    <a:pt x="36139" y="7420"/>
                  </a:lnTo>
                  <a:lnTo>
                    <a:pt x="36259" y="6899"/>
                  </a:lnTo>
                  <a:lnTo>
                    <a:pt x="36420" y="6137"/>
                  </a:lnTo>
                  <a:lnTo>
                    <a:pt x="36560" y="5315"/>
                  </a:lnTo>
                  <a:lnTo>
                    <a:pt x="36680" y="4472"/>
                  </a:lnTo>
                  <a:lnTo>
                    <a:pt x="36760" y="3630"/>
                  </a:lnTo>
                  <a:lnTo>
                    <a:pt x="36801" y="2888"/>
                  </a:lnTo>
                  <a:lnTo>
                    <a:pt x="36821" y="2246"/>
                  </a:lnTo>
                  <a:lnTo>
                    <a:pt x="36801" y="1785"/>
                  </a:lnTo>
                  <a:lnTo>
                    <a:pt x="36760" y="1645"/>
                  </a:lnTo>
                  <a:lnTo>
                    <a:pt x="36740" y="1544"/>
                  </a:lnTo>
                  <a:lnTo>
                    <a:pt x="36660" y="1464"/>
                  </a:lnTo>
                  <a:lnTo>
                    <a:pt x="36540" y="1344"/>
                  </a:lnTo>
                  <a:lnTo>
                    <a:pt x="36179" y="1023"/>
                  </a:lnTo>
                  <a:lnTo>
                    <a:pt x="35678" y="622"/>
                  </a:lnTo>
                  <a:lnTo>
                    <a:pt x="35036" y="161"/>
                  </a:lnTo>
                  <a:lnTo>
                    <a:pt x="34895" y="1183"/>
                  </a:lnTo>
                  <a:lnTo>
                    <a:pt x="34815" y="1665"/>
                  </a:lnTo>
                  <a:lnTo>
                    <a:pt x="34735" y="2086"/>
                  </a:lnTo>
                  <a:lnTo>
                    <a:pt x="34635" y="2467"/>
                  </a:lnTo>
                  <a:lnTo>
                    <a:pt x="34534" y="2748"/>
                  </a:lnTo>
                  <a:lnTo>
                    <a:pt x="34474" y="2868"/>
                  </a:lnTo>
                  <a:lnTo>
                    <a:pt x="34414" y="2968"/>
                  </a:lnTo>
                  <a:lnTo>
                    <a:pt x="34354" y="3028"/>
                  </a:lnTo>
                  <a:lnTo>
                    <a:pt x="34294" y="3069"/>
                  </a:lnTo>
                  <a:lnTo>
                    <a:pt x="33752" y="3269"/>
                  </a:lnTo>
                  <a:lnTo>
                    <a:pt x="32729" y="3650"/>
                  </a:lnTo>
                  <a:lnTo>
                    <a:pt x="32028" y="3891"/>
                  </a:lnTo>
                  <a:lnTo>
                    <a:pt x="31245" y="4151"/>
                  </a:lnTo>
                  <a:lnTo>
                    <a:pt x="30363" y="4432"/>
                  </a:lnTo>
                  <a:lnTo>
                    <a:pt x="29380" y="4713"/>
                  </a:lnTo>
                  <a:lnTo>
                    <a:pt x="28338" y="4994"/>
                  </a:lnTo>
                  <a:lnTo>
                    <a:pt x="27215" y="5275"/>
                  </a:lnTo>
                  <a:lnTo>
                    <a:pt x="26031" y="5535"/>
                  </a:lnTo>
                  <a:lnTo>
                    <a:pt x="24808" y="5776"/>
                  </a:lnTo>
                  <a:lnTo>
                    <a:pt x="23524" y="5976"/>
                  </a:lnTo>
                  <a:lnTo>
                    <a:pt x="22221" y="6157"/>
                  </a:lnTo>
                  <a:lnTo>
                    <a:pt x="21539" y="6217"/>
                  </a:lnTo>
                  <a:lnTo>
                    <a:pt x="20877" y="6277"/>
                  </a:lnTo>
                  <a:lnTo>
                    <a:pt x="20195" y="6337"/>
                  </a:lnTo>
                  <a:lnTo>
                    <a:pt x="19514" y="6357"/>
                  </a:lnTo>
                  <a:lnTo>
                    <a:pt x="18792" y="6378"/>
                  </a:lnTo>
                  <a:lnTo>
                    <a:pt x="18070" y="6378"/>
                  </a:lnTo>
                  <a:lnTo>
                    <a:pt x="17328" y="6357"/>
                  </a:lnTo>
                  <a:lnTo>
                    <a:pt x="16606" y="6337"/>
                  </a:lnTo>
                  <a:lnTo>
                    <a:pt x="15282" y="6217"/>
                  </a:lnTo>
                  <a:lnTo>
                    <a:pt x="13999" y="6097"/>
                  </a:lnTo>
                  <a:lnTo>
                    <a:pt x="12755" y="5916"/>
                  </a:lnTo>
                  <a:lnTo>
                    <a:pt x="11572" y="5736"/>
                  </a:lnTo>
                  <a:lnTo>
                    <a:pt x="10429" y="5515"/>
                  </a:lnTo>
                  <a:lnTo>
                    <a:pt x="9346" y="5295"/>
                  </a:lnTo>
                  <a:lnTo>
                    <a:pt x="8343" y="5054"/>
                  </a:lnTo>
                  <a:lnTo>
                    <a:pt x="7421" y="4813"/>
                  </a:lnTo>
                  <a:lnTo>
                    <a:pt x="6558" y="4573"/>
                  </a:lnTo>
                  <a:lnTo>
                    <a:pt x="5776" y="4332"/>
                  </a:lnTo>
                  <a:lnTo>
                    <a:pt x="5094" y="4111"/>
                  </a:lnTo>
                  <a:lnTo>
                    <a:pt x="4513" y="3911"/>
                  </a:lnTo>
                  <a:lnTo>
                    <a:pt x="4011" y="3730"/>
                  </a:lnTo>
                  <a:lnTo>
                    <a:pt x="3610" y="3550"/>
                  </a:lnTo>
                  <a:lnTo>
                    <a:pt x="3350" y="3429"/>
                  </a:lnTo>
                  <a:lnTo>
                    <a:pt x="3169" y="3329"/>
                  </a:lnTo>
                  <a:lnTo>
                    <a:pt x="3109" y="3269"/>
                  </a:lnTo>
                  <a:lnTo>
                    <a:pt x="3069" y="3169"/>
                  </a:lnTo>
                  <a:lnTo>
                    <a:pt x="3029" y="3048"/>
                  </a:lnTo>
                  <a:lnTo>
                    <a:pt x="2989" y="2908"/>
                  </a:lnTo>
                  <a:lnTo>
                    <a:pt x="2908" y="2547"/>
                  </a:lnTo>
                  <a:lnTo>
                    <a:pt x="2828" y="2126"/>
                  </a:lnTo>
                  <a:lnTo>
                    <a:pt x="2688" y="1103"/>
                  </a:lnTo>
                  <a:lnTo>
                    <a:pt x="2588" y="542"/>
                  </a:lnTo>
                  <a:lnTo>
                    <a:pt x="24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4" name="Google Shape;7434;p35"/>
            <p:cNvSpPr/>
            <p:nvPr/>
          </p:nvSpPr>
          <p:spPr>
            <a:xfrm>
              <a:off x="11246025" y="4817763"/>
              <a:ext cx="920525" cy="297325"/>
            </a:xfrm>
            <a:custGeom>
              <a:avLst/>
              <a:gdLst/>
              <a:ahLst/>
              <a:cxnLst/>
              <a:rect l="l" t="t" r="r" b="b"/>
              <a:pathLst>
                <a:path w="36821" h="11893" fill="none" extrusionOk="0">
                  <a:moveTo>
                    <a:pt x="36259" y="6899"/>
                  </a:moveTo>
                  <a:lnTo>
                    <a:pt x="36259" y="6899"/>
                  </a:lnTo>
                  <a:lnTo>
                    <a:pt x="36139" y="7420"/>
                  </a:lnTo>
                  <a:lnTo>
                    <a:pt x="36059" y="7661"/>
                  </a:lnTo>
                  <a:lnTo>
                    <a:pt x="35978" y="7841"/>
                  </a:lnTo>
                  <a:lnTo>
                    <a:pt x="35898" y="8022"/>
                  </a:lnTo>
                  <a:lnTo>
                    <a:pt x="35818" y="8142"/>
                  </a:lnTo>
                  <a:lnTo>
                    <a:pt x="35738" y="8243"/>
                  </a:lnTo>
                  <a:lnTo>
                    <a:pt x="35637" y="8303"/>
                  </a:lnTo>
                  <a:lnTo>
                    <a:pt x="35637" y="8303"/>
                  </a:lnTo>
                  <a:lnTo>
                    <a:pt x="34956" y="8563"/>
                  </a:lnTo>
                  <a:lnTo>
                    <a:pt x="34334" y="8784"/>
                  </a:lnTo>
                  <a:lnTo>
                    <a:pt x="33572" y="9065"/>
                  </a:lnTo>
                  <a:lnTo>
                    <a:pt x="32649" y="9386"/>
                  </a:lnTo>
                  <a:lnTo>
                    <a:pt x="31586" y="9707"/>
                  </a:lnTo>
                  <a:lnTo>
                    <a:pt x="30403" y="10047"/>
                  </a:lnTo>
                  <a:lnTo>
                    <a:pt x="29120" y="10408"/>
                  </a:lnTo>
                  <a:lnTo>
                    <a:pt x="27736" y="10749"/>
                  </a:lnTo>
                  <a:lnTo>
                    <a:pt x="26272" y="11050"/>
                  </a:lnTo>
                  <a:lnTo>
                    <a:pt x="25510" y="11191"/>
                  </a:lnTo>
                  <a:lnTo>
                    <a:pt x="24728" y="11331"/>
                  </a:lnTo>
                  <a:lnTo>
                    <a:pt x="23946" y="11451"/>
                  </a:lnTo>
                  <a:lnTo>
                    <a:pt x="23143" y="11572"/>
                  </a:lnTo>
                  <a:lnTo>
                    <a:pt x="22321" y="11672"/>
                  </a:lnTo>
                  <a:lnTo>
                    <a:pt x="21499" y="11752"/>
                  </a:lnTo>
                  <a:lnTo>
                    <a:pt x="20677" y="11812"/>
                  </a:lnTo>
                  <a:lnTo>
                    <a:pt x="19834" y="11872"/>
                  </a:lnTo>
                  <a:lnTo>
                    <a:pt x="18992" y="11893"/>
                  </a:lnTo>
                  <a:lnTo>
                    <a:pt x="18150" y="11893"/>
                  </a:lnTo>
                  <a:lnTo>
                    <a:pt x="17308" y="11872"/>
                  </a:lnTo>
                  <a:lnTo>
                    <a:pt x="16445" y="11832"/>
                  </a:lnTo>
                  <a:lnTo>
                    <a:pt x="16445" y="11832"/>
                  </a:lnTo>
                  <a:lnTo>
                    <a:pt x="15021" y="11732"/>
                  </a:lnTo>
                  <a:lnTo>
                    <a:pt x="13618" y="11572"/>
                  </a:lnTo>
                  <a:lnTo>
                    <a:pt x="12274" y="11391"/>
                  </a:lnTo>
                  <a:lnTo>
                    <a:pt x="10970" y="11191"/>
                  </a:lnTo>
                  <a:lnTo>
                    <a:pt x="9747" y="10950"/>
                  </a:lnTo>
                  <a:lnTo>
                    <a:pt x="8584" y="10709"/>
                  </a:lnTo>
                  <a:lnTo>
                    <a:pt x="7481" y="10449"/>
                  </a:lnTo>
                  <a:lnTo>
                    <a:pt x="6478" y="10188"/>
                  </a:lnTo>
                  <a:lnTo>
                    <a:pt x="5536" y="9927"/>
                  </a:lnTo>
                  <a:lnTo>
                    <a:pt x="4693" y="9666"/>
                  </a:lnTo>
                  <a:lnTo>
                    <a:pt x="3951" y="9426"/>
                  </a:lnTo>
                  <a:lnTo>
                    <a:pt x="3310" y="9205"/>
                  </a:lnTo>
                  <a:lnTo>
                    <a:pt x="2768" y="9005"/>
                  </a:lnTo>
                  <a:lnTo>
                    <a:pt x="2347" y="8824"/>
                  </a:lnTo>
                  <a:lnTo>
                    <a:pt x="2046" y="8684"/>
                  </a:lnTo>
                  <a:lnTo>
                    <a:pt x="1866" y="8584"/>
                  </a:lnTo>
                  <a:lnTo>
                    <a:pt x="1866" y="8584"/>
                  </a:lnTo>
                  <a:lnTo>
                    <a:pt x="1805" y="8523"/>
                  </a:lnTo>
                  <a:lnTo>
                    <a:pt x="1745" y="8443"/>
                  </a:lnTo>
                  <a:lnTo>
                    <a:pt x="1625" y="8223"/>
                  </a:lnTo>
                  <a:lnTo>
                    <a:pt x="1485" y="7922"/>
                  </a:lnTo>
                  <a:lnTo>
                    <a:pt x="1344" y="7541"/>
                  </a:lnTo>
                  <a:lnTo>
                    <a:pt x="1204" y="7120"/>
                  </a:lnTo>
                  <a:lnTo>
                    <a:pt x="1063" y="6658"/>
                  </a:lnTo>
                  <a:lnTo>
                    <a:pt x="783" y="5656"/>
                  </a:lnTo>
                  <a:lnTo>
                    <a:pt x="522" y="4633"/>
                  </a:lnTo>
                  <a:lnTo>
                    <a:pt x="301" y="3710"/>
                  </a:lnTo>
                  <a:lnTo>
                    <a:pt x="21" y="2467"/>
                  </a:lnTo>
                  <a:lnTo>
                    <a:pt x="21" y="2467"/>
                  </a:lnTo>
                  <a:lnTo>
                    <a:pt x="1" y="2367"/>
                  </a:lnTo>
                  <a:lnTo>
                    <a:pt x="21" y="2266"/>
                  </a:lnTo>
                  <a:lnTo>
                    <a:pt x="61" y="2146"/>
                  </a:lnTo>
                  <a:lnTo>
                    <a:pt x="121" y="2026"/>
                  </a:lnTo>
                  <a:lnTo>
                    <a:pt x="201" y="1885"/>
                  </a:lnTo>
                  <a:lnTo>
                    <a:pt x="321" y="1745"/>
                  </a:lnTo>
                  <a:lnTo>
                    <a:pt x="602" y="1444"/>
                  </a:lnTo>
                  <a:lnTo>
                    <a:pt x="963" y="1103"/>
                  </a:lnTo>
                  <a:lnTo>
                    <a:pt x="1384" y="742"/>
                  </a:lnTo>
                  <a:lnTo>
                    <a:pt x="1886" y="381"/>
                  </a:lnTo>
                  <a:lnTo>
                    <a:pt x="2467" y="0"/>
                  </a:lnTo>
                  <a:lnTo>
                    <a:pt x="2467" y="0"/>
                  </a:lnTo>
                  <a:lnTo>
                    <a:pt x="2588" y="542"/>
                  </a:lnTo>
                  <a:lnTo>
                    <a:pt x="2688" y="1103"/>
                  </a:lnTo>
                  <a:lnTo>
                    <a:pt x="2828" y="2126"/>
                  </a:lnTo>
                  <a:lnTo>
                    <a:pt x="2908" y="2547"/>
                  </a:lnTo>
                  <a:lnTo>
                    <a:pt x="2989" y="2908"/>
                  </a:lnTo>
                  <a:lnTo>
                    <a:pt x="3029" y="3048"/>
                  </a:lnTo>
                  <a:lnTo>
                    <a:pt x="3069" y="3169"/>
                  </a:lnTo>
                  <a:lnTo>
                    <a:pt x="3109" y="3269"/>
                  </a:lnTo>
                  <a:lnTo>
                    <a:pt x="3169" y="3329"/>
                  </a:lnTo>
                  <a:lnTo>
                    <a:pt x="3169" y="3329"/>
                  </a:lnTo>
                  <a:lnTo>
                    <a:pt x="3350" y="3429"/>
                  </a:lnTo>
                  <a:lnTo>
                    <a:pt x="3610" y="3550"/>
                  </a:lnTo>
                  <a:lnTo>
                    <a:pt x="4011" y="3730"/>
                  </a:lnTo>
                  <a:lnTo>
                    <a:pt x="4513" y="3911"/>
                  </a:lnTo>
                  <a:lnTo>
                    <a:pt x="5094" y="4111"/>
                  </a:lnTo>
                  <a:lnTo>
                    <a:pt x="5776" y="4332"/>
                  </a:lnTo>
                  <a:lnTo>
                    <a:pt x="6558" y="4573"/>
                  </a:lnTo>
                  <a:lnTo>
                    <a:pt x="7421" y="4813"/>
                  </a:lnTo>
                  <a:lnTo>
                    <a:pt x="8343" y="5054"/>
                  </a:lnTo>
                  <a:lnTo>
                    <a:pt x="9346" y="5295"/>
                  </a:lnTo>
                  <a:lnTo>
                    <a:pt x="10429" y="5515"/>
                  </a:lnTo>
                  <a:lnTo>
                    <a:pt x="11572" y="5736"/>
                  </a:lnTo>
                  <a:lnTo>
                    <a:pt x="12755" y="5916"/>
                  </a:lnTo>
                  <a:lnTo>
                    <a:pt x="13999" y="6097"/>
                  </a:lnTo>
                  <a:lnTo>
                    <a:pt x="15282" y="6217"/>
                  </a:lnTo>
                  <a:lnTo>
                    <a:pt x="16606" y="6337"/>
                  </a:lnTo>
                  <a:lnTo>
                    <a:pt x="16606" y="6337"/>
                  </a:lnTo>
                  <a:lnTo>
                    <a:pt x="17328" y="6357"/>
                  </a:lnTo>
                  <a:lnTo>
                    <a:pt x="18070" y="6378"/>
                  </a:lnTo>
                  <a:lnTo>
                    <a:pt x="18792" y="6378"/>
                  </a:lnTo>
                  <a:lnTo>
                    <a:pt x="19514" y="6357"/>
                  </a:lnTo>
                  <a:lnTo>
                    <a:pt x="19514" y="6357"/>
                  </a:lnTo>
                  <a:lnTo>
                    <a:pt x="20195" y="6337"/>
                  </a:lnTo>
                  <a:lnTo>
                    <a:pt x="20877" y="6277"/>
                  </a:lnTo>
                  <a:lnTo>
                    <a:pt x="21539" y="6217"/>
                  </a:lnTo>
                  <a:lnTo>
                    <a:pt x="22221" y="6157"/>
                  </a:lnTo>
                  <a:lnTo>
                    <a:pt x="23524" y="5976"/>
                  </a:lnTo>
                  <a:lnTo>
                    <a:pt x="24808" y="5776"/>
                  </a:lnTo>
                  <a:lnTo>
                    <a:pt x="26031" y="5535"/>
                  </a:lnTo>
                  <a:lnTo>
                    <a:pt x="27215" y="5275"/>
                  </a:lnTo>
                  <a:lnTo>
                    <a:pt x="28338" y="4994"/>
                  </a:lnTo>
                  <a:lnTo>
                    <a:pt x="29380" y="4713"/>
                  </a:lnTo>
                  <a:lnTo>
                    <a:pt x="30363" y="4432"/>
                  </a:lnTo>
                  <a:lnTo>
                    <a:pt x="31245" y="4151"/>
                  </a:lnTo>
                  <a:lnTo>
                    <a:pt x="32028" y="3891"/>
                  </a:lnTo>
                  <a:lnTo>
                    <a:pt x="32729" y="3650"/>
                  </a:lnTo>
                  <a:lnTo>
                    <a:pt x="33752" y="3269"/>
                  </a:lnTo>
                  <a:lnTo>
                    <a:pt x="34294" y="3069"/>
                  </a:lnTo>
                  <a:lnTo>
                    <a:pt x="34294" y="3069"/>
                  </a:lnTo>
                  <a:lnTo>
                    <a:pt x="34354" y="3028"/>
                  </a:lnTo>
                  <a:lnTo>
                    <a:pt x="34414" y="2968"/>
                  </a:lnTo>
                  <a:lnTo>
                    <a:pt x="34474" y="2868"/>
                  </a:lnTo>
                  <a:lnTo>
                    <a:pt x="34534" y="2748"/>
                  </a:lnTo>
                  <a:lnTo>
                    <a:pt x="34635" y="2467"/>
                  </a:lnTo>
                  <a:lnTo>
                    <a:pt x="34735" y="2086"/>
                  </a:lnTo>
                  <a:lnTo>
                    <a:pt x="34815" y="1665"/>
                  </a:lnTo>
                  <a:lnTo>
                    <a:pt x="34895" y="1183"/>
                  </a:lnTo>
                  <a:lnTo>
                    <a:pt x="35036" y="161"/>
                  </a:lnTo>
                  <a:lnTo>
                    <a:pt x="35036" y="161"/>
                  </a:lnTo>
                  <a:lnTo>
                    <a:pt x="35678" y="622"/>
                  </a:lnTo>
                  <a:lnTo>
                    <a:pt x="36179" y="1023"/>
                  </a:lnTo>
                  <a:lnTo>
                    <a:pt x="36540" y="1344"/>
                  </a:lnTo>
                  <a:lnTo>
                    <a:pt x="36660" y="1464"/>
                  </a:lnTo>
                  <a:lnTo>
                    <a:pt x="36740" y="1544"/>
                  </a:lnTo>
                  <a:lnTo>
                    <a:pt x="36740" y="1544"/>
                  </a:lnTo>
                  <a:lnTo>
                    <a:pt x="36760" y="1645"/>
                  </a:lnTo>
                  <a:lnTo>
                    <a:pt x="36801" y="1785"/>
                  </a:lnTo>
                  <a:lnTo>
                    <a:pt x="36821" y="2246"/>
                  </a:lnTo>
                  <a:lnTo>
                    <a:pt x="36801" y="2888"/>
                  </a:lnTo>
                  <a:lnTo>
                    <a:pt x="36760" y="3630"/>
                  </a:lnTo>
                  <a:lnTo>
                    <a:pt x="36680" y="4472"/>
                  </a:lnTo>
                  <a:lnTo>
                    <a:pt x="36560" y="5315"/>
                  </a:lnTo>
                  <a:lnTo>
                    <a:pt x="36420" y="6137"/>
                  </a:lnTo>
                  <a:lnTo>
                    <a:pt x="36259" y="6899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5" name="Google Shape;7435;p35"/>
            <p:cNvSpPr/>
            <p:nvPr/>
          </p:nvSpPr>
          <p:spPr>
            <a:xfrm>
              <a:off x="11246025" y="4817763"/>
              <a:ext cx="906500" cy="297325"/>
            </a:xfrm>
            <a:custGeom>
              <a:avLst/>
              <a:gdLst/>
              <a:ahLst/>
              <a:cxnLst/>
              <a:rect l="l" t="t" r="r" b="b"/>
              <a:pathLst>
                <a:path w="36260" h="11893" extrusionOk="0">
                  <a:moveTo>
                    <a:pt x="2467" y="0"/>
                  </a:moveTo>
                  <a:lnTo>
                    <a:pt x="1926" y="361"/>
                  </a:lnTo>
                  <a:lnTo>
                    <a:pt x="1445" y="722"/>
                  </a:lnTo>
                  <a:lnTo>
                    <a:pt x="1023" y="1043"/>
                  </a:lnTo>
                  <a:lnTo>
                    <a:pt x="662" y="1364"/>
                  </a:lnTo>
                  <a:lnTo>
                    <a:pt x="382" y="1665"/>
                  </a:lnTo>
                  <a:lnTo>
                    <a:pt x="181" y="1925"/>
                  </a:lnTo>
                  <a:lnTo>
                    <a:pt x="101" y="2066"/>
                  </a:lnTo>
                  <a:lnTo>
                    <a:pt x="41" y="2186"/>
                  </a:lnTo>
                  <a:lnTo>
                    <a:pt x="21" y="2286"/>
                  </a:lnTo>
                  <a:lnTo>
                    <a:pt x="1" y="2387"/>
                  </a:lnTo>
                  <a:lnTo>
                    <a:pt x="21" y="2467"/>
                  </a:lnTo>
                  <a:lnTo>
                    <a:pt x="301" y="3710"/>
                  </a:lnTo>
                  <a:lnTo>
                    <a:pt x="522" y="4633"/>
                  </a:lnTo>
                  <a:lnTo>
                    <a:pt x="783" y="5656"/>
                  </a:lnTo>
                  <a:lnTo>
                    <a:pt x="1063" y="6658"/>
                  </a:lnTo>
                  <a:lnTo>
                    <a:pt x="1204" y="7120"/>
                  </a:lnTo>
                  <a:lnTo>
                    <a:pt x="1344" y="7541"/>
                  </a:lnTo>
                  <a:lnTo>
                    <a:pt x="1485" y="7922"/>
                  </a:lnTo>
                  <a:lnTo>
                    <a:pt x="1625" y="8223"/>
                  </a:lnTo>
                  <a:lnTo>
                    <a:pt x="1745" y="8443"/>
                  </a:lnTo>
                  <a:lnTo>
                    <a:pt x="1805" y="8523"/>
                  </a:lnTo>
                  <a:lnTo>
                    <a:pt x="1866" y="8584"/>
                  </a:lnTo>
                  <a:lnTo>
                    <a:pt x="2046" y="8684"/>
                  </a:lnTo>
                  <a:lnTo>
                    <a:pt x="2347" y="8824"/>
                  </a:lnTo>
                  <a:lnTo>
                    <a:pt x="2768" y="9005"/>
                  </a:lnTo>
                  <a:lnTo>
                    <a:pt x="3310" y="9205"/>
                  </a:lnTo>
                  <a:lnTo>
                    <a:pt x="3951" y="9426"/>
                  </a:lnTo>
                  <a:lnTo>
                    <a:pt x="4693" y="9666"/>
                  </a:lnTo>
                  <a:lnTo>
                    <a:pt x="5536" y="9927"/>
                  </a:lnTo>
                  <a:lnTo>
                    <a:pt x="6478" y="10188"/>
                  </a:lnTo>
                  <a:lnTo>
                    <a:pt x="7481" y="10449"/>
                  </a:lnTo>
                  <a:lnTo>
                    <a:pt x="8584" y="10709"/>
                  </a:lnTo>
                  <a:lnTo>
                    <a:pt x="9747" y="10950"/>
                  </a:lnTo>
                  <a:lnTo>
                    <a:pt x="10970" y="11191"/>
                  </a:lnTo>
                  <a:lnTo>
                    <a:pt x="12274" y="11391"/>
                  </a:lnTo>
                  <a:lnTo>
                    <a:pt x="13618" y="11572"/>
                  </a:lnTo>
                  <a:lnTo>
                    <a:pt x="15021" y="11732"/>
                  </a:lnTo>
                  <a:lnTo>
                    <a:pt x="16445" y="11832"/>
                  </a:lnTo>
                  <a:lnTo>
                    <a:pt x="17408" y="11872"/>
                  </a:lnTo>
                  <a:lnTo>
                    <a:pt x="18350" y="11893"/>
                  </a:lnTo>
                  <a:lnTo>
                    <a:pt x="19133" y="11893"/>
                  </a:lnTo>
                  <a:lnTo>
                    <a:pt x="19915" y="11852"/>
                  </a:lnTo>
                  <a:lnTo>
                    <a:pt x="20697" y="11812"/>
                  </a:lnTo>
                  <a:lnTo>
                    <a:pt x="21479" y="11752"/>
                  </a:lnTo>
                  <a:lnTo>
                    <a:pt x="22241" y="11672"/>
                  </a:lnTo>
                  <a:lnTo>
                    <a:pt x="23003" y="11592"/>
                  </a:lnTo>
                  <a:lnTo>
                    <a:pt x="23745" y="11491"/>
                  </a:lnTo>
                  <a:lnTo>
                    <a:pt x="24487" y="11371"/>
                  </a:lnTo>
                  <a:lnTo>
                    <a:pt x="25931" y="11130"/>
                  </a:lnTo>
                  <a:lnTo>
                    <a:pt x="27315" y="10830"/>
                  </a:lnTo>
                  <a:lnTo>
                    <a:pt x="28618" y="10529"/>
                  </a:lnTo>
                  <a:lnTo>
                    <a:pt x="29862" y="10208"/>
                  </a:lnTo>
                  <a:lnTo>
                    <a:pt x="31005" y="9887"/>
                  </a:lnTo>
                  <a:lnTo>
                    <a:pt x="32048" y="9566"/>
                  </a:lnTo>
                  <a:lnTo>
                    <a:pt x="32990" y="9265"/>
                  </a:lnTo>
                  <a:lnTo>
                    <a:pt x="33792" y="8985"/>
                  </a:lnTo>
                  <a:lnTo>
                    <a:pt x="35016" y="8543"/>
                  </a:lnTo>
                  <a:lnTo>
                    <a:pt x="35637" y="8303"/>
                  </a:lnTo>
                  <a:lnTo>
                    <a:pt x="35738" y="8243"/>
                  </a:lnTo>
                  <a:lnTo>
                    <a:pt x="35818" y="8142"/>
                  </a:lnTo>
                  <a:lnTo>
                    <a:pt x="35898" y="8022"/>
                  </a:lnTo>
                  <a:lnTo>
                    <a:pt x="35978" y="7841"/>
                  </a:lnTo>
                  <a:lnTo>
                    <a:pt x="36059" y="7661"/>
                  </a:lnTo>
                  <a:lnTo>
                    <a:pt x="36139" y="7420"/>
                  </a:lnTo>
                  <a:lnTo>
                    <a:pt x="36259" y="6899"/>
                  </a:lnTo>
                  <a:lnTo>
                    <a:pt x="35016" y="7340"/>
                  </a:lnTo>
                  <a:lnTo>
                    <a:pt x="33752" y="7741"/>
                  </a:lnTo>
                  <a:lnTo>
                    <a:pt x="32469" y="8142"/>
                  </a:lnTo>
                  <a:lnTo>
                    <a:pt x="31205" y="8503"/>
                  </a:lnTo>
                  <a:lnTo>
                    <a:pt x="29922" y="8844"/>
                  </a:lnTo>
                  <a:lnTo>
                    <a:pt x="28618" y="9145"/>
                  </a:lnTo>
                  <a:lnTo>
                    <a:pt x="27335" y="9406"/>
                  </a:lnTo>
                  <a:lnTo>
                    <a:pt x="26031" y="9646"/>
                  </a:lnTo>
                  <a:lnTo>
                    <a:pt x="24728" y="9847"/>
                  </a:lnTo>
                  <a:lnTo>
                    <a:pt x="23404" y="10007"/>
                  </a:lnTo>
                  <a:lnTo>
                    <a:pt x="22742" y="10088"/>
                  </a:lnTo>
                  <a:lnTo>
                    <a:pt x="22081" y="10128"/>
                  </a:lnTo>
                  <a:lnTo>
                    <a:pt x="21419" y="10168"/>
                  </a:lnTo>
                  <a:lnTo>
                    <a:pt x="20737" y="10188"/>
                  </a:lnTo>
                  <a:lnTo>
                    <a:pt x="20035" y="10168"/>
                  </a:lnTo>
                  <a:lnTo>
                    <a:pt x="19333" y="10128"/>
                  </a:lnTo>
                  <a:lnTo>
                    <a:pt x="18631" y="10027"/>
                  </a:lnTo>
                  <a:lnTo>
                    <a:pt x="17929" y="9907"/>
                  </a:lnTo>
                  <a:lnTo>
                    <a:pt x="17649" y="9847"/>
                  </a:lnTo>
                  <a:lnTo>
                    <a:pt x="17348" y="9747"/>
                  </a:lnTo>
                  <a:lnTo>
                    <a:pt x="17047" y="9606"/>
                  </a:lnTo>
                  <a:lnTo>
                    <a:pt x="16786" y="9466"/>
                  </a:lnTo>
                  <a:lnTo>
                    <a:pt x="16525" y="9305"/>
                  </a:lnTo>
                  <a:lnTo>
                    <a:pt x="16305" y="9105"/>
                  </a:lnTo>
                  <a:lnTo>
                    <a:pt x="16225" y="9005"/>
                  </a:lnTo>
                  <a:lnTo>
                    <a:pt x="16144" y="8904"/>
                  </a:lnTo>
                  <a:lnTo>
                    <a:pt x="16084" y="8784"/>
                  </a:lnTo>
                  <a:lnTo>
                    <a:pt x="16044" y="8684"/>
                  </a:lnTo>
                  <a:lnTo>
                    <a:pt x="16024" y="8563"/>
                  </a:lnTo>
                  <a:lnTo>
                    <a:pt x="16004" y="8443"/>
                  </a:lnTo>
                  <a:lnTo>
                    <a:pt x="16024" y="8323"/>
                  </a:lnTo>
                  <a:lnTo>
                    <a:pt x="16064" y="8202"/>
                  </a:lnTo>
                  <a:lnTo>
                    <a:pt x="16124" y="8062"/>
                  </a:lnTo>
                  <a:lnTo>
                    <a:pt x="16205" y="7942"/>
                  </a:lnTo>
                  <a:lnTo>
                    <a:pt x="16325" y="7801"/>
                  </a:lnTo>
                  <a:lnTo>
                    <a:pt x="16465" y="7681"/>
                  </a:lnTo>
                  <a:lnTo>
                    <a:pt x="16646" y="7541"/>
                  </a:lnTo>
                  <a:lnTo>
                    <a:pt x="16846" y="7400"/>
                  </a:lnTo>
                  <a:lnTo>
                    <a:pt x="17067" y="7260"/>
                  </a:lnTo>
                  <a:lnTo>
                    <a:pt x="17348" y="7140"/>
                  </a:lnTo>
                  <a:lnTo>
                    <a:pt x="17649" y="6999"/>
                  </a:lnTo>
                  <a:lnTo>
                    <a:pt x="17989" y="6859"/>
                  </a:lnTo>
                  <a:lnTo>
                    <a:pt x="18350" y="6718"/>
                  </a:lnTo>
                  <a:lnTo>
                    <a:pt x="18772" y="6578"/>
                  </a:lnTo>
                  <a:lnTo>
                    <a:pt x="19514" y="6357"/>
                  </a:lnTo>
                  <a:lnTo>
                    <a:pt x="18912" y="6378"/>
                  </a:lnTo>
                  <a:lnTo>
                    <a:pt x="17448" y="6378"/>
                  </a:lnTo>
                  <a:lnTo>
                    <a:pt x="16606" y="6337"/>
                  </a:lnTo>
                  <a:lnTo>
                    <a:pt x="15282" y="6217"/>
                  </a:lnTo>
                  <a:lnTo>
                    <a:pt x="13999" y="6097"/>
                  </a:lnTo>
                  <a:lnTo>
                    <a:pt x="12755" y="5916"/>
                  </a:lnTo>
                  <a:lnTo>
                    <a:pt x="11572" y="5736"/>
                  </a:lnTo>
                  <a:lnTo>
                    <a:pt x="10429" y="5515"/>
                  </a:lnTo>
                  <a:lnTo>
                    <a:pt x="9346" y="5295"/>
                  </a:lnTo>
                  <a:lnTo>
                    <a:pt x="8343" y="5054"/>
                  </a:lnTo>
                  <a:lnTo>
                    <a:pt x="7421" y="4813"/>
                  </a:lnTo>
                  <a:lnTo>
                    <a:pt x="6558" y="4573"/>
                  </a:lnTo>
                  <a:lnTo>
                    <a:pt x="5776" y="4332"/>
                  </a:lnTo>
                  <a:lnTo>
                    <a:pt x="5094" y="4111"/>
                  </a:lnTo>
                  <a:lnTo>
                    <a:pt x="4513" y="3911"/>
                  </a:lnTo>
                  <a:lnTo>
                    <a:pt x="4011" y="3730"/>
                  </a:lnTo>
                  <a:lnTo>
                    <a:pt x="3610" y="3550"/>
                  </a:lnTo>
                  <a:lnTo>
                    <a:pt x="3350" y="3429"/>
                  </a:lnTo>
                  <a:lnTo>
                    <a:pt x="3169" y="3329"/>
                  </a:lnTo>
                  <a:lnTo>
                    <a:pt x="3109" y="3269"/>
                  </a:lnTo>
                  <a:lnTo>
                    <a:pt x="3069" y="3169"/>
                  </a:lnTo>
                  <a:lnTo>
                    <a:pt x="3029" y="3048"/>
                  </a:lnTo>
                  <a:lnTo>
                    <a:pt x="2989" y="2908"/>
                  </a:lnTo>
                  <a:lnTo>
                    <a:pt x="2908" y="2547"/>
                  </a:lnTo>
                  <a:lnTo>
                    <a:pt x="2828" y="2126"/>
                  </a:lnTo>
                  <a:lnTo>
                    <a:pt x="2688" y="1103"/>
                  </a:lnTo>
                  <a:lnTo>
                    <a:pt x="2588" y="562"/>
                  </a:lnTo>
                  <a:lnTo>
                    <a:pt x="2467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6" name="Google Shape;7436;p35"/>
            <p:cNvSpPr/>
            <p:nvPr/>
          </p:nvSpPr>
          <p:spPr>
            <a:xfrm>
              <a:off x="11246025" y="4817763"/>
              <a:ext cx="906500" cy="297325"/>
            </a:xfrm>
            <a:custGeom>
              <a:avLst/>
              <a:gdLst/>
              <a:ahLst/>
              <a:cxnLst/>
              <a:rect l="l" t="t" r="r" b="b"/>
              <a:pathLst>
                <a:path w="36260" h="11893" fill="none" extrusionOk="0">
                  <a:moveTo>
                    <a:pt x="2467" y="0"/>
                  </a:moveTo>
                  <a:lnTo>
                    <a:pt x="2467" y="0"/>
                  </a:lnTo>
                  <a:lnTo>
                    <a:pt x="1926" y="361"/>
                  </a:lnTo>
                  <a:lnTo>
                    <a:pt x="1445" y="722"/>
                  </a:lnTo>
                  <a:lnTo>
                    <a:pt x="1023" y="1043"/>
                  </a:lnTo>
                  <a:lnTo>
                    <a:pt x="662" y="1364"/>
                  </a:lnTo>
                  <a:lnTo>
                    <a:pt x="382" y="1665"/>
                  </a:lnTo>
                  <a:lnTo>
                    <a:pt x="181" y="1925"/>
                  </a:lnTo>
                  <a:lnTo>
                    <a:pt x="101" y="2066"/>
                  </a:lnTo>
                  <a:lnTo>
                    <a:pt x="41" y="2186"/>
                  </a:lnTo>
                  <a:lnTo>
                    <a:pt x="21" y="2286"/>
                  </a:lnTo>
                  <a:lnTo>
                    <a:pt x="1" y="2387"/>
                  </a:lnTo>
                  <a:lnTo>
                    <a:pt x="1" y="2387"/>
                  </a:lnTo>
                  <a:lnTo>
                    <a:pt x="21" y="2467"/>
                  </a:lnTo>
                  <a:lnTo>
                    <a:pt x="21" y="2467"/>
                  </a:lnTo>
                  <a:lnTo>
                    <a:pt x="301" y="3710"/>
                  </a:lnTo>
                  <a:lnTo>
                    <a:pt x="522" y="4633"/>
                  </a:lnTo>
                  <a:lnTo>
                    <a:pt x="783" y="5656"/>
                  </a:lnTo>
                  <a:lnTo>
                    <a:pt x="1063" y="6658"/>
                  </a:lnTo>
                  <a:lnTo>
                    <a:pt x="1204" y="7120"/>
                  </a:lnTo>
                  <a:lnTo>
                    <a:pt x="1344" y="7541"/>
                  </a:lnTo>
                  <a:lnTo>
                    <a:pt x="1485" y="7922"/>
                  </a:lnTo>
                  <a:lnTo>
                    <a:pt x="1625" y="8223"/>
                  </a:lnTo>
                  <a:lnTo>
                    <a:pt x="1745" y="8443"/>
                  </a:lnTo>
                  <a:lnTo>
                    <a:pt x="1805" y="8523"/>
                  </a:lnTo>
                  <a:lnTo>
                    <a:pt x="1866" y="8584"/>
                  </a:lnTo>
                  <a:lnTo>
                    <a:pt x="1866" y="8584"/>
                  </a:lnTo>
                  <a:lnTo>
                    <a:pt x="2046" y="8684"/>
                  </a:lnTo>
                  <a:lnTo>
                    <a:pt x="2347" y="8824"/>
                  </a:lnTo>
                  <a:lnTo>
                    <a:pt x="2768" y="9005"/>
                  </a:lnTo>
                  <a:lnTo>
                    <a:pt x="3310" y="9205"/>
                  </a:lnTo>
                  <a:lnTo>
                    <a:pt x="3951" y="9426"/>
                  </a:lnTo>
                  <a:lnTo>
                    <a:pt x="4693" y="9666"/>
                  </a:lnTo>
                  <a:lnTo>
                    <a:pt x="5536" y="9927"/>
                  </a:lnTo>
                  <a:lnTo>
                    <a:pt x="6478" y="10188"/>
                  </a:lnTo>
                  <a:lnTo>
                    <a:pt x="7481" y="10449"/>
                  </a:lnTo>
                  <a:lnTo>
                    <a:pt x="8584" y="10709"/>
                  </a:lnTo>
                  <a:lnTo>
                    <a:pt x="9747" y="10950"/>
                  </a:lnTo>
                  <a:lnTo>
                    <a:pt x="10970" y="11191"/>
                  </a:lnTo>
                  <a:lnTo>
                    <a:pt x="12274" y="11391"/>
                  </a:lnTo>
                  <a:lnTo>
                    <a:pt x="13618" y="11572"/>
                  </a:lnTo>
                  <a:lnTo>
                    <a:pt x="15021" y="11732"/>
                  </a:lnTo>
                  <a:lnTo>
                    <a:pt x="16445" y="11832"/>
                  </a:lnTo>
                  <a:lnTo>
                    <a:pt x="16445" y="11832"/>
                  </a:lnTo>
                  <a:lnTo>
                    <a:pt x="17408" y="11872"/>
                  </a:lnTo>
                  <a:lnTo>
                    <a:pt x="18350" y="11893"/>
                  </a:lnTo>
                  <a:lnTo>
                    <a:pt x="18350" y="11893"/>
                  </a:lnTo>
                  <a:lnTo>
                    <a:pt x="19133" y="11893"/>
                  </a:lnTo>
                  <a:lnTo>
                    <a:pt x="19915" y="11852"/>
                  </a:lnTo>
                  <a:lnTo>
                    <a:pt x="20697" y="11812"/>
                  </a:lnTo>
                  <a:lnTo>
                    <a:pt x="21479" y="11752"/>
                  </a:lnTo>
                  <a:lnTo>
                    <a:pt x="22241" y="11672"/>
                  </a:lnTo>
                  <a:lnTo>
                    <a:pt x="23003" y="11592"/>
                  </a:lnTo>
                  <a:lnTo>
                    <a:pt x="23745" y="11491"/>
                  </a:lnTo>
                  <a:lnTo>
                    <a:pt x="24487" y="11371"/>
                  </a:lnTo>
                  <a:lnTo>
                    <a:pt x="25931" y="11130"/>
                  </a:lnTo>
                  <a:lnTo>
                    <a:pt x="27315" y="10830"/>
                  </a:lnTo>
                  <a:lnTo>
                    <a:pt x="28618" y="10529"/>
                  </a:lnTo>
                  <a:lnTo>
                    <a:pt x="29862" y="10208"/>
                  </a:lnTo>
                  <a:lnTo>
                    <a:pt x="31005" y="9887"/>
                  </a:lnTo>
                  <a:lnTo>
                    <a:pt x="32048" y="9566"/>
                  </a:lnTo>
                  <a:lnTo>
                    <a:pt x="32990" y="9265"/>
                  </a:lnTo>
                  <a:lnTo>
                    <a:pt x="33792" y="8985"/>
                  </a:lnTo>
                  <a:lnTo>
                    <a:pt x="35016" y="8543"/>
                  </a:lnTo>
                  <a:lnTo>
                    <a:pt x="35637" y="8303"/>
                  </a:lnTo>
                  <a:lnTo>
                    <a:pt x="35637" y="8303"/>
                  </a:lnTo>
                  <a:lnTo>
                    <a:pt x="35738" y="8243"/>
                  </a:lnTo>
                  <a:lnTo>
                    <a:pt x="35818" y="8142"/>
                  </a:lnTo>
                  <a:lnTo>
                    <a:pt x="35898" y="8022"/>
                  </a:lnTo>
                  <a:lnTo>
                    <a:pt x="35978" y="7841"/>
                  </a:lnTo>
                  <a:lnTo>
                    <a:pt x="36059" y="7661"/>
                  </a:lnTo>
                  <a:lnTo>
                    <a:pt x="36139" y="7420"/>
                  </a:lnTo>
                  <a:lnTo>
                    <a:pt x="36259" y="6899"/>
                  </a:lnTo>
                  <a:lnTo>
                    <a:pt x="36259" y="6899"/>
                  </a:lnTo>
                  <a:lnTo>
                    <a:pt x="35016" y="7340"/>
                  </a:lnTo>
                  <a:lnTo>
                    <a:pt x="33752" y="7741"/>
                  </a:lnTo>
                  <a:lnTo>
                    <a:pt x="32469" y="8142"/>
                  </a:lnTo>
                  <a:lnTo>
                    <a:pt x="31205" y="8503"/>
                  </a:lnTo>
                  <a:lnTo>
                    <a:pt x="29922" y="8844"/>
                  </a:lnTo>
                  <a:lnTo>
                    <a:pt x="28618" y="9145"/>
                  </a:lnTo>
                  <a:lnTo>
                    <a:pt x="27335" y="9406"/>
                  </a:lnTo>
                  <a:lnTo>
                    <a:pt x="26031" y="9646"/>
                  </a:lnTo>
                  <a:lnTo>
                    <a:pt x="26031" y="9646"/>
                  </a:lnTo>
                  <a:lnTo>
                    <a:pt x="24728" y="9847"/>
                  </a:lnTo>
                  <a:lnTo>
                    <a:pt x="23404" y="10007"/>
                  </a:lnTo>
                  <a:lnTo>
                    <a:pt x="22742" y="10088"/>
                  </a:lnTo>
                  <a:lnTo>
                    <a:pt x="22081" y="10128"/>
                  </a:lnTo>
                  <a:lnTo>
                    <a:pt x="21419" y="10168"/>
                  </a:lnTo>
                  <a:lnTo>
                    <a:pt x="20737" y="10188"/>
                  </a:lnTo>
                  <a:lnTo>
                    <a:pt x="20737" y="10188"/>
                  </a:lnTo>
                  <a:lnTo>
                    <a:pt x="20035" y="10168"/>
                  </a:lnTo>
                  <a:lnTo>
                    <a:pt x="19333" y="10128"/>
                  </a:lnTo>
                  <a:lnTo>
                    <a:pt x="18631" y="10027"/>
                  </a:lnTo>
                  <a:lnTo>
                    <a:pt x="17929" y="9907"/>
                  </a:lnTo>
                  <a:lnTo>
                    <a:pt x="17929" y="9907"/>
                  </a:lnTo>
                  <a:lnTo>
                    <a:pt x="17649" y="9847"/>
                  </a:lnTo>
                  <a:lnTo>
                    <a:pt x="17348" y="9747"/>
                  </a:lnTo>
                  <a:lnTo>
                    <a:pt x="17047" y="9606"/>
                  </a:lnTo>
                  <a:lnTo>
                    <a:pt x="16786" y="9466"/>
                  </a:lnTo>
                  <a:lnTo>
                    <a:pt x="16525" y="9305"/>
                  </a:lnTo>
                  <a:lnTo>
                    <a:pt x="16305" y="9105"/>
                  </a:lnTo>
                  <a:lnTo>
                    <a:pt x="16225" y="9005"/>
                  </a:lnTo>
                  <a:lnTo>
                    <a:pt x="16144" y="8904"/>
                  </a:lnTo>
                  <a:lnTo>
                    <a:pt x="16084" y="8784"/>
                  </a:lnTo>
                  <a:lnTo>
                    <a:pt x="16044" y="8684"/>
                  </a:lnTo>
                  <a:lnTo>
                    <a:pt x="16024" y="8563"/>
                  </a:lnTo>
                  <a:lnTo>
                    <a:pt x="16004" y="8443"/>
                  </a:lnTo>
                  <a:lnTo>
                    <a:pt x="16024" y="8323"/>
                  </a:lnTo>
                  <a:lnTo>
                    <a:pt x="16064" y="8202"/>
                  </a:lnTo>
                  <a:lnTo>
                    <a:pt x="16124" y="8062"/>
                  </a:lnTo>
                  <a:lnTo>
                    <a:pt x="16205" y="7942"/>
                  </a:lnTo>
                  <a:lnTo>
                    <a:pt x="16325" y="7801"/>
                  </a:lnTo>
                  <a:lnTo>
                    <a:pt x="16465" y="7681"/>
                  </a:lnTo>
                  <a:lnTo>
                    <a:pt x="16646" y="7541"/>
                  </a:lnTo>
                  <a:lnTo>
                    <a:pt x="16846" y="7400"/>
                  </a:lnTo>
                  <a:lnTo>
                    <a:pt x="17067" y="7260"/>
                  </a:lnTo>
                  <a:lnTo>
                    <a:pt x="17348" y="7140"/>
                  </a:lnTo>
                  <a:lnTo>
                    <a:pt x="17649" y="6999"/>
                  </a:lnTo>
                  <a:lnTo>
                    <a:pt x="17989" y="6859"/>
                  </a:lnTo>
                  <a:lnTo>
                    <a:pt x="18350" y="6718"/>
                  </a:lnTo>
                  <a:lnTo>
                    <a:pt x="18772" y="6578"/>
                  </a:lnTo>
                  <a:lnTo>
                    <a:pt x="18772" y="6578"/>
                  </a:lnTo>
                  <a:lnTo>
                    <a:pt x="19514" y="6357"/>
                  </a:lnTo>
                  <a:lnTo>
                    <a:pt x="19514" y="6357"/>
                  </a:lnTo>
                  <a:lnTo>
                    <a:pt x="18912" y="6378"/>
                  </a:lnTo>
                  <a:lnTo>
                    <a:pt x="18310" y="6378"/>
                  </a:lnTo>
                  <a:lnTo>
                    <a:pt x="18310" y="6378"/>
                  </a:lnTo>
                  <a:lnTo>
                    <a:pt x="17448" y="6378"/>
                  </a:lnTo>
                  <a:lnTo>
                    <a:pt x="16606" y="6337"/>
                  </a:lnTo>
                  <a:lnTo>
                    <a:pt x="16606" y="6337"/>
                  </a:lnTo>
                  <a:lnTo>
                    <a:pt x="15282" y="6217"/>
                  </a:lnTo>
                  <a:lnTo>
                    <a:pt x="13999" y="6097"/>
                  </a:lnTo>
                  <a:lnTo>
                    <a:pt x="12755" y="5916"/>
                  </a:lnTo>
                  <a:lnTo>
                    <a:pt x="11572" y="5736"/>
                  </a:lnTo>
                  <a:lnTo>
                    <a:pt x="10429" y="5515"/>
                  </a:lnTo>
                  <a:lnTo>
                    <a:pt x="9346" y="5295"/>
                  </a:lnTo>
                  <a:lnTo>
                    <a:pt x="8343" y="5054"/>
                  </a:lnTo>
                  <a:lnTo>
                    <a:pt x="7421" y="4813"/>
                  </a:lnTo>
                  <a:lnTo>
                    <a:pt x="6558" y="4573"/>
                  </a:lnTo>
                  <a:lnTo>
                    <a:pt x="5776" y="4332"/>
                  </a:lnTo>
                  <a:lnTo>
                    <a:pt x="5094" y="4111"/>
                  </a:lnTo>
                  <a:lnTo>
                    <a:pt x="4513" y="3911"/>
                  </a:lnTo>
                  <a:lnTo>
                    <a:pt x="4011" y="3730"/>
                  </a:lnTo>
                  <a:lnTo>
                    <a:pt x="3610" y="3550"/>
                  </a:lnTo>
                  <a:lnTo>
                    <a:pt x="3350" y="3429"/>
                  </a:lnTo>
                  <a:lnTo>
                    <a:pt x="3169" y="3329"/>
                  </a:lnTo>
                  <a:lnTo>
                    <a:pt x="3169" y="3329"/>
                  </a:lnTo>
                  <a:lnTo>
                    <a:pt x="3109" y="3269"/>
                  </a:lnTo>
                  <a:lnTo>
                    <a:pt x="3069" y="3169"/>
                  </a:lnTo>
                  <a:lnTo>
                    <a:pt x="3029" y="3048"/>
                  </a:lnTo>
                  <a:lnTo>
                    <a:pt x="2989" y="2908"/>
                  </a:lnTo>
                  <a:lnTo>
                    <a:pt x="2908" y="2547"/>
                  </a:lnTo>
                  <a:lnTo>
                    <a:pt x="2828" y="2126"/>
                  </a:lnTo>
                  <a:lnTo>
                    <a:pt x="2688" y="1103"/>
                  </a:lnTo>
                  <a:lnTo>
                    <a:pt x="2588" y="562"/>
                  </a:lnTo>
                  <a:lnTo>
                    <a:pt x="2467" y="0"/>
                  </a:lnTo>
                  <a:lnTo>
                    <a:pt x="2467" y="0"/>
                  </a:lnTo>
                  <a:lnTo>
                    <a:pt x="2467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7" name="Google Shape;7437;p35"/>
            <p:cNvSpPr/>
            <p:nvPr/>
          </p:nvSpPr>
          <p:spPr>
            <a:xfrm>
              <a:off x="11258050" y="4416663"/>
              <a:ext cx="873900" cy="619200"/>
            </a:xfrm>
            <a:custGeom>
              <a:avLst/>
              <a:gdLst/>
              <a:ahLst/>
              <a:cxnLst/>
              <a:rect l="l" t="t" r="r" b="b"/>
              <a:pathLst>
                <a:path w="34956" h="24768" extrusionOk="0">
                  <a:moveTo>
                    <a:pt x="61" y="1"/>
                  </a:moveTo>
                  <a:lnTo>
                    <a:pt x="21" y="41"/>
                  </a:lnTo>
                  <a:lnTo>
                    <a:pt x="1" y="61"/>
                  </a:lnTo>
                  <a:lnTo>
                    <a:pt x="1" y="101"/>
                  </a:lnTo>
                  <a:lnTo>
                    <a:pt x="1" y="141"/>
                  </a:lnTo>
                  <a:lnTo>
                    <a:pt x="282" y="823"/>
                  </a:lnTo>
                  <a:lnTo>
                    <a:pt x="542" y="1505"/>
                  </a:lnTo>
                  <a:lnTo>
                    <a:pt x="783" y="2186"/>
                  </a:lnTo>
                  <a:lnTo>
                    <a:pt x="1024" y="2888"/>
                  </a:lnTo>
                  <a:lnTo>
                    <a:pt x="1224" y="3590"/>
                  </a:lnTo>
                  <a:lnTo>
                    <a:pt x="1425" y="4292"/>
                  </a:lnTo>
                  <a:lnTo>
                    <a:pt x="1806" y="5696"/>
                  </a:lnTo>
                  <a:lnTo>
                    <a:pt x="2528" y="8524"/>
                  </a:lnTo>
                  <a:lnTo>
                    <a:pt x="2909" y="9948"/>
                  </a:lnTo>
                  <a:lnTo>
                    <a:pt x="3310" y="11351"/>
                  </a:lnTo>
                  <a:lnTo>
                    <a:pt x="3831" y="12936"/>
                  </a:lnTo>
                  <a:lnTo>
                    <a:pt x="4453" y="14741"/>
                  </a:lnTo>
                  <a:lnTo>
                    <a:pt x="5135" y="16646"/>
                  </a:lnTo>
                  <a:lnTo>
                    <a:pt x="5817" y="18491"/>
                  </a:lnTo>
                  <a:lnTo>
                    <a:pt x="6960" y="21539"/>
                  </a:lnTo>
                  <a:lnTo>
                    <a:pt x="7441" y="22823"/>
                  </a:lnTo>
                  <a:lnTo>
                    <a:pt x="7461" y="22903"/>
                  </a:lnTo>
                  <a:lnTo>
                    <a:pt x="7501" y="22983"/>
                  </a:lnTo>
                  <a:lnTo>
                    <a:pt x="7561" y="23023"/>
                  </a:lnTo>
                  <a:lnTo>
                    <a:pt x="7722" y="23023"/>
                  </a:lnTo>
                  <a:lnTo>
                    <a:pt x="7802" y="22983"/>
                  </a:lnTo>
                  <a:lnTo>
                    <a:pt x="7862" y="22923"/>
                  </a:lnTo>
                  <a:lnTo>
                    <a:pt x="7882" y="22823"/>
                  </a:lnTo>
                  <a:lnTo>
                    <a:pt x="8584" y="17929"/>
                  </a:lnTo>
                  <a:lnTo>
                    <a:pt x="9286" y="13036"/>
                  </a:lnTo>
                  <a:lnTo>
                    <a:pt x="10028" y="8143"/>
                  </a:lnTo>
                  <a:lnTo>
                    <a:pt x="10409" y="5696"/>
                  </a:lnTo>
                  <a:lnTo>
                    <a:pt x="10810" y="3249"/>
                  </a:lnTo>
                  <a:lnTo>
                    <a:pt x="10951" y="3891"/>
                  </a:lnTo>
                  <a:lnTo>
                    <a:pt x="11131" y="4513"/>
                  </a:lnTo>
                  <a:lnTo>
                    <a:pt x="11332" y="5134"/>
                  </a:lnTo>
                  <a:lnTo>
                    <a:pt x="11532" y="5776"/>
                  </a:lnTo>
                  <a:lnTo>
                    <a:pt x="11973" y="7020"/>
                  </a:lnTo>
                  <a:lnTo>
                    <a:pt x="12395" y="8243"/>
                  </a:lnTo>
                  <a:lnTo>
                    <a:pt x="13337" y="11031"/>
                  </a:lnTo>
                  <a:lnTo>
                    <a:pt x="14280" y="13818"/>
                  </a:lnTo>
                  <a:lnTo>
                    <a:pt x="15202" y="16485"/>
                  </a:lnTo>
                  <a:lnTo>
                    <a:pt x="16125" y="19133"/>
                  </a:lnTo>
                  <a:lnTo>
                    <a:pt x="17107" y="21780"/>
                  </a:lnTo>
                  <a:lnTo>
                    <a:pt x="18110" y="24427"/>
                  </a:lnTo>
                  <a:lnTo>
                    <a:pt x="18190" y="24527"/>
                  </a:lnTo>
                  <a:lnTo>
                    <a:pt x="18331" y="24688"/>
                  </a:lnTo>
                  <a:lnTo>
                    <a:pt x="18411" y="24748"/>
                  </a:lnTo>
                  <a:lnTo>
                    <a:pt x="18491" y="24768"/>
                  </a:lnTo>
                  <a:lnTo>
                    <a:pt x="18551" y="24768"/>
                  </a:lnTo>
                  <a:lnTo>
                    <a:pt x="18571" y="24748"/>
                  </a:lnTo>
                  <a:lnTo>
                    <a:pt x="18591" y="24728"/>
                  </a:lnTo>
                  <a:lnTo>
                    <a:pt x="19875" y="19173"/>
                  </a:lnTo>
                  <a:lnTo>
                    <a:pt x="20497" y="16405"/>
                  </a:lnTo>
                  <a:lnTo>
                    <a:pt x="21098" y="13618"/>
                  </a:lnTo>
                  <a:lnTo>
                    <a:pt x="21640" y="11111"/>
                  </a:lnTo>
                  <a:lnTo>
                    <a:pt x="22161" y="8604"/>
                  </a:lnTo>
                  <a:lnTo>
                    <a:pt x="22402" y="7340"/>
                  </a:lnTo>
                  <a:lnTo>
                    <a:pt x="22622" y="6077"/>
                  </a:lnTo>
                  <a:lnTo>
                    <a:pt x="22843" y="4814"/>
                  </a:lnTo>
                  <a:lnTo>
                    <a:pt x="23023" y="3530"/>
                  </a:lnTo>
                  <a:lnTo>
                    <a:pt x="23344" y="4774"/>
                  </a:lnTo>
                  <a:lnTo>
                    <a:pt x="23705" y="5997"/>
                  </a:lnTo>
                  <a:lnTo>
                    <a:pt x="24066" y="7240"/>
                  </a:lnTo>
                  <a:lnTo>
                    <a:pt x="24447" y="8464"/>
                  </a:lnTo>
                  <a:lnTo>
                    <a:pt x="25249" y="10890"/>
                  </a:lnTo>
                  <a:lnTo>
                    <a:pt x="26052" y="13317"/>
                  </a:lnTo>
                  <a:lnTo>
                    <a:pt x="26914" y="15924"/>
                  </a:lnTo>
                  <a:lnTo>
                    <a:pt x="27796" y="18491"/>
                  </a:lnTo>
                  <a:lnTo>
                    <a:pt x="28719" y="21078"/>
                  </a:lnTo>
                  <a:lnTo>
                    <a:pt x="29661" y="23645"/>
                  </a:lnTo>
                  <a:lnTo>
                    <a:pt x="29702" y="23685"/>
                  </a:lnTo>
                  <a:lnTo>
                    <a:pt x="29762" y="23745"/>
                  </a:lnTo>
                  <a:lnTo>
                    <a:pt x="29942" y="23885"/>
                  </a:lnTo>
                  <a:lnTo>
                    <a:pt x="30043" y="23926"/>
                  </a:lnTo>
                  <a:lnTo>
                    <a:pt x="30123" y="23946"/>
                  </a:lnTo>
                  <a:lnTo>
                    <a:pt x="30203" y="23926"/>
                  </a:lnTo>
                  <a:lnTo>
                    <a:pt x="30223" y="23906"/>
                  </a:lnTo>
                  <a:lnTo>
                    <a:pt x="30243" y="23865"/>
                  </a:lnTo>
                  <a:lnTo>
                    <a:pt x="30604" y="22401"/>
                  </a:lnTo>
                  <a:lnTo>
                    <a:pt x="30945" y="20917"/>
                  </a:lnTo>
                  <a:lnTo>
                    <a:pt x="31286" y="19433"/>
                  </a:lnTo>
                  <a:lnTo>
                    <a:pt x="31607" y="17949"/>
                  </a:lnTo>
                  <a:lnTo>
                    <a:pt x="32228" y="14981"/>
                  </a:lnTo>
                  <a:lnTo>
                    <a:pt x="32830" y="11993"/>
                  </a:lnTo>
                  <a:lnTo>
                    <a:pt x="33432" y="9125"/>
                  </a:lnTo>
                  <a:lnTo>
                    <a:pt x="34013" y="6217"/>
                  </a:lnTo>
                  <a:lnTo>
                    <a:pt x="34274" y="4774"/>
                  </a:lnTo>
                  <a:lnTo>
                    <a:pt x="34535" y="3330"/>
                  </a:lnTo>
                  <a:lnTo>
                    <a:pt x="34755" y="1866"/>
                  </a:lnTo>
                  <a:lnTo>
                    <a:pt x="34956" y="422"/>
                  </a:lnTo>
                  <a:lnTo>
                    <a:pt x="34956" y="382"/>
                  </a:lnTo>
                  <a:lnTo>
                    <a:pt x="34936" y="362"/>
                  </a:lnTo>
                  <a:lnTo>
                    <a:pt x="34896" y="341"/>
                  </a:lnTo>
                  <a:lnTo>
                    <a:pt x="34836" y="341"/>
                  </a:lnTo>
                  <a:lnTo>
                    <a:pt x="34815" y="362"/>
                  </a:lnTo>
                  <a:lnTo>
                    <a:pt x="34815" y="382"/>
                  </a:lnTo>
                  <a:lnTo>
                    <a:pt x="34475" y="1846"/>
                  </a:lnTo>
                  <a:lnTo>
                    <a:pt x="34174" y="3310"/>
                  </a:lnTo>
                  <a:lnTo>
                    <a:pt x="33893" y="4774"/>
                  </a:lnTo>
                  <a:lnTo>
                    <a:pt x="33612" y="6237"/>
                  </a:lnTo>
                  <a:lnTo>
                    <a:pt x="33051" y="9165"/>
                  </a:lnTo>
                  <a:lnTo>
                    <a:pt x="32770" y="10649"/>
                  </a:lnTo>
                  <a:lnTo>
                    <a:pt x="32489" y="12093"/>
                  </a:lnTo>
                  <a:lnTo>
                    <a:pt x="31867" y="14921"/>
                  </a:lnTo>
                  <a:lnTo>
                    <a:pt x="31246" y="17749"/>
                  </a:lnTo>
                  <a:lnTo>
                    <a:pt x="30624" y="20576"/>
                  </a:lnTo>
                  <a:lnTo>
                    <a:pt x="30002" y="23404"/>
                  </a:lnTo>
                  <a:lnTo>
                    <a:pt x="29080" y="20877"/>
                  </a:lnTo>
                  <a:lnTo>
                    <a:pt x="28177" y="18330"/>
                  </a:lnTo>
                  <a:lnTo>
                    <a:pt x="27295" y="15783"/>
                  </a:lnTo>
                  <a:lnTo>
                    <a:pt x="26433" y="13237"/>
                  </a:lnTo>
                  <a:lnTo>
                    <a:pt x="25410" y="10148"/>
                  </a:lnTo>
                  <a:lnTo>
                    <a:pt x="24327" y="6739"/>
                  </a:lnTo>
                  <a:lnTo>
                    <a:pt x="23124" y="2808"/>
                  </a:lnTo>
                  <a:lnTo>
                    <a:pt x="23104" y="2768"/>
                  </a:lnTo>
                  <a:lnTo>
                    <a:pt x="22983" y="2768"/>
                  </a:lnTo>
                  <a:lnTo>
                    <a:pt x="22883" y="2808"/>
                  </a:lnTo>
                  <a:lnTo>
                    <a:pt x="22863" y="2848"/>
                  </a:lnTo>
                  <a:lnTo>
                    <a:pt x="22843" y="2868"/>
                  </a:lnTo>
                  <a:lnTo>
                    <a:pt x="22622" y="4092"/>
                  </a:lnTo>
                  <a:lnTo>
                    <a:pt x="22041" y="6980"/>
                  </a:lnTo>
                  <a:lnTo>
                    <a:pt x="21319" y="10509"/>
                  </a:lnTo>
                  <a:lnTo>
                    <a:pt x="20637" y="13698"/>
                  </a:lnTo>
                  <a:lnTo>
                    <a:pt x="19554" y="18852"/>
                  </a:lnTo>
                  <a:lnTo>
                    <a:pt x="18992" y="21439"/>
                  </a:lnTo>
                  <a:lnTo>
                    <a:pt x="18411" y="24006"/>
                  </a:lnTo>
                  <a:lnTo>
                    <a:pt x="17428" y="21339"/>
                  </a:lnTo>
                  <a:lnTo>
                    <a:pt x="16446" y="18671"/>
                  </a:lnTo>
                  <a:lnTo>
                    <a:pt x="15503" y="16004"/>
                  </a:lnTo>
                  <a:lnTo>
                    <a:pt x="14580" y="13317"/>
                  </a:lnTo>
                  <a:lnTo>
                    <a:pt x="12756" y="7942"/>
                  </a:lnTo>
                  <a:lnTo>
                    <a:pt x="12334" y="6659"/>
                  </a:lnTo>
                  <a:lnTo>
                    <a:pt x="11893" y="5375"/>
                  </a:lnTo>
                  <a:lnTo>
                    <a:pt x="11673" y="4713"/>
                  </a:lnTo>
                  <a:lnTo>
                    <a:pt x="11432" y="4092"/>
                  </a:lnTo>
                  <a:lnTo>
                    <a:pt x="11171" y="3450"/>
                  </a:lnTo>
                  <a:lnTo>
                    <a:pt x="10890" y="2848"/>
                  </a:lnTo>
                  <a:lnTo>
                    <a:pt x="10850" y="2828"/>
                  </a:lnTo>
                  <a:lnTo>
                    <a:pt x="10770" y="2808"/>
                  </a:lnTo>
                  <a:lnTo>
                    <a:pt x="10690" y="2788"/>
                  </a:lnTo>
                  <a:lnTo>
                    <a:pt x="10670" y="2808"/>
                  </a:lnTo>
                  <a:lnTo>
                    <a:pt x="10650" y="2848"/>
                  </a:lnTo>
                  <a:lnTo>
                    <a:pt x="9808" y="7561"/>
                  </a:lnTo>
                  <a:lnTo>
                    <a:pt x="9386" y="9928"/>
                  </a:lnTo>
                  <a:lnTo>
                    <a:pt x="9005" y="12294"/>
                  </a:lnTo>
                  <a:lnTo>
                    <a:pt x="8624" y="14660"/>
                  </a:lnTo>
                  <a:lnTo>
                    <a:pt x="8263" y="17027"/>
                  </a:lnTo>
                  <a:lnTo>
                    <a:pt x="7902" y="19393"/>
                  </a:lnTo>
                  <a:lnTo>
                    <a:pt x="7581" y="21780"/>
                  </a:lnTo>
                  <a:lnTo>
                    <a:pt x="7100" y="20416"/>
                  </a:lnTo>
                  <a:lnTo>
                    <a:pt x="6599" y="19052"/>
                  </a:lnTo>
                  <a:lnTo>
                    <a:pt x="5596" y="16345"/>
                  </a:lnTo>
                  <a:lnTo>
                    <a:pt x="5095" y="14981"/>
                  </a:lnTo>
                  <a:lnTo>
                    <a:pt x="4613" y="13618"/>
                  </a:lnTo>
                  <a:lnTo>
                    <a:pt x="4152" y="12234"/>
                  </a:lnTo>
                  <a:lnTo>
                    <a:pt x="3711" y="10850"/>
                  </a:lnTo>
                  <a:lnTo>
                    <a:pt x="3310" y="9486"/>
                  </a:lnTo>
                  <a:lnTo>
                    <a:pt x="2929" y="8123"/>
                  </a:lnTo>
                  <a:lnTo>
                    <a:pt x="2528" y="6759"/>
                  </a:lnTo>
                  <a:lnTo>
                    <a:pt x="2127" y="5395"/>
                  </a:lnTo>
                  <a:lnTo>
                    <a:pt x="1706" y="4052"/>
                  </a:lnTo>
                  <a:lnTo>
                    <a:pt x="1244" y="2708"/>
                  </a:lnTo>
                  <a:lnTo>
                    <a:pt x="1004" y="2026"/>
                  </a:lnTo>
                  <a:lnTo>
                    <a:pt x="743" y="1364"/>
                  </a:lnTo>
                  <a:lnTo>
                    <a:pt x="482" y="702"/>
                  </a:lnTo>
                  <a:lnTo>
                    <a:pt x="201" y="61"/>
                  </a:lnTo>
                  <a:lnTo>
                    <a:pt x="161" y="21"/>
                  </a:lnTo>
                  <a:lnTo>
                    <a:pt x="14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8" name="Google Shape;7438;p35"/>
            <p:cNvSpPr/>
            <p:nvPr/>
          </p:nvSpPr>
          <p:spPr>
            <a:xfrm>
              <a:off x="11241025" y="4391588"/>
              <a:ext cx="49150" cy="49175"/>
            </a:xfrm>
            <a:custGeom>
              <a:avLst/>
              <a:gdLst/>
              <a:ahLst/>
              <a:cxnLst/>
              <a:rect l="l" t="t" r="r" b="b"/>
              <a:pathLst>
                <a:path w="1966" h="1967" extrusionOk="0">
                  <a:moveTo>
                    <a:pt x="822" y="1"/>
                  </a:moveTo>
                  <a:lnTo>
                    <a:pt x="722" y="21"/>
                  </a:lnTo>
                  <a:lnTo>
                    <a:pt x="622" y="61"/>
                  </a:lnTo>
                  <a:lnTo>
                    <a:pt x="521" y="101"/>
                  </a:lnTo>
                  <a:lnTo>
                    <a:pt x="421" y="161"/>
                  </a:lnTo>
                  <a:lnTo>
                    <a:pt x="261" y="302"/>
                  </a:lnTo>
                  <a:lnTo>
                    <a:pt x="140" y="482"/>
                  </a:lnTo>
                  <a:lnTo>
                    <a:pt x="40" y="683"/>
                  </a:lnTo>
                  <a:lnTo>
                    <a:pt x="0" y="883"/>
                  </a:lnTo>
                  <a:lnTo>
                    <a:pt x="0" y="1004"/>
                  </a:lnTo>
                  <a:lnTo>
                    <a:pt x="0" y="1124"/>
                  </a:lnTo>
                  <a:lnTo>
                    <a:pt x="40" y="1284"/>
                  </a:lnTo>
                  <a:lnTo>
                    <a:pt x="100" y="1445"/>
                  </a:lnTo>
                  <a:lnTo>
                    <a:pt x="201" y="1605"/>
                  </a:lnTo>
                  <a:lnTo>
                    <a:pt x="341" y="1725"/>
                  </a:lnTo>
                  <a:lnTo>
                    <a:pt x="501" y="1846"/>
                  </a:lnTo>
                  <a:lnTo>
                    <a:pt x="682" y="1926"/>
                  </a:lnTo>
                  <a:lnTo>
                    <a:pt x="882" y="1966"/>
                  </a:lnTo>
                  <a:lnTo>
                    <a:pt x="1103" y="1966"/>
                  </a:lnTo>
                  <a:lnTo>
                    <a:pt x="1243" y="1946"/>
                  </a:lnTo>
                  <a:lnTo>
                    <a:pt x="1384" y="1906"/>
                  </a:lnTo>
                  <a:lnTo>
                    <a:pt x="1504" y="1846"/>
                  </a:lnTo>
                  <a:lnTo>
                    <a:pt x="1604" y="1766"/>
                  </a:lnTo>
                  <a:lnTo>
                    <a:pt x="1705" y="1665"/>
                  </a:lnTo>
                  <a:lnTo>
                    <a:pt x="1785" y="1565"/>
                  </a:lnTo>
                  <a:lnTo>
                    <a:pt x="1865" y="1445"/>
                  </a:lnTo>
                  <a:lnTo>
                    <a:pt x="1905" y="1304"/>
                  </a:lnTo>
                  <a:lnTo>
                    <a:pt x="1945" y="1204"/>
                  </a:lnTo>
                  <a:lnTo>
                    <a:pt x="1965" y="1084"/>
                  </a:lnTo>
                  <a:lnTo>
                    <a:pt x="1965" y="963"/>
                  </a:lnTo>
                  <a:lnTo>
                    <a:pt x="1965" y="863"/>
                  </a:lnTo>
                  <a:lnTo>
                    <a:pt x="1945" y="743"/>
                  </a:lnTo>
                  <a:lnTo>
                    <a:pt x="1905" y="643"/>
                  </a:lnTo>
                  <a:lnTo>
                    <a:pt x="1865" y="542"/>
                  </a:lnTo>
                  <a:lnTo>
                    <a:pt x="1805" y="442"/>
                  </a:lnTo>
                  <a:lnTo>
                    <a:pt x="1745" y="362"/>
                  </a:lnTo>
                  <a:lnTo>
                    <a:pt x="1665" y="282"/>
                  </a:lnTo>
                  <a:lnTo>
                    <a:pt x="1584" y="201"/>
                  </a:lnTo>
                  <a:lnTo>
                    <a:pt x="1504" y="141"/>
                  </a:lnTo>
                  <a:lnTo>
                    <a:pt x="1404" y="81"/>
                  </a:lnTo>
                  <a:lnTo>
                    <a:pt x="1284" y="41"/>
                  </a:lnTo>
                  <a:lnTo>
                    <a:pt x="1183" y="21"/>
                  </a:lnTo>
                  <a:lnTo>
                    <a:pt x="106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9" name="Google Shape;7439;p35"/>
            <p:cNvSpPr/>
            <p:nvPr/>
          </p:nvSpPr>
          <p:spPr>
            <a:xfrm>
              <a:off x="11700750" y="5008263"/>
              <a:ext cx="49175" cy="49175"/>
            </a:xfrm>
            <a:custGeom>
              <a:avLst/>
              <a:gdLst/>
              <a:ahLst/>
              <a:cxnLst/>
              <a:rect l="l" t="t" r="r" b="b"/>
              <a:pathLst>
                <a:path w="1967" h="1967" extrusionOk="0">
                  <a:moveTo>
                    <a:pt x="823" y="1"/>
                  </a:moveTo>
                  <a:lnTo>
                    <a:pt x="723" y="21"/>
                  </a:lnTo>
                  <a:lnTo>
                    <a:pt x="623" y="61"/>
                  </a:lnTo>
                  <a:lnTo>
                    <a:pt x="522" y="121"/>
                  </a:lnTo>
                  <a:lnTo>
                    <a:pt x="442" y="161"/>
                  </a:lnTo>
                  <a:lnTo>
                    <a:pt x="282" y="302"/>
                  </a:lnTo>
                  <a:lnTo>
                    <a:pt x="141" y="482"/>
                  </a:lnTo>
                  <a:lnTo>
                    <a:pt x="61" y="683"/>
                  </a:lnTo>
                  <a:lnTo>
                    <a:pt x="1" y="903"/>
                  </a:lnTo>
                  <a:lnTo>
                    <a:pt x="1" y="1004"/>
                  </a:lnTo>
                  <a:lnTo>
                    <a:pt x="1" y="1124"/>
                  </a:lnTo>
                  <a:lnTo>
                    <a:pt x="41" y="1284"/>
                  </a:lnTo>
                  <a:lnTo>
                    <a:pt x="101" y="1445"/>
                  </a:lnTo>
                  <a:lnTo>
                    <a:pt x="222" y="1605"/>
                  </a:lnTo>
                  <a:lnTo>
                    <a:pt x="342" y="1746"/>
                  </a:lnTo>
                  <a:lnTo>
                    <a:pt x="502" y="1846"/>
                  </a:lnTo>
                  <a:lnTo>
                    <a:pt x="683" y="1926"/>
                  </a:lnTo>
                  <a:lnTo>
                    <a:pt x="883" y="1966"/>
                  </a:lnTo>
                  <a:lnTo>
                    <a:pt x="1124" y="1966"/>
                  </a:lnTo>
                  <a:lnTo>
                    <a:pt x="1244" y="1946"/>
                  </a:lnTo>
                  <a:lnTo>
                    <a:pt x="1385" y="1906"/>
                  </a:lnTo>
                  <a:lnTo>
                    <a:pt x="1505" y="1846"/>
                  </a:lnTo>
                  <a:lnTo>
                    <a:pt x="1605" y="1766"/>
                  </a:lnTo>
                  <a:lnTo>
                    <a:pt x="1706" y="1665"/>
                  </a:lnTo>
                  <a:lnTo>
                    <a:pt x="1786" y="1565"/>
                  </a:lnTo>
                  <a:lnTo>
                    <a:pt x="1866" y="1445"/>
                  </a:lnTo>
                  <a:lnTo>
                    <a:pt x="1906" y="1324"/>
                  </a:lnTo>
                  <a:lnTo>
                    <a:pt x="1946" y="1204"/>
                  </a:lnTo>
                  <a:lnTo>
                    <a:pt x="1966" y="1084"/>
                  </a:lnTo>
                  <a:lnTo>
                    <a:pt x="1966" y="964"/>
                  </a:lnTo>
                  <a:lnTo>
                    <a:pt x="1966" y="863"/>
                  </a:lnTo>
                  <a:lnTo>
                    <a:pt x="1946" y="743"/>
                  </a:lnTo>
                  <a:lnTo>
                    <a:pt x="1906" y="643"/>
                  </a:lnTo>
                  <a:lnTo>
                    <a:pt x="1866" y="542"/>
                  </a:lnTo>
                  <a:lnTo>
                    <a:pt x="1806" y="442"/>
                  </a:lnTo>
                  <a:lnTo>
                    <a:pt x="1746" y="362"/>
                  </a:lnTo>
                  <a:lnTo>
                    <a:pt x="1666" y="282"/>
                  </a:lnTo>
                  <a:lnTo>
                    <a:pt x="1585" y="201"/>
                  </a:lnTo>
                  <a:lnTo>
                    <a:pt x="1505" y="141"/>
                  </a:lnTo>
                  <a:lnTo>
                    <a:pt x="1405" y="81"/>
                  </a:lnTo>
                  <a:lnTo>
                    <a:pt x="1284" y="41"/>
                  </a:lnTo>
                  <a:lnTo>
                    <a:pt x="1184" y="21"/>
                  </a:lnTo>
                  <a:lnTo>
                    <a:pt x="106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0" name="Google Shape;7440;p35"/>
            <p:cNvSpPr/>
            <p:nvPr/>
          </p:nvSpPr>
          <p:spPr>
            <a:xfrm>
              <a:off x="11503725" y="4464788"/>
              <a:ext cx="49650" cy="49175"/>
            </a:xfrm>
            <a:custGeom>
              <a:avLst/>
              <a:gdLst/>
              <a:ahLst/>
              <a:cxnLst/>
              <a:rect l="l" t="t" r="r" b="b"/>
              <a:pathLst>
                <a:path w="1986" h="1967" extrusionOk="0">
                  <a:moveTo>
                    <a:pt x="843" y="1"/>
                  </a:moveTo>
                  <a:lnTo>
                    <a:pt x="723" y="21"/>
                  </a:lnTo>
                  <a:lnTo>
                    <a:pt x="622" y="61"/>
                  </a:lnTo>
                  <a:lnTo>
                    <a:pt x="522" y="101"/>
                  </a:lnTo>
                  <a:lnTo>
                    <a:pt x="442" y="161"/>
                  </a:lnTo>
                  <a:lnTo>
                    <a:pt x="281" y="302"/>
                  </a:lnTo>
                  <a:lnTo>
                    <a:pt x="141" y="482"/>
                  </a:lnTo>
                  <a:lnTo>
                    <a:pt x="61" y="683"/>
                  </a:lnTo>
                  <a:lnTo>
                    <a:pt x="1" y="883"/>
                  </a:lnTo>
                  <a:lnTo>
                    <a:pt x="1" y="1003"/>
                  </a:lnTo>
                  <a:lnTo>
                    <a:pt x="1" y="1124"/>
                  </a:lnTo>
                  <a:lnTo>
                    <a:pt x="41" y="1284"/>
                  </a:lnTo>
                  <a:lnTo>
                    <a:pt x="121" y="1445"/>
                  </a:lnTo>
                  <a:lnTo>
                    <a:pt x="221" y="1605"/>
                  </a:lnTo>
                  <a:lnTo>
                    <a:pt x="342" y="1725"/>
                  </a:lnTo>
                  <a:lnTo>
                    <a:pt x="502" y="1846"/>
                  </a:lnTo>
                  <a:lnTo>
                    <a:pt x="682" y="1926"/>
                  </a:lnTo>
                  <a:lnTo>
                    <a:pt x="903" y="1966"/>
                  </a:lnTo>
                  <a:lnTo>
                    <a:pt x="1124" y="1966"/>
                  </a:lnTo>
                  <a:lnTo>
                    <a:pt x="1264" y="1946"/>
                  </a:lnTo>
                  <a:lnTo>
                    <a:pt x="1384" y="1906"/>
                  </a:lnTo>
                  <a:lnTo>
                    <a:pt x="1505" y="1846"/>
                  </a:lnTo>
                  <a:lnTo>
                    <a:pt x="1605" y="1766"/>
                  </a:lnTo>
                  <a:lnTo>
                    <a:pt x="1705" y="1665"/>
                  </a:lnTo>
                  <a:lnTo>
                    <a:pt x="1785" y="1565"/>
                  </a:lnTo>
                  <a:lnTo>
                    <a:pt x="1866" y="1445"/>
                  </a:lnTo>
                  <a:lnTo>
                    <a:pt x="1926" y="1324"/>
                  </a:lnTo>
                  <a:lnTo>
                    <a:pt x="1946" y="1204"/>
                  </a:lnTo>
                  <a:lnTo>
                    <a:pt x="1966" y="1084"/>
                  </a:lnTo>
                  <a:lnTo>
                    <a:pt x="1986" y="963"/>
                  </a:lnTo>
                  <a:lnTo>
                    <a:pt x="1966" y="863"/>
                  </a:lnTo>
                  <a:lnTo>
                    <a:pt x="1946" y="743"/>
                  </a:lnTo>
                  <a:lnTo>
                    <a:pt x="1906" y="643"/>
                  </a:lnTo>
                  <a:lnTo>
                    <a:pt x="1866" y="542"/>
                  </a:lnTo>
                  <a:lnTo>
                    <a:pt x="1826" y="442"/>
                  </a:lnTo>
                  <a:lnTo>
                    <a:pt x="1745" y="362"/>
                  </a:lnTo>
                  <a:lnTo>
                    <a:pt x="1685" y="282"/>
                  </a:lnTo>
                  <a:lnTo>
                    <a:pt x="1585" y="201"/>
                  </a:lnTo>
                  <a:lnTo>
                    <a:pt x="1505" y="141"/>
                  </a:lnTo>
                  <a:lnTo>
                    <a:pt x="1404" y="81"/>
                  </a:lnTo>
                  <a:lnTo>
                    <a:pt x="1284" y="41"/>
                  </a:lnTo>
                  <a:lnTo>
                    <a:pt x="1184" y="21"/>
                  </a:lnTo>
                  <a:lnTo>
                    <a:pt x="106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1" name="Google Shape;7441;p35"/>
            <p:cNvSpPr/>
            <p:nvPr/>
          </p:nvSpPr>
          <p:spPr>
            <a:xfrm>
              <a:off x="11419000" y="4969163"/>
              <a:ext cx="49150" cy="49675"/>
            </a:xfrm>
            <a:custGeom>
              <a:avLst/>
              <a:gdLst/>
              <a:ahLst/>
              <a:cxnLst/>
              <a:rect l="l" t="t" r="r" b="b"/>
              <a:pathLst>
                <a:path w="1966" h="1987" extrusionOk="0">
                  <a:moveTo>
                    <a:pt x="943" y="1"/>
                  </a:moveTo>
                  <a:lnTo>
                    <a:pt x="823" y="21"/>
                  </a:lnTo>
                  <a:lnTo>
                    <a:pt x="722" y="41"/>
                  </a:lnTo>
                  <a:lnTo>
                    <a:pt x="622" y="81"/>
                  </a:lnTo>
                  <a:lnTo>
                    <a:pt x="522" y="121"/>
                  </a:lnTo>
                  <a:lnTo>
                    <a:pt x="422" y="181"/>
                  </a:lnTo>
                  <a:lnTo>
                    <a:pt x="261" y="322"/>
                  </a:lnTo>
                  <a:lnTo>
                    <a:pt x="141" y="502"/>
                  </a:lnTo>
                  <a:lnTo>
                    <a:pt x="61" y="682"/>
                  </a:lnTo>
                  <a:lnTo>
                    <a:pt x="0" y="903"/>
                  </a:lnTo>
                  <a:lnTo>
                    <a:pt x="0" y="1023"/>
                  </a:lnTo>
                  <a:lnTo>
                    <a:pt x="0" y="1124"/>
                  </a:lnTo>
                  <a:lnTo>
                    <a:pt x="40" y="1304"/>
                  </a:lnTo>
                  <a:lnTo>
                    <a:pt x="101" y="1465"/>
                  </a:lnTo>
                  <a:lnTo>
                    <a:pt x="201" y="1625"/>
                  </a:lnTo>
                  <a:lnTo>
                    <a:pt x="341" y="1745"/>
                  </a:lnTo>
                  <a:lnTo>
                    <a:pt x="502" y="1866"/>
                  </a:lnTo>
                  <a:lnTo>
                    <a:pt x="682" y="1946"/>
                  </a:lnTo>
                  <a:lnTo>
                    <a:pt x="883" y="1986"/>
                  </a:lnTo>
                  <a:lnTo>
                    <a:pt x="1123" y="1986"/>
                  </a:lnTo>
                  <a:lnTo>
                    <a:pt x="1244" y="1966"/>
                  </a:lnTo>
                  <a:lnTo>
                    <a:pt x="1384" y="1926"/>
                  </a:lnTo>
                  <a:lnTo>
                    <a:pt x="1504" y="1846"/>
                  </a:lnTo>
                  <a:lnTo>
                    <a:pt x="1605" y="1785"/>
                  </a:lnTo>
                  <a:lnTo>
                    <a:pt x="1705" y="1685"/>
                  </a:lnTo>
                  <a:lnTo>
                    <a:pt x="1785" y="1585"/>
                  </a:lnTo>
                  <a:lnTo>
                    <a:pt x="1865" y="1465"/>
                  </a:lnTo>
                  <a:lnTo>
                    <a:pt x="1906" y="1324"/>
                  </a:lnTo>
                  <a:lnTo>
                    <a:pt x="1946" y="1224"/>
                  </a:lnTo>
                  <a:lnTo>
                    <a:pt x="1966" y="1104"/>
                  </a:lnTo>
                  <a:lnTo>
                    <a:pt x="1966" y="983"/>
                  </a:lnTo>
                  <a:lnTo>
                    <a:pt x="1966" y="863"/>
                  </a:lnTo>
                  <a:lnTo>
                    <a:pt x="1946" y="763"/>
                  </a:lnTo>
                  <a:lnTo>
                    <a:pt x="1906" y="662"/>
                  </a:lnTo>
                  <a:lnTo>
                    <a:pt x="1865" y="562"/>
                  </a:lnTo>
                  <a:lnTo>
                    <a:pt x="1805" y="462"/>
                  </a:lnTo>
                  <a:lnTo>
                    <a:pt x="1745" y="382"/>
                  </a:lnTo>
                  <a:lnTo>
                    <a:pt x="1665" y="281"/>
                  </a:lnTo>
                  <a:lnTo>
                    <a:pt x="1585" y="221"/>
                  </a:lnTo>
                  <a:lnTo>
                    <a:pt x="1504" y="161"/>
                  </a:lnTo>
                  <a:lnTo>
                    <a:pt x="1404" y="101"/>
                  </a:lnTo>
                  <a:lnTo>
                    <a:pt x="1284" y="61"/>
                  </a:lnTo>
                  <a:lnTo>
                    <a:pt x="1184" y="21"/>
                  </a:lnTo>
                  <a:lnTo>
                    <a:pt x="1063" y="21"/>
                  </a:lnTo>
                  <a:lnTo>
                    <a:pt x="94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2" name="Google Shape;7442;p35"/>
            <p:cNvSpPr/>
            <p:nvPr/>
          </p:nvSpPr>
          <p:spPr>
            <a:xfrm>
              <a:off x="12105350" y="4403638"/>
              <a:ext cx="49675" cy="49650"/>
            </a:xfrm>
            <a:custGeom>
              <a:avLst/>
              <a:gdLst/>
              <a:ahLst/>
              <a:cxnLst/>
              <a:rect l="l" t="t" r="r" b="b"/>
              <a:pathLst>
                <a:path w="1987" h="1986" extrusionOk="0">
                  <a:moveTo>
                    <a:pt x="944" y="0"/>
                  </a:moveTo>
                  <a:lnTo>
                    <a:pt x="843" y="20"/>
                  </a:lnTo>
                  <a:lnTo>
                    <a:pt x="743" y="40"/>
                  </a:lnTo>
                  <a:lnTo>
                    <a:pt x="623" y="80"/>
                  </a:lnTo>
                  <a:lnTo>
                    <a:pt x="542" y="120"/>
                  </a:lnTo>
                  <a:lnTo>
                    <a:pt x="442" y="181"/>
                  </a:lnTo>
                  <a:lnTo>
                    <a:pt x="282" y="321"/>
                  </a:lnTo>
                  <a:lnTo>
                    <a:pt x="161" y="481"/>
                  </a:lnTo>
                  <a:lnTo>
                    <a:pt x="61" y="682"/>
                  </a:lnTo>
                  <a:lnTo>
                    <a:pt x="21" y="903"/>
                  </a:lnTo>
                  <a:lnTo>
                    <a:pt x="1" y="1023"/>
                  </a:lnTo>
                  <a:lnTo>
                    <a:pt x="21" y="1123"/>
                  </a:lnTo>
                  <a:lnTo>
                    <a:pt x="41" y="1304"/>
                  </a:lnTo>
                  <a:lnTo>
                    <a:pt x="121" y="1464"/>
                  </a:lnTo>
                  <a:lnTo>
                    <a:pt x="222" y="1604"/>
                  </a:lnTo>
                  <a:lnTo>
                    <a:pt x="362" y="1745"/>
                  </a:lnTo>
                  <a:lnTo>
                    <a:pt x="522" y="1865"/>
                  </a:lnTo>
                  <a:lnTo>
                    <a:pt x="703" y="1925"/>
                  </a:lnTo>
                  <a:lnTo>
                    <a:pt x="903" y="1986"/>
                  </a:lnTo>
                  <a:lnTo>
                    <a:pt x="1124" y="1986"/>
                  </a:lnTo>
                  <a:lnTo>
                    <a:pt x="1264" y="1965"/>
                  </a:lnTo>
                  <a:lnTo>
                    <a:pt x="1385" y="1905"/>
                  </a:lnTo>
                  <a:lnTo>
                    <a:pt x="1505" y="1845"/>
                  </a:lnTo>
                  <a:lnTo>
                    <a:pt x="1625" y="1765"/>
                  </a:lnTo>
                  <a:lnTo>
                    <a:pt x="1706" y="1685"/>
                  </a:lnTo>
                  <a:lnTo>
                    <a:pt x="1806" y="1564"/>
                  </a:lnTo>
                  <a:lnTo>
                    <a:pt x="1866" y="1444"/>
                  </a:lnTo>
                  <a:lnTo>
                    <a:pt x="1926" y="1324"/>
                  </a:lnTo>
                  <a:lnTo>
                    <a:pt x="1966" y="1203"/>
                  </a:lnTo>
                  <a:lnTo>
                    <a:pt x="1986" y="1103"/>
                  </a:lnTo>
                  <a:lnTo>
                    <a:pt x="1986" y="983"/>
                  </a:lnTo>
                  <a:lnTo>
                    <a:pt x="1986" y="862"/>
                  </a:lnTo>
                  <a:lnTo>
                    <a:pt x="1946" y="762"/>
                  </a:lnTo>
                  <a:lnTo>
                    <a:pt x="1926" y="662"/>
                  </a:lnTo>
                  <a:lnTo>
                    <a:pt x="1886" y="542"/>
                  </a:lnTo>
                  <a:lnTo>
                    <a:pt x="1826" y="461"/>
                  </a:lnTo>
                  <a:lnTo>
                    <a:pt x="1766" y="361"/>
                  </a:lnTo>
                  <a:lnTo>
                    <a:pt x="1686" y="281"/>
                  </a:lnTo>
                  <a:lnTo>
                    <a:pt x="1605" y="221"/>
                  </a:lnTo>
                  <a:lnTo>
                    <a:pt x="1505" y="161"/>
                  </a:lnTo>
                  <a:lnTo>
                    <a:pt x="1405" y="100"/>
                  </a:lnTo>
                  <a:lnTo>
                    <a:pt x="1305" y="60"/>
                  </a:lnTo>
                  <a:lnTo>
                    <a:pt x="1184" y="20"/>
                  </a:lnTo>
                  <a:lnTo>
                    <a:pt x="106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3" name="Google Shape;7443;p35"/>
            <p:cNvSpPr/>
            <p:nvPr/>
          </p:nvSpPr>
          <p:spPr>
            <a:xfrm>
              <a:off x="11812575" y="4458288"/>
              <a:ext cx="49150" cy="49650"/>
            </a:xfrm>
            <a:custGeom>
              <a:avLst/>
              <a:gdLst/>
              <a:ahLst/>
              <a:cxnLst/>
              <a:rect l="l" t="t" r="r" b="b"/>
              <a:pathLst>
                <a:path w="1966" h="1986" extrusionOk="0">
                  <a:moveTo>
                    <a:pt x="943" y="0"/>
                  </a:moveTo>
                  <a:lnTo>
                    <a:pt x="822" y="20"/>
                  </a:lnTo>
                  <a:lnTo>
                    <a:pt x="722" y="40"/>
                  </a:lnTo>
                  <a:lnTo>
                    <a:pt x="622" y="80"/>
                  </a:lnTo>
                  <a:lnTo>
                    <a:pt x="522" y="120"/>
                  </a:lnTo>
                  <a:lnTo>
                    <a:pt x="441" y="181"/>
                  </a:lnTo>
                  <a:lnTo>
                    <a:pt x="281" y="321"/>
                  </a:lnTo>
                  <a:lnTo>
                    <a:pt x="141" y="481"/>
                  </a:lnTo>
                  <a:lnTo>
                    <a:pt x="60" y="682"/>
                  </a:lnTo>
                  <a:lnTo>
                    <a:pt x="0" y="903"/>
                  </a:lnTo>
                  <a:lnTo>
                    <a:pt x="0" y="1023"/>
                  </a:lnTo>
                  <a:lnTo>
                    <a:pt x="0" y="1123"/>
                  </a:lnTo>
                  <a:lnTo>
                    <a:pt x="40" y="1304"/>
                  </a:lnTo>
                  <a:lnTo>
                    <a:pt x="100" y="1464"/>
                  </a:lnTo>
                  <a:lnTo>
                    <a:pt x="221" y="1604"/>
                  </a:lnTo>
                  <a:lnTo>
                    <a:pt x="341" y="1745"/>
                  </a:lnTo>
                  <a:lnTo>
                    <a:pt x="502" y="1865"/>
                  </a:lnTo>
                  <a:lnTo>
                    <a:pt x="682" y="1945"/>
                  </a:lnTo>
                  <a:lnTo>
                    <a:pt x="883" y="1985"/>
                  </a:lnTo>
                  <a:lnTo>
                    <a:pt x="1123" y="1985"/>
                  </a:lnTo>
                  <a:lnTo>
                    <a:pt x="1244" y="1965"/>
                  </a:lnTo>
                  <a:lnTo>
                    <a:pt x="1384" y="1905"/>
                  </a:lnTo>
                  <a:lnTo>
                    <a:pt x="1504" y="1845"/>
                  </a:lnTo>
                  <a:lnTo>
                    <a:pt x="1605" y="1765"/>
                  </a:lnTo>
                  <a:lnTo>
                    <a:pt x="1705" y="1685"/>
                  </a:lnTo>
                  <a:lnTo>
                    <a:pt x="1785" y="1564"/>
                  </a:lnTo>
                  <a:lnTo>
                    <a:pt x="1865" y="1444"/>
                  </a:lnTo>
                  <a:lnTo>
                    <a:pt x="1905" y="1324"/>
                  </a:lnTo>
                  <a:lnTo>
                    <a:pt x="1945" y="1203"/>
                  </a:lnTo>
                  <a:lnTo>
                    <a:pt x="1965" y="1103"/>
                  </a:lnTo>
                  <a:lnTo>
                    <a:pt x="1965" y="983"/>
                  </a:lnTo>
                  <a:lnTo>
                    <a:pt x="1965" y="862"/>
                  </a:lnTo>
                  <a:lnTo>
                    <a:pt x="1945" y="762"/>
                  </a:lnTo>
                  <a:lnTo>
                    <a:pt x="1905" y="662"/>
                  </a:lnTo>
                  <a:lnTo>
                    <a:pt x="1865" y="542"/>
                  </a:lnTo>
                  <a:lnTo>
                    <a:pt x="1805" y="461"/>
                  </a:lnTo>
                  <a:lnTo>
                    <a:pt x="1745" y="361"/>
                  </a:lnTo>
                  <a:lnTo>
                    <a:pt x="1665" y="281"/>
                  </a:lnTo>
                  <a:lnTo>
                    <a:pt x="1584" y="221"/>
                  </a:lnTo>
                  <a:lnTo>
                    <a:pt x="1504" y="160"/>
                  </a:lnTo>
                  <a:lnTo>
                    <a:pt x="1404" y="100"/>
                  </a:lnTo>
                  <a:lnTo>
                    <a:pt x="1284" y="60"/>
                  </a:lnTo>
                  <a:lnTo>
                    <a:pt x="1183" y="20"/>
                  </a:lnTo>
                  <a:lnTo>
                    <a:pt x="106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4" name="Google Shape;7444;p35"/>
            <p:cNvSpPr/>
            <p:nvPr/>
          </p:nvSpPr>
          <p:spPr>
            <a:xfrm>
              <a:off x="11982525" y="4983213"/>
              <a:ext cx="49650" cy="49650"/>
            </a:xfrm>
            <a:custGeom>
              <a:avLst/>
              <a:gdLst/>
              <a:ahLst/>
              <a:cxnLst/>
              <a:rect l="l" t="t" r="r" b="b"/>
              <a:pathLst>
                <a:path w="1986" h="1986" extrusionOk="0">
                  <a:moveTo>
                    <a:pt x="943" y="0"/>
                  </a:moveTo>
                  <a:lnTo>
                    <a:pt x="843" y="20"/>
                  </a:lnTo>
                  <a:lnTo>
                    <a:pt x="723" y="40"/>
                  </a:lnTo>
                  <a:lnTo>
                    <a:pt x="622" y="80"/>
                  </a:lnTo>
                  <a:lnTo>
                    <a:pt x="522" y="120"/>
                  </a:lnTo>
                  <a:lnTo>
                    <a:pt x="442" y="181"/>
                  </a:lnTo>
                  <a:lnTo>
                    <a:pt x="281" y="321"/>
                  </a:lnTo>
                  <a:lnTo>
                    <a:pt x="141" y="502"/>
                  </a:lnTo>
                  <a:lnTo>
                    <a:pt x="61" y="682"/>
                  </a:lnTo>
                  <a:lnTo>
                    <a:pt x="1" y="903"/>
                  </a:lnTo>
                  <a:lnTo>
                    <a:pt x="1" y="1023"/>
                  </a:lnTo>
                  <a:lnTo>
                    <a:pt x="1" y="1123"/>
                  </a:lnTo>
                  <a:lnTo>
                    <a:pt x="41" y="1304"/>
                  </a:lnTo>
                  <a:lnTo>
                    <a:pt x="121" y="1464"/>
                  </a:lnTo>
                  <a:lnTo>
                    <a:pt x="221" y="1625"/>
                  </a:lnTo>
                  <a:lnTo>
                    <a:pt x="342" y="1745"/>
                  </a:lnTo>
                  <a:lnTo>
                    <a:pt x="502" y="1865"/>
                  </a:lnTo>
                  <a:lnTo>
                    <a:pt x="682" y="1945"/>
                  </a:lnTo>
                  <a:lnTo>
                    <a:pt x="903" y="1986"/>
                  </a:lnTo>
                  <a:lnTo>
                    <a:pt x="1124" y="1986"/>
                  </a:lnTo>
                  <a:lnTo>
                    <a:pt x="1264" y="1966"/>
                  </a:lnTo>
                  <a:lnTo>
                    <a:pt x="1384" y="1925"/>
                  </a:lnTo>
                  <a:lnTo>
                    <a:pt x="1505" y="1845"/>
                  </a:lnTo>
                  <a:lnTo>
                    <a:pt x="1605" y="1785"/>
                  </a:lnTo>
                  <a:lnTo>
                    <a:pt x="1705" y="1685"/>
                  </a:lnTo>
                  <a:lnTo>
                    <a:pt x="1785" y="1584"/>
                  </a:lnTo>
                  <a:lnTo>
                    <a:pt x="1866" y="1464"/>
                  </a:lnTo>
                  <a:lnTo>
                    <a:pt x="1926" y="1324"/>
                  </a:lnTo>
                  <a:lnTo>
                    <a:pt x="1946" y="1223"/>
                  </a:lnTo>
                  <a:lnTo>
                    <a:pt x="1966" y="1103"/>
                  </a:lnTo>
                  <a:lnTo>
                    <a:pt x="1986" y="983"/>
                  </a:lnTo>
                  <a:lnTo>
                    <a:pt x="1966" y="863"/>
                  </a:lnTo>
                  <a:lnTo>
                    <a:pt x="1946" y="762"/>
                  </a:lnTo>
                  <a:lnTo>
                    <a:pt x="1926" y="662"/>
                  </a:lnTo>
                  <a:lnTo>
                    <a:pt x="1866" y="562"/>
                  </a:lnTo>
                  <a:lnTo>
                    <a:pt x="1826" y="461"/>
                  </a:lnTo>
                  <a:lnTo>
                    <a:pt x="1745" y="381"/>
                  </a:lnTo>
                  <a:lnTo>
                    <a:pt x="1685" y="281"/>
                  </a:lnTo>
                  <a:lnTo>
                    <a:pt x="1585" y="221"/>
                  </a:lnTo>
                  <a:lnTo>
                    <a:pt x="1505" y="161"/>
                  </a:lnTo>
                  <a:lnTo>
                    <a:pt x="1404" y="100"/>
                  </a:lnTo>
                  <a:lnTo>
                    <a:pt x="1304" y="60"/>
                  </a:lnTo>
                  <a:lnTo>
                    <a:pt x="1184" y="20"/>
                  </a:lnTo>
                  <a:lnTo>
                    <a:pt x="1064" y="20"/>
                  </a:lnTo>
                  <a:lnTo>
                    <a:pt x="94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5" name="Google Shape;7445;p35"/>
            <p:cNvSpPr/>
            <p:nvPr/>
          </p:nvSpPr>
          <p:spPr>
            <a:xfrm>
              <a:off x="11386900" y="4083763"/>
              <a:ext cx="726000" cy="320400"/>
            </a:xfrm>
            <a:custGeom>
              <a:avLst/>
              <a:gdLst/>
              <a:ahLst/>
              <a:cxnLst/>
              <a:rect l="l" t="t" r="r" b="b"/>
              <a:pathLst>
                <a:path w="29040" h="12816" extrusionOk="0">
                  <a:moveTo>
                    <a:pt x="28699" y="0"/>
                  </a:moveTo>
                  <a:lnTo>
                    <a:pt x="28518" y="20"/>
                  </a:lnTo>
                  <a:lnTo>
                    <a:pt x="28258" y="81"/>
                  </a:lnTo>
                  <a:lnTo>
                    <a:pt x="27897" y="181"/>
                  </a:lnTo>
                  <a:lnTo>
                    <a:pt x="27476" y="301"/>
                  </a:lnTo>
                  <a:lnTo>
                    <a:pt x="26433" y="662"/>
                  </a:lnTo>
                  <a:lnTo>
                    <a:pt x="25149" y="1123"/>
                  </a:lnTo>
                  <a:lnTo>
                    <a:pt x="23645" y="1685"/>
                  </a:lnTo>
                  <a:lnTo>
                    <a:pt x="21981" y="2327"/>
                  </a:lnTo>
                  <a:lnTo>
                    <a:pt x="18331" y="3771"/>
                  </a:lnTo>
                  <a:lnTo>
                    <a:pt x="17749" y="3991"/>
                  </a:lnTo>
                  <a:lnTo>
                    <a:pt x="16786" y="4392"/>
                  </a:lnTo>
                  <a:lnTo>
                    <a:pt x="12876" y="5957"/>
                  </a:lnTo>
                  <a:lnTo>
                    <a:pt x="6418" y="8564"/>
                  </a:lnTo>
                  <a:lnTo>
                    <a:pt x="6077" y="8644"/>
                  </a:lnTo>
                  <a:lnTo>
                    <a:pt x="5757" y="8724"/>
                  </a:lnTo>
                  <a:lnTo>
                    <a:pt x="5095" y="8844"/>
                  </a:lnTo>
                  <a:lnTo>
                    <a:pt x="4473" y="8925"/>
                  </a:lnTo>
                  <a:lnTo>
                    <a:pt x="3871" y="9005"/>
                  </a:lnTo>
                  <a:lnTo>
                    <a:pt x="3270" y="9085"/>
                  </a:lnTo>
                  <a:lnTo>
                    <a:pt x="2688" y="9185"/>
                  </a:lnTo>
                  <a:lnTo>
                    <a:pt x="2407" y="9266"/>
                  </a:lnTo>
                  <a:lnTo>
                    <a:pt x="2107" y="9346"/>
                  </a:lnTo>
                  <a:lnTo>
                    <a:pt x="1826" y="9466"/>
                  </a:lnTo>
                  <a:lnTo>
                    <a:pt x="1525" y="9586"/>
                  </a:lnTo>
                  <a:lnTo>
                    <a:pt x="1324" y="9687"/>
                  </a:lnTo>
                  <a:lnTo>
                    <a:pt x="984" y="9907"/>
                  </a:lnTo>
                  <a:lnTo>
                    <a:pt x="643" y="10148"/>
                  </a:lnTo>
                  <a:lnTo>
                    <a:pt x="482" y="10288"/>
                  </a:lnTo>
                  <a:lnTo>
                    <a:pt x="342" y="10429"/>
                  </a:lnTo>
                  <a:lnTo>
                    <a:pt x="221" y="10569"/>
                  </a:lnTo>
                  <a:lnTo>
                    <a:pt x="141" y="10729"/>
                  </a:lnTo>
                  <a:lnTo>
                    <a:pt x="61" y="10890"/>
                  </a:lnTo>
                  <a:lnTo>
                    <a:pt x="21" y="11050"/>
                  </a:lnTo>
                  <a:lnTo>
                    <a:pt x="1" y="11231"/>
                  </a:lnTo>
                  <a:lnTo>
                    <a:pt x="1" y="11391"/>
                  </a:lnTo>
                  <a:lnTo>
                    <a:pt x="41" y="11552"/>
                  </a:lnTo>
                  <a:lnTo>
                    <a:pt x="81" y="11712"/>
                  </a:lnTo>
                  <a:lnTo>
                    <a:pt x="141" y="11853"/>
                  </a:lnTo>
                  <a:lnTo>
                    <a:pt x="221" y="12013"/>
                  </a:lnTo>
                  <a:lnTo>
                    <a:pt x="322" y="12153"/>
                  </a:lnTo>
                  <a:lnTo>
                    <a:pt x="422" y="12274"/>
                  </a:lnTo>
                  <a:lnTo>
                    <a:pt x="562" y="12394"/>
                  </a:lnTo>
                  <a:lnTo>
                    <a:pt x="683" y="12494"/>
                  </a:lnTo>
                  <a:lnTo>
                    <a:pt x="823" y="12575"/>
                  </a:lnTo>
                  <a:lnTo>
                    <a:pt x="984" y="12655"/>
                  </a:lnTo>
                  <a:lnTo>
                    <a:pt x="1144" y="12715"/>
                  </a:lnTo>
                  <a:lnTo>
                    <a:pt x="1304" y="12755"/>
                  </a:lnTo>
                  <a:lnTo>
                    <a:pt x="1485" y="12795"/>
                  </a:lnTo>
                  <a:lnTo>
                    <a:pt x="1645" y="12815"/>
                  </a:lnTo>
                  <a:lnTo>
                    <a:pt x="1826" y="12815"/>
                  </a:lnTo>
                  <a:lnTo>
                    <a:pt x="1986" y="12795"/>
                  </a:lnTo>
                  <a:lnTo>
                    <a:pt x="2327" y="12735"/>
                  </a:lnTo>
                  <a:lnTo>
                    <a:pt x="2648" y="12655"/>
                  </a:lnTo>
                  <a:lnTo>
                    <a:pt x="2969" y="12514"/>
                  </a:lnTo>
                  <a:lnTo>
                    <a:pt x="3310" y="12354"/>
                  </a:lnTo>
                  <a:lnTo>
                    <a:pt x="3611" y="12153"/>
                  </a:lnTo>
                  <a:lnTo>
                    <a:pt x="3932" y="11933"/>
                  </a:lnTo>
                  <a:lnTo>
                    <a:pt x="4533" y="11472"/>
                  </a:lnTo>
                  <a:lnTo>
                    <a:pt x="5135" y="11010"/>
                  </a:lnTo>
                  <a:lnTo>
                    <a:pt x="5696" y="10569"/>
                  </a:lnTo>
                  <a:lnTo>
                    <a:pt x="5957" y="10369"/>
                  </a:lnTo>
                  <a:lnTo>
                    <a:pt x="6218" y="10208"/>
                  </a:lnTo>
                  <a:lnTo>
                    <a:pt x="6779" y="9887"/>
                  </a:lnTo>
                  <a:lnTo>
                    <a:pt x="7461" y="9526"/>
                  </a:lnTo>
                  <a:lnTo>
                    <a:pt x="8263" y="9145"/>
                  </a:lnTo>
                  <a:lnTo>
                    <a:pt x="9166" y="8724"/>
                  </a:lnTo>
                  <a:lnTo>
                    <a:pt x="10169" y="8283"/>
                  </a:lnTo>
                  <a:lnTo>
                    <a:pt x="11231" y="7842"/>
                  </a:lnTo>
                  <a:lnTo>
                    <a:pt x="13538" y="6879"/>
                  </a:lnTo>
                  <a:lnTo>
                    <a:pt x="15423" y="6137"/>
                  </a:lnTo>
                  <a:lnTo>
                    <a:pt x="17328" y="5395"/>
                  </a:lnTo>
                  <a:lnTo>
                    <a:pt x="17348" y="5395"/>
                  </a:lnTo>
                  <a:lnTo>
                    <a:pt x="18230" y="5054"/>
                  </a:lnTo>
                  <a:lnTo>
                    <a:pt x="18832" y="4813"/>
                  </a:lnTo>
                  <a:lnTo>
                    <a:pt x="22322" y="3490"/>
                  </a:lnTo>
                  <a:lnTo>
                    <a:pt x="25310" y="2367"/>
                  </a:lnTo>
                  <a:lnTo>
                    <a:pt x="27455" y="1565"/>
                  </a:lnTo>
                  <a:lnTo>
                    <a:pt x="28117" y="1284"/>
                  </a:lnTo>
                  <a:lnTo>
                    <a:pt x="28458" y="1143"/>
                  </a:lnTo>
                  <a:lnTo>
                    <a:pt x="28558" y="1083"/>
                  </a:lnTo>
                  <a:lnTo>
                    <a:pt x="28659" y="1003"/>
                  </a:lnTo>
                  <a:lnTo>
                    <a:pt x="28819" y="843"/>
                  </a:lnTo>
                  <a:lnTo>
                    <a:pt x="28940" y="642"/>
                  </a:lnTo>
                  <a:lnTo>
                    <a:pt x="29020" y="462"/>
                  </a:lnTo>
                  <a:lnTo>
                    <a:pt x="29040" y="361"/>
                  </a:lnTo>
                  <a:lnTo>
                    <a:pt x="29040" y="281"/>
                  </a:lnTo>
                  <a:lnTo>
                    <a:pt x="29040" y="201"/>
                  </a:lnTo>
                  <a:lnTo>
                    <a:pt x="29000" y="141"/>
                  </a:lnTo>
                  <a:lnTo>
                    <a:pt x="28960" y="81"/>
                  </a:lnTo>
                  <a:lnTo>
                    <a:pt x="28899" y="40"/>
                  </a:lnTo>
                  <a:lnTo>
                    <a:pt x="28799" y="20"/>
                  </a:lnTo>
                  <a:lnTo>
                    <a:pt x="2869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6" name="Google Shape;7446;p35"/>
            <p:cNvSpPr/>
            <p:nvPr/>
          </p:nvSpPr>
          <p:spPr>
            <a:xfrm>
              <a:off x="11386900" y="4083763"/>
              <a:ext cx="726000" cy="320400"/>
            </a:xfrm>
            <a:custGeom>
              <a:avLst/>
              <a:gdLst/>
              <a:ahLst/>
              <a:cxnLst/>
              <a:rect l="l" t="t" r="r" b="b"/>
              <a:pathLst>
                <a:path w="29040" h="12816" fill="none" extrusionOk="0">
                  <a:moveTo>
                    <a:pt x="28458" y="1143"/>
                  </a:moveTo>
                  <a:lnTo>
                    <a:pt x="28458" y="1143"/>
                  </a:lnTo>
                  <a:lnTo>
                    <a:pt x="28117" y="1284"/>
                  </a:lnTo>
                  <a:lnTo>
                    <a:pt x="27455" y="1565"/>
                  </a:lnTo>
                  <a:lnTo>
                    <a:pt x="25310" y="2367"/>
                  </a:lnTo>
                  <a:lnTo>
                    <a:pt x="22322" y="3490"/>
                  </a:lnTo>
                  <a:lnTo>
                    <a:pt x="18832" y="4813"/>
                  </a:lnTo>
                  <a:lnTo>
                    <a:pt x="18832" y="4813"/>
                  </a:lnTo>
                  <a:lnTo>
                    <a:pt x="18230" y="5054"/>
                  </a:lnTo>
                  <a:lnTo>
                    <a:pt x="18230" y="5054"/>
                  </a:lnTo>
                  <a:lnTo>
                    <a:pt x="17348" y="5395"/>
                  </a:lnTo>
                  <a:lnTo>
                    <a:pt x="17348" y="5395"/>
                  </a:lnTo>
                  <a:lnTo>
                    <a:pt x="17328" y="5395"/>
                  </a:lnTo>
                  <a:lnTo>
                    <a:pt x="17328" y="5395"/>
                  </a:lnTo>
                  <a:lnTo>
                    <a:pt x="15423" y="6137"/>
                  </a:lnTo>
                  <a:lnTo>
                    <a:pt x="13538" y="6879"/>
                  </a:lnTo>
                  <a:lnTo>
                    <a:pt x="13538" y="6879"/>
                  </a:lnTo>
                  <a:lnTo>
                    <a:pt x="11231" y="7842"/>
                  </a:lnTo>
                  <a:lnTo>
                    <a:pt x="10169" y="8283"/>
                  </a:lnTo>
                  <a:lnTo>
                    <a:pt x="9166" y="8724"/>
                  </a:lnTo>
                  <a:lnTo>
                    <a:pt x="8263" y="9145"/>
                  </a:lnTo>
                  <a:lnTo>
                    <a:pt x="7461" y="9526"/>
                  </a:lnTo>
                  <a:lnTo>
                    <a:pt x="6779" y="9887"/>
                  </a:lnTo>
                  <a:lnTo>
                    <a:pt x="6218" y="10208"/>
                  </a:lnTo>
                  <a:lnTo>
                    <a:pt x="6218" y="10208"/>
                  </a:lnTo>
                  <a:lnTo>
                    <a:pt x="5957" y="10369"/>
                  </a:lnTo>
                  <a:lnTo>
                    <a:pt x="5696" y="10569"/>
                  </a:lnTo>
                  <a:lnTo>
                    <a:pt x="5135" y="11010"/>
                  </a:lnTo>
                  <a:lnTo>
                    <a:pt x="4533" y="11472"/>
                  </a:lnTo>
                  <a:lnTo>
                    <a:pt x="3932" y="11933"/>
                  </a:lnTo>
                  <a:lnTo>
                    <a:pt x="3611" y="12153"/>
                  </a:lnTo>
                  <a:lnTo>
                    <a:pt x="3310" y="12354"/>
                  </a:lnTo>
                  <a:lnTo>
                    <a:pt x="2969" y="12514"/>
                  </a:lnTo>
                  <a:lnTo>
                    <a:pt x="2648" y="12655"/>
                  </a:lnTo>
                  <a:lnTo>
                    <a:pt x="2327" y="12735"/>
                  </a:lnTo>
                  <a:lnTo>
                    <a:pt x="1986" y="12795"/>
                  </a:lnTo>
                  <a:lnTo>
                    <a:pt x="1826" y="12815"/>
                  </a:lnTo>
                  <a:lnTo>
                    <a:pt x="1645" y="12815"/>
                  </a:lnTo>
                  <a:lnTo>
                    <a:pt x="1485" y="12795"/>
                  </a:lnTo>
                  <a:lnTo>
                    <a:pt x="1304" y="12755"/>
                  </a:lnTo>
                  <a:lnTo>
                    <a:pt x="1304" y="12755"/>
                  </a:lnTo>
                  <a:lnTo>
                    <a:pt x="1144" y="12715"/>
                  </a:lnTo>
                  <a:lnTo>
                    <a:pt x="984" y="12655"/>
                  </a:lnTo>
                  <a:lnTo>
                    <a:pt x="823" y="12575"/>
                  </a:lnTo>
                  <a:lnTo>
                    <a:pt x="683" y="12494"/>
                  </a:lnTo>
                  <a:lnTo>
                    <a:pt x="562" y="12394"/>
                  </a:lnTo>
                  <a:lnTo>
                    <a:pt x="422" y="12274"/>
                  </a:lnTo>
                  <a:lnTo>
                    <a:pt x="322" y="12153"/>
                  </a:lnTo>
                  <a:lnTo>
                    <a:pt x="221" y="12013"/>
                  </a:lnTo>
                  <a:lnTo>
                    <a:pt x="141" y="11853"/>
                  </a:lnTo>
                  <a:lnTo>
                    <a:pt x="81" y="11712"/>
                  </a:lnTo>
                  <a:lnTo>
                    <a:pt x="41" y="11552"/>
                  </a:lnTo>
                  <a:lnTo>
                    <a:pt x="1" y="11391"/>
                  </a:lnTo>
                  <a:lnTo>
                    <a:pt x="1" y="11231"/>
                  </a:lnTo>
                  <a:lnTo>
                    <a:pt x="21" y="11050"/>
                  </a:lnTo>
                  <a:lnTo>
                    <a:pt x="61" y="10890"/>
                  </a:lnTo>
                  <a:lnTo>
                    <a:pt x="141" y="10729"/>
                  </a:lnTo>
                  <a:lnTo>
                    <a:pt x="141" y="10729"/>
                  </a:lnTo>
                  <a:lnTo>
                    <a:pt x="221" y="10569"/>
                  </a:lnTo>
                  <a:lnTo>
                    <a:pt x="342" y="10429"/>
                  </a:lnTo>
                  <a:lnTo>
                    <a:pt x="482" y="10288"/>
                  </a:lnTo>
                  <a:lnTo>
                    <a:pt x="643" y="10148"/>
                  </a:lnTo>
                  <a:lnTo>
                    <a:pt x="984" y="9907"/>
                  </a:lnTo>
                  <a:lnTo>
                    <a:pt x="1324" y="9687"/>
                  </a:lnTo>
                  <a:lnTo>
                    <a:pt x="1324" y="9687"/>
                  </a:lnTo>
                  <a:lnTo>
                    <a:pt x="1525" y="9586"/>
                  </a:lnTo>
                  <a:lnTo>
                    <a:pt x="1525" y="9586"/>
                  </a:lnTo>
                  <a:lnTo>
                    <a:pt x="1826" y="9466"/>
                  </a:lnTo>
                  <a:lnTo>
                    <a:pt x="2107" y="9346"/>
                  </a:lnTo>
                  <a:lnTo>
                    <a:pt x="2407" y="9266"/>
                  </a:lnTo>
                  <a:lnTo>
                    <a:pt x="2688" y="9185"/>
                  </a:lnTo>
                  <a:lnTo>
                    <a:pt x="3270" y="9085"/>
                  </a:lnTo>
                  <a:lnTo>
                    <a:pt x="3871" y="9005"/>
                  </a:lnTo>
                  <a:lnTo>
                    <a:pt x="4473" y="8925"/>
                  </a:lnTo>
                  <a:lnTo>
                    <a:pt x="5095" y="8844"/>
                  </a:lnTo>
                  <a:lnTo>
                    <a:pt x="5757" y="8724"/>
                  </a:lnTo>
                  <a:lnTo>
                    <a:pt x="6077" y="8644"/>
                  </a:lnTo>
                  <a:lnTo>
                    <a:pt x="6418" y="8564"/>
                  </a:lnTo>
                  <a:lnTo>
                    <a:pt x="6418" y="8564"/>
                  </a:lnTo>
                  <a:lnTo>
                    <a:pt x="12876" y="5957"/>
                  </a:lnTo>
                  <a:lnTo>
                    <a:pt x="12876" y="5957"/>
                  </a:lnTo>
                  <a:lnTo>
                    <a:pt x="16786" y="4392"/>
                  </a:lnTo>
                  <a:lnTo>
                    <a:pt x="16786" y="4392"/>
                  </a:lnTo>
                  <a:lnTo>
                    <a:pt x="17749" y="3991"/>
                  </a:lnTo>
                  <a:lnTo>
                    <a:pt x="17749" y="3991"/>
                  </a:lnTo>
                  <a:lnTo>
                    <a:pt x="18331" y="3771"/>
                  </a:lnTo>
                  <a:lnTo>
                    <a:pt x="18331" y="3771"/>
                  </a:lnTo>
                  <a:lnTo>
                    <a:pt x="21981" y="2327"/>
                  </a:lnTo>
                  <a:lnTo>
                    <a:pt x="23645" y="1685"/>
                  </a:lnTo>
                  <a:lnTo>
                    <a:pt x="25149" y="1123"/>
                  </a:lnTo>
                  <a:lnTo>
                    <a:pt x="26433" y="662"/>
                  </a:lnTo>
                  <a:lnTo>
                    <a:pt x="27476" y="301"/>
                  </a:lnTo>
                  <a:lnTo>
                    <a:pt x="27897" y="181"/>
                  </a:lnTo>
                  <a:lnTo>
                    <a:pt x="28258" y="81"/>
                  </a:lnTo>
                  <a:lnTo>
                    <a:pt x="28518" y="20"/>
                  </a:lnTo>
                  <a:lnTo>
                    <a:pt x="28699" y="0"/>
                  </a:lnTo>
                  <a:lnTo>
                    <a:pt x="28699" y="0"/>
                  </a:lnTo>
                  <a:lnTo>
                    <a:pt x="28799" y="20"/>
                  </a:lnTo>
                  <a:lnTo>
                    <a:pt x="28899" y="40"/>
                  </a:lnTo>
                  <a:lnTo>
                    <a:pt x="28960" y="81"/>
                  </a:lnTo>
                  <a:lnTo>
                    <a:pt x="29000" y="141"/>
                  </a:lnTo>
                  <a:lnTo>
                    <a:pt x="29040" y="201"/>
                  </a:lnTo>
                  <a:lnTo>
                    <a:pt x="29040" y="281"/>
                  </a:lnTo>
                  <a:lnTo>
                    <a:pt x="29040" y="361"/>
                  </a:lnTo>
                  <a:lnTo>
                    <a:pt x="29020" y="462"/>
                  </a:lnTo>
                  <a:lnTo>
                    <a:pt x="28940" y="642"/>
                  </a:lnTo>
                  <a:lnTo>
                    <a:pt x="28819" y="843"/>
                  </a:lnTo>
                  <a:lnTo>
                    <a:pt x="28659" y="1003"/>
                  </a:lnTo>
                  <a:lnTo>
                    <a:pt x="28558" y="1083"/>
                  </a:lnTo>
                  <a:lnTo>
                    <a:pt x="28458" y="114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7" name="Google Shape;7447;p35"/>
            <p:cNvSpPr/>
            <p:nvPr/>
          </p:nvSpPr>
          <p:spPr>
            <a:xfrm>
              <a:off x="11708775" y="4193563"/>
              <a:ext cx="111325" cy="62200"/>
            </a:xfrm>
            <a:custGeom>
              <a:avLst/>
              <a:gdLst/>
              <a:ahLst/>
              <a:cxnLst/>
              <a:rect l="l" t="t" r="r" b="b"/>
              <a:pathLst>
                <a:path w="4453" h="2488" extrusionOk="0">
                  <a:moveTo>
                    <a:pt x="3911" y="0"/>
                  </a:moveTo>
                  <a:lnTo>
                    <a:pt x="1" y="1565"/>
                  </a:lnTo>
                  <a:lnTo>
                    <a:pt x="161" y="1705"/>
                  </a:lnTo>
                  <a:lnTo>
                    <a:pt x="302" y="1845"/>
                  </a:lnTo>
                  <a:lnTo>
                    <a:pt x="442" y="2026"/>
                  </a:lnTo>
                  <a:lnTo>
                    <a:pt x="542" y="2206"/>
                  </a:lnTo>
                  <a:lnTo>
                    <a:pt x="623" y="2347"/>
                  </a:lnTo>
                  <a:lnTo>
                    <a:pt x="663" y="2487"/>
                  </a:lnTo>
                  <a:lnTo>
                    <a:pt x="2548" y="1745"/>
                  </a:lnTo>
                  <a:lnTo>
                    <a:pt x="4453" y="1003"/>
                  </a:lnTo>
                  <a:lnTo>
                    <a:pt x="4353" y="722"/>
                  </a:lnTo>
                  <a:lnTo>
                    <a:pt x="4232" y="462"/>
                  </a:lnTo>
                  <a:lnTo>
                    <a:pt x="4072" y="221"/>
                  </a:lnTo>
                  <a:lnTo>
                    <a:pt x="391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8" name="Google Shape;7448;p35"/>
            <p:cNvSpPr/>
            <p:nvPr/>
          </p:nvSpPr>
          <p:spPr>
            <a:xfrm>
              <a:off x="11708775" y="4193563"/>
              <a:ext cx="111325" cy="62200"/>
            </a:xfrm>
            <a:custGeom>
              <a:avLst/>
              <a:gdLst/>
              <a:ahLst/>
              <a:cxnLst/>
              <a:rect l="l" t="t" r="r" b="b"/>
              <a:pathLst>
                <a:path w="4453" h="2488" fill="none" extrusionOk="0">
                  <a:moveTo>
                    <a:pt x="4453" y="1003"/>
                  </a:moveTo>
                  <a:lnTo>
                    <a:pt x="4453" y="1003"/>
                  </a:lnTo>
                  <a:lnTo>
                    <a:pt x="2548" y="1745"/>
                  </a:lnTo>
                  <a:lnTo>
                    <a:pt x="663" y="2487"/>
                  </a:lnTo>
                  <a:lnTo>
                    <a:pt x="663" y="2487"/>
                  </a:lnTo>
                  <a:lnTo>
                    <a:pt x="623" y="2347"/>
                  </a:lnTo>
                  <a:lnTo>
                    <a:pt x="542" y="2206"/>
                  </a:lnTo>
                  <a:lnTo>
                    <a:pt x="542" y="2206"/>
                  </a:lnTo>
                  <a:lnTo>
                    <a:pt x="442" y="2026"/>
                  </a:lnTo>
                  <a:lnTo>
                    <a:pt x="302" y="1845"/>
                  </a:lnTo>
                  <a:lnTo>
                    <a:pt x="161" y="1705"/>
                  </a:lnTo>
                  <a:lnTo>
                    <a:pt x="1" y="1565"/>
                  </a:lnTo>
                  <a:lnTo>
                    <a:pt x="1" y="1565"/>
                  </a:lnTo>
                  <a:lnTo>
                    <a:pt x="3911" y="0"/>
                  </a:lnTo>
                  <a:lnTo>
                    <a:pt x="3911" y="0"/>
                  </a:lnTo>
                  <a:lnTo>
                    <a:pt x="4072" y="221"/>
                  </a:lnTo>
                  <a:lnTo>
                    <a:pt x="4232" y="462"/>
                  </a:lnTo>
                  <a:lnTo>
                    <a:pt x="4353" y="722"/>
                  </a:lnTo>
                  <a:lnTo>
                    <a:pt x="4453" y="100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9" name="Google Shape;7449;p35"/>
            <p:cNvSpPr/>
            <p:nvPr/>
          </p:nvSpPr>
          <p:spPr>
            <a:xfrm>
              <a:off x="11830625" y="4178013"/>
              <a:ext cx="27100" cy="32125"/>
            </a:xfrm>
            <a:custGeom>
              <a:avLst/>
              <a:gdLst/>
              <a:ahLst/>
              <a:cxnLst/>
              <a:rect l="l" t="t" r="r" b="b"/>
              <a:pathLst>
                <a:path w="1084" h="1285" extrusionOk="0">
                  <a:moveTo>
                    <a:pt x="582" y="1"/>
                  </a:moveTo>
                  <a:lnTo>
                    <a:pt x="0" y="221"/>
                  </a:lnTo>
                  <a:lnTo>
                    <a:pt x="161" y="462"/>
                  </a:lnTo>
                  <a:lnTo>
                    <a:pt x="281" y="723"/>
                  </a:lnTo>
                  <a:lnTo>
                    <a:pt x="401" y="983"/>
                  </a:lnTo>
                  <a:lnTo>
                    <a:pt x="481" y="1284"/>
                  </a:lnTo>
                  <a:lnTo>
                    <a:pt x="1083" y="1043"/>
                  </a:lnTo>
                  <a:lnTo>
                    <a:pt x="1003" y="763"/>
                  </a:lnTo>
                  <a:lnTo>
                    <a:pt x="883" y="502"/>
                  </a:lnTo>
                  <a:lnTo>
                    <a:pt x="742" y="241"/>
                  </a:lnTo>
                  <a:lnTo>
                    <a:pt x="5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0" name="Google Shape;7450;p35"/>
            <p:cNvSpPr/>
            <p:nvPr/>
          </p:nvSpPr>
          <p:spPr>
            <a:xfrm>
              <a:off x="11386900" y="4250713"/>
              <a:ext cx="338450" cy="153450"/>
            </a:xfrm>
            <a:custGeom>
              <a:avLst/>
              <a:gdLst/>
              <a:ahLst/>
              <a:cxnLst/>
              <a:rect l="l" t="t" r="r" b="b"/>
              <a:pathLst>
                <a:path w="13538" h="6138" extrusionOk="0">
                  <a:moveTo>
                    <a:pt x="13457" y="0"/>
                  </a:moveTo>
                  <a:lnTo>
                    <a:pt x="11853" y="542"/>
                  </a:lnTo>
                  <a:lnTo>
                    <a:pt x="10529" y="1003"/>
                  </a:lnTo>
                  <a:lnTo>
                    <a:pt x="9206" y="1485"/>
                  </a:lnTo>
                  <a:lnTo>
                    <a:pt x="8544" y="1745"/>
                  </a:lnTo>
                  <a:lnTo>
                    <a:pt x="7902" y="2006"/>
                  </a:lnTo>
                  <a:lnTo>
                    <a:pt x="7261" y="2287"/>
                  </a:lnTo>
                  <a:lnTo>
                    <a:pt x="6619" y="2588"/>
                  </a:lnTo>
                  <a:lnTo>
                    <a:pt x="5977" y="2928"/>
                  </a:lnTo>
                  <a:lnTo>
                    <a:pt x="6278" y="2928"/>
                  </a:lnTo>
                  <a:lnTo>
                    <a:pt x="6579" y="2948"/>
                  </a:lnTo>
                  <a:lnTo>
                    <a:pt x="7120" y="3009"/>
                  </a:lnTo>
                  <a:lnTo>
                    <a:pt x="7722" y="2728"/>
                  </a:lnTo>
                  <a:lnTo>
                    <a:pt x="8404" y="2407"/>
                  </a:lnTo>
                  <a:lnTo>
                    <a:pt x="9928" y="1725"/>
                  </a:lnTo>
                  <a:lnTo>
                    <a:pt x="11653" y="983"/>
                  </a:lnTo>
                  <a:lnTo>
                    <a:pt x="13538" y="201"/>
                  </a:lnTo>
                  <a:lnTo>
                    <a:pt x="13457" y="0"/>
                  </a:lnTo>
                  <a:close/>
                  <a:moveTo>
                    <a:pt x="1324" y="3009"/>
                  </a:moveTo>
                  <a:lnTo>
                    <a:pt x="984" y="3229"/>
                  </a:lnTo>
                  <a:lnTo>
                    <a:pt x="643" y="3470"/>
                  </a:lnTo>
                  <a:lnTo>
                    <a:pt x="482" y="3610"/>
                  </a:lnTo>
                  <a:lnTo>
                    <a:pt x="342" y="3751"/>
                  </a:lnTo>
                  <a:lnTo>
                    <a:pt x="221" y="3891"/>
                  </a:lnTo>
                  <a:lnTo>
                    <a:pt x="141" y="4051"/>
                  </a:lnTo>
                  <a:lnTo>
                    <a:pt x="81" y="4192"/>
                  </a:lnTo>
                  <a:lnTo>
                    <a:pt x="41" y="4332"/>
                  </a:lnTo>
                  <a:lnTo>
                    <a:pt x="21" y="4473"/>
                  </a:lnTo>
                  <a:lnTo>
                    <a:pt x="1" y="4613"/>
                  </a:lnTo>
                  <a:lnTo>
                    <a:pt x="21" y="4733"/>
                  </a:lnTo>
                  <a:lnTo>
                    <a:pt x="41" y="4854"/>
                  </a:lnTo>
                  <a:lnTo>
                    <a:pt x="61" y="4994"/>
                  </a:lnTo>
                  <a:lnTo>
                    <a:pt x="101" y="5114"/>
                  </a:lnTo>
                  <a:lnTo>
                    <a:pt x="242" y="5335"/>
                  </a:lnTo>
                  <a:lnTo>
                    <a:pt x="402" y="5556"/>
                  </a:lnTo>
                  <a:lnTo>
                    <a:pt x="582" y="5736"/>
                  </a:lnTo>
                  <a:lnTo>
                    <a:pt x="803" y="5897"/>
                  </a:lnTo>
                  <a:lnTo>
                    <a:pt x="1044" y="6017"/>
                  </a:lnTo>
                  <a:lnTo>
                    <a:pt x="1304" y="6077"/>
                  </a:lnTo>
                  <a:lnTo>
                    <a:pt x="1525" y="6117"/>
                  </a:lnTo>
                  <a:lnTo>
                    <a:pt x="1766" y="6137"/>
                  </a:lnTo>
                  <a:lnTo>
                    <a:pt x="2006" y="6117"/>
                  </a:lnTo>
                  <a:lnTo>
                    <a:pt x="2247" y="6077"/>
                  </a:lnTo>
                  <a:lnTo>
                    <a:pt x="2468" y="6017"/>
                  </a:lnTo>
                  <a:lnTo>
                    <a:pt x="2708" y="5937"/>
                  </a:lnTo>
                  <a:lnTo>
                    <a:pt x="2949" y="5856"/>
                  </a:lnTo>
                  <a:lnTo>
                    <a:pt x="3169" y="5736"/>
                  </a:lnTo>
                  <a:lnTo>
                    <a:pt x="3410" y="5616"/>
                  </a:lnTo>
                  <a:lnTo>
                    <a:pt x="3631" y="5475"/>
                  </a:lnTo>
                  <a:lnTo>
                    <a:pt x="3490" y="5255"/>
                  </a:lnTo>
                  <a:lnTo>
                    <a:pt x="3390" y="5014"/>
                  </a:lnTo>
                  <a:lnTo>
                    <a:pt x="3310" y="4753"/>
                  </a:lnTo>
                  <a:lnTo>
                    <a:pt x="3290" y="4513"/>
                  </a:lnTo>
                  <a:lnTo>
                    <a:pt x="3290" y="4433"/>
                  </a:lnTo>
                  <a:lnTo>
                    <a:pt x="2989" y="4553"/>
                  </a:lnTo>
                  <a:lnTo>
                    <a:pt x="2648" y="4653"/>
                  </a:lnTo>
                  <a:lnTo>
                    <a:pt x="2327" y="4733"/>
                  </a:lnTo>
                  <a:lnTo>
                    <a:pt x="2167" y="4753"/>
                  </a:lnTo>
                  <a:lnTo>
                    <a:pt x="1866" y="4753"/>
                  </a:lnTo>
                  <a:lnTo>
                    <a:pt x="1746" y="4733"/>
                  </a:lnTo>
                  <a:lnTo>
                    <a:pt x="1625" y="4693"/>
                  </a:lnTo>
                  <a:lnTo>
                    <a:pt x="1505" y="4653"/>
                  </a:lnTo>
                  <a:lnTo>
                    <a:pt x="1405" y="4593"/>
                  </a:lnTo>
                  <a:lnTo>
                    <a:pt x="1304" y="4513"/>
                  </a:lnTo>
                  <a:lnTo>
                    <a:pt x="1204" y="4433"/>
                  </a:lnTo>
                  <a:lnTo>
                    <a:pt x="1124" y="4312"/>
                  </a:lnTo>
                  <a:lnTo>
                    <a:pt x="1044" y="4112"/>
                  </a:lnTo>
                  <a:lnTo>
                    <a:pt x="984" y="3931"/>
                  </a:lnTo>
                  <a:lnTo>
                    <a:pt x="984" y="3771"/>
                  </a:lnTo>
                  <a:lnTo>
                    <a:pt x="1004" y="3610"/>
                  </a:lnTo>
                  <a:lnTo>
                    <a:pt x="1044" y="3470"/>
                  </a:lnTo>
                  <a:lnTo>
                    <a:pt x="1124" y="3309"/>
                  </a:lnTo>
                  <a:lnTo>
                    <a:pt x="1324" y="3009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1" name="Google Shape;7451;p35"/>
            <p:cNvSpPr/>
            <p:nvPr/>
          </p:nvSpPr>
          <p:spPr>
            <a:xfrm>
              <a:off x="11386900" y="4325913"/>
              <a:ext cx="90775" cy="78250"/>
            </a:xfrm>
            <a:custGeom>
              <a:avLst/>
              <a:gdLst/>
              <a:ahLst/>
              <a:cxnLst/>
              <a:rect l="l" t="t" r="r" b="b"/>
              <a:pathLst>
                <a:path w="3631" h="3130" fill="none" extrusionOk="0">
                  <a:moveTo>
                    <a:pt x="1324" y="1"/>
                  </a:moveTo>
                  <a:lnTo>
                    <a:pt x="1324" y="1"/>
                  </a:lnTo>
                  <a:lnTo>
                    <a:pt x="984" y="221"/>
                  </a:lnTo>
                  <a:lnTo>
                    <a:pt x="643" y="462"/>
                  </a:lnTo>
                  <a:lnTo>
                    <a:pt x="482" y="602"/>
                  </a:lnTo>
                  <a:lnTo>
                    <a:pt x="342" y="743"/>
                  </a:lnTo>
                  <a:lnTo>
                    <a:pt x="221" y="883"/>
                  </a:lnTo>
                  <a:lnTo>
                    <a:pt x="141" y="1043"/>
                  </a:lnTo>
                  <a:lnTo>
                    <a:pt x="141" y="1043"/>
                  </a:lnTo>
                  <a:lnTo>
                    <a:pt x="81" y="1184"/>
                  </a:lnTo>
                  <a:lnTo>
                    <a:pt x="41" y="1324"/>
                  </a:lnTo>
                  <a:lnTo>
                    <a:pt x="21" y="1465"/>
                  </a:lnTo>
                  <a:lnTo>
                    <a:pt x="1" y="1605"/>
                  </a:lnTo>
                  <a:lnTo>
                    <a:pt x="1" y="1605"/>
                  </a:lnTo>
                  <a:lnTo>
                    <a:pt x="21" y="1725"/>
                  </a:lnTo>
                  <a:lnTo>
                    <a:pt x="41" y="1846"/>
                  </a:lnTo>
                  <a:lnTo>
                    <a:pt x="61" y="1986"/>
                  </a:lnTo>
                  <a:lnTo>
                    <a:pt x="101" y="2106"/>
                  </a:lnTo>
                  <a:lnTo>
                    <a:pt x="242" y="2327"/>
                  </a:lnTo>
                  <a:lnTo>
                    <a:pt x="402" y="2548"/>
                  </a:lnTo>
                  <a:lnTo>
                    <a:pt x="582" y="2728"/>
                  </a:lnTo>
                  <a:lnTo>
                    <a:pt x="803" y="2889"/>
                  </a:lnTo>
                  <a:lnTo>
                    <a:pt x="1044" y="3009"/>
                  </a:lnTo>
                  <a:lnTo>
                    <a:pt x="1304" y="3069"/>
                  </a:lnTo>
                  <a:lnTo>
                    <a:pt x="1304" y="3069"/>
                  </a:lnTo>
                  <a:lnTo>
                    <a:pt x="1525" y="3109"/>
                  </a:lnTo>
                  <a:lnTo>
                    <a:pt x="1766" y="3129"/>
                  </a:lnTo>
                  <a:lnTo>
                    <a:pt x="1766" y="3129"/>
                  </a:lnTo>
                  <a:lnTo>
                    <a:pt x="2006" y="3109"/>
                  </a:lnTo>
                  <a:lnTo>
                    <a:pt x="2247" y="3069"/>
                  </a:lnTo>
                  <a:lnTo>
                    <a:pt x="2468" y="3009"/>
                  </a:lnTo>
                  <a:lnTo>
                    <a:pt x="2708" y="2929"/>
                  </a:lnTo>
                  <a:lnTo>
                    <a:pt x="2949" y="2848"/>
                  </a:lnTo>
                  <a:lnTo>
                    <a:pt x="3169" y="2728"/>
                  </a:lnTo>
                  <a:lnTo>
                    <a:pt x="3410" y="2608"/>
                  </a:lnTo>
                  <a:lnTo>
                    <a:pt x="3631" y="2467"/>
                  </a:lnTo>
                  <a:lnTo>
                    <a:pt x="3631" y="2467"/>
                  </a:lnTo>
                  <a:lnTo>
                    <a:pt x="3490" y="2247"/>
                  </a:lnTo>
                  <a:lnTo>
                    <a:pt x="3390" y="2006"/>
                  </a:lnTo>
                  <a:lnTo>
                    <a:pt x="3310" y="1745"/>
                  </a:lnTo>
                  <a:lnTo>
                    <a:pt x="3290" y="1505"/>
                  </a:lnTo>
                  <a:lnTo>
                    <a:pt x="3290" y="1505"/>
                  </a:lnTo>
                  <a:lnTo>
                    <a:pt x="3290" y="1425"/>
                  </a:lnTo>
                  <a:lnTo>
                    <a:pt x="3290" y="1425"/>
                  </a:lnTo>
                  <a:lnTo>
                    <a:pt x="2989" y="1545"/>
                  </a:lnTo>
                  <a:lnTo>
                    <a:pt x="2648" y="1645"/>
                  </a:lnTo>
                  <a:lnTo>
                    <a:pt x="2327" y="1725"/>
                  </a:lnTo>
                  <a:lnTo>
                    <a:pt x="2167" y="1745"/>
                  </a:lnTo>
                  <a:lnTo>
                    <a:pt x="2006" y="1745"/>
                  </a:lnTo>
                  <a:lnTo>
                    <a:pt x="2006" y="1745"/>
                  </a:lnTo>
                  <a:lnTo>
                    <a:pt x="1866" y="1745"/>
                  </a:lnTo>
                  <a:lnTo>
                    <a:pt x="1746" y="1725"/>
                  </a:lnTo>
                  <a:lnTo>
                    <a:pt x="1625" y="1685"/>
                  </a:lnTo>
                  <a:lnTo>
                    <a:pt x="1505" y="1645"/>
                  </a:lnTo>
                  <a:lnTo>
                    <a:pt x="1405" y="1585"/>
                  </a:lnTo>
                  <a:lnTo>
                    <a:pt x="1304" y="1505"/>
                  </a:lnTo>
                  <a:lnTo>
                    <a:pt x="1204" y="1425"/>
                  </a:lnTo>
                  <a:lnTo>
                    <a:pt x="1124" y="1304"/>
                  </a:lnTo>
                  <a:lnTo>
                    <a:pt x="1124" y="1304"/>
                  </a:lnTo>
                  <a:lnTo>
                    <a:pt x="1044" y="1104"/>
                  </a:lnTo>
                  <a:lnTo>
                    <a:pt x="984" y="923"/>
                  </a:lnTo>
                  <a:lnTo>
                    <a:pt x="984" y="763"/>
                  </a:lnTo>
                  <a:lnTo>
                    <a:pt x="1004" y="602"/>
                  </a:lnTo>
                  <a:lnTo>
                    <a:pt x="1044" y="462"/>
                  </a:lnTo>
                  <a:lnTo>
                    <a:pt x="1124" y="301"/>
                  </a:lnTo>
                  <a:lnTo>
                    <a:pt x="1324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2" name="Google Shape;7452;p35"/>
            <p:cNvSpPr/>
            <p:nvPr/>
          </p:nvSpPr>
          <p:spPr>
            <a:xfrm>
              <a:off x="11723325" y="4218613"/>
              <a:ext cx="96775" cy="37150"/>
            </a:xfrm>
            <a:custGeom>
              <a:avLst/>
              <a:gdLst/>
              <a:ahLst/>
              <a:cxnLst/>
              <a:rect l="l" t="t" r="r" b="b"/>
              <a:pathLst>
                <a:path w="3871" h="1486" extrusionOk="0">
                  <a:moveTo>
                    <a:pt x="3871" y="1"/>
                  </a:moveTo>
                  <a:lnTo>
                    <a:pt x="1926" y="643"/>
                  </a:lnTo>
                  <a:lnTo>
                    <a:pt x="0" y="1284"/>
                  </a:lnTo>
                  <a:lnTo>
                    <a:pt x="81" y="1485"/>
                  </a:lnTo>
                  <a:lnTo>
                    <a:pt x="1966" y="743"/>
                  </a:lnTo>
                  <a:lnTo>
                    <a:pt x="387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3" name="Google Shape;7453;p35"/>
            <p:cNvSpPr/>
            <p:nvPr/>
          </p:nvSpPr>
          <p:spPr>
            <a:xfrm>
              <a:off x="11948925" y="4314888"/>
              <a:ext cx="19600" cy="30100"/>
            </a:xfrm>
            <a:custGeom>
              <a:avLst/>
              <a:gdLst/>
              <a:ahLst/>
              <a:cxnLst/>
              <a:rect l="l" t="t" r="r" b="b"/>
              <a:pathLst>
                <a:path w="784" h="1204" extrusionOk="0">
                  <a:moveTo>
                    <a:pt x="623" y="0"/>
                  </a:moveTo>
                  <a:lnTo>
                    <a:pt x="1" y="61"/>
                  </a:lnTo>
                  <a:lnTo>
                    <a:pt x="81" y="321"/>
                  </a:lnTo>
                  <a:lnTo>
                    <a:pt x="121" y="602"/>
                  </a:lnTo>
                  <a:lnTo>
                    <a:pt x="141" y="903"/>
                  </a:lnTo>
                  <a:lnTo>
                    <a:pt x="141" y="1204"/>
                  </a:lnTo>
                  <a:lnTo>
                    <a:pt x="783" y="1164"/>
                  </a:lnTo>
                  <a:lnTo>
                    <a:pt x="783" y="863"/>
                  </a:lnTo>
                  <a:lnTo>
                    <a:pt x="743" y="562"/>
                  </a:lnTo>
                  <a:lnTo>
                    <a:pt x="703" y="281"/>
                  </a:lnTo>
                  <a:lnTo>
                    <a:pt x="623" y="0"/>
                  </a:lnTo>
                  <a:close/>
                </a:path>
              </a:pathLst>
            </a:custGeom>
            <a:solidFill>
              <a:srgbClr val="CC66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4" name="Google Shape;7454;p35"/>
            <p:cNvSpPr/>
            <p:nvPr/>
          </p:nvSpPr>
          <p:spPr>
            <a:xfrm>
              <a:off x="11948925" y="4314888"/>
              <a:ext cx="19600" cy="30100"/>
            </a:xfrm>
            <a:custGeom>
              <a:avLst/>
              <a:gdLst/>
              <a:ahLst/>
              <a:cxnLst/>
              <a:rect l="l" t="t" r="r" b="b"/>
              <a:pathLst>
                <a:path w="784" h="1204" fill="none" extrusionOk="0">
                  <a:moveTo>
                    <a:pt x="783" y="1164"/>
                  </a:moveTo>
                  <a:lnTo>
                    <a:pt x="783" y="1164"/>
                  </a:lnTo>
                  <a:lnTo>
                    <a:pt x="141" y="1204"/>
                  </a:lnTo>
                  <a:lnTo>
                    <a:pt x="141" y="1204"/>
                  </a:lnTo>
                  <a:lnTo>
                    <a:pt x="141" y="903"/>
                  </a:lnTo>
                  <a:lnTo>
                    <a:pt x="121" y="602"/>
                  </a:lnTo>
                  <a:lnTo>
                    <a:pt x="81" y="321"/>
                  </a:lnTo>
                  <a:lnTo>
                    <a:pt x="1" y="61"/>
                  </a:lnTo>
                  <a:lnTo>
                    <a:pt x="1" y="61"/>
                  </a:lnTo>
                  <a:lnTo>
                    <a:pt x="623" y="0"/>
                  </a:lnTo>
                  <a:lnTo>
                    <a:pt x="623" y="0"/>
                  </a:lnTo>
                  <a:lnTo>
                    <a:pt x="703" y="281"/>
                  </a:lnTo>
                  <a:lnTo>
                    <a:pt x="743" y="562"/>
                  </a:lnTo>
                  <a:lnTo>
                    <a:pt x="783" y="863"/>
                  </a:lnTo>
                  <a:lnTo>
                    <a:pt x="783" y="116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5" name="Google Shape;7455;p35"/>
            <p:cNvSpPr/>
            <p:nvPr/>
          </p:nvSpPr>
          <p:spPr>
            <a:xfrm>
              <a:off x="11469125" y="4302863"/>
              <a:ext cx="777150" cy="103300"/>
            </a:xfrm>
            <a:custGeom>
              <a:avLst/>
              <a:gdLst/>
              <a:ahLst/>
              <a:cxnLst/>
              <a:rect l="l" t="t" r="r" b="b"/>
              <a:pathLst>
                <a:path w="31086" h="4132" extrusionOk="0">
                  <a:moveTo>
                    <a:pt x="29581" y="0"/>
                  </a:moveTo>
                  <a:lnTo>
                    <a:pt x="28478" y="20"/>
                  </a:lnTo>
                  <a:lnTo>
                    <a:pt x="27094" y="60"/>
                  </a:lnTo>
                  <a:lnTo>
                    <a:pt x="25510" y="141"/>
                  </a:lnTo>
                  <a:lnTo>
                    <a:pt x="23725" y="241"/>
                  </a:lnTo>
                  <a:lnTo>
                    <a:pt x="19815" y="481"/>
                  </a:lnTo>
                  <a:lnTo>
                    <a:pt x="19193" y="542"/>
                  </a:lnTo>
                  <a:lnTo>
                    <a:pt x="18150" y="602"/>
                  </a:lnTo>
                  <a:lnTo>
                    <a:pt x="13939" y="903"/>
                  </a:lnTo>
                  <a:lnTo>
                    <a:pt x="7000" y="1404"/>
                  </a:lnTo>
                  <a:lnTo>
                    <a:pt x="6659" y="1384"/>
                  </a:lnTo>
                  <a:lnTo>
                    <a:pt x="6318" y="1344"/>
                  </a:lnTo>
                  <a:lnTo>
                    <a:pt x="5676" y="1264"/>
                  </a:lnTo>
                  <a:lnTo>
                    <a:pt x="5055" y="1143"/>
                  </a:lnTo>
                  <a:lnTo>
                    <a:pt x="4453" y="1043"/>
                  </a:lnTo>
                  <a:lnTo>
                    <a:pt x="3851" y="943"/>
                  </a:lnTo>
                  <a:lnTo>
                    <a:pt x="3270" y="862"/>
                  </a:lnTo>
                  <a:lnTo>
                    <a:pt x="2969" y="842"/>
                  </a:lnTo>
                  <a:lnTo>
                    <a:pt x="2367" y="842"/>
                  </a:lnTo>
                  <a:lnTo>
                    <a:pt x="2046" y="883"/>
                  </a:lnTo>
                  <a:lnTo>
                    <a:pt x="1625" y="963"/>
                  </a:lnTo>
                  <a:lnTo>
                    <a:pt x="1405" y="1023"/>
                  </a:lnTo>
                  <a:lnTo>
                    <a:pt x="1164" y="1103"/>
                  </a:lnTo>
                  <a:lnTo>
                    <a:pt x="923" y="1183"/>
                  </a:lnTo>
                  <a:lnTo>
                    <a:pt x="703" y="1284"/>
                  </a:lnTo>
                  <a:lnTo>
                    <a:pt x="522" y="1404"/>
                  </a:lnTo>
                  <a:lnTo>
                    <a:pt x="362" y="1544"/>
                  </a:lnTo>
                  <a:lnTo>
                    <a:pt x="241" y="1665"/>
                  </a:lnTo>
                  <a:lnTo>
                    <a:pt x="161" y="1825"/>
                  </a:lnTo>
                  <a:lnTo>
                    <a:pt x="81" y="1965"/>
                  </a:lnTo>
                  <a:lnTo>
                    <a:pt x="41" y="2126"/>
                  </a:lnTo>
                  <a:lnTo>
                    <a:pt x="21" y="2286"/>
                  </a:lnTo>
                  <a:lnTo>
                    <a:pt x="1" y="2467"/>
                  </a:lnTo>
                  <a:lnTo>
                    <a:pt x="21" y="2627"/>
                  </a:lnTo>
                  <a:lnTo>
                    <a:pt x="61" y="2788"/>
                  </a:lnTo>
                  <a:lnTo>
                    <a:pt x="101" y="2948"/>
                  </a:lnTo>
                  <a:lnTo>
                    <a:pt x="161" y="3109"/>
                  </a:lnTo>
                  <a:lnTo>
                    <a:pt x="241" y="3249"/>
                  </a:lnTo>
                  <a:lnTo>
                    <a:pt x="342" y="3389"/>
                  </a:lnTo>
                  <a:lnTo>
                    <a:pt x="462" y="3530"/>
                  </a:lnTo>
                  <a:lnTo>
                    <a:pt x="582" y="3630"/>
                  </a:lnTo>
                  <a:lnTo>
                    <a:pt x="703" y="3750"/>
                  </a:lnTo>
                  <a:lnTo>
                    <a:pt x="843" y="3831"/>
                  </a:lnTo>
                  <a:lnTo>
                    <a:pt x="1004" y="3911"/>
                  </a:lnTo>
                  <a:lnTo>
                    <a:pt x="1164" y="3991"/>
                  </a:lnTo>
                  <a:lnTo>
                    <a:pt x="1324" y="4031"/>
                  </a:lnTo>
                  <a:lnTo>
                    <a:pt x="1485" y="4071"/>
                  </a:lnTo>
                  <a:lnTo>
                    <a:pt x="1826" y="4131"/>
                  </a:lnTo>
                  <a:lnTo>
                    <a:pt x="2167" y="4131"/>
                  </a:lnTo>
                  <a:lnTo>
                    <a:pt x="2528" y="4111"/>
                  </a:lnTo>
                  <a:lnTo>
                    <a:pt x="2869" y="4051"/>
                  </a:lnTo>
                  <a:lnTo>
                    <a:pt x="3230" y="3971"/>
                  </a:lnTo>
                  <a:lnTo>
                    <a:pt x="3591" y="3851"/>
                  </a:lnTo>
                  <a:lnTo>
                    <a:pt x="4313" y="3610"/>
                  </a:lnTo>
                  <a:lnTo>
                    <a:pt x="5034" y="3329"/>
                  </a:lnTo>
                  <a:lnTo>
                    <a:pt x="5696" y="3089"/>
                  </a:lnTo>
                  <a:lnTo>
                    <a:pt x="6017" y="2988"/>
                  </a:lnTo>
                  <a:lnTo>
                    <a:pt x="6318" y="2908"/>
                  </a:lnTo>
                  <a:lnTo>
                    <a:pt x="6940" y="2768"/>
                  </a:lnTo>
                  <a:lnTo>
                    <a:pt x="7702" y="2647"/>
                  </a:lnTo>
                  <a:lnTo>
                    <a:pt x="8584" y="2527"/>
                  </a:lnTo>
                  <a:lnTo>
                    <a:pt x="9567" y="2407"/>
                  </a:lnTo>
                  <a:lnTo>
                    <a:pt x="10650" y="2286"/>
                  </a:lnTo>
                  <a:lnTo>
                    <a:pt x="11813" y="2186"/>
                  </a:lnTo>
                  <a:lnTo>
                    <a:pt x="14300" y="1986"/>
                  </a:lnTo>
                  <a:lnTo>
                    <a:pt x="16305" y="1845"/>
                  </a:lnTo>
                  <a:lnTo>
                    <a:pt x="18351" y="1725"/>
                  </a:lnTo>
                  <a:lnTo>
                    <a:pt x="19333" y="1685"/>
                  </a:lnTo>
                  <a:lnTo>
                    <a:pt x="19975" y="1645"/>
                  </a:lnTo>
                  <a:lnTo>
                    <a:pt x="23846" y="1444"/>
                  </a:lnTo>
                  <a:lnTo>
                    <a:pt x="28217" y="1223"/>
                  </a:lnTo>
                  <a:lnTo>
                    <a:pt x="29581" y="1163"/>
                  </a:lnTo>
                  <a:lnTo>
                    <a:pt x="30022" y="1123"/>
                  </a:lnTo>
                  <a:lnTo>
                    <a:pt x="30263" y="1103"/>
                  </a:lnTo>
                  <a:lnTo>
                    <a:pt x="30363" y="1063"/>
                  </a:lnTo>
                  <a:lnTo>
                    <a:pt x="30484" y="1023"/>
                  </a:lnTo>
                  <a:lnTo>
                    <a:pt x="30684" y="903"/>
                  </a:lnTo>
                  <a:lnTo>
                    <a:pt x="30865" y="762"/>
                  </a:lnTo>
                  <a:lnTo>
                    <a:pt x="31005" y="622"/>
                  </a:lnTo>
                  <a:lnTo>
                    <a:pt x="31045" y="542"/>
                  </a:lnTo>
                  <a:lnTo>
                    <a:pt x="31085" y="461"/>
                  </a:lnTo>
                  <a:lnTo>
                    <a:pt x="31085" y="381"/>
                  </a:lnTo>
                  <a:lnTo>
                    <a:pt x="31085" y="301"/>
                  </a:lnTo>
                  <a:lnTo>
                    <a:pt x="31065" y="241"/>
                  </a:lnTo>
                  <a:lnTo>
                    <a:pt x="31005" y="181"/>
                  </a:lnTo>
                  <a:lnTo>
                    <a:pt x="30925" y="120"/>
                  </a:lnTo>
                  <a:lnTo>
                    <a:pt x="30825" y="80"/>
                  </a:lnTo>
                  <a:lnTo>
                    <a:pt x="30644" y="40"/>
                  </a:lnTo>
                  <a:lnTo>
                    <a:pt x="30383" y="20"/>
                  </a:lnTo>
                  <a:lnTo>
                    <a:pt x="2958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6" name="Google Shape;7456;p35"/>
            <p:cNvSpPr/>
            <p:nvPr/>
          </p:nvSpPr>
          <p:spPr>
            <a:xfrm>
              <a:off x="11469125" y="4302863"/>
              <a:ext cx="777150" cy="103300"/>
            </a:xfrm>
            <a:custGeom>
              <a:avLst/>
              <a:gdLst/>
              <a:ahLst/>
              <a:cxnLst/>
              <a:rect l="l" t="t" r="r" b="b"/>
              <a:pathLst>
                <a:path w="31086" h="4132" fill="none" extrusionOk="0">
                  <a:moveTo>
                    <a:pt x="30263" y="1103"/>
                  </a:moveTo>
                  <a:lnTo>
                    <a:pt x="30263" y="1103"/>
                  </a:lnTo>
                  <a:lnTo>
                    <a:pt x="30022" y="1123"/>
                  </a:lnTo>
                  <a:lnTo>
                    <a:pt x="29581" y="1163"/>
                  </a:lnTo>
                  <a:lnTo>
                    <a:pt x="28217" y="1223"/>
                  </a:lnTo>
                  <a:lnTo>
                    <a:pt x="23846" y="1444"/>
                  </a:lnTo>
                  <a:lnTo>
                    <a:pt x="23846" y="1444"/>
                  </a:lnTo>
                  <a:lnTo>
                    <a:pt x="19975" y="1645"/>
                  </a:lnTo>
                  <a:lnTo>
                    <a:pt x="19975" y="1645"/>
                  </a:lnTo>
                  <a:lnTo>
                    <a:pt x="19333" y="1685"/>
                  </a:lnTo>
                  <a:lnTo>
                    <a:pt x="19333" y="1685"/>
                  </a:lnTo>
                  <a:lnTo>
                    <a:pt x="18351" y="1725"/>
                  </a:lnTo>
                  <a:lnTo>
                    <a:pt x="18351" y="1725"/>
                  </a:lnTo>
                  <a:lnTo>
                    <a:pt x="16305" y="1845"/>
                  </a:lnTo>
                  <a:lnTo>
                    <a:pt x="14300" y="1986"/>
                  </a:lnTo>
                  <a:lnTo>
                    <a:pt x="14300" y="1986"/>
                  </a:lnTo>
                  <a:lnTo>
                    <a:pt x="11813" y="2186"/>
                  </a:lnTo>
                  <a:lnTo>
                    <a:pt x="10650" y="2286"/>
                  </a:lnTo>
                  <a:lnTo>
                    <a:pt x="9567" y="2407"/>
                  </a:lnTo>
                  <a:lnTo>
                    <a:pt x="8584" y="2527"/>
                  </a:lnTo>
                  <a:lnTo>
                    <a:pt x="7702" y="2647"/>
                  </a:lnTo>
                  <a:lnTo>
                    <a:pt x="6940" y="2768"/>
                  </a:lnTo>
                  <a:lnTo>
                    <a:pt x="6318" y="2908"/>
                  </a:lnTo>
                  <a:lnTo>
                    <a:pt x="6318" y="2908"/>
                  </a:lnTo>
                  <a:lnTo>
                    <a:pt x="6017" y="2988"/>
                  </a:lnTo>
                  <a:lnTo>
                    <a:pt x="5696" y="3089"/>
                  </a:lnTo>
                  <a:lnTo>
                    <a:pt x="5034" y="3329"/>
                  </a:lnTo>
                  <a:lnTo>
                    <a:pt x="4313" y="3610"/>
                  </a:lnTo>
                  <a:lnTo>
                    <a:pt x="3591" y="3851"/>
                  </a:lnTo>
                  <a:lnTo>
                    <a:pt x="3230" y="3971"/>
                  </a:lnTo>
                  <a:lnTo>
                    <a:pt x="2869" y="4051"/>
                  </a:lnTo>
                  <a:lnTo>
                    <a:pt x="2528" y="4111"/>
                  </a:lnTo>
                  <a:lnTo>
                    <a:pt x="2167" y="4131"/>
                  </a:lnTo>
                  <a:lnTo>
                    <a:pt x="1826" y="4131"/>
                  </a:lnTo>
                  <a:lnTo>
                    <a:pt x="1485" y="4071"/>
                  </a:lnTo>
                  <a:lnTo>
                    <a:pt x="1324" y="4031"/>
                  </a:lnTo>
                  <a:lnTo>
                    <a:pt x="1164" y="3991"/>
                  </a:lnTo>
                  <a:lnTo>
                    <a:pt x="1004" y="3911"/>
                  </a:lnTo>
                  <a:lnTo>
                    <a:pt x="843" y="3831"/>
                  </a:lnTo>
                  <a:lnTo>
                    <a:pt x="843" y="3831"/>
                  </a:lnTo>
                  <a:lnTo>
                    <a:pt x="703" y="3750"/>
                  </a:lnTo>
                  <a:lnTo>
                    <a:pt x="582" y="3630"/>
                  </a:lnTo>
                  <a:lnTo>
                    <a:pt x="462" y="3530"/>
                  </a:lnTo>
                  <a:lnTo>
                    <a:pt x="342" y="3389"/>
                  </a:lnTo>
                  <a:lnTo>
                    <a:pt x="241" y="3249"/>
                  </a:lnTo>
                  <a:lnTo>
                    <a:pt x="161" y="3109"/>
                  </a:lnTo>
                  <a:lnTo>
                    <a:pt x="101" y="2948"/>
                  </a:lnTo>
                  <a:lnTo>
                    <a:pt x="61" y="2788"/>
                  </a:lnTo>
                  <a:lnTo>
                    <a:pt x="21" y="2627"/>
                  </a:lnTo>
                  <a:lnTo>
                    <a:pt x="1" y="2467"/>
                  </a:lnTo>
                  <a:lnTo>
                    <a:pt x="21" y="2286"/>
                  </a:lnTo>
                  <a:lnTo>
                    <a:pt x="41" y="2126"/>
                  </a:lnTo>
                  <a:lnTo>
                    <a:pt x="81" y="1965"/>
                  </a:lnTo>
                  <a:lnTo>
                    <a:pt x="161" y="1825"/>
                  </a:lnTo>
                  <a:lnTo>
                    <a:pt x="241" y="1665"/>
                  </a:lnTo>
                  <a:lnTo>
                    <a:pt x="362" y="1544"/>
                  </a:lnTo>
                  <a:lnTo>
                    <a:pt x="362" y="1544"/>
                  </a:lnTo>
                  <a:lnTo>
                    <a:pt x="522" y="1404"/>
                  </a:lnTo>
                  <a:lnTo>
                    <a:pt x="703" y="1284"/>
                  </a:lnTo>
                  <a:lnTo>
                    <a:pt x="923" y="1183"/>
                  </a:lnTo>
                  <a:lnTo>
                    <a:pt x="1164" y="1103"/>
                  </a:lnTo>
                  <a:lnTo>
                    <a:pt x="1405" y="1023"/>
                  </a:lnTo>
                  <a:lnTo>
                    <a:pt x="1625" y="963"/>
                  </a:lnTo>
                  <a:lnTo>
                    <a:pt x="2046" y="883"/>
                  </a:lnTo>
                  <a:lnTo>
                    <a:pt x="2046" y="883"/>
                  </a:lnTo>
                  <a:lnTo>
                    <a:pt x="2046" y="883"/>
                  </a:lnTo>
                  <a:lnTo>
                    <a:pt x="2367" y="842"/>
                  </a:lnTo>
                  <a:lnTo>
                    <a:pt x="2668" y="842"/>
                  </a:lnTo>
                  <a:lnTo>
                    <a:pt x="2969" y="842"/>
                  </a:lnTo>
                  <a:lnTo>
                    <a:pt x="3270" y="862"/>
                  </a:lnTo>
                  <a:lnTo>
                    <a:pt x="3851" y="943"/>
                  </a:lnTo>
                  <a:lnTo>
                    <a:pt x="4453" y="1043"/>
                  </a:lnTo>
                  <a:lnTo>
                    <a:pt x="5055" y="1143"/>
                  </a:lnTo>
                  <a:lnTo>
                    <a:pt x="5676" y="1264"/>
                  </a:lnTo>
                  <a:lnTo>
                    <a:pt x="6318" y="1344"/>
                  </a:lnTo>
                  <a:lnTo>
                    <a:pt x="6659" y="1384"/>
                  </a:lnTo>
                  <a:lnTo>
                    <a:pt x="7000" y="1404"/>
                  </a:lnTo>
                  <a:lnTo>
                    <a:pt x="7000" y="1404"/>
                  </a:lnTo>
                  <a:lnTo>
                    <a:pt x="13939" y="903"/>
                  </a:lnTo>
                  <a:lnTo>
                    <a:pt x="13939" y="903"/>
                  </a:lnTo>
                  <a:lnTo>
                    <a:pt x="18150" y="602"/>
                  </a:lnTo>
                  <a:lnTo>
                    <a:pt x="18150" y="602"/>
                  </a:lnTo>
                  <a:lnTo>
                    <a:pt x="19193" y="542"/>
                  </a:lnTo>
                  <a:lnTo>
                    <a:pt x="19193" y="542"/>
                  </a:lnTo>
                  <a:lnTo>
                    <a:pt x="19815" y="481"/>
                  </a:lnTo>
                  <a:lnTo>
                    <a:pt x="19815" y="481"/>
                  </a:lnTo>
                  <a:lnTo>
                    <a:pt x="23725" y="241"/>
                  </a:lnTo>
                  <a:lnTo>
                    <a:pt x="25510" y="141"/>
                  </a:lnTo>
                  <a:lnTo>
                    <a:pt x="27094" y="60"/>
                  </a:lnTo>
                  <a:lnTo>
                    <a:pt x="28478" y="20"/>
                  </a:lnTo>
                  <a:lnTo>
                    <a:pt x="29581" y="0"/>
                  </a:lnTo>
                  <a:lnTo>
                    <a:pt x="30383" y="20"/>
                  </a:lnTo>
                  <a:lnTo>
                    <a:pt x="30644" y="40"/>
                  </a:lnTo>
                  <a:lnTo>
                    <a:pt x="30825" y="80"/>
                  </a:lnTo>
                  <a:lnTo>
                    <a:pt x="30825" y="80"/>
                  </a:lnTo>
                  <a:lnTo>
                    <a:pt x="30925" y="120"/>
                  </a:lnTo>
                  <a:lnTo>
                    <a:pt x="31005" y="181"/>
                  </a:lnTo>
                  <a:lnTo>
                    <a:pt x="31065" y="241"/>
                  </a:lnTo>
                  <a:lnTo>
                    <a:pt x="31085" y="301"/>
                  </a:lnTo>
                  <a:lnTo>
                    <a:pt x="31085" y="381"/>
                  </a:lnTo>
                  <a:lnTo>
                    <a:pt x="31085" y="461"/>
                  </a:lnTo>
                  <a:lnTo>
                    <a:pt x="31045" y="542"/>
                  </a:lnTo>
                  <a:lnTo>
                    <a:pt x="31005" y="622"/>
                  </a:lnTo>
                  <a:lnTo>
                    <a:pt x="30865" y="762"/>
                  </a:lnTo>
                  <a:lnTo>
                    <a:pt x="30684" y="903"/>
                  </a:lnTo>
                  <a:lnTo>
                    <a:pt x="30484" y="1023"/>
                  </a:lnTo>
                  <a:lnTo>
                    <a:pt x="30363" y="1063"/>
                  </a:lnTo>
                  <a:lnTo>
                    <a:pt x="30263" y="110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7" name="Google Shape;7457;p35"/>
            <p:cNvSpPr/>
            <p:nvPr/>
          </p:nvSpPr>
          <p:spPr>
            <a:xfrm>
              <a:off x="11817575" y="4317888"/>
              <a:ext cx="110325" cy="34625"/>
            </a:xfrm>
            <a:custGeom>
              <a:avLst/>
              <a:gdLst/>
              <a:ahLst/>
              <a:cxnLst/>
              <a:rect l="l" t="t" r="r" b="b"/>
              <a:pathLst>
                <a:path w="4413" h="1385" extrusionOk="0">
                  <a:moveTo>
                    <a:pt x="4212" y="1"/>
                  </a:moveTo>
                  <a:lnTo>
                    <a:pt x="1" y="302"/>
                  </a:lnTo>
                  <a:lnTo>
                    <a:pt x="121" y="482"/>
                  </a:lnTo>
                  <a:lnTo>
                    <a:pt x="201" y="663"/>
                  </a:lnTo>
                  <a:lnTo>
                    <a:pt x="281" y="863"/>
                  </a:lnTo>
                  <a:lnTo>
                    <a:pt x="342" y="1084"/>
                  </a:lnTo>
                  <a:lnTo>
                    <a:pt x="362" y="1224"/>
                  </a:lnTo>
                  <a:lnTo>
                    <a:pt x="362" y="1385"/>
                  </a:lnTo>
                  <a:lnTo>
                    <a:pt x="2367" y="1244"/>
                  </a:lnTo>
                  <a:lnTo>
                    <a:pt x="4413" y="1124"/>
                  </a:lnTo>
                  <a:lnTo>
                    <a:pt x="4413" y="843"/>
                  </a:lnTo>
                  <a:lnTo>
                    <a:pt x="4373" y="542"/>
                  </a:lnTo>
                  <a:lnTo>
                    <a:pt x="4292" y="261"/>
                  </a:lnTo>
                  <a:lnTo>
                    <a:pt x="42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8" name="Google Shape;7458;p35"/>
            <p:cNvSpPr/>
            <p:nvPr/>
          </p:nvSpPr>
          <p:spPr>
            <a:xfrm>
              <a:off x="11817575" y="4317888"/>
              <a:ext cx="110325" cy="34625"/>
            </a:xfrm>
            <a:custGeom>
              <a:avLst/>
              <a:gdLst/>
              <a:ahLst/>
              <a:cxnLst/>
              <a:rect l="l" t="t" r="r" b="b"/>
              <a:pathLst>
                <a:path w="4413" h="1385" fill="none" extrusionOk="0">
                  <a:moveTo>
                    <a:pt x="4413" y="1124"/>
                  </a:moveTo>
                  <a:lnTo>
                    <a:pt x="4413" y="1124"/>
                  </a:lnTo>
                  <a:lnTo>
                    <a:pt x="2367" y="1244"/>
                  </a:lnTo>
                  <a:lnTo>
                    <a:pt x="362" y="1385"/>
                  </a:lnTo>
                  <a:lnTo>
                    <a:pt x="362" y="1385"/>
                  </a:lnTo>
                  <a:lnTo>
                    <a:pt x="362" y="1224"/>
                  </a:lnTo>
                  <a:lnTo>
                    <a:pt x="342" y="1084"/>
                  </a:lnTo>
                  <a:lnTo>
                    <a:pt x="342" y="1084"/>
                  </a:lnTo>
                  <a:lnTo>
                    <a:pt x="281" y="863"/>
                  </a:lnTo>
                  <a:lnTo>
                    <a:pt x="201" y="663"/>
                  </a:lnTo>
                  <a:lnTo>
                    <a:pt x="121" y="482"/>
                  </a:lnTo>
                  <a:lnTo>
                    <a:pt x="1" y="302"/>
                  </a:lnTo>
                  <a:lnTo>
                    <a:pt x="1" y="302"/>
                  </a:lnTo>
                  <a:lnTo>
                    <a:pt x="4212" y="1"/>
                  </a:lnTo>
                  <a:lnTo>
                    <a:pt x="4212" y="1"/>
                  </a:lnTo>
                  <a:lnTo>
                    <a:pt x="4292" y="261"/>
                  </a:lnTo>
                  <a:lnTo>
                    <a:pt x="4373" y="542"/>
                  </a:lnTo>
                  <a:lnTo>
                    <a:pt x="4413" y="843"/>
                  </a:lnTo>
                  <a:lnTo>
                    <a:pt x="4413" y="112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9" name="Google Shape;7459;p35"/>
            <p:cNvSpPr/>
            <p:nvPr/>
          </p:nvSpPr>
          <p:spPr>
            <a:xfrm>
              <a:off x="11469125" y="4324913"/>
              <a:ext cx="596150" cy="81250"/>
            </a:xfrm>
            <a:custGeom>
              <a:avLst/>
              <a:gdLst/>
              <a:ahLst/>
              <a:cxnLst/>
              <a:rect l="l" t="t" r="r" b="b"/>
              <a:pathLst>
                <a:path w="23846" h="3250" extrusionOk="0">
                  <a:moveTo>
                    <a:pt x="2026" y="1"/>
                  </a:moveTo>
                  <a:lnTo>
                    <a:pt x="2018" y="6"/>
                  </a:lnTo>
                  <a:lnTo>
                    <a:pt x="2018" y="6"/>
                  </a:lnTo>
                  <a:lnTo>
                    <a:pt x="2046" y="1"/>
                  </a:lnTo>
                  <a:close/>
                  <a:moveTo>
                    <a:pt x="21259" y="482"/>
                  </a:moveTo>
                  <a:lnTo>
                    <a:pt x="19795" y="502"/>
                  </a:lnTo>
                  <a:lnTo>
                    <a:pt x="18351" y="542"/>
                  </a:lnTo>
                  <a:lnTo>
                    <a:pt x="18351" y="843"/>
                  </a:lnTo>
                  <a:lnTo>
                    <a:pt x="19333" y="803"/>
                  </a:lnTo>
                  <a:lnTo>
                    <a:pt x="19975" y="763"/>
                  </a:lnTo>
                  <a:lnTo>
                    <a:pt x="23846" y="562"/>
                  </a:lnTo>
                  <a:lnTo>
                    <a:pt x="23204" y="522"/>
                  </a:lnTo>
                  <a:lnTo>
                    <a:pt x="22562" y="502"/>
                  </a:lnTo>
                  <a:lnTo>
                    <a:pt x="21259" y="482"/>
                  </a:lnTo>
                  <a:close/>
                  <a:moveTo>
                    <a:pt x="2018" y="6"/>
                  </a:moveTo>
                  <a:lnTo>
                    <a:pt x="1625" y="81"/>
                  </a:lnTo>
                  <a:lnTo>
                    <a:pt x="1405" y="141"/>
                  </a:lnTo>
                  <a:lnTo>
                    <a:pt x="1164" y="221"/>
                  </a:lnTo>
                  <a:lnTo>
                    <a:pt x="923" y="301"/>
                  </a:lnTo>
                  <a:lnTo>
                    <a:pt x="703" y="402"/>
                  </a:lnTo>
                  <a:lnTo>
                    <a:pt x="522" y="522"/>
                  </a:lnTo>
                  <a:lnTo>
                    <a:pt x="362" y="662"/>
                  </a:lnTo>
                  <a:lnTo>
                    <a:pt x="282" y="743"/>
                  </a:lnTo>
                  <a:lnTo>
                    <a:pt x="201" y="863"/>
                  </a:lnTo>
                  <a:lnTo>
                    <a:pt x="141" y="963"/>
                  </a:lnTo>
                  <a:lnTo>
                    <a:pt x="101" y="1063"/>
                  </a:lnTo>
                  <a:lnTo>
                    <a:pt x="21" y="1304"/>
                  </a:lnTo>
                  <a:lnTo>
                    <a:pt x="1" y="1545"/>
                  </a:lnTo>
                  <a:lnTo>
                    <a:pt x="21" y="1745"/>
                  </a:lnTo>
                  <a:lnTo>
                    <a:pt x="61" y="1946"/>
                  </a:lnTo>
                  <a:lnTo>
                    <a:pt x="141" y="2146"/>
                  </a:lnTo>
                  <a:lnTo>
                    <a:pt x="241" y="2347"/>
                  </a:lnTo>
                  <a:lnTo>
                    <a:pt x="362" y="2527"/>
                  </a:lnTo>
                  <a:lnTo>
                    <a:pt x="502" y="2688"/>
                  </a:lnTo>
                  <a:lnTo>
                    <a:pt x="663" y="2828"/>
                  </a:lnTo>
                  <a:lnTo>
                    <a:pt x="843" y="2949"/>
                  </a:lnTo>
                  <a:lnTo>
                    <a:pt x="1144" y="3089"/>
                  </a:lnTo>
                  <a:lnTo>
                    <a:pt x="1445" y="3189"/>
                  </a:lnTo>
                  <a:lnTo>
                    <a:pt x="1746" y="3229"/>
                  </a:lnTo>
                  <a:lnTo>
                    <a:pt x="2066" y="3249"/>
                  </a:lnTo>
                  <a:lnTo>
                    <a:pt x="2327" y="3249"/>
                  </a:lnTo>
                  <a:lnTo>
                    <a:pt x="2608" y="3209"/>
                  </a:lnTo>
                  <a:lnTo>
                    <a:pt x="2869" y="3169"/>
                  </a:lnTo>
                  <a:lnTo>
                    <a:pt x="3149" y="3109"/>
                  </a:lnTo>
                  <a:lnTo>
                    <a:pt x="3711" y="2949"/>
                  </a:lnTo>
                  <a:lnTo>
                    <a:pt x="4272" y="2748"/>
                  </a:lnTo>
                  <a:lnTo>
                    <a:pt x="5335" y="2327"/>
                  </a:lnTo>
                  <a:lnTo>
                    <a:pt x="5837" y="2146"/>
                  </a:lnTo>
                  <a:lnTo>
                    <a:pt x="6318" y="2026"/>
                  </a:lnTo>
                  <a:lnTo>
                    <a:pt x="6940" y="1886"/>
                  </a:lnTo>
                  <a:lnTo>
                    <a:pt x="7702" y="1765"/>
                  </a:lnTo>
                  <a:lnTo>
                    <a:pt x="8584" y="1645"/>
                  </a:lnTo>
                  <a:lnTo>
                    <a:pt x="9567" y="1525"/>
                  </a:lnTo>
                  <a:lnTo>
                    <a:pt x="10650" y="1404"/>
                  </a:lnTo>
                  <a:lnTo>
                    <a:pt x="11813" y="1304"/>
                  </a:lnTo>
                  <a:lnTo>
                    <a:pt x="14300" y="1104"/>
                  </a:lnTo>
                  <a:lnTo>
                    <a:pt x="14300" y="943"/>
                  </a:lnTo>
                  <a:lnTo>
                    <a:pt x="14280" y="803"/>
                  </a:lnTo>
                  <a:lnTo>
                    <a:pt x="14260" y="763"/>
                  </a:lnTo>
                  <a:lnTo>
                    <a:pt x="12876" y="823"/>
                  </a:lnTo>
                  <a:lnTo>
                    <a:pt x="11472" y="863"/>
                  </a:lnTo>
                  <a:lnTo>
                    <a:pt x="10068" y="923"/>
                  </a:lnTo>
                  <a:lnTo>
                    <a:pt x="9366" y="983"/>
                  </a:lnTo>
                  <a:lnTo>
                    <a:pt x="8664" y="1043"/>
                  </a:lnTo>
                  <a:lnTo>
                    <a:pt x="7962" y="1124"/>
                  </a:lnTo>
                  <a:lnTo>
                    <a:pt x="7261" y="1224"/>
                  </a:lnTo>
                  <a:lnTo>
                    <a:pt x="6519" y="1364"/>
                  </a:lnTo>
                  <a:lnTo>
                    <a:pt x="5777" y="1505"/>
                  </a:lnTo>
                  <a:lnTo>
                    <a:pt x="5034" y="1665"/>
                  </a:lnTo>
                  <a:lnTo>
                    <a:pt x="4292" y="1805"/>
                  </a:lnTo>
                  <a:lnTo>
                    <a:pt x="3591" y="1926"/>
                  </a:lnTo>
                  <a:lnTo>
                    <a:pt x="3210" y="1986"/>
                  </a:lnTo>
                  <a:lnTo>
                    <a:pt x="2849" y="2006"/>
                  </a:lnTo>
                  <a:lnTo>
                    <a:pt x="2668" y="1986"/>
                  </a:lnTo>
                  <a:lnTo>
                    <a:pt x="2508" y="1966"/>
                  </a:lnTo>
                  <a:lnTo>
                    <a:pt x="2267" y="1926"/>
                  </a:lnTo>
                  <a:lnTo>
                    <a:pt x="2066" y="1846"/>
                  </a:lnTo>
                  <a:lnTo>
                    <a:pt x="1886" y="1765"/>
                  </a:lnTo>
                  <a:lnTo>
                    <a:pt x="1726" y="1665"/>
                  </a:lnTo>
                  <a:lnTo>
                    <a:pt x="1605" y="1545"/>
                  </a:lnTo>
                  <a:lnTo>
                    <a:pt x="1505" y="1404"/>
                  </a:lnTo>
                  <a:lnTo>
                    <a:pt x="1445" y="1284"/>
                  </a:lnTo>
                  <a:lnTo>
                    <a:pt x="1385" y="1124"/>
                  </a:lnTo>
                  <a:lnTo>
                    <a:pt x="1365" y="983"/>
                  </a:lnTo>
                  <a:lnTo>
                    <a:pt x="1385" y="823"/>
                  </a:lnTo>
                  <a:lnTo>
                    <a:pt x="1425" y="682"/>
                  </a:lnTo>
                  <a:lnTo>
                    <a:pt x="1485" y="542"/>
                  </a:lnTo>
                  <a:lnTo>
                    <a:pt x="1585" y="382"/>
                  </a:lnTo>
                  <a:lnTo>
                    <a:pt x="1705" y="261"/>
                  </a:lnTo>
                  <a:lnTo>
                    <a:pt x="1846" y="121"/>
                  </a:lnTo>
                  <a:lnTo>
                    <a:pt x="2018" y="6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0" name="Google Shape;7460;p35"/>
            <p:cNvSpPr/>
            <p:nvPr/>
          </p:nvSpPr>
          <p:spPr>
            <a:xfrm>
              <a:off x="11825600" y="4338463"/>
              <a:ext cx="102300" cy="14050"/>
            </a:xfrm>
            <a:custGeom>
              <a:avLst/>
              <a:gdLst/>
              <a:ahLst/>
              <a:cxnLst/>
              <a:rect l="l" t="t" r="r" b="b"/>
              <a:pathLst>
                <a:path w="4092" h="562" extrusionOk="0">
                  <a:moveTo>
                    <a:pt x="4092" y="0"/>
                  </a:moveTo>
                  <a:lnTo>
                    <a:pt x="2046" y="100"/>
                  </a:lnTo>
                  <a:lnTo>
                    <a:pt x="1" y="221"/>
                  </a:lnTo>
                  <a:lnTo>
                    <a:pt x="21" y="261"/>
                  </a:lnTo>
                  <a:lnTo>
                    <a:pt x="41" y="401"/>
                  </a:lnTo>
                  <a:lnTo>
                    <a:pt x="41" y="562"/>
                  </a:lnTo>
                  <a:lnTo>
                    <a:pt x="3209" y="361"/>
                  </a:lnTo>
                  <a:lnTo>
                    <a:pt x="4092" y="301"/>
                  </a:lnTo>
                  <a:lnTo>
                    <a:pt x="4092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61" name="Google Shape;7461;p35"/>
          <p:cNvGrpSpPr/>
          <p:nvPr/>
        </p:nvGrpSpPr>
        <p:grpSpPr>
          <a:xfrm>
            <a:off x="7563331" y="3964350"/>
            <a:ext cx="1445336" cy="1115411"/>
            <a:chOff x="12761825" y="3127225"/>
            <a:chExt cx="2554500" cy="1971388"/>
          </a:xfrm>
        </p:grpSpPr>
        <p:sp>
          <p:nvSpPr>
            <p:cNvPr id="7462" name="Google Shape;7462;p35"/>
            <p:cNvSpPr/>
            <p:nvPr/>
          </p:nvSpPr>
          <p:spPr>
            <a:xfrm>
              <a:off x="12761825" y="4921613"/>
              <a:ext cx="2554500" cy="177000"/>
            </a:xfrm>
            <a:prstGeom prst="ellipse">
              <a:avLst/>
            </a:pr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3" name="Google Shape;7463;p35"/>
            <p:cNvSpPr/>
            <p:nvPr/>
          </p:nvSpPr>
          <p:spPr>
            <a:xfrm>
              <a:off x="13559425" y="3153675"/>
              <a:ext cx="384100" cy="241500"/>
            </a:xfrm>
            <a:custGeom>
              <a:avLst/>
              <a:gdLst/>
              <a:ahLst/>
              <a:cxnLst/>
              <a:rect l="l" t="t" r="r" b="b"/>
              <a:pathLst>
                <a:path w="15364" h="9660" extrusionOk="0">
                  <a:moveTo>
                    <a:pt x="3544" y="1"/>
                  </a:moveTo>
                  <a:lnTo>
                    <a:pt x="2701" y="23"/>
                  </a:lnTo>
                  <a:lnTo>
                    <a:pt x="1837" y="87"/>
                  </a:lnTo>
                  <a:lnTo>
                    <a:pt x="929" y="174"/>
                  </a:lnTo>
                  <a:lnTo>
                    <a:pt x="0" y="325"/>
                  </a:lnTo>
                  <a:lnTo>
                    <a:pt x="454" y="2940"/>
                  </a:lnTo>
                  <a:lnTo>
                    <a:pt x="1275" y="2832"/>
                  </a:lnTo>
                  <a:lnTo>
                    <a:pt x="2075" y="2745"/>
                  </a:lnTo>
                  <a:lnTo>
                    <a:pt x="2831" y="2680"/>
                  </a:lnTo>
                  <a:lnTo>
                    <a:pt x="3544" y="2659"/>
                  </a:lnTo>
                  <a:lnTo>
                    <a:pt x="4322" y="2680"/>
                  </a:lnTo>
                  <a:lnTo>
                    <a:pt x="5056" y="2745"/>
                  </a:lnTo>
                  <a:lnTo>
                    <a:pt x="5726" y="2853"/>
                  </a:lnTo>
                  <a:lnTo>
                    <a:pt x="6374" y="2983"/>
                  </a:lnTo>
                  <a:lnTo>
                    <a:pt x="6893" y="3112"/>
                  </a:lnTo>
                  <a:lnTo>
                    <a:pt x="7390" y="3285"/>
                  </a:lnTo>
                  <a:lnTo>
                    <a:pt x="7844" y="3458"/>
                  </a:lnTo>
                  <a:lnTo>
                    <a:pt x="8276" y="3653"/>
                  </a:lnTo>
                  <a:lnTo>
                    <a:pt x="8622" y="3847"/>
                  </a:lnTo>
                  <a:lnTo>
                    <a:pt x="8967" y="4042"/>
                  </a:lnTo>
                  <a:lnTo>
                    <a:pt x="9270" y="4258"/>
                  </a:lnTo>
                  <a:lnTo>
                    <a:pt x="9572" y="4474"/>
                  </a:lnTo>
                  <a:lnTo>
                    <a:pt x="9853" y="4690"/>
                  </a:lnTo>
                  <a:lnTo>
                    <a:pt x="10113" y="4928"/>
                  </a:lnTo>
                  <a:lnTo>
                    <a:pt x="10372" y="5165"/>
                  </a:lnTo>
                  <a:lnTo>
                    <a:pt x="10588" y="5403"/>
                  </a:lnTo>
                  <a:lnTo>
                    <a:pt x="10912" y="5770"/>
                  </a:lnTo>
                  <a:lnTo>
                    <a:pt x="11193" y="6138"/>
                  </a:lnTo>
                  <a:lnTo>
                    <a:pt x="11452" y="6526"/>
                  </a:lnTo>
                  <a:lnTo>
                    <a:pt x="11690" y="6894"/>
                  </a:lnTo>
                  <a:lnTo>
                    <a:pt x="11971" y="7456"/>
                  </a:lnTo>
                  <a:lnTo>
                    <a:pt x="12208" y="7974"/>
                  </a:lnTo>
                  <a:lnTo>
                    <a:pt x="12381" y="8450"/>
                  </a:lnTo>
                  <a:lnTo>
                    <a:pt x="12533" y="8882"/>
                  </a:lnTo>
                  <a:lnTo>
                    <a:pt x="12619" y="9206"/>
                  </a:lnTo>
                  <a:lnTo>
                    <a:pt x="12684" y="9465"/>
                  </a:lnTo>
                  <a:lnTo>
                    <a:pt x="12705" y="9616"/>
                  </a:lnTo>
                  <a:lnTo>
                    <a:pt x="12705" y="9638"/>
                  </a:lnTo>
                  <a:lnTo>
                    <a:pt x="15363" y="9292"/>
                  </a:lnTo>
                  <a:lnTo>
                    <a:pt x="15277" y="8838"/>
                  </a:lnTo>
                  <a:lnTo>
                    <a:pt x="15147" y="8363"/>
                  </a:lnTo>
                  <a:lnTo>
                    <a:pt x="14974" y="7780"/>
                  </a:lnTo>
                  <a:lnTo>
                    <a:pt x="14801" y="7261"/>
                  </a:lnTo>
                  <a:lnTo>
                    <a:pt x="14564" y="6699"/>
                  </a:lnTo>
                  <a:lnTo>
                    <a:pt x="14283" y="6116"/>
                  </a:lnTo>
                  <a:lnTo>
                    <a:pt x="13937" y="5489"/>
                  </a:lnTo>
                  <a:lnTo>
                    <a:pt x="13656" y="4992"/>
                  </a:lnTo>
                  <a:lnTo>
                    <a:pt x="13310" y="4517"/>
                  </a:lnTo>
                  <a:lnTo>
                    <a:pt x="12943" y="4020"/>
                  </a:lnTo>
                  <a:lnTo>
                    <a:pt x="12511" y="3545"/>
                  </a:lnTo>
                  <a:lnTo>
                    <a:pt x="12165" y="3199"/>
                  </a:lnTo>
                  <a:lnTo>
                    <a:pt x="11798" y="2853"/>
                  </a:lnTo>
                  <a:lnTo>
                    <a:pt x="11387" y="2507"/>
                  </a:lnTo>
                  <a:lnTo>
                    <a:pt x="10977" y="2183"/>
                  </a:lnTo>
                  <a:lnTo>
                    <a:pt x="10523" y="1859"/>
                  </a:lnTo>
                  <a:lnTo>
                    <a:pt x="10026" y="1578"/>
                  </a:lnTo>
                  <a:lnTo>
                    <a:pt x="9508" y="1297"/>
                  </a:lnTo>
                  <a:lnTo>
                    <a:pt x="8967" y="1038"/>
                  </a:lnTo>
                  <a:lnTo>
                    <a:pt x="8406" y="822"/>
                  </a:lnTo>
                  <a:lnTo>
                    <a:pt x="7801" y="606"/>
                  </a:lnTo>
                  <a:lnTo>
                    <a:pt x="7152" y="433"/>
                  </a:lnTo>
                  <a:lnTo>
                    <a:pt x="6504" y="282"/>
                  </a:lnTo>
                  <a:lnTo>
                    <a:pt x="5813" y="152"/>
                  </a:lnTo>
                  <a:lnTo>
                    <a:pt x="5078" y="66"/>
                  </a:lnTo>
                  <a:lnTo>
                    <a:pt x="4322" y="23"/>
                  </a:lnTo>
                  <a:lnTo>
                    <a:pt x="3544" y="1"/>
                  </a:lnTo>
                  <a:close/>
                  <a:moveTo>
                    <a:pt x="13894" y="9487"/>
                  </a:moveTo>
                  <a:lnTo>
                    <a:pt x="12705" y="9638"/>
                  </a:lnTo>
                  <a:lnTo>
                    <a:pt x="12705" y="9660"/>
                  </a:lnTo>
                  <a:lnTo>
                    <a:pt x="13894" y="9487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4" name="Google Shape;7464;p35"/>
            <p:cNvSpPr/>
            <p:nvPr/>
          </p:nvSpPr>
          <p:spPr>
            <a:xfrm>
              <a:off x="12808025" y="4457700"/>
              <a:ext cx="221500" cy="227450"/>
            </a:xfrm>
            <a:custGeom>
              <a:avLst/>
              <a:gdLst/>
              <a:ahLst/>
              <a:cxnLst/>
              <a:rect l="l" t="t" r="r" b="b"/>
              <a:pathLst>
                <a:path w="8860" h="9098" extrusionOk="0">
                  <a:moveTo>
                    <a:pt x="4775" y="1"/>
                  </a:moveTo>
                  <a:lnTo>
                    <a:pt x="4343" y="130"/>
                  </a:lnTo>
                  <a:lnTo>
                    <a:pt x="3868" y="260"/>
                  </a:lnTo>
                  <a:lnTo>
                    <a:pt x="3306" y="476"/>
                  </a:lnTo>
                  <a:lnTo>
                    <a:pt x="2658" y="735"/>
                  </a:lnTo>
                  <a:lnTo>
                    <a:pt x="2334" y="908"/>
                  </a:lnTo>
                  <a:lnTo>
                    <a:pt x="1988" y="1081"/>
                  </a:lnTo>
                  <a:lnTo>
                    <a:pt x="1664" y="1254"/>
                  </a:lnTo>
                  <a:lnTo>
                    <a:pt x="1361" y="1470"/>
                  </a:lnTo>
                  <a:lnTo>
                    <a:pt x="1059" y="1686"/>
                  </a:lnTo>
                  <a:lnTo>
                    <a:pt x="800" y="1924"/>
                  </a:lnTo>
                  <a:lnTo>
                    <a:pt x="562" y="2161"/>
                  </a:lnTo>
                  <a:lnTo>
                    <a:pt x="346" y="2421"/>
                  </a:lnTo>
                  <a:lnTo>
                    <a:pt x="195" y="2702"/>
                  </a:lnTo>
                  <a:lnTo>
                    <a:pt x="130" y="2853"/>
                  </a:lnTo>
                  <a:lnTo>
                    <a:pt x="65" y="3004"/>
                  </a:lnTo>
                  <a:lnTo>
                    <a:pt x="22" y="3155"/>
                  </a:lnTo>
                  <a:lnTo>
                    <a:pt x="0" y="3328"/>
                  </a:lnTo>
                  <a:lnTo>
                    <a:pt x="0" y="3479"/>
                  </a:lnTo>
                  <a:lnTo>
                    <a:pt x="0" y="3652"/>
                  </a:lnTo>
                  <a:lnTo>
                    <a:pt x="22" y="3825"/>
                  </a:lnTo>
                  <a:lnTo>
                    <a:pt x="43" y="3998"/>
                  </a:lnTo>
                  <a:lnTo>
                    <a:pt x="108" y="4171"/>
                  </a:lnTo>
                  <a:lnTo>
                    <a:pt x="173" y="4365"/>
                  </a:lnTo>
                  <a:lnTo>
                    <a:pt x="259" y="4538"/>
                  </a:lnTo>
                  <a:lnTo>
                    <a:pt x="368" y="4733"/>
                  </a:lnTo>
                  <a:lnTo>
                    <a:pt x="497" y="4927"/>
                  </a:lnTo>
                  <a:lnTo>
                    <a:pt x="648" y="5122"/>
                  </a:lnTo>
                  <a:lnTo>
                    <a:pt x="821" y="5338"/>
                  </a:lnTo>
                  <a:lnTo>
                    <a:pt x="1016" y="5532"/>
                  </a:lnTo>
                  <a:lnTo>
                    <a:pt x="1232" y="5748"/>
                  </a:lnTo>
                  <a:lnTo>
                    <a:pt x="1470" y="5964"/>
                  </a:lnTo>
                  <a:lnTo>
                    <a:pt x="2010" y="6396"/>
                  </a:lnTo>
                  <a:lnTo>
                    <a:pt x="2658" y="6872"/>
                  </a:lnTo>
                  <a:lnTo>
                    <a:pt x="3436" y="7347"/>
                  </a:lnTo>
                  <a:lnTo>
                    <a:pt x="4300" y="7823"/>
                  </a:lnTo>
                  <a:lnTo>
                    <a:pt x="5186" y="8276"/>
                  </a:lnTo>
                  <a:lnTo>
                    <a:pt x="5942" y="8622"/>
                  </a:lnTo>
                  <a:lnTo>
                    <a:pt x="6288" y="8752"/>
                  </a:lnTo>
                  <a:lnTo>
                    <a:pt x="6612" y="8860"/>
                  </a:lnTo>
                  <a:lnTo>
                    <a:pt x="6915" y="8968"/>
                  </a:lnTo>
                  <a:lnTo>
                    <a:pt x="7174" y="9033"/>
                  </a:lnTo>
                  <a:lnTo>
                    <a:pt x="7433" y="9076"/>
                  </a:lnTo>
                  <a:lnTo>
                    <a:pt x="7649" y="9097"/>
                  </a:lnTo>
                  <a:lnTo>
                    <a:pt x="8038" y="9097"/>
                  </a:lnTo>
                  <a:lnTo>
                    <a:pt x="8211" y="9054"/>
                  </a:lnTo>
                  <a:lnTo>
                    <a:pt x="8341" y="9011"/>
                  </a:lnTo>
                  <a:lnTo>
                    <a:pt x="8470" y="8946"/>
                  </a:lnTo>
                  <a:lnTo>
                    <a:pt x="8578" y="8860"/>
                  </a:lnTo>
                  <a:lnTo>
                    <a:pt x="8665" y="8752"/>
                  </a:lnTo>
                  <a:lnTo>
                    <a:pt x="8730" y="8644"/>
                  </a:lnTo>
                  <a:lnTo>
                    <a:pt x="8794" y="8514"/>
                  </a:lnTo>
                  <a:lnTo>
                    <a:pt x="8816" y="8384"/>
                  </a:lnTo>
                  <a:lnTo>
                    <a:pt x="8838" y="8233"/>
                  </a:lnTo>
                  <a:lnTo>
                    <a:pt x="8859" y="8060"/>
                  </a:lnTo>
                  <a:lnTo>
                    <a:pt x="8838" y="7693"/>
                  </a:lnTo>
                  <a:lnTo>
                    <a:pt x="8751" y="7304"/>
                  </a:lnTo>
                  <a:lnTo>
                    <a:pt x="8622" y="6872"/>
                  </a:lnTo>
                  <a:lnTo>
                    <a:pt x="8470" y="6396"/>
                  </a:lnTo>
                  <a:lnTo>
                    <a:pt x="8276" y="5921"/>
                  </a:lnTo>
                  <a:lnTo>
                    <a:pt x="8038" y="5424"/>
                  </a:lnTo>
                  <a:lnTo>
                    <a:pt x="7801" y="4906"/>
                  </a:lnTo>
                  <a:lnTo>
                    <a:pt x="7520" y="4409"/>
                  </a:lnTo>
                  <a:lnTo>
                    <a:pt x="7239" y="3890"/>
                  </a:lnTo>
                  <a:lnTo>
                    <a:pt x="6677" y="2896"/>
                  </a:lnTo>
                  <a:lnTo>
                    <a:pt x="6094" y="1967"/>
                  </a:lnTo>
                  <a:lnTo>
                    <a:pt x="5575" y="1189"/>
                  </a:lnTo>
                  <a:lnTo>
                    <a:pt x="5164" y="562"/>
                  </a:lnTo>
                  <a:lnTo>
                    <a:pt x="477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5" name="Google Shape;7465;p35"/>
            <p:cNvSpPr/>
            <p:nvPr/>
          </p:nvSpPr>
          <p:spPr>
            <a:xfrm>
              <a:off x="12876625" y="3375700"/>
              <a:ext cx="2329850" cy="1362375"/>
            </a:xfrm>
            <a:custGeom>
              <a:avLst/>
              <a:gdLst/>
              <a:ahLst/>
              <a:cxnLst/>
              <a:rect l="l" t="t" r="r" b="b"/>
              <a:pathLst>
                <a:path w="93194" h="54495" extrusionOk="0">
                  <a:moveTo>
                    <a:pt x="40385" y="1"/>
                  </a:moveTo>
                  <a:lnTo>
                    <a:pt x="38915" y="22"/>
                  </a:lnTo>
                  <a:lnTo>
                    <a:pt x="37489" y="109"/>
                  </a:lnTo>
                  <a:lnTo>
                    <a:pt x="36128" y="217"/>
                  </a:lnTo>
                  <a:lnTo>
                    <a:pt x="34832" y="368"/>
                  </a:lnTo>
                  <a:lnTo>
                    <a:pt x="33578" y="584"/>
                  </a:lnTo>
                  <a:lnTo>
                    <a:pt x="32368" y="822"/>
                  </a:lnTo>
                  <a:lnTo>
                    <a:pt x="31202" y="1103"/>
                  </a:lnTo>
                  <a:lnTo>
                    <a:pt x="30100" y="1427"/>
                  </a:lnTo>
                  <a:lnTo>
                    <a:pt x="29041" y="1773"/>
                  </a:lnTo>
                  <a:lnTo>
                    <a:pt x="28047" y="2161"/>
                  </a:lnTo>
                  <a:lnTo>
                    <a:pt x="27075" y="2594"/>
                  </a:lnTo>
                  <a:lnTo>
                    <a:pt x="26167" y="3047"/>
                  </a:lnTo>
                  <a:lnTo>
                    <a:pt x="25281" y="3523"/>
                  </a:lnTo>
                  <a:lnTo>
                    <a:pt x="24460" y="4041"/>
                  </a:lnTo>
                  <a:lnTo>
                    <a:pt x="23682" y="4581"/>
                  </a:lnTo>
                  <a:lnTo>
                    <a:pt x="22926" y="5143"/>
                  </a:lnTo>
                  <a:lnTo>
                    <a:pt x="22213" y="5748"/>
                  </a:lnTo>
                  <a:lnTo>
                    <a:pt x="21565" y="6353"/>
                  </a:lnTo>
                  <a:lnTo>
                    <a:pt x="20916" y="6980"/>
                  </a:lnTo>
                  <a:lnTo>
                    <a:pt x="20333" y="7650"/>
                  </a:lnTo>
                  <a:lnTo>
                    <a:pt x="19771" y="8320"/>
                  </a:lnTo>
                  <a:lnTo>
                    <a:pt x="19253" y="9011"/>
                  </a:lnTo>
                  <a:lnTo>
                    <a:pt x="18777" y="9702"/>
                  </a:lnTo>
                  <a:lnTo>
                    <a:pt x="18324" y="10416"/>
                  </a:lnTo>
                  <a:lnTo>
                    <a:pt x="17891" y="11150"/>
                  </a:lnTo>
                  <a:lnTo>
                    <a:pt x="17502" y="11885"/>
                  </a:lnTo>
                  <a:lnTo>
                    <a:pt x="17135" y="12641"/>
                  </a:lnTo>
                  <a:lnTo>
                    <a:pt x="16811" y="13397"/>
                  </a:lnTo>
                  <a:lnTo>
                    <a:pt x="16508" y="14154"/>
                  </a:lnTo>
                  <a:lnTo>
                    <a:pt x="16228" y="14932"/>
                  </a:lnTo>
                  <a:lnTo>
                    <a:pt x="15968" y="15709"/>
                  </a:lnTo>
                  <a:lnTo>
                    <a:pt x="15731" y="16466"/>
                  </a:lnTo>
                  <a:lnTo>
                    <a:pt x="15536" y="17244"/>
                  </a:lnTo>
                  <a:lnTo>
                    <a:pt x="15342" y="18021"/>
                  </a:lnTo>
                  <a:lnTo>
                    <a:pt x="15190" y="18778"/>
                  </a:lnTo>
                  <a:lnTo>
                    <a:pt x="15039" y="19534"/>
                  </a:lnTo>
                  <a:lnTo>
                    <a:pt x="14931" y="20290"/>
                  </a:lnTo>
                  <a:lnTo>
                    <a:pt x="14823" y="21046"/>
                  </a:lnTo>
                  <a:lnTo>
                    <a:pt x="14737" y="21781"/>
                  </a:lnTo>
                  <a:lnTo>
                    <a:pt x="14650" y="22516"/>
                  </a:lnTo>
                  <a:lnTo>
                    <a:pt x="14607" y="23229"/>
                  </a:lnTo>
                  <a:lnTo>
                    <a:pt x="14564" y="23942"/>
                  </a:lnTo>
                  <a:lnTo>
                    <a:pt x="14521" y="25303"/>
                  </a:lnTo>
                  <a:lnTo>
                    <a:pt x="14521" y="26600"/>
                  </a:lnTo>
                  <a:lnTo>
                    <a:pt x="14542" y="27788"/>
                  </a:lnTo>
                  <a:lnTo>
                    <a:pt x="14607" y="28912"/>
                  </a:lnTo>
                  <a:lnTo>
                    <a:pt x="14693" y="29906"/>
                  </a:lnTo>
                  <a:lnTo>
                    <a:pt x="14780" y="30770"/>
                  </a:lnTo>
                  <a:lnTo>
                    <a:pt x="14866" y="31526"/>
                  </a:lnTo>
                  <a:lnTo>
                    <a:pt x="15039" y="32563"/>
                  </a:lnTo>
                  <a:lnTo>
                    <a:pt x="15104" y="32931"/>
                  </a:lnTo>
                  <a:lnTo>
                    <a:pt x="14910" y="32952"/>
                  </a:lnTo>
                  <a:lnTo>
                    <a:pt x="14391" y="33017"/>
                  </a:lnTo>
                  <a:lnTo>
                    <a:pt x="13570" y="33147"/>
                  </a:lnTo>
                  <a:lnTo>
                    <a:pt x="13073" y="33255"/>
                  </a:lnTo>
                  <a:lnTo>
                    <a:pt x="12511" y="33384"/>
                  </a:lnTo>
                  <a:lnTo>
                    <a:pt x="11906" y="33536"/>
                  </a:lnTo>
                  <a:lnTo>
                    <a:pt x="11279" y="33752"/>
                  </a:lnTo>
                  <a:lnTo>
                    <a:pt x="10588" y="33989"/>
                  </a:lnTo>
                  <a:lnTo>
                    <a:pt x="9897" y="34270"/>
                  </a:lnTo>
                  <a:lnTo>
                    <a:pt x="9184" y="34594"/>
                  </a:lnTo>
                  <a:lnTo>
                    <a:pt x="8449" y="34983"/>
                  </a:lnTo>
                  <a:lnTo>
                    <a:pt x="7693" y="35415"/>
                  </a:lnTo>
                  <a:lnTo>
                    <a:pt x="6958" y="35912"/>
                  </a:lnTo>
                  <a:lnTo>
                    <a:pt x="6591" y="36172"/>
                  </a:lnTo>
                  <a:lnTo>
                    <a:pt x="6202" y="36474"/>
                  </a:lnTo>
                  <a:lnTo>
                    <a:pt x="5856" y="36755"/>
                  </a:lnTo>
                  <a:lnTo>
                    <a:pt x="5489" y="37079"/>
                  </a:lnTo>
                  <a:lnTo>
                    <a:pt x="5121" y="37425"/>
                  </a:lnTo>
                  <a:lnTo>
                    <a:pt x="4776" y="37771"/>
                  </a:lnTo>
                  <a:lnTo>
                    <a:pt x="4430" y="38138"/>
                  </a:lnTo>
                  <a:lnTo>
                    <a:pt x="4084" y="38527"/>
                  </a:lnTo>
                  <a:lnTo>
                    <a:pt x="3760" y="38937"/>
                  </a:lnTo>
                  <a:lnTo>
                    <a:pt x="3436" y="39348"/>
                  </a:lnTo>
                  <a:lnTo>
                    <a:pt x="3112" y="39802"/>
                  </a:lnTo>
                  <a:lnTo>
                    <a:pt x="2809" y="40277"/>
                  </a:lnTo>
                  <a:lnTo>
                    <a:pt x="2528" y="40753"/>
                  </a:lnTo>
                  <a:lnTo>
                    <a:pt x="2248" y="41271"/>
                  </a:lnTo>
                  <a:lnTo>
                    <a:pt x="1967" y="41790"/>
                  </a:lnTo>
                  <a:lnTo>
                    <a:pt x="1729" y="42351"/>
                  </a:lnTo>
                  <a:lnTo>
                    <a:pt x="1491" y="42913"/>
                  </a:lnTo>
                  <a:lnTo>
                    <a:pt x="1254" y="43518"/>
                  </a:lnTo>
                  <a:lnTo>
                    <a:pt x="1038" y="44123"/>
                  </a:lnTo>
                  <a:lnTo>
                    <a:pt x="865" y="44772"/>
                  </a:lnTo>
                  <a:lnTo>
                    <a:pt x="670" y="45441"/>
                  </a:lnTo>
                  <a:lnTo>
                    <a:pt x="519" y="46133"/>
                  </a:lnTo>
                  <a:lnTo>
                    <a:pt x="389" y="46846"/>
                  </a:lnTo>
                  <a:lnTo>
                    <a:pt x="260" y="47581"/>
                  </a:lnTo>
                  <a:lnTo>
                    <a:pt x="173" y="48358"/>
                  </a:lnTo>
                  <a:lnTo>
                    <a:pt x="87" y="49158"/>
                  </a:lnTo>
                  <a:lnTo>
                    <a:pt x="44" y="49979"/>
                  </a:lnTo>
                  <a:lnTo>
                    <a:pt x="0" y="50822"/>
                  </a:lnTo>
                  <a:lnTo>
                    <a:pt x="0" y="51686"/>
                  </a:lnTo>
                  <a:lnTo>
                    <a:pt x="22" y="52593"/>
                  </a:lnTo>
                  <a:lnTo>
                    <a:pt x="65" y="53523"/>
                  </a:lnTo>
                  <a:lnTo>
                    <a:pt x="130" y="54495"/>
                  </a:lnTo>
                  <a:lnTo>
                    <a:pt x="93193" y="54495"/>
                  </a:lnTo>
                  <a:lnTo>
                    <a:pt x="93193" y="54214"/>
                  </a:lnTo>
                  <a:lnTo>
                    <a:pt x="93193" y="53415"/>
                  </a:lnTo>
                  <a:lnTo>
                    <a:pt x="93172" y="52831"/>
                  </a:lnTo>
                  <a:lnTo>
                    <a:pt x="93150" y="52161"/>
                  </a:lnTo>
                  <a:lnTo>
                    <a:pt x="93085" y="51405"/>
                  </a:lnTo>
                  <a:lnTo>
                    <a:pt x="92999" y="50562"/>
                  </a:lnTo>
                  <a:lnTo>
                    <a:pt x="92869" y="49655"/>
                  </a:lnTo>
                  <a:lnTo>
                    <a:pt x="92696" y="48704"/>
                  </a:lnTo>
                  <a:lnTo>
                    <a:pt x="92480" y="47667"/>
                  </a:lnTo>
                  <a:lnTo>
                    <a:pt x="92221" y="46608"/>
                  </a:lnTo>
                  <a:lnTo>
                    <a:pt x="91897" y="45528"/>
                  </a:lnTo>
                  <a:lnTo>
                    <a:pt x="91724" y="44966"/>
                  </a:lnTo>
                  <a:lnTo>
                    <a:pt x="91530" y="44426"/>
                  </a:lnTo>
                  <a:lnTo>
                    <a:pt x="91314" y="43864"/>
                  </a:lnTo>
                  <a:lnTo>
                    <a:pt x="91076" y="43302"/>
                  </a:lnTo>
                  <a:lnTo>
                    <a:pt x="90817" y="42740"/>
                  </a:lnTo>
                  <a:lnTo>
                    <a:pt x="90557" y="42179"/>
                  </a:lnTo>
                  <a:lnTo>
                    <a:pt x="90255" y="41617"/>
                  </a:lnTo>
                  <a:lnTo>
                    <a:pt x="89952" y="41055"/>
                  </a:lnTo>
                  <a:lnTo>
                    <a:pt x="89628" y="40515"/>
                  </a:lnTo>
                  <a:lnTo>
                    <a:pt x="89261" y="39975"/>
                  </a:lnTo>
                  <a:lnTo>
                    <a:pt x="88894" y="39434"/>
                  </a:lnTo>
                  <a:lnTo>
                    <a:pt x="88483" y="38916"/>
                  </a:lnTo>
                  <a:lnTo>
                    <a:pt x="88072" y="38397"/>
                  </a:lnTo>
                  <a:lnTo>
                    <a:pt x="87619" y="37879"/>
                  </a:lnTo>
                  <a:lnTo>
                    <a:pt x="87143" y="37382"/>
                  </a:lnTo>
                  <a:lnTo>
                    <a:pt x="86646" y="36906"/>
                  </a:lnTo>
                  <a:lnTo>
                    <a:pt x="86128" y="36431"/>
                  </a:lnTo>
                  <a:lnTo>
                    <a:pt x="85588" y="35977"/>
                  </a:lnTo>
                  <a:lnTo>
                    <a:pt x="85004" y="35545"/>
                  </a:lnTo>
                  <a:lnTo>
                    <a:pt x="84399" y="35135"/>
                  </a:lnTo>
                  <a:lnTo>
                    <a:pt x="83751" y="34724"/>
                  </a:lnTo>
                  <a:lnTo>
                    <a:pt x="83081" y="34357"/>
                  </a:lnTo>
                  <a:lnTo>
                    <a:pt x="82390" y="34011"/>
                  </a:lnTo>
                  <a:lnTo>
                    <a:pt x="81677" y="33665"/>
                  </a:lnTo>
                  <a:lnTo>
                    <a:pt x="80899" y="33363"/>
                  </a:lnTo>
                  <a:lnTo>
                    <a:pt x="80121" y="33082"/>
                  </a:lnTo>
                  <a:lnTo>
                    <a:pt x="79300" y="32823"/>
                  </a:lnTo>
                  <a:lnTo>
                    <a:pt x="78436" y="32606"/>
                  </a:lnTo>
                  <a:lnTo>
                    <a:pt x="77528" y="32412"/>
                  </a:lnTo>
                  <a:lnTo>
                    <a:pt x="76599" y="32239"/>
                  </a:lnTo>
                  <a:lnTo>
                    <a:pt x="75648" y="32110"/>
                  </a:lnTo>
                  <a:lnTo>
                    <a:pt x="74654" y="32001"/>
                  </a:lnTo>
                  <a:lnTo>
                    <a:pt x="73595" y="31937"/>
                  </a:lnTo>
                  <a:lnTo>
                    <a:pt x="72537" y="31915"/>
                  </a:lnTo>
                  <a:lnTo>
                    <a:pt x="71413" y="31915"/>
                  </a:lnTo>
                  <a:lnTo>
                    <a:pt x="70268" y="31958"/>
                  </a:lnTo>
                  <a:lnTo>
                    <a:pt x="69058" y="32045"/>
                  </a:lnTo>
                  <a:lnTo>
                    <a:pt x="67826" y="32153"/>
                  </a:lnTo>
                  <a:lnTo>
                    <a:pt x="67826" y="32153"/>
                  </a:lnTo>
                  <a:lnTo>
                    <a:pt x="67869" y="31807"/>
                  </a:lnTo>
                  <a:lnTo>
                    <a:pt x="67978" y="30770"/>
                  </a:lnTo>
                  <a:lnTo>
                    <a:pt x="68021" y="30057"/>
                  </a:lnTo>
                  <a:lnTo>
                    <a:pt x="68042" y="29192"/>
                  </a:lnTo>
                  <a:lnTo>
                    <a:pt x="68064" y="28220"/>
                  </a:lnTo>
                  <a:lnTo>
                    <a:pt x="68042" y="27140"/>
                  </a:lnTo>
                  <a:lnTo>
                    <a:pt x="67999" y="25951"/>
                  </a:lnTo>
                  <a:lnTo>
                    <a:pt x="67913" y="24698"/>
                  </a:lnTo>
                  <a:lnTo>
                    <a:pt x="67783" y="23380"/>
                  </a:lnTo>
                  <a:lnTo>
                    <a:pt x="67697" y="22689"/>
                  </a:lnTo>
                  <a:lnTo>
                    <a:pt x="67589" y="21997"/>
                  </a:lnTo>
                  <a:lnTo>
                    <a:pt x="67481" y="21284"/>
                  </a:lnTo>
                  <a:lnTo>
                    <a:pt x="67329" y="20549"/>
                  </a:lnTo>
                  <a:lnTo>
                    <a:pt x="67178" y="19815"/>
                  </a:lnTo>
                  <a:lnTo>
                    <a:pt x="67005" y="19080"/>
                  </a:lnTo>
                  <a:lnTo>
                    <a:pt x="66832" y="18345"/>
                  </a:lnTo>
                  <a:lnTo>
                    <a:pt x="66616" y="17589"/>
                  </a:lnTo>
                  <a:lnTo>
                    <a:pt x="66379" y="16833"/>
                  </a:lnTo>
                  <a:lnTo>
                    <a:pt x="66119" y="16077"/>
                  </a:lnTo>
                  <a:lnTo>
                    <a:pt x="65838" y="15320"/>
                  </a:lnTo>
                  <a:lnTo>
                    <a:pt x="65536" y="14586"/>
                  </a:lnTo>
                  <a:lnTo>
                    <a:pt x="65212" y="13830"/>
                  </a:lnTo>
                  <a:lnTo>
                    <a:pt x="64844" y="13073"/>
                  </a:lnTo>
                  <a:lnTo>
                    <a:pt x="64477" y="12339"/>
                  </a:lnTo>
                  <a:lnTo>
                    <a:pt x="64067" y="11604"/>
                  </a:lnTo>
                  <a:lnTo>
                    <a:pt x="63613" y="10891"/>
                  </a:lnTo>
                  <a:lnTo>
                    <a:pt x="63137" y="10178"/>
                  </a:lnTo>
                  <a:lnTo>
                    <a:pt x="62640" y="9486"/>
                  </a:lnTo>
                  <a:lnTo>
                    <a:pt x="62122" y="8795"/>
                  </a:lnTo>
                  <a:lnTo>
                    <a:pt x="61538" y="8125"/>
                  </a:lnTo>
                  <a:lnTo>
                    <a:pt x="60955" y="7455"/>
                  </a:lnTo>
                  <a:lnTo>
                    <a:pt x="60307" y="6829"/>
                  </a:lnTo>
                  <a:lnTo>
                    <a:pt x="59637" y="6202"/>
                  </a:lnTo>
                  <a:lnTo>
                    <a:pt x="58924" y="5597"/>
                  </a:lnTo>
                  <a:lnTo>
                    <a:pt x="58189" y="5035"/>
                  </a:lnTo>
                  <a:lnTo>
                    <a:pt x="57411" y="4473"/>
                  </a:lnTo>
                  <a:lnTo>
                    <a:pt x="56590" y="3955"/>
                  </a:lnTo>
                  <a:lnTo>
                    <a:pt x="55726" y="3436"/>
                  </a:lnTo>
                  <a:lnTo>
                    <a:pt x="54819" y="2961"/>
                  </a:lnTo>
                  <a:lnTo>
                    <a:pt x="53868" y="2529"/>
                  </a:lnTo>
                  <a:lnTo>
                    <a:pt x="52874" y="2118"/>
                  </a:lnTo>
                  <a:lnTo>
                    <a:pt x="51837" y="1729"/>
                  </a:lnTo>
                  <a:lnTo>
                    <a:pt x="50756" y="1384"/>
                  </a:lnTo>
                  <a:lnTo>
                    <a:pt x="49633" y="1081"/>
                  </a:lnTo>
                  <a:lnTo>
                    <a:pt x="48466" y="800"/>
                  </a:lnTo>
                  <a:lnTo>
                    <a:pt x="47234" y="562"/>
                  </a:lnTo>
                  <a:lnTo>
                    <a:pt x="45981" y="368"/>
                  </a:lnTo>
                  <a:lnTo>
                    <a:pt x="44663" y="217"/>
                  </a:lnTo>
                  <a:lnTo>
                    <a:pt x="43280" y="87"/>
                  </a:lnTo>
                  <a:lnTo>
                    <a:pt x="41854" y="22"/>
                  </a:lnTo>
                  <a:lnTo>
                    <a:pt x="4038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6" name="Google Shape;7466;p35"/>
            <p:cNvSpPr/>
            <p:nvPr/>
          </p:nvSpPr>
          <p:spPr>
            <a:xfrm>
              <a:off x="12876625" y="3375700"/>
              <a:ext cx="2329850" cy="1362375"/>
            </a:xfrm>
            <a:custGeom>
              <a:avLst/>
              <a:gdLst/>
              <a:ahLst/>
              <a:cxnLst/>
              <a:rect l="l" t="t" r="r" b="b"/>
              <a:pathLst>
                <a:path w="93194" h="54495" fill="none" extrusionOk="0">
                  <a:moveTo>
                    <a:pt x="67826" y="32153"/>
                  </a:moveTo>
                  <a:lnTo>
                    <a:pt x="67826" y="32153"/>
                  </a:lnTo>
                  <a:lnTo>
                    <a:pt x="67869" y="31807"/>
                  </a:lnTo>
                  <a:lnTo>
                    <a:pt x="67978" y="30770"/>
                  </a:lnTo>
                  <a:lnTo>
                    <a:pt x="68021" y="30057"/>
                  </a:lnTo>
                  <a:lnTo>
                    <a:pt x="68042" y="29192"/>
                  </a:lnTo>
                  <a:lnTo>
                    <a:pt x="68064" y="28220"/>
                  </a:lnTo>
                  <a:lnTo>
                    <a:pt x="68042" y="27140"/>
                  </a:lnTo>
                  <a:lnTo>
                    <a:pt x="67999" y="25951"/>
                  </a:lnTo>
                  <a:lnTo>
                    <a:pt x="67913" y="24698"/>
                  </a:lnTo>
                  <a:lnTo>
                    <a:pt x="67783" y="23380"/>
                  </a:lnTo>
                  <a:lnTo>
                    <a:pt x="67697" y="22689"/>
                  </a:lnTo>
                  <a:lnTo>
                    <a:pt x="67589" y="21997"/>
                  </a:lnTo>
                  <a:lnTo>
                    <a:pt x="67481" y="21284"/>
                  </a:lnTo>
                  <a:lnTo>
                    <a:pt x="67329" y="20549"/>
                  </a:lnTo>
                  <a:lnTo>
                    <a:pt x="67178" y="19815"/>
                  </a:lnTo>
                  <a:lnTo>
                    <a:pt x="67005" y="19080"/>
                  </a:lnTo>
                  <a:lnTo>
                    <a:pt x="66832" y="18345"/>
                  </a:lnTo>
                  <a:lnTo>
                    <a:pt x="66616" y="17589"/>
                  </a:lnTo>
                  <a:lnTo>
                    <a:pt x="66379" y="16833"/>
                  </a:lnTo>
                  <a:lnTo>
                    <a:pt x="66119" y="16077"/>
                  </a:lnTo>
                  <a:lnTo>
                    <a:pt x="65838" y="15320"/>
                  </a:lnTo>
                  <a:lnTo>
                    <a:pt x="65536" y="14586"/>
                  </a:lnTo>
                  <a:lnTo>
                    <a:pt x="65212" y="13830"/>
                  </a:lnTo>
                  <a:lnTo>
                    <a:pt x="64844" y="13073"/>
                  </a:lnTo>
                  <a:lnTo>
                    <a:pt x="64477" y="12339"/>
                  </a:lnTo>
                  <a:lnTo>
                    <a:pt x="64067" y="11604"/>
                  </a:lnTo>
                  <a:lnTo>
                    <a:pt x="63613" y="10891"/>
                  </a:lnTo>
                  <a:lnTo>
                    <a:pt x="63137" y="10178"/>
                  </a:lnTo>
                  <a:lnTo>
                    <a:pt x="62640" y="9486"/>
                  </a:lnTo>
                  <a:lnTo>
                    <a:pt x="62122" y="8795"/>
                  </a:lnTo>
                  <a:lnTo>
                    <a:pt x="61538" y="8125"/>
                  </a:lnTo>
                  <a:lnTo>
                    <a:pt x="60955" y="7455"/>
                  </a:lnTo>
                  <a:lnTo>
                    <a:pt x="60307" y="6829"/>
                  </a:lnTo>
                  <a:lnTo>
                    <a:pt x="59637" y="6202"/>
                  </a:lnTo>
                  <a:lnTo>
                    <a:pt x="58924" y="5597"/>
                  </a:lnTo>
                  <a:lnTo>
                    <a:pt x="58189" y="5035"/>
                  </a:lnTo>
                  <a:lnTo>
                    <a:pt x="57411" y="4473"/>
                  </a:lnTo>
                  <a:lnTo>
                    <a:pt x="56590" y="3955"/>
                  </a:lnTo>
                  <a:lnTo>
                    <a:pt x="55726" y="3436"/>
                  </a:lnTo>
                  <a:lnTo>
                    <a:pt x="54819" y="2961"/>
                  </a:lnTo>
                  <a:lnTo>
                    <a:pt x="53868" y="2529"/>
                  </a:lnTo>
                  <a:lnTo>
                    <a:pt x="52874" y="2118"/>
                  </a:lnTo>
                  <a:lnTo>
                    <a:pt x="51837" y="1729"/>
                  </a:lnTo>
                  <a:lnTo>
                    <a:pt x="50756" y="1384"/>
                  </a:lnTo>
                  <a:lnTo>
                    <a:pt x="49633" y="1081"/>
                  </a:lnTo>
                  <a:lnTo>
                    <a:pt x="48466" y="800"/>
                  </a:lnTo>
                  <a:lnTo>
                    <a:pt x="47234" y="562"/>
                  </a:lnTo>
                  <a:lnTo>
                    <a:pt x="45981" y="368"/>
                  </a:lnTo>
                  <a:lnTo>
                    <a:pt x="44663" y="217"/>
                  </a:lnTo>
                  <a:lnTo>
                    <a:pt x="43280" y="87"/>
                  </a:lnTo>
                  <a:lnTo>
                    <a:pt x="41854" y="22"/>
                  </a:lnTo>
                  <a:lnTo>
                    <a:pt x="40385" y="1"/>
                  </a:lnTo>
                  <a:lnTo>
                    <a:pt x="40385" y="1"/>
                  </a:lnTo>
                  <a:lnTo>
                    <a:pt x="38915" y="22"/>
                  </a:lnTo>
                  <a:lnTo>
                    <a:pt x="37489" y="109"/>
                  </a:lnTo>
                  <a:lnTo>
                    <a:pt x="36128" y="217"/>
                  </a:lnTo>
                  <a:lnTo>
                    <a:pt x="34832" y="368"/>
                  </a:lnTo>
                  <a:lnTo>
                    <a:pt x="33578" y="584"/>
                  </a:lnTo>
                  <a:lnTo>
                    <a:pt x="32368" y="822"/>
                  </a:lnTo>
                  <a:lnTo>
                    <a:pt x="31202" y="1103"/>
                  </a:lnTo>
                  <a:lnTo>
                    <a:pt x="30100" y="1427"/>
                  </a:lnTo>
                  <a:lnTo>
                    <a:pt x="29041" y="1773"/>
                  </a:lnTo>
                  <a:lnTo>
                    <a:pt x="28047" y="2161"/>
                  </a:lnTo>
                  <a:lnTo>
                    <a:pt x="27075" y="2594"/>
                  </a:lnTo>
                  <a:lnTo>
                    <a:pt x="26167" y="3047"/>
                  </a:lnTo>
                  <a:lnTo>
                    <a:pt x="25281" y="3523"/>
                  </a:lnTo>
                  <a:lnTo>
                    <a:pt x="24460" y="4041"/>
                  </a:lnTo>
                  <a:lnTo>
                    <a:pt x="23682" y="4581"/>
                  </a:lnTo>
                  <a:lnTo>
                    <a:pt x="22926" y="5143"/>
                  </a:lnTo>
                  <a:lnTo>
                    <a:pt x="22213" y="5748"/>
                  </a:lnTo>
                  <a:lnTo>
                    <a:pt x="21565" y="6353"/>
                  </a:lnTo>
                  <a:lnTo>
                    <a:pt x="20916" y="6980"/>
                  </a:lnTo>
                  <a:lnTo>
                    <a:pt x="20333" y="7650"/>
                  </a:lnTo>
                  <a:lnTo>
                    <a:pt x="19771" y="8320"/>
                  </a:lnTo>
                  <a:lnTo>
                    <a:pt x="19253" y="9011"/>
                  </a:lnTo>
                  <a:lnTo>
                    <a:pt x="18777" y="9702"/>
                  </a:lnTo>
                  <a:lnTo>
                    <a:pt x="18324" y="10416"/>
                  </a:lnTo>
                  <a:lnTo>
                    <a:pt x="17891" y="11150"/>
                  </a:lnTo>
                  <a:lnTo>
                    <a:pt x="17502" y="11885"/>
                  </a:lnTo>
                  <a:lnTo>
                    <a:pt x="17135" y="12641"/>
                  </a:lnTo>
                  <a:lnTo>
                    <a:pt x="16811" y="13397"/>
                  </a:lnTo>
                  <a:lnTo>
                    <a:pt x="16508" y="14154"/>
                  </a:lnTo>
                  <a:lnTo>
                    <a:pt x="16228" y="14932"/>
                  </a:lnTo>
                  <a:lnTo>
                    <a:pt x="15968" y="15709"/>
                  </a:lnTo>
                  <a:lnTo>
                    <a:pt x="15731" y="16466"/>
                  </a:lnTo>
                  <a:lnTo>
                    <a:pt x="15536" y="17244"/>
                  </a:lnTo>
                  <a:lnTo>
                    <a:pt x="15342" y="18021"/>
                  </a:lnTo>
                  <a:lnTo>
                    <a:pt x="15190" y="18778"/>
                  </a:lnTo>
                  <a:lnTo>
                    <a:pt x="15039" y="19534"/>
                  </a:lnTo>
                  <a:lnTo>
                    <a:pt x="14931" y="20290"/>
                  </a:lnTo>
                  <a:lnTo>
                    <a:pt x="14823" y="21046"/>
                  </a:lnTo>
                  <a:lnTo>
                    <a:pt x="14737" y="21781"/>
                  </a:lnTo>
                  <a:lnTo>
                    <a:pt x="14650" y="22516"/>
                  </a:lnTo>
                  <a:lnTo>
                    <a:pt x="14607" y="23229"/>
                  </a:lnTo>
                  <a:lnTo>
                    <a:pt x="14564" y="23942"/>
                  </a:lnTo>
                  <a:lnTo>
                    <a:pt x="14521" y="25303"/>
                  </a:lnTo>
                  <a:lnTo>
                    <a:pt x="14521" y="26600"/>
                  </a:lnTo>
                  <a:lnTo>
                    <a:pt x="14542" y="27788"/>
                  </a:lnTo>
                  <a:lnTo>
                    <a:pt x="14607" y="28912"/>
                  </a:lnTo>
                  <a:lnTo>
                    <a:pt x="14693" y="29906"/>
                  </a:lnTo>
                  <a:lnTo>
                    <a:pt x="14780" y="30770"/>
                  </a:lnTo>
                  <a:lnTo>
                    <a:pt x="14866" y="31526"/>
                  </a:lnTo>
                  <a:lnTo>
                    <a:pt x="15039" y="32563"/>
                  </a:lnTo>
                  <a:lnTo>
                    <a:pt x="15104" y="32931"/>
                  </a:lnTo>
                  <a:lnTo>
                    <a:pt x="15104" y="32931"/>
                  </a:lnTo>
                  <a:lnTo>
                    <a:pt x="14910" y="32952"/>
                  </a:lnTo>
                  <a:lnTo>
                    <a:pt x="14391" y="33017"/>
                  </a:lnTo>
                  <a:lnTo>
                    <a:pt x="13570" y="33147"/>
                  </a:lnTo>
                  <a:lnTo>
                    <a:pt x="13073" y="33255"/>
                  </a:lnTo>
                  <a:lnTo>
                    <a:pt x="12511" y="33384"/>
                  </a:lnTo>
                  <a:lnTo>
                    <a:pt x="11906" y="33536"/>
                  </a:lnTo>
                  <a:lnTo>
                    <a:pt x="11279" y="33752"/>
                  </a:lnTo>
                  <a:lnTo>
                    <a:pt x="10588" y="33989"/>
                  </a:lnTo>
                  <a:lnTo>
                    <a:pt x="9897" y="34270"/>
                  </a:lnTo>
                  <a:lnTo>
                    <a:pt x="9184" y="34594"/>
                  </a:lnTo>
                  <a:lnTo>
                    <a:pt x="8449" y="34983"/>
                  </a:lnTo>
                  <a:lnTo>
                    <a:pt x="7693" y="35415"/>
                  </a:lnTo>
                  <a:lnTo>
                    <a:pt x="6958" y="35912"/>
                  </a:lnTo>
                  <a:lnTo>
                    <a:pt x="6591" y="36172"/>
                  </a:lnTo>
                  <a:lnTo>
                    <a:pt x="6202" y="36474"/>
                  </a:lnTo>
                  <a:lnTo>
                    <a:pt x="5856" y="36755"/>
                  </a:lnTo>
                  <a:lnTo>
                    <a:pt x="5489" y="37079"/>
                  </a:lnTo>
                  <a:lnTo>
                    <a:pt x="5121" y="37425"/>
                  </a:lnTo>
                  <a:lnTo>
                    <a:pt x="4776" y="37771"/>
                  </a:lnTo>
                  <a:lnTo>
                    <a:pt x="4430" y="38138"/>
                  </a:lnTo>
                  <a:lnTo>
                    <a:pt x="4084" y="38527"/>
                  </a:lnTo>
                  <a:lnTo>
                    <a:pt x="3760" y="38937"/>
                  </a:lnTo>
                  <a:lnTo>
                    <a:pt x="3436" y="39348"/>
                  </a:lnTo>
                  <a:lnTo>
                    <a:pt x="3112" y="39802"/>
                  </a:lnTo>
                  <a:lnTo>
                    <a:pt x="2809" y="40277"/>
                  </a:lnTo>
                  <a:lnTo>
                    <a:pt x="2528" y="40753"/>
                  </a:lnTo>
                  <a:lnTo>
                    <a:pt x="2248" y="41271"/>
                  </a:lnTo>
                  <a:lnTo>
                    <a:pt x="1967" y="41790"/>
                  </a:lnTo>
                  <a:lnTo>
                    <a:pt x="1729" y="42351"/>
                  </a:lnTo>
                  <a:lnTo>
                    <a:pt x="1491" y="42913"/>
                  </a:lnTo>
                  <a:lnTo>
                    <a:pt x="1254" y="43518"/>
                  </a:lnTo>
                  <a:lnTo>
                    <a:pt x="1038" y="44123"/>
                  </a:lnTo>
                  <a:lnTo>
                    <a:pt x="865" y="44772"/>
                  </a:lnTo>
                  <a:lnTo>
                    <a:pt x="670" y="45441"/>
                  </a:lnTo>
                  <a:lnTo>
                    <a:pt x="519" y="46133"/>
                  </a:lnTo>
                  <a:lnTo>
                    <a:pt x="389" y="46846"/>
                  </a:lnTo>
                  <a:lnTo>
                    <a:pt x="260" y="47581"/>
                  </a:lnTo>
                  <a:lnTo>
                    <a:pt x="173" y="48358"/>
                  </a:lnTo>
                  <a:lnTo>
                    <a:pt x="87" y="49158"/>
                  </a:lnTo>
                  <a:lnTo>
                    <a:pt x="44" y="49979"/>
                  </a:lnTo>
                  <a:lnTo>
                    <a:pt x="0" y="50822"/>
                  </a:lnTo>
                  <a:lnTo>
                    <a:pt x="0" y="51686"/>
                  </a:lnTo>
                  <a:lnTo>
                    <a:pt x="22" y="52593"/>
                  </a:lnTo>
                  <a:lnTo>
                    <a:pt x="65" y="53523"/>
                  </a:lnTo>
                  <a:lnTo>
                    <a:pt x="130" y="54495"/>
                  </a:lnTo>
                  <a:lnTo>
                    <a:pt x="93193" y="54495"/>
                  </a:lnTo>
                  <a:lnTo>
                    <a:pt x="93193" y="54495"/>
                  </a:lnTo>
                  <a:lnTo>
                    <a:pt x="93193" y="54214"/>
                  </a:lnTo>
                  <a:lnTo>
                    <a:pt x="93193" y="53415"/>
                  </a:lnTo>
                  <a:lnTo>
                    <a:pt x="93172" y="52831"/>
                  </a:lnTo>
                  <a:lnTo>
                    <a:pt x="93150" y="52161"/>
                  </a:lnTo>
                  <a:lnTo>
                    <a:pt x="93085" y="51405"/>
                  </a:lnTo>
                  <a:lnTo>
                    <a:pt x="92999" y="50562"/>
                  </a:lnTo>
                  <a:lnTo>
                    <a:pt x="92869" y="49655"/>
                  </a:lnTo>
                  <a:lnTo>
                    <a:pt x="92696" y="48704"/>
                  </a:lnTo>
                  <a:lnTo>
                    <a:pt x="92480" y="47667"/>
                  </a:lnTo>
                  <a:lnTo>
                    <a:pt x="92221" y="46608"/>
                  </a:lnTo>
                  <a:lnTo>
                    <a:pt x="91897" y="45528"/>
                  </a:lnTo>
                  <a:lnTo>
                    <a:pt x="91724" y="44966"/>
                  </a:lnTo>
                  <a:lnTo>
                    <a:pt x="91530" y="44426"/>
                  </a:lnTo>
                  <a:lnTo>
                    <a:pt x="91314" y="43864"/>
                  </a:lnTo>
                  <a:lnTo>
                    <a:pt x="91076" y="43302"/>
                  </a:lnTo>
                  <a:lnTo>
                    <a:pt x="90817" y="42740"/>
                  </a:lnTo>
                  <a:lnTo>
                    <a:pt x="90557" y="42179"/>
                  </a:lnTo>
                  <a:lnTo>
                    <a:pt x="90255" y="41617"/>
                  </a:lnTo>
                  <a:lnTo>
                    <a:pt x="89952" y="41055"/>
                  </a:lnTo>
                  <a:lnTo>
                    <a:pt x="89628" y="40515"/>
                  </a:lnTo>
                  <a:lnTo>
                    <a:pt x="89261" y="39975"/>
                  </a:lnTo>
                  <a:lnTo>
                    <a:pt x="88894" y="39434"/>
                  </a:lnTo>
                  <a:lnTo>
                    <a:pt x="88483" y="38916"/>
                  </a:lnTo>
                  <a:lnTo>
                    <a:pt x="88072" y="38397"/>
                  </a:lnTo>
                  <a:lnTo>
                    <a:pt x="87619" y="37879"/>
                  </a:lnTo>
                  <a:lnTo>
                    <a:pt x="87143" y="37382"/>
                  </a:lnTo>
                  <a:lnTo>
                    <a:pt x="86646" y="36906"/>
                  </a:lnTo>
                  <a:lnTo>
                    <a:pt x="86128" y="36431"/>
                  </a:lnTo>
                  <a:lnTo>
                    <a:pt x="85588" y="35977"/>
                  </a:lnTo>
                  <a:lnTo>
                    <a:pt x="85004" y="35545"/>
                  </a:lnTo>
                  <a:lnTo>
                    <a:pt x="84399" y="35135"/>
                  </a:lnTo>
                  <a:lnTo>
                    <a:pt x="83751" y="34724"/>
                  </a:lnTo>
                  <a:lnTo>
                    <a:pt x="83081" y="34357"/>
                  </a:lnTo>
                  <a:lnTo>
                    <a:pt x="82390" y="34011"/>
                  </a:lnTo>
                  <a:lnTo>
                    <a:pt x="81677" y="33665"/>
                  </a:lnTo>
                  <a:lnTo>
                    <a:pt x="80899" y="33363"/>
                  </a:lnTo>
                  <a:lnTo>
                    <a:pt x="80121" y="33082"/>
                  </a:lnTo>
                  <a:lnTo>
                    <a:pt x="79300" y="32823"/>
                  </a:lnTo>
                  <a:lnTo>
                    <a:pt x="78436" y="32606"/>
                  </a:lnTo>
                  <a:lnTo>
                    <a:pt x="77528" y="32412"/>
                  </a:lnTo>
                  <a:lnTo>
                    <a:pt x="76599" y="32239"/>
                  </a:lnTo>
                  <a:lnTo>
                    <a:pt x="75648" y="32110"/>
                  </a:lnTo>
                  <a:lnTo>
                    <a:pt x="74654" y="32001"/>
                  </a:lnTo>
                  <a:lnTo>
                    <a:pt x="73595" y="31937"/>
                  </a:lnTo>
                  <a:lnTo>
                    <a:pt x="72537" y="31915"/>
                  </a:lnTo>
                  <a:lnTo>
                    <a:pt x="71413" y="31915"/>
                  </a:lnTo>
                  <a:lnTo>
                    <a:pt x="70268" y="31958"/>
                  </a:lnTo>
                  <a:lnTo>
                    <a:pt x="69058" y="32045"/>
                  </a:lnTo>
                  <a:lnTo>
                    <a:pt x="67826" y="3215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7" name="Google Shape;7467;p35"/>
            <p:cNvSpPr/>
            <p:nvPr/>
          </p:nvSpPr>
          <p:spPr>
            <a:xfrm>
              <a:off x="13137000" y="4377750"/>
              <a:ext cx="667150" cy="667150"/>
            </a:xfrm>
            <a:custGeom>
              <a:avLst/>
              <a:gdLst/>
              <a:ahLst/>
              <a:cxnLst/>
              <a:rect l="l" t="t" r="r" b="b"/>
              <a:pathLst>
                <a:path w="26686" h="26686" extrusionOk="0">
                  <a:moveTo>
                    <a:pt x="13354" y="1"/>
                  </a:moveTo>
                  <a:lnTo>
                    <a:pt x="12662" y="22"/>
                  </a:lnTo>
                  <a:lnTo>
                    <a:pt x="11992" y="66"/>
                  </a:lnTo>
                  <a:lnTo>
                    <a:pt x="11322" y="152"/>
                  </a:lnTo>
                  <a:lnTo>
                    <a:pt x="10653" y="260"/>
                  </a:lnTo>
                  <a:lnTo>
                    <a:pt x="10004" y="411"/>
                  </a:lnTo>
                  <a:lnTo>
                    <a:pt x="9378" y="606"/>
                  </a:lnTo>
                  <a:lnTo>
                    <a:pt x="8751" y="800"/>
                  </a:lnTo>
                  <a:lnTo>
                    <a:pt x="8146" y="1038"/>
                  </a:lnTo>
                  <a:lnTo>
                    <a:pt x="7563" y="1319"/>
                  </a:lnTo>
                  <a:lnTo>
                    <a:pt x="6979" y="1600"/>
                  </a:lnTo>
                  <a:lnTo>
                    <a:pt x="6418" y="1924"/>
                  </a:lnTo>
                  <a:lnTo>
                    <a:pt x="5877" y="2269"/>
                  </a:lnTo>
                  <a:lnTo>
                    <a:pt x="5359" y="2658"/>
                  </a:lnTo>
                  <a:lnTo>
                    <a:pt x="4862" y="3047"/>
                  </a:lnTo>
                  <a:lnTo>
                    <a:pt x="4365" y="3458"/>
                  </a:lnTo>
                  <a:lnTo>
                    <a:pt x="3911" y="3912"/>
                  </a:lnTo>
                  <a:lnTo>
                    <a:pt x="3479" y="4365"/>
                  </a:lnTo>
                  <a:lnTo>
                    <a:pt x="3047" y="4862"/>
                  </a:lnTo>
                  <a:lnTo>
                    <a:pt x="2658" y="5359"/>
                  </a:lnTo>
                  <a:lnTo>
                    <a:pt x="2291" y="5878"/>
                  </a:lnTo>
                  <a:lnTo>
                    <a:pt x="1945" y="6418"/>
                  </a:lnTo>
                  <a:lnTo>
                    <a:pt x="1621" y="6980"/>
                  </a:lnTo>
                  <a:lnTo>
                    <a:pt x="1318" y="7563"/>
                  </a:lnTo>
                  <a:lnTo>
                    <a:pt x="1059" y="8147"/>
                  </a:lnTo>
                  <a:lnTo>
                    <a:pt x="821" y="8752"/>
                  </a:lnTo>
                  <a:lnTo>
                    <a:pt x="605" y="9378"/>
                  </a:lnTo>
                  <a:lnTo>
                    <a:pt x="432" y="10005"/>
                  </a:lnTo>
                  <a:lnTo>
                    <a:pt x="281" y="10653"/>
                  </a:lnTo>
                  <a:lnTo>
                    <a:pt x="151" y="11301"/>
                  </a:lnTo>
                  <a:lnTo>
                    <a:pt x="65" y="11971"/>
                  </a:lnTo>
                  <a:lnTo>
                    <a:pt x="22" y="12663"/>
                  </a:lnTo>
                  <a:lnTo>
                    <a:pt x="0" y="13333"/>
                  </a:lnTo>
                  <a:lnTo>
                    <a:pt x="22" y="14024"/>
                  </a:lnTo>
                  <a:lnTo>
                    <a:pt x="65" y="14715"/>
                  </a:lnTo>
                  <a:lnTo>
                    <a:pt x="151" y="15364"/>
                  </a:lnTo>
                  <a:lnTo>
                    <a:pt x="281" y="16033"/>
                  </a:lnTo>
                  <a:lnTo>
                    <a:pt x="432" y="16682"/>
                  </a:lnTo>
                  <a:lnTo>
                    <a:pt x="605" y="17308"/>
                  </a:lnTo>
                  <a:lnTo>
                    <a:pt x="821" y="17935"/>
                  </a:lnTo>
                  <a:lnTo>
                    <a:pt x="1059" y="18540"/>
                  </a:lnTo>
                  <a:lnTo>
                    <a:pt x="1318" y="19123"/>
                  </a:lnTo>
                  <a:lnTo>
                    <a:pt x="1621" y="19707"/>
                  </a:lnTo>
                  <a:lnTo>
                    <a:pt x="1945" y="20269"/>
                  </a:lnTo>
                  <a:lnTo>
                    <a:pt x="2291" y="20809"/>
                  </a:lnTo>
                  <a:lnTo>
                    <a:pt x="2658" y="21327"/>
                  </a:lnTo>
                  <a:lnTo>
                    <a:pt x="3047" y="21824"/>
                  </a:lnTo>
                  <a:lnTo>
                    <a:pt x="3479" y="22321"/>
                  </a:lnTo>
                  <a:lnTo>
                    <a:pt x="3911" y="22775"/>
                  </a:lnTo>
                  <a:lnTo>
                    <a:pt x="4365" y="23229"/>
                  </a:lnTo>
                  <a:lnTo>
                    <a:pt x="4862" y="23639"/>
                  </a:lnTo>
                  <a:lnTo>
                    <a:pt x="5359" y="24028"/>
                  </a:lnTo>
                  <a:lnTo>
                    <a:pt x="5877" y="24417"/>
                  </a:lnTo>
                  <a:lnTo>
                    <a:pt x="6418" y="24763"/>
                  </a:lnTo>
                  <a:lnTo>
                    <a:pt x="6979" y="25065"/>
                  </a:lnTo>
                  <a:lnTo>
                    <a:pt x="7563" y="25368"/>
                  </a:lnTo>
                  <a:lnTo>
                    <a:pt x="8146" y="25627"/>
                  </a:lnTo>
                  <a:lnTo>
                    <a:pt x="8751" y="25887"/>
                  </a:lnTo>
                  <a:lnTo>
                    <a:pt x="9378" y="26081"/>
                  </a:lnTo>
                  <a:lnTo>
                    <a:pt x="10004" y="26275"/>
                  </a:lnTo>
                  <a:lnTo>
                    <a:pt x="10653" y="26405"/>
                  </a:lnTo>
                  <a:lnTo>
                    <a:pt x="11322" y="26535"/>
                  </a:lnTo>
                  <a:lnTo>
                    <a:pt x="11992" y="26621"/>
                  </a:lnTo>
                  <a:lnTo>
                    <a:pt x="12662" y="26664"/>
                  </a:lnTo>
                  <a:lnTo>
                    <a:pt x="13354" y="26686"/>
                  </a:lnTo>
                  <a:lnTo>
                    <a:pt x="14023" y="26664"/>
                  </a:lnTo>
                  <a:lnTo>
                    <a:pt x="14715" y="26621"/>
                  </a:lnTo>
                  <a:lnTo>
                    <a:pt x="15385" y="26535"/>
                  </a:lnTo>
                  <a:lnTo>
                    <a:pt x="16033" y="26405"/>
                  </a:lnTo>
                  <a:lnTo>
                    <a:pt x="16681" y="26275"/>
                  </a:lnTo>
                  <a:lnTo>
                    <a:pt x="17308" y="26081"/>
                  </a:lnTo>
                  <a:lnTo>
                    <a:pt x="17934" y="25887"/>
                  </a:lnTo>
                  <a:lnTo>
                    <a:pt x="18539" y="25627"/>
                  </a:lnTo>
                  <a:lnTo>
                    <a:pt x="19123" y="25368"/>
                  </a:lnTo>
                  <a:lnTo>
                    <a:pt x="19706" y="25065"/>
                  </a:lnTo>
                  <a:lnTo>
                    <a:pt x="20268" y="24763"/>
                  </a:lnTo>
                  <a:lnTo>
                    <a:pt x="20808" y="24417"/>
                  </a:lnTo>
                  <a:lnTo>
                    <a:pt x="21327" y="24028"/>
                  </a:lnTo>
                  <a:lnTo>
                    <a:pt x="21845" y="23639"/>
                  </a:lnTo>
                  <a:lnTo>
                    <a:pt x="22321" y="23229"/>
                  </a:lnTo>
                  <a:lnTo>
                    <a:pt x="22774" y="22775"/>
                  </a:lnTo>
                  <a:lnTo>
                    <a:pt x="23228" y="22321"/>
                  </a:lnTo>
                  <a:lnTo>
                    <a:pt x="23639" y="21824"/>
                  </a:lnTo>
                  <a:lnTo>
                    <a:pt x="24049" y="21327"/>
                  </a:lnTo>
                  <a:lnTo>
                    <a:pt x="24417" y="20809"/>
                  </a:lnTo>
                  <a:lnTo>
                    <a:pt x="24762" y="20269"/>
                  </a:lnTo>
                  <a:lnTo>
                    <a:pt x="25086" y="19707"/>
                  </a:lnTo>
                  <a:lnTo>
                    <a:pt x="25367" y="19123"/>
                  </a:lnTo>
                  <a:lnTo>
                    <a:pt x="25648" y="18540"/>
                  </a:lnTo>
                  <a:lnTo>
                    <a:pt x="25886" y="17935"/>
                  </a:lnTo>
                  <a:lnTo>
                    <a:pt x="26080" y="17308"/>
                  </a:lnTo>
                  <a:lnTo>
                    <a:pt x="26275" y="16682"/>
                  </a:lnTo>
                  <a:lnTo>
                    <a:pt x="26426" y="16033"/>
                  </a:lnTo>
                  <a:lnTo>
                    <a:pt x="26534" y="15364"/>
                  </a:lnTo>
                  <a:lnTo>
                    <a:pt x="26621" y="14715"/>
                  </a:lnTo>
                  <a:lnTo>
                    <a:pt x="26664" y="14024"/>
                  </a:lnTo>
                  <a:lnTo>
                    <a:pt x="26685" y="13333"/>
                  </a:lnTo>
                  <a:lnTo>
                    <a:pt x="26664" y="12663"/>
                  </a:lnTo>
                  <a:lnTo>
                    <a:pt x="26621" y="11971"/>
                  </a:lnTo>
                  <a:lnTo>
                    <a:pt x="26534" y="11301"/>
                  </a:lnTo>
                  <a:lnTo>
                    <a:pt x="26426" y="10653"/>
                  </a:lnTo>
                  <a:lnTo>
                    <a:pt x="26275" y="10005"/>
                  </a:lnTo>
                  <a:lnTo>
                    <a:pt x="26080" y="9378"/>
                  </a:lnTo>
                  <a:lnTo>
                    <a:pt x="25886" y="8752"/>
                  </a:lnTo>
                  <a:lnTo>
                    <a:pt x="25648" y="8147"/>
                  </a:lnTo>
                  <a:lnTo>
                    <a:pt x="25367" y="7563"/>
                  </a:lnTo>
                  <a:lnTo>
                    <a:pt x="25086" y="6980"/>
                  </a:lnTo>
                  <a:lnTo>
                    <a:pt x="24762" y="6418"/>
                  </a:lnTo>
                  <a:lnTo>
                    <a:pt x="24417" y="5878"/>
                  </a:lnTo>
                  <a:lnTo>
                    <a:pt x="24049" y="5359"/>
                  </a:lnTo>
                  <a:lnTo>
                    <a:pt x="23639" y="4862"/>
                  </a:lnTo>
                  <a:lnTo>
                    <a:pt x="23228" y="4365"/>
                  </a:lnTo>
                  <a:lnTo>
                    <a:pt x="22774" y="3912"/>
                  </a:lnTo>
                  <a:lnTo>
                    <a:pt x="22321" y="3458"/>
                  </a:lnTo>
                  <a:lnTo>
                    <a:pt x="21845" y="3047"/>
                  </a:lnTo>
                  <a:lnTo>
                    <a:pt x="21327" y="2658"/>
                  </a:lnTo>
                  <a:lnTo>
                    <a:pt x="20808" y="2269"/>
                  </a:lnTo>
                  <a:lnTo>
                    <a:pt x="20268" y="1924"/>
                  </a:lnTo>
                  <a:lnTo>
                    <a:pt x="19706" y="1600"/>
                  </a:lnTo>
                  <a:lnTo>
                    <a:pt x="19123" y="1319"/>
                  </a:lnTo>
                  <a:lnTo>
                    <a:pt x="18539" y="1038"/>
                  </a:lnTo>
                  <a:lnTo>
                    <a:pt x="17934" y="800"/>
                  </a:lnTo>
                  <a:lnTo>
                    <a:pt x="17308" y="606"/>
                  </a:lnTo>
                  <a:lnTo>
                    <a:pt x="16681" y="411"/>
                  </a:lnTo>
                  <a:lnTo>
                    <a:pt x="16033" y="260"/>
                  </a:lnTo>
                  <a:lnTo>
                    <a:pt x="15385" y="152"/>
                  </a:lnTo>
                  <a:lnTo>
                    <a:pt x="14715" y="66"/>
                  </a:lnTo>
                  <a:lnTo>
                    <a:pt x="14023" y="22"/>
                  </a:lnTo>
                  <a:lnTo>
                    <a:pt x="1335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8" name="Google Shape;7468;p35"/>
            <p:cNvSpPr/>
            <p:nvPr/>
          </p:nvSpPr>
          <p:spPr>
            <a:xfrm>
              <a:off x="13297425" y="4537650"/>
              <a:ext cx="346825" cy="347375"/>
            </a:xfrm>
            <a:custGeom>
              <a:avLst/>
              <a:gdLst/>
              <a:ahLst/>
              <a:cxnLst/>
              <a:rect l="l" t="t" r="r" b="b"/>
              <a:pathLst>
                <a:path w="13873" h="13895" extrusionOk="0">
                  <a:moveTo>
                    <a:pt x="6937" y="1"/>
                  </a:moveTo>
                  <a:lnTo>
                    <a:pt x="6569" y="22"/>
                  </a:lnTo>
                  <a:lnTo>
                    <a:pt x="6224" y="44"/>
                  </a:lnTo>
                  <a:lnTo>
                    <a:pt x="5878" y="87"/>
                  </a:lnTo>
                  <a:lnTo>
                    <a:pt x="5532" y="152"/>
                  </a:lnTo>
                  <a:lnTo>
                    <a:pt x="5186" y="217"/>
                  </a:lnTo>
                  <a:lnTo>
                    <a:pt x="4862" y="325"/>
                  </a:lnTo>
                  <a:lnTo>
                    <a:pt x="4538" y="433"/>
                  </a:lnTo>
                  <a:lnTo>
                    <a:pt x="4236" y="562"/>
                  </a:lnTo>
                  <a:lnTo>
                    <a:pt x="3912" y="692"/>
                  </a:lnTo>
                  <a:lnTo>
                    <a:pt x="3631" y="843"/>
                  </a:lnTo>
                  <a:lnTo>
                    <a:pt x="3328" y="1016"/>
                  </a:lnTo>
                  <a:lnTo>
                    <a:pt x="3047" y="1189"/>
                  </a:lnTo>
                  <a:lnTo>
                    <a:pt x="2788" y="1383"/>
                  </a:lnTo>
                  <a:lnTo>
                    <a:pt x="2507" y="1599"/>
                  </a:lnTo>
                  <a:lnTo>
                    <a:pt x="2269" y="1816"/>
                  </a:lnTo>
                  <a:lnTo>
                    <a:pt x="2032" y="2032"/>
                  </a:lnTo>
                  <a:lnTo>
                    <a:pt x="1794" y="2291"/>
                  </a:lnTo>
                  <a:lnTo>
                    <a:pt x="1578" y="2529"/>
                  </a:lnTo>
                  <a:lnTo>
                    <a:pt x="1362" y="2788"/>
                  </a:lnTo>
                  <a:lnTo>
                    <a:pt x="1167" y="3069"/>
                  </a:lnTo>
                  <a:lnTo>
                    <a:pt x="995" y="3350"/>
                  </a:lnTo>
                  <a:lnTo>
                    <a:pt x="822" y="3631"/>
                  </a:lnTo>
                  <a:lnTo>
                    <a:pt x="670" y="3933"/>
                  </a:lnTo>
                  <a:lnTo>
                    <a:pt x="541" y="4236"/>
                  </a:lnTo>
                  <a:lnTo>
                    <a:pt x="411" y="4560"/>
                  </a:lnTo>
                  <a:lnTo>
                    <a:pt x="303" y="4884"/>
                  </a:lnTo>
                  <a:lnTo>
                    <a:pt x="217" y="5208"/>
                  </a:lnTo>
                  <a:lnTo>
                    <a:pt x="130" y="5554"/>
                  </a:lnTo>
                  <a:lnTo>
                    <a:pt x="65" y="5899"/>
                  </a:lnTo>
                  <a:lnTo>
                    <a:pt x="22" y="6245"/>
                  </a:lnTo>
                  <a:lnTo>
                    <a:pt x="1" y="6591"/>
                  </a:lnTo>
                  <a:lnTo>
                    <a:pt x="1" y="6937"/>
                  </a:lnTo>
                  <a:lnTo>
                    <a:pt x="1" y="7304"/>
                  </a:lnTo>
                  <a:lnTo>
                    <a:pt x="22" y="7650"/>
                  </a:lnTo>
                  <a:lnTo>
                    <a:pt x="65" y="7995"/>
                  </a:lnTo>
                  <a:lnTo>
                    <a:pt x="130" y="8341"/>
                  </a:lnTo>
                  <a:lnTo>
                    <a:pt x="217" y="8687"/>
                  </a:lnTo>
                  <a:lnTo>
                    <a:pt x="303" y="9011"/>
                  </a:lnTo>
                  <a:lnTo>
                    <a:pt x="411" y="9335"/>
                  </a:lnTo>
                  <a:lnTo>
                    <a:pt x="541" y="9637"/>
                  </a:lnTo>
                  <a:lnTo>
                    <a:pt x="670" y="9962"/>
                  </a:lnTo>
                  <a:lnTo>
                    <a:pt x="822" y="10264"/>
                  </a:lnTo>
                  <a:lnTo>
                    <a:pt x="995" y="10545"/>
                  </a:lnTo>
                  <a:lnTo>
                    <a:pt x="1167" y="10826"/>
                  </a:lnTo>
                  <a:lnTo>
                    <a:pt x="1362" y="11107"/>
                  </a:lnTo>
                  <a:lnTo>
                    <a:pt x="1578" y="11366"/>
                  </a:lnTo>
                  <a:lnTo>
                    <a:pt x="1794" y="11604"/>
                  </a:lnTo>
                  <a:lnTo>
                    <a:pt x="2032" y="11863"/>
                  </a:lnTo>
                  <a:lnTo>
                    <a:pt x="2269" y="12079"/>
                  </a:lnTo>
                  <a:lnTo>
                    <a:pt x="2507" y="12295"/>
                  </a:lnTo>
                  <a:lnTo>
                    <a:pt x="2788" y="12511"/>
                  </a:lnTo>
                  <a:lnTo>
                    <a:pt x="3047" y="12706"/>
                  </a:lnTo>
                  <a:lnTo>
                    <a:pt x="3328" y="12879"/>
                  </a:lnTo>
                  <a:lnTo>
                    <a:pt x="3631" y="13051"/>
                  </a:lnTo>
                  <a:lnTo>
                    <a:pt x="3912" y="13203"/>
                  </a:lnTo>
                  <a:lnTo>
                    <a:pt x="4236" y="13332"/>
                  </a:lnTo>
                  <a:lnTo>
                    <a:pt x="4538" y="13462"/>
                  </a:lnTo>
                  <a:lnTo>
                    <a:pt x="4862" y="13570"/>
                  </a:lnTo>
                  <a:lnTo>
                    <a:pt x="5186" y="13656"/>
                  </a:lnTo>
                  <a:lnTo>
                    <a:pt x="5532" y="13743"/>
                  </a:lnTo>
                  <a:lnTo>
                    <a:pt x="5878" y="13808"/>
                  </a:lnTo>
                  <a:lnTo>
                    <a:pt x="6224" y="13851"/>
                  </a:lnTo>
                  <a:lnTo>
                    <a:pt x="6569" y="13873"/>
                  </a:lnTo>
                  <a:lnTo>
                    <a:pt x="6937" y="13894"/>
                  </a:lnTo>
                  <a:lnTo>
                    <a:pt x="7282" y="13873"/>
                  </a:lnTo>
                  <a:lnTo>
                    <a:pt x="7650" y="13851"/>
                  </a:lnTo>
                  <a:lnTo>
                    <a:pt x="7995" y="13808"/>
                  </a:lnTo>
                  <a:lnTo>
                    <a:pt x="8319" y="13743"/>
                  </a:lnTo>
                  <a:lnTo>
                    <a:pt x="8665" y="13656"/>
                  </a:lnTo>
                  <a:lnTo>
                    <a:pt x="8989" y="13570"/>
                  </a:lnTo>
                  <a:lnTo>
                    <a:pt x="9313" y="13462"/>
                  </a:lnTo>
                  <a:lnTo>
                    <a:pt x="9638" y="13332"/>
                  </a:lnTo>
                  <a:lnTo>
                    <a:pt x="9940" y="13203"/>
                  </a:lnTo>
                  <a:lnTo>
                    <a:pt x="10243" y="13051"/>
                  </a:lnTo>
                  <a:lnTo>
                    <a:pt x="10523" y="12879"/>
                  </a:lnTo>
                  <a:lnTo>
                    <a:pt x="10804" y="12706"/>
                  </a:lnTo>
                  <a:lnTo>
                    <a:pt x="11085" y="12511"/>
                  </a:lnTo>
                  <a:lnTo>
                    <a:pt x="11345" y="12295"/>
                  </a:lnTo>
                  <a:lnTo>
                    <a:pt x="11604" y="12079"/>
                  </a:lnTo>
                  <a:lnTo>
                    <a:pt x="11841" y="11863"/>
                  </a:lnTo>
                  <a:lnTo>
                    <a:pt x="12058" y="11604"/>
                  </a:lnTo>
                  <a:lnTo>
                    <a:pt x="12295" y="11366"/>
                  </a:lnTo>
                  <a:lnTo>
                    <a:pt x="12490" y="11107"/>
                  </a:lnTo>
                  <a:lnTo>
                    <a:pt x="12684" y="10826"/>
                  </a:lnTo>
                  <a:lnTo>
                    <a:pt x="12857" y="10545"/>
                  </a:lnTo>
                  <a:lnTo>
                    <a:pt x="13030" y="10264"/>
                  </a:lnTo>
                  <a:lnTo>
                    <a:pt x="13181" y="9962"/>
                  </a:lnTo>
                  <a:lnTo>
                    <a:pt x="13332" y="9637"/>
                  </a:lnTo>
                  <a:lnTo>
                    <a:pt x="13440" y="9335"/>
                  </a:lnTo>
                  <a:lnTo>
                    <a:pt x="13548" y="9011"/>
                  </a:lnTo>
                  <a:lnTo>
                    <a:pt x="13657" y="8687"/>
                  </a:lnTo>
                  <a:lnTo>
                    <a:pt x="13721" y="8341"/>
                  </a:lnTo>
                  <a:lnTo>
                    <a:pt x="13786" y="7995"/>
                  </a:lnTo>
                  <a:lnTo>
                    <a:pt x="13829" y="7650"/>
                  </a:lnTo>
                  <a:lnTo>
                    <a:pt x="13851" y="7304"/>
                  </a:lnTo>
                  <a:lnTo>
                    <a:pt x="13873" y="6937"/>
                  </a:lnTo>
                  <a:lnTo>
                    <a:pt x="13851" y="6591"/>
                  </a:lnTo>
                  <a:lnTo>
                    <a:pt x="13829" y="6245"/>
                  </a:lnTo>
                  <a:lnTo>
                    <a:pt x="13786" y="5899"/>
                  </a:lnTo>
                  <a:lnTo>
                    <a:pt x="13721" y="5554"/>
                  </a:lnTo>
                  <a:lnTo>
                    <a:pt x="13657" y="5208"/>
                  </a:lnTo>
                  <a:lnTo>
                    <a:pt x="13548" y="4884"/>
                  </a:lnTo>
                  <a:lnTo>
                    <a:pt x="13440" y="4560"/>
                  </a:lnTo>
                  <a:lnTo>
                    <a:pt x="13332" y="4236"/>
                  </a:lnTo>
                  <a:lnTo>
                    <a:pt x="13181" y="3933"/>
                  </a:lnTo>
                  <a:lnTo>
                    <a:pt x="13030" y="3631"/>
                  </a:lnTo>
                  <a:lnTo>
                    <a:pt x="12857" y="3350"/>
                  </a:lnTo>
                  <a:lnTo>
                    <a:pt x="12684" y="3069"/>
                  </a:lnTo>
                  <a:lnTo>
                    <a:pt x="12490" y="2788"/>
                  </a:lnTo>
                  <a:lnTo>
                    <a:pt x="12295" y="2529"/>
                  </a:lnTo>
                  <a:lnTo>
                    <a:pt x="12058" y="2291"/>
                  </a:lnTo>
                  <a:lnTo>
                    <a:pt x="11841" y="2032"/>
                  </a:lnTo>
                  <a:lnTo>
                    <a:pt x="11604" y="1816"/>
                  </a:lnTo>
                  <a:lnTo>
                    <a:pt x="11345" y="1599"/>
                  </a:lnTo>
                  <a:lnTo>
                    <a:pt x="11085" y="1383"/>
                  </a:lnTo>
                  <a:lnTo>
                    <a:pt x="10804" y="1189"/>
                  </a:lnTo>
                  <a:lnTo>
                    <a:pt x="10523" y="1016"/>
                  </a:lnTo>
                  <a:lnTo>
                    <a:pt x="10243" y="843"/>
                  </a:lnTo>
                  <a:lnTo>
                    <a:pt x="9940" y="692"/>
                  </a:lnTo>
                  <a:lnTo>
                    <a:pt x="9638" y="562"/>
                  </a:lnTo>
                  <a:lnTo>
                    <a:pt x="9313" y="433"/>
                  </a:lnTo>
                  <a:lnTo>
                    <a:pt x="8989" y="325"/>
                  </a:lnTo>
                  <a:lnTo>
                    <a:pt x="8665" y="217"/>
                  </a:lnTo>
                  <a:lnTo>
                    <a:pt x="8319" y="152"/>
                  </a:lnTo>
                  <a:lnTo>
                    <a:pt x="7995" y="87"/>
                  </a:lnTo>
                  <a:lnTo>
                    <a:pt x="7650" y="44"/>
                  </a:lnTo>
                  <a:lnTo>
                    <a:pt x="7282" y="22"/>
                  </a:lnTo>
                  <a:lnTo>
                    <a:pt x="693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9" name="Google Shape;7469;p35"/>
            <p:cNvSpPr/>
            <p:nvPr/>
          </p:nvSpPr>
          <p:spPr>
            <a:xfrm>
              <a:off x="14097975" y="4377750"/>
              <a:ext cx="667175" cy="667150"/>
            </a:xfrm>
            <a:custGeom>
              <a:avLst/>
              <a:gdLst/>
              <a:ahLst/>
              <a:cxnLst/>
              <a:rect l="l" t="t" r="r" b="b"/>
              <a:pathLst>
                <a:path w="26687" h="26686" extrusionOk="0">
                  <a:moveTo>
                    <a:pt x="13333" y="1"/>
                  </a:moveTo>
                  <a:lnTo>
                    <a:pt x="12641" y="22"/>
                  </a:lnTo>
                  <a:lnTo>
                    <a:pt x="11971" y="66"/>
                  </a:lnTo>
                  <a:lnTo>
                    <a:pt x="11302" y="152"/>
                  </a:lnTo>
                  <a:lnTo>
                    <a:pt x="10653" y="260"/>
                  </a:lnTo>
                  <a:lnTo>
                    <a:pt x="10005" y="411"/>
                  </a:lnTo>
                  <a:lnTo>
                    <a:pt x="9379" y="606"/>
                  </a:lnTo>
                  <a:lnTo>
                    <a:pt x="8752" y="800"/>
                  </a:lnTo>
                  <a:lnTo>
                    <a:pt x="8147" y="1038"/>
                  </a:lnTo>
                  <a:lnTo>
                    <a:pt x="7564" y="1319"/>
                  </a:lnTo>
                  <a:lnTo>
                    <a:pt x="6980" y="1600"/>
                  </a:lnTo>
                  <a:lnTo>
                    <a:pt x="6418" y="1924"/>
                  </a:lnTo>
                  <a:lnTo>
                    <a:pt x="5878" y="2269"/>
                  </a:lnTo>
                  <a:lnTo>
                    <a:pt x="5360" y="2658"/>
                  </a:lnTo>
                  <a:lnTo>
                    <a:pt x="4841" y="3047"/>
                  </a:lnTo>
                  <a:lnTo>
                    <a:pt x="4366" y="3458"/>
                  </a:lnTo>
                  <a:lnTo>
                    <a:pt x="3912" y="3912"/>
                  </a:lnTo>
                  <a:lnTo>
                    <a:pt x="3458" y="4365"/>
                  </a:lnTo>
                  <a:lnTo>
                    <a:pt x="3048" y="4862"/>
                  </a:lnTo>
                  <a:lnTo>
                    <a:pt x="2637" y="5359"/>
                  </a:lnTo>
                  <a:lnTo>
                    <a:pt x="2270" y="5878"/>
                  </a:lnTo>
                  <a:lnTo>
                    <a:pt x="1924" y="6418"/>
                  </a:lnTo>
                  <a:lnTo>
                    <a:pt x="1600" y="6980"/>
                  </a:lnTo>
                  <a:lnTo>
                    <a:pt x="1319" y="7563"/>
                  </a:lnTo>
                  <a:lnTo>
                    <a:pt x="1038" y="8147"/>
                  </a:lnTo>
                  <a:lnTo>
                    <a:pt x="800" y="8752"/>
                  </a:lnTo>
                  <a:lnTo>
                    <a:pt x="584" y="9378"/>
                  </a:lnTo>
                  <a:lnTo>
                    <a:pt x="411" y="10005"/>
                  </a:lnTo>
                  <a:lnTo>
                    <a:pt x="260" y="10653"/>
                  </a:lnTo>
                  <a:lnTo>
                    <a:pt x="152" y="11301"/>
                  </a:lnTo>
                  <a:lnTo>
                    <a:pt x="66" y="11971"/>
                  </a:lnTo>
                  <a:lnTo>
                    <a:pt x="22" y="12663"/>
                  </a:lnTo>
                  <a:lnTo>
                    <a:pt x="1" y="13333"/>
                  </a:lnTo>
                  <a:lnTo>
                    <a:pt x="22" y="14024"/>
                  </a:lnTo>
                  <a:lnTo>
                    <a:pt x="66" y="14715"/>
                  </a:lnTo>
                  <a:lnTo>
                    <a:pt x="152" y="15364"/>
                  </a:lnTo>
                  <a:lnTo>
                    <a:pt x="260" y="16033"/>
                  </a:lnTo>
                  <a:lnTo>
                    <a:pt x="411" y="16682"/>
                  </a:lnTo>
                  <a:lnTo>
                    <a:pt x="584" y="17308"/>
                  </a:lnTo>
                  <a:lnTo>
                    <a:pt x="800" y="17935"/>
                  </a:lnTo>
                  <a:lnTo>
                    <a:pt x="1038" y="18540"/>
                  </a:lnTo>
                  <a:lnTo>
                    <a:pt x="1319" y="19123"/>
                  </a:lnTo>
                  <a:lnTo>
                    <a:pt x="1600" y="19707"/>
                  </a:lnTo>
                  <a:lnTo>
                    <a:pt x="1924" y="20269"/>
                  </a:lnTo>
                  <a:lnTo>
                    <a:pt x="2270" y="20809"/>
                  </a:lnTo>
                  <a:lnTo>
                    <a:pt x="2637" y="21327"/>
                  </a:lnTo>
                  <a:lnTo>
                    <a:pt x="3048" y="21824"/>
                  </a:lnTo>
                  <a:lnTo>
                    <a:pt x="3458" y="22321"/>
                  </a:lnTo>
                  <a:lnTo>
                    <a:pt x="3912" y="22775"/>
                  </a:lnTo>
                  <a:lnTo>
                    <a:pt x="4366" y="23229"/>
                  </a:lnTo>
                  <a:lnTo>
                    <a:pt x="4841" y="23639"/>
                  </a:lnTo>
                  <a:lnTo>
                    <a:pt x="5360" y="24028"/>
                  </a:lnTo>
                  <a:lnTo>
                    <a:pt x="5878" y="24417"/>
                  </a:lnTo>
                  <a:lnTo>
                    <a:pt x="6418" y="24763"/>
                  </a:lnTo>
                  <a:lnTo>
                    <a:pt x="6980" y="25065"/>
                  </a:lnTo>
                  <a:lnTo>
                    <a:pt x="7564" y="25368"/>
                  </a:lnTo>
                  <a:lnTo>
                    <a:pt x="8147" y="25627"/>
                  </a:lnTo>
                  <a:lnTo>
                    <a:pt x="8752" y="25887"/>
                  </a:lnTo>
                  <a:lnTo>
                    <a:pt x="9379" y="26081"/>
                  </a:lnTo>
                  <a:lnTo>
                    <a:pt x="10005" y="26275"/>
                  </a:lnTo>
                  <a:lnTo>
                    <a:pt x="10653" y="26405"/>
                  </a:lnTo>
                  <a:lnTo>
                    <a:pt x="11302" y="26535"/>
                  </a:lnTo>
                  <a:lnTo>
                    <a:pt x="11971" y="26621"/>
                  </a:lnTo>
                  <a:lnTo>
                    <a:pt x="12641" y="26664"/>
                  </a:lnTo>
                  <a:lnTo>
                    <a:pt x="13333" y="26686"/>
                  </a:lnTo>
                  <a:lnTo>
                    <a:pt x="14024" y="26664"/>
                  </a:lnTo>
                  <a:lnTo>
                    <a:pt x="14694" y="26621"/>
                  </a:lnTo>
                  <a:lnTo>
                    <a:pt x="15364" y="26535"/>
                  </a:lnTo>
                  <a:lnTo>
                    <a:pt x="16034" y="26405"/>
                  </a:lnTo>
                  <a:lnTo>
                    <a:pt x="16682" y="26275"/>
                  </a:lnTo>
                  <a:lnTo>
                    <a:pt x="17308" y="26081"/>
                  </a:lnTo>
                  <a:lnTo>
                    <a:pt x="17935" y="25887"/>
                  </a:lnTo>
                  <a:lnTo>
                    <a:pt x="18540" y="25627"/>
                  </a:lnTo>
                  <a:lnTo>
                    <a:pt x="19124" y="25368"/>
                  </a:lnTo>
                  <a:lnTo>
                    <a:pt x="19707" y="25065"/>
                  </a:lnTo>
                  <a:lnTo>
                    <a:pt x="20269" y="24763"/>
                  </a:lnTo>
                  <a:lnTo>
                    <a:pt x="20809" y="24417"/>
                  </a:lnTo>
                  <a:lnTo>
                    <a:pt x="21327" y="24028"/>
                  </a:lnTo>
                  <a:lnTo>
                    <a:pt x="21824" y="23639"/>
                  </a:lnTo>
                  <a:lnTo>
                    <a:pt x="22321" y="23229"/>
                  </a:lnTo>
                  <a:lnTo>
                    <a:pt x="22775" y="22775"/>
                  </a:lnTo>
                  <a:lnTo>
                    <a:pt x="23207" y="22321"/>
                  </a:lnTo>
                  <a:lnTo>
                    <a:pt x="23639" y="21824"/>
                  </a:lnTo>
                  <a:lnTo>
                    <a:pt x="24028" y="21327"/>
                  </a:lnTo>
                  <a:lnTo>
                    <a:pt x="24396" y="20809"/>
                  </a:lnTo>
                  <a:lnTo>
                    <a:pt x="24741" y="20269"/>
                  </a:lnTo>
                  <a:lnTo>
                    <a:pt x="25066" y="19707"/>
                  </a:lnTo>
                  <a:lnTo>
                    <a:pt x="25368" y="19123"/>
                  </a:lnTo>
                  <a:lnTo>
                    <a:pt x="25627" y="18540"/>
                  </a:lnTo>
                  <a:lnTo>
                    <a:pt x="25865" y="17935"/>
                  </a:lnTo>
                  <a:lnTo>
                    <a:pt x="26081" y="17308"/>
                  </a:lnTo>
                  <a:lnTo>
                    <a:pt x="26254" y="16682"/>
                  </a:lnTo>
                  <a:lnTo>
                    <a:pt x="26405" y="16033"/>
                  </a:lnTo>
                  <a:lnTo>
                    <a:pt x="26535" y="15364"/>
                  </a:lnTo>
                  <a:lnTo>
                    <a:pt x="26621" y="14715"/>
                  </a:lnTo>
                  <a:lnTo>
                    <a:pt x="26665" y="14024"/>
                  </a:lnTo>
                  <a:lnTo>
                    <a:pt x="26686" y="13333"/>
                  </a:lnTo>
                  <a:lnTo>
                    <a:pt x="26665" y="12663"/>
                  </a:lnTo>
                  <a:lnTo>
                    <a:pt x="26621" y="11971"/>
                  </a:lnTo>
                  <a:lnTo>
                    <a:pt x="26535" y="11301"/>
                  </a:lnTo>
                  <a:lnTo>
                    <a:pt x="26405" y="10653"/>
                  </a:lnTo>
                  <a:lnTo>
                    <a:pt x="26254" y="10005"/>
                  </a:lnTo>
                  <a:lnTo>
                    <a:pt x="26081" y="9378"/>
                  </a:lnTo>
                  <a:lnTo>
                    <a:pt x="25865" y="8752"/>
                  </a:lnTo>
                  <a:lnTo>
                    <a:pt x="25627" y="8147"/>
                  </a:lnTo>
                  <a:lnTo>
                    <a:pt x="25368" y="7563"/>
                  </a:lnTo>
                  <a:lnTo>
                    <a:pt x="25066" y="6980"/>
                  </a:lnTo>
                  <a:lnTo>
                    <a:pt x="24741" y="6418"/>
                  </a:lnTo>
                  <a:lnTo>
                    <a:pt x="24396" y="5878"/>
                  </a:lnTo>
                  <a:lnTo>
                    <a:pt x="24028" y="5359"/>
                  </a:lnTo>
                  <a:lnTo>
                    <a:pt x="23639" y="4862"/>
                  </a:lnTo>
                  <a:lnTo>
                    <a:pt x="23207" y="4365"/>
                  </a:lnTo>
                  <a:lnTo>
                    <a:pt x="22775" y="3912"/>
                  </a:lnTo>
                  <a:lnTo>
                    <a:pt x="22321" y="3458"/>
                  </a:lnTo>
                  <a:lnTo>
                    <a:pt x="21824" y="3047"/>
                  </a:lnTo>
                  <a:lnTo>
                    <a:pt x="21327" y="2658"/>
                  </a:lnTo>
                  <a:lnTo>
                    <a:pt x="20809" y="2269"/>
                  </a:lnTo>
                  <a:lnTo>
                    <a:pt x="20269" y="1924"/>
                  </a:lnTo>
                  <a:lnTo>
                    <a:pt x="19707" y="1600"/>
                  </a:lnTo>
                  <a:lnTo>
                    <a:pt x="19124" y="1319"/>
                  </a:lnTo>
                  <a:lnTo>
                    <a:pt x="18540" y="1038"/>
                  </a:lnTo>
                  <a:lnTo>
                    <a:pt x="17935" y="800"/>
                  </a:lnTo>
                  <a:lnTo>
                    <a:pt x="17308" y="606"/>
                  </a:lnTo>
                  <a:lnTo>
                    <a:pt x="16682" y="411"/>
                  </a:lnTo>
                  <a:lnTo>
                    <a:pt x="16034" y="260"/>
                  </a:lnTo>
                  <a:lnTo>
                    <a:pt x="15364" y="152"/>
                  </a:lnTo>
                  <a:lnTo>
                    <a:pt x="14694" y="66"/>
                  </a:lnTo>
                  <a:lnTo>
                    <a:pt x="14024" y="22"/>
                  </a:lnTo>
                  <a:lnTo>
                    <a:pt x="1333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0" name="Google Shape;7470;p35"/>
            <p:cNvSpPr/>
            <p:nvPr/>
          </p:nvSpPr>
          <p:spPr>
            <a:xfrm>
              <a:off x="14257875" y="4537650"/>
              <a:ext cx="346825" cy="347375"/>
            </a:xfrm>
            <a:custGeom>
              <a:avLst/>
              <a:gdLst/>
              <a:ahLst/>
              <a:cxnLst/>
              <a:rect l="l" t="t" r="r" b="b"/>
              <a:pathLst>
                <a:path w="13873" h="13895" extrusionOk="0">
                  <a:moveTo>
                    <a:pt x="6937" y="1"/>
                  </a:moveTo>
                  <a:lnTo>
                    <a:pt x="6591" y="22"/>
                  </a:lnTo>
                  <a:lnTo>
                    <a:pt x="6224" y="44"/>
                  </a:lnTo>
                  <a:lnTo>
                    <a:pt x="5878" y="87"/>
                  </a:lnTo>
                  <a:lnTo>
                    <a:pt x="5554" y="152"/>
                  </a:lnTo>
                  <a:lnTo>
                    <a:pt x="5208" y="217"/>
                  </a:lnTo>
                  <a:lnTo>
                    <a:pt x="4884" y="325"/>
                  </a:lnTo>
                  <a:lnTo>
                    <a:pt x="4560" y="433"/>
                  </a:lnTo>
                  <a:lnTo>
                    <a:pt x="4236" y="562"/>
                  </a:lnTo>
                  <a:lnTo>
                    <a:pt x="3933" y="692"/>
                  </a:lnTo>
                  <a:lnTo>
                    <a:pt x="3631" y="843"/>
                  </a:lnTo>
                  <a:lnTo>
                    <a:pt x="3350" y="1016"/>
                  </a:lnTo>
                  <a:lnTo>
                    <a:pt x="3069" y="1189"/>
                  </a:lnTo>
                  <a:lnTo>
                    <a:pt x="2788" y="1383"/>
                  </a:lnTo>
                  <a:lnTo>
                    <a:pt x="2529" y="1599"/>
                  </a:lnTo>
                  <a:lnTo>
                    <a:pt x="2269" y="1816"/>
                  </a:lnTo>
                  <a:lnTo>
                    <a:pt x="2032" y="2032"/>
                  </a:lnTo>
                  <a:lnTo>
                    <a:pt x="1816" y="2291"/>
                  </a:lnTo>
                  <a:lnTo>
                    <a:pt x="1578" y="2529"/>
                  </a:lnTo>
                  <a:lnTo>
                    <a:pt x="1384" y="2788"/>
                  </a:lnTo>
                  <a:lnTo>
                    <a:pt x="1189" y="3069"/>
                  </a:lnTo>
                  <a:lnTo>
                    <a:pt x="1016" y="3350"/>
                  </a:lnTo>
                  <a:lnTo>
                    <a:pt x="843" y="3631"/>
                  </a:lnTo>
                  <a:lnTo>
                    <a:pt x="692" y="3933"/>
                  </a:lnTo>
                  <a:lnTo>
                    <a:pt x="541" y="4236"/>
                  </a:lnTo>
                  <a:lnTo>
                    <a:pt x="433" y="4560"/>
                  </a:lnTo>
                  <a:lnTo>
                    <a:pt x="325" y="4884"/>
                  </a:lnTo>
                  <a:lnTo>
                    <a:pt x="217" y="5208"/>
                  </a:lnTo>
                  <a:lnTo>
                    <a:pt x="152" y="5554"/>
                  </a:lnTo>
                  <a:lnTo>
                    <a:pt x="87" y="5899"/>
                  </a:lnTo>
                  <a:lnTo>
                    <a:pt x="44" y="6245"/>
                  </a:lnTo>
                  <a:lnTo>
                    <a:pt x="22" y="6591"/>
                  </a:lnTo>
                  <a:lnTo>
                    <a:pt x="1" y="6937"/>
                  </a:lnTo>
                  <a:lnTo>
                    <a:pt x="22" y="7304"/>
                  </a:lnTo>
                  <a:lnTo>
                    <a:pt x="44" y="7650"/>
                  </a:lnTo>
                  <a:lnTo>
                    <a:pt x="87" y="7995"/>
                  </a:lnTo>
                  <a:lnTo>
                    <a:pt x="152" y="8341"/>
                  </a:lnTo>
                  <a:lnTo>
                    <a:pt x="217" y="8687"/>
                  </a:lnTo>
                  <a:lnTo>
                    <a:pt x="325" y="9011"/>
                  </a:lnTo>
                  <a:lnTo>
                    <a:pt x="433" y="9335"/>
                  </a:lnTo>
                  <a:lnTo>
                    <a:pt x="541" y="9637"/>
                  </a:lnTo>
                  <a:lnTo>
                    <a:pt x="692" y="9962"/>
                  </a:lnTo>
                  <a:lnTo>
                    <a:pt x="843" y="10264"/>
                  </a:lnTo>
                  <a:lnTo>
                    <a:pt x="1016" y="10545"/>
                  </a:lnTo>
                  <a:lnTo>
                    <a:pt x="1189" y="10826"/>
                  </a:lnTo>
                  <a:lnTo>
                    <a:pt x="1384" y="11107"/>
                  </a:lnTo>
                  <a:lnTo>
                    <a:pt x="1578" y="11366"/>
                  </a:lnTo>
                  <a:lnTo>
                    <a:pt x="1816" y="11604"/>
                  </a:lnTo>
                  <a:lnTo>
                    <a:pt x="2032" y="11863"/>
                  </a:lnTo>
                  <a:lnTo>
                    <a:pt x="2269" y="12079"/>
                  </a:lnTo>
                  <a:lnTo>
                    <a:pt x="2529" y="12295"/>
                  </a:lnTo>
                  <a:lnTo>
                    <a:pt x="2788" y="12511"/>
                  </a:lnTo>
                  <a:lnTo>
                    <a:pt x="3069" y="12706"/>
                  </a:lnTo>
                  <a:lnTo>
                    <a:pt x="3350" y="12879"/>
                  </a:lnTo>
                  <a:lnTo>
                    <a:pt x="3631" y="13051"/>
                  </a:lnTo>
                  <a:lnTo>
                    <a:pt x="3933" y="13203"/>
                  </a:lnTo>
                  <a:lnTo>
                    <a:pt x="4236" y="13332"/>
                  </a:lnTo>
                  <a:lnTo>
                    <a:pt x="4560" y="13462"/>
                  </a:lnTo>
                  <a:lnTo>
                    <a:pt x="4884" y="13570"/>
                  </a:lnTo>
                  <a:lnTo>
                    <a:pt x="5208" y="13656"/>
                  </a:lnTo>
                  <a:lnTo>
                    <a:pt x="5554" y="13743"/>
                  </a:lnTo>
                  <a:lnTo>
                    <a:pt x="5878" y="13808"/>
                  </a:lnTo>
                  <a:lnTo>
                    <a:pt x="6224" y="13851"/>
                  </a:lnTo>
                  <a:lnTo>
                    <a:pt x="6591" y="13873"/>
                  </a:lnTo>
                  <a:lnTo>
                    <a:pt x="6937" y="13894"/>
                  </a:lnTo>
                  <a:lnTo>
                    <a:pt x="7304" y="13873"/>
                  </a:lnTo>
                  <a:lnTo>
                    <a:pt x="7650" y="13851"/>
                  </a:lnTo>
                  <a:lnTo>
                    <a:pt x="7995" y="13808"/>
                  </a:lnTo>
                  <a:lnTo>
                    <a:pt x="8341" y="13743"/>
                  </a:lnTo>
                  <a:lnTo>
                    <a:pt x="8687" y="13656"/>
                  </a:lnTo>
                  <a:lnTo>
                    <a:pt x="9011" y="13570"/>
                  </a:lnTo>
                  <a:lnTo>
                    <a:pt x="9335" y="13462"/>
                  </a:lnTo>
                  <a:lnTo>
                    <a:pt x="9638" y="13332"/>
                  </a:lnTo>
                  <a:lnTo>
                    <a:pt x="9940" y="13203"/>
                  </a:lnTo>
                  <a:lnTo>
                    <a:pt x="10243" y="13051"/>
                  </a:lnTo>
                  <a:lnTo>
                    <a:pt x="10545" y="12879"/>
                  </a:lnTo>
                  <a:lnTo>
                    <a:pt x="10826" y="12706"/>
                  </a:lnTo>
                  <a:lnTo>
                    <a:pt x="11085" y="12511"/>
                  </a:lnTo>
                  <a:lnTo>
                    <a:pt x="11366" y="12295"/>
                  </a:lnTo>
                  <a:lnTo>
                    <a:pt x="11604" y="12079"/>
                  </a:lnTo>
                  <a:lnTo>
                    <a:pt x="11842" y="11863"/>
                  </a:lnTo>
                  <a:lnTo>
                    <a:pt x="12079" y="11604"/>
                  </a:lnTo>
                  <a:lnTo>
                    <a:pt x="12295" y="11366"/>
                  </a:lnTo>
                  <a:lnTo>
                    <a:pt x="12511" y="11107"/>
                  </a:lnTo>
                  <a:lnTo>
                    <a:pt x="12706" y="10826"/>
                  </a:lnTo>
                  <a:lnTo>
                    <a:pt x="12879" y="10545"/>
                  </a:lnTo>
                  <a:lnTo>
                    <a:pt x="13052" y="10264"/>
                  </a:lnTo>
                  <a:lnTo>
                    <a:pt x="13203" y="9962"/>
                  </a:lnTo>
                  <a:lnTo>
                    <a:pt x="13333" y="9637"/>
                  </a:lnTo>
                  <a:lnTo>
                    <a:pt x="13462" y="9335"/>
                  </a:lnTo>
                  <a:lnTo>
                    <a:pt x="13570" y="9011"/>
                  </a:lnTo>
                  <a:lnTo>
                    <a:pt x="13657" y="8687"/>
                  </a:lnTo>
                  <a:lnTo>
                    <a:pt x="13743" y="8341"/>
                  </a:lnTo>
                  <a:lnTo>
                    <a:pt x="13808" y="7995"/>
                  </a:lnTo>
                  <a:lnTo>
                    <a:pt x="13851" y="7650"/>
                  </a:lnTo>
                  <a:lnTo>
                    <a:pt x="13873" y="7304"/>
                  </a:lnTo>
                  <a:lnTo>
                    <a:pt x="13873" y="6937"/>
                  </a:lnTo>
                  <a:lnTo>
                    <a:pt x="13873" y="6591"/>
                  </a:lnTo>
                  <a:lnTo>
                    <a:pt x="13851" y="6245"/>
                  </a:lnTo>
                  <a:lnTo>
                    <a:pt x="13808" y="5899"/>
                  </a:lnTo>
                  <a:lnTo>
                    <a:pt x="13743" y="5554"/>
                  </a:lnTo>
                  <a:lnTo>
                    <a:pt x="13657" y="5208"/>
                  </a:lnTo>
                  <a:lnTo>
                    <a:pt x="13570" y="4884"/>
                  </a:lnTo>
                  <a:lnTo>
                    <a:pt x="13462" y="4560"/>
                  </a:lnTo>
                  <a:lnTo>
                    <a:pt x="13333" y="4236"/>
                  </a:lnTo>
                  <a:lnTo>
                    <a:pt x="13203" y="3933"/>
                  </a:lnTo>
                  <a:lnTo>
                    <a:pt x="13052" y="3631"/>
                  </a:lnTo>
                  <a:lnTo>
                    <a:pt x="12879" y="3350"/>
                  </a:lnTo>
                  <a:lnTo>
                    <a:pt x="12706" y="3069"/>
                  </a:lnTo>
                  <a:lnTo>
                    <a:pt x="12511" y="2788"/>
                  </a:lnTo>
                  <a:lnTo>
                    <a:pt x="12295" y="2529"/>
                  </a:lnTo>
                  <a:lnTo>
                    <a:pt x="12079" y="2291"/>
                  </a:lnTo>
                  <a:lnTo>
                    <a:pt x="11842" y="2032"/>
                  </a:lnTo>
                  <a:lnTo>
                    <a:pt x="11604" y="1816"/>
                  </a:lnTo>
                  <a:lnTo>
                    <a:pt x="11366" y="1599"/>
                  </a:lnTo>
                  <a:lnTo>
                    <a:pt x="11085" y="1383"/>
                  </a:lnTo>
                  <a:lnTo>
                    <a:pt x="10826" y="1189"/>
                  </a:lnTo>
                  <a:lnTo>
                    <a:pt x="10545" y="1016"/>
                  </a:lnTo>
                  <a:lnTo>
                    <a:pt x="10243" y="843"/>
                  </a:lnTo>
                  <a:lnTo>
                    <a:pt x="9940" y="692"/>
                  </a:lnTo>
                  <a:lnTo>
                    <a:pt x="9638" y="562"/>
                  </a:lnTo>
                  <a:lnTo>
                    <a:pt x="9335" y="433"/>
                  </a:lnTo>
                  <a:lnTo>
                    <a:pt x="9011" y="325"/>
                  </a:lnTo>
                  <a:lnTo>
                    <a:pt x="8687" y="217"/>
                  </a:lnTo>
                  <a:lnTo>
                    <a:pt x="8341" y="152"/>
                  </a:lnTo>
                  <a:lnTo>
                    <a:pt x="7995" y="87"/>
                  </a:lnTo>
                  <a:lnTo>
                    <a:pt x="7650" y="44"/>
                  </a:lnTo>
                  <a:lnTo>
                    <a:pt x="7304" y="22"/>
                  </a:lnTo>
                  <a:lnTo>
                    <a:pt x="693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1" name="Google Shape;7471;p35"/>
            <p:cNvSpPr/>
            <p:nvPr/>
          </p:nvSpPr>
          <p:spPr>
            <a:xfrm>
              <a:off x="13389250" y="3497250"/>
              <a:ext cx="435975" cy="693625"/>
            </a:xfrm>
            <a:custGeom>
              <a:avLst/>
              <a:gdLst/>
              <a:ahLst/>
              <a:cxnLst/>
              <a:rect l="l" t="t" r="r" b="b"/>
              <a:pathLst>
                <a:path w="17439" h="27745" extrusionOk="0">
                  <a:moveTo>
                    <a:pt x="17438" y="0"/>
                  </a:moveTo>
                  <a:lnTo>
                    <a:pt x="16423" y="195"/>
                  </a:lnTo>
                  <a:lnTo>
                    <a:pt x="15429" y="454"/>
                  </a:lnTo>
                  <a:lnTo>
                    <a:pt x="14478" y="713"/>
                  </a:lnTo>
                  <a:lnTo>
                    <a:pt x="13570" y="1016"/>
                  </a:lnTo>
                  <a:lnTo>
                    <a:pt x="12684" y="1318"/>
                  </a:lnTo>
                  <a:lnTo>
                    <a:pt x="11842" y="1664"/>
                  </a:lnTo>
                  <a:lnTo>
                    <a:pt x="11042" y="2031"/>
                  </a:lnTo>
                  <a:lnTo>
                    <a:pt x="10286" y="2399"/>
                  </a:lnTo>
                  <a:lnTo>
                    <a:pt x="9551" y="2809"/>
                  </a:lnTo>
                  <a:lnTo>
                    <a:pt x="8860" y="3242"/>
                  </a:lnTo>
                  <a:lnTo>
                    <a:pt x="8190" y="3674"/>
                  </a:lnTo>
                  <a:lnTo>
                    <a:pt x="7563" y="4127"/>
                  </a:lnTo>
                  <a:lnTo>
                    <a:pt x="6958" y="4603"/>
                  </a:lnTo>
                  <a:lnTo>
                    <a:pt x="6397" y="5100"/>
                  </a:lnTo>
                  <a:lnTo>
                    <a:pt x="5856" y="5618"/>
                  </a:lnTo>
                  <a:lnTo>
                    <a:pt x="5360" y="6137"/>
                  </a:lnTo>
                  <a:lnTo>
                    <a:pt x="4884" y="6656"/>
                  </a:lnTo>
                  <a:lnTo>
                    <a:pt x="4430" y="7196"/>
                  </a:lnTo>
                  <a:lnTo>
                    <a:pt x="3998" y="7757"/>
                  </a:lnTo>
                  <a:lnTo>
                    <a:pt x="3609" y="8319"/>
                  </a:lnTo>
                  <a:lnTo>
                    <a:pt x="3242" y="8881"/>
                  </a:lnTo>
                  <a:lnTo>
                    <a:pt x="2896" y="9464"/>
                  </a:lnTo>
                  <a:lnTo>
                    <a:pt x="2572" y="10048"/>
                  </a:lnTo>
                  <a:lnTo>
                    <a:pt x="2270" y="10653"/>
                  </a:lnTo>
                  <a:lnTo>
                    <a:pt x="1989" y="11236"/>
                  </a:lnTo>
                  <a:lnTo>
                    <a:pt x="1729" y="11841"/>
                  </a:lnTo>
                  <a:lnTo>
                    <a:pt x="1513" y="12446"/>
                  </a:lnTo>
                  <a:lnTo>
                    <a:pt x="1297" y="13051"/>
                  </a:lnTo>
                  <a:lnTo>
                    <a:pt x="1103" y="13656"/>
                  </a:lnTo>
                  <a:lnTo>
                    <a:pt x="930" y="14261"/>
                  </a:lnTo>
                  <a:lnTo>
                    <a:pt x="757" y="14866"/>
                  </a:lnTo>
                  <a:lnTo>
                    <a:pt x="627" y="15471"/>
                  </a:lnTo>
                  <a:lnTo>
                    <a:pt x="498" y="16076"/>
                  </a:lnTo>
                  <a:lnTo>
                    <a:pt x="390" y="16660"/>
                  </a:lnTo>
                  <a:lnTo>
                    <a:pt x="303" y="17243"/>
                  </a:lnTo>
                  <a:lnTo>
                    <a:pt x="217" y="17827"/>
                  </a:lnTo>
                  <a:lnTo>
                    <a:pt x="109" y="18972"/>
                  </a:lnTo>
                  <a:lnTo>
                    <a:pt x="44" y="20095"/>
                  </a:lnTo>
                  <a:lnTo>
                    <a:pt x="1" y="21154"/>
                  </a:lnTo>
                  <a:lnTo>
                    <a:pt x="1" y="22170"/>
                  </a:lnTo>
                  <a:lnTo>
                    <a:pt x="44" y="23120"/>
                  </a:lnTo>
                  <a:lnTo>
                    <a:pt x="109" y="24006"/>
                  </a:lnTo>
                  <a:lnTo>
                    <a:pt x="174" y="24827"/>
                  </a:lnTo>
                  <a:lnTo>
                    <a:pt x="260" y="25541"/>
                  </a:lnTo>
                  <a:lnTo>
                    <a:pt x="347" y="26189"/>
                  </a:lnTo>
                  <a:lnTo>
                    <a:pt x="433" y="26729"/>
                  </a:lnTo>
                  <a:lnTo>
                    <a:pt x="563" y="27485"/>
                  </a:lnTo>
                  <a:lnTo>
                    <a:pt x="627" y="27744"/>
                  </a:lnTo>
                  <a:lnTo>
                    <a:pt x="17438" y="27744"/>
                  </a:lnTo>
                  <a:lnTo>
                    <a:pt x="17438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2" name="Google Shape;7472;p35"/>
            <p:cNvSpPr/>
            <p:nvPr/>
          </p:nvSpPr>
          <p:spPr>
            <a:xfrm>
              <a:off x="13389250" y="3497250"/>
              <a:ext cx="435975" cy="693625"/>
            </a:xfrm>
            <a:custGeom>
              <a:avLst/>
              <a:gdLst/>
              <a:ahLst/>
              <a:cxnLst/>
              <a:rect l="l" t="t" r="r" b="b"/>
              <a:pathLst>
                <a:path w="17439" h="27745" fill="none" extrusionOk="0">
                  <a:moveTo>
                    <a:pt x="627" y="27744"/>
                  </a:moveTo>
                  <a:lnTo>
                    <a:pt x="627" y="27744"/>
                  </a:lnTo>
                  <a:lnTo>
                    <a:pt x="563" y="27485"/>
                  </a:lnTo>
                  <a:lnTo>
                    <a:pt x="433" y="26729"/>
                  </a:lnTo>
                  <a:lnTo>
                    <a:pt x="347" y="26189"/>
                  </a:lnTo>
                  <a:lnTo>
                    <a:pt x="260" y="25541"/>
                  </a:lnTo>
                  <a:lnTo>
                    <a:pt x="174" y="24827"/>
                  </a:lnTo>
                  <a:lnTo>
                    <a:pt x="109" y="24006"/>
                  </a:lnTo>
                  <a:lnTo>
                    <a:pt x="44" y="23120"/>
                  </a:lnTo>
                  <a:lnTo>
                    <a:pt x="1" y="22170"/>
                  </a:lnTo>
                  <a:lnTo>
                    <a:pt x="1" y="21154"/>
                  </a:lnTo>
                  <a:lnTo>
                    <a:pt x="44" y="20095"/>
                  </a:lnTo>
                  <a:lnTo>
                    <a:pt x="109" y="18972"/>
                  </a:lnTo>
                  <a:lnTo>
                    <a:pt x="217" y="17827"/>
                  </a:lnTo>
                  <a:lnTo>
                    <a:pt x="303" y="17243"/>
                  </a:lnTo>
                  <a:lnTo>
                    <a:pt x="390" y="16660"/>
                  </a:lnTo>
                  <a:lnTo>
                    <a:pt x="498" y="16076"/>
                  </a:lnTo>
                  <a:lnTo>
                    <a:pt x="627" y="15471"/>
                  </a:lnTo>
                  <a:lnTo>
                    <a:pt x="757" y="14866"/>
                  </a:lnTo>
                  <a:lnTo>
                    <a:pt x="930" y="14261"/>
                  </a:lnTo>
                  <a:lnTo>
                    <a:pt x="1103" y="13656"/>
                  </a:lnTo>
                  <a:lnTo>
                    <a:pt x="1297" y="13051"/>
                  </a:lnTo>
                  <a:lnTo>
                    <a:pt x="1513" y="12446"/>
                  </a:lnTo>
                  <a:lnTo>
                    <a:pt x="1729" y="11841"/>
                  </a:lnTo>
                  <a:lnTo>
                    <a:pt x="1989" y="11236"/>
                  </a:lnTo>
                  <a:lnTo>
                    <a:pt x="2270" y="10653"/>
                  </a:lnTo>
                  <a:lnTo>
                    <a:pt x="2572" y="10048"/>
                  </a:lnTo>
                  <a:lnTo>
                    <a:pt x="2896" y="9464"/>
                  </a:lnTo>
                  <a:lnTo>
                    <a:pt x="3242" y="8881"/>
                  </a:lnTo>
                  <a:lnTo>
                    <a:pt x="3609" y="8319"/>
                  </a:lnTo>
                  <a:lnTo>
                    <a:pt x="3998" y="7757"/>
                  </a:lnTo>
                  <a:lnTo>
                    <a:pt x="4430" y="7196"/>
                  </a:lnTo>
                  <a:lnTo>
                    <a:pt x="4884" y="6656"/>
                  </a:lnTo>
                  <a:lnTo>
                    <a:pt x="5360" y="6137"/>
                  </a:lnTo>
                  <a:lnTo>
                    <a:pt x="5856" y="5618"/>
                  </a:lnTo>
                  <a:lnTo>
                    <a:pt x="6397" y="5100"/>
                  </a:lnTo>
                  <a:lnTo>
                    <a:pt x="6958" y="4603"/>
                  </a:lnTo>
                  <a:lnTo>
                    <a:pt x="7563" y="4127"/>
                  </a:lnTo>
                  <a:lnTo>
                    <a:pt x="8190" y="3674"/>
                  </a:lnTo>
                  <a:lnTo>
                    <a:pt x="8860" y="3242"/>
                  </a:lnTo>
                  <a:lnTo>
                    <a:pt x="9551" y="2809"/>
                  </a:lnTo>
                  <a:lnTo>
                    <a:pt x="10286" y="2399"/>
                  </a:lnTo>
                  <a:lnTo>
                    <a:pt x="11042" y="2031"/>
                  </a:lnTo>
                  <a:lnTo>
                    <a:pt x="11842" y="1664"/>
                  </a:lnTo>
                  <a:lnTo>
                    <a:pt x="12684" y="1318"/>
                  </a:lnTo>
                  <a:lnTo>
                    <a:pt x="13570" y="1016"/>
                  </a:lnTo>
                  <a:lnTo>
                    <a:pt x="14478" y="713"/>
                  </a:lnTo>
                  <a:lnTo>
                    <a:pt x="15429" y="454"/>
                  </a:lnTo>
                  <a:lnTo>
                    <a:pt x="16423" y="195"/>
                  </a:lnTo>
                  <a:lnTo>
                    <a:pt x="17438" y="0"/>
                  </a:lnTo>
                  <a:lnTo>
                    <a:pt x="17438" y="27744"/>
                  </a:lnTo>
                  <a:lnTo>
                    <a:pt x="627" y="2774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3" name="Google Shape;7473;p35"/>
            <p:cNvSpPr/>
            <p:nvPr/>
          </p:nvSpPr>
          <p:spPr>
            <a:xfrm>
              <a:off x="13402775" y="3582600"/>
              <a:ext cx="422450" cy="608275"/>
            </a:xfrm>
            <a:custGeom>
              <a:avLst/>
              <a:gdLst/>
              <a:ahLst/>
              <a:cxnLst/>
              <a:rect l="l" t="t" r="r" b="b"/>
              <a:pathLst>
                <a:path w="16898" h="24331" extrusionOk="0">
                  <a:moveTo>
                    <a:pt x="16897" y="0"/>
                  </a:moveTo>
                  <a:lnTo>
                    <a:pt x="16292" y="130"/>
                  </a:lnTo>
                  <a:lnTo>
                    <a:pt x="15687" y="303"/>
                  </a:lnTo>
                  <a:lnTo>
                    <a:pt x="15082" y="476"/>
                  </a:lnTo>
                  <a:lnTo>
                    <a:pt x="14499" y="670"/>
                  </a:lnTo>
                  <a:lnTo>
                    <a:pt x="14585" y="1426"/>
                  </a:lnTo>
                  <a:lnTo>
                    <a:pt x="14650" y="2161"/>
                  </a:lnTo>
                  <a:lnTo>
                    <a:pt x="14693" y="2939"/>
                  </a:lnTo>
                  <a:lnTo>
                    <a:pt x="14715" y="3695"/>
                  </a:lnTo>
                  <a:lnTo>
                    <a:pt x="14693" y="4560"/>
                  </a:lnTo>
                  <a:lnTo>
                    <a:pt x="14628" y="5424"/>
                  </a:lnTo>
                  <a:lnTo>
                    <a:pt x="14542" y="6288"/>
                  </a:lnTo>
                  <a:lnTo>
                    <a:pt x="14434" y="7131"/>
                  </a:lnTo>
                  <a:lnTo>
                    <a:pt x="14261" y="7952"/>
                  </a:lnTo>
                  <a:lnTo>
                    <a:pt x="14088" y="8795"/>
                  </a:lnTo>
                  <a:lnTo>
                    <a:pt x="13850" y="9594"/>
                  </a:lnTo>
                  <a:lnTo>
                    <a:pt x="13613" y="10394"/>
                  </a:lnTo>
                  <a:lnTo>
                    <a:pt x="13310" y="11193"/>
                  </a:lnTo>
                  <a:lnTo>
                    <a:pt x="13008" y="11949"/>
                  </a:lnTo>
                  <a:lnTo>
                    <a:pt x="12662" y="12706"/>
                  </a:lnTo>
                  <a:lnTo>
                    <a:pt x="12295" y="13462"/>
                  </a:lnTo>
                  <a:lnTo>
                    <a:pt x="11884" y="14175"/>
                  </a:lnTo>
                  <a:lnTo>
                    <a:pt x="11474" y="14888"/>
                  </a:lnTo>
                  <a:lnTo>
                    <a:pt x="11020" y="15579"/>
                  </a:lnTo>
                  <a:lnTo>
                    <a:pt x="10545" y="16249"/>
                  </a:lnTo>
                  <a:lnTo>
                    <a:pt x="10026" y="16919"/>
                  </a:lnTo>
                  <a:lnTo>
                    <a:pt x="9507" y="17546"/>
                  </a:lnTo>
                  <a:lnTo>
                    <a:pt x="8946" y="18172"/>
                  </a:lnTo>
                  <a:lnTo>
                    <a:pt x="8384" y="18756"/>
                  </a:lnTo>
                  <a:lnTo>
                    <a:pt x="7779" y="19339"/>
                  </a:lnTo>
                  <a:lnTo>
                    <a:pt x="7174" y="19879"/>
                  </a:lnTo>
                  <a:lnTo>
                    <a:pt x="6526" y="20398"/>
                  </a:lnTo>
                  <a:lnTo>
                    <a:pt x="5877" y="20916"/>
                  </a:lnTo>
                  <a:lnTo>
                    <a:pt x="5207" y="21392"/>
                  </a:lnTo>
                  <a:lnTo>
                    <a:pt x="4516" y="21846"/>
                  </a:lnTo>
                  <a:lnTo>
                    <a:pt x="3803" y="22256"/>
                  </a:lnTo>
                  <a:lnTo>
                    <a:pt x="3068" y="22667"/>
                  </a:lnTo>
                  <a:lnTo>
                    <a:pt x="2334" y="23034"/>
                  </a:lnTo>
                  <a:lnTo>
                    <a:pt x="1577" y="23380"/>
                  </a:lnTo>
                  <a:lnTo>
                    <a:pt x="800" y="23682"/>
                  </a:lnTo>
                  <a:lnTo>
                    <a:pt x="0" y="23963"/>
                  </a:lnTo>
                  <a:lnTo>
                    <a:pt x="86" y="24330"/>
                  </a:lnTo>
                  <a:lnTo>
                    <a:pt x="16897" y="24330"/>
                  </a:lnTo>
                  <a:lnTo>
                    <a:pt x="16897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4" name="Google Shape;7474;p35"/>
            <p:cNvSpPr/>
            <p:nvPr/>
          </p:nvSpPr>
          <p:spPr>
            <a:xfrm>
              <a:off x="13402775" y="3582600"/>
              <a:ext cx="422450" cy="608275"/>
            </a:xfrm>
            <a:custGeom>
              <a:avLst/>
              <a:gdLst/>
              <a:ahLst/>
              <a:cxnLst/>
              <a:rect l="l" t="t" r="r" b="b"/>
              <a:pathLst>
                <a:path w="16898" h="24331" fill="none" extrusionOk="0">
                  <a:moveTo>
                    <a:pt x="16897" y="0"/>
                  </a:moveTo>
                  <a:lnTo>
                    <a:pt x="16897" y="0"/>
                  </a:lnTo>
                  <a:lnTo>
                    <a:pt x="16292" y="130"/>
                  </a:lnTo>
                  <a:lnTo>
                    <a:pt x="15687" y="303"/>
                  </a:lnTo>
                  <a:lnTo>
                    <a:pt x="15082" y="476"/>
                  </a:lnTo>
                  <a:lnTo>
                    <a:pt x="14499" y="670"/>
                  </a:lnTo>
                  <a:lnTo>
                    <a:pt x="14499" y="670"/>
                  </a:lnTo>
                  <a:lnTo>
                    <a:pt x="14585" y="1426"/>
                  </a:lnTo>
                  <a:lnTo>
                    <a:pt x="14650" y="2161"/>
                  </a:lnTo>
                  <a:lnTo>
                    <a:pt x="14693" y="2939"/>
                  </a:lnTo>
                  <a:lnTo>
                    <a:pt x="14715" y="3695"/>
                  </a:lnTo>
                  <a:lnTo>
                    <a:pt x="14715" y="3695"/>
                  </a:lnTo>
                  <a:lnTo>
                    <a:pt x="14693" y="4560"/>
                  </a:lnTo>
                  <a:lnTo>
                    <a:pt x="14628" y="5424"/>
                  </a:lnTo>
                  <a:lnTo>
                    <a:pt x="14542" y="6288"/>
                  </a:lnTo>
                  <a:lnTo>
                    <a:pt x="14434" y="7131"/>
                  </a:lnTo>
                  <a:lnTo>
                    <a:pt x="14261" y="7952"/>
                  </a:lnTo>
                  <a:lnTo>
                    <a:pt x="14088" y="8795"/>
                  </a:lnTo>
                  <a:lnTo>
                    <a:pt x="13850" y="9594"/>
                  </a:lnTo>
                  <a:lnTo>
                    <a:pt x="13613" y="10394"/>
                  </a:lnTo>
                  <a:lnTo>
                    <a:pt x="13310" y="11193"/>
                  </a:lnTo>
                  <a:lnTo>
                    <a:pt x="13008" y="11949"/>
                  </a:lnTo>
                  <a:lnTo>
                    <a:pt x="12662" y="12706"/>
                  </a:lnTo>
                  <a:lnTo>
                    <a:pt x="12295" y="13462"/>
                  </a:lnTo>
                  <a:lnTo>
                    <a:pt x="11884" y="14175"/>
                  </a:lnTo>
                  <a:lnTo>
                    <a:pt x="11474" y="14888"/>
                  </a:lnTo>
                  <a:lnTo>
                    <a:pt x="11020" y="15579"/>
                  </a:lnTo>
                  <a:lnTo>
                    <a:pt x="10545" y="16249"/>
                  </a:lnTo>
                  <a:lnTo>
                    <a:pt x="10026" y="16919"/>
                  </a:lnTo>
                  <a:lnTo>
                    <a:pt x="9507" y="17546"/>
                  </a:lnTo>
                  <a:lnTo>
                    <a:pt x="8946" y="18172"/>
                  </a:lnTo>
                  <a:lnTo>
                    <a:pt x="8384" y="18756"/>
                  </a:lnTo>
                  <a:lnTo>
                    <a:pt x="7779" y="19339"/>
                  </a:lnTo>
                  <a:lnTo>
                    <a:pt x="7174" y="19879"/>
                  </a:lnTo>
                  <a:lnTo>
                    <a:pt x="6526" y="20398"/>
                  </a:lnTo>
                  <a:lnTo>
                    <a:pt x="5877" y="20916"/>
                  </a:lnTo>
                  <a:lnTo>
                    <a:pt x="5207" y="21392"/>
                  </a:lnTo>
                  <a:lnTo>
                    <a:pt x="4516" y="21846"/>
                  </a:lnTo>
                  <a:lnTo>
                    <a:pt x="3803" y="22256"/>
                  </a:lnTo>
                  <a:lnTo>
                    <a:pt x="3068" y="22667"/>
                  </a:lnTo>
                  <a:lnTo>
                    <a:pt x="2334" y="23034"/>
                  </a:lnTo>
                  <a:lnTo>
                    <a:pt x="1577" y="23380"/>
                  </a:lnTo>
                  <a:lnTo>
                    <a:pt x="800" y="23682"/>
                  </a:lnTo>
                  <a:lnTo>
                    <a:pt x="0" y="23963"/>
                  </a:lnTo>
                  <a:lnTo>
                    <a:pt x="0" y="23963"/>
                  </a:lnTo>
                  <a:lnTo>
                    <a:pt x="86" y="24330"/>
                  </a:lnTo>
                  <a:lnTo>
                    <a:pt x="16897" y="24330"/>
                  </a:lnTo>
                  <a:lnTo>
                    <a:pt x="16897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5" name="Google Shape;7475;p35"/>
            <p:cNvSpPr/>
            <p:nvPr/>
          </p:nvSpPr>
          <p:spPr>
            <a:xfrm>
              <a:off x="13825200" y="3497250"/>
              <a:ext cx="6500" cy="83750"/>
            </a:xfrm>
            <a:custGeom>
              <a:avLst/>
              <a:gdLst/>
              <a:ahLst/>
              <a:cxnLst/>
              <a:rect l="l" t="t" r="r" b="b"/>
              <a:pathLst>
                <a:path w="260" h="3350" extrusionOk="0">
                  <a:moveTo>
                    <a:pt x="259" y="0"/>
                  </a:moveTo>
                  <a:lnTo>
                    <a:pt x="259" y="0"/>
                  </a:lnTo>
                  <a:lnTo>
                    <a:pt x="0" y="44"/>
                  </a:lnTo>
                  <a:lnTo>
                    <a:pt x="0" y="44"/>
                  </a:lnTo>
                  <a:lnTo>
                    <a:pt x="0" y="44"/>
                  </a:lnTo>
                  <a:lnTo>
                    <a:pt x="259" y="0"/>
                  </a:lnTo>
                  <a:lnTo>
                    <a:pt x="259" y="3350"/>
                  </a:lnTo>
                  <a:lnTo>
                    <a:pt x="259" y="3350"/>
                  </a:lnTo>
                  <a:lnTo>
                    <a:pt x="259" y="0"/>
                  </a:lnTo>
                  <a:close/>
                </a:path>
              </a:pathLst>
            </a:custGeom>
            <a:solidFill>
              <a:srgbClr val="AB0D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6" name="Google Shape;7476;p35"/>
            <p:cNvSpPr/>
            <p:nvPr/>
          </p:nvSpPr>
          <p:spPr>
            <a:xfrm>
              <a:off x="13825200" y="3497250"/>
              <a:ext cx="6500" cy="83750"/>
            </a:xfrm>
            <a:custGeom>
              <a:avLst/>
              <a:gdLst/>
              <a:ahLst/>
              <a:cxnLst/>
              <a:rect l="l" t="t" r="r" b="b"/>
              <a:pathLst>
                <a:path w="260" h="3350" fill="none" extrusionOk="0">
                  <a:moveTo>
                    <a:pt x="259" y="0"/>
                  </a:moveTo>
                  <a:lnTo>
                    <a:pt x="259" y="0"/>
                  </a:lnTo>
                  <a:lnTo>
                    <a:pt x="0" y="44"/>
                  </a:lnTo>
                  <a:lnTo>
                    <a:pt x="0" y="44"/>
                  </a:lnTo>
                  <a:lnTo>
                    <a:pt x="0" y="44"/>
                  </a:lnTo>
                  <a:lnTo>
                    <a:pt x="259" y="0"/>
                  </a:lnTo>
                  <a:lnTo>
                    <a:pt x="259" y="3350"/>
                  </a:lnTo>
                  <a:lnTo>
                    <a:pt x="259" y="3350"/>
                  </a:lnTo>
                  <a:lnTo>
                    <a:pt x="25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7" name="Google Shape;7477;p35"/>
            <p:cNvSpPr/>
            <p:nvPr/>
          </p:nvSpPr>
          <p:spPr>
            <a:xfrm>
              <a:off x="13390875" y="3498325"/>
              <a:ext cx="434350" cy="679575"/>
            </a:xfrm>
            <a:custGeom>
              <a:avLst/>
              <a:gdLst/>
              <a:ahLst/>
              <a:cxnLst/>
              <a:rect l="l" t="t" r="r" b="b"/>
              <a:pathLst>
                <a:path w="17374" h="27183" extrusionOk="0">
                  <a:moveTo>
                    <a:pt x="17373" y="1"/>
                  </a:moveTo>
                  <a:lnTo>
                    <a:pt x="16444" y="195"/>
                  </a:lnTo>
                  <a:lnTo>
                    <a:pt x="15558" y="411"/>
                  </a:lnTo>
                  <a:lnTo>
                    <a:pt x="15072" y="557"/>
                  </a:lnTo>
                  <a:lnTo>
                    <a:pt x="15072" y="557"/>
                  </a:lnTo>
                  <a:lnTo>
                    <a:pt x="15753" y="368"/>
                  </a:lnTo>
                  <a:lnTo>
                    <a:pt x="16552" y="173"/>
                  </a:lnTo>
                  <a:lnTo>
                    <a:pt x="17373" y="1"/>
                  </a:lnTo>
                  <a:close/>
                  <a:moveTo>
                    <a:pt x="15072" y="557"/>
                  </a:moveTo>
                  <a:lnTo>
                    <a:pt x="14975" y="584"/>
                  </a:lnTo>
                  <a:lnTo>
                    <a:pt x="14823" y="632"/>
                  </a:lnTo>
                  <a:lnTo>
                    <a:pt x="14823" y="632"/>
                  </a:lnTo>
                  <a:lnTo>
                    <a:pt x="15072" y="557"/>
                  </a:lnTo>
                  <a:close/>
                  <a:moveTo>
                    <a:pt x="14823" y="632"/>
                  </a:moveTo>
                  <a:lnTo>
                    <a:pt x="14694" y="670"/>
                  </a:lnTo>
                  <a:lnTo>
                    <a:pt x="13851" y="930"/>
                  </a:lnTo>
                  <a:lnTo>
                    <a:pt x="13052" y="1211"/>
                  </a:lnTo>
                  <a:lnTo>
                    <a:pt x="12295" y="1513"/>
                  </a:lnTo>
                  <a:lnTo>
                    <a:pt x="11539" y="1837"/>
                  </a:lnTo>
                  <a:lnTo>
                    <a:pt x="10848" y="2183"/>
                  </a:lnTo>
                  <a:lnTo>
                    <a:pt x="10156" y="2529"/>
                  </a:lnTo>
                  <a:lnTo>
                    <a:pt x="9508" y="2918"/>
                  </a:lnTo>
                  <a:lnTo>
                    <a:pt x="8881" y="3307"/>
                  </a:lnTo>
                  <a:lnTo>
                    <a:pt x="8276" y="3695"/>
                  </a:lnTo>
                  <a:lnTo>
                    <a:pt x="7715" y="4128"/>
                  </a:lnTo>
                  <a:lnTo>
                    <a:pt x="7153" y="4560"/>
                  </a:lnTo>
                  <a:lnTo>
                    <a:pt x="6634" y="4992"/>
                  </a:lnTo>
                  <a:lnTo>
                    <a:pt x="6137" y="5446"/>
                  </a:lnTo>
                  <a:lnTo>
                    <a:pt x="5662" y="5921"/>
                  </a:lnTo>
                  <a:lnTo>
                    <a:pt x="5230" y="6396"/>
                  </a:lnTo>
                  <a:lnTo>
                    <a:pt x="4798" y="6893"/>
                  </a:lnTo>
                  <a:lnTo>
                    <a:pt x="4387" y="7390"/>
                  </a:lnTo>
                  <a:lnTo>
                    <a:pt x="4020" y="7887"/>
                  </a:lnTo>
                  <a:lnTo>
                    <a:pt x="3652" y="8406"/>
                  </a:lnTo>
                  <a:lnTo>
                    <a:pt x="3328" y="8925"/>
                  </a:lnTo>
                  <a:lnTo>
                    <a:pt x="3004" y="9443"/>
                  </a:lnTo>
                  <a:lnTo>
                    <a:pt x="2702" y="9983"/>
                  </a:lnTo>
                  <a:lnTo>
                    <a:pt x="2421" y="10523"/>
                  </a:lnTo>
                  <a:lnTo>
                    <a:pt x="2161" y="11064"/>
                  </a:lnTo>
                  <a:lnTo>
                    <a:pt x="1924" y="11604"/>
                  </a:lnTo>
                  <a:lnTo>
                    <a:pt x="1708" y="12144"/>
                  </a:lnTo>
                  <a:lnTo>
                    <a:pt x="1492" y="12706"/>
                  </a:lnTo>
                  <a:lnTo>
                    <a:pt x="1297" y="13246"/>
                  </a:lnTo>
                  <a:lnTo>
                    <a:pt x="1124" y="13808"/>
                  </a:lnTo>
                  <a:lnTo>
                    <a:pt x="973" y="14348"/>
                  </a:lnTo>
                  <a:lnTo>
                    <a:pt x="822" y="14888"/>
                  </a:lnTo>
                  <a:lnTo>
                    <a:pt x="562" y="15990"/>
                  </a:lnTo>
                  <a:lnTo>
                    <a:pt x="368" y="17071"/>
                  </a:lnTo>
                  <a:lnTo>
                    <a:pt x="217" y="18129"/>
                  </a:lnTo>
                  <a:lnTo>
                    <a:pt x="109" y="19145"/>
                  </a:lnTo>
                  <a:lnTo>
                    <a:pt x="44" y="20160"/>
                  </a:lnTo>
                  <a:lnTo>
                    <a:pt x="1" y="21111"/>
                  </a:lnTo>
                  <a:lnTo>
                    <a:pt x="1" y="22040"/>
                  </a:lnTo>
                  <a:lnTo>
                    <a:pt x="22" y="22905"/>
                  </a:lnTo>
                  <a:lnTo>
                    <a:pt x="66" y="23726"/>
                  </a:lnTo>
                  <a:lnTo>
                    <a:pt x="109" y="24504"/>
                  </a:lnTo>
                  <a:lnTo>
                    <a:pt x="174" y="25195"/>
                  </a:lnTo>
                  <a:lnTo>
                    <a:pt x="325" y="26362"/>
                  </a:lnTo>
                  <a:lnTo>
                    <a:pt x="454" y="27183"/>
                  </a:lnTo>
                  <a:lnTo>
                    <a:pt x="390" y="26513"/>
                  </a:lnTo>
                  <a:lnTo>
                    <a:pt x="325" y="25843"/>
                  </a:lnTo>
                  <a:lnTo>
                    <a:pt x="282" y="25173"/>
                  </a:lnTo>
                  <a:lnTo>
                    <a:pt x="282" y="24504"/>
                  </a:lnTo>
                  <a:lnTo>
                    <a:pt x="303" y="23618"/>
                  </a:lnTo>
                  <a:lnTo>
                    <a:pt x="346" y="22753"/>
                  </a:lnTo>
                  <a:lnTo>
                    <a:pt x="433" y="21911"/>
                  </a:lnTo>
                  <a:lnTo>
                    <a:pt x="562" y="21046"/>
                  </a:lnTo>
                  <a:lnTo>
                    <a:pt x="714" y="20204"/>
                  </a:lnTo>
                  <a:lnTo>
                    <a:pt x="908" y="19383"/>
                  </a:lnTo>
                  <a:lnTo>
                    <a:pt x="1124" y="18561"/>
                  </a:lnTo>
                  <a:lnTo>
                    <a:pt x="1384" y="17762"/>
                  </a:lnTo>
                  <a:lnTo>
                    <a:pt x="1664" y="16984"/>
                  </a:lnTo>
                  <a:lnTo>
                    <a:pt x="1989" y="16206"/>
                  </a:lnTo>
                  <a:lnTo>
                    <a:pt x="2313" y="15428"/>
                  </a:lnTo>
                  <a:lnTo>
                    <a:pt x="2702" y="14694"/>
                  </a:lnTo>
                  <a:lnTo>
                    <a:pt x="3091" y="13959"/>
                  </a:lnTo>
                  <a:lnTo>
                    <a:pt x="3523" y="13246"/>
                  </a:lnTo>
                  <a:lnTo>
                    <a:pt x="3976" y="12533"/>
                  </a:lnTo>
                  <a:lnTo>
                    <a:pt x="4452" y="11863"/>
                  </a:lnTo>
                  <a:lnTo>
                    <a:pt x="4949" y="11193"/>
                  </a:lnTo>
                  <a:lnTo>
                    <a:pt x="5467" y="10567"/>
                  </a:lnTo>
                  <a:lnTo>
                    <a:pt x="6029" y="9940"/>
                  </a:lnTo>
                  <a:lnTo>
                    <a:pt x="6591" y="9335"/>
                  </a:lnTo>
                  <a:lnTo>
                    <a:pt x="7196" y="8752"/>
                  </a:lnTo>
                  <a:lnTo>
                    <a:pt x="7801" y="8211"/>
                  </a:lnTo>
                  <a:lnTo>
                    <a:pt x="8449" y="7671"/>
                  </a:lnTo>
                  <a:lnTo>
                    <a:pt x="9097" y="7174"/>
                  </a:lnTo>
                  <a:lnTo>
                    <a:pt x="9767" y="6677"/>
                  </a:lnTo>
                  <a:lnTo>
                    <a:pt x="10459" y="6224"/>
                  </a:lnTo>
                  <a:lnTo>
                    <a:pt x="11172" y="5791"/>
                  </a:lnTo>
                  <a:lnTo>
                    <a:pt x="11906" y="5381"/>
                  </a:lnTo>
                  <a:lnTo>
                    <a:pt x="12641" y="5014"/>
                  </a:lnTo>
                  <a:lnTo>
                    <a:pt x="13397" y="4646"/>
                  </a:lnTo>
                  <a:lnTo>
                    <a:pt x="14175" y="4344"/>
                  </a:lnTo>
                  <a:lnTo>
                    <a:pt x="14975" y="4041"/>
                  </a:lnTo>
                  <a:lnTo>
                    <a:pt x="14823" y="3220"/>
                  </a:lnTo>
                  <a:lnTo>
                    <a:pt x="14651" y="2399"/>
                  </a:lnTo>
                  <a:lnTo>
                    <a:pt x="14456" y="1600"/>
                  </a:lnTo>
                  <a:lnTo>
                    <a:pt x="14218" y="822"/>
                  </a:lnTo>
                  <a:lnTo>
                    <a:pt x="14823" y="632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8" name="Google Shape;7478;p35"/>
            <p:cNvSpPr/>
            <p:nvPr/>
          </p:nvSpPr>
          <p:spPr>
            <a:xfrm>
              <a:off x="13390875" y="3498325"/>
              <a:ext cx="434350" cy="679575"/>
            </a:xfrm>
            <a:custGeom>
              <a:avLst/>
              <a:gdLst/>
              <a:ahLst/>
              <a:cxnLst/>
              <a:rect l="l" t="t" r="r" b="b"/>
              <a:pathLst>
                <a:path w="17374" h="27183" fill="none" extrusionOk="0">
                  <a:moveTo>
                    <a:pt x="17373" y="1"/>
                  </a:moveTo>
                  <a:lnTo>
                    <a:pt x="17373" y="1"/>
                  </a:lnTo>
                  <a:lnTo>
                    <a:pt x="16444" y="195"/>
                  </a:lnTo>
                  <a:lnTo>
                    <a:pt x="15558" y="411"/>
                  </a:lnTo>
                  <a:lnTo>
                    <a:pt x="14694" y="670"/>
                  </a:lnTo>
                  <a:lnTo>
                    <a:pt x="13851" y="930"/>
                  </a:lnTo>
                  <a:lnTo>
                    <a:pt x="13052" y="1211"/>
                  </a:lnTo>
                  <a:lnTo>
                    <a:pt x="12295" y="1513"/>
                  </a:lnTo>
                  <a:lnTo>
                    <a:pt x="11539" y="1837"/>
                  </a:lnTo>
                  <a:lnTo>
                    <a:pt x="10848" y="2183"/>
                  </a:lnTo>
                  <a:lnTo>
                    <a:pt x="10156" y="2529"/>
                  </a:lnTo>
                  <a:lnTo>
                    <a:pt x="9508" y="2918"/>
                  </a:lnTo>
                  <a:lnTo>
                    <a:pt x="8881" y="3307"/>
                  </a:lnTo>
                  <a:lnTo>
                    <a:pt x="8276" y="3695"/>
                  </a:lnTo>
                  <a:lnTo>
                    <a:pt x="7715" y="4128"/>
                  </a:lnTo>
                  <a:lnTo>
                    <a:pt x="7153" y="4560"/>
                  </a:lnTo>
                  <a:lnTo>
                    <a:pt x="6634" y="4992"/>
                  </a:lnTo>
                  <a:lnTo>
                    <a:pt x="6137" y="5446"/>
                  </a:lnTo>
                  <a:lnTo>
                    <a:pt x="5662" y="5921"/>
                  </a:lnTo>
                  <a:lnTo>
                    <a:pt x="5230" y="6396"/>
                  </a:lnTo>
                  <a:lnTo>
                    <a:pt x="4798" y="6893"/>
                  </a:lnTo>
                  <a:lnTo>
                    <a:pt x="4387" y="7390"/>
                  </a:lnTo>
                  <a:lnTo>
                    <a:pt x="4020" y="7887"/>
                  </a:lnTo>
                  <a:lnTo>
                    <a:pt x="3652" y="8406"/>
                  </a:lnTo>
                  <a:lnTo>
                    <a:pt x="3328" y="8925"/>
                  </a:lnTo>
                  <a:lnTo>
                    <a:pt x="3004" y="9443"/>
                  </a:lnTo>
                  <a:lnTo>
                    <a:pt x="2702" y="9983"/>
                  </a:lnTo>
                  <a:lnTo>
                    <a:pt x="2421" y="10523"/>
                  </a:lnTo>
                  <a:lnTo>
                    <a:pt x="2161" y="11064"/>
                  </a:lnTo>
                  <a:lnTo>
                    <a:pt x="1924" y="11604"/>
                  </a:lnTo>
                  <a:lnTo>
                    <a:pt x="1708" y="12144"/>
                  </a:lnTo>
                  <a:lnTo>
                    <a:pt x="1492" y="12706"/>
                  </a:lnTo>
                  <a:lnTo>
                    <a:pt x="1297" y="13246"/>
                  </a:lnTo>
                  <a:lnTo>
                    <a:pt x="1124" y="13808"/>
                  </a:lnTo>
                  <a:lnTo>
                    <a:pt x="973" y="14348"/>
                  </a:lnTo>
                  <a:lnTo>
                    <a:pt x="822" y="14888"/>
                  </a:lnTo>
                  <a:lnTo>
                    <a:pt x="562" y="15990"/>
                  </a:lnTo>
                  <a:lnTo>
                    <a:pt x="368" y="17071"/>
                  </a:lnTo>
                  <a:lnTo>
                    <a:pt x="217" y="18129"/>
                  </a:lnTo>
                  <a:lnTo>
                    <a:pt x="109" y="19145"/>
                  </a:lnTo>
                  <a:lnTo>
                    <a:pt x="44" y="20160"/>
                  </a:lnTo>
                  <a:lnTo>
                    <a:pt x="1" y="21111"/>
                  </a:lnTo>
                  <a:lnTo>
                    <a:pt x="1" y="22040"/>
                  </a:lnTo>
                  <a:lnTo>
                    <a:pt x="22" y="22905"/>
                  </a:lnTo>
                  <a:lnTo>
                    <a:pt x="66" y="23726"/>
                  </a:lnTo>
                  <a:lnTo>
                    <a:pt x="109" y="24504"/>
                  </a:lnTo>
                  <a:lnTo>
                    <a:pt x="174" y="25195"/>
                  </a:lnTo>
                  <a:lnTo>
                    <a:pt x="325" y="26362"/>
                  </a:lnTo>
                  <a:lnTo>
                    <a:pt x="454" y="27183"/>
                  </a:lnTo>
                  <a:lnTo>
                    <a:pt x="454" y="27183"/>
                  </a:lnTo>
                  <a:lnTo>
                    <a:pt x="390" y="26513"/>
                  </a:lnTo>
                  <a:lnTo>
                    <a:pt x="325" y="25843"/>
                  </a:lnTo>
                  <a:lnTo>
                    <a:pt x="282" y="25173"/>
                  </a:lnTo>
                  <a:lnTo>
                    <a:pt x="282" y="24504"/>
                  </a:lnTo>
                  <a:lnTo>
                    <a:pt x="282" y="24504"/>
                  </a:lnTo>
                  <a:lnTo>
                    <a:pt x="303" y="23618"/>
                  </a:lnTo>
                  <a:lnTo>
                    <a:pt x="346" y="22753"/>
                  </a:lnTo>
                  <a:lnTo>
                    <a:pt x="433" y="21911"/>
                  </a:lnTo>
                  <a:lnTo>
                    <a:pt x="562" y="21046"/>
                  </a:lnTo>
                  <a:lnTo>
                    <a:pt x="714" y="20204"/>
                  </a:lnTo>
                  <a:lnTo>
                    <a:pt x="908" y="19383"/>
                  </a:lnTo>
                  <a:lnTo>
                    <a:pt x="1124" y="18561"/>
                  </a:lnTo>
                  <a:lnTo>
                    <a:pt x="1384" y="17762"/>
                  </a:lnTo>
                  <a:lnTo>
                    <a:pt x="1664" y="16984"/>
                  </a:lnTo>
                  <a:lnTo>
                    <a:pt x="1989" y="16206"/>
                  </a:lnTo>
                  <a:lnTo>
                    <a:pt x="2313" y="15428"/>
                  </a:lnTo>
                  <a:lnTo>
                    <a:pt x="2702" y="14694"/>
                  </a:lnTo>
                  <a:lnTo>
                    <a:pt x="3091" y="13959"/>
                  </a:lnTo>
                  <a:lnTo>
                    <a:pt x="3523" y="13246"/>
                  </a:lnTo>
                  <a:lnTo>
                    <a:pt x="3976" y="12533"/>
                  </a:lnTo>
                  <a:lnTo>
                    <a:pt x="4452" y="11863"/>
                  </a:lnTo>
                  <a:lnTo>
                    <a:pt x="4949" y="11193"/>
                  </a:lnTo>
                  <a:lnTo>
                    <a:pt x="5467" y="10567"/>
                  </a:lnTo>
                  <a:lnTo>
                    <a:pt x="6029" y="9940"/>
                  </a:lnTo>
                  <a:lnTo>
                    <a:pt x="6591" y="9335"/>
                  </a:lnTo>
                  <a:lnTo>
                    <a:pt x="7196" y="8752"/>
                  </a:lnTo>
                  <a:lnTo>
                    <a:pt x="7801" y="8211"/>
                  </a:lnTo>
                  <a:lnTo>
                    <a:pt x="8449" y="7671"/>
                  </a:lnTo>
                  <a:lnTo>
                    <a:pt x="9097" y="7174"/>
                  </a:lnTo>
                  <a:lnTo>
                    <a:pt x="9767" y="6677"/>
                  </a:lnTo>
                  <a:lnTo>
                    <a:pt x="10459" y="6224"/>
                  </a:lnTo>
                  <a:lnTo>
                    <a:pt x="11172" y="5791"/>
                  </a:lnTo>
                  <a:lnTo>
                    <a:pt x="11906" y="5381"/>
                  </a:lnTo>
                  <a:lnTo>
                    <a:pt x="12641" y="5014"/>
                  </a:lnTo>
                  <a:lnTo>
                    <a:pt x="13397" y="4646"/>
                  </a:lnTo>
                  <a:lnTo>
                    <a:pt x="14175" y="4344"/>
                  </a:lnTo>
                  <a:lnTo>
                    <a:pt x="14975" y="4041"/>
                  </a:lnTo>
                  <a:lnTo>
                    <a:pt x="14975" y="4041"/>
                  </a:lnTo>
                  <a:lnTo>
                    <a:pt x="14823" y="3220"/>
                  </a:lnTo>
                  <a:lnTo>
                    <a:pt x="14651" y="2399"/>
                  </a:lnTo>
                  <a:lnTo>
                    <a:pt x="14456" y="1600"/>
                  </a:lnTo>
                  <a:lnTo>
                    <a:pt x="14218" y="822"/>
                  </a:lnTo>
                  <a:lnTo>
                    <a:pt x="14218" y="822"/>
                  </a:lnTo>
                  <a:lnTo>
                    <a:pt x="14975" y="584"/>
                  </a:lnTo>
                  <a:lnTo>
                    <a:pt x="15753" y="368"/>
                  </a:lnTo>
                  <a:lnTo>
                    <a:pt x="16552" y="173"/>
                  </a:lnTo>
                  <a:lnTo>
                    <a:pt x="17373" y="1"/>
                  </a:lnTo>
                  <a:lnTo>
                    <a:pt x="17373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9" name="Google Shape;7479;p35"/>
            <p:cNvSpPr/>
            <p:nvPr/>
          </p:nvSpPr>
          <p:spPr>
            <a:xfrm>
              <a:off x="13746325" y="3498325"/>
              <a:ext cx="78900" cy="101050"/>
            </a:xfrm>
            <a:custGeom>
              <a:avLst/>
              <a:gdLst/>
              <a:ahLst/>
              <a:cxnLst/>
              <a:rect l="l" t="t" r="r" b="b"/>
              <a:pathLst>
                <a:path w="3156" h="4042" extrusionOk="0">
                  <a:moveTo>
                    <a:pt x="3155" y="1"/>
                  </a:moveTo>
                  <a:lnTo>
                    <a:pt x="2334" y="173"/>
                  </a:lnTo>
                  <a:lnTo>
                    <a:pt x="1535" y="368"/>
                  </a:lnTo>
                  <a:lnTo>
                    <a:pt x="757" y="584"/>
                  </a:lnTo>
                  <a:lnTo>
                    <a:pt x="0" y="822"/>
                  </a:lnTo>
                  <a:lnTo>
                    <a:pt x="238" y="1600"/>
                  </a:lnTo>
                  <a:lnTo>
                    <a:pt x="433" y="2399"/>
                  </a:lnTo>
                  <a:lnTo>
                    <a:pt x="605" y="3220"/>
                  </a:lnTo>
                  <a:lnTo>
                    <a:pt x="757" y="4041"/>
                  </a:lnTo>
                  <a:lnTo>
                    <a:pt x="1340" y="3847"/>
                  </a:lnTo>
                  <a:lnTo>
                    <a:pt x="1945" y="3674"/>
                  </a:lnTo>
                  <a:lnTo>
                    <a:pt x="2550" y="3501"/>
                  </a:lnTo>
                  <a:lnTo>
                    <a:pt x="3155" y="3371"/>
                  </a:lnTo>
                  <a:lnTo>
                    <a:pt x="3155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0" name="Google Shape;7480;p35"/>
            <p:cNvSpPr/>
            <p:nvPr/>
          </p:nvSpPr>
          <p:spPr>
            <a:xfrm>
              <a:off x="13746325" y="3498325"/>
              <a:ext cx="78900" cy="101050"/>
            </a:xfrm>
            <a:custGeom>
              <a:avLst/>
              <a:gdLst/>
              <a:ahLst/>
              <a:cxnLst/>
              <a:rect l="l" t="t" r="r" b="b"/>
              <a:pathLst>
                <a:path w="3156" h="4042" fill="none" extrusionOk="0">
                  <a:moveTo>
                    <a:pt x="3155" y="1"/>
                  </a:moveTo>
                  <a:lnTo>
                    <a:pt x="3155" y="1"/>
                  </a:lnTo>
                  <a:lnTo>
                    <a:pt x="2334" y="173"/>
                  </a:lnTo>
                  <a:lnTo>
                    <a:pt x="1535" y="368"/>
                  </a:lnTo>
                  <a:lnTo>
                    <a:pt x="757" y="584"/>
                  </a:lnTo>
                  <a:lnTo>
                    <a:pt x="0" y="822"/>
                  </a:lnTo>
                  <a:lnTo>
                    <a:pt x="0" y="822"/>
                  </a:lnTo>
                  <a:lnTo>
                    <a:pt x="238" y="1600"/>
                  </a:lnTo>
                  <a:lnTo>
                    <a:pt x="433" y="2399"/>
                  </a:lnTo>
                  <a:lnTo>
                    <a:pt x="605" y="3220"/>
                  </a:lnTo>
                  <a:lnTo>
                    <a:pt x="757" y="4041"/>
                  </a:lnTo>
                  <a:lnTo>
                    <a:pt x="757" y="4041"/>
                  </a:lnTo>
                  <a:lnTo>
                    <a:pt x="1340" y="3847"/>
                  </a:lnTo>
                  <a:lnTo>
                    <a:pt x="1945" y="3674"/>
                  </a:lnTo>
                  <a:lnTo>
                    <a:pt x="2550" y="3501"/>
                  </a:lnTo>
                  <a:lnTo>
                    <a:pt x="3155" y="3371"/>
                  </a:lnTo>
                  <a:lnTo>
                    <a:pt x="3155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1" name="Google Shape;7481;p35"/>
            <p:cNvSpPr/>
            <p:nvPr/>
          </p:nvSpPr>
          <p:spPr>
            <a:xfrm>
              <a:off x="13985625" y="3497250"/>
              <a:ext cx="448925" cy="693625"/>
            </a:xfrm>
            <a:custGeom>
              <a:avLst/>
              <a:gdLst/>
              <a:ahLst/>
              <a:cxnLst/>
              <a:rect l="l" t="t" r="r" b="b"/>
              <a:pathLst>
                <a:path w="17957" h="27745" extrusionOk="0">
                  <a:moveTo>
                    <a:pt x="1" y="0"/>
                  </a:moveTo>
                  <a:lnTo>
                    <a:pt x="1" y="27744"/>
                  </a:lnTo>
                  <a:lnTo>
                    <a:pt x="17503" y="27744"/>
                  </a:lnTo>
                  <a:lnTo>
                    <a:pt x="17567" y="27485"/>
                  </a:lnTo>
                  <a:lnTo>
                    <a:pt x="17675" y="26729"/>
                  </a:lnTo>
                  <a:lnTo>
                    <a:pt x="17740" y="26189"/>
                  </a:lnTo>
                  <a:lnTo>
                    <a:pt x="17827" y="25541"/>
                  </a:lnTo>
                  <a:lnTo>
                    <a:pt x="17870" y="24827"/>
                  </a:lnTo>
                  <a:lnTo>
                    <a:pt x="17935" y="24006"/>
                  </a:lnTo>
                  <a:lnTo>
                    <a:pt x="17956" y="23120"/>
                  </a:lnTo>
                  <a:lnTo>
                    <a:pt x="17956" y="22170"/>
                  </a:lnTo>
                  <a:lnTo>
                    <a:pt x="17935" y="21154"/>
                  </a:lnTo>
                  <a:lnTo>
                    <a:pt x="17870" y="20095"/>
                  </a:lnTo>
                  <a:lnTo>
                    <a:pt x="17784" y="18972"/>
                  </a:lnTo>
                  <a:lnTo>
                    <a:pt x="17632" y="17827"/>
                  </a:lnTo>
                  <a:lnTo>
                    <a:pt x="17524" y="17243"/>
                  </a:lnTo>
                  <a:lnTo>
                    <a:pt x="17416" y="16660"/>
                  </a:lnTo>
                  <a:lnTo>
                    <a:pt x="17308" y="16076"/>
                  </a:lnTo>
                  <a:lnTo>
                    <a:pt x="17157" y="15471"/>
                  </a:lnTo>
                  <a:lnTo>
                    <a:pt x="17006" y="14866"/>
                  </a:lnTo>
                  <a:lnTo>
                    <a:pt x="16833" y="14261"/>
                  </a:lnTo>
                  <a:lnTo>
                    <a:pt x="16638" y="13656"/>
                  </a:lnTo>
                  <a:lnTo>
                    <a:pt x="16422" y="13051"/>
                  </a:lnTo>
                  <a:lnTo>
                    <a:pt x="16206" y="12446"/>
                  </a:lnTo>
                  <a:lnTo>
                    <a:pt x="15947" y="11841"/>
                  </a:lnTo>
                  <a:lnTo>
                    <a:pt x="15688" y="11236"/>
                  </a:lnTo>
                  <a:lnTo>
                    <a:pt x="15385" y="10653"/>
                  </a:lnTo>
                  <a:lnTo>
                    <a:pt x="15083" y="10048"/>
                  </a:lnTo>
                  <a:lnTo>
                    <a:pt x="14737" y="9464"/>
                  </a:lnTo>
                  <a:lnTo>
                    <a:pt x="14370" y="8881"/>
                  </a:lnTo>
                  <a:lnTo>
                    <a:pt x="13981" y="8319"/>
                  </a:lnTo>
                  <a:lnTo>
                    <a:pt x="13570" y="7757"/>
                  </a:lnTo>
                  <a:lnTo>
                    <a:pt x="13138" y="7196"/>
                  </a:lnTo>
                  <a:lnTo>
                    <a:pt x="12684" y="6656"/>
                  </a:lnTo>
                  <a:lnTo>
                    <a:pt x="12187" y="6137"/>
                  </a:lnTo>
                  <a:lnTo>
                    <a:pt x="11669" y="5618"/>
                  </a:lnTo>
                  <a:lnTo>
                    <a:pt x="11128" y="5100"/>
                  </a:lnTo>
                  <a:lnTo>
                    <a:pt x="10545" y="4603"/>
                  </a:lnTo>
                  <a:lnTo>
                    <a:pt x="9940" y="4127"/>
                  </a:lnTo>
                  <a:lnTo>
                    <a:pt x="9292" y="3674"/>
                  </a:lnTo>
                  <a:lnTo>
                    <a:pt x="8622" y="3242"/>
                  </a:lnTo>
                  <a:lnTo>
                    <a:pt x="7930" y="2809"/>
                  </a:lnTo>
                  <a:lnTo>
                    <a:pt x="7174" y="2399"/>
                  </a:lnTo>
                  <a:lnTo>
                    <a:pt x="6418" y="2031"/>
                  </a:lnTo>
                  <a:lnTo>
                    <a:pt x="5597" y="1664"/>
                  </a:lnTo>
                  <a:lnTo>
                    <a:pt x="4754" y="1318"/>
                  </a:lnTo>
                  <a:lnTo>
                    <a:pt x="3890" y="1016"/>
                  </a:lnTo>
                  <a:lnTo>
                    <a:pt x="2961" y="713"/>
                  </a:lnTo>
                  <a:lnTo>
                    <a:pt x="2010" y="454"/>
                  </a:lnTo>
                  <a:lnTo>
                    <a:pt x="1016" y="19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2" name="Google Shape;7482;p35"/>
            <p:cNvSpPr/>
            <p:nvPr/>
          </p:nvSpPr>
          <p:spPr>
            <a:xfrm>
              <a:off x="13985625" y="3497250"/>
              <a:ext cx="448925" cy="693625"/>
            </a:xfrm>
            <a:custGeom>
              <a:avLst/>
              <a:gdLst/>
              <a:ahLst/>
              <a:cxnLst/>
              <a:rect l="l" t="t" r="r" b="b"/>
              <a:pathLst>
                <a:path w="17957" h="27745" fill="none" extrusionOk="0">
                  <a:moveTo>
                    <a:pt x="17503" y="27744"/>
                  </a:moveTo>
                  <a:lnTo>
                    <a:pt x="17503" y="27744"/>
                  </a:lnTo>
                  <a:lnTo>
                    <a:pt x="17567" y="27485"/>
                  </a:lnTo>
                  <a:lnTo>
                    <a:pt x="17675" y="26729"/>
                  </a:lnTo>
                  <a:lnTo>
                    <a:pt x="17740" y="26189"/>
                  </a:lnTo>
                  <a:lnTo>
                    <a:pt x="17827" y="25541"/>
                  </a:lnTo>
                  <a:lnTo>
                    <a:pt x="17870" y="24827"/>
                  </a:lnTo>
                  <a:lnTo>
                    <a:pt x="17935" y="24006"/>
                  </a:lnTo>
                  <a:lnTo>
                    <a:pt x="17956" y="23120"/>
                  </a:lnTo>
                  <a:lnTo>
                    <a:pt x="17956" y="22170"/>
                  </a:lnTo>
                  <a:lnTo>
                    <a:pt x="17935" y="21154"/>
                  </a:lnTo>
                  <a:lnTo>
                    <a:pt x="17870" y="20095"/>
                  </a:lnTo>
                  <a:lnTo>
                    <a:pt x="17784" y="18972"/>
                  </a:lnTo>
                  <a:lnTo>
                    <a:pt x="17632" y="17827"/>
                  </a:lnTo>
                  <a:lnTo>
                    <a:pt x="17524" y="17243"/>
                  </a:lnTo>
                  <a:lnTo>
                    <a:pt x="17416" y="16660"/>
                  </a:lnTo>
                  <a:lnTo>
                    <a:pt x="17308" y="16076"/>
                  </a:lnTo>
                  <a:lnTo>
                    <a:pt x="17157" y="15471"/>
                  </a:lnTo>
                  <a:lnTo>
                    <a:pt x="17006" y="14866"/>
                  </a:lnTo>
                  <a:lnTo>
                    <a:pt x="16833" y="14261"/>
                  </a:lnTo>
                  <a:lnTo>
                    <a:pt x="16638" y="13656"/>
                  </a:lnTo>
                  <a:lnTo>
                    <a:pt x="16422" y="13051"/>
                  </a:lnTo>
                  <a:lnTo>
                    <a:pt x="16206" y="12446"/>
                  </a:lnTo>
                  <a:lnTo>
                    <a:pt x="15947" y="11841"/>
                  </a:lnTo>
                  <a:lnTo>
                    <a:pt x="15688" y="11236"/>
                  </a:lnTo>
                  <a:lnTo>
                    <a:pt x="15385" y="10653"/>
                  </a:lnTo>
                  <a:lnTo>
                    <a:pt x="15083" y="10048"/>
                  </a:lnTo>
                  <a:lnTo>
                    <a:pt x="14737" y="9464"/>
                  </a:lnTo>
                  <a:lnTo>
                    <a:pt x="14370" y="8881"/>
                  </a:lnTo>
                  <a:lnTo>
                    <a:pt x="13981" y="8319"/>
                  </a:lnTo>
                  <a:lnTo>
                    <a:pt x="13570" y="7757"/>
                  </a:lnTo>
                  <a:lnTo>
                    <a:pt x="13138" y="7196"/>
                  </a:lnTo>
                  <a:lnTo>
                    <a:pt x="12684" y="6656"/>
                  </a:lnTo>
                  <a:lnTo>
                    <a:pt x="12187" y="6137"/>
                  </a:lnTo>
                  <a:lnTo>
                    <a:pt x="11669" y="5618"/>
                  </a:lnTo>
                  <a:lnTo>
                    <a:pt x="11128" y="5100"/>
                  </a:lnTo>
                  <a:lnTo>
                    <a:pt x="10545" y="4603"/>
                  </a:lnTo>
                  <a:lnTo>
                    <a:pt x="9940" y="4127"/>
                  </a:lnTo>
                  <a:lnTo>
                    <a:pt x="9292" y="3674"/>
                  </a:lnTo>
                  <a:lnTo>
                    <a:pt x="8622" y="3242"/>
                  </a:lnTo>
                  <a:lnTo>
                    <a:pt x="7930" y="2809"/>
                  </a:lnTo>
                  <a:lnTo>
                    <a:pt x="7174" y="2399"/>
                  </a:lnTo>
                  <a:lnTo>
                    <a:pt x="6418" y="2031"/>
                  </a:lnTo>
                  <a:lnTo>
                    <a:pt x="5597" y="1664"/>
                  </a:lnTo>
                  <a:lnTo>
                    <a:pt x="4754" y="1318"/>
                  </a:lnTo>
                  <a:lnTo>
                    <a:pt x="3890" y="1016"/>
                  </a:lnTo>
                  <a:lnTo>
                    <a:pt x="2961" y="713"/>
                  </a:lnTo>
                  <a:lnTo>
                    <a:pt x="2010" y="454"/>
                  </a:lnTo>
                  <a:lnTo>
                    <a:pt x="1016" y="195"/>
                  </a:lnTo>
                  <a:lnTo>
                    <a:pt x="1" y="0"/>
                  </a:lnTo>
                  <a:lnTo>
                    <a:pt x="1" y="27744"/>
                  </a:lnTo>
                  <a:lnTo>
                    <a:pt x="17503" y="2774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3" name="Google Shape;7483;p35"/>
            <p:cNvSpPr/>
            <p:nvPr/>
          </p:nvSpPr>
          <p:spPr>
            <a:xfrm>
              <a:off x="14423175" y="4181675"/>
              <a:ext cx="2200" cy="9200"/>
            </a:xfrm>
            <a:custGeom>
              <a:avLst/>
              <a:gdLst/>
              <a:ahLst/>
              <a:cxnLst/>
              <a:rect l="l" t="t" r="r" b="b"/>
              <a:pathLst>
                <a:path w="88" h="368" extrusionOk="0">
                  <a:moveTo>
                    <a:pt x="87" y="0"/>
                  </a:moveTo>
                  <a:lnTo>
                    <a:pt x="87" y="0"/>
                  </a:lnTo>
                  <a:lnTo>
                    <a:pt x="1" y="367"/>
                  </a:lnTo>
                  <a:lnTo>
                    <a:pt x="1" y="367"/>
                  </a:lnTo>
                  <a:lnTo>
                    <a:pt x="87" y="0"/>
                  </a:lnTo>
                  <a:lnTo>
                    <a:pt x="87" y="0"/>
                  </a:lnTo>
                  <a:lnTo>
                    <a:pt x="87" y="0"/>
                  </a:lnTo>
                  <a:close/>
                </a:path>
              </a:pathLst>
            </a:custGeom>
            <a:solidFill>
              <a:srgbClr val="AB0D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4" name="Google Shape;7484;p35"/>
            <p:cNvSpPr/>
            <p:nvPr/>
          </p:nvSpPr>
          <p:spPr>
            <a:xfrm>
              <a:off x="14423175" y="4181675"/>
              <a:ext cx="2200" cy="9200"/>
            </a:xfrm>
            <a:custGeom>
              <a:avLst/>
              <a:gdLst/>
              <a:ahLst/>
              <a:cxnLst/>
              <a:rect l="l" t="t" r="r" b="b"/>
              <a:pathLst>
                <a:path w="88" h="368" fill="none" extrusionOk="0">
                  <a:moveTo>
                    <a:pt x="87" y="0"/>
                  </a:moveTo>
                  <a:lnTo>
                    <a:pt x="87" y="0"/>
                  </a:lnTo>
                  <a:lnTo>
                    <a:pt x="1" y="367"/>
                  </a:lnTo>
                  <a:lnTo>
                    <a:pt x="1" y="367"/>
                  </a:lnTo>
                  <a:lnTo>
                    <a:pt x="87" y="0"/>
                  </a:lnTo>
                  <a:lnTo>
                    <a:pt x="87" y="0"/>
                  </a:lnTo>
                  <a:lnTo>
                    <a:pt x="87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5" name="Google Shape;7485;p35"/>
            <p:cNvSpPr/>
            <p:nvPr/>
          </p:nvSpPr>
          <p:spPr>
            <a:xfrm>
              <a:off x="13996425" y="3580975"/>
              <a:ext cx="428950" cy="609900"/>
            </a:xfrm>
            <a:custGeom>
              <a:avLst/>
              <a:gdLst/>
              <a:ahLst/>
              <a:cxnLst/>
              <a:rect l="l" t="t" r="r" b="b"/>
              <a:pathLst>
                <a:path w="17158" h="24396" extrusionOk="0">
                  <a:moveTo>
                    <a:pt x="1" y="1"/>
                  </a:moveTo>
                  <a:lnTo>
                    <a:pt x="1" y="24395"/>
                  </a:lnTo>
                  <a:lnTo>
                    <a:pt x="17071" y="24395"/>
                  </a:lnTo>
                  <a:lnTo>
                    <a:pt x="17157" y="24028"/>
                  </a:lnTo>
                  <a:lnTo>
                    <a:pt x="16358" y="23747"/>
                  </a:lnTo>
                  <a:lnTo>
                    <a:pt x="15580" y="23445"/>
                  </a:lnTo>
                  <a:lnTo>
                    <a:pt x="14823" y="23099"/>
                  </a:lnTo>
                  <a:lnTo>
                    <a:pt x="14089" y="22732"/>
                  </a:lnTo>
                  <a:lnTo>
                    <a:pt x="13354" y="22321"/>
                  </a:lnTo>
                  <a:lnTo>
                    <a:pt x="12641" y="21911"/>
                  </a:lnTo>
                  <a:lnTo>
                    <a:pt x="11950" y="21457"/>
                  </a:lnTo>
                  <a:lnTo>
                    <a:pt x="11280" y="20981"/>
                  </a:lnTo>
                  <a:lnTo>
                    <a:pt x="10632" y="20463"/>
                  </a:lnTo>
                  <a:lnTo>
                    <a:pt x="9983" y="19944"/>
                  </a:lnTo>
                  <a:lnTo>
                    <a:pt x="9378" y="19404"/>
                  </a:lnTo>
                  <a:lnTo>
                    <a:pt x="8773" y="18821"/>
                  </a:lnTo>
                  <a:lnTo>
                    <a:pt x="8212" y="18237"/>
                  </a:lnTo>
                  <a:lnTo>
                    <a:pt x="7650" y="17611"/>
                  </a:lnTo>
                  <a:lnTo>
                    <a:pt x="7131" y="16984"/>
                  </a:lnTo>
                  <a:lnTo>
                    <a:pt x="6634" y="16314"/>
                  </a:lnTo>
                  <a:lnTo>
                    <a:pt x="6159" y="15644"/>
                  </a:lnTo>
                  <a:lnTo>
                    <a:pt x="5705" y="14953"/>
                  </a:lnTo>
                  <a:lnTo>
                    <a:pt x="5273" y="14240"/>
                  </a:lnTo>
                  <a:lnTo>
                    <a:pt x="4862" y="13527"/>
                  </a:lnTo>
                  <a:lnTo>
                    <a:pt x="4495" y="12771"/>
                  </a:lnTo>
                  <a:lnTo>
                    <a:pt x="4149" y="12014"/>
                  </a:lnTo>
                  <a:lnTo>
                    <a:pt x="3847" y="11236"/>
                  </a:lnTo>
                  <a:lnTo>
                    <a:pt x="3566" y="10459"/>
                  </a:lnTo>
                  <a:lnTo>
                    <a:pt x="3307" y="9659"/>
                  </a:lnTo>
                  <a:lnTo>
                    <a:pt x="3091" y="8838"/>
                  </a:lnTo>
                  <a:lnTo>
                    <a:pt x="2896" y="8017"/>
                  </a:lnTo>
                  <a:lnTo>
                    <a:pt x="2745" y="7196"/>
                  </a:lnTo>
                  <a:lnTo>
                    <a:pt x="2615" y="6353"/>
                  </a:lnTo>
                  <a:lnTo>
                    <a:pt x="2529" y="5489"/>
                  </a:lnTo>
                  <a:lnTo>
                    <a:pt x="2464" y="4625"/>
                  </a:lnTo>
                  <a:lnTo>
                    <a:pt x="2464" y="3760"/>
                  </a:lnTo>
                  <a:lnTo>
                    <a:pt x="2464" y="3004"/>
                  </a:lnTo>
                  <a:lnTo>
                    <a:pt x="2507" y="2226"/>
                  </a:lnTo>
                  <a:lnTo>
                    <a:pt x="2572" y="1491"/>
                  </a:lnTo>
                  <a:lnTo>
                    <a:pt x="2680" y="735"/>
                  </a:lnTo>
                  <a:lnTo>
                    <a:pt x="2010" y="519"/>
                  </a:lnTo>
                  <a:lnTo>
                    <a:pt x="1362" y="325"/>
                  </a:lnTo>
                  <a:lnTo>
                    <a:pt x="671" y="15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6" name="Google Shape;7486;p35"/>
            <p:cNvSpPr/>
            <p:nvPr/>
          </p:nvSpPr>
          <p:spPr>
            <a:xfrm>
              <a:off x="13996425" y="3499400"/>
              <a:ext cx="428950" cy="691475"/>
            </a:xfrm>
            <a:custGeom>
              <a:avLst/>
              <a:gdLst/>
              <a:ahLst/>
              <a:cxnLst/>
              <a:rect l="l" t="t" r="r" b="b"/>
              <a:pathLst>
                <a:path w="17158" h="27659" fill="none" extrusionOk="0">
                  <a:moveTo>
                    <a:pt x="1" y="1"/>
                  </a:moveTo>
                  <a:lnTo>
                    <a:pt x="1" y="27658"/>
                  </a:lnTo>
                  <a:lnTo>
                    <a:pt x="17071" y="27658"/>
                  </a:lnTo>
                  <a:lnTo>
                    <a:pt x="17071" y="27658"/>
                  </a:lnTo>
                  <a:lnTo>
                    <a:pt x="17071" y="27658"/>
                  </a:lnTo>
                  <a:lnTo>
                    <a:pt x="17157" y="27291"/>
                  </a:lnTo>
                  <a:lnTo>
                    <a:pt x="17157" y="27291"/>
                  </a:lnTo>
                  <a:lnTo>
                    <a:pt x="16358" y="27010"/>
                  </a:lnTo>
                  <a:lnTo>
                    <a:pt x="15580" y="26708"/>
                  </a:lnTo>
                  <a:lnTo>
                    <a:pt x="14823" y="26362"/>
                  </a:lnTo>
                  <a:lnTo>
                    <a:pt x="14089" y="25995"/>
                  </a:lnTo>
                  <a:lnTo>
                    <a:pt x="13354" y="25584"/>
                  </a:lnTo>
                  <a:lnTo>
                    <a:pt x="12641" y="25174"/>
                  </a:lnTo>
                  <a:lnTo>
                    <a:pt x="11950" y="24720"/>
                  </a:lnTo>
                  <a:lnTo>
                    <a:pt x="11280" y="24244"/>
                  </a:lnTo>
                  <a:lnTo>
                    <a:pt x="10632" y="23726"/>
                  </a:lnTo>
                  <a:lnTo>
                    <a:pt x="9983" y="23207"/>
                  </a:lnTo>
                  <a:lnTo>
                    <a:pt x="9378" y="22667"/>
                  </a:lnTo>
                  <a:lnTo>
                    <a:pt x="8773" y="22084"/>
                  </a:lnTo>
                  <a:lnTo>
                    <a:pt x="8212" y="21500"/>
                  </a:lnTo>
                  <a:lnTo>
                    <a:pt x="7650" y="20874"/>
                  </a:lnTo>
                  <a:lnTo>
                    <a:pt x="7131" y="20247"/>
                  </a:lnTo>
                  <a:lnTo>
                    <a:pt x="6634" y="19577"/>
                  </a:lnTo>
                  <a:lnTo>
                    <a:pt x="6159" y="18907"/>
                  </a:lnTo>
                  <a:lnTo>
                    <a:pt x="5705" y="18216"/>
                  </a:lnTo>
                  <a:lnTo>
                    <a:pt x="5273" y="17503"/>
                  </a:lnTo>
                  <a:lnTo>
                    <a:pt x="4862" y="16790"/>
                  </a:lnTo>
                  <a:lnTo>
                    <a:pt x="4495" y="16034"/>
                  </a:lnTo>
                  <a:lnTo>
                    <a:pt x="4149" y="15277"/>
                  </a:lnTo>
                  <a:lnTo>
                    <a:pt x="3847" y="14499"/>
                  </a:lnTo>
                  <a:lnTo>
                    <a:pt x="3566" y="13722"/>
                  </a:lnTo>
                  <a:lnTo>
                    <a:pt x="3307" y="12922"/>
                  </a:lnTo>
                  <a:lnTo>
                    <a:pt x="3091" y="12101"/>
                  </a:lnTo>
                  <a:lnTo>
                    <a:pt x="2896" y="11280"/>
                  </a:lnTo>
                  <a:lnTo>
                    <a:pt x="2745" y="10459"/>
                  </a:lnTo>
                  <a:lnTo>
                    <a:pt x="2615" y="9616"/>
                  </a:lnTo>
                  <a:lnTo>
                    <a:pt x="2529" y="8752"/>
                  </a:lnTo>
                  <a:lnTo>
                    <a:pt x="2464" y="7888"/>
                  </a:lnTo>
                  <a:lnTo>
                    <a:pt x="2464" y="7023"/>
                  </a:lnTo>
                  <a:lnTo>
                    <a:pt x="2464" y="7023"/>
                  </a:lnTo>
                  <a:lnTo>
                    <a:pt x="2464" y="6267"/>
                  </a:lnTo>
                  <a:lnTo>
                    <a:pt x="2507" y="5489"/>
                  </a:lnTo>
                  <a:lnTo>
                    <a:pt x="2572" y="4754"/>
                  </a:lnTo>
                  <a:lnTo>
                    <a:pt x="2680" y="3998"/>
                  </a:lnTo>
                  <a:lnTo>
                    <a:pt x="2680" y="3998"/>
                  </a:lnTo>
                  <a:lnTo>
                    <a:pt x="2010" y="3782"/>
                  </a:lnTo>
                  <a:lnTo>
                    <a:pt x="1362" y="3588"/>
                  </a:lnTo>
                  <a:lnTo>
                    <a:pt x="671" y="3415"/>
                  </a:lnTo>
                  <a:lnTo>
                    <a:pt x="1" y="3264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7" name="Google Shape;7487;p35"/>
            <p:cNvSpPr/>
            <p:nvPr/>
          </p:nvSpPr>
          <p:spPr>
            <a:xfrm>
              <a:off x="14063425" y="3521550"/>
              <a:ext cx="371125" cy="648800"/>
            </a:xfrm>
            <a:custGeom>
              <a:avLst/>
              <a:gdLst/>
              <a:ahLst/>
              <a:cxnLst/>
              <a:rect l="l" t="t" r="r" b="b"/>
              <a:pathLst>
                <a:path w="14845" h="25952" extrusionOk="0">
                  <a:moveTo>
                    <a:pt x="691" y="1"/>
                  </a:moveTo>
                  <a:lnTo>
                    <a:pt x="475" y="779"/>
                  </a:lnTo>
                  <a:lnTo>
                    <a:pt x="281" y="1535"/>
                  </a:lnTo>
                  <a:lnTo>
                    <a:pt x="130" y="2334"/>
                  </a:lnTo>
                  <a:lnTo>
                    <a:pt x="0" y="3112"/>
                  </a:lnTo>
                  <a:lnTo>
                    <a:pt x="778" y="3415"/>
                  </a:lnTo>
                  <a:lnTo>
                    <a:pt x="1556" y="3717"/>
                  </a:lnTo>
                  <a:lnTo>
                    <a:pt x="2312" y="4085"/>
                  </a:lnTo>
                  <a:lnTo>
                    <a:pt x="3047" y="4452"/>
                  </a:lnTo>
                  <a:lnTo>
                    <a:pt x="3781" y="4862"/>
                  </a:lnTo>
                  <a:lnTo>
                    <a:pt x="4494" y="5295"/>
                  </a:lnTo>
                  <a:lnTo>
                    <a:pt x="5186" y="5748"/>
                  </a:lnTo>
                  <a:lnTo>
                    <a:pt x="5856" y="6245"/>
                  </a:lnTo>
                  <a:lnTo>
                    <a:pt x="6525" y="6742"/>
                  </a:lnTo>
                  <a:lnTo>
                    <a:pt x="7152" y="7282"/>
                  </a:lnTo>
                  <a:lnTo>
                    <a:pt x="7779" y="7823"/>
                  </a:lnTo>
                  <a:lnTo>
                    <a:pt x="8362" y="8406"/>
                  </a:lnTo>
                  <a:lnTo>
                    <a:pt x="8946" y="9011"/>
                  </a:lnTo>
                  <a:lnTo>
                    <a:pt x="9486" y="9638"/>
                  </a:lnTo>
                  <a:lnTo>
                    <a:pt x="10004" y="10264"/>
                  </a:lnTo>
                  <a:lnTo>
                    <a:pt x="10523" y="10934"/>
                  </a:lnTo>
                  <a:lnTo>
                    <a:pt x="10998" y="11604"/>
                  </a:lnTo>
                  <a:lnTo>
                    <a:pt x="11452" y="12317"/>
                  </a:lnTo>
                  <a:lnTo>
                    <a:pt x="11863" y="13030"/>
                  </a:lnTo>
                  <a:lnTo>
                    <a:pt x="12273" y="13765"/>
                  </a:lnTo>
                  <a:lnTo>
                    <a:pt x="12640" y="14499"/>
                  </a:lnTo>
                  <a:lnTo>
                    <a:pt x="12986" y="15277"/>
                  </a:lnTo>
                  <a:lnTo>
                    <a:pt x="13289" y="16055"/>
                  </a:lnTo>
                  <a:lnTo>
                    <a:pt x="13570" y="16833"/>
                  </a:lnTo>
                  <a:lnTo>
                    <a:pt x="13829" y="17632"/>
                  </a:lnTo>
                  <a:lnTo>
                    <a:pt x="14045" y="18454"/>
                  </a:lnTo>
                  <a:lnTo>
                    <a:pt x="14239" y="19275"/>
                  </a:lnTo>
                  <a:lnTo>
                    <a:pt x="14391" y="20117"/>
                  </a:lnTo>
                  <a:lnTo>
                    <a:pt x="14520" y="20982"/>
                  </a:lnTo>
                  <a:lnTo>
                    <a:pt x="14607" y="21824"/>
                  </a:lnTo>
                  <a:lnTo>
                    <a:pt x="14672" y="22689"/>
                  </a:lnTo>
                  <a:lnTo>
                    <a:pt x="14672" y="23575"/>
                  </a:lnTo>
                  <a:lnTo>
                    <a:pt x="14672" y="24180"/>
                  </a:lnTo>
                  <a:lnTo>
                    <a:pt x="14650" y="24763"/>
                  </a:lnTo>
                  <a:lnTo>
                    <a:pt x="14607" y="25368"/>
                  </a:lnTo>
                  <a:lnTo>
                    <a:pt x="14542" y="25951"/>
                  </a:lnTo>
                  <a:lnTo>
                    <a:pt x="14650" y="25087"/>
                  </a:lnTo>
                  <a:lnTo>
                    <a:pt x="14758" y="23942"/>
                  </a:lnTo>
                  <a:lnTo>
                    <a:pt x="14801" y="23272"/>
                  </a:lnTo>
                  <a:lnTo>
                    <a:pt x="14844" y="22559"/>
                  </a:lnTo>
                  <a:lnTo>
                    <a:pt x="14844" y="21803"/>
                  </a:lnTo>
                  <a:lnTo>
                    <a:pt x="14844" y="21003"/>
                  </a:lnTo>
                  <a:lnTo>
                    <a:pt x="14823" y="20161"/>
                  </a:lnTo>
                  <a:lnTo>
                    <a:pt x="14780" y="19275"/>
                  </a:lnTo>
                  <a:lnTo>
                    <a:pt x="14715" y="18367"/>
                  </a:lnTo>
                  <a:lnTo>
                    <a:pt x="14607" y="17438"/>
                  </a:lnTo>
                  <a:lnTo>
                    <a:pt x="14455" y="16487"/>
                  </a:lnTo>
                  <a:lnTo>
                    <a:pt x="14283" y="15515"/>
                  </a:lnTo>
                  <a:lnTo>
                    <a:pt x="14045" y="14521"/>
                  </a:lnTo>
                  <a:lnTo>
                    <a:pt x="13786" y="13527"/>
                  </a:lnTo>
                  <a:lnTo>
                    <a:pt x="13461" y="12511"/>
                  </a:lnTo>
                  <a:lnTo>
                    <a:pt x="13116" y="11518"/>
                  </a:lnTo>
                  <a:lnTo>
                    <a:pt x="12900" y="11021"/>
                  </a:lnTo>
                  <a:lnTo>
                    <a:pt x="12684" y="10524"/>
                  </a:lnTo>
                  <a:lnTo>
                    <a:pt x="12446" y="10027"/>
                  </a:lnTo>
                  <a:lnTo>
                    <a:pt x="12208" y="9530"/>
                  </a:lnTo>
                  <a:lnTo>
                    <a:pt x="11949" y="9054"/>
                  </a:lnTo>
                  <a:lnTo>
                    <a:pt x="11668" y="8557"/>
                  </a:lnTo>
                  <a:lnTo>
                    <a:pt x="11366" y="8082"/>
                  </a:lnTo>
                  <a:lnTo>
                    <a:pt x="11063" y="7607"/>
                  </a:lnTo>
                  <a:lnTo>
                    <a:pt x="10739" y="7131"/>
                  </a:lnTo>
                  <a:lnTo>
                    <a:pt x="10393" y="6677"/>
                  </a:lnTo>
                  <a:lnTo>
                    <a:pt x="10026" y="6224"/>
                  </a:lnTo>
                  <a:lnTo>
                    <a:pt x="9637" y="5770"/>
                  </a:lnTo>
                  <a:lnTo>
                    <a:pt x="9226" y="5316"/>
                  </a:lnTo>
                  <a:lnTo>
                    <a:pt x="8816" y="4884"/>
                  </a:lnTo>
                  <a:lnTo>
                    <a:pt x="8384" y="4473"/>
                  </a:lnTo>
                  <a:lnTo>
                    <a:pt x="7908" y="4063"/>
                  </a:lnTo>
                  <a:lnTo>
                    <a:pt x="7433" y="3652"/>
                  </a:lnTo>
                  <a:lnTo>
                    <a:pt x="6936" y="3242"/>
                  </a:lnTo>
                  <a:lnTo>
                    <a:pt x="6417" y="2875"/>
                  </a:lnTo>
                  <a:lnTo>
                    <a:pt x="5877" y="2507"/>
                  </a:lnTo>
                  <a:lnTo>
                    <a:pt x="5315" y="2140"/>
                  </a:lnTo>
                  <a:lnTo>
                    <a:pt x="4710" y="1794"/>
                  </a:lnTo>
                  <a:lnTo>
                    <a:pt x="4105" y="1448"/>
                  </a:lnTo>
                  <a:lnTo>
                    <a:pt x="3479" y="1146"/>
                  </a:lnTo>
                  <a:lnTo>
                    <a:pt x="2809" y="822"/>
                  </a:lnTo>
                  <a:lnTo>
                    <a:pt x="2139" y="541"/>
                  </a:lnTo>
                  <a:lnTo>
                    <a:pt x="1426" y="260"/>
                  </a:lnTo>
                  <a:lnTo>
                    <a:pt x="69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8" name="Google Shape;7488;p35"/>
            <p:cNvSpPr/>
            <p:nvPr/>
          </p:nvSpPr>
          <p:spPr>
            <a:xfrm>
              <a:off x="14063425" y="3521550"/>
              <a:ext cx="371125" cy="648800"/>
            </a:xfrm>
            <a:custGeom>
              <a:avLst/>
              <a:gdLst/>
              <a:ahLst/>
              <a:cxnLst/>
              <a:rect l="l" t="t" r="r" b="b"/>
              <a:pathLst>
                <a:path w="14845" h="25952" fill="none" extrusionOk="0">
                  <a:moveTo>
                    <a:pt x="691" y="1"/>
                  </a:moveTo>
                  <a:lnTo>
                    <a:pt x="691" y="1"/>
                  </a:lnTo>
                  <a:lnTo>
                    <a:pt x="475" y="779"/>
                  </a:lnTo>
                  <a:lnTo>
                    <a:pt x="281" y="1535"/>
                  </a:lnTo>
                  <a:lnTo>
                    <a:pt x="130" y="2334"/>
                  </a:lnTo>
                  <a:lnTo>
                    <a:pt x="0" y="3112"/>
                  </a:lnTo>
                  <a:lnTo>
                    <a:pt x="0" y="3112"/>
                  </a:lnTo>
                  <a:lnTo>
                    <a:pt x="778" y="3415"/>
                  </a:lnTo>
                  <a:lnTo>
                    <a:pt x="1556" y="3717"/>
                  </a:lnTo>
                  <a:lnTo>
                    <a:pt x="2312" y="4085"/>
                  </a:lnTo>
                  <a:lnTo>
                    <a:pt x="3047" y="4452"/>
                  </a:lnTo>
                  <a:lnTo>
                    <a:pt x="3781" y="4862"/>
                  </a:lnTo>
                  <a:lnTo>
                    <a:pt x="4494" y="5295"/>
                  </a:lnTo>
                  <a:lnTo>
                    <a:pt x="5186" y="5748"/>
                  </a:lnTo>
                  <a:lnTo>
                    <a:pt x="5856" y="6245"/>
                  </a:lnTo>
                  <a:lnTo>
                    <a:pt x="6525" y="6742"/>
                  </a:lnTo>
                  <a:lnTo>
                    <a:pt x="7152" y="7282"/>
                  </a:lnTo>
                  <a:lnTo>
                    <a:pt x="7779" y="7823"/>
                  </a:lnTo>
                  <a:lnTo>
                    <a:pt x="8362" y="8406"/>
                  </a:lnTo>
                  <a:lnTo>
                    <a:pt x="8946" y="9011"/>
                  </a:lnTo>
                  <a:lnTo>
                    <a:pt x="9486" y="9638"/>
                  </a:lnTo>
                  <a:lnTo>
                    <a:pt x="10004" y="10264"/>
                  </a:lnTo>
                  <a:lnTo>
                    <a:pt x="10523" y="10934"/>
                  </a:lnTo>
                  <a:lnTo>
                    <a:pt x="10998" y="11604"/>
                  </a:lnTo>
                  <a:lnTo>
                    <a:pt x="11452" y="12317"/>
                  </a:lnTo>
                  <a:lnTo>
                    <a:pt x="11863" y="13030"/>
                  </a:lnTo>
                  <a:lnTo>
                    <a:pt x="12273" y="13765"/>
                  </a:lnTo>
                  <a:lnTo>
                    <a:pt x="12640" y="14499"/>
                  </a:lnTo>
                  <a:lnTo>
                    <a:pt x="12986" y="15277"/>
                  </a:lnTo>
                  <a:lnTo>
                    <a:pt x="13289" y="16055"/>
                  </a:lnTo>
                  <a:lnTo>
                    <a:pt x="13570" y="16833"/>
                  </a:lnTo>
                  <a:lnTo>
                    <a:pt x="13829" y="17632"/>
                  </a:lnTo>
                  <a:lnTo>
                    <a:pt x="14045" y="18454"/>
                  </a:lnTo>
                  <a:lnTo>
                    <a:pt x="14239" y="19275"/>
                  </a:lnTo>
                  <a:lnTo>
                    <a:pt x="14391" y="20117"/>
                  </a:lnTo>
                  <a:lnTo>
                    <a:pt x="14520" y="20982"/>
                  </a:lnTo>
                  <a:lnTo>
                    <a:pt x="14607" y="21824"/>
                  </a:lnTo>
                  <a:lnTo>
                    <a:pt x="14672" y="22689"/>
                  </a:lnTo>
                  <a:lnTo>
                    <a:pt x="14672" y="23575"/>
                  </a:lnTo>
                  <a:lnTo>
                    <a:pt x="14672" y="23575"/>
                  </a:lnTo>
                  <a:lnTo>
                    <a:pt x="14672" y="24180"/>
                  </a:lnTo>
                  <a:lnTo>
                    <a:pt x="14650" y="24763"/>
                  </a:lnTo>
                  <a:lnTo>
                    <a:pt x="14607" y="25368"/>
                  </a:lnTo>
                  <a:lnTo>
                    <a:pt x="14542" y="25951"/>
                  </a:lnTo>
                  <a:lnTo>
                    <a:pt x="14542" y="25951"/>
                  </a:lnTo>
                  <a:lnTo>
                    <a:pt x="14650" y="25087"/>
                  </a:lnTo>
                  <a:lnTo>
                    <a:pt x="14758" y="23942"/>
                  </a:lnTo>
                  <a:lnTo>
                    <a:pt x="14801" y="23272"/>
                  </a:lnTo>
                  <a:lnTo>
                    <a:pt x="14844" y="22559"/>
                  </a:lnTo>
                  <a:lnTo>
                    <a:pt x="14844" y="21803"/>
                  </a:lnTo>
                  <a:lnTo>
                    <a:pt x="14844" y="21003"/>
                  </a:lnTo>
                  <a:lnTo>
                    <a:pt x="14823" y="20161"/>
                  </a:lnTo>
                  <a:lnTo>
                    <a:pt x="14780" y="19275"/>
                  </a:lnTo>
                  <a:lnTo>
                    <a:pt x="14715" y="18367"/>
                  </a:lnTo>
                  <a:lnTo>
                    <a:pt x="14607" y="17438"/>
                  </a:lnTo>
                  <a:lnTo>
                    <a:pt x="14455" y="16487"/>
                  </a:lnTo>
                  <a:lnTo>
                    <a:pt x="14283" y="15515"/>
                  </a:lnTo>
                  <a:lnTo>
                    <a:pt x="14045" y="14521"/>
                  </a:lnTo>
                  <a:lnTo>
                    <a:pt x="13786" y="13527"/>
                  </a:lnTo>
                  <a:lnTo>
                    <a:pt x="13461" y="12511"/>
                  </a:lnTo>
                  <a:lnTo>
                    <a:pt x="13116" y="11518"/>
                  </a:lnTo>
                  <a:lnTo>
                    <a:pt x="12900" y="11021"/>
                  </a:lnTo>
                  <a:lnTo>
                    <a:pt x="12684" y="10524"/>
                  </a:lnTo>
                  <a:lnTo>
                    <a:pt x="12446" y="10027"/>
                  </a:lnTo>
                  <a:lnTo>
                    <a:pt x="12208" y="9530"/>
                  </a:lnTo>
                  <a:lnTo>
                    <a:pt x="11949" y="9054"/>
                  </a:lnTo>
                  <a:lnTo>
                    <a:pt x="11668" y="8557"/>
                  </a:lnTo>
                  <a:lnTo>
                    <a:pt x="11366" y="8082"/>
                  </a:lnTo>
                  <a:lnTo>
                    <a:pt x="11063" y="7607"/>
                  </a:lnTo>
                  <a:lnTo>
                    <a:pt x="10739" y="7131"/>
                  </a:lnTo>
                  <a:lnTo>
                    <a:pt x="10393" y="6677"/>
                  </a:lnTo>
                  <a:lnTo>
                    <a:pt x="10026" y="6224"/>
                  </a:lnTo>
                  <a:lnTo>
                    <a:pt x="9637" y="5770"/>
                  </a:lnTo>
                  <a:lnTo>
                    <a:pt x="9226" y="5316"/>
                  </a:lnTo>
                  <a:lnTo>
                    <a:pt x="8816" y="4884"/>
                  </a:lnTo>
                  <a:lnTo>
                    <a:pt x="8384" y="4473"/>
                  </a:lnTo>
                  <a:lnTo>
                    <a:pt x="7908" y="4063"/>
                  </a:lnTo>
                  <a:lnTo>
                    <a:pt x="7433" y="3652"/>
                  </a:lnTo>
                  <a:lnTo>
                    <a:pt x="6936" y="3242"/>
                  </a:lnTo>
                  <a:lnTo>
                    <a:pt x="6417" y="2875"/>
                  </a:lnTo>
                  <a:lnTo>
                    <a:pt x="5877" y="2507"/>
                  </a:lnTo>
                  <a:lnTo>
                    <a:pt x="5315" y="2140"/>
                  </a:lnTo>
                  <a:lnTo>
                    <a:pt x="4710" y="1794"/>
                  </a:lnTo>
                  <a:lnTo>
                    <a:pt x="4105" y="1448"/>
                  </a:lnTo>
                  <a:lnTo>
                    <a:pt x="3479" y="1146"/>
                  </a:lnTo>
                  <a:lnTo>
                    <a:pt x="2809" y="822"/>
                  </a:lnTo>
                  <a:lnTo>
                    <a:pt x="2139" y="541"/>
                  </a:lnTo>
                  <a:lnTo>
                    <a:pt x="1426" y="260"/>
                  </a:lnTo>
                  <a:lnTo>
                    <a:pt x="69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9" name="Google Shape;7489;p35"/>
            <p:cNvSpPr/>
            <p:nvPr/>
          </p:nvSpPr>
          <p:spPr>
            <a:xfrm>
              <a:off x="13996425" y="3499400"/>
              <a:ext cx="84300" cy="99975"/>
            </a:xfrm>
            <a:custGeom>
              <a:avLst/>
              <a:gdLst/>
              <a:ahLst/>
              <a:cxnLst/>
              <a:rect l="l" t="t" r="r" b="b"/>
              <a:pathLst>
                <a:path w="3372" h="3999" extrusionOk="0">
                  <a:moveTo>
                    <a:pt x="1" y="1"/>
                  </a:moveTo>
                  <a:lnTo>
                    <a:pt x="1" y="3264"/>
                  </a:lnTo>
                  <a:lnTo>
                    <a:pt x="671" y="3415"/>
                  </a:lnTo>
                  <a:lnTo>
                    <a:pt x="1362" y="3588"/>
                  </a:lnTo>
                  <a:lnTo>
                    <a:pt x="2010" y="3782"/>
                  </a:lnTo>
                  <a:lnTo>
                    <a:pt x="2680" y="3998"/>
                  </a:lnTo>
                  <a:lnTo>
                    <a:pt x="2810" y="3220"/>
                  </a:lnTo>
                  <a:lnTo>
                    <a:pt x="2961" y="2421"/>
                  </a:lnTo>
                  <a:lnTo>
                    <a:pt x="3155" y="1665"/>
                  </a:lnTo>
                  <a:lnTo>
                    <a:pt x="3371" y="887"/>
                  </a:lnTo>
                  <a:lnTo>
                    <a:pt x="2572" y="649"/>
                  </a:lnTo>
                  <a:lnTo>
                    <a:pt x="1751" y="411"/>
                  </a:lnTo>
                  <a:lnTo>
                    <a:pt x="887" y="19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0" name="Google Shape;7490;p35"/>
            <p:cNvSpPr/>
            <p:nvPr/>
          </p:nvSpPr>
          <p:spPr>
            <a:xfrm>
              <a:off x="13996425" y="3499400"/>
              <a:ext cx="84300" cy="99975"/>
            </a:xfrm>
            <a:custGeom>
              <a:avLst/>
              <a:gdLst/>
              <a:ahLst/>
              <a:cxnLst/>
              <a:rect l="l" t="t" r="r" b="b"/>
              <a:pathLst>
                <a:path w="3372" h="3999" fill="none" extrusionOk="0">
                  <a:moveTo>
                    <a:pt x="1" y="1"/>
                  </a:moveTo>
                  <a:lnTo>
                    <a:pt x="1" y="3264"/>
                  </a:lnTo>
                  <a:lnTo>
                    <a:pt x="1" y="3264"/>
                  </a:lnTo>
                  <a:lnTo>
                    <a:pt x="671" y="3415"/>
                  </a:lnTo>
                  <a:lnTo>
                    <a:pt x="1362" y="3588"/>
                  </a:lnTo>
                  <a:lnTo>
                    <a:pt x="2010" y="3782"/>
                  </a:lnTo>
                  <a:lnTo>
                    <a:pt x="2680" y="3998"/>
                  </a:lnTo>
                  <a:lnTo>
                    <a:pt x="2680" y="3998"/>
                  </a:lnTo>
                  <a:lnTo>
                    <a:pt x="2810" y="3220"/>
                  </a:lnTo>
                  <a:lnTo>
                    <a:pt x="2961" y="2421"/>
                  </a:lnTo>
                  <a:lnTo>
                    <a:pt x="3155" y="1665"/>
                  </a:lnTo>
                  <a:lnTo>
                    <a:pt x="3371" y="887"/>
                  </a:lnTo>
                  <a:lnTo>
                    <a:pt x="3371" y="887"/>
                  </a:lnTo>
                  <a:lnTo>
                    <a:pt x="2572" y="649"/>
                  </a:lnTo>
                  <a:lnTo>
                    <a:pt x="1751" y="411"/>
                  </a:lnTo>
                  <a:lnTo>
                    <a:pt x="887" y="195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1" name="Google Shape;7491;p35"/>
            <p:cNvSpPr/>
            <p:nvPr/>
          </p:nvSpPr>
          <p:spPr>
            <a:xfrm>
              <a:off x="13972125" y="4297800"/>
              <a:ext cx="240400" cy="66475"/>
            </a:xfrm>
            <a:custGeom>
              <a:avLst/>
              <a:gdLst/>
              <a:ahLst/>
              <a:cxnLst/>
              <a:rect l="l" t="t" r="r" b="b"/>
              <a:pathLst>
                <a:path w="9616" h="2659" extrusionOk="0">
                  <a:moveTo>
                    <a:pt x="1254" y="1"/>
                  </a:moveTo>
                  <a:lnTo>
                    <a:pt x="994" y="22"/>
                  </a:lnTo>
                  <a:lnTo>
                    <a:pt x="757" y="87"/>
                  </a:lnTo>
                  <a:lnTo>
                    <a:pt x="541" y="217"/>
                  </a:lnTo>
                  <a:lnTo>
                    <a:pt x="368" y="368"/>
                  </a:lnTo>
                  <a:lnTo>
                    <a:pt x="216" y="541"/>
                  </a:lnTo>
                  <a:lnTo>
                    <a:pt x="108" y="757"/>
                  </a:lnTo>
                  <a:lnTo>
                    <a:pt x="22" y="995"/>
                  </a:lnTo>
                  <a:lnTo>
                    <a:pt x="0" y="1232"/>
                  </a:lnTo>
                  <a:lnTo>
                    <a:pt x="0" y="1427"/>
                  </a:lnTo>
                  <a:lnTo>
                    <a:pt x="22" y="1665"/>
                  </a:lnTo>
                  <a:lnTo>
                    <a:pt x="108" y="1902"/>
                  </a:lnTo>
                  <a:lnTo>
                    <a:pt x="216" y="2118"/>
                  </a:lnTo>
                  <a:lnTo>
                    <a:pt x="368" y="2291"/>
                  </a:lnTo>
                  <a:lnTo>
                    <a:pt x="541" y="2442"/>
                  </a:lnTo>
                  <a:lnTo>
                    <a:pt x="757" y="2572"/>
                  </a:lnTo>
                  <a:lnTo>
                    <a:pt x="994" y="2637"/>
                  </a:lnTo>
                  <a:lnTo>
                    <a:pt x="1254" y="2658"/>
                  </a:lnTo>
                  <a:lnTo>
                    <a:pt x="8362" y="2658"/>
                  </a:lnTo>
                  <a:lnTo>
                    <a:pt x="8622" y="2637"/>
                  </a:lnTo>
                  <a:lnTo>
                    <a:pt x="8838" y="2572"/>
                  </a:lnTo>
                  <a:lnTo>
                    <a:pt x="9054" y="2442"/>
                  </a:lnTo>
                  <a:lnTo>
                    <a:pt x="9248" y="2291"/>
                  </a:lnTo>
                  <a:lnTo>
                    <a:pt x="9400" y="2118"/>
                  </a:lnTo>
                  <a:lnTo>
                    <a:pt x="9508" y="1902"/>
                  </a:lnTo>
                  <a:lnTo>
                    <a:pt x="9572" y="1665"/>
                  </a:lnTo>
                  <a:lnTo>
                    <a:pt x="9616" y="1427"/>
                  </a:lnTo>
                  <a:lnTo>
                    <a:pt x="9616" y="1232"/>
                  </a:lnTo>
                  <a:lnTo>
                    <a:pt x="9572" y="995"/>
                  </a:lnTo>
                  <a:lnTo>
                    <a:pt x="9508" y="757"/>
                  </a:lnTo>
                  <a:lnTo>
                    <a:pt x="9400" y="541"/>
                  </a:lnTo>
                  <a:lnTo>
                    <a:pt x="9248" y="368"/>
                  </a:lnTo>
                  <a:lnTo>
                    <a:pt x="9054" y="217"/>
                  </a:lnTo>
                  <a:lnTo>
                    <a:pt x="8838" y="87"/>
                  </a:lnTo>
                  <a:lnTo>
                    <a:pt x="8622" y="22"/>
                  </a:lnTo>
                  <a:lnTo>
                    <a:pt x="836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2" name="Google Shape;7492;p35"/>
            <p:cNvSpPr/>
            <p:nvPr/>
          </p:nvSpPr>
          <p:spPr>
            <a:xfrm>
              <a:off x="13972125" y="4297800"/>
              <a:ext cx="240400" cy="66475"/>
            </a:xfrm>
            <a:custGeom>
              <a:avLst/>
              <a:gdLst/>
              <a:ahLst/>
              <a:cxnLst/>
              <a:rect l="l" t="t" r="r" b="b"/>
              <a:pathLst>
                <a:path w="9616" h="2659" fill="none" extrusionOk="0">
                  <a:moveTo>
                    <a:pt x="8362" y="1"/>
                  </a:moveTo>
                  <a:lnTo>
                    <a:pt x="1254" y="1"/>
                  </a:lnTo>
                  <a:lnTo>
                    <a:pt x="1254" y="1"/>
                  </a:lnTo>
                  <a:lnTo>
                    <a:pt x="994" y="22"/>
                  </a:lnTo>
                  <a:lnTo>
                    <a:pt x="757" y="87"/>
                  </a:lnTo>
                  <a:lnTo>
                    <a:pt x="541" y="217"/>
                  </a:lnTo>
                  <a:lnTo>
                    <a:pt x="368" y="368"/>
                  </a:lnTo>
                  <a:lnTo>
                    <a:pt x="216" y="541"/>
                  </a:lnTo>
                  <a:lnTo>
                    <a:pt x="108" y="757"/>
                  </a:lnTo>
                  <a:lnTo>
                    <a:pt x="22" y="995"/>
                  </a:lnTo>
                  <a:lnTo>
                    <a:pt x="0" y="1232"/>
                  </a:lnTo>
                  <a:lnTo>
                    <a:pt x="0" y="1427"/>
                  </a:lnTo>
                  <a:lnTo>
                    <a:pt x="0" y="1427"/>
                  </a:lnTo>
                  <a:lnTo>
                    <a:pt x="22" y="1665"/>
                  </a:lnTo>
                  <a:lnTo>
                    <a:pt x="108" y="1902"/>
                  </a:lnTo>
                  <a:lnTo>
                    <a:pt x="216" y="2118"/>
                  </a:lnTo>
                  <a:lnTo>
                    <a:pt x="368" y="2291"/>
                  </a:lnTo>
                  <a:lnTo>
                    <a:pt x="541" y="2442"/>
                  </a:lnTo>
                  <a:lnTo>
                    <a:pt x="757" y="2572"/>
                  </a:lnTo>
                  <a:lnTo>
                    <a:pt x="994" y="2637"/>
                  </a:lnTo>
                  <a:lnTo>
                    <a:pt x="1254" y="2658"/>
                  </a:lnTo>
                  <a:lnTo>
                    <a:pt x="8362" y="2658"/>
                  </a:lnTo>
                  <a:lnTo>
                    <a:pt x="8362" y="2658"/>
                  </a:lnTo>
                  <a:lnTo>
                    <a:pt x="8622" y="2637"/>
                  </a:lnTo>
                  <a:lnTo>
                    <a:pt x="8838" y="2572"/>
                  </a:lnTo>
                  <a:lnTo>
                    <a:pt x="9054" y="2442"/>
                  </a:lnTo>
                  <a:lnTo>
                    <a:pt x="9248" y="2291"/>
                  </a:lnTo>
                  <a:lnTo>
                    <a:pt x="9400" y="2118"/>
                  </a:lnTo>
                  <a:lnTo>
                    <a:pt x="9508" y="1902"/>
                  </a:lnTo>
                  <a:lnTo>
                    <a:pt x="9572" y="1665"/>
                  </a:lnTo>
                  <a:lnTo>
                    <a:pt x="9616" y="1427"/>
                  </a:lnTo>
                  <a:lnTo>
                    <a:pt x="9616" y="1232"/>
                  </a:lnTo>
                  <a:lnTo>
                    <a:pt x="9616" y="1232"/>
                  </a:lnTo>
                  <a:lnTo>
                    <a:pt x="9572" y="995"/>
                  </a:lnTo>
                  <a:lnTo>
                    <a:pt x="9508" y="757"/>
                  </a:lnTo>
                  <a:lnTo>
                    <a:pt x="9400" y="541"/>
                  </a:lnTo>
                  <a:lnTo>
                    <a:pt x="9248" y="368"/>
                  </a:lnTo>
                  <a:lnTo>
                    <a:pt x="9054" y="217"/>
                  </a:lnTo>
                  <a:lnTo>
                    <a:pt x="8838" y="87"/>
                  </a:lnTo>
                  <a:lnTo>
                    <a:pt x="8622" y="22"/>
                  </a:lnTo>
                  <a:lnTo>
                    <a:pt x="836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3" name="Google Shape;7493;p35"/>
            <p:cNvSpPr/>
            <p:nvPr/>
          </p:nvSpPr>
          <p:spPr>
            <a:xfrm>
              <a:off x="13488650" y="3127225"/>
              <a:ext cx="129675" cy="129675"/>
            </a:xfrm>
            <a:custGeom>
              <a:avLst/>
              <a:gdLst/>
              <a:ahLst/>
              <a:cxnLst/>
              <a:rect l="l" t="t" r="r" b="b"/>
              <a:pathLst>
                <a:path w="5187" h="5187" extrusionOk="0">
                  <a:moveTo>
                    <a:pt x="2313" y="0"/>
                  </a:moveTo>
                  <a:lnTo>
                    <a:pt x="2053" y="43"/>
                  </a:lnTo>
                  <a:lnTo>
                    <a:pt x="1816" y="108"/>
                  </a:lnTo>
                  <a:lnTo>
                    <a:pt x="1578" y="195"/>
                  </a:lnTo>
                  <a:lnTo>
                    <a:pt x="1340" y="303"/>
                  </a:lnTo>
                  <a:lnTo>
                    <a:pt x="1146" y="432"/>
                  </a:lnTo>
                  <a:lnTo>
                    <a:pt x="930" y="584"/>
                  </a:lnTo>
                  <a:lnTo>
                    <a:pt x="757" y="756"/>
                  </a:lnTo>
                  <a:lnTo>
                    <a:pt x="584" y="929"/>
                  </a:lnTo>
                  <a:lnTo>
                    <a:pt x="433" y="1145"/>
                  </a:lnTo>
                  <a:lnTo>
                    <a:pt x="303" y="1361"/>
                  </a:lnTo>
                  <a:lnTo>
                    <a:pt x="195" y="1578"/>
                  </a:lnTo>
                  <a:lnTo>
                    <a:pt x="109" y="1815"/>
                  </a:lnTo>
                  <a:lnTo>
                    <a:pt x="44" y="2075"/>
                  </a:lnTo>
                  <a:lnTo>
                    <a:pt x="1" y="2334"/>
                  </a:lnTo>
                  <a:lnTo>
                    <a:pt x="1" y="2593"/>
                  </a:lnTo>
                  <a:lnTo>
                    <a:pt x="1" y="2852"/>
                  </a:lnTo>
                  <a:lnTo>
                    <a:pt x="44" y="3112"/>
                  </a:lnTo>
                  <a:lnTo>
                    <a:pt x="109" y="3371"/>
                  </a:lnTo>
                  <a:lnTo>
                    <a:pt x="195" y="3609"/>
                  </a:lnTo>
                  <a:lnTo>
                    <a:pt x="303" y="3825"/>
                  </a:lnTo>
                  <a:lnTo>
                    <a:pt x="433" y="4041"/>
                  </a:lnTo>
                  <a:lnTo>
                    <a:pt x="584" y="4235"/>
                  </a:lnTo>
                  <a:lnTo>
                    <a:pt x="757" y="4430"/>
                  </a:lnTo>
                  <a:lnTo>
                    <a:pt x="930" y="4581"/>
                  </a:lnTo>
                  <a:lnTo>
                    <a:pt x="1146" y="4732"/>
                  </a:lnTo>
                  <a:lnTo>
                    <a:pt x="1340" y="4862"/>
                  </a:lnTo>
                  <a:lnTo>
                    <a:pt x="1578" y="4970"/>
                  </a:lnTo>
                  <a:lnTo>
                    <a:pt x="1816" y="5056"/>
                  </a:lnTo>
                  <a:lnTo>
                    <a:pt x="2053" y="5121"/>
                  </a:lnTo>
                  <a:lnTo>
                    <a:pt x="2313" y="5164"/>
                  </a:lnTo>
                  <a:lnTo>
                    <a:pt x="2594" y="5186"/>
                  </a:lnTo>
                  <a:lnTo>
                    <a:pt x="2853" y="5164"/>
                  </a:lnTo>
                  <a:lnTo>
                    <a:pt x="3112" y="5121"/>
                  </a:lnTo>
                  <a:lnTo>
                    <a:pt x="3350" y="5056"/>
                  </a:lnTo>
                  <a:lnTo>
                    <a:pt x="3587" y="4970"/>
                  </a:lnTo>
                  <a:lnTo>
                    <a:pt x="3825" y="4862"/>
                  </a:lnTo>
                  <a:lnTo>
                    <a:pt x="4041" y="4732"/>
                  </a:lnTo>
                  <a:lnTo>
                    <a:pt x="4236" y="4581"/>
                  </a:lnTo>
                  <a:lnTo>
                    <a:pt x="4430" y="4430"/>
                  </a:lnTo>
                  <a:lnTo>
                    <a:pt x="4581" y="4235"/>
                  </a:lnTo>
                  <a:lnTo>
                    <a:pt x="4733" y="4041"/>
                  </a:lnTo>
                  <a:lnTo>
                    <a:pt x="4862" y="3825"/>
                  </a:lnTo>
                  <a:lnTo>
                    <a:pt x="4970" y="3609"/>
                  </a:lnTo>
                  <a:lnTo>
                    <a:pt x="5057" y="3371"/>
                  </a:lnTo>
                  <a:lnTo>
                    <a:pt x="5122" y="3112"/>
                  </a:lnTo>
                  <a:lnTo>
                    <a:pt x="5165" y="2852"/>
                  </a:lnTo>
                  <a:lnTo>
                    <a:pt x="5186" y="2593"/>
                  </a:lnTo>
                  <a:lnTo>
                    <a:pt x="5165" y="2334"/>
                  </a:lnTo>
                  <a:lnTo>
                    <a:pt x="5122" y="2075"/>
                  </a:lnTo>
                  <a:lnTo>
                    <a:pt x="5057" y="1815"/>
                  </a:lnTo>
                  <a:lnTo>
                    <a:pt x="4970" y="1578"/>
                  </a:lnTo>
                  <a:lnTo>
                    <a:pt x="4862" y="1361"/>
                  </a:lnTo>
                  <a:lnTo>
                    <a:pt x="4733" y="1145"/>
                  </a:lnTo>
                  <a:lnTo>
                    <a:pt x="4581" y="929"/>
                  </a:lnTo>
                  <a:lnTo>
                    <a:pt x="4430" y="756"/>
                  </a:lnTo>
                  <a:lnTo>
                    <a:pt x="4236" y="584"/>
                  </a:lnTo>
                  <a:lnTo>
                    <a:pt x="4041" y="432"/>
                  </a:lnTo>
                  <a:lnTo>
                    <a:pt x="3825" y="303"/>
                  </a:lnTo>
                  <a:lnTo>
                    <a:pt x="3587" y="195"/>
                  </a:lnTo>
                  <a:lnTo>
                    <a:pt x="3350" y="108"/>
                  </a:lnTo>
                  <a:lnTo>
                    <a:pt x="3112" y="43"/>
                  </a:lnTo>
                  <a:lnTo>
                    <a:pt x="285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4" name="Google Shape;7494;p35"/>
            <p:cNvSpPr/>
            <p:nvPr/>
          </p:nvSpPr>
          <p:spPr>
            <a:xfrm>
              <a:off x="15015225" y="4337250"/>
              <a:ext cx="177750" cy="240400"/>
            </a:xfrm>
            <a:custGeom>
              <a:avLst/>
              <a:gdLst/>
              <a:ahLst/>
              <a:cxnLst/>
              <a:rect l="l" t="t" r="r" b="b"/>
              <a:pathLst>
                <a:path w="7110" h="9616" extrusionOk="0">
                  <a:moveTo>
                    <a:pt x="2356" y="0"/>
                  </a:moveTo>
                  <a:lnTo>
                    <a:pt x="0" y="9615"/>
                  </a:lnTo>
                  <a:lnTo>
                    <a:pt x="7109" y="9615"/>
                  </a:lnTo>
                  <a:lnTo>
                    <a:pt x="7109" y="9356"/>
                  </a:lnTo>
                  <a:lnTo>
                    <a:pt x="7088" y="9032"/>
                  </a:lnTo>
                  <a:lnTo>
                    <a:pt x="7044" y="8600"/>
                  </a:lnTo>
                  <a:lnTo>
                    <a:pt x="6980" y="8081"/>
                  </a:lnTo>
                  <a:lnTo>
                    <a:pt x="6893" y="7476"/>
                  </a:lnTo>
                  <a:lnTo>
                    <a:pt x="6742" y="6806"/>
                  </a:lnTo>
                  <a:lnTo>
                    <a:pt x="6547" y="6072"/>
                  </a:lnTo>
                  <a:lnTo>
                    <a:pt x="6310" y="5316"/>
                  </a:lnTo>
                  <a:lnTo>
                    <a:pt x="6159" y="4927"/>
                  </a:lnTo>
                  <a:lnTo>
                    <a:pt x="5986" y="4516"/>
                  </a:lnTo>
                  <a:lnTo>
                    <a:pt x="5813" y="4127"/>
                  </a:lnTo>
                  <a:lnTo>
                    <a:pt x="5618" y="3717"/>
                  </a:lnTo>
                  <a:lnTo>
                    <a:pt x="5381" y="3328"/>
                  </a:lnTo>
                  <a:lnTo>
                    <a:pt x="5143" y="2917"/>
                  </a:lnTo>
                  <a:lnTo>
                    <a:pt x="4884" y="2528"/>
                  </a:lnTo>
                  <a:lnTo>
                    <a:pt x="4603" y="2139"/>
                  </a:lnTo>
                  <a:lnTo>
                    <a:pt x="4279" y="1750"/>
                  </a:lnTo>
                  <a:lnTo>
                    <a:pt x="3955" y="1383"/>
                  </a:lnTo>
                  <a:lnTo>
                    <a:pt x="3587" y="1016"/>
                  </a:lnTo>
                  <a:lnTo>
                    <a:pt x="3198" y="670"/>
                  </a:lnTo>
                  <a:lnTo>
                    <a:pt x="2788" y="324"/>
                  </a:lnTo>
                  <a:lnTo>
                    <a:pt x="23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5" name="Google Shape;7495;p35"/>
            <p:cNvSpPr/>
            <p:nvPr/>
          </p:nvSpPr>
          <p:spPr>
            <a:xfrm>
              <a:off x="15015225" y="4337250"/>
              <a:ext cx="177750" cy="240400"/>
            </a:xfrm>
            <a:custGeom>
              <a:avLst/>
              <a:gdLst/>
              <a:ahLst/>
              <a:cxnLst/>
              <a:rect l="l" t="t" r="r" b="b"/>
              <a:pathLst>
                <a:path w="7110" h="9616" extrusionOk="0">
                  <a:moveTo>
                    <a:pt x="2356" y="0"/>
                  </a:moveTo>
                  <a:lnTo>
                    <a:pt x="0" y="9615"/>
                  </a:lnTo>
                  <a:lnTo>
                    <a:pt x="7109" y="9615"/>
                  </a:lnTo>
                  <a:lnTo>
                    <a:pt x="7109" y="9572"/>
                  </a:lnTo>
                  <a:lnTo>
                    <a:pt x="6677" y="9529"/>
                  </a:lnTo>
                  <a:lnTo>
                    <a:pt x="6288" y="9464"/>
                  </a:lnTo>
                  <a:lnTo>
                    <a:pt x="5899" y="9378"/>
                  </a:lnTo>
                  <a:lnTo>
                    <a:pt x="5554" y="9248"/>
                  </a:lnTo>
                  <a:lnTo>
                    <a:pt x="5208" y="9097"/>
                  </a:lnTo>
                  <a:lnTo>
                    <a:pt x="4884" y="8924"/>
                  </a:lnTo>
                  <a:lnTo>
                    <a:pt x="4581" y="8751"/>
                  </a:lnTo>
                  <a:lnTo>
                    <a:pt x="4300" y="8535"/>
                  </a:lnTo>
                  <a:lnTo>
                    <a:pt x="4041" y="8297"/>
                  </a:lnTo>
                  <a:lnTo>
                    <a:pt x="3803" y="8060"/>
                  </a:lnTo>
                  <a:lnTo>
                    <a:pt x="3587" y="7800"/>
                  </a:lnTo>
                  <a:lnTo>
                    <a:pt x="3393" y="7520"/>
                  </a:lnTo>
                  <a:lnTo>
                    <a:pt x="3220" y="7217"/>
                  </a:lnTo>
                  <a:lnTo>
                    <a:pt x="3047" y="6915"/>
                  </a:lnTo>
                  <a:lnTo>
                    <a:pt x="2917" y="6612"/>
                  </a:lnTo>
                  <a:lnTo>
                    <a:pt x="2809" y="6288"/>
                  </a:lnTo>
                  <a:lnTo>
                    <a:pt x="2701" y="5964"/>
                  </a:lnTo>
                  <a:lnTo>
                    <a:pt x="2615" y="5618"/>
                  </a:lnTo>
                  <a:lnTo>
                    <a:pt x="2572" y="5294"/>
                  </a:lnTo>
                  <a:lnTo>
                    <a:pt x="2528" y="4948"/>
                  </a:lnTo>
                  <a:lnTo>
                    <a:pt x="2507" y="4603"/>
                  </a:lnTo>
                  <a:lnTo>
                    <a:pt x="2507" y="4257"/>
                  </a:lnTo>
                  <a:lnTo>
                    <a:pt x="2528" y="3911"/>
                  </a:lnTo>
                  <a:lnTo>
                    <a:pt x="2572" y="3565"/>
                  </a:lnTo>
                  <a:lnTo>
                    <a:pt x="2637" y="3220"/>
                  </a:lnTo>
                  <a:lnTo>
                    <a:pt x="2723" y="2896"/>
                  </a:lnTo>
                  <a:lnTo>
                    <a:pt x="2831" y="2571"/>
                  </a:lnTo>
                  <a:lnTo>
                    <a:pt x="2961" y="2247"/>
                  </a:lnTo>
                  <a:lnTo>
                    <a:pt x="3090" y="1923"/>
                  </a:lnTo>
                  <a:lnTo>
                    <a:pt x="3263" y="1621"/>
                  </a:lnTo>
                  <a:lnTo>
                    <a:pt x="3436" y="1340"/>
                  </a:lnTo>
                  <a:lnTo>
                    <a:pt x="3652" y="1059"/>
                  </a:lnTo>
                  <a:lnTo>
                    <a:pt x="3350" y="800"/>
                  </a:lnTo>
                  <a:lnTo>
                    <a:pt x="3025" y="519"/>
                  </a:lnTo>
                  <a:lnTo>
                    <a:pt x="2701" y="259"/>
                  </a:lnTo>
                  <a:lnTo>
                    <a:pt x="23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6" name="Google Shape;7496;p35"/>
            <p:cNvSpPr/>
            <p:nvPr/>
          </p:nvSpPr>
          <p:spPr>
            <a:xfrm>
              <a:off x="15015225" y="4337250"/>
              <a:ext cx="177750" cy="240400"/>
            </a:xfrm>
            <a:custGeom>
              <a:avLst/>
              <a:gdLst/>
              <a:ahLst/>
              <a:cxnLst/>
              <a:rect l="l" t="t" r="r" b="b"/>
              <a:pathLst>
                <a:path w="7110" h="9616" fill="none" extrusionOk="0">
                  <a:moveTo>
                    <a:pt x="2356" y="0"/>
                  </a:moveTo>
                  <a:lnTo>
                    <a:pt x="0" y="9615"/>
                  </a:lnTo>
                  <a:lnTo>
                    <a:pt x="7109" y="9615"/>
                  </a:lnTo>
                  <a:lnTo>
                    <a:pt x="7109" y="9615"/>
                  </a:lnTo>
                  <a:lnTo>
                    <a:pt x="7109" y="9615"/>
                  </a:lnTo>
                  <a:lnTo>
                    <a:pt x="7109" y="9615"/>
                  </a:lnTo>
                  <a:lnTo>
                    <a:pt x="7109" y="9572"/>
                  </a:lnTo>
                  <a:lnTo>
                    <a:pt x="7109" y="9572"/>
                  </a:lnTo>
                  <a:lnTo>
                    <a:pt x="6677" y="9529"/>
                  </a:lnTo>
                  <a:lnTo>
                    <a:pt x="6288" y="9464"/>
                  </a:lnTo>
                  <a:lnTo>
                    <a:pt x="5899" y="9378"/>
                  </a:lnTo>
                  <a:lnTo>
                    <a:pt x="5554" y="9248"/>
                  </a:lnTo>
                  <a:lnTo>
                    <a:pt x="5208" y="9097"/>
                  </a:lnTo>
                  <a:lnTo>
                    <a:pt x="4884" y="8924"/>
                  </a:lnTo>
                  <a:lnTo>
                    <a:pt x="4581" y="8751"/>
                  </a:lnTo>
                  <a:lnTo>
                    <a:pt x="4300" y="8535"/>
                  </a:lnTo>
                  <a:lnTo>
                    <a:pt x="4041" y="8297"/>
                  </a:lnTo>
                  <a:lnTo>
                    <a:pt x="3803" y="8060"/>
                  </a:lnTo>
                  <a:lnTo>
                    <a:pt x="3587" y="7800"/>
                  </a:lnTo>
                  <a:lnTo>
                    <a:pt x="3393" y="7520"/>
                  </a:lnTo>
                  <a:lnTo>
                    <a:pt x="3220" y="7217"/>
                  </a:lnTo>
                  <a:lnTo>
                    <a:pt x="3047" y="6915"/>
                  </a:lnTo>
                  <a:lnTo>
                    <a:pt x="2917" y="6612"/>
                  </a:lnTo>
                  <a:lnTo>
                    <a:pt x="2809" y="6288"/>
                  </a:lnTo>
                  <a:lnTo>
                    <a:pt x="2701" y="5964"/>
                  </a:lnTo>
                  <a:lnTo>
                    <a:pt x="2615" y="5618"/>
                  </a:lnTo>
                  <a:lnTo>
                    <a:pt x="2572" y="5294"/>
                  </a:lnTo>
                  <a:lnTo>
                    <a:pt x="2528" y="4948"/>
                  </a:lnTo>
                  <a:lnTo>
                    <a:pt x="2507" y="4603"/>
                  </a:lnTo>
                  <a:lnTo>
                    <a:pt x="2507" y="4257"/>
                  </a:lnTo>
                  <a:lnTo>
                    <a:pt x="2528" y="3911"/>
                  </a:lnTo>
                  <a:lnTo>
                    <a:pt x="2572" y="3565"/>
                  </a:lnTo>
                  <a:lnTo>
                    <a:pt x="2637" y="3220"/>
                  </a:lnTo>
                  <a:lnTo>
                    <a:pt x="2723" y="2896"/>
                  </a:lnTo>
                  <a:lnTo>
                    <a:pt x="2831" y="2571"/>
                  </a:lnTo>
                  <a:lnTo>
                    <a:pt x="2961" y="2247"/>
                  </a:lnTo>
                  <a:lnTo>
                    <a:pt x="3090" y="1923"/>
                  </a:lnTo>
                  <a:lnTo>
                    <a:pt x="3263" y="1621"/>
                  </a:lnTo>
                  <a:lnTo>
                    <a:pt x="3436" y="1340"/>
                  </a:lnTo>
                  <a:lnTo>
                    <a:pt x="3652" y="1059"/>
                  </a:lnTo>
                  <a:lnTo>
                    <a:pt x="3652" y="1059"/>
                  </a:lnTo>
                  <a:lnTo>
                    <a:pt x="3350" y="800"/>
                  </a:lnTo>
                  <a:lnTo>
                    <a:pt x="3025" y="519"/>
                  </a:lnTo>
                  <a:lnTo>
                    <a:pt x="2701" y="259"/>
                  </a:lnTo>
                  <a:lnTo>
                    <a:pt x="2356" y="0"/>
                  </a:lnTo>
                  <a:lnTo>
                    <a:pt x="2356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5" name="Google Shape;6525;p30"/>
          <p:cNvSpPr txBox="1">
            <a:spLocks noGrp="1"/>
          </p:cNvSpPr>
          <p:nvPr>
            <p:ph type="title"/>
          </p:nvPr>
        </p:nvSpPr>
        <p:spPr>
          <a:xfrm>
            <a:off x="1540200" y="1611004"/>
            <a:ext cx="6380642" cy="82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And next up…</a:t>
            </a:r>
            <a:endParaRPr dirty="0"/>
          </a:p>
        </p:txBody>
      </p:sp>
      <p:sp>
        <p:nvSpPr>
          <p:cNvPr id="6526" name="Google Shape;6526;p30"/>
          <p:cNvSpPr txBox="1">
            <a:spLocks noGrp="1"/>
          </p:cNvSpPr>
          <p:nvPr>
            <p:ph type="subTitle" idx="1"/>
          </p:nvPr>
        </p:nvSpPr>
        <p:spPr>
          <a:xfrm>
            <a:off x="1540200" y="2435096"/>
            <a:ext cx="6063600" cy="109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final deliverable</a:t>
            </a:r>
            <a:endParaRPr dirty="0"/>
          </a:p>
        </p:txBody>
      </p:sp>
      <p:grpSp>
        <p:nvGrpSpPr>
          <p:cNvPr id="6527" name="Google Shape;6527;p30"/>
          <p:cNvGrpSpPr/>
          <p:nvPr/>
        </p:nvGrpSpPr>
        <p:grpSpPr>
          <a:xfrm>
            <a:off x="7032054" y="3533711"/>
            <a:ext cx="1823591" cy="1453514"/>
            <a:chOff x="8222575" y="3882950"/>
            <a:chExt cx="2306300" cy="1838263"/>
          </a:xfrm>
        </p:grpSpPr>
        <p:sp>
          <p:nvSpPr>
            <p:cNvPr id="6528" name="Google Shape;6528;p30"/>
            <p:cNvSpPr/>
            <p:nvPr/>
          </p:nvSpPr>
          <p:spPr>
            <a:xfrm>
              <a:off x="8266575" y="5442513"/>
              <a:ext cx="2262300" cy="278700"/>
            </a:xfrm>
            <a:prstGeom prst="ellipse">
              <a:avLst/>
            </a:pr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9" name="Google Shape;6529;p30"/>
            <p:cNvSpPr/>
            <p:nvPr/>
          </p:nvSpPr>
          <p:spPr>
            <a:xfrm>
              <a:off x="8364975" y="5252175"/>
              <a:ext cx="1865075" cy="312875"/>
            </a:xfrm>
            <a:custGeom>
              <a:avLst/>
              <a:gdLst/>
              <a:ahLst/>
              <a:cxnLst/>
              <a:rect l="l" t="t" r="r" b="b"/>
              <a:pathLst>
                <a:path w="74603" h="12515" extrusionOk="0">
                  <a:moveTo>
                    <a:pt x="71514" y="0"/>
                  </a:moveTo>
                  <a:lnTo>
                    <a:pt x="71274" y="41"/>
                  </a:lnTo>
                  <a:lnTo>
                    <a:pt x="71033" y="121"/>
                  </a:lnTo>
                  <a:lnTo>
                    <a:pt x="70813" y="221"/>
                  </a:lnTo>
                  <a:lnTo>
                    <a:pt x="69449" y="903"/>
                  </a:lnTo>
                  <a:lnTo>
                    <a:pt x="68085" y="1545"/>
                  </a:lnTo>
                  <a:lnTo>
                    <a:pt x="66701" y="2126"/>
                  </a:lnTo>
                  <a:lnTo>
                    <a:pt x="65298" y="2688"/>
                  </a:lnTo>
                  <a:lnTo>
                    <a:pt x="66120" y="4533"/>
                  </a:lnTo>
                  <a:lnTo>
                    <a:pt x="66862" y="6217"/>
                  </a:lnTo>
                  <a:lnTo>
                    <a:pt x="67744" y="5796"/>
                  </a:lnTo>
                  <a:lnTo>
                    <a:pt x="68587" y="5415"/>
                  </a:lnTo>
                  <a:lnTo>
                    <a:pt x="69369" y="5014"/>
                  </a:lnTo>
                  <a:lnTo>
                    <a:pt x="70111" y="4653"/>
                  </a:lnTo>
                  <a:lnTo>
                    <a:pt x="71434" y="3951"/>
                  </a:lnTo>
                  <a:lnTo>
                    <a:pt x="72537" y="3309"/>
                  </a:lnTo>
                  <a:lnTo>
                    <a:pt x="73400" y="2768"/>
                  </a:lnTo>
                  <a:lnTo>
                    <a:pt x="74041" y="2347"/>
                  </a:lnTo>
                  <a:lnTo>
                    <a:pt x="74442" y="2026"/>
                  </a:lnTo>
                  <a:lnTo>
                    <a:pt x="74563" y="1926"/>
                  </a:lnTo>
                  <a:lnTo>
                    <a:pt x="74603" y="1865"/>
                  </a:lnTo>
                  <a:lnTo>
                    <a:pt x="74603" y="1825"/>
                  </a:lnTo>
                  <a:lnTo>
                    <a:pt x="74583" y="1725"/>
                  </a:lnTo>
                  <a:lnTo>
                    <a:pt x="74543" y="1605"/>
                  </a:lnTo>
                  <a:lnTo>
                    <a:pt x="74463" y="1464"/>
                  </a:lnTo>
                  <a:lnTo>
                    <a:pt x="74362" y="1324"/>
                  </a:lnTo>
                  <a:lnTo>
                    <a:pt x="74222" y="1184"/>
                  </a:lnTo>
                  <a:lnTo>
                    <a:pt x="74081" y="1023"/>
                  </a:lnTo>
                  <a:lnTo>
                    <a:pt x="73901" y="863"/>
                  </a:lnTo>
                  <a:lnTo>
                    <a:pt x="73700" y="722"/>
                  </a:lnTo>
                  <a:lnTo>
                    <a:pt x="73500" y="582"/>
                  </a:lnTo>
                  <a:lnTo>
                    <a:pt x="73279" y="442"/>
                  </a:lnTo>
                  <a:lnTo>
                    <a:pt x="73039" y="321"/>
                  </a:lnTo>
                  <a:lnTo>
                    <a:pt x="72798" y="221"/>
                  </a:lnTo>
                  <a:lnTo>
                    <a:pt x="72537" y="121"/>
                  </a:lnTo>
                  <a:lnTo>
                    <a:pt x="72277" y="61"/>
                  </a:lnTo>
                  <a:lnTo>
                    <a:pt x="72016" y="20"/>
                  </a:lnTo>
                  <a:lnTo>
                    <a:pt x="71755" y="0"/>
                  </a:lnTo>
                  <a:close/>
                  <a:moveTo>
                    <a:pt x="2848" y="0"/>
                  </a:moveTo>
                  <a:lnTo>
                    <a:pt x="2587" y="20"/>
                  </a:lnTo>
                  <a:lnTo>
                    <a:pt x="2327" y="61"/>
                  </a:lnTo>
                  <a:lnTo>
                    <a:pt x="2066" y="121"/>
                  </a:lnTo>
                  <a:lnTo>
                    <a:pt x="1805" y="201"/>
                  </a:lnTo>
                  <a:lnTo>
                    <a:pt x="1564" y="321"/>
                  </a:lnTo>
                  <a:lnTo>
                    <a:pt x="1324" y="442"/>
                  </a:lnTo>
                  <a:lnTo>
                    <a:pt x="1103" y="582"/>
                  </a:lnTo>
                  <a:lnTo>
                    <a:pt x="903" y="722"/>
                  </a:lnTo>
                  <a:lnTo>
                    <a:pt x="702" y="863"/>
                  </a:lnTo>
                  <a:lnTo>
                    <a:pt x="522" y="1023"/>
                  </a:lnTo>
                  <a:lnTo>
                    <a:pt x="381" y="1164"/>
                  </a:lnTo>
                  <a:lnTo>
                    <a:pt x="241" y="1324"/>
                  </a:lnTo>
                  <a:lnTo>
                    <a:pt x="141" y="1464"/>
                  </a:lnTo>
                  <a:lnTo>
                    <a:pt x="60" y="1585"/>
                  </a:lnTo>
                  <a:lnTo>
                    <a:pt x="20" y="1705"/>
                  </a:lnTo>
                  <a:lnTo>
                    <a:pt x="0" y="1805"/>
                  </a:lnTo>
                  <a:lnTo>
                    <a:pt x="0" y="1865"/>
                  </a:lnTo>
                  <a:lnTo>
                    <a:pt x="40" y="1906"/>
                  </a:lnTo>
                  <a:lnTo>
                    <a:pt x="121" y="1986"/>
                  </a:lnTo>
                  <a:lnTo>
                    <a:pt x="381" y="2206"/>
                  </a:lnTo>
                  <a:lnTo>
                    <a:pt x="822" y="2527"/>
                  </a:lnTo>
                  <a:lnTo>
                    <a:pt x="1424" y="2908"/>
                  </a:lnTo>
                  <a:lnTo>
                    <a:pt x="2166" y="3370"/>
                  </a:lnTo>
                  <a:lnTo>
                    <a:pt x="3069" y="3891"/>
                  </a:lnTo>
                  <a:lnTo>
                    <a:pt x="4131" y="4453"/>
                  </a:lnTo>
                  <a:lnTo>
                    <a:pt x="5315" y="5074"/>
                  </a:lnTo>
                  <a:lnTo>
                    <a:pt x="6638" y="5716"/>
                  </a:lnTo>
                  <a:lnTo>
                    <a:pt x="8102" y="6358"/>
                  </a:lnTo>
                  <a:lnTo>
                    <a:pt x="9687" y="7040"/>
                  </a:lnTo>
                  <a:lnTo>
                    <a:pt x="10529" y="7380"/>
                  </a:lnTo>
                  <a:lnTo>
                    <a:pt x="11411" y="7721"/>
                  </a:lnTo>
                  <a:lnTo>
                    <a:pt x="12314" y="8042"/>
                  </a:lnTo>
                  <a:lnTo>
                    <a:pt x="13236" y="8383"/>
                  </a:lnTo>
                  <a:lnTo>
                    <a:pt x="14199" y="8704"/>
                  </a:lnTo>
                  <a:lnTo>
                    <a:pt x="15202" y="9025"/>
                  </a:lnTo>
                  <a:lnTo>
                    <a:pt x="16204" y="9346"/>
                  </a:lnTo>
                  <a:lnTo>
                    <a:pt x="17247" y="9647"/>
                  </a:lnTo>
                  <a:lnTo>
                    <a:pt x="18310" y="9947"/>
                  </a:lnTo>
                  <a:lnTo>
                    <a:pt x="19413" y="10248"/>
                  </a:lnTo>
                  <a:lnTo>
                    <a:pt x="19373" y="10128"/>
                  </a:lnTo>
                  <a:lnTo>
                    <a:pt x="19333" y="10008"/>
                  </a:lnTo>
                  <a:lnTo>
                    <a:pt x="19333" y="9988"/>
                  </a:lnTo>
                  <a:lnTo>
                    <a:pt x="19373" y="9827"/>
                  </a:lnTo>
                  <a:lnTo>
                    <a:pt x="19453" y="9546"/>
                  </a:lnTo>
                  <a:lnTo>
                    <a:pt x="19774" y="8704"/>
                  </a:lnTo>
                  <a:lnTo>
                    <a:pt x="20255" y="7501"/>
                  </a:lnTo>
                  <a:lnTo>
                    <a:pt x="20877" y="6037"/>
                  </a:lnTo>
                  <a:lnTo>
                    <a:pt x="19894" y="5836"/>
                  </a:lnTo>
                  <a:lnTo>
                    <a:pt x="18912" y="5616"/>
                  </a:lnTo>
                  <a:lnTo>
                    <a:pt x="17929" y="5375"/>
                  </a:lnTo>
                  <a:lnTo>
                    <a:pt x="16926" y="5134"/>
                  </a:lnTo>
                  <a:lnTo>
                    <a:pt x="15643" y="4793"/>
                  </a:lnTo>
                  <a:lnTo>
                    <a:pt x="15061" y="5535"/>
                  </a:lnTo>
                  <a:lnTo>
                    <a:pt x="14600" y="6097"/>
                  </a:lnTo>
                  <a:lnTo>
                    <a:pt x="14259" y="6498"/>
                  </a:lnTo>
                  <a:lnTo>
                    <a:pt x="14159" y="6598"/>
                  </a:lnTo>
                  <a:lnTo>
                    <a:pt x="14078" y="6659"/>
                  </a:lnTo>
                  <a:lnTo>
                    <a:pt x="13898" y="6739"/>
                  </a:lnTo>
                  <a:lnTo>
                    <a:pt x="13717" y="6799"/>
                  </a:lnTo>
                  <a:lnTo>
                    <a:pt x="13557" y="6819"/>
                  </a:lnTo>
                  <a:lnTo>
                    <a:pt x="13377" y="6839"/>
                  </a:lnTo>
                  <a:lnTo>
                    <a:pt x="13156" y="6819"/>
                  </a:lnTo>
                  <a:lnTo>
                    <a:pt x="12955" y="6759"/>
                  </a:lnTo>
                  <a:lnTo>
                    <a:pt x="12755" y="6699"/>
                  </a:lnTo>
                  <a:lnTo>
                    <a:pt x="12574" y="6598"/>
                  </a:lnTo>
                  <a:lnTo>
                    <a:pt x="12434" y="6458"/>
                  </a:lnTo>
                  <a:lnTo>
                    <a:pt x="12294" y="6318"/>
                  </a:lnTo>
                  <a:lnTo>
                    <a:pt x="12213" y="6157"/>
                  </a:lnTo>
                  <a:lnTo>
                    <a:pt x="12153" y="5977"/>
                  </a:lnTo>
                  <a:lnTo>
                    <a:pt x="12153" y="5957"/>
                  </a:lnTo>
                  <a:lnTo>
                    <a:pt x="12173" y="5856"/>
                  </a:lnTo>
                  <a:lnTo>
                    <a:pt x="12193" y="5716"/>
                  </a:lnTo>
                  <a:lnTo>
                    <a:pt x="12354" y="5295"/>
                  </a:lnTo>
                  <a:lnTo>
                    <a:pt x="12574" y="4693"/>
                  </a:lnTo>
                  <a:lnTo>
                    <a:pt x="12875" y="3951"/>
                  </a:lnTo>
                  <a:lnTo>
                    <a:pt x="11732" y="3570"/>
                  </a:lnTo>
                  <a:lnTo>
                    <a:pt x="10589" y="3169"/>
                  </a:lnTo>
                  <a:lnTo>
                    <a:pt x="9426" y="2748"/>
                  </a:lnTo>
                  <a:lnTo>
                    <a:pt x="8283" y="2287"/>
                  </a:lnTo>
                  <a:lnTo>
                    <a:pt x="7160" y="1805"/>
                  </a:lnTo>
                  <a:lnTo>
                    <a:pt x="6017" y="1304"/>
                  </a:lnTo>
                  <a:lnTo>
                    <a:pt x="4893" y="783"/>
                  </a:lnTo>
                  <a:lnTo>
                    <a:pt x="3791" y="221"/>
                  </a:lnTo>
                  <a:lnTo>
                    <a:pt x="3550" y="121"/>
                  </a:lnTo>
                  <a:lnTo>
                    <a:pt x="3329" y="41"/>
                  </a:lnTo>
                  <a:lnTo>
                    <a:pt x="3089" y="0"/>
                  </a:lnTo>
                  <a:close/>
                  <a:moveTo>
                    <a:pt x="61106" y="4152"/>
                  </a:moveTo>
                  <a:lnTo>
                    <a:pt x="60103" y="4453"/>
                  </a:lnTo>
                  <a:lnTo>
                    <a:pt x="59101" y="4753"/>
                  </a:lnTo>
                  <a:lnTo>
                    <a:pt x="58098" y="5014"/>
                  </a:lnTo>
                  <a:lnTo>
                    <a:pt x="57115" y="5275"/>
                  </a:lnTo>
                  <a:lnTo>
                    <a:pt x="57396" y="5977"/>
                  </a:lnTo>
                  <a:lnTo>
                    <a:pt x="57617" y="6538"/>
                  </a:lnTo>
                  <a:lnTo>
                    <a:pt x="57737" y="6939"/>
                  </a:lnTo>
                  <a:lnTo>
                    <a:pt x="57777" y="7060"/>
                  </a:lnTo>
                  <a:lnTo>
                    <a:pt x="57797" y="7160"/>
                  </a:lnTo>
                  <a:lnTo>
                    <a:pt x="57797" y="7180"/>
                  </a:lnTo>
                  <a:lnTo>
                    <a:pt x="57737" y="7360"/>
                  </a:lnTo>
                  <a:lnTo>
                    <a:pt x="57637" y="7521"/>
                  </a:lnTo>
                  <a:lnTo>
                    <a:pt x="57516" y="7661"/>
                  </a:lnTo>
                  <a:lnTo>
                    <a:pt x="57356" y="7782"/>
                  </a:lnTo>
                  <a:lnTo>
                    <a:pt x="57196" y="7882"/>
                  </a:lnTo>
                  <a:lnTo>
                    <a:pt x="56995" y="7962"/>
                  </a:lnTo>
                  <a:lnTo>
                    <a:pt x="56774" y="8002"/>
                  </a:lnTo>
                  <a:lnTo>
                    <a:pt x="56574" y="8022"/>
                  </a:lnTo>
                  <a:lnTo>
                    <a:pt x="56393" y="8022"/>
                  </a:lnTo>
                  <a:lnTo>
                    <a:pt x="56213" y="7982"/>
                  </a:lnTo>
                  <a:lnTo>
                    <a:pt x="56052" y="7942"/>
                  </a:lnTo>
                  <a:lnTo>
                    <a:pt x="55872" y="7862"/>
                  </a:lnTo>
                  <a:lnTo>
                    <a:pt x="55792" y="7802"/>
                  </a:lnTo>
                  <a:lnTo>
                    <a:pt x="55671" y="7681"/>
                  </a:lnTo>
                  <a:lnTo>
                    <a:pt x="55331" y="7280"/>
                  </a:lnTo>
                  <a:lnTo>
                    <a:pt x="54849" y="6699"/>
                  </a:lnTo>
                  <a:lnTo>
                    <a:pt x="54268" y="5937"/>
                  </a:lnTo>
                  <a:lnTo>
                    <a:pt x="52924" y="6197"/>
                  </a:lnTo>
                  <a:lnTo>
                    <a:pt x="51600" y="6458"/>
                  </a:lnTo>
                  <a:lnTo>
                    <a:pt x="50297" y="6679"/>
                  </a:lnTo>
                  <a:lnTo>
                    <a:pt x="49033" y="6859"/>
                  </a:lnTo>
                  <a:lnTo>
                    <a:pt x="47810" y="7040"/>
                  </a:lnTo>
                  <a:lnTo>
                    <a:pt x="46607" y="7200"/>
                  </a:lnTo>
                  <a:lnTo>
                    <a:pt x="45444" y="7320"/>
                  </a:lnTo>
                  <a:lnTo>
                    <a:pt x="44341" y="7441"/>
                  </a:lnTo>
                  <a:lnTo>
                    <a:pt x="43258" y="7521"/>
                  </a:lnTo>
                  <a:lnTo>
                    <a:pt x="42235" y="7601"/>
                  </a:lnTo>
                  <a:lnTo>
                    <a:pt x="40350" y="7721"/>
                  </a:lnTo>
                  <a:lnTo>
                    <a:pt x="38705" y="7782"/>
                  </a:lnTo>
                  <a:lnTo>
                    <a:pt x="37302" y="7802"/>
                  </a:lnTo>
                  <a:lnTo>
                    <a:pt x="36219" y="7782"/>
                  </a:lnTo>
                  <a:lnTo>
                    <a:pt x="34955" y="7741"/>
                  </a:lnTo>
                  <a:lnTo>
                    <a:pt x="33551" y="7681"/>
                  </a:lnTo>
                  <a:lnTo>
                    <a:pt x="32007" y="7581"/>
                  </a:lnTo>
                  <a:lnTo>
                    <a:pt x="30323" y="7441"/>
                  </a:lnTo>
                  <a:lnTo>
                    <a:pt x="28538" y="7260"/>
                  </a:lnTo>
                  <a:lnTo>
                    <a:pt x="26653" y="7020"/>
                  </a:lnTo>
                  <a:lnTo>
                    <a:pt x="24667" y="6739"/>
                  </a:lnTo>
                  <a:lnTo>
                    <a:pt x="23544" y="8223"/>
                  </a:lnTo>
                  <a:lnTo>
                    <a:pt x="22622" y="9446"/>
                  </a:lnTo>
                  <a:lnTo>
                    <a:pt x="21920" y="10308"/>
                  </a:lnTo>
                  <a:lnTo>
                    <a:pt x="21679" y="10589"/>
                  </a:lnTo>
                  <a:lnTo>
                    <a:pt x="21499" y="10750"/>
                  </a:lnTo>
                  <a:lnTo>
                    <a:pt x="23304" y="11131"/>
                  </a:lnTo>
                  <a:lnTo>
                    <a:pt x="24226" y="11291"/>
                  </a:lnTo>
                  <a:lnTo>
                    <a:pt x="25149" y="11472"/>
                  </a:lnTo>
                  <a:lnTo>
                    <a:pt x="26091" y="11612"/>
                  </a:lnTo>
                  <a:lnTo>
                    <a:pt x="27054" y="11772"/>
                  </a:lnTo>
                  <a:lnTo>
                    <a:pt x="28036" y="11893"/>
                  </a:lnTo>
                  <a:lnTo>
                    <a:pt x="29019" y="12033"/>
                  </a:lnTo>
                  <a:lnTo>
                    <a:pt x="30002" y="12133"/>
                  </a:lnTo>
                  <a:lnTo>
                    <a:pt x="31024" y="12234"/>
                  </a:lnTo>
                  <a:lnTo>
                    <a:pt x="32027" y="12314"/>
                  </a:lnTo>
                  <a:lnTo>
                    <a:pt x="33070" y="12394"/>
                  </a:lnTo>
                  <a:lnTo>
                    <a:pt x="34113" y="12434"/>
                  </a:lnTo>
                  <a:lnTo>
                    <a:pt x="35156" y="12474"/>
                  </a:lnTo>
                  <a:lnTo>
                    <a:pt x="36219" y="12514"/>
                  </a:lnTo>
                  <a:lnTo>
                    <a:pt x="38284" y="12514"/>
                  </a:lnTo>
                  <a:lnTo>
                    <a:pt x="39267" y="12494"/>
                  </a:lnTo>
                  <a:lnTo>
                    <a:pt x="40250" y="12454"/>
                  </a:lnTo>
                  <a:lnTo>
                    <a:pt x="41212" y="12414"/>
                  </a:lnTo>
                  <a:lnTo>
                    <a:pt x="42155" y="12354"/>
                  </a:lnTo>
                  <a:lnTo>
                    <a:pt x="43097" y="12274"/>
                  </a:lnTo>
                  <a:lnTo>
                    <a:pt x="44040" y="12194"/>
                  </a:lnTo>
                  <a:lnTo>
                    <a:pt x="44962" y="12093"/>
                  </a:lnTo>
                  <a:lnTo>
                    <a:pt x="46767" y="11873"/>
                  </a:lnTo>
                  <a:lnTo>
                    <a:pt x="48552" y="11612"/>
                  </a:lnTo>
                  <a:lnTo>
                    <a:pt x="50277" y="11311"/>
                  </a:lnTo>
                  <a:lnTo>
                    <a:pt x="51961" y="10990"/>
                  </a:lnTo>
                  <a:lnTo>
                    <a:pt x="53606" y="10629"/>
                  </a:lnTo>
                  <a:lnTo>
                    <a:pt x="55190" y="10248"/>
                  </a:lnTo>
                  <a:lnTo>
                    <a:pt x="56714" y="9827"/>
                  </a:lnTo>
                  <a:lnTo>
                    <a:pt x="58198" y="9406"/>
                  </a:lnTo>
                  <a:lnTo>
                    <a:pt x="59642" y="8965"/>
                  </a:lnTo>
                  <a:lnTo>
                    <a:pt x="61026" y="8504"/>
                  </a:lnTo>
                  <a:lnTo>
                    <a:pt x="62330" y="8022"/>
                  </a:lnTo>
                  <a:lnTo>
                    <a:pt x="63593" y="7561"/>
                  </a:lnTo>
                  <a:lnTo>
                    <a:pt x="62410" y="5957"/>
                  </a:lnTo>
                  <a:lnTo>
                    <a:pt x="61106" y="415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0" name="Google Shape;6530;p30"/>
            <p:cNvSpPr/>
            <p:nvPr/>
          </p:nvSpPr>
          <p:spPr>
            <a:xfrm>
              <a:off x="9935725" y="4378800"/>
              <a:ext cx="500900" cy="650300"/>
            </a:xfrm>
            <a:custGeom>
              <a:avLst/>
              <a:gdLst/>
              <a:ahLst/>
              <a:cxnLst/>
              <a:rect l="l" t="t" r="r" b="b"/>
              <a:pathLst>
                <a:path w="20036" h="26012" extrusionOk="0">
                  <a:moveTo>
                    <a:pt x="7682" y="0"/>
                  </a:moveTo>
                  <a:lnTo>
                    <a:pt x="7241" y="20"/>
                  </a:lnTo>
                  <a:lnTo>
                    <a:pt x="6799" y="61"/>
                  </a:lnTo>
                  <a:lnTo>
                    <a:pt x="6358" y="121"/>
                  </a:lnTo>
                  <a:lnTo>
                    <a:pt x="5917" y="221"/>
                  </a:lnTo>
                  <a:lnTo>
                    <a:pt x="5476" y="321"/>
                  </a:lnTo>
                  <a:lnTo>
                    <a:pt x="5055" y="442"/>
                  </a:lnTo>
                  <a:lnTo>
                    <a:pt x="4633" y="602"/>
                  </a:lnTo>
                  <a:lnTo>
                    <a:pt x="4212" y="762"/>
                  </a:lnTo>
                  <a:lnTo>
                    <a:pt x="3811" y="943"/>
                  </a:lnTo>
                  <a:lnTo>
                    <a:pt x="3410" y="1164"/>
                  </a:lnTo>
                  <a:lnTo>
                    <a:pt x="3009" y="1384"/>
                  </a:lnTo>
                  <a:lnTo>
                    <a:pt x="2628" y="1645"/>
                  </a:lnTo>
                  <a:lnTo>
                    <a:pt x="2267" y="1906"/>
                  </a:lnTo>
                  <a:lnTo>
                    <a:pt x="1906" y="2186"/>
                  </a:lnTo>
                  <a:lnTo>
                    <a:pt x="1565" y="2507"/>
                  </a:lnTo>
                  <a:lnTo>
                    <a:pt x="1224" y="2828"/>
                  </a:lnTo>
                  <a:lnTo>
                    <a:pt x="923" y="3169"/>
                  </a:lnTo>
                  <a:lnTo>
                    <a:pt x="623" y="3530"/>
                  </a:lnTo>
                  <a:lnTo>
                    <a:pt x="342" y="3911"/>
                  </a:lnTo>
                  <a:lnTo>
                    <a:pt x="262" y="3911"/>
                  </a:lnTo>
                  <a:lnTo>
                    <a:pt x="201" y="3931"/>
                  </a:lnTo>
                  <a:lnTo>
                    <a:pt x="141" y="3951"/>
                  </a:lnTo>
                  <a:lnTo>
                    <a:pt x="81" y="3991"/>
                  </a:lnTo>
                  <a:lnTo>
                    <a:pt x="41" y="4031"/>
                  </a:lnTo>
                  <a:lnTo>
                    <a:pt x="1" y="4092"/>
                  </a:lnTo>
                  <a:lnTo>
                    <a:pt x="1" y="4172"/>
                  </a:lnTo>
                  <a:lnTo>
                    <a:pt x="1" y="4252"/>
                  </a:lnTo>
                  <a:lnTo>
                    <a:pt x="1" y="4292"/>
                  </a:lnTo>
                  <a:lnTo>
                    <a:pt x="101" y="4533"/>
                  </a:lnTo>
                  <a:lnTo>
                    <a:pt x="181" y="4733"/>
                  </a:lnTo>
                  <a:lnTo>
                    <a:pt x="282" y="4994"/>
                  </a:lnTo>
                  <a:lnTo>
                    <a:pt x="422" y="5255"/>
                  </a:lnTo>
                  <a:lnTo>
                    <a:pt x="582" y="5495"/>
                  </a:lnTo>
                  <a:lnTo>
                    <a:pt x="743" y="5736"/>
                  </a:lnTo>
                  <a:lnTo>
                    <a:pt x="863" y="5856"/>
                  </a:lnTo>
                  <a:lnTo>
                    <a:pt x="1004" y="5957"/>
                  </a:lnTo>
                  <a:lnTo>
                    <a:pt x="1104" y="6037"/>
                  </a:lnTo>
                  <a:lnTo>
                    <a:pt x="1244" y="6077"/>
                  </a:lnTo>
                  <a:lnTo>
                    <a:pt x="1365" y="6117"/>
                  </a:lnTo>
                  <a:lnTo>
                    <a:pt x="1505" y="6137"/>
                  </a:lnTo>
                  <a:lnTo>
                    <a:pt x="1685" y="6137"/>
                  </a:lnTo>
                  <a:lnTo>
                    <a:pt x="1866" y="6077"/>
                  </a:lnTo>
                  <a:lnTo>
                    <a:pt x="2046" y="5997"/>
                  </a:lnTo>
                  <a:lnTo>
                    <a:pt x="2227" y="5916"/>
                  </a:lnTo>
                  <a:lnTo>
                    <a:pt x="2588" y="5696"/>
                  </a:lnTo>
                  <a:lnTo>
                    <a:pt x="2909" y="5515"/>
                  </a:lnTo>
                  <a:lnTo>
                    <a:pt x="3410" y="5275"/>
                  </a:lnTo>
                  <a:lnTo>
                    <a:pt x="3912" y="5094"/>
                  </a:lnTo>
                  <a:lnTo>
                    <a:pt x="4172" y="4994"/>
                  </a:lnTo>
                  <a:lnTo>
                    <a:pt x="4433" y="4934"/>
                  </a:lnTo>
                  <a:lnTo>
                    <a:pt x="4714" y="4874"/>
                  </a:lnTo>
                  <a:lnTo>
                    <a:pt x="4974" y="4813"/>
                  </a:lnTo>
                  <a:lnTo>
                    <a:pt x="5315" y="4793"/>
                  </a:lnTo>
                  <a:lnTo>
                    <a:pt x="5636" y="4773"/>
                  </a:lnTo>
                  <a:lnTo>
                    <a:pt x="5937" y="4793"/>
                  </a:lnTo>
                  <a:lnTo>
                    <a:pt x="6218" y="4834"/>
                  </a:lnTo>
                  <a:lnTo>
                    <a:pt x="6499" y="4894"/>
                  </a:lnTo>
                  <a:lnTo>
                    <a:pt x="6759" y="4974"/>
                  </a:lnTo>
                  <a:lnTo>
                    <a:pt x="7000" y="5074"/>
                  </a:lnTo>
                  <a:lnTo>
                    <a:pt x="7241" y="5195"/>
                  </a:lnTo>
                  <a:lnTo>
                    <a:pt x="7461" y="5335"/>
                  </a:lnTo>
                  <a:lnTo>
                    <a:pt x="7662" y="5475"/>
                  </a:lnTo>
                  <a:lnTo>
                    <a:pt x="7862" y="5656"/>
                  </a:lnTo>
                  <a:lnTo>
                    <a:pt x="8043" y="5836"/>
                  </a:lnTo>
                  <a:lnTo>
                    <a:pt x="8223" y="6037"/>
                  </a:lnTo>
                  <a:lnTo>
                    <a:pt x="8384" y="6237"/>
                  </a:lnTo>
                  <a:lnTo>
                    <a:pt x="8524" y="6478"/>
                  </a:lnTo>
                  <a:lnTo>
                    <a:pt x="8664" y="6699"/>
                  </a:lnTo>
                  <a:lnTo>
                    <a:pt x="8785" y="6939"/>
                  </a:lnTo>
                  <a:lnTo>
                    <a:pt x="8905" y="7200"/>
                  </a:lnTo>
                  <a:lnTo>
                    <a:pt x="9106" y="7721"/>
                  </a:lnTo>
                  <a:lnTo>
                    <a:pt x="9286" y="8263"/>
                  </a:lnTo>
                  <a:lnTo>
                    <a:pt x="9427" y="8824"/>
                  </a:lnTo>
                  <a:lnTo>
                    <a:pt x="9527" y="9406"/>
                  </a:lnTo>
                  <a:lnTo>
                    <a:pt x="9607" y="9967"/>
                  </a:lnTo>
                  <a:lnTo>
                    <a:pt x="9667" y="10529"/>
                  </a:lnTo>
                  <a:lnTo>
                    <a:pt x="9707" y="11050"/>
                  </a:lnTo>
                  <a:lnTo>
                    <a:pt x="9707" y="11612"/>
                  </a:lnTo>
                  <a:lnTo>
                    <a:pt x="9727" y="12194"/>
                  </a:lnTo>
                  <a:lnTo>
                    <a:pt x="9687" y="13337"/>
                  </a:lnTo>
                  <a:lnTo>
                    <a:pt x="9627" y="14520"/>
                  </a:lnTo>
                  <a:lnTo>
                    <a:pt x="9527" y="15703"/>
                  </a:lnTo>
                  <a:lnTo>
                    <a:pt x="9427" y="16886"/>
                  </a:lnTo>
                  <a:lnTo>
                    <a:pt x="9346" y="18110"/>
                  </a:lnTo>
                  <a:lnTo>
                    <a:pt x="9286" y="19353"/>
                  </a:lnTo>
                  <a:lnTo>
                    <a:pt x="9266" y="19975"/>
                  </a:lnTo>
                  <a:lnTo>
                    <a:pt x="9266" y="20596"/>
                  </a:lnTo>
                  <a:lnTo>
                    <a:pt x="9286" y="21058"/>
                  </a:lnTo>
                  <a:lnTo>
                    <a:pt x="9346" y="21499"/>
                  </a:lnTo>
                  <a:lnTo>
                    <a:pt x="9447" y="21920"/>
                  </a:lnTo>
                  <a:lnTo>
                    <a:pt x="9567" y="22321"/>
                  </a:lnTo>
                  <a:lnTo>
                    <a:pt x="9727" y="22722"/>
                  </a:lnTo>
                  <a:lnTo>
                    <a:pt x="9928" y="23103"/>
                  </a:lnTo>
                  <a:lnTo>
                    <a:pt x="10128" y="23464"/>
                  </a:lnTo>
                  <a:lnTo>
                    <a:pt x="10369" y="23805"/>
                  </a:lnTo>
                  <a:lnTo>
                    <a:pt x="10630" y="24126"/>
                  </a:lnTo>
                  <a:lnTo>
                    <a:pt x="10931" y="24407"/>
                  </a:lnTo>
                  <a:lnTo>
                    <a:pt x="11231" y="24688"/>
                  </a:lnTo>
                  <a:lnTo>
                    <a:pt x="11552" y="24948"/>
                  </a:lnTo>
                  <a:lnTo>
                    <a:pt x="11893" y="25169"/>
                  </a:lnTo>
                  <a:lnTo>
                    <a:pt x="12254" y="25369"/>
                  </a:lnTo>
                  <a:lnTo>
                    <a:pt x="12615" y="25550"/>
                  </a:lnTo>
                  <a:lnTo>
                    <a:pt x="12996" y="25710"/>
                  </a:lnTo>
                  <a:lnTo>
                    <a:pt x="13397" y="25831"/>
                  </a:lnTo>
                  <a:lnTo>
                    <a:pt x="13818" y="25931"/>
                  </a:lnTo>
                  <a:lnTo>
                    <a:pt x="14159" y="25991"/>
                  </a:lnTo>
                  <a:lnTo>
                    <a:pt x="14220" y="25991"/>
                  </a:lnTo>
                  <a:lnTo>
                    <a:pt x="14601" y="26011"/>
                  </a:lnTo>
                  <a:lnTo>
                    <a:pt x="14962" y="26011"/>
                  </a:lnTo>
                  <a:lnTo>
                    <a:pt x="15343" y="25991"/>
                  </a:lnTo>
                  <a:lnTo>
                    <a:pt x="15704" y="25931"/>
                  </a:lnTo>
                  <a:lnTo>
                    <a:pt x="16085" y="25851"/>
                  </a:lnTo>
                  <a:lnTo>
                    <a:pt x="16446" y="25730"/>
                  </a:lnTo>
                  <a:lnTo>
                    <a:pt x="16787" y="25590"/>
                  </a:lnTo>
                  <a:lnTo>
                    <a:pt x="17147" y="25409"/>
                  </a:lnTo>
                  <a:lnTo>
                    <a:pt x="17388" y="25269"/>
                  </a:lnTo>
                  <a:lnTo>
                    <a:pt x="17609" y="25129"/>
                  </a:lnTo>
                  <a:lnTo>
                    <a:pt x="17829" y="24968"/>
                  </a:lnTo>
                  <a:lnTo>
                    <a:pt x="18030" y="24788"/>
                  </a:lnTo>
                  <a:lnTo>
                    <a:pt x="18230" y="24587"/>
                  </a:lnTo>
                  <a:lnTo>
                    <a:pt x="18551" y="24266"/>
                  </a:lnTo>
                  <a:lnTo>
                    <a:pt x="18852" y="23905"/>
                  </a:lnTo>
                  <a:lnTo>
                    <a:pt x="19133" y="23484"/>
                  </a:lnTo>
                  <a:lnTo>
                    <a:pt x="19394" y="23043"/>
                  </a:lnTo>
                  <a:lnTo>
                    <a:pt x="19534" y="22762"/>
                  </a:lnTo>
                  <a:lnTo>
                    <a:pt x="19654" y="22421"/>
                  </a:lnTo>
                  <a:lnTo>
                    <a:pt x="19755" y="22020"/>
                  </a:lnTo>
                  <a:lnTo>
                    <a:pt x="19835" y="21579"/>
                  </a:lnTo>
                  <a:lnTo>
                    <a:pt x="19915" y="21078"/>
                  </a:lnTo>
                  <a:lnTo>
                    <a:pt x="19975" y="20536"/>
                  </a:lnTo>
                  <a:lnTo>
                    <a:pt x="20015" y="19955"/>
                  </a:lnTo>
                  <a:lnTo>
                    <a:pt x="20035" y="19333"/>
                  </a:lnTo>
                  <a:lnTo>
                    <a:pt x="20035" y="18671"/>
                  </a:lnTo>
                  <a:lnTo>
                    <a:pt x="20015" y="17989"/>
                  </a:lnTo>
                  <a:lnTo>
                    <a:pt x="19975" y="17287"/>
                  </a:lnTo>
                  <a:lnTo>
                    <a:pt x="19915" y="16545"/>
                  </a:lnTo>
                  <a:lnTo>
                    <a:pt x="19835" y="15783"/>
                  </a:lnTo>
                  <a:lnTo>
                    <a:pt x="19735" y="15001"/>
                  </a:lnTo>
                  <a:lnTo>
                    <a:pt x="19594" y="14219"/>
                  </a:lnTo>
                  <a:lnTo>
                    <a:pt x="19454" y="13417"/>
                  </a:lnTo>
                  <a:lnTo>
                    <a:pt x="19273" y="12595"/>
                  </a:lnTo>
                  <a:lnTo>
                    <a:pt x="19073" y="11792"/>
                  </a:lnTo>
                  <a:lnTo>
                    <a:pt x="18852" y="10970"/>
                  </a:lnTo>
                  <a:lnTo>
                    <a:pt x="18591" y="10148"/>
                  </a:lnTo>
                  <a:lnTo>
                    <a:pt x="18311" y="9346"/>
                  </a:lnTo>
                  <a:lnTo>
                    <a:pt x="18010" y="8544"/>
                  </a:lnTo>
                  <a:lnTo>
                    <a:pt x="17669" y="7761"/>
                  </a:lnTo>
                  <a:lnTo>
                    <a:pt x="17288" y="6999"/>
                  </a:lnTo>
                  <a:lnTo>
                    <a:pt x="16887" y="6237"/>
                  </a:lnTo>
                  <a:lnTo>
                    <a:pt x="16466" y="5515"/>
                  </a:lnTo>
                  <a:lnTo>
                    <a:pt x="16004" y="4813"/>
                  </a:lnTo>
                  <a:lnTo>
                    <a:pt x="15503" y="4132"/>
                  </a:lnTo>
                  <a:lnTo>
                    <a:pt x="15242" y="3811"/>
                  </a:lnTo>
                  <a:lnTo>
                    <a:pt x="14982" y="3490"/>
                  </a:lnTo>
                  <a:lnTo>
                    <a:pt x="14701" y="3169"/>
                  </a:lnTo>
                  <a:lnTo>
                    <a:pt x="14420" y="2868"/>
                  </a:lnTo>
                  <a:lnTo>
                    <a:pt x="14119" y="2587"/>
                  </a:lnTo>
                  <a:lnTo>
                    <a:pt x="13818" y="2307"/>
                  </a:lnTo>
                  <a:lnTo>
                    <a:pt x="13518" y="2046"/>
                  </a:lnTo>
                  <a:lnTo>
                    <a:pt x="13197" y="1785"/>
                  </a:lnTo>
                  <a:lnTo>
                    <a:pt x="12796" y="1504"/>
                  </a:lnTo>
                  <a:lnTo>
                    <a:pt x="12415" y="1244"/>
                  </a:lnTo>
                  <a:lnTo>
                    <a:pt x="12014" y="1023"/>
                  </a:lnTo>
                  <a:lnTo>
                    <a:pt x="11612" y="823"/>
                  </a:lnTo>
                  <a:lnTo>
                    <a:pt x="11191" y="622"/>
                  </a:lnTo>
                  <a:lnTo>
                    <a:pt x="10770" y="482"/>
                  </a:lnTo>
                  <a:lnTo>
                    <a:pt x="10329" y="341"/>
                  </a:lnTo>
                  <a:lnTo>
                    <a:pt x="9908" y="221"/>
                  </a:lnTo>
                  <a:lnTo>
                    <a:pt x="9467" y="141"/>
                  </a:lnTo>
                  <a:lnTo>
                    <a:pt x="9025" y="61"/>
                  </a:lnTo>
                  <a:lnTo>
                    <a:pt x="8584" y="20"/>
                  </a:lnTo>
                  <a:lnTo>
                    <a:pt x="812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1" name="Google Shape;6531;p30"/>
            <p:cNvSpPr/>
            <p:nvPr/>
          </p:nvSpPr>
          <p:spPr>
            <a:xfrm>
              <a:off x="9935725" y="4378800"/>
              <a:ext cx="500900" cy="650300"/>
            </a:xfrm>
            <a:custGeom>
              <a:avLst/>
              <a:gdLst/>
              <a:ahLst/>
              <a:cxnLst/>
              <a:rect l="l" t="t" r="r" b="b"/>
              <a:pathLst>
                <a:path w="20036" h="26012" fill="none" extrusionOk="0">
                  <a:moveTo>
                    <a:pt x="19394" y="23043"/>
                  </a:moveTo>
                  <a:lnTo>
                    <a:pt x="19394" y="23043"/>
                  </a:lnTo>
                  <a:lnTo>
                    <a:pt x="19133" y="23484"/>
                  </a:lnTo>
                  <a:lnTo>
                    <a:pt x="18852" y="23905"/>
                  </a:lnTo>
                  <a:lnTo>
                    <a:pt x="18551" y="24266"/>
                  </a:lnTo>
                  <a:lnTo>
                    <a:pt x="18230" y="24587"/>
                  </a:lnTo>
                  <a:lnTo>
                    <a:pt x="18230" y="24587"/>
                  </a:lnTo>
                  <a:lnTo>
                    <a:pt x="18030" y="24788"/>
                  </a:lnTo>
                  <a:lnTo>
                    <a:pt x="17829" y="24968"/>
                  </a:lnTo>
                  <a:lnTo>
                    <a:pt x="17609" y="25129"/>
                  </a:lnTo>
                  <a:lnTo>
                    <a:pt x="17388" y="25269"/>
                  </a:lnTo>
                  <a:lnTo>
                    <a:pt x="17388" y="25269"/>
                  </a:lnTo>
                  <a:lnTo>
                    <a:pt x="17147" y="25409"/>
                  </a:lnTo>
                  <a:lnTo>
                    <a:pt x="17147" y="25409"/>
                  </a:lnTo>
                  <a:lnTo>
                    <a:pt x="16787" y="25590"/>
                  </a:lnTo>
                  <a:lnTo>
                    <a:pt x="16446" y="25730"/>
                  </a:lnTo>
                  <a:lnTo>
                    <a:pt x="16085" y="25851"/>
                  </a:lnTo>
                  <a:lnTo>
                    <a:pt x="15704" y="25931"/>
                  </a:lnTo>
                  <a:lnTo>
                    <a:pt x="15343" y="25991"/>
                  </a:lnTo>
                  <a:lnTo>
                    <a:pt x="14962" y="26011"/>
                  </a:lnTo>
                  <a:lnTo>
                    <a:pt x="14601" y="26011"/>
                  </a:lnTo>
                  <a:lnTo>
                    <a:pt x="14220" y="25991"/>
                  </a:lnTo>
                  <a:lnTo>
                    <a:pt x="14220" y="25991"/>
                  </a:lnTo>
                  <a:lnTo>
                    <a:pt x="14179" y="25991"/>
                  </a:lnTo>
                  <a:lnTo>
                    <a:pt x="14159" y="25991"/>
                  </a:lnTo>
                  <a:lnTo>
                    <a:pt x="14159" y="25991"/>
                  </a:lnTo>
                  <a:lnTo>
                    <a:pt x="13818" y="25931"/>
                  </a:lnTo>
                  <a:lnTo>
                    <a:pt x="13818" y="25931"/>
                  </a:lnTo>
                  <a:lnTo>
                    <a:pt x="13818" y="25931"/>
                  </a:lnTo>
                  <a:lnTo>
                    <a:pt x="13397" y="25831"/>
                  </a:lnTo>
                  <a:lnTo>
                    <a:pt x="12996" y="25710"/>
                  </a:lnTo>
                  <a:lnTo>
                    <a:pt x="12996" y="25710"/>
                  </a:lnTo>
                  <a:lnTo>
                    <a:pt x="12615" y="25550"/>
                  </a:lnTo>
                  <a:lnTo>
                    <a:pt x="12254" y="25369"/>
                  </a:lnTo>
                  <a:lnTo>
                    <a:pt x="11893" y="25169"/>
                  </a:lnTo>
                  <a:lnTo>
                    <a:pt x="11552" y="24948"/>
                  </a:lnTo>
                  <a:lnTo>
                    <a:pt x="11231" y="24688"/>
                  </a:lnTo>
                  <a:lnTo>
                    <a:pt x="10931" y="24407"/>
                  </a:lnTo>
                  <a:lnTo>
                    <a:pt x="10630" y="24126"/>
                  </a:lnTo>
                  <a:lnTo>
                    <a:pt x="10369" y="23805"/>
                  </a:lnTo>
                  <a:lnTo>
                    <a:pt x="10128" y="23464"/>
                  </a:lnTo>
                  <a:lnTo>
                    <a:pt x="9928" y="23103"/>
                  </a:lnTo>
                  <a:lnTo>
                    <a:pt x="9727" y="22722"/>
                  </a:lnTo>
                  <a:lnTo>
                    <a:pt x="9567" y="22321"/>
                  </a:lnTo>
                  <a:lnTo>
                    <a:pt x="9447" y="21920"/>
                  </a:lnTo>
                  <a:lnTo>
                    <a:pt x="9346" y="21499"/>
                  </a:lnTo>
                  <a:lnTo>
                    <a:pt x="9286" y="21058"/>
                  </a:lnTo>
                  <a:lnTo>
                    <a:pt x="9266" y="20596"/>
                  </a:lnTo>
                  <a:lnTo>
                    <a:pt x="9266" y="20596"/>
                  </a:lnTo>
                  <a:lnTo>
                    <a:pt x="9266" y="19975"/>
                  </a:lnTo>
                  <a:lnTo>
                    <a:pt x="9286" y="19353"/>
                  </a:lnTo>
                  <a:lnTo>
                    <a:pt x="9346" y="18110"/>
                  </a:lnTo>
                  <a:lnTo>
                    <a:pt x="9427" y="16886"/>
                  </a:lnTo>
                  <a:lnTo>
                    <a:pt x="9527" y="15703"/>
                  </a:lnTo>
                  <a:lnTo>
                    <a:pt x="9627" y="14520"/>
                  </a:lnTo>
                  <a:lnTo>
                    <a:pt x="9687" y="13337"/>
                  </a:lnTo>
                  <a:lnTo>
                    <a:pt x="9727" y="12194"/>
                  </a:lnTo>
                  <a:lnTo>
                    <a:pt x="9707" y="11612"/>
                  </a:lnTo>
                  <a:lnTo>
                    <a:pt x="9707" y="11050"/>
                  </a:lnTo>
                  <a:lnTo>
                    <a:pt x="9707" y="11050"/>
                  </a:lnTo>
                  <a:lnTo>
                    <a:pt x="9667" y="10529"/>
                  </a:lnTo>
                  <a:lnTo>
                    <a:pt x="9607" y="9967"/>
                  </a:lnTo>
                  <a:lnTo>
                    <a:pt x="9527" y="9406"/>
                  </a:lnTo>
                  <a:lnTo>
                    <a:pt x="9427" y="8824"/>
                  </a:lnTo>
                  <a:lnTo>
                    <a:pt x="9286" y="8263"/>
                  </a:lnTo>
                  <a:lnTo>
                    <a:pt x="9106" y="7721"/>
                  </a:lnTo>
                  <a:lnTo>
                    <a:pt x="8905" y="7200"/>
                  </a:lnTo>
                  <a:lnTo>
                    <a:pt x="8785" y="6939"/>
                  </a:lnTo>
                  <a:lnTo>
                    <a:pt x="8664" y="6699"/>
                  </a:lnTo>
                  <a:lnTo>
                    <a:pt x="8524" y="6478"/>
                  </a:lnTo>
                  <a:lnTo>
                    <a:pt x="8384" y="6237"/>
                  </a:lnTo>
                  <a:lnTo>
                    <a:pt x="8223" y="6037"/>
                  </a:lnTo>
                  <a:lnTo>
                    <a:pt x="8043" y="5836"/>
                  </a:lnTo>
                  <a:lnTo>
                    <a:pt x="7862" y="5656"/>
                  </a:lnTo>
                  <a:lnTo>
                    <a:pt x="7662" y="5475"/>
                  </a:lnTo>
                  <a:lnTo>
                    <a:pt x="7461" y="5335"/>
                  </a:lnTo>
                  <a:lnTo>
                    <a:pt x="7241" y="5195"/>
                  </a:lnTo>
                  <a:lnTo>
                    <a:pt x="7000" y="5074"/>
                  </a:lnTo>
                  <a:lnTo>
                    <a:pt x="6759" y="4974"/>
                  </a:lnTo>
                  <a:lnTo>
                    <a:pt x="6499" y="4894"/>
                  </a:lnTo>
                  <a:lnTo>
                    <a:pt x="6218" y="4834"/>
                  </a:lnTo>
                  <a:lnTo>
                    <a:pt x="5937" y="4793"/>
                  </a:lnTo>
                  <a:lnTo>
                    <a:pt x="5636" y="4773"/>
                  </a:lnTo>
                  <a:lnTo>
                    <a:pt x="5315" y="4793"/>
                  </a:lnTo>
                  <a:lnTo>
                    <a:pt x="4974" y="4813"/>
                  </a:lnTo>
                  <a:lnTo>
                    <a:pt x="4974" y="4813"/>
                  </a:lnTo>
                  <a:lnTo>
                    <a:pt x="4714" y="4874"/>
                  </a:lnTo>
                  <a:lnTo>
                    <a:pt x="4433" y="4934"/>
                  </a:lnTo>
                  <a:lnTo>
                    <a:pt x="4172" y="4994"/>
                  </a:lnTo>
                  <a:lnTo>
                    <a:pt x="3912" y="5094"/>
                  </a:lnTo>
                  <a:lnTo>
                    <a:pt x="3410" y="5275"/>
                  </a:lnTo>
                  <a:lnTo>
                    <a:pt x="2909" y="5515"/>
                  </a:lnTo>
                  <a:lnTo>
                    <a:pt x="2909" y="5515"/>
                  </a:lnTo>
                  <a:lnTo>
                    <a:pt x="2588" y="5696"/>
                  </a:lnTo>
                  <a:lnTo>
                    <a:pt x="2227" y="5916"/>
                  </a:lnTo>
                  <a:lnTo>
                    <a:pt x="2046" y="5997"/>
                  </a:lnTo>
                  <a:lnTo>
                    <a:pt x="1866" y="6077"/>
                  </a:lnTo>
                  <a:lnTo>
                    <a:pt x="1685" y="6137"/>
                  </a:lnTo>
                  <a:lnTo>
                    <a:pt x="1505" y="6137"/>
                  </a:lnTo>
                  <a:lnTo>
                    <a:pt x="1505" y="6137"/>
                  </a:lnTo>
                  <a:lnTo>
                    <a:pt x="1365" y="6117"/>
                  </a:lnTo>
                  <a:lnTo>
                    <a:pt x="1244" y="6077"/>
                  </a:lnTo>
                  <a:lnTo>
                    <a:pt x="1104" y="6037"/>
                  </a:lnTo>
                  <a:lnTo>
                    <a:pt x="1004" y="5957"/>
                  </a:lnTo>
                  <a:lnTo>
                    <a:pt x="1004" y="5957"/>
                  </a:lnTo>
                  <a:lnTo>
                    <a:pt x="863" y="5856"/>
                  </a:lnTo>
                  <a:lnTo>
                    <a:pt x="743" y="5736"/>
                  </a:lnTo>
                  <a:lnTo>
                    <a:pt x="743" y="5736"/>
                  </a:lnTo>
                  <a:lnTo>
                    <a:pt x="582" y="5495"/>
                  </a:lnTo>
                  <a:lnTo>
                    <a:pt x="422" y="5255"/>
                  </a:lnTo>
                  <a:lnTo>
                    <a:pt x="282" y="4994"/>
                  </a:lnTo>
                  <a:lnTo>
                    <a:pt x="181" y="4733"/>
                  </a:lnTo>
                  <a:lnTo>
                    <a:pt x="181" y="4733"/>
                  </a:lnTo>
                  <a:lnTo>
                    <a:pt x="101" y="4533"/>
                  </a:lnTo>
                  <a:lnTo>
                    <a:pt x="101" y="4533"/>
                  </a:lnTo>
                  <a:lnTo>
                    <a:pt x="1" y="4292"/>
                  </a:lnTo>
                  <a:lnTo>
                    <a:pt x="1" y="4292"/>
                  </a:lnTo>
                  <a:lnTo>
                    <a:pt x="1" y="4252"/>
                  </a:lnTo>
                  <a:lnTo>
                    <a:pt x="1" y="4252"/>
                  </a:lnTo>
                  <a:lnTo>
                    <a:pt x="1" y="4172"/>
                  </a:lnTo>
                  <a:lnTo>
                    <a:pt x="1" y="4092"/>
                  </a:lnTo>
                  <a:lnTo>
                    <a:pt x="41" y="4031"/>
                  </a:lnTo>
                  <a:lnTo>
                    <a:pt x="81" y="3991"/>
                  </a:lnTo>
                  <a:lnTo>
                    <a:pt x="141" y="3951"/>
                  </a:lnTo>
                  <a:lnTo>
                    <a:pt x="201" y="3931"/>
                  </a:lnTo>
                  <a:lnTo>
                    <a:pt x="262" y="3911"/>
                  </a:lnTo>
                  <a:lnTo>
                    <a:pt x="342" y="3911"/>
                  </a:lnTo>
                  <a:lnTo>
                    <a:pt x="342" y="3911"/>
                  </a:lnTo>
                  <a:lnTo>
                    <a:pt x="623" y="3530"/>
                  </a:lnTo>
                  <a:lnTo>
                    <a:pt x="923" y="3169"/>
                  </a:lnTo>
                  <a:lnTo>
                    <a:pt x="1224" y="2828"/>
                  </a:lnTo>
                  <a:lnTo>
                    <a:pt x="1565" y="2507"/>
                  </a:lnTo>
                  <a:lnTo>
                    <a:pt x="1906" y="2186"/>
                  </a:lnTo>
                  <a:lnTo>
                    <a:pt x="2267" y="1906"/>
                  </a:lnTo>
                  <a:lnTo>
                    <a:pt x="2628" y="1645"/>
                  </a:lnTo>
                  <a:lnTo>
                    <a:pt x="3009" y="1384"/>
                  </a:lnTo>
                  <a:lnTo>
                    <a:pt x="3410" y="1164"/>
                  </a:lnTo>
                  <a:lnTo>
                    <a:pt x="3811" y="943"/>
                  </a:lnTo>
                  <a:lnTo>
                    <a:pt x="4212" y="762"/>
                  </a:lnTo>
                  <a:lnTo>
                    <a:pt x="4633" y="602"/>
                  </a:lnTo>
                  <a:lnTo>
                    <a:pt x="5055" y="442"/>
                  </a:lnTo>
                  <a:lnTo>
                    <a:pt x="5476" y="321"/>
                  </a:lnTo>
                  <a:lnTo>
                    <a:pt x="5917" y="221"/>
                  </a:lnTo>
                  <a:lnTo>
                    <a:pt x="6358" y="121"/>
                  </a:lnTo>
                  <a:lnTo>
                    <a:pt x="6799" y="61"/>
                  </a:lnTo>
                  <a:lnTo>
                    <a:pt x="7241" y="20"/>
                  </a:lnTo>
                  <a:lnTo>
                    <a:pt x="7682" y="0"/>
                  </a:lnTo>
                  <a:lnTo>
                    <a:pt x="8123" y="0"/>
                  </a:lnTo>
                  <a:lnTo>
                    <a:pt x="8584" y="20"/>
                  </a:lnTo>
                  <a:lnTo>
                    <a:pt x="9025" y="61"/>
                  </a:lnTo>
                  <a:lnTo>
                    <a:pt x="9467" y="141"/>
                  </a:lnTo>
                  <a:lnTo>
                    <a:pt x="9908" y="221"/>
                  </a:lnTo>
                  <a:lnTo>
                    <a:pt x="10329" y="341"/>
                  </a:lnTo>
                  <a:lnTo>
                    <a:pt x="10770" y="482"/>
                  </a:lnTo>
                  <a:lnTo>
                    <a:pt x="11191" y="622"/>
                  </a:lnTo>
                  <a:lnTo>
                    <a:pt x="11612" y="823"/>
                  </a:lnTo>
                  <a:lnTo>
                    <a:pt x="12014" y="1023"/>
                  </a:lnTo>
                  <a:lnTo>
                    <a:pt x="12415" y="1244"/>
                  </a:lnTo>
                  <a:lnTo>
                    <a:pt x="12796" y="1504"/>
                  </a:lnTo>
                  <a:lnTo>
                    <a:pt x="13197" y="1785"/>
                  </a:lnTo>
                  <a:lnTo>
                    <a:pt x="13197" y="1785"/>
                  </a:lnTo>
                  <a:lnTo>
                    <a:pt x="13518" y="2046"/>
                  </a:lnTo>
                  <a:lnTo>
                    <a:pt x="13818" y="2307"/>
                  </a:lnTo>
                  <a:lnTo>
                    <a:pt x="14119" y="2587"/>
                  </a:lnTo>
                  <a:lnTo>
                    <a:pt x="14420" y="2868"/>
                  </a:lnTo>
                  <a:lnTo>
                    <a:pt x="14701" y="3169"/>
                  </a:lnTo>
                  <a:lnTo>
                    <a:pt x="14982" y="3490"/>
                  </a:lnTo>
                  <a:lnTo>
                    <a:pt x="15242" y="3811"/>
                  </a:lnTo>
                  <a:lnTo>
                    <a:pt x="15503" y="4132"/>
                  </a:lnTo>
                  <a:lnTo>
                    <a:pt x="16004" y="4813"/>
                  </a:lnTo>
                  <a:lnTo>
                    <a:pt x="16466" y="5515"/>
                  </a:lnTo>
                  <a:lnTo>
                    <a:pt x="16887" y="6237"/>
                  </a:lnTo>
                  <a:lnTo>
                    <a:pt x="17288" y="6999"/>
                  </a:lnTo>
                  <a:lnTo>
                    <a:pt x="17669" y="7761"/>
                  </a:lnTo>
                  <a:lnTo>
                    <a:pt x="18010" y="8544"/>
                  </a:lnTo>
                  <a:lnTo>
                    <a:pt x="18311" y="9346"/>
                  </a:lnTo>
                  <a:lnTo>
                    <a:pt x="18591" y="10148"/>
                  </a:lnTo>
                  <a:lnTo>
                    <a:pt x="18852" y="10970"/>
                  </a:lnTo>
                  <a:lnTo>
                    <a:pt x="19073" y="11792"/>
                  </a:lnTo>
                  <a:lnTo>
                    <a:pt x="19273" y="12595"/>
                  </a:lnTo>
                  <a:lnTo>
                    <a:pt x="19454" y="13417"/>
                  </a:lnTo>
                  <a:lnTo>
                    <a:pt x="19594" y="14219"/>
                  </a:lnTo>
                  <a:lnTo>
                    <a:pt x="19735" y="15001"/>
                  </a:lnTo>
                  <a:lnTo>
                    <a:pt x="19835" y="15783"/>
                  </a:lnTo>
                  <a:lnTo>
                    <a:pt x="19915" y="16545"/>
                  </a:lnTo>
                  <a:lnTo>
                    <a:pt x="19975" y="17287"/>
                  </a:lnTo>
                  <a:lnTo>
                    <a:pt x="20015" y="17989"/>
                  </a:lnTo>
                  <a:lnTo>
                    <a:pt x="20035" y="18671"/>
                  </a:lnTo>
                  <a:lnTo>
                    <a:pt x="20035" y="19333"/>
                  </a:lnTo>
                  <a:lnTo>
                    <a:pt x="20015" y="19955"/>
                  </a:lnTo>
                  <a:lnTo>
                    <a:pt x="19975" y="20536"/>
                  </a:lnTo>
                  <a:lnTo>
                    <a:pt x="19915" y="21078"/>
                  </a:lnTo>
                  <a:lnTo>
                    <a:pt x="19835" y="21579"/>
                  </a:lnTo>
                  <a:lnTo>
                    <a:pt x="19755" y="22020"/>
                  </a:lnTo>
                  <a:lnTo>
                    <a:pt x="19654" y="22421"/>
                  </a:lnTo>
                  <a:lnTo>
                    <a:pt x="19534" y="22762"/>
                  </a:lnTo>
                  <a:lnTo>
                    <a:pt x="19394" y="2304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2" name="Google Shape;6532;p30"/>
            <p:cNvSpPr/>
            <p:nvPr/>
          </p:nvSpPr>
          <p:spPr>
            <a:xfrm>
              <a:off x="9969325" y="4403375"/>
              <a:ext cx="438225" cy="607175"/>
            </a:xfrm>
            <a:custGeom>
              <a:avLst/>
              <a:gdLst/>
              <a:ahLst/>
              <a:cxnLst/>
              <a:rect l="l" t="t" r="r" b="b"/>
              <a:pathLst>
                <a:path w="17529" h="24287" extrusionOk="0">
                  <a:moveTo>
                    <a:pt x="5856" y="0"/>
                  </a:moveTo>
                  <a:lnTo>
                    <a:pt x="5536" y="20"/>
                  </a:lnTo>
                  <a:lnTo>
                    <a:pt x="4874" y="100"/>
                  </a:lnTo>
                  <a:lnTo>
                    <a:pt x="4212" y="221"/>
                  </a:lnTo>
                  <a:lnTo>
                    <a:pt x="3570" y="381"/>
                  </a:lnTo>
                  <a:lnTo>
                    <a:pt x="2949" y="582"/>
                  </a:lnTo>
                  <a:lnTo>
                    <a:pt x="2327" y="822"/>
                  </a:lnTo>
                  <a:lnTo>
                    <a:pt x="1725" y="1103"/>
                  </a:lnTo>
                  <a:lnTo>
                    <a:pt x="1124" y="1424"/>
                  </a:lnTo>
                  <a:lnTo>
                    <a:pt x="562" y="1765"/>
                  </a:lnTo>
                  <a:lnTo>
                    <a:pt x="1" y="2146"/>
                  </a:lnTo>
                  <a:lnTo>
                    <a:pt x="382" y="2306"/>
                  </a:lnTo>
                  <a:lnTo>
                    <a:pt x="983" y="1905"/>
                  </a:lnTo>
                  <a:lnTo>
                    <a:pt x="1605" y="1544"/>
                  </a:lnTo>
                  <a:lnTo>
                    <a:pt x="2247" y="1223"/>
                  </a:lnTo>
                  <a:lnTo>
                    <a:pt x="2588" y="1083"/>
                  </a:lnTo>
                  <a:lnTo>
                    <a:pt x="2908" y="963"/>
                  </a:lnTo>
                  <a:lnTo>
                    <a:pt x="3249" y="842"/>
                  </a:lnTo>
                  <a:lnTo>
                    <a:pt x="3590" y="722"/>
                  </a:lnTo>
                  <a:lnTo>
                    <a:pt x="3951" y="622"/>
                  </a:lnTo>
                  <a:lnTo>
                    <a:pt x="4312" y="542"/>
                  </a:lnTo>
                  <a:lnTo>
                    <a:pt x="4673" y="481"/>
                  </a:lnTo>
                  <a:lnTo>
                    <a:pt x="5034" y="421"/>
                  </a:lnTo>
                  <a:lnTo>
                    <a:pt x="5395" y="381"/>
                  </a:lnTo>
                  <a:lnTo>
                    <a:pt x="5776" y="341"/>
                  </a:lnTo>
                  <a:lnTo>
                    <a:pt x="6518" y="341"/>
                  </a:lnTo>
                  <a:lnTo>
                    <a:pt x="6819" y="361"/>
                  </a:lnTo>
                  <a:lnTo>
                    <a:pt x="7421" y="421"/>
                  </a:lnTo>
                  <a:lnTo>
                    <a:pt x="8002" y="542"/>
                  </a:lnTo>
                  <a:lnTo>
                    <a:pt x="8584" y="702"/>
                  </a:lnTo>
                  <a:lnTo>
                    <a:pt x="9125" y="903"/>
                  </a:lnTo>
                  <a:lnTo>
                    <a:pt x="9667" y="1143"/>
                  </a:lnTo>
                  <a:lnTo>
                    <a:pt x="10168" y="1424"/>
                  </a:lnTo>
                  <a:lnTo>
                    <a:pt x="10670" y="1745"/>
                  </a:lnTo>
                  <a:lnTo>
                    <a:pt x="11131" y="2086"/>
                  </a:lnTo>
                  <a:lnTo>
                    <a:pt x="11572" y="2467"/>
                  </a:lnTo>
                  <a:lnTo>
                    <a:pt x="12013" y="2868"/>
                  </a:lnTo>
                  <a:lnTo>
                    <a:pt x="12414" y="3309"/>
                  </a:lnTo>
                  <a:lnTo>
                    <a:pt x="12795" y="3770"/>
                  </a:lnTo>
                  <a:lnTo>
                    <a:pt x="13156" y="4272"/>
                  </a:lnTo>
                  <a:lnTo>
                    <a:pt x="13477" y="4793"/>
                  </a:lnTo>
                  <a:lnTo>
                    <a:pt x="13798" y="5315"/>
                  </a:lnTo>
                  <a:lnTo>
                    <a:pt x="14079" y="5876"/>
                  </a:lnTo>
                  <a:lnTo>
                    <a:pt x="14360" y="6458"/>
                  </a:lnTo>
                  <a:lnTo>
                    <a:pt x="14620" y="7039"/>
                  </a:lnTo>
                  <a:lnTo>
                    <a:pt x="14861" y="7621"/>
                  </a:lnTo>
                  <a:lnTo>
                    <a:pt x="15082" y="8222"/>
                  </a:lnTo>
                  <a:lnTo>
                    <a:pt x="15282" y="8844"/>
                  </a:lnTo>
                  <a:lnTo>
                    <a:pt x="15483" y="9446"/>
                  </a:lnTo>
                  <a:lnTo>
                    <a:pt x="15683" y="10067"/>
                  </a:lnTo>
                  <a:lnTo>
                    <a:pt x="15844" y="10709"/>
                  </a:lnTo>
                  <a:lnTo>
                    <a:pt x="16004" y="11331"/>
                  </a:lnTo>
                  <a:lnTo>
                    <a:pt x="16305" y="12594"/>
                  </a:lnTo>
                  <a:lnTo>
                    <a:pt x="16546" y="13858"/>
                  </a:lnTo>
                  <a:lnTo>
                    <a:pt x="16766" y="15101"/>
                  </a:lnTo>
                  <a:lnTo>
                    <a:pt x="16886" y="15743"/>
                  </a:lnTo>
                  <a:lnTo>
                    <a:pt x="16967" y="16405"/>
                  </a:lnTo>
                  <a:lnTo>
                    <a:pt x="17047" y="17066"/>
                  </a:lnTo>
                  <a:lnTo>
                    <a:pt x="17107" y="17728"/>
                  </a:lnTo>
                  <a:lnTo>
                    <a:pt x="17147" y="18390"/>
                  </a:lnTo>
                  <a:lnTo>
                    <a:pt x="17187" y="19052"/>
                  </a:lnTo>
                  <a:lnTo>
                    <a:pt x="17187" y="19714"/>
                  </a:lnTo>
                  <a:lnTo>
                    <a:pt x="17187" y="20375"/>
                  </a:lnTo>
                  <a:lnTo>
                    <a:pt x="17167" y="20917"/>
                  </a:lnTo>
                  <a:lnTo>
                    <a:pt x="17107" y="21438"/>
                  </a:lnTo>
                  <a:lnTo>
                    <a:pt x="17027" y="21960"/>
                  </a:lnTo>
                  <a:lnTo>
                    <a:pt x="16927" y="22461"/>
                  </a:lnTo>
                  <a:lnTo>
                    <a:pt x="16786" y="22963"/>
                  </a:lnTo>
                  <a:lnTo>
                    <a:pt x="16686" y="23203"/>
                  </a:lnTo>
                  <a:lnTo>
                    <a:pt x="16586" y="23444"/>
                  </a:lnTo>
                  <a:lnTo>
                    <a:pt x="16465" y="23664"/>
                  </a:lnTo>
                  <a:lnTo>
                    <a:pt x="16345" y="23885"/>
                  </a:lnTo>
                  <a:lnTo>
                    <a:pt x="16205" y="24086"/>
                  </a:lnTo>
                  <a:lnTo>
                    <a:pt x="16044" y="24286"/>
                  </a:lnTo>
                  <a:lnTo>
                    <a:pt x="16044" y="24286"/>
                  </a:lnTo>
                  <a:lnTo>
                    <a:pt x="16265" y="24146"/>
                  </a:lnTo>
                  <a:lnTo>
                    <a:pt x="16485" y="23985"/>
                  </a:lnTo>
                  <a:lnTo>
                    <a:pt x="16686" y="23805"/>
                  </a:lnTo>
                  <a:lnTo>
                    <a:pt x="16886" y="23604"/>
                  </a:lnTo>
                  <a:lnTo>
                    <a:pt x="17007" y="23344"/>
                  </a:lnTo>
                  <a:lnTo>
                    <a:pt x="17107" y="23063"/>
                  </a:lnTo>
                  <a:lnTo>
                    <a:pt x="17207" y="22782"/>
                  </a:lnTo>
                  <a:lnTo>
                    <a:pt x="17288" y="22481"/>
                  </a:lnTo>
                  <a:lnTo>
                    <a:pt x="17348" y="22180"/>
                  </a:lnTo>
                  <a:lnTo>
                    <a:pt x="17408" y="21880"/>
                  </a:lnTo>
                  <a:lnTo>
                    <a:pt x="17468" y="21278"/>
                  </a:lnTo>
                  <a:lnTo>
                    <a:pt x="17528" y="20656"/>
                  </a:lnTo>
                  <a:lnTo>
                    <a:pt x="17528" y="20035"/>
                  </a:lnTo>
                  <a:lnTo>
                    <a:pt x="17528" y="19433"/>
                  </a:lnTo>
                  <a:lnTo>
                    <a:pt x="17508" y="18851"/>
                  </a:lnTo>
                  <a:lnTo>
                    <a:pt x="17488" y="18250"/>
                  </a:lnTo>
                  <a:lnTo>
                    <a:pt x="17448" y="17648"/>
                  </a:lnTo>
                  <a:lnTo>
                    <a:pt x="17388" y="17046"/>
                  </a:lnTo>
                  <a:lnTo>
                    <a:pt x="17328" y="16465"/>
                  </a:lnTo>
                  <a:lnTo>
                    <a:pt x="17147" y="15262"/>
                  </a:lnTo>
                  <a:lnTo>
                    <a:pt x="16947" y="14078"/>
                  </a:lnTo>
                  <a:lnTo>
                    <a:pt x="16686" y="12915"/>
                  </a:lnTo>
                  <a:lnTo>
                    <a:pt x="16405" y="11752"/>
                  </a:lnTo>
                  <a:lnTo>
                    <a:pt x="16104" y="10589"/>
                  </a:lnTo>
                  <a:lnTo>
                    <a:pt x="15763" y="9426"/>
                  </a:lnTo>
                  <a:lnTo>
                    <a:pt x="15463" y="8443"/>
                  </a:lnTo>
                  <a:lnTo>
                    <a:pt x="15122" y="7460"/>
                  </a:lnTo>
                  <a:lnTo>
                    <a:pt x="14921" y="6979"/>
                  </a:lnTo>
                  <a:lnTo>
                    <a:pt x="14741" y="6498"/>
                  </a:lnTo>
                  <a:lnTo>
                    <a:pt x="14520" y="6016"/>
                  </a:lnTo>
                  <a:lnTo>
                    <a:pt x="14299" y="5555"/>
                  </a:lnTo>
                  <a:lnTo>
                    <a:pt x="14059" y="5094"/>
                  </a:lnTo>
                  <a:lnTo>
                    <a:pt x="13798" y="4653"/>
                  </a:lnTo>
                  <a:lnTo>
                    <a:pt x="13517" y="4212"/>
                  </a:lnTo>
                  <a:lnTo>
                    <a:pt x="13237" y="3790"/>
                  </a:lnTo>
                  <a:lnTo>
                    <a:pt x="12916" y="3369"/>
                  </a:lnTo>
                  <a:lnTo>
                    <a:pt x="12595" y="2968"/>
                  </a:lnTo>
                  <a:lnTo>
                    <a:pt x="12234" y="2587"/>
                  </a:lnTo>
                  <a:lnTo>
                    <a:pt x="11853" y="2226"/>
                  </a:lnTo>
                  <a:lnTo>
                    <a:pt x="11572" y="1945"/>
                  </a:lnTo>
                  <a:lnTo>
                    <a:pt x="11251" y="1705"/>
                  </a:lnTo>
                  <a:lnTo>
                    <a:pt x="10930" y="1464"/>
                  </a:lnTo>
                  <a:lnTo>
                    <a:pt x="10609" y="1263"/>
                  </a:lnTo>
                  <a:lnTo>
                    <a:pt x="10268" y="1063"/>
                  </a:lnTo>
                  <a:lnTo>
                    <a:pt x="9928" y="882"/>
                  </a:lnTo>
                  <a:lnTo>
                    <a:pt x="9587" y="702"/>
                  </a:lnTo>
                  <a:lnTo>
                    <a:pt x="9226" y="562"/>
                  </a:lnTo>
                  <a:lnTo>
                    <a:pt x="8865" y="421"/>
                  </a:lnTo>
                  <a:lnTo>
                    <a:pt x="8484" y="321"/>
                  </a:lnTo>
                  <a:lnTo>
                    <a:pt x="8123" y="221"/>
                  </a:lnTo>
                  <a:lnTo>
                    <a:pt x="7742" y="140"/>
                  </a:lnTo>
                  <a:lnTo>
                    <a:pt x="7361" y="80"/>
                  </a:lnTo>
                  <a:lnTo>
                    <a:pt x="6980" y="40"/>
                  </a:lnTo>
                  <a:lnTo>
                    <a:pt x="6578" y="20"/>
                  </a:lnTo>
                  <a:lnTo>
                    <a:pt x="619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3" name="Google Shape;6533;p30"/>
            <p:cNvSpPr/>
            <p:nvPr/>
          </p:nvSpPr>
          <p:spPr>
            <a:xfrm>
              <a:off x="10290200" y="5028575"/>
              <a:ext cx="1525" cy="525"/>
            </a:xfrm>
            <a:custGeom>
              <a:avLst/>
              <a:gdLst/>
              <a:ahLst/>
              <a:cxnLst/>
              <a:rect l="l" t="t" r="r" b="b"/>
              <a:pathLst>
                <a:path w="61" h="21" extrusionOk="0">
                  <a:moveTo>
                    <a:pt x="0" y="0"/>
                  </a:moveTo>
                  <a:lnTo>
                    <a:pt x="61" y="20"/>
                  </a:lnTo>
                  <a:lnTo>
                    <a:pt x="41" y="0"/>
                  </a:lnTo>
                  <a:close/>
                </a:path>
              </a:pathLst>
            </a:custGeom>
            <a:solidFill>
              <a:srgbClr val="DEDAD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4" name="Google Shape;6534;p30"/>
            <p:cNvSpPr/>
            <p:nvPr/>
          </p:nvSpPr>
          <p:spPr>
            <a:xfrm>
              <a:off x="10290200" y="5028575"/>
              <a:ext cx="1525" cy="525"/>
            </a:xfrm>
            <a:custGeom>
              <a:avLst/>
              <a:gdLst/>
              <a:ahLst/>
              <a:cxnLst/>
              <a:rect l="l" t="t" r="r" b="b"/>
              <a:pathLst>
                <a:path w="61" h="21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61" y="20"/>
                  </a:lnTo>
                  <a:lnTo>
                    <a:pt x="61" y="20"/>
                  </a:lnTo>
                  <a:lnTo>
                    <a:pt x="41" y="0"/>
                  </a:lnTo>
                  <a:lnTo>
                    <a:pt x="41" y="0"/>
                  </a:lnTo>
                  <a:lnTo>
                    <a:pt x="41" y="0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5" name="Google Shape;6535;p30"/>
            <p:cNvSpPr/>
            <p:nvPr/>
          </p:nvSpPr>
          <p:spPr>
            <a:xfrm>
              <a:off x="10217500" y="4514175"/>
              <a:ext cx="54675" cy="468800"/>
            </a:xfrm>
            <a:custGeom>
              <a:avLst/>
              <a:gdLst/>
              <a:ahLst/>
              <a:cxnLst/>
              <a:rect l="l" t="t" r="r" b="b"/>
              <a:pathLst>
                <a:path w="2187" h="18752" extrusionOk="0">
                  <a:moveTo>
                    <a:pt x="1" y="0"/>
                  </a:moveTo>
                  <a:lnTo>
                    <a:pt x="321" y="461"/>
                  </a:lnTo>
                  <a:lnTo>
                    <a:pt x="622" y="963"/>
                  </a:lnTo>
                  <a:lnTo>
                    <a:pt x="883" y="1484"/>
                  </a:lnTo>
                  <a:lnTo>
                    <a:pt x="1124" y="2026"/>
                  </a:lnTo>
                  <a:lnTo>
                    <a:pt x="1324" y="2567"/>
                  </a:lnTo>
                  <a:lnTo>
                    <a:pt x="1505" y="3149"/>
                  </a:lnTo>
                  <a:lnTo>
                    <a:pt x="1645" y="3730"/>
                  </a:lnTo>
                  <a:lnTo>
                    <a:pt x="1745" y="4332"/>
                  </a:lnTo>
                  <a:lnTo>
                    <a:pt x="1846" y="4934"/>
                  </a:lnTo>
                  <a:lnTo>
                    <a:pt x="1906" y="5535"/>
                  </a:lnTo>
                  <a:lnTo>
                    <a:pt x="1926" y="6137"/>
                  </a:lnTo>
                  <a:lnTo>
                    <a:pt x="1946" y="6758"/>
                  </a:lnTo>
                  <a:lnTo>
                    <a:pt x="1926" y="7360"/>
                  </a:lnTo>
                  <a:lnTo>
                    <a:pt x="1886" y="7962"/>
                  </a:lnTo>
                  <a:lnTo>
                    <a:pt x="1825" y="8543"/>
                  </a:lnTo>
                  <a:lnTo>
                    <a:pt x="1745" y="9125"/>
                  </a:lnTo>
                  <a:lnTo>
                    <a:pt x="1505" y="12975"/>
                  </a:lnTo>
                  <a:lnTo>
                    <a:pt x="1424" y="14098"/>
                  </a:lnTo>
                  <a:lnTo>
                    <a:pt x="1344" y="15222"/>
                  </a:lnTo>
                  <a:lnTo>
                    <a:pt x="1344" y="15783"/>
                  </a:lnTo>
                  <a:lnTo>
                    <a:pt x="1344" y="16345"/>
                  </a:lnTo>
                  <a:lnTo>
                    <a:pt x="1364" y="16906"/>
                  </a:lnTo>
                  <a:lnTo>
                    <a:pt x="1424" y="17468"/>
                  </a:lnTo>
                  <a:lnTo>
                    <a:pt x="1464" y="17809"/>
                  </a:lnTo>
                  <a:lnTo>
                    <a:pt x="1545" y="18170"/>
                  </a:lnTo>
                  <a:lnTo>
                    <a:pt x="1745" y="18450"/>
                  </a:lnTo>
                  <a:lnTo>
                    <a:pt x="1986" y="18751"/>
                  </a:lnTo>
                  <a:lnTo>
                    <a:pt x="1906" y="18410"/>
                  </a:lnTo>
                  <a:lnTo>
                    <a:pt x="1846" y="18089"/>
                  </a:lnTo>
                  <a:lnTo>
                    <a:pt x="1785" y="17748"/>
                  </a:lnTo>
                  <a:lnTo>
                    <a:pt x="1745" y="17407"/>
                  </a:lnTo>
                  <a:lnTo>
                    <a:pt x="1685" y="16726"/>
                  </a:lnTo>
                  <a:lnTo>
                    <a:pt x="1645" y="16024"/>
                  </a:lnTo>
                  <a:lnTo>
                    <a:pt x="1665" y="15322"/>
                  </a:lnTo>
                  <a:lnTo>
                    <a:pt x="1685" y="14640"/>
                  </a:lnTo>
                  <a:lnTo>
                    <a:pt x="1765" y="13336"/>
                  </a:lnTo>
                  <a:lnTo>
                    <a:pt x="1846" y="12213"/>
                  </a:lnTo>
                  <a:lnTo>
                    <a:pt x="1946" y="11070"/>
                  </a:lnTo>
                  <a:lnTo>
                    <a:pt x="2046" y="9927"/>
                  </a:lnTo>
                  <a:lnTo>
                    <a:pt x="2126" y="8784"/>
                  </a:lnTo>
                  <a:lnTo>
                    <a:pt x="2186" y="7641"/>
                  </a:lnTo>
                  <a:lnTo>
                    <a:pt x="2186" y="7079"/>
                  </a:lnTo>
                  <a:lnTo>
                    <a:pt x="2186" y="6498"/>
                  </a:lnTo>
                  <a:lnTo>
                    <a:pt x="2166" y="5936"/>
                  </a:lnTo>
                  <a:lnTo>
                    <a:pt x="2126" y="5375"/>
                  </a:lnTo>
                  <a:lnTo>
                    <a:pt x="2066" y="4813"/>
                  </a:lnTo>
                  <a:lnTo>
                    <a:pt x="1986" y="4252"/>
                  </a:lnTo>
                  <a:lnTo>
                    <a:pt x="1866" y="3670"/>
                  </a:lnTo>
                  <a:lnTo>
                    <a:pt x="1725" y="3089"/>
                  </a:lnTo>
                  <a:lnTo>
                    <a:pt x="1525" y="2527"/>
                  </a:lnTo>
                  <a:lnTo>
                    <a:pt x="1304" y="1965"/>
                  </a:lnTo>
                  <a:lnTo>
                    <a:pt x="1043" y="1444"/>
                  </a:lnTo>
                  <a:lnTo>
                    <a:pt x="883" y="1183"/>
                  </a:lnTo>
                  <a:lnTo>
                    <a:pt x="722" y="923"/>
                  </a:lnTo>
                  <a:lnTo>
                    <a:pt x="562" y="682"/>
                  </a:lnTo>
                  <a:lnTo>
                    <a:pt x="382" y="441"/>
                  </a:lnTo>
                  <a:lnTo>
                    <a:pt x="201" y="22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6" name="Google Shape;6536;p30"/>
            <p:cNvSpPr/>
            <p:nvPr/>
          </p:nvSpPr>
          <p:spPr>
            <a:xfrm>
              <a:off x="10289700" y="50285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fill="none" extrusionOk="0">
                  <a:moveTo>
                    <a:pt x="2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61" y="0"/>
                  </a:lnTo>
                  <a:lnTo>
                    <a:pt x="61" y="0"/>
                  </a:lnTo>
                  <a:lnTo>
                    <a:pt x="61" y="0"/>
                  </a:lnTo>
                  <a:lnTo>
                    <a:pt x="61" y="0"/>
                  </a:lnTo>
                  <a:lnTo>
                    <a:pt x="61" y="0"/>
                  </a:lnTo>
                  <a:lnTo>
                    <a:pt x="2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7" name="Google Shape;6537;p30"/>
            <p:cNvSpPr/>
            <p:nvPr/>
          </p:nvSpPr>
          <p:spPr>
            <a:xfrm>
              <a:off x="10267125" y="4982950"/>
              <a:ext cx="97300" cy="46650"/>
            </a:xfrm>
            <a:custGeom>
              <a:avLst/>
              <a:gdLst/>
              <a:ahLst/>
              <a:cxnLst/>
              <a:rect l="l" t="t" r="r" b="b"/>
              <a:pathLst>
                <a:path w="3892" h="1866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181" y="501"/>
                  </a:lnTo>
                  <a:lnTo>
                    <a:pt x="282" y="742"/>
                  </a:lnTo>
                  <a:lnTo>
                    <a:pt x="402" y="963"/>
                  </a:lnTo>
                  <a:lnTo>
                    <a:pt x="522" y="1203"/>
                  </a:lnTo>
                  <a:lnTo>
                    <a:pt x="663" y="1424"/>
                  </a:lnTo>
                  <a:lnTo>
                    <a:pt x="803" y="1625"/>
                  </a:lnTo>
                  <a:lnTo>
                    <a:pt x="964" y="1825"/>
                  </a:lnTo>
                  <a:lnTo>
                    <a:pt x="964" y="1825"/>
                  </a:lnTo>
                  <a:lnTo>
                    <a:pt x="964" y="1825"/>
                  </a:lnTo>
                  <a:lnTo>
                    <a:pt x="1244" y="1845"/>
                  </a:lnTo>
                  <a:lnTo>
                    <a:pt x="1525" y="1865"/>
                  </a:lnTo>
                  <a:lnTo>
                    <a:pt x="1525" y="1865"/>
                  </a:lnTo>
                  <a:lnTo>
                    <a:pt x="1826" y="1845"/>
                  </a:lnTo>
                  <a:lnTo>
                    <a:pt x="2127" y="1825"/>
                  </a:lnTo>
                  <a:lnTo>
                    <a:pt x="2428" y="1765"/>
                  </a:lnTo>
                  <a:lnTo>
                    <a:pt x="2728" y="1705"/>
                  </a:lnTo>
                  <a:lnTo>
                    <a:pt x="3029" y="1625"/>
                  </a:lnTo>
                  <a:lnTo>
                    <a:pt x="3310" y="1524"/>
                  </a:lnTo>
                  <a:lnTo>
                    <a:pt x="3611" y="1384"/>
                  </a:lnTo>
                  <a:lnTo>
                    <a:pt x="3891" y="1243"/>
                  </a:lnTo>
                  <a:lnTo>
                    <a:pt x="3891" y="1243"/>
                  </a:lnTo>
                  <a:lnTo>
                    <a:pt x="3470" y="1304"/>
                  </a:lnTo>
                  <a:lnTo>
                    <a:pt x="3029" y="1324"/>
                  </a:lnTo>
                  <a:lnTo>
                    <a:pt x="3029" y="1324"/>
                  </a:lnTo>
                  <a:lnTo>
                    <a:pt x="2668" y="1304"/>
                  </a:lnTo>
                  <a:lnTo>
                    <a:pt x="2287" y="1264"/>
                  </a:lnTo>
                  <a:lnTo>
                    <a:pt x="1926" y="1183"/>
                  </a:lnTo>
                  <a:lnTo>
                    <a:pt x="1565" y="1063"/>
                  </a:lnTo>
                  <a:lnTo>
                    <a:pt x="1204" y="903"/>
                  </a:lnTo>
                  <a:lnTo>
                    <a:pt x="843" y="702"/>
                  </a:lnTo>
                  <a:lnTo>
                    <a:pt x="522" y="441"/>
                  </a:lnTo>
                  <a:lnTo>
                    <a:pt x="181" y="161"/>
                  </a:lnTo>
                  <a:lnTo>
                    <a:pt x="181" y="161"/>
                  </a:lnTo>
                  <a:lnTo>
                    <a:pt x="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8" name="Google Shape;6538;p30"/>
            <p:cNvSpPr/>
            <p:nvPr/>
          </p:nvSpPr>
          <p:spPr>
            <a:xfrm>
              <a:off x="10048050" y="4477075"/>
              <a:ext cx="229650" cy="544500"/>
            </a:xfrm>
            <a:custGeom>
              <a:avLst/>
              <a:gdLst/>
              <a:ahLst/>
              <a:cxnLst/>
              <a:rect l="l" t="t" r="r" b="b"/>
              <a:pathLst>
                <a:path w="9186" h="21780" fill="none" extrusionOk="0">
                  <a:moveTo>
                    <a:pt x="2467" y="0"/>
                  </a:moveTo>
                  <a:lnTo>
                    <a:pt x="2467" y="0"/>
                  </a:lnTo>
                  <a:lnTo>
                    <a:pt x="1845" y="20"/>
                  </a:lnTo>
                  <a:lnTo>
                    <a:pt x="1243" y="80"/>
                  </a:lnTo>
                  <a:lnTo>
                    <a:pt x="622" y="201"/>
                  </a:lnTo>
                  <a:lnTo>
                    <a:pt x="0" y="341"/>
                  </a:lnTo>
                  <a:lnTo>
                    <a:pt x="0" y="341"/>
                  </a:lnTo>
                  <a:lnTo>
                    <a:pt x="381" y="301"/>
                  </a:lnTo>
                  <a:lnTo>
                    <a:pt x="742" y="301"/>
                  </a:lnTo>
                  <a:lnTo>
                    <a:pt x="742" y="301"/>
                  </a:lnTo>
                  <a:lnTo>
                    <a:pt x="1143" y="301"/>
                  </a:lnTo>
                  <a:lnTo>
                    <a:pt x="1544" y="341"/>
                  </a:lnTo>
                  <a:lnTo>
                    <a:pt x="1925" y="401"/>
                  </a:lnTo>
                  <a:lnTo>
                    <a:pt x="2326" y="481"/>
                  </a:lnTo>
                  <a:lnTo>
                    <a:pt x="2326" y="481"/>
                  </a:lnTo>
                  <a:lnTo>
                    <a:pt x="2768" y="622"/>
                  </a:lnTo>
                  <a:lnTo>
                    <a:pt x="3209" y="782"/>
                  </a:lnTo>
                  <a:lnTo>
                    <a:pt x="3610" y="963"/>
                  </a:lnTo>
                  <a:lnTo>
                    <a:pt x="3991" y="1183"/>
                  </a:lnTo>
                  <a:lnTo>
                    <a:pt x="4372" y="1404"/>
                  </a:lnTo>
                  <a:lnTo>
                    <a:pt x="4713" y="1685"/>
                  </a:lnTo>
                  <a:lnTo>
                    <a:pt x="5034" y="1965"/>
                  </a:lnTo>
                  <a:lnTo>
                    <a:pt x="5335" y="2286"/>
                  </a:lnTo>
                  <a:lnTo>
                    <a:pt x="5615" y="2607"/>
                  </a:lnTo>
                  <a:lnTo>
                    <a:pt x="5876" y="2968"/>
                  </a:lnTo>
                  <a:lnTo>
                    <a:pt x="6117" y="3329"/>
                  </a:lnTo>
                  <a:lnTo>
                    <a:pt x="6317" y="3730"/>
                  </a:lnTo>
                  <a:lnTo>
                    <a:pt x="6518" y="4131"/>
                  </a:lnTo>
                  <a:lnTo>
                    <a:pt x="6678" y="4552"/>
                  </a:lnTo>
                  <a:lnTo>
                    <a:pt x="6819" y="4974"/>
                  </a:lnTo>
                  <a:lnTo>
                    <a:pt x="6919" y="5435"/>
                  </a:lnTo>
                  <a:lnTo>
                    <a:pt x="6919" y="5435"/>
                  </a:lnTo>
                  <a:lnTo>
                    <a:pt x="7039" y="6036"/>
                  </a:lnTo>
                  <a:lnTo>
                    <a:pt x="7140" y="6638"/>
                  </a:lnTo>
                  <a:lnTo>
                    <a:pt x="7200" y="7240"/>
                  </a:lnTo>
                  <a:lnTo>
                    <a:pt x="7260" y="7841"/>
                  </a:lnTo>
                  <a:lnTo>
                    <a:pt x="7280" y="8443"/>
                  </a:lnTo>
                  <a:lnTo>
                    <a:pt x="7280" y="9045"/>
                  </a:lnTo>
                  <a:lnTo>
                    <a:pt x="7280" y="9666"/>
                  </a:lnTo>
                  <a:lnTo>
                    <a:pt x="7260" y="10268"/>
                  </a:lnTo>
                  <a:lnTo>
                    <a:pt x="7200" y="11491"/>
                  </a:lnTo>
                  <a:lnTo>
                    <a:pt x="7119" y="12715"/>
                  </a:lnTo>
                  <a:lnTo>
                    <a:pt x="7059" y="13918"/>
                  </a:lnTo>
                  <a:lnTo>
                    <a:pt x="7019" y="15141"/>
                  </a:lnTo>
                  <a:lnTo>
                    <a:pt x="7019" y="15141"/>
                  </a:lnTo>
                  <a:lnTo>
                    <a:pt x="7019" y="16044"/>
                  </a:lnTo>
                  <a:lnTo>
                    <a:pt x="7039" y="16505"/>
                  </a:lnTo>
                  <a:lnTo>
                    <a:pt x="7079" y="16986"/>
                  </a:lnTo>
                  <a:lnTo>
                    <a:pt x="7119" y="17468"/>
                  </a:lnTo>
                  <a:lnTo>
                    <a:pt x="7180" y="17949"/>
                  </a:lnTo>
                  <a:lnTo>
                    <a:pt x="7280" y="18410"/>
                  </a:lnTo>
                  <a:lnTo>
                    <a:pt x="7380" y="18871"/>
                  </a:lnTo>
                  <a:lnTo>
                    <a:pt x="7500" y="19313"/>
                  </a:lnTo>
                  <a:lnTo>
                    <a:pt x="7661" y="19754"/>
                  </a:lnTo>
                  <a:lnTo>
                    <a:pt x="7841" y="20155"/>
                  </a:lnTo>
                  <a:lnTo>
                    <a:pt x="8042" y="20556"/>
                  </a:lnTo>
                  <a:lnTo>
                    <a:pt x="8283" y="20917"/>
                  </a:lnTo>
                  <a:lnTo>
                    <a:pt x="8543" y="21238"/>
                  </a:lnTo>
                  <a:lnTo>
                    <a:pt x="8704" y="21398"/>
                  </a:lnTo>
                  <a:lnTo>
                    <a:pt x="8844" y="21539"/>
                  </a:lnTo>
                  <a:lnTo>
                    <a:pt x="9005" y="21659"/>
                  </a:lnTo>
                  <a:lnTo>
                    <a:pt x="9185" y="21779"/>
                  </a:lnTo>
                  <a:lnTo>
                    <a:pt x="9185" y="21779"/>
                  </a:lnTo>
                  <a:lnTo>
                    <a:pt x="9045" y="21539"/>
                  </a:lnTo>
                  <a:lnTo>
                    <a:pt x="8904" y="21278"/>
                  </a:lnTo>
                  <a:lnTo>
                    <a:pt x="8764" y="21017"/>
                  </a:lnTo>
                  <a:lnTo>
                    <a:pt x="8664" y="20757"/>
                  </a:lnTo>
                  <a:lnTo>
                    <a:pt x="8543" y="20476"/>
                  </a:lnTo>
                  <a:lnTo>
                    <a:pt x="8463" y="20215"/>
                  </a:lnTo>
                  <a:lnTo>
                    <a:pt x="8323" y="19654"/>
                  </a:lnTo>
                  <a:lnTo>
                    <a:pt x="8323" y="19654"/>
                  </a:lnTo>
                  <a:lnTo>
                    <a:pt x="8182" y="19433"/>
                  </a:lnTo>
                  <a:lnTo>
                    <a:pt x="8042" y="19192"/>
                  </a:lnTo>
                  <a:lnTo>
                    <a:pt x="7942" y="18972"/>
                  </a:lnTo>
                  <a:lnTo>
                    <a:pt x="7841" y="18731"/>
                  </a:lnTo>
                  <a:lnTo>
                    <a:pt x="7761" y="18490"/>
                  </a:lnTo>
                  <a:lnTo>
                    <a:pt x="7681" y="18230"/>
                  </a:lnTo>
                  <a:lnTo>
                    <a:pt x="7621" y="17989"/>
                  </a:lnTo>
                  <a:lnTo>
                    <a:pt x="7581" y="17728"/>
                  </a:lnTo>
                  <a:lnTo>
                    <a:pt x="7521" y="17227"/>
                  </a:lnTo>
                  <a:lnTo>
                    <a:pt x="7500" y="16685"/>
                  </a:lnTo>
                  <a:lnTo>
                    <a:pt x="7521" y="16164"/>
                  </a:lnTo>
                  <a:lnTo>
                    <a:pt x="7561" y="15623"/>
                  </a:lnTo>
                  <a:lnTo>
                    <a:pt x="7621" y="15081"/>
                  </a:lnTo>
                  <a:lnTo>
                    <a:pt x="7701" y="14540"/>
                  </a:lnTo>
                  <a:lnTo>
                    <a:pt x="7801" y="13998"/>
                  </a:lnTo>
                  <a:lnTo>
                    <a:pt x="7922" y="13477"/>
                  </a:lnTo>
                  <a:lnTo>
                    <a:pt x="8162" y="12434"/>
                  </a:lnTo>
                  <a:lnTo>
                    <a:pt x="8383" y="11451"/>
                  </a:lnTo>
                  <a:lnTo>
                    <a:pt x="8383" y="11451"/>
                  </a:lnTo>
                  <a:lnTo>
                    <a:pt x="8523" y="10609"/>
                  </a:lnTo>
                  <a:lnTo>
                    <a:pt x="8523" y="10609"/>
                  </a:lnTo>
                  <a:lnTo>
                    <a:pt x="8563" y="9947"/>
                  </a:lnTo>
                  <a:lnTo>
                    <a:pt x="8563" y="9947"/>
                  </a:lnTo>
                  <a:lnTo>
                    <a:pt x="8624" y="8804"/>
                  </a:lnTo>
                  <a:lnTo>
                    <a:pt x="8624" y="8222"/>
                  </a:lnTo>
                  <a:lnTo>
                    <a:pt x="8624" y="7641"/>
                  </a:lnTo>
                  <a:lnTo>
                    <a:pt x="8603" y="7059"/>
                  </a:lnTo>
                  <a:lnTo>
                    <a:pt x="8543" y="6478"/>
                  </a:lnTo>
                  <a:lnTo>
                    <a:pt x="8483" y="5896"/>
                  </a:lnTo>
                  <a:lnTo>
                    <a:pt x="8383" y="5315"/>
                  </a:lnTo>
                  <a:lnTo>
                    <a:pt x="8242" y="4753"/>
                  </a:lnTo>
                  <a:lnTo>
                    <a:pt x="8082" y="4191"/>
                  </a:lnTo>
                  <a:lnTo>
                    <a:pt x="7882" y="3670"/>
                  </a:lnTo>
                  <a:lnTo>
                    <a:pt x="7641" y="3149"/>
                  </a:lnTo>
                  <a:lnTo>
                    <a:pt x="7500" y="2908"/>
                  </a:lnTo>
                  <a:lnTo>
                    <a:pt x="7360" y="2647"/>
                  </a:lnTo>
                  <a:lnTo>
                    <a:pt x="7200" y="2427"/>
                  </a:lnTo>
                  <a:lnTo>
                    <a:pt x="7019" y="2186"/>
                  </a:lnTo>
                  <a:lnTo>
                    <a:pt x="6839" y="1965"/>
                  </a:lnTo>
                  <a:lnTo>
                    <a:pt x="6638" y="1745"/>
                  </a:lnTo>
                  <a:lnTo>
                    <a:pt x="6438" y="1524"/>
                  </a:lnTo>
                  <a:lnTo>
                    <a:pt x="6217" y="1324"/>
                  </a:lnTo>
                  <a:lnTo>
                    <a:pt x="6217" y="1324"/>
                  </a:lnTo>
                  <a:lnTo>
                    <a:pt x="5996" y="1163"/>
                  </a:lnTo>
                  <a:lnTo>
                    <a:pt x="5776" y="983"/>
                  </a:lnTo>
                  <a:lnTo>
                    <a:pt x="5555" y="842"/>
                  </a:lnTo>
                  <a:lnTo>
                    <a:pt x="5335" y="702"/>
                  </a:lnTo>
                  <a:lnTo>
                    <a:pt x="5114" y="582"/>
                  </a:lnTo>
                  <a:lnTo>
                    <a:pt x="4873" y="481"/>
                  </a:lnTo>
                  <a:lnTo>
                    <a:pt x="4653" y="381"/>
                  </a:lnTo>
                  <a:lnTo>
                    <a:pt x="4412" y="301"/>
                  </a:lnTo>
                  <a:lnTo>
                    <a:pt x="3931" y="161"/>
                  </a:lnTo>
                  <a:lnTo>
                    <a:pt x="3449" y="60"/>
                  </a:lnTo>
                  <a:lnTo>
                    <a:pt x="2948" y="0"/>
                  </a:lnTo>
                  <a:lnTo>
                    <a:pt x="2467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9" name="Google Shape;6539;p30"/>
            <p:cNvSpPr/>
            <p:nvPr/>
          </p:nvSpPr>
          <p:spPr>
            <a:xfrm>
              <a:off x="9994400" y="4450500"/>
              <a:ext cx="223125" cy="63700"/>
            </a:xfrm>
            <a:custGeom>
              <a:avLst/>
              <a:gdLst/>
              <a:ahLst/>
              <a:cxnLst/>
              <a:rect l="l" t="t" r="r" b="b"/>
              <a:pathLst>
                <a:path w="8925" h="2548" fill="none" extrusionOk="0">
                  <a:moveTo>
                    <a:pt x="3570" y="0"/>
                  </a:moveTo>
                  <a:lnTo>
                    <a:pt x="3570" y="0"/>
                  </a:lnTo>
                  <a:lnTo>
                    <a:pt x="3109" y="20"/>
                  </a:lnTo>
                  <a:lnTo>
                    <a:pt x="2647" y="60"/>
                  </a:lnTo>
                  <a:lnTo>
                    <a:pt x="2206" y="121"/>
                  </a:lnTo>
                  <a:lnTo>
                    <a:pt x="1745" y="221"/>
                  </a:lnTo>
                  <a:lnTo>
                    <a:pt x="1304" y="321"/>
                  </a:lnTo>
                  <a:lnTo>
                    <a:pt x="863" y="461"/>
                  </a:lnTo>
                  <a:lnTo>
                    <a:pt x="421" y="602"/>
                  </a:lnTo>
                  <a:lnTo>
                    <a:pt x="0" y="782"/>
                  </a:lnTo>
                  <a:lnTo>
                    <a:pt x="0" y="782"/>
                  </a:lnTo>
                  <a:lnTo>
                    <a:pt x="201" y="943"/>
                  </a:lnTo>
                  <a:lnTo>
                    <a:pt x="381" y="1123"/>
                  </a:lnTo>
                  <a:lnTo>
                    <a:pt x="562" y="1344"/>
                  </a:lnTo>
                  <a:lnTo>
                    <a:pt x="742" y="1564"/>
                  </a:lnTo>
                  <a:lnTo>
                    <a:pt x="742" y="1564"/>
                  </a:lnTo>
                  <a:lnTo>
                    <a:pt x="1183" y="1384"/>
                  </a:lnTo>
                  <a:lnTo>
                    <a:pt x="1645" y="1244"/>
                  </a:lnTo>
                  <a:lnTo>
                    <a:pt x="2106" y="1103"/>
                  </a:lnTo>
                  <a:lnTo>
                    <a:pt x="2567" y="983"/>
                  </a:lnTo>
                  <a:lnTo>
                    <a:pt x="3029" y="883"/>
                  </a:lnTo>
                  <a:lnTo>
                    <a:pt x="3510" y="822"/>
                  </a:lnTo>
                  <a:lnTo>
                    <a:pt x="3971" y="782"/>
                  </a:lnTo>
                  <a:lnTo>
                    <a:pt x="4452" y="762"/>
                  </a:lnTo>
                  <a:lnTo>
                    <a:pt x="4452" y="762"/>
                  </a:lnTo>
                  <a:lnTo>
                    <a:pt x="4793" y="782"/>
                  </a:lnTo>
                  <a:lnTo>
                    <a:pt x="5154" y="802"/>
                  </a:lnTo>
                  <a:lnTo>
                    <a:pt x="5495" y="842"/>
                  </a:lnTo>
                  <a:lnTo>
                    <a:pt x="5836" y="903"/>
                  </a:lnTo>
                  <a:lnTo>
                    <a:pt x="6177" y="983"/>
                  </a:lnTo>
                  <a:lnTo>
                    <a:pt x="6518" y="1083"/>
                  </a:lnTo>
                  <a:lnTo>
                    <a:pt x="6859" y="1183"/>
                  </a:lnTo>
                  <a:lnTo>
                    <a:pt x="7180" y="1324"/>
                  </a:lnTo>
                  <a:lnTo>
                    <a:pt x="7180" y="1324"/>
                  </a:lnTo>
                  <a:lnTo>
                    <a:pt x="7440" y="1444"/>
                  </a:lnTo>
                  <a:lnTo>
                    <a:pt x="7681" y="1584"/>
                  </a:lnTo>
                  <a:lnTo>
                    <a:pt x="7902" y="1705"/>
                  </a:lnTo>
                  <a:lnTo>
                    <a:pt x="8122" y="1865"/>
                  </a:lnTo>
                  <a:lnTo>
                    <a:pt x="8343" y="2026"/>
                  </a:lnTo>
                  <a:lnTo>
                    <a:pt x="8543" y="2186"/>
                  </a:lnTo>
                  <a:lnTo>
                    <a:pt x="8925" y="2547"/>
                  </a:lnTo>
                  <a:lnTo>
                    <a:pt x="8925" y="2547"/>
                  </a:lnTo>
                  <a:lnTo>
                    <a:pt x="8564" y="2126"/>
                  </a:lnTo>
                  <a:lnTo>
                    <a:pt x="8183" y="1745"/>
                  </a:lnTo>
                  <a:lnTo>
                    <a:pt x="7962" y="1564"/>
                  </a:lnTo>
                  <a:lnTo>
                    <a:pt x="7761" y="1384"/>
                  </a:lnTo>
                  <a:lnTo>
                    <a:pt x="7521" y="1224"/>
                  </a:lnTo>
                  <a:lnTo>
                    <a:pt x="7300" y="1063"/>
                  </a:lnTo>
                  <a:lnTo>
                    <a:pt x="7059" y="903"/>
                  </a:lnTo>
                  <a:lnTo>
                    <a:pt x="6799" y="782"/>
                  </a:lnTo>
                  <a:lnTo>
                    <a:pt x="6538" y="642"/>
                  </a:lnTo>
                  <a:lnTo>
                    <a:pt x="6257" y="522"/>
                  </a:lnTo>
                  <a:lnTo>
                    <a:pt x="5977" y="421"/>
                  </a:lnTo>
                  <a:lnTo>
                    <a:pt x="5696" y="321"/>
                  </a:lnTo>
                  <a:lnTo>
                    <a:pt x="5395" y="241"/>
                  </a:lnTo>
                  <a:lnTo>
                    <a:pt x="5074" y="161"/>
                  </a:lnTo>
                  <a:lnTo>
                    <a:pt x="5074" y="161"/>
                  </a:lnTo>
                  <a:lnTo>
                    <a:pt x="4693" y="100"/>
                  </a:lnTo>
                  <a:lnTo>
                    <a:pt x="4332" y="40"/>
                  </a:lnTo>
                  <a:lnTo>
                    <a:pt x="3951" y="20"/>
                  </a:lnTo>
                  <a:lnTo>
                    <a:pt x="357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0" name="Google Shape;6540;p30"/>
            <p:cNvSpPr/>
            <p:nvPr/>
          </p:nvSpPr>
          <p:spPr>
            <a:xfrm>
              <a:off x="10012950" y="4469550"/>
              <a:ext cx="278275" cy="559050"/>
            </a:xfrm>
            <a:custGeom>
              <a:avLst/>
              <a:gdLst/>
              <a:ahLst/>
              <a:cxnLst/>
              <a:rect l="l" t="t" r="r" b="b"/>
              <a:pathLst>
                <a:path w="11131" h="22362" extrusionOk="0">
                  <a:moveTo>
                    <a:pt x="3710" y="0"/>
                  </a:moveTo>
                  <a:lnTo>
                    <a:pt x="3229" y="20"/>
                  </a:lnTo>
                  <a:lnTo>
                    <a:pt x="2768" y="60"/>
                  </a:lnTo>
                  <a:lnTo>
                    <a:pt x="2287" y="121"/>
                  </a:lnTo>
                  <a:lnTo>
                    <a:pt x="1825" y="221"/>
                  </a:lnTo>
                  <a:lnTo>
                    <a:pt x="1364" y="341"/>
                  </a:lnTo>
                  <a:lnTo>
                    <a:pt x="903" y="482"/>
                  </a:lnTo>
                  <a:lnTo>
                    <a:pt x="441" y="622"/>
                  </a:lnTo>
                  <a:lnTo>
                    <a:pt x="0" y="802"/>
                  </a:lnTo>
                  <a:lnTo>
                    <a:pt x="161" y="1043"/>
                  </a:lnTo>
                  <a:lnTo>
                    <a:pt x="301" y="1284"/>
                  </a:lnTo>
                  <a:lnTo>
                    <a:pt x="762" y="1183"/>
                  </a:lnTo>
                  <a:lnTo>
                    <a:pt x="1244" y="1103"/>
                  </a:lnTo>
                  <a:lnTo>
                    <a:pt x="1705" y="1043"/>
                  </a:lnTo>
                  <a:lnTo>
                    <a:pt x="2166" y="1023"/>
                  </a:lnTo>
                  <a:lnTo>
                    <a:pt x="2587" y="1043"/>
                  </a:lnTo>
                  <a:lnTo>
                    <a:pt x="3008" y="1083"/>
                  </a:lnTo>
                  <a:lnTo>
                    <a:pt x="3430" y="1163"/>
                  </a:lnTo>
                  <a:lnTo>
                    <a:pt x="3851" y="1264"/>
                  </a:lnTo>
                  <a:lnTo>
                    <a:pt x="4252" y="1404"/>
                  </a:lnTo>
                  <a:lnTo>
                    <a:pt x="4673" y="1585"/>
                  </a:lnTo>
                  <a:lnTo>
                    <a:pt x="5074" y="1785"/>
                  </a:lnTo>
                  <a:lnTo>
                    <a:pt x="5475" y="2026"/>
                  </a:lnTo>
                  <a:lnTo>
                    <a:pt x="5736" y="2226"/>
                  </a:lnTo>
                  <a:lnTo>
                    <a:pt x="5977" y="2427"/>
                  </a:lnTo>
                  <a:lnTo>
                    <a:pt x="6217" y="2627"/>
                  </a:lnTo>
                  <a:lnTo>
                    <a:pt x="6438" y="2848"/>
                  </a:lnTo>
                  <a:lnTo>
                    <a:pt x="6638" y="3089"/>
                  </a:lnTo>
                  <a:lnTo>
                    <a:pt x="6819" y="3329"/>
                  </a:lnTo>
                  <a:lnTo>
                    <a:pt x="6979" y="3570"/>
                  </a:lnTo>
                  <a:lnTo>
                    <a:pt x="7140" y="3831"/>
                  </a:lnTo>
                  <a:lnTo>
                    <a:pt x="7280" y="4091"/>
                  </a:lnTo>
                  <a:lnTo>
                    <a:pt x="7420" y="4372"/>
                  </a:lnTo>
                  <a:lnTo>
                    <a:pt x="7541" y="4653"/>
                  </a:lnTo>
                  <a:lnTo>
                    <a:pt x="7641" y="4934"/>
                  </a:lnTo>
                  <a:lnTo>
                    <a:pt x="7822" y="5515"/>
                  </a:lnTo>
                  <a:lnTo>
                    <a:pt x="7982" y="6137"/>
                  </a:lnTo>
                  <a:lnTo>
                    <a:pt x="8082" y="6759"/>
                  </a:lnTo>
                  <a:lnTo>
                    <a:pt x="8162" y="7380"/>
                  </a:lnTo>
                  <a:lnTo>
                    <a:pt x="8203" y="8022"/>
                  </a:lnTo>
                  <a:lnTo>
                    <a:pt x="8243" y="8644"/>
                  </a:lnTo>
                  <a:lnTo>
                    <a:pt x="8243" y="9286"/>
                  </a:lnTo>
                  <a:lnTo>
                    <a:pt x="8243" y="9907"/>
                  </a:lnTo>
                  <a:lnTo>
                    <a:pt x="8203" y="11110"/>
                  </a:lnTo>
                  <a:lnTo>
                    <a:pt x="8142" y="12193"/>
                  </a:lnTo>
                  <a:lnTo>
                    <a:pt x="8062" y="13316"/>
                  </a:lnTo>
                  <a:lnTo>
                    <a:pt x="7982" y="14460"/>
                  </a:lnTo>
                  <a:lnTo>
                    <a:pt x="7942" y="15603"/>
                  </a:lnTo>
                  <a:lnTo>
                    <a:pt x="7942" y="16164"/>
                  </a:lnTo>
                  <a:lnTo>
                    <a:pt x="7942" y="16726"/>
                  </a:lnTo>
                  <a:lnTo>
                    <a:pt x="7982" y="17287"/>
                  </a:lnTo>
                  <a:lnTo>
                    <a:pt x="8022" y="17849"/>
                  </a:lnTo>
                  <a:lnTo>
                    <a:pt x="8102" y="18410"/>
                  </a:lnTo>
                  <a:lnTo>
                    <a:pt x="8223" y="18952"/>
                  </a:lnTo>
                  <a:lnTo>
                    <a:pt x="8363" y="19493"/>
                  </a:lnTo>
                  <a:lnTo>
                    <a:pt x="8523" y="20015"/>
                  </a:lnTo>
                  <a:lnTo>
                    <a:pt x="8644" y="20275"/>
                  </a:lnTo>
                  <a:lnTo>
                    <a:pt x="8764" y="20556"/>
                  </a:lnTo>
                  <a:lnTo>
                    <a:pt x="8904" y="20837"/>
                  </a:lnTo>
                  <a:lnTo>
                    <a:pt x="9085" y="21098"/>
                  </a:lnTo>
                  <a:lnTo>
                    <a:pt x="9265" y="21358"/>
                  </a:lnTo>
                  <a:lnTo>
                    <a:pt x="9466" y="21619"/>
                  </a:lnTo>
                  <a:lnTo>
                    <a:pt x="9667" y="21860"/>
                  </a:lnTo>
                  <a:lnTo>
                    <a:pt x="9907" y="22080"/>
                  </a:lnTo>
                  <a:lnTo>
                    <a:pt x="10308" y="22201"/>
                  </a:lnTo>
                  <a:lnTo>
                    <a:pt x="10729" y="22301"/>
                  </a:lnTo>
                  <a:lnTo>
                    <a:pt x="10729" y="22301"/>
                  </a:lnTo>
                  <a:lnTo>
                    <a:pt x="10589" y="22100"/>
                  </a:lnTo>
                  <a:lnTo>
                    <a:pt x="10589" y="22100"/>
                  </a:lnTo>
                  <a:lnTo>
                    <a:pt x="10830" y="22241"/>
                  </a:lnTo>
                  <a:lnTo>
                    <a:pt x="11070" y="22361"/>
                  </a:lnTo>
                  <a:lnTo>
                    <a:pt x="11131" y="22361"/>
                  </a:lnTo>
                  <a:lnTo>
                    <a:pt x="10970" y="22161"/>
                  </a:lnTo>
                  <a:lnTo>
                    <a:pt x="10830" y="21960"/>
                  </a:lnTo>
                  <a:lnTo>
                    <a:pt x="10689" y="21739"/>
                  </a:lnTo>
                  <a:lnTo>
                    <a:pt x="10569" y="21499"/>
                  </a:lnTo>
                  <a:lnTo>
                    <a:pt x="10449" y="21278"/>
                  </a:lnTo>
                  <a:lnTo>
                    <a:pt x="10348" y="21037"/>
                  </a:lnTo>
                  <a:lnTo>
                    <a:pt x="10168" y="20536"/>
                  </a:lnTo>
                  <a:lnTo>
                    <a:pt x="9927" y="20235"/>
                  </a:lnTo>
                  <a:lnTo>
                    <a:pt x="9727" y="19955"/>
                  </a:lnTo>
                  <a:lnTo>
                    <a:pt x="9867" y="20516"/>
                  </a:lnTo>
                  <a:lnTo>
                    <a:pt x="9947" y="20777"/>
                  </a:lnTo>
                  <a:lnTo>
                    <a:pt x="10068" y="21058"/>
                  </a:lnTo>
                  <a:lnTo>
                    <a:pt x="10168" y="21318"/>
                  </a:lnTo>
                  <a:lnTo>
                    <a:pt x="10308" y="21579"/>
                  </a:lnTo>
                  <a:lnTo>
                    <a:pt x="10449" y="21840"/>
                  </a:lnTo>
                  <a:lnTo>
                    <a:pt x="10589" y="22080"/>
                  </a:lnTo>
                  <a:lnTo>
                    <a:pt x="10409" y="21960"/>
                  </a:lnTo>
                  <a:lnTo>
                    <a:pt x="10248" y="21840"/>
                  </a:lnTo>
                  <a:lnTo>
                    <a:pt x="10108" y="21699"/>
                  </a:lnTo>
                  <a:lnTo>
                    <a:pt x="9947" y="21539"/>
                  </a:lnTo>
                  <a:lnTo>
                    <a:pt x="9687" y="21218"/>
                  </a:lnTo>
                  <a:lnTo>
                    <a:pt x="9446" y="20857"/>
                  </a:lnTo>
                  <a:lnTo>
                    <a:pt x="9245" y="20456"/>
                  </a:lnTo>
                  <a:lnTo>
                    <a:pt x="9065" y="20055"/>
                  </a:lnTo>
                  <a:lnTo>
                    <a:pt x="8904" y="19614"/>
                  </a:lnTo>
                  <a:lnTo>
                    <a:pt x="8784" y="19172"/>
                  </a:lnTo>
                  <a:lnTo>
                    <a:pt x="8684" y="18711"/>
                  </a:lnTo>
                  <a:lnTo>
                    <a:pt x="8584" y="18250"/>
                  </a:lnTo>
                  <a:lnTo>
                    <a:pt x="8523" y="17769"/>
                  </a:lnTo>
                  <a:lnTo>
                    <a:pt x="8483" y="17287"/>
                  </a:lnTo>
                  <a:lnTo>
                    <a:pt x="8443" y="16806"/>
                  </a:lnTo>
                  <a:lnTo>
                    <a:pt x="8423" y="16345"/>
                  </a:lnTo>
                  <a:lnTo>
                    <a:pt x="8423" y="15442"/>
                  </a:lnTo>
                  <a:lnTo>
                    <a:pt x="8463" y="14219"/>
                  </a:lnTo>
                  <a:lnTo>
                    <a:pt x="8523" y="13016"/>
                  </a:lnTo>
                  <a:lnTo>
                    <a:pt x="8604" y="11792"/>
                  </a:lnTo>
                  <a:lnTo>
                    <a:pt x="8664" y="10569"/>
                  </a:lnTo>
                  <a:lnTo>
                    <a:pt x="8684" y="9967"/>
                  </a:lnTo>
                  <a:lnTo>
                    <a:pt x="8684" y="9346"/>
                  </a:lnTo>
                  <a:lnTo>
                    <a:pt x="8684" y="8744"/>
                  </a:lnTo>
                  <a:lnTo>
                    <a:pt x="8664" y="8142"/>
                  </a:lnTo>
                  <a:lnTo>
                    <a:pt x="8604" y="7541"/>
                  </a:lnTo>
                  <a:lnTo>
                    <a:pt x="8544" y="6939"/>
                  </a:lnTo>
                  <a:lnTo>
                    <a:pt x="8443" y="6337"/>
                  </a:lnTo>
                  <a:lnTo>
                    <a:pt x="8323" y="5736"/>
                  </a:lnTo>
                  <a:lnTo>
                    <a:pt x="8223" y="5275"/>
                  </a:lnTo>
                  <a:lnTo>
                    <a:pt x="8082" y="4853"/>
                  </a:lnTo>
                  <a:lnTo>
                    <a:pt x="7922" y="4432"/>
                  </a:lnTo>
                  <a:lnTo>
                    <a:pt x="7721" y="4031"/>
                  </a:lnTo>
                  <a:lnTo>
                    <a:pt x="7521" y="3630"/>
                  </a:lnTo>
                  <a:lnTo>
                    <a:pt x="7280" y="3269"/>
                  </a:lnTo>
                  <a:lnTo>
                    <a:pt x="7019" y="2908"/>
                  </a:lnTo>
                  <a:lnTo>
                    <a:pt x="6739" y="2587"/>
                  </a:lnTo>
                  <a:lnTo>
                    <a:pt x="6438" y="2266"/>
                  </a:lnTo>
                  <a:lnTo>
                    <a:pt x="6117" y="1986"/>
                  </a:lnTo>
                  <a:lnTo>
                    <a:pt x="5776" y="1705"/>
                  </a:lnTo>
                  <a:lnTo>
                    <a:pt x="5395" y="1484"/>
                  </a:lnTo>
                  <a:lnTo>
                    <a:pt x="5014" y="1264"/>
                  </a:lnTo>
                  <a:lnTo>
                    <a:pt x="4613" y="1083"/>
                  </a:lnTo>
                  <a:lnTo>
                    <a:pt x="4172" y="923"/>
                  </a:lnTo>
                  <a:lnTo>
                    <a:pt x="3730" y="782"/>
                  </a:lnTo>
                  <a:lnTo>
                    <a:pt x="3329" y="702"/>
                  </a:lnTo>
                  <a:lnTo>
                    <a:pt x="2948" y="642"/>
                  </a:lnTo>
                  <a:lnTo>
                    <a:pt x="2547" y="602"/>
                  </a:lnTo>
                  <a:lnTo>
                    <a:pt x="1785" y="602"/>
                  </a:lnTo>
                  <a:lnTo>
                    <a:pt x="1404" y="642"/>
                  </a:lnTo>
                  <a:lnTo>
                    <a:pt x="2026" y="502"/>
                  </a:lnTo>
                  <a:lnTo>
                    <a:pt x="2647" y="381"/>
                  </a:lnTo>
                  <a:lnTo>
                    <a:pt x="3249" y="321"/>
                  </a:lnTo>
                  <a:lnTo>
                    <a:pt x="3871" y="301"/>
                  </a:lnTo>
                  <a:lnTo>
                    <a:pt x="4352" y="301"/>
                  </a:lnTo>
                  <a:lnTo>
                    <a:pt x="4853" y="361"/>
                  </a:lnTo>
                  <a:lnTo>
                    <a:pt x="5335" y="462"/>
                  </a:lnTo>
                  <a:lnTo>
                    <a:pt x="5816" y="602"/>
                  </a:lnTo>
                  <a:lnTo>
                    <a:pt x="6057" y="682"/>
                  </a:lnTo>
                  <a:lnTo>
                    <a:pt x="6277" y="782"/>
                  </a:lnTo>
                  <a:lnTo>
                    <a:pt x="6518" y="883"/>
                  </a:lnTo>
                  <a:lnTo>
                    <a:pt x="6739" y="1003"/>
                  </a:lnTo>
                  <a:lnTo>
                    <a:pt x="6959" y="1143"/>
                  </a:lnTo>
                  <a:lnTo>
                    <a:pt x="7180" y="1284"/>
                  </a:lnTo>
                  <a:lnTo>
                    <a:pt x="7400" y="1464"/>
                  </a:lnTo>
                  <a:lnTo>
                    <a:pt x="7621" y="1625"/>
                  </a:lnTo>
                  <a:lnTo>
                    <a:pt x="7842" y="1825"/>
                  </a:lnTo>
                  <a:lnTo>
                    <a:pt x="8042" y="2046"/>
                  </a:lnTo>
                  <a:lnTo>
                    <a:pt x="8243" y="2266"/>
                  </a:lnTo>
                  <a:lnTo>
                    <a:pt x="8423" y="2487"/>
                  </a:lnTo>
                  <a:lnTo>
                    <a:pt x="8604" y="2728"/>
                  </a:lnTo>
                  <a:lnTo>
                    <a:pt x="8764" y="2948"/>
                  </a:lnTo>
                  <a:lnTo>
                    <a:pt x="8904" y="3209"/>
                  </a:lnTo>
                  <a:lnTo>
                    <a:pt x="9045" y="3450"/>
                  </a:lnTo>
                  <a:lnTo>
                    <a:pt x="9286" y="3971"/>
                  </a:lnTo>
                  <a:lnTo>
                    <a:pt x="9486" y="4492"/>
                  </a:lnTo>
                  <a:lnTo>
                    <a:pt x="9646" y="5054"/>
                  </a:lnTo>
                  <a:lnTo>
                    <a:pt x="9787" y="5616"/>
                  </a:lnTo>
                  <a:lnTo>
                    <a:pt x="9887" y="6197"/>
                  </a:lnTo>
                  <a:lnTo>
                    <a:pt x="9947" y="6779"/>
                  </a:lnTo>
                  <a:lnTo>
                    <a:pt x="10007" y="7360"/>
                  </a:lnTo>
                  <a:lnTo>
                    <a:pt x="10028" y="7942"/>
                  </a:lnTo>
                  <a:lnTo>
                    <a:pt x="10028" y="8523"/>
                  </a:lnTo>
                  <a:lnTo>
                    <a:pt x="10028" y="9105"/>
                  </a:lnTo>
                  <a:lnTo>
                    <a:pt x="9967" y="10248"/>
                  </a:lnTo>
                  <a:lnTo>
                    <a:pt x="9927" y="10910"/>
                  </a:lnTo>
                  <a:lnTo>
                    <a:pt x="10007" y="10328"/>
                  </a:lnTo>
                  <a:lnTo>
                    <a:pt x="10068" y="9747"/>
                  </a:lnTo>
                  <a:lnTo>
                    <a:pt x="10108" y="9145"/>
                  </a:lnTo>
                  <a:lnTo>
                    <a:pt x="10128" y="8543"/>
                  </a:lnTo>
                  <a:lnTo>
                    <a:pt x="10108" y="7922"/>
                  </a:lnTo>
                  <a:lnTo>
                    <a:pt x="10088" y="7320"/>
                  </a:lnTo>
                  <a:lnTo>
                    <a:pt x="10028" y="6719"/>
                  </a:lnTo>
                  <a:lnTo>
                    <a:pt x="9927" y="6117"/>
                  </a:lnTo>
                  <a:lnTo>
                    <a:pt x="9827" y="5515"/>
                  </a:lnTo>
                  <a:lnTo>
                    <a:pt x="9687" y="4934"/>
                  </a:lnTo>
                  <a:lnTo>
                    <a:pt x="9506" y="4352"/>
                  </a:lnTo>
                  <a:lnTo>
                    <a:pt x="9306" y="3811"/>
                  </a:lnTo>
                  <a:lnTo>
                    <a:pt x="9065" y="3269"/>
                  </a:lnTo>
                  <a:lnTo>
                    <a:pt x="8804" y="2748"/>
                  </a:lnTo>
                  <a:lnTo>
                    <a:pt x="8503" y="2246"/>
                  </a:lnTo>
                  <a:lnTo>
                    <a:pt x="8183" y="1785"/>
                  </a:lnTo>
                  <a:lnTo>
                    <a:pt x="7801" y="1424"/>
                  </a:lnTo>
                  <a:lnTo>
                    <a:pt x="7601" y="1264"/>
                  </a:lnTo>
                  <a:lnTo>
                    <a:pt x="7380" y="1103"/>
                  </a:lnTo>
                  <a:lnTo>
                    <a:pt x="7160" y="943"/>
                  </a:lnTo>
                  <a:lnTo>
                    <a:pt x="6939" y="822"/>
                  </a:lnTo>
                  <a:lnTo>
                    <a:pt x="6698" y="682"/>
                  </a:lnTo>
                  <a:lnTo>
                    <a:pt x="6438" y="562"/>
                  </a:lnTo>
                  <a:lnTo>
                    <a:pt x="6117" y="421"/>
                  </a:lnTo>
                  <a:lnTo>
                    <a:pt x="5776" y="321"/>
                  </a:lnTo>
                  <a:lnTo>
                    <a:pt x="5435" y="221"/>
                  </a:lnTo>
                  <a:lnTo>
                    <a:pt x="5094" y="141"/>
                  </a:lnTo>
                  <a:lnTo>
                    <a:pt x="4753" y="80"/>
                  </a:lnTo>
                  <a:lnTo>
                    <a:pt x="4412" y="40"/>
                  </a:lnTo>
                  <a:lnTo>
                    <a:pt x="4051" y="20"/>
                  </a:lnTo>
                  <a:lnTo>
                    <a:pt x="371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1" name="Google Shape;6541;p30"/>
            <p:cNvSpPr/>
            <p:nvPr/>
          </p:nvSpPr>
          <p:spPr>
            <a:xfrm>
              <a:off x="10277675" y="5022050"/>
              <a:ext cx="12050" cy="6550"/>
            </a:xfrm>
            <a:custGeom>
              <a:avLst/>
              <a:gdLst/>
              <a:ahLst/>
              <a:cxnLst/>
              <a:rect l="l" t="t" r="r" b="b"/>
              <a:pathLst>
                <a:path w="482" h="262" extrusionOk="0">
                  <a:moveTo>
                    <a:pt x="0" y="0"/>
                  </a:moveTo>
                  <a:lnTo>
                    <a:pt x="140" y="201"/>
                  </a:lnTo>
                  <a:lnTo>
                    <a:pt x="481" y="261"/>
                  </a:lnTo>
                  <a:lnTo>
                    <a:pt x="241" y="1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45C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2" name="Google Shape;6542;p30"/>
            <p:cNvSpPr/>
            <p:nvPr/>
          </p:nvSpPr>
          <p:spPr>
            <a:xfrm>
              <a:off x="10277675" y="5022050"/>
              <a:ext cx="12050" cy="6550"/>
            </a:xfrm>
            <a:custGeom>
              <a:avLst/>
              <a:gdLst/>
              <a:ahLst/>
              <a:cxnLst/>
              <a:rect l="l" t="t" r="r" b="b"/>
              <a:pathLst>
                <a:path w="482" h="262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481" y="261"/>
                  </a:lnTo>
                  <a:lnTo>
                    <a:pt x="481" y="261"/>
                  </a:lnTo>
                  <a:lnTo>
                    <a:pt x="241" y="141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3" name="Google Shape;6543;p30"/>
            <p:cNvSpPr/>
            <p:nvPr/>
          </p:nvSpPr>
          <p:spPr>
            <a:xfrm>
              <a:off x="10277675" y="5022050"/>
              <a:ext cx="12050" cy="6550"/>
            </a:xfrm>
            <a:custGeom>
              <a:avLst/>
              <a:gdLst/>
              <a:ahLst/>
              <a:cxnLst/>
              <a:rect l="l" t="t" r="r" b="b"/>
              <a:pathLst>
                <a:path w="482" h="262" extrusionOk="0">
                  <a:moveTo>
                    <a:pt x="0" y="0"/>
                  </a:moveTo>
                  <a:lnTo>
                    <a:pt x="0" y="0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0" y="0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241" y="141"/>
                  </a:lnTo>
                  <a:lnTo>
                    <a:pt x="481" y="261"/>
                  </a:lnTo>
                  <a:lnTo>
                    <a:pt x="481" y="261"/>
                  </a:lnTo>
                  <a:lnTo>
                    <a:pt x="481" y="261"/>
                  </a:lnTo>
                  <a:lnTo>
                    <a:pt x="241" y="1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45C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4" name="Google Shape;6544;p30"/>
            <p:cNvSpPr/>
            <p:nvPr/>
          </p:nvSpPr>
          <p:spPr>
            <a:xfrm>
              <a:off x="10277675" y="5022050"/>
              <a:ext cx="3525" cy="5025"/>
            </a:xfrm>
            <a:custGeom>
              <a:avLst/>
              <a:gdLst/>
              <a:ahLst/>
              <a:cxnLst/>
              <a:rect l="l" t="t" r="r" b="b"/>
              <a:pathLst>
                <a:path w="141" h="201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5" name="Google Shape;6545;p30"/>
            <p:cNvSpPr/>
            <p:nvPr/>
          </p:nvSpPr>
          <p:spPr>
            <a:xfrm>
              <a:off x="10277675" y="5022050"/>
              <a:ext cx="12050" cy="6550"/>
            </a:xfrm>
            <a:custGeom>
              <a:avLst/>
              <a:gdLst/>
              <a:ahLst/>
              <a:cxnLst/>
              <a:rect l="l" t="t" r="r" b="b"/>
              <a:pathLst>
                <a:path w="482" h="262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241" y="141"/>
                  </a:lnTo>
                  <a:lnTo>
                    <a:pt x="481" y="261"/>
                  </a:lnTo>
                  <a:lnTo>
                    <a:pt x="481" y="261"/>
                  </a:lnTo>
                  <a:lnTo>
                    <a:pt x="481" y="261"/>
                  </a:lnTo>
                  <a:lnTo>
                    <a:pt x="241" y="141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6" name="Google Shape;6546;p30"/>
            <p:cNvSpPr/>
            <p:nvPr/>
          </p:nvSpPr>
          <p:spPr>
            <a:xfrm>
              <a:off x="8482800" y="3920050"/>
              <a:ext cx="143900" cy="186525"/>
            </a:xfrm>
            <a:custGeom>
              <a:avLst/>
              <a:gdLst/>
              <a:ahLst/>
              <a:cxnLst/>
              <a:rect l="l" t="t" r="r" b="b"/>
              <a:pathLst>
                <a:path w="5756" h="7461" extrusionOk="0">
                  <a:moveTo>
                    <a:pt x="1123" y="0"/>
                  </a:moveTo>
                  <a:lnTo>
                    <a:pt x="983" y="21"/>
                  </a:lnTo>
                  <a:lnTo>
                    <a:pt x="842" y="61"/>
                  </a:lnTo>
                  <a:lnTo>
                    <a:pt x="702" y="141"/>
                  </a:lnTo>
                  <a:lnTo>
                    <a:pt x="582" y="221"/>
                  </a:lnTo>
                  <a:lnTo>
                    <a:pt x="481" y="321"/>
                  </a:lnTo>
                  <a:lnTo>
                    <a:pt x="381" y="422"/>
                  </a:lnTo>
                  <a:lnTo>
                    <a:pt x="301" y="562"/>
                  </a:lnTo>
                  <a:lnTo>
                    <a:pt x="221" y="722"/>
                  </a:lnTo>
                  <a:lnTo>
                    <a:pt x="160" y="903"/>
                  </a:lnTo>
                  <a:lnTo>
                    <a:pt x="100" y="1083"/>
                  </a:lnTo>
                  <a:lnTo>
                    <a:pt x="60" y="1284"/>
                  </a:lnTo>
                  <a:lnTo>
                    <a:pt x="0" y="1725"/>
                  </a:lnTo>
                  <a:lnTo>
                    <a:pt x="0" y="2206"/>
                  </a:lnTo>
                  <a:lnTo>
                    <a:pt x="0" y="2728"/>
                  </a:lnTo>
                  <a:lnTo>
                    <a:pt x="40" y="3269"/>
                  </a:lnTo>
                  <a:lnTo>
                    <a:pt x="100" y="3811"/>
                  </a:lnTo>
                  <a:lnTo>
                    <a:pt x="180" y="4372"/>
                  </a:lnTo>
                  <a:lnTo>
                    <a:pt x="281" y="4914"/>
                  </a:lnTo>
                  <a:lnTo>
                    <a:pt x="501" y="5937"/>
                  </a:lnTo>
                  <a:lnTo>
                    <a:pt x="722" y="6799"/>
                  </a:lnTo>
                  <a:lnTo>
                    <a:pt x="902" y="7461"/>
                  </a:lnTo>
                  <a:lnTo>
                    <a:pt x="5756" y="6719"/>
                  </a:lnTo>
                  <a:lnTo>
                    <a:pt x="5615" y="6217"/>
                  </a:lnTo>
                  <a:lnTo>
                    <a:pt x="5475" y="5736"/>
                  </a:lnTo>
                  <a:lnTo>
                    <a:pt x="5335" y="5275"/>
                  </a:lnTo>
                  <a:lnTo>
                    <a:pt x="5174" y="4834"/>
                  </a:lnTo>
                  <a:lnTo>
                    <a:pt x="5014" y="4412"/>
                  </a:lnTo>
                  <a:lnTo>
                    <a:pt x="4853" y="4011"/>
                  </a:lnTo>
                  <a:lnTo>
                    <a:pt x="4673" y="3630"/>
                  </a:lnTo>
                  <a:lnTo>
                    <a:pt x="4492" y="3249"/>
                  </a:lnTo>
                  <a:lnTo>
                    <a:pt x="4131" y="2588"/>
                  </a:lnTo>
                  <a:lnTo>
                    <a:pt x="3951" y="2287"/>
                  </a:lnTo>
                  <a:lnTo>
                    <a:pt x="3770" y="1986"/>
                  </a:lnTo>
                  <a:lnTo>
                    <a:pt x="3590" y="1725"/>
                  </a:lnTo>
                  <a:lnTo>
                    <a:pt x="3389" y="1485"/>
                  </a:lnTo>
                  <a:lnTo>
                    <a:pt x="3209" y="1244"/>
                  </a:lnTo>
                  <a:lnTo>
                    <a:pt x="3008" y="1043"/>
                  </a:lnTo>
                  <a:lnTo>
                    <a:pt x="2828" y="843"/>
                  </a:lnTo>
                  <a:lnTo>
                    <a:pt x="2647" y="682"/>
                  </a:lnTo>
                  <a:lnTo>
                    <a:pt x="2467" y="522"/>
                  </a:lnTo>
                  <a:lnTo>
                    <a:pt x="2286" y="382"/>
                  </a:lnTo>
                  <a:lnTo>
                    <a:pt x="2106" y="281"/>
                  </a:lnTo>
                  <a:lnTo>
                    <a:pt x="1925" y="181"/>
                  </a:lnTo>
                  <a:lnTo>
                    <a:pt x="1745" y="101"/>
                  </a:lnTo>
                  <a:lnTo>
                    <a:pt x="1584" y="61"/>
                  </a:lnTo>
                  <a:lnTo>
                    <a:pt x="1424" y="21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7" name="Google Shape;6547;p30"/>
            <p:cNvSpPr/>
            <p:nvPr/>
          </p:nvSpPr>
          <p:spPr>
            <a:xfrm>
              <a:off x="8482800" y="3920050"/>
              <a:ext cx="143900" cy="186525"/>
            </a:xfrm>
            <a:custGeom>
              <a:avLst/>
              <a:gdLst/>
              <a:ahLst/>
              <a:cxnLst/>
              <a:rect l="l" t="t" r="r" b="b"/>
              <a:pathLst>
                <a:path w="5756" h="7461" fill="none" extrusionOk="0">
                  <a:moveTo>
                    <a:pt x="902" y="7461"/>
                  </a:moveTo>
                  <a:lnTo>
                    <a:pt x="902" y="7461"/>
                  </a:lnTo>
                  <a:lnTo>
                    <a:pt x="722" y="6799"/>
                  </a:lnTo>
                  <a:lnTo>
                    <a:pt x="501" y="5937"/>
                  </a:lnTo>
                  <a:lnTo>
                    <a:pt x="281" y="4914"/>
                  </a:lnTo>
                  <a:lnTo>
                    <a:pt x="180" y="4372"/>
                  </a:lnTo>
                  <a:lnTo>
                    <a:pt x="100" y="3811"/>
                  </a:lnTo>
                  <a:lnTo>
                    <a:pt x="40" y="3269"/>
                  </a:lnTo>
                  <a:lnTo>
                    <a:pt x="0" y="2728"/>
                  </a:lnTo>
                  <a:lnTo>
                    <a:pt x="0" y="2206"/>
                  </a:lnTo>
                  <a:lnTo>
                    <a:pt x="0" y="1725"/>
                  </a:lnTo>
                  <a:lnTo>
                    <a:pt x="60" y="1284"/>
                  </a:lnTo>
                  <a:lnTo>
                    <a:pt x="100" y="1083"/>
                  </a:lnTo>
                  <a:lnTo>
                    <a:pt x="160" y="903"/>
                  </a:lnTo>
                  <a:lnTo>
                    <a:pt x="221" y="722"/>
                  </a:lnTo>
                  <a:lnTo>
                    <a:pt x="301" y="562"/>
                  </a:lnTo>
                  <a:lnTo>
                    <a:pt x="381" y="422"/>
                  </a:lnTo>
                  <a:lnTo>
                    <a:pt x="481" y="321"/>
                  </a:lnTo>
                  <a:lnTo>
                    <a:pt x="481" y="321"/>
                  </a:lnTo>
                  <a:lnTo>
                    <a:pt x="582" y="221"/>
                  </a:lnTo>
                  <a:lnTo>
                    <a:pt x="702" y="141"/>
                  </a:lnTo>
                  <a:lnTo>
                    <a:pt x="842" y="61"/>
                  </a:lnTo>
                  <a:lnTo>
                    <a:pt x="983" y="21"/>
                  </a:lnTo>
                  <a:lnTo>
                    <a:pt x="1123" y="0"/>
                  </a:lnTo>
                  <a:lnTo>
                    <a:pt x="1263" y="0"/>
                  </a:lnTo>
                  <a:lnTo>
                    <a:pt x="1424" y="21"/>
                  </a:lnTo>
                  <a:lnTo>
                    <a:pt x="1584" y="61"/>
                  </a:lnTo>
                  <a:lnTo>
                    <a:pt x="1745" y="101"/>
                  </a:lnTo>
                  <a:lnTo>
                    <a:pt x="1925" y="181"/>
                  </a:lnTo>
                  <a:lnTo>
                    <a:pt x="2106" y="281"/>
                  </a:lnTo>
                  <a:lnTo>
                    <a:pt x="2286" y="382"/>
                  </a:lnTo>
                  <a:lnTo>
                    <a:pt x="2467" y="522"/>
                  </a:lnTo>
                  <a:lnTo>
                    <a:pt x="2647" y="682"/>
                  </a:lnTo>
                  <a:lnTo>
                    <a:pt x="2828" y="843"/>
                  </a:lnTo>
                  <a:lnTo>
                    <a:pt x="3008" y="1043"/>
                  </a:lnTo>
                  <a:lnTo>
                    <a:pt x="3209" y="1244"/>
                  </a:lnTo>
                  <a:lnTo>
                    <a:pt x="3389" y="1485"/>
                  </a:lnTo>
                  <a:lnTo>
                    <a:pt x="3590" y="1725"/>
                  </a:lnTo>
                  <a:lnTo>
                    <a:pt x="3770" y="1986"/>
                  </a:lnTo>
                  <a:lnTo>
                    <a:pt x="3951" y="2287"/>
                  </a:lnTo>
                  <a:lnTo>
                    <a:pt x="4131" y="2588"/>
                  </a:lnTo>
                  <a:lnTo>
                    <a:pt x="4492" y="3249"/>
                  </a:lnTo>
                  <a:lnTo>
                    <a:pt x="4673" y="3630"/>
                  </a:lnTo>
                  <a:lnTo>
                    <a:pt x="4853" y="4011"/>
                  </a:lnTo>
                  <a:lnTo>
                    <a:pt x="5014" y="4412"/>
                  </a:lnTo>
                  <a:lnTo>
                    <a:pt x="5174" y="4834"/>
                  </a:lnTo>
                  <a:lnTo>
                    <a:pt x="5335" y="5275"/>
                  </a:lnTo>
                  <a:lnTo>
                    <a:pt x="5475" y="5736"/>
                  </a:lnTo>
                  <a:lnTo>
                    <a:pt x="5615" y="6217"/>
                  </a:lnTo>
                  <a:lnTo>
                    <a:pt x="5756" y="6719"/>
                  </a:lnTo>
                  <a:lnTo>
                    <a:pt x="902" y="746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8" name="Google Shape;6548;p30"/>
            <p:cNvSpPr/>
            <p:nvPr/>
          </p:nvSpPr>
          <p:spPr>
            <a:xfrm>
              <a:off x="8364975" y="5252175"/>
              <a:ext cx="1865075" cy="312875"/>
            </a:xfrm>
            <a:custGeom>
              <a:avLst/>
              <a:gdLst/>
              <a:ahLst/>
              <a:cxnLst/>
              <a:rect l="l" t="t" r="r" b="b"/>
              <a:pathLst>
                <a:path w="74603" h="12515" fill="none" extrusionOk="0">
                  <a:moveTo>
                    <a:pt x="74603" y="1865"/>
                  </a:moveTo>
                  <a:lnTo>
                    <a:pt x="74603" y="1865"/>
                  </a:lnTo>
                  <a:lnTo>
                    <a:pt x="74543" y="1946"/>
                  </a:lnTo>
                  <a:lnTo>
                    <a:pt x="74402" y="2066"/>
                  </a:lnTo>
                  <a:lnTo>
                    <a:pt x="74162" y="2247"/>
                  </a:lnTo>
                  <a:lnTo>
                    <a:pt x="73841" y="2487"/>
                  </a:lnTo>
                  <a:lnTo>
                    <a:pt x="73440" y="2748"/>
                  </a:lnTo>
                  <a:lnTo>
                    <a:pt x="72958" y="3049"/>
                  </a:lnTo>
                  <a:lnTo>
                    <a:pt x="72397" y="3390"/>
                  </a:lnTo>
                  <a:lnTo>
                    <a:pt x="71755" y="3771"/>
                  </a:lnTo>
                  <a:lnTo>
                    <a:pt x="71033" y="4152"/>
                  </a:lnTo>
                  <a:lnTo>
                    <a:pt x="70251" y="4573"/>
                  </a:lnTo>
                  <a:lnTo>
                    <a:pt x="69389" y="5014"/>
                  </a:lnTo>
                  <a:lnTo>
                    <a:pt x="68446" y="5475"/>
                  </a:lnTo>
                  <a:lnTo>
                    <a:pt x="67443" y="5937"/>
                  </a:lnTo>
                  <a:lnTo>
                    <a:pt x="66360" y="6418"/>
                  </a:lnTo>
                  <a:lnTo>
                    <a:pt x="65217" y="6919"/>
                  </a:lnTo>
                  <a:lnTo>
                    <a:pt x="64014" y="7401"/>
                  </a:lnTo>
                  <a:lnTo>
                    <a:pt x="62751" y="7882"/>
                  </a:lnTo>
                  <a:lnTo>
                    <a:pt x="61407" y="8363"/>
                  </a:lnTo>
                  <a:lnTo>
                    <a:pt x="60023" y="8824"/>
                  </a:lnTo>
                  <a:lnTo>
                    <a:pt x="58579" y="9286"/>
                  </a:lnTo>
                  <a:lnTo>
                    <a:pt x="57075" y="9727"/>
                  </a:lnTo>
                  <a:lnTo>
                    <a:pt x="55511" y="10148"/>
                  </a:lnTo>
                  <a:lnTo>
                    <a:pt x="53907" y="10549"/>
                  </a:lnTo>
                  <a:lnTo>
                    <a:pt x="52242" y="10930"/>
                  </a:lnTo>
                  <a:lnTo>
                    <a:pt x="50538" y="11271"/>
                  </a:lnTo>
                  <a:lnTo>
                    <a:pt x="48773" y="11572"/>
                  </a:lnTo>
                  <a:lnTo>
                    <a:pt x="46968" y="11853"/>
                  </a:lnTo>
                  <a:lnTo>
                    <a:pt x="46045" y="11973"/>
                  </a:lnTo>
                  <a:lnTo>
                    <a:pt x="45123" y="12073"/>
                  </a:lnTo>
                  <a:lnTo>
                    <a:pt x="44180" y="12174"/>
                  </a:lnTo>
                  <a:lnTo>
                    <a:pt x="43218" y="12274"/>
                  </a:lnTo>
                  <a:lnTo>
                    <a:pt x="42255" y="12334"/>
                  </a:lnTo>
                  <a:lnTo>
                    <a:pt x="41292" y="12394"/>
                  </a:lnTo>
                  <a:lnTo>
                    <a:pt x="40310" y="12454"/>
                  </a:lnTo>
                  <a:lnTo>
                    <a:pt x="39307" y="12494"/>
                  </a:lnTo>
                  <a:lnTo>
                    <a:pt x="38304" y="12514"/>
                  </a:lnTo>
                  <a:lnTo>
                    <a:pt x="37302" y="12514"/>
                  </a:lnTo>
                  <a:lnTo>
                    <a:pt x="37302" y="12514"/>
                  </a:lnTo>
                  <a:lnTo>
                    <a:pt x="36299" y="12514"/>
                  </a:lnTo>
                  <a:lnTo>
                    <a:pt x="35296" y="12494"/>
                  </a:lnTo>
                  <a:lnTo>
                    <a:pt x="34293" y="12454"/>
                  </a:lnTo>
                  <a:lnTo>
                    <a:pt x="33311" y="12394"/>
                  </a:lnTo>
                  <a:lnTo>
                    <a:pt x="32348" y="12334"/>
                  </a:lnTo>
                  <a:lnTo>
                    <a:pt x="31385" y="12274"/>
                  </a:lnTo>
                  <a:lnTo>
                    <a:pt x="30423" y="12174"/>
                  </a:lnTo>
                  <a:lnTo>
                    <a:pt x="29480" y="12073"/>
                  </a:lnTo>
                  <a:lnTo>
                    <a:pt x="28558" y="11973"/>
                  </a:lnTo>
                  <a:lnTo>
                    <a:pt x="27635" y="11853"/>
                  </a:lnTo>
                  <a:lnTo>
                    <a:pt x="25830" y="11572"/>
                  </a:lnTo>
                  <a:lnTo>
                    <a:pt x="24066" y="11271"/>
                  </a:lnTo>
                  <a:lnTo>
                    <a:pt x="22361" y="10930"/>
                  </a:lnTo>
                  <a:lnTo>
                    <a:pt x="20696" y="10549"/>
                  </a:lnTo>
                  <a:lnTo>
                    <a:pt x="19092" y="10148"/>
                  </a:lnTo>
                  <a:lnTo>
                    <a:pt x="17528" y="9727"/>
                  </a:lnTo>
                  <a:lnTo>
                    <a:pt x="16024" y="9286"/>
                  </a:lnTo>
                  <a:lnTo>
                    <a:pt x="14580" y="8824"/>
                  </a:lnTo>
                  <a:lnTo>
                    <a:pt x="13176" y="8363"/>
                  </a:lnTo>
                  <a:lnTo>
                    <a:pt x="11852" y="7882"/>
                  </a:lnTo>
                  <a:lnTo>
                    <a:pt x="10589" y="7401"/>
                  </a:lnTo>
                  <a:lnTo>
                    <a:pt x="9386" y="6919"/>
                  </a:lnTo>
                  <a:lnTo>
                    <a:pt x="8243" y="6418"/>
                  </a:lnTo>
                  <a:lnTo>
                    <a:pt x="7160" y="5937"/>
                  </a:lnTo>
                  <a:lnTo>
                    <a:pt x="6157" y="5475"/>
                  </a:lnTo>
                  <a:lnTo>
                    <a:pt x="5214" y="5014"/>
                  </a:lnTo>
                  <a:lnTo>
                    <a:pt x="4352" y="4573"/>
                  </a:lnTo>
                  <a:lnTo>
                    <a:pt x="3570" y="4152"/>
                  </a:lnTo>
                  <a:lnTo>
                    <a:pt x="2848" y="3771"/>
                  </a:lnTo>
                  <a:lnTo>
                    <a:pt x="2206" y="3390"/>
                  </a:lnTo>
                  <a:lnTo>
                    <a:pt x="1645" y="3049"/>
                  </a:lnTo>
                  <a:lnTo>
                    <a:pt x="1163" y="2748"/>
                  </a:lnTo>
                  <a:lnTo>
                    <a:pt x="762" y="2487"/>
                  </a:lnTo>
                  <a:lnTo>
                    <a:pt x="441" y="2247"/>
                  </a:lnTo>
                  <a:lnTo>
                    <a:pt x="201" y="2066"/>
                  </a:lnTo>
                  <a:lnTo>
                    <a:pt x="60" y="1946"/>
                  </a:lnTo>
                  <a:lnTo>
                    <a:pt x="0" y="1865"/>
                  </a:lnTo>
                  <a:lnTo>
                    <a:pt x="0" y="1865"/>
                  </a:lnTo>
                  <a:lnTo>
                    <a:pt x="0" y="1805"/>
                  </a:lnTo>
                  <a:lnTo>
                    <a:pt x="0" y="1745"/>
                  </a:lnTo>
                  <a:lnTo>
                    <a:pt x="60" y="1605"/>
                  </a:lnTo>
                  <a:lnTo>
                    <a:pt x="161" y="1424"/>
                  </a:lnTo>
                  <a:lnTo>
                    <a:pt x="301" y="1244"/>
                  </a:lnTo>
                  <a:lnTo>
                    <a:pt x="482" y="1063"/>
                  </a:lnTo>
                  <a:lnTo>
                    <a:pt x="702" y="863"/>
                  </a:lnTo>
                  <a:lnTo>
                    <a:pt x="943" y="682"/>
                  </a:lnTo>
                  <a:lnTo>
                    <a:pt x="1203" y="502"/>
                  </a:lnTo>
                  <a:lnTo>
                    <a:pt x="1504" y="341"/>
                  </a:lnTo>
                  <a:lnTo>
                    <a:pt x="1805" y="201"/>
                  </a:lnTo>
                  <a:lnTo>
                    <a:pt x="2126" y="101"/>
                  </a:lnTo>
                  <a:lnTo>
                    <a:pt x="2467" y="20"/>
                  </a:lnTo>
                  <a:lnTo>
                    <a:pt x="2788" y="0"/>
                  </a:lnTo>
                  <a:lnTo>
                    <a:pt x="2968" y="0"/>
                  </a:lnTo>
                  <a:lnTo>
                    <a:pt x="3129" y="20"/>
                  </a:lnTo>
                  <a:lnTo>
                    <a:pt x="3289" y="41"/>
                  </a:lnTo>
                  <a:lnTo>
                    <a:pt x="3470" y="81"/>
                  </a:lnTo>
                  <a:lnTo>
                    <a:pt x="3630" y="141"/>
                  </a:lnTo>
                  <a:lnTo>
                    <a:pt x="3791" y="221"/>
                  </a:lnTo>
                  <a:lnTo>
                    <a:pt x="3791" y="221"/>
                  </a:lnTo>
                  <a:lnTo>
                    <a:pt x="4974" y="823"/>
                  </a:lnTo>
                  <a:lnTo>
                    <a:pt x="6177" y="1384"/>
                  </a:lnTo>
                  <a:lnTo>
                    <a:pt x="7400" y="1926"/>
                  </a:lnTo>
                  <a:lnTo>
                    <a:pt x="8624" y="2427"/>
                  </a:lnTo>
                  <a:lnTo>
                    <a:pt x="9847" y="2908"/>
                  </a:lnTo>
                  <a:lnTo>
                    <a:pt x="11070" y="3350"/>
                  </a:lnTo>
                  <a:lnTo>
                    <a:pt x="12314" y="3771"/>
                  </a:lnTo>
                  <a:lnTo>
                    <a:pt x="13537" y="4172"/>
                  </a:lnTo>
                  <a:lnTo>
                    <a:pt x="14760" y="4533"/>
                  </a:lnTo>
                  <a:lnTo>
                    <a:pt x="15984" y="4874"/>
                  </a:lnTo>
                  <a:lnTo>
                    <a:pt x="17207" y="5195"/>
                  </a:lnTo>
                  <a:lnTo>
                    <a:pt x="18410" y="5495"/>
                  </a:lnTo>
                  <a:lnTo>
                    <a:pt x="19593" y="5776"/>
                  </a:lnTo>
                  <a:lnTo>
                    <a:pt x="20777" y="6017"/>
                  </a:lnTo>
                  <a:lnTo>
                    <a:pt x="21940" y="6257"/>
                  </a:lnTo>
                  <a:lnTo>
                    <a:pt x="23083" y="6458"/>
                  </a:lnTo>
                  <a:lnTo>
                    <a:pt x="24226" y="6659"/>
                  </a:lnTo>
                  <a:lnTo>
                    <a:pt x="25329" y="6839"/>
                  </a:lnTo>
                  <a:lnTo>
                    <a:pt x="26412" y="6979"/>
                  </a:lnTo>
                  <a:lnTo>
                    <a:pt x="27455" y="7120"/>
                  </a:lnTo>
                  <a:lnTo>
                    <a:pt x="29480" y="7360"/>
                  </a:lnTo>
                  <a:lnTo>
                    <a:pt x="31365" y="7541"/>
                  </a:lnTo>
                  <a:lnTo>
                    <a:pt x="33110" y="7661"/>
                  </a:lnTo>
                  <a:lnTo>
                    <a:pt x="34694" y="7741"/>
                  </a:lnTo>
                  <a:lnTo>
                    <a:pt x="36098" y="7782"/>
                  </a:lnTo>
                  <a:lnTo>
                    <a:pt x="37302" y="7802"/>
                  </a:lnTo>
                  <a:lnTo>
                    <a:pt x="37302" y="7802"/>
                  </a:lnTo>
                  <a:lnTo>
                    <a:pt x="38505" y="7782"/>
                  </a:lnTo>
                  <a:lnTo>
                    <a:pt x="39909" y="7741"/>
                  </a:lnTo>
                  <a:lnTo>
                    <a:pt x="41493" y="7661"/>
                  </a:lnTo>
                  <a:lnTo>
                    <a:pt x="43238" y="7541"/>
                  </a:lnTo>
                  <a:lnTo>
                    <a:pt x="45123" y="7360"/>
                  </a:lnTo>
                  <a:lnTo>
                    <a:pt x="47148" y="7120"/>
                  </a:lnTo>
                  <a:lnTo>
                    <a:pt x="48191" y="6979"/>
                  </a:lnTo>
                  <a:lnTo>
                    <a:pt x="49274" y="6839"/>
                  </a:lnTo>
                  <a:lnTo>
                    <a:pt x="50377" y="6659"/>
                  </a:lnTo>
                  <a:lnTo>
                    <a:pt x="51500" y="6458"/>
                  </a:lnTo>
                  <a:lnTo>
                    <a:pt x="52663" y="6257"/>
                  </a:lnTo>
                  <a:lnTo>
                    <a:pt x="53826" y="6017"/>
                  </a:lnTo>
                  <a:lnTo>
                    <a:pt x="54990" y="5776"/>
                  </a:lnTo>
                  <a:lnTo>
                    <a:pt x="56193" y="5495"/>
                  </a:lnTo>
                  <a:lnTo>
                    <a:pt x="57396" y="5195"/>
                  </a:lnTo>
                  <a:lnTo>
                    <a:pt x="58619" y="4874"/>
                  </a:lnTo>
                  <a:lnTo>
                    <a:pt x="59823" y="4533"/>
                  </a:lnTo>
                  <a:lnTo>
                    <a:pt x="61066" y="4172"/>
                  </a:lnTo>
                  <a:lnTo>
                    <a:pt x="62289" y="3771"/>
                  </a:lnTo>
                  <a:lnTo>
                    <a:pt x="63513" y="3350"/>
                  </a:lnTo>
                  <a:lnTo>
                    <a:pt x="64756" y="2908"/>
                  </a:lnTo>
                  <a:lnTo>
                    <a:pt x="65979" y="2427"/>
                  </a:lnTo>
                  <a:lnTo>
                    <a:pt x="67203" y="1926"/>
                  </a:lnTo>
                  <a:lnTo>
                    <a:pt x="68406" y="1384"/>
                  </a:lnTo>
                  <a:lnTo>
                    <a:pt x="69609" y="823"/>
                  </a:lnTo>
                  <a:lnTo>
                    <a:pt x="70813" y="221"/>
                  </a:lnTo>
                  <a:lnTo>
                    <a:pt x="70813" y="221"/>
                  </a:lnTo>
                  <a:lnTo>
                    <a:pt x="70973" y="141"/>
                  </a:lnTo>
                  <a:lnTo>
                    <a:pt x="71133" y="81"/>
                  </a:lnTo>
                  <a:lnTo>
                    <a:pt x="71294" y="41"/>
                  </a:lnTo>
                  <a:lnTo>
                    <a:pt x="71474" y="20"/>
                  </a:lnTo>
                  <a:lnTo>
                    <a:pt x="71635" y="0"/>
                  </a:lnTo>
                  <a:lnTo>
                    <a:pt x="71795" y="0"/>
                  </a:lnTo>
                  <a:lnTo>
                    <a:pt x="72136" y="20"/>
                  </a:lnTo>
                  <a:lnTo>
                    <a:pt x="72457" y="101"/>
                  </a:lnTo>
                  <a:lnTo>
                    <a:pt x="72798" y="201"/>
                  </a:lnTo>
                  <a:lnTo>
                    <a:pt x="73099" y="341"/>
                  </a:lnTo>
                  <a:lnTo>
                    <a:pt x="73380" y="502"/>
                  </a:lnTo>
                  <a:lnTo>
                    <a:pt x="73660" y="682"/>
                  </a:lnTo>
                  <a:lnTo>
                    <a:pt x="73901" y="863"/>
                  </a:lnTo>
                  <a:lnTo>
                    <a:pt x="74122" y="1063"/>
                  </a:lnTo>
                  <a:lnTo>
                    <a:pt x="74302" y="1244"/>
                  </a:lnTo>
                  <a:lnTo>
                    <a:pt x="74442" y="1424"/>
                  </a:lnTo>
                  <a:lnTo>
                    <a:pt x="74543" y="1605"/>
                  </a:lnTo>
                  <a:lnTo>
                    <a:pt x="74603" y="1745"/>
                  </a:lnTo>
                  <a:lnTo>
                    <a:pt x="74603" y="1805"/>
                  </a:lnTo>
                  <a:lnTo>
                    <a:pt x="74603" y="1865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9" name="Google Shape;6549;p30"/>
            <p:cNvSpPr/>
            <p:nvPr/>
          </p:nvSpPr>
          <p:spPr>
            <a:xfrm>
              <a:off x="8364975" y="5252175"/>
              <a:ext cx="1865075" cy="312875"/>
            </a:xfrm>
            <a:custGeom>
              <a:avLst/>
              <a:gdLst/>
              <a:ahLst/>
              <a:cxnLst/>
              <a:rect l="l" t="t" r="r" b="b"/>
              <a:pathLst>
                <a:path w="74603" h="12515" extrusionOk="0">
                  <a:moveTo>
                    <a:pt x="71514" y="0"/>
                  </a:moveTo>
                  <a:lnTo>
                    <a:pt x="71274" y="41"/>
                  </a:lnTo>
                  <a:lnTo>
                    <a:pt x="71033" y="121"/>
                  </a:lnTo>
                  <a:lnTo>
                    <a:pt x="70813" y="221"/>
                  </a:lnTo>
                  <a:lnTo>
                    <a:pt x="69449" y="903"/>
                  </a:lnTo>
                  <a:lnTo>
                    <a:pt x="68085" y="1545"/>
                  </a:lnTo>
                  <a:lnTo>
                    <a:pt x="66701" y="2126"/>
                  </a:lnTo>
                  <a:lnTo>
                    <a:pt x="65298" y="2688"/>
                  </a:lnTo>
                  <a:lnTo>
                    <a:pt x="66120" y="4533"/>
                  </a:lnTo>
                  <a:lnTo>
                    <a:pt x="66862" y="6217"/>
                  </a:lnTo>
                  <a:lnTo>
                    <a:pt x="67744" y="5796"/>
                  </a:lnTo>
                  <a:lnTo>
                    <a:pt x="68587" y="5415"/>
                  </a:lnTo>
                  <a:lnTo>
                    <a:pt x="69369" y="5014"/>
                  </a:lnTo>
                  <a:lnTo>
                    <a:pt x="70111" y="4653"/>
                  </a:lnTo>
                  <a:lnTo>
                    <a:pt x="71434" y="3951"/>
                  </a:lnTo>
                  <a:lnTo>
                    <a:pt x="72537" y="3309"/>
                  </a:lnTo>
                  <a:lnTo>
                    <a:pt x="73400" y="2768"/>
                  </a:lnTo>
                  <a:lnTo>
                    <a:pt x="74041" y="2347"/>
                  </a:lnTo>
                  <a:lnTo>
                    <a:pt x="74442" y="2026"/>
                  </a:lnTo>
                  <a:lnTo>
                    <a:pt x="74563" y="1926"/>
                  </a:lnTo>
                  <a:lnTo>
                    <a:pt x="74603" y="1865"/>
                  </a:lnTo>
                  <a:lnTo>
                    <a:pt x="74603" y="1825"/>
                  </a:lnTo>
                  <a:lnTo>
                    <a:pt x="74583" y="1725"/>
                  </a:lnTo>
                  <a:lnTo>
                    <a:pt x="74543" y="1605"/>
                  </a:lnTo>
                  <a:lnTo>
                    <a:pt x="74463" y="1464"/>
                  </a:lnTo>
                  <a:lnTo>
                    <a:pt x="74362" y="1324"/>
                  </a:lnTo>
                  <a:lnTo>
                    <a:pt x="74222" y="1184"/>
                  </a:lnTo>
                  <a:lnTo>
                    <a:pt x="74081" y="1023"/>
                  </a:lnTo>
                  <a:lnTo>
                    <a:pt x="73901" y="863"/>
                  </a:lnTo>
                  <a:lnTo>
                    <a:pt x="73700" y="722"/>
                  </a:lnTo>
                  <a:lnTo>
                    <a:pt x="73500" y="582"/>
                  </a:lnTo>
                  <a:lnTo>
                    <a:pt x="73279" y="442"/>
                  </a:lnTo>
                  <a:lnTo>
                    <a:pt x="73039" y="321"/>
                  </a:lnTo>
                  <a:lnTo>
                    <a:pt x="72798" y="221"/>
                  </a:lnTo>
                  <a:lnTo>
                    <a:pt x="72537" y="121"/>
                  </a:lnTo>
                  <a:lnTo>
                    <a:pt x="72277" y="61"/>
                  </a:lnTo>
                  <a:lnTo>
                    <a:pt x="72016" y="20"/>
                  </a:lnTo>
                  <a:lnTo>
                    <a:pt x="71755" y="0"/>
                  </a:lnTo>
                  <a:close/>
                  <a:moveTo>
                    <a:pt x="2848" y="0"/>
                  </a:moveTo>
                  <a:lnTo>
                    <a:pt x="2587" y="20"/>
                  </a:lnTo>
                  <a:lnTo>
                    <a:pt x="2327" y="61"/>
                  </a:lnTo>
                  <a:lnTo>
                    <a:pt x="2066" y="121"/>
                  </a:lnTo>
                  <a:lnTo>
                    <a:pt x="1805" y="201"/>
                  </a:lnTo>
                  <a:lnTo>
                    <a:pt x="1564" y="321"/>
                  </a:lnTo>
                  <a:lnTo>
                    <a:pt x="1324" y="442"/>
                  </a:lnTo>
                  <a:lnTo>
                    <a:pt x="1103" y="582"/>
                  </a:lnTo>
                  <a:lnTo>
                    <a:pt x="903" y="722"/>
                  </a:lnTo>
                  <a:lnTo>
                    <a:pt x="702" y="863"/>
                  </a:lnTo>
                  <a:lnTo>
                    <a:pt x="522" y="1023"/>
                  </a:lnTo>
                  <a:lnTo>
                    <a:pt x="381" y="1164"/>
                  </a:lnTo>
                  <a:lnTo>
                    <a:pt x="241" y="1324"/>
                  </a:lnTo>
                  <a:lnTo>
                    <a:pt x="141" y="1464"/>
                  </a:lnTo>
                  <a:lnTo>
                    <a:pt x="60" y="1585"/>
                  </a:lnTo>
                  <a:lnTo>
                    <a:pt x="20" y="1705"/>
                  </a:lnTo>
                  <a:lnTo>
                    <a:pt x="0" y="1805"/>
                  </a:lnTo>
                  <a:lnTo>
                    <a:pt x="0" y="1865"/>
                  </a:lnTo>
                  <a:lnTo>
                    <a:pt x="40" y="1906"/>
                  </a:lnTo>
                  <a:lnTo>
                    <a:pt x="121" y="1986"/>
                  </a:lnTo>
                  <a:lnTo>
                    <a:pt x="381" y="2206"/>
                  </a:lnTo>
                  <a:lnTo>
                    <a:pt x="822" y="2527"/>
                  </a:lnTo>
                  <a:lnTo>
                    <a:pt x="1424" y="2908"/>
                  </a:lnTo>
                  <a:lnTo>
                    <a:pt x="2166" y="3370"/>
                  </a:lnTo>
                  <a:lnTo>
                    <a:pt x="3069" y="3891"/>
                  </a:lnTo>
                  <a:lnTo>
                    <a:pt x="4131" y="4453"/>
                  </a:lnTo>
                  <a:lnTo>
                    <a:pt x="5315" y="5074"/>
                  </a:lnTo>
                  <a:lnTo>
                    <a:pt x="6638" y="5716"/>
                  </a:lnTo>
                  <a:lnTo>
                    <a:pt x="8102" y="6358"/>
                  </a:lnTo>
                  <a:lnTo>
                    <a:pt x="9687" y="7040"/>
                  </a:lnTo>
                  <a:lnTo>
                    <a:pt x="10529" y="7380"/>
                  </a:lnTo>
                  <a:lnTo>
                    <a:pt x="11411" y="7721"/>
                  </a:lnTo>
                  <a:lnTo>
                    <a:pt x="12314" y="8042"/>
                  </a:lnTo>
                  <a:lnTo>
                    <a:pt x="13236" y="8383"/>
                  </a:lnTo>
                  <a:lnTo>
                    <a:pt x="14199" y="8704"/>
                  </a:lnTo>
                  <a:lnTo>
                    <a:pt x="15202" y="9025"/>
                  </a:lnTo>
                  <a:lnTo>
                    <a:pt x="16204" y="9346"/>
                  </a:lnTo>
                  <a:lnTo>
                    <a:pt x="17247" y="9647"/>
                  </a:lnTo>
                  <a:lnTo>
                    <a:pt x="18310" y="9947"/>
                  </a:lnTo>
                  <a:lnTo>
                    <a:pt x="19413" y="10248"/>
                  </a:lnTo>
                  <a:lnTo>
                    <a:pt x="19373" y="10128"/>
                  </a:lnTo>
                  <a:lnTo>
                    <a:pt x="19333" y="10008"/>
                  </a:lnTo>
                  <a:lnTo>
                    <a:pt x="19333" y="9988"/>
                  </a:lnTo>
                  <a:lnTo>
                    <a:pt x="19373" y="9827"/>
                  </a:lnTo>
                  <a:lnTo>
                    <a:pt x="19453" y="9546"/>
                  </a:lnTo>
                  <a:lnTo>
                    <a:pt x="19774" y="8704"/>
                  </a:lnTo>
                  <a:lnTo>
                    <a:pt x="20255" y="7501"/>
                  </a:lnTo>
                  <a:lnTo>
                    <a:pt x="20877" y="6037"/>
                  </a:lnTo>
                  <a:lnTo>
                    <a:pt x="19894" y="5836"/>
                  </a:lnTo>
                  <a:lnTo>
                    <a:pt x="18912" y="5616"/>
                  </a:lnTo>
                  <a:lnTo>
                    <a:pt x="17929" y="5375"/>
                  </a:lnTo>
                  <a:lnTo>
                    <a:pt x="16926" y="5134"/>
                  </a:lnTo>
                  <a:lnTo>
                    <a:pt x="15643" y="4793"/>
                  </a:lnTo>
                  <a:lnTo>
                    <a:pt x="15061" y="5535"/>
                  </a:lnTo>
                  <a:lnTo>
                    <a:pt x="14600" y="6097"/>
                  </a:lnTo>
                  <a:lnTo>
                    <a:pt x="14259" y="6498"/>
                  </a:lnTo>
                  <a:lnTo>
                    <a:pt x="14159" y="6598"/>
                  </a:lnTo>
                  <a:lnTo>
                    <a:pt x="14078" y="6659"/>
                  </a:lnTo>
                  <a:lnTo>
                    <a:pt x="13898" y="6739"/>
                  </a:lnTo>
                  <a:lnTo>
                    <a:pt x="13717" y="6799"/>
                  </a:lnTo>
                  <a:lnTo>
                    <a:pt x="13557" y="6819"/>
                  </a:lnTo>
                  <a:lnTo>
                    <a:pt x="13377" y="6839"/>
                  </a:lnTo>
                  <a:lnTo>
                    <a:pt x="13156" y="6819"/>
                  </a:lnTo>
                  <a:lnTo>
                    <a:pt x="12955" y="6759"/>
                  </a:lnTo>
                  <a:lnTo>
                    <a:pt x="12755" y="6699"/>
                  </a:lnTo>
                  <a:lnTo>
                    <a:pt x="12574" y="6598"/>
                  </a:lnTo>
                  <a:lnTo>
                    <a:pt x="12434" y="6458"/>
                  </a:lnTo>
                  <a:lnTo>
                    <a:pt x="12294" y="6318"/>
                  </a:lnTo>
                  <a:lnTo>
                    <a:pt x="12213" y="6157"/>
                  </a:lnTo>
                  <a:lnTo>
                    <a:pt x="12153" y="5977"/>
                  </a:lnTo>
                  <a:lnTo>
                    <a:pt x="12153" y="5957"/>
                  </a:lnTo>
                  <a:lnTo>
                    <a:pt x="12173" y="5856"/>
                  </a:lnTo>
                  <a:lnTo>
                    <a:pt x="12193" y="5716"/>
                  </a:lnTo>
                  <a:lnTo>
                    <a:pt x="12354" y="5295"/>
                  </a:lnTo>
                  <a:lnTo>
                    <a:pt x="12574" y="4693"/>
                  </a:lnTo>
                  <a:lnTo>
                    <a:pt x="12875" y="3951"/>
                  </a:lnTo>
                  <a:lnTo>
                    <a:pt x="11732" y="3570"/>
                  </a:lnTo>
                  <a:lnTo>
                    <a:pt x="10589" y="3169"/>
                  </a:lnTo>
                  <a:lnTo>
                    <a:pt x="9426" y="2748"/>
                  </a:lnTo>
                  <a:lnTo>
                    <a:pt x="8283" y="2287"/>
                  </a:lnTo>
                  <a:lnTo>
                    <a:pt x="7160" y="1805"/>
                  </a:lnTo>
                  <a:lnTo>
                    <a:pt x="6017" y="1304"/>
                  </a:lnTo>
                  <a:lnTo>
                    <a:pt x="4893" y="783"/>
                  </a:lnTo>
                  <a:lnTo>
                    <a:pt x="3791" y="221"/>
                  </a:lnTo>
                  <a:lnTo>
                    <a:pt x="3550" y="121"/>
                  </a:lnTo>
                  <a:lnTo>
                    <a:pt x="3329" y="41"/>
                  </a:lnTo>
                  <a:lnTo>
                    <a:pt x="3089" y="0"/>
                  </a:lnTo>
                  <a:close/>
                  <a:moveTo>
                    <a:pt x="61106" y="4152"/>
                  </a:moveTo>
                  <a:lnTo>
                    <a:pt x="60103" y="4453"/>
                  </a:lnTo>
                  <a:lnTo>
                    <a:pt x="59101" y="4753"/>
                  </a:lnTo>
                  <a:lnTo>
                    <a:pt x="58098" y="5014"/>
                  </a:lnTo>
                  <a:lnTo>
                    <a:pt x="57115" y="5275"/>
                  </a:lnTo>
                  <a:lnTo>
                    <a:pt x="57396" y="5977"/>
                  </a:lnTo>
                  <a:lnTo>
                    <a:pt x="57617" y="6538"/>
                  </a:lnTo>
                  <a:lnTo>
                    <a:pt x="57737" y="6939"/>
                  </a:lnTo>
                  <a:lnTo>
                    <a:pt x="57777" y="7060"/>
                  </a:lnTo>
                  <a:lnTo>
                    <a:pt x="57797" y="7160"/>
                  </a:lnTo>
                  <a:lnTo>
                    <a:pt x="57797" y="7180"/>
                  </a:lnTo>
                  <a:lnTo>
                    <a:pt x="57737" y="7360"/>
                  </a:lnTo>
                  <a:lnTo>
                    <a:pt x="57637" y="7521"/>
                  </a:lnTo>
                  <a:lnTo>
                    <a:pt x="57516" y="7661"/>
                  </a:lnTo>
                  <a:lnTo>
                    <a:pt x="57356" y="7782"/>
                  </a:lnTo>
                  <a:lnTo>
                    <a:pt x="57196" y="7882"/>
                  </a:lnTo>
                  <a:lnTo>
                    <a:pt x="56995" y="7962"/>
                  </a:lnTo>
                  <a:lnTo>
                    <a:pt x="56774" y="8002"/>
                  </a:lnTo>
                  <a:lnTo>
                    <a:pt x="56574" y="8022"/>
                  </a:lnTo>
                  <a:lnTo>
                    <a:pt x="56393" y="8022"/>
                  </a:lnTo>
                  <a:lnTo>
                    <a:pt x="56213" y="7982"/>
                  </a:lnTo>
                  <a:lnTo>
                    <a:pt x="56052" y="7942"/>
                  </a:lnTo>
                  <a:lnTo>
                    <a:pt x="55872" y="7862"/>
                  </a:lnTo>
                  <a:lnTo>
                    <a:pt x="55792" y="7802"/>
                  </a:lnTo>
                  <a:lnTo>
                    <a:pt x="55671" y="7681"/>
                  </a:lnTo>
                  <a:lnTo>
                    <a:pt x="55331" y="7280"/>
                  </a:lnTo>
                  <a:lnTo>
                    <a:pt x="54849" y="6699"/>
                  </a:lnTo>
                  <a:lnTo>
                    <a:pt x="54268" y="5937"/>
                  </a:lnTo>
                  <a:lnTo>
                    <a:pt x="52924" y="6197"/>
                  </a:lnTo>
                  <a:lnTo>
                    <a:pt x="51600" y="6458"/>
                  </a:lnTo>
                  <a:lnTo>
                    <a:pt x="50297" y="6679"/>
                  </a:lnTo>
                  <a:lnTo>
                    <a:pt x="49033" y="6859"/>
                  </a:lnTo>
                  <a:lnTo>
                    <a:pt x="47810" y="7040"/>
                  </a:lnTo>
                  <a:lnTo>
                    <a:pt x="46607" y="7200"/>
                  </a:lnTo>
                  <a:lnTo>
                    <a:pt x="45444" y="7320"/>
                  </a:lnTo>
                  <a:lnTo>
                    <a:pt x="44341" y="7441"/>
                  </a:lnTo>
                  <a:lnTo>
                    <a:pt x="43258" y="7521"/>
                  </a:lnTo>
                  <a:lnTo>
                    <a:pt x="42235" y="7601"/>
                  </a:lnTo>
                  <a:lnTo>
                    <a:pt x="40350" y="7721"/>
                  </a:lnTo>
                  <a:lnTo>
                    <a:pt x="38705" y="7782"/>
                  </a:lnTo>
                  <a:lnTo>
                    <a:pt x="37302" y="7802"/>
                  </a:lnTo>
                  <a:lnTo>
                    <a:pt x="36219" y="7782"/>
                  </a:lnTo>
                  <a:lnTo>
                    <a:pt x="34955" y="7741"/>
                  </a:lnTo>
                  <a:lnTo>
                    <a:pt x="33551" y="7681"/>
                  </a:lnTo>
                  <a:lnTo>
                    <a:pt x="32007" y="7581"/>
                  </a:lnTo>
                  <a:lnTo>
                    <a:pt x="30323" y="7441"/>
                  </a:lnTo>
                  <a:lnTo>
                    <a:pt x="28538" y="7260"/>
                  </a:lnTo>
                  <a:lnTo>
                    <a:pt x="26653" y="7020"/>
                  </a:lnTo>
                  <a:lnTo>
                    <a:pt x="24667" y="6739"/>
                  </a:lnTo>
                  <a:lnTo>
                    <a:pt x="23544" y="8223"/>
                  </a:lnTo>
                  <a:lnTo>
                    <a:pt x="22622" y="9446"/>
                  </a:lnTo>
                  <a:lnTo>
                    <a:pt x="21920" y="10308"/>
                  </a:lnTo>
                  <a:lnTo>
                    <a:pt x="21679" y="10589"/>
                  </a:lnTo>
                  <a:lnTo>
                    <a:pt x="21499" y="10750"/>
                  </a:lnTo>
                  <a:lnTo>
                    <a:pt x="23304" y="11131"/>
                  </a:lnTo>
                  <a:lnTo>
                    <a:pt x="24226" y="11291"/>
                  </a:lnTo>
                  <a:lnTo>
                    <a:pt x="25149" y="11472"/>
                  </a:lnTo>
                  <a:lnTo>
                    <a:pt x="26091" y="11612"/>
                  </a:lnTo>
                  <a:lnTo>
                    <a:pt x="27054" y="11772"/>
                  </a:lnTo>
                  <a:lnTo>
                    <a:pt x="28036" y="11893"/>
                  </a:lnTo>
                  <a:lnTo>
                    <a:pt x="29019" y="12033"/>
                  </a:lnTo>
                  <a:lnTo>
                    <a:pt x="30002" y="12133"/>
                  </a:lnTo>
                  <a:lnTo>
                    <a:pt x="31024" y="12234"/>
                  </a:lnTo>
                  <a:lnTo>
                    <a:pt x="32027" y="12314"/>
                  </a:lnTo>
                  <a:lnTo>
                    <a:pt x="33070" y="12394"/>
                  </a:lnTo>
                  <a:lnTo>
                    <a:pt x="34113" y="12434"/>
                  </a:lnTo>
                  <a:lnTo>
                    <a:pt x="35156" y="12474"/>
                  </a:lnTo>
                  <a:lnTo>
                    <a:pt x="36219" y="12514"/>
                  </a:lnTo>
                  <a:lnTo>
                    <a:pt x="38284" y="12514"/>
                  </a:lnTo>
                  <a:lnTo>
                    <a:pt x="39267" y="12494"/>
                  </a:lnTo>
                  <a:lnTo>
                    <a:pt x="40250" y="12454"/>
                  </a:lnTo>
                  <a:lnTo>
                    <a:pt x="41212" y="12414"/>
                  </a:lnTo>
                  <a:lnTo>
                    <a:pt x="42155" y="12354"/>
                  </a:lnTo>
                  <a:lnTo>
                    <a:pt x="43097" y="12274"/>
                  </a:lnTo>
                  <a:lnTo>
                    <a:pt x="44040" y="12194"/>
                  </a:lnTo>
                  <a:lnTo>
                    <a:pt x="44962" y="12093"/>
                  </a:lnTo>
                  <a:lnTo>
                    <a:pt x="46767" y="11873"/>
                  </a:lnTo>
                  <a:lnTo>
                    <a:pt x="48552" y="11612"/>
                  </a:lnTo>
                  <a:lnTo>
                    <a:pt x="50277" y="11311"/>
                  </a:lnTo>
                  <a:lnTo>
                    <a:pt x="51961" y="10990"/>
                  </a:lnTo>
                  <a:lnTo>
                    <a:pt x="53606" y="10629"/>
                  </a:lnTo>
                  <a:lnTo>
                    <a:pt x="55190" y="10248"/>
                  </a:lnTo>
                  <a:lnTo>
                    <a:pt x="56714" y="9827"/>
                  </a:lnTo>
                  <a:lnTo>
                    <a:pt x="58198" y="9406"/>
                  </a:lnTo>
                  <a:lnTo>
                    <a:pt x="59642" y="8965"/>
                  </a:lnTo>
                  <a:lnTo>
                    <a:pt x="61026" y="8504"/>
                  </a:lnTo>
                  <a:lnTo>
                    <a:pt x="62330" y="8022"/>
                  </a:lnTo>
                  <a:lnTo>
                    <a:pt x="63593" y="7561"/>
                  </a:lnTo>
                  <a:lnTo>
                    <a:pt x="62410" y="5957"/>
                  </a:lnTo>
                  <a:lnTo>
                    <a:pt x="61106" y="4152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0" name="Google Shape;6550;p30"/>
            <p:cNvSpPr/>
            <p:nvPr/>
          </p:nvSpPr>
          <p:spPr>
            <a:xfrm>
              <a:off x="8364975" y="5252175"/>
              <a:ext cx="521925" cy="256225"/>
            </a:xfrm>
            <a:custGeom>
              <a:avLst/>
              <a:gdLst/>
              <a:ahLst/>
              <a:cxnLst/>
              <a:rect l="l" t="t" r="r" b="b"/>
              <a:pathLst>
                <a:path w="20877" h="10249" fill="none" extrusionOk="0">
                  <a:moveTo>
                    <a:pt x="2848" y="0"/>
                  </a:moveTo>
                  <a:lnTo>
                    <a:pt x="2848" y="0"/>
                  </a:lnTo>
                  <a:lnTo>
                    <a:pt x="2587" y="20"/>
                  </a:lnTo>
                  <a:lnTo>
                    <a:pt x="2327" y="61"/>
                  </a:lnTo>
                  <a:lnTo>
                    <a:pt x="2066" y="121"/>
                  </a:lnTo>
                  <a:lnTo>
                    <a:pt x="1805" y="201"/>
                  </a:lnTo>
                  <a:lnTo>
                    <a:pt x="1564" y="321"/>
                  </a:lnTo>
                  <a:lnTo>
                    <a:pt x="1324" y="442"/>
                  </a:lnTo>
                  <a:lnTo>
                    <a:pt x="1103" y="582"/>
                  </a:lnTo>
                  <a:lnTo>
                    <a:pt x="903" y="722"/>
                  </a:lnTo>
                  <a:lnTo>
                    <a:pt x="702" y="863"/>
                  </a:lnTo>
                  <a:lnTo>
                    <a:pt x="522" y="1023"/>
                  </a:lnTo>
                  <a:lnTo>
                    <a:pt x="381" y="1164"/>
                  </a:lnTo>
                  <a:lnTo>
                    <a:pt x="241" y="1324"/>
                  </a:lnTo>
                  <a:lnTo>
                    <a:pt x="141" y="1464"/>
                  </a:lnTo>
                  <a:lnTo>
                    <a:pt x="60" y="1585"/>
                  </a:lnTo>
                  <a:lnTo>
                    <a:pt x="20" y="1705"/>
                  </a:lnTo>
                  <a:lnTo>
                    <a:pt x="0" y="1805"/>
                  </a:lnTo>
                  <a:lnTo>
                    <a:pt x="0" y="1805"/>
                  </a:lnTo>
                  <a:lnTo>
                    <a:pt x="0" y="1865"/>
                  </a:lnTo>
                  <a:lnTo>
                    <a:pt x="0" y="1865"/>
                  </a:lnTo>
                  <a:lnTo>
                    <a:pt x="40" y="1906"/>
                  </a:lnTo>
                  <a:lnTo>
                    <a:pt x="121" y="1986"/>
                  </a:lnTo>
                  <a:lnTo>
                    <a:pt x="381" y="2206"/>
                  </a:lnTo>
                  <a:lnTo>
                    <a:pt x="822" y="2527"/>
                  </a:lnTo>
                  <a:lnTo>
                    <a:pt x="1424" y="2908"/>
                  </a:lnTo>
                  <a:lnTo>
                    <a:pt x="2166" y="3370"/>
                  </a:lnTo>
                  <a:lnTo>
                    <a:pt x="3069" y="3891"/>
                  </a:lnTo>
                  <a:lnTo>
                    <a:pt x="4131" y="4453"/>
                  </a:lnTo>
                  <a:lnTo>
                    <a:pt x="5315" y="5074"/>
                  </a:lnTo>
                  <a:lnTo>
                    <a:pt x="6638" y="5716"/>
                  </a:lnTo>
                  <a:lnTo>
                    <a:pt x="8102" y="6358"/>
                  </a:lnTo>
                  <a:lnTo>
                    <a:pt x="9687" y="7040"/>
                  </a:lnTo>
                  <a:lnTo>
                    <a:pt x="10529" y="7380"/>
                  </a:lnTo>
                  <a:lnTo>
                    <a:pt x="11411" y="7721"/>
                  </a:lnTo>
                  <a:lnTo>
                    <a:pt x="12314" y="8042"/>
                  </a:lnTo>
                  <a:lnTo>
                    <a:pt x="13236" y="8383"/>
                  </a:lnTo>
                  <a:lnTo>
                    <a:pt x="14199" y="8704"/>
                  </a:lnTo>
                  <a:lnTo>
                    <a:pt x="15202" y="9025"/>
                  </a:lnTo>
                  <a:lnTo>
                    <a:pt x="16204" y="9346"/>
                  </a:lnTo>
                  <a:lnTo>
                    <a:pt x="17247" y="9647"/>
                  </a:lnTo>
                  <a:lnTo>
                    <a:pt x="18310" y="9947"/>
                  </a:lnTo>
                  <a:lnTo>
                    <a:pt x="19413" y="10248"/>
                  </a:lnTo>
                  <a:lnTo>
                    <a:pt x="19413" y="10248"/>
                  </a:lnTo>
                  <a:lnTo>
                    <a:pt x="19373" y="10128"/>
                  </a:lnTo>
                  <a:lnTo>
                    <a:pt x="19333" y="10008"/>
                  </a:lnTo>
                  <a:lnTo>
                    <a:pt x="19333" y="10008"/>
                  </a:lnTo>
                  <a:lnTo>
                    <a:pt x="19333" y="9988"/>
                  </a:lnTo>
                  <a:lnTo>
                    <a:pt x="19333" y="9988"/>
                  </a:lnTo>
                  <a:lnTo>
                    <a:pt x="19373" y="9827"/>
                  </a:lnTo>
                  <a:lnTo>
                    <a:pt x="19453" y="9546"/>
                  </a:lnTo>
                  <a:lnTo>
                    <a:pt x="19774" y="8704"/>
                  </a:lnTo>
                  <a:lnTo>
                    <a:pt x="20255" y="7501"/>
                  </a:lnTo>
                  <a:lnTo>
                    <a:pt x="20877" y="6037"/>
                  </a:lnTo>
                  <a:lnTo>
                    <a:pt x="20877" y="6037"/>
                  </a:lnTo>
                  <a:lnTo>
                    <a:pt x="19894" y="5836"/>
                  </a:lnTo>
                  <a:lnTo>
                    <a:pt x="18912" y="5616"/>
                  </a:lnTo>
                  <a:lnTo>
                    <a:pt x="17929" y="5375"/>
                  </a:lnTo>
                  <a:lnTo>
                    <a:pt x="16926" y="5134"/>
                  </a:lnTo>
                  <a:lnTo>
                    <a:pt x="16926" y="5134"/>
                  </a:lnTo>
                  <a:lnTo>
                    <a:pt x="15643" y="4793"/>
                  </a:lnTo>
                  <a:lnTo>
                    <a:pt x="15643" y="4793"/>
                  </a:lnTo>
                  <a:lnTo>
                    <a:pt x="15061" y="5535"/>
                  </a:lnTo>
                  <a:lnTo>
                    <a:pt x="14600" y="6097"/>
                  </a:lnTo>
                  <a:lnTo>
                    <a:pt x="14259" y="6498"/>
                  </a:lnTo>
                  <a:lnTo>
                    <a:pt x="14159" y="6598"/>
                  </a:lnTo>
                  <a:lnTo>
                    <a:pt x="14078" y="6659"/>
                  </a:lnTo>
                  <a:lnTo>
                    <a:pt x="14078" y="6659"/>
                  </a:lnTo>
                  <a:lnTo>
                    <a:pt x="13898" y="6739"/>
                  </a:lnTo>
                  <a:lnTo>
                    <a:pt x="13717" y="6799"/>
                  </a:lnTo>
                  <a:lnTo>
                    <a:pt x="13557" y="6819"/>
                  </a:lnTo>
                  <a:lnTo>
                    <a:pt x="13377" y="6839"/>
                  </a:lnTo>
                  <a:lnTo>
                    <a:pt x="13377" y="6839"/>
                  </a:lnTo>
                  <a:lnTo>
                    <a:pt x="13156" y="6819"/>
                  </a:lnTo>
                  <a:lnTo>
                    <a:pt x="12955" y="6759"/>
                  </a:lnTo>
                  <a:lnTo>
                    <a:pt x="12755" y="6699"/>
                  </a:lnTo>
                  <a:lnTo>
                    <a:pt x="12574" y="6598"/>
                  </a:lnTo>
                  <a:lnTo>
                    <a:pt x="12434" y="6458"/>
                  </a:lnTo>
                  <a:lnTo>
                    <a:pt x="12294" y="6318"/>
                  </a:lnTo>
                  <a:lnTo>
                    <a:pt x="12213" y="6157"/>
                  </a:lnTo>
                  <a:lnTo>
                    <a:pt x="12153" y="5977"/>
                  </a:lnTo>
                  <a:lnTo>
                    <a:pt x="12153" y="5977"/>
                  </a:lnTo>
                  <a:lnTo>
                    <a:pt x="12153" y="5957"/>
                  </a:lnTo>
                  <a:lnTo>
                    <a:pt x="12153" y="5957"/>
                  </a:lnTo>
                  <a:lnTo>
                    <a:pt x="12173" y="5856"/>
                  </a:lnTo>
                  <a:lnTo>
                    <a:pt x="12193" y="5716"/>
                  </a:lnTo>
                  <a:lnTo>
                    <a:pt x="12354" y="5295"/>
                  </a:lnTo>
                  <a:lnTo>
                    <a:pt x="12574" y="4693"/>
                  </a:lnTo>
                  <a:lnTo>
                    <a:pt x="12875" y="3951"/>
                  </a:lnTo>
                  <a:lnTo>
                    <a:pt x="12875" y="3951"/>
                  </a:lnTo>
                  <a:lnTo>
                    <a:pt x="11732" y="3570"/>
                  </a:lnTo>
                  <a:lnTo>
                    <a:pt x="10589" y="3169"/>
                  </a:lnTo>
                  <a:lnTo>
                    <a:pt x="9426" y="2748"/>
                  </a:lnTo>
                  <a:lnTo>
                    <a:pt x="8283" y="2287"/>
                  </a:lnTo>
                  <a:lnTo>
                    <a:pt x="7160" y="1805"/>
                  </a:lnTo>
                  <a:lnTo>
                    <a:pt x="6017" y="1304"/>
                  </a:lnTo>
                  <a:lnTo>
                    <a:pt x="4893" y="783"/>
                  </a:lnTo>
                  <a:lnTo>
                    <a:pt x="3791" y="221"/>
                  </a:lnTo>
                  <a:lnTo>
                    <a:pt x="3791" y="221"/>
                  </a:lnTo>
                  <a:lnTo>
                    <a:pt x="3550" y="121"/>
                  </a:lnTo>
                  <a:lnTo>
                    <a:pt x="3329" y="41"/>
                  </a:lnTo>
                  <a:lnTo>
                    <a:pt x="3089" y="0"/>
                  </a:lnTo>
                  <a:lnTo>
                    <a:pt x="2848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1" name="Google Shape;6551;p30"/>
            <p:cNvSpPr/>
            <p:nvPr/>
          </p:nvSpPr>
          <p:spPr>
            <a:xfrm>
              <a:off x="9997400" y="5252175"/>
              <a:ext cx="232650" cy="155450"/>
            </a:xfrm>
            <a:custGeom>
              <a:avLst/>
              <a:gdLst/>
              <a:ahLst/>
              <a:cxnLst/>
              <a:rect l="l" t="t" r="r" b="b"/>
              <a:pathLst>
                <a:path w="9306" h="6218" fill="none" extrusionOk="0">
                  <a:moveTo>
                    <a:pt x="6458" y="0"/>
                  </a:moveTo>
                  <a:lnTo>
                    <a:pt x="6458" y="0"/>
                  </a:lnTo>
                  <a:lnTo>
                    <a:pt x="6217" y="0"/>
                  </a:lnTo>
                  <a:lnTo>
                    <a:pt x="5977" y="41"/>
                  </a:lnTo>
                  <a:lnTo>
                    <a:pt x="5736" y="121"/>
                  </a:lnTo>
                  <a:lnTo>
                    <a:pt x="5516" y="221"/>
                  </a:lnTo>
                  <a:lnTo>
                    <a:pt x="5516" y="221"/>
                  </a:lnTo>
                  <a:lnTo>
                    <a:pt x="4152" y="903"/>
                  </a:lnTo>
                  <a:lnTo>
                    <a:pt x="2788" y="1545"/>
                  </a:lnTo>
                  <a:lnTo>
                    <a:pt x="1404" y="2126"/>
                  </a:lnTo>
                  <a:lnTo>
                    <a:pt x="1" y="2688"/>
                  </a:lnTo>
                  <a:lnTo>
                    <a:pt x="1" y="2688"/>
                  </a:lnTo>
                  <a:lnTo>
                    <a:pt x="823" y="4533"/>
                  </a:lnTo>
                  <a:lnTo>
                    <a:pt x="1565" y="6217"/>
                  </a:lnTo>
                  <a:lnTo>
                    <a:pt x="1565" y="6217"/>
                  </a:lnTo>
                  <a:lnTo>
                    <a:pt x="2447" y="5796"/>
                  </a:lnTo>
                  <a:lnTo>
                    <a:pt x="3290" y="5415"/>
                  </a:lnTo>
                  <a:lnTo>
                    <a:pt x="4072" y="5014"/>
                  </a:lnTo>
                  <a:lnTo>
                    <a:pt x="4814" y="4653"/>
                  </a:lnTo>
                  <a:lnTo>
                    <a:pt x="6137" y="3951"/>
                  </a:lnTo>
                  <a:lnTo>
                    <a:pt x="7240" y="3309"/>
                  </a:lnTo>
                  <a:lnTo>
                    <a:pt x="8103" y="2768"/>
                  </a:lnTo>
                  <a:lnTo>
                    <a:pt x="8744" y="2347"/>
                  </a:lnTo>
                  <a:lnTo>
                    <a:pt x="9145" y="2026"/>
                  </a:lnTo>
                  <a:lnTo>
                    <a:pt x="9266" y="1926"/>
                  </a:lnTo>
                  <a:lnTo>
                    <a:pt x="9306" y="1865"/>
                  </a:lnTo>
                  <a:lnTo>
                    <a:pt x="9306" y="1865"/>
                  </a:lnTo>
                  <a:lnTo>
                    <a:pt x="9306" y="1825"/>
                  </a:lnTo>
                  <a:lnTo>
                    <a:pt x="9306" y="1825"/>
                  </a:lnTo>
                  <a:lnTo>
                    <a:pt x="9286" y="1725"/>
                  </a:lnTo>
                  <a:lnTo>
                    <a:pt x="9246" y="1605"/>
                  </a:lnTo>
                  <a:lnTo>
                    <a:pt x="9166" y="1464"/>
                  </a:lnTo>
                  <a:lnTo>
                    <a:pt x="9065" y="1324"/>
                  </a:lnTo>
                  <a:lnTo>
                    <a:pt x="8925" y="1184"/>
                  </a:lnTo>
                  <a:lnTo>
                    <a:pt x="8784" y="1023"/>
                  </a:lnTo>
                  <a:lnTo>
                    <a:pt x="8604" y="863"/>
                  </a:lnTo>
                  <a:lnTo>
                    <a:pt x="8403" y="722"/>
                  </a:lnTo>
                  <a:lnTo>
                    <a:pt x="8203" y="582"/>
                  </a:lnTo>
                  <a:lnTo>
                    <a:pt x="7982" y="442"/>
                  </a:lnTo>
                  <a:lnTo>
                    <a:pt x="7742" y="321"/>
                  </a:lnTo>
                  <a:lnTo>
                    <a:pt x="7501" y="221"/>
                  </a:lnTo>
                  <a:lnTo>
                    <a:pt x="7240" y="121"/>
                  </a:lnTo>
                  <a:lnTo>
                    <a:pt x="6980" y="61"/>
                  </a:lnTo>
                  <a:lnTo>
                    <a:pt x="6719" y="20"/>
                  </a:lnTo>
                  <a:lnTo>
                    <a:pt x="6458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2" name="Google Shape;6552;p30"/>
            <p:cNvSpPr/>
            <p:nvPr/>
          </p:nvSpPr>
          <p:spPr>
            <a:xfrm>
              <a:off x="8848275" y="5029575"/>
              <a:ext cx="397100" cy="496375"/>
            </a:xfrm>
            <a:custGeom>
              <a:avLst/>
              <a:gdLst/>
              <a:ahLst/>
              <a:cxnLst/>
              <a:rect l="l" t="t" r="r" b="b"/>
              <a:pathLst>
                <a:path w="15884" h="19855" extrusionOk="0">
                  <a:moveTo>
                    <a:pt x="8323" y="0"/>
                  </a:moveTo>
                  <a:lnTo>
                    <a:pt x="7000" y="2848"/>
                  </a:lnTo>
                  <a:lnTo>
                    <a:pt x="5656" y="5796"/>
                  </a:lnTo>
                  <a:lnTo>
                    <a:pt x="4112" y="9185"/>
                  </a:lnTo>
                  <a:lnTo>
                    <a:pt x="2568" y="12594"/>
                  </a:lnTo>
                  <a:lnTo>
                    <a:pt x="1244" y="15643"/>
                  </a:lnTo>
                  <a:lnTo>
                    <a:pt x="723" y="16886"/>
                  </a:lnTo>
                  <a:lnTo>
                    <a:pt x="322" y="17889"/>
                  </a:lnTo>
                  <a:lnTo>
                    <a:pt x="81" y="18571"/>
                  </a:lnTo>
                  <a:lnTo>
                    <a:pt x="21" y="18791"/>
                  </a:lnTo>
                  <a:lnTo>
                    <a:pt x="1" y="18912"/>
                  </a:lnTo>
                  <a:lnTo>
                    <a:pt x="41" y="19052"/>
                  </a:lnTo>
                  <a:lnTo>
                    <a:pt x="101" y="19172"/>
                  </a:lnTo>
                  <a:lnTo>
                    <a:pt x="161" y="19293"/>
                  </a:lnTo>
                  <a:lnTo>
                    <a:pt x="241" y="19393"/>
                  </a:lnTo>
                  <a:lnTo>
                    <a:pt x="342" y="19493"/>
                  </a:lnTo>
                  <a:lnTo>
                    <a:pt x="462" y="19573"/>
                  </a:lnTo>
                  <a:lnTo>
                    <a:pt x="582" y="19654"/>
                  </a:lnTo>
                  <a:lnTo>
                    <a:pt x="723" y="19714"/>
                  </a:lnTo>
                  <a:lnTo>
                    <a:pt x="883" y="19774"/>
                  </a:lnTo>
                  <a:lnTo>
                    <a:pt x="1044" y="19814"/>
                  </a:lnTo>
                  <a:lnTo>
                    <a:pt x="1224" y="19854"/>
                  </a:lnTo>
                  <a:lnTo>
                    <a:pt x="1384" y="19854"/>
                  </a:lnTo>
                  <a:lnTo>
                    <a:pt x="1585" y="19834"/>
                  </a:lnTo>
                  <a:lnTo>
                    <a:pt x="1766" y="19814"/>
                  </a:lnTo>
                  <a:lnTo>
                    <a:pt x="1946" y="19754"/>
                  </a:lnTo>
                  <a:lnTo>
                    <a:pt x="2127" y="19674"/>
                  </a:lnTo>
                  <a:lnTo>
                    <a:pt x="2207" y="19614"/>
                  </a:lnTo>
                  <a:lnTo>
                    <a:pt x="2307" y="19513"/>
                  </a:lnTo>
                  <a:lnTo>
                    <a:pt x="2628" y="19152"/>
                  </a:lnTo>
                  <a:lnTo>
                    <a:pt x="3049" y="18631"/>
                  </a:lnTo>
                  <a:lnTo>
                    <a:pt x="3590" y="17969"/>
                  </a:lnTo>
                  <a:lnTo>
                    <a:pt x="4894" y="16224"/>
                  </a:lnTo>
                  <a:lnTo>
                    <a:pt x="6458" y="14119"/>
                  </a:lnTo>
                  <a:lnTo>
                    <a:pt x="8183" y="11752"/>
                  </a:lnTo>
                  <a:lnTo>
                    <a:pt x="9928" y="9306"/>
                  </a:lnTo>
                  <a:lnTo>
                    <a:pt x="13177" y="4753"/>
                  </a:lnTo>
                  <a:lnTo>
                    <a:pt x="15884" y="923"/>
                  </a:lnTo>
                  <a:lnTo>
                    <a:pt x="83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3" name="Google Shape;6553;p30"/>
            <p:cNvSpPr/>
            <p:nvPr/>
          </p:nvSpPr>
          <p:spPr>
            <a:xfrm>
              <a:off x="8848275" y="5029575"/>
              <a:ext cx="397100" cy="496375"/>
            </a:xfrm>
            <a:custGeom>
              <a:avLst/>
              <a:gdLst/>
              <a:ahLst/>
              <a:cxnLst/>
              <a:rect l="l" t="t" r="r" b="b"/>
              <a:pathLst>
                <a:path w="15884" h="19855" fill="none" extrusionOk="0">
                  <a:moveTo>
                    <a:pt x="15884" y="923"/>
                  </a:moveTo>
                  <a:lnTo>
                    <a:pt x="15884" y="923"/>
                  </a:lnTo>
                  <a:lnTo>
                    <a:pt x="13177" y="4753"/>
                  </a:lnTo>
                  <a:lnTo>
                    <a:pt x="13177" y="4753"/>
                  </a:lnTo>
                  <a:lnTo>
                    <a:pt x="9928" y="9306"/>
                  </a:lnTo>
                  <a:lnTo>
                    <a:pt x="8183" y="11752"/>
                  </a:lnTo>
                  <a:lnTo>
                    <a:pt x="6458" y="14119"/>
                  </a:lnTo>
                  <a:lnTo>
                    <a:pt x="4894" y="16224"/>
                  </a:lnTo>
                  <a:lnTo>
                    <a:pt x="3590" y="17969"/>
                  </a:lnTo>
                  <a:lnTo>
                    <a:pt x="3049" y="18631"/>
                  </a:lnTo>
                  <a:lnTo>
                    <a:pt x="2628" y="19152"/>
                  </a:lnTo>
                  <a:lnTo>
                    <a:pt x="2307" y="19513"/>
                  </a:lnTo>
                  <a:lnTo>
                    <a:pt x="2207" y="19614"/>
                  </a:lnTo>
                  <a:lnTo>
                    <a:pt x="2127" y="19674"/>
                  </a:lnTo>
                  <a:lnTo>
                    <a:pt x="2127" y="19674"/>
                  </a:lnTo>
                  <a:lnTo>
                    <a:pt x="1946" y="19754"/>
                  </a:lnTo>
                  <a:lnTo>
                    <a:pt x="1766" y="19814"/>
                  </a:lnTo>
                  <a:lnTo>
                    <a:pt x="1585" y="19834"/>
                  </a:lnTo>
                  <a:lnTo>
                    <a:pt x="1384" y="19854"/>
                  </a:lnTo>
                  <a:lnTo>
                    <a:pt x="1224" y="19854"/>
                  </a:lnTo>
                  <a:lnTo>
                    <a:pt x="1044" y="19814"/>
                  </a:lnTo>
                  <a:lnTo>
                    <a:pt x="883" y="19774"/>
                  </a:lnTo>
                  <a:lnTo>
                    <a:pt x="723" y="19714"/>
                  </a:lnTo>
                  <a:lnTo>
                    <a:pt x="723" y="19714"/>
                  </a:lnTo>
                  <a:lnTo>
                    <a:pt x="582" y="19654"/>
                  </a:lnTo>
                  <a:lnTo>
                    <a:pt x="462" y="19573"/>
                  </a:lnTo>
                  <a:lnTo>
                    <a:pt x="342" y="19493"/>
                  </a:lnTo>
                  <a:lnTo>
                    <a:pt x="241" y="19393"/>
                  </a:lnTo>
                  <a:lnTo>
                    <a:pt x="161" y="19293"/>
                  </a:lnTo>
                  <a:lnTo>
                    <a:pt x="101" y="19172"/>
                  </a:lnTo>
                  <a:lnTo>
                    <a:pt x="41" y="19052"/>
                  </a:lnTo>
                  <a:lnTo>
                    <a:pt x="1" y="18912"/>
                  </a:lnTo>
                  <a:lnTo>
                    <a:pt x="1" y="18912"/>
                  </a:lnTo>
                  <a:lnTo>
                    <a:pt x="21" y="18791"/>
                  </a:lnTo>
                  <a:lnTo>
                    <a:pt x="81" y="18571"/>
                  </a:lnTo>
                  <a:lnTo>
                    <a:pt x="322" y="17889"/>
                  </a:lnTo>
                  <a:lnTo>
                    <a:pt x="723" y="16886"/>
                  </a:lnTo>
                  <a:lnTo>
                    <a:pt x="1244" y="15643"/>
                  </a:lnTo>
                  <a:lnTo>
                    <a:pt x="2568" y="12594"/>
                  </a:lnTo>
                  <a:lnTo>
                    <a:pt x="4112" y="9185"/>
                  </a:lnTo>
                  <a:lnTo>
                    <a:pt x="5656" y="5796"/>
                  </a:lnTo>
                  <a:lnTo>
                    <a:pt x="7000" y="2848"/>
                  </a:lnTo>
                  <a:lnTo>
                    <a:pt x="8323" y="0"/>
                  </a:lnTo>
                  <a:lnTo>
                    <a:pt x="15884" y="92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4" name="Google Shape;6554;p30"/>
            <p:cNvSpPr/>
            <p:nvPr/>
          </p:nvSpPr>
          <p:spPr>
            <a:xfrm>
              <a:off x="8848275" y="5119825"/>
              <a:ext cx="340950" cy="402600"/>
            </a:xfrm>
            <a:custGeom>
              <a:avLst/>
              <a:gdLst/>
              <a:ahLst/>
              <a:cxnLst/>
              <a:rect l="l" t="t" r="r" b="b"/>
              <a:pathLst>
                <a:path w="13638" h="16104" extrusionOk="0">
                  <a:moveTo>
                    <a:pt x="6659" y="0"/>
                  </a:moveTo>
                  <a:lnTo>
                    <a:pt x="5435" y="2667"/>
                  </a:lnTo>
                  <a:lnTo>
                    <a:pt x="4092" y="5635"/>
                  </a:lnTo>
                  <a:lnTo>
                    <a:pt x="2748" y="8603"/>
                  </a:lnTo>
                  <a:lnTo>
                    <a:pt x="1545" y="11331"/>
                  </a:lnTo>
                  <a:lnTo>
                    <a:pt x="923" y="12795"/>
                  </a:lnTo>
                  <a:lnTo>
                    <a:pt x="442" y="13998"/>
                  </a:lnTo>
                  <a:lnTo>
                    <a:pt x="121" y="14840"/>
                  </a:lnTo>
                  <a:lnTo>
                    <a:pt x="41" y="15121"/>
                  </a:lnTo>
                  <a:lnTo>
                    <a:pt x="1" y="15282"/>
                  </a:lnTo>
                  <a:lnTo>
                    <a:pt x="1" y="15302"/>
                  </a:lnTo>
                  <a:lnTo>
                    <a:pt x="41" y="15442"/>
                  </a:lnTo>
                  <a:lnTo>
                    <a:pt x="101" y="15562"/>
                  </a:lnTo>
                  <a:lnTo>
                    <a:pt x="161" y="15683"/>
                  </a:lnTo>
                  <a:lnTo>
                    <a:pt x="241" y="15783"/>
                  </a:lnTo>
                  <a:lnTo>
                    <a:pt x="342" y="15883"/>
                  </a:lnTo>
                  <a:lnTo>
                    <a:pt x="462" y="15963"/>
                  </a:lnTo>
                  <a:lnTo>
                    <a:pt x="582" y="16044"/>
                  </a:lnTo>
                  <a:lnTo>
                    <a:pt x="723" y="16104"/>
                  </a:lnTo>
                  <a:lnTo>
                    <a:pt x="763" y="15703"/>
                  </a:lnTo>
                  <a:lnTo>
                    <a:pt x="843" y="15282"/>
                  </a:lnTo>
                  <a:lnTo>
                    <a:pt x="923" y="14880"/>
                  </a:lnTo>
                  <a:lnTo>
                    <a:pt x="1024" y="14479"/>
                  </a:lnTo>
                  <a:lnTo>
                    <a:pt x="1144" y="14058"/>
                  </a:lnTo>
                  <a:lnTo>
                    <a:pt x="1264" y="13677"/>
                  </a:lnTo>
                  <a:lnTo>
                    <a:pt x="1565" y="12875"/>
                  </a:lnTo>
                  <a:lnTo>
                    <a:pt x="1886" y="12093"/>
                  </a:lnTo>
                  <a:lnTo>
                    <a:pt x="2247" y="11331"/>
                  </a:lnTo>
                  <a:lnTo>
                    <a:pt x="2608" y="10589"/>
                  </a:lnTo>
                  <a:lnTo>
                    <a:pt x="3009" y="9847"/>
                  </a:lnTo>
                  <a:lnTo>
                    <a:pt x="3831" y="8383"/>
                  </a:lnTo>
                  <a:lnTo>
                    <a:pt x="4252" y="7661"/>
                  </a:lnTo>
                  <a:lnTo>
                    <a:pt x="4693" y="6939"/>
                  </a:lnTo>
                  <a:lnTo>
                    <a:pt x="5175" y="6217"/>
                  </a:lnTo>
                  <a:lnTo>
                    <a:pt x="5676" y="5535"/>
                  </a:lnTo>
                  <a:lnTo>
                    <a:pt x="5937" y="5214"/>
                  </a:lnTo>
                  <a:lnTo>
                    <a:pt x="6198" y="4893"/>
                  </a:lnTo>
                  <a:lnTo>
                    <a:pt x="6478" y="4572"/>
                  </a:lnTo>
                  <a:lnTo>
                    <a:pt x="6779" y="4272"/>
                  </a:lnTo>
                  <a:lnTo>
                    <a:pt x="7120" y="3951"/>
                  </a:lnTo>
                  <a:lnTo>
                    <a:pt x="7461" y="3630"/>
                  </a:lnTo>
                  <a:lnTo>
                    <a:pt x="7822" y="3349"/>
                  </a:lnTo>
                  <a:lnTo>
                    <a:pt x="8203" y="3088"/>
                  </a:lnTo>
                  <a:lnTo>
                    <a:pt x="8584" y="2828"/>
                  </a:lnTo>
                  <a:lnTo>
                    <a:pt x="8965" y="2607"/>
                  </a:lnTo>
                  <a:lnTo>
                    <a:pt x="9366" y="2387"/>
                  </a:lnTo>
                  <a:lnTo>
                    <a:pt x="9767" y="2206"/>
                  </a:lnTo>
                  <a:lnTo>
                    <a:pt x="10168" y="2026"/>
                  </a:lnTo>
                  <a:lnTo>
                    <a:pt x="10589" y="1845"/>
                  </a:lnTo>
                  <a:lnTo>
                    <a:pt x="11011" y="1705"/>
                  </a:lnTo>
                  <a:lnTo>
                    <a:pt x="11432" y="1564"/>
                  </a:lnTo>
                  <a:lnTo>
                    <a:pt x="11853" y="1444"/>
                  </a:lnTo>
                  <a:lnTo>
                    <a:pt x="12294" y="1324"/>
                  </a:lnTo>
                  <a:lnTo>
                    <a:pt x="13177" y="1143"/>
                  </a:lnTo>
                  <a:lnTo>
                    <a:pt x="13638" y="501"/>
                  </a:lnTo>
                  <a:lnTo>
                    <a:pt x="11893" y="421"/>
                  </a:lnTo>
                  <a:lnTo>
                    <a:pt x="10148" y="301"/>
                  </a:lnTo>
                  <a:lnTo>
                    <a:pt x="8384" y="180"/>
                  </a:lnTo>
                  <a:lnTo>
                    <a:pt x="6659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5" name="Google Shape;6555;p30"/>
            <p:cNvSpPr/>
            <p:nvPr/>
          </p:nvSpPr>
          <p:spPr>
            <a:xfrm>
              <a:off x="8848275" y="5119825"/>
              <a:ext cx="340950" cy="402600"/>
            </a:xfrm>
            <a:custGeom>
              <a:avLst/>
              <a:gdLst/>
              <a:ahLst/>
              <a:cxnLst/>
              <a:rect l="l" t="t" r="r" b="b"/>
              <a:pathLst>
                <a:path w="13638" h="16104" fill="none" extrusionOk="0">
                  <a:moveTo>
                    <a:pt x="6659" y="0"/>
                  </a:moveTo>
                  <a:lnTo>
                    <a:pt x="6659" y="0"/>
                  </a:lnTo>
                  <a:lnTo>
                    <a:pt x="5435" y="2667"/>
                  </a:lnTo>
                  <a:lnTo>
                    <a:pt x="4092" y="5635"/>
                  </a:lnTo>
                  <a:lnTo>
                    <a:pt x="2748" y="8603"/>
                  </a:lnTo>
                  <a:lnTo>
                    <a:pt x="1545" y="11331"/>
                  </a:lnTo>
                  <a:lnTo>
                    <a:pt x="1545" y="11331"/>
                  </a:lnTo>
                  <a:lnTo>
                    <a:pt x="923" y="12795"/>
                  </a:lnTo>
                  <a:lnTo>
                    <a:pt x="442" y="13998"/>
                  </a:lnTo>
                  <a:lnTo>
                    <a:pt x="121" y="14840"/>
                  </a:lnTo>
                  <a:lnTo>
                    <a:pt x="41" y="15121"/>
                  </a:lnTo>
                  <a:lnTo>
                    <a:pt x="1" y="15282"/>
                  </a:lnTo>
                  <a:lnTo>
                    <a:pt x="1" y="15282"/>
                  </a:lnTo>
                  <a:lnTo>
                    <a:pt x="1" y="15302"/>
                  </a:lnTo>
                  <a:lnTo>
                    <a:pt x="1" y="15302"/>
                  </a:lnTo>
                  <a:lnTo>
                    <a:pt x="41" y="15442"/>
                  </a:lnTo>
                  <a:lnTo>
                    <a:pt x="101" y="15562"/>
                  </a:lnTo>
                  <a:lnTo>
                    <a:pt x="161" y="15683"/>
                  </a:lnTo>
                  <a:lnTo>
                    <a:pt x="241" y="15783"/>
                  </a:lnTo>
                  <a:lnTo>
                    <a:pt x="342" y="15883"/>
                  </a:lnTo>
                  <a:lnTo>
                    <a:pt x="462" y="15963"/>
                  </a:lnTo>
                  <a:lnTo>
                    <a:pt x="582" y="16044"/>
                  </a:lnTo>
                  <a:lnTo>
                    <a:pt x="723" y="16104"/>
                  </a:lnTo>
                  <a:lnTo>
                    <a:pt x="723" y="16104"/>
                  </a:lnTo>
                  <a:lnTo>
                    <a:pt x="763" y="15703"/>
                  </a:lnTo>
                  <a:lnTo>
                    <a:pt x="843" y="15282"/>
                  </a:lnTo>
                  <a:lnTo>
                    <a:pt x="923" y="14880"/>
                  </a:lnTo>
                  <a:lnTo>
                    <a:pt x="1024" y="14479"/>
                  </a:lnTo>
                  <a:lnTo>
                    <a:pt x="1144" y="14058"/>
                  </a:lnTo>
                  <a:lnTo>
                    <a:pt x="1264" y="13677"/>
                  </a:lnTo>
                  <a:lnTo>
                    <a:pt x="1565" y="12875"/>
                  </a:lnTo>
                  <a:lnTo>
                    <a:pt x="1886" y="12093"/>
                  </a:lnTo>
                  <a:lnTo>
                    <a:pt x="2247" y="11331"/>
                  </a:lnTo>
                  <a:lnTo>
                    <a:pt x="2608" y="10589"/>
                  </a:lnTo>
                  <a:lnTo>
                    <a:pt x="3009" y="9847"/>
                  </a:lnTo>
                  <a:lnTo>
                    <a:pt x="3009" y="9847"/>
                  </a:lnTo>
                  <a:lnTo>
                    <a:pt x="3831" y="8383"/>
                  </a:lnTo>
                  <a:lnTo>
                    <a:pt x="4252" y="7661"/>
                  </a:lnTo>
                  <a:lnTo>
                    <a:pt x="4693" y="6939"/>
                  </a:lnTo>
                  <a:lnTo>
                    <a:pt x="5175" y="6217"/>
                  </a:lnTo>
                  <a:lnTo>
                    <a:pt x="5676" y="5535"/>
                  </a:lnTo>
                  <a:lnTo>
                    <a:pt x="5937" y="5214"/>
                  </a:lnTo>
                  <a:lnTo>
                    <a:pt x="6198" y="4893"/>
                  </a:lnTo>
                  <a:lnTo>
                    <a:pt x="6478" y="4572"/>
                  </a:lnTo>
                  <a:lnTo>
                    <a:pt x="6779" y="4272"/>
                  </a:lnTo>
                  <a:lnTo>
                    <a:pt x="6779" y="4272"/>
                  </a:lnTo>
                  <a:lnTo>
                    <a:pt x="7120" y="3951"/>
                  </a:lnTo>
                  <a:lnTo>
                    <a:pt x="7461" y="3630"/>
                  </a:lnTo>
                  <a:lnTo>
                    <a:pt x="7822" y="3349"/>
                  </a:lnTo>
                  <a:lnTo>
                    <a:pt x="8203" y="3088"/>
                  </a:lnTo>
                  <a:lnTo>
                    <a:pt x="8584" y="2828"/>
                  </a:lnTo>
                  <a:lnTo>
                    <a:pt x="8965" y="2607"/>
                  </a:lnTo>
                  <a:lnTo>
                    <a:pt x="9366" y="2387"/>
                  </a:lnTo>
                  <a:lnTo>
                    <a:pt x="9767" y="2206"/>
                  </a:lnTo>
                  <a:lnTo>
                    <a:pt x="10168" y="2026"/>
                  </a:lnTo>
                  <a:lnTo>
                    <a:pt x="10589" y="1845"/>
                  </a:lnTo>
                  <a:lnTo>
                    <a:pt x="11011" y="1705"/>
                  </a:lnTo>
                  <a:lnTo>
                    <a:pt x="11432" y="1564"/>
                  </a:lnTo>
                  <a:lnTo>
                    <a:pt x="11853" y="1444"/>
                  </a:lnTo>
                  <a:lnTo>
                    <a:pt x="12294" y="1324"/>
                  </a:lnTo>
                  <a:lnTo>
                    <a:pt x="13177" y="1143"/>
                  </a:lnTo>
                  <a:lnTo>
                    <a:pt x="13177" y="1143"/>
                  </a:lnTo>
                  <a:lnTo>
                    <a:pt x="13638" y="501"/>
                  </a:lnTo>
                  <a:lnTo>
                    <a:pt x="13638" y="501"/>
                  </a:lnTo>
                  <a:lnTo>
                    <a:pt x="11893" y="421"/>
                  </a:lnTo>
                  <a:lnTo>
                    <a:pt x="10148" y="301"/>
                  </a:lnTo>
                  <a:lnTo>
                    <a:pt x="8384" y="180"/>
                  </a:lnTo>
                  <a:lnTo>
                    <a:pt x="665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6" name="Google Shape;6556;p30"/>
            <p:cNvSpPr/>
            <p:nvPr/>
          </p:nvSpPr>
          <p:spPr>
            <a:xfrm>
              <a:off x="8668800" y="4973925"/>
              <a:ext cx="359500" cy="448725"/>
            </a:xfrm>
            <a:custGeom>
              <a:avLst/>
              <a:gdLst/>
              <a:ahLst/>
              <a:cxnLst/>
              <a:rect l="l" t="t" r="r" b="b"/>
              <a:pathLst>
                <a:path w="14380" h="17949" extrusionOk="0">
                  <a:moveTo>
                    <a:pt x="7521" y="0"/>
                  </a:moveTo>
                  <a:lnTo>
                    <a:pt x="6337" y="2587"/>
                  </a:lnTo>
                  <a:lnTo>
                    <a:pt x="5114" y="5234"/>
                  </a:lnTo>
                  <a:lnTo>
                    <a:pt x="3710" y="8303"/>
                  </a:lnTo>
                  <a:lnTo>
                    <a:pt x="2327" y="11391"/>
                  </a:lnTo>
                  <a:lnTo>
                    <a:pt x="1123" y="14159"/>
                  </a:lnTo>
                  <a:lnTo>
                    <a:pt x="642" y="15282"/>
                  </a:lnTo>
                  <a:lnTo>
                    <a:pt x="281" y="16184"/>
                  </a:lnTo>
                  <a:lnTo>
                    <a:pt x="60" y="16806"/>
                  </a:lnTo>
                  <a:lnTo>
                    <a:pt x="0" y="17006"/>
                  </a:lnTo>
                  <a:lnTo>
                    <a:pt x="0" y="17107"/>
                  </a:lnTo>
                  <a:lnTo>
                    <a:pt x="40" y="17227"/>
                  </a:lnTo>
                  <a:lnTo>
                    <a:pt x="80" y="17347"/>
                  </a:lnTo>
                  <a:lnTo>
                    <a:pt x="161" y="17468"/>
                  </a:lnTo>
                  <a:lnTo>
                    <a:pt x="241" y="17568"/>
                  </a:lnTo>
                  <a:lnTo>
                    <a:pt x="341" y="17648"/>
                  </a:lnTo>
                  <a:lnTo>
                    <a:pt x="441" y="17728"/>
                  </a:lnTo>
                  <a:lnTo>
                    <a:pt x="562" y="17809"/>
                  </a:lnTo>
                  <a:lnTo>
                    <a:pt x="702" y="17869"/>
                  </a:lnTo>
                  <a:lnTo>
                    <a:pt x="843" y="17909"/>
                  </a:lnTo>
                  <a:lnTo>
                    <a:pt x="983" y="17949"/>
                  </a:lnTo>
                  <a:lnTo>
                    <a:pt x="1444" y="17949"/>
                  </a:lnTo>
                  <a:lnTo>
                    <a:pt x="1605" y="17909"/>
                  </a:lnTo>
                  <a:lnTo>
                    <a:pt x="1765" y="17869"/>
                  </a:lnTo>
                  <a:lnTo>
                    <a:pt x="1925" y="17789"/>
                  </a:lnTo>
                  <a:lnTo>
                    <a:pt x="2026" y="17708"/>
                  </a:lnTo>
                  <a:lnTo>
                    <a:pt x="2186" y="17528"/>
                  </a:lnTo>
                  <a:lnTo>
                    <a:pt x="2688" y="16946"/>
                  </a:lnTo>
                  <a:lnTo>
                    <a:pt x="3369" y="16084"/>
                  </a:lnTo>
                  <a:lnTo>
                    <a:pt x="4212" y="14961"/>
                  </a:lnTo>
                  <a:lnTo>
                    <a:pt x="6217" y="12253"/>
                  </a:lnTo>
                  <a:lnTo>
                    <a:pt x="8443" y="9165"/>
                  </a:lnTo>
                  <a:lnTo>
                    <a:pt x="10649" y="6077"/>
                  </a:lnTo>
                  <a:lnTo>
                    <a:pt x="12534" y="3409"/>
                  </a:lnTo>
                  <a:lnTo>
                    <a:pt x="14379" y="822"/>
                  </a:lnTo>
                  <a:lnTo>
                    <a:pt x="752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7" name="Google Shape;6557;p30"/>
            <p:cNvSpPr/>
            <p:nvPr/>
          </p:nvSpPr>
          <p:spPr>
            <a:xfrm>
              <a:off x="8668800" y="4973925"/>
              <a:ext cx="359500" cy="448725"/>
            </a:xfrm>
            <a:custGeom>
              <a:avLst/>
              <a:gdLst/>
              <a:ahLst/>
              <a:cxnLst/>
              <a:rect l="l" t="t" r="r" b="b"/>
              <a:pathLst>
                <a:path w="14380" h="17949" fill="none" extrusionOk="0">
                  <a:moveTo>
                    <a:pt x="7521" y="0"/>
                  </a:moveTo>
                  <a:lnTo>
                    <a:pt x="7521" y="0"/>
                  </a:lnTo>
                  <a:lnTo>
                    <a:pt x="6337" y="2587"/>
                  </a:lnTo>
                  <a:lnTo>
                    <a:pt x="5114" y="5234"/>
                  </a:lnTo>
                  <a:lnTo>
                    <a:pt x="3710" y="8303"/>
                  </a:lnTo>
                  <a:lnTo>
                    <a:pt x="2327" y="11391"/>
                  </a:lnTo>
                  <a:lnTo>
                    <a:pt x="1123" y="14159"/>
                  </a:lnTo>
                  <a:lnTo>
                    <a:pt x="642" y="15282"/>
                  </a:lnTo>
                  <a:lnTo>
                    <a:pt x="281" y="16184"/>
                  </a:lnTo>
                  <a:lnTo>
                    <a:pt x="60" y="16806"/>
                  </a:lnTo>
                  <a:lnTo>
                    <a:pt x="0" y="17006"/>
                  </a:lnTo>
                  <a:lnTo>
                    <a:pt x="0" y="17107"/>
                  </a:lnTo>
                  <a:lnTo>
                    <a:pt x="0" y="17107"/>
                  </a:lnTo>
                  <a:lnTo>
                    <a:pt x="40" y="17227"/>
                  </a:lnTo>
                  <a:lnTo>
                    <a:pt x="80" y="17347"/>
                  </a:lnTo>
                  <a:lnTo>
                    <a:pt x="161" y="17468"/>
                  </a:lnTo>
                  <a:lnTo>
                    <a:pt x="241" y="17568"/>
                  </a:lnTo>
                  <a:lnTo>
                    <a:pt x="341" y="17648"/>
                  </a:lnTo>
                  <a:lnTo>
                    <a:pt x="441" y="17728"/>
                  </a:lnTo>
                  <a:lnTo>
                    <a:pt x="562" y="17809"/>
                  </a:lnTo>
                  <a:lnTo>
                    <a:pt x="702" y="17869"/>
                  </a:lnTo>
                  <a:lnTo>
                    <a:pt x="843" y="17909"/>
                  </a:lnTo>
                  <a:lnTo>
                    <a:pt x="983" y="17949"/>
                  </a:lnTo>
                  <a:lnTo>
                    <a:pt x="1143" y="17949"/>
                  </a:lnTo>
                  <a:lnTo>
                    <a:pt x="1284" y="17949"/>
                  </a:lnTo>
                  <a:lnTo>
                    <a:pt x="1444" y="17949"/>
                  </a:lnTo>
                  <a:lnTo>
                    <a:pt x="1605" y="17909"/>
                  </a:lnTo>
                  <a:lnTo>
                    <a:pt x="1765" y="17869"/>
                  </a:lnTo>
                  <a:lnTo>
                    <a:pt x="1925" y="17789"/>
                  </a:lnTo>
                  <a:lnTo>
                    <a:pt x="1925" y="17789"/>
                  </a:lnTo>
                  <a:lnTo>
                    <a:pt x="2026" y="17708"/>
                  </a:lnTo>
                  <a:lnTo>
                    <a:pt x="2186" y="17528"/>
                  </a:lnTo>
                  <a:lnTo>
                    <a:pt x="2688" y="16946"/>
                  </a:lnTo>
                  <a:lnTo>
                    <a:pt x="3369" y="16084"/>
                  </a:lnTo>
                  <a:lnTo>
                    <a:pt x="4212" y="14961"/>
                  </a:lnTo>
                  <a:lnTo>
                    <a:pt x="6217" y="12253"/>
                  </a:lnTo>
                  <a:lnTo>
                    <a:pt x="8443" y="9165"/>
                  </a:lnTo>
                  <a:lnTo>
                    <a:pt x="10649" y="6077"/>
                  </a:lnTo>
                  <a:lnTo>
                    <a:pt x="12534" y="3409"/>
                  </a:lnTo>
                  <a:lnTo>
                    <a:pt x="14379" y="822"/>
                  </a:lnTo>
                  <a:lnTo>
                    <a:pt x="752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8" name="Google Shape;6558;p30"/>
            <p:cNvSpPr/>
            <p:nvPr/>
          </p:nvSpPr>
          <p:spPr>
            <a:xfrm>
              <a:off x="8668800" y="5072175"/>
              <a:ext cx="277275" cy="350975"/>
            </a:xfrm>
            <a:custGeom>
              <a:avLst/>
              <a:gdLst/>
              <a:ahLst/>
              <a:cxnLst/>
              <a:rect l="l" t="t" r="r" b="b"/>
              <a:pathLst>
                <a:path w="11091" h="14039" extrusionOk="0">
                  <a:moveTo>
                    <a:pt x="5716" y="1"/>
                  </a:moveTo>
                  <a:lnTo>
                    <a:pt x="4412" y="2808"/>
                  </a:lnTo>
                  <a:lnTo>
                    <a:pt x="3049" y="5857"/>
                  </a:lnTo>
                  <a:lnTo>
                    <a:pt x="1765" y="8745"/>
                  </a:lnTo>
                  <a:lnTo>
                    <a:pt x="1203" y="10028"/>
                  </a:lnTo>
                  <a:lnTo>
                    <a:pt x="722" y="11151"/>
                  </a:lnTo>
                  <a:lnTo>
                    <a:pt x="421" y="11893"/>
                  </a:lnTo>
                  <a:lnTo>
                    <a:pt x="201" y="12495"/>
                  </a:lnTo>
                  <a:lnTo>
                    <a:pt x="40" y="12916"/>
                  </a:lnTo>
                  <a:lnTo>
                    <a:pt x="20" y="13056"/>
                  </a:lnTo>
                  <a:lnTo>
                    <a:pt x="0" y="13157"/>
                  </a:lnTo>
                  <a:lnTo>
                    <a:pt x="0" y="13177"/>
                  </a:lnTo>
                  <a:lnTo>
                    <a:pt x="60" y="13357"/>
                  </a:lnTo>
                  <a:lnTo>
                    <a:pt x="141" y="13518"/>
                  </a:lnTo>
                  <a:lnTo>
                    <a:pt x="281" y="13658"/>
                  </a:lnTo>
                  <a:lnTo>
                    <a:pt x="421" y="13798"/>
                  </a:lnTo>
                  <a:lnTo>
                    <a:pt x="602" y="13899"/>
                  </a:lnTo>
                  <a:lnTo>
                    <a:pt x="802" y="13959"/>
                  </a:lnTo>
                  <a:lnTo>
                    <a:pt x="1003" y="14019"/>
                  </a:lnTo>
                  <a:lnTo>
                    <a:pt x="1224" y="14039"/>
                  </a:lnTo>
                  <a:lnTo>
                    <a:pt x="1404" y="14019"/>
                  </a:lnTo>
                  <a:lnTo>
                    <a:pt x="1564" y="13999"/>
                  </a:lnTo>
                  <a:lnTo>
                    <a:pt x="1745" y="13939"/>
                  </a:lnTo>
                  <a:lnTo>
                    <a:pt x="1925" y="13859"/>
                  </a:lnTo>
                  <a:lnTo>
                    <a:pt x="1986" y="13818"/>
                  </a:lnTo>
                  <a:lnTo>
                    <a:pt x="2066" y="13738"/>
                  </a:lnTo>
                  <a:lnTo>
                    <a:pt x="2327" y="13457"/>
                  </a:lnTo>
                  <a:lnTo>
                    <a:pt x="2667" y="13056"/>
                  </a:lnTo>
                  <a:lnTo>
                    <a:pt x="3089" y="12515"/>
                  </a:lnTo>
                  <a:lnTo>
                    <a:pt x="4131" y="11151"/>
                  </a:lnTo>
                  <a:lnTo>
                    <a:pt x="5375" y="9447"/>
                  </a:lnTo>
                  <a:lnTo>
                    <a:pt x="6779" y="7541"/>
                  </a:lnTo>
                  <a:lnTo>
                    <a:pt x="8243" y="5516"/>
                  </a:lnTo>
                  <a:lnTo>
                    <a:pt x="11090" y="1545"/>
                  </a:lnTo>
                  <a:lnTo>
                    <a:pt x="10248" y="1405"/>
                  </a:lnTo>
                  <a:lnTo>
                    <a:pt x="9446" y="1244"/>
                  </a:lnTo>
                  <a:lnTo>
                    <a:pt x="8684" y="1064"/>
                  </a:lnTo>
                  <a:lnTo>
                    <a:pt x="7982" y="883"/>
                  </a:lnTo>
                  <a:lnTo>
                    <a:pt x="7320" y="683"/>
                  </a:lnTo>
                  <a:lnTo>
                    <a:pt x="6718" y="462"/>
                  </a:lnTo>
                  <a:lnTo>
                    <a:pt x="6177" y="241"/>
                  </a:lnTo>
                  <a:lnTo>
                    <a:pt x="5716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9" name="Google Shape;6559;p30"/>
            <p:cNvSpPr/>
            <p:nvPr/>
          </p:nvSpPr>
          <p:spPr>
            <a:xfrm>
              <a:off x="8668800" y="5072175"/>
              <a:ext cx="277275" cy="350975"/>
            </a:xfrm>
            <a:custGeom>
              <a:avLst/>
              <a:gdLst/>
              <a:ahLst/>
              <a:cxnLst/>
              <a:rect l="l" t="t" r="r" b="b"/>
              <a:pathLst>
                <a:path w="11091" h="14039" fill="none" extrusionOk="0">
                  <a:moveTo>
                    <a:pt x="5716" y="1"/>
                  </a:moveTo>
                  <a:lnTo>
                    <a:pt x="5716" y="1"/>
                  </a:lnTo>
                  <a:lnTo>
                    <a:pt x="4412" y="2808"/>
                  </a:lnTo>
                  <a:lnTo>
                    <a:pt x="3049" y="5857"/>
                  </a:lnTo>
                  <a:lnTo>
                    <a:pt x="1765" y="8745"/>
                  </a:lnTo>
                  <a:lnTo>
                    <a:pt x="1203" y="10028"/>
                  </a:lnTo>
                  <a:lnTo>
                    <a:pt x="722" y="11151"/>
                  </a:lnTo>
                  <a:lnTo>
                    <a:pt x="722" y="11151"/>
                  </a:lnTo>
                  <a:lnTo>
                    <a:pt x="421" y="11893"/>
                  </a:lnTo>
                  <a:lnTo>
                    <a:pt x="201" y="12495"/>
                  </a:lnTo>
                  <a:lnTo>
                    <a:pt x="40" y="12916"/>
                  </a:lnTo>
                  <a:lnTo>
                    <a:pt x="20" y="13056"/>
                  </a:lnTo>
                  <a:lnTo>
                    <a:pt x="0" y="13157"/>
                  </a:lnTo>
                  <a:lnTo>
                    <a:pt x="0" y="13157"/>
                  </a:lnTo>
                  <a:lnTo>
                    <a:pt x="0" y="13177"/>
                  </a:lnTo>
                  <a:lnTo>
                    <a:pt x="0" y="13177"/>
                  </a:lnTo>
                  <a:lnTo>
                    <a:pt x="60" y="13357"/>
                  </a:lnTo>
                  <a:lnTo>
                    <a:pt x="141" y="13518"/>
                  </a:lnTo>
                  <a:lnTo>
                    <a:pt x="281" y="13658"/>
                  </a:lnTo>
                  <a:lnTo>
                    <a:pt x="421" y="13798"/>
                  </a:lnTo>
                  <a:lnTo>
                    <a:pt x="602" y="13899"/>
                  </a:lnTo>
                  <a:lnTo>
                    <a:pt x="802" y="13959"/>
                  </a:lnTo>
                  <a:lnTo>
                    <a:pt x="1003" y="14019"/>
                  </a:lnTo>
                  <a:lnTo>
                    <a:pt x="1224" y="14039"/>
                  </a:lnTo>
                  <a:lnTo>
                    <a:pt x="1224" y="14039"/>
                  </a:lnTo>
                  <a:lnTo>
                    <a:pt x="1404" y="14019"/>
                  </a:lnTo>
                  <a:lnTo>
                    <a:pt x="1564" y="13999"/>
                  </a:lnTo>
                  <a:lnTo>
                    <a:pt x="1745" y="13939"/>
                  </a:lnTo>
                  <a:lnTo>
                    <a:pt x="1925" y="13859"/>
                  </a:lnTo>
                  <a:lnTo>
                    <a:pt x="1925" y="13859"/>
                  </a:lnTo>
                  <a:lnTo>
                    <a:pt x="1986" y="13818"/>
                  </a:lnTo>
                  <a:lnTo>
                    <a:pt x="2066" y="13738"/>
                  </a:lnTo>
                  <a:lnTo>
                    <a:pt x="2327" y="13457"/>
                  </a:lnTo>
                  <a:lnTo>
                    <a:pt x="2667" y="13056"/>
                  </a:lnTo>
                  <a:lnTo>
                    <a:pt x="3089" y="12515"/>
                  </a:lnTo>
                  <a:lnTo>
                    <a:pt x="4131" y="11151"/>
                  </a:lnTo>
                  <a:lnTo>
                    <a:pt x="5375" y="9447"/>
                  </a:lnTo>
                  <a:lnTo>
                    <a:pt x="6779" y="7541"/>
                  </a:lnTo>
                  <a:lnTo>
                    <a:pt x="8243" y="5516"/>
                  </a:lnTo>
                  <a:lnTo>
                    <a:pt x="11090" y="1545"/>
                  </a:lnTo>
                  <a:lnTo>
                    <a:pt x="11090" y="1545"/>
                  </a:lnTo>
                  <a:lnTo>
                    <a:pt x="10248" y="1405"/>
                  </a:lnTo>
                  <a:lnTo>
                    <a:pt x="9446" y="1244"/>
                  </a:lnTo>
                  <a:lnTo>
                    <a:pt x="8684" y="1064"/>
                  </a:lnTo>
                  <a:lnTo>
                    <a:pt x="7982" y="883"/>
                  </a:lnTo>
                  <a:lnTo>
                    <a:pt x="7320" y="683"/>
                  </a:lnTo>
                  <a:lnTo>
                    <a:pt x="6718" y="462"/>
                  </a:lnTo>
                  <a:lnTo>
                    <a:pt x="6177" y="241"/>
                  </a:lnTo>
                  <a:lnTo>
                    <a:pt x="5716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0" name="Google Shape;6560;p30"/>
            <p:cNvSpPr/>
            <p:nvPr/>
          </p:nvSpPr>
          <p:spPr>
            <a:xfrm>
              <a:off x="9676025" y="5029575"/>
              <a:ext cx="397100" cy="496375"/>
            </a:xfrm>
            <a:custGeom>
              <a:avLst/>
              <a:gdLst/>
              <a:ahLst/>
              <a:cxnLst/>
              <a:rect l="l" t="t" r="r" b="b"/>
              <a:pathLst>
                <a:path w="15884" h="19855" extrusionOk="0">
                  <a:moveTo>
                    <a:pt x="7561" y="0"/>
                  </a:moveTo>
                  <a:lnTo>
                    <a:pt x="1" y="923"/>
                  </a:lnTo>
                  <a:lnTo>
                    <a:pt x="1404" y="2928"/>
                  </a:lnTo>
                  <a:lnTo>
                    <a:pt x="4794" y="7701"/>
                  </a:lnTo>
                  <a:lnTo>
                    <a:pt x="6839" y="10529"/>
                  </a:lnTo>
                  <a:lnTo>
                    <a:pt x="8865" y="13336"/>
                  </a:lnTo>
                  <a:lnTo>
                    <a:pt x="10750" y="15903"/>
                  </a:lnTo>
                  <a:lnTo>
                    <a:pt x="11572" y="17006"/>
                  </a:lnTo>
                  <a:lnTo>
                    <a:pt x="12294" y="17969"/>
                  </a:lnTo>
                  <a:lnTo>
                    <a:pt x="12836" y="18631"/>
                  </a:lnTo>
                  <a:lnTo>
                    <a:pt x="13257" y="19152"/>
                  </a:lnTo>
                  <a:lnTo>
                    <a:pt x="13578" y="19513"/>
                  </a:lnTo>
                  <a:lnTo>
                    <a:pt x="13678" y="19614"/>
                  </a:lnTo>
                  <a:lnTo>
                    <a:pt x="13758" y="19674"/>
                  </a:lnTo>
                  <a:lnTo>
                    <a:pt x="13939" y="19754"/>
                  </a:lnTo>
                  <a:lnTo>
                    <a:pt x="14099" y="19794"/>
                  </a:lnTo>
                  <a:lnTo>
                    <a:pt x="14279" y="19834"/>
                  </a:lnTo>
                  <a:lnTo>
                    <a:pt x="14460" y="19854"/>
                  </a:lnTo>
                  <a:lnTo>
                    <a:pt x="14620" y="19854"/>
                  </a:lnTo>
                  <a:lnTo>
                    <a:pt x="14781" y="19834"/>
                  </a:lnTo>
                  <a:lnTo>
                    <a:pt x="14941" y="19794"/>
                  </a:lnTo>
                  <a:lnTo>
                    <a:pt x="15102" y="19754"/>
                  </a:lnTo>
                  <a:lnTo>
                    <a:pt x="15242" y="19694"/>
                  </a:lnTo>
                  <a:lnTo>
                    <a:pt x="15382" y="19614"/>
                  </a:lnTo>
                  <a:lnTo>
                    <a:pt x="15503" y="19513"/>
                  </a:lnTo>
                  <a:lnTo>
                    <a:pt x="15603" y="19413"/>
                  </a:lnTo>
                  <a:lnTo>
                    <a:pt x="15703" y="19313"/>
                  </a:lnTo>
                  <a:lnTo>
                    <a:pt x="15784" y="19192"/>
                  </a:lnTo>
                  <a:lnTo>
                    <a:pt x="15844" y="19052"/>
                  </a:lnTo>
                  <a:lnTo>
                    <a:pt x="15884" y="18912"/>
                  </a:lnTo>
                  <a:lnTo>
                    <a:pt x="15864" y="18831"/>
                  </a:lnTo>
                  <a:lnTo>
                    <a:pt x="15844" y="18691"/>
                  </a:lnTo>
                  <a:lnTo>
                    <a:pt x="15703" y="18250"/>
                  </a:lnTo>
                  <a:lnTo>
                    <a:pt x="15463" y="17628"/>
                  </a:lnTo>
                  <a:lnTo>
                    <a:pt x="15142" y="16826"/>
                  </a:lnTo>
                  <a:lnTo>
                    <a:pt x="14300" y="14821"/>
                  </a:lnTo>
                  <a:lnTo>
                    <a:pt x="13237" y="12434"/>
                  </a:lnTo>
                  <a:lnTo>
                    <a:pt x="12073" y="9827"/>
                  </a:lnTo>
                  <a:lnTo>
                    <a:pt x="10870" y="7180"/>
                  </a:lnTo>
                  <a:lnTo>
                    <a:pt x="8764" y="2587"/>
                  </a:lnTo>
                  <a:lnTo>
                    <a:pt x="75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1" name="Google Shape;6561;p30"/>
            <p:cNvSpPr/>
            <p:nvPr/>
          </p:nvSpPr>
          <p:spPr>
            <a:xfrm>
              <a:off x="9676025" y="5029575"/>
              <a:ext cx="397100" cy="496375"/>
            </a:xfrm>
            <a:custGeom>
              <a:avLst/>
              <a:gdLst/>
              <a:ahLst/>
              <a:cxnLst/>
              <a:rect l="l" t="t" r="r" b="b"/>
              <a:pathLst>
                <a:path w="15884" h="19855" fill="none" extrusionOk="0">
                  <a:moveTo>
                    <a:pt x="15884" y="18912"/>
                  </a:moveTo>
                  <a:lnTo>
                    <a:pt x="15884" y="18912"/>
                  </a:lnTo>
                  <a:lnTo>
                    <a:pt x="15844" y="19052"/>
                  </a:lnTo>
                  <a:lnTo>
                    <a:pt x="15784" y="19192"/>
                  </a:lnTo>
                  <a:lnTo>
                    <a:pt x="15703" y="19313"/>
                  </a:lnTo>
                  <a:lnTo>
                    <a:pt x="15603" y="19413"/>
                  </a:lnTo>
                  <a:lnTo>
                    <a:pt x="15503" y="19513"/>
                  </a:lnTo>
                  <a:lnTo>
                    <a:pt x="15382" y="19614"/>
                  </a:lnTo>
                  <a:lnTo>
                    <a:pt x="15242" y="19694"/>
                  </a:lnTo>
                  <a:lnTo>
                    <a:pt x="15102" y="19754"/>
                  </a:lnTo>
                  <a:lnTo>
                    <a:pt x="14941" y="19794"/>
                  </a:lnTo>
                  <a:lnTo>
                    <a:pt x="14781" y="19834"/>
                  </a:lnTo>
                  <a:lnTo>
                    <a:pt x="14620" y="19854"/>
                  </a:lnTo>
                  <a:lnTo>
                    <a:pt x="14460" y="19854"/>
                  </a:lnTo>
                  <a:lnTo>
                    <a:pt x="14279" y="19834"/>
                  </a:lnTo>
                  <a:lnTo>
                    <a:pt x="14099" y="19794"/>
                  </a:lnTo>
                  <a:lnTo>
                    <a:pt x="13939" y="19754"/>
                  </a:lnTo>
                  <a:lnTo>
                    <a:pt x="13758" y="19674"/>
                  </a:lnTo>
                  <a:lnTo>
                    <a:pt x="13758" y="19674"/>
                  </a:lnTo>
                  <a:lnTo>
                    <a:pt x="13678" y="19614"/>
                  </a:lnTo>
                  <a:lnTo>
                    <a:pt x="13578" y="19513"/>
                  </a:lnTo>
                  <a:lnTo>
                    <a:pt x="13257" y="19152"/>
                  </a:lnTo>
                  <a:lnTo>
                    <a:pt x="12836" y="18631"/>
                  </a:lnTo>
                  <a:lnTo>
                    <a:pt x="12294" y="17969"/>
                  </a:lnTo>
                  <a:lnTo>
                    <a:pt x="12294" y="17969"/>
                  </a:lnTo>
                  <a:lnTo>
                    <a:pt x="11572" y="17006"/>
                  </a:lnTo>
                  <a:lnTo>
                    <a:pt x="10750" y="15903"/>
                  </a:lnTo>
                  <a:lnTo>
                    <a:pt x="8865" y="13336"/>
                  </a:lnTo>
                  <a:lnTo>
                    <a:pt x="6839" y="10529"/>
                  </a:lnTo>
                  <a:lnTo>
                    <a:pt x="4794" y="7701"/>
                  </a:lnTo>
                  <a:lnTo>
                    <a:pt x="1404" y="2928"/>
                  </a:lnTo>
                  <a:lnTo>
                    <a:pt x="1" y="923"/>
                  </a:lnTo>
                  <a:lnTo>
                    <a:pt x="7561" y="0"/>
                  </a:lnTo>
                  <a:lnTo>
                    <a:pt x="7561" y="0"/>
                  </a:lnTo>
                  <a:lnTo>
                    <a:pt x="8764" y="2587"/>
                  </a:lnTo>
                  <a:lnTo>
                    <a:pt x="8764" y="2587"/>
                  </a:lnTo>
                  <a:lnTo>
                    <a:pt x="10870" y="7180"/>
                  </a:lnTo>
                  <a:lnTo>
                    <a:pt x="12073" y="9827"/>
                  </a:lnTo>
                  <a:lnTo>
                    <a:pt x="13237" y="12434"/>
                  </a:lnTo>
                  <a:lnTo>
                    <a:pt x="14300" y="14821"/>
                  </a:lnTo>
                  <a:lnTo>
                    <a:pt x="15142" y="16826"/>
                  </a:lnTo>
                  <a:lnTo>
                    <a:pt x="15463" y="17628"/>
                  </a:lnTo>
                  <a:lnTo>
                    <a:pt x="15703" y="18250"/>
                  </a:lnTo>
                  <a:lnTo>
                    <a:pt x="15844" y="18691"/>
                  </a:lnTo>
                  <a:lnTo>
                    <a:pt x="15864" y="18831"/>
                  </a:lnTo>
                  <a:lnTo>
                    <a:pt x="15884" y="18912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2" name="Google Shape;6562;p30"/>
            <p:cNvSpPr/>
            <p:nvPr/>
          </p:nvSpPr>
          <p:spPr>
            <a:xfrm>
              <a:off x="9724650" y="5084725"/>
              <a:ext cx="258750" cy="394100"/>
            </a:xfrm>
            <a:custGeom>
              <a:avLst/>
              <a:gdLst/>
              <a:ahLst/>
              <a:cxnLst/>
              <a:rect l="l" t="t" r="r" b="b"/>
              <a:pathLst>
                <a:path w="10350" h="15764" extrusionOk="0">
                  <a:moveTo>
                    <a:pt x="6639" y="0"/>
                  </a:moveTo>
                  <a:lnTo>
                    <a:pt x="5917" y="241"/>
                  </a:lnTo>
                  <a:lnTo>
                    <a:pt x="5155" y="481"/>
                  </a:lnTo>
                  <a:lnTo>
                    <a:pt x="4373" y="682"/>
                  </a:lnTo>
                  <a:lnTo>
                    <a:pt x="3531" y="883"/>
                  </a:lnTo>
                  <a:lnTo>
                    <a:pt x="2688" y="1063"/>
                  </a:lnTo>
                  <a:lnTo>
                    <a:pt x="1806" y="1203"/>
                  </a:lnTo>
                  <a:lnTo>
                    <a:pt x="903" y="1344"/>
                  </a:lnTo>
                  <a:lnTo>
                    <a:pt x="1" y="1464"/>
                  </a:lnTo>
                  <a:lnTo>
                    <a:pt x="2428" y="4894"/>
                  </a:lnTo>
                  <a:lnTo>
                    <a:pt x="5275" y="8864"/>
                  </a:lnTo>
                  <a:lnTo>
                    <a:pt x="6699" y="10850"/>
                  </a:lnTo>
                  <a:lnTo>
                    <a:pt x="8063" y="12715"/>
                  </a:lnTo>
                  <a:lnTo>
                    <a:pt x="9306" y="14379"/>
                  </a:lnTo>
                  <a:lnTo>
                    <a:pt x="10349" y="15763"/>
                  </a:lnTo>
                  <a:lnTo>
                    <a:pt x="9467" y="14239"/>
                  </a:lnTo>
                  <a:lnTo>
                    <a:pt x="8604" y="12715"/>
                  </a:lnTo>
                  <a:lnTo>
                    <a:pt x="8183" y="11933"/>
                  </a:lnTo>
                  <a:lnTo>
                    <a:pt x="7762" y="11171"/>
                  </a:lnTo>
                  <a:lnTo>
                    <a:pt x="7381" y="10388"/>
                  </a:lnTo>
                  <a:lnTo>
                    <a:pt x="7000" y="9586"/>
                  </a:lnTo>
                  <a:lnTo>
                    <a:pt x="6378" y="8303"/>
                  </a:lnTo>
                  <a:lnTo>
                    <a:pt x="6098" y="7661"/>
                  </a:lnTo>
                  <a:lnTo>
                    <a:pt x="5817" y="6999"/>
                  </a:lnTo>
                  <a:lnTo>
                    <a:pt x="5556" y="6317"/>
                  </a:lnTo>
                  <a:lnTo>
                    <a:pt x="5335" y="5636"/>
                  </a:lnTo>
                  <a:lnTo>
                    <a:pt x="5235" y="5295"/>
                  </a:lnTo>
                  <a:lnTo>
                    <a:pt x="5155" y="4954"/>
                  </a:lnTo>
                  <a:lnTo>
                    <a:pt x="5095" y="4613"/>
                  </a:lnTo>
                  <a:lnTo>
                    <a:pt x="5035" y="4252"/>
                  </a:lnTo>
                  <a:lnTo>
                    <a:pt x="4995" y="3951"/>
                  </a:lnTo>
                  <a:lnTo>
                    <a:pt x="4995" y="3630"/>
                  </a:lnTo>
                  <a:lnTo>
                    <a:pt x="5015" y="3349"/>
                  </a:lnTo>
                  <a:lnTo>
                    <a:pt x="5035" y="3048"/>
                  </a:lnTo>
                  <a:lnTo>
                    <a:pt x="5095" y="2788"/>
                  </a:lnTo>
                  <a:lnTo>
                    <a:pt x="5175" y="2507"/>
                  </a:lnTo>
                  <a:lnTo>
                    <a:pt x="5255" y="2266"/>
                  </a:lnTo>
                  <a:lnTo>
                    <a:pt x="5376" y="2006"/>
                  </a:lnTo>
                  <a:lnTo>
                    <a:pt x="5496" y="1785"/>
                  </a:lnTo>
                  <a:lnTo>
                    <a:pt x="5636" y="1544"/>
                  </a:lnTo>
                  <a:lnTo>
                    <a:pt x="5797" y="1344"/>
                  </a:lnTo>
                  <a:lnTo>
                    <a:pt x="5977" y="1123"/>
                  </a:lnTo>
                  <a:lnTo>
                    <a:pt x="6158" y="923"/>
                  </a:lnTo>
                  <a:lnTo>
                    <a:pt x="6378" y="742"/>
                  </a:lnTo>
                  <a:lnTo>
                    <a:pt x="6579" y="562"/>
                  </a:lnTo>
                  <a:lnTo>
                    <a:pt x="6819" y="381"/>
                  </a:lnTo>
                  <a:lnTo>
                    <a:pt x="6639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3" name="Google Shape;6563;p30"/>
            <p:cNvSpPr/>
            <p:nvPr/>
          </p:nvSpPr>
          <p:spPr>
            <a:xfrm>
              <a:off x="9724650" y="5084725"/>
              <a:ext cx="258750" cy="394100"/>
            </a:xfrm>
            <a:custGeom>
              <a:avLst/>
              <a:gdLst/>
              <a:ahLst/>
              <a:cxnLst/>
              <a:rect l="l" t="t" r="r" b="b"/>
              <a:pathLst>
                <a:path w="10350" h="15764" fill="none" extrusionOk="0">
                  <a:moveTo>
                    <a:pt x="6639" y="0"/>
                  </a:moveTo>
                  <a:lnTo>
                    <a:pt x="6639" y="0"/>
                  </a:lnTo>
                  <a:lnTo>
                    <a:pt x="5917" y="241"/>
                  </a:lnTo>
                  <a:lnTo>
                    <a:pt x="5155" y="481"/>
                  </a:lnTo>
                  <a:lnTo>
                    <a:pt x="4373" y="682"/>
                  </a:lnTo>
                  <a:lnTo>
                    <a:pt x="3531" y="883"/>
                  </a:lnTo>
                  <a:lnTo>
                    <a:pt x="2688" y="1063"/>
                  </a:lnTo>
                  <a:lnTo>
                    <a:pt x="1806" y="1203"/>
                  </a:lnTo>
                  <a:lnTo>
                    <a:pt x="903" y="1344"/>
                  </a:lnTo>
                  <a:lnTo>
                    <a:pt x="1" y="1464"/>
                  </a:lnTo>
                  <a:lnTo>
                    <a:pt x="1" y="1464"/>
                  </a:lnTo>
                  <a:lnTo>
                    <a:pt x="2428" y="4894"/>
                  </a:lnTo>
                  <a:lnTo>
                    <a:pt x="5275" y="8864"/>
                  </a:lnTo>
                  <a:lnTo>
                    <a:pt x="6699" y="10850"/>
                  </a:lnTo>
                  <a:lnTo>
                    <a:pt x="8063" y="12715"/>
                  </a:lnTo>
                  <a:lnTo>
                    <a:pt x="9306" y="14379"/>
                  </a:lnTo>
                  <a:lnTo>
                    <a:pt x="10349" y="15763"/>
                  </a:lnTo>
                  <a:lnTo>
                    <a:pt x="10349" y="15763"/>
                  </a:lnTo>
                  <a:lnTo>
                    <a:pt x="9467" y="14239"/>
                  </a:lnTo>
                  <a:lnTo>
                    <a:pt x="8604" y="12715"/>
                  </a:lnTo>
                  <a:lnTo>
                    <a:pt x="8183" y="11933"/>
                  </a:lnTo>
                  <a:lnTo>
                    <a:pt x="7762" y="11171"/>
                  </a:lnTo>
                  <a:lnTo>
                    <a:pt x="7381" y="10388"/>
                  </a:lnTo>
                  <a:lnTo>
                    <a:pt x="7000" y="9586"/>
                  </a:lnTo>
                  <a:lnTo>
                    <a:pt x="7000" y="9586"/>
                  </a:lnTo>
                  <a:lnTo>
                    <a:pt x="6378" y="8303"/>
                  </a:lnTo>
                  <a:lnTo>
                    <a:pt x="6098" y="7661"/>
                  </a:lnTo>
                  <a:lnTo>
                    <a:pt x="5817" y="6999"/>
                  </a:lnTo>
                  <a:lnTo>
                    <a:pt x="5556" y="6317"/>
                  </a:lnTo>
                  <a:lnTo>
                    <a:pt x="5335" y="5636"/>
                  </a:lnTo>
                  <a:lnTo>
                    <a:pt x="5235" y="5295"/>
                  </a:lnTo>
                  <a:lnTo>
                    <a:pt x="5155" y="4954"/>
                  </a:lnTo>
                  <a:lnTo>
                    <a:pt x="5095" y="4613"/>
                  </a:lnTo>
                  <a:lnTo>
                    <a:pt x="5035" y="4252"/>
                  </a:lnTo>
                  <a:lnTo>
                    <a:pt x="5035" y="4252"/>
                  </a:lnTo>
                  <a:lnTo>
                    <a:pt x="4995" y="3951"/>
                  </a:lnTo>
                  <a:lnTo>
                    <a:pt x="4995" y="3630"/>
                  </a:lnTo>
                  <a:lnTo>
                    <a:pt x="5015" y="3349"/>
                  </a:lnTo>
                  <a:lnTo>
                    <a:pt x="5035" y="3048"/>
                  </a:lnTo>
                  <a:lnTo>
                    <a:pt x="5095" y="2788"/>
                  </a:lnTo>
                  <a:lnTo>
                    <a:pt x="5175" y="2507"/>
                  </a:lnTo>
                  <a:lnTo>
                    <a:pt x="5255" y="2266"/>
                  </a:lnTo>
                  <a:lnTo>
                    <a:pt x="5376" y="2006"/>
                  </a:lnTo>
                  <a:lnTo>
                    <a:pt x="5496" y="1785"/>
                  </a:lnTo>
                  <a:lnTo>
                    <a:pt x="5636" y="1544"/>
                  </a:lnTo>
                  <a:lnTo>
                    <a:pt x="5797" y="1344"/>
                  </a:lnTo>
                  <a:lnTo>
                    <a:pt x="5977" y="1123"/>
                  </a:lnTo>
                  <a:lnTo>
                    <a:pt x="6158" y="923"/>
                  </a:lnTo>
                  <a:lnTo>
                    <a:pt x="6378" y="742"/>
                  </a:lnTo>
                  <a:lnTo>
                    <a:pt x="6579" y="562"/>
                  </a:lnTo>
                  <a:lnTo>
                    <a:pt x="6819" y="381"/>
                  </a:lnTo>
                  <a:lnTo>
                    <a:pt x="6819" y="381"/>
                  </a:lnTo>
                  <a:lnTo>
                    <a:pt x="663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4" name="Google Shape;6564;p30"/>
            <p:cNvSpPr/>
            <p:nvPr/>
          </p:nvSpPr>
          <p:spPr>
            <a:xfrm>
              <a:off x="9450425" y="5004000"/>
              <a:ext cx="359500" cy="448750"/>
            </a:xfrm>
            <a:custGeom>
              <a:avLst/>
              <a:gdLst/>
              <a:ahLst/>
              <a:cxnLst/>
              <a:rect l="l" t="t" r="r" b="b"/>
              <a:pathLst>
                <a:path w="14380" h="17950" extrusionOk="0">
                  <a:moveTo>
                    <a:pt x="6839" y="0"/>
                  </a:moveTo>
                  <a:lnTo>
                    <a:pt x="0" y="823"/>
                  </a:lnTo>
                  <a:lnTo>
                    <a:pt x="1825" y="3410"/>
                  </a:lnTo>
                  <a:lnTo>
                    <a:pt x="3730" y="6077"/>
                  </a:lnTo>
                  <a:lnTo>
                    <a:pt x="5916" y="9145"/>
                  </a:lnTo>
                  <a:lnTo>
                    <a:pt x="8162" y="12234"/>
                  </a:lnTo>
                  <a:lnTo>
                    <a:pt x="10168" y="14961"/>
                  </a:lnTo>
                  <a:lnTo>
                    <a:pt x="11010" y="16064"/>
                  </a:lnTo>
                  <a:lnTo>
                    <a:pt x="11692" y="16947"/>
                  </a:lnTo>
                  <a:lnTo>
                    <a:pt x="12173" y="17528"/>
                  </a:lnTo>
                  <a:lnTo>
                    <a:pt x="12354" y="17709"/>
                  </a:lnTo>
                  <a:lnTo>
                    <a:pt x="12454" y="17789"/>
                  </a:lnTo>
                  <a:lnTo>
                    <a:pt x="12614" y="17849"/>
                  </a:lnTo>
                  <a:lnTo>
                    <a:pt x="12775" y="17909"/>
                  </a:lnTo>
                  <a:lnTo>
                    <a:pt x="12935" y="17929"/>
                  </a:lnTo>
                  <a:lnTo>
                    <a:pt x="13076" y="17949"/>
                  </a:lnTo>
                  <a:lnTo>
                    <a:pt x="13236" y="17949"/>
                  </a:lnTo>
                  <a:lnTo>
                    <a:pt x="13397" y="17929"/>
                  </a:lnTo>
                  <a:lnTo>
                    <a:pt x="13537" y="17909"/>
                  </a:lnTo>
                  <a:lnTo>
                    <a:pt x="13677" y="17849"/>
                  </a:lnTo>
                  <a:lnTo>
                    <a:pt x="13798" y="17809"/>
                  </a:lnTo>
                  <a:lnTo>
                    <a:pt x="13918" y="17729"/>
                  </a:lnTo>
                  <a:lnTo>
                    <a:pt x="14038" y="17648"/>
                  </a:lnTo>
                  <a:lnTo>
                    <a:pt x="14139" y="17548"/>
                  </a:lnTo>
                  <a:lnTo>
                    <a:pt x="14219" y="17448"/>
                  </a:lnTo>
                  <a:lnTo>
                    <a:pt x="14279" y="17348"/>
                  </a:lnTo>
                  <a:lnTo>
                    <a:pt x="14339" y="17227"/>
                  </a:lnTo>
                  <a:lnTo>
                    <a:pt x="14379" y="17107"/>
                  </a:lnTo>
                  <a:lnTo>
                    <a:pt x="14359" y="16987"/>
                  </a:lnTo>
                  <a:lnTo>
                    <a:pt x="14319" y="16806"/>
                  </a:lnTo>
                  <a:lnTo>
                    <a:pt x="14098" y="16164"/>
                  </a:lnTo>
                  <a:lnTo>
                    <a:pt x="13737" y="15262"/>
                  </a:lnTo>
                  <a:lnTo>
                    <a:pt x="13256" y="14139"/>
                  </a:lnTo>
                  <a:lnTo>
                    <a:pt x="12053" y="11391"/>
                  </a:lnTo>
                  <a:lnTo>
                    <a:pt x="10669" y="8303"/>
                  </a:lnTo>
                  <a:lnTo>
                    <a:pt x="9265" y="5235"/>
                  </a:lnTo>
                  <a:lnTo>
                    <a:pt x="8042" y="2567"/>
                  </a:lnTo>
                  <a:lnTo>
                    <a:pt x="683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5" name="Google Shape;6565;p30"/>
            <p:cNvSpPr/>
            <p:nvPr/>
          </p:nvSpPr>
          <p:spPr>
            <a:xfrm>
              <a:off x="9450425" y="5004000"/>
              <a:ext cx="359500" cy="448750"/>
            </a:xfrm>
            <a:custGeom>
              <a:avLst/>
              <a:gdLst/>
              <a:ahLst/>
              <a:cxnLst/>
              <a:rect l="l" t="t" r="r" b="b"/>
              <a:pathLst>
                <a:path w="14380" h="17950" fill="none" extrusionOk="0">
                  <a:moveTo>
                    <a:pt x="6839" y="0"/>
                  </a:moveTo>
                  <a:lnTo>
                    <a:pt x="6839" y="0"/>
                  </a:lnTo>
                  <a:lnTo>
                    <a:pt x="8042" y="2567"/>
                  </a:lnTo>
                  <a:lnTo>
                    <a:pt x="9265" y="5235"/>
                  </a:lnTo>
                  <a:lnTo>
                    <a:pt x="10669" y="8303"/>
                  </a:lnTo>
                  <a:lnTo>
                    <a:pt x="12053" y="11391"/>
                  </a:lnTo>
                  <a:lnTo>
                    <a:pt x="13256" y="14139"/>
                  </a:lnTo>
                  <a:lnTo>
                    <a:pt x="13737" y="15262"/>
                  </a:lnTo>
                  <a:lnTo>
                    <a:pt x="14098" y="16164"/>
                  </a:lnTo>
                  <a:lnTo>
                    <a:pt x="14319" y="16806"/>
                  </a:lnTo>
                  <a:lnTo>
                    <a:pt x="14359" y="16987"/>
                  </a:lnTo>
                  <a:lnTo>
                    <a:pt x="14379" y="17107"/>
                  </a:lnTo>
                  <a:lnTo>
                    <a:pt x="14379" y="17107"/>
                  </a:lnTo>
                  <a:lnTo>
                    <a:pt x="14339" y="17227"/>
                  </a:lnTo>
                  <a:lnTo>
                    <a:pt x="14279" y="17348"/>
                  </a:lnTo>
                  <a:lnTo>
                    <a:pt x="14219" y="17448"/>
                  </a:lnTo>
                  <a:lnTo>
                    <a:pt x="14139" y="17548"/>
                  </a:lnTo>
                  <a:lnTo>
                    <a:pt x="14038" y="17648"/>
                  </a:lnTo>
                  <a:lnTo>
                    <a:pt x="13918" y="17729"/>
                  </a:lnTo>
                  <a:lnTo>
                    <a:pt x="13798" y="17809"/>
                  </a:lnTo>
                  <a:lnTo>
                    <a:pt x="13677" y="17849"/>
                  </a:lnTo>
                  <a:lnTo>
                    <a:pt x="13537" y="17909"/>
                  </a:lnTo>
                  <a:lnTo>
                    <a:pt x="13397" y="17929"/>
                  </a:lnTo>
                  <a:lnTo>
                    <a:pt x="13236" y="17949"/>
                  </a:lnTo>
                  <a:lnTo>
                    <a:pt x="13076" y="17949"/>
                  </a:lnTo>
                  <a:lnTo>
                    <a:pt x="12935" y="17929"/>
                  </a:lnTo>
                  <a:lnTo>
                    <a:pt x="12775" y="17909"/>
                  </a:lnTo>
                  <a:lnTo>
                    <a:pt x="12614" y="17849"/>
                  </a:lnTo>
                  <a:lnTo>
                    <a:pt x="12454" y="17789"/>
                  </a:lnTo>
                  <a:lnTo>
                    <a:pt x="12454" y="17789"/>
                  </a:lnTo>
                  <a:lnTo>
                    <a:pt x="12354" y="17709"/>
                  </a:lnTo>
                  <a:lnTo>
                    <a:pt x="12173" y="17528"/>
                  </a:lnTo>
                  <a:lnTo>
                    <a:pt x="11692" y="16947"/>
                  </a:lnTo>
                  <a:lnTo>
                    <a:pt x="11010" y="16064"/>
                  </a:lnTo>
                  <a:lnTo>
                    <a:pt x="10168" y="14961"/>
                  </a:lnTo>
                  <a:lnTo>
                    <a:pt x="8162" y="12234"/>
                  </a:lnTo>
                  <a:lnTo>
                    <a:pt x="5916" y="9145"/>
                  </a:lnTo>
                  <a:lnTo>
                    <a:pt x="3730" y="6077"/>
                  </a:lnTo>
                  <a:lnTo>
                    <a:pt x="1825" y="3410"/>
                  </a:lnTo>
                  <a:lnTo>
                    <a:pt x="0" y="823"/>
                  </a:lnTo>
                  <a:lnTo>
                    <a:pt x="683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6" name="Google Shape;6566;p30"/>
            <p:cNvSpPr/>
            <p:nvPr/>
          </p:nvSpPr>
          <p:spPr>
            <a:xfrm>
              <a:off x="9528625" y="5126325"/>
              <a:ext cx="281300" cy="326425"/>
            </a:xfrm>
            <a:custGeom>
              <a:avLst/>
              <a:gdLst/>
              <a:ahLst/>
              <a:cxnLst/>
              <a:rect l="l" t="t" r="r" b="b"/>
              <a:pathLst>
                <a:path w="11252" h="13057" extrusionOk="0">
                  <a:moveTo>
                    <a:pt x="5977" y="1"/>
                  </a:moveTo>
                  <a:lnTo>
                    <a:pt x="4433" y="121"/>
                  </a:lnTo>
                  <a:lnTo>
                    <a:pt x="2909" y="221"/>
                  </a:lnTo>
                  <a:lnTo>
                    <a:pt x="1425" y="302"/>
                  </a:lnTo>
                  <a:lnTo>
                    <a:pt x="1" y="342"/>
                  </a:lnTo>
                  <a:lnTo>
                    <a:pt x="2848" y="4353"/>
                  </a:lnTo>
                  <a:lnTo>
                    <a:pt x="4352" y="6418"/>
                  </a:lnTo>
                  <a:lnTo>
                    <a:pt x="5776" y="8363"/>
                  </a:lnTo>
                  <a:lnTo>
                    <a:pt x="7060" y="10108"/>
                  </a:lnTo>
                  <a:lnTo>
                    <a:pt x="8143" y="11512"/>
                  </a:lnTo>
                  <a:lnTo>
                    <a:pt x="8564" y="12054"/>
                  </a:lnTo>
                  <a:lnTo>
                    <a:pt x="8925" y="12475"/>
                  </a:lnTo>
                  <a:lnTo>
                    <a:pt x="9166" y="12755"/>
                  </a:lnTo>
                  <a:lnTo>
                    <a:pt x="9266" y="12856"/>
                  </a:lnTo>
                  <a:lnTo>
                    <a:pt x="9326" y="12896"/>
                  </a:lnTo>
                  <a:lnTo>
                    <a:pt x="9506" y="12976"/>
                  </a:lnTo>
                  <a:lnTo>
                    <a:pt x="9667" y="13016"/>
                  </a:lnTo>
                  <a:lnTo>
                    <a:pt x="9847" y="13056"/>
                  </a:lnTo>
                  <a:lnTo>
                    <a:pt x="10028" y="13056"/>
                  </a:lnTo>
                  <a:lnTo>
                    <a:pt x="10228" y="13036"/>
                  </a:lnTo>
                  <a:lnTo>
                    <a:pt x="10449" y="12996"/>
                  </a:lnTo>
                  <a:lnTo>
                    <a:pt x="10650" y="12916"/>
                  </a:lnTo>
                  <a:lnTo>
                    <a:pt x="10810" y="12816"/>
                  </a:lnTo>
                  <a:lnTo>
                    <a:pt x="10970" y="12695"/>
                  </a:lnTo>
                  <a:lnTo>
                    <a:pt x="11091" y="12555"/>
                  </a:lnTo>
                  <a:lnTo>
                    <a:pt x="11191" y="12394"/>
                  </a:lnTo>
                  <a:lnTo>
                    <a:pt x="11251" y="12214"/>
                  </a:lnTo>
                  <a:lnTo>
                    <a:pt x="11251" y="12194"/>
                  </a:lnTo>
                  <a:lnTo>
                    <a:pt x="11231" y="12094"/>
                  </a:lnTo>
                  <a:lnTo>
                    <a:pt x="11191" y="11973"/>
                  </a:lnTo>
                  <a:lnTo>
                    <a:pt x="11071" y="11572"/>
                  </a:lnTo>
                  <a:lnTo>
                    <a:pt x="10850" y="11011"/>
                  </a:lnTo>
                  <a:lnTo>
                    <a:pt x="10569" y="10309"/>
                  </a:lnTo>
                  <a:lnTo>
                    <a:pt x="9787" y="8464"/>
                  </a:lnTo>
                  <a:lnTo>
                    <a:pt x="8905" y="6478"/>
                  </a:lnTo>
                  <a:lnTo>
                    <a:pt x="7942" y="4312"/>
                  </a:lnTo>
                  <a:lnTo>
                    <a:pt x="5977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7" name="Google Shape;6567;p30"/>
            <p:cNvSpPr/>
            <p:nvPr/>
          </p:nvSpPr>
          <p:spPr>
            <a:xfrm>
              <a:off x="9528625" y="5126325"/>
              <a:ext cx="281300" cy="326425"/>
            </a:xfrm>
            <a:custGeom>
              <a:avLst/>
              <a:gdLst/>
              <a:ahLst/>
              <a:cxnLst/>
              <a:rect l="l" t="t" r="r" b="b"/>
              <a:pathLst>
                <a:path w="11252" h="13057" fill="none" extrusionOk="0">
                  <a:moveTo>
                    <a:pt x="5977" y="1"/>
                  </a:moveTo>
                  <a:lnTo>
                    <a:pt x="5977" y="1"/>
                  </a:lnTo>
                  <a:lnTo>
                    <a:pt x="4433" y="121"/>
                  </a:lnTo>
                  <a:lnTo>
                    <a:pt x="2909" y="221"/>
                  </a:lnTo>
                  <a:lnTo>
                    <a:pt x="1425" y="302"/>
                  </a:lnTo>
                  <a:lnTo>
                    <a:pt x="1" y="342"/>
                  </a:lnTo>
                  <a:lnTo>
                    <a:pt x="1" y="342"/>
                  </a:lnTo>
                  <a:lnTo>
                    <a:pt x="2848" y="4353"/>
                  </a:lnTo>
                  <a:lnTo>
                    <a:pt x="4352" y="6418"/>
                  </a:lnTo>
                  <a:lnTo>
                    <a:pt x="5776" y="8363"/>
                  </a:lnTo>
                  <a:lnTo>
                    <a:pt x="7060" y="10108"/>
                  </a:lnTo>
                  <a:lnTo>
                    <a:pt x="8143" y="11512"/>
                  </a:lnTo>
                  <a:lnTo>
                    <a:pt x="8564" y="12054"/>
                  </a:lnTo>
                  <a:lnTo>
                    <a:pt x="8925" y="12475"/>
                  </a:lnTo>
                  <a:lnTo>
                    <a:pt x="9166" y="12755"/>
                  </a:lnTo>
                  <a:lnTo>
                    <a:pt x="9266" y="12856"/>
                  </a:lnTo>
                  <a:lnTo>
                    <a:pt x="9326" y="12896"/>
                  </a:lnTo>
                  <a:lnTo>
                    <a:pt x="9326" y="12896"/>
                  </a:lnTo>
                  <a:lnTo>
                    <a:pt x="9506" y="12976"/>
                  </a:lnTo>
                  <a:lnTo>
                    <a:pt x="9667" y="13016"/>
                  </a:lnTo>
                  <a:lnTo>
                    <a:pt x="9847" y="13056"/>
                  </a:lnTo>
                  <a:lnTo>
                    <a:pt x="10028" y="13056"/>
                  </a:lnTo>
                  <a:lnTo>
                    <a:pt x="10028" y="13056"/>
                  </a:lnTo>
                  <a:lnTo>
                    <a:pt x="10228" y="13036"/>
                  </a:lnTo>
                  <a:lnTo>
                    <a:pt x="10449" y="12996"/>
                  </a:lnTo>
                  <a:lnTo>
                    <a:pt x="10650" y="12916"/>
                  </a:lnTo>
                  <a:lnTo>
                    <a:pt x="10810" y="12816"/>
                  </a:lnTo>
                  <a:lnTo>
                    <a:pt x="10970" y="12695"/>
                  </a:lnTo>
                  <a:lnTo>
                    <a:pt x="11091" y="12555"/>
                  </a:lnTo>
                  <a:lnTo>
                    <a:pt x="11191" y="12394"/>
                  </a:lnTo>
                  <a:lnTo>
                    <a:pt x="11251" y="12214"/>
                  </a:lnTo>
                  <a:lnTo>
                    <a:pt x="11251" y="12214"/>
                  </a:lnTo>
                  <a:lnTo>
                    <a:pt x="11251" y="12194"/>
                  </a:lnTo>
                  <a:lnTo>
                    <a:pt x="11251" y="12194"/>
                  </a:lnTo>
                  <a:lnTo>
                    <a:pt x="11231" y="12094"/>
                  </a:lnTo>
                  <a:lnTo>
                    <a:pt x="11191" y="11973"/>
                  </a:lnTo>
                  <a:lnTo>
                    <a:pt x="11071" y="11572"/>
                  </a:lnTo>
                  <a:lnTo>
                    <a:pt x="10850" y="11011"/>
                  </a:lnTo>
                  <a:lnTo>
                    <a:pt x="10569" y="10309"/>
                  </a:lnTo>
                  <a:lnTo>
                    <a:pt x="10569" y="10309"/>
                  </a:lnTo>
                  <a:lnTo>
                    <a:pt x="10569" y="10309"/>
                  </a:lnTo>
                  <a:lnTo>
                    <a:pt x="9787" y="8464"/>
                  </a:lnTo>
                  <a:lnTo>
                    <a:pt x="9787" y="8464"/>
                  </a:lnTo>
                  <a:lnTo>
                    <a:pt x="8905" y="6478"/>
                  </a:lnTo>
                  <a:lnTo>
                    <a:pt x="7942" y="4312"/>
                  </a:lnTo>
                  <a:lnTo>
                    <a:pt x="5977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8" name="Google Shape;6568;p30"/>
            <p:cNvSpPr/>
            <p:nvPr/>
          </p:nvSpPr>
          <p:spPr>
            <a:xfrm>
              <a:off x="8256675" y="3979700"/>
              <a:ext cx="1797900" cy="1156175"/>
            </a:xfrm>
            <a:custGeom>
              <a:avLst/>
              <a:gdLst/>
              <a:ahLst/>
              <a:cxnLst/>
              <a:rect l="l" t="t" r="r" b="b"/>
              <a:pathLst>
                <a:path w="71916" h="46247" extrusionOk="0">
                  <a:moveTo>
                    <a:pt x="15964" y="1"/>
                  </a:moveTo>
                  <a:lnTo>
                    <a:pt x="15783" y="41"/>
                  </a:lnTo>
                  <a:lnTo>
                    <a:pt x="15603" y="81"/>
                  </a:lnTo>
                  <a:lnTo>
                    <a:pt x="15402" y="141"/>
                  </a:lnTo>
                  <a:lnTo>
                    <a:pt x="14941" y="302"/>
                  </a:lnTo>
                  <a:lnTo>
                    <a:pt x="14460" y="542"/>
                  </a:lnTo>
                  <a:lnTo>
                    <a:pt x="13918" y="823"/>
                  </a:lnTo>
                  <a:lnTo>
                    <a:pt x="13337" y="1164"/>
                  </a:lnTo>
                  <a:lnTo>
                    <a:pt x="12715" y="1545"/>
                  </a:lnTo>
                  <a:lnTo>
                    <a:pt x="12073" y="1966"/>
                  </a:lnTo>
                  <a:lnTo>
                    <a:pt x="11411" y="2428"/>
                  </a:lnTo>
                  <a:lnTo>
                    <a:pt x="10710" y="2929"/>
                  </a:lnTo>
                  <a:lnTo>
                    <a:pt x="10008" y="3450"/>
                  </a:lnTo>
                  <a:lnTo>
                    <a:pt x="9306" y="4012"/>
                  </a:lnTo>
                  <a:lnTo>
                    <a:pt x="8584" y="4573"/>
                  </a:lnTo>
                  <a:lnTo>
                    <a:pt x="7862" y="5175"/>
                  </a:lnTo>
                  <a:lnTo>
                    <a:pt x="6438" y="6378"/>
                  </a:lnTo>
                  <a:lnTo>
                    <a:pt x="5154" y="7521"/>
                  </a:lnTo>
                  <a:lnTo>
                    <a:pt x="3971" y="8665"/>
                  </a:lnTo>
                  <a:lnTo>
                    <a:pt x="3249" y="9346"/>
                  </a:lnTo>
                  <a:lnTo>
                    <a:pt x="2608" y="10028"/>
                  </a:lnTo>
                  <a:lnTo>
                    <a:pt x="2006" y="10670"/>
                  </a:lnTo>
                  <a:lnTo>
                    <a:pt x="1484" y="11272"/>
                  </a:lnTo>
                  <a:lnTo>
                    <a:pt x="1023" y="11833"/>
                  </a:lnTo>
                  <a:lnTo>
                    <a:pt x="662" y="12335"/>
                  </a:lnTo>
                  <a:lnTo>
                    <a:pt x="522" y="12555"/>
                  </a:lnTo>
                  <a:lnTo>
                    <a:pt x="402" y="12776"/>
                  </a:lnTo>
                  <a:lnTo>
                    <a:pt x="301" y="12956"/>
                  </a:lnTo>
                  <a:lnTo>
                    <a:pt x="221" y="13137"/>
                  </a:lnTo>
                  <a:lnTo>
                    <a:pt x="141" y="13397"/>
                  </a:lnTo>
                  <a:lnTo>
                    <a:pt x="81" y="13658"/>
                  </a:lnTo>
                  <a:lnTo>
                    <a:pt x="41" y="13939"/>
                  </a:lnTo>
                  <a:lnTo>
                    <a:pt x="0" y="14200"/>
                  </a:lnTo>
                  <a:lnTo>
                    <a:pt x="0" y="14480"/>
                  </a:lnTo>
                  <a:lnTo>
                    <a:pt x="0" y="14761"/>
                  </a:lnTo>
                  <a:lnTo>
                    <a:pt x="41" y="15022"/>
                  </a:lnTo>
                  <a:lnTo>
                    <a:pt x="81" y="15303"/>
                  </a:lnTo>
                  <a:lnTo>
                    <a:pt x="121" y="15583"/>
                  </a:lnTo>
                  <a:lnTo>
                    <a:pt x="201" y="15844"/>
                  </a:lnTo>
                  <a:lnTo>
                    <a:pt x="281" y="16125"/>
                  </a:lnTo>
                  <a:lnTo>
                    <a:pt x="381" y="16386"/>
                  </a:lnTo>
                  <a:lnTo>
                    <a:pt x="482" y="16646"/>
                  </a:lnTo>
                  <a:lnTo>
                    <a:pt x="602" y="16907"/>
                  </a:lnTo>
                  <a:lnTo>
                    <a:pt x="863" y="17428"/>
                  </a:lnTo>
                  <a:lnTo>
                    <a:pt x="1184" y="17910"/>
                  </a:lnTo>
                  <a:lnTo>
                    <a:pt x="1525" y="18351"/>
                  </a:lnTo>
                  <a:lnTo>
                    <a:pt x="1886" y="18772"/>
                  </a:lnTo>
                  <a:lnTo>
                    <a:pt x="2267" y="19133"/>
                  </a:lnTo>
                  <a:lnTo>
                    <a:pt x="2688" y="19474"/>
                  </a:lnTo>
                  <a:lnTo>
                    <a:pt x="2888" y="19614"/>
                  </a:lnTo>
                  <a:lnTo>
                    <a:pt x="3109" y="19755"/>
                  </a:lnTo>
                  <a:lnTo>
                    <a:pt x="3309" y="19855"/>
                  </a:lnTo>
                  <a:lnTo>
                    <a:pt x="3530" y="19955"/>
                  </a:lnTo>
                  <a:lnTo>
                    <a:pt x="3731" y="20056"/>
                  </a:lnTo>
                  <a:lnTo>
                    <a:pt x="3951" y="20116"/>
                  </a:lnTo>
                  <a:lnTo>
                    <a:pt x="4212" y="20176"/>
                  </a:lnTo>
                  <a:lnTo>
                    <a:pt x="4493" y="20216"/>
                  </a:lnTo>
                  <a:lnTo>
                    <a:pt x="4834" y="20236"/>
                  </a:lnTo>
                  <a:lnTo>
                    <a:pt x="5195" y="20256"/>
                  </a:lnTo>
                  <a:lnTo>
                    <a:pt x="5576" y="20256"/>
                  </a:lnTo>
                  <a:lnTo>
                    <a:pt x="5997" y="20236"/>
                  </a:lnTo>
                  <a:lnTo>
                    <a:pt x="6879" y="20156"/>
                  </a:lnTo>
                  <a:lnTo>
                    <a:pt x="7822" y="20056"/>
                  </a:lnTo>
                  <a:lnTo>
                    <a:pt x="8824" y="19915"/>
                  </a:lnTo>
                  <a:lnTo>
                    <a:pt x="9807" y="19775"/>
                  </a:lnTo>
                  <a:lnTo>
                    <a:pt x="10790" y="19614"/>
                  </a:lnTo>
                  <a:lnTo>
                    <a:pt x="13497" y="19133"/>
                  </a:lnTo>
                  <a:lnTo>
                    <a:pt x="14400" y="18993"/>
                  </a:lnTo>
                  <a:lnTo>
                    <a:pt x="14680" y="18973"/>
                  </a:lnTo>
                  <a:lnTo>
                    <a:pt x="14821" y="18993"/>
                  </a:lnTo>
                  <a:lnTo>
                    <a:pt x="14841" y="19013"/>
                  </a:lnTo>
                  <a:lnTo>
                    <a:pt x="14881" y="19053"/>
                  </a:lnTo>
                  <a:lnTo>
                    <a:pt x="14941" y="19253"/>
                  </a:lnTo>
                  <a:lnTo>
                    <a:pt x="15101" y="19975"/>
                  </a:lnTo>
                  <a:lnTo>
                    <a:pt x="15322" y="21098"/>
                  </a:lnTo>
                  <a:lnTo>
                    <a:pt x="15583" y="22542"/>
                  </a:lnTo>
                  <a:lnTo>
                    <a:pt x="16245" y="26172"/>
                  </a:lnTo>
                  <a:lnTo>
                    <a:pt x="16626" y="28238"/>
                  </a:lnTo>
                  <a:lnTo>
                    <a:pt x="17067" y="30404"/>
                  </a:lnTo>
                  <a:lnTo>
                    <a:pt x="17568" y="32590"/>
                  </a:lnTo>
                  <a:lnTo>
                    <a:pt x="17829" y="33673"/>
                  </a:lnTo>
                  <a:lnTo>
                    <a:pt x="18090" y="34735"/>
                  </a:lnTo>
                  <a:lnTo>
                    <a:pt x="18370" y="35798"/>
                  </a:lnTo>
                  <a:lnTo>
                    <a:pt x="18671" y="36801"/>
                  </a:lnTo>
                  <a:lnTo>
                    <a:pt x="18972" y="37784"/>
                  </a:lnTo>
                  <a:lnTo>
                    <a:pt x="19273" y="38726"/>
                  </a:lnTo>
                  <a:lnTo>
                    <a:pt x="19594" y="39609"/>
                  </a:lnTo>
                  <a:lnTo>
                    <a:pt x="19935" y="40411"/>
                  </a:lnTo>
                  <a:lnTo>
                    <a:pt x="20276" y="41173"/>
                  </a:lnTo>
                  <a:lnTo>
                    <a:pt x="20616" y="41855"/>
                  </a:lnTo>
                  <a:lnTo>
                    <a:pt x="20797" y="42156"/>
                  </a:lnTo>
                  <a:lnTo>
                    <a:pt x="20977" y="42436"/>
                  </a:lnTo>
                  <a:lnTo>
                    <a:pt x="21158" y="42697"/>
                  </a:lnTo>
                  <a:lnTo>
                    <a:pt x="21358" y="42938"/>
                  </a:lnTo>
                  <a:lnTo>
                    <a:pt x="21539" y="43158"/>
                  </a:lnTo>
                  <a:lnTo>
                    <a:pt x="21739" y="43339"/>
                  </a:lnTo>
                  <a:lnTo>
                    <a:pt x="21920" y="43519"/>
                  </a:lnTo>
                  <a:lnTo>
                    <a:pt x="22121" y="43640"/>
                  </a:lnTo>
                  <a:lnTo>
                    <a:pt x="22562" y="43880"/>
                  </a:lnTo>
                  <a:lnTo>
                    <a:pt x="23043" y="44101"/>
                  </a:lnTo>
                  <a:lnTo>
                    <a:pt x="23585" y="44301"/>
                  </a:lnTo>
                  <a:lnTo>
                    <a:pt x="24166" y="44502"/>
                  </a:lnTo>
                  <a:lnTo>
                    <a:pt x="24808" y="44682"/>
                  </a:lnTo>
                  <a:lnTo>
                    <a:pt x="25510" y="44843"/>
                  </a:lnTo>
                  <a:lnTo>
                    <a:pt x="26232" y="45003"/>
                  </a:lnTo>
                  <a:lnTo>
                    <a:pt x="26994" y="45144"/>
                  </a:lnTo>
                  <a:lnTo>
                    <a:pt x="27776" y="45284"/>
                  </a:lnTo>
                  <a:lnTo>
                    <a:pt x="28598" y="45404"/>
                  </a:lnTo>
                  <a:lnTo>
                    <a:pt x="29460" y="45505"/>
                  </a:lnTo>
                  <a:lnTo>
                    <a:pt x="30323" y="45605"/>
                  </a:lnTo>
                  <a:lnTo>
                    <a:pt x="32108" y="45785"/>
                  </a:lnTo>
                  <a:lnTo>
                    <a:pt x="33913" y="45926"/>
                  </a:lnTo>
                  <a:lnTo>
                    <a:pt x="35717" y="46026"/>
                  </a:lnTo>
                  <a:lnTo>
                    <a:pt x="37502" y="46106"/>
                  </a:lnTo>
                  <a:lnTo>
                    <a:pt x="39227" y="46167"/>
                  </a:lnTo>
                  <a:lnTo>
                    <a:pt x="40851" y="46207"/>
                  </a:lnTo>
                  <a:lnTo>
                    <a:pt x="43719" y="46247"/>
                  </a:lnTo>
                  <a:lnTo>
                    <a:pt x="48051" y="46247"/>
                  </a:lnTo>
                  <a:lnTo>
                    <a:pt x="49455" y="46227"/>
                  </a:lnTo>
                  <a:lnTo>
                    <a:pt x="51039" y="46207"/>
                  </a:lnTo>
                  <a:lnTo>
                    <a:pt x="52724" y="46146"/>
                  </a:lnTo>
                  <a:lnTo>
                    <a:pt x="54488" y="46046"/>
                  </a:lnTo>
                  <a:lnTo>
                    <a:pt x="56313" y="45926"/>
                  </a:lnTo>
                  <a:lnTo>
                    <a:pt x="57216" y="45826"/>
                  </a:lnTo>
                  <a:lnTo>
                    <a:pt x="58138" y="45745"/>
                  </a:lnTo>
                  <a:lnTo>
                    <a:pt x="58921" y="45645"/>
                  </a:lnTo>
                  <a:lnTo>
                    <a:pt x="59703" y="45545"/>
                  </a:lnTo>
                  <a:lnTo>
                    <a:pt x="60485" y="45425"/>
                  </a:lnTo>
                  <a:lnTo>
                    <a:pt x="61247" y="45284"/>
                  </a:lnTo>
                  <a:lnTo>
                    <a:pt x="61989" y="45144"/>
                  </a:lnTo>
                  <a:lnTo>
                    <a:pt x="62711" y="44983"/>
                  </a:lnTo>
                  <a:lnTo>
                    <a:pt x="63393" y="44803"/>
                  </a:lnTo>
                  <a:lnTo>
                    <a:pt x="64075" y="44622"/>
                  </a:lnTo>
                  <a:lnTo>
                    <a:pt x="64716" y="44422"/>
                  </a:lnTo>
                  <a:lnTo>
                    <a:pt x="65338" y="44201"/>
                  </a:lnTo>
                  <a:lnTo>
                    <a:pt x="65920" y="43961"/>
                  </a:lnTo>
                  <a:lnTo>
                    <a:pt x="66461" y="43720"/>
                  </a:lnTo>
                  <a:lnTo>
                    <a:pt x="66962" y="43439"/>
                  </a:lnTo>
                  <a:lnTo>
                    <a:pt x="67424" y="43158"/>
                  </a:lnTo>
                  <a:lnTo>
                    <a:pt x="67845" y="42837"/>
                  </a:lnTo>
                  <a:lnTo>
                    <a:pt x="68025" y="42677"/>
                  </a:lnTo>
                  <a:lnTo>
                    <a:pt x="68206" y="42517"/>
                  </a:lnTo>
                  <a:lnTo>
                    <a:pt x="68386" y="42316"/>
                  </a:lnTo>
                  <a:lnTo>
                    <a:pt x="68567" y="42116"/>
                  </a:lnTo>
                  <a:lnTo>
                    <a:pt x="68747" y="41875"/>
                  </a:lnTo>
                  <a:lnTo>
                    <a:pt x="68908" y="41634"/>
                  </a:lnTo>
                  <a:lnTo>
                    <a:pt x="69249" y="41093"/>
                  </a:lnTo>
                  <a:lnTo>
                    <a:pt x="69549" y="40491"/>
                  </a:lnTo>
                  <a:lnTo>
                    <a:pt x="69850" y="39829"/>
                  </a:lnTo>
                  <a:lnTo>
                    <a:pt x="70131" y="39107"/>
                  </a:lnTo>
                  <a:lnTo>
                    <a:pt x="70392" y="38365"/>
                  </a:lnTo>
                  <a:lnTo>
                    <a:pt x="70652" y="37563"/>
                  </a:lnTo>
                  <a:lnTo>
                    <a:pt x="70873" y="36721"/>
                  </a:lnTo>
                  <a:lnTo>
                    <a:pt x="71074" y="35858"/>
                  </a:lnTo>
                  <a:lnTo>
                    <a:pt x="71254" y="34956"/>
                  </a:lnTo>
                  <a:lnTo>
                    <a:pt x="71435" y="34054"/>
                  </a:lnTo>
                  <a:lnTo>
                    <a:pt x="71575" y="33131"/>
                  </a:lnTo>
                  <a:lnTo>
                    <a:pt x="71695" y="32189"/>
                  </a:lnTo>
                  <a:lnTo>
                    <a:pt x="71775" y="31246"/>
                  </a:lnTo>
                  <a:lnTo>
                    <a:pt x="71856" y="30303"/>
                  </a:lnTo>
                  <a:lnTo>
                    <a:pt x="71896" y="29361"/>
                  </a:lnTo>
                  <a:lnTo>
                    <a:pt x="71916" y="28418"/>
                  </a:lnTo>
                  <a:lnTo>
                    <a:pt x="71916" y="27516"/>
                  </a:lnTo>
                  <a:lnTo>
                    <a:pt x="71876" y="26613"/>
                  </a:lnTo>
                  <a:lnTo>
                    <a:pt x="71816" y="25751"/>
                  </a:lnTo>
                  <a:lnTo>
                    <a:pt x="71715" y="24909"/>
                  </a:lnTo>
                  <a:lnTo>
                    <a:pt x="71595" y="24107"/>
                  </a:lnTo>
                  <a:lnTo>
                    <a:pt x="71435" y="23344"/>
                  </a:lnTo>
                  <a:lnTo>
                    <a:pt x="71254" y="22622"/>
                  </a:lnTo>
                  <a:lnTo>
                    <a:pt x="71033" y="21961"/>
                  </a:lnTo>
                  <a:lnTo>
                    <a:pt x="70913" y="21640"/>
                  </a:lnTo>
                  <a:lnTo>
                    <a:pt x="70793" y="21339"/>
                  </a:lnTo>
                  <a:lnTo>
                    <a:pt x="70652" y="21058"/>
                  </a:lnTo>
                  <a:lnTo>
                    <a:pt x="70512" y="20798"/>
                  </a:lnTo>
                  <a:lnTo>
                    <a:pt x="70352" y="20537"/>
                  </a:lnTo>
                  <a:lnTo>
                    <a:pt x="70191" y="20316"/>
                  </a:lnTo>
                  <a:lnTo>
                    <a:pt x="70011" y="20096"/>
                  </a:lnTo>
                  <a:lnTo>
                    <a:pt x="69830" y="19895"/>
                  </a:lnTo>
                  <a:lnTo>
                    <a:pt x="69650" y="19715"/>
                  </a:lnTo>
                  <a:lnTo>
                    <a:pt x="69449" y="19574"/>
                  </a:lnTo>
                  <a:lnTo>
                    <a:pt x="69229" y="19434"/>
                  </a:lnTo>
                  <a:lnTo>
                    <a:pt x="69028" y="19313"/>
                  </a:lnTo>
                  <a:lnTo>
                    <a:pt x="68587" y="19133"/>
                  </a:lnTo>
                  <a:lnTo>
                    <a:pt x="68105" y="18953"/>
                  </a:lnTo>
                  <a:lnTo>
                    <a:pt x="67584" y="18792"/>
                  </a:lnTo>
                  <a:lnTo>
                    <a:pt x="67002" y="18632"/>
                  </a:lnTo>
                  <a:lnTo>
                    <a:pt x="66381" y="18491"/>
                  </a:lnTo>
                  <a:lnTo>
                    <a:pt x="65739" y="18371"/>
                  </a:lnTo>
                  <a:lnTo>
                    <a:pt x="65057" y="18251"/>
                  </a:lnTo>
                  <a:lnTo>
                    <a:pt x="64335" y="18150"/>
                  </a:lnTo>
                  <a:lnTo>
                    <a:pt x="63573" y="18050"/>
                  </a:lnTo>
                  <a:lnTo>
                    <a:pt x="62791" y="17950"/>
                  </a:lnTo>
                  <a:lnTo>
                    <a:pt x="61127" y="17809"/>
                  </a:lnTo>
                  <a:lnTo>
                    <a:pt x="59382" y="17689"/>
                  </a:lnTo>
                  <a:lnTo>
                    <a:pt x="57577" y="17609"/>
                  </a:lnTo>
                  <a:lnTo>
                    <a:pt x="56554" y="17569"/>
                  </a:lnTo>
                  <a:lnTo>
                    <a:pt x="55511" y="17549"/>
                  </a:lnTo>
                  <a:lnTo>
                    <a:pt x="53486" y="17509"/>
                  </a:lnTo>
                  <a:lnTo>
                    <a:pt x="49375" y="17509"/>
                  </a:lnTo>
                  <a:lnTo>
                    <a:pt x="47329" y="17529"/>
                  </a:lnTo>
                  <a:lnTo>
                    <a:pt x="43418" y="17609"/>
                  </a:lnTo>
                  <a:lnTo>
                    <a:pt x="39809" y="17709"/>
                  </a:lnTo>
                  <a:lnTo>
                    <a:pt x="38124" y="17749"/>
                  </a:lnTo>
                  <a:lnTo>
                    <a:pt x="37743" y="17749"/>
                  </a:lnTo>
                  <a:lnTo>
                    <a:pt x="36480" y="17789"/>
                  </a:lnTo>
                  <a:lnTo>
                    <a:pt x="34875" y="17809"/>
                  </a:lnTo>
                  <a:lnTo>
                    <a:pt x="33592" y="17809"/>
                  </a:lnTo>
                  <a:lnTo>
                    <a:pt x="33090" y="17789"/>
                  </a:lnTo>
                  <a:lnTo>
                    <a:pt x="32689" y="17769"/>
                  </a:lnTo>
                  <a:lnTo>
                    <a:pt x="32388" y="17729"/>
                  </a:lnTo>
                  <a:lnTo>
                    <a:pt x="32188" y="17689"/>
                  </a:lnTo>
                  <a:lnTo>
                    <a:pt x="32027" y="17609"/>
                  </a:lnTo>
                  <a:lnTo>
                    <a:pt x="31847" y="17448"/>
                  </a:lnTo>
                  <a:lnTo>
                    <a:pt x="31626" y="17228"/>
                  </a:lnTo>
                  <a:lnTo>
                    <a:pt x="31366" y="16967"/>
                  </a:lnTo>
                  <a:lnTo>
                    <a:pt x="31105" y="16626"/>
                  </a:lnTo>
                  <a:lnTo>
                    <a:pt x="30804" y="16265"/>
                  </a:lnTo>
                  <a:lnTo>
                    <a:pt x="30122" y="15363"/>
                  </a:lnTo>
                  <a:lnTo>
                    <a:pt x="29380" y="14320"/>
                  </a:lnTo>
                  <a:lnTo>
                    <a:pt x="28538" y="13137"/>
                  </a:lnTo>
                  <a:lnTo>
                    <a:pt x="26693" y="10530"/>
                  </a:lnTo>
                  <a:lnTo>
                    <a:pt x="25710" y="9146"/>
                  </a:lnTo>
                  <a:lnTo>
                    <a:pt x="24688" y="7762"/>
                  </a:lnTo>
                  <a:lnTo>
                    <a:pt x="23645" y="6398"/>
                  </a:lnTo>
                  <a:lnTo>
                    <a:pt x="22602" y="5095"/>
                  </a:lnTo>
                  <a:lnTo>
                    <a:pt x="22080" y="4473"/>
                  </a:lnTo>
                  <a:lnTo>
                    <a:pt x="21559" y="3871"/>
                  </a:lnTo>
                  <a:lnTo>
                    <a:pt x="21038" y="3310"/>
                  </a:lnTo>
                  <a:lnTo>
                    <a:pt x="20536" y="2768"/>
                  </a:lnTo>
                  <a:lnTo>
                    <a:pt x="20015" y="2267"/>
                  </a:lnTo>
                  <a:lnTo>
                    <a:pt x="19534" y="1806"/>
                  </a:lnTo>
                  <a:lnTo>
                    <a:pt x="19032" y="1385"/>
                  </a:lnTo>
                  <a:lnTo>
                    <a:pt x="18551" y="1024"/>
                  </a:lnTo>
                  <a:lnTo>
                    <a:pt x="18250" y="803"/>
                  </a:lnTo>
                  <a:lnTo>
                    <a:pt x="17969" y="623"/>
                  </a:lnTo>
                  <a:lnTo>
                    <a:pt x="17688" y="462"/>
                  </a:lnTo>
                  <a:lnTo>
                    <a:pt x="17408" y="322"/>
                  </a:lnTo>
                  <a:lnTo>
                    <a:pt x="17127" y="202"/>
                  </a:lnTo>
                  <a:lnTo>
                    <a:pt x="16866" y="121"/>
                  </a:lnTo>
                  <a:lnTo>
                    <a:pt x="16606" y="41"/>
                  </a:lnTo>
                  <a:lnTo>
                    <a:pt x="1634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9" name="Google Shape;6569;p30"/>
            <p:cNvSpPr/>
            <p:nvPr/>
          </p:nvSpPr>
          <p:spPr>
            <a:xfrm>
              <a:off x="8256675" y="3979700"/>
              <a:ext cx="1797900" cy="1156175"/>
            </a:xfrm>
            <a:custGeom>
              <a:avLst/>
              <a:gdLst/>
              <a:ahLst/>
              <a:cxnLst/>
              <a:rect l="l" t="t" r="r" b="b"/>
              <a:pathLst>
                <a:path w="71916" h="46247" fill="none" extrusionOk="0">
                  <a:moveTo>
                    <a:pt x="68206" y="42517"/>
                  </a:moveTo>
                  <a:lnTo>
                    <a:pt x="68206" y="42517"/>
                  </a:lnTo>
                  <a:lnTo>
                    <a:pt x="68025" y="42677"/>
                  </a:lnTo>
                  <a:lnTo>
                    <a:pt x="67845" y="42837"/>
                  </a:lnTo>
                  <a:lnTo>
                    <a:pt x="67424" y="43158"/>
                  </a:lnTo>
                  <a:lnTo>
                    <a:pt x="66962" y="43439"/>
                  </a:lnTo>
                  <a:lnTo>
                    <a:pt x="66461" y="43720"/>
                  </a:lnTo>
                  <a:lnTo>
                    <a:pt x="65920" y="43961"/>
                  </a:lnTo>
                  <a:lnTo>
                    <a:pt x="65338" y="44201"/>
                  </a:lnTo>
                  <a:lnTo>
                    <a:pt x="64716" y="44422"/>
                  </a:lnTo>
                  <a:lnTo>
                    <a:pt x="64075" y="44622"/>
                  </a:lnTo>
                  <a:lnTo>
                    <a:pt x="63393" y="44803"/>
                  </a:lnTo>
                  <a:lnTo>
                    <a:pt x="62711" y="44983"/>
                  </a:lnTo>
                  <a:lnTo>
                    <a:pt x="61989" y="45144"/>
                  </a:lnTo>
                  <a:lnTo>
                    <a:pt x="61247" y="45284"/>
                  </a:lnTo>
                  <a:lnTo>
                    <a:pt x="60485" y="45425"/>
                  </a:lnTo>
                  <a:lnTo>
                    <a:pt x="59703" y="45545"/>
                  </a:lnTo>
                  <a:lnTo>
                    <a:pt x="58921" y="45645"/>
                  </a:lnTo>
                  <a:lnTo>
                    <a:pt x="58138" y="45745"/>
                  </a:lnTo>
                  <a:lnTo>
                    <a:pt x="58138" y="45745"/>
                  </a:lnTo>
                  <a:lnTo>
                    <a:pt x="57216" y="45826"/>
                  </a:lnTo>
                  <a:lnTo>
                    <a:pt x="56313" y="45926"/>
                  </a:lnTo>
                  <a:lnTo>
                    <a:pt x="54488" y="46046"/>
                  </a:lnTo>
                  <a:lnTo>
                    <a:pt x="52724" y="46146"/>
                  </a:lnTo>
                  <a:lnTo>
                    <a:pt x="51039" y="46207"/>
                  </a:lnTo>
                  <a:lnTo>
                    <a:pt x="49455" y="46227"/>
                  </a:lnTo>
                  <a:lnTo>
                    <a:pt x="48051" y="46247"/>
                  </a:lnTo>
                  <a:lnTo>
                    <a:pt x="45825" y="46247"/>
                  </a:lnTo>
                  <a:lnTo>
                    <a:pt x="45825" y="46247"/>
                  </a:lnTo>
                  <a:lnTo>
                    <a:pt x="43719" y="46247"/>
                  </a:lnTo>
                  <a:lnTo>
                    <a:pt x="40851" y="46207"/>
                  </a:lnTo>
                  <a:lnTo>
                    <a:pt x="39227" y="46167"/>
                  </a:lnTo>
                  <a:lnTo>
                    <a:pt x="37502" y="46106"/>
                  </a:lnTo>
                  <a:lnTo>
                    <a:pt x="35717" y="46026"/>
                  </a:lnTo>
                  <a:lnTo>
                    <a:pt x="33913" y="45926"/>
                  </a:lnTo>
                  <a:lnTo>
                    <a:pt x="32108" y="45785"/>
                  </a:lnTo>
                  <a:lnTo>
                    <a:pt x="30323" y="45605"/>
                  </a:lnTo>
                  <a:lnTo>
                    <a:pt x="29460" y="45505"/>
                  </a:lnTo>
                  <a:lnTo>
                    <a:pt x="28598" y="45404"/>
                  </a:lnTo>
                  <a:lnTo>
                    <a:pt x="27776" y="45284"/>
                  </a:lnTo>
                  <a:lnTo>
                    <a:pt x="26994" y="45144"/>
                  </a:lnTo>
                  <a:lnTo>
                    <a:pt x="26232" y="45003"/>
                  </a:lnTo>
                  <a:lnTo>
                    <a:pt x="25510" y="44843"/>
                  </a:lnTo>
                  <a:lnTo>
                    <a:pt x="24808" y="44682"/>
                  </a:lnTo>
                  <a:lnTo>
                    <a:pt x="24166" y="44502"/>
                  </a:lnTo>
                  <a:lnTo>
                    <a:pt x="23585" y="44301"/>
                  </a:lnTo>
                  <a:lnTo>
                    <a:pt x="23043" y="44101"/>
                  </a:lnTo>
                  <a:lnTo>
                    <a:pt x="22562" y="43880"/>
                  </a:lnTo>
                  <a:lnTo>
                    <a:pt x="22121" y="43640"/>
                  </a:lnTo>
                  <a:lnTo>
                    <a:pt x="22121" y="43640"/>
                  </a:lnTo>
                  <a:lnTo>
                    <a:pt x="21920" y="43519"/>
                  </a:lnTo>
                  <a:lnTo>
                    <a:pt x="21739" y="43339"/>
                  </a:lnTo>
                  <a:lnTo>
                    <a:pt x="21539" y="43158"/>
                  </a:lnTo>
                  <a:lnTo>
                    <a:pt x="21358" y="42938"/>
                  </a:lnTo>
                  <a:lnTo>
                    <a:pt x="21158" y="42697"/>
                  </a:lnTo>
                  <a:lnTo>
                    <a:pt x="20977" y="42436"/>
                  </a:lnTo>
                  <a:lnTo>
                    <a:pt x="20797" y="42156"/>
                  </a:lnTo>
                  <a:lnTo>
                    <a:pt x="20616" y="41855"/>
                  </a:lnTo>
                  <a:lnTo>
                    <a:pt x="20276" y="41173"/>
                  </a:lnTo>
                  <a:lnTo>
                    <a:pt x="19935" y="40411"/>
                  </a:lnTo>
                  <a:lnTo>
                    <a:pt x="19594" y="39609"/>
                  </a:lnTo>
                  <a:lnTo>
                    <a:pt x="19273" y="38726"/>
                  </a:lnTo>
                  <a:lnTo>
                    <a:pt x="18972" y="37784"/>
                  </a:lnTo>
                  <a:lnTo>
                    <a:pt x="18671" y="36801"/>
                  </a:lnTo>
                  <a:lnTo>
                    <a:pt x="18370" y="35798"/>
                  </a:lnTo>
                  <a:lnTo>
                    <a:pt x="18090" y="34735"/>
                  </a:lnTo>
                  <a:lnTo>
                    <a:pt x="17829" y="33673"/>
                  </a:lnTo>
                  <a:lnTo>
                    <a:pt x="17568" y="32590"/>
                  </a:lnTo>
                  <a:lnTo>
                    <a:pt x="17067" y="30404"/>
                  </a:lnTo>
                  <a:lnTo>
                    <a:pt x="16626" y="28238"/>
                  </a:lnTo>
                  <a:lnTo>
                    <a:pt x="16245" y="26172"/>
                  </a:lnTo>
                  <a:lnTo>
                    <a:pt x="15583" y="22542"/>
                  </a:lnTo>
                  <a:lnTo>
                    <a:pt x="15322" y="21098"/>
                  </a:lnTo>
                  <a:lnTo>
                    <a:pt x="15101" y="19975"/>
                  </a:lnTo>
                  <a:lnTo>
                    <a:pt x="14941" y="19253"/>
                  </a:lnTo>
                  <a:lnTo>
                    <a:pt x="14881" y="19053"/>
                  </a:lnTo>
                  <a:lnTo>
                    <a:pt x="14841" y="19013"/>
                  </a:lnTo>
                  <a:lnTo>
                    <a:pt x="14821" y="18993"/>
                  </a:lnTo>
                  <a:lnTo>
                    <a:pt x="14821" y="18993"/>
                  </a:lnTo>
                  <a:lnTo>
                    <a:pt x="14680" y="18973"/>
                  </a:lnTo>
                  <a:lnTo>
                    <a:pt x="14400" y="18993"/>
                  </a:lnTo>
                  <a:lnTo>
                    <a:pt x="13497" y="19133"/>
                  </a:lnTo>
                  <a:lnTo>
                    <a:pt x="10790" y="19614"/>
                  </a:lnTo>
                  <a:lnTo>
                    <a:pt x="10790" y="19614"/>
                  </a:lnTo>
                  <a:lnTo>
                    <a:pt x="9807" y="19775"/>
                  </a:lnTo>
                  <a:lnTo>
                    <a:pt x="8824" y="19915"/>
                  </a:lnTo>
                  <a:lnTo>
                    <a:pt x="7822" y="20056"/>
                  </a:lnTo>
                  <a:lnTo>
                    <a:pt x="6879" y="20156"/>
                  </a:lnTo>
                  <a:lnTo>
                    <a:pt x="5997" y="20236"/>
                  </a:lnTo>
                  <a:lnTo>
                    <a:pt x="5576" y="20256"/>
                  </a:lnTo>
                  <a:lnTo>
                    <a:pt x="5195" y="20256"/>
                  </a:lnTo>
                  <a:lnTo>
                    <a:pt x="4834" y="20236"/>
                  </a:lnTo>
                  <a:lnTo>
                    <a:pt x="4493" y="20216"/>
                  </a:lnTo>
                  <a:lnTo>
                    <a:pt x="4212" y="20176"/>
                  </a:lnTo>
                  <a:lnTo>
                    <a:pt x="3951" y="20116"/>
                  </a:lnTo>
                  <a:lnTo>
                    <a:pt x="3951" y="20116"/>
                  </a:lnTo>
                  <a:lnTo>
                    <a:pt x="3731" y="20056"/>
                  </a:lnTo>
                  <a:lnTo>
                    <a:pt x="3530" y="19955"/>
                  </a:lnTo>
                  <a:lnTo>
                    <a:pt x="3309" y="19855"/>
                  </a:lnTo>
                  <a:lnTo>
                    <a:pt x="3109" y="19755"/>
                  </a:lnTo>
                  <a:lnTo>
                    <a:pt x="2888" y="19614"/>
                  </a:lnTo>
                  <a:lnTo>
                    <a:pt x="2688" y="19474"/>
                  </a:lnTo>
                  <a:lnTo>
                    <a:pt x="2267" y="19133"/>
                  </a:lnTo>
                  <a:lnTo>
                    <a:pt x="1886" y="18772"/>
                  </a:lnTo>
                  <a:lnTo>
                    <a:pt x="1525" y="18351"/>
                  </a:lnTo>
                  <a:lnTo>
                    <a:pt x="1184" y="17910"/>
                  </a:lnTo>
                  <a:lnTo>
                    <a:pt x="863" y="17428"/>
                  </a:lnTo>
                  <a:lnTo>
                    <a:pt x="602" y="16907"/>
                  </a:lnTo>
                  <a:lnTo>
                    <a:pt x="482" y="16646"/>
                  </a:lnTo>
                  <a:lnTo>
                    <a:pt x="381" y="16386"/>
                  </a:lnTo>
                  <a:lnTo>
                    <a:pt x="281" y="16125"/>
                  </a:lnTo>
                  <a:lnTo>
                    <a:pt x="201" y="15844"/>
                  </a:lnTo>
                  <a:lnTo>
                    <a:pt x="121" y="15583"/>
                  </a:lnTo>
                  <a:lnTo>
                    <a:pt x="81" y="15303"/>
                  </a:lnTo>
                  <a:lnTo>
                    <a:pt x="41" y="15022"/>
                  </a:lnTo>
                  <a:lnTo>
                    <a:pt x="0" y="14761"/>
                  </a:lnTo>
                  <a:lnTo>
                    <a:pt x="0" y="14480"/>
                  </a:lnTo>
                  <a:lnTo>
                    <a:pt x="0" y="14200"/>
                  </a:lnTo>
                  <a:lnTo>
                    <a:pt x="41" y="13939"/>
                  </a:lnTo>
                  <a:lnTo>
                    <a:pt x="81" y="13658"/>
                  </a:lnTo>
                  <a:lnTo>
                    <a:pt x="141" y="13397"/>
                  </a:lnTo>
                  <a:lnTo>
                    <a:pt x="221" y="13137"/>
                  </a:lnTo>
                  <a:lnTo>
                    <a:pt x="221" y="13137"/>
                  </a:lnTo>
                  <a:lnTo>
                    <a:pt x="301" y="12956"/>
                  </a:lnTo>
                  <a:lnTo>
                    <a:pt x="402" y="12776"/>
                  </a:lnTo>
                  <a:lnTo>
                    <a:pt x="522" y="12555"/>
                  </a:lnTo>
                  <a:lnTo>
                    <a:pt x="662" y="12335"/>
                  </a:lnTo>
                  <a:lnTo>
                    <a:pt x="1023" y="11833"/>
                  </a:lnTo>
                  <a:lnTo>
                    <a:pt x="1484" y="11272"/>
                  </a:lnTo>
                  <a:lnTo>
                    <a:pt x="2006" y="10670"/>
                  </a:lnTo>
                  <a:lnTo>
                    <a:pt x="2608" y="10028"/>
                  </a:lnTo>
                  <a:lnTo>
                    <a:pt x="3249" y="9346"/>
                  </a:lnTo>
                  <a:lnTo>
                    <a:pt x="3971" y="8665"/>
                  </a:lnTo>
                  <a:lnTo>
                    <a:pt x="3971" y="8665"/>
                  </a:lnTo>
                  <a:lnTo>
                    <a:pt x="5154" y="7521"/>
                  </a:lnTo>
                  <a:lnTo>
                    <a:pt x="6438" y="6378"/>
                  </a:lnTo>
                  <a:lnTo>
                    <a:pt x="6438" y="6378"/>
                  </a:lnTo>
                  <a:lnTo>
                    <a:pt x="7862" y="5175"/>
                  </a:lnTo>
                  <a:lnTo>
                    <a:pt x="8584" y="4573"/>
                  </a:lnTo>
                  <a:lnTo>
                    <a:pt x="9306" y="4012"/>
                  </a:lnTo>
                  <a:lnTo>
                    <a:pt x="10008" y="3450"/>
                  </a:lnTo>
                  <a:lnTo>
                    <a:pt x="10710" y="2929"/>
                  </a:lnTo>
                  <a:lnTo>
                    <a:pt x="11411" y="2428"/>
                  </a:lnTo>
                  <a:lnTo>
                    <a:pt x="12073" y="1966"/>
                  </a:lnTo>
                  <a:lnTo>
                    <a:pt x="12715" y="1545"/>
                  </a:lnTo>
                  <a:lnTo>
                    <a:pt x="13337" y="1164"/>
                  </a:lnTo>
                  <a:lnTo>
                    <a:pt x="13918" y="823"/>
                  </a:lnTo>
                  <a:lnTo>
                    <a:pt x="14460" y="542"/>
                  </a:lnTo>
                  <a:lnTo>
                    <a:pt x="14941" y="302"/>
                  </a:lnTo>
                  <a:lnTo>
                    <a:pt x="15402" y="141"/>
                  </a:lnTo>
                  <a:lnTo>
                    <a:pt x="15603" y="81"/>
                  </a:lnTo>
                  <a:lnTo>
                    <a:pt x="15783" y="41"/>
                  </a:lnTo>
                  <a:lnTo>
                    <a:pt x="15964" y="1"/>
                  </a:lnTo>
                  <a:lnTo>
                    <a:pt x="16124" y="1"/>
                  </a:lnTo>
                  <a:lnTo>
                    <a:pt x="16124" y="1"/>
                  </a:lnTo>
                  <a:lnTo>
                    <a:pt x="16345" y="1"/>
                  </a:lnTo>
                  <a:lnTo>
                    <a:pt x="16345" y="1"/>
                  </a:lnTo>
                  <a:lnTo>
                    <a:pt x="16606" y="41"/>
                  </a:lnTo>
                  <a:lnTo>
                    <a:pt x="16866" y="121"/>
                  </a:lnTo>
                  <a:lnTo>
                    <a:pt x="17127" y="202"/>
                  </a:lnTo>
                  <a:lnTo>
                    <a:pt x="17408" y="322"/>
                  </a:lnTo>
                  <a:lnTo>
                    <a:pt x="17688" y="462"/>
                  </a:lnTo>
                  <a:lnTo>
                    <a:pt x="17969" y="623"/>
                  </a:lnTo>
                  <a:lnTo>
                    <a:pt x="18250" y="803"/>
                  </a:lnTo>
                  <a:lnTo>
                    <a:pt x="18551" y="1024"/>
                  </a:lnTo>
                  <a:lnTo>
                    <a:pt x="18551" y="1024"/>
                  </a:lnTo>
                  <a:lnTo>
                    <a:pt x="19032" y="1385"/>
                  </a:lnTo>
                  <a:lnTo>
                    <a:pt x="19534" y="1806"/>
                  </a:lnTo>
                  <a:lnTo>
                    <a:pt x="20015" y="2267"/>
                  </a:lnTo>
                  <a:lnTo>
                    <a:pt x="20536" y="2768"/>
                  </a:lnTo>
                  <a:lnTo>
                    <a:pt x="21038" y="3310"/>
                  </a:lnTo>
                  <a:lnTo>
                    <a:pt x="21559" y="3871"/>
                  </a:lnTo>
                  <a:lnTo>
                    <a:pt x="22080" y="4473"/>
                  </a:lnTo>
                  <a:lnTo>
                    <a:pt x="22602" y="5095"/>
                  </a:lnTo>
                  <a:lnTo>
                    <a:pt x="23645" y="6398"/>
                  </a:lnTo>
                  <a:lnTo>
                    <a:pt x="24688" y="7762"/>
                  </a:lnTo>
                  <a:lnTo>
                    <a:pt x="25710" y="9146"/>
                  </a:lnTo>
                  <a:lnTo>
                    <a:pt x="26693" y="10530"/>
                  </a:lnTo>
                  <a:lnTo>
                    <a:pt x="28538" y="13137"/>
                  </a:lnTo>
                  <a:lnTo>
                    <a:pt x="29380" y="14320"/>
                  </a:lnTo>
                  <a:lnTo>
                    <a:pt x="30122" y="15363"/>
                  </a:lnTo>
                  <a:lnTo>
                    <a:pt x="30804" y="16265"/>
                  </a:lnTo>
                  <a:lnTo>
                    <a:pt x="31105" y="16626"/>
                  </a:lnTo>
                  <a:lnTo>
                    <a:pt x="31366" y="16967"/>
                  </a:lnTo>
                  <a:lnTo>
                    <a:pt x="31626" y="17228"/>
                  </a:lnTo>
                  <a:lnTo>
                    <a:pt x="31847" y="17448"/>
                  </a:lnTo>
                  <a:lnTo>
                    <a:pt x="32027" y="17609"/>
                  </a:lnTo>
                  <a:lnTo>
                    <a:pt x="32188" y="17689"/>
                  </a:lnTo>
                  <a:lnTo>
                    <a:pt x="32188" y="17689"/>
                  </a:lnTo>
                  <a:lnTo>
                    <a:pt x="32388" y="17729"/>
                  </a:lnTo>
                  <a:lnTo>
                    <a:pt x="32689" y="17769"/>
                  </a:lnTo>
                  <a:lnTo>
                    <a:pt x="33090" y="17789"/>
                  </a:lnTo>
                  <a:lnTo>
                    <a:pt x="33592" y="17809"/>
                  </a:lnTo>
                  <a:lnTo>
                    <a:pt x="34875" y="17809"/>
                  </a:lnTo>
                  <a:lnTo>
                    <a:pt x="36480" y="17789"/>
                  </a:lnTo>
                  <a:lnTo>
                    <a:pt x="36480" y="17789"/>
                  </a:lnTo>
                  <a:lnTo>
                    <a:pt x="37743" y="17749"/>
                  </a:lnTo>
                  <a:lnTo>
                    <a:pt x="37743" y="17749"/>
                  </a:lnTo>
                  <a:lnTo>
                    <a:pt x="38124" y="17749"/>
                  </a:lnTo>
                  <a:lnTo>
                    <a:pt x="38124" y="17749"/>
                  </a:lnTo>
                  <a:lnTo>
                    <a:pt x="39809" y="17709"/>
                  </a:lnTo>
                  <a:lnTo>
                    <a:pt x="39809" y="17709"/>
                  </a:lnTo>
                  <a:lnTo>
                    <a:pt x="43418" y="17609"/>
                  </a:lnTo>
                  <a:lnTo>
                    <a:pt x="47329" y="17529"/>
                  </a:lnTo>
                  <a:lnTo>
                    <a:pt x="49375" y="17509"/>
                  </a:lnTo>
                  <a:lnTo>
                    <a:pt x="51420" y="17509"/>
                  </a:lnTo>
                  <a:lnTo>
                    <a:pt x="53486" y="17509"/>
                  </a:lnTo>
                  <a:lnTo>
                    <a:pt x="55511" y="17549"/>
                  </a:lnTo>
                  <a:lnTo>
                    <a:pt x="55511" y="17549"/>
                  </a:lnTo>
                  <a:lnTo>
                    <a:pt x="56554" y="17569"/>
                  </a:lnTo>
                  <a:lnTo>
                    <a:pt x="57577" y="17609"/>
                  </a:lnTo>
                  <a:lnTo>
                    <a:pt x="57577" y="17609"/>
                  </a:lnTo>
                  <a:lnTo>
                    <a:pt x="59382" y="17689"/>
                  </a:lnTo>
                  <a:lnTo>
                    <a:pt x="61127" y="17809"/>
                  </a:lnTo>
                  <a:lnTo>
                    <a:pt x="62791" y="17950"/>
                  </a:lnTo>
                  <a:lnTo>
                    <a:pt x="63573" y="18050"/>
                  </a:lnTo>
                  <a:lnTo>
                    <a:pt x="64335" y="18150"/>
                  </a:lnTo>
                  <a:lnTo>
                    <a:pt x="65057" y="18251"/>
                  </a:lnTo>
                  <a:lnTo>
                    <a:pt x="65739" y="18371"/>
                  </a:lnTo>
                  <a:lnTo>
                    <a:pt x="66381" y="18491"/>
                  </a:lnTo>
                  <a:lnTo>
                    <a:pt x="67002" y="18632"/>
                  </a:lnTo>
                  <a:lnTo>
                    <a:pt x="67584" y="18792"/>
                  </a:lnTo>
                  <a:lnTo>
                    <a:pt x="68105" y="18953"/>
                  </a:lnTo>
                  <a:lnTo>
                    <a:pt x="68587" y="19133"/>
                  </a:lnTo>
                  <a:lnTo>
                    <a:pt x="69028" y="19313"/>
                  </a:lnTo>
                  <a:lnTo>
                    <a:pt x="69028" y="19313"/>
                  </a:lnTo>
                  <a:lnTo>
                    <a:pt x="69229" y="19434"/>
                  </a:lnTo>
                  <a:lnTo>
                    <a:pt x="69449" y="19574"/>
                  </a:lnTo>
                  <a:lnTo>
                    <a:pt x="69650" y="19715"/>
                  </a:lnTo>
                  <a:lnTo>
                    <a:pt x="69830" y="19895"/>
                  </a:lnTo>
                  <a:lnTo>
                    <a:pt x="70011" y="20096"/>
                  </a:lnTo>
                  <a:lnTo>
                    <a:pt x="70191" y="20316"/>
                  </a:lnTo>
                  <a:lnTo>
                    <a:pt x="70352" y="20537"/>
                  </a:lnTo>
                  <a:lnTo>
                    <a:pt x="70512" y="20798"/>
                  </a:lnTo>
                  <a:lnTo>
                    <a:pt x="70652" y="21058"/>
                  </a:lnTo>
                  <a:lnTo>
                    <a:pt x="70793" y="21339"/>
                  </a:lnTo>
                  <a:lnTo>
                    <a:pt x="70913" y="21640"/>
                  </a:lnTo>
                  <a:lnTo>
                    <a:pt x="71033" y="21961"/>
                  </a:lnTo>
                  <a:lnTo>
                    <a:pt x="71254" y="22622"/>
                  </a:lnTo>
                  <a:lnTo>
                    <a:pt x="71435" y="23344"/>
                  </a:lnTo>
                  <a:lnTo>
                    <a:pt x="71595" y="24107"/>
                  </a:lnTo>
                  <a:lnTo>
                    <a:pt x="71715" y="24909"/>
                  </a:lnTo>
                  <a:lnTo>
                    <a:pt x="71816" y="25751"/>
                  </a:lnTo>
                  <a:lnTo>
                    <a:pt x="71876" y="26613"/>
                  </a:lnTo>
                  <a:lnTo>
                    <a:pt x="71916" y="27516"/>
                  </a:lnTo>
                  <a:lnTo>
                    <a:pt x="71916" y="28418"/>
                  </a:lnTo>
                  <a:lnTo>
                    <a:pt x="71896" y="29361"/>
                  </a:lnTo>
                  <a:lnTo>
                    <a:pt x="71856" y="30303"/>
                  </a:lnTo>
                  <a:lnTo>
                    <a:pt x="71775" y="31246"/>
                  </a:lnTo>
                  <a:lnTo>
                    <a:pt x="71695" y="32189"/>
                  </a:lnTo>
                  <a:lnTo>
                    <a:pt x="71575" y="33131"/>
                  </a:lnTo>
                  <a:lnTo>
                    <a:pt x="71435" y="34054"/>
                  </a:lnTo>
                  <a:lnTo>
                    <a:pt x="71254" y="34956"/>
                  </a:lnTo>
                  <a:lnTo>
                    <a:pt x="71074" y="35858"/>
                  </a:lnTo>
                  <a:lnTo>
                    <a:pt x="70873" y="36721"/>
                  </a:lnTo>
                  <a:lnTo>
                    <a:pt x="70652" y="37563"/>
                  </a:lnTo>
                  <a:lnTo>
                    <a:pt x="70392" y="38365"/>
                  </a:lnTo>
                  <a:lnTo>
                    <a:pt x="70131" y="39107"/>
                  </a:lnTo>
                  <a:lnTo>
                    <a:pt x="69850" y="39829"/>
                  </a:lnTo>
                  <a:lnTo>
                    <a:pt x="69549" y="40491"/>
                  </a:lnTo>
                  <a:lnTo>
                    <a:pt x="69249" y="41093"/>
                  </a:lnTo>
                  <a:lnTo>
                    <a:pt x="68908" y="41634"/>
                  </a:lnTo>
                  <a:lnTo>
                    <a:pt x="68747" y="41875"/>
                  </a:lnTo>
                  <a:lnTo>
                    <a:pt x="68567" y="42116"/>
                  </a:lnTo>
                  <a:lnTo>
                    <a:pt x="68386" y="42316"/>
                  </a:lnTo>
                  <a:lnTo>
                    <a:pt x="68206" y="42517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0" name="Google Shape;6570;p30"/>
            <p:cNvSpPr/>
            <p:nvPr/>
          </p:nvSpPr>
          <p:spPr>
            <a:xfrm>
              <a:off x="8256675" y="3979700"/>
              <a:ext cx="1453475" cy="1156175"/>
            </a:xfrm>
            <a:custGeom>
              <a:avLst/>
              <a:gdLst/>
              <a:ahLst/>
              <a:cxnLst/>
              <a:rect l="l" t="t" r="r" b="b"/>
              <a:pathLst>
                <a:path w="58139" h="46247" extrusionOk="0">
                  <a:moveTo>
                    <a:pt x="16064" y="1"/>
                  </a:moveTo>
                  <a:lnTo>
                    <a:pt x="15864" y="21"/>
                  </a:lnTo>
                  <a:lnTo>
                    <a:pt x="15623" y="61"/>
                  </a:lnTo>
                  <a:lnTo>
                    <a:pt x="15362" y="141"/>
                  </a:lnTo>
                  <a:lnTo>
                    <a:pt x="15101" y="242"/>
                  </a:lnTo>
                  <a:lnTo>
                    <a:pt x="14620" y="442"/>
                  </a:lnTo>
                  <a:lnTo>
                    <a:pt x="14099" y="723"/>
                  </a:lnTo>
                  <a:lnTo>
                    <a:pt x="13858" y="964"/>
                  </a:lnTo>
                  <a:lnTo>
                    <a:pt x="13637" y="1224"/>
                  </a:lnTo>
                  <a:lnTo>
                    <a:pt x="13437" y="1485"/>
                  </a:lnTo>
                  <a:lnTo>
                    <a:pt x="13256" y="1726"/>
                  </a:lnTo>
                  <a:lnTo>
                    <a:pt x="12936" y="2227"/>
                  </a:lnTo>
                  <a:lnTo>
                    <a:pt x="12655" y="2708"/>
                  </a:lnTo>
                  <a:lnTo>
                    <a:pt x="13457" y="2067"/>
                  </a:lnTo>
                  <a:lnTo>
                    <a:pt x="14279" y="1465"/>
                  </a:lnTo>
                  <a:lnTo>
                    <a:pt x="15142" y="903"/>
                  </a:lnTo>
                  <a:lnTo>
                    <a:pt x="16004" y="382"/>
                  </a:lnTo>
                  <a:lnTo>
                    <a:pt x="16104" y="422"/>
                  </a:lnTo>
                  <a:lnTo>
                    <a:pt x="16204" y="442"/>
                  </a:lnTo>
                  <a:lnTo>
                    <a:pt x="16285" y="442"/>
                  </a:lnTo>
                  <a:lnTo>
                    <a:pt x="16365" y="402"/>
                  </a:lnTo>
                  <a:lnTo>
                    <a:pt x="16405" y="342"/>
                  </a:lnTo>
                  <a:lnTo>
                    <a:pt x="16445" y="262"/>
                  </a:lnTo>
                  <a:lnTo>
                    <a:pt x="16465" y="202"/>
                  </a:lnTo>
                  <a:lnTo>
                    <a:pt x="16465" y="121"/>
                  </a:lnTo>
                  <a:lnTo>
                    <a:pt x="16425" y="61"/>
                  </a:lnTo>
                  <a:lnTo>
                    <a:pt x="16345" y="1"/>
                  </a:lnTo>
                  <a:close/>
                  <a:moveTo>
                    <a:pt x="7601" y="8885"/>
                  </a:moveTo>
                  <a:lnTo>
                    <a:pt x="7421" y="8985"/>
                  </a:lnTo>
                  <a:lnTo>
                    <a:pt x="7140" y="9126"/>
                  </a:lnTo>
                  <a:lnTo>
                    <a:pt x="6859" y="9246"/>
                  </a:lnTo>
                  <a:lnTo>
                    <a:pt x="6298" y="9447"/>
                  </a:lnTo>
                  <a:lnTo>
                    <a:pt x="5736" y="9607"/>
                  </a:lnTo>
                  <a:lnTo>
                    <a:pt x="5174" y="9707"/>
                  </a:lnTo>
                  <a:lnTo>
                    <a:pt x="6578" y="11412"/>
                  </a:lnTo>
                  <a:lnTo>
                    <a:pt x="6699" y="10991"/>
                  </a:lnTo>
                  <a:lnTo>
                    <a:pt x="6839" y="10590"/>
                  </a:lnTo>
                  <a:lnTo>
                    <a:pt x="7020" y="10169"/>
                  </a:lnTo>
                  <a:lnTo>
                    <a:pt x="7200" y="9727"/>
                  </a:lnTo>
                  <a:lnTo>
                    <a:pt x="7401" y="9306"/>
                  </a:lnTo>
                  <a:lnTo>
                    <a:pt x="7601" y="8885"/>
                  </a:lnTo>
                  <a:close/>
                  <a:moveTo>
                    <a:pt x="2608" y="10028"/>
                  </a:moveTo>
                  <a:lnTo>
                    <a:pt x="2146" y="10510"/>
                  </a:lnTo>
                  <a:lnTo>
                    <a:pt x="1725" y="10971"/>
                  </a:lnTo>
                  <a:lnTo>
                    <a:pt x="1364" y="11412"/>
                  </a:lnTo>
                  <a:lnTo>
                    <a:pt x="1023" y="11833"/>
                  </a:lnTo>
                  <a:lnTo>
                    <a:pt x="742" y="12214"/>
                  </a:lnTo>
                  <a:lnTo>
                    <a:pt x="522" y="12555"/>
                  </a:lnTo>
                  <a:lnTo>
                    <a:pt x="341" y="12876"/>
                  </a:lnTo>
                  <a:lnTo>
                    <a:pt x="221" y="13137"/>
                  </a:lnTo>
                  <a:lnTo>
                    <a:pt x="121" y="13458"/>
                  </a:lnTo>
                  <a:lnTo>
                    <a:pt x="61" y="13798"/>
                  </a:lnTo>
                  <a:lnTo>
                    <a:pt x="20" y="14139"/>
                  </a:lnTo>
                  <a:lnTo>
                    <a:pt x="0" y="14460"/>
                  </a:lnTo>
                  <a:lnTo>
                    <a:pt x="20" y="14942"/>
                  </a:lnTo>
                  <a:lnTo>
                    <a:pt x="101" y="15403"/>
                  </a:lnTo>
                  <a:lnTo>
                    <a:pt x="201" y="15864"/>
                  </a:lnTo>
                  <a:lnTo>
                    <a:pt x="341" y="16325"/>
                  </a:lnTo>
                  <a:lnTo>
                    <a:pt x="522" y="16767"/>
                  </a:lnTo>
                  <a:lnTo>
                    <a:pt x="742" y="17188"/>
                  </a:lnTo>
                  <a:lnTo>
                    <a:pt x="983" y="17609"/>
                  </a:lnTo>
                  <a:lnTo>
                    <a:pt x="1264" y="18010"/>
                  </a:lnTo>
                  <a:lnTo>
                    <a:pt x="1545" y="18391"/>
                  </a:lnTo>
                  <a:lnTo>
                    <a:pt x="1866" y="18732"/>
                  </a:lnTo>
                  <a:lnTo>
                    <a:pt x="2186" y="19053"/>
                  </a:lnTo>
                  <a:lnTo>
                    <a:pt x="2527" y="19354"/>
                  </a:lnTo>
                  <a:lnTo>
                    <a:pt x="2868" y="19614"/>
                  </a:lnTo>
                  <a:lnTo>
                    <a:pt x="3229" y="19815"/>
                  </a:lnTo>
                  <a:lnTo>
                    <a:pt x="3590" y="19995"/>
                  </a:lnTo>
                  <a:lnTo>
                    <a:pt x="3951" y="20116"/>
                  </a:lnTo>
                  <a:lnTo>
                    <a:pt x="4212" y="20176"/>
                  </a:lnTo>
                  <a:lnTo>
                    <a:pt x="4533" y="20216"/>
                  </a:lnTo>
                  <a:lnTo>
                    <a:pt x="4874" y="20236"/>
                  </a:lnTo>
                  <a:lnTo>
                    <a:pt x="5255" y="20256"/>
                  </a:lnTo>
                  <a:lnTo>
                    <a:pt x="5836" y="20236"/>
                  </a:lnTo>
                  <a:lnTo>
                    <a:pt x="6478" y="20196"/>
                  </a:lnTo>
                  <a:lnTo>
                    <a:pt x="7160" y="20136"/>
                  </a:lnTo>
                  <a:lnTo>
                    <a:pt x="7882" y="20056"/>
                  </a:lnTo>
                  <a:lnTo>
                    <a:pt x="9326" y="19855"/>
                  </a:lnTo>
                  <a:lnTo>
                    <a:pt x="10790" y="19614"/>
                  </a:lnTo>
                  <a:lnTo>
                    <a:pt x="11010" y="19574"/>
                  </a:lnTo>
                  <a:lnTo>
                    <a:pt x="10930" y="19554"/>
                  </a:lnTo>
                  <a:lnTo>
                    <a:pt x="10850" y="19474"/>
                  </a:lnTo>
                  <a:lnTo>
                    <a:pt x="10589" y="19233"/>
                  </a:lnTo>
                  <a:lnTo>
                    <a:pt x="10228" y="18892"/>
                  </a:lnTo>
                  <a:lnTo>
                    <a:pt x="9807" y="18431"/>
                  </a:lnTo>
                  <a:lnTo>
                    <a:pt x="8744" y="17248"/>
                  </a:lnTo>
                  <a:lnTo>
                    <a:pt x="7521" y="15844"/>
                  </a:lnTo>
                  <a:lnTo>
                    <a:pt x="7320" y="15664"/>
                  </a:lnTo>
                  <a:lnTo>
                    <a:pt x="7140" y="15483"/>
                  </a:lnTo>
                  <a:lnTo>
                    <a:pt x="6979" y="15262"/>
                  </a:lnTo>
                  <a:lnTo>
                    <a:pt x="6839" y="15042"/>
                  </a:lnTo>
                  <a:lnTo>
                    <a:pt x="5275" y="13217"/>
                  </a:lnTo>
                  <a:lnTo>
                    <a:pt x="3931" y="11613"/>
                  </a:lnTo>
                  <a:lnTo>
                    <a:pt x="2608" y="10028"/>
                  </a:lnTo>
                  <a:close/>
                  <a:moveTo>
                    <a:pt x="17428" y="15523"/>
                  </a:moveTo>
                  <a:lnTo>
                    <a:pt x="16646" y="15744"/>
                  </a:lnTo>
                  <a:lnTo>
                    <a:pt x="15843" y="15944"/>
                  </a:lnTo>
                  <a:lnTo>
                    <a:pt x="15041" y="16125"/>
                  </a:lnTo>
                  <a:lnTo>
                    <a:pt x="14199" y="16305"/>
                  </a:lnTo>
                  <a:lnTo>
                    <a:pt x="13377" y="16446"/>
                  </a:lnTo>
                  <a:lnTo>
                    <a:pt x="12534" y="16566"/>
                  </a:lnTo>
                  <a:lnTo>
                    <a:pt x="11692" y="16646"/>
                  </a:lnTo>
                  <a:lnTo>
                    <a:pt x="11271" y="16666"/>
                  </a:lnTo>
                  <a:lnTo>
                    <a:pt x="10870" y="16666"/>
                  </a:lnTo>
                  <a:lnTo>
                    <a:pt x="12314" y="18451"/>
                  </a:lnTo>
                  <a:lnTo>
                    <a:pt x="12735" y="19013"/>
                  </a:lnTo>
                  <a:lnTo>
                    <a:pt x="12916" y="19233"/>
                  </a:lnTo>
                  <a:lnTo>
                    <a:pt x="14059" y="19053"/>
                  </a:lnTo>
                  <a:lnTo>
                    <a:pt x="14460" y="18993"/>
                  </a:lnTo>
                  <a:lnTo>
                    <a:pt x="14720" y="18973"/>
                  </a:lnTo>
                  <a:lnTo>
                    <a:pt x="14821" y="18993"/>
                  </a:lnTo>
                  <a:lnTo>
                    <a:pt x="14841" y="19013"/>
                  </a:lnTo>
                  <a:lnTo>
                    <a:pt x="14881" y="19053"/>
                  </a:lnTo>
                  <a:lnTo>
                    <a:pt x="14941" y="19253"/>
                  </a:lnTo>
                  <a:lnTo>
                    <a:pt x="15101" y="19975"/>
                  </a:lnTo>
                  <a:lnTo>
                    <a:pt x="15322" y="21098"/>
                  </a:lnTo>
                  <a:lnTo>
                    <a:pt x="15583" y="22542"/>
                  </a:lnTo>
                  <a:lnTo>
                    <a:pt x="16245" y="26172"/>
                  </a:lnTo>
                  <a:lnTo>
                    <a:pt x="16626" y="28238"/>
                  </a:lnTo>
                  <a:lnTo>
                    <a:pt x="17067" y="30404"/>
                  </a:lnTo>
                  <a:lnTo>
                    <a:pt x="17568" y="32590"/>
                  </a:lnTo>
                  <a:lnTo>
                    <a:pt x="17829" y="33673"/>
                  </a:lnTo>
                  <a:lnTo>
                    <a:pt x="18090" y="34735"/>
                  </a:lnTo>
                  <a:lnTo>
                    <a:pt x="18370" y="35798"/>
                  </a:lnTo>
                  <a:lnTo>
                    <a:pt x="18671" y="36801"/>
                  </a:lnTo>
                  <a:lnTo>
                    <a:pt x="18972" y="37784"/>
                  </a:lnTo>
                  <a:lnTo>
                    <a:pt x="19273" y="38726"/>
                  </a:lnTo>
                  <a:lnTo>
                    <a:pt x="19594" y="39609"/>
                  </a:lnTo>
                  <a:lnTo>
                    <a:pt x="19935" y="40411"/>
                  </a:lnTo>
                  <a:lnTo>
                    <a:pt x="20276" y="41173"/>
                  </a:lnTo>
                  <a:lnTo>
                    <a:pt x="20616" y="41855"/>
                  </a:lnTo>
                  <a:lnTo>
                    <a:pt x="20797" y="42156"/>
                  </a:lnTo>
                  <a:lnTo>
                    <a:pt x="20977" y="42436"/>
                  </a:lnTo>
                  <a:lnTo>
                    <a:pt x="21158" y="42697"/>
                  </a:lnTo>
                  <a:lnTo>
                    <a:pt x="21358" y="42938"/>
                  </a:lnTo>
                  <a:lnTo>
                    <a:pt x="21539" y="43158"/>
                  </a:lnTo>
                  <a:lnTo>
                    <a:pt x="21739" y="43339"/>
                  </a:lnTo>
                  <a:lnTo>
                    <a:pt x="21920" y="43519"/>
                  </a:lnTo>
                  <a:lnTo>
                    <a:pt x="22121" y="43640"/>
                  </a:lnTo>
                  <a:lnTo>
                    <a:pt x="22562" y="43880"/>
                  </a:lnTo>
                  <a:lnTo>
                    <a:pt x="23043" y="44101"/>
                  </a:lnTo>
                  <a:lnTo>
                    <a:pt x="23585" y="44301"/>
                  </a:lnTo>
                  <a:lnTo>
                    <a:pt x="24166" y="44502"/>
                  </a:lnTo>
                  <a:lnTo>
                    <a:pt x="24808" y="44682"/>
                  </a:lnTo>
                  <a:lnTo>
                    <a:pt x="25510" y="44843"/>
                  </a:lnTo>
                  <a:lnTo>
                    <a:pt x="26232" y="45003"/>
                  </a:lnTo>
                  <a:lnTo>
                    <a:pt x="26994" y="45144"/>
                  </a:lnTo>
                  <a:lnTo>
                    <a:pt x="27776" y="45284"/>
                  </a:lnTo>
                  <a:lnTo>
                    <a:pt x="28598" y="45404"/>
                  </a:lnTo>
                  <a:lnTo>
                    <a:pt x="29460" y="45505"/>
                  </a:lnTo>
                  <a:lnTo>
                    <a:pt x="30323" y="45605"/>
                  </a:lnTo>
                  <a:lnTo>
                    <a:pt x="32108" y="45785"/>
                  </a:lnTo>
                  <a:lnTo>
                    <a:pt x="33913" y="45926"/>
                  </a:lnTo>
                  <a:lnTo>
                    <a:pt x="35717" y="46026"/>
                  </a:lnTo>
                  <a:lnTo>
                    <a:pt x="37502" y="46106"/>
                  </a:lnTo>
                  <a:lnTo>
                    <a:pt x="39227" y="46167"/>
                  </a:lnTo>
                  <a:lnTo>
                    <a:pt x="40851" y="46207"/>
                  </a:lnTo>
                  <a:lnTo>
                    <a:pt x="43719" y="46247"/>
                  </a:lnTo>
                  <a:lnTo>
                    <a:pt x="47008" y="46247"/>
                  </a:lnTo>
                  <a:lnTo>
                    <a:pt x="49274" y="46227"/>
                  </a:lnTo>
                  <a:lnTo>
                    <a:pt x="50598" y="46207"/>
                  </a:lnTo>
                  <a:lnTo>
                    <a:pt x="52002" y="46167"/>
                  </a:lnTo>
                  <a:lnTo>
                    <a:pt x="53486" y="46106"/>
                  </a:lnTo>
                  <a:lnTo>
                    <a:pt x="55010" y="46026"/>
                  </a:lnTo>
                  <a:lnTo>
                    <a:pt x="56574" y="45886"/>
                  </a:lnTo>
                  <a:lnTo>
                    <a:pt x="58138" y="45745"/>
                  </a:lnTo>
                  <a:lnTo>
                    <a:pt x="56494" y="45745"/>
                  </a:lnTo>
                  <a:lnTo>
                    <a:pt x="55632" y="45705"/>
                  </a:lnTo>
                  <a:lnTo>
                    <a:pt x="54749" y="45665"/>
                  </a:lnTo>
                  <a:lnTo>
                    <a:pt x="53887" y="45625"/>
                  </a:lnTo>
                  <a:lnTo>
                    <a:pt x="53024" y="45545"/>
                  </a:lnTo>
                  <a:lnTo>
                    <a:pt x="52142" y="45465"/>
                  </a:lnTo>
                  <a:lnTo>
                    <a:pt x="51280" y="45384"/>
                  </a:lnTo>
                  <a:lnTo>
                    <a:pt x="50417" y="45264"/>
                  </a:lnTo>
                  <a:lnTo>
                    <a:pt x="48693" y="45023"/>
                  </a:lnTo>
                  <a:lnTo>
                    <a:pt x="46968" y="44723"/>
                  </a:lnTo>
                  <a:lnTo>
                    <a:pt x="45263" y="44402"/>
                  </a:lnTo>
                  <a:lnTo>
                    <a:pt x="43579" y="44021"/>
                  </a:lnTo>
                  <a:lnTo>
                    <a:pt x="41894" y="43620"/>
                  </a:lnTo>
                  <a:lnTo>
                    <a:pt x="40190" y="43198"/>
                  </a:lnTo>
                  <a:lnTo>
                    <a:pt x="38505" y="42737"/>
                  </a:lnTo>
                  <a:lnTo>
                    <a:pt x="37663" y="42497"/>
                  </a:lnTo>
                  <a:lnTo>
                    <a:pt x="36820" y="42236"/>
                  </a:lnTo>
                  <a:lnTo>
                    <a:pt x="35978" y="41955"/>
                  </a:lnTo>
                  <a:lnTo>
                    <a:pt x="35156" y="41654"/>
                  </a:lnTo>
                  <a:lnTo>
                    <a:pt x="34334" y="41353"/>
                  </a:lnTo>
                  <a:lnTo>
                    <a:pt x="33511" y="41033"/>
                  </a:lnTo>
                  <a:lnTo>
                    <a:pt x="32709" y="40692"/>
                  </a:lnTo>
                  <a:lnTo>
                    <a:pt x="31927" y="40331"/>
                  </a:lnTo>
                  <a:lnTo>
                    <a:pt x="31145" y="39950"/>
                  </a:lnTo>
                  <a:lnTo>
                    <a:pt x="30363" y="39528"/>
                  </a:lnTo>
                  <a:lnTo>
                    <a:pt x="29621" y="39107"/>
                  </a:lnTo>
                  <a:lnTo>
                    <a:pt x="28899" y="38666"/>
                  </a:lnTo>
                  <a:lnTo>
                    <a:pt x="28197" y="38185"/>
                  </a:lnTo>
                  <a:lnTo>
                    <a:pt x="27535" y="37683"/>
                  </a:lnTo>
                  <a:lnTo>
                    <a:pt x="26893" y="37162"/>
                  </a:lnTo>
                  <a:lnTo>
                    <a:pt x="26272" y="36601"/>
                  </a:lnTo>
                  <a:lnTo>
                    <a:pt x="25670" y="36039"/>
                  </a:lnTo>
                  <a:lnTo>
                    <a:pt x="25089" y="35437"/>
                  </a:lnTo>
                  <a:lnTo>
                    <a:pt x="24547" y="34816"/>
                  </a:lnTo>
                  <a:lnTo>
                    <a:pt x="24026" y="34174"/>
                  </a:lnTo>
                  <a:lnTo>
                    <a:pt x="23524" y="33512"/>
                  </a:lnTo>
                  <a:lnTo>
                    <a:pt x="23043" y="32830"/>
                  </a:lnTo>
                  <a:lnTo>
                    <a:pt x="22602" y="32128"/>
                  </a:lnTo>
                  <a:lnTo>
                    <a:pt x="22181" y="31386"/>
                  </a:lnTo>
                  <a:lnTo>
                    <a:pt x="21780" y="30644"/>
                  </a:lnTo>
                  <a:lnTo>
                    <a:pt x="21399" y="29862"/>
                  </a:lnTo>
                  <a:lnTo>
                    <a:pt x="21018" y="29020"/>
                  </a:lnTo>
                  <a:lnTo>
                    <a:pt x="20677" y="28178"/>
                  </a:lnTo>
                  <a:lnTo>
                    <a:pt x="20356" y="27315"/>
                  </a:lnTo>
                  <a:lnTo>
                    <a:pt x="20055" y="26433"/>
                  </a:lnTo>
                  <a:lnTo>
                    <a:pt x="19774" y="25571"/>
                  </a:lnTo>
                  <a:lnTo>
                    <a:pt x="19513" y="24688"/>
                  </a:lnTo>
                  <a:lnTo>
                    <a:pt x="19273" y="23786"/>
                  </a:lnTo>
                  <a:lnTo>
                    <a:pt x="19052" y="22883"/>
                  </a:lnTo>
                  <a:lnTo>
                    <a:pt x="18832" y="22001"/>
                  </a:lnTo>
                  <a:lnTo>
                    <a:pt x="18651" y="21098"/>
                  </a:lnTo>
                  <a:lnTo>
                    <a:pt x="18270" y="19273"/>
                  </a:lnTo>
                  <a:lnTo>
                    <a:pt x="17949" y="17468"/>
                  </a:lnTo>
                  <a:lnTo>
                    <a:pt x="17628" y="15644"/>
                  </a:lnTo>
                  <a:lnTo>
                    <a:pt x="17608" y="15603"/>
                  </a:lnTo>
                  <a:lnTo>
                    <a:pt x="17568" y="15563"/>
                  </a:lnTo>
                  <a:lnTo>
                    <a:pt x="17528" y="15523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1" name="Google Shape;6571;p30"/>
            <p:cNvSpPr/>
            <p:nvPr/>
          </p:nvSpPr>
          <p:spPr>
            <a:xfrm>
              <a:off x="8528400" y="4367775"/>
              <a:ext cx="1181750" cy="768100"/>
            </a:xfrm>
            <a:custGeom>
              <a:avLst/>
              <a:gdLst/>
              <a:ahLst/>
              <a:cxnLst/>
              <a:rect l="l" t="t" r="r" b="b"/>
              <a:pathLst>
                <a:path w="47270" h="30724" fill="none" extrusionOk="0">
                  <a:moveTo>
                    <a:pt x="6599" y="0"/>
                  </a:moveTo>
                  <a:lnTo>
                    <a:pt x="6599" y="0"/>
                  </a:lnTo>
                  <a:lnTo>
                    <a:pt x="6559" y="0"/>
                  </a:lnTo>
                  <a:lnTo>
                    <a:pt x="6559" y="0"/>
                  </a:lnTo>
                  <a:lnTo>
                    <a:pt x="5777" y="221"/>
                  </a:lnTo>
                  <a:lnTo>
                    <a:pt x="4974" y="421"/>
                  </a:lnTo>
                  <a:lnTo>
                    <a:pt x="4172" y="602"/>
                  </a:lnTo>
                  <a:lnTo>
                    <a:pt x="3330" y="782"/>
                  </a:lnTo>
                  <a:lnTo>
                    <a:pt x="2508" y="923"/>
                  </a:lnTo>
                  <a:lnTo>
                    <a:pt x="1665" y="1043"/>
                  </a:lnTo>
                  <a:lnTo>
                    <a:pt x="823" y="1123"/>
                  </a:lnTo>
                  <a:lnTo>
                    <a:pt x="402" y="1143"/>
                  </a:lnTo>
                  <a:lnTo>
                    <a:pt x="1" y="1143"/>
                  </a:lnTo>
                  <a:lnTo>
                    <a:pt x="1" y="1143"/>
                  </a:lnTo>
                  <a:lnTo>
                    <a:pt x="1445" y="2928"/>
                  </a:lnTo>
                  <a:lnTo>
                    <a:pt x="1866" y="3490"/>
                  </a:lnTo>
                  <a:lnTo>
                    <a:pt x="2047" y="3710"/>
                  </a:lnTo>
                  <a:lnTo>
                    <a:pt x="2047" y="3710"/>
                  </a:lnTo>
                  <a:lnTo>
                    <a:pt x="2047" y="3710"/>
                  </a:lnTo>
                  <a:lnTo>
                    <a:pt x="2047" y="3710"/>
                  </a:lnTo>
                  <a:lnTo>
                    <a:pt x="3190" y="3530"/>
                  </a:lnTo>
                  <a:lnTo>
                    <a:pt x="3591" y="3470"/>
                  </a:lnTo>
                  <a:lnTo>
                    <a:pt x="3851" y="3450"/>
                  </a:lnTo>
                  <a:lnTo>
                    <a:pt x="3851" y="3450"/>
                  </a:lnTo>
                  <a:lnTo>
                    <a:pt x="3952" y="3470"/>
                  </a:lnTo>
                  <a:lnTo>
                    <a:pt x="3952" y="3470"/>
                  </a:lnTo>
                  <a:lnTo>
                    <a:pt x="3972" y="3490"/>
                  </a:lnTo>
                  <a:lnTo>
                    <a:pt x="4012" y="3530"/>
                  </a:lnTo>
                  <a:lnTo>
                    <a:pt x="4072" y="3730"/>
                  </a:lnTo>
                  <a:lnTo>
                    <a:pt x="4232" y="4452"/>
                  </a:lnTo>
                  <a:lnTo>
                    <a:pt x="4453" y="5575"/>
                  </a:lnTo>
                  <a:lnTo>
                    <a:pt x="4714" y="7019"/>
                  </a:lnTo>
                  <a:lnTo>
                    <a:pt x="5376" y="10649"/>
                  </a:lnTo>
                  <a:lnTo>
                    <a:pt x="5757" y="12715"/>
                  </a:lnTo>
                  <a:lnTo>
                    <a:pt x="6198" y="14881"/>
                  </a:lnTo>
                  <a:lnTo>
                    <a:pt x="6699" y="17067"/>
                  </a:lnTo>
                  <a:lnTo>
                    <a:pt x="6960" y="18150"/>
                  </a:lnTo>
                  <a:lnTo>
                    <a:pt x="7221" y="19212"/>
                  </a:lnTo>
                  <a:lnTo>
                    <a:pt x="7501" y="20275"/>
                  </a:lnTo>
                  <a:lnTo>
                    <a:pt x="7802" y="21278"/>
                  </a:lnTo>
                  <a:lnTo>
                    <a:pt x="8103" y="22261"/>
                  </a:lnTo>
                  <a:lnTo>
                    <a:pt x="8404" y="23203"/>
                  </a:lnTo>
                  <a:lnTo>
                    <a:pt x="8725" y="24086"/>
                  </a:lnTo>
                  <a:lnTo>
                    <a:pt x="9066" y="24888"/>
                  </a:lnTo>
                  <a:lnTo>
                    <a:pt x="9407" y="25650"/>
                  </a:lnTo>
                  <a:lnTo>
                    <a:pt x="9747" y="26332"/>
                  </a:lnTo>
                  <a:lnTo>
                    <a:pt x="9928" y="26633"/>
                  </a:lnTo>
                  <a:lnTo>
                    <a:pt x="10108" y="26913"/>
                  </a:lnTo>
                  <a:lnTo>
                    <a:pt x="10289" y="27174"/>
                  </a:lnTo>
                  <a:lnTo>
                    <a:pt x="10489" y="27415"/>
                  </a:lnTo>
                  <a:lnTo>
                    <a:pt x="10670" y="27635"/>
                  </a:lnTo>
                  <a:lnTo>
                    <a:pt x="10870" y="27816"/>
                  </a:lnTo>
                  <a:lnTo>
                    <a:pt x="11051" y="27996"/>
                  </a:lnTo>
                  <a:lnTo>
                    <a:pt x="11252" y="28117"/>
                  </a:lnTo>
                  <a:lnTo>
                    <a:pt x="11252" y="28117"/>
                  </a:lnTo>
                  <a:lnTo>
                    <a:pt x="11693" y="28357"/>
                  </a:lnTo>
                  <a:lnTo>
                    <a:pt x="12174" y="28578"/>
                  </a:lnTo>
                  <a:lnTo>
                    <a:pt x="12716" y="28778"/>
                  </a:lnTo>
                  <a:lnTo>
                    <a:pt x="13297" y="28979"/>
                  </a:lnTo>
                  <a:lnTo>
                    <a:pt x="13939" y="29159"/>
                  </a:lnTo>
                  <a:lnTo>
                    <a:pt x="14641" y="29320"/>
                  </a:lnTo>
                  <a:lnTo>
                    <a:pt x="15363" y="29480"/>
                  </a:lnTo>
                  <a:lnTo>
                    <a:pt x="16125" y="29621"/>
                  </a:lnTo>
                  <a:lnTo>
                    <a:pt x="16907" y="29761"/>
                  </a:lnTo>
                  <a:lnTo>
                    <a:pt x="17729" y="29881"/>
                  </a:lnTo>
                  <a:lnTo>
                    <a:pt x="18591" y="29982"/>
                  </a:lnTo>
                  <a:lnTo>
                    <a:pt x="19454" y="30082"/>
                  </a:lnTo>
                  <a:lnTo>
                    <a:pt x="21239" y="30262"/>
                  </a:lnTo>
                  <a:lnTo>
                    <a:pt x="23044" y="30403"/>
                  </a:lnTo>
                  <a:lnTo>
                    <a:pt x="24848" y="30503"/>
                  </a:lnTo>
                  <a:lnTo>
                    <a:pt x="26633" y="30583"/>
                  </a:lnTo>
                  <a:lnTo>
                    <a:pt x="28358" y="30644"/>
                  </a:lnTo>
                  <a:lnTo>
                    <a:pt x="29982" y="30684"/>
                  </a:lnTo>
                  <a:lnTo>
                    <a:pt x="32850" y="30724"/>
                  </a:lnTo>
                  <a:lnTo>
                    <a:pt x="34956" y="30724"/>
                  </a:lnTo>
                  <a:lnTo>
                    <a:pt x="34956" y="30724"/>
                  </a:lnTo>
                  <a:lnTo>
                    <a:pt x="36139" y="30724"/>
                  </a:lnTo>
                  <a:lnTo>
                    <a:pt x="36139" y="30724"/>
                  </a:lnTo>
                  <a:lnTo>
                    <a:pt x="38405" y="30704"/>
                  </a:lnTo>
                  <a:lnTo>
                    <a:pt x="39729" y="30684"/>
                  </a:lnTo>
                  <a:lnTo>
                    <a:pt x="41133" y="30644"/>
                  </a:lnTo>
                  <a:lnTo>
                    <a:pt x="42617" y="30583"/>
                  </a:lnTo>
                  <a:lnTo>
                    <a:pt x="44141" y="30503"/>
                  </a:lnTo>
                  <a:lnTo>
                    <a:pt x="45705" y="30363"/>
                  </a:lnTo>
                  <a:lnTo>
                    <a:pt x="47269" y="30222"/>
                  </a:lnTo>
                  <a:lnTo>
                    <a:pt x="47269" y="30222"/>
                  </a:lnTo>
                  <a:lnTo>
                    <a:pt x="46487" y="30222"/>
                  </a:lnTo>
                  <a:lnTo>
                    <a:pt x="46487" y="30222"/>
                  </a:lnTo>
                  <a:lnTo>
                    <a:pt x="45625" y="30222"/>
                  </a:lnTo>
                  <a:lnTo>
                    <a:pt x="44763" y="30182"/>
                  </a:lnTo>
                  <a:lnTo>
                    <a:pt x="43880" y="30142"/>
                  </a:lnTo>
                  <a:lnTo>
                    <a:pt x="43018" y="30102"/>
                  </a:lnTo>
                  <a:lnTo>
                    <a:pt x="42155" y="30022"/>
                  </a:lnTo>
                  <a:lnTo>
                    <a:pt x="41273" y="29942"/>
                  </a:lnTo>
                  <a:lnTo>
                    <a:pt x="40411" y="29861"/>
                  </a:lnTo>
                  <a:lnTo>
                    <a:pt x="39548" y="29741"/>
                  </a:lnTo>
                  <a:lnTo>
                    <a:pt x="37824" y="29500"/>
                  </a:lnTo>
                  <a:lnTo>
                    <a:pt x="36099" y="29200"/>
                  </a:lnTo>
                  <a:lnTo>
                    <a:pt x="34394" y="28879"/>
                  </a:lnTo>
                  <a:lnTo>
                    <a:pt x="32710" y="28498"/>
                  </a:lnTo>
                  <a:lnTo>
                    <a:pt x="32710" y="28498"/>
                  </a:lnTo>
                  <a:lnTo>
                    <a:pt x="31025" y="28097"/>
                  </a:lnTo>
                  <a:lnTo>
                    <a:pt x="29321" y="27675"/>
                  </a:lnTo>
                  <a:lnTo>
                    <a:pt x="27636" y="27214"/>
                  </a:lnTo>
                  <a:lnTo>
                    <a:pt x="26794" y="26974"/>
                  </a:lnTo>
                  <a:lnTo>
                    <a:pt x="25951" y="26713"/>
                  </a:lnTo>
                  <a:lnTo>
                    <a:pt x="25109" y="26432"/>
                  </a:lnTo>
                  <a:lnTo>
                    <a:pt x="24287" y="26131"/>
                  </a:lnTo>
                  <a:lnTo>
                    <a:pt x="23465" y="25830"/>
                  </a:lnTo>
                  <a:lnTo>
                    <a:pt x="22642" y="25510"/>
                  </a:lnTo>
                  <a:lnTo>
                    <a:pt x="21840" y="25169"/>
                  </a:lnTo>
                  <a:lnTo>
                    <a:pt x="21058" y="24808"/>
                  </a:lnTo>
                  <a:lnTo>
                    <a:pt x="20276" y="24427"/>
                  </a:lnTo>
                  <a:lnTo>
                    <a:pt x="19494" y="24005"/>
                  </a:lnTo>
                  <a:lnTo>
                    <a:pt x="19494" y="24005"/>
                  </a:lnTo>
                  <a:lnTo>
                    <a:pt x="18752" y="23584"/>
                  </a:lnTo>
                  <a:lnTo>
                    <a:pt x="18030" y="23143"/>
                  </a:lnTo>
                  <a:lnTo>
                    <a:pt x="17328" y="22662"/>
                  </a:lnTo>
                  <a:lnTo>
                    <a:pt x="16666" y="22160"/>
                  </a:lnTo>
                  <a:lnTo>
                    <a:pt x="16024" y="21639"/>
                  </a:lnTo>
                  <a:lnTo>
                    <a:pt x="15403" y="21078"/>
                  </a:lnTo>
                  <a:lnTo>
                    <a:pt x="14801" y="20516"/>
                  </a:lnTo>
                  <a:lnTo>
                    <a:pt x="14220" y="19914"/>
                  </a:lnTo>
                  <a:lnTo>
                    <a:pt x="13678" y="19293"/>
                  </a:lnTo>
                  <a:lnTo>
                    <a:pt x="13157" y="18651"/>
                  </a:lnTo>
                  <a:lnTo>
                    <a:pt x="12655" y="17989"/>
                  </a:lnTo>
                  <a:lnTo>
                    <a:pt x="12174" y="17307"/>
                  </a:lnTo>
                  <a:lnTo>
                    <a:pt x="11733" y="16605"/>
                  </a:lnTo>
                  <a:lnTo>
                    <a:pt x="11312" y="15863"/>
                  </a:lnTo>
                  <a:lnTo>
                    <a:pt x="10911" y="15121"/>
                  </a:lnTo>
                  <a:lnTo>
                    <a:pt x="10530" y="14339"/>
                  </a:lnTo>
                  <a:lnTo>
                    <a:pt x="10530" y="14339"/>
                  </a:lnTo>
                  <a:lnTo>
                    <a:pt x="10149" y="13497"/>
                  </a:lnTo>
                  <a:lnTo>
                    <a:pt x="9808" y="12655"/>
                  </a:lnTo>
                  <a:lnTo>
                    <a:pt x="9487" y="11792"/>
                  </a:lnTo>
                  <a:lnTo>
                    <a:pt x="9186" y="10910"/>
                  </a:lnTo>
                  <a:lnTo>
                    <a:pt x="8905" y="10048"/>
                  </a:lnTo>
                  <a:lnTo>
                    <a:pt x="8644" y="9165"/>
                  </a:lnTo>
                  <a:lnTo>
                    <a:pt x="8404" y="8263"/>
                  </a:lnTo>
                  <a:lnTo>
                    <a:pt x="8183" y="7360"/>
                  </a:lnTo>
                  <a:lnTo>
                    <a:pt x="7963" y="6478"/>
                  </a:lnTo>
                  <a:lnTo>
                    <a:pt x="7782" y="5575"/>
                  </a:lnTo>
                  <a:lnTo>
                    <a:pt x="7401" y="3750"/>
                  </a:lnTo>
                  <a:lnTo>
                    <a:pt x="7080" y="1945"/>
                  </a:lnTo>
                  <a:lnTo>
                    <a:pt x="6759" y="121"/>
                  </a:lnTo>
                  <a:lnTo>
                    <a:pt x="6759" y="121"/>
                  </a:lnTo>
                  <a:lnTo>
                    <a:pt x="6739" y="80"/>
                  </a:lnTo>
                  <a:lnTo>
                    <a:pt x="6699" y="40"/>
                  </a:lnTo>
                  <a:lnTo>
                    <a:pt x="6659" y="0"/>
                  </a:lnTo>
                  <a:lnTo>
                    <a:pt x="659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2" name="Google Shape;6572;p30"/>
            <p:cNvSpPr/>
            <p:nvPr/>
          </p:nvSpPr>
          <p:spPr>
            <a:xfrm>
              <a:off x="8256675" y="4230400"/>
              <a:ext cx="275275" cy="255725"/>
            </a:xfrm>
            <a:custGeom>
              <a:avLst/>
              <a:gdLst/>
              <a:ahLst/>
              <a:cxnLst/>
              <a:rect l="l" t="t" r="r" b="b"/>
              <a:pathLst>
                <a:path w="11011" h="10229" fill="none" extrusionOk="0">
                  <a:moveTo>
                    <a:pt x="2608" y="0"/>
                  </a:moveTo>
                  <a:lnTo>
                    <a:pt x="2608" y="0"/>
                  </a:lnTo>
                  <a:lnTo>
                    <a:pt x="2146" y="482"/>
                  </a:lnTo>
                  <a:lnTo>
                    <a:pt x="1725" y="943"/>
                  </a:lnTo>
                  <a:lnTo>
                    <a:pt x="1364" y="1384"/>
                  </a:lnTo>
                  <a:lnTo>
                    <a:pt x="1023" y="1805"/>
                  </a:lnTo>
                  <a:lnTo>
                    <a:pt x="742" y="2186"/>
                  </a:lnTo>
                  <a:lnTo>
                    <a:pt x="522" y="2527"/>
                  </a:lnTo>
                  <a:lnTo>
                    <a:pt x="341" y="2848"/>
                  </a:lnTo>
                  <a:lnTo>
                    <a:pt x="221" y="3109"/>
                  </a:lnTo>
                  <a:lnTo>
                    <a:pt x="221" y="3109"/>
                  </a:lnTo>
                  <a:lnTo>
                    <a:pt x="121" y="3430"/>
                  </a:lnTo>
                  <a:lnTo>
                    <a:pt x="61" y="3770"/>
                  </a:lnTo>
                  <a:lnTo>
                    <a:pt x="20" y="4111"/>
                  </a:lnTo>
                  <a:lnTo>
                    <a:pt x="0" y="4432"/>
                  </a:lnTo>
                  <a:lnTo>
                    <a:pt x="0" y="4432"/>
                  </a:lnTo>
                  <a:lnTo>
                    <a:pt x="20" y="4914"/>
                  </a:lnTo>
                  <a:lnTo>
                    <a:pt x="101" y="5375"/>
                  </a:lnTo>
                  <a:lnTo>
                    <a:pt x="201" y="5836"/>
                  </a:lnTo>
                  <a:lnTo>
                    <a:pt x="341" y="6297"/>
                  </a:lnTo>
                  <a:lnTo>
                    <a:pt x="522" y="6739"/>
                  </a:lnTo>
                  <a:lnTo>
                    <a:pt x="742" y="7160"/>
                  </a:lnTo>
                  <a:lnTo>
                    <a:pt x="983" y="7581"/>
                  </a:lnTo>
                  <a:lnTo>
                    <a:pt x="1264" y="7982"/>
                  </a:lnTo>
                  <a:lnTo>
                    <a:pt x="1545" y="8363"/>
                  </a:lnTo>
                  <a:lnTo>
                    <a:pt x="1866" y="8704"/>
                  </a:lnTo>
                  <a:lnTo>
                    <a:pt x="2186" y="9025"/>
                  </a:lnTo>
                  <a:lnTo>
                    <a:pt x="2527" y="9326"/>
                  </a:lnTo>
                  <a:lnTo>
                    <a:pt x="2868" y="9586"/>
                  </a:lnTo>
                  <a:lnTo>
                    <a:pt x="3229" y="9787"/>
                  </a:lnTo>
                  <a:lnTo>
                    <a:pt x="3590" y="9967"/>
                  </a:lnTo>
                  <a:lnTo>
                    <a:pt x="3951" y="10088"/>
                  </a:lnTo>
                  <a:lnTo>
                    <a:pt x="3951" y="10088"/>
                  </a:lnTo>
                  <a:lnTo>
                    <a:pt x="4212" y="10148"/>
                  </a:lnTo>
                  <a:lnTo>
                    <a:pt x="4533" y="10188"/>
                  </a:lnTo>
                  <a:lnTo>
                    <a:pt x="4874" y="10208"/>
                  </a:lnTo>
                  <a:lnTo>
                    <a:pt x="5255" y="10228"/>
                  </a:lnTo>
                  <a:lnTo>
                    <a:pt x="5255" y="10228"/>
                  </a:lnTo>
                  <a:lnTo>
                    <a:pt x="5836" y="10208"/>
                  </a:lnTo>
                  <a:lnTo>
                    <a:pt x="6478" y="10168"/>
                  </a:lnTo>
                  <a:lnTo>
                    <a:pt x="7160" y="10108"/>
                  </a:lnTo>
                  <a:lnTo>
                    <a:pt x="7882" y="10028"/>
                  </a:lnTo>
                  <a:lnTo>
                    <a:pt x="9326" y="9827"/>
                  </a:lnTo>
                  <a:lnTo>
                    <a:pt x="10790" y="9586"/>
                  </a:lnTo>
                  <a:lnTo>
                    <a:pt x="10790" y="9586"/>
                  </a:lnTo>
                  <a:lnTo>
                    <a:pt x="11010" y="9546"/>
                  </a:lnTo>
                  <a:lnTo>
                    <a:pt x="11010" y="9546"/>
                  </a:lnTo>
                  <a:lnTo>
                    <a:pt x="11010" y="9546"/>
                  </a:lnTo>
                  <a:lnTo>
                    <a:pt x="11010" y="9546"/>
                  </a:lnTo>
                  <a:lnTo>
                    <a:pt x="10930" y="9526"/>
                  </a:lnTo>
                  <a:lnTo>
                    <a:pt x="10850" y="9446"/>
                  </a:lnTo>
                  <a:lnTo>
                    <a:pt x="10589" y="9205"/>
                  </a:lnTo>
                  <a:lnTo>
                    <a:pt x="10228" y="8864"/>
                  </a:lnTo>
                  <a:lnTo>
                    <a:pt x="9807" y="8403"/>
                  </a:lnTo>
                  <a:lnTo>
                    <a:pt x="8744" y="7220"/>
                  </a:lnTo>
                  <a:lnTo>
                    <a:pt x="7521" y="5816"/>
                  </a:lnTo>
                  <a:lnTo>
                    <a:pt x="7521" y="5816"/>
                  </a:lnTo>
                  <a:lnTo>
                    <a:pt x="7320" y="5636"/>
                  </a:lnTo>
                  <a:lnTo>
                    <a:pt x="7140" y="5455"/>
                  </a:lnTo>
                  <a:lnTo>
                    <a:pt x="6979" y="5234"/>
                  </a:lnTo>
                  <a:lnTo>
                    <a:pt x="6839" y="5014"/>
                  </a:lnTo>
                  <a:lnTo>
                    <a:pt x="6839" y="5014"/>
                  </a:lnTo>
                  <a:lnTo>
                    <a:pt x="5275" y="3189"/>
                  </a:lnTo>
                  <a:lnTo>
                    <a:pt x="3931" y="1585"/>
                  </a:lnTo>
                  <a:lnTo>
                    <a:pt x="2608" y="0"/>
                  </a:lnTo>
                  <a:lnTo>
                    <a:pt x="2608" y="0"/>
                  </a:lnTo>
                  <a:lnTo>
                    <a:pt x="2608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3" name="Google Shape;6573;p30"/>
            <p:cNvSpPr/>
            <p:nvPr/>
          </p:nvSpPr>
          <p:spPr>
            <a:xfrm>
              <a:off x="8386025" y="4201825"/>
              <a:ext cx="60700" cy="63175"/>
            </a:xfrm>
            <a:custGeom>
              <a:avLst/>
              <a:gdLst/>
              <a:ahLst/>
              <a:cxnLst/>
              <a:rect l="l" t="t" r="r" b="b"/>
              <a:pathLst>
                <a:path w="2428" h="2527" fill="none" extrusionOk="0">
                  <a:moveTo>
                    <a:pt x="2427" y="0"/>
                  </a:moveTo>
                  <a:lnTo>
                    <a:pt x="2427" y="0"/>
                  </a:lnTo>
                  <a:lnTo>
                    <a:pt x="2247" y="100"/>
                  </a:lnTo>
                  <a:lnTo>
                    <a:pt x="2247" y="100"/>
                  </a:lnTo>
                  <a:lnTo>
                    <a:pt x="1966" y="241"/>
                  </a:lnTo>
                  <a:lnTo>
                    <a:pt x="1685" y="361"/>
                  </a:lnTo>
                  <a:lnTo>
                    <a:pt x="1124" y="562"/>
                  </a:lnTo>
                  <a:lnTo>
                    <a:pt x="562" y="722"/>
                  </a:lnTo>
                  <a:lnTo>
                    <a:pt x="0" y="822"/>
                  </a:lnTo>
                  <a:lnTo>
                    <a:pt x="0" y="822"/>
                  </a:lnTo>
                  <a:lnTo>
                    <a:pt x="1404" y="2527"/>
                  </a:lnTo>
                  <a:lnTo>
                    <a:pt x="1404" y="2527"/>
                  </a:lnTo>
                  <a:lnTo>
                    <a:pt x="1525" y="2106"/>
                  </a:lnTo>
                  <a:lnTo>
                    <a:pt x="1665" y="1705"/>
                  </a:lnTo>
                  <a:lnTo>
                    <a:pt x="1665" y="1705"/>
                  </a:lnTo>
                  <a:lnTo>
                    <a:pt x="1846" y="1284"/>
                  </a:lnTo>
                  <a:lnTo>
                    <a:pt x="2026" y="842"/>
                  </a:lnTo>
                  <a:lnTo>
                    <a:pt x="2227" y="421"/>
                  </a:lnTo>
                  <a:lnTo>
                    <a:pt x="2427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4" name="Google Shape;6574;p30"/>
            <p:cNvSpPr/>
            <p:nvPr/>
          </p:nvSpPr>
          <p:spPr>
            <a:xfrm>
              <a:off x="8573025" y="3979700"/>
              <a:ext cx="95300" cy="67725"/>
            </a:xfrm>
            <a:custGeom>
              <a:avLst/>
              <a:gdLst/>
              <a:ahLst/>
              <a:cxnLst/>
              <a:rect l="l" t="t" r="r" b="b"/>
              <a:pathLst>
                <a:path w="3812" h="2709" fill="none" extrusionOk="0">
                  <a:moveTo>
                    <a:pt x="3470" y="1"/>
                  </a:moveTo>
                  <a:lnTo>
                    <a:pt x="3470" y="1"/>
                  </a:lnTo>
                  <a:lnTo>
                    <a:pt x="3470" y="1"/>
                  </a:lnTo>
                  <a:lnTo>
                    <a:pt x="3470" y="1"/>
                  </a:lnTo>
                  <a:lnTo>
                    <a:pt x="347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30" y="1"/>
                  </a:lnTo>
                  <a:lnTo>
                    <a:pt x="3430" y="1"/>
                  </a:lnTo>
                  <a:lnTo>
                    <a:pt x="3430" y="1"/>
                  </a:lnTo>
                  <a:lnTo>
                    <a:pt x="343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210" y="21"/>
                  </a:lnTo>
                  <a:lnTo>
                    <a:pt x="2969" y="61"/>
                  </a:lnTo>
                  <a:lnTo>
                    <a:pt x="2708" y="141"/>
                  </a:lnTo>
                  <a:lnTo>
                    <a:pt x="2447" y="242"/>
                  </a:lnTo>
                  <a:lnTo>
                    <a:pt x="2447" y="242"/>
                  </a:lnTo>
                  <a:lnTo>
                    <a:pt x="1966" y="442"/>
                  </a:lnTo>
                  <a:lnTo>
                    <a:pt x="1445" y="723"/>
                  </a:lnTo>
                  <a:lnTo>
                    <a:pt x="1445" y="723"/>
                  </a:lnTo>
                  <a:lnTo>
                    <a:pt x="1445" y="723"/>
                  </a:lnTo>
                  <a:lnTo>
                    <a:pt x="1204" y="964"/>
                  </a:lnTo>
                  <a:lnTo>
                    <a:pt x="983" y="1224"/>
                  </a:lnTo>
                  <a:lnTo>
                    <a:pt x="783" y="1485"/>
                  </a:lnTo>
                  <a:lnTo>
                    <a:pt x="602" y="1726"/>
                  </a:lnTo>
                  <a:lnTo>
                    <a:pt x="282" y="2227"/>
                  </a:lnTo>
                  <a:lnTo>
                    <a:pt x="1" y="2708"/>
                  </a:lnTo>
                  <a:lnTo>
                    <a:pt x="1" y="2708"/>
                  </a:lnTo>
                  <a:lnTo>
                    <a:pt x="803" y="2067"/>
                  </a:lnTo>
                  <a:lnTo>
                    <a:pt x="1625" y="1465"/>
                  </a:lnTo>
                  <a:lnTo>
                    <a:pt x="2488" y="903"/>
                  </a:lnTo>
                  <a:lnTo>
                    <a:pt x="3350" y="382"/>
                  </a:lnTo>
                  <a:lnTo>
                    <a:pt x="3350" y="382"/>
                  </a:lnTo>
                  <a:lnTo>
                    <a:pt x="3450" y="422"/>
                  </a:lnTo>
                  <a:lnTo>
                    <a:pt x="3450" y="422"/>
                  </a:lnTo>
                  <a:lnTo>
                    <a:pt x="3550" y="442"/>
                  </a:lnTo>
                  <a:lnTo>
                    <a:pt x="3550" y="442"/>
                  </a:lnTo>
                  <a:lnTo>
                    <a:pt x="3631" y="442"/>
                  </a:lnTo>
                  <a:lnTo>
                    <a:pt x="3711" y="402"/>
                  </a:lnTo>
                  <a:lnTo>
                    <a:pt x="3751" y="342"/>
                  </a:lnTo>
                  <a:lnTo>
                    <a:pt x="3791" y="262"/>
                  </a:lnTo>
                  <a:lnTo>
                    <a:pt x="3811" y="202"/>
                  </a:lnTo>
                  <a:lnTo>
                    <a:pt x="3811" y="121"/>
                  </a:lnTo>
                  <a:lnTo>
                    <a:pt x="3771" y="61"/>
                  </a:lnTo>
                  <a:lnTo>
                    <a:pt x="3691" y="1"/>
                  </a:lnTo>
                  <a:lnTo>
                    <a:pt x="3691" y="1"/>
                  </a:lnTo>
                  <a:lnTo>
                    <a:pt x="3691" y="1"/>
                  </a:lnTo>
                  <a:lnTo>
                    <a:pt x="347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5" name="Google Shape;6575;p30"/>
            <p:cNvSpPr/>
            <p:nvPr/>
          </p:nvSpPr>
          <p:spPr>
            <a:xfrm>
              <a:off x="9069375" y="4416900"/>
              <a:ext cx="762100" cy="505900"/>
            </a:xfrm>
            <a:custGeom>
              <a:avLst/>
              <a:gdLst/>
              <a:ahLst/>
              <a:cxnLst/>
              <a:rect l="l" t="t" r="r" b="b"/>
              <a:pathLst>
                <a:path w="30484" h="20236" extrusionOk="0">
                  <a:moveTo>
                    <a:pt x="17067" y="1"/>
                  </a:moveTo>
                  <a:lnTo>
                    <a:pt x="14781" y="41"/>
                  </a:lnTo>
                  <a:lnTo>
                    <a:pt x="10329" y="121"/>
                  </a:lnTo>
                  <a:lnTo>
                    <a:pt x="6278" y="221"/>
                  </a:lnTo>
                  <a:lnTo>
                    <a:pt x="3931" y="281"/>
                  </a:lnTo>
                  <a:lnTo>
                    <a:pt x="3450" y="642"/>
                  </a:lnTo>
                  <a:lnTo>
                    <a:pt x="3009" y="1023"/>
                  </a:lnTo>
                  <a:lnTo>
                    <a:pt x="2588" y="1444"/>
                  </a:lnTo>
                  <a:lnTo>
                    <a:pt x="2207" y="1866"/>
                  </a:lnTo>
                  <a:lnTo>
                    <a:pt x="1846" y="2327"/>
                  </a:lnTo>
                  <a:lnTo>
                    <a:pt x="1505" y="2808"/>
                  </a:lnTo>
                  <a:lnTo>
                    <a:pt x="1204" y="3289"/>
                  </a:lnTo>
                  <a:lnTo>
                    <a:pt x="923" y="3811"/>
                  </a:lnTo>
                  <a:lnTo>
                    <a:pt x="683" y="4332"/>
                  </a:lnTo>
                  <a:lnTo>
                    <a:pt x="482" y="4874"/>
                  </a:lnTo>
                  <a:lnTo>
                    <a:pt x="322" y="5435"/>
                  </a:lnTo>
                  <a:lnTo>
                    <a:pt x="181" y="5997"/>
                  </a:lnTo>
                  <a:lnTo>
                    <a:pt x="81" y="6578"/>
                  </a:lnTo>
                  <a:lnTo>
                    <a:pt x="21" y="7180"/>
                  </a:lnTo>
                  <a:lnTo>
                    <a:pt x="1" y="7762"/>
                  </a:lnTo>
                  <a:lnTo>
                    <a:pt x="21" y="8383"/>
                  </a:lnTo>
                  <a:lnTo>
                    <a:pt x="241" y="11331"/>
                  </a:lnTo>
                  <a:lnTo>
                    <a:pt x="282" y="11793"/>
                  </a:lnTo>
                  <a:lnTo>
                    <a:pt x="362" y="12254"/>
                  </a:lnTo>
                  <a:lnTo>
                    <a:pt x="442" y="12715"/>
                  </a:lnTo>
                  <a:lnTo>
                    <a:pt x="562" y="13156"/>
                  </a:lnTo>
                  <a:lnTo>
                    <a:pt x="703" y="13598"/>
                  </a:lnTo>
                  <a:lnTo>
                    <a:pt x="843" y="14019"/>
                  </a:lnTo>
                  <a:lnTo>
                    <a:pt x="1024" y="14440"/>
                  </a:lnTo>
                  <a:lnTo>
                    <a:pt x="1224" y="14841"/>
                  </a:lnTo>
                  <a:lnTo>
                    <a:pt x="1445" y="15222"/>
                  </a:lnTo>
                  <a:lnTo>
                    <a:pt x="1685" y="15623"/>
                  </a:lnTo>
                  <a:lnTo>
                    <a:pt x="1926" y="15984"/>
                  </a:lnTo>
                  <a:lnTo>
                    <a:pt x="2207" y="16345"/>
                  </a:lnTo>
                  <a:lnTo>
                    <a:pt x="2508" y="16706"/>
                  </a:lnTo>
                  <a:lnTo>
                    <a:pt x="2808" y="17027"/>
                  </a:lnTo>
                  <a:lnTo>
                    <a:pt x="3129" y="17348"/>
                  </a:lnTo>
                  <a:lnTo>
                    <a:pt x="3470" y="17669"/>
                  </a:lnTo>
                  <a:lnTo>
                    <a:pt x="3811" y="17949"/>
                  </a:lnTo>
                  <a:lnTo>
                    <a:pt x="4172" y="18230"/>
                  </a:lnTo>
                  <a:lnTo>
                    <a:pt x="4553" y="18491"/>
                  </a:lnTo>
                  <a:lnTo>
                    <a:pt x="4954" y="18731"/>
                  </a:lnTo>
                  <a:lnTo>
                    <a:pt x="5355" y="18972"/>
                  </a:lnTo>
                  <a:lnTo>
                    <a:pt x="5776" y="19173"/>
                  </a:lnTo>
                  <a:lnTo>
                    <a:pt x="6198" y="19373"/>
                  </a:lnTo>
                  <a:lnTo>
                    <a:pt x="6639" y="19534"/>
                  </a:lnTo>
                  <a:lnTo>
                    <a:pt x="7100" y="19694"/>
                  </a:lnTo>
                  <a:lnTo>
                    <a:pt x="7561" y="19834"/>
                  </a:lnTo>
                  <a:lnTo>
                    <a:pt x="8023" y="19955"/>
                  </a:lnTo>
                  <a:lnTo>
                    <a:pt x="8504" y="20055"/>
                  </a:lnTo>
                  <a:lnTo>
                    <a:pt x="8985" y="20135"/>
                  </a:lnTo>
                  <a:lnTo>
                    <a:pt x="9466" y="20175"/>
                  </a:lnTo>
                  <a:lnTo>
                    <a:pt x="9968" y="20216"/>
                  </a:lnTo>
                  <a:lnTo>
                    <a:pt x="10469" y="20236"/>
                  </a:lnTo>
                  <a:lnTo>
                    <a:pt x="20015" y="20236"/>
                  </a:lnTo>
                  <a:lnTo>
                    <a:pt x="20516" y="20216"/>
                  </a:lnTo>
                  <a:lnTo>
                    <a:pt x="21018" y="20175"/>
                  </a:lnTo>
                  <a:lnTo>
                    <a:pt x="21499" y="20135"/>
                  </a:lnTo>
                  <a:lnTo>
                    <a:pt x="22001" y="20055"/>
                  </a:lnTo>
                  <a:lnTo>
                    <a:pt x="22462" y="19955"/>
                  </a:lnTo>
                  <a:lnTo>
                    <a:pt x="22943" y="19834"/>
                  </a:lnTo>
                  <a:lnTo>
                    <a:pt x="23384" y="19694"/>
                  </a:lnTo>
                  <a:lnTo>
                    <a:pt x="23846" y="19534"/>
                  </a:lnTo>
                  <a:lnTo>
                    <a:pt x="24287" y="19373"/>
                  </a:lnTo>
                  <a:lnTo>
                    <a:pt x="24708" y="19173"/>
                  </a:lnTo>
                  <a:lnTo>
                    <a:pt x="25129" y="18972"/>
                  </a:lnTo>
                  <a:lnTo>
                    <a:pt x="25530" y="18731"/>
                  </a:lnTo>
                  <a:lnTo>
                    <a:pt x="25931" y="18491"/>
                  </a:lnTo>
                  <a:lnTo>
                    <a:pt x="26312" y="18230"/>
                  </a:lnTo>
                  <a:lnTo>
                    <a:pt x="26673" y="17949"/>
                  </a:lnTo>
                  <a:lnTo>
                    <a:pt x="27034" y="17669"/>
                  </a:lnTo>
                  <a:lnTo>
                    <a:pt x="27355" y="17348"/>
                  </a:lnTo>
                  <a:lnTo>
                    <a:pt x="27676" y="17027"/>
                  </a:lnTo>
                  <a:lnTo>
                    <a:pt x="27997" y="16706"/>
                  </a:lnTo>
                  <a:lnTo>
                    <a:pt x="28278" y="16345"/>
                  </a:lnTo>
                  <a:lnTo>
                    <a:pt x="28558" y="15984"/>
                  </a:lnTo>
                  <a:lnTo>
                    <a:pt x="28799" y="15623"/>
                  </a:lnTo>
                  <a:lnTo>
                    <a:pt x="29040" y="15222"/>
                  </a:lnTo>
                  <a:lnTo>
                    <a:pt x="29260" y="14841"/>
                  </a:lnTo>
                  <a:lnTo>
                    <a:pt x="29461" y="14440"/>
                  </a:lnTo>
                  <a:lnTo>
                    <a:pt x="29641" y="14019"/>
                  </a:lnTo>
                  <a:lnTo>
                    <a:pt x="29802" y="13598"/>
                  </a:lnTo>
                  <a:lnTo>
                    <a:pt x="29922" y="13156"/>
                  </a:lnTo>
                  <a:lnTo>
                    <a:pt x="30042" y="12715"/>
                  </a:lnTo>
                  <a:lnTo>
                    <a:pt x="30143" y="12254"/>
                  </a:lnTo>
                  <a:lnTo>
                    <a:pt x="30203" y="11793"/>
                  </a:lnTo>
                  <a:lnTo>
                    <a:pt x="30243" y="11331"/>
                  </a:lnTo>
                  <a:lnTo>
                    <a:pt x="30464" y="8383"/>
                  </a:lnTo>
                  <a:lnTo>
                    <a:pt x="30484" y="7762"/>
                  </a:lnTo>
                  <a:lnTo>
                    <a:pt x="30464" y="7140"/>
                  </a:lnTo>
                  <a:lnTo>
                    <a:pt x="30403" y="6538"/>
                  </a:lnTo>
                  <a:lnTo>
                    <a:pt x="30283" y="5937"/>
                  </a:lnTo>
                  <a:lnTo>
                    <a:pt x="30143" y="5355"/>
                  </a:lnTo>
                  <a:lnTo>
                    <a:pt x="29962" y="4774"/>
                  </a:lnTo>
                  <a:lnTo>
                    <a:pt x="29742" y="4232"/>
                  </a:lnTo>
                  <a:lnTo>
                    <a:pt x="29501" y="3691"/>
                  </a:lnTo>
                  <a:lnTo>
                    <a:pt x="29200" y="3169"/>
                  </a:lnTo>
                  <a:lnTo>
                    <a:pt x="28879" y="2668"/>
                  </a:lnTo>
                  <a:lnTo>
                    <a:pt x="28538" y="2186"/>
                  </a:lnTo>
                  <a:lnTo>
                    <a:pt x="28157" y="1725"/>
                  </a:lnTo>
                  <a:lnTo>
                    <a:pt x="27736" y="1284"/>
                  </a:lnTo>
                  <a:lnTo>
                    <a:pt x="27295" y="863"/>
                  </a:lnTo>
                  <a:lnTo>
                    <a:pt x="26834" y="482"/>
                  </a:lnTo>
                  <a:lnTo>
                    <a:pt x="26352" y="121"/>
                  </a:lnTo>
                  <a:lnTo>
                    <a:pt x="25189" y="81"/>
                  </a:lnTo>
                  <a:lnTo>
                    <a:pt x="24026" y="41"/>
                  </a:lnTo>
                  <a:lnTo>
                    <a:pt x="21720" y="21"/>
                  </a:lnTo>
                  <a:lnTo>
                    <a:pt x="1939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6" name="Google Shape;6576;p30"/>
            <p:cNvSpPr/>
            <p:nvPr/>
          </p:nvSpPr>
          <p:spPr>
            <a:xfrm>
              <a:off x="9161125" y="4416900"/>
              <a:ext cx="579100" cy="406625"/>
            </a:xfrm>
            <a:custGeom>
              <a:avLst/>
              <a:gdLst/>
              <a:ahLst/>
              <a:cxnLst/>
              <a:rect l="l" t="t" r="r" b="b"/>
              <a:pathLst>
                <a:path w="23164" h="16265" extrusionOk="0">
                  <a:moveTo>
                    <a:pt x="13397" y="1"/>
                  </a:moveTo>
                  <a:lnTo>
                    <a:pt x="11111" y="41"/>
                  </a:lnTo>
                  <a:lnTo>
                    <a:pt x="6659" y="121"/>
                  </a:lnTo>
                  <a:lnTo>
                    <a:pt x="2608" y="221"/>
                  </a:lnTo>
                  <a:lnTo>
                    <a:pt x="2287" y="522"/>
                  </a:lnTo>
                  <a:lnTo>
                    <a:pt x="1986" y="823"/>
                  </a:lnTo>
                  <a:lnTo>
                    <a:pt x="1705" y="1164"/>
                  </a:lnTo>
                  <a:lnTo>
                    <a:pt x="1445" y="1505"/>
                  </a:lnTo>
                  <a:lnTo>
                    <a:pt x="1204" y="1866"/>
                  </a:lnTo>
                  <a:lnTo>
                    <a:pt x="983" y="2247"/>
                  </a:lnTo>
                  <a:lnTo>
                    <a:pt x="783" y="2628"/>
                  </a:lnTo>
                  <a:lnTo>
                    <a:pt x="602" y="3029"/>
                  </a:lnTo>
                  <a:lnTo>
                    <a:pt x="442" y="3430"/>
                  </a:lnTo>
                  <a:lnTo>
                    <a:pt x="302" y="3851"/>
                  </a:lnTo>
                  <a:lnTo>
                    <a:pt x="181" y="4272"/>
                  </a:lnTo>
                  <a:lnTo>
                    <a:pt x="101" y="4713"/>
                  </a:lnTo>
                  <a:lnTo>
                    <a:pt x="41" y="5175"/>
                  </a:lnTo>
                  <a:lnTo>
                    <a:pt x="1" y="5616"/>
                  </a:lnTo>
                  <a:lnTo>
                    <a:pt x="1" y="6077"/>
                  </a:lnTo>
                  <a:lnTo>
                    <a:pt x="1" y="6538"/>
                  </a:lnTo>
                  <a:lnTo>
                    <a:pt x="161" y="8965"/>
                  </a:lnTo>
                  <a:lnTo>
                    <a:pt x="201" y="9346"/>
                  </a:lnTo>
                  <a:lnTo>
                    <a:pt x="261" y="9727"/>
                  </a:lnTo>
                  <a:lnTo>
                    <a:pt x="322" y="10088"/>
                  </a:lnTo>
                  <a:lnTo>
                    <a:pt x="422" y="10449"/>
                  </a:lnTo>
                  <a:lnTo>
                    <a:pt x="522" y="10810"/>
                  </a:lnTo>
                  <a:lnTo>
                    <a:pt x="642" y="11171"/>
                  </a:lnTo>
                  <a:lnTo>
                    <a:pt x="763" y="11512"/>
                  </a:lnTo>
                  <a:lnTo>
                    <a:pt x="923" y="11833"/>
                  </a:lnTo>
                  <a:lnTo>
                    <a:pt x="1084" y="12154"/>
                  </a:lnTo>
                  <a:lnTo>
                    <a:pt x="1264" y="12474"/>
                  </a:lnTo>
                  <a:lnTo>
                    <a:pt x="1465" y="12775"/>
                  </a:lnTo>
                  <a:lnTo>
                    <a:pt x="1665" y="13076"/>
                  </a:lnTo>
                  <a:lnTo>
                    <a:pt x="1886" y="13357"/>
                  </a:lnTo>
                  <a:lnTo>
                    <a:pt x="2126" y="13638"/>
                  </a:lnTo>
                  <a:lnTo>
                    <a:pt x="2367" y="13898"/>
                  </a:lnTo>
                  <a:lnTo>
                    <a:pt x="2628" y="14159"/>
                  </a:lnTo>
                  <a:lnTo>
                    <a:pt x="2889" y="14380"/>
                  </a:lnTo>
                  <a:lnTo>
                    <a:pt x="3169" y="14620"/>
                  </a:lnTo>
                  <a:lnTo>
                    <a:pt x="3450" y="14821"/>
                  </a:lnTo>
                  <a:lnTo>
                    <a:pt x="3751" y="15021"/>
                  </a:lnTo>
                  <a:lnTo>
                    <a:pt x="4052" y="15222"/>
                  </a:lnTo>
                  <a:lnTo>
                    <a:pt x="4373" y="15382"/>
                  </a:lnTo>
                  <a:lnTo>
                    <a:pt x="4714" y="15543"/>
                  </a:lnTo>
                  <a:lnTo>
                    <a:pt x="5034" y="15703"/>
                  </a:lnTo>
                  <a:lnTo>
                    <a:pt x="5375" y="15824"/>
                  </a:lnTo>
                  <a:lnTo>
                    <a:pt x="5736" y="15944"/>
                  </a:lnTo>
                  <a:lnTo>
                    <a:pt x="6077" y="16024"/>
                  </a:lnTo>
                  <a:lnTo>
                    <a:pt x="6438" y="16104"/>
                  </a:lnTo>
                  <a:lnTo>
                    <a:pt x="6819" y="16164"/>
                  </a:lnTo>
                  <a:lnTo>
                    <a:pt x="7180" y="16225"/>
                  </a:lnTo>
                  <a:lnTo>
                    <a:pt x="7561" y="16245"/>
                  </a:lnTo>
                  <a:lnTo>
                    <a:pt x="7942" y="16265"/>
                  </a:lnTo>
                  <a:lnTo>
                    <a:pt x="15202" y="16265"/>
                  </a:lnTo>
                  <a:lnTo>
                    <a:pt x="15583" y="16245"/>
                  </a:lnTo>
                  <a:lnTo>
                    <a:pt x="15964" y="16225"/>
                  </a:lnTo>
                  <a:lnTo>
                    <a:pt x="16325" y="16164"/>
                  </a:lnTo>
                  <a:lnTo>
                    <a:pt x="16706" y="16104"/>
                  </a:lnTo>
                  <a:lnTo>
                    <a:pt x="17067" y="16024"/>
                  </a:lnTo>
                  <a:lnTo>
                    <a:pt x="17428" y="15944"/>
                  </a:lnTo>
                  <a:lnTo>
                    <a:pt x="17769" y="15824"/>
                  </a:lnTo>
                  <a:lnTo>
                    <a:pt x="18110" y="15703"/>
                  </a:lnTo>
                  <a:lnTo>
                    <a:pt x="18451" y="15543"/>
                  </a:lnTo>
                  <a:lnTo>
                    <a:pt x="18772" y="15382"/>
                  </a:lnTo>
                  <a:lnTo>
                    <a:pt x="19093" y="15222"/>
                  </a:lnTo>
                  <a:lnTo>
                    <a:pt x="19393" y="15021"/>
                  </a:lnTo>
                  <a:lnTo>
                    <a:pt x="19694" y="14821"/>
                  </a:lnTo>
                  <a:lnTo>
                    <a:pt x="19975" y="14620"/>
                  </a:lnTo>
                  <a:lnTo>
                    <a:pt x="20256" y="14380"/>
                  </a:lnTo>
                  <a:lnTo>
                    <a:pt x="20537" y="14159"/>
                  </a:lnTo>
                  <a:lnTo>
                    <a:pt x="20777" y="13898"/>
                  </a:lnTo>
                  <a:lnTo>
                    <a:pt x="21038" y="13638"/>
                  </a:lnTo>
                  <a:lnTo>
                    <a:pt x="21258" y="13357"/>
                  </a:lnTo>
                  <a:lnTo>
                    <a:pt x="21479" y="13076"/>
                  </a:lnTo>
                  <a:lnTo>
                    <a:pt x="21680" y="12775"/>
                  </a:lnTo>
                  <a:lnTo>
                    <a:pt x="21880" y="12474"/>
                  </a:lnTo>
                  <a:lnTo>
                    <a:pt x="22061" y="12154"/>
                  </a:lnTo>
                  <a:lnTo>
                    <a:pt x="22221" y="11833"/>
                  </a:lnTo>
                  <a:lnTo>
                    <a:pt x="22382" y="11512"/>
                  </a:lnTo>
                  <a:lnTo>
                    <a:pt x="22522" y="11171"/>
                  </a:lnTo>
                  <a:lnTo>
                    <a:pt x="22622" y="10810"/>
                  </a:lnTo>
                  <a:lnTo>
                    <a:pt x="22743" y="10449"/>
                  </a:lnTo>
                  <a:lnTo>
                    <a:pt x="22823" y="10088"/>
                  </a:lnTo>
                  <a:lnTo>
                    <a:pt x="22883" y="9727"/>
                  </a:lnTo>
                  <a:lnTo>
                    <a:pt x="22943" y="9346"/>
                  </a:lnTo>
                  <a:lnTo>
                    <a:pt x="22983" y="8965"/>
                  </a:lnTo>
                  <a:lnTo>
                    <a:pt x="23144" y="6538"/>
                  </a:lnTo>
                  <a:lnTo>
                    <a:pt x="23164" y="6057"/>
                  </a:lnTo>
                  <a:lnTo>
                    <a:pt x="23144" y="5596"/>
                  </a:lnTo>
                  <a:lnTo>
                    <a:pt x="23103" y="5114"/>
                  </a:lnTo>
                  <a:lnTo>
                    <a:pt x="23023" y="4653"/>
                  </a:lnTo>
                  <a:lnTo>
                    <a:pt x="22943" y="4192"/>
                  </a:lnTo>
                  <a:lnTo>
                    <a:pt x="22823" y="3751"/>
                  </a:lnTo>
                  <a:lnTo>
                    <a:pt x="22662" y="3330"/>
                  </a:lnTo>
                  <a:lnTo>
                    <a:pt x="22502" y="2908"/>
                  </a:lnTo>
                  <a:lnTo>
                    <a:pt x="22301" y="2487"/>
                  </a:lnTo>
                  <a:lnTo>
                    <a:pt x="22081" y="2086"/>
                  </a:lnTo>
                  <a:lnTo>
                    <a:pt x="21840" y="1705"/>
                  </a:lnTo>
                  <a:lnTo>
                    <a:pt x="21579" y="1344"/>
                  </a:lnTo>
                  <a:lnTo>
                    <a:pt x="21299" y="1003"/>
                  </a:lnTo>
                  <a:lnTo>
                    <a:pt x="20998" y="662"/>
                  </a:lnTo>
                  <a:lnTo>
                    <a:pt x="20677" y="341"/>
                  </a:lnTo>
                  <a:lnTo>
                    <a:pt x="20356" y="41"/>
                  </a:lnTo>
                  <a:lnTo>
                    <a:pt x="18050" y="21"/>
                  </a:lnTo>
                  <a:lnTo>
                    <a:pt x="1572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7" name="Google Shape;6577;p30"/>
            <p:cNvSpPr/>
            <p:nvPr/>
          </p:nvSpPr>
          <p:spPr>
            <a:xfrm>
              <a:off x="8488800" y="5379025"/>
              <a:ext cx="1865100" cy="313375"/>
            </a:xfrm>
            <a:custGeom>
              <a:avLst/>
              <a:gdLst/>
              <a:ahLst/>
              <a:cxnLst/>
              <a:rect l="l" t="t" r="r" b="b"/>
              <a:pathLst>
                <a:path w="74604" h="12535" extrusionOk="0">
                  <a:moveTo>
                    <a:pt x="2808" y="0"/>
                  </a:moveTo>
                  <a:lnTo>
                    <a:pt x="2467" y="40"/>
                  </a:lnTo>
                  <a:lnTo>
                    <a:pt x="2126" y="121"/>
                  </a:lnTo>
                  <a:lnTo>
                    <a:pt x="1806" y="221"/>
                  </a:lnTo>
                  <a:lnTo>
                    <a:pt x="1505" y="361"/>
                  </a:lnTo>
                  <a:lnTo>
                    <a:pt x="1224" y="522"/>
                  </a:lnTo>
                  <a:lnTo>
                    <a:pt x="943" y="702"/>
                  </a:lnTo>
                  <a:lnTo>
                    <a:pt x="703" y="883"/>
                  </a:lnTo>
                  <a:lnTo>
                    <a:pt x="482" y="1083"/>
                  </a:lnTo>
                  <a:lnTo>
                    <a:pt x="301" y="1264"/>
                  </a:lnTo>
                  <a:lnTo>
                    <a:pt x="161" y="1444"/>
                  </a:lnTo>
                  <a:lnTo>
                    <a:pt x="61" y="1605"/>
                  </a:lnTo>
                  <a:lnTo>
                    <a:pt x="21" y="1765"/>
                  </a:lnTo>
                  <a:lnTo>
                    <a:pt x="1" y="1825"/>
                  </a:lnTo>
                  <a:lnTo>
                    <a:pt x="1" y="1885"/>
                  </a:lnTo>
                  <a:lnTo>
                    <a:pt x="61" y="1966"/>
                  </a:lnTo>
                  <a:lnTo>
                    <a:pt x="221" y="2086"/>
                  </a:lnTo>
                  <a:lnTo>
                    <a:pt x="442" y="2266"/>
                  </a:lnTo>
                  <a:lnTo>
                    <a:pt x="763" y="2487"/>
                  </a:lnTo>
                  <a:lnTo>
                    <a:pt x="1164" y="2768"/>
                  </a:lnTo>
                  <a:lnTo>
                    <a:pt x="1645" y="3069"/>
                  </a:lnTo>
                  <a:lnTo>
                    <a:pt x="2207" y="3409"/>
                  </a:lnTo>
                  <a:lnTo>
                    <a:pt x="2848" y="3770"/>
                  </a:lnTo>
                  <a:lnTo>
                    <a:pt x="3570" y="4172"/>
                  </a:lnTo>
                  <a:lnTo>
                    <a:pt x="4352" y="4593"/>
                  </a:lnTo>
                  <a:lnTo>
                    <a:pt x="5215" y="5034"/>
                  </a:lnTo>
                  <a:lnTo>
                    <a:pt x="6157" y="5495"/>
                  </a:lnTo>
                  <a:lnTo>
                    <a:pt x="7160" y="5956"/>
                  </a:lnTo>
                  <a:lnTo>
                    <a:pt x="8243" y="6438"/>
                  </a:lnTo>
                  <a:lnTo>
                    <a:pt x="9386" y="6919"/>
                  </a:lnTo>
                  <a:lnTo>
                    <a:pt x="10589" y="7400"/>
                  </a:lnTo>
                  <a:lnTo>
                    <a:pt x="11853" y="7902"/>
                  </a:lnTo>
                  <a:lnTo>
                    <a:pt x="13176" y="8363"/>
                  </a:lnTo>
                  <a:lnTo>
                    <a:pt x="14580" y="8844"/>
                  </a:lnTo>
                  <a:lnTo>
                    <a:pt x="16024" y="9306"/>
                  </a:lnTo>
                  <a:lnTo>
                    <a:pt x="17528" y="9747"/>
                  </a:lnTo>
                  <a:lnTo>
                    <a:pt x="19093" y="10168"/>
                  </a:lnTo>
                  <a:lnTo>
                    <a:pt x="20697" y="10569"/>
                  </a:lnTo>
                  <a:lnTo>
                    <a:pt x="22361" y="10930"/>
                  </a:lnTo>
                  <a:lnTo>
                    <a:pt x="24066" y="11291"/>
                  </a:lnTo>
                  <a:lnTo>
                    <a:pt x="25831" y="11592"/>
                  </a:lnTo>
                  <a:lnTo>
                    <a:pt x="27636" y="11852"/>
                  </a:lnTo>
                  <a:lnTo>
                    <a:pt x="28558" y="11973"/>
                  </a:lnTo>
                  <a:lnTo>
                    <a:pt x="29501" y="12093"/>
                  </a:lnTo>
                  <a:lnTo>
                    <a:pt x="30423" y="12193"/>
                  </a:lnTo>
                  <a:lnTo>
                    <a:pt x="31386" y="12274"/>
                  </a:lnTo>
                  <a:lnTo>
                    <a:pt x="32349" y="12354"/>
                  </a:lnTo>
                  <a:lnTo>
                    <a:pt x="33311" y="12414"/>
                  </a:lnTo>
                  <a:lnTo>
                    <a:pt x="34294" y="12454"/>
                  </a:lnTo>
                  <a:lnTo>
                    <a:pt x="35297" y="12494"/>
                  </a:lnTo>
                  <a:lnTo>
                    <a:pt x="36299" y="12514"/>
                  </a:lnTo>
                  <a:lnTo>
                    <a:pt x="37302" y="12534"/>
                  </a:lnTo>
                  <a:lnTo>
                    <a:pt x="38305" y="12514"/>
                  </a:lnTo>
                  <a:lnTo>
                    <a:pt x="39307" y="12494"/>
                  </a:lnTo>
                  <a:lnTo>
                    <a:pt x="40310" y="12454"/>
                  </a:lnTo>
                  <a:lnTo>
                    <a:pt x="41293" y="12414"/>
                  </a:lnTo>
                  <a:lnTo>
                    <a:pt x="42255" y="12354"/>
                  </a:lnTo>
                  <a:lnTo>
                    <a:pt x="43218" y="12274"/>
                  </a:lnTo>
                  <a:lnTo>
                    <a:pt x="44181" y="12193"/>
                  </a:lnTo>
                  <a:lnTo>
                    <a:pt x="45123" y="12093"/>
                  </a:lnTo>
                  <a:lnTo>
                    <a:pt x="46046" y="11973"/>
                  </a:lnTo>
                  <a:lnTo>
                    <a:pt x="46968" y="11852"/>
                  </a:lnTo>
                  <a:lnTo>
                    <a:pt x="48773" y="11592"/>
                  </a:lnTo>
                  <a:lnTo>
                    <a:pt x="50538" y="11291"/>
                  </a:lnTo>
                  <a:lnTo>
                    <a:pt x="52243" y="10930"/>
                  </a:lnTo>
                  <a:lnTo>
                    <a:pt x="53907" y="10569"/>
                  </a:lnTo>
                  <a:lnTo>
                    <a:pt x="55511" y="10168"/>
                  </a:lnTo>
                  <a:lnTo>
                    <a:pt x="57076" y="9747"/>
                  </a:lnTo>
                  <a:lnTo>
                    <a:pt x="58580" y="9306"/>
                  </a:lnTo>
                  <a:lnTo>
                    <a:pt x="60024" y="8844"/>
                  </a:lnTo>
                  <a:lnTo>
                    <a:pt x="61428" y="8363"/>
                  </a:lnTo>
                  <a:lnTo>
                    <a:pt x="62751" y="7902"/>
                  </a:lnTo>
                  <a:lnTo>
                    <a:pt x="64015" y="7400"/>
                  </a:lnTo>
                  <a:lnTo>
                    <a:pt x="65218" y="6919"/>
                  </a:lnTo>
                  <a:lnTo>
                    <a:pt x="66361" y="6438"/>
                  </a:lnTo>
                  <a:lnTo>
                    <a:pt x="67444" y="5956"/>
                  </a:lnTo>
                  <a:lnTo>
                    <a:pt x="68447" y="5495"/>
                  </a:lnTo>
                  <a:lnTo>
                    <a:pt x="69389" y="5034"/>
                  </a:lnTo>
                  <a:lnTo>
                    <a:pt x="70252" y="4593"/>
                  </a:lnTo>
                  <a:lnTo>
                    <a:pt x="71034" y="4172"/>
                  </a:lnTo>
                  <a:lnTo>
                    <a:pt x="71756" y="3770"/>
                  </a:lnTo>
                  <a:lnTo>
                    <a:pt x="72397" y="3409"/>
                  </a:lnTo>
                  <a:lnTo>
                    <a:pt x="72959" y="3069"/>
                  </a:lnTo>
                  <a:lnTo>
                    <a:pt x="73440" y="2768"/>
                  </a:lnTo>
                  <a:lnTo>
                    <a:pt x="73841" y="2487"/>
                  </a:lnTo>
                  <a:lnTo>
                    <a:pt x="74162" y="2266"/>
                  </a:lnTo>
                  <a:lnTo>
                    <a:pt x="74403" y="2086"/>
                  </a:lnTo>
                  <a:lnTo>
                    <a:pt x="74543" y="1966"/>
                  </a:lnTo>
                  <a:lnTo>
                    <a:pt x="74603" y="1885"/>
                  </a:lnTo>
                  <a:lnTo>
                    <a:pt x="74603" y="1825"/>
                  </a:lnTo>
                  <a:lnTo>
                    <a:pt x="74603" y="1765"/>
                  </a:lnTo>
                  <a:lnTo>
                    <a:pt x="74543" y="1605"/>
                  </a:lnTo>
                  <a:lnTo>
                    <a:pt x="74443" y="1444"/>
                  </a:lnTo>
                  <a:lnTo>
                    <a:pt x="74303" y="1264"/>
                  </a:lnTo>
                  <a:lnTo>
                    <a:pt x="74122" y="1083"/>
                  </a:lnTo>
                  <a:lnTo>
                    <a:pt x="73901" y="883"/>
                  </a:lnTo>
                  <a:lnTo>
                    <a:pt x="73661" y="702"/>
                  </a:lnTo>
                  <a:lnTo>
                    <a:pt x="73400" y="522"/>
                  </a:lnTo>
                  <a:lnTo>
                    <a:pt x="73099" y="361"/>
                  </a:lnTo>
                  <a:lnTo>
                    <a:pt x="72798" y="221"/>
                  </a:lnTo>
                  <a:lnTo>
                    <a:pt x="72478" y="121"/>
                  </a:lnTo>
                  <a:lnTo>
                    <a:pt x="72137" y="40"/>
                  </a:lnTo>
                  <a:lnTo>
                    <a:pt x="71796" y="0"/>
                  </a:lnTo>
                  <a:lnTo>
                    <a:pt x="71635" y="20"/>
                  </a:lnTo>
                  <a:lnTo>
                    <a:pt x="71475" y="20"/>
                  </a:lnTo>
                  <a:lnTo>
                    <a:pt x="71294" y="60"/>
                  </a:lnTo>
                  <a:lnTo>
                    <a:pt x="71134" y="100"/>
                  </a:lnTo>
                  <a:lnTo>
                    <a:pt x="70973" y="161"/>
                  </a:lnTo>
                  <a:lnTo>
                    <a:pt x="70813" y="221"/>
                  </a:lnTo>
                  <a:lnTo>
                    <a:pt x="69630" y="822"/>
                  </a:lnTo>
                  <a:lnTo>
                    <a:pt x="68407" y="1404"/>
                  </a:lnTo>
                  <a:lnTo>
                    <a:pt x="67203" y="1925"/>
                  </a:lnTo>
                  <a:lnTo>
                    <a:pt x="65980" y="2447"/>
                  </a:lnTo>
                  <a:lnTo>
                    <a:pt x="64757" y="2908"/>
                  </a:lnTo>
                  <a:lnTo>
                    <a:pt x="63513" y="3369"/>
                  </a:lnTo>
                  <a:lnTo>
                    <a:pt x="62290" y="3791"/>
                  </a:lnTo>
                  <a:lnTo>
                    <a:pt x="61067" y="4192"/>
                  </a:lnTo>
                  <a:lnTo>
                    <a:pt x="59843" y="4553"/>
                  </a:lnTo>
                  <a:lnTo>
                    <a:pt x="58620" y="4894"/>
                  </a:lnTo>
                  <a:lnTo>
                    <a:pt x="57397" y="5214"/>
                  </a:lnTo>
                  <a:lnTo>
                    <a:pt x="56193" y="5515"/>
                  </a:lnTo>
                  <a:lnTo>
                    <a:pt x="54990" y="5776"/>
                  </a:lnTo>
                  <a:lnTo>
                    <a:pt x="53827" y="6037"/>
                  </a:lnTo>
                  <a:lnTo>
                    <a:pt x="52664" y="6277"/>
                  </a:lnTo>
                  <a:lnTo>
                    <a:pt x="51501" y="6478"/>
                  </a:lnTo>
                  <a:lnTo>
                    <a:pt x="50378" y="6678"/>
                  </a:lnTo>
                  <a:lnTo>
                    <a:pt x="49275" y="6839"/>
                  </a:lnTo>
                  <a:lnTo>
                    <a:pt x="48192" y="6999"/>
                  </a:lnTo>
                  <a:lnTo>
                    <a:pt x="47149" y="7140"/>
                  </a:lnTo>
                  <a:lnTo>
                    <a:pt x="45123" y="7380"/>
                  </a:lnTo>
                  <a:lnTo>
                    <a:pt x="43238" y="7541"/>
                  </a:lnTo>
                  <a:lnTo>
                    <a:pt x="41493" y="7661"/>
                  </a:lnTo>
                  <a:lnTo>
                    <a:pt x="39909" y="7741"/>
                  </a:lnTo>
                  <a:lnTo>
                    <a:pt x="38505" y="7801"/>
                  </a:lnTo>
                  <a:lnTo>
                    <a:pt x="36099" y="7801"/>
                  </a:lnTo>
                  <a:lnTo>
                    <a:pt x="34695" y="7741"/>
                  </a:lnTo>
                  <a:lnTo>
                    <a:pt x="33111" y="7661"/>
                  </a:lnTo>
                  <a:lnTo>
                    <a:pt x="31366" y="7541"/>
                  </a:lnTo>
                  <a:lnTo>
                    <a:pt x="29481" y="7380"/>
                  </a:lnTo>
                  <a:lnTo>
                    <a:pt x="27455" y="7140"/>
                  </a:lnTo>
                  <a:lnTo>
                    <a:pt x="26412" y="6999"/>
                  </a:lnTo>
                  <a:lnTo>
                    <a:pt x="25329" y="6839"/>
                  </a:lnTo>
                  <a:lnTo>
                    <a:pt x="24226" y="6678"/>
                  </a:lnTo>
                  <a:lnTo>
                    <a:pt x="23103" y="6478"/>
                  </a:lnTo>
                  <a:lnTo>
                    <a:pt x="21940" y="6277"/>
                  </a:lnTo>
                  <a:lnTo>
                    <a:pt x="20777" y="6037"/>
                  </a:lnTo>
                  <a:lnTo>
                    <a:pt x="19614" y="5776"/>
                  </a:lnTo>
                  <a:lnTo>
                    <a:pt x="18411" y="5515"/>
                  </a:lnTo>
                  <a:lnTo>
                    <a:pt x="17207" y="5214"/>
                  </a:lnTo>
                  <a:lnTo>
                    <a:pt x="15984" y="4894"/>
                  </a:lnTo>
                  <a:lnTo>
                    <a:pt x="14761" y="4553"/>
                  </a:lnTo>
                  <a:lnTo>
                    <a:pt x="13537" y="4192"/>
                  </a:lnTo>
                  <a:lnTo>
                    <a:pt x="12314" y="3791"/>
                  </a:lnTo>
                  <a:lnTo>
                    <a:pt x="11091" y="3369"/>
                  </a:lnTo>
                  <a:lnTo>
                    <a:pt x="9847" y="2908"/>
                  </a:lnTo>
                  <a:lnTo>
                    <a:pt x="8624" y="2447"/>
                  </a:lnTo>
                  <a:lnTo>
                    <a:pt x="7401" y="1925"/>
                  </a:lnTo>
                  <a:lnTo>
                    <a:pt x="6197" y="1404"/>
                  </a:lnTo>
                  <a:lnTo>
                    <a:pt x="4974" y="822"/>
                  </a:lnTo>
                  <a:lnTo>
                    <a:pt x="3791" y="221"/>
                  </a:lnTo>
                  <a:lnTo>
                    <a:pt x="3631" y="161"/>
                  </a:lnTo>
                  <a:lnTo>
                    <a:pt x="3470" y="100"/>
                  </a:lnTo>
                  <a:lnTo>
                    <a:pt x="3310" y="60"/>
                  </a:lnTo>
                  <a:lnTo>
                    <a:pt x="3129" y="20"/>
                  </a:lnTo>
                  <a:lnTo>
                    <a:pt x="2969" y="20"/>
                  </a:lnTo>
                  <a:lnTo>
                    <a:pt x="280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8" name="Google Shape;6578;p30"/>
            <p:cNvSpPr/>
            <p:nvPr/>
          </p:nvSpPr>
          <p:spPr>
            <a:xfrm>
              <a:off x="8544450" y="4249450"/>
              <a:ext cx="70225" cy="70700"/>
            </a:xfrm>
            <a:custGeom>
              <a:avLst/>
              <a:gdLst/>
              <a:ahLst/>
              <a:cxnLst/>
              <a:rect l="l" t="t" r="r" b="b"/>
              <a:pathLst>
                <a:path w="2809" h="2828" extrusionOk="0">
                  <a:moveTo>
                    <a:pt x="1344" y="0"/>
                  </a:moveTo>
                  <a:lnTo>
                    <a:pt x="1184" y="20"/>
                  </a:lnTo>
                  <a:lnTo>
                    <a:pt x="1023" y="60"/>
                  </a:lnTo>
                  <a:lnTo>
                    <a:pt x="883" y="101"/>
                  </a:lnTo>
                  <a:lnTo>
                    <a:pt x="743" y="161"/>
                  </a:lnTo>
                  <a:lnTo>
                    <a:pt x="622" y="241"/>
                  </a:lnTo>
                  <a:lnTo>
                    <a:pt x="502" y="341"/>
                  </a:lnTo>
                  <a:lnTo>
                    <a:pt x="382" y="442"/>
                  </a:lnTo>
                  <a:lnTo>
                    <a:pt x="281" y="562"/>
                  </a:lnTo>
                  <a:lnTo>
                    <a:pt x="201" y="702"/>
                  </a:lnTo>
                  <a:lnTo>
                    <a:pt x="141" y="823"/>
                  </a:lnTo>
                  <a:lnTo>
                    <a:pt x="81" y="983"/>
                  </a:lnTo>
                  <a:lnTo>
                    <a:pt x="41" y="1123"/>
                  </a:lnTo>
                  <a:lnTo>
                    <a:pt x="1" y="1284"/>
                  </a:lnTo>
                  <a:lnTo>
                    <a:pt x="1" y="1444"/>
                  </a:lnTo>
                  <a:lnTo>
                    <a:pt x="1" y="1605"/>
                  </a:lnTo>
                  <a:lnTo>
                    <a:pt x="21" y="1725"/>
                  </a:lnTo>
                  <a:lnTo>
                    <a:pt x="61" y="1845"/>
                  </a:lnTo>
                  <a:lnTo>
                    <a:pt x="161" y="2066"/>
                  </a:lnTo>
                  <a:lnTo>
                    <a:pt x="302" y="2287"/>
                  </a:lnTo>
                  <a:lnTo>
                    <a:pt x="382" y="2387"/>
                  </a:lnTo>
                  <a:lnTo>
                    <a:pt x="482" y="2487"/>
                  </a:lnTo>
                  <a:lnTo>
                    <a:pt x="602" y="2567"/>
                  </a:lnTo>
                  <a:lnTo>
                    <a:pt x="723" y="2627"/>
                  </a:lnTo>
                  <a:lnTo>
                    <a:pt x="843" y="2708"/>
                  </a:lnTo>
                  <a:lnTo>
                    <a:pt x="983" y="2748"/>
                  </a:lnTo>
                  <a:lnTo>
                    <a:pt x="1124" y="2788"/>
                  </a:lnTo>
                  <a:lnTo>
                    <a:pt x="1264" y="2808"/>
                  </a:lnTo>
                  <a:lnTo>
                    <a:pt x="1425" y="2828"/>
                  </a:lnTo>
                  <a:lnTo>
                    <a:pt x="1585" y="2808"/>
                  </a:lnTo>
                  <a:lnTo>
                    <a:pt x="1786" y="2788"/>
                  </a:lnTo>
                  <a:lnTo>
                    <a:pt x="1966" y="2708"/>
                  </a:lnTo>
                  <a:lnTo>
                    <a:pt x="2126" y="2627"/>
                  </a:lnTo>
                  <a:lnTo>
                    <a:pt x="2287" y="2507"/>
                  </a:lnTo>
                  <a:lnTo>
                    <a:pt x="2427" y="2387"/>
                  </a:lnTo>
                  <a:lnTo>
                    <a:pt x="2548" y="2226"/>
                  </a:lnTo>
                  <a:lnTo>
                    <a:pt x="2648" y="2066"/>
                  </a:lnTo>
                  <a:lnTo>
                    <a:pt x="2728" y="1885"/>
                  </a:lnTo>
                  <a:lnTo>
                    <a:pt x="2768" y="1725"/>
                  </a:lnTo>
                  <a:lnTo>
                    <a:pt x="2788" y="1545"/>
                  </a:lnTo>
                  <a:lnTo>
                    <a:pt x="2808" y="1384"/>
                  </a:lnTo>
                  <a:lnTo>
                    <a:pt x="2788" y="1224"/>
                  </a:lnTo>
                  <a:lnTo>
                    <a:pt x="2768" y="1083"/>
                  </a:lnTo>
                  <a:lnTo>
                    <a:pt x="2728" y="923"/>
                  </a:lnTo>
                  <a:lnTo>
                    <a:pt x="2648" y="782"/>
                  </a:lnTo>
                  <a:lnTo>
                    <a:pt x="2568" y="642"/>
                  </a:lnTo>
                  <a:lnTo>
                    <a:pt x="2487" y="522"/>
                  </a:lnTo>
                  <a:lnTo>
                    <a:pt x="2387" y="401"/>
                  </a:lnTo>
                  <a:lnTo>
                    <a:pt x="2267" y="301"/>
                  </a:lnTo>
                  <a:lnTo>
                    <a:pt x="2126" y="221"/>
                  </a:lnTo>
                  <a:lnTo>
                    <a:pt x="1986" y="141"/>
                  </a:lnTo>
                  <a:lnTo>
                    <a:pt x="1826" y="81"/>
                  </a:lnTo>
                  <a:lnTo>
                    <a:pt x="1665" y="40"/>
                  </a:lnTo>
                  <a:lnTo>
                    <a:pt x="1505" y="20"/>
                  </a:lnTo>
                  <a:lnTo>
                    <a:pt x="13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9" name="Google Shape;6579;p30"/>
            <p:cNvSpPr/>
            <p:nvPr/>
          </p:nvSpPr>
          <p:spPr>
            <a:xfrm>
              <a:off x="8321350" y="4191275"/>
              <a:ext cx="258225" cy="278800"/>
            </a:xfrm>
            <a:custGeom>
              <a:avLst/>
              <a:gdLst/>
              <a:ahLst/>
              <a:cxnLst/>
              <a:rect l="l" t="t" r="r" b="b"/>
              <a:pathLst>
                <a:path w="10329" h="11152" extrusionOk="0">
                  <a:moveTo>
                    <a:pt x="1565" y="1"/>
                  </a:moveTo>
                  <a:lnTo>
                    <a:pt x="1484" y="41"/>
                  </a:lnTo>
                  <a:lnTo>
                    <a:pt x="1384" y="81"/>
                  </a:lnTo>
                  <a:lnTo>
                    <a:pt x="1124" y="262"/>
                  </a:lnTo>
                  <a:lnTo>
                    <a:pt x="843" y="502"/>
                  </a:lnTo>
                  <a:lnTo>
                    <a:pt x="562" y="763"/>
                  </a:lnTo>
                  <a:lnTo>
                    <a:pt x="321" y="1044"/>
                  </a:lnTo>
                  <a:lnTo>
                    <a:pt x="121" y="1284"/>
                  </a:lnTo>
                  <a:lnTo>
                    <a:pt x="61" y="1385"/>
                  </a:lnTo>
                  <a:lnTo>
                    <a:pt x="0" y="1465"/>
                  </a:lnTo>
                  <a:lnTo>
                    <a:pt x="0" y="1525"/>
                  </a:lnTo>
                  <a:lnTo>
                    <a:pt x="21" y="1565"/>
                  </a:lnTo>
                  <a:lnTo>
                    <a:pt x="1244" y="3029"/>
                  </a:lnTo>
                  <a:lnTo>
                    <a:pt x="2507" y="4553"/>
                  </a:lnTo>
                  <a:lnTo>
                    <a:pt x="3991" y="6278"/>
                  </a:lnTo>
                  <a:lnTo>
                    <a:pt x="5495" y="8023"/>
                  </a:lnTo>
                  <a:lnTo>
                    <a:pt x="6839" y="9567"/>
                  </a:lnTo>
                  <a:lnTo>
                    <a:pt x="7421" y="10189"/>
                  </a:lnTo>
                  <a:lnTo>
                    <a:pt x="7882" y="10670"/>
                  </a:lnTo>
                  <a:lnTo>
                    <a:pt x="8223" y="10991"/>
                  </a:lnTo>
                  <a:lnTo>
                    <a:pt x="8343" y="11071"/>
                  </a:lnTo>
                  <a:lnTo>
                    <a:pt x="8423" y="11111"/>
                  </a:lnTo>
                  <a:lnTo>
                    <a:pt x="8664" y="11151"/>
                  </a:lnTo>
                  <a:lnTo>
                    <a:pt x="8985" y="11151"/>
                  </a:lnTo>
                  <a:lnTo>
                    <a:pt x="9306" y="11131"/>
                  </a:lnTo>
                  <a:lnTo>
                    <a:pt x="9627" y="11091"/>
                  </a:lnTo>
                  <a:lnTo>
                    <a:pt x="9927" y="11031"/>
                  </a:lnTo>
                  <a:lnTo>
                    <a:pt x="10148" y="10951"/>
                  </a:lnTo>
                  <a:lnTo>
                    <a:pt x="10228" y="10911"/>
                  </a:lnTo>
                  <a:lnTo>
                    <a:pt x="10288" y="10871"/>
                  </a:lnTo>
                  <a:lnTo>
                    <a:pt x="10329" y="10830"/>
                  </a:lnTo>
                  <a:lnTo>
                    <a:pt x="10329" y="10770"/>
                  </a:lnTo>
                  <a:lnTo>
                    <a:pt x="10208" y="10610"/>
                  </a:lnTo>
                  <a:lnTo>
                    <a:pt x="9907" y="10249"/>
                  </a:lnTo>
                  <a:lnTo>
                    <a:pt x="8905" y="8985"/>
                  </a:lnTo>
                  <a:lnTo>
                    <a:pt x="5917" y="5295"/>
                  </a:lnTo>
                  <a:lnTo>
                    <a:pt x="156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0" name="Google Shape;6580;p30"/>
            <p:cNvSpPr/>
            <p:nvPr/>
          </p:nvSpPr>
          <p:spPr>
            <a:xfrm>
              <a:off x="8321350" y="4191275"/>
              <a:ext cx="258225" cy="278800"/>
            </a:xfrm>
            <a:custGeom>
              <a:avLst/>
              <a:gdLst/>
              <a:ahLst/>
              <a:cxnLst/>
              <a:rect l="l" t="t" r="r" b="b"/>
              <a:pathLst>
                <a:path w="10329" h="11152" fill="none" extrusionOk="0">
                  <a:moveTo>
                    <a:pt x="21" y="1565"/>
                  </a:moveTo>
                  <a:lnTo>
                    <a:pt x="21" y="1565"/>
                  </a:lnTo>
                  <a:lnTo>
                    <a:pt x="0" y="1525"/>
                  </a:lnTo>
                  <a:lnTo>
                    <a:pt x="0" y="1465"/>
                  </a:lnTo>
                  <a:lnTo>
                    <a:pt x="61" y="1385"/>
                  </a:lnTo>
                  <a:lnTo>
                    <a:pt x="121" y="1284"/>
                  </a:lnTo>
                  <a:lnTo>
                    <a:pt x="321" y="1044"/>
                  </a:lnTo>
                  <a:lnTo>
                    <a:pt x="562" y="763"/>
                  </a:lnTo>
                  <a:lnTo>
                    <a:pt x="843" y="502"/>
                  </a:lnTo>
                  <a:lnTo>
                    <a:pt x="1124" y="262"/>
                  </a:lnTo>
                  <a:lnTo>
                    <a:pt x="1384" y="81"/>
                  </a:lnTo>
                  <a:lnTo>
                    <a:pt x="1484" y="41"/>
                  </a:lnTo>
                  <a:lnTo>
                    <a:pt x="1565" y="1"/>
                  </a:lnTo>
                  <a:lnTo>
                    <a:pt x="1565" y="1"/>
                  </a:lnTo>
                  <a:lnTo>
                    <a:pt x="5917" y="5295"/>
                  </a:lnTo>
                  <a:lnTo>
                    <a:pt x="8905" y="8985"/>
                  </a:lnTo>
                  <a:lnTo>
                    <a:pt x="9907" y="10249"/>
                  </a:lnTo>
                  <a:lnTo>
                    <a:pt x="10208" y="10610"/>
                  </a:lnTo>
                  <a:lnTo>
                    <a:pt x="10329" y="10770"/>
                  </a:lnTo>
                  <a:lnTo>
                    <a:pt x="10329" y="10770"/>
                  </a:lnTo>
                  <a:lnTo>
                    <a:pt x="10329" y="10830"/>
                  </a:lnTo>
                  <a:lnTo>
                    <a:pt x="10288" y="10871"/>
                  </a:lnTo>
                  <a:lnTo>
                    <a:pt x="10228" y="10911"/>
                  </a:lnTo>
                  <a:lnTo>
                    <a:pt x="10148" y="10951"/>
                  </a:lnTo>
                  <a:lnTo>
                    <a:pt x="9927" y="11031"/>
                  </a:lnTo>
                  <a:lnTo>
                    <a:pt x="9627" y="11091"/>
                  </a:lnTo>
                  <a:lnTo>
                    <a:pt x="9306" y="11131"/>
                  </a:lnTo>
                  <a:lnTo>
                    <a:pt x="8985" y="11151"/>
                  </a:lnTo>
                  <a:lnTo>
                    <a:pt x="8664" y="11151"/>
                  </a:lnTo>
                  <a:lnTo>
                    <a:pt x="8423" y="11111"/>
                  </a:lnTo>
                  <a:lnTo>
                    <a:pt x="8423" y="11111"/>
                  </a:lnTo>
                  <a:lnTo>
                    <a:pt x="8343" y="11071"/>
                  </a:lnTo>
                  <a:lnTo>
                    <a:pt x="8223" y="10991"/>
                  </a:lnTo>
                  <a:lnTo>
                    <a:pt x="7882" y="10670"/>
                  </a:lnTo>
                  <a:lnTo>
                    <a:pt x="7421" y="10189"/>
                  </a:lnTo>
                  <a:lnTo>
                    <a:pt x="6839" y="9567"/>
                  </a:lnTo>
                  <a:lnTo>
                    <a:pt x="5495" y="8023"/>
                  </a:lnTo>
                  <a:lnTo>
                    <a:pt x="3991" y="6278"/>
                  </a:lnTo>
                  <a:lnTo>
                    <a:pt x="2507" y="4553"/>
                  </a:lnTo>
                  <a:lnTo>
                    <a:pt x="1244" y="3029"/>
                  </a:lnTo>
                  <a:lnTo>
                    <a:pt x="21" y="1565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1" name="Google Shape;6581;p30"/>
            <p:cNvSpPr/>
            <p:nvPr/>
          </p:nvSpPr>
          <p:spPr>
            <a:xfrm>
              <a:off x="8521400" y="4178250"/>
              <a:ext cx="392075" cy="246700"/>
            </a:xfrm>
            <a:custGeom>
              <a:avLst/>
              <a:gdLst/>
              <a:ahLst/>
              <a:cxnLst/>
              <a:rect l="l" t="t" r="r" b="b"/>
              <a:pathLst>
                <a:path w="15683" h="9868" extrusionOk="0">
                  <a:moveTo>
                    <a:pt x="14339" y="1"/>
                  </a:moveTo>
                  <a:lnTo>
                    <a:pt x="14239" y="21"/>
                  </a:lnTo>
                  <a:lnTo>
                    <a:pt x="13998" y="121"/>
                  </a:lnTo>
                  <a:lnTo>
                    <a:pt x="13497" y="422"/>
                  </a:lnTo>
                  <a:lnTo>
                    <a:pt x="11812" y="1384"/>
                  </a:lnTo>
                  <a:lnTo>
                    <a:pt x="6939" y="4252"/>
                  </a:lnTo>
                  <a:lnTo>
                    <a:pt x="2166" y="7100"/>
                  </a:lnTo>
                  <a:lnTo>
                    <a:pt x="0" y="8383"/>
                  </a:lnTo>
                  <a:lnTo>
                    <a:pt x="1203" y="9867"/>
                  </a:lnTo>
                  <a:lnTo>
                    <a:pt x="3450" y="8704"/>
                  </a:lnTo>
                  <a:lnTo>
                    <a:pt x="5756" y="7501"/>
                  </a:lnTo>
                  <a:lnTo>
                    <a:pt x="8423" y="6097"/>
                  </a:lnTo>
                  <a:lnTo>
                    <a:pt x="11070" y="4693"/>
                  </a:lnTo>
                  <a:lnTo>
                    <a:pt x="13397" y="3410"/>
                  </a:lnTo>
                  <a:lnTo>
                    <a:pt x="14319" y="2888"/>
                  </a:lnTo>
                  <a:lnTo>
                    <a:pt x="15041" y="2447"/>
                  </a:lnTo>
                  <a:lnTo>
                    <a:pt x="15502" y="2146"/>
                  </a:lnTo>
                  <a:lnTo>
                    <a:pt x="15623" y="2046"/>
                  </a:lnTo>
                  <a:lnTo>
                    <a:pt x="15683" y="1986"/>
                  </a:lnTo>
                  <a:lnTo>
                    <a:pt x="15683" y="1866"/>
                  </a:lnTo>
                  <a:lnTo>
                    <a:pt x="15643" y="1745"/>
                  </a:lnTo>
                  <a:lnTo>
                    <a:pt x="15603" y="1605"/>
                  </a:lnTo>
                  <a:lnTo>
                    <a:pt x="15542" y="1444"/>
                  </a:lnTo>
                  <a:lnTo>
                    <a:pt x="15362" y="1104"/>
                  </a:lnTo>
                  <a:lnTo>
                    <a:pt x="15141" y="763"/>
                  </a:lnTo>
                  <a:lnTo>
                    <a:pt x="14901" y="442"/>
                  </a:lnTo>
                  <a:lnTo>
                    <a:pt x="14780" y="321"/>
                  </a:lnTo>
                  <a:lnTo>
                    <a:pt x="14660" y="201"/>
                  </a:lnTo>
                  <a:lnTo>
                    <a:pt x="14540" y="101"/>
                  </a:lnTo>
                  <a:lnTo>
                    <a:pt x="14439" y="41"/>
                  </a:lnTo>
                  <a:lnTo>
                    <a:pt x="1433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2" name="Google Shape;6582;p30"/>
            <p:cNvSpPr/>
            <p:nvPr/>
          </p:nvSpPr>
          <p:spPr>
            <a:xfrm>
              <a:off x="8222575" y="3901000"/>
              <a:ext cx="946100" cy="523950"/>
            </a:xfrm>
            <a:custGeom>
              <a:avLst/>
              <a:gdLst/>
              <a:ahLst/>
              <a:cxnLst/>
              <a:rect l="l" t="t" r="r" b="b"/>
              <a:pathLst>
                <a:path w="37844" h="20958" extrusionOk="0">
                  <a:moveTo>
                    <a:pt x="21720" y="0"/>
                  </a:moveTo>
                  <a:lnTo>
                    <a:pt x="21198" y="20"/>
                  </a:lnTo>
                  <a:lnTo>
                    <a:pt x="20697" y="61"/>
                  </a:lnTo>
                  <a:lnTo>
                    <a:pt x="20196" y="141"/>
                  </a:lnTo>
                  <a:lnTo>
                    <a:pt x="19714" y="241"/>
                  </a:lnTo>
                  <a:lnTo>
                    <a:pt x="19213" y="361"/>
                  </a:lnTo>
                  <a:lnTo>
                    <a:pt x="18712" y="502"/>
                  </a:lnTo>
                  <a:lnTo>
                    <a:pt x="18230" y="662"/>
                  </a:lnTo>
                  <a:lnTo>
                    <a:pt x="17749" y="823"/>
                  </a:lnTo>
                  <a:lnTo>
                    <a:pt x="17268" y="1023"/>
                  </a:lnTo>
                  <a:lnTo>
                    <a:pt x="16786" y="1244"/>
                  </a:lnTo>
                  <a:lnTo>
                    <a:pt x="16305" y="1464"/>
                  </a:lnTo>
                  <a:lnTo>
                    <a:pt x="15844" y="1705"/>
                  </a:lnTo>
                  <a:lnTo>
                    <a:pt x="15383" y="1946"/>
                  </a:lnTo>
                  <a:lnTo>
                    <a:pt x="14941" y="2226"/>
                  </a:lnTo>
                  <a:lnTo>
                    <a:pt x="14500" y="2487"/>
                  </a:lnTo>
                  <a:lnTo>
                    <a:pt x="14059" y="2788"/>
                  </a:lnTo>
                  <a:lnTo>
                    <a:pt x="13638" y="3069"/>
                  </a:lnTo>
                  <a:lnTo>
                    <a:pt x="13417" y="3229"/>
                  </a:lnTo>
                  <a:lnTo>
                    <a:pt x="13257" y="3309"/>
                  </a:lnTo>
                  <a:lnTo>
                    <a:pt x="13076" y="3370"/>
                  </a:lnTo>
                  <a:lnTo>
                    <a:pt x="12856" y="3430"/>
                  </a:lnTo>
                  <a:lnTo>
                    <a:pt x="12615" y="3490"/>
                  </a:lnTo>
                  <a:lnTo>
                    <a:pt x="12094" y="3550"/>
                  </a:lnTo>
                  <a:lnTo>
                    <a:pt x="11492" y="3590"/>
                  </a:lnTo>
                  <a:lnTo>
                    <a:pt x="10850" y="3610"/>
                  </a:lnTo>
                  <a:lnTo>
                    <a:pt x="10148" y="3610"/>
                  </a:lnTo>
                  <a:lnTo>
                    <a:pt x="8624" y="3590"/>
                  </a:lnTo>
                  <a:lnTo>
                    <a:pt x="7080" y="3570"/>
                  </a:lnTo>
                  <a:lnTo>
                    <a:pt x="6318" y="3570"/>
                  </a:lnTo>
                  <a:lnTo>
                    <a:pt x="5556" y="3590"/>
                  </a:lnTo>
                  <a:lnTo>
                    <a:pt x="4834" y="3630"/>
                  </a:lnTo>
                  <a:lnTo>
                    <a:pt x="4132" y="3690"/>
                  </a:lnTo>
                  <a:lnTo>
                    <a:pt x="3490" y="3791"/>
                  </a:lnTo>
                  <a:lnTo>
                    <a:pt x="3189" y="3871"/>
                  </a:lnTo>
                  <a:lnTo>
                    <a:pt x="2889" y="3931"/>
                  </a:lnTo>
                  <a:lnTo>
                    <a:pt x="2708" y="3991"/>
                  </a:lnTo>
                  <a:lnTo>
                    <a:pt x="2508" y="4071"/>
                  </a:lnTo>
                  <a:lnTo>
                    <a:pt x="2327" y="4172"/>
                  </a:lnTo>
                  <a:lnTo>
                    <a:pt x="2147" y="4292"/>
                  </a:lnTo>
                  <a:lnTo>
                    <a:pt x="1946" y="4412"/>
                  </a:lnTo>
                  <a:lnTo>
                    <a:pt x="1766" y="4553"/>
                  </a:lnTo>
                  <a:lnTo>
                    <a:pt x="1605" y="4693"/>
                  </a:lnTo>
                  <a:lnTo>
                    <a:pt x="1425" y="4874"/>
                  </a:lnTo>
                  <a:lnTo>
                    <a:pt x="1264" y="5054"/>
                  </a:lnTo>
                  <a:lnTo>
                    <a:pt x="1104" y="5235"/>
                  </a:lnTo>
                  <a:lnTo>
                    <a:pt x="943" y="5435"/>
                  </a:lnTo>
                  <a:lnTo>
                    <a:pt x="803" y="5636"/>
                  </a:lnTo>
                  <a:lnTo>
                    <a:pt x="683" y="5856"/>
                  </a:lnTo>
                  <a:lnTo>
                    <a:pt x="542" y="6097"/>
                  </a:lnTo>
                  <a:lnTo>
                    <a:pt x="442" y="6318"/>
                  </a:lnTo>
                  <a:lnTo>
                    <a:pt x="342" y="6558"/>
                  </a:lnTo>
                  <a:lnTo>
                    <a:pt x="241" y="6819"/>
                  </a:lnTo>
                  <a:lnTo>
                    <a:pt x="181" y="7080"/>
                  </a:lnTo>
                  <a:lnTo>
                    <a:pt x="101" y="7340"/>
                  </a:lnTo>
                  <a:lnTo>
                    <a:pt x="61" y="7601"/>
                  </a:lnTo>
                  <a:lnTo>
                    <a:pt x="21" y="7862"/>
                  </a:lnTo>
                  <a:lnTo>
                    <a:pt x="1" y="8143"/>
                  </a:lnTo>
                  <a:lnTo>
                    <a:pt x="1" y="8423"/>
                  </a:lnTo>
                  <a:lnTo>
                    <a:pt x="21" y="8704"/>
                  </a:lnTo>
                  <a:lnTo>
                    <a:pt x="61" y="8965"/>
                  </a:lnTo>
                  <a:lnTo>
                    <a:pt x="121" y="9246"/>
                  </a:lnTo>
                  <a:lnTo>
                    <a:pt x="181" y="9526"/>
                  </a:lnTo>
                  <a:lnTo>
                    <a:pt x="281" y="9807"/>
                  </a:lnTo>
                  <a:lnTo>
                    <a:pt x="402" y="10088"/>
                  </a:lnTo>
                  <a:lnTo>
                    <a:pt x="542" y="10369"/>
                  </a:lnTo>
                  <a:lnTo>
                    <a:pt x="703" y="10629"/>
                  </a:lnTo>
                  <a:lnTo>
                    <a:pt x="883" y="10910"/>
                  </a:lnTo>
                  <a:lnTo>
                    <a:pt x="1044" y="11091"/>
                  </a:lnTo>
                  <a:lnTo>
                    <a:pt x="1164" y="11251"/>
                  </a:lnTo>
                  <a:lnTo>
                    <a:pt x="1184" y="11271"/>
                  </a:lnTo>
                  <a:lnTo>
                    <a:pt x="1384" y="11472"/>
                  </a:lnTo>
                  <a:lnTo>
                    <a:pt x="1625" y="11672"/>
                  </a:lnTo>
                  <a:lnTo>
                    <a:pt x="1926" y="11913"/>
                  </a:lnTo>
                  <a:lnTo>
                    <a:pt x="2267" y="12113"/>
                  </a:lnTo>
                  <a:lnTo>
                    <a:pt x="2628" y="12314"/>
                  </a:lnTo>
                  <a:lnTo>
                    <a:pt x="3009" y="12494"/>
                  </a:lnTo>
                  <a:lnTo>
                    <a:pt x="3410" y="12635"/>
                  </a:lnTo>
                  <a:lnTo>
                    <a:pt x="3851" y="12755"/>
                  </a:lnTo>
                  <a:lnTo>
                    <a:pt x="4292" y="12855"/>
                  </a:lnTo>
                  <a:lnTo>
                    <a:pt x="4754" y="12916"/>
                  </a:lnTo>
                  <a:lnTo>
                    <a:pt x="5215" y="12936"/>
                  </a:lnTo>
                  <a:lnTo>
                    <a:pt x="5716" y="12936"/>
                  </a:lnTo>
                  <a:lnTo>
                    <a:pt x="6218" y="12916"/>
                  </a:lnTo>
                  <a:lnTo>
                    <a:pt x="6719" y="12835"/>
                  </a:lnTo>
                  <a:lnTo>
                    <a:pt x="7220" y="12715"/>
                  </a:lnTo>
                  <a:lnTo>
                    <a:pt x="7742" y="12575"/>
                  </a:lnTo>
                  <a:lnTo>
                    <a:pt x="8263" y="12374"/>
                  </a:lnTo>
                  <a:lnTo>
                    <a:pt x="8785" y="12133"/>
                  </a:lnTo>
                  <a:lnTo>
                    <a:pt x="9065" y="11993"/>
                  </a:lnTo>
                  <a:lnTo>
                    <a:pt x="9346" y="11813"/>
                  </a:lnTo>
                  <a:lnTo>
                    <a:pt x="9607" y="11652"/>
                  </a:lnTo>
                  <a:lnTo>
                    <a:pt x="9888" y="11452"/>
                  </a:lnTo>
                  <a:lnTo>
                    <a:pt x="10168" y="11251"/>
                  </a:lnTo>
                  <a:lnTo>
                    <a:pt x="10429" y="11030"/>
                  </a:lnTo>
                  <a:lnTo>
                    <a:pt x="10710" y="10790"/>
                  </a:lnTo>
                  <a:lnTo>
                    <a:pt x="10971" y="10529"/>
                  </a:lnTo>
                  <a:lnTo>
                    <a:pt x="11251" y="10268"/>
                  </a:lnTo>
                  <a:lnTo>
                    <a:pt x="11512" y="9968"/>
                  </a:lnTo>
                  <a:lnTo>
                    <a:pt x="11753" y="9667"/>
                  </a:lnTo>
                  <a:lnTo>
                    <a:pt x="12013" y="9366"/>
                  </a:lnTo>
                  <a:lnTo>
                    <a:pt x="12274" y="9025"/>
                  </a:lnTo>
                  <a:lnTo>
                    <a:pt x="12515" y="8664"/>
                  </a:lnTo>
                  <a:lnTo>
                    <a:pt x="12755" y="8303"/>
                  </a:lnTo>
                  <a:lnTo>
                    <a:pt x="12996" y="7902"/>
                  </a:lnTo>
                  <a:lnTo>
                    <a:pt x="13217" y="7481"/>
                  </a:lnTo>
                  <a:lnTo>
                    <a:pt x="13437" y="7019"/>
                  </a:lnTo>
                  <a:lnTo>
                    <a:pt x="13678" y="6538"/>
                  </a:lnTo>
                  <a:lnTo>
                    <a:pt x="13919" y="6037"/>
                  </a:lnTo>
                  <a:lnTo>
                    <a:pt x="14219" y="5515"/>
                  </a:lnTo>
                  <a:lnTo>
                    <a:pt x="14560" y="4974"/>
                  </a:lnTo>
                  <a:lnTo>
                    <a:pt x="14761" y="4693"/>
                  </a:lnTo>
                  <a:lnTo>
                    <a:pt x="14961" y="4412"/>
                  </a:lnTo>
                  <a:lnTo>
                    <a:pt x="15202" y="4152"/>
                  </a:lnTo>
                  <a:lnTo>
                    <a:pt x="15463" y="3871"/>
                  </a:lnTo>
                  <a:lnTo>
                    <a:pt x="15483" y="3851"/>
                  </a:lnTo>
                  <a:lnTo>
                    <a:pt x="16084" y="3550"/>
                  </a:lnTo>
                  <a:lnTo>
                    <a:pt x="16365" y="3430"/>
                  </a:lnTo>
                  <a:lnTo>
                    <a:pt x="16626" y="3329"/>
                  </a:lnTo>
                  <a:lnTo>
                    <a:pt x="16867" y="3249"/>
                  </a:lnTo>
                  <a:lnTo>
                    <a:pt x="17087" y="3189"/>
                  </a:lnTo>
                  <a:lnTo>
                    <a:pt x="17308" y="3149"/>
                  </a:lnTo>
                  <a:lnTo>
                    <a:pt x="17709" y="3149"/>
                  </a:lnTo>
                  <a:lnTo>
                    <a:pt x="17970" y="3189"/>
                  </a:lnTo>
                  <a:lnTo>
                    <a:pt x="18230" y="3269"/>
                  </a:lnTo>
                  <a:lnTo>
                    <a:pt x="18491" y="3350"/>
                  </a:lnTo>
                  <a:lnTo>
                    <a:pt x="18772" y="3470"/>
                  </a:lnTo>
                  <a:lnTo>
                    <a:pt x="19052" y="3610"/>
                  </a:lnTo>
                  <a:lnTo>
                    <a:pt x="19333" y="3771"/>
                  </a:lnTo>
                  <a:lnTo>
                    <a:pt x="19614" y="3951"/>
                  </a:lnTo>
                  <a:lnTo>
                    <a:pt x="19915" y="4172"/>
                  </a:lnTo>
                  <a:lnTo>
                    <a:pt x="20336" y="4493"/>
                  </a:lnTo>
                  <a:lnTo>
                    <a:pt x="20777" y="4854"/>
                  </a:lnTo>
                  <a:lnTo>
                    <a:pt x="21218" y="5255"/>
                  </a:lnTo>
                  <a:lnTo>
                    <a:pt x="21660" y="5676"/>
                  </a:lnTo>
                  <a:lnTo>
                    <a:pt x="22101" y="6137"/>
                  </a:lnTo>
                  <a:lnTo>
                    <a:pt x="22562" y="6618"/>
                  </a:lnTo>
                  <a:lnTo>
                    <a:pt x="23023" y="7120"/>
                  </a:lnTo>
                  <a:lnTo>
                    <a:pt x="23485" y="7661"/>
                  </a:lnTo>
                  <a:lnTo>
                    <a:pt x="24407" y="8764"/>
                  </a:lnTo>
                  <a:lnTo>
                    <a:pt x="25330" y="9947"/>
                  </a:lnTo>
                  <a:lnTo>
                    <a:pt x="26232" y="11151"/>
                  </a:lnTo>
                  <a:lnTo>
                    <a:pt x="27134" y="12374"/>
                  </a:lnTo>
                  <a:lnTo>
                    <a:pt x="27997" y="13577"/>
                  </a:lnTo>
                  <a:lnTo>
                    <a:pt x="28839" y="14761"/>
                  </a:lnTo>
                  <a:lnTo>
                    <a:pt x="30383" y="16987"/>
                  </a:lnTo>
                  <a:lnTo>
                    <a:pt x="31085" y="17969"/>
                  </a:lnTo>
                  <a:lnTo>
                    <a:pt x="31727" y="18832"/>
                  </a:lnTo>
                  <a:lnTo>
                    <a:pt x="32288" y="19574"/>
                  </a:lnTo>
                  <a:lnTo>
                    <a:pt x="32790" y="20175"/>
                  </a:lnTo>
                  <a:lnTo>
                    <a:pt x="32970" y="20376"/>
                  </a:lnTo>
                  <a:lnTo>
                    <a:pt x="33151" y="20536"/>
                  </a:lnTo>
                  <a:lnTo>
                    <a:pt x="33311" y="20677"/>
                  </a:lnTo>
                  <a:lnTo>
                    <a:pt x="33432" y="20777"/>
                  </a:lnTo>
                  <a:lnTo>
                    <a:pt x="33552" y="20837"/>
                  </a:lnTo>
                  <a:lnTo>
                    <a:pt x="33732" y="20877"/>
                  </a:lnTo>
                  <a:lnTo>
                    <a:pt x="33993" y="20917"/>
                  </a:lnTo>
                  <a:lnTo>
                    <a:pt x="34354" y="20937"/>
                  </a:lnTo>
                  <a:lnTo>
                    <a:pt x="34795" y="20937"/>
                  </a:lnTo>
                  <a:lnTo>
                    <a:pt x="34996" y="20957"/>
                  </a:lnTo>
                  <a:lnTo>
                    <a:pt x="35858" y="20957"/>
                  </a:lnTo>
                  <a:lnTo>
                    <a:pt x="36881" y="20937"/>
                  </a:lnTo>
                  <a:lnTo>
                    <a:pt x="37844" y="20937"/>
                  </a:lnTo>
                  <a:lnTo>
                    <a:pt x="37643" y="20336"/>
                  </a:lnTo>
                  <a:lnTo>
                    <a:pt x="37362" y="19433"/>
                  </a:lnTo>
                  <a:lnTo>
                    <a:pt x="37001" y="18270"/>
                  </a:lnTo>
                  <a:lnTo>
                    <a:pt x="36540" y="16906"/>
                  </a:lnTo>
                  <a:lnTo>
                    <a:pt x="35999" y="15362"/>
                  </a:lnTo>
                  <a:lnTo>
                    <a:pt x="35678" y="14560"/>
                  </a:lnTo>
                  <a:lnTo>
                    <a:pt x="35357" y="13718"/>
                  </a:lnTo>
                  <a:lnTo>
                    <a:pt x="34996" y="12855"/>
                  </a:lnTo>
                  <a:lnTo>
                    <a:pt x="34615" y="11973"/>
                  </a:lnTo>
                  <a:lnTo>
                    <a:pt x="34214" y="11091"/>
                  </a:lnTo>
                  <a:lnTo>
                    <a:pt x="33772" y="10208"/>
                  </a:lnTo>
                  <a:lnTo>
                    <a:pt x="33311" y="9326"/>
                  </a:lnTo>
                  <a:lnTo>
                    <a:pt x="32830" y="8443"/>
                  </a:lnTo>
                  <a:lnTo>
                    <a:pt x="32329" y="7581"/>
                  </a:lnTo>
                  <a:lnTo>
                    <a:pt x="31787" y="6739"/>
                  </a:lnTo>
                  <a:lnTo>
                    <a:pt x="31226" y="5916"/>
                  </a:lnTo>
                  <a:lnTo>
                    <a:pt x="30644" y="5134"/>
                  </a:lnTo>
                  <a:lnTo>
                    <a:pt x="30042" y="4372"/>
                  </a:lnTo>
                  <a:lnTo>
                    <a:pt x="29721" y="4011"/>
                  </a:lnTo>
                  <a:lnTo>
                    <a:pt x="29401" y="3670"/>
                  </a:lnTo>
                  <a:lnTo>
                    <a:pt x="29060" y="3329"/>
                  </a:lnTo>
                  <a:lnTo>
                    <a:pt x="28739" y="3009"/>
                  </a:lnTo>
                  <a:lnTo>
                    <a:pt x="28378" y="2688"/>
                  </a:lnTo>
                  <a:lnTo>
                    <a:pt x="28037" y="2387"/>
                  </a:lnTo>
                  <a:lnTo>
                    <a:pt x="27676" y="2106"/>
                  </a:lnTo>
                  <a:lnTo>
                    <a:pt x="27315" y="1825"/>
                  </a:lnTo>
                  <a:lnTo>
                    <a:pt x="26934" y="1585"/>
                  </a:lnTo>
                  <a:lnTo>
                    <a:pt x="26553" y="1344"/>
                  </a:lnTo>
                  <a:lnTo>
                    <a:pt x="26172" y="1123"/>
                  </a:lnTo>
                  <a:lnTo>
                    <a:pt x="25791" y="903"/>
                  </a:lnTo>
                  <a:lnTo>
                    <a:pt x="25390" y="722"/>
                  </a:lnTo>
                  <a:lnTo>
                    <a:pt x="24969" y="562"/>
                  </a:lnTo>
                  <a:lnTo>
                    <a:pt x="24567" y="422"/>
                  </a:lnTo>
                  <a:lnTo>
                    <a:pt x="24146" y="281"/>
                  </a:lnTo>
                  <a:lnTo>
                    <a:pt x="23705" y="181"/>
                  </a:lnTo>
                  <a:lnTo>
                    <a:pt x="23284" y="101"/>
                  </a:lnTo>
                  <a:lnTo>
                    <a:pt x="22763" y="41"/>
                  </a:lnTo>
                  <a:lnTo>
                    <a:pt x="222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3" name="Google Shape;6583;p30"/>
            <p:cNvSpPr/>
            <p:nvPr/>
          </p:nvSpPr>
          <p:spPr>
            <a:xfrm>
              <a:off x="8222575" y="3901000"/>
              <a:ext cx="946100" cy="523950"/>
            </a:xfrm>
            <a:custGeom>
              <a:avLst/>
              <a:gdLst/>
              <a:ahLst/>
              <a:cxnLst/>
              <a:rect l="l" t="t" r="r" b="b"/>
              <a:pathLst>
                <a:path w="37844" h="20958" fill="none" extrusionOk="0">
                  <a:moveTo>
                    <a:pt x="37844" y="20937"/>
                  </a:moveTo>
                  <a:lnTo>
                    <a:pt x="37844" y="20937"/>
                  </a:lnTo>
                  <a:lnTo>
                    <a:pt x="37001" y="20937"/>
                  </a:lnTo>
                  <a:lnTo>
                    <a:pt x="36881" y="20937"/>
                  </a:lnTo>
                  <a:lnTo>
                    <a:pt x="36881" y="20937"/>
                  </a:lnTo>
                  <a:lnTo>
                    <a:pt x="35858" y="20957"/>
                  </a:lnTo>
                  <a:lnTo>
                    <a:pt x="34996" y="20957"/>
                  </a:lnTo>
                  <a:lnTo>
                    <a:pt x="34996" y="20957"/>
                  </a:lnTo>
                  <a:lnTo>
                    <a:pt x="34795" y="20937"/>
                  </a:lnTo>
                  <a:lnTo>
                    <a:pt x="34795" y="20937"/>
                  </a:lnTo>
                  <a:lnTo>
                    <a:pt x="34354" y="20937"/>
                  </a:lnTo>
                  <a:lnTo>
                    <a:pt x="33993" y="20917"/>
                  </a:lnTo>
                  <a:lnTo>
                    <a:pt x="33732" y="20877"/>
                  </a:lnTo>
                  <a:lnTo>
                    <a:pt x="33552" y="20837"/>
                  </a:lnTo>
                  <a:lnTo>
                    <a:pt x="33552" y="20837"/>
                  </a:lnTo>
                  <a:lnTo>
                    <a:pt x="33432" y="20777"/>
                  </a:lnTo>
                  <a:lnTo>
                    <a:pt x="33432" y="20777"/>
                  </a:lnTo>
                  <a:lnTo>
                    <a:pt x="33311" y="20677"/>
                  </a:lnTo>
                  <a:lnTo>
                    <a:pt x="33151" y="20536"/>
                  </a:lnTo>
                  <a:lnTo>
                    <a:pt x="32970" y="20376"/>
                  </a:lnTo>
                  <a:lnTo>
                    <a:pt x="32790" y="20175"/>
                  </a:lnTo>
                  <a:lnTo>
                    <a:pt x="32790" y="20175"/>
                  </a:lnTo>
                  <a:lnTo>
                    <a:pt x="32288" y="19574"/>
                  </a:lnTo>
                  <a:lnTo>
                    <a:pt x="31727" y="18832"/>
                  </a:lnTo>
                  <a:lnTo>
                    <a:pt x="31085" y="17969"/>
                  </a:lnTo>
                  <a:lnTo>
                    <a:pt x="30383" y="16987"/>
                  </a:lnTo>
                  <a:lnTo>
                    <a:pt x="28839" y="14761"/>
                  </a:lnTo>
                  <a:lnTo>
                    <a:pt x="27997" y="13577"/>
                  </a:lnTo>
                  <a:lnTo>
                    <a:pt x="27134" y="12374"/>
                  </a:lnTo>
                  <a:lnTo>
                    <a:pt x="26232" y="11151"/>
                  </a:lnTo>
                  <a:lnTo>
                    <a:pt x="25330" y="9947"/>
                  </a:lnTo>
                  <a:lnTo>
                    <a:pt x="24407" y="8764"/>
                  </a:lnTo>
                  <a:lnTo>
                    <a:pt x="23485" y="7661"/>
                  </a:lnTo>
                  <a:lnTo>
                    <a:pt x="23023" y="7120"/>
                  </a:lnTo>
                  <a:lnTo>
                    <a:pt x="22562" y="6618"/>
                  </a:lnTo>
                  <a:lnTo>
                    <a:pt x="22101" y="6137"/>
                  </a:lnTo>
                  <a:lnTo>
                    <a:pt x="21660" y="5676"/>
                  </a:lnTo>
                  <a:lnTo>
                    <a:pt x="21218" y="5255"/>
                  </a:lnTo>
                  <a:lnTo>
                    <a:pt x="20777" y="4854"/>
                  </a:lnTo>
                  <a:lnTo>
                    <a:pt x="20336" y="4493"/>
                  </a:lnTo>
                  <a:lnTo>
                    <a:pt x="19915" y="4172"/>
                  </a:lnTo>
                  <a:lnTo>
                    <a:pt x="19915" y="4172"/>
                  </a:lnTo>
                  <a:lnTo>
                    <a:pt x="19614" y="3951"/>
                  </a:lnTo>
                  <a:lnTo>
                    <a:pt x="19333" y="3771"/>
                  </a:lnTo>
                  <a:lnTo>
                    <a:pt x="19052" y="3610"/>
                  </a:lnTo>
                  <a:lnTo>
                    <a:pt x="18772" y="3470"/>
                  </a:lnTo>
                  <a:lnTo>
                    <a:pt x="18491" y="3350"/>
                  </a:lnTo>
                  <a:lnTo>
                    <a:pt x="18230" y="3269"/>
                  </a:lnTo>
                  <a:lnTo>
                    <a:pt x="17970" y="3189"/>
                  </a:lnTo>
                  <a:lnTo>
                    <a:pt x="17709" y="3149"/>
                  </a:lnTo>
                  <a:lnTo>
                    <a:pt x="17709" y="3149"/>
                  </a:lnTo>
                  <a:lnTo>
                    <a:pt x="17488" y="3149"/>
                  </a:lnTo>
                  <a:lnTo>
                    <a:pt x="17488" y="3149"/>
                  </a:lnTo>
                  <a:lnTo>
                    <a:pt x="17308" y="3149"/>
                  </a:lnTo>
                  <a:lnTo>
                    <a:pt x="17087" y="3189"/>
                  </a:lnTo>
                  <a:lnTo>
                    <a:pt x="16867" y="3249"/>
                  </a:lnTo>
                  <a:lnTo>
                    <a:pt x="16626" y="3329"/>
                  </a:lnTo>
                  <a:lnTo>
                    <a:pt x="16365" y="3430"/>
                  </a:lnTo>
                  <a:lnTo>
                    <a:pt x="16084" y="3550"/>
                  </a:lnTo>
                  <a:lnTo>
                    <a:pt x="15483" y="3851"/>
                  </a:lnTo>
                  <a:lnTo>
                    <a:pt x="15463" y="3871"/>
                  </a:lnTo>
                  <a:lnTo>
                    <a:pt x="15463" y="3871"/>
                  </a:lnTo>
                  <a:lnTo>
                    <a:pt x="15202" y="4152"/>
                  </a:lnTo>
                  <a:lnTo>
                    <a:pt x="14961" y="4412"/>
                  </a:lnTo>
                  <a:lnTo>
                    <a:pt x="14761" y="4693"/>
                  </a:lnTo>
                  <a:lnTo>
                    <a:pt x="14560" y="4974"/>
                  </a:lnTo>
                  <a:lnTo>
                    <a:pt x="14219" y="5515"/>
                  </a:lnTo>
                  <a:lnTo>
                    <a:pt x="13919" y="6037"/>
                  </a:lnTo>
                  <a:lnTo>
                    <a:pt x="13678" y="6538"/>
                  </a:lnTo>
                  <a:lnTo>
                    <a:pt x="13437" y="7019"/>
                  </a:lnTo>
                  <a:lnTo>
                    <a:pt x="13217" y="7481"/>
                  </a:lnTo>
                  <a:lnTo>
                    <a:pt x="12996" y="7902"/>
                  </a:lnTo>
                  <a:lnTo>
                    <a:pt x="12996" y="7902"/>
                  </a:lnTo>
                  <a:lnTo>
                    <a:pt x="12755" y="8303"/>
                  </a:lnTo>
                  <a:lnTo>
                    <a:pt x="12515" y="8664"/>
                  </a:lnTo>
                  <a:lnTo>
                    <a:pt x="12274" y="9025"/>
                  </a:lnTo>
                  <a:lnTo>
                    <a:pt x="12013" y="9366"/>
                  </a:lnTo>
                  <a:lnTo>
                    <a:pt x="11753" y="9667"/>
                  </a:lnTo>
                  <a:lnTo>
                    <a:pt x="11512" y="9968"/>
                  </a:lnTo>
                  <a:lnTo>
                    <a:pt x="11251" y="10268"/>
                  </a:lnTo>
                  <a:lnTo>
                    <a:pt x="10971" y="10529"/>
                  </a:lnTo>
                  <a:lnTo>
                    <a:pt x="10710" y="10790"/>
                  </a:lnTo>
                  <a:lnTo>
                    <a:pt x="10429" y="11030"/>
                  </a:lnTo>
                  <a:lnTo>
                    <a:pt x="10168" y="11251"/>
                  </a:lnTo>
                  <a:lnTo>
                    <a:pt x="9888" y="11452"/>
                  </a:lnTo>
                  <a:lnTo>
                    <a:pt x="9607" y="11652"/>
                  </a:lnTo>
                  <a:lnTo>
                    <a:pt x="9346" y="11813"/>
                  </a:lnTo>
                  <a:lnTo>
                    <a:pt x="9065" y="11993"/>
                  </a:lnTo>
                  <a:lnTo>
                    <a:pt x="8785" y="12133"/>
                  </a:lnTo>
                  <a:lnTo>
                    <a:pt x="8785" y="12133"/>
                  </a:lnTo>
                  <a:lnTo>
                    <a:pt x="8263" y="12374"/>
                  </a:lnTo>
                  <a:lnTo>
                    <a:pt x="7742" y="12575"/>
                  </a:lnTo>
                  <a:lnTo>
                    <a:pt x="7220" y="12715"/>
                  </a:lnTo>
                  <a:lnTo>
                    <a:pt x="6719" y="12835"/>
                  </a:lnTo>
                  <a:lnTo>
                    <a:pt x="6218" y="12916"/>
                  </a:lnTo>
                  <a:lnTo>
                    <a:pt x="5716" y="12936"/>
                  </a:lnTo>
                  <a:lnTo>
                    <a:pt x="5215" y="12936"/>
                  </a:lnTo>
                  <a:lnTo>
                    <a:pt x="4754" y="12916"/>
                  </a:lnTo>
                  <a:lnTo>
                    <a:pt x="4292" y="12855"/>
                  </a:lnTo>
                  <a:lnTo>
                    <a:pt x="3851" y="12755"/>
                  </a:lnTo>
                  <a:lnTo>
                    <a:pt x="3410" y="12635"/>
                  </a:lnTo>
                  <a:lnTo>
                    <a:pt x="3009" y="12494"/>
                  </a:lnTo>
                  <a:lnTo>
                    <a:pt x="2628" y="12314"/>
                  </a:lnTo>
                  <a:lnTo>
                    <a:pt x="2267" y="12113"/>
                  </a:lnTo>
                  <a:lnTo>
                    <a:pt x="1926" y="11913"/>
                  </a:lnTo>
                  <a:lnTo>
                    <a:pt x="1625" y="11672"/>
                  </a:lnTo>
                  <a:lnTo>
                    <a:pt x="1625" y="11672"/>
                  </a:lnTo>
                  <a:lnTo>
                    <a:pt x="1384" y="11472"/>
                  </a:lnTo>
                  <a:lnTo>
                    <a:pt x="1184" y="11271"/>
                  </a:lnTo>
                  <a:lnTo>
                    <a:pt x="1184" y="11271"/>
                  </a:lnTo>
                  <a:lnTo>
                    <a:pt x="1164" y="11251"/>
                  </a:lnTo>
                  <a:lnTo>
                    <a:pt x="1164" y="11251"/>
                  </a:lnTo>
                  <a:lnTo>
                    <a:pt x="1044" y="11091"/>
                  </a:lnTo>
                  <a:lnTo>
                    <a:pt x="1044" y="11091"/>
                  </a:lnTo>
                  <a:lnTo>
                    <a:pt x="883" y="10910"/>
                  </a:lnTo>
                  <a:lnTo>
                    <a:pt x="883" y="10910"/>
                  </a:lnTo>
                  <a:lnTo>
                    <a:pt x="703" y="10629"/>
                  </a:lnTo>
                  <a:lnTo>
                    <a:pt x="542" y="10369"/>
                  </a:lnTo>
                  <a:lnTo>
                    <a:pt x="402" y="10088"/>
                  </a:lnTo>
                  <a:lnTo>
                    <a:pt x="281" y="9807"/>
                  </a:lnTo>
                  <a:lnTo>
                    <a:pt x="181" y="9526"/>
                  </a:lnTo>
                  <a:lnTo>
                    <a:pt x="121" y="9246"/>
                  </a:lnTo>
                  <a:lnTo>
                    <a:pt x="61" y="8965"/>
                  </a:lnTo>
                  <a:lnTo>
                    <a:pt x="21" y="8704"/>
                  </a:lnTo>
                  <a:lnTo>
                    <a:pt x="1" y="8423"/>
                  </a:lnTo>
                  <a:lnTo>
                    <a:pt x="1" y="8143"/>
                  </a:lnTo>
                  <a:lnTo>
                    <a:pt x="21" y="7862"/>
                  </a:lnTo>
                  <a:lnTo>
                    <a:pt x="61" y="7601"/>
                  </a:lnTo>
                  <a:lnTo>
                    <a:pt x="101" y="7340"/>
                  </a:lnTo>
                  <a:lnTo>
                    <a:pt x="181" y="7080"/>
                  </a:lnTo>
                  <a:lnTo>
                    <a:pt x="241" y="6819"/>
                  </a:lnTo>
                  <a:lnTo>
                    <a:pt x="342" y="6558"/>
                  </a:lnTo>
                  <a:lnTo>
                    <a:pt x="442" y="6318"/>
                  </a:lnTo>
                  <a:lnTo>
                    <a:pt x="542" y="6097"/>
                  </a:lnTo>
                  <a:lnTo>
                    <a:pt x="683" y="5856"/>
                  </a:lnTo>
                  <a:lnTo>
                    <a:pt x="803" y="5636"/>
                  </a:lnTo>
                  <a:lnTo>
                    <a:pt x="943" y="5435"/>
                  </a:lnTo>
                  <a:lnTo>
                    <a:pt x="1104" y="5235"/>
                  </a:lnTo>
                  <a:lnTo>
                    <a:pt x="1264" y="5054"/>
                  </a:lnTo>
                  <a:lnTo>
                    <a:pt x="1425" y="4874"/>
                  </a:lnTo>
                  <a:lnTo>
                    <a:pt x="1605" y="4693"/>
                  </a:lnTo>
                  <a:lnTo>
                    <a:pt x="1766" y="4553"/>
                  </a:lnTo>
                  <a:lnTo>
                    <a:pt x="1946" y="4412"/>
                  </a:lnTo>
                  <a:lnTo>
                    <a:pt x="2147" y="4292"/>
                  </a:lnTo>
                  <a:lnTo>
                    <a:pt x="2327" y="4172"/>
                  </a:lnTo>
                  <a:lnTo>
                    <a:pt x="2508" y="4071"/>
                  </a:lnTo>
                  <a:lnTo>
                    <a:pt x="2708" y="3991"/>
                  </a:lnTo>
                  <a:lnTo>
                    <a:pt x="2889" y="3931"/>
                  </a:lnTo>
                  <a:lnTo>
                    <a:pt x="2889" y="3931"/>
                  </a:lnTo>
                  <a:lnTo>
                    <a:pt x="3189" y="3871"/>
                  </a:lnTo>
                  <a:lnTo>
                    <a:pt x="3490" y="3791"/>
                  </a:lnTo>
                  <a:lnTo>
                    <a:pt x="4132" y="3690"/>
                  </a:lnTo>
                  <a:lnTo>
                    <a:pt x="4834" y="3630"/>
                  </a:lnTo>
                  <a:lnTo>
                    <a:pt x="5556" y="3590"/>
                  </a:lnTo>
                  <a:lnTo>
                    <a:pt x="6318" y="3570"/>
                  </a:lnTo>
                  <a:lnTo>
                    <a:pt x="7080" y="3570"/>
                  </a:lnTo>
                  <a:lnTo>
                    <a:pt x="8624" y="3590"/>
                  </a:lnTo>
                  <a:lnTo>
                    <a:pt x="8624" y="3590"/>
                  </a:lnTo>
                  <a:lnTo>
                    <a:pt x="10148" y="3610"/>
                  </a:lnTo>
                  <a:lnTo>
                    <a:pt x="10850" y="3610"/>
                  </a:lnTo>
                  <a:lnTo>
                    <a:pt x="11492" y="3590"/>
                  </a:lnTo>
                  <a:lnTo>
                    <a:pt x="12094" y="3550"/>
                  </a:lnTo>
                  <a:lnTo>
                    <a:pt x="12615" y="3490"/>
                  </a:lnTo>
                  <a:lnTo>
                    <a:pt x="12856" y="3430"/>
                  </a:lnTo>
                  <a:lnTo>
                    <a:pt x="13076" y="3370"/>
                  </a:lnTo>
                  <a:lnTo>
                    <a:pt x="13257" y="3309"/>
                  </a:lnTo>
                  <a:lnTo>
                    <a:pt x="13417" y="3229"/>
                  </a:lnTo>
                  <a:lnTo>
                    <a:pt x="13417" y="3229"/>
                  </a:lnTo>
                  <a:lnTo>
                    <a:pt x="13638" y="3069"/>
                  </a:lnTo>
                  <a:lnTo>
                    <a:pt x="13638" y="3069"/>
                  </a:lnTo>
                  <a:lnTo>
                    <a:pt x="14059" y="2788"/>
                  </a:lnTo>
                  <a:lnTo>
                    <a:pt x="14500" y="2487"/>
                  </a:lnTo>
                  <a:lnTo>
                    <a:pt x="14941" y="2226"/>
                  </a:lnTo>
                  <a:lnTo>
                    <a:pt x="15383" y="1946"/>
                  </a:lnTo>
                  <a:lnTo>
                    <a:pt x="15844" y="1705"/>
                  </a:lnTo>
                  <a:lnTo>
                    <a:pt x="16305" y="1464"/>
                  </a:lnTo>
                  <a:lnTo>
                    <a:pt x="16786" y="1244"/>
                  </a:lnTo>
                  <a:lnTo>
                    <a:pt x="17268" y="1023"/>
                  </a:lnTo>
                  <a:lnTo>
                    <a:pt x="17749" y="823"/>
                  </a:lnTo>
                  <a:lnTo>
                    <a:pt x="18230" y="662"/>
                  </a:lnTo>
                  <a:lnTo>
                    <a:pt x="18712" y="502"/>
                  </a:lnTo>
                  <a:lnTo>
                    <a:pt x="19213" y="361"/>
                  </a:lnTo>
                  <a:lnTo>
                    <a:pt x="19714" y="241"/>
                  </a:lnTo>
                  <a:lnTo>
                    <a:pt x="20196" y="141"/>
                  </a:lnTo>
                  <a:lnTo>
                    <a:pt x="20697" y="61"/>
                  </a:lnTo>
                  <a:lnTo>
                    <a:pt x="21198" y="20"/>
                  </a:lnTo>
                  <a:lnTo>
                    <a:pt x="21198" y="20"/>
                  </a:lnTo>
                  <a:lnTo>
                    <a:pt x="21720" y="0"/>
                  </a:lnTo>
                  <a:lnTo>
                    <a:pt x="22241" y="0"/>
                  </a:lnTo>
                  <a:lnTo>
                    <a:pt x="22763" y="41"/>
                  </a:lnTo>
                  <a:lnTo>
                    <a:pt x="23284" y="101"/>
                  </a:lnTo>
                  <a:lnTo>
                    <a:pt x="23284" y="101"/>
                  </a:lnTo>
                  <a:lnTo>
                    <a:pt x="23705" y="181"/>
                  </a:lnTo>
                  <a:lnTo>
                    <a:pt x="24146" y="281"/>
                  </a:lnTo>
                  <a:lnTo>
                    <a:pt x="24567" y="422"/>
                  </a:lnTo>
                  <a:lnTo>
                    <a:pt x="24969" y="562"/>
                  </a:lnTo>
                  <a:lnTo>
                    <a:pt x="25390" y="722"/>
                  </a:lnTo>
                  <a:lnTo>
                    <a:pt x="25791" y="903"/>
                  </a:lnTo>
                  <a:lnTo>
                    <a:pt x="26172" y="1123"/>
                  </a:lnTo>
                  <a:lnTo>
                    <a:pt x="26553" y="1344"/>
                  </a:lnTo>
                  <a:lnTo>
                    <a:pt x="26934" y="1585"/>
                  </a:lnTo>
                  <a:lnTo>
                    <a:pt x="27315" y="1825"/>
                  </a:lnTo>
                  <a:lnTo>
                    <a:pt x="27676" y="2106"/>
                  </a:lnTo>
                  <a:lnTo>
                    <a:pt x="28037" y="2387"/>
                  </a:lnTo>
                  <a:lnTo>
                    <a:pt x="28378" y="2688"/>
                  </a:lnTo>
                  <a:lnTo>
                    <a:pt x="28739" y="3009"/>
                  </a:lnTo>
                  <a:lnTo>
                    <a:pt x="29060" y="3329"/>
                  </a:lnTo>
                  <a:lnTo>
                    <a:pt x="29401" y="3670"/>
                  </a:lnTo>
                  <a:lnTo>
                    <a:pt x="29721" y="4011"/>
                  </a:lnTo>
                  <a:lnTo>
                    <a:pt x="30042" y="4372"/>
                  </a:lnTo>
                  <a:lnTo>
                    <a:pt x="30644" y="5134"/>
                  </a:lnTo>
                  <a:lnTo>
                    <a:pt x="31226" y="5916"/>
                  </a:lnTo>
                  <a:lnTo>
                    <a:pt x="31787" y="6739"/>
                  </a:lnTo>
                  <a:lnTo>
                    <a:pt x="32329" y="7581"/>
                  </a:lnTo>
                  <a:lnTo>
                    <a:pt x="32830" y="8443"/>
                  </a:lnTo>
                  <a:lnTo>
                    <a:pt x="33311" y="9326"/>
                  </a:lnTo>
                  <a:lnTo>
                    <a:pt x="33772" y="10208"/>
                  </a:lnTo>
                  <a:lnTo>
                    <a:pt x="34214" y="11091"/>
                  </a:lnTo>
                  <a:lnTo>
                    <a:pt x="34615" y="11973"/>
                  </a:lnTo>
                  <a:lnTo>
                    <a:pt x="34996" y="12855"/>
                  </a:lnTo>
                  <a:lnTo>
                    <a:pt x="35357" y="13718"/>
                  </a:lnTo>
                  <a:lnTo>
                    <a:pt x="35678" y="14560"/>
                  </a:lnTo>
                  <a:lnTo>
                    <a:pt x="35999" y="15362"/>
                  </a:lnTo>
                  <a:lnTo>
                    <a:pt x="36540" y="16906"/>
                  </a:lnTo>
                  <a:lnTo>
                    <a:pt x="37001" y="18270"/>
                  </a:lnTo>
                  <a:lnTo>
                    <a:pt x="37362" y="19433"/>
                  </a:lnTo>
                  <a:lnTo>
                    <a:pt x="37643" y="20336"/>
                  </a:lnTo>
                  <a:lnTo>
                    <a:pt x="37844" y="20937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4" name="Google Shape;6584;p30"/>
            <p:cNvSpPr/>
            <p:nvPr/>
          </p:nvSpPr>
          <p:spPr>
            <a:xfrm>
              <a:off x="8369975" y="3928575"/>
              <a:ext cx="777650" cy="496375"/>
            </a:xfrm>
            <a:custGeom>
              <a:avLst/>
              <a:gdLst/>
              <a:ahLst/>
              <a:cxnLst/>
              <a:rect l="l" t="t" r="r" b="b"/>
              <a:pathLst>
                <a:path w="31106" h="19855" extrusionOk="0">
                  <a:moveTo>
                    <a:pt x="14741" y="2106"/>
                  </a:moveTo>
                  <a:lnTo>
                    <a:pt x="15022" y="2206"/>
                  </a:lnTo>
                  <a:lnTo>
                    <a:pt x="15302" y="2307"/>
                  </a:lnTo>
                  <a:lnTo>
                    <a:pt x="15583" y="2427"/>
                  </a:lnTo>
                  <a:lnTo>
                    <a:pt x="15864" y="2547"/>
                  </a:lnTo>
                  <a:lnTo>
                    <a:pt x="16405" y="2868"/>
                  </a:lnTo>
                  <a:lnTo>
                    <a:pt x="16947" y="3209"/>
                  </a:lnTo>
                  <a:lnTo>
                    <a:pt x="17448" y="3570"/>
                  </a:lnTo>
                  <a:lnTo>
                    <a:pt x="17950" y="3951"/>
                  </a:lnTo>
                  <a:lnTo>
                    <a:pt x="18391" y="4352"/>
                  </a:lnTo>
                  <a:lnTo>
                    <a:pt x="18832" y="4713"/>
                  </a:lnTo>
                  <a:lnTo>
                    <a:pt x="19273" y="5134"/>
                  </a:lnTo>
                  <a:lnTo>
                    <a:pt x="19714" y="5576"/>
                  </a:lnTo>
                  <a:lnTo>
                    <a:pt x="20135" y="6017"/>
                  </a:lnTo>
                  <a:lnTo>
                    <a:pt x="20537" y="6478"/>
                  </a:lnTo>
                  <a:lnTo>
                    <a:pt x="20938" y="6959"/>
                  </a:lnTo>
                  <a:lnTo>
                    <a:pt x="21299" y="7441"/>
                  </a:lnTo>
                  <a:lnTo>
                    <a:pt x="21680" y="7942"/>
                  </a:lnTo>
                  <a:lnTo>
                    <a:pt x="22021" y="8443"/>
                  </a:lnTo>
                  <a:lnTo>
                    <a:pt x="22522" y="9225"/>
                  </a:lnTo>
                  <a:lnTo>
                    <a:pt x="22983" y="10008"/>
                  </a:lnTo>
                  <a:lnTo>
                    <a:pt x="23404" y="10810"/>
                  </a:lnTo>
                  <a:lnTo>
                    <a:pt x="23805" y="11612"/>
                  </a:lnTo>
                  <a:lnTo>
                    <a:pt x="24186" y="12434"/>
                  </a:lnTo>
                  <a:lnTo>
                    <a:pt x="24547" y="13256"/>
                  </a:lnTo>
                  <a:lnTo>
                    <a:pt x="25249" y="14921"/>
                  </a:lnTo>
                  <a:lnTo>
                    <a:pt x="24527" y="13658"/>
                  </a:lnTo>
                  <a:lnTo>
                    <a:pt x="23765" y="12414"/>
                  </a:lnTo>
                  <a:lnTo>
                    <a:pt x="22983" y="11191"/>
                  </a:lnTo>
                  <a:lnTo>
                    <a:pt x="22141" y="9988"/>
                  </a:lnTo>
                  <a:lnTo>
                    <a:pt x="21299" y="8804"/>
                  </a:lnTo>
                  <a:lnTo>
                    <a:pt x="20396" y="7661"/>
                  </a:lnTo>
                  <a:lnTo>
                    <a:pt x="19474" y="6538"/>
                  </a:lnTo>
                  <a:lnTo>
                    <a:pt x="18531" y="5455"/>
                  </a:lnTo>
                  <a:lnTo>
                    <a:pt x="17689" y="4513"/>
                  </a:lnTo>
                  <a:lnTo>
                    <a:pt x="17248" y="4051"/>
                  </a:lnTo>
                  <a:lnTo>
                    <a:pt x="16786" y="3610"/>
                  </a:lnTo>
                  <a:lnTo>
                    <a:pt x="16305" y="3169"/>
                  </a:lnTo>
                  <a:lnTo>
                    <a:pt x="15804" y="2788"/>
                  </a:lnTo>
                  <a:lnTo>
                    <a:pt x="15282" y="2427"/>
                  </a:lnTo>
                  <a:lnTo>
                    <a:pt x="15022" y="2267"/>
                  </a:lnTo>
                  <a:lnTo>
                    <a:pt x="14741" y="2106"/>
                  </a:lnTo>
                  <a:close/>
                  <a:moveTo>
                    <a:pt x="14921" y="0"/>
                  </a:moveTo>
                  <a:lnTo>
                    <a:pt x="14540" y="41"/>
                  </a:lnTo>
                  <a:lnTo>
                    <a:pt x="14039" y="101"/>
                  </a:lnTo>
                  <a:lnTo>
                    <a:pt x="13517" y="201"/>
                  </a:lnTo>
                  <a:lnTo>
                    <a:pt x="13016" y="321"/>
                  </a:lnTo>
                  <a:lnTo>
                    <a:pt x="12535" y="462"/>
                  </a:lnTo>
                  <a:lnTo>
                    <a:pt x="11532" y="1123"/>
                  </a:lnTo>
                  <a:lnTo>
                    <a:pt x="12053" y="943"/>
                  </a:lnTo>
                  <a:lnTo>
                    <a:pt x="10991" y="1504"/>
                  </a:lnTo>
                  <a:lnTo>
                    <a:pt x="9848" y="2267"/>
                  </a:lnTo>
                  <a:lnTo>
                    <a:pt x="9266" y="2628"/>
                  </a:lnTo>
                  <a:lnTo>
                    <a:pt x="8684" y="2989"/>
                  </a:lnTo>
                  <a:lnTo>
                    <a:pt x="8404" y="3229"/>
                  </a:lnTo>
                  <a:lnTo>
                    <a:pt x="8123" y="3470"/>
                  </a:lnTo>
                  <a:lnTo>
                    <a:pt x="7581" y="4011"/>
                  </a:lnTo>
                  <a:lnTo>
                    <a:pt x="7060" y="4573"/>
                  </a:lnTo>
                  <a:lnTo>
                    <a:pt x="6579" y="5154"/>
                  </a:lnTo>
                  <a:lnTo>
                    <a:pt x="5616" y="6338"/>
                  </a:lnTo>
                  <a:lnTo>
                    <a:pt x="5155" y="6919"/>
                  </a:lnTo>
                  <a:lnTo>
                    <a:pt x="4693" y="7481"/>
                  </a:lnTo>
                  <a:lnTo>
                    <a:pt x="4212" y="8042"/>
                  </a:lnTo>
                  <a:lnTo>
                    <a:pt x="3691" y="8544"/>
                  </a:lnTo>
                  <a:lnTo>
                    <a:pt x="3430" y="8784"/>
                  </a:lnTo>
                  <a:lnTo>
                    <a:pt x="3169" y="9025"/>
                  </a:lnTo>
                  <a:lnTo>
                    <a:pt x="2889" y="9246"/>
                  </a:lnTo>
                  <a:lnTo>
                    <a:pt x="2608" y="9466"/>
                  </a:lnTo>
                  <a:lnTo>
                    <a:pt x="2307" y="9667"/>
                  </a:lnTo>
                  <a:lnTo>
                    <a:pt x="2006" y="9847"/>
                  </a:lnTo>
                  <a:lnTo>
                    <a:pt x="1705" y="10028"/>
                  </a:lnTo>
                  <a:lnTo>
                    <a:pt x="1385" y="10168"/>
                  </a:lnTo>
                  <a:lnTo>
                    <a:pt x="1044" y="10308"/>
                  </a:lnTo>
                  <a:lnTo>
                    <a:pt x="703" y="10429"/>
                  </a:lnTo>
                  <a:lnTo>
                    <a:pt x="362" y="10529"/>
                  </a:lnTo>
                  <a:lnTo>
                    <a:pt x="1" y="10629"/>
                  </a:lnTo>
                  <a:lnTo>
                    <a:pt x="221" y="10750"/>
                  </a:lnTo>
                  <a:lnTo>
                    <a:pt x="462" y="10850"/>
                  </a:lnTo>
                  <a:lnTo>
                    <a:pt x="883" y="10730"/>
                  </a:lnTo>
                  <a:lnTo>
                    <a:pt x="1304" y="10589"/>
                  </a:lnTo>
                  <a:lnTo>
                    <a:pt x="1565" y="10469"/>
                  </a:lnTo>
                  <a:lnTo>
                    <a:pt x="1806" y="10349"/>
                  </a:lnTo>
                  <a:lnTo>
                    <a:pt x="2307" y="10088"/>
                  </a:lnTo>
                  <a:lnTo>
                    <a:pt x="2768" y="9767"/>
                  </a:lnTo>
                  <a:lnTo>
                    <a:pt x="3209" y="9446"/>
                  </a:lnTo>
                  <a:lnTo>
                    <a:pt x="3611" y="9085"/>
                  </a:lnTo>
                  <a:lnTo>
                    <a:pt x="4012" y="8704"/>
                  </a:lnTo>
                  <a:lnTo>
                    <a:pt x="4393" y="8303"/>
                  </a:lnTo>
                  <a:lnTo>
                    <a:pt x="4754" y="7882"/>
                  </a:lnTo>
                  <a:lnTo>
                    <a:pt x="5115" y="7461"/>
                  </a:lnTo>
                  <a:lnTo>
                    <a:pt x="5476" y="7019"/>
                  </a:lnTo>
                  <a:lnTo>
                    <a:pt x="6157" y="6137"/>
                  </a:lnTo>
                  <a:lnTo>
                    <a:pt x="6859" y="5275"/>
                  </a:lnTo>
                  <a:lnTo>
                    <a:pt x="7220" y="4854"/>
                  </a:lnTo>
                  <a:lnTo>
                    <a:pt x="7581" y="4432"/>
                  </a:lnTo>
                  <a:lnTo>
                    <a:pt x="8063" y="3971"/>
                  </a:lnTo>
                  <a:lnTo>
                    <a:pt x="8544" y="3510"/>
                  </a:lnTo>
                  <a:lnTo>
                    <a:pt x="8825" y="3289"/>
                  </a:lnTo>
                  <a:lnTo>
                    <a:pt x="9085" y="3069"/>
                  </a:lnTo>
                  <a:lnTo>
                    <a:pt x="9366" y="2868"/>
                  </a:lnTo>
                  <a:lnTo>
                    <a:pt x="9647" y="2688"/>
                  </a:lnTo>
                  <a:lnTo>
                    <a:pt x="9948" y="2507"/>
                  </a:lnTo>
                  <a:lnTo>
                    <a:pt x="10249" y="2347"/>
                  </a:lnTo>
                  <a:lnTo>
                    <a:pt x="10549" y="2206"/>
                  </a:lnTo>
                  <a:lnTo>
                    <a:pt x="10870" y="2086"/>
                  </a:lnTo>
                  <a:lnTo>
                    <a:pt x="11191" y="1966"/>
                  </a:lnTo>
                  <a:lnTo>
                    <a:pt x="11512" y="1886"/>
                  </a:lnTo>
                  <a:lnTo>
                    <a:pt x="11853" y="1825"/>
                  </a:lnTo>
                  <a:lnTo>
                    <a:pt x="12174" y="1785"/>
                  </a:lnTo>
                  <a:lnTo>
                    <a:pt x="12816" y="1785"/>
                  </a:lnTo>
                  <a:lnTo>
                    <a:pt x="13136" y="1825"/>
                  </a:lnTo>
                  <a:lnTo>
                    <a:pt x="13437" y="1886"/>
                  </a:lnTo>
                  <a:lnTo>
                    <a:pt x="13738" y="1966"/>
                  </a:lnTo>
                  <a:lnTo>
                    <a:pt x="14039" y="2086"/>
                  </a:lnTo>
                  <a:lnTo>
                    <a:pt x="14340" y="2206"/>
                  </a:lnTo>
                  <a:lnTo>
                    <a:pt x="14620" y="2347"/>
                  </a:lnTo>
                  <a:lnTo>
                    <a:pt x="14901" y="2487"/>
                  </a:lnTo>
                  <a:lnTo>
                    <a:pt x="15182" y="2668"/>
                  </a:lnTo>
                  <a:lnTo>
                    <a:pt x="15443" y="2848"/>
                  </a:lnTo>
                  <a:lnTo>
                    <a:pt x="15964" y="3229"/>
                  </a:lnTo>
                  <a:lnTo>
                    <a:pt x="16445" y="3670"/>
                  </a:lnTo>
                  <a:lnTo>
                    <a:pt x="16907" y="4112"/>
                  </a:lnTo>
                  <a:lnTo>
                    <a:pt x="17809" y="5034"/>
                  </a:lnTo>
                  <a:lnTo>
                    <a:pt x="18692" y="5997"/>
                  </a:lnTo>
                  <a:lnTo>
                    <a:pt x="19534" y="6999"/>
                  </a:lnTo>
                  <a:lnTo>
                    <a:pt x="20336" y="8002"/>
                  </a:lnTo>
                  <a:lnTo>
                    <a:pt x="21118" y="9045"/>
                  </a:lnTo>
                  <a:lnTo>
                    <a:pt x="21880" y="10108"/>
                  </a:lnTo>
                  <a:lnTo>
                    <a:pt x="22622" y="11171"/>
                  </a:lnTo>
                  <a:lnTo>
                    <a:pt x="23324" y="12254"/>
                  </a:lnTo>
                  <a:lnTo>
                    <a:pt x="23825" y="13076"/>
                  </a:lnTo>
                  <a:lnTo>
                    <a:pt x="24307" y="13918"/>
                  </a:lnTo>
                  <a:lnTo>
                    <a:pt x="24788" y="14761"/>
                  </a:lnTo>
                  <a:lnTo>
                    <a:pt x="25229" y="15603"/>
                  </a:lnTo>
                  <a:lnTo>
                    <a:pt x="25670" y="16445"/>
                  </a:lnTo>
                  <a:lnTo>
                    <a:pt x="26092" y="17328"/>
                  </a:lnTo>
                  <a:lnTo>
                    <a:pt x="26493" y="18190"/>
                  </a:lnTo>
                  <a:lnTo>
                    <a:pt x="26894" y="19072"/>
                  </a:lnTo>
                  <a:lnTo>
                    <a:pt x="27074" y="19273"/>
                  </a:lnTo>
                  <a:lnTo>
                    <a:pt x="27255" y="19433"/>
                  </a:lnTo>
                  <a:lnTo>
                    <a:pt x="27415" y="19574"/>
                  </a:lnTo>
                  <a:lnTo>
                    <a:pt x="27536" y="19674"/>
                  </a:lnTo>
                  <a:lnTo>
                    <a:pt x="27114" y="18671"/>
                  </a:lnTo>
                  <a:lnTo>
                    <a:pt x="26653" y="17689"/>
                  </a:lnTo>
                  <a:lnTo>
                    <a:pt x="26653" y="17668"/>
                  </a:lnTo>
                  <a:lnTo>
                    <a:pt x="26453" y="17007"/>
                  </a:lnTo>
                  <a:lnTo>
                    <a:pt x="26232" y="16325"/>
                  </a:lnTo>
                  <a:lnTo>
                    <a:pt x="25991" y="15643"/>
                  </a:lnTo>
                  <a:lnTo>
                    <a:pt x="25751" y="14981"/>
                  </a:lnTo>
                  <a:lnTo>
                    <a:pt x="25470" y="14299"/>
                  </a:lnTo>
                  <a:lnTo>
                    <a:pt x="25189" y="13637"/>
                  </a:lnTo>
                  <a:lnTo>
                    <a:pt x="24888" y="12976"/>
                  </a:lnTo>
                  <a:lnTo>
                    <a:pt x="24588" y="12314"/>
                  </a:lnTo>
                  <a:lnTo>
                    <a:pt x="24247" y="11652"/>
                  </a:lnTo>
                  <a:lnTo>
                    <a:pt x="23906" y="11010"/>
                  </a:lnTo>
                  <a:lnTo>
                    <a:pt x="23545" y="10389"/>
                  </a:lnTo>
                  <a:lnTo>
                    <a:pt x="23184" y="9767"/>
                  </a:lnTo>
                  <a:lnTo>
                    <a:pt x="22803" y="9145"/>
                  </a:lnTo>
                  <a:lnTo>
                    <a:pt x="22422" y="8564"/>
                  </a:lnTo>
                  <a:lnTo>
                    <a:pt x="22001" y="7982"/>
                  </a:lnTo>
                  <a:lnTo>
                    <a:pt x="21599" y="7401"/>
                  </a:lnTo>
                  <a:lnTo>
                    <a:pt x="21218" y="6919"/>
                  </a:lnTo>
                  <a:lnTo>
                    <a:pt x="20817" y="6438"/>
                  </a:lnTo>
                  <a:lnTo>
                    <a:pt x="20396" y="5977"/>
                  </a:lnTo>
                  <a:lnTo>
                    <a:pt x="19975" y="5515"/>
                  </a:lnTo>
                  <a:lnTo>
                    <a:pt x="19534" y="5074"/>
                  </a:lnTo>
                  <a:lnTo>
                    <a:pt x="19093" y="4653"/>
                  </a:lnTo>
                  <a:lnTo>
                    <a:pt x="18611" y="4252"/>
                  </a:lnTo>
                  <a:lnTo>
                    <a:pt x="18130" y="3851"/>
                  </a:lnTo>
                  <a:lnTo>
                    <a:pt x="17729" y="3530"/>
                  </a:lnTo>
                  <a:lnTo>
                    <a:pt x="17288" y="3209"/>
                  </a:lnTo>
                  <a:lnTo>
                    <a:pt x="16826" y="2888"/>
                  </a:lnTo>
                  <a:lnTo>
                    <a:pt x="16345" y="2607"/>
                  </a:lnTo>
                  <a:lnTo>
                    <a:pt x="15844" y="2347"/>
                  </a:lnTo>
                  <a:lnTo>
                    <a:pt x="15583" y="2226"/>
                  </a:lnTo>
                  <a:lnTo>
                    <a:pt x="15342" y="2126"/>
                  </a:lnTo>
                  <a:lnTo>
                    <a:pt x="15082" y="2046"/>
                  </a:lnTo>
                  <a:lnTo>
                    <a:pt x="14821" y="1986"/>
                  </a:lnTo>
                  <a:lnTo>
                    <a:pt x="14560" y="1926"/>
                  </a:lnTo>
                  <a:lnTo>
                    <a:pt x="14300" y="1906"/>
                  </a:lnTo>
                  <a:lnTo>
                    <a:pt x="13858" y="1745"/>
                  </a:lnTo>
                  <a:lnTo>
                    <a:pt x="13397" y="1625"/>
                  </a:lnTo>
                  <a:lnTo>
                    <a:pt x="13156" y="1565"/>
                  </a:lnTo>
                  <a:lnTo>
                    <a:pt x="12916" y="1545"/>
                  </a:lnTo>
                  <a:lnTo>
                    <a:pt x="12675" y="1525"/>
                  </a:lnTo>
                  <a:lnTo>
                    <a:pt x="12414" y="1504"/>
                  </a:lnTo>
                  <a:lnTo>
                    <a:pt x="12174" y="1525"/>
                  </a:lnTo>
                  <a:lnTo>
                    <a:pt x="11933" y="1545"/>
                  </a:lnTo>
                  <a:lnTo>
                    <a:pt x="11672" y="1565"/>
                  </a:lnTo>
                  <a:lnTo>
                    <a:pt x="11432" y="1625"/>
                  </a:lnTo>
                  <a:lnTo>
                    <a:pt x="11151" y="1685"/>
                  </a:lnTo>
                  <a:lnTo>
                    <a:pt x="10870" y="1765"/>
                  </a:lnTo>
                  <a:lnTo>
                    <a:pt x="10610" y="1865"/>
                  </a:lnTo>
                  <a:lnTo>
                    <a:pt x="10349" y="1966"/>
                  </a:lnTo>
                  <a:lnTo>
                    <a:pt x="10870" y="1705"/>
                  </a:lnTo>
                  <a:lnTo>
                    <a:pt x="11372" y="1424"/>
                  </a:lnTo>
                  <a:lnTo>
                    <a:pt x="11873" y="1123"/>
                  </a:lnTo>
                  <a:lnTo>
                    <a:pt x="12374" y="823"/>
                  </a:lnTo>
                  <a:lnTo>
                    <a:pt x="12836" y="682"/>
                  </a:lnTo>
                  <a:lnTo>
                    <a:pt x="13297" y="562"/>
                  </a:lnTo>
                  <a:lnTo>
                    <a:pt x="13778" y="462"/>
                  </a:lnTo>
                  <a:lnTo>
                    <a:pt x="14259" y="381"/>
                  </a:lnTo>
                  <a:lnTo>
                    <a:pt x="14761" y="321"/>
                  </a:lnTo>
                  <a:lnTo>
                    <a:pt x="15282" y="301"/>
                  </a:lnTo>
                  <a:lnTo>
                    <a:pt x="15824" y="321"/>
                  </a:lnTo>
                  <a:lnTo>
                    <a:pt x="16365" y="381"/>
                  </a:lnTo>
                  <a:lnTo>
                    <a:pt x="16907" y="462"/>
                  </a:lnTo>
                  <a:lnTo>
                    <a:pt x="17428" y="582"/>
                  </a:lnTo>
                  <a:lnTo>
                    <a:pt x="17950" y="722"/>
                  </a:lnTo>
                  <a:lnTo>
                    <a:pt x="18471" y="903"/>
                  </a:lnTo>
                  <a:lnTo>
                    <a:pt x="18972" y="1103"/>
                  </a:lnTo>
                  <a:lnTo>
                    <a:pt x="19474" y="1344"/>
                  </a:lnTo>
                  <a:lnTo>
                    <a:pt x="19935" y="1585"/>
                  </a:lnTo>
                  <a:lnTo>
                    <a:pt x="20376" y="1825"/>
                  </a:lnTo>
                  <a:lnTo>
                    <a:pt x="20797" y="2106"/>
                  </a:lnTo>
                  <a:lnTo>
                    <a:pt x="21218" y="2407"/>
                  </a:lnTo>
                  <a:lnTo>
                    <a:pt x="21619" y="2708"/>
                  </a:lnTo>
                  <a:lnTo>
                    <a:pt x="22021" y="3049"/>
                  </a:lnTo>
                  <a:lnTo>
                    <a:pt x="22402" y="3390"/>
                  </a:lnTo>
                  <a:lnTo>
                    <a:pt x="22763" y="3731"/>
                  </a:lnTo>
                  <a:lnTo>
                    <a:pt x="23043" y="4132"/>
                  </a:lnTo>
                  <a:lnTo>
                    <a:pt x="23324" y="4533"/>
                  </a:lnTo>
                  <a:lnTo>
                    <a:pt x="23565" y="4974"/>
                  </a:lnTo>
                  <a:lnTo>
                    <a:pt x="23805" y="5415"/>
                  </a:lnTo>
                  <a:lnTo>
                    <a:pt x="24247" y="6298"/>
                  </a:lnTo>
                  <a:lnTo>
                    <a:pt x="24668" y="7160"/>
                  </a:lnTo>
                  <a:lnTo>
                    <a:pt x="24969" y="7802"/>
                  </a:lnTo>
                  <a:lnTo>
                    <a:pt x="25269" y="8443"/>
                  </a:lnTo>
                  <a:lnTo>
                    <a:pt x="25811" y="9727"/>
                  </a:lnTo>
                  <a:lnTo>
                    <a:pt x="26312" y="11050"/>
                  </a:lnTo>
                  <a:lnTo>
                    <a:pt x="26773" y="12374"/>
                  </a:lnTo>
                  <a:lnTo>
                    <a:pt x="27355" y="14199"/>
                  </a:lnTo>
                  <a:lnTo>
                    <a:pt x="27917" y="16064"/>
                  </a:lnTo>
                  <a:lnTo>
                    <a:pt x="28197" y="17007"/>
                  </a:lnTo>
                  <a:lnTo>
                    <a:pt x="28438" y="17949"/>
                  </a:lnTo>
                  <a:lnTo>
                    <a:pt x="28679" y="18892"/>
                  </a:lnTo>
                  <a:lnTo>
                    <a:pt x="28899" y="19834"/>
                  </a:lnTo>
                  <a:lnTo>
                    <a:pt x="29100" y="19854"/>
                  </a:lnTo>
                  <a:lnTo>
                    <a:pt x="28799" y="18471"/>
                  </a:lnTo>
                  <a:lnTo>
                    <a:pt x="28458" y="17107"/>
                  </a:lnTo>
                  <a:lnTo>
                    <a:pt x="28077" y="15683"/>
                  </a:lnTo>
                  <a:lnTo>
                    <a:pt x="27676" y="14279"/>
                  </a:lnTo>
                  <a:lnTo>
                    <a:pt x="27235" y="12875"/>
                  </a:lnTo>
                  <a:lnTo>
                    <a:pt x="26773" y="11492"/>
                  </a:lnTo>
                  <a:lnTo>
                    <a:pt x="26312" y="10228"/>
                  </a:lnTo>
                  <a:lnTo>
                    <a:pt x="25811" y="8985"/>
                  </a:lnTo>
                  <a:lnTo>
                    <a:pt x="25530" y="8363"/>
                  </a:lnTo>
                  <a:lnTo>
                    <a:pt x="25269" y="7762"/>
                  </a:lnTo>
                  <a:lnTo>
                    <a:pt x="24969" y="7160"/>
                  </a:lnTo>
                  <a:lnTo>
                    <a:pt x="24688" y="6558"/>
                  </a:lnTo>
                  <a:lnTo>
                    <a:pt x="24287" y="5776"/>
                  </a:lnTo>
                  <a:lnTo>
                    <a:pt x="23866" y="4954"/>
                  </a:lnTo>
                  <a:lnTo>
                    <a:pt x="24207" y="5375"/>
                  </a:lnTo>
                  <a:lnTo>
                    <a:pt x="24527" y="5816"/>
                  </a:lnTo>
                  <a:lnTo>
                    <a:pt x="24848" y="6257"/>
                  </a:lnTo>
                  <a:lnTo>
                    <a:pt x="25149" y="6699"/>
                  </a:lnTo>
                  <a:lnTo>
                    <a:pt x="25731" y="7621"/>
                  </a:lnTo>
                  <a:lnTo>
                    <a:pt x="26272" y="8564"/>
                  </a:lnTo>
                  <a:lnTo>
                    <a:pt x="26633" y="9246"/>
                  </a:lnTo>
                  <a:lnTo>
                    <a:pt x="26994" y="9927"/>
                  </a:lnTo>
                  <a:lnTo>
                    <a:pt x="27335" y="10609"/>
                  </a:lnTo>
                  <a:lnTo>
                    <a:pt x="27676" y="11291"/>
                  </a:lnTo>
                  <a:lnTo>
                    <a:pt x="28298" y="12675"/>
                  </a:lnTo>
                  <a:lnTo>
                    <a:pt x="28899" y="14099"/>
                  </a:lnTo>
                  <a:lnTo>
                    <a:pt x="29461" y="15523"/>
                  </a:lnTo>
                  <a:lnTo>
                    <a:pt x="29982" y="16946"/>
                  </a:lnTo>
                  <a:lnTo>
                    <a:pt x="30504" y="18390"/>
                  </a:lnTo>
                  <a:lnTo>
                    <a:pt x="30985" y="19834"/>
                  </a:lnTo>
                  <a:lnTo>
                    <a:pt x="31105" y="19834"/>
                  </a:lnTo>
                  <a:lnTo>
                    <a:pt x="30905" y="19112"/>
                  </a:lnTo>
                  <a:lnTo>
                    <a:pt x="30684" y="18390"/>
                  </a:lnTo>
                  <a:lnTo>
                    <a:pt x="30464" y="17648"/>
                  </a:lnTo>
                  <a:lnTo>
                    <a:pt x="30243" y="16926"/>
                  </a:lnTo>
                  <a:lnTo>
                    <a:pt x="29982" y="16204"/>
                  </a:lnTo>
                  <a:lnTo>
                    <a:pt x="29742" y="15503"/>
                  </a:lnTo>
                  <a:lnTo>
                    <a:pt x="29180" y="14079"/>
                  </a:lnTo>
                  <a:lnTo>
                    <a:pt x="28598" y="12675"/>
                  </a:lnTo>
                  <a:lnTo>
                    <a:pt x="27977" y="11271"/>
                  </a:lnTo>
                  <a:lnTo>
                    <a:pt x="27295" y="9907"/>
                  </a:lnTo>
                  <a:lnTo>
                    <a:pt x="26613" y="8564"/>
                  </a:lnTo>
                  <a:lnTo>
                    <a:pt x="26292" y="7982"/>
                  </a:lnTo>
                  <a:lnTo>
                    <a:pt x="25951" y="7401"/>
                  </a:lnTo>
                  <a:lnTo>
                    <a:pt x="25590" y="6839"/>
                  </a:lnTo>
                  <a:lnTo>
                    <a:pt x="25229" y="6257"/>
                  </a:lnTo>
                  <a:lnTo>
                    <a:pt x="24848" y="5716"/>
                  </a:lnTo>
                  <a:lnTo>
                    <a:pt x="24447" y="5174"/>
                  </a:lnTo>
                  <a:lnTo>
                    <a:pt x="24026" y="4653"/>
                  </a:lnTo>
                  <a:lnTo>
                    <a:pt x="23585" y="4152"/>
                  </a:lnTo>
                  <a:lnTo>
                    <a:pt x="23124" y="3650"/>
                  </a:lnTo>
                  <a:lnTo>
                    <a:pt x="22642" y="3189"/>
                  </a:lnTo>
                  <a:lnTo>
                    <a:pt x="22141" y="2748"/>
                  </a:lnTo>
                  <a:lnTo>
                    <a:pt x="21640" y="2327"/>
                  </a:lnTo>
                  <a:lnTo>
                    <a:pt x="21098" y="1926"/>
                  </a:lnTo>
                  <a:lnTo>
                    <a:pt x="20537" y="1565"/>
                  </a:lnTo>
                  <a:lnTo>
                    <a:pt x="19955" y="1244"/>
                  </a:lnTo>
                  <a:lnTo>
                    <a:pt x="19333" y="943"/>
                  </a:lnTo>
                  <a:lnTo>
                    <a:pt x="18852" y="722"/>
                  </a:lnTo>
                  <a:lnTo>
                    <a:pt x="18371" y="542"/>
                  </a:lnTo>
                  <a:lnTo>
                    <a:pt x="17869" y="381"/>
                  </a:lnTo>
                  <a:lnTo>
                    <a:pt x="17348" y="241"/>
                  </a:lnTo>
                  <a:lnTo>
                    <a:pt x="16847" y="141"/>
                  </a:lnTo>
                  <a:lnTo>
                    <a:pt x="16325" y="61"/>
                  </a:lnTo>
                  <a:lnTo>
                    <a:pt x="15804" y="20"/>
                  </a:lnTo>
                  <a:lnTo>
                    <a:pt x="1528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5" name="Google Shape;6585;p30"/>
            <p:cNvSpPr/>
            <p:nvPr/>
          </p:nvSpPr>
          <p:spPr>
            <a:xfrm>
              <a:off x="8222575" y="3901500"/>
              <a:ext cx="529975" cy="323400"/>
            </a:xfrm>
            <a:custGeom>
              <a:avLst/>
              <a:gdLst/>
              <a:ahLst/>
              <a:cxnLst/>
              <a:rect l="l" t="t" r="r" b="b"/>
              <a:pathLst>
                <a:path w="21199" h="12936" extrusionOk="0">
                  <a:moveTo>
                    <a:pt x="17428" y="2206"/>
                  </a:moveTo>
                  <a:lnTo>
                    <a:pt x="16385" y="2628"/>
                  </a:lnTo>
                  <a:lnTo>
                    <a:pt x="15342" y="3069"/>
                  </a:lnTo>
                  <a:lnTo>
                    <a:pt x="14821" y="3289"/>
                  </a:lnTo>
                  <a:lnTo>
                    <a:pt x="14280" y="3470"/>
                  </a:lnTo>
                  <a:lnTo>
                    <a:pt x="13718" y="3650"/>
                  </a:lnTo>
                  <a:lnTo>
                    <a:pt x="13177" y="3811"/>
                  </a:lnTo>
                  <a:lnTo>
                    <a:pt x="12635" y="3951"/>
                  </a:lnTo>
                  <a:lnTo>
                    <a:pt x="12074" y="4092"/>
                  </a:lnTo>
                  <a:lnTo>
                    <a:pt x="11512" y="4192"/>
                  </a:lnTo>
                  <a:lnTo>
                    <a:pt x="10930" y="4272"/>
                  </a:lnTo>
                  <a:lnTo>
                    <a:pt x="10249" y="4372"/>
                  </a:lnTo>
                  <a:lnTo>
                    <a:pt x="9567" y="4433"/>
                  </a:lnTo>
                  <a:lnTo>
                    <a:pt x="8203" y="4573"/>
                  </a:lnTo>
                  <a:lnTo>
                    <a:pt x="7521" y="4653"/>
                  </a:lnTo>
                  <a:lnTo>
                    <a:pt x="6859" y="4733"/>
                  </a:lnTo>
                  <a:lnTo>
                    <a:pt x="6178" y="4834"/>
                  </a:lnTo>
                  <a:lnTo>
                    <a:pt x="5516" y="4974"/>
                  </a:lnTo>
                  <a:lnTo>
                    <a:pt x="4854" y="5134"/>
                  </a:lnTo>
                  <a:lnTo>
                    <a:pt x="4192" y="5335"/>
                  </a:lnTo>
                  <a:lnTo>
                    <a:pt x="3871" y="5455"/>
                  </a:lnTo>
                  <a:lnTo>
                    <a:pt x="3550" y="5596"/>
                  </a:lnTo>
                  <a:lnTo>
                    <a:pt x="3230" y="5736"/>
                  </a:lnTo>
                  <a:lnTo>
                    <a:pt x="2949" y="5896"/>
                  </a:lnTo>
                  <a:lnTo>
                    <a:pt x="2648" y="6077"/>
                  </a:lnTo>
                  <a:lnTo>
                    <a:pt x="2387" y="6278"/>
                  </a:lnTo>
                  <a:lnTo>
                    <a:pt x="2127" y="6498"/>
                  </a:lnTo>
                  <a:lnTo>
                    <a:pt x="1906" y="6739"/>
                  </a:lnTo>
                  <a:lnTo>
                    <a:pt x="1685" y="6979"/>
                  </a:lnTo>
                  <a:lnTo>
                    <a:pt x="1505" y="7260"/>
                  </a:lnTo>
                  <a:lnTo>
                    <a:pt x="1324" y="7581"/>
                  </a:lnTo>
                  <a:lnTo>
                    <a:pt x="1184" y="7902"/>
                  </a:lnTo>
                  <a:lnTo>
                    <a:pt x="1084" y="8183"/>
                  </a:lnTo>
                  <a:lnTo>
                    <a:pt x="1024" y="8484"/>
                  </a:lnTo>
                  <a:lnTo>
                    <a:pt x="963" y="8764"/>
                  </a:lnTo>
                  <a:lnTo>
                    <a:pt x="943" y="9065"/>
                  </a:lnTo>
                  <a:lnTo>
                    <a:pt x="923" y="9346"/>
                  </a:lnTo>
                  <a:lnTo>
                    <a:pt x="943" y="9647"/>
                  </a:lnTo>
                  <a:lnTo>
                    <a:pt x="983" y="9927"/>
                  </a:lnTo>
                  <a:lnTo>
                    <a:pt x="1024" y="10208"/>
                  </a:lnTo>
                  <a:lnTo>
                    <a:pt x="1044" y="9907"/>
                  </a:lnTo>
                  <a:lnTo>
                    <a:pt x="1084" y="9627"/>
                  </a:lnTo>
                  <a:lnTo>
                    <a:pt x="1164" y="9326"/>
                  </a:lnTo>
                  <a:lnTo>
                    <a:pt x="1264" y="9045"/>
                  </a:lnTo>
                  <a:lnTo>
                    <a:pt x="1384" y="8764"/>
                  </a:lnTo>
                  <a:lnTo>
                    <a:pt x="1545" y="8484"/>
                  </a:lnTo>
                  <a:lnTo>
                    <a:pt x="1725" y="8223"/>
                  </a:lnTo>
                  <a:lnTo>
                    <a:pt x="1926" y="7962"/>
                  </a:lnTo>
                  <a:lnTo>
                    <a:pt x="2147" y="7742"/>
                  </a:lnTo>
                  <a:lnTo>
                    <a:pt x="2367" y="7521"/>
                  </a:lnTo>
                  <a:lnTo>
                    <a:pt x="2628" y="7320"/>
                  </a:lnTo>
                  <a:lnTo>
                    <a:pt x="2889" y="7120"/>
                  </a:lnTo>
                  <a:lnTo>
                    <a:pt x="3149" y="6959"/>
                  </a:lnTo>
                  <a:lnTo>
                    <a:pt x="3430" y="6799"/>
                  </a:lnTo>
                  <a:lnTo>
                    <a:pt x="3711" y="6639"/>
                  </a:lnTo>
                  <a:lnTo>
                    <a:pt x="4012" y="6518"/>
                  </a:lnTo>
                  <a:lnTo>
                    <a:pt x="4613" y="6278"/>
                  </a:lnTo>
                  <a:lnTo>
                    <a:pt x="5235" y="6077"/>
                  </a:lnTo>
                  <a:lnTo>
                    <a:pt x="5857" y="5896"/>
                  </a:lnTo>
                  <a:lnTo>
                    <a:pt x="6478" y="5756"/>
                  </a:lnTo>
                  <a:lnTo>
                    <a:pt x="7260" y="5576"/>
                  </a:lnTo>
                  <a:lnTo>
                    <a:pt x="8063" y="5415"/>
                  </a:lnTo>
                  <a:lnTo>
                    <a:pt x="9647" y="5094"/>
                  </a:lnTo>
                  <a:lnTo>
                    <a:pt x="10449" y="4934"/>
                  </a:lnTo>
                  <a:lnTo>
                    <a:pt x="11231" y="4753"/>
                  </a:lnTo>
                  <a:lnTo>
                    <a:pt x="12013" y="4533"/>
                  </a:lnTo>
                  <a:lnTo>
                    <a:pt x="12795" y="4312"/>
                  </a:lnTo>
                  <a:lnTo>
                    <a:pt x="13838" y="3931"/>
                  </a:lnTo>
                  <a:lnTo>
                    <a:pt x="14881" y="3530"/>
                  </a:lnTo>
                  <a:lnTo>
                    <a:pt x="15884" y="3069"/>
                  </a:lnTo>
                  <a:lnTo>
                    <a:pt x="16887" y="2587"/>
                  </a:lnTo>
                  <a:lnTo>
                    <a:pt x="17428" y="2206"/>
                  </a:lnTo>
                  <a:close/>
                  <a:moveTo>
                    <a:pt x="21198" y="0"/>
                  </a:moveTo>
                  <a:lnTo>
                    <a:pt x="20737" y="41"/>
                  </a:lnTo>
                  <a:lnTo>
                    <a:pt x="20276" y="101"/>
                  </a:lnTo>
                  <a:lnTo>
                    <a:pt x="19815" y="201"/>
                  </a:lnTo>
                  <a:lnTo>
                    <a:pt x="19353" y="301"/>
                  </a:lnTo>
                  <a:lnTo>
                    <a:pt x="18912" y="422"/>
                  </a:lnTo>
                  <a:lnTo>
                    <a:pt x="18451" y="562"/>
                  </a:lnTo>
                  <a:lnTo>
                    <a:pt x="17990" y="722"/>
                  </a:lnTo>
                  <a:lnTo>
                    <a:pt x="17548" y="883"/>
                  </a:lnTo>
                  <a:lnTo>
                    <a:pt x="17107" y="1063"/>
                  </a:lnTo>
                  <a:lnTo>
                    <a:pt x="16666" y="1264"/>
                  </a:lnTo>
                  <a:lnTo>
                    <a:pt x="16245" y="1484"/>
                  </a:lnTo>
                  <a:lnTo>
                    <a:pt x="15804" y="1705"/>
                  </a:lnTo>
                  <a:lnTo>
                    <a:pt x="15383" y="1946"/>
                  </a:lnTo>
                  <a:lnTo>
                    <a:pt x="14961" y="2186"/>
                  </a:lnTo>
                  <a:lnTo>
                    <a:pt x="14159" y="2708"/>
                  </a:lnTo>
                  <a:lnTo>
                    <a:pt x="13638" y="3049"/>
                  </a:lnTo>
                  <a:lnTo>
                    <a:pt x="13417" y="3209"/>
                  </a:lnTo>
                  <a:lnTo>
                    <a:pt x="13177" y="3309"/>
                  </a:lnTo>
                  <a:lnTo>
                    <a:pt x="12896" y="3410"/>
                  </a:lnTo>
                  <a:lnTo>
                    <a:pt x="12575" y="3470"/>
                  </a:lnTo>
                  <a:lnTo>
                    <a:pt x="12194" y="3530"/>
                  </a:lnTo>
                  <a:lnTo>
                    <a:pt x="11793" y="3550"/>
                  </a:lnTo>
                  <a:lnTo>
                    <a:pt x="11372" y="3590"/>
                  </a:lnTo>
                  <a:lnTo>
                    <a:pt x="10389" y="3590"/>
                  </a:lnTo>
                  <a:lnTo>
                    <a:pt x="8624" y="3570"/>
                  </a:lnTo>
                  <a:lnTo>
                    <a:pt x="7722" y="3550"/>
                  </a:lnTo>
                  <a:lnTo>
                    <a:pt x="6799" y="3550"/>
                  </a:lnTo>
                  <a:lnTo>
                    <a:pt x="5716" y="3570"/>
                  </a:lnTo>
                  <a:lnTo>
                    <a:pt x="5215" y="3590"/>
                  </a:lnTo>
                  <a:lnTo>
                    <a:pt x="4693" y="3630"/>
                  </a:lnTo>
                  <a:lnTo>
                    <a:pt x="4212" y="3670"/>
                  </a:lnTo>
                  <a:lnTo>
                    <a:pt x="3751" y="3731"/>
                  </a:lnTo>
                  <a:lnTo>
                    <a:pt x="3310" y="3811"/>
                  </a:lnTo>
                  <a:lnTo>
                    <a:pt x="2889" y="3911"/>
                  </a:lnTo>
                  <a:lnTo>
                    <a:pt x="2628" y="4011"/>
                  </a:lnTo>
                  <a:lnTo>
                    <a:pt x="2367" y="4132"/>
                  </a:lnTo>
                  <a:lnTo>
                    <a:pt x="2106" y="4292"/>
                  </a:lnTo>
                  <a:lnTo>
                    <a:pt x="1846" y="4473"/>
                  </a:lnTo>
                  <a:lnTo>
                    <a:pt x="1585" y="4693"/>
                  </a:lnTo>
                  <a:lnTo>
                    <a:pt x="1344" y="4934"/>
                  </a:lnTo>
                  <a:lnTo>
                    <a:pt x="1124" y="5195"/>
                  </a:lnTo>
                  <a:lnTo>
                    <a:pt x="903" y="5475"/>
                  </a:lnTo>
                  <a:lnTo>
                    <a:pt x="723" y="5776"/>
                  </a:lnTo>
                  <a:lnTo>
                    <a:pt x="542" y="6097"/>
                  </a:lnTo>
                  <a:lnTo>
                    <a:pt x="382" y="6418"/>
                  </a:lnTo>
                  <a:lnTo>
                    <a:pt x="261" y="6779"/>
                  </a:lnTo>
                  <a:lnTo>
                    <a:pt x="141" y="7140"/>
                  </a:lnTo>
                  <a:lnTo>
                    <a:pt x="81" y="7501"/>
                  </a:lnTo>
                  <a:lnTo>
                    <a:pt x="21" y="7882"/>
                  </a:lnTo>
                  <a:lnTo>
                    <a:pt x="1" y="8263"/>
                  </a:lnTo>
                  <a:lnTo>
                    <a:pt x="21" y="8604"/>
                  </a:lnTo>
                  <a:lnTo>
                    <a:pt x="61" y="8925"/>
                  </a:lnTo>
                  <a:lnTo>
                    <a:pt x="121" y="9266"/>
                  </a:lnTo>
                  <a:lnTo>
                    <a:pt x="221" y="9587"/>
                  </a:lnTo>
                  <a:lnTo>
                    <a:pt x="342" y="9907"/>
                  </a:lnTo>
                  <a:lnTo>
                    <a:pt x="482" y="10248"/>
                  </a:lnTo>
                  <a:lnTo>
                    <a:pt x="663" y="10569"/>
                  </a:lnTo>
                  <a:lnTo>
                    <a:pt x="883" y="10890"/>
                  </a:lnTo>
                  <a:lnTo>
                    <a:pt x="1064" y="10990"/>
                  </a:lnTo>
                  <a:lnTo>
                    <a:pt x="1064" y="10990"/>
                  </a:lnTo>
                  <a:lnTo>
                    <a:pt x="943" y="10690"/>
                  </a:lnTo>
                  <a:lnTo>
                    <a:pt x="863" y="10409"/>
                  </a:lnTo>
                  <a:lnTo>
                    <a:pt x="803" y="10108"/>
                  </a:lnTo>
                  <a:lnTo>
                    <a:pt x="763" y="9807"/>
                  </a:lnTo>
                  <a:lnTo>
                    <a:pt x="743" y="9486"/>
                  </a:lnTo>
                  <a:lnTo>
                    <a:pt x="723" y="9185"/>
                  </a:lnTo>
                  <a:lnTo>
                    <a:pt x="743" y="8865"/>
                  </a:lnTo>
                  <a:lnTo>
                    <a:pt x="783" y="8564"/>
                  </a:lnTo>
                  <a:lnTo>
                    <a:pt x="843" y="8243"/>
                  </a:lnTo>
                  <a:lnTo>
                    <a:pt x="943" y="7962"/>
                  </a:lnTo>
                  <a:lnTo>
                    <a:pt x="1044" y="7681"/>
                  </a:lnTo>
                  <a:lnTo>
                    <a:pt x="1164" y="7401"/>
                  </a:lnTo>
                  <a:lnTo>
                    <a:pt x="1284" y="7160"/>
                  </a:lnTo>
                  <a:lnTo>
                    <a:pt x="1445" y="6919"/>
                  </a:lnTo>
                  <a:lnTo>
                    <a:pt x="1625" y="6699"/>
                  </a:lnTo>
                  <a:lnTo>
                    <a:pt x="1806" y="6478"/>
                  </a:lnTo>
                  <a:lnTo>
                    <a:pt x="2006" y="6278"/>
                  </a:lnTo>
                  <a:lnTo>
                    <a:pt x="2227" y="6077"/>
                  </a:lnTo>
                  <a:lnTo>
                    <a:pt x="2447" y="5896"/>
                  </a:lnTo>
                  <a:lnTo>
                    <a:pt x="2688" y="5736"/>
                  </a:lnTo>
                  <a:lnTo>
                    <a:pt x="2929" y="5576"/>
                  </a:lnTo>
                  <a:lnTo>
                    <a:pt x="3209" y="5435"/>
                  </a:lnTo>
                  <a:lnTo>
                    <a:pt x="3470" y="5315"/>
                  </a:lnTo>
                  <a:lnTo>
                    <a:pt x="3751" y="5175"/>
                  </a:lnTo>
                  <a:lnTo>
                    <a:pt x="4072" y="5054"/>
                  </a:lnTo>
                  <a:lnTo>
                    <a:pt x="4393" y="4954"/>
                  </a:lnTo>
                  <a:lnTo>
                    <a:pt x="5034" y="4753"/>
                  </a:lnTo>
                  <a:lnTo>
                    <a:pt x="5696" y="4593"/>
                  </a:lnTo>
                  <a:lnTo>
                    <a:pt x="6358" y="4473"/>
                  </a:lnTo>
                  <a:lnTo>
                    <a:pt x="7020" y="4372"/>
                  </a:lnTo>
                  <a:lnTo>
                    <a:pt x="7702" y="4292"/>
                  </a:lnTo>
                  <a:lnTo>
                    <a:pt x="9045" y="4152"/>
                  </a:lnTo>
                  <a:lnTo>
                    <a:pt x="9827" y="4072"/>
                  </a:lnTo>
                  <a:lnTo>
                    <a:pt x="10610" y="3971"/>
                  </a:lnTo>
                  <a:lnTo>
                    <a:pt x="11372" y="3851"/>
                  </a:lnTo>
                  <a:lnTo>
                    <a:pt x="12134" y="3711"/>
                  </a:lnTo>
                  <a:lnTo>
                    <a:pt x="12876" y="3550"/>
                  </a:lnTo>
                  <a:lnTo>
                    <a:pt x="13638" y="3350"/>
                  </a:lnTo>
                  <a:lnTo>
                    <a:pt x="14380" y="3109"/>
                  </a:lnTo>
                  <a:lnTo>
                    <a:pt x="15122" y="2828"/>
                  </a:lnTo>
                  <a:lnTo>
                    <a:pt x="16766" y="2146"/>
                  </a:lnTo>
                  <a:lnTo>
                    <a:pt x="17589" y="1825"/>
                  </a:lnTo>
                  <a:lnTo>
                    <a:pt x="18010" y="1685"/>
                  </a:lnTo>
                  <a:lnTo>
                    <a:pt x="18431" y="1545"/>
                  </a:lnTo>
                  <a:lnTo>
                    <a:pt x="18992" y="1164"/>
                  </a:lnTo>
                  <a:lnTo>
                    <a:pt x="19574" y="823"/>
                  </a:lnTo>
                  <a:lnTo>
                    <a:pt x="20176" y="482"/>
                  </a:lnTo>
                  <a:lnTo>
                    <a:pt x="20777" y="181"/>
                  </a:lnTo>
                  <a:lnTo>
                    <a:pt x="21198" y="0"/>
                  </a:lnTo>
                  <a:close/>
                  <a:moveTo>
                    <a:pt x="1164" y="11231"/>
                  </a:moveTo>
                  <a:lnTo>
                    <a:pt x="1184" y="11251"/>
                  </a:lnTo>
                  <a:lnTo>
                    <a:pt x="1184" y="11231"/>
                  </a:lnTo>
                  <a:close/>
                  <a:moveTo>
                    <a:pt x="15643" y="3350"/>
                  </a:moveTo>
                  <a:lnTo>
                    <a:pt x="14901" y="3690"/>
                  </a:lnTo>
                  <a:lnTo>
                    <a:pt x="14139" y="3991"/>
                  </a:lnTo>
                  <a:lnTo>
                    <a:pt x="13377" y="4292"/>
                  </a:lnTo>
                  <a:lnTo>
                    <a:pt x="12615" y="4553"/>
                  </a:lnTo>
                  <a:lnTo>
                    <a:pt x="11833" y="4814"/>
                  </a:lnTo>
                  <a:lnTo>
                    <a:pt x="11031" y="5034"/>
                  </a:lnTo>
                  <a:lnTo>
                    <a:pt x="10249" y="5235"/>
                  </a:lnTo>
                  <a:lnTo>
                    <a:pt x="9426" y="5415"/>
                  </a:lnTo>
                  <a:lnTo>
                    <a:pt x="8043" y="5676"/>
                  </a:lnTo>
                  <a:lnTo>
                    <a:pt x="7341" y="5816"/>
                  </a:lnTo>
                  <a:lnTo>
                    <a:pt x="6659" y="5957"/>
                  </a:lnTo>
                  <a:lnTo>
                    <a:pt x="5957" y="6117"/>
                  </a:lnTo>
                  <a:lnTo>
                    <a:pt x="5275" y="6298"/>
                  </a:lnTo>
                  <a:lnTo>
                    <a:pt x="4613" y="6538"/>
                  </a:lnTo>
                  <a:lnTo>
                    <a:pt x="4292" y="6659"/>
                  </a:lnTo>
                  <a:lnTo>
                    <a:pt x="3972" y="6799"/>
                  </a:lnTo>
                  <a:lnTo>
                    <a:pt x="3671" y="6959"/>
                  </a:lnTo>
                  <a:lnTo>
                    <a:pt x="3370" y="7120"/>
                  </a:lnTo>
                  <a:lnTo>
                    <a:pt x="3089" y="7300"/>
                  </a:lnTo>
                  <a:lnTo>
                    <a:pt x="2828" y="7501"/>
                  </a:lnTo>
                  <a:lnTo>
                    <a:pt x="2568" y="7721"/>
                  </a:lnTo>
                  <a:lnTo>
                    <a:pt x="2307" y="7942"/>
                  </a:lnTo>
                  <a:lnTo>
                    <a:pt x="2086" y="8203"/>
                  </a:lnTo>
                  <a:lnTo>
                    <a:pt x="1886" y="8463"/>
                  </a:lnTo>
                  <a:lnTo>
                    <a:pt x="1685" y="8724"/>
                  </a:lnTo>
                  <a:lnTo>
                    <a:pt x="1525" y="9005"/>
                  </a:lnTo>
                  <a:lnTo>
                    <a:pt x="1405" y="9306"/>
                  </a:lnTo>
                  <a:lnTo>
                    <a:pt x="1304" y="9607"/>
                  </a:lnTo>
                  <a:lnTo>
                    <a:pt x="1224" y="9927"/>
                  </a:lnTo>
                  <a:lnTo>
                    <a:pt x="1184" y="10248"/>
                  </a:lnTo>
                  <a:lnTo>
                    <a:pt x="1184" y="10569"/>
                  </a:lnTo>
                  <a:lnTo>
                    <a:pt x="1224" y="10910"/>
                  </a:lnTo>
                  <a:lnTo>
                    <a:pt x="1324" y="11131"/>
                  </a:lnTo>
                  <a:lnTo>
                    <a:pt x="1705" y="11291"/>
                  </a:lnTo>
                  <a:lnTo>
                    <a:pt x="2086" y="11432"/>
                  </a:lnTo>
                  <a:lnTo>
                    <a:pt x="2487" y="11552"/>
                  </a:lnTo>
                  <a:lnTo>
                    <a:pt x="2889" y="11652"/>
                  </a:lnTo>
                  <a:lnTo>
                    <a:pt x="3290" y="11732"/>
                  </a:lnTo>
                  <a:lnTo>
                    <a:pt x="3691" y="11793"/>
                  </a:lnTo>
                  <a:lnTo>
                    <a:pt x="4112" y="11833"/>
                  </a:lnTo>
                  <a:lnTo>
                    <a:pt x="4834" y="11833"/>
                  </a:lnTo>
                  <a:lnTo>
                    <a:pt x="5135" y="11813"/>
                  </a:lnTo>
                  <a:lnTo>
                    <a:pt x="5435" y="11772"/>
                  </a:lnTo>
                  <a:lnTo>
                    <a:pt x="5736" y="11732"/>
                  </a:lnTo>
                  <a:lnTo>
                    <a:pt x="5897" y="11712"/>
                  </a:lnTo>
                  <a:lnTo>
                    <a:pt x="5716" y="11592"/>
                  </a:lnTo>
                  <a:lnTo>
                    <a:pt x="5556" y="11472"/>
                  </a:lnTo>
                  <a:lnTo>
                    <a:pt x="5395" y="11331"/>
                  </a:lnTo>
                  <a:lnTo>
                    <a:pt x="5255" y="11191"/>
                  </a:lnTo>
                  <a:lnTo>
                    <a:pt x="5115" y="11030"/>
                  </a:lnTo>
                  <a:lnTo>
                    <a:pt x="4974" y="10870"/>
                  </a:lnTo>
                  <a:lnTo>
                    <a:pt x="4834" y="10690"/>
                  </a:lnTo>
                  <a:lnTo>
                    <a:pt x="4714" y="10509"/>
                  </a:lnTo>
                  <a:lnTo>
                    <a:pt x="4533" y="10148"/>
                  </a:lnTo>
                  <a:lnTo>
                    <a:pt x="4413" y="9807"/>
                  </a:lnTo>
                  <a:lnTo>
                    <a:pt x="4312" y="9466"/>
                  </a:lnTo>
                  <a:lnTo>
                    <a:pt x="4252" y="9125"/>
                  </a:lnTo>
                  <a:lnTo>
                    <a:pt x="4232" y="8804"/>
                  </a:lnTo>
                  <a:lnTo>
                    <a:pt x="4252" y="8484"/>
                  </a:lnTo>
                  <a:lnTo>
                    <a:pt x="4312" y="8163"/>
                  </a:lnTo>
                  <a:lnTo>
                    <a:pt x="4413" y="7862"/>
                  </a:lnTo>
                  <a:lnTo>
                    <a:pt x="4553" y="7561"/>
                  </a:lnTo>
                  <a:lnTo>
                    <a:pt x="4714" y="7300"/>
                  </a:lnTo>
                  <a:lnTo>
                    <a:pt x="4914" y="7040"/>
                  </a:lnTo>
                  <a:lnTo>
                    <a:pt x="5155" y="6799"/>
                  </a:lnTo>
                  <a:lnTo>
                    <a:pt x="5415" y="6598"/>
                  </a:lnTo>
                  <a:lnTo>
                    <a:pt x="5716" y="6398"/>
                  </a:lnTo>
                  <a:lnTo>
                    <a:pt x="6057" y="6237"/>
                  </a:lnTo>
                  <a:lnTo>
                    <a:pt x="6418" y="6117"/>
                  </a:lnTo>
                  <a:lnTo>
                    <a:pt x="6960" y="5957"/>
                  </a:lnTo>
                  <a:lnTo>
                    <a:pt x="7501" y="5836"/>
                  </a:lnTo>
                  <a:lnTo>
                    <a:pt x="8063" y="5756"/>
                  </a:lnTo>
                  <a:lnTo>
                    <a:pt x="8624" y="5696"/>
                  </a:lnTo>
                  <a:lnTo>
                    <a:pt x="9747" y="5576"/>
                  </a:lnTo>
                  <a:lnTo>
                    <a:pt x="10309" y="5515"/>
                  </a:lnTo>
                  <a:lnTo>
                    <a:pt x="10850" y="5435"/>
                  </a:lnTo>
                  <a:lnTo>
                    <a:pt x="11332" y="5335"/>
                  </a:lnTo>
                  <a:lnTo>
                    <a:pt x="11793" y="5215"/>
                  </a:lnTo>
                  <a:lnTo>
                    <a:pt x="12254" y="5094"/>
                  </a:lnTo>
                  <a:lnTo>
                    <a:pt x="12695" y="4934"/>
                  </a:lnTo>
                  <a:lnTo>
                    <a:pt x="13156" y="4773"/>
                  </a:lnTo>
                  <a:lnTo>
                    <a:pt x="13578" y="4573"/>
                  </a:lnTo>
                  <a:lnTo>
                    <a:pt x="14019" y="4372"/>
                  </a:lnTo>
                  <a:lnTo>
                    <a:pt x="14440" y="4152"/>
                  </a:lnTo>
                  <a:lnTo>
                    <a:pt x="14580" y="4072"/>
                  </a:lnTo>
                  <a:lnTo>
                    <a:pt x="14841" y="3871"/>
                  </a:lnTo>
                  <a:lnTo>
                    <a:pt x="15102" y="3690"/>
                  </a:lnTo>
                  <a:lnTo>
                    <a:pt x="15362" y="3510"/>
                  </a:lnTo>
                  <a:lnTo>
                    <a:pt x="15643" y="3350"/>
                  </a:lnTo>
                  <a:close/>
                  <a:moveTo>
                    <a:pt x="1445" y="11371"/>
                  </a:moveTo>
                  <a:lnTo>
                    <a:pt x="1625" y="11652"/>
                  </a:lnTo>
                  <a:lnTo>
                    <a:pt x="1986" y="11933"/>
                  </a:lnTo>
                  <a:lnTo>
                    <a:pt x="2387" y="12174"/>
                  </a:lnTo>
                  <a:lnTo>
                    <a:pt x="2828" y="12394"/>
                  </a:lnTo>
                  <a:lnTo>
                    <a:pt x="3310" y="12575"/>
                  </a:lnTo>
                  <a:lnTo>
                    <a:pt x="3811" y="12735"/>
                  </a:lnTo>
                  <a:lnTo>
                    <a:pt x="4332" y="12835"/>
                  </a:lnTo>
                  <a:lnTo>
                    <a:pt x="4894" y="12896"/>
                  </a:lnTo>
                  <a:lnTo>
                    <a:pt x="5456" y="12936"/>
                  </a:lnTo>
                  <a:lnTo>
                    <a:pt x="5857" y="12916"/>
                  </a:lnTo>
                  <a:lnTo>
                    <a:pt x="6258" y="12875"/>
                  </a:lnTo>
                  <a:lnTo>
                    <a:pt x="6679" y="12815"/>
                  </a:lnTo>
                  <a:lnTo>
                    <a:pt x="7100" y="12735"/>
                  </a:lnTo>
                  <a:lnTo>
                    <a:pt x="7521" y="12615"/>
                  </a:lnTo>
                  <a:lnTo>
                    <a:pt x="7942" y="12474"/>
                  </a:lnTo>
                  <a:lnTo>
                    <a:pt x="8363" y="12314"/>
                  </a:lnTo>
                  <a:lnTo>
                    <a:pt x="8785" y="12113"/>
                  </a:lnTo>
                  <a:lnTo>
                    <a:pt x="8785" y="12113"/>
                  </a:lnTo>
                  <a:lnTo>
                    <a:pt x="8544" y="12174"/>
                  </a:lnTo>
                  <a:lnTo>
                    <a:pt x="8303" y="12194"/>
                  </a:lnTo>
                  <a:lnTo>
                    <a:pt x="8063" y="12234"/>
                  </a:lnTo>
                  <a:lnTo>
                    <a:pt x="7802" y="12234"/>
                  </a:lnTo>
                  <a:lnTo>
                    <a:pt x="7441" y="12214"/>
                  </a:lnTo>
                  <a:lnTo>
                    <a:pt x="7060" y="12154"/>
                  </a:lnTo>
                  <a:lnTo>
                    <a:pt x="6699" y="12073"/>
                  </a:lnTo>
                  <a:lnTo>
                    <a:pt x="6358" y="11933"/>
                  </a:lnTo>
                  <a:lnTo>
                    <a:pt x="5917" y="12033"/>
                  </a:lnTo>
                  <a:lnTo>
                    <a:pt x="5496" y="12093"/>
                  </a:lnTo>
                  <a:lnTo>
                    <a:pt x="5075" y="12133"/>
                  </a:lnTo>
                  <a:lnTo>
                    <a:pt x="4653" y="12154"/>
                  </a:lnTo>
                  <a:lnTo>
                    <a:pt x="4232" y="12133"/>
                  </a:lnTo>
                  <a:lnTo>
                    <a:pt x="3831" y="12093"/>
                  </a:lnTo>
                  <a:lnTo>
                    <a:pt x="3410" y="12033"/>
                  </a:lnTo>
                  <a:lnTo>
                    <a:pt x="3009" y="11953"/>
                  </a:lnTo>
                  <a:lnTo>
                    <a:pt x="2608" y="11853"/>
                  </a:lnTo>
                  <a:lnTo>
                    <a:pt x="2227" y="11712"/>
                  </a:lnTo>
                  <a:lnTo>
                    <a:pt x="1826" y="11552"/>
                  </a:lnTo>
                  <a:lnTo>
                    <a:pt x="1445" y="1137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6" name="Google Shape;6586;p30"/>
            <p:cNvSpPr/>
            <p:nvPr/>
          </p:nvSpPr>
          <p:spPr>
            <a:xfrm>
              <a:off x="8258675" y="4185775"/>
              <a:ext cx="183525" cy="39125"/>
            </a:xfrm>
            <a:custGeom>
              <a:avLst/>
              <a:gdLst/>
              <a:ahLst/>
              <a:cxnLst/>
              <a:rect l="l" t="t" r="r" b="b"/>
              <a:pathLst>
                <a:path w="7341" h="1565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181" y="281"/>
                  </a:lnTo>
                  <a:lnTo>
                    <a:pt x="181" y="281"/>
                  </a:lnTo>
                  <a:lnTo>
                    <a:pt x="181" y="281"/>
                  </a:lnTo>
                  <a:lnTo>
                    <a:pt x="542" y="562"/>
                  </a:lnTo>
                  <a:lnTo>
                    <a:pt x="943" y="803"/>
                  </a:lnTo>
                  <a:lnTo>
                    <a:pt x="1384" y="1023"/>
                  </a:lnTo>
                  <a:lnTo>
                    <a:pt x="1866" y="1204"/>
                  </a:lnTo>
                  <a:lnTo>
                    <a:pt x="2367" y="1364"/>
                  </a:lnTo>
                  <a:lnTo>
                    <a:pt x="2888" y="1464"/>
                  </a:lnTo>
                  <a:lnTo>
                    <a:pt x="3450" y="1525"/>
                  </a:lnTo>
                  <a:lnTo>
                    <a:pt x="4012" y="1565"/>
                  </a:lnTo>
                  <a:lnTo>
                    <a:pt x="4012" y="1565"/>
                  </a:lnTo>
                  <a:lnTo>
                    <a:pt x="4413" y="1545"/>
                  </a:lnTo>
                  <a:lnTo>
                    <a:pt x="4814" y="1504"/>
                  </a:lnTo>
                  <a:lnTo>
                    <a:pt x="5235" y="1444"/>
                  </a:lnTo>
                  <a:lnTo>
                    <a:pt x="5656" y="1364"/>
                  </a:lnTo>
                  <a:lnTo>
                    <a:pt x="6077" y="1244"/>
                  </a:lnTo>
                  <a:lnTo>
                    <a:pt x="6498" y="1103"/>
                  </a:lnTo>
                  <a:lnTo>
                    <a:pt x="6919" y="943"/>
                  </a:lnTo>
                  <a:lnTo>
                    <a:pt x="7341" y="742"/>
                  </a:lnTo>
                  <a:lnTo>
                    <a:pt x="7341" y="742"/>
                  </a:lnTo>
                  <a:lnTo>
                    <a:pt x="7100" y="803"/>
                  </a:lnTo>
                  <a:lnTo>
                    <a:pt x="6859" y="823"/>
                  </a:lnTo>
                  <a:lnTo>
                    <a:pt x="6619" y="863"/>
                  </a:lnTo>
                  <a:lnTo>
                    <a:pt x="6358" y="863"/>
                  </a:lnTo>
                  <a:lnTo>
                    <a:pt x="6358" y="863"/>
                  </a:lnTo>
                  <a:lnTo>
                    <a:pt x="5997" y="843"/>
                  </a:lnTo>
                  <a:lnTo>
                    <a:pt x="5616" y="783"/>
                  </a:lnTo>
                  <a:lnTo>
                    <a:pt x="5255" y="702"/>
                  </a:lnTo>
                  <a:lnTo>
                    <a:pt x="4914" y="562"/>
                  </a:lnTo>
                  <a:lnTo>
                    <a:pt x="4914" y="562"/>
                  </a:lnTo>
                  <a:lnTo>
                    <a:pt x="4473" y="662"/>
                  </a:lnTo>
                  <a:lnTo>
                    <a:pt x="4052" y="722"/>
                  </a:lnTo>
                  <a:lnTo>
                    <a:pt x="3631" y="762"/>
                  </a:lnTo>
                  <a:lnTo>
                    <a:pt x="3209" y="783"/>
                  </a:lnTo>
                  <a:lnTo>
                    <a:pt x="3209" y="783"/>
                  </a:lnTo>
                  <a:lnTo>
                    <a:pt x="2788" y="762"/>
                  </a:lnTo>
                  <a:lnTo>
                    <a:pt x="2387" y="722"/>
                  </a:lnTo>
                  <a:lnTo>
                    <a:pt x="1966" y="662"/>
                  </a:lnTo>
                  <a:lnTo>
                    <a:pt x="1565" y="582"/>
                  </a:lnTo>
                  <a:lnTo>
                    <a:pt x="1164" y="482"/>
                  </a:lnTo>
                  <a:lnTo>
                    <a:pt x="783" y="341"/>
                  </a:lnTo>
                  <a:lnTo>
                    <a:pt x="382" y="181"/>
                  </a:lnTo>
                  <a:lnTo>
                    <a:pt x="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7" name="Google Shape;6587;p30"/>
            <p:cNvSpPr/>
            <p:nvPr/>
          </p:nvSpPr>
          <p:spPr>
            <a:xfrm>
              <a:off x="8251650" y="4182250"/>
              <a:ext cx="525" cy="550"/>
            </a:xfrm>
            <a:custGeom>
              <a:avLst/>
              <a:gdLst/>
              <a:ahLst/>
              <a:cxnLst/>
              <a:rect l="l" t="t" r="r" b="b"/>
              <a:pathLst>
                <a:path w="21" h="22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21" y="21"/>
                  </a:lnTo>
                  <a:lnTo>
                    <a:pt x="21" y="21"/>
                  </a:lnTo>
                  <a:lnTo>
                    <a:pt x="21" y="1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8" name="Google Shape;6588;p30"/>
            <p:cNvSpPr/>
            <p:nvPr/>
          </p:nvSpPr>
          <p:spPr>
            <a:xfrm>
              <a:off x="8252150" y="3985225"/>
              <a:ext cx="361525" cy="212100"/>
            </a:xfrm>
            <a:custGeom>
              <a:avLst/>
              <a:gdLst/>
              <a:ahLst/>
              <a:cxnLst/>
              <a:rect l="l" t="t" r="r" b="b"/>
              <a:pathLst>
                <a:path w="14461" h="8484" fill="none" extrusionOk="0">
                  <a:moveTo>
                    <a:pt x="14460" y="1"/>
                  </a:moveTo>
                  <a:lnTo>
                    <a:pt x="14460" y="1"/>
                  </a:lnTo>
                  <a:lnTo>
                    <a:pt x="13718" y="341"/>
                  </a:lnTo>
                  <a:lnTo>
                    <a:pt x="12956" y="642"/>
                  </a:lnTo>
                  <a:lnTo>
                    <a:pt x="12194" y="943"/>
                  </a:lnTo>
                  <a:lnTo>
                    <a:pt x="11432" y="1204"/>
                  </a:lnTo>
                  <a:lnTo>
                    <a:pt x="10650" y="1465"/>
                  </a:lnTo>
                  <a:lnTo>
                    <a:pt x="9848" y="1685"/>
                  </a:lnTo>
                  <a:lnTo>
                    <a:pt x="9066" y="1886"/>
                  </a:lnTo>
                  <a:lnTo>
                    <a:pt x="8243" y="2066"/>
                  </a:lnTo>
                  <a:lnTo>
                    <a:pt x="8243" y="2066"/>
                  </a:lnTo>
                  <a:lnTo>
                    <a:pt x="6860" y="2327"/>
                  </a:lnTo>
                  <a:lnTo>
                    <a:pt x="6158" y="2467"/>
                  </a:lnTo>
                  <a:lnTo>
                    <a:pt x="5476" y="2608"/>
                  </a:lnTo>
                  <a:lnTo>
                    <a:pt x="4774" y="2768"/>
                  </a:lnTo>
                  <a:lnTo>
                    <a:pt x="4092" y="2949"/>
                  </a:lnTo>
                  <a:lnTo>
                    <a:pt x="3430" y="3189"/>
                  </a:lnTo>
                  <a:lnTo>
                    <a:pt x="3109" y="3310"/>
                  </a:lnTo>
                  <a:lnTo>
                    <a:pt x="2789" y="3450"/>
                  </a:lnTo>
                  <a:lnTo>
                    <a:pt x="2789" y="3450"/>
                  </a:lnTo>
                  <a:lnTo>
                    <a:pt x="2488" y="3610"/>
                  </a:lnTo>
                  <a:lnTo>
                    <a:pt x="2187" y="3771"/>
                  </a:lnTo>
                  <a:lnTo>
                    <a:pt x="1906" y="3951"/>
                  </a:lnTo>
                  <a:lnTo>
                    <a:pt x="1645" y="4152"/>
                  </a:lnTo>
                  <a:lnTo>
                    <a:pt x="1385" y="4372"/>
                  </a:lnTo>
                  <a:lnTo>
                    <a:pt x="1124" y="4593"/>
                  </a:lnTo>
                  <a:lnTo>
                    <a:pt x="903" y="4854"/>
                  </a:lnTo>
                  <a:lnTo>
                    <a:pt x="703" y="5114"/>
                  </a:lnTo>
                  <a:lnTo>
                    <a:pt x="502" y="5375"/>
                  </a:lnTo>
                  <a:lnTo>
                    <a:pt x="342" y="5656"/>
                  </a:lnTo>
                  <a:lnTo>
                    <a:pt x="222" y="5957"/>
                  </a:lnTo>
                  <a:lnTo>
                    <a:pt x="121" y="6258"/>
                  </a:lnTo>
                  <a:lnTo>
                    <a:pt x="41" y="6578"/>
                  </a:lnTo>
                  <a:lnTo>
                    <a:pt x="1" y="6899"/>
                  </a:lnTo>
                  <a:lnTo>
                    <a:pt x="1" y="7220"/>
                  </a:lnTo>
                  <a:lnTo>
                    <a:pt x="41" y="7561"/>
                  </a:lnTo>
                  <a:lnTo>
                    <a:pt x="41" y="7561"/>
                  </a:lnTo>
                  <a:lnTo>
                    <a:pt x="141" y="7782"/>
                  </a:lnTo>
                  <a:lnTo>
                    <a:pt x="141" y="7782"/>
                  </a:lnTo>
                  <a:lnTo>
                    <a:pt x="522" y="7942"/>
                  </a:lnTo>
                  <a:lnTo>
                    <a:pt x="903" y="8083"/>
                  </a:lnTo>
                  <a:lnTo>
                    <a:pt x="1304" y="8203"/>
                  </a:lnTo>
                  <a:lnTo>
                    <a:pt x="1706" y="8303"/>
                  </a:lnTo>
                  <a:lnTo>
                    <a:pt x="2107" y="8383"/>
                  </a:lnTo>
                  <a:lnTo>
                    <a:pt x="2508" y="8444"/>
                  </a:lnTo>
                  <a:lnTo>
                    <a:pt x="2929" y="8484"/>
                  </a:lnTo>
                  <a:lnTo>
                    <a:pt x="3330" y="8484"/>
                  </a:lnTo>
                  <a:lnTo>
                    <a:pt x="3330" y="8484"/>
                  </a:lnTo>
                  <a:lnTo>
                    <a:pt x="3651" y="8484"/>
                  </a:lnTo>
                  <a:lnTo>
                    <a:pt x="3952" y="8464"/>
                  </a:lnTo>
                  <a:lnTo>
                    <a:pt x="4252" y="8423"/>
                  </a:lnTo>
                  <a:lnTo>
                    <a:pt x="4553" y="8383"/>
                  </a:lnTo>
                  <a:lnTo>
                    <a:pt x="4553" y="8383"/>
                  </a:lnTo>
                  <a:lnTo>
                    <a:pt x="4714" y="8363"/>
                  </a:lnTo>
                  <a:lnTo>
                    <a:pt x="4714" y="8363"/>
                  </a:lnTo>
                  <a:lnTo>
                    <a:pt x="4533" y="8243"/>
                  </a:lnTo>
                  <a:lnTo>
                    <a:pt x="4373" y="8123"/>
                  </a:lnTo>
                  <a:lnTo>
                    <a:pt x="4212" y="7982"/>
                  </a:lnTo>
                  <a:lnTo>
                    <a:pt x="4072" y="7842"/>
                  </a:lnTo>
                  <a:lnTo>
                    <a:pt x="3932" y="7681"/>
                  </a:lnTo>
                  <a:lnTo>
                    <a:pt x="3791" y="7521"/>
                  </a:lnTo>
                  <a:lnTo>
                    <a:pt x="3651" y="7341"/>
                  </a:lnTo>
                  <a:lnTo>
                    <a:pt x="3531" y="7160"/>
                  </a:lnTo>
                  <a:lnTo>
                    <a:pt x="3531" y="7160"/>
                  </a:lnTo>
                  <a:lnTo>
                    <a:pt x="3350" y="6799"/>
                  </a:lnTo>
                  <a:lnTo>
                    <a:pt x="3230" y="6458"/>
                  </a:lnTo>
                  <a:lnTo>
                    <a:pt x="3129" y="6117"/>
                  </a:lnTo>
                  <a:lnTo>
                    <a:pt x="3069" y="5776"/>
                  </a:lnTo>
                  <a:lnTo>
                    <a:pt x="3049" y="5455"/>
                  </a:lnTo>
                  <a:lnTo>
                    <a:pt x="3069" y="5135"/>
                  </a:lnTo>
                  <a:lnTo>
                    <a:pt x="3129" y="4814"/>
                  </a:lnTo>
                  <a:lnTo>
                    <a:pt x="3230" y="4513"/>
                  </a:lnTo>
                  <a:lnTo>
                    <a:pt x="3370" y="4212"/>
                  </a:lnTo>
                  <a:lnTo>
                    <a:pt x="3531" y="3951"/>
                  </a:lnTo>
                  <a:lnTo>
                    <a:pt x="3731" y="3691"/>
                  </a:lnTo>
                  <a:lnTo>
                    <a:pt x="3972" y="3450"/>
                  </a:lnTo>
                  <a:lnTo>
                    <a:pt x="4232" y="3249"/>
                  </a:lnTo>
                  <a:lnTo>
                    <a:pt x="4533" y="3049"/>
                  </a:lnTo>
                  <a:lnTo>
                    <a:pt x="4874" y="2888"/>
                  </a:lnTo>
                  <a:lnTo>
                    <a:pt x="5235" y="2768"/>
                  </a:lnTo>
                  <a:lnTo>
                    <a:pt x="5235" y="2768"/>
                  </a:lnTo>
                  <a:lnTo>
                    <a:pt x="5777" y="2608"/>
                  </a:lnTo>
                  <a:lnTo>
                    <a:pt x="6318" y="2487"/>
                  </a:lnTo>
                  <a:lnTo>
                    <a:pt x="6880" y="2407"/>
                  </a:lnTo>
                  <a:lnTo>
                    <a:pt x="7441" y="2347"/>
                  </a:lnTo>
                  <a:lnTo>
                    <a:pt x="8564" y="2227"/>
                  </a:lnTo>
                  <a:lnTo>
                    <a:pt x="9126" y="2166"/>
                  </a:lnTo>
                  <a:lnTo>
                    <a:pt x="9667" y="2086"/>
                  </a:lnTo>
                  <a:lnTo>
                    <a:pt x="9667" y="2086"/>
                  </a:lnTo>
                  <a:lnTo>
                    <a:pt x="10149" y="1986"/>
                  </a:lnTo>
                  <a:lnTo>
                    <a:pt x="10610" y="1866"/>
                  </a:lnTo>
                  <a:lnTo>
                    <a:pt x="11071" y="1745"/>
                  </a:lnTo>
                  <a:lnTo>
                    <a:pt x="11512" y="1585"/>
                  </a:lnTo>
                  <a:lnTo>
                    <a:pt x="11973" y="1424"/>
                  </a:lnTo>
                  <a:lnTo>
                    <a:pt x="12395" y="1224"/>
                  </a:lnTo>
                  <a:lnTo>
                    <a:pt x="12836" y="1023"/>
                  </a:lnTo>
                  <a:lnTo>
                    <a:pt x="13257" y="803"/>
                  </a:lnTo>
                  <a:lnTo>
                    <a:pt x="13257" y="803"/>
                  </a:lnTo>
                  <a:lnTo>
                    <a:pt x="13397" y="723"/>
                  </a:lnTo>
                  <a:lnTo>
                    <a:pt x="13397" y="723"/>
                  </a:lnTo>
                  <a:lnTo>
                    <a:pt x="13658" y="522"/>
                  </a:lnTo>
                  <a:lnTo>
                    <a:pt x="13919" y="341"/>
                  </a:lnTo>
                  <a:lnTo>
                    <a:pt x="14179" y="161"/>
                  </a:lnTo>
                  <a:lnTo>
                    <a:pt x="1446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9" name="Google Shape;6589;p30"/>
            <p:cNvSpPr/>
            <p:nvPr/>
          </p:nvSpPr>
          <p:spPr>
            <a:xfrm>
              <a:off x="8245650" y="3956650"/>
              <a:ext cx="412650" cy="200075"/>
            </a:xfrm>
            <a:custGeom>
              <a:avLst/>
              <a:gdLst/>
              <a:ahLst/>
              <a:cxnLst/>
              <a:rect l="l" t="t" r="r" b="b"/>
              <a:pathLst>
                <a:path w="16506" h="8003" fill="none" extrusionOk="0">
                  <a:moveTo>
                    <a:pt x="16505" y="0"/>
                  </a:moveTo>
                  <a:lnTo>
                    <a:pt x="16505" y="0"/>
                  </a:lnTo>
                  <a:lnTo>
                    <a:pt x="15462" y="422"/>
                  </a:lnTo>
                  <a:lnTo>
                    <a:pt x="14419" y="863"/>
                  </a:lnTo>
                  <a:lnTo>
                    <a:pt x="14419" y="863"/>
                  </a:lnTo>
                  <a:lnTo>
                    <a:pt x="13898" y="1083"/>
                  </a:lnTo>
                  <a:lnTo>
                    <a:pt x="13357" y="1264"/>
                  </a:lnTo>
                  <a:lnTo>
                    <a:pt x="12795" y="1444"/>
                  </a:lnTo>
                  <a:lnTo>
                    <a:pt x="12254" y="1605"/>
                  </a:lnTo>
                  <a:lnTo>
                    <a:pt x="11712" y="1745"/>
                  </a:lnTo>
                  <a:lnTo>
                    <a:pt x="11151" y="1886"/>
                  </a:lnTo>
                  <a:lnTo>
                    <a:pt x="10589" y="1986"/>
                  </a:lnTo>
                  <a:lnTo>
                    <a:pt x="10007" y="2066"/>
                  </a:lnTo>
                  <a:lnTo>
                    <a:pt x="10007" y="2066"/>
                  </a:lnTo>
                  <a:lnTo>
                    <a:pt x="9326" y="2166"/>
                  </a:lnTo>
                  <a:lnTo>
                    <a:pt x="8644" y="2227"/>
                  </a:lnTo>
                  <a:lnTo>
                    <a:pt x="7280" y="2367"/>
                  </a:lnTo>
                  <a:lnTo>
                    <a:pt x="6598" y="2447"/>
                  </a:lnTo>
                  <a:lnTo>
                    <a:pt x="5936" y="2527"/>
                  </a:lnTo>
                  <a:lnTo>
                    <a:pt x="5255" y="2628"/>
                  </a:lnTo>
                  <a:lnTo>
                    <a:pt x="4593" y="2768"/>
                  </a:lnTo>
                  <a:lnTo>
                    <a:pt x="4593" y="2768"/>
                  </a:lnTo>
                  <a:lnTo>
                    <a:pt x="3931" y="2928"/>
                  </a:lnTo>
                  <a:lnTo>
                    <a:pt x="3269" y="3129"/>
                  </a:lnTo>
                  <a:lnTo>
                    <a:pt x="2948" y="3249"/>
                  </a:lnTo>
                  <a:lnTo>
                    <a:pt x="2627" y="3390"/>
                  </a:lnTo>
                  <a:lnTo>
                    <a:pt x="2307" y="3530"/>
                  </a:lnTo>
                  <a:lnTo>
                    <a:pt x="2026" y="3690"/>
                  </a:lnTo>
                  <a:lnTo>
                    <a:pt x="1725" y="3871"/>
                  </a:lnTo>
                  <a:lnTo>
                    <a:pt x="1464" y="4072"/>
                  </a:lnTo>
                  <a:lnTo>
                    <a:pt x="1204" y="4292"/>
                  </a:lnTo>
                  <a:lnTo>
                    <a:pt x="983" y="4533"/>
                  </a:lnTo>
                  <a:lnTo>
                    <a:pt x="762" y="4773"/>
                  </a:lnTo>
                  <a:lnTo>
                    <a:pt x="582" y="5054"/>
                  </a:lnTo>
                  <a:lnTo>
                    <a:pt x="401" y="5375"/>
                  </a:lnTo>
                  <a:lnTo>
                    <a:pt x="261" y="5696"/>
                  </a:lnTo>
                  <a:lnTo>
                    <a:pt x="261" y="5696"/>
                  </a:lnTo>
                  <a:lnTo>
                    <a:pt x="161" y="5977"/>
                  </a:lnTo>
                  <a:lnTo>
                    <a:pt x="101" y="6278"/>
                  </a:lnTo>
                  <a:lnTo>
                    <a:pt x="40" y="6558"/>
                  </a:lnTo>
                  <a:lnTo>
                    <a:pt x="20" y="6859"/>
                  </a:lnTo>
                  <a:lnTo>
                    <a:pt x="0" y="7140"/>
                  </a:lnTo>
                  <a:lnTo>
                    <a:pt x="20" y="7441"/>
                  </a:lnTo>
                  <a:lnTo>
                    <a:pt x="60" y="7721"/>
                  </a:lnTo>
                  <a:lnTo>
                    <a:pt x="101" y="8002"/>
                  </a:lnTo>
                  <a:lnTo>
                    <a:pt x="101" y="8002"/>
                  </a:lnTo>
                  <a:lnTo>
                    <a:pt x="121" y="7701"/>
                  </a:lnTo>
                  <a:lnTo>
                    <a:pt x="161" y="7421"/>
                  </a:lnTo>
                  <a:lnTo>
                    <a:pt x="241" y="7120"/>
                  </a:lnTo>
                  <a:lnTo>
                    <a:pt x="341" y="6839"/>
                  </a:lnTo>
                  <a:lnTo>
                    <a:pt x="461" y="6558"/>
                  </a:lnTo>
                  <a:lnTo>
                    <a:pt x="622" y="6278"/>
                  </a:lnTo>
                  <a:lnTo>
                    <a:pt x="802" y="6017"/>
                  </a:lnTo>
                  <a:lnTo>
                    <a:pt x="1003" y="5756"/>
                  </a:lnTo>
                  <a:lnTo>
                    <a:pt x="1003" y="5756"/>
                  </a:lnTo>
                  <a:lnTo>
                    <a:pt x="1224" y="5536"/>
                  </a:lnTo>
                  <a:lnTo>
                    <a:pt x="1444" y="5315"/>
                  </a:lnTo>
                  <a:lnTo>
                    <a:pt x="1705" y="5114"/>
                  </a:lnTo>
                  <a:lnTo>
                    <a:pt x="1966" y="4914"/>
                  </a:lnTo>
                  <a:lnTo>
                    <a:pt x="2226" y="4753"/>
                  </a:lnTo>
                  <a:lnTo>
                    <a:pt x="2507" y="4593"/>
                  </a:lnTo>
                  <a:lnTo>
                    <a:pt x="2788" y="4433"/>
                  </a:lnTo>
                  <a:lnTo>
                    <a:pt x="3089" y="4312"/>
                  </a:lnTo>
                  <a:lnTo>
                    <a:pt x="3690" y="4072"/>
                  </a:lnTo>
                  <a:lnTo>
                    <a:pt x="4312" y="3871"/>
                  </a:lnTo>
                  <a:lnTo>
                    <a:pt x="4934" y="3690"/>
                  </a:lnTo>
                  <a:lnTo>
                    <a:pt x="5555" y="3550"/>
                  </a:lnTo>
                  <a:lnTo>
                    <a:pt x="5555" y="3550"/>
                  </a:lnTo>
                  <a:lnTo>
                    <a:pt x="6337" y="3370"/>
                  </a:lnTo>
                  <a:lnTo>
                    <a:pt x="7140" y="3209"/>
                  </a:lnTo>
                  <a:lnTo>
                    <a:pt x="8724" y="2888"/>
                  </a:lnTo>
                  <a:lnTo>
                    <a:pt x="9526" y="2728"/>
                  </a:lnTo>
                  <a:lnTo>
                    <a:pt x="10308" y="2547"/>
                  </a:lnTo>
                  <a:lnTo>
                    <a:pt x="11090" y="2327"/>
                  </a:lnTo>
                  <a:lnTo>
                    <a:pt x="11872" y="2106"/>
                  </a:lnTo>
                  <a:lnTo>
                    <a:pt x="11872" y="2106"/>
                  </a:lnTo>
                  <a:lnTo>
                    <a:pt x="12915" y="1725"/>
                  </a:lnTo>
                  <a:lnTo>
                    <a:pt x="13958" y="1324"/>
                  </a:lnTo>
                  <a:lnTo>
                    <a:pt x="14961" y="863"/>
                  </a:lnTo>
                  <a:lnTo>
                    <a:pt x="15964" y="381"/>
                  </a:lnTo>
                  <a:lnTo>
                    <a:pt x="15964" y="381"/>
                  </a:lnTo>
                  <a:lnTo>
                    <a:pt x="1650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0" name="Google Shape;6590;p30"/>
            <p:cNvSpPr/>
            <p:nvPr/>
          </p:nvSpPr>
          <p:spPr>
            <a:xfrm>
              <a:off x="8240625" y="3940100"/>
              <a:ext cx="442725" cy="265250"/>
            </a:xfrm>
            <a:custGeom>
              <a:avLst/>
              <a:gdLst/>
              <a:ahLst/>
              <a:cxnLst/>
              <a:rect l="l" t="t" r="r" b="b"/>
              <a:pathLst>
                <a:path w="17709" h="10610" extrusionOk="0">
                  <a:moveTo>
                    <a:pt x="17709" y="1"/>
                  </a:moveTo>
                  <a:lnTo>
                    <a:pt x="17288" y="141"/>
                  </a:lnTo>
                  <a:lnTo>
                    <a:pt x="16867" y="281"/>
                  </a:lnTo>
                  <a:lnTo>
                    <a:pt x="16044" y="602"/>
                  </a:lnTo>
                  <a:lnTo>
                    <a:pt x="14400" y="1284"/>
                  </a:lnTo>
                  <a:lnTo>
                    <a:pt x="13658" y="1565"/>
                  </a:lnTo>
                  <a:lnTo>
                    <a:pt x="12916" y="1806"/>
                  </a:lnTo>
                  <a:lnTo>
                    <a:pt x="12154" y="2006"/>
                  </a:lnTo>
                  <a:lnTo>
                    <a:pt x="11412" y="2167"/>
                  </a:lnTo>
                  <a:lnTo>
                    <a:pt x="10650" y="2307"/>
                  </a:lnTo>
                  <a:lnTo>
                    <a:pt x="9888" y="2427"/>
                  </a:lnTo>
                  <a:lnTo>
                    <a:pt x="9105" y="2528"/>
                  </a:lnTo>
                  <a:lnTo>
                    <a:pt x="8323" y="2608"/>
                  </a:lnTo>
                  <a:lnTo>
                    <a:pt x="6980" y="2748"/>
                  </a:lnTo>
                  <a:lnTo>
                    <a:pt x="6298" y="2828"/>
                  </a:lnTo>
                  <a:lnTo>
                    <a:pt x="5636" y="2929"/>
                  </a:lnTo>
                  <a:lnTo>
                    <a:pt x="4974" y="3049"/>
                  </a:lnTo>
                  <a:lnTo>
                    <a:pt x="4312" y="3209"/>
                  </a:lnTo>
                  <a:lnTo>
                    <a:pt x="3671" y="3410"/>
                  </a:lnTo>
                  <a:lnTo>
                    <a:pt x="3350" y="3510"/>
                  </a:lnTo>
                  <a:lnTo>
                    <a:pt x="3029" y="3631"/>
                  </a:lnTo>
                  <a:lnTo>
                    <a:pt x="2748" y="3771"/>
                  </a:lnTo>
                  <a:lnTo>
                    <a:pt x="2487" y="3891"/>
                  </a:lnTo>
                  <a:lnTo>
                    <a:pt x="2207" y="4032"/>
                  </a:lnTo>
                  <a:lnTo>
                    <a:pt x="1966" y="4192"/>
                  </a:lnTo>
                  <a:lnTo>
                    <a:pt x="1725" y="4352"/>
                  </a:lnTo>
                  <a:lnTo>
                    <a:pt x="1505" y="4533"/>
                  </a:lnTo>
                  <a:lnTo>
                    <a:pt x="1284" y="4734"/>
                  </a:lnTo>
                  <a:lnTo>
                    <a:pt x="1084" y="4934"/>
                  </a:lnTo>
                  <a:lnTo>
                    <a:pt x="903" y="5155"/>
                  </a:lnTo>
                  <a:lnTo>
                    <a:pt x="723" y="5375"/>
                  </a:lnTo>
                  <a:lnTo>
                    <a:pt x="562" y="5616"/>
                  </a:lnTo>
                  <a:lnTo>
                    <a:pt x="442" y="5857"/>
                  </a:lnTo>
                  <a:lnTo>
                    <a:pt x="322" y="6137"/>
                  </a:lnTo>
                  <a:lnTo>
                    <a:pt x="221" y="6418"/>
                  </a:lnTo>
                  <a:lnTo>
                    <a:pt x="121" y="6699"/>
                  </a:lnTo>
                  <a:lnTo>
                    <a:pt x="61" y="7020"/>
                  </a:lnTo>
                  <a:lnTo>
                    <a:pt x="21" y="7321"/>
                  </a:lnTo>
                  <a:lnTo>
                    <a:pt x="1" y="7641"/>
                  </a:lnTo>
                  <a:lnTo>
                    <a:pt x="21" y="7942"/>
                  </a:lnTo>
                  <a:lnTo>
                    <a:pt x="41" y="8263"/>
                  </a:lnTo>
                  <a:lnTo>
                    <a:pt x="81" y="8564"/>
                  </a:lnTo>
                  <a:lnTo>
                    <a:pt x="141" y="8865"/>
                  </a:lnTo>
                  <a:lnTo>
                    <a:pt x="221" y="9146"/>
                  </a:lnTo>
                  <a:lnTo>
                    <a:pt x="342" y="9446"/>
                  </a:lnTo>
                  <a:lnTo>
                    <a:pt x="342" y="9446"/>
                  </a:lnTo>
                  <a:lnTo>
                    <a:pt x="161" y="9346"/>
                  </a:lnTo>
                  <a:lnTo>
                    <a:pt x="322" y="9527"/>
                  </a:lnTo>
                  <a:lnTo>
                    <a:pt x="442" y="9687"/>
                  </a:lnTo>
                  <a:lnTo>
                    <a:pt x="462" y="9687"/>
                  </a:lnTo>
                  <a:lnTo>
                    <a:pt x="462" y="9707"/>
                  </a:lnTo>
                  <a:lnTo>
                    <a:pt x="662" y="9908"/>
                  </a:lnTo>
                  <a:lnTo>
                    <a:pt x="903" y="10108"/>
                  </a:lnTo>
                  <a:lnTo>
                    <a:pt x="723" y="9827"/>
                  </a:lnTo>
                  <a:lnTo>
                    <a:pt x="723" y="9827"/>
                  </a:lnTo>
                  <a:lnTo>
                    <a:pt x="1104" y="10008"/>
                  </a:lnTo>
                  <a:lnTo>
                    <a:pt x="1505" y="10168"/>
                  </a:lnTo>
                  <a:lnTo>
                    <a:pt x="1886" y="10309"/>
                  </a:lnTo>
                  <a:lnTo>
                    <a:pt x="2287" y="10409"/>
                  </a:lnTo>
                  <a:lnTo>
                    <a:pt x="2688" y="10489"/>
                  </a:lnTo>
                  <a:lnTo>
                    <a:pt x="3109" y="10549"/>
                  </a:lnTo>
                  <a:lnTo>
                    <a:pt x="3510" y="10589"/>
                  </a:lnTo>
                  <a:lnTo>
                    <a:pt x="3931" y="10610"/>
                  </a:lnTo>
                  <a:lnTo>
                    <a:pt x="4353" y="10589"/>
                  </a:lnTo>
                  <a:lnTo>
                    <a:pt x="4774" y="10549"/>
                  </a:lnTo>
                  <a:lnTo>
                    <a:pt x="5195" y="10489"/>
                  </a:lnTo>
                  <a:lnTo>
                    <a:pt x="5636" y="10389"/>
                  </a:lnTo>
                  <a:lnTo>
                    <a:pt x="5395" y="10289"/>
                  </a:lnTo>
                  <a:lnTo>
                    <a:pt x="5175" y="10168"/>
                  </a:lnTo>
                  <a:lnTo>
                    <a:pt x="5014" y="10188"/>
                  </a:lnTo>
                  <a:lnTo>
                    <a:pt x="4713" y="10228"/>
                  </a:lnTo>
                  <a:lnTo>
                    <a:pt x="4413" y="10269"/>
                  </a:lnTo>
                  <a:lnTo>
                    <a:pt x="4112" y="10289"/>
                  </a:lnTo>
                  <a:lnTo>
                    <a:pt x="3390" y="10289"/>
                  </a:lnTo>
                  <a:lnTo>
                    <a:pt x="2969" y="10249"/>
                  </a:lnTo>
                  <a:lnTo>
                    <a:pt x="2568" y="10188"/>
                  </a:lnTo>
                  <a:lnTo>
                    <a:pt x="2167" y="10108"/>
                  </a:lnTo>
                  <a:lnTo>
                    <a:pt x="1765" y="10008"/>
                  </a:lnTo>
                  <a:lnTo>
                    <a:pt x="1364" y="9888"/>
                  </a:lnTo>
                  <a:lnTo>
                    <a:pt x="983" y="9747"/>
                  </a:lnTo>
                  <a:lnTo>
                    <a:pt x="602" y="9587"/>
                  </a:lnTo>
                  <a:lnTo>
                    <a:pt x="502" y="9366"/>
                  </a:lnTo>
                  <a:lnTo>
                    <a:pt x="462" y="9025"/>
                  </a:lnTo>
                  <a:lnTo>
                    <a:pt x="462" y="8704"/>
                  </a:lnTo>
                  <a:lnTo>
                    <a:pt x="502" y="8383"/>
                  </a:lnTo>
                  <a:lnTo>
                    <a:pt x="582" y="8063"/>
                  </a:lnTo>
                  <a:lnTo>
                    <a:pt x="683" y="7762"/>
                  </a:lnTo>
                  <a:lnTo>
                    <a:pt x="803" y="7461"/>
                  </a:lnTo>
                  <a:lnTo>
                    <a:pt x="963" y="7180"/>
                  </a:lnTo>
                  <a:lnTo>
                    <a:pt x="1164" y="6919"/>
                  </a:lnTo>
                  <a:lnTo>
                    <a:pt x="1364" y="6659"/>
                  </a:lnTo>
                  <a:lnTo>
                    <a:pt x="1585" y="6398"/>
                  </a:lnTo>
                  <a:lnTo>
                    <a:pt x="1846" y="6177"/>
                  </a:lnTo>
                  <a:lnTo>
                    <a:pt x="2106" y="5957"/>
                  </a:lnTo>
                  <a:lnTo>
                    <a:pt x="2367" y="5756"/>
                  </a:lnTo>
                  <a:lnTo>
                    <a:pt x="2648" y="5576"/>
                  </a:lnTo>
                  <a:lnTo>
                    <a:pt x="2949" y="5415"/>
                  </a:lnTo>
                  <a:lnTo>
                    <a:pt x="3250" y="5255"/>
                  </a:lnTo>
                  <a:lnTo>
                    <a:pt x="3570" y="5115"/>
                  </a:lnTo>
                  <a:lnTo>
                    <a:pt x="3891" y="4994"/>
                  </a:lnTo>
                  <a:lnTo>
                    <a:pt x="4553" y="4754"/>
                  </a:lnTo>
                  <a:lnTo>
                    <a:pt x="5235" y="4573"/>
                  </a:lnTo>
                  <a:lnTo>
                    <a:pt x="5937" y="4413"/>
                  </a:lnTo>
                  <a:lnTo>
                    <a:pt x="6619" y="4272"/>
                  </a:lnTo>
                  <a:lnTo>
                    <a:pt x="7321" y="4132"/>
                  </a:lnTo>
                  <a:lnTo>
                    <a:pt x="8704" y="3871"/>
                  </a:lnTo>
                  <a:lnTo>
                    <a:pt x="9527" y="3691"/>
                  </a:lnTo>
                  <a:lnTo>
                    <a:pt x="10309" y="3490"/>
                  </a:lnTo>
                  <a:lnTo>
                    <a:pt x="11111" y="3270"/>
                  </a:lnTo>
                  <a:lnTo>
                    <a:pt x="11893" y="3009"/>
                  </a:lnTo>
                  <a:lnTo>
                    <a:pt x="12655" y="2748"/>
                  </a:lnTo>
                  <a:lnTo>
                    <a:pt x="13417" y="2447"/>
                  </a:lnTo>
                  <a:lnTo>
                    <a:pt x="14179" y="2146"/>
                  </a:lnTo>
                  <a:lnTo>
                    <a:pt x="14921" y="1806"/>
                  </a:lnTo>
                  <a:lnTo>
                    <a:pt x="14640" y="1966"/>
                  </a:lnTo>
                  <a:lnTo>
                    <a:pt x="14380" y="2146"/>
                  </a:lnTo>
                  <a:lnTo>
                    <a:pt x="14119" y="2327"/>
                  </a:lnTo>
                  <a:lnTo>
                    <a:pt x="13858" y="2528"/>
                  </a:lnTo>
                  <a:lnTo>
                    <a:pt x="14440" y="2167"/>
                  </a:lnTo>
                  <a:lnTo>
                    <a:pt x="15022" y="1806"/>
                  </a:lnTo>
                  <a:lnTo>
                    <a:pt x="16165" y="1043"/>
                  </a:lnTo>
                  <a:lnTo>
                    <a:pt x="16165" y="1043"/>
                  </a:lnTo>
                  <a:lnTo>
                    <a:pt x="15162" y="1525"/>
                  </a:lnTo>
                  <a:lnTo>
                    <a:pt x="14159" y="1986"/>
                  </a:lnTo>
                  <a:lnTo>
                    <a:pt x="13116" y="2387"/>
                  </a:lnTo>
                  <a:lnTo>
                    <a:pt x="12073" y="2768"/>
                  </a:lnTo>
                  <a:lnTo>
                    <a:pt x="11291" y="2989"/>
                  </a:lnTo>
                  <a:lnTo>
                    <a:pt x="10509" y="3209"/>
                  </a:lnTo>
                  <a:lnTo>
                    <a:pt x="9727" y="3390"/>
                  </a:lnTo>
                  <a:lnTo>
                    <a:pt x="8925" y="3550"/>
                  </a:lnTo>
                  <a:lnTo>
                    <a:pt x="7341" y="3871"/>
                  </a:lnTo>
                  <a:lnTo>
                    <a:pt x="6538" y="4032"/>
                  </a:lnTo>
                  <a:lnTo>
                    <a:pt x="5756" y="4212"/>
                  </a:lnTo>
                  <a:lnTo>
                    <a:pt x="5135" y="4352"/>
                  </a:lnTo>
                  <a:lnTo>
                    <a:pt x="4513" y="4533"/>
                  </a:lnTo>
                  <a:lnTo>
                    <a:pt x="3891" y="4734"/>
                  </a:lnTo>
                  <a:lnTo>
                    <a:pt x="3290" y="4974"/>
                  </a:lnTo>
                  <a:lnTo>
                    <a:pt x="2989" y="5095"/>
                  </a:lnTo>
                  <a:lnTo>
                    <a:pt x="2708" y="5255"/>
                  </a:lnTo>
                  <a:lnTo>
                    <a:pt x="2427" y="5415"/>
                  </a:lnTo>
                  <a:lnTo>
                    <a:pt x="2167" y="5576"/>
                  </a:lnTo>
                  <a:lnTo>
                    <a:pt x="1906" y="5776"/>
                  </a:lnTo>
                  <a:lnTo>
                    <a:pt x="1645" y="5977"/>
                  </a:lnTo>
                  <a:lnTo>
                    <a:pt x="1425" y="6198"/>
                  </a:lnTo>
                  <a:lnTo>
                    <a:pt x="1204" y="6418"/>
                  </a:lnTo>
                  <a:lnTo>
                    <a:pt x="1003" y="6679"/>
                  </a:lnTo>
                  <a:lnTo>
                    <a:pt x="823" y="6940"/>
                  </a:lnTo>
                  <a:lnTo>
                    <a:pt x="662" y="7220"/>
                  </a:lnTo>
                  <a:lnTo>
                    <a:pt x="542" y="7501"/>
                  </a:lnTo>
                  <a:lnTo>
                    <a:pt x="442" y="7782"/>
                  </a:lnTo>
                  <a:lnTo>
                    <a:pt x="362" y="8083"/>
                  </a:lnTo>
                  <a:lnTo>
                    <a:pt x="322" y="8363"/>
                  </a:lnTo>
                  <a:lnTo>
                    <a:pt x="302" y="8664"/>
                  </a:lnTo>
                  <a:lnTo>
                    <a:pt x="261" y="8383"/>
                  </a:lnTo>
                  <a:lnTo>
                    <a:pt x="221" y="8103"/>
                  </a:lnTo>
                  <a:lnTo>
                    <a:pt x="201" y="7802"/>
                  </a:lnTo>
                  <a:lnTo>
                    <a:pt x="221" y="7521"/>
                  </a:lnTo>
                  <a:lnTo>
                    <a:pt x="241" y="7220"/>
                  </a:lnTo>
                  <a:lnTo>
                    <a:pt x="302" y="6940"/>
                  </a:lnTo>
                  <a:lnTo>
                    <a:pt x="362" y="6639"/>
                  </a:lnTo>
                  <a:lnTo>
                    <a:pt x="462" y="6358"/>
                  </a:lnTo>
                  <a:lnTo>
                    <a:pt x="602" y="6037"/>
                  </a:lnTo>
                  <a:lnTo>
                    <a:pt x="783" y="5716"/>
                  </a:lnTo>
                  <a:lnTo>
                    <a:pt x="963" y="5435"/>
                  </a:lnTo>
                  <a:lnTo>
                    <a:pt x="1184" y="5195"/>
                  </a:lnTo>
                  <a:lnTo>
                    <a:pt x="1405" y="4954"/>
                  </a:lnTo>
                  <a:lnTo>
                    <a:pt x="1665" y="4734"/>
                  </a:lnTo>
                  <a:lnTo>
                    <a:pt x="1926" y="4533"/>
                  </a:lnTo>
                  <a:lnTo>
                    <a:pt x="2227" y="4352"/>
                  </a:lnTo>
                  <a:lnTo>
                    <a:pt x="2508" y="4192"/>
                  </a:lnTo>
                  <a:lnTo>
                    <a:pt x="2828" y="4052"/>
                  </a:lnTo>
                  <a:lnTo>
                    <a:pt x="3149" y="3911"/>
                  </a:lnTo>
                  <a:lnTo>
                    <a:pt x="3470" y="3791"/>
                  </a:lnTo>
                  <a:lnTo>
                    <a:pt x="4132" y="3590"/>
                  </a:lnTo>
                  <a:lnTo>
                    <a:pt x="4794" y="3430"/>
                  </a:lnTo>
                  <a:lnTo>
                    <a:pt x="5456" y="3290"/>
                  </a:lnTo>
                  <a:lnTo>
                    <a:pt x="6137" y="3189"/>
                  </a:lnTo>
                  <a:lnTo>
                    <a:pt x="6799" y="3109"/>
                  </a:lnTo>
                  <a:lnTo>
                    <a:pt x="7481" y="3029"/>
                  </a:lnTo>
                  <a:lnTo>
                    <a:pt x="8845" y="2889"/>
                  </a:lnTo>
                  <a:lnTo>
                    <a:pt x="9527" y="2828"/>
                  </a:lnTo>
                  <a:lnTo>
                    <a:pt x="10208" y="2728"/>
                  </a:lnTo>
                  <a:lnTo>
                    <a:pt x="10790" y="2648"/>
                  </a:lnTo>
                  <a:lnTo>
                    <a:pt x="11352" y="2548"/>
                  </a:lnTo>
                  <a:lnTo>
                    <a:pt x="11913" y="2407"/>
                  </a:lnTo>
                  <a:lnTo>
                    <a:pt x="12455" y="2267"/>
                  </a:lnTo>
                  <a:lnTo>
                    <a:pt x="12996" y="2106"/>
                  </a:lnTo>
                  <a:lnTo>
                    <a:pt x="13558" y="1926"/>
                  </a:lnTo>
                  <a:lnTo>
                    <a:pt x="14099" y="1745"/>
                  </a:lnTo>
                  <a:lnTo>
                    <a:pt x="14620" y="1525"/>
                  </a:lnTo>
                  <a:lnTo>
                    <a:pt x="15663" y="1084"/>
                  </a:lnTo>
                  <a:lnTo>
                    <a:pt x="16706" y="662"/>
                  </a:lnTo>
                  <a:lnTo>
                    <a:pt x="1770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1" name="Google Shape;6591;p30"/>
            <p:cNvSpPr/>
            <p:nvPr/>
          </p:nvSpPr>
          <p:spPr>
            <a:xfrm>
              <a:off x="8626675" y="3882950"/>
              <a:ext cx="123375" cy="190050"/>
            </a:xfrm>
            <a:custGeom>
              <a:avLst/>
              <a:gdLst/>
              <a:ahLst/>
              <a:cxnLst/>
              <a:rect l="l" t="t" r="r" b="b"/>
              <a:pathLst>
                <a:path w="4935" h="7602" extrusionOk="0">
                  <a:moveTo>
                    <a:pt x="1665" y="0"/>
                  </a:moveTo>
                  <a:lnTo>
                    <a:pt x="1525" y="41"/>
                  </a:lnTo>
                  <a:lnTo>
                    <a:pt x="1384" y="81"/>
                  </a:lnTo>
                  <a:lnTo>
                    <a:pt x="1264" y="161"/>
                  </a:lnTo>
                  <a:lnTo>
                    <a:pt x="1144" y="261"/>
                  </a:lnTo>
                  <a:lnTo>
                    <a:pt x="1023" y="361"/>
                  </a:lnTo>
                  <a:lnTo>
                    <a:pt x="903" y="502"/>
                  </a:lnTo>
                  <a:lnTo>
                    <a:pt x="803" y="662"/>
                  </a:lnTo>
                  <a:lnTo>
                    <a:pt x="723" y="823"/>
                  </a:lnTo>
                  <a:lnTo>
                    <a:pt x="622" y="1023"/>
                  </a:lnTo>
                  <a:lnTo>
                    <a:pt x="482" y="1444"/>
                  </a:lnTo>
                  <a:lnTo>
                    <a:pt x="342" y="1906"/>
                  </a:lnTo>
                  <a:lnTo>
                    <a:pt x="241" y="2407"/>
                  </a:lnTo>
                  <a:lnTo>
                    <a:pt x="161" y="2928"/>
                  </a:lnTo>
                  <a:lnTo>
                    <a:pt x="101" y="3490"/>
                  </a:lnTo>
                  <a:lnTo>
                    <a:pt x="61" y="4031"/>
                  </a:lnTo>
                  <a:lnTo>
                    <a:pt x="21" y="4593"/>
                  </a:lnTo>
                  <a:lnTo>
                    <a:pt x="1" y="5636"/>
                  </a:lnTo>
                  <a:lnTo>
                    <a:pt x="1" y="6538"/>
                  </a:lnTo>
                  <a:lnTo>
                    <a:pt x="41" y="7220"/>
                  </a:lnTo>
                  <a:lnTo>
                    <a:pt x="4934" y="7601"/>
                  </a:lnTo>
                  <a:lnTo>
                    <a:pt x="4934" y="7601"/>
                  </a:lnTo>
                  <a:lnTo>
                    <a:pt x="4914" y="7080"/>
                  </a:lnTo>
                  <a:lnTo>
                    <a:pt x="4894" y="6578"/>
                  </a:lnTo>
                  <a:lnTo>
                    <a:pt x="4854" y="6097"/>
                  </a:lnTo>
                  <a:lnTo>
                    <a:pt x="4794" y="5636"/>
                  </a:lnTo>
                  <a:lnTo>
                    <a:pt x="4734" y="5175"/>
                  </a:lnTo>
                  <a:lnTo>
                    <a:pt x="4673" y="4753"/>
                  </a:lnTo>
                  <a:lnTo>
                    <a:pt x="4593" y="4332"/>
                  </a:lnTo>
                  <a:lnTo>
                    <a:pt x="4493" y="3951"/>
                  </a:lnTo>
                  <a:lnTo>
                    <a:pt x="4312" y="3209"/>
                  </a:lnTo>
                  <a:lnTo>
                    <a:pt x="4192" y="2868"/>
                  </a:lnTo>
                  <a:lnTo>
                    <a:pt x="4072" y="2547"/>
                  </a:lnTo>
                  <a:lnTo>
                    <a:pt x="3951" y="2247"/>
                  </a:lnTo>
                  <a:lnTo>
                    <a:pt x="3831" y="1966"/>
                  </a:lnTo>
                  <a:lnTo>
                    <a:pt x="3691" y="1685"/>
                  </a:lnTo>
                  <a:lnTo>
                    <a:pt x="3570" y="1444"/>
                  </a:lnTo>
                  <a:lnTo>
                    <a:pt x="3430" y="1224"/>
                  </a:lnTo>
                  <a:lnTo>
                    <a:pt x="3290" y="1003"/>
                  </a:lnTo>
                  <a:lnTo>
                    <a:pt x="3129" y="823"/>
                  </a:lnTo>
                  <a:lnTo>
                    <a:pt x="2989" y="642"/>
                  </a:lnTo>
                  <a:lnTo>
                    <a:pt x="2848" y="502"/>
                  </a:lnTo>
                  <a:lnTo>
                    <a:pt x="2688" y="361"/>
                  </a:lnTo>
                  <a:lnTo>
                    <a:pt x="2548" y="261"/>
                  </a:lnTo>
                  <a:lnTo>
                    <a:pt x="2387" y="161"/>
                  </a:lnTo>
                  <a:lnTo>
                    <a:pt x="2247" y="81"/>
                  </a:lnTo>
                  <a:lnTo>
                    <a:pt x="2086" y="41"/>
                  </a:lnTo>
                  <a:lnTo>
                    <a:pt x="194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592" name="Google Shape;6592;p30"/>
          <p:cNvGrpSpPr/>
          <p:nvPr/>
        </p:nvGrpSpPr>
        <p:grpSpPr>
          <a:xfrm>
            <a:off x="317182" y="3615727"/>
            <a:ext cx="1342018" cy="1287084"/>
            <a:chOff x="11127038" y="4083763"/>
            <a:chExt cx="1128600" cy="1082402"/>
          </a:xfrm>
        </p:grpSpPr>
        <p:sp>
          <p:nvSpPr>
            <p:cNvPr id="6593" name="Google Shape;6593;p30"/>
            <p:cNvSpPr/>
            <p:nvPr/>
          </p:nvSpPr>
          <p:spPr>
            <a:xfrm>
              <a:off x="11127038" y="4901864"/>
              <a:ext cx="1128600" cy="264300"/>
            </a:xfrm>
            <a:prstGeom prst="ellipse">
              <a:avLst/>
            </a:pr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4" name="Google Shape;6594;p30"/>
            <p:cNvSpPr/>
            <p:nvPr/>
          </p:nvSpPr>
          <p:spPr>
            <a:xfrm>
              <a:off x="12170550" y="4449763"/>
              <a:ext cx="4525" cy="7525"/>
            </a:xfrm>
            <a:custGeom>
              <a:avLst/>
              <a:gdLst/>
              <a:ahLst/>
              <a:cxnLst/>
              <a:rect l="l" t="t" r="r" b="b"/>
              <a:pathLst>
                <a:path w="181" h="301" extrusionOk="0">
                  <a:moveTo>
                    <a:pt x="140" y="0"/>
                  </a:moveTo>
                  <a:lnTo>
                    <a:pt x="0" y="281"/>
                  </a:lnTo>
                  <a:lnTo>
                    <a:pt x="0" y="301"/>
                  </a:lnTo>
                  <a:lnTo>
                    <a:pt x="40" y="301"/>
                  </a:lnTo>
                  <a:lnTo>
                    <a:pt x="181" y="40"/>
                  </a:lnTo>
                  <a:lnTo>
                    <a:pt x="160" y="0"/>
                  </a:lnTo>
                  <a:close/>
                </a:path>
              </a:pathLst>
            </a:custGeom>
            <a:solidFill>
              <a:srgbClr val="DEDAD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5" name="Google Shape;6595;p30"/>
            <p:cNvSpPr/>
            <p:nvPr/>
          </p:nvSpPr>
          <p:spPr>
            <a:xfrm>
              <a:off x="12170550" y="4449763"/>
              <a:ext cx="4525" cy="7525"/>
            </a:xfrm>
            <a:custGeom>
              <a:avLst/>
              <a:gdLst/>
              <a:ahLst/>
              <a:cxnLst/>
              <a:rect l="l" t="t" r="r" b="b"/>
              <a:pathLst>
                <a:path w="181" h="301" fill="none" extrusionOk="0">
                  <a:moveTo>
                    <a:pt x="140" y="0"/>
                  </a:moveTo>
                  <a:lnTo>
                    <a:pt x="140" y="0"/>
                  </a:lnTo>
                  <a:lnTo>
                    <a:pt x="140" y="0"/>
                  </a:lnTo>
                  <a:lnTo>
                    <a:pt x="140" y="0"/>
                  </a:lnTo>
                  <a:lnTo>
                    <a:pt x="0" y="281"/>
                  </a:lnTo>
                  <a:lnTo>
                    <a:pt x="0" y="281"/>
                  </a:lnTo>
                  <a:lnTo>
                    <a:pt x="0" y="301"/>
                  </a:lnTo>
                  <a:lnTo>
                    <a:pt x="20" y="301"/>
                  </a:lnTo>
                  <a:lnTo>
                    <a:pt x="20" y="301"/>
                  </a:lnTo>
                  <a:lnTo>
                    <a:pt x="40" y="301"/>
                  </a:lnTo>
                  <a:lnTo>
                    <a:pt x="40" y="301"/>
                  </a:lnTo>
                  <a:lnTo>
                    <a:pt x="181" y="40"/>
                  </a:lnTo>
                  <a:lnTo>
                    <a:pt x="181" y="40"/>
                  </a:lnTo>
                  <a:lnTo>
                    <a:pt x="160" y="0"/>
                  </a:lnTo>
                  <a:lnTo>
                    <a:pt x="14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6" name="Google Shape;6596;p30"/>
            <p:cNvSpPr/>
            <p:nvPr/>
          </p:nvSpPr>
          <p:spPr>
            <a:xfrm>
              <a:off x="11250550" y="4336938"/>
              <a:ext cx="896950" cy="640275"/>
            </a:xfrm>
            <a:custGeom>
              <a:avLst/>
              <a:gdLst/>
              <a:ahLst/>
              <a:cxnLst/>
              <a:rect l="l" t="t" r="r" b="b"/>
              <a:pathLst>
                <a:path w="35878" h="25611" extrusionOk="0">
                  <a:moveTo>
                    <a:pt x="0" y="1"/>
                  </a:moveTo>
                  <a:lnTo>
                    <a:pt x="3028" y="25611"/>
                  </a:lnTo>
                  <a:lnTo>
                    <a:pt x="34534" y="25611"/>
                  </a:lnTo>
                  <a:lnTo>
                    <a:pt x="34734" y="21720"/>
                  </a:lnTo>
                  <a:lnTo>
                    <a:pt x="35697" y="3470"/>
                  </a:lnTo>
                  <a:lnTo>
                    <a:pt x="3587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7" name="Google Shape;6597;p30"/>
            <p:cNvSpPr/>
            <p:nvPr/>
          </p:nvSpPr>
          <p:spPr>
            <a:xfrm>
              <a:off x="11250550" y="4336938"/>
              <a:ext cx="896950" cy="640275"/>
            </a:xfrm>
            <a:custGeom>
              <a:avLst/>
              <a:gdLst/>
              <a:ahLst/>
              <a:cxnLst/>
              <a:rect l="l" t="t" r="r" b="b"/>
              <a:pathLst>
                <a:path w="35878" h="25611" fill="none" extrusionOk="0">
                  <a:moveTo>
                    <a:pt x="35878" y="1"/>
                  </a:moveTo>
                  <a:lnTo>
                    <a:pt x="35697" y="3470"/>
                  </a:lnTo>
                  <a:lnTo>
                    <a:pt x="34734" y="21720"/>
                  </a:lnTo>
                  <a:lnTo>
                    <a:pt x="34534" y="25611"/>
                  </a:lnTo>
                  <a:lnTo>
                    <a:pt x="3028" y="25611"/>
                  </a:lnTo>
                  <a:lnTo>
                    <a:pt x="0" y="1"/>
                  </a:lnTo>
                  <a:lnTo>
                    <a:pt x="35878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8" name="Google Shape;6598;p30"/>
            <p:cNvSpPr/>
            <p:nvPr/>
          </p:nvSpPr>
          <p:spPr>
            <a:xfrm>
              <a:off x="11268075" y="4484338"/>
              <a:ext cx="842825" cy="492875"/>
            </a:xfrm>
            <a:custGeom>
              <a:avLst/>
              <a:gdLst/>
              <a:ahLst/>
              <a:cxnLst/>
              <a:rect l="l" t="t" r="r" b="b"/>
              <a:pathLst>
                <a:path w="33713" h="19715" extrusionOk="0">
                  <a:moveTo>
                    <a:pt x="1" y="1"/>
                  </a:moveTo>
                  <a:lnTo>
                    <a:pt x="1585" y="13337"/>
                  </a:lnTo>
                  <a:lnTo>
                    <a:pt x="1706" y="13899"/>
                  </a:lnTo>
                  <a:lnTo>
                    <a:pt x="1806" y="14440"/>
                  </a:lnTo>
                  <a:lnTo>
                    <a:pt x="1946" y="15463"/>
                  </a:lnTo>
                  <a:lnTo>
                    <a:pt x="2026" y="15884"/>
                  </a:lnTo>
                  <a:lnTo>
                    <a:pt x="2107" y="16245"/>
                  </a:lnTo>
                  <a:lnTo>
                    <a:pt x="2147" y="16385"/>
                  </a:lnTo>
                  <a:lnTo>
                    <a:pt x="2187" y="16506"/>
                  </a:lnTo>
                  <a:lnTo>
                    <a:pt x="2227" y="16606"/>
                  </a:lnTo>
                  <a:lnTo>
                    <a:pt x="2287" y="16666"/>
                  </a:lnTo>
                  <a:lnTo>
                    <a:pt x="2468" y="16766"/>
                  </a:lnTo>
                  <a:lnTo>
                    <a:pt x="2728" y="16887"/>
                  </a:lnTo>
                  <a:lnTo>
                    <a:pt x="3129" y="17067"/>
                  </a:lnTo>
                  <a:lnTo>
                    <a:pt x="3631" y="17248"/>
                  </a:lnTo>
                  <a:lnTo>
                    <a:pt x="4212" y="17448"/>
                  </a:lnTo>
                  <a:lnTo>
                    <a:pt x="4894" y="17669"/>
                  </a:lnTo>
                  <a:lnTo>
                    <a:pt x="5676" y="17910"/>
                  </a:lnTo>
                  <a:lnTo>
                    <a:pt x="6539" y="18150"/>
                  </a:lnTo>
                  <a:lnTo>
                    <a:pt x="7461" y="18391"/>
                  </a:lnTo>
                  <a:lnTo>
                    <a:pt x="8464" y="18632"/>
                  </a:lnTo>
                  <a:lnTo>
                    <a:pt x="9547" y="18852"/>
                  </a:lnTo>
                  <a:lnTo>
                    <a:pt x="10690" y="19073"/>
                  </a:lnTo>
                  <a:lnTo>
                    <a:pt x="11873" y="19253"/>
                  </a:lnTo>
                  <a:lnTo>
                    <a:pt x="13117" y="19434"/>
                  </a:lnTo>
                  <a:lnTo>
                    <a:pt x="14400" y="19554"/>
                  </a:lnTo>
                  <a:lnTo>
                    <a:pt x="15724" y="19674"/>
                  </a:lnTo>
                  <a:lnTo>
                    <a:pt x="16566" y="19715"/>
                  </a:lnTo>
                  <a:lnTo>
                    <a:pt x="18030" y="19715"/>
                  </a:lnTo>
                  <a:lnTo>
                    <a:pt x="18632" y="19694"/>
                  </a:lnTo>
                  <a:lnTo>
                    <a:pt x="19313" y="19674"/>
                  </a:lnTo>
                  <a:lnTo>
                    <a:pt x="19995" y="19614"/>
                  </a:lnTo>
                  <a:lnTo>
                    <a:pt x="20657" y="19554"/>
                  </a:lnTo>
                  <a:lnTo>
                    <a:pt x="21339" y="19494"/>
                  </a:lnTo>
                  <a:lnTo>
                    <a:pt x="22642" y="19313"/>
                  </a:lnTo>
                  <a:lnTo>
                    <a:pt x="23926" y="19113"/>
                  </a:lnTo>
                  <a:lnTo>
                    <a:pt x="25149" y="18872"/>
                  </a:lnTo>
                  <a:lnTo>
                    <a:pt x="26333" y="18612"/>
                  </a:lnTo>
                  <a:lnTo>
                    <a:pt x="27456" y="18331"/>
                  </a:lnTo>
                  <a:lnTo>
                    <a:pt x="28498" y="18050"/>
                  </a:lnTo>
                  <a:lnTo>
                    <a:pt x="29481" y="17769"/>
                  </a:lnTo>
                  <a:lnTo>
                    <a:pt x="30363" y="17488"/>
                  </a:lnTo>
                  <a:lnTo>
                    <a:pt x="31146" y="17228"/>
                  </a:lnTo>
                  <a:lnTo>
                    <a:pt x="31847" y="16987"/>
                  </a:lnTo>
                  <a:lnTo>
                    <a:pt x="32870" y="16606"/>
                  </a:lnTo>
                  <a:lnTo>
                    <a:pt x="33412" y="16406"/>
                  </a:lnTo>
                  <a:lnTo>
                    <a:pt x="33492" y="16345"/>
                  </a:lnTo>
                  <a:lnTo>
                    <a:pt x="33572" y="16245"/>
                  </a:lnTo>
                  <a:lnTo>
                    <a:pt x="33652" y="16085"/>
                  </a:lnTo>
                  <a:lnTo>
                    <a:pt x="33713" y="15904"/>
                  </a:lnTo>
                  <a:lnTo>
                    <a:pt x="33713" y="15904"/>
                  </a:lnTo>
                  <a:lnTo>
                    <a:pt x="33031" y="16065"/>
                  </a:lnTo>
                  <a:lnTo>
                    <a:pt x="32128" y="16245"/>
                  </a:lnTo>
                  <a:lnTo>
                    <a:pt x="31065" y="16446"/>
                  </a:lnTo>
                  <a:lnTo>
                    <a:pt x="29842" y="16646"/>
                  </a:lnTo>
                  <a:lnTo>
                    <a:pt x="28458" y="16847"/>
                  </a:lnTo>
                  <a:lnTo>
                    <a:pt x="27736" y="16927"/>
                  </a:lnTo>
                  <a:lnTo>
                    <a:pt x="26974" y="16987"/>
                  </a:lnTo>
                  <a:lnTo>
                    <a:pt x="26172" y="17047"/>
                  </a:lnTo>
                  <a:lnTo>
                    <a:pt x="25370" y="17087"/>
                  </a:lnTo>
                  <a:lnTo>
                    <a:pt x="24528" y="17107"/>
                  </a:lnTo>
                  <a:lnTo>
                    <a:pt x="23685" y="17127"/>
                  </a:lnTo>
                  <a:lnTo>
                    <a:pt x="22462" y="17107"/>
                  </a:lnTo>
                  <a:lnTo>
                    <a:pt x="21239" y="17047"/>
                  </a:lnTo>
                  <a:lnTo>
                    <a:pt x="20617" y="16987"/>
                  </a:lnTo>
                  <a:lnTo>
                    <a:pt x="19975" y="16927"/>
                  </a:lnTo>
                  <a:lnTo>
                    <a:pt x="19354" y="16867"/>
                  </a:lnTo>
                  <a:lnTo>
                    <a:pt x="18712" y="16766"/>
                  </a:lnTo>
                  <a:lnTo>
                    <a:pt x="18070" y="16666"/>
                  </a:lnTo>
                  <a:lnTo>
                    <a:pt x="17428" y="16546"/>
                  </a:lnTo>
                  <a:lnTo>
                    <a:pt x="16787" y="16426"/>
                  </a:lnTo>
                  <a:lnTo>
                    <a:pt x="16145" y="16265"/>
                  </a:lnTo>
                  <a:lnTo>
                    <a:pt x="15503" y="16105"/>
                  </a:lnTo>
                  <a:lnTo>
                    <a:pt x="14861" y="15924"/>
                  </a:lnTo>
                  <a:lnTo>
                    <a:pt x="14220" y="15724"/>
                  </a:lnTo>
                  <a:lnTo>
                    <a:pt x="13578" y="15503"/>
                  </a:lnTo>
                  <a:lnTo>
                    <a:pt x="13197" y="15343"/>
                  </a:lnTo>
                  <a:lnTo>
                    <a:pt x="12836" y="15162"/>
                  </a:lnTo>
                  <a:lnTo>
                    <a:pt x="12475" y="14942"/>
                  </a:lnTo>
                  <a:lnTo>
                    <a:pt x="12134" y="14721"/>
                  </a:lnTo>
                  <a:lnTo>
                    <a:pt x="11833" y="14460"/>
                  </a:lnTo>
                  <a:lnTo>
                    <a:pt x="11532" y="14200"/>
                  </a:lnTo>
                  <a:lnTo>
                    <a:pt x="11272" y="13899"/>
                  </a:lnTo>
                  <a:lnTo>
                    <a:pt x="11031" y="13578"/>
                  </a:lnTo>
                  <a:lnTo>
                    <a:pt x="10810" y="13257"/>
                  </a:lnTo>
                  <a:lnTo>
                    <a:pt x="10630" y="12916"/>
                  </a:lnTo>
                  <a:lnTo>
                    <a:pt x="10469" y="12535"/>
                  </a:lnTo>
                  <a:lnTo>
                    <a:pt x="10349" y="12174"/>
                  </a:lnTo>
                  <a:lnTo>
                    <a:pt x="10249" y="11773"/>
                  </a:lnTo>
                  <a:lnTo>
                    <a:pt x="10189" y="11372"/>
                  </a:lnTo>
                  <a:lnTo>
                    <a:pt x="10149" y="10951"/>
                  </a:lnTo>
                  <a:lnTo>
                    <a:pt x="10149" y="10530"/>
                  </a:lnTo>
                  <a:lnTo>
                    <a:pt x="10189" y="10108"/>
                  </a:lnTo>
                  <a:lnTo>
                    <a:pt x="10269" y="9727"/>
                  </a:lnTo>
                  <a:lnTo>
                    <a:pt x="10369" y="9346"/>
                  </a:lnTo>
                  <a:lnTo>
                    <a:pt x="10510" y="8985"/>
                  </a:lnTo>
                  <a:lnTo>
                    <a:pt x="10670" y="8644"/>
                  </a:lnTo>
                  <a:lnTo>
                    <a:pt x="10850" y="8303"/>
                  </a:lnTo>
                  <a:lnTo>
                    <a:pt x="11071" y="7983"/>
                  </a:lnTo>
                  <a:lnTo>
                    <a:pt x="11312" y="7702"/>
                  </a:lnTo>
                  <a:lnTo>
                    <a:pt x="11572" y="7421"/>
                  </a:lnTo>
                  <a:lnTo>
                    <a:pt x="11853" y="7140"/>
                  </a:lnTo>
                  <a:lnTo>
                    <a:pt x="12134" y="6900"/>
                  </a:lnTo>
                  <a:lnTo>
                    <a:pt x="12455" y="6659"/>
                  </a:lnTo>
                  <a:lnTo>
                    <a:pt x="12776" y="6438"/>
                  </a:lnTo>
                  <a:lnTo>
                    <a:pt x="13117" y="6238"/>
                  </a:lnTo>
                  <a:lnTo>
                    <a:pt x="13458" y="6037"/>
                  </a:lnTo>
                  <a:lnTo>
                    <a:pt x="13819" y="5877"/>
                  </a:lnTo>
                  <a:lnTo>
                    <a:pt x="14540" y="5576"/>
                  </a:lnTo>
                  <a:lnTo>
                    <a:pt x="15282" y="5295"/>
                  </a:lnTo>
                  <a:lnTo>
                    <a:pt x="16045" y="5055"/>
                  </a:lnTo>
                  <a:lnTo>
                    <a:pt x="16807" y="4854"/>
                  </a:lnTo>
                  <a:lnTo>
                    <a:pt x="18351" y="4473"/>
                  </a:lnTo>
                  <a:lnTo>
                    <a:pt x="19895" y="4092"/>
                  </a:lnTo>
                  <a:lnTo>
                    <a:pt x="21580" y="3651"/>
                  </a:lnTo>
                  <a:lnTo>
                    <a:pt x="23244" y="3190"/>
                  </a:lnTo>
                  <a:lnTo>
                    <a:pt x="24086" y="2929"/>
                  </a:lnTo>
                  <a:lnTo>
                    <a:pt x="24929" y="2688"/>
                  </a:lnTo>
                  <a:lnTo>
                    <a:pt x="25751" y="2407"/>
                  </a:lnTo>
                  <a:lnTo>
                    <a:pt x="26573" y="2127"/>
                  </a:lnTo>
                  <a:lnTo>
                    <a:pt x="27335" y="1846"/>
                  </a:lnTo>
                  <a:lnTo>
                    <a:pt x="28097" y="1545"/>
                  </a:lnTo>
                  <a:lnTo>
                    <a:pt x="28097" y="1545"/>
                  </a:lnTo>
                  <a:lnTo>
                    <a:pt x="26834" y="1846"/>
                  </a:lnTo>
                  <a:lnTo>
                    <a:pt x="25510" y="2127"/>
                  </a:lnTo>
                  <a:lnTo>
                    <a:pt x="24147" y="2387"/>
                  </a:lnTo>
                  <a:lnTo>
                    <a:pt x="22723" y="2608"/>
                  </a:lnTo>
                  <a:lnTo>
                    <a:pt x="21279" y="2788"/>
                  </a:lnTo>
                  <a:lnTo>
                    <a:pt x="20537" y="2869"/>
                  </a:lnTo>
                  <a:lnTo>
                    <a:pt x="19795" y="2929"/>
                  </a:lnTo>
                  <a:lnTo>
                    <a:pt x="19033" y="2989"/>
                  </a:lnTo>
                  <a:lnTo>
                    <a:pt x="18291" y="3029"/>
                  </a:lnTo>
                  <a:lnTo>
                    <a:pt x="17529" y="3049"/>
                  </a:lnTo>
                  <a:lnTo>
                    <a:pt x="16767" y="3069"/>
                  </a:lnTo>
                  <a:lnTo>
                    <a:pt x="15724" y="3049"/>
                  </a:lnTo>
                  <a:lnTo>
                    <a:pt x="14701" y="2989"/>
                  </a:lnTo>
                  <a:lnTo>
                    <a:pt x="13458" y="2909"/>
                  </a:lnTo>
                  <a:lnTo>
                    <a:pt x="12254" y="2788"/>
                  </a:lnTo>
                  <a:lnTo>
                    <a:pt x="11071" y="2648"/>
                  </a:lnTo>
                  <a:lnTo>
                    <a:pt x="9928" y="2488"/>
                  </a:lnTo>
                  <a:lnTo>
                    <a:pt x="8825" y="2307"/>
                  </a:lnTo>
                  <a:lnTo>
                    <a:pt x="7742" y="2107"/>
                  </a:lnTo>
                  <a:lnTo>
                    <a:pt x="6719" y="1906"/>
                  </a:lnTo>
                  <a:lnTo>
                    <a:pt x="5757" y="1685"/>
                  </a:lnTo>
                  <a:lnTo>
                    <a:pt x="4834" y="1465"/>
                  </a:lnTo>
                  <a:lnTo>
                    <a:pt x="3952" y="1244"/>
                  </a:lnTo>
                  <a:lnTo>
                    <a:pt x="3129" y="1024"/>
                  </a:lnTo>
                  <a:lnTo>
                    <a:pt x="2367" y="803"/>
                  </a:lnTo>
                  <a:lnTo>
                    <a:pt x="1686" y="582"/>
                  </a:lnTo>
                  <a:lnTo>
                    <a:pt x="1044" y="38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424242">
                <a:alpha val="307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9" name="Google Shape;6599;p30"/>
            <p:cNvSpPr/>
            <p:nvPr/>
          </p:nvSpPr>
          <p:spPr>
            <a:xfrm>
              <a:off x="11268075" y="4484338"/>
              <a:ext cx="842825" cy="492875"/>
            </a:xfrm>
            <a:custGeom>
              <a:avLst/>
              <a:gdLst/>
              <a:ahLst/>
              <a:cxnLst/>
              <a:rect l="l" t="t" r="r" b="b"/>
              <a:pathLst>
                <a:path w="33713" h="19715" fill="none" extrusionOk="0">
                  <a:moveTo>
                    <a:pt x="1" y="1"/>
                  </a:moveTo>
                  <a:lnTo>
                    <a:pt x="1585" y="13337"/>
                  </a:lnTo>
                  <a:lnTo>
                    <a:pt x="1585" y="13337"/>
                  </a:lnTo>
                  <a:lnTo>
                    <a:pt x="1706" y="13899"/>
                  </a:lnTo>
                  <a:lnTo>
                    <a:pt x="1806" y="14440"/>
                  </a:lnTo>
                  <a:lnTo>
                    <a:pt x="1946" y="15463"/>
                  </a:lnTo>
                  <a:lnTo>
                    <a:pt x="2026" y="15884"/>
                  </a:lnTo>
                  <a:lnTo>
                    <a:pt x="2107" y="16245"/>
                  </a:lnTo>
                  <a:lnTo>
                    <a:pt x="2147" y="16385"/>
                  </a:lnTo>
                  <a:lnTo>
                    <a:pt x="2187" y="16506"/>
                  </a:lnTo>
                  <a:lnTo>
                    <a:pt x="2227" y="16606"/>
                  </a:lnTo>
                  <a:lnTo>
                    <a:pt x="2287" y="16666"/>
                  </a:lnTo>
                  <a:lnTo>
                    <a:pt x="2287" y="16666"/>
                  </a:lnTo>
                  <a:lnTo>
                    <a:pt x="2468" y="16766"/>
                  </a:lnTo>
                  <a:lnTo>
                    <a:pt x="2728" y="16887"/>
                  </a:lnTo>
                  <a:lnTo>
                    <a:pt x="3129" y="17067"/>
                  </a:lnTo>
                  <a:lnTo>
                    <a:pt x="3631" y="17248"/>
                  </a:lnTo>
                  <a:lnTo>
                    <a:pt x="4212" y="17448"/>
                  </a:lnTo>
                  <a:lnTo>
                    <a:pt x="4894" y="17669"/>
                  </a:lnTo>
                  <a:lnTo>
                    <a:pt x="5676" y="17910"/>
                  </a:lnTo>
                  <a:lnTo>
                    <a:pt x="6539" y="18150"/>
                  </a:lnTo>
                  <a:lnTo>
                    <a:pt x="7461" y="18391"/>
                  </a:lnTo>
                  <a:lnTo>
                    <a:pt x="8464" y="18632"/>
                  </a:lnTo>
                  <a:lnTo>
                    <a:pt x="9547" y="18852"/>
                  </a:lnTo>
                  <a:lnTo>
                    <a:pt x="10690" y="19073"/>
                  </a:lnTo>
                  <a:lnTo>
                    <a:pt x="11873" y="19253"/>
                  </a:lnTo>
                  <a:lnTo>
                    <a:pt x="13117" y="19434"/>
                  </a:lnTo>
                  <a:lnTo>
                    <a:pt x="14400" y="19554"/>
                  </a:lnTo>
                  <a:lnTo>
                    <a:pt x="15724" y="19674"/>
                  </a:lnTo>
                  <a:lnTo>
                    <a:pt x="15724" y="19674"/>
                  </a:lnTo>
                  <a:lnTo>
                    <a:pt x="16566" y="19715"/>
                  </a:lnTo>
                  <a:lnTo>
                    <a:pt x="17428" y="19715"/>
                  </a:lnTo>
                  <a:lnTo>
                    <a:pt x="17428" y="19715"/>
                  </a:lnTo>
                  <a:lnTo>
                    <a:pt x="18030" y="19715"/>
                  </a:lnTo>
                  <a:lnTo>
                    <a:pt x="18632" y="19694"/>
                  </a:lnTo>
                  <a:lnTo>
                    <a:pt x="18632" y="19694"/>
                  </a:lnTo>
                  <a:lnTo>
                    <a:pt x="18632" y="19694"/>
                  </a:lnTo>
                  <a:lnTo>
                    <a:pt x="18632" y="19694"/>
                  </a:lnTo>
                  <a:lnTo>
                    <a:pt x="18632" y="19694"/>
                  </a:lnTo>
                  <a:lnTo>
                    <a:pt x="18632" y="19694"/>
                  </a:lnTo>
                  <a:lnTo>
                    <a:pt x="19313" y="19674"/>
                  </a:lnTo>
                  <a:lnTo>
                    <a:pt x="19995" y="19614"/>
                  </a:lnTo>
                  <a:lnTo>
                    <a:pt x="20657" y="19554"/>
                  </a:lnTo>
                  <a:lnTo>
                    <a:pt x="21339" y="19494"/>
                  </a:lnTo>
                  <a:lnTo>
                    <a:pt x="22642" y="19313"/>
                  </a:lnTo>
                  <a:lnTo>
                    <a:pt x="23926" y="19113"/>
                  </a:lnTo>
                  <a:lnTo>
                    <a:pt x="25149" y="18872"/>
                  </a:lnTo>
                  <a:lnTo>
                    <a:pt x="26333" y="18612"/>
                  </a:lnTo>
                  <a:lnTo>
                    <a:pt x="27456" y="18331"/>
                  </a:lnTo>
                  <a:lnTo>
                    <a:pt x="28498" y="18050"/>
                  </a:lnTo>
                  <a:lnTo>
                    <a:pt x="29481" y="17769"/>
                  </a:lnTo>
                  <a:lnTo>
                    <a:pt x="30363" y="17488"/>
                  </a:lnTo>
                  <a:lnTo>
                    <a:pt x="31146" y="17228"/>
                  </a:lnTo>
                  <a:lnTo>
                    <a:pt x="31847" y="16987"/>
                  </a:lnTo>
                  <a:lnTo>
                    <a:pt x="32870" y="16606"/>
                  </a:lnTo>
                  <a:lnTo>
                    <a:pt x="33412" y="16406"/>
                  </a:lnTo>
                  <a:lnTo>
                    <a:pt x="33412" y="16406"/>
                  </a:lnTo>
                  <a:lnTo>
                    <a:pt x="33492" y="16345"/>
                  </a:lnTo>
                  <a:lnTo>
                    <a:pt x="33572" y="16245"/>
                  </a:lnTo>
                  <a:lnTo>
                    <a:pt x="33652" y="16085"/>
                  </a:lnTo>
                  <a:lnTo>
                    <a:pt x="33713" y="15904"/>
                  </a:lnTo>
                  <a:lnTo>
                    <a:pt x="33713" y="15904"/>
                  </a:lnTo>
                  <a:lnTo>
                    <a:pt x="33031" y="16065"/>
                  </a:lnTo>
                  <a:lnTo>
                    <a:pt x="32128" y="16245"/>
                  </a:lnTo>
                  <a:lnTo>
                    <a:pt x="31065" y="16446"/>
                  </a:lnTo>
                  <a:lnTo>
                    <a:pt x="29842" y="16646"/>
                  </a:lnTo>
                  <a:lnTo>
                    <a:pt x="28458" y="16847"/>
                  </a:lnTo>
                  <a:lnTo>
                    <a:pt x="27736" y="16927"/>
                  </a:lnTo>
                  <a:lnTo>
                    <a:pt x="26974" y="16987"/>
                  </a:lnTo>
                  <a:lnTo>
                    <a:pt x="26172" y="17047"/>
                  </a:lnTo>
                  <a:lnTo>
                    <a:pt x="25370" y="17087"/>
                  </a:lnTo>
                  <a:lnTo>
                    <a:pt x="24528" y="17107"/>
                  </a:lnTo>
                  <a:lnTo>
                    <a:pt x="23685" y="17127"/>
                  </a:lnTo>
                  <a:lnTo>
                    <a:pt x="23685" y="17127"/>
                  </a:lnTo>
                  <a:lnTo>
                    <a:pt x="22462" y="17107"/>
                  </a:lnTo>
                  <a:lnTo>
                    <a:pt x="21239" y="17047"/>
                  </a:lnTo>
                  <a:lnTo>
                    <a:pt x="20617" y="16987"/>
                  </a:lnTo>
                  <a:lnTo>
                    <a:pt x="19975" y="16927"/>
                  </a:lnTo>
                  <a:lnTo>
                    <a:pt x="19354" y="16867"/>
                  </a:lnTo>
                  <a:lnTo>
                    <a:pt x="18712" y="16766"/>
                  </a:lnTo>
                  <a:lnTo>
                    <a:pt x="18070" y="16666"/>
                  </a:lnTo>
                  <a:lnTo>
                    <a:pt x="17428" y="16546"/>
                  </a:lnTo>
                  <a:lnTo>
                    <a:pt x="16787" y="16426"/>
                  </a:lnTo>
                  <a:lnTo>
                    <a:pt x="16145" y="16265"/>
                  </a:lnTo>
                  <a:lnTo>
                    <a:pt x="15503" y="16105"/>
                  </a:lnTo>
                  <a:lnTo>
                    <a:pt x="14861" y="15924"/>
                  </a:lnTo>
                  <a:lnTo>
                    <a:pt x="14220" y="15724"/>
                  </a:lnTo>
                  <a:lnTo>
                    <a:pt x="13578" y="15503"/>
                  </a:lnTo>
                  <a:lnTo>
                    <a:pt x="13578" y="15503"/>
                  </a:lnTo>
                  <a:lnTo>
                    <a:pt x="13197" y="15343"/>
                  </a:lnTo>
                  <a:lnTo>
                    <a:pt x="12836" y="15162"/>
                  </a:lnTo>
                  <a:lnTo>
                    <a:pt x="12475" y="14942"/>
                  </a:lnTo>
                  <a:lnTo>
                    <a:pt x="12134" y="14721"/>
                  </a:lnTo>
                  <a:lnTo>
                    <a:pt x="11833" y="14460"/>
                  </a:lnTo>
                  <a:lnTo>
                    <a:pt x="11532" y="14200"/>
                  </a:lnTo>
                  <a:lnTo>
                    <a:pt x="11272" y="13899"/>
                  </a:lnTo>
                  <a:lnTo>
                    <a:pt x="11031" y="13578"/>
                  </a:lnTo>
                  <a:lnTo>
                    <a:pt x="10810" y="13257"/>
                  </a:lnTo>
                  <a:lnTo>
                    <a:pt x="10630" y="12916"/>
                  </a:lnTo>
                  <a:lnTo>
                    <a:pt x="10469" y="12535"/>
                  </a:lnTo>
                  <a:lnTo>
                    <a:pt x="10349" y="12174"/>
                  </a:lnTo>
                  <a:lnTo>
                    <a:pt x="10249" y="11773"/>
                  </a:lnTo>
                  <a:lnTo>
                    <a:pt x="10189" y="11372"/>
                  </a:lnTo>
                  <a:lnTo>
                    <a:pt x="10149" y="10951"/>
                  </a:lnTo>
                  <a:lnTo>
                    <a:pt x="10149" y="10530"/>
                  </a:lnTo>
                  <a:lnTo>
                    <a:pt x="10149" y="10530"/>
                  </a:lnTo>
                  <a:lnTo>
                    <a:pt x="10189" y="10108"/>
                  </a:lnTo>
                  <a:lnTo>
                    <a:pt x="10269" y="9727"/>
                  </a:lnTo>
                  <a:lnTo>
                    <a:pt x="10369" y="9346"/>
                  </a:lnTo>
                  <a:lnTo>
                    <a:pt x="10510" y="8985"/>
                  </a:lnTo>
                  <a:lnTo>
                    <a:pt x="10670" y="8644"/>
                  </a:lnTo>
                  <a:lnTo>
                    <a:pt x="10850" y="8303"/>
                  </a:lnTo>
                  <a:lnTo>
                    <a:pt x="11071" y="7983"/>
                  </a:lnTo>
                  <a:lnTo>
                    <a:pt x="11312" y="7702"/>
                  </a:lnTo>
                  <a:lnTo>
                    <a:pt x="11572" y="7421"/>
                  </a:lnTo>
                  <a:lnTo>
                    <a:pt x="11853" y="7140"/>
                  </a:lnTo>
                  <a:lnTo>
                    <a:pt x="12134" y="6900"/>
                  </a:lnTo>
                  <a:lnTo>
                    <a:pt x="12455" y="6659"/>
                  </a:lnTo>
                  <a:lnTo>
                    <a:pt x="12776" y="6438"/>
                  </a:lnTo>
                  <a:lnTo>
                    <a:pt x="13117" y="6238"/>
                  </a:lnTo>
                  <a:lnTo>
                    <a:pt x="13458" y="6037"/>
                  </a:lnTo>
                  <a:lnTo>
                    <a:pt x="13819" y="5877"/>
                  </a:lnTo>
                  <a:lnTo>
                    <a:pt x="13819" y="5877"/>
                  </a:lnTo>
                  <a:lnTo>
                    <a:pt x="14540" y="5576"/>
                  </a:lnTo>
                  <a:lnTo>
                    <a:pt x="15282" y="5295"/>
                  </a:lnTo>
                  <a:lnTo>
                    <a:pt x="16045" y="5055"/>
                  </a:lnTo>
                  <a:lnTo>
                    <a:pt x="16807" y="4854"/>
                  </a:lnTo>
                  <a:lnTo>
                    <a:pt x="18351" y="4473"/>
                  </a:lnTo>
                  <a:lnTo>
                    <a:pt x="19895" y="4092"/>
                  </a:lnTo>
                  <a:lnTo>
                    <a:pt x="19895" y="4092"/>
                  </a:lnTo>
                  <a:lnTo>
                    <a:pt x="21580" y="3651"/>
                  </a:lnTo>
                  <a:lnTo>
                    <a:pt x="23244" y="3190"/>
                  </a:lnTo>
                  <a:lnTo>
                    <a:pt x="24086" y="2929"/>
                  </a:lnTo>
                  <a:lnTo>
                    <a:pt x="24929" y="2688"/>
                  </a:lnTo>
                  <a:lnTo>
                    <a:pt x="25751" y="2407"/>
                  </a:lnTo>
                  <a:lnTo>
                    <a:pt x="26573" y="2127"/>
                  </a:lnTo>
                  <a:lnTo>
                    <a:pt x="26573" y="2127"/>
                  </a:lnTo>
                  <a:lnTo>
                    <a:pt x="27335" y="1846"/>
                  </a:lnTo>
                  <a:lnTo>
                    <a:pt x="28097" y="1545"/>
                  </a:lnTo>
                  <a:lnTo>
                    <a:pt x="28097" y="1545"/>
                  </a:lnTo>
                  <a:lnTo>
                    <a:pt x="26834" y="1846"/>
                  </a:lnTo>
                  <a:lnTo>
                    <a:pt x="25510" y="2127"/>
                  </a:lnTo>
                  <a:lnTo>
                    <a:pt x="24147" y="2387"/>
                  </a:lnTo>
                  <a:lnTo>
                    <a:pt x="22723" y="2608"/>
                  </a:lnTo>
                  <a:lnTo>
                    <a:pt x="21279" y="2788"/>
                  </a:lnTo>
                  <a:lnTo>
                    <a:pt x="20537" y="2869"/>
                  </a:lnTo>
                  <a:lnTo>
                    <a:pt x="19795" y="2929"/>
                  </a:lnTo>
                  <a:lnTo>
                    <a:pt x="19033" y="2989"/>
                  </a:lnTo>
                  <a:lnTo>
                    <a:pt x="18291" y="3029"/>
                  </a:lnTo>
                  <a:lnTo>
                    <a:pt x="17529" y="3049"/>
                  </a:lnTo>
                  <a:lnTo>
                    <a:pt x="16767" y="3069"/>
                  </a:lnTo>
                  <a:lnTo>
                    <a:pt x="16767" y="3069"/>
                  </a:lnTo>
                  <a:lnTo>
                    <a:pt x="15724" y="3049"/>
                  </a:lnTo>
                  <a:lnTo>
                    <a:pt x="14701" y="2989"/>
                  </a:lnTo>
                  <a:lnTo>
                    <a:pt x="14701" y="2989"/>
                  </a:lnTo>
                  <a:lnTo>
                    <a:pt x="13458" y="2909"/>
                  </a:lnTo>
                  <a:lnTo>
                    <a:pt x="12254" y="2788"/>
                  </a:lnTo>
                  <a:lnTo>
                    <a:pt x="11071" y="2648"/>
                  </a:lnTo>
                  <a:lnTo>
                    <a:pt x="9928" y="2488"/>
                  </a:lnTo>
                  <a:lnTo>
                    <a:pt x="8825" y="2307"/>
                  </a:lnTo>
                  <a:lnTo>
                    <a:pt x="7742" y="2107"/>
                  </a:lnTo>
                  <a:lnTo>
                    <a:pt x="6719" y="1906"/>
                  </a:lnTo>
                  <a:lnTo>
                    <a:pt x="5757" y="1685"/>
                  </a:lnTo>
                  <a:lnTo>
                    <a:pt x="4834" y="1465"/>
                  </a:lnTo>
                  <a:lnTo>
                    <a:pt x="3952" y="1244"/>
                  </a:lnTo>
                  <a:lnTo>
                    <a:pt x="3129" y="1024"/>
                  </a:lnTo>
                  <a:lnTo>
                    <a:pt x="2367" y="803"/>
                  </a:lnTo>
                  <a:lnTo>
                    <a:pt x="1686" y="582"/>
                  </a:lnTo>
                  <a:lnTo>
                    <a:pt x="1044" y="382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0" name="Google Shape;6600;p30"/>
            <p:cNvSpPr/>
            <p:nvPr/>
          </p:nvSpPr>
          <p:spPr>
            <a:xfrm>
              <a:off x="11186375" y="4148438"/>
              <a:ext cx="1004750" cy="412650"/>
            </a:xfrm>
            <a:custGeom>
              <a:avLst/>
              <a:gdLst/>
              <a:ahLst/>
              <a:cxnLst/>
              <a:rect l="l" t="t" r="r" b="b"/>
              <a:pathLst>
                <a:path w="40190" h="16506" extrusionOk="0">
                  <a:moveTo>
                    <a:pt x="19212" y="0"/>
                  </a:moveTo>
                  <a:lnTo>
                    <a:pt x="17889" y="20"/>
                  </a:lnTo>
                  <a:lnTo>
                    <a:pt x="16565" y="61"/>
                  </a:lnTo>
                  <a:lnTo>
                    <a:pt x="15262" y="141"/>
                  </a:lnTo>
                  <a:lnTo>
                    <a:pt x="13998" y="221"/>
                  </a:lnTo>
                  <a:lnTo>
                    <a:pt x="12775" y="321"/>
                  </a:lnTo>
                  <a:lnTo>
                    <a:pt x="11592" y="462"/>
                  </a:lnTo>
                  <a:lnTo>
                    <a:pt x="10469" y="602"/>
                  </a:lnTo>
                  <a:lnTo>
                    <a:pt x="9406" y="782"/>
                  </a:lnTo>
                  <a:lnTo>
                    <a:pt x="8423" y="983"/>
                  </a:lnTo>
                  <a:lnTo>
                    <a:pt x="7541" y="1204"/>
                  </a:lnTo>
                  <a:lnTo>
                    <a:pt x="7119" y="1324"/>
                  </a:lnTo>
                  <a:lnTo>
                    <a:pt x="6738" y="1444"/>
                  </a:lnTo>
                  <a:lnTo>
                    <a:pt x="5776" y="1785"/>
                  </a:lnTo>
                  <a:lnTo>
                    <a:pt x="4893" y="2126"/>
                  </a:lnTo>
                  <a:lnTo>
                    <a:pt x="4111" y="2467"/>
                  </a:lnTo>
                  <a:lnTo>
                    <a:pt x="3389" y="2828"/>
                  </a:lnTo>
                  <a:lnTo>
                    <a:pt x="2768" y="3169"/>
                  </a:lnTo>
                  <a:lnTo>
                    <a:pt x="2206" y="3510"/>
                  </a:lnTo>
                  <a:lnTo>
                    <a:pt x="1705" y="3851"/>
                  </a:lnTo>
                  <a:lnTo>
                    <a:pt x="1284" y="4172"/>
                  </a:lnTo>
                  <a:lnTo>
                    <a:pt x="943" y="4493"/>
                  </a:lnTo>
                  <a:lnTo>
                    <a:pt x="642" y="4793"/>
                  </a:lnTo>
                  <a:lnTo>
                    <a:pt x="401" y="5074"/>
                  </a:lnTo>
                  <a:lnTo>
                    <a:pt x="221" y="5355"/>
                  </a:lnTo>
                  <a:lnTo>
                    <a:pt x="100" y="5596"/>
                  </a:lnTo>
                  <a:lnTo>
                    <a:pt x="20" y="5816"/>
                  </a:lnTo>
                  <a:lnTo>
                    <a:pt x="0" y="6037"/>
                  </a:lnTo>
                  <a:lnTo>
                    <a:pt x="20" y="6217"/>
                  </a:lnTo>
                  <a:lnTo>
                    <a:pt x="321" y="7561"/>
                  </a:lnTo>
                  <a:lnTo>
                    <a:pt x="562" y="8584"/>
                  </a:lnTo>
                  <a:lnTo>
                    <a:pt x="862" y="9687"/>
                  </a:lnTo>
                  <a:lnTo>
                    <a:pt x="1163" y="10790"/>
                  </a:lnTo>
                  <a:lnTo>
                    <a:pt x="1324" y="11291"/>
                  </a:lnTo>
                  <a:lnTo>
                    <a:pt x="1464" y="11752"/>
                  </a:lnTo>
                  <a:lnTo>
                    <a:pt x="1625" y="12153"/>
                  </a:lnTo>
                  <a:lnTo>
                    <a:pt x="1765" y="12494"/>
                  </a:lnTo>
                  <a:lnTo>
                    <a:pt x="1905" y="12735"/>
                  </a:lnTo>
                  <a:lnTo>
                    <a:pt x="1985" y="12815"/>
                  </a:lnTo>
                  <a:lnTo>
                    <a:pt x="2046" y="12875"/>
                  </a:lnTo>
                  <a:lnTo>
                    <a:pt x="2246" y="12996"/>
                  </a:lnTo>
                  <a:lnTo>
                    <a:pt x="2567" y="13156"/>
                  </a:lnTo>
                  <a:lnTo>
                    <a:pt x="3028" y="13337"/>
                  </a:lnTo>
                  <a:lnTo>
                    <a:pt x="3610" y="13557"/>
                  </a:lnTo>
                  <a:lnTo>
                    <a:pt x="4312" y="13818"/>
                  </a:lnTo>
                  <a:lnTo>
                    <a:pt x="5134" y="14079"/>
                  </a:lnTo>
                  <a:lnTo>
                    <a:pt x="6057" y="14359"/>
                  </a:lnTo>
                  <a:lnTo>
                    <a:pt x="7059" y="14640"/>
                  </a:lnTo>
                  <a:lnTo>
                    <a:pt x="8182" y="14921"/>
                  </a:lnTo>
                  <a:lnTo>
                    <a:pt x="9366" y="15202"/>
                  </a:lnTo>
                  <a:lnTo>
                    <a:pt x="10649" y="15462"/>
                  </a:lnTo>
                  <a:lnTo>
                    <a:pt x="11993" y="15723"/>
                  </a:lnTo>
                  <a:lnTo>
                    <a:pt x="13396" y="15944"/>
                  </a:lnTo>
                  <a:lnTo>
                    <a:pt x="14860" y="16144"/>
                  </a:lnTo>
                  <a:lnTo>
                    <a:pt x="16385" y="16305"/>
                  </a:lnTo>
                  <a:lnTo>
                    <a:pt x="17969" y="16425"/>
                  </a:lnTo>
                  <a:lnTo>
                    <a:pt x="18891" y="16485"/>
                  </a:lnTo>
                  <a:lnTo>
                    <a:pt x="19814" y="16505"/>
                  </a:lnTo>
                  <a:lnTo>
                    <a:pt x="20736" y="16485"/>
                  </a:lnTo>
                  <a:lnTo>
                    <a:pt x="21639" y="16465"/>
                  </a:lnTo>
                  <a:lnTo>
                    <a:pt x="22561" y="16405"/>
                  </a:lnTo>
                  <a:lnTo>
                    <a:pt x="23464" y="16345"/>
                  </a:lnTo>
                  <a:lnTo>
                    <a:pt x="24366" y="16245"/>
                  </a:lnTo>
                  <a:lnTo>
                    <a:pt x="25249" y="16144"/>
                  </a:lnTo>
                  <a:lnTo>
                    <a:pt x="26131" y="16024"/>
                  </a:lnTo>
                  <a:lnTo>
                    <a:pt x="26993" y="15884"/>
                  </a:lnTo>
                  <a:lnTo>
                    <a:pt x="27836" y="15743"/>
                  </a:lnTo>
                  <a:lnTo>
                    <a:pt x="28678" y="15583"/>
                  </a:lnTo>
                  <a:lnTo>
                    <a:pt x="29480" y="15402"/>
                  </a:lnTo>
                  <a:lnTo>
                    <a:pt x="30282" y="15242"/>
                  </a:lnTo>
                  <a:lnTo>
                    <a:pt x="31786" y="14861"/>
                  </a:lnTo>
                  <a:lnTo>
                    <a:pt x="33190" y="14480"/>
                  </a:lnTo>
                  <a:lnTo>
                    <a:pt x="34474" y="14119"/>
                  </a:lnTo>
                  <a:lnTo>
                    <a:pt x="35637" y="13758"/>
                  </a:lnTo>
                  <a:lnTo>
                    <a:pt x="36640" y="13417"/>
                  </a:lnTo>
                  <a:lnTo>
                    <a:pt x="37482" y="13116"/>
                  </a:lnTo>
                  <a:lnTo>
                    <a:pt x="38164" y="12855"/>
                  </a:lnTo>
                  <a:lnTo>
                    <a:pt x="38906" y="12575"/>
                  </a:lnTo>
                  <a:lnTo>
                    <a:pt x="38986" y="12514"/>
                  </a:lnTo>
                  <a:lnTo>
                    <a:pt x="39066" y="12434"/>
                  </a:lnTo>
                  <a:lnTo>
                    <a:pt x="39146" y="12334"/>
                  </a:lnTo>
                  <a:lnTo>
                    <a:pt x="39227" y="12194"/>
                  </a:lnTo>
                  <a:lnTo>
                    <a:pt x="39367" y="11833"/>
                  </a:lnTo>
                  <a:lnTo>
                    <a:pt x="39507" y="11391"/>
                  </a:lnTo>
                  <a:lnTo>
                    <a:pt x="39608" y="10990"/>
                  </a:lnTo>
                  <a:lnTo>
                    <a:pt x="39708" y="10549"/>
                  </a:lnTo>
                  <a:lnTo>
                    <a:pt x="39868" y="9627"/>
                  </a:lnTo>
                  <a:lnTo>
                    <a:pt x="40009" y="8644"/>
                  </a:lnTo>
                  <a:lnTo>
                    <a:pt x="40109" y="7681"/>
                  </a:lnTo>
                  <a:lnTo>
                    <a:pt x="40169" y="6799"/>
                  </a:lnTo>
                  <a:lnTo>
                    <a:pt x="40189" y="6037"/>
                  </a:lnTo>
                  <a:lnTo>
                    <a:pt x="40189" y="5736"/>
                  </a:lnTo>
                  <a:lnTo>
                    <a:pt x="40169" y="5495"/>
                  </a:lnTo>
                  <a:lnTo>
                    <a:pt x="40129" y="5315"/>
                  </a:lnTo>
                  <a:lnTo>
                    <a:pt x="40089" y="5194"/>
                  </a:lnTo>
                  <a:lnTo>
                    <a:pt x="40009" y="5094"/>
                  </a:lnTo>
                  <a:lnTo>
                    <a:pt x="39868" y="4934"/>
                  </a:lnTo>
                  <a:lnTo>
                    <a:pt x="39708" y="4753"/>
                  </a:lnTo>
                  <a:lnTo>
                    <a:pt x="39467" y="4533"/>
                  </a:lnTo>
                  <a:lnTo>
                    <a:pt x="39187" y="4312"/>
                  </a:lnTo>
                  <a:lnTo>
                    <a:pt x="38866" y="4031"/>
                  </a:lnTo>
                  <a:lnTo>
                    <a:pt x="38505" y="3771"/>
                  </a:lnTo>
                  <a:lnTo>
                    <a:pt x="38084" y="3470"/>
                  </a:lnTo>
                  <a:lnTo>
                    <a:pt x="37602" y="3169"/>
                  </a:lnTo>
                  <a:lnTo>
                    <a:pt x="37081" y="2868"/>
                  </a:lnTo>
                  <a:lnTo>
                    <a:pt x="36519" y="2567"/>
                  </a:lnTo>
                  <a:lnTo>
                    <a:pt x="35898" y="2267"/>
                  </a:lnTo>
                  <a:lnTo>
                    <a:pt x="35236" y="1966"/>
                  </a:lnTo>
                  <a:lnTo>
                    <a:pt x="34514" y="1705"/>
                  </a:lnTo>
                  <a:lnTo>
                    <a:pt x="33732" y="1424"/>
                  </a:lnTo>
                  <a:lnTo>
                    <a:pt x="32910" y="1184"/>
                  </a:lnTo>
                  <a:lnTo>
                    <a:pt x="32228" y="1023"/>
                  </a:lnTo>
                  <a:lnTo>
                    <a:pt x="31466" y="863"/>
                  </a:lnTo>
                  <a:lnTo>
                    <a:pt x="30623" y="722"/>
                  </a:lnTo>
                  <a:lnTo>
                    <a:pt x="29761" y="582"/>
                  </a:lnTo>
                  <a:lnTo>
                    <a:pt x="28818" y="462"/>
                  </a:lnTo>
                  <a:lnTo>
                    <a:pt x="27856" y="361"/>
                  </a:lnTo>
                  <a:lnTo>
                    <a:pt x="26833" y="261"/>
                  </a:lnTo>
                  <a:lnTo>
                    <a:pt x="25790" y="181"/>
                  </a:lnTo>
                  <a:lnTo>
                    <a:pt x="24527" y="101"/>
                  </a:lnTo>
                  <a:lnTo>
                    <a:pt x="23223" y="40"/>
                  </a:lnTo>
                  <a:lnTo>
                    <a:pt x="21900" y="20"/>
                  </a:lnTo>
                  <a:lnTo>
                    <a:pt x="205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1" name="Google Shape;6601;p30"/>
            <p:cNvSpPr/>
            <p:nvPr/>
          </p:nvSpPr>
          <p:spPr>
            <a:xfrm>
              <a:off x="11186375" y="4148438"/>
              <a:ext cx="1004750" cy="412650"/>
            </a:xfrm>
            <a:custGeom>
              <a:avLst/>
              <a:gdLst/>
              <a:ahLst/>
              <a:cxnLst/>
              <a:rect l="l" t="t" r="r" b="b"/>
              <a:pathLst>
                <a:path w="40190" h="16506" fill="none" extrusionOk="0">
                  <a:moveTo>
                    <a:pt x="39507" y="11391"/>
                  </a:moveTo>
                  <a:lnTo>
                    <a:pt x="39507" y="11391"/>
                  </a:lnTo>
                  <a:lnTo>
                    <a:pt x="39367" y="11833"/>
                  </a:lnTo>
                  <a:lnTo>
                    <a:pt x="39227" y="12194"/>
                  </a:lnTo>
                  <a:lnTo>
                    <a:pt x="39146" y="12334"/>
                  </a:lnTo>
                  <a:lnTo>
                    <a:pt x="39066" y="12434"/>
                  </a:lnTo>
                  <a:lnTo>
                    <a:pt x="38986" y="12514"/>
                  </a:lnTo>
                  <a:lnTo>
                    <a:pt x="38906" y="12575"/>
                  </a:lnTo>
                  <a:lnTo>
                    <a:pt x="38906" y="12575"/>
                  </a:lnTo>
                  <a:lnTo>
                    <a:pt x="38164" y="12855"/>
                  </a:lnTo>
                  <a:lnTo>
                    <a:pt x="37482" y="13116"/>
                  </a:lnTo>
                  <a:lnTo>
                    <a:pt x="36640" y="13417"/>
                  </a:lnTo>
                  <a:lnTo>
                    <a:pt x="35637" y="13758"/>
                  </a:lnTo>
                  <a:lnTo>
                    <a:pt x="34474" y="14119"/>
                  </a:lnTo>
                  <a:lnTo>
                    <a:pt x="33190" y="14480"/>
                  </a:lnTo>
                  <a:lnTo>
                    <a:pt x="31786" y="14861"/>
                  </a:lnTo>
                  <a:lnTo>
                    <a:pt x="30282" y="15242"/>
                  </a:lnTo>
                  <a:lnTo>
                    <a:pt x="29480" y="15402"/>
                  </a:lnTo>
                  <a:lnTo>
                    <a:pt x="28678" y="15583"/>
                  </a:lnTo>
                  <a:lnTo>
                    <a:pt x="27836" y="15743"/>
                  </a:lnTo>
                  <a:lnTo>
                    <a:pt x="26993" y="15884"/>
                  </a:lnTo>
                  <a:lnTo>
                    <a:pt x="26131" y="16024"/>
                  </a:lnTo>
                  <a:lnTo>
                    <a:pt x="25249" y="16144"/>
                  </a:lnTo>
                  <a:lnTo>
                    <a:pt x="24366" y="16245"/>
                  </a:lnTo>
                  <a:lnTo>
                    <a:pt x="23464" y="16345"/>
                  </a:lnTo>
                  <a:lnTo>
                    <a:pt x="22561" y="16405"/>
                  </a:lnTo>
                  <a:lnTo>
                    <a:pt x="21639" y="16465"/>
                  </a:lnTo>
                  <a:lnTo>
                    <a:pt x="20736" y="16485"/>
                  </a:lnTo>
                  <a:lnTo>
                    <a:pt x="19814" y="16505"/>
                  </a:lnTo>
                  <a:lnTo>
                    <a:pt x="18891" y="16485"/>
                  </a:lnTo>
                  <a:lnTo>
                    <a:pt x="17969" y="16425"/>
                  </a:lnTo>
                  <a:lnTo>
                    <a:pt x="17969" y="16425"/>
                  </a:lnTo>
                  <a:lnTo>
                    <a:pt x="16385" y="16305"/>
                  </a:lnTo>
                  <a:lnTo>
                    <a:pt x="14860" y="16144"/>
                  </a:lnTo>
                  <a:lnTo>
                    <a:pt x="13396" y="15944"/>
                  </a:lnTo>
                  <a:lnTo>
                    <a:pt x="11993" y="15723"/>
                  </a:lnTo>
                  <a:lnTo>
                    <a:pt x="10649" y="15462"/>
                  </a:lnTo>
                  <a:lnTo>
                    <a:pt x="9366" y="15202"/>
                  </a:lnTo>
                  <a:lnTo>
                    <a:pt x="8182" y="14921"/>
                  </a:lnTo>
                  <a:lnTo>
                    <a:pt x="7059" y="14640"/>
                  </a:lnTo>
                  <a:lnTo>
                    <a:pt x="6057" y="14359"/>
                  </a:lnTo>
                  <a:lnTo>
                    <a:pt x="5134" y="14079"/>
                  </a:lnTo>
                  <a:lnTo>
                    <a:pt x="4312" y="13818"/>
                  </a:lnTo>
                  <a:lnTo>
                    <a:pt x="3610" y="13557"/>
                  </a:lnTo>
                  <a:lnTo>
                    <a:pt x="3028" y="13337"/>
                  </a:lnTo>
                  <a:lnTo>
                    <a:pt x="2567" y="13156"/>
                  </a:lnTo>
                  <a:lnTo>
                    <a:pt x="2246" y="12996"/>
                  </a:lnTo>
                  <a:lnTo>
                    <a:pt x="2046" y="12875"/>
                  </a:lnTo>
                  <a:lnTo>
                    <a:pt x="2046" y="12875"/>
                  </a:lnTo>
                  <a:lnTo>
                    <a:pt x="1985" y="12815"/>
                  </a:lnTo>
                  <a:lnTo>
                    <a:pt x="1905" y="12735"/>
                  </a:lnTo>
                  <a:lnTo>
                    <a:pt x="1765" y="12494"/>
                  </a:lnTo>
                  <a:lnTo>
                    <a:pt x="1625" y="12153"/>
                  </a:lnTo>
                  <a:lnTo>
                    <a:pt x="1464" y="11752"/>
                  </a:lnTo>
                  <a:lnTo>
                    <a:pt x="1324" y="11291"/>
                  </a:lnTo>
                  <a:lnTo>
                    <a:pt x="1163" y="10790"/>
                  </a:lnTo>
                  <a:lnTo>
                    <a:pt x="862" y="9687"/>
                  </a:lnTo>
                  <a:lnTo>
                    <a:pt x="562" y="8584"/>
                  </a:lnTo>
                  <a:lnTo>
                    <a:pt x="321" y="7561"/>
                  </a:lnTo>
                  <a:lnTo>
                    <a:pt x="20" y="6217"/>
                  </a:lnTo>
                  <a:lnTo>
                    <a:pt x="20" y="6217"/>
                  </a:lnTo>
                  <a:lnTo>
                    <a:pt x="0" y="6037"/>
                  </a:lnTo>
                  <a:lnTo>
                    <a:pt x="20" y="5816"/>
                  </a:lnTo>
                  <a:lnTo>
                    <a:pt x="100" y="5596"/>
                  </a:lnTo>
                  <a:lnTo>
                    <a:pt x="221" y="5355"/>
                  </a:lnTo>
                  <a:lnTo>
                    <a:pt x="401" y="5074"/>
                  </a:lnTo>
                  <a:lnTo>
                    <a:pt x="642" y="4793"/>
                  </a:lnTo>
                  <a:lnTo>
                    <a:pt x="943" y="4493"/>
                  </a:lnTo>
                  <a:lnTo>
                    <a:pt x="1284" y="4172"/>
                  </a:lnTo>
                  <a:lnTo>
                    <a:pt x="1705" y="3851"/>
                  </a:lnTo>
                  <a:lnTo>
                    <a:pt x="2206" y="3510"/>
                  </a:lnTo>
                  <a:lnTo>
                    <a:pt x="2768" y="3169"/>
                  </a:lnTo>
                  <a:lnTo>
                    <a:pt x="3389" y="2828"/>
                  </a:lnTo>
                  <a:lnTo>
                    <a:pt x="4111" y="2467"/>
                  </a:lnTo>
                  <a:lnTo>
                    <a:pt x="4893" y="2126"/>
                  </a:lnTo>
                  <a:lnTo>
                    <a:pt x="5776" y="1785"/>
                  </a:lnTo>
                  <a:lnTo>
                    <a:pt x="6738" y="1444"/>
                  </a:lnTo>
                  <a:lnTo>
                    <a:pt x="6738" y="1444"/>
                  </a:lnTo>
                  <a:lnTo>
                    <a:pt x="7119" y="1324"/>
                  </a:lnTo>
                  <a:lnTo>
                    <a:pt x="7541" y="1204"/>
                  </a:lnTo>
                  <a:lnTo>
                    <a:pt x="8423" y="983"/>
                  </a:lnTo>
                  <a:lnTo>
                    <a:pt x="9406" y="782"/>
                  </a:lnTo>
                  <a:lnTo>
                    <a:pt x="10469" y="602"/>
                  </a:lnTo>
                  <a:lnTo>
                    <a:pt x="11592" y="462"/>
                  </a:lnTo>
                  <a:lnTo>
                    <a:pt x="12775" y="321"/>
                  </a:lnTo>
                  <a:lnTo>
                    <a:pt x="13998" y="221"/>
                  </a:lnTo>
                  <a:lnTo>
                    <a:pt x="15262" y="141"/>
                  </a:lnTo>
                  <a:lnTo>
                    <a:pt x="16565" y="61"/>
                  </a:lnTo>
                  <a:lnTo>
                    <a:pt x="17889" y="20"/>
                  </a:lnTo>
                  <a:lnTo>
                    <a:pt x="19212" y="0"/>
                  </a:lnTo>
                  <a:lnTo>
                    <a:pt x="20556" y="0"/>
                  </a:lnTo>
                  <a:lnTo>
                    <a:pt x="21900" y="20"/>
                  </a:lnTo>
                  <a:lnTo>
                    <a:pt x="23223" y="40"/>
                  </a:lnTo>
                  <a:lnTo>
                    <a:pt x="24527" y="101"/>
                  </a:lnTo>
                  <a:lnTo>
                    <a:pt x="25790" y="181"/>
                  </a:lnTo>
                  <a:lnTo>
                    <a:pt x="25790" y="181"/>
                  </a:lnTo>
                  <a:lnTo>
                    <a:pt x="26833" y="261"/>
                  </a:lnTo>
                  <a:lnTo>
                    <a:pt x="27856" y="361"/>
                  </a:lnTo>
                  <a:lnTo>
                    <a:pt x="28818" y="462"/>
                  </a:lnTo>
                  <a:lnTo>
                    <a:pt x="29761" y="582"/>
                  </a:lnTo>
                  <a:lnTo>
                    <a:pt x="30623" y="722"/>
                  </a:lnTo>
                  <a:lnTo>
                    <a:pt x="31466" y="863"/>
                  </a:lnTo>
                  <a:lnTo>
                    <a:pt x="32228" y="1023"/>
                  </a:lnTo>
                  <a:lnTo>
                    <a:pt x="32910" y="1184"/>
                  </a:lnTo>
                  <a:lnTo>
                    <a:pt x="32910" y="1184"/>
                  </a:lnTo>
                  <a:lnTo>
                    <a:pt x="33732" y="1424"/>
                  </a:lnTo>
                  <a:lnTo>
                    <a:pt x="34514" y="1705"/>
                  </a:lnTo>
                  <a:lnTo>
                    <a:pt x="35236" y="1966"/>
                  </a:lnTo>
                  <a:lnTo>
                    <a:pt x="35898" y="2267"/>
                  </a:lnTo>
                  <a:lnTo>
                    <a:pt x="36519" y="2567"/>
                  </a:lnTo>
                  <a:lnTo>
                    <a:pt x="37081" y="2868"/>
                  </a:lnTo>
                  <a:lnTo>
                    <a:pt x="37602" y="3169"/>
                  </a:lnTo>
                  <a:lnTo>
                    <a:pt x="38084" y="3470"/>
                  </a:lnTo>
                  <a:lnTo>
                    <a:pt x="38505" y="3771"/>
                  </a:lnTo>
                  <a:lnTo>
                    <a:pt x="38866" y="4031"/>
                  </a:lnTo>
                  <a:lnTo>
                    <a:pt x="39187" y="4312"/>
                  </a:lnTo>
                  <a:lnTo>
                    <a:pt x="39467" y="4533"/>
                  </a:lnTo>
                  <a:lnTo>
                    <a:pt x="39708" y="4753"/>
                  </a:lnTo>
                  <a:lnTo>
                    <a:pt x="39868" y="4934"/>
                  </a:lnTo>
                  <a:lnTo>
                    <a:pt x="40009" y="5094"/>
                  </a:lnTo>
                  <a:lnTo>
                    <a:pt x="40089" y="5194"/>
                  </a:lnTo>
                  <a:lnTo>
                    <a:pt x="40089" y="5194"/>
                  </a:lnTo>
                  <a:lnTo>
                    <a:pt x="40129" y="5315"/>
                  </a:lnTo>
                  <a:lnTo>
                    <a:pt x="40169" y="5495"/>
                  </a:lnTo>
                  <a:lnTo>
                    <a:pt x="40189" y="5736"/>
                  </a:lnTo>
                  <a:lnTo>
                    <a:pt x="40189" y="6037"/>
                  </a:lnTo>
                  <a:lnTo>
                    <a:pt x="40169" y="6799"/>
                  </a:lnTo>
                  <a:lnTo>
                    <a:pt x="40109" y="7681"/>
                  </a:lnTo>
                  <a:lnTo>
                    <a:pt x="40009" y="8644"/>
                  </a:lnTo>
                  <a:lnTo>
                    <a:pt x="39868" y="9627"/>
                  </a:lnTo>
                  <a:lnTo>
                    <a:pt x="39708" y="10549"/>
                  </a:lnTo>
                  <a:lnTo>
                    <a:pt x="39608" y="10990"/>
                  </a:lnTo>
                  <a:lnTo>
                    <a:pt x="39507" y="1139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2" name="Google Shape;6602;p30"/>
            <p:cNvSpPr/>
            <p:nvPr/>
          </p:nvSpPr>
          <p:spPr>
            <a:xfrm>
              <a:off x="11186375" y="4148438"/>
              <a:ext cx="987700" cy="412650"/>
            </a:xfrm>
            <a:custGeom>
              <a:avLst/>
              <a:gdLst/>
              <a:ahLst/>
              <a:cxnLst/>
              <a:rect l="l" t="t" r="r" b="b"/>
              <a:pathLst>
                <a:path w="39508" h="16506" extrusionOk="0">
                  <a:moveTo>
                    <a:pt x="20115" y="0"/>
                  </a:moveTo>
                  <a:lnTo>
                    <a:pt x="18149" y="20"/>
                  </a:lnTo>
                  <a:lnTo>
                    <a:pt x="16224" y="81"/>
                  </a:lnTo>
                  <a:lnTo>
                    <a:pt x="15282" y="141"/>
                  </a:lnTo>
                  <a:lnTo>
                    <a:pt x="14359" y="201"/>
                  </a:lnTo>
                  <a:lnTo>
                    <a:pt x="13457" y="261"/>
                  </a:lnTo>
                  <a:lnTo>
                    <a:pt x="12554" y="341"/>
                  </a:lnTo>
                  <a:lnTo>
                    <a:pt x="11712" y="442"/>
                  </a:lnTo>
                  <a:lnTo>
                    <a:pt x="10870" y="542"/>
                  </a:lnTo>
                  <a:lnTo>
                    <a:pt x="10087" y="662"/>
                  </a:lnTo>
                  <a:lnTo>
                    <a:pt x="9325" y="803"/>
                  </a:lnTo>
                  <a:lnTo>
                    <a:pt x="8603" y="943"/>
                  </a:lnTo>
                  <a:lnTo>
                    <a:pt x="7922" y="1103"/>
                  </a:lnTo>
                  <a:lnTo>
                    <a:pt x="7300" y="1264"/>
                  </a:lnTo>
                  <a:lnTo>
                    <a:pt x="6738" y="1444"/>
                  </a:lnTo>
                  <a:lnTo>
                    <a:pt x="5816" y="1765"/>
                  </a:lnTo>
                  <a:lnTo>
                    <a:pt x="4994" y="2086"/>
                  </a:lnTo>
                  <a:lnTo>
                    <a:pt x="4232" y="2407"/>
                  </a:lnTo>
                  <a:lnTo>
                    <a:pt x="3550" y="2748"/>
                  </a:lnTo>
                  <a:lnTo>
                    <a:pt x="2928" y="3069"/>
                  </a:lnTo>
                  <a:lnTo>
                    <a:pt x="2367" y="3390"/>
                  </a:lnTo>
                  <a:lnTo>
                    <a:pt x="1885" y="3710"/>
                  </a:lnTo>
                  <a:lnTo>
                    <a:pt x="1464" y="4031"/>
                  </a:lnTo>
                  <a:lnTo>
                    <a:pt x="1103" y="4332"/>
                  </a:lnTo>
                  <a:lnTo>
                    <a:pt x="802" y="4633"/>
                  </a:lnTo>
                  <a:lnTo>
                    <a:pt x="542" y="4914"/>
                  </a:lnTo>
                  <a:lnTo>
                    <a:pt x="341" y="5174"/>
                  </a:lnTo>
                  <a:lnTo>
                    <a:pt x="181" y="5415"/>
                  </a:lnTo>
                  <a:lnTo>
                    <a:pt x="80" y="5656"/>
                  </a:lnTo>
                  <a:lnTo>
                    <a:pt x="20" y="5856"/>
                  </a:lnTo>
                  <a:lnTo>
                    <a:pt x="0" y="6057"/>
                  </a:lnTo>
                  <a:lnTo>
                    <a:pt x="20" y="6217"/>
                  </a:lnTo>
                  <a:lnTo>
                    <a:pt x="321" y="7561"/>
                  </a:lnTo>
                  <a:lnTo>
                    <a:pt x="562" y="8584"/>
                  </a:lnTo>
                  <a:lnTo>
                    <a:pt x="862" y="9687"/>
                  </a:lnTo>
                  <a:lnTo>
                    <a:pt x="1163" y="10790"/>
                  </a:lnTo>
                  <a:lnTo>
                    <a:pt x="1324" y="11291"/>
                  </a:lnTo>
                  <a:lnTo>
                    <a:pt x="1464" y="11752"/>
                  </a:lnTo>
                  <a:lnTo>
                    <a:pt x="1625" y="12153"/>
                  </a:lnTo>
                  <a:lnTo>
                    <a:pt x="1765" y="12494"/>
                  </a:lnTo>
                  <a:lnTo>
                    <a:pt x="1905" y="12735"/>
                  </a:lnTo>
                  <a:lnTo>
                    <a:pt x="1985" y="12815"/>
                  </a:lnTo>
                  <a:lnTo>
                    <a:pt x="2046" y="12875"/>
                  </a:lnTo>
                  <a:lnTo>
                    <a:pt x="2246" y="12996"/>
                  </a:lnTo>
                  <a:lnTo>
                    <a:pt x="2567" y="13156"/>
                  </a:lnTo>
                  <a:lnTo>
                    <a:pt x="3028" y="13337"/>
                  </a:lnTo>
                  <a:lnTo>
                    <a:pt x="3610" y="13557"/>
                  </a:lnTo>
                  <a:lnTo>
                    <a:pt x="4312" y="13818"/>
                  </a:lnTo>
                  <a:lnTo>
                    <a:pt x="5134" y="14079"/>
                  </a:lnTo>
                  <a:lnTo>
                    <a:pt x="6057" y="14359"/>
                  </a:lnTo>
                  <a:lnTo>
                    <a:pt x="7059" y="14640"/>
                  </a:lnTo>
                  <a:lnTo>
                    <a:pt x="8182" y="14921"/>
                  </a:lnTo>
                  <a:lnTo>
                    <a:pt x="9366" y="15202"/>
                  </a:lnTo>
                  <a:lnTo>
                    <a:pt x="10649" y="15462"/>
                  </a:lnTo>
                  <a:lnTo>
                    <a:pt x="11993" y="15723"/>
                  </a:lnTo>
                  <a:lnTo>
                    <a:pt x="13396" y="15944"/>
                  </a:lnTo>
                  <a:lnTo>
                    <a:pt x="14860" y="16144"/>
                  </a:lnTo>
                  <a:lnTo>
                    <a:pt x="16385" y="16305"/>
                  </a:lnTo>
                  <a:lnTo>
                    <a:pt x="17969" y="16425"/>
                  </a:lnTo>
                  <a:lnTo>
                    <a:pt x="18992" y="16485"/>
                  </a:lnTo>
                  <a:lnTo>
                    <a:pt x="20035" y="16505"/>
                  </a:lnTo>
                  <a:lnTo>
                    <a:pt x="20897" y="16485"/>
                  </a:lnTo>
                  <a:lnTo>
                    <a:pt x="21739" y="16465"/>
                  </a:lnTo>
                  <a:lnTo>
                    <a:pt x="22602" y="16405"/>
                  </a:lnTo>
                  <a:lnTo>
                    <a:pt x="23444" y="16345"/>
                  </a:lnTo>
                  <a:lnTo>
                    <a:pt x="24286" y="16265"/>
                  </a:lnTo>
                  <a:lnTo>
                    <a:pt x="25108" y="16164"/>
                  </a:lnTo>
                  <a:lnTo>
                    <a:pt x="25931" y="16044"/>
                  </a:lnTo>
                  <a:lnTo>
                    <a:pt x="26733" y="15924"/>
                  </a:lnTo>
                  <a:lnTo>
                    <a:pt x="27515" y="15803"/>
                  </a:lnTo>
                  <a:lnTo>
                    <a:pt x="28297" y="15643"/>
                  </a:lnTo>
                  <a:lnTo>
                    <a:pt x="29801" y="15342"/>
                  </a:lnTo>
                  <a:lnTo>
                    <a:pt x="31245" y="15001"/>
                  </a:lnTo>
                  <a:lnTo>
                    <a:pt x="32589" y="14660"/>
                  </a:lnTo>
                  <a:lnTo>
                    <a:pt x="33832" y="14299"/>
                  </a:lnTo>
                  <a:lnTo>
                    <a:pt x="34975" y="13958"/>
                  </a:lnTo>
                  <a:lnTo>
                    <a:pt x="35998" y="13617"/>
                  </a:lnTo>
                  <a:lnTo>
                    <a:pt x="36900" y="13317"/>
                  </a:lnTo>
                  <a:lnTo>
                    <a:pt x="38224" y="12835"/>
                  </a:lnTo>
                  <a:lnTo>
                    <a:pt x="38906" y="12575"/>
                  </a:lnTo>
                  <a:lnTo>
                    <a:pt x="38986" y="12514"/>
                  </a:lnTo>
                  <a:lnTo>
                    <a:pt x="39066" y="12434"/>
                  </a:lnTo>
                  <a:lnTo>
                    <a:pt x="39146" y="12334"/>
                  </a:lnTo>
                  <a:lnTo>
                    <a:pt x="39227" y="12194"/>
                  </a:lnTo>
                  <a:lnTo>
                    <a:pt x="39367" y="11833"/>
                  </a:lnTo>
                  <a:lnTo>
                    <a:pt x="39507" y="11391"/>
                  </a:lnTo>
                  <a:lnTo>
                    <a:pt x="39507" y="11391"/>
                  </a:lnTo>
                  <a:lnTo>
                    <a:pt x="38645" y="11632"/>
                  </a:lnTo>
                  <a:lnTo>
                    <a:pt x="37783" y="11873"/>
                  </a:lnTo>
                  <a:lnTo>
                    <a:pt x="36920" y="12073"/>
                  </a:lnTo>
                  <a:lnTo>
                    <a:pt x="36038" y="12274"/>
                  </a:lnTo>
                  <a:lnTo>
                    <a:pt x="35176" y="12474"/>
                  </a:lnTo>
                  <a:lnTo>
                    <a:pt x="34293" y="12635"/>
                  </a:lnTo>
                  <a:lnTo>
                    <a:pt x="33411" y="12795"/>
                  </a:lnTo>
                  <a:lnTo>
                    <a:pt x="32528" y="12936"/>
                  </a:lnTo>
                  <a:lnTo>
                    <a:pt x="31626" y="13056"/>
                  </a:lnTo>
                  <a:lnTo>
                    <a:pt x="30744" y="13156"/>
                  </a:lnTo>
                  <a:lnTo>
                    <a:pt x="29841" y="13256"/>
                  </a:lnTo>
                  <a:lnTo>
                    <a:pt x="28959" y="13317"/>
                  </a:lnTo>
                  <a:lnTo>
                    <a:pt x="28056" y="13377"/>
                  </a:lnTo>
                  <a:lnTo>
                    <a:pt x="27154" y="13417"/>
                  </a:lnTo>
                  <a:lnTo>
                    <a:pt x="26251" y="13437"/>
                  </a:lnTo>
                  <a:lnTo>
                    <a:pt x="25369" y="13457"/>
                  </a:lnTo>
                  <a:lnTo>
                    <a:pt x="24587" y="13437"/>
                  </a:lnTo>
                  <a:lnTo>
                    <a:pt x="23825" y="13437"/>
                  </a:lnTo>
                  <a:lnTo>
                    <a:pt x="23063" y="13397"/>
                  </a:lnTo>
                  <a:lnTo>
                    <a:pt x="22281" y="13357"/>
                  </a:lnTo>
                  <a:lnTo>
                    <a:pt x="21519" y="13297"/>
                  </a:lnTo>
                  <a:lnTo>
                    <a:pt x="20756" y="13236"/>
                  </a:lnTo>
                  <a:lnTo>
                    <a:pt x="19974" y="13156"/>
                  </a:lnTo>
                  <a:lnTo>
                    <a:pt x="19212" y="13056"/>
                  </a:lnTo>
                  <a:lnTo>
                    <a:pt x="18410" y="12956"/>
                  </a:lnTo>
                  <a:lnTo>
                    <a:pt x="17608" y="12835"/>
                  </a:lnTo>
                  <a:lnTo>
                    <a:pt x="16806" y="12695"/>
                  </a:lnTo>
                  <a:lnTo>
                    <a:pt x="16004" y="12554"/>
                  </a:lnTo>
                  <a:lnTo>
                    <a:pt x="15201" y="12374"/>
                  </a:lnTo>
                  <a:lnTo>
                    <a:pt x="14399" y="12214"/>
                  </a:lnTo>
                  <a:lnTo>
                    <a:pt x="13617" y="12013"/>
                  </a:lnTo>
                  <a:lnTo>
                    <a:pt x="12835" y="11792"/>
                  </a:lnTo>
                  <a:lnTo>
                    <a:pt x="12233" y="11612"/>
                  </a:lnTo>
                  <a:lnTo>
                    <a:pt x="11592" y="11391"/>
                  </a:lnTo>
                  <a:lnTo>
                    <a:pt x="11291" y="11271"/>
                  </a:lnTo>
                  <a:lnTo>
                    <a:pt x="10970" y="11131"/>
                  </a:lnTo>
                  <a:lnTo>
                    <a:pt x="10669" y="10970"/>
                  </a:lnTo>
                  <a:lnTo>
                    <a:pt x="10388" y="10810"/>
                  </a:lnTo>
                  <a:lnTo>
                    <a:pt x="9566" y="10629"/>
                  </a:lnTo>
                  <a:lnTo>
                    <a:pt x="8784" y="10429"/>
                  </a:lnTo>
                  <a:lnTo>
                    <a:pt x="7922" y="10188"/>
                  </a:lnTo>
                  <a:lnTo>
                    <a:pt x="7119" y="9907"/>
                  </a:lnTo>
                  <a:lnTo>
                    <a:pt x="6357" y="9627"/>
                  </a:lnTo>
                  <a:lnTo>
                    <a:pt x="5635" y="9346"/>
                  </a:lnTo>
                  <a:lnTo>
                    <a:pt x="4974" y="9045"/>
                  </a:lnTo>
                  <a:lnTo>
                    <a:pt x="4372" y="8724"/>
                  </a:lnTo>
                  <a:lnTo>
                    <a:pt x="3831" y="8423"/>
                  </a:lnTo>
                  <a:lnTo>
                    <a:pt x="3329" y="8122"/>
                  </a:lnTo>
                  <a:lnTo>
                    <a:pt x="2888" y="7802"/>
                  </a:lnTo>
                  <a:lnTo>
                    <a:pt x="2507" y="7501"/>
                  </a:lnTo>
                  <a:lnTo>
                    <a:pt x="2186" y="7220"/>
                  </a:lnTo>
                  <a:lnTo>
                    <a:pt x="1925" y="6939"/>
                  </a:lnTo>
                  <a:lnTo>
                    <a:pt x="1725" y="6679"/>
                  </a:lnTo>
                  <a:lnTo>
                    <a:pt x="1584" y="6438"/>
                  </a:lnTo>
                  <a:lnTo>
                    <a:pt x="1544" y="6318"/>
                  </a:lnTo>
                  <a:lnTo>
                    <a:pt x="1504" y="6197"/>
                  </a:lnTo>
                  <a:lnTo>
                    <a:pt x="1484" y="6097"/>
                  </a:lnTo>
                  <a:lnTo>
                    <a:pt x="1504" y="5997"/>
                  </a:lnTo>
                  <a:lnTo>
                    <a:pt x="1524" y="5856"/>
                  </a:lnTo>
                  <a:lnTo>
                    <a:pt x="1564" y="5736"/>
                  </a:lnTo>
                  <a:lnTo>
                    <a:pt x="1604" y="5596"/>
                  </a:lnTo>
                  <a:lnTo>
                    <a:pt x="1685" y="5455"/>
                  </a:lnTo>
                  <a:lnTo>
                    <a:pt x="1785" y="5315"/>
                  </a:lnTo>
                  <a:lnTo>
                    <a:pt x="1885" y="5174"/>
                  </a:lnTo>
                  <a:lnTo>
                    <a:pt x="2146" y="4874"/>
                  </a:lnTo>
                  <a:lnTo>
                    <a:pt x="2467" y="4593"/>
                  </a:lnTo>
                  <a:lnTo>
                    <a:pt x="2828" y="4312"/>
                  </a:lnTo>
                  <a:lnTo>
                    <a:pt x="3249" y="4011"/>
                  </a:lnTo>
                  <a:lnTo>
                    <a:pt x="3710" y="3730"/>
                  </a:lnTo>
                  <a:lnTo>
                    <a:pt x="4212" y="3470"/>
                  </a:lnTo>
                  <a:lnTo>
                    <a:pt x="4733" y="3209"/>
                  </a:lnTo>
                  <a:lnTo>
                    <a:pt x="5294" y="2948"/>
                  </a:lnTo>
                  <a:lnTo>
                    <a:pt x="5856" y="2728"/>
                  </a:lnTo>
                  <a:lnTo>
                    <a:pt x="6458" y="2507"/>
                  </a:lnTo>
                  <a:lnTo>
                    <a:pt x="7059" y="2307"/>
                  </a:lnTo>
                  <a:lnTo>
                    <a:pt x="7681" y="2126"/>
                  </a:lnTo>
                  <a:lnTo>
                    <a:pt x="8283" y="1966"/>
                  </a:lnTo>
                  <a:lnTo>
                    <a:pt x="8864" y="1845"/>
                  </a:lnTo>
                  <a:lnTo>
                    <a:pt x="9466" y="1725"/>
                  </a:lnTo>
                  <a:lnTo>
                    <a:pt x="10128" y="1605"/>
                  </a:lnTo>
                  <a:lnTo>
                    <a:pt x="10809" y="1504"/>
                  </a:lnTo>
                  <a:lnTo>
                    <a:pt x="12273" y="1324"/>
                  </a:lnTo>
                  <a:lnTo>
                    <a:pt x="13858" y="1164"/>
                  </a:lnTo>
                  <a:lnTo>
                    <a:pt x="15542" y="1063"/>
                  </a:lnTo>
                  <a:lnTo>
                    <a:pt x="17267" y="963"/>
                  </a:lnTo>
                  <a:lnTo>
                    <a:pt x="19032" y="923"/>
                  </a:lnTo>
                  <a:lnTo>
                    <a:pt x="20837" y="903"/>
                  </a:lnTo>
                  <a:lnTo>
                    <a:pt x="21017" y="903"/>
                  </a:lnTo>
                  <a:lnTo>
                    <a:pt x="22200" y="682"/>
                  </a:lnTo>
                  <a:lnTo>
                    <a:pt x="23404" y="482"/>
                  </a:lnTo>
                  <a:lnTo>
                    <a:pt x="24587" y="321"/>
                  </a:lnTo>
                  <a:lnTo>
                    <a:pt x="25790" y="181"/>
                  </a:lnTo>
                  <a:lnTo>
                    <a:pt x="24406" y="101"/>
                  </a:lnTo>
                  <a:lnTo>
                    <a:pt x="23003" y="40"/>
                  </a:lnTo>
                  <a:lnTo>
                    <a:pt x="21559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3" name="Google Shape;6603;p30"/>
            <p:cNvSpPr/>
            <p:nvPr/>
          </p:nvSpPr>
          <p:spPr>
            <a:xfrm>
              <a:off x="11186375" y="4148438"/>
              <a:ext cx="987700" cy="412650"/>
            </a:xfrm>
            <a:custGeom>
              <a:avLst/>
              <a:gdLst/>
              <a:ahLst/>
              <a:cxnLst/>
              <a:rect l="l" t="t" r="r" b="b"/>
              <a:pathLst>
                <a:path w="39508" h="16506" fill="none" extrusionOk="0">
                  <a:moveTo>
                    <a:pt x="20115" y="0"/>
                  </a:moveTo>
                  <a:lnTo>
                    <a:pt x="20115" y="0"/>
                  </a:lnTo>
                  <a:lnTo>
                    <a:pt x="18149" y="20"/>
                  </a:lnTo>
                  <a:lnTo>
                    <a:pt x="16224" y="81"/>
                  </a:lnTo>
                  <a:lnTo>
                    <a:pt x="15282" y="141"/>
                  </a:lnTo>
                  <a:lnTo>
                    <a:pt x="14359" y="201"/>
                  </a:lnTo>
                  <a:lnTo>
                    <a:pt x="13457" y="261"/>
                  </a:lnTo>
                  <a:lnTo>
                    <a:pt x="12554" y="341"/>
                  </a:lnTo>
                  <a:lnTo>
                    <a:pt x="11712" y="442"/>
                  </a:lnTo>
                  <a:lnTo>
                    <a:pt x="10870" y="542"/>
                  </a:lnTo>
                  <a:lnTo>
                    <a:pt x="10087" y="662"/>
                  </a:lnTo>
                  <a:lnTo>
                    <a:pt x="9325" y="803"/>
                  </a:lnTo>
                  <a:lnTo>
                    <a:pt x="8603" y="943"/>
                  </a:lnTo>
                  <a:lnTo>
                    <a:pt x="7922" y="1103"/>
                  </a:lnTo>
                  <a:lnTo>
                    <a:pt x="7300" y="1264"/>
                  </a:lnTo>
                  <a:lnTo>
                    <a:pt x="6738" y="1444"/>
                  </a:lnTo>
                  <a:lnTo>
                    <a:pt x="6738" y="1444"/>
                  </a:lnTo>
                  <a:lnTo>
                    <a:pt x="5816" y="1765"/>
                  </a:lnTo>
                  <a:lnTo>
                    <a:pt x="4994" y="2086"/>
                  </a:lnTo>
                  <a:lnTo>
                    <a:pt x="4232" y="2407"/>
                  </a:lnTo>
                  <a:lnTo>
                    <a:pt x="3550" y="2748"/>
                  </a:lnTo>
                  <a:lnTo>
                    <a:pt x="2928" y="3069"/>
                  </a:lnTo>
                  <a:lnTo>
                    <a:pt x="2367" y="3390"/>
                  </a:lnTo>
                  <a:lnTo>
                    <a:pt x="1885" y="3710"/>
                  </a:lnTo>
                  <a:lnTo>
                    <a:pt x="1464" y="4031"/>
                  </a:lnTo>
                  <a:lnTo>
                    <a:pt x="1103" y="4332"/>
                  </a:lnTo>
                  <a:lnTo>
                    <a:pt x="802" y="4633"/>
                  </a:lnTo>
                  <a:lnTo>
                    <a:pt x="542" y="4914"/>
                  </a:lnTo>
                  <a:lnTo>
                    <a:pt x="341" y="5174"/>
                  </a:lnTo>
                  <a:lnTo>
                    <a:pt x="181" y="5415"/>
                  </a:lnTo>
                  <a:lnTo>
                    <a:pt x="80" y="5656"/>
                  </a:lnTo>
                  <a:lnTo>
                    <a:pt x="20" y="5856"/>
                  </a:lnTo>
                  <a:lnTo>
                    <a:pt x="0" y="6057"/>
                  </a:lnTo>
                  <a:lnTo>
                    <a:pt x="0" y="6057"/>
                  </a:lnTo>
                  <a:lnTo>
                    <a:pt x="20" y="6217"/>
                  </a:lnTo>
                  <a:lnTo>
                    <a:pt x="20" y="6217"/>
                  </a:lnTo>
                  <a:lnTo>
                    <a:pt x="321" y="7561"/>
                  </a:lnTo>
                  <a:lnTo>
                    <a:pt x="562" y="8584"/>
                  </a:lnTo>
                  <a:lnTo>
                    <a:pt x="862" y="9687"/>
                  </a:lnTo>
                  <a:lnTo>
                    <a:pt x="1163" y="10790"/>
                  </a:lnTo>
                  <a:lnTo>
                    <a:pt x="1324" y="11291"/>
                  </a:lnTo>
                  <a:lnTo>
                    <a:pt x="1464" y="11752"/>
                  </a:lnTo>
                  <a:lnTo>
                    <a:pt x="1625" y="12153"/>
                  </a:lnTo>
                  <a:lnTo>
                    <a:pt x="1765" y="12494"/>
                  </a:lnTo>
                  <a:lnTo>
                    <a:pt x="1905" y="12735"/>
                  </a:lnTo>
                  <a:lnTo>
                    <a:pt x="1985" y="12815"/>
                  </a:lnTo>
                  <a:lnTo>
                    <a:pt x="2046" y="12875"/>
                  </a:lnTo>
                  <a:lnTo>
                    <a:pt x="2046" y="12875"/>
                  </a:lnTo>
                  <a:lnTo>
                    <a:pt x="2246" y="12996"/>
                  </a:lnTo>
                  <a:lnTo>
                    <a:pt x="2567" y="13156"/>
                  </a:lnTo>
                  <a:lnTo>
                    <a:pt x="3028" y="13337"/>
                  </a:lnTo>
                  <a:lnTo>
                    <a:pt x="3610" y="13557"/>
                  </a:lnTo>
                  <a:lnTo>
                    <a:pt x="4312" y="13818"/>
                  </a:lnTo>
                  <a:lnTo>
                    <a:pt x="5134" y="14079"/>
                  </a:lnTo>
                  <a:lnTo>
                    <a:pt x="6057" y="14359"/>
                  </a:lnTo>
                  <a:lnTo>
                    <a:pt x="7059" y="14640"/>
                  </a:lnTo>
                  <a:lnTo>
                    <a:pt x="8182" y="14921"/>
                  </a:lnTo>
                  <a:lnTo>
                    <a:pt x="9366" y="15202"/>
                  </a:lnTo>
                  <a:lnTo>
                    <a:pt x="10649" y="15462"/>
                  </a:lnTo>
                  <a:lnTo>
                    <a:pt x="11993" y="15723"/>
                  </a:lnTo>
                  <a:lnTo>
                    <a:pt x="13396" y="15944"/>
                  </a:lnTo>
                  <a:lnTo>
                    <a:pt x="14860" y="16144"/>
                  </a:lnTo>
                  <a:lnTo>
                    <a:pt x="16385" y="16305"/>
                  </a:lnTo>
                  <a:lnTo>
                    <a:pt x="17969" y="16425"/>
                  </a:lnTo>
                  <a:lnTo>
                    <a:pt x="17969" y="16425"/>
                  </a:lnTo>
                  <a:lnTo>
                    <a:pt x="18992" y="16485"/>
                  </a:lnTo>
                  <a:lnTo>
                    <a:pt x="20035" y="16505"/>
                  </a:lnTo>
                  <a:lnTo>
                    <a:pt x="20035" y="16505"/>
                  </a:lnTo>
                  <a:lnTo>
                    <a:pt x="20897" y="16485"/>
                  </a:lnTo>
                  <a:lnTo>
                    <a:pt x="21739" y="16465"/>
                  </a:lnTo>
                  <a:lnTo>
                    <a:pt x="22602" y="16405"/>
                  </a:lnTo>
                  <a:lnTo>
                    <a:pt x="23444" y="16345"/>
                  </a:lnTo>
                  <a:lnTo>
                    <a:pt x="24286" y="16265"/>
                  </a:lnTo>
                  <a:lnTo>
                    <a:pt x="25108" y="16164"/>
                  </a:lnTo>
                  <a:lnTo>
                    <a:pt x="25931" y="16044"/>
                  </a:lnTo>
                  <a:lnTo>
                    <a:pt x="26733" y="15924"/>
                  </a:lnTo>
                  <a:lnTo>
                    <a:pt x="27515" y="15803"/>
                  </a:lnTo>
                  <a:lnTo>
                    <a:pt x="28297" y="15643"/>
                  </a:lnTo>
                  <a:lnTo>
                    <a:pt x="29801" y="15342"/>
                  </a:lnTo>
                  <a:lnTo>
                    <a:pt x="31245" y="15001"/>
                  </a:lnTo>
                  <a:lnTo>
                    <a:pt x="32589" y="14660"/>
                  </a:lnTo>
                  <a:lnTo>
                    <a:pt x="33832" y="14299"/>
                  </a:lnTo>
                  <a:lnTo>
                    <a:pt x="34975" y="13958"/>
                  </a:lnTo>
                  <a:lnTo>
                    <a:pt x="35998" y="13617"/>
                  </a:lnTo>
                  <a:lnTo>
                    <a:pt x="36900" y="13317"/>
                  </a:lnTo>
                  <a:lnTo>
                    <a:pt x="38224" y="12835"/>
                  </a:lnTo>
                  <a:lnTo>
                    <a:pt x="38906" y="12575"/>
                  </a:lnTo>
                  <a:lnTo>
                    <a:pt x="38906" y="12575"/>
                  </a:lnTo>
                  <a:lnTo>
                    <a:pt x="38986" y="12514"/>
                  </a:lnTo>
                  <a:lnTo>
                    <a:pt x="39066" y="12434"/>
                  </a:lnTo>
                  <a:lnTo>
                    <a:pt x="39146" y="12334"/>
                  </a:lnTo>
                  <a:lnTo>
                    <a:pt x="39227" y="12194"/>
                  </a:lnTo>
                  <a:lnTo>
                    <a:pt x="39367" y="11833"/>
                  </a:lnTo>
                  <a:lnTo>
                    <a:pt x="39507" y="11391"/>
                  </a:lnTo>
                  <a:lnTo>
                    <a:pt x="39507" y="11391"/>
                  </a:lnTo>
                  <a:lnTo>
                    <a:pt x="38645" y="11632"/>
                  </a:lnTo>
                  <a:lnTo>
                    <a:pt x="37783" y="11873"/>
                  </a:lnTo>
                  <a:lnTo>
                    <a:pt x="36920" y="12073"/>
                  </a:lnTo>
                  <a:lnTo>
                    <a:pt x="36038" y="12274"/>
                  </a:lnTo>
                  <a:lnTo>
                    <a:pt x="35176" y="12474"/>
                  </a:lnTo>
                  <a:lnTo>
                    <a:pt x="34293" y="12635"/>
                  </a:lnTo>
                  <a:lnTo>
                    <a:pt x="33411" y="12795"/>
                  </a:lnTo>
                  <a:lnTo>
                    <a:pt x="32528" y="12936"/>
                  </a:lnTo>
                  <a:lnTo>
                    <a:pt x="31626" y="13056"/>
                  </a:lnTo>
                  <a:lnTo>
                    <a:pt x="30744" y="13156"/>
                  </a:lnTo>
                  <a:lnTo>
                    <a:pt x="29841" y="13256"/>
                  </a:lnTo>
                  <a:lnTo>
                    <a:pt x="28959" y="13317"/>
                  </a:lnTo>
                  <a:lnTo>
                    <a:pt x="28056" y="13377"/>
                  </a:lnTo>
                  <a:lnTo>
                    <a:pt x="27154" y="13417"/>
                  </a:lnTo>
                  <a:lnTo>
                    <a:pt x="26251" y="13437"/>
                  </a:lnTo>
                  <a:lnTo>
                    <a:pt x="25369" y="13457"/>
                  </a:lnTo>
                  <a:lnTo>
                    <a:pt x="25369" y="13457"/>
                  </a:lnTo>
                  <a:lnTo>
                    <a:pt x="24587" y="13437"/>
                  </a:lnTo>
                  <a:lnTo>
                    <a:pt x="23825" y="13437"/>
                  </a:lnTo>
                  <a:lnTo>
                    <a:pt x="23063" y="13397"/>
                  </a:lnTo>
                  <a:lnTo>
                    <a:pt x="22281" y="13357"/>
                  </a:lnTo>
                  <a:lnTo>
                    <a:pt x="21519" y="13297"/>
                  </a:lnTo>
                  <a:lnTo>
                    <a:pt x="20756" y="13236"/>
                  </a:lnTo>
                  <a:lnTo>
                    <a:pt x="19974" y="13156"/>
                  </a:lnTo>
                  <a:lnTo>
                    <a:pt x="19212" y="13056"/>
                  </a:lnTo>
                  <a:lnTo>
                    <a:pt x="19212" y="13056"/>
                  </a:lnTo>
                  <a:lnTo>
                    <a:pt x="18410" y="12956"/>
                  </a:lnTo>
                  <a:lnTo>
                    <a:pt x="17608" y="12835"/>
                  </a:lnTo>
                  <a:lnTo>
                    <a:pt x="16806" y="12695"/>
                  </a:lnTo>
                  <a:lnTo>
                    <a:pt x="16004" y="12554"/>
                  </a:lnTo>
                  <a:lnTo>
                    <a:pt x="15201" y="12374"/>
                  </a:lnTo>
                  <a:lnTo>
                    <a:pt x="14399" y="12214"/>
                  </a:lnTo>
                  <a:lnTo>
                    <a:pt x="13617" y="12013"/>
                  </a:lnTo>
                  <a:lnTo>
                    <a:pt x="12835" y="11792"/>
                  </a:lnTo>
                  <a:lnTo>
                    <a:pt x="12835" y="11792"/>
                  </a:lnTo>
                  <a:lnTo>
                    <a:pt x="12233" y="11612"/>
                  </a:lnTo>
                  <a:lnTo>
                    <a:pt x="11592" y="11391"/>
                  </a:lnTo>
                  <a:lnTo>
                    <a:pt x="11291" y="11271"/>
                  </a:lnTo>
                  <a:lnTo>
                    <a:pt x="10970" y="11131"/>
                  </a:lnTo>
                  <a:lnTo>
                    <a:pt x="10669" y="10970"/>
                  </a:lnTo>
                  <a:lnTo>
                    <a:pt x="10388" y="10810"/>
                  </a:lnTo>
                  <a:lnTo>
                    <a:pt x="10388" y="10810"/>
                  </a:lnTo>
                  <a:lnTo>
                    <a:pt x="9566" y="10629"/>
                  </a:lnTo>
                  <a:lnTo>
                    <a:pt x="8784" y="10429"/>
                  </a:lnTo>
                  <a:lnTo>
                    <a:pt x="8784" y="10429"/>
                  </a:lnTo>
                  <a:lnTo>
                    <a:pt x="7922" y="10188"/>
                  </a:lnTo>
                  <a:lnTo>
                    <a:pt x="7119" y="9907"/>
                  </a:lnTo>
                  <a:lnTo>
                    <a:pt x="6357" y="9627"/>
                  </a:lnTo>
                  <a:lnTo>
                    <a:pt x="5635" y="9346"/>
                  </a:lnTo>
                  <a:lnTo>
                    <a:pt x="4974" y="9045"/>
                  </a:lnTo>
                  <a:lnTo>
                    <a:pt x="4372" y="8724"/>
                  </a:lnTo>
                  <a:lnTo>
                    <a:pt x="3831" y="8423"/>
                  </a:lnTo>
                  <a:lnTo>
                    <a:pt x="3329" y="8122"/>
                  </a:lnTo>
                  <a:lnTo>
                    <a:pt x="2888" y="7802"/>
                  </a:lnTo>
                  <a:lnTo>
                    <a:pt x="2507" y="7501"/>
                  </a:lnTo>
                  <a:lnTo>
                    <a:pt x="2186" y="7220"/>
                  </a:lnTo>
                  <a:lnTo>
                    <a:pt x="1925" y="6939"/>
                  </a:lnTo>
                  <a:lnTo>
                    <a:pt x="1725" y="6679"/>
                  </a:lnTo>
                  <a:lnTo>
                    <a:pt x="1584" y="6438"/>
                  </a:lnTo>
                  <a:lnTo>
                    <a:pt x="1544" y="6318"/>
                  </a:lnTo>
                  <a:lnTo>
                    <a:pt x="1504" y="6197"/>
                  </a:lnTo>
                  <a:lnTo>
                    <a:pt x="1484" y="6097"/>
                  </a:lnTo>
                  <a:lnTo>
                    <a:pt x="1504" y="5997"/>
                  </a:lnTo>
                  <a:lnTo>
                    <a:pt x="1504" y="5997"/>
                  </a:lnTo>
                  <a:lnTo>
                    <a:pt x="1524" y="5856"/>
                  </a:lnTo>
                  <a:lnTo>
                    <a:pt x="1564" y="5736"/>
                  </a:lnTo>
                  <a:lnTo>
                    <a:pt x="1604" y="5596"/>
                  </a:lnTo>
                  <a:lnTo>
                    <a:pt x="1685" y="5455"/>
                  </a:lnTo>
                  <a:lnTo>
                    <a:pt x="1785" y="5315"/>
                  </a:lnTo>
                  <a:lnTo>
                    <a:pt x="1885" y="5174"/>
                  </a:lnTo>
                  <a:lnTo>
                    <a:pt x="2146" y="4874"/>
                  </a:lnTo>
                  <a:lnTo>
                    <a:pt x="2467" y="4593"/>
                  </a:lnTo>
                  <a:lnTo>
                    <a:pt x="2828" y="4312"/>
                  </a:lnTo>
                  <a:lnTo>
                    <a:pt x="3249" y="4011"/>
                  </a:lnTo>
                  <a:lnTo>
                    <a:pt x="3710" y="3730"/>
                  </a:lnTo>
                  <a:lnTo>
                    <a:pt x="4212" y="3470"/>
                  </a:lnTo>
                  <a:lnTo>
                    <a:pt x="4733" y="3209"/>
                  </a:lnTo>
                  <a:lnTo>
                    <a:pt x="5294" y="2948"/>
                  </a:lnTo>
                  <a:lnTo>
                    <a:pt x="5856" y="2728"/>
                  </a:lnTo>
                  <a:lnTo>
                    <a:pt x="6458" y="2507"/>
                  </a:lnTo>
                  <a:lnTo>
                    <a:pt x="7059" y="2307"/>
                  </a:lnTo>
                  <a:lnTo>
                    <a:pt x="7681" y="2126"/>
                  </a:lnTo>
                  <a:lnTo>
                    <a:pt x="8283" y="1966"/>
                  </a:lnTo>
                  <a:lnTo>
                    <a:pt x="8283" y="1966"/>
                  </a:lnTo>
                  <a:lnTo>
                    <a:pt x="8864" y="1845"/>
                  </a:lnTo>
                  <a:lnTo>
                    <a:pt x="9466" y="1725"/>
                  </a:lnTo>
                  <a:lnTo>
                    <a:pt x="10128" y="1605"/>
                  </a:lnTo>
                  <a:lnTo>
                    <a:pt x="10809" y="1504"/>
                  </a:lnTo>
                  <a:lnTo>
                    <a:pt x="12273" y="1324"/>
                  </a:lnTo>
                  <a:lnTo>
                    <a:pt x="13858" y="1164"/>
                  </a:lnTo>
                  <a:lnTo>
                    <a:pt x="15542" y="1063"/>
                  </a:lnTo>
                  <a:lnTo>
                    <a:pt x="17267" y="963"/>
                  </a:lnTo>
                  <a:lnTo>
                    <a:pt x="19032" y="923"/>
                  </a:lnTo>
                  <a:lnTo>
                    <a:pt x="20837" y="903"/>
                  </a:lnTo>
                  <a:lnTo>
                    <a:pt x="20837" y="903"/>
                  </a:lnTo>
                  <a:lnTo>
                    <a:pt x="21017" y="903"/>
                  </a:lnTo>
                  <a:lnTo>
                    <a:pt x="21017" y="903"/>
                  </a:lnTo>
                  <a:lnTo>
                    <a:pt x="22200" y="682"/>
                  </a:lnTo>
                  <a:lnTo>
                    <a:pt x="23404" y="482"/>
                  </a:lnTo>
                  <a:lnTo>
                    <a:pt x="24587" y="321"/>
                  </a:lnTo>
                  <a:lnTo>
                    <a:pt x="25790" y="181"/>
                  </a:lnTo>
                  <a:lnTo>
                    <a:pt x="25790" y="181"/>
                  </a:lnTo>
                  <a:lnTo>
                    <a:pt x="24406" y="101"/>
                  </a:lnTo>
                  <a:lnTo>
                    <a:pt x="23003" y="40"/>
                  </a:lnTo>
                  <a:lnTo>
                    <a:pt x="21559" y="0"/>
                  </a:lnTo>
                  <a:lnTo>
                    <a:pt x="2011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4" name="Google Shape;6604;p30"/>
            <p:cNvSpPr/>
            <p:nvPr/>
          </p:nvSpPr>
          <p:spPr>
            <a:xfrm>
              <a:off x="11223475" y="4170988"/>
              <a:ext cx="943075" cy="265250"/>
            </a:xfrm>
            <a:custGeom>
              <a:avLst/>
              <a:gdLst/>
              <a:ahLst/>
              <a:cxnLst/>
              <a:rect l="l" t="t" r="r" b="b"/>
              <a:pathLst>
                <a:path w="37723" h="10610" extrusionOk="0">
                  <a:moveTo>
                    <a:pt x="18771" y="1"/>
                  </a:moveTo>
                  <a:lnTo>
                    <a:pt x="17708" y="21"/>
                  </a:lnTo>
                  <a:lnTo>
                    <a:pt x="16665" y="41"/>
                  </a:lnTo>
                  <a:lnTo>
                    <a:pt x="15623" y="81"/>
                  </a:lnTo>
                  <a:lnTo>
                    <a:pt x="14600" y="121"/>
                  </a:lnTo>
                  <a:lnTo>
                    <a:pt x="13577" y="181"/>
                  </a:lnTo>
                  <a:lnTo>
                    <a:pt x="12594" y="262"/>
                  </a:lnTo>
                  <a:lnTo>
                    <a:pt x="11652" y="342"/>
                  </a:lnTo>
                  <a:lnTo>
                    <a:pt x="10729" y="422"/>
                  </a:lnTo>
                  <a:lnTo>
                    <a:pt x="9847" y="542"/>
                  </a:lnTo>
                  <a:lnTo>
                    <a:pt x="9005" y="643"/>
                  </a:lnTo>
                  <a:lnTo>
                    <a:pt x="8222" y="783"/>
                  </a:lnTo>
                  <a:lnTo>
                    <a:pt x="7480" y="903"/>
                  </a:lnTo>
                  <a:lnTo>
                    <a:pt x="6799" y="1064"/>
                  </a:lnTo>
                  <a:lnTo>
                    <a:pt x="6197" y="1224"/>
                  </a:lnTo>
                  <a:lnTo>
                    <a:pt x="5575" y="1405"/>
                  </a:lnTo>
                  <a:lnTo>
                    <a:pt x="4974" y="1605"/>
                  </a:lnTo>
                  <a:lnTo>
                    <a:pt x="4372" y="1826"/>
                  </a:lnTo>
                  <a:lnTo>
                    <a:pt x="3810" y="2046"/>
                  </a:lnTo>
                  <a:lnTo>
                    <a:pt x="3249" y="2307"/>
                  </a:lnTo>
                  <a:lnTo>
                    <a:pt x="2728" y="2568"/>
                  </a:lnTo>
                  <a:lnTo>
                    <a:pt x="2226" y="2828"/>
                  </a:lnTo>
                  <a:lnTo>
                    <a:pt x="1765" y="3109"/>
                  </a:lnTo>
                  <a:lnTo>
                    <a:pt x="1344" y="3410"/>
                  </a:lnTo>
                  <a:lnTo>
                    <a:pt x="983" y="3691"/>
                  </a:lnTo>
                  <a:lnTo>
                    <a:pt x="662" y="3972"/>
                  </a:lnTo>
                  <a:lnTo>
                    <a:pt x="401" y="4272"/>
                  </a:lnTo>
                  <a:lnTo>
                    <a:pt x="301" y="4413"/>
                  </a:lnTo>
                  <a:lnTo>
                    <a:pt x="201" y="4553"/>
                  </a:lnTo>
                  <a:lnTo>
                    <a:pt x="120" y="4694"/>
                  </a:lnTo>
                  <a:lnTo>
                    <a:pt x="80" y="4834"/>
                  </a:lnTo>
                  <a:lnTo>
                    <a:pt x="40" y="4954"/>
                  </a:lnTo>
                  <a:lnTo>
                    <a:pt x="20" y="5095"/>
                  </a:lnTo>
                  <a:lnTo>
                    <a:pt x="0" y="5195"/>
                  </a:lnTo>
                  <a:lnTo>
                    <a:pt x="20" y="5295"/>
                  </a:lnTo>
                  <a:lnTo>
                    <a:pt x="60" y="5416"/>
                  </a:lnTo>
                  <a:lnTo>
                    <a:pt x="100" y="5536"/>
                  </a:lnTo>
                  <a:lnTo>
                    <a:pt x="241" y="5777"/>
                  </a:lnTo>
                  <a:lnTo>
                    <a:pt x="441" y="6037"/>
                  </a:lnTo>
                  <a:lnTo>
                    <a:pt x="702" y="6318"/>
                  </a:lnTo>
                  <a:lnTo>
                    <a:pt x="1023" y="6599"/>
                  </a:lnTo>
                  <a:lnTo>
                    <a:pt x="1404" y="6900"/>
                  </a:lnTo>
                  <a:lnTo>
                    <a:pt x="1845" y="7220"/>
                  </a:lnTo>
                  <a:lnTo>
                    <a:pt x="2347" y="7521"/>
                  </a:lnTo>
                  <a:lnTo>
                    <a:pt x="2888" y="7822"/>
                  </a:lnTo>
                  <a:lnTo>
                    <a:pt x="3490" y="8143"/>
                  </a:lnTo>
                  <a:lnTo>
                    <a:pt x="4151" y="8444"/>
                  </a:lnTo>
                  <a:lnTo>
                    <a:pt x="4873" y="8725"/>
                  </a:lnTo>
                  <a:lnTo>
                    <a:pt x="5635" y="9005"/>
                  </a:lnTo>
                  <a:lnTo>
                    <a:pt x="6438" y="9286"/>
                  </a:lnTo>
                  <a:lnTo>
                    <a:pt x="7300" y="9527"/>
                  </a:lnTo>
                  <a:lnTo>
                    <a:pt x="7962" y="9707"/>
                  </a:lnTo>
                  <a:lnTo>
                    <a:pt x="8664" y="9868"/>
                  </a:lnTo>
                  <a:lnTo>
                    <a:pt x="9386" y="10008"/>
                  </a:lnTo>
                  <a:lnTo>
                    <a:pt x="10128" y="10148"/>
                  </a:lnTo>
                  <a:lnTo>
                    <a:pt x="10890" y="10269"/>
                  </a:lnTo>
                  <a:lnTo>
                    <a:pt x="11672" y="10369"/>
                  </a:lnTo>
                  <a:lnTo>
                    <a:pt x="12494" y="10469"/>
                  </a:lnTo>
                  <a:lnTo>
                    <a:pt x="13336" y="10529"/>
                  </a:lnTo>
                  <a:lnTo>
                    <a:pt x="14139" y="10590"/>
                  </a:lnTo>
                  <a:lnTo>
                    <a:pt x="14981" y="10610"/>
                  </a:lnTo>
                  <a:lnTo>
                    <a:pt x="16706" y="10610"/>
                  </a:lnTo>
                  <a:lnTo>
                    <a:pt x="17608" y="10590"/>
                  </a:lnTo>
                  <a:lnTo>
                    <a:pt x="18510" y="10549"/>
                  </a:lnTo>
                  <a:lnTo>
                    <a:pt x="19433" y="10489"/>
                  </a:lnTo>
                  <a:lnTo>
                    <a:pt x="20355" y="10409"/>
                  </a:lnTo>
                  <a:lnTo>
                    <a:pt x="21278" y="10329"/>
                  </a:lnTo>
                  <a:lnTo>
                    <a:pt x="22220" y="10229"/>
                  </a:lnTo>
                  <a:lnTo>
                    <a:pt x="24086" y="9988"/>
                  </a:lnTo>
                  <a:lnTo>
                    <a:pt x="25911" y="9727"/>
                  </a:lnTo>
                  <a:lnTo>
                    <a:pt x="27695" y="9426"/>
                  </a:lnTo>
                  <a:lnTo>
                    <a:pt x="29420" y="9086"/>
                  </a:lnTo>
                  <a:lnTo>
                    <a:pt x="31024" y="8725"/>
                  </a:lnTo>
                  <a:lnTo>
                    <a:pt x="32508" y="8364"/>
                  </a:lnTo>
                  <a:lnTo>
                    <a:pt x="33852" y="8003"/>
                  </a:lnTo>
                  <a:lnTo>
                    <a:pt x="34454" y="7802"/>
                  </a:lnTo>
                  <a:lnTo>
                    <a:pt x="35015" y="7622"/>
                  </a:lnTo>
                  <a:lnTo>
                    <a:pt x="35517" y="7441"/>
                  </a:lnTo>
                  <a:lnTo>
                    <a:pt x="35978" y="7261"/>
                  </a:lnTo>
                  <a:lnTo>
                    <a:pt x="36379" y="7080"/>
                  </a:lnTo>
                  <a:lnTo>
                    <a:pt x="36720" y="6900"/>
                  </a:lnTo>
                  <a:lnTo>
                    <a:pt x="37021" y="6739"/>
                  </a:lnTo>
                  <a:lnTo>
                    <a:pt x="37241" y="6579"/>
                  </a:lnTo>
                  <a:lnTo>
                    <a:pt x="37402" y="6418"/>
                  </a:lnTo>
                  <a:lnTo>
                    <a:pt x="37522" y="6238"/>
                  </a:lnTo>
                  <a:lnTo>
                    <a:pt x="37622" y="6057"/>
                  </a:lnTo>
                  <a:lnTo>
                    <a:pt x="37683" y="5877"/>
                  </a:lnTo>
                  <a:lnTo>
                    <a:pt x="37723" y="5696"/>
                  </a:lnTo>
                  <a:lnTo>
                    <a:pt x="37703" y="5496"/>
                  </a:lnTo>
                  <a:lnTo>
                    <a:pt x="37662" y="5295"/>
                  </a:lnTo>
                  <a:lnTo>
                    <a:pt x="37602" y="5095"/>
                  </a:lnTo>
                  <a:lnTo>
                    <a:pt x="37502" y="4894"/>
                  </a:lnTo>
                  <a:lnTo>
                    <a:pt x="37382" y="4694"/>
                  </a:lnTo>
                  <a:lnTo>
                    <a:pt x="37241" y="4473"/>
                  </a:lnTo>
                  <a:lnTo>
                    <a:pt x="37061" y="4272"/>
                  </a:lnTo>
                  <a:lnTo>
                    <a:pt x="36860" y="4072"/>
                  </a:lnTo>
                  <a:lnTo>
                    <a:pt x="36640" y="3851"/>
                  </a:lnTo>
                  <a:lnTo>
                    <a:pt x="36399" y="3651"/>
                  </a:lnTo>
                  <a:lnTo>
                    <a:pt x="36138" y="3430"/>
                  </a:lnTo>
                  <a:lnTo>
                    <a:pt x="35858" y="3230"/>
                  </a:lnTo>
                  <a:lnTo>
                    <a:pt x="35577" y="3029"/>
                  </a:lnTo>
                  <a:lnTo>
                    <a:pt x="34935" y="2628"/>
                  </a:lnTo>
                  <a:lnTo>
                    <a:pt x="34233" y="2267"/>
                  </a:lnTo>
                  <a:lnTo>
                    <a:pt x="33491" y="1906"/>
                  </a:lnTo>
                  <a:lnTo>
                    <a:pt x="32709" y="1585"/>
                  </a:lnTo>
                  <a:lnTo>
                    <a:pt x="31907" y="1304"/>
                  </a:lnTo>
                  <a:lnTo>
                    <a:pt x="31085" y="1064"/>
                  </a:lnTo>
                  <a:lnTo>
                    <a:pt x="30242" y="863"/>
                  </a:lnTo>
                  <a:lnTo>
                    <a:pt x="29400" y="703"/>
                  </a:lnTo>
                  <a:lnTo>
                    <a:pt x="28477" y="542"/>
                  </a:lnTo>
                  <a:lnTo>
                    <a:pt x="27495" y="422"/>
                  </a:lnTo>
                  <a:lnTo>
                    <a:pt x="26472" y="302"/>
                  </a:lnTo>
                  <a:lnTo>
                    <a:pt x="25389" y="221"/>
                  </a:lnTo>
                  <a:lnTo>
                    <a:pt x="24266" y="141"/>
                  </a:lnTo>
                  <a:lnTo>
                    <a:pt x="23103" y="81"/>
                  </a:lnTo>
                  <a:lnTo>
                    <a:pt x="21920" y="41"/>
                  </a:lnTo>
                  <a:lnTo>
                    <a:pt x="2087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5" name="Google Shape;6605;p30"/>
            <p:cNvSpPr/>
            <p:nvPr/>
          </p:nvSpPr>
          <p:spPr>
            <a:xfrm>
              <a:off x="11223475" y="4170988"/>
              <a:ext cx="943075" cy="265250"/>
            </a:xfrm>
            <a:custGeom>
              <a:avLst/>
              <a:gdLst/>
              <a:ahLst/>
              <a:cxnLst/>
              <a:rect l="l" t="t" r="r" b="b"/>
              <a:pathLst>
                <a:path w="37723" h="10610" fill="none" extrusionOk="0">
                  <a:moveTo>
                    <a:pt x="37241" y="6579"/>
                  </a:moveTo>
                  <a:lnTo>
                    <a:pt x="37241" y="6579"/>
                  </a:lnTo>
                  <a:lnTo>
                    <a:pt x="37021" y="6739"/>
                  </a:lnTo>
                  <a:lnTo>
                    <a:pt x="36720" y="6900"/>
                  </a:lnTo>
                  <a:lnTo>
                    <a:pt x="36379" y="7080"/>
                  </a:lnTo>
                  <a:lnTo>
                    <a:pt x="35978" y="7261"/>
                  </a:lnTo>
                  <a:lnTo>
                    <a:pt x="35517" y="7441"/>
                  </a:lnTo>
                  <a:lnTo>
                    <a:pt x="35015" y="7622"/>
                  </a:lnTo>
                  <a:lnTo>
                    <a:pt x="34454" y="7802"/>
                  </a:lnTo>
                  <a:lnTo>
                    <a:pt x="33852" y="8003"/>
                  </a:lnTo>
                  <a:lnTo>
                    <a:pt x="32508" y="8364"/>
                  </a:lnTo>
                  <a:lnTo>
                    <a:pt x="31024" y="8725"/>
                  </a:lnTo>
                  <a:lnTo>
                    <a:pt x="29420" y="9086"/>
                  </a:lnTo>
                  <a:lnTo>
                    <a:pt x="27695" y="9426"/>
                  </a:lnTo>
                  <a:lnTo>
                    <a:pt x="25911" y="9727"/>
                  </a:lnTo>
                  <a:lnTo>
                    <a:pt x="24086" y="9988"/>
                  </a:lnTo>
                  <a:lnTo>
                    <a:pt x="22220" y="10229"/>
                  </a:lnTo>
                  <a:lnTo>
                    <a:pt x="21278" y="10329"/>
                  </a:lnTo>
                  <a:lnTo>
                    <a:pt x="20355" y="10409"/>
                  </a:lnTo>
                  <a:lnTo>
                    <a:pt x="19433" y="10489"/>
                  </a:lnTo>
                  <a:lnTo>
                    <a:pt x="18510" y="10549"/>
                  </a:lnTo>
                  <a:lnTo>
                    <a:pt x="17608" y="10590"/>
                  </a:lnTo>
                  <a:lnTo>
                    <a:pt x="16706" y="10610"/>
                  </a:lnTo>
                  <a:lnTo>
                    <a:pt x="15823" y="10610"/>
                  </a:lnTo>
                  <a:lnTo>
                    <a:pt x="14981" y="10610"/>
                  </a:lnTo>
                  <a:lnTo>
                    <a:pt x="14139" y="10590"/>
                  </a:lnTo>
                  <a:lnTo>
                    <a:pt x="13336" y="10529"/>
                  </a:lnTo>
                  <a:lnTo>
                    <a:pt x="13336" y="10529"/>
                  </a:lnTo>
                  <a:lnTo>
                    <a:pt x="12494" y="10469"/>
                  </a:lnTo>
                  <a:lnTo>
                    <a:pt x="11672" y="10369"/>
                  </a:lnTo>
                  <a:lnTo>
                    <a:pt x="10890" y="10269"/>
                  </a:lnTo>
                  <a:lnTo>
                    <a:pt x="10128" y="10148"/>
                  </a:lnTo>
                  <a:lnTo>
                    <a:pt x="9386" y="10008"/>
                  </a:lnTo>
                  <a:lnTo>
                    <a:pt x="8664" y="9868"/>
                  </a:lnTo>
                  <a:lnTo>
                    <a:pt x="7962" y="9707"/>
                  </a:lnTo>
                  <a:lnTo>
                    <a:pt x="7300" y="9527"/>
                  </a:lnTo>
                  <a:lnTo>
                    <a:pt x="7300" y="9527"/>
                  </a:lnTo>
                  <a:lnTo>
                    <a:pt x="6438" y="9286"/>
                  </a:lnTo>
                  <a:lnTo>
                    <a:pt x="5635" y="9005"/>
                  </a:lnTo>
                  <a:lnTo>
                    <a:pt x="4873" y="8725"/>
                  </a:lnTo>
                  <a:lnTo>
                    <a:pt x="4151" y="8444"/>
                  </a:lnTo>
                  <a:lnTo>
                    <a:pt x="3490" y="8143"/>
                  </a:lnTo>
                  <a:lnTo>
                    <a:pt x="2888" y="7822"/>
                  </a:lnTo>
                  <a:lnTo>
                    <a:pt x="2347" y="7521"/>
                  </a:lnTo>
                  <a:lnTo>
                    <a:pt x="1845" y="7220"/>
                  </a:lnTo>
                  <a:lnTo>
                    <a:pt x="1404" y="6900"/>
                  </a:lnTo>
                  <a:lnTo>
                    <a:pt x="1023" y="6599"/>
                  </a:lnTo>
                  <a:lnTo>
                    <a:pt x="702" y="6318"/>
                  </a:lnTo>
                  <a:lnTo>
                    <a:pt x="441" y="6037"/>
                  </a:lnTo>
                  <a:lnTo>
                    <a:pt x="241" y="5777"/>
                  </a:lnTo>
                  <a:lnTo>
                    <a:pt x="100" y="5536"/>
                  </a:lnTo>
                  <a:lnTo>
                    <a:pt x="60" y="5416"/>
                  </a:lnTo>
                  <a:lnTo>
                    <a:pt x="20" y="5295"/>
                  </a:lnTo>
                  <a:lnTo>
                    <a:pt x="0" y="5195"/>
                  </a:lnTo>
                  <a:lnTo>
                    <a:pt x="20" y="5095"/>
                  </a:lnTo>
                  <a:lnTo>
                    <a:pt x="20" y="5095"/>
                  </a:lnTo>
                  <a:lnTo>
                    <a:pt x="40" y="4954"/>
                  </a:lnTo>
                  <a:lnTo>
                    <a:pt x="80" y="4834"/>
                  </a:lnTo>
                  <a:lnTo>
                    <a:pt x="120" y="4694"/>
                  </a:lnTo>
                  <a:lnTo>
                    <a:pt x="201" y="4553"/>
                  </a:lnTo>
                  <a:lnTo>
                    <a:pt x="301" y="4413"/>
                  </a:lnTo>
                  <a:lnTo>
                    <a:pt x="401" y="4272"/>
                  </a:lnTo>
                  <a:lnTo>
                    <a:pt x="662" y="3972"/>
                  </a:lnTo>
                  <a:lnTo>
                    <a:pt x="983" y="3691"/>
                  </a:lnTo>
                  <a:lnTo>
                    <a:pt x="1344" y="3410"/>
                  </a:lnTo>
                  <a:lnTo>
                    <a:pt x="1765" y="3109"/>
                  </a:lnTo>
                  <a:lnTo>
                    <a:pt x="2226" y="2828"/>
                  </a:lnTo>
                  <a:lnTo>
                    <a:pt x="2728" y="2568"/>
                  </a:lnTo>
                  <a:lnTo>
                    <a:pt x="3249" y="2307"/>
                  </a:lnTo>
                  <a:lnTo>
                    <a:pt x="3810" y="2046"/>
                  </a:lnTo>
                  <a:lnTo>
                    <a:pt x="4372" y="1826"/>
                  </a:lnTo>
                  <a:lnTo>
                    <a:pt x="4974" y="1605"/>
                  </a:lnTo>
                  <a:lnTo>
                    <a:pt x="5575" y="1405"/>
                  </a:lnTo>
                  <a:lnTo>
                    <a:pt x="6197" y="1224"/>
                  </a:lnTo>
                  <a:lnTo>
                    <a:pt x="6799" y="1064"/>
                  </a:lnTo>
                  <a:lnTo>
                    <a:pt x="6799" y="1064"/>
                  </a:lnTo>
                  <a:lnTo>
                    <a:pt x="7480" y="903"/>
                  </a:lnTo>
                  <a:lnTo>
                    <a:pt x="8222" y="783"/>
                  </a:lnTo>
                  <a:lnTo>
                    <a:pt x="9005" y="643"/>
                  </a:lnTo>
                  <a:lnTo>
                    <a:pt x="9847" y="542"/>
                  </a:lnTo>
                  <a:lnTo>
                    <a:pt x="10729" y="422"/>
                  </a:lnTo>
                  <a:lnTo>
                    <a:pt x="11652" y="342"/>
                  </a:lnTo>
                  <a:lnTo>
                    <a:pt x="12594" y="262"/>
                  </a:lnTo>
                  <a:lnTo>
                    <a:pt x="13577" y="181"/>
                  </a:lnTo>
                  <a:lnTo>
                    <a:pt x="14600" y="121"/>
                  </a:lnTo>
                  <a:lnTo>
                    <a:pt x="15623" y="81"/>
                  </a:lnTo>
                  <a:lnTo>
                    <a:pt x="16665" y="41"/>
                  </a:lnTo>
                  <a:lnTo>
                    <a:pt x="17708" y="21"/>
                  </a:lnTo>
                  <a:lnTo>
                    <a:pt x="18771" y="1"/>
                  </a:lnTo>
                  <a:lnTo>
                    <a:pt x="19814" y="1"/>
                  </a:lnTo>
                  <a:lnTo>
                    <a:pt x="20877" y="1"/>
                  </a:lnTo>
                  <a:lnTo>
                    <a:pt x="21920" y="41"/>
                  </a:lnTo>
                  <a:lnTo>
                    <a:pt x="21920" y="41"/>
                  </a:lnTo>
                  <a:lnTo>
                    <a:pt x="21920" y="41"/>
                  </a:lnTo>
                  <a:lnTo>
                    <a:pt x="23103" y="81"/>
                  </a:lnTo>
                  <a:lnTo>
                    <a:pt x="24266" y="141"/>
                  </a:lnTo>
                  <a:lnTo>
                    <a:pt x="25389" y="221"/>
                  </a:lnTo>
                  <a:lnTo>
                    <a:pt x="26472" y="302"/>
                  </a:lnTo>
                  <a:lnTo>
                    <a:pt x="27495" y="422"/>
                  </a:lnTo>
                  <a:lnTo>
                    <a:pt x="28477" y="542"/>
                  </a:lnTo>
                  <a:lnTo>
                    <a:pt x="29400" y="703"/>
                  </a:lnTo>
                  <a:lnTo>
                    <a:pt x="30242" y="863"/>
                  </a:lnTo>
                  <a:lnTo>
                    <a:pt x="30242" y="863"/>
                  </a:lnTo>
                  <a:lnTo>
                    <a:pt x="31085" y="1064"/>
                  </a:lnTo>
                  <a:lnTo>
                    <a:pt x="31907" y="1304"/>
                  </a:lnTo>
                  <a:lnTo>
                    <a:pt x="32709" y="1585"/>
                  </a:lnTo>
                  <a:lnTo>
                    <a:pt x="33491" y="1906"/>
                  </a:lnTo>
                  <a:lnTo>
                    <a:pt x="34233" y="2267"/>
                  </a:lnTo>
                  <a:lnTo>
                    <a:pt x="34935" y="2628"/>
                  </a:lnTo>
                  <a:lnTo>
                    <a:pt x="35577" y="3029"/>
                  </a:lnTo>
                  <a:lnTo>
                    <a:pt x="35858" y="3230"/>
                  </a:lnTo>
                  <a:lnTo>
                    <a:pt x="36138" y="3430"/>
                  </a:lnTo>
                  <a:lnTo>
                    <a:pt x="36399" y="3651"/>
                  </a:lnTo>
                  <a:lnTo>
                    <a:pt x="36640" y="3851"/>
                  </a:lnTo>
                  <a:lnTo>
                    <a:pt x="36860" y="4072"/>
                  </a:lnTo>
                  <a:lnTo>
                    <a:pt x="37061" y="4272"/>
                  </a:lnTo>
                  <a:lnTo>
                    <a:pt x="37241" y="4473"/>
                  </a:lnTo>
                  <a:lnTo>
                    <a:pt x="37382" y="4694"/>
                  </a:lnTo>
                  <a:lnTo>
                    <a:pt x="37502" y="4894"/>
                  </a:lnTo>
                  <a:lnTo>
                    <a:pt x="37602" y="5095"/>
                  </a:lnTo>
                  <a:lnTo>
                    <a:pt x="37662" y="5295"/>
                  </a:lnTo>
                  <a:lnTo>
                    <a:pt x="37703" y="5496"/>
                  </a:lnTo>
                  <a:lnTo>
                    <a:pt x="37723" y="5696"/>
                  </a:lnTo>
                  <a:lnTo>
                    <a:pt x="37683" y="5877"/>
                  </a:lnTo>
                  <a:lnTo>
                    <a:pt x="37622" y="6057"/>
                  </a:lnTo>
                  <a:lnTo>
                    <a:pt x="37522" y="6238"/>
                  </a:lnTo>
                  <a:lnTo>
                    <a:pt x="37402" y="6418"/>
                  </a:lnTo>
                  <a:lnTo>
                    <a:pt x="37241" y="6579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6" name="Google Shape;6606;p30"/>
            <p:cNvSpPr/>
            <p:nvPr/>
          </p:nvSpPr>
          <p:spPr>
            <a:xfrm>
              <a:off x="11405950" y="4171988"/>
              <a:ext cx="759600" cy="264250"/>
            </a:xfrm>
            <a:custGeom>
              <a:avLst/>
              <a:gdLst/>
              <a:ahLst/>
              <a:cxnLst/>
              <a:rect l="l" t="t" r="r" b="b"/>
              <a:pathLst>
                <a:path w="30384" h="10570" extrusionOk="0">
                  <a:moveTo>
                    <a:pt x="14621" y="1"/>
                  </a:moveTo>
                  <a:lnTo>
                    <a:pt x="15423" y="121"/>
                  </a:lnTo>
                  <a:lnTo>
                    <a:pt x="16225" y="282"/>
                  </a:lnTo>
                  <a:lnTo>
                    <a:pt x="17067" y="442"/>
                  </a:lnTo>
                  <a:lnTo>
                    <a:pt x="17569" y="242"/>
                  </a:lnTo>
                  <a:lnTo>
                    <a:pt x="17789" y="161"/>
                  </a:lnTo>
                  <a:lnTo>
                    <a:pt x="16245" y="61"/>
                  </a:lnTo>
                  <a:lnTo>
                    <a:pt x="14621" y="1"/>
                  </a:lnTo>
                  <a:close/>
                  <a:moveTo>
                    <a:pt x="20396" y="402"/>
                  </a:moveTo>
                  <a:lnTo>
                    <a:pt x="19033" y="923"/>
                  </a:lnTo>
                  <a:lnTo>
                    <a:pt x="19434" y="1044"/>
                  </a:lnTo>
                  <a:lnTo>
                    <a:pt x="19795" y="1184"/>
                  </a:lnTo>
                  <a:lnTo>
                    <a:pt x="20176" y="1345"/>
                  </a:lnTo>
                  <a:lnTo>
                    <a:pt x="20517" y="1545"/>
                  </a:lnTo>
                  <a:lnTo>
                    <a:pt x="20858" y="1746"/>
                  </a:lnTo>
                  <a:lnTo>
                    <a:pt x="21178" y="1966"/>
                  </a:lnTo>
                  <a:lnTo>
                    <a:pt x="21479" y="2227"/>
                  </a:lnTo>
                  <a:lnTo>
                    <a:pt x="21740" y="2508"/>
                  </a:lnTo>
                  <a:lnTo>
                    <a:pt x="21900" y="2668"/>
                  </a:lnTo>
                  <a:lnTo>
                    <a:pt x="22021" y="2849"/>
                  </a:lnTo>
                  <a:lnTo>
                    <a:pt x="22141" y="3049"/>
                  </a:lnTo>
                  <a:lnTo>
                    <a:pt x="22241" y="3230"/>
                  </a:lnTo>
                  <a:lnTo>
                    <a:pt x="22342" y="3430"/>
                  </a:lnTo>
                  <a:lnTo>
                    <a:pt x="22402" y="3631"/>
                  </a:lnTo>
                  <a:lnTo>
                    <a:pt x="22462" y="3851"/>
                  </a:lnTo>
                  <a:lnTo>
                    <a:pt x="22522" y="4052"/>
                  </a:lnTo>
                  <a:lnTo>
                    <a:pt x="22542" y="4273"/>
                  </a:lnTo>
                  <a:lnTo>
                    <a:pt x="22562" y="4473"/>
                  </a:lnTo>
                  <a:lnTo>
                    <a:pt x="22542" y="4694"/>
                  </a:lnTo>
                  <a:lnTo>
                    <a:pt x="22522" y="4914"/>
                  </a:lnTo>
                  <a:lnTo>
                    <a:pt x="22462" y="5115"/>
                  </a:lnTo>
                  <a:lnTo>
                    <a:pt x="22402" y="5335"/>
                  </a:lnTo>
                  <a:lnTo>
                    <a:pt x="22302" y="5536"/>
                  </a:lnTo>
                  <a:lnTo>
                    <a:pt x="22201" y="5737"/>
                  </a:lnTo>
                  <a:lnTo>
                    <a:pt x="22201" y="5737"/>
                  </a:lnTo>
                  <a:lnTo>
                    <a:pt x="22342" y="5716"/>
                  </a:lnTo>
                  <a:lnTo>
                    <a:pt x="24608" y="5576"/>
                  </a:lnTo>
                  <a:lnTo>
                    <a:pt x="26734" y="5436"/>
                  </a:lnTo>
                  <a:lnTo>
                    <a:pt x="28679" y="5335"/>
                  </a:lnTo>
                  <a:lnTo>
                    <a:pt x="30384" y="5275"/>
                  </a:lnTo>
                  <a:lnTo>
                    <a:pt x="30323" y="5115"/>
                  </a:lnTo>
                  <a:lnTo>
                    <a:pt x="30263" y="4954"/>
                  </a:lnTo>
                  <a:lnTo>
                    <a:pt x="30183" y="4794"/>
                  </a:lnTo>
                  <a:lnTo>
                    <a:pt x="30083" y="4634"/>
                  </a:lnTo>
                  <a:lnTo>
                    <a:pt x="29822" y="4313"/>
                  </a:lnTo>
                  <a:lnTo>
                    <a:pt x="29521" y="3972"/>
                  </a:lnTo>
                  <a:lnTo>
                    <a:pt x="29160" y="3651"/>
                  </a:lnTo>
                  <a:lnTo>
                    <a:pt x="28759" y="3330"/>
                  </a:lnTo>
                  <a:lnTo>
                    <a:pt x="28298" y="3009"/>
                  </a:lnTo>
                  <a:lnTo>
                    <a:pt x="27796" y="2688"/>
                  </a:lnTo>
                  <a:lnTo>
                    <a:pt x="27275" y="2407"/>
                  </a:lnTo>
                  <a:lnTo>
                    <a:pt x="26714" y="2107"/>
                  </a:lnTo>
                  <a:lnTo>
                    <a:pt x="26112" y="1846"/>
                  </a:lnTo>
                  <a:lnTo>
                    <a:pt x="25510" y="1585"/>
                  </a:lnTo>
                  <a:lnTo>
                    <a:pt x="24889" y="1365"/>
                  </a:lnTo>
                  <a:lnTo>
                    <a:pt x="24247" y="1164"/>
                  </a:lnTo>
                  <a:lnTo>
                    <a:pt x="23605" y="964"/>
                  </a:lnTo>
                  <a:lnTo>
                    <a:pt x="22943" y="823"/>
                  </a:lnTo>
                  <a:lnTo>
                    <a:pt x="22362" y="703"/>
                  </a:lnTo>
                  <a:lnTo>
                    <a:pt x="21740" y="603"/>
                  </a:lnTo>
                  <a:lnTo>
                    <a:pt x="21078" y="502"/>
                  </a:lnTo>
                  <a:lnTo>
                    <a:pt x="20396" y="402"/>
                  </a:lnTo>
                  <a:close/>
                  <a:moveTo>
                    <a:pt x="29962" y="6499"/>
                  </a:moveTo>
                  <a:lnTo>
                    <a:pt x="26373" y="6679"/>
                  </a:lnTo>
                  <a:lnTo>
                    <a:pt x="22502" y="6880"/>
                  </a:lnTo>
                  <a:lnTo>
                    <a:pt x="22302" y="6880"/>
                  </a:lnTo>
                  <a:lnTo>
                    <a:pt x="21860" y="6920"/>
                  </a:lnTo>
                  <a:lnTo>
                    <a:pt x="20878" y="6960"/>
                  </a:lnTo>
                  <a:lnTo>
                    <a:pt x="20838" y="6960"/>
                  </a:lnTo>
                  <a:lnTo>
                    <a:pt x="20497" y="7160"/>
                  </a:lnTo>
                  <a:lnTo>
                    <a:pt x="20136" y="7321"/>
                  </a:lnTo>
                  <a:lnTo>
                    <a:pt x="19775" y="7481"/>
                  </a:lnTo>
                  <a:lnTo>
                    <a:pt x="19434" y="7622"/>
                  </a:lnTo>
                  <a:lnTo>
                    <a:pt x="18692" y="7882"/>
                  </a:lnTo>
                  <a:lnTo>
                    <a:pt x="17950" y="8123"/>
                  </a:lnTo>
                  <a:lnTo>
                    <a:pt x="17188" y="8324"/>
                  </a:lnTo>
                  <a:lnTo>
                    <a:pt x="16426" y="8504"/>
                  </a:lnTo>
                  <a:lnTo>
                    <a:pt x="15664" y="8644"/>
                  </a:lnTo>
                  <a:lnTo>
                    <a:pt x="14901" y="8785"/>
                  </a:lnTo>
                  <a:lnTo>
                    <a:pt x="13357" y="9025"/>
                  </a:lnTo>
                  <a:lnTo>
                    <a:pt x="12375" y="9166"/>
                  </a:lnTo>
                  <a:lnTo>
                    <a:pt x="11392" y="9286"/>
                  </a:lnTo>
                  <a:lnTo>
                    <a:pt x="10409" y="9366"/>
                  </a:lnTo>
                  <a:lnTo>
                    <a:pt x="9427" y="9447"/>
                  </a:lnTo>
                  <a:lnTo>
                    <a:pt x="8444" y="9507"/>
                  </a:lnTo>
                  <a:lnTo>
                    <a:pt x="7461" y="9567"/>
                  </a:lnTo>
                  <a:lnTo>
                    <a:pt x="6479" y="9587"/>
                  </a:lnTo>
                  <a:lnTo>
                    <a:pt x="4172" y="9587"/>
                  </a:lnTo>
                  <a:lnTo>
                    <a:pt x="2869" y="9527"/>
                  </a:lnTo>
                  <a:lnTo>
                    <a:pt x="1545" y="9467"/>
                  </a:lnTo>
                  <a:lnTo>
                    <a:pt x="242" y="9346"/>
                  </a:lnTo>
                  <a:lnTo>
                    <a:pt x="222" y="9346"/>
                  </a:lnTo>
                  <a:lnTo>
                    <a:pt x="141" y="9366"/>
                  </a:lnTo>
                  <a:lnTo>
                    <a:pt x="81" y="9386"/>
                  </a:lnTo>
                  <a:lnTo>
                    <a:pt x="41" y="9427"/>
                  </a:lnTo>
                  <a:lnTo>
                    <a:pt x="1" y="9487"/>
                  </a:lnTo>
                  <a:lnTo>
                    <a:pt x="663" y="9667"/>
                  </a:lnTo>
                  <a:lnTo>
                    <a:pt x="1365" y="9828"/>
                  </a:lnTo>
                  <a:lnTo>
                    <a:pt x="2087" y="9968"/>
                  </a:lnTo>
                  <a:lnTo>
                    <a:pt x="2829" y="10108"/>
                  </a:lnTo>
                  <a:lnTo>
                    <a:pt x="3591" y="10229"/>
                  </a:lnTo>
                  <a:lnTo>
                    <a:pt x="4373" y="10329"/>
                  </a:lnTo>
                  <a:lnTo>
                    <a:pt x="5195" y="10429"/>
                  </a:lnTo>
                  <a:lnTo>
                    <a:pt x="6037" y="10489"/>
                  </a:lnTo>
                  <a:lnTo>
                    <a:pt x="7261" y="10550"/>
                  </a:lnTo>
                  <a:lnTo>
                    <a:pt x="8524" y="10570"/>
                  </a:lnTo>
                  <a:lnTo>
                    <a:pt x="9326" y="10570"/>
                  </a:lnTo>
                  <a:lnTo>
                    <a:pt x="10128" y="10550"/>
                  </a:lnTo>
                  <a:lnTo>
                    <a:pt x="10951" y="10509"/>
                  </a:lnTo>
                  <a:lnTo>
                    <a:pt x="11773" y="10469"/>
                  </a:lnTo>
                  <a:lnTo>
                    <a:pt x="13458" y="10329"/>
                  </a:lnTo>
                  <a:lnTo>
                    <a:pt x="15142" y="10169"/>
                  </a:lnTo>
                  <a:lnTo>
                    <a:pt x="16847" y="9948"/>
                  </a:lnTo>
                  <a:lnTo>
                    <a:pt x="18511" y="9707"/>
                  </a:lnTo>
                  <a:lnTo>
                    <a:pt x="20136" y="9427"/>
                  </a:lnTo>
                  <a:lnTo>
                    <a:pt x="21700" y="9126"/>
                  </a:lnTo>
                  <a:lnTo>
                    <a:pt x="23184" y="8825"/>
                  </a:lnTo>
                  <a:lnTo>
                    <a:pt x="24568" y="8484"/>
                  </a:lnTo>
                  <a:lnTo>
                    <a:pt x="25851" y="8163"/>
                  </a:lnTo>
                  <a:lnTo>
                    <a:pt x="26994" y="7822"/>
                  </a:lnTo>
                  <a:lnTo>
                    <a:pt x="27997" y="7481"/>
                  </a:lnTo>
                  <a:lnTo>
                    <a:pt x="28438" y="7321"/>
                  </a:lnTo>
                  <a:lnTo>
                    <a:pt x="28839" y="7140"/>
                  </a:lnTo>
                  <a:lnTo>
                    <a:pt x="29180" y="7000"/>
                  </a:lnTo>
                  <a:lnTo>
                    <a:pt x="29481" y="6840"/>
                  </a:lnTo>
                  <a:lnTo>
                    <a:pt x="29742" y="6679"/>
                  </a:lnTo>
                  <a:lnTo>
                    <a:pt x="29942" y="6539"/>
                  </a:lnTo>
                  <a:lnTo>
                    <a:pt x="29962" y="6499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7" name="Google Shape;6607;p30"/>
            <p:cNvSpPr/>
            <p:nvPr/>
          </p:nvSpPr>
          <p:spPr>
            <a:xfrm>
              <a:off x="11405950" y="4334438"/>
              <a:ext cx="749075" cy="101800"/>
            </a:xfrm>
            <a:custGeom>
              <a:avLst/>
              <a:gdLst/>
              <a:ahLst/>
              <a:cxnLst/>
              <a:rect l="l" t="t" r="r" b="b"/>
              <a:pathLst>
                <a:path w="29963" h="4072" fill="none" extrusionOk="0">
                  <a:moveTo>
                    <a:pt x="29962" y="1"/>
                  </a:moveTo>
                  <a:lnTo>
                    <a:pt x="29962" y="1"/>
                  </a:lnTo>
                  <a:lnTo>
                    <a:pt x="26373" y="181"/>
                  </a:lnTo>
                  <a:lnTo>
                    <a:pt x="26373" y="181"/>
                  </a:lnTo>
                  <a:lnTo>
                    <a:pt x="22502" y="382"/>
                  </a:lnTo>
                  <a:lnTo>
                    <a:pt x="22502" y="382"/>
                  </a:lnTo>
                  <a:lnTo>
                    <a:pt x="22342" y="382"/>
                  </a:lnTo>
                  <a:lnTo>
                    <a:pt x="22342" y="382"/>
                  </a:lnTo>
                  <a:lnTo>
                    <a:pt x="22302" y="382"/>
                  </a:lnTo>
                  <a:lnTo>
                    <a:pt x="22302" y="382"/>
                  </a:lnTo>
                  <a:lnTo>
                    <a:pt x="21860" y="422"/>
                  </a:lnTo>
                  <a:lnTo>
                    <a:pt x="21860" y="422"/>
                  </a:lnTo>
                  <a:lnTo>
                    <a:pt x="20878" y="462"/>
                  </a:lnTo>
                  <a:lnTo>
                    <a:pt x="20878" y="462"/>
                  </a:lnTo>
                  <a:lnTo>
                    <a:pt x="20838" y="462"/>
                  </a:lnTo>
                  <a:lnTo>
                    <a:pt x="20838" y="462"/>
                  </a:lnTo>
                  <a:lnTo>
                    <a:pt x="20497" y="662"/>
                  </a:lnTo>
                  <a:lnTo>
                    <a:pt x="20136" y="823"/>
                  </a:lnTo>
                  <a:lnTo>
                    <a:pt x="19775" y="983"/>
                  </a:lnTo>
                  <a:lnTo>
                    <a:pt x="19434" y="1124"/>
                  </a:lnTo>
                  <a:lnTo>
                    <a:pt x="19434" y="1124"/>
                  </a:lnTo>
                  <a:lnTo>
                    <a:pt x="18692" y="1384"/>
                  </a:lnTo>
                  <a:lnTo>
                    <a:pt x="17950" y="1625"/>
                  </a:lnTo>
                  <a:lnTo>
                    <a:pt x="17188" y="1826"/>
                  </a:lnTo>
                  <a:lnTo>
                    <a:pt x="16426" y="2006"/>
                  </a:lnTo>
                  <a:lnTo>
                    <a:pt x="15664" y="2146"/>
                  </a:lnTo>
                  <a:lnTo>
                    <a:pt x="14901" y="2287"/>
                  </a:lnTo>
                  <a:lnTo>
                    <a:pt x="13357" y="2527"/>
                  </a:lnTo>
                  <a:lnTo>
                    <a:pt x="13357" y="2527"/>
                  </a:lnTo>
                  <a:lnTo>
                    <a:pt x="12375" y="2668"/>
                  </a:lnTo>
                  <a:lnTo>
                    <a:pt x="11392" y="2788"/>
                  </a:lnTo>
                  <a:lnTo>
                    <a:pt x="10409" y="2868"/>
                  </a:lnTo>
                  <a:lnTo>
                    <a:pt x="9427" y="2949"/>
                  </a:lnTo>
                  <a:lnTo>
                    <a:pt x="8444" y="3009"/>
                  </a:lnTo>
                  <a:lnTo>
                    <a:pt x="7461" y="3069"/>
                  </a:lnTo>
                  <a:lnTo>
                    <a:pt x="6479" y="3089"/>
                  </a:lnTo>
                  <a:lnTo>
                    <a:pt x="5496" y="3089"/>
                  </a:lnTo>
                  <a:lnTo>
                    <a:pt x="5496" y="3089"/>
                  </a:lnTo>
                  <a:lnTo>
                    <a:pt x="4172" y="3089"/>
                  </a:lnTo>
                  <a:lnTo>
                    <a:pt x="2869" y="3029"/>
                  </a:lnTo>
                  <a:lnTo>
                    <a:pt x="1545" y="2969"/>
                  </a:lnTo>
                  <a:lnTo>
                    <a:pt x="242" y="2848"/>
                  </a:lnTo>
                  <a:lnTo>
                    <a:pt x="242" y="2848"/>
                  </a:lnTo>
                  <a:lnTo>
                    <a:pt x="222" y="2848"/>
                  </a:lnTo>
                  <a:lnTo>
                    <a:pt x="222" y="2848"/>
                  </a:lnTo>
                  <a:lnTo>
                    <a:pt x="141" y="2868"/>
                  </a:lnTo>
                  <a:lnTo>
                    <a:pt x="81" y="2888"/>
                  </a:lnTo>
                  <a:lnTo>
                    <a:pt x="41" y="2929"/>
                  </a:lnTo>
                  <a:lnTo>
                    <a:pt x="1" y="2989"/>
                  </a:lnTo>
                  <a:lnTo>
                    <a:pt x="1" y="2989"/>
                  </a:lnTo>
                  <a:lnTo>
                    <a:pt x="663" y="3169"/>
                  </a:lnTo>
                  <a:lnTo>
                    <a:pt x="1365" y="3330"/>
                  </a:lnTo>
                  <a:lnTo>
                    <a:pt x="2087" y="3470"/>
                  </a:lnTo>
                  <a:lnTo>
                    <a:pt x="2829" y="3610"/>
                  </a:lnTo>
                  <a:lnTo>
                    <a:pt x="3591" y="3731"/>
                  </a:lnTo>
                  <a:lnTo>
                    <a:pt x="4373" y="3831"/>
                  </a:lnTo>
                  <a:lnTo>
                    <a:pt x="5195" y="3931"/>
                  </a:lnTo>
                  <a:lnTo>
                    <a:pt x="6037" y="3991"/>
                  </a:lnTo>
                  <a:lnTo>
                    <a:pt x="6037" y="3991"/>
                  </a:lnTo>
                  <a:lnTo>
                    <a:pt x="7261" y="4052"/>
                  </a:lnTo>
                  <a:lnTo>
                    <a:pt x="8524" y="4072"/>
                  </a:lnTo>
                  <a:lnTo>
                    <a:pt x="8524" y="4072"/>
                  </a:lnTo>
                  <a:lnTo>
                    <a:pt x="9326" y="4072"/>
                  </a:lnTo>
                  <a:lnTo>
                    <a:pt x="10128" y="4052"/>
                  </a:lnTo>
                  <a:lnTo>
                    <a:pt x="10951" y="4011"/>
                  </a:lnTo>
                  <a:lnTo>
                    <a:pt x="11773" y="3971"/>
                  </a:lnTo>
                  <a:lnTo>
                    <a:pt x="13458" y="3831"/>
                  </a:lnTo>
                  <a:lnTo>
                    <a:pt x="15142" y="3671"/>
                  </a:lnTo>
                  <a:lnTo>
                    <a:pt x="16847" y="3450"/>
                  </a:lnTo>
                  <a:lnTo>
                    <a:pt x="18511" y="3209"/>
                  </a:lnTo>
                  <a:lnTo>
                    <a:pt x="20136" y="2929"/>
                  </a:lnTo>
                  <a:lnTo>
                    <a:pt x="21700" y="2628"/>
                  </a:lnTo>
                  <a:lnTo>
                    <a:pt x="23184" y="2327"/>
                  </a:lnTo>
                  <a:lnTo>
                    <a:pt x="24568" y="1986"/>
                  </a:lnTo>
                  <a:lnTo>
                    <a:pt x="25851" y="1665"/>
                  </a:lnTo>
                  <a:lnTo>
                    <a:pt x="26994" y="1324"/>
                  </a:lnTo>
                  <a:lnTo>
                    <a:pt x="27997" y="983"/>
                  </a:lnTo>
                  <a:lnTo>
                    <a:pt x="28438" y="823"/>
                  </a:lnTo>
                  <a:lnTo>
                    <a:pt x="28839" y="642"/>
                  </a:lnTo>
                  <a:lnTo>
                    <a:pt x="29180" y="502"/>
                  </a:lnTo>
                  <a:lnTo>
                    <a:pt x="29481" y="342"/>
                  </a:lnTo>
                  <a:lnTo>
                    <a:pt x="29742" y="181"/>
                  </a:lnTo>
                  <a:lnTo>
                    <a:pt x="29942" y="41"/>
                  </a:lnTo>
                  <a:lnTo>
                    <a:pt x="29942" y="41"/>
                  </a:lnTo>
                  <a:lnTo>
                    <a:pt x="2996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8" name="Google Shape;6608;p30"/>
            <p:cNvSpPr/>
            <p:nvPr/>
          </p:nvSpPr>
          <p:spPr>
            <a:xfrm>
              <a:off x="11881750" y="4182013"/>
              <a:ext cx="283800" cy="133400"/>
            </a:xfrm>
            <a:custGeom>
              <a:avLst/>
              <a:gdLst/>
              <a:ahLst/>
              <a:cxnLst/>
              <a:rect l="l" t="t" r="r" b="b"/>
              <a:pathLst>
                <a:path w="11352" h="5336" fill="none" extrusionOk="0">
                  <a:moveTo>
                    <a:pt x="1364" y="1"/>
                  </a:moveTo>
                  <a:lnTo>
                    <a:pt x="1364" y="1"/>
                  </a:lnTo>
                  <a:lnTo>
                    <a:pt x="1" y="522"/>
                  </a:lnTo>
                  <a:lnTo>
                    <a:pt x="1" y="522"/>
                  </a:lnTo>
                  <a:lnTo>
                    <a:pt x="402" y="643"/>
                  </a:lnTo>
                  <a:lnTo>
                    <a:pt x="763" y="783"/>
                  </a:lnTo>
                  <a:lnTo>
                    <a:pt x="1144" y="944"/>
                  </a:lnTo>
                  <a:lnTo>
                    <a:pt x="1485" y="1144"/>
                  </a:lnTo>
                  <a:lnTo>
                    <a:pt x="1826" y="1345"/>
                  </a:lnTo>
                  <a:lnTo>
                    <a:pt x="2146" y="1565"/>
                  </a:lnTo>
                  <a:lnTo>
                    <a:pt x="2447" y="1826"/>
                  </a:lnTo>
                  <a:lnTo>
                    <a:pt x="2708" y="2107"/>
                  </a:lnTo>
                  <a:lnTo>
                    <a:pt x="2708" y="2107"/>
                  </a:lnTo>
                  <a:lnTo>
                    <a:pt x="2868" y="2267"/>
                  </a:lnTo>
                  <a:lnTo>
                    <a:pt x="2989" y="2448"/>
                  </a:lnTo>
                  <a:lnTo>
                    <a:pt x="3109" y="2648"/>
                  </a:lnTo>
                  <a:lnTo>
                    <a:pt x="3209" y="2829"/>
                  </a:lnTo>
                  <a:lnTo>
                    <a:pt x="3310" y="3029"/>
                  </a:lnTo>
                  <a:lnTo>
                    <a:pt x="3370" y="3230"/>
                  </a:lnTo>
                  <a:lnTo>
                    <a:pt x="3430" y="3450"/>
                  </a:lnTo>
                  <a:lnTo>
                    <a:pt x="3490" y="3651"/>
                  </a:lnTo>
                  <a:lnTo>
                    <a:pt x="3510" y="3872"/>
                  </a:lnTo>
                  <a:lnTo>
                    <a:pt x="3530" y="4072"/>
                  </a:lnTo>
                  <a:lnTo>
                    <a:pt x="3510" y="4293"/>
                  </a:lnTo>
                  <a:lnTo>
                    <a:pt x="3490" y="4513"/>
                  </a:lnTo>
                  <a:lnTo>
                    <a:pt x="3430" y="4714"/>
                  </a:lnTo>
                  <a:lnTo>
                    <a:pt x="3370" y="4934"/>
                  </a:lnTo>
                  <a:lnTo>
                    <a:pt x="3270" y="5135"/>
                  </a:lnTo>
                  <a:lnTo>
                    <a:pt x="3169" y="5336"/>
                  </a:lnTo>
                  <a:lnTo>
                    <a:pt x="3169" y="5336"/>
                  </a:lnTo>
                  <a:lnTo>
                    <a:pt x="3310" y="5315"/>
                  </a:lnTo>
                  <a:lnTo>
                    <a:pt x="3310" y="5315"/>
                  </a:lnTo>
                  <a:lnTo>
                    <a:pt x="5576" y="5175"/>
                  </a:lnTo>
                  <a:lnTo>
                    <a:pt x="7702" y="5035"/>
                  </a:lnTo>
                  <a:lnTo>
                    <a:pt x="9647" y="4934"/>
                  </a:lnTo>
                  <a:lnTo>
                    <a:pt x="11352" y="4874"/>
                  </a:lnTo>
                  <a:lnTo>
                    <a:pt x="11352" y="4874"/>
                  </a:lnTo>
                  <a:lnTo>
                    <a:pt x="11291" y="4714"/>
                  </a:lnTo>
                  <a:lnTo>
                    <a:pt x="11231" y="4553"/>
                  </a:lnTo>
                  <a:lnTo>
                    <a:pt x="11151" y="4393"/>
                  </a:lnTo>
                  <a:lnTo>
                    <a:pt x="11051" y="4233"/>
                  </a:lnTo>
                  <a:lnTo>
                    <a:pt x="10790" y="3912"/>
                  </a:lnTo>
                  <a:lnTo>
                    <a:pt x="10489" y="3571"/>
                  </a:lnTo>
                  <a:lnTo>
                    <a:pt x="10128" y="3250"/>
                  </a:lnTo>
                  <a:lnTo>
                    <a:pt x="9727" y="2929"/>
                  </a:lnTo>
                  <a:lnTo>
                    <a:pt x="9266" y="2608"/>
                  </a:lnTo>
                  <a:lnTo>
                    <a:pt x="8764" y="2287"/>
                  </a:lnTo>
                  <a:lnTo>
                    <a:pt x="8243" y="2006"/>
                  </a:lnTo>
                  <a:lnTo>
                    <a:pt x="7682" y="1706"/>
                  </a:lnTo>
                  <a:lnTo>
                    <a:pt x="7080" y="1445"/>
                  </a:lnTo>
                  <a:lnTo>
                    <a:pt x="6478" y="1184"/>
                  </a:lnTo>
                  <a:lnTo>
                    <a:pt x="5857" y="964"/>
                  </a:lnTo>
                  <a:lnTo>
                    <a:pt x="5215" y="763"/>
                  </a:lnTo>
                  <a:lnTo>
                    <a:pt x="4573" y="563"/>
                  </a:lnTo>
                  <a:lnTo>
                    <a:pt x="3911" y="422"/>
                  </a:lnTo>
                  <a:lnTo>
                    <a:pt x="3911" y="422"/>
                  </a:lnTo>
                  <a:lnTo>
                    <a:pt x="3330" y="302"/>
                  </a:lnTo>
                  <a:lnTo>
                    <a:pt x="2708" y="202"/>
                  </a:lnTo>
                  <a:lnTo>
                    <a:pt x="2046" y="101"/>
                  </a:lnTo>
                  <a:lnTo>
                    <a:pt x="1364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9" name="Google Shape;6609;p30"/>
            <p:cNvSpPr/>
            <p:nvPr/>
          </p:nvSpPr>
          <p:spPr>
            <a:xfrm>
              <a:off x="11771450" y="4171988"/>
              <a:ext cx="79250" cy="11075"/>
            </a:xfrm>
            <a:custGeom>
              <a:avLst/>
              <a:gdLst/>
              <a:ahLst/>
              <a:cxnLst/>
              <a:rect l="l" t="t" r="r" b="b"/>
              <a:pathLst>
                <a:path w="3170" h="443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803" y="121"/>
                  </a:lnTo>
                  <a:lnTo>
                    <a:pt x="1605" y="282"/>
                  </a:lnTo>
                  <a:lnTo>
                    <a:pt x="1605" y="282"/>
                  </a:lnTo>
                  <a:lnTo>
                    <a:pt x="2447" y="442"/>
                  </a:lnTo>
                  <a:lnTo>
                    <a:pt x="2447" y="442"/>
                  </a:lnTo>
                  <a:lnTo>
                    <a:pt x="2949" y="242"/>
                  </a:lnTo>
                  <a:lnTo>
                    <a:pt x="2949" y="242"/>
                  </a:lnTo>
                  <a:lnTo>
                    <a:pt x="3169" y="161"/>
                  </a:lnTo>
                  <a:lnTo>
                    <a:pt x="3169" y="161"/>
                  </a:lnTo>
                  <a:lnTo>
                    <a:pt x="1625" y="61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0" name="Google Shape;6610;p30"/>
            <p:cNvSpPr/>
            <p:nvPr/>
          </p:nvSpPr>
          <p:spPr>
            <a:xfrm>
              <a:off x="11246025" y="4817763"/>
              <a:ext cx="920525" cy="297325"/>
            </a:xfrm>
            <a:custGeom>
              <a:avLst/>
              <a:gdLst/>
              <a:ahLst/>
              <a:cxnLst/>
              <a:rect l="l" t="t" r="r" b="b"/>
              <a:pathLst>
                <a:path w="36821" h="11893" extrusionOk="0">
                  <a:moveTo>
                    <a:pt x="2467" y="0"/>
                  </a:moveTo>
                  <a:lnTo>
                    <a:pt x="1886" y="381"/>
                  </a:lnTo>
                  <a:lnTo>
                    <a:pt x="1384" y="742"/>
                  </a:lnTo>
                  <a:lnTo>
                    <a:pt x="963" y="1103"/>
                  </a:lnTo>
                  <a:lnTo>
                    <a:pt x="602" y="1444"/>
                  </a:lnTo>
                  <a:lnTo>
                    <a:pt x="321" y="1745"/>
                  </a:lnTo>
                  <a:lnTo>
                    <a:pt x="201" y="1885"/>
                  </a:lnTo>
                  <a:lnTo>
                    <a:pt x="121" y="2026"/>
                  </a:lnTo>
                  <a:lnTo>
                    <a:pt x="61" y="2146"/>
                  </a:lnTo>
                  <a:lnTo>
                    <a:pt x="21" y="2266"/>
                  </a:lnTo>
                  <a:lnTo>
                    <a:pt x="1" y="2367"/>
                  </a:lnTo>
                  <a:lnTo>
                    <a:pt x="21" y="2467"/>
                  </a:lnTo>
                  <a:lnTo>
                    <a:pt x="301" y="3710"/>
                  </a:lnTo>
                  <a:lnTo>
                    <a:pt x="522" y="4633"/>
                  </a:lnTo>
                  <a:lnTo>
                    <a:pt x="783" y="5656"/>
                  </a:lnTo>
                  <a:lnTo>
                    <a:pt x="1063" y="6658"/>
                  </a:lnTo>
                  <a:lnTo>
                    <a:pt x="1204" y="7120"/>
                  </a:lnTo>
                  <a:lnTo>
                    <a:pt x="1344" y="7541"/>
                  </a:lnTo>
                  <a:lnTo>
                    <a:pt x="1485" y="7922"/>
                  </a:lnTo>
                  <a:lnTo>
                    <a:pt x="1625" y="8223"/>
                  </a:lnTo>
                  <a:lnTo>
                    <a:pt x="1745" y="8443"/>
                  </a:lnTo>
                  <a:lnTo>
                    <a:pt x="1805" y="8523"/>
                  </a:lnTo>
                  <a:lnTo>
                    <a:pt x="1866" y="8584"/>
                  </a:lnTo>
                  <a:lnTo>
                    <a:pt x="2046" y="8684"/>
                  </a:lnTo>
                  <a:lnTo>
                    <a:pt x="2347" y="8824"/>
                  </a:lnTo>
                  <a:lnTo>
                    <a:pt x="2768" y="9005"/>
                  </a:lnTo>
                  <a:lnTo>
                    <a:pt x="3310" y="9205"/>
                  </a:lnTo>
                  <a:lnTo>
                    <a:pt x="3951" y="9426"/>
                  </a:lnTo>
                  <a:lnTo>
                    <a:pt x="4693" y="9666"/>
                  </a:lnTo>
                  <a:lnTo>
                    <a:pt x="5536" y="9927"/>
                  </a:lnTo>
                  <a:lnTo>
                    <a:pt x="6478" y="10188"/>
                  </a:lnTo>
                  <a:lnTo>
                    <a:pt x="7481" y="10449"/>
                  </a:lnTo>
                  <a:lnTo>
                    <a:pt x="8584" y="10709"/>
                  </a:lnTo>
                  <a:lnTo>
                    <a:pt x="9747" y="10950"/>
                  </a:lnTo>
                  <a:lnTo>
                    <a:pt x="10970" y="11191"/>
                  </a:lnTo>
                  <a:lnTo>
                    <a:pt x="12274" y="11391"/>
                  </a:lnTo>
                  <a:lnTo>
                    <a:pt x="13618" y="11572"/>
                  </a:lnTo>
                  <a:lnTo>
                    <a:pt x="15021" y="11732"/>
                  </a:lnTo>
                  <a:lnTo>
                    <a:pt x="16445" y="11832"/>
                  </a:lnTo>
                  <a:lnTo>
                    <a:pt x="17308" y="11872"/>
                  </a:lnTo>
                  <a:lnTo>
                    <a:pt x="18150" y="11893"/>
                  </a:lnTo>
                  <a:lnTo>
                    <a:pt x="18992" y="11893"/>
                  </a:lnTo>
                  <a:lnTo>
                    <a:pt x="19834" y="11872"/>
                  </a:lnTo>
                  <a:lnTo>
                    <a:pt x="20677" y="11812"/>
                  </a:lnTo>
                  <a:lnTo>
                    <a:pt x="21499" y="11752"/>
                  </a:lnTo>
                  <a:lnTo>
                    <a:pt x="22321" y="11672"/>
                  </a:lnTo>
                  <a:lnTo>
                    <a:pt x="23143" y="11572"/>
                  </a:lnTo>
                  <a:lnTo>
                    <a:pt x="23946" y="11451"/>
                  </a:lnTo>
                  <a:lnTo>
                    <a:pt x="24728" y="11331"/>
                  </a:lnTo>
                  <a:lnTo>
                    <a:pt x="25510" y="11191"/>
                  </a:lnTo>
                  <a:lnTo>
                    <a:pt x="26272" y="11050"/>
                  </a:lnTo>
                  <a:lnTo>
                    <a:pt x="27736" y="10749"/>
                  </a:lnTo>
                  <a:lnTo>
                    <a:pt x="29120" y="10408"/>
                  </a:lnTo>
                  <a:lnTo>
                    <a:pt x="30403" y="10047"/>
                  </a:lnTo>
                  <a:lnTo>
                    <a:pt x="31586" y="9707"/>
                  </a:lnTo>
                  <a:lnTo>
                    <a:pt x="32649" y="9386"/>
                  </a:lnTo>
                  <a:lnTo>
                    <a:pt x="33572" y="9065"/>
                  </a:lnTo>
                  <a:lnTo>
                    <a:pt x="34334" y="8784"/>
                  </a:lnTo>
                  <a:lnTo>
                    <a:pt x="34956" y="8563"/>
                  </a:lnTo>
                  <a:lnTo>
                    <a:pt x="35637" y="8303"/>
                  </a:lnTo>
                  <a:lnTo>
                    <a:pt x="35738" y="8243"/>
                  </a:lnTo>
                  <a:lnTo>
                    <a:pt x="35818" y="8142"/>
                  </a:lnTo>
                  <a:lnTo>
                    <a:pt x="35898" y="8022"/>
                  </a:lnTo>
                  <a:lnTo>
                    <a:pt x="35978" y="7841"/>
                  </a:lnTo>
                  <a:lnTo>
                    <a:pt x="36059" y="7661"/>
                  </a:lnTo>
                  <a:lnTo>
                    <a:pt x="36139" y="7420"/>
                  </a:lnTo>
                  <a:lnTo>
                    <a:pt x="36259" y="6899"/>
                  </a:lnTo>
                  <a:lnTo>
                    <a:pt x="36420" y="6137"/>
                  </a:lnTo>
                  <a:lnTo>
                    <a:pt x="36560" y="5315"/>
                  </a:lnTo>
                  <a:lnTo>
                    <a:pt x="36680" y="4472"/>
                  </a:lnTo>
                  <a:lnTo>
                    <a:pt x="36760" y="3630"/>
                  </a:lnTo>
                  <a:lnTo>
                    <a:pt x="36801" y="2888"/>
                  </a:lnTo>
                  <a:lnTo>
                    <a:pt x="36821" y="2246"/>
                  </a:lnTo>
                  <a:lnTo>
                    <a:pt x="36801" y="1785"/>
                  </a:lnTo>
                  <a:lnTo>
                    <a:pt x="36760" y="1645"/>
                  </a:lnTo>
                  <a:lnTo>
                    <a:pt x="36740" y="1544"/>
                  </a:lnTo>
                  <a:lnTo>
                    <a:pt x="36660" y="1464"/>
                  </a:lnTo>
                  <a:lnTo>
                    <a:pt x="36540" y="1344"/>
                  </a:lnTo>
                  <a:lnTo>
                    <a:pt x="36179" y="1023"/>
                  </a:lnTo>
                  <a:lnTo>
                    <a:pt x="35678" y="622"/>
                  </a:lnTo>
                  <a:lnTo>
                    <a:pt x="35036" y="161"/>
                  </a:lnTo>
                  <a:lnTo>
                    <a:pt x="34895" y="1183"/>
                  </a:lnTo>
                  <a:lnTo>
                    <a:pt x="34815" y="1665"/>
                  </a:lnTo>
                  <a:lnTo>
                    <a:pt x="34735" y="2086"/>
                  </a:lnTo>
                  <a:lnTo>
                    <a:pt x="34635" y="2467"/>
                  </a:lnTo>
                  <a:lnTo>
                    <a:pt x="34534" y="2748"/>
                  </a:lnTo>
                  <a:lnTo>
                    <a:pt x="34474" y="2868"/>
                  </a:lnTo>
                  <a:lnTo>
                    <a:pt x="34414" y="2968"/>
                  </a:lnTo>
                  <a:lnTo>
                    <a:pt x="34354" y="3028"/>
                  </a:lnTo>
                  <a:lnTo>
                    <a:pt x="34294" y="3069"/>
                  </a:lnTo>
                  <a:lnTo>
                    <a:pt x="33752" y="3269"/>
                  </a:lnTo>
                  <a:lnTo>
                    <a:pt x="32729" y="3650"/>
                  </a:lnTo>
                  <a:lnTo>
                    <a:pt x="32028" y="3891"/>
                  </a:lnTo>
                  <a:lnTo>
                    <a:pt x="31245" y="4151"/>
                  </a:lnTo>
                  <a:lnTo>
                    <a:pt x="30363" y="4432"/>
                  </a:lnTo>
                  <a:lnTo>
                    <a:pt x="29380" y="4713"/>
                  </a:lnTo>
                  <a:lnTo>
                    <a:pt x="28338" y="4994"/>
                  </a:lnTo>
                  <a:lnTo>
                    <a:pt x="27215" y="5275"/>
                  </a:lnTo>
                  <a:lnTo>
                    <a:pt x="26031" y="5535"/>
                  </a:lnTo>
                  <a:lnTo>
                    <a:pt x="24808" y="5776"/>
                  </a:lnTo>
                  <a:lnTo>
                    <a:pt x="23524" y="5976"/>
                  </a:lnTo>
                  <a:lnTo>
                    <a:pt x="22221" y="6157"/>
                  </a:lnTo>
                  <a:lnTo>
                    <a:pt x="21539" y="6217"/>
                  </a:lnTo>
                  <a:lnTo>
                    <a:pt x="20877" y="6277"/>
                  </a:lnTo>
                  <a:lnTo>
                    <a:pt x="20195" y="6337"/>
                  </a:lnTo>
                  <a:lnTo>
                    <a:pt x="19514" y="6357"/>
                  </a:lnTo>
                  <a:lnTo>
                    <a:pt x="18792" y="6378"/>
                  </a:lnTo>
                  <a:lnTo>
                    <a:pt x="18070" y="6378"/>
                  </a:lnTo>
                  <a:lnTo>
                    <a:pt x="17328" y="6357"/>
                  </a:lnTo>
                  <a:lnTo>
                    <a:pt x="16606" y="6337"/>
                  </a:lnTo>
                  <a:lnTo>
                    <a:pt x="15282" y="6217"/>
                  </a:lnTo>
                  <a:lnTo>
                    <a:pt x="13999" y="6097"/>
                  </a:lnTo>
                  <a:lnTo>
                    <a:pt x="12755" y="5916"/>
                  </a:lnTo>
                  <a:lnTo>
                    <a:pt x="11572" y="5736"/>
                  </a:lnTo>
                  <a:lnTo>
                    <a:pt x="10429" y="5515"/>
                  </a:lnTo>
                  <a:lnTo>
                    <a:pt x="9346" y="5295"/>
                  </a:lnTo>
                  <a:lnTo>
                    <a:pt x="8343" y="5054"/>
                  </a:lnTo>
                  <a:lnTo>
                    <a:pt x="7421" y="4813"/>
                  </a:lnTo>
                  <a:lnTo>
                    <a:pt x="6558" y="4573"/>
                  </a:lnTo>
                  <a:lnTo>
                    <a:pt x="5776" y="4332"/>
                  </a:lnTo>
                  <a:lnTo>
                    <a:pt x="5094" y="4111"/>
                  </a:lnTo>
                  <a:lnTo>
                    <a:pt x="4513" y="3911"/>
                  </a:lnTo>
                  <a:lnTo>
                    <a:pt x="4011" y="3730"/>
                  </a:lnTo>
                  <a:lnTo>
                    <a:pt x="3610" y="3550"/>
                  </a:lnTo>
                  <a:lnTo>
                    <a:pt x="3350" y="3429"/>
                  </a:lnTo>
                  <a:lnTo>
                    <a:pt x="3169" y="3329"/>
                  </a:lnTo>
                  <a:lnTo>
                    <a:pt x="3109" y="3269"/>
                  </a:lnTo>
                  <a:lnTo>
                    <a:pt x="3069" y="3169"/>
                  </a:lnTo>
                  <a:lnTo>
                    <a:pt x="3029" y="3048"/>
                  </a:lnTo>
                  <a:lnTo>
                    <a:pt x="2989" y="2908"/>
                  </a:lnTo>
                  <a:lnTo>
                    <a:pt x="2908" y="2547"/>
                  </a:lnTo>
                  <a:lnTo>
                    <a:pt x="2828" y="2126"/>
                  </a:lnTo>
                  <a:lnTo>
                    <a:pt x="2688" y="1103"/>
                  </a:lnTo>
                  <a:lnTo>
                    <a:pt x="2588" y="542"/>
                  </a:lnTo>
                  <a:lnTo>
                    <a:pt x="24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1" name="Google Shape;6611;p30"/>
            <p:cNvSpPr/>
            <p:nvPr/>
          </p:nvSpPr>
          <p:spPr>
            <a:xfrm>
              <a:off x="11246025" y="4817763"/>
              <a:ext cx="920525" cy="297325"/>
            </a:xfrm>
            <a:custGeom>
              <a:avLst/>
              <a:gdLst/>
              <a:ahLst/>
              <a:cxnLst/>
              <a:rect l="l" t="t" r="r" b="b"/>
              <a:pathLst>
                <a:path w="36821" h="11893" fill="none" extrusionOk="0">
                  <a:moveTo>
                    <a:pt x="36259" y="6899"/>
                  </a:moveTo>
                  <a:lnTo>
                    <a:pt x="36259" y="6899"/>
                  </a:lnTo>
                  <a:lnTo>
                    <a:pt x="36139" y="7420"/>
                  </a:lnTo>
                  <a:lnTo>
                    <a:pt x="36059" y="7661"/>
                  </a:lnTo>
                  <a:lnTo>
                    <a:pt x="35978" y="7841"/>
                  </a:lnTo>
                  <a:lnTo>
                    <a:pt x="35898" y="8022"/>
                  </a:lnTo>
                  <a:lnTo>
                    <a:pt x="35818" y="8142"/>
                  </a:lnTo>
                  <a:lnTo>
                    <a:pt x="35738" y="8243"/>
                  </a:lnTo>
                  <a:lnTo>
                    <a:pt x="35637" y="8303"/>
                  </a:lnTo>
                  <a:lnTo>
                    <a:pt x="35637" y="8303"/>
                  </a:lnTo>
                  <a:lnTo>
                    <a:pt x="34956" y="8563"/>
                  </a:lnTo>
                  <a:lnTo>
                    <a:pt x="34334" y="8784"/>
                  </a:lnTo>
                  <a:lnTo>
                    <a:pt x="33572" y="9065"/>
                  </a:lnTo>
                  <a:lnTo>
                    <a:pt x="32649" y="9386"/>
                  </a:lnTo>
                  <a:lnTo>
                    <a:pt x="31586" y="9707"/>
                  </a:lnTo>
                  <a:lnTo>
                    <a:pt x="30403" y="10047"/>
                  </a:lnTo>
                  <a:lnTo>
                    <a:pt x="29120" y="10408"/>
                  </a:lnTo>
                  <a:lnTo>
                    <a:pt x="27736" y="10749"/>
                  </a:lnTo>
                  <a:lnTo>
                    <a:pt x="26272" y="11050"/>
                  </a:lnTo>
                  <a:lnTo>
                    <a:pt x="25510" y="11191"/>
                  </a:lnTo>
                  <a:lnTo>
                    <a:pt x="24728" y="11331"/>
                  </a:lnTo>
                  <a:lnTo>
                    <a:pt x="23946" y="11451"/>
                  </a:lnTo>
                  <a:lnTo>
                    <a:pt x="23143" y="11572"/>
                  </a:lnTo>
                  <a:lnTo>
                    <a:pt x="22321" y="11672"/>
                  </a:lnTo>
                  <a:lnTo>
                    <a:pt x="21499" y="11752"/>
                  </a:lnTo>
                  <a:lnTo>
                    <a:pt x="20677" y="11812"/>
                  </a:lnTo>
                  <a:lnTo>
                    <a:pt x="19834" y="11872"/>
                  </a:lnTo>
                  <a:lnTo>
                    <a:pt x="18992" y="11893"/>
                  </a:lnTo>
                  <a:lnTo>
                    <a:pt x="18150" y="11893"/>
                  </a:lnTo>
                  <a:lnTo>
                    <a:pt x="17308" y="11872"/>
                  </a:lnTo>
                  <a:lnTo>
                    <a:pt x="16445" y="11832"/>
                  </a:lnTo>
                  <a:lnTo>
                    <a:pt x="16445" y="11832"/>
                  </a:lnTo>
                  <a:lnTo>
                    <a:pt x="15021" y="11732"/>
                  </a:lnTo>
                  <a:lnTo>
                    <a:pt x="13618" y="11572"/>
                  </a:lnTo>
                  <a:lnTo>
                    <a:pt x="12274" y="11391"/>
                  </a:lnTo>
                  <a:lnTo>
                    <a:pt x="10970" y="11191"/>
                  </a:lnTo>
                  <a:lnTo>
                    <a:pt x="9747" y="10950"/>
                  </a:lnTo>
                  <a:lnTo>
                    <a:pt x="8584" y="10709"/>
                  </a:lnTo>
                  <a:lnTo>
                    <a:pt x="7481" y="10449"/>
                  </a:lnTo>
                  <a:lnTo>
                    <a:pt x="6478" y="10188"/>
                  </a:lnTo>
                  <a:lnTo>
                    <a:pt x="5536" y="9927"/>
                  </a:lnTo>
                  <a:lnTo>
                    <a:pt x="4693" y="9666"/>
                  </a:lnTo>
                  <a:lnTo>
                    <a:pt x="3951" y="9426"/>
                  </a:lnTo>
                  <a:lnTo>
                    <a:pt x="3310" y="9205"/>
                  </a:lnTo>
                  <a:lnTo>
                    <a:pt x="2768" y="9005"/>
                  </a:lnTo>
                  <a:lnTo>
                    <a:pt x="2347" y="8824"/>
                  </a:lnTo>
                  <a:lnTo>
                    <a:pt x="2046" y="8684"/>
                  </a:lnTo>
                  <a:lnTo>
                    <a:pt x="1866" y="8584"/>
                  </a:lnTo>
                  <a:lnTo>
                    <a:pt x="1866" y="8584"/>
                  </a:lnTo>
                  <a:lnTo>
                    <a:pt x="1805" y="8523"/>
                  </a:lnTo>
                  <a:lnTo>
                    <a:pt x="1745" y="8443"/>
                  </a:lnTo>
                  <a:lnTo>
                    <a:pt x="1625" y="8223"/>
                  </a:lnTo>
                  <a:lnTo>
                    <a:pt x="1485" y="7922"/>
                  </a:lnTo>
                  <a:lnTo>
                    <a:pt x="1344" y="7541"/>
                  </a:lnTo>
                  <a:lnTo>
                    <a:pt x="1204" y="7120"/>
                  </a:lnTo>
                  <a:lnTo>
                    <a:pt x="1063" y="6658"/>
                  </a:lnTo>
                  <a:lnTo>
                    <a:pt x="783" y="5656"/>
                  </a:lnTo>
                  <a:lnTo>
                    <a:pt x="522" y="4633"/>
                  </a:lnTo>
                  <a:lnTo>
                    <a:pt x="301" y="3710"/>
                  </a:lnTo>
                  <a:lnTo>
                    <a:pt x="21" y="2467"/>
                  </a:lnTo>
                  <a:lnTo>
                    <a:pt x="21" y="2467"/>
                  </a:lnTo>
                  <a:lnTo>
                    <a:pt x="1" y="2367"/>
                  </a:lnTo>
                  <a:lnTo>
                    <a:pt x="21" y="2266"/>
                  </a:lnTo>
                  <a:lnTo>
                    <a:pt x="61" y="2146"/>
                  </a:lnTo>
                  <a:lnTo>
                    <a:pt x="121" y="2026"/>
                  </a:lnTo>
                  <a:lnTo>
                    <a:pt x="201" y="1885"/>
                  </a:lnTo>
                  <a:lnTo>
                    <a:pt x="321" y="1745"/>
                  </a:lnTo>
                  <a:lnTo>
                    <a:pt x="602" y="1444"/>
                  </a:lnTo>
                  <a:lnTo>
                    <a:pt x="963" y="1103"/>
                  </a:lnTo>
                  <a:lnTo>
                    <a:pt x="1384" y="742"/>
                  </a:lnTo>
                  <a:lnTo>
                    <a:pt x="1886" y="381"/>
                  </a:lnTo>
                  <a:lnTo>
                    <a:pt x="2467" y="0"/>
                  </a:lnTo>
                  <a:lnTo>
                    <a:pt x="2467" y="0"/>
                  </a:lnTo>
                  <a:lnTo>
                    <a:pt x="2588" y="542"/>
                  </a:lnTo>
                  <a:lnTo>
                    <a:pt x="2688" y="1103"/>
                  </a:lnTo>
                  <a:lnTo>
                    <a:pt x="2828" y="2126"/>
                  </a:lnTo>
                  <a:lnTo>
                    <a:pt x="2908" y="2547"/>
                  </a:lnTo>
                  <a:lnTo>
                    <a:pt x="2989" y="2908"/>
                  </a:lnTo>
                  <a:lnTo>
                    <a:pt x="3029" y="3048"/>
                  </a:lnTo>
                  <a:lnTo>
                    <a:pt x="3069" y="3169"/>
                  </a:lnTo>
                  <a:lnTo>
                    <a:pt x="3109" y="3269"/>
                  </a:lnTo>
                  <a:lnTo>
                    <a:pt x="3169" y="3329"/>
                  </a:lnTo>
                  <a:lnTo>
                    <a:pt x="3169" y="3329"/>
                  </a:lnTo>
                  <a:lnTo>
                    <a:pt x="3350" y="3429"/>
                  </a:lnTo>
                  <a:lnTo>
                    <a:pt x="3610" y="3550"/>
                  </a:lnTo>
                  <a:lnTo>
                    <a:pt x="4011" y="3730"/>
                  </a:lnTo>
                  <a:lnTo>
                    <a:pt x="4513" y="3911"/>
                  </a:lnTo>
                  <a:lnTo>
                    <a:pt x="5094" y="4111"/>
                  </a:lnTo>
                  <a:lnTo>
                    <a:pt x="5776" y="4332"/>
                  </a:lnTo>
                  <a:lnTo>
                    <a:pt x="6558" y="4573"/>
                  </a:lnTo>
                  <a:lnTo>
                    <a:pt x="7421" y="4813"/>
                  </a:lnTo>
                  <a:lnTo>
                    <a:pt x="8343" y="5054"/>
                  </a:lnTo>
                  <a:lnTo>
                    <a:pt x="9346" y="5295"/>
                  </a:lnTo>
                  <a:lnTo>
                    <a:pt x="10429" y="5515"/>
                  </a:lnTo>
                  <a:lnTo>
                    <a:pt x="11572" y="5736"/>
                  </a:lnTo>
                  <a:lnTo>
                    <a:pt x="12755" y="5916"/>
                  </a:lnTo>
                  <a:lnTo>
                    <a:pt x="13999" y="6097"/>
                  </a:lnTo>
                  <a:lnTo>
                    <a:pt x="15282" y="6217"/>
                  </a:lnTo>
                  <a:lnTo>
                    <a:pt x="16606" y="6337"/>
                  </a:lnTo>
                  <a:lnTo>
                    <a:pt x="16606" y="6337"/>
                  </a:lnTo>
                  <a:lnTo>
                    <a:pt x="17328" y="6357"/>
                  </a:lnTo>
                  <a:lnTo>
                    <a:pt x="18070" y="6378"/>
                  </a:lnTo>
                  <a:lnTo>
                    <a:pt x="18792" y="6378"/>
                  </a:lnTo>
                  <a:lnTo>
                    <a:pt x="19514" y="6357"/>
                  </a:lnTo>
                  <a:lnTo>
                    <a:pt x="19514" y="6357"/>
                  </a:lnTo>
                  <a:lnTo>
                    <a:pt x="20195" y="6337"/>
                  </a:lnTo>
                  <a:lnTo>
                    <a:pt x="20877" y="6277"/>
                  </a:lnTo>
                  <a:lnTo>
                    <a:pt x="21539" y="6217"/>
                  </a:lnTo>
                  <a:lnTo>
                    <a:pt x="22221" y="6157"/>
                  </a:lnTo>
                  <a:lnTo>
                    <a:pt x="23524" y="5976"/>
                  </a:lnTo>
                  <a:lnTo>
                    <a:pt x="24808" y="5776"/>
                  </a:lnTo>
                  <a:lnTo>
                    <a:pt x="26031" y="5535"/>
                  </a:lnTo>
                  <a:lnTo>
                    <a:pt x="27215" y="5275"/>
                  </a:lnTo>
                  <a:lnTo>
                    <a:pt x="28338" y="4994"/>
                  </a:lnTo>
                  <a:lnTo>
                    <a:pt x="29380" y="4713"/>
                  </a:lnTo>
                  <a:lnTo>
                    <a:pt x="30363" y="4432"/>
                  </a:lnTo>
                  <a:lnTo>
                    <a:pt x="31245" y="4151"/>
                  </a:lnTo>
                  <a:lnTo>
                    <a:pt x="32028" y="3891"/>
                  </a:lnTo>
                  <a:lnTo>
                    <a:pt x="32729" y="3650"/>
                  </a:lnTo>
                  <a:lnTo>
                    <a:pt x="33752" y="3269"/>
                  </a:lnTo>
                  <a:lnTo>
                    <a:pt x="34294" y="3069"/>
                  </a:lnTo>
                  <a:lnTo>
                    <a:pt x="34294" y="3069"/>
                  </a:lnTo>
                  <a:lnTo>
                    <a:pt x="34354" y="3028"/>
                  </a:lnTo>
                  <a:lnTo>
                    <a:pt x="34414" y="2968"/>
                  </a:lnTo>
                  <a:lnTo>
                    <a:pt x="34474" y="2868"/>
                  </a:lnTo>
                  <a:lnTo>
                    <a:pt x="34534" y="2748"/>
                  </a:lnTo>
                  <a:lnTo>
                    <a:pt x="34635" y="2467"/>
                  </a:lnTo>
                  <a:lnTo>
                    <a:pt x="34735" y="2086"/>
                  </a:lnTo>
                  <a:lnTo>
                    <a:pt x="34815" y="1665"/>
                  </a:lnTo>
                  <a:lnTo>
                    <a:pt x="34895" y="1183"/>
                  </a:lnTo>
                  <a:lnTo>
                    <a:pt x="35036" y="161"/>
                  </a:lnTo>
                  <a:lnTo>
                    <a:pt x="35036" y="161"/>
                  </a:lnTo>
                  <a:lnTo>
                    <a:pt x="35678" y="622"/>
                  </a:lnTo>
                  <a:lnTo>
                    <a:pt x="36179" y="1023"/>
                  </a:lnTo>
                  <a:lnTo>
                    <a:pt x="36540" y="1344"/>
                  </a:lnTo>
                  <a:lnTo>
                    <a:pt x="36660" y="1464"/>
                  </a:lnTo>
                  <a:lnTo>
                    <a:pt x="36740" y="1544"/>
                  </a:lnTo>
                  <a:lnTo>
                    <a:pt x="36740" y="1544"/>
                  </a:lnTo>
                  <a:lnTo>
                    <a:pt x="36760" y="1645"/>
                  </a:lnTo>
                  <a:lnTo>
                    <a:pt x="36801" y="1785"/>
                  </a:lnTo>
                  <a:lnTo>
                    <a:pt x="36821" y="2246"/>
                  </a:lnTo>
                  <a:lnTo>
                    <a:pt x="36801" y="2888"/>
                  </a:lnTo>
                  <a:lnTo>
                    <a:pt x="36760" y="3630"/>
                  </a:lnTo>
                  <a:lnTo>
                    <a:pt x="36680" y="4472"/>
                  </a:lnTo>
                  <a:lnTo>
                    <a:pt x="36560" y="5315"/>
                  </a:lnTo>
                  <a:lnTo>
                    <a:pt x="36420" y="6137"/>
                  </a:lnTo>
                  <a:lnTo>
                    <a:pt x="36259" y="6899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2" name="Google Shape;6612;p30"/>
            <p:cNvSpPr/>
            <p:nvPr/>
          </p:nvSpPr>
          <p:spPr>
            <a:xfrm>
              <a:off x="11246025" y="4817763"/>
              <a:ext cx="906500" cy="297325"/>
            </a:xfrm>
            <a:custGeom>
              <a:avLst/>
              <a:gdLst/>
              <a:ahLst/>
              <a:cxnLst/>
              <a:rect l="l" t="t" r="r" b="b"/>
              <a:pathLst>
                <a:path w="36260" h="11893" extrusionOk="0">
                  <a:moveTo>
                    <a:pt x="2467" y="0"/>
                  </a:moveTo>
                  <a:lnTo>
                    <a:pt x="1926" y="361"/>
                  </a:lnTo>
                  <a:lnTo>
                    <a:pt x="1445" y="722"/>
                  </a:lnTo>
                  <a:lnTo>
                    <a:pt x="1023" y="1043"/>
                  </a:lnTo>
                  <a:lnTo>
                    <a:pt x="662" y="1364"/>
                  </a:lnTo>
                  <a:lnTo>
                    <a:pt x="382" y="1665"/>
                  </a:lnTo>
                  <a:lnTo>
                    <a:pt x="181" y="1925"/>
                  </a:lnTo>
                  <a:lnTo>
                    <a:pt x="101" y="2066"/>
                  </a:lnTo>
                  <a:lnTo>
                    <a:pt x="41" y="2186"/>
                  </a:lnTo>
                  <a:lnTo>
                    <a:pt x="21" y="2286"/>
                  </a:lnTo>
                  <a:lnTo>
                    <a:pt x="1" y="2387"/>
                  </a:lnTo>
                  <a:lnTo>
                    <a:pt x="21" y="2467"/>
                  </a:lnTo>
                  <a:lnTo>
                    <a:pt x="301" y="3710"/>
                  </a:lnTo>
                  <a:lnTo>
                    <a:pt x="522" y="4633"/>
                  </a:lnTo>
                  <a:lnTo>
                    <a:pt x="783" y="5656"/>
                  </a:lnTo>
                  <a:lnTo>
                    <a:pt x="1063" y="6658"/>
                  </a:lnTo>
                  <a:lnTo>
                    <a:pt x="1204" y="7120"/>
                  </a:lnTo>
                  <a:lnTo>
                    <a:pt x="1344" y="7541"/>
                  </a:lnTo>
                  <a:lnTo>
                    <a:pt x="1485" y="7922"/>
                  </a:lnTo>
                  <a:lnTo>
                    <a:pt x="1625" y="8223"/>
                  </a:lnTo>
                  <a:lnTo>
                    <a:pt x="1745" y="8443"/>
                  </a:lnTo>
                  <a:lnTo>
                    <a:pt x="1805" y="8523"/>
                  </a:lnTo>
                  <a:lnTo>
                    <a:pt x="1866" y="8584"/>
                  </a:lnTo>
                  <a:lnTo>
                    <a:pt x="2046" y="8684"/>
                  </a:lnTo>
                  <a:lnTo>
                    <a:pt x="2347" y="8824"/>
                  </a:lnTo>
                  <a:lnTo>
                    <a:pt x="2768" y="9005"/>
                  </a:lnTo>
                  <a:lnTo>
                    <a:pt x="3310" y="9205"/>
                  </a:lnTo>
                  <a:lnTo>
                    <a:pt x="3951" y="9426"/>
                  </a:lnTo>
                  <a:lnTo>
                    <a:pt x="4693" y="9666"/>
                  </a:lnTo>
                  <a:lnTo>
                    <a:pt x="5536" y="9927"/>
                  </a:lnTo>
                  <a:lnTo>
                    <a:pt x="6478" y="10188"/>
                  </a:lnTo>
                  <a:lnTo>
                    <a:pt x="7481" y="10449"/>
                  </a:lnTo>
                  <a:lnTo>
                    <a:pt x="8584" y="10709"/>
                  </a:lnTo>
                  <a:lnTo>
                    <a:pt x="9747" y="10950"/>
                  </a:lnTo>
                  <a:lnTo>
                    <a:pt x="10970" y="11191"/>
                  </a:lnTo>
                  <a:lnTo>
                    <a:pt x="12274" y="11391"/>
                  </a:lnTo>
                  <a:lnTo>
                    <a:pt x="13618" y="11572"/>
                  </a:lnTo>
                  <a:lnTo>
                    <a:pt x="15021" y="11732"/>
                  </a:lnTo>
                  <a:lnTo>
                    <a:pt x="16445" y="11832"/>
                  </a:lnTo>
                  <a:lnTo>
                    <a:pt x="17408" y="11872"/>
                  </a:lnTo>
                  <a:lnTo>
                    <a:pt x="18350" y="11893"/>
                  </a:lnTo>
                  <a:lnTo>
                    <a:pt x="19133" y="11893"/>
                  </a:lnTo>
                  <a:lnTo>
                    <a:pt x="19915" y="11852"/>
                  </a:lnTo>
                  <a:lnTo>
                    <a:pt x="20697" y="11812"/>
                  </a:lnTo>
                  <a:lnTo>
                    <a:pt x="21479" y="11752"/>
                  </a:lnTo>
                  <a:lnTo>
                    <a:pt x="22241" y="11672"/>
                  </a:lnTo>
                  <a:lnTo>
                    <a:pt x="23003" y="11592"/>
                  </a:lnTo>
                  <a:lnTo>
                    <a:pt x="23745" y="11491"/>
                  </a:lnTo>
                  <a:lnTo>
                    <a:pt x="24487" y="11371"/>
                  </a:lnTo>
                  <a:lnTo>
                    <a:pt x="25931" y="11130"/>
                  </a:lnTo>
                  <a:lnTo>
                    <a:pt x="27315" y="10830"/>
                  </a:lnTo>
                  <a:lnTo>
                    <a:pt x="28618" y="10529"/>
                  </a:lnTo>
                  <a:lnTo>
                    <a:pt x="29862" y="10208"/>
                  </a:lnTo>
                  <a:lnTo>
                    <a:pt x="31005" y="9887"/>
                  </a:lnTo>
                  <a:lnTo>
                    <a:pt x="32048" y="9566"/>
                  </a:lnTo>
                  <a:lnTo>
                    <a:pt x="32990" y="9265"/>
                  </a:lnTo>
                  <a:lnTo>
                    <a:pt x="33792" y="8985"/>
                  </a:lnTo>
                  <a:lnTo>
                    <a:pt x="35016" y="8543"/>
                  </a:lnTo>
                  <a:lnTo>
                    <a:pt x="35637" y="8303"/>
                  </a:lnTo>
                  <a:lnTo>
                    <a:pt x="35738" y="8243"/>
                  </a:lnTo>
                  <a:lnTo>
                    <a:pt x="35818" y="8142"/>
                  </a:lnTo>
                  <a:lnTo>
                    <a:pt x="35898" y="8022"/>
                  </a:lnTo>
                  <a:lnTo>
                    <a:pt x="35978" y="7841"/>
                  </a:lnTo>
                  <a:lnTo>
                    <a:pt x="36059" y="7661"/>
                  </a:lnTo>
                  <a:lnTo>
                    <a:pt x="36139" y="7420"/>
                  </a:lnTo>
                  <a:lnTo>
                    <a:pt x="36259" y="6899"/>
                  </a:lnTo>
                  <a:lnTo>
                    <a:pt x="35016" y="7340"/>
                  </a:lnTo>
                  <a:lnTo>
                    <a:pt x="33752" y="7741"/>
                  </a:lnTo>
                  <a:lnTo>
                    <a:pt x="32469" y="8142"/>
                  </a:lnTo>
                  <a:lnTo>
                    <a:pt x="31205" y="8503"/>
                  </a:lnTo>
                  <a:lnTo>
                    <a:pt x="29922" y="8844"/>
                  </a:lnTo>
                  <a:lnTo>
                    <a:pt x="28618" y="9145"/>
                  </a:lnTo>
                  <a:lnTo>
                    <a:pt x="27335" y="9406"/>
                  </a:lnTo>
                  <a:lnTo>
                    <a:pt x="26031" y="9646"/>
                  </a:lnTo>
                  <a:lnTo>
                    <a:pt x="24728" y="9847"/>
                  </a:lnTo>
                  <a:lnTo>
                    <a:pt x="23404" y="10007"/>
                  </a:lnTo>
                  <a:lnTo>
                    <a:pt x="22742" y="10088"/>
                  </a:lnTo>
                  <a:lnTo>
                    <a:pt x="22081" y="10128"/>
                  </a:lnTo>
                  <a:lnTo>
                    <a:pt x="21419" y="10168"/>
                  </a:lnTo>
                  <a:lnTo>
                    <a:pt x="20737" y="10188"/>
                  </a:lnTo>
                  <a:lnTo>
                    <a:pt x="20035" y="10168"/>
                  </a:lnTo>
                  <a:lnTo>
                    <a:pt x="19333" y="10128"/>
                  </a:lnTo>
                  <a:lnTo>
                    <a:pt x="18631" y="10027"/>
                  </a:lnTo>
                  <a:lnTo>
                    <a:pt x="17929" y="9907"/>
                  </a:lnTo>
                  <a:lnTo>
                    <a:pt x="17649" y="9847"/>
                  </a:lnTo>
                  <a:lnTo>
                    <a:pt x="17348" y="9747"/>
                  </a:lnTo>
                  <a:lnTo>
                    <a:pt x="17047" y="9606"/>
                  </a:lnTo>
                  <a:lnTo>
                    <a:pt x="16786" y="9466"/>
                  </a:lnTo>
                  <a:lnTo>
                    <a:pt x="16525" y="9305"/>
                  </a:lnTo>
                  <a:lnTo>
                    <a:pt x="16305" y="9105"/>
                  </a:lnTo>
                  <a:lnTo>
                    <a:pt x="16225" y="9005"/>
                  </a:lnTo>
                  <a:lnTo>
                    <a:pt x="16144" y="8904"/>
                  </a:lnTo>
                  <a:lnTo>
                    <a:pt x="16084" y="8784"/>
                  </a:lnTo>
                  <a:lnTo>
                    <a:pt x="16044" y="8684"/>
                  </a:lnTo>
                  <a:lnTo>
                    <a:pt x="16024" y="8563"/>
                  </a:lnTo>
                  <a:lnTo>
                    <a:pt x="16004" y="8443"/>
                  </a:lnTo>
                  <a:lnTo>
                    <a:pt x="16024" y="8323"/>
                  </a:lnTo>
                  <a:lnTo>
                    <a:pt x="16064" y="8202"/>
                  </a:lnTo>
                  <a:lnTo>
                    <a:pt x="16124" y="8062"/>
                  </a:lnTo>
                  <a:lnTo>
                    <a:pt x="16205" y="7942"/>
                  </a:lnTo>
                  <a:lnTo>
                    <a:pt x="16325" y="7801"/>
                  </a:lnTo>
                  <a:lnTo>
                    <a:pt x="16465" y="7681"/>
                  </a:lnTo>
                  <a:lnTo>
                    <a:pt x="16646" y="7541"/>
                  </a:lnTo>
                  <a:lnTo>
                    <a:pt x="16846" y="7400"/>
                  </a:lnTo>
                  <a:lnTo>
                    <a:pt x="17067" y="7260"/>
                  </a:lnTo>
                  <a:lnTo>
                    <a:pt x="17348" y="7140"/>
                  </a:lnTo>
                  <a:lnTo>
                    <a:pt x="17649" y="6999"/>
                  </a:lnTo>
                  <a:lnTo>
                    <a:pt x="17989" y="6859"/>
                  </a:lnTo>
                  <a:lnTo>
                    <a:pt x="18350" y="6718"/>
                  </a:lnTo>
                  <a:lnTo>
                    <a:pt x="18772" y="6578"/>
                  </a:lnTo>
                  <a:lnTo>
                    <a:pt x="19514" y="6357"/>
                  </a:lnTo>
                  <a:lnTo>
                    <a:pt x="18912" y="6378"/>
                  </a:lnTo>
                  <a:lnTo>
                    <a:pt x="17448" y="6378"/>
                  </a:lnTo>
                  <a:lnTo>
                    <a:pt x="16606" y="6337"/>
                  </a:lnTo>
                  <a:lnTo>
                    <a:pt x="15282" y="6217"/>
                  </a:lnTo>
                  <a:lnTo>
                    <a:pt x="13999" y="6097"/>
                  </a:lnTo>
                  <a:lnTo>
                    <a:pt x="12755" y="5916"/>
                  </a:lnTo>
                  <a:lnTo>
                    <a:pt x="11572" y="5736"/>
                  </a:lnTo>
                  <a:lnTo>
                    <a:pt x="10429" y="5515"/>
                  </a:lnTo>
                  <a:lnTo>
                    <a:pt x="9346" y="5295"/>
                  </a:lnTo>
                  <a:lnTo>
                    <a:pt x="8343" y="5054"/>
                  </a:lnTo>
                  <a:lnTo>
                    <a:pt x="7421" y="4813"/>
                  </a:lnTo>
                  <a:lnTo>
                    <a:pt x="6558" y="4573"/>
                  </a:lnTo>
                  <a:lnTo>
                    <a:pt x="5776" y="4332"/>
                  </a:lnTo>
                  <a:lnTo>
                    <a:pt x="5094" y="4111"/>
                  </a:lnTo>
                  <a:lnTo>
                    <a:pt x="4513" y="3911"/>
                  </a:lnTo>
                  <a:lnTo>
                    <a:pt x="4011" y="3730"/>
                  </a:lnTo>
                  <a:lnTo>
                    <a:pt x="3610" y="3550"/>
                  </a:lnTo>
                  <a:lnTo>
                    <a:pt x="3350" y="3429"/>
                  </a:lnTo>
                  <a:lnTo>
                    <a:pt x="3169" y="3329"/>
                  </a:lnTo>
                  <a:lnTo>
                    <a:pt x="3109" y="3269"/>
                  </a:lnTo>
                  <a:lnTo>
                    <a:pt x="3069" y="3169"/>
                  </a:lnTo>
                  <a:lnTo>
                    <a:pt x="3029" y="3048"/>
                  </a:lnTo>
                  <a:lnTo>
                    <a:pt x="2989" y="2908"/>
                  </a:lnTo>
                  <a:lnTo>
                    <a:pt x="2908" y="2547"/>
                  </a:lnTo>
                  <a:lnTo>
                    <a:pt x="2828" y="2126"/>
                  </a:lnTo>
                  <a:lnTo>
                    <a:pt x="2688" y="1103"/>
                  </a:lnTo>
                  <a:lnTo>
                    <a:pt x="2588" y="562"/>
                  </a:lnTo>
                  <a:lnTo>
                    <a:pt x="2467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3" name="Google Shape;6613;p30"/>
            <p:cNvSpPr/>
            <p:nvPr/>
          </p:nvSpPr>
          <p:spPr>
            <a:xfrm>
              <a:off x="11246025" y="4817763"/>
              <a:ext cx="906500" cy="297325"/>
            </a:xfrm>
            <a:custGeom>
              <a:avLst/>
              <a:gdLst/>
              <a:ahLst/>
              <a:cxnLst/>
              <a:rect l="l" t="t" r="r" b="b"/>
              <a:pathLst>
                <a:path w="36260" h="11893" fill="none" extrusionOk="0">
                  <a:moveTo>
                    <a:pt x="2467" y="0"/>
                  </a:moveTo>
                  <a:lnTo>
                    <a:pt x="2467" y="0"/>
                  </a:lnTo>
                  <a:lnTo>
                    <a:pt x="1926" y="361"/>
                  </a:lnTo>
                  <a:lnTo>
                    <a:pt x="1445" y="722"/>
                  </a:lnTo>
                  <a:lnTo>
                    <a:pt x="1023" y="1043"/>
                  </a:lnTo>
                  <a:lnTo>
                    <a:pt x="662" y="1364"/>
                  </a:lnTo>
                  <a:lnTo>
                    <a:pt x="382" y="1665"/>
                  </a:lnTo>
                  <a:lnTo>
                    <a:pt x="181" y="1925"/>
                  </a:lnTo>
                  <a:lnTo>
                    <a:pt x="101" y="2066"/>
                  </a:lnTo>
                  <a:lnTo>
                    <a:pt x="41" y="2186"/>
                  </a:lnTo>
                  <a:lnTo>
                    <a:pt x="21" y="2286"/>
                  </a:lnTo>
                  <a:lnTo>
                    <a:pt x="1" y="2387"/>
                  </a:lnTo>
                  <a:lnTo>
                    <a:pt x="1" y="2387"/>
                  </a:lnTo>
                  <a:lnTo>
                    <a:pt x="21" y="2467"/>
                  </a:lnTo>
                  <a:lnTo>
                    <a:pt x="21" y="2467"/>
                  </a:lnTo>
                  <a:lnTo>
                    <a:pt x="301" y="3710"/>
                  </a:lnTo>
                  <a:lnTo>
                    <a:pt x="522" y="4633"/>
                  </a:lnTo>
                  <a:lnTo>
                    <a:pt x="783" y="5656"/>
                  </a:lnTo>
                  <a:lnTo>
                    <a:pt x="1063" y="6658"/>
                  </a:lnTo>
                  <a:lnTo>
                    <a:pt x="1204" y="7120"/>
                  </a:lnTo>
                  <a:lnTo>
                    <a:pt x="1344" y="7541"/>
                  </a:lnTo>
                  <a:lnTo>
                    <a:pt x="1485" y="7922"/>
                  </a:lnTo>
                  <a:lnTo>
                    <a:pt x="1625" y="8223"/>
                  </a:lnTo>
                  <a:lnTo>
                    <a:pt x="1745" y="8443"/>
                  </a:lnTo>
                  <a:lnTo>
                    <a:pt x="1805" y="8523"/>
                  </a:lnTo>
                  <a:lnTo>
                    <a:pt x="1866" y="8584"/>
                  </a:lnTo>
                  <a:lnTo>
                    <a:pt x="1866" y="8584"/>
                  </a:lnTo>
                  <a:lnTo>
                    <a:pt x="2046" y="8684"/>
                  </a:lnTo>
                  <a:lnTo>
                    <a:pt x="2347" y="8824"/>
                  </a:lnTo>
                  <a:lnTo>
                    <a:pt x="2768" y="9005"/>
                  </a:lnTo>
                  <a:lnTo>
                    <a:pt x="3310" y="9205"/>
                  </a:lnTo>
                  <a:lnTo>
                    <a:pt x="3951" y="9426"/>
                  </a:lnTo>
                  <a:lnTo>
                    <a:pt x="4693" y="9666"/>
                  </a:lnTo>
                  <a:lnTo>
                    <a:pt x="5536" y="9927"/>
                  </a:lnTo>
                  <a:lnTo>
                    <a:pt x="6478" y="10188"/>
                  </a:lnTo>
                  <a:lnTo>
                    <a:pt x="7481" y="10449"/>
                  </a:lnTo>
                  <a:lnTo>
                    <a:pt x="8584" y="10709"/>
                  </a:lnTo>
                  <a:lnTo>
                    <a:pt x="9747" y="10950"/>
                  </a:lnTo>
                  <a:lnTo>
                    <a:pt x="10970" y="11191"/>
                  </a:lnTo>
                  <a:lnTo>
                    <a:pt x="12274" y="11391"/>
                  </a:lnTo>
                  <a:lnTo>
                    <a:pt x="13618" y="11572"/>
                  </a:lnTo>
                  <a:lnTo>
                    <a:pt x="15021" y="11732"/>
                  </a:lnTo>
                  <a:lnTo>
                    <a:pt x="16445" y="11832"/>
                  </a:lnTo>
                  <a:lnTo>
                    <a:pt x="16445" y="11832"/>
                  </a:lnTo>
                  <a:lnTo>
                    <a:pt x="17408" y="11872"/>
                  </a:lnTo>
                  <a:lnTo>
                    <a:pt x="18350" y="11893"/>
                  </a:lnTo>
                  <a:lnTo>
                    <a:pt x="18350" y="11893"/>
                  </a:lnTo>
                  <a:lnTo>
                    <a:pt x="19133" y="11893"/>
                  </a:lnTo>
                  <a:lnTo>
                    <a:pt x="19915" y="11852"/>
                  </a:lnTo>
                  <a:lnTo>
                    <a:pt x="20697" y="11812"/>
                  </a:lnTo>
                  <a:lnTo>
                    <a:pt x="21479" y="11752"/>
                  </a:lnTo>
                  <a:lnTo>
                    <a:pt x="22241" y="11672"/>
                  </a:lnTo>
                  <a:lnTo>
                    <a:pt x="23003" y="11592"/>
                  </a:lnTo>
                  <a:lnTo>
                    <a:pt x="23745" y="11491"/>
                  </a:lnTo>
                  <a:lnTo>
                    <a:pt x="24487" y="11371"/>
                  </a:lnTo>
                  <a:lnTo>
                    <a:pt x="25931" y="11130"/>
                  </a:lnTo>
                  <a:lnTo>
                    <a:pt x="27315" y="10830"/>
                  </a:lnTo>
                  <a:lnTo>
                    <a:pt x="28618" y="10529"/>
                  </a:lnTo>
                  <a:lnTo>
                    <a:pt x="29862" y="10208"/>
                  </a:lnTo>
                  <a:lnTo>
                    <a:pt x="31005" y="9887"/>
                  </a:lnTo>
                  <a:lnTo>
                    <a:pt x="32048" y="9566"/>
                  </a:lnTo>
                  <a:lnTo>
                    <a:pt x="32990" y="9265"/>
                  </a:lnTo>
                  <a:lnTo>
                    <a:pt x="33792" y="8985"/>
                  </a:lnTo>
                  <a:lnTo>
                    <a:pt x="35016" y="8543"/>
                  </a:lnTo>
                  <a:lnTo>
                    <a:pt x="35637" y="8303"/>
                  </a:lnTo>
                  <a:lnTo>
                    <a:pt x="35637" y="8303"/>
                  </a:lnTo>
                  <a:lnTo>
                    <a:pt x="35738" y="8243"/>
                  </a:lnTo>
                  <a:lnTo>
                    <a:pt x="35818" y="8142"/>
                  </a:lnTo>
                  <a:lnTo>
                    <a:pt x="35898" y="8022"/>
                  </a:lnTo>
                  <a:lnTo>
                    <a:pt x="35978" y="7841"/>
                  </a:lnTo>
                  <a:lnTo>
                    <a:pt x="36059" y="7661"/>
                  </a:lnTo>
                  <a:lnTo>
                    <a:pt x="36139" y="7420"/>
                  </a:lnTo>
                  <a:lnTo>
                    <a:pt x="36259" y="6899"/>
                  </a:lnTo>
                  <a:lnTo>
                    <a:pt x="36259" y="6899"/>
                  </a:lnTo>
                  <a:lnTo>
                    <a:pt x="35016" y="7340"/>
                  </a:lnTo>
                  <a:lnTo>
                    <a:pt x="33752" y="7741"/>
                  </a:lnTo>
                  <a:lnTo>
                    <a:pt x="32469" y="8142"/>
                  </a:lnTo>
                  <a:lnTo>
                    <a:pt x="31205" y="8503"/>
                  </a:lnTo>
                  <a:lnTo>
                    <a:pt x="29922" y="8844"/>
                  </a:lnTo>
                  <a:lnTo>
                    <a:pt x="28618" y="9145"/>
                  </a:lnTo>
                  <a:lnTo>
                    <a:pt x="27335" y="9406"/>
                  </a:lnTo>
                  <a:lnTo>
                    <a:pt x="26031" y="9646"/>
                  </a:lnTo>
                  <a:lnTo>
                    <a:pt x="26031" y="9646"/>
                  </a:lnTo>
                  <a:lnTo>
                    <a:pt x="24728" y="9847"/>
                  </a:lnTo>
                  <a:lnTo>
                    <a:pt x="23404" y="10007"/>
                  </a:lnTo>
                  <a:lnTo>
                    <a:pt x="22742" y="10088"/>
                  </a:lnTo>
                  <a:lnTo>
                    <a:pt x="22081" y="10128"/>
                  </a:lnTo>
                  <a:lnTo>
                    <a:pt x="21419" y="10168"/>
                  </a:lnTo>
                  <a:lnTo>
                    <a:pt x="20737" y="10188"/>
                  </a:lnTo>
                  <a:lnTo>
                    <a:pt x="20737" y="10188"/>
                  </a:lnTo>
                  <a:lnTo>
                    <a:pt x="20035" y="10168"/>
                  </a:lnTo>
                  <a:lnTo>
                    <a:pt x="19333" y="10128"/>
                  </a:lnTo>
                  <a:lnTo>
                    <a:pt x="18631" y="10027"/>
                  </a:lnTo>
                  <a:lnTo>
                    <a:pt x="17929" y="9907"/>
                  </a:lnTo>
                  <a:lnTo>
                    <a:pt x="17929" y="9907"/>
                  </a:lnTo>
                  <a:lnTo>
                    <a:pt x="17649" y="9847"/>
                  </a:lnTo>
                  <a:lnTo>
                    <a:pt x="17348" y="9747"/>
                  </a:lnTo>
                  <a:lnTo>
                    <a:pt x="17047" y="9606"/>
                  </a:lnTo>
                  <a:lnTo>
                    <a:pt x="16786" y="9466"/>
                  </a:lnTo>
                  <a:lnTo>
                    <a:pt x="16525" y="9305"/>
                  </a:lnTo>
                  <a:lnTo>
                    <a:pt x="16305" y="9105"/>
                  </a:lnTo>
                  <a:lnTo>
                    <a:pt x="16225" y="9005"/>
                  </a:lnTo>
                  <a:lnTo>
                    <a:pt x="16144" y="8904"/>
                  </a:lnTo>
                  <a:lnTo>
                    <a:pt x="16084" y="8784"/>
                  </a:lnTo>
                  <a:lnTo>
                    <a:pt x="16044" y="8684"/>
                  </a:lnTo>
                  <a:lnTo>
                    <a:pt x="16024" y="8563"/>
                  </a:lnTo>
                  <a:lnTo>
                    <a:pt x="16004" y="8443"/>
                  </a:lnTo>
                  <a:lnTo>
                    <a:pt x="16024" y="8323"/>
                  </a:lnTo>
                  <a:lnTo>
                    <a:pt x="16064" y="8202"/>
                  </a:lnTo>
                  <a:lnTo>
                    <a:pt x="16124" y="8062"/>
                  </a:lnTo>
                  <a:lnTo>
                    <a:pt x="16205" y="7942"/>
                  </a:lnTo>
                  <a:lnTo>
                    <a:pt x="16325" y="7801"/>
                  </a:lnTo>
                  <a:lnTo>
                    <a:pt x="16465" y="7681"/>
                  </a:lnTo>
                  <a:lnTo>
                    <a:pt x="16646" y="7541"/>
                  </a:lnTo>
                  <a:lnTo>
                    <a:pt x="16846" y="7400"/>
                  </a:lnTo>
                  <a:lnTo>
                    <a:pt x="17067" y="7260"/>
                  </a:lnTo>
                  <a:lnTo>
                    <a:pt x="17348" y="7140"/>
                  </a:lnTo>
                  <a:lnTo>
                    <a:pt x="17649" y="6999"/>
                  </a:lnTo>
                  <a:lnTo>
                    <a:pt x="17989" y="6859"/>
                  </a:lnTo>
                  <a:lnTo>
                    <a:pt x="18350" y="6718"/>
                  </a:lnTo>
                  <a:lnTo>
                    <a:pt x="18772" y="6578"/>
                  </a:lnTo>
                  <a:lnTo>
                    <a:pt x="18772" y="6578"/>
                  </a:lnTo>
                  <a:lnTo>
                    <a:pt x="19514" y="6357"/>
                  </a:lnTo>
                  <a:lnTo>
                    <a:pt x="19514" y="6357"/>
                  </a:lnTo>
                  <a:lnTo>
                    <a:pt x="18912" y="6378"/>
                  </a:lnTo>
                  <a:lnTo>
                    <a:pt x="18310" y="6378"/>
                  </a:lnTo>
                  <a:lnTo>
                    <a:pt x="18310" y="6378"/>
                  </a:lnTo>
                  <a:lnTo>
                    <a:pt x="17448" y="6378"/>
                  </a:lnTo>
                  <a:lnTo>
                    <a:pt x="16606" y="6337"/>
                  </a:lnTo>
                  <a:lnTo>
                    <a:pt x="16606" y="6337"/>
                  </a:lnTo>
                  <a:lnTo>
                    <a:pt x="15282" y="6217"/>
                  </a:lnTo>
                  <a:lnTo>
                    <a:pt x="13999" y="6097"/>
                  </a:lnTo>
                  <a:lnTo>
                    <a:pt x="12755" y="5916"/>
                  </a:lnTo>
                  <a:lnTo>
                    <a:pt x="11572" y="5736"/>
                  </a:lnTo>
                  <a:lnTo>
                    <a:pt x="10429" y="5515"/>
                  </a:lnTo>
                  <a:lnTo>
                    <a:pt x="9346" y="5295"/>
                  </a:lnTo>
                  <a:lnTo>
                    <a:pt x="8343" y="5054"/>
                  </a:lnTo>
                  <a:lnTo>
                    <a:pt x="7421" y="4813"/>
                  </a:lnTo>
                  <a:lnTo>
                    <a:pt x="6558" y="4573"/>
                  </a:lnTo>
                  <a:lnTo>
                    <a:pt x="5776" y="4332"/>
                  </a:lnTo>
                  <a:lnTo>
                    <a:pt x="5094" y="4111"/>
                  </a:lnTo>
                  <a:lnTo>
                    <a:pt x="4513" y="3911"/>
                  </a:lnTo>
                  <a:lnTo>
                    <a:pt x="4011" y="3730"/>
                  </a:lnTo>
                  <a:lnTo>
                    <a:pt x="3610" y="3550"/>
                  </a:lnTo>
                  <a:lnTo>
                    <a:pt x="3350" y="3429"/>
                  </a:lnTo>
                  <a:lnTo>
                    <a:pt x="3169" y="3329"/>
                  </a:lnTo>
                  <a:lnTo>
                    <a:pt x="3169" y="3329"/>
                  </a:lnTo>
                  <a:lnTo>
                    <a:pt x="3109" y="3269"/>
                  </a:lnTo>
                  <a:lnTo>
                    <a:pt x="3069" y="3169"/>
                  </a:lnTo>
                  <a:lnTo>
                    <a:pt x="3029" y="3048"/>
                  </a:lnTo>
                  <a:lnTo>
                    <a:pt x="2989" y="2908"/>
                  </a:lnTo>
                  <a:lnTo>
                    <a:pt x="2908" y="2547"/>
                  </a:lnTo>
                  <a:lnTo>
                    <a:pt x="2828" y="2126"/>
                  </a:lnTo>
                  <a:lnTo>
                    <a:pt x="2688" y="1103"/>
                  </a:lnTo>
                  <a:lnTo>
                    <a:pt x="2588" y="562"/>
                  </a:lnTo>
                  <a:lnTo>
                    <a:pt x="2467" y="0"/>
                  </a:lnTo>
                  <a:lnTo>
                    <a:pt x="2467" y="0"/>
                  </a:lnTo>
                  <a:lnTo>
                    <a:pt x="2467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4" name="Google Shape;6614;p30"/>
            <p:cNvSpPr/>
            <p:nvPr/>
          </p:nvSpPr>
          <p:spPr>
            <a:xfrm>
              <a:off x="11258050" y="4416663"/>
              <a:ext cx="873900" cy="619200"/>
            </a:xfrm>
            <a:custGeom>
              <a:avLst/>
              <a:gdLst/>
              <a:ahLst/>
              <a:cxnLst/>
              <a:rect l="l" t="t" r="r" b="b"/>
              <a:pathLst>
                <a:path w="34956" h="24768" extrusionOk="0">
                  <a:moveTo>
                    <a:pt x="61" y="1"/>
                  </a:moveTo>
                  <a:lnTo>
                    <a:pt x="21" y="41"/>
                  </a:lnTo>
                  <a:lnTo>
                    <a:pt x="1" y="61"/>
                  </a:lnTo>
                  <a:lnTo>
                    <a:pt x="1" y="101"/>
                  </a:lnTo>
                  <a:lnTo>
                    <a:pt x="1" y="141"/>
                  </a:lnTo>
                  <a:lnTo>
                    <a:pt x="282" y="823"/>
                  </a:lnTo>
                  <a:lnTo>
                    <a:pt x="542" y="1505"/>
                  </a:lnTo>
                  <a:lnTo>
                    <a:pt x="783" y="2186"/>
                  </a:lnTo>
                  <a:lnTo>
                    <a:pt x="1024" y="2888"/>
                  </a:lnTo>
                  <a:lnTo>
                    <a:pt x="1224" y="3590"/>
                  </a:lnTo>
                  <a:lnTo>
                    <a:pt x="1425" y="4292"/>
                  </a:lnTo>
                  <a:lnTo>
                    <a:pt x="1806" y="5696"/>
                  </a:lnTo>
                  <a:lnTo>
                    <a:pt x="2528" y="8524"/>
                  </a:lnTo>
                  <a:lnTo>
                    <a:pt x="2909" y="9948"/>
                  </a:lnTo>
                  <a:lnTo>
                    <a:pt x="3310" y="11351"/>
                  </a:lnTo>
                  <a:lnTo>
                    <a:pt x="3831" y="12936"/>
                  </a:lnTo>
                  <a:lnTo>
                    <a:pt x="4453" y="14741"/>
                  </a:lnTo>
                  <a:lnTo>
                    <a:pt x="5135" y="16646"/>
                  </a:lnTo>
                  <a:lnTo>
                    <a:pt x="5817" y="18491"/>
                  </a:lnTo>
                  <a:lnTo>
                    <a:pt x="6960" y="21539"/>
                  </a:lnTo>
                  <a:lnTo>
                    <a:pt x="7441" y="22823"/>
                  </a:lnTo>
                  <a:lnTo>
                    <a:pt x="7461" y="22903"/>
                  </a:lnTo>
                  <a:lnTo>
                    <a:pt x="7501" y="22983"/>
                  </a:lnTo>
                  <a:lnTo>
                    <a:pt x="7561" y="23023"/>
                  </a:lnTo>
                  <a:lnTo>
                    <a:pt x="7722" y="23023"/>
                  </a:lnTo>
                  <a:lnTo>
                    <a:pt x="7802" y="22983"/>
                  </a:lnTo>
                  <a:lnTo>
                    <a:pt x="7862" y="22923"/>
                  </a:lnTo>
                  <a:lnTo>
                    <a:pt x="7882" y="22823"/>
                  </a:lnTo>
                  <a:lnTo>
                    <a:pt x="8584" y="17929"/>
                  </a:lnTo>
                  <a:lnTo>
                    <a:pt x="9286" y="13036"/>
                  </a:lnTo>
                  <a:lnTo>
                    <a:pt x="10028" y="8143"/>
                  </a:lnTo>
                  <a:lnTo>
                    <a:pt x="10409" y="5696"/>
                  </a:lnTo>
                  <a:lnTo>
                    <a:pt x="10810" y="3249"/>
                  </a:lnTo>
                  <a:lnTo>
                    <a:pt x="10951" y="3891"/>
                  </a:lnTo>
                  <a:lnTo>
                    <a:pt x="11131" y="4513"/>
                  </a:lnTo>
                  <a:lnTo>
                    <a:pt x="11332" y="5134"/>
                  </a:lnTo>
                  <a:lnTo>
                    <a:pt x="11532" y="5776"/>
                  </a:lnTo>
                  <a:lnTo>
                    <a:pt x="11973" y="7020"/>
                  </a:lnTo>
                  <a:lnTo>
                    <a:pt x="12395" y="8243"/>
                  </a:lnTo>
                  <a:lnTo>
                    <a:pt x="13337" y="11031"/>
                  </a:lnTo>
                  <a:lnTo>
                    <a:pt x="14280" y="13818"/>
                  </a:lnTo>
                  <a:lnTo>
                    <a:pt x="15202" y="16485"/>
                  </a:lnTo>
                  <a:lnTo>
                    <a:pt x="16125" y="19133"/>
                  </a:lnTo>
                  <a:lnTo>
                    <a:pt x="17107" y="21780"/>
                  </a:lnTo>
                  <a:lnTo>
                    <a:pt x="18110" y="24427"/>
                  </a:lnTo>
                  <a:lnTo>
                    <a:pt x="18190" y="24527"/>
                  </a:lnTo>
                  <a:lnTo>
                    <a:pt x="18331" y="24688"/>
                  </a:lnTo>
                  <a:lnTo>
                    <a:pt x="18411" y="24748"/>
                  </a:lnTo>
                  <a:lnTo>
                    <a:pt x="18491" y="24768"/>
                  </a:lnTo>
                  <a:lnTo>
                    <a:pt x="18551" y="24768"/>
                  </a:lnTo>
                  <a:lnTo>
                    <a:pt x="18571" y="24748"/>
                  </a:lnTo>
                  <a:lnTo>
                    <a:pt x="18591" y="24728"/>
                  </a:lnTo>
                  <a:lnTo>
                    <a:pt x="19875" y="19173"/>
                  </a:lnTo>
                  <a:lnTo>
                    <a:pt x="20497" y="16405"/>
                  </a:lnTo>
                  <a:lnTo>
                    <a:pt x="21098" y="13618"/>
                  </a:lnTo>
                  <a:lnTo>
                    <a:pt x="21640" y="11111"/>
                  </a:lnTo>
                  <a:lnTo>
                    <a:pt x="22161" y="8604"/>
                  </a:lnTo>
                  <a:lnTo>
                    <a:pt x="22402" y="7340"/>
                  </a:lnTo>
                  <a:lnTo>
                    <a:pt x="22622" y="6077"/>
                  </a:lnTo>
                  <a:lnTo>
                    <a:pt x="22843" y="4814"/>
                  </a:lnTo>
                  <a:lnTo>
                    <a:pt x="23023" y="3530"/>
                  </a:lnTo>
                  <a:lnTo>
                    <a:pt x="23344" y="4774"/>
                  </a:lnTo>
                  <a:lnTo>
                    <a:pt x="23705" y="5997"/>
                  </a:lnTo>
                  <a:lnTo>
                    <a:pt x="24066" y="7240"/>
                  </a:lnTo>
                  <a:lnTo>
                    <a:pt x="24447" y="8464"/>
                  </a:lnTo>
                  <a:lnTo>
                    <a:pt x="25249" y="10890"/>
                  </a:lnTo>
                  <a:lnTo>
                    <a:pt x="26052" y="13317"/>
                  </a:lnTo>
                  <a:lnTo>
                    <a:pt x="26914" y="15924"/>
                  </a:lnTo>
                  <a:lnTo>
                    <a:pt x="27796" y="18491"/>
                  </a:lnTo>
                  <a:lnTo>
                    <a:pt x="28719" y="21078"/>
                  </a:lnTo>
                  <a:lnTo>
                    <a:pt x="29661" y="23645"/>
                  </a:lnTo>
                  <a:lnTo>
                    <a:pt x="29702" y="23685"/>
                  </a:lnTo>
                  <a:lnTo>
                    <a:pt x="29762" y="23745"/>
                  </a:lnTo>
                  <a:lnTo>
                    <a:pt x="29942" y="23885"/>
                  </a:lnTo>
                  <a:lnTo>
                    <a:pt x="30043" y="23926"/>
                  </a:lnTo>
                  <a:lnTo>
                    <a:pt x="30123" y="23946"/>
                  </a:lnTo>
                  <a:lnTo>
                    <a:pt x="30203" y="23926"/>
                  </a:lnTo>
                  <a:lnTo>
                    <a:pt x="30223" y="23906"/>
                  </a:lnTo>
                  <a:lnTo>
                    <a:pt x="30243" y="23865"/>
                  </a:lnTo>
                  <a:lnTo>
                    <a:pt x="30604" y="22401"/>
                  </a:lnTo>
                  <a:lnTo>
                    <a:pt x="30945" y="20917"/>
                  </a:lnTo>
                  <a:lnTo>
                    <a:pt x="31286" y="19433"/>
                  </a:lnTo>
                  <a:lnTo>
                    <a:pt x="31607" y="17949"/>
                  </a:lnTo>
                  <a:lnTo>
                    <a:pt x="32228" y="14981"/>
                  </a:lnTo>
                  <a:lnTo>
                    <a:pt x="32830" y="11993"/>
                  </a:lnTo>
                  <a:lnTo>
                    <a:pt x="33432" y="9125"/>
                  </a:lnTo>
                  <a:lnTo>
                    <a:pt x="34013" y="6217"/>
                  </a:lnTo>
                  <a:lnTo>
                    <a:pt x="34274" y="4774"/>
                  </a:lnTo>
                  <a:lnTo>
                    <a:pt x="34535" y="3330"/>
                  </a:lnTo>
                  <a:lnTo>
                    <a:pt x="34755" y="1866"/>
                  </a:lnTo>
                  <a:lnTo>
                    <a:pt x="34956" y="422"/>
                  </a:lnTo>
                  <a:lnTo>
                    <a:pt x="34956" y="382"/>
                  </a:lnTo>
                  <a:lnTo>
                    <a:pt x="34936" y="362"/>
                  </a:lnTo>
                  <a:lnTo>
                    <a:pt x="34896" y="341"/>
                  </a:lnTo>
                  <a:lnTo>
                    <a:pt x="34836" y="341"/>
                  </a:lnTo>
                  <a:lnTo>
                    <a:pt x="34815" y="362"/>
                  </a:lnTo>
                  <a:lnTo>
                    <a:pt x="34815" y="382"/>
                  </a:lnTo>
                  <a:lnTo>
                    <a:pt x="34475" y="1846"/>
                  </a:lnTo>
                  <a:lnTo>
                    <a:pt x="34174" y="3310"/>
                  </a:lnTo>
                  <a:lnTo>
                    <a:pt x="33893" y="4774"/>
                  </a:lnTo>
                  <a:lnTo>
                    <a:pt x="33612" y="6237"/>
                  </a:lnTo>
                  <a:lnTo>
                    <a:pt x="33051" y="9165"/>
                  </a:lnTo>
                  <a:lnTo>
                    <a:pt x="32770" y="10649"/>
                  </a:lnTo>
                  <a:lnTo>
                    <a:pt x="32489" y="12093"/>
                  </a:lnTo>
                  <a:lnTo>
                    <a:pt x="31867" y="14921"/>
                  </a:lnTo>
                  <a:lnTo>
                    <a:pt x="31246" y="17749"/>
                  </a:lnTo>
                  <a:lnTo>
                    <a:pt x="30624" y="20576"/>
                  </a:lnTo>
                  <a:lnTo>
                    <a:pt x="30002" y="23404"/>
                  </a:lnTo>
                  <a:lnTo>
                    <a:pt x="29080" y="20877"/>
                  </a:lnTo>
                  <a:lnTo>
                    <a:pt x="28177" y="18330"/>
                  </a:lnTo>
                  <a:lnTo>
                    <a:pt x="27295" y="15783"/>
                  </a:lnTo>
                  <a:lnTo>
                    <a:pt x="26433" y="13237"/>
                  </a:lnTo>
                  <a:lnTo>
                    <a:pt x="25410" y="10148"/>
                  </a:lnTo>
                  <a:lnTo>
                    <a:pt x="24327" y="6739"/>
                  </a:lnTo>
                  <a:lnTo>
                    <a:pt x="23124" y="2808"/>
                  </a:lnTo>
                  <a:lnTo>
                    <a:pt x="23104" y="2768"/>
                  </a:lnTo>
                  <a:lnTo>
                    <a:pt x="22983" y="2768"/>
                  </a:lnTo>
                  <a:lnTo>
                    <a:pt x="22883" y="2808"/>
                  </a:lnTo>
                  <a:lnTo>
                    <a:pt x="22863" y="2848"/>
                  </a:lnTo>
                  <a:lnTo>
                    <a:pt x="22843" y="2868"/>
                  </a:lnTo>
                  <a:lnTo>
                    <a:pt x="22622" y="4092"/>
                  </a:lnTo>
                  <a:lnTo>
                    <a:pt x="22041" y="6980"/>
                  </a:lnTo>
                  <a:lnTo>
                    <a:pt x="21319" y="10509"/>
                  </a:lnTo>
                  <a:lnTo>
                    <a:pt x="20637" y="13698"/>
                  </a:lnTo>
                  <a:lnTo>
                    <a:pt x="19554" y="18852"/>
                  </a:lnTo>
                  <a:lnTo>
                    <a:pt x="18992" y="21439"/>
                  </a:lnTo>
                  <a:lnTo>
                    <a:pt x="18411" y="24006"/>
                  </a:lnTo>
                  <a:lnTo>
                    <a:pt x="17428" y="21339"/>
                  </a:lnTo>
                  <a:lnTo>
                    <a:pt x="16446" y="18671"/>
                  </a:lnTo>
                  <a:lnTo>
                    <a:pt x="15503" y="16004"/>
                  </a:lnTo>
                  <a:lnTo>
                    <a:pt x="14580" y="13317"/>
                  </a:lnTo>
                  <a:lnTo>
                    <a:pt x="12756" y="7942"/>
                  </a:lnTo>
                  <a:lnTo>
                    <a:pt x="12334" y="6659"/>
                  </a:lnTo>
                  <a:lnTo>
                    <a:pt x="11893" y="5375"/>
                  </a:lnTo>
                  <a:lnTo>
                    <a:pt x="11673" y="4713"/>
                  </a:lnTo>
                  <a:lnTo>
                    <a:pt x="11432" y="4092"/>
                  </a:lnTo>
                  <a:lnTo>
                    <a:pt x="11171" y="3450"/>
                  </a:lnTo>
                  <a:lnTo>
                    <a:pt x="10890" y="2848"/>
                  </a:lnTo>
                  <a:lnTo>
                    <a:pt x="10850" y="2828"/>
                  </a:lnTo>
                  <a:lnTo>
                    <a:pt x="10770" y="2808"/>
                  </a:lnTo>
                  <a:lnTo>
                    <a:pt x="10690" y="2788"/>
                  </a:lnTo>
                  <a:lnTo>
                    <a:pt x="10670" y="2808"/>
                  </a:lnTo>
                  <a:lnTo>
                    <a:pt x="10650" y="2848"/>
                  </a:lnTo>
                  <a:lnTo>
                    <a:pt x="9808" y="7561"/>
                  </a:lnTo>
                  <a:lnTo>
                    <a:pt x="9386" y="9928"/>
                  </a:lnTo>
                  <a:lnTo>
                    <a:pt x="9005" y="12294"/>
                  </a:lnTo>
                  <a:lnTo>
                    <a:pt x="8624" y="14660"/>
                  </a:lnTo>
                  <a:lnTo>
                    <a:pt x="8263" y="17027"/>
                  </a:lnTo>
                  <a:lnTo>
                    <a:pt x="7902" y="19393"/>
                  </a:lnTo>
                  <a:lnTo>
                    <a:pt x="7581" y="21780"/>
                  </a:lnTo>
                  <a:lnTo>
                    <a:pt x="7100" y="20416"/>
                  </a:lnTo>
                  <a:lnTo>
                    <a:pt x="6599" y="19052"/>
                  </a:lnTo>
                  <a:lnTo>
                    <a:pt x="5596" y="16345"/>
                  </a:lnTo>
                  <a:lnTo>
                    <a:pt x="5095" y="14981"/>
                  </a:lnTo>
                  <a:lnTo>
                    <a:pt x="4613" y="13618"/>
                  </a:lnTo>
                  <a:lnTo>
                    <a:pt x="4152" y="12234"/>
                  </a:lnTo>
                  <a:lnTo>
                    <a:pt x="3711" y="10850"/>
                  </a:lnTo>
                  <a:lnTo>
                    <a:pt x="3310" y="9486"/>
                  </a:lnTo>
                  <a:lnTo>
                    <a:pt x="2929" y="8123"/>
                  </a:lnTo>
                  <a:lnTo>
                    <a:pt x="2528" y="6759"/>
                  </a:lnTo>
                  <a:lnTo>
                    <a:pt x="2127" y="5395"/>
                  </a:lnTo>
                  <a:lnTo>
                    <a:pt x="1706" y="4052"/>
                  </a:lnTo>
                  <a:lnTo>
                    <a:pt x="1244" y="2708"/>
                  </a:lnTo>
                  <a:lnTo>
                    <a:pt x="1004" y="2026"/>
                  </a:lnTo>
                  <a:lnTo>
                    <a:pt x="743" y="1364"/>
                  </a:lnTo>
                  <a:lnTo>
                    <a:pt x="482" y="702"/>
                  </a:lnTo>
                  <a:lnTo>
                    <a:pt x="201" y="61"/>
                  </a:lnTo>
                  <a:lnTo>
                    <a:pt x="161" y="21"/>
                  </a:lnTo>
                  <a:lnTo>
                    <a:pt x="14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5" name="Google Shape;6615;p30"/>
            <p:cNvSpPr/>
            <p:nvPr/>
          </p:nvSpPr>
          <p:spPr>
            <a:xfrm>
              <a:off x="11241025" y="4391588"/>
              <a:ext cx="49150" cy="49175"/>
            </a:xfrm>
            <a:custGeom>
              <a:avLst/>
              <a:gdLst/>
              <a:ahLst/>
              <a:cxnLst/>
              <a:rect l="l" t="t" r="r" b="b"/>
              <a:pathLst>
                <a:path w="1966" h="1967" extrusionOk="0">
                  <a:moveTo>
                    <a:pt x="822" y="1"/>
                  </a:moveTo>
                  <a:lnTo>
                    <a:pt x="722" y="21"/>
                  </a:lnTo>
                  <a:lnTo>
                    <a:pt x="622" y="61"/>
                  </a:lnTo>
                  <a:lnTo>
                    <a:pt x="521" y="101"/>
                  </a:lnTo>
                  <a:lnTo>
                    <a:pt x="421" y="161"/>
                  </a:lnTo>
                  <a:lnTo>
                    <a:pt x="261" y="302"/>
                  </a:lnTo>
                  <a:lnTo>
                    <a:pt x="140" y="482"/>
                  </a:lnTo>
                  <a:lnTo>
                    <a:pt x="40" y="683"/>
                  </a:lnTo>
                  <a:lnTo>
                    <a:pt x="0" y="883"/>
                  </a:lnTo>
                  <a:lnTo>
                    <a:pt x="0" y="1004"/>
                  </a:lnTo>
                  <a:lnTo>
                    <a:pt x="0" y="1124"/>
                  </a:lnTo>
                  <a:lnTo>
                    <a:pt x="40" y="1284"/>
                  </a:lnTo>
                  <a:lnTo>
                    <a:pt x="100" y="1445"/>
                  </a:lnTo>
                  <a:lnTo>
                    <a:pt x="201" y="1605"/>
                  </a:lnTo>
                  <a:lnTo>
                    <a:pt x="341" y="1725"/>
                  </a:lnTo>
                  <a:lnTo>
                    <a:pt x="501" y="1846"/>
                  </a:lnTo>
                  <a:lnTo>
                    <a:pt x="682" y="1926"/>
                  </a:lnTo>
                  <a:lnTo>
                    <a:pt x="882" y="1966"/>
                  </a:lnTo>
                  <a:lnTo>
                    <a:pt x="1103" y="1966"/>
                  </a:lnTo>
                  <a:lnTo>
                    <a:pt x="1243" y="1946"/>
                  </a:lnTo>
                  <a:lnTo>
                    <a:pt x="1384" y="1906"/>
                  </a:lnTo>
                  <a:lnTo>
                    <a:pt x="1504" y="1846"/>
                  </a:lnTo>
                  <a:lnTo>
                    <a:pt x="1604" y="1766"/>
                  </a:lnTo>
                  <a:lnTo>
                    <a:pt x="1705" y="1665"/>
                  </a:lnTo>
                  <a:lnTo>
                    <a:pt x="1785" y="1565"/>
                  </a:lnTo>
                  <a:lnTo>
                    <a:pt x="1865" y="1445"/>
                  </a:lnTo>
                  <a:lnTo>
                    <a:pt x="1905" y="1304"/>
                  </a:lnTo>
                  <a:lnTo>
                    <a:pt x="1945" y="1204"/>
                  </a:lnTo>
                  <a:lnTo>
                    <a:pt x="1965" y="1084"/>
                  </a:lnTo>
                  <a:lnTo>
                    <a:pt x="1965" y="963"/>
                  </a:lnTo>
                  <a:lnTo>
                    <a:pt x="1965" y="863"/>
                  </a:lnTo>
                  <a:lnTo>
                    <a:pt x="1945" y="743"/>
                  </a:lnTo>
                  <a:lnTo>
                    <a:pt x="1905" y="643"/>
                  </a:lnTo>
                  <a:lnTo>
                    <a:pt x="1865" y="542"/>
                  </a:lnTo>
                  <a:lnTo>
                    <a:pt x="1805" y="442"/>
                  </a:lnTo>
                  <a:lnTo>
                    <a:pt x="1745" y="362"/>
                  </a:lnTo>
                  <a:lnTo>
                    <a:pt x="1665" y="282"/>
                  </a:lnTo>
                  <a:lnTo>
                    <a:pt x="1584" y="201"/>
                  </a:lnTo>
                  <a:lnTo>
                    <a:pt x="1504" y="141"/>
                  </a:lnTo>
                  <a:lnTo>
                    <a:pt x="1404" y="81"/>
                  </a:lnTo>
                  <a:lnTo>
                    <a:pt x="1284" y="41"/>
                  </a:lnTo>
                  <a:lnTo>
                    <a:pt x="1183" y="21"/>
                  </a:lnTo>
                  <a:lnTo>
                    <a:pt x="106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6" name="Google Shape;6616;p30"/>
            <p:cNvSpPr/>
            <p:nvPr/>
          </p:nvSpPr>
          <p:spPr>
            <a:xfrm>
              <a:off x="11700750" y="5008263"/>
              <a:ext cx="49175" cy="49175"/>
            </a:xfrm>
            <a:custGeom>
              <a:avLst/>
              <a:gdLst/>
              <a:ahLst/>
              <a:cxnLst/>
              <a:rect l="l" t="t" r="r" b="b"/>
              <a:pathLst>
                <a:path w="1967" h="1967" extrusionOk="0">
                  <a:moveTo>
                    <a:pt x="823" y="1"/>
                  </a:moveTo>
                  <a:lnTo>
                    <a:pt x="723" y="21"/>
                  </a:lnTo>
                  <a:lnTo>
                    <a:pt x="623" y="61"/>
                  </a:lnTo>
                  <a:lnTo>
                    <a:pt x="522" y="121"/>
                  </a:lnTo>
                  <a:lnTo>
                    <a:pt x="442" y="161"/>
                  </a:lnTo>
                  <a:lnTo>
                    <a:pt x="282" y="302"/>
                  </a:lnTo>
                  <a:lnTo>
                    <a:pt x="141" y="482"/>
                  </a:lnTo>
                  <a:lnTo>
                    <a:pt x="61" y="683"/>
                  </a:lnTo>
                  <a:lnTo>
                    <a:pt x="1" y="903"/>
                  </a:lnTo>
                  <a:lnTo>
                    <a:pt x="1" y="1004"/>
                  </a:lnTo>
                  <a:lnTo>
                    <a:pt x="1" y="1124"/>
                  </a:lnTo>
                  <a:lnTo>
                    <a:pt x="41" y="1284"/>
                  </a:lnTo>
                  <a:lnTo>
                    <a:pt x="101" y="1445"/>
                  </a:lnTo>
                  <a:lnTo>
                    <a:pt x="222" y="1605"/>
                  </a:lnTo>
                  <a:lnTo>
                    <a:pt x="342" y="1746"/>
                  </a:lnTo>
                  <a:lnTo>
                    <a:pt x="502" y="1846"/>
                  </a:lnTo>
                  <a:lnTo>
                    <a:pt x="683" y="1926"/>
                  </a:lnTo>
                  <a:lnTo>
                    <a:pt x="883" y="1966"/>
                  </a:lnTo>
                  <a:lnTo>
                    <a:pt x="1124" y="1966"/>
                  </a:lnTo>
                  <a:lnTo>
                    <a:pt x="1244" y="1946"/>
                  </a:lnTo>
                  <a:lnTo>
                    <a:pt x="1385" y="1906"/>
                  </a:lnTo>
                  <a:lnTo>
                    <a:pt x="1505" y="1846"/>
                  </a:lnTo>
                  <a:lnTo>
                    <a:pt x="1605" y="1766"/>
                  </a:lnTo>
                  <a:lnTo>
                    <a:pt x="1706" y="1665"/>
                  </a:lnTo>
                  <a:lnTo>
                    <a:pt x="1786" y="1565"/>
                  </a:lnTo>
                  <a:lnTo>
                    <a:pt x="1866" y="1445"/>
                  </a:lnTo>
                  <a:lnTo>
                    <a:pt x="1906" y="1324"/>
                  </a:lnTo>
                  <a:lnTo>
                    <a:pt x="1946" y="1204"/>
                  </a:lnTo>
                  <a:lnTo>
                    <a:pt x="1966" y="1084"/>
                  </a:lnTo>
                  <a:lnTo>
                    <a:pt x="1966" y="964"/>
                  </a:lnTo>
                  <a:lnTo>
                    <a:pt x="1966" y="863"/>
                  </a:lnTo>
                  <a:lnTo>
                    <a:pt x="1946" y="743"/>
                  </a:lnTo>
                  <a:lnTo>
                    <a:pt x="1906" y="643"/>
                  </a:lnTo>
                  <a:lnTo>
                    <a:pt x="1866" y="542"/>
                  </a:lnTo>
                  <a:lnTo>
                    <a:pt x="1806" y="442"/>
                  </a:lnTo>
                  <a:lnTo>
                    <a:pt x="1746" y="362"/>
                  </a:lnTo>
                  <a:lnTo>
                    <a:pt x="1666" y="282"/>
                  </a:lnTo>
                  <a:lnTo>
                    <a:pt x="1585" y="201"/>
                  </a:lnTo>
                  <a:lnTo>
                    <a:pt x="1505" y="141"/>
                  </a:lnTo>
                  <a:lnTo>
                    <a:pt x="1405" y="81"/>
                  </a:lnTo>
                  <a:lnTo>
                    <a:pt x="1284" y="41"/>
                  </a:lnTo>
                  <a:lnTo>
                    <a:pt x="1184" y="21"/>
                  </a:lnTo>
                  <a:lnTo>
                    <a:pt x="106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7" name="Google Shape;6617;p30"/>
            <p:cNvSpPr/>
            <p:nvPr/>
          </p:nvSpPr>
          <p:spPr>
            <a:xfrm>
              <a:off x="11503725" y="4464788"/>
              <a:ext cx="49650" cy="49175"/>
            </a:xfrm>
            <a:custGeom>
              <a:avLst/>
              <a:gdLst/>
              <a:ahLst/>
              <a:cxnLst/>
              <a:rect l="l" t="t" r="r" b="b"/>
              <a:pathLst>
                <a:path w="1986" h="1967" extrusionOk="0">
                  <a:moveTo>
                    <a:pt x="843" y="1"/>
                  </a:moveTo>
                  <a:lnTo>
                    <a:pt x="723" y="21"/>
                  </a:lnTo>
                  <a:lnTo>
                    <a:pt x="622" y="61"/>
                  </a:lnTo>
                  <a:lnTo>
                    <a:pt x="522" y="101"/>
                  </a:lnTo>
                  <a:lnTo>
                    <a:pt x="442" y="161"/>
                  </a:lnTo>
                  <a:lnTo>
                    <a:pt x="281" y="302"/>
                  </a:lnTo>
                  <a:lnTo>
                    <a:pt x="141" y="482"/>
                  </a:lnTo>
                  <a:lnTo>
                    <a:pt x="61" y="683"/>
                  </a:lnTo>
                  <a:lnTo>
                    <a:pt x="1" y="883"/>
                  </a:lnTo>
                  <a:lnTo>
                    <a:pt x="1" y="1003"/>
                  </a:lnTo>
                  <a:lnTo>
                    <a:pt x="1" y="1124"/>
                  </a:lnTo>
                  <a:lnTo>
                    <a:pt x="41" y="1284"/>
                  </a:lnTo>
                  <a:lnTo>
                    <a:pt x="121" y="1445"/>
                  </a:lnTo>
                  <a:lnTo>
                    <a:pt x="221" y="1605"/>
                  </a:lnTo>
                  <a:lnTo>
                    <a:pt x="342" y="1725"/>
                  </a:lnTo>
                  <a:lnTo>
                    <a:pt x="502" y="1846"/>
                  </a:lnTo>
                  <a:lnTo>
                    <a:pt x="682" y="1926"/>
                  </a:lnTo>
                  <a:lnTo>
                    <a:pt x="903" y="1966"/>
                  </a:lnTo>
                  <a:lnTo>
                    <a:pt x="1124" y="1966"/>
                  </a:lnTo>
                  <a:lnTo>
                    <a:pt x="1264" y="1946"/>
                  </a:lnTo>
                  <a:lnTo>
                    <a:pt x="1384" y="1906"/>
                  </a:lnTo>
                  <a:lnTo>
                    <a:pt x="1505" y="1846"/>
                  </a:lnTo>
                  <a:lnTo>
                    <a:pt x="1605" y="1766"/>
                  </a:lnTo>
                  <a:lnTo>
                    <a:pt x="1705" y="1665"/>
                  </a:lnTo>
                  <a:lnTo>
                    <a:pt x="1785" y="1565"/>
                  </a:lnTo>
                  <a:lnTo>
                    <a:pt x="1866" y="1445"/>
                  </a:lnTo>
                  <a:lnTo>
                    <a:pt x="1926" y="1324"/>
                  </a:lnTo>
                  <a:lnTo>
                    <a:pt x="1946" y="1204"/>
                  </a:lnTo>
                  <a:lnTo>
                    <a:pt x="1966" y="1084"/>
                  </a:lnTo>
                  <a:lnTo>
                    <a:pt x="1986" y="963"/>
                  </a:lnTo>
                  <a:lnTo>
                    <a:pt x="1966" y="863"/>
                  </a:lnTo>
                  <a:lnTo>
                    <a:pt x="1946" y="743"/>
                  </a:lnTo>
                  <a:lnTo>
                    <a:pt x="1906" y="643"/>
                  </a:lnTo>
                  <a:lnTo>
                    <a:pt x="1866" y="542"/>
                  </a:lnTo>
                  <a:lnTo>
                    <a:pt x="1826" y="442"/>
                  </a:lnTo>
                  <a:lnTo>
                    <a:pt x="1745" y="362"/>
                  </a:lnTo>
                  <a:lnTo>
                    <a:pt x="1685" y="282"/>
                  </a:lnTo>
                  <a:lnTo>
                    <a:pt x="1585" y="201"/>
                  </a:lnTo>
                  <a:lnTo>
                    <a:pt x="1505" y="141"/>
                  </a:lnTo>
                  <a:lnTo>
                    <a:pt x="1404" y="81"/>
                  </a:lnTo>
                  <a:lnTo>
                    <a:pt x="1284" y="41"/>
                  </a:lnTo>
                  <a:lnTo>
                    <a:pt x="1184" y="21"/>
                  </a:lnTo>
                  <a:lnTo>
                    <a:pt x="106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8" name="Google Shape;6618;p30"/>
            <p:cNvSpPr/>
            <p:nvPr/>
          </p:nvSpPr>
          <p:spPr>
            <a:xfrm>
              <a:off x="11419000" y="4969163"/>
              <a:ext cx="49150" cy="49675"/>
            </a:xfrm>
            <a:custGeom>
              <a:avLst/>
              <a:gdLst/>
              <a:ahLst/>
              <a:cxnLst/>
              <a:rect l="l" t="t" r="r" b="b"/>
              <a:pathLst>
                <a:path w="1966" h="1987" extrusionOk="0">
                  <a:moveTo>
                    <a:pt x="943" y="1"/>
                  </a:moveTo>
                  <a:lnTo>
                    <a:pt x="823" y="21"/>
                  </a:lnTo>
                  <a:lnTo>
                    <a:pt x="722" y="41"/>
                  </a:lnTo>
                  <a:lnTo>
                    <a:pt x="622" y="81"/>
                  </a:lnTo>
                  <a:lnTo>
                    <a:pt x="522" y="121"/>
                  </a:lnTo>
                  <a:lnTo>
                    <a:pt x="422" y="181"/>
                  </a:lnTo>
                  <a:lnTo>
                    <a:pt x="261" y="322"/>
                  </a:lnTo>
                  <a:lnTo>
                    <a:pt x="141" y="502"/>
                  </a:lnTo>
                  <a:lnTo>
                    <a:pt x="61" y="682"/>
                  </a:lnTo>
                  <a:lnTo>
                    <a:pt x="0" y="903"/>
                  </a:lnTo>
                  <a:lnTo>
                    <a:pt x="0" y="1023"/>
                  </a:lnTo>
                  <a:lnTo>
                    <a:pt x="0" y="1124"/>
                  </a:lnTo>
                  <a:lnTo>
                    <a:pt x="40" y="1304"/>
                  </a:lnTo>
                  <a:lnTo>
                    <a:pt x="101" y="1465"/>
                  </a:lnTo>
                  <a:lnTo>
                    <a:pt x="201" y="1625"/>
                  </a:lnTo>
                  <a:lnTo>
                    <a:pt x="341" y="1745"/>
                  </a:lnTo>
                  <a:lnTo>
                    <a:pt x="502" y="1866"/>
                  </a:lnTo>
                  <a:lnTo>
                    <a:pt x="682" y="1946"/>
                  </a:lnTo>
                  <a:lnTo>
                    <a:pt x="883" y="1986"/>
                  </a:lnTo>
                  <a:lnTo>
                    <a:pt x="1123" y="1986"/>
                  </a:lnTo>
                  <a:lnTo>
                    <a:pt x="1244" y="1966"/>
                  </a:lnTo>
                  <a:lnTo>
                    <a:pt x="1384" y="1926"/>
                  </a:lnTo>
                  <a:lnTo>
                    <a:pt x="1504" y="1846"/>
                  </a:lnTo>
                  <a:lnTo>
                    <a:pt x="1605" y="1785"/>
                  </a:lnTo>
                  <a:lnTo>
                    <a:pt x="1705" y="1685"/>
                  </a:lnTo>
                  <a:lnTo>
                    <a:pt x="1785" y="1585"/>
                  </a:lnTo>
                  <a:lnTo>
                    <a:pt x="1865" y="1465"/>
                  </a:lnTo>
                  <a:lnTo>
                    <a:pt x="1906" y="1324"/>
                  </a:lnTo>
                  <a:lnTo>
                    <a:pt x="1946" y="1224"/>
                  </a:lnTo>
                  <a:lnTo>
                    <a:pt x="1966" y="1104"/>
                  </a:lnTo>
                  <a:lnTo>
                    <a:pt x="1966" y="983"/>
                  </a:lnTo>
                  <a:lnTo>
                    <a:pt x="1966" y="863"/>
                  </a:lnTo>
                  <a:lnTo>
                    <a:pt x="1946" y="763"/>
                  </a:lnTo>
                  <a:lnTo>
                    <a:pt x="1906" y="662"/>
                  </a:lnTo>
                  <a:lnTo>
                    <a:pt x="1865" y="562"/>
                  </a:lnTo>
                  <a:lnTo>
                    <a:pt x="1805" y="462"/>
                  </a:lnTo>
                  <a:lnTo>
                    <a:pt x="1745" y="382"/>
                  </a:lnTo>
                  <a:lnTo>
                    <a:pt x="1665" y="281"/>
                  </a:lnTo>
                  <a:lnTo>
                    <a:pt x="1585" y="221"/>
                  </a:lnTo>
                  <a:lnTo>
                    <a:pt x="1504" y="161"/>
                  </a:lnTo>
                  <a:lnTo>
                    <a:pt x="1404" y="101"/>
                  </a:lnTo>
                  <a:lnTo>
                    <a:pt x="1284" y="61"/>
                  </a:lnTo>
                  <a:lnTo>
                    <a:pt x="1184" y="21"/>
                  </a:lnTo>
                  <a:lnTo>
                    <a:pt x="1063" y="21"/>
                  </a:lnTo>
                  <a:lnTo>
                    <a:pt x="94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9" name="Google Shape;6619;p30"/>
            <p:cNvSpPr/>
            <p:nvPr/>
          </p:nvSpPr>
          <p:spPr>
            <a:xfrm>
              <a:off x="12105350" y="4403638"/>
              <a:ext cx="49675" cy="49650"/>
            </a:xfrm>
            <a:custGeom>
              <a:avLst/>
              <a:gdLst/>
              <a:ahLst/>
              <a:cxnLst/>
              <a:rect l="l" t="t" r="r" b="b"/>
              <a:pathLst>
                <a:path w="1987" h="1986" extrusionOk="0">
                  <a:moveTo>
                    <a:pt x="944" y="0"/>
                  </a:moveTo>
                  <a:lnTo>
                    <a:pt x="843" y="20"/>
                  </a:lnTo>
                  <a:lnTo>
                    <a:pt x="743" y="40"/>
                  </a:lnTo>
                  <a:lnTo>
                    <a:pt x="623" y="80"/>
                  </a:lnTo>
                  <a:lnTo>
                    <a:pt x="542" y="120"/>
                  </a:lnTo>
                  <a:lnTo>
                    <a:pt x="442" y="181"/>
                  </a:lnTo>
                  <a:lnTo>
                    <a:pt x="282" y="321"/>
                  </a:lnTo>
                  <a:lnTo>
                    <a:pt x="161" y="481"/>
                  </a:lnTo>
                  <a:lnTo>
                    <a:pt x="61" y="682"/>
                  </a:lnTo>
                  <a:lnTo>
                    <a:pt x="21" y="903"/>
                  </a:lnTo>
                  <a:lnTo>
                    <a:pt x="1" y="1023"/>
                  </a:lnTo>
                  <a:lnTo>
                    <a:pt x="21" y="1123"/>
                  </a:lnTo>
                  <a:lnTo>
                    <a:pt x="41" y="1304"/>
                  </a:lnTo>
                  <a:lnTo>
                    <a:pt x="121" y="1464"/>
                  </a:lnTo>
                  <a:lnTo>
                    <a:pt x="222" y="1604"/>
                  </a:lnTo>
                  <a:lnTo>
                    <a:pt x="362" y="1745"/>
                  </a:lnTo>
                  <a:lnTo>
                    <a:pt x="522" y="1865"/>
                  </a:lnTo>
                  <a:lnTo>
                    <a:pt x="703" y="1925"/>
                  </a:lnTo>
                  <a:lnTo>
                    <a:pt x="903" y="1986"/>
                  </a:lnTo>
                  <a:lnTo>
                    <a:pt x="1124" y="1986"/>
                  </a:lnTo>
                  <a:lnTo>
                    <a:pt x="1264" y="1965"/>
                  </a:lnTo>
                  <a:lnTo>
                    <a:pt x="1385" y="1905"/>
                  </a:lnTo>
                  <a:lnTo>
                    <a:pt x="1505" y="1845"/>
                  </a:lnTo>
                  <a:lnTo>
                    <a:pt x="1625" y="1765"/>
                  </a:lnTo>
                  <a:lnTo>
                    <a:pt x="1706" y="1685"/>
                  </a:lnTo>
                  <a:lnTo>
                    <a:pt x="1806" y="1564"/>
                  </a:lnTo>
                  <a:lnTo>
                    <a:pt x="1866" y="1444"/>
                  </a:lnTo>
                  <a:lnTo>
                    <a:pt x="1926" y="1324"/>
                  </a:lnTo>
                  <a:lnTo>
                    <a:pt x="1966" y="1203"/>
                  </a:lnTo>
                  <a:lnTo>
                    <a:pt x="1986" y="1103"/>
                  </a:lnTo>
                  <a:lnTo>
                    <a:pt x="1986" y="983"/>
                  </a:lnTo>
                  <a:lnTo>
                    <a:pt x="1986" y="862"/>
                  </a:lnTo>
                  <a:lnTo>
                    <a:pt x="1946" y="762"/>
                  </a:lnTo>
                  <a:lnTo>
                    <a:pt x="1926" y="662"/>
                  </a:lnTo>
                  <a:lnTo>
                    <a:pt x="1886" y="542"/>
                  </a:lnTo>
                  <a:lnTo>
                    <a:pt x="1826" y="461"/>
                  </a:lnTo>
                  <a:lnTo>
                    <a:pt x="1766" y="361"/>
                  </a:lnTo>
                  <a:lnTo>
                    <a:pt x="1686" y="281"/>
                  </a:lnTo>
                  <a:lnTo>
                    <a:pt x="1605" y="221"/>
                  </a:lnTo>
                  <a:lnTo>
                    <a:pt x="1505" y="161"/>
                  </a:lnTo>
                  <a:lnTo>
                    <a:pt x="1405" y="100"/>
                  </a:lnTo>
                  <a:lnTo>
                    <a:pt x="1305" y="60"/>
                  </a:lnTo>
                  <a:lnTo>
                    <a:pt x="1184" y="20"/>
                  </a:lnTo>
                  <a:lnTo>
                    <a:pt x="106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0" name="Google Shape;6620;p30"/>
            <p:cNvSpPr/>
            <p:nvPr/>
          </p:nvSpPr>
          <p:spPr>
            <a:xfrm>
              <a:off x="11812575" y="4458288"/>
              <a:ext cx="49150" cy="49650"/>
            </a:xfrm>
            <a:custGeom>
              <a:avLst/>
              <a:gdLst/>
              <a:ahLst/>
              <a:cxnLst/>
              <a:rect l="l" t="t" r="r" b="b"/>
              <a:pathLst>
                <a:path w="1966" h="1986" extrusionOk="0">
                  <a:moveTo>
                    <a:pt x="943" y="0"/>
                  </a:moveTo>
                  <a:lnTo>
                    <a:pt x="822" y="20"/>
                  </a:lnTo>
                  <a:lnTo>
                    <a:pt x="722" y="40"/>
                  </a:lnTo>
                  <a:lnTo>
                    <a:pt x="622" y="80"/>
                  </a:lnTo>
                  <a:lnTo>
                    <a:pt x="522" y="120"/>
                  </a:lnTo>
                  <a:lnTo>
                    <a:pt x="441" y="181"/>
                  </a:lnTo>
                  <a:lnTo>
                    <a:pt x="281" y="321"/>
                  </a:lnTo>
                  <a:lnTo>
                    <a:pt x="141" y="481"/>
                  </a:lnTo>
                  <a:lnTo>
                    <a:pt x="60" y="682"/>
                  </a:lnTo>
                  <a:lnTo>
                    <a:pt x="0" y="903"/>
                  </a:lnTo>
                  <a:lnTo>
                    <a:pt x="0" y="1023"/>
                  </a:lnTo>
                  <a:lnTo>
                    <a:pt x="0" y="1123"/>
                  </a:lnTo>
                  <a:lnTo>
                    <a:pt x="40" y="1304"/>
                  </a:lnTo>
                  <a:lnTo>
                    <a:pt x="100" y="1464"/>
                  </a:lnTo>
                  <a:lnTo>
                    <a:pt x="221" y="1604"/>
                  </a:lnTo>
                  <a:lnTo>
                    <a:pt x="341" y="1745"/>
                  </a:lnTo>
                  <a:lnTo>
                    <a:pt x="502" y="1865"/>
                  </a:lnTo>
                  <a:lnTo>
                    <a:pt x="682" y="1945"/>
                  </a:lnTo>
                  <a:lnTo>
                    <a:pt x="883" y="1985"/>
                  </a:lnTo>
                  <a:lnTo>
                    <a:pt x="1123" y="1985"/>
                  </a:lnTo>
                  <a:lnTo>
                    <a:pt x="1244" y="1965"/>
                  </a:lnTo>
                  <a:lnTo>
                    <a:pt x="1384" y="1905"/>
                  </a:lnTo>
                  <a:lnTo>
                    <a:pt x="1504" y="1845"/>
                  </a:lnTo>
                  <a:lnTo>
                    <a:pt x="1605" y="1765"/>
                  </a:lnTo>
                  <a:lnTo>
                    <a:pt x="1705" y="1685"/>
                  </a:lnTo>
                  <a:lnTo>
                    <a:pt x="1785" y="1564"/>
                  </a:lnTo>
                  <a:lnTo>
                    <a:pt x="1865" y="1444"/>
                  </a:lnTo>
                  <a:lnTo>
                    <a:pt x="1905" y="1324"/>
                  </a:lnTo>
                  <a:lnTo>
                    <a:pt x="1945" y="1203"/>
                  </a:lnTo>
                  <a:lnTo>
                    <a:pt x="1965" y="1103"/>
                  </a:lnTo>
                  <a:lnTo>
                    <a:pt x="1965" y="983"/>
                  </a:lnTo>
                  <a:lnTo>
                    <a:pt x="1965" y="862"/>
                  </a:lnTo>
                  <a:lnTo>
                    <a:pt x="1945" y="762"/>
                  </a:lnTo>
                  <a:lnTo>
                    <a:pt x="1905" y="662"/>
                  </a:lnTo>
                  <a:lnTo>
                    <a:pt x="1865" y="542"/>
                  </a:lnTo>
                  <a:lnTo>
                    <a:pt x="1805" y="461"/>
                  </a:lnTo>
                  <a:lnTo>
                    <a:pt x="1745" y="361"/>
                  </a:lnTo>
                  <a:lnTo>
                    <a:pt x="1665" y="281"/>
                  </a:lnTo>
                  <a:lnTo>
                    <a:pt x="1584" y="221"/>
                  </a:lnTo>
                  <a:lnTo>
                    <a:pt x="1504" y="160"/>
                  </a:lnTo>
                  <a:lnTo>
                    <a:pt x="1404" y="100"/>
                  </a:lnTo>
                  <a:lnTo>
                    <a:pt x="1284" y="60"/>
                  </a:lnTo>
                  <a:lnTo>
                    <a:pt x="1183" y="20"/>
                  </a:lnTo>
                  <a:lnTo>
                    <a:pt x="106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1" name="Google Shape;6621;p30"/>
            <p:cNvSpPr/>
            <p:nvPr/>
          </p:nvSpPr>
          <p:spPr>
            <a:xfrm>
              <a:off x="11982525" y="4983213"/>
              <a:ext cx="49650" cy="49650"/>
            </a:xfrm>
            <a:custGeom>
              <a:avLst/>
              <a:gdLst/>
              <a:ahLst/>
              <a:cxnLst/>
              <a:rect l="l" t="t" r="r" b="b"/>
              <a:pathLst>
                <a:path w="1986" h="1986" extrusionOk="0">
                  <a:moveTo>
                    <a:pt x="943" y="0"/>
                  </a:moveTo>
                  <a:lnTo>
                    <a:pt x="843" y="20"/>
                  </a:lnTo>
                  <a:lnTo>
                    <a:pt x="723" y="40"/>
                  </a:lnTo>
                  <a:lnTo>
                    <a:pt x="622" y="80"/>
                  </a:lnTo>
                  <a:lnTo>
                    <a:pt x="522" y="120"/>
                  </a:lnTo>
                  <a:lnTo>
                    <a:pt x="442" y="181"/>
                  </a:lnTo>
                  <a:lnTo>
                    <a:pt x="281" y="321"/>
                  </a:lnTo>
                  <a:lnTo>
                    <a:pt x="141" y="502"/>
                  </a:lnTo>
                  <a:lnTo>
                    <a:pt x="61" y="682"/>
                  </a:lnTo>
                  <a:lnTo>
                    <a:pt x="1" y="903"/>
                  </a:lnTo>
                  <a:lnTo>
                    <a:pt x="1" y="1023"/>
                  </a:lnTo>
                  <a:lnTo>
                    <a:pt x="1" y="1123"/>
                  </a:lnTo>
                  <a:lnTo>
                    <a:pt x="41" y="1304"/>
                  </a:lnTo>
                  <a:lnTo>
                    <a:pt x="121" y="1464"/>
                  </a:lnTo>
                  <a:lnTo>
                    <a:pt x="221" y="1625"/>
                  </a:lnTo>
                  <a:lnTo>
                    <a:pt x="342" y="1745"/>
                  </a:lnTo>
                  <a:lnTo>
                    <a:pt x="502" y="1865"/>
                  </a:lnTo>
                  <a:lnTo>
                    <a:pt x="682" y="1945"/>
                  </a:lnTo>
                  <a:lnTo>
                    <a:pt x="903" y="1986"/>
                  </a:lnTo>
                  <a:lnTo>
                    <a:pt x="1124" y="1986"/>
                  </a:lnTo>
                  <a:lnTo>
                    <a:pt x="1264" y="1966"/>
                  </a:lnTo>
                  <a:lnTo>
                    <a:pt x="1384" y="1925"/>
                  </a:lnTo>
                  <a:lnTo>
                    <a:pt x="1505" y="1845"/>
                  </a:lnTo>
                  <a:lnTo>
                    <a:pt x="1605" y="1785"/>
                  </a:lnTo>
                  <a:lnTo>
                    <a:pt x="1705" y="1685"/>
                  </a:lnTo>
                  <a:lnTo>
                    <a:pt x="1785" y="1584"/>
                  </a:lnTo>
                  <a:lnTo>
                    <a:pt x="1866" y="1464"/>
                  </a:lnTo>
                  <a:lnTo>
                    <a:pt x="1926" y="1324"/>
                  </a:lnTo>
                  <a:lnTo>
                    <a:pt x="1946" y="1223"/>
                  </a:lnTo>
                  <a:lnTo>
                    <a:pt x="1966" y="1103"/>
                  </a:lnTo>
                  <a:lnTo>
                    <a:pt x="1986" y="983"/>
                  </a:lnTo>
                  <a:lnTo>
                    <a:pt x="1966" y="863"/>
                  </a:lnTo>
                  <a:lnTo>
                    <a:pt x="1946" y="762"/>
                  </a:lnTo>
                  <a:lnTo>
                    <a:pt x="1926" y="662"/>
                  </a:lnTo>
                  <a:lnTo>
                    <a:pt x="1866" y="562"/>
                  </a:lnTo>
                  <a:lnTo>
                    <a:pt x="1826" y="461"/>
                  </a:lnTo>
                  <a:lnTo>
                    <a:pt x="1745" y="381"/>
                  </a:lnTo>
                  <a:lnTo>
                    <a:pt x="1685" y="281"/>
                  </a:lnTo>
                  <a:lnTo>
                    <a:pt x="1585" y="221"/>
                  </a:lnTo>
                  <a:lnTo>
                    <a:pt x="1505" y="161"/>
                  </a:lnTo>
                  <a:lnTo>
                    <a:pt x="1404" y="100"/>
                  </a:lnTo>
                  <a:lnTo>
                    <a:pt x="1304" y="60"/>
                  </a:lnTo>
                  <a:lnTo>
                    <a:pt x="1184" y="20"/>
                  </a:lnTo>
                  <a:lnTo>
                    <a:pt x="1064" y="20"/>
                  </a:lnTo>
                  <a:lnTo>
                    <a:pt x="94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2" name="Google Shape;6622;p30"/>
            <p:cNvSpPr/>
            <p:nvPr/>
          </p:nvSpPr>
          <p:spPr>
            <a:xfrm>
              <a:off x="11386900" y="4083763"/>
              <a:ext cx="726000" cy="320400"/>
            </a:xfrm>
            <a:custGeom>
              <a:avLst/>
              <a:gdLst/>
              <a:ahLst/>
              <a:cxnLst/>
              <a:rect l="l" t="t" r="r" b="b"/>
              <a:pathLst>
                <a:path w="29040" h="12816" extrusionOk="0">
                  <a:moveTo>
                    <a:pt x="28699" y="0"/>
                  </a:moveTo>
                  <a:lnTo>
                    <a:pt x="28518" y="20"/>
                  </a:lnTo>
                  <a:lnTo>
                    <a:pt x="28258" y="81"/>
                  </a:lnTo>
                  <a:lnTo>
                    <a:pt x="27897" y="181"/>
                  </a:lnTo>
                  <a:lnTo>
                    <a:pt x="27476" y="301"/>
                  </a:lnTo>
                  <a:lnTo>
                    <a:pt x="26433" y="662"/>
                  </a:lnTo>
                  <a:lnTo>
                    <a:pt x="25149" y="1123"/>
                  </a:lnTo>
                  <a:lnTo>
                    <a:pt x="23645" y="1685"/>
                  </a:lnTo>
                  <a:lnTo>
                    <a:pt x="21981" y="2327"/>
                  </a:lnTo>
                  <a:lnTo>
                    <a:pt x="18331" y="3771"/>
                  </a:lnTo>
                  <a:lnTo>
                    <a:pt x="17749" y="3991"/>
                  </a:lnTo>
                  <a:lnTo>
                    <a:pt x="16786" y="4392"/>
                  </a:lnTo>
                  <a:lnTo>
                    <a:pt x="12876" y="5957"/>
                  </a:lnTo>
                  <a:lnTo>
                    <a:pt x="6418" y="8564"/>
                  </a:lnTo>
                  <a:lnTo>
                    <a:pt x="6077" y="8644"/>
                  </a:lnTo>
                  <a:lnTo>
                    <a:pt x="5757" y="8724"/>
                  </a:lnTo>
                  <a:lnTo>
                    <a:pt x="5095" y="8844"/>
                  </a:lnTo>
                  <a:lnTo>
                    <a:pt x="4473" y="8925"/>
                  </a:lnTo>
                  <a:lnTo>
                    <a:pt x="3871" y="9005"/>
                  </a:lnTo>
                  <a:lnTo>
                    <a:pt x="3270" y="9085"/>
                  </a:lnTo>
                  <a:lnTo>
                    <a:pt x="2688" y="9185"/>
                  </a:lnTo>
                  <a:lnTo>
                    <a:pt x="2407" y="9266"/>
                  </a:lnTo>
                  <a:lnTo>
                    <a:pt x="2107" y="9346"/>
                  </a:lnTo>
                  <a:lnTo>
                    <a:pt x="1826" y="9466"/>
                  </a:lnTo>
                  <a:lnTo>
                    <a:pt x="1525" y="9586"/>
                  </a:lnTo>
                  <a:lnTo>
                    <a:pt x="1324" y="9687"/>
                  </a:lnTo>
                  <a:lnTo>
                    <a:pt x="984" y="9907"/>
                  </a:lnTo>
                  <a:lnTo>
                    <a:pt x="643" y="10148"/>
                  </a:lnTo>
                  <a:lnTo>
                    <a:pt x="482" y="10288"/>
                  </a:lnTo>
                  <a:lnTo>
                    <a:pt x="342" y="10429"/>
                  </a:lnTo>
                  <a:lnTo>
                    <a:pt x="221" y="10569"/>
                  </a:lnTo>
                  <a:lnTo>
                    <a:pt x="141" y="10729"/>
                  </a:lnTo>
                  <a:lnTo>
                    <a:pt x="61" y="10890"/>
                  </a:lnTo>
                  <a:lnTo>
                    <a:pt x="21" y="11050"/>
                  </a:lnTo>
                  <a:lnTo>
                    <a:pt x="1" y="11231"/>
                  </a:lnTo>
                  <a:lnTo>
                    <a:pt x="1" y="11391"/>
                  </a:lnTo>
                  <a:lnTo>
                    <a:pt x="41" y="11552"/>
                  </a:lnTo>
                  <a:lnTo>
                    <a:pt x="81" y="11712"/>
                  </a:lnTo>
                  <a:lnTo>
                    <a:pt x="141" y="11853"/>
                  </a:lnTo>
                  <a:lnTo>
                    <a:pt x="221" y="12013"/>
                  </a:lnTo>
                  <a:lnTo>
                    <a:pt x="322" y="12153"/>
                  </a:lnTo>
                  <a:lnTo>
                    <a:pt x="422" y="12274"/>
                  </a:lnTo>
                  <a:lnTo>
                    <a:pt x="562" y="12394"/>
                  </a:lnTo>
                  <a:lnTo>
                    <a:pt x="683" y="12494"/>
                  </a:lnTo>
                  <a:lnTo>
                    <a:pt x="823" y="12575"/>
                  </a:lnTo>
                  <a:lnTo>
                    <a:pt x="984" y="12655"/>
                  </a:lnTo>
                  <a:lnTo>
                    <a:pt x="1144" y="12715"/>
                  </a:lnTo>
                  <a:lnTo>
                    <a:pt x="1304" y="12755"/>
                  </a:lnTo>
                  <a:lnTo>
                    <a:pt x="1485" y="12795"/>
                  </a:lnTo>
                  <a:lnTo>
                    <a:pt x="1645" y="12815"/>
                  </a:lnTo>
                  <a:lnTo>
                    <a:pt x="1826" y="12815"/>
                  </a:lnTo>
                  <a:lnTo>
                    <a:pt x="1986" y="12795"/>
                  </a:lnTo>
                  <a:lnTo>
                    <a:pt x="2327" y="12735"/>
                  </a:lnTo>
                  <a:lnTo>
                    <a:pt x="2648" y="12655"/>
                  </a:lnTo>
                  <a:lnTo>
                    <a:pt x="2969" y="12514"/>
                  </a:lnTo>
                  <a:lnTo>
                    <a:pt x="3310" y="12354"/>
                  </a:lnTo>
                  <a:lnTo>
                    <a:pt x="3611" y="12153"/>
                  </a:lnTo>
                  <a:lnTo>
                    <a:pt x="3932" y="11933"/>
                  </a:lnTo>
                  <a:lnTo>
                    <a:pt x="4533" y="11472"/>
                  </a:lnTo>
                  <a:lnTo>
                    <a:pt x="5135" y="11010"/>
                  </a:lnTo>
                  <a:lnTo>
                    <a:pt x="5696" y="10569"/>
                  </a:lnTo>
                  <a:lnTo>
                    <a:pt x="5957" y="10369"/>
                  </a:lnTo>
                  <a:lnTo>
                    <a:pt x="6218" y="10208"/>
                  </a:lnTo>
                  <a:lnTo>
                    <a:pt x="6779" y="9887"/>
                  </a:lnTo>
                  <a:lnTo>
                    <a:pt x="7461" y="9526"/>
                  </a:lnTo>
                  <a:lnTo>
                    <a:pt x="8263" y="9145"/>
                  </a:lnTo>
                  <a:lnTo>
                    <a:pt x="9166" y="8724"/>
                  </a:lnTo>
                  <a:lnTo>
                    <a:pt x="10169" y="8283"/>
                  </a:lnTo>
                  <a:lnTo>
                    <a:pt x="11231" y="7842"/>
                  </a:lnTo>
                  <a:lnTo>
                    <a:pt x="13538" y="6879"/>
                  </a:lnTo>
                  <a:lnTo>
                    <a:pt x="15423" y="6137"/>
                  </a:lnTo>
                  <a:lnTo>
                    <a:pt x="17328" y="5395"/>
                  </a:lnTo>
                  <a:lnTo>
                    <a:pt x="17348" y="5395"/>
                  </a:lnTo>
                  <a:lnTo>
                    <a:pt x="18230" y="5054"/>
                  </a:lnTo>
                  <a:lnTo>
                    <a:pt x="18832" y="4813"/>
                  </a:lnTo>
                  <a:lnTo>
                    <a:pt x="22322" y="3490"/>
                  </a:lnTo>
                  <a:lnTo>
                    <a:pt x="25310" y="2367"/>
                  </a:lnTo>
                  <a:lnTo>
                    <a:pt x="27455" y="1565"/>
                  </a:lnTo>
                  <a:lnTo>
                    <a:pt x="28117" y="1284"/>
                  </a:lnTo>
                  <a:lnTo>
                    <a:pt x="28458" y="1143"/>
                  </a:lnTo>
                  <a:lnTo>
                    <a:pt x="28558" y="1083"/>
                  </a:lnTo>
                  <a:lnTo>
                    <a:pt x="28659" y="1003"/>
                  </a:lnTo>
                  <a:lnTo>
                    <a:pt x="28819" y="843"/>
                  </a:lnTo>
                  <a:lnTo>
                    <a:pt x="28940" y="642"/>
                  </a:lnTo>
                  <a:lnTo>
                    <a:pt x="29020" y="462"/>
                  </a:lnTo>
                  <a:lnTo>
                    <a:pt x="29040" y="361"/>
                  </a:lnTo>
                  <a:lnTo>
                    <a:pt x="29040" y="281"/>
                  </a:lnTo>
                  <a:lnTo>
                    <a:pt x="29040" y="201"/>
                  </a:lnTo>
                  <a:lnTo>
                    <a:pt x="29000" y="141"/>
                  </a:lnTo>
                  <a:lnTo>
                    <a:pt x="28960" y="81"/>
                  </a:lnTo>
                  <a:lnTo>
                    <a:pt x="28899" y="40"/>
                  </a:lnTo>
                  <a:lnTo>
                    <a:pt x="28799" y="20"/>
                  </a:lnTo>
                  <a:lnTo>
                    <a:pt x="2869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3" name="Google Shape;6623;p30"/>
            <p:cNvSpPr/>
            <p:nvPr/>
          </p:nvSpPr>
          <p:spPr>
            <a:xfrm>
              <a:off x="11386900" y="4083763"/>
              <a:ext cx="726000" cy="320400"/>
            </a:xfrm>
            <a:custGeom>
              <a:avLst/>
              <a:gdLst/>
              <a:ahLst/>
              <a:cxnLst/>
              <a:rect l="l" t="t" r="r" b="b"/>
              <a:pathLst>
                <a:path w="29040" h="12816" fill="none" extrusionOk="0">
                  <a:moveTo>
                    <a:pt x="28458" y="1143"/>
                  </a:moveTo>
                  <a:lnTo>
                    <a:pt x="28458" y="1143"/>
                  </a:lnTo>
                  <a:lnTo>
                    <a:pt x="28117" y="1284"/>
                  </a:lnTo>
                  <a:lnTo>
                    <a:pt x="27455" y="1565"/>
                  </a:lnTo>
                  <a:lnTo>
                    <a:pt x="25310" y="2367"/>
                  </a:lnTo>
                  <a:lnTo>
                    <a:pt x="22322" y="3490"/>
                  </a:lnTo>
                  <a:lnTo>
                    <a:pt x="18832" y="4813"/>
                  </a:lnTo>
                  <a:lnTo>
                    <a:pt x="18832" y="4813"/>
                  </a:lnTo>
                  <a:lnTo>
                    <a:pt x="18230" y="5054"/>
                  </a:lnTo>
                  <a:lnTo>
                    <a:pt x="18230" y="5054"/>
                  </a:lnTo>
                  <a:lnTo>
                    <a:pt x="17348" y="5395"/>
                  </a:lnTo>
                  <a:lnTo>
                    <a:pt x="17348" y="5395"/>
                  </a:lnTo>
                  <a:lnTo>
                    <a:pt x="17328" y="5395"/>
                  </a:lnTo>
                  <a:lnTo>
                    <a:pt x="17328" y="5395"/>
                  </a:lnTo>
                  <a:lnTo>
                    <a:pt x="15423" y="6137"/>
                  </a:lnTo>
                  <a:lnTo>
                    <a:pt x="13538" y="6879"/>
                  </a:lnTo>
                  <a:lnTo>
                    <a:pt x="13538" y="6879"/>
                  </a:lnTo>
                  <a:lnTo>
                    <a:pt x="11231" y="7842"/>
                  </a:lnTo>
                  <a:lnTo>
                    <a:pt x="10169" y="8283"/>
                  </a:lnTo>
                  <a:lnTo>
                    <a:pt x="9166" y="8724"/>
                  </a:lnTo>
                  <a:lnTo>
                    <a:pt x="8263" y="9145"/>
                  </a:lnTo>
                  <a:lnTo>
                    <a:pt x="7461" y="9526"/>
                  </a:lnTo>
                  <a:lnTo>
                    <a:pt x="6779" y="9887"/>
                  </a:lnTo>
                  <a:lnTo>
                    <a:pt x="6218" y="10208"/>
                  </a:lnTo>
                  <a:lnTo>
                    <a:pt x="6218" y="10208"/>
                  </a:lnTo>
                  <a:lnTo>
                    <a:pt x="5957" y="10369"/>
                  </a:lnTo>
                  <a:lnTo>
                    <a:pt x="5696" y="10569"/>
                  </a:lnTo>
                  <a:lnTo>
                    <a:pt x="5135" y="11010"/>
                  </a:lnTo>
                  <a:lnTo>
                    <a:pt x="4533" y="11472"/>
                  </a:lnTo>
                  <a:lnTo>
                    <a:pt x="3932" y="11933"/>
                  </a:lnTo>
                  <a:lnTo>
                    <a:pt x="3611" y="12153"/>
                  </a:lnTo>
                  <a:lnTo>
                    <a:pt x="3310" y="12354"/>
                  </a:lnTo>
                  <a:lnTo>
                    <a:pt x="2969" y="12514"/>
                  </a:lnTo>
                  <a:lnTo>
                    <a:pt x="2648" y="12655"/>
                  </a:lnTo>
                  <a:lnTo>
                    <a:pt x="2327" y="12735"/>
                  </a:lnTo>
                  <a:lnTo>
                    <a:pt x="1986" y="12795"/>
                  </a:lnTo>
                  <a:lnTo>
                    <a:pt x="1826" y="12815"/>
                  </a:lnTo>
                  <a:lnTo>
                    <a:pt x="1645" y="12815"/>
                  </a:lnTo>
                  <a:lnTo>
                    <a:pt x="1485" y="12795"/>
                  </a:lnTo>
                  <a:lnTo>
                    <a:pt x="1304" y="12755"/>
                  </a:lnTo>
                  <a:lnTo>
                    <a:pt x="1304" y="12755"/>
                  </a:lnTo>
                  <a:lnTo>
                    <a:pt x="1144" y="12715"/>
                  </a:lnTo>
                  <a:lnTo>
                    <a:pt x="984" y="12655"/>
                  </a:lnTo>
                  <a:lnTo>
                    <a:pt x="823" y="12575"/>
                  </a:lnTo>
                  <a:lnTo>
                    <a:pt x="683" y="12494"/>
                  </a:lnTo>
                  <a:lnTo>
                    <a:pt x="562" y="12394"/>
                  </a:lnTo>
                  <a:lnTo>
                    <a:pt x="422" y="12274"/>
                  </a:lnTo>
                  <a:lnTo>
                    <a:pt x="322" y="12153"/>
                  </a:lnTo>
                  <a:lnTo>
                    <a:pt x="221" y="12013"/>
                  </a:lnTo>
                  <a:lnTo>
                    <a:pt x="141" y="11853"/>
                  </a:lnTo>
                  <a:lnTo>
                    <a:pt x="81" y="11712"/>
                  </a:lnTo>
                  <a:lnTo>
                    <a:pt x="41" y="11552"/>
                  </a:lnTo>
                  <a:lnTo>
                    <a:pt x="1" y="11391"/>
                  </a:lnTo>
                  <a:lnTo>
                    <a:pt x="1" y="11231"/>
                  </a:lnTo>
                  <a:lnTo>
                    <a:pt x="21" y="11050"/>
                  </a:lnTo>
                  <a:lnTo>
                    <a:pt x="61" y="10890"/>
                  </a:lnTo>
                  <a:lnTo>
                    <a:pt x="141" y="10729"/>
                  </a:lnTo>
                  <a:lnTo>
                    <a:pt x="141" y="10729"/>
                  </a:lnTo>
                  <a:lnTo>
                    <a:pt x="221" y="10569"/>
                  </a:lnTo>
                  <a:lnTo>
                    <a:pt x="342" y="10429"/>
                  </a:lnTo>
                  <a:lnTo>
                    <a:pt x="482" y="10288"/>
                  </a:lnTo>
                  <a:lnTo>
                    <a:pt x="643" y="10148"/>
                  </a:lnTo>
                  <a:lnTo>
                    <a:pt x="984" y="9907"/>
                  </a:lnTo>
                  <a:lnTo>
                    <a:pt x="1324" y="9687"/>
                  </a:lnTo>
                  <a:lnTo>
                    <a:pt x="1324" y="9687"/>
                  </a:lnTo>
                  <a:lnTo>
                    <a:pt x="1525" y="9586"/>
                  </a:lnTo>
                  <a:lnTo>
                    <a:pt x="1525" y="9586"/>
                  </a:lnTo>
                  <a:lnTo>
                    <a:pt x="1826" y="9466"/>
                  </a:lnTo>
                  <a:lnTo>
                    <a:pt x="2107" y="9346"/>
                  </a:lnTo>
                  <a:lnTo>
                    <a:pt x="2407" y="9266"/>
                  </a:lnTo>
                  <a:lnTo>
                    <a:pt x="2688" y="9185"/>
                  </a:lnTo>
                  <a:lnTo>
                    <a:pt x="3270" y="9085"/>
                  </a:lnTo>
                  <a:lnTo>
                    <a:pt x="3871" y="9005"/>
                  </a:lnTo>
                  <a:lnTo>
                    <a:pt x="4473" y="8925"/>
                  </a:lnTo>
                  <a:lnTo>
                    <a:pt x="5095" y="8844"/>
                  </a:lnTo>
                  <a:lnTo>
                    <a:pt x="5757" y="8724"/>
                  </a:lnTo>
                  <a:lnTo>
                    <a:pt x="6077" y="8644"/>
                  </a:lnTo>
                  <a:lnTo>
                    <a:pt x="6418" y="8564"/>
                  </a:lnTo>
                  <a:lnTo>
                    <a:pt x="6418" y="8564"/>
                  </a:lnTo>
                  <a:lnTo>
                    <a:pt x="12876" y="5957"/>
                  </a:lnTo>
                  <a:lnTo>
                    <a:pt x="12876" y="5957"/>
                  </a:lnTo>
                  <a:lnTo>
                    <a:pt x="16786" y="4392"/>
                  </a:lnTo>
                  <a:lnTo>
                    <a:pt x="16786" y="4392"/>
                  </a:lnTo>
                  <a:lnTo>
                    <a:pt x="17749" y="3991"/>
                  </a:lnTo>
                  <a:lnTo>
                    <a:pt x="17749" y="3991"/>
                  </a:lnTo>
                  <a:lnTo>
                    <a:pt x="18331" y="3771"/>
                  </a:lnTo>
                  <a:lnTo>
                    <a:pt x="18331" y="3771"/>
                  </a:lnTo>
                  <a:lnTo>
                    <a:pt x="21981" y="2327"/>
                  </a:lnTo>
                  <a:lnTo>
                    <a:pt x="23645" y="1685"/>
                  </a:lnTo>
                  <a:lnTo>
                    <a:pt x="25149" y="1123"/>
                  </a:lnTo>
                  <a:lnTo>
                    <a:pt x="26433" y="662"/>
                  </a:lnTo>
                  <a:lnTo>
                    <a:pt x="27476" y="301"/>
                  </a:lnTo>
                  <a:lnTo>
                    <a:pt x="27897" y="181"/>
                  </a:lnTo>
                  <a:lnTo>
                    <a:pt x="28258" y="81"/>
                  </a:lnTo>
                  <a:lnTo>
                    <a:pt x="28518" y="20"/>
                  </a:lnTo>
                  <a:lnTo>
                    <a:pt x="28699" y="0"/>
                  </a:lnTo>
                  <a:lnTo>
                    <a:pt x="28699" y="0"/>
                  </a:lnTo>
                  <a:lnTo>
                    <a:pt x="28799" y="20"/>
                  </a:lnTo>
                  <a:lnTo>
                    <a:pt x="28899" y="40"/>
                  </a:lnTo>
                  <a:lnTo>
                    <a:pt x="28960" y="81"/>
                  </a:lnTo>
                  <a:lnTo>
                    <a:pt x="29000" y="141"/>
                  </a:lnTo>
                  <a:lnTo>
                    <a:pt x="29040" y="201"/>
                  </a:lnTo>
                  <a:lnTo>
                    <a:pt x="29040" y="281"/>
                  </a:lnTo>
                  <a:lnTo>
                    <a:pt x="29040" y="361"/>
                  </a:lnTo>
                  <a:lnTo>
                    <a:pt x="29020" y="462"/>
                  </a:lnTo>
                  <a:lnTo>
                    <a:pt x="28940" y="642"/>
                  </a:lnTo>
                  <a:lnTo>
                    <a:pt x="28819" y="843"/>
                  </a:lnTo>
                  <a:lnTo>
                    <a:pt x="28659" y="1003"/>
                  </a:lnTo>
                  <a:lnTo>
                    <a:pt x="28558" y="1083"/>
                  </a:lnTo>
                  <a:lnTo>
                    <a:pt x="28458" y="114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4" name="Google Shape;6624;p30"/>
            <p:cNvSpPr/>
            <p:nvPr/>
          </p:nvSpPr>
          <p:spPr>
            <a:xfrm>
              <a:off x="11708775" y="4193563"/>
              <a:ext cx="111325" cy="62200"/>
            </a:xfrm>
            <a:custGeom>
              <a:avLst/>
              <a:gdLst/>
              <a:ahLst/>
              <a:cxnLst/>
              <a:rect l="l" t="t" r="r" b="b"/>
              <a:pathLst>
                <a:path w="4453" h="2488" extrusionOk="0">
                  <a:moveTo>
                    <a:pt x="3911" y="0"/>
                  </a:moveTo>
                  <a:lnTo>
                    <a:pt x="1" y="1565"/>
                  </a:lnTo>
                  <a:lnTo>
                    <a:pt x="161" y="1705"/>
                  </a:lnTo>
                  <a:lnTo>
                    <a:pt x="302" y="1845"/>
                  </a:lnTo>
                  <a:lnTo>
                    <a:pt x="442" y="2026"/>
                  </a:lnTo>
                  <a:lnTo>
                    <a:pt x="542" y="2206"/>
                  </a:lnTo>
                  <a:lnTo>
                    <a:pt x="623" y="2347"/>
                  </a:lnTo>
                  <a:lnTo>
                    <a:pt x="663" y="2487"/>
                  </a:lnTo>
                  <a:lnTo>
                    <a:pt x="2548" y="1745"/>
                  </a:lnTo>
                  <a:lnTo>
                    <a:pt x="4453" y="1003"/>
                  </a:lnTo>
                  <a:lnTo>
                    <a:pt x="4353" y="722"/>
                  </a:lnTo>
                  <a:lnTo>
                    <a:pt x="4232" y="462"/>
                  </a:lnTo>
                  <a:lnTo>
                    <a:pt x="4072" y="221"/>
                  </a:lnTo>
                  <a:lnTo>
                    <a:pt x="391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5" name="Google Shape;6625;p30"/>
            <p:cNvSpPr/>
            <p:nvPr/>
          </p:nvSpPr>
          <p:spPr>
            <a:xfrm>
              <a:off x="11708775" y="4193563"/>
              <a:ext cx="111325" cy="62200"/>
            </a:xfrm>
            <a:custGeom>
              <a:avLst/>
              <a:gdLst/>
              <a:ahLst/>
              <a:cxnLst/>
              <a:rect l="l" t="t" r="r" b="b"/>
              <a:pathLst>
                <a:path w="4453" h="2488" fill="none" extrusionOk="0">
                  <a:moveTo>
                    <a:pt x="4453" y="1003"/>
                  </a:moveTo>
                  <a:lnTo>
                    <a:pt x="4453" y="1003"/>
                  </a:lnTo>
                  <a:lnTo>
                    <a:pt x="2548" y="1745"/>
                  </a:lnTo>
                  <a:lnTo>
                    <a:pt x="663" y="2487"/>
                  </a:lnTo>
                  <a:lnTo>
                    <a:pt x="663" y="2487"/>
                  </a:lnTo>
                  <a:lnTo>
                    <a:pt x="623" y="2347"/>
                  </a:lnTo>
                  <a:lnTo>
                    <a:pt x="542" y="2206"/>
                  </a:lnTo>
                  <a:lnTo>
                    <a:pt x="542" y="2206"/>
                  </a:lnTo>
                  <a:lnTo>
                    <a:pt x="442" y="2026"/>
                  </a:lnTo>
                  <a:lnTo>
                    <a:pt x="302" y="1845"/>
                  </a:lnTo>
                  <a:lnTo>
                    <a:pt x="161" y="1705"/>
                  </a:lnTo>
                  <a:lnTo>
                    <a:pt x="1" y="1565"/>
                  </a:lnTo>
                  <a:lnTo>
                    <a:pt x="1" y="1565"/>
                  </a:lnTo>
                  <a:lnTo>
                    <a:pt x="3911" y="0"/>
                  </a:lnTo>
                  <a:lnTo>
                    <a:pt x="3911" y="0"/>
                  </a:lnTo>
                  <a:lnTo>
                    <a:pt x="4072" y="221"/>
                  </a:lnTo>
                  <a:lnTo>
                    <a:pt x="4232" y="462"/>
                  </a:lnTo>
                  <a:lnTo>
                    <a:pt x="4353" y="722"/>
                  </a:lnTo>
                  <a:lnTo>
                    <a:pt x="4453" y="100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6" name="Google Shape;6626;p30"/>
            <p:cNvSpPr/>
            <p:nvPr/>
          </p:nvSpPr>
          <p:spPr>
            <a:xfrm>
              <a:off x="11830625" y="4178013"/>
              <a:ext cx="27100" cy="32125"/>
            </a:xfrm>
            <a:custGeom>
              <a:avLst/>
              <a:gdLst/>
              <a:ahLst/>
              <a:cxnLst/>
              <a:rect l="l" t="t" r="r" b="b"/>
              <a:pathLst>
                <a:path w="1084" h="1285" extrusionOk="0">
                  <a:moveTo>
                    <a:pt x="582" y="1"/>
                  </a:moveTo>
                  <a:lnTo>
                    <a:pt x="0" y="221"/>
                  </a:lnTo>
                  <a:lnTo>
                    <a:pt x="161" y="462"/>
                  </a:lnTo>
                  <a:lnTo>
                    <a:pt x="281" y="723"/>
                  </a:lnTo>
                  <a:lnTo>
                    <a:pt x="401" y="983"/>
                  </a:lnTo>
                  <a:lnTo>
                    <a:pt x="481" y="1284"/>
                  </a:lnTo>
                  <a:lnTo>
                    <a:pt x="1083" y="1043"/>
                  </a:lnTo>
                  <a:lnTo>
                    <a:pt x="1003" y="763"/>
                  </a:lnTo>
                  <a:lnTo>
                    <a:pt x="883" y="502"/>
                  </a:lnTo>
                  <a:lnTo>
                    <a:pt x="742" y="241"/>
                  </a:lnTo>
                  <a:lnTo>
                    <a:pt x="5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7" name="Google Shape;6627;p30"/>
            <p:cNvSpPr/>
            <p:nvPr/>
          </p:nvSpPr>
          <p:spPr>
            <a:xfrm>
              <a:off x="11386900" y="4250713"/>
              <a:ext cx="338450" cy="153450"/>
            </a:xfrm>
            <a:custGeom>
              <a:avLst/>
              <a:gdLst/>
              <a:ahLst/>
              <a:cxnLst/>
              <a:rect l="l" t="t" r="r" b="b"/>
              <a:pathLst>
                <a:path w="13538" h="6138" extrusionOk="0">
                  <a:moveTo>
                    <a:pt x="13457" y="0"/>
                  </a:moveTo>
                  <a:lnTo>
                    <a:pt x="11853" y="542"/>
                  </a:lnTo>
                  <a:lnTo>
                    <a:pt x="10529" y="1003"/>
                  </a:lnTo>
                  <a:lnTo>
                    <a:pt x="9206" y="1485"/>
                  </a:lnTo>
                  <a:lnTo>
                    <a:pt x="8544" y="1745"/>
                  </a:lnTo>
                  <a:lnTo>
                    <a:pt x="7902" y="2006"/>
                  </a:lnTo>
                  <a:lnTo>
                    <a:pt x="7261" y="2287"/>
                  </a:lnTo>
                  <a:lnTo>
                    <a:pt x="6619" y="2588"/>
                  </a:lnTo>
                  <a:lnTo>
                    <a:pt x="5977" y="2928"/>
                  </a:lnTo>
                  <a:lnTo>
                    <a:pt x="6278" y="2928"/>
                  </a:lnTo>
                  <a:lnTo>
                    <a:pt x="6579" y="2948"/>
                  </a:lnTo>
                  <a:lnTo>
                    <a:pt x="7120" y="3009"/>
                  </a:lnTo>
                  <a:lnTo>
                    <a:pt x="7722" y="2728"/>
                  </a:lnTo>
                  <a:lnTo>
                    <a:pt x="8404" y="2407"/>
                  </a:lnTo>
                  <a:lnTo>
                    <a:pt x="9928" y="1725"/>
                  </a:lnTo>
                  <a:lnTo>
                    <a:pt x="11653" y="983"/>
                  </a:lnTo>
                  <a:lnTo>
                    <a:pt x="13538" y="201"/>
                  </a:lnTo>
                  <a:lnTo>
                    <a:pt x="13457" y="0"/>
                  </a:lnTo>
                  <a:close/>
                  <a:moveTo>
                    <a:pt x="1324" y="3009"/>
                  </a:moveTo>
                  <a:lnTo>
                    <a:pt x="984" y="3229"/>
                  </a:lnTo>
                  <a:lnTo>
                    <a:pt x="643" y="3470"/>
                  </a:lnTo>
                  <a:lnTo>
                    <a:pt x="482" y="3610"/>
                  </a:lnTo>
                  <a:lnTo>
                    <a:pt x="342" y="3751"/>
                  </a:lnTo>
                  <a:lnTo>
                    <a:pt x="221" y="3891"/>
                  </a:lnTo>
                  <a:lnTo>
                    <a:pt x="141" y="4051"/>
                  </a:lnTo>
                  <a:lnTo>
                    <a:pt x="81" y="4192"/>
                  </a:lnTo>
                  <a:lnTo>
                    <a:pt x="41" y="4332"/>
                  </a:lnTo>
                  <a:lnTo>
                    <a:pt x="21" y="4473"/>
                  </a:lnTo>
                  <a:lnTo>
                    <a:pt x="1" y="4613"/>
                  </a:lnTo>
                  <a:lnTo>
                    <a:pt x="21" y="4733"/>
                  </a:lnTo>
                  <a:lnTo>
                    <a:pt x="41" y="4854"/>
                  </a:lnTo>
                  <a:lnTo>
                    <a:pt x="61" y="4994"/>
                  </a:lnTo>
                  <a:lnTo>
                    <a:pt x="101" y="5114"/>
                  </a:lnTo>
                  <a:lnTo>
                    <a:pt x="242" y="5335"/>
                  </a:lnTo>
                  <a:lnTo>
                    <a:pt x="402" y="5556"/>
                  </a:lnTo>
                  <a:lnTo>
                    <a:pt x="582" y="5736"/>
                  </a:lnTo>
                  <a:lnTo>
                    <a:pt x="803" y="5897"/>
                  </a:lnTo>
                  <a:lnTo>
                    <a:pt x="1044" y="6017"/>
                  </a:lnTo>
                  <a:lnTo>
                    <a:pt x="1304" y="6077"/>
                  </a:lnTo>
                  <a:lnTo>
                    <a:pt x="1525" y="6117"/>
                  </a:lnTo>
                  <a:lnTo>
                    <a:pt x="1766" y="6137"/>
                  </a:lnTo>
                  <a:lnTo>
                    <a:pt x="2006" y="6117"/>
                  </a:lnTo>
                  <a:lnTo>
                    <a:pt x="2247" y="6077"/>
                  </a:lnTo>
                  <a:lnTo>
                    <a:pt x="2468" y="6017"/>
                  </a:lnTo>
                  <a:lnTo>
                    <a:pt x="2708" y="5937"/>
                  </a:lnTo>
                  <a:lnTo>
                    <a:pt x="2949" y="5856"/>
                  </a:lnTo>
                  <a:lnTo>
                    <a:pt x="3169" y="5736"/>
                  </a:lnTo>
                  <a:lnTo>
                    <a:pt x="3410" y="5616"/>
                  </a:lnTo>
                  <a:lnTo>
                    <a:pt x="3631" y="5475"/>
                  </a:lnTo>
                  <a:lnTo>
                    <a:pt x="3490" y="5255"/>
                  </a:lnTo>
                  <a:lnTo>
                    <a:pt x="3390" y="5014"/>
                  </a:lnTo>
                  <a:lnTo>
                    <a:pt x="3310" y="4753"/>
                  </a:lnTo>
                  <a:lnTo>
                    <a:pt x="3290" y="4513"/>
                  </a:lnTo>
                  <a:lnTo>
                    <a:pt x="3290" y="4433"/>
                  </a:lnTo>
                  <a:lnTo>
                    <a:pt x="2989" y="4553"/>
                  </a:lnTo>
                  <a:lnTo>
                    <a:pt x="2648" y="4653"/>
                  </a:lnTo>
                  <a:lnTo>
                    <a:pt x="2327" y="4733"/>
                  </a:lnTo>
                  <a:lnTo>
                    <a:pt x="2167" y="4753"/>
                  </a:lnTo>
                  <a:lnTo>
                    <a:pt x="1866" y="4753"/>
                  </a:lnTo>
                  <a:lnTo>
                    <a:pt x="1746" y="4733"/>
                  </a:lnTo>
                  <a:lnTo>
                    <a:pt x="1625" y="4693"/>
                  </a:lnTo>
                  <a:lnTo>
                    <a:pt x="1505" y="4653"/>
                  </a:lnTo>
                  <a:lnTo>
                    <a:pt x="1405" y="4593"/>
                  </a:lnTo>
                  <a:lnTo>
                    <a:pt x="1304" y="4513"/>
                  </a:lnTo>
                  <a:lnTo>
                    <a:pt x="1204" y="4433"/>
                  </a:lnTo>
                  <a:lnTo>
                    <a:pt x="1124" y="4312"/>
                  </a:lnTo>
                  <a:lnTo>
                    <a:pt x="1044" y="4112"/>
                  </a:lnTo>
                  <a:lnTo>
                    <a:pt x="984" y="3931"/>
                  </a:lnTo>
                  <a:lnTo>
                    <a:pt x="984" y="3771"/>
                  </a:lnTo>
                  <a:lnTo>
                    <a:pt x="1004" y="3610"/>
                  </a:lnTo>
                  <a:lnTo>
                    <a:pt x="1044" y="3470"/>
                  </a:lnTo>
                  <a:lnTo>
                    <a:pt x="1124" y="3309"/>
                  </a:lnTo>
                  <a:lnTo>
                    <a:pt x="1324" y="3009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8" name="Google Shape;6628;p30"/>
            <p:cNvSpPr/>
            <p:nvPr/>
          </p:nvSpPr>
          <p:spPr>
            <a:xfrm>
              <a:off x="11386900" y="4325913"/>
              <a:ext cx="90775" cy="78250"/>
            </a:xfrm>
            <a:custGeom>
              <a:avLst/>
              <a:gdLst/>
              <a:ahLst/>
              <a:cxnLst/>
              <a:rect l="l" t="t" r="r" b="b"/>
              <a:pathLst>
                <a:path w="3631" h="3130" fill="none" extrusionOk="0">
                  <a:moveTo>
                    <a:pt x="1324" y="1"/>
                  </a:moveTo>
                  <a:lnTo>
                    <a:pt x="1324" y="1"/>
                  </a:lnTo>
                  <a:lnTo>
                    <a:pt x="984" y="221"/>
                  </a:lnTo>
                  <a:lnTo>
                    <a:pt x="643" y="462"/>
                  </a:lnTo>
                  <a:lnTo>
                    <a:pt x="482" y="602"/>
                  </a:lnTo>
                  <a:lnTo>
                    <a:pt x="342" y="743"/>
                  </a:lnTo>
                  <a:lnTo>
                    <a:pt x="221" y="883"/>
                  </a:lnTo>
                  <a:lnTo>
                    <a:pt x="141" y="1043"/>
                  </a:lnTo>
                  <a:lnTo>
                    <a:pt x="141" y="1043"/>
                  </a:lnTo>
                  <a:lnTo>
                    <a:pt x="81" y="1184"/>
                  </a:lnTo>
                  <a:lnTo>
                    <a:pt x="41" y="1324"/>
                  </a:lnTo>
                  <a:lnTo>
                    <a:pt x="21" y="1465"/>
                  </a:lnTo>
                  <a:lnTo>
                    <a:pt x="1" y="1605"/>
                  </a:lnTo>
                  <a:lnTo>
                    <a:pt x="1" y="1605"/>
                  </a:lnTo>
                  <a:lnTo>
                    <a:pt x="21" y="1725"/>
                  </a:lnTo>
                  <a:lnTo>
                    <a:pt x="41" y="1846"/>
                  </a:lnTo>
                  <a:lnTo>
                    <a:pt x="61" y="1986"/>
                  </a:lnTo>
                  <a:lnTo>
                    <a:pt x="101" y="2106"/>
                  </a:lnTo>
                  <a:lnTo>
                    <a:pt x="242" y="2327"/>
                  </a:lnTo>
                  <a:lnTo>
                    <a:pt x="402" y="2548"/>
                  </a:lnTo>
                  <a:lnTo>
                    <a:pt x="582" y="2728"/>
                  </a:lnTo>
                  <a:lnTo>
                    <a:pt x="803" y="2889"/>
                  </a:lnTo>
                  <a:lnTo>
                    <a:pt x="1044" y="3009"/>
                  </a:lnTo>
                  <a:lnTo>
                    <a:pt x="1304" y="3069"/>
                  </a:lnTo>
                  <a:lnTo>
                    <a:pt x="1304" y="3069"/>
                  </a:lnTo>
                  <a:lnTo>
                    <a:pt x="1525" y="3109"/>
                  </a:lnTo>
                  <a:lnTo>
                    <a:pt x="1766" y="3129"/>
                  </a:lnTo>
                  <a:lnTo>
                    <a:pt x="1766" y="3129"/>
                  </a:lnTo>
                  <a:lnTo>
                    <a:pt x="2006" y="3109"/>
                  </a:lnTo>
                  <a:lnTo>
                    <a:pt x="2247" y="3069"/>
                  </a:lnTo>
                  <a:lnTo>
                    <a:pt x="2468" y="3009"/>
                  </a:lnTo>
                  <a:lnTo>
                    <a:pt x="2708" y="2929"/>
                  </a:lnTo>
                  <a:lnTo>
                    <a:pt x="2949" y="2848"/>
                  </a:lnTo>
                  <a:lnTo>
                    <a:pt x="3169" y="2728"/>
                  </a:lnTo>
                  <a:lnTo>
                    <a:pt x="3410" y="2608"/>
                  </a:lnTo>
                  <a:lnTo>
                    <a:pt x="3631" y="2467"/>
                  </a:lnTo>
                  <a:lnTo>
                    <a:pt x="3631" y="2467"/>
                  </a:lnTo>
                  <a:lnTo>
                    <a:pt x="3490" y="2247"/>
                  </a:lnTo>
                  <a:lnTo>
                    <a:pt x="3390" y="2006"/>
                  </a:lnTo>
                  <a:lnTo>
                    <a:pt x="3310" y="1745"/>
                  </a:lnTo>
                  <a:lnTo>
                    <a:pt x="3290" y="1505"/>
                  </a:lnTo>
                  <a:lnTo>
                    <a:pt x="3290" y="1505"/>
                  </a:lnTo>
                  <a:lnTo>
                    <a:pt x="3290" y="1425"/>
                  </a:lnTo>
                  <a:lnTo>
                    <a:pt x="3290" y="1425"/>
                  </a:lnTo>
                  <a:lnTo>
                    <a:pt x="2989" y="1545"/>
                  </a:lnTo>
                  <a:lnTo>
                    <a:pt x="2648" y="1645"/>
                  </a:lnTo>
                  <a:lnTo>
                    <a:pt x="2327" y="1725"/>
                  </a:lnTo>
                  <a:lnTo>
                    <a:pt x="2167" y="1745"/>
                  </a:lnTo>
                  <a:lnTo>
                    <a:pt x="2006" y="1745"/>
                  </a:lnTo>
                  <a:lnTo>
                    <a:pt x="2006" y="1745"/>
                  </a:lnTo>
                  <a:lnTo>
                    <a:pt x="1866" y="1745"/>
                  </a:lnTo>
                  <a:lnTo>
                    <a:pt x="1746" y="1725"/>
                  </a:lnTo>
                  <a:lnTo>
                    <a:pt x="1625" y="1685"/>
                  </a:lnTo>
                  <a:lnTo>
                    <a:pt x="1505" y="1645"/>
                  </a:lnTo>
                  <a:lnTo>
                    <a:pt x="1405" y="1585"/>
                  </a:lnTo>
                  <a:lnTo>
                    <a:pt x="1304" y="1505"/>
                  </a:lnTo>
                  <a:lnTo>
                    <a:pt x="1204" y="1425"/>
                  </a:lnTo>
                  <a:lnTo>
                    <a:pt x="1124" y="1304"/>
                  </a:lnTo>
                  <a:lnTo>
                    <a:pt x="1124" y="1304"/>
                  </a:lnTo>
                  <a:lnTo>
                    <a:pt x="1044" y="1104"/>
                  </a:lnTo>
                  <a:lnTo>
                    <a:pt x="984" y="923"/>
                  </a:lnTo>
                  <a:lnTo>
                    <a:pt x="984" y="763"/>
                  </a:lnTo>
                  <a:lnTo>
                    <a:pt x="1004" y="602"/>
                  </a:lnTo>
                  <a:lnTo>
                    <a:pt x="1044" y="462"/>
                  </a:lnTo>
                  <a:lnTo>
                    <a:pt x="1124" y="301"/>
                  </a:lnTo>
                  <a:lnTo>
                    <a:pt x="1324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9" name="Google Shape;6629;p30"/>
            <p:cNvSpPr/>
            <p:nvPr/>
          </p:nvSpPr>
          <p:spPr>
            <a:xfrm>
              <a:off x="11723325" y="4218613"/>
              <a:ext cx="96775" cy="37150"/>
            </a:xfrm>
            <a:custGeom>
              <a:avLst/>
              <a:gdLst/>
              <a:ahLst/>
              <a:cxnLst/>
              <a:rect l="l" t="t" r="r" b="b"/>
              <a:pathLst>
                <a:path w="3871" h="1486" extrusionOk="0">
                  <a:moveTo>
                    <a:pt x="3871" y="1"/>
                  </a:moveTo>
                  <a:lnTo>
                    <a:pt x="1926" y="643"/>
                  </a:lnTo>
                  <a:lnTo>
                    <a:pt x="0" y="1284"/>
                  </a:lnTo>
                  <a:lnTo>
                    <a:pt x="81" y="1485"/>
                  </a:lnTo>
                  <a:lnTo>
                    <a:pt x="1966" y="743"/>
                  </a:lnTo>
                  <a:lnTo>
                    <a:pt x="387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0" name="Google Shape;6630;p30"/>
            <p:cNvSpPr/>
            <p:nvPr/>
          </p:nvSpPr>
          <p:spPr>
            <a:xfrm>
              <a:off x="11948925" y="4314888"/>
              <a:ext cx="19600" cy="30100"/>
            </a:xfrm>
            <a:custGeom>
              <a:avLst/>
              <a:gdLst/>
              <a:ahLst/>
              <a:cxnLst/>
              <a:rect l="l" t="t" r="r" b="b"/>
              <a:pathLst>
                <a:path w="784" h="1204" extrusionOk="0">
                  <a:moveTo>
                    <a:pt x="623" y="0"/>
                  </a:moveTo>
                  <a:lnTo>
                    <a:pt x="1" y="61"/>
                  </a:lnTo>
                  <a:lnTo>
                    <a:pt x="81" y="321"/>
                  </a:lnTo>
                  <a:lnTo>
                    <a:pt x="121" y="602"/>
                  </a:lnTo>
                  <a:lnTo>
                    <a:pt x="141" y="903"/>
                  </a:lnTo>
                  <a:lnTo>
                    <a:pt x="141" y="1204"/>
                  </a:lnTo>
                  <a:lnTo>
                    <a:pt x="783" y="1164"/>
                  </a:lnTo>
                  <a:lnTo>
                    <a:pt x="783" y="863"/>
                  </a:lnTo>
                  <a:lnTo>
                    <a:pt x="743" y="562"/>
                  </a:lnTo>
                  <a:lnTo>
                    <a:pt x="703" y="281"/>
                  </a:lnTo>
                  <a:lnTo>
                    <a:pt x="623" y="0"/>
                  </a:lnTo>
                  <a:close/>
                </a:path>
              </a:pathLst>
            </a:custGeom>
            <a:solidFill>
              <a:srgbClr val="CC66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1" name="Google Shape;6631;p30"/>
            <p:cNvSpPr/>
            <p:nvPr/>
          </p:nvSpPr>
          <p:spPr>
            <a:xfrm>
              <a:off x="11948925" y="4314888"/>
              <a:ext cx="19600" cy="30100"/>
            </a:xfrm>
            <a:custGeom>
              <a:avLst/>
              <a:gdLst/>
              <a:ahLst/>
              <a:cxnLst/>
              <a:rect l="l" t="t" r="r" b="b"/>
              <a:pathLst>
                <a:path w="784" h="1204" fill="none" extrusionOk="0">
                  <a:moveTo>
                    <a:pt x="783" y="1164"/>
                  </a:moveTo>
                  <a:lnTo>
                    <a:pt x="783" y="1164"/>
                  </a:lnTo>
                  <a:lnTo>
                    <a:pt x="141" y="1204"/>
                  </a:lnTo>
                  <a:lnTo>
                    <a:pt x="141" y="1204"/>
                  </a:lnTo>
                  <a:lnTo>
                    <a:pt x="141" y="903"/>
                  </a:lnTo>
                  <a:lnTo>
                    <a:pt x="121" y="602"/>
                  </a:lnTo>
                  <a:lnTo>
                    <a:pt x="81" y="321"/>
                  </a:lnTo>
                  <a:lnTo>
                    <a:pt x="1" y="61"/>
                  </a:lnTo>
                  <a:lnTo>
                    <a:pt x="1" y="61"/>
                  </a:lnTo>
                  <a:lnTo>
                    <a:pt x="623" y="0"/>
                  </a:lnTo>
                  <a:lnTo>
                    <a:pt x="623" y="0"/>
                  </a:lnTo>
                  <a:lnTo>
                    <a:pt x="703" y="281"/>
                  </a:lnTo>
                  <a:lnTo>
                    <a:pt x="743" y="562"/>
                  </a:lnTo>
                  <a:lnTo>
                    <a:pt x="783" y="863"/>
                  </a:lnTo>
                  <a:lnTo>
                    <a:pt x="783" y="116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2" name="Google Shape;6632;p30"/>
            <p:cNvSpPr/>
            <p:nvPr/>
          </p:nvSpPr>
          <p:spPr>
            <a:xfrm>
              <a:off x="11469125" y="4302863"/>
              <a:ext cx="777150" cy="103300"/>
            </a:xfrm>
            <a:custGeom>
              <a:avLst/>
              <a:gdLst/>
              <a:ahLst/>
              <a:cxnLst/>
              <a:rect l="l" t="t" r="r" b="b"/>
              <a:pathLst>
                <a:path w="31086" h="4132" extrusionOk="0">
                  <a:moveTo>
                    <a:pt x="29581" y="0"/>
                  </a:moveTo>
                  <a:lnTo>
                    <a:pt x="28478" y="20"/>
                  </a:lnTo>
                  <a:lnTo>
                    <a:pt x="27094" y="60"/>
                  </a:lnTo>
                  <a:lnTo>
                    <a:pt x="25510" y="141"/>
                  </a:lnTo>
                  <a:lnTo>
                    <a:pt x="23725" y="241"/>
                  </a:lnTo>
                  <a:lnTo>
                    <a:pt x="19815" y="481"/>
                  </a:lnTo>
                  <a:lnTo>
                    <a:pt x="19193" y="542"/>
                  </a:lnTo>
                  <a:lnTo>
                    <a:pt x="18150" y="602"/>
                  </a:lnTo>
                  <a:lnTo>
                    <a:pt x="13939" y="903"/>
                  </a:lnTo>
                  <a:lnTo>
                    <a:pt x="7000" y="1404"/>
                  </a:lnTo>
                  <a:lnTo>
                    <a:pt x="6659" y="1384"/>
                  </a:lnTo>
                  <a:lnTo>
                    <a:pt x="6318" y="1344"/>
                  </a:lnTo>
                  <a:lnTo>
                    <a:pt x="5676" y="1264"/>
                  </a:lnTo>
                  <a:lnTo>
                    <a:pt x="5055" y="1143"/>
                  </a:lnTo>
                  <a:lnTo>
                    <a:pt x="4453" y="1043"/>
                  </a:lnTo>
                  <a:lnTo>
                    <a:pt x="3851" y="943"/>
                  </a:lnTo>
                  <a:lnTo>
                    <a:pt x="3270" y="862"/>
                  </a:lnTo>
                  <a:lnTo>
                    <a:pt x="2969" y="842"/>
                  </a:lnTo>
                  <a:lnTo>
                    <a:pt x="2367" y="842"/>
                  </a:lnTo>
                  <a:lnTo>
                    <a:pt x="2046" y="883"/>
                  </a:lnTo>
                  <a:lnTo>
                    <a:pt x="1625" y="963"/>
                  </a:lnTo>
                  <a:lnTo>
                    <a:pt x="1405" y="1023"/>
                  </a:lnTo>
                  <a:lnTo>
                    <a:pt x="1164" y="1103"/>
                  </a:lnTo>
                  <a:lnTo>
                    <a:pt x="923" y="1183"/>
                  </a:lnTo>
                  <a:lnTo>
                    <a:pt x="703" y="1284"/>
                  </a:lnTo>
                  <a:lnTo>
                    <a:pt x="522" y="1404"/>
                  </a:lnTo>
                  <a:lnTo>
                    <a:pt x="362" y="1544"/>
                  </a:lnTo>
                  <a:lnTo>
                    <a:pt x="241" y="1665"/>
                  </a:lnTo>
                  <a:lnTo>
                    <a:pt x="161" y="1825"/>
                  </a:lnTo>
                  <a:lnTo>
                    <a:pt x="81" y="1965"/>
                  </a:lnTo>
                  <a:lnTo>
                    <a:pt x="41" y="2126"/>
                  </a:lnTo>
                  <a:lnTo>
                    <a:pt x="21" y="2286"/>
                  </a:lnTo>
                  <a:lnTo>
                    <a:pt x="1" y="2467"/>
                  </a:lnTo>
                  <a:lnTo>
                    <a:pt x="21" y="2627"/>
                  </a:lnTo>
                  <a:lnTo>
                    <a:pt x="61" y="2788"/>
                  </a:lnTo>
                  <a:lnTo>
                    <a:pt x="101" y="2948"/>
                  </a:lnTo>
                  <a:lnTo>
                    <a:pt x="161" y="3109"/>
                  </a:lnTo>
                  <a:lnTo>
                    <a:pt x="241" y="3249"/>
                  </a:lnTo>
                  <a:lnTo>
                    <a:pt x="342" y="3389"/>
                  </a:lnTo>
                  <a:lnTo>
                    <a:pt x="462" y="3530"/>
                  </a:lnTo>
                  <a:lnTo>
                    <a:pt x="582" y="3630"/>
                  </a:lnTo>
                  <a:lnTo>
                    <a:pt x="703" y="3750"/>
                  </a:lnTo>
                  <a:lnTo>
                    <a:pt x="843" y="3831"/>
                  </a:lnTo>
                  <a:lnTo>
                    <a:pt x="1004" y="3911"/>
                  </a:lnTo>
                  <a:lnTo>
                    <a:pt x="1164" y="3991"/>
                  </a:lnTo>
                  <a:lnTo>
                    <a:pt x="1324" y="4031"/>
                  </a:lnTo>
                  <a:lnTo>
                    <a:pt x="1485" y="4071"/>
                  </a:lnTo>
                  <a:lnTo>
                    <a:pt x="1826" y="4131"/>
                  </a:lnTo>
                  <a:lnTo>
                    <a:pt x="2167" y="4131"/>
                  </a:lnTo>
                  <a:lnTo>
                    <a:pt x="2528" y="4111"/>
                  </a:lnTo>
                  <a:lnTo>
                    <a:pt x="2869" y="4051"/>
                  </a:lnTo>
                  <a:lnTo>
                    <a:pt x="3230" y="3971"/>
                  </a:lnTo>
                  <a:lnTo>
                    <a:pt x="3591" y="3851"/>
                  </a:lnTo>
                  <a:lnTo>
                    <a:pt x="4313" y="3610"/>
                  </a:lnTo>
                  <a:lnTo>
                    <a:pt x="5034" y="3329"/>
                  </a:lnTo>
                  <a:lnTo>
                    <a:pt x="5696" y="3089"/>
                  </a:lnTo>
                  <a:lnTo>
                    <a:pt x="6017" y="2988"/>
                  </a:lnTo>
                  <a:lnTo>
                    <a:pt x="6318" y="2908"/>
                  </a:lnTo>
                  <a:lnTo>
                    <a:pt x="6940" y="2768"/>
                  </a:lnTo>
                  <a:lnTo>
                    <a:pt x="7702" y="2647"/>
                  </a:lnTo>
                  <a:lnTo>
                    <a:pt x="8584" y="2527"/>
                  </a:lnTo>
                  <a:lnTo>
                    <a:pt x="9567" y="2407"/>
                  </a:lnTo>
                  <a:lnTo>
                    <a:pt x="10650" y="2286"/>
                  </a:lnTo>
                  <a:lnTo>
                    <a:pt x="11813" y="2186"/>
                  </a:lnTo>
                  <a:lnTo>
                    <a:pt x="14300" y="1986"/>
                  </a:lnTo>
                  <a:lnTo>
                    <a:pt x="16305" y="1845"/>
                  </a:lnTo>
                  <a:lnTo>
                    <a:pt x="18351" y="1725"/>
                  </a:lnTo>
                  <a:lnTo>
                    <a:pt x="19333" y="1685"/>
                  </a:lnTo>
                  <a:lnTo>
                    <a:pt x="19975" y="1645"/>
                  </a:lnTo>
                  <a:lnTo>
                    <a:pt x="23846" y="1444"/>
                  </a:lnTo>
                  <a:lnTo>
                    <a:pt x="28217" y="1223"/>
                  </a:lnTo>
                  <a:lnTo>
                    <a:pt x="29581" y="1163"/>
                  </a:lnTo>
                  <a:lnTo>
                    <a:pt x="30022" y="1123"/>
                  </a:lnTo>
                  <a:lnTo>
                    <a:pt x="30263" y="1103"/>
                  </a:lnTo>
                  <a:lnTo>
                    <a:pt x="30363" y="1063"/>
                  </a:lnTo>
                  <a:lnTo>
                    <a:pt x="30484" y="1023"/>
                  </a:lnTo>
                  <a:lnTo>
                    <a:pt x="30684" y="903"/>
                  </a:lnTo>
                  <a:lnTo>
                    <a:pt x="30865" y="762"/>
                  </a:lnTo>
                  <a:lnTo>
                    <a:pt x="31005" y="622"/>
                  </a:lnTo>
                  <a:lnTo>
                    <a:pt x="31045" y="542"/>
                  </a:lnTo>
                  <a:lnTo>
                    <a:pt x="31085" y="461"/>
                  </a:lnTo>
                  <a:lnTo>
                    <a:pt x="31085" y="381"/>
                  </a:lnTo>
                  <a:lnTo>
                    <a:pt x="31085" y="301"/>
                  </a:lnTo>
                  <a:lnTo>
                    <a:pt x="31065" y="241"/>
                  </a:lnTo>
                  <a:lnTo>
                    <a:pt x="31005" y="181"/>
                  </a:lnTo>
                  <a:lnTo>
                    <a:pt x="30925" y="120"/>
                  </a:lnTo>
                  <a:lnTo>
                    <a:pt x="30825" y="80"/>
                  </a:lnTo>
                  <a:lnTo>
                    <a:pt x="30644" y="40"/>
                  </a:lnTo>
                  <a:lnTo>
                    <a:pt x="30383" y="20"/>
                  </a:lnTo>
                  <a:lnTo>
                    <a:pt x="2958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3" name="Google Shape;6633;p30"/>
            <p:cNvSpPr/>
            <p:nvPr/>
          </p:nvSpPr>
          <p:spPr>
            <a:xfrm>
              <a:off x="11469125" y="4302863"/>
              <a:ext cx="777150" cy="103300"/>
            </a:xfrm>
            <a:custGeom>
              <a:avLst/>
              <a:gdLst/>
              <a:ahLst/>
              <a:cxnLst/>
              <a:rect l="l" t="t" r="r" b="b"/>
              <a:pathLst>
                <a:path w="31086" h="4132" fill="none" extrusionOk="0">
                  <a:moveTo>
                    <a:pt x="30263" y="1103"/>
                  </a:moveTo>
                  <a:lnTo>
                    <a:pt x="30263" y="1103"/>
                  </a:lnTo>
                  <a:lnTo>
                    <a:pt x="30022" y="1123"/>
                  </a:lnTo>
                  <a:lnTo>
                    <a:pt x="29581" y="1163"/>
                  </a:lnTo>
                  <a:lnTo>
                    <a:pt x="28217" y="1223"/>
                  </a:lnTo>
                  <a:lnTo>
                    <a:pt x="23846" y="1444"/>
                  </a:lnTo>
                  <a:lnTo>
                    <a:pt x="23846" y="1444"/>
                  </a:lnTo>
                  <a:lnTo>
                    <a:pt x="19975" y="1645"/>
                  </a:lnTo>
                  <a:lnTo>
                    <a:pt x="19975" y="1645"/>
                  </a:lnTo>
                  <a:lnTo>
                    <a:pt x="19333" y="1685"/>
                  </a:lnTo>
                  <a:lnTo>
                    <a:pt x="19333" y="1685"/>
                  </a:lnTo>
                  <a:lnTo>
                    <a:pt x="18351" y="1725"/>
                  </a:lnTo>
                  <a:lnTo>
                    <a:pt x="18351" y="1725"/>
                  </a:lnTo>
                  <a:lnTo>
                    <a:pt x="16305" y="1845"/>
                  </a:lnTo>
                  <a:lnTo>
                    <a:pt x="14300" y="1986"/>
                  </a:lnTo>
                  <a:lnTo>
                    <a:pt x="14300" y="1986"/>
                  </a:lnTo>
                  <a:lnTo>
                    <a:pt x="11813" y="2186"/>
                  </a:lnTo>
                  <a:lnTo>
                    <a:pt x="10650" y="2286"/>
                  </a:lnTo>
                  <a:lnTo>
                    <a:pt x="9567" y="2407"/>
                  </a:lnTo>
                  <a:lnTo>
                    <a:pt x="8584" y="2527"/>
                  </a:lnTo>
                  <a:lnTo>
                    <a:pt x="7702" y="2647"/>
                  </a:lnTo>
                  <a:lnTo>
                    <a:pt x="6940" y="2768"/>
                  </a:lnTo>
                  <a:lnTo>
                    <a:pt x="6318" y="2908"/>
                  </a:lnTo>
                  <a:lnTo>
                    <a:pt x="6318" y="2908"/>
                  </a:lnTo>
                  <a:lnTo>
                    <a:pt x="6017" y="2988"/>
                  </a:lnTo>
                  <a:lnTo>
                    <a:pt x="5696" y="3089"/>
                  </a:lnTo>
                  <a:lnTo>
                    <a:pt x="5034" y="3329"/>
                  </a:lnTo>
                  <a:lnTo>
                    <a:pt x="4313" y="3610"/>
                  </a:lnTo>
                  <a:lnTo>
                    <a:pt x="3591" y="3851"/>
                  </a:lnTo>
                  <a:lnTo>
                    <a:pt x="3230" y="3971"/>
                  </a:lnTo>
                  <a:lnTo>
                    <a:pt x="2869" y="4051"/>
                  </a:lnTo>
                  <a:lnTo>
                    <a:pt x="2528" y="4111"/>
                  </a:lnTo>
                  <a:lnTo>
                    <a:pt x="2167" y="4131"/>
                  </a:lnTo>
                  <a:lnTo>
                    <a:pt x="1826" y="4131"/>
                  </a:lnTo>
                  <a:lnTo>
                    <a:pt x="1485" y="4071"/>
                  </a:lnTo>
                  <a:lnTo>
                    <a:pt x="1324" y="4031"/>
                  </a:lnTo>
                  <a:lnTo>
                    <a:pt x="1164" y="3991"/>
                  </a:lnTo>
                  <a:lnTo>
                    <a:pt x="1004" y="3911"/>
                  </a:lnTo>
                  <a:lnTo>
                    <a:pt x="843" y="3831"/>
                  </a:lnTo>
                  <a:lnTo>
                    <a:pt x="843" y="3831"/>
                  </a:lnTo>
                  <a:lnTo>
                    <a:pt x="703" y="3750"/>
                  </a:lnTo>
                  <a:lnTo>
                    <a:pt x="582" y="3630"/>
                  </a:lnTo>
                  <a:lnTo>
                    <a:pt x="462" y="3530"/>
                  </a:lnTo>
                  <a:lnTo>
                    <a:pt x="342" y="3389"/>
                  </a:lnTo>
                  <a:lnTo>
                    <a:pt x="241" y="3249"/>
                  </a:lnTo>
                  <a:lnTo>
                    <a:pt x="161" y="3109"/>
                  </a:lnTo>
                  <a:lnTo>
                    <a:pt x="101" y="2948"/>
                  </a:lnTo>
                  <a:lnTo>
                    <a:pt x="61" y="2788"/>
                  </a:lnTo>
                  <a:lnTo>
                    <a:pt x="21" y="2627"/>
                  </a:lnTo>
                  <a:lnTo>
                    <a:pt x="1" y="2467"/>
                  </a:lnTo>
                  <a:lnTo>
                    <a:pt x="21" y="2286"/>
                  </a:lnTo>
                  <a:lnTo>
                    <a:pt x="41" y="2126"/>
                  </a:lnTo>
                  <a:lnTo>
                    <a:pt x="81" y="1965"/>
                  </a:lnTo>
                  <a:lnTo>
                    <a:pt x="161" y="1825"/>
                  </a:lnTo>
                  <a:lnTo>
                    <a:pt x="241" y="1665"/>
                  </a:lnTo>
                  <a:lnTo>
                    <a:pt x="362" y="1544"/>
                  </a:lnTo>
                  <a:lnTo>
                    <a:pt x="362" y="1544"/>
                  </a:lnTo>
                  <a:lnTo>
                    <a:pt x="522" y="1404"/>
                  </a:lnTo>
                  <a:lnTo>
                    <a:pt x="703" y="1284"/>
                  </a:lnTo>
                  <a:lnTo>
                    <a:pt x="923" y="1183"/>
                  </a:lnTo>
                  <a:lnTo>
                    <a:pt x="1164" y="1103"/>
                  </a:lnTo>
                  <a:lnTo>
                    <a:pt x="1405" y="1023"/>
                  </a:lnTo>
                  <a:lnTo>
                    <a:pt x="1625" y="963"/>
                  </a:lnTo>
                  <a:lnTo>
                    <a:pt x="2046" y="883"/>
                  </a:lnTo>
                  <a:lnTo>
                    <a:pt x="2046" y="883"/>
                  </a:lnTo>
                  <a:lnTo>
                    <a:pt x="2046" y="883"/>
                  </a:lnTo>
                  <a:lnTo>
                    <a:pt x="2367" y="842"/>
                  </a:lnTo>
                  <a:lnTo>
                    <a:pt x="2668" y="842"/>
                  </a:lnTo>
                  <a:lnTo>
                    <a:pt x="2969" y="842"/>
                  </a:lnTo>
                  <a:lnTo>
                    <a:pt x="3270" y="862"/>
                  </a:lnTo>
                  <a:lnTo>
                    <a:pt x="3851" y="943"/>
                  </a:lnTo>
                  <a:lnTo>
                    <a:pt x="4453" y="1043"/>
                  </a:lnTo>
                  <a:lnTo>
                    <a:pt x="5055" y="1143"/>
                  </a:lnTo>
                  <a:lnTo>
                    <a:pt x="5676" y="1264"/>
                  </a:lnTo>
                  <a:lnTo>
                    <a:pt x="6318" y="1344"/>
                  </a:lnTo>
                  <a:lnTo>
                    <a:pt x="6659" y="1384"/>
                  </a:lnTo>
                  <a:lnTo>
                    <a:pt x="7000" y="1404"/>
                  </a:lnTo>
                  <a:lnTo>
                    <a:pt x="7000" y="1404"/>
                  </a:lnTo>
                  <a:lnTo>
                    <a:pt x="13939" y="903"/>
                  </a:lnTo>
                  <a:lnTo>
                    <a:pt x="13939" y="903"/>
                  </a:lnTo>
                  <a:lnTo>
                    <a:pt x="18150" y="602"/>
                  </a:lnTo>
                  <a:lnTo>
                    <a:pt x="18150" y="602"/>
                  </a:lnTo>
                  <a:lnTo>
                    <a:pt x="19193" y="542"/>
                  </a:lnTo>
                  <a:lnTo>
                    <a:pt x="19193" y="542"/>
                  </a:lnTo>
                  <a:lnTo>
                    <a:pt x="19815" y="481"/>
                  </a:lnTo>
                  <a:lnTo>
                    <a:pt x="19815" y="481"/>
                  </a:lnTo>
                  <a:lnTo>
                    <a:pt x="23725" y="241"/>
                  </a:lnTo>
                  <a:lnTo>
                    <a:pt x="25510" y="141"/>
                  </a:lnTo>
                  <a:lnTo>
                    <a:pt x="27094" y="60"/>
                  </a:lnTo>
                  <a:lnTo>
                    <a:pt x="28478" y="20"/>
                  </a:lnTo>
                  <a:lnTo>
                    <a:pt x="29581" y="0"/>
                  </a:lnTo>
                  <a:lnTo>
                    <a:pt x="30383" y="20"/>
                  </a:lnTo>
                  <a:lnTo>
                    <a:pt x="30644" y="40"/>
                  </a:lnTo>
                  <a:lnTo>
                    <a:pt x="30825" y="80"/>
                  </a:lnTo>
                  <a:lnTo>
                    <a:pt x="30825" y="80"/>
                  </a:lnTo>
                  <a:lnTo>
                    <a:pt x="30925" y="120"/>
                  </a:lnTo>
                  <a:lnTo>
                    <a:pt x="31005" y="181"/>
                  </a:lnTo>
                  <a:lnTo>
                    <a:pt x="31065" y="241"/>
                  </a:lnTo>
                  <a:lnTo>
                    <a:pt x="31085" y="301"/>
                  </a:lnTo>
                  <a:lnTo>
                    <a:pt x="31085" y="381"/>
                  </a:lnTo>
                  <a:lnTo>
                    <a:pt x="31085" y="461"/>
                  </a:lnTo>
                  <a:lnTo>
                    <a:pt x="31045" y="542"/>
                  </a:lnTo>
                  <a:lnTo>
                    <a:pt x="31005" y="622"/>
                  </a:lnTo>
                  <a:lnTo>
                    <a:pt x="30865" y="762"/>
                  </a:lnTo>
                  <a:lnTo>
                    <a:pt x="30684" y="903"/>
                  </a:lnTo>
                  <a:lnTo>
                    <a:pt x="30484" y="1023"/>
                  </a:lnTo>
                  <a:lnTo>
                    <a:pt x="30363" y="1063"/>
                  </a:lnTo>
                  <a:lnTo>
                    <a:pt x="30263" y="110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4" name="Google Shape;6634;p30"/>
            <p:cNvSpPr/>
            <p:nvPr/>
          </p:nvSpPr>
          <p:spPr>
            <a:xfrm>
              <a:off x="11817575" y="4317888"/>
              <a:ext cx="110325" cy="34625"/>
            </a:xfrm>
            <a:custGeom>
              <a:avLst/>
              <a:gdLst/>
              <a:ahLst/>
              <a:cxnLst/>
              <a:rect l="l" t="t" r="r" b="b"/>
              <a:pathLst>
                <a:path w="4413" h="1385" extrusionOk="0">
                  <a:moveTo>
                    <a:pt x="4212" y="1"/>
                  </a:moveTo>
                  <a:lnTo>
                    <a:pt x="1" y="302"/>
                  </a:lnTo>
                  <a:lnTo>
                    <a:pt x="121" y="482"/>
                  </a:lnTo>
                  <a:lnTo>
                    <a:pt x="201" y="663"/>
                  </a:lnTo>
                  <a:lnTo>
                    <a:pt x="281" y="863"/>
                  </a:lnTo>
                  <a:lnTo>
                    <a:pt x="342" y="1084"/>
                  </a:lnTo>
                  <a:lnTo>
                    <a:pt x="362" y="1224"/>
                  </a:lnTo>
                  <a:lnTo>
                    <a:pt x="362" y="1385"/>
                  </a:lnTo>
                  <a:lnTo>
                    <a:pt x="2367" y="1244"/>
                  </a:lnTo>
                  <a:lnTo>
                    <a:pt x="4413" y="1124"/>
                  </a:lnTo>
                  <a:lnTo>
                    <a:pt x="4413" y="843"/>
                  </a:lnTo>
                  <a:lnTo>
                    <a:pt x="4373" y="542"/>
                  </a:lnTo>
                  <a:lnTo>
                    <a:pt x="4292" y="261"/>
                  </a:lnTo>
                  <a:lnTo>
                    <a:pt x="42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5" name="Google Shape;6635;p30"/>
            <p:cNvSpPr/>
            <p:nvPr/>
          </p:nvSpPr>
          <p:spPr>
            <a:xfrm>
              <a:off x="11817575" y="4317888"/>
              <a:ext cx="110325" cy="34625"/>
            </a:xfrm>
            <a:custGeom>
              <a:avLst/>
              <a:gdLst/>
              <a:ahLst/>
              <a:cxnLst/>
              <a:rect l="l" t="t" r="r" b="b"/>
              <a:pathLst>
                <a:path w="4413" h="1385" fill="none" extrusionOk="0">
                  <a:moveTo>
                    <a:pt x="4413" y="1124"/>
                  </a:moveTo>
                  <a:lnTo>
                    <a:pt x="4413" y="1124"/>
                  </a:lnTo>
                  <a:lnTo>
                    <a:pt x="2367" y="1244"/>
                  </a:lnTo>
                  <a:lnTo>
                    <a:pt x="362" y="1385"/>
                  </a:lnTo>
                  <a:lnTo>
                    <a:pt x="362" y="1385"/>
                  </a:lnTo>
                  <a:lnTo>
                    <a:pt x="362" y="1224"/>
                  </a:lnTo>
                  <a:lnTo>
                    <a:pt x="342" y="1084"/>
                  </a:lnTo>
                  <a:lnTo>
                    <a:pt x="342" y="1084"/>
                  </a:lnTo>
                  <a:lnTo>
                    <a:pt x="281" y="863"/>
                  </a:lnTo>
                  <a:lnTo>
                    <a:pt x="201" y="663"/>
                  </a:lnTo>
                  <a:lnTo>
                    <a:pt x="121" y="482"/>
                  </a:lnTo>
                  <a:lnTo>
                    <a:pt x="1" y="302"/>
                  </a:lnTo>
                  <a:lnTo>
                    <a:pt x="1" y="302"/>
                  </a:lnTo>
                  <a:lnTo>
                    <a:pt x="4212" y="1"/>
                  </a:lnTo>
                  <a:lnTo>
                    <a:pt x="4212" y="1"/>
                  </a:lnTo>
                  <a:lnTo>
                    <a:pt x="4292" y="261"/>
                  </a:lnTo>
                  <a:lnTo>
                    <a:pt x="4373" y="542"/>
                  </a:lnTo>
                  <a:lnTo>
                    <a:pt x="4413" y="843"/>
                  </a:lnTo>
                  <a:lnTo>
                    <a:pt x="4413" y="112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6" name="Google Shape;6636;p30"/>
            <p:cNvSpPr/>
            <p:nvPr/>
          </p:nvSpPr>
          <p:spPr>
            <a:xfrm>
              <a:off x="11469125" y="4324913"/>
              <a:ext cx="596150" cy="81250"/>
            </a:xfrm>
            <a:custGeom>
              <a:avLst/>
              <a:gdLst/>
              <a:ahLst/>
              <a:cxnLst/>
              <a:rect l="l" t="t" r="r" b="b"/>
              <a:pathLst>
                <a:path w="23846" h="3250" extrusionOk="0">
                  <a:moveTo>
                    <a:pt x="2026" y="1"/>
                  </a:moveTo>
                  <a:lnTo>
                    <a:pt x="2018" y="6"/>
                  </a:lnTo>
                  <a:lnTo>
                    <a:pt x="2018" y="6"/>
                  </a:lnTo>
                  <a:lnTo>
                    <a:pt x="2046" y="1"/>
                  </a:lnTo>
                  <a:close/>
                  <a:moveTo>
                    <a:pt x="21259" y="482"/>
                  </a:moveTo>
                  <a:lnTo>
                    <a:pt x="19795" y="502"/>
                  </a:lnTo>
                  <a:lnTo>
                    <a:pt x="18351" y="542"/>
                  </a:lnTo>
                  <a:lnTo>
                    <a:pt x="18351" y="843"/>
                  </a:lnTo>
                  <a:lnTo>
                    <a:pt x="19333" y="803"/>
                  </a:lnTo>
                  <a:lnTo>
                    <a:pt x="19975" y="763"/>
                  </a:lnTo>
                  <a:lnTo>
                    <a:pt x="23846" y="562"/>
                  </a:lnTo>
                  <a:lnTo>
                    <a:pt x="23204" y="522"/>
                  </a:lnTo>
                  <a:lnTo>
                    <a:pt x="22562" y="502"/>
                  </a:lnTo>
                  <a:lnTo>
                    <a:pt x="21259" y="482"/>
                  </a:lnTo>
                  <a:close/>
                  <a:moveTo>
                    <a:pt x="2018" y="6"/>
                  </a:moveTo>
                  <a:lnTo>
                    <a:pt x="1625" y="81"/>
                  </a:lnTo>
                  <a:lnTo>
                    <a:pt x="1405" y="141"/>
                  </a:lnTo>
                  <a:lnTo>
                    <a:pt x="1164" y="221"/>
                  </a:lnTo>
                  <a:lnTo>
                    <a:pt x="923" y="301"/>
                  </a:lnTo>
                  <a:lnTo>
                    <a:pt x="703" y="402"/>
                  </a:lnTo>
                  <a:lnTo>
                    <a:pt x="522" y="522"/>
                  </a:lnTo>
                  <a:lnTo>
                    <a:pt x="362" y="662"/>
                  </a:lnTo>
                  <a:lnTo>
                    <a:pt x="282" y="743"/>
                  </a:lnTo>
                  <a:lnTo>
                    <a:pt x="201" y="863"/>
                  </a:lnTo>
                  <a:lnTo>
                    <a:pt x="141" y="963"/>
                  </a:lnTo>
                  <a:lnTo>
                    <a:pt x="101" y="1063"/>
                  </a:lnTo>
                  <a:lnTo>
                    <a:pt x="21" y="1304"/>
                  </a:lnTo>
                  <a:lnTo>
                    <a:pt x="1" y="1545"/>
                  </a:lnTo>
                  <a:lnTo>
                    <a:pt x="21" y="1745"/>
                  </a:lnTo>
                  <a:lnTo>
                    <a:pt x="61" y="1946"/>
                  </a:lnTo>
                  <a:lnTo>
                    <a:pt x="141" y="2146"/>
                  </a:lnTo>
                  <a:lnTo>
                    <a:pt x="241" y="2347"/>
                  </a:lnTo>
                  <a:lnTo>
                    <a:pt x="362" y="2527"/>
                  </a:lnTo>
                  <a:lnTo>
                    <a:pt x="502" y="2688"/>
                  </a:lnTo>
                  <a:lnTo>
                    <a:pt x="663" y="2828"/>
                  </a:lnTo>
                  <a:lnTo>
                    <a:pt x="843" y="2949"/>
                  </a:lnTo>
                  <a:lnTo>
                    <a:pt x="1144" y="3089"/>
                  </a:lnTo>
                  <a:lnTo>
                    <a:pt x="1445" y="3189"/>
                  </a:lnTo>
                  <a:lnTo>
                    <a:pt x="1746" y="3229"/>
                  </a:lnTo>
                  <a:lnTo>
                    <a:pt x="2066" y="3249"/>
                  </a:lnTo>
                  <a:lnTo>
                    <a:pt x="2327" y="3249"/>
                  </a:lnTo>
                  <a:lnTo>
                    <a:pt x="2608" y="3209"/>
                  </a:lnTo>
                  <a:lnTo>
                    <a:pt x="2869" y="3169"/>
                  </a:lnTo>
                  <a:lnTo>
                    <a:pt x="3149" y="3109"/>
                  </a:lnTo>
                  <a:lnTo>
                    <a:pt x="3711" y="2949"/>
                  </a:lnTo>
                  <a:lnTo>
                    <a:pt x="4272" y="2748"/>
                  </a:lnTo>
                  <a:lnTo>
                    <a:pt x="5335" y="2327"/>
                  </a:lnTo>
                  <a:lnTo>
                    <a:pt x="5837" y="2146"/>
                  </a:lnTo>
                  <a:lnTo>
                    <a:pt x="6318" y="2026"/>
                  </a:lnTo>
                  <a:lnTo>
                    <a:pt x="6940" y="1886"/>
                  </a:lnTo>
                  <a:lnTo>
                    <a:pt x="7702" y="1765"/>
                  </a:lnTo>
                  <a:lnTo>
                    <a:pt x="8584" y="1645"/>
                  </a:lnTo>
                  <a:lnTo>
                    <a:pt x="9567" y="1525"/>
                  </a:lnTo>
                  <a:lnTo>
                    <a:pt x="10650" y="1404"/>
                  </a:lnTo>
                  <a:lnTo>
                    <a:pt x="11813" y="1304"/>
                  </a:lnTo>
                  <a:lnTo>
                    <a:pt x="14300" y="1104"/>
                  </a:lnTo>
                  <a:lnTo>
                    <a:pt x="14300" y="943"/>
                  </a:lnTo>
                  <a:lnTo>
                    <a:pt x="14280" y="803"/>
                  </a:lnTo>
                  <a:lnTo>
                    <a:pt x="14260" y="763"/>
                  </a:lnTo>
                  <a:lnTo>
                    <a:pt x="12876" y="823"/>
                  </a:lnTo>
                  <a:lnTo>
                    <a:pt x="11472" y="863"/>
                  </a:lnTo>
                  <a:lnTo>
                    <a:pt x="10068" y="923"/>
                  </a:lnTo>
                  <a:lnTo>
                    <a:pt x="9366" y="983"/>
                  </a:lnTo>
                  <a:lnTo>
                    <a:pt x="8664" y="1043"/>
                  </a:lnTo>
                  <a:lnTo>
                    <a:pt x="7962" y="1124"/>
                  </a:lnTo>
                  <a:lnTo>
                    <a:pt x="7261" y="1224"/>
                  </a:lnTo>
                  <a:lnTo>
                    <a:pt x="6519" y="1364"/>
                  </a:lnTo>
                  <a:lnTo>
                    <a:pt x="5777" y="1505"/>
                  </a:lnTo>
                  <a:lnTo>
                    <a:pt x="5034" y="1665"/>
                  </a:lnTo>
                  <a:lnTo>
                    <a:pt x="4292" y="1805"/>
                  </a:lnTo>
                  <a:lnTo>
                    <a:pt x="3591" y="1926"/>
                  </a:lnTo>
                  <a:lnTo>
                    <a:pt x="3210" y="1986"/>
                  </a:lnTo>
                  <a:lnTo>
                    <a:pt x="2849" y="2006"/>
                  </a:lnTo>
                  <a:lnTo>
                    <a:pt x="2668" y="1986"/>
                  </a:lnTo>
                  <a:lnTo>
                    <a:pt x="2508" y="1966"/>
                  </a:lnTo>
                  <a:lnTo>
                    <a:pt x="2267" y="1926"/>
                  </a:lnTo>
                  <a:lnTo>
                    <a:pt x="2066" y="1846"/>
                  </a:lnTo>
                  <a:lnTo>
                    <a:pt x="1886" y="1765"/>
                  </a:lnTo>
                  <a:lnTo>
                    <a:pt x="1726" y="1665"/>
                  </a:lnTo>
                  <a:lnTo>
                    <a:pt x="1605" y="1545"/>
                  </a:lnTo>
                  <a:lnTo>
                    <a:pt x="1505" y="1404"/>
                  </a:lnTo>
                  <a:lnTo>
                    <a:pt x="1445" y="1284"/>
                  </a:lnTo>
                  <a:lnTo>
                    <a:pt x="1385" y="1124"/>
                  </a:lnTo>
                  <a:lnTo>
                    <a:pt x="1365" y="983"/>
                  </a:lnTo>
                  <a:lnTo>
                    <a:pt x="1385" y="823"/>
                  </a:lnTo>
                  <a:lnTo>
                    <a:pt x="1425" y="682"/>
                  </a:lnTo>
                  <a:lnTo>
                    <a:pt x="1485" y="542"/>
                  </a:lnTo>
                  <a:lnTo>
                    <a:pt x="1585" y="382"/>
                  </a:lnTo>
                  <a:lnTo>
                    <a:pt x="1705" y="261"/>
                  </a:lnTo>
                  <a:lnTo>
                    <a:pt x="1846" y="121"/>
                  </a:lnTo>
                  <a:lnTo>
                    <a:pt x="2018" y="6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7" name="Google Shape;6637;p30"/>
            <p:cNvSpPr/>
            <p:nvPr/>
          </p:nvSpPr>
          <p:spPr>
            <a:xfrm>
              <a:off x="11825600" y="4338463"/>
              <a:ext cx="102300" cy="14050"/>
            </a:xfrm>
            <a:custGeom>
              <a:avLst/>
              <a:gdLst/>
              <a:ahLst/>
              <a:cxnLst/>
              <a:rect l="l" t="t" r="r" b="b"/>
              <a:pathLst>
                <a:path w="4092" h="562" extrusionOk="0">
                  <a:moveTo>
                    <a:pt x="4092" y="0"/>
                  </a:moveTo>
                  <a:lnTo>
                    <a:pt x="2046" y="100"/>
                  </a:lnTo>
                  <a:lnTo>
                    <a:pt x="1" y="221"/>
                  </a:lnTo>
                  <a:lnTo>
                    <a:pt x="21" y="261"/>
                  </a:lnTo>
                  <a:lnTo>
                    <a:pt x="41" y="401"/>
                  </a:lnTo>
                  <a:lnTo>
                    <a:pt x="41" y="562"/>
                  </a:lnTo>
                  <a:lnTo>
                    <a:pt x="3209" y="361"/>
                  </a:lnTo>
                  <a:lnTo>
                    <a:pt x="4092" y="301"/>
                  </a:lnTo>
                  <a:lnTo>
                    <a:pt x="4092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1" name="Google Shape;7501;p36"/>
          <p:cNvSpPr txBox="1">
            <a:spLocks noGrp="1"/>
          </p:cNvSpPr>
          <p:nvPr>
            <p:ph type="title"/>
          </p:nvPr>
        </p:nvSpPr>
        <p:spPr>
          <a:xfrm>
            <a:off x="404396" y="311071"/>
            <a:ext cx="4583170" cy="148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Deliverable 3!</a:t>
            </a:r>
            <a:br>
              <a:rPr lang="en" dirty="0"/>
            </a:br>
            <a:r>
              <a:rPr lang="en" dirty="0"/>
              <a:t>Full implementation</a:t>
            </a:r>
            <a:endParaRPr dirty="0"/>
          </a:p>
        </p:txBody>
      </p:sp>
      <p:grpSp>
        <p:nvGrpSpPr>
          <p:cNvPr id="7502" name="Google Shape;7502;p36"/>
          <p:cNvGrpSpPr/>
          <p:nvPr/>
        </p:nvGrpSpPr>
        <p:grpSpPr>
          <a:xfrm flipH="1">
            <a:off x="331454" y="3547186"/>
            <a:ext cx="1823591" cy="1453514"/>
            <a:chOff x="8222575" y="3882950"/>
            <a:chExt cx="2306300" cy="1838263"/>
          </a:xfrm>
        </p:grpSpPr>
        <p:sp>
          <p:nvSpPr>
            <p:cNvPr id="7503" name="Google Shape;7503;p36"/>
            <p:cNvSpPr/>
            <p:nvPr/>
          </p:nvSpPr>
          <p:spPr>
            <a:xfrm>
              <a:off x="8266575" y="5442513"/>
              <a:ext cx="2262300" cy="278700"/>
            </a:xfrm>
            <a:prstGeom prst="ellipse">
              <a:avLst/>
            </a:pr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4" name="Google Shape;7504;p36"/>
            <p:cNvSpPr/>
            <p:nvPr/>
          </p:nvSpPr>
          <p:spPr>
            <a:xfrm>
              <a:off x="8364975" y="5252175"/>
              <a:ext cx="1865075" cy="312875"/>
            </a:xfrm>
            <a:custGeom>
              <a:avLst/>
              <a:gdLst/>
              <a:ahLst/>
              <a:cxnLst/>
              <a:rect l="l" t="t" r="r" b="b"/>
              <a:pathLst>
                <a:path w="74603" h="12515" extrusionOk="0">
                  <a:moveTo>
                    <a:pt x="71514" y="0"/>
                  </a:moveTo>
                  <a:lnTo>
                    <a:pt x="71274" y="41"/>
                  </a:lnTo>
                  <a:lnTo>
                    <a:pt x="71033" y="121"/>
                  </a:lnTo>
                  <a:lnTo>
                    <a:pt x="70813" y="221"/>
                  </a:lnTo>
                  <a:lnTo>
                    <a:pt x="69449" y="903"/>
                  </a:lnTo>
                  <a:lnTo>
                    <a:pt x="68085" y="1545"/>
                  </a:lnTo>
                  <a:lnTo>
                    <a:pt x="66701" y="2126"/>
                  </a:lnTo>
                  <a:lnTo>
                    <a:pt x="65298" y="2688"/>
                  </a:lnTo>
                  <a:lnTo>
                    <a:pt x="66120" y="4533"/>
                  </a:lnTo>
                  <a:lnTo>
                    <a:pt x="66862" y="6217"/>
                  </a:lnTo>
                  <a:lnTo>
                    <a:pt x="67744" y="5796"/>
                  </a:lnTo>
                  <a:lnTo>
                    <a:pt x="68587" y="5415"/>
                  </a:lnTo>
                  <a:lnTo>
                    <a:pt x="69369" y="5014"/>
                  </a:lnTo>
                  <a:lnTo>
                    <a:pt x="70111" y="4653"/>
                  </a:lnTo>
                  <a:lnTo>
                    <a:pt x="71434" y="3951"/>
                  </a:lnTo>
                  <a:lnTo>
                    <a:pt x="72537" y="3309"/>
                  </a:lnTo>
                  <a:lnTo>
                    <a:pt x="73400" y="2768"/>
                  </a:lnTo>
                  <a:lnTo>
                    <a:pt x="74041" y="2347"/>
                  </a:lnTo>
                  <a:lnTo>
                    <a:pt x="74442" y="2026"/>
                  </a:lnTo>
                  <a:lnTo>
                    <a:pt x="74563" y="1926"/>
                  </a:lnTo>
                  <a:lnTo>
                    <a:pt x="74603" y="1865"/>
                  </a:lnTo>
                  <a:lnTo>
                    <a:pt x="74603" y="1825"/>
                  </a:lnTo>
                  <a:lnTo>
                    <a:pt x="74583" y="1725"/>
                  </a:lnTo>
                  <a:lnTo>
                    <a:pt x="74543" y="1605"/>
                  </a:lnTo>
                  <a:lnTo>
                    <a:pt x="74463" y="1464"/>
                  </a:lnTo>
                  <a:lnTo>
                    <a:pt x="74362" y="1324"/>
                  </a:lnTo>
                  <a:lnTo>
                    <a:pt x="74222" y="1184"/>
                  </a:lnTo>
                  <a:lnTo>
                    <a:pt x="74081" y="1023"/>
                  </a:lnTo>
                  <a:lnTo>
                    <a:pt x="73901" y="863"/>
                  </a:lnTo>
                  <a:lnTo>
                    <a:pt x="73700" y="722"/>
                  </a:lnTo>
                  <a:lnTo>
                    <a:pt x="73500" y="582"/>
                  </a:lnTo>
                  <a:lnTo>
                    <a:pt x="73279" y="442"/>
                  </a:lnTo>
                  <a:lnTo>
                    <a:pt x="73039" y="321"/>
                  </a:lnTo>
                  <a:lnTo>
                    <a:pt x="72798" y="221"/>
                  </a:lnTo>
                  <a:lnTo>
                    <a:pt x="72537" y="121"/>
                  </a:lnTo>
                  <a:lnTo>
                    <a:pt x="72277" y="61"/>
                  </a:lnTo>
                  <a:lnTo>
                    <a:pt x="72016" y="20"/>
                  </a:lnTo>
                  <a:lnTo>
                    <a:pt x="71755" y="0"/>
                  </a:lnTo>
                  <a:close/>
                  <a:moveTo>
                    <a:pt x="2848" y="0"/>
                  </a:moveTo>
                  <a:lnTo>
                    <a:pt x="2587" y="20"/>
                  </a:lnTo>
                  <a:lnTo>
                    <a:pt x="2327" y="61"/>
                  </a:lnTo>
                  <a:lnTo>
                    <a:pt x="2066" y="121"/>
                  </a:lnTo>
                  <a:lnTo>
                    <a:pt x="1805" y="201"/>
                  </a:lnTo>
                  <a:lnTo>
                    <a:pt x="1564" y="321"/>
                  </a:lnTo>
                  <a:lnTo>
                    <a:pt x="1324" y="442"/>
                  </a:lnTo>
                  <a:lnTo>
                    <a:pt x="1103" y="582"/>
                  </a:lnTo>
                  <a:lnTo>
                    <a:pt x="903" y="722"/>
                  </a:lnTo>
                  <a:lnTo>
                    <a:pt x="702" y="863"/>
                  </a:lnTo>
                  <a:lnTo>
                    <a:pt x="522" y="1023"/>
                  </a:lnTo>
                  <a:lnTo>
                    <a:pt x="381" y="1164"/>
                  </a:lnTo>
                  <a:lnTo>
                    <a:pt x="241" y="1324"/>
                  </a:lnTo>
                  <a:lnTo>
                    <a:pt x="141" y="1464"/>
                  </a:lnTo>
                  <a:lnTo>
                    <a:pt x="60" y="1585"/>
                  </a:lnTo>
                  <a:lnTo>
                    <a:pt x="20" y="1705"/>
                  </a:lnTo>
                  <a:lnTo>
                    <a:pt x="0" y="1805"/>
                  </a:lnTo>
                  <a:lnTo>
                    <a:pt x="0" y="1865"/>
                  </a:lnTo>
                  <a:lnTo>
                    <a:pt x="40" y="1906"/>
                  </a:lnTo>
                  <a:lnTo>
                    <a:pt x="121" y="1986"/>
                  </a:lnTo>
                  <a:lnTo>
                    <a:pt x="381" y="2206"/>
                  </a:lnTo>
                  <a:lnTo>
                    <a:pt x="822" y="2527"/>
                  </a:lnTo>
                  <a:lnTo>
                    <a:pt x="1424" y="2908"/>
                  </a:lnTo>
                  <a:lnTo>
                    <a:pt x="2166" y="3370"/>
                  </a:lnTo>
                  <a:lnTo>
                    <a:pt x="3069" y="3891"/>
                  </a:lnTo>
                  <a:lnTo>
                    <a:pt x="4131" y="4453"/>
                  </a:lnTo>
                  <a:lnTo>
                    <a:pt x="5315" y="5074"/>
                  </a:lnTo>
                  <a:lnTo>
                    <a:pt x="6638" y="5716"/>
                  </a:lnTo>
                  <a:lnTo>
                    <a:pt x="8102" y="6358"/>
                  </a:lnTo>
                  <a:lnTo>
                    <a:pt x="9687" y="7040"/>
                  </a:lnTo>
                  <a:lnTo>
                    <a:pt x="10529" y="7380"/>
                  </a:lnTo>
                  <a:lnTo>
                    <a:pt x="11411" y="7721"/>
                  </a:lnTo>
                  <a:lnTo>
                    <a:pt x="12314" y="8042"/>
                  </a:lnTo>
                  <a:lnTo>
                    <a:pt x="13236" y="8383"/>
                  </a:lnTo>
                  <a:lnTo>
                    <a:pt x="14199" y="8704"/>
                  </a:lnTo>
                  <a:lnTo>
                    <a:pt x="15202" y="9025"/>
                  </a:lnTo>
                  <a:lnTo>
                    <a:pt x="16204" y="9346"/>
                  </a:lnTo>
                  <a:lnTo>
                    <a:pt x="17247" y="9647"/>
                  </a:lnTo>
                  <a:lnTo>
                    <a:pt x="18310" y="9947"/>
                  </a:lnTo>
                  <a:lnTo>
                    <a:pt x="19413" y="10248"/>
                  </a:lnTo>
                  <a:lnTo>
                    <a:pt x="19373" y="10128"/>
                  </a:lnTo>
                  <a:lnTo>
                    <a:pt x="19333" y="10008"/>
                  </a:lnTo>
                  <a:lnTo>
                    <a:pt x="19333" y="9988"/>
                  </a:lnTo>
                  <a:lnTo>
                    <a:pt x="19373" y="9827"/>
                  </a:lnTo>
                  <a:lnTo>
                    <a:pt x="19453" y="9546"/>
                  </a:lnTo>
                  <a:lnTo>
                    <a:pt x="19774" y="8704"/>
                  </a:lnTo>
                  <a:lnTo>
                    <a:pt x="20255" y="7501"/>
                  </a:lnTo>
                  <a:lnTo>
                    <a:pt x="20877" y="6037"/>
                  </a:lnTo>
                  <a:lnTo>
                    <a:pt x="19894" y="5836"/>
                  </a:lnTo>
                  <a:lnTo>
                    <a:pt x="18912" y="5616"/>
                  </a:lnTo>
                  <a:lnTo>
                    <a:pt x="17929" y="5375"/>
                  </a:lnTo>
                  <a:lnTo>
                    <a:pt x="16926" y="5134"/>
                  </a:lnTo>
                  <a:lnTo>
                    <a:pt x="15643" y="4793"/>
                  </a:lnTo>
                  <a:lnTo>
                    <a:pt x="15061" y="5535"/>
                  </a:lnTo>
                  <a:lnTo>
                    <a:pt x="14600" y="6097"/>
                  </a:lnTo>
                  <a:lnTo>
                    <a:pt x="14259" y="6498"/>
                  </a:lnTo>
                  <a:lnTo>
                    <a:pt x="14159" y="6598"/>
                  </a:lnTo>
                  <a:lnTo>
                    <a:pt x="14078" y="6659"/>
                  </a:lnTo>
                  <a:lnTo>
                    <a:pt x="13898" y="6739"/>
                  </a:lnTo>
                  <a:lnTo>
                    <a:pt x="13717" y="6799"/>
                  </a:lnTo>
                  <a:lnTo>
                    <a:pt x="13557" y="6819"/>
                  </a:lnTo>
                  <a:lnTo>
                    <a:pt x="13377" y="6839"/>
                  </a:lnTo>
                  <a:lnTo>
                    <a:pt x="13156" y="6819"/>
                  </a:lnTo>
                  <a:lnTo>
                    <a:pt x="12955" y="6759"/>
                  </a:lnTo>
                  <a:lnTo>
                    <a:pt x="12755" y="6699"/>
                  </a:lnTo>
                  <a:lnTo>
                    <a:pt x="12574" y="6598"/>
                  </a:lnTo>
                  <a:lnTo>
                    <a:pt x="12434" y="6458"/>
                  </a:lnTo>
                  <a:lnTo>
                    <a:pt x="12294" y="6318"/>
                  </a:lnTo>
                  <a:lnTo>
                    <a:pt x="12213" y="6157"/>
                  </a:lnTo>
                  <a:lnTo>
                    <a:pt x="12153" y="5977"/>
                  </a:lnTo>
                  <a:lnTo>
                    <a:pt x="12153" y="5957"/>
                  </a:lnTo>
                  <a:lnTo>
                    <a:pt x="12173" y="5856"/>
                  </a:lnTo>
                  <a:lnTo>
                    <a:pt x="12193" y="5716"/>
                  </a:lnTo>
                  <a:lnTo>
                    <a:pt x="12354" y="5295"/>
                  </a:lnTo>
                  <a:lnTo>
                    <a:pt x="12574" y="4693"/>
                  </a:lnTo>
                  <a:lnTo>
                    <a:pt x="12875" y="3951"/>
                  </a:lnTo>
                  <a:lnTo>
                    <a:pt x="11732" y="3570"/>
                  </a:lnTo>
                  <a:lnTo>
                    <a:pt x="10589" y="3169"/>
                  </a:lnTo>
                  <a:lnTo>
                    <a:pt x="9426" y="2748"/>
                  </a:lnTo>
                  <a:lnTo>
                    <a:pt x="8283" y="2287"/>
                  </a:lnTo>
                  <a:lnTo>
                    <a:pt x="7160" y="1805"/>
                  </a:lnTo>
                  <a:lnTo>
                    <a:pt x="6017" y="1304"/>
                  </a:lnTo>
                  <a:lnTo>
                    <a:pt x="4893" y="783"/>
                  </a:lnTo>
                  <a:lnTo>
                    <a:pt x="3791" y="221"/>
                  </a:lnTo>
                  <a:lnTo>
                    <a:pt x="3550" y="121"/>
                  </a:lnTo>
                  <a:lnTo>
                    <a:pt x="3329" y="41"/>
                  </a:lnTo>
                  <a:lnTo>
                    <a:pt x="3089" y="0"/>
                  </a:lnTo>
                  <a:close/>
                  <a:moveTo>
                    <a:pt x="61106" y="4152"/>
                  </a:moveTo>
                  <a:lnTo>
                    <a:pt x="60103" y="4453"/>
                  </a:lnTo>
                  <a:lnTo>
                    <a:pt x="59101" y="4753"/>
                  </a:lnTo>
                  <a:lnTo>
                    <a:pt x="58098" y="5014"/>
                  </a:lnTo>
                  <a:lnTo>
                    <a:pt x="57115" y="5275"/>
                  </a:lnTo>
                  <a:lnTo>
                    <a:pt x="57396" y="5977"/>
                  </a:lnTo>
                  <a:lnTo>
                    <a:pt x="57617" y="6538"/>
                  </a:lnTo>
                  <a:lnTo>
                    <a:pt x="57737" y="6939"/>
                  </a:lnTo>
                  <a:lnTo>
                    <a:pt x="57777" y="7060"/>
                  </a:lnTo>
                  <a:lnTo>
                    <a:pt x="57797" y="7160"/>
                  </a:lnTo>
                  <a:lnTo>
                    <a:pt x="57797" y="7180"/>
                  </a:lnTo>
                  <a:lnTo>
                    <a:pt x="57737" y="7360"/>
                  </a:lnTo>
                  <a:lnTo>
                    <a:pt x="57637" y="7521"/>
                  </a:lnTo>
                  <a:lnTo>
                    <a:pt x="57516" y="7661"/>
                  </a:lnTo>
                  <a:lnTo>
                    <a:pt x="57356" y="7782"/>
                  </a:lnTo>
                  <a:lnTo>
                    <a:pt x="57196" y="7882"/>
                  </a:lnTo>
                  <a:lnTo>
                    <a:pt x="56995" y="7962"/>
                  </a:lnTo>
                  <a:lnTo>
                    <a:pt x="56774" y="8002"/>
                  </a:lnTo>
                  <a:lnTo>
                    <a:pt x="56574" y="8022"/>
                  </a:lnTo>
                  <a:lnTo>
                    <a:pt x="56393" y="8022"/>
                  </a:lnTo>
                  <a:lnTo>
                    <a:pt x="56213" y="7982"/>
                  </a:lnTo>
                  <a:lnTo>
                    <a:pt x="56052" y="7942"/>
                  </a:lnTo>
                  <a:lnTo>
                    <a:pt x="55872" y="7862"/>
                  </a:lnTo>
                  <a:lnTo>
                    <a:pt x="55792" y="7802"/>
                  </a:lnTo>
                  <a:lnTo>
                    <a:pt x="55671" y="7681"/>
                  </a:lnTo>
                  <a:lnTo>
                    <a:pt x="55331" y="7280"/>
                  </a:lnTo>
                  <a:lnTo>
                    <a:pt x="54849" y="6699"/>
                  </a:lnTo>
                  <a:lnTo>
                    <a:pt x="54268" y="5937"/>
                  </a:lnTo>
                  <a:lnTo>
                    <a:pt x="52924" y="6197"/>
                  </a:lnTo>
                  <a:lnTo>
                    <a:pt x="51600" y="6458"/>
                  </a:lnTo>
                  <a:lnTo>
                    <a:pt x="50297" y="6679"/>
                  </a:lnTo>
                  <a:lnTo>
                    <a:pt x="49033" y="6859"/>
                  </a:lnTo>
                  <a:lnTo>
                    <a:pt x="47810" y="7040"/>
                  </a:lnTo>
                  <a:lnTo>
                    <a:pt x="46607" y="7200"/>
                  </a:lnTo>
                  <a:lnTo>
                    <a:pt x="45444" y="7320"/>
                  </a:lnTo>
                  <a:lnTo>
                    <a:pt x="44341" y="7441"/>
                  </a:lnTo>
                  <a:lnTo>
                    <a:pt x="43258" y="7521"/>
                  </a:lnTo>
                  <a:lnTo>
                    <a:pt x="42235" y="7601"/>
                  </a:lnTo>
                  <a:lnTo>
                    <a:pt x="40350" y="7721"/>
                  </a:lnTo>
                  <a:lnTo>
                    <a:pt x="38705" y="7782"/>
                  </a:lnTo>
                  <a:lnTo>
                    <a:pt x="37302" y="7802"/>
                  </a:lnTo>
                  <a:lnTo>
                    <a:pt x="36219" y="7782"/>
                  </a:lnTo>
                  <a:lnTo>
                    <a:pt x="34955" y="7741"/>
                  </a:lnTo>
                  <a:lnTo>
                    <a:pt x="33551" y="7681"/>
                  </a:lnTo>
                  <a:lnTo>
                    <a:pt x="32007" y="7581"/>
                  </a:lnTo>
                  <a:lnTo>
                    <a:pt x="30323" y="7441"/>
                  </a:lnTo>
                  <a:lnTo>
                    <a:pt x="28538" y="7260"/>
                  </a:lnTo>
                  <a:lnTo>
                    <a:pt x="26653" y="7020"/>
                  </a:lnTo>
                  <a:lnTo>
                    <a:pt x="24667" y="6739"/>
                  </a:lnTo>
                  <a:lnTo>
                    <a:pt x="23544" y="8223"/>
                  </a:lnTo>
                  <a:lnTo>
                    <a:pt x="22622" y="9446"/>
                  </a:lnTo>
                  <a:lnTo>
                    <a:pt x="21920" y="10308"/>
                  </a:lnTo>
                  <a:lnTo>
                    <a:pt x="21679" y="10589"/>
                  </a:lnTo>
                  <a:lnTo>
                    <a:pt x="21499" y="10750"/>
                  </a:lnTo>
                  <a:lnTo>
                    <a:pt x="23304" y="11131"/>
                  </a:lnTo>
                  <a:lnTo>
                    <a:pt x="24226" y="11291"/>
                  </a:lnTo>
                  <a:lnTo>
                    <a:pt x="25149" y="11472"/>
                  </a:lnTo>
                  <a:lnTo>
                    <a:pt x="26091" y="11612"/>
                  </a:lnTo>
                  <a:lnTo>
                    <a:pt x="27054" y="11772"/>
                  </a:lnTo>
                  <a:lnTo>
                    <a:pt x="28036" y="11893"/>
                  </a:lnTo>
                  <a:lnTo>
                    <a:pt x="29019" y="12033"/>
                  </a:lnTo>
                  <a:lnTo>
                    <a:pt x="30002" y="12133"/>
                  </a:lnTo>
                  <a:lnTo>
                    <a:pt x="31024" y="12234"/>
                  </a:lnTo>
                  <a:lnTo>
                    <a:pt x="32027" y="12314"/>
                  </a:lnTo>
                  <a:lnTo>
                    <a:pt x="33070" y="12394"/>
                  </a:lnTo>
                  <a:lnTo>
                    <a:pt x="34113" y="12434"/>
                  </a:lnTo>
                  <a:lnTo>
                    <a:pt x="35156" y="12474"/>
                  </a:lnTo>
                  <a:lnTo>
                    <a:pt x="36219" y="12514"/>
                  </a:lnTo>
                  <a:lnTo>
                    <a:pt x="38284" y="12514"/>
                  </a:lnTo>
                  <a:lnTo>
                    <a:pt x="39267" y="12494"/>
                  </a:lnTo>
                  <a:lnTo>
                    <a:pt x="40250" y="12454"/>
                  </a:lnTo>
                  <a:lnTo>
                    <a:pt x="41212" y="12414"/>
                  </a:lnTo>
                  <a:lnTo>
                    <a:pt x="42155" y="12354"/>
                  </a:lnTo>
                  <a:lnTo>
                    <a:pt x="43097" y="12274"/>
                  </a:lnTo>
                  <a:lnTo>
                    <a:pt x="44040" y="12194"/>
                  </a:lnTo>
                  <a:lnTo>
                    <a:pt x="44962" y="12093"/>
                  </a:lnTo>
                  <a:lnTo>
                    <a:pt x="46767" y="11873"/>
                  </a:lnTo>
                  <a:lnTo>
                    <a:pt x="48552" y="11612"/>
                  </a:lnTo>
                  <a:lnTo>
                    <a:pt x="50277" y="11311"/>
                  </a:lnTo>
                  <a:lnTo>
                    <a:pt x="51961" y="10990"/>
                  </a:lnTo>
                  <a:lnTo>
                    <a:pt x="53606" y="10629"/>
                  </a:lnTo>
                  <a:lnTo>
                    <a:pt x="55190" y="10248"/>
                  </a:lnTo>
                  <a:lnTo>
                    <a:pt x="56714" y="9827"/>
                  </a:lnTo>
                  <a:lnTo>
                    <a:pt x="58198" y="9406"/>
                  </a:lnTo>
                  <a:lnTo>
                    <a:pt x="59642" y="8965"/>
                  </a:lnTo>
                  <a:lnTo>
                    <a:pt x="61026" y="8504"/>
                  </a:lnTo>
                  <a:lnTo>
                    <a:pt x="62330" y="8022"/>
                  </a:lnTo>
                  <a:lnTo>
                    <a:pt x="63593" y="7561"/>
                  </a:lnTo>
                  <a:lnTo>
                    <a:pt x="62410" y="5957"/>
                  </a:lnTo>
                  <a:lnTo>
                    <a:pt x="61106" y="415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5" name="Google Shape;7505;p36"/>
            <p:cNvSpPr/>
            <p:nvPr/>
          </p:nvSpPr>
          <p:spPr>
            <a:xfrm>
              <a:off x="9935725" y="4378800"/>
              <a:ext cx="500900" cy="650300"/>
            </a:xfrm>
            <a:custGeom>
              <a:avLst/>
              <a:gdLst/>
              <a:ahLst/>
              <a:cxnLst/>
              <a:rect l="l" t="t" r="r" b="b"/>
              <a:pathLst>
                <a:path w="20036" h="26012" extrusionOk="0">
                  <a:moveTo>
                    <a:pt x="7682" y="0"/>
                  </a:moveTo>
                  <a:lnTo>
                    <a:pt x="7241" y="20"/>
                  </a:lnTo>
                  <a:lnTo>
                    <a:pt x="6799" y="61"/>
                  </a:lnTo>
                  <a:lnTo>
                    <a:pt x="6358" y="121"/>
                  </a:lnTo>
                  <a:lnTo>
                    <a:pt x="5917" y="221"/>
                  </a:lnTo>
                  <a:lnTo>
                    <a:pt x="5476" y="321"/>
                  </a:lnTo>
                  <a:lnTo>
                    <a:pt x="5055" y="442"/>
                  </a:lnTo>
                  <a:lnTo>
                    <a:pt x="4633" y="602"/>
                  </a:lnTo>
                  <a:lnTo>
                    <a:pt x="4212" y="762"/>
                  </a:lnTo>
                  <a:lnTo>
                    <a:pt x="3811" y="943"/>
                  </a:lnTo>
                  <a:lnTo>
                    <a:pt x="3410" y="1164"/>
                  </a:lnTo>
                  <a:lnTo>
                    <a:pt x="3009" y="1384"/>
                  </a:lnTo>
                  <a:lnTo>
                    <a:pt x="2628" y="1645"/>
                  </a:lnTo>
                  <a:lnTo>
                    <a:pt x="2267" y="1906"/>
                  </a:lnTo>
                  <a:lnTo>
                    <a:pt x="1906" y="2186"/>
                  </a:lnTo>
                  <a:lnTo>
                    <a:pt x="1565" y="2507"/>
                  </a:lnTo>
                  <a:lnTo>
                    <a:pt x="1224" y="2828"/>
                  </a:lnTo>
                  <a:lnTo>
                    <a:pt x="923" y="3169"/>
                  </a:lnTo>
                  <a:lnTo>
                    <a:pt x="623" y="3530"/>
                  </a:lnTo>
                  <a:lnTo>
                    <a:pt x="342" y="3911"/>
                  </a:lnTo>
                  <a:lnTo>
                    <a:pt x="262" y="3911"/>
                  </a:lnTo>
                  <a:lnTo>
                    <a:pt x="201" y="3931"/>
                  </a:lnTo>
                  <a:lnTo>
                    <a:pt x="141" y="3951"/>
                  </a:lnTo>
                  <a:lnTo>
                    <a:pt x="81" y="3991"/>
                  </a:lnTo>
                  <a:lnTo>
                    <a:pt x="41" y="4031"/>
                  </a:lnTo>
                  <a:lnTo>
                    <a:pt x="1" y="4092"/>
                  </a:lnTo>
                  <a:lnTo>
                    <a:pt x="1" y="4172"/>
                  </a:lnTo>
                  <a:lnTo>
                    <a:pt x="1" y="4252"/>
                  </a:lnTo>
                  <a:lnTo>
                    <a:pt x="1" y="4292"/>
                  </a:lnTo>
                  <a:lnTo>
                    <a:pt x="101" y="4533"/>
                  </a:lnTo>
                  <a:lnTo>
                    <a:pt x="181" y="4733"/>
                  </a:lnTo>
                  <a:lnTo>
                    <a:pt x="282" y="4994"/>
                  </a:lnTo>
                  <a:lnTo>
                    <a:pt x="422" y="5255"/>
                  </a:lnTo>
                  <a:lnTo>
                    <a:pt x="582" y="5495"/>
                  </a:lnTo>
                  <a:lnTo>
                    <a:pt x="743" y="5736"/>
                  </a:lnTo>
                  <a:lnTo>
                    <a:pt x="863" y="5856"/>
                  </a:lnTo>
                  <a:lnTo>
                    <a:pt x="1004" y="5957"/>
                  </a:lnTo>
                  <a:lnTo>
                    <a:pt x="1104" y="6037"/>
                  </a:lnTo>
                  <a:lnTo>
                    <a:pt x="1244" y="6077"/>
                  </a:lnTo>
                  <a:lnTo>
                    <a:pt x="1365" y="6117"/>
                  </a:lnTo>
                  <a:lnTo>
                    <a:pt x="1505" y="6137"/>
                  </a:lnTo>
                  <a:lnTo>
                    <a:pt x="1685" y="6137"/>
                  </a:lnTo>
                  <a:lnTo>
                    <a:pt x="1866" y="6077"/>
                  </a:lnTo>
                  <a:lnTo>
                    <a:pt x="2046" y="5997"/>
                  </a:lnTo>
                  <a:lnTo>
                    <a:pt x="2227" y="5916"/>
                  </a:lnTo>
                  <a:lnTo>
                    <a:pt x="2588" y="5696"/>
                  </a:lnTo>
                  <a:lnTo>
                    <a:pt x="2909" y="5515"/>
                  </a:lnTo>
                  <a:lnTo>
                    <a:pt x="3410" y="5275"/>
                  </a:lnTo>
                  <a:lnTo>
                    <a:pt x="3912" y="5094"/>
                  </a:lnTo>
                  <a:lnTo>
                    <a:pt x="4172" y="4994"/>
                  </a:lnTo>
                  <a:lnTo>
                    <a:pt x="4433" y="4934"/>
                  </a:lnTo>
                  <a:lnTo>
                    <a:pt x="4714" y="4874"/>
                  </a:lnTo>
                  <a:lnTo>
                    <a:pt x="4974" y="4813"/>
                  </a:lnTo>
                  <a:lnTo>
                    <a:pt x="5315" y="4793"/>
                  </a:lnTo>
                  <a:lnTo>
                    <a:pt x="5636" y="4773"/>
                  </a:lnTo>
                  <a:lnTo>
                    <a:pt x="5937" y="4793"/>
                  </a:lnTo>
                  <a:lnTo>
                    <a:pt x="6218" y="4834"/>
                  </a:lnTo>
                  <a:lnTo>
                    <a:pt x="6499" y="4894"/>
                  </a:lnTo>
                  <a:lnTo>
                    <a:pt x="6759" y="4974"/>
                  </a:lnTo>
                  <a:lnTo>
                    <a:pt x="7000" y="5074"/>
                  </a:lnTo>
                  <a:lnTo>
                    <a:pt x="7241" y="5195"/>
                  </a:lnTo>
                  <a:lnTo>
                    <a:pt x="7461" y="5335"/>
                  </a:lnTo>
                  <a:lnTo>
                    <a:pt x="7662" y="5475"/>
                  </a:lnTo>
                  <a:lnTo>
                    <a:pt x="7862" y="5656"/>
                  </a:lnTo>
                  <a:lnTo>
                    <a:pt x="8043" y="5836"/>
                  </a:lnTo>
                  <a:lnTo>
                    <a:pt x="8223" y="6037"/>
                  </a:lnTo>
                  <a:lnTo>
                    <a:pt x="8384" y="6237"/>
                  </a:lnTo>
                  <a:lnTo>
                    <a:pt x="8524" y="6478"/>
                  </a:lnTo>
                  <a:lnTo>
                    <a:pt x="8664" y="6699"/>
                  </a:lnTo>
                  <a:lnTo>
                    <a:pt x="8785" y="6939"/>
                  </a:lnTo>
                  <a:lnTo>
                    <a:pt x="8905" y="7200"/>
                  </a:lnTo>
                  <a:lnTo>
                    <a:pt x="9106" y="7721"/>
                  </a:lnTo>
                  <a:lnTo>
                    <a:pt x="9286" y="8263"/>
                  </a:lnTo>
                  <a:lnTo>
                    <a:pt x="9427" y="8824"/>
                  </a:lnTo>
                  <a:lnTo>
                    <a:pt x="9527" y="9406"/>
                  </a:lnTo>
                  <a:lnTo>
                    <a:pt x="9607" y="9967"/>
                  </a:lnTo>
                  <a:lnTo>
                    <a:pt x="9667" y="10529"/>
                  </a:lnTo>
                  <a:lnTo>
                    <a:pt x="9707" y="11050"/>
                  </a:lnTo>
                  <a:lnTo>
                    <a:pt x="9707" y="11612"/>
                  </a:lnTo>
                  <a:lnTo>
                    <a:pt x="9727" y="12194"/>
                  </a:lnTo>
                  <a:lnTo>
                    <a:pt x="9687" y="13337"/>
                  </a:lnTo>
                  <a:lnTo>
                    <a:pt x="9627" y="14520"/>
                  </a:lnTo>
                  <a:lnTo>
                    <a:pt x="9527" y="15703"/>
                  </a:lnTo>
                  <a:lnTo>
                    <a:pt x="9427" y="16886"/>
                  </a:lnTo>
                  <a:lnTo>
                    <a:pt x="9346" y="18110"/>
                  </a:lnTo>
                  <a:lnTo>
                    <a:pt x="9286" y="19353"/>
                  </a:lnTo>
                  <a:lnTo>
                    <a:pt x="9266" y="19975"/>
                  </a:lnTo>
                  <a:lnTo>
                    <a:pt x="9266" y="20596"/>
                  </a:lnTo>
                  <a:lnTo>
                    <a:pt x="9286" y="21058"/>
                  </a:lnTo>
                  <a:lnTo>
                    <a:pt x="9346" y="21499"/>
                  </a:lnTo>
                  <a:lnTo>
                    <a:pt x="9447" y="21920"/>
                  </a:lnTo>
                  <a:lnTo>
                    <a:pt x="9567" y="22321"/>
                  </a:lnTo>
                  <a:lnTo>
                    <a:pt x="9727" y="22722"/>
                  </a:lnTo>
                  <a:lnTo>
                    <a:pt x="9928" y="23103"/>
                  </a:lnTo>
                  <a:lnTo>
                    <a:pt x="10128" y="23464"/>
                  </a:lnTo>
                  <a:lnTo>
                    <a:pt x="10369" y="23805"/>
                  </a:lnTo>
                  <a:lnTo>
                    <a:pt x="10630" y="24126"/>
                  </a:lnTo>
                  <a:lnTo>
                    <a:pt x="10931" y="24407"/>
                  </a:lnTo>
                  <a:lnTo>
                    <a:pt x="11231" y="24688"/>
                  </a:lnTo>
                  <a:lnTo>
                    <a:pt x="11552" y="24948"/>
                  </a:lnTo>
                  <a:lnTo>
                    <a:pt x="11893" y="25169"/>
                  </a:lnTo>
                  <a:lnTo>
                    <a:pt x="12254" y="25369"/>
                  </a:lnTo>
                  <a:lnTo>
                    <a:pt x="12615" y="25550"/>
                  </a:lnTo>
                  <a:lnTo>
                    <a:pt x="12996" y="25710"/>
                  </a:lnTo>
                  <a:lnTo>
                    <a:pt x="13397" y="25831"/>
                  </a:lnTo>
                  <a:lnTo>
                    <a:pt x="13818" y="25931"/>
                  </a:lnTo>
                  <a:lnTo>
                    <a:pt x="14159" y="25991"/>
                  </a:lnTo>
                  <a:lnTo>
                    <a:pt x="14220" y="25991"/>
                  </a:lnTo>
                  <a:lnTo>
                    <a:pt x="14601" y="26011"/>
                  </a:lnTo>
                  <a:lnTo>
                    <a:pt x="14962" y="26011"/>
                  </a:lnTo>
                  <a:lnTo>
                    <a:pt x="15343" y="25991"/>
                  </a:lnTo>
                  <a:lnTo>
                    <a:pt x="15704" y="25931"/>
                  </a:lnTo>
                  <a:lnTo>
                    <a:pt x="16085" y="25851"/>
                  </a:lnTo>
                  <a:lnTo>
                    <a:pt x="16446" y="25730"/>
                  </a:lnTo>
                  <a:lnTo>
                    <a:pt x="16787" y="25590"/>
                  </a:lnTo>
                  <a:lnTo>
                    <a:pt x="17147" y="25409"/>
                  </a:lnTo>
                  <a:lnTo>
                    <a:pt x="17388" y="25269"/>
                  </a:lnTo>
                  <a:lnTo>
                    <a:pt x="17609" y="25129"/>
                  </a:lnTo>
                  <a:lnTo>
                    <a:pt x="17829" y="24968"/>
                  </a:lnTo>
                  <a:lnTo>
                    <a:pt x="18030" y="24788"/>
                  </a:lnTo>
                  <a:lnTo>
                    <a:pt x="18230" y="24587"/>
                  </a:lnTo>
                  <a:lnTo>
                    <a:pt x="18551" y="24266"/>
                  </a:lnTo>
                  <a:lnTo>
                    <a:pt x="18852" y="23905"/>
                  </a:lnTo>
                  <a:lnTo>
                    <a:pt x="19133" y="23484"/>
                  </a:lnTo>
                  <a:lnTo>
                    <a:pt x="19394" y="23043"/>
                  </a:lnTo>
                  <a:lnTo>
                    <a:pt x="19534" y="22762"/>
                  </a:lnTo>
                  <a:lnTo>
                    <a:pt x="19654" y="22421"/>
                  </a:lnTo>
                  <a:lnTo>
                    <a:pt x="19755" y="22020"/>
                  </a:lnTo>
                  <a:lnTo>
                    <a:pt x="19835" y="21579"/>
                  </a:lnTo>
                  <a:lnTo>
                    <a:pt x="19915" y="21078"/>
                  </a:lnTo>
                  <a:lnTo>
                    <a:pt x="19975" y="20536"/>
                  </a:lnTo>
                  <a:lnTo>
                    <a:pt x="20015" y="19955"/>
                  </a:lnTo>
                  <a:lnTo>
                    <a:pt x="20035" y="19333"/>
                  </a:lnTo>
                  <a:lnTo>
                    <a:pt x="20035" y="18671"/>
                  </a:lnTo>
                  <a:lnTo>
                    <a:pt x="20015" y="17989"/>
                  </a:lnTo>
                  <a:lnTo>
                    <a:pt x="19975" y="17287"/>
                  </a:lnTo>
                  <a:lnTo>
                    <a:pt x="19915" y="16545"/>
                  </a:lnTo>
                  <a:lnTo>
                    <a:pt x="19835" y="15783"/>
                  </a:lnTo>
                  <a:lnTo>
                    <a:pt x="19735" y="15001"/>
                  </a:lnTo>
                  <a:lnTo>
                    <a:pt x="19594" y="14219"/>
                  </a:lnTo>
                  <a:lnTo>
                    <a:pt x="19454" y="13417"/>
                  </a:lnTo>
                  <a:lnTo>
                    <a:pt x="19273" y="12595"/>
                  </a:lnTo>
                  <a:lnTo>
                    <a:pt x="19073" y="11792"/>
                  </a:lnTo>
                  <a:lnTo>
                    <a:pt x="18852" y="10970"/>
                  </a:lnTo>
                  <a:lnTo>
                    <a:pt x="18591" y="10148"/>
                  </a:lnTo>
                  <a:lnTo>
                    <a:pt x="18311" y="9346"/>
                  </a:lnTo>
                  <a:lnTo>
                    <a:pt x="18010" y="8544"/>
                  </a:lnTo>
                  <a:lnTo>
                    <a:pt x="17669" y="7761"/>
                  </a:lnTo>
                  <a:lnTo>
                    <a:pt x="17288" y="6999"/>
                  </a:lnTo>
                  <a:lnTo>
                    <a:pt x="16887" y="6237"/>
                  </a:lnTo>
                  <a:lnTo>
                    <a:pt x="16466" y="5515"/>
                  </a:lnTo>
                  <a:lnTo>
                    <a:pt x="16004" y="4813"/>
                  </a:lnTo>
                  <a:lnTo>
                    <a:pt x="15503" y="4132"/>
                  </a:lnTo>
                  <a:lnTo>
                    <a:pt x="15242" y="3811"/>
                  </a:lnTo>
                  <a:lnTo>
                    <a:pt x="14982" y="3490"/>
                  </a:lnTo>
                  <a:lnTo>
                    <a:pt x="14701" y="3169"/>
                  </a:lnTo>
                  <a:lnTo>
                    <a:pt x="14420" y="2868"/>
                  </a:lnTo>
                  <a:lnTo>
                    <a:pt x="14119" y="2587"/>
                  </a:lnTo>
                  <a:lnTo>
                    <a:pt x="13818" y="2307"/>
                  </a:lnTo>
                  <a:lnTo>
                    <a:pt x="13518" y="2046"/>
                  </a:lnTo>
                  <a:lnTo>
                    <a:pt x="13197" y="1785"/>
                  </a:lnTo>
                  <a:lnTo>
                    <a:pt x="12796" y="1504"/>
                  </a:lnTo>
                  <a:lnTo>
                    <a:pt x="12415" y="1244"/>
                  </a:lnTo>
                  <a:lnTo>
                    <a:pt x="12014" y="1023"/>
                  </a:lnTo>
                  <a:lnTo>
                    <a:pt x="11612" y="823"/>
                  </a:lnTo>
                  <a:lnTo>
                    <a:pt x="11191" y="622"/>
                  </a:lnTo>
                  <a:lnTo>
                    <a:pt x="10770" y="482"/>
                  </a:lnTo>
                  <a:lnTo>
                    <a:pt x="10329" y="341"/>
                  </a:lnTo>
                  <a:lnTo>
                    <a:pt x="9908" y="221"/>
                  </a:lnTo>
                  <a:lnTo>
                    <a:pt x="9467" y="141"/>
                  </a:lnTo>
                  <a:lnTo>
                    <a:pt x="9025" y="61"/>
                  </a:lnTo>
                  <a:lnTo>
                    <a:pt x="8584" y="20"/>
                  </a:lnTo>
                  <a:lnTo>
                    <a:pt x="812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6" name="Google Shape;7506;p36"/>
            <p:cNvSpPr/>
            <p:nvPr/>
          </p:nvSpPr>
          <p:spPr>
            <a:xfrm>
              <a:off x="9935725" y="4378800"/>
              <a:ext cx="500900" cy="650300"/>
            </a:xfrm>
            <a:custGeom>
              <a:avLst/>
              <a:gdLst/>
              <a:ahLst/>
              <a:cxnLst/>
              <a:rect l="l" t="t" r="r" b="b"/>
              <a:pathLst>
                <a:path w="20036" h="26012" fill="none" extrusionOk="0">
                  <a:moveTo>
                    <a:pt x="19394" y="23043"/>
                  </a:moveTo>
                  <a:lnTo>
                    <a:pt x="19394" y="23043"/>
                  </a:lnTo>
                  <a:lnTo>
                    <a:pt x="19133" y="23484"/>
                  </a:lnTo>
                  <a:lnTo>
                    <a:pt x="18852" y="23905"/>
                  </a:lnTo>
                  <a:lnTo>
                    <a:pt x="18551" y="24266"/>
                  </a:lnTo>
                  <a:lnTo>
                    <a:pt x="18230" y="24587"/>
                  </a:lnTo>
                  <a:lnTo>
                    <a:pt x="18230" y="24587"/>
                  </a:lnTo>
                  <a:lnTo>
                    <a:pt x="18030" y="24788"/>
                  </a:lnTo>
                  <a:lnTo>
                    <a:pt x="17829" y="24968"/>
                  </a:lnTo>
                  <a:lnTo>
                    <a:pt x="17609" y="25129"/>
                  </a:lnTo>
                  <a:lnTo>
                    <a:pt x="17388" y="25269"/>
                  </a:lnTo>
                  <a:lnTo>
                    <a:pt x="17388" y="25269"/>
                  </a:lnTo>
                  <a:lnTo>
                    <a:pt x="17147" y="25409"/>
                  </a:lnTo>
                  <a:lnTo>
                    <a:pt x="17147" y="25409"/>
                  </a:lnTo>
                  <a:lnTo>
                    <a:pt x="16787" y="25590"/>
                  </a:lnTo>
                  <a:lnTo>
                    <a:pt x="16446" y="25730"/>
                  </a:lnTo>
                  <a:lnTo>
                    <a:pt x="16085" y="25851"/>
                  </a:lnTo>
                  <a:lnTo>
                    <a:pt x="15704" y="25931"/>
                  </a:lnTo>
                  <a:lnTo>
                    <a:pt x="15343" y="25991"/>
                  </a:lnTo>
                  <a:lnTo>
                    <a:pt x="14962" y="26011"/>
                  </a:lnTo>
                  <a:lnTo>
                    <a:pt x="14601" y="26011"/>
                  </a:lnTo>
                  <a:lnTo>
                    <a:pt x="14220" y="25991"/>
                  </a:lnTo>
                  <a:lnTo>
                    <a:pt x="14220" y="25991"/>
                  </a:lnTo>
                  <a:lnTo>
                    <a:pt x="14179" y="25991"/>
                  </a:lnTo>
                  <a:lnTo>
                    <a:pt x="14159" y="25991"/>
                  </a:lnTo>
                  <a:lnTo>
                    <a:pt x="14159" y="25991"/>
                  </a:lnTo>
                  <a:lnTo>
                    <a:pt x="13818" y="25931"/>
                  </a:lnTo>
                  <a:lnTo>
                    <a:pt x="13818" y="25931"/>
                  </a:lnTo>
                  <a:lnTo>
                    <a:pt x="13818" y="25931"/>
                  </a:lnTo>
                  <a:lnTo>
                    <a:pt x="13397" y="25831"/>
                  </a:lnTo>
                  <a:lnTo>
                    <a:pt x="12996" y="25710"/>
                  </a:lnTo>
                  <a:lnTo>
                    <a:pt x="12996" y="25710"/>
                  </a:lnTo>
                  <a:lnTo>
                    <a:pt x="12615" y="25550"/>
                  </a:lnTo>
                  <a:lnTo>
                    <a:pt x="12254" y="25369"/>
                  </a:lnTo>
                  <a:lnTo>
                    <a:pt x="11893" y="25169"/>
                  </a:lnTo>
                  <a:lnTo>
                    <a:pt x="11552" y="24948"/>
                  </a:lnTo>
                  <a:lnTo>
                    <a:pt x="11231" y="24688"/>
                  </a:lnTo>
                  <a:lnTo>
                    <a:pt x="10931" y="24407"/>
                  </a:lnTo>
                  <a:lnTo>
                    <a:pt x="10630" y="24126"/>
                  </a:lnTo>
                  <a:lnTo>
                    <a:pt x="10369" y="23805"/>
                  </a:lnTo>
                  <a:lnTo>
                    <a:pt x="10128" y="23464"/>
                  </a:lnTo>
                  <a:lnTo>
                    <a:pt x="9928" y="23103"/>
                  </a:lnTo>
                  <a:lnTo>
                    <a:pt x="9727" y="22722"/>
                  </a:lnTo>
                  <a:lnTo>
                    <a:pt x="9567" y="22321"/>
                  </a:lnTo>
                  <a:lnTo>
                    <a:pt x="9447" y="21920"/>
                  </a:lnTo>
                  <a:lnTo>
                    <a:pt x="9346" y="21499"/>
                  </a:lnTo>
                  <a:lnTo>
                    <a:pt x="9286" y="21058"/>
                  </a:lnTo>
                  <a:lnTo>
                    <a:pt x="9266" y="20596"/>
                  </a:lnTo>
                  <a:lnTo>
                    <a:pt x="9266" y="20596"/>
                  </a:lnTo>
                  <a:lnTo>
                    <a:pt x="9266" y="19975"/>
                  </a:lnTo>
                  <a:lnTo>
                    <a:pt x="9286" y="19353"/>
                  </a:lnTo>
                  <a:lnTo>
                    <a:pt x="9346" y="18110"/>
                  </a:lnTo>
                  <a:lnTo>
                    <a:pt x="9427" y="16886"/>
                  </a:lnTo>
                  <a:lnTo>
                    <a:pt x="9527" y="15703"/>
                  </a:lnTo>
                  <a:lnTo>
                    <a:pt x="9627" y="14520"/>
                  </a:lnTo>
                  <a:lnTo>
                    <a:pt x="9687" y="13337"/>
                  </a:lnTo>
                  <a:lnTo>
                    <a:pt x="9727" y="12194"/>
                  </a:lnTo>
                  <a:lnTo>
                    <a:pt x="9707" y="11612"/>
                  </a:lnTo>
                  <a:lnTo>
                    <a:pt x="9707" y="11050"/>
                  </a:lnTo>
                  <a:lnTo>
                    <a:pt x="9707" y="11050"/>
                  </a:lnTo>
                  <a:lnTo>
                    <a:pt x="9667" y="10529"/>
                  </a:lnTo>
                  <a:lnTo>
                    <a:pt x="9607" y="9967"/>
                  </a:lnTo>
                  <a:lnTo>
                    <a:pt x="9527" y="9406"/>
                  </a:lnTo>
                  <a:lnTo>
                    <a:pt x="9427" y="8824"/>
                  </a:lnTo>
                  <a:lnTo>
                    <a:pt x="9286" y="8263"/>
                  </a:lnTo>
                  <a:lnTo>
                    <a:pt x="9106" y="7721"/>
                  </a:lnTo>
                  <a:lnTo>
                    <a:pt x="8905" y="7200"/>
                  </a:lnTo>
                  <a:lnTo>
                    <a:pt x="8785" y="6939"/>
                  </a:lnTo>
                  <a:lnTo>
                    <a:pt x="8664" y="6699"/>
                  </a:lnTo>
                  <a:lnTo>
                    <a:pt x="8524" y="6478"/>
                  </a:lnTo>
                  <a:lnTo>
                    <a:pt x="8384" y="6237"/>
                  </a:lnTo>
                  <a:lnTo>
                    <a:pt x="8223" y="6037"/>
                  </a:lnTo>
                  <a:lnTo>
                    <a:pt x="8043" y="5836"/>
                  </a:lnTo>
                  <a:lnTo>
                    <a:pt x="7862" y="5656"/>
                  </a:lnTo>
                  <a:lnTo>
                    <a:pt x="7662" y="5475"/>
                  </a:lnTo>
                  <a:lnTo>
                    <a:pt x="7461" y="5335"/>
                  </a:lnTo>
                  <a:lnTo>
                    <a:pt x="7241" y="5195"/>
                  </a:lnTo>
                  <a:lnTo>
                    <a:pt x="7000" y="5074"/>
                  </a:lnTo>
                  <a:lnTo>
                    <a:pt x="6759" y="4974"/>
                  </a:lnTo>
                  <a:lnTo>
                    <a:pt x="6499" y="4894"/>
                  </a:lnTo>
                  <a:lnTo>
                    <a:pt x="6218" y="4834"/>
                  </a:lnTo>
                  <a:lnTo>
                    <a:pt x="5937" y="4793"/>
                  </a:lnTo>
                  <a:lnTo>
                    <a:pt x="5636" y="4773"/>
                  </a:lnTo>
                  <a:lnTo>
                    <a:pt x="5315" y="4793"/>
                  </a:lnTo>
                  <a:lnTo>
                    <a:pt x="4974" y="4813"/>
                  </a:lnTo>
                  <a:lnTo>
                    <a:pt x="4974" y="4813"/>
                  </a:lnTo>
                  <a:lnTo>
                    <a:pt x="4714" y="4874"/>
                  </a:lnTo>
                  <a:lnTo>
                    <a:pt x="4433" y="4934"/>
                  </a:lnTo>
                  <a:lnTo>
                    <a:pt x="4172" y="4994"/>
                  </a:lnTo>
                  <a:lnTo>
                    <a:pt x="3912" y="5094"/>
                  </a:lnTo>
                  <a:lnTo>
                    <a:pt x="3410" y="5275"/>
                  </a:lnTo>
                  <a:lnTo>
                    <a:pt x="2909" y="5515"/>
                  </a:lnTo>
                  <a:lnTo>
                    <a:pt x="2909" y="5515"/>
                  </a:lnTo>
                  <a:lnTo>
                    <a:pt x="2588" y="5696"/>
                  </a:lnTo>
                  <a:lnTo>
                    <a:pt x="2227" y="5916"/>
                  </a:lnTo>
                  <a:lnTo>
                    <a:pt x="2046" y="5997"/>
                  </a:lnTo>
                  <a:lnTo>
                    <a:pt x="1866" y="6077"/>
                  </a:lnTo>
                  <a:lnTo>
                    <a:pt x="1685" y="6137"/>
                  </a:lnTo>
                  <a:lnTo>
                    <a:pt x="1505" y="6137"/>
                  </a:lnTo>
                  <a:lnTo>
                    <a:pt x="1505" y="6137"/>
                  </a:lnTo>
                  <a:lnTo>
                    <a:pt x="1365" y="6117"/>
                  </a:lnTo>
                  <a:lnTo>
                    <a:pt x="1244" y="6077"/>
                  </a:lnTo>
                  <a:lnTo>
                    <a:pt x="1104" y="6037"/>
                  </a:lnTo>
                  <a:lnTo>
                    <a:pt x="1004" y="5957"/>
                  </a:lnTo>
                  <a:lnTo>
                    <a:pt x="1004" y="5957"/>
                  </a:lnTo>
                  <a:lnTo>
                    <a:pt x="863" y="5856"/>
                  </a:lnTo>
                  <a:lnTo>
                    <a:pt x="743" y="5736"/>
                  </a:lnTo>
                  <a:lnTo>
                    <a:pt x="743" y="5736"/>
                  </a:lnTo>
                  <a:lnTo>
                    <a:pt x="582" y="5495"/>
                  </a:lnTo>
                  <a:lnTo>
                    <a:pt x="422" y="5255"/>
                  </a:lnTo>
                  <a:lnTo>
                    <a:pt x="282" y="4994"/>
                  </a:lnTo>
                  <a:lnTo>
                    <a:pt x="181" y="4733"/>
                  </a:lnTo>
                  <a:lnTo>
                    <a:pt x="181" y="4733"/>
                  </a:lnTo>
                  <a:lnTo>
                    <a:pt x="101" y="4533"/>
                  </a:lnTo>
                  <a:lnTo>
                    <a:pt x="101" y="4533"/>
                  </a:lnTo>
                  <a:lnTo>
                    <a:pt x="1" y="4292"/>
                  </a:lnTo>
                  <a:lnTo>
                    <a:pt x="1" y="4292"/>
                  </a:lnTo>
                  <a:lnTo>
                    <a:pt x="1" y="4252"/>
                  </a:lnTo>
                  <a:lnTo>
                    <a:pt x="1" y="4252"/>
                  </a:lnTo>
                  <a:lnTo>
                    <a:pt x="1" y="4172"/>
                  </a:lnTo>
                  <a:lnTo>
                    <a:pt x="1" y="4092"/>
                  </a:lnTo>
                  <a:lnTo>
                    <a:pt x="41" y="4031"/>
                  </a:lnTo>
                  <a:lnTo>
                    <a:pt x="81" y="3991"/>
                  </a:lnTo>
                  <a:lnTo>
                    <a:pt x="141" y="3951"/>
                  </a:lnTo>
                  <a:lnTo>
                    <a:pt x="201" y="3931"/>
                  </a:lnTo>
                  <a:lnTo>
                    <a:pt x="262" y="3911"/>
                  </a:lnTo>
                  <a:lnTo>
                    <a:pt x="342" y="3911"/>
                  </a:lnTo>
                  <a:lnTo>
                    <a:pt x="342" y="3911"/>
                  </a:lnTo>
                  <a:lnTo>
                    <a:pt x="623" y="3530"/>
                  </a:lnTo>
                  <a:lnTo>
                    <a:pt x="923" y="3169"/>
                  </a:lnTo>
                  <a:lnTo>
                    <a:pt x="1224" y="2828"/>
                  </a:lnTo>
                  <a:lnTo>
                    <a:pt x="1565" y="2507"/>
                  </a:lnTo>
                  <a:lnTo>
                    <a:pt x="1906" y="2186"/>
                  </a:lnTo>
                  <a:lnTo>
                    <a:pt x="2267" y="1906"/>
                  </a:lnTo>
                  <a:lnTo>
                    <a:pt x="2628" y="1645"/>
                  </a:lnTo>
                  <a:lnTo>
                    <a:pt x="3009" y="1384"/>
                  </a:lnTo>
                  <a:lnTo>
                    <a:pt x="3410" y="1164"/>
                  </a:lnTo>
                  <a:lnTo>
                    <a:pt x="3811" y="943"/>
                  </a:lnTo>
                  <a:lnTo>
                    <a:pt x="4212" y="762"/>
                  </a:lnTo>
                  <a:lnTo>
                    <a:pt x="4633" y="602"/>
                  </a:lnTo>
                  <a:lnTo>
                    <a:pt x="5055" y="442"/>
                  </a:lnTo>
                  <a:lnTo>
                    <a:pt x="5476" y="321"/>
                  </a:lnTo>
                  <a:lnTo>
                    <a:pt x="5917" y="221"/>
                  </a:lnTo>
                  <a:lnTo>
                    <a:pt x="6358" y="121"/>
                  </a:lnTo>
                  <a:lnTo>
                    <a:pt x="6799" y="61"/>
                  </a:lnTo>
                  <a:lnTo>
                    <a:pt x="7241" y="20"/>
                  </a:lnTo>
                  <a:lnTo>
                    <a:pt x="7682" y="0"/>
                  </a:lnTo>
                  <a:lnTo>
                    <a:pt x="8123" y="0"/>
                  </a:lnTo>
                  <a:lnTo>
                    <a:pt x="8584" y="20"/>
                  </a:lnTo>
                  <a:lnTo>
                    <a:pt x="9025" y="61"/>
                  </a:lnTo>
                  <a:lnTo>
                    <a:pt x="9467" y="141"/>
                  </a:lnTo>
                  <a:lnTo>
                    <a:pt x="9908" y="221"/>
                  </a:lnTo>
                  <a:lnTo>
                    <a:pt x="10329" y="341"/>
                  </a:lnTo>
                  <a:lnTo>
                    <a:pt x="10770" y="482"/>
                  </a:lnTo>
                  <a:lnTo>
                    <a:pt x="11191" y="622"/>
                  </a:lnTo>
                  <a:lnTo>
                    <a:pt x="11612" y="823"/>
                  </a:lnTo>
                  <a:lnTo>
                    <a:pt x="12014" y="1023"/>
                  </a:lnTo>
                  <a:lnTo>
                    <a:pt x="12415" y="1244"/>
                  </a:lnTo>
                  <a:lnTo>
                    <a:pt x="12796" y="1504"/>
                  </a:lnTo>
                  <a:lnTo>
                    <a:pt x="13197" y="1785"/>
                  </a:lnTo>
                  <a:lnTo>
                    <a:pt x="13197" y="1785"/>
                  </a:lnTo>
                  <a:lnTo>
                    <a:pt x="13518" y="2046"/>
                  </a:lnTo>
                  <a:lnTo>
                    <a:pt x="13818" y="2307"/>
                  </a:lnTo>
                  <a:lnTo>
                    <a:pt x="14119" y="2587"/>
                  </a:lnTo>
                  <a:lnTo>
                    <a:pt x="14420" y="2868"/>
                  </a:lnTo>
                  <a:lnTo>
                    <a:pt x="14701" y="3169"/>
                  </a:lnTo>
                  <a:lnTo>
                    <a:pt x="14982" y="3490"/>
                  </a:lnTo>
                  <a:lnTo>
                    <a:pt x="15242" y="3811"/>
                  </a:lnTo>
                  <a:lnTo>
                    <a:pt x="15503" y="4132"/>
                  </a:lnTo>
                  <a:lnTo>
                    <a:pt x="16004" y="4813"/>
                  </a:lnTo>
                  <a:lnTo>
                    <a:pt x="16466" y="5515"/>
                  </a:lnTo>
                  <a:lnTo>
                    <a:pt x="16887" y="6237"/>
                  </a:lnTo>
                  <a:lnTo>
                    <a:pt x="17288" y="6999"/>
                  </a:lnTo>
                  <a:lnTo>
                    <a:pt x="17669" y="7761"/>
                  </a:lnTo>
                  <a:lnTo>
                    <a:pt x="18010" y="8544"/>
                  </a:lnTo>
                  <a:lnTo>
                    <a:pt x="18311" y="9346"/>
                  </a:lnTo>
                  <a:lnTo>
                    <a:pt x="18591" y="10148"/>
                  </a:lnTo>
                  <a:lnTo>
                    <a:pt x="18852" y="10970"/>
                  </a:lnTo>
                  <a:lnTo>
                    <a:pt x="19073" y="11792"/>
                  </a:lnTo>
                  <a:lnTo>
                    <a:pt x="19273" y="12595"/>
                  </a:lnTo>
                  <a:lnTo>
                    <a:pt x="19454" y="13417"/>
                  </a:lnTo>
                  <a:lnTo>
                    <a:pt x="19594" y="14219"/>
                  </a:lnTo>
                  <a:lnTo>
                    <a:pt x="19735" y="15001"/>
                  </a:lnTo>
                  <a:lnTo>
                    <a:pt x="19835" y="15783"/>
                  </a:lnTo>
                  <a:lnTo>
                    <a:pt x="19915" y="16545"/>
                  </a:lnTo>
                  <a:lnTo>
                    <a:pt x="19975" y="17287"/>
                  </a:lnTo>
                  <a:lnTo>
                    <a:pt x="20015" y="17989"/>
                  </a:lnTo>
                  <a:lnTo>
                    <a:pt x="20035" y="18671"/>
                  </a:lnTo>
                  <a:lnTo>
                    <a:pt x="20035" y="19333"/>
                  </a:lnTo>
                  <a:lnTo>
                    <a:pt x="20015" y="19955"/>
                  </a:lnTo>
                  <a:lnTo>
                    <a:pt x="19975" y="20536"/>
                  </a:lnTo>
                  <a:lnTo>
                    <a:pt x="19915" y="21078"/>
                  </a:lnTo>
                  <a:lnTo>
                    <a:pt x="19835" y="21579"/>
                  </a:lnTo>
                  <a:lnTo>
                    <a:pt x="19755" y="22020"/>
                  </a:lnTo>
                  <a:lnTo>
                    <a:pt x="19654" y="22421"/>
                  </a:lnTo>
                  <a:lnTo>
                    <a:pt x="19534" y="22762"/>
                  </a:lnTo>
                  <a:lnTo>
                    <a:pt x="19394" y="2304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7" name="Google Shape;7507;p36"/>
            <p:cNvSpPr/>
            <p:nvPr/>
          </p:nvSpPr>
          <p:spPr>
            <a:xfrm>
              <a:off x="9969325" y="4403375"/>
              <a:ext cx="438225" cy="607175"/>
            </a:xfrm>
            <a:custGeom>
              <a:avLst/>
              <a:gdLst/>
              <a:ahLst/>
              <a:cxnLst/>
              <a:rect l="l" t="t" r="r" b="b"/>
              <a:pathLst>
                <a:path w="17529" h="24287" extrusionOk="0">
                  <a:moveTo>
                    <a:pt x="5856" y="0"/>
                  </a:moveTo>
                  <a:lnTo>
                    <a:pt x="5536" y="20"/>
                  </a:lnTo>
                  <a:lnTo>
                    <a:pt x="4874" y="100"/>
                  </a:lnTo>
                  <a:lnTo>
                    <a:pt x="4212" y="221"/>
                  </a:lnTo>
                  <a:lnTo>
                    <a:pt x="3570" y="381"/>
                  </a:lnTo>
                  <a:lnTo>
                    <a:pt x="2949" y="582"/>
                  </a:lnTo>
                  <a:lnTo>
                    <a:pt x="2327" y="822"/>
                  </a:lnTo>
                  <a:lnTo>
                    <a:pt x="1725" y="1103"/>
                  </a:lnTo>
                  <a:lnTo>
                    <a:pt x="1124" y="1424"/>
                  </a:lnTo>
                  <a:lnTo>
                    <a:pt x="562" y="1765"/>
                  </a:lnTo>
                  <a:lnTo>
                    <a:pt x="1" y="2146"/>
                  </a:lnTo>
                  <a:lnTo>
                    <a:pt x="382" y="2306"/>
                  </a:lnTo>
                  <a:lnTo>
                    <a:pt x="983" y="1905"/>
                  </a:lnTo>
                  <a:lnTo>
                    <a:pt x="1605" y="1544"/>
                  </a:lnTo>
                  <a:lnTo>
                    <a:pt x="2247" y="1223"/>
                  </a:lnTo>
                  <a:lnTo>
                    <a:pt x="2588" y="1083"/>
                  </a:lnTo>
                  <a:lnTo>
                    <a:pt x="2908" y="963"/>
                  </a:lnTo>
                  <a:lnTo>
                    <a:pt x="3249" y="842"/>
                  </a:lnTo>
                  <a:lnTo>
                    <a:pt x="3590" y="722"/>
                  </a:lnTo>
                  <a:lnTo>
                    <a:pt x="3951" y="622"/>
                  </a:lnTo>
                  <a:lnTo>
                    <a:pt x="4312" y="542"/>
                  </a:lnTo>
                  <a:lnTo>
                    <a:pt x="4673" y="481"/>
                  </a:lnTo>
                  <a:lnTo>
                    <a:pt x="5034" y="421"/>
                  </a:lnTo>
                  <a:lnTo>
                    <a:pt x="5395" y="381"/>
                  </a:lnTo>
                  <a:lnTo>
                    <a:pt x="5776" y="341"/>
                  </a:lnTo>
                  <a:lnTo>
                    <a:pt x="6518" y="341"/>
                  </a:lnTo>
                  <a:lnTo>
                    <a:pt x="6819" y="361"/>
                  </a:lnTo>
                  <a:lnTo>
                    <a:pt x="7421" y="421"/>
                  </a:lnTo>
                  <a:lnTo>
                    <a:pt x="8002" y="542"/>
                  </a:lnTo>
                  <a:lnTo>
                    <a:pt x="8584" y="702"/>
                  </a:lnTo>
                  <a:lnTo>
                    <a:pt x="9125" y="903"/>
                  </a:lnTo>
                  <a:lnTo>
                    <a:pt x="9667" y="1143"/>
                  </a:lnTo>
                  <a:lnTo>
                    <a:pt x="10168" y="1424"/>
                  </a:lnTo>
                  <a:lnTo>
                    <a:pt x="10670" y="1745"/>
                  </a:lnTo>
                  <a:lnTo>
                    <a:pt x="11131" y="2086"/>
                  </a:lnTo>
                  <a:lnTo>
                    <a:pt x="11572" y="2467"/>
                  </a:lnTo>
                  <a:lnTo>
                    <a:pt x="12013" y="2868"/>
                  </a:lnTo>
                  <a:lnTo>
                    <a:pt x="12414" y="3309"/>
                  </a:lnTo>
                  <a:lnTo>
                    <a:pt x="12795" y="3770"/>
                  </a:lnTo>
                  <a:lnTo>
                    <a:pt x="13156" y="4272"/>
                  </a:lnTo>
                  <a:lnTo>
                    <a:pt x="13477" y="4793"/>
                  </a:lnTo>
                  <a:lnTo>
                    <a:pt x="13798" y="5315"/>
                  </a:lnTo>
                  <a:lnTo>
                    <a:pt x="14079" y="5876"/>
                  </a:lnTo>
                  <a:lnTo>
                    <a:pt x="14360" y="6458"/>
                  </a:lnTo>
                  <a:lnTo>
                    <a:pt x="14620" y="7039"/>
                  </a:lnTo>
                  <a:lnTo>
                    <a:pt x="14861" y="7621"/>
                  </a:lnTo>
                  <a:lnTo>
                    <a:pt x="15082" y="8222"/>
                  </a:lnTo>
                  <a:lnTo>
                    <a:pt x="15282" y="8844"/>
                  </a:lnTo>
                  <a:lnTo>
                    <a:pt x="15483" y="9446"/>
                  </a:lnTo>
                  <a:lnTo>
                    <a:pt x="15683" y="10067"/>
                  </a:lnTo>
                  <a:lnTo>
                    <a:pt x="15844" y="10709"/>
                  </a:lnTo>
                  <a:lnTo>
                    <a:pt x="16004" y="11331"/>
                  </a:lnTo>
                  <a:lnTo>
                    <a:pt x="16305" y="12594"/>
                  </a:lnTo>
                  <a:lnTo>
                    <a:pt x="16546" y="13858"/>
                  </a:lnTo>
                  <a:lnTo>
                    <a:pt x="16766" y="15101"/>
                  </a:lnTo>
                  <a:lnTo>
                    <a:pt x="16886" y="15743"/>
                  </a:lnTo>
                  <a:lnTo>
                    <a:pt x="16967" y="16405"/>
                  </a:lnTo>
                  <a:lnTo>
                    <a:pt x="17047" y="17066"/>
                  </a:lnTo>
                  <a:lnTo>
                    <a:pt x="17107" y="17728"/>
                  </a:lnTo>
                  <a:lnTo>
                    <a:pt x="17147" y="18390"/>
                  </a:lnTo>
                  <a:lnTo>
                    <a:pt x="17187" y="19052"/>
                  </a:lnTo>
                  <a:lnTo>
                    <a:pt x="17187" y="19714"/>
                  </a:lnTo>
                  <a:lnTo>
                    <a:pt x="17187" y="20375"/>
                  </a:lnTo>
                  <a:lnTo>
                    <a:pt x="17167" y="20917"/>
                  </a:lnTo>
                  <a:lnTo>
                    <a:pt x="17107" y="21438"/>
                  </a:lnTo>
                  <a:lnTo>
                    <a:pt x="17027" y="21960"/>
                  </a:lnTo>
                  <a:lnTo>
                    <a:pt x="16927" y="22461"/>
                  </a:lnTo>
                  <a:lnTo>
                    <a:pt x="16786" y="22963"/>
                  </a:lnTo>
                  <a:lnTo>
                    <a:pt x="16686" y="23203"/>
                  </a:lnTo>
                  <a:lnTo>
                    <a:pt x="16586" y="23444"/>
                  </a:lnTo>
                  <a:lnTo>
                    <a:pt x="16465" y="23664"/>
                  </a:lnTo>
                  <a:lnTo>
                    <a:pt x="16345" y="23885"/>
                  </a:lnTo>
                  <a:lnTo>
                    <a:pt x="16205" y="24086"/>
                  </a:lnTo>
                  <a:lnTo>
                    <a:pt x="16044" y="24286"/>
                  </a:lnTo>
                  <a:lnTo>
                    <a:pt x="16044" y="24286"/>
                  </a:lnTo>
                  <a:lnTo>
                    <a:pt x="16265" y="24146"/>
                  </a:lnTo>
                  <a:lnTo>
                    <a:pt x="16485" y="23985"/>
                  </a:lnTo>
                  <a:lnTo>
                    <a:pt x="16686" y="23805"/>
                  </a:lnTo>
                  <a:lnTo>
                    <a:pt x="16886" y="23604"/>
                  </a:lnTo>
                  <a:lnTo>
                    <a:pt x="17007" y="23344"/>
                  </a:lnTo>
                  <a:lnTo>
                    <a:pt x="17107" y="23063"/>
                  </a:lnTo>
                  <a:lnTo>
                    <a:pt x="17207" y="22782"/>
                  </a:lnTo>
                  <a:lnTo>
                    <a:pt x="17288" y="22481"/>
                  </a:lnTo>
                  <a:lnTo>
                    <a:pt x="17348" y="22180"/>
                  </a:lnTo>
                  <a:lnTo>
                    <a:pt x="17408" y="21880"/>
                  </a:lnTo>
                  <a:lnTo>
                    <a:pt x="17468" y="21278"/>
                  </a:lnTo>
                  <a:lnTo>
                    <a:pt x="17528" y="20656"/>
                  </a:lnTo>
                  <a:lnTo>
                    <a:pt x="17528" y="20035"/>
                  </a:lnTo>
                  <a:lnTo>
                    <a:pt x="17528" y="19433"/>
                  </a:lnTo>
                  <a:lnTo>
                    <a:pt x="17508" y="18851"/>
                  </a:lnTo>
                  <a:lnTo>
                    <a:pt x="17488" y="18250"/>
                  </a:lnTo>
                  <a:lnTo>
                    <a:pt x="17448" y="17648"/>
                  </a:lnTo>
                  <a:lnTo>
                    <a:pt x="17388" y="17046"/>
                  </a:lnTo>
                  <a:lnTo>
                    <a:pt x="17328" y="16465"/>
                  </a:lnTo>
                  <a:lnTo>
                    <a:pt x="17147" y="15262"/>
                  </a:lnTo>
                  <a:lnTo>
                    <a:pt x="16947" y="14078"/>
                  </a:lnTo>
                  <a:lnTo>
                    <a:pt x="16686" y="12915"/>
                  </a:lnTo>
                  <a:lnTo>
                    <a:pt x="16405" y="11752"/>
                  </a:lnTo>
                  <a:lnTo>
                    <a:pt x="16104" y="10589"/>
                  </a:lnTo>
                  <a:lnTo>
                    <a:pt x="15763" y="9426"/>
                  </a:lnTo>
                  <a:lnTo>
                    <a:pt x="15463" y="8443"/>
                  </a:lnTo>
                  <a:lnTo>
                    <a:pt x="15122" y="7460"/>
                  </a:lnTo>
                  <a:lnTo>
                    <a:pt x="14921" y="6979"/>
                  </a:lnTo>
                  <a:lnTo>
                    <a:pt x="14741" y="6498"/>
                  </a:lnTo>
                  <a:lnTo>
                    <a:pt x="14520" y="6016"/>
                  </a:lnTo>
                  <a:lnTo>
                    <a:pt x="14299" y="5555"/>
                  </a:lnTo>
                  <a:lnTo>
                    <a:pt x="14059" y="5094"/>
                  </a:lnTo>
                  <a:lnTo>
                    <a:pt x="13798" y="4653"/>
                  </a:lnTo>
                  <a:lnTo>
                    <a:pt x="13517" y="4212"/>
                  </a:lnTo>
                  <a:lnTo>
                    <a:pt x="13237" y="3790"/>
                  </a:lnTo>
                  <a:lnTo>
                    <a:pt x="12916" y="3369"/>
                  </a:lnTo>
                  <a:lnTo>
                    <a:pt x="12595" y="2968"/>
                  </a:lnTo>
                  <a:lnTo>
                    <a:pt x="12234" y="2587"/>
                  </a:lnTo>
                  <a:lnTo>
                    <a:pt x="11853" y="2226"/>
                  </a:lnTo>
                  <a:lnTo>
                    <a:pt x="11572" y="1945"/>
                  </a:lnTo>
                  <a:lnTo>
                    <a:pt x="11251" y="1705"/>
                  </a:lnTo>
                  <a:lnTo>
                    <a:pt x="10930" y="1464"/>
                  </a:lnTo>
                  <a:lnTo>
                    <a:pt x="10609" y="1263"/>
                  </a:lnTo>
                  <a:lnTo>
                    <a:pt x="10268" y="1063"/>
                  </a:lnTo>
                  <a:lnTo>
                    <a:pt x="9928" y="882"/>
                  </a:lnTo>
                  <a:lnTo>
                    <a:pt x="9587" y="702"/>
                  </a:lnTo>
                  <a:lnTo>
                    <a:pt x="9226" y="562"/>
                  </a:lnTo>
                  <a:lnTo>
                    <a:pt x="8865" y="421"/>
                  </a:lnTo>
                  <a:lnTo>
                    <a:pt x="8484" y="321"/>
                  </a:lnTo>
                  <a:lnTo>
                    <a:pt x="8123" y="221"/>
                  </a:lnTo>
                  <a:lnTo>
                    <a:pt x="7742" y="140"/>
                  </a:lnTo>
                  <a:lnTo>
                    <a:pt x="7361" y="80"/>
                  </a:lnTo>
                  <a:lnTo>
                    <a:pt x="6980" y="40"/>
                  </a:lnTo>
                  <a:lnTo>
                    <a:pt x="6578" y="20"/>
                  </a:lnTo>
                  <a:lnTo>
                    <a:pt x="619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8" name="Google Shape;7508;p36"/>
            <p:cNvSpPr/>
            <p:nvPr/>
          </p:nvSpPr>
          <p:spPr>
            <a:xfrm>
              <a:off x="10290200" y="5028575"/>
              <a:ext cx="1525" cy="525"/>
            </a:xfrm>
            <a:custGeom>
              <a:avLst/>
              <a:gdLst/>
              <a:ahLst/>
              <a:cxnLst/>
              <a:rect l="l" t="t" r="r" b="b"/>
              <a:pathLst>
                <a:path w="61" h="21" extrusionOk="0">
                  <a:moveTo>
                    <a:pt x="0" y="0"/>
                  </a:moveTo>
                  <a:lnTo>
                    <a:pt x="61" y="20"/>
                  </a:lnTo>
                  <a:lnTo>
                    <a:pt x="41" y="0"/>
                  </a:lnTo>
                  <a:close/>
                </a:path>
              </a:pathLst>
            </a:custGeom>
            <a:solidFill>
              <a:srgbClr val="DEDAD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9" name="Google Shape;7509;p36"/>
            <p:cNvSpPr/>
            <p:nvPr/>
          </p:nvSpPr>
          <p:spPr>
            <a:xfrm>
              <a:off x="10290200" y="5028575"/>
              <a:ext cx="1525" cy="525"/>
            </a:xfrm>
            <a:custGeom>
              <a:avLst/>
              <a:gdLst/>
              <a:ahLst/>
              <a:cxnLst/>
              <a:rect l="l" t="t" r="r" b="b"/>
              <a:pathLst>
                <a:path w="61" h="21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61" y="20"/>
                  </a:lnTo>
                  <a:lnTo>
                    <a:pt x="61" y="20"/>
                  </a:lnTo>
                  <a:lnTo>
                    <a:pt x="41" y="0"/>
                  </a:lnTo>
                  <a:lnTo>
                    <a:pt x="41" y="0"/>
                  </a:lnTo>
                  <a:lnTo>
                    <a:pt x="41" y="0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0" name="Google Shape;7510;p36"/>
            <p:cNvSpPr/>
            <p:nvPr/>
          </p:nvSpPr>
          <p:spPr>
            <a:xfrm>
              <a:off x="10217500" y="4514175"/>
              <a:ext cx="54675" cy="468800"/>
            </a:xfrm>
            <a:custGeom>
              <a:avLst/>
              <a:gdLst/>
              <a:ahLst/>
              <a:cxnLst/>
              <a:rect l="l" t="t" r="r" b="b"/>
              <a:pathLst>
                <a:path w="2187" h="18752" extrusionOk="0">
                  <a:moveTo>
                    <a:pt x="1" y="0"/>
                  </a:moveTo>
                  <a:lnTo>
                    <a:pt x="321" y="461"/>
                  </a:lnTo>
                  <a:lnTo>
                    <a:pt x="622" y="963"/>
                  </a:lnTo>
                  <a:lnTo>
                    <a:pt x="883" y="1484"/>
                  </a:lnTo>
                  <a:lnTo>
                    <a:pt x="1124" y="2026"/>
                  </a:lnTo>
                  <a:lnTo>
                    <a:pt x="1324" y="2567"/>
                  </a:lnTo>
                  <a:lnTo>
                    <a:pt x="1505" y="3149"/>
                  </a:lnTo>
                  <a:lnTo>
                    <a:pt x="1645" y="3730"/>
                  </a:lnTo>
                  <a:lnTo>
                    <a:pt x="1745" y="4332"/>
                  </a:lnTo>
                  <a:lnTo>
                    <a:pt x="1846" y="4934"/>
                  </a:lnTo>
                  <a:lnTo>
                    <a:pt x="1906" y="5535"/>
                  </a:lnTo>
                  <a:lnTo>
                    <a:pt x="1926" y="6137"/>
                  </a:lnTo>
                  <a:lnTo>
                    <a:pt x="1946" y="6758"/>
                  </a:lnTo>
                  <a:lnTo>
                    <a:pt x="1926" y="7360"/>
                  </a:lnTo>
                  <a:lnTo>
                    <a:pt x="1886" y="7962"/>
                  </a:lnTo>
                  <a:lnTo>
                    <a:pt x="1825" y="8543"/>
                  </a:lnTo>
                  <a:lnTo>
                    <a:pt x="1745" y="9125"/>
                  </a:lnTo>
                  <a:lnTo>
                    <a:pt x="1505" y="12975"/>
                  </a:lnTo>
                  <a:lnTo>
                    <a:pt x="1424" y="14098"/>
                  </a:lnTo>
                  <a:lnTo>
                    <a:pt x="1344" y="15222"/>
                  </a:lnTo>
                  <a:lnTo>
                    <a:pt x="1344" y="15783"/>
                  </a:lnTo>
                  <a:lnTo>
                    <a:pt x="1344" y="16345"/>
                  </a:lnTo>
                  <a:lnTo>
                    <a:pt x="1364" y="16906"/>
                  </a:lnTo>
                  <a:lnTo>
                    <a:pt x="1424" y="17468"/>
                  </a:lnTo>
                  <a:lnTo>
                    <a:pt x="1464" y="17809"/>
                  </a:lnTo>
                  <a:lnTo>
                    <a:pt x="1545" y="18170"/>
                  </a:lnTo>
                  <a:lnTo>
                    <a:pt x="1745" y="18450"/>
                  </a:lnTo>
                  <a:lnTo>
                    <a:pt x="1986" y="18751"/>
                  </a:lnTo>
                  <a:lnTo>
                    <a:pt x="1906" y="18410"/>
                  </a:lnTo>
                  <a:lnTo>
                    <a:pt x="1846" y="18089"/>
                  </a:lnTo>
                  <a:lnTo>
                    <a:pt x="1785" y="17748"/>
                  </a:lnTo>
                  <a:lnTo>
                    <a:pt x="1745" y="17407"/>
                  </a:lnTo>
                  <a:lnTo>
                    <a:pt x="1685" y="16726"/>
                  </a:lnTo>
                  <a:lnTo>
                    <a:pt x="1645" y="16024"/>
                  </a:lnTo>
                  <a:lnTo>
                    <a:pt x="1665" y="15322"/>
                  </a:lnTo>
                  <a:lnTo>
                    <a:pt x="1685" y="14640"/>
                  </a:lnTo>
                  <a:lnTo>
                    <a:pt x="1765" y="13336"/>
                  </a:lnTo>
                  <a:lnTo>
                    <a:pt x="1846" y="12213"/>
                  </a:lnTo>
                  <a:lnTo>
                    <a:pt x="1946" y="11070"/>
                  </a:lnTo>
                  <a:lnTo>
                    <a:pt x="2046" y="9927"/>
                  </a:lnTo>
                  <a:lnTo>
                    <a:pt x="2126" y="8784"/>
                  </a:lnTo>
                  <a:lnTo>
                    <a:pt x="2186" y="7641"/>
                  </a:lnTo>
                  <a:lnTo>
                    <a:pt x="2186" y="7079"/>
                  </a:lnTo>
                  <a:lnTo>
                    <a:pt x="2186" y="6498"/>
                  </a:lnTo>
                  <a:lnTo>
                    <a:pt x="2166" y="5936"/>
                  </a:lnTo>
                  <a:lnTo>
                    <a:pt x="2126" y="5375"/>
                  </a:lnTo>
                  <a:lnTo>
                    <a:pt x="2066" y="4813"/>
                  </a:lnTo>
                  <a:lnTo>
                    <a:pt x="1986" y="4252"/>
                  </a:lnTo>
                  <a:lnTo>
                    <a:pt x="1866" y="3670"/>
                  </a:lnTo>
                  <a:lnTo>
                    <a:pt x="1725" y="3089"/>
                  </a:lnTo>
                  <a:lnTo>
                    <a:pt x="1525" y="2527"/>
                  </a:lnTo>
                  <a:lnTo>
                    <a:pt x="1304" y="1965"/>
                  </a:lnTo>
                  <a:lnTo>
                    <a:pt x="1043" y="1444"/>
                  </a:lnTo>
                  <a:lnTo>
                    <a:pt x="883" y="1183"/>
                  </a:lnTo>
                  <a:lnTo>
                    <a:pt x="722" y="923"/>
                  </a:lnTo>
                  <a:lnTo>
                    <a:pt x="562" y="682"/>
                  </a:lnTo>
                  <a:lnTo>
                    <a:pt x="382" y="441"/>
                  </a:lnTo>
                  <a:lnTo>
                    <a:pt x="201" y="22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1" name="Google Shape;7511;p36"/>
            <p:cNvSpPr/>
            <p:nvPr/>
          </p:nvSpPr>
          <p:spPr>
            <a:xfrm>
              <a:off x="10289700" y="50285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fill="none" extrusionOk="0">
                  <a:moveTo>
                    <a:pt x="2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61" y="0"/>
                  </a:lnTo>
                  <a:lnTo>
                    <a:pt x="61" y="0"/>
                  </a:lnTo>
                  <a:lnTo>
                    <a:pt x="61" y="0"/>
                  </a:lnTo>
                  <a:lnTo>
                    <a:pt x="61" y="0"/>
                  </a:lnTo>
                  <a:lnTo>
                    <a:pt x="61" y="0"/>
                  </a:lnTo>
                  <a:lnTo>
                    <a:pt x="2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2" name="Google Shape;7512;p36"/>
            <p:cNvSpPr/>
            <p:nvPr/>
          </p:nvSpPr>
          <p:spPr>
            <a:xfrm>
              <a:off x="10267125" y="4982950"/>
              <a:ext cx="97300" cy="46650"/>
            </a:xfrm>
            <a:custGeom>
              <a:avLst/>
              <a:gdLst/>
              <a:ahLst/>
              <a:cxnLst/>
              <a:rect l="l" t="t" r="r" b="b"/>
              <a:pathLst>
                <a:path w="3892" h="1866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181" y="501"/>
                  </a:lnTo>
                  <a:lnTo>
                    <a:pt x="282" y="742"/>
                  </a:lnTo>
                  <a:lnTo>
                    <a:pt x="402" y="963"/>
                  </a:lnTo>
                  <a:lnTo>
                    <a:pt x="522" y="1203"/>
                  </a:lnTo>
                  <a:lnTo>
                    <a:pt x="663" y="1424"/>
                  </a:lnTo>
                  <a:lnTo>
                    <a:pt x="803" y="1625"/>
                  </a:lnTo>
                  <a:lnTo>
                    <a:pt x="964" y="1825"/>
                  </a:lnTo>
                  <a:lnTo>
                    <a:pt x="964" y="1825"/>
                  </a:lnTo>
                  <a:lnTo>
                    <a:pt x="964" y="1825"/>
                  </a:lnTo>
                  <a:lnTo>
                    <a:pt x="1244" y="1845"/>
                  </a:lnTo>
                  <a:lnTo>
                    <a:pt x="1525" y="1865"/>
                  </a:lnTo>
                  <a:lnTo>
                    <a:pt x="1525" y="1865"/>
                  </a:lnTo>
                  <a:lnTo>
                    <a:pt x="1826" y="1845"/>
                  </a:lnTo>
                  <a:lnTo>
                    <a:pt x="2127" y="1825"/>
                  </a:lnTo>
                  <a:lnTo>
                    <a:pt x="2428" y="1765"/>
                  </a:lnTo>
                  <a:lnTo>
                    <a:pt x="2728" y="1705"/>
                  </a:lnTo>
                  <a:lnTo>
                    <a:pt x="3029" y="1625"/>
                  </a:lnTo>
                  <a:lnTo>
                    <a:pt x="3310" y="1524"/>
                  </a:lnTo>
                  <a:lnTo>
                    <a:pt x="3611" y="1384"/>
                  </a:lnTo>
                  <a:lnTo>
                    <a:pt x="3891" y="1243"/>
                  </a:lnTo>
                  <a:lnTo>
                    <a:pt x="3891" y="1243"/>
                  </a:lnTo>
                  <a:lnTo>
                    <a:pt x="3470" y="1304"/>
                  </a:lnTo>
                  <a:lnTo>
                    <a:pt x="3029" y="1324"/>
                  </a:lnTo>
                  <a:lnTo>
                    <a:pt x="3029" y="1324"/>
                  </a:lnTo>
                  <a:lnTo>
                    <a:pt x="2668" y="1304"/>
                  </a:lnTo>
                  <a:lnTo>
                    <a:pt x="2287" y="1264"/>
                  </a:lnTo>
                  <a:lnTo>
                    <a:pt x="1926" y="1183"/>
                  </a:lnTo>
                  <a:lnTo>
                    <a:pt x="1565" y="1063"/>
                  </a:lnTo>
                  <a:lnTo>
                    <a:pt x="1204" y="903"/>
                  </a:lnTo>
                  <a:lnTo>
                    <a:pt x="843" y="702"/>
                  </a:lnTo>
                  <a:lnTo>
                    <a:pt x="522" y="441"/>
                  </a:lnTo>
                  <a:lnTo>
                    <a:pt x="181" y="161"/>
                  </a:lnTo>
                  <a:lnTo>
                    <a:pt x="181" y="161"/>
                  </a:lnTo>
                  <a:lnTo>
                    <a:pt x="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3" name="Google Shape;7513;p36"/>
            <p:cNvSpPr/>
            <p:nvPr/>
          </p:nvSpPr>
          <p:spPr>
            <a:xfrm>
              <a:off x="10048050" y="4477075"/>
              <a:ext cx="229650" cy="544500"/>
            </a:xfrm>
            <a:custGeom>
              <a:avLst/>
              <a:gdLst/>
              <a:ahLst/>
              <a:cxnLst/>
              <a:rect l="l" t="t" r="r" b="b"/>
              <a:pathLst>
                <a:path w="9186" h="21780" fill="none" extrusionOk="0">
                  <a:moveTo>
                    <a:pt x="2467" y="0"/>
                  </a:moveTo>
                  <a:lnTo>
                    <a:pt x="2467" y="0"/>
                  </a:lnTo>
                  <a:lnTo>
                    <a:pt x="1845" y="20"/>
                  </a:lnTo>
                  <a:lnTo>
                    <a:pt x="1243" y="80"/>
                  </a:lnTo>
                  <a:lnTo>
                    <a:pt x="622" y="201"/>
                  </a:lnTo>
                  <a:lnTo>
                    <a:pt x="0" y="341"/>
                  </a:lnTo>
                  <a:lnTo>
                    <a:pt x="0" y="341"/>
                  </a:lnTo>
                  <a:lnTo>
                    <a:pt x="381" y="301"/>
                  </a:lnTo>
                  <a:lnTo>
                    <a:pt x="742" y="301"/>
                  </a:lnTo>
                  <a:lnTo>
                    <a:pt x="742" y="301"/>
                  </a:lnTo>
                  <a:lnTo>
                    <a:pt x="1143" y="301"/>
                  </a:lnTo>
                  <a:lnTo>
                    <a:pt x="1544" y="341"/>
                  </a:lnTo>
                  <a:lnTo>
                    <a:pt x="1925" y="401"/>
                  </a:lnTo>
                  <a:lnTo>
                    <a:pt x="2326" y="481"/>
                  </a:lnTo>
                  <a:lnTo>
                    <a:pt x="2326" y="481"/>
                  </a:lnTo>
                  <a:lnTo>
                    <a:pt x="2768" y="622"/>
                  </a:lnTo>
                  <a:lnTo>
                    <a:pt x="3209" y="782"/>
                  </a:lnTo>
                  <a:lnTo>
                    <a:pt x="3610" y="963"/>
                  </a:lnTo>
                  <a:lnTo>
                    <a:pt x="3991" y="1183"/>
                  </a:lnTo>
                  <a:lnTo>
                    <a:pt x="4372" y="1404"/>
                  </a:lnTo>
                  <a:lnTo>
                    <a:pt x="4713" y="1685"/>
                  </a:lnTo>
                  <a:lnTo>
                    <a:pt x="5034" y="1965"/>
                  </a:lnTo>
                  <a:lnTo>
                    <a:pt x="5335" y="2286"/>
                  </a:lnTo>
                  <a:lnTo>
                    <a:pt x="5615" y="2607"/>
                  </a:lnTo>
                  <a:lnTo>
                    <a:pt x="5876" y="2968"/>
                  </a:lnTo>
                  <a:lnTo>
                    <a:pt x="6117" y="3329"/>
                  </a:lnTo>
                  <a:lnTo>
                    <a:pt x="6317" y="3730"/>
                  </a:lnTo>
                  <a:lnTo>
                    <a:pt x="6518" y="4131"/>
                  </a:lnTo>
                  <a:lnTo>
                    <a:pt x="6678" y="4552"/>
                  </a:lnTo>
                  <a:lnTo>
                    <a:pt x="6819" y="4974"/>
                  </a:lnTo>
                  <a:lnTo>
                    <a:pt x="6919" y="5435"/>
                  </a:lnTo>
                  <a:lnTo>
                    <a:pt x="6919" y="5435"/>
                  </a:lnTo>
                  <a:lnTo>
                    <a:pt x="7039" y="6036"/>
                  </a:lnTo>
                  <a:lnTo>
                    <a:pt x="7140" y="6638"/>
                  </a:lnTo>
                  <a:lnTo>
                    <a:pt x="7200" y="7240"/>
                  </a:lnTo>
                  <a:lnTo>
                    <a:pt x="7260" y="7841"/>
                  </a:lnTo>
                  <a:lnTo>
                    <a:pt x="7280" y="8443"/>
                  </a:lnTo>
                  <a:lnTo>
                    <a:pt x="7280" y="9045"/>
                  </a:lnTo>
                  <a:lnTo>
                    <a:pt x="7280" y="9666"/>
                  </a:lnTo>
                  <a:lnTo>
                    <a:pt x="7260" y="10268"/>
                  </a:lnTo>
                  <a:lnTo>
                    <a:pt x="7200" y="11491"/>
                  </a:lnTo>
                  <a:lnTo>
                    <a:pt x="7119" y="12715"/>
                  </a:lnTo>
                  <a:lnTo>
                    <a:pt x="7059" y="13918"/>
                  </a:lnTo>
                  <a:lnTo>
                    <a:pt x="7019" y="15141"/>
                  </a:lnTo>
                  <a:lnTo>
                    <a:pt x="7019" y="15141"/>
                  </a:lnTo>
                  <a:lnTo>
                    <a:pt x="7019" y="16044"/>
                  </a:lnTo>
                  <a:lnTo>
                    <a:pt x="7039" y="16505"/>
                  </a:lnTo>
                  <a:lnTo>
                    <a:pt x="7079" y="16986"/>
                  </a:lnTo>
                  <a:lnTo>
                    <a:pt x="7119" y="17468"/>
                  </a:lnTo>
                  <a:lnTo>
                    <a:pt x="7180" y="17949"/>
                  </a:lnTo>
                  <a:lnTo>
                    <a:pt x="7280" y="18410"/>
                  </a:lnTo>
                  <a:lnTo>
                    <a:pt x="7380" y="18871"/>
                  </a:lnTo>
                  <a:lnTo>
                    <a:pt x="7500" y="19313"/>
                  </a:lnTo>
                  <a:lnTo>
                    <a:pt x="7661" y="19754"/>
                  </a:lnTo>
                  <a:lnTo>
                    <a:pt x="7841" y="20155"/>
                  </a:lnTo>
                  <a:lnTo>
                    <a:pt x="8042" y="20556"/>
                  </a:lnTo>
                  <a:lnTo>
                    <a:pt x="8283" y="20917"/>
                  </a:lnTo>
                  <a:lnTo>
                    <a:pt x="8543" y="21238"/>
                  </a:lnTo>
                  <a:lnTo>
                    <a:pt x="8704" y="21398"/>
                  </a:lnTo>
                  <a:lnTo>
                    <a:pt x="8844" y="21539"/>
                  </a:lnTo>
                  <a:lnTo>
                    <a:pt x="9005" y="21659"/>
                  </a:lnTo>
                  <a:lnTo>
                    <a:pt x="9185" y="21779"/>
                  </a:lnTo>
                  <a:lnTo>
                    <a:pt x="9185" y="21779"/>
                  </a:lnTo>
                  <a:lnTo>
                    <a:pt x="9045" y="21539"/>
                  </a:lnTo>
                  <a:lnTo>
                    <a:pt x="8904" y="21278"/>
                  </a:lnTo>
                  <a:lnTo>
                    <a:pt x="8764" y="21017"/>
                  </a:lnTo>
                  <a:lnTo>
                    <a:pt x="8664" y="20757"/>
                  </a:lnTo>
                  <a:lnTo>
                    <a:pt x="8543" y="20476"/>
                  </a:lnTo>
                  <a:lnTo>
                    <a:pt x="8463" y="20215"/>
                  </a:lnTo>
                  <a:lnTo>
                    <a:pt x="8323" y="19654"/>
                  </a:lnTo>
                  <a:lnTo>
                    <a:pt x="8323" y="19654"/>
                  </a:lnTo>
                  <a:lnTo>
                    <a:pt x="8182" y="19433"/>
                  </a:lnTo>
                  <a:lnTo>
                    <a:pt x="8042" y="19192"/>
                  </a:lnTo>
                  <a:lnTo>
                    <a:pt x="7942" y="18972"/>
                  </a:lnTo>
                  <a:lnTo>
                    <a:pt x="7841" y="18731"/>
                  </a:lnTo>
                  <a:lnTo>
                    <a:pt x="7761" y="18490"/>
                  </a:lnTo>
                  <a:lnTo>
                    <a:pt x="7681" y="18230"/>
                  </a:lnTo>
                  <a:lnTo>
                    <a:pt x="7621" y="17989"/>
                  </a:lnTo>
                  <a:lnTo>
                    <a:pt x="7581" y="17728"/>
                  </a:lnTo>
                  <a:lnTo>
                    <a:pt x="7521" y="17227"/>
                  </a:lnTo>
                  <a:lnTo>
                    <a:pt x="7500" y="16685"/>
                  </a:lnTo>
                  <a:lnTo>
                    <a:pt x="7521" y="16164"/>
                  </a:lnTo>
                  <a:lnTo>
                    <a:pt x="7561" y="15623"/>
                  </a:lnTo>
                  <a:lnTo>
                    <a:pt x="7621" y="15081"/>
                  </a:lnTo>
                  <a:lnTo>
                    <a:pt x="7701" y="14540"/>
                  </a:lnTo>
                  <a:lnTo>
                    <a:pt x="7801" y="13998"/>
                  </a:lnTo>
                  <a:lnTo>
                    <a:pt x="7922" y="13477"/>
                  </a:lnTo>
                  <a:lnTo>
                    <a:pt x="8162" y="12434"/>
                  </a:lnTo>
                  <a:lnTo>
                    <a:pt x="8383" y="11451"/>
                  </a:lnTo>
                  <a:lnTo>
                    <a:pt x="8383" y="11451"/>
                  </a:lnTo>
                  <a:lnTo>
                    <a:pt x="8523" y="10609"/>
                  </a:lnTo>
                  <a:lnTo>
                    <a:pt x="8523" y="10609"/>
                  </a:lnTo>
                  <a:lnTo>
                    <a:pt x="8563" y="9947"/>
                  </a:lnTo>
                  <a:lnTo>
                    <a:pt x="8563" y="9947"/>
                  </a:lnTo>
                  <a:lnTo>
                    <a:pt x="8624" y="8804"/>
                  </a:lnTo>
                  <a:lnTo>
                    <a:pt x="8624" y="8222"/>
                  </a:lnTo>
                  <a:lnTo>
                    <a:pt x="8624" y="7641"/>
                  </a:lnTo>
                  <a:lnTo>
                    <a:pt x="8603" y="7059"/>
                  </a:lnTo>
                  <a:lnTo>
                    <a:pt x="8543" y="6478"/>
                  </a:lnTo>
                  <a:lnTo>
                    <a:pt x="8483" y="5896"/>
                  </a:lnTo>
                  <a:lnTo>
                    <a:pt x="8383" y="5315"/>
                  </a:lnTo>
                  <a:lnTo>
                    <a:pt x="8242" y="4753"/>
                  </a:lnTo>
                  <a:lnTo>
                    <a:pt x="8082" y="4191"/>
                  </a:lnTo>
                  <a:lnTo>
                    <a:pt x="7882" y="3670"/>
                  </a:lnTo>
                  <a:lnTo>
                    <a:pt x="7641" y="3149"/>
                  </a:lnTo>
                  <a:lnTo>
                    <a:pt x="7500" y="2908"/>
                  </a:lnTo>
                  <a:lnTo>
                    <a:pt x="7360" y="2647"/>
                  </a:lnTo>
                  <a:lnTo>
                    <a:pt x="7200" y="2427"/>
                  </a:lnTo>
                  <a:lnTo>
                    <a:pt x="7019" y="2186"/>
                  </a:lnTo>
                  <a:lnTo>
                    <a:pt x="6839" y="1965"/>
                  </a:lnTo>
                  <a:lnTo>
                    <a:pt x="6638" y="1745"/>
                  </a:lnTo>
                  <a:lnTo>
                    <a:pt x="6438" y="1524"/>
                  </a:lnTo>
                  <a:lnTo>
                    <a:pt x="6217" y="1324"/>
                  </a:lnTo>
                  <a:lnTo>
                    <a:pt x="6217" y="1324"/>
                  </a:lnTo>
                  <a:lnTo>
                    <a:pt x="5996" y="1163"/>
                  </a:lnTo>
                  <a:lnTo>
                    <a:pt x="5776" y="983"/>
                  </a:lnTo>
                  <a:lnTo>
                    <a:pt x="5555" y="842"/>
                  </a:lnTo>
                  <a:lnTo>
                    <a:pt x="5335" y="702"/>
                  </a:lnTo>
                  <a:lnTo>
                    <a:pt x="5114" y="582"/>
                  </a:lnTo>
                  <a:lnTo>
                    <a:pt x="4873" y="481"/>
                  </a:lnTo>
                  <a:lnTo>
                    <a:pt x="4653" y="381"/>
                  </a:lnTo>
                  <a:lnTo>
                    <a:pt x="4412" y="301"/>
                  </a:lnTo>
                  <a:lnTo>
                    <a:pt x="3931" y="161"/>
                  </a:lnTo>
                  <a:lnTo>
                    <a:pt x="3449" y="60"/>
                  </a:lnTo>
                  <a:lnTo>
                    <a:pt x="2948" y="0"/>
                  </a:lnTo>
                  <a:lnTo>
                    <a:pt x="2467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4" name="Google Shape;7514;p36"/>
            <p:cNvSpPr/>
            <p:nvPr/>
          </p:nvSpPr>
          <p:spPr>
            <a:xfrm>
              <a:off x="9994400" y="4450500"/>
              <a:ext cx="223125" cy="63700"/>
            </a:xfrm>
            <a:custGeom>
              <a:avLst/>
              <a:gdLst/>
              <a:ahLst/>
              <a:cxnLst/>
              <a:rect l="l" t="t" r="r" b="b"/>
              <a:pathLst>
                <a:path w="8925" h="2548" fill="none" extrusionOk="0">
                  <a:moveTo>
                    <a:pt x="3570" y="0"/>
                  </a:moveTo>
                  <a:lnTo>
                    <a:pt x="3570" y="0"/>
                  </a:lnTo>
                  <a:lnTo>
                    <a:pt x="3109" y="20"/>
                  </a:lnTo>
                  <a:lnTo>
                    <a:pt x="2647" y="60"/>
                  </a:lnTo>
                  <a:lnTo>
                    <a:pt x="2206" y="121"/>
                  </a:lnTo>
                  <a:lnTo>
                    <a:pt x="1745" y="221"/>
                  </a:lnTo>
                  <a:lnTo>
                    <a:pt x="1304" y="321"/>
                  </a:lnTo>
                  <a:lnTo>
                    <a:pt x="863" y="461"/>
                  </a:lnTo>
                  <a:lnTo>
                    <a:pt x="421" y="602"/>
                  </a:lnTo>
                  <a:lnTo>
                    <a:pt x="0" y="782"/>
                  </a:lnTo>
                  <a:lnTo>
                    <a:pt x="0" y="782"/>
                  </a:lnTo>
                  <a:lnTo>
                    <a:pt x="201" y="943"/>
                  </a:lnTo>
                  <a:lnTo>
                    <a:pt x="381" y="1123"/>
                  </a:lnTo>
                  <a:lnTo>
                    <a:pt x="562" y="1344"/>
                  </a:lnTo>
                  <a:lnTo>
                    <a:pt x="742" y="1564"/>
                  </a:lnTo>
                  <a:lnTo>
                    <a:pt x="742" y="1564"/>
                  </a:lnTo>
                  <a:lnTo>
                    <a:pt x="1183" y="1384"/>
                  </a:lnTo>
                  <a:lnTo>
                    <a:pt x="1645" y="1244"/>
                  </a:lnTo>
                  <a:lnTo>
                    <a:pt x="2106" y="1103"/>
                  </a:lnTo>
                  <a:lnTo>
                    <a:pt x="2567" y="983"/>
                  </a:lnTo>
                  <a:lnTo>
                    <a:pt x="3029" y="883"/>
                  </a:lnTo>
                  <a:lnTo>
                    <a:pt x="3510" y="822"/>
                  </a:lnTo>
                  <a:lnTo>
                    <a:pt x="3971" y="782"/>
                  </a:lnTo>
                  <a:lnTo>
                    <a:pt x="4452" y="762"/>
                  </a:lnTo>
                  <a:lnTo>
                    <a:pt x="4452" y="762"/>
                  </a:lnTo>
                  <a:lnTo>
                    <a:pt x="4793" y="782"/>
                  </a:lnTo>
                  <a:lnTo>
                    <a:pt x="5154" y="802"/>
                  </a:lnTo>
                  <a:lnTo>
                    <a:pt x="5495" y="842"/>
                  </a:lnTo>
                  <a:lnTo>
                    <a:pt x="5836" y="903"/>
                  </a:lnTo>
                  <a:lnTo>
                    <a:pt x="6177" y="983"/>
                  </a:lnTo>
                  <a:lnTo>
                    <a:pt x="6518" y="1083"/>
                  </a:lnTo>
                  <a:lnTo>
                    <a:pt x="6859" y="1183"/>
                  </a:lnTo>
                  <a:lnTo>
                    <a:pt x="7180" y="1324"/>
                  </a:lnTo>
                  <a:lnTo>
                    <a:pt x="7180" y="1324"/>
                  </a:lnTo>
                  <a:lnTo>
                    <a:pt x="7440" y="1444"/>
                  </a:lnTo>
                  <a:lnTo>
                    <a:pt x="7681" y="1584"/>
                  </a:lnTo>
                  <a:lnTo>
                    <a:pt x="7902" y="1705"/>
                  </a:lnTo>
                  <a:lnTo>
                    <a:pt x="8122" y="1865"/>
                  </a:lnTo>
                  <a:lnTo>
                    <a:pt x="8343" y="2026"/>
                  </a:lnTo>
                  <a:lnTo>
                    <a:pt x="8543" y="2186"/>
                  </a:lnTo>
                  <a:lnTo>
                    <a:pt x="8925" y="2547"/>
                  </a:lnTo>
                  <a:lnTo>
                    <a:pt x="8925" y="2547"/>
                  </a:lnTo>
                  <a:lnTo>
                    <a:pt x="8564" y="2126"/>
                  </a:lnTo>
                  <a:lnTo>
                    <a:pt x="8183" y="1745"/>
                  </a:lnTo>
                  <a:lnTo>
                    <a:pt x="7962" y="1564"/>
                  </a:lnTo>
                  <a:lnTo>
                    <a:pt x="7761" y="1384"/>
                  </a:lnTo>
                  <a:lnTo>
                    <a:pt x="7521" y="1224"/>
                  </a:lnTo>
                  <a:lnTo>
                    <a:pt x="7300" y="1063"/>
                  </a:lnTo>
                  <a:lnTo>
                    <a:pt x="7059" y="903"/>
                  </a:lnTo>
                  <a:lnTo>
                    <a:pt x="6799" y="782"/>
                  </a:lnTo>
                  <a:lnTo>
                    <a:pt x="6538" y="642"/>
                  </a:lnTo>
                  <a:lnTo>
                    <a:pt x="6257" y="522"/>
                  </a:lnTo>
                  <a:lnTo>
                    <a:pt x="5977" y="421"/>
                  </a:lnTo>
                  <a:lnTo>
                    <a:pt x="5696" y="321"/>
                  </a:lnTo>
                  <a:lnTo>
                    <a:pt x="5395" y="241"/>
                  </a:lnTo>
                  <a:lnTo>
                    <a:pt x="5074" y="161"/>
                  </a:lnTo>
                  <a:lnTo>
                    <a:pt x="5074" y="161"/>
                  </a:lnTo>
                  <a:lnTo>
                    <a:pt x="4693" y="100"/>
                  </a:lnTo>
                  <a:lnTo>
                    <a:pt x="4332" y="40"/>
                  </a:lnTo>
                  <a:lnTo>
                    <a:pt x="3951" y="20"/>
                  </a:lnTo>
                  <a:lnTo>
                    <a:pt x="357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5" name="Google Shape;7515;p36"/>
            <p:cNvSpPr/>
            <p:nvPr/>
          </p:nvSpPr>
          <p:spPr>
            <a:xfrm>
              <a:off x="10012950" y="4469550"/>
              <a:ext cx="278275" cy="559050"/>
            </a:xfrm>
            <a:custGeom>
              <a:avLst/>
              <a:gdLst/>
              <a:ahLst/>
              <a:cxnLst/>
              <a:rect l="l" t="t" r="r" b="b"/>
              <a:pathLst>
                <a:path w="11131" h="22362" extrusionOk="0">
                  <a:moveTo>
                    <a:pt x="3710" y="0"/>
                  </a:moveTo>
                  <a:lnTo>
                    <a:pt x="3229" y="20"/>
                  </a:lnTo>
                  <a:lnTo>
                    <a:pt x="2768" y="60"/>
                  </a:lnTo>
                  <a:lnTo>
                    <a:pt x="2287" y="121"/>
                  </a:lnTo>
                  <a:lnTo>
                    <a:pt x="1825" y="221"/>
                  </a:lnTo>
                  <a:lnTo>
                    <a:pt x="1364" y="341"/>
                  </a:lnTo>
                  <a:lnTo>
                    <a:pt x="903" y="482"/>
                  </a:lnTo>
                  <a:lnTo>
                    <a:pt x="441" y="622"/>
                  </a:lnTo>
                  <a:lnTo>
                    <a:pt x="0" y="802"/>
                  </a:lnTo>
                  <a:lnTo>
                    <a:pt x="161" y="1043"/>
                  </a:lnTo>
                  <a:lnTo>
                    <a:pt x="301" y="1284"/>
                  </a:lnTo>
                  <a:lnTo>
                    <a:pt x="762" y="1183"/>
                  </a:lnTo>
                  <a:lnTo>
                    <a:pt x="1244" y="1103"/>
                  </a:lnTo>
                  <a:lnTo>
                    <a:pt x="1705" y="1043"/>
                  </a:lnTo>
                  <a:lnTo>
                    <a:pt x="2166" y="1023"/>
                  </a:lnTo>
                  <a:lnTo>
                    <a:pt x="2587" y="1043"/>
                  </a:lnTo>
                  <a:lnTo>
                    <a:pt x="3008" y="1083"/>
                  </a:lnTo>
                  <a:lnTo>
                    <a:pt x="3430" y="1163"/>
                  </a:lnTo>
                  <a:lnTo>
                    <a:pt x="3851" y="1264"/>
                  </a:lnTo>
                  <a:lnTo>
                    <a:pt x="4252" y="1404"/>
                  </a:lnTo>
                  <a:lnTo>
                    <a:pt x="4673" y="1585"/>
                  </a:lnTo>
                  <a:lnTo>
                    <a:pt x="5074" y="1785"/>
                  </a:lnTo>
                  <a:lnTo>
                    <a:pt x="5475" y="2026"/>
                  </a:lnTo>
                  <a:lnTo>
                    <a:pt x="5736" y="2226"/>
                  </a:lnTo>
                  <a:lnTo>
                    <a:pt x="5977" y="2427"/>
                  </a:lnTo>
                  <a:lnTo>
                    <a:pt x="6217" y="2627"/>
                  </a:lnTo>
                  <a:lnTo>
                    <a:pt x="6438" y="2848"/>
                  </a:lnTo>
                  <a:lnTo>
                    <a:pt x="6638" y="3089"/>
                  </a:lnTo>
                  <a:lnTo>
                    <a:pt x="6819" y="3329"/>
                  </a:lnTo>
                  <a:lnTo>
                    <a:pt x="6979" y="3570"/>
                  </a:lnTo>
                  <a:lnTo>
                    <a:pt x="7140" y="3831"/>
                  </a:lnTo>
                  <a:lnTo>
                    <a:pt x="7280" y="4091"/>
                  </a:lnTo>
                  <a:lnTo>
                    <a:pt x="7420" y="4372"/>
                  </a:lnTo>
                  <a:lnTo>
                    <a:pt x="7541" y="4653"/>
                  </a:lnTo>
                  <a:lnTo>
                    <a:pt x="7641" y="4934"/>
                  </a:lnTo>
                  <a:lnTo>
                    <a:pt x="7822" y="5515"/>
                  </a:lnTo>
                  <a:lnTo>
                    <a:pt x="7982" y="6137"/>
                  </a:lnTo>
                  <a:lnTo>
                    <a:pt x="8082" y="6759"/>
                  </a:lnTo>
                  <a:lnTo>
                    <a:pt x="8162" y="7380"/>
                  </a:lnTo>
                  <a:lnTo>
                    <a:pt x="8203" y="8022"/>
                  </a:lnTo>
                  <a:lnTo>
                    <a:pt x="8243" y="8644"/>
                  </a:lnTo>
                  <a:lnTo>
                    <a:pt x="8243" y="9286"/>
                  </a:lnTo>
                  <a:lnTo>
                    <a:pt x="8243" y="9907"/>
                  </a:lnTo>
                  <a:lnTo>
                    <a:pt x="8203" y="11110"/>
                  </a:lnTo>
                  <a:lnTo>
                    <a:pt x="8142" y="12193"/>
                  </a:lnTo>
                  <a:lnTo>
                    <a:pt x="8062" y="13316"/>
                  </a:lnTo>
                  <a:lnTo>
                    <a:pt x="7982" y="14460"/>
                  </a:lnTo>
                  <a:lnTo>
                    <a:pt x="7942" y="15603"/>
                  </a:lnTo>
                  <a:lnTo>
                    <a:pt x="7942" y="16164"/>
                  </a:lnTo>
                  <a:lnTo>
                    <a:pt x="7942" y="16726"/>
                  </a:lnTo>
                  <a:lnTo>
                    <a:pt x="7982" y="17287"/>
                  </a:lnTo>
                  <a:lnTo>
                    <a:pt x="8022" y="17849"/>
                  </a:lnTo>
                  <a:lnTo>
                    <a:pt x="8102" y="18410"/>
                  </a:lnTo>
                  <a:lnTo>
                    <a:pt x="8223" y="18952"/>
                  </a:lnTo>
                  <a:lnTo>
                    <a:pt x="8363" y="19493"/>
                  </a:lnTo>
                  <a:lnTo>
                    <a:pt x="8523" y="20015"/>
                  </a:lnTo>
                  <a:lnTo>
                    <a:pt x="8644" y="20275"/>
                  </a:lnTo>
                  <a:lnTo>
                    <a:pt x="8764" y="20556"/>
                  </a:lnTo>
                  <a:lnTo>
                    <a:pt x="8904" y="20837"/>
                  </a:lnTo>
                  <a:lnTo>
                    <a:pt x="9085" y="21098"/>
                  </a:lnTo>
                  <a:lnTo>
                    <a:pt x="9265" y="21358"/>
                  </a:lnTo>
                  <a:lnTo>
                    <a:pt x="9466" y="21619"/>
                  </a:lnTo>
                  <a:lnTo>
                    <a:pt x="9667" y="21860"/>
                  </a:lnTo>
                  <a:lnTo>
                    <a:pt x="9907" y="22080"/>
                  </a:lnTo>
                  <a:lnTo>
                    <a:pt x="10308" y="22201"/>
                  </a:lnTo>
                  <a:lnTo>
                    <a:pt x="10729" y="22301"/>
                  </a:lnTo>
                  <a:lnTo>
                    <a:pt x="10729" y="22301"/>
                  </a:lnTo>
                  <a:lnTo>
                    <a:pt x="10589" y="22100"/>
                  </a:lnTo>
                  <a:lnTo>
                    <a:pt x="10589" y="22100"/>
                  </a:lnTo>
                  <a:lnTo>
                    <a:pt x="10830" y="22241"/>
                  </a:lnTo>
                  <a:lnTo>
                    <a:pt x="11070" y="22361"/>
                  </a:lnTo>
                  <a:lnTo>
                    <a:pt x="11131" y="22361"/>
                  </a:lnTo>
                  <a:lnTo>
                    <a:pt x="10970" y="22161"/>
                  </a:lnTo>
                  <a:lnTo>
                    <a:pt x="10830" y="21960"/>
                  </a:lnTo>
                  <a:lnTo>
                    <a:pt x="10689" y="21739"/>
                  </a:lnTo>
                  <a:lnTo>
                    <a:pt x="10569" y="21499"/>
                  </a:lnTo>
                  <a:lnTo>
                    <a:pt x="10449" y="21278"/>
                  </a:lnTo>
                  <a:lnTo>
                    <a:pt x="10348" y="21037"/>
                  </a:lnTo>
                  <a:lnTo>
                    <a:pt x="10168" y="20536"/>
                  </a:lnTo>
                  <a:lnTo>
                    <a:pt x="9927" y="20235"/>
                  </a:lnTo>
                  <a:lnTo>
                    <a:pt x="9727" y="19955"/>
                  </a:lnTo>
                  <a:lnTo>
                    <a:pt x="9867" y="20516"/>
                  </a:lnTo>
                  <a:lnTo>
                    <a:pt x="9947" y="20777"/>
                  </a:lnTo>
                  <a:lnTo>
                    <a:pt x="10068" y="21058"/>
                  </a:lnTo>
                  <a:lnTo>
                    <a:pt x="10168" y="21318"/>
                  </a:lnTo>
                  <a:lnTo>
                    <a:pt x="10308" y="21579"/>
                  </a:lnTo>
                  <a:lnTo>
                    <a:pt x="10449" y="21840"/>
                  </a:lnTo>
                  <a:lnTo>
                    <a:pt x="10589" y="22080"/>
                  </a:lnTo>
                  <a:lnTo>
                    <a:pt x="10409" y="21960"/>
                  </a:lnTo>
                  <a:lnTo>
                    <a:pt x="10248" y="21840"/>
                  </a:lnTo>
                  <a:lnTo>
                    <a:pt x="10108" y="21699"/>
                  </a:lnTo>
                  <a:lnTo>
                    <a:pt x="9947" y="21539"/>
                  </a:lnTo>
                  <a:lnTo>
                    <a:pt x="9687" y="21218"/>
                  </a:lnTo>
                  <a:lnTo>
                    <a:pt x="9446" y="20857"/>
                  </a:lnTo>
                  <a:lnTo>
                    <a:pt x="9245" y="20456"/>
                  </a:lnTo>
                  <a:lnTo>
                    <a:pt x="9065" y="20055"/>
                  </a:lnTo>
                  <a:lnTo>
                    <a:pt x="8904" y="19614"/>
                  </a:lnTo>
                  <a:lnTo>
                    <a:pt x="8784" y="19172"/>
                  </a:lnTo>
                  <a:lnTo>
                    <a:pt x="8684" y="18711"/>
                  </a:lnTo>
                  <a:lnTo>
                    <a:pt x="8584" y="18250"/>
                  </a:lnTo>
                  <a:lnTo>
                    <a:pt x="8523" y="17769"/>
                  </a:lnTo>
                  <a:lnTo>
                    <a:pt x="8483" y="17287"/>
                  </a:lnTo>
                  <a:lnTo>
                    <a:pt x="8443" y="16806"/>
                  </a:lnTo>
                  <a:lnTo>
                    <a:pt x="8423" y="16345"/>
                  </a:lnTo>
                  <a:lnTo>
                    <a:pt x="8423" y="15442"/>
                  </a:lnTo>
                  <a:lnTo>
                    <a:pt x="8463" y="14219"/>
                  </a:lnTo>
                  <a:lnTo>
                    <a:pt x="8523" y="13016"/>
                  </a:lnTo>
                  <a:lnTo>
                    <a:pt x="8604" y="11792"/>
                  </a:lnTo>
                  <a:lnTo>
                    <a:pt x="8664" y="10569"/>
                  </a:lnTo>
                  <a:lnTo>
                    <a:pt x="8684" y="9967"/>
                  </a:lnTo>
                  <a:lnTo>
                    <a:pt x="8684" y="9346"/>
                  </a:lnTo>
                  <a:lnTo>
                    <a:pt x="8684" y="8744"/>
                  </a:lnTo>
                  <a:lnTo>
                    <a:pt x="8664" y="8142"/>
                  </a:lnTo>
                  <a:lnTo>
                    <a:pt x="8604" y="7541"/>
                  </a:lnTo>
                  <a:lnTo>
                    <a:pt x="8544" y="6939"/>
                  </a:lnTo>
                  <a:lnTo>
                    <a:pt x="8443" y="6337"/>
                  </a:lnTo>
                  <a:lnTo>
                    <a:pt x="8323" y="5736"/>
                  </a:lnTo>
                  <a:lnTo>
                    <a:pt x="8223" y="5275"/>
                  </a:lnTo>
                  <a:lnTo>
                    <a:pt x="8082" y="4853"/>
                  </a:lnTo>
                  <a:lnTo>
                    <a:pt x="7922" y="4432"/>
                  </a:lnTo>
                  <a:lnTo>
                    <a:pt x="7721" y="4031"/>
                  </a:lnTo>
                  <a:lnTo>
                    <a:pt x="7521" y="3630"/>
                  </a:lnTo>
                  <a:lnTo>
                    <a:pt x="7280" y="3269"/>
                  </a:lnTo>
                  <a:lnTo>
                    <a:pt x="7019" y="2908"/>
                  </a:lnTo>
                  <a:lnTo>
                    <a:pt x="6739" y="2587"/>
                  </a:lnTo>
                  <a:lnTo>
                    <a:pt x="6438" y="2266"/>
                  </a:lnTo>
                  <a:lnTo>
                    <a:pt x="6117" y="1986"/>
                  </a:lnTo>
                  <a:lnTo>
                    <a:pt x="5776" y="1705"/>
                  </a:lnTo>
                  <a:lnTo>
                    <a:pt x="5395" y="1484"/>
                  </a:lnTo>
                  <a:lnTo>
                    <a:pt x="5014" y="1264"/>
                  </a:lnTo>
                  <a:lnTo>
                    <a:pt x="4613" y="1083"/>
                  </a:lnTo>
                  <a:lnTo>
                    <a:pt x="4172" y="923"/>
                  </a:lnTo>
                  <a:lnTo>
                    <a:pt x="3730" y="782"/>
                  </a:lnTo>
                  <a:lnTo>
                    <a:pt x="3329" y="702"/>
                  </a:lnTo>
                  <a:lnTo>
                    <a:pt x="2948" y="642"/>
                  </a:lnTo>
                  <a:lnTo>
                    <a:pt x="2547" y="602"/>
                  </a:lnTo>
                  <a:lnTo>
                    <a:pt x="1785" y="602"/>
                  </a:lnTo>
                  <a:lnTo>
                    <a:pt x="1404" y="642"/>
                  </a:lnTo>
                  <a:lnTo>
                    <a:pt x="2026" y="502"/>
                  </a:lnTo>
                  <a:lnTo>
                    <a:pt x="2647" y="381"/>
                  </a:lnTo>
                  <a:lnTo>
                    <a:pt x="3249" y="321"/>
                  </a:lnTo>
                  <a:lnTo>
                    <a:pt x="3871" y="301"/>
                  </a:lnTo>
                  <a:lnTo>
                    <a:pt x="4352" y="301"/>
                  </a:lnTo>
                  <a:lnTo>
                    <a:pt x="4853" y="361"/>
                  </a:lnTo>
                  <a:lnTo>
                    <a:pt x="5335" y="462"/>
                  </a:lnTo>
                  <a:lnTo>
                    <a:pt x="5816" y="602"/>
                  </a:lnTo>
                  <a:lnTo>
                    <a:pt x="6057" y="682"/>
                  </a:lnTo>
                  <a:lnTo>
                    <a:pt x="6277" y="782"/>
                  </a:lnTo>
                  <a:lnTo>
                    <a:pt x="6518" y="883"/>
                  </a:lnTo>
                  <a:lnTo>
                    <a:pt x="6739" y="1003"/>
                  </a:lnTo>
                  <a:lnTo>
                    <a:pt x="6959" y="1143"/>
                  </a:lnTo>
                  <a:lnTo>
                    <a:pt x="7180" y="1284"/>
                  </a:lnTo>
                  <a:lnTo>
                    <a:pt x="7400" y="1464"/>
                  </a:lnTo>
                  <a:lnTo>
                    <a:pt x="7621" y="1625"/>
                  </a:lnTo>
                  <a:lnTo>
                    <a:pt x="7842" y="1825"/>
                  </a:lnTo>
                  <a:lnTo>
                    <a:pt x="8042" y="2046"/>
                  </a:lnTo>
                  <a:lnTo>
                    <a:pt x="8243" y="2266"/>
                  </a:lnTo>
                  <a:lnTo>
                    <a:pt x="8423" y="2487"/>
                  </a:lnTo>
                  <a:lnTo>
                    <a:pt x="8604" y="2728"/>
                  </a:lnTo>
                  <a:lnTo>
                    <a:pt x="8764" y="2948"/>
                  </a:lnTo>
                  <a:lnTo>
                    <a:pt x="8904" y="3209"/>
                  </a:lnTo>
                  <a:lnTo>
                    <a:pt x="9045" y="3450"/>
                  </a:lnTo>
                  <a:lnTo>
                    <a:pt x="9286" y="3971"/>
                  </a:lnTo>
                  <a:lnTo>
                    <a:pt x="9486" y="4492"/>
                  </a:lnTo>
                  <a:lnTo>
                    <a:pt x="9646" y="5054"/>
                  </a:lnTo>
                  <a:lnTo>
                    <a:pt x="9787" y="5616"/>
                  </a:lnTo>
                  <a:lnTo>
                    <a:pt x="9887" y="6197"/>
                  </a:lnTo>
                  <a:lnTo>
                    <a:pt x="9947" y="6779"/>
                  </a:lnTo>
                  <a:lnTo>
                    <a:pt x="10007" y="7360"/>
                  </a:lnTo>
                  <a:lnTo>
                    <a:pt x="10028" y="7942"/>
                  </a:lnTo>
                  <a:lnTo>
                    <a:pt x="10028" y="8523"/>
                  </a:lnTo>
                  <a:lnTo>
                    <a:pt x="10028" y="9105"/>
                  </a:lnTo>
                  <a:lnTo>
                    <a:pt x="9967" y="10248"/>
                  </a:lnTo>
                  <a:lnTo>
                    <a:pt x="9927" y="10910"/>
                  </a:lnTo>
                  <a:lnTo>
                    <a:pt x="10007" y="10328"/>
                  </a:lnTo>
                  <a:lnTo>
                    <a:pt x="10068" y="9747"/>
                  </a:lnTo>
                  <a:lnTo>
                    <a:pt x="10108" y="9145"/>
                  </a:lnTo>
                  <a:lnTo>
                    <a:pt x="10128" y="8543"/>
                  </a:lnTo>
                  <a:lnTo>
                    <a:pt x="10108" y="7922"/>
                  </a:lnTo>
                  <a:lnTo>
                    <a:pt x="10088" y="7320"/>
                  </a:lnTo>
                  <a:lnTo>
                    <a:pt x="10028" y="6719"/>
                  </a:lnTo>
                  <a:lnTo>
                    <a:pt x="9927" y="6117"/>
                  </a:lnTo>
                  <a:lnTo>
                    <a:pt x="9827" y="5515"/>
                  </a:lnTo>
                  <a:lnTo>
                    <a:pt x="9687" y="4934"/>
                  </a:lnTo>
                  <a:lnTo>
                    <a:pt x="9506" y="4352"/>
                  </a:lnTo>
                  <a:lnTo>
                    <a:pt x="9306" y="3811"/>
                  </a:lnTo>
                  <a:lnTo>
                    <a:pt x="9065" y="3269"/>
                  </a:lnTo>
                  <a:lnTo>
                    <a:pt x="8804" y="2748"/>
                  </a:lnTo>
                  <a:lnTo>
                    <a:pt x="8503" y="2246"/>
                  </a:lnTo>
                  <a:lnTo>
                    <a:pt x="8183" y="1785"/>
                  </a:lnTo>
                  <a:lnTo>
                    <a:pt x="7801" y="1424"/>
                  </a:lnTo>
                  <a:lnTo>
                    <a:pt x="7601" y="1264"/>
                  </a:lnTo>
                  <a:lnTo>
                    <a:pt x="7380" y="1103"/>
                  </a:lnTo>
                  <a:lnTo>
                    <a:pt x="7160" y="943"/>
                  </a:lnTo>
                  <a:lnTo>
                    <a:pt x="6939" y="822"/>
                  </a:lnTo>
                  <a:lnTo>
                    <a:pt x="6698" y="682"/>
                  </a:lnTo>
                  <a:lnTo>
                    <a:pt x="6438" y="562"/>
                  </a:lnTo>
                  <a:lnTo>
                    <a:pt x="6117" y="421"/>
                  </a:lnTo>
                  <a:lnTo>
                    <a:pt x="5776" y="321"/>
                  </a:lnTo>
                  <a:lnTo>
                    <a:pt x="5435" y="221"/>
                  </a:lnTo>
                  <a:lnTo>
                    <a:pt x="5094" y="141"/>
                  </a:lnTo>
                  <a:lnTo>
                    <a:pt x="4753" y="80"/>
                  </a:lnTo>
                  <a:lnTo>
                    <a:pt x="4412" y="40"/>
                  </a:lnTo>
                  <a:lnTo>
                    <a:pt x="4051" y="20"/>
                  </a:lnTo>
                  <a:lnTo>
                    <a:pt x="371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6" name="Google Shape;7516;p36"/>
            <p:cNvSpPr/>
            <p:nvPr/>
          </p:nvSpPr>
          <p:spPr>
            <a:xfrm>
              <a:off x="10277675" y="5022050"/>
              <a:ext cx="12050" cy="6550"/>
            </a:xfrm>
            <a:custGeom>
              <a:avLst/>
              <a:gdLst/>
              <a:ahLst/>
              <a:cxnLst/>
              <a:rect l="l" t="t" r="r" b="b"/>
              <a:pathLst>
                <a:path w="482" h="262" extrusionOk="0">
                  <a:moveTo>
                    <a:pt x="0" y="0"/>
                  </a:moveTo>
                  <a:lnTo>
                    <a:pt x="140" y="201"/>
                  </a:lnTo>
                  <a:lnTo>
                    <a:pt x="481" y="261"/>
                  </a:lnTo>
                  <a:lnTo>
                    <a:pt x="241" y="1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45C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7" name="Google Shape;7517;p36"/>
            <p:cNvSpPr/>
            <p:nvPr/>
          </p:nvSpPr>
          <p:spPr>
            <a:xfrm>
              <a:off x="10277675" y="5022050"/>
              <a:ext cx="12050" cy="6550"/>
            </a:xfrm>
            <a:custGeom>
              <a:avLst/>
              <a:gdLst/>
              <a:ahLst/>
              <a:cxnLst/>
              <a:rect l="l" t="t" r="r" b="b"/>
              <a:pathLst>
                <a:path w="482" h="262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481" y="261"/>
                  </a:lnTo>
                  <a:lnTo>
                    <a:pt x="481" y="261"/>
                  </a:lnTo>
                  <a:lnTo>
                    <a:pt x="241" y="141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8" name="Google Shape;7518;p36"/>
            <p:cNvSpPr/>
            <p:nvPr/>
          </p:nvSpPr>
          <p:spPr>
            <a:xfrm>
              <a:off x="10277675" y="5022050"/>
              <a:ext cx="12050" cy="6550"/>
            </a:xfrm>
            <a:custGeom>
              <a:avLst/>
              <a:gdLst/>
              <a:ahLst/>
              <a:cxnLst/>
              <a:rect l="l" t="t" r="r" b="b"/>
              <a:pathLst>
                <a:path w="482" h="262" extrusionOk="0">
                  <a:moveTo>
                    <a:pt x="0" y="0"/>
                  </a:moveTo>
                  <a:lnTo>
                    <a:pt x="0" y="0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0" y="0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241" y="141"/>
                  </a:lnTo>
                  <a:lnTo>
                    <a:pt x="481" y="261"/>
                  </a:lnTo>
                  <a:lnTo>
                    <a:pt x="481" y="261"/>
                  </a:lnTo>
                  <a:lnTo>
                    <a:pt x="481" y="261"/>
                  </a:lnTo>
                  <a:lnTo>
                    <a:pt x="241" y="1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45C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9" name="Google Shape;7519;p36"/>
            <p:cNvSpPr/>
            <p:nvPr/>
          </p:nvSpPr>
          <p:spPr>
            <a:xfrm>
              <a:off x="10277675" y="5022050"/>
              <a:ext cx="3525" cy="5025"/>
            </a:xfrm>
            <a:custGeom>
              <a:avLst/>
              <a:gdLst/>
              <a:ahLst/>
              <a:cxnLst/>
              <a:rect l="l" t="t" r="r" b="b"/>
              <a:pathLst>
                <a:path w="141" h="201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140" y="201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0" name="Google Shape;7520;p36"/>
            <p:cNvSpPr/>
            <p:nvPr/>
          </p:nvSpPr>
          <p:spPr>
            <a:xfrm>
              <a:off x="10277675" y="5022050"/>
              <a:ext cx="12050" cy="6550"/>
            </a:xfrm>
            <a:custGeom>
              <a:avLst/>
              <a:gdLst/>
              <a:ahLst/>
              <a:cxnLst/>
              <a:rect l="l" t="t" r="r" b="b"/>
              <a:pathLst>
                <a:path w="482" h="262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241" y="141"/>
                  </a:lnTo>
                  <a:lnTo>
                    <a:pt x="481" y="261"/>
                  </a:lnTo>
                  <a:lnTo>
                    <a:pt x="481" y="261"/>
                  </a:lnTo>
                  <a:lnTo>
                    <a:pt x="481" y="261"/>
                  </a:lnTo>
                  <a:lnTo>
                    <a:pt x="241" y="141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1" name="Google Shape;7521;p36"/>
            <p:cNvSpPr/>
            <p:nvPr/>
          </p:nvSpPr>
          <p:spPr>
            <a:xfrm>
              <a:off x="8482800" y="3920050"/>
              <a:ext cx="143900" cy="186525"/>
            </a:xfrm>
            <a:custGeom>
              <a:avLst/>
              <a:gdLst/>
              <a:ahLst/>
              <a:cxnLst/>
              <a:rect l="l" t="t" r="r" b="b"/>
              <a:pathLst>
                <a:path w="5756" h="7461" extrusionOk="0">
                  <a:moveTo>
                    <a:pt x="1123" y="0"/>
                  </a:moveTo>
                  <a:lnTo>
                    <a:pt x="983" y="21"/>
                  </a:lnTo>
                  <a:lnTo>
                    <a:pt x="842" y="61"/>
                  </a:lnTo>
                  <a:lnTo>
                    <a:pt x="702" y="141"/>
                  </a:lnTo>
                  <a:lnTo>
                    <a:pt x="582" y="221"/>
                  </a:lnTo>
                  <a:lnTo>
                    <a:pt x="481" y="321"/>
                  </a:lnTo>
                  <a:lnTo>
                    <a:pt x="381" y="422"/>
                  </a:lnTo>
                  <a:lnTo>
                    <a:pt x="301" y="562"/>
                  </a:lnTo>
                  <a:lnTo>
                    <a:pt x="221" y="722"/>
                  </a:lnTo>
                  <a:lnTo>
                    <a:pt x="160" y="903"/>
                  </a:lnTo>
                  <a:lnTo>
                    <a:pt x="100" y="1083"/>
                  </a:lnTo>
                  <a:lnTo>
                    <a:pt x="60" y="1284"/>
                  </a:lnTo>
                  <a:lnTo>
                    <a:pt x="0" y="1725"/>
                  </a:lnTo>
                  <a:lnTo>
                    <a:pt x="0" y="2206"/>
                  </a:lnTo>
                  <a:lnTo>
                    <a:pt x="0" y="2728"/>
                  </a:lnTo>
                  <a:lnTo>
                    <a:pt x="40" y="3269"/>
                  </a:lnTo>
                  <a:lnTo>
                    <a:pt x="100" y="3811"/>
                  </a:lnTo>
                  <a:lnTo>
                    <a:pt x="180" y="4372"/>
                  </a:lnTo>
                  <a:lnTo>
                    <a:pt x="281" y="4914"/>
                  </a:lnTo>
                  <a:lnTo>
                    <a:pt x="501" y="5937"/>
                  </a:lnTo>
                  <a:lnTo>
                    <a:pt x="722" y="6799"/>
                  </a:lnTo>
                  <a:lnTo>
                    <a:pt x="902" y="7461"/>
                  </a:lnTo>
                  <a:lnTo>
                    <a:pt x="5756" y="6719"/>
                  </a:lnTo>
                  <a:lnTo>
                    <a:pt x="5615" y="6217"/>
                  </a:lnTo>
                  <a:lnTo>
                    <a:pt x="5475" y="5736"/>
                  </a:lnTo>
                  <a:lnTo>
                    <a:pt x="5335" y="5275"/>
                  </a:lnTo>
                  <a:lnTo>
                    <a:pt x="5174" y="4834"/>
                  </a:lnTo>
                  <a:lnTo>
                    <a:pt x="5014" y="4412"/>
                  </a:lnTo>
                  <a:lnTo>
                    <a:pt x="4853" y="4011"/>
                  </a:lnTo>
                  <a:lnTo>
                    <a:pt x="4673" y="3630"/>
                  </a:lnTo>
                  <a:lnTo>
                    <a:pt x="4492" y="3249"/>
                  </a:lnTo>
                  <a:lnTo>
                    <a:pt x="4131" y="2588"/>
                  </a:lnTo>
                  <a:lnTo>
                    <a:pt x="3951" y="2287"/>
                  </a:lnTo>
                  <a:lnTo>
                    <a:pt x="3770" y="1986"/>
                  </a:lnTo>
                  <a:lnTo>
                    <a:pt x="3590" y="1725"/>
                  </a:lnTo>
                  <a:lnTo>
                    <a:pt x="3389" y="1485"/>
                  </a:lnTo>
                  <a:lnTo>
                    <a:pt x="3209" y="1244"/>
                  </a:lnTo>
                  <a:lnTo>
                    <a:pt x="3008" y="1043"/>
                  </a:lnTo>
                  <a:lnTo>
                    <a:pt x="2828" y="843"/>
                  </a:lnTo>
                  <a:lnTo>
                    <a:pt x="2647" y="682"/>
                  </a:lnTo>
                  <a:lnTo>
                    <a:pt x="2467" y="522"/>
                  </a:lnTo>
                  <a:lnTo>
                    <a:pt x="2286" y="382"/>
                  </a:lnTo>
                  <a:lnTo>
                    <a:pt x="2106" y="281"/>
                  </a:lnTo>
                  <a:lnTo>
                    <a:pt x="1925" y="181"/>
                  </a:lnTo>
                  <a:lnTo>
                    <a:pt x="1745" y="101"/>
                  </a:lnTo>
                  <a:lnTo>
                    <a:pt x="1584" y="61"/>
                  </a:lnTo>
                  <a:lnTo>
                    <a:pt x="1424" y="21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2" name="Google Shape;7522;p36"/>
            <p:cNvSpPr/>
            <p:nvPr/>
          </p:nvSpPr>
          <p:spPr>
            <a:xfrm>
              <a:off x="8482800" y="3920050"/>
              <a:ext cx="143900" cy="186525"/>
            </a:xfrm>
            <a:custGeom>
              <a:avLst/>
              <a:gdLst/>
              <a:ahLst/>
              <a:cxnLst/>
              <a:rect l="l" t="t" r="r" b="b"/>
              <a:pathLst>
                <a:path w="5756" h="7461" fill="none" extrusionOk="0">
                  <a:moveTo>
                    <a:pt x="902" y="7461"/>
                  </a:moveTo>
                  <a:lnTo>
                    <a:pt x="902" y="7461"/>
                  </a:lnTo>
                  <a:lnTo>
                    <a:pt x="722" y="6799"/>
                  </a:lnTo>
                  <a:lnTo>
                    <a:pt x="501" y="5937"/>
                  </a:lnTo>
                  <a:lnTo>
                    <a:pt x="281" y="4914"/>
                  </a:lnTo>
                  <a:lnTo>
                    <a:pt x="180" y="4372"/>
                  </a:lnTo>
                  <a:lnTo>
                    <a:pt x="100" y="3811"/>
                  </a:lnTo>
                  <a:lnTo>
                    <a:pt x="40" y="3269"/>
                  </a:lnTo>
                  <a:lnTo>
                    <a:pt x="0" y="2728"/>
                  </a:lnTo>
                  <a:lnTo>
                    <a:pt x="0" y="2206"/>
                  </a:lnTo>
                  <a:lnTo>
                    <a:pt x="0" y="1725"/>
                  </a:lnTo>
                  <a:lnTo>
                    <a:pt x="60" y="1284"/>
                  </a:lnTo>
                  <a:lnTo>
                    <a:pt x="100" y="1083"/>
                  </a:lnTo>
                  <a:lnTo>
                    <a:pt x="160" y="903"/>
                  </a:lnTo>
                  <a:lnTo>
                    <a:pt x="221" y="722"/>
                  </a:lnTo>
                  <a:lnTo>
                    <a:pt x="301" y="562"/>
                  </a:lnTo>
                  <a:lnTo>
                    <a:pt x="381" y="422"/>
                  </a:lnTo>
                  <a:lnTo>
                    <a:pt x="481" y="321"/>
                  </a:lnTo>
                  <a:lnTo>
                    <a:pt x="481" y="321"/>
                  </a:lnTo>
                  <a:lnTo>
                    <a:pt x="582" y="221"/>
                  </a:lnTo>
                  <a:lnTo>
                    <a:pt x="702" y="141"/>
                  </a:lnTo>
                  <a:lnTo>
                    <a:pt x="842" y="61"/>
                  </a:lnTo>
                  <a:lnTo>
                    <a:pt x="983" y="21"/>
                  </a:lnTo>
                  <a:lnTo>
                    <a:pt x="1123" y="0"/>
                  </a:lnTo>
                  <a:lnTo>
                    <a:pt x="1263" y="0"/>
                  </a:lnTo>
                  <a:lnTo>
                    <a:pt x="1424" y="21"/>
                  </a:lnTo>
                  <a:lnTo>
                    <a:pt x="1584" y="61"/>
                  </a:lnTo>
                  <a:lnTo>
                    <a:pt x="1745" y="101"/>
                  </a:lnTo>
                  <a:lnTo>
                    <a:pt x="1925" y="181"/>
                  </a:lnTo>
                  <a:lnTo>
                    <a:pt x="2106" y="281"/>
                  </a:lnTo>
                  <a:lnTo>
                    <a:pt x="2286" y="382"/>
                  </a:lnTo>
                  <a:lnTo>
                    <a:pt x="2467" y="522"/>
                  </a:lnTo>
                  <a:lnTo>
                    <a:pt x="2647" y="682"/>
                  </a:lnTo>
                  <a:lnTo>
                    <a:pt x="2828" y="843"/>
                  </a:lnTo>
                  <a:lnTo>
                    <a:pt x="3008" y="1043"/>
                  </a:lnTo>
                  <a:lnTo>
                    <a:pt x="3209" y="1244"/>
                  </a:lnTo>
                  <a:lnTo>
                    <a:pt x="3389" y="1485"/>
                  </a:lnTo>
                  <a:lnTo>
                    <a:pt x="3590" y="1725"/>
                  </a:lnTo>
                  <a:lnTo>
                    <a:pt x="3770" y="1986"/>
                  </a:lnTo>
                  <a:lnTo>
                    <a:pt x="3951" y="2287"/>
                  </a:lnTo>
                  <a:lnTo>
                    <a:pt x="4131" y="2588"/>
                  </a:lnTo>
                  <a:lnTo>
                    <a:pt x="4492" y="3249"/>
                  </a:lnTo>
                  <a:lnTo>
                    <a:pt x="4673" y="3630"/>
                  </a:lnTo>
                  <a:lnTo>
                    <a:pt x="4853" y="4011"/>
                  </a:lnTo>
                  <a:lnTo>
                    <a:pt x="5014" y="4412"/>
                  </a:lnTo>
                  <a:lnTo>
                    <a:pt x="5174" y="4834"/>
                  </a:lnTo>
                  <a:lnTo>
                    <a:pt x="5335" y="5275"/>
                  </a:lnTo>
                  <a:lnTo>
                    <a:pt x="5475" y="5736"/>
                  </a:lnTo>
                  <a:lnTo>
                    <a:pt x="5615" y="6217"/>
                  </a:lnTo>
                  <a:lnTo>
                    <a:pt x="5756" y="6719"/>
                  </a:lnTo>
                  <a:lnTo>
                    <a:pt x="902" y="746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3" name="Google Shape;7523;p36"/>
            <p:cNvSpPr/>
            <p:nvPr/>
          </p:nvSpPr>
          <p:spPr>
            <a:xfrm>
              <a:off x="8364975" y="5252175"/>
              <a:ext cx="1865075" cy="312875"/>
            </a:xfrm>
            <a:custGeom>
              <a:avLst/>
              <a:gdLst/>
              <a:ahLst/>
              <a:cxnLst/>
              <a:rect l="l" t="t" r="r" b="b"/>
              <a:pathLst>
                <a:path w="74603" h="12515" fill="none" extrusionOk="0">
                  <a:moveTo>
                    <a:pt x="74603" y="1865"/>
                  </a:moveTo>
                  <a:lnTo>
                    <a:pt x="74603" y="1865"/>
                  </a:lnTo>
                  <a:lnTo>
                    <a:pt x="74543" y="1946"/>
                  </a:lnTo>
                  <a:lnTo>
                    <a:pt x="74402" y="2066"/>
                  </a:lnTo>
                  <a:lnTo>
                    <a:pt x="74162" y="2247"/>
                  </a:lnTo>
                  <a:lnTo>
                    <a:pt x="73841" y="2487"/>
                  </a:lnTo>
                  <a:lnTo>
                    <a:pt x="73440" y="2748"/>
                  </a:lnTo>
                  <a:lnTo>
                    <a:pt x="72958" y="3049"/>
                  </a:lnTo>
                  <a:lnTo>
                    <a:pt x="72397" y="3390"/>
                  </a:lnTo>
                  <a:lnTo>
                    <a:pt x="71755" y="3771"/>
                  </a:lnTo>
                  <a:lnTo>
                    <a:pt x="71033" y="4152"/>
                  </a:lnTo>
                  <a:lnTo>
                    <a:pt x="70251" y="4573"/>
                  </a:lnTo>
                  <a:lnTo>
                    <a:pt x="69389" y="5014"/>
                  </a:lnTo>
                  <a:lnTo>
                    <a:pt x="68446" y="5475"/>
                  </a:lnTo>
                  <a:lnTo>
                    <a:pt x="67443" y="5937"/>
                  </a:lnTo>
                  <a:lnTo>
                    <a:pt x="66360" y="6418"/>
                  </a:lnTo>
                  <a:lnTo>
                    <a:pt x="65217" y="6919"/>
                  </a:lnTo>
                  <a:lnTo>
                    <a:pt x="64014" y="7401"/>
                  </a:lnTo>
                  <a:lnTo>
                    <a:pt x="62751" y="7882"/>
                  </a:lnTo>
                  <a:lnTo>
                    <a:pt x="61407" y="8363"/>
                  </a:lnTo>
                  <a:lnTo>
                    <a:pt x="60023" y="8824"/>
                  </a:lnTo>
                  <a:lnTo>
                    <a:pt x="58579" y="9286"/>
                  </a:lnTo>
                  <a:lnTo>
                    <a:pt x="57075" y="9727"/>
                  </a:lnTo>
                  <a:lnTo>
                    <a:pt x="55511" y="10148"/>
                  </a:lnTo>
                  <a:lnTo>
                    <a:pt x="53907" y="10549"/>
                  </a:lnTo>
                  <a:lnTo>
                    <a:pt x="52242" y="10930"/>
                  </a:lnTo>
                  <a:lnTo>
                    <a:pt x="50538" y="11271"/>
                  </a:lnTo>
                  <a:lnTo>
                    <a:pt x="48773" y="11572"/>
                  </a:lnTo>
                  <a:lnTo>
                    <a:pt x="46968" y="11853"/>
                  </a:lnTo>
                  <a:lnTo>
                    <a:pt x="46045" y="11973"/>
                  </a:lnTo>
                  <a:lnTo>
                    <a:pt x="45123" y="12073"/>
                  </a:lnTo>
                  <a:lnTo>
                    <a:pt x="44180" y="12174"/>
                  </a:lnTo>
                  <a:lnTo>
                    <a:pt x="43218" y="12274"/>
                  </a:lnTo>
                  <a:lnTo>
                    <a:pt x="42255" y="12334"/>
                  </a:lnTo>
                  <a:lnTo>
                    <a:pt x="41292" y="12394"/>
                  </a:lnTo>
                  <a:lnTo>
                    <a:pt x="40310" y="12454"/>
                  </a:lnTo>
                  <a:lnTo>
                    <a:pt x="39307" y="12494"/>
                  </a:lnTo>
                  <a:lnTo>
                    <a:pt x="38304" y="12514"/>
                  </a:lnTo>
                  <a:lnTo>
                    <a:pt x="37302" y="12514"/>
                  </a:lnTo>
                  <a:lnTo>
                    <a:pt x="37302" y="12514"/>
                  </a:lnTo>
                  <a:lnTo>
                    <a:pt x="36299" y="12514"/>
                  </a:lnTo>
                  <a:lnTo>
                    <a:pt x="35296" y="12494"/>
                  </a:lnTo>
                  <a:lnTo>
                    <a:pt x="34293" y="12454"/>
                  </a:lnTo>
                  <a:lnTo>
                    <a:pt x="33311" y="12394"/>
                  </a:lnTo>
                  <a:lnTo>
                    <a:pt x="32348" y="12334"/>
                  </a:lnTo>
                  <a:lnTo>
                    <a:pt x="31385" y="12274"/>
                  </a:lnTo>
                  <a:lnTo>
                    <a:pt x="30423" y="12174"/>
                  </a:lnTo>
                  <a:lnTo>
                    <a:pt x="29480" y="12073"/>
                  </a:lnTo>
                  <a:lnTo>
                    <a:pt x="28558" y="11973"/>
                  </a:lnTo>
                  <a:lnTo>
                    <a:pt x="27635" y="11853"/>
                  </a:lnTo>
                  <a:lnTo>
                    <a:pt x="25830" y="11572"/>
                  </a:lnTo>
                  <a:lnTo>
                    <a:pt x="24066" y="11271"/>
                  </a:lnTo>
                  <a:lnTo>
                    <a:pt x="22361" y="10930"/>
                  </a:lnTo>
                  <a:lnTo>
                    <a:pt x="20696" y="10549"/>
                  </a:lnTo>
                  <a:lnTo>
                    <a:pt x="19092" y="10148"/>
                  </a:lnTo>
                  <a:lnTo>
                    <a:pt x="17528" y="9727"/>
                  </a:lnTo>
                  <a:lnTo>
                    <a:pt x="16024" y="9286"/>
                  </a:lnTo>
                  <a:lnTo>
                    <a:pt x="14580" y="8824"/>
                  </a:lnTo>
                  <a:lnTo>
                    <a:pt x="13176" y="8363"/>
                  </a:lnTo>
                  <a:lnTo>
                    <a:pt x="11852" y="7882"/>
                  </a:lnTo>
                  <a:lnTo>
                    <a:pt x="10589" y="7401"/>
                  </a:lnTo>
                  <a:lnTo>
                    <a:pt x="9386" y="6919"/>
                  </a:lnTo>
                  <a:lnTo>
                    <a:pt x="8243" y="6418"/>
                  </a:lnTo>
                  <a:lnTo>
                    <a:pt x="7160" y="5937"/>
                  </a:lnTo>
                  <a:lnTo>
                    <a:pt x="6157" y="5475"/>
                  </a:lnTo>
                  <a:lnTo>
                    <a:pt x="5214" y="5014"/>
                  </a:lnTo>
                  <a:lnTo>
                    <a:pt x="4352" y="4573"/>
                  </a:lnTo>
                  <a:lnTo>
                    <a:pt x="3570" y="4152"/>
                  </a:lnTo>
                  <a:lnTo>
                    <a:pt x="2848" y="3771"/>
                  </a:lnTo>
                  <a:lnTo>
                    <a:pt x="2206" y="3390"/>
                  </a:lnTo>
                  <a:lnTo>
                    <a:pt x="1645" y="3049"/>
                  </a:lnTo>
                  <a:lnTo>
                    <a:pt x="1163" y="2748"/>
                  </a:lnTo>
                  <a:lnTo>
                    <a:pt x="762" y="2487"/>
                  </a:lnTo>
                  <a:lnTo>
                    <a:pt x="441" y="2247"/>
                  </a:lnTo>
                  <a:lnTo>
                    <a:pt x="201" y="2066"/>
                  </a:lnTo>
                  <a:lnTo>
                    <a:pt x="60" y="1946"/>
                  </a:lnTo>
                  <a:lnTo>
                    <a:pt x="0" y="1865"/>
                  </a:lnTo>
                  <a:lnTo>
                    <a:pt x="0" y="1865"/>
                  </a:lnTo>
                  <a:lnTo>
                    <a:pt x="0" y="1805"/>
                  </a:lnTo>
                  <a:lnTo>
                    <a:pt x="0" y="1745"/>
                  </a:lnTo>
                  <a:lnTo>
                    <a:pt x="60" y="1605"/>
                  </a:lnTo>
                  <a:lnTo>
                    <a:pt x="161" y="1424"/>
                  </a:lnTo>
                  <a:lnTo>
                    <a:pt x="301" y="1244"/>
                  </a:lnTo>
                  <a:lnTo>
                    <a:pt x="482" y="1063"/>
                  </a:lnTo>
                  <a:lnTo>
                    <a:pt x="702" y="863"/>
                  </a:lnTo>
                  <a:lnTo>
                    <a:pt x="943" y="682"/>
                  </a:lnTo>
                  <a:lnTo>
                    <a:pt x="1203" y="502"/>
                  </a:lnTo>
                  <a:lnTo>
                    <a:pt x="1504" y="341"/>
                  </a:lnTo>
                  <a:lnTo>
                    <a:pt x="1805" y="201"/>
                  </a:lnTo>
                  <a:lnTo>
                    <a:pt x="2126" y="101"/>
                  </a:lnTo>
                  <a:lnTo>
                    <a:pt x="2467" y="20"/>
                  </a:lnTo>
                  <a:lnTo>
                    <a:pt x="2788" y="0"/>
                  </a:lnTo>
                  <a:lnTo>
                    <a:pt x="2968" y="0"/>
                  </a:lnTo>
                  <a:lnTo>
                    <a:pt x="3129" y="20"/>
                  </a:lnTo>
                  <a:lnTo>
                    <a:pt x="3289" y="41"/>
                  </a:lnTo>
                  <a:lnTo>
                    <a:pt x="3470" y="81"/>
                  </a:lnTo>
                  <a:lnTo>
                    <a:pt x="3630" y="141"/>
                  </a:lnTo>
                  <a:lnTo>
                    <a:pt x="3791" y="221"/>
                  </a:lnTo>
                  <a:lnTo>
                    <a:pt x="3791" y="221"/>
                  </a:lnTo>
                  <a:lnTo>
                    <a:pt x="4974" y="823"/>
                  </a:lnTo>
                  <a:lnTo>
                    <a:pt x="6177" y="1384"/>
                  </a:lnTo>
                  <a:lnTo>
                    <a:pt x="7400" y="1926"/>
                  </a:lnTo>
                  <a:lnTo>
                    <a:pt x="8624" y="2427"/>
                  </a:lnTo>
                  <a:lnTo>
                    <a:pt x="9847" y="2908"/>
                  </a:lnTo>
                  <a:lnTo>
                    <a:pt x="11070" y="3350"/>
                  </a:lnTo>
                  <a:lnTo>
                    <a:pt x="12314" y="3771"/>
                  </a:lnTo>
                  <a:lnTo>
                    <a:pt x="13537" y="4172"/>
                  </a:lnTo>
                  <a:lnTo>
                    <a:pt x="14760" y="4533"/>
                  </a:lnTo>
                  <a:lnTo>
                    <a:pt x="15984" y="4874"/>
                  </a:lnTo>
                  <a:lnTo>
                    <a:pt x="17207" y="5195"/>
                  </a:lnTo>
                  <a:lnTo>
                    <a:pt x="18410" y="5495"/>
                  </a:lnTo>
                  <a:lnTo>
                    <a:pt x="19593" y="5776"/>
                  </a:lnTo>
                  <a:lnTo>
                    <a:pt x="20777" y="6017"/>
                  </a:lnTo>
                  <a:lnTo>
                    <a:pt x="21940" y="6257"/>
                  </a:lnTo>
                  <a:lnTo>
                    <a:pt x="23083" y="6458"/>
                  </a:lnTo>
                  <a:lnTo>
                    <a:pt x="24226" y="6659"/>
                  </a:lnTo>
                  <a:lnTo>
                    <a:pt x="25329" y="6839"/>
                  </a:lnTo>
                  <a:lnTo>
                    <a:pt x="26412" y="6979"/>
                  </a:lnTo>
                  <a:lnTo>
                    <a:pt x="27455" y="7120"/>
                  </a:lnTo>
                  <a:lnTo>
                    <a:pt x="29480" y="7360"/>
                  </a:lnTo>
                  <a:lnTo>
                    <a:pt x="31365" y="7541"/>
                  </a:lnTo>
                  <a:lnTo>
                    <a:pt x="33110" y="7661"/>
                  </a:lnTo>
                  <a:lnTo>
                    <a:pt x="34694" y="7741"/>
                  </a:lnTo>
                  <a:lnTo>
                    <a:pt x="36098" y="7782"/>
                  </a:lnTo>
                  <a:lnTo>
                    <a:pt x="37302" y="7802"/>
                  </a:lnTo>
                  <a:lnTo>
                    <a:pt x="37302" y="7802"/>
                  </a:lnTo>
                  <a:lnTo>
                    <a:pt x="38505" y="7782"/>
                  </a:lnTo>
                  <a:lnTo>
                    <a:pt x="39909" y="7741"/>
                  </a:lnTo>
                  <a:lnTo>
                    <a:pt x="41493" y="7661"/>
                  </a:lnTo>
                  <a:lnTo>
                    <a:pt x="43238" y="7541"/>
                  </a:lnTo>
                  <a:lnTo>
                    <a:pt x="45123" y="7360"/>
                  </a:lnTo>
                  <a:lnTo>
                    <a:pt x="47148" y="7120"/>
                  </a:lnTo>
                  <a:lnTo>
                    <a:pt x="48191" y="6979"/>
                  </a:lnTo>
                  <a:lnTo>
                    <a:pt x="49274" y="6839"/>
                  </a:lnTo>
                  <a:lnTo>
                    <a:pt x="50377" y="6659"/>
                  </a:lnTo>
                  <a:lnTo>
                    <a:pt x="51500" y="6458"/>
                  </a:lnTo>
                  <a:lnTo>
                    <a:pt x="52663" y="6257"/>
                  </a:lnTo>
                  <a:lnTo>
                    <a:pt x="53826" y="6017"/>
                  </a:lnTo>
                  <a:lnTo>
                    <a:pt x="54990" y="5776"/>
                  </a:lnTo>
                  <a:lnTo>
                    <a:pt x="56193" y="5495"/>
                  </a:lnTo>
                  <a:lnTo>
                    <a:pt x="57396" y="5195"/>
                  </a:lnTo>
                  <a:lnTo>
                    <a:pt x="58619" y="4874"/>
                  </a:lnTo>
                  <a:lnTo>
                    <a:pt x="59823" y="4533"/>
                  </a:lnTo>
                  <a:lnTo>
                    <a:pt x="61066" y="4172"/>
                  </a:lnTo>
                  <a:lnTo>
                    <a:pt x="62289" y="3771"/>
                  </a:lnTo>
                  <a:lnTo>
                    <a:pt x="63513" y="3350"/>
                  </a:lnTo>
                  <a:lnTo>
                    <a:pt x="64756" y="2908"/>
                  </a:lnTo>
                  <a:lnTo>
                    <a:pt x="65979" y="2427"/>
                  </a:lnTo>
                  <a:lnTo>
                    <a:pt x="67203" y="1926"/>
                  </a:lnTo>
                  <a:lnTo>
                    <a:pt x="68406" y="1384"/>
                  </a:lnTo>
                  <a:lnTo>
                    <a:pt x="69609" y="823"/>
                  </a:lnTo>
                  <a:lnTo>
                    <a:pt x="70813" y="221"/>
                  </a:lnTo>
                  <a:lnTo>
                    <a:pt x="70813" y="221"/>
                  </a:lnTo>
                  <a:lnTo>
                    <a:pt x="70973" y="141"/>
                  </a:lnTo>
                  <a:lnTo>
                    <a:pt x="71133" y="81"/>
                  </a:lnTo>
                  <a:lnTo>
                    <a:pt x="71294" y="41"/>
                  </a:lnTo>
                  <a:lnTo>
                    <a:pt x="71474" y="20"/>
                  </a:lnTo>
                  <a:lnTo>
                    <a:pt x="71635" y="0"/>
                  </a:lnTo>
                  <a:lnTo>
                    <a:pt x="71795" y="0"/>
                  </a:lnTo>
                  <a:lnTo>
                    <a:pt x="72136" y="20"/>
                  </a:lnTo>
                  <a:lnTo>
                    <a:pt x="72457" y="101"/>
                  </a:lnTo>
                  <a:lnTo>
                    <a:pt x="72798" y="201"/>
                  </a:lnTo>
                  <a:lnTo>
                    <a:pt x="73099" y="341"/>
                  </a:lnTo>
                  <a:lnTo>
                    <a:pt x="73380" y="502"/>
                  </a:lnTo>
                  <a:lnTo>
                    <a:pt x="73660" y="682"/>
                  </a:lnTo>
                  <a:lnTo>
                    <a:pt x="73901" y="863"/>
                  </a:lnTo>
                  <a:lnTo>
                    <a:pt x="74122" y="1063"/>
                  </a:lnTo>
                  <a:lnTo>
                    <a:pt x="74302" y="1244"/>
                  </a:lnTo>
                  <a:lnTo>
                    <a:pt x="74442" y="1424"/>
                  </a:lnTo>
                  <a:lnTo>
                    <a:pt x="74543" y="1605"/>
                  </a:lnTo>
                  <a:lnTo>
                    <a:pt x="74603" y="1745"/>
                  </a:lnTo>
                  <a:lnTo>
                    <a:pt x="74603" y="1805"/>
                  </a:lnTo>
                  <a:lnTo>
                    <a:pt x="74603" y="1865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4" name="Google Shape;7524;p36"/>
            <p:cNvSpPr/>
            <p:nvPr/>
          </p:nvSpPr>
          <p:spPr>
            <a:xfrm>
              <a:off x="8364975" y="5252175"/>
              <a:ext cx="1865075" cy="312875"/>
            </a:xfrm>
            <a:custGeom>
              <a:avLst/>
              <a:gdLst/>
              <a:ahLst/>
              <a:cxnLst/>
              <a:rect l="l" t="t" r="r" b="b"/>
              <a:pathLst>
                <a:path w="74603" h="12515" extrusionOk="0">
                  <a:moveTo>
                    <a:pt x="71514" y="0"/>
                  </a:moveTo>
                  <a:lnTo>
                    <a:pt x="71274" y="41"/>
                  </a:lnTo>
                  <a:lnTo>
                    <a:pt x="71033" y="121"/>
                  </a:lnTo>
                  <a:lnTo>
                    <a:pt x="70813" y="221"/>
                  </a:lnTo>
                  <a:lnTo>
                    <a:pt x="69449" y="903"/>
                  </a:lnTo>
                  <a:lnTo>
                    <a:pt x="68085" y="1545"/>
                  </a:lnTo>
                  <a:lnTo>
                    <a:pt x="66701" y="2126"/>
                  </a:lnTo>
                  <a:lnTo>
                    <a:pt x="65298" y="2688"/>
                  </a:lnTo>
                  <a:lnTo>
                    <a:pt x="66120" y="4533"/>
                  </a:lnTo>
                  <a:lnTo>
                    <a:pt x="66862" y="6217"/>
                  </a:lnTo>
                  <a:lnTo>
                    <a:pt x="67744" y="5796"/>
                  </a:lnTo>
                  <a:lnTo>
                    <a:pt x="68587" y="5415"/>
                  </a:lnTo>
                  <a:lnTo>
                    <a:pt x="69369" y="5014"/>
                  </a:lnTo>
                  <a:lnTo>
                    <a:pt x="70111" y="4653"/>
                  </a:lnTo>
                  <a:lnTo>
                    <a:pt x="71434" y="3951"/>
                  </a:lnTo>
                  <a:lnTo>
                    <a:pt x="72537" y="3309"/>
                  </a:lnTo>
                  <a:lnTo>
                    <a:pt x="73400" y="2768"/>
                  </a:lnTo>
                  <a:lnTo>
                    <a:pt x="74041" y="2347"/>
                  </a:lnTo>
                  <a:lnTo>
                    <a:pt x="74442" y="2026"/>
                  </a:lnTo>
                  <a:lnTo>
                    <a:pt x="74563" y="1926"/>
                  </a:lnTo>
                  <a:lnTo>
                    <a:pt x="74603" y="1865"/>
                  </a:lnTo>
                  <a:lnTo>
                    <a:pt x="74603" y="1825"/>
                  </a:lnTo>
                  <a:lnTo>
                    <a:pt x="74583" y="1725"/>
                  </a:lnTo>
                  <a:lnTo>
                    <a:pt x="74543" y="1605"/>
                  </a:lnTo>
                  <a:lnTo>
                    <a:pt x="74463" y="1464"/>
                  </a:lnTo>
                  <a:lnTo>
                    <a:pt x="74362" y="1324"/>
                  </a:lnTo>
                  <a:lnTo>
                    <a:pt x="74222" y="1184"/>
                  </a:lnTo>
                  <a:lnTo>
                    <a:pt x="74081" y="1023"/>
                  </a:lnTo>
                  <a:lnTo>
                    <a:pt x="73901" y="863"/>
                  </a:lnTo>
                  <a:lnTo>
                    <a:pt x="73700" y="722"/>
                  </a:lnTo>
                  <a:lnTo>
                    <a:pt x="73500" y="582"/>
                  </a:lnTo>
                  <a:lnTo>
                    <a:pt x="73279" y="442"/>
                  </a:lnTo>
                  <a:lnTo>
                    <a:pt x="73039" y="321"/>
                  </a:lnTo>
                  <a:lnTo>
                    <a:pt x="72798" y="221"/>
                  </a:lnTo>
                  <a:lnTo>
                    <a:pt x="72537" y="121"/>
                  </a:lnTo>
                  <a:lnTo>
                    <a:pt x="72277" y="61"/>
                  </a:lnTo>
                  <a:lnTo>
                    <a:pt x="72016" y="20"/>
                  </a:lnTo>
                  <a:lnTo>
                    <a:pt x="71755" y="0"/>
                  </a:lnTo>
                  <a:close/>
                  <a:moveTo>
                    <a:pt x="2848" y="0"/>
                  </a:moveTo>
                  <a:lnTo>
                    <a:pt x="2587" y="20"/>
                  </a:lnTo>
                  <a:lnTo>
                    <a:pt x="2327" y="61"/>
                  </a:lnTo>
                  <a:lnTo>
                    <a:pt x="2066" y="121"/>
                  </a:lnTo>
                  <a:lnTo>
                    <a:pt x="1805" y="201"/>
                  </a:lnTo>
                  <a:lnTo>
                    <a:pt x="1564" y="321"/>
                  </a:lnTo>
                  <a:lnTo>
                    <a:pt x="1324" y="442"/>
                  </a:lnTo>
                  <a:lnTo>
                    <a:pt x="1103" y="582"/>
                  </a:lnTo>
                  <a:lnTo>
                    <a:pt x="903" y="722"/>
                  </a:lnTo>
                  <a:lnTo>
                    <a:pt x="702" y="863"/>
                  </a:lnTo>
                  <a:lnTo>
                    <a:pt x="522" y="1023"/>
                  </a:lnTo>
                  <a:lnTo>
                    <a:pt x="381" y="1164"/>
                  </a:lnTo>
                  <a:lnTo>
                    <a:pt x="241" y="1324"/>
                  </a:lnTo>
                  <a:lnTo>
                    <a:pt x="141" y="1464"/>
                  </a:lnTo>
                  <a:lnTo>
                    <a:pt x="60" y="1585"/>
                  </a:lnTo>
                  <a:lnTo>
                    <a:pt x="20" y="1705"/>
                  </a:lnTo>
                  <a:lnTo>
                    <a:pt x="0" y="1805"/>
                  </a:lnTo>
                  <a:lnTo>
                    <a:pt x="0" y="1865"/>
                  </a:lnTo>
                  <a:lnTo>
                    <a:pt x="40" y="1906"/>
                  </a:lnTo>
                  <a:lnTo>
                    <a:pt x="121" y="1986"/>
                  </a:lnTo>
                  <a:lnTo>
                    <a:pt x="381" y="2206"/>
                  </a:lnTo>
                  <a:lnTo>
                    <a:pt x="822" y="2527"/>
                  </a:lnTo>
                  <a:lnTo>
                    <a:pt x="1424" y="2908"/>
                  </a:lnTo>
                  <a:lnTo>
                    <a:pt x="2166" y="3370"/>
                  </a:lnTo>
                  <a:lnTo>
                    <a:pt x="3069" y="3891"/>
                  </a:lnTo>
                  <a:lnTo>
                    <a:pt x="4131" y="4453"/>
                  </a:lnTo>
                  <a:lnTo>
                    <a:pt x="5315" y="5074"/>
                  </a:lnTo>
                  <a:lnTo>
                    <a:pt x="6638" y="5716"/>
                  </a:lnTo>
                  <a:lnTo>
                    <a:pt x="8102" y="6358"/>
                  </a:lnTo>
                  <a:lnTo>
                    <a:pt x="9687" y="7040"/>
                  </a:lnTo>
                  <a:lnTo>
                    <a:pt x="10529" y="7380"/>
                  </a:lnTo>
                  <a:lnTo>
                    <a:pt x="11411" y="7721"/>
                  </a:lnTo>
                  <a:lnTo>
                    <a:pt x="12314" y="8042"/>
                  </a:lnTo>
                  <a:lnTo>
                    <a:pt x="13236" y="8383"/>
                  </a:lnTo>
                  <a:lnTo>
                    <a:pt x="14199" y="8704"/>
                  </a:lnTo>
                  <a:lnTo>
                    <a:pt x="15202" y="9025"/>
                  </a:lnTo>
                  <a:lnTo>
                    <a:pt x="16204" y="9346"/>
                  </a:lnTo>
                  <a:lnTo>
                    <a:pt x="17247" y="9647"/>
                  </a:lnTo>
                  <a:lnTo>
                    <a:pt x="18310" y="9947"/>
                  </a:lnTo>
                  <a:lnTo>
                    <a:pt x="19413" y="10248"/>
                  </a:lnTo>
                  <a:lnTo>
                    <a:pt x="19373" y="10128"/>
                  </a:lnTo>
                  <a:lnTo>
                    <a:pt x="19333" y="10008"/>
                  </a:lnTo>
                  <a:lnTo>
                    <a:pt x="19333" y="9988"/>
                  </a:lnTo>
                  <a:lnTo>
                    <a:pt x="19373" y="9827"/>
                  </a:lnTo>
                  <a:lnTo>
                    <a:pt x="19453" y="9546"/>
                  </a:lnTo>
                  <a:lnTo>
                    <a:pt x="19774" y="8704"/>
                  </a:lnTo>
                  <a:lnTo>
                    <a:pt x="20255" y="7501"/>
                  </a:lnTo>
                  <a:lnTo>
                    <a:pt x="20877" y="6037"/>
                  </a:lnTo>
                  <a:lnTo>
                    <a:pt x="19894" y="5836"/>
                  </a:lnTo>
                  <a:lnTo>
                    <a:pt x="18912" y="5616"/>
                  </a:lnTo>
                  <a:lnTo>
                    <a:pt x="17929" y="5375"/>
                  </a:lnTo>
                  <a:lnTo>
                    <a:pt x="16926" y="5134"/>
                  </a:lnTo>
                  <a:lnTo>
                    <a:pt x="15643" y="4793"/>
                  </a:lnTo>
                  <a:lnTo>
                    <a:pt x="15061" y="5535"/>
                  </a:lnTo>
                  <a:lnTo>
                    <a:pt x="14600" y="6097"/>
                  </a:lnTo>
                  <a:lnTo>
                    <a:pt x="14259" y="6498"/>
                  </a:lnTo>
                  <a:lnTo>
                    <a:pt x="14159" y="6598"/>
                  </a:lnTo>
                  <a:lnTo>
                    <a:pt x="14078" y="6659"/>
                  </a:lnTo>
                  <a:lnTo>
                    <a:pt x="13898" y="6739"/>
                  </a:lnTo>
                  <a:lnTo>
                    <a:pt x="13717" y="6799"/>
                  </a:lnTo>
                  <a:lnTo>
                    <a:pt x="13557" y="6819"/>
                  </a:lnTo>
                  <a:lnTo>
                    <a:pt x="13377" y="6839"/>
                  </a:lnTo>
                  <a:lnTo>
                    <a:pt x="13156" y="6819"/>
                  </a:lnTo>
                  <a:lnTo>
                    <a:pt x="12955" y="6759"/>
                  </a:lnTo>
                  <a:lnTo>
                    <a:pt x="12755" y="6699"/>
                  </a:lnTo>
                  <a:lnTo>
                    <a:pt x="12574" y="6598"/>
                  </a:lnTo>
                  <a:lnTo>
                    <a:pt x="12434" y="6458"/>
                  </a:lnTo>
                  <a:lnTo>
                    <a:pt x="12294" y="6318"/>
                  </a:lnTo>
                  <a:lnTo>
                    <a:pt x="12213" y="6157"/>
                  </a:lnTo>
                  <a:lnTo>
                    <a:pt x="12153" y="5977"/>
                  </a:lnTo>
                  <a:lnTo>
                    <a:pt x="12153" y="5957"/>
                  </a:lnTo>
                  <a:lnTo>
                    <a:pt x="12173" y="5856"/>
                  </a:lnTo>
                  <a:lnTo>
                    <a:pt x="12193" y="5716"/>
                  </a:lnTo>
                  <a:lnTo>
                    <a:pt x="12354" y="5295"/>
                  </a:lnTo>
                  <a:lnTo>
                    <a:pt x="12574" y="4693"/>
                  </a:lnTo>
                  <a:lnTo>
                    <a:pt x="12875" y="3951"/>
                  </a:lnTo>
                  <a:lnTo>
                    <a:pt x="11732" y="3570"/>
                  </a:lnTo>
                  <a:lnTo>
                    <a:pt x="10589" y="3169"/>
                  </a:lnTo>
                  <a:lnTo>
                    <a:pt x="9426" y="2748"/>
                  </a:lnTo>
                  <a:lnTo>
                    <a:pt x="8283" y="2287"/>
                  </a:lnTo>
                  <a:lnTo>
                    <a:pt x="7160" y="1805"/>
                  </a:lnTo>
                  <a:lnTo>
                    <a:pt x="6017" y="1304"/>
                  </a:lnTo>
                  <a:lnTo>
                    <a:pt x="4893" y="783"/>
                  </a:lnTo>
                  <a:lnTo>
                    <a:pt x="3791" y="221"/>
                  </a:lnTo>
                  <a:lnTo>
                    <a:pt x="3550" y="121"/>
                  </a:lnTo>
                  <a:lnTo>
                    <a:pt x="3329" y="41"/>
                  </a:lnTo>
                  <a:lnTo>
                    <a:pt x="3089" y="0"/>
                  </a:lnTo>
                  <a:close/>
                  <a:moveTo>
                    <a:pt x="61106" y="4152"/>
                  </a:moveTo>
                  <a:lnTo>
                    <a:pt x="60103" y="4453"/>
                  </a:lnTo>
                  <a:lnTo>
                    <a:pt x="59101" y="4753"/>
                  </a:lnTo>
                  <a:lnTo>
                    <a:pt x="58098" y="5014"/>
                  </a:lnTo>
                  <a:lnTo>
                    <a:pt x="57115" y="5275"/>
                  </a:lnTo>
                  <a:lnTo>
                    <a:pt x="57396" y="5977"/>
                  </a:lnTo>
                  <a:lnTo>
                    <a:pt x="57617" y="6538"/>
                  </a:lnTo>
                  <a:lnTo>
                    <a:pt x="57737" y="6939"/>
                  </a:lnTo>
                  <a:lnTo>
                    <a:pt x="57777" y="7060"/>
                  </a:lnTo>
                  <a:lnTo>
                    <a:pt x="57797" y="7160"/>
                  </a:lnTo>
                  <a:lnTo>
                    <a:pt x="57797" y="7180"/>
                  </a:lnTo>
                  <a:lnTo>
                    <a:pt x="57737" y="7360"/>
                  </a:lnTo>
                  <a:lnTo>
                    <a:pt x="57637" y="7521"/>
                  </a:lnTo>
                  <a:lnTo>
                    <a:pt x="57516" y="7661"/>
                  </a:lnTo>
                  <a:lnTo>
                    <a:pt x="57356" y="7782"/>
                  </a:lnTo>
                  <a:lnTo>
                    <a:pt x="57196" y="7882"/>
                  </a:lnTo>
                  <a:lnTo>
                    <a:pt x="56995" y="7962"/>
                  </a:lnTo>
                  <a:lnTo>
                    <a:pt x="56774" y="8002"/>
                  </a:lnTo>
                  <a:lnTo>
                    <a:pt x="56574" y="8022"/>
                  </a:lnTo>
                  <a:lnTo>
                    <a:pt x="56393" y="8022"/>
                  </a:lnTo>
                  <a:lnTo>
                    <a:pt x="56213" y="7982"/>
                  </a:lnTo>
                  <a:lnTo>
                    <a:pt x="56052" y="7942"/>
                  </a:lnTo>
                  <a:lnTo>
                    <a:pt x="55872" y="7862"/>
                  </a:lnTo>
                  <a:lnTo>
                    <a:pt x="55792" y="7802"/>
                  </a:lnTo>
                  <a:lnTo>
                    <a:pt x="55671" y="7681"/>
                  </a:lnTo>
                  <a:lnTo>
                    <a:pt x="55331" y="7280"/>
                  </a:lnTo>
                  <a:lnTo>
                    <a:pt x="54849" y="6699"/>
                  </a:lnTo>
                  <a:lnTo>
                    <a:pt x="54268" y="5937"/>
                  </a:lnTo>
                  <a:lnTo>
                    <a:pt x="52924" y="6197"/>
                  </a:lnTo>
                  <a:lnTo>
                    <a:pt x="51600" y="6458"/>
                  </a:lnTo>
                  <a:lnTo>
                    <a:pt x="50297" y="6679"/>
                  </a:lnTo>
                  <a:lnTo>
                    <a:pt x="49033" y="6859"/>
                  </a:lnTo>
                  <a:lnTo>
                    <a:pt x="47810" y="7040"/>
                  </a:lnTo>
                  <a:lnTo>
                    <a:pt x="46607" y="7200"/>
                  </a:lnTo>
                  <a:lnTo>
                    <a:pt x="45444" y="7320"/>
                  </a:lnTo>
                  <a:lnTo>
                    <a:pt x="44341" y="7441"/>
                  </a:lnTo>
                  <a:lnTo>
                    <a:pt x="43258" y="7521"/>
                  </a:lnTo>
                  <a:lnTo>
                    <a:pt x="42235" y="7601"/>
                  </a:lnTo>
                  <a:lnTo>
                    <a:pt x="40350" y="7721"/>
                  </a:lnTo>
                  <a:lnTo>
                    <a:pt x="38705" y="7782"/>
                  </a:lnTo>
                  <a:lnTo>
                    <a:pt x="37302" y="7802"/>
                  </a:lnTo>
                  <a:lnTo>
                    <a:pt x="36219" y="7782"/>
                  </a:lnTo>
                  <a:lnTo>
                    <a:pt x="34955" y="7741"/>
                  </a:lnTo>
                  <a:lnTo>
                    <a:pt x="33551" y="7681"/>
                  </a:lnTo>
                  <a:lnTo>
                    <a:pt x="32007" y="7581"/>
                  </a:lnTo>
                  <a:lnTo>
                    <a:pt x="30323" y="7441"/>
                  </a:lnTo>
                  <a:lnTo>
                    <a:pt x="28538" y="7260"/>
                  </a:lnTo>
                  <a:lnTo>
                    <a:pt x="26653" y="7020"/>
                  </a:lnTo>
                  <a:lnTo>
                    <a:pt x="24667" y="6739"/>
                  </a:lnTo>
                  <a:lnTo>
                    <a:pt x="23544" y="8223"/>
                  </a:lnTo>
                  <a:lnTo>
                    <a:pt x="22622" y="9446"/>
                  </a:lnTo>
                  <a:lnTo>
                    <a:pt x="21920" y="10308"/>
                  </a:lnTo>
                  <a:lnTo>
                    <a:pt x="21679" y="10589"/>
                  </a:lnTo>
                  <a:lnTo>
                    <a:pt x="21499" y="10750"/>
                  </a:lnTo>
                  <a:lnTo>
                    <a:pt x="23304" y="11131"/>
                  </a:lnTo>
                  <a:lnTo>
                    <a:pt x="24226" y="11291"/>
                  </a:lnTo>
                  <a:lnTo>
                    <a:pt x="25149" y="11472"/>
                  </a:lnTo>
                  <a:lnTo>
                    <a:pt x="26091" y="11612"/>
                  </a:lnTo>
                  <a:lnTo>
                    <a:pt x="27054" y="11772"/>
                  </a:lnTo>
                  <a:lnTo>
                    <a:pt x="28036" y="11893"/>
                  </a:lnTo>
                  <a:lnTo>
                    <a:pt x="29019" y="12033"/>
                  </a:lnTo>
                  <a:lnTo>
                    <a:pt x="30002" y="12133"/>
                  </a:lnTo>
                  <a:lnTo>
                    <a:pt x="31024" y="12234"/>
                  </a:lnTo>
                  <a:lnTo>
                    <a:pt x="32027" y="12314"/>
                  </a:lnTo>
                  <a:lnTo>
                    <a:pt x="33070" y="12394"/>
                  </a:lnTo>
                  <a:lnTo>
                    <a:pt x="34113" y="12434"/>
                  </a:lnTo>
                  <a:lnTo>
                    <a:pt x="35156" y="12474"/>
                  </a:lnTo>
                  <a:lnTo>
                    <a:pt x="36219" y="12514"/>
                  </a:lnTo>
                  <a:lnTo>
                    <a:pt x="38284" y="12514"/>
                  </a:lnTo>
                  <a:lnTo>
                    <a:pt x="39267" y="12494"/>
                  </a:lnTo>
                  <a:lnTo>
                    <a:pt x="40250" y="12454"/>
                  </a:lnTo>
                  <a:lnTo>
                    <a:pt x="41212" y="12414"/>
                  </a:lnTo>
                  <a:lnTo>
                    <a:pt x="42155" y="12354"/>
                  </a:lnTo>
                  <a:lnTo>
                    <a:pt x="43097" y="12274"/>
                  </a:lnTo>
                  <a:lnTo>
                    <a:pt x="44040" y="12194"/>
                  </a:lnTo>
                  <a:lnTo>
                    <a:pt x="44962" y="12093"/>
                  </a:lnTo>
                  <a:lnTo>
                    <a:pt x="46767" y="11873"/>
                  </a:lnTo>
                  <a:lnTo>
                    <a:pt x="48552" y="11612"/>
                  </a:lnTo>
                  <a:lnTo>
                    <a:pt x="50277" y="11311"/>
                  </a:lnTo>
                  <a:lnTo>
                    <a:pt x="51961" y="10990"/>
                  </a:lnTo>
                  <a:lnTo>
                    <a:pt x="53606" y="10629"/>
                  </a:lnTo>
                  <a:lnTo>
                    <a:pt x="55190" y="10248"/>
                  </a:lnTo>
                  <a:lnTo>
                    <a:pt x="56714" y="9827"/>
                  </a:lnTo>
                  <a:lnTo>
                    <a:pt x="58198" y="9406"/>
                  </a:lnTo>
                  <a:lnTo>
                    <a:pt x="59642" y="8965"/>
                  </a:lnTo>
                  <a:lnTo>
                    <a:pt x="61026" y="8504"/>
                  </a:lnTo>
                  <a:lnTo>
                    <a:pt x="62330" y="8022"/>
                  </a:lnTo>
                  <a:lnTo>
                    <a:pt x="63593" y="7561"/>
                  </a:lnTo>
                  <a:lnTo>
                    <a:pt x="62410" y="5957"/>
                  </a:lnTo>
                  <a:lnTo>
                    <a:pt x="61106" y="4152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5" name="Google Shape;7525;p36"/>
            <p:cNvSpPr/>
            <p:nvPr/>
          </p:nvSpPr>
          <p:spPr>
            <a:xfrm>
              <a:off x="8364975" y="5252175"/>
              <a:ext cx="521925" cy="256225"/>
            </a:xfrm>
            <a:custGeom>
              <a:avLst/>
              <a:gdLst/>
              <a:ahLst/>
              <a:cxnLst/>
              <a:rect l="l" t="t" r="r" b="b"/>
              <a:pathLst>
                <a:path w="20877" h="10249" fill="none" extrusionOk="0">
                  <a:moveTo>
                    <a:pt x="2848" y="0"/>
                  </a:moveTo>
                  <a:lnTo>
                    <a:pt x="2848" y="0"/>
                  </a:lnTo>
                  <a:lnTo>
                    <a:pt x="2587" y="20"/>
                  </a:lnTo>
                  <a:lnTo>
                    <a:pt x="2327" y="61"/>
                  </a:lnTo>
                  <a:lnTo>
                    <a:pt x="2066" y="121"/>
                  </a:lnTo>
                  <a:lnTo>
                    <a:pt x="1805" y="201"/>
                  </a:lnTo>
                  <a:lnTo>
                    <a:pt x="1564" y="321"/>
                  </a:lnTo>
                  <a:lnTo>
                    <a:pt x="1324" y="442"/>
                  </a:lnTo>
                  <a:lnTo>
                    <a:pt x="1103" y="582"/>
                  </a:lnTo>
                  <a:lnTo>
                    <a:pt x="903" y="722"/>
                  </a:lnTo>
                  <a:lnTo>
                    <a:pt x="702" y="863"/>
                  </a:lnTo>
                  <a:lnTo>
                    <a:pt x="522" y="1023"/>
                  </a:lnTo>
                  <a:lnTo>
                    <a:pt x="381" y="1164"/>
                  </a:lnTo>
                  <a:lnTo>
                    <a:pt x="241" y="1324"/>
                  </a:lnTo>
                  <a:lnTo>
                    <a:pt x="141" y="1464"/>
                  </a:lnTo>
                  <a:lnTo>
                    <a:pt x="60" y="1585"/>
                  </a:lnTo>
                  <a:lnTo>
                    <a:pt x="20" y="1705"/>
                  </a:lnTo>
                  <a:lnTo>
                    <a:pt x="0" y="1805"/>
                  </a:lnTo>
                  <a:lnTo>
                    <a:pt x="0" y="1805"/>
                  </a:lnTo>
                  <a:lnTo>
                    <a:pt x="0" y="1865"/>
                  </a:lnTo>
                  <a:lnTo>
                    <a:pt x="0" y="1865"/>
                  </a:lnTo>
                  <a:lnTo>
                    <a:pt x="40" y="1906"/>
                  </a:lnTo>
                  <a:lnTo>
                    <a:pt x="121" y="1986"/>
                  </a:lnTo>
                  <a:lnTo>
                    <a:pt x="381" y="2206"/>
                  </a:lnTo>
                  <a:lnTo>
                    <a:pt x="822" y="2527"/>
                  </a:lnTo>
                  <a:lnTo>
                    <a:pt x="1424" y="2908"/>
                  </a:lnTo>
                  <a:lnTo>
                    <a:pt x="2166" y="3370"/>
                  </a:lnTo>
                  <a:lnTo>
                    <a:pt x="3069" y="3891"/>
                  </a:lnTo>
                  <a:lnTo>
                    <a:pt x="4131" y="4453"/>
                  </a:lnTo>
                  <a:lnTo>
                    <a:pt x="5315" y="5074"/>
                  </a:lnTo>
                  <a:lnTo>
                    <a:pt x="6638" y="5716"/>
                  </a:lnTo>
                  <a:lnTo>
                    <a:pt x="8102" y="6358"/>
                  </a:lnTo>
                  <a:lnTo>
                    <a:pt x="9687" y="7040"/>
                  </a:lnTo>
                  <a:lnTo>
                    <a:pt x="10529" y="7380"/>
                  </a:lnTo>
                  <a:lnTo>
                    <a:pt x="11411" y="7721"/>
                  </a:lnTo>
                  <a:lnTo>
                    <a:pt x="12314" y="8042"/>
                  </a:lnTo>
                  <a:lnTo>
                    <a:pt x="13236" y="8383"/>
                  </a:lnTo>
                  <a:lnTo>
                    <a:pt x="14199" y="8704"/>
                  </a:lnTo>
                  <a:lnTo>
                    <a:pt x="15202" y="9025"/>
                  </a:lnTo>
                  <a:lnTo>
                    <a:pt x="16204" y="9346"/>
                  </a:lnTo>
                  <a:lnTo>
                    <a:pt x="17247" y="9647"/>
                  </a:lnTo>
                  <a:lnTo>
                    <a:pt x="18310" y="9947"/>
                  </a:lnTo>
                  <a:lnTo>
                    <a:pt x="19413" y="10248"/>
                  </a:lnTo>
                  <a:lnTo>
                    <a:pt x="19413" y="10248"/>
                  </a:lnTo>
                  <a:lnTo>
                    <a:pt x="19373" y="10128"/>
                  </a:lnTo>
                  <a:lnTo>
                    <a:pt x="19333" y="10008"/>
                  </a:lnTo>
                  <a:lnTo>
                    <a:pt x="19333" y="10008"/>
                  </a:lnTo>
                  <a:lnTo>
                    <a:pt x="19333" y="9988"/>
                  </a:lnTo>
                  <a:lnTo>
                    <a:pt x="19333" y="9988"/>
                  </a:lnTo>
                  <a:lnTo>
                    <a:pt x="19373" y="9827"/>
                  </a:lnTo>
                  <a:lnTo>
                    <a:pt x="19453" y="9546"/>
                  </a:lnTo>
                  <a:lnTo>
                    <a:pt x="19774" y="8704"/>
                  </a:lnTo>
                  <a:lnTo>
                    <a:pt x="20255" y="7501"/>
                  </a:lnTo>
                  <a:lnTo>
                    <a:pt x="20877" y="6037"/>
                  </a:lnTo>
                  <a:lnTo>
                    <a:pt x="20877" y="6037"/>
                  </a:lnTo>
                  <a:lnTo>
                    <a:pt x="19894" y="5836"/>
                  </a:lnTo>
                  <a:lnTo>
                    <a:pt x="18912" y="5616"/>
                  </a:lnTo>
                  <a:lnTo>
                    <a:pt x="17929" y="5375"/>
                  </a:lnTo>
                  <a:lnTo>
                    <a:pt x="16926" y="5134"/>
                  </a:lnTo>
                  <a:lnTo>
                    <a:pt x="16926" y="5134"/>
                  </a:lnTo>
                  <a:lnTo>
                    <a:pt x="15643" y="4793"/>
                  </a:lnTo>
                  <a:lnTo>
                    <a:pt x="15643" y="4793"/>
                  </a:lnTo>
                  <a:lnTo>
                    <a:pt x="15061" y="5535"/>
                  </a:lnTo>
                  <a:lnTo>
                    <a:pt x="14600" y="6097"/>
                  </a:lnTo>
                  <a:lnTo>
                    <a:pt x="14259" y="6498"/>
                  </a:lnTo>
                  <a:lnTo>
                    <a:pt x="14159" y="6598"/>
                  </a:lnTo>
                  <a:lnTo>
                    <a:pt x="14078" y="6659"/>
                  </a:lnTo>
                  <a:lnTo>
                    <a:pt x="14078" y="6659"/>
                  </a:lnTo>
                  <a:lnTo>
                    <a:pt x="13898" y="6739"/>
                  </a:lnTo>
                  <a:lnTo>
                    <a:pt x="13717" y="6799"/>
                  </a:lnTo>
                  <a:lnTo>
                    <a:pt x="13557" y="6819"/>
                  </a:lnTo>
                  <a:lnTo>
                    <a:pt x="13377" y="6839"/>
                  </a:lnTo>
                  <a:lnTo>
                    <a:pt x="13377" y="6839"/>
                  </a:lnTo>
                  <a:lnTo>
                    <a:pt x="13156" y="6819"/>
                  </a:lnTo>
                  <a:lnTo>
                    <a:pt x="12955" y="6759"/>
                  </a:lnTo>
                  <a:lnTo>
                    <a:pt x="12755" y="6699"/>
                  </a:lnTo>
                  <a:lnTo>
                    <a:pt x="12574" y="6598"/>
                  </a:lnTo>
                  <a:lnTo>
                    <a:pt x="12434" y="6458"/>
                  </a:lnTo>
                  <a:lnTo>
                    <a:pt x="12294" y="6318"/>
                  </a:lnTo>
                  <a:lnTo>
                    <a:pt x="12213" y="6157"/>
                  </a:lnTo>
                  <a:lnTo>
                    <a:pt x="12153" y="5977"/>
                  </a:lnTo>
                  <a:lnTo>
                    <a:pt x="12153" y="5977"/>
                  </a:lnTo>
                  <a:lnTo>
                    <a:pt x="12153" y="5957"/>
                  </a:lnTo>
                  <a:lnTo>
                    <a:pt x="12153" y="5957"/>
                  </a:lnTo>
                  <a:lnTo>
                    <a:pt x="12173" y="5856"/>
                  </a:lnTo>
                  <a:lnTo>
                    <a:pt x="12193" y="5716"/>
                  </a:lnTo>
                  <a:lnTo>
                    <a:pt x="12354" y="5295"/>
                  </a:lnTo>
                  <a:lnTo>
                    <a:pt x="12574" y="4693"/>
                  </a:lnTo>
                  <a:lnTo>
                    <a:pt x="12875" y="3951"/>
                  </a:lnTo>
                  <a:lnTo>
                    <a:pt x="12875" y="3951"/>
                  </a:lnTo>
                  <a:lnTo>
                    <a:pt x="11732" y="3570"/>
                  </a:lnTo>
                  <a:lnTo>
                    <a:pt x="10589" y="3169"/>
                  </a:lnTo>
                  <a:lnTo>
                    <a:pt x="9426" y="2748"/>
                  </a:lnTo>
                  <a:lnTo>
                    <a:pt x="8283" y="2287"/>
                  </a:lnTo>
                  <a:lnTo>
                    <a:pt x="7160" y="1805"/>
                  </a:lnTo>
                  <a:lnTo>
                    <a:pt x="6017" y="1304"/>
                  </a:lnTo>
                  <a:lnTo>
                    <a:pt x="4893" y="783"/>
                  </a:lnTo>
                  <a:lnTo>
                    <a:pt x="3791" y="221"/>
                  </a:lnTo>
                  <a:lnTo>
                    <a:pt x="3791" y="221"/>
                  </a:lnTo>
                  <a:lnTo>
                    <a:pt x="3550" y="121"/>
                  </a:lnTo>
                  <a:lnTo>
                    <a:pt x="3329" y="41"/>
                  </a:lnTo>
                  <a:lnTo>
                    <a:pt x="3089" y="0"/>
                  </a:lnTo>
                  <a:lnTo>
                    <a:pt x="2848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6" name="Google Shape;7526;p36"/>
            <p:cNvSpPr/>
            <p:nvPr/>
          </p:nvSpPr>
          <p:spPr>
            <a:xfrm>
              <a:off x="9997400" y="5252175"/>
              <a:ext cx="232650" cy="155450"/>
            </a:xfrm>
            <a:custGeom>
              <a:avLst/>
              <a:gdLst/>
              <a:ahLst/>
              <a:cxnLst/>
              <a:rect l="l" t="t" r="r" b="b"/>
              <a:pathLst>
                <a:path w="9306" h="6218" fill="none" extrusionOk="0">
                  <a:moveTo>
                    <a:pt x="6458" y="0"/>
                  </a:moveTo>
                  <a:lnTo>
                    <a:pt x="6458" y="0"/>
                  </a:lnTo>
                  <a:lnTo>
                    <a:pt x="6217" y="0"/>
                  </a:lnTo>
                  <a:lnTo>
                    <a:pt x="5977" y="41"/>
                  </a:lnTo>
                  <a:lnTo>
                    <a:pt x="5736" y="121"/>
                  </a:lnTo>
                  <a:lnTo>
                    <a:pt x="5516" y="221"/>
                  </a:lnTo>
                  <a:lnTo>
                    <a:pt x="5516" y="221"/>
                  </a:lnTo>
                  <a:lnTo>
                    <a:pt x="4152" y="903"/>
                  </a:lnTo>
                  <a:lnTo>
                    <a:pt x="2788" y="1545"/>
                  </a:lnTo>
                  <a:lnTo>
                    <a:pt x="1404" y="2126"/>
                  </a:lnTo>
                  <a:lnTo>
                    <a:pt x="1" y="2688"/>
                  </a:lnTo>
                  <a:lnTo>
                    <a:pt x="1" y="2688"/>
                  </a:lnTo>
                  <a:lnTo>
                    <a:pt x="823" y="4533"/>
                  </a:lnTo>
                  <a:lnTo>
                    <a:pt x="1565" y="6217"/>
                  </a:lnTo>
                  <a:lnTo>
                    <a:pt x="1565" y="6217"/>
                  </a:lnTo>
                  <a:lnTo>
                    <a:pt x="2447" y="5796"/>
                  </a:lnTo>
                  <a:lnTo>
                    <a:pt x="3290" y="5415"/>
                  </a:lnTo>
                  <a:lnTo>
                    <a:pt x="4072" y="5014"/>
                  </a:lnTo>
                  <a:lnTo>
                    <a:pt x="4814" y="4653"/>
                  </a:lnTo>
                  <a:lnTo>
                    <a:pt x="6137" y="3951"/>
                  </a:lnTo>
                  <a:lnTo>
                    <a:pt x="7240" y="3309"/>
                  </a:lnTo>
                  <a:lnTo>
                    <a:pt x="8103" y="2768"/>
                  </a:lnTo>
                  <a:lnTo>
                    <a:pt x="8744" y="2347"/>
                  </a:lnTo>
                  <a:lnTo>
                    <a:pt x="9145" y="2026"/>
                  </a:lnTo>
                  <a:lnTo>
                    <a:pt x="9266" y="1926"/>
                  </a:lnTo>
                  <a:lnTo>
                    <a:pt x="9306" y="1865"/>
                  </a:lnTo>
                  <a:lnTo>
                    <a:pt x="9306" y="1865"/>
                  </a:lnTo>
                  <a:lnTo>
                    <a:pt x="9306" y="1825"/>
                  </a:lnTo>
                  <a:lnTo>
                    <a:pt x="9306" y="1825"/>
                  </a:lnTo>
                  <a:lnTo>
                    <a:pt x="9286" y="1725"/>
                  </a:lnTo>
                  <a:lnTo>
                    <a:pt x="9246" y="1605"/>
                  </a:lnTo>
                  <a:lnTo>
                    <a:pt x="9166" y="1464"/>
                  </a:lnTo>
                  <a:lnTo>
                    <a:pt x="9065" y="1324"/>
                  </a:lnTo>
                  <a:lnTo>
                    <a:pt x="8925" y="1184"/>
                  </a:lnTo>
                  <a:lnTo>
                    <a:pt x="8784" y="1023"/>
                  </a:lnTo>
                  <a:lnTo>
                    <a:pt x="8604" y="863"/>
                  </a:lnTo>
                  <a:lnTo>
                    <a:pt x="8403" y="722"/>
                  </a:lnTo>
                  <a:lnTo>
                    <a:pt x="8203" y="582"/>
                  </a:lnTo>
                  <a:lnTo>
                    <a:pt x="7982" y="442"/>
                  </a:lnTo>
                  <a:lnTo>
                    <a:pt x="7742" y="321"/>
                  </a:lnTo>
                  <a:lnTo>
                    <a:pt x="7501" y="221"/>
                  </a:lnTo>
                  <a:lnTo>
                    <a:pt x="7240" y="121"/>
                  </a:lnTo>
                  <a:lnTo>
                    <a:pt x="6980" y="61"/>
                  </a:lnTo>
                  <a:lnTo>
                    <a:pt x="6719" y="20"/>
                  </a:lnTo>
                  <a:lnTo>
                    <a:pt x="6458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7" name="Google Shape;7527;p36"/>
            <p:cNvSpPr/>
            <p:nvPr/>
          </p:nvSpPr>
          <p:spPr>
            <a:xfrm>
              <a:off x="8848275" y="5029575"/>
              <a:ext cx="397100" cy="496375"/>
            </a:xfrm>
            <a:custGeom>
              <a:avLst/>
              <a:gdLst/>
              <a:ahLst/>
              <a:cxnLst/>
              <a:rect l="l" t="t" r="r" b="b"/>
              <a:pathLst>
                <a:path w="15884" h="19855" extrusionOk="0">
                  <a:moveTo>
                    <a:pt x="8323" y="0"/>
                  </a:moveTo>
                  <a:lnTo>
                    <a:pt x="7000" y="2848"/>
                  </a:lnTo>
                  <a:lnTo>
                    <a:pt x="5656" y="5796"/>
                  </a:lnTo>
                  <a:lnTo>
                    <a:pt x="4112" y="9185"/>
                  </a:lnTo>
                  <a:lnTo>
                    <a:pt x="2568" y="12594"/>
                  </a:lnTo>
                  <a:lnTo>
                    <a:pt x="1244" y="15643"/>
                  </a:lnTo>
                  <a:lnTo>
                    <a:pt x="723" y="16886"/>
                  </a:lnTo>
                  <a:lnTo>
                    <a:pt x="322" y="17889"/>
                  </a:lnTo>
                  <a:lnTo>
                    <a:pt x="81" y="18571"/>
                  </a:lnTo>
                  <a:lnTo>
                    <a:pt x="21" y="18791"/>
                  </a:lnTo>
                  <a:lnTo>
                    <a:pt x="1" y="18912"/>
                  </a:lnTo>
                  <a:lnTo>
                    <a:pt x="41" y="19052"/>
                  </a:lnTo>
                  <a:lnTo>
                    <a:pt x="101" y="19172"/>
                  </a:lnTo>
                  <a:lnTo>
                    <a:pt x="161" y="19293"/>
                  </a:lnTo>
                  <a:lnTo>
                    <a:pt x="241" y="19393"/>
                  </a:lnTo>
                  <a:lnTo>
                    <a:pt x="342" y="19493"/>
                  </a:lnTo>
                  <a:lnTo>
                    <a:pt x="462" y="19573"/>
                  </a:lnTo>
                  <a:lnTo>
                    <a:pt x="582" y="19654"/>
                  </a:lnTo>
                  <a:lnTo>
                    <a:pt x="723" y="19714"/>
                  </a:lnTo>
                  <a:lnTo>
                    <a:pt x="883" y="19774"/>
                  </a:lnTo>
                  <a:lnTo>
                    <a:pt x="1044" y="19814"/>
                  </a:lnTo>
                  <a:lnTo>
                    <a:pt x="1224" y="19854"/>
                  </a:lnTo>
                  <a:lnTo>
                    <a:pt x="1384" y="19854"/>
                  </a:lnTo>
                  <a:lnTo>
                    <a:pt x="1585" y="19834"/>
                  </a:lnTo>
                  <a:lnTo>
                    <a:pt x="1766" y="19814"/>
                  </a:lnTo>
                  <a:lnTo>
                    <a:pt x="1946" y="19754"/>
                  </a:lnTo>
                  <a:lnTo>
                    <a:pt x="2127" y="19674"/>
                  </a:lnTo>
                  <a:lnTo>
                    <a:pt x="2207" y="19614"/>
                  </a:lnTo>
                  <a:lnTo>
                    <a:pt x="2307" y="19513"/>
                  </a:lnTo>
                  <a:lnTo>
                    <a:pt x="2628" y="19152"/>
                  </a:lnTo>
                  <a:lnTo>
                    <a:pt x="3049" y="18631"/>
                  </a:lnTo>
                  <a:lnTo>
                    <a:pt x="3590" y="17969"/>
                  </a:lnTo>
                  <a:lnTo>
                    <a:pt x="4894" y="16224"/>
                  </a:lnTo>
                  <a:lnTo>
                    <a:pt x="6458" y="14119"/>
                  </a:lnTo>
                  <a:lnTo>
                    <a:pt x="8183" y="11752"/>
                  </a:lnTo>
                  <a:lnTo>
                    <a:pt x="9928" y="9306"/>
                  </a:lnTo>
                  <a:lnTo>
                    <a:pt x="13177" y="4753"/>
                  </a:lnTo>
                  <a:lnTo>
                    <a:pt x="15884" y="923"/>
                  </a:lnTo>
                  <a:lnTo>
                    <a:pt x="83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8" name="Google Shape;7528;p36"/>
            <p:cNvSpPr/>
            <p:nvPr/>
          </p:nvSpPr>
          <p:spPr>
            <a:xfrm>
              <a:off x="8848275" y="5029575"/>
              <a:ext cx="397100" cy="496375"/>
            </a:xfrm>
            <a:custGeom>
              <a:avLst/>
              <a:gdLst/>
              <a:ahLst/>
              <a:cxnLst/>
              <a:rect l="l" t="t" r="r" b="b"/>
              <a:pathLst>
                <a:path w="15884" h="19855" fill="none" extrusionOk="0">
                  <a:moveTo>
                    <a:pt x="15884" y="923"/>
                  </a:moveTo>
                  <a:lnTo>
                    <a:pt x="15884" y="923"/>
                  </a:lnTo>
                  <a:lnTo>
                    <a:pt x="13177" y="4753"/>
                  </a:lnTo>
                  <a:lnTo>
                    <a:pt x="13177" y="4753"/>
                  </a:lnTo>
                  <a:lnTo>
                    <a:pt x="9928" y="9306"/>
                  </a:lnTo>
                  <a:lnTo>
                    <a:pt x="8183" y="11752"/>
                  </a:lnTo>
                  <a:lnTo>
                    <a:pt x="6458" y="14119"/>
                  </a:lnTo>
                  <a:lnTo>
                    <a:pt x="4894" y="16224"/>
                  </a:lnTo>
                  <a:lnTo>
                    <a:pt x="3590" y="17969"/>
                  </a:lnTo>
                  <a:lnTo>
                    <a:pt x="3049" y="18631"/>
                  </a:lnTo>
                  <a:lnTo>
                    <a:pt x="2628" y="19152"/>
                  </a:lnTo>
                  <a:lnTo>
                    <a:pt x="2307" y="19513"/>
                  </a:lnTo>
                  <a:lnTo>
                    <a:pt x="2207" y="19614"/>
                  </a:lnTo>
                  <a:lnTo>
                    <a:pt x="2127" y="19674"/>
                  </a:lnTo>
                  <a:lnTo>
                    <a:pt x="2127" y="19674"/>
                  </a:lnTo>
                  <a:lnTo>
                    <a:pt x="1946" y="19754"/>
                  </a:lnTo>
                  <a:lnTo>
                    <a:pt x="1766" y="19814"/>
                  </a:lnTo>
                  <a:lnTo>
                    <a:pt x="1585" y="19834"/>
                  </a:lnTo>
                  <a:lnTo>
                    <a:pt x="1384" y="19854"/>
                  </a:lnTo>
                  <a:lnTo>
                    <a:pt x="1224" y="19854"/>
                  </a:lnTo>
                  <a:lnTo>
                    <a:pt x="1044" y="19814"/>
                  </a:lnTo>
                  <a:lnTo>
                    <a:pt x="883" y="19774"/>
                  </a:lnTo>
                  <a:lnTo>
                    <a:pt x="723" y="19714"/>
                  </a:lnTo>
                  <a:lnTo>
                    <a:pt x="723" y="19714"/>
                  </a:lnTo>
                  <a:lnTo>
                    <a:pt x="582" y="19654"/>
                  </a:lnTo>
                  <a:lnTo>
                    <a:pt x="462" y="19573"/>
                  </a:lnTo>
                  <a:lnTo>
                    <a:pt x="342" y="19493"/>
                  </a:lnTo>
                  <a:lnTo>
                    <a:pt x="241" y="19393"/>
                  </a:lnTo>
                  <a:lnTo>
                    <a:pt x="161" y="19293"/>
                  </a:lnTo>
                  <a:lnTo>
                    <a:pt x="101" y="19172"/>
                  </a:lnTo>
                  <a:lnTo>
                    <a:pt x="41" y="19052"/>
                  </a:lnTo>
                  <a:lnTo>
                    <a:pt x="1" y="18912"/>
                  </a:lnTo>
                  <a:lnTo>
                    <a:pt x="1" y="18912"/>
                  </a:lnTo>
                  <a:lnTo>
                    <a:pt x="21" y="18791"/>
                  </a:lnTo>
                  <a:lnTo>
                    <a:pt x="81" y="18571"/>
                  </a:lnTo>
                  <a:lnTo>
                    <a:pt x="322" y="17889"/>
                  </a:lnTo>
                  <a:lnTo>
                    <a:pt x="723" y="16886"/>
                  </a:lnTo>
                  <a:lnTo>
                    <a:pt x="1244" y="15643"/>
                  </a:lnTo>
                  <a:lnTo>
                    <a:pt x="2568" y="12594"/>
                  </a:lnTo>
                  <a:lnTo>
                    <a:pt x="4112" y="9185"/>
                  </a:lnTo>
                  <a:lnTo>
                    <a:pt x="5656" y="5796"/>
                  </a:lnTo>
                  <a:lnTo>
                    <a:pt x="7000" y="2848"/>
                  </a:lnTo>
                  <a:lnTo>
                    <a:pt x="8323" y="0"/>
                  </a:lnTo>
                  <a:lnTo>
                    <a:pt x="15884" y="92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9" name="Google Shape;7529;p36"/>
            <p:cNvSpPr/>
            <p:nvPr/>
          </p:nvSpPr>
          <p:spPr>
            <a:xfrm>
              <a:off x="8848275" y="5119825"/>
              <a:ext cx="340950" cy="402600"/>
            </a:xfrm>
            <a:custGeom>
              <a:avLst/>
              <a:gdLst/>
              <a:ahLst/>
              <a:cxnLst/>
              <a:rect l="l" t="t" r="r" b="b"/>
              <a:pathLst>
                <a:path w="13638" h="16104" extrusionOk="0">
                  <a:moveTo>
                    <a:pt x="6659" y="0"/>
                  </a:moveTo>
                  <a:lnTo>
                    <a:pt x="5435" y="2667"/>
                  </a:lnTo>
                  <a:lnTo>
                    <a:pt x="4092" y="5635"/>
                  </a:lnTo>
                  <a:lnTo>
                    <a:pt x="2748" y="8603"/>
                  </a:lnTo>
                  <a:lnTo>
                    <a:pt x="1545" y="11331"/>
                  </a:lnTo>
                  <a:lnTo>
                    <a:pt x="923" y="12795"/>
                  </a:lnTo>
                  <a:lnTo>
                    <a:pt x="442" y="13998"/>
                  </a:lnTo>
                  <a:lnTo>
                    <a:pt x="121" y="14840"/>
                  </a:lnTo>
                  <a:lnTo>
                    <a:pt x="41" y="15121"/>
                  </a:lnTo>
                  <a:lnTo>
                    <a:pt x="1" y="15282"/>
                  </a:lnTo>
                  <a:lnTo>
                    <a:pt x="1" y="15302"/>
                  </a:lnTo>
                  <a:lnTo>
                    <a:pt x="41" y="15442"/>
                  </a:lnTo>
                  <a:lnTo>
                    <a:pt x="101" y="15562"/>
                  </a:lnTo>
                  <a:lnTo>
                    <a:pt x="161" y="15683"/>
                  </a:lnTo>
                  <a:lnTo>
                    <a:pt x="241" y="15783"/>
                  </a:lnTo>
                  <a:lnTo>
                    <a:pt x="342" y="15883"/>
                  </a:lnTo>
                  <a:lnTo>
                    <a:pt x="462" y="15963"/>
                  </a:lnTo>
                  <a:lnTo>
                    <a:pt x="582" y="16044"/>
                  </a:lnTo>
                  <a:lnTo>
                    <a:pt x="723" y="16104"/>
                  </a:lnTo>
                  <a:lnTo>
                    <a:pt x="763" y="15703"/>
                  </a:lnTo>
                  <a:lnTo>
                    <a:pt x="843" y="15282"/>
                  </a:lnTo>
                  <a:lnTo>
                    <a:pt x="923" y="14880"/>
                  </a:lnTo>
                  <a:lnTo>
                    <a:pt x="1024" y="14479"/>
                  </a:lnTo>
                  <a:lnTo>
                    <a:pt x="1144" y="14058"/>
                  </a:lnTo>
                  <a:lnTo>
                    <a:pt x="1264" y="13677"/>
                  </a:lnTo>
                  <a:lnTo>
                    <a:pt x="1565" y="12875"/>
                  </a:lnTo>
                  <a:lnTo>
                    <a:pt x="1886" y="12093"/>
                  </a:lnTo>
                  <a:lnTo>
                    <a:pt x="2247" y="11331"/>
                  </a:lnTo>
                  <a:lnTo>
                    <a:pt x="2608" y="10589"/>
                  </a:lnTo>
                  <a:lnTo>
                    <a:pt x="3009" y="9847"/>
                  </a:lnTo>
                  <a:lnTo>
                    <a:pt x="3831" y="8383"/>
                  </a:lnTo>
                  <a:lnTo>
                    <a:pt x="4252" y="7661"/>
                  </a:lnTo>
                  <a:lnTo>
                    <a:pt x="4693" y="6939"/>
                  </a:lnTo>
                  <a:lnTo>
                    <a:pt x="5175" y="6217"/>
                  </a:lnTo>
                  <a:lnTo>
                    <a:pt x="5676" y="5535"/>
                  </a:lnTo>
                  <a:lnTo>
                    <a:pt x="5937" y="5214"/>
                  </a:lnTo>
                  <a:lnTo>
                    <a:pt x="6198" y="4893"/>
                  </a:lnTo>
                  <a:lnTo>
                    <a:pt x="6478" y="4572"/>
                  </a:lnTo>
                  <a:lnTo>
                    <a:pt x="6779" y="4272"/>
                  </a:lnTo>
                  <a:lnTo>
                    <a:pt x="7120" y="3951"/>
                  </a:lnTo>
                  <a:lnTo>
                    <a:pt x="7461" y="3630"/>
                  </a:lnTo>
                  <a:lnTo>
                    <a:pt x="7822" y="3349"/>
                  </a:lnTo>
                  <a:lnTo>
                    <a:pt x="8203" y="3088"/>
                  </a:lnTo>
                  <a:lnTo>
                    <a:pt x="8584" y="2828"/>
                  </a:lnTo>
                  <a:lnTo>
                    <a:pt x="8965" y="2607"/>
                  </a:lnTo>
                  <a:lnTo>
                    <a:pt x="9366" y="2387"/>
                  </a:lnTo>
                  <a:lnTo>
                    <a:pt x="9767" y="2206"/>
                  </a:lnTo>
                  <a:lnTo>
                    <a:pt x="10168" y="2026"/>
                  </a:lnTo>
                  <a:lnTo>
                    <a:pt x="10589" y="1845"/>
                  </a:lnTo>
                  <a:lnTo>
                    <a:pt x="11011" y="1705"/>
                  </a:lnTo>
                  <a:lnTo>
                    <a:pt x="11432" y="1564"/>
                  </a:lnTo>
                  <a:lnTo>
                    <a:pt x="11853" y="1444"/>
                  </a:lnTo>
                  <a:lnTo>
                    <a:pt x="12294" y="1324"/>
                  </a:lnTo>
                  <a:lnTo>
                    <a:pt x="13177" y="1143"/>
                  </a:lnTo>
                  <a:lnTo>
                    <a:pt x="13638" y="501"/>
                  </a:lnTo>
                  <a:lnTo>
                    <a:pt x="11893" y="421"/>
                  </a:lnTo>
                  <a:lnTo>
                    <a:pt x="10148" y="301"/>
                  </a:lnTo>
                  <a:lnTo>
                    <a:pt x="8384" y="180"/>
                  </a:lnTo>
                  <a:lnTo>
                    <a:pt x="6659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0" name="Google Shape;7530;p36"/>
            <p:cNvSpPr/>
            <p:nvPr/>
          </p:nvSpPr>
          <p:spPr>
            <a:xfrm>
              <a:off x="8848275" y="5119825"/>
              <a:ext cx="340950" cy="402600"/>
            </a:xfrm>
            <a:custGeom>
              <a:avLst/>
              <a:gdLst/>
              <a:ahLst/>
              <a:cxnLst/>
              <a:rect l="l" t="t" r="r" b="b"/>
              <a:pathLst>
                <a:path w="13638" h="16104" fill="none" extrusionOk="0">
                  <a:moveTo>
                    <a:pt x="6659" y="0"/>
                  </a:moveTo>
                  <a:lnTo>
                    <a:pt x="6659" y="0"/>
                  </a:lnTo>
                  <a:lnTo>
                    <a:pt x="5435" y="2667"/>
                  </a:lnTo>
                  <a:lnTo>
                    <a:pt x="4092" y="5635"/>
                  </a:lnTo>
                  <a:lnTo>
                    <a:pt x="2748" y="8603"/>
                  </a:lnTo>
                  <a:lnTo>
                    <a:pt x="1545" y="11331"/>
                  </a:lnTo>
                  <a:lnTo>
                    <a:pt x="1545" y="11331"/>
                  </a:lnTo>
                  <a:lnTo>
                    <a:pt x="923" y="12795"/>
                  </a:lnTo>
                  <a:lnTo>
                    <a:pt x="442" y="13998"/>
                  </a:lnTo>
                  <a:lnTo>
                    <a:pt x="121" y="14840"/>
                  </a:lnTo>
                  <a:lnTo>
                    <a:pt x="41" y="15121"/>
                  </a:lnTo>
                  <a:lnTo>
                    <a:pt x="1" y="15282"/>
                  </a:lnTo>
                  <a:lnTo>
                    <a:pt x="1" y="15282"/>
                  </a:lnTo>
                  <a:lnTo>
                    <a:pt x="1" y="15302"/>
                  </a:lnTo>
                  <a:lnTo>
                    <a:pt x="1" y="15302"/>
                  </a:lnTo>
                  <a:lnTo>
                    <a:pt x="41" y="15442"/>
                  </a:lnTo>
                  <a:lnTo>
                    <a:pt x="101" y="15562"/>
                  </a:lnTo>
                  <a:lnTo>
                    <a:pt x="161" y="15683"/>
                  </a:lnTo>
                  <a:lnTo>
                    <a:pt x="241" y="15783"/>
                  </a:lnTo>
                  <a:lnTo>
                    <a:pt x="342" y="15883"/>
                  </a:lnTo>
                  <a:lnTo>
                    <a:pt x="462" y="15963"/>
                  </a:lnTo>
                  <a:lnTo>
                    <a:pt x="582" y="16044"/>
                  </a:lnTo>
                  <a:lnTo>
                    <a:pt x="723" y="16104"/>
                  </a:lnTo>
                  <a:lnTo>
                    <a:pt x="723" y="16104"/>
                  </a:lnTo>
                  <a:lnTo>
                    <a:pt x="763" y="15703"/>
                  </a:lnTo>
                  <a:lnTo>
                    <a:pt x="843" y="15282"/>
                  </a:lnTo>
                  <a:lnTo>
                    <a:pt x="923" y="14880"/>
                  </a:lnTo>
                  <a:lnTo>
                    <a:pt x="1024" y="14479"/>
                  </a:lnTo>
                  <a:lnTo>
                    <a:pt x="1144" y="14058"/>
                  </a:lnTo>
                  <a:lnTo>
                    <a:pt x="1264" y="13677"/>
                  </a:lnTo>
                  <a:lnTo>
                    <a:pt x="1565" y="12875"/>
                  </a:lnTo>
                  <a:lnTo>
                    <a:pt x="1886" y="12093"/>
                  </a:lnTo>
                  <a:lnTo>
                    <a:pt x="2247" y="11331"/>
                  </a:lnTo>
                  <a:lnTo>
                    <a:pt x="2608" y="10589"/>
                  </a:lnTo>
                  <a:lnTo>
                    <a:pt x="3009" y="9847"/>
                  </a:lnTo>
                  <a:lnTo>
                    <a:pt x="3009" y="9847"/>
                  </a:lnTo>
                  <a:lnTo>
                    <a:pt x="3831" y="8383"/>
                  </a:lnTo>
                  <a:lnTo>
                    <a:pt x="4252" y="7661"/>
                  </a:lnTo>
                  <a:lnTo>
                    <a:pt x="4693" y="6939"/>
                  </a:lnTo>
                  <a:lnTo>
                    <a:pt x="5175" y="6217"/>
                  </a:lnTo>
                  <a:lnTo>
                    <a:pt x="5676" y="5535"/>
                  </a:lnTo>
                  <a:lnTo>
                    <a:pt x="5937" y="5214"/>
                  </a:lnTo>
                  <a:lnTo>
                    <a:pt x="6198" y="4893"/>
                  </a:lnTo>
                  <a:lnTo>
                    <a:pt x="6478" y="4572"/>
                  </a:lnTo>
                  <a:lnTo>
                    <a:pt x="6779" y="4272"/>
                  </a:lnTo>
                  <a:lnTo>
                    <a:pt x="6779" y="4272"/>
                  </a:lnTo>
                  <a:lnTo>
                    <a:pt x="7120" y="3951"/>
                  </a:lnTo>
                  <a:lnTo>
                    <a:pt x="7461" y="3630"/>
                  </a:lnTo>
                  <a:lnTo>
                    <a:pt x="7822" y="3349"/>
                  </a:lnTo>
                  <a:lnTo>
                    <a:pt x="8203" y="3088"/>
                  </a:lnTo>
                  <a:lnTo>
                    <a:pt x="8584" y="2828"/>
                  </a:lnTo>
                  <a:lnTo>
                    <a:pt x="8965" y="2607"/>
                  </a:lnTo>
                  <a:lnTo>
                    <a:pt x="9366" y="2387"/>
                  </a:lnTo>
                  <a:lnTo>
                    <a:pt x="9767" y="2206"/>
                  </a:lnTo>
                  <a:lnTo>
                    <a:pt x="10168" y="2026"/>
                  </a:lnTo>
                  <a:lnTo>
                    <a:pt x="10589" y="1845"/>
                  </a:lnTo>
                  <a:lnTo>
                    <a:pt x="11011" y="1705"/>
                  </a:lnTo>
                  <a:lnTo>
                    <a:pt x="11432" y="1564"/>
                  </a:lnTo>
                  <a:lnTo>
                    <a:pt x="11853" y="1444"/>
                  </a:lnTo>
                  <a:lnTo>
                    <a:pt x="12294" y="1324"/>
                  </a:lnTo>
                  <a:lnTo>
                    <a:pt x="13177" y="1143"/>
                  </a:lnTo>
                  <a:lnTo>
                    <a:pt x="13177" y="1143"/>
                  </a:lnTo>
                  <a:lnTo>
                    <a:pt x="13638" y="501"/>
                  </a:lnTo>
                  <a:lnTo>
                    <a:pt x="13638" y="501"/>
                  </a:lnTo>
                  <a:lnTo>
                    <a:pt x="11893" y="421"/>
                  </a:lnTo>
                  <a:lnTo>
                    <a:pt x="10148" y="301"/>
                  </a:lnTo>
                  <a:lnTo>
                    <a:pt x="8384" y="180"/>
                  </a:lnTo>
                  <a:lnTo>
                    <a:pt x="665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1" name="Google Shape;7531;p36"/>
            <p:cNvSpPr/>
            <p:nvPr/>
          </p:nvSpPr>
          <p:spPr>
            <a:xfrm>
              <a:off x="8668800" y="4973925"/>
              <a:ext cx="359500" cy="448725"/>
            </a:xfrm>
            <a:custGeom>
              <a:avLst/>
              <a:gdLst/>
              <a:ahLst/>
              <a:cxnLst/>
              <a:rect l="l" t="t" r="r" b="b"/>
              <a:pathLst>
                <a:path w="14380" h="17949" extrusionOk="0">
                  <a:moveTo>
                    <a:pt x="7521" y="0"/>
                  </a:moveTo>
                  <a:lnTo>
                    <a:pt x="6337" y="2587"/>
                  </a:lnTo>
                  <a:lnTo>
                    <a:pt x="5114" y="5234"/>
                  </a:lnTo>
                  <a:lnTo>
                    <a:pt x="3710" y="8303"/>
                  </a:lnTo>
                  <a:lnTo>
                    <a:pt x="2327" y="11391"/>
                  </a:lnTo>
                  <a:lnTo>
                    <a:pt x="1123" y="14159"/>
                  </a:lnTo>
                  <a:lnTo>
                    <a:pt x="642" y="15282"/>
                  </a:lnTo>
                  <a:lnTo>
                    <a:pt x="281" y="16184"/>
                  </a:lnTo>
                  <a:lnTo>
                    <a:pt x="60" y="16806"/>
                  </a:lnTo>
                  <a:lnTo>
                    <a:pt x="0" y="17006"/>
                  </a:lnTo>
                  <a:lnTo>
                    <a:pt x="0" y="17107"/>
                  </a:lnTo>
                  <a:lnTo>
                    <a:pt x="40" y="17227"/>
                  </a:lnTo>
                  <a:lnTo>
                    <a:pt x="80" y="17347"/>
                  </a:lnTo>
                  <a:lnTo>
                    <a:pt x="161" y="17468"/>
                  </a:lnTo>
                  <a:lnTo>
                    <a:pt x="241" y="17568"/>
                  </a:lnTo>
                  <a:lnTo>
                    <a:pt x="341" y="17648"/>
                  </a:lnTo>
                  <a:lnTo>
                    <a:pt x="441" y="17728"/>
                  </a:lnTo>
                  <a:lnTo>
                    <a:pt x="562" y="17809"/>
                  </a:lnTo>
                  <a:lnTo>
                    <a:pt x="702" y="17869"/>
                  </a:lnTo>
                  <a:lnTo>
                    <a:pt x="843" y="17909"/>
                  </a:lnTo>
                  <a:lnTo>
                    <a:pt x="983" y="17949"/>
                  </a:lnTo>
                  <a:lnTo>
                    <a:pt x="1444" y="17949"/>
                  </a:lnTo>
                  <a:lnTo>
                    <a:pt x="1605" y="17909"/>
                  </a:lnTo>
                  <a:lnTo>
                    <a:pt x="1765" y="17869"/>
                  </a:lnTo>
                  <a:lnTo>
                    <a:pt x="1925" y="17789"/>
                  </a:lnTo>
                  <a:lnTo>
                    <a:pt x="2026" y="17708"/>
                  </a:lnTo>
                  <a:lnTo>
                    <a:pt x="2186" y="17528"/>
                  </a:lnTo>
                  <a:lnTo>
                    <a:pt x="2688" y="16946"/>
                  </a:lnTo>
                  <a:lnTo>
                    <a:pt x="3369" y="16084"/>
                  </a:lnTo>
                  <a:lnTo>
                    <a:pt x="4212" y="14961"/>
                  </a:lnTo>
                  <a:lnTo>
                    <a:pt x="6217" y="12253"/>
                  </a:lnTo>
                  <a:lnTo>
                    <a:pt x="8443" y="9165"/>
                  </a:lnTo>
                  <a:lnTo>
                    <a:pt x="10649" y="6077"/>
                  </a:lnTo>
                  <a:lnTo>
                    <a:pt x="12534" y="3409"/>
                  </a:lnTo>
                  <a:lnTo>
                    <a:pt x="14379" y="822"/>
                  </a:lnTo>
                  <a:lnTo>
                    <a:pt x="752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2" name="Google Shape;7532;p36"/>
            <p:cNvSpPr/>
            <p:nvPr/>
          </p:nvSpPr>
          <p:spPr>
            <a:xfrm>
              <a:off x="8668800" y="4973925"/>
              <a:ext cx="359500" cy="448725"/>
            </a:xfrm>
            <a:custGeom>
              <a:avLst/>
              <a:gdLst/>
              <a:ahLst/>
              <a:cxnLst/>
              <a:rect l="l" t="t" r="r" b="b"/>
              <a:pathLst>
                <a:path w="14380" h="17949" fill="none" extrusionOk="0">
                  <a:moveTo>
                    <a:pt x="7521" y="0"/>
                  </a:moveTo>
                  <a:lnTo>
                    <a:pt x="7521" y="0"/>
                  </a:lnTo>
                  <a:lnTo>
                    <a:pt x="6337" y="2587"/>
                  </a:lnTo>
                  <a:lnTo>
                    <a:pt x="5114" y="5234"/>
                  </a:lnTo>
                  <a:lnTo>
                    <a:pt x="3710" y="8303"/>
                  </a:lnTo>
                  <a:lnTo>
                    <a:pt x="2327" y="11391"/>
                  </a:lnTo>
                  <a:lnTo>
                    <a:pt x="1123" y="14159"/>
                  </a:lnTo>
                  <a:lnTo>
                    <a:pt x="642" y="15282"/>
                  </a:lnTo>
                  <a:lnTo>
                    <a:pt x="281" y="16184"/>
                  </a:lnTo>
                  <a:lnTo>
                    <a:pt x="60" y="16806"/>
                  </a:lnTo>
                  <a:lnTo>
                    <a:pt x="0" y="17006"/>
                  </a:lnTo>
                  <a:lnTo>
                    <a:pt x="0" y="17107"/>
                  </a:lnTo>
                  <a:lnTo>
                    <a:pt x="0" y="17107"/>
                  </a:lnTo>
                  <a:lnTo>
                    <a:pt x="40" y="17227"/>
                  </a:lnTo>
                  <a:lnTo>
                    <a:pt x="80" y="17347"/>
                  </a:lnTo>
                  <a:lnTo>
                    <a:pt x="161" y="17468"/>
                  </a:lnTo>
                  <a:lnTo>
                    <a:pt x="241" y="17568"/>
                  </a:lnTo>
                  <a:lnTo>
                    <a:pt x="341" y="17648"/>
                  </a:lnTo>
                  <a:lnTo>
                    <a:pt x="441" y="17728"/>
                  </a:lnTo>
                  <a:lnTo>
                    <a:pt x="562" y="17809"/>
                  </a:lnTo>
                  <a:lnTo>
                    <a:pt x="702" y="17869"/>
                  </a:lnTo>
                  <a:lnTo>
                    <a:pt x="843" y="17909"/>
                  </a:lnTo>
                  <a:lnTo>
                    <a:pt x="983" y="17949"/>
                  </a:lnTo>
                  <a:lnTo>
                    <a:pt x="1143" y="17949"/>
                  </a:lnTo>
                  <a:lnTo>
                    <a:pt x="1284" y="17949"/>
                  </a:lnTo>
                  <a:lnTo>
                    <a:pt x="1444" y="17949"/>
                  </a:lnTo>
                  <a:lnTo>
                    <a:pt x="1605" y="17909"/>
                  </a:lnTo>
                  <a:lnTo>
                    <a:pt x="1765" y="17869"/>
                  </a:lnTo>
                  <a:lnTo>
                    <a:pt x="1925" y="17789"/>
                  </a:lnTo>
                  <a:lnTo>
                    <a:pt x="1925" y="17789"/>
                  </a:lnTo>
                  <a:lnTo>
                    <a:pt x="2026" y="17708"/>
                  </a:lnTo>
                  <a:lnTo>
                    <a:pt x="2186" y="17528"/>
                  </a:lnTo>
                  <a:lnTo>
                    <a:pt x="2688" y="16946"/>
                  </a:lnTo>
                  <a:lnTo>
                    <a:pt x="3369" y="16084"/>
                  </a:lnTo>
                  <a:lnTo>
                    <a:pt x="4212" y="14961"/>
                  </a:lnTo>
                  <a:lnTo>
                    <a:pt x="6217" y="12253"/>
                  </a:lnTo>
                  <a:lnTo>
                    <a:pt x="8443" y="9165"/>
                  </a:lnTo>
                  <a:lnTo>
                    <a:pt x="10649" y="6077"/>
                  </a:lnTo>
                  <a:lnTo>
                    <a:pt x="12534" y="3409"/>
                  </a:lnTo>
                  <a:lnTo>
                    <a:pt x="14379" y="822"/>
                  </a:lnTo>
                  <a:lnTo>
                    <a:pt x="752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3" name="Google Shape;7533;p36"/>
            <p:cNvSpPr/>
            <p:nvPr/>
          </p:nvSpPr>
          <p:spPr>
            <a:xfrm>
              <a:off x="8668800" y="5072175"/>
              <a:ext cx="277275" cy="350975"/>
            </a:xfrm>
            <a:custGeom>
              <a:avLst/>
              <a:gdLst/>
              <a:ahLst/>
              <a:cxnLst/>
              <a:rect l="l" t="t" r="r" b="b"/>
              <a:pathLst>
                <a:path w="11091" h="14039" extrusionOk="0">
                  <a:moveTo>
                    <a:pt x="5716" y="1"/>
                  </a:moveTo>
                  <a:lnTo>
                    <a:pt x="4412" y="2808"/>
                  </a:lnTo>
                  <a:lnTo>
                    <a:pt x="3049" y="5857"/>
                  </a:lnTo>
                  <a:lnTo>
                    <a:pt x="1765" y="8745"/>
                  </a:lnTo>
                  <a:lnTo>
                    <a:pt x="1203" y="10028"/>
                  </a:lnTo>
                  <a:lnTo>
                    <a:pt x="722" y="11151"/>
                  </a:lnTo>
                  <a:lnTo>
                    <a:pt x="421" y="11893"/>
                  </a:lnTo>
                  <a:lnTo>
                    <a:pt x="201" y="12495"/>
                  </a:lnTo>
                  <a:lnTo>
                    <a:pt x="40" y="12916"/>
                  </a:lnTo>
                  <a:lnTo>
                    <a:pt x="20" y="13056"/>
                  </a:lnTo>
                  <a:lnTo>
                    <a:pt x="0" y="13157"/>
                  </a:lnTo>
                  <a:lnTo>
                    <a:pt x="0" y="13177"/>
                  </a:lnTo>
                  <a:lnTo>
                    <a:pt x="60" y="13357"/>
                  </a:lnTo>
                  <a:lnTo>
                    <a:pt x="141" y="13518"/>
                  </a:lnTo>
                  <a:lnTo>
                    <a:pt x="281" y="13658"/>
                  </a:lnTo>
                  <a:lnTo>
                    <a:pt x="421" y="13798"/>
                  </a:lnTo>
                  <a:lnTo>
                    <a:pt x="602" y="13899"/>
                  </a:lnTo>
                  <a:lnTo>
                    <a:pt x="802" y="13959"/>
                  </a:lnTo>
                  <a:lnTo>
                    <a:pt x="1003" y="14019"/>
                  </a:lnTo>
                  <a:lnTo>
                    <a:pt x="1224" y="14039"/>
                  </a:lnTo>
                  <a:lnTo>
                    <a:pt x="1404" y="14019"/>
                  </a:lnTo>
                  <a:lnTo>
                    <a:pt x="1564" y="13999"/>
                  </a:lnTo>
                  <a:lnTo>
                    <a:pt x="1745" y="13939"/>
                  </a:lnTo>
                  <a:lnTo>
                    <a:pt x="1925" y="13859"/>
                  </a:lnTo>
                  <a:lnTo>
                    <a:pt x="1986" y="13818"/>
                  </a:lnTo>
                  <a:lnTo>
                    <a:pt x="2066" y="13738"/>
                  </a:lnTo>
                  <a:lnTo>
                    <a:pt x="2327" y="13457"/>
                  </a:lnTo>
                  <a:lnTo>
                    <a:pt x="2667" y="13056"/>
                  </a:lnTo>
                  <a:lnTo>
                    <a:pt x="3089" y="12515"/>
                  </a:lnTo>
                  <a:lnTo>
                    <a:pt x="4131" y="11151"/>
                  </a:lnTo>
                  <a:lnTo>
                    <a:pt x="5375" y="9447"/>
                  </a:lnTo>
                  <a:lnTo>
                    <a:pt x="6779" y="7541"/>
                  </a:lnTo>
                  <a:lnTo>
                    <a:pt x="8243" y="5516"/>
                  </a:lnTo>
                  <a:lnTo>
                    <a:pt x="11090" y="1545"/>
                  </a:lnTo>
                  <a:lnTo>
                    <a:pt x="10248" y="1405"/>
                  </a:lnTo>
                  <a:lnTo>
                    <a:pt x="9446" y="1244"/>
                  </a:lnTo>
                  <a:lnTo>
                    <a:pt x="8684" y="1064"/>
                  </a:lnTo>
                  <a:lnTo>
                    <a:pt x="7982" y="883"/>
                  </a:lnTo>
                  <a:lnTo>
                    <a:pt x="7320" y="683"/>
                  </a:lnTo>
                  <a:lnTo>
                    <a:pt x="6718" y="462"/>
                  </a:lnTo>
                  <a:lnTo>
                    <a:pt x="6177" y="241"/>
                  </a:lnTo>
                  <a:lnTo>
                    <a:pt x="5716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4" name="Google Shape;7534;p36"/>
            <p:cNvSpPr/>
            <p:nvPr/>
          </p:nvSpPr>
          <p:spPr>
            <a:xfrm>
              <a:off x="8668800" y="5072175"/>
              <a:ext cx="277275" cy="350975"/>
            </a:xfrm>
            <a:custGeom>
              <a:avLst/>
              <a:gdLst/>
              <a:ahLst/>
              <a:cxnLst/>
              <a:rect l="l" t="t" r="r" b="b"/>
              <a:pathLst>
                <a:path w="11091" h="14039" fill="none" extrusionOk="0">
                  <a:moveTo>
                    <a:pt x="5716" y="1"/>
                  </a:moveTo>
                  <a:lnTo>
                    <a:pt x="5716" y="1"/>
                  </a:lnTo>
                  <a:lnTo>
                    <a:pt x="4412" y="2808"/>
                  </a:lnTo>
                  <a:lnTo>
                    <a:pt x="3049" y="5857"/>
                  </a:lnTo>
                  <a:lnTo>
                    <a:pt x="1765" y="8745"/>
                  </a:lnTo>
                  <a:lnTo>
                    <a:pt x="1203" y="10028"/>
                  </a:lnTo>
                  <a:lnTo>
                    <a:pt x="722" y="11151"/>
                  </a:lnTo>
                  <a:lnTo>
                    <a:pt x="722" y="11151"/>
                  </a:lnTo>
                  <a:lnTo>
                    <a:pt x="421" y="11893"/>
                  </a:lnTo>
                  <a:lnTo>
                    <a:pt x="201" y="12495"/>
                  </a:lnTo>
                  <a:lnTo>
                    <a:pt x="40" y="12916"/>
                  </a:lnTo>
                  <a:lnTo>
                    <a:pt x="20" y="13056"/>
                  </a:lnTo>
                  <a:lnTo>
                    <a:pt x="0" y="13157"/>
                  </a:lnTo>
                  <a:lnTo>
                    <a:pt x="0" y="13157"/>
                  </a:lnTo>
                  <a:lnTo>
                    <a:pt x="0" y="13177"/>
                  </a:lnTo>
                  <a:lnTo>
                    <a:pt x="0" y="13177"/>
                  </a:lnTo>
                  <a:lnTo>
                    <a:pt x="60" y="13357"/>
                  </a:lnTo>
                  <a:lnTo>
                    <a:pt x="141" y="13518"/>
                  </a:lnTo>
                  <a:lnTo>
                    <a:pt x="281" y="13658"/>
                  </a:lnTo>
                  <a:lnTo>
                    <a:pt x="421" y="13798"/>
                  </a:lnTo>
                  <a:lnTo>
                    <a:pt x="602" y="13899"/>
                  </a:lnTo>
                  <a:lnTo>
                    <a:pt x="802" y="13959"/>
                  </a:lnTo>
                  <a:lnTo>
                    <a:pt x="1003" y="14019"/>
                  </a:lnTo>
                  <a:lnTo>
                    <a:pt x="1224" y="14039"/>
                  </a:lnTo>
                  <a:lnTo>
                    <a:pt x="1224" y="14039"/>
                  </a:lnTo>
                  <a:lnTo>
                    <a:pt x="1404" y="14019"/>
                  </a:lnTo>
                  <a:lnTo>
                    <a:pt x="1564" y="13999"/>
                  </a:lnTo>
                  <a:lnTo>
                    <a:pt x="1745" y="13939"/>
                  </a:lnTo>
                  <a:lnTo>
                    <a:pt x="1925" y="13859"/>
                  </a:lnTo>
                  <a:lnTo>
                    <a:pt x="1925" y="13859"/>
                  </a:lnTo>
                  <a:lnTo>
                    <a:pt x="1986" y="13818"/>
                  </a:lnTo>
                  <a:lnTo>
                    <a:pt x="2066" y="13738"/>
                  </a:lnTo>
                  <a:lnTo>
                    <a:pt x="2327" y="13457"/>
                  </a:lnTo>
                  <a:lnTo>
                    <a:pt x="2667" y="13056"/>
                  </a:lnTo>
                  <a:lnTo>
                    <a:pt x="3089" y="12515"/>
                  </a:lnTo>
                  <a:lnTo>
                    <a:pt x="4131" y="11151"/>
                  </a:lnTo>
                  <a:lnTo>
                    <a:pt x="5375" y="9447"/>
                  </a:lnTo>
                  <a:lnTo>
                    <a:pt x="6779" y="7541"/>
                  </a:lnTo>
                  <a:lnTo>
                    <a:pt x="8243" y="5516"/>
                  </a:lnTo>
                  <a:lnTo>
                    <a:pt x="11090" y="1545"/>
                  </a:lnTo>
                  <a:lnTo>
                    <a:pt x="11090" y="1545"/>
                  </a:lnTo>
                  <a:lnTo>
                    <a:pt x="10248" y="1405"/>
                  </a:lnTo>
                  <a:lnTo>
                    <a:pt x="9446" y="1244"/>
                  </a:lnTo>
                  <a:lnTo>
                    <a:pt x="8684" y="1064"/>
                  </a:lnTo>
                  <a:lnTo>
                    <a:pt x="7982" y="883"/>
                  </a:lnTo>
                  <a:lnTo>
                    <a:pt x="7320" y="683"/>
                  </a:lnTo>
                  <a:lnTo>
                    <a:pt x="6718" y="462"/>
                  </a:lnTo>
                  <a:lnTo>
                    <a:pt x="6177" y="241"/>
                  </a:lnTo>
                  <a:lnTo>
                    <a:pt x="5716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5" name="Google Shape;7535;p36"/>
            <p:cNvSpPr/>
            <p:nvPr/>
          </p:nvSpPr>
          <p:spPr>
            <a:xfrm>
              <a:off x="9676025" y="5029575"/>
              <a:ext cx="397100" cy="496375"/>
            </a:xfrm>
            <a:custGeom>
              <a:avLst/>
              <a:gdLst/>
              <a:ahLst/>
              <a:cxnLst/>
              <a:rect l="l" t="t" r="r" b="b"/>
              <a:pathLst>
                <a:path w="15884" h="19855" extrusionOk="0">
                  <a:moveTo>
                    <a:pt x="7561" y="0"/>
                  </a:moveTo>
                  <a:lnTo>
                    <a:pt x="1" y="923"/>
                  </a:lnTo>
                  <a:lnTo>
                    <a:pt x="1404" y="2928"/>
                  </a:lnTo>
                  <a:lnTo>
                    <a:pt x="4794" y="7701"/>
                  </a:lnTo>
                  <a:lnTo>
                    <a:pt x="6839" y="10529"/>
                  </a:lnTo>
                  <a:lnTo>
                    <a:pt x="8865" y="13336"/>
                  </a:lnTo>
                  <a:lnTo>
                    <a:pt x="10750" y="15903"/>
                  </a:lnTo>
                  <a:lnTo>
                    <a:pt x="11572" y="17006"/>
                  </a:lnTo>
                  <a:lnTo>
                    <a:pt x="12294" y="17969"/>
                  </a:lnTo>
                  <a:lnTo>
                    <a:pt x="12836" y="18631"/>
                  </a:lnTo>
                  <a:lnTo>
                    <a:pt x="13257" y="19152"/>
                  </a:lnTo>
                  <a:lnTo>
                    <a:pt x="13578" y="19513"/>
                  </a:lnTo>
                  <a:lnTo>
                    <a:pt x="13678" y="19614"/>
                  </a:lnTo>
                  <a:lnTo>
                    <a:pt x="13758" y="19674"/>
                  </a:lnTo>
                  <a:lnTo>
                    <a:pt x="13939" y="19754"/>
                  </a:lnTo>
                  <a:lnTo>
                    <a:pt x="14099" y="19794"/>
                  </a:lnTo>
                  <a:lnTo>
                    <a:pt x="14279" y="19834"/>
                  </a:lnTo>
                  <a:lnTo>
                    <a:pt x="14460" y="19854"/>
                  </a:lnTo>
                  <a:lnTo>
                    <a:pt x="14620" y="19854"/>
                  </a:lnTo>
                  <a:lnTo>
                    <a:pt x="14781" y="19834"/>
                  </a:lnTo>
                  <a:lnTo>
                    <a:pt x="14941" y="19794"/>
                  </a:lnTo>
                  <a:lnTo>
                    <a:pt x="15102" y="19754"/>
                  </a:lnTo>
                  <a:lnTo>
                    <a:pt x="15242" y="19694"/>
                  </a:lnTo>
                  <a:lnTo>
                    <a:pt x="15382" y="19614"/>
                  </a:lnTo>
                  <a:lnTo>
                    <a:pt x="15503" y="19513"/>
                  </a:lnTo>
                  <a:lnTo>
                    <a:pt x="15603" y="19413"/>
                  </a:lnTo>
                  <a:lnTo>
                    <a:pt x="15703" y="19313"/>
                  </a:lnTo>
                  <a:lnTo>
                    <a:pt x="15784" y="19192"/>
                  </a:lnTo>
                  <a:lnTo>
                    <a:pt x="15844" y="19052"/>
                  </a:lnTo>
                  <a:lnTo>
                    <a:pt x="15884" y="18912"/>
                  </a:lnTo>
                  <a:lnTo>
                    <a:pt x="15864" y="18831"/>
                  </a:lnTo>
                  <a:lnTo>
                    <a:pt x="15844" y="18691"/>
                  </a:lnTo>
                  <a:lnTo>
                    <a:pt x="15703" y="18250"/>
                  </a:lnTo>
                  <a:lnTo>
                    <a:pt x="15463" y="17628"/>
                  </a:lnTo>
                  <a:lnTo>
                    <a:pt x="15142" y="16826"/>
                  </a:lnTo>
                  <a:lnTo>
                    <a:pt x="14300" y="14821"/>
                  </a:lnTo>
                  <a:lnTo>
                    <a:pt x="13237" y="12434"/>
                  </a:lnTo>
                  <a:lnTo>
                    <a:pt x="12073" y="9827"/>
                  </a:lnTo>
                  <a:lnTo>
                    <a:pt x="10870" y="7180"/>
                  </a:lnTo>
                  <a:lnTo>
                    <a:pt x="8764" y="2587"/>
                  </a:lnTo>
                  <a:lnTo>
                    <a:pt x="75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6" name="Google Shape;7536;p36"/>
            <p:cNvSpPr/>
            <p:nvPr/>
          </p:nvSpPr>
          <p:spPr>
            <a:xfrm>
              <a:off x="9676025" y="5029575"/>
              <a:ext cx="397100" cy="496375"/>
            </a:xfrm>
            <a:custGeom>
              <a:avLst/>
              <a:gdLst/>
              <a:ahLst/>
              <a:cxnLst/>
              <a:rect l="l" t="t" r="r" b="b"/>
              <a:pathLst>
                <a:path w="15884" h="19855" fill="none" extrusionOk="0">
                  <a:moveTo>
                    <a:pt x="15884" y="18912"/>
                  </a:moveTo>
                  <a:lnTo>
                    <a:pt x="15884" y="18912"/>
                  </a:lnTo>
                  <a:lnTo>
                    <a:pt x="15844" y="19052"/>
                  </a:lnTo>
                  <a:lnTo>
                    <a:pt x="15784" y="19192"/>
                  </a:lnTo>
                  <a:lnTo>
                    <a:pt x="15703" y="19313"/>
                  </a:lnTo>
                  <a:lnTo>
                    <a:pt x="15603" y="19413"/>
                  </a:lnTo>
                  <a:lnTo>
                    <a:pt x="15503" y="19513"/>
                  </a:lnTo>
                  <a:lnTo>
                    <a:pt x="15382" y="19614"/>
                  </a:lnTo>
                  <a:lnTo>
                    <a:pt x="15242" y="19694"/>
                  </a:lnTo>
                  <a:lnTo>
                    <a:pt x="15102" y="19754"/>
                  </a:lnTo>
                  <a:lnTo>
                    <a:pt x="14941" y="19794"/>
                  </a:lnTo>
                  <a:lnTo>
                    <a:pt x="14781" y="19834"/>
                  </a:lnTo>
                  <a:lnTo>
                    <a:pt x="14620" y="19854"/>
                  </a:lnTo>
                  <a:lnTo>
                    <a:pt x="14460" y="19854"/>
                  </a:lnTo>
                  <a:lnTo>
                    <a:pt x="14279" y="19834"/>
                  </a:lnTo>
                  <a:lnTo>
                    <a:pt x="14099" y="19794"/>
                  </a:lnTo>
                  <a:lnTo>
                    <a:pt x="13939" y="19754"/>
                  </a:lnTo>
                  <a:lnTo>
                    <a:pt x="13758" y="19674"/>
                  </a:lnTo>
                  <a:lnTo>
                    <a:pt x="13758" y="19674"/>
                  </a:lnTo>
                  <a:lnTo>
                    <a:pt x="13678" y="19614"/>
                  </a:lnTo>
                  <a:lnTo>
                    <a:pt x="13578" y="19513"/>
                  </a:lnTo>
                  <a:lnTo>
                    <a:pt x="13257" y="19152"/>
                  </a:lnTo>
                  <a:lnTo>
                    <a:pt x="12836" y="18631"/>
                  </a:lnTo>
                  <a:lnTo>
                    <a:pt x="12294" y="17969"/>
                  </a:lnTo>
                  <a:lnTo>
                    <a:pt x="12294" y="17969"/>
                  </a:lnTo>
                  <a:lnTo>
                    <a:pt x="11572" y="17006"/>
                  </a:lnTo>
                  <a:lnTo>
                    <a:pt x="10750" y="15903"/>
                  </a:lnTo>
                  <a:lnTo>
                    <a:pt x="8865" y="13336"/>
                  </a:lnTo>
                  <a:lnTo>
                    <a:pt x="6839" y="10529"/>
                  </a:lnTo>
                  <a:lnTo>
                    <a:pt x="4794" y="7701"/>
                  </a:lnTo>
                  <a:lnTo>
                    <a:pt x="1404" y="2928"/>
                  </a:lnTo>
                  <a:lnTo>
                    <a:pt x="1" y="923"/>
                  </a:lnTo>
                  <a:lnTo>
                    <a:pt x="7561" y="0"/>
                  </a:lnTo>
                  <a:lnTo>
                    <a:pt x="7561" y="0"/>
                  </a:lnTo>
                  <a:lnTo>
                    <a:pt x="8764" y="2587"/>
                  </a:lnTo>
                  <a:lnTo>
                    <a:pt x="8764" y="2587"/>
                  </a:lnTo>
                  <a:lnTo>
                    <a:pt x="10870" y="7180"/>
                  </a:lnTo>
                  <a:lnTo>
                    <a:pt x="12073" y="9827"/>
                  </a:lnTo>
                  <a:lnTo>
                    <a:pt x="13237" y="12434"/>
                  </a:lnTo>
                  <a:lnTo>
                    <a:pt x="14300" y="14821"/>
                  </a:lnTo>
                  <a:lnTo>
                    <a:pt x="15142" y="16826"/>
                  </a:lnTo>
                  <a:lnTo>
                    <a:pt x="15463" y="17628"/>
                  </a:lnTo>
                  <a:lnTo>
                    <a:pt x="15703" y="18250"/>
                  </a:lnTo>
                  <a:lnTo>
                    <a:pt x="15844" y="18691"/>
                  </a:lnTo>
                  <a:lnTo>
                    <a:pt x="15864" y="18831"/>
                  </a:lnTo>
                  <a:lnTo>
                    <a:pt x="15884" y="18912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7" name="Google Shape;7537;p36"/>
            <p:cNvSpPr/>
            <p:nvPr/>
          </p:nvSpPr>
          <p:spPr>
            <a:xfrm>
              <a:off x="9724650" y="5084725"/>
              <a:ext cx="258750" cy="394100"/>
            </a:xfrm>
            <a:custGeom>
              <a:avLst/>
              <a:gdLst/>
              <a:ahLst/>
              <a:cxnLst/>
              <a:rect l="l" t="t" r="r" b="b"/>
              <a:pathLst>
                <a:path w="10350" h="15764" extrusionOk="0">
                  <a:moveTo>
                    <a:pt x="6639" y="0"/>
                  </a:moveTo>
                  <a:lnTo>
                    <a:pt x="5917" y="241"/>
                  </a:lnTo>
                  <a:lnTo>
                    <a:pt x="5155" y="481"/>
                  </a:lnTo>
                  <a:lnTo>
                    <a:pt x="4373" y="682"/>
                  </a:lnTo>
                  <a:lnTo>
                    <a:pt x="3531" y="883"/>
                  </a:lnTo>
                  <a:lnTo>
                    <a:pt x="2688" y="1063"/>
                  </a:lnTo>
                  <a:lnTo>
                    <a:pt x="1806" y="1203"/>
                  </a:lnTo>
                  <a:lnTo>
                    <a:pt x="903" y="1344"/>
                  </a:lnTo>
                  <a:lnTo>
                    <a:pt x="1" y="1464"/>
                  </a:lnTo>
                  <a:lnTo>
                    <a:pt x="2428" y="4894"/>
                  </a:lnTo>
                  <a:lnTo>
                    <a:pt x="5275" y="8864"/>
                  </a:lnTo>
                  <a:lnTo>
                    <a:pt x="6699" y="10850"/>
                  </a:lnTo>
                  <a:lnTo>
                    <a:pt x="8063" y="12715"/>
                  </a:lnTo>
                  <a:lnTo>
                    <a:pt x="9306" y="14379"/>
                  </a:lnTo>
                  <a:lnTo>
                    <a:pt x="10349" y="15763"/>
                  </a:lnTo>
                  <a:lnTo>
                    <a:pt x="9467" y="14239"/>
                  </a:lnTo>
                  <a:lnTo>
                    <a:pt x="8604" y="12715"/>
                  </a:lnTo>
                  <a:lnTo>
                    <a:pt x="8183" y="11933"/>
                  </a:lnTo>
                  <a:lnTo>
                    <a:pt x="7762" y="11171"/>
                  </a:lnTo>
                  <a:lnTo>
                    <a:pt x="7381" y="10388"/>
                  </a:lnTo>
                  <a:lnTo>
                    <a:pt x="7000" y="9586"/>
                  </a:lnTo>
                  <a:lnTo>
                    <a:pt x="6378" y="8303"/>
                  </a:lnTo>
                  <a:lnTo>
                    <a:pt x="6098" y="7661"/>
                  </a:lnTo>
                  <a:lnTo>
                    <a:pt x="5817" y="6999"/>
                  </a:lnTo>
                  <a:lnTo>
                    <a:pt x="5556" y="6317"/>
                  </a:lnTo>
                  <a:lnTo>
                    <a:pt x="5335" y="5636"/>
                  </a:lnTo>
                  <a:lnTo>
                    <a:pt x="5235" y="5295"/>
                  </a:lnTo>
                  <a:lnTo>
                    <a:pt x="5155" y="4954"/>
                  </a:lnTo>
                  <a:lnTo>
                    <a:pt x="5095" y="4613"/>
                  </a:lnTo>
                  <a:lnTo>
                    <a:pt x="5035" y="4252"/>
                  </a:lnTo>
                  <a:lnTo>
                    <a:pt x="4995" y="3951"/>
                  </a:lnTo>
                  <a:lnTo>
                    <a:pt x="4995" y="3630"/>
                  </a:lnTo>
                  <a:lnTo>
                    <a:pt x="5015" y="3349"/>
                  </a:lnTo>
                  <a:lnTo>
                    <a:pt x="5035" y="3048"/>
                  </a:lnTo>
                  <a:lnTo>
                    <a:pt x="5095" y="2788"/>
                  </a:lnTo>
                  <a:lnTo>
                    <a:pt x="5175" y="2507"/>
                  </a:lnTo>
                  <a:lnTo>
                    <a:pt x="5255" y="2266"/>
                  </a:lnTo>
                  <a:lnTo>
                    <a:pt x="5376" y="2006"/>
                  </a:lnTo>
                  <a:lnTo>
                    <a:pt x="5496" y="1785"/>
                  </a:lnTo>
                  <a:lnTo>
                    <a:pt x="5636" y="1544"/>
                  </a:lnTo>
                  <a:lnTo>
                    <a:pt x="5797" y="1344"/>
                  </a:lnTo>
                  <a:lnTo>
                    <a:pt x="5977" y="1123"/>
                  </a:lnTo>
                  <a:lnTo>
                    <a:pt x="6158" y="923"/>
                  </a:lnTo>
                  <a:lnTo>
                    <a:pt x="6378" y="742"/>
                  </a:lnTo>
                  <a:lnTo>
                    <a:pt x="6579" y="562"/>
                  </a:lnTo>
                  <a:lnTo>
                    <a:pt x="6819" y="381"/>
                  </a:lnTo>
                  <a:lnTo>
                    <a:pt x="6639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8" name="Google Shape;7538;p36"/>
            <p:cNvSpPr/>
            <p:nvPr/>
          </p:nvSpPr>
          <p:spPr>
            <a:xfrm>
              <a:off x="9724650" y="5084725"/>
              <a:ext cx="258750" cy="394100"/>
            </a:xfrm>
            <a:custGeom>
              <a:avLst/>
              <a:gdLst/>
              <a:ahLst/>
              <a:cxnLst/>
              <a:rect l="l" t="t" r="r" b="b"/>
              <a:pathLst>
                <a:path w="10350" h="15764" fill="none" extrusionOk="0">
                  <a:moveTo>
                    <a:pt x="6639" y="0"/>
                  </a:moveTo>
                  <a:lnTo>
                    <a:pt x="6639" y="0"/>
                  </a:lnTo>
                  <a:lnTo>
                    <a:pt x="5917" y="241"/>
                  </a:lnTo>
                  <a:lnTo>
                    <a:pt x="5155" y="481"/>
                  </a:lnTo>
                  <a:lnTo>
                    <a:pt x="4373" y="682"/>
                  </a:lnTo>
                  <a:lnTo>
                    <a:pt x="3531" y="883"/>
                  </a:lnTo>
                  <a:lnTo>
                    <a:pt x="2688" y="1063"/>
                  </a:lnTo>
                  <a:lnTo>
                    <a:pt x="1806" y="1203"/>
                  </a:lnTo>
                  <a:lnTo>
                    <a:pt x="903" y="1344"/>
                  </a:lnTo>
                  <a:lnTo>
                    <a:pt x="1" y="1464"/>
                  </a:lnTo>
                  <a:lnTo>
                    <a:pt x="1" y="1464"/>
                  </a:lnTo>
                  <a:lnTo>
                    <a:pt x="2428" y="4894"/>
                  </a:lnTo>
                  <a:lnTo>
                    <a:pt x="5275" y="8864"/>
                  </a:lnTo>
                  <a:lnTo>
                    <a:pt x="6699" y="10850"/>
                  </a:lnTo>
                  <a:lnTo>
                    <a:pt x="8063" y="12715"/>
                  </a:lnTo>
                  <a:lnTo>
                    <a:pt x="9306" y="14379"/>
                  </a:lnTo>
                  <a:lnTo>
                    <a:pt x="10349" y="15763"/>
                  </a:lnTo>
                  <a:lnTo>
                    <a:pt x="10349" y="15763"/>
                  </a:lnTo>
                  <a:lnTo>
                    <a:pt x="9467" y="14239"/>
                  </a:lnTo>
                  <a:lnTo>
                    <a:pt x="8604" y="12715"/>
                  </a:lnTo>
                  <a:lnTo>
                    <a:pt x="8183" y="11933"/>
                  </a:lnTo>
                  <a:lnTo>
                    <a:pt x="7762" y="11171"/>
                  </a:lnTo>
                  <a:lnTo>
                    <a:pt x="7381" y="10388"/>
                  </a:lnTo>
                  <a:lnTo>
                    <a:pt x="7000" y="9586"/>
                  </a:lnTo>
                  <a:lnTo>
                    <a:pt x="7000" y="9586"/>
                  </a:lnTo>
                  <a:lnTo>
                    <a:pt x="6378" y="8303"/>
                  </a:lnTo>
                  <a:lnTo>
                    <a:pt x="6098" y="7661"/>
                  </a:lnTo>
                  <a:lnTo>
                    <a:pt x="5817" y="6999"/>
                  </a:lnTo>
                  <a:lnTo>
                    <a:pt x="5556" y="6317"/>
                  </a:lnTo>
                  <a:lnTo>
                    <a:pt x="5335" y="5636"/>
                  </a:lnTo>
                  <a:lnTo>
                    <a:pt x="5235" y="5295"/>
                  </a:lnTo>
                  <a:lnTo>
                    <a:pt x="5155" y="4954"/>
                  </a:lnTo>
                  <a:lnTo>
                    <a:pt x="5095" y="4613"/>
                  </a:lnTo>
                  <a:lnTo>
                    <a:pt x="5035" y="4252"/>
                  </a:lnTo>
                  <a:lnTo>
                    <a:pt x="5035" y="4252"/>
                  </a:lnTo>
                  <a:lnTo>
                    <a:pt x="4995" y="3951"/>
                  </a:lnTo>
                  <a:lnTo>
                    <a:pt x="4995" y="3630"/>
                  </a:lnTo>
                  <a:lnTo>
                    <a:pt x="5015" y="3349"/>
                  </a:lnTo>
                  <a:lnTo>
                    <a:pt x="5035" y="3048"/>
                  </a:lnTo>
                  <a:lnTo>
                    <a:pt x="5095" y="2788"/>
                  </a:lnTo>
                  <a:lnTo>
                    <a:pt x="5175" y="2507"/>
                  </a:lnTo>
                  <a:lnTo>
                    <a:pt x="5255" y="2266"/>
                  </a:lnTo>
                  <a:lnTo>
                    <a:pt x="5376" y="2006"/>
                  </a:lnTo>
                  <a:lnTo>
                    <a:pt x="5496" y="1785"/>
                  </a:lnTo>
                  <a:lnTo>
                    <a:pt x="5636" y="1544"/>
                  </a:lnTo>
                  <a:lnTo>
                    <a:pt x="5797" y="1344"/>
                  </a:lnTo>
                  <a:lnTo>
                    <a:pt x="5977" y="1123"/>
                  </a:lnTo>
                  <a:lnTo>
                    <a:pt x="6158" y="923"/>
                  </a:lnTo>
                  <a:lnTo>
                    <a:pt x="6378" y="742"/>
                  </a:lnTo>
                  <a:lnTo>
                    <a:pt x="6579" y="562"/>
                  </a:lnTo>
                  <a:lnTo>
                    <a:pt x="6819" y="381"/>
                  </a:lnTo>
                  <a:lnTo>
                    <a:pt x="6819" y="381"/>
                  </a:lnTo>
                  <a:lnTo>
                    <a:pt x="663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9" name="Google Shape;7539;p36"/>
            <p:cNvSpPr/>
            <p:nvPr/>
          </p:nvSpPr>
          <p:spPr>
            <a:xfrm>
              <a:off x="9450425" y="5004000"/>
              <a:ext cx="359500" cy="448750"/>
            </a:xfrm>
            <a:custGeom>
              <a:avLst/>
              <a:gdLst/>
              <a:ahLst/>
              <a:cxnLst/>
              <a:rect l="l" t="t" r="r" b="b"/>
              <a:pathLst>
                <a:path w="14380" h="17950" extrusionOk="0">
                  <a:moveTo>
                    <a:pt x="6839" y="0"/>
                  </a:moveTo>
                  <a:lnTo>
                    <a:pt x="0" y="823"/>
                  </a:lnTo>
                  <a:lnTo>
                    <a:pt x="1825" y="3410"/>
                  </a:lnTo>
                  <a:lnTo>
                    <a:pt x="3730" y="6077"/>
                  </a:lnTo>
                  <a:lnTo>
                    <a:pt x="5916" y="9145"/>
                  </a:lnTo>
                  <a:lnTo>
                    <a:pt x="8162" y="12234"/>
                  </a:lnTo>
                  <a:lnTo>
                    <a:pt x="10168" y="14961"/>
                  </a:lnTo>
                  <a:lnTo>
                    <a:pt x="11010" y="16064"/>
                  </a:lnTo>
                  <a:lnTo>
                    <a:pt x="11692" y="16947"/>
                  </a:lnTo>
                  <a:lnTo>
                    <a:pt x="12173" y="17528"/>
                  </a:lnTo>
                  <a:lnTo>
                    <a:pt x="12354" y="17709"/>
                  </a:lnTo>
                  <a:lnTo>
                    <a:pt x="12454" y="17789"/>
                  </a:lnTo>
                  <a:lnTo>
                    <a:pt x="12614" y="17849"/>
                  </a:lnTo>
                  <a:lnTo>
                    <a:pt x="12775" y="17909"/>
                  </a:lnTo>
                  <a:lnTo>
                    <a:pt x="12935" y="17929"/>
                  </a:lnTo>
                  <a:lnTo>
                    <a:pt x="13076" y="17949"/>
                  </a:lnTo>
                  <a:lnTo>
                    <a:pt x="13236" y="17949"/>
                  </a:lnTo>
                  <a:lnTo>
                    <a:pt x="13397" y="17929"/>
                  </a:lnTo>
                  <a:lnTo>
                    <a:pt x="13537" y="17909"/>
                  </a:lnTo>
                  <a:lnTo>
                    <a:pt x="13677" y="17849"/>
                  </a:lnTo>
                  <a:lnTo>
                    <a:pt x="13798" y="17809"/>
                  </a:lnTo>
                  <a:lnTo>
                    <a:pt x="13918" y="17729"/>
                  </a:lnTo>
                  <a:lnTo>
                    <a:pt x="14038" y="17648"/>
                  </a:lnTo>
                  <a:lnTo>
                    <a:pt x="14139" y="17548"/>
                  </a:lnTo>
                  <a:lnTo>
                    <a:pt x="14219" y="17448"/>
                  </a:lnTo>
                  <a:lnTo>
                    <a:pt x="14279" y="17348"/>
                  </a:lnTo>
                  <a:lnTo>
                    <a:pt x="14339" y="17227"/>
                  </a:lnTo>
                  <a:lnTo>
                    <a:pt x="14379" y="17107"/>
                  </a:lnTo>
                  <a:lnTo>
                    <a:pt x="14359" y="16987"/>
                  </a:lnTo>
                  <a:lnTo>
                    <a:pt x="14319" y="16806"/>
                  </a:lnTo>
                  <a:lnTo>
                    <a:pt x="14098" y="16164"/>
                  </a:lnTo>
                  <a:lnTo>
                    <a:pt x="13737" y="15262"/>
                  </a:lnTo>
                  <a:lnTo>
                    <a:pt x="13256" y="14139"/>
                  </a:lnTo>
                  <a:lnTo>
                    <a:pt x="12053" y="11391"/>
                  </a:lnTo>
                  <a:lnTo>
                    <a:pt x="10669" y="8303"/>
                  </a:lnTo>
                  <a:lnTo>
                    <a:pt x="9265" y="5235"/>
                  </a:lnTo>
                  <a:lnTo>
                    <a:pt x="8042" y="2567"/>
                  </a:lnTo>
                  <a:lnTo>
                    <a:pt x="683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0" name="Google Shape;7540;p36"/>
            <p:cNvSpPr/>
            <p:nvPr/>
          </p:nvSpPr>
          <p:spPr>
            <a:xfrm>
              <a:off x="9450425" y="5004000"/>
              <a:ext cx="359500" cy="448750"/>
            </a:xfrm>
            <a:custGeom>
              <a:avLst/>
              <a:gdLst/>
              <a:ahLst/>
              <a:cxnLst/>
              <a:rect l="l" t="t" r="r" b="b"/>
              <a:pathLst>
                <a:path w="14380" h="17950" fill="none" extrusionOk="0">
                  <a:moveTo>
                    <a:pt x="6839" y="0"/>
                  </a:moveTo>
                  <a:lnTo>
                    <a:pt x="6839" y="0"/>
                  </a:lnTo>
                  <a:lnTo>
                    <a:pt x="8042" y="2567"/>
                  </a:lnTo>
                  <a:lnTo>
                    <a:pt x="9265" y="5235"/>
                  </a:lnTo>
                  <a:lnTo>
                    <a:pt x="10669" y="8303"/>
                  </a:lnTo>
                  <a:lnTo>
                    <a:pt x="12053" y="11391"/>
                  </a:lnTo>
                  <a:lnTo>
                    <a:pt x="13256" y="14139"/>
                  </a:lnTo>
                  <a:lnTo>
                    <a:pt x="13737" y="15262"/>
                  </a:lnTo>
                  <a:lnTo>
                    <a:pt x="14098" y="16164"/>
                  </a:lnTo>
                  <a:lnTo>
                    <a:pt x="14319" y="16806"/>
                  </a:lnTo>
                  <a:lnTo>
                    <a:pt x="14359" y="16987"/>
                  </a:lnTo>
                  <a:lnTo>
                    <a:pt x="14379" y="17107"/>
                  </a:lnTo>
                  <a:lnTo>
                    <a:pt x="14379" y="17107"/>
                  </a:lnTo>
                  <a:lnTo>
                    <a:pt x="14339" y="17227"/>
                  </a:lnTo>
                  <a:lnTo>
                    <a:pt x="14279" y="17348"/>
                  </a:lnTo>
                  <a:lnTo>
                    <a:pt x="14219" y="17448"/>
                  </a:lnTo>
                  <a:lnTo>
                    <a:pt x="14139" y="17548"/>
                  </a:lnTo>
                  <a:lnTo>
                    <a:pt x="14038" y="17648"/>
                  </a:lnTo>
                  <a:lnTo>
                    <a:pt x="13918" y="17729"/>
                  </a:lnTo>
                  <a:lnTo>
                    <a:pt x="13798" y="17809"/>
                  </a:lnTo>
                  <a:lnTo>
                    <a:pt x="13677" y="17849"/>
                  </a:lnTo>
                  <a:lnTo>
                    <a:pt x="13537" y="17909"/>
                  </a:lnTo>
                  <a:lnTo>
                    <a:pt x="13397" y="17929"/>
                  </a:lnTo>
                  <a:lnTo>
                    <a:pt x="13236" y="17949"/>
                  </a:lnTo>
                  <a:lnTo>
                    <a:pt x="13076" y="17949"/>
                  </a:lnTo>
                  <a:lnTo>
                    <a:pt x="12935" y="17929"/>
                  </a:lnTo>
                  <a:lnTo>
                    <a:pt x="12775" y="17909"/>
                  </a:lnTo>
                  <a:lnTo>
                    <a:pt x="12614" y="17849"/>
                  </a:lnTo>
                  <a:lnTo>
                    <a:pt x="12454" y="17789"/>
                  </a:lnTo>
                  <a:lnTo>
                    <a:pt x="12454" y="17789"/>
                  </a:lnTo>
                  <a:lnTo>
                    <a:pt x="12354" y="17709"/>
                  </a:lnTo>
                  <a:lnTo>
                    <a:pt x="12173" y="17528"/>
                  </a:lnTo>
                  <a:lnTo>
                    <a:pt x="11692" y="16947"/>
                  </a:lnTo>
                  <a:lnTo>
                    <a:pt x="11010" y="16064"/>
                  </a:lnTo>
                  <a:lnTo>
                    <a:pt x="10168" y="14961"/>
                  </a:lnTo>
                  <a:lnTo>
                    <a:pt x="8162" y="12234"/>
                  </a:lnTo>
                  <a:lnTo>
                    <a:pt x="5916" y="9145"/>
                  </a:lnTo>
                  <a:lnTo>
                    <a:pt x="3730" y="6077"/>
                  </a:lnTo>
                  <a:lnTo>
                    <a:pt x="1825" y="3410"/>
                  </a:lnTo>
                  <a:lnTo>
                    <a:pt x="0" y="823"/>
                  </a:lnTo>
                  <a:lnTo>
                    <a:pt x="683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1" name="Google Shape;7541;p36"/>
            <p:cNvSpPr/>
            <p:nvPr/>
          </p:nvSpPr>
          <p:spPr>
            <a:xfrm>
              <a:off x="9528625" y="5126325"/>
              <a:ext cx="281300" cy="326425"/>
            </a:xfrm>
            <a:custGeom>
              <a:avLst/>
              <a:gdLst/>
              <a:ahLst/>
              <a:cxnLst/>
              <a:rect l="l" t="t" r="r" b="b"/>
              <a:pathLst>
                <a:path w="11252" h="13057" extrusionOk="0">
                  <a:moveTo>
                    <a:pt x="5977" y="1"/>
                  </a:moveTo>
                  <a:lnTo>
                    <a:pt x="4433" y="121"/>
                  </a:lnTo>
                  <a:lnTo>
                    <a:pt x="2909" y="221"/>
                  </a:lnTo>
                  <a:lnTo>
                    <a:pt x="1425" y="302"/>
                  </a:lnTo>
                  <a:lnTo>
                    <a:pt x="1" y="342"/>
                  </a:lnTo>
                  <a:lnTo>
                    <a:pt x="2848" y="4353"/>
                  </a:lnTo>
                  <a:lnTo>
                    <a:pt x="4352" y="6418"/>
                  </a:lnTo>
                  <a:lnTo>
                    <a:pt x="5776" y="8363"/>
                  </a:lnTo>
                  <a:lnTo>
                    <a:pt x="7060" y="10108"/>
                  </a:lnTo>
                  <a:lnTo>
                    <a:pt x="8143" y="11512"/>
                  </a:lnTo>
                  <a:lnTo>
                    <a:pt x="8564" y="12054"/>
                  </a:lnTo>
                  <a:lnTo>
                    <a:pt x="8925" y="12475"/>
                  </a:lnTo>
                  <a:lnTo>
                    <a:pt x="9166" y="12755"/>
                  </a:lnTo>
                  <a:lnTo>
                    <a:pt x="9266" y="12856"/>
                  </a:lnTo>
                  <a:lnTo>
                    <a:pt x="9326" y="12896"/>
                  </a:lnTo>
                  <a:lnTo>
                    <a:pt x="9506" y="12976"/>
                  </a:lnTo>
                  <a:lnTo>
                    <a:pt x="9667" y="13016"/>
                  </a:lnTo>
                  <a:lnTo>
                    <a:pt x="9847" y="13056"/>
                  </a:lnTo>
                  <a:lnTo>
                    <a:pt x="10028" y="13056"/>
                  </a:lnTo>
                  <a:lnTo>
                    <a:pt x="10228" y="13036"/>
                  </a:lnTo>
                  <a:lnTo>
                    <a:pt x="10449" y="12996"/>
                  </a:lnTo>
                  <a:lnTo>
                    <a:pt x="10650" y="12916"/>
                  </a:lnTo>
                  <a:lnTo>
                    <a:pt x="10810" y="12816"/>
                  </a:lnTo>
                  <a:lnTo>
                    <a:pt x="10970" y="12695"/>
                  </a:lnTo>
                  <a:lnTo>
                    <a:pt x="11091" y="12555"/>
                  </a:lnTo>
                  <a:lnTo>
                    <a:pt x="11191" y="12394"/>
                  </a:lnTo>
                  <a:lnTo>
                    <a:pt x="11251" y="12214"/>
                  </a:lnTo>
                  <a:lnTo>
                    <a:pt x="11251" y="12194"/>
                  </a:lnTo>
                  <a:lnTo>
                    <a:pt x="11231" y="12094"/>
                  </a:lnTo>
                  <a:lnTo>
                    <a:pt x="11191" y="11973"/>
                  </a:lnTo>
                  <a:lnTo>
                    <a:pt x="11071" y="11572"/>
                  </a:lnTo>
                  <a:lnTo>
                    <a:pt x="10850" y="11011"/>
                  </a:lnTo>
                  <a:lnTo>
                    <a:pt x="10569" y="10309"/>
                  </a:lnTo>
                  <a:lnTo>
                    <a:pt x="9787" y="8464"/>
                  </a:lnTo>
                  <a:lnTo>
                    <a:pt x="8905" y="6478"/>
                  </a:lnTo>
                  <a:lnTo>
                    <a:pt x="7942" y="4312"/>
                  </a:lnTo>
                  <a:lnTo>
                    <a:pt x="5977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2" name="Google Shape;7542;p36"/>
            <p:cNvSpPr/>
            <p:nvPr/>
          </p:nvSpPr>
          <p:spPr>
            <a:xfrm>
              <a:off x="9528625" y="5126325"/>
              <a:ext cx="281300" cy="326425"/>
            </a:xfrm>
            <a:custGeom>
              <a:avLst/>
              <a:gdLst/>
              <a:ahLst/>
              <a:cxnLst/>
              <a:rect l="l" t="t" r="r" b="b"/>
              <a:pathLst>
                <a:path w="11252" h="13057" fill="none" extrusionOk="0">
                  <a:moveTo>
                    <a:pt x="5977" y="1"/>
                  </a:moveTo>
                  <a:lnTo>
                    <a:pt x="5977" y="1"/>
                  </a:lnTo>
                  <a:lnTo>
                    <a:pt x="4433" y="121"/>
                  </a:lnTo>
                  <a:lnTo>
                    <a:pt x="2909" y="221"/>
                  </a:lnTo>
                  <a:lnTo>
                    <a:pt x="1425" y="302"/>
                  </a:lnTo>
                  <a:lnTo>
                    <a:pt x="1" y="342"/>
                  </a:lnTo>
                  <a:lnTo>
                    <a:pt x="1" y="342"/>
                  </a:lnTo>
                  <a:lnTo>
                    <a:pt x="2848" y="4353"/>
                  </a:lnTo>
                  <a:lnTo>
                    <a:pt x="4352" y="6418"/>
                  </a:lnTo>
                  <a:lnTo>
                    <a:pt x="5776" y="8363"/>
                  </a:lnTo>
                  <a:lnTo>
                    <a:pt x="7060" y="10108"/>
                  </a:lnTo>
                  <a:lnTo>
                    <a:pt x="8143" y="11512"/>
                  </a:lnTo>
                  <a:lnTo>
                    <a:pt x="8564" y="12054"/>
                  </a:lnTo>
                  <a:lnTo>
                    <a:pt x="8925" y="12475"/>
                  </a:lnTo>
                  <a:lnTo>
                    <a:pt x="9166" y="12755"/>
                  </a:lnTo>
                  <a:lnTo>
                    <a:pt x="9266" y="12856"/>
                  </a:lnTo>
                  <a:lnTo>
                    <a:pt x="9326" y="12896"/>
                  </a:lnTo>
                  <a:lnTo>
                    <a:pt x="9326" y="12896"/>
                  </a:lnTo>
                  <a:lnTo>
                    <a:pt x="9506" y="12976"/>
                  </a:lnTo>
                  <a:lnTo>
                    <a:pt x="9667" y="13016"/>
                  </a:lnTo>
                  <a:lnTo>
                    <a:pt x="9847" y="13056"/>
                  </a:lnTo>
                  <a:lnTo>
                    <a:pt x="10028" y="13056"/>
                  </a:lnTo>
                  <a:lnTo>
                    <a:pt x="10028" y="13056"/>
                  </a:lnTo>
                  <a:lnTo>
                    <a:pt x="10228" y="13036"/>
                  </a:lnTo>
                  <a:lnTo>
                    <a:pt x="10449" y="12996"/>
                  </a:lnTo>
                  <a:lnTo>
                    <a:pt x="10650" y="12916"/>
                  </a:lnTo>
                  <a:lnTo>
                    <a:pt x="10810" y="12816"/>
                  </a:lnTo>
                  <a:lnTo>
                    <a:pt x="10970" y="12695"/>
                  </a:lnTo>
                  <a:lnTo>
                    <a:pt x="11091" y="12555"/>
                  </a:lnTo>
                  <a:lnTo>
                    <a:pt x="11191" y="12394"/>
                  </a:lnTo>
                  <a:lnTo>
                    <a:pt x="11251" y="12214"/>
                  </a:lnTo>
                  <a:lnTo>
                    <a:pt x="11251" y="12214"/>
                  </a:lnTo>
                  <a:lnTo>
                    <a:pt x="11251" y="12194"/>
                  </a:lnTo>
                  <a:lnTo>
                    <a:pt x="11251" y="12194"/>
                  </a:lnTo>
                  <a:lnTo>
                    <a:pt x="11231" y="12094"/>
                  </a:lnTo>
                  <a:lnTo>
                    <a:pt x="11191" y="11973"/>
                  </a:lnTo>
                  <a:lnTo>
                    <a:pt x="11071" y="11572"/>
                  </a:lnTo>
                  <a:lnTo>
                    <a:pt x="10850" y="11011"/>
                  </a:lnTo>
                  <a:lnTo>
                    <a:pt x="10569" y="10309"/>
                  </a:lnTo>
                  <a:lnTo>
                    <a:pt x="10569" y="10309"/>
                  </a:lnTo>
                  <a:lnTo>
                    <a:pt x="10569" y="10309"/>
                  </a:lnTo>
                  <a:lnTo>
                    <a:pt x="9787" y="8464"/>
                  </a:lnTo>
                  <a:lnTo>
                    <a:pt x="9787" y="8464"/>
                  </a:lnTo>
                  <a:lnTo>
                    <a:pt x="8905" y="6478"/>
                  </a:lnTo>
                  <a:lnTo>
                    <a:pt x="7942" y="4312"/>
                  </a:lnTo>
                  <a:lnTo>
                    <a:pt x="5977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3" name="Google Shape;7543;p36"/>
            <p:cNvSpPr/>
            <p:nvPr/>
          </p:nvSpPr>
          <p:spPr>
            <a:xfrm>
              <a:off x="8256675" y="3979700"/>
              <a:ext cx="1797900" cy="1156175"/>
            </a:xfrm>
            <a:custGeom>
              <a:avLst/>
              <a:gdLst/>
              <a:ahLst/>
              <a:cxnLst/>
              <a:rect l="l" t="t" r="r" b="b"/>
              <a:pathLst>
                <a:path w="71916" h="46247" extrusionOk="0">
                  <a:moveTo>
                    <a:pt x="15964" y="1"/>
                  </a:moveTo>
                  <a:lnTo>
                    <a:pt x="15783" y="41"/>
                  </a:lnTo>
                  <a:lnTo>
                    <a:pt x="15603" y="81"/>
                  </a:lnTo>
                  <a:lnTo>
                    <a:pt x="15402" y="141"/>
                  </a:lnTo>
                  <a:lnTo>
                    <a:pt x="14941" y="302"/>
                  </a:lnTo>
                  <a:lnTo>
                    <a:pt x="14460" y="542"/>
                  </a:lnTo>
                  <a:lnTo>
                    <a:pt x="13918" y="823"/>
                  </a:lnTo>
                  <a:lnTo>
                    <a:pt x="13337" y="1164"/>
                  </a:lnTo>
                  <a:lnTo>
                    <a:pt x="12715" y="1545"/>
                  </a:lnTo>
                  <a:lnTo>
                    <a:pt x="12073" y="1966"/>
                  </a:lnTo>
                  <a:lnTo>
                    <a:pt x="11411" y="2428"/>
                  </a:lnTo>
                  <a:lnTo>
                    <a:pt x="10710" y="2929"/>
                  </a:lnTo>
                  <a:lnTo>
                    <a:pt x="10008" y="3450"/>
                  </a:lnTo>
                  <a:lnTo>
                    <a:pt x="9306" y="4012"/>
                  </a:lnTo>
                  <a:lnTo>
                    <a:pt x="8584" y="4573"/>
                  </a:lnTo>
                  <a:lnTo>
                    <a:pt x="7862" y="5175"/>
                  </a:lnTo>
                  <a:lnTo>
                    <a:pt x="6438" y="6378"/>
                  </a:lnTo>
                  <a:lnTo>
                    <a:pt x="5154" y="7521"/>
                  </a:lnTo>
                  <a:lnTo>
                    <a:pt x="3971" y="8665"/>
                  </a:lnTo>
                  <a:lnTo>
                    <a:pt x="3249" y="9346"/>
                  </a:lnTo>
                  <a:lnTo>
                    <a:pt x="2608" y="10028"/>
                  </a:lnTo>
                  <a:lnTo>
                    <a:pt x="2006" y="10670"/>
                  </a:lnTo>
                  <a:lnTo>
                    <a:pt x="1484" y="11272"/>
                  </a:lnTo>
                  <a:lnTo>
                    <a:pt x="1023" y="11833"/>
                  </a:lnTo>
                  <a:lnTo>
                    <a:pt x="662" y="12335"/>
                  </a:lnTo>
                  <a:lnTo>
                    <a:pt x="522" y="12555"/>
                  </a:lnTo>
                  <a:lnTo>
                    <a:pt x="402" y="12776"/>
                  </a:lnTo>
                  <a:lnTo>
                    <a:pt x="301" y="12956"/>
                  </a:lnTo>
                  <a:lnTo>
                    <a:pt x="221" y="13137"/>
                  </a:lnTo>
                  <a:lnTo>
                    <a:pt x="141" y="13397"/>
                  </a:lnTo>
                  <a:lnTo>
                    <a:pt x="81" y="13658"/>
                  </a:lnTo>
                  <a:lnTo>
                    <a:pt x="41" y="13939"/>
                  </a:lnTo>
                  <a:lnTo>
                    <a:pt x="0" y="14200"/>
                  </a:lnTo>
                  <a:lnTo>
                    <a:pt x="0" y="14480"/>
                  </a:lnTo>
                  <a:lnTo>
                    <a:pt x="0" y="14761"/>
                  </a:lnTo>
                  <a:lnTo>
                    <a:pt x="41" y="15022"/>
                  </a:lnTo>
                  <a:lnTo>
                    <a:pt x="81" y="15303"/>
                  </a:lnTo>
                  <a:lnTo>
                    <a:pt x="121" y="15583"/>
                  </a:lnTo>
                  <a:lnTo>
                    <a:pt x="201" y="15844"/>
                  </a:lnTo>
                  <a:lnTo>
                    <a:pt x="281" y="16125"/>
                  </a:lnTo>
                  <a:lnTo>
                    <a:pt x="381" y="16386"/>
                  </a:lnTo>
                  <a:lnTo>
                    <a:pt x="482" y="16646"/>
                  </a:lnTo>
                  <a:lnTo>
                    <a:pt x="602" y="16907"/>
                  </a:lnTo>
                  <a:lnTo>
                    <a:pt x="863" y="17428"/>
                  </a:lnTo>
                  <a:lnTo>
                    <a:pt x="1184" y="17910"/>
                  </a:lnTo>
                  <a:lnTo>
                    <a:pt x="1525" y="18351"/>
                  </a:lnTo>
                  <a:lnTo>
                    <a:pt x="1886" y="18772"/>
                  </a:lnTo>
                  <a:lnTo>
                    <a:pt x="2267" y="19133"/>
                  </a:lnTo>
                  <a:lnTo>
                    <a:pt x="2688" y="19474"/>
                  </a:lnTo>
                  <a:lnTo>
                    <a:pt x="2888" y="19614"/>
                  </a:lnTo>
                  <a:lnTo>
                    <a:pt x="3109" y="19755"/>
                  </a:lnTo>
                  <a:lnTo>
                    <a:pt x="3309" y="19855"/>
                  </a:lnTo>
                  <a:lnTo>
                    <a:pt x="3530" y="19955"/>
                  </a:lnTo>
                  <a:lnTo>
                    <a:pt x="3731" y="20056"/>
                  </a:lnTo>
                  <a:lnTo>
                    <a:pt x="3951" y="20116"/>
                  </a:lnTo>
                  <a:lnTo>
                    <a:pt x="4212" y="20176"/>
                  </a:lnTo>
                  <a:lnTo>
                    <a:pt x="4493" y="20216"/>
                  </a:lnTo>
                  <a:lnTo>
                    <a:pt x="4834" y="20236"/>
                  </a:lnTo>
                  <a:lnTo>
                    <a:pt x="5195" y="20256"/>
                  </a:lnTo>
                  <a:lnTo>
                    <a:pt x="5576" y="20256"/>
                  </a:lnTo>
                  <a:lnTo>
                    <a:pt x="5997" y="20236"/>
                  </a:lnTo>
                  <a:lnTo>
                    <a:pt x="6879" y="20156"/>
                  </a:lnTo>
                  <a:lnTo>
                    <a:pt x="7822" y="20056"/>
                  </a:lnTo>
                  <a:lnTo>
                    <a:pt x="8824" y="19915"/>
                  </a:lnTo>
                  <a:lnTo>
                    <a:pt x="9807" y="19775"/>
                  </a:lnTo>
                  <a:lnTo>
                    <a:pt x="10790" y="19614"/>
                  </a:lnTo>
                  <a:lnTo>
                    <a:pt x="13497" y="19133"/>
                  </a:lnTo>
                  <a:lnTo>
                    <a:pt x="14400" y="18993"/>
                  </a:lnTo>
                  <a:lnTo>
                    <a:pt x="14680" y="18973"/>
                  </a:lnTo>
                  <a:lnTo>
                    <a:pt x="14821" y="18993"/>
                  </a:lnTo>
                  <a:lnTo>
                    <a:pt x="14841" y="19013"/>
                  </a:lnTo>
                  <a:lnTo>
                    <a:pt x="14881" y="19053"/>
                  </a:lnTo>
                  <a:lnTo>
                    <a:pt x="14941" y="19253"/>
                  </a:lnTo>
                  <a:lnTo>
                    <a:pt x="15101" y="19975"/>
                  </a:lnTo>
                  <a:lnTo>
                    <a:pt x="15322" y="21098"/>
                  </a:lnTo>
                  <a:lnTo>
                    <a:pt x="15583" y="22542"/>
                  </a:lnTo>
                  <a:lnTo>
                    <a:pt x="16245" y="26172"/>
                  </a:lnTo>
                  <a:lnTo>
                    <a:pt x="16626" y="28238"/>
                  </a:lnTo>
                  <a:lnTo>
                    <a:pt x="17067" y="30404"/>
                  </a:lnTo>
                  <a:lnTo>
                    <a:pt x="17568" y="32590"/>
                  </a:lnTo>
                  <a:lnTo>
                    <a:pt x="17829" y="33673"/>
                  </a:lnTo>
                  <a:lnTo>
                    <a:pt x="18090" y="34735"/>
                  </a:lnTo>
                  <a:lnTo>
                    <a:pt x="18370" y="35798"/>
                  </a:lnTo>
                  <a:lnTo>
                    <a:pt x="18671" y="36801"/>
                  </a:lnTo>
                  <a:lnTo>
                    <a:pt x="18972" y="37784"/>
                  </a:lnTo>
                  <a:lnTo>
                    <a:pt x="19273" y="38726"/>
                  </a:lnTo>
                  <a:lnTo>
                    <a:pt x="19594" y="39609"/>
                  </a:lnTo>
                  <a:lnTo>
                    <a:pt x="19935" y="40411"/>
                  </a:lnTo>
                  <a:lnTo>
                    <a:pt x="20276" y="41173"/>
                  </a:lnTo>
                  <a:lnTo>
                    <a:pt x="20616" y="41855"/>
                  </a:lnTo>
                  <a:lnTo>
                    <a:pt x="20797" y="42156"/>
                  </a:lnTo>
                  <a:lnTo>
                    <a:pt x="20977" y="42436"/>
                  </a:lnTo>
                  <a:lnTo>
                    <a:pt x="21158" y="42697"/>
                  </a:lnTo>
                  <a:lnTo>
                    <a:pt x="21358" y="42938"/>
                  </a:lnTo>
                  <a:lnTo>
                    <a:pt x="21539" y="43158"/>
                  </a:lnTo>
                  <a:lnTo>
                    <a:pt x="21739" y="43339"/>
                  </a:lnTo>
                  <a:lnTo>
                    <a:pt x="21920" y="43519"/>
                  </a:lnTo>
                  <a:lnTo>
                    <a:pt x="22121" y="43640"/>
                  </a:lnTo>
                  <a:lnTo>
                    <a:pt x="22562" y="43880"/>
                  </a:lnTo>
                  <a:lnTo>
                    <a:pt x="23043" y="44101"/>
                  </a:lnTo>
                  <a:lnTo>
                    <a:pt x="23585" y="44301"/>
                  </a:lnTo>
                  <a:lnTo>
                    <a:pt x="24166" y="44502"/>
                  </a:lnTo>
                  <a:lnTo>
                    <a:pt x="24808" y="44682"/>
                  </a:lnTo>
                  <a:lnTo>
                    <a:pt x="25510" y="44843"/>
                  </a:lnTo>
                  <a:lnTo>
                    <a:pt x="26232" y="45003"/>
                  </a:lnTo>
                  <a:lnTo>
                    <a:pt x="26994" y="45144"/>
                  </a:lnTo>
                  <a:lnTo>
                    <a:pt x="27776" y="45284"/>
                  </a:lnTo>
                  <a:lnTo>
                    <a:pt x="28598" y="45404"/>
                  </a:lnTo>
                  <a:lnTo>
                    <a:pt x="29460" y="45505"/>
                  </a:lnTo>
                  <a:lnTo>
                    <a:pt x="30323" y="45605"/>
                  </a:lnTo>
                  <a:lnTo>
                    <a:pt x="32108" y="45785"/>
                  </a:lnTo>
                  <a:lnTo>
                    <a:pt x="33913" y="45926"/>
                  </a:lnTo>
                  <a:lnTo>
                    <a:pt x="35717" y="46026"/>
                  </a:lnTo>
                  <a:lnTo>
                    <a:pt x="37502" y="46106"/>
                  </a:lnTo>
                  <a:lnTo>
                    <a:pt x="39227" y="46167"/>
                  </a:lnTo>
                  <a:lnTo>
                    <a:pt x="40851" y="46207"/>
                  </a:lnTo>
                  <a:lnTo>
                    <a:pt x="43719" y="46247"/>
                  </a:lnTo>
                  <a:lnTo>
                    <a:pt x="48051" y="46247"/>
                  </a:lnTo>
                  <a:lnTo>
                    <a:pt x="49455" y="46227"/>
                  </a:lnTo>
                  <a:lnTo>
                    <a:pt x="51039" y="46207"/>
                  </a:lnTo>
                  <a:lnTo>
                    <a:pt x="52724" y="46146"/>
                  </a:lnTo>
                  <a:lnTo>
                    <a:pt x="54488" y="46046"/>
                  </a:lnTo>
                  <a:lnTo>
                    <a:pt x="56313" y="45926"/>
                  </a:lnTo>
                  <a:lnTo>
                    <a:pt x="57216" y="45826"/>
                  </a:lnTo>
                  <a:lnTo>
                    <a:pt x="58138" y="45745"/>
                  </a:lnTo>
                  <a:lnTo>
                    <a:pt x="58921" y="45645"/>
                  </a:lnTo>
                  <a:lnTo>
                    <a:pt x="59703" y="45545"/>
                  </a:lnTo>
                  <a:lnTo>
                    <a:pt x="60485" y="45425"/>
                  </a:lnTo>
                  <a:lnTo>
                    <a:pt x="61247" y="45284"/>
                  </a:lnTo>
                  <a:lnTo>
                    <a:pt x="61989" y="45144"/>
                  </a:lnTo>
                  <a:lnTo>
                    <a:pt x="62711" y="44983"/>
                  </a:lnTo>
                  <a:lnTo>
                    <a:pt x="63393" y="44803"/>
                  </a:lnTo>
                  <a:lnTo>
                    <a:pt x="64075" y="44622"/>
                  </a:lnTo>
                  <a:lnTo>
                    <a:pt x="64716" y="44422"/>
                  </a:lnTo>
                  <a:lnTo>
                    <a:pt x="65338" y="44201"/>
                  </a:lnTo>
                  <a:lnTo>
                    <a:pt x="65920" y="43961"/>
                  </a:lnTo>
                  <a:lnTo>
                    <a:pt x="66461" y="43720"/>
                  </a:lnTo>
                  <a:lnTo>
                    <a:pt x="66962" y="43439"/>
                  </a:lnTo>
                  <a:lnTo>
                    <a:pt x="67424" y="43158"/>
                  </a:lnTo>
                  <a:lnTo>
                    <a:pt x="67845" y="42837"/>
                  </a:lnTo>
                  <a:lnTo>
                    <a:pt x="68025" y="42677"/>
                  </a:lnTo>
                  <a:lnTo>
                    <a:pt x="68206" y="42517"/>
                  </a:lnTo>
                  <a:lnTo>
                    <a:pt x="68386" y="42316"/>
                  </a:lnTo>
                  <a:lnTo>
                    <a:pt x="68567" y="42116"/>
                  </a:lnTo>
                  <a:lnTo>
                    <a:pt x="68747" y="41875"/>
                  </a:lnTo>
                  <a:lnTo>
                    <a:pt x="68908" y="41634"/>
                  </a:lnTo>
                  <a:lnTo>
                    <a:pt x="69249" y="41093"/>
                  </a:lnTo>
                  <a:lnTo>
                    <a:pt x="69549" y="40491"/>
                  </a:lnTo>
                  <a:lnTo>
                    <a:pt x="69850" y="39829"/>
                  </a:lnTo>
                  <a:lnTo>
                    <a:pt x="70131" y="39107"/>
                  </a:lnTo>
                  <a:lnTo>
                    <a:pt x="70392" y="38365"/>
                  </a:lnTo>
                  <a:lnTo>
                    <a:pt x="70652" y="37563"/>
                  </a:lnTo>
                  <a:lnTo>
                    <a:pt x="70873" y="36721"/>
                  </a:lnTo>
                  <a:lnTo>
                    <a:pt x="71074" y="35858"/>
                  </a:lnTo>
                  <a:lnTo>
                    <a:pt x="71254" y="34956"/>
                  </a:lnTo>
                  <a:lnTo>
                    <a:pt x="71435" y="34054"/>
                  </a:lnTo>
                  <a:lnTo>
                    <a:pt x="71575" y="33131"/>
                  </a:lnTo>
                  <a:lnTo>
                    <a:pt x="71695" y="32189"/>
                  </a:lnTo>
                  <a:lnTo>
                    <a:pt x="71775" y="31246"/>
                  </a:lnTo>
                  <a:lnTo>
                    <a:pt x="71856" y="30303"/>
                  </a:lnTo>
                  <a:lnTo>
                    <a:pt x="71896" y="29361"/>
                  </a:lnTo>
                  <a:lnTo>
                    <a:pt x="71916" y="28418"/>
                  </a:lnTo>
                  <a:lnTo>
                    <a:pt x="71916" y="27516"/>
                  </a:lnTo>
                  <a:lnTo>
                    <a:pt x="71876" y="26613"/>
                  </a:lnTo>
                  <a:lnTo>
                    <a:pt x="71816" y="25751"/>
                  </a:lnTo>
                  <a:lnTo>
                    <a:pt x="71715" y="24909"/>
                  </a:lnTo>
                  <a:lnTo>
                    <a:pt x="71595" y="24107"/>
                  </a:lnTo>
                  <a:lnTo>
                    <a:pt x="71435" y="23344"/>
                  </a:lnTo>
                  <a:lnTo>
                    <a:pt x="71254" y="22622"/>
                  </a:lnTo>
                  <a:lnTo>
                    <a:pt x="71033" y="21961"/>
                  </a:lnTo>
                  <a:lnTo>
                    <a:pt x="70913" y="21640"/>
                  </a:lnTo>
                  <a:lnTo>
                    <a:pt x="70793" y="21339"/>
                  </a:lnTo>
                  <a:lnTo>
                    <a:pt x="70652" y="21058"/>
                  </a:lnTo>
                  <a:lnTo>
                    <a:pt x="70512" y="20798"/>
                  </a:lnTo>
                  <a:lnTo>
                    <a:pt x="70352" y="20537"/>
                  </a:lnTo>
                  <a:lnTo>
                    <a:pt x="70191" y="20316"/>
                  </a:lnTo>
                  <a:lnTo>
                    <a:pt x="70011" y="20096"/>
                  </a:lnTo>
                  <a:lnTo>
                    <a:pt x="69830" y="19895"/>
                  </a:lnTo>
                  <a:lnTo>
                    <a:pt x="69650" y="19715"/>
                  </a:lnTo>
                  <a:lnTo>
                    <a:pt x="69449" y="19574"/>
                  </a:lnTo>
                  <a:lnTo>
                    <a:pt x="69229" y="19434"/>
                  </a:lnTo>
                  <a:lnTo>
                    <a:pt x="69028" y="19313"/>
                  </a:lnTo>
                  <a:lnTo>
                    <a:pt x="68587" y="19133"/>
                  </a:lnTo>
                  <a:lnTo>
                    <a:pt x="68105" y="18953"/>
                  </a:lnTo>
                  <a:lnTo>
                    <a:pt x="67584" y="18792"/>
                  </a:lnTo>
                  <a:lnTo>
                    <a:pt x="67002" y="18632"/>
                  </a:lnTo>
                  <a:lnTo>
                    <a:pt x="66381" y="18491"/>
                  </a:lnTo>
                  <a:lnTo>
                    <a:pt x="65739" y="18371"/>
                  </a:lnTo>
                  <a:lnTo>
                    <a:pt x="65057" y="18251"/>
                  </a:lnTo>
                  <a:lnTo>
                    <a:pt x="64335" y="18150"/>
                  </a:lnTo>
                  <a:lnTo>
                    <a:pt x="63573" y="18050"/>
                  </a:lnTo>
                  <a:lnTo>
                    <a:pt x="62791" y="17950"/>
                  </a:lnTo>
                  <a:lnTo>
                    <a:pt x="61127" y="17809"/>
                  </a:lnTo>
                  <a:lnTo>
                    <a:pt x="59382" y="17689"/>
                  </a:lnTo>
                  <a:lnTo>
                    <a:pt x="57577" y="17609"/>
                  </a:lnTo>
                  <a:lnTo>
                    <a:pt x="56554" y="17569"/>
                  </a:lnTo>
                  <a:lnTo>
                    <a:pt x="55511" y="17549"/>
                  </a:lnTo>
                  <a:lnTo>
                    <a:pt x="53486" y="17509"/>
                  </a:lnTo>
                  <a:lnTo>
                    <a:pt x="49375" y="17509"/>
                  </a:lnTo>
                  <a:lnTo>
                    <a:pt x="47329" y="17529"/>
                  </a:lnTo>
                  <a:lnTo>
                    <a:pt x="43418" y="17609"/>
                  </a:lnTo>
                  <a:lnTo>
                    <a:pt x="39809" y="17709"/>
                  </a:lnTo>
                  <a:lnTo>
                    <a:pt x="38124" y="17749"/>
                  </a:lnTo>
                  <a:lnTo>
                    <a:pt x="37743" y="17749"/>
                  </a:lnTo>
                  <a:lnTo>
                    <a:pt x="36480" y="17789"/>
                  </a:lnTo>
                  <a:lnTo>
                    <a:pt x="34875" y="17809"/>
                  </a:lnTo>
                  <a:lnTo>
                    <a:pt x="33592" y="17809"/>
                  </a:lnTo>
                  <a:lnTo>
                    <a:pt x="33090" y="17789"/>
                  </a:lnTo>
                  <a:lnTo>
                    <a:pt x="32689" y="17769"/>
                  </a:lnTo>
                  <a:lnTo>
                    <a:pt x="32388" y="17729"/>
                  </a:lnTo>
                  <a:lnTo>
                    <a:pt x="32188" y="17689"/>
                  </a:lnTo>
                  <a:lnTo>
                    <a:pt x="32027" y="17609"/>
                  </a:lnTo>
                  <a:lnTo>
                    <a:pt x="31847" y="17448"/>
                  </a:lnTo>
                  <a:lnTo>
                    <a:pt x="31626" y="17228"/>
                  </a:lnTo>
                  <a:lnTo>
                    <a:pt x="31366" y="16967"/>
                  </a:lnTo>
                  <a:lnTo>
                    <a:pt x="31105" y="16626"/>
                  </a:lnTo>
                  <a:lnTo>
                    <a:pt x="30804" y="16265"/>
                  </a:lnTo>
                  <a:lnTo>
                    <a:pt x="30122" y="15363"/>
                  </a:lnTo>
                  <a:lnTo>
                    <a:pt x="29380" y="14320"/>
                  </a:lnTo>
                  <a:lnTo>
                    <a:pt x="28538" y="13137"/>
                  </a:lnTo>
                  <a:lnTo>
                    <a:pt x="26693" y="10530"/>
                  </a:lnTo>
                  <a:lnTo>
                    <a:pt x="25710" y="9146"/>
                  </a:lnTo>
                  <a:lnTo>
                    <a:pt x="24688" y="7762"/>
                  </a:lnTo>
                  <a:lnTo>
                    <a:pt x="23645" y="6398"/>
                  </a:lnTo>
                  <a:lnTo>
                    <a:pt x="22602" y="5095"/>
                  </a:lnTo>
                  <a:lnTo>
                    <a:pt x="22080" y="4473"/>
                  </a:lnTo>
                  <a:lnTo>
                    <a:pt x="21559" y="3871"/>
                  </a:lnTo>
                  <a:lnTo>
                    <a:pt x="21038" y="3310"/>
                  </a:lnTo>
                  <a:lnTo>
                    <a:pt x="20536" y="2768"/>
                  </a:lnTo>
                  <a:lnTo>
                    <a:pt x="20015" y="2267"/>
                  </a:lnTo>
                  <a:lnTo>
                    <a:pt x="19534" y="1806"/>
                  </a:lnTo>
                  <a:lnTo>
                    <a:pt x="19032" y="1385"/>
                  </a:lnTo>
                  <a:lnTo>
                    <a:pt x="18551" y="1024"/>
                  </a:lnTo>
                  <a:lnTo>
                    <a:pt x="18250" y="803"/>
                  </a:lnTo>
                  <a:lnTo>
                    <a:pt x="17969" y="623"/>
                  </a:lnTo>
                  <a:lnTo>
                    <a:pt x="17688" y="462"/>
                  </a:lnTo>
                  <a:lnTo>
                    <a:pt x="17408" y="322"/>
                  </a:lnTo>
                  <a:lnTo>
                    <a:pt x="17127" y="202"/>
                  </a:lnTo>
                  <a:lnTo>
                    <a:pt x="16866" y="121"/>
                  </a:lnTo>
                  <a:lnTo>
                    <a:pt x="16606" y="41"/>
                  </a:lnTo>
                  <a:lnTo>
                    <a:pt x="1634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4" name="Google Shape;7544;p36"/>
            <p:cNvSpPr/>
            <p:nvPr/>
          </p:nvSpPr>
          <p:spPr>
            <a:xfrm>
              <a:off x="8256675" y="3979700"/>
              <a:ext cx="1797900" cy="1156175"/>
            </a:xfrm>
            <a:custGeom>
              <a:avLst/>
              <a:gdLst/>
              <a:ahLst/>
              <a:cxnLst/>
              <a:rect l="l" t="t" r="r" b="b"/>
              <a:pathLst>
                <a:path w="71916" h="46247" fill="none" extrusionOk="0">
                  <a:moveTo>
                    <a:pt x="68206" y="42517"/>
                  </a:moveTo>
                  <a:lnTo>
                    <a:pt x="68206" y="42517"/>
                  </a:lnTo>
                  <a:lnTo>
                    <a:pt x="68025" y="42677"/>
                  </a:lnTo>
                  <a:lnTo>
                    <a:pt x="67845" y="42837"/>
                  </a:lnTo>
                  <a:lnTo>
                    <a:pt x="67424" y="43158"/>
                  </a:lnTo>
                  <a:lnTo>
                    <a:pt x="66962" y="43439"/>
                  </a:lnTo>
                  <a:lnTo>
                    <a:pt x="66461" y="43720"/>
                  </a:lnTo>
                  <a:lnTo>
                    <a:pt x="65920" y="43961"/>
                  </a:lnTo>
                  <a:lnTo>
                    <a:pt x="65338" y="44201"/>
                  </a:lnTo>
                  <a:lnTo>
                    <a:pt x="64716" y="44422"/>
                  </a:lnTo>
                  <a:lnTo>
                    <a:pt x="64075" y="44622"/>
                  </a:lnTo>
                  <a:lnTo>
                    <a:pt x="63393" y="44803"/>
                  </a:lnTo>
                  <a:lnTo>
                    <a:pt x="62711" y="44983"/>
                  </a:lnTo>
                  <a:lnTo>
                    <a:pt x="61989" y="45144"/>
                  </a:lnTo>
                  <a:lnTo>
                    <a:pt x="61247" y="45284"/>
                  </a:lnTo>
                  <a:lnTo>
                    <a:pt x="60485" y="45425"/>
                  </a:lnTo>
                  <a:lnTo>
                    <a:pt x="59703" y="45545"/>
                  </a:lnTo>
                  <a:lnTo>
                    <a:pt x="58921" y="45645"/>
                  </a:lnTo>
                  <a:lnTo>
                    <a:pt x="58138" y="45745"/>
                  </a:lnTo>
                  <a:lnTo>
                    <a:pt x="58138" y="45745"/>
                  </a:lnTo>
                  <a:lnTo>
                    <a:pt x="57216" y="45826"/>
                  </a:lnTo>
                  <a:lnTo>
                    <a:pt x="56313" y="45926"/>
                  </a:lnTo>
                  <a:lnTo>
                    <a:pt x="54488" y="46046"/>
                  </a:lnTo>
                  <a:lnTo>
                    <a:pt x="52724" y="46146"/>
                  </a:lnTo>
                  <a:lnTo>
                    <a:pt x="51039" y="46207"/>
                  </a:lnTo>
                  <a:lnTo>
                    <a:pt x="49455" y="46227"/>
                  </a:lnTo>
                  <a:lnTo>
                    <a:pt x="48051" y="46247"/>
                  </a:lnTo>
                  <a:lnTo>
                    <a:pt x="45825" y="46247"/>
                  </a:lnTo>
                  <a:lnTo>
                    <a:pt x="45825" y="46247"/>
                  </a:lnTo>
                  <a:lnTo>
                    <a:pt x="43719" y="46247"/>
                  </a:lnTo>
                  <a:lnTo>
                    <a:pt x="40851" y="46207"/>
                  </a:lnTo>
                  <a:lnTo>
                    <a:pt x="39227" y="46167"/>
                  </a:lnTo>
                  <a:lnTo>
                    <a:pt x="37502" y="46106"/>
                  </a:lnTo>
                  <a:lnTo>
                    <a:pt x="35717" y="46026"/>
                  </a:lnTo>
                  <a:lnTo>
                    <a:pt x="33913" y="45926"/>
                  </a:lnTo>
                  <a:lnTo>
                    <a:pt x="32108" y="45785"/>
                  </a:lnTo>
                  <a:lnTo>
                    <a:pt x="30323" y="45605"/>
                  </a:lnTo>
                  <a:lnTo>
                    <a:pt x="29460" y="45505"/>
                  </a:lnTo>
                  <a:lnTo>
                    <a:pt x="28598" y="45404"/>
                  </a:lnTo>
                  <a:lnTo>
                    <a:pt x="27776" y="45284"/>
                  </a:lnTo>
                  <a:lnTo>
                    <a:pt x="26994" y="45144"/>
                  </a:lnTo>
                  <a:lnTo>
                    <a:pt x="26232" y="45003"/>
                  </a:lnTo>
                  <a:lnTo>
                    <a:pt x="25510" y="44843"/>
                  </a:lnTo>
                  <a:lnTo>
                    <a:pt x="24808" y="44682"/>
                  </a:lnTo>
                  <a:lnTo>
                    <a:pt x="24166" y="44502"/>
                  </a:lnTo>
                  <a:lnTo>
                    <a:pt x="23585" y="44301"/>
                  </a:lnTo>
                  <a:lnTo>
                    <a:pt x="23043" y="44101"/>
                  </a:lnTo>
                  <a:lnTo>
                    <a:pt x="22562" y="43880"/>
                  </a:lnTo>
                  <a:lnTo>
                    <a:pt x="22121" y="43640"/>
                  </a:lnTo>
                  <a:lnTo>
                    <a:pt x="22121" y="43640"/>
                  </a:lnTo>
                  <a:lnTo>
                    <a:pt x="21920" y="43519"/>
                  </a:lnTo>
                  <a:lnTo>
                    <a:pt x="21739" y="43339"/>
                  </a:lnTo>
                  <a:lnTo>
                    <a:pt x="21539" y="43158"/>
                  </a:lnTo>
                  <a:lnTo>
                    <a:pt x="21358" y="42938"/>
                  </a:lnTo>
                  <a:lnTo>
                    <a:pt x="21158" y="42697"/>
                  </a:lnTo>
                  <a:lnTo>
                    <a:pt x="20977" y="42436"/>
                  </a:lnTo>
                  <a:lnTo>
                    <a:pt x="20797" y="42156"/>
                  </a:lnTo>
                  <a:lnTo>
                    <a:pt x="20616" y="41855"/>
                  </a:lnTo>
                  <a:lnTo>
                    <a:pt x="20276" y="41173"/>
                  </a:lnTo>
                  <a:lnTo>
                    <a:pt x="19935" y="40411"/>
                  </a:lnTo>
                  <a:lnTo>
                    <a:pt x="19594" y="39609"/>
                  </a:lnTo>
                  <a:lnTo>
                    <a:pt x="19273" y="38726"/>
                  </a:lnTo>
                  <a:lnTo>
                    <a:pt x="18972" y="37784"/>
                  </a:lnTo>
                  <a:lnTo>
                    <a:pt x="18671" y="36801"/>
                  </a:lnTo>
                  <a:lnTo>
                    <a:pt x="18370" y="35798"/>
                  </a:lnTo>
                  <a:lnTo>
                    <a:pt x="18090" y="34735"/>
                  </a:lnTo>
                  <a:lnTo>
                    <a:pt x="17829" y="33673"/>
                  </a:lnTo>
                  <a:lnTo>
                    <a:pt x="17568" y="32590"/>
                  </a:lnTo>
                  <a:lnTo>
                    <a:pt x="17067" y="30404"/>
                  </a:lnTo>
                  <a:lnTo>
                    <a:pt x="16626" y="28238"/>
                  </a:lnTo>
                  <a:lnTo>
                    <a:pt x="16245" y="26172"/>
                  </a:lnTo>
                  <a:lnTo>
                    <a:pt x="15583" y="22542"/>
                  </a:lnTo>
                  <a:lnTo>
                    <a:pt x="15322" y="21098"/>
                  </a:lnTo>
                  <a:lnTo>
                    <a:pt x="15101" y="19975"/>
                  </a:lnTo>
                  <a:lnTo>
                    <a:pt x="14941" y="19253"/>
                  </a:lnTo>
                  <a:lnTo>
                    <a:pt x="14881" y="19053"/>
                  </a:lnTo>
                  <a:lnTo>
                    <a:pt x="14841" y="19013"/>
                  </a:lnTo>
                  <a:lnTo>
                    <a:pt x="14821" y="18993"/>
                  </a:lnTo>
                  <a:lnTo>
                    <a:pt x="14821" y="18993"/>
                  </a:lnTo>
                  <a:lnTo>
                    <a:pt x="14680" y="18973"/>
                  </a:lnTo>
                  <a:lnTo>
                    <a:pt x="14400" y="18993"/>
                  </a:lnTo>
                  <a:lnTo>
                    <a:pt x="13497" y="19133"/>
                  </a:lnTo>
                  <a:lnTo>
                    <a:pt x="10790" y="19614"/>
                  </a:lnTo>
                  <a:lnTo>
                    <a:pt x="10790" y="19614"/>
                  </a:lnTo>
                  <a:lnTo>
                    <a:pt x="9807" y="19775"/>
                  </a:lnTo>
                  <a:lnTo>
                    <a:pt x="8824" y="19915"/>
                  </a:lnTo>
                  <a:lnTo>
                    <a:pt x="7822" y="20056"/>
                  </a:lnTo>
                  <a:lnTo>
                    <a:pt x="6879" y="20156"/>
                  </a:lnTo>
                  <a:lnTo>
                    <a:pt x="5997" y="20236"/>
                  </a:lnTo>
                  <a:lnTo>
                    <a:pt x="5576" y="20256"/>
                  </a:lnTo>
                  <a:lnTo>
                    <a:pt x="5195" y="20256"/>
                  </a:lnTo>
                  <a:lnTo>
                    <a:pt x="4834" y="20236"/>
                  </a:lnTo>
                  <a:lnTo>
                    <a:pt x="4493" y="20216"/>
                  </a:lnTo>
                  <a:lnTo>
                    <a:pt x="4212" y="20176"/>
                  </a:lnTo>
                  <a:lnTo>
                    <a:pt x="3951" y="20116"/>
                  </a:lnTo>
                  <a:lnTo>
                    <a:pt x="3951" y="20116"/>
                  </a:lnTo>
                  <a:lnTo>
                    <a:pt x="3731" y="20056"/>
                  </a:lnTo>
                  <a:lnTo>
                    <a:pt x="3530" y="19955"/>
                  </a:lnTo>
                  <a:lnTo>
                    <a:pt x="3309" y="19855"/>
                  </a:lnTo>
                  <a:lnTo>
                    <a:pt x="3109" y="19755"/>
                  </a:lnTo>
                  <a:lnTo>
                    <a:pt x="2888" y="19614"/>
                  </a:lnTo>
                  <a:lnTo>
                    <a:pt x="2688" y="19474"/>
                  </a:lnTo>
                  <a:lnTo>
                    <a:pt x="2267" y="19133"/>
                  </a:lnTo>
                  <a:lnTo>
                    <a:pt x="1886" y="18772"/>
                  </a:lnTo>
                  <a:lnTo>
                    <a:pt x="1525" y="18351"/>
                  </a:lnTo>
                  <a:lnTo>
                    <a:pt x="1184" y="17910"/>
                  </a:lnTo>
                  <a:lnTo>
                    <a:pt x="863" y="17428"/>
                  </a:lnTo>
                  <a:lnTo>
                    <a:pt x="602" y="16907"/>
                  </a:lnTo>
                  <a:lnTo>
                    <a:pt x="482" y="16646"/>
                  </a:lnTo>
                  <a:lnTo>
                    <a:pt x="381" y="16386"/>
                  </a:lnTo>
                  <a:lnTo>
                    <a:pt x="281" y="16125"/>
                  </a:lnTo>
                  <a:lnTo>
                    <a:pt x="201" y="15844"/>
                  </a:lnTo>
                  <a:lnTo>
                    <a:pt x="121" y="15583"/>
                  </a:lnTo>
                  <a:lnTo>
                    <a:pt x="81" y="15303"/>
                  </a:lnTo>
                  <a:lnTo>
                    <a:pt x="41" y="15022"/>
                  </a:lnTo>
                  <a:lnTo>
                    <a:pt x="0" y="14761"/>
                  </a:lnTo>
                  <a:lnTo>
                    <a:pt x="0" y="14480"/>
                  </a:lnTo>
                  <a:lnTo>
                    <a:pt x="0" y="14200"/>
                  </a:lnTo>
                  <a:lnTo>
                    <a:pt x="41" y="13939"/>
                  </a:lnTo>
                  <a:lnTo>
                    <a:pt x="81" y="13658"/>
                  </a:lnTo>
                  <a:lnTo>
                    <a:pt x="141" y="13397"/>
                  </a:lnTo>
                  <a:lnTo>
                    <a:pt x="221" y="13137"/>
                  </a:lnTo>
                  <a:lnTo>
                    <a:pt x="221" y="13137"/>
                  </a:lnTo>
                  <a:lnTo>
                    <a:pt x="301" y="12956"/>
                  </a:lnTo>
                  <a:lnTo>
                    <a:pt x="402" y="12776"/>
                  </a:lnTo>
                  <a:lnTo>
                    <a:pt x="522" y="12555"/>
                  </a:lnTo>
                  <a:lnTo>
                    <a:pt x="662" y="12335"/>
                  </a:lnTo>
                  <a:lnTo>
                    <a:pt x="1023" y="11833"/>
                  </a:lnTo>
                  <a:lnTo>
                    <a:pt x="1484" y="11272"/>
                  </a:lnTo>
                  <a:lnTo>
                    <a:pt x="2006" y="10670"/>
                  </a:lnTo>
                  <a:lnTo>
                    <a:pt x="2608" y="10028"/>
                  </a:lnTo>
                  <a:lnTo>
                    <a:pt x="3249" y="9346"/>
                  </a:lnTo>
                  <a:lnTo>
                    <a:pt x="3971" y="8665"/>
                  </a:lnTo>
                  <a:lnTo>
                    <a:pt x="3971" y="8665"/>
                  </a:lnTo>
                  <a:lnTo>
                    <a:pt x="5154" y="7521"/>
                  </a:lnTo>
                  <a:lnTo>
                    <a:pt x="6438" y="6378"/>
                  </a:lnTo>
                  <a:lnTo>
                    <a:pt x="6438" y="6378"/>
                  </a:lnTo>
                  <a:lnTo>
                    <a:pt x="7862" y="5175"/>
                  </a:lnTo>
                  <a:lnTo>
                    <a:pt x="8584" y="4573"/>
                  </a:lnTo>
                  <a:lnTo>
                    <a:pt x="9306" y="4012"/>
                  </a:lnTo>
                  <a:lnTo>
                    <a:pt x="10008" y="3450"/>
                  </a:lnTo>
                  <a:lnTo>
                    <a:pt x="10710" y="2929"/>
                  </a:lnTo>
                  <a:lnTo>
                    <a:pt x="11411" y="2428"/>
                  </a:lnTo>
                  <a:lnTo>
                    <a:pt x="12073" y="1966"/>
                  </a:lnTo>
                  <a:lnTo>
                    <a:pt x="12715" y="1545"/>
                  </a:lnTo>
                  <a:lnTo>
                    <a:pt x="13337" y="1164"/>
                  </a:lnTo>
                  <a:lnTo>
                    <a:pt x="13918" y="823"/>
                  </a:lnTo>
                  <a:lnTo>
                    <a:pt x="14460" y="542"/>
                  </a:lnTo>
                  <a:lnTo>
                    <a:pt x="14941" y="302"/>
                  </a:lnTo>
                  <a:lnTo>
                    <a:pt x="15402" y="141"/>
                  </a:lnTo>
                  <a:lnTo>
                    <a:pt x="15603" y="81"/>
                  </a:lnTo>
                  <a:lnTo>
                    <a:pt x="15783" y="41"/>
                  </a:lnTo>
                  <a:lnTo>
                    <a:pt x="15964" y="1"/>
                  </a:lnTo>
                  <a:lnTo>
                    <a:pt x="16124" y="1"/>
                  </a:lnTo>
                  <a:lnTo>
                    <a:pt x="16124" y="1"/>
                  </a:lnTo>
                  <a:lnTo>
                    <a:pt x="16345" y="1"/>
                  </a:lnTo>
                  <a:lnTo>
                    <a:pt x="16345" y="1"/>
                  </a:lnTo>
                  <a:lnTo>
                    <a:pt x="16606" y="41"/>
                  </a:lnTo>
                  <a:lnTo>
                    <a:pt x="16866" y="121"/>
                  </a:lnTo>
                  <a:lnTo>
                    <a:pt x="17127" y="202"/>
                  </a:lnTo>
                  <a:lnTo>
                    <a:pt x="17408" y="322"/>
                  </a:lnTo>
                  <a:lnTo>
                    <a:pt x="17688" y="462"/>
                  </a:lnTo>
                  <a:lnTo>
                    <a:pt x="17969" y="623"/>
                  </a:lnTo>
                  <a:lnTo>
                    <a:pt x="18250" y="803"/>
                  </a:lnTo>
                  <a:lnTo>
                    <a:pt x="18551" y="1024"/>
                  </a:lnTo>
                  <a:lnTo>
                    <a:pt x="18551" y="1024"/>
                  </a:lnTo>
                  <a:lnTo>
                    <a:pt x="19032" y="1385"/>
                  </a:lnTo>
                  <a:lnTo>
                    <a:pt x="19534" y="1806"/>
                  </a:lnTo>
                  <a:lnTo>
                    <a:pt x="20015" y="2267"/>
                  </a:lnTo>
                  <a:lnTo>
                    <a:pt x="20536" y="2768"/>
                  </a:lnTo>
                  <a:lnTo>
                    <a:pt x="21038" y="3310"/>
                  </a:lnTo>
                  <a:lnTo>
                    <a:pt x="21559" y="3871"/>
                  </a:lnTo>
                  <a:lnTo>
                    <a:pt x="22080" y="4473"/>
                  </a:lnTo>
                  <a:lnTo>
                    <a:pt x="22602" y="5095"/>
                  </a:lnTo>
                  <a:lnTo>
                    <a:pt x="23645" y="6398"/>
                  </a:lnTo>
                  <a:lnTo>
                    <a:pt x="24688" y="7762"/>
                  </a:lnTo>
                  <a:lnTo>
                    <a:pt x="25710" y="9146"/>
                  </a:lnTo>
                  <a:lnTo>
                    <a:pt x="26693" y="10530"/>
                  </a:lnTo>
                  <a:lnTo>
                    <a:pt x="28538" y="13137"/>
                  </a:lnTo>
                  <a:lnTo>
                    <a:pt x="29380" y="14320"/>
                  </a:lnTo>
                  <a:lnTo>
                    <a:pt x="30122" y="15363"/>
                  </a:lnTo>
                  <a:lnTo>
                    <a:pt x="30804" y="16265"/>
                  </a:lnTo>
                  <a:lnTo>
                    <a:pt x="31105" y="16626"/>
                  </a:lnTo>
                  <a:lnTo>
                    <a:pt x="31366" y="16967"/>
                  </a:lnTo>
                  <a:lnTo>
                    <a:pt x="31626" y="17228"/>
                  </a:lnTo>
                  <a:lnTo>
                    <a:pt x="31847" y="17448"/>
                  </a:lnTo>
                  <a:lnTo>
                    <a:pt x="32027" y="17609"/>
                  </a:lnTo>
                  <a:lnTo>
                    <a:pt x="32188" y="17689"/>
                  </a:lnTo>
                  <a:lnTo>
                    <a:pt x="32188" y="17689"/>
                  </a:lnTo>
                  <a:lnTo>
                    <a:pt x="32388" y="17729"/>
                  </a:lnTo>
                  <a:lnTo>
                    <a:pt x="32689" y="17769"/>
                  </a:lnTo>
                  <a:lnTo>
                    <a:pt x="33090" y="17789"/>
                  </a:lnTo>
                  <a:lnTo>
                    <a:pt x="33592" y="17809"/>
                  </a:lnTo>
                  <a:lnTo>
                    <a:pt x="34875" y="17809"/>
                  </a:lnTo>
                  <a:lnTo>
                    <a:pt x="36480" y="17789"/>
                  </a:lnTo>
                  <a:lnTo>
                    <a:pt x="36480" y="17789"/>
                  </a:lnTo>
                  <a:lnTo>
                    <a:pt x="37743" y="17749"/>
                  </a:lnTo>
                  <a:lnTo>
                    <a:pt x="37743" y="17749"/>
                  </a:lnTo>
                  <a:lnTo>
                    <a:pt x="38124" y="17749"/>
                  </a:lnTo>
                  <a:lnTo>
                    <a:pt x="38124" y="17749"/>
                  </a:lnTo>
                  <a:lnTo>
                    <a:pt x="39809" y="17709"/>
                  </a:lnTo>
                  <a:lnTo>
                    <a:pt x="39809" y="17709"/>
                  </a:lnTo>
                  <a:lnTo>
                    <a:pt x="43418" y="17609"/>
                  </a:lnTo>
                  <a:lnTo>
                    <a:pt x="47329" y="17529"/>
                  </a:lnTo>
                  <a:lnTo>
                    <a:pt x="49375" y="17509"/>
                  </a:lnTo>
                  <a:lnTo>
                    <a:pt x="51420" y="17509"/>
                  </a:lnTo>
                  <a:lnTo>
                    <a:pt x="53486" y="17509"/>
                  </a:lnTo>
                  <a:lnTo>
                    <a:pt x="55511" y="17549"/>
                  </a:lnTo>
                  <a:lnTo>
                    <a:pt x="55511" y="17549"/>
                  </a:lnTo>
                  <a:lnTo>
                    <a:pt x="56554" y="17569"/>
                  </a:lnTo>
                  <a:lnTo>
                    <a:pt x="57577" y="17609"/>
                  </a:lnTo>
                  <a:lnTo>
                    <a:pt x="57577" y="17609"/>
                  </a:lnTo>
                  <a:lnTo>
                    <a:pt x="59382" y="17689"/>
                  </a:lnTo>
                  <a:lnTo>
                    <a:pt x="61127" y="17809"/>
                  </a:lnTo>
                  <a:lnTo>
                    <a:pt x="62791" y="17950"/>
                  </a:lnTo>
                  <a:lnTo>
                    <a:pt x="63573" y="18050"/>
                  </a:lnTo>
                  <a:lnTo>
                    <a:pt x="64335" y="18150"/>
                  </a:lnTo>
                  <a:lnTo>
                    <a:pt x="65057" y="18251"/>
                  </a:lnTo>
                  <a:lnTo>
                    <a:pt x="65739" y="18371"/>
                  </a:lnTo>
                  <a:lnTo>
                    <a:pt x="66381" y="18491"/>
                  </a:lnTo>
                  <a:lnTo>
                    <a:pt x="67002" y="18632"/>
                  </a:lnTo>
                  <a:lnTo>
                    <a:pt x="67584" y="18792"/>
                  </a:lnTo>
                  <a:lnTo>
                    <a:pt x="68105" y="18953"/>
                  </a:lnTo>
                  <a:lnTo>
                    <a:pt x="68587" y="19133"/>
                  </a:lnTo>
                  <a:lnTo>
                    <a:pt x="69028" y="19313"/>
                  </a:lnTo>
                  <a:lnTo>
                    <a:pt x="69028" y="19313"/>
                  </a:lnTo>
                  <a:lnTo>
                    <a:pt x="69229" y="19434"/>
                  </a:lnTo>
                  <a:lnTo>
                    <a:pt x="69449" y="19574"/>
                  </a:lnTo>
                  <a:lnTo>
                    <a:pt x="69650" y="19715"/>
                  </a:lnTo>
                  <a:lnTo>
                    <a:pt x="69830" y="19895"/>
                  </a:lnTo>
                  <a:lnTo>
                    <a:pt x="70011" y="20096"/>
                  </a:lnTo>
                  <a:lnTo>
                    <a:pt x="70191" y="20316"/>
                  </a:lnTo>
                  <a:lnTo>
                    <a:pt x="70352" y="20537"/>
                  </a:lnTo>
                  <a:lnTo>
                    <a:pt x="70512" y="20798"/>
                  </a:lnTo>
                  <a:lnTo>
                    <a:pt x="70652" y="21058"/>
                  </a:lnTo>
                  <a:lnTo>
                    <a:pt x="70793" y="21339"/>
                  </a:lnTo>
                  <a:lnTo>
                    <a:pt x="70913" y="21640"/>
                  </a:lnTo>
                  <a:lnTo>
                    <a:pt x="71033" y="21961"/>
                  </a:lnTo>
                  <a:lnTo>
                    <a:pt x="71254" y="22622"/>
                  </a:lnTo>
                  <a:lnTo>
                    <a:pt x="71435" y="23344"/>
                  </a:lnTo>
                  <a:lnTo>
                    <a:pt x="71595" y="24107"/>
                  </a:lnTo>
                  <a:lnTo>
                    <a:pt x="71715" y="24909"/>
                  </a:lnTo>
                  <a:lnTo>
                    <a:pt x="71816" y="25751"/>
                  </a:lnTo>
                  <a:lnTo>
                    <a:pt x="71876" y="26613"/>
                  </a:lnTo>
                  <a:lnTo>
                    <a:pt x="71916" y="27516"/>
                  </a:lnTo>
                  <a:lnTo>
                    <a:pt x="71916" y="28418"/>
                  </a:lnTo>
                  <a:lnTo>
                    <a:pt x="71896" y="29361"/>
                  </a:lnTo>
                  <a:lnTo>
                    <a:pt x="71856" y="30303"/>
                  </a:lnTo>
                  <a:lnTo>
                    <a:pt x="71775" y="31246"/>
                  </a:lnTo>
                  <a:lnTo>
                    <a:pt x="71695" y="32189"/>
                  </a:lnTo>
                  <a:lnTo>
                    <a:pt x="71575" y="33131"/>
                  </a:lnTo>
                  <a:lnTo>
                    <a:pt x="71435" y="34054"/>
                  </a:lnTo>
                  <a:lnTo>
                    <a:pt x="71254" y="34956"/>
                  </a:lnTo>
                  <a:lnTo>
                    <a:pt x="71074" y="35858"/>
                  </a:lnTo>
                  <a:lnTo>
                    <a:pt x="70873" y="36721"/>
                  </a:lnTo>
                  <a:lnTo>
                    <a:pt x="70652" y="37563"/>
                  </a:lnTo>
                  <a:lnTo>
                    <a:pt x="70392" y="38365"/>
                  </a:lnTo>
                  <a:lnTo>
                    <a:pt x="70131" y="39107"/>
                  </a:lnTo>
                  <a:lnTo>
                    <a:pt x="69850" y="39829"/>
                  </a:lnTo>
                  <a:lnTo>
                    <a:pt x="69549" y="40491"/>
                  </a:lnTo>
                  <a:lnTo>
                    <a:pt x="69249" y="41093"/>
                  </a:lnTo>
                  <a:lnTo>
                    <a:pt x="68908" y="41634"/>
                  </a:lnTo>
                  <a:lnTo>
                    <a:pt x="68747" y="41875"/>
                  </a:lnTo>
                  <a:lnTo>
                    <a:pt x="68567" y="42116"/>
                  </a:lnTo>
                  <a:lnTo>
                    <a:pt x="68386" y="42316"/>
                  </a:lnTo>
                  <a:lnTo>
                    <a:pt x="68206" y="42517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5" name="Google Shape;7545;p36"/>
            <p:cNvSpPr/>
            <p:nvPr/>
          </p:nvSpPr>
          <p:spPr>
            <a:xfrm>
              <a:off x="8256675" y="3979700"/>
              <a:ext cx="1453475" cy="1156175"/>
            </a:xfrm>
            <a:custGeom>
              <a:avLst/>
              <a:gdLst/>
              <a:ahLst/>
              <a:cxnLst/>
              <a:rect l="l" t="t" r="r" b="b"/>
              <a:pathLst>
                <a:path w="58139" h="46247" extrusionOk="0">
                  <a:moveTo>
                    <a:pt x="16064" y="1"/>
                  </a:moveTo>
                  <a:lnTo>
                    <a:pt x="15864" y="21"/>
                  </a:lnTo>
                  <a:lnTo>
                    <a:pt x="15623" y="61"/>
                  </a:lnTo>
                  <a:lnTo>
                    <a:pt x="15362" y="141"/>
                  </a:lnTo>
                  <a:lnTo>
                    <a:pt x="15101" y="242"/>
                  </a:lnTo>
                  <a:lnTo>
                    <a:pt x="14620" y="442"/>
                  </a:lnTo>
                  <a:lnTo>
                    <a:pt x="14099" y="723"/>
                  </a:lnTo>
                  <a:lnTo>
                    <a:pt x="13858" y="964"/>
                  </a:lnTo>
                  <a:lnTo>
                    <a:pt x="13637" y="1224"/>
                  </a:lnTo>
                  <a:lnTo>
                    <a:pt x="13437" y="1485"/>
                  </a:lnTo>
                  <a:lnTo>
                    <a:pt x="13256" y="1726"/>
                  </a:lnTo>
                  <a:lnTo>
                    <a:pt x="12936" y="2227"/>
                  </a:lnTo>
                  <a:lnTo>
                    <a:pt x="12655" y="2708"/>
                  </a:lnTo>
                  <a:lnTo>
                    <a:pt x="13457" y="2067"/>
                  </a:lnTo>
                  <a:lnTo>
                    <a:pt x="14279" y="1465"/>
                  </a:lnTo>
                  <a:lnTo>
                    <a:pt x="15142" y="903"/>
                  </a:lnTo>
                  <a:lnTo>
                    <a:pt x="16004" y="382"/>
                  </a:lnTo>
                  <a:lnTo>
                    <a:pt x="16104" y="422"/>
                  </a:lnTo>
                  <a:lnTo>
                    <a:pt x="16204" y="442"/>
                  </a:lnTo>
                  <a:lnTo>
                    <a:pt x="16285" y="442"/>
                  </a:lnTo>
                  <a:lnTo>
                    <a:pt x="16365" y="402"/>
                  </a:lnTo>
                  <a:lnTo>
                    <a:pt x="16405" y="342"/>
                  </a:lnTo>
                  <a:lnTo>
                    <a:pt x="16445" y="262"/>
                  </a:lnTo>
                  <a:lnTo>
                    <a:pt x="16465" y="202"/>
                  </a:lnTo>
                  <a:lnTo>
                    <a:pt x="16465" y="121"/>
                  </a:lnTo>
                  <a:lnTo>
                    <a:pt x="16425" y="61"/>
                  </a:lnTo>
                  <a:lnTo>
                    <a:pt x="16345" y="1"/>
                  </a:lnTo>
                  <a:close/>
                  <a:moveTo>
                    <a:pt x="7601" y="8885"/>
                  </a:moveTo>
                  <a:lnTo>
                    <a:pt x="7421" y="8985"/>
                  </a:lnTo>
                  <a:lnTo>
                    <a:pt x="7140" y="9126"/>
                  </a:lnTo>
                  <a:lnTo>
                    <a:pt x="6859" y="9246"/>
                  </a:lnTo>
                  <a:lnTo>
                    <a:pt x="6298" y="9447"/>
                  </a:lnTo>
                  <a:lnTo>
                    <a:pt x="5736" y="9607"/>
                  </a:lnTo>
                  <a:lnTo>
                    <a:pt x="5174" y="9707"/>
                  </a:lnTo>
                  <a:lnTo>
                    <a:pt x="6578" y="11412"/>
                  </a:lnTo>
                  <a:lnTo>
                    <a:pt x="6699" y="10991"/>
                  </a:lnTo>
                  <a:lnTo>
                    <a:pt x="6839" y="10590"/>
                  </a:lnTo>
                  <a:lnTo>
                    <a:pt x="7020" y="10169"/>
                  </a:lnTo>
                  <a:lnTo>
                    <a:pt x="7200" y="9727"/>
                  </a:lnTo>
                  <a:lnTo>
                    <a:pt x="7401" y="9306"/>
                  </a:lnTo>
                  <a:lnTo>
                    <a:pt x="7601" y="8885"/>
                  </a:lnTo>
                  <a:close/>
                  <a:moveTo>
                    <a:pt x="2608" y="10028"/>
                  </a:moveTo>
                  <a:lnTo>
                    <a:pt x="2146" y="10510"/>
                  </a:lnTo>
                  <a:lnTo>
                    <a:pt x="1725" y="10971"/>
                  </a:lnTo>
                  <a:lnTo>
                    <a:pt x="1364" y="11412"/>
                  </a:lnTo>
                  <a:lnTo>
                    <a:pt x="1023" y="11833"/>
                  </a:lnTo>
                  <a:lnTo>
                    <a:pt x="742" y="12214"/>
                  </a:lnTo>
                  <a:lnTo>
                    <a:pt x="522" y="12555"/>
                  </a:lnTo>
                  <a:lnTo>
                    <a:pt x="341" y="12876"/>
                  </a:lnTo>
                  <a:lnTo>
                    <a:pt x="221" y="13137"/>
                  </a:lnTo>
                  <a:lnTo>
                    <a:pt x="121" y="13458"/>
                  </a:lnTo>
                  <a:lnTo>
                    <a:pt x="61" y="13798"/>
                  </a:lnTo>
                  <a:lnTo>
                    <a:pt x="20" y="14139"/>
                  </a:lnTo>
                  <a:lnTo>
                    <a:pt x="0" y="14460"/>
                  </a:lnTo>
                  <a:lnTo>
                    <a:pt x="20" y="14942"/>
                  </a:lnTo>
                  <a:lnTo>
                    <a:pt x="101" y="15403"/>
                  </a:lnTo>
                  <a:lnTo>
                    <a:pt x="201" y="15864"/>
                  </a:lnTo>
                  <a:lnTo>
                    <a:pt x="341" y="16325"/>
                  </a:lnTo>
                  <a:lnTo>
                    <a:pt x="522" y="16767"/>
                  </a:lnTo>
                  <a:lnTo>
                    <a:pt x="742" y="17188"/>
                  </a:lnTo>
                  <a:lnTo>
                    <a:pt x="983" y="17609"/>
                  </a:lnTo>
                  <a:lnTo>
                    <a:pt x="1264" y="18010"/>
                  </a:lnTo>
                  <a:lnTo>
                    <a:pt x="1545" y="18391"/>
                  </a:lnTo>
                  <a:lnTo>
                    <a:pt x="1866" y="18732"/>
                  </a:lnTo>
                  <a:lnTo>
                    <a:pt x="2186" y="19053"/>
                  </a:lnTo>
                  <a:lnTo>
                    <a:pt x="2527" y="19354"/>
                  </a:lnTo>
                  <a:lnTo>
                    <a:pt x="2868" y="19614"/>
                  </a:lnTo>
                  <a:lnTo>
                    <a:pt x="3229" y="19815"/>
                  </a:lnTo>
                  <a:lnTo>
                    <a:pt x="3590" y="19995"/>
                  </a:lnTo>
                  <a:lnTo>
                    <a:pt x="3951" y="20116"/>
                  </a:lnTo>
                  <a:lnTo>
                    <a:pt x="4212" y="20176"/>
                  </a:lnTo>
                  <a:lnTo>
                    <a:pt x="4533" y="20216"/>
                  </a:lnTo>
                  <a:lnTo>
                    <a:pt x="4874" y="20236"/>
                  </a:lnTo>
                  <a:lnTo>
                    <a:pt x="5255" y="20256"/>
                  </a:lnTo>
                  <a:lnTo>
                    <a:pt x="5836" y="20236"/>
                  </a:lnTo>
                  <a:lnTo>
                    <a:pt x="6478" y="20196"/>
                  </a:lnTo>
                  <a:lnTo>
                    <a:pt x="7160" y="20136"/>
                  </a:lnTo>
                  <a:lnTo>
                    <a:pt x="7882" y="20056"/>
                  </a:lnTo>
                  <a:lnTo>
                    <a:pt x="9326" y="19855"/>
                  </a:lnTo>
                  <a:lnTo>
                    <a:pt x="10790" y="19614"/>
                  </a:lnTo>
                  <a:lnTo>
                    <a:pt x="11010" y="19574"/>
                  </a:lnTo>
                  <a:lnTo>
                    <a:pt x="10930" y="19554"/>
                  </a:lnTo>
                  <a:lnTo>
                    <a:pt x="10850" y="19474"/>
                  </a:lnTo>
                  <a:lnTo>
                    <a:pt x="10589" y="19233"/>
                  </a:lnTo>
                  <a:lnTo>
                    <a:pt x="10228" y="18892"/>
                  </a:lnTo>
                  <a:lnTo>
                    <a:pt x="9807" y="18431"/>
                  </a:lnTo>
                  <a:lnTo>
                    <a:pt x="8744" y="17248"/>
                  </a:lnTo>
                  <a:lnTo>
                    <a:pt x="7521" y="15844"/>
                  </a:lnTo>
                  <a:lnTo>
                    <a:pt x="7320" y="15664"/>
                  </a:lnTo>
                  <a:lnTo>
                    <a:pt x="7140" y="15483"/>
                  </a:lnTo>
                  <a:lnTo>
                    <a:pt x="6979" y="15262"/>
                  </a:lnTo>
                  <a:lnTo>
                    <a:pt x="6839" y="15042"/>
                  </a:lnTo>
                  <a:lnTo>
                    <a:pt x="5275" y="13217"/>
                  </a:lnTo>
                  <a:lnTo>
                    <a:pt x="3931" y="11613"/>
                  </a:lnTo>
                  <a:lnTo>
                    <a:pt x="2608" y="10028"/>
                  </a:lnTo>
                  <a:close/>
                  <a:moveTo>
                    <a:pt x="17428" y="15523"/>
                  </a:moveTo>
                  <a:lnTo>
                    <a:pt x="16646" y="15744"/>
                  </a:lnTo>
                  <a:lnTo>
                    <a:pt x="15843" y="15944"/>
                  </a:lnTo>
                  <a:lnTo>
                    <a:pt x="15041" y="16125"/>
                  </a:lnTo>
                  <a:lnTo>
                    <a:pt x="14199" y="16305"/>
                  </a:lnTo>
                  <a:lnTo>
                    <a:pt x="13377" y="16446"/>
                  </a:lnTo>
                  <a:lnTo>
                    <a:pt x="12534" y="16566"/>
                  </a:lnTo>
                  <a:lnTo>
                    <a:pt x="11692" y="16646"/>
                  </a:lnTo>
                  <a:lnTo>
                    <a:pt x="11271" y="16666"/>
                  </a:lnTo>
                  <a:lnTo>
                    <a:pt x="10870" y="16666"/>
                  </a:lnTo>
                  <a:lnTo>
                    <a:pt x="12314" y="18451"/>
                  </a:lnTo>
                  <a:lnTo>
                    <a:pt x="12735" y="19013"/>
                  </a:lnTo>
                  <a:lnTo>
                    <a:pt x="12916" y="19233"/>
                  </a:lnTo>
                  <a:lnTo>
                    <a:pt x="14059" y="19053"/>
                  </a:lnTo>
                  <a:lnTo>
                    <a:pt x="14460" y="18993"/>
                  </a:lnTo>
                  <a:lnTo>
                    <a:pt x="14720" y="18973"/>
                  </a:lnTo>
                  <a:lnTo>
                    <a:pt x="14821" y="18993"/>
                  </a:lnTo>
                  <a:lnTo>
                    <a:pt x="14841" y="19013"/>
                  </a:lnTo>
                  <a:lnTo>
                    <a:pt x="14881" y="19053"/>
                  </a:lnTo>
                  <a:lnTo>
                    <a:pt x="14941" y="19253"/>
                  </a:lnTo>
                  <a:lnTo>
                    <a:pt x="15101" y="19975"/>
                  </a:lnTo>
                  <a:lnTo>
                    <a:pt x="15322" y="21098"/>
                  </a:lnTo>
                  <a:lnTo>
                    <a:pt x="15583" y="22542"/>
                  </a:lnTo>
                  <a:lnTo>
                    <a:pt x="16245" y="26172"/>
                  </a:lnTo>
                  <a:lnTo>
                    <a:pt x="16626" y="28238"/>
                  </a:lnTo>
                  <a:lnTo>
                    <a:pt x="17067" y="30404"/>
                  </a:lnTo>
                  <a:lnTo>
                    <a:pt x="17568" y="32590"/>
                  </a:lnTo>
                  <a:lnTo>
                    <a:pt x="17829" y="33673"/>
                  </a:lnTo>
                  <a:lnTo>
                    <a:pt x="18090" y="34735"/>
                  </a:lnTo>
                  <a:lnTo>
                    <a:pt x="18370" y="35798"/>
                  </a:lnTo>
                  <a:lnTo>
                    <a:pt x="18671" y="36801"/>
                  </a:lnTo>
                  <a:lnTo>
                    <a:pt x="18972" y="37784"/>
                  </a:lnTo>
                  <a:lnTo>
                    <a:pt x="19273" y="38726"/>
                  </a:lnTo>
                  <a:lnTo>
                    <a:pt x="19594" y="39609"/>
                  </a:lnTo>
                  <a:lnTo>
                    <a:pt x="19935" y="40411"/>
                  </a:lnTo>
                  <a:lnTo>
                    <a:pt x="20276" y="41173"/>
                  </a:lnTo>
                  <a:lnTo>
                    <a:pt x="20616" y="41855"/>
                  </a:lnTo>
                  <a:lnTo>
                    <a:pt x="20797" y="42156"/>
                  </a:lnTo>
                  <a:lnTo>
                    <a:pt x="20977" y="42436"/>
                  </a:lnTo>
                  <a:lnTo>
                    <a:pt x="21158" y="42697"/>
                  </a:lnTo>
                  <a:lnTo>
                    <a:pt x="21358" y="42938"/>
                  </a:lnTo>
                  <a:lnTo>
                    <a:pt x="21539" y="43158"/>
                  </a:lnTo>
                  <a:lnTo>
                    <a:pt x="21739" y="43339"/>
                  </a:lnTo>
                  <a:lnTo>
                    <a:pt x="21920" y="43519"/>
                  </a:lnTo>
                  <a:lnTo>
                    <a:pt x="22121" y="43640"/>
                  </a:lnTo>
                  <a:lnTo>
                    <a:pt x="22562" y="43880"/>
                  </a:lnTo>
                  <a:lnTo>
                    <a:pt x="23043" y="44101"/>
                  </a:lnTo>
                  <a:lnTo>
                    <a:pt x="23585" y="44301"/>
                  </a:lnTo>
                  <a:lnTo>
                    <a:pt x="24166" y="44502"/>
                  </a:lnTo>
                  <a:lnTo>
                    <a:pt x="24808" y="44682"/>
                  </a:lnTo>
                  <a:lnTo>
                    <a:pt x="25510" y="44843"/>
                  </a:lnTo>
                  <a:lnTo>
                    <a:pt x="26232" y="45003"/>
                  </a:lnTo>
                  <a:lnTo>
                    <a:pt x="26994" y="45144"/>
                  </a:lnTo>
                  <a:lnTo>
                    <a:pt x="27776" y="45284"/>
                  </a:lnTo>
                  <a:lnTo>
                    <a:pt x="28598" y="45404"/>
                  </a:lnTo>
                  <a:lnTo>
                    <a:pt x="29460" y="45505"/>
                  </a:lnTo>
                  <a:lnTo>
                    <a:pt x="30323" y="45605"/>
                  </a:lnTo>
                  <a:lnTo>
                    <a:pt x="32108" y="45785"/>
                  </a:lnTo>
                  <a:lnTo>
                    <a:pt x="33913" y="45926"/>
                  </a:lnTo>
                  <a:lnTo>
                    <a:pt x="35717" y="46026"/>
                  </a:lnTo>
                  <a:lnTo>
                    <a:pt x="37502" y="46106"/>
                  </a:lnTo>
                  <a:lnTo>
                    <a:pt x="39227" y="46167"/>
                  </a:lnTo>
                  <a:lnTo>
                    <a:pt x="40851" y="46207"/>
                  </a:lnTo>
                  <a:lnTo>
                    <a:pt x="43719" y="46247"/>
                  </a:lnTo>
                  <a:lnTo>
                    <a:pt x="47008" y="46247"/>
                  </a:lnTo>
                  <a:lnTo>
                    <a:pt x="49274" y="46227"/>
                  </a:lnTo>
                  <a:lnTo>
                    <a:pt x="50598" y="46207"/>
                  </a:lnTo>
                  <a:lnTo>
                    <a:pt x="52002" y="46167"/>
                  </a:lnTo>
                  <a:lnTo>
                    <a:pt x="53486" y="46106"/>
                  </a:lnTo>
                  <a:lnTo>
                    <a:pt x="55010" y="46026"/>
                  </a:lnTo>
                  <a:lnTo>
                    <a:pt x="56574" y="45886"/>
                  </a:lnTo>
                  <a:lnTo>
                    <a:pt x="58138" y="45745"/>
                  </a:lnTo>
                  <a:lnTo>
                    <a:pt x="56494" y="45745"/>
                  </a:lnTo>
                  <a:lnTo>
                    <a:pt x="55632" y="45705"/>
                  </a:lnTo>
                  <a:lnTo>
                    <a:pt x="54749" y="45665"/>
                  </a:lnTo>
                  <a:lnTo>
                    <a:pt x="53887" y="45625"/>
                  </a:lnTo>
                  <a:lnTo>
                    <a:pt x="53024" y="45545"/>
                  </a:lnTo>
                  <a:lnTo>
                    <a:pt x="52142" y="45465"/>
                  </a:lnTo>
                  <a:lnTo>
                    <a:pt x="51280" y="45384"/>
                  </a:lnTo>
                  <a:lnTo>
                    <a:pt x="50417" y="45264"/>
                  </a:lnTo>
                  <a:lnTo>
                    <a:pt x="48693" y="45023"/>
                  </a:lnTo>
                  <a:lnTo>
                    <a:pt x="46968" y="44723"/>
                  </a:lnTo>
                  <a:lnTo>
                    <a:pt x="45263" y="44402"/>
                  </a:lnTo>
                  <a:lnTo>
                    <a:pt x="43579" y="44021"/>
                  </a:lnTo>
                  <a:lnTo>
                    <a:pt x="41894" y="43620"/>
                  </a:lnTo>
                  <a:lnTo>
                    <a:pt x="40190" y="43198"/>
                  </a:lnTo>
                  <a:lnTo>
                    <a:pt x="38505" y="42737"/>
                  </a:lnTo>
                  <a:lnTo>
                    <a:pt x="37663" y="42497"/>
                  </a:lnTo>
                  <a:lnTo>
                    <a:pt x="36820" y="42236"/>
                  </a:lnTo>
                  <a:lnTo>
                    <a:pt x="35978" y="41955"/>
                  </a:lnTo>
                  <a:lnTo>
                    <a:pt x="35156" y="41654"/>
                  </a:lnTo>
                  <a:lnTo>
                    <a:pt x="34334" y="41353"/>
                  </a:lnTo>
                  <a:lnTo>
                    <a:pt x="33511" y="41033"/>
                  </a:lnTo>
                  <a:lnTo>
                    <a:pt x="32709" y="40692"/>
                  </a:lnTo>
                  <a:lnTo>
                    <a:pt x="31927" y="40331"/>
                  </a:lnTo>
                  <a:lnTo>
                    <a:pt x="31145" y="39950"/>
                  </a:lnTo>
                  <a:lnTo>
                    <a:pt x="30363" y="39528"/>
                  </a:lnTo>
                  <a:lnTo>
                    <a:pt x="29621" y="39107"/>
                  </a:lnTo>
                  <a:lnTo>
                    <a:pt x="28899" y="38666"/>
                  </a:lnTo>
                  <a:lnTo>
                    <a:pt x="28197" y="38185"/>
                  </a:lnTo>
                  <a:lnTo>
                    <a:pt x="27535" y="37683"/>
                  </a:lnTo>
                  <a:lnTo>
                    <a:pt x="26893" y="37162"/>
                  </a:lnTo>
                  <a:lnTo>
                    <a:pt x="26272" y="36601"/>
                  </a:lnTo>
                  <a:lnTo>
                    <a:pt x="25670" y="36039"/>
                  </a:lnTo>
                  <a:lnTo>
                    <a:pt x="25089" y="35437"/>
                  </a:lnTo>
                  <a:lnTo>
                    <a:pt x="24547" y="34816"/>
                  </a:lnTo>
                  <a:lnTo>
                    <a:pt x="24026" y="34174"/>
                  </a:lnTo>
                  <a:lnTo>
                    <a:pt x="23524" y="33512"/>
                  </a:lnTo>
                  <a:lnTo>
                    <a:pt x="23043" y="32830"/>
                  </a:lnTo>
                  <a:lnTo>
                    <a:pt x="22602" y="32128"/>
                  </a:lnTo>
                  <a:lnTo>
                    <a:pt x="22181" y="31386"/>
                  </a:lnTo>
                  <a:lnTo>
                    <a:pt x="21780" y="30644"/>
                  </a:lnTo>
                  <a:lnTo>
                    <a:pt x="21399" y="29862"/>
                  </a:lnTo>
                  <a:lnTo>
                    <a:pt x="21018" y="29020"/>
                  </a:lnTo>
                  <a:lnTo>
                    <a:pt x="20677" y="28178"/>
                  </a:lnTo>
                  <a:lnTo>
                    <a:pt x="20356" y="27315"/>
                  </a:lnTo>
                  <a:lnTo>
                    <a:pt x="20055" y="26433"/>
                  </a:lnTo>
                  <a:lnTo>
                    <a:pt x="19774" y="25571"/>
                  </a:lnTo>
                  <a:lnTo>
                    <a:pt x="19513" y="24688"/>
                  </a:lnTo>
                  <a:lnTo>
                    <a:pt x="19273" y="23786"/>
                  </a:lnTo>
                  <a:lnTo>
                    <a:pt x="19052" y="22883"/>
                  </a:lnTo>
                  <a:lnTo>
                    <a:pt x="18832" y="22001"/>
                  </a:lnTo>
                  <a:lnTo>
                    <a:pt x="18651" y="21098"/>
                  </a:lnTo>
                  <a:lnTo>
                    <a:pt x="18270" y="19273"/>
                  </a:lnTo>
                  <a:lnTo>
                    <a:pt x="17949" y="17468"/>
                  </a:lnTo>
                  <a:lnTo>
                    <a:pt x="17628" y="15644"/>
                  </a:lnTo>
                  <a:lnTo>
                    <a:pt x="17608" y="15603"/>
                  </a:lnTo>
                  <a:lnTo>
                    <a:pt x="17568" y="15563"/>
                  </a:lnTo>
                  <a:lnTo>
                    <a:pt x="17528" y="15523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6" name="Google Shape;7546;p36"/>
            <p:cNvSpPr/>
            <p:nvPr/>
          </p:nvSpPr>
          <p:spPr>
            <a:xfrm>
              <a:off x="8528400" y="4367775"/>
              <a:ext cx="1181750" cy="768100"/>
            </a:xfrm>
            <a:custGeom>
              <a:avLst/>
              <a:gdLst/>
              <a:ahLst/>
              <a:cxnLst/>
              <a:rect l="l" t="t" r="r" b="b"/>
              <a:pathLst>
                <a:path w="47270" h="30724" fill="none" extrusionOk="0">
                  <a:moveTo>
                    <a:pt x="6599" y="0"/>
                  </a:moveTo>
                  <a:lnTo>
                    <a:pt x="6599" y="0"/>
                  </a:lnTo>
                  <a:lnTo>
                    <a:pt x="6559" y="0"/>
                  </a:lnTo>
                  <a:lnTo>
                    <a:pt x="6559" y="0"/>
                  </a:lnTo>
                  <a:lnTo>
                    <a:pt x="5777" y="221"/>
                  </a:lnTo>
                  <a:lnTo>
                    <a:pt x="4974" y="421"/>
                  </a:lnTo>
                  <a:lnTo>
                    <a:pt x="4172" y="602"/>
                  </a:lnTo>
                  <a:lnTo>
                    <a:pt x="3330" y="782"/>
                  </a:lnTo>
                  <a:lnTo>
                    <a:pt x="2508" y="923"/>
                  </a:lnTo>
                  <a:lnTo>
                    <a:pt x="1665" y="1043"/>
                  </a:lnTo>
                  <a:lnTo>
                    <a:pt x="823" y="1123"/>
                  </a:lnTo>
                  <a:lnTo>
                    <a:pt x="402" y="1143"/>
                  </a:lnTo>
                  <a:lnTo>
                    <a:pt x="1" y="1143"/>
                  </a:lnTo>
                  <a:lnTo>
                    <a:pt x="1" y="1143"/>
                  </a:lnTo>
                  <a:lnTo>
                    <a:pt x="1445" y="2928"/>
                  </a:lnTo>
                  <a:lnTo>
                    <a:pt x="1866" y="3490"/>
                  </a:lnTo>
                  <a:lnTo>
                    <a:pt x="2047" y="3710"/>
                  </a:lnTo>
                  <a:lnTo>
                    <a:pt x="2047" y="3710"/>
                  </a:lnTo>
                  <a:lnTo>
                    <a:pt x="2047" y="3710"/>
                  </a:lnTo>
                  <a:lnTo>
                    <a:pt x="2047" y="3710"/>
                  </a:lnTo>
                  <a:lnTo>
                    <a:pt x="3190" y="3530"/>
                  </a:lnTo>
                  <a:lnTo>
                    <a:pt x="3591" y="3470"/>
                  </a:lnTo>
                  <a:lnTo>
                    <a:pt x="3851" y="3450"/>
                  </a:lnTo>
                  <a:lnTo>
                    <a:pt x="3851" y="3450"/>
                  </a:lnTo>
                  <a:lnTo>
                    <a:pt x="3952" y="3470"/>
                  </a:lnTo>
                  <a:lnTo>
                    <a:pt x="3952" y="3470"/>
                  </a:lnTo>
                  <a:lnTo>
                    <a:pt x="3972" y="3490"/>
                  </a:lnTo>
                  <a:lnTo>
                    <a:pt x="4012" y="3530"/>
                  </a:lnTo>
                  <a:lnTo>
                    <a:pt x="4072" y="3730"/>
                  </a:lnTo>
                  <a:lnTo>
                    <a:pt x="4232" y="4452"/>
                  </a:lnTo>
                  <a:lnTo>
                    <a:pt x="4453" y="5575"/>
                  </a:lnTo>
                  <a:lnTo>
                    <a:pt x="4714" y="7019"/>
                  </a:lnTo>
                  <a:lnTo>
                    <a:pt x="5376" y="10649"/>
                  </a:lnTo>
                  <a:lnTo>
                    <a:pt x="5757" y="12715"/>
                  </a:lnTo>
                  <a:lnTo>
                    <a:pt x="6198" y="14881"/>
                  </a:lnTo>
                  <a:lnTo>
                    <a:pt x="6699" y="17067"/>
                  </a:lnTo>
                  <a:lnTo>
                    <a:pt x="6960" y="18150"/>
                  </a:lnTo>
                  <a:lnTo>
                    <a:pt x="7221" y="19212"/>
                  </a:lnTo>
                  <a:lnTo>
                    <a:pt x="7501" y="20275"/>
                  </a:lnTo>
                  <a:lnTo>
                    <a:pt x="7802" y="21278"/>
                  </a:lnTo>
                  <a:lnTo>
                    <a:pt x="8103" y="22261"/>
                  </a:lnTo>
                  <a:lnTo>
                    <a:pt x="8404" y="23203"/>
                  </a:lnTo>
                  <a:lnTo>
                    <a:pt x="8725" y="24086"/>
                  </a:lnTo>
                  <a:lnTo>
                    <a:pt x="9066" y="24888"/>
                  </a:lnTo>
                  <a:lnTo>
                    <a:pt x="9407" y="25650"/>
                  </a:lnTo>
                  <a:lnTo>
                    <a:pt x="9747" y="26332"/>
                  </a:lnTo>
                  <a:lnTo>
                    <a:pt x="9928" y="26633"/>
                  </a:lnTo>
                  <a:lnTo>
                    <a:pt x="10108" y="26913"/>
                  </a:lnTo>
                  <a:lnTo>
                    <a:pt x="10289" y="27174"/>
                  </a:lnTo>
                  <a:lnTo>
                    <a:pt x="10489" y="27415"/>
                  </a:lnTo>
                  <a:lnTo>
                    <a:pt x="10670" y="27635"/>
                  </a:lnTo>
                  <a:lnTo>
                    <a:pt x="10870" y="27816"/>
                  </a:lnTo>
                  <a:lnTo>
                    <a:pt x="11051" y="27996"/>
                  </a:lnTo>
                  <a:lnTo>
                    <a:pt x="11252" y="28117"/>
                  </a:lnTo>
                  <a:lnTo>
                    <a:pt x="11252" y="28117"/>
                  </a:lnTo>
                  <a:lnTo>
                    <a:pt x="11693" y="28357"/>
                  </a:lnTo>
                  <a:lnTo>
                    <a:pt x="12174" y="28578"/>
                  </a:lnTo>
                  <a:lnTo>
                    <a:pt x="12716" y="28778"/>
                  </a:lnTo>
                  <a:lnTo>
                    <a:pt x="13297" y="28979"/>
                  </a:lnTo>
                  <a:lnTo>
                    <a:pt x="13939" y="29159"/>
                  </a:lnTo>
                  <a:lnTo>
                    <a:pt x="14641" y="29320"/>
                  </a:lnTo>
                  <a:lnTo>
                    <a:pt x="15363" y="29480"/>
                  </a:lnTo>
                  <a:lnTo>
                    <a:pt x="16125" y="29621"/>
                  </a:lnTo>
                  <a:lnTo>
                    <a:pt x="16907" y="29761"/>
                  </a:lnTo>
                  <a:lnTo>
                    <a:pt x="17729" y="29881"/>
                  </a:lnTo>
                  <a:lnTo>
                    <a:pt x="18591" y="29982"/>
                  </a:lnTo>
                  <a:lnTo>
                    <a:pt x="19454" y="30082"/>
                  </a:lnTo>
                  <a:lnTo>
                    <a:pt x="21239" y="30262"/>
                  </a:lnTo>
                  <a:lnTo>
                    <a:pt x="23044" y="30403"/>
                  </a:lnTo>
                  <a:lnTo>
                    <a:pt x="24848" y="30503"/>
                  </a:lnTo>
                  <a:lnTo>
                    <a:pt x="26633" y="30583"/>
                  </a:lnTo>
                  <a:lnTo>
                    <a:pt x="28358" y="30644"/>
                  </a:lnTo>
                  <a:lnTo>
                    <a:pt x="29982" y="30684"/>
                  </a:lnTo>
                  <a:lnTo>
                    <a:pt x="32850" y="30724"/>
                  </a:lnTo>
                  <a:lnTo>
                    <a:pt x="34956" y="30724"/>
                  </a:lnTo>
                  <a:lnTo>
                    <a:pt x="34956" y="30724"/>
                  </a:lnTo>
                  <a:lnTo>
                    <a:pt x="36139" y="30724"/>
                  </a:lnTo>
                  <a:lnTo>
                    <a:pt x="36139" y="30724"/>
                  </a:lnTo>
                  <a:lnTo>
                    <a:pt x="38405" y="30704"/>
                  </a:lnTo>
                  <a:lnTo>
                    <a:pt x="39729" y="30684"/>
                  </a:lnTo>
                  <a:lnTo>
                    <a:pt x="41133" y="30644"/>
                  </a:lnTo>
                  <a:lnTo>
                    <a:pt x="42617" y="30583"/>
                  </a:lnTo>
                  <a:lnTo>
                    <a:pt x="44141" y="30503"/>
                  </a:lnTo>
                  <a:lnTo>
                    <a:pt x="45705" y="30363"/>
                  </a:lnTo>
                  <a:lnTo>
                    <a:pt x="47269" y="30222"/>
                  </a:lnTo>
                  <a:lnTo>
                    <a:pt x="47269" y="30222"/>
                  </a:lnTo>
                  <a:lnTo>
                    <a:pt x="46487" y="30222"/>
                  </a:lnTo>
                  <a:lnTo>
                    <a:pt x="46487" y="30222"/>
                  </a:lnTo>
                  <a:lnTo>
                    <a:pt x="45625" y="30222"/>
                  </a:lnTo>
                  <a:lnTo>
                    <a:pt x="44763" y="30182"/>
                  </a:lnTo>
                  <a:lnTo>
                    <a:pt x="43880" y="30142"/>
                  </a:lnTo>
                  <a:lnTo>
                    <a:pt x="43018" y="30102"/>
                  </a:lnTo>
                  <a:lnTo>
                    <a:pt x="42155" y="30022"/>
                  </a:lnTo>
                  <a:lnTo>
                    <a:pt x="41273" y="29942"/>
                  </a:lnTo>
                  <a:lnTo>
                    <a:pt x="40411" y="29861"/>
                  </a:lnTo>
                  <a:lnTo>
                    <a:pt x="39548" y="29741"/>
                  </a:lnTo>
                  <a:lnTo>
                    <a:pt x="37824" y="29500"/>
                  </a:lnTo>
                  <a:lnTo>
                    <a:pt x="36099" y="29200"/>
                  </a:lnTo>
                  <a:lnTo>
                    <a:pt x="34394" y="28879"/>
                  </a:lnTo>
                  <a:lnTo>
                    <a:pt x="32710" y="28498"/>
                  </a:lnTo>
                  <a:lnTo>
                    <a:pt x="32710" y="28498"/>
                  </a:lnTo>
                  <a:lnTo>
                    <a:pt x="31025" y="28097"/>
                  </a:lnTo>
                  <a:lnTo>
                    <a:pt x="29321" y="27675"/>
                  </a:lnTo>
                  <a:lnTo>
                    <a:pt x="27636" y="27214"/>
                  </a:lnTo>
                  <a:lnTo>
                    <a:pt x="26794" y="26974"/>
                  </a:lnTo>
                  <a:lnTo>
                    <a:pt x="25951" y="26713"/>
                  </a:lnTo>
                  <a:lnTo>
                    <a:pt x="25109" y="26432"/>
                  </a:lnTo>
                  <a:lnTo>
                    <a:pt x="24287" y="26131"/>
                  </a:lnTo>
                  <a:lnTo>
                    <a:pt x="23465" y="25830"/>
                  </a:lnTo>
                  <a:lnTo>
                    <a:pt x="22642" y="25510"/>
                  </a:lnTo>
                  <a:lnTo>
                    <a:pt x="21840" y="25169"/>
                  </a:lnTo>
                  <a:lnTo>
                    <a:pt x="21058" y="24808"/>
                  </a:lnTo>
                  <a:lnTo>
                    <a:pt x="20276" y="24427"/>
                  </a:lnTo>
                  <a:lnTo>
                    <a:pt x="19494" y="24005"/>
                  </a:lnTo>
                  <a:lnTo>
                    <a:pt x="19494" y="24005"/>
                  </a:lnTo>
                  <a:lnTo>
                    <a:pt x="18752" y="23584"/>
                  </a:lnTo>
                  <a:lnTo>
                    <a:pt x="18030" y="23143"/>
                  </a:lnTo>
                  <a:lnTo>
                    <a:pt x="17328" y="22662"/>
                  </a:lnTo>
                  <a:lnTo>
                    <a:pt x="16666" y="22160"/>
                  </a:lnTo>
                  <a:lnTo>
                    <a:pt x="16024" y="21639"/>
                  </a:lnTo>
                  <a:lnTo>
                    <a:pt x="15403" y="21078"/>
                  </a:lnTo>
                  <a:lnTo>
                    <a:pt x="14801" y="20516"/>
                  </a:lnTo>
                  <a:lnTo>
                    <a:pt x="14220" y="19914"/>
                  </a:lnTo>
                  <a:lnTo>
                    <a:pt x="13678" y="19293"/>
                  </a:lnTo>
                  <a:lnTo>
                    <a:pt x="13157" y="18651"/>
                  </a:lnTo>
                  <a:lnTo>
                    <a:pt x="12655" y="17989"/>
                  </a:lnTo>
                  <a:lnTo>
                    <a:pt x="12174" y="17307"/>
                  </a:lnTo>
                  <a:lnTo>
                    <a:pt x="11733" y="16605"/>
                  </a:lnTo>
                  <a:lnTo>
                    <a:pt x="11312" y="15863"/>
                  </a:lnTo>
                  <a:lnTo>
                    <a:pt x="10911" y="15121"/>
                  </a:lnTo>
                  <a:lnTo>
                    <a:pt x="10530" y="14339"/>
                  </a:lnTo>
                  <a:lnTo>
                    <a:pt x="10530" y="14339"/>
                  </a:lnTo>
                  <a:lnTo>
                    <a:pt x="10149" y="13497"/>
                  </a:lnTo>
                  <a:lnTo>
                    <a:pt x="9808" y="12655"/>
                  </a:lnTo>
                  <a:lnTo>
                    <a:pt x="9487" y="11792"/>
                  </a:lnTo>
                  <a:lnTo>
                    <a:pt x="9186" y="10910"/>
                  </a:lnTo>
                  <a:lnTo>
                    <a:pt x="8905" y="10048"/>
                  </a:lnTo>
                  <a:lnTo>
                    <a:pt x="8644" y="9165"/>
                  </a:lnTo>
                  <a:lnTo>
                    <a:pt x="8404" y="8263"/>
                  </a:lnTo>
                  <a:lnTo>
                    <a:pt x="8183" y="7360"/>
                  </a:lnTo>
                  <a:lnTo>
                    <a:pt x="7963" y="6478"/>
                  </a:lnTo>
                  <a:lnTo>
                    <a:pt x="7782" y="5575"/>
                  </a:lnTo>
                  <a:lnTo>
                    <a:pt x="7401" y="3750"/>
                  </a:lnTo>
                  <a:lnTo>
                    <a:pt x="7080" y="1945"/>
                  </a:lnTo>
                  <a:lnTo>
                    <a:pt x="6759" y="121"/>
                  </a:lnTo>
                  <a:lnTo>
                    <a:pt x="6759" y="121"/>
                  </a:lnTo>
                  <a:lnTo>
                    <a:pt x="6739" y="80"/>
                  </a:lnTo>
                  <a:lnTo>
                    <a:pt x="6699" y="40"/>
                  </a:lnTo>
                  <a:lnTo>
                    <a:pt x="6659" y="0"/>
                  </a:lnTo>
                  <a:lnTo>
                    <a:pt x="659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7" name="Google Shape;7547;p36"/>
            <p:cNvSpPr/>
            <p:nvPr/>
          </p:nvSpPr>
          <p:spPr>
            <a:xfrm>
              <a:off x="8256675" y="4230400"/>
              <a:ext cx="275275" cy="255725"/>
            </a:xfrm>
            <a:custGeom>
              <a:avLst/>
              <a:gdLst/>
              <a:ahLst/>
              <a:cxnLst/>
              <a:rect l="l" t="t" r="r" b="b"/>
              <a:pathLst>
                <a:path w="11011" h="10229" fill="none" extrusionOk="0">
                  <a:moveTo>
                    <a:pt x="2608" y="0"/>
                  </a:moveTo>
                  <a:lnTo>
                    <a:pt x="2608" y="0"/>
                  </a:lnTo>
                  <a:lnTo>
                    <a:pt x="2146" y="482"/>
                  </a:lnTo>
                  <a:lnTo>
                    <a:pt x="1725" y="943"/>
                  </a:lnTo>
                  <a:lnTo>
                    <a:pt x="1364" y="1384"/>
                  </a:lnTo>
                  <a:lnTo>
                    <a:pt x="1023" y="1805"/>
                  </a:lnTo>
                  <a:lnTo>
                    <a:pt x="742" y="2186"/>
                  </a:lnTo>
                  <a:lnTo>
                    <a:pt x="522" y="2527"/>
                  </a:lnTo>
                  <a:lnTo>
                    <a:pt x="341" y="2848"/>
                  </a:lnTo>
                  <a:lnTo>
                    <a:pt x="221" y="3109"/>
                  </a:lnTo>
                  <a:lnTo>
                    <a:pt x="221" y="3109"/>
                  </a:lnTo>
                  <a:lnTo>
                    <a:pt x="121" y="3430"/>
                  </a:lnTo>
                  <a:lnTo>
                    <a:pt x="61" y="3770"/>
                  </a:lnTo>
                  <a:lnTo>
                    <a:pt x="20" y="4111"/>
                  </a:lnTo>
                  <a:lnTo>
                    <a:pt x="0" y="4432"/>
                  </a:lnTo>
                  <a:lnTo>
                    <a:pt x="0" y="4432"/>
                  </a:lnTo>
                  <a:lnTo>
                    <a:pt x="20" y="4914"/>
                  </a:lnTo>
                  <a:lnTo>
                    <a:pt x="101" y="5375"/>
                  </a:lnTo>
                  <a:lnTo>
                    <a:pt x="201" y="5836"/>
                  </a:lnTo>
                  <a:lnTo>
                    <a:pt x="341" y="6297"/>
                  </a:lnTo>
                  <a:lnTo>
                    <a:pt x="522" y="6739"/>
                  </a:lnTo>
                  <a:lnTo>
                    <a:pt x="742" y="7160"/>
                  </a:lnTo>
                  <a:lnTo>
                    <a:pt x="983" y="7581"/>
                  </a:lnTo>
                  <a:lnTo>
                    <a:pt x="1264" y="7982"/>
                  </a:lnTo>
                  <a:lnTo>
                    <a:pt x="1545" y="8363"/>
                  </a:lnTo>
                  <a:lnTo>
                    <a:pt x="1866" y="8704"/>
                  </a:lnTo>
                  <a:lnTo>
                    <a:pt x="2186" y="9025"/>
                  </a:lnTo>
                  <a:lnTo>
                    <a:pt x="2527" y="9326"/>
                  </a:lnTo>
                  <a:lnTo>
                    <a:pt x="2868" y="9586"/>
                  </a:lnTo>
                  <a:lnTo>
                    <a:pt x="3229" y="9787"/>
                  </a:lnTo>
                  <a:lnTo>
                    <a:pt x="3590" y="9967"/>
                  </a:lnTo>
                  <a:lnTo>
                    <a:pt x="3951" y="10088"/>
                  </a:lnTo>
                  <a:lnTo>
                    <a:pt x="3951" y="10088"/>
                  </a:lnTo>
                  <a:lnTo>
                    <a:pt x="4212" y="10148"/>
                  </a:lnTo>
                  <a:lnTo>
                    <a:pt x="4533" y="10188"/>
                  </a:lnTo>
                  <a:lnTo>
                    <a:pt x="4874" y="10208"/>
                  </a:lnTo>
                  <a:lnTo>
                    <a:pt x="5255" y="10228"/>
                  </a:lnTo>
                  <a:lnTo>
                    <a:pt x="5255" y="10228"/>
                  </a:lnTo>
                  <a:lnTo>
                    <a:pt x="5836" y="10208"/>
                  </a:lnTo>
                  <a:lnTo>
                    <a:pt x="6478" y="10168"/>
                  </a:lnTo>
                  <a:lnTo>
                    <a:pt x="7160" y="10108"/>
                  </a:lnTo>
                  <a:lnTo>
                    <a:pt x="7882" y="10028"/>
                  </a:lnTo>
                  <a:lnTo>
                    <a:pt x="9326" y="9827"/>
                  </a:lnTo>
                  <a:lnTo>
                    <a:pt x="10790" y="9586"/>
                  </a:lnTo>
                  <a:lnTo>
                    <a:pt x="10790" y="9586"/>
                  </a:lnTo>
                  <a:lnTo>
                    <a:pt x="11010" y="9546"/>
                  </a:lnTo>
                  <a:lnTo>
                    <a:pt x="11010" y="9546"/>
                  </a:lnTo>
                  <a:lnTo>
                    <a:pt x="11010" y="9546"/>
                  </a:lnTo>
                  <a:lnTo>
                    <a:pt x="11010" y="9546"/>
                  </a:lnTo>
                  <a:lnTo>
                    <a:pt x="10930" y="9526"/>
                  </a:lnTo>
                  <a:lnTo>
                    <a:pt x="10850" y="9446"/>
                  </a:lnTo>
                  <a:lnTo>
                    <a:pt x="10589" y="9205"/>
                  </a:lnTo>
                  <a:lnTo>
                    <a:pt x="10228" y="8864"/>
                  </a:lnTo>
                  <a:lnTo>
                    <a:pt x="9807" y="8403"/>
                  </a:lnTo>
                  <a:lnTo>
                    <a:pt x="8744" y="7220"/>
                  </a:lnTo>
                  <a:lnTo>
                    <a:pt x="7521" y="5816"/>
                  </a:lnTo>
                  <a:lnTo>
                    <a:pt x="7521" y="5816"/>
                  </a:lnTo>
                  <a:lnTo>
                    <a:pt x="7320" y="5636"/>
                  </a:lnTo>
                  <a:lnTo>
                    <a:pt x="7140" y="5455"/>
                  </a:lnTo>
                  <a:lnTo>
                    <a:pt x="6979" y="5234"/>
                  </a:lnTo>
                  <a:lnTo>
                    <a:pt x="6839" y="5014"/>
                  </a:lnTo>
                  <a:lnTo>
                    <a:pt x="6839" y="5014"/>
                  </a:lnTo>
                  <a:lnTo>
                    <a:pt x="5275" y="3189"/>
                  </a:lnTo>
                  <a:lnTo>
                    <a:pt x="3931" y="1585"/>
                  </a:lnTo>
                  <a:lnTo>
                    <a:pt x="2608" y="0"/>
                  </a:lnTo>
                  <a:lnTo>
                    <a:pt x="2608" y="0"/>
                  </a:lnTo>
                  <a:lnTo>
                    <a:pt x="2608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8" name="Google Shape;7548;p36"/>
            <p:cNvSpPr/>
            <p:nvPr/>
          </p:nvSpPr>
          <p:spPr>
            <a:xfrm>
              <a:off x="8386025" y="4201825"/>
              <a:ext cx="60700" cy="63175"/>
            </a:xfrm>
            <a:custGeom>
              <a:avLst/>
              <a:gdLst/>
              <a:ahLst/>
              <a:cxnLst/>
              <a:rect l="l" t="t" r="r" b="b"/>
              <a:pathLst>
                <a:path w="2428" h="2527" fill="none" extrusionOk="0">
                  <a:moveTo>
                    <a:pt x="2427" y="0"/>
                  </a:moveTo>
                  <a:lnTo>
                    <a:pt x="2427" y="0"/>
                  </a:lnTo>
                  <a:lnTo>
                    <a:pt x="2247" y="100"/>
                  </a:lnTo>
                  <a:lnTo>
                    <a:pt x="2247" y="100"/>
                  </a:lnTo>
                  <a:lnTo>
                    <a:pt x="1966" y="241"/>
                  </a:lnTo>
                  <a:lnTo>
                    <a:pt x="1685" y="361"/>
                  </a:lnTo>
                  <a:lnTo>
                    <a:pt x="1124" y="562"/>
                  </a:lnTo>
                  <a:lnTo>
                    <a:pt x="562" y="722"/>
                  </a:lnTo>
                  <a:lnTo>
                    <a:pt x="0" y="822"/>
                  </a:lnTo>
                  <a:lnTo>
                    <a:pt x="0" y="822"/>
                  </a:lnTo>
                  <a:lnTo>
                    <a:pt x="1404" y="2527"/>
                  </a:lnTo>
                  <a:lnTo>
                    <a:pt x="1404" y="2527"/>
                  </a:lnTo>
                  <a:lnTo>
                    <a:pt x="1525" y="2106"/>
                  </a:lnTo>
                  <a:lnTo>
                    <a:pt x="1665" y="1705"/>
                  </a:lnTo>
                  <a:lnTo>
                    <a:pt x="1665" y="1705"/>
                  </a:lnTo>
                  <a:lnTo>
                    <a:pt x="1846" y="1284"/>
                  </a:lnTo>
                  <a:lnTo>
                    <a:pt x="2026" y="842"/>
                  </a:lnTo>
                  <a:lnTo>
                    <a:pt x="2227" y="421"/>
                  </a:lnTo>
                  <a:lnTo>
                    <a:pt x="2427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9" name="Google Shape;7549;p36"/>
            <p:cNvSpPr/>
            <p:nvPr/>
          </p:nvSpPr>
          <p:spPr>
            <a:xfrm>
              <a:off x="8573025" y="3979700"/>
              <a:ext cx="95300" cy="67725"/>
            </a:xfrm>
            <a:custGeom>
              <a:avLst/>
              <a:gdLst/>
              <a:ahLst/>
              <a:cxnLst/>
              <a:rect l="l" t="t" r="r" b="b"/>
              <a:pathLst>
                <a:path w="3812" h="2709" fill="none" extrusionOk="0">
                  <a:moveTo>
                    <a:pt x="3470" y="1"/>
                  </a:moveTo>
                  <a:lnTo>
                    <a:pt x="3470" y="1"/>
                  </a:lnTo>
                  <a:lnTo>
                    <a:pt x="3470" y="1"/>
                  </a:lnTo>
                  <a:lnTo>
                    <a:pt x="3470" y="1"/>
                  </a:lnTo>
                  <a:lnTo>
                    <a:pt x="347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50" y="1"/>
                  </a:lnTo>
                  <a:lnTo>
                    <a:pt x="3430" y="1"/>
                  </a:lnTo>
                  <a:lnTo>
                    <a:pt x="3430" y="1"/>
                  </a:lnTo>
                  <a:lnTo>
                    <a:pt x="3430" y="1"/>
                  </a:lnTo>
                  <a:lnTo>
                    <a:pt x="343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410" y="1"/>
                  </a:lnTo>
                  <a:lnTo>
                    <a:pt x="3210" y="21"/>
                  </a:lnTo>
                  <a:lnTo>
                    <a:pt x="2969" y="61"/>
                  </a:lnTo>
                  <a:lnTo>
                    <a:pt x="2708" y="141"/>
                  </a:lnTo>
                  <a:lnTo>
                    <a:pt x="2447" y="242"/>
                  </a:lnTo>
                  <a:lnTo>
                    <a:pt x="2447" y="242"/>
                  </a:lnTo>
                  <a:lnTo>
                    <a:pt x="1966" y="442"/>
                  </a:lnTo>
                  <a:lnTo>
                    <a:pt x="1445" y="723"/>
                  </a:lnTo>
                  <a:lnTo>
                    <a:pt x="1445" y="723"/>
                  </a:lnTo>
                  <a:lnTo>
                    <a:pt x="1445" y="723"/>
                  </a:lnTo>
                  <a:lnTo>
                    <a:pt x="1204" y="964"/>
                  </a:lnTo>
                  <a:lnTo>
                    <a:pt x="983" y="1224"/>
                  </a:lnTo>
                  <a:lnTo>
                    <a:pt x="783" y="1485"/>
                  </a:lnTo>
                  <a:lnTo>
                    <a:pt x="602" y="1726"/>
                  </a:lnTo>
                  <a:lnTo>
                    <a:pt x="282" y="2227"/>
                  </a:lnTo>
                  <a:lnTo>
                    <a:pt x="1" y="2708"/>
                  </a:lnTo>
                  <a:lnTo>
                    <a:pt x="1" y="2708"/>
                  </a:lnTo>
                  <a:lnTo>
                    <a:pt x="803" y="2067"/>
                  </a:lnTo>
                  <a:lnTo>
                    <a:pt x="1625" y="1465"/>
                  </a:lnTo>
                  <a:lnTo>
                    <a:pt x="2488" y="903"/>
                  </a:lnTo>
                  <a:lnTo>
                    <a:pt x="3350" y="382"/>
                  </a:lnTo>
                  <a:lnTo>
                    <a:pt x="3350" y="382"/>
                  </a:lnTo>
                  <a:lnTo>
                    <a:pt x="3450" y="422"/>
                  </a:lnTo>
                  <a:lnTo>
                    <a:pt x="3450" y="422"/>
                  </a:lnTo>
                  <a:lnTo>
                    <a:pt x="3550" y="442"/>
                  </a:lnTo>
                  <a:lnTo>
                    <a:pt x="3550" y="442"/>
                  </a:lnTo>
                  <a:lnTo>
                    <a:pt x="3631" y="442"/>
                  </a:lnTo>
                  <a:lnTo>
                    <a:pt x="3711" y="402"/>
                  </a:lnTo>
                  <a:lnTo>
                    <a:pt x="3751" y="342"/>
                  </a:lnTo>
                  <a:lnTo>
                    <a:pt x="3791" y="262"/>
                  </a:lnTo>
                  <a:lnTo>
                    <a:pt x="3811" y="202"/>
                  </a:lnTo>
                  <a:lnTo>
                    <a:pt x="3811" y="121"/>
                  </a:lnTo>
                  <a:lnTo>
                    <a:pt x="3771" y="61"/>
                  </a:lnTo>
                  <a:lnTo>
                    <a:pt x="3691" y="1"/>
                  </a:lnTo>
                  <a:lnTo>
                    <a:pt x="3691" y="1"/>
                  </a:lnTo>
                  <a:lnTo>
                    <a:pt x="3691" y="1"/>
                  </a:lnTo>
                  <a:lnTo>
                    <a:pt x="347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0" name="Google Shape;7550;p36"/>
            <p:cNvSpPr/>
            <p:nvPr/>
          </p:nvSpPr>
          <p:spPr>
            <a:xfrm>
              <a:off x="9069375" y="4416900"/>
              <a:ext cx="762100" cy="505900"/>
            </a:xfrm>
            <a:custGeom>
              <a:avLst/>
              <a:gdLst/>
              <a:ahLst/>
              <a:cxnLst/>
              <a:rect l="l" t="t" r="r" b="b"/>
              <a:pathLst>
                <a:path w="30484" h="20236" extrusionOk="0">
                  <a:moveTo>
                    <a:pt x="17067" y="1"/>
                  </a:moveTo>
                  <a:lnTo>
                    <a:pt x="14781" y="41"/>
                  </a:lnTo>
                  <a:lnTo>
                    <a:pt x="10329" y="121"/>
                  </a:lnTo>
                  <a:lnTo>
                    <a:pt x="6278" y="221"/>
                  </a:lnTo>
                  <a:lnTo>
                    <a:pt x="3931" y="281"/>
                  </a:lnTo>
                  <a:lnTo>
                    <a:pt x="3450" y="642"/>
                  </a:lnTo>
                  <a:lnTo>
                    <a:pt x="3009" y="1023"/>
                  </a:lnTo>
                  <a:lnTo>
                    <a:pt x="2588" y="1444"/>
                  </a:lnTo>
                  <a:lnTo>
                    <a:pt x="2207" y="1866"/>
                  </a:lnTo>
                  <a:lnTo>
                    <a:pt x="1846" y="2327"/>
                  </a:lnTo>
                  <a:lnTo>
                    <a:pt x="1505" y="2808"/>
                  </a:lnTo>
                  <a:lnTo>
                    <a:pt x="1204" y="3289"/>
                  </a:lnTo>
                  <a:lnTo>
                    <a:pt x="923" y="3811"/>
                  </a:lnTo>
                  <a:lnTo>
                    <a:pt x="683" y="4332"/>
                  </a:lnTo>
                  <a:lnTo>
                    <a:pt x="482" y="4874"/>
                  </a:lnTo>
                  <a:lnTo>
                    <a:pt x="322" y="5435"/>
                  </a:lnTo>
                  <a:lnTo>
                    <a:pt x="181" y="5997"/>
                  </a:lnTo>
                  <a:lnTo>
                    <a:pt x="81" y="6578"/>
                  </a:lnTo>
                  <a:lnTo>
                    <a:pt x="21" y="7180"/>
                  </a:lnTo>
                  <a:lnTo>
                    <a:pt x="1" y="7762"/>
                  </a:lnTo>
                  <a:lnTo>
                    <a:pt x="21" y="8383"/>
                  </a:lnTo>
                  <a:lnTo>
                    <a:pt x="241" y="11331"/>
                  </a:lnTo>
                  <a:lnTo>
                    <a:pt x="282" y="11793"/>
                  </a:lnTo>
                  <a:lnTo>
                    <a:pt x="362" y="12254"/>
                  </a:lnTo>
                  <a:lnTo>
                    <a:pt x="442" y="12715"/>
                  </a:lnTo>
                  <a:lnTo>
                    <a:pt x="562" y="13156"/>
                  </a:lnTo>
                  <a:lnTo>
                    <a:pt x="703" y="13598"/>
                  </a:lnTo>
                  <a:lnTo>
                    <a:pt x="843" y="14019"/>
                  </a:lnTo>
                  <a:lnTo>
                    <a:pt x="1024" y="14440"/>
                  </a:lnTo>
                  <a:lnTo>
                    <a:pt x="1224" y="14841"/>
                  </a:lnTo>
                  <a:lnTo>
                    <a:pt x="1445" y="15222"/>
                  </a:lnTo>
                  <a:lnTo>
                    <a:pt x="1685" y="15623"/>
                  </a:lnTo>
                  <a:lnTo>
                    <a:pt x="1926" y="15984"/>
                  </a:lnTo>
                  <a:lnTo>
                    <a:pt x="2207" y="16345"/>
                  </a:lnTo>
                  <a:lnTo>
                    <a:pt x="2508" y="16706"/>
                  </a:lnTo>
                  <a:lnTo>
                    <a:pt x="2808" y="17027"/>
                  </a:lnTo>
                  <a:lnTo>
                    <a:pt x="3129" y="17348"/>
                  </a:lnTo>
                  <a:lnTo>
                    <a:pt x="3470" y="17669"/>
                  </a:lnTo>
                  <a:lnTo>
                    <a:pt x="3811" y="17949"/>
                  </a:lnTo>
                  <a:lnTo>
                    <a:pt x="4172" y="18230"/>
                  </a:lnTo>
                  <a:lnTo>
                    <a:pt x="4553" y="18491"/>
                  </a:lnTo>
                  <a:lnTo>
                    <a:pt x="4954" y="18731"/>
                  </a:lnTo>
                  <a:lnTo>
                    <a:pt x="5355" y="18972"/>
                  </a:lnTo>
                  <a:lnTo>
                    <a:pt x="5776" y="19173"/>
                  </a:lnTo>
                  <a:lnTo>
                    <a:pt x="6198" y="19373"/>
                  </a:lnTo>
                  <a:lnTo>
                    <a:pt x="6639" y="19534"/>
                  </a:lnTo>
                  <a:lnTo>
                    <a:pt x="7100" y="19694"/>
                  </a:lnTo>
                  <a:lnTo>
                    <a:pt x="7561" y="19834"/>
                  </a:lnTo>
                  <a:lnTo>
                    <a:pt x="8023" y="19955"/>
                  </a:lnTo>
                  <a:lnTo>
                    <a:pt x="8504" y="20055"/>
                  </a:lnTo>
                  <a:lnTo>
                    <a:pt x="8985" y="20135"/>
                  </a:lnTo>
                  <a:lnTo>
                    <a:pt x="9466" y="20175"/>
                  </a:lnTo>
                  <a:lnTo>
                    <a:pt x="9968" y="20216"/>
                  </a:lnTo>
                  <a:lnTo>
                    <a:pt x="10469" y="20236"/>
                  </a:lnTo>
                  <a:lnTo>
                    <a:pt x="20015" y="20236"/>
                  </a:lnTo>
                  <a:lnTo>
                    <a:pt x="20516" y="20216"/>
                  </a:lnTo>
                  <a:lnTo>
                    <a:pt x="21018" y="20175"/>
                  </a:lnTo>
                  <a:lnTo>
                    <a:pt x="21499" y="20135"/>
                  </a:lnTo>
                  <a:lnTo>
                    <a:pt x="22001" y="20055"/>
                  </a:lnTo>
                  <a:lnTo>
                    <a:pt x="22462" y="19955"/>
                  </a:lnTo>
                  <a:lnTo>
                    <a:pt x="22943" y="19834"/>
                  </a:lnTo>
                  <a:lnTo>
                    <a:pt x="23384" y="19694"/>
                  </a:lnTo>
                  <a:lnTo>
                    <a:pt x="23846" y="19534"/>
                  </a:lnTo>
                  <a:lnTo>
                    <a:pt x="24287" y="19373"/>
                  </a:lnTo>
                  <a:lnTo>
                    <a:pt x="24708" y="19173"/>
                  </a:lnTo>
                  <a:lnTo>
                    <a:pt x="25129" y="18972"/>
                  </a:lnTo>
                  <a:lnTo>
                    <a:pt x="25530" y="18731"/>
                  </a:lnTo>
                  <a:lnTo>
                    <a:pt x="25931" y="18491"/>
                  </a:lnTo>
                  <a:lnTo>
                    <a:pt x="26312" y="18230"/>
                  </a:lnTo>
                  <a:lnTo>
                    <a:pt x="26673" y="17949"/>
                  </a:lnTo>
                  <a:lnTo>
                    <a:pt x="27034" y="17669"/>
                  </a:lnTo>
                  <a:lnTo>
                    <a:pt x="27355" y="17348"/>
                  </a:lnTo>
                  <a:lnTo>
                    <a:pt x="27676" y="17027"/>
                  </a:lnTo>
                  <a:lnTo>
                    <a:pt x="27997" y="16706"/>
                  </a:lnTo>
                  <a:lnTo>
                    <a:pt x="28278" y="16345"/>
                  </a:lnTo>
                  <a:lnTo>
                    <a:pt x="28558" y="15984"/>
                  </a:lnTo>
                  <a:lnTo>
                    <a:pt x="28799" y="15623"/>
                  </a:lnTo>
                  <a:lnTo>
                    <a:pt x="29040" y="15222"/>
                  </a:lnTo>
                  <a:lnTo>
                    <a:pt x="29260" y="14841"/>
                  </a:lnTo>
                  <a:lnTo>
                    <a:pt x="29461" y="14440"/>
                  </a:lnTo>
                  <a:lnTo>
                    <a:pt x="29641" y="14019"/>
                  </a:lnTo>
                  <a:lnTo>
                    <a:pt x="29802" y="13598"/>
                  </a:lnTo>
                  <a:lnTo>
                    <a:pt x="29922" y="13156"/>
                  </a:lnTo>
                  <a:lnTo>
                    <a:pt x="30042" y="12715"/>
                  </a:lnTo>
                  <a:lnTo>
                    <a:pt x="30143" y="12254"/>
                  </a:lnTo>
                  <a:lnTo>
                    <a:pt x="30203" y="11793"/>
                  </a:lnTo>
                  <a:lnTo>
                    <a:pt x="30243" y="11331"/>
                  </a:lnTo>
                  <a:lnTo>
                    <a:pt x="30464" y="8383"/>
                  </a:lnTo>
                  <a:lnTo>
                    <a:pt x="30484" y="7762"/>
                  </a:lnTo>
                  <a:lnTo>
                    <a:pt x="30464" y="7140"/>
                  </a:lnTo>
                  <a:lnTo>
                    <a:pt x="30403" y="6538"/>
                  </a:lnTo>
                  <a:lnTo>
                    <a:pt x="30283" y="5937"/>
                  </a:lnTo>
                  <a:lnTo>
                    <a:pt x="30143" y="5355"/>
                  </a:lnTo>
                  <a:lnTo>
                    <a:pt x="29962" y="4774"/>
                  </a:lnTo>
                  <a:lnTo>
                    <a:pt x="29742" y="4232"/>
                  </a:lnTo>
                  <a:lnTo>
                    <a:pt x="29501" y="3691"/>
                  </a:lnTo>
                  <a:lnTo>
                    <a:pt x="29200" y="3169"/>
                  </a:lnTo>
                  <a:lnTo>
                    <a:pt x="28879" y="2668"/>
                  </a:lnTo>
                  <a:lnTo>
                    <a:pt x="28538" y="2186"/>
                  </a:lnTo>
                  <a:lnTo>
                    <a:pt x="28157" y="1725"/>
                  </a:lnTo>
                  <a:lnTo>
                    <a:pt x="27736" y="1284"/>
                  </a:lnTo>
                  <a:lnTo>
                    <a:pt x="27295" y="863"/>
                  </a:lnTo>
                  <a:lnTo>
                    <a:pt x="26834" y="482"/>
                  </a:lnTo>
                  <a:lnTo>
                    <a:pt x="26352" y="121"/>
                  </a:lnTo>
                  <a:lnTo>
                    <a:pt x="25189" y="81"/>
                  </a:lnTo>
                  <a:lnTo>
                    <a:pt x="24026" y="41"/>
                  </a:lnTo>
                  <a:lnTo>
                    <a:pt x="21720" y="21"/>
                  </a:lnTo>
                  <a:lnTo>
                    <a:pt x="1939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1" name="Google Shape;7551;p36"/>
            <p:cNvSpPr/>
            <p:nvPr/>
          </p:nvSpPr>
          <p:spPr>
            <a:xfrm>
              <a:off x="9161125" y="4416900"/>
              <a:ext cx="579100" cy="406625"/>
            </a:xfrm>
            <a:custGeom>
              <a:avLst/>
              <a:gdLst/>
              <a:ahLst/>
              <a:cxnLst/>
              <a:rect l="l" t="t" r="r" b="b"/>
              <a:pathLst>
                <a:path w="23164" h="16265" extrusionOk="0">
                  <a:moveTo>
                    <a:pt x="13397" y="1"/>
                  </a:moveTo>
                  <a:lnTo>
                    <a:pt x="11111" y="41"/>
                  </a:lnTo>
                  <a:lnTo>
                    <a:pt x="6659" y="121"/>
                  </a:lnTo>
                  <a:lnTo>
                    <a:pt x="2608" y="221"/>
                  </a:lnTo>
                  <a:lnTo>
                    <a:pt x="2287" y="522"/>
                  </a:lnTo>
                  <a:lnTo>
                    <a:pt x="1986" y="823"/>
                  </a:lnTo>
                  <a:lnTo>
                    <a:pt x="1705" y="1164"/>
                  </a:lnTo>
                  <a:lnTo>
                    <a:pt x="1445" y="1505"/>
                  </a:lnTo>
                  <a:lnTo>
                    <a:pt x="1204" y="1866"/>
                  </a:lnTo>
                  <a:lnTo>
                    <a:pt x="983" y="2247"/>
                  </a:lnTo>
                  <a:lnTo>
                    <a:pt x="783" y="2628"/>
                  </a:lnTo>
                  <a:lnTo>
                    <a:pt x="602" y="3029"/>
                  </a:lnTo>
                  <a:lnTo>
                    <a:pt x="442" y="3430"/>
                  </a:lnTo>
                  <a:lnTo>
                    <a:pt x="302" y="3851"/>
                  </a:lnTo>
                  <a:lnTo>
                    <a:pt x="181" y="4272"/>
                  </a:lnTo>
                  <a:lnTo>
                    <a:pt x="101" y="4713"/>
                  </a:lnTo>
                  <a:lnTo>
                    <a:pt x="41" y="5175"/>
                  </a:lnTo>
                  <a:lnTo>
                    <a:pt x="1" y="5616"/>
                  </a:lnTo>
                  <a:lnTo>
                    <a:pt x="1" y="6077"/>
                  </a:lnTo>
                  <a:lnTo>
                    <a:pt x="1" y="6538"/>
                  </a:lnTo>
                  <a:lnTo>
                    <a:pt x="161" y="8965"/>
                  </a:lnTo>
                  <a:lnTo>
                    <a:pt x="201" y="9346"/>
                  </a:lnTo>
                  <a:lnTo>
                    <a:pt x="261" y="9727"/>
                  </a:lnTo>
                  <a:lnTo>
                    <a:pt x="322" y="10088"/>
                  </a:lnTo>
                  <a:lnTo>
                    <a:pt x="422" y="10449"/>
                  </a:lnTo>
                  <a:lnTo>
                    <a:pt x="522" y="10810"/>
                  </a:lnTo>
                  <a:lnTo>
                    <a:pt x="642" y="11171"/>
                  </a:lnTo>
                  <a:lnTo>
                    <a:pt x="763" y="11512"/>
                  </a:lnTo>
                  <a:lnTo>
                    <a:pt x="923" y="11833"/>
                  </a:lnTo>
                  <a:lnTo>
                    <a:pt x="1084" y="12154"/>
                  </a:lnTo>
                  <a:lnTo>
                    <a:pt x="1264" y="12474"/>
                  </a:lnTo>
                  <a:lnTo>
                    <a:pt x="1465" y="12775"/>
                  </a:lnTo>
                  <a:lnTo>
                    <a:pt x="1665" y="13076"/>
                  </a:lnTo>
                  <a:lnTo>
                    <a:pt x="1886" y="13357"/>
                  </a:lnTo>
                  <a:lnTo>
                    <a:pt x="2126" y="13638"/>
                  </a:lnTo>
                  <a:lnTo>
                    <a:pt x="2367" y="13898"/>
                  </a:lnTo>
                  <a:lnTo>
                    <a:pt x="2628" y="14159"/>
                  </a:lnTo>
                  <a:lnTo>
                    <a:pt x="2889" y="14380"/>
                  </a:lnTo>
                  <a:lnTo>
                    <a:pt x="3169" y="14620"/>
                  </a:lnTo>
                  <a:lnTo>
                    <a:pt x="3450" y="14821"/>
                  </a:lnTo>
                  <a:lnTo>
                    <a:pt x="3751" y="15021"/>
                  </a:lnTo>
                  <a:lnTo>
                    <a:pt x="4052" y="15222"/>
                  </a:lnTo>
                  <a:lnTo>
                    <a:pt x="4373" y="15382"/>
                  </a:lnTo>
                  <a:lnTo>
                    <a:pt x="4714" y="15543"/>
                  </a:lnTo>
                  <a:lnTo>
                    <a:pt x="5034" y="15703"/>
                  </a:lnTo>
                  <a:lnTo>
                    <a:pt x="5375" y="15824"/>
                  </a:lnTo>
                  <a:lnTo>
                    <a:pt x="5736" y="15944"/>
                  </a:lnTo>
                  <a:lnTo>
                    <a:pt x="6077" y="16024"/>
                  </a:lnTo>
                  <a:lnTo>
                    <a:pt x="6438" y="16104"/>
                  </a:lnTo>
                  <a:lnTo>
                    <a:pt x="6819" y="16164"/>
                  </a:lnTo>
                  <a:lnTo>
                    <a:pt x="7180" y="16225"/>
                  </a:lnTo>
                  <a:lnTo>
                    <a:pt x="7561" y="16245"/>
                  </a:lnTo>
                  <a:lnTo>
                    <a:pt x="7942" y="16265"/>
                  </a:lnTo>
                  <a:lnTo>
                    <a:pt x="15202" y="16265"/>
                  </a:lnTo>
                  <a:lnTo>
                    <a:pt x="15583" y="16245"/>
                  </a:lnTo>
                  <a:lnTo>
                    <a:pt x="15964" y="16225"/>
                  </a:lnTo>
                  <a:lnTo>
                    <a:pt x="16325" y="16164"/>
                  </a:lnTo>
                  <a:lnTo>
                    <a:pt x="16706" y="16104"/>
                  </a:lnTo>
                  <a:lnTo>
                    <a:pt x="17067" y="16024"/>
                  </a:lnTo>
                  <a:lnTo>
                    <a:pt x="17428" y="15944"/>
                  </a:lnTo>
                  <a:lnTo>
                    <a:pt x="17769" y="15824"/>
                  </a:lnTo>
                  <a:lnTo>
                    <a:pt x="18110" y="15703"/>
                  </a:lnTo>
                  <a:lnTo>
                    <a:pt x="18451" y="15543"/>
                  </a:lnTo>
                  <a:lnTo>
                    <a:pt x="18772" y="15382"/>
                  </a:lnTo>
                  <a:lnTo>
                    <a:pt x="19093" y="15222"/>
                  </a:lnTo>
                  <a:lnTo>
                    <a:pt x="19393" y="15021"/>
                  </a:lnTo>
                  <a:lnTo>
                    <a:pt x="19694" y="14821"/>
                  </a:lnTo>
                  <a:lnTo>
                    <a:pt x="19975" y="14620"/>
                  </a:lnTo>
                  <a:lnTo>
                    <a:pt x="20256" y="14380"/>
                  </a:lnTo>
                  <a:lnTo>
                    <a:pt x="20537" y="14159"/>
                  </a:lnTo>
                  <a:lnTo>
                    <a:pt x="20777" y="13898"/>
                  </a:lnTo>
                  <a:lnTo>
                    <a:pt x="21038" y="13638"/>
                  </a:lnTo>
                  <a:lnTo>
                    <a:pt x="21258" y="13357"/>
                  </a:lnTo>
                  <a:lnTo>
                    <a:pt x="21479" y="13076"/>
                  </a:lnTo>
                  <a:lnTo>
                    <a:pt x="21680" y="12775"/>
                  </a:lnTo>
                  <a:lnTo>
                    <a:pt x="21880" y="12474"/>
                  </a:lnTo>
                  <a:lnTo>
                    <a:pt x="22061" y="12154"/>
                  </a:lnTo>
                  <a:lnTo>
                    <a:pt x="22221" y="11833"/>
                  </a:lnTo>
                  <a:lnTo>
                    <a:pt x="22382" y="11512"/>
                  </a:lnTo>
                  <a:lnTo>
                    <a:pt x="22522" y="11171"/>
                  </a:lnTo>
                  <a:lnTo>
                    <a:pt x="22622" y="10810"/>
                  </a:lnTo>
                  <a:lnTo>
                    <a:pt x="22743" y="10449"/>
                  </a:lnTo>
                  <a:lnTo>
                    <a:pt x="22823" y="10088"/>
                  </a:lnTo>
                  <a:lnTo>
                    <a:pt x="22883" y="9727"/>
                  </a:lnTo>
                  <a:lnTo>
                    <a:pt x="22943" y="9346"/>
                  </a:lnTo>
                  <a:lnTo>
                    <a:pt x="22983" y="8965"/>
                  </a:lnTo>
                  <a:lnTo>
                    <a:pt x="23144" y="6538"/>
                  </a:lnTo>
                  <a:lnTo>
                    <a:pt x="23164" y="6057"/>
                  </a:lnTo>
                  <a:lnTo>
                    <a:pt x="23144" y="5596"/>
                  </a:lnTo>
                  <a:lnTo>
                    <a:pt x="23103" y="5114"/>
                  </a:lnTo>
                  <a:lnTo>
                    <a:pt x="23023" y="4653"/>
                  </a:lnTo>
                  <a:lnTo>
                    <a:pt x="22943" y="4192"/>
                  </a:lnTo>
                  <a:lnTo>
                    <a:pt x="22823" y="3751"/>
                  </a:lnTo>
                  <a:lnTo>
                    <a:pt x="22662" y="3330"/>
                  </a:lnTo>
                  <a:lnTo>
                    <a:pt x="22502" y="2908"/>
                  </a:lnTo>
                  <a:lnTo>
                    <a:pt x="22301" y="2487"/>
                  </a:lnTo>
                  <a:lnTo>
                    <a:pt x="22081" y="2086"/>
                  </a:lnTo>
                  <a:lnTo>
                    <a:pt x="21840" y="1705"/>
                  </a:lnTo>
                  <a:lnTo>
                    <a:pt x="21579" y="1344"/>
                  </a:lnTo>
                  <a:lnTo>
                    <a:pt x="21299" y="1003"/>
                  </a:lnTo>
                  <a:lnTo>
                    <a:pt x="20998" y="662"/>
                  </a:lnTo>
                  <a:lnTo>
                    <a:pt x="20677" y="341"/>
                  </a:lnTo>
                  <a:lnTo>
                    <a:pt x="20356" y="41"/>
                  </a:lnTo>
                  <a:lnTo>
                    <a:pt x="18050" y="21"/>
                  </a:lnTo>
                  <a:lnTo>
                    <a:pt x="1572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2" name="Google Shape;7552;p36"/>
            <p:cNvSpPr/>
            <p:nvPr/>
          </p:nvSpPr>
          <p:spPr>
            <a:xfrm>
              <a:off x="8488800" y="5379025"/>
              <a:ext cx="1865100" cy="313375"/>
            </a:xfrm>
            <a:custGeom>
              <a:avLst/>
              <a:gdLst/>
              <a:ahLst/>
              <a:cxnLst/>
              <a:rect l="l" t="t" r="r" b="b"/>
              <a:pathLst>
                <a:path w="74604" h="12535" extrusionOk="0">
                  <a:moveTo>
                    <a:pt x="2808" y="0"/>
                  </a:moveTo>
                  <a:lnTo>
                    <a:pt x="2467" y="40"/>
                  </a:lnTo>
                  <a:lnTo>
                    <a:pt x="2126" y="121"/>
                  </a:lnTo>
                  <a:lnTo>
                    <a:pt x="1806" y="221"/>
                  </a:lnTo>
                  <a:lnTo>
                    <a:pt x="1505" y="361"/>
                  </a:lnTo>
                  <a:lnTo>
                    <a:pt x="1224" y="522"/>
                  </a:lnTo>
                  <a:lnTo>
                    <a:pt x="943" y="702"/>
                  </a:lnTo>
                  <a:lnTo>
                    <a:pt x="703" y="883"/>
                  </a:lnTo>
                  <a:lnTo>
                    <a:pt x="482" y="1083"/>
                  </a:lnTo>
                  <a:lnTo>
                    <a:pt x="301" y="1264"/>
                  </a:lnTo>
                  <a:lnTo>
                    <a:pt x="161" y="1444"/>
                  </a:lnTo>
                  <a:lnTo>
                    <a:pt x="61" y="1605"/>
                  </a:lnTo>
                  <a:lnTo>
                    <a:pt x="21" y="1765"/>
                  </a:lnTo>
                  <a:lnTo>
                    <a:pt x="1" y="1825"/>
                  </a:lnTo>
                  <a:lnTo>
                    <a:pt x="1" y="1885"/>
                  </a:lnTo>
                  <a:lnTo>
                    <a:pt x="61" y="1966"/>
                  </a:lnTo>
                  <a:lnTo>
                    <a:pt x="221" y="2086"/>
                  </a:lnTo>
                  <a:lnTo>
                    <a:pt x="442" y="2266"/>
                  </a:lnTo>
                  <a:lnTo>
                    <a:pt x="763" y="2487"/>
                  </a:lnTo>
                  <a:lnTo>
                    <a:pt x="1164" y="2768"/>
                  </a:lnTo>
                  <a:lnTo>
                    <a:pt x="1645" y="3069"/>
                  </a:lnTo>
                  <a:lnTo>
                    <a:pt x="2207" y="3409"/>
                  </a:lnTo>
                  <a:lnTo>
                    <a:pt x="2848" y="3770"/>
                  </a:lnTo>
                  <a:lnTo>
                    <a:pt x="3570" y="4172"/>
                  </a:lnTo>
                  <a:lnTo>
                    <a:pt x="4352" y="4593"/>
                  </a:lnTo>
                  <a:lnTo>
                    <a:pt x="5215" y="5034"/>
                  </a:lnTo>
                  <a:lnTo>
                    <a:pt x="6157" y="5495"/>
                  </a:lnTo>
                  <a:lnTo>
                    <a:pt x="7160" y="5956"/>
                  </a:lnTo>
                  <a:lnTo>
                    <a:pt x="8243" y="6438"/>
                  </a:lnTo>
                  <a:lnTo>
                    <a:pt x="9386" y="6919"/>
                  </a:lnTo>
                  <a:lnTo>
                    <a:pt x="10589" y="7400"/>
                  </a:lnTo>
                  <a:lnTo>
                    <a:pt x="11853" y="7902"/>
                  </a:lnTo>
                  <a:lnTo>
                    <a:pt x="13176" y="8363"/>
                  </a:lnTo>
                  <a:lnTo>
                    <a:pt x="14580" y="8844"/>
                  </a:lnTo>
                  <a:lnTo>
                    <a:pt x="16024" y="9306"/>
                  </a:lnTo>
                  <a:lnTo>
                    <a:pt x="17528" y="9747"/>
                  </a:lnTo>
                  <a:lnTo>
                    <a:pt x="19093" y="10168"/>
                  </a:lnTo>
                  <a:lnTo>
                    <a:pt x="20697" y="10569"/>
                  </a:lnTo>
                  <a:lnTo>
                    <a:pt x="22361" y="10930"/>
                  </a:lnTo>
                  <a:lnTo>
                    <a:pt x="24066" y="11291"/>
                  </a:lnTo>
                  <a:lnTo>
                    <a:pt x="25831" y="11592"/>
                  </a:lnTo>
                  <a:lnTo>
                    <a:pt x="27636" y="11852"/>
                  </a:lnTo>
                  <a:lnTo>
                    <a:pt x="28558" y="11973"/>
                  </a:lnTo>
                  <a:lnTo>
                    <a:pt x="29501" y="12093"/>
                  </a:lnTo>
                  <a:lnTo>
                    <a:pt x="30423" y="12193"/>
                  </a:lnTo>
                  <a:lnTo>
                    <a:pt x="31386" y="12274"/>
                  </a:lnTo>
                  <a:lnTo>
                    <a:pt x="32349" y="12354"/>
                  </a:lnTo>
                  <a:lnTo>
                    <a:pt x="33311" y="12414"/>
                  </a:lnTo>
                  <a:lnTo>
                    <a:pt x="34294" y="12454"/>
                  </a:lnTo>
                  <a:lnTo>
                    <a:pt x="35297" y="12494"/>
                  </a:lnTo>
                  <a:lnTo>
                    <a:pt x="36299" y="12514"/>
                  </a:lnTo>
                  <a:lnTo>
                    <a:pt x="37302" y="12534"/>
                  </a:lnTo>
                  <a:lnTo>
                    <a:pt x="38305" y="12514"/>
                  </a:lnTo>
                  <a:lnTo>
                    <a:pt x="39307" y="12494"/>
                  </a:lnTo>
                  <a:lnTo>
                    <a:pt x="40310" y="12454"/>
                  </a:lnTo>
                  <a:lnTo>
                    <a:pt x="41293" y="12414"/>
                  </a:lnTo>
                  <a:lnTo>
                    <a:pt x="42255" y="12354"/>
                  </a:lnTo>
                  <a:lnTo>
                    <a:pt x="43218" y="12274"/>
                  </a:lnTo>
                  <a:lnTo>
                    <a:pt x="44181" y="12193"/>
                  </a:lnTo>
                  <a:lnTo>
                    <a:pt x="45123" y="12093"/>
                  </a:lnTo>
                  <a:lnTo>
                    <a:pt x="46046" y="11973"/>
                  </a:lnTo>
                  <a:lnTo>
                    <a:pt x="46968" y="11852"/>
                  </a:lnTo>
                  <a:lnTo>
                    <a:pt x="48773" y="11592"/>
                  </a:lnTo>
                  <a:lnTo>
                    <a:pt x="50538" y="11291"/>
                  </a:lnTo>
                  <a:lnTo>
                    <a:pt x="52243" y="10930"/>
                  </a:lnTo>
                  <a:lnTo>
                    <a:pt x="53907" y="10569"/>
                  </a:lnTo>
                  <a:lnTo>
                    <a:pt x="55511" y="10168"/>
                  </a:lnTo>
                  <a:lnTo>
                    <a:pt x="57076" y="9747"/>
                  </a:lnTo>
                  <a:lnTo>
                    <a:pt x="58580" y="9306"/>
                  </a:lnTo>
                  <a:lnTo>
                    <a:pt x="60024" y="8844"/>
                  </a:lnTo>
                  <a:lnTo>
                    <a:pt x="61428" y="8363"/>
                  </a:lnTo>
                  <a:lnTo>
                    <a:pt x="62751" y="7902"/>
                  </a:lnTo>
                  <a:lnTo>
                    <a:pt x="64015" y="7400"/>
                  </a:lnTo>
                  <a:lnTo>
                    <a:pt x="65218" y="6919"/>
                  </a:lnTo>
                  <a:lnTo>
                    <a:pt x="66361" y="6438"/>
                  </a:lnTo>
                  <a:lnTo>
                    <a:pt x="67444" y="5956"/>
                  </a:lnTo>
                  <a:lnTo>
                    <a:pt x="68447" y="5495"/>
                  </a:lnTo>
                  <a:lnTo>
                    <a:pt x="69389" y="5034"/>
                  </a:lnTo>
                  <a:lnTo>
                    <a:pt x="70252" y="4593"/>
                  </a:lnTo>
                  <a:lnTo>
                    <a:pt x="71034" y="4172"/>
                  </a:lnTo>
                  <a:lnTo>
                    <a:pt x="71756" y="3770"/>
                  </a:lnTo>
                  <a:lnTo>
                    <a:pt x="72397" y="3409"/>
                  </a:lnTo>
                  <a:lnTo>
                    <a:pt x="72959" y="3069"/>
                  </a:lnTo>
                  <a:lnTo>
                    <a:pt x="73440" y="2768"/>
                  </a:lnTo>
                  <a:lnTo>
                    <a:pt x="73841" y="2487"/>
                  </a:lnTo>
                  <a:lnTo>
                    <a:pt x="74162" y="2266"/>
                  </a:lnTo>
                  <a:lnTo>
                    <a:pt x="74403" y="2086"/>
                  </a:lnTo>
                  <a:lnTo>
                    <a:pt x="74543" y="1966"/>
                  </a:lnTo>
                  <a:lnTo>
                    <a:pt x="74603" y="1885"/>
                  </a:lnTo>
                  <a:lnTo>
                    <a:pt x="74603" y="1825"/>
                  </a:lnTo>
                  <a:lnTo>
                    <a:pt x="74603" y="1765"/>
                  </a:lnTo>
                  <a:lnTo>
                    <a:pt x="74543" y="1605"/>
                  </a:lnTo>
                  <a:lnTo>
                    <a:pt x="74443" y="1444"/>
                  </a:lnTo>
                  <a:lnTo>
                    <a:pt x="74303" y="1264"/>
                  </a:lnTo>
                  <a:lnTo>
                    <a:pt x="74122" y="1083"/>
                  </a:lnTo>
                  <a:lnTo>
                    <a:pt x="73901" y="883"/>
                  </a:lnTo>
                  <a:lnTo>
                    <a:pt x="73661" y="702"/>
                  </a:lnTo>
                  <a:lnTo>
                    <a:pt x="73400" y="522"/>
                  </a:lnTo>
                  <a:lnTo>
                    <a:pt x="73099" y="361"/>
                  </a:lnTo>
                  <a:lnTo>
                    <a:pt x="72798" y="221"/>
                  </a:lnTo>
                  <a:lnTo>
                    <a:pt x="72478" y="121"/>
                  </a:lnTo>
                  <a:lnTo>
                    <a:pt x="72137" y="40"/>
                  </a:lnTo>
                  <a:lnTo>
                    <a:pt x="71796" y="0"/>
                  </a:lnTo>
                  <a:lnTo>
                    <a:pt x="71635" y="20"/>
                  </a:lnTo>
                  <a:lnTo>
                    <a:pt x="71475" y="20"/>
                  </a:lnTo>
                  <a:lnTo>
                    <a:pt x="71294" y="60"/>
                  </a:lnTo>
                  <a:lnTo>
                    <a:pt x="71134" y="100"/>
                  </a:lnTo>
                  <a:lnTo>
                    <a:pt x="70973" y="161"/>
                  </a:lnTo>
                  <a:lnTo>
                    <a:pt x="70813" y="221"/>
                  </a:lnTo>
                  <a:lnTo>
                    <a:pt x="69630" y="822"/>
                  </a:lnTo>
                  <a:lnTo>
                    <a:pt x="68407" y="1404"/>
                  </a:lnTo>
                  <a:lnTo>
                    <a:pt x="67203" y="1925"/>
                  </a:lnTo>
                  <a:lnTo>
                    <a:pt x="65980" y="2447"/>
                  </a:lnTo>
                  <a:lnTo>
                    <a:pt x="64757" y="2908"/>
                  </a:lnTo>
                  <a:lnTo>
                    <a:pt x="63513" y="3369"/>
                  </a:lnTo>
                  <a:lnTo>
                    <a:pt x="62290" y="3791"/>
                  </a:lnTo>
                  <a:lnTo>
                    <a:pt x="61067" y="4192"/>
                  </a:lnTo>
                  <a:lnTo>
                    <a:pt x="59843" y="4553"/>
                  </a:lnTo>
                  <a:lnTo>
                    <a:pt x="58620" y="4894"/>
                  </a:lnTo>
                  <a:lnTo>
                    <a:pt x="57397" y="5214"/>
                  </a:lnTo>
                  <a:lnTo>
                    <a:pt x="56193" y="5515"/>
                  </a:lnTo>
                  <a:lnTo>
                    <a:pt x="54990" y="5776"/>
                  </a:lnTo>
                  <a:lnTo>
                    <a:pt x="53827" y="6037"/>
                  </a:lnTo>
                  <a:lnTo>
                    <a:pt x="52664" y="6277"/>
                  </a:lnTo>
                  <a:lnTo>
                    <a:pt x="51501" y="6478"/>
                  </a:lnTo>
                  <a:lnTo>
                    <a:pt x="50378" y="6678"/>
                  </a:lnTo>
                  <a:lnTo>
                    <a:pt x="49275" y="6839"/>
                  </a:lnTo>
                  <a:lnTo>
                    <a:pt x="48192" y="6999"/>
                  </a:lnTo>
                  <a:lnTo>
                    <a:pt x="47149" y="7140"/>
                  </a:lnTo>
                  <a:lnTo>
                    <a:pt x="45123" y="7380"/>
                  </a:lnTo>
                  <a:lnTo>
                    <a:pt x="43238" y="7541"/>
                  </a:lnTo>
                  <a:lnTo>
                    <a:pt x="41493" y="7661"/>
                  </a:lnTo>
                  <a:lnTo>
                    <a:pt x="39909" y="7741"/>
                  </a:lnTo>
                  <a:lnTo>
                    <a:pt x="38505" y="7801"/>
                  </a:lnTo>
                  <a:lnTo>
                    <a:pt x="36099" y="7801"/>
                  </a:lnTo>
                  <a:lnTo>
                    <a:pt x="34695" y="7741"/>
                  </a:lnTo>
                  <a:lnTo>
                    <a:pt x="33111" y="7661"/>
                  </a:lnTo>
                  <a:lnTo>
                    <a:pt x="31366" y="7541"/>
                  </a:lnTo>
                  <a:lnTo>
                    <a:pt x="29481" y="7380"/>
                  </a:lnTo>
                  <a:lnTo>
                    <a:pt x="27455" y="7140"/>
                  </a:lnTo>
                  <a:lnTo>
                    <a:pt x="26412" y="6999"/>
                  </a:lnTo>
                  <a:lnTo>
                    <a:pt x="25329" y="6839"/>
                  </a:lnTo>
                  <a:lnTo>
                    <a:pt x="24226" y="6678"/>
                  </a:lnTo>
                  <a:lnTo>
                    <a:pt x="23103" y="6478"/>
                  </a:lnTo>
                  <a:lnTo>
                    <a:pt x="21940" y="6277"/>
                  </a:lnTo>
                  <a:lnTo>
                    <a:pt x="20777" y="6037"/>
                  </a:lnTo>
                  <a:lnTo>
                    <a:pt x="19614" y="5776"/>
                  </a:lnTo>
                  <a:lnTo>
                    <a:pt x="18411" y="5515"/>
                  </a:lnTo>
                  <a:lnTo>
                    <a:pt x="17207" y="5214"/>
                  </a:lnTo>
                  <a:lnTo>
                    <a:pt x="15984" y="4894"/>
                  </a:lnTo>
                  <a:lnTo>
                    <a:pt x="14761" y="4553"/>
                  </a:lnTo>
                  <a:lnTo>
                    <a:pt x="13537" y="4192"/>
                  </a:lnTo>
                  <a:lnTo>
                    <a:pt x="12314" y="3791"/>
                  </a:lnTo>
                  <a:lnTo>
                    <a:pt x="11091" y="3369"/>
                  </a:lnTo>
                  <a:lnTo>
                    <a:pt x="9847" y="2908"/>
                  </a:lnTo>
                  <a:lnTo>
                    <a:pt x="8624" y="2447"/>
                  </a:lnTo>
                  <a:lnTo>
                    <a:pt x="7401" y="1925"/>
                  </a:lnTo>
                  <a:lnTo>
                    <a:pt x="6197" y="1404"/>
                  </a:lnTo>
                  <a:lnTo>
                    <a:pt x="4974" y="822"/>
                  </a:lnTo>
                  <a:lnTo>
                    <a:pt x="3791" y="221"/>
                  </a:lnTo>
                  <a:lnTo>
                    <a:pt x="3631" y="161"/>
                  </a:lnTo>
                  <a:lnTo>
                    <a:pt x="3470" y="100"/>
                  </a:lnTo>
                  <a:lnTo>
                    <a:pt x="3310" y="60"/>
                  </a:lnTo>
                  <a:lnTo>
                    <a:pt x="3129" y="20"/>
                  </a:lnTo>
                  <a:lnTo>
                    <a:pt x="2969" y="20"/>
                  </a:lnTo>
                  <a:lnTo>
                    <a:pt x="280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3" name="Google Shape;7553;p36"/>
            <p:cNvSpPr/>
            <p:nvPr/>
          </p:nvSpPr>
          <p:spPr>
            <a:xfrm>
              <a:off x="8544450" y="4249450"/>
              <a:ext cx="70225" cy="70700"/>
            </a:xfrm>
            <a:custGeom>
              <a:avLst/>
              <a:gdLst/>
              <a:ahLst/>
              <a:cxnLst/>
              <a:rect l="l" t="t" r="r" b="b"/>
              <a:pathLst>
                <a:path w="2809" h="2828" extrusionOk="0">
                  <a:moveTo>
                    <a:pt x="1344" y="0"/>
                  </a:moveTo>
                  <a:lnTo>
                    <a:pt x="1184" y="20"/>
                  </a:lnTo>
                  <a:lnTo>
                    <a:pt x="1023" y="60"/>
                  </a:lnTo>
                  <a:lnTo>
                    <a:pt x="883" y="101"/>
                  </a:lnTo>
                  <a:lnTo>
                    <a:pt x="743" y="161"/>
                  </a:lnTo>
                  <a:lnTo>
                    <a:pt x="622" y="241"/>
                  </a:lnTo>
                  <a:lnTo>
                    <a:pt x="502" y="341"/>
                  </a:lnTo>
                  <a:lnTo>
                    <a:pt x="382" y="442"/>
                  </a:lnTo>
                  <a:lnTo>
                    <a:pt x="281" y="562"/>
                  </a:lnTo>
                  <a:lnTo>
                    <a:pt x="201" y="702"/>
                  </a:lnTo>
                  <a:lnTo>
                    <a:pt x="141" y="823"/>
                  </a:lnTo>
                  <a:lnTo>
                    <a:pt x="81" y="983"/>
                  </a:lnTo>
                  <a:lnTo>
                    <a:pt x="41" y="1123"/>
                  </a:lnTo>
                  <a:lnTo>
                    <a:pt x="1" y="1284"/>
                  </a:lnTo>
                  <a:lnTo>
                    <a:pt x="1" y="1444"/>
                  </a:lnTo>
                  <a:lnTo>
                    <a:pt x="1" y="1605"/>
                  </a:lnTo>
                  <a:lnTo>
                    <a:pt x="21" y="1725"/>
                  </a:lnTo>
                  <a:lnTo>
                    <a:pt x="61" y="1845"/>
                  </a:lnTo>
                  <a:lnTo>
                    <a:pt x="161" y="2066"/>
                  </a:lnTo>
                  <a:lnTo>
                    <a:pt x="302" y="2287"/>
                  </a:lnTo>
                  <a:lnTo>
                    <a:pt x="382" y="2387"/>
                  </a:lnTo>
                  <a:lnTo>
                    <a:pt x="482" y="2487"/>
                  </a:lnTo>
                  <a:lnTo>
                    <a:pt x="602" y="2567"/>
                  </a:lnTo>
                  <a:lnTo>
                    <a:pt x="723" y="2627"/>
                  </a:lnTo>
                  <a:lnTo>
                    <a:pt x="843" y="2708"/>
                  </a:lnTo>
                  <a:lnTo>
                    <a:pt x="983" y="2748"/>
                  </a:lnTo>
                  <a:lnTo>
                    <a:pt x="1124" y="2788"/>
                  </a:lnTo>
                  <a:lnTo>
                    <a:pt x="1264" y="2808"/>
                  </a:lnTo>
                  <a:lnTo>
                    <a:pt x="1425" y="2828"/>
                  </a:lnTo>
                  <a:lnTo>
                    <a:pt x="1585" y="2808"/>
                  </a:lnTo>
                  <a:lnTo>
                    <a:pt x="1786" y="2788"/>
                  </a:lnTo>
                  <a:lnTo>
                    <a:pt x="1966" y="2708"/>
                  </a:lnTo>
                  <a:lnTo>
                    <a:pt x="2126" y="2627"/>
                  </a:lnTo>
                  <a:lnTo>
                    <a:pt x="2287" y="2507"/>
                  </a:lnTo>
                  <a:lnTo>
                    <a:pt x="2427" y="2387"/>
                  </a:lnTo>
                  <a:lnTo>
                    <a:pt x="2548" y="2226"/>
                  </a:lnTo>
                  <a:lnTo>
                    <a:pt x="2648" y="2066"/>
                  </a:lnTo>
                  <a:lnTo>
                    <a:pt x="2728" y="1885"/>
                  </a:lnTo>
                  <a:lnTo>
                    <a:pt x="2768" y="1725"/>
                  </a:lnTo>
                  <a:lnTo>
                    <a:pt x="2788" y="1545"/>
                  </a:lnTo>
                  <a:lnTo>
                    <a:pt x="2808" y="1384"/>
                  </a:lnTo>
                  <a:lnTo>
                    <a:pt x="2788" y="1224"/>
                  </a:lnTo>
                  <a:lnTo>
                    <a:pt x="2768" y="1083"/>
                  </a:lnTo>
                  <a:lnTo>
                    <a:pt x="2728" y="923"/>
                  </a:lnTo>
                  <a:lnTo>
                    <a:pt x="2648" y="782"/>
                  </a:lnTo>
                  <a:lnTo>
                    <a:pt x="2568" y="642"/>
                  </a:lnTo>
                  <a:lnTo>
                    <a:pt x="2487" y="522"/>
                  </a:lnTo>
                  <a:lnTo>
                    <a:pt x="2387" y="401"/>
                  </a:lnTo>
                  <a:lnTo>
                    <a:pt x="2267" y="301"/>
                  </a:lnTo>
                  <a:lnTo>
                    <a:pt x="2126" y="221"/>
                  </a:lnTo>
                  <a:lnTo>
                    <a:pt x="1986" y="141"/>
                  </a:lnTo>
                  <a:lnTo>
                    <a:pt x="1826" y="81"/>
                  </a:lnTo>
                  <a:lnTo>
                    <a:pt x="1665" y="40"/>
                  </a:lnTo>
                  <a:lnTo>
                    <a:pt x="1505" y="20"/>
                  </a:lnTo>
                  <a:lnTo>
                    <a:pt x="13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4" name="Google Shape;7554;p36"/>
            <p:cNvSpPr/>
            <p:nvPr/>
          </p:nvSpPr>
          <p:spPr>
            <a:xfrm>
              <a:off x="8321350" y="4191275"/>
              <a:ext cx="258225" cy="278800"/>
            </a:xfrm>
            <a:custGeom>
              <a:avLst/>
              <a:gdLst/>
              <a:ahLst/>
              <a:cxnLst/>
              <a:rect l="l" t="t" r="r" b="b"/>
              <a:pathLst>
                <a:path w="10329" h="11152" extrusionOk="0">
                  <a:moveTo>
                    <a:pt x="1565" y="1"/>
                  </a:moveTo>
                  <a:lnTo>
                    <a:pt x="1484" y="41"/>
                  </a:lnTo>
                  <a:lnTo>
                    <a:pt x="1384" y="81"/>
                  </a:lnTo>
                  <a:lnTo>
                    <a:pt x="1124" y="262"/>
                  </a:lnTo>
                  <a:lnTo>
                    <a:pt x="843" y="502"/>
                  </a:lnTo>
                  <a:lnTo>
                    <a:pt x="562" y="763"/>
                  </a:lnTo>
                  <a:lnTo>
                    <a:pt x="321" y="1044"/>
                  </a:lnTo>
                  <a:lnTo>
                    <a:pt x="121" y="1284"/>
                  </a:lnTo>
                  <a:lnTo>
                    <a:pt x="61" y="1385"/>
                  </a:lnTo>
                  <a:lnTo>
                    <a:pt x="0" y="1465"/>
                  </a:lnTo>
                  <a:lnTo>
                    <a:pt x="0" y="1525"/>
                  </a:lnTo>
                  <a:lnTo>
                    <a:pt x="21" y="1565"/>
                  </a:lnTo>
                  <a:lnTo>
                    <a:pt x="1244" y="3029"/>
                  </a:lnTo>
                  <a:lnTo>
                    <a:pt x="2507" y="4553"/>
                  </a:lnTo>
                  <a:lnTo>
                    <a:pt x="3991" y="6278"/>
                  </a:lnTo>
                  <a:lnTo>
                    <a:pt x="5495" y="8023"/>
                  </a:lnTo>
                  <a:lnTo>
                    <a:pt x="6839" y="9567"/>
                  </a:lnTo>
                  <a:lnTo>
                    <a:pt x="7421" y="10189"/>
                  </a:lnTo>
                  <a:lnTo>
                    <a:pt x="7882" y="10670"/>
                  </a:lnTo>
                  <a:lnTo>
                    <a:pt x="8223" y="10991"/>
                  </a:lnTo>
                  <a:lnTo>
                    <a:pt x="8343" y="11071"/>
                  </a:lnTo>
                  <a:lnTo>
                    <a:pt x="8423" y="11111"/>
                  </a:lnTo>
                  <a:lnTo>
                    <a:pt x="8664" y="11151"/>
                  </a:lnTo>
                  <a:lnTo>
                    <a:pt x="8985" y="11151"/>
                  </a:lnTo>
                  <a:lnTo>
                    <a:pt x="9306" y="11131"/>
                  </a:lnTo>
                  <a:lnTo>
                    <a:pt x="9627" y="11091"/>
                  </a:lnTo>
                  <a:lnTo>
                    <a:pt x="9927" y="11031"/>
                  </a:lnTo>
                  <a:lnTo>
                    <a:pt x="10148" y="10951"/>
                  </a:lnTo>
                  <a:lnTo>
                    <a:pt x="10228" y="10911"/>
                  </a:lnTo>
                  <a:lnTo>
                    <a:pt x="10288" y="10871"/>
                  </a:lnTo>
                  <a:lnTo>
                    <a:pt x="10329" y="10830"/>
                  </a:lnTo>
                  <a:lnTo>
                    <a:pt x="10329" y="10770"/>
                  </a:lnTo>
                  <a:lnTo>
                    <a:pt x="10208" y="10610"/>
                  </a:lnTo>
                  <a:lnTo>
                    <a:pt x="9907" y="10249"/>
                  </a:lnTo>
                  <a:lnTo>
                    <a:pt x="8905" y="8985"/>
                  </a:lnTo>
                  <a:lnTo>
                    <a:pt x="5917" y="5295"/>
                  </a:lnTo>
                  <a:lnTo>
                    <a:pt x="156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5" name="Google Shape;7555;p36"/>
            <p:cNvSpPr/>
            <p:nvPr/>
          </p:nvSpPr>
          <p:spPr>
            <a:xfrm>
              <a:off x="8321350" y="4191275"/>
              <a:ext cx="258225" cy="278800"/>
            </a:xfrm>
            <a:custGeom>
              <a:avLst/>
              <a:gdLst/>
              <a:ahLst/>
              <a:cxnLst/>
              <a:rect l="l" t="t" r="r" b="b"/>
              <a:pathLst>
                <a:path w="10329" h="11152" fill="none" extrusionOk="0">
                  <a:moveTo>
                    <a:pt x="21" y="1565"/>
                  </a:moveTo>
                  <a:lnTo>
                    <a:pt x="21" y="1565"/>
                  </a:lnTo>
                  <a:lnTo>
                    <a:pt x="0" y="1525"/>
                  </a:lnTo>
                  <a:lnTo>
                    <a:pt x="0" y="1465"/>
                  </a:lnTo>
                  <a:lnTo>
                    <a:pt x="61" y="1385"/>
                  </a:lnTo>
                  <a:lnTo>
                    <a:pt x="121" y="1284"/>
                  </a:lnTo>
                  <a:lnTo>
                    <a:pt x="321" y="1044"/>
                  </a:lnTo>
                  <a:lnTo>
                    <a:pt x="562" y="763"/>
                  </a:lnTo>
                  <a:lnTo>
                    <a:pt x="843" y="502"/>
                  </a:lnTo>
                  <a:lnTo>
                    <a:pt x="1124" y="262"/>
                  </a:lnTo>
                  <a:lnTo>
                    <a:pt x="1384" y="81"/>
                  </a:lnTo>
                  <a:lnTo>
                    <a:pt x="1484" y="41"/>
                  </a:lnTo>
                  <a:lnTo>
                    <a:pt x="1565" y="1"/>
                  </a:lnTo>
                  <a:lnTo>
                    <a:pt x="1565" y="1"/>
                  </a:lnTo>
                  <a:lnTo>
                    <a:pt x="5917" y="5295"/>
                  </a:lnTo>
                  <a:lnTo>
                    <a:pt x="8905" y="8985"/>
                  </a:lnTo>
                  <a:lnTo>
                    <a:pt x="9907" y="10249"/>
                  </a:lnTo>
                  <a:lnTo>
                    <a:pt x="10208" y="10610"/>
                  </a:lnTo>
                  <a:lnTo>
                    <a:pt x="10329" y="10770"/>
                  </a:lnTo>
                  <a:lnTo>
                    <a:pt x="10329" y="10770"/>
                  </a:lnTo>
                  <a:lnTo>
                    <a:pt x="10329" y="10830"/>
                  </a:lnTo>
                  <a:lnTo>
                    <a:pt x="10288" y="10871"/>
                  </a:lnTo>
                  <a:lnTo>
                    <a:pt x="10228" y="10911"/>
                  </a:lnTo>
                  <a:lnTo>
                    <a:pt x="10148" y="10951"/>
                  </a:lnTo>
                  <a:lnTo>
                    <a:pt x="9927" y="11031"/>
                  </a:lnTo>
                  <a:lnTo>
                    <a:pt x="9627" y="11091"/>
                  </a:lnTo>
                  <a:lnTo>
                    <a:pt x="9306" y="11131"/>
                  </a:lnTo>
                  <a:lnTo>
                    <a:pt x="8985" y="11151"/>
                  </a:lnTo>
                  <a:lnTo>
                    <a:pt x="8664" y="11151"/>
                  </a:lnTo>
                  <a:lnTo>
                    <a:pt x="8423" y="11111"/>
                  </a:lnTo>
                  <a:lnTo>
                    <a:pt x="8423" y="11111"/>
                  </a:lnTo>
                  <a:lnTo>
                    <a:pt x="8343" y="11071"/>
                  </a:lnTo>
                  <a:lnTo>
                    <a:pt x="8223" y="10991"/>
                  </a:lnTo>
                  <a:lnTo>
                    <a:pt x="7882" y="10670"/>
                  </a:lnTo>
                  <a:lnTo>
                    <a:pt x="7421" y="10189"/>
                  </a:lnTo>
                  <a:lnTo>
                    <a:pt x="6839" y="9567"/>
                  </a:lnTo>
                  <a:lnTo>
                    <a:pt x="5495" y="8023"/>
                  </a:lnTo>
                  <a:lnTo>
                    <a:pt x="3991" y="6278"/>
                  </a:lnTo>
                  <a:lnTo>
                    <a:pt x="2507" y="4553"/>
                  </a:lnTo>
                  <a:lnTo>
                    <a:pt x="1244" y="3029"/>
                  </a:lnTo>
                  <a:lnTo>
                    <a:pt x="21" y="1565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6" name="Google Shape;7556;p36"/>
            <p:cNvSpPr/>
            <p:nvPr/>
          </p:nvSpPr>
          <p:spPr>
            <a:xfrm>
              <a:off x="8521400" y="4178250"/>
              <a:ext cx="392075" cy="246700"/>
            </a:xfrm>
            <a:custGeom>
              <a:avLst/>
              <a:gdLst/>
              <a:ahLst/>
              <a:cxnLst/>
              <a:rect l="l" t="t" r="r" b="b"/>
              <a:pathLst>
                <a:path w="15683" h="9868" extrusionOk="0">
                  <a:moveTo>
                    <a:pt x="14339" y="1"/>
                  </a:moveTo>
                  <a:lnTo>
                    <a:pt x="14239" y="21"/>
                  </a:lnTo>
                  <a:lnTo>
                    <a:pt x="13998" y="121"/>
                  </a:lnTo>
                  <a:lnTo>
                    <a:pt x="13497" y="422"/>
                  </a:lnTo>
                  <a:lnTo>
                    <a:pt x="11812" y="1384"/>
                  </a:lnTo>
                  <a:lnTo>
                    <a:pt x="6939" y="4252"/>
                  </a:lnTo>
                  <a:lnTo>
                    <a:pt x="2166" y="7100"/>
                  </a:lnTo>
                  <a:lnTo>
                    <a:pt x="0" y="8383"/>
                  </a:lnTo>
                  <a:lnTo>
                    <a:pt x="1203" y="9867"/>
                  </a:lnTo>
                  <a:lnTo>
                    <a:pt x="3450" y="8704"/>
                  </a:lnTo>
                  <a:lnTo>
                    <a:pt x="5756" y="7501"/>
                  </a:lnTo>
                  <a:lnTo>
                    <a:pt x="8423" y="6097"/>
                  </a:lnTo>
                  <a:lnTo>
                    <a:pt x="11070" y="4693"/>
                  </a:lnTo>
                  <a:lnTo>
                    <a:pt x="13397" y="3410"/>
                  </a:lnTo>
                  <a:lnTo>
                    <a:pt x="14319" y="2888"/>
                  </a:lnTo>
                  <a:lnTo>
                    <a:pt x="15041" y="2447"/>
                  </a:lnTo>
                  <a:lnTo>
                    <a:pt x="15502" y="2146"/>
                  </a:lnTo>
                  <a:lnTo>
                    <a:pt x="15623" y="2046"/>
                  </a:lnTo>
                  <a:lnTo>
                    <a:pt x="15683" y="1986"/>
                  </a:lnTo>
                  <a:lnTo>
                    <a:pt x="15683" y="1866"/>
                  </a:lnTo>
                  <a:lnTo>
                    <a:pt x="15643" y="1745"/>
                  </a:lnTo>
                  <a:lnTo>
                    <a:pt x="15603" y="1605"/>
                  </a:lnTo>
                  <a:lnTo>
                    <a:pt x="15542" y="1444"/>
                  </a:lnTo>
                  <a:lnTo>
                    <a:pt x="15362" y="1104"/>
                  </a:lnTo>
                  <a:lnTo>
                    <a:pt x="15141" y="763"/>
                  </a:lnTo>
                  <a:lnTo>
                    <a:pt x="14901" y="442"/>
                  </a:lnTo>
                  <a:lnTo>
                    <a:pt x="14780" y="321"/>
                  </a:lnTo>
                  <a:lnTo>
                    <a:pt x="14660" y="201"/>
                  </a:lnTo>
                  <a:lnTo>
                    <a:pt x="14540" y="101"/>
                  </a:lnTo>
                  <a:lnTo>
                    <a:pt x="14439" y="41"/>
                  </a:lnTo>
                  <a:lnTo>
                    <a:pt x="1433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7" name="Google Shape;7557;p36"/>
            <p:cNvSpPr/>
            <p:nvPr/>
          </p:nvSpPr>
          <p:spPr>
            <a:xfrm>
              <a:off x="8222575" y="3901000"/>
              <a:ext cx="946100" cy="523950"/>
            </a:xfrm>
            <a:custGeom>
              <a:avLst/>
              <a:gdLst/>
              <a:ahLst/>
              <a:cxnLst/>
              <a:rect l="l" t="t" r="r" b="b"/>
              <a:pathLst>
                <a:path w="37844" h="20958" extrusionOk="0">
                  <a:moveTo>
                    <a:pt x="21720" y="0"/>
                  </a:moveTo>
                  <a:lnTo>
                    <a:pt x="21198" y="20"/>
                  </a:lnTo>
                  <a:lnTo>
                    <a:pt x="20697" y="61"/>
                  </a:lnTo>
                  <a:lnTo>
                    <a:pt x="20196" y="141"/>
                  </a:lnTo>
                  <a:lnTo>
                    <a:pt x="19714" y="241"/>
                  </a:lnTo>
                  <a:lnTo>
                    <a:pt x="19213" y="361"/>
                  </a:lnTo>
                  <a:lnTo>
                    <a:pt x="18712" y="502"/>
                  </a:lnTo>
                  <a:lnTo>
                    <a:pt x="18230" y="662"/>
                  </a:lnTo>
                  <a:lnTo>
                    <a:pt x="17749" y="823"/>
                  </a:lnTo>
                  <a:lnTo>
                    <a:pt x="17268" y="1023"/>
                  </a:lnTo>
                  <a:lnTo>
                    <a:pt x="16786" y="1244"/>
                  </a:lnTo>
                  <a:lnTo>
                    <a:pt x="16305" y="1464"/>
                  </a:lnTo>
                  <a:lnTo>
                    <a:pt x="15844" y="1705"/>
                  </a:lnTo>
                  <a:lnTo>
                    <a:pt x="15383" y="1946"/>
                  </a:lnTo>
                  <a:lnTo>
                    <a:pt x="14941" y="2226"/>
                  </a:lnTo>
                  <a:lnTo>
                    <a:pt x="14500" y="2487"/>
                  </a:lnTo>
                  <a:lnTo>
                    <a:pt x="14059" y="2788"/>
                  </a:lnTo>
                  <a:lnTo>
                    <a:pt x="13638" y="3069"/>
                  </a:lnTo>
                  <a:lnTo>
                    <a:pt x="13417" y="3229"/>
                  </a:lnTo>
                  <a:lnTo>
                    <a:pt x="13257" y="3309"/>
                  </a:lnTo>
                  <a:lnTo>
                    <a:pt x="13076" y="3370"/>
                  </a:lnTo>
                  <a:lnTo>
                    <a:pt x="12856" y="3430"/>
                  </a:lnTo>
                  <a:lnTo>
                    <a:pt x="12615" y="3490"/>
                  </a:lnTo>
                  <a:lnTo>
                    <a:pt x="12094" y="3550"/>
                  </a:lnTo>
                  <a:lnTo>
                    <a:pt x="11492" y="3590"/>
                  </a:lnTo>
                  <a:lnTo>
                    <a:pt x="10850" y="3610"/>
                  </a:lnTo>
                  <a:lnTo>
                    <a:pt x="10148" y="3610"/>
                  </a:lnTo>
                  <a:lnTo>
                    <a:pt x="8624" y="3590"/>
                  </a:lnTo>
                  <a:lnTo>
                    <a:pt x="7080" y="3570"/>
                  </a:lnTo>
                  <a:lnTo>
                    <a:pt x="6318" y="3570"/>
                  </a:lnTo>
                  <a:lnTo>
                    <a:pt x="5556" y="3590"/>
                  </a:lnTo>
                  <a:lnTo>
                    <a:pt x="4834" y="3630"/>
                  </a:lnTo>
                  <a:lnTo>
                    <a:pt x="4132" y="3690"/>
                  </a:lnTo>
                  <a:lnTo>
                    <a:pt x="3490" y="3791"/>
                  </a:lnTo>
                  <a:lnTo>
                    <a:pt x="3189" y="3871"/>
                  </a:lnTo>
                  <a:lnTo>
                    <a:pt x="2889" y="3931"/>
                  </a:lnTo>
                  <a:lnTo>
                    <a:pt x="2708" y="3991"/>
                  </a:lnTo>
                  <a:lnTo>
                    <a:pt x="2508" y="4071"/>
                  </a:lnTo>
                  <a:lnTo>
                    <a:pt x="2327" y="4172"/>
                  </a:lnTo>
                  <a:lnTo>
                    <a:pt x="2147" y="4292"/>
                  </a:lnTo>
                  <a:lnTo>
                    <a:pt x="1946" y="4412"/>
                  </a:lnTo>
                  <a:lnTo>
                    <a:pt x="1766" y="4553"/>
                  </a:lnTo>
                  <a:lnTo>
                    <a:pt x="1605" y="4693"/>
                  </a:lnTo>
                  <a:lnTo>
                    <a:pt x="1425" y="4874"/>
                  </a:lnTo>
                  <a:lnTo>
                    <a:pt x="1264" y="5054"/>
                  </a:lnTo>
                  <a:lnTo>
                    <a:pt x="1104" y="5235"/>
                  </a:lnTo>
                  <a:lnTo>
                    <a:pt x="943" y="5435"/>
                  </a:lnTo>
                  <a:lnTo>
                    <a:pt x="803" y="5636"/>
                  </a:lnTo>
                  <a:lnTo>
                    <a:pt x="683" y="5856"/>
                  </a:lnTo>
                  <a:lnTo>
                    <a:pt x="542" y="6097"/>
                  </a:lnTo>
                  <a:lnTo>
                    <a:pt x="442" y="6318"/>
                  </a:lnTo>
                  <a:lnTo>
                    <a:pt x="342" y="6558"/>
                  </a:lnTo>
                  <a:lnTo>
                    <a:pt x="241" y="6819"/>
                  </a:lnTo>
                  <a:lnTo>
                    <a:pt x="181" y="7080"/>
                  </a:lnTo>
                  <a:lnTo>
                    <a:pt x="101" y="7340"/>
                  </a:lnTo>
                  <a:lnTo>
                    <a:pt x="61" y="7601"/>
                  </a:lnTo>
                  <a:lnTo>
                    <a:pt x="21" y="7862"/>
                  </a:lnTo>
                  <a:lnTo>
                    <a:pt x="1" y="8143"/>
                  </a:lnTo>
                  <a:lnTo>
                    <a:pt x="1" y="8423"/>
                  </a:lnTo>
                  <a:lnTo>
                    <a:pt x="21" y="8704"/>
                  </a:lnTo>
                  <a:lnTo>
                    <a:pt x="61" y="8965"/>
                  </a:lnTo>
                  <a:lnTo>
                    <a:pt x="121" y="9246"/>
                  </a:lnTo>
                  <a:lnTo>
                    <a:pt x="181" y="9526"/>
                  </a:lnTo>
                  <a:lnTo>
                    <a:pt x="281" y="9807"/>
                  </a:lnTo>
                  <a:lnTo>
                    <a:pt x="402" y="10088"/>
                  </a:lnTo>
                  <a:lnTo>
                    <a:pt x="542" y="10369"/>
                  </a:lnTo>
                  <a:lnTo>
                    <a:pt x="703" y="10629"/>
                  </a:lnTo>
                  <a:lnTo>
                    <a:pt x="883" y="10910"/>
                  </a:lnTo>
                  <a:lnTo>
                    <a:pt x="1044" y="11091"/>
                  </a:lnTo>
                  <a:lnTo>
                    <a:pt x="1164" y="11251"/>
                  </a:lnTo>
                  <a:lnTo>
                    <a:pt x="1184" y="11271"/>
                  </a:lnTo>
                  <a:lnTo>
                    <a:pt x="1384" y="11472"/>
                  </a:lnTo>
                  <a:lnTo>
                    <a:pt x="1625" y="11672"/>
                  </a:lnTo>
                  <a:lnTo>
                    <a:pt x="1926" y="11913"/>
                  </a:lnTo>
                  <a:lnTo>
                    <a:pt x="2267" y="12113"/>
                  </a:lnTo>
                  <a:lnTo>
                    <a:pt x="2628" y="12314"/>
                  </a:lnTo>
                  <a:lnTo>
                    <a:pt x="3009" y="12494"/>
                  </a:lnTo>
                  <a:lnTo>
                    <a:pt x="3410" y="12635"/>
                  </a:lnTo>
                  <a:lnTo>
                    <a:pt x="3851" y="12755"/>
                  </a:lnTo>
                  <a:lnTo>
                    <a:pt x="4292" y="12855"/>
                  </a:lnTo>
                  <a:lnTo>
                    <a:pt x="4754" y="12916"/>
                  </a:lnTo>
                  <a:lnTo>
                    <a:pt x="5215" y="12936"/>
                  </a:lnTo>
                  <a:lnTo>
                    <a:pt x="5716" y="12936"/>
                  </a:lnTo>
                  <a:lnTo>
                    <a:pt x="6218" y="12916"/>
                  </a:lnTo>
                  <a:lnTo>
                    <a:pt x="6719" y="12835"/>
                  </a:lnTo>
                  <a:lnTo>
                    <a:pt x="7220" y="12715"/>
                  </a:lnTo>
                  <a:lnTo>
                    <a:pt x="7742" y="12575"/>
                  </a:lnTo>
                  <a:lnTo>
                    <a:pt x="8263" y="12374"/>
                  </a:lnTo>
                  <a:lnTo>
                    <a:pt x="8785" y="12133"/>
                  </a:lnTo>
                  <a:lnTo>
                    <a:pt x="9065" y="11993"/>
                  </a:lnTo>
                  <a:lnTo>
                    <a:pt x="9346" y="11813"/>
                  </a:lnTo>
                  <a:lnTo>
                    <a:pt x="9607" y="11652"/>
                  </a:lnTo>
                  <a:lnTo>
                    <a:pt x="9888" y="11452"/>
                  </a:lnTo>
                  <a:lnTo>
                    <a:pt x="10168" y="11251"/>
                  </a:lnTo>
                  <a:lnTo>
                    <a:pt x="10429" y="11030"/>
                  </a:lnTo>
                  <a:lnTo>
                    <a:pt x="10710" y="10790"/>
                  </a:lnTo>
                  <a:lnTo>
                    <a:pt x="10971" y="10529"/>
                  </a:lnTo>
                  <a:lnTo>
                    <a:pt x="11251" y="10268"/>
                  </a:lnTo>
                  <a:lnTo>
                    <a:pt x="11512" y="9968"/>
                  </a:lnTo>
                  <a:lnTo>
                    <a:pt x="11753" y="9667"/>
                  </a:lnTo>
                  <a:lnTo>
                    <a:pt x="12013" y="9366"/>
                  </a:lnTo>
                  <a:lnTo>
                    <a:pt x="12274" y="9025"/>
                  </a:lnTo>
                  <a:lnTo>
                    <a:pt x="12515" y="8664"/>
                  </a:lnTo>
                  <a:lnTo>
                    <a:pt x="12755" y="8303"/>
                  </a:lnTo>
                  <a:lnTo>
                    <a:pt x="12996" y="7902"/>
                  </a:lnTo>
                  <a:lnTo>
                    <a:pt x="13217" y="7481"/>
                  </a:lnTo>
                  <a:lnTo>
                    <a:pt x="13437" y="7019"/>
                  </a:lnTo>
                  <a:lnTo>
                    <a:pt x="13678" y="6538"/>
                  </a:lnTo>
                  <a:lnTo>
                    <a:pt x="13919" y="6037"/>
                  </a:lnTo>
                  <a:lnTo>
                    <a:pt x="14219" y="5515"/>
                  </a:lnTo>
                  <a:lnTo>
                    <a:pt x="14560" y="4974"/>
                  </a:lnTo>
                  <a:lnTo>
                    <a:pt x="14761" y="4693"/>
                  </a:lnTo>
                  <a:lnTo>
                    <a:pt x="14961" y="4412"/>
                  </a:lnTo>
                  <a:lnTo>
                    <a:pt x="15202" y="4152"/>
                  </a:lnTo>
                  <a:lnTo>
                    <a:pt x="15463" y="3871"/>
                  </a:lnTo>
                  <a:lnTo>
                    <a:pt x="15483" y="3851"/>
                  </a:lnTo>
                  <a:lnTo>
                    <a:pt x="16084" y="3550"/>
                  </a:lnTo>
                  <a:lnTo>
                    <a:pt x="16365" y="3430"/>
                  </a:lnTo>
                  <a:lnTo>
                    <a:pt x="16626" y="3329"/>
                  </a:lnTo>
                  <a:lnTo>
                    <a:pt x="16867" y="3249"/>
                  </a:lnTo>
                  <a:lnTo>
                    <a:pt x="17087" y="3189"/>
                  </a:lnTo>
                  <a:lnTo>
                    <a:pt x="17308" y="3149"/>
                  </a:lnTo>
                  <a:lnTo>
                    <a:pt x="17709" y="3149"/>
                  </a:lnTo>
                  <a:lnTo>
                    <a:pt x="17970" y="3189"/>
                  </a:lnTo>
                  <a:lnTo>
                    <a:pt x="18230" y="3269"/>
                  </a:lnTo>
                  <a:lnTo>
                    <a:pt x="18491" y="3350"/>
                  </a:lnTo>
                  <a:lnTo>
                    <a:pt x="18772" y="3470"/>
                  </a:lnTo>
                  <a:lnTo>
                    <a:pt x="19052" y="3610"/>
                  </a:lnTo>
                  <a:lnTo>
                    <a:pt x="19333" y="3771"/>
                  </a:lnTo>
                  <a:lnTo>
                    <a:pt x="19614" y="3951"/>
                  </a:lnTo>
                  <a:lnTo>
                    <a:pt x="19915" y="4172"/>
                  </a:lnTo>
                  <a:lnTo>
                    <a:pt x="20336" y="4493"/>
                  </a:lnTo>
                  <a:lnTo>
                    <a:pt x="20777" y="4854"/>
                  </a:lnTo>
                  <a:lnTo>
                    <a:pt x="21218" y="5255"/>
                  </a:lnTo>
                  <a:lnTo>
                    <a:pt x="21660" y="5676"/>
                  </a:lnTo>
                  <a:lnTo>
                    <a:pt x="22101" y="6137"/>
                  </a:lnTo>
                  <a:lnTo>
                    <a:pt x="22562" y="6618"/>
                  </a:lnTo>
                  <a:lnTo>
                    <a:pt x="23023" y="7120"/>
                  </a:lnTo>
                  <a:lnTo>
                    <a:pt x="23485" y="7661"/>
                  </a:lnTo>
                  <a:lnTo>
                    <a:pt x="24407" y="8764"/>
                  </a:lnTo>
                  <a:lnTo>
                    <a:pt x="25330" y="9947"/>
                  </a:lnTo>
                  <a:lnTo>
                    <a:pt x="26232" y="11151"/>
                  </a:lnTo>
                  <a:lnTo>
                    <a:pt x="27134" y="12374"/>
                  </a:lnTo>
                  <a:lnTo>
                    <a:pt x="27997" y="13577"/>
                  </a:lnTo>
                  <a:lnTo>
                    <a:pt x="28839" y="14761"/>
                  </a:lnTo>
                  <a:lnTo>
                    <a:pt x="30383" y="16987"/>
                  </a:lnTo>
                  <a:lnTo>
                    <a:pt x="31085" y="17969"/>
                  </a:lnTo>
                  <a:lnTo>
                    <a:pt x="31727" y="18832"/>
                  </a:lnTo>
                  <a:lnTo>
                    <a:pt x="32288" y="19574"/>
                  </a:lnTo>
                  <a:lnTo>
                    <a:pt x="32790" y="20175"/>
                  </a:lnTo>
                  <a:lnTo>
                    <a:pt x="32970" y="20376"/>
                  </a:lnTo>
                  <a:lnTo>
                    <a:pt x="33151" y="20536"/>
                  </a:lnTo>
                  <a:lnTo>
                    <a:pt x="33311" y="20677"/>
                  </a:lnTo>
                  <a:lnTo>
                    <a:pt x="33432" y="20777"/>
                  </a:lnTo>
                  <a:lnTo>
                    <a:pt x="33552" y="20837"/>
                  </a:lnTo>
                  <a:lnTo>
                    <a:pt x="33732" y="20877"/>
                  </a:lnTo>
                  <a:lnTo>
                    <a:pt x="33993" y="20917"/>
                  </a:lnTo>
                  <a:lnTo>
                    <a:pt x="34354" y="20937"/>
                  </a:lnTo>
                  <a:lnTo>
                    <a:pt x="34795" y="20937"/>
                  </a:lnTo>
                  <a:lnTo>
                    <a:pt x="34996" y="20957"/>
                  </a:lnTo>
                  <a:lnTo>
                    <a:pt x="35858" y="20957"/>
                  </a:lnTo>
                  <a:lnTo>
                    <a:pt x="36881" y="20937"/>
                  </a:lnTo>
                  <a:lnTo>
                    <a:pt x="37844" y="20937"/>
                  </a:lnTo>
                  <a:lnTo>
                    <a:pt x="37643" y="20336"/>
                  </a:lnTo>
                  <a:lnTo>
                    <a:pt x="37362" y="19433"/>
                  </a:lnTo>
                  <a:lnTo>
                    <a:pt x="37001" y="18270"/>
                  </a:lnTo>
                  <a:lnTo>
                    <a:pt x="36540" y="16906"/>
                  </a:lnTo>
                  <a:lnTo>
                    <a:pt x="35999" y="15362"/>
                  </a:lnTo>
                  <a:lnTo>
                    <a:pt x="35678" y="14560"/>
                  </a:lnTo>
                  <a:lnTo>
                    <a:pt x="35357" y="13718"/>
                  </a:lnTo>
                  <a:lnTo>
                    <a:pt x="34996" y="12855"/>
                  </a:lnTo>
                  <a:lnTo>
                    <a:pt x="34615" y="11973"/>
                  </a:lnTo>
                  <a:lnTo>
                    <a:pt x="34214" y="11091"/>
                  </a:lnTo>
                  <a:lnTo>
                    <a:pt x="33772" y="10208"/>
                  </a:lnTo>
                  <a:lnTo>
                    <a:pt x="33311" y="9326"/>
                  </a:lnTo>
                  <a:lnTo>
                    <a:pt x="32830" y="8443"/>
                  </a:lnTo>
                  <a:lnTo>
                    <a:pt x="32329" y="7581"/>
                  </a:lnTo>
                  <a:lnTo>
                    <a:pt x="31787" y="6739"/>
                  </a:lnTo>
                  <a:lnTo>
                    <a:pt x="31226" y="5916"/>
                  </a:lnTo>
                  <a:lnTo>
                    <a:pt x="30644" y="5134"/>
                  </a:lnTo>
                  <a:lnTo>
                    <a:pt x="30042" y="4372"/>
                  </a:lnTo>
                  <a:lnTo>
                    <a:pt x="29721" y="4011"/>
                  </a:lnTo>
                  <a:lnTo>
                    <a:pt x="29401" y="3670"/>
                  </a:lnTo>
                  <a:lnTo>
                    <a:pt x="29060" y="3329"/>
                  </a:lnTo>
                  <a:lnTo>
                    <a:pt x="28739" y="3009"/>
                  </a:lnTo>
                  <a:lnTo>
                    <a:pt x="28378" y="2688"/>
                  </a:lnTo>
                  <a:lnTo>
                    <a:pt x="28037" y="2387"/>
                  </a:lnTo>
                  <a:lnTo>
                    <a:pt x="27676" y="2106"/>
                  </a:lnTo>
                  <a:lnTo>
                    <a:pt x="27315" y="1825"/>
                  </a:lnTo>
                  <a:lnTo>
                    <a:pt x="26934" y="1585"/>
                  </a:lnTo>
                  <a:lnTo>
                    <a:pt x="26553" y="1344"/>
                  </a:lnTo>
                  <a:lnTo>
                    <a:pt x="26172" y="1123"/>
                  </a:lnTo>
                  <a:lnTo>
                    <a:pt x="25791" y="903"/>
                  </a:lnTo>
                  <a:lnTo>
                    <a:pt x="25390" y="722"/>
                  </a:lnTo>
                  <a:lnTo>
                    <a:pt x="24969" y="562"/>
                  </a:lnTo>
                  <a:lnTo>
                    <a:pt x="24567" y="422"/>
                  </a:lnTo>
                  <a:lnTo>
                    <a:pt x="24146" y="281"/>
                  </a:lnTo>
                  <a:lnTo>
                    <a:pt x="23705" y="181"/>
                  </a:lnTo>
                  <a:lnTo>
                    <a:pt x="23284" y="101"/>
                  </a:lnTo>
                  <a:lnTo>
                    <a:pt x="22763" y="41"/>
                  </a:lnTo>
                  <a:lnTo>
                    <a:pt x="222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8" name="Google Shape;7558;p36"/>
            <p:cNvSpPr/>
            <p:nvPr/>
          </p:nvSpPr>
          <p:spPr>
            <a:xfrm>
              <a:off x="8222575" y="3901000"/>
              <a:ext cx="946100" cy="523950"/>
            </a:xfrm>
            <a:custGeom>
              <a:avLst/>
              <a:gdLst/>
              <a:ahLst/>
              <a:cxnLst/>
              <a:rect l="l" t="t" r="r" b="b"/>
              <a:pathLst>
                <a:path w="37844" h="20958" fill="none" extrusionOk="0">
                  <a:moveTo>
                    <a:pt x="37844" y="20937"/>
                  </a:moveTo>
                  <a:lnTo>
                    <a:pt x="37844" y="20937"/>
                  </a:lnTo>
                  <a:lnTo>
                    <a:pt x="37001" y="20937"/>
                  </a:lnTo>
                  <a:lnTo>
                    <a:pt x="36881" y="20937"/>
                  </a:lnTo>
                  <a:lnTo>
                    <a:pt x="36881" y="20937"/>
                  </a:lnTo>
                  <a:lnTo>
                    <a:pt x="35858" y="20957"/>
                  </a:lnTo>
                  <a:lnTo>
                    <a:pt x="34996" y="20957"/>
                  </a:lnTo>
                  <a:lnTo>
                    <a:pt x="34996" y="20957"/>
                  </a:lnTo>
                  <a:lnTo>
                    <a:pt x="34795" y="20937"/>
                  </a:lnTo>
                  <a:lnTo>
                    <a:pt x="34795" y="20937"/>
                  </a:lnTo>
                  <a:lnTo>
                    <a:pt x="34354" y="20937"/>
                  </a:lnTo>
                  <a:lnTo>
                    <a:pt x="33993" y="20917"/>
                  </a:lnTo>
                  <a:lnTo>
                    <a:pt x="33732" y="20877"/>
                  </a:lnTo>
                  <a:lnTo>
                    <a:pt x="33552" y="20837"/>
                  </a:lnTo>
                  <a:lnTo>
                    <a:pt x="33552" y="20837"/>
                  </a:lnTo>
                  <a:lnTo>
                    <a:pt x="33432" y="20777"/>
                  </a:lnTo>
                  <a:lnTo>
                    <a:pt x="33432" y="20777"/>
                  </a:lnTo>
                  <a:lnTo>
                    <a:pt x="33311" y="20677"/>
                  </a:lnTo>
                  <a:lnTo>
                    <a:pt x="33151" y="20536"/>
                  </a:lnTo>
                  <a:lnTo>
                    <a:pt x="32970" y="20376"/>
                  </a:lnTo>
                  <a:lnTo>
                    <a:pt x="32790" y="20175"/>
                  </a:lnTo>
                  <a:lnTo>
                    <a:pt x="32790" y="20175"/>
                  </a:lnTo>
                  <a:lnTo>
                    <a:pt x="32288" y="19574"/>
                  </a:lnTo>
                  <a:lnTo>
                    <a:pt x="31727" y="18832"/>
                  </a:lnTo>
                  <a:lnTo>
                    <a:pt x="31085" y="17969"/>
                  </a:lnTo>
                  <a:lnTo>
                    <a:pt x="30383" y="16987"/>
                  </a:lnTo>
                  <a:lnTo>
                    <a:pt x="28839" y="14761"/>
                  </a:lnTo>
                  <a:lnTo>
                    <a:pt x="27997" y="13577"/>
                  </a:lnTo>
                  <a:lnTo>
                    <a:pt x="27134" y="12374"/>
                  </a:lnTo>
                  <a:lnTo>
                    <a:pt x="26232" y="11151"/>
                  </a:lnTo>
                  <a:lnTo>
                    <a:pt x="25330" y="9947"/>
                  </a:lnTo>
                  <a:lnTo>
                    <a:pt x="24407" y="8764"/>
                  </a:lnTo>
                  <a:lnTo>
                    <a:pt x="23485" y="7661"/>
                  </a:lnTo>
                  <a:lnTo>
                    <a:pt x="23023" y="7120"/>
                  </a:lnTo>
                  <a:lnTo>
                    <a:pt x="22562" y="6618"/>
                  </a:lnTo>
                  <a:lnTo>
                    <a:pt x="22101" y="6137"/>
                  </a:lnTo>
                  <a:lnTo>
                    <a:pt x="21660" y="5676"/>
                  </a:lnTo>
                  <a:lnTo>
                    <a:pt x="21218" y="5255"/>
                  </a:lnTo>
                  <a:lnTo>
                    <a:pt x="20777" y="4854"/>
                  </a:lnTo>
                  <a:lnTo>
                    <a:pt x="20336" y="4493"/>
                  </a:lnTo>
                  <a:lnTo>
                    <a:pt x="19915" y="4172"/>
                  </a:lnTo>
                  <a:lnTo>
                    <a:pt x="19915" y="4172"/>
                  </a:lnTo>
                  <a:lnTo>
                    <a:pt x="19614" y="3951"/>
                  </a:lnTo>
                  <a:lnTo>
                    <a:pt x="19333" y="3771"/>
                  </a:lnTo>
                  <a:lnTo>
                    <a:pt x="19052" y="3610"/>
                  </a:lnTo>
                  <a:lnTo>
                    <a:pt x="18772" y="3470"/>
                  </a:lnTo>
                  <a:lnTo>
                    <a:pt x="18491" y="3350"/>
                  </a:lnTo>
                  <a:lnTo>
                    <a:pt x="18230" y="3269"/>
                  </a:lnTo>
                  <a:lnTo>
                    <a:pt x="17970" y="3189"/>
                  </a:lnTo>
                  <a:lnTo>
                    <a:pt x="17709" y="3149"/>
                  </a:lnTo>
                  <a:lnTo>
                    <a:pt x="17709" y="3149"/>
                  </a:lnTo>
                  <a:lnTo>
                    <a:pt x="17488" y="3149"/>
                  </a:lnTo>
                  <a:lnTo>
                    <a:pt x="17488" y="3149"/>
                  </a:lnTo>
                  <a:lnTo>
                    <a:pt x="17308" y="3149"/>
                  </a:lnTo>
                  <a:lnTo>
                    <a:pt x="17087" y="3189"/>
                  </a:lnTo>
                  <a:lnTo>
                    <a:pt x="16867" y="3249"/>
                  </a:lnTo>
                  <a:lnTo>
                    <a:pt x="16626" y="3329"/>
                  </a:lnTo>
                  <a:lnTo>
                    <a:pt x="16365" y="3430"/>
                  </a:lnTo>
                  <a:lnTo>
                    <a:pt x="16084" y="3550"/>
                  </a:lnTo>
                  <a:lnTo>
                    <a:pt x="15483" y="3851"/>
                  </a:lnTo>
                  <a:lnTo>
                    <a:pt x="15463" y="3871"/>
                  </a:lnTo>
                  <a:lnTo>
                    <a:pt x="15463" y="3871"/>
                  </a:lnTo>
                  <a:lnTo>
                    <a:pt x="15202" y="4152"/>
                  </a:lnTo>
                  <a:lnTo>
                    <a:pt x="14961" y="4412"/>
                  </a:lnTo>
                  <a:lnTo>
                    <a:pt x="14761" y="4693"/>
                  </a:lnTo>
                  <a:lnTo>
                    <a:pt x="14560" y="4974"/>
                  </a:lnTo>
                  <a:lnTo>
                    <a:pt x="14219" y="5515"/>
                  </a:lnTo>
                  <a:lnTo>
                    <a:pt x="13919" y="6037"/>
                  </a:lnTo>
                  <a:lnTo>
                    <a:pt x="13678" y="6538"/>
                  </a:lnTo>
                  <a:lnTo>
                    <a:pt x="13437" y="7019"/>
                  </a:lnTo>
                  <a:lnTo>
                    <a:pt x="13217" y="7481"/>
                  </a:lnTo>
                  <a:lnTo>
                    <a:pt x="12996" y="7902"/>
                  </a:lnTo>
                  <a:lnTo>
                    <a:pt x="12996" y="7902"/>
                  </a:lnTo>
                  <a:lnTo>
                    <a:pt x="12755" y="8303"/>
                  </a:lnTo>
                  <a:lnTo>
                    <a:pt x="12515" y="8664"/>
                  </a:lnTo>
                  <a:lnTo>
                    <a:pt x="12274" y="9025"/>
                  </a:lnTo>
                  <a:lnTo>
                    <a:pt x="12013" y="9366"/>
                  </a:lnTo>
                  <a:lnTo>
                    <a:pt x="11753" y="9667"/>
                  </a:lnTo>
                  <a:lnTo>
                    <a:pt x="11512" y="9968"/>
                  </a:lnTo>
                  <a:lnTo>
                    <a:pt x="11251" y="10268"/>
                  </a:lnTo>
                  <a:lnTo>
                    <a:pt x="10971" y="10529"/>
                  </a:lnTo>
                  <a:lnTo>
                    <a:pt x="10710" y="10790"/>
                  </a:lnTo>
                  <a:lnTo>
                    <a:pt x="10429" y="11030"/>
                  </a:lnTo>
                  <a:lnTo>
                    <a:pt x="10168" y="11251"/>
                  </a:lnTo>
                  <a:lnTo>
                    <a:pt x="9888" y="11452"/>
                  </a:lnTo>
                  <a:lnTo>
                    <a:pt x="9607" y="11652"/>
                  </a:lnTo>
                  <a:lnTo>
                    <a:pt x="9346" y="11813"/>
                  </a:lnTo>
                  <a:lnTo>
                    <a:pt x="9065" y="11993"/>
                  </a:lnTo>
                  <a:lnTo>
                    <a:pt x="8785" y="12133"/>
                  </a:lnTo>
                  <a:lnTo>
                    <a:pt x="8785" y="12133"/>
                  </a:lnTo>
                  <a:lnTo>
                    <a:pt x="8263" y="12374"/>
                  </a:lnTo>
                  <a:lnTo>
                    <a:pt x="7742" y="12575"/>
                  </a:lnTo>
                  <a:lnTo>
                    <a:pt x="7220" y="12715"/>
                  </a:lnTo>
                  <a:lnTo>
                    <a:pt x="6719" y="12835"/>
                  </a:lnTo>
                  <a:lnTo>
                    <a:pt x="6218" y="12916"/>
                  </a:lnTo>
                  <a:lnTo>
                    <a:pt x="5716" y="12936"/>
                  </a:lnTo>
                  <a:lnTo>
                    <a:pt x="5215" y="12936"/>
                  </a:lnTo>
                  <a:lnTo>
                    <a:pt x="4754" y="12916"/>
                  </a:lnTo>
                  <a:lnTo>
                    <a:pt x="4292" y="12855"/>
                  </a:lnTo>
                  <a:lnTo>
                    <a:pt x="3851" y="12755"/>
                  </a:lnTo>
                  <a:lnTo>
                    <a:pt x="3410" y="12635"/>
                  </a:lnTo>
                  <a:lnTo>
                    <a:pt x="3009" y="12494"/>
                  </a:lnTo>
                  <a:lnTo>
                    <a:pt x="2628" y="12314"/>
                  </a:lnTo>
                  <a:lnTo>
                    <a:pt x="2267" y="12113"/>
                  </a:lnTo>
                  <a:lnTo>
                    <a:pt x="1926" y="11913"/>
                  </a:lnTo>
                  <a:lnTo>
                    <a:pt x="1625" y="11672"/>
                  </a:lnTo>
                  <a:lnTo>
                    <a:pt x="1625" y="11672"/>
                  </a:lnTo>
                  <a:lnTo>
                    <a:pt x="1384" y="11472"/>
                  </a:lnTo>
                  <a:lnTo>
                    <a:pt x="1184" y="11271"/>
                  </a:lnTo>
                  <a:lnTo>
                    <a:pt x="1184" y="11271"/>
                  </a:lnTo>
                  <a:lnTo>
                    <a:pt x="1164" y="11251"/>
                  </a:lnTo>
                  <a:lnTo>
                    <a:pt x="1164" y="11251"/>
                  </a:lnTo>
                  <a:lnTo>
                    <a:pt x="1044" y="11091"/>
                  </a:lnTo>
                  <a:lnTo>
                    <a:pt x="1044" y="11091"/>
                  </a:lnTo>
                  <a:lnTo>
                    <a:pt x="883" y="10910"/>
                  </a:lnTo>
                  <a:lnTo>
                    <a:pt x="883" y="10910"/>
                  </a:lnTo>
                  <a:lnTo>
                    <a:pt x="703" y="10629"/>
                  </a:lnTo>
                  <a:lnTo>
                    <a:pt x="542" y="10369"/>
                  </a:lnTo>
                  <a:lnTo>
                    <a:pt x="402" y="10088"/>
                  </a:lnTo>
                  <a:lnTo>
                    <a:pt x="281" y="9807"/>
                  </a:lnTo>
                  <a:lnTo>
                    <a:pt x="181" y="9526"/>
                  </a:lnTo>
                  <a:lnTo>
                    <a:pt x="121" y="9246"/>
                  </a:lnTo>
                  <a:lnTo>
                    <a:pt x="61" y="8965"/>
                  </a:lnTo>
                  <a:lnTo>
                    <a:pt x="21" y="8704"/>
                  </a:lnTo>
                  <a:lnTo>
                    <a:pt x="1" y="8423"/>
                  </a:lnTo>
                  <a:lnTo>
                    <a:pt x="1" y="8143"/>
                  </a:lnTo>
                  <a:lnTo>
                    <a:pt x="21" y="7862"/>
                  </a:lnTo>
                  <a:lnTo>
                    <a:pt x="61" y="7601"/>
                  </a:lnTo>
                  <a:lnTo>
                    <a:pt x="101" y="7340"/>
                  </a:lnTo>
                  <a:lnTo>
                    <a:pt x="181" y="7080"/>
                  </a:lnTo>
                  <a:lnTo>
                    <a:pt x="241" y="6819"/>
                  </a:lnTo>
                  <a:lnTo>
                    <a:pt x="342" y="6558"/>
                  </a:lnTo>
                  <a:lnTo>
                    <a:pt x="442" y="6318"/>
                  </a:lnTo>
                  <a:lnTo>
                    <a:pt x="542" y="6097"/>
                  </a:lnTo>
                  <a:lnTo>
                    <a:pt x="683" y="5856"/>
                  </a:lnTo>
                  <a:lnTo>
                    <a:pt x="803" y="5636"/>
                  </a:lnTo>
                  <a:lnTo>
                    <a:pt x="943" y="5435"/>
                  </a:lnTo>
                  <a:lnTo>
                    <a:pt x="1104" y="5235"/>
                  </a:lnTo>
                  <a:lnTo>
                    <a:pt x="1264" y="5054"/>
                  </a:lnTo>
                  <a:lnTo>
                    <a:pt x="1425" y="4874"/>
                  </a:lnTo>
                  <a:lnTo>
                    <a:pt x="1605" y="4693"/>
                  </a:lnTo>
                  <a:lnTo>
                    <a:pt x="1766" y="4553"/>
                  </a:lnTo>
                  <a:lnTo>
                    <a:pt x="1946" y="4412"/>
                  </a:lnTo>
                  <a:lnTo>
                    <a:pt x="2147" y="4292"/>
                  </a:lnTo>
                  <a:lnTo>
                    <a:pt x="2327" y="4172"/>
                  </a:lnTo>
                  <a:lnTo>
                    <a:pt x="2508" y="4071"/>
                  </a:lnTo>
                  <a:lnTo>
                    <a:pt x="2708" y="3991"/>
                  </a:lnTo>
                  <a:lnTo>
                    <a:pt x="2889" y="3931"/>
                  </a:lnTo>
                  <a:lnTo>
                    <a:pt x="2889" y="3931"/>
                  </a:lnTo>
                  <a:lnTo>
                    <a:pt x="3189" y="3871"/>
                  </a:lnTo>
                  <a:lnTo>
                    <a:pt x="3490" y="3791"/>
                  </a:lnTo>
                  <a:lnTo>
                    <a:pt x="4132" y="3690"/>
                  </a:lnTo>
                  <a:lnTo>
                    <a:pt x="4834" y="3630"/>
                  </a:lnTo>
                  <a:lnTo>
                    <a:pt x="5556" y="3590"/>
                  </a:lnTo>
                  <a:lnTo>
                    <a:pt x="6318" y="3570"/>
                  </a:lnTo>
                  <a:lnTo>
                    <a:pt x="7080" y="3570"/>
                  </a:lnTo>
                  <a:lnTo>
                    <a:pt x="8624" y="3590"/>
                  </a:lnTo>
                  <a:lnTo>
                    <a:pt x="8624" y="3590"/>
                  </a:lnTo>
                  <a:lnTo>
                    <a:pt x="10148" y="3610"/>
                  </a:lnTo>
                  <a:lnTo>
                    <a:pt x="10850" y="3610"/>
                  </a:lnTo>
                  <a:lnTo>
                    <a:pt x="11492" y="3590"/>
                  </a:lnTo>
                  <a:lnTo>
                    <a:pt x="12094" y="3550"/>
                  </a:lnTo>
                  <a:lnTo>
                    <a:pt x="12615" y="3490"/>
                  </a:lnTo>
                  <a:lnTo>
                    <a:pt x="12856" y="3430"/>
                  </a:lnTo>
                  <a:lnTo>
                    <a:pt x="13076" y="3370"/>
                  </a:lnTo>
                  <a:lnTo>
                    <a:pt x="13257" y="3309"/>
                  </a:lnTo>
                  <a:lnTo>
                    <a:pt x="13417" y="3229"/>
                  </a:lnTo>
                  <a:lnTo>
                    <a:pt x="13417" y="3229"/>
                  </a:lnTo>
                  <a:lnTo>
                    <a:pt x="13638" y="3069"/>
                  </a:lnTo>
                  <a:lnTo>
                    <a:pt x="13638" y="3069"/>
                  </a:lnTo>
                  <a:lnTo>
                    <a:pt x="14059" y="2788"/>
                  </a:lnTo>
                  <a:lnTo>
                    <a:pt x="14500" y="2487"/>
                  </a:lnTo>
                  <a:lnTo>
                    <a:pt x="14941" y="2226"/>
                  </a:lnTo>
                  <a:lnTo>
                    <a:pt x="15383" y="1946"/>
                  </a:lnTo>
                  <a:lnTo>
                    <a:pt x="15844" y="1705"/>
                  </a:lnTo>
                  <a:lnTo>
                    <a:pt x="16305" y="1464"/>
                  </a:lnTo>
                  <a:lnTo>
                    <a:pt x="16786" y="1244"/>
                  </a:lnTo>
                  <a:lnTo>
                    <a:pt x="17268" y="1023"/>
                  </a:lnTo>
                  <a:lnTo>
                    <a:pt x="17749" y="823"/>
                  </a:lnTo>
                  <a:lnTo>
                    <a:pt x="18230" y="662"/>
                  </a:lnTo>
                  <a:lnTo>
                    <a:pt x="18712" y="502"/>
                  </a:lnTo>
                  <a:lnTo>
                    <a:pt x="19213" y="361"/>
                  </a:lnTo>
                  <a:lnTo>
                    <a:pt x="19714" y="241"/>
                  </a:lnTo>
                  <a:lnTo>
                    <a:pt x="20196" y="141"/>
                  </a:lnTo>
                  <a:lnTo>
                    <a:pt x="20697" y="61"/>
                  </a:lnTo>
                  <a:lnTo>
                    <a:pt x="21198" y="20"/>
                  </a:lnTo>
                  <a:lnTo>
                    <a:pt x="21198" y="20"/>
                  </a:lnTo>
                  <a:lnTo>
                    <a:pt x="21720" y="0"/>
                  </a:lnTo>
                  <a:lnTo>
                    <a:pt x="22241" y="0"/>
                  </a:lnTo>
                  <a:lnTo>
                    <a:pt x="22763" y="41"/>
                  </a:lnTo>
                  <a:lnTo>
                    <a:pt x="23284" y="101"/>
                  </a:lnTo>
                  <a:lnTo>
                    <a:pt x="23284" y="101"/>
                  </a:lnTo>
                  <a:lnTo>
                    <a:pt x="23705" y="181"/>
                  </a:lnTo>
                  <a:lnTo>
                    <a:pt x="24146" y="281"/>
                  </a:lnTo>
                  <a:lnTo>
                    <a:pt x="24567" y="422"/>
                  </a:lnTo>
                  <a:lnTo>
                    <a:pt x="24969" y="562"/>
                  </a:lnTo>
                  <a:lnTo>
                    <a:pt x="25390" y="722"/>
                  </a:lnTo>
                  <a:lnTo>
                    <a:pt x="25791" y="903"/>
                  </a:lnTo>
                  <a:lnTo>
                    <a:pt x="26172" y="1123"/>
                  </a:lnTo>
                  <a:lnTo>
                    <a:pt x="26553" y="1344"/>
                  </a:lnTo>
                  <a:lnTo>
                    <a:pt x="26934" y="1585"/>
                  </a:lnTo>
                  <a:lnTo>
                    <a:pt x="27315" y="1825"/>
                  </a:lnTo>
                  <a:lnTo>
                    <a:pt x="27676" y="2106"/>
                  </a:lnTo>
                  <a:lnTo>
                    <a:pt x="28037" y="2387"/>
                  </a:lnTo>
                  <a:lnTo>
                    <a:pt x="28378" y="2688"/>
                  </a:lnTo>
                  <a:lnTo>
                    <a:pt x="28739" y="3009"/>
                  </a:lnTo>
                  <a:lnTo>
                    <a:pt x="29060" y="3329"/>
                  </a:lnTo>
                  <a:lnTo>
                    <a:pt x="29401" y="3670"/>
                  </a:lnTo>
                  <a:lnTo>
                    <a:pt x="29721" y="4011"/>
                  </a:lnTo>
                  <a:lnTo>
                    <a:pt x="30042" y="4372"/>
                  </a:lnTo>
                  <a:lnTo>
                    <a:pt x="30644" y="5134"/>
                  </a:lnTo>
                  <a:lnTo>
                    <a:pt x="31226" y="5916"/>
                  </a:lnTo>
                  <a:lnTo>
                    <a:pt x="31787" y="6739"/>
                  </a:lnTo>
                  <a:lnTo>
                    <a:pt x="32329" y="7581"/>
                  </a:lnTo>
                  <a:lnTo>
                    <a:pt x="32830" y="8443"/>
                  </a:lnTo>
                  <a:lnTo>
                    <a:pt x="33311" y="9326"/>
                  </a:lnTo>
                  <a:lnTo>
                    <a:pt x="33772" y="10208"/>
                  </a:lnTo>
                  <a:lnTo>
                    <a:pt x="34214" y="11091"/>
                  </a:lnTo>
                  <a:lnTo>
                    <a:pt x="34615" y="11973"/>
                  </a:lnTo>
                  <a:lnTo>
                    <a:pt x="34996" y="12855"/>
                  </a:lnTo>
                  <a:lnTo>
                    <a:pt x="35357" y="13718"/>
                  </a:lnTo>
                  <a:lnTo>
                    <a:pt x="35678" y="14560"/>
                  </a:lnTo>
                  <a:lnTo>
                    <a:pt x="35999" y="15362"/>
                  </a:lnTo>
                  <a:lnTo>
                    <a:pt x="36540" y="16906"/>
                  </a:lnTo>
                  <a:lnTo>
                    <a:pt x="37001" y="18270"/>
                  </a:lnTo>
                  <a:lnTo>
                    <a:pt x="37362" y="19433"/>
                  </a:lnTo>
                  <a:lnTo>
                    <a:pt x="37643" y="20336"/>
                  </a:lnTo>
                  <a:lnTo>
                    <a:pt x="37844" y="20937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9" name="Google Shape;7559;p36"/>
            <p:cNvSpPr/>
            <p:nvPr/>
          </p:nvSpPr>
          <p:spPr>
            <a:xfrm>
              <a:off x="8369975" y="3928575"/>
              <a:ext cx="777650" cy="496375"/>
            </a:xfrm>
            <a:custGeom>
              <a:avLst/>
              <a:gdLst/>
              <a:ahLst/>
              <a:cxnLst/>
              <a:rect l="l" t="t" r="r" b="b"/>
              <a:pathLst>
                <a:path w="31106" h="19855" extrusionOk="0">
                  <a:moveTo>
                    <a:pt x="14741" y="2106"/>
                  </a:moveTo>
                  <a:lnTo>
                    <a:pt x="15022" y="2206"/>
                  </a:lnTo>
                  <a:lnTo>
                    <a:pt x="15302" y="2307"/>
                  </a:lnTo>
                  <a:lnTo>
                    <a:pt x="15583" y="2427"/>
                  </a:lnTo>
                  <a:lnTo>
                    <a:pt x="15864" y="2547"/>
                  </a:lnTo>
                  <a:lnTo>
                    <a:pt x="16405" y="2868"/>
                  </a:lnTo>
                  <a:lnTo>
                    <a:pt x="16947" y="3209"/>
                  </a:lnTo>
                  <a:lnTo>
                    <a:pt x="17448" y="3570"/>
                  </a:lnTo>
                  <a:lnTo>
                    <a:pt x="17950" y="3951"/>
                  </a:lnTo>
                  <a:lnTo>
                    <a:pt x="18391" y="4352"/>
                  </a:lnTo>
                  <a:lnTo>
                    <a:pt x="18832" y="4713"/>
                  </a:lnTo>
                  <a:lnTo>
                    <a:pt x="19273" y="5134"/>
                  </a:lnTo>
                  <a:lnTo>
                    <a:pt x="19714" y="5576"/>
                  </a:lnTo>
                  <a:lnTo>
                    <a:pt x="20135" y="6017"/>
                  </a:lnTo>
                  <a:lnTo>
                    <a:pt x="20537" y="6478"/>
                  </a:lnTo>
                  <a:lnTo>
                    <a:pt x="20938" y="6959"/>
                  </a:lnTo>
                  <a:lnTo>
                    <a:pt x="21299" y="7441"/>
                  </a:lnTo>
                  <a:lnTo>
                    <a:pt x="21680" y="7942"/>
                  </a:lnTo>
                  <a:lnTo>
                    <a:pt x="22021" y="8443"/>
                  </a:lnTo>
                  <a:lnTo>
                    <a:pt x="22522" y="9225"/>
                  </a:lnTo>
                  <a:lnTo>
                    <a:pt x="22983" y="10008"/>
                  </a:lnTo>
                  <a:lnTo>
                    <a:pt x="23404" y="10810"/>
                  </a:lnTo>
                  <a:lnTo>
                    <a:pt x="23805" y="11612"/>
                  </a:lnTo>
                  <a:lnTo>
                    <a:pt x="24186" y="12434"/>
                  </a:lnTo>
                  <a:lnTo>
                    <a:pt x="24547" y="13256"/>
                  </a:lnTo>
                  <a:lnTo>
                    <a:pt x="25249" y="14921"/>
                  </a:lnTo>
                  <a:lnTo>
                    <a:pt x="24527" y="13658"/>
                  </a:lnTo>
                  <a:lnTo>
                    <a:pt x="23765" y="12414"/>
                  </a:lnTo>
                  <a:lnTo>
                    <a:pt x="22983" y="11191"/>
                  </a:lnTo>
                  <a:lnTo>
                    <a:pt x="22141" y="9988"/>
                  </a:lnTo>
                  <a:lnTo>
                    <a:pt x="21299" y="8804"/>
                  </a:lnTo>
                  <a:lnTo>
                    <a:pt x="20396" y="7661"/>
                  </a:lnTo>
                  <a:lnTo>
                    <a:pt x="19474" y="6538"/>
                  </a:lnTo>
                  <a:lnTo>
                    <a:pt x="18531" y="5455"/>
                  </a:lnTo>
                  <a:lnTo>
                    <a:pt x="17689" y="4513"/>
                  </a:lnTo>
                  <a:lnTo>
                    <a:pt x="17248" y="4051"/>
                  </a:lnTo>
                  <a:lnTo>
                    <a:pt x="16786" y="3610"/>
                  </a:lnTo>
                  <a:lnTo>
                    <a:pt x="16305" y="3169"/>
                  </a:lnTo>
                  <a:lnTo>
                    <a:pt x="15804" y="2788"/>
                  </a:lnTo>
                  <a:lnTo>
                    <a:pt x="15282" y="2427"/>
                  </a:lnTo>
                  <a:lnTo>
                    <a:pt x="15022" y="2267"/>
                  </a:lnTo>
                  <a:lnTo>
                    <a:pt x="14741" y="2106"/>
                  </a:lnTo>
                  <a:close/>
                  <a:moveTo>
                    <a:pt x="14921" y="0"/>
                  </a:moveTo>
                  <a:lnTo>
                    <a:pt x="14540" y="41"/>
                  </a:lnTo>
                  <a:lnTo>
                    <a:pt x="14039" y="101"/>
                  </a:lnTo>
                  <a:lnTo>
                    <a:pt x="13517" y="201"/>
                  </a:lnTo>
                  <a:lnTo>
                    <a:pt x="13016" y="321"/>
                  </a:lnTo>
                  <a:lnTo>
                    <a:pt x="12535" y="462"/>
                  </a:lnTo>
                  <a:lnTo>
                    <a:pt x="11532" y="1123"/>
                  </a:lnTo>
                  <a:lnTo>
                    <a:pt x="12053" y="943"/>
                  </a:lnTo>
                  <a:lnTo>
                    <a:pt x="10991" y="1504"/>
                  </a:lnTo>
                  <a:lnTo>
                    <a:pt x="9848" y="2267"/>
                  </a:lnTo>
                  <a:lnTo>
                    <a:pt x="9266" y="2628"/>
                  </a:lnTo>
                  <a:lnTo>
                    <a:pt x="8684" y="2989"/>
                  </a:lnTo>
                  <a:lnTo>
                    <a:pt x="8404" y="3229"/>
                  </a:lnTo>
                  <a:lnTo>
                    <a:pt x="8123" y="3470"/>
                  </a:lnTo>
                  <a:lnTo>
                    <a:pt x="7581" y="4011"/>
                  </a:lnTo>
                  <a:lnTo>
                    <a:pt x="7060" y="4573"/>
                  </a:lnTo>
                  <a:lnTo>
                    <a:pt x="6579" y="5154"/>
                  </a:lnTo>
                  <a:lnTo>
                    <a:pt x="5616" y="6338"/>
                  </a:lnTo>
                  <a:lnTo>
                    <a:pt x="5155" y="6919"/>
                  </a:lnTo>
                  <a:lnTo>
                    <a:pt x="4693" y="7481"/>
                  </a:lnTo>
                  <a:lnTo>
                    <a:pt x="4212" y="8042"/>
                  </a:lnTo>
                  <a:lnTo>
                    <a:pt x="3691" y="8544"/>
                  </a:lnTo>
                  <a:lnTo>
                    <a:pt x="3430" y="8784"/>
                  </a:lnTo>
                  <a:lnTo>
                    <a:pt x="3169" y="9025"/>
                  </a:lnTo>
                  <a:lnTo>
                    <a:pt x="2889" y="9246"/>
                  </a:lnTo>
                  <a:lnTo>
                    <a:pt x="2608" y="9466"/>
                  </a:lnTo>
                  <a:lnTo>
                    <a:pt x="2307" y="9667"/>
                  </a:lnTo>
                  <a:lnTo>
                    <a:pt x="2006" y="9847"/>
                  </a:lnTo>
                  <a:lnTo>
                    <a:pt x="1705" y="10028"/>
                  </a:lnTo>
                  <a:lnTo>
                    <a:pt x="1385" y="10168"/>
                  </a:lnTo>
                  <a:lnTo>
                    <a:pt x="1044" y="10308"/>
                  </a:lnTo>
                  <a:lnTo>
                    <a:pt x="703" y="10429"/>
                  </a:lnTo>
                  <a:lnTo>
                    <a:pt x="362" y="10529"/>
                  </a:lnTo>
                  <a:lnTo>
                    <a:pt x="1" y="10629"/>
                  </a:lnTo>
                  <a:lnTo>
                    <a:pt x="221" y="10750"/>
                  </a:lnTo>
                  <a:lnTo>
                    <a:pt x="462" y="10850"/>
                  </a:lnTo>
                  <a:lnTo>
                    <a:pt x="883" y="10730"/>
                  </a:lnTo>
                  <a:lnTo>
                    <a:pt x="1304" y="10589"/>
                  </a:lnTo>
                  <a:lnTo>
                    <a:pt x="1565" y="10469"/>
                  </a:lnTo>
                  <a:lnTo>
                    <a:pt x="1806" y="10349"/>
                  </a:lnTo>
                  <a:lnTo>
                    <a:pt x="2307" y="10088"/>
                  </a:lnTo>
                  <a:lnTo>
                    <a:pt x="2768" y="9767"/>
                  </a:lnTo>
                  <a:lnTo>
                    <a:pt x="3209" y="9446"/>
                  </a:lnTo>
                  <a:lnTo>
                    <a:pt x="3611" y="9085"/>
                  </a:lnTo>
                  <a:lnTo>
                    <a:pt x="4012" y="8704"/>
                  </a:lnTo>
                  <a:lnTo>
                    <a:pt x="4393" y="8303"/>
                  </a:lnTo>
                  <a:lnTo>
                    <a:pt x="4754" y="7882"/>
                  </a:lnTo>
                  <a:lnTo>
                    <a:pt x="5115" y="7461"/>
                  </a:lnTo>
                  <a:lnTo>
                    <a:pt x="5476" y="7019"/>
                  </a:lnTo>
                  <a:lnTo>
                    <a:pt x="6157" y="6137"/>
                  </a:lnTo>
                  <a:lnTo>
                    <a:pt x="6859" y="5275"/>
                  </a:lnTo>
                  <a:lnTo>
                    <a:pt x="7220" y="4854"/>
                  </a:lnTo>
                  <a:lnTo>
                    <a:pt x="7581" y="4432"/>
                  </a:lnTo>
                  <a:lnTo>
                    <a:pt x="8063" y="3971"/>
                  </a:lnTo>
                  <a:lnTo>
                    <a:pt x="8544" y="3510"/>
                  </a:lnTo>
                  <a:lnTo>
                    <a:pt x="8825" y="3289"/>
                  </a:lnTo>
                  <a:lnTo>
                    <a:pt x="9085" y="3069"/>
                  </a:lnTo>
                  <a:lnTo>
                    <a:pt x="9366" y="2868"/>
                  </a:lnTo>
                  <a:lnTo>
                    <a:pt x="9647" y="2688"/>
                  </a:lnTo>
                  <a:lnTo>
                    <a:pt x="9948" y="2507"/>
                  </a:lnTo>
                  <a:lnTo>
                    <a:pt x="10249" y="2347"/>
                  </a:lnTo>
                  <a:lnTo>
                    <a:pt x="10549" y="2206"/>
                  </a:lnTo>
                  <a:lnTo>
                    <a:pt x="10870" y="2086"/>
                  </a:lnTo>
                  <a:lnTo>
                    <a:pt x="11191" y="1966"/>
                  </a:lnTo>
                  <a:lnTo>
                    <a:pt x="11512" y="1886"/>
                  </a:lnTo>
                  <a:lnTo>
                    <a:pt x="11853" y="1825"/>
                  </a:lnTo>
                  <a:lnTo>
                    <a:pt x="12174" y="1785"/>
                  </a:lnTo>
                  <a:lnTo>
                    <a:pt x="12816" y="1785"/>
                  </a:lnTo>
                  <a:lnTo>
                    <a:pt x="13136" y="1825"/>
                  </a:lnTo>
                  <a:lnTo>
                    <a:pt x="13437" y="1886"/>
                  </a:lnTo>
                  <a:lnTo>
                    <a:pt x="13738" y="1966"/>
                  </a:lnTo>
                  <a:lnTo>
                    <a:pt x="14039" y="2086"/>
                  </a:lnTo>
                  <a:lnTo>
                    <a:pt x="14340" y="2206"/>
                  </a:lnTo>
                  <a:lnTo>
                    <a:pt x="14620" y="2347"/>
                  </a:lnTo>
                  <a:lnTo>
                    <a:pt x="14901" y="2487"/>
                  </a:lnTo>
                  <a:lnTo>
                    <a:pt x="15182" y="2668"/>
                  </a:lnTo>
                  <a:lnTo>
                    <a:pt x="15443" y="2848"/>
                  </a:lnTo>
                  <a:lnTo>
                    <a:pt x="15964" y="3229"/>
                  </a:lnTo>
                  <a:lnTo>
                    <a:pt x="16445" y="3670"/>
                  </a:lnTo>
                  <a:lnTo>
                    <a:pt x="16907" y="4112"/>
                  </a:lnTo>
                  <a:lnTo>
                    <a:pt x="17809" y="5034"/>
                  </a:lnTo>
                  <a:lnTo>
                    <a:pt x="18692" y="5997"/>
                  </a:lnTo>
                  <a:lnTo>
                    <a:pt x="19534" y="6999"/>
                  </a:lnTo>
                  <a:lnTo>
                    <a:pt x="20336" y="8002"/>
                  </a:lnTo>
                  <a:lnTo>
                    <a:pt x="21118" y="9045"/>
                  </a:lnTo>
                  <a:lnTo>
                    <a:pt x="21880" y="10108"/>
                  </a:lnTo>
                  <a:lnTo>
                    <a:pt x="22622" y="11171"/>
                  </a:lnTo>
                  <a:lnTo>
                    <a:pt x="23324" y="12254"/>
                  </a:lnTo>
                  <a:lnTo>
                    <a:pt x="23825" y="13076"/>
                  </a:lnTo>
                  <a:lnTo>
                    <a:pt x="24307" y="13918"/>
                  </a:lnTo>
                  <a:lnTo>
                    <a:pt x="24788" y="14761"/>
                  </a:lnTo>
                  <a:lnTo>
                    <a:pt x="25229" y="15603"/>
                  </a:lnTo>
                  <a:lnTo>
                    <a:pt x="25670" y="16445"/>
                  </a:lnTo>
                  <a:lnTo>
                    <a:pt x="26092" y="17328"/>
                  </a:lnTo>
                  <a:lnTo>
                    <a:pt x="26493" y="18190"/>
                  </a:lnTo>
                  <a:lnTo>
                    <a:pt x="26894" y="19072"/>
                  </a:lnTo>
                  <a:lnTo>
                    <a:pt x="27074" y="19273"/>
                  </a:lnTo>
                  <a:lnTo>
                    <a:pt x="27255" y="19433"/>
                  </a:lnTo>
                  <a:lnTo>
                    <a:pt x="27415" y="19574"/>
                  </a:lnTo>
                  <a:lnTo>
                    <a:pt x="27536" y="19674"/>
                  </a:lnTo>
                  <a:lnTo>
                    <a:pt x="27114" y="18671"/>
                  </a:lnTo>
                  <a:lnTo>
                    <a:pt x="26653" y="17689"/>
                  </a:lnTo>
                  <a:lnTo>
                    <a:pt x="26653" y="17668"/>
                  </a:lnTo>
                  <a:lnTo>
                    <a:pt x="26453" y="17007"/>
                  </a:lnTo>
                  <a:lnTo>
                    <a:pt x="26232" y="16325"/>
                  </a:lnTo>
                  <a:lnTo>
                    <a:pt x="25991" y="15643"/>
                  </a:lnTo>
                  <a:lnTo>
                    <a:pt x="25751" y="14981"/>
                  </a:lnTo>
                  <a:lnTo>
                    <a:pt x="25470" y="14299"/>
                  </a:lnTo>
                  <a:lnTo>
                    <a:pt x="25189" y="13637"/>
                  </a:lnTo>
                  <a:lnTo>
                    <a:pt x="24888" y="12976"/>
                  </a:lnTo>
                  <a:lnTo>
                    <a:pt x="24588" y="12314"/>
                  </a:lnTo>
                  <a:lnTo>
                    <a:pt x="24247" y="11652"/>
                  </a:lnTo>
                  <a:lnTo>
                    <a:pt x="23906" y="11010"/>
                  </a:lnTo>
                  <a:lnTo>
                    <a:pt x="23545" y="10389"/>
                  </a:lnTo>
                  <a:lnTo>
                    <a:pt x="23184" y="9767"/>
                  </a:lnTo>
                  <a:lnTo>
                    <a:pt x="22803" y="9145"/>
                  </a:lnTo>
                  <a:lnTo>
                    <a:pt x="22422" y="8564"/>
                  </a:lnTo>
                  <a:lnTo>
                    <a:pt x="22001" y="7982"/>
                  </a:lnTo>
                  <a:lnTo>
                    <a:pt x="21599" y="7401"/>
                  </a:lnTo>
                  <a:lnTo>
                    <a:pt x="21218" y="6919"/>
                  </a:lnTo>
                  <a:lnTo>
                    <a:pt x="20817" y="6438"/>
                  </a:lnTo>
                  <a:lnTo>
                    <a:pt x="20396" y="5977"/>
                  </a:lnTo>
                  <a:lnTo>
                    <a:pt x="19975" y="5515"/>
                  </a:lnTo>
                  <a:lnTo>
                    <a:pt x="19534" y="5074"/>
                  </a:lnTo>
                  <a:lnTo>
                    <a:pt x="19093" y="4653"/>
                  </a:lnTo>
                  <a:lnTo>
                    <a:pt x="18611" y="4252"/>
                  </a:lnTo>
                  <a:lnTo>
                    <a:pt x="18130" y="3851"/>
                  </a:lnTo>
                  <a:lnTo>
                    <a:pt x="17729" y="3530"/>
                  </a:lnTo>
                  <a:lnTo>
                    <a:pt x="17288" y="3209"/>
                  </a:lnTo>
                  <a:lnTo>
                    <a:pt x="16826" y="2888"/>
                  </a:lnTo>
                  <a:lnTo>
                    <a:pt x="16345" y="2607"/>
                  </a:lnTo>
                  <a:lnTo>
                    <a:pt x="15844" y="2347"/>
                  </a:lnTo>
                  <a:lnTo>
                    <a:pt x="15583" y="2226"/>
                  </a:lnTo>
                  <a:lnTo>
                    <a:pt x="15342" y="2126"/>
                  </a:lnTo>
                  <a:lnTo>
                    <a:pt x="15082" y="2046"/>
                  </a:lnTo>
                  <a:lnTo>
                    <a:pt x="14821" y="1986"/>
                  </a:lnTo>
                  <a:lnTo>
                    <a:pt x="14560" y="1926"/>
                  </a:lnTo>
                  <a:lnTo>
                    <a:pt x="14300" y="1906"/>
                  </a:lnTo>
                  <a:lnTo>
                    <a:pt x="13858" y="1745"/>
                  </a:lnTo>
                  <a:lnTo>
                    <a:pt x="13397" y="1625"/>
                  </a:lnTo>
                  <a:lnTo>
                    <a:pt x="13156" y="1565"/>
                  </a:lnTo>
                  <a:lnTo>
                    <a:pt x="12916" y="1545"/>
                  </a:lnTo>
                  <a:lnTo>
                    <a:pt x="12675" y="1525"/>
                  </a:lnTo>
                  <a:lnTo>
                    <a:pt x="12414" y="1504"/>
                  </a:lnTo>
                  <a:lnTo>
                    <a:pt x="12174" y="1525"/>
                  </a:lnTo>
                  <a:lnTo>
                    <a:pt x="11933" y="1545"/>
                  </a:lnTo>
                  <a:lnTo>
                    <a:pt x="11672" y="1565"/>
                  </a:lnTo>
                  <a:lnTo>
                    <a:pt x="11432" y="1625"/>
                  </a:lnTo>
                  <a:lnTo>
                    <a:pt x="11151" y="1685"/>
                  </a:lnTo>
                  <a:lnTo>
                    <a:pt x="10870" y="1765"/>
                  </a:lnTo>
                  <a:lnTo>
                    <a:pt x="10610" y="1865"/>
                  </a:lnTo>
                  <a:lnTo>
                    <a:pt x="10349" y="1966"/>
                  </a:lnTo>
                  <a:lnTo>
                    <a:pt x="10870" y="1705"/>
                  </a:lnTo>
                  <a:lnTo>
                    <a:pt x="11372" y="1424"/>
                  </a:lnTo>
                  <a:lnTo>
                    <a:pt x="11873" y="1123"/>
                  </a:lnTo>
                  <a:lnTo>
                    <a:pt x="12374" y="823"/>
                  </a:lnTo>
                  <a:lnTo>
                    <a:pt x="12836" y="682"/>
                  </a:lnTo>
                  <a:lnTo>
                    <a:pt x="13297" y="562"/>
                  </a:lnTo>
                  <a:lnTo>
                    <a:pt x="13778" y="462"/>
                  </a:lnTo>
                  <a:lnTo>
                    <a:pt x="14259" y="381"/>
                  </a:lnTo>
                  <a:lnTo>
                    <a:pt x="14761" y="321"/>
                  </a:lnTo>
                  <a:lnTo>
                    <a:pt x="15282" y="301"/>
                  </a:lnTo>
                  <a:lnTo>
                    <a:pt x="15824" y="321"/>
                  </a:lnTo>
                  <a:lnTo>
                    <a:pt x="16365" y="381"/>
                  </a:lnTo>
                  <a:lnTo>
                    <a:pt x="16907" y="462"/>
                  </a:lnTo>
                  <a:lnTo>
                    <a:pt x="17428" y="582"/>
                  </a:lnTo>
                  <a:lnTo>
                    <a:pt x="17950" y="722"/>
                  </a:lnTo>
                  <a:lnTo>
                    <a:pt x="18471" y="903"/>
                  </a:lnTo>
                  <a:lnTo>
                    <a:pt x="18972" y="1103"/>
                  </a:lnTo>
                  <a:lnTo>
                    <a:pt x="19474" y="1344"/>
                  </a:lnTo>
                  <a:lnTo>
                    <a:pt x="19935" y="1585"/>
                  </a:lnTo>
                  <a:lnTo>
                    <a:pt x="20376" y="1825"/>
                  </a:lnTo>
                  <a:lnTo>
                    <a:pt x="20797" y="2106"/>
                  </a:lnTo>
                  <a:lnTo>
                    <a:pt x="21218" y="2407"/>
                  </a:lnTo>
                  <a:lnTo>
                    <a:pt x="21619" y="2708"/>
                  </a:lnTo>
                  <a:lnTo>
                    <a:pt x="22021" y="3049"/>
                  </a:lnTo>
                  <a:lnTo>
                    <a:pt x="22402" y="3390"/>
                  </a:lnTo>
                  <a:lnTo>
                    <a:pt x="22763" y="3731"/>
                  </a:lnTo>
                  <a:lnTo>
                    <a:pt x="23043" y="4132"/>
                  </a:lnTo>
                  <a:lnTo>
                    <a:pt x="23324" y="4533"/>
                  </a:lnTo>
                  <a:lnTo>
                    <a:pt x="23565" y="4974"/>
                  </a:lnTo>
                  <a:lnTo>
                    <a:pt x="23805" y="5415"/>
                  </a:lnTo>
                  <a:lnTo>
                    <a:pt x="24247" y="6298"/>
                  </a:lnTo>
                  <a:lnTo>
                    <a:pt x="24668" y="7160"/>
                  </a:lnTo>
                  <a:lnTo>
                    <a:pt x="24969" y="7802"/>
                  </a:lnTo>
                  <a:lnTo>
                    <a:pt x="25269" y="8443"/>
                  </a:lnTo>
                  <a:lnTo>
                    <a:pt x="25811" y="9727"/>
                  </a:lnTo>
                  <a:lnTo>
                    <a:pt x="26312" y="11050"/>
                  </a:lnTo>
                  <a:lnTo>
                    <a:pt x="26773" y="12374"/>
                  </a:lnTo>
                  <a:lnTo>
                    <a:pt x="27355" y="14199"/>
                  </a:lnTo>
                  <a:lnTo>
                    <a:pt x="27917" y="16064"/>
                  </a:lnTo>
                  <a:lnTo>
                    <a:pt x="28197" y="17007"/>
                  </a:lnTo>
                  <a:lnTo>
                    <a:pt x="28438" y="17949"/>
                  </a:lnTo>
                  <a:lnTo>
                    <a:pt x="28679" y="18892"/>
                  </a:lnTo>
                  <a:lnTo>
                    <a:pt x="28899" y="19834"/>
                  </a:lnTo>
                  <a:lnTo>
                    <a:pt x="29100" y="19854"/>
                  </a:lnTo>
                  <a:lnTo>
                    <a:pt x="28799" y="18471"/>
                  </a:lnTo>
                  <a:lnTo>
                    <a:pt x="28458" y="17107"/>
                  </a:lnTo>
                  <a:lnTo>
                    <a:pt x="28077" y="15683"/>
                  </a:lnTo>
                  <a:lnTo>
                    <a:pt x="27676" y="14279"/>
                  </a:lnTo>
                  <a:lnTo>
                    <a:pt x="27235" y="12875"/>
                  </a:lnTo>
                  <a:lnTo>
                    <a:pt x="26773" y="11492"/>
                  </a:lnTo>
                  <a:lnTo>
                    <a:pt x="26312" y="10228"/>
                  </a:lnTo>
                  <a:lnTo>
                    <a:pt x="25811" y="8985"/>
                  </a:lnTo>
                  <a:lnTo>
                    <a:pt x="25530" y="8363"/>
                  </a:lnTo>
                  <a:lnTo>
                    <a:pt x="25269" y="7762"/>
                  </a:lnTo>
                  <a:lnTo>
                    <a:pt x="24969" y="7160"/>
                  </a:lnTo>
                  <a:lnTo>
                    <a:pt x="24688" y="6558"/>
                  </a:lnTo>
                  <a:lnTo>
                    <a:pt x="24287" y="5776"/>
                  </a:lnTo>
                  <a:lnTo>
                    <a:pt x="23866" y="4954"/>
                  </a:lnTo>
                  <a:lnTo>
                    <a:pt x="24207" y="5375"/>
                  </a:lnTo>
                  <a:lnTo>
                    <a:pt x="24527" y="5816"/>
                  </a:lnTo>
                  <a:lnTo>
                    <a:pt x="24848" y="6257"/>
                  </a:lnTo>
                  <a:lnTo>
                    <a:pt x="25149" y="6699"/>
                  </a:lnTo>
                  <a:lnTo>
                    <a:pt x="25731" y="7621"/>
                  </a:lnTo>
                  <a:lnTo>
                    <a:pt x="26272" y="8564"/>
                  </a:lnTo>
                  <a:lnTo>
                    <a:pt x="26633" y="9246"/>
                  </a:lnTo>
                  <a:lnTo>
                    <a:pt x="26994" y="9927"/>
                  </a:lnTo>
                  <a:lnTo>
                    <a:pt x="27335" y="10609"/>
                  </a:lnTo>
                  <a:lnTo>
                    <a:pt x="27676" y="11291"/>
                  </a:lnTo>
                  <a:lnTo>
                    <a:pt x="28298" y="12675"/>
                  </a:lnTo>
                  <a:lnTo>
                    <a:pt x="28899" y="14099"/>
                  </a:lnTo>
                  <a:lnTo>
                    <a:pt x="29461" y="15523"/>
                  </a:lnTo>
                  <a:lnTo>
                    <a:pt x="29982" y="16946"/>
                  </a:lnTo>
                  <a:lnTo>
                    <a:pt x="30504" y="18390"/>
                  </a:lnTo>
                  <a:lnTo>
                    <a:pt x="30985" y="19834"/>
                  </a:lnTo>
                  <a:lnTo>
                    <a:pt x="31105" y="19834"/>
                  </a:lnTo>
                  <a:lnTo>
                    <a:pt x="30905" y="19112"/>
                  </a:lnTo>
                  <a:lnTo>
                    <a:pt x="30684" y="18390"/>
                  </a:lnTo>
                  <a:lnTo>
                    <a:pt x="30464" y="17648"/>
                  </a:lnTo>
                  <a:lnTo>
                    <a:pt x="30243" y="16926"/>
                  </a:lnTo>
                  <a:lnTo>
                    <a:pt x="29982" y="16204"/>
                  </a:lnTo>
                  <a:lnTo>
                    <a:pt x="29742" y="15503"/>
                  </a:lnTo>
                  <a:lnTo>
                    <a:pt x="29180" y="14079"/>
                  </a:lnTo>
                  <a:lnTo>
                    <a:pt x="28598" y="12675"/>
                  </a:lnTo>
                  <a:lnTo>
                    <a:pt x="27977" y="11271"/>
                  </a:lnTo>
                  <a:lnTo>
                    <a:pt x="27295" y="9907"/>
                  </a:lnTo>
                  <a:lnTo>
                    <a:pt x="26613" y="8564"/>
                  </a:lnTo>
                  <a:lnTo>
                    <a:pt x="26292" y="7982"/>
                  </a:lnTo>
                  <a:lnTo>
                    <a:pt x="25951" y="7401"/>
                  </a:lnTo>
                  <a:lnTo>
                    <a:pt x="25590" y="6839"/>
                  </a:lnTo>
                  <a:lnTo>
                    <a:pt x="25229" y="6257"/>
                  </a:lnTo>
                  <a:lnTo>
                    <a:pt x="24848" y="5716"/>
                  </a:lnTo>
                  <a:lnTo>
                    <a:pt x="24447" y="5174"/>
                  </a:lnTo>
                  <a:lnTo>
                    <a:pt x="24026" y="4653"/>
                  </a:lnTo>
                  <a:lnTo>
                    <a:pt x="23585" y="4152"/>
                  </a:lnTo>
                  <a:lnTo>
                    <a:pt x="23124" y="3650"/>
                  </a:lnTo>
                  <a:lnTo>
                    <a:pt x="22642" y="3189"/>
                  </a:lnTo>
                  <a:lnTo>
                    <a:pt x="22141" y="2748"/>
                  </a:lnTo>
                  <a:lnTo>
                    <a:pt x="21640" y="2327"/>
                  </a:lnTo>
                  <a:lnTo>
                    <a:pt x="21098" y="1926"/>
                  </a:lnTo>
                  <a:lnTo>
                    <a:pt x="20537" y="1565"/>
                  </a:lnTo>
                  <a:lnTo>
                    <a:pt x="19955" y="1244"/>
                  </a:lnTo>
                  <a:lnTo>
                    <a:pt x="19333" y="943"/>
                  </a:lnTo>
                  <a:lnTo>
                    <a:pt x="18852" y="722"/>
                  </a:lnTo>
                  <a:lnTo>
                    <a:pt x="18371" y="542"/>
                  </a:lnTo>
                  <a:lnTo>
                    <a:pt x="17869" y="381"/>
                  </a:lnTo>
                  <a:lnTo>
                    <a:pt x="17348" y="241"/>
                  </a:lnTo>
                  <a:lnTo>
                    <a:pt x="16847" y="141"/>
                  </a:lnTo>
                  <a:lnTo>
                    <a:pt x="16325" y="61"/>
                  </a:lnTo>
                  <a:lnTo>
                    <a:pt x="15804" y="20"/>
                  </a:lnTo>
                  <a:lnTo>
                    <a:pt x="1528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0" name="Google Shape;7560;p36"/>
            <p:cNvSpPr/>
            <p:nvPr/>
          </p:nvSpPr>
          <p:spPr>
            <a:xfrm>
              <a:off x="8222575" y="3901500"/>
              <a:ext cx="529975" cy="323400"/>
            </a:xfrm>
            <a:custGeom>
              <a:avLst/>
              <a:gdLst/>
              <a:ahLst/>
              <a:cxnLst/>
              <a:rect l="l" t="t" r="r" b="b"/>
              <a:pathLst>
                <a:path w="21199" h="12936" extrusionOk="0">
                  <a:moveTo>
                    <a:pt x="17428" y="2206"/>
                  </a:moveTo>
                  <a:lnTo>
                    <a:pt x="16385" y="2628"/>
                  </a:lnTo>
                  <a:lnTo>
                    <a:pt x="15342" y="3069"/>
                  </a:lnTo>
                  <a:lnTo>
                    <a:pt x="14821" y="3289"/>
                  </a:lnTo>
                  <a:lnTo>
                    <a:pt x="14280" y="3470"/>
                  </a:lnTo>
                  <a:lnTo>
                    <a:pt x="13718" y="3650"/>
                  </a:lnTo>
                  <a:lnTo>
                    <a:pt x="13177" y="3811"/>
                  </a:lnTo>
                  <a:lnTo>
                    <a:pt x="12635" y="3951"/>
                  </a:lnTo>
                  <a:lnTo>
                    <a:pt x="12074" y="4092"/>
                  </a:lnTo>
                  <a:lnTo>
                    <a:pt x="11512" y="4192"/>
                  </a:lnTo>
                  <a:lnTo>
                    <a:pt x="10930" y="4272"/>
                  </a:lnTo>
                  <a:lnTo>
                    <a:pt x="10249" y="4372"/>
                  </a:lnTo>
                  <a:lnTo>
                    <a:pt x="9567" y="4433"/>
                  </a:lnTo>
                  <a:lnTo>
                    <a:pt x="8203" y="4573"/>
                  </a:lnTo>
                  <a:lnTo>
                    <a:pt x="7521" y="4653"/>
                  </a:lnTo>
                  <a:lnTo>
                    <a:pt x="6859" y="4733"/>
                  </a:lnTo>
                  <a:lnTo>
                    <a:pt x="6178" y="4834"/>
                  </a:lnTo>
                  <a:lnTo>
                    <a:pt x="5516" y="4974"/>
                  </a:lnTo>
                  <a:lnTo>
                    <a:pt x="4854" y="5134"/>
                  </a:lnTo>
                  <a:lnTo>
                    <a:pt x="4192" y="5335"/>
                  </a:lnTo>
                  <a:lnTo>
                    <a:pt x="3871" y="5455"/>
                  </a:lnTo>
                  <a:lnTo>
                    <a:pt x="3550" y="5596"/>
                  </a:lnTo>
                  <a:lnTo>
                    <a:pt x="3230" y="5736"/>
                  </a:lnTo>
                  <a:lnTo>
                    <a:pt x="2949" y="5896"/>
                  </a:lnTo>
                  <a:lnTo>
                    <a:pt x="2648" y="6077"/>
                  </a:lnTo>
                  <a:lnTo>
                    <a:pt x="2387" y="6278"/>
                  </a:lnTo>
                  <a:lnTo>
                    <a:pt x="2127" y="6498"/>
                  </a:lnTo>
                  <a:lnTo>
                    <a:pt x="1906" y="6739"/>
                  </a:lnTo>
                  <a:lnTo>
                    <a:pt x="1685" y="6979"/>
                  </a:lnTo>
                  <a:lnTo>
                    <a:pt x="1505" y="7260"/>
                  </a:lnTo>
                  <a:lnTo>
                    <a:pt x="1324" y="7581"/>
                  </a:lnTo>
                  <a:lnTo>
                    <a:pt x="1184" y="7902"/>
                  </a:lnTo>
                  <a:lnTo>
                    <a:pt x="1084" y="8183"/>
                  </a:lnTo>
                  <a:lnTo>
                    <a:pt x="1024" y="8484"/>
                  </a:lnTo>
                  <a:lnTo>
                    <a:pt x="963" y="8764"/>
                  </a:lnTo>
                  <a:lnTo>
                    <a:pt x="943" y="9065"/>
                  </a:lnTo>
                  <a:lnTo>
                    <a:pt x="923" y="9346"/>
                  </a:lnTo>
                  <a:lnTo>
                    <a:pt x="943" y="9647"/>
                  </a:lnTo>
                  <a:lnTo>
                    <a:pt x="983" y="9927"/>
                  </a:lnTo>
                  <a:lnTo>
                    <a:pt x="1024" y="10208"/>
                  </a:lnTo>
                  <a:lnTo>
                    <a:pt x="1044" y="9907"/>
                  </a:lnTo>
                  <a:lnTo>
                    <a:pt x="1084" y="9627"/>
                  </a:lnTo>
                  <a:lnTo>
                    <a:pt x="1164" y="9326"/>
                  </a:lnTo>
                  <a:lnTo>
                    <a:pt x="1264" y="9045"/>
                  </a:lnTo>
                  <a:lnTo>
                    <a:pt x="1384" y="8764"/>
                  </a:lnTo>
                  <a:lnTo>
                    <a:pt x="1545" y="8484"/>
                  </a:lnTo>
                  <a:lnTo>
                    <a:pt x="1725" y="8223"/>
                  </a:lnTo>
                  <a:lnTo>
                    <a:pt x="1926" y="7962"/>
                  </a:lnTo>
                  <a:lnTo>
                    <a:pt x="2147" y="7742"/>
                  </a:lnTo>
                  <a:lnTo>
                    <a:pt x="2367" y="7521"/>
                  </a:lnTo>
                  <a:lnTo>
                    <a:pt x="2628" y="7320"/>
                  </a:lnTo>
                  <a:lnTo>
                    <a:pt x="2889" y="7120"/>
                  </a:lnTo>
                  <a:lnTo>
                    <a:pt x="3149" y="6959"/>
                  </a:lnTo>
                  <a:lnTo>
                    <a:pt x="3430" y="6799"/>
                  </a:lnTo>
                  <a:lnTo>
                    <a:pt x="3711" y="6639"/>
                  </a:lnTo>
                  <a:lnTo>
                    <a:pt x="4012" y="6518"/>
                  </a:lnTo>
                  <a:lnTo>
                    <a:pt x="4613" y="6278"/>
                  </a:lnTo>
                  <a:lnTo>
                    <a:pt x="5235" y="6077"/>
                  </a:lnTo>
                  <a:lnTo>
                    <a:pt x="5857" y="5896"/>
                  </a:lnTo>
                  <a:lnTo>
                    <a:pt x="6478" y="5756"/>
                  </a:lnTo>
                  <a:lnTo>
                    <a:pt x="7260" y="5576"/>
                  </a:lnTo>
                  <a:lnTo>
                    <a:pt x="8063" y="5415"/>
                  </a:lnTo>
                  <a:lnTo>
                    <a:pt x="9647" y="5094"/>
                  </a:lnTo>
                  <a:lnTo>
                    <a:pt x="10449" y="4934"/>
                  </a:lnTo>
                  <a:lnTo>
                    <a:pt x="11231" y="4753"/>
                  </a:lnTo>
                  <a:lnTo>
                    <a:pt x="12013" y="4533"/>
                  </a:lnTo>
                  <a:lnTo>
                    <a:pt x="12795" y="4312"/>
                  </a:lnTo>
                  <a:lnTo>
                    <a:pt x="13838" y="3931"/>
                  </a:lnTo>
                  <a:lnTo>
                    <a:pt x="14881" y="3530"/>
                  </a:lnTo>
                  <a:lnTo>
                    <a:pt x="15884" y="3069"/>
                  </a:lnTo>
                  <a:lnTo>
                    <a:pt x="16887" y="2587"/>
                  </a:lnTo>
                  <a:lnTo>
                    <a:pt x="17428" y="2206"/>
                  </a:lnTo>
                  <a:close/>
                  <a:moveTo>
                    <a:pt x="21198" y="0"/>
                  </a:moveTo>
                  <a:lnTo>
                    <a:pt x="20737" y="41"/>
                  </a:lnTo>
                  <a:lnTo>
                    <a:pt x="20276" y="101"/>
                  </a:lnTo>
                  <a:lnTo>
                    <a:pt x="19815" y="201"/>
                  </a:lnTo>
                  <a:lnTo>
                    <a:pt x="19353" y="301"/>
                  </a:lnTo>
                  <a:lnTo>
                    <a:pt x="18912" y="422"/>
                  </a:lnTo>
                  <a:lnTo>
                    <a:pt x="18451" y="562"/>
                  </a:lnTo>
                  <a:lnTo>
                    <a:pt x="17990" y="722"/>
                  </a:lnTo>
                  <a:lnTo>
                    <a:pt x="17548" y="883"/>
                  </a:lnTo>
                  <a:lnTo>
                    <a:pt x="17107" y="1063"/>
                  </a:lnTo>
                  <a:lnTo>
                    <a:pt x="16666" y="1264"/>
                  </a:lnTo>
                  <a:lnTo>
                    <a:pt x="16245" y="1484"/>
                  </a:lnTo>
                  <a:lnTo>
                    <a:pt x="15804" y="1705"/>
                  </a:lnTo>
                  <a:lnTo>
                    <a:pt x="15383" y="1946"/>
                  </a:lnTo>
                  <a:lnTo>
                    <a:pt x="14961" y="2186"/>
                  </a:lnTo>
                  <a:lnTo>
                    <a:pt x="14159" y="2708"/>
                  </a:lnTo>
                  <a:lnTo>
                    <a:pt x="13638" y="3049"/>
                  </a:lnTo>
                  <a:lnTo>
                    <a:pt x="13417" y="3209"/>
                  </a:lnTo>
                  <a:lnTo>
                    <a:pt x="13177" y="3309"/>
                  </a:lnTo>
                  <a:lnTo>
                    <a:pt x="12896" y="3410"/>
                  </a:lnTo>
                  <a:lnTo>
                    <a:pt x="12575" y="3470"/>
                  </a:lnTo>
                  <a:lnTo>
                    <a:pt x="12194" y="3530"/>
                  </a:lnTo>
                  <a:lnTo>
                    <a:pt x="11793" y="3550"/>
                  </a:lnTo>
                  <a:lnTo>
                    <a:pt x="11372" y="3590"/>
                  </a:lnTo>
                  <a:lnTo>
                    <a:pt x="10389" y="3590"/>
                  </a:lnTo>
                  <a:lnTo>
                    <a:pt x="8624" y="3570"/>
                  </a:lnTo>
                  <a:lnTo>
                    <a:pt x="7722" y="3550"/>
                  </a:lnTo>
                  <a:lnTo>
                    <a:pt x="6799" y="3550"/>
                  </a:lnTo>
                  <a:lnTo>
                    <a:pt x="5716" y="3570"/>
                  </a:lnTo>
                  <a:lnTo>
                    <a:pt x="5215" y="3590"/>
                  </a:lnTo>
                  <a:lnTo>
                    <a:pt x="4693" y="3630"/>
                  </a:lnTo>
                  <a:lnTo>
                    <a:pt x="4212" y="3670"/>
                  </a:lnTo>
                  <a:lnTo>
                    <a:pt x="3751" y="3731"/>
                  </a:lnTo>
                  <a:lnTo>
                    <a:pt x="3310" y="3811"/>
                  </a:lnTo>
                  <a:lnTo>
                    <a:pt x="2889" y="3911"/>
                  </a:lnTo>
                  <a:lnTo>
                    <a:pt x="2628" y="4011"/>
                  </a:lnTo>
                  <a:lnTo>
                    <a:pt x="2367" y="4132"/>
                  </a:lnTo>
                  <a:lnTo>
                    <a:pt x="2106" y="4292"/>
                  </a:lnTo>
                  <a:lnTo>
                    <a:pt x="1846" y="4473"/>
                  </a:lnTo>
                  <a:lnTo>
                    <a:pt x="1585" y="4693"/>
                  </a:lnTo>
                  <a:lnTo>
                    <a:pt x="1344" y="4934"/>
                  </a:lnTo>
                  <a:lnTo>
                    <a:pt x="1124" y="5195"/>
                  </a:lnTo>
                  <a:lnTo>
                    <a:pt x="903" y="5475"/>
                  </a:lnTo>
                  <a:lnTo>
                    <a:pt x="723" y="5776"/>
                  </a:lnTo>
                  <a:lnTo>
                    <a:pt x="542" y="6097"/>
                  </a:lnTo>
                  <a:lnTo>
                    <a:pt x="382" y="6418"/>
                  </a:lnTo>
                  <a:lnTo>
                    <a:pt x="261" y="6779"/>
                  </a:lnTo>
                  <a:lnTo>
                    <a:pt x="141" y="7140"/>
                  </a:lnTo>
                  <a:lnTo>
                    <a:pt x="81" y="7501"/>
                  </a:lnTo>
                  <a:lnTo>
                    <a:pt x="21" y="7882"/>
                  </a:lnTo>
                  <a:lnTo>
                    <a:pt x="1" y="8263"/>
                  </a:lnTo>
                  <a:lnTo>
                    <a:pt x="21" y="8604"/>
                  </a:lnTo>
                  <a:lnTo>
                    <a:pt x="61" y="8925"/>
                  </a:lnTo>
                  <a:lnTo>
                    <a:pt x="121" y="9266"/>
                  </a:lnTo>
                  <a:lnTo>
                    <a:pt x="221" y="9587"/>
                  </a:lnTo>
                  <a:lnTo>
                    <a:pt x="342" y="9907"/>
                  </a:lnTo>
                  <a:lnTo>
                    <a:pt x="482" y="10248"/>
                  </a:lnTo>
                  <a:lnTo>
                    <a:pt x="663" y="10569"/>
                  </a:lnTo>
                  <a:lnTo>
                    <a:pt x="883" y="10890"/>
                  </a:lnTo>
                  <a:lnTo>
                    <a:pt x="1064" y="10990"/>
                  </a:lnTo>
                  <a:lnTo>
                    <a:pt x="1064" y="10990"/>
                  </a:lnTo>
                  <a:lnTo>
                    <a:pt x="943" y="10690"/>
                  </a:lnTo>
                  <a:lnTo>
                    <a:pt x="863" y="10409"/>
                  </a:lnTo>
                  <a:lnTo>
                    <a:pt x="803" y="10108"/>
                  </a:lnTo>
                  <a:lnTo>
                    <a:pt x="763" y="9807"/>
                  </a:lnTo>
                  <a:lnTo>
                    <a:pt x="743" y="9486"/>
                  </a:lnTo>
                  <a:lnTo>
                    <a:pt x="723" y="9185"/>
                  </a:lnTo>
                  <a:lnTo>
                    <a:pt x="743" y="8865"/>
                  </a:lnTo>
                  <a:lnTo>
                    <a:pt x="783" y="8564"/>
                  </a:lnTo>
                  <a:lnTo>
                    <a:pt x="843" y="8243"/>
                  </a:lnTo>
                  <a:lnTo>
                    <a:pt x="943" y="7962"/>
                  </a:lnTo>
                  <a:lnTo>
                    <a:pt x="1044" y="7681"/>
                  </a:lnTo>
                  <a:lnTo>
                    <a:pt x="1164" y="7401"/>
                  </a:lnTo>
                  <a:lnTo>
                    <a:pt x="1284" y="7160"/>
                  </a:lnTo>
                  <a:lnTo>
                    <a:pt x="1445" y="6919"/>
                  </a:lnTo>
                  <a:lnTo>
                    <a:pt x="1625" y="6699"/>
                  </a:lnTo>
                  <a:lnTo>
                    <a:pt x="1806" y="6478"/>
                  </a:lnTo>
                  <a:lnTo>
                    <a:pt x="2006" y="6278"/>
                  </a:lnTo>
                  <a:lnTo>
                    <a:pt x="2227" y="6077"/>
                  </a:lnTo>
                  <a:lnTo>
                    <a:pt x="2447" y="5896"/>
                  </a:lnTo>
                  <a:lnTo>
                    <a:pt x="2688" y="5736"/>
                  </a:lnTo>
                  <a:lnTo>
                    <a:pt x="2929" y="5576"/>
                  </a:lnTo>
                  <a:lnTo>
                    <a:pt x="3209" y="5435"/>
                  </a:lnTo>
                  <a:lnTo>
                    <a:pt x="3470" y="5315"/>
                  </a:lnTo>
                  <a:lnTo>
                    <a:pt x="3751" y="5175"/>
                  </a:lnTo>
                  <a:lnTo>
                    <a:pt x="4072" y="5054"/>
                  </a:lnTo>
                  <a:lnTo>
                    <a:pt x="4393" y="4954"/>
                  </a:lnTo>
                  <a:lnTo>
                    <a:pt x="5034" y="4753"/>
                  </a:lnTo>
                  <a:lnTo>
                    <a:pt x="5696" y="4593"/>
                  </a:lnTo>
                  <a:lnTo>
                    <a:pt x="6358" y="4473"/>
                  </a:lnTo>
                  <a:lnTo>
                    <a:pt x="7020" y="4372"/>
                  </a:lnTo>
                  <a:lnTo>
                    <a:pt x="7702" y="4292"/>
                  </a:lnTo>
                  <a:lnTo>
                    <a:pt x="9045" y="4152"/>
                  </a:lnTo>
                  <a:lnTo>
                    <a:pt x="9827" y="4072"/>
                  </a:lnTo>
                  <a:lnTo>
                    <a:pt x="10610" y="3971"/>
                  </a:lnTo>
                  <a:lnTo>
                    <a:pt x="11372" y="3851"/>
                  </a:lnTo>
                  <a:lnTo>
                    <a:pt x="12134" y="3711"/>
                  </a:lnTo>
                  <a:lnTo>
                    <a:pt x="12876" y="3550"/>
                  </a:lnTo>
                  <a:lnTo>
                    <a:pt x="13638" y="3350"/>
                  </a:lnTo>
                  <a:lnTo>
                    <a:pt x="14380" y="3109"/>
                  </a:lnTo>
                  <a:lnTo>
                    <a:pt x="15122" y="2828"/>
                  </a:lnTo>
                  <a:lnTo>
                    <a:pt x="16766" y="2146"/>
                  </a:lnTo>
                  <a:lnTo>
                    <a:pt x="17589" y="1825"/>
                  </a:lnTo>
                  <a:lnTo>
                    <a:pt x="18010" y="1685"/>
                  </a:lnTo>
                  <a:lnTo>
                    <a:pt x="18431" y="1545"/>
                  </a:lnTo>
                  <a:lnTo>
                    <a:pt x="18992" y="1164"/>
                  </a:lnTo>
                  <a:lnTo>
                    <a:pt x="19574" y="823"/>
                  </a:lnTo>
                  <a:lnTo>
                    <a:pt x="20176" y="482"/>
                  </a:lnTo>
                  <a:lnTo>
                    <a:pt x="20777" y="181"/>
                  </a:lnTo>
                  <a:lnTo>
                    <a:pt x="21198" y="0"/>
                  </a:lnTo>
                  <a:close/>
                  <a:moveTo>
                    <a:pt x="1164" y="11231"/>
                  </a:moveTo>
                  <a:lnTo>
                    <a:pt x="1184" y="11251"/>
                  </a:lnTo>
                  <a:lnTo>
                    <a:pt x="1184" y="11231"/>
                  </a:lnTo>
                  <a:close/>
                  <a:moveTo>
                    <a:pt x="15643" y="3350"/>
                  </a:moveTo>
                  <a:lnTo>
                    <a:pt x="14901" y="3690"/>
                  </a:lnTo>
                  <a:lnTo>
                    <a:pt x="14139" y="3991"/>
                  </a:lnTo>
                  <a:lnTo>
                    <a:pt x="13377" y="4292"/>
                  </a:lnTo>
                  <a:lnTo>
                    <a:pt x="12615" y="4553"/>
                  </a:lnTo>
                  <a:lnTo>
                    <a:pt x="11833" y="4814"/>
                  </a:lnTo>
                  <a:lnTo>
                    <a:pt x="11031" y="5034"/>
                  </a:lnTo>
                  <a:lnTo>
                    <a:pt x="10249" y="5235"/>
                  </a:lnTo>
                  <a:lnTo>
                    <a:pt x="9426" y="5415"/>
                  </a:lnTo>
                  <a:lnTo>
                    <a:pt x="8043" y="5676"/>
                  </a:lnTo>
                  <a:lnTo>
                    <a:pt x="7341" y="5816"/>
                  </a:lnTo>
                  <a:lnTo>
                    <a:pt x="6659" y="5957"/>
                  </a:lnTo>
                  <a:lnTo>
                    <a:pt x="5957" y="6117"/>
                  </a:lnTo>
                  <a:lnTo>
                    <a:pt x="5275" y="6298"/>
                  </a:lnTo>
                  <a:lnTo>
                    <a:pt x="4613" y="6538"/>
                  </a:lnTo>
                  <a:lnTo>
                    <a:pt x="4292" y="6659"/>
                  </a:lnTo>
                  <a:lnTo>
                    <a:pt x="3972" y="6799"/>
                  </a:lnTo>
                  <a:lnTo>
                    <a:pt x="3671" y="6959"/>
                  </a:lnTo>
                  <a:lnTo>
                    <a:pt x="3370" y="7120"/>
                  </a:lnTo>
                  <a:lnTo>
                    <a:pt x="3089" y="7300"/>
                  </a:lnTo>
                  <a:lnTo>
                    <a:pt x="2828" y="7501"/>
                  </a:lnTo>
                  <a:lnTo>
                    <a:pt x="2568" y="7721"/>
                  </a:lnTo>
                  <a:lnTo>
                    <a:pt x="2307" y="7942"/>
                  </a:lnTo>
                  <a:lnTo>
                    <a:pt x="2086" y="8203"/>
                  </a:lnTo>
                  <a:lnTo>
                    <a:pt x="1886" y="8463"/>
                  </a:lnTo>
                  <a:lnTo>
                    <a:pt x="1685" y="8724"/>
                  </a:lnTo>
                  <a:lnTo>
                    <a:pt x="1525" y="9005"/>
                  </a:lnTo>
                  <a:lnTo>
                    <a:pt x="1405" y="9306"/>
                  </a:lnTo>
                  <a:lnTo>
                    <a:pt x="1304" y="9607"/>
                  </a:lnTo>
                  <a:lnTo>
                    <a:pt x="1224" y="9927"/>
                  </a:lnTo>
                  <a:lnTo>
                    <a:pt x="1184" y="10248"/>
                  </a:lnTo>
                  <a:lnTo>
                    <a:pt x="1184" y="10569"/>
                  </a:lnTo>
                  <a:lnTo>
                    <a:pt x="1224" y="10910"/>
                  </a:lnTo>
                  <a:lnTo>
                    <a:pt x="1324" y="11131"/>
                  </a:lnTo>
                  <a:lnTo>
                    <a:pt x="1705" y="11291"/>
                  </a:lnTo>
                  <a:lnTo>
                    <a:pt x="2086" y="11432"/>
                  </a:lnTo>
                  <a:lnTo>
                    <a:pt x="2487" y="11552"/>
                  </a:lnTo>
                  <a:lnTo>
                    <a:pt x="2889" y="11652"/>
                  </a:lnTo>
                  <a:lnTo>
                    <a:pt x="3290" y="11732"/>
                  </a:lnTo>
                  <a:lnTo>
                    <a:pt x="3691" y="11793"/>
                  </a:lnTo>
                  <a:lnTo>
                    <a:pt x="4112" y="11833"/>
                  </a:lnTo>
                  <a:lnTo>
                    <a:pt x="4834" y="11833"/>
                  </a:lnTo>
                  <a:lnTo>
                    <a:pt x="5135" y="11813"/>
                  </a:lnTo>
                  <a:lnTo>
                    <a:pt x="5435" y="11772"/>
                  </a:lnTo>
                  <a:lnTo>
                    <a:pt x="5736" y="11732"/>
                  </a:lnTo>
                  <a:lnTo>
                    <a:pt x="5897" y="11712"/>
                  </a:lnTo>
                  <a:lnTo>
                    <a:pt x="5716" y="11592"/>
                  </a:lnTo>
                  <a:lnTo>
                    <a:pt x="5556" y="11472"/>
                  </a:lnTo>
                  <a:lnTo>
                    <a:pt x="5395" y="11331"/>
                  </a:lnTo>
                  <a:lnTo>
                    <a:pt x="5255" y="11191"/>
                  </a:lnTo>
                  <a:lnTo>
                    <a:pt x="5115" y="11030"/>
                  </a:lnTo>
                  <a:lnTo>
                    <a:pt x="4974" y="10870"/>
                  </a:lnTo>
                  <a:lnTo>
                    <a:pt x="4834" y="10690"/>
                  </a:lnTo>
                  <a:lnTo>
                    <a:pt x="4714" y="10509"/>
                  </a:lnTo>
                  <a:lnTo>
                    <a:pt x="4533" y="10148"/>
                  </a:lnTo>
                  <a:lnTo>
                    <a:pt x="4413" y="9807"/>
                  </a:lnTo>
                  <a:lnTo>
                    <a:pt x="4312" y="9466"/>
                  </a:lnTo>
                  <a:lnTo>
                    <a:pt x="4252" y="9125"/>
                  </a:lnTo>
                  <a:lnTo>
                    <a:pt x="4232" y="8804"/>
                  </a:lnTo>
                  <a:lnTo>
                    <a:pt x="4252" y="8484"/>
                  </a:lnTo>
                  <a:lnTo>
                    <a:pt x="4312" y="8163"/>
                  </a:lnTo>
                  <a:lnTo>
                    <a:pt x="4413" y="7862"/>
                  </a:lnTo>
                  <a:lnTo>
                    <a:pt x="4553" y="7561"/>
                  </a:lnTo>
                  <a:lnTo>
                    <a:pt x="4714" y="7300"/>
                  </a:lnTo>
                  <a:lnTo>
                    <a:pt x="4914" y="7040"/>
                  </a:lnTo>
                  <a:lnTo>
                    <a:pt x="5155" y="6799"/>
                  </a:lnTo>
                  <a:lnTo>
                    <a:pt x="5415" y="6598"/>
                  </a:lnTo>
                  <a:lnTo>
                    <a:pt x="5716" y="6398"/>
                  </a:lnTo>
                  <a:lnTo>
                    <a:pt x="6057" y="6237"/>
                  </a:lnTo>
                  <a:lnTo>
                    <a:pt x="6418" y="6117"/>
                  </a:lnTo>
                  <a:lnTo>
                    <a:pt x="6960" y="5957"/>
                  </a:lnTo>
                  <a:lnTo>
                    <a:pt x="7501" y="5836"/>
                  </a:lnTo>
                  <a:lnTo>
                    <a:pt x="8063" y="5756"/>
                  </a:lnTo>
                  <a:lnTo>
                    <a:pt x="8624" y="5696"/>
                  </a:lnTo>
                  <a:lnTo>
                    <a:pt x="9747" y="5576"/>
                  </a:lnTo>
                  <a:lnTo>
                    <a:pt x="10309" y="5515"/>
                  </a:lnTo>
                  <a:lnTo>
                    <a:pt x="10850" y="5435"/>
                  </a:lnTo>
                  <a:lnTo>
                    <a:pt x="11332" y="5335"/>
                  </a:lnTo>
                  <a:lnTo>
                    <a:pt x="11793" y="5215"/>
                  </a:lnTo>
                  <a:lnTo>
                    <a:pt x="12254" y="5094"/>
                  </a:lnTo>
                  <a:lnTo>
                    <a:pt x="12695" y="4934"/>
                  </a:lnTo>
                  <a:lnTo>
                    <a:pt x="13156" y="4773"/>
                  </a:lnTo>
                  <a:lnTo>
                    <a:pt x="13578" y="4573"/>
                  </a:lnTo>
                  <a:lnTo>
                    <a:pt x="14019" y="4372"/>
                  </a:lnTo>
                  <a:lnTo>
                    <a:pt x="14440" y="4152"/>
                  </a:lnTo>
                  <a:lnTo>
                    <a:pt x="14580" y="4072"/>
                  </a:lnTo>
                  <a:lnTo>
                    <a:pt x="14841" y="3871"/>
                  </a:lnTo>
                  <a:lnTo>
                    <a:pt x="15102" y="3690"/>
                  </a:lnTo>
                  <a:lnTo>
                    <a:pt x="15362" y="3510"/>
                  </a:lnTo>
                  <a:lnTo>
                    <a:pt x="15643" y="3350"/>
                  </a:lnTo>
                  <a:close/>
                  <a:moveTo>
                    <a:pt x="1445" y="11371"/>
                  </a:moveTo>
                  <a:lnTo>
                    <a:pt x="1625" y="11652"/>
                  </a:lnTo>
                  <a:lnTo>
                    <a:pt x="1986" y="11933"/>
                  </a:lnTo>
                  <a:lnTo>
                    <a:pt x="2387" y="12174"/>
                  </a:lnTo>
                  <a:lnTo>
                    <a:pt x="2828" y="12394"/>
                  </a:lnTo>
                  <a:lnTo>
                    <a:pt x="3310" y="12575"/>
                  </a:lnTo>
                  <a:lnTo>
                    <a:pt x="3811" y="12735"/>
                  </a:lnTo>
                  <a:lnTo>
                    <a:pt x="4332" y="12835"/>
                  </a:lnTo>
                  <a:lnTo>
                    <a:pt x="4894" y="12896"/>
                  </a:lnTo>
                  <a:lnTo>
                    <a:pt x="5456" y="12936"/>
                  </a:lnTo>
                  <a:lnTo>
                    <a:pt x="5857" y="12916"/>
                  </a:lnTo>
                  <a:lnTo>
                    <a:pt x="6258" y="12875"/>
                  </a:lnTo>
                  <a:lnTo>
                    <a:pt x="6679" y="12815"/>
                  </a:lnTo>
                  <a:lnTo>
                    <a:pt x="7100" y="12735"/>
                  </a:lnTo>
                  <a:lnTo>
                    <a:pt x="7521" y="12615"/>
                  </a:lnTo>
                  <a:lnTo>
                    <a:pt x="7942" y="12474"/>
                  </a:lnTo>
                  <a:lnTo>
                    <a:pt x="8363" y="12314"/>
                  </a:lnTo>
                  <a:lnTo>
                    <a:pt x="8785" y="12113"/>
                  </a:lnTo>
                  <a:lnTo>
                    <a:pt x="8785" y="12113"/>
                  </a:lnTo>
                  <a:lnTo>
                    <a:pt x="8544" y="12174"/>
                  </a:lnTo>
                  <a:lnTo>
                    <a:pt x="8303" y="12194"/>
                  </a:lnTo>
                  <a:lnTo>
                    <a:pt x="8063" y="12234"/>
                  </a:lnTo>
                  <a:lnTo>
                    <a:pt x="7802" y="12234"/>
                  </a:lnTo>
                  <a:lnTo>
                    <a:pt x="7441" y="12214"/>
                  </a:lnTo>
                  <a:lnTo>
                    <a:pt x="7060" y="12154"/>
                  </a:lnTo>
                  <a:lnTo>
                    <a:pt x="6699" y="12073"/>
                  </a:lnTo>
                  <a:lnTo>
                    <a:pt x="6358" y="11933"/>
                  </a:lnTo>
                  <a:lnTo>
                    <a:pt x="5917" y="12033"/>
                  </a:lnTo>
                  <a:lnTo>
                    <a:pt x="5496" y="12093"/>
                  </a:lnTo>
                  <a:lnTo>
                    <a:pt x="5075" y="12133"/>
                  </a:lnTo>
                  <a:lnTo>
                    <a:pt x="4653" y="12154"/>
                  </a:lnTo>
                  <a:lnTo>
                    <a:pt x="4232" y="12133"/>
                  </a:lnTo>
                  <a:lnTo>
                    <a:pt x="3831" y="12093"/>
                  </a:lnTo>
                  <a:lnTo>
                    <a:pt x="3410" y="12033"/>
                  </a:lnTo>
                  <a:lnTo>
                    <a:pt x="3009" y="11953"/>
                  </a:lnTo>
                  <a:lnTo>
                    <a:pt x="2608" y="11853"/>
                  </a:lnTo>
                  <a:lnTo>
                    <a:pt x="2227" y="11712"/>
                  </a:lnTo>
                  <a:lnTo>
                    <a:pt x="1826" y="11552"/>
                  </a:lnTo>
                  <a:lnTo>
                    <a:pt x="1445" y="1137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1" name="Google Shape;7561;p36"/>
            <p:cNvSpPr/>
            <p:nvPr/>
          </p:nvSpPr>
          <p:spPr>
            <a:xfrm>
              <a:off x="8258675" y="4185775"/>
              <a:ext cx="183525" cy="39125"/>
            </a:xfrm>
            <a:custGeom>
              <a:avLst/>
              <a:gdLst/>
              <a:ahLst/>
              <a:cxnLst/>
              <a:rect l="l" t="t" r="r" b="b"/>
              <a:pathLst>
                <a:path w="7341" h="1565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181" y="281"/>
                  </a:lnTo>
                  <a:lnTo>
                    <a:pt x="181" y="281"/>
                  </a:lnTo>
                  <a:lnTo>
                    <a:pt x="181" y="281"/>
                  </a:lnTo>
                  <a:lnTo>
                    <a:pt x="542" y="562"/>
                  </a:lnTo>
                  <a:lnTo>
                    <a:pt x="943" y="803"/>
                  </a:lnTo>
                  <a:lnTo>
                    <a:pt x="1384" y="1023"/>
                  </a:lnTo>
                  <a:lnTo>
                    <a:pt x="1866" y="1204"/>
                  </a:lnTo>
                  <a:lnTo>
                    <a:pt x="2367" y="1364"/>
                  </a:lnTo>
                  <a:lnTo>
                    <a:pt x="2888" y="1464"/>
                  </a:lnTo>
                  <a:lnTo>
                    <a:pt x="3450" y="1525"/>
                  </a:lnTo>
                  <a:lnTo>
                    <a:pt x="4012" y="1565"/>
                  </a:lnTo>
                  <a:lnTo>
                    <a:pt x="4012" y="1565"/>
                  </a:lnTo>
                  <a:lnTo>
                    <a:pt x="4413" y="1545"/>
                  </a:lnTo>
                  <a:lnTo>
                    <a:pt x="4814" y="1504"/>
                  </a:lnTo>
                  <a:lnTo>
                    <a:pt x="5235" y="1444"/>
                  </a:lnTo>
                  <a:lnTo>
                    <a:pt x="5656" y="1364"/>
                  </a:lnTo>
                  <a:lnTo>
                    <a:pt x="6077" y="1244"/>
                  </a:lnTo>
                  <a:lnTo>
                    <a:pt x="6498" y="1103"/>
                  </a:lnTo>
                  <a:lnTo>
                    <a:pt x="6919" y="943"/>
                  </a:lnTo>
                  <a:lnTo>
                    <a:pt x="7341" y="742"/>
                  </a:lnTo>
                  <a:lnTo>
                    <a:pt x="7341" y="742"/>
                  </a:lnTo>
                  <a:lnTo>
                    <a:pt x="7100" y="803"/>
                  </a:lnTo>
                  <a:lnTo>
                    <a:pt x="6859" y="823"/>
                  </a:lnTo>
                  <a:lnTo>
                    <a:pt x="6619" y="863"/>
                  </a:lnTo>
                  <a:lnTo>
                    <a:pt x="6358" y="863"/>
                  </a:lnTo>
                  <a:lnTo>
                    <a:pt x="6358" y="863"/>
                  </a:lnTo>
                  <a:lnTo>
                    <a:pt x="5997" y="843"/>
                  </a:lnTo>
                  <a:lnTo>
                    <a:pt x="5616" y="783"/>
                  </a:lnTo>
                  <a:lnTo>
                    <a:pt x="5255" y="702"/>
                  </a:lnTo>
                  <a:lnTo>
                    <a:pt x="4914" y="562"/>
                  </a:lnTo>
                  <a:lnTo>
                    <a:pt x="4914" y="562"/>
                  </a:lnTo>
                  <a:lnTo>
                    <a:pt x="4473" y="662"/>
                  </a:lnTo>
                  <a:lnTo>
                    <a:pt x="4052" y="722"/>
                  </a:lnTo>
                  <a:lnTo>
                    <a:pt x="3631" y="762"/>
                  </a:lnTo>
                  <a:lnTo>
                    <a:pt x="3209" y="783"/>
                  </a:lnTo>
                  <a:lnTo>
                    <a:pt x="3209" y="783"/>
                  </a:lnTo>
                  <a:lnTo>
                    <a:pt x="2788" y="762"/>
                  </a:lnTo>
                  <a:lnTo>
                    <a:pt x="2387" y="722"/>
                  </a:lnTo>
                  <a:lnTo>
                    <a:pt x="1966" y="662"/>
                  </a:lnTo>
                  <a:lnTo>
                    <a:pt x="1565" y="582"/>
                  </a:lnTo>
                  <a:lnTo>
                    <a:pt x="1164" y="482"/>
                  </a:lnTo>
                  <a:lnTo>
                    <a:pt x="783" y="341"/>
                  </a:lnTo>
                  <a:lnTo>
                    <a:pt x="382" y="181"/>
                  </a:lnTo>
                  <a:lnTo>
                    <a:pt x="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2" name="Google Shape;7562;p36"/>
            <p:cNvSpPr/>
            <p:nvPr/>
          </p:nvSpPr>
          <p:spPr>
            <a:xfrm>
              <a:off x="8251650" y="4182250"/>
              <a:ext cx="525" cy="550"/>
            </a:xfrm>
            <a:custGeom>
              <a:avLst/>
              <a:gdLst/>
              <a:ahLst/>
              <a:cxnLst/>
              <a:rect l="l" t="t" r="r" b="b"/>
              <a:pathLst>
                <a:path w="21" h="22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21" y="21"/>
                  </a:lnTo>
                  <a:lnTo>
                    <a:pt x="21" y="21"/>
                  </a:lnTo>
                  <a:lnTo>
                    <a:pt x="21" y="1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3" name="Google Shape;7563;p36"/>
            <p:cNvSpPr/>
            <p:nvPr/>
          </p:nvSpPr>
          <p:spPr>
            <a:xfrm>
              <a:off x="8252150" y="3985225"/>
              <a:ext cx="361525" cy="212100"/>
            </a:xfrm>
            <a:custGeom>
              <a:avLst/>
              <a:gdLst/>
              <a:ahLst/>
              <a:cxnLst/>
              <a:rect l="l" t="t" r="r" b="b"/>
              <a:pathLst>
                <a:path w="14461" h="8484" fill="none" extrusionOk="0">
                  <a:moveTo>
                    <a:pt x="14460" y="1"/>
                  </a:moveTo>
                  <a:lnTo>
                    <a:pt x="14460" y="1"/>
                  </a:lnTo>
                  <a:lnTo>
                    <a:pt x="13718" y="341"/>
                  </a:lnTo>
                  <a:lnTo>
                    <a:pt x="12956" y="642"/>
                  </a:lnTo>
                  <a:lnTo>
                    <a:pt x="12194" y="943"/>
                  </a:lnTo>
                  <a:lnTo>
                    <a:pt x="11432" y="1204"/>
                  </a:lnTo>
                  <a:lnTo>
                    <a:pt x="10650" y="1465"/>
                  </a:lnTo>
                  <a:lnTo>
                    <a:pt x="9848" y="1685"/>
                  </a:lnTo>
                  <a:lnTo>
                    <a:pt x="9066" y="1886"/>
                  </a:lnTo>
                  <a:lnTo>
                    <a:pt x="8243" y="2066"/>
                  </a:lnTo>
                  <a:lnTo>
                    <a:pt x="8243" y="2066"/>
                  </a:lnTo>
                  <a:lnTo>
                    <a:pt x="6860" y="2327"/>
                  </a:lnTo>
                  <a:lnTo>
                    <a:pt x="6158" y="2467"/>
                  </a:lnTo>
                  <a:lnTo>
                    <a:pt x="5476" y="2608"/>
                  </a:lnTo>
                  <a:lnTo>
                    <a:pt x="4774" y="2768"/>
                  </a:lnTo>
                  <a:lnTo>
                    <a:pt x="4092" y="2949"/>
                  </a:lnTo>
                  <a:lnTo>
                    <a:pt x="3430" y="3189"/>
                  </a:lnTo>
                  <a:lnTo>
                    <a:pt x="3109" y="3310"/>
                  </a:lnTo>
                  <a:lnTo>
                    <a:pt x="2789" y="3450"/>
                  </a:lnTo>
                  <a:lnTo>
                    <a:pt x="2789" y="3450"/>
                  </a:lnTo>
                  <a:lnTo>
                    <a:pt x="2488" y="3610"/>
                  </a:lnTo>
                  <a:lnTo>
                    <a:pt x="2187" y="3771"/>
                  </a:lnTo>
                  <a:lnTo>
                    <a:pt x="1906" y="3951"/>
                  </a:lnTo>
                  <a:lnTo>
                    <a:pt x="1645" y="4152"/>
                  </a:lnTo>
                  <a:lnTo>
                    <a:pt x="1385" y="4372"/>
                  </a:lnTo>
                  <a:lnTo>
                    <a:pt x="1124" y="4593"/>
                  </a:lnTo>
                  <a:lnTo>
                    <a:pt x="903" y="4854"/>
                  </a:lnTo>
                  <a:lnTo>
                    <a:pt x="703" y="5114"/>
                  </a:lnTo>
                  <a:lnTo>
                    <a:pt x="502" y="5375"/>
                  </a:lnTo>
                  <a:lnTo>
                    <a:pt x="342" y="5656"/>
                  </a:lnTo>
                  <a:lnTo>
                    <a:pt x="222" y="5957"/>
                  </a:lnTo>
                  <a:lnTo>
                    <a:pt x="121" y="6258"/>
                  </a:lnTo>
                  <a:lnTo>
                    <a:pt x="41" y="6578"/>
                  </a:lnTo>
                  <a:lnTo>
                    <a:pt x="1" y="6899"/>
                  </a:lnTo>
                  <a:lnTo>
                    <a:pt x="1" y="7220"/>
                  </a:lnTo>
                  <a:lnTo>
                    <a:pt x="41" y="7561"/>
                  </a:lnTo>
                  <a:lnTo>
                    <a:pt x="41" y="7561"/>
                  </a:lnTo>
                  <a:lnTo>
                    <a:pt x="141" y="7782"/>
                  </a:lnTo>
                  <a:lnTo>
                    <a:pt x="141" y="7782"/>
                  </a:lnTo>
                  <a:lnTo>
                    <a:pt x="522" y="7942"/>
                  </a:lnTo>
                  <a:lnTo>
                    <a:pt x="903" y="8083"/>
                  </a:lnTo>
                  <a:lnTo>
                    <a:pt x="1304" y="8203"/>
                  </a:lnTo>
                  <a:lnTo>
                    <a:pt x="1706" y="8303"/>
                  </a:lnTo>
                  <a:lnTo>
                    <a:pt x="2107" y="8383"/>
                  </a:lnTo>
                  <a:lnTo>
                    <a:pt x="2508" y="8444"/>
                  </a:lnTo>
                  <a:lnTo>
                    <a:pt x="2929" y="8484"/>
                  </a:lnTo>
                  <a:lnTo>
                    <a:pt x="3330" y="8484"/>
                  </a:lnTo>
                  <a:lnTo>
                    <a:pt x="3330" y="8484"/>
                  </a:lnTo>
                  <a:lnTo>
                    <a:pt x="3651" y="8484"/>
                  </a:lnTo>
                  <a:lnTo>
                    <a:pt x="3952" y="8464"/>
                  </a:lnTo>
                  <a:lnTo>
                    <a:pt x="4252" y="8423"/>
                  </a:lnTo>
                  <a:lnTo>
                    <a:pt x="4553" y="8383"/>
                  </a:lnTo>
                  <a:lnTo>
                    <a:pt x="4553" y="8383"/>
                  </a:lnTo>
                  <a:lnTo>
                    <a:pt x="4714" y="8363"/>
                  </a:lnTo>
                  <a:lnTo>
                    <a:pt x="4714" y="8363"/>
                  </a:lnTo>
                  <a:lnTo>
                    <a:pt x="4533" y="8243"/>
                  </a:lnTo>
                  <a:lnTo>
                    <a:pt x="4373" y="8123"/>
                  </a:lnTo>
                  <a:lnTo>
                    <a:pt x="4212" y="7982"/>
                  </a:lnTo>
                  <a:lnTo>
                    <a:pt x="4072" y="7842"/>
                  </a:lnTo>
                  <a:lnTo>
                    <a:pt x="3932" y="7681"/>
                  </a:lnTo>
                  <a:lnTo>
                    <a:pt x="3791" y="7521"/>
                  </a:lnTo>
                  <a:lnTo>
                    <a:pt x="3651" y="7341"/>
                  </a:lnTo>
                  <a:lnTo>
                    <a:pt x="3531" y="7160"/>
                  </a:lnTo>
                  <a:lnTo>
                    <a:pt x="3531" y="7160"/>
                  </a:lnTo>
                  <a:lnTo>
                    <a:pt x="3350" y="6799"/>
                  </a:lnTo>
                  <a:lnTo>
                    <a:pt x="3230" y="6458"/>
                  </a:lnTo>
                  <a:lnTo>
                    <a:pt x="3129" y="6117"/>
                  </a:lnTo>
                  <a:lnTo>
                    <a:pt x="3069" y="5776"/>
                  </a:lnTo>
                  <a:lnTo>
                    <a:pt x="3049" y="5455"/>
                  </a:lnTo>
                  <a:lnTo>
                    <a:pt x="3069" y="5135"/>
                  </a:lnTo>
                  <a:lnTo>
                    <a:pt x="3129" y="4814"/>
                  </a:lnTo>
                  <a:lnTo>
                    <a:pt x="3230" y="4513"/>
                  </a:lnTo>
                  <a:lnTo>
                    <a:pt x="3370" y="4212"/>
                  </a:lnTo>
                  <a:lnTo>
                    <a:pt x="3531" y="3951"/>
                  </a:lnTo>
                  <a:lnTo>
                    <a:pt x="3731" y="3691"/>
                  </a:lnTo>
                  <a:lnTo>
                    <a:pt x="3972" y="3450"/>
                  </a:lnTo>
                  <a:lnTo>
                    <a:pt x="4232" y="3249"/>
                  </a:lnTo>
                  <a:lnTo>
                    <a:pt x="4533" y="3049"/>
                  </a:lnTo>
                  <a:lnTo>
                    <a:pt x="4874" y="2888"/>
                  </a:lnTo>
                  <a:lnTo>
                    <a:pt x="5235" y="2768"/>
                  </a:lnTo>
                  <a:lnTo>
                    <a:pt x="5235" y="2768"/>
                  </a:lnTo>
                  <a:lnTo>
                    <a:pt x="5777" y="2608"/>
                  </a:lnTo>
                  <a:lnTo>
                    <a:pt x="6318" y="2487"/>
                  </a:lnTo>
                  <a:lnTo>
                    <a:pt x="6880" y="2407"/>
                  </a:lnTo>
                  <a:lnTo>
                    <a:pt x="7441" y="2347"/>
                  </a:lnTo>
                  <a:lnTo>
                    <a:pt x="8564" y="2227"/>
                  </a:lnTo>
                  <a:lnTo>
                    <a:pt x="9126" y="2166"/>
                  </a:lnTo>
                  <a:lnTo>
                    <a:pt x="9667" y="2086"/>
                  </a:lnTo>
                  <a:lnTo>
                    <a:pt x="9667" y="2086"/>
                  </a:lnTo>
                  <a:lnTo>
                    <a:pt x="10149" y="1986"/>
                  </a:lnTo>
                  <a:lnTo>
                    <a:pt x="10610" y="1866"/>
                  </a:lnTo>
                  <a:lnTo>
                    <a:pt x="11071" y="1745"/>
                  </a:lnTo>
                  <a:lnTo>
                    <a:pt x="11512" y="1585"/>
                  </a:lnTo>
                  <a:lnTo>
                    <a:pt x="11973" y="1424"/>
                  </a:lnTo>
                  <a:lnTo>
                    <a:pt x="12395" y="1224"/>
                  </a:lnTo>
                  <a:lnTo>
                    <a:pt x="12836" y="1023"/>
                  </a:lnTo>
                  <a:lnTo>
                    <a:pt x="13257" y="803"/>
                  </a:lnTo>
                  <a:lnTo>
                    <a:pt x="13257" y="803"/>
                  </a:lnTo>
                  <a:lnTo>
                    <a:pt x="13397" y="723"/>
                  </a:lnTo>
                  <a:lnTo>
                    <a:pt x="13397" y="723"/>
                  </a:lnTo>
                  <a:lnTo>
                    <a:pt x="13658" y="522"/>
                  </a:lnTo>
                  <a:lnTo>
                    <a:pt x="13919" y="341"/>
                  </a:lnTo>
                  <a:lnTo>
                    <a:pt x="14179" y="161"/>
                  </a:lnTo>
                  <a:lnTo>
                    <a:pt x="1446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4" name="Google Shape;7564;p36"/>
            <p:cNvSpPr/>
            <p:nvPr/>
          </p:nvSpPr>
          <p:spPr>
            <a:xfrm>
              <a:off x="8245650" y="3956650"/>
              <a:ext cx="412650" cy="200075"/>
            </a:xfrm>
            <a:custGeom>
              <a:avLst/>
              <a:gdLst/>
              <a:ahLst/>
              <a:cxnLst/>
              <a:rect l="l" t="t" r="r" b="b"/>
              <a:pathLst>
                <a:path w="16506" h="8003" fill="none" extrusionOk="0">
                  <a:moveTo>
                    <a:pt x="16505" y="0"/>
                  </a:moveTo>
                  <a:lnTo>
                    <a:pt x="16505" y="0"/>
                  </a:lnTo>
                  <a:lnTo>
                    <a:pt x="15462" y="422"/>
                  </a:lnTo>
                  <a:lnTo>
                    <a:pt x="14419" y="863"/>
                  </a:lnTo>
                  <a:lnTo>
                    <a:pt x="14419" y="863"/>
                  </a:lnTo>
                  <a:lnTo>
                    <a:pt x="13898" y="1083"/>
                  </a:lnTo>
                  <a:lnTo>
                    <a:pt x="13357" y="1264"/>
                  </a:lnTo>
                  <a:lnTo>
                    <a:pt x="12795" y="1444"/>
                  </a:lnTo>
                  <a:lnTo>
                    <a:pt x="12254" y="1605"/>
                  </a:lnTo>
                  <a:lnTo>
                    <a:pt x="11712" y="1745"/>
                  </a:lnTo>
                  <a:lnTo>
                    <a:pt x="11151" y="1886"/>
                  </a:lnTo>
                  <a:lnTo>
                    <a:pt x="10589" y="1986"/>
                  </a:lnTo>
                  <a:lnTo>
                    <a:pt x="10007" y="2066"/>
                  </a:lnTo>
                  <a:lnTo>
                    <a:pt x="10007" y="2066"/>
                  </a:lnTo>
                  <a:lnTo>
                    <a:pt x="9326" y="2166"/>
                  </a:lnTo>
                  <a:lnTo>
                    <a:pt x="8644" y="2227"/>
                  </a:lnTo>
                  <a:lnTo>
                    <a:pt x="7280" y="2367"/>
                  </a:lnTo>
                  <a:lnTo>
                    <a:pt x="6598" y="2447"/>
                  </a:lnTo>
                  <a:lnTo>
                    <a:pt x="5936" y="2527"/>
                  </a:lnTo>
                  <a:lnTo>
                    <a:pt x="5255" y="2628"/>
                  </a:lnTo>
                  <a:lnTo>
                    <a:pt x="4593" y="2768"/>
                  </a:lnTo>
                  <a:lnTo>
                    <a:pt x="4593" y="2768"/>
                  </a:lnTo>
                  <a:lnTo>
                    <a:pt x="3931" y="2928"/>
                  </a:lnTo>
                  <a:lnTo>
                    <a:pt x="3269" y="3129"/>
                  </a:lnTo>
                  <a:lnTo>
                    <a:pt x="2948" y="3249"/>
                  </a:lnTo>
                  <a:lnTo>
                    <a:pt x="2627" y="3390"/>
                  </a:lnTo>
                  <a:lnTo>
                    <a:pt x="2307" y="3530"/>
                  </a:lnTo>
                  <a:lnTo>
                    <a:pt x="2026" y="3690"/>
                  </a:lnTo>
                  <a:lnTo>
                    <a:pt x="1725" y="3871"/>
                  </a:lnTo>
                  <a:lnTo>
                    <a:pt x="1464" y="4072"/>
                  </a:lnTo>
                  <a:lnTo>
                    <a:pt x="1204" y="4292"/>
                  </a:lnTo>
                  <a:lnTo>
                    <a:pt x="983" y="4533"/>
                  </a:lnTo>
                  <a:lnTo>
                    <a:pt x="762" y="4773"/>
                  </a:lnTo>
                  <a:lnTo>
                    <a:pt x="582" y="5054"/>
                  </a:lnTo>
                  <a:lnTo>
                    <a:pt x="401" y="5375"/>
                  </a:lnTo>
                  <a:lnTo>
                    <a:pt x="261" y="5696"/>
                  </a:lnTo>
                  <a:lnTo>
                    <a:pt x="261" y="5696"/>
                  </a:lnTo>
                  <a:lnTo>
                    <a:pt x="161" y="5977"/>
                  </a:lnTo>
                  <a:lnTo>
                    <a:pt x="101" y="6278"/>
                  </a:lnTo>
                  <a:lnTo>
                    <a:pt x="40" y="6558"/>
                  </a:lnTo>
                  <a:lnTo>
                    <a:pt x="20" y="6859"/>
                  </a:lnTo>
                  <a:lnTo>
                    <a:pt x="0" y="7140"/>
                  </a:lnTo>
                  <a:lnTo>
                    <a:pt x="20" y="7441"/>
                  </a:lnTo>
                  <a:lnTo>
                    <a:pt x="60" y="7721"/>
                  </a:lnTo>
                  <a:lnTo>
                    <a:pt x="101" y="8002"/>
                  </a:lnTo>
                  <a:lnTo>
                    <a:pt x="101" y="8002"/>
                  </a:lnTo>
                  <a:lnTo>
                    <a:pt x="121" y="7701"/>
                  </a:lnTo>
                  <a:lnTo>
                    <a:pt x="161" y="7421"/>
                  </a:lnTo>
                  <a:lnTo>
                    <a:pt x="241" y="7120"/>
                  </a:lnTo>
                  <a:lnTo>
                    <a:pt x="341" y="6839"/>
                  </a:lnTo>
                  <a:lnTo>
                    <a:pt x="461" y="6558"/>
                  </a:lnTo>
                  <a:lnTo>
                    <a:pt x="622" y="6278"/>
                  </a:lnTo>
                  <a:lnTo>
                    <a:pt x="802" y="6017"/>
                  </a:lnTo>
                  <a:lnTo>
                    <a:pt x="1003" y="5756"/>
                  </a:lnTo>
                  <a:lnTo>
                    <a:pt x="1003" y="5756"/>
                  </a:lnTo>
                  <a:lnTo>
                    <a:pt x="1224" y="5536"/>
                  </a:lnTo>
                  <a:lnTo>
                    <a:pt x="1444" y="5315"/>
                  </a:lnTo>
                  <a:lnTo>
                    <a:pt x="1705" y="5114"/>
                  </a:lnTo>
                  <a:lnTo>
                    <a:pt x="1966" y="4914"/>
                  </a:lnTo>
                  <a:lnTo>
                    <a:pt x="2226" y="4753"/>
                  </a:lnTo>
                  <a:lnTo>
                    <a:pt x="2507" y="4593"/>
                  </a:lnTo>
                  <a:lnTo>
                    <a:pt x="2788" y="4433"/>
                  </a:lnTo>
                  <a:lnTo>
                    <a:pt x="3089" y="4312"/>
                  </a:lnTo>
                  <a:lnTo>
                    <a:pt x="3690" y="4072"/>
                  </a:lnTo>
                  <a:lnTo>
                    <a:pt x="4312" y="3871"/>
                  </a:lnTo>
                  <a:lnTo>
                    <a:pt x="4934" y="3690"/>
                  </a:lnTo>
                  <a:lnTo>
                    <a:pt x="5555" y="3550"/>
                  </a:lnTo>
                  <a:lnTo>
                    <a:pt x="5555" y="3550"/>
                  </a:lnTo>
                  <a:lnTo>
                    <a:pt x="6337" y="3370"/>
                  </a:lnTo>
                  <a:lnTo>
                    <a:pt x="7140" y="3209"/>
                  </a:lnTo>
                  <a:lnTo>
                    <a:pt x="8724" y="2888"/>
                  </a:lnTo>
                  <a:lnTo>
                    <a:pt x="9526" y="2728"/>
                  </a:lnTo>
                  <a:lnTo>
                    <a:pt x="10308" y="2547"/>
                  </a:lnTo>
                  <a:lnTo>
                    <a:pt x="11090" y="2327"/>
                  </a:lnTo>
                  <a:lnTo>
                    <a:pt x="11872" y="2106"/>
                  </a:lnTo>
                  <a:lnTo>
                    <a:pt x="11872" y="2106"/>
                  </a:lnTo>
                  <a:lnTo>
                    <a:pt x="12915" y="1725"/>
                  </a:lnTo>
                  <a:lnTo>
                    <a:pt x="13958" y="1324"/>
                  </a:lnTo>
                  <a:lnTo>
                    <a:pt x="14961" y="863"/>
                  </a:lnTo>
                  <a:lnTo>
                    <a:pt x="15964" y="381"/>
                  </a:lnTo>
                  <a:lnTo>
                    <a:pt x="15964" y="381"/>
                  </a:lnTo>
                  <a:lnTo>
                    <a:pt x="1650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5" name="Google Shape;7565;p36"/>
            <p:cNvSpPr/>
            <p:nvPr/>
          </p:nvSpPr>
          <p:spPr>
            <a:xfrm>
              <a:off x="8240625" y="3940100"/>
              <a:ext cx="442725" cy="265250"/>
            </a:xfrm>
            <a:custGeom>
              <a:avLst/>
              <a:gdLst/>
              <a:ahLst/>
              <a:cxnLst/>
              <a:rect l="l" t="t" r="r" b="b"/>
              <a:pathLst>
                <a:path w="17709" h="10610" extrusionOk="0">
                  <a:moveTo>
                    <a:pt x="17709" y="1"/>
                  </a:moveTo>
                  <a:lnTo>
                    <a:pt x="17288" y="141"/>
                  </a:lnTo>
                  <a:lnTo>
                    <a:pt x="16867" y="281"/>
                  </a:lnTo>
                  <a:lnTo>
                    <a:pt x="16044" y="602"/>
                  </a:lnTo>
                  <a:lnTo>
                    <a:pt x="14400" y="1284"/>
                  </a:lnTo>
                  <a:lnTo>
                    <a:pt x="13658" y="1565"/>
                  </a:lnTo>
                  <a:lnTo>
                    <a:pt x="12916" y="1806"/>
                  </a:lnTo>
                  <a:lnTo>
                    <a:pt x="12154" y="2006"/>
                  </a:lnTo>
                  <a:lnTo>
                    <a:pt x="11412" y="2167"/>
                  </a:lnTo>
                  <a:lnTo>
                    <a:pt x="10650" y="2307"/>
                  </a:lnTo>
                  <a:lnTo>
                    <a:pt x="9888" y="2427"/>
                  </a:lnTo>
                  <a:lnTo>
                    <a:pt x="9105" y="2528"/>
                  </a:lnTo>
                  <a:lnTo>
                    <a:pt x="8323" y="2608"/>
                  </a:lnTo>
                  <a:lnTo>
                    <a:pt x="6980" y="2748"/>
                  </a:lnTo>
                  <a:lnTo>
                    <a:pt x="6298" y="2828"/>
                  </a:lnTo>
                  <a:lnTo>
                    <a:pt x="5636" y="2929"/>
                  </a:lnTo>
                  <a:lnTo>
                    <a:pt x="4974" y="3049"/>
                  </a:lnTo>
                  <a:lnTo>
                    <a:pt x="4312" y="3209"/>
                  </a:lnTo>
                  <a:lnTo>
                    <a:pt x="3671" y="3410"/>
                  </a:lnTo>
                  <a:lnTo>
                    <a:pt x="3350" y="3510"/>
                  </a:lnTo>
                  <a:lnTo>
                    <a:pt x="3029" y="3631"/>
                  </a:lnTo>
                  <a:lnTo>
                    <a:pt x="2748" y="3771"/>
                  </a:lnTo>
                  <a:lnTo>
                    <a:pt x="2487" y="3891"/>
                  </a:lnTo>
                  <a:lnTo>
                    <a:pt x="2207" y="4032"/>
                  </a:lnTo>
                  <a:lnTo>
                    <a:pt x="1966" y="4192"/>
                  </a:lnTo>
                  <a:lnTo>
                    <a:pt x="1725" y="4352"/>
                  </a:lnTo>
                  <a:lnTo>
                    <a:pt x="1505" y="4533"/>
                  </a:lnTo>
                  <a:lnTo>
                    <a:pt x="1284" y="4734"/>
                  </a:lnTo>
                  <a:lnTo>
                    <a:pt x="1084" y="4934"/>
                  </a:lnTo>
                  <a:lnTo>
                    <a:pt x="903" y="5155"/>
                  </a:lnTo>
                  <a:lnTo>
                    <a:pt x="723" y="5375"/>
                  </a:lnTo>
                  <a:lnTo>
                    <a:pt x="562" y="5616"/>
                  </a:lnTo>
                  <a:lnTo>
                    <a:pt x="442" y="5857"/>
                  </a:lnTo>
                  <a:lnTo>
                    <a:pt x="322" y="6137"/>
                  </a:lnTo>
                  <a:lnTo>
                    <a:pt x="221" y="6418"/>
                  </a:lnTo>
                  <a:lnTo>
                    <a:pt x="121" y="6699"/>
                  </a:lnTo>
                  <a:lnTo>
                    <a:pt x="61" y="7020"/>
                  </a:lnTo>
                  <a:lnTo>
                    <a:pt x="21" y="7321"/>
                  </a:lnTo>
                  <a:lnTo>
                    <a:pt x="1" y="7641"/>
                  </a:lnTo>
                  <a:lnTo>
                    <a:pt x="21" y="7942"/>
                  </a:lnTo>
                  <a:lnTo>
                    <a:pt x="41" y="8263"/>
                  </a:lnTo>
                  <a:lnTo>
                    <a:pt x="81" y="8564"/>
                  </a:lnTo>
                  <a:lnTo>
                    <a:pt x="141" y="8865"/>
                  </a:lnTo>
                  <a:lnTo>
                    <a:pt x="221" y="9146"/>
                  </a:lnTo>
                  <a:lnTo>
                    <a:pt x="342" y="9446"/>
                  </a:lnTo>
                  <a:lnTo>
                    <a:pt x="342" y="9446"/>
                  </a:lnTo>
                  <a:lnTo>
                    <a:pt x="161" y="9346"/>
                  </a:lnTo>
                  <a:lnTo>
                    <a:pt x="322" y="9527"/>
                  </a:lnTo>
                  <a:lnTo>
                    <a:pt x="442" y="9687"/>
                  </a:lnTo>
                  <a:lnTo>
                    <a:pt x="462" y="9687"/>
                  </a:lnTo>
                  <a:lnTo>
                    <a:pt x="462" y="9707"/>
                  </a:lnTo>
                  <a:lnTo>
                    <a:pt x="662" y="9908"/>
                  </a:lnTo>
                  <a:lnTo>
                    <a:pt x="903" y="10108"/>
                  </a:lnTo>
                  <a:lnTo>
                    <a:pt x="723" y="9827"/>
                  </a:lnTo>
                  <a:lnTo>
                    <a:pt x="723" y="9827"/>
                  </a:lnTo>
                  <a:lnTo>
                    <a:pt x="1104" y="10008"/>
                  </a:lnTo>
                  <a:lnTo>
                    <a:pt x="1505" y="10168"/>
                  </a:lnTo>
                  <a:lnTo>
                    <a:pt x="1886" y="10309"/>
                  </a:lnTo>
                  <a:lnTo>
                    <a:pt x="2287" y="10409"/>
                  </a:lnTo>
                  <a:lnTo>
                    <a:pt x="2688" y="10489"/>
                  </a:lnTo>
                  <a:lnTo>
                    <a:pt x="3109" y="10549"/>
                  </a:lnTo>
                  <a:lnTo>
                    <a:pt x="3510" y="10589"/>
                  </a:lnTo>
                  <a:lnTo>
                    <a:pt x="3931" y="10610"/>
                  </a:lnTo>
                  <a:lnTo>
                    <a:pt x="4353" y="10589"/>
                  </a:lnTo>
                  <a:lnTo>
                    <a:pt x="4774" y="10549"/>
                  </a:lnTo>
                  <a:lnTo>
                    <a:pt x="5195" y="10489"/>
                  </a:lnTo>
                  <a:lnTo>
                    <a:pt x="5636" y="10389"/>
                  </a:lnTo>
                  <a:lnTo>
                    <a:pt x="5395" y="10289"/>
                  </a:lnTo>
                  <a:lnTo>
                    <a:pt x="5175" y="10168"/>
                  </a:lnTo>
                  <a:lnTo>
                    <a:pt x="5014" y="10188"/>
                  </a:lnTo>
                  <a:lnTo>
                    <a:pt x="4713" y="10228"/>
                  </a:lnTo>
                  <a:lnTo>
                    <a:pt x="4413" y="10269"/>
                  </a:lnTo>
                  <a:lnTo>
                    <a:pt x="4112" y="10289"/>
                  </a:lnTo>
                  <a:lnTo>
                    <a:pt x="3390" y="10289"/>
                  </a:lnTo>
                  <a:lnTo>
                    <a:pt x="2969" y="10249"/>
                  </a:lnTo>
                  <a:lnTo>
                    <a:pt x="2568" y="10188"/>
                  </a:lnTo>
                  <a:lnTo>
                    <a:pt x="2167" y="10108"/>
                  </a:lnTo>
                  <a:lnTo>
                    <a:pt x="1765" y="10008"/>
                  </a:lnTo>
                  <a:lnTo>
                    <a:pt x="1364" y="9888"/>
                  </a:lnTo>
                  <a:lnTo>
                    <a:pt x="983" y="9747"/>
                  </a:lnTo>
                  <a:lnTo>
                    <a:pt x="602" y="9587"/>
                  </a:lnTo>
                  <a:lnTo>
                    <a:pt x="502" y="9366"/>
                  </a:lnTo>
                  <a:lnTo>
                    <a:pt x="462" y="9025"/>
                  </a:lnTo>
                  <a:lnTo>
                    <a:pt x="462" y="8704"/>
                  </a:lnTo>
                  <a:lnTo>
                    <a:pt x="502" y="8383"/>
                  </a:lnTo>
                  <a:lnTo>
                    <a:pt x="582" y="8063"/>
                  </a:lnTo>
                  <a:lnTo>
                    <a:pt x="683" y="7762"/>
                  </a:lnTo>
                  <a:lnTo>
                    <a:pt x="803" y="7461"/>
                  </a:lnTo>
                  <a:lnTo>
                    <a:pt x="963" y="7180"/>
                  </a:lnTo>
                  <a:lnTo>
                    <a:pt x="1164" y="6919"/>
                  </a:lnTo>
                  <a:lnTo>
                    <a:pt x="1364" y="6659"/>
                  </a:lnTo>
                  <a:lnTo>
                    <a:pt x="1585" y="6398"/>
                  </a:lnTo>
                  <a:lnTo>
                    <a:pt x="1846" y="6177"/>
                  </a:lnTo>
                  <a:lnTo>
                    <a:pt x="2106" y="5957"/>
                  </a:lnTo>
                  <a:lnTo>
                    <a:pt x="2367" y="5756"/>
                  </a:lnTo>
                  <a:lnTo>
                    <a:pt x="2648" y="5576"/>
                  </a:lnTo>
                  <a:lnTo>
                    <a:pt x="2949" y="5415"/>
                  </a:lnTo>
                  <a:lnTo>
                    <a:pt x="3250" y="5255"/>
                  </a:lnTo>
                  <a:lnTo>
                    <a:pt x="3570" y="5115"/>
                  </a:lnTo>
                  <a:lnTo>
                    <a:pt x="3891" y="4994"/>
                  </a:lnTo>
                  <a:lnTo>
                    <a:pt x="4553" y="4754"/>
                  </a:lnTo>
                  <a:lnTo>
                    <a:pt x="5235" y="4573"/>
                  </a:lnTo>
                  <a:lnTo>
                    <a:pt x="5937" y="4413"/>
                  </a:lnTo>
                  <a:lnTo>
                    <a:pt x="6619" y="4272"/>
                  </a:lnTo>
                  <a:lnTo>
                    <a:pt x="7321" y="4132"/>
                  </a:lnTo>
                  <a:lnTo>
                    <a:pt x="8704" y="3871"/>
                  </a:lnTo>
                  <a:lnTo>
                    <a:pt x="9527" y="3691"/>
                  </a:lnTo>
                  <a:lnTo>
                    <a:pt x="10309" y="3490"/>
                  </a:lnTo>
                  <a:lnTo>
                    <a:pt x="11111" y="3270"/>
                  </a:lnTo>
                  <a:lnTo>
                    <a:pt x="11893" y="3009"/>
                  </a:lnTo>
                  <a:lnTo>
                    <a:pt x="12655" y="2748"/>
                  </a:lnTo>
                  <a:lnTo>
                    <a:pt x="13417" y="2447"/>
                  </a:lnTo>
                  <a:lnTo>
                    <a:pt x="14179" y="2146"/>
                  </a:lnTo>
                  <a:lnTo>
                    <a:pt x="14921" y="1806"/>
                  </a:lnTo>
                  <a:lnTo>
                    <a:pt x="14640" y="1966"/>
                  </a:lnTo>
                  <a:lnTo>
                    <a:pt x="14380" y="2146"/>
                  </a:lnTo>
                  <a:lnTo>
                    <a:pt x="14119" y="2327"/>
                  </a:lnTo>
                  <a:lnTo>
                    <a:pt x="13858" y="2528"/>
                  </a:lnTo>
                  <a:lnTo>
                    <a:pt x="14440" y="2167"/>
                  </a:lnTo>
                  <a:lnTo>
                    <a:pt x="15022" y="1806"/>
                  </a:lnTo>
                  <a:lnTo>
                    <a:pt x="16165" y="1043"/>
                  </a:lnTo>
                  <a:lnTo>
                    <a:pt x="16165" y="1043"/>
                  </a:lnTo>
                  <a:lnTo>
                    <a:pt x="15162" y="1525"/>
                  </a:lnTo>
                  <a:lnTo>
                    <a:pt x="14159" y="1986"/>
                  </a:lnTo>
                  <a:lnTo>
                    <a:pt x="13116" y="2387"/>
                  </a:lnTo>
                  <a:lnTo>
                    <a:pt x="12073" y="2768"/>
                  </a:lnTo>
                  <a:lnTo>
                    <a:pt x="11291" y="2989"/>
                  </a:lnTo>
                  <a:lnTo>
                    <a:pt x="10509" y="3209"/>
                  </a:lnTo>
                  <a:lnTo>
                    <a:pt x="9727" y="3390"/>
                  </a:lnTo>
                  <a:lnTo>
                    <a:pt x="8925" y="3550"/>
                  </a:lnTo>
                  <a:lnTo>
                    <a:pt x="7341" y="3871"/>
                  </a:lnTo>
                  <a:lnTo>
                    <a:pt x="6538" y="4032"/>
                  </a:lnTo>
                  <a:lnTo>
                    <a:pt x="5756" y="4212"/>
                  </a:lnTo>
                  <a:lnTo>
                    <a:pt x="5135" y="4352"/>
                  </a:lnTo>
                  <a:lnTo>
                    <a:pt x="4513" y="4533"/>
                  </a:lnTo>
                  <a:lnTo>
                    <a:pt x="3891" y="4734"/>
                  </a:lnTo>
                  <a:lnTo>
                    <a:pt x="3290" y="4974"/>
                  </a:lnTo>
                  <a:lnTo>
                    <a:pt x="2989" y="5095"/>
                  </a:lnTo>
                  <a:lnTo>
                    <a:pt x="2708" y="5255"/>
                  </a:lnTo>
                  <a:lnTo>
                    <a:pt x="2427" y="5415"/>
                  </a:lnTo>
                  <a:lnTo>
                    <a:pt x="2167" y="5576"/>
                  </a:lnTo>
                  <a:lnTo>
                    <a:pt x="1906" y="5776"/>
                  </a:lnTo>
                  <a:lnTo>
                    <a:pt x="1645" y="5977"/>
                  </a:lnTo>
                  <a:lnTo>
                    <a:pt x="1425" y="6198"/>
                  </a:lnTo>
                  <a:lnTo>
                    <a:pt x="1204" y="6418"/>
                  </a:lnTo>
                  <a:lnTo>
                    <a:pt x="1003" y="6679"/>
                  </a:lnTo>
                  <a:lnTo>
                    <a:pt x="823" y="6940"/>
                  </a:lnTo>
                  <a:lnTo>
                    <a:pt x="662" y="7220"/>
                  </a:lnTo>
                  <a:lnTo>
                    <a:pt x="542" y="7501"/>
                  </a:lnTo>
                  <a:lnTo>
                    <a:pt x="442" y="7782"/>
                  </a:lnTo>
                  <a:lnTo>
                    <a:pt x="362" y="8083"/>
                  </a:lnTo>
                  <a:lnTo>
                    <a:pt x="322" y="8363"/>
                  </a:lnTo>
                  <a:lnTo>
                    <a:pt x="302" y="8664"/>
                  </a:lnTo>
                  <a:lnTo>
                    <a:pt x="261" y="8383"/>
                  </a:lnTo>
                  <a:lnTo>
                    <a:pt x="221" y="8103"/>
                  </a:lnTo>
                  <a:lnTo>
                    <a:pt x="201" y="7802"/>
                  </a:lnTo>
                  <a:lnTo>
                    <a:pt x="221" y="7521"/>
                  </a:lnTo>
                  <a:lnTo>
                    <a:pt x="241" y="7220"/>
                  </a:lnTo>
                  <a:lnTo>
                    <a:pt x="302" y="6940"/>
                  </a:lnTo>
                  <a:lnTo>
                    <a:pt x="362" y="6639"/>
                  </a:lnTo>
                  <a:lnTo>
                    <a:pt x="462" y="6358"/>
                  </a:lnTo>
                  <a:lnTo>
                    <a:pt x="602" y="6037"/>
                  </a:lnTo>
                  <a:lnTo>
                    <a:pt x="783" y="5716"/>
                  </a:lnTo>
                  <a:lnTo>
                    <a:pt x="963" y="5435"/>
                  </a:lnTo>
                  <a:lnTo>
                    <a:pt x="1184" y="5195"/>
                  </a:lnTo>
                  <a:lnTo>
                    <a:pt x="1405" y="4954"/>
                  </a:lnTo>
                  <a:lnTo>
                    <a:pt x="1665" y="4734"/>
                  </a:lnTo>
                  <a:lnTo>
                    <a:pt x="1926" y="4533"/>
                  </a:lnTo>
                  <a:lnTo>
                    <a:pt x="2227" y="4352"/>
                  </a:lnTo>
                  <a:lnTo>
                    <a:pt x="2508" y="4192"/>
                  </a:lnTo>
                  <a:lnTo>
                    <a:pt x="2828" y="4052"/>
                  </a:lnTo>
                  <a:lnTo>
                    <a:pt x="3149" y="3911"/>
                  </a:lnTo>
                  <a:lnTo>
                    <a:pt x="3470" y="3791"/>
                  </a:lnTo>
                  <a:lnTo>
                    <a:pt x="4132" y="3590"/>
                  </a:lnTo>
                  <a:lnTo>
                    <a:pt x="4794" y="3430"/>
                  </a:lnTo>
                  <a:lnTo>
                    <a:pt x="5456" y="3290"/>
                  </a:lnTo>
                  <a:lnTo>
                    <a:pt x="6137" y="3189"/>
                  </a:lnTo>
                  <a:lnTo>
                    <a:pt x="6799" y="3109"/>
                  </a:lnTo>
                  <a:lnTo>
                    <a:pt x="7481" y="3029"/>
                  </a:lnTo>
                  <a:lnTo>
                    <a:pt x="8845" y="2889"/>
                  </a:lnTo>
                  <a:lnTo>
                    <a:pt x="9527" y="2828"/>
                  </a:lnTo>
                  <a:lnTo>
                    <a:pt x="10208" y="2728"/>
                  </a:lnTo>
                  <a:lnTo>
                    <a:pt x="10790" y="2648"/>
                  </a:lnTo>
                  <a:lnTo>
                    <a:pt x="11352" y="2548"/>
                  </a:lnTo>
                  <a:lnTo>
                    <a:pt x="11913" y="2407"/>
                  </a:lnTo>
                  <a:lnTo>
                    <a:pt x="12455" y="2267"/>
                  </a:lnTo>
                  <a:lnTo>
                    <a:pt x="12996" y="2106"/>
                  </a:lnTo>
                  <a:lnTo>
                    <a:pt x="13558" y="1926"/>
                  </a:lnTo>
                  <a:lnTo>
                    <a:pt x="14099" y="1745"/>
                  </a:lnTo>
                  <a:lnTo>
                    <a:pt x="14620" y="1525"/>
                  </a:lnTo>
                  <a:lnTo>
                    <a:pt x="15663" y="1084"/>
                  </a:lnTo>
                  <a:lnTo>
                    <a:pt x="16706" y="662"/>
                  </a:lnTo>
                  <a:lnTo>
                    <a:pt x="1770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6" name="Google Shape;7566;p36"/>
            <p:cNvSpPr/>
            <p:nvPr/>
          </p:nvSpPr>
          <p:spPr>
            <a:xfrm>
              <a:off x="8626675" y="3882950"/>
              <a:ext cx="123375" cy="190050"/>
            </a:xfrm>
            <a:custGeom>
              <a:avLst/>
              <a:gdLst/>
              <a:ahLst/>
              <a:cxnLst/>
              <a:rect l="l" t="t" r="r" b="b"/>
              <a:pathLst>
                <a:path w="4935" h="7602" extrusionOk="0">
                  <a:moveTo>
                    <a:pt x="1665" y="0"/>
                  </a:moveTo>
                  <a:lnTo>
                    <a:pt x="1525" y="41"/>
                  </a:lnTo>
                  <a:lnTo>
                    <a:pt x="1384" y="81"/>
                  </a:lnTo>
                  <a:lnTo>
                    <a:pt x="1264" y="161"/>
                  </a:lnTo>
                  <a:lnTo>
                    <a:pt x="1144" y="261"/>
                  </a:lnTo>
                  <a:lnTo>
                    <a:pt x="1023" y="361"/>
                  </a:lnTo>
                  <a:lnTo>
                    <a:pt x="903" y="502"/>
                  </a:lnTo>
                  <a:lnTo>
                    <a:pt x="803" y="662"/>
                  </a:lnTo>
                  <a:lnTo>
                    <a:pt x="723" y="823"/>
                  </a:lnTo>
                  <a:lnTo>
                    <a:pt x="622" y="1023"/>
                  </a:lnTo>
                  <a:lnTo>
                    <a:pt x="482" y="1444"/>
                  </a:lnTo>
                  <a:lnTo>
                    <a:pt x="342" y="1906"/>
                  </a:lnTo>
                  <a:lnTo>
                    <a:pt x="241" y="2407"/>
                  </a:lnTo>
                  <a:lnTo>
                    <a:pt x="161" y="2928"/>
                  </a:lnTo>
                  <a:lnTo>
                    <a:pt x="101" y="3490"/>
                  </a:lnTo>
                  <a:lnTo>
                    <a:pt x="61" y="4031"/>
                  </a:lnTo>
                  <a:lnTo>
                    <a:pt x="21" y="4593"/>
                  </a:lnTo>
                  <a:lnTo>
                    <a:pt x="1" y="5636"/>
                  </a:lnTo>
                  <a:lnTo>
                    <a:pt x="1" y="6538"/>
                  </a:lnTo>
                  <a:lnTo>
                    <a:pt x="41" y="7220"/>
                  </a:lnTo>
                  <a:lnTo>
                    <a:pt x="4934" y="7601"/>
                  </a:lnTo>
                  <a:lnTo>
                    <a:pt x="4934" y="7601"/>
                  </a:lnTo>
                  <a:lnTo>
                    <a:pt x="4914" y="7080"/>
                  </a:lnTo>
                  <a:lnTo>
                    <a:pt x="4894" y="6578"/>
                  </a:lnTo>
                  <a:lnTo>
                    <a:pt x="4854" y="6097"/>
                  </a:lnTo>
                  <a:lnTo>
                    <a:pt x="4794" y="5636"/>
                  </a:lnTo>
                  <a:lnTo>
                    <a:pt x="4734" y="5175"/>
                  </a:lnTo>
                  <a:lnTo>
                    <a:pt x="4673" y="4753"/>
                  </a:lnTo>
                  <a:lnTo>
                    <a:pt x="4593" y="4332"/>
                  </a:lnTo>
                  <a:lnTo>
                    <a:pt x="4493" y="3951"/>
                  </a:lnTo>
                  <a:lnTo>
                    <a:pt x="4312" y="3209"/>
                  </a:lnTo>
                  <a:lnTo>
                    <a:pt x="4192" y="2868"/>
                  </a:lnTo>
                  <a:lnTo>
                    <a:pt x="4072" y="2547"/>
                  </a:lnTo>
                  <a:lnTo>
                    <a:pt x="3951" y="2247"/>
                  </a:lnTo>
                  <a:lnTo>
                    <a:pt x="3831" y="1966"/>
                  </a:lnTo>
                  <a:lnTo>
                    <a:pt x="3691" y="1685"/>
                  </a:lnTo>
                  <a:lnTo>
                    <a:pt x="3570" y="1444"/>
                  </a:lnTo>
                  <a:lnTo>
                    <a:pt x="3430" y="1224"/>
                  </a:lnTo>
                  <a:lnTo>
                    <a:pt x="3290" y="1003"/>
                  </a:lnTo>
                  <a:lnTo>
                    <a:pt x="3129" y="823"/>
                  </a:lnTo>
                  <a:lnTo>
                    <a:pt x="2989" y="642"/>
                  </a:lnTo>
                  <a:lnTo>
                    <a:pt x="2848" y="502"/>
                  </a:lnTo>
                  <a:lnTo>
                    <a:pt x="2688" y="361"/>
                  </a:lnTo>
                  <a:lnTo>
                    <a:pt x="2548" y="261"/>
                  </a:lnTo>
                  <a:lnTo>
                    <a:pt x="2387" y="161"/>
                  </a:lnTo>
                  <a:lnTo>
                    <a:pt x="2247" y="81"/>
                  </a:lnTo>
                  <a:lnTo>
                    <a:pt x="2086" y="41"/>
                  </a:lnTo>
                  <a:lnTo>
                    <a:pt x="194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1" name="Google Shape;7571;p37"/>
          <p:cNvSpPr/>
          <p:nvPr/>
        </p:nvSpPr>
        <p:spPr>
          <a:xfrm>
            <a:off x="6887086" y="2924586"/>
            <a:ext cx="648900" cy="659400"/>
          </a:xfrm>
          <a:prstGeom prst="ellipse">
            <a:avLst/>
          </a:prstGeom>
          <a:solidFill>
            <a:schemeClr val="accen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72" name="Google Shape;7572;p37"/>
          <p:cNvSpPr/>
          <p:nvPr/>
        </p:nvSpPr>
        <p:spPr>
          <a:xfrm>
            <a:off x="4243239" y="2924586"/>
            <a:ext cx="648900" cy="659400"/>
          </a:xfrm>
          <a:prstGeom prst="ellipse">
            <a:avLst/>
          </a:prstGeom>
          <a:solidFill>
            <a:schemeClr val="accen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73" name="Google Shape;7573;p37"/>
          <p:cNvSpPr/>
          <p:nvPr/>
        </p:nvSpPr>
        <p:spPr>
          <a:xfrm>
            <a:off x="1608014" y="2924586"/>
            <a:ext cx="648900" cy="659400"/>
          </a:xfrm>
          <a:prstGeom prst="ellipse">
            <a:avLst/>
          </a:prstGeom>
          <a:solidFill>
            <a:schemeClr val="accen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74" name="Google Shape;7574;p37"/>
          <p:cNvSpPr/>
          <p:nvPr/>
        </p:nvSpPr>
        <p:spPr>
          <a:xfrm>
            <a:off x="6887086" y="1171986"/>
            <a:ext cx="648900" cy="659400"/>
          </a:xfrm>
          <a:prstGeom prst="ellipse">
            <a:avLst/>
          </a:prstGeom>
          <a:solidFill>
            <a:schemeClr val="accen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75" name="Google Shape;7575;p37"/>
          <p:cNvSpPr/>
          <p:nvPr/>
        </p:nvSpPr>
        <p:spPr>
          <a:xfrm>
            <a:off x="4243239" y="1171986"/>
            <a:ext cx="648900" cy="659400"/>
          </a:xfrm>
          <a:prstGeom prst="ellipse">
            <a:avLst/>
          </a:prstGeom>
          <a:solidFill>
            <a:schemeClr val="accen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76" name="Google Shape;7576;p37"/>
          <p:cNvSpPr/>
          <p:nvPr/>
        </p:nvSpPr>
        <p:spPr>
          <a:xfrm>
            <a:off x="1608014" y="1171986"/>
            <a:ext cx="648900" cy="659400"/>
          </a:xfrm>
          <a:prstGeom prst="ellipse">
            <a:avLst/>
          </a:prstGeom>
          <a:solidFill>
            <a:schemeClr val="accen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77" name="Google Shape;7577;p37"/>
          <p:cNvSpPr txBox="1">
            <a:spLocks noGrp="1"/>
          </p:cNvSpPr>
          <p:nvPr>
            <p:ph type="title" idx="2"/>
          </p:nvPr>
        </p:nvSpPr>
        <p:spPr>
          <a:xfrm>
            <a:off x="3353850" y="1892175"/>
            <a:ext cx="24363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Stripe</a:t>
            </a:r>
            <a:endParaRPr dirty="0"/>
          </a:p>
        </p:txBody>
      </p:sp>
      <p:sp>
        <p:nvSpPr>
          <p:cNvPr id="7578" name="Google Shape;7578;p37"/>
          <p:cNvSpPr txBox="1">
            <a:spLocks noGrp="1"/>
          </p:cNvSpPr>
          <p:nvPr>
            <p:ph type="subTitle" idx="3"/>
          </p:nvPr>
        </p:nvSpPr>
        <p:spPr>
          <a:xfrm>
            <a:off x="3353850" y="2259625"/>
            <a:ext cx="243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For checkout</a:t>
            </a:r>
            <a:endParaRPr dirty="0"/>
          </a:p>
        </p:txBody>
      </p:sp>
      <p:sp>
        <p:nvSpPr>
          <p:cNvPr id="7579" name="Google Shape;7579;p37"/>
          <p:cNvSpPr txBox="1">
            <a:spLocks noGrp="1"/>
          </p:cNvSpPr>
          <p:nvPr>
            <p:ph type="subTitle" idx="9"/>
          </p:nvPr>
        </p:nvSpPr>
        <p:spPr>
          <a:xfrm>
            <a:off x="5993386" y="2259625"/>
            <a:ext cx="243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</a:t>
            </a:r>
            <a:r>
              <a:rPr lang="en" dirty="0"/>
              <a:t>or the products page</a:t>
            </a:r>
            <a:endParaRPr dirty="0"/>
          </a:p>
        </p:txBody>
      </p:sp>
      <p:sp>
        <p:nvSpPr>
          <p:cNvPr id="7580" name="Google Shape;7580;p37"/>
          <p:cNvSpPr txBox="1">
            <a:spLocks noGrp="1"/>
          </p:cNvSpPr>
          <p:nvPr>
            <p:ph type="title" idx="15"/>
          </p:nvPr>
        </p:nvSpPr>
        <p:spPr>
          <a:xfrm>
            <a:off x="720000" y="539500"/>
            <a:ext cx="7704000" cy="45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more?</a:t>
            </a:r>
            <a:endParaRPr dirty="0"/>
          </a:p>
        </p:txBody>
      </p:sp>
      <p:sp>
        <p:nvSpPr>
          <p:cNvPr id="7581" name="Google Shape;7581;p37"/>
          <p:cNvSpPr txBox="1">
            <a:spLocks noGrp="1"/>
          </p:cNvSpPr>
          <p:nvPr>
            <p:ph type="title" idx="4"/>
          </p:nvPr>
        </p:nvSpPr>
        <p:spPr>
          <a:xfrm>
            <a:off x="714313" y="3644200"/>
            <a:ext cx="2569213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Store location</a:t>
            </a:r>
            <a:endParaRPr dirty="0"/>
          </a:p>
        </p:txBody>
      </p:sp>
      <p:sp>
        <p:nvSpPr>
          <p:cNvPr id="7582" name="Google Shape;7582;p37"/>
          <p:cNvSpPr txBox="1">
            <a:spLocks noGrp="1"/>
          </p:cNvSpPr>
          <p:nvPr>
            <p:ph type="subTitle" idx="1"/>
          </p:nvPr>
        </p:nvSpPr>
        <p:spPr>
          <a:xfrm>
            <a:off x="714314" y="2259625"/>
            <a:ext cx="243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Completed with full customization</a:t>
            </a:r>
            <a:endParaRPr dirty="0"/>
          </a:p>
        </p:txBody>
      </p:sp>
      <p:sp>
        <p:nvSpPr>
          <p:cNvPr id="7583" name="Google Shape;7583;p37"/>
          <p:cNvSpPr txBox="1">
            <a:spLocks noGrp="1"/>
          </p:cNvSpPr>
          <p:nvPr>
            <p:ph type="subTitle" idx="5"/>
          </p:nvPr>
        </p:nvSpPr>
        <p:spPr>
          <a:xfrm>
            <a:off x="714314" y="4011650"/>
            <a:ext cx="243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 you know where to locate the physical thing!</a:t>
            </a:r>
            <a:endParaRPr dirty="0"/>
          </a:p>
        </p:txBody>
      </p:sp>
      <p:sp>
        <p:nvSpPr>
          <p:cNvPr id="7584" name="Google Shape;7584;p37"/>
          <p:cNvSpPr txBox="1">
            <a:spLocks noGrp="1"/>
          </p:cNvSpPr>
          <p:nvPr>
            <p:ph type="title" idx="6"/>
          </p:nvPr>
        </p:nvSpPr>
        <p:spPr>
          <a:xfrm>
            <a:off x="3353849" y="3644200"/>
            <a:ext cx="2569213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Order history</a:t>
            </a:r>
            <a:endParaRPr dirty="0"/>
          </a:p>
        </p:txBody>
      </p:sp>
      <p:sp>
        <p:nvSpPr>
          <p:cNvPr id="7585" name="Google Shape;7585;p37"/>
          <p:cNvSpPr txBox="1">
            <a:spLocks noGrp="1"/>
          </p:cNvSpPr>
          <p:nvPr>
            <p:ph type="subTitle" idx="7"/>
          </p:nvPr>
        </p:nvSpPr>
        <p:spPr>
          <a:xfrm>
            <a:off x="3353850" y="4011650"/>
            <a:ext cx="243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You can now view what you ordered !</a:t>
            </a:r>
            <a:endParaRPr dirty="0"/>
          </a:p>
        </p:txBody>
      </p:sp>
      <p:sp>
        <p:nvSpPr>
          <p:cNvPr id="7586" name="Google Shape;7586;p37"/>
          <p:cNvSpPr txBox="1">
            <a:spLocks noGrp="1"/>
          </p:cNvSpPr>
          <p:nvPr>
            <p:ph type="title" idx="8"/>
          </p:nvPr>
        </p:nvSpPr>
        <p:spPr>
          <a:xfrm>
            <a:off x="5993386" y="1892175"/>
            <a:ext cx="24363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Filters</a:t>
            </a:r>
            <a:endParaRPr dirty="0"/>
          </a:p>
        </p:txBody>
      </p:sp>
      <p:sp>
        <p:nvSpPr>
          <p:cNvPr id="7587" name="Google Shape;7587;p37"/>
          <p:cNvSpPr txBox="1">
            <a:spLocks noGrp="1"/>
          </p:cNvSpPr>
          <p:nvPr>
            <p:ph type="title"/>
          </p:nvPr>
        </p:nvSpPr>
        <p:spPr>
          <a:xfrm>
            <a:off x="714314" y="1892175"/>
            <a:ext cx="24363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Build a toy</a:t>
            </a:r>
            <a:endParaRPr dirty="0"/>
          </a:p>
        </p:txBody>
      </p:sp>
      <p:sp>
        <p:nvSpPr>
          <p:cNvPr id="7588" name="Google Shape;7588;p37"/>
          <p:cNvSpPr txBox="1">
            <a:spLocks noGrp="1"/>
          </p:cNvSpPr>
          <p:nvPr>
            <p:ph type="title" idx="13"/>
          </p:nvPr>
        </p:nvSpPr>
        <p:spPr>
          <a:xfrm>
            <a:off x="5993386" y="3644200"/>
            <a:ext cx="24363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</a:t>
            </a:r>
            <a:r>
              <a:rPr lang="en-US" dirty="0"/>
              <a:t>b</a:t>
            </a:r>
            <a:r>
              <a:rPr lang="en" dirty="0"/>
              <a:t>out us and Profile</a:t>
            </a:r>
            <a:endParaRPr dirty="0"/>
          </a:p>
        </p:txBody>
      </p:sp>
      <p:sp>
        <p:nvSpPr>
          <p:cNvPr id="7589" name="Google Shape;7589;p37"/>
          <p:cNvSpPr txBox="1">
            <a:spLocks noGrp="1"/>
          </p:cNvSpPr>
          <p:nvPr>
            <p:ph type="subTitle" idx="14"/>
          </p:nvPr>
        </p:nvSpPr>
        <p:spPr>
          <a:xfrm>
            <a:off x="5987700" y="4177905"/>
            <a:ext cx="24363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For additional information</a:t>
            </a:r>
            <a:endParaRPr dirty="0"/>
          </a:p>
        </p:txBody>
      </p:sp>
      <p:grpSp>
        <p:nvGrpSpPr>
          <p:cNvPr id="7590" name="Google Shape;7590;p37"/>
          <p:cNvGrpSpPr/>
          <p:nvPr/>
        </p:nvGrpSpPr>
        <p:grpSpPr>
          <a:xfrm>
            <a:off x="1769739" y="3071689"/>
            <a:ext cx="325451" cy="365192"/>
            <a:chOff x="7765450" y="1281375"/>
            <a:chExt cx="358150" cy="398725"/>
          </a:xfrm>
        </p:grpSpPr>
        <p:sp>
          <p:nvSpPr>
            <p:cNvPr id="7591" name="Google Shape;7591;p37"/>
            <p:cNvSpPr/>
            <p:nvPr/>
          </p:nvSpPr>
          <p:spPr>
            <a:xfrm>
              <a:off x="7813625" y="1281375"/>
              <a:ext cx="280175" cy="98900"/>
            </a:xfrm>
            <a:custGeom>
              <a:avLst/>
              <a:gdLst/>
              <a:ahLst/>
              <a:cxnLst/>
              <a:rect l="l" t="t" r="r" b="b"/>
              <a:pathLst>
                <a:path w="11207" h="3956" extrusionOk="0">
                  <a:moveTo>
                    <a:pt x="10598" y="0"/>
                  </a:moveTo>
                  <a:lnTo>
                    <a:pt x="330" y="2992"/>
                  </a:lnTo>
                  <a:lnTo>
                    <a:pt x="254" y="3043"/>
                  </a:lnTo>
                  <a:lnTo>
                    <a:pt x="178" y="3093"/>
                  </a:lnTo>
                  <a:lnTo>
                    <a:pt x="102" y="3169"/>
                  </a:lnTo>
                  <a:lnTo>
                    <a:pt x="51" y="3245"/>
                  </a:lnTo>
                  <a:lnTo>
                    <a:pt x="25" y="3321"/>
                  </a:lnTo>
                  <a:lnTo>
                    <a:pt x="0" y="3423"/>
                  </a:lnTo>
                  <a:lnTo>
                    <a:pt x="0" y="3499"/>
                  </a:lnTo>
                  <a:lnTo>
                    <a:pt x="0" y="3600"/>
                  </a:lnTo>
                  <a:lnTo>
                    <a:pt x="76" y="3753"/>
                  </a:lnTo>
                  <a:lnTo>
                    <a:pt x="178" y="3854"/>
                  </a:lnTo>
                  <a:lnTo>
                    <a:pt x="330" y="3930"/>
                  </a:lnTo>
                  <a:lnTo>
                    <a:pt x="482" y="3955"/>
                  </a:lnTo>
                  <a:lnTo>
                    <a:pt x="609" y="3930"/>
                  </a:lnTo>
                  <a:lnTo>
                    <a:pt x="10852" y="938"/>
                  </a:lnTo>
                  <a:lnTo>
                    <a:pt x="10953" y="887"/>
                  </a:lnTo>
                  <a:lnTo>
                    <a:pt x="11029" y="837"/>
                  </a:lnTo>
                  <a:lnTo>
                    <a:pt x="11106" y="786"/>
                  </a:lnTo>
                  <a:lnTo>
                    <a:pt x="11156" y="710"/>
                  </a:lnTo>
                  <a:lnTo>
                    <a:pt x="11182" y="609"/>
                  </a:lnTo>
                  <a:lnTo>
                    <a:pt x="11207" y="532"/>
                  </a:lnTo>
                  <a:lnTo>
                    <a:pt x="11207" y="431"/>
                  </a:lnTo>
                  <a:lnTo>
                    <a:pt x="11182" y="330"/>
                  </a:lnTo>
                  <a:lnTo>
                    <a:pt x="11156" y="254"/>
                  </a:lnTo>
                  <a:lnTo>
                    <a:pt x="11106" y="177"/>
                  </a:lnTo>
                  <a:lnTo>
                    <a:pt x="11029" y="101"/>
                  </a:lnTo>
                  <a:lnTo>
                    <a:pt x="10953" y="51"/>
                  </a:lnTo>
                  <a:lnTo>
                    <a:pt x="1087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2" name="Google Shape;7592;p37"/>
            <p:cNvSpPr/>
            <p:nvPr/>
          </p:nvSpPr>
          <p:spPr>
            <a:xfrm>
              <a:off x="7779375" y="1466450"/>
              <a:ext cx="330275" cy="174350"/>
            </a:xfrm>
            <a:custGeom>
              <a:avLst/>
              <a:gdLst/>
              <a:ahLst/>
              <a:cxnLst/>
              <a:rect l="l" t="t" r="r" b="b"/>
              <a:pathLst>
                <a:path w="13211" h="6974" extrusionOk="0">
                  <a:moveTo>
                    <a:pt x="6593" y="1"/>
                  </a:moveTo>
                  <a:lnTo>
                    <a:pt x="1" y="356"/>
                  </a:lnTo>
                  <a:lnTo>
                    <a:pt x="432" y="3779"/>
                  </a:lnTo>
                  <a:lnTo>
                    <a:pt x="1" y="6213"/>
                  </a:lnTo>
                  <a:lnTo>
                    <a:pt x="6593" y="6973"/>
                  </a:lnTo>
                  <a:lnTo>
                    <a:pt x="13211" y="6213"/>
                  </a:lnTo>
                  <a:lnTo>
                    <a:pt x="12729" y="3626"/>
                  </a:lnTo>
                  <a:lnTo>
                    <a:pt x="13211" y="356"/>
                  </a:lnTo>
                  <a:lnTo>
                    <a:pt x="6593" y="1"/>
                  </a:lnTo>
                  <a:close/>
                </a:path>
              </a:pathLst>
            </a:custGeom>
            <a:solidFill>
              <a:srgbClr val="CC66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3" name="Google Shape;7593;p37"/>
            <p:cNvSpPr/>
            <p:nvPr/>
          </p:nvSpPr>
          <p:spPr>
            <a:xfrm>
              <a:off x="7765450" y="1621750"/>
              <a:ext cx="358150" cy="58350"/>
            </a:xfrm>
            <a:custGeom>
              <a:avLst/>
              <a:gdLst/>
              <a:ahLst/>
              <a:cxnLst/>
              <a:rect l="l" t="t" r="r" b="b"/>
              <a:pathLst>
                <a:path w="14326" h="2334" extrusionOk="0">
                  <a:moveTo>
                    <a:pt x="558" y="1"/>
                  </a:moveTo>
                  <a:lnTo>
                    <a:pt x="431" y="26"/>
                  </a:lnTo>
                  <a:lnTo>
                    <a:pt x="330" y="51"/>
                  </a:lnTo>
                  <a:lnTo>
                    <a:pt x="228" y="102"/>
                  </a:lnTo>
                  <a:lnTo>
                    <a:pt x="152" y="178"/>
                  </a:lnTo>
                  <a:lnTo>
                    <a:pt x="76" y="254"/>
                  </a:lnTo>
                  <a:lnTo>
                    <a:pt x="25" y="356"/>
                  </a:lnTo>
                  <a:lnTo>
                    <a:pt x="0" y="457"/>
                  </a:lnTo>
                  <a:lnTo>
                    <a:pt x="0" y="558"/>
                  </a:lnTo>
                  <a:lnTo>
                    <a:pt x="0" y="1775"/>
                  </a:lnTo>
                  <a:lnTo>
                    <a:pt x="0" y="1902"/>
                  </a:lnTo>
                  <a:lnTo>
                    <a:pt x="25" y="2004"/>
                  </a:lnTo>
                  <a:lnTo>
                    <a:pt x="76" y="2105"/>
                  </a:lnTo>
                  <a:lnTo>
                    <a:pt x="152" y="2181"/>
                  </a:lnTo>
                  <a:lnTo>
                    <a:pt x="228" y="2257"/>
                  </a:lnTo>
                  <a:lnTo>
                    <a:pt x="330" y="2308"/>
                  </a:lnTo>
                  <a:lnTo>
                    <a:pt x="431" y="2333"/>
                  </a:lnTo>
                  <a:lnTo>
                    <a:pt x="13869" y="2333"/>
                  </a:lnTo>
                  <a:lnTo>
                    <a:pt x="13971" y="2308"/>
                  </a:lnTo>
                  <a:lnTo>
                    <a:pt x="14072" y="2257"/>
                  </a:lnTo>
                  <a:lnTo>
                    <a:pt x="14148" y="2181"/>
                  </a:lnTo>
                  <a:lnTo>
                    <a:pt x="14224" y="2105"/>
                  </a:lnTo>
                  <a:lnTo>
                    <a:pt x="14275" y="2004"/>
                  </a:lnTo>
                  <a:lnTo>
                    <a:pt x="14300" y="1902"/>
                  </a:lnTo>
                  <a:lnTo>
                    <a:pt x="14326" y="1775"/>
                  </a:lnTo>
                  <a:lnTo>
                    <a:pt x="14326" y="558"/>
                  </a:lnTo>
                  <a:lnTo>
                    <a:pt x="14300" y="457"/>
                  </a:lnTo>
                  <a:lnTo>
                    <a:pt x="14275" y="356"/>
                  </a:lnTo>
                  <a:lnTo>
                    <a:pt x="14224" y="254"/>
                  </a:lnTo>
                  <a:lnTo>
                    <a:pt x="14148" y="178"/>
                  </a:lnTo>
                  <a:lnTo>
                    <a:pt x="14072" y="102"/>
                  </a:lnTo>
                  <a:lnTo>
                    <a:pt x="13971" y="51"/>
                  </a:lnTo>
                  <a:lnTo>
                    <a:pt x="13869" y="26"/>
                  </a:lnTo>
                  <a:lnTo>
                    <a:pt x="137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4" name="Google Shape;7594;p37"/>
            <p:cNvSpPr/>
            <p:nvPr/>
          </p:nvSpPr>
          <p:spPr>
            <a:xfrm>
              <a:off x="7765450" y="1416375"/>
              <a:ext cx="358150" cy="58975"/>
            </a:xfrm>
            <a:custGeom>
              <a:avLst/>
              <a:gdLst/>
              <a:ahLst/>
              <a:cxnLst/>
              <a:rect l="l" t="t" r="r" b="b"/>
              <a:pathLst>
                <a:path w="14326" h="2359" extrusionOk="0">
                  <a:moveTo>
                    <a:pt x="558" y="1"/>
                  </a:moveTo>
                  <a:lnTo>
                    <a:pt x="431" y="26"/>
                  </a:lnTo>
                  <a:lnTo>
                    <a:pt x="330" y="51"/>
                  </a:lnTo>
                  <a:lnTo>
                    <a:pt x="228" y="102"/>
                  </a:lnTo>
                  <a:lnTo>
                    <a:pt x="152" y="178"/>
                  </a:lnTo>
                  <a:lnTo>
                    <a:pt x="76" y="254"/>
                  </a:lnTo>
                  <a:lnTo>
                    <a:pt x="25" y="356"/>
                  </a:lnTo>
                  <a:lnTo>
                    <a:pt x="0" y="457"/>
                  </a:lnTo>
                  <a:lnTo>
                    <a:pt x="0" y="558"/>
                  </a:lnTo>
                  <a:lnTo>
                    <a:pt x="0" y="1801"/>
                  </a:lnTo>
                  <a:lnTo>
                    <a:pt x="0" y="1902"/>
                  </a:lnTo>
                  <a:lnTo>
                    <a:pt x="25" y="2004"/>
                  </a:lnTo>
                  <a:lnTo>
                    <a:pt x="76" y="2105"/>
                  </a:lnTo>
                  <a:lnTo>
                    <a:pt x="152" y="2181"/>
                  </a:lnTo>
                  <a:lnTo>
                    <a:pt x="228" y="2257"/>
                  </a:lnTo>
                  <a:lnTo>
                    <a:pt x="330" y="2308"/>
                  </a:lnTo>
                  <a:lnTo>
                    <a:pt x="431" y="2333"/>
                  </a:lnTo>
                  <a:lnTo>
                    <a:pt x="558" y="2359"/>
                  </a:lnTo>
                  <a:lnTo>
                    <a:pt x="13768" y="2359"/>
                  </a:lnTo>
                  <a:lnTo>
                    <a:pt x="13869" y="2333"/>
                  </a:lnTo>
                  <a:lnTo>
                    <a:pt x="13971" y="2308"/>
                  </a:lnTo>
                  <a:lnTo>
                    <a:pt x="14072" y="2257"/>
                  </a:lnTo>
                  <a:lnTo>
                    <a:pt x="14148" y="2181"/>
                  </a:lnTo>
                  <a:lnTo>
                    <a:pt x="14224" y="2105"/>
                  </a:lnTo>
                  <a:lnTo>
                    <a:pt x="14275" y="2004"/>
                  </a:lnTo>
                  <a:lnTo>
                    <a:pt x="14300" y="1902"/>
                  </a:lnTo>
                  <a:lnTo>
                    <a:pt x="14326" y="1801"/>
                  </a:lnTo>
                  <a:lnTo>
                    <a:pt x="14326" y="558"/>
                  </a:lnTo>
                  <a:lnTo>
                    <a:pt x="14300" y="457"/>
                  </a:lnTo>
                  <a:lnTo>
                    <a:pt x="14275" y="356"/>
                  </a:lnTo>
                  <a:lnTo>
                    <a:pt x="14224" y="254"/>
                  </a:lnTo>
                  <a:lnTo>
                    <a:pt x="14148" y="178"/>
                  </a:lnTo>
                  <a:lnTo>
                    <a:pt x="14072" y="102"/>
                  </a:lnTo>
                  <a:lnTo>
                    <a:pt x="13971" y="51"/>
                  </a:lnTo>
                  <a:lnTo>
                    <a:pt x="13869" y="26"/>
                  </a:lnTo>
                  <a:lnTo>
                    <a:pt x="137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5" name="Google Shape;7595;p37"/>
            <p:cNvSpPr/>
            <p:nvPr/>
          </p:nvSpPr>
          <p:spPr>
            <a:xfrm>
              <a:off x="7889050" y="1475325"/>
              <a:ext cx="110325" cy="146450"/>
            </a:xfrm>
            <a:custGeom>
              <a:avLst/>
              <a:gdLst/>
              <a:ahLst/>
              <a:cxnLst/>
              <a:rect l="l" t="t" r="r" b="b"/>
              <a:pathLst>
                <a:path w="4413" h="5858" extrusionOk="0">
                  <a:moveTo>
                    <a:pt x="0" y="1"/>
                  </a:moveTo>
                  <a:lnTo>
                    <a:pt x="2181" y="5858"/>
                  </a:lnTo>
                  <a:lnTo>
                    <a:pt x="441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6" name="Google Shape;7596;p37"/>
            <p:cNvSpPr/>
            <p:nvPr/>
          </p:nvSpPr>
          <p:spPr>
            <a:xfrm>
              <a:off x="7999350" y="1475325"/>
              <a:ext cx="110300" cy="146450"/>
            </a:xfrm>
            <a:custGeom>
              <a:avLst/>
              <a:gdLst/>
              <a:ahLst/>
              <a:cxnLst/>
              <a:rect l="l" t="t" r="r" b="b"/>
              <a:pathLst>
                <a:path w="4412" h="5858" extrusionOk="0">
                  <a:moveTo>
                    <a:pt x="0" y="1"/>
                  </a:moveTo>
                  <a:lnTo>
                    <a:pt x="2181" y="5858"/>
                  </a:lnTo>
                  <a:lnTo>
                    <a:pt x="441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7" name="Google Shape;7597;p37"/>
            <p:cNvSpPr/>
            <p:nvPr/>
          </p:nvSpPr>
          <p:spPr>
            <a:xfrm>
              <a:off x="7779375" y="1475325"/>
              <a:ext cx="109050" cy="146450"/>
            </a:xfrm>
            <a:custGeom>
              <a:avLst/>
              <a:gdLst/>
              <a:ahLst/>
              <a:cxnLst/>
              <a:rect l="l" t="t" r="r" b="b"/>
              <a:pathLst>
                <a:path w="4362" h="5858" extrusionOk="0">
                  <a:moveTo>
                    <a:pt x="1" y="1"/>
                  </a:moveTo>
                  <a:lnTo>
                    <a:pt x="1" y="77"/>
                  </a:lnTo>
                  <a:lnTo>
                    <a:pt x="2181" y="5858"/>
                  </a:lnTo>
                  <a:lnTo>
                    <a:pt x="436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8" name="Google Shape;7598;p37"/>
            <p:cNvSpPr/>
            <p:nvPr/>
          </p:nvSpPr>
          <p:spPr>
            <a:xfrm>
              <a:off x="8053850" y="1475325"/>
              <a:ext cx="55800" cy="146450"/>
            </a:xfrm>
            <a:custGeom>
              <a:avLst/>
              <a:gdLst/>
              <a:ahLst/>
              <a:cxnLst/>
              <a:rect l="l" t="t" r="r" b="b"/>
              <a:pathLst>
                <a:path w="2232" h="5858" extrusionOk="0">
                  <a:moveTo>
                    <a:pt x="2232" y="1"/>
                  </a:moveTo>
                  <a:lnTo>
                    <a:pt x="1" y="5858"/>
                  </a:lnTo>
                  <a:lnTo>
                    <a:pt x="2232" y="5858"/>
                  </a:lnTo>
                  <a:lnTo>
                    <a:pt x="223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9" name="Google Shape;7599;p37"/>
            <p:cNvSpPr/>
            <p:nvPr/>
          </p:nvSpPr>
          <p:spPr>
            <a:xfrm>
              <a:off x="7943550" y="1475325"/>
              <a:ext cx="110325" cy="146450"/>
            </a:xfrm>
            <a:custGeom>
              <a:avLst/>
              <a:gdLst/>
              <a:ahLst/>
              <a:cxnLst/>
              <a:rect l="l" t="t" r="r" b="b"/>
              <a:pathLst>
                <a:path w="4413" h="5858" extrusionOk="0">
                  <a:moveTo>
                    <a:pt x="2232" y="1"/>
                  </a:moveTo>
                  <a:lnTo>
                    <a:pt x="1" y="5858"/>
                  </a:lnTo>
                  <a:lnTo>
                    <a:pt x="4413" y="5858"/>
                  </a:lnTo>
                  <a:lnTo>
                    <a:pt x="223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0" name="Google Shape;7600;p37"/>
            <p:cNvSpPr/>
            <p:nvPr/>
          </p:nvSpPr>
          <p:spPr>
            <a:xfrm>
              <a:off x="7833900" y="1475325"/>
              <a:ext cx="109675" cy="146450"/>
            </a:xfrm>
            <a:custGeom>
              <a:avLst/>
              <a:gdLst/>
              <a:ahLst/>
              <a:cxnLst/>
              <a:rect l="l" t="t" r="r" b="b"/>
              <a:pathLst>
                <a:path w="4387" h="5858" extrusionOk="0">
                  <a:moveTo>
                    <a:pt x="2181" y="1"/>
                  </a:moveTo>
                  <a:lnTo>
                    <a:pt x="0" y="5858"/>
                  </a:lnTo>
                  <a:lnTo>
                    <a:pt x="4387" y="5858"/>
                  </a:lnTo>
                  <a:lnTo>
                    <a:pt x="220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1" name="Google Shape;7601;p37"/>
            <p:cNvSpPr/>
            <p:nvPr/>
          </p:nvSpPr>
          <p:spPr>
            <a:xfrm>
              <a:off x="7779375" y="1477225"/>
              <a:ext cx="54550" cy="144550"/>
            </a:xfrm>
            <a:custGeom>
              <a:avLst/>
              <a:gdLst/>
              <a:ahLst/>
              <a:cxnLst/>
              <a:rect l="l" t="t" r="r" b="b"/>
              <a:pathLst>
                <a:path w="2182" h="5782" extrusionOk="0">
                  <a:moveTo>
                    <a:pt x="1" y="1"/>
                  </a:moveTo>
                  <a:lnTo>
                    <a:pt x="1" y="5782"/>
                  </a:lnTo>
                  <a:lnTo>
                    <a:pt x="2181" y="578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2" name="Google Shape;7602;p37"/>
            <p:cNvSpPr/>
            <p:nvPr/>
          </p:nvSpPr>
          <p:spPr>
            <a:xfrm>
              <a:off x="7813625" y="1281375"/>
              <a:ext cx="280175" cy="98900"/>
            </a:xfrm>
            <a:custGeom>
              <a:avLst/>
              <a:gdLst/>
              <a:ahLst/>
              <a:cxnLst/>
              <a:rect l="l" t="t" r="r" b="b"/>
              <a:pathLst>
                <a:path w="11207" h="3956" extrusionOk="0">
                  <a:moveTo>
                    <a:pt x="10598" y="0"/>
                  </a:moveTo>
                  <a:lnTo>
                    <a:pt x="330" y="2992"/>
                  </a:lnTo>
                  <a:lnTo>
                    <a:pt x="254" y="3043"/>
                  </a:lnTo>
                  <a:lnTo>
                    <a:pt x="178" y="3093"/>
                  </a:lnTo>
                  <a:lnTo>
                    <a:pt x="102" y="3169"/>
                  </a:lnTo>
                  <a:lnTo>
                    <a:pt x="51" y="3245"/>
                  </a:lnTo>
                  <a:lnTo>
                    <a:pt x="25" y="3321"/>
                  </a:lnTo>
                  <a:lnTo>
                    <a:pt x="0" y="3423"/>
                  </a:lnTo>
                  <a:lnTo>
                    <a:pt x="0" y="3499"/>
                  </a:lnTo>
                  <a:lnTo>
                    <a:pt x="0" y="3600"/>
                  </a:lnTo>
                  <a:lnTo>
                    <a:pt x="76" y="3753"/>
                  </a:lnTo>
                  <a:lnTo>
                    <a:pt x="178" y="3854"/>
                  </a:lnTo>
                  <a:lnTo>
                    <a:pt x="330" y="3930"/>
                  </a:lnTo>
                  <a:lnTo>
                    <a:pt x="482" y="3955"/>
                  </a:lnTo>
                  <a:lnTo>
                    <a:pt x="609" y="3930"/>
                  </a:lnTo>
                  <a:lnTo>
                    <a:pt x="10852" y="938"/>
                  </a:lnTo>
                  <a:lnTo>
                    <a:pt x="10953" y="887"/>
                  </a:lnTo>
                  <a:lnTo>
                    <a:pt x="11029" y="837"/>
                  </a:lnTo>
                  <a:lnTo>
                    <a:pt x="11106" y="786"/>
                  </a:lnTo>
                  <a:lnTo>
                    <a:pt x="11156" y="710"/>
                  </a:lnTo>
                  <a:lnTo>
                    <a:pt x="11182" y="609"/>
                  </a:lnTo>
                  <a:lnTo>
                    <a:pt x="11207" y="532"/>
                  </a:lnTo>
                  <a:lnTo>
                    <a:pt x="11207" y="431"/>
                  </a:lnTo>
                  <a:lnTo>
                    <a:pt x="11182" y="330"/>
                  </a:lnTo>
                  <a:lnTo>
                    <a:pt x="11156" y="254"/>
                  </a:lnTo>
                  <a:lnTo>
                    <a:pt x="11106" y="177"/>
                  </a:lnTo>
                  <a:lnTo>
                    <a:pt x="11029" y="101"/>
                  </a:lnTo>
                  <a:lnTo>
                    <a:pt x="10953" y="51"/>
                  </a:lnTo>
                  <a:lnTo>
                    <a:pt x="10877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3" name="Google Shape;7603;p37"/>
            <p:cNvSpPr/>
            <p:nvPr/>
          </p:nvSpPr>
          <p:spPr>
            <a:xfrm>
              <a:off x="7793975" y="1281375"/>
              <a:ext cx="280175" cy="98900"/>
            </a:xfrm>
            <a:custGeom>
              <a:avLst/>
              <a:gdLst/>
              <a:ahLst/>
              <a:cxnLst/>
              <a:rect l="l" t="t" r="r" b="b"/>
              <a:pathLst>
                <a:path w="11207" h="3956" extrusionOk="0">
                  <a:moveTo>
                    <a:pt x="330" y="0"/>
                  </a:moveTo>
                  <a:lnTo>
                    <a:pt x="254" y="51"/>
                  </a:lnTo>
                  <a:lnTo>
                    <a:pt x="178" y="101"/>
                  </a:lnTo>
                  <a:lnTo>
                    <a:pt x="102" y="177"/>
                  </a:lnTo>
                  <a:lnTo>
                    <a:pt x="51" y="254"/>
                  </a:lnTo>
                  <a:lnTo>
                    <a:pt x="25" y="330"/>
                  </a:lnTo>
                  <a:lnTo>
                    <a:pt x="0" y="431"/>
                  </a:lnTo>
                  <a:lnTo>
                    <a:pt x="0" y="532"/>
                  </a:lnTo>
                  <a:lnTo>
                    <a:pt x="25" y="609"/>
                  </a:lnTo>
                  <a:lnTo>
                    <a:pt x="51" y="710"/>
                  </a:lnTo>
                  <a:lnTo>
                    <a:pt x="102" y="786"/>
                  </a:lnTo>
                  <a:lnTo>
                    <a:pt x="178" y="837"/>
                  </a:lnTo>
                  <a:lnTo>
                    <a:pt x="254" y="887"/>
                  </a:lnTo>
                  <a:lnTo>
                    <a:pt x="355" y="938"/>
                  </a:lnTo>
                  <a:lnTo>
                    <a:pt x="10598" y="3930"/>
                  </a:lnTo>
                  <a:lnTo>
                    <a:pt x="10725" y="3955"/>
                  </a:lnTo>
                  <a:lnTo>
                    <a:pt x="10877" y="3930"/>
                  </a:lnTo>
                  <a:lnTo>
                    <a:pt x="11004" y="3854"/>
                  </a:lnTo>
                  <a:lnTo>
                    <a:pt x="11131" y="3753"/>
                  </a:lnTo>
                  <a:lnTo>
                    <a:pt x="11182" y="3600"/>
                  </a:lnTo>
                  <a:lnTo>
                    <a:pt x="11207" y="3499"/>
                  </a:lnTo>
                  <a:lnTo>
                    <a:pt x="11207" y="3423"/>
                  </a:lnTo>
                  <a:lnTo>
                    <a:pt x="11182" y="3321"/>
                  </a:lnTo>
                  <a:lnTo>
                    <a:pt x="11156" y="3245"/>
                  </a:lnTo>
                  <a:lnTo>
                    <a:pt x="11106" y="3169"/>
                  </a:lnTo>
                  <a:lnTo>
                    <a:pt x="11029" y="3093"/>
                  </a:lnTo>
                  <a:lnTo>
                    <a:pt x="10953" y="3043"/>
                  </a:lnTo>
                  <a:lnTo>
                    <a:pt x="10852" y="2992"/>
                  </a:lnTo>
                  <a:lnTo>
                    <a:pt x="60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4" name="Google Shape;7604;p37"/>
            <p:cNvSpPr/>
            <p:nvPr/>
          </p:nvSpPr>
          <p:spPr>
            <a:xfrm>
              <a:off x="7800300" y="1342850"/>
              <a:ext cx="50100" cy="50100"/>
            </a:xfrm>
            <a:custGeom>
              <a:avLst/>
              <a:gdLst/>
              <a:ahLst/>
              <a:cxnLst/>
              <a:rect l="l" t="t" r="r" b="b"/>
              <a:pathLst>
                <a:path w="2004" h="2004" extrusionOk="0">
                  <a:moveTo>
                    <a:pt x="1015" y="0"/>
                  </a:moveTo>
                  <a:lnTo>
                    <a:pt x="812" y="26"/>
                  </a:lnTo>
                  <a:lnTo>
                    <a:pt x="609" y="76"/>
                  </a:lnTo>
                  <a:lnTo>
                    <a:pt x="457" y="178"/>
                  </a:lnTo>
                  <a:lnTo>
                    <a:pt x="305" y="305"/>
                  </a:lnTo>
                  <a:lnTo>
                    <a:pt x="178" y="457"/>
                  </a:lnTo>
                  <a:lnTo>
                    <a:pt x="77" y="609"/>
                  </a:lnTo>
                  <a:lnTo>
                    <a:pt x="26" y="812"/>
                  </a:lnTo>
                  <a:lnTo>
                    <a:pt x="1" y="1015"/>
                  </a:lnTo>
                  <a:lnTo>
                    <a:pt x="26" y="1217"/>
                  </a:lnTo>
                  <a:lnTo>
                    <a:pt x="77" y="1395"/>
                  </a:lnTo>
                  <a:lnTo>
                    <a:pt x="178" y="1572"/>
                  </a:lnTo>
                  <a:lnTo>
                    <a:pt x="305" y="1725"/>
                  </a:lnTo>
                  <a:lnTo>
                    <a:pt x="457" y="1826"/>
                  </a:lnTo>
                  <a:lnTo>
                    <a:pt x="609" y="1927"/>
                  </a:lnTo>
                  <a:lnTo>
                    <a:pt x="812" y="1978"/>
                  </a:lnTo>
                  <a:lnTo>
                    <a:pt x="1015" y="2003"/>
                  </a:lnTo>
                  <a:lnTo>
                    <a:pt x="1218" y="1978"/>
                  </a:lnTo>
                  <a:lnTo>
                    <a:pt x="1395" y="1927"/>
                  </a:lnTo>
                  <a:lnTo>
                    <a:pt x="1573" y="1826"/>
                  </a:lnTo>
                  <a:lnTo>
                    <a:pt x="1725" y="1725"/>
                  </a:lnTo>
                  <a:lnTo>
                    <a:pt x="1826" y="1572"/>
                  </a:lnTo>
                  <a:lnTo>
                    <a:pt x="1928" y="1395"/>
                  </a:lnTo>
                  <a:lnTo>
                    <a:pt x="1978" y="1217"/>
                  </a:lnTo>
                  <a:lnTo>
                    <a:pt x="2004" y="1015"/>
                  </a:lnTo>
                  <a:lnTo>
                    <a:pt x="1978" y="812"/>
                  </a:lnTo>
                  <a:lnTo>
                    <a:pt x="1928" y="609"/>
                  </a:lnTo>
                  <a:lnTo>
                    <a:pt x="1826" y="457"/>
                  </a:lnTo>
                  <a:lnTo>
                    <a:pt x="1725" y="305"/>
                  </a:lnTo>
                  <a:lnTo>
                    <a:pt x="1573" y="178"/>
                  </a:lnTo>
                  <a:lnTo>
                    <a:pt x="1395" y="76"/>
                  </a:lnTo>
                  <a:lnTo>
                    <a:pt x="1218" y="26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5" name="Google Shape;7605;p37"/>
            <p:cNvSpPr/>
            <p:nvPr/>
          </p:nvSpPr>
          <p:spPr>
            <a:xfrm>
              <a:off x="8013275" y="1342850"/>
              <a:ext cx="60875" cy="37425"/>
            </a:xfrm>
            <a:custGeom>
              <a:avLst/>
              <a:gdLst/>
              <a:ahLst/>
              <a:cxnLst/>
              <a:rect l="l" t="t" r="r" b="b"/>
              <a:pathLst>
                <a:path w="2435" h="1497" extrusionOk="0">
                  <a:moveTo>
                    <a:pt x="254" y="0"/>
                  </a:moveTo>
                  <a:lnTo>
                    <a:pt x="153" y="229"/>
                  </a:lnTo>
                  <a:lnTo>
                    <a:pt x="77" y="457"/>
                  </a:lnTo>
                  <a:lnTo>
                    <a:pt x="26" y="685"/>
                  </a:lnTo>
                  <a:lnTo>
                    <a:pt x="1" y="939"/>
                  </a:lnTo>
                  <a:lnTo>
                    <a:pt x="1826" y="1471"/>
                  </a:lnTo>
                  <a:lnTo>
                    <a:pt x="1953" y="1496"/>
                  </a:lnTo>
                  <a:lnTo>
                    <a:pt x="2105" y="1471"/>
                  </a:lnTo>
                  <a:lnTo>
                    <a:pt x="2232" y="1395"/>
                  </a:lnTo>
                  <a:lnTo>
                    <a:pt x="2359" y="1294"/>
                  </a:lnTo>
                  <a:lnTo>
                    <a:pt x="2410" y="1141"/>
                  </a:lnTo>
                  <a:lnTo>
                    <a:pt x="2435" y="1040"/>
                  </a:lnTo>
                  <a:lnTo>
                    <a:pt x="2435" y="964"/>
                  </a:lnTo>
                  <a:lnTo>
                    <a:pt x="2410" y="862"/>
                  </a:lnTo>
                  <a:lnTo>
                    <a:pt x="2384" y="786"/>
                  </a:lnTo>
                  <a:lnTo>
                    <a:pt x="2334" y="710"/>
                  </a:lnTo>
                  <a:lnTo>
                    <a:pt x="2257" y="634"/>
                  </a:lnTo>
                  <a:lnTo>
                    <a:pt x="2181" y="584"/>
                  </a:lnTo>
                  <a:lnTo>
                    <a:pt x="2080" y="533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6" name="Google Shape;7606;p37"/>
            <p:cNvSpPr/>
            <p:nvPr/>
          </p:nvSpPr>
          <p:spPr>
            <a:xfrm>
              <a:off x="8037375" y="1342850"/>
              <a:ext cx="49475" cy="50100"/>
            </a:xfrm>
            <a:custGeom>
              <a:avLst/>
              <a:gdLst/>
              <a:ahLst/>
              <a:cxnLst/>
              <a:rect l="l" t="t" r="r" b="b"/>
              <a:pathLst>
                <a:path w="1979" h="2004" extrusionOk="0">
                  <a:moveTo>
                    <a:pt x="989" y="0"/>
                  </a:moveTo>
                  <a:lnTo>
                    <a:pt x="786" y="26"/>
                  </a:lnTo>
                  <a:lnTo>
                    <a:pt x="609" y="76"/>
                  </a:lnTo>
                  <a:lnTo>
                    <a:pt x="431" y="178"/>
                  </a:lnTo>
                  <a:lnTo>
                    <a:pt x="279" y="305"/>
                  </a:lnTo>
                  <a:lnTo>
                    <a:pt x="153" y="457"/>
                  </a:lnTo>
                  <a:lnTo>
                    <a:pt x="76" y="609"/>
                  </a:lnTo>
                  <a:lnTo>
                    <a:pt x="26" y="812"/>
                  </a:lnTo>
                  <a:lnTo>
                    <a:pt x="0" y="1015"/>
                  </a:lnTo>
                  <a:lnTo>
                    <a:pt x="26" y="1217"/>
                  </a:lnTo>
                  <a:lnTo>
                    <a:pt x="76" y="1395"/>
                  </a:lnTo>
                  <a:lnTo>
                    <a:pt x="153" y="1572"/>
                  </a:lnTo>
                  <a:lnTo>
                    <a:pt x="279" y="1725"/>
                  </a:lnTo>
                  <a:lnTo>
                    <a:pt x="431" y="1826"/>
                  </a:lnTo>
                  <a:lnTo>
                    <a:pt x="609" y="1927"/>
                  </a:lnTo>
                  <a:lnTo>
                    <a:pt x="786" y="1978"/>
                  </a:lnTo>
                  <a:lnTo>
                    <a:pt x="989" y="2003"/>
                  </a:lnTo>
                  <a:lnTo>
                    <a:pt x="1192" y="1978"/>
                  </a:lnTo>
                  <a:lnTo>
                    <a:pt x="1370" y="1927"/>
                  </a:lnTo>
                  <a:lnTo>
                    <a:pt x="1547" y="1826"/>
                  </a:lnTo>
                  <a:lnTo>
                    <a:pt x="1699" y="1725"/>
                  </a:lnTo>
                  <a:lnTo>
                    <a:pt x="1826" y="1572"/>
                  </a:lnTo>
                  <a:lnTo>
                    <a:pt x="1902" y="1395"/>
                  </a:lnTo>
                  <a:lnTo>
                    <a:pt x="1978" y="1217"/>
                  </a:lnTo>
                  <a:lnTo>
                    <a:pt x="1978" y="1015"/>
                  </a:lnTo>
                  <a:lnTo>
                    <a:pt x="1978" y="812"/>
                  </a:lnTo>
                  <a:lnTo>
                    <a:pt x="1902" y="609"/>
                  </a:lnTo>
                  <a:lnTo>
                    <a:pt x="1826" y="457"/>
                  </a:lnTo>
                  <a:lnTo>
                    <a:pt x="1699" y="305"/>
                  </a:lnTo>
                  <a:lnTo>
                    <a:pt x="1547" y="178"/>
                  </a:lnTo>
                  <a:lnTo>
                    <a:pt x="1370" y="76"/>
                  </a:lnTo>
                  <a:lnTo>
                    <a:pt x="1192" y="26"/>
                  </a:lnTo>
                  <a:lnTo>
                    <a:pt x="9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07" name="Google Shape;7607;p37"/>
          <p:cNvGrpSpPr/>
          <p:nvPr/>
        </p:nvGrpSpPr>
        <p:grpSpPr>
          <a:xfrm>
            <a:off x="1765411" y="1318803"/>
            <a:ext cx="334106" cy="365765"/>
            <a:chOff x="1015950" y="1974825"/>
            <a:chExt cx="367675" cy="399350"/>
          </a:xfrm>
        </p:grpSpPr>
        <p:sp>
          <p:nvSpPr>
            <p:cNvPr id="7608" name="Google Shape;7608;p37"/>
            <p:cNvSpPr/>
            <p:nvPr/>
          </p:nvSpPr>
          <p:spPr>
            <a:xfrm>
              <a:off x="1015950" y="2015375"/>
              <a:ext cx="50100" cy="100200"/>
            </a:xfrm>
            <a:custGeom>
              <a:avLst/>
              <a:gdLst/>
              <a:ahLst/>
              <a:cxnLst/>
              <a:rect l="l" t="t" r="r" b="b"/>
              <a:pathLst>
                <a:path w="2004" h="4008" extrusionOk="0">
                  <a:moveTo>
                    <a:pt x="559" y="1"/>
                  </a:moveTo>
                  <a:lnTo>
                    <a:pt x="432" y="52"/>
                  </a:lnTo>
                  <a:lnTo>
                    <a:pt x="305" y="128"/>
                  </a:lnTo>
                  <a:lnTo>
                    <a:pt x="204" y="204"/>
                  </a:lnTo>
                  <a:lnTo>
                    <a:pt x="128" y="305"/>
                  </a:lnTo>
                  <a:lnTo>
                    <a:pt x="52" y="432"/>
                  </a:lnTo>
                  <a:lnTo>
                    <a:pt x="26" y="559"/>
                  </a:lnTo>
                  <a:lnTo>
                    <a:pt x="1" y="686"/>
                  </a:lnTo>
                  <a:lnTo>
                    <a:pt x="1" y="812"/>
                  </a:lnTo>
                  <a:lnTo>
                    <a:pt x="26" y="964"/>
                  </a:lnTo>
                  <a:lnTo>
                    <a:pt x="128" y="1243"/>
                  </a:lnTo>
                  <a:lnTo>
                    <a:pt x="305" y="1548"/>
                  </a:lnTo>
                  <a:lnTo>
                    <a:pt x="508" y="1877"/>
                  </a:lnTo>
                  <a:lnTo>
                    <a:pt x="787" y="2207"/>
                  </a:lnTo>
                  <a:lnTo>
                    <a:pt x="812" y="2283"/>
                  </a:lnTo>
                  <a:lnTo>
                    <a:pt x="812" y="2334"/>
                  </a:lnTo>
                  <a:lnTo>
                    <a:pt x="812" y="2410"/>
                  </a:lnTo>
                  <a:lnTo>
                    <a:pt x="762" y="2460"/>
                  </a:lnTo>
                  <a:lnTo>
                    <a:pt x="635" y="2587"/>
                  </a:lnTo>
                  <a:lnTo>
                    <a:pt x="483" y="2739"/>
                  </a:lnTo>
                  <a:lnTo>
                    <a:pt x="330" y="2917"/>
                  </a:lnTo>
                  <a:lnTo>
                    <a:pt x="178" y="3120"/>
                  </a:lnTo>
                  <a:lnTo>
                    <a:pt x="128" y="3272"/>
                  </a:lnTo>
                  <a:lnTo>
                    <a:pt x="128" y="3449"/>
                  </a:lnTo>
                  <a:lnTo>
                    <a:pt x="153" y="3601"/>
                  </a:lnTo>
                  <a:lnTo>
                    <a:pt x="229" y="3754"/>
                  </a:lnTo>
                  <a:lnTo>
                    <a:pt x="254" y="3754"/>
                  </a:lnTo>
                  <a:lnTo>
                    <a:pt x="330" y="3855"/>
                  </a:lnTo>
                  <a:lnTo>
                    <a:pt x="407" y="3906"/>
                  </a:lnTo>
                  <a:lnTo>
                    <a:pt x="508" y="3956"/>
                  </a:lnTo>
                  <a:lnTo>
                    <a:pt x="609" y="4007"/>
                  </a:lnTo>
                  <a:lnTo>
                    <a:pt x="838" y="4007"/>
                  </a:lnTo>
                  <a:lnTo>
                    <a:pt x="939" y="3982"/>
                  </a:lnTo>
                  <a:lnTo>
                    <a:pt x="1040" y="3931"/>
                  </a:lnTo>
                  <a:lnTo>
                    <a:pt x="1243" y="3804"/>
                  </a:lnTo>
                  <a:lnTo>
                    <a:pt x="1471" y="3703"/>
                  </a:lnTo>
                  <a:lnTo>
                    <a:pt x="1725" y="3627"/>
                  </a:lnTo>
                  <a:lnTo>
                    <a:pt x="2004" y="3601"/>
                  </a:lnTo>
                  <a:lnTo>
                    <a:pt x="1928" y="787"/>
                  </a:lnTo>
                  <a:lnTo>
                    <a:pt x="1725" y="660"/>
                  </a:lnTo>
                  <a:lnTo>
                    <a:pt x="1522" y="483"/>
                  </a:lnTo>
                  <a:lnTo>
                    <a:pt x="1319" y="255"/>
                  </a:lnTo>
                  <a:lnTo>
                    <a:pt x="1218" y="178"/>
                  </a:lnTo>
                  <a:lnTo>
                    <a:pt x="1116" y="102"/>
                  </a:lnTo>
                  <a:lnTo>
                    <a:pt x="1015" y="52"/>
                  </a:lnTo>
                  <a:lnTo>
                    <a:pt x="91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9" name="Google Shape;7609;p37"/>
            <p:cNvSpPr/>
            <p:nvPr/>
          </p:nvSpPr>
          <p:spPr>
            <a:xfrm>
              <a:off x="1029900" y="2127575"/>
              <a:ext cx="353725" cy="246600"/>
            </a:xfrm>
            <a:custGeom>
              <a:avLst/>
              <a:gdLst/>
              <a:ahLst/>
              <a:cxnLst/>
              <a:rect l="l" t="t" r="r" b="b"/>
              <a:pathLst>
                <a:path w="14149" h="9864" extrusionOk="0">
                  <a:moveTo>
                    <a:pt x="7734" y="1"/>
                  </a:moveTo>
                  <a:lnTo>
                    <a:pt x="2257" y="305"/>
                  </a:lnTo>
                  <a:lnTo>
                    <a:pt x="2156" y="406"/>
                  </a:lnTo>
                  <a:lnTo>
                    <a:pt x="1902" y="685"/>
                  </a:lnTo>
                  <a:lnTo>
                    <a:pt x="1547" y="1142"/>
                  </a:lnTo>
                  <a:lnTo>
                    <a:pt x="1344" y="1421"/>
                  </a:lnTo>
                  <a:lnTo>
                    <a:pt x="1116" y="1725"/>
                  </a:lnTo>
                  <a:lnTo>
                    <a:pt x="913" y="2080"/>
                  </a:lnTo>
                  <a:lnTo>
                    <a:pt x="711" y="2460"/>
                  </a:lnTo>
                  <a:lnTo>
                    <a:pt x="508" y="2866"/>
                  </a:lnTo>
                  <a:lnTo>
                    <a:pt x="356" y="3297"/>
                  </a:lnTo>
                  <a:lnTo>
                    <a:pt x="204" y="3753"/>
                  </a:lnTo>
                  <a:lnTo>
                    <a:pt x="77" y="4235"/>
                  </a:lnTo>
                  <a:lnTo>
                    <a:pt x="26" y="4717"/>
                  </a:lnTo>
                  <a:lnTo>
                    <a:pt x="1" y="5224"/>
                  </a:lnTo>
                  <a:lnTo>
                    <a:pt x="1" y="5528"/>
                  </a:lnTo>
                  <a:lnTo>
                    <a:pt x="26" y="5807"/>
                  </a:lnTo>
                  <a:lnTo>
                    <a:pt x="51" y="6061"/>
                  </a:lnTo>
                  <a:lnTo>
                    <a:pt x="102" y="6340"/>
                  </a:lnTo>
                  <a:lnTo>
                    <a:pt x="254" y="6821"/>
                  </a:lnTo>
                  <a:lnTo>
                    <a:pt x="432" y="7278"/>
                  </a:lnTo>
                  <a:lnTo>
                    <a:pt x="660" y="7709"/>
                  </a:lnTo>
                  <a:lnTo>
                    <a:pt x="939" y="8089"/>
                  </a:lnTo>
                  <a:lnTo>
                    <a:pt x="1268" y="8419"/>
                  </a:lnTo>
                  <a:lnTo>
                    <a:pt x="1598" y="8723"/>
                  </a:lnTo>
                  <a:lnTo>
                    <a:pt x="1978" y="9002"/>
                  </a:lnTo>
                  <a:lnTo>
                    <a:pt x="2384" y="9230"/>
                  </a:lnTo>
                  <a:lnTo>
                    <a:pt x="2815" y="9407"/>
                  </a:lnTo>
                  <a:lnTo>
                    <a:pt x="3246" y="9585"/>
                  </a:lnTo>
                  <a:lnTo>
                    <a:pt x="3703" y="9686"/>
                  </a:lnTo>
                  <a:lnTo>
                    <a:pt x="4184" y="9788"/>
                  </a:lnTo>
                  <a:lnTo>
                    <a:pt x="4641" y="9839"/>
                  </a:lnTo>
                  <a:lnTo>
                    <a:pt x="5122" y="9864"/>
                  </a:lnTo>
                  <a:lnTo>
                    <a:pt x="7125" y="9864"/>
                  </a:lnTo>
                  <a:lnTo>
                    <a:pt x="7480" y="9839"/>
                  </a:lnTo>
                  <a:lnTo>
                    <a:pt x="7835" y="9813"/>
                  </a:lnTo>
                  <a:lnTo>
                    <a:pt x="8190" y="9762"/>
                  </a:lnTo>
                  <a:lnTo>
                    <a:pt x="8520" y="9712"/>
                  </a:lnTo>
                  <a:lnTo>
                    <a:pt x="8850" y="9636"/>
                  </a:lnTo>
                  <a:lnTo>
                    <a:pt x="9179" y="9534"/>
                  </a:lnTo>
                  <a:lnTo>
                    <a:pt x="9509" y="9433"/>
                  </a:lnTo>
                  <a:lnTo>
                    <a:pt x="9838" y="9306"/>
                  </a:lnTo>
                  <a:lnTo>
                    <a:pt x="10143" y="9179"/>
                  </a:lnTo>
                  <a:lnTo>
                    <a:pt x="10447" y="9027"/>
                  </a:lnTo>
                  <a:lnTo>
                    <a:pt x="10726" y="8850"/>
                  </a:lnTo>
                  <a:lnTo>
                    <a:pt x="11005" y="8672"/>
                  </a:lnTo>
                  <a:lnTo>
                    <a:pt x="11284" y="8469"/>
                  </a:lnTo>
                  <a:lnTo>
                    <a:pt x="11563" y="8267"/>
                  </a:lnTo>
                  <a:lnTo>
                    <a:pt x="11816" y="8064"/>
                  </a:lnTo>
                  <a:lnTo>
                    <a:pt x="12044" y="7835"/>
                  </a:lnTo>
                  <a:lnTo>
                    <a:pt x="12298" y="7582"/>
                  </a:lnTo>
                  <a:lnTo>
                    <a:pt x="12501" y="7328"/>
                  </a:lnTo>
                  <a:lnTo>
                    <a:pt x="12703" y="7075"/>
                  </a:lnTo>
                  <a:lnTo>
                    <a:pt x="12906" y="6796"/>
                  </a:lnTo>
                  <a:lnTo>
                    <a:pt x="13084" y="6517"/>
                  </a:lnTo>
                  <a:lnTo>
                    <a:pt x="13261" y="6238"/>
                  </a:lnTo>
                  <a:lnTo>
                    <a:pt x="13413" y="5934"/>
                  </a:lnTo>
                  <a:lnTo>
                    <a:pt x="13566" y="5630"/>
                  </a:lnTo>
                  <a:lnTo>
                    <a:pt x="13692" y="5325"/>
                  </a:lnTo>
                  <a:lnTo>
                    <a:pt x="13794" y="4996"/>
                  </a:lnTo>
                  <a:lnTo>
                    <a:pt x="13895" y="4666"/>
                  </a:lnTo>
                  <a:lnTo>
                    <a:pt x="13971" y="4337"/>
                  </a:lnTo>
                  <a:lnTo>
                    <a:pt x="14047" y="3982"/>
                  </a:lnTo>
                  <a:lnTo>
                    <a:pt x="14098" y="3627"/>
                  </a:lnTo>
                  <a:lnTo>
                    <a:pt x="14123" y="3297"/>
                  </a:lnTo>
                  <a:lnTo>
                    <a:pt x="14149" y="2917"/>
                  </a:lnTo>
                  <a:lnTo>
                    <a:pt x="14149" y="2841"/>
                  </a:lnTo>
                  <a:lnTo>
                    <a:pt x="14123" y="2663"/>
                  </a:lnTo>
                  <a:lnTo>
                    <a:pt x="14022" y="2486"/>
                  </a:lnTo>
                  <a:lnTo>
                    <a:pt x="13921" y="2333"/>
                  </a:lnTo>
                  <a:lnTo>
                    <a:pt x="13743" y="2232"/>
                  </a:lnTo>
                  <a:lnTo>
                    <a:pt x="13616" y="2181"/>
                  </a:lnTo>
                  <a:lnTo>
                    <a:pt x="13337" y="2181"/>
                  </a:lnTo>
                  <a:lnTo>
                    <a:pt x="13211" y="2232"/>
                  </a:lnTo>
                  <a:lnTo>
                    <a:pt x="12881" y="2359"/>
                  </a:lnTo>
                  <a:lnTo>
                    <a:pt x="12653" y="2410"/>
                  </a:lnTo>
                  <a:lnTo>
                    <a:pt x="12399" y="2435"/>
                  </a:lnTo>
                  <a:lnTo>
                    <a:pt x="12120" y="2460"/>
                  </a:lnTo>
                  <a:lnTo>
                    <a:pt x="11841" y="2486"/>
                  </a:lnTo>
                  <a:lnTo>
                    <a:pt x="11512" y="2460"/>
                  </a:lnTo>
                  <a:lnTo>
                    <a:pt x="11157" y="2384"/>
                  </a:lnTo>
                  <a:lnTo>
                    <a:pt x="10777" y="2283"/>
                  </a:lnTo>
                  <a:lnTo>
                    <a:pt x="10396" y="2156"/>
                  </a:lnTo>
                  <a:lnTo>
                    <a:pt x="9991" y="1953"/>
                  </a:lnTo>
                  <a:lnTo>
                    <a:pt x="9559" y="1700"/>
                  </a:lnTo>
                  <a:lnTo>
                    <a:pt x="9128" y="1370"/>
                  </a:lnTo>
                  <a:lnTo>
                    <a:pt x="8672" y="990"/>
                  </a:lnTo>
                  <a:lnTo>
                    <a:pt x="8216" y="533"/>
                  </a:lnTo>
                  <a:lnTo>
                    <a:pt x="773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0" name="Google Shape;7610;p37"/>
            <p:cNvSpPr/>
            <p:nvPr/>
          </p:nvSpPr>
          <p:spPr>
            <a:xfrm>
              <a:off x="1029900" y="2127575"/>
              <a:ext cx="194625" cy="246600"/>
            </a:xfrm>
            <a:custGeom>
              <a:avLst/>
              <a:gdLst/>
              <a:ahLst/>
              <a:cxnLst/>
              <a:rect l="l" t="t" r="r" b="b"/>
              <a:pathLst>
                <a:path w="7785" h="9864" extrusionOk="0">
                  <a:moveTo>
                    <a:pt x="7734" y="1"/>
                  </a:moveTo>
                  <a:lnTo>
                    <a:pt x="2257" y="305"/>
                  </a:lnTo>
                  <a:lnTo>
                    <a:pt x="2156" y="406"/>
                  </a:lnTo>
                  <a:lnTo>
                    <a:pt x="1902" y="685"/>
                  </a:lnTo>
                  <a:lnTo>
                    <a:pt x="1547" y="1142"/>
                  </a:lnTo>
                  <a:lnTo>
                    <a:pt x="1344" y="1421"/>
                  </a:lnTo>
                  <a:lnTo>
                    <a:pt x="1116" y="1725"/>
                  </a:lnTo>
                  <a:lnTo>
                    <a:pt x="913" y="2080"/>
                  </a:lnTo>
                  <a:lnTo>
                    <a:pt x="711" y="2460"/>
                  </a:lnTo>
                  <a:lnTo>
                    <a:pt x="508" y="2866"/>
                  </a:lnTo>
                  <a:lnTo>
                    <a:pt x="356" y="3297"/>
                  </a:lnTo>
                  <a:lnTo>
                    <a:pt x="204" y="3753"/>
                  </a:lnTo>
                  <a:lnTo>
                    <a:pt x="77" y="4235"/>
                  </a:lnTo>
                  <a:lnTo>
                    <a:pt x="26" y="4717"/>
                  </a:lnTo>
                  <a:lnTo>
                    <a:pt x="1" y="5224"/>
                  </a:lnTo>
                  <a:lnTo>
                    <a:pt x="1" y="5528"/>
                  </a:lnTo>
                  <a:lnTo>
                    <a:pt x="26" y="5807"/>
                  </a:lnTo>
                  <a:lnTo>
                    <a:pt x="51" y="6061"/>
                  </a:lnTo>
                  <a:lnTo>
                    <a:pt x="102" y="6340"/>
                  </a:lnTo>
                  <a:lnTo>
                    <a:pt x="254" y="6821"/>
                  </a:lnTo>
                  <a:lnTo>
                    <a:pt x="432" y="7278"/>
                  </a:lnTo>
                  <a:lnTo>
                    <a:pt x="660" y="7709"/>
                  </a:lnTo>
                  <a:lnTo>
                    <a:pt x="939" y="8089"/>
                  </a:lnTo>
                  <a:lnTo>
                    <a:pt x="1268" y="8419"/>
                  </a:lnTo>
                  <a:lnTo>
                    <a:pt x="1598" y="8723"/>
                  </a:lnTo>
                  <a:lnTo>
                    <a:pt x="1978" y="9002"/>
                  </a:lnTo>
                  <a:lnTo>
                    <a:pt x="2384" y="9230"/>
                  </a:lnTo>
                  <a:lnTo>
                    <a:pt x="2815" y="9407"/>
                  </a:lnTo>
                  <a:lnTo>
                    <a:pt x="3246" y="9585"/>
                  </a:lnTo>
                  <a:lnTo>
                    <a:pt x="3703" y="9686"/>
                  </a:lnTo>
                  <a:lnTo>
                    <a:pt x="4184" y="9788"/>
                  </a:lnTo>
                  <a:lnTo>
                    <a:pt x="4641" y="9839"/>
                  </a:lnTo>
                  <a:lnTo>
                    <a:pt x="5122" y="9864"/>
                  </a:lnTo>
                  <a:lnTo>
                    <a:pt x="6086" y="9864"/>
                  </a:lnTo>
                  <a:lnTo>
                    <a:pt x="5629" y="9839"/>
                  </a:lnTo>
                  <a:lnTo>
                    <a:pt x="5148" y="9788"/>
                  </a:lnTo>
                  <a:lnTo>
                    <a:pt x="4691" y="9686"/>
                  </a:lnTo>
                  <a:lnTo>
                    <a:pt x="4235" y="9585"/>
                  </a:lnTo>
                  <a:lnTo>
                    <a:pt x="3779" y="9407"/>
                  </a:lnTo>
                  <a:lnTo>
                    <a:pt x="3348" y="9230"/>
                  </a:lnTo>
                  <a:lnTo>
                    <a:pt x="2967" y="9002"/>
                  </a:lnTo>
                  <a:lnTo>
                    <a:pt x="2587" y="8723"/>
                  </a:lnTo>
                  <a:lnTo>
                    <a:pt x="2232" y="8419"/>
                  </a:lnTo>
                  <a:lnTo>
                    <a:pt x="1928" y="8089"/>
                  </a:lnTo>
                  <a:lnTo>
                    <a:pt x="1649" y="7709"/>
                  </a:lnTo>
                  <a:lnTo>
                    <a:pt x="1395" y="7278"/>
                  </a:lnTo>
                  <a:lnTo>
                    <a:pt x="1218" y="6821"/>
                  </a:lnTo>
                  <a:lnTo>
                    <a:pt x="1091" y="6340"/>
                  </a:lnTo>
                  <a:lnTo>
                    <a:pt x="1040" y="6061"/>
                  </a:lnTo>
                  <a:lnTo>
                    <a:pt x="990" y="5807"/>
                  </a:lnTo>
                  <a:lnTo>
                    <a:pt x="964" y="5528"/>
                  </a:lnTo>
                  <a:lnTo>
                    <a:pt x="964" y="5224"/>
                  </a:lnTo>
                  <a:lnTo>
                    <a:pt x="990" y="4717"/>
                  </a:lnTo>
                  <a:lnTo>
                    <a:pt x="1066" y="4235"/>
                  </a:lnTo>
                  <a:lnTo>
                    <a:pt x="1167" y="3753"/>
                  </a:lnTo>
                  <a:lnTo>
                    <a:pt x="1319" y="3297"/>
                  </a:lnTo>
                  <a:lnTo>
                    <a:pt x="1497" y="2866"/>
                  </a:lnTo>
                  <a:lnTo>
                    <a:pt x="1674" y="2460"/>
                  </a:lnTo>
                  <a:lnTo>
                    <a:pt x="1877" y="2080"/>
                  </a:lnTo>
                  <a:lnTo>
                    <a:pt x="2105" y="1725"/>
                  </a:lnTo>
                  <a:lnTo>
                    <a:pt x="2308" y="1421"/>
                  </a:lnTo>
                  <a:lnTo>
                    <a:pt x="2511" y="1142"/>
                  </a:lnTo>
                  <a:lnTo>
                    <a:pt x="2866" y="685"/>
                  </a:lnTo>
                  <a:lnTo>
                    <a:pt x="3119" y="406"/>
                  </a:lnTo>
                  <a:lnTo>
                    <a:pt x="3221" y="305"/>
                  </a:lnTo>
                  <a:lnTo>
                    <a:pt x="7785" y="52"/>
                  </a:lnTo>
                  <a:lnTo>
                    <a:pt x="7734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1" name="Google Shape;7611;p37"/>
            <p:cNvSpPr/>
            <p:nvPr/>
          </p:nvSpPr>
          <p:spPr>
            <a:xfrm>
              <a:off x="1073000" y="2127575"/>
              <a:ext cx="163575" cy="53900"/>
            </a:xfrm>
            <a:custGeom>
              <a:avLst/>
              <a:gdLst/>
              <a:ahLst/>
              <a:cxnLst/>
              <a:rect l="l" t="t" r="r" b="b"/>
              <a:pathLst>
                <a:path w="6543" h="2156" extrusionOk="0">
                  <a:moveTo>
                    <a:pt x="6010" y="1"/>
                  </a:moveTo>
                  <a:lnTo>
                    <a:pt x="533" y="305"/>
                  </a:lnTo>
                  <a:lnTo>
                    <a:pt x="381" y="457"/>
                  </a:lnTo>
                  <a:lnTo>
                    <a:pt x="1" y="888"/>
                  </a:lnTo>
                  <a:lnTo>
                    <a:pt x="330" y="1167"/>
                  </a:lnTo>
                  <a:lnTo>
                    <a:pt x="660" y="1421"/>
                  </a:lnTo>
                  <a:lnTo>
                    <a:pt x="1040" y="1649"/>
                  </a:lnTo>
                  <a:lnTo>
                    <a:pt x="1421" y="1826"/>
                  </a:lnTo>
                  <a:lnTo>
                    <a:pt x="1826" y="1953"/>
                  </a:lnTo>
                  <a:lnTo>
                    <a:pt x="2257" y="2080"/>
                  </a:lnTo>
                  <a:lnTo>
                    <a:pt x="2688" y="2131"/>
                  </a:lnTo>
                  <a:lnTo>
                    <a:pt x="3145" y="2156"/>
                  </a:lnTo>
                  <a:lnTo>
                    <a:pt x="3652" y="2131"/>
                  </a:lnTo>
                  <a:lnTo>
                    <a:pt x="4134" y="2055"/>
                  </a:lnTo>
                  <a:lnTo>
                    <a:pt x="4590" y="1928"/>
                  </a:lnTo>
                  <a:lnTo>
                    <a:pt x="5046" y="1750"/>
                  </a:lnTo>
                  <a:lnTo>
                    <a:pt x="5477" y="1522"/>
                  </a:lnTo>
                  <a:lnTo>
                    <a:pt x="5858" y="1243"/>
                  </a:lnTo>
                  <a:lnTo>
                    <a:pt x="6213" y="939"/>
                  </a:lnTo>
                  <a:lnTo>
                    <a:pt x="6542" y="609"/>
                  </a:lnTo>
                  <a:lnTo>
                    <a:pt x="6289" y="305"/>
                  </a:lnTo>
                  <a:lnTo>
                    <a:pt x="6010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2" name="Google Shape;7612;p37"/>
            <p:cNvSpPr/>
            <p:nvPr/>
          </p:nvSpPr>
          <p:spPr>
            <a:xfrm>
              <a:off x="1057800" y="1974825"/>
              <a:ext cx="187000" cy="186375"/>
            </a:xfrm>
            <a:custGeom>
              <a:avLst/>
              <a:gdLst/>
              <a:ahLst/>
              <a:cxnLst/>
              <a:rect l="l" t="t" r="r" b="b"/>
              <a:pathLst>
                <a:path w="7480" h="7455" extrusionOk="0">
                  <a:moveTo>
                    <a:pt x="3373" y="0"/>
                  </a:moveTo>
                  <a:lnTo>
                    <a:pt x="2992" y="76"/>
                  </a:lnTo>
                  <a:lnTo>
                    <a:pt x="2637" y="152"/>
                  </a:lnTo>
                  <a:lnTo>
                    <a:pt x="2282" y="279"/>
                  </a:lnTo>
                  <a:lnTo>
                    <a:pt x="1953" y="431"/>
                  </a:lnTo>
                  <a:lnTo>
                    <a:pt x="1648" y="634"/>
                  </a:lnTo>
                  <a:lnTo>
                    <a:pt x="1369" y="837"/>
                  </a:lnTo>
                  <a:lnTo>
                    <a:pt x="1116" y="1091"/>
                  </a:lnTo>
                  <a:lnTo>
                    <a:pt x="862" y="1344"/>
                  </a:lnTo>
                  <a:lnTo>
                    <a:pt x="660" y="1648"/>
                  </a:lnTo>
                  <a:lnTo>
                    <a:pt x="457" y="1953"/>
                  </a:lnTo>
                  <a:lnTo>
                    <a:pt x="305" y="2282"/>
                  </a:lnTo>
                  <a:lnTo>
                    <a:pt x="178" y="2612"/>
                  </a:lnTo>
                  <a:lnTo>
                    <a:pt x="76" y="2967"/>
                  </a:lnTo>
                  <a:lnTo>
                    <a:pt x="26" y="3347"/>
                  </a:lnTo>
                  <a:lnTo>
                    <a:pt x="0" y="3727"/>
                  </a:lnTo>
                  <a:lnTo>
                    <a:pt x="26" y="4108"/>
                  </a:lnTo>
                  <a:lnTo>
                    <a:pt x="76" y="4488"/>
                  </a:lnTo>
                  <a:lnTo>
                    <a:pt x="178" y="4843"/>
                  </a:lnTo>
                  <a:lnTo>
                    <a:pt x="305" y="5173"/>
                  </a:lnTo>
                  <a:lnTo>
                    <a:pt x="457" y="5502"/>
                  </a:lnTo>
                  <a:lnTo>
                    <a:pt x="660" y="5807"/>
                  </a:lnTo>
                  <a:lnTo>
                    <a:pt x="862" y="6111"/>
                  </a:lnTo>
                  <a:lnTo>
                    <a:pt x="1116" y="6364"/>
                  </a:lnTo>
                  <a:lnTo>
                    <a:pt x="1369" y="6618"/>
                  </a:lnTo>
                  <a:lnTo>
                    <a:pt x="1648" y="6821"/>
                  </a:lnTo>
                  <a:lnTo>
                    <a:pt x="1953" y="7024"/>
                  </a:lnTo>
                  <a:lnTo>
                    <a:pt x="2282" y="7176"/>
                  </a:lnTo>
                  <a:lnTo>
                    <a:pt x="2637" y="7302"/>
                  </a:lnTo>
                  <a:lnTo>
                    <a:pt x="2992" y="7379"/>
                  </a:lnTo>
                  <a:lnTo>
                    <a:pt x="3373" y="7455"/>
                  </a:lnTo>
                  <a:lnTo>
                    <a:pt x="4133" y="7455"/>
                  </a:lnTo>
                  <a:lnTo>
                    <a:pt x="4488" y="7379"/>
                  </a:lnTo>
                  <a:lnTo>
                    <a:pt x="4868" y="7302"/>
                  </a:lnTo>
                  <a:lnTo>
                    <a:pt x="5198" y="7176"/>
                  </a:lnTo>
                  <a:lnTo>
                    <a:pt x="5528" y="7024"/>
                  </a:lnTo>
                  <a:lnTo>
                    <a:pt x="5832" y="6821"/>
                  </a:lnTo>
                  <a:lnTo>
                    <a:pt x="6111" y="6618"/>
                  </a:lnTo>
                  <a:lnTo>
                    <a:pt x="6390" y="6364"/>
                  </a:lnTo>
                  <a:lnTo>
                    <a:pt x="6618" y="6111"/>
                  </a:lnTo>
                  <a:lnTo>
                    <a:pt x="6846" y="5807"/>
                  </a:lnTo>
                  <a:lnTo>
                    <a:pt x="7024" y="5502"/>
                  </a:lnTo>
                  <a:lnTo>
                    <a:pt x="7176" y="5173"/>
                  </a:lnTo>
                  <a:lnTo>
                    <a:pt x="7303" y="4843"/>
                  </a:lnTo>
                  <a:lnTo>
                    <a:pt x="7404" y="4488"/>
                  </a:lnTo>
                  <a:lnTo>
                    <a:pt x="7455" y="4108"/>
                  </a:lnTo>
                  <a:lnTo>
                    <a:pt x="7480" y="3727"/>
                  </a:lnTo>
                  <a:lnTo>
                    <a:pt x="7455" y="3347"/>
                  </a:lnTo>
                  <a:lnTo>
                    <a:pt x="7404" y="2967"/>
                  </a:lnTo>
                  <a:lnTo>
                    <a:pt x="7303" y="2612"/>
                  </a:lnTo>
                  <a:lnTo>
                    <a:pt x="7176" y="2282"/>
                  </a:lnTo>
                  <a:lnTo>
                    <a:pt x="7024" y="1953"/>
                  </a:lnTo>
                  <a:lnTo>
                    <a:pt x="6846" y="1648"/>
                  </a:lnTo>
                  <a:lnTo>
                    <a:pt x="6618" y="1344"/>
                  </a:lnTo>
                  <a:lnTo>
                    <a:pt x="6390" y="1091"/>
                  </a:lnTo>
                  <a:lnTo>
                    <a:pt x="6111" y="837"/>
                  </a:lnTo>
                  <a:lnTo>
                    <a:pt x="5832" y="634"/>
                  </a:lnTo>
                  <a:lnTo>
                    <a:pt x="5528" y="431"/>
                  </a:lnTo>
                  <a:lnTo>
                    <a:pt x="5198" y="279"/>
                  </a:lnTo>
                  <a:lnTo>
                    <a:pt x="4868" y="152"/>
                  </a:lnTo>
                  <a:lnTo>
                    <a:pt x="4488" y="76"/>
                  </a:lnTo>
                  <a:lnTo>
                    <a:pt x="413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3" name="Google Shape;7613;p37"/>
            <p:cNvSpPr/>
            <p:nvPr/>
          </p:nvSpPr>
          <p:spPr>
            <a:xfrm>
              <a:off x="1097725" y="2035675"/>
              <a:ext cx="12075" cy="27275"/>
            </a:xfrm>
            <a:custGeom>
              <a:avLst/>
              <a:gdLst/>
              <a:ahLst/>
              <a:cxnLst/>
              <a:rect l="l" t="t" r="r" b="b"/>
              <a:pathLst>
                <a:path w="483" h="1091" extrusionOk="0">
                  <a:moveTo>
                    <a:pt x="254" y="0"/>
                  </a:moveTo>
                  <a:lnTo>
                    <a:pt x="153" y="26"/>
                  </a:lnTo>
                  <a:lnTo>
                    <a:pt x="77" y="76"/>
                  </a:lnTo>
                  <a:lnTo>
                    <a:pt x="26" y="152"/>
                  </a:lnTo>
                  <a:lnTo>
                    <a:pt x="1" y="254"/>
                  </a:lnTo>
                  <a:lnTo>
                    <a:pt x="1" y="837"/>
                  </a:lnTo>
                  <a:lnTo>
                    <a:pt x="26" y="938"/>
                  </a:lnTo>
                  <a:lnTo>
                    <a:pt x="77" y="1015"/>
                  </a:lnTo>
                  <a:lnTo>
                    <a:pt x="153" y="1065"/>
                  </a:lnTo>
                  <a:lnTo>
                    <a:pt x="254" y="1091"/>
                  </a:lnTo>
                  <a:lnTo>
                    <a:pt x="330" y="1065"/>
                  </a:lnTo>
                  <a:lnTo>
                    <a:pt x="406" y="1015"/>
                  </a:lnTo>
                  <a:lnTo>
                    <a:pt x="457" y="938"/>
                  </a:lnTo>
                  <a:lnTo>
                    <a:pt x="482" y="837"/>
                  </a:lnTo>
                  <a:lnTo>
                    <a:pt x="482" y="254"/>
                  </a:lnTo>
                  <a:lnTo>
                    <a:pt x="457" y="152"/>
                  </a:lnTo>
                  <a:lnTo>
                    <a:pt x="406" y="76"/>
                  </a:lnTo>
                  <a:lnTo>
                    <a:pt x="330" y="26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3A3C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4" name="Google Shape;7614;p37"/>
            <p:cNvSpPr/>
            <p:nvPr/>
          </p:nvSpPr>
          <p:spPr>
            <a:xfrm>
              <a:off x="1102175" y="2190975"/>
              <a:ext cx="202850" cy="131225"/>
            </a:xfrm>
            <a:custGeom>
              <a:avLst/>
              <a:gdLst/>
              <a:ahLst/>
              <a:cxnLst/>
              <a:rect l="l" t="t" r="r" b="b"/>
              <a:pathLst>
                <a:path w="8114" h="5249" extrusionOk="0">
                  <a:moveTo>
                    <a:pt x="2358" y="0"/>
                  </a:moveTo>
                  <a:lnTo>
                    <a:pt x="2105" y="51"/>
                  </a:lnTo>
                  <a:lnTo>
                    <a:pt x="1851" y="102"/>
                  </a:lnTo>
                  <a:lnTo>
                    <a:pt x="1598" y="203"/>
                  </a:lnTo>
                  <a:lnTo>
                    <a:pt x="1369" y="305"/>
                  </a:lnTo>
                  <a:lnTo>
                    <a:pt x="1166" y="431"/>
                  </a:lnTo>
                  <a:lnTo>
                    <a:pt x="964" y="583"/>
                  </a:lnTo>
                  <a:lnTo>
                    <a:pt x="761" y="761"/>
                  </a:lnTo>
                  <a:lnTo>
                    <a:pt x="609" y="938"/>
                  </a:lnTo>
                  <a:lnTo>
                    <a:pt x="457" y="1141"/>
                  </a:lnTo>
                  <a:lnTo>
                    <a:pt x="304" y="1369"/>
                  </a:lnTo>
                  <a:lnTo>
                    <a:pt x="203" y="1598"/>
                  </a:lnTo>
                  <a:lnTo>
                    <a:pt x="102" y="1851"/>
                  </a:lnTo>
                  <a:lnTo>
                    <a:pt x="51" y="2079"/>
                  </a:lnTo>
                  <a:lnTo>
                    <a:pt x="0" y="2358"/>
                  </a:lnTo>
                  <a:lnTo>
                    <a:pt x="0" y="2612"/>
                  </a:lnTo>
                  <a:lnTo>
                    <a:pt x="0" y="2891"/>
                  </a:lnTo>
                  <a:lnTo>
                    <a:pt x="51" y="3144"/>
                  </a:lnTo>
                  <a:lnTo>
                    <a:pt x="102" y="3398"/>
                  </a:lnTo>
                  <a:lnTo>
                    <a:pt x="203" y="3651"/>
                  </a:lnTo>
                  <a:lnTo>
                    <a:pt x="304" y="3880"/>
                  </a:lnTo>
                  <a:lnTo>
                    <a:pt x="457" y="4082"/>
                  </a:lnTo>
                  <a:lnTo>
                    <a:pt x="609" y="4285"/>
                  </a:lnTo>
                  <a:lnTo>
                    <a:pt x="761" y="4488"/>
                  </a:lnTo>
                  <a:lnTo>
                    <a:pt x="964" y="4666"/>
                  </a:lnTo>
                  <a:lnTo>
                    <a:pt x="1166" y="4818"/>
                  </a:lnTo>
                  <a:lnTo>
                    <a:pt x="1369" y="4945"/>
                  </a:lnTo>
                  <a:lnTo>
                    <a:pt x="1598" y="5046"/>
                  </a:lnTo>
                  <a:lnTo>
                    <a:pt x="1851" y="5147"/>
                  </a:lnTo>
                  <a:lnTo>
                    <a:pt x="2105" y="5198"/>
                  </a:lnTo>
                  <a:lnTo>
                    <a:pt x="2358" y="5249"/>
                  </a:lnTo>
                  <a:lnTo>
                    <a:pt x="5553" y="5249"/>
                  </a:lnTo>
                  <a:lnTo>
                    <a:pt x="5806" y="5223"/>
                  </a:lnTo>
                  <a:lnTo>
                    <a:pt x="6035" y="5173"/>
                  </a:lnTo>
                  <a:lnTo>
                    <a:pt x="6237" y="5097"/>
                  </a:lnTo>
                  <a:lnTo>
                    <a:pt x="6466" y="5021"/>
                  </a:lnTo>
                  <a:lnTo>
                    <a:pt x="6668" y="4919"/>
                  </a:lnTo>
                  <a:lnTo>
                    <a:pt x="6871" y="4818"/>
                  </a:lnTo>
                  <a:lnTo>
                    <a:pt x="7049" y="4691"/>
                  </a:lnTo>
                  <a:lnTo>
                    <a:pt x="7226" y="4539"/>
                  </a:lnTo>
                  <a:lnTo>
                    <a:pt x="7404" y="4387"/>
                  </a:lnTo>
                  <a:lnTo>
                    <a:pt x="7556" y="4209"/>
                  </a:lnTo>
                  <a:lnTo>
                    <a:pt x="7683" y="4032"/>
                  </a:lnTo>
                  <a:lnTo>
                    <a:pt x="7809" y="3829"/>
                  </a:lnTo>
                  <a:lnTo>
                    <a:pt x="7911" y="3626"/>
                  </a:lnTo>
                  <a:lnTo>
                    <a:pt x="8012" y="3398"/>
                  </a:lnTo>
                  <a:lnTo>
                    <a:pt x="8088" y="3170"/>
                  </a:lnTo>
                  <a:lnTo>
                    <a:pt x="8088" y="3144"/>
                  </a:lnTo>
                  <a:lnTo>
                    <a:pt x="8114" y="3043"/>
                  </a:lnTo>
                  <a:lnTo>
                    <a:pt x="8088" y="2967"/>
                  </a:lnTo>
                  <a:lnTo>
                    <a:pt x="8063" y="2865"/>
                  </a:lnTo>
                  <a:lnTo>
                    <a:pt x="8012" y="2789"/>
                  </a:lnTo>
                  <a:lnTo>
                    <a:pt x="7962" y="2739"/>
                  </a:lnTo>
                  <a:lnTo>
                    <a:pt x="7886" y="2688"/>
                  </a:lnTo>
                  <a:lnTo>
                    <a:pt x="7809" y="2637"/>
                  </a:lnTo>
                  <a:lnTo>
                    <a:pt x="7708" y="2637"/>
                  </a:lnTo>
                  <a:lnTo>
                    <a:pt x="7429" y="2612"/>
                  </a:lnTo>
                  <a:lnTo>
                    <a:pt x="7150" y="2587"/>
                  </a:lnTo>
                  <a:lnTo>
                    <a:pt x="6897" y="2510"/>
                  </a:lnTo>
                  <a:lnTo>
                    <a:pt x="6643" y="2434"/>
                  </a:lnTo>
                  <a:lnTo>
                    <a:pt x="6415" y="2333"/>
                  </a:lnTo>
                  <a:lnTo>
                    <a:pt x="6187" y="2206"/>
                  </a:lnTo>
                  <a:lnTo>
                    <a:pt x="5984" y="2029"/>
                  </a:lnTo>
                  <a:lnTo>
                    <a:pt x="5781" y="1826"/>
                  </a:lnTo>
                  <a:lnTo>
                    <a:pt x="5451" y="1471"/>
                  </a:lnTo>
                  <a:lnTo>
                    <a:pt x="5122" y="1116"/>
                  </a:lnTo>
                  <a:lnTo>
                    <a:pt x="4792" y="812"/>
                  </a:lnTo>
                  <a:lnTo>
                    <a:pt x="4412" y="533"/>
                  </a:lnTo>
                  <a:lnTo>
                    <a:pt x="4234" y="406"/>
                  </a:lnTo>
                  <a:lnTo>
                    <a:pt x="4032" y="305"/>
                  </a:lnTo>
                  <a:lnTo>
                    <a:pt x="3829" y="203"/>
                  </a:lnTo>
                  <a:lnTo>
                    <a:pt x="3601" y="127"/>
                  </a:lnTo>
                  <a:lnTo>
                    <a:pt x="3372" y="76"/>
                  </a:lnTo>
                  <a:lnTo>
                    <a:pt x="3144" y="26"/>
                  </a:lnTo>
                  <a:lnTo>
                    <a:pt x="2891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15" name="Google Shape;7615;p37"/>
          <p:cNvGrpSpPr/>
          <p:nvPr/>
        </p:nvGrpSpPr>
        <p:grpSpPr>
          <a:xfrm>
            <a:off x="4429442" y="1318803"/>
            <a:ext cx="276495" cy="365765"/>
            <a:chOff x="1796900" y="1974825"/>
            <a:chExt cx="304275" cy="399350"/>
          </a:xfrm>
        </p:grpSpPr>
        <p:sp>
          <p:nvSpPr>
            <p:cNvPr id="7616" name="Google Shape;7616;p37"/>
            <p:cNvSpPr/>
            <p:nvPr/>
          </p:nvSpPr>
          <p:spPr>
            <a:xfrm>
              <a:off x="1904650" y="2294300"/>
              <a:ext cx="88775" cy="79875"/>
            </a:xfrm>
            <a:custGeom>
              <a:avLst/>
              <a:gdLst/>
              <a:ahLst/>
              <a:cxnLst/>
              <a:rect l="l" t="t" r="r" b="b"/>
              <a:pathLst>
                <a:path w="3551" h="3195" extrusionOk="0">
                  <a:moveTo>
                    <a:pt x="1775" y="0"/>
                  </a:moveTo>
                  <a:lnTo>
                    <a:pt x="254" y="1014"/>
                  </a:lnTo>
                  <a:lnTo>
                    <a:pt x="127" y="1217"/>
                  </a:lnTo>
                  <a:lnTo>
                    <a:pt x="51" y="1319"/>
                  </a:lnTo>
                  <a:lnTo>
                    <a:pt x="26" y="1445"/>
                  </a:lnTo>
                  <a:lnTo>
                    <a:pt x="0" y="1547"/>
                  </a:lnTo>
                  <a:lnTo>
                    <a:pt x="0" y="1674"/>
                  </a:lnTo>
                  <a:lnTo>
                    <a:pt x="26" y="1775"/>
                  </a:lnTo>
                  <a:lnTo>
                    <a:pt x="77" y="1902"/>
                  </a:lnTo>
                  <a:lnTo>
                    <a:pt x="127" y="2003"/>
                  </a:lnTo>
                  <a:lnTo>
                    <a:pt x="203" y="2079"/>
                  </a:lnTo>
                  <a:lnTo>
                    <a:pt x="1040" y="2891"/>
                  </a:lnTo>
                  <a:lnTo>
                    <a:pt x="1218" y="3017"/>
                  </a:lnTo>
                  <a:lnTo>
                    <a:pt x="1395" y="3119"/>
                  </a:lnTo>
                  <a:lnTo>
                    <a:pt x="1572" y="3170"/>
                  </a:lnTo>
                  <a:lnTo>
                    <a:pt x="1775" y="3195"/>
                  </a:lnTo>
                  <a:lnTo>
                    <a:pt x="1978" y="3170"/>
                  </a:lnTo>
                  <a:lnTo>
                    <a:pt x="2156" y="3119"/>
                  </a:lnTo>
                  <a:lnTo>
                    <a:pt x="2333" y="3017"/>
                  </a:lnTo>
                  <a:lnTo>
                    <a:pt x="2485" y="2891"/>
                  </a:lnTo>
                  <a:lnTo>
                    <a:pt x="3347" y="2079"/>
                  </a:lnTo>
                  <a:lnTo>
                    <a:pt x="3423" y="2003"/>
                  </a:lnTo>
                  <a:lnTo>
                    <a:pt x="3474" y="1902"/>
                  </a:lnTo>
                  <a:lnTo>
                    <a:pt x="3525" y="1775"/>
                  </a:lnTo>
                  <a:lnTo>
                    <a:pt x="3550" y="1674"/>
                  </a:lnTo>
                  <a:lnTo>
                    <a:pt x="3550" y="1547"/>
                  </a:lnTo>
                  <a:lnTo>
                    <a:pt x="3525" y="1445"/>
                  </a:lnTo>
                  <a:lnTo>
                    <a:pt x="3499" y="1319"/>
                  </a:lnTo>
                  <a:lnTo>
                    <a:pt x="3423" y="1217"/>
                  </a:lnTo>
                  <a:lnTo>
                    <a:pt x="3297" y="1014"/>
                  </a:lnTo>
                  <a:lnTo>
                    <a:pt x="177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7" name="Google Shape;7617;p37"/>
            <p:cNvSpPr/>
            <p:nvPr/>
          </p:nvSpPr>
          <p:spPr>
            <a:xfrm>
              <a:off x="1904650" y="2294300"/>
              <a:ext cx="56450" cy="79875"/>
            </a:xfrm>
            <a:custGeom>
              <a:avLst/>
              <a:gdLst/>
              <a:ahLst/>
              <a:cxnLst/>
              <a:rect l="l" t="t" r="r" b="b"/>
              <a:pathLst>
                <a:path w="2258" h="3195" extrusionOk="0">
                  <a:moveTo>
                    <a:pt x="1775" y="0"/>
                  </a:moveTo>
                  <a:lnTo>
                    <a:pt x="254" y="1014"/>
                  </a:lnTo>
                  <a:lnTo>
                    <a:pt x="127" y="1217"/>
                  </a:lnTo>
                  <a:lnTo>
                    <a:pt x="51" y="1319"/>
                  </a:lnTo>
                  <a:lnTo>
                    <a:pt x="26" y="1445"/>
                  </a:lnTo>
                  <a:lnTo>
                    <a:pt x="0" y="1547"/>
                  </a:lnTo>
                  <a:lnTo>
                    <a:pt x="0" y="1674"/>
                  </a:lnTo>
                  <a:lnTo>
                    <a:pt x="26" y="1775"/>
                  </a:lnTo>
                  <a:lnTo>
                    <a:pt x="77" y="1902"/>
                  </a:lnTo>
                  <a:lnTo>
                    <a:pt x="127" y="2003"/>
                  </a:lnTo>
                  <a:lnTo>
                    <a:pt x="203" y="2079"/>
                  </a:lnTo>
                  <a:lnTo>
                    <a:pt x="1040" y="2891"/>
                  </a:lnTo>
                  <a:lnTo>
                    <a:pt x="1192" y="2992"/>
                  </a:lnTo>
                  <a:lnTo>
                    <a:pt x="1319" y="3093"/>
                  </a:lnTo>
                  <a:lnTo>
                    <a:pt x="1471" y="3144"/>
                  </a:lnTo>
                  <a:lnTo>
                    <a:pt x="1623" y="3170"/>
                  </a:lnTo>
                  <a:lnTo>
                    <a:pt x="1801" y="3195"/>
                  </a:lnTo>
                  <a:lnTo>
                    <a:pt x="1953" y="3170"/>
                  </a:lnTo>
                  <a:lnTo>
                    <a:pt x="2105" y="3119"/>
                  </a:lnTo>
                  <a:lnTo>
                    <a:pt x="2257" y="3068"/>
                  </a:lnTo>
                  <a:lnTo>
                    <a:pt x="2130" y="2992"/>
                  </a:lnTo>
                  <a:lnTo>
                    <a:pt x="2029" y="2891"/>
                  </a:lnTo>
                  <a:lnTo>
                    <a:pt x="1167" y="2079"/>
                  </a:lnTo>
                  <a:lnTo>
                    <a:pt x="1091" y="2003"/>
                  </a:lnTo>
                  <a:lnTo>
                    <a:pt x="1040" y="1902"/>
                  </a:lnTo>
                  <a:lnTo>
                    <a:pt x="989" y="1775"/>
                  </a:lnTo>
                  <a:lnTo>
                    <a:pt x="964" y="1674"/>
                  </a:lnTo>
                  <a:lnTo>
                    <a:pt x="964" y="1547"/>
                  </a:lnTo>
                  <a:lnTo>
                    <a:pt x="989" y="1445"/>
                  </a:lnTo>
                  <a:lnTo>
                    <a:pt x="1015" y="1319"/>
                  </a:lnTo>
                  <a:lnTo>
                    <a:pt x="1091" y="1217"/>
                  </a:lnTo>
                  <a:lnTo>
                    <a:pt x="1218" y="1014"/>
                  </a:lnTo>
                  <a:lnTo>
                    <a:pt x="2257" y="330"/>
                  </a:lnTo>
                  <a:lnTo>
                    <a:pt x="1775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8" name="Google Shape;7618;p37"/>
            <p:cNvSpPr/>
            <p:nvPr/>
          </p:nvSpPr>
          <p:spPr>
            <a:xfrm>
              <a:off x="1796900" y="2001450"/>
              <a:ext cx="304275" cy="292875"/>
            </a:xfrm>
            <a:custGeom>
              <a:avLst/>
              <a:gdLst/>
              <a:ahLst/>
              <a:cxnLst/>
              <a:rect l="l" t="t" r="r" b="b"/>
              <a:pathLst>
                <a:path w="12171" h="11715" extrusionOk="0">
                  <a:moveTo>
                    <a:pt x="6085" y="0"/>
                  </a:moveTo>
                  <a:lnTo>
                    <a:pt x="1572" y="1065"/>
                  </a:lnTo>
                  <a:lnTo>
                    <a:pt x="1293" y="1293"/>
                  </a:lnTo>
                  <a:lnTo>
                    <a:pt x="1040" y="1547"/>
                  </a:lnTo>
                  <a:lnTo>
                    <a:pt x="811" y="1826"/>
                  </a:lnTo>
                  <a:lnTo>
                    <a:pt x="634" y="2105"/>
                  </a:lnTo>
                  <a:lnTo>
                    <a:pt x="457" y="2384"/>
                  </a:lnTo>
                  <a:lnTo>
                    <a:pt x="304" y="2688"/>
                  </a:lnTo>
                  <a:lnTo>
                    <a:pt x="203" y="3017"/>
                  </a:lnTo>
                  <a:lnTo>
                    <a:pt x="102" y="3322"/>
                  </a:lnTo>
                  <a:lnTo>
                    <a:pt x="51" y="3651"/>
                  </a:lnTo>
                  <a:lnTo>
                    <a:pt x="25" y="4006"/>
                  </a:lnTo>
                  <a:lnTo>
                    <a:pt x="0" y="4336"/>
                  </a:lnTo>
                  <a:lnTo>
                    <a:pt x="25" y="4665"/>
                  </a:lnTo>
                  <a:lnTo>
                    <a:pt x="76" y="5020"/>
                  </a:lnTo>
                  <a:lnTo>
                    <a:pt x="152" y="5350"/>
                  </a:lnTo>
                  <a:lnTo>
                    <a:pt x="254" y="5680"/>
                  </a:lnTo>
                  <a:lnTo>
                    <a:pt x="380" y="6035"/>
                  </a:lnTo>
                  <a:lnTo>
                    <a:pt x="634" y="6592"/>
                  </a:lnTo>
                  <a:lnTo>
                    <a:pt x="913" y="7150"/>
                  </a:lnTo>
                  <a:lnTo>
                    <a:pt x="1217" y="7708"/>
                  </a:lnTo>
                  <a:lnTo>
                    <a:pt x="1547" y="8241"/>
                  </a:lnTo>
                  <a:lnTo>
                    <a:pt x="2206" y="9305"/>
                  </a:lnTo>
                  <a:lnTo>
                    <a:pt x="2891" y="10345"/>
                  </a:lnTo>
                  <a:lnTo>
                    <a:pt x="3119" y="10700"/>
                  </a:lnTo>
                  <a:lnTo>
                    <a:pt x="6085" y="11714"/>
                  </a:lnTo>
                  <a:lnTo>
                    <a:pt x="9052" y="10700"/>
                  </a:lnTo>
                  <a:lnTo>
                    <a:pt x="9280" y="10345"/>
                  </a:lnTo>
                  <a:lnTo>
                    <a:pt x="9965" y="9305"/>
                  </a:lnTo>
                  <a:lnTo>
                    <a:pt x="10624" y="8241"/>
                  </a:lnTo>
                  <a:lnTo>
                    <a:pt x="10953" y="7708"/>
                  </a:lnTo>
                  <a:lnTo>
                    <a:pt x="11232" y="7150"/>
                  </a:lnTo>
                  <a:lnTo>
                    <a:pt x="11537" y="6592"/>
                  </a:lnTo>
                  <a:lnTo>
                    <a:pt x="11790" y="6035"/>
                  </a:lnTo>
                  <a:lnTo>
                    <a:pt x="11917" y="5680"/>
                  </a:lnTo>
                  <a:lnTo>
                    <a:pt x="12018" y="5350"/>
                  </a:lnTo>
                  <a:lnTo>
                    <a:pt x="12094" y="5020"/>
                  </a:lnTo>
                  <a:lnTo>
                    <a:pt x="12145" y="4665"/>
                  </a:lnTo>
                  <a:lnTo>
                    <a:pt x="12171" y="4336"/>
                  </a:lnTo>
                  <a:lnTo>
                    <a:pt x="12145" y="4006"/>
                  </a:lnTo>
                  <a:lnTo>
                    <a:pt x="12120" y="3651"/>
                  </a:lnTo>
                  <a:lnTo>
                    <a:pt x="12069" y="3322"/>
                  </a:lnTo>
                  <a:lnTo>
                    <a:pt x="11968" y="3017"/>
                  </a:lnTo>
                  <a:lnTo>
                    <a:pt x="11866" y="2688"/>
                  </a:lnTo>
                  <a:lnTo>
                    <a:pt x="11714" y="2384"/>
                  </a:lnTo>
                  <a:lnTo>
                    <a:pt x="11537" y="2105"/>
                  </a:lnTo>
                  <a:lnTo>
                    <a:pt x="11359" y="1826"/>
                  </a:lnTo>
                  <a:lnTo>
                    <a:pt x="11131" y="1547"/>
                  </a:lnTo>
                  <a:lnTo>
                    <a:pt x="10877" y="1293"/>
                  </a:lnTo>
                  <a:lnTo>
                    <a:pt x="10599" y="1065"/>
                  </a:lnTo>
                  <a:lnTo>
                    <a:pt x="608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9" name="Google Shape;7619;p37"/>
            <p:cNvSpPr/>
            <p:nvPr/>
          </p:nvSpPr>
          <p:spPr>
            <a:xfrm>
              <a:off x="1796900" y="2001450"/>
              <a:ext cx="164200" cy="292875"/>
            </a:xfrm>
            <a:custGeom>
              <a:avLst/>
              <a:gdLst/>
              <a:ahLst/>
              <a:cxnLst/>
              <a:rect l="l" t="t" r="r" b="b"/>
              <a:pathLst>
                <a:path w="6568" h="11715" extrusionOk="0">
                  <a:moveTo>
                    <a:pt x="6085" y="0"/>
                  </a:moveTo>
                  <a:lnTo>
                    <a:pt x="1572" y="1065"/>
                  </a:lnTo>
                  <a:lnTo>
                    <a:pt x="1293" y="1293"/>
                  </a:lnTo>
                  <a:lnTo>
                    <a:pt x="1040" y="1547"/>
                  </a:lnTo>
                  <a:lnTo>
                    <a:pt x="811" y="1826"/>
                  </a:lnTo>
                  <a:lnTo>
                    <a:pt x="634" y="2105"/>
                  </a:lnTo>
                  <a:lnTo>
                    <a:pt x="457" y="2384"/>
                  </a:lnTo>
                  <a:lnTo>
                    <a:pt x="304" y="2688"/>
                  </a:lnTo>
                  <a:lnTo>
                    <a:pt x="203" y="3017"/>
                  </a:lnTo>
                  <a:lnTo>
                    <a:pt x="102" y="3322"/>
                  </a:lnTo>
                  <a:lnTo>
                    <a:pt x="51" y="3651"/>
                  </a:lnTo>
                  <a:lnTo>
                    <a:pt x="25" y="4006"/>
                  </a:lnTo>
                  <a:lnTo>
                    <a:pt x="0" y="4336"/>
                  </a:lnTo>
                  <a:lnTo>
                    <a:pt x="25" y="4665"/>
                  </a:lnTo>
                  <a:lnTo>
                    <a:pt x="76" y="5020"/>
                  </a:lnTo>
                  <a:lnTo>
                    <a:pt x="152" y="5350"/>
                  </a:lnTo>
                  <a:lnTo>
                    <a:pt x="254" y="5680"/>
                  </a:lnTo>
                  <a:lnTo>
                    <a:pt x="380" y="6035"/>
                  </a:lnTo>
                  <a:lnTo>
                    <a:pt x="634" y="6592"/>
                  </a:lnTo>
                  <a:lnTo>
                    <a:pt x="913" y="7150"/>
                  </a:lnTo>
                  <a:lnTo>
                    <a:pt x="1217" y="7708"/>
                  </a:lnTo>
                  <a:lnTo>
                    <a:pt x="1547" y="8241"/>
                  </a:lnTo>
                  <a:lnTo>
                    <a:pt x="2206" y="9305"/>
                  </a:lnTo>
                  <a:lnTo>
                    <a:pt x="2891" y="10345"/>
                  </a:lnTo>
                  <a:lnTo>
                    <a:pt x="3119" y="10700"/>
                  </a:lnTo>
                  <a:lnTo>
                    <a:pt x="6085" y="11714"/>
                  </a:lnTo>
                  <a:lnTo>
                    <a:pt x="6567" y="11562"/>
                  </a:lnTo>
                  <a:lnTo>
                    <a:pt x="4082" y="10700"/>
                  </a:lnTo>
                  <a:lnTo>
                    <a:pt x="3854" y="10345"/>
                  </a:lnTo>
                  <a:lnTo>
                    <a:pt x="3170" y="9305"/>
                  </a:lnTo>
                  <a:lnTo>
                    <a:pt x="2510" y="8241"/>
                  </a:lnTo>
                  <a:lnTo>
                    <a:pt x="2181" y="7708"/>
                  </a:lnTo>
                  <a:lnTo>
                    <a:pt x="1876" y="7150"/>
                  </a:lnTo>
                  <a:lnTo>
                    <a:pt x="1598" y="6592"/>
                  </a:lnTo>
                  <a:lnTo>
                    <a:pt x="1344" y="6035"/>
                  </a:lnTo>
                  <a:lnTo>
                    <a:pt x="1217" y="5680"/>
                  </a:lnTo>
                  <a:lnTo>
                    <a:pt x="1116" y="5350"/>
                  </a:lnTo>
                  <a:lnTo>
                    <a:pt x="1040" y="5020"/>
                  </a:lnTo>
                  <a:lnTo>
                    <a:pt x="989" y="4665"/>
                  </a:lnTo>
                  <a:lnTo>
                    <a:pt x="964" y="4336"/>
                  </a:lnTo>
                  <a:lnTo>
                    <a:pt x="989" y="4006"/>
                  </a:lnTo>
                  <a:lnTo>
                    <a:pt x="1014" y="3651"/>
                  </a:lnTo>
                  <a:lnTo>
                    <a:pt x="1065" y="3322"/>
                  </a:lnTo>
                  <a:lnTo>
                    <a:pt x="1166" y="3017"/>
                  </a:lnTo>
                  <a:lnTo>
                    <a:pt x="1268" y="2688"/>
                  </a:lnTo>
                  <a:lnTo>
                    <a:pt x="1420" y="2384"/>
                  </a:lnTo>
                  <a:lnTo>
                    <a:pt x="1598" y="2105"/>
                  </a:lnTo>
                  <a:lnTo>
                    <a:pt x="1775" y="1826"/>
                  </a:lnTo>
                  <a:lnTo>
                    <a:pt x="2003" y="1547"/>
                  </a:lnTo>
                  <a:lnTo>
                    <a:pt x="2257" y="1293"/>
                  </a:lnTo>
                  <a:lnTo>
                    <a:pt x="2536" y="1065"/>
                  </a:lnTo>
                  <a:lnTo>
                    <a:pt x="6567" y="102"/>
                  </a:lnTo>
                  <a:lnTo>
                    <a:pt x="6085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0" name="Google Shape;7620;p37"/>
            <p:cNvSpPr/>
            <p:nvPr/>
          </p:nvSpPr>
          <p:spPr>
            <a:xfrm>
              <a:off x="1836200" y="1974825"/>
              <a:ext cx="225675" cy="53275"/>
            </a:xfrm>
            <a:custGeom>
              <a:avLst/>
              <a:gdLst/>
              <a:ahLst/>
              <a:cxnLst/>
              <a:rect l="l" t="t" r="r" b="b"/>
              <a:pathLst>
                <a:path w="9027" h="2131" extrusionOk="0">
                  <a:moveTo>
                    <a:pt x="1243" y="0"/>
                  </a:moveTo>
                  <a:lnTo>
                    <a:pt x="989" y="26"/>
                  </a:lnTo>
                  <a:lnTo>
                    <a:pt x="761" y="102"/>
                  </a:lnTo>
                  <a:lnTo>
                    <a:pt x="558" y="203"/>
                  </a:lnTo>
                  <a:lnTo>
                    <a:pt x="355" y="355"/>
                  </a:lnTo>
                  <a:lnTo>
                    <a:pt x="203" y="533"/>
                  </a:lnTo>
                  <a:lnTo>
                    <a:pt x="102" y="736"/>
                  </a:lnTo>
                  <a:lnTo>
                    <a:pt x="26" y="964"/>
                  </a:lnTo>
                  <a:lnTo>
                    <a:pt x="0" y="1217"/>
                  </a:lnTo>
                  <a:lnTo>
                    <a:pt x="0" y="2130"/>
                  </a:lnTo>
                  <a:lnTo>
                    <a:pt x="9027" y="2130"/>
                  </a:lnTo>
                  <a:lnTo>
                    <a:pt x="9027" y="1217"/>
                  </a:lnTo>
                  <a:lnTo>
                    <a:pt x="9001" y="964"/>
                  </a:lnTo>
                  <a:lnTo>
                    <a:pt x="8925" y="736"/>
                  </a:lnTo>
                  <a:lnTo>
                    <a:pt x="8824" y="533"/>
                  </a:lnTo>
                  <a:lnTo>
                    <a:pt x="8672" y="355"/>
                  </a:lnTo>
                  <a:lnTo>
                    <a:pt x="8469" y="203"/>
                  </a:lnTo>
                  <a:lnTo>
                    <a:pt x="8266" y="102"/>
                  </a:lnTo>
                  <a:lnTo>
                    <a:pt x="8038" y="26"/>
                  </a:lnTo>
                  <a:lnTo>
                    <a:pt x="778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1" name="Google Shape;7621;p37"/>
            <p:cNvSpPr/>
            <p:nvPr/>
          </p:nvSpPr>
          <p:spPr>
            <a:xfrm>
              <a:off x="1836200" y="1974825"/>
              <a:ext cx="55175" cy="53275"/>
            </a:xfrm>
            <a:custGeom>
              <a:avLst/>
              <a:gdLst/>
              <a:ahLst/>
              <a:cxnLst/>
              <a:rect l="l" t="t" r="r" b="b"/>
              <a:pathLst>
                <a:path w="2207" h="2131" extrusionOk="0">
                  <a:moveTo>
                    <a:pt x="1243" y="0"/>
                  </a:moveTo>
                  <a:lnTo>
                    <a:pt x="989" y="26"/>
                  </a:lnTo>
                  <a:lnTo>
                    <a:pt x="761" y="102"/>
                  </a:lnTo>
                  <a:lnTo>
                    <a:pt x="558" y="203"/>
                  </a:lnTo>
                  <a:lnTo>
                    <a:pt x="355" y="355"/>
                  </a:lnTo>
                  <a:lnTo>
                    <a:pt x="203" y="533"/>
                  </a:lnTo>
                  <a:lnTo>
                    <a:pt x="102" y="736"/>
                  </a:lnTo>
                  <a:lnTo>
                    <a:pt x="26" y="964"/>
                  </a:lnTo>
                  <a:lnTo>
                    <a:pt x="0" y="1217"/>
                  </a:lnTo>
                  <a:lnTo>
                    <a:pt x="0" y="2130"/>
                  </a:lnTo>
                  <a:lnTo>
                    <a:pt x="964" y="2130"/>
                  </a:lnTo>
                  <a:lnTo>
                    <a:pt x="964" y="1217"/>
                  </a:lnTo>
                  <a:lnTo>
                    <a:pt x="989" y="964"/>
                  </a:lnTo>
                  <a:lnTo>
                    <a:pt x="1065" y="736"/>
                  </a:lnTo>
                  <a:lnTo>
                    <a:pt x="1166" y="533"/>
                  </a:lnTo>
                  <a:lnTo>
                    <a:pt x="1319" y="355"/>
                  </a:lnTo>
                  <a:lnTo>
                    <a:pt x="1521" y="203"/>
                  </a:lnTo>
                  <a:lnTo>
                    <a:pt x="1724" y="102"/>
                  </a:lnTo>
                  <a:lnTo>
                    <a:pt x="1952" y="26"/>
                  </a:lnTo>
                  <a:lnTo>
                    <a:pt x="2206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2" name="Google Shape;7622;p37"/>
            <p:cNvSpPr/>
            <p:nvPr/>
          </p:nvSpPr>
          <p:spPr>
            <a:xfrm>
              <a:off x="1874850" y="2268925"/>
              <a:ext cx="148350" cy="50750"/>
            </a:xfrm>
            <a:custGeom>
              <a:avLst/>
              <a:gdLst/>
              <a:ahLst/>
              <a:cxnLst/>
              <a:rect l="l" t="t" r="r" b="b"/>
              <a:pathLst>
                <a:path w="5934" h="2030" extrusionOk="0">
                  <a:moveTo>
                    <a:pt x="1" y="1"/>
                  </a:moveTo>
                  <a:lnTo>
                    <a:pt x="711" y="1041"/>
                  </a:lnTo>
                  <a:lnTo>
                    <a:pt x="1446" y="2029"/>
                  </a:lnTo>
                  <a:lnTo>
                    <a:pt x="4489" y="2029"/>
                  </a:lnTo>
                  <a:lnTo>
                    <a:pt x="5224" y="1041"/>
                  </a:lnTo>
                  <a:lnTo>
                    <a:pt x="593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3" name="Google Shape;7623;p37"/>
            <p:cNvSpPr/>
            <p:nvPr/>
          </p:nvSpPr>
          <p:spPr>
            <a:xfrm>
              <a:off x="1874850" y="2268925"/>
              <a:ext cx="60250" cy="50750"/>
            </a:xfrm>
            <a:custGeom>
              <a:avLst/>
              <a:gdLst/>
              <a:ahLst/>
              <a:cxnLst/>
              <a:rect l="l" t="t" r="r" b="b"/>
              <a:pathLst>
                <a:path w="2410" h="2030" extrusionOk="0">
                  <a:moveTo>
                    <a:pt x="1" y="1"/>
                  </a:moveTo>
                  <a:lnTo>
                    <a:pt x="711" y="1041"/>
                  </a:lnTo>
                  <a:lnTo>
                    <a:pt x="1446" y="2029"/>
                  </a:lnTo>
                  <a:lnTo>
                    <a:pt x="2410" y="2029"/>
                  </a:lnTo>
                  <a:lnTo>
                    <a:pt x="1674" y="1041"/>
                  </a:lnTo>
                  <a:lnTo>
                    <a:pt x="964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24" name="Google Shape;7624;p37"/>
          <p:cNvGrpSpPr/>
          <p:nvPr/>
        </p:nvGrpSpPr>
        <p:grpSpPr>
          <a:xfrm>
            <a:off x="7030375" y="1360305"/>
            <a:ext cx="362321" cy="282761"/>
            <a:chOff x="2499225" y="2019825"/>
            <a:chExt cx="398725" cy="308725"/>
          </a:xfrm>
        </p:grpSpPr>
        <p:sp>
          <p:nvSpPr>
            <p:cNvPr id="7625" name="Google Shape;7625;p37"/>
            <p:cNvSpPr/>
            <p:nvPr/>
          </p:nvSpPr>
          <p:spPr>
            <a:xfrm>
              <a:off x="2575275" y="2019825"/>
              <a:ext cx="319500" cy="185125"/>
            </a:xfrm>
            <a:custGeom>
              <a:avLst/>
              <a:gdLst/>
              <a:ahLst/>
              <a:cxnLst/>
              <a:rect l="l" t="t" r="r" b="b"/>
              <a:pathLst>
                <a:path w="12780" h="7405" extrusionOk="0">
                  <a:moveTo>
                    <a:pt x="711" y="0"/>
                  </a:moveTo>
                  <a:lnTo>
                    <a:pt x="584" y="26"/>
                  </a:lnTo>
                  <a:lnTo>
                    <a:pt x="432" y="51"/>
                  </a:lnTo>
                  <a:lnTo>
                    <a:pt x="305" y="127"/>
                  </a:lnTo>
                  <a:lnTo>
                    <a:pt x="204" y="203"/>
                  </a:lnTo>
                  <a:lnTo>
                    <a:pt x="128" y="330"/>
                  </a:lnTo>
                  <a:lnTo>
                    <a:pt x="52" y="432"/>
                  </a:lnTo>
                  <a:lnTo>
                    <a:pt x="26" y="584"/>
                  </a:lnTo>
                  <a:lnTo>
                    <a:pt x="1" y="710"/>
                  </a:lnTo>
                  <a:lnTo>
                    <a:pt x="1" y="1395"/>
                  </a:lnTo>
                  <a:lnTo>
                    <a:pt x="5072" y="6846"/>
                  </a:lnTo>
                  <a:lnTo>
                    <a:pt x="6466" y="7404"/>
                  </a:lnTo>
                  <a:lnTo>
                    <a:pt x="12247" y="7404"/>
                  </a:lnTo>
                  <a:lnTo>
                    <a:pt x="12374" y="7379"/>
                  </a:lnTo>
                  <a:lnTo>
                    <a:pt x="12501" y="7328"/>
                  </a:lnTo>
                  <a:lnTo>
                    <a:pt x="12628" y="7252"/>
                  </a:lnTo>
                  <a:lnTo>
                    <a:pt x="12704" y="7151"/>
                  </a:lnTo>
                  <a:lnTo>
                    <a:pt x="12755" y="7049"/>
                  </a:lnTo>
                  <a:lnTo>
                    <a:pt x="12780" y="6897"/>
                  </a:lnTo>
                  <a:lnTo>
                    <a:pt x="12780" y="6770"/>
                  </a:lnTo>
                  <a:lnTo>
                    <a:pt x="12729" y="6643"/>
                  </a:lnTo>
                  <a:lnTo>
                    <a:pt x="10828" y="2587"/>
                  </a:lnTo>
                  <a:lnTo>
                    <a:pt x="10701" y="2409"/>
                  </a:lnTo>
                  <a:lnTo>
                    <a:pt x="10549" y="2282"/>
                  </a:lnTo>
                  <a:lnTo>
                    <a:pt x="10371" y="2206"/>
                  </a:lnTo>
                  <a:lnTo>
                    <a:pt x="10168" y="2156"/>
                  </a:lnTo>
                  <a:lnTo>
                    <a:pt x="7912" y="2156"/>
                  </a:lnTo>
                  <a:lnTo>
                    <a:pt x="7760" y="2105"/>
                  </a:lnTo>
                  <a:lnTo>
                    <a:pt x="7658" y="2054"/>
                  </a:lnTo>
                  <a:lnTo>
                    <a:pt x="7531" y="1953"/>
                  </a:lnTo>
                  <a:lnTo>
                    <a:pt x="5807" y="203"/>
                  </a:lnTo>
                  <a:lnTo>
                    <a:pt x="5680" y="127"/>
                  </a:lnTo>
                  <a:lnTo>
                    <a:pt x="5554" y="51"/>
                  </a:lnTo>
                  <a:lnTo>
                    <a:pt x="5427" y="26"/>
                  </a:lnTo>
                  <a:lnTo>
                    <a:pt x="527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6" name="Google Shape;7626;p37"/>
            <p:cNvSpPr/>
            <p:nvPr/>
          </p:nvSpPr>
          <p:spPr>
            <a:xfrm>
              <a:off x="2632975" y="2196050"/>
              <a:ext cx="198425" cy="74175"/>
            </a:xfrm>
            <a:custGeom>
              <a:avLst/>
              <a:gdLst/>
              <a:ahLst/>
              <a:cxnLst/>
              <a:rect l="l" t="t" r="r" b="b"/>
              <a:pathLst>
                <a:path w="7937" h="2967" extrusionOk="0">
                  <a:moveTo>
                    <a:pt x="0" y="0"/>
                  </a:moveTo>
                  <a:lnTo>
                    <a:pt x="2333" y="2967"/>
                  </a:lnTo>
                  <a:lnTo>
                    <a:pt x="5604" y="2967"/>
                  </a:lnTo>
                  <a:lnTo>
                    <a:pt x="793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7" name="Google Shape;7627;p37"/>
            <p:cNvSpPr/>
            <p:nvPr/>
          </p:nvSpPr>
          <p:spPr>
            <a:xfrm>
              <a:off x="2528375" y="2054700"/>
              <a:ext cx="161025" cy="103975"/>
            </a:xfrm>
            <a:custGeom>
              <a:avLst/>
              <a:gdLst/>
              <a:ahLst/>
              <a:cxnLst/>
              <a:rect l="l" t="t" r="r" b="b"/>
              <a:pathLst>
                <a:path w="6441" h="4159" extrusionOk="0">
                  <a:moveTo>
                    <a:pt x="482" y="0"/>
                  </a:moveTo>
                  <a:lnTo>
                    <a:pt x="381" y="25"/>
                  </a:lnTo>
                  <a:lnTo>
                    <a:pt x="254" y="101"/>
                  </a:lnTo>
                  <a:lnTo>
                    <a:pt x="178" y="177"/>
                  </a:lnTo>
                  <a:lnTo>
                    <a:pt x="102" y="254"/>
                  </a:lnTo>
                  <a:lnTo>
                    <a:pt x="51" y="355"/>
                  </a:lnTo>
                  <a:lnTo>
                    <a:pt x="1" y="482"/>
                  </a:lnTo>
                  <a:lnTo>
                    <a:pt x="1" y="609"/>
                  </a:lnTo>
                  <a:lnTo>
                    <a:pt x="1" y="3626"/>
                  </a:lnTo>
                  <a:lnTo>
                    <a:pt x="2054" y="4158"/>
                  </a:lnTo>
                  <a:lnTo>
                    <a:pt x="6441" y="3626"/>
                  </a:lnTo>
                  <a:lnTo>
                    <a:pt x="4996" y="355"/>
                  </a:lnTo>
                  <a:lnTo>
                    <a:pt x="4920" y="203"/>
                  </a:lnTo>
                  <a:lnTo>
                    <a:pt x="4793" y="76"/>
                  </a:lnTo>
                  <a:lnTo>
                    <a:pt x="4615" y="25"/>
                  </a:lnTo>
                  <a:lnTo>
                    <a:pt x="443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8" name="Google Shape;7628;p37"/>
            <p:cNvSpPr/>
            <p:nvPr/>
          </p:nvSpPr>
          <p:spPr>
            <a:xfrm>
              <a:off x="2515075" y="2145325"/>
              <a:ext cx="187000" cy="91300"/>
            </a:xfrm>
            <a:custGeom>
              <a:avLst/>
              <a:gdLst/>
              <a:ahLst/>
              <a:cxnLst/>
              <a:rect l="l" t="t" r="r" b="b"/>
              <a:pathLst>
                <a:path w="7480" h="3652" extrusionOk="0">
                  <a:moveTo>
                    <a:pt x="507" y="1"/>
                  </a:moveTo>
                  <a:lnTo>
                    <a:pt x="406" y="26"/>
                  </a:lnTo>
                  <a:lnTo>
                    <a:pt x="305" y="51"/>
                  </a:lnTo>
                  <a:lnTo>
                    <a:pt x="203" y="102"/>
                  </a:lnTo>
                  <a:lnTo>
                    <a:pt x="127" y="153"/>
                  </a:lnTo>
                  <a:lnTo>
                    <a:pt x="76" y="229"/>
                  </a:lnTo>
                  <a:lnTo>
                    <a:pt x="26" y="330"/>
                  </a:lnTo>
                  <a:lnTo>
                    <a:pt x="0" y="406"/>
                  </a:lnTo>
                  <a:lnTo>
                    <a:pt x="0" y="508"/>
                  </a:lnTo>
                  <a:lnTo>
                    <a:pt x="0" y="3652"/>
                  </a:lnTo>
                  <a:lnTo>
                    <a:pt x="786" y="3652"/>
                  </a:lnTo>
                  <a:lnTo>
                    <a:pt x="938" y="3576"/>
                  </a:lnTo>
                  <a:lnTo>
                    <a:pt x="1091" y="3474"/>
                  </a:lnTo>
                  <a:lnTo>
                    <a:pt x="1217" y="3348"/>
                  </a:lnTo>
                  <a:lnTo>
                    <a:pt x="2232" y="1953"/>
                  </a:lnTo>
                  <a:lnTo>
                    <a:pt x="2384" y="1776"/>
                  </a:lnTo>
                  <a:lnTo>
                    <a:pt x="2561" y="1598"/>
                  </a:lnTo>
                  <a:lnTo>
                    <a:pt x="2739" y="1471"/>
                  </a:lnTo>
                  <a:lnTo>
                    <a:pt x="2941" y="1345"/>
                  </a:lnTo>
                  <a:lnTo>
                    <a:pt x="3170" y="1243"/>
                  </a:lnTo>
                  <a:lnTo>
                    <a:pt x="3398" y="1192"/>
                  </a:lnTo>
                  <a:lnTo>
                    <a:pt x="3626" y="1142"/>
                  </a:lnTo>
                  <a:lnTo>
                    <a:pt x="7480" y="1142"/>
                  </a:lnTo>
                  <a:lnTo>
                    <a:pt x="697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9" name="Google Shape;7629;p37"/>
            <p:cNvSpPr/>
            <p:nvPr/>
          </p:nvSpPr>
          <p:spPr>
            <a:xfrm>
              <a:off x="2551825" y="2078150"/>
              <a:ext cx="86250" cy="43750"/>
            </a:xfrm>
            <a:custGeom>
              <a:avLst/>
              <a:gdLst/>
              <a:ahLst/>
              <a:cxnLst/>
              <a:rect l="l" t="t" r="r" b="b"/>
              <a:pathLst>
                <a:path w="3450" h="1750" extrusionOk="0">
                  <a:moveTo>
                    <a:pt x="330" y="0"/>
                  </a:moveTo>
                  <a:lnTo>
                    <a:pt x="254" y="25"/>
                  </a:lnTo>
                  <a:lnTo>
                    <a:pt x="178" y="76"/>
                  </a:lnTo>
                  <a:lnTo>
                    <a:pt x="128" y="127"/>
                  </a:lnTo>
                  <a:lnTo>
                    <a:pt x="77" y="178"/>
                  </a:lnTo>
                  <a:lnTo>
                    <a:pt x="26" y="254"/>
                  </a:lnTo>
                  <a:lnTo>
                    <a:pt x="1" y="330"/>
                  </a:lnTo>
                  <a:lnTo>
                    <a:pt x="1" y="406"/>
                  </a:lnTo>
                  <a:lnTo>
                    <a:pt x="1" y="1750"/>
                  </a:lnTo>
                  <a:lnTo>
                    <a:pt x="3449" y="1750"/>
                  </a:lnTo>
                  <a:lnTo>
                    <a:pt x="2790" y="254"/>
                  </a:lnTo>
                  <a:lnTo>
                    <a:pt x="2714" y="152"/>
                  </a:lnTo>
                  <a:lnTo>
                    <a:pt x="2612" y="51"/>
                  </a:lnTo>
                  <a:lnTo>
                    <a:pt x="2511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0" name="Google Shape;7630;p37"/>
            <p:cNvSpPr/>
            <p:nvPr/>
          </p:nvSpPr>
          <p:spPr>
            <a:xfrm>
              <a:off x="2764825" y="2196050"/>
              <a:ext cx="133125" cy="132500"/>
            </a:xfrm>
            <a:custGeom>
              <a:avLst/>
              <a:gdLst/>
              <a:ahLst/>
              <a:cxnLst/>
              <a:rect l="l" t="t" r="r" b="b"/>
              <a:pathLst>
                <a:path w="5325" h="5300" extrusionOk="0">
                  <a:moveTo>
                    <a:pt x="2383" y="0"/>
                  </a:moveTo>
                  <a:lnTo>
                    <a:pt x="2130" y="51"/>
                  </a:lnTo>
                  <a:lnTo>
                    <a:pt x="1876" y="102"/>
                  </a:lnTo>
                  <a:lnTo>
                    <a:pt x="1623" y="203"/>
                  </a:lnTo>
                  <a:lnTo>
                    <a:pt x="1395" y="304"/>
                  </a:lnTo>
                  <a:lnTo>
                    <a:pt x="1166" y="457"/>
                  </a:lnTo>
                  <a:lnTo>
                    <a:pt x="964" y="609"/>
                  </a:lnTo>
                  <a:lnTo>
                    <a:pt x="786" y="761"/>
                  </a:lnTo>
                  <a:lnTo>
                    <a:pt x="609" y="964"/>
                  </a:lnTo>
                  <a:lnTo>
                    <a:pt x="457" y="1166"/>
                  </a:lnTo>
                  <a:lnTo>
                    <a:pt x="330" y="1395"/>
                  </a:lnTo>
                  <a:lnTo>
                    <a:pt x="203" y="1623"/>
                  </a:lnTo>
                  <a:lnTo>
                    <a:pt x="127" y="1851"/>
                  </a:lnTo>
                  <a:lnTo>
                    <a:pt x="51" y="2105"/>
                  </a:lnTo>
                  <a:lnTo>
                    <a:pt x="25" y="2384"/>
                  </a:lnTo>
                  <a:lnTo>
                    <a:pt x="0" y="2637"/>
                  </a:lnTo>
                  <a:lnTo>
                    <a:pt x="25" y="2916"/>
                  </a:lnTo>
                  <a:lnTo>
                    <a:pt x="51" y="3195"/>
                  </a:lnTo>
                  <a:lnTo>
                    <a:pt x="127" y="3448"/>
                  </a:lnTo>
                  <a:lnTo>
                    <a:pt x="203" y="3677"/>
                  </a:lnTo>
                  <a:lnTo>
                    <a:pt x="330" y="3905"/>
                  </a:lnTo>
                  <a:lnTo>
                    <a:pt x="457" y="4133"/>
                  </a:lnTo>
                  <a:lnTo>
                    <a:pt x="609" y="4336"/>
                  </a:lnTo>
                  <a:lnTo>
                    <a:pt x="786" y="4539"/>
                  </a:lnTo>
                  <a:lnTo>
                    <a:pt x="964" y="4691"/>
                  </a:lnTo>
                  <a:lnTo>
                    <a:pt x="1166" y="4843"/>
                  </a:lnTo>
                  <a:lnTo>
                    <a:pt x="1395" y="4995"/>
                  </a:lnTo>
                  <a:lnTo>
                    <a:pt x="1623" y="5096"/>
                  </a:lnTo>
                  <a:lnTo>
                    <a:pt x="1876" y="5198"/>
                  </a:lnTo>
                  <a:lnTo>
                    <a:pt x="2130" y="5249"/>
                  </a:lnTo>
                  <a:lnTo>
                    <a:pt x="2383" y="5299"/>
                  </a:lnTo>
                  <a:lnTo>
                    <a:pt x="2916" y="5299"/>
                  </a:lnTo>
                  <a:lnTo>
                    <a:pt x="3195" y="5249"/>
                  </a:lnTo>
                  <a:lnTo>
                    <a:pt x="3448" y="5198"/>
                  </a:lnTo>
                  <a:lnTo>
                    <a:pt x="3702" y="5096"/>
                  </a:lnTo>
                  <a:lnTo>
                    <a:pt x="3930" y="4995"/>
                  </a:lnTo>
                  <a:lnTo>
                    <a:pt x="4133" y="4843"/>
                  </a:lnTo>
                  <a:lnTo>
                    <a:pt x="4336" y="4691"/>
                  </a:lnTo>
                  <a:lnTo>
                    <a:pt x="4539" y="4539"/>
                  </a:lnTo>
                  <a:lnTo>
                    <a:pt x="4716" y="4336"/>
                  </a:lnTo>
                  <a:lnTo>
                    <a:pt x="4868" y="4133"/>
                  </a:lnTo>
                  <a:lnTo>
                    <a:pt x="4995" y="3905"/>
                  </a:lnTo>
                  <a:lnTo>
                    <a:pt x="5096" y="3677"/>
                  </a:lnTo>
                  <a:lnTo>
                    <a:pt x="5198" y="3448"/>
                  </a:lnTo>
                  <a:lnTo>
                    <a:pt x="5249" y="3195"/>
                  </a:lnTo>
                  <a:lnTo>
                    <a:pt x="5299" y="2916"/>
                  </a:lnTo>
                  <a:lnTo>
                    <a:pt x="5325" y="2637"/>
                  </a:lnTo>
                  <a:lnTo>
                    <a:pt x="5299" y="2384"/>
                  </a:lnTo>
                  <a:lnTo>
                    <a:pt x="5249" y="2105"/>
                  </a:lnTo>
                  <a:lnTo>
                    <a:pt x="5198" y="1851"/>
                  </a:lnTo>
                  <a:lnTo>
                    <a:pt x="5096" y="1623"/>
                  </a:lnTo>
                  <a:lnTo>
                    <a:pt x="4995" y="1395"/>
                  </a:lnTo>
                  <a:lnTo>
                    <a:pt x="4868" y="1166"/>
                  </a:lnTo>
                  <a:lnTo>
                    <a:pt x="4716" y="964"/>
                  </a:lnTo>
                  <a:lnTo>
                    <a:pt x="4539" y="761"/>
                  </a:lnTo>
                  <a:lnTo>
                    <a:pt x="4336" y="609"/>
                  </a:lnTo>
                  <a:lnTo>
                    <a:pt x="4133" y="457"/>
                  </a:lnTo>
                  <a:lnTo>
                    <a:pt x="3930" y="304"/>
                  </a:lnTo>
                  <a:lnTo>
                    <a:pt x="3702" y="203"/>
                  </a:lnTo>
                  <a:lnTo>
                    <a:pt x="3448" y="102"/>
                  </a:lnTo>
                  <a:lnTo>
                    <a:pt x="3195" y="51"/>
                  </a:lnTo>
                  <a:lnTo>
                    <a:pt x="291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1" name="Google Shape;7631;p37"/>
            <p:cNvSpPr/>
            <p:nvPr/>
          </p:nvSpPr>
          <p:spPr>
            <a:xfrm>
              <a:off x="2802225" y="2233450"/>
              <a:ext cx="57700" cy="57700"/>
            </a:xfrm>
            <a:custGeom>
              <a:avLst/>
              <a:gdLst/>
              <a:ahLst/>
              <a:cxnLst/>
              <a:rect l="l" t="t" r="r" b="b"/>
              <a:pathLst>
                <a:path w="2308" h="2308" extrusionOk="0">
                  <a:moveTo>
                    <a:pt x="1166" y="0"/>
                  </a:moveTo>
                  <a:lnTo>
                    <a:pt x="938" y="25"/>
                  </a:lnTo>
                  <a:lnTo>
                    <a:pt x="710" y="102"/>
                  </a:lnTo>
                  <a:lnTo>
                    <a:pt x="507" y="203"/>
                  </a:lnTo>
                  <a:lnTo>
                    <a:pt x="355" y="330"/>
                  </a:lnTo>
                  <a:lnTo>
                    <a:pt x="203" y="507"/>
                  </a:lnTo>
                  <a:lnTo>
                    <a:pt x="101" y="710"/>
                  </a:lnTo>
                  <a:lnTo>
                    <a:pt x="25" y="913"/>
                  </a:lnTo>
                  <a:lnTo>
                    <a:pt x="0" y="1141"/>
                  </a:lnTo>
                  <a:lnTo>
                    <a:pt x="25" y="1395"/>
                  </a:lnTo>
                  <a:lnTo>
                    <a:pt x="101" y="1597"/>
                  </a:lnTo>
                  <a:lnTo>
                    <a:pt x="203" y="1800"/>
                  </a:lnTo>
                  <a:lnTo>
                    <a:pt x="355" y="1978"/>
                  </a:lnTo>
                  <a:lnTo>
                    <a:pt x="507" y="2105"/>
                  </a:lnTo>
                  <a:lnTo>
                    <a:pt x="710" y="2206"/>
                  </a:lnTo>
                  <a:lnTo>
                    <a:pt x="938" y="2282"/>
                  </a:lnTo>
                  <a:lnTo>
                    <a:pt x="1166" y="2307"/>
                  </a:lnTo>
                  <a:lnTo>
                    <a:pt x="1395" y="2282"/>
                  </a:lnTo>
                  <a:lnTo>
                    <a:pt x="1597" y="2206"/>
                  </a:lnTo>
                  <a:lnTo>
                    <a:pt x="1800" y="2105"/>
                  </a:lnTo>
                  <a:lnTo>
                    <a:pt x="1978" y="1978"/>
                  </a:lnTo>
                  <a:lnTo>
                    <a:pt x="2105" y="1800"/>
                  </a:lnTo>
                  <a:lnTo>
                    <a:pt x="2231" y="1597"/>
                  </a:lnTo>
                  <a:lnTo>
                    <a:pt x="2282" y="1395"/>
                  </a:lnTo>
                  <a:lnTo>
                    <a:pt x="2307" y="1141"/>
                  </a:lnTo>
                  <a:lnTo>
                    <a:pt x="2282" y="913"/>
                  </a:lnTo>
                  <a:lnTo>
                    <a:pt x="2231" y="710"/>
                  </a:lnTo>
                  <a:lnTo>
                    <a:pt x="2105" y="507"/>
                  </a:lnTo>
                  <a:lnTo>
                    <a:pt x="1978" y="330"/>
                  </a:lnTo>
                  <a:lnTo>
                    <a:pt x="1800" y="203"/>
                  </a:lnTo>
                  <a:lnTo>
                    <a:pt x="1597" y="102"/>
                  </a:lnTo>
                  <a:lnTo>
                    <a:pt x="1395" y="25"/>
                  </a:lnTo>
                  <a:lnTo>
                    <a:pt x="1166" y="0"/>
                  </a:lnTo>
                  <a:close/>
                </a:path>
              </a:pathLst>
            </a:custGeom>
            <a:solidFill>
              <a:srgbClr val="C8C8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2" name="Google Shape;7632;p37"/>
            <p:cNvSpPr/>
            <p:nvPr/>
          </p:nvSpPr>
          <p:spPr>
            <a:xfrm>
              <a:off x="2705225" y="2098425"/>
              <a:ext cx="146450" cy="75450"/>
            </a:xfrm>
            <a:custGeom>
              <a:avLst/>
              <a:gdLst/>
              <a:ahLst/>
              <a:cxnLst/>
              <a:rect l="l" t="t" r="r" b="b"/>
              <a:pathLst>
                <a:path w="5858" h="3018" extrusionOk="0">
                  <a:moveTo>
                    <a:pt x="330" y="0"/>
                  </a:moveTo>
                  <a:lnTo>
                    <a:pt x="254" y="26"/>
                  </a:lnTo>
                  <a:lnTo>
                    <a:pt x="153" y="51"/>
                  </a:lnTo>
                  <a:lnTo>
                    <a:pt x="102" y="102"/>
                  </a:lnTo>
                  <a:lnTo>
                    <a:pt x="51" y="153"/>
                  </a:lnTo>
                  <a:lnTo>
                    <a:pt x="1" y="229"/>
                  </a:lnTo>
                  <a:lnTo>
                    <a:pt x="1" y="305"/>
                  </a:lnTo>
                  <a:lnTo>
                    <a:pt x="1" y="406"/>
                  </a:lnTo>
                  <a:lnTo>
                    <a:pt x="26" y="482"/>
                  </a:lnTo>
                  <a:lnTo>
                    <a:pt x="559" y="1699"/>
                  </a:lnTo>
                  <a:lnTo>
                    <a:pt x="609" y="1775"/>
                  </a:lnTo>
                  <a:lnTo>
                    <a:pt x="660" y="1826"/>
                  </a:lnTo>
                  <a:lnTo>
                    <a:pt x="761" y="1877"/>
                  </a:lnTo>
                  <a:lnTo>
                    <a:pt x="1953" y="1877"/>
                  </a:lnTo>
                  <a:lnTo>
                    <a:pt x="2029" y="1902"/>
                  </a:lnTo>
                  <a:lnTo>
                    <a:pt x="2131" y="1927"/>
                  </a:lnTo>
                  <a:lnTo>
                    <a:pt x="2181" y="2004"/>
                  </a:lnTo>
                  <a:lnTo>
                    <a:pt x="2232" y="2080"/>
                  </a:lnTo>
                  <a:lnTo>
                    <a:pt x="2562" y="2815"/>
                  </a:lnTo>
                  <a:lnTo>
                    <a:pt x="2612" y="2891"/>
                  </a:lnTo>
                  <a:lnTo>
                    <a:pt x="2688" y="2967"/>
                  </a:lnTo>
                  <a:lnTo>
                    <a:pt x="2764" y="2992"/>
                  </a:lnTo>
                  <a:lnTo>
                    <a:pt x="2841" y="3018"/>
                  </a:lnTo>
                  <a:lnTo>
                    <a:pt x="5553" y="3018"/>
                  </a:lnTo>
                  <a:lnTo>
                    <a:pt x="5630" y="2992"/>
                  </a:lnTo>
                  <a:lnTo>
                    <a:pt x="5706" y="2967"/>
                  </a:lnTo>
                  <a:lnTo>
                    <a:pt x="5782" y="2916"/>
                  </a:lnTo>
                  <a:lnTo>
                    <a:pt x="5807" y="2866"/>
                  </a:lnTo>
                  <a:lnTo>
                    <a:pt x="5858" y="2790"/>
                  </a:lnTo>
                  <a:lnTo>
                    <a:pt x="5858" y="2713"/>
                  </a:lnTo>
                  <a:lnTo>
                    <a:pt x="5858" y="2637"/>
                  </a:lnTo>
                  <a:lnTo>
                    <a:pt x="5832" y="2561"/>
                  </a:lnTo>
                  <a:lnTo>
                    <a:pt x="4717" y="203"/>
                  </a:lnTo>
                  <a:lnTo>
                    <a:pt x="4666" y="127"/>
                  </a:lnTo>
                  <a:lnTo>
                    <a:pt x="4590" y="51"/>
                  </a:lnTo>
                  <a:lnTo>
                    <a:pt x="4514" y="26"/>
                  </a:lnTo>
                  <a:lnTo>
                    <a:pt x="4413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3" name="Google Shape;7633;p37"/>
            <p:cNvSpPr/>
            <p:nvPr/>
          </p:nvSpPr>
          <p:spPr>
            <a:xfrm>
              <a:off x="2499225" y="2173850"/>
              <a:ext cx="253575" cy="94475"/>
            </a:xfrm>
            <a:custGeom>
              <a:avLst/>
              <a:gdLst/>
              <a:ahLst/>
              <a:cxnLst/>
              <a:rect l="l" t="t" r="r" b="b"/>
              <a:pathLst>
                <a:path w="10143" h="3779" extrusionOk="0">
                  <a:moveTo>
                    <a:pt x="4260" y="1"/>
                  </a:moveTo>
                  <a:lnTo>
                    <a:pt x="4032" y="51"/>
                  </a:lnTo>
                  <a:lnTo>
                    <a:pt x="3804" y="102"/>
                  </a:lnTo>
                  <a:lnTo>
                    <a:pt x="3575" y="204"/>
                  </a:lnTo>
                  <a:lnTo>
                    <a:pt x="3373" y="330"/>
                  </a:lnTo>
                  <a:lnTo>
                    <a:pt x="3195" y="457"/>
                  </a:lnTo>
                  <a:lnTo>
                    <a:pt x="3018" y="635"/>
                  </a:lnTo>
                  <a:lnTo>
                    <a:pt x="2866" y="812"/>
                  </a:lnTo>
                  <a:lnTo>
                    <a:pt x="1851" y="2207"/>
                  </a:lnTo>
                  <a:lnTo>
                    <a:pt x="1725" y="2333"/>
                  </a:lnTo>
                  <a:lnTo>
                    <a:pt x="1572" y="2435"/>
                  </a:lnTo>
                  <a:lnTo>
                    <a:pt x="1420" y="2511"/>
                  </a:lnTo>
                  <a:lnTo>
                    <a:pt x="634" y="2511"/>
                  </a:lnTo>
                  <a:lnTo>
                    <a:pt x="507" y="2536"/>
                  </a:lnTo>
                  <a:lnTo>
                    <a:pt x="381" y="2562"/>
                  </a:lnTo>
                  <a:lnTo>
                    <a:pt x="279" y="2638"/>
                  </a:lnTo>
                  <a:lnTo>
                    <a:pt x="178" y="2714"/>
                  </a:lnTo>
                  <a:lnTo>
                    <a:pt x="102" y="2790"/>
                  </a:lnTo>
                  <a:lnTo>
                    <a:pt x="51" y="2917"/>
                  </a:lnTo>
                  <a:lnTo>
                    <a:pt x="0" y="3018"/>
                  </a:lnTo>
                  <a:lnTo>
                    <a:pt x="0" y="3145"/>
                  </a:lnTo>
                  <a:lnTo>
                    <a:pt x="0" y="3272"/>
                  </a:lnTo>
                  <a:lnTo>
                    <a:pt x="51" y="3398"/>
                  </a:lnTo>
                  <a:lnTo>
                    <a:pt x="102" y="3500"/>
                  </a:lnTo>
                  <a:lnTo>
                    <a:pt x="178" y="3601"/>
                  </a:lnTo>
                  <a:lnTo>
                    <a:pt x="279" y="3677"/>
                  </a:lnTo>
                  <a:lnTo>
                    <a:pt x="381" y="3728"/>
                  </a:lnTo>
                  <a:lnTo>
                    <a:pt x="507" y="3753"/>
                  </a:lnTo>
                  <a:lnTo>
                    <a:pt x="634" y="3779"/>
                  </a:lnTo>
                  <a:lnTo>
                    <a:pt x="1243" y="3779"/>
                  </a:lnTo>
                  <a:lnTo>
                    <a:pt x="1471" y="3753"/>
                  </a:lnTo>
                  <a:lnTo>
                    <a:pt x="1699" y="3728"/>
                  </a:lnTo>
                  <a:lnTo>
                    <a:pt x="1927" y="3652"/>
                  </a:lnTo>
                  <a:lnTo>
                    <a:pt x="2130" y="3550"/>
                  </a:lnTo>
                  <a:lnTo>
                    <a:pt x="2333" y="3449"/>
                  </a:lnTo>
                  <a:lnTo>
                    <a:pt x="2536" y="3297"/>
                  </a:lnTo>
                  <a:lnTo>
                    <a:pt x="2688" y="3145"/>
                  </a:lnTo>
                  <a:lnTo>
                    <a:pt x="2840" y="2967"/>
                  </a:lnTo>
                  <a:lnTo>
                    <a:pt x="3880" y="1547"/>
                  </a:lnTo>
                  <a:lnTo>
                    <a:pt x="4006" y="1421"/>
                  </a:lnTo>
                  <a:lnTo>
                    <a:pt x="4159" y="1319"/>
                  </a:lnTo>
                  <a:lnTo>
                    <a:pt x="4311" y="1268"/>
                  </a:lnTo>
                  <a:lnTo>
                    <a:pt x="4488" y="1243"/>
                  </a:lnTo>
                  <a:lnTo>
                    <a:pt x="9635" y="1243"/>
                  </a:lnTo>
                  <a:lnTo>
                    <a:pt x="9737" y="1192"/>
                  </a:lnTo>
                  <a:lnTo>
                    <a:pt x="9863" y="1142"/>
                  </a:lnTo>
                  <a:lnTo>
                    <a:pt x="9940" y="1066"/>
                  </a:lnTo>
                  <a:lnTo>
                    <a:pt x="10016" y="964"/>
                  </a:lnTo>
                  <a:lnTo>
                    <a:pt x="10092" y="863"/>
                  </a:lnTo>
                  <a:lnTo>
                    <a:pt x="10117" y="736"/>
                  </a:lnTo>
                  <a:lnTo>
                    <a:pt x="10142" y="609"/>
                  </a:lnTo>
                  <a:lnTo>
                    <a:pt x="10117" y="482"/>
                  </a:lnTo>
                  <a:lnTo>
                    <a:pt x="10092" y="381"/>
                  </a:lnTo>
                  <a:lnTo>
                    <a:pt x="10016" y="280"/>
                  </a:lnTo>
                  <a:lnTo>
                    <a:pt x="9940" y="178"/>
                  </a:lnTo>
                  <a:lnTo>
                    <a:pt x="9863" y="102"/>
                  </a:lnTo>
                  <a:lnTo>
                    <a:pt x="9737" y="51"/>
                  </a:lnTo>
                  <a:lnTo>
                    <a:pt x="963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4" name="Google Shape;7634;p37"/>
            <p:cNvSpPr/>
            <p:nvPr/>
          </p:nvSpPr>
          <p:spPr>
            <a:xfrm>
              <a:off x="2566425" y="2196050"/>
              <a:ext cx="132500" cy="132500"/>
            </a:xfrm>
            <a:custGeom>
              <a:avLst/>
              <a:gdLst/>
              <a:ahLst/>
              <a:cxnLst/>
              <a:rect l="l" t="t" r="r" b="b"/>
              <a:pathLst>
                <a:path w="5300" h="5300" extrusionOk="0">
                  <a:moveTo>
                    <a:pt x="2383" y="0"/>
                  </a:moveTo>
                  <a:lnTo>
                    <a:pt x="2130" y="51"/>
                  </a:lnTo>
                  <a:lnTo>
                    <a:pt x="1876" y="102"/>
                  </a:lnTo>
                  <a:lnTo>
                    <a:pt x="1623" y="203"/>
                  </a:lnTo>
                  <a:lnTo>
                    <a:pt x="1395" y="304"/>
                  </a:lnTo>
                  <a:lnTo>
                    <a:pt x="1166" y="457"/>
                  </a:lnTo>
                  <a:lnTo>
                    <a:pt x="964" y="609"/>
                  </a:lnTo>
                  <a:lnTo>
                    <a:pt x="786" y="761"/>
                  </a:lnTo>
                  <a:lnTo>
                    <a:pt x="609" y="964"/>
                  </a:lnTo>
                  <a:lnTo>
                    <a:pt x="456" y="1166"/>
                  </a:lnTo>
                  <a:lnTo>
                    <a:pt x="330" y="1395"/>
                  </a:lnTo>
                  <a:lnTo>
                    <a:pt x="203" y="1623"/>
                  </a:lnTo>
                  <a:lnTo>
                    <a:pt x="127" y="1851"/>
                  </a:lnTo>
                  <a:lnTo>
                    <a:pt x="51" y="2105"/>
                  </a:lnTo>
                  <a:lnTo>
                    <a:pt x="0" y="2384"/>
                  </a:lnTo>
                  <a:lnTo>
                    <a:pt x="0" y="2637"/>
                  </a:lnTo>
                  <a:lnTo>
                    <a:pt x="0" y="2916"/>
                  </a:lnTo>
                  <a:lnTo>
                    <a:pt x="51" y="3195"/>
                  </a:lnTo>
                  <a:lnTo>
                    <a:pt x="127" y="3448"/>
                  </a:lnTo>
                  <a:lnTo>
                    <a:pt x="203" y="3677"/>
                  </a:lnTo>
                  <a:lnTo>
                    <a:pt x="330" y="3905"/>
                  </a:lnTo>
                  <a:lnTo>
                    <a:pt x="456" y="4133"/>
                  </a:lnTo>
                  <a:lnTo>
                    <a:pt x="609" y="4336"/>
                  </a:lnTo>
                  <a:lnTo>
                    <a:pt x="786" y="4539"/>
                  </a:lnTo>
                  <a:lnTo>
                    <a:pt x="964" y="4691"/>
                  </a:lnTo>
                  <a:lnTo>
                    <a:pt x="1166" y="4843"/>
                  </a:lnTo>
                  <a:lnTo>
                    <a:pt x="1395" y="4995"/>
                  </a:lnTo>
                  <a:lnTo>
                    <a:pt x="1623" y="5096"/>
                  </a:lnTo>
                  <a:lnTo>
                    <a:pt x="1876" y="5198"/>
                  </a:lnTo>
                  <a:lnTo>
                    <a:pt x="2130" y="5249"/>
                  </a:lnTo>
                  <a:lnTo>
                    <a:pt x="2383" y="5299"/>
                  </a:lnTo>
                  <a:lnTo>
                    <a:pt x="2916" y="5299"/>
                  </a:lnTo>
                  <a:lnTo>
                    <a:pt x="3195" y="5249"/>
                  </a:lnTo>
                  <a:lnTo>
                    <a:pt x="3448" y="5198"/>
                  </a:lnTo>
                  <a:lnTo>
                    <a:pt x="3676" y="5096"/>
                  </a:lnTo>
                  <a:lnTo>
                    <a:pt x="3930" y="4995"/>
                  </a:lnTo>
                  <a:lnTo>
                    <a:pt x="4133" y="4843"/>
                  </a:lnTo>
                  <a:lnTo>
                    <a:pt x="4336" y="4691"/>
                  </a:lnTo>
                  <a:lnTo>
                    <a:pt x="4539" y="4539"/>
                  </a:lnTo>
                  <a:lnTo>
                    <a:pt x="4716" y="4336"/>
                  </a:lnTo>
                  <a:lnTo>
                    <a:pt x="4868" y="4133"/>
                  </a:lnTo>
                  <a:lnTo>
                    <a:pt x="4995" y="3905"/>
                  </a:lnTo>
                  <a:lnTo>
                    <a:pt x="5096" y="3677"/>
                  </a:lnTo>
                  <a:lnTo>
                    <a:pt x="5198" y="3448"/>
                  </a:lnTo>
                  <a:lnTo>
                    <a:pt x="5248" y="3195"/>
                  </a:lnTo>
                  <a:lnTo>
                    <a:pt x="5299" y="2916"/>
                  </a:lnTo>
                  <a:lnTo>
                    <a:pt x="5299" y="2637"/>
                  </a:lnTo>
                  <a:lnTo>
                    <a:pt x="5299" y="2384"/>
                  </a:lnTo>
                  <a:lnTo>
                    <a:pt x="5248" y="2105"/>
                  </a:lnTo>
                  <a:lnTo>
                    <a:pt x="5198" y="1851"/>
                  </a:lnTo>
                  <a:lnTo>
                    <a:pt x="5096" y="1623"/>
                  </a:lnTo>
                  <a:lnTo>
                    <a:pt x="4995" y="1395"/>
                  </a:lnTo>
                  <a:lnTo>
                    <a:pt x="4868" y="1166"/>
                  </a:lnTo>
                  <a:lnTo>
                    <a:pt x="4716" y="964"/>
                  </a:lnTo>
                  <a:lnTo>
                    <a:pt x="4539" y="761"/>
                  </a:lnTo>
                  <a:lnTo>
                    <a:pt x="4336" y="609"/>
                  </a:lnTo>
                  <a:lnTo>
                    <a:pt x="4133" y="457"/>
                  </a:lnTo>
                  <a:lnTo>
                    <a:pt x="3930" y="304"/>
                  </a:lnTo>
                  <a:lnTo>
                    <a:pt x="3676" y="203"/>
                  </a:lnTo>
                  <a:lnTo>
                    <a:pt x="3448" y="102"/>
                  </a:lnTo>
                  <a:lnTo>
                    <a:pt x="3195" y="51"/>
                  </a:lnTo>
                  <a:lnTo>
                    <a:pt x="291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5" name="Google Shape;7635;p37"/>
            <p:cNvSpPr/>
            <p:nvPr/>
          </p:nvSpPr>
          <p:spPr>
            <a:xfrm>
              <a:off x="2603800" y="2233450"/>
              <a:ext cx="57725" cy="57700"/>
            </a:xfrm>
            <a:custGeom>
              <a:avLst/>
              <a:gdLst/>
              <a:ahLst/>
              <a:cxnLst/>
              <a:rect l="l" t="t" r="r" b="b"/>
              <a:pathLst>
                <a:path w="2309" h="2308" extrusionOk="0">
                  <a:moveTo>
                    <a:pt x="1167" y="0"/>
                  </a:moveTo>
                  <a:lnTo>
                    <a:pt x="939" y="25"/>
                  </a:lnTo>
                  <a:lnTo>
                    <a:pt x="711" y="102"/>
                  </a:lnTo>
                  <a:lnTo>
                    <a:pt x="508" y="203"/>
                  </a:lnTo>
                  <a:lnTo>
                    <a:pt x="356" y="330"/>
                  </a:lnTo>
                  <a:lnTo>
                    <a:pt x="204" y="507"/>
                  </a:lnTo>
                  <a:lnTo>
                    <a:pt x="102" y="710"/>
                  </a:lnTo>
                  <a:lnTo>
                    <a:pt x="26" y="913"/>
                  </a:lnTo>
                  <a:lnTo>
                    <a:pt x="1" y="1141"/>
                  </a:lnTo>
                  <a:lnTo>
                    <a:pt x="26" y="1395"/>
                  </a:lnTo>
                  <a:lnTo>
                    <a:pt x="102" y="1597"/>
                  </a:lnTo>
                  <a:lnTo>
                    <a:pt x="204" y="1800"/>
                  </a:lnTo>
                  <a:lnTo>
                    <a:pt x="356" y="1978"/>
                  </a:lnTo>
                  <a:lnTo>
                    <a:pt x="508" y="2105"/>
                  </a:lnTo>
                  <a:lnTo>
                    <a:pt x="711" y="2206"/>
                  </a:lnTo>
                  <a:lnTo>
                    <a:pt x="939" y="2282"/>
                  </a:lnTo>
                  <a:lnTo>
                    <a:pt x="1167" y="2307"/>
                  </a:lnTo>
                  <a:lnTo>
                    <a:pt x="1395" y="2282"/>
                  </a:lnTo>
                  <a:lnTo>
                    <a:pt x="1598" y="2206"/>
                  </a:lnTo>
                  <a:lnTo>
                    <a:pt x="1801" y="2105"/>
                  </a:lnTo>
                  <a:lnTo>
                    <a:pt x="1979" y="1978"/>
                  </a:lnTo>
                  <a:lnTo>
                    <a:pt x="2105" y="1800"/>
                  </a:lnTo>
                  <a:lnTo>
                    <a:pt x="2207" y="1597"/>
                  </a:lnTo>
                  <a:lnTo>
                    <a:pt x="2283" y="1395"/>
                  </a:lnTo>
                  <a:lnTo>
                    <a:pt x="2308" y="1141"/>
                  </a:lnTo>
                  <a:lnTo>
                    <a:pt x="2283" y="913"/>
                  </a:lnTo>
                  <a:lnTo>
                    <a:pt x="2207" y="710"/>
                  </a:lnTo>
                  <a:lnTo>
                    <a:pt x="2105" y="507"/>
                  </a:lnTo>
                  <a:lnTo>
                    <a:pt x="1979" y="330"/>
                  </a:lnTo>
                  <a:lnTo>
                    <a:pt x="1801" y="203"/>
                  </a:lnTo>
                  <a:lnTo>
                    <a:pt x="1598" y="102"/>
                  </a:lnTo>
                  <a:lnTo>
                    <a:pt x="1395" y="25"/>
                  </a:lnTo>
                  <a:lnTo>
                    <a:pt x="1167" y="0"/>
                  </a:lnTo>
                  <a:close/>
                </a:path>
              </a:pathLst>
            </a:custGeom>
            <a:solidFill>
              <a:srgbClr val="C8C8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36" name="Google Shape;7636;p37"/>
          <p:cNvGrpSpPr/>
          <p:nvPr/>
        </p:nvGrpSpPr>
        <p:grpSpPr>
          <a:xfrm>
            <a:off x="4387971" y="3071689"/>
            <a:ext cx="359436" cy="365192"/>
            <a:chOff x="3999600" y="1974825"/>
            <a:chExt cx="395550" cy="398725"/>
          </a:xfrm>
        </p:grpSpPr>
        <p:sp>
          <p:nvSpPr>
            <p:cNvPr id="7637" name="Google Shape;7637;p37"/>
            <p:cNvSpPr/>
            <p:nvPr/>
          </p:nvSpPr>
          <p:spPr>
            <a:xfrm>
              <a:off x="4028750" y="2260700"/>
              <a:ext cx="329025" cy="50725"/>
            </a:xfrm>
            <a:custGeom>
              <a:avLst/>
              <a:gdLst/>
              <a:ahLst/>
              <a:cxnLst/>
              <a:rect l="l" t="t" r="r" b="b"/>
              <a:pathLst>
                <a:path w="13161" h="2029" extrusionOk="0">
                  <a:moveTo>
                    <a:pt x="4260" y="0"/>
                  </a:moveTo>
                  <a:lnTo>
                    <a:pt x="1" y="837"/>
                  </a:lnTo>
                  <a:lnTo>
                    <a:pt x="1" y="2029"/>
                  </a:lnTo>
                  <a:lnTo>
                    <a:pt x="13160" y="2029"/>
                  </a:lnTo>
                  <a:lnTo>
                    <a:pt x="13160" y="837"/>
                  </a:lnTo>
                  <a:lnTo>
                    <a:pt x="426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8" name="Google Shape;7638;p37"/>
            <p:cNvSpPr/>
            <p:nvPr/>
          </p:nvSpPr>
          <p:spPr>
            <a:xfrm>
              <a:off x="4028750" y="2260700"/>
              <a:ext cx="123000" cy="50725"/>
            </a:xfrm>
            <a:custGeom>
              <a:avLst/>
              <a:gdLst/>
              <a:ahLst/>
              <a:cxnLst/>
              <a:rect l="l" t="t" r="r" b="b"/>
              <a:pathLst>
                <a:path w="4920" h="2029" extrusionOk="0">
                  <a:moveTo>
                    <a:pt x="4260" y="0"/>
                  </a:moveTo>
                  <a:lnTo>
                    <a:pt x="1" y="837"/>
                  </a:lnTo>
                  <a:lnTo>
                    <a:pt x="1" y="2029"/>
                  </a:lnTo>
                  <a:lnTo>
                    <a:pt x="964" y="2029"/>
                  </a:lnTo>
                  <a:lnTo>
                    <a:pt x="964" y="837"/>
                  </a:lnTo>
                  <a:lnTo>
                    <a:pt x="4920" y="51"/>
                  </a:lnTo>
                  <a:lnTo>
                    <a:pt x="4260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9" name="Google Shape;7639;p37"/>
            <p:cNvSpPr/>
            <p:nvPr/>
          </p:nvSpPr>
          <p:spPr>
            <a:xfrm>
              <a:off x="3999600" y="1981800"/>
              <a:ext cx="46300" cy="48200"/>
            </a:xfrm>
            <a:custGeom>
              <a:avLst/>
              <a:gdLst/>
              <a:ahLst/>
              <a:cxnLst/>
              <a:rect l="l" t="t" r="r" b="b"/>
              <a:pathLst>
                <a:path w="1852" h="1928" extrusionOk="0">
                  <a:moveTo>
                    <a:pt x="787" y="0"/>
                  </a:moveTo>
                  <a:lnTo>
                    <a:pt x="710" y="26"/>
                  </a:lnTo>
                  <a:lnTo>
                    <a:pt x="634" y="76"/>
                  </a:lnTo>
                  <a:lnTo>
                    <a:pt x="178" y="330"/>
                  </a:lnTo>
                  <a:lnTo>
                    <a:pt x="127" y="381"/>
                  </a:lnTo>
                  <a:lnTo>
                    <a:pt x="77" y="457"/>
                  </a:lnTo>
                  <a:lnTo>
                    <a:pt x="1" y="583"/>
                  </a:lnTo>
                  <a:lnTo>
                    <a:pt x="1" y="735"/>
                  </a:lnTo>
                  <a:lnTo>
                    <a:pt x="26" y="812"/>
                  </a:lnTo>
                  <a:lnTo>
                    <a:pt x="51" y="862"/>
                  </a:lnTo>
                  <a:lnTo>
                    <a:pt x="761" y="1927"/>
                  </a:lnTo>
                  <a:lnTo>
                    <a:pt x="1851" y="1243"/>
                  </a:lnTo>
                  <a:lnTo>
                    <a:pt x="1167" y="203"/>
                  </a:lnTo>
                  <a:lnTo>
                    <a:pt x="1116" y="127"/>
                  </a:lnTo>
                  <a:lnTo>
                    <a:pt x="1065" y="76"/>
                  </a:lnTo>
                  <a:lnTo>
                    <a:pt x="939" y="26"/>
                  </a:lnTo>
                  <a:lnTo>
                    <a:pt x="7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0" name="Google Shape;7640;p37"/>
            <p:cNvSpPr/>
            <p:nvPr/>
          </p:nvSpPr>
          <p:spPr>
            <a:xfrm>
              <a:off x="4014825" y="1983700"/>
              <a:ext cx="342950" cy="297950"/>
            </a:xfrm>
            <a:custGeom>
              <a:avLst/>
              <a:gdLst/>
              <a:ahLst/>
              <a:cxnLst/>
              <a:rect l="l" t="t" r="r" b="b"/>
              <a:pathLst>
                <a:path w="13718" h="11918" extrusionOk="0">
                  <a:moveTo>
                    <a:pt x="3195" y="0"/>
                  </a:moveTo>
                  <a:lnTo>
                    <a:pt x="3068" y="51"/>
                  </a:lnTo>
                  <a:lnTo>
                    <a:pt x="659" y="989"/>
                  </a:lnTo>
                  <a:lnTo>
                    <a:pt x="507" y="1065"/>
                  </a:lnTo>
                  <a:lnTo>
                    <a:pt x="380" y="1167"/>
                  </a:lnTo>
                  <a:lnTo>
                    <a:pt x="254" y="1268"/>
                  </a:lnTo>
                  <a:lnTo>
                    <a:pt x="152" y="1395"/>
                  </a:lnTo>
                  <a:lnTo>
                    <a:pt x="76" y="1547"/>
                  </a:lnTo>
                  <a:lnTo>
                    <a:pt x="25" y="1699"/>
                  </a:lnTo>
                  <a:lnTo>
                    <a:pt x="0" y="1877"/>
                  </a:lnTo>
                  <a:lnTo>
                    <a:pt x="0" y="2029"/>
                  </a:lnTo>
                  <a:lnTo>
                    <a:pt x="25" y="2586"/>
                  </a:lnTo>
                  <a:lnTo>
                    <a:pt x="101" y="3094"/>
                  </a:lnTo>
                  <a:lnTo>
                    <a:pt x="178" y="3525"/>
                  </a:lnTo>
                  <a:lnTo>
                    <a:pt x="279" y="3880"/>
                  </a:lnTo>
                  <a:lnTo>
                    <a:pt x="380" y="4235"/>
                  </a:lnTo>
                  <a:lnTo>
                    <a:pt x="507" y="4513"/>
                  </a:lnTo>
                  <a:lnTo>
                    <a:pt x="710" y="5046"/>
                  </a:lnTo>
                  <a:lnTo>
                    <a:pt x="887" y="5578"/>
                  </a:lnTo>
                  <a:lnTo>
                    <a:pt x="964" y="5832"/>
                  </a:lnTo>
                  <a:lnTo>
                    <a:pt x="1014" y="6136"/>
                  </a:lnTo>
                  <a:lnTo>
                    <a:pt x="1040" y="6440"/>
                  </a:lnTo>
                  <a:lnTo>
                    <a:pt x="1040" y="6795"/>
                  </a:lnTo>
                  <a:lnTo>
                    <a:pt x="989" y="7226"/>
                  </a:lnTo>
                  <a:lnTo>
                    <a:pt x="913" y="7683"/>
                  </a:lnTo>
                  <a:lnTo>
                    <a:pt x="761" y="8672"/>
                  </a:lnTo>
                  <a:lnTo>
                    <a:pt x="659" y="9686"/>
                  </a:lnTo>
                  <a:lnTo>
                    <a:pt x="583" y="10700"/>
                  </a:lnTo>
                  <a:lnTo>
                    <a:pt x="558" y="11714"/>
                  </a:lnTo>
                  <a:lnTo>
                    <a:pt x="558" y="11917"/>
                  </a:lnTo>
                  <a:lnTo>
                    <a:pt x="13717" y="11917"/>
                  </a:lnTo>
                  <a:lnTo>
                    <a:pt x="13641" y="11562"/>
                  </a:lnTo>
                  <a:lnTo>
                    <a:pt x="13514" y="11182"/>
                  </a:lnTo>
                  <a:lnTo>
                    <a:pt x="13337" y="10700"/>
                  </a:lnTo>
                  <a:lnTo>
                    <a:pt x="13083" y="10142"/>
                  </a:lnTo>
                  <a:lnTo>
                    <a:pt x="12931" y="9863"/>
                  </a:lnTo>
                  <a:lnTo>
                    <a:pt x="12754" y="9584"/>
                  </a:lnTo>
                  <a:lnTo>
                    <a:pt x="12551" y="9280"/>
                  </a:lnTo>
                  <a:lnTo>
                    <a:pt x="12323" y="9001"/>
                  </a:lnTo>
                  <a:lnTo>
                    <a:pt x="12069" y="8748"/>
                  </a:lnTo>
                  <a:lnTo>
                    <a:pt x="11790" y="8469"/>
                  </a:lnTo>
                  <a:lnTo>
                    <a:pt x="8824" y="8469"/>
                  </a:lnTo>
                  <a:lnTo>
                    <a:pt x="6694" y="7505"/>
                  </a:lnTo>
                  <a:lnTo>
                    <a:pt x="5223" y="1293"/>
                  </a:lnTo>
                  <a:lnTo>
                    <a:pt x="3930" y="533"/>
                  </a:lnTo>
                  <a:lnTo>
                    <a:pt x="3879" y="381"/>
                  </a:lnTo>
                  <a:lnTo>
                    <a:pt x="3803" y="279"/>
                  </a:lnTo>
                  <a:lnTo>
                    <a:pt x="3727" y="178"/>
                  </a:lnTo>
                  <a:lnTo>
                    <a:pt x="3600" y="76"/>
                  </a:lnTo>
                  <a:lnTo>
                    <a:pt x="3474" y="26"/>
                  </a:lnTo>
                  <a:lnTo>
                    <a:pt x="334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1" name="Google Shape;7641;p37"/>
            <p:cNvSpPr/>
            <p:nvPr/>
          </p:nvSpPr>
          <p:spPr>
            <a:xfrm>
              <a:off x="4014825" y="2004600"/>
              <a:ext cx="50100" cy="277050"/>
            </a:xfrm>
            <a:custGeom>
              <a:avLst/>
              <a:gdLst/>
              <a:ahLst/>
              <a:cxnLst/>
              <a:rect l="l" t="t" r="r" b="b"/>
              <a:pathLst>
                <a:path w="2004" h="11082" extrusionOk="0">
                  <a:moveTo>
                    <a:pt x="1090" y="1"/>
                  </a:moveTo>
                  <a:lnTo>
                    <a:pt x="659" y="153"/>
                  </a:lnTo>
                  <a:lnTo>
                    <a:pt x="507" y="229"/>
                  </a:lnTo>
                  <a:lnTo>
                    <a:pt x="380" y="331"/>
                  </a:lnTo>
                  <a:lnTo>
                    <a:pt x="254" y="432"/>
                  </a:lnTo>
                  <a:lnTo>
                    <a:pt x="152" y="559"/>
                  </a:lnTo>
                  <a:lnTo>
                    <a:pt x="76" y="711"/>
                  </a:lnTo>
                  <a:lnTo>
                    <a:pt x="25" y="863"/>
                  </a:lnTo>
                  <a:lnTo>
                    <a:pt x="0" y="1041"/>
                  </a:lnTo>
                  <a:lnTo>
                    <a:pt x="0" y="1193"/>
                  </a:lnTo>
                  <a:lnTo>
                    <a:pt x="25" y="1750"/>
                  </a:lnTo>
                  <a:lnTo>
                    <a:pt x="101" y="2258"/>
                  </a:lnTo>
                  <a:lnTo>
                    <a:pt x="178" y="2689"/>
                  </a:lnTo>
                  <a:lnTo>
                    <a:pt x="279" y="3044"/>
                  </a:lnTo>
                  <a:lnTo>
                    <a:pt x="380" y="3399"/>
                  </a:lnTo>
                  <a:lnTo>
                    <a:pt x="507" y="3677"/>
                  </a:lnTo>
                  <a:lnTo>
                    <a:pt x="710" y="4210"/>
                  </a:lnTo>
                  <a:lnTo>
                    <a:pt x="887" y="4742"/>
                  </a:lnTo>
                  <a:lnTo>
                    <a:pt x="964" y="4996"/>
                  </a:lnTo>
                  <a:lnTo>
                    <a:pt x="1014" y="5300"/>
                  </a:lnTo>
                  <a:lnTo>
                    <a:pt x="1040" y="5604"/>
                  </a:lnTo>
                  <a:lnTo>
                    <a:pt x="1040" y="5959"/>
                  </a:lnTo>
                  <a:lnTo>
                    <a:pt x="989" y="6390"/>
                  </a:lnTo>
                  <a:lnTo>
                    <a:pt x="913" y="6847"/>
                  </a:lnTo>
                  <a:lnTo>
                    <a:pt x="761" y="7836"/>
                  </a:lnTo>
                  <a:lnTo>
                    <a:pt x="659" y="8850"/>
                  </a:lnTo>
                  <a:lnTo>
                    <a:pt x="583" y="9864"/>
                  </a:lnTo>
                  <a:lnTo>
                    <a:pt x="558" y="10878"/>
                  </a:lnTo>
                  <a:lnTo>
                    <a:pt x="558" y="11081"/>
                  </a:lnTo>
                  <a:lnTo>
                    <a:pt x="1521" y="11081"/>
                  </a:lnTo>
                  <a:lnTo>
                    <a:pt x="1521" y="10878"/>
                  </a:lnTo>
                  <a:lnTo>
                    <a:pt x="1547" y="9864"/>
                  </a:lnTo>
                  <a:lnTo>
                    <a:pt x="1597" y="8850"/>
                  </a:lnTo>
                  <a:lnTo>
                    <a:pt x="1724" y="7836"/>
                  </a:lnTo>
                  <a:lnTo>
                    <a:pt x="1876" y="6847"/>
                  </a:lnTo>
                  <a:lnTo>
                    <a:pt x="1952" y="6365"/>
                  </a:lnTo>
                  <a:lnTo>
                    <a:pt x="2003" y="5934"/>
                  </a:lnTo>
                  <a:lnTo>
                    <a:pt x="2003" y="5554"/>
                  </a:lnTo>
                  <a:lnTo>
                    <a:pt x="1978" y="5199"/>
                  </a:lnTo>
                  <a:lnTo>
                    <a:pt x="1927" y="4844"/>
                  </a:lnTo>
                  <a:lnTo>
                    <a:pt x="1851" y="4539"/>
                  </a:lnTo>
                  <a:lnTo>
                    <a:pt x="1673" y="3906"/>
                  </a:lnTo>
                  <a:lnTo>
                    <a:pt x="1471" y="3246"/>
                  </a:lnTo>
                  <a:lnTo>
                    <a:pt x="1242" y="2511"/>
                  </a:lnTo>
                  <a:lnTo>
                    <a:pt x="1141" y="2105"/>
                  </a:lnTo>
                  <a:lnTo>
                    <a:pt x="1065" y="1649"/>
                  </a:lnTo>
                  <a:lnTo>
                    <a:pt x="989" y="1117"/>
                  </a:lnTo>
                  <a:lnTo>
                    <a:pt x="964" y="559"/>
                  </a:lnTo>
                  <a:lnTo>
                    <a:pt x="964" y="407"/>
                  </a:lnTo>
                  <a:lnTo>
                    <a:pt x="989" y="255"/>
                  </a:lnTo>
                  <a:lnTo>
                    <a:pt x="1014" y="128"/>
                  </a:lnTo>
                  <a:lnTo>
                    <a:pt x="1090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2" name="Google Shape;7642;p37"/>
            <p:cNvSpPr/>
            <p:nvPr/>
          </p:nvSpPr>
          <p:spPr>
            <a:xfrm>
              <a:off x="4113075" y="1974825"/>
              <a:ext cx="196525" cy="258650"/>
            </a:xfrm>
            <a:custGeom>
              <a:avLst/>
              <a:gdLst/>
              <a:ahLst/>
              <a:cxnLst/>
              <a:rect l="l" t="t" r="r" b="b"/>
              <a:pathLst>
                <a:path w="7861" h="10346" extrusionOk="0">
                  <a:moveTo>
                    <a:pt x="2358" y="0"/>
                  </a:moveTo>
                  <a:lnTo>
                    <a:pt x="2257" y="26"/>
                  </a:lnTo>
                  <a:lnTo>
                    <a:pt x="2155" y="51"/>
                  </a:lnTo>
                  <a:lnTo>
                    <a:pt x="0" y="888"/>
                  </a:lnTo>
                  <a:lnTo>
                    <a:pt x="1192" y="7683"/>
                  </a:lnTo>
                  <a:lnTo>
                    <a:pt x="1268" y="7987"/>
                  </a:lnTo>
                  <a:lnTo>
                    <a:pt x="1369" y="8291"/>
                  </a:lnTo>
                  <a:lnTo>
                    <a:pt x="1521" y="8545"/>
                  </a:lnTo>
                  <a:lnTo>
                    <a:pt x="1724" y="8798"/>
                  </a:lnTo>
                  <a:lnTo>
                    <a:pt x="1927" y="9027"/>
                  </a:lnTo>
                  <a:lnTo>
                    <a:pt x="2181" y="9229"/>
                  </a:lnTo>
                  <a:lnTo>
                    <a:pt x="2459" y="9382"/>
                  </a:lnTo>
                  <a:lnTo>
                    <a:pt x="2738" y="9508"/>
                  </a:lnTo>
                  <a:lnTo>
                    <a:pt x="4817" y="10244"/>
                  </a:lnTo>
                  <a:lnTo>
                    <a:pt x="5122" y="10320"/>
                  </a:lnTo>
                  <a:lnTo>
                    <a:pt x="5451" y="10345"/>
                  </a:lnTo>
                  <a:lnTo>
                    <a:pt x="5756" y="10345"/>
                  </a:lnTo>
                  <a:lnTo>
                    <a:pt x="6060" y="10294"/>
                  </a:lnTo>
                  <a:lnTo>
                    <a:pt x="6364" y="10193"/>
                  </a:lnTo>
                  <a:lnTo>
                    <a:pt x="6643" y="10041"/>
                  </a:lnTo>
                  <a:lnTo>
                    <a:pt x="6897" y="9863"/>
                  </a:lnTo>
                  <a:lnTo>
                    <a:pt x="7125" y="9661"/>
                  </a:lnTo>
                  <a:lnTo>
                    <a:pt x="7860" y="8824"/>
                  </a:lnTo>
                  <a:lnTo>
                    <a:pt x="7581" y="8621"/>
                  </a:lnTo>
                  <a:lnTo>
                    <a:pt x="7277" y="8418"/>
                  </a:lnTo>
                  <a:lnTo>
                    <a:pt x="6973" y="8241"/>
                  </a:lnTo>
                  <a:lnTo>
                    <a:pt x="6618" y="8089"/>
                  </a:lnTo>
                  <a:lnTo>
                    <a:pt x="6237" y="7987"/>
                  </a:lnTo>
                  <a:lnTo>
                    <a:pt x="5832" y="7886"/>
                  </a:lnTo>
                  <a:lnTo>
                    <a:pt x="5401" y="7835"/>
                  </a:lnTo>
                  <a:lnTo>
                    <a:pt x="4919" y="7810"/>
                  </a:lnTo>
                  <a:lnTo>
                    <a:pt x="4741" y="7784"/>
                  </a:lnTo>
                  <a:lnTo>
                    <a:pt x="4564" y="7759"/>
                  </a:lnTo>
                  <a:lnTo>
                    <a:pt x="4412" y="7683"/>
                  </a:lnTo>
                  <a:lnTo>
                    <a:pt x="4260" y="7607"/>
                  </a:lnTo>
                  <a:lnTo>
                    <a:pt x="4158" y="7505"/>
                  </a:lnTo>
                  <a:lnTo>
                    <a:pt x="4057" y="7379"/>
                  </a:lnTo>
                  <a:lnTo>
                    <a:pt x="3955" y="7226"/>
                  </a:lnTo>
                  <a:lnTo>
                    <a:pt x="3879" y="7049"/>
                  </a:lnTo>
                  <a:lnTo>
                    <a:pt x="3829" y="6871"/>
                  </a:lnTo>
                  <a:lnTo>
                    <a:pt x="3778" y="6669"/>
                  </a:lnTo>
                  <a:lnTo>
                    <a:pt x="3702" y="6212"/>
                  </a:lnTo>
                  <a:lnTo>
                    <a:pt x="3651" y="5730"/>
                  </a:lnTo>
                  <a:lnTo>
                    <a:pt x="3651" y="5173"/>
                  </a:lnTo>
                  <a:lnTo>
                    <a:pt x="3600" y="3981"/>
                  </a:lnTo>
                  <a:lnTo>
                    <a:pt x="3575" y="3372"/>
                  </a:lnTo>
                  <a:lnTo>
                    <a:pt x="3499" y="2739"/>
                  </a:lnTo>
                  <a:lnTo>
                    <a:pt x="3423" y="2105"/>
                  </a:lnTo>
                  <a:lnTo>
                    <a:pt x="3271" y="1496"/>
                  </a:lnTo>
                  <a:lnTo>
                    <a:pt x="3195" y="1192"/>
                  </a:lnTo>
                  <a:lnTo>
                    <a:pt x="3093" y="888"/>
                  </a:lnTo>
                  <a:lnTo>
                    <a:pt x="2967" y="583"/>
                  </a:lnTo>
                  <a:lnTo>
                    <a:pt x="2840" y="305"/>
                  </a:lnTo>
                  <a:lnTo>
                    <a:pt x="2789" y="228"/>
                  </a:lnTo>
                  <a:lnTo>
                    <a:pt x="2713" y="152"/>
                  </a:lnTo>
                  <a:lnTo>
                    <a:pt x="2637" y="76"/>
                  </a:lnTo>
                  <a:lnTo>
                    <a:pt x="2536" y="51"/>
                  </a:lnTo>
                  <a:lnTo>
                    <a:pt x="2459" y="26"/>
                  </a:lnTo>
                  <a:lnTo>
                    <a:pt x="2358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3" name="Google Shape;7643;p37"/>
            <p:cNvSpPr/>
            <p:nvPr/>
          </p:nvSpPr>
          <p:spPr>
            <a:xfrm>
              <a:off x="4080725" y="2016025"/>
              <a:ext cx="86875" cy="105250"/>
            </a:xfrm>
            <a:custGeom>
              <a:avLst/>
              <a:gdLst/>
              <a:ahLst/>
              <a:cxnLst/>
              <a:rect l="l" t="t" r="r" b="b"/>
              <a:pathLst>
                <a:path w="3475" h="4210" extrusionOk="0">
                  <a:moveTo>
                    <a:pt x="2612" y="0"/>
                  </a:moveTo>
                  <a:lnTo>
                    <a:pt x="888" y="584"/>
                  </a:lnTo>
                  <a:lnTo>
                    <a:pt x="660" y="685"/>
                  </a:lnTo>
                  <a:lnTo>
                    <a:pt x="457" y="837"/>
                  </a:lnTo>
                  <a:lnTo>
                    <a:pt x="305" y="989"/>
                  </a:lnTo>
                  <a:lnTo>
                    <a:pt x="153" y="1192"/>
                  </a:lnTo>
                  <a:lnTo>
                    <a:pt x="77" y="1420"/>
                  </a:lnTo>
                  <a:lnTo>
                    <a:pt x="1" y="1648"/>
                  </a:lnTo>
                  <a:lnTo>
                    <a:pt x="1" y="1902"/>
                  </a:lnTo>
                  <a:lnTo>
                    <a:pt x="26" y="2130"/>
                  </a:lnTo>
                  <a:lnTo>
                    <a:pt x="305" y="3195"/>
                  </a:lnTo>
                  <a:lnTo>
                    <a:pt x="381" y="3398"/>
                  </a:lnTo>
                  <a:lnTo>
                    <a:pt x="483" y="3601"/>
                  </a:lnTo>
                  <a:lnTo>
                    <a:pt x="609" y="3778"/>
                  </a:lnTo>
                  <a:lnTo>
                    <a:pt x="762" y="3930"/>
                  </a:lnTo>
                  <a:lnTo>
                    <a:pt x="939" y="4032"/>
                  </a:lnTo>
                  <a:lnTo>
                    <a:pt x="1142" y="4133"/>
                  </a:lnTo>
                  <a:lnTo>
                    <a:pt x="1345" y="4184"/>
                  </a:lnTo>
                  <a:lnTo>
                    <a:pt x="1573" y="4209"/>
                  </a:lnTo>
                  <a:lnTo>
                    <a:pt x="1776" y="4184"/>
                  </a:lnTo>
                  <a:lnTo>
                    <a:pt x="1953" y="4133"/>
                  </a:lnTo>
                  <a:lnTo>
                    <a:pt x="3475" y="3677"/>
                  </a:lnTo>
                  <a:lnTo>
                    <a:pt x="2612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4" name="Google Shape;7644;p37"/>
            <p:cNvSpPr/>
            <p:nvPr/>
          </p:nvSpPr>
          <p:spPr>
            <a:xfrm>
              <a:off x="4118125" y="2001450"/>
              <a:ext cx="85600" cy="116650"/>
            </a:xfrm>
            <a:custGeom>
              <a:avLst/>
              <a:gdLst/>
              <a:ahLst/>
              <a:cxnLst/>
              <a:rect l="l" t="t" r="r" b="b"/>
              <a:pathLst>
                <a:path w="3424" h="4666" extrusionOk="0">
                  <a:moveTo>
                    <a:pt x="2967" y="0"/>
                  </a:moveTo>
                  <a:lnTo>
                    <a:pt x="2790" y="26"/>
                  </a:lnTo>
                  <a:lnTo>
                    <a:pt x="2612" y="76"/>
                  </a:lnTo>
                  <a:lnTo>
                    <a:pt x="1" y="964"/>
                  </a:lnTo>
                  <a:lnTo>
                    <a:pt x="635" y="4665"/>
                  </a:lnTo>
                  <a:lnTo>
                    <a:pt x="3424" y="3803"/>
                  </a:lnTo>
                  <a:lnTo>
                    <a:pt x="3398" y="2891"/>
                  </a:lnTo>
                  <a:lnTo>
                    <a:pt x="3322" y="1927"/>
                  </a:lnTo>
                  <a:lnTo>
                    <a:pt x="3272" y="1445"/>
                  </a:lnTo>
                  <a:lnTo>
                    <a:pt x="3196" y="964"/>
                  </a:lnTo>
                  <a:lnTo>
                    <a:pt x="3094" y="482"/>
                  </a:lnTo>
                  <a:lnTo>
                    <a:pt x="2967" y="0"/>
                  </a:lnTo>
                  <a:close/>
                </a:path>
              </a:pathLst>
            </a:custGeom>
            <a:solidFill>
              <a:srgbClr val="AD535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5" name="Google Shape;7645;p37"/>
            <p:cNvSpPr/>
            <p:nvPr/>
          </p:nvSpPr>
          <p:spPr>
            <a:xfrm>
              <a:off x="4101025" y="2021725"/>
              <a:ext cx="107150" cy="79250"/>
            </a:xfrm>
            <a:custGeom>
              <a:avLst/>
              <a:gdLst/>
              <a:ahLst/>
              <a:cxnLst/>
              <a:rect l="l" t="t" r="r" b="b"/>
              <a:pathLst>
                <a:path w="4286" h="3170" extrusionOk="0">
                  <a:moveTo>
                    <a:pt x="3651" y="1"/>
                  </a:moveTo>
                  <a:lnTo>
                    <a:pt x="3550" y="26"/>
                  </a:lnTo>
                  <a:lnTo>
                    <a:pt x="330" y="1116"/>
                  </a:lnTo>
                  <a:lnTo>
                    <a:pt x="254" y="1167"/>
                  </a:lnTo>
                  <a:lnTo>
                    <a:pt x="178" y="1218"/>
                  </a:lnTo>
                  <a:lnTo>
                    <a:pt x="102" y="1268"/>
                  </a:lnTo>
                  <a:lnTo>
                    <a:pt x="51" y="1344"/>
                  </a:lnTo>
                  <a:lnTo>
                    <a:pt x="26" y="1446"/>
                  </a:lnTo>
                  <a:lnTo>
                    <a:pt x="0" y="1522"/>
                  </a:lnTo>
                  <a:lnTo>
                    <a:pt x="0" y="1623"/>
                  </a:lnTo>
                  <a:lnTo>
                    <a:pt x="0" y="1725"/>
                  </a:lnTo>
                  <a:lnTo>
                    <a:pt x="254" y="2790"/>
                  </a:lnTo>
                  <a:lnTo>
                    <a:pt x="305" y="2891"/>
                  </a:lnTo>
                  <a:lnTo>
                    <a:pt x="355" y="2967"/>
                  </a:lnTo>
                  <a:lnTo>
                    <a:pt x="431" y="3043"/>
                  </a:lnTo>
                  <a:lnTo>
                    <a:pt x="507" y="3094"/>
                  </a:lnTo>
                  <a:lnTo>
                    <a:pt x="609" y="3145"/>
                  </a:lnTo>
                  <a:lnTo>
                    <a:pt x="710" y="3170"/>
                  </a:lnTo>
                  <a:lnTo>
                    <a:pt x="812" y="3170"/>
                  </a:lnTo>
                  <a:lnTo>
                    <a:pt x="913" y="3145"/>
                  </a:lnTo>
                  <a:lnTo>
                    <a:pt x="3981" y="2206"/>
                  </a:lnTo>
                  <a:lnTo>
                    <a:pt x="4108" y="2130"/>
                  </a:lnTo>
                  <a:lnTo>
                    <a:pt x="4209" y="2029"/>
                  </a:lnTo>
                  <a:lnTo>
                    <a:pt x="4285" y="1877"/>
                  </a:lnTo>
                  <a:lnTo>
                    <a:pt x="4285" y="1725"/>
                  </a:lnTo>
                  <a:lnTo>
                    <a:pt x="4235" y="1065"/>
                  </a:lnTo>
                  <a:lnTo>
                    <a:pt x="4159" y="381"/>
                  </a:lnTo>
                  <a:lnTo>
                    <a:pt x="4133" y="279"/>
                  </a:lnTo>
                  <a:lnTo>
                    <a:pt x="4082" y="203"/>
                  </a:lnTo>
                  <a:lnTo>
                    <a:pt x="4032" y="127"/>
                  </a:lnTo>
                  <a:lnTo>
                    <a:pt x="3956" y="51"/>
                  </a:lnTo>
                  <a:lnTo>
                    <a:pt x="3854" y="26"/>
                  </a:lnTo>
                  <a:lnTo>
                    <a:pt x="37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6" name="Google Shape;7646;p37"/>
            <p:cNvSpPr/>
            <p:nvPr/>
          </p:nvSpPr>
          <p:spPr>
            <a:xfrm>
              <a:off x="4115600" y="2123775"/>
              <a:ext cx="116025" cy="113500"/>
            </a:xfrm>
            <a:custGeom>
              <a:avLst/>
              <a:gdLst/>
              <a:ahLst/>
              <a:cxnLst/>
              <a:rect l="l" t="t" r="r" b="b"/>
              <a:pathLst>
                <a:path w="4641" h="4540" extrusionOk="0">
                  <a:moveTo>
                    <a:pt x="2232" y="1"/>
                  </a:moveTo>
                  <a:lnTo>
                    <a:pt x="533" y="1192"/>
                  </a:lnTo>
                  <a:lnTo>
                    <a:pt x="381" y="1319"/>
                  </a:lnTo>
                  <a:lnTo>
                    <a:pt x="254" y="1471"/>
                  </a:lnTo>
                  <a:lnTo>
                    <a:pt x="127" y="1649"/>
                  </a:lnTo>
                  <a:lnTo>
                    <a:pt x="51" y="1852"/>
                  </a:lnTo>
                  <a:lnTo>
                    <a:pt x="0" y="2029"/>
                  </a:lnTo>
                  <a:lnTo>
                    <a:pt x="0" y="2257"/>
                  </a:lnTo>
                  <a:lnTo>
                    <a:pt x="0" y="2460"/>
                  </a:lnTo>
                  <a:lnTo>
                    <a:pt x="51" y="2663"/>
                  </a:lnTo>
                  <a:lnTo>
                    <a:pt x="203" y="3018"/>
                  </a:lnTo>
                  <a:lnTo>
                    <a:pt x="305" y="3221"/>
                  </a:lnTo>
                  <a:lnTo>
                    <a:pt x="431" y="3424"/>
                  </a:lnTo>
                  <a:lnTo>
                    <a:pt x="609" y="3626"/>
                  </a:lnTo>
                  <a:lnTo>
                    <a:pt x="786" y="3855"/>
                  </a:lnTo>
                  <a:lnTo>
                    <a:pt x="1040" y="4083"/>
                  </a:lnTo>
                  <a:lnTo>
                    <a:pt x="1294" y="4286"/>
                  </a:lnTo>
                  <a:lnTo>
                    <a:pt x="1471" y="4412"/>
                  </a:lnTo>
                  <a:lnTo>
                    <a:pt x="1674" y="4489"/>
                  </a:lnTo>
                  <a:lnTo>
                    <a:pt x="1877" y="4539"/>
                  </a:lnTo>
                  <a:lnTo>
                    <a:pt x="2308" y="4539"/>
                  </a:lnTo>
                  <a:lnTo>
                    <a:pt x="2536" y="4463"/>
                  </a:lnTo>
                  <a:lnTo>
                    <a:pt x="2739" y="4387"/>
                  </a:lnTo>
                  <a:lnTo>
                    <a:pt x="2916" y="4260"/>
                  </a:lnTo>
                  <a:lnTo>
                    <a:pt x="4640" y="2815"/>
                  </a:lnTo>
                  <a:lnTo>
                    <a:pt x="2663" y="1902"/>
                  </a:lnTo>
                  <a:lnTo>
                    <a:pt x="223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7" name="Google Shape;7647;p37"/>
            <p:cNvSpPr/>
            <p:nvPr/>
          </p:nvSpPr>
          <p:spPr>
            <a:xfrm>
              <a:off x="4139050" y="2105400"/>
              <a:ext cx="110325" cy="114125"/>
            </a:xfrm>
            <a:custGeom>
              <a:avLst/>
              <a:gdLst/>
              <a:ahLst/>
              <a:cxnLst/>
              <a:rect l="l" t="t" r="r" b="b"/>
              <a:pathLst>
                <a:path w="4413" h="4565" extrusionOk="0">
                  <a:moveTo>
                    <a:pt x="2612" y="0"/>
                  </a:moveTo>
                  <a:lnTo>
                    <a:pt x="2460" y="26"/>
                  </a:lnTo>
                  <a:lnTo>
                    <a:pt x="2333" y="51"/>
                  </a:lnTo>
                  <a:lnTo>
                    <a:pt x="2206" y="102"/>
                  </a:lnTo>
                  <a:lnTo>
                    <a:pt x="2080" y="178"/>
                  </a:lnTo>
                  <a:lnTo>
                    <a:pt x="1" y="1648"/>
                  </a:lnTo>
                  <a:lnTo>
                    <a:pt x="153" y="2460"/>
                  </a:lnTo>
                  <a:lnTo>
                    <a:pt x="229" y="2764"/>
                  </a:lnTo>
                  <a:lnTo>
                    <a:pt x="330" y="3068"/>
                  </a:lnTo>
                  <a:lnTo>
                    <a:pt x="482" y="3322"/>
                  </a:lnTo>
                  <a:lnTo>
                    <a:pt x="685" y="3575"/>
                  </a:lnTo>
                  <a:lnTo>
                    <a:pt x="888" y="3804"/>
                  </a:lnTo>
                  <a:lnTo>
                    <a:pt x="1142" y="4006"/>
                  </a:lnTo>
                  <a:lnTo>
                    <a:pt x="1420" y="4159"/>
                  </a:lnTo>
                  <a:lnTo>
                    <a:pt x="1699" y="4285"/>
                  </a:lnTo>
                  <a:lnTo>
                    <a:pt x="2485" y="4564"/>
                  </a:lnTo>
                  <a:lnTo>
                    <a:pt x="4057" y="3271"/>
                  </a:lnTo>
                  <a:lnTo>
                    <a:pt x="4184" y="3119"/>
                  </a:lnTo>
                  <a:lnTo>
                    <a:pt x="4286" y="2967"/>
                  </a:lnTo>
                  <a:lnTo>
                    <a:pt x="4362" y="2789"/>
                  </a:lnTo>
                  <a:lnTo>
                    <a:pt x="4412" y="2612"/>
                  </a:lnTo>
                  <a:lnTo>
                    <a:pt x="3880" y="2587"/>
                  </a:lnTo>
                  <a:lnTo>
                    <a:pt x="3702" y="2561"/>
                  </a:lnTo>
                  <a:lnTo>
                    <a:pt x="3525" y="2536"/>
                  </a:lnTo>
                  <a:lnTo>
                    <a:pt x="3373" y="2460"/>
                  </a:lnTo>
                  <a:lnTo>
                    <a:pt x="3221" y="2384"/>
                  </a:lnTo>
                  <a:lnTo>
                    <a:pt x="3119" y="2282"/>
                  </a:lnTo>
                  <a:lnTo>
                    <a:pt x="3018" y="2156"/>
                  </a:lnTo>
                  <a:lnTo>
                    <a:pt x="2916" y="2003"/>
                  </a:lnTo>
                  <a:lnTo>
                    <a:pt x="2866" y="1851"/>
                  </a:lnTo>
                  <a:lnTo>
                    <a:pt x="2790" y="1674"/>
                  </a:lnTo>
                  <a:lnTo>
                    <a:pt x="2739" y="1471"/>
                  </a:lnTo>
                  <a:lnTo>
                    <a:pt x="2663" y="1015"/>
                  </a:lnTo>
                  <a:lnTo>
                    <a:pt x="2638" y="533"/>
                  </a:lnTo>
                  <a:lnTo>
                    <a:pt x="2612" y="0"/>
                  </a:lnTo>
                  <a:close/>
                </a:path>
              </a:pathLst>
            </a:custGeom>
            <a:solidFill>
              <a:srgbClr val="AD535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8" name="Google Shape;7648;p37"/>
            <p:cNvSpPr/>
            <p:nvPr/>
          </p:nvSpPr>
          <p:spPr>
            <a:xfrm>
              <a:off x="4135250" y="2125050"/>
              <a:ext cx="94475" cy="92575"/>
            </a:xfrm>
            <a:custGeom>
              <a:avLst/>
              <a:gdLst/>
              <a:ahLst/>
              <a:cxnLst/>
              <a:rect l="l" t="t" r="r" b="b"/>
              <a:pathLst>
                <a:path w="3779" h="3703" extrusionOk="0">
                  <a:moveTo>
                    <a:pt x="2815" y="0"/>
                  </a:moveTo>
                  <a:lnTo>
                    <a:pt x="2739" y="26"/>
                  </a:lnTo>
                  <a:lnTo>
                    <a:pt x="2688" y="51"/>
                  </a:lnTo>
                  <a:lnTo>
                    <a:pt x="229" y="1801"/>
                  </a:lnTo>
                  <a:lnTo>
                    <a:pt x="102" y="1902"/>
                  </a:lnTo>
                  <a:lnTo>
                    <a:pt x="26" y="2054"/>
                  </a:lnTo>
                  <a:lnTo>
                    <a:pt x="0" y="2206"/>
                  </a:lnTo>
                  <a:lnTo>
                    <a:pt x="26" y="2358"/>
                  </a:lnTo>
                  <a:lnTo>
                    <a:pt x="127" y="2612"/>
                  </a:lnTo>
                  <a:lnTo>
                    <a:pt x="330" y="2916"/>
                  </a:lnTo>
                  <a:lnTo>
                    <a:pt x="457" y="3094"/>
                  </a:lnTo>
                  <a:lnTo>
                    <a:pt x="609" y="3246"/>
                  </a:lnTo>
                  <a:lnTo>
                    <a:pt x="786" y="3423"/>
                  </a:lnTo>
                  <a:lnTo>
                    <a:pt x="989" y="3601"/>
                  </a:lnTo>
                  <a:lnTo>
                    <a:pt x="1141" y="3677"/>
                  </a:lnTo>
                  <a:lnTo>
                    <a:pt x="1319" y="3702"/>
                  </a:lnTo>
                  <a:lnTo>
                    <a:pt x="1471" y="3677"/>
                  </a:lnTo>
                  <a:lnTo>
                    <a:pt x="1623" y="3575"/>
                  </a:lnTo>
                  <a:lnTo>
                    <a:pt x="3677" y="1877"/>
                  </a:lnTo>
                  <a:lnTo>
                    <a:pt x="3728" y="1826"/>
                  </a:lnTo>
                  <a:lnTo>
                    <a:pt x="3753" y="1775"/>
                  </a:lnTo>
                  <a:lnTo>
                    <a:pt x="3778" y="1674"/>
                  </a:lnTo>
                  <a:lnTo>
                    <a:pt x="3728" y="1572"/>
                  </a:lnTo>
                  <a:lnTo>
                    <a:pt x="3702" y="1522"/>
                  </a:lnTo>
                  <a:lnTo>
                    <a:pt x="3652" y="1496"/>
                  </a:lnTo>
                  <a:lnTo>
                    <a:pt x="3525" y="1420"/>
                  </a:lnTo>
                  <a:lnTo>
                    <a:pt x="3423" y="1319"/>
                  </a:lnTo>
                  <a:lnTo>
                    <a:pt x="3322" y="1192"/>
                  </a:lnTo>
                  <a:lnTo>
                    <a:pt x="3246" y="1040"/>
                  </a:lnTo>
                  <a:lnTo>
                    <a:pt x="3170" y="862"/>
                  </a:lnTo>
                  <a:lnTo>
                    <a:pt x="3119" y="660"/>
                  </a:lnTo>
                  <a:lnTo>
                    <a:pt x="3043" y="203"/>
                  </a:lnTo>
                  <a:lnTo>
                    <a:pt x="3043" y="153"/>
                  </a:lnTo>
                  <a:lnTo>
                    <a:pt x="3018" y="102"/>
                  </a:lnTo>
                  <a:lnTo>
                    <a:pt x="2916" y="26"/>
                  </a:lnTo>
                  <a:lnTo>
                    <a:pt x="281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9" name="Google Shape;7649;p37"/>
            <p:cNvSpPr/>
            <p:nvPr/>
          </p:nvSpPr>
          <p:spPr>
            <a:xfrm>
              <a:off x="4320350" y="2299350"/>
              <a:ext cx="74800" cy="74200"/>
            </a:xfrm>
            <a:custGeom>
              <a:avLst/>
              <a:gdLst/>
              <a:ahLst/>
              <a:cxnLst/>
              <a:rect l="l" t="t" r="r" b="b"/>
              <a:pathLst>
                <a:path w="2992" h="2968" extrusionOk="0">
                  <a:moveTo>
                    <a:pt x="1344" y="1"/>
                  </a:moveTo>
                  <a:lnTo>
                    <a:pt x="1192" y="26"/>
                  </a:lnTo>
                  <a:lnTo>
                    <a:pt x="913" y="102"/>
                  </a:lnTo>
                  <a:lnTo>
                    <a:pt x="659" y="255"/>
                  </a:lnTo>
                  <a:lnTo>
                    <a:pt x="456" y="432"/>
                  </a:lnTo>
                  <a:lnTo>
                    <a:pt x="254" y="660"/>
                  </a:lnTo>
                  <a:lnTo>
                    <a:pt x="127" y="914"/>
                  </a:lnTo>
                  <a:lnTo>
                    <a:pt x="51" y="1193"/>
                  </a:lnTo>
                  <a:lnTo>
                    <a:pt x="25" y="1319"/>
                  </a:lnTo>
                  <a:lnTo>
                    <a:pt x="0" y="1472"/>
                  </a:lnTo>
                  <a:lnTo>
                    <a:pt x="25" y="1624"/>
                  </a:lnTo>
                  <a:lnTo>
                    <a:pt x="51" y="1776"/>
                  </a:lnTo>
                  <a:lnTo>
                    <a:pt x="127" y="2055"/>
                  </a:lnTo>
                  <a:lnTo>
                    <a:pt x="254" y="2308"/>
                  </a:lnTo>
                  <a:lnTo>
                    <a:pt x="456" y="2536"/>
                  </a:lnTo>
                  <a:lnTo>
                    <a:pt x="659" y="2714"/>
                  </a:lnTo>
                  <a:lnTo>
                    <a:pt x="913" y="2841"/>
                  </a:lnTo>
                  <a:lnTo>
                    <a:pt x="1192" y="2942"/>
                  </a:lnTo>
                  <a:lnTo>
                    <a:pt x="1344" y="2968"/>
                  </a:lnTo>
                  <a:lnTo>
                    <a:pt x="1648" y="2968"/>
                  </a:lnTo>
                  <a:lnTo>
                    <a:pt x="1800" y="2942"/>
                  </a:lnTo>
                  <a:lnTo>
                    <a:pt x="2079" y="2841"/>
                  </a:lnTo>
                  <a:lnTo>
                    <a:pt x="2333" y="2714"/>
                  </a:lnTo>
                  <a:lnTo>
                    <a:pt x="2536" y="2536"/>
                  </a:lnTo>
                  <a:lnTo>
                    <a:pt x="2738" y="2308"/>
                  </a:lnTo>
                  <a:lnTo>
                    <a:pt x="2865" y="2055"/>
                  </a:lnTo>
                  <a:lnTo>
                    <a:pt x="2941" y="1776"/>
                  </a:lnTo>
                  <a:lnTo>
                    <a:pt x="2967" y="1624"/>
                  </a:lnTo>
                  <a:lnTo>
                    <a:pt x="2992" y="1472"/>
                  </a:lnTo>
                  <a:lnTo>
                    <a:pt x="2967" y="1319"/>
                  </a:lnTo>
                  <a:lnTo>
                    <a:pt x="2941" y="1193"/>
                  </a:lnTo>
                  <a:lnTo>
                    <a:pt x="2865" y="914"/>
                  </a:lnTo>
                  <a:lnTo>
                    <a:pt x="2738" y="660"/>
                  </a:lnTo>
                  <a:lnTo>
                    <a:pt x="2536" y="432"/>
                  </a:lnTo>
                  <a:lnTo>
                    <a:pt x="2333" y="255"/>
                  </a:lnTo>
                  <a:lnTo>
                    <a:pt x="2079" y="102"/>
                  </a:lnTo>
                  <a:lnTo>
                    <a:pt x="1800" y="26"/>
                  </a:lnTo>
                  <a:lnTo>
                    <a:pt x="164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0" name="Google Shape;7650;p37"/>
            <p:cNvSpPr/>
            <p:nvPr/>
          </p:nvSpPr>
          <p:spPr>
            <a:xfrm>
              <a:off x="4344425" y="2323450"/>
              <a:ext cx="26650" cy="26025"/>
            </a:xfrm>
            <a:custGeom>
              <a:avLst/>
              <a:gdLst/>
              <a:ahLst/>
              <a:cxnLst/>
              <a:rect l="l" t="t" r="r" b="b"/>
              <a:pathLst>
                <a:path w="1066" h="1041" extrusionOk="0">
                  <a:moveTo>
                    <a:pt x="432" y="0"/>
                  </a:moveTo>
                  <a:lnTo>
                    <a:pt x="330" y="26"/>
                  </a:lnTo>
                  <a:lnTo>
                    <a:pt x="229" y="77"/>
                  </a:lnTo>
                  <a:lnTo>
                    <a:pt x="153" y="153"/>
                  </a:lnTo>
                  <a:lnTo>
                    <a:pt x="102" y="229"/>
                  </a:lnTo>
                  <a:lnTo>
                    <a:pt x="51" y="305"/>
                  </a:lnTo>
                  <a:lnTo>
                    <a:pt x="26" y="406"/>
                  </a:lnTo>
                  <a:lnTo>
                    <a:pt x="1" y="508"/>
                  </a:lnTo>
                  <a:lnTo>
                    <a:pt x="26" y="634"/>
                  </a:lnTo>
                  <a:lnTo>
                    <a:pt x="51" y="710"/>
                  </a:lnTo>
                  <a:lnTo>
                    <a:pt x="102" y="812"/>
                  </a:lnTo>
                  <a:lnTo>
                    <a:pt x="153" y="888"/>
                  </a:lnTo>
                  <a:lnTo>
                    <a:pt x="229" y="939"/>
                  </a:lnTo>
                  <a:lnTo>
                    <a:pt x="330" y="989"/>
                  </a:lnTo>
                  <a:lnTo>
                    <a:pt x="432" y="1040"/>
                  </a:lnTo>
                  <a:lnTo>
                    <a:pt x="634" y="1040"/>
                  </a:lnTo>
                  <a:lnTo>
                    <a:pt x="736" y="989"/>
                  </a:lnTo>
                  <a:lnTo>
                    <a:pt x="837" y="939"/>
                  </a:lnTo>
                  <a:lnTo>
                    <a:pt x="913" y="888"/>
                  </a:lnTo>
                  <a:lnTo>
                    <a:pt x="964" y="812"/>
                  </a:lnTo>
                  <a:lnTo>
                    <a:pt x="1015" y="710"/>
                  </a:lnTo>
                  <a:lnTo>
                    <a:pt x="1040" y="634"/>
                  </a:lnTo>
                  <a:lnTo>
                    <a:pt x="1065" y="508"/>
                  </a:lnTo>
                  <a:lnTo>
                    <a:pt x="1040" y="406"/>
                  </a:lnTo>
                  <a:lnTo>
                    <a:pt x="1015" y="305"/>
                  </a:lnTo>
                  <a:lnTo>
                    <a:pt x="964" y="229"/>
                  </a:lnTo>
                  <a:lnTo>
                    <a:pt x="913" y="153"/>
                  </a:lnTo>
                  <a:lnTo>
                    <a:pt x="837" y="77"/>
                  </a:lnTo>
                  <a:lnTo>
                    <a:pt x="736" y="26"/>
                  </a:lnTo>
                  <a:lnTo>
                    <a:pt x="634" y="0"/>
                  </a:lnTo>
                  <a:close/>
                </a:path>
              </a:pathLst>
            </a:custGeom>
            <a:solidFill>
              <a:srgbClr val="E5E5E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1" name="Google Shape;7651;p37"/>
            <p:cNvSpPr/>
            <p:nvPr/>
          </p:nvSpPr>
          <p:spPr>
            <a:xfrm>
              <a:off x="4218275" y="2299350"/>
              <a:ext cx="74200" cy="74200"/>
            </a:xfrm>
            <a:custGeom>
              <a:avLst/>
              <a:gdLst/>
              <a:ahLst/>
              <a:cxnLst/>
              <a:rect l="l" t="t" r="r" b="b"/>
              <a:pathLst>
                <a:path w="2968" h="2968" extrusionOk="0">
                  <a:moveTo>
                    <a:pt x="1319" y="1"/>
                  </a:moveTo>
                  <a:lnTo>
                    <a:pt x="1193" y="26"/>
                  </a:lnTo>
                  <a:lnTo>
                    <a:pt x="914" y="102"/>
                  </a:lnTo>
                  <a:lnTo>
                    <a:pt x="660" y="255"/>
                  </a:lnTo>
                  <a:lnTo>
                    <a:pt x="432" y="432"/>
                  </a:lnTo>
                  <a:lnTo>
                    <a:pt x="255" y="660"/>
                  </a:lnTo>
                  <a:lnTo>
                    <a:pt x="102" y="914"/>
                  </a:lnTo>
                  <a:lnTo>
                    <a:pt x="26" y="1193"/>
                  </a:lnTo>
                  <a:lnTo>
                    <a:pt x="1" y="1319"/>
                  </a:lnTo>
                  <a:lnTo>
                    <a:pt x="1" y="1472"/>
                  </a:lnTo>
                  <a:lnTo>
                    <a:pt x="1" y="1624"/>
                  </a:lnTo>
                  <a:lnTo>
                    <a:pt x="26" y="1776"/>
                  </a:lnTo>
                  <a:lnTo>
                    <a:pt x="102" y="2055"/>
                  </a:lnTo>
                  <a:lnTo>
                    <a:pt x="255" y="2308"/>
                  </a:lnTo>
                  <a:lnTo>
                    <a:pt x="432" y="2536"/>
                  </a:lnTo>
                  <a:lnTo>
                    <a:pt x="660" y="2714"/>
                  </a:lnTo>
                  <a:lnTo>
                    <a:pt x="914" y="2841"/>
                  </a:lnTo>
                  <a:lnTo>
                    <a:pt x="1193" y="2942"/>
                  </a:lnTo>
                  <a:lnTo>
                    <a:pt x="1319" y="2968"/>
                  </a:lnTo>
                  <a:lnTo>
                    <a:pt x="1624" y="2968"/>
                  </a:lnTo>
                  <a:lnTo>
                    <a:pt x="1776" y="2942"/>
                  </a:lnTo>
                  <a:lnTo>
                    <a:pt x="2055" y="2841"/>
                  </a:lnTo>
                  <a:lnTo>
                    <a:pt x="2308" y="2714"/>
                  </a:lnTo>
                  <a:lnTo>
                    <a:pt x="2536" y="2536"/>
                  </a:lnTo>
                  <a:lnTo>
                    <a:pt x="2714" y="2308"/>
                  </a:lnTo>
                  <a:lnTo>
                    <a:pt x="2841" y="2055"/>
                  </a:lnTo>
                  <a:lnTo>
                    <a:pt x="2942" y="1776"/>
                  </a:lnTo>
                  <a:lnTo>
                    <a:pt x="2967" y="1624"/>
                  </a:lnTo>
                  <a:lnTo>
                    <a:pt x="2967" y="1472"/>
                  </a:lnTo>
                  <a:lnTo>
                    <a:pt x="2967" y="1319"/>
                  </a:lnTo>
                  <a:lnTo>
                    <a:pt x="2942" y="1193"/>
                  </a:lnTo>
                  <a:lnTo>
                    <a:pt x="2841" y="914"/>
                  </a:lnTo>
                  <a:lnTo>
                    <a:pt x="2714" y="660"/>
                  </a:lnTo>
                  <a:lnTo>
                    <a:pt x="2536" y="432"/>
                  </a:lnTo>
                  <a:lnTo>
                    <a:pt x="2308" y="255"/>
                  </a:lnTo>
                  <a:lnTo>
                    <a:pt x="2055" y="102"/>
                  </a:lnTo>
                  <a:lnTo>
                    <a:pt x="1776" y="26"/>
                  </a:lnTo>
                  <a:lnTo>
                    <a:pt x="162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2" name="Google Shape;7652;p37"/>
            <p:cNvSpPr/>
            <p:nvPr/>
          </p:nvSpPr>
          <p:spPr>
            <a:xfrm>
              <a:off x="4242375" y="2323450"/>
              <a:ext cx="26000" cy="26025"/>
            </a:xfrm>
            <a:custGeom>
              <a:avLst/>
              <a:gdLst/>
              <a:ahLst/>
              <a:cxnLst/>
              <a:rect l="l" t="t" r="r" b="b"/>
              <a:pathLst>
                <a:path w="1040" h="1041" extrusionOk="0">
                  <a:moveTo>
                    <a:pt x="406" y="0"/>
                  </a:moveTo>
                  <a:lnTo>
                    <a:pt x="305" y="26"/>
                  </a:lnTo>
                  <a:lnTo>
                    <a:pt x="229" y="77"/>
                  </a:lnTo>
                  <a:lnTo>
                    <a:pt x="153" y="153"/>
                  </a:lnTo>
                  <a:lnTo>
                    <a:pt x="77" y="229"/>
                  </a:lnTo>
                  <a:lnTo>
                    <a:pt x="26" y="305"/>
                  </a:lnTo>
                  <a:lnTo>
                    <a:pt x="0" y="406"/>
                  </a:lnTo>
                  <a:lnTo>
                    <a:pt x="0" y="508"/>
                  </a:lnTo>
                  <a:lnTo>
                    <a:pt x="0" y="634"/>
                  </a:lnTo>
                  <a:lnTo>
                    <a:pt x="26" y="710"/>
                  </a:lnTo>
                  <a:lnTo>
                    <a:pt x="77" y="812"/>
                  </a:lnTo>
                  <a:lnTo>
                    <a:pt x="153" y="888"/>
                  </a:lnTo>
                  <a:lnTo>
                    <a:pt x="229" y="939"/>
                  </a:lnTo>
                  <a:lnTo>
                    <a:pt x="305" y="989"/>
                  </a:lnTo>
                  <a:lnTo>
                    <a:pt x="406" y="1040"/>
                  </a:lnTo>
                  <a:lnTo>
                    <a:pt x="609" y="1040"/>
                  </a:lnTo>
                  <a:lnTo>
                    <a:pt x="710" y="989"/>
                  </a:lnTo>
                  <a:lnTo>
                    <a:pt x="812" y="939"/>
                  </a:lnTo>
                  <a:lnTo>
                    <a:pt x="888" y="888"/>
                  </a:lnTo>
                  <a:lnTo>
                    <a:pt x="939" y="812"/>
                  </a:lnTo>
                  <a:lnTo>
                    <a:pt x="989" y="710"/>
                  </a:lnTo>
                  <a:lnTo>
                    <a:pt x="1040" y="634"/>
                  </a:lnTo>
                  <a:lnTo>
                    <a:pt x="1040" y="508"/>
                  </a:lnTo>
                  <a:lnTo>
                    <a:pt x="1040" y="406"/>
                  </a:lnTo>
                  <a:lnTo>
                    <a:pt x="989" y="305"/>
                  </a:lnTo>
                  <a:lnTo>
                    <a:pt x="939" y="229"/>
                  </a:lnTo>
                  <a:lnTo>
                    <a:pt x="888" y="153"/>
                  </a:lnTo>
                  <a:lnTo>
                    <a:pt x="812" y="77"/>
                  </a:lnTo>
                  <a:lnTo>
                    <a:pt x="710" y="26"/>
                  </a:lnTo>
                  <a:lnTo>
                    <a:pt x="609" y="0"/>
                  </a:lnTo>
                  <a:close/>
                </a:path>
              </a:pathLst>
            </a:custGeom>
            <a:solidFill>
              <a:srgbClr val="E5E5E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3" name="Google Shape;7653;p37"/>
            <p:cNvSpPr/>
            <p:nvPr/>
          </p:nvSpPr>
          <p:spPr>
            <a:xfrm>
              <a:off x="4115600" y="2299350"/>
              <a:ext cx="74175" cy="74200"/>
            </a:xfrm>
            <a:custGeom>
              <a:avLst/>
              <a:gdLst/>
              <a:ahLst/>
              <a:cxnLst/>
              <a:rect l="l" t="t" r="r" b="b"/>
              <a:pathLst>
                <a:path w="2967" h="2968" extrusionOk="0">
                  <a:moveTo>
                    <a:pt x="1344" y="1"/>
                  </a:moveTo>
                  <a:lnTo>
                    <a:pt x="1192" y="26"/>
                  </a:lnTo>
                  <a:lnTo>
                    <a:pt x="913" y="102"/>
                  </a:lnTo>
                  <a:lnTo>
                    <a:pt x="660" y="255"/>
                  </a:lnTo>
                  <a:lnTo>
                    <a:pt x="431" y="432"/>
                  </a:lnTo>
                  <a:lnTo>
                    <a:pt x="254" y="660"/>
                  </a:lnTo>
                  <a:lnTo>
                    <a:pt x="127" y="914"/>
                  </a:lnTo>
                  <a:lnTo>
                    <a:pt x="26" y="1193"/>
                  </a:lnTo>
                  <a:lnTo>
                    <a:pt x="0" y="1319"/>
                  </a:lnTo>
                  <a:lnTo>
                    <a:pt x="0" y="1472"/>
                  </a:lnTo>
                  <a:lnTo>
                    <a:pt x="0" y="1624"/>
                  </a:lnTo>
                  <a:lnTo>
                    <a:pt x="26" y="1776"/>
                  </a:lnTo>
                  <a:lnTo>
                    <a:pt x="127" y="2055"/>
                  </a:lnTo>
                  <a:lnTo>
                    <a:pt x="254" y="2308"/>
                  </a:lnTo>
                  <a:lnTo>
                    <a:pt x="431" y="2536"/>
                  </a:lnTo>
                  <a:lnTo>
                    <a:pt x="660" y="2714"/>
                  </a:lnTo>
                  <a:lnTo>
                    <a:pt x="913" y="2841"/>
                  </a:lnTo>
                  <a:lnTo>
                    <a:pt x="1192" y="2942"/>
                  </a:lnTo>
                  <a:lnTo>
                    <a:pt x="1344" y="2968"/>
                  </a:lnTo>
                  <a:lnTo>
                    <a:pt x="1649" y="2968"/>
                  </a:lnTo>
                  <a:lnTo>
                    <a:pt x="1775" y="2942"/>
                  </a:lnTo>
                  <a:lnTo>
                    <a:pt x="2054" y="2841"/>
                  </a:lnTo>
                  <a:lnTo>
                    <a:pt x="2308" y="2714"/>
                  </a:lnTo>
                  <a:lnTo>
                    <a:pt x="2536" y="2536"/>
                  </a:lnTo>
                  <a:lnTo>
                    <a:pt x="2713" y="2308"/>
                  </a:lnTo>
                  <a:lnTo>
                    <a:pt x="2866" y="2055"/>
                  </a:lnTo>
                  <a:lnTo>
                    <a:pt x="2942" y="1776"/>
                  </a:lnTo>
                  <a:lnTo>
                    <a:pt x="2967" y="1624"/>
                  </a:lnTo>
                  <a:lnTo>
                    <a:pt x="2967" y="1472"/>
                  </a:lnTo>
                  <a:lnTo>
                    <a:pt x="2967" y="1319"/>
                  </a:lnTo>
                  <a:lnTo>
                    <a:pt x="2942" y="1193"/>
                  </a:lnTo>
                  <a:lnTo>
                    <a:pt x="2866" y="914"/>
                  </a:lnTo>
                  <a:lnTo>
                    <a:pt x="2713" y="660"/>
                  </a:lnTo>
                  <a:lnTo>
                    <a:pt x="2536" y="432"/>
                  </a:lnTo>
                  <a:lnTo>
                    <a:pt x="2308" y="255"/>
                  </a:lnTo>
                  <a:lnTo>
                    <a:pt x="2054" y="102"/>
                  </a:lnTo>
                  <a:lnTo>
                    <a:pt x="1775" y="26"/>
                  </a:lnTo>
                  <a:lnTo>
                    <a:pt x="16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4" name="Google Shape;7654;p37"/>
            <p:cNvSpPr/>
            <p:nvPr/>
          </p:nvSpPr>
          <p:spPr>
            <a:xfrm>
              <a:off x="4139675" y="2323450"/>
              <a:ext cx="26025" cy="26025"/>
            </a:xfrm>
            <a:custGeom>
              <a:avLst/>
              <a:gdLst/>
              <a:ahLst/>
              <a:cxnLst/>
              <a:rect l="l" t="t" r="r" b="b"/>
              <a:pathLst>
                <a:path w="1041" h="1041" extrusionOk="0">
                  <a:moveTo>
                    <a:pt x="432" y="0"/>
                  </a:moveTo>
                  <a:lnTo>
                    <a:pt x="331" y="26"/>
                  </a:lnTo>
                  <a:lnTo>
                    <a:pt x="229" y="77"/>
                  </a:lnTo>
                  <a:lnTo>
                    <a:pt x="153" y="153"/>
                  </a:lnTo>
                  <a:lnTo>
                    <a:pt x="102" y="229"/>
                  </a:lnTo>
                  <a:lnTo>
                    <a:pt x="52" y="305"/>
                  </a:lnTo>
                  <a:lnTo>
                    <a:pt x="26" y="406"/>
                  </a:lnTo>
                  <a:lnTo>
                    <a:pt x="1" y="508"/>
                  </a:lnTo>
                  <a:lnTo>
                    <a:pt x="26" y="634"/>
                  </a:lnTo>
                  <a:lnTo>
                    <a:pt x="52" y="710"/>
                  </a:lnTo>
                  <a:lnTo>
                    <a:pt x="102" y="812"/>
                  </a:lnTo>
                  <a:lnTo>
                    <a:pt x="153" y="888"/>
                  </a:lnTo>
                  <a:lnTo>
                    <a:pt x="229" y="939"/>
                  </a:lnTo>
                  <a:lnTo>
                    <a:pt x="331" y="989"/>
                  </a:lnTo>
                  <a:lnTo>
                    <a:pt x="432" y="1040"/>
                  </a:lnTo>
                  <a:lnTo>
                    <a:pt x="635" y="1040"/>
                  </a:lnTo>
                  <a:lnTo>
                    <a:pt x="736" y="989"/>
                  </a:lnTo>
                  <a:lnTo>
                    <a:pt x="812" y="939"/>
                  </a:lnTo>
                  <a:lnTo>
                    <a:pt x="888" y="888"/>
                  </a:lnTo>
                  <a:lnTo>
                    <a:pt x="964" y="812"/>
                  </a:lnTo>
                  <a:lnTo>
                    <a:pt x="1015" y="710"/>
                  </a:lnTo>
                  <a:lnTo>
                    <a:pt x="1041" y="634"/>
                  </a:lnTo>
                  <a:lnTo>
                    <a:pt x="1041" y="508"/>
                  </a:lnTo>
                  <a:lnTo>
                    <a:pt x="1041" y="406"/>
                  </a:lnTo>
                  <a:lnTo>
                    <a:pt x="1015" y="305"/>
                  </a:lnTo>
                  <a:lnTo>
                    <a:pt x="964" y="229"/>
                  </a:lnTo>
                  <a:lnTo>
                    <a:pt x="888" y="153"/>
                  </a:lnTo>
                  <a:lnTo>
                    <a:pt x="812" y="77"/>
                  </a:lnTo>
                  <a:lnTo>
                    <a:pt x="736" y="26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E5E5E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5" name="Google Shape;7655;p37"/>
            <p:cNvSpPr/>
            <p:nvPr/>
          </p:nvSpPr>
          <p:spPr>
            <a:xfrm>
              <a:off x="4012900" y="2299350"/>
              <a:ext cx="74825" cy="74200"/>
            </a:xfrm>
            <a:custGeom>
              <a:avLst/>
              <a:gdLst/>
              <a:ahLst/>
              <a:cxnLst/>
              <a:rect l="l" t="t" r="r" b="b"/>
              <a:pathLst>
                <a:path w="2993" h="2968" extrusionOk="0">
                  <a:moveTo>
                    <a:pt x="1345" y="1"/>
                  </a:moveTo>
                  <a:lnTo>
                    <a:pt x="1193" y="26"/>
                  </a:lnTo>
                  <a:lnTo>
                    <a:pt x="914" y="102"/>
                  </a:lnTo>
                  <a:lnTo>
                    <a:pt x="660" y="255"/>
                  </a:lnTo>
                  <a:lnTo>
                    <a:pt x="457" y="432"/>
                  </a:lnTo>
                  <a:lnTo>
                    <a:pt x="255" y="660"/>
                  </a:lnTo>
                  <a:lnTo>
                    <a:pt x="128" y="914"/>
                  </a:lnTo>
                  <a:lnTo>
                    <a:pt x="52" y="1193"/>
                  </a:lnTo>
                  <a:lnTo>
                    <a:pt x="26" y="1319"/>
                  </a:lnTo>
                  <a:lnTo>
                    <a:pt x="1" y="1472"/>
                  </a:lnTo>
                  <a:lnTo>
                    <a:pt x="26" y="1624"/>
                  </a:lnTo>
                  <a:lnTo>
                    <a:pt x="52" y="1776"/>
                  </a:lnTo>
                  <a:lnTo>
                    <a:pt x="128" y="2055"/>
                  </a:lnTo>
                  <a:lnTo>
                    <a:pt x="255" y="2308"/>
                  </a:lnTo>
                  <a:lnTo>
                    <a:pt x="457" y="2536"/>
                  </a:lnTo>
                  <a:lnTo>
                    <a:pt x="660" y="2714"/>
                  </a:lnTo>
                  <a:lnTo>
                    <a:pt x="914" y="2841"/>
                  </a:lnTo>
                  <a:lnTo>
                    <a:pt x="1193" y="2942"/>
                  </a:lnTo>
                  <a:lnTo>
                    <a:pt x="1345" y="2968"/>
                  </a:lnTo>
                  <a:lnTo>
                    <a:pt x="1649" y="2968"/>
                  </a:lnTo>
                  <a:lnTo>
                    <a:pt x="1801" y="2942"/>
                  </a:lnTo>
                  <a:lnTo>
                    <a:pt x="2080" y="2841"/>
                  </a:lnTo>
                  <a:lnTo>
                    <a:pt x="2334" y="2714"/>
                  </a:lnTo>
                  <a:lnTo>
                    <a:pt x="2536" y="2536"/>
                  </a:lnTo>
                  <a:lnTo>
                    <a:pt x="2739" y="2308"/>
                  </a:lnTo>
                  <a:lnTo>
                    <a:pt x="2866" y="2055"/>
                  </a:lnTo>
                  <a:lnTo>
                    <a:pt x="2942" y="1776"/>
                  </a:lnTo>
                  <a:lnTo>
                    <a:pt x="2967" y="1624"/>
                  </a:lnTo>
                  <a:lnTo>
                    <a:pt x="2993" y="1472"/>
                  </a:lnTo>
                  <a:lnTo>
                    <a:pt x="2967" y="1319"/>
                  </a:lnTo>
                  <a:lnTo>
                    <a:pt x="2942" y="1193"/>
                  </a:lnTo>
                  <a:lnTo>
                    <a:pt x="2866" y="914"/>
                  </a:lnTo>
                  <a:lnTo>
                    <a:pt x="2739" y="660"/>
                  </a:lnTo>
                  <a:lnTo>
                    <a:pt x="2536" y="432"/>
                  </a:lnTo>
                  <a:lnTo>
                    <a:pt x="2334" y="255"/>
                  </a:lnTo>
                  <a:lnTo>
                    <a:pt x="2080" y="102"/>
                  </a:lnTo>
                  <a:lnTo>
                    <a:pt x="1801" y="26"/>
                  </a:lnTo>
                  <a:lnTo>
                    <a:pt x="16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6" name="Google Shape;7656;p37"/>
            <p:cNvSpPr/>
            <p:nvPr/>
          </p:nvSpPr>
          <p:spPr>
            <a:xfrm>
              <a:off x="4037000" y="2323450"/>
              <a:ext cx="26650" cy="26025"/>
            </a:xfrm>
            <a:custGeom>
              <a:avLst/>
              <a:gdLst/>
              <a:ahLst/>
              <a:cxnLst/>
              <a:rect l="l" t="t" r="r" b="b"/>
              <a:pathLst>
                <a:path w="1066" h="1041" extrusionOk="0">
                  <a:moveTo>
                    <a:pt x="431" y="0"/>
                  </a:moveTo>
                  <a:lnTo>
                    <a:pt x="330" y="26"/>
                  </a:lnTo>
                  <a:lnTo>
                    <a:pt x="254" y="77"/>
                  </a:lnTo>
                  <a:lnTo>
                    <a:pt x="153" y="153"/>
                  </a:lnTo>
                  <a:lnTo>
                    <a:pt x="102" y="229"/>
                  </a:lnTo>
                  <a:lnTo>
                    <a:pt x="51" y="305"/>
                  </a:lnTo>
                  <a:lnTo>
                    <a:pt x="26" y="406"/>
                  </a:lnTo>
                  <a:lnTo>
                    <a:pt x="0" y="508"/>
                  </a:lnTo>
                  <a:lnTo>
                    <a:pt x="26" y="634"/>
                  </a:lnTo>
                  <a:lnTo>
                    <a:pt x="51" y="710"/>
                  </a:lnTo>
                  <a:lnTo>
                    <a:pt x="102" y="812"/>
                  </a:lnTo>
                  <a:lnTo>
                    <a:pt x="153" y="888"/>
                  </a:lnTo>
                  <a:lnTo>
                    <a:pt x="254" y="939"/>
                  </a:lnTo>
                  <a:lnTo>
                    <a:pt x="330" y="989"/>
                  </a:lnTo>
                  <a:lnTo>
                    <a:pt x="431" y="1040"/>
                  </a:lnTo>
                  <a:lnTo>
                    <a:pt x="634" y="1040"/>
                  </a:lnTo>
                  <a:lnTo>
                    <a:pt x="736" y="989"/>
                  </a:lnTo>
                  <a:lnTo>
                    <a:pt x="837" y="939"/>
                  </a:lnTo>
                  <a:lnTo>
                    <a:pt x="913" y="888"/>
                  </a:lnTo>
                  <a:lnTo>
                    <a:pt x="964" y="812"/>
                  </a:lnTo>
                  <a:lnTo>
                    <a:pt x="1015" y="710"/>
                  </a:lnTo>
                  <a:lnTo>
                    <a:pt x="1040" y="634"/>
                  </a:lnTo>
                  <a:lnTo>
                    <a:pt x="1065" y="508"/>
                  </a:lnTo>
                  <a:lnTo>
                    <a:pt x="1040" y="406"/>
                  </a:lnTo>
                  <a:lnTo>
                    <a:pt x="1015" y="305"/>
                  </a:lnTo>
                  <a:lnTo>
                    <a:pt x="964" y="229"/>
                  </a:lnTo>
                  <a:lnTo>
                    <a:pt x="913" y="153"/>
                  </a:lnTo>
                  <a:lnTo>
                    <a:pt x="837" y="77"/>
                  </a:lnTo>
                  <a:lnTo>
                    <a:pt x="736" y="26"/>
                  </a:lnTo>
                  <a:lnTo>
                    <a:pt x="634" y="0"/>
                  </a:lnTo>
                  <a:close/>
                </a:path>
              </a:pathLst>
            </a:custGeom>
            <a:solidFill>
              <a:srgbClr val="E5E5E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7" name="Google Shape;7657;p37"/>
            <p:cNvSpPr/>
            <p:nvPr/>
          </p:nvSpPr>
          <p:spPr>
            <a:xfrm>
              <a:off x="4125100" y="2058500"/>
              <a:ext cx="20950" cy="21575"/>
            </a:xfrm>
            <a:custGeom>
              <a:avLst/>
              <a:gdLst/>
              <a:ahLst/>
              <a:cxnLst/>
              <a:rect l="l" t="t" r="r" b="b"/>
              <a:pathLst>
                <a:path w="838" h="863" extrusionOk="0">
                  <a:moveTo>
                    <a:pt x="330" y="0"/>
                  </a:moveTo>
                  <a:lnTo>
                    <a:pt x="254" y="25"/>
                  </a:lnTo>
                  <a:lnTo>
                    <a:pt x="178" y="76"/>
                  </a:lnTo>
                  <a:lnTo>
                    <a:pt x="128" y="127"/>
                  </a:lnTo>
                  <a:lnTo>
                    <a:pt x="51" y="178"/>
                  </a:lnTo>
                  <a:lnTo>
                    <a:pt x="26" y="254"/>
                  </a:lnTo>
                  <a:lnTo>
                    <a:pt x="1" y="330"/>
                  </a:lnTo>
                  <a:lnTo>
                    <a:pt x="1" y="431"/>
                  </a:lnTo>
                  <a:lnTo>
                    <a:pt x="1" y="507"/>
                  </a:lnTo>
                  <a:lnTo>
                    <a:pt x="26" y="583"/>
                  </a:lnTo>
                  <a:lnTo>
                    <a:pt x="51" y="659"/>
                  </a:lnTo>
                  <a:lnTo>
                    <a:pt x="128" y="735"/>
                  </a:lnTo>
                  <a:lnTo>
                    <a:pt x="178" y="786"/>
                  </a:lnTo>
                  <a:lnTo>
                    <a:pt x="254" y="811"/>
                  </a:lnTo>
                  <a:lnTo>
                    <a:pt x="330" y="837"/>
                  </a:lnTo>
                  <a:lnTo>
                    <a:pt x="432" y="862"/>
                  </a:lnTo>
                  <a:lnTo>
                    <a:pt x="508" y="837"/>
                  </a:lnTo>
                  <a:lnTo>
                    <a:pt x="584" y="811"/>
                  </a:lnTo>
                  <a:lnTo>
                    <a:pt x="660" y="786"/>
                  </a:lnTo>
                  <a:lnTo>
                    <a:pt x="711" y="735"/>
                  </a:lnTo>
                  <a:lnTo>
                    <a:pt x="787" y="659"/>
                  </a:lnTo>
                  <a:lnTo>
                    <a:pt x="812" y="583"/>
                  </a:lnTo>
                  <a:lnTo>
                    <a:pt x="837" y="507"/>
                  </a:lnTo>
                  <a:lnTo>
                    <a:pt x="837" y="431"/>
                  </a:lnTo>
                  <a:lnTo>
                    <a:pt x="837" y="330"/>
                  </a:lnTo>
                  <a:lnTo>
                    <a:pt x="812" y="254"/>
                  </a:lnTo>
                  <a:lnTo>
                    <a:pt x="787" y="178"/>
                  </a:lnTo>
                  <a:lnTo>
                    <a:pt x="711" y="127"/>
                  </a:lnTo>
                  <a:lnTo>
                    <a:pt x="660" y="76"/>
                  </a:lnTo>
                  <a:lnTo>
                    <a:pt x="584" y="25"/>
                  </a:lnTo>
                  <a:lnTo>
                    <a:pt x="50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8" name="Google Shape;7658;p37"/>
            <p:cNvSpPr/>
            <p:nvPr/>
          </p:nvSpPr>
          <p:spPr>
            <a:xfrm>
              <a:off x="4161250" y="2171325"/>
              <a:ext cx="20925" cy="21575"/>
            </a:xfrm>
            <a:custGeom>
              <a:avLst/>
              <a:gdLst/>
              <a:ahLst/>
              <a:cxnLst/>
              <a:rect l="l" t="t" r="r" b="b"/>
              <a:pathLst>
                <a:path w="837" h="863" extrusionOk="0">
                  <a:moveTo>
                    <a:pt x="330" y="0"/>
                  </a:moveTo>
                  <a:lnTo>
                    <a:pt x="254" y="26"/>
                  </a:lnTo>
                  <a:lnTo>
                    <a:pt x="178" y="76"/>
                  </a:lnTo>
                  <a:lnTo>
                    <a:pt x="101" y="127"/>
                  </a:lnTo>
                  <a:lnTo>
                    <a:pt x="51" y="203"/>
                  </a:lnTo>
                  <a:lnTo>
                    <a:pt x="25" y="254"/>
                  </a:lnTo>
                  <a:lnTo>
                    <a:pt x="0" y="355"/>
                  </a:lnTo>
                  <a:lnTo>
                    <a:pt x="0" y="431"/>
                  </a:lnTo>
                  <a:lnTo>
                    <a:pt x="0" y="507"/>
                  </a:lnTo>
                  <a:lnTo>
                    <a:pt x="25" y="609"/>
                  </a:lnTo>
                  <a:lnTo>
                    <a:pt x="51" y="660"/>
                  </a:lnTo>
                  <a:lnTo>
                    <a:pt x="101" y="736"/>
                  </a:lnTo>
                  <a:lnTo>
                    <a:pt x="178" y="786"/>
                  </a:lnTo>
                  <a:lnTo>
                    <a:pt x="254" y="837"/>
                  </a:lnTo>
                  <a:lnTo>
                    <a:pt x="330" y="862"/>
                  </a:lnTo>
                  <a:lnTo>
                    <a:pt x="507" y="862"/>
                  </a:lnTo>
                  <a:lnTo>
                    <a:pt x="583" y="837"/>
                  </a:lnTo>
                  <a:lnTo>
                    <a:pt x="659" y="786"/>
                  </a:lnTo>
                  <a:lnTo>
                    <a:pt x="710" y="736"/>
                  </a:lnTo>
                  <a:lnTo>
                    <a:pt x="786" y="660"/>
                  </a:lnTo>
                  <a:lnTo>
                    <a:pt x="811" y="609"/>
                  </a:lnTo>
                  <a:lnTo>
                    <a:pt x="837" y="507"/>
                  </a:lnTo>
                  <a:lnTo>
                    <a:pt x="837" y="431"/>
                  </a:lnTo>
                  <a:lnTo>
                    <a:pt x="837" y="355"/>
                  </a:lnTo>
                  <a:lnTo>
                    <a:pt x="811" y="254"/>
                  </a:lnTo>
                  <a:lnTo>
                    <a:pt x="786" y="203"/>
                  </a:lnTo>
                  <a:lnTo>
                    <a:pt x="710" y="127"/>
                  </a:lnTo>
                  <a:lnTo>
                    <a:pt x="659" y="76"/>
                  </a:lnTo>
                  <a:lnTo>
                    <a:pt x="583" y="26"/>
                  </a:lnTo>
                  <a:lnTo>
                    <a:pt x="50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59" name="Google Shape;7659;p37"/>
          <p:cNvGrpSpPr/>
          <p:nvPr/>
        </p:nvGrpSpPr>
        <p:grpSpPr>
          <a:xfrm>
            <a:off x="7030954" y="3071403"/>
            <a:ext cx="361163" cy="365765"/>
            <a:chOff x="3249100" y="1974825"/>
            <a:chExt cx="397450" cy="399350"/>
          </a:xfrm>
        </p:grpSpPr>
        <p:sp>
          <p:nvSpPr>
            <p:cNvPr id="7660" name="Google Shape;7660;p37"/>
            <p:cNvSpPr/>
            <p:nvPr/>
          </p:nvSpPr>
          <p:spPr>
            <a:xfrm>
              <a:off x="3530525" y="2097150"/>
              <a:ext cx="102725" cy="277025"/>
            </a:xfrm>
            <a:custGeom>
              <a:avLst/>
              <a:gdLst/>
              <a:ahLst/>
              <a:cxnLst/>
              <a:rect l="l" t="t" r="r" b="b"/>
              <a:pathLst>
                <a:path w="4109" h="11081" extrusionOk="0">
                  <a:moveTo>
                    <a:pt x="2283" y="1"/>
                  </a:moveTo>
                  <a:lnTo>
                    <a:pt x="787" y="559"/>
                  </a:lnTo>
                  <a:lnTo>
                    <a:pt x="1" y="5528"/>
                  </a:lnTo>
                  <a:lnTo>
                    <a:pt x="787" y="11081"/>
                  </a:lnTo>
                  <a:lnTo>
                    <a:pt x="4108" y="11081"/>
                  </a:lnTo>
                  <a:lnTo>
                    <a:pt x="4108" y="559"/>
                  </a:lnTo>
                  <a:lnTo>
                    <a:pt x="2283" y="1"/>
                  </a:lnTo>
                  <a:close/>
                </a:path>
              </a:pathLst>
            </a:custGeom>
            <a:solidFill>
              <a:srgbClr val="95A3D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1" name="Google Shape;7661;p37"/>
            <p:cNvSpPr/>
            <p:nvPr/>
          </p:nvSpPr>
          <p:spPr>
            <a:xfrm>
              <a:off x="3262400" y="2097150"/>
              <a:ext cx="106525" cy="277025"/>
            </a:xfrm>
            <a:custGeom>
              <a:avLst/>
              <a:gdLst/>
              <a:ahLst/>
              <a:cxnLst/>
              <a:rect l="l" t="t" r="r" b="b"/>
              <a:pathLst>
                <a:path w="4261" h="11081" extrusionOk="0">
                  <a:moveTo>
                    <a:pt x="1826" y="1"/>
                  </a:moveTo>
                  <a:lnTo>
                    <a:pt x="1" y="559"/>
                  </a:lnTo>
                  <a:lnTo>
                    <a:pt x="1" y="11081"/>
                  </a:lnTo>
                  <a:lnTo>
                    <a:pt x="3322" y="11081"/>
                  </a:lnTo>
                  <a:lnTo>
                    <a:pt x="4260" y="5959"/>
                  </a:lnTo>
                  <a:lnTo>
                    <a:pt x="3322" y="559"/>
                  </a:lnTo>
                  <a:lnTo>
                    <a:pt x="1826" y="1"/>
                  </a:lnTo>
                  <a:close/>
                </a:path>
              </a:pathLst>
            </a:custGeom>
            <a:solidFill>
              <a:srgbClr val="95A3D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2" name="Google Shape;7662;p37"/>
            <p:cNvSpPr/>
            <p:nvPr/>
          </p:nvSpPr>
          <p:spPr>
            <a:xfrm>
              <a:off x="3262400" y="2227100"/>
              <a:ext cx="83075" cy="31075"/>
            </a:xfrm>
            <a:custGeom>
              <a:avLst/>
              <a:gdLst/>
              <a:ahLst/>
              <a:cxnLst/>
              <a:rect l="l" t="t" r="r" b="b"/>
              <a:pathLst>
                <a:path w="3323" h="1243" extrusionOk="0">
                  <a:moveTo>
                    <a:pt x="1" y="1"/>
                  </a:moveTo>
                  <a:lnTo>
                    <a:pt x="1" y="1243"/>
                  </a:lnTo>
                  <a:lnTo>
                    <a:pt x="3322" y="1243"/>
                  </a:lnTo>
                  <a:lnTo>
                    <a:pt x="3322" y="1"/>
                  </a:lnTo>
                  <a:close/>
                </a:path>
              </a:pathLst>
            </a:custGeom>
            <a:solidFill>
              <a:srgbClr val="E5E5E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3" name="Google Shape;7663;p37"/>
            <p:cNvSpPr/>
            <p:nvPr/>
          </p:nvSpPr>
          <p:spPr>
            <a:xfrm>
              <a:off x="3550175" y="2227100"/>
              <a:ext cx="83075" cy="31075"/>
            </a:xfrm>
            <a:custGeom>
              <a:avLst/>
              <a:gdLst/>
              <a:ahLst/>
              <a:cxnLst/>
              <a:rect l="l" t="t" r="r" b="b"/>
              <a:pathLst>
                <a:path w="3323" h="1243" extrusionOk="0">
                  <a:moveTo>
                    <a:pt x="1" y="1"/>
                  </a:moveTo>
                  <a:lnTo>
                    <a:pt x="1" y="1243"/>
                  </a:lnTo>
                  <a:lnTo>
                    <a:pt x="3322" y="1243"/>
                  </a:lnTo>
                  <a:lnTo>
                    <a:pt x="3322" y="1"/>
                  </a:lnTo>
                  <a:close/>
                </a:path>
              </a:pathLst>
            </a:custGeom>
            <a:solidFill>
              <a:srgbClr val="E5E5E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4" name="Google Shape;7664;p37"/>
            <p:cNvSpPr/>
            <p:nvPr/>
          </p:nvSpPr>
          <p:spPr>
            <a:xfrm>
              <a:off x="3262400" y="2097150"/>
              <a:ext cx="83075" cy="38075"/>
            </a:xfrm>
            <a:custGeom>
              <a:avLst/>
              <a:gdLst/>
              <a:ahLst/>
              <a:cxnLst/>
              <a:rect l="l" t="t" r="r" b="b"/>
              <a:pathLst>
                <a:path w="3323" h="1523" extrusionOk="0">
                  <a:moveTo>
                    <a:pt x="1826" y="1"/>
                  </a:moveTo>
                  <a:lnTo>
                    <a:pt x="1" y="559"/>
                  </a:lnTo>
                  <a:lnTo>
                    <a:pt x="1" y="1522"/>
                  </a:lnTo>
                  <a:lnTo>
                    <a:pt x="3322" y="1522"/>
                  </a:lnTo>
                  <a:lnTo>
                    <a:pt x="3322" y="559"/>
                  </a:lnTo>
                  <a:lnTo>
                    <a:pt x="1826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5" name="Google Shape;7665;p37"/>
            <p:cNvSpPr/>
            <p:nvPr/>
          </p:nvSpPr>
          <p:spPr>
            <a:xfrm>
              <a:off x="3550175" y="2097150"/>
              <a:ext cx="83075" cy="38075"/>
            </a:xfrm>
            <a:custGeom>
              <a:avLst/>
              <a:gdLst/>
              <a:ahLst/>
              <a:cxnLst/>
              <a:rect l="l" t="t" r="r" b="b"/>
              <a:pathLst>
                <a:path w="3323" h="1523" extrusionOk="0">
                  <a:moveTo>
                    <a:pt x="1497" y="1"/>
                  </a:moveTo>
                  <a:lnTo>
                    <a:pt x="1" y="559"/>
                  </a:lnTo>
                  <a:lnTo>
                    <a:pt x="1" y="1522"/>
                  </a:lnTo>
                  <a:lnTo>
                    <a:pt x="3322" y="1522"/>
                  </a:lnTo>
                  <a:lnTo>
                    <a:pt x="3322" y="559"/>
                  </a:lnTo>
                  <a:lnTo>
                    <a:pt x="1497" y="1"/>
                  </a:lnTo>
                  <a:close/>
                </a:path>
              </a:pathLst>
            </a:custGeom>
            <a:solidFill>
              <a:srgbClr val="7B8A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6" name="Google Shape;7666;p37"/>
            <p:cNvSpPr/>
            <p:nvPr/>
          </p:nvSpPr>
          <p:spPr>
            <a:xfrm>
              <a:off x="3249100" y="1997650"/>
              <a:ext cx="397450" cy="113475"/>
            </a:xfrm>
            <a:custGeom>
              <a:avLst/>
              <a:gdLst/>
              <a:ahLst/>
              <a:cxnLst/>
              <a:rect l="l" t="t" r="r" b="b"/>
              <a:pathLst>
                <a:path w="15898" h="4539" extrusionOk="0">
                  <a:moveTo>
                    <a:pt x="2460" y="0"/>
                  </a:moveTo>
                  <a:lnTo>
                    <a:pt x="2232" y="25"/>
                  </a:lnTo>
                  <a:lnTo>
                    <a:pt x="2003" y="76"/>
                  </a:lnTo>
                  <a:lnTo>
                    <a:pt x="1800" y="152"/>
                  </a:lnTo>
                  <a:lnTo>
                    <a:pt x="1598" y="279"/>
                  </a:lnTo>
                  <a:lnTo>
                    <a:pt x="1446" y="406"/>
                  </a:lnTo>
                  <a:lnTo>
                    <a:pt x="1293" y="583"/>
                  </a:lnTo>
                  <a:lnTo>
                    <a:pt x="1167" y="761"/>
                  </a:lnTo>
                  <a:lnTo>
                    <a:pt x="1065" y="964"/>
                  </a:lnTo>
                  <a:lnTo>
                    <a:pt x="26" y="3803"/>
                  </a:lnTo>
                  <a:lnTo>
                    <a:pt x="0" y="3955"/>
                  </a:lnTo>
                  <a:lnTo>
                    <a:pt x="0" y="4082"/>
                  </a:lnTo>
                  <a:lnTo>
                    <a:pt x="26" y="4184"/>
                  </a:lnTo>
                  <a:lnTo>
                    <a:pt x="76" y="4310"/>
                  </a:lnTo>
                  <a:lnTo>
                    <a:pt x="178" y="4412"/>
                  </a:lnTo>
                  <a:lnTo>
                    <a:pt x="279" y="4463"/>
                  </a:lnTo>
                  <a:lnTo>
                    <a:pt x="381" y="4513"/>
                  </a:lnTo>
                  <a:lnTo>
                    <a:pt x="533" y="4539"/>
                  </a:lnTo>
                  <a:lnTo>
                    <a:pt x="15365" y="4539"/>
                  </a:lnTo>
                  <a:lnTo>
                    <a:pt x="15492" y="4513"/>
                  </a:lnTo>
                  <a:lnTo>
                    <a:pt x="15619" y="4463"/>
                  </a:lnTo>
                  <a:lnTo>
                    <a:pt x="15720" y="4412"/>
                  </a:lnTo>
                  <a:lnTo>
                    <a:pt x="15822" y="4310"/>
                  </a:lnTo>
                  <a:lnTo>
                    <a:pt x="15872" y="4184"/>
                  </a:lnTo>
                  <a:lnTo>
                    <a:pt x="15898" y="4082"/>
                  </a:lnTo>
                  <a:lnTo>
                    <a:pt x="15898" y="3955"/>
                  </a:lnTo>
                  <a:lnTo>
                    <a:pt x="15872" y="3803"/>
                  </a:lnTo>
                  <a:lnTo>
                    <a:pt x="14833" y="964"/>
                  </a:lnTo>
                  <a:lnTo>
                    <a:pt x="14731" y="761"/>
                  </a:lnTo>
                  <a:lnTo>
                    <a:pt x="14605" y="583"/>
                  </a:lnTo>
                  <a:lnTo>
                    <a:pt x="14453" y="406"/>
                  </a:lnTo>
                  <a:lnTo>
                    <a:pt x="14300" y="279"/>
                  </a:lnTo>
                  <a:lnTo>
                    <a:pt x="14098" y="152"/>
                  </a:lnTo>
                  <a:lnTo>
                    <a:pt x="13895" y="76"/>
                  </a:lnTo>
                  <a:lnTo>
                    <a:pt x="13667" y="25"/>
                  </a:lnTo>
                  <a:lnTo>
                    <a:pt x="1343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7" name="Google Shape;7667;p37"/>
            <p:cNvSpPr/>
            <p:nvPr/>
          </p:nvSpPr>
          <p:spPr>
            <a:xfrm>
              <a:off x="3345450" y="2005250"/>
              <a:ext cx="204750" cy="368925"/>
            </a:xfrm>
            <a:custGeom>
              <a:avLst/>
              <a:gdLst/>
              <a:ahLst/>
              <a:cxnLst/>
              <a:rect l="l" t="t" r="r" b="b"/>
              <a:pathLst>
                <a:path w="8190" h="14757" extrusionOk="0">
                  <a:moveTo>
                    <a:pt x="4082" y="0"/>
                  </a:moveTo>
                  <a:lnTo>
                    <a:pt x="0" y="3651"/>
                  </a:lnTo>
                  <a:lnTo>
                    <a:pt x="0" y="14757"/>
                  </a:lnTo>
                  <a:lnTo>
                    <a:pt x="2536" y="14757"/>
                  </a:lnTo>
                  <a:lnTo>
                    <a:pt x="4082" y="13971"/>
                  </a:lnTo>
                  <a:lnTo>
                    <a:pt x="5654" y="14757"/>
                  </a:lnTo>
                  <a:lnTo>
                    <a:pt x="8190" y="14757"/>
                  </a:lnTo>
                  <a:lnTo>
                    <a:pt x="8190" y="3854"/>
                  </a:lnTo>
                  <a:lnTo>
                    <a:pt x="8139" y="3804"/>
                  </a:lnTo>
                  <a:lnTo>
                    <a:pt x="7987" y="3651"/>
                  </a:lnTo>
                  <a:lnTo>
                    <a:pt x="7531" y="3195"/>
                  </a:lnTo>
                  <a:lnTo>
                    <a:pt x="6136" y="1877"/>
                  </a:lnTo>
                  <a:lnTo>
                    <a:pt x="408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8" name="Google Shape;7668;p37"/>
            <p:cNvSpPr/>
            <p:nvPr/>
          </p:nvSpPr>
          <p:spPr>
            <a:xfrm>
              <a:off x="3345450" y="2005250"/>
              <a:ext cx="204750" cy="150250"/>
            </a:xfrm>
            <a:custGeom>
              <a:avLst/>
              <a:gdLst/>
              <a:ahLst/>
              <a:cxnLst/>
              <a:rect l="l" t="t" r="r" b="b"/>
              <a:pathLst>
                <a:path w="8190" h="6010" extrusionOk="0">
                  <a:moveTo>
                    <a:pt x="4082" y="0"/>
                  </a:moveTo>
                  <a:lnTo>
                    <a:pt x="0" y="3651"/>
                  </a:lnTo>
                  <a:lnTo>
                    <a:pt x="0" y="6009"/>
                  </a:lnTo>
                  <a:lnTo>
                    <a:pt x="203" y="5959"/>
                  </a:lnTo>
                  <a:lnTo>
                    <a:pt x="381" y="5883"/>
                  </a:lnTo>
                  <a:lnTo>
                    <a:pt x="533" y="5781"/>
                  </a:lnTo>
                  <a:lnTo>
                    <a:pt x="685" y="5654"/>
                  </a:lnTo>
                  <a:lnTo>
                    <a:pt x="4082" y="2358"/>
                  </a:lnTo>
                  <a:lnTo>
                    <a:pt x="7505" y="5654"/>
                  </a:lnTo>
                  <a:lnTo>
                    <a:pt x="7657" y="5781"/>
                  </a:lnTo>
                  <a:lnTo>
                    <a:pt x="7810" y="5883"/>
                  </a:lnTo>
                  <a:lnTo>
                    <a:pt x="7987" y="5959"/>
                  </a:lnTo>
                  <a:lnTo>
                    <a:pt x="8190" y="6009"/>
                  </a:lnTo>
                  <a:lnTo>
                    <a:pt x="8190" y="3854"/>
                  </a:lnTo>
                  <a:lnTo>
                    <a:pt x="8139" y="3804"/>
                  </a:lnTo>
                  <a:lnTo>
                    <a:pt x="7987" y="3651"/>
                  </a:lnTo>
                  <a:lnTo>
                    <a:pt x="7531" y="3195"/>
                  </a:lnTo>
                  <a:lnTo>
                    <a:pt x="6136" y="1877"/>
                  </a:lnTo>
                  <a:lnTo>
                    <a:pt x="4082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9" name="Google Shape;7669;p37"/>
            <p:cNvSpPr/>
            <p:nvPr/>
          </p:nvSpPr>
          <p:spPr>
            <a:xfrm>
              <a:off x="3309950" y="1974825"/>
              <a:ext cx="275750" cy="157225"/>
            </a:xfrm>
            <a:custGeom>
              <a:avLst/>
              <a:gdLst/>
              <a:ahLst/>
              <a:cxnLst/>
              <a:rect l="l" t="t" r="r" b="b"/>
              <a:pathLst>
                <a:path w="11030" h="6289" extrusionOk="0">
                  <a:moveTo>
                    <a:pt x="5350" y="0"/>
                  </a:moveTo>
                  <a:lnTo>
                    <a:pt x="5173" y="51"/>
                  </a:lnTo>
                  <a:lnTo>
                    <a:pt x="5021" y="152"/>
                  </a:lnTo>
                  <a:lnTo>
                    <a:pt x="4868" y="254"/>
                  </a:lnTo>
                  <a:lnTo>
                    <a:pt x="127" y="4818"/>
                  </a:lnTo>
                  <a:lnTo>
                    <a:pt x="76" y="4894"/>
                  </a:lnTo>
                  <a:lnTo>
                    <a:pt x="26" y="4970"/>
                  </a:lnTo>
                  <a:lnTo>
                    <a:pt x="0" y="5046"/>
                  </a:lnTo>
                  <a:lnTo>
                    <a:pt x="0" y="5122"/>
                  </a:lnTo>
                  <a:lnTo>
                    <a:pt x="0" y="5223"/>
                  </a:lnTo>
                  <a:lnTo>
                    <a:pt x="26" y="5299"/>
                  </a:lnTo>
                  <a:lnTo>
                    <a:pt x="51" y="5376"/>
                  </a:lnTo>
                  <a:lnTo>
                    <a:pt x="102" y="5452"/>
                  </a:lnTo>
                  <a:lnTo>
                    <a:pt x="786" y="6162"/>
                  </a:lnTo>
                  <a:lnTo>
                    <a:pt x="862" y="6212"/>
                  </a:lnTo>
                  <a:lnTo>
                    <a:pt x="938" y="6263"/>
                  </a:lnTo>
                  <a:lnTo>
                    <a:pt x="1015" y="6288"/>
                  </a:lnTo>
                  <a:lnTo>
                    <a:pt x="1192" y="6288"/>
                  </a:lnTo>
                  <a:lnTo>
                    <a:pt x="1293" y="6263"/>
                  </a:lnTo>
                  <a:lnTo>
                    <a:pt x="1370" y="6238"/>
                  </a:lnTo>
                  <a:lnTo>
                    <a:pt x="1420" y="6162"/>
                  </a:lnTo>
                  <a:lnTo>
                    <a:pt x="5502" y="2232"/>
                  </a:lnTo>
                  <a:lnTo>
                    <a:pt x="9610" y="6162"/>
                  </a:lnTo>
                  <a:lnTo>
                    <a:pt x="9661" y="6238"/>
                  </a:lnTo>
                  <a:lnTo>
                    <a:pt x="9737" y="6263"/>
                  </a:lnTo>
                  <a:lnTo>
                    <a:pt x="9838" y="6288"/>
                  </a:lnTo>
                  <a:lnTo>
                    <a:pt x="9990" y="6288"/>
                  </a:lnTo>
                  <a:lnTo>
                    <a:pt x="10092" y="6263"/>
                  </a:lnTo>
                  <a:lnTo>
                    <a:pt x="10168" y="6212"/>
                  </a:lnTo>
                  <a:lnTo>
                    <a:pt x="10218" y="6162"/>
                  </a:lnTo>
                  <a:lnTo>
                    <a:pt x="10903" y="5452"/>
                  </a:lnTo>
                  <a:lnTo>
                    <a:pt x="10979" y="5376"/>
                  </a:lnTo>
                  <a:lnTo>
                    <a:pt x="11004" y="5299"/>
                  </a:lnTo>
                  <a:lnTo>
                    <a:pt x="11030" y="5223"/>
                  </a:lnTo>
                  <a:lnTo>
                    <a:pt x="11030" y="5122"/>
                  </a:lnTo>
                  <a:lnTo>
                    <a:pt x="11030" y="5046"/>
                  </a:lnTo>
                  <a:lnTo>
                    <a:pt x="11004" y="4970"/>
                  </a:lnTo>
                  <a:lnTo>
                    <a:pt x="10954" y="4894"/>
                  </a:lnTo>
                  <a:lnTo>
                    <a:pt x="10903" y="4818"/>
                  </a:lnTo>
                  <a:lnTo>
                    <a:pt x="6162" y="254"/>
                  </a:lnTo>
                  <a:lnTo>
                    <a:pt x="6009" y="152"/>
                  </a:lnTo>
                  <a:lnTo>
                    <a:pt x="5857" y="51"/>
                  </a:lnTo>
                  <a:lnTo>
                    <a:pt x="568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0" name="Google Shape;7670;p37"/>
            <p:cNvSpPr/>
            <p:nvPr/>
          </p:nvSpPr>
          <p:spPr>
            <a:xfrm>
              <a:off x="3408825" y="2255625"/>
              <a:ext cx="78000" cy="118550"/>
            </a:xfrm>
            <a:custGeom>
              <a:avLst/>
              <a:gdLst/>
              <a:ahLst/>
              <a:cxnLst/>
              <a:rect l="l" t="t" r="r" b="b"/>
              <a:pathLst>
                <a:path w="3120" h="4742" extrusionOk="0">
                  <a:moveTo>
                    <a:pt x="533" y="1"/>
                  </a:moveTo>
                  <a:lnTo>
                    <a:pt x="406" y="51"/>
                  </a:lnTo>
                  <a:lnTo>
                    <a:pt x="305" y="102"/>
                  </a:lnTo>
                  <a:lnTo>
                    <a:pt x="204" y="178"/>
                  </a:lnTo>
                  <a:lnTo>
                    <a:pt x="127" y="279"/>
                  </a:lnTo>
                  <a:lnTo>
                    <a:pt x="51" y="406"/>
                  </a:lnTo>
                  <a:lnTo>
                    <a:pt x="26" y="508"/>
                  </a:lnTo>
                  <a:lnTo>
                    <a:pt x="1" y="660"/>
                  </a:lnTo>
                  <a:lnTo>
                    <a:pt x="1" y="4742"/>
                  </a:lnTo>
                  <a:lnTo>
                    <a:pt x="3119" y="4742"/>
                  </a:lnTo>
                  <a:lnTo>
                    <a:pt x="3119" y="660"/>
                  </a:lnTo>
                  <a:lnTo>
                    <a:pt x="3094" y="508"/>
                  </a:lnTo>
                  <a:lnTo>
                    <a:pt x="3069" y="406"/>
                  </a:lnTo>
                  <a:lnTo>
                    <a:pt x="2993" y="279"/>
                  </a:lnTo>
                  <a:lnTo>
                    <a:pt x="2917" y="178"/>
                  </a:lnTo>
                  <a:lnTo>
                    <a:pt x="2815" y="102"/>
                  </a:lnTo>
                  <a:lnTo>
                    <a:pt x="2714" y="51"/>
                  </a:lnTo>
                  <a:lnTo>
                    <a:pt x="2587" y="1"/>
                  </a:lnTo>
                  <a:close/>
                </a:path>
              </a:pathLst>
            </a:custGeom>
            <a:solidFill>
              <a:srgbClr val="E5E5E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1" name="Google Shape;7671;p37"/>
            <p:cNvSpPr/>
            <p:nvPr/>
          </p:nvSpPr>
          <p:spPr>
            <a:xfrm>
              <a:off x="3422150" y="2104775"/>
              <a:ext cx="51350" cy="84950"/>
            </a:xfrm>
            <a:custGeom>
              <a:avLst/>
              <a:gdLst/>
              <a:ahLst/>
              <a:cxnLst/>
              <a:rect l="l" t="t" r="r" b="b"/>
              <a:pathLst>
                <a:path w="2054" h="3398" extrusionOk="0">
                  <a:moveTo>
                    <a:pt x="431" y="0"/>
                  </a:moveTo>
                  <a:lnTo>
                    <a:pt x="330" y="25"/>
                  </a:lnTo>
                  <a:lnTo>
                    <a:pt x="228" y="76"/>
                  </a:lnTo>
                  <a:lnTo>
                    <a:pt x="152" y="152"/>
                  </a:lnTo>
                  <a:lnTo>
                    <a:pt x="102" y="228"/>
                  </a:lnTo>
                  <a:lnTo>
                    <a:pt x="51" y="330"/>
                  </a:lnTo>
                  <a:lnTo>
                    <a:pt x="0" y="431"/>
                  </a:lnTo>
                  <a:lnTo>
                    <a:pt x="0" y="532"/>
                  </a:lnTo>
                  <a:lnTo>
                    <a:pt x="0" y="3398"/>
                  </a:lnTo>
                  <a:lnTo>
                    <a:pt x="2054" y="3398"/>
                  </a:lnTo>
                  <a:lnTo>
                    <a:pt x="2054" y="532"/>
                  </a:lnTo>
                  <a:lnTo>
                    <a:pt x="2029" y="431"/>
                  </a:lnTo>
                  <a:lnTo>
                    <a:pt x="2003" y="330"/>
                  </a:lnTo>
                  <a:lnTo>
                    <a:pt x="1952" y="228"/>
                  </a:lnTo>
                  <a:lnTo>
                    <a:pt x="1902" y="152"/>
                  </a:lnTo>
                  <a:lnTo>
                    <a:pt x="1826" y="76"/>
                  </a:lnTo>
                  <a:lnTo>
                    <a:pt x="1724" y="25"/>
                  </a:lnTo>
                  <a:lnTo>
                    <a:pt x="1623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2" name="Google Shape;7672;p37"/>
            <p:cNvSpPr/>
            <p:nvPr/>
          </p:nvSpPr>
          <p:spPr>
            <a:xfrm>
              <a:off x="3409475" y="2171950"/>
              <a:ext cx="76725" cy="30450"/>
            </a:xfrm>
            <a:custGeom>
              <a:avLst/>
              <a:gdLst/>
              <a:ahLst/>
              <a:cxnLst/>
              <a:rect l="l" t="t" r="r" b="b"/>
              <a:pathLst>
                <a:path w="3069" h="1218" extrusionOk="0">
                  <a:moveTo>
                    <a:pt x="507" y="1"/>
                  </a:moveTo>
                  <a:lnTo>
                    <a:pt x="406" y="26"/>
                  </a:lnTo>
                  <a:lnTo>
                    <a:pt x="304" y="51"/>
                  </a:lnTo>
                  <a:lnTo>
                    <a:pt x="228" y="102"/>
                  </a:lnTo>
                  <a:lnTo>
                    <a:pt x="152" y="153"/>
                  </a:lnTo>
                  <a:lnTo>
                    <a:pt x="101" y="229"/>
                  </a:lnTo>
                  <a:lnTo>
                    <a:pt x="51" y="305"/>
                  </a:lnTo>
                  <a:lnTo>
                    <a:pt x="25" y="406"/>
                  </a:lnTo>
                  <a:lnTo>
                    <a:pt x="0" y="508"/>
                  </a:lnTo>
                  <a:lnTo>
                    <a:pt x="0" y="1218"/>
                  </a:lnTo>
                  <a:lnTo>
                    <a:pt x="3068" y="1218"/>
                  </a:lnTo>
                  <a:lnTo>
                    <a:pt x="3068" y="508"/>
                  </a:lnTo>
                  <a:lnTo>
                    <a:pt x="3043" y="406"/>
                  </a:lnTo>
                  <a:lnTo>
                    <a:pt x="3017" y="305"/>
                  </a:lnTo>
                  <a:lnTo>
                    <a:pt x="2967" y="229"/>
                  </a:lnTo>
                  <a:lnTo>
                    <a:pt x="2916" y="153"/>
                  </a:lnTo>
                  <a:lnTo>
                    <a:pt x="2840" y="102"/>
                  </a:lnTo>
                  <a:lnTo>
                    <a:pt x="2764" y="51"/>
                  </a:lnTo>
                  <a:lnTo>
                    <a:pt x="2662" y="26"/>
                  </a:lnTo>
                  <a:lnTo>
                    <a:pt x="2561" y="1"/>
                  </a:lnTo>
                  <a:close/>
                </a:path>
              </a:pathLst>
            </a:custGeom>
            <a:solidFill>
              <a:srgbClr val="E5E5E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3" name="Google Shape;7673;p37"/>
            <p:cNvSpPr/>
            <p:nvPr/>
          </p:nvSpPr>
          <p:spPr>
            <a:xfrm>
              <a:off x="3262400" y="2258150"/>
              <a:ext cx="83075" cy="24750"/>
            </a:xfrm>
            <a:custGeom>
              <a:avLst/>
              <a:gdLst/>
              <a:ahLst/>
              <a:cxnLst/>
              <a:rect l="l" t="t" r="r" b="b"/>
              <a:pathLst>
                <a:path w="3323" h="990" extrusionOk="0">
                  <a:moveTo>
                    <a:pt x="1" y="1"/>
                  </a:moveTo>
                  <a:lnTo>
                    <a:pt x="1" y="990"/>
                  </a:lnTo>
                  <a:lnTo>
                    <a:pt x="3322" y="990"/>
                  </a:lnTo>
                  <a:lnTo>
                    <a:pt x="332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4" name="Google Shape;7674;p37"/>
            <p:cNvSpPr/>
            <p:nvPr/>
          </p:nvSpPr>
          <p:spPr>
            <a:xfrm>
              <a:off x="3550175" y="2258150"/>
              <a:ext cx="83075" cy="24750"/>
            </a:xfrm>
            <a:custGeom>
              <a:avLst/>
              <a:gdLst/>
              <a:ahLst/>
              <a:cxnLst/>
              <a:rect l="l" t="t" r="r" b="b"/>
              <a:pathLst>
                <a:path w="3323" h="990" extrusionOk="0">
                  <a:moveTo>
                    <a:pt x="1" y="1"/>
                  </a:moveTo>
                  <a:lnTo>
                    <a:pt x="1" y="990"/>
                  </a:lnTo>
                  <a:lnTo>
                    <a:pt x="3322" y="990"/>
                  </a:lnTo>
                  <a:lnTo>
                    <a:pt x="332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75" name="Google Shape;7675;p37"/>
          <p:cNvGrpSpPr/>
          <p:nvPr/>
        </p:nvGrpSpPr>
        <p:grpSpPr>
          <a:xfrm>
            <a:off x="-76200" y="2538725"/>
            <a:ext cx="908400" cy="2505550"/>
            <a:chOff x="16129525" y="2597825"/>
            <a:chExt cx="908400" cy="2505550"/>
          </a:xfrm>
        </p:grpSpPr>
        <p:sp>
          <p:nvSpPr>
            <p:cNvPr id="7676" name="Google Shape;7676;p37"/>
            <p:cNvSpPr/>
            <p:nvPr/>
          </p:nvSpPr>
          <p:spPr>
            <a:xfrm>
              <a:off x="16129525" y="4968075"/>
              <a:ext cx="908400" cy="135300"/>
            </a:xfrm>
            <a:prstGeom prst="ellipse">
              <a:avLst/>
            </a:pr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7" name="Google Shape;7677;p37"/>
            <p:cNvSpPr/>
            <p:nvPr/>
          </p:nvSpPr>
          <p:spPr>
            <a:xfrm>
              <a:off x="16140225" y="3564750"/>
              <a:ext cx="180425" cy="696325"/>
            </a:xfrm>
            <a:custGeom>
              <a:avLst/>
              <a:gdLst/>
              <a:ahLst/>
              <a:cxnLst/>
              <a:rect l="l" t="t" r="r" b="b"/>
              <a:pathLst>
                <a:path w="7217" h="27853" extrusionOk="0">
                  <a:moveTo>
                    <a:pt x="0" y="1"/>
                  </a:moveTo>
                  <a:lnTo>
                    <a:pt x="130" y="3112"/>
                  </a:lnTo>
                  <a:lnTo>
                    <a:pt x="216" y="6526"/>
                  </a:lnTo>
                  <a:lnTo>
                    <a:pt x="367" y="13916"/>
                  </a:lnTo>
                  <a:lnTo>
                    <a:pt x="540" y="21306"/>
                  </a:lnTo>
                  <a:lnTo>
                    <a:pt x="627" y="24741"/>
                  </a:lnTo>
                  <a:lnTo>
                    <a:pt x="756" y="27853"/>
                  </a:lnTo>
                  <a:lnTo>
                    <a:pt x="6180" y="27853"/>
                  </a:lnTo>
                  <a:lnTo>
                    <a:pt x="6309" y="24741"/>
                  </a:lnTo>
                  <a:lnTo>
                    <a:pt x="6439" y="21306"/>
                  </a:lnTo>
                  <a:lnTo>
                    <a:pt x="6698" y="13916"/>
                  </a:lnTo>
                  <a:lnTo>
                    <a:pt x="6958" y="6526"/>
                  </a:lnTo>
                  <a:lnTo>
                    <a:pt x="7087" y="3112"/>
                  </a:lnTo>
                  <a:lnTo>
                    <a:pt x="721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8" name="Google Shape;7678;p37"/>
            <p:cNvSpPr/>
            <p:nvPr/>
          </p:nvSpPr>
          <p:spPr>
            <a:xfrm>
              <a:off x="16824625" y="3564750"/>
              <a:ext cx="180450" cy="696325"/>
            </a:xfrm>
            <a:custGeom>
              <a:avLst/>
              <a:gdLst/>
              <a:ahLst/>
              <a:cxnLst/>
              <a:rect l="l" t="t" r="r" b="b"/>
              <a:pathLst>
                <a:path w="7218" h="27853" extrusionOk="0">
                  <a:moveTo>
                    <a:pt x="1" y="1"/>
                  </a:moveTo>
                  <a:lnTo>
                    <a:pt x="130" y="3112"/>
                  </a:lnTo>
                  <a:lnTo>
                    <a:pt x="260" y="6526"/>
                  </a:lnTo>
                  <a:lnTo>
                    <a:pt x="519" y="13916"/>
                  </a:lnTo>
                  <a:lnTo>
                    <a:pt x="779" y="21306"/>
                  </a:lnTo>
                  <a:lnTo>
                    <a:pt x="908" y="24741"/>
                  </a:lnTo>
                  <a:lnTo>
                    <a:pt x="1038" y="27853"/>
                  </a:lnTo>
                  <a:lnTo>
                    <a:pt x="6483" y="27853"/>
                  </a:lnTo>
                  <a:lnTo>
                    <a:pt x="6591" y="24741"/>
                  </a:lnTo>
                  <a:lnTo>
                    <a:pt x="6699" y="21306"/>
                  </a:lnTo>
                  <a:lnTo>
                    <a:pt x="6850" y="13916"/>
                  </a:lnTo>
                  <a:lnTo>
                    <a:pt x="7002" y="6526"/>
                  </a:lnTo>
                  <a:lnTo>
                    <a:pt x="7110" y="3112"/>
                  </a:lnTo>
                  <a:lnTo>
                    <a:pt x="721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9" name="Google Shape;7679;p37"/>
            <p:cNvSpPr/>
            <p:nvPr/>
          </p:nvSpPr>
          <p:spPr>
            <a:xfrm>
              <a:off x="16228275" y="3067250"/>
              <a:ext cx="244725" cy="485100"/>
            </a:xfrm>
            <a:custGeom>
              <a:avLst/>
              <a:gdLst/>
              <a:ahLst/>
              <a:cxnLst/>
              <a:rect l="l" t="t" r="r" b="b"/>
              <a:pathLst>
                <a:path w="9789" h="19404" extrusionOk="0">
                  <a:moveTo>
                    <a:pt x="6331" y="0"/>
                  </a:moveTo>
                  <a:lnTo>
                    <a:pt x="6201" y="22"/>
                  </a:lnTo>
                  <a:lnTo>
                    <a:pt x="6072" y="65"/>
                  </a:lnTo>
                  <a:lnTo>
                    <a:pt x="5942" y="108"/>
                  </a:lnTo>
                  <a:lnTo>
                    <a:pt x="5812" y="173"/>
                  </a:lnTo>
                  <a:lnTo>
                    <a:pt x="5683" y="259"/>
                  </a:lnTo>
                  <a:lnTo>
                    <a:pt x="5553" y="346"/>
                  </a:lnTo>
                  <a:lnTo>
                    <a:pt x="5316" y="584"/>
                  </a:lnTo>
                  <a:lnTo>
                    <a:pt x="5078" y="864"/>
                  </a:lnTo>
                  <a:lnTo>
                    <a:pt x="4840" y="1189"/>
                  </a:lnTo>
                  <a:lnTo>
                    <a:pt x="4624" y="1556"/>
                  </a:lnTo>
                  <a:lnTo>
                    <a:pt x="4430" y="1966"/>
                  </a:lnTo>
                  <a:lnTo>
                    <a:pt x="4235" y="2399"/>
                  </a:lnTo>
                  <a:lnTo>
                    <a:pt x="4062" y="2874"/>
                  </a:lnTo>
                  <a:lnTo>
                    <a:pt x="3911" y="3349"/>
                  </a:lnTo>
                  <a:lnTo>
                    <a:pt x="3760" y="3868"/>
                  </a:lnTo>
                  <a:lnTo>
                    <a:pt x="3652" y="4387"/>
                  </a:lnTo>
                  <a:lnTo>
                    <a:pt x="3544" y="4905"/>
                  </a:lnTo>
                  <a:lnTo>
                    <a:pt x="3457" y="5424"/>
                  </a:lnTo>
                  <a:lnTo>
                    <a:pt x="3392" y="5964"/>
                  </a:lnTo>
                  <a:lnTo>
                    <a:pt x="3349" y="6223"/>
                  </a:lnTo>
                  <a:lnTo>
                    <a:pt x="3284" y="6526"/>
                  </a:lnTo>
                  <a:lnTo>
                    <a:pt x="3220" y="6828"/>
                  </a:lnTo>
                  <a:lnTo>
                    <a:pt x="3112" y="7152"/>
                  </a:lnTo>
                  <a:lnTo>
                    <a:pt x="2874" y="7822"/>
                  </a:lnTo>
                  <a:lnTo>
                    <a:pt x="2571" y="8535"/>
                  </a:lnTo>
                  <a:lnTo>
                    <a:pt x="1902" y="10091"/>
                  </a:lnTo>
                  <a:lnTo>
                    <a:pt x="1188" y="11711"/>
                  </a:lnTo>
                  <a:lnTo>
                    <a:pt x="864" y="12533"/>
                  </a:lnTo>
                  <a:lnTo>
                    <a:pt x="562" y="13354"/>
                  </a:lnTo>
                  <a:lnTo>
                    <a:pt x="324" y="14153"/>
                  </a:lnTo>
                  <a:lnTo>
                    <a:pt x="216" y="14542"/>
                  </a:lnTo>
                  <a:lnTo>
                    <a:pt x="130" y="14909"/>
                  </a:lnTo>
                  <a:lnTo>
                    <a:pt x="65" y="15298"/>
                  </a:lnTo>
                  <a:lnTo>
                    <a:pt x="22" y="15644"/>
                  </a:lnTo>
                  <a:lnTo>
                    <a:pt x="0" y="16011"/>
                  </a:lnTo>
                  <a:lnTo>
                    <a:pt x="0" y="16357"/>
                  </a:lnTo>
                  <a:lnTo>
                    <a:pt x="43" y="16681"/>
                  </a:lnTo>
                  <a:lnTo>
                    <a:pt x="87" y="17005"/>
                  </a:lnTo>
                  <a:lnTo>
                    <a:pt x="173" y="17286"/>
                  </a:lnTo>
                  <a:lnTo>
                    <a:pt x="303" y="17589"/>
                  </a:lnTo>
                  <a:lnTo>
                    <a:pt x="454" y="17848"/>
                  </a:lnTo>
                  <a:lnTo>
                    <a:pt x="627" y="18086"/>
                  </a:lnTo>
                  <a:lnTo>
                    <a:pt x="821" y="18302"/>
                  </a:lnTo>
                  <a:lnTo>
                    <a:pt x="1059" y="18496"/>
                  </a:lnTo>
                  <a:lnTo>
                    <a:pt x="1297" y="18669"/>
                  </a:lnTo>
                  <a:lnTo>
                    <a:pt x="1577" y="18820"/>
                  </a:lnTo>
                  <a:lnTo>
                    <a:pt x="1858" y="18950"/>
                  </a:lnTo>
                  <a:lnTo>
                    <a:pt x="2161" y="19058"/>
                  </a:lnTo>
                  <a:lnTo>
                    <a:pt x="2485" y="19166"/>
                  </a:lnTo>
                  <a:lnTo>
                    <a:pt x="2809" y="19231"/>
                  </a:lnTo>
                  <a:lnTo>
                    <a:pt x="3155" y="19296"/>
                  </a:lnTo>
                  <a:lnTo>
                    <a:pt x="3500" y="19339"/>
                  </a:lnTo>
                  <a:lnTo>
                    <a:pt x="3868" y="19382"/>
                  </a:lnTo>
                  <a:lnTo>
                    <a:pt x="4214" y="19404"/>
                  </a:lnTo>
                  <a:lnTo>
                    <a:pt x="4948" y="19404"/>
                  </a:lnTo>
                  <a:lnTo>
                    <a:pt x="5683" y="19339"/>
                  </a:lnTo>
                  <a:lnTo>
                    <a:pt x="6396" y="19253"/>
                  </a:lnTo>
                  <a:lnTo>
                    <a:pt x="7066" y="19144"/>
                  </a:lnTo>
                  <a:lnTo>
                    <a:pt x="7692" y="18993"/>
                  </a:lnTo>
                  <a:lnTo>
                    <a:pt x="8254" y="18842"/>
                  </a:lnTo>
                  <a:lnTo>
                    <a:pt x="8751" y="18669"/>
                  </a:lnTo>
                  <a:lnTo>
                    <a:pt x="9140" y="18475"/>
                  </a:lnTo>
                  <a:lnTo>
                    <a:pt x="9291" y="18388"/>
                  </a:lnTo>
                  <a:lnTo>
                    <a:pt x="9399" y="18302"/>
                  </a:lnTo>
                  <a:lnTo>
                    <a:pt x="9464" y="18237"/>
                  </a:lnTo>
                  <a:lnTo>
                    <a:pt x="9507" y="18172"/>
                  </a:lnTo>
                  <a:lnTo>
                    <a:pt x="9594" y="17934"/>
                  </a:lnTo>
                  <a:lnTo>
                    <a:pt x="9659" y="17632"/>
                  </a:lnTo>
                  <a:lnTo>
                    <a:pt x="9702" y="17243"/>
                  </a:lnTo>
                  <a:lnTo>
                    <a:pt x="9745" y="16789"/>
                  </a:lnTo>
                  <a:lnTo>
                    <a:pt x="9767" y="16249"/>
                  </a:lnTo>
                  <a:lnTo>
                    <a:pt x="9788" y="15666"/>
                  </a:lnTo>
                  <a:lnTo>
                    <a:pt x="9767" y="15039"/>
                  </a:lnTo>
                  <a:lnTo>
                    <a:pt x="9723" y="13613"/>
                  </a:lnTo>
                  <a:lnTo>
                    <a:pt x="9615" y="12057"/>
                  </a:lnTo>
                  <a:lnTo>
                    <a:pt x="9464" y="10437"/>
                  </a:lnTo>
                  <a:lnTo>
                    <a:pt x="9270" y="8751"/>
                  </a:lnTo>
                  <a:lnTo>
                    <a:pt x="9032" y="7087"/>
                  </a:lnTo>
                  <a:lnTo>
                    <a:pt x="8881" y="6288"/>
                  </a:lnTo>
                  <a:lnTo>
                    <a:pt x="8751" y="5489"/>
                  </a:lnTo>
                  <a:lnTo>
                    <a:pt x="8578" y="4732"/>
                  </a:lnTo>
                  <a:lnTo>
                    <a:pt x="8427" y="3998"/>
                  </a:lnTo>
                  <a:lnTo>
                    <a:pt x="8254" y="3306"/>
                  </a:lnTo>
                  <a:lnTo>
                    <a:pt x="8060" y="2680"/>
                  </a:lnTo>
                  <a:lnTo>
                    <a:pt x="7865" y="2096"/>
                  </a:lnTo>
                  <a:lnTo>
                    <a:pt x="7671" y="1556"/>
                  </a:lnTo>
                  <a:lnTo>
                    <a:pt x="7476" y="1102"/>
                  </a:lnTo>
                  <a:lnTo>
                    <a:pt x="7260" y="713"/>
                  </a:lnTo>
                  <a:lnTo>
                    <a:pt x="7152" y="540"/>
                  </a:lnTo>
                  <a:lnTo>
                    <a:pt x="7023" y="411"/>
                  </a:lnTo>
                  <a:lnTo>
                    <a:pt x="6914" y="281"/>
                  </a:lnTo>
                  <a:lnTo>
                    <a:pt x="6806" y="173"/>
                  </a:lnTo>
                  <a:lnTo>
                    <a:pt x="6698" y="108"/>
                  </a:lnTo>
                  <a:lnTo>
                    <a:pt x="6569" y="43"/>
                  </a:lnTo>
                  <a:lnTo>
                    <a:pt x="6461" y="22"/>
                  </a:lnTo>
                  <a:lnTo>
                    <a:pt x="63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0" name="Google Shape;7680;p37"/>
            <p:cNvSpPr/>
            <p:nvPr/>
          </p:nvSpPr>
          <p:spPr>
            <a:xfrm>
              <a:off x="16228275" y="3067250"/>
              <a:ext cx="244725" cy="485100"/>
            </a:xfrm>
            <a:custGeom>
              <a:avLst/>
              <a:gdLst/>
              <a:ahLst/>
              <a:cxnLst/>
              <a:rect l="l" t="t" r="r" b="b"/>
              <a:pathLst>
                <a:path w="9789" h="19404" fill="none" extrusionOk="0">
                  <a:moveTo>
                    <a:pt x="6331" y="0"/>
                  </a:moveTo>
                  <a:lnTo>
                    <a:pt x="6331" y="0"/>
                  </a:lnTo>
                  <a:lnTo>
                    <a:pt x="6201" y="22"/>
                  </a:lnTo>
                  <a:lnTo>
                    <a:pt x="6072" y="65"/>
                  </a:lnTo>
                  <a:lnTo>
                    <a:pt x="5942" y="108"/>
                  </a:lnTo>
                  <a:lnTo>
                    <a:pt x="5812" y="173"/>
                  </a:lnTo>
                  <a:lnTo>
                    <a:pt x="5683" y="259"/>
                  </a:lnTo>
                  <a:lnTo>
                    <a:pt x="5553" y="346"/>
                  </a:lnTo>
                  <a:lnTo>
                    <a:pt x="5316" y="584"/>
                  </a:lnTo>
                  <a:lnTo>
                    <a:pt x="5078" y="864"/>
                  </a:lnTo>
                  <a:lnTo>
                    <a:pt x="4840" y="1189"/>
                  </a:lnTo>
                  <a:lnTo>
                    <a:pt x="4624" y="1556"/>
                  </a:lnTo>
                  <a:lnTo>
                    <a:pt x="4430" y="1966"/>
                  </a:lnTo>
                  <a:lnTo>
                    <a:pt x="4235" y="2399"/>
                  </a:lnTo>
                  <a:lnTo>
                    <a:pt x="4062" y="2874"/>
                  </a:lnTo>
                  <a:lnTo>
                    <a:pt x="3911" y="3349"/>
                  </a:lnTo>
                  <a:lnTo>
                    <a:pt x="3760" y="3868"/>
                  </a:lnTo>
                  <a:lnTo>
                    <a:pt x="3652" y="4387"/>
                  </a:lnTo>
                  <a:lnTo>
                    <a:pt x="3544" y="4905"/>
                  </a:lnTo>
                  <a:lnTo>
                    <a:pt x="3457" y="5424"/>
                  </a:lnTo>
                  <a:lnTo>
                    <a:pt x="3392" y="5964"/>
                  </a:lnTo>
                  <a:lnTo>
                    <a:pt x="3392" y="5964"/>
                  </a:lnTo>
                  <a:lnTo>
                    <a:pt x="3349" y="6223"/>
                  </a:lnTo>
                  <a:lnTo>
                    <a:pt x="3284" y="6526"/>
                  </a:lnTo>
                  <a:lnTo>
                    <a:pt x="3220" y="6828"/>
                  </a:lnTo>
                  <a:lnTo>
                    <a:pt x="3112" y="7152"/>
                  </a:lnTo>
                  <a:lnTo>
                    <a:pt x="2874" y="7822"/>
                  </a:lnTo>
                  <a:lnTo>
                    <a:pt x="2571" y="8535"/>
                  </a:lnTo>
                  <a:lnTo>
                    <a:pt x="1902" y="10091"/>
                  </a:lnTo>
                  <a:lnTo>
                    <a:pt x="1188" y="11711"/>
                  </a:lnTo>
                  <a:lnTo>
                    <a:pt x="864" y="12533"/>
                  </a:lnTo>
                  <a:lnTo>
                    <a:pt x="562" y="13354"/>
                  </a:lnTo>
                  <a:lnTo>
                    <a:pt x="324" y="14153"/>
                  </a:lnTo>
                  <a:lnTo>
                    <a:pt x="216" y="14542"/>
                  </a:lnTo>
                  <a:lnTo>
                    <a:pt x="130" y="14909"/>
                  </a:lnTo>
                  <a:lnTo>
                    <a:pt x="65" y="15298"/>
                  </a:lnTo>
                  <a:lnTo>
                    <a:pt x="22" y="15644"/>
                  </a:lnTo>
                  <a:lnTo>
                    <a:pt x="0" y="16011"/>
                  </a:lnTo>
                  <a:lnTo>
                    <a:pt x="0" y="16357"/>
                  </a:lnTo>
                  <a:lnTo>
                    <a:pt x="43" y="16681"/>
                  </a:lnTo>
                  <a:lnTo>
                    <a:pt x="87" y="17005"/>
                  </a:lnTo>
                  <a:lnTo>
                    <a:pt x="173" y="17286"/>
                  </a:lnTo>
                  <a:lnTo>
                    <a:pt x="303" y="17589"/>
                  </a:lnTo>
                  <a:lnTo>
                    <a:pt x="303" y="17589"/>
                  </a:lnTo>
                  <a:lnTo>
                    <a:pt x="454" y="17848"/>
                  </a:lnTo>
                  <a:lnTo>
                    <a:pt x="627" y="18086"/>
                  </a:lnTo>
                  <a:lnTo>
                    <a:pt x="821" y="18302"/>
                  </a:lnTo>
                  <a:lnTo>
                    <a:pt x="1059" y="18496"/>
                  </a:lnTo>
                  <a:lnTo>
                    <a:pt x="1297" y="18669"/>
                  </a:lnTo>
                  <a:lnTo>
                    <a:pt x="1577" y="18820"/>
                  </a:lnTo>
                  <a:lnTo>
                    <a:pt x="1858" y="18950"/>
                  </a:lnTo>
                  <a:lnTo>
                    <a:pt x="2161" y="19058"/>
                  </a:lnTo>
                  <a:lnTo>
                    <a:pt x="2485" y="19166"/>
                  </a:lnTo>
                  <a:lnTo>
                    <a:pt x="2809" y="19231"/>
                  </a:lnTo>
                  <a:lnTo>
                    <a:pt x="3155" y="19296"/>
                  </a:lnTo>
                  <a:lnTo>
                    <a:pt x="3500" y="19339"/>
                  </a:lnTo>
                  <a:lnTo>
                    <a:pt x="3868" y="19382"/>
                  </a:lnTo>
                  <a:lnTo>
                    <a:pt x="4214" y="19404"/>
                  </a:lnTo>
                  <a:lnTo>
                    <a:pt x="4948" y="19404"/>
                  </a:lnTo>
                  <a:lnTo>
                    <a:pt x="5683" y="19339"/>
                  </a:lnTo>
                  <a:lnTo>
                    <a:pt x="6396" y="19253"/>
                  </a:lnTo>
                  <a:lnTo>
                    <a:pt x="7066" y="19144"/>
                  </a:lnTo>
                  <a:lnTo>
                    <a:pt x="7692" y="18993"/>
                  </a:lnTo>
                  <a:lnTo>
                    <a:pt x="8254" y="18842"/>
                  </a:lnTo>
                  <a:lnTo>
                    <a:pt x="8751" y="18669"/>
                  </a:lnTo>
                  <a:lnTo>
                    <a:pt x="9140" y="18475"/>
                  </a:lnTo>
                  <a:lnTo>
                    <a:pt x="9291" y="18388"/>
                  </a:lnTo>
                  <a:lnTo>
                    <a:pt x="9399" y="18302"/>
                  </a:lnTo>
                  <a:lnTo>
                    <a:pt x="9399" y="18302"/>
                  </a:lnTo>
                  <a:lnTo>
                    <a:pt x="9464" y="18237"/>
                  </a:lnTo>
                  <a:lnTo>
                    <a:pt x="9507" y="18172"/>
                  </a:lnTo>
                  <a:lnTo>
                    <a:pt x="9594" y="17934"/>
                  </a:lnTo>
                  <a:lnTo>
                    <a:pt x="9659" y="17632"/>
                  </a:lnTo>
                  <a:lnTo>
                    <a:pt x="9702" y="17243"/>
                  </a:lnTo>
                  <a:lnTo>
                    <a:pt x="9745" y="16789"/>
                  </a:lnTo>
                  <a:lnTo>
                    <a:pt x="9767" y="16249"/>
                  </a:lnTo>
                  <a:lnTo>
                    <a:pt x="9788" y="15666"/>
                  </a:lnTo>
                  <a:lnTo>
                    <a:pt x="9767" y="15039"/>
                  </a:lnTo>
                  <a:lnTo>
                    <a:pt x="9723" y="13613"/>
                  </a:lnTo>
                  <a:lnTo>
                    <a:pt x="9615" y="12057"/>
                  </a:lnTo>
                  <a:lnTo>
                    <a:pt x="9464" y="10437"/>
                  </a:lnTo>
                  <a:lnTo>
                    <a:pt x="9270" y="8751"/>
                  </a:lnTo>
                  <a:lnTo>
                    <a:pt x="9032" y="7087"/>
                  </a:lnTo>
                  <a:lnTo>
                    <a:pt x="8881" y="6288"/>
                  </a:lnTo>
                  <a:lnTo>
                    <a:pt x="8751" y="5489"/>
                  </a:lnTo>
                  <a:lnTo>
                    <a:pt x="8578" y="4732"/>
                  </a:lnTo>
                  <a:lnTo>
                    <a:pt x="8427" y="3998"/>
                  </a:lnTo>
                  <a:lnTo>
                    <a:pt x="8254" y="3306"/>
                  </a:lnTo>
                  <a:lnTo>
                    <a:pt x="8060" y="2680"/>
                  </a:lnTo>
                  <a:lnTo>
                    <a:pt x="7865" y="2096"/>
                  </a:lnTo>
                  <a:lnTo>
                    <a:pt x="7671" y="1556"/>
                  </a:lnTo>
                  <a:lnTo>
                    <a:pt x="7476" y="1102"/>
                  </a:lnTo>
                  <a:lnTo>
                    <a:pt x="7260" y="713"/>
                  </a:lnTo>
                  <a:lnTo>
                    <a:pt x="7152" y="540"/>
                  </a:lnTo>
                  <a:lnTo>
                    <a:pt x="7023" y="411"/>
                  </a:lnTo>
                  <a:lnTo>
                    <a:pt x="6914" y="281"/>
                  </a:lnTo>
                  <a:lnTo>
                    <a:pt x="6806" y="173"/>
                  </a:lnTo>
                  <a:lnTo>
                    <a:pt x="6698" y="108"/>
                  </a:lnTo>
                  <a:lnTo>
                    <a:pt x="6569" y="43"/>
                  </a:lnTo>
                  <a:lnTo>
                    <a:pt x="6461" y="22"/>
                  </a:lnTo>
                  <a:lnTo>
                    <a:pt x="633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1" name="Google Shape;7681;p37"/>
            <p:cNvSpPr/>
            <p:nvPr/>
          </p:nvSpPr>
          <p:spPr>
            <a:xfrm>
              <a:off x="16682025" y="3067775"/>
              <a:ext cx="244175" cy="484575"/>
            </a:xfrm>
            <a:custGeom>
              <a:avLst/>
              <a:gdLst/>
              <a:ahLst/>
              <a:cxnLst/>
              <a:rect l="l" t="t" r="r" b="b"/>
              <a:pathLst>
                <a:path w="9767" h="19383" extrusionOk="0">
                  <a:moveTo>
                    <a:pt x="3350" y="1"/>
                  </a:moveTo>
                  <a:lnTo>
                    <a:pt x="3220" y="44"/>
                  </a:lnTo>
                  <a:lnTo>
                    <a:pt x="3112" y="87"/>
                  </a:lnTo>
                  <a:lnTo>
                    <a:pt x="2982" y="174"/>
                  </a:lnTo>
                  <a:lnTo>
                    <a:pt x="2874" y="260"/>
                  </a:lnTo>
                  <a:lnTo>
                    <a:pt x="2766" y="390"/>
                  </a:lnTo>
                  <a:lnTo>
                    <a:pt x="2658" y="541"/>
                  </a:lnTo>
                  <a:lnTo>
                    <a:pt x="2528" y="692"/>
                  </a:lnTo>
                  <a:lnTo>
                    <a:pt x="2334" y="1081"/>
                  </a:lnTo>
                  <a:lnTo>
                    <a:pt x="2118" y="1557"/>
                  </a:lnTo>
                  <a:lnTo>
                    <a:pt x="1923" y="2075"/>
                  </a:lnTo>
                  <a:lnTo>
                    <a:pt x="1729" y="2659"/>
                  </a:lnTo>
                  <a:lnTo>
                    <a:pt x="1534" y="3307"/>
                  </a:lnTo>
                  <a:lnTo>
                    <a:pt x="1362" y="3977"/>
                  </a:lnTo>
                  <a:lnTo>
                    <a:pt x="1210" y="4711"/>
                  </a:lnTo>
                  <a:lnTo>
                    <a:pt x="1038" y="5468"/>
                  </a:lnTo>
                  <a:lnTo>
                    <a:pt x="886" y="6267"/>
                  </a:lnTo>
                  <a:lnTo>
                    <a:pt x="757" y="7066"/>
                  </a:lnTo>
                  <a:lnTo>
                    <a:pt x="519" y="8730"/>
                  </a:lnTo>
                  <a:lnTo>
                    <a:pt x="303" y="10416"/>
                  </a:lnTo>
                  <a:lnTo>
                    <a:pt x="152" y="12058"/>
                  </a:lnTo>
                  <a:lnTo>
                    <a:pt x="44" y="13614"/>
                  </a:lnTo>
                  <a:lnTo>
                    <a:pt x="0" y="15018"/>
                  </a:lnTo>
                  <a:lnTo>
                    <a:pt x="0" y="15666"/>
                  </a:lnTo>
                  <a:lnTo>
                    <a:pt x="0" y="16250"/>
                  </a:lnTo>
                  <a:lnTo>
                    <a:pt x="22" y="16768"/>
                  </a:lnTo>
                  <a:lnTo>
                    <a:pt x="65" y="17222"/>
                  </a:lnTo>
                  <a:lnTo>
                    <a:pt x="108" y="17611"/>
                  </a:lnTo>
                  <a:lnTo>
                    <a:pt x="173" y="17935"/>
                  </a:lnTo>
                  <a:lnTo>
                    <a:pt x="260" y="18151"/>
                  </a:lnTo>
                  <a:lnTo>
                    <a:pt x="303" y="18238"/>
                  </a:lnTo>
                  <a:lnTo>
                    <a:pt x="368" y="18281"/>
                  </a:lnTo>
                  <a:lnTo>
                    <a:pt x="476" y="18367"/>
                  </a:lnTo>
                  <a:lnTo>
                    <a:pt x="649" y="18475"/>
                  </a:lnTo>
                  <a:lnTo>
                    <a:pt x="1016" y="18648"/>
                  </a:lnTo>
                  <a:lnTo>
                    <a:pt x="1513" y="18821"/>
                  </a:lnTo>
                  <a:lnTo>
                    <a:pt x="2075" y="18994"/>
                  </a:lnTo>
                  <a:lnTo>
                    <a:pt x="2701" y="19123"/>
                  </a:lnTo>
                  <a:lnTo>
                    <a:pt x="3371" y="19253"/>
                  </a:lnTo>
                  <a:lnTo>
                    <a:pt x="4084" y="19340"/>
                  </a:lnTo>
                  <a:lnTo>
                    <a:pt x="4819" y="19383"/>
                  </a:lnTo>
                  <a:lnTo>
                    <a:pt x="5532" y="19383"/>
                  </a:lnTo>
                  <a:lnTo>
                    <a:pt x="5899" y="19361"/>
                  </a:lnTo>
                  <a:lnTo>
                    <a:pt x="6267" y="19340"/>
                  </a:lnTo>
                  <a:lnTo>
                    <a:pt x="6612" y="19296"/>
                  </a:lnTo>
                  <a:lnTo>
                    <a:pt x="6958" y="19232"/>
                  </a:lnTo>
                  <a:lnTo>
                    <a:pt x="7282" y="19145"/>
                  </a:lnTo>
                  <a:lnTo>
                    <a:pt x="7606" y="19059"/>
                  </a:lnTo>
                  <a:lnTo>
                    <a:pt x="7909" y="18951"/>
                  </a:lnTo>
                  <a:lnTo>
                    <a:pt x="8190" y="18821"/>
                  </a:lnTo>
                  <a:lnTo>
                    <a:pt x="8471" y="18670"/>
                  </a:lnTo>
                  <a:lnTo>
                    <a:pt x="8708" y="18497"/>
                  </a:lnTo>
                  <a:lnTo>
                    <a:pt x="8946" y="18302"/>
                  </a:lnTo>
                  <a:lnTo>
                    <a:pt x="9140" y="18086"/>
                  </a:lnTo>
                  <a:lnTo>
                    <a:pt x="9335" y="17849"/>
                  </a:lnTo>
                  <a:lnTo>
                    <a:pt x="9464" y="17568"/>
                  </a:lnTo>
                  <a:lnTo>
                    <a:pt x="9594" y="17287"/>
                  </a:lnTo>
                  <a:lnTo>
                    <a:pt x="9681" y="16984"/>
                  </a:lnTo>
                  <a:lnTo>
                    <a:pt x="9745" y="16682"/>
                  </a:lnTo>
                  <a:lnTo>
                    <a:pt x="9767" y="16358"/>
                  </a:lnTo>
                  <a:lnTo>
                    <a:pt x="9767" y="16012"/>
                  </a:lnTo>
                  <a:lnTo>
                    <a:pt x="9745" y="15645"/>
                  </a:lnTo>
                  <a:lnTo>
                    <a:pt x="9702" y="15277"/>
                  </a:lnTo>
                  <a:lnTo>
                    <a:pt x="9637" y="14910"/>
                  </a:lnTo>
                  <a:lnTo>
                    <a:pt x="9551" y="14521"/>
                  </a:lnTo>
                  <a:lnTo>
                    <a:pt x="9464" y="14132"/>
                  </a:lnTo>
                  <a:lnTo>
                    <a:pt x="9205" y="13354"/>
                  </a:lnTo>
                  <a:lnTo>
                    <a:pt x="8903" y="12533"/>
                  </a:lnTo>
                  <a:lnTo>
                    <a:pt x="8579" y="11712"/>
                  </a:lnTo>
                  <a:lnTo>
                    <a:pt x="7865" y="10092"/>
                  </a:lnTo>
                  <a:lnTo>
                    <a:pt x="7196" y="8536"/>
                  </a:lnTo>
                  <a:lnTo>
                    <a:pt x="6915" y="7823"/>
                  </a:lnTo>
                  <a:lnTo>
                    <a:pt x="6677" y="7131"/>
                  </a:lnTo>
                  <a:lnTo>
                    <a:pt x="6569" y="6807"/>
                  </a:lnTo>
                  <a:lnTo>
                    <a:pt x="6504" y="6505"/>
                  </a:lnTo>
                  <a:lnTo>
                    <a:pt x="6439" y="6224"/>
                  </a:lnTo>
                  <a:lnTo>
                    <a:pt x="6396" y="5943"/>
                  </a:lnTo>
                  <a:lnTo>
                    <a:pt x="6331" y="5424"/>
                  </a:lnTo>
                  <a:lnTo>
                    <a:pt x="6245" y="4906"/>
                  </a:lnTo>
                  <a:lnTo>
                    <a:pt x="6137" y="4366"/>
                  </a:lnTo>
                  <a:lnTo>
                    <a:pt x="6029" y="3847"/>
                  </a:lnTo>
                  <a:lnTo>
                    <a:pt x="5878" y="3350"/>
                  </a:lnTo>
                  <a:lnTo>
                    <a:pt x="5726" y="2853"/>
                  </a:lnTo>
                  <a:lnTo>
                    <a:pt x="5553" y="2399"/>
                  </a:lnTo>
                  <a:lnTo>
                    <a:pt x="5359" y="1945"/>
                  </a:lnTo>
                  <a:lnTo>
                    <a:pt x="5165" y="1557"/>
                  </a:lnTo>
                  <a:lnTo>
                    <a:pt x="4948" y="1189"/>
                  </a:lnTo>
                  <a:lnTo>
                    <a:pt x="4711" y="843"/>
                  </a:lnTo>
                  <a:lnTo>
                    <a:pt x="4473" y="563"/>
                  </a:lnTo>
                  <a:lnTo>
                    <a:pt x="4235" y="347"/>
                  </a:lnTo>
                  <a:lnTo>
                    <a:pt x="4106" y="238"/>
                  </a:lnTo>
                  <a:lnTo>
                    <a:pt x="3976" y="152"/>
                  </a:lnTo>
                  <a:lnTo>
                    <a:pt x="3846" y="87"/>
                  </a:lnTo>
                  <a:lnTo>
                    <a:pt x="3717" y="44"/>
                  </a:lnTo>
                  <a:lnTo>
                    <a:pt x="3587" y="22"/>
                  </a:lnTo>
                  <a:lnTo>
                    <a:pt x="34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2" name="Google Shape;7682;p37"/>
            <p:cNvSpPr/>
            <p:nvPr/>
          </p:nvSpPr>
          <p:spPr>
            <a:xfrm>
              <a:off x="16682025" y="3067775"/>
              <a:ext cx="244175" cy="484575"/>
            </a:xfrm>
            <a:custGeom>
              <a:avLst/>
              <a:gdLst/>
              <a:ahLst/>
              <a:cxnLst/>
              <a:rect l="l" t="t" r="r" b="b"/>
              <a:pathLst>
                <a:path w="9767" h="19383" fill="none" extrusionOk="0">
                  <a:moveTo>
                    <a:pt x="3458" y="1"/>
                  </a:moveTo>
                  <a:lnTo>
                    <a:pt x="3458" y="1"/>
                  </a:lnTo>
                  <a:lnTo>
                    <a:pt x="3587" y="22"/>
                  </a:lnTo>
                  <a:lnTo>
                    <a:pt x="3717" y="44"/>
                  </a:lnTo>
                  <a:lnTo>
                    <a:pt x="3846" y="87"/>
                  </a:lnTo>
                  <a:lnTo>
                    <a:pt x="3976" y="152"/>
                  </a:lnTo>
                  <a:lnTo>
                    <a:pt x="4106" y="238"/>
                  </a:lnTo>
                  <a:lnTo>
                    <a:pt x="4235" y="347"/>
                  </a:lnTo>
                  <a:lnTo>
                    <a:pt x="4473" y="563"/>
                  </a:lnTo>
                  <a:lnTo>
                    <a:pt x="4711" y="843"/>
                  </a:lnTo>
                  <a:lnTo>
                    <a:pt x="4948" y="1189"/>
                  </a:lnTo>
                  <a:lnTo>
                    <a:pt x="5165" y="1557"/>
                  </a:lnTo>
                  <a:lnTo>
                    <a:pt x="5359" y="1945"/>
                  </a:lnTo>
                  <a:lnTo>
                    <a:pt x="5553" y="2399"/>
                  </a:lnTo>
                  <a:lnTo>
                    <a:pt x="5726" y="2853"/>
                  </a:lnTo>
                  <a:lnTo>
                    <a:pt x="5878" y="3350"/>
                  </a:lnTo>
                  <a:lnTo>
                    <a:pt x="6029" y="3847"/>
                  </a:lnTo>
                  <a:lnTo>
                    <a:pt x="6137" y="4366"/>
                  </a:lnTo>
                  <a:lnTo>
                    <a:pt x="6245" y="4906"/>
                  </a:lnTo>
                  <a:lnTo>
                    <a:pt x="6331" y="5424"/>
                  </a:lnTo>
                  <a:lnTo>
                    <a:pt x="6396" y="5943"/>
                  </a:lnTo>
                  <a:lnTo>
                    <a:pt x="6396" y="5943"/>
                  </a:lnTo>
                  <a:lnTo>
                    <a:pt x="6439" y="6224"/>
                  </a:lnTo>
                  <a:lnTo>
                    <a:pt x="6504" y="6505"/>
                  </a:lnTo>
                  <a:lnTo>
                    <a:pt x="6569" y="6807"/>
                  </a:lnTo>
                  <a:lnTo>
                    <a:pt x="6677" y="7131"/>
                  </a:lnTo>
                  <a:lnTo>
                    <a:pt x="6915" y="7823"/>
                  </a:lnTo>
                  <a:lnTo>
                    <a:pt x="7196" y="8536"/>
                  </a:lnTo>
                  <a:lnTo>
                    <a:pt x="7865" y="10092"/>
                  </a:lnTo>
                  <a:lnTo>
                    <a:pt x="8579" y="11712"/>
                  </a:lnTo>
                  <a:lnTo>
                    <a:pt x="8903" y="12533"/>
                  </a:lnTo>
                  <a:lnTo>
                    <a:pt x="9205" y="13354"/>
                  </a:lnTo>
                  <a:lnTo>
                    <a:pt x="9464" y="14132"/>
                  </a:lnTo>
                  <a:lnTo>
                    <a:pt x="9551" y="14521"/>
                  </a:lnTo>
                  <a:lnTo>
                    <a:pt x="9637" y="14910"/>
                  </a:lnTo>
                  <a:lnTo>
                    <a:pt x="9702" y="15277"/>
                  </a:lnTo>
                  <a:lnTo>
                    <a:pt x="9745" y="15645"/>
                  </a:lnTo>
                  <a:lnTo>
                    <a:pt x="9767" y="16012"/>
                  </a:lnTo>
                  <a:lnTo>
                    <a:pt x="9767" y="16358"/>
                  </a:lnTo>
                  <a:lnTo>
                    <a:pt x="9745" y="16682"/>
                  </a:lnTo>
                  <a:lnTo>
                    <a:pt x="9681" y="16984"/>
                  </a:lnTo>
                  <a:lnTo>
                    <a:pt x="9594" y="17287"/>
                  </a:lnTo>
                  <a:lnTo>
                    <a:pt x="9464" y="17568"/>
                  </a:lnTo>
                  <a:lnTo>
                    <a:pt x="9464" y="17568"/>
                  </a:lnTo>
                  <a:lnTo>
                    <a:pt x="9335" y="17849"/>
                  </a:lnTo>
                  <a:lnTo>
                    <a:pt x="9140" y="18086"/>
                  </a:lnTo>
                  <a:lnTo>
                    <a:pt x="8946" y="18302"/>
                  </a:lnTo>
                  <a:lnTo>
                    <a:pt x="8708" y="18497"/>
                  </a:lnTo>
                  <a:lnTo>
                    <a:pt x="8471" y="18670"/>
                  </a:lnTo>
                  <a:lnTo>
                    <a:pt x="8190" y="18821"/>
                  </a:lnTo>
                  <a:lnTo>
                    <a:pt x="7909" y="18951"/>
                  </a:lnTo>
                  <a:lnTo>
                    <a:pt x="7606" y="19059"/>
                  </a:lnTo>
                  <a:lnTo>
                    <a:pt x="7282" y="19145"/>
                  </a:lnTo>
                  <a:lnTo>
                    <a:pt x="6958" y="19232"/>
                  </a:lnTo>
                  <a:lnTo>
                    <a:pt x="6612" y="19296"/>
                  </a:lnTo>
                  <a:lnTo>
                    <a:pt x="6267" y="19340"/>
                  </a:lnTo>
                  <a:lnTo>
                    <a:pt x="5899" y="19361"/>
                  </a:lnTo>
                  <a:lnTo>
                    <a:pt x="5532" y="19383"/>
                  </a:lnTo>
                  <a:lnTo>
                    <a:pt x="4819" y="19383"/>
                  </a:lnTo>
                  <a:lnTo>
                    <a:pt x="4084" y="19340"/>
                  </a:lnTo>
                  <a:lnTo>
                    <a:pt x="3371" y="19253"/>
                  </a:lnTo>
                  <a:lnTo>
                    <a:pt x="2701" y="19123"/>
                  </a:lnTo>
                  <a:lnTo>
                    <a:pt x="2075" y="18994"/>
                  </a:lnTo>
                  <a:lnTo>
                    <a:pt x="1513" y="18821"/>
                  </a:lnTo>
                  <a:lnTo>
                    <a:pt x="1016" y="18648"/>
                  </a:lnTo>
                  <a:lnTo>
                    <a:pt x="649" y="18475"/>
                  </a:lnTo>
                  <a:lnTo>
                    <a:pt x="476" y="18367"/>
                  </a:lnTo>
                  <a:lnTo>
                    <a:pt x="368" y="18281"/>
                  </a:lnTo>
                  <a:lnTo>
                    <a:pt x="368" y="18281"/>
                  </a:lnTo>
                  <a:lnTo>
                    <a:pt x="303" y="18238"/>
                  </a:lnTo>
                  <a:lnTo>
                    <a:pt x="260" y="18151"/>
                  </a:lnTo>
                  <a:lnTo>
                    <a:pt x="173" y="17935"/>
                  </a:lnTo>
                  <a:lnTo>
                    <a:pt x="108" y="17611"/>
                  </a:lnTo>
                  <a:lnTo>
                    <a:pt x="65" y="17222"/>
                  </a:lnTo>
                  <a:lnTo>
                    <a:pt x="22" y="16768"/>
                  </a:lnTo>
                  <a:lnTo>
                    <a:pt x="0" y="16250"/>
                  </a:lnTo>
                  <a:lnTo>
                    <a:pt x="0" y="15666"/>
                  </a:lnTo>
                  <a:lnTo>
                    <a:pt x="0" y="15018"/>
                  </a:lnTo>
                  <a:lnTo>
                    <a:pt x="44" y="13614"/>
                  </a:lnTo>
                  <a:lnTo>
                    <a:pt x="152" y="12058"/>
                  </a:lnTo>
                  <a:lnTo>
                    <a:pt x="303" y="10416"/>
                  </a:lnTo>
                  <a:lnTo>
                    <a:pt x="519" y="8730"/>
                  </a:lnTo>
                  <a:lnTo>
                    <a:pt x="757" y="7066"/>
                  </a:lnTo>
                  <a:lnTo>
                    <a:pt x="886" y="6267"/>
                  </a:lnTo>
                  <a:lnTo>
                    <a:pt x="1038" y="5468"/>
                  </a:lnTo>
                  <a:lnTo>
                    <a:pt x="1210" y="4711"/>
                  </a:lnTo>
                  <a:lnTo>
                    <a:pt x="1362" y="3977"/>
                  </a:lnTo>
                  <a:lnTo>
                    <a:pt x="1534" y="3307"/>
                  </a:lnTo>
                  <a:lnTo>
                    <a:pt x="1729" y="2659"/>
                  </a:lnTo>
                  <a:lnTo>
                    <a:pt x="1923" y="2075"/>
                  </a:lnTo>
                  <a:lnTo>
                    <a:pt x="2118" y="1557"/>
                  </a:lnTo>
                  <a:lnTo>
                    <a:pt x="2334" y="1081"/>
                  </a:lnTo>
                  <a:lnTo>
                    <a:pt x="2528" y="692"/>
                  </a:lnTo>
                  <a:lnTo>
                    <a:pt x="2658" y="541"/>
                  </a:lnTo>
                  <a:lnTo>
                    <a:pt x="2766" y="390"/>
                  </a:lnTo>
                  <a:lnTo>
                    <a:pt x="2874" y="260"/>
                  </a:lnTo>
                  <a:lnTo>
                    <a:pt x="2982" y="174"/>
                  </a:lnTo>
                  <a:lnTo>
                    <a:pt x="3112" y="87"/>
                  </a:lnTo>
                  <a:lnTo>
                    <a:pt x="3220" y="44"/>
                  </a:lnTo>
                  <a:lnTo>
                    <a:pt x="3350" y="1"/>
                  </a:lnTo>
                  <a:lnTo>
                    <a:pt x="3458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3" name="Google Shape;7683;p37"/>
            <p:cNvSpPr/>
            <p:nvPr/>
          </p:nvSpPr>
          <p:spPr>
            <a:xfrm>
              <a:off x="16343325" y="4264300"/>
              <a:ext cx="173425" cy="742250"/>
            </a:xfrm>
            <a:custGeom>
              <a:avLst/>
              <a:gdLst/>
              <a:ahLst/>
              <a:cxnLst/>
              <a:rect l="l" t="t" r="r" b="b"/>
              <a:pathLst>
                <a:path w="6937" h="29690" extrusionOk="0">
                  <a:moveTo>
                    <a:pt x="0" y="1"/>
                  </a:moveTo>
                  <a:lnTo>
                    <a:pt x="0" y="29689"/>
                  </a:lnTo>
                  <a:lnTo>
                    <a:pt x="6936" y="29689"/>
                  </a:lnTo>
                  <a:lnTo>
                    <a:pt x="693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4" name="Google Shape;7684;p37"/>
            <p:cNvSpPr/>
            <p:nvPr/>
          </p:nvSpPr>
          <p:spPr>
            <a:xfrm>
              <a:off x="16343325" y="4264300"/>
              <a:ext cx="27025" cy="742250"/>
            </a:xfrm>
            <a:custGeom>
              <a:avLst/>
              <a:gdLst/>
              <a:ahLst/>
              <a:cxnLst/>
              <a:rect l="l" t="t" r="r" b="b"/>
              <a:pathLst>
                <a:path w="1081" h="29690" extrusionOk="0">
                  <a:moveTo>
                    <a:pt x="0" y="1"/>
                  </a:moveTo>
                  <a:lnTo>
                    <a:pt x="0" y="29689"/>
                  </a:lnTo>
                  <a:lnTo>
                    <a:pt x="1081" y="29689"/>
                  </a:lnTo>
                  <a:lnTo>
                    <a:pt x="108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5" name="Google Shape;7685;p37"/>
            <p:cNvSpPr/>
            <p:nvPr/>
          </p:nvSpPr>
          <p:spPr>
            <a:xfrm>
              <a:off x="16622600" y="4264300"/>
              <a:ext cx="173425" cy="742250"/>
            </a:xfrm>
            <a:custGeom>
              <a:avLst/>
              <a:gdLst/>
              <a:ahLst/>
              <a:cxnLst/>
              <a:rect l="l" t="t" r="r" b="b"/>
              <a:pathLst>
                <a:path w="6937" h="29690" extrusionOk="0">
                  <a:moveTo>
                    <a:pt x="1" y="1"/>
                  </a:moveTo>
                  <a:lnTo>
                    <a:pt x="1" y="29689"/>
                  </a:lnTo>
                  <a:lnTo>
                    <a:pt x="6937" y="29689"/>
                  </a:lnTo>
                  <a:lnTo>
                    <a:pt x="6937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6" name="Google Shape;7686;p37"/>
            <p:cNvSpPr/>
            <p:nvPr/>
          </p:nvSpPr>
          <p:spPr>
            <a:xfrm>
              <a:off x="16769000" y="4264300"/>
              <a:ext cx="27025" cy="742250"/>
            </a:xfrm>
            <a:custGeom>
              <a:avLst/>
              <a:gdLst/>
              <a:ahLst/>
              <a:cxnLst/>
              <a:rect l="l" t="t" r="r" b="b"/>
              <a:pathLst>
                <a:path w="1081" h="29690" extrusionOk="0">
                  <a:moveTo>
                    <a:pt x="0" y="1"/>
                  </a:moveTo>
                  <a:lnTo>
                    <a:pt x="0" y="29689"/>
                  </a:lnTo>
                  <a:lnTo>
                    <a:pt x="1081" y="29689"/>
                  </a:lnTo>
                  <a:lnTo>
                    <a:pt x="108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7" name="Google Shape;7687;p37"/>
            <p:cNvSpPr/>
            <p:nvPr/>
          </p:nvSpPr>
          <p:spPr>
            <a:xfrm>
              <a:off x="16284975" y="4009325"/>
              <a:ext cx="584525" cy="314425"/>
            </a:xfrm>
            <a:custGeom>
              <a:avLst/>
              <a:gdLst/>
              <a:ahLst/>
              <a:cxnLst/>
              <a:rect l="l" t="t" r="r" b="b"/>
              <a:pathLst>
                <a:path w="23381" h="12577" extrusionOk="0">
                  <a:moveTo>
                    <a:pt x="1124" y="1"/>
                  </a:moveTo>
                  <a:lnTo>
                    <a:pt x="1" y="12576"/>
                  </a:lnTo>
                  <a:lnTo>
                    <a:pt x="23380" y="12576"/>
                  </a:lnTo>
                  <a:lnTo>
                    <a:pt x="2225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8" name="Google Shape;7688;p37"/>
            <p:cNvSpPr/>
            <p:nvPr/>
          </p:nvSpPr>
          <p:spPr>
            <a:xfrm>
              <a:off x="16514025" y="2597825"/>
              <a:ext cx="129675" cy="108050"/>
            </a:xfrm>
            <a:custGeom>
              <a:avLst/>
              <a:gdLst/>
              <a:ahLst/>
              <a:cxnLst/>
              <a:rect l="l" t="t" r="r" b="b"/>
              <a:pathLst>
                <a:path w="5187" h="4322" extrusionOk="0">
                  <a:moveTo>
                    <a:pt x="2334" y="0"/>
                  </a:moveTo>
                  <a:lnTo>
                    <a:pt x="2075" y="43"/>
                  </a:lnTo>
                  <a:lnTo>
                    <a:pt x="1815" y="87"/>
                  </a:lnTo>
                  <a:lnTo>
                    <a:pt x="1578" y="151"/>
                  </a:lnTo>
                  <a:lnTo>
                    <a:pt x="1362" y="260"/>
                  </a:lnTo>
                  <a:lnTo>
                    <a:pt x="1146" y="368"/>
                  </a:lnTo>
                  <a:lnTo>
                    <a:pt x="930" y="476"/>
                  </a:lnTo>
                  <a:lnTo>
                    <a:pt x="757" y="627"/>
                  </a:lnTo>
                  <a:lnTo>
                    <a:pt x="584" y="778"/>
                  </a:lnTo>
                  <a:lnTo>
                    <a:pt x="433" y="951"/>
                  </a:lnTo>
                  <a:lnTo>
                    <a:pt x="303" y="1124"/>
                  </a:lnTo>
                  <a:lnTo>
                    <a:pt x="195" y="1318"/>
                  </a:lnTo>
                  <a:lnTo>
                    <a:pt x="108" y="1513"/>
                  </a:lnTo>
                  <a:lnTo>
                    <a:pt x="44" y="1729"/>
                  </a:lnTo>
                  <a:lnTo>
                    <a:pt x="0" y="1945"/>
                  </a:lnTo>
                  <a:lnTo>
                    <a:pt x="0" y="2161"/>
                  </a:lnTo>
                  <a:lnTo>
                    <a:pt x="0" y="2377"/>
                  </a:lnTo>
                  <a:lnTo>
                    <a:pt x="44" y="2593"/>
                  </a:lnTo>
                  <a:lnTo>
                    <a:pt x="108" y="2809"/>
                  </a:lnTo>
                  <a:lnTo>
                    <a:pt x="195" y="3004"/>
                  </a:lnTo>
                  <a:lnTo>
                    <a:pt x="303" y="3198"/>
                  </a:lnTo>
                  <a:lnTo>
                    <a:pt x="433" y="3371"/>
                  </a:lnTo>
                  <a:lnTo>
                    <a:pt x="584" y="3544"/>
                  </a:lnTo>
                  <a:lnTo>
                    <a:pt x="757" y="3695"/>
                  </a:lnTo>
                  <a:lnTo>
                    <a:pt x="930" y="3825"/>
                  </a:lnTo>
                  <a:lnTo>
                    <a:pt x="1146" y="3954"/>
                  </a:lnTo>
                  <a:lnTo>
                    <a:pt x="1362" y="4062"/>
                  </a:lnTo>
                  <a:lnTo>
                    <a:pt x="1578" y="4149"/>
                  </a:lnTo>
                  <a:lnTo>
                    <a:pt x="1815" y="4235"/>
                  </a:lnTo>
                  <a:lnTo>
                    <a:pt x="2075" y="4279"/>
                  </a:lnTo>
                  <a:lnTo>
                    <a:pt x="2334" y="4322"/>
                  </a:lnTo>
                  <a:lnTo>
                    <a:pt x="2853" y="4322"/>
                  </a:lnTo>
                  <a:lnTo>
                    <a:pt x="3112" y="4279"/>
                  </a:lnTo>
                  <a:lnTo>
                    <a:pt x="3371" y="4235"/>
                  </a:lnTo>
                  <a:lnTo>
                    <a:pt x="3609" y="4149"/>
                  </a:lnTo>
                  <a:lnTo>
                    <a:pt x="3825" y="4062"/>
                  </a:lnTo>
                  <a:lnTo>
                    <a:pt x="4041" y="3954"/>
                  </a:lnTo>
                  <a:lnTo>
                    <a:pt x="4236" y="3825"/>
                  </a:lnTo>
                  <a:lnTo>
                    <a:pt x="4430" y="3695"/>
                  </a:lnTo>
                  <a:lnTo>
                    <a:pt x="4603" y="3544"/>
                  </a:lnTo>
                  <a:lnTo>
                    <a:pt x="4754" y="3371"/>
                  </a:lnTo>
                  <a:lnTo>
                    <a:pt x="4884" y="3198"/>
                  </a:lnTo>
                  <a:lnTo>
                    <a:pt x="4992" y="3004"/>
                  </a:lnTo>
                  <a:lnTo>
                    <a:pt x="5078" y="2809"/>
                  </a:lnTo>
                  <a:lnTo>
                    <a:pt x="5143" y="2593"/>
                  </a:lnTo>
                  <a:lnTo>
                    <a:pt x="5186" y="2377"/>
                  </a:lnTo>
                  <a:lnTo>
                    <a:pt x="5186" y="2161"/>
                  </a:lnTo>
                  <a:lnTo>
                    <a:pt x="5186" y="1945"/>
                  </a:lnTo>
                  <a:lnTo>
                    <a:pt x="5143" y="1729"/>
                  </a:lnTo>
                  <a:lnTo>
                    <a:pt x="5078" y="1513"/>
                  </a:lnTo>
                  <a:lnTo>
                    <a:pt x="4992" y="1318"/>
                  </a:lnTo>
                  <a:lnTo>
                    <a:pt x="4884" y="1124"/>
                  </a:lnTo>
                  <a:lnTo>
                    <a:pt x="4754" y="951"/>
                  </a:lnTo>
                  <a:lnTo>
                    <a:pt x="4603" y="778"/>
                  </a:lnTo>
                  <a:lnTo>
                    <a:pt x="4430" y="627"/>
                  </a:lnTo>
                  <a:lnTo>
                    <a:pt x="4236" y="476"/>
                  </a:lnTo>
                  <a:lnTo>
                    <a:pt x="4041" y="368"/>
                  </a:lnTo>
                  <a:lnTo>
                    <a:pt x="3825" y="260"/>
                  </a:lnTo>
                  <a:lnTo>
                    <a:pt x="3609" y="151"/>
                  </a:lnTo>
                  <a:lnTo>
                    <a:pt x="3371" y="87"/>
                  </a:lnTo>
                  <a:lnTo>
                    <a:pt x="3112" y="43"/>
                  </a:lnTo>
                  <a:lnTo>
                    <a:pt x="285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9" name="Google Shape;7689;p37"/>
            <p:cNvSpPr/>
            <p:nvPr/>
          </p:nvSpPr>
          <p:spPr>
            <a:xfrm>
              <a:off x="16348725" y="3035900"/>
              <a:ext cx="457575" cy="519700"/>
            </a:xfrm>
            <a:custGeom>
              <a:avLst/>
              <a:gdLst/>
              <a:ahLst/>
              <a:cxnLst/>
              <a:rect l="l" t="t" r="r" b="b"/>
              <a:pathLst>
                <a:path w="18303" h="20788" extrusionOk="0">
                  <a:moveTo>
                    <a:pt x="9119" y="1"/>
                  </a:moveTo>
                  <a:lnTo>
                    <a:pt x="8060" y="23"/>
                  </a:lnTo>
                  <a:lnTo>
                    <a:pt x="7001" y="87"/>
                  </a:lnTo>
                  <a:lnTo>
                    <a:pt x="5943" y="195"/>
                  </a:lnTo>
                  <a:lnTo>
                    <a:pt x="4884" y="325"/>
                  </a:lnTo>
                  <a:lnTo>
                    <a:pt x="3847" y="520"/>
                  </a:lnTo>
                  <a:lnTo>
                    <a:pt x="2788" y="714"/>
                  </a:lnTo>
                  <a:lnTo>
                    <a:pt x="1751" y="973"/>
                  </a:lnTo>
                  <a:lnTo>
                    <a:pt x="735" y="1254"/>
                  </a:lnTo>
                  <a:lnTo>
                    <a:pt x="541" y="2464"/>
                  </a:lnTo>
                  <a:lnTo>
                    <a:pt x="389" y="3631"/>
                  </a:lnTo>
                  <a:lnTo>
                    <a:pt x="260" y="4798"/>
                  </a:lnTo>
                  <a:lnTo>
                    <a:pt x="152" y="5943"/>
                  </a:lnTo>
                  <a:lnTo>
                    <a:pt x="65" y="7067"/>
                  </a:lnTo>
                  <a:lnTo>
                    <a:pt x="22" y="8190"/>
                  </a:lnTo>
                  <a:lnTo>
                    <a:pt x="1" y="9292"/>
                  </a:lnTo>
                  <a:lnTo>
                    <a:pt x="1" y="10416"/>
                  </a:lnTo>
                  <a:lnTo>
                    <a:pt x="22" y="11518"/>
                  </a:lnTo>
                  <a:lnTo>
                    <a:pt x="65" y="12641"/>
                  </a:lnTo>
                  <a:lnTo>
                    <a:pt x="130" y="13743"/>
                  </a:lnTo>
                  <a:lnTo>
                    <a:pt x="238" y="14889"/>
                  </a:lnTo>
                  <a:lnTo>
                    <a:pt x="368" y="16012"/>
                  </a:lnTo>
                  <a:lnTo>
                    <a:pt x="519" y="17179"/>
                  </a:lnTo>
                  <a:lnTo>
                    <a:pt x="692" y="18346"/>
                  </a:lnTo>
                  <a:lnTo>
                    <a:pt x="886" y="19556"/>
                  </a:lnTo>
                  <a:lnTo>
                    <a:pt x="1902" y="19837"/>
                  </a:lnTo>
                  <a:lnTo>
                    <a:pt x="2918" y="20074"/>
                  </a:lnTo>
                  <a:lnTo>
                    <a:pt x="3933" y="20290"/>
                  </a:lnTo>
                  <a:lnTo>
                    <a:pt x="4970" y="20463"/>
                  </a:lnTo>
                  <a:lnTo>
                    <a:pt x="6007" y="20593"/>
                  </a:lnTo>
                  <a:lnTo>
                    <a:pt x="7045" y="20701"/>
                  </a:lnTo>
                  <a:lnTo>
                    <a:pt x="8082" y="20766"/>
                  </a:lnTo>
                  <a:lnTo>
                    <a:pt x="9119" y="20787"/>
                  </a:lnTo>
                  <a:lnTo>
                    <a:pt x="10156" y="20787"/>
                  </a:lnTo>
                  <a:lnTo>
                    <a:pt x="11193" y="20744"/>
                  </a:lnTo>
                  <a:lnTo>
                    <a:pt x="12252" y="20658"/>
                  </a:lnTo>
                  <a:lnTo>
                    <a:pt x="13289" y="20550"/>
                  </a:lnTo>
                  <a:lnTo>
                    <a:pt x="14305" y="20398"/>
                  </a:lnTo>
                  <a:lnTo>
                    <a:pt x="15342" y="20204"/>
                  </a:lnTo>
                  <a:lnTo>
                    <a:pt x="16357" y="19988"/>
                  </a:lnTo>
                  <a:lnTo>
                    <a:pt x="17373" y="19729"/>
                  </a:lnTo>
                  <a:lnTo>
                    <a:pt x="17589" y="18497"/>
                  </a:lnTo>
                  <a:lnTo>
                    <a:pt x="17762" y="17309"/>
                  </a:lnTo>
                  <a:lnTo>
                    <a:pt x="17913" y="16120"/>
                  </a:lnTo>
                  <a:lnTo>
                    <a:pt x="18043" y="14975"/>
                  </a:lnTo>
                  <a:lnTo>
                    <a:pt x="18151" y="13808"/>
                  </a:lnTo>
                  <a:lnTo>
                    <a:pt x="18216" y="12685"/>
                  </a:lnTo>
                  <a:lnTo>
                    <a:pt x="18280" y="11539"/>
                  </a:lnTo>
                  <a:lnTo>
                    <a:pt x="18302" y="10416"/>
                  </a:lnTo>
                  <a:lnTo>
                    <a:pt x="18302" y="9271"/>
                  </a:lnTo>
                  <a:lnTo>
                    <a:pt x="18259" y="8147"/>
                  </a:lnTo>
                  <a:lnTo>
                    <a:pt x="18216" y="7002"/>
                  </a:lnTo>
                  <a:lnTo>
                    <a:pt x="18129" y="5857"/>
                  </a:lnTo>
                  <a:lnTo>
                    <a:pt x="18021" y="4690"/>
                  </a:lnTo>
                  <a:lnTo>
                    <a:pt x="17892" y="3501"/>
                  </a:lnTo>
                  <a:lnTo>
                    <a:pt x="17719" y="2291"/>
                  </a:lnTo>
                  <a:lnTo>
                    <a:pt x="17546" y="1081"/>
                  </a:lnTo>
                  <a:lnTo>
                    <a:pt x="16509" y="822"/>
                  </a:lnTo>
                  <a:lnTo>
                    <a:pt x="15472" y="584"/>
                  </a:lnTo>
                  <a:lnTo>
                    <a:pt x="14413" y="390"/>
                  </a:lnTo>
                  <a:lnTo>
                    <a:pt x="13354" y="239"/>
                  </a:lnTo>
                  <a:lnTo>
                    <a:pt x="12295" y="131"/>
                  </a:lnTo>
                  <a:lnTo>
                    <a:pt x="11236" y="44"/>
                  </a:lnTo>
                  <a:lnTo>
                    <a:pt x="10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0" name="Google Shape;7690;p37"/>
            <p:cNvSpPr/>
            <p:nvPr/>
          </p:nvSpPr>
          <p:spPr>
            <a:xfrm>
              <a:off x="16348725" y="3035900"/>
              <a:ext cx="457575" cy="519700"/>
            </a:xfrm>
            <a:custGeom>
              <a:avLst/>
              <a:gdLst/>
              <a:ahLst/>
              <a:cxnLst/>
              <a:rect l="l" t="t" r="r" b="b"/>
              <a:pathLst>
                <a:path w="18303" h="20788" fill="none" extrusionOk="0">
                  <a:moveTo>
                    <a:pt x="17373" y="19729"/>
                  </a:moveTo>
                  <a:lnTo>
                    <a:pt x="17373" y="19729"/>
                  </a:lnTo>
                  <a:lnTo>
                    <a:pt x="16357" y="19988"/>
                  </a:lnTo>
                  <a:lnTo>
                    <a:pt x="15342" y="20204"/>
                  </a:lnTo>
                  <a:lnTo>
                    <a:pt x="14305" y="20398"/>
                  </a:lnTo>
                  <a:lnTo>
                    <a:pt x="13289" y="20550"/>
                  </a:lnTo>
                  <a:lnTo>
                    <a:pt x="12252" y="20658"/>
                  </a:lnTo>
                  <a:lnTo>
                    <a:pt x="11193" y="20744"/>
                  </a:lnTo>
                  <a:lnTo>
                    <a:pt x="10156" y="20787"/>
                  </a:lnTo>
                  <a:lnTo>
                    <a:pt x="9119" y="20787"/>
                  </a:lnTo>
                  <a:lnTo>
                    <a:pt x="8082" y="20766"/>
                  </a:lnTo>
                  <a:lnTo>
                    <a:pt x="7045" y="20701"/>
                  </a:lnTo>
                  <a:lnTo>
                    <a:pt x="6007" y="20593"/>
                  </a:lnTo>
                  <a:lnTo>
                    <a:pt x="4970" y="20463"/>
                  </a:lnTo>
                  <a:lnTo>
                    <a:pt x="3933" y="20290"/>
                  </a:lnTo>
                  <a:lnTo>
                    <a:pt x="2918" y="20074"/>
                  </a:lnTo>
                  <a:lnTo>
                    <a:pt x="1902" y="19837"/>
                  </a:lnTo>
                  <a:lnTo>
                    <a:pt x="886" y="19556"/>
                  </a:lnTo>
                  <a:lnTo>
                    <a:pt x="886" y="19556"/>
                  </a:lnTo>
                  <a:lnTo>
                    <a:pt x="692" y="18346"/>
                  </a:lnTo>
                  <a:lnTo>
                    <a:pt x="519" y="17179"/>
                  </a:lnTo>
                  <a:lnTo>
                    <a:pt x="368" y="16012"/>
                  </a:lnTo>
                  <a:lnTo>
                    <a:pt x="238" y="14889"/>
                  </a:lnTo>
                  <a:lnTo>
                    <a:pt x="130" y="13743"/>
                  </a:lnTo>
                  <a:lnTo>
                    <a:pt x="65" y="12641"/>
                  </a:lnTo>
                  <a:lnTo>
                    <a:pt x="22" y="11518"/>
                  </a:lnTo>
                  <a:lnTo>
                    <a:pt x="1" y="10416"/>
                  </a:lnTo>
                  <a:lnTo>
                    <a:pt x="1" y="9292"/>
                  </a:lnTo>
                  <a:lnTo>
                    <a:pt x="22" y="8190"/>
                  </a:lnTo>
                  <a:lnTo>
                    <a:pt x="65" y="7067"/>
                  </a:lnTo>
                  <a:lnTo>
                    <a:pt x="152" y="5943"/>
                  </a:lnTo>
                  <a:lnTo>
                    <a:pt x="260" y="4798"/>
                  </a:lnTo>
                  <a:lnTo>
                    <a:pt x="389" y="3631"/>
                  </a:lnTo>
                  <a:lnTo>
                    <a:pt x="541" y="2464"/>
                  </a:lnTo>
                  <a:lnTo>
                    <a:pt x="735" y="1254"/>
                  </a:lnTo>
                  <a:lnTo>
                    <a:pt x="735" y="1254"/>
                  </a:lnTo>
                  <a:lnTo>
                    <a:pt x="1751" y="973"/>
                  </a:lnTo>
                  <a:lnTo>
                    <a:pt x="2788" y="714"/>
                  </a:lnTo>
                  <a:lnTo>
                    <a:pt x="3847" y="520"/>
                  </a:lnTo>
                  <a:lnTo>
                    <a:pt x="4884" y="325"/>
                  </a:lnTo>
                  <a:lnTo>
                    <a:pt x="5943" y="195"/>
                  </a:lnTo>
                  <a:lnTo>
                    <a:pt x="7001" y="87"/>
                  </a:lnTo>
                  <a:lnTo>
                    <a:pt x="8060" y="23"/>
                  </a:lnTo>
                  <a:lnTo>
                    <a:pt x="9119" y="1"/>
                  </a:lnTo>
                  <a:lnTo>
                    <a:pt x="10178" y="1"/>
                  </a:lnTo>
                  <a:lnTo>
                    <a:pt x="11236" y="44"/>
                  </a:lnTo>
                  <a:lnTo>
                    <a:pt x="12295" y="131"/>
                  </a:lnTo>
                  <a:lnTo>
                    <a:pt x="13354" y="239"/>
                  </a:lnTo>
                  <a:lnTo>
                    <a:pt x="14413" y="390"/>
                  </a:lnTo>
                  <a:lnTo>
                    <a:pt x="15472" y="584"/>
                  </a:lnTo>
                  <a:lnTo>
                    <a:pt x="16509" y="822"/>
                  </a:lnTo>
                  <a:lnTo>
                    <a:pt x="17546" y="1081"/>
                  </a:lnTo>
                  <a:lnTo>
                    <a:pt x="17546" y="1081"/>
                  </a:lnTo>
                  <a:lnTo>
                    <a:pt x="17719" y="2291"/>
                  </a:lnTo>
                  <a:lnTo>
                    <a:pt x="17892" y="3501"/>
                  </a:lnTo>
                  <a:lnTo>
                    <a:pt x="18021" y="4690"/>
                  </a:lnTo>
                  <a:lnTo>
                    <a:pt x="18129" y="5857"/>
                  </a:lnTo>
                  <a:lnTo>
                    <a:pt x="18216" y="7002"/>
                  </a:lnTo>
                  <a:lnTo>
                    <a:pt x="18259" y="8147"/>
                  </a:lnTo>
                  <a:lnTo>
                    <a:pt x="18302" y="9271"/>
                  </a:lnTo>
                  <a:lnTo>
                    <a:pt x="18302" y="10416"/>
                  </a:lnTo>
                  <a:lnTo>
                    <a:pt x="18280" y="11539"/>
                  </a:lnTo>
                  <a:lnTo>
                    <a:pt x="18216" y="12685"/>
                  </a:lnTo>
                  <a:lnTo>
                    <a:pt x="18151" y="13808"/>
                  </a:lnTo>
                  <a:lnTo>
                    <a:pt x="18043" y="14975"/>
                  </a:lnTo>
                  <a:lnTo>
                    <a:pt x="17913" y="16120"/>
                  </a:lnTo>
                  <a:lnTo>
                    <a:pt x="17762" y="17309"/>
                  </a:lnTo>
                  <a:lnTo>
                    <a:pt x="17589" y="18497"/>
                  </a:lnTo>
                  <a:lnTo>
                    <a:pt x="17373" y="19729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1" name="Google Shape;7691;p37"/>
            <p:cNvSpPr/>
            <p:nvPr/>
          </p:nvSpPr>
          <p:spPr>
            <a:xfrm>
              <a:off x="16346575" y="2635100"/>
              <a:ext cx="461325" cy="439200"/>
            </a:xfrm>
            <a:custGeom>
              <a:avLst/>
              <a:gdLst/>
              <a:ahLst/>
              <a:cxnLst/>
              <a:rect l="l" t="t" r="r" b="b"/>
              <a:pathLst>
                <a:path w="18453" h="17568" extrusionOk="0">
                  <a:moveTo>
                    <a:pt x="8254" y="0"/>
                  </a:moveTo>
                  <a:lnTo>
                    <a:pt x="7260" y="22"/>
                  </a:lnTo>
                  <a:lnTo>
                    <a:pt x="6288" y="65"/>
                  </a:lnTo>
                  <a:lnTo>
                    <a:pt x="5294" y="130"/>
                  </a:lnTo>
                  <a:lnTo>
                    <a:pt x="4322" y="195"/>
                  </a:lnTo>
                  <a:lnTo>
                    <a:pt x="3328" y="281"/>
                  </a:lnTo>
                  <a:lnTo>
                    <a:pt x="2355" y="389"/>
                  </a:lnTo>
                  <a:lnTo>
                    <a:pt x="1383" y="519"/>
                  </a:lnTo>
                  <a:lnTo>
                    <a:pt x="1145" y="562"/>
                  </a:lnTo>
                  <a:lnTo>
                    <a:pt x="908" y="670"/>
                  </a:lnTo>
                  <a:lnTo>
                    <a:pt x="692" y="800"/>
                  </a:lnTo>
                  <a:lnTo>
                    <a:pt x="475" y="994"/>
                  </a:lnTo>
                  <a:lnTo>
                    <a:pt x="324" y="1189"/>
                  </a:lnTo>
                  <a:lnTo>
                    <a:pt x="195" y="1405"/>
                  </a:lnTo>
                  <a:lnTo>
                    <a:pt x="108" y="1642"/>
                  </a:lnTo>
                  <a:lnTo>
                    <a:pt x="65" y="1880"/>
                  </a:lnTo>
                  <a:lnTo>
                    <a:pt x="22" y="2788"/>
                  </a:lnTo>
                  <a:lnTo>
                    <a:pt x="0" y="3695"/>
                  </a:lnTo>
                  <a:lnTo>
                    <a:pt x="0" y="5510"/>
                  </a:lnTo>
                  <a:lnTo>
                    <a:pt x="43" y="7325"/>
                  </a:lnTo>
                  <a:lnTo>
                    <a:pt x="130" y="9119"/>
                  </a:lnTo>
                  <a:lnTo>
                    <a:pt x="259" y="10934"/>
                  </a:lnTo>
                  <a:lnTo>
                    <a:pt x="432" y="12727"/>
                  </a:lnTo>
                  <a:lnTo>
                    <a:pt x="648" y="14520"/>
                  </a:lnTo>
                  <a:lnTo>
                    <a:pt x="908" y="16292"/>
                  </a:lnTo>
                  <a:lnTo>
                    <a:pt x="972" y="16508"/>
                  </a:lnTo>
                  <a:lnTo>
                    <a:pt x="1059" y="16724"/>
                  </a:lnTo>
                  <a:lnTo>
                    <a:pt x="1189" y="16897"/>
                  </a:lnTo>
                  <a:lnTo>
                    <a:pt x="1361" y="17070"/>
                  </a:lnTo>
                  <a:lnTo>
                    <a:pt x="1534" y="17200"/>
                  </a:lnTo>
                  <a:lnTo>
                    <a:pt x="1750" y="17308"/>
                  </a:lnTo>
                  <a:lnTo>
                    <a:pt x="1966" y="17373"/>
                  </a:lnTo>
                  <a:lnTo>
                    <a:pt x="2204" y="17416"/>
                  </a:lnTo>
                  <a:lnTo>
                    <a:pt x="3954" y="17481"/>
                  </a:lnTo>
                  <a:lnTo>
                    <a:pt x="5704" y="17524"/>
                  </a:lnTo>
                  <a:lnTo>
                    <a:pt x="7476" y="17545"/>
                  </a:lnTo>
                  <a:lnTo>
                    <a:pt x="9227" y="17567"/>
                  </a:lnTo>
                  <a:lnTo>
                    <a:pt x="10998" y="17545"/>
                  </a:lnTo>
                  <a:lnTo>
                    <a:pt x="12749" y="17524"/>
                  </a:lnTo>
                  <a:lnTo>
                    <a:pt x="14499" y="17481"/>
                  </a:lnTo>
                  <a:lnTo>
                    <a:pt x="16271" y="17416"/>
                  </a:lnTo>
                  <a:lnTo>
                    <a:pt x="16487" y="17373"/>
                  </a:lnTo>
                  <a:lnTo>
                    <a:pt x="16703" y="17308"/>
                  </a:lnTo>
                  <a:lnTo>
                    <a:pt x="16919" y="17200"/>
                  </a:lnTo>
                  <a:lnTo>
                    <a:pt x="17092" y="17070"/>
                  </a:lnTo>
                  <a:lnTo>
                    <a:pt x="17264" y="16897"/>
                  </a:lnTo>
                  <a:lnTo>
                    <a:pt x="17394" y="16724"/>
                  </a:lnTo>
                  <a:lnTo>
                    <a:pt x="17481" y="16508"/>
                  </a:lnTo>
                  <a:lnTo>
                    <a:pt x="17545" y="16292"/>
                  </a:lnTo>
                  <a:lnTo>
                    <a:pt x="17805" y="14520"/>
                  </a:lnTo>
                  <a:lnTo>
                    <a:pt x="18021" y="12727"/>
                  </a:lnTo>
                  <a:lnTo>
                    <a:pt x="18194" y="10934"/>
                  </a:lnTo>
                  <a:lnTo>
                    <a:pt x="18345" y="9119"/>
                  </a:lnTo>
                  <a:lnTo>
                    <a:pt x="18431" y="7325"/>
                  </a:lnTo>
                  <a:lnTo>
                    <a:pt x="18453" y="5510"/>
                  </a:lnTo>
                  <a:lnTo>
                    <a:pt x="18453" y="3695"/>
                  </a:lnTo>
                  <a:lnTo>
                    <a:pt x="18431" y="2788"/>
                  </a:lnTo>
                  <a:lnTo>
                    <a:pt x="18388" y="1880"/>
                  </a:lnTo>
                  <a:lnTo>
                    <a:pt x="18345" y="1642"/>
                  </a:lnTo>
                  <a:lnTo>
                    <a:pt x="18280" y="1405"/>
                  </a:lnTo>
                  <a:lnTo>
                    <a:pt x="18150" y="1189"/>
                  </a:lnTo>
                  <a:lnTo>
                    <a:pt x="17978" y="994"/>
                  </a:lnTo>
                  <a:lnTo>
                    <a:pt x="17783" y="800"/>
                  </a:lnTo>
                  <a:lnTo>
                    <a:pt x="17545" y="670"/>
                  </a:lnTo>
                  <a:lnTo>
                    <a:pt x="17329" y="562"/>
                  </a:lnTo>
                  <a:lnTo>
                    <a:pt x="17092" y="519"/>
                  </a:lnTo>
                  <a:lnTo>
                    <a:pt x="16098" y="389"/>
                  </a:lnTo>
                  <a:lnTo>
                    <a:pt x="15125" y="281"/>
                  </a:lnTo>
                  <a:lnTo>
                    <a:pt x="14131" y="195"/>
                  </a:lnTo>
                  <a:lnTo>
                    <a:pt x="13159" y="130"/>
                  </a:lnTo>
                  <a:lnTo>
                    <a:pt x="12187" y="65"/>
                  </a:lnTo>
                  <a:lnTo>
                    <a:pt x="11193" y="22"/>
                  </a:lnTo>
                  <a:lnTo>
                    <a:pt x="1022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2" name="Google Shape;7692;p37"/>
            <p:cNvSpPr/>
            <p:nvPr/>
          </p:nvSpPr>
          <p:spPr>
            <a:xfrm>
              <a:off x="16528600" y="2815525"/>
              <a:ext cx="97275" cy="148025"/>
            </a:xfrm>
            <a:custGeom>
              <a:avLst/>
              <a:gdLst/>
              <a:ahLst/>
              <a:cxnLst/>
              <a:rect l="l" t="t" r="r" b="b"/>
              <a:pathLst>
                <a:path w="3891" h="5921" extrusionOk="0">
                  <a:moveTo>
                    <a:pt x="1946" y="0"/>
                  </a:moveTo>
                  <a:lnTo>
                    <a:pt x="1751" y="22"/>
                  </a:lnTo>
                  <a:lnTo>
                    <a:pt x="1557" y="65"/>
                  </a:lnTo>
                  <a:lnTo>
                    <a:pt x="1362" y="130"/>
                  </a:lnTo>
                  <a:lnTo>
                    <a:pt x="1189" y="238"/>
                  </a:lnTo>
                  <a:lnTo>
                    <a:pt x="1016" y="367"/>
                  </a:lnTo>
                  <a:lnTo>
                    <a:pt x="865" y="519"/>
                  </a:lnTo>
                  <a:lnTo>
                    <a:pt x="714" y="670"/>
                  </a:lnTo>
                  <a:lnTo>
                    <a:pt x="563" y="864"/>
                  </a:lnTo>
                  <a:lnTo>
                    <a:pt x="433" y="1080"/>
                  </a:lnTo>
                  <a:lnTo>
                    <a:pt x="325" y="1318"/>
                  </a:lnTo>
                  <a:lnTo>
                    <a:pt x="239" y="1556"/>
                  </a:lnTo>
                  <a:lnTo>
                    <a:pt x="152" y="1815"/>
                  </a:lnTo>
                  <a:lnTo>
                    <a:pt x="87" y="2074"/>
                  </a:lnTo>
                  <a:lnTo>
                    <a:pt x="44" y="2377"/>
                  </a:lnTo>
                  <a:lnTo>
                    <a:pt x="1" y="2658"/>
                  </a:lnTo>
                  <a:lnTo>
                    <a:pt x="1" y="2960"/>
                  </a:lnTo>
                  <a:lnTo>
                    <a:pt x="1" y="3263"/>
                  </a:lnTo>
                  <a:lnTo>
                    <a:pt x="44" y="3565"/>
                  </a:lnTo>
                  <a:lnTo>
                    <a:pt x="87" y="3846"/>
                  </a:lnTo>
                  <a:lnTo>
                    <a:pt x="152" y="4127"/>
                  </a:lnTo>
                  <a:lnTo>
                    <a:pt x="239" y="4386"/>
                  </a:lnTo>
                  <a:lnTo>
                    <a:pt x="325" y="4624"/>
                  </a:lnTo>
                  <a:lnTo>
                    <a:pt x="433" y="4840"/>
                  </a:lnTo>
                  <a:lnTo>
                    <a:pt x="563" y="5056"/>
                  </a:lnTo>
                  <a:lnTo>
                    <a:pt x="714" y="5251"/>
                  </a:lnTo>
                  <a:lnTo>
                    <a:pt x="865" y="5424"/>
                  </a:lnTo>
                  <a:lnTo>
                    <a:pt x="1016" y="5575"/>
                  </a:lnTo>
                  <a:lnTo>
                    <a:pt x="1189" y="5683"/>
                  </a:lnTo>
                  <a:lnTo>
                    <a:pt x="1362" y="5791"/>
                  </a:lnTo>
                  <a:lnTo>
                    <a:pt x="1557" y="5856"/>
                  </a:lnTo>
                  <a:lnTo>
                    <a:pt x="1751" y="5921"/>
                  </a:lnTo>
                  <a:lnTo>
                    <a:pt x="2140" y="5921"/>
                  </a:lnTo>
                  <a:lnTo>
                    <a:pt x="2334" y="5856"/>
                  </a:lnTo>
                  <a:lnTo>
                    <a:pt x="2529" y="5791"/>
                  </a:lnTo>
                  <a:lnTo>
                    <a:pt x="2702" y="5683"/>
                  </a:lnTo>
                  <a:lnTo>
                    <a:pt x="2875" y="5575"/>
                  </a:lnTo>
                  <a:lnTo>
                    <a:pt x="3047" y="5424"/>
                  </a:lnTo>
                  <a:lnTo>
                    <a:pt x="3199" y="5251"/>
                  </a:lnTo>
                  <a:lnTo>
                    <a:pt x="3328" y="5056"/>
                  </a:lnTo>
                  <a:lnTo>
                    <a:pt x="3458" y="4840"/>
                  </a:lnTo>
                  <a:lnTo>
                    <a:pt x="3566" y="4624"/>
                  </a:lnTo>
                  <a:lnTo>
                    <a:pt x="3653" y="4386"/>
                  </a:lnTo>
                  <a:lnTo>
                    <a:pt x="3739" y="4127"/>
                  </a:lnTo>
                  <a:lnTo>
                    <a:pt x="3804" y="3846"/>
                  </a:lnTo>
                  <a:lnTo>
                    <a:pt x="3869" y="3565"/>
                  </a:lnTo>
                  <a:lnTo>
                    <a:pt x="3890" y="3263"/>
                  </a:lnTo>
                  <a:lnTo>
                    <a:pt x="3890" y="2960"/>
                  </a:lnTo>
                  <a:lnTo>
                    <a:pt x="3890" y="2658"/>
                  </a:lnTo>
                  <a:lnTo>
                    <a:pt x="3869" y="2377"/>
                  </a:lnTo>
                  <a:lnTo>
                    <a:pt x="3804" y="2074"/>
                  </a:lnTo>
                  <a:lnTo>
                    <a:pt x="3739" y="1815"/>
                  </a:lnTo>
                  <a:lnTo>
                    <a:pt x="3653" y="1556"/>
                  </a:lnTo>
                  <a:lnTo>
                    <a:pt x="3566" y="1318"/>
                  </a:lnTo>
                  <a:lnTo>
                    <a:pt x="3458" y="1080"/>
                  </a:lnTo>
                  <a:lnTo>
                    <a:pt x="3328" y="864"/>
                  </a:lnTo>
                  <a:lnTo>
                    <a:pt x="3199" y="670"/>
                  </a:lnTo>
                  <a:lnTo>
                    <a:pt x="3047" y="519"/>
                  </a:lnTo>
                  <a:lnTo>
                    <a:pt x="2875" y="367"/>
                  </a:lnTo>
                  <a:lnTo>
                    <a:pt x="2702" y="238"/>
                  </a:lnTo>
                  <a:lnTo>
                    <a:pt x="2529" y="130"/>
                  </a:lnTo>
                  <a:lnTo>
                    <a:pt x="2334" y="65"/>
                  </a:lnTo>
                  <a:lnTo>
                    <a:pt x="2140" y="22"/>
                  </a:lnTo>
                  <a:lnTo>
                    <a:pt x="1946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3" name="Google Shape;7693;p37"/>
            <p:cNvSpPr/>
            <p:nvPr/>
          </p:nvSpPr>
          <p:spPr>
            <a:xfrm>
              <a:off x="16550225" y="2837125"/>
              <a:ext cx="54025" cy="104825"/>
            </a:xfrm>
            <a:custGeom>
              <a:avLst/>
              <a:gdLst/>
              <a:ahLst/>
              <a:cxnLst/>
              <a:rect l="l" t="t" r="r" b="b"/>
              <a:pathLst>
                <a:path w="2161" h="4193" extrusionOk="0">
                  <a:moveTo>
                    <a:pt x="1081" y="0"/>
                  </a:moveTo>
                  <a:lnTo>
                    <a:pt x="994" y="22"/>
                  </a:lnTo>
                  <a:lnTo>
                    <a:pt x="886" y="44"/>
                  </a:lnTo>
                  <a:lnTo>
                    <a:pt x="800" y="87"/>
                  </a:lnTo>
                  <a:lnTo>
                    <a:pt x="692" y="173"/>
                  </a:lnTo>
                  <a:lnTo>
                    <a:pt x="605" y="260"/>
                  </a:lnTo>
                  <a:lnTo>
                    <a:pt x="519" y="346"/>
                  </a:lnTo>
                  <a:lnTo>
                    <a:pt x="346" y="605"/>
                  </a:lnTo>
                  <a:lnTo>
                    <a:pt x="216" y="930"/>
                  </a:lnTo>
                  <a:lnTo>
                    <a:pt x="108" y="1275"/>
                  </a:lnTo>
                  <a:lnTo>
                    <a:pt x="22" y="1664"/>
                  </a:lnTo>
                  <a:lnTo>
                    <a:pt x="0" y="1880"/>
                  </a:lnTo>
                  <a:lnTo>
                    <a:pt x="0" y="2096"/>
                  </a:lnTo>
                  <a:lnTo>
                    <a:pt x="0" y="2312"/>
                  </a:lnTo>
                  <a:lnTo>
                    <a:pt x="22" y="2528"/>
                  </a:lnTo>
                  <a:lnTo>
                    <a:pt x="108" y="2917"/>
                  </a:lnTo>
                  <a:lnTo>
                    <a:pt x="216" y="3285"/>
                  </a:lnTo>
                  <a:lnTo>
                    <a:pt x="346" y="3587"/>
                  </a:lnTo>
                  <a:lnTo>
                    <a:pt x="519" y="3847"/>
                  </a:lnTo>
                  <a:lnTo>
                    <a:pt x="605" y="3955"/>
                  </a:lnTo>
                  <a:lnTo>
                    <a:pt x="692" y="4041"/>
                  </a:lnTo>
                  <a:lnTo>
                    <a:pt x="800" y="4106"/>
                  </a:lnTo>
                  <a:lnTo>
                    <a:pt x="886" y="4149"/>
                  </a:lnTo>
                  <a:lnTo>
                    <a:pt x="994" y="4192"/>
                  </a:lnTo>
                  <a:lnTo>
                    <a:pt x="1167" y="4192"/>
                  </a:lnTo>
                  <a:lnTo>
                    <a:pt x="1275" y="4149"/>
                  </a:lnTo>
                  <a:lnTo>
                    <a:pt x="1361" y="4106"/>
                  </a:lnTo>
                  <a:lnTo>
                    <a:pt x="1469" y="4041"/>
                  </a:lnTo>
                  <a:lnTo>
                    <a:pt x="1556" y="3955"/>
                  </a:lnTo>
                  <a:lnTo>
                    <a:pt x="1642" y="3847"/>
                  </a:lnTo>
                  <a:lnTo>
                    <a:pt x="1815" y="3587"/>
                  </a:lnTo>
                  <a:lnTo>
                    <a:pt x="1945" y="3285"/>
                  </a:lnTo>
                  <a:lnTo>
                    <a:pt x="2074" y="2917"/>
                  </a:lnTo>
                  <a:lnTo>
                    <a:pt x="2139" y="2528"/>
                  </a:lnTo>
                  <a:lnTo>
                    <a:pt x="2161" y="2312"/>
                  </a:lnTo>
                  <a:lnTo>
                    <a:pt x="2161" y="2096"/>
                  </a:lnTo>
                  <a:lnTo>
                    <a:pt x="2161" y="1880"/>
                  </a:lnTo>
                  <a:lnTo>
                    <a:pt x="2139" y="1664"/>
                  </a:lnTo>
                  <a:lnTo>
                    <a:pt x="2074" y="1275"/>
                  </a:lnTo>
                  <a:lnTo>
                    <a:pt x="1945" y="930"/>
                  </a:lnTo>
                  <a:lnTo>
                    <a:pt x="1815" y="605"/>
                  </a:lnTo>
                  <a:lnTo>
                    <a:pt x="1642" y="346"/>
                  </a:lnTo>
                  <a:lnTo>
                    <a:pt x="1556" y="260"/>
                  </a:lnTo>
                  <a:lnTo>
                    <a:pt x="1469" y="173"/>
                  </a:lnTo>
                  <a:lnTo>
                    <a:pt x="1361" y="87"/>
                  </a:lnTo>
                  <a:lnTo>
                    <a:pt x="1275" y="44"/>
                  </a:lnTo>
                  <a:lnTo>
                    <a:pt x="1167" y="22"/>
                  </a:lnTo>
                  <a:lnTo>
                    <a:pt x="108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4" name="Google Shape;7694;p37"/>
            <p:cNvSpPr/>
            <p:nvPr/>
          </p:nvSpPr>
          <p:spPr>
            <a:xfrm>
              <a:off x="16330900" y="3048875"/>
              <a:ext cx="492675" cy="38375"/>
            </a:xfrm>
            <a:custGeom>
              <a:avLst/>
              <a:gdLst/>
              <a:ahLst/>
              <a:cxnLst/>
              <a:rect l="l" t="t" r="r" b="b"/>
              <a:pathLst>
                <a:path w="19707" h="1535" extrusionOk="0">
                  <a:moveTo>
                    <a:pt x="606" y="1"/>
                  </a:moveTo>
                  <a:lnTo>
                    <a:pt x="476" y="44"/>
                  </a:lnTo>
                  <a:lnTo>
                    <a:pt x="346" y="130"/>
                  </a:lnTo>
                  <a:lnTo>
                    <a:pt x="217" y="217"/>
                  </a:lnTo>
                  <a:lnTo>
                    <a:pt x="130" y="325"/>
                  </a:lnTo>
                  <a:lnTo>
                    <a:pt x="65" y="454"/>
                  </a:lnTo>
                  <a:lnTo>
                    <a:pt x="22" y="606"/>
                  </a:lnTo>
                  <a:lnTo>
                    <a:pt x="0" y="757"/>
                  </a:lnTo>
                  <a:lnTo>
                    <a:pt x="22" y="908"/>
                  </a:lnTo>
                  <a:lnTo>
                    <a:pt x="65" y="1059"/>
                  </a:lnTo>
                  <a:lnTo>
                    <a:pt x="130" y="1189"/>
                  </a:lnTo>
                  <a:lnTo>
                    <a:pt x="217" y="1297"/>
                  </a:lnTo>
                  <a:lnTo>
                    <a:pt x="346" y="1405"/>
                  </a:lnTo>
                  <a:lnTo>
                    <a:pt x="476" y="1470"/>
                  </a:lnTo>
                  <a:lnTo>
                    <a:pt x="606" y="1513"/>
                  </a:lnTo>
                  <a:lnTo>
                    <a:pt x="778" y="1535"/>
                  </a:lnTo>
                  <a:lnTo>
                    <a:pt x="18950" y="1535"/>
                  </a:lnTo>
                  <a:lnTo>
                    <a:pt x="19102" y="1513"/>
                  </a:lnTo>
                  <a:lnTo>
                    <a:pt x="19231" y="1470"/>
                  </a:lnTo>
                  <a:lnTo>
                    <a:pt x="19361" y="1405"/>
                  </a:lnTo>
                  <a:lnTo>
                    <a:pt x="19490" y="1297"/>
                  </a:lnTo>
                  <a:lnTo>
                    <a:pt x="19577" y="1189"/>
                  </a:lnTo>
                  <a:lnTo>
                    <a:pt x="19642" y="1059"/>
                  </a:lnTo>
                  <a:lnTo>
                    <a:pt x="19685" y="908"/>
                  </a:lnTo>
                  <a:lnTo>
                    <a:pt x="19707" y="757"/>
                  </a:lnTo>
                  <a:lnTo>
                    <a:pt x="19685" y="606"/>
                  </a:lnTo>
                  <a:lnTo>
                    <a:pt x="19642" y="454"/>
                  </a:lnTo>
                  <a:lnTo>
                    <a:pt x="19577" y="325"/>
                  </a:lnTo>
                  <a:lnTo>
                    <a:pt x="19490" y="217"/>
                  </a:lnTo>
                  <a:lnTo>
                    <a:pt x="19361" y="130"/>
                  </a:lnTo>
                  <a:lnTo>
                    <a:pt x="19231" y="44"/>
                  </a:lnTo>
                  <a:lnTo>
                    <a:pt x="1910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5" name="Google Shape;7695;p37"/>
            <p:cNvSpPr/>
            <p:nvPr/>
          </p:nvSpPr>
          <p:spPr>
            <a:xfrm>
              <a:off x="16395725" y="3319500"/>
              <a:ext cx="195025" cy="121575"/>
            </a:xfrm>
            <a:custGeom>
              <a:avLst/>
              <a:gdLst/>
              <a:ahLst/>
              <a:cxnLst/>
              <a:rect l="l" t="t" r="r" b="b"/>
              <a:pathLst>
                <a:path w="7801" h="4863" extrusionOk="0">
                  <a:moveTo>
                    <a:pt x="5986" y="1"/>
                  </a:moveTo>
                  <a:lnTo>
                    <a:pt x="5813" y="23"/>
                  </a:lnTo>
                  <a:lnTo>
                    <a:pt x="5640" y="87"/>
                  </a:lnTo>
                  <a:lnTo>
                    <a:pt x="5445" y="174"/>
                  </a:lnTo>
                  <a:lnTo>
                    <a:pt x="5273" y="303"/>
                  </a:lnTo>
                  <a:lnTo>
                    <a:pt x="5057" y="455"/>
                  </a:lnTo>
                  <a:lnTo>
                    <a:pt x="4862" y="628"/>
                  </a:lnTo>
                  <a:lnTo>
                    <a:pt x="4646" y="844"/>
                  </a:lnTo>
                  <a:lnTo>
                    <a:pt x="4430" y="1103"/>
                  </a:lnTo>
                  <a:lnTo>
                    <a:pt x="3933" y="1708"/>
                  </a:lnTo>
                  <a:lnTo>
                    <a:pt x="3738" y="1946"/>
                  </a:lnTo>
                  <a:lnTo>
                    <a:pt x="3522" y="2183"/>
                  </a:lnTo>
                  <a:lnTo>
                    <a:pt x="3285" y="2399"/>
                  </a:lnTo>
                  <a:lnTo>
                    <a:pt x="3047" y="2594"/>
                  </a:lnTo>
                  <a:lnTo>
                    <a:pt x="2788" y="2788"/>
                  </a:lnTo>
                  <a:lnTo>
                    <a:pt x="2528" y="2961"/>
                  </a:lnTo>
                  <a:lnTo>
                    <a:pt x="2248" y="3134"/>
                  </a:lnTo>
                  <a:lnTo>
                    <a:pt x="1988" y="3264"/>
                  </a:lnTo>
                  <a:lnTo>
                    <a:pt x="1707" y="3393"/>
                  </a:lnTo>
                  <a:lnTo>
                    <a:pt x="1448" y="3501"/>
                  </a:lnTo>
                  <a:lnTo>
                    <a:pt x="1167" y="3566"/>
                  </a:lnTo>
                  <a:lnTo>
                    <a:pt x="908" y="3631"/>
                  </a:lnTo>
                  <a:lnTo>
                    <a:pt x="670" y="3653"/>
                  </a:lnTo>
                  <a:lnTo>
                    <a:pt x="433" y="3653"/>
                  </a:lnTo>
                  <a:lnTo>
                    <a:pt x="195" y="3631"/>
                  </a:lnTo>
                  <a:lnTo>
                    <a:pt x="0" y="3588"/>
                  </a:lnTo>
                  <a:lnTo>
                    <a:pt x="389" y="3825"/>
                  </a:lnTo>
                  <a:lnTo>
                    <a:pt x="778" y="4063"/>
                  </a:lnTo>
                  <a:lnTo>
                    <a:pt x="1210" y="4258"/>
                  </a:lnTo>
                  <a:lnTo>
                    <a:pt x="1643" y="4430"/>
                  </a:lnTo>
                  <a:lnTo>
                    <a:pt x="2118" y="4582"/>
                  </a:lnTo>
                  <a:lnTo>
                    <a:pt x="2572" y="4711"/>
                  </a:lnTo>
                  <a:lnTo>
                    <a:pt x="3047" y="4798"/>
                  </a:lnTo>
                  <a:lnTo>
                    <a:pt x="3501" y="4863"/>
                  </a:lnTo>
                  <a:lnTo>
                    <a:pt x="3976" y="4863"/>
                  </a:lnTo>
                  <a:lnTo>
                    <a:pt x="4430" y="4841"/>
                  </a:lnTo>
                  <a:lnTo>
                    <a:pt x="4884" y="4776"/>
                  </a:lnTo>
                  <a:lnTo>
                    <a:pt x="5316" y="4668"/>
                  </a:lnTo>
                  <a:lnTo>
                    <a:pt x="5510" y="4603"/>
                  </a:lnTo>
                  <a:lnTo>
                    <a:pt x="5705" y="4517"/>
                  </a:lnTo>
                  <a:lnTo>
                    <a:pt x="5899" y="4409"/>
                  </a:lnTo>
                  <a:lnTo>
                    <a:pt x="6094" y="4301"/>
                  </a:lnTo>
                  <a:lnTo>
                    <a:pt x="6288" y="4193"/>
                  </a:lnTo>
                  <a:lnTo>
                    <a:pt x="6461" y="4063"/>
                  </a:lnTo>
                  <a:lnTo>
                    <a:pt x="6612" y="3912"/>
                  </a:lnTo>
                  <a:lnTo>
                    <a:pt x="6764" y="3739"/>
                  </a:lnTo>
                  <a:lnTo>
                    <a:pt x="7044" y="3415"/>
                  </a:lnTo>
                  <a:lnTo>
                    <a:pt x="7282" y="3112"/>
                  </a:lnTo>
                  <a:lnTo>
                    <a:pt x="7455" y="2832"/>
                  </a:lnTo>
                  <a:lnTo>
                    <a:pt x="7606" y="2551"/>
                  </a:lnTo>
                  <a:lnTo>
                    <a:pt x="7693" y="2291"/>
                  </a:lnTo>
                  <a:lnTo>
                    <a:pt x="7757" y="2054"/>
                  </a:lnTo>
                  <a:lnTo>
                    <a:pt x="7801" y="1838"/>
                  </a:lnTo>
                  <a:lnTo>
                    <a:pt x="7801" y="1621"/>
                  </a:lnTo>
                  <a:lnTo>
                    <a:pt x="7757" y="1427"/>
                  </a:lnTo>
                  <a:lnTo>
                    <a:pt x="7714" y="1233"/>
                  </a:lnTo>
                  <a:lnTo>
                    <a:pt x="7628" y="1081"/>
                  </a:lnTo>
                  <a:lnTo>
                    <a:pt x="7541" y="908"/>
                  </a:lnTo>
                  <a:lnTo>
                    <a:pt x="7412" y="779"/>
                  </a:lnTo>
                  <a:lnTo>
                    <a:pt x="7304" y="649"/>
                  </a:lnTo>
                  <a:lnTo>
                    <a:pt x="7152" y="520"/>
                  </a:lnTo>
                  <a:lnTo>
                    <a:pt x="7023" y="411"/>
                  </a:lnTo>
                  <a:lnTo>
                    <a:pt x="6850" y="282"/>
                  </a:lnTo>
                  <a:lnTo>
                    <a:pt x="6677" y="174"/>
                  </a:lnTo>
                  <a:lnTo>
                    <a:pt x="6504" y="87"/>
                  </a:lnTo>
                  <a:lnTo>
                    <a:pt x="6331" y="44"/>
                  </a:lnTo>
                  <a:lnTo>
                    <a:pt x="61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6" name="Google Shape;7696;p37"/>
            <p:cNvSpPr/>
            <p:nvPr/>
          </p:nvSpPr>
          <p:spPr>
            <a:xfrm>
              <a:off x="16563725" y="3319500"/>
              <a:ext cx="195025" cy="121575"/>
            </a:xfrm>
            <a:custGeom>
              <a:avLst/>
              <a:gdLst/>
              <a:ahLst/>
              <a:cxnLst/>
              <a:rect l="l" t="t" r="r" b="b"/>
              <a:pathLst>
                <a:path w="7801" h="4863" extrusionOk="0">
                  <a:moveTo>
                    <a:pt x="1642" y="1"/>
                  </a:moveTo>
                  <a:lnTo>
                    <a:pt x="1470" y="44"/>
                  </a:lnTo>
                  <a:lnTo>
                    <a:pt x="1297" y="87"/>
                  </a:lnTo>
                  <a:lnTo>
                    <a:pt x="1124" y="174"/>
                  </a:lnTo>
                  <a:lnTo>
                    <a:pt x="973" y="282"/>
                  </a:lnTo>
                  <a:lnTo>
                    <a:pt x="778" y="411"/>
                  </a:lnTo>
                  <a:lnTo>
                    <a:pt x="649" y="520"/>
                  </a:lnTo>
                  <a:lnTo>
                    <a:pt x="519" y="649"/>
                  </a:lnTo>
                  <a:lnTo>
                    <a:pt x="389" y="779"/>
                  </a:lnTo>
                  <a:lnTo>
                    <a:pt x="281" y="908"/>
                  </a:lnTo>
                  <a:lnTo>
                    <a:pt x="173" y="1081"/>
                  </a:lnTo>
                  <a:lnTo>
                    <a:pt x="87" y="1233"/>
                  </a:lnTo>
                  <a:lnTo>
                    <a:pt x="44" y="1427"/>
                  </a:lnTo>
                  <a:lnTo>
                    <a:pt x="22" y="1621"/>
                  </a:lnTo>
                  <a:lnTo>
                    <a:pt x="0" y="1838"/>
                  </a:lnTo>
                  <a:lnTo>
                    <a:pt x="44" y="2054"/>
                  </a:lnTo>
                  <a:lnTo>
                    <a:pt x="108" y="2291"/>
                  </a:lnTo>
                  <a:lnTo>
                    <a:pt x="195" y="2551"/>
                  </a:lnTo>
                  <a:lnTo>
                    <a:pt x="346" y="2832"/>
                  </a:lnTo>
                  <a:lnTo>
                    <a:pt x="519" y="3112"/>
                  </a:lnTo>
                  <a:lnTo>
                    <a:pt x="757" y="3415"/>
                  </a:lnTo>
                  <a:lnTo>
                    <a:pt x="1037" y="3739"/>
                  </a:lnTo>
                  <a:lnTo>
                    <a:pt x="1189" y="3912"/>
                  </a:lnTo>
                  <a:lnTo>
                    <a:pt x="1362" y="4063"/>
                  </a:lnTo>
                  <a:lnTo>
                    <a:pt x="1534" y="4193"/>
                  </a:lnTo>
                  <a:lnTo>
                    <a:pt x="1707" y="4301"/>
                  </a:lnTo>
                  <a:lnTo>
                    <a:pt x="1902" y="4409"/>
                  </a:lnTo>
                  <a:lnTo>
                    <a:pt x="2096" y="4517"/>
                  </a:lnTo>
                  <a:lnTo>
                    <a:pt x="2291" y="4603"/>
                  </a:lnTo>
                  <a:lnTo>
                    <a:pt x="2507" y="4668"/>
                  </a:lnTo>
                  <a:lnTo>
                    <a:pt x="2917" y="4776"/>
                  </a:lnTo>
                  <a:lnTo>
                    <a:pt x="3371" y="4841"/>
                  </a:lnTo>
                  <a:lnTo>
                    <a:pt x="3825" y="4863"/>
                  </a:lnTo>
                  <a:lnTo>
                    <a:pt x="4300" y="4863"/>
                  </a:lnTo>
                  <a:lnTo>
                    <a:pt x="4754" y="4798"/>
                  </a:lnTo>
                  <a:lnTo>
                    <a:pt x="5229" y="4711"/>
                  </a:lnTo>
                  <a:lnTo>
                    <a:pt x="5705" y="4582"/>
                  </a:lnTo>
                  <a:lnTo>
                    <a:pt x="6158" y="4430"/>
                  </a:lnTo>
                  <a:lnTo>
                    <a:pt x="6591" y="4258"/>
                  </a:lnTo>
                  <a:lnTo>
                    <a:pt x="7023" y="4063"/>
                  </a:lnTo>
                  <a:lnTo>
                    <a:pt x="7433" y="3825"/>
                  </a:lnTo>
                  <a:lnTo>
                    <a:pt x="7801" y="3588"/>
                  </a:lnTo>
                  <a:lnTo>
                    <a:pt x="7606" y="3631"/>
                  </a:lnTo>
                  <a:lnTo>
                    <a:pt x="7390" y="3653"/>
                  </a:lnTo>
                  <a:lnTo>
                    <a:pt x="7152" y="3653"/>
                  </a:lnTo>
                  <a:lnTo>
                    <a:pt x="6893" y="3631"/>
                  </a:lnTo>
                  <a:lnTo>
                    <a:pt x="6634" y="3566"/>
                  </a:lnTo>
                  <a:lnTo>
                    <a:pt x="6375" y="3501"/>
                  </a:lnTo>
                  <a:lnTo>
                    <a:pt x="6094" y="3393"/>
                  </a:lnTo>
                  <a:lnTo>
                    <a:pt x="5813" y="3264"/>
                  </a:lnTo>
                  <a:lnTo>
                    <a:pt x="5553" y="3134"/>
                  </a:lnTo>
                  <a:lnTo>
                    <a:pt x="5273" y="2961"/>
                  </a:lnTo>
                  <a:lnTo>
                    <a:pt x="5013" y="2788"/>
                  </a:lnTo>
                  <a:lnTo>
                    <a:pt x="4754" y="2594"/>
                  </a:lnTo>
                  <a:lnTo>
                    <a:pt x="4516" y="2399"/>
                  </a:lnTo>
                  <a:lnTo>
                    <a:pt x="4279" y="2183"/>
                  </a:lnTo>
                  <a:lnTo>
                    <a:pt x="4063" y="1946"/>
                  </a:lnTo>
                  <a:lnTo>
                    <a:pt x="3868" y="1708"/>
                  </a:lnTo>
                  <a:lnTo>
                    <a:pt x="3393" y="1103"/>
                  </a:lnTo>
                  <a:lnTo>
                    <a:pt x="3155" y="844"/>
                  </a:lnTo>
                  <a:lnTo>
                    <a:pt x="2939" y="628"/>
                  </a:lnTo>
                  <a:lnTo>
                    <a:pt x="2744" y="455"/>
                  </a:lnTo>
                  <a:lnTo>
                    <a:pt x="2550" y="303"/>
                  </a:lnTo>
                  <a:lnTo>
                    <a:pt x="2356" y="174"/>
                  </a:lnTo>
                  <a:lnTo>
                    <a:pt x="2161" y="87"/>
                  </a:lnTo>
                  <a:lnTo>
                    <a:pt x="1988" y="23"/>
                  </a:lnTo>
                  <a:lnTo>
                    <a:pt x="181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7" name="Google Shape;7697;p37"/>
            <p:cNvSpPr/>
            <p:nvPr/>
          </p:nvSpPr>
          <p:spPr>
            <a:xfrm>
              <a:off x="16640975" y="3230925"/>
              <a:ext cx="27575" cy="34600"/>
            </a:xfrm>
            <a:custGeom>
              <a:avLst/>
              <a:gdLst/>
              <a:ahLst/>
              <a:cxnLst/>
              <a:rect l="l" t="t" r="r" b="b"/>
              <a:pathLst>
                <a:path w="1103" h="1384" extrusionOk="0">
                  <a:moveTo>
                    <a:pt x="432" y="0"/>
                  </a:moveTo>
                  <a:lnTo>
                    <a:pt x="324" y="43"/>
                  </a:lnTo>
                  <a:lnTo>
                    <a:pt x="238" y="108"/>
                  </a:lnTo>
                  <a:lnTo>
                    <a:pt x="151" y="195"/>
                  </a:lnTo>
                  <a:lnTo>
                    <a:pt x="87" y="303"/>
                  </a:lnTo>
                  <a:lnTo>
                    <a:pt x="43" y="411"/>
                  </a:lnTo>
                  <a:lnTo>
                    <a:pt x="0" y="540"/>
                  </a:lnTo>
                  <a:lnTo>
                    <a:pt x="0" y="692"/>
                  </a:lnTo>
                  <a:lnTo>
                    <a:pt x="0" y="821"/>
                  </a:lnTo>
                  <a:lnTo>
                    <a:pt x="43" y="951"/>
                  </a:lnTo>
                  <a:lnTo>
                    <a:pt x="87" y="1081"/>
                  </a:lnTo>
                  <a:lnTo>
                    <a:pt x="151" y="1189"/>
                  </a:lnTo>
                  <a:lnTo>
                    <a:pt x="238" y="1275"/>
                  </a:lnTo>
                  <a:lnTo>
                    <a:pt x="324" y="1340"/>
                  </a:lnTo>
                  <a:lnTo>
                    <a:pt x="432" y="1383"/>
                  </a:lnTo>
                  <a:lnTo>
                    <a:pt x="648" y="1383"/>
                  </a:lnTo>
                  <a:lnTo>
                    <a:pt x="756" y="1340"/>
                  </a:lnTo>
                  <a:lnTo>
                    <a:pt x="843" y="1275"/>
                  </a:lnTo>
                  <a:lnTo>
                    <a:pt x="929" y="1189"/>
                  </a:lnTo>
                  <a:lnTo>
                    <a:pt x="994" y="1081"/>
                  </a:lnTo>
                  <a:lnTo>
                    <a:pt x="1059" y="951"/>
                  </a:lnTo>
                  <a:lnTo>
                    <a:pt x="1081" y="821"/>
                  </a:lnTo>
                  <a:lnTo>
                    <a:pt x="1102" y="692"/>
                  </a:lnTo>
                  <a:lnTo>
                    <a:pt x="1081" y="540"/>
                  </a:lnTo>
                  <a:lnTo>
                    <a:pt x="1059" y="411"/>
                  </a:lnTo>
                  <a:lnTo>
                    <a:pt x="994" y="303"/>
                  </a:lnTo>
                  <a:lnTo>
                    <a:pt x="929" y="195"/>
                  </a:lnTo>
                  <a:lnTo>
                    <a:pt x="843" y="108"/>
                  </a:lnTo>
                  <a:lnTo>
                    <a:pt x="756" y="43"/>
                  </a:lnTo>
                  <a:lnTo>
                    <a:pt x="6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8" name="Google Shape;7698;p37"/>
            <p:cNvSpPr/>
            <p:nvPr/>
          </p:nvSpPr>
          <p:spPr>
            <a:xfrm>
              <a:off x="16487025" y="3230925"/>
              <a:ext cx="27575" cy="34600"/>
            </a:xfrm>
            <a:custGeom>
              <a:avLst/>
              <a:gdLst/>
              <a:ahLst/>
              <a:cxnLst/>
              <a:rect l="l" t="t" r="r" b="b"/>
              <a:pathLst>
                <a:path w="1103" h="1384" extrusionOk="0">
                  <a:moveTo>
                    <a:pt x="432" y="0"/>
                  </a:moveTo>
                  <a:lnTo>
                    <a:pt x="346" y="43"/>
                  </a:lnTo>
                  <a:lnTo>
                    <a:pt x="238" y="108"/>
                  </a:lnTo>
                  <a:lnTo>
                    <a:pt x="173" y="195"/>
                  </a:lnTo>
                  <a:lnTo>
                    <a:pt x="108" y="303"/>
                  </a:lnTo>
                  <a:lnTo>
                    <a:pt x="43" y="411"/>
                  </a:lnTo>
                  <a:lnTo>
                    <a:pt x="22" y="540"/>
                  </a:lnTo>
                  <a:lnTo>
                    <a:pt x="0" y="692"/>
                  </a:lnTo>
                  <a:lnTo>
                    <a:pt x="22" y="821"/>
                  </a:lnTo>
                  <a:lnTo>
                    <a:pt x="43" y="951"/>
                  </a:lnTo>
                  <a:lnTo>
                    <a:pt x="108" y="1081"/>
                  </a:lnTo>
                  <a:lnTo>
                    <a:pt x="173" y="1189"/>
                  </a:lnTo>
                  <a:lnTo>
                    <a:pt x="238" y="1275"/>
                  </a:lnTo>
                  <a:lnTo>
                    <a:pt x="346" y="1340"/>
                  </a:lnTo>
                  <a:lnTo>
                    <a:pt x="432" y="1383"/>
                  </a:lnTo>
                  <a:lnTo>
                    <a:pt x="670" y="1383"/>
                  </a:lnTo>
                  <a:lnTo>
                    <a:pt x="756" y="1340"/>
                  </a:lnTo>
                  <a:lnTo>
                    <a:pt x="864" y="1275"/>
                  </a:lnTo>
                  <a:lnTo>
                    <a:pt x="951" y="1189"/>
                  </a:lnTo>
                  <a:lnTo>
                    <a:pt x="1016" y="1081"/>
                  </a:lnTo>
                  <a:lnTo>
                    <a:pt x="1059" y="951"/>
                  </a:lnTo>
                  <a:lnTo>
                    <a:pt x="1080" y="821"/>
                  </a:lnTo>
                  <a:lnTo>
                    <a:pt x="1102" y="692"/>
                  </a:lnTo>
                  <a:lnTo>
                    <a:pt x="1080" y="540"/>
                  </a:lnTo>
                  <a:lnTo>
                    <a:pt x="1059" y="411"/>
                  </a:lnTo>
                  <a:lnTo>
                    <a:pt x="1016" y="303"/>
                  </a:lnTo>
                  <a:lnTo>
                    <a:pt x="951" y="195"/>
                  </a:lnTo>
                  <a:lnTo>
                    <a:pt x="864" y="108"/>
                  </a:lnTo>
                  <a:lnTo>
                    <a:pt x="756" y="43"/>
                  </a:lnTo>
                  <a:lnTo>
                    <a:pt x="67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9" name="Google Shape;7699;p37"/>
            <p:cNvSpPr/>
            <p:nvPr/>
          </p:nvSpPr>
          <p:spPr>
            <a:xfrm>
              <a:off x="16624750" y="3157450"/>
              <a:ext cx="107525" cy="39475"/>
            </a:xfrm>
            <a:custGeom>
              <a:avLst/>
              <a:gdLst/>
              <a:ahLst/>
              <a:cxnLst/>
              <a:rect l="l" t="t" r="r" b="b"/>
              <a:pathLst>
                <a:path w="4301" h="1579" extrusionOk="0">
                  <a:moveTo>
                    <a:pt x="563" y="1"/>
                  </a:moveTo>
                  <a:lnTo>
                    <a:pt x="455" y="22"/>
                  </a:lnTo>
                  <a:lnTo>
                    <a:pt x="347" y="65"/>
                  </a:lnTo>
                  <a:lnTo>
                    <a:pt x="260" y="130"/>
                  </a:lnTo>
                  <a:lnTo>
                    <a:pt x="195" y="195"/>
                  </a:lnTo>
                  <a:lnTo>
                    <a:pt x="87" y="282"/>
                  </a:lnTo>
                  <a:lnTo>
                    <a:pt x="44" y="390"/>
                  </a:lnTo>
                  <a:lnTo>
                    <a:pt x="1" y="519"/>
                  </a:lnTo>
                  <a:lnTo>
                    <a:pt x="23" y="670"/>
                  </a:lnTo>
                  <a:lnTo>
                    <a:pt x="87" y="800"/>
                  </a:lnTo>
                  <a:lnTo>
                    <a:pt x="174" y="951"/>
                  </a:lnTo>
                  <a:lnTo>
                    <a:pt x="325" y="1059"/>
                  </a:lnTo>
                  <a:lnTo>
                    <a:pt x="498" y="1167"/>
                  </a:lnTo>
                  <a:lnTo>
                    <a:pt x="757" y="1189"/>
                  </a:lnTo>
                  <a:lnTo>
                    <a:pt x="1146" y="1211"/>
                  </a:lnTo>
                  <a:lnTo>
                    <a:pt x="2119" y="1232"/>
                  </a:lnTo>
                  <a:lnTo>
                    <a:pt x="2659" y="1276"/>
                  </a:lnTo>
                  <a:lnTo>
                    <a:pt x="3199" y="1340"/>
                  </a:lnTo>
                  <a:lnTo>
                    <a:pt x="3437" y="1384"/>
                  </a:lnTo>
                  <a:lnTo>
                    <a:pt x="3674" y="1448"/>
                  </a:lnTo>
                  <a:lnTo>
                    <a:pt x="3890" y="1513"/>
                  </a:lnTo>
                  <a:lnTo>
                    <a:pt x="4063" y="1578"/>
                  </a:lnTo>
                  <a:lnTo>
                    <a:pt x="4171" y="1578"/>
                  </a:lnTo>
                  <a:lnTo>
                    <a:pt x="4236" y="1556"/>
                  </a:lnTo>
                  <a:lnTo>
                    <a:pt x="4279" y="1513"/>
                  </a:lnTo>
                  <a:lnTo>
                    <a:pt x="4301" y="1470"/>
                  </a:lnTo>
                  <a:lnTo>
                    <a:pt x="4279" y="1427"/>
                  </a:lnTo>
                  <a:lnTo>
                    <a:pt x="4236" y="1362"/>
                  </a:lnTo>
                  <a:lnTo>
                    <a:pt x="4085" y="1211"/>
                  </a:lnTo>
                  <a:lnTo>
                    <a:pt x="3847" y="1059"/>
                  </a:lnTo>
                  <a:lnTo>
                    <a:pt x="3545" y="887"/>
                  </a:lnTo>
                  <a:lnTo>
                    <a:pt x="3199" y="714"/>
                  </a:lnTo>
                  <a:lnTo>
                    <a:pt x="2810" y="541"/>
                  </a:lnTo>
                  <a:lnTo>
                    <a:pt x="2399" y="390"/>
                  </a:lnTo>
                  <a:lnTo>
                    <a:pt x="1989" y="238"/>
                  </a:lnTo>
                  <a:lnTo>
                    <a:pt x="1600" y="130"/>
                  </a:lnTo>
                  <a:lnTo>
                    <a:pt x="1211" y="44"/>
                  </a:lnTo>
                  <a:lnTo>
                    <a:pt x="8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0" name="Google Shape;7700;p37"/>
            <p:cNvSpPr/>
            <p:nvPr/>
          </p:nvSpPr>
          <p:spPr>
            <a:xfrm>
              <a:off x="16422725" y="3157450"/>
              <a:ext cx="107000" cy="39475"/>
            </a:xfrm>
            <a:custGeom>
              <a:avLst/>
              <a:gdLst/>
              <a:ahLst/>
              <a:cxnLst/>
              <a:rect l="l" t="t" r="r" b="b"/>
              <a:pathLst>
                <a:path w="4280" h="1579" extrusionOk="0">
                  <a:moveTo>
                    <a:pt x="3415" y="1"/>
                  </a:moveTo>
                  <a:lnTo>
                    <a:pt x="3069" y="44"/>
                  </a:lnTo>
                  <a:lnTo>
                    <a:pt x="2702" y="130"/>
                  </a:lnTo>
                  <a:lnTo>
                    <a:pt x="2291" y="238"/>
                  </a:lnTo>
                  <a:lnTo>
                    <a:pt x="1881" y="390"/>
                  </a:lnTo>
                  <a:lnTo>
                    <a:pt x="1470" y="541"/>
                  </a:lnTo>
                  <a:lnTo>
                    <a:pt x="1081" y="714"/>
                  </a:lnTo>
                  <a:lnTo>
                    <a:pt x="735" y="887"/>
                  </a:lnTo>
                  <a:lnTo>
                    <a:pt x="433" y="1059"/>
                  </a:lnTo>
                  <a:lnTo>
                    <a:pt x="195" y="1211"/>
                  </a:lnTo>
                  <a:lnTo>
                    <a:pt x="44" y="1362"/>
                  </a:lnTo>
                  <a:lnTo>
                    <a:pt x="1" y="1427"/>
                  </a:lnTo>
                  <a:lnTo>
                    <a:pt x="1" y="1470"/>
                  </a:lnTo>
                  <a:lnTo>
                    <a:pt x="1" y="1513"/>
                  </a:lnTo>
                  <a:lnTo>
                    <a:pt x="44" y="1556"/>
                  </a:lnTo>
                  <a:lnTo>
                    <a:pt x="109" y="1578"/>
                  </a:lnTo>
                  <a:lnTo>
                    <a:pt x="217" y="1578"/>
                  </a:lnTo>
                  <a:lnTo>
                    <a:pt x="411" y="1513"/>
                  </a:lnTo>
                  <a:lnTo>
                    <a:pt x="606" y="1448"/>
                  </a:lnTo>
                  <a:lnTo>
                    <a:pt x="843" y="1384"/>
                  </a:lnTo>
                  <a:lnTo>
                    <a:pt x="1103" y="1340"/>
                  </a:lnTo>
                  <a:lnTo>
                    <a:pt x="1621" y="1276"/>
                  </a:lnTo>
                  <a:lnTo>
                    <a:pt x="2162" y="1232"/>
                  </a:lnTo>
                  <a:lnTo>
                    <a:pt x="3155" y="1211"/>
                  </a:lnTo>
                  <a:lnTo>
                    <a:pt x="3523" y="1189"/>
                  </a:lnTo>
                  <a:lnTo>
                    <a:pt x="3782" y="1167"/>
                  </a:lnTo>
                  <a:lnTo>
                    <a:pt x="3955" y="1059"/>
                  </a:lnTo>
                  <a:lnTo>
                    <a:pt x="4106" y="951"/>
                  </a:lnTo>
                  <a:lnTo>
                    <a:pt x="4193" y="800"/>
                  </a:lnTo>
                  <a:lnTo>
                    <a:pt x="4257" y="670"/>
                  </a:lnTo>
                  <a:lnTo>
                    <a:pt x="4279" y="519"/>
                  </a:lnTo>
                  <a:lnTo>
                    <a:pt x="4257" y="390"/>
                  </a:lnTo>
                  <a:lnTo>
                    <a:pt x="4193" y="282"/>
                  </a:lnTo>
                  <a:lnTo>
                    <a:pt x="4085" y="195"/>
                  </a:lnTo>
                  <a:lnTo>
                    <a:pt x="4020" y="130"/>
                  </a:lnTo>
                  <a:lnTo>
                    <a:pt x="3933" y="65"/>
                  </a:lnTo>
                  <a:lnTo>
                    <a:pt x="3825" y="22"/>
                  </a:lnTo>
                  <a:lnTo>
                    <a:pt x="371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1" name="Google Shape;7701;p37"/>
            <p:cNvSpPr/>
            <p:nvPr/>
          </p:nvSpPr>
          <p:spPr>
            <a:xfrm>
              <a:off x="16313075" y="3508025"/>
              <a:ext cx="528325" cy="501325"/>
            </a:xfrm>
            <a:custGeom>
              <a:avLst/>
              <a:gdLst/>
              <a:ahLst/>
              <a:cxnLst/>
              <a:rect l="l" t="t" r="r" b="b"/>
              <a:pathLst>
                <a:path w="21133" h="20053" extrusionOk="0">
                  <a:moveTo>
                    <a:pt x="0" y="1"/>
                  </a:moveTo>
                  <a:lnTo>
                    <a:pt x="0" y="20053"/>
                  </a:lnTo>
                  <a:lnTo>
                    <a:pt x="21133" y="20053"/>
                  </a:lnTo>
                  <a:lnTo>
                    <a:pt x="211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2" name="Google Shape;7702;p37"/>
            <p:cNvSpPr/>
            <p:nvPr/>
          </p:nvSpPr>
          <p:spPr>
            <a:xfrm>
              <a:off x="16426525" y="3663600"/>
              <a:ext cx="301425" cy="10850"/>
            </a:xfrm>
            <a:custGeom>
              <a:avLst/>
              <a:gdLst/>
              <a:ahLst/>
              <a:cxnLst/>
              <a:rect l="l" t="t" r="r" b="b"/>
              <a:pathLst>
                <a:path w="12057" h="434" extrusionOk="0">
                  <a:moveTo>
                    <a:pt x="130" y="1"/>
                  </a:moveTo>
                  <a:lnTo>
                    <a:pt x="65" y="66"/>
                  </a:lnTo>
                  <a:lnTo>
                    <a:pt x="22" y="131"/>
                  </a:lnTo>
                  <a:lnTo>
                    <a:pt x="0" y="217"/>
                  </a:lnTo>
                  <a:lnTo>
                    <a:pt x="22" y="303"/>
                  </a:lnTo>
                  <a:lnTo>
                    <a:pt x="65" y="368"/>
                  </a:lnTo>
                  <a:lnTo>
                    <a:pt x="130" y="411"/>
                  </a:lnTo>
                  <a:lnTo>
                    <a:pt x="216" y="433"/>
                  </a:lnTo>
                  <a:lnTo>
                    <a:pt x="11841" y="433"/>
                  </a:lnTo>
                  <a:lnTo>
                    <a:pt x="11927" y="411"/>
                  </a:lnTo>
                  <a:lnTo>
                    <a:pt x="11992" y="368"/>
                  </a:lnTo>
                  <a:lnTo>
                    <a:pt x="12035" y="303"/>
                  </a:lnTo>
                  <a:lnTo>
                    <a:pt x="12057" y="217"/>
                  </a:lnTo>
                  <a:lnTo>
                    <a:pt x="12035" y="131"/>
                  </a:lnTo>
                  <a:lnTo>
                    <a:pt x="11992" y="66"/>
                  </a:lnTo>
                  <a:lnTo>
                    <a:pt x="11927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3" name="Google Shape;7703;p37"/>
            <p:cNvSpPr/>
            <p:nvPr/>
          </p:nvSpPr>
          <p:spPr>
            <a:xfrm>
              <a:off x="16395725" y="3632275"/>
              <a:ext cx="72950" cy="72950"/>
            </a:xfrm>
            <a:custGeom>
              <a:avLst/>
              <a:gdLst/>
              <a:ahLst/>
              <a:cxnLst/>
              <a:rect l="l" t="t" r="r" b="b"/>
              <a:pathLst>
                <a:path w="2918" h="2918" extrusionOk="0">
                  <a:moveTo>
                    <a:pt x="1448" y="1"/>
                  </a:moveTo>
                  <a:lnTo>
                    <a:pt x="1297" y="22"/>
                  </a:lnTo>
                  <a:lnTo>
                    <a:pt x="1167" y="44"/>
                  </a:lnTo>
                  <a:lnTo>
                    <a:pt x="1016" y="66"/>
                  </a:lnTo>
                  <a:lnTo>
                    <a:pt x="886" y="130"/>
                  </a:lnTo>
                  <a:lnTo>
                    <a:pt x="757" y="195"/>
                  </a:lnTo>
                  <a:lnTo>
                    <a:pt x="649" y="260"/>
                  </a:lnTo>
                  <a:lnTo>
                    <a:pt x="519" y="346"/>
                  </a:lnTo>
                  <a:lnTo>
                    <a:pt x="433" y="433"/>
                  </a:lnTo>
                  <a:lnTo>
                    <a:pt x="325" y="541"/>
                  </a:lnTo>
                  <a:lnTo>
                    <a:pt x="260" y="649"/>
                  </a:lnTo>
                  <a:lnTo>
                    <a:pt x="173" y="779"/>
                  </a:lnTo>
                  <a:lnTo>
                    <a:pt x="108" y="887"/>
                  </a:lnTo>
                  <a:lnTo>
                    <a:pt x="65" y="1038"/>
                  </a:lnTo>
                  <a:lnTo>
                    <a:pt x="22" y="1167"/>
                  </a:lnTo>
                  <a:lnTo>
                    <a:pt x="0" y="1319"/>
                  </a:lnTo>
                  <a:lnTo>
                    <a:pt x="0" y="1470"/>
                  </a:lnTo>
                  <a:lnTo>
                    <a:pt x="0" y="1621"/>
                  </a:lnTo>
                  <a:lnTo>
                    <a:pt x="22" y="1751"/>
                  </a:lnTo>
                  <a:lnTo>
                    <a:pt x="65" y="1902"/>
                  </a:lnTo>
                  <a:lnTo>
                    <a:pt x="108" y="2032"/>
                  </a:lnTo>
                  <a:lnTo>
                    <a:pt x="173" y="2161"/>
                  </a:lnTo>
                  <a:lnTo>
                    <a:pt x="260" y="2269"/>
                  </a:lnTo>
                  <a:lnTo>
                    <a:pt x="325" y="2378"/>
                  </a:lnTo>
                  <a:lnTo>
                    <a:pt x="433" y="2486"/>
                  </a:lnTo>
                  <a:lnTo>
                    <a:pt x="519" y="2594"/>
                  </a:lnTo>
                  <a:lnTo>
                    <a:pt x="649" y="2658"/>
                  </a:lnTo>
                  <a:lnTo>
                    <a:pt x="757" y="2745"/>
                  </a:lnTo>
                  <a:lnTo>
                    <a:pt x="886" y="2810"/>
                  </a:lnTo>
                  <a:lnTo>
                    <a:pt x="1016" y="2853"/>
                  </a:lnTo>
                  <a:lnTo>
                    <a:pt x="1167" y="2896"/>
                  </a:lnTo>
                  <a:lnTo>
                    <a:pt x="1297" y="2918"/>
                  </a:lnTo>
                  <a:lnTo>
                    <a:pt x="1599" y="2918"/>
                  </a:lnTo>
                  <a:lnTo>
                    <a:pt x="1751" y="2896"/>
                  </a:lnTo>
                  <a:lnTo>
                    <a:pt x="1880" y="2853"/>
                  </a:lnTo>
                  <a:lnTo>
                    <a:pt x="2010" y="2810"/>
                  </a:lnTo>
                  <a:lnTo>
                    <a:pt x="2140" y="2745"/>
                  </a:lnTo>
                  <a:lnTo>
                    <a:pt x="2269" y="2658"/>
                  </a:lnTo>
                  <a:lnTo>
                    <a:pt x="2377" y="2594"/>
                  </a:lnTo>
                  <a:lnTo>
                    <a:pt x="2485" y="2486"/>
                  </a:lnTo>
                  <a:lnTo>
                    <a:pt x="2572" y="2378"/>
                  </a:lnTo>
                  <a:lnTo>
                    <a:pt x="2658" y="2269"/>
                  </a:lnTo>
                  <a:lnTo>
                    <a:pt x="2723" y="2161"/>
                  </a:lnTo>
                  <a:lnTo>
                    <a:pt x="2788" y="2032"/>
                  </a:lnTo>
                  <a:lnTo>
                    <a:pt x="2831" y="1902"/>
                  </a:lnTo>
                  <a:lnTo>
                    <a:pt x="2874" y="1751"/>
                  </a:lnTo>
                  <a:lnTo>
                    <a:pt x="2896" y="1621"/>
                  </a:lnTo>
                  <a:lnTo>
                    <a:pt x="2917" y="1470"/>
                  </a:lnTo>
                  <a:lnTo>
                    <a:pt x="2896" y="1319"/>
                  </a:lnTo>
                  <a:lnTo>
                    <a:pt x="2874" y="1167"/>
                  </a:lnTo>
                  <a:lnTo>
                    <a:pt x="2831" y="1038"/>
                  </a:lnTo>
                  <a:lnTo>
                    <a:pt x="2788" y="887"/>
                  </a:lnTo>
                  <a:lnTo>
                    <a:pt x="2723" y="779"/>
                  </a:lnTo>
                  <a:lnTo>
                    <a:pt x="2658" y="649"/>
                  </a:lnTo>
                  <a:lnTo>
                    <a:pt x="2572" y="541"/>
                  </a:lnTo>
                  <a:lnTo>
                    <a:pt x="2485" y="433"/>
                  </a:lnTo>
                  <a:lnTo>
                    <a:pt x="2377" y="346"/>
                  </a:lnTo>
                  <a:lnTo>
                    <a:pt x="2269" y="260"/>
                  </a:lnTo>
                  <a:lnTo>
                    <a:pt x="2140" y="195"/>
                  </a:lnTo>
                  <a:lnTo>
                    <a:pt x="2010" y="130"/>
                  </a:lnTo>
                  <a:lnTo>
                    <a:pt x="1880" y="66"/>
                  </a:lnTo>
                  <a:lnTo>
                    <a:pt x="1751" y="44"/>
                  </a:lnTo>
                  <a:lnTo>
                    <a:pt x="1599" y="22"/>
                  </a:lnTo>
                  <a:lnTo>
                    <a:pt x="1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4" name="Google Shape;7704;p37"/>
            <p:cNvSpPr/>
            <p:nvPr/>
          </p:nvSpPr>
          <p:spPr>
            <a:xfrm>
              <a:off x="16686350" y="3632275"/>
              <a:ext cx="72400" cy="72950"/>
            </a:xfrm>
            <a:custGeom>
              <a:avLst/>
              <a:gdLst/>
              <a:ahLst/>
              <a:cxnLst/>
              <a:rect l="l" t="t" r="r" b="b"/>
              <a:pathLst>
                <a:path w="2896" h="2918" extrusionOk="0">
                  <a:moveTo>
                    <a:pt x="1448" y="1"/>
                  </a:moveTo>
                  <a:lnTo>
                    <a:pt x="1297" y="22"/>
                  </a:lnTo>
                  <a:lnTo>
                    <a:pt x="1145" y="44"/>
                  </a:lnTo>
                  <a:lnTo>
                    <a:pt x="1016" y="66"/>
                  </a:lnTo>
                  <a:lnTo>
                    <a:pt x="886" y="130"/>
                  </a:lnTo>
                  <a:lnTo>
                    <a:pt x="756" y="195"/>
                  </a:lnTo>
                  <a:lnTo>
                    <a:pt x="627" y="260"/>
                  </a:lnTo>
                  <a:lnTo>
                    <a:pt x="519" y="346"/>
                  </a:lnTo>
                  <a:lnTo>
                    <a:pt x="411" y="433"/>
                  </a:lnTo>
                  <a:lnTo>
                    <a:pt x="324" y="541"/>
                  </a:lnTo>
                  <a:lnTo>
                    <a:pt x="238" y="649"/>
                  </a:lnTo>
                  <a:lnTo>
                    <a:pt x="173" y="779"/>
                  </a:lnTo>
                  <a:lnTo>
                    <a:pt x="108" y="887"/>
                  </a:lnTo>
                  <a:lnTo>
                    <a:pt x="65" y="1038"/>
                  </a:lnTo>
                  <a:lnTo>
                    <a:pt x="22" y="1167"/>
                  </a:lnTo>
                  <a:lnTo>
                    <a:pt x="0" y="1319"/>
                  </a:lnTo>
                  <a:lnTo>
                    <a:pt x="0" y="1470"/>
                  </a:lnTo>
                  <a:lnTo>
                    <a:pt x="0" y="1621"/>
                  </a:lnTo>
                  <a:lnTo>
                    <a:pt x="22" y="1751"/>
                  </a:lnTo>
                  <a:lnTo>
                    <a:pt x="65" y="1902"/>
                  </a:lnTo>
                  <a:lnTo>
                    <a:pt x="108" y="2032"/>
                  </a:lnTo>
                  <a:lnTo>
                    <a:pt x="173" y="2161"/>
                  </a:lnTo>
                  <a:lnTo>
                    <a:pt x="238" y="2269"/>
                  </a:lnTo>
                  <a:lnTo>
                    <a:pt x="324" y="2378"/>
                  </a:lnTo>
                  <a:lnTo>
                    <a:pt x="411" y="2486"/>
                  </a:lnTo>
                  <a:lnTo>
                    <a:pt x="519" y="2594"/>
                  </a:lnTo>
                  <a:lnTo>
                    <a:pt x="627" y="2658"/>
                  </a:lnTo>
                  <a:lnTo>
                    <a:pt x="756" y="2745"/>
                  </a:lnTo>
                  <a:lnTo>
                    <a:pt x="886" y="2810"/>
                  </a:lnTo>
                  <a:lnTo>
                    <a:pt x="1016" y="2853"/>
                  </a:lnTo>
                  <a:lnTo>
                    <a:pt x="1145" y="2896"/>
                  </a:lnTo>
                  <a:lnTo>
                    <a:pt x="1297" y="2918"/>
                  </a:lnTo>
                  <a:lnTo>
                    <a:pt x="1599" y="2918"/>
                  </a:lnTo>
                  <a:lnTo>
                    <a:pt x="1729" y="2896"/>
                  </a:lnTo>
                  <a:lnTo>
                    <a:pt x="1880" y="2853"/>
                  </a:lnTo>
                  <a:lnTo>
                    <a:pt x="2010" y="2810"/>
                  </a:lnTo>
                  <a:lnTo>
                    <a:pt x="2139" y="2745"/>
                  </a:lnTo>
                  <a:lnTo>
                    <a:pt x="2269" y="2658"/>
                  </a:lnTo>
                  <a:lnTo>
                    <a:pt x="2377" y="2594"/>
                  </a:lnTo>
                  <a:lnTo>
                    <a:pt x="2463" y="2486"/>
                  </a:lnTo>
                  <a:lnTo>
                    <a:pt x="2572" y="2378"/>
                  </a:lnTo>
                  <a:lnTo>
                    <a:pt x="2658" y="2269"/>
                  </a:lnTo>
                  <a:lnTo>
                    <a:pt x="2723" y="2161"/>
                  </a:lnTo>
                  <a:lnTo>
                    <a:pt x="2788" y="2032"/>
                  </a:lnTo>
                  <a:lnTo>
                    <a:pt x="2831" y="1902"/>
                  </a:lnTo>
                  <a:lnTo>
                    <a:pt x="2874" y="1751"/>
                  </a:lnTo>
                  <a:lnTo>
                    <a:pt x="2896" y="1621"/>
                  </a:lnTo>
                  <a:lnTo>
                    <a:pt x="2896" y="1470"/>
                  </a:lnTo>
                  <a:lnTo>
                    <a:pt x="2896" y="1319"/>
                  </a:lnTo>
                  <a:lnTo>
                    <a:pt x="2874" y="1167"/>
                  </a:lnTo>
                  <a:lnTo>
                    <a:pt x="2831" y="1038"/>
                  </a:lnTo>
                  <a:lnTo>
                    <a:pt x="2788" y="887"/>
                  </a:lnTo>
                  <a:lnTo>
                    <a:pt x="2723" y="779"/>
                  </a:lnTo>
                  <a:lnTo>
                    <a:pt x="2658" y="649"/>
                  </a:lnTo>
                  <a:lnTo>
                    <a:pt x="2572" y="541"/>
                  </a:lnTo>
                  <a:lnTo>
                    <a:pt x="2463" y="433"/>
                  </a:lnTo>
                  <a:lnTo>
                    <a:pt x="2377" y="346"/>
                  </a:lnTo>
                  <a:lnTo>
                    <a:pt x="2269" y="260"/>
                  </a:lnTo>
                  <a:lnTo>
                    <a:pt x="2139" y="195"/>
                  </a:lnTo>
                  <a:lnTo>
                    <a:pt x="2010" y="130"/>
                  </a:lnTo>
                  <a:lnTo>
                    <a:pt x="1880" y="66"/>
                  </a:lnTo>
                  <a:lnTo>
                    <a:pt x="1729" y="44"/>
                  </a:lnTo>
                  <a:lnTo>
                    <a:pt x="1599" y="22"/>
                  </a:lnTo>
                  <a:lnTo>
                    <a:pt x="1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5" name="Google Shape;7705;p37"/>
            <p:cNvSpPr/>
            <p:nvPr/>
          </p:nvSpPr>
          <p:spPr>
            <a:xfrm>
              <a:off x="16703100" y="3649575"/>
              <a:ext cx="38375" cy="38375"/>
            </a:xfrm>
            <a:custGeom>
              <a:avLst/>
              <a:gdLst/>
              <a:ahLst/>
              <a:cxnLst/>
              <a:rect l="l" t="t" r="r" b="b"/>
              <a:pathLst>
                <a:path w="1535" h="1535" extrusionOk="0">
                  <a:moveTo>
                    <a:pt x="778" y="0"/>
                  </a:moveTo>
                  <a:lnTo>
                    <a:pt x="627" y="22"/>
                  </a:lnTo>
                  <a:lnTo>
                    <a:pt x="475" y="65"/>
                  </a:lnTo>
                  <a:lnTo>
                    <a:pt x="346" y="130"/>
                  </a:lnTo>
                  <a:lnTo>
                    <a:pt x="238" y="238"/>
                  </a:lnTo>
                  <a:lnTo>
                    <a:pt x="130" y="346"/>
                  </a:lnTo>
                  <a:lnTo>
                    <a:pt x="65" y="475"/>
                  </a:lnTo>
                  <a:lnTo>
                    <a:pt x="22" y="605"/>
                  </a:lnTo>
                  <a:lnTo>
                    <a:pt x="0" y="778"/>
                  </a:lnTo>
                  <a:lnTo>
                    <a:pt x="22" y="929"/>
                  </a:lnTo>
                  <a:lnTo>
                    <a:pt x="65" y="1081"/>
                  </a:lnTo>
                  <a:lnTo>
                    <a:pt x="130" y="1210"/>
                  </a:lnTo>
                  <a:lnTo>
                    <a:pt x="238" y="1318"/>
                  </a:lnTo>
                  <a:lnTo>
                    <a:pt x="346" y="1405"/>
                  </a:lnTo>
                  <a:lnTo>
                    <a:pt x="475" y="1469"/>
                  </a:lnTo>
                  <a:lnTo>
                    <a:pt x="627" y="1534"/>
                  </a:lnTo>
                  <a:lnTo>
                    <a:pt x="929" y="1534"/>
                  </a:lnTo>
                  <a:lnTo>
                    <a:pt x="1080" y="1469"/>
                  </a:lnTo>
                  <a:lnTo>
                    <a:pt x="1210" y="1405"/>
                  </a:lnTo>
                  <a:lnTo>
                    <a:pt x="1318" y="1318"/>
                  </a:lnTo>
                  <a:lnTo>
                    <a:pt x="1405" y="1210"/>
                  </a:lnTo>
                  <a:lnTo>
                    <a:pt x="1491" y="1081"/>
                  </a:lnTo>
                  <a:lnTo>
                    <a:pt x="1534" y="929"/>
                  </a:lnTo>
                  <a:lnTo>
                    <a:pt x="1534" y="778"/>
                  </a:lnTo>
                  <a:lnTo>
                    <a:pt x="1534" y="605"/>
                  </a:lnTo>
                  <a:lnTo>
                    <a:pt x="1491" y="475"/>
                  </a:lnTo>
                  <a:lnTo>
                    <a:pt x="1405" y="346"/>
                  </a:lnTo>
                  <a:lnTo>
                    <a:pt x="1318" y="238"/>
                  </a:lnTo>
                  <a:lnTo>
                    <a:pt x="1210" y="130"/>
                  </a:lnTo>
                  <a:lnTo>
                    <a:pt x="1080" y="65"/>
                  </a:lnTo>
                  <a:lnTo>
                    <a:pt x="929" y="22"/>
                  </a:lnTo>
                  <a:lnTo>
                    <a:pt x="77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6" name="Google Shape;7706;p37"/>
            <p:cNvSpPr/>
            <p:nvPr/>
          </p:nvSpPr>
          <p:spPr>
            <a:xfrm>
              <a:off x="16413000" y="3649575"/>
              <a:ext cx="38375" cy="38375"/>
            </a:xfrm>
            <a:custGeom>
              <a:avLst/>
              <a:gdLst/>
              <a:ahLst/>
              <a:cxnLst/>
              <a:rect l="l" t="t" r="r" b="b"/>
              <a:pathLst>
                <a:path w="1535" h="1535" extrusionOk="0">
                  <a:moveTo>
                    <a:pt x="757" y="0"/>
                  </a:moveTo>
                  <a:lnTo>
                    <a:pt x="606" y="22"/>
                  </a:lnTo>
                  <a:lnTo>
                    <a:pt x="455" y="65"/>
                  </a:lnTo>
                  <a:lnTo>
                    <a:pt x="325" y="130"/>
                  </a:lnTo>
                  <a:lnTo>
                    <a:pt x="217" y="238"/>
                  </a:lnTo>
                  <a:lnTo>
                    <a:pt x="130" y="346"/>
                  </a:lnTo>
                  <a:lnTo>
                    <a:pt x="44" y="475"/>
                  </a:lnTo>
                  <a:lnTo>
                    <a:pt x="1" y="605"/>
                  </a:lnTo>
                  <a:lnTo>
                    <a:pt x="1" y="778"/>
                  </a:lnTo>
                  <a:lnTo>
                    <a:pt x="1" y="929"/>
                  </a:lnTo>
                  <a:lnTo>
                    <a:pt x="44" y="1081"/>
                  </a:lnTo>
                  <a:lnTo>
                    <a:pt x="130" y="1210"/>
                  </a:lnTo>
                  <a:lnTo>
                    <a:pt x="217" y="1318"/>
                  </a:lnTo>
                  <a:lnTo>
                    <a:pt x="325" y="1405"/>
                  </a:lnTo>
                  <a:lnTo>
                    <a:pt x="455" y="1469"/>
                  </a:lnTo>
                  <a:lnTo>
                    <a:pt x="606" y="1534"/>
                  </a:lnTo>
                  <a:lnTo>
                    <a:pt x="908" y="1534"/>
                  </a:lnTo>
                  <a:lnTo>
                    <a:pt x="1060" y="1469"/>
                  </a:lnTo>
                  <a:lnTo>
                    <a:pt x="1189" y="1405"/>
                  </a:lnTo>
                  <a:lnTo>
                    <a:pt x="1297" y="1318"/>
                  </a:lnTo>
                  <a:lnTo>
                    <a:pt x="1405" y="1210"/>
                  </a:lnTo>
                  <a:lnTo>
                    <a:pt x="1470" y="1081"/>
                  </a:lnTo>
                  <a:lnTo>
                    <a:pt x="1513" y="929"/>
                  </a:lnTo>
                  <a:lnTo>
                    <a:pt x="1535" y="778"/>
                  </a:lnTo>
                  <a:lnTo>
                    <a:pt x="1513" y="605"/>
                  </a:lnTo>
                  <a:lnTo>
                    <a:pt x="1470" y="475"/>
                  </a:lnTo>
                  <a:lnTo>
                    <a:pt x="1405" y="346"/>
                  </a:lnTo>
                  <a:lnTo>
                    <a:pt x="1297" y="238"/>
                  </a:lnTo>
                  <a:lnTo>
                    <a:pt x="1189" y="130"/>
                  </a:lnTo>
                  <a:lnTo>
                    <a:pt x="1060" y="65"/>
                  </a:lnTo>
                  <a:lnTo>
                    <a:pt x="908" y="22"/>
                  </a:lnTo>
                  <a:lnTo>
                    <a:pt x="75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7" name="Google Shape;7707;p37"/>
            <p:cNvSpPr/>
            <p:nvPr/>
          </p:nvSpPr>
          <p:spPr>
            <a:xfrm>
              <a:off x="16426525" y="3768400"/>
              <a:ext cx="301425" cy="10825"/>
            </a:xfrm>
            <a:custGeom>
              <a:avLst/>
              <a:gdLst/>
              <a:ahLst/>
              <a:cxnLst/>
              <a:rect l="l" t="t" r="r" b="b"/>
              <a:pathLst>
                <a:path w="12057" h="433" extrusionOk="0">
                  <a:moveTo>
                    <a:pt x="130" y="1"/>
                  </a:moveTo>
                  <a:lnTo>
                    <a:pt x="65" y="66"/>
                  </a:lnTo>
                  <a:lnTo>
                    <a:pt x="22" y="130"/>
                  </a:lnTo>
                  <a:lnTo>
                    <a:pt x="0" y="217"/>
                  </a:lnTo>
                  <a:lnTo>
                    <a:pt x="22" y="303"/>
                  </a:lnTo>
                  <a:lnTo>
                    <a:pt x="65" y="368"/>
                  </a:lnTo>
                  <a:lnTo>
                    <a:pt x="130" y="411"/>
                  </a:lnTo>
                  <a:lnTo>
                    <a:pt x="216" y="433"/>
                  </a:lnTo>
                  <a:lnTo>
                    <a:pt x="11841" y="433"/>
                  </a:lnTo>
                  <a:lnTo>
                    <a:pt x="11927" y="411"/>
                  </a:lnTo>
                  <a:lnTo>
                    <a:pt x="11992" y="368"/>
                  </a:lnTo>
                  <a:lnTo>
                    <a:pt x="12035" y="303"/>
                  </a:lnTo>
                  <a:lnTo>
                    <a:pt x="12057" y="217"/>
                  </a:lnTo>
                  <a:lnTo>
                    <a:pt x="12035" y="130"/>
                  </a:lnTo>
                  <a:lnTo>
                    <a:pt x="11992" y="66"/>
                  </a:lnTo>
                  <a:lnTo>
                    <a:pt x="11927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8" name="Google Shape;7708;p37"/>
            <p:cNvSpPr/>
            <p:nvPr/>
          </p:nvSpPr>
          <p:spPr>
            <a:xfrm>
              <a:off x="16395725" y="3737075"/>
              <a:ext cx="72950" cy="72950"/>
            </a:xfrm>
            <a:custGeom>
              <a:avLst/>
              <a:gdLst/>
              <a:ahLst/>
              <a:cxnLst/>
              <a:rect l="l" t="t" r="r" b="b"/>
              <a:pathLst>
                <a:path w="2918" h="2918" extrusionOk="0">
                  <a:moveTo>
                    <a:pt x="1448" y="1"/>
                  </a:moveTo>
                  <a:lnTo>
                    <a:pt x="1297" y="22"/>
                  </a:lnTo>
                  <a:lnTo>
                    <a:pt x="1167" y="44"/>
                  </a:lnTo>
                  <a:lnTo>
                    <a:pt x="1016" y="65"/>
                  </a:lnTo>
                  <a:lnTo>
                    <a:pt x="886" y="130"/>
                  </a:lnTo>
                  <a:lnTo>
                    <a:pt x="757" y="173"/>
                  </a:lnTo>
                  <a:lnTo>
                    <a:pt x="649" y="260"/>
                  </a:lnTo>
                  <a:lnTo>
                    <a:pt x="519" y="346"/>
                  </a:lnTo>
                  <a:lnTo>
                    <a:pt x="433" y="433"/>
                  </a:lnTo>
                  <a:lnTo>
                    <a:pt x="325" y="541"/>
                  </a:lnTo>
                  <a:lnTo>
                    <a:pt x="260" y="649"/>
                  </a:lnTo>
                  <a:lnTo>
                    <a:pt x="173" y="778"/>
                  </a:lnTo>
                  <a:lnTo>
                    <a:pt x="108" y="886"/>
                  </a:lnTo>
                  <a:lnTo>
                    <a:pt x="65" y="1038"/>
                  </a:lnTo>
                  <a:lnTo>
                    <a:pt x="22" y="1167"/>
                  </a:lnTo>
                  <a:lnTo>
                    <a:pt x="0" y="1319"/>
                  </a:lnTo>
                  <a:lnTo>
                    <a:pt x="0" y="1470"/>
                  </a:lnTo>
                  <a:lnTo>
                    <a:pt x="0" y="1600"/>
                  </a:lnTo>
                  <a:lnTo>
                    <a:pt x="22" y="1751"/>
                  </a:lnTo>
                  <a:lnTo>
                    <a:pt x="65" y="1902"/>
                  </a:lnTo>
                  <a:lnTo>
                    <a:pt x="108" y="2032"/>
                  </a:lnTo>
                  <a:lnTo>
                    <a:pt x="173" y="2161"/>
                  </a:lnTo>
                  <a:lnTo>
                    <a:pt x="260" y="2269"/>
                  </a:lnTo>
                  <a:lnTo>
                    <a:pt x="325" y="2377"/>
                  </a:lnTo>
                  <a:lnTo>
                    <a:pt x="433" y="2485"/>
                  </a:lnTo>
                  <a:lnTo>
                    <a:pt x="519" y="2593"/>
                  </a:lnTo>
                  <a:lnTo>
                    <a:pt x="649" y="2658"/>
                  </a:lnTo>
                  <a:lnTo>
                    <a:pt x="757" y="2745"/>
                  </a:lnTo>
                  <a:lnTo>
                    <a:pt x="886" y="2810"/>
                  </a:lnTo>
                  <a:lnTo>
                    <a:pt x="1016" y="2853"/>
                  </a:lnTo>
                  <a:lnTo>
                    <a:pt x="1167" y="2874"/>
                  </a:lnTo>
                  <a:lnTo>
                    <a:pt x="1297" y="2918"/>
                  </a:lnTo>
                  <a:lnTo>
                    <a:pt x="1599" y="2918"/>
                  </a:lnTo>
                  <a:lnTo>
                    <a:pt x="1751" y="2874"/>
                  </a:lnTo>
                  <a:lnTo>
                    <a:pt x="1880" y="2853"/>
                  </a:lnTo>
                  <a:lnTo>
                    <a:pt x="2010" y="2810"/>
                  </a:lnTo>
                  <a:lnTo>
                    <a:pt x="2140" y="2745"/>
                  </a:lnTo>
                  <a:lnTo>
                    <a:pt x="2269" y="2658"/>
                  </a:lnTo>
                  <a:lnTo>
                    <a:pt x="2377" y="2593"/>
                  </a:lnTo>
                  <a:lnTo>
                    <a:pt x="2485" y="2485"/>
                  </a:lnTo>
                  <a:lnTo>
                    <a:pt x="2572" y="2377"/>
                  </a:lnTo>
                  <a:lnTo>
                    <a:pt x="2658" y="2269"/>
                  </a:lnTo>
                  <a:lnTo>
                    <a:pt x="2723" y="2161"/>
                  </a:lnTo>
                  <a:lnTo>
                    <a:pt x="2788" y="2032"/>
                  </a:lnTo>
                  <a:lnTo>
                    <a:pt x="2831" y="1902"/>
                  </a:lnTo>
                  <a:lnTo>
                    <a:pt x="2874" y="1751"/>
                  </a:lnTo>
                  <a:lnTo>
                    <a:pt x="2896" y="1600"/>
                  </a:lnTo>
                  <a:lnTo>
                    <a:pt x="2917" y="1470"/>
                  </a:lnTo>
                  <a:lnTo>
                    <a:pt x="2896" y="1319"/>
                  </a:lnTo>
                  <a:lnTo>
                    <a:pt x="2874" y="1167"/>
                  </a:lnTo>
                  <a:lnTo>
                    <a:pt x="2831" y="1038"/>
                  </a:lnTo>
                  <a:lnTo>
                    <a:pt x="2788" y="886"/>
                  </a:lnTo>
                  <a:lnTo>
                    <a:pt x="2723" y="778"/>
                  </a:lnTo>
                  <a:lnTo>
                    <a:pt x="2658" y="649"/>
                  </a:lnTo>
                  <a:lnTo>
                    <a:pt x="2572" y="541"/>
                  </a:lnTo>
                  <a:lnTo>
                    <a:pt x="2485" y="433"/>
                  </a:lnTo>
                  <a:lnTo>
                    <a:pt x="2377" y="346"/>
                  </a:lnTo>
                  <a:lnTo>
                    <a:pt x="2269" y="260"/>
                  </a:lnTo>
                  <a:lnTo>
                    <a:pt x="2140" y="173"/>
                  </a:lnTo>
                  <a:lnTo>
                    <a:pt x="2010" y="130"/>
                  </a:lnTo>
                  <a:lnTo>
                    <a:pt x="1880" y="65"/>
                  </a:lnTo>
                  <a:lnTo>
                    <a:pt x="1751" y="44"/>
                  </a:lnTo>
                  <a:lnTo>
                    <a:pt x="1599" y="22"/>
                  </a:lnTo>
                  <a:lnTo>
                    <a:pt x="1448" y="1"/>
                  </a:lnTo>
                  <a:close/>
                </a:path>
              </a:pathLst>
            </a:custGeom>
            <a:solidFill>
              <a:srgbClr val="F2BF6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9" name="Google Shape;7709;p37"/>
            <p:cNvSpPr/>
            <p:nvPr/>
          </p:nvSpPr>
          <p:spPr>
            <a:xfrm>
              <a:off x="16686350" y="3737075"/>
              <a:ext cx="72400" cy="72950"/>
            </a:xfrm>
            <a:custGeom>
              <a:avLst/>
              <a:gdLst/>
              <a:ahLst/>
              <a:cxnLst/>
              <a:rect l="l" t="t" r="r" b="b"/>
              <a:pathLst>
                <a:path w="2896" h="2918" extrusionOk="0">
                  <a:moveTo>
                    <a:pt x="1448" y="1"/>
                  </a:moveTo>
                  <a:lnTo>
                    <a:pt x="1297" y="22"/>
                  </a:lnTo>
                  <a:lnTo>
                    <a:pt x="1145" y="44"/>
                  </a:lnTo>
                  <a:lnTo>
                    <a:pt x="1016" y="65"/>
                  </a:lnTo>
                  <a:lnTo>
                    <a:pt x="886" y="130"/>
                  </a:lnTo>
                  <a:lnTo>
                    <a:pt x="756" y="173"/>
                  </a:lnTo>
                  <a:lnTo>
                    <a:pt x="627" y="260"/>
                  </a:lnTo>
                  <a:lnTo>
                    <a:pt x="519" y="346"/>
                  </a:lnTo>
                  <a:lnTo>
                    <a:pt x="411" y="433"/>
                  </a:lnTo>
                  <a:lnTo>
                    <a:pt x="324" y="541"/>
                  </a:lnTo>
                  <a:lnTo>
                    <a:pt x="238" y="649"/>
                  </a:lnTo>
                  <a:lnTo>
                    <a:pt x="173" y="778"/>
                  </a:lnTo>
                  <a:lnTo>
                    <a:pt x="108" y="886"/>
                  </a:lnTo>
                  <a:lnTo>
                    <a:pt x="65" y="1038"/>
                  </a:lnTo>
                  <a:lnTo>
                    <a:pt x="22" y="1167"/>
                  </a:lnTo>
                  <a:lnTo>
                    <a:pt x="0" y="1319"/>
                  </a:lnTo>
                  <a:lnTo>
                    <a:pt x="0" y="1470"/>
                  </a:lnTo>
                  <a:lnTo>
                    <a:pt x="0" y="1600"/>
                  </a:lnTo>
                  <a:lnTo>
                    <a:pt x="22" y="1751"/>
                  </a:lnTo>
                  <a:lnTo>
                    <a:pt x="65" y="1902"/>
                  </a:lnTo>
                  <a:lnTo>
                    <a:pt x="108" y="2032"/>
                  </a:lnTo>
                  <a:lnTo>
                    <a:pt x="173" y="2161"/>
                  </a:lnTo>
                  <a:lnTo>
                    <a:pt x="238" y="2269"/>
                  </a:lnTo>
                  <a:lnTo>
                    <a:pt x="324" y="2377"/>
                  </a:lnTo>
                  <a:lnTo>
                    <a:pt x="411" y="2485"/>
                  </a:lnTo>
                  <a:lnTo>
                    <a:pt x="519" y="2593"/>
                  </a:lnTo>
                  <a:lnTo>
                    <a:pt x="627" y="2658"/>
                  </a:lnTo>
                  <a:lnTo>
                    <a:pt x="756" y="2745"/>
                  </a:lnTo>
                  <a:lnTo>
                    <a:pt x="886" y="2810"/>
                  </a:lnTo>
                  <a:lnTo>
                    <a:pt x="1016" y="2853"/>
                  </a:lnTo>
                  <a:lnTo>
                    <a:pt x="1145" y="2874"/>
                  </a:lnTo>
                  <a:lnTo>
                    <a:pt x="1297" y="2918"/>
                  </a:lnTo>
                  <a:lnTo>
                    <a:pt x="1599" y="2918"/>
                  </a:lnTo>
                  <a:lnTo>
                    <a:pt x="1729" y="2874"/>
                  </a:lnTo>
                  <a:lnTo>
                    <a:pt x="1880" y="2853"/>
                  </a:lnTo>
                  <a:lnTo>
                    <a:pt x="2010" y="2810"/>
                  </a:lnTo>
                  <a:lnTo>
                    <a:pt x="2139" y="2745"/>
                  </a:lnTo>
                  <a:lnTo>
                    <a:pt x="2269" y="2658"/>
                  </a:lnTo>
                  <a:lnTo>
                    <a:pt x="2377" y="2593"/>
                  </a:lnTo>
                  <a:lnTo>
                    <a:pt x="2463" y="2485"/>
                  </a:lnTo>
                  <a:lnTo>
                    <a:pt x="2572" y="2377"/>
                  </a:lnTo>
                  <a:lnTo>
                    <a:pt x="2658" y="2269"/>
                  </a:lnTo>
                  <a:lnTo>
                    <a:pt x="2723" y="2161"/>
                  </a:lnTo>
                  <a:lnTo>
                    <a:pt x="2788" y="2032"/>
                  </a:lnTo>
                  <a:lnTo>
                    <a:pt x="2831" y="1902"/>
                  </a:lnTo>
                  <a:lnTo>
                    <a:pt x="2874" y="1751"/>
                  </a:lnTo>
                  <a:lnTo>
                    <a:pt x="2896" y="1600"/>
                  </a:lnTo>
                  <a:lnTo>
                    <a:pt x="2896" y="1470"/>
                  </a:lnTo>
                  <a:lnTo>
                    <a:pt x="2896" y="1319"/>
                  </a:lnTo>
                  <a:lnTo>
                    <a:pt x="2874" y="1167"/>
                  </a:lnTo>
                  <a:lnTo>
                    <a:pt x="2831" y="1038"/>
                  </a:lnTo>
                  <a:lnTo>
                    <a:pt x="2788" y="886"/>
                  </a:lnTo>
                  <a:lnTo>
                    <a:pt x="2723" y="778"/>
                  </a:lnTo>
                  <a:lnTo>
                    <a:pt x="2658" y="649"/>
                  </a:lnTo>
                  <a:lnTo>
                    <a:pt x="2572" y="541"/>
                  </a:lnTo>
                  <a:lnTo>
                    <a:pt x="2463" y="433"/>
                  </a:lnTo>
                  <a:lnTo>
                    <a:pt x="2377" y="346"/>
                  </a:lnTo>
                  <a:lnTo>
                    <a:pt x="2269" y="260"/>
                  </a:lnTo>
                  <a:lnTo>
                    <a:pt x="2139" y="173"/>
                  </a:lnTo>
                  <a:lnTo>
                    <a:pt x="2010" y="130"/>
                  </a:lnTo>
                  <a:lnTo>
                    <a:pt x="1880" y="65"/>
                  </a:lnTo>
                  <a:lnTo>
                    <a:pt x="1729" y="44"/>
                  </a:lnTo>
                  <a:lnTo>
                    <a:pt x="1599" y="22"/>
                  </a:lnTo>
                  <a:lnTo>
                    <a:pt x="1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0" name="Google Shape;7710;p37"/>
            <p:cNvSpPr/>
            <p:nvPr/>
          </p:nvSpPr>
          <p:spPr>
            <a:xfrm>
              <a:off x="16703100" y="3754350"/>
              <a:ext cx="38375" cy="38400"/>
            </a:xfrm>
            <a:custGeom>
              <a:avLst/>
              <a:gdLst/>
              <a:ahLst/>
              <a:cxnLst/>
              <a:rect l="l" t="t" r="r" b="b"/>
              <a:pathLst>
                <a:path w="1535" h="1536" extrusionOk="0">
                  <a:moveTo>
                    <a:pt x="778" y="1"/>
                  </a:moveTo>
                  <a:lnTo>
                    <a:pt x="627" y="23"/>
                  </a:lnTo>
                  <a:lnTo>
                    <a:pt x="475" y="66"/>
                  </a:lnTo>
                  <a:lnTo>
                    <a:pt x="346" y="131"/>
                  </a:lnTo>
                  <a:lnTo>
                    <a:pt x="238" y="217"/>
                  </a:lnTo>
                  <a:lnTo>
                    <a:pt x="130" y="347"/>
                  </a:lnTo>
                  <a:lnTo>
                    <a:pt x="65" y="476"/>
                  </a:lnTo>
                  <a:lnTo>
                    <a:pt x="22" y="606"/>
                  </a:lnTo>
                  <a:lnTo>
                    <a:pt x="0" y="779"/>
                  </a:lnTo>
                  <a:lnTo>
                    <a:pt x="22" y="930"/>
                  </a:lnTo>
                  <a:lnTo>
                    <a:pt x="65" y="1060"/>
                  </a:lnTo>
                  <a:lnTo>
                    <a:pt x="130" y="1189"/>
                  </a:lnTo>
                  <a:lnTo>
                    <a:pt x="238" y="1319"/>
                  </a:lnTo>
                  <a:lnTo>
                    <a:pt x="346" y="1405"/>
                  </a:lnTo>
                  <a:lnTo>
                    <a:pt x="475" y="1470"/>
                  </a:lnTo>
                  <a:lnTo>
                    <a:pt x="627" y="1514"/>
                  </a:lnTo>
                  <a:lnTo>
                    <a:pt x="778" y="1535"/>
                  </a:lnTo>
                  <a:lnTo>
                    <a:pt x="929" y="1514"/>
                  </a:lnTo>
                  <a:lnTo>
                    <a:pt x="1080" y="1470"/>
                  </a:lnTo>
                  <a:lnTo>
                    <a:pt x="1210" y="1405"/>
                  </a:lnTo>
                  <a:lnTo>
                    <a:pt x="1318" y="1319"/>
                  </a:lnTo>
                  <a:lnTo>
                    <a:pt x="1405" y="1189"/>
                  </a:lnTo>
                  <a:lnTo>
                    <a:pt x="1491" y="1060"/>
                  </a:lnTo>
                  <a:lnTo>
                    <a:pt x="1534" y="930"/>
                  </a:lnTo>
                  <a:lnTo>
                    <a:pt x="1534" y="779"/>
                  </a:lnTo>
                  <a:lnTo>
                    <a:pt x="1534" y="606"/>
                  </a:lnTo>
                  <a:lnTo>
                    <a:pt x="1491" y="476"/>
                  </a:lnTo>
                  <a:lnTo>
                    <a:pt x="1405" y="347"/>
                  </a:lnTo>
                  <a:lnTo>
                    <a:pt x="1318" y="217"/>
                  </a:lnTo>
                  <a:lnTo>
                    <a:pt x="1210" y="131"/>
                  </a:lnTo>
                  <a:lnTo>
                    <a:pt x="1080" y="66"/>
                  </a:lnTo>
                  <a:lnTo>
                    <a:pt x="929" y="23"/>
                  </a:lnTo>
                  <a:lnTo>
                    <a:pt x="77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1" name="Google Shape;7711;p37"/>
            <p:cNvSpPr/>
            <p:nvPr/>
          </p:nvSpPr>
          <p:spPr>
            <a:xfrm>
              <a:off x="16413000" y="3754350"/>
              <a:ext cx="38375" cy="38400"/>
            </a:xfrm>
            <a:custGeom>
              <a:avLst/>
              <a:gdLst/>
              <a:ahLst/>
              <a:cxnLst/>
              <a:rect l="l" t="t" r="r" b="b"/>
              <a:pathLst>
                <a:path w="1535" h="1536" extrusionOk="0">
                  <a:moveTo>
                    <a:pt x="757" y="1"/>
                  </a:moveTo>
                  <a:lnTo>
                    <a:pt x="606" y="23"/>
                  </a:lnTo>
                  <a:lnTo>
                    <a:pt x="455" y="66"/>
                  </a:lnTo>
                  <a:lnTo>
                    <a:pt x="325" y="131"/>
                  </a:lnTo>
                  <a:lnTo>
                    <a:pt x="217" y="217"/>
                  </a:lnTo>
                  <a:lnTo>
                    <a:pt x="130" y="347"/>
                  </a:lnTo>
                  <a:lnTo>
                    <a:pt x="44" y="476"/>
                  </a:lnTo>
                  <a:lnTo>
                    <a:pt x="1" y="606"/>
                  </a:lnTo>
                  <a:lnTo>
                    <a:pt x="1" y="779"/>
                  </a:lnTo>
                  <a:lnTo>
                    <a:pt x="1" y="930"/>
                  </a:lnTo>
                  <a:lnTo>
                    <a:pt x="44" y="1060"/>
                  </a:lnTo>
                  <a:lnTo>
                    <a:pt x="130" y="1189"/>
                  </a:lnTo>
                  <a:lnTo>
                    <a:pt x="217" y="1319"/>
                  </a:lnTo>
                  <a:lnTo>
                    <a:pt x="325" y="1405"/>
                  </a:lnTo>
                  <a:lnTo>
                    <a:pt x="455" y="1470"/>
                  </a:lnTo>
                  <a:lnTo>
                    <a:pt x="606" y="1514"/>
                  </a:lnTo>
                  <a:lnTo>
                    <a:pt x="757" y="1535"/>
                  </a:lnTo>
                  <a:lnTo>
                    <a:pt x="908" y="1514"/>
                  </a:lnTo>
                  <a:lnTo>
                    <a:pt x="1060" y="1470"/>
                  </a:lnTo>
                  <a:lnTo>
                    <a:pt x="1189" y="1405"/>
                  </a:lnTo>
                  <a:lnTo>
                    <a:pt x="1297" y="1319"/>
                  </a:lnTo>
                  <a:lnTo>
                    <a:pt x="1405" y="1189"/>
                  </a:lnTo>
                  <a:lnTo>
                    <a:pt x="1470" y="1060"/>
                  </a:lnTo>
                  <a:lnTo>
                    <a:pt x="1513" y="930"/>
                  </a:lnTo>
                  <a:lnTo>
                    <a:pt x="1535" y="779"/>
                  </a:lnTo>
                  <a:lnTo>
                    <a:pt x="1513" y="606"/>
                  </a:lnTo>
                  <a:lnTo>
                    <a:pt x="1470" y="476"/>
                  </a:lnTo>
                  <a:lnTo>
                    <a:pt x="1405" y="347"/>
                  </a:lnTo>
                  <a:lnTo>
                    <a:pt x="1297" y="217"/>
                  </a:lnTo>
                  <a:lnTo>
                    <a:pt x="1189" y="131"/>
                  </a:lnTo>
                  <a:lnTo>
                    <a:pt x="1060" y="66"/>
                  </a:lnTo>
                  <a:lnTo>
                    <a:pt x="908" y="23"/>
                  </a:lnTo>
                  <a:lnTo>
                    <a:pt x="75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2" name="Google Shape;7712;p37"/>
            <p:cNvSpPr/>
            <p:nvPr/>
          </p:nvSpPr>
          <p:spPr>
            <a:xfrm>
              <a:off x="16426525" y="3869975"/>
              <a:ext cx="301425" cy="10825"/>
            </a:xfrm>
            <a:custGeom>
              <a:avLst/>
              <a:gdLst/>
              <a:ahLst/>
              <a:cxnLst/>
              <a:rect l="l" t="t" r="r" b="b"/>
              <a:pathLst>
                <a:path w="12057" h="433" extrusionOk="0">
                  <a:moveTo>
                    <a:pt x="216" y="0"/>
                  </a:moveTo>
                  <a:lnTo>
                    <a:pt x="130" y="22"/>
                  </a:lnTo>
                  <a:lnTo>
                    <a:pt x="65" y="65"/>
                  </a:lnTo>
                  <a:lnTo>
                    <a:pt x="22" y="130"/>
                  </a:lnTo>
                  <a:lnTo>
                    <a:pt x="0" y="216"/>
                  </a:lnTo>
                  <a:lnTo>
                    <a:pt x="22" y="303"/>
                  </a:lnTo>
                  <a:lnTo>
                    <a:pt x="65" y="367"/>
                  </a:lnTo>
                  <a:lnTo>
                    <a:pt x="130" y="411"/>
                  </a:lnTo>
                  <a:lnTo>
                    <a:pt x="216" y="432"/>
                  </a:lnTo>
                  <a:lnTo>
                    <a:pt x="11841" y="432"/>
                  </a:lnTo>
                  <a:lnTo>
                    <a:pt x="11927" y="411"/>
                  </a:lnTo>
                  <a:lnTo>
                    <a:pt x="11992" y="367"/>
                  </a:lnTo>
                  <a:lnTo>
                    <a:pt x="12035" y="303"/>
                  </a:lnTo>
                  <a:lnTo>
                    <a:pt x="12057" y="216"/>
                  </a:lnTo>
                  <a:lnTo>
                    <a:pt x="12035" y="130"/>
                  </a:lnTo>
                  <a:lnTo>
                    <a:pt x="11992" y="65"/>
                  </a:lnTo>
                  <a:lnTo>
                    <a:pt x="11927" y="22"/>
                  </a:lnTo>
                  <a:lnTo>
                    <a:pt x="11841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3" name="Google Shape;7713;p37"/>
            <p:cNvSpPr/>
            <p:nvPr/>
          </p:nvSpPr>
          <p:spPr>
            <a:xfrm>
              <a:off x="16395725" y="3839175"/>
              <a:ext cx="72950" cy="72400"/>
            </a:xfrm>
            <a:custGeom>
              <a:avLst/>
              <a:gdLst/>
              <a:ahLst/>
              <a:cxnLst/>
              <a:rect l="l" t="t" r="r" b="b"/>
              <a:pathLst>
                <a:path w="2918" h="2896" extrusionOk="0">
                  <a:moveTo>
                    <a:pt x="1297" y="0"/>
                  </a:moveTo>
                  <a:lnTo>
                    <a:pt x="1167" y="22"/>
                  </a:lnTo>
                  <a:lnTo>
                    <a:pt x="1016" y="65"/>
                  </a:lnTo>
                  <a:lnTo>
                    <a:pt x="886" y="108"/>
                  </a:lnTo>
                  <a:lnTo>
                    <a:pt x="757" y="173"/>
                  </a:lnTo>
                  <a:lnTo>
                    <a:pt x="649" y="238"/>
                  </a:lnTo>
                  <a:lnTo>
                    <a:pt x="519" y="324"/>
                  </a:lnTo>
                  <a:lnTo>
                    <a:pt x="433" y="411"/>
                  </a:lnTo>
                  <a:lnTo>
                    <a:pt x="325" y="519"/>
                  </a:lnTo>
                  <a:lnTo>
                    <a:pt x="260" y="627"/>
                  </a:lnTo>
                  <a:lnTo>
                    <a:pt x="173" y="757"/>
                  </a:lnTo>
                  <a:lnTo>
                    <a:pt x="108" y="886"/>
                  </a:lnTo>
                  <a:lnTo>
                    <a:pt x="65" y="1016"/>
                  </a:lnTo>
                  <a:lnTo>
                    <a:pt x="22" y="1146"/>
                  </a:lnTo>
                  <a:lnTo>
                    <a:pt x="0" y="1297"/>
                  </a:lnTo>
                  <a:lnTo>
                    <a:pt x="0" y="1448"/>
                  </a:lnTo>
                  <a:lnTo>
                    <a:pt x="0" y="1599"/>
                  </a:lnTo>
                  <a:lnTo>
                    <a:pt x="22" y="1751"/>
                  </a:lnTo>
                  <a:lnTo>
                    <a:pt x="65" y="1880"/>
                  </a:lnTo>
                  <a:lnTo>
                    <a:pt x="108" y="2010"/>
                  </a:lnTo>
                  <a:lnTo>
                    <a:pt x="173" y="2140"/>
                  </a:lnTo>
                  <a:lnTo>
                    <a:pt x="260" y="2269"/>
                  </a:lnTo>
                  <a:lnTo>
                    <a:pt x="325" y="2377"/>
                  </a:lnTo>
                  <a:lnTo>
                    <a:pt x="433" y="2485"/>
                  </a:lnTo>
                  <a:lnTo>
                    <a:pt x="519" y="2572"/>
                  </a:lnTo>
                  <a:lnTo>
                    <a:pt x="649" y="2658"/>
                  </a:lnTo>
                  <a:lnTo>
                    <a:pt x="757" y="2723"/>
                  </a:lnTo>
                  <a:lnTo>
                    <a:pt x="886" y="2788"/>
                  </a:lnTo>
                  <a:lnTo>
                    <a:pt x="1016" y="2831"/>
                  </a:lnTo>
                  <a:lnTo>
                    <a:pt x="1167" y="2874"/>
                  </a:lnTo>
                  <a:lnTo>
                    <a:pt x="1297" y="2896"/>
                  </a:lnTo>
                  <a:lnTo>
                    <a:pt x="1599" y="2896"/>
                  </a:lnTo>
                  <a:lnTo>
                    <a:pt x="1751" y="2874"/>
                  </a:lnTo>
                  <a:lnTo>
                    <a:pt x="1880" y="2831"/>
                  </a:lnTo>
                  <a:lnTo>
                    <a:pt x="2010" y="2788"/>
                  </a:lnTo>
                  <a:lnTo>
                    <a:pt x="2140" y="2723"/>
                  </a:lnTo>
                  <a:lnTo>
                    <a:pt x="2269" y="2658"/>
                  </a:lnTo>
                  <a:lnTo>
                    <a:pt x="2377" y="2572"/>
                  </a:lnTo>
                  <a:lnTo>
                    <a:pt x="2485" y="2485"/>
                  </a:lnTo>
                  <a:lnTo>
                    <a:pt x="2572" y="2377"/>
                  </a:lnTo>
                  <a:lnTo>
                    <a:pt x="2658" y="2269"/>
                  </a:lnTo>
                  <a:lnTo>
                    <a:pt x="2723" y="2140"/>
                  </a:lnTo>
                  <a:lnTo>
                    <a:pt x="2788" y="2010"/>
                  </a:lnTo>
                  <a:lnTo>
                    <a:pt x="2831" y="1880"/>
                  </a:lnTo>
                  <a:lnTo>
                    <a:pt x="2874" y="1751"/>
                  </a:lnTo>
                  <a:lnTo>
                    <a:pt x="2896" y="1599"/>
                  </a:lnTo>
                  <a:lnTo>
                    <a:pt x="2917" y="1448"/>
                  </a:lnTo>
                  <a:lnTo>
                    <a:pt x="2896" y="1297"/>
                  </a:lnTo>
                  <a:lnTo>
                    <a:pt x="2874" y="1146"/>
                  </a:lnTo>
                  <a:lnTo>
                    <a:pt x="2831" y="1016"/>
                  </a:lnTo>
                  <a:lnTo>
                    <a:pt x="2788" y="886"/>
                  </a:lnTo>
                  <a:lnTo>
                    <a:pt x="2723" y="757"/>
                  </a:lnTo>
                  <a:lnTo>
                    <a:pt x="2658" y="627"/>
                  </a:lnTo>
                  <a:lnTo>
                    <a:pt x="2572" y="519"/>
                  </a:lnTo>
                  <a:lnTo>
                    <a:pt x="2485" y="411"/>
                  </a:lnTo>
                  <a:lnTo>
                    <a:pt x="2377" y="324"/>
                  </a:lnTo>
                  <a:lnTo>
                    <a:pt x="2269" y="238"/>
                  </a:lnTo>
                  <a:lnTo>
                    <a:pt x="2140" y="173"/>
                  </a:lnTo>
                  <a:lnTo>
                    <a:pt x="2010" y="108"/>
                  </a:lnTo>
                  <a:lnTo>
                    <a:pt x="1880" y="65"/>
                  </a:lnTo>
                  <a:lnTo>
                    <a:pt x="1751" y="22"/>
                  </a:lnTo>
                  <a:lnTo>
                    <a:pt x="159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4" name="Google Shape;7714;p37"/>
            <p:cNvSpPr/>
            <p:nvPr/>
          </p:nvSpPr>
          <p:spPr>
            <a:xfrm>
              <a:off x="16686350" y="3839175"/>
              <a:ext cx="72400" cy="72400"/>
            </a:xfrm>
            <a:custGeom>
              <a:avLst/>
              <a:gdLst/>
              <a:ahLst/>
              <a:cxnLst/>
              <a:rect l="l" t="t" r="r" b="b"/>
              <a:pathLst>
                <a:path w="2896" h="2896" extrusionOk="0">
                  <a:moveTo>
                    <a:pt x="1297" y="0"/>
                  </a:moveTo>
                  <a:lnTo>
                    <a:pt x="1145" y="22"/>
                  </a:lnTo>
                  <a:lnTo>
                    <a:pt x="1016" y="65"/>
                  </a:lnTo>
                  <a:lnTo>
                    <a:pt x="886" y="108"/>
                  </a:lnTo>
                  <a:lnTo>
                    <a:pt x="756" y="173"/>
                  </a:lnTo>
                  <a:lnTo>
                    <a:pt x="627" y="238"/>
                  </a:lnTo>
                  <a:lnTo>
                    <a:pt x="519" y="324"/>
                  </a:lnTo>
                  <a:lnTo>
                    <a:pt x="411" y="411"/>
                  </a:lnTo>
                  <a:lnTo>
                    <a:pt x="324" y="519"/>
                  </a:lnTo>
                  <a:lnTo>
                    <a:pt x="238" y="627"/>
                  </a:lnTo>
                  <a:lnTo>
                    <a:pt x="173" y="757"/>
                  </a:lnTo>
                  <a:lnTo>
                    <a:pt x="108" y="886"/>
                  </a:lnTo>
                  <a:lnTo>
                    <a:pt x="65" y="1016"/>
                  </a:lnTo>
                  <a:lnTo>
                    <a:pt x="22" y="1146"/>
                  </a:lnTo>
                  <a:lnTo>
                    <a:pt x="0" y="1297"/>
                  </a:lnTo>
                  <a:lnTo>
                    <a:pt x="0" y="1448"/>
                  </a:lnTo>
                  <a:lnTo>
                    <a:pt x="0" y="1599"/>
                  </a:lnTo>
                  <a:lnTo>
                    <a:pt x="22" y="1751"/>
                  </a:lnTo>
                  <a:lnTo>
                    <a:pt x="65" y="1880"/>
                  </a:lnTo>
                  <a:lnTo>
                    <a:pt x="108" y="2010"/>
                  </a:lnTo>
                  <a:lnTo>
                    <a:pt x="173" y="2140"/>
                  </a:lnTo>
                  <a:lnTo>
                    <a:pt x="238" y="2269"/>
                  </a:lnTo>
                  <a:lnTo>
                    <a:pt x="324" y="2377"/>
                  </a:lnTo>
                  <a:lnTo>
                    <a:pt x="411" y="2485"/>
                  </a:lnTo>
                  <a:lnTo>
                    <a:pt x="519" y="2572"/>
                  </a:lnTo>
                  <a:lnTo>
                    <a:pt x="627" y="2658"/>
                  </a:lnTo>
                  <a:lnTo>
                    <a:pt x="756" y="2723"/>
                  </a:lnTo>
                  <a:lnTo>
                    <a:pt x="886" y="2788"/>
                  </a:lnTo>
                  <a:lnTo>
                    <a:pt x="1016" y="2831"/>
                  </a:lnTo>
                  <a:lnTo>
                    <a:pt x="1145" y="2874"/>
                  </a:lnTo>
                  <a:lnTo>
                    <a:pt x="1297" y="2896"/>
                  </a:lnTo>
                  <a:lnTo>
                    <a:pt x="1599" y="2896"/>
                  </a:lnTo>
                  <a:lnTo>
                    <a:pt x="1729" y="2874"/>
                  </a:lnTo>
                  <a:lnTo>
                    <a:pt x="1880" y="2831"/>
                  </a:lnTo>
                  <a:lnTo>
                    <a:pt x="2010" y="2788"/>
                  </a:lnTo>
                  <a:lnTo>
                    <a:pt x="2139" y="2723"/>
                  </a:lnTo>
                  <a:lnTo>
                    <a:pt x="2269" y="2658"/>
                  </a:lnTo>
                  <a:lnTo>
                    <a:pt x="2377" y="2572"/>
                  </a:lnTo>
                  <a:lnTo>
                    <a:pt x="2463" y="2485"/>
                  </a:lnTo>
                  <a:lnTo>
                    <a:pt x="2572" y="2377"/>
                  </a:lnTo>
                  <a:lnTo>
                    <a:pt x="2658" y="2269"/>
                  </a:lnTo>
                  <a:lnTo>
                    <a:pt x="2723" y="2140"/>
                  </a:lnTo>
                  <a:lnTo>
                    <a:pt x="2788" y="2010"/>
                  </a:lnTo>
                  <a:lnTo>
                    <a:pt x="2831" y="1880"/>
                  </a:lnTo>
                  <a:lnTo>
                    <a:pt x="2874" y="1751"/>
                  </a:lnTo>
                  <a:lnTo>
                    <a:pt x="2896" y="1599"/>
                  </a:lnTo>
                  <a:lnTo>
                    <a:pt x="2896" y="1448"/>
                  </a:lnTo>
                  <a:lnTo>
                    <a:pt x="2896" y="1297"/>
                  </a:lnTo>
                  <a:lnTo>
                    <a:pt x="2874" y="1146"/>
                  </a:lnTo>
                  <a:lnTo>
                    <a:pt x="2831" y="1016"/>
                  </a:lnTo>
                  <a:lnTo>
                    <a:pt x="2788" y="886"/>
                  </a:lnTo>
                  <a:lnTo>
                    <a:pt x="2723" y="757"/>
                  </a:lnTo>
                  <a:lnTo>
                    <a:pt x="2658" y="627"/>
                  </a:lnTo>
                  <a:lnTo>
                    <a:pt x="2572" y="519"/>
                  </a:lnTo>
                  <a:lnTo>
                    <a:pt x="2463" y="411"/>
                  </a:lnTo>
                  <a:lnTo>
                    <a:pt x="2377" y="324"/>
                  </a:lnTo>
                  <a:lnTo>
                    <a:pt x="2269" y="238"/>
                  </a:lnTo>
                  <a:lnTo>
                    <a:pt x="2139" y="173"/>
                  </a:lnTo>
                  <a:lnTo>
                    <a:pt x="2010" y="108"/>
                  </a:lnTo>
                  <a:lnTo>
                    <a:pt x="1880" y="65"/>
                  </a:lnTo>
                  <a:lnTo>
                    <a:pt x="1729" y="22"/>
                  </a:lnTo>
                  <a:lnTo>
                    <a:pt x="159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5" name="Google Shape;7715;p37"/>
            <p:cNvSpPr/>
            <p:nvPr/>
          </p:nvSpPr>
          <p:spPr>
            <a:xfrm>
              <a:off x="16703100" y="3855925"/>
              <a:ext cx="38375" cy="38900"/>
            </a:xfrm>
            <a:custGeom>
              <a:avLst/>
              <a:gdLst/>
              <a:ahLst/>
              <a:cxnLst/>
              <a:rect l="l" t="t" r="r" b="b"/>
              <a:pathLst>
                <a:path w="1535" h="1556" extrusionOk="0">
                  <a:moveTo>
                    <a:pt x="778" y="0"/>
                  </a:moveTo>
                  <a:lnTo>
                    <a:pt x="627" y="22"/>
                  </a:lnTo>
                  <a:lnTo>
                    <a:pt x="475" y="65"/>
                  </a:lnTo>
                  <a:lnTo>
                    <a:pt x="346" y="151"/>
                  </a:lnTo>
                  <a:lnTo>
                    <a:pt x="238" y="238"/>
                  </a:lnTo>
                  <a:lnTo>
                    <a:pt x="130" y="346"/>
                  </a:lnTo>
                  <a:lnTo>
                    <a:pt x="65" y="476"/>
                  </a:lnTo>
                  <a:lnTo>
                    <a:pt x="22" y="627"/>
                  </a:lnTo>
                  <a:lnTo>
                    <a:pt x="0" y="778"/>
                  </a:lnTo>
                  <a:lnTo>
                    <a:pt x="22" y="929"/>
                  </a:lnTo>
                  <a:lnTo>
                    <a:pt x="65" y="1081"/>
                  </a:lnTo>
                  <a:lnTo>
                    <a:pt x="130" y="1210"/>
                  </a:lnTo>
                  <a:lnTo>
                    <a:pt x="238" y="1318"/>
                  </a:lnTo>
                  <a:lnTo>
                    <a:pt x="346" y="1426"/>
                  </a:lnTo>
                  <a:lnTo>
                    <a:pt x="475" y="1491"/>
                  </a:lnTo>
                  <a:lnTo>
                    <a:pt x="627" y="1534"/>
                  </a:lnTo>
                  <a:lnTo>
                    <a:pt x="778" y="1556"/>
                  </a:lnTo>
                  <a:lnTo>
                    <a:pt x="929" y="1534"/>
                  </a:lnTo>
                  <a:lnTo>
                    <a:pt x="1080" y="1491"/>
                  </a:lnTo>
                  <a:lnTo>
                    <a:pt x="1210" y="1426"/>
                  </a:lnTo>
                  <a:lnTo>
                    <a:pt x="1318" y="1318"/>
                  </a:lnTo>
                  <a:lnTo>
                    <a:pt x="1405" y="1210"/>
                  </a:lnTo>
                  <a:lnTo>
                    <a:pt x="1491" y="1081"/>
                  </a:lnTo>
                  <a:lnTo>
                    <a:pt x="1534" y="929"/>
                  </a:lnTo>
                  <a:lnTo>
                    <a:pt x="1534" y="778"/>
                  </a:lnTo>
                  <a:lnTo>
                    <a:pt x="1534" y="627"/>
                  </a:lnTo>
                  <a:lnTo>
                    <a:pt x="1491" y="476"/>
                  </a:lnTo>
                  <a:lnTo>
                    <a:pt x="1405" y="346"/>
                  </a:lnTo>
                  <a:lnTo>
                    <a:pt x="1318" y="238"/>
                  </a:lnTo>
                  <a:lnTo>
                    <a:pt x="1210" y="151"/>
                  </a:lnTo>
                  <a:lnTo>
                    <a:pt x="1080" y="65"/>
                  </a:lnTo>
                  <a:lnTo>
                    <a:pt x="929" y="22"/>
                  </a:lnTo>
                  <a:lnTo>
                    <a:pt x="77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6" name="Google Shape;7716;p37"/>
            <p:cNvSpPr/>
            <p:nvPr/>
          </p:nvSpPr>
          <p:spPr>
            <a:xfrm>
              <a:off x="16413000" y="3855925"/>
              <a:ext cx="38375" cy="38900"/>
            </a:xfrm>
            <a:custGeom>
              <a:avLst/>
              <a:gdLst/>
              <a:ahLst/>
              <a:cxnLst/>
              <a:rect l="l" t="t" r="r" b="b"/>
              <a:pathLst>
                <a:path w="1535" h="1556" extrusionOk="0">
                  <a:moveTo>
                    <a:pt x="757" y="0"/>
                  </a:moveTo>
                  <a:lnTo>
                    <a:pt x="606" y="22"/>
                  </a:lnTo>
                  <a:lnTo>
                    <a:pt x="455" y="65"/>
                  </a:lnTo>
                  <a:lnTo>
                    <a:pt x="325" y="151"/>
                  </a:lnTo>
                  <a:lnTo>
                    <a:pt x="217" y="238"/>
                  </a:lnTo>
                  <a:lnTo>
                    <a:pt x="130" y="346"/>
                  </a:lnTo>
                  <a:lnTo>
                    <a:pt x="44" y="476"/>
                  </a:lnTo>
                  <a:lnTo>
                    <a:pt x="1" y="627"/>
                  </a:lnTo>
                  <a:lnTo>
                    <a:pt x="1" y="778"/>
                  </a:lnTo>
                  <a:lnTo>
                    <a:pt x="1" y="929"/>
                  </a:lnTo>
                  <a:lnTo>
                    <a:pt x="44" y="1081"/>
                  </a:lnTo>
                  <a:lnTo>
                    <a:pt x="130" y="1210"/>
                  </a:lnTo>
                  <a:lnTo>
                    <a:pt x="217" y="1318"/>
                  </a:lnTo>
                  <a:lnTo>
                    <a:pt x="325" y="1426"/>
                  </a:lnTo>
                  <a:lnTo>
                    <a:pt x="455" y="1491"/>
                  </a:lnTo>
                  <a:lnTo>
                    <a:pt x="606" y="1534"/>
                  </a:lnTo>
                  <a:lnTo>
                    <a:pt x="757" y="1556"/>
                  </a:lnTo>
                  <a:lnTo>
                    <a:pt x="908" y="1534"/>
                  </a:lnTo>
                  <a:lnTo>
                    <a:pt x="1060" y="1491"/>
                  </a:lnTo>
                  <a:lnTo>
                    <a:pt x="1189" y="1426"/>
                  </a:lnTo>
                  <a:lnTo>
                    <a:pt x="1297" y="1318"/>
                  </a:lnTo>
                  <a:lnTo>
                    <a:pt x="1405" y="1210"/>
                  </a:lnTo>
                  <a:lnTo>
                    <a:pt x="1470" y="1081"/>
                  </a:lnTo>
                  <a:lnTo>
                    <a:pt x="1513" y="929"/>
                  </a:lnTo>
                  <a:lnTo>
                    <a:pt x="1535" y="778"/>
                  </a:lnTo>
                  <a:lnTo>
                    <a:pt x="1513" y="627"/>
                  </a:lnTo>
                  <a:lnTo>
                    <a:pt x="1470" y="476"/>
                  </a:lnTo>
                  <a:lnTo>
                    <a:pt x="1405" y="346"/>
                  </a:lnTo>
                  <a:lnTo>
                    <a:pt x="1297" y="238"/>
                  </a:lnTo>
                  <a:lnTo>
                    <a:pt x="1189" y="151"/>
                  </a:lnTo>
                  <a:lnTo>
                    <a:pt x="1060" y="65"/>
                  </a:lnTo>
                  <a:lnTo>
                    <a:pt x="908" y="22"/>
                  </a:lnTo>
                  <a:lnTo>
                    <a:pt x="75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7" name="Google Shape;7717;p37"/>
            <p:cNvSpPr/>
            <p:nvPr/>
          </p:nvSpPr>
          <p:spPr>
            <a:xfrm>
              <a:off x="16472425" y="4146000"/>
              <a:ext cx="214475" cy="177750"/>
            </a:xfrm>
            <a:custGeom>
              <a:avLst/>
              <a:gdLst/>
              <a:ahLst/>
              <a:cxnLst/>
              <a:rect l="l" t="t" r="r" b="b"/>
              <a:pathLst>
                <a:path w="8579" h="7110" extrusionOk="0">
                  <a:moveTo>
                    <a:pt x="4279" y="0"/>
                  </a:moveTo>
                  <a:lnTo>
                    <a:pt x="1" y="7109"/>
                  </a:lnTo>
                  <a:lnTo>
                    <a:pt x="8579" y="7109"/>
                  </a:lnTo>
                  <a:lnTo>
                    <a:pt x="4279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8" name="Google Shape;7718;p37"/>
            <p:cNvSpPr/>
            <p:nvPr/>
          </p:nvSpPr>
          <p:spPr>
            <a:xfrm>
              <a:off x="16310925" y="4019600"/>
              <a:ext cx="533175" cy="30275"/>
            </a:xfrm>
            <a:custGeom>
              <a:avLst/>
              <a:gdLst/>
              <a:ahLst/>
              <a:cxnLst/>
              <a:rect l="l" t="t" r="r" b="b"/>
              <a:pathLst>
                <a:path w="21327" h="1211" extrusionOk="0">
                  <a:moveTo>
                    <a:pt x="0" y="0"/>
                  </a:moveTo>
                  <a:lnTo>
                    <a:pt x="0" y="1210"/>
                  </a:lnTo>
                  <a:lnTo>
                    <a:pt x="21327" y="1210"/>
                  </a:lnTo>
                  <a:lnTo>
                    <a:pt x="2132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9" name="Google Shape;7719;p37"/>
            <p:cNvSpPr/>
            <p:nvPr/>
          </p:nvSpPr>
          <p:spPr>
            <a:xfrm>
              <a:off x="16309825" y="4929275"/>
              <a:ext cx="246350" cy="115625"/>
            </a:xfrm>
            <a:custGeom>
              <a:avLst/>
              <a:gdLst/>
              <a:ahLst/>
              <a:cxnLst/>
              <a:rect l="l" t="t" r="r" b="b"/>
              <a:pathLst>
                <a:path w="9854" h="4625" extrusionOk="0">
                  <a:moveTo>
                    <a:pt x="4927" y="0"/>
                  </a:moveTo>
                  <a:lnTo>
                    <a:pt x="4430" y="22"/>
                  </a:lnTo>
                  <a:lnTo>
                    <a:pt x="3955" y="87"/>
                  </a:lnTo>
                  <a:lnTo>
                    <a:pt x="3501" y="216"/>
                  </a:lnTo>
                  <a:lnTo>
                    <a:pt x="3069" y="368"/>
                  </a:lnTo>
                  <a:lnTo>
                    <a:pt x="2659" y="562"/>
                  </a:lnTo>
                  <a:lnTo>
                    <a:pt x="2248" y="778"/>
                  </a:lnTo>
                  <a:lnTo>
                    <a:pt x="1881" y="1059"/>
                  </a:lnTo>
                  <a:lnTo>
                    <a:pt x="1535" y="1340"/>
                  </a:lnTo>
                  <a:lnTo>
                    <a:pt x="1232" y="1664"/>
                  </a:lnTo>
                  <a:lnTo>
                    <a:pt x="930" y="2032"/>
                  </a:lnTo>
                  <a:lnTo>
                    <a:pt x="692" y="2399"/>
                  </a:lnTo>
                  <a:lnTo>
                    <a:pt x="476" y="2809"/>
                  </a:lnTo>
                  <a:lnTo>
                    <a:pt x="282" y="3242"/>
                  </a:lnTo>
                  <a:lnTo>
                    <a:pt x="152" y="3674"/>
                  </a:lnTo>
                  <a:lnTo>
                    <a:pt x="44" y="4149"/>
                  </a:lnTo>
                  <a:lnTo>
                    <a:pt x="1" y="4624"/>
                  </a:lnTo>
                  <a:lnTo>
                    <a:pt x="9854" y="4624"/>
                  </a:lnTo>
                  <a:lnTo>
                    <a:pt x="9789" y="4149"/>
                  </a:lnTo>
                  <a:lnTo>
                    <a:pt x="9703" y="3674"/>
                  </a:lnTo>
                  <a:lnTo>
                    <a:pt x="9551" y="3242"/>
                  </a:lnTo>
                  <a:lnTo>
                    <a:pt x="9378" y="2809"/>
                  </a:lnTo>
                  <a:lnTo>
                    <a:pt x="9162" y="2399"/>
                  </a:lnTo>
                  <a:lnTo>
                    <a:pt x="8903" y="2032"/>
                  </a:lnTo>
                  <a:lnTo>
                    <a:pt x="8622" y="1664"/>
                  </a:lnTo>
                  <a:lnTo>
                    <a:pt x="8298" y="1340"/>
                  </a:lnTo>
                  <a:lnTo>
                    <a:pt x="7952" y="1059"/>
                  </a:lnTo>
                  <a:lnTo>
                    <a:pt x="7585" y="778"/>
                  </a:lnTo>
                  <a:lnTo>
                    <a:pt x="7196" y="562"/>
                  </a:lnTo>
                  <a:lnTo>
                    <a:pt x="6764" y="368"/>
                  </a:lnTo>
                  <a:lnTo>
                    <a:pt x="6332" y="216"/>
                  </a:lnTo>
                  <a:lnTo>
                    <a:pt x="5878" y="87"/>
                  </a:lnTo>
                  <a:lnTo>
                    <a:pt x="5403" y="22"/>
                  </a:lnTo>
                  <a:lnTo>
                    <a:pt x="492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0" name="Google Shape;7720;p37"/>
            <p:cNvSpPr/>
            <p:nvPr/>
          </p:nvSpPr>
          <p:spPr>
            <a:xfrm>
              <a:off x="16583700" y="4929275"/>
              <a:ext cx="245825" cy="115625"/>
            </a:xfrm>
            <a:custGeom>
              <a:avLst/>
              <a:gdLst/>
              <a:ahLst/>
              <a:cxnLst/>
              <a:rect l="l" t="t" r="r" b="b"/>
              <a:pathLst>
                <a:path w="9833" h="4625" extrusionOk="0">
                  <a:moveTo>
                    <a:pt x="4906" y="0"/>
                  </a:moveTo>
                  <a:lnTo>
                    <a:pt x="4430" y="22"/>
                  </a:lnTo>
                  <a:lnTo>
                    <a:pt x="3955" y="87"/>
                  </a:lnTo>
                  <a:lnTo>
                    <a:pt x="3501" y="216"/>
                  </a:lnTo>
                  <a:lnTo>
                    <a:pt x="3069" y="368"/>
                  </a:lnTo>
                  <a:lnTo>
                    <a:pt x="2637" y="562"/>
                  </a:lnTo>
                  <a:lnTo>
                    <a:pt x="2248" y="778"/>
                  </a:lnTo>
                  <a:lnTo>
                    <a:pt x="1881" y="1059"/>
                  </a:lnTo>
                  <a:lnTo>
                    <a:pt x="1535" y="1340"/>
                  </a:lnTo>
                  <a:lnTo>
                    <a:pt x="1211" y="1664"/>
                  </a:lnTo>
                  <a:lnTo>
                    <a:pt x="930" y="2032"/>
                  </a:lnTo>
                  <a:lnTo>
                    <a:pt x="671" y="2399"/>
                  </a:lnTo>
                  <a:lnTo>
                    <a:pt x="455" y="2809"/>
                  </a:lnTo>
                  <a:lnTo>
                    <a:pt x="282" y="3242"/>
                  </a:lnTo>
                  <a:lnTo>
                    <a:pt x="152" y="3674"/>
                  </a:lnTo>
                  <a:lnTo>
                    <a:pt x="44" y="4149"/>
                  </a:lnTo>
                  <a:lnTo>
                    <a:pt x="1" y="4624"/>
                  </a:lnTo>
                  <a:lnTo>
                    <a:pt x="9832" y="4624"/>
                  </a:lnTo>
                  <a:lnTo>
                    <a:pt x="9789" y="4149"/>
                  </a:lnTo>
                  <a:lnTo>
                    <a:pt x="9681" y="3674"/>
                  </a:lnTo>
                  <a:lnTo>
                    <a:pt x="9551" y="3242"/>
                  </a:lnTo>
                  <a:lnTo>
                    <a:pt x="9357" y="2809"/>
                  </a:lnTo>
                  <a:lnTo>
                    <a:pt x="9141" y="2399"/>
                  </a:lnTo>
                  <a:lnTo>
                    <a:pt x="8903" y="2032"/>
                  </a:lnTo>
                  <a:lnTo>
                    <a:pt x="8622" y="1664"/>
                  </a:lnTo>
                  <a:lnTo>
                    <a:pt x="8298" y="1340"/>
                  </a:lnTo>
                  <a:lnTo>
                    <a:pt x="7952" y="1059"/>
                  </a:lnTo>
                  <a:lnTo>
                    <a:pt x="7585" y="778"/>
                  </a:lnTo>
                  <a:lnTo>
                    <a:pt x="7174" y="562"/>
                  </a:lnTo>
                  <a:lnTo>
                    <a:pt x="6764" y="368"/>
                  </a:lnTo>
                  <a:lnTo>
                    <a:pt x="6332" y="216"/>
                  </a:lnTo>
                  <a:lnTo>
                    <a:pt x="5878" y="87"/>
                  </a:lnTo>
                  <a:lnTo>
                    <a:pt x="5403" y="22"/>
                  </a:lnTo>
                  <a:lnTo>
                    <a:pt x="490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1" name="Google Shape;7721;p37"/>
            <p:cNvSpPr/>
            <p:nvPr/>
          </p:nvSpPr>
          <p:spPr>
            <a:xfrm>
              <a:off x="16545350" y="3256300"/>
              <a:ext cx="62700" cy="102675"/>
            </a:xfrm>
            <a:custGeom>
              <a:avLst/>
              <a:gdLst/>
              <a:ahLst/>
              <a:cxnLst/>
              <a:rect l="l" t="t" r="r" b="b"/>
              <a:pathLst>
                <a:path w="2508" h="4107" extrusionOk="0">
                  <a:moveTo>
                    <a:pt x="1232" y="1"/>
                  </a:moveTo>
                  <a:lnTo>
                    <a:pt x="1189" y="44"/>
                  </a:lnTo>
                  <a:lnTo>
                    <a:pt x="1081" y="130"/>
                  </a:lnTo>
                  <a:lnTo>
                    <a:pt x="973" y="282"/>
                  </a:lnTo>
                  <a:lnTo>
                    <a:pt x="865" y="498"/>
                  </a:lnTo>
                  <a:lnTo>
                    <a:pt x="649" y="995"/>
                  </a:lnTo>
                  <a:lnTo>
                    <a:pt x="454" y="1600"/>
                  </a:lnTo>
                  <a:lnTo>
                    <a:pt x="260" y="2205"/>
                  </a:lnTo>
                  <a:lnTo>
                    <a:pt x="130" y="2767"/>
                  </a:lnTo>
                  <a:lnTo>
                    <a:pt x="22" y="3199"/>
                  </a:lnTo>
                  <a:lnTo>
                    <a:pt x="1" y="3480"/>
                  </a:lnTo>
                  <a:lnTo>
                    <a:pt x="1" y="3544"/>
                  </a:lnTo>
                  <a:lnTo>
                    <a:pt x="22" y="3631"/>
                  </a:lnTo>
                  <a:lnTo>
                    <a:pt x="65" y="3696"/>
                  </a:lnTo>
                  <a:lnTo>
                    <a:pt x="109" y="3761"/>
                  </a:lnTo>
                  <a:lnTo>
                    <a:pt x="260" y="3869"/>
                  </a:lnTo>
                  <a:lnTo>
                    <a:pt x="433" y="3955"/>
                  </a:lnTo>
                  <a:lnTo>
                    <a:pt x="627" y="4041"/>
                  </a:lnTo>
                  <a:lnTo>
                    <a:pt x="843" y="4085"/>
                  </a:lnTo>
                  <a:lnTo>
                    <a:pt x="1059" y="4106"/>
                  </a:lnTo>
                  <a:lnTo>
                    <a:pt x="1276" y="4106"/>
                  </a:lnTo>
                  <a:lnTo>
                    <a:pt x="1492" y="4085"/>
                  </a:lnTo>
                  <a:lnTo>
                    <a:pt x="1729" y="4041"/>
                  </a:lnTo>
                  <a:lnTo>
                    <a:pt x="1945" y="3977"/>
                  </a:lnTo>
                  <a:lnTo>
                    <a:pt x="2140" y="3890"/>
                  </a:lnTo>
                  <a:lnTo>
                    <a:pt x="2313" y="3782"/>
                  </a:lnTo>
                  <a:lnTo>
                    <a:pt x="2377" y="3717"/>
                  </a:lnTo>
                  <a:lnTo>
                    <a:pt x="2421" y="3653"/>
                  </a:lnTo>
                  <a:lnTo>
                    <a:pt x="2464" y="3566"/>
                  </a:lnTo>
                  <a:lnTo>
                    <a:pt x="2486" y="3480"/>
                  </a:lnTo>
                  <a:lnTo>
                    <a:pt x="2507" y="3393"/>
                  </a:lnTo>
                  <a:lnTo>
                    <a:pt x="2486" y="3285"/>
                  </a:lnTo>
                  <a:lnTo>
                    <a:pt x="2334" y="2529"/>
                  </a:lnTo>
                  <a:lnTo>
                    <a:pt x="2226" y="1989"/>
                  </a:lnTo>
                  <a:lnTo>
                    <a:pt x="2075" y="1405"/>
                  </a:lnTo>
                  <a:lnTo>
                    <a:pt x="1902" y="865"/>
                  </a:lnTo>
                  <a:lnTo>
                    <a:pt x="1816" y="627"/>
                  </a:lnTo>
                  <a:lnTo>
                    <a:pt x="1729" y="411"/>
                  </a:lnTo>
                  <a:lnTo>
                    <a:pt x="1621" y="239"/>
                  </a:lnTo>
                  <a:lnTo>
                    <a:pt x="1513" y="109"/>
                  </a:lnTo>
                  <a:lnTo>
                    <a:pt x="1405" y="22"/>
                  </a:lnTo>
                  <a:lnTo>
                    <a:pt x="13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2" name="Google Shape;7722;p37"/>
            <p:cNvSpPr/>
            <p:nvPr/>
          </p:nvSpPr>
          <p:spPr>
            <a:xfrm>
              <a:off x="16158050" y="4209200"/>
              <a:ext cx="136150" cy="136700"/>
            </a:xfrm>
            <a:custGeom>
              <a:avLst/>
              <a:gdLst/>
              <a:ahLst/>
              <a:cxnLst/>
              <a:rect l="l" t="t" r="r" b="b"/>
              <a:pathLst>
                <a:path w="5446" h="5468" extrusionOk="0">
                  <a:moveTo>
                    <a:pt x="2723" y="1"/>
                  </a:moveTo>
                  <a:lnTo>
                    <a:pt x="2442" y="22"/>
                  </a:lnTo>
                  <a:lnTo>
                    <a:pt x="2182" y="65"/>
                  </a:lnTo>
                  <a:lnTo>
                    <a:pt x="1923" y="130"/>
                  </a:lnTo>
                  <a:lnTo>
                    <a:pt x="1664" y="217"/>
                  </a:lnTo>
                  <a:lnTo>
                    <a:pt x="1426" y="346"/>
                  </a:lnTo>
                  <a:lnTo>
                    <a:pt x="1210" y="476"/>
                  </a:lnTo>
                  <a:lnTo>
                    <a:pt x="994" y="627"/>
                  </a:lnTo>
                  <a:lnTo>
                    <a:pt x="800" y="800"/>
                  </a:lnTo>
                  <a:lnTo>
                    <a:pt x="627" y="995"/>
                  </a:lnTo>
                  <a:lnTo>
                    <a:pt x="475" y="1211"/>
                  </a:lnTo>
                  <a:lnTo>
                    <a:pt x="324" y="1427"/>
                  </a:lnTo>
                  <a:lnTo>
                    <a:pt x="216" y="1664"/>
                  </a:lnTo>
                  <a:lnTo>
                    <a:pt x="130" y="1924"/>
                  </a:lnTo>
                  <a:lnTo>
                    <a:pt x="65" y="2183"/>
                  </a:lnTo>
                  <a:lnTo>
                    <a:pt x="22" y="2464"/>
                  </a:lnTo>
                  <a:lnTo>
                    <a:pt x="0" y="2745"/>
                  </a:lnTo>
                  <a:lnTo>
                    <a:pt x="22" y="3026"/>
                  </a:lnTo>
                  <a:lnTo>
                    <a:pt x="65" y="3285"/>
                  </a:lnTo>
                  <a:lnTo>
                    <a:pt x="130" y="3544"/>
                  </a:lnTo>
                  <a:lnTo>
                    <a:pt x="216" y="3803"/>
                  </a:lnTo>
                  <a:lnTo>
                    <a:pt x="324" y="4041"/>
                  </a:lnTo>
                  <a:lnTo>
                    <a:pt x="475" y="4257"/>
                  </a:lnTo>
                  <a:lnTo>
                    <a:pt x="627" y="4473"/>
                  </a:lnTo>
                  <a:lnTo>
                    <a:pt x="800" y="4668"/>
                  </a:lnTo>
                  <a:lnTo>
                    <a:pt x="994" y="4841"/>
                  </a:lnTo>
                  <a:lnTo>
                    <a:pt x="1210" y="4992"/>
                  </a:lnTo>
                  <a:lnTo>
                    <a:pt x="1426" y="5143"/>
                  </a:lnTo>
                  <a:lnTo>
                    <a:pt x="1664" y="5251"/>
                  </a:lnTo>
                  <a:lnTo>
                    <a:pt x="1923" y="5338"/>
                  </a:lnTo>
                  <a:lnTo>
                    <a:pt x="2182" y="5402"/>
                  </a:lnTo>
                  <a:lnTo>
                    <a:pt x="2442" y="5446"/>
                  </a:lnTo>
                  <a:lnTo>
                    <a:pt x="2723" y="5467"/>
                  </a:lnTo>
                  <a:lnTo>
                    <a:pt x="3004" y="5446"/>
                  </a:lnTo>
                  <a:lnTo>
                    <a:pt x="3284" y="5402"/>
                  </a:lnTo>
                  <a:lnTo>
                    <a:pt x="3544" y="5338"/>
                  </a:lnTo>
                  <a:lnTo>
                    <a:pt x="3781" y="5251"/>
                  </a:lnTo>
                  <a:lnTo>
                    <a:pt x="4019" y="5143"/>
                  </a:lnTo>
                  <a:lnTo>
                    <a:pt x="4257" y="4992"/>
                  </a:lnTo>
                  <a:lnTo>
                    <a:pt x="4451" y="4841"/>
                  </a:lnTo>
                  <a:lnTo>
                    <a:pt x="4646" y="4668"/>
                  </a:lnTo>
                  <a:lnTo>
                    <a:pt x="4840" y="4473"/>
                  </a:lnTo>
                  <a:lnTo>
                    <a:pt x="4991" y="4257"/>
                  </a:lnTo>
                  <a:lnTo>
                    <a:pt x="5121" y="4041"/>
                  </a:lnTo>
                  <a:lnTo>
                    <a:pt x="5229" y="3803"/>
                  </a:lnTo>
                  <a:lnTo>
                    <a:pt x="5337" y="3544"/>
                  </a:lnTo>
                  <a:lnTo>
                    <a:pt x="5402" y="3285"/>
                  </a:lnTo>
                  <a:lnTo>
                    <a:pt x="5445" y="3026"/>
                  </a:lnTo>
                  <a:lnTo>
                    <a:pt x="5445" y="2745"/>
                  </a:lnTo>
                  <a:lnTo>
                    <a:pt x="5445" y="2464"/>
                  </a:lnTo>
                  <a:lnTo>
                    <a:pt x="5402" y="2183"/>
                  </a:lnTo>
                  <a:lnTo>
                    <a:pt x="5337" y="1924"/>
                  </a:lnTo>
                  <a:lnTo>
                    <a:pt x="5229" y="1664"/>
                  </a:lnTo>
                  <a:lnTo>
                    <a:pt x="5121" y="1427"/>
                  </a:lnTo>
                  <a:lnTo>
                    <a:pt x="4991" y="1211"/>
                  </a:lnTo>
                  <a:lnTo>
                    <a:pt x="4840" y="995"/>
                  </a:lnTo>
                  <a:lnTo>
                    <a:pt x="4646" y="800"/>
                  </a:lnTo>
                  <a:lnTo>
                    <a:pt x="4451" y="627"/>
                  </a:lnTo>
                  <a:lnTo>
                    <a:pt x="4257" y="476"/>
                  </a:lnTo>
                  <a:lnTo>
                    <a:pt x="4019" y="346"/>
                  </a:lnTo>
                  <a:lnTo>
                    <a:pt x="3781" y="217"/>
                  </a:lnTo>
                  <a:lnTo>
                    <a:pt x="3544" y="130"/>
                  </a:lnTo>
                  <a:lnTo>
                    <a:pt x="3284" y="65"/>
                  </a:lnTo>
                  <a:lnTo>
                    <a:pt x="3004" y="22"/>
                  </a:lnTo>
                  <a:lnTo>
                    <a:pt x="272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3" name="Google Shape;7723;p37"/>
            <p:cNvSpPr/>
            <p:nvPr/>
          </p:nvSpPr>
          <p:spPr>
            <a:xfrm>
              <a:off x="16140225" y="3564750"/>
              <a:ext cx="180425" cy="696325"/>
            </a:xfrm>
            <a:custGeom>
              <a:avLst/>
              <a:gdLst/>
              <a:ahLst/>
              <a:cxnLst/>
              <a:rect l="l" t="t" r="r" b="b"/>
              <a:pathLst>
                <a:path w="7217" h="27853" extrusionOk="0">
                  <a:moveTo>
                    <a:pt x="0" y="1"/>
                  </a:moveTo>
                  <a:lnTo>
                    <a:pt x="130" y="3112"/>
                  </a:lnTo>
                  <a:lnTo>
                    <a:pt x="216" y="6526"/>
                  </a:lnTo>
                  <a:lnTo>
                    <a:pt x="367" y="13916"/>
                  </a:lnTo>
                  <a:lnTo>
                    <a:pt x="540" y="21306"/>
                  </a:lnTo>
                  <a:lnTo>
                    <a:pt x="627" y="24741"/>
                  </a:lnTo>
                  <a:lnTo>
                    <a:pt x="756" y="27853"/>
                  </a:lnTo>
                  <a:lnTo>
                    <a:pt x="6180" y="27853"/>
                  </a:lnTo>
                  <a:lnTo>
                    <a:pt x="6309" y="24741"/>
                  </a:lnTo>
                  <a:lnTo>
                    <a:pt x="6439" y="21306"/>
                  </a:lnTo>
                  <a:lnTo>
                    <a:pt x="6698" y="13916"/>
                  </a:lnTo>
                  <a:lnTo>
                    <a:pt x="6958" y="6526"/>
                  </a:lnTo>
                  <a:lnTo>
                    <a:pt x="7087" y="3112"/>
                  </a:lnTo>
                  <a:lnTo>
                    <a:pt x="7217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4" name="Google Shape;7724;p37"/>
            <p:cNvSpPr/>
            <p:nvPr/>
          </p:nvSpPr>
          <p:spPr>
            <a:xfrm>
              <a:off x="16145625" y="4203800"/>
              <a:ext cx="162600" cy="68100"/>
            </a:xfrm>
            <a:custGeom>
              <a:avLst/>
              <a:gdLst/>
              <a:ahLst/>
              <a:cxnLst/>
              <a:rect l="l" t="t" r="r" b="b"/>
              <a:pathLst>
                <a:path w="6504" h="2724" extrusionOk="0">
                  <a:moveTo>
                    <a:pt x="0" y="0"/>
                  </a:moveTo>
                  <a:lnTo>
                    <a:pt x="108" y="2723"/>
                  </a:lnTo>
                  <a:lnTo>
                    <a:pt x="6396" y="2723"/>
                  </a:lnTo>
                  <a:lnTo>
                    <a:pt x="65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5" name="Google Shape;7725;p37"/>
            <p:cNvSpPr/>
            <p:nvPr/>
          </p:nvSpPr>
          <p:spPr>
            <a:xfrm>
              <a:off x="16286075" y="3546925"/>
              <a:ext cx="33500" cy="75650"/>
            </a:xfrm>
            <a:custGeom>
              <a:avLst/>
              <a:gdLst/>
              <a:ahLst/>
              <a:cxnLst/>
              <a:rect l="l" t="t" r="r" b="b"/>
              <a:pathLst>
                <a:path w="1340" h="3026" extrusionOk="0">
                  <a:moveTo>
                    <a:pt x="540" y="1"/>
                  </a:moveTo>
                  <a:lnTo>
                    <a:pt x="411" y="44"/>
                  </a:lnTo>
                  <a:lnTo>
                    <a:pt x="303" y="109"/>
                  </a:lnTo>
                  <a:lnTo>
                    <a:pt x="195" y="195"/>
                  </a:lnTo>
                  <a:lnTo>
                    <a:pt x="108" y="282"/>
                  </a:lnTo>
                  <a:lnTo>
                    <a:pt x="43" y="411"/>
                  </a:lnTo>
                  <a:lnTo>
                    <a:pt x="22" y="519"/>
                  </a:lnTo>
                  <a:lnTo>
                    <a:pt x="0" y="671"/>
                  </a:lnTo>
                  <a:lnTo>
                    <a:pt x="0" y="2356"/>
                  </a:lnTo>
                  <a:lnTo>
                    <a:pt x="22" y="2486"/>
                  </a:lnTo>
                  <a:lnTo>
                    <a:pt x="43" y="2615"/>
                  </a:lnTo>
                  <a:lnTo>
                    <a:pt x="108" y="2723"/>
                  </a:lnTo>
                  <a:lnTo>
                    <a:pt x="195" y="2831"/>
                  </a:lnTo>
                  <a:lnTo>
                    <a:pt x="303" y="2918"/>
                  </a:lnTo>
                  <a:lnTo>
                    <a:pt x="411" y="2961"/>
                  </a:lnTo>
                  <a:lnTo>
                    <a:pt x="540" y="3004"/>
                  </a:lnTo>
                  <a:lnTo>
                    <a:pt x="670" y="3026"/>
                  </a:lnTo>
                  <a:lnTo>
                    <a:pt x="800" y="3004"/>
                  </a:lnTo>
                  <a:lnTo>
                    <a:pt x="929" y="2961"/>
                  </a:lnTo>
                  <a:lnTo>
                    <a:pt x="1037" y="2918"/>
                  </a:lnTo>
                  <a:lnTo>
                    <a:pt x="1145" y="2831"/>
                  </a:lnTo>
                  <a:lnTo>
                    <a:pt x="1232" y="2723"/>
                  </a:lnTo>
                  <a:lnTo>
                    <a:pt x="1297" y="2615"/>
                  </a:lnTo>
                  <a:lnTo>
                    <a:pt x="1318" y="2486"/>
                  </a:lnTo>
                  <a:lnTo>
                    <a:pt x="1340" y="2356"/>
                  </a:lnTo>
                  <a:lnTo>
                    <a:pt x="1340" y="671"/>
                  </a:lnTo>
                  <a:lnTo>
                    <a:pt x="1318" y="519"/>
                  </a:lnTo>
                  <a:lnTo>
                    <a:pt x="1297" y="411"/>
                  </a:lnTo>
                  <a:lnTo>
                    <a:pt x="1232" y="282"/>
                  </a:lnTo>
                  <a:lnTo>
                    <a:pt x="1145" y="195"/>
                  </a:lnTo>
                  <a:lnTo>
                    <a:pt x="1037" y="109"/>
                  </a:lnTo>
                  <a:lnTo>
                    <a:pt x="929" y="44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6" name="Google Shape;7726;p37"/>
            <p:cNvSpPr/>
            <p:nvPr/>
          </p:nvSpPr>
          <p:spPr>
            <a:xfrm>
              <a:off x="16248800" y="3546925"/>
              <a:ext cx="33500" cy="75650"/>
            </a:xfrm>
            <a:custGeom>
              <a:avLst/>
              <a:gdLst/>
              <a:ahLst/>
              <a:cxnLst/>
              <a:rect l="l" t="t" r="r" b="b"/>
              <a:pathLst>
                <a:path w="1340" h="3026" extrusionOk="0">
                  <a:moveTo>
                    <a:pt x="519" y="1"/>
                  </a:moveTo>
                  <a:lnTo>
                    <a:pt x="411" y="44"/>
                  </a:lnTo>
                  <a:lnTo>
                    <a:pt x="281" y="109"/>
                  </a:lnTo>
                  <a:lnTo>
                    <a:pt x="195" y="195"/>
                  </a:lnTo>
                  <a:lnTo>
                    <a:pt x="108" y="282"/>
                  </a:lnTo>
                  <a:lnTo>
                    <a:pt x="43" y="411"/>
                  </a:lnTo>
                  <a:lnTo>
                    <a:pt x="0" y="519"/>
                  </a:lnTo>
                  <a:lnTo>
                    <a:pt x="0" y="671"/>
                  </a:lnTo>
                  <a:lnTo>
                    <a:pt x="0" y="2356"/>
                  </a:lnTo>
                  <a:lnTo>
                    <a:pt x="0" y="2486"/>
                  </a:lnTo>
                  <a:lnTo>
                    <a:pt x="43" y="2615"/>
                  </a:lnTo>
                  <a:lnTo>
                    <a:pt x="108" y="2723"/>
                  </a:lnTo>
                  <a:lnTo>
                    <a:pt x="195" y="2831"/>
                  </a:lnTo>
                  <a:lnTo>
                    <a:pt x="281" y="2918"/>
                  </a:lnTo>
                  <a:lnTo>
                    <a:pt x="411" y="2961"/>
                  </a:lnTo>
                  <a:lnTo>
                    <a:pt x="519" y="3004"/>
                  </a:lnTo>
                  <a:lnTo>
                    <a:pt x="670" y="3026"/>
                  </a:lnTo>
                  <a:lnTo>
                    <a:pt x="800" y="3004"/>
                  </a:lnTo>
                  <a:lnTo>
                    <a:pt x="929" y="2961"/>
                  </a:lnTo>
                  <a:lnTo>
                    <a:pt x="1037" y="2918"/>
                  </a:lnTo>
                  <a:lnTo>
                    <a:pt x="1145" y="2831"/>
                  </a:lnTo>
                  <a:lnTo>
                    <a:pt x="1210" y="2723"/>
                  </a:lnTo>
                  <a:lnTo>
                    <a:pt x="1275" y="2615"/>
                  </a:lnTo>
                  <a:lnTo>
                    <a:pt x="1318" y="2486"/>
                  </a:lnTo>
                  <a:lnTo>
                    <a:pt x="1340" y="2356"/>
                  </a:lnTo>
                  <a:lnTo>
                    <a:pt x="1340" y="671"/>
                  </a:lnTo>
                  <a:lnTo>
                    <a:pt x="1318" y="519"/>
                  </a:lnTo>
                  <a:lnTo>
                    <a:pt x="1275" y="411"/>
                  </a:lnTo>
                  <a:lnTo>
                    <a:pt x="1210" y="282"/>
                  </a:lnTo>
                  <a:lnTo>
                    <a:pt x="1145" y="195"/>
                  </a:lnTo>
                  <a:lnTo>
                    <a:pt x="1037" y="109"/>
                  </a:lnTo>
                  <a:lnTo>
                    <a:pt x="929" y="44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7" name="Google Shape;7727;p37"/>
            <p:cNvSpPr/>
            <p:nvPr/>
          </p:nvSpPr>
          <p:spPr>
            <a:xfrm>
              <a:off x="16210975" y="3546925"/>
              <a:ext cx="33525" cy="75650"/>
            </a:xfrm>
            <a:custGeom>
              <a:avLst/>
              <a:gdLst/>
              <a:ahLst/>
              <a:cxnLst/>
              <a:rect l="l" t="t" r="r" b="b"/>
              <a:pathLst>
                <a:path w="1341" h="3026" extrusionOk="0">
                  <a:moveTo>
                    <a:pt x="541" y="1"/>
                  </a:moveTo>
                  <a:lnTo>
                    <a:pt x="411" y="44"/>
                  </a:lnTo>
                  <a:lnTo>
                    <a:pt x="303" y="109"/>
                  </a:lnTo>
                  <a:lnTo>
                    <a:pt x="195" y="195"/>
                  </a:lnTo>
                  <a:lnTo>
                    <a:pt x="130" y="282"/>
                  </a:lnTo>
                  <a:lnTo>
                    <a:pt x="65" y="411"/>
                  </a:lnTo>
                  <a:lnTo>
                    <a:pt x="22" y="519"/>
                  </a:lnTo>
                  <a:lnTo>
                    <a:pt x="1" y="671"/>
                  </a:lnTo>
                  <a:lnTo>
                    <a:pt x="1" y="2356"/>
                  </a:lnTo>
                  <a:lnTo>
                    <a:pt x="22" y="2486"/>
                  </a:lnTo>
                  <a:lnTo>
                    <a:pt x="65" y="2615"/>
                  </a:lnTo>
                  <a:lnTo>
                    <a:pt x="130" y="2723"/>
                  </a:lnTo>
                  <a:lnTo>
                    <a:pt x="195" y="2831"/>
                  </a:lnTo>
                  <a:lnTo>
                    <a:pt x="303" y="2918"/>
                  </a:lnTo>
                  <a:lnTo>
                    <a:pt x="411" y="2961"/>
                  </a:lnTo>
                  <a:lnTo>
                    <a:pt x="541" y="3004"/>
                  </a:lnTo>
                  <a:lnTo>
                    <a:pt x="670" y="3026"/>
                  </a:lnTo>
                  <a:lnTo>
                    <a:pt x="822" y="3004"/>
                  </a:lnTo>
                  <a:lnTo>
                    <a:pt x="930" y="2961"/>
                  </a:lnTo>
                  <a:lnTo>
                    <a:pt x="1059" y="2918"/>
                  </a:lnTo>
                  <a:lnTo>
                    <a:pt x="1146" y="2831"/>
                  </a:lnTo>
                  <a:lnTo>
                    <a:pt x="1232" y="2723"/>
                  </a:lnTo>
                  <a:lnTo>
                    <a:pt x="1297" y="2615"/>
                  </a:lnTo>
                  <a:lnTo>
                    <a:pt x="1340" y="2486"/>
                  </a:lnTo>
                  <a:lnTo>
                    <a:pt x="1340" y="2356"/>
                  </a:lnTo>
                  <a:lnTo>
                    <a:pt x="1340" y="671"/>
                  </a:lnTo>
                  <a:lnTo>
                    <a:pt x="1340" y="519"/>
                  </a:lnTo>
                  <a:lnTo>
                    <a:pt x="1297" y="411"/>
                  </a:lnTo>
                  <a:lnTo>
                    <a:pt x="1232" y="282"/>
                  </a:lnTo>
                  <a:lnTo>
                    <a:pt x="1146" y="195"/>
                  </a:lnTo>
                  <a:lnTo>
                    <a:pt x="1059" y="109"/>
                  </a:lnTo>
                  <a:lnTo>
                    <a:pt x="930" y="44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8" name="Google Shape;7728;p37"/>
            <p:cNvSpPr/>
            <p:nvPr/>
          </p:nvSpPr>
          <p:spPr>
            <a:xfrm>
              <a:off x="16173700" y="3546925"/>
              <a:ext cx="33525" cy="75650"/>
            </a:xfrm>
            <a:custGeom>
              <a:avLst/>
              <a:gdLst/>
              <a:ahLst/>
              <a:cxnLst/>
              <a:rect l="l" t="t" r="r" b="b"/>
              <a:pathLst>
                <a:path w="1341" h="3026" extrusionOk="0">
                  <a:moveTo>
                    <a:pt x="541" y="1"/>
                  </a:moveTo>
                  <a:lnTo>
                    <a:pt x="411" y="44"/>
                  </a:lnTo>
                  <a:lnTo>
                    <a:pt x="303" y="109"/>
                  </a:lnTo>
                  <a:lnTo>
                    <a:pt x="195" y="195"/>
                  </a:lnTo>
                  <a:lnTo>
                    <a:pt x="109" y="282"/>
                  </a:lnTo>
                  <a:lnTo>
                    <a:pt x="66" y="411"/>
                  </a:lnTo>
                  <a:lnTo>
                    <a:pt x="22" y="519"/>
                  </a:lnTo>
                  <a:lnTo>
                    <a:pt x="1" y="671"/>
                  </a:lnTo>
                  <a:lnTo>
                    <a:pt x="1" y="2356"/>
                  </a:lnTo>
                  <a:lnTo>
                    <a:pt x="22" y="2486"/>
                  </a:lnTo>
                  <a:lnTo>
                    <a:pt x="66" y="2615"/>
                  </a:lnTo>
                  <a:lnTo>
                    <a:pt x="109" y="2723"/>
                  </a:lnTo>
                  <a:lnTo>
                    <a:pt x="195" y="2831"/>
                  </a:lnTo>
                  <a:lnTo>
                    <a:pt x="303" y="2918"/>
                  </a:lnTo>
                  <a:lnTo>
                    <a:pt x="411" y="2961"/>
                  </a:lnTo>
                  <a:lnTo>
                    <a:pt x="541" y="3004"/>
                  </a:lnTo>
                  <a:lnTo>
                    <a:pt x="671" y="3026"/>
                  </a:lnTo>
                  <a:lnTo>
                    <a:pt x="800" y="3004"/>
                  </a:lnTo>
                  <a:lnTo>
                    <a:pt x="930" y="2961"/>
                  </a:lnTo>
                  <a:lnTo>
                    <a:pt x="1038" y="2918"/>
                  </a:lnTo>
                  <a:lnTo>
                    <a:pt x="1146" y="2831"/>
                  </a:lnTo>
                  <a:lnTo>
                    <a:pt x="1232" y="2723"/>
                  </a:lnTo>
                  <a:lnTo>
                    <a:pt x="1297" y="2615"/>
                  </a:lnTo>
                  <a:lnTo>
                    <a:pt x="1319" y="2486"/>
                  </a:lnTo>
                  <a:lnTo>
                    <a:pt x="1340" y="2356"/>
                  </a:lnTo>
                  <a:lnTo>
                    <a:pt x="1340" y="671"/>
                  </a:lnTo>
                  <a:lnTo>
                    <a:pt x="1319" y="519"/>
                  </a:lnTo>
                  <a:lnTo>
                    <a:pt x="1297" y="411"/>
                  </a:lnTo>
                  <a:lnTo>
                    <a:pt x="1232" y="282"/>
                  </a:lnTo>
                  <a:lnTo>
                    <a:pt x="1146" y="195"/>
                  </a:lnTo>
                  <a:lnTo>
                    <a:pt x="1038" y="109"/>
                  </a:lnTo>
                  <a:lnTo>
                    <a:pt x="930" y="44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9" name="Google Shape;7729;p37"/>
            <p:cNvSpPr/>
            <p:nvPr/>
          </p:nvSpPr>
          <p:spPr>
            <a:xfrm>
              <a:off x="16136425" y="3546925"/>
              <a:ext cx="33525" cy="75650"/>
            </a:xfrm>
            <a:custGeom>
              <a:avLst/>
              <a:gdLst/>
              <a:ahLst/>
              <a:cxnLst/>
              <a:rect l="l" t="t" r="r" b="b"/>
              <a:pathLst>
                <a:path w="1341" h="3026" extrusionOk="0">
                  <a:moveTo>
                    <a:pt x="541" y="1"/>
                  </a:moveTo>
                  <a:lnTo>
                    <a:pt x="411" y="44"/>
                  </a:lnTo>
                  <a:lnTo>
                    <a:pt x="282" y="109"/>
                  </a:lnTo>
                  <a:lnTo>
                    <a:pt x="195" y="195"/>
                  </a:lnTo>
                  <a:lnTo>
                    <a:pt x="109" y="282"/>
                  </a:lnTo>
                  <a:lnTo>
                    <a:pt x="44" y="411"/>
                  </a:lnTo>
                  <a:lnTo>
                    <a:pt x="1" y="519"/>
                  </a:lnTo>
                  <a:lnTo>
                    <a:pt x="1" y="671"/>
                  </a:lnTo>
                  <a:lnTo>
                    <a:pt x="1" y="2356"/>
                  </a:lnTo>
                  <a:lnTo>
                    <a:pt x="1" y="2486"/>
                  </a:lnTo>
                  <a:lnTo>
                    <a:pt x="44" y="2615"/>
                  </a:lnTo>
                  <a:lnTo>
                    <a:pt x="109" y="2723"/>
                  </a:lnTo>
                  <a:lnTo>
                    <a:pt x="195" y="2831"/>
                  </a:lnTo>
                  <a:lnTo>
                    <a:pt x="282" y="2918"/>
                  </a:lnTo>
                  <a:lnTo>
                    <a:pt x="411" y="2961"/>
                  </a:lnTo>
                  <a:lnTo>
                    <a:pt x="541" y="3004"/>
                  </a:lnTo>
                  <a:lnTo>
                    <a:pt x="671" y="3026"/>
                  </a:lnTo>
                  <a:lnTo>
                    <a:pt x="800" y="3004"/>
                  </a:lnTo>
                  <a:lnTo>
                    <a:pt x="930" y="2961"/>
                  </a:lnTo>
                  <a:lnTo>
                    <a:pt x="1038" y="2918"/>
                  </a:lnTo>
                  <a:lnTo>
                    <a:pt x="1146" y="2831"/>
                  </a:lnTo>
                  <a:lnTo>
                    <a:pt x="1211" y="2723"/>
                  </a:lnTo>
                  <a:lnTo>
                    <a:pt x="1276" y="2615"/>
                  </a:lnTo>
                  <a:lnTo>
                    <a:pt x="1319" y="2486"/>
                  </a:lnTo>
                  <a:lnTo>
                    <a:pt x="1340" y="2356"/>
                  </a:lnTo>
                  <a:lnTo>
                    <a:pt x="1340" y="671"/>
                  </a:lnTo>
                  <a:lnTo>
                    <a:pt x="1319" y="519"/>
                  </a:lnTo>
                  <a:lnTo>
                    <a:pt x="1276" y="411"/>
                  </a:lnTo>
                  <a:lnTo>
                    <a:pt x="1211" y="282"/>
                  </a:lnTo>
                  <a:lnTo>
                    <a:pt x="1146" y="195"/>
                  </a:lnTo>
                  <a:lnTo>
                    <a:pt x="1038" y="109"/>
                  </a:lnTo>
                  <a:lnTo>
                    <a:pt x="930" y="44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0" name="Google Shape;7730;p37"/>
            <p:cNvSpPr/>
            <p:nvPr/>
          </p:nvSpPr>
          <p:spPr>
            <a:xfrm>
              <a:off x="16135900" y="3508575"/>
              <a:ext cx="183150" cy="55675"/>
            </a:xfrm>
            <a:custGeom>
              <a:avLst/>
              <a:gdLst/>
              <a:ahLst/>
              <a:cxnLst/>
              <a:rect l="l" t="t" r="r" b="b"/>
              <a:pathLst>
                <a:path w="7326" h="2227" extrusionOk="0">
                  <a:moveTo>
                    <a:pt x="0" y="1"/>
                  </a:moveTo>
                  <a:lnTo>
                    <a:pt x="0" y="2226"/>
                  </a:lnTo>
                  <a:lnTo>
                    <a:pt x="7325" y="2226"/>
                  </a:lnTo>
                  <a:lnTo>
                    <a:pt x="732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1" name="Google Shape;7731;p37"/>
            <p:cNvSpPr/>
            <p:nvPr/>
          </p:nvSpPr>
          <p:spPr>
            <a:xfrm>
              <a:off x="16485925" y="3986650"/>
              <a:ext cx="182625" cy="95625"/>
            </a:xfrm>
            <a:custGeom>
              <a:avLst/>
              <a:gdLst/>
              <a:ahLst/>
              <a:cxnLst/>
              <a:rect l="l" t="t" r="r" b="b"/>
              <a:pathLst>
                <a:path w="7305" h="3825" extrusionOk="0">
                  <a:moveTo>
                    <a:pt x="6008" y="1318"/>
                  </a:moveTo>
                  <a:lnTo>
                    <a:pt x="6008" y="2528"/>
                  </a:lnTo>
                  <a:lnTo>
                    <a:pt x="1319" y="2528"/>
                  </a:lnTo>
                  <a:lnTo>
                    <a:pt x="1319" y="1318"/>
                  </a:lnTo>
                  <a:close/>
                  <a:moveTo>
                    <a:pt x="1" y="0"/>
                  </a:moveTo>
                  <a:lnTo>
                    <a:pt x="1" y="3825"/>
                  </a:lnTo>
                  <a:lnTo>
                    <a:pt x="7304" y="3825"/>
                  </a:lnTo>
                  <a:lnTo>
                    <a:pt x="73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2" name="Google Shape;7732;p37"/>
            <p:cNvSpPr/>
            <p:nvPr/>
          </p:nvSpPr>
          <p:spPr>
            <a:xfrm>
              <a:off x="16851100" y="4209200"/>
              <a:ext cx="136150" cy="136700"/>
            </a:xfrm>
            <a:custGeom>
              <a:avLst/>
              <a:gdLst/>
              <a:ahLst/>
              <a:cxnLst/>
              <a:rect l="l" t="t" r="r" b="b"/>
              <a:pathLst>
                <a:path w="5446" h="5468" extrusionOk="0">
                  <a:moveTo>
                    <a:pt x="2723" y="1"/>
                  </a:moveTo>
                  <a:lnTo>
                    <a:pt x="2442" y="22"/>
                  </a:lnTo>
                  <a:lnTo>
                    <a:pt x="2183" y="65"/>
                  </a:lnTo>
                  <a:lnTo>
                    <a:pt x="1924" y="130"/>
                  </a:lnTo>
                  <a:lnTo>
                    <a:pt x="1664" y="217"/>
                  </a:lnTo>
                  <a:lnTo>
                    <a:pt x="1427" y="346"/>
                  </a:lnTo>
                  <a:lnTo>
                    <a:pt x="1211" y="476"/>
                  </a:lnTo>
                  <a:lnTo>
                    <a:pt x="994" y="627"/>
                  </a:lnTo>
                  <a:lnTo>
                    <a:pt x="800" y="800"/>
                  </a:lnTo>
                  <a:lnTo>
                    <a:pt x="627" y="995"/>
                  </a:lnTo>
                  <a:lnTo>
                    <a:pt x="454" y="1211"/>
                  </a:lnTo>
                  <a:lnTo>
                    <a:pt x="325" y="1427"/>
                  </a:lnTo>
                  <a:lnTo>
                    <a:pt x="217" y="1664"/>
                  </a:lnTo>
                  <a:lnTo>
                    <a:pt x="130" y="1924"/>
                  </a:lnTo>
                  <a:lnTo>
                    <a:pt x="44" y="2183"/>
                  </a:lnTo>
                  <a:lnTo>
                    <a:pt x="22" y="2464"/>
                  </a:lnTo>
                  <a:lnTo>
                    <a:pt x="1" y="2745"/>
                  </a:lnTo>
                  <a:lnTo>
                    <a:pt x="22" y="3026"/>
                  </a:lnTo>
                  <a:lnTo>
                    <a:pt x="44" y="3285"/>
                  </a:lnTo>
                  <a:lnTo>
                    <a:pt x="130" y="3544"/>
                  </a:lnTo>
                  <a:lnTo>
                    <a:pt x="217" y="3803"/>
                  </a:lnTo>
                  <a:lnTo>
                    <a:pt x="325" y="4041"/>
                  </a:lnTo>
                  <a:lnTo>
                    <a:pt x="454" y="4257"/>
                  </a:lnTo>
                  <a:lnTo>
                    <a:pt x="627" y="4473"/>
                  </a:lnTo>
                  <a:lnTo>
                    <a:pt x="800" y="4668"/>
                  </a:lnTo>
                  <a:lnTo>
                    <a:pt x="994" y="4841"/>
                  </a:lnTo>
                  <a:lnTo>
                    <a:pt x="1211" y="4992"/>
                  </a:lnTo>
                  <a:lnTo>
                    <a:pt x="1427" y="5143"/>
                  </a:lnTo>
                  <a:lnTo>
                    <a:pt x="1664" y="5251"/>
                  </a:lnTo>
                  <a:lnTo>
                    <a:pt x="1924" y="5338"/>
                  </a:lnTo>
                  <a:lnTo>
                    <a:pt x="2183" y="5402"/>
                  </a:lnTo>
                  <a:lnTo>
                    <a:pt x="2442" y="5446"/>
                  </a:lnTo>
                  <a:lnTo>
                    <a:pt x="2723" y="5467"/>
                  </a:lnTo>
                  <a:lnTo>
                    <a:pt x="3004" y="5446"/>
                  </a:lnTo>
                  <a:lnTo>
                    <a:pt x="3285" y="5402"/>
                  </a:lnTo>
                  <a:lnTo>
                    <a:pt x="3544" y="5338"/>
                  </a:lnTo>
                  <a:lnTo>
                    <a:pt x="3782" y="5251"/>
                  </a:lnTo>
                  <a:lnTo>
                    <a:pt x="4020" y="5143"/>
                  </a:lnTo>
                  <a:lnTo>
                    <a:pt x="4257" y="4992"/>
                  </a:lnTo>
                  <a:lnTo>
                    <a:pt x="4452" y="4841"/>
                  </a:lnTo>
                  <a:lnTo>
                    <a:pt x="4646" y="4668"/>
                  </a:lnTo>
                  <a:lnTo>
                    <a:pt x="4841" y="4473"/>
                  </a:lnTo>
                  <a:lnTo>
                    <a:pt x="4992" y="4257"/>
                  </a:lnTo>
                  <a:lnTo>
                    <a:pt x="5121" y="4041"/>
                  </a:lnTo>
                  <a:lnTo>
                    <a:pt x="5230" y="3803"/>
                  </a:lnTo>
                  <a:lnTo>
                    <a:pt x="5338" y="3544"/>
                  </a:lnTo>
                  <a:lnTo>
                    <a:pt x="5402" y="3285"/>
                  </a:lnTo>
                  <a:lnTo>
                    <a:pt x="5446" y="3026"/>
                  </a:lnTo>
                  <a:lnTo>
                    <a:pt x="5446" y="2745"/>
                  </a:lnTo>
                  <a:lnTo>
                    <a:pt x="5446" y="2464"/>
                  </a:lnTo>
                  <a:lnTo>
                    <a:pt x="5402" y="2183"/>
                  </a:lnTo>
                  <a:lnTo>
                    <a:pt x="5338" y="1924"/>
                  </a:lnTo>
                  <a:lnTo>
                    <a:pt x="5230" y="1664"/>
                  </a:lnTo>
                  <a:lnTo>
                    <a:pt x="5121" y="1427"/>
                  </a:lnTo>
                  <a:lnTo>
                    <a:pt x="4992" y="1211"/>
                  </a:lnTo>
                  <a:lnTo>
                    <a:pt x="4841" y="995"/>
                  </a:lnTo>
                  <a:lnTo>
                    <a:pt x="4646" y="800"/>
                  </a:lnTo>
                  <a:lnTo>
                    <a:pt x="4452" y="627"/>
                  </a:lnTo>
                  <a:lnTo>
                    <a:pt x="4257" y="476"/>
                  </a:lnTo>
                  <a:lnTo>
                    <a:pt x="4020" y="346"/>
                  </a:lnTo>
                  <a:lnTo>
                    <a:pt x="3782" y="217"/>
                  </a:lnTo>
                  <a:lnTo>
                    <a:pt x="3544" y="130"/>
                  </a:lnTo>
                  <a:lnTo>
                    <a:pt x="3285" y="65"/>
                  </a:lnTo>
                  <a:lnTo>
                    <a:pt x="3004" y="22"/>
                  </a:lnTo>
                  <a:lnTo>
                    <a:pt x="272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3" name="Google Shape;7733;p37"/>
            <p:cNvSpPr/>
            <p:nvPr/>
          </p:nvSpPr>
          <p:spPr>
            <a:xfrm>
              <a:off x="16824625" y="3564750"/>
              <a:ext cx="180450" cy="696325"/>
            </a:xfrm>
            <a:custGeom>
              <a:avLst/>
              <a:gdLst/>
              <a:ahLst/>
              <a:cxnLst/>
              <a:rect l="l" t="t" r="r" b="b"/>
              <a:pathLst>
                <a:path w="7218" h="27853" extrusionOk="0">
                  <a:moveTo>
                    <a:pt x="1" y="1"/>
                  </a:moveTo>
                  <a:lnTo>
                    <a:pt x="130" y="3112"/>
                  </a:lnTo>
                  <a:lnTo>
                    <a:pt x="260" y="6526"/>
                  </a:lnTo>
                  <a:lnTo>
                    <a:pt x="519" y="13916"/>
                  </a:lnTo>
                  <a:lnTo>
                    <a:pt x="779" y="21306"/>
                  </a:lnTo>
                  <a:lnTo>
                    <a:pt x="908" y="24741"/>
                  </a:lnTo>
                  <a:lnTo>
                    <a:pt x="1038" y="27853"/>
                  </a:lnTo>
                  <a:lnTo>
                    <a:pt x="6483" y="27853"/>
                  </a:lnTo>
                  <a:lnTo>
                    <a:pt x="6591" y="24741"/>
                  </a:lnTo>
                  <a:lnTo>
                    <a:pt x="6699" y="21306"/>
                  </a:lnTo>
                  <a:lnTo>
                    <a:pt x="6850" y="13916"/>
                  </a:lnTo>
                  <a:lnTo>
                    <a:pt x="7002" y="6526"/>
                  </a:lnTo>
                  <a:lnTo>
                    <a:pt x="7110" y="3112"/>
                  </a:lnTo>
                  <a:lnTo>
                    <a:pt x="7218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4" name="Google Shape;7734;p37"/>
            <p:cNvSpPr/>
            <p:nvPr/>
          </p:nvSpPr>
          <p:spPr>
            <a:xfrm>
              <a:off x="16837050" y="4203800"/>
              <a:ext cx="162625" cy="68100"/>
            </a:xfrm>
            <a:custGeom>
              <a:avLst/>
              <a:gdLst/>
              <a:ahLst/>
              <a:cxnLst/>
              <a:rect l="l" t="t" r="r" b="b"/>
              <a:pathLst>
                <a:path w="6505" h="2724" extrusionOk="0">
                  <a:moveTo>
                    <a:pt x="1" y="0"/>
                  </a:moveTo>
                  <a:lnTo>
                    <a:pt x="130" y="2723"/>
                  </a:lnTo>
                  <a:lnTo>
                    <a:pt x="6397" y="2723"/>
                  </a:lnTo>
                  <a:lnTo>
                    <a:pt x="650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5" name="Google Shape;7735;p37"/>
            <p:cNvSpPr/>
            <p:nvPr/>
          </p:nvSpPr>
          <p:spPr>
            <a:xfrm>
              <a:off x="16825700" y="3546925"/>
              <a:ext cx="33525" cy="75650"/>
            </a:xfrm>
            <a:custGeom>
              <a:avLst/>
              <a:gdLst/>
              <a:ahLst/>
              <a:cxnLst/>
              <a:rect l="l" t="t" r="r" b="b"/>
              <a:pathLst>
                <a:path w="1341" h="3026" extrusionOk="0">
                  <a:moveTo>
                    <a:pt x="541" y="1"/>
                  </a:moveTo>
                  <a:lnTo>
                    <a:pt x="411" y="44"/>
                  </a:lnTo>
                  <a:lnTo>
                    <a:pt x="303" y="109"/>
                  </a:lnTo>
                  <a:lnTo>
                    <a:pt x="195" y="195"/>
                  </a:lnTo>
                  <a:lnTo>
                    <a:pt x="131" y="282"/>
                  </a:lnTo>
                  <a:lnTo>
                    <a:pt x="66" y="411"/>
                  </a:lnTo>
                  <a:lnTo>
                    <a:pt x="23" y="519"/>
                  </a:lnTo>
                  <a:lnTo>
                    <a:pt x="1" y="671"/>
                  </a:lnTo>
                  <a:lnTo>
                    <a:pt x="1" y="2356"/>
                  </a:lnTo>
                  <a:lnTo>
                    <a:pt x="23" y="2486"/>
                  </a:lnTo>
                  <a:lnTo>
                    <a:pt x="66" y="2615"/>
                  </a:lnTo>
                  <a:lnTo>
                    <a:pt x="131" y="2723"/>
                  </a:lnTo>
                  <a:lnTo>
                    <a:pt x="195" y="2831"/>
                  </a:lnTo>
                  <a:lnTo>
                    <a:pt x="303" y="2918"/>
                  </a:lnTo>
                  <a:lnTo>
                    <a:pt x="411" y="2961"/>
                  </a:lnTo>
                  <a:lnTo>
                    <a:pt x="541" y="3004"/>
                  </a:lnTo>
                  <a:lnTo>
                    <a:pt x="671" y="3026"/>
                  </a:lnTo>
                  <a:lnTo>
                    <a:pt x="822" y="3004"/>
                  </a:lnTo>
                  <a:lnTo>
                    <a:pt x="930" y="2961"/>
                  </a:lnTo>
                  <a:lnTo>
                    <a:pt x="1060" y="2918"/>
                  </a:lnTo>
                  <a:lnTo>
                    <a:pt x="1146" y="2831"/>
                  </a:lnTo>
                  <a:lnTo>
                    <a:pt x="1233" y="2723"/>
                  </a:lnTo>
                  <a:lnTo>
                    <a:pt x="1297" y="2615"/>
                  </a:lnTo>
                  <a:lnTo>
                    <a:pt x="1341" y="2486"/>
                  </a:lnTo>
                  <a:lnTo>
                    <a:pt x="1341" y="2356"/>
                  </a:lnTo>
                  <a:lnTo>
                    <a:pt x="1341" y="671"/>
                  </a:lnTo>
                  <a:lnTo>
                    <a:pt x="1341" y="519"/>
                  </a:lnTo>
                  <a:lnTo>
                    <a:pt x="1297" y="411"/>
                  </a:lnTo>
                  <a:lnTo>
                    <a:pt x="1233" y="282"/>
                  </a:lnTo>
                  <a:lnTo>
                    <a:pt x="1146" y="195"/>
                  </a:lnTo>
                  <a:lnTo>
                    <a:pt x="1060" y="109"/>
                  </a:lnTo>
                  <a:lnTo>
                    <a:pt x="930" y="44"/>
                  </a:lnTo>
                  <a:lnTo>
                    <a:pt x="82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6" name="Google Shape;7736;p37"/>
            <p:cNvSpPr/>
            <p:nvPr/>
          </p:nvSpPr>
          <p:spPr>
            <a:xfrm>
              <a:off x="16863525" y="3546925"/>
              <a:ext cx="33525" cy="75650"/>
            </a:xfrm>
            <a:custGeom>
              <a:avLst/>
              <a:gdLst/>
              <a:ahLst/>
              <a:cxnLst/>
              <a:rect l="l" t="t" r="r" b="b"/>
              <a:pathLst>
                <a:path w="1341" h="3026" extrusionOk="0">
                  <a:moveTo>
                    <a:pt x="519" y="1"/>
                  </a:moveTo>
                  <a:lnTo>
                    <a:pt x="411" y="44"/>
                  </a:lnTo>
                  <a:lnTo>
                    <a:pt x="281" y="109"/>
                  </a:lnTo>
                  <a:lnTo>
                    <a:pt x="195" y="195"/>
                  </a:lnTo>
                  <a:lnTo>
                    <a:pt x="109" y="282"/>
                  </a:lnTo>
                  <a:lnTo>
                    <a:pt x="44" y="411"/>
                  </a:lnTo>
                  <a:lnTo>
                    <a:pt x="0" y="519"/>
                  </a:lnTo>
                  <a:lnTo>
                    <a:pt x="0" y="671"/>
                  </a:lnTo>
                  <a:lnTo>
                    <a:pt x="0" y="2356"/>
                  </a:lnTo>
                  <a:lnTo>
                    <a:pt x="0" y="2486"/>
                  </a:lnTo>
                  <a:lnTo>
                    <a:pt x="44" y="2615"/>
                  </a:lnTo>
                  <a:lnTo>
                    <a:pt x="109" y="2723"/>
                  </a:lnTo>
                  <a:lnTo>
                    <a:pt x="195" y="2831"/>
                  </a:lnTo>
                  <a:lnTo>
                    <a:pt x="281" y="2918"/>
                  </a:lnTo>
                  <a:lnTo>
                    <a:pt x="411" y="2961"/>
                  </a:lnTo>
                  <a:lnTo>
                    <a:pt x="519" y="3004"/>
                  </a:lnTo>
                  <a:lnTo>
                    <a:pt x="670" y="3026"/>
                  </a:lnTo>
                  <a:lnTo>
                    <a:pt x="800" y="3004"/>
                  </a:lnTo>
                  <a:lnTo>
                    <a:pt x="930" y="2961"/>
                  </a:lnTo>
                  <a:lnTo>
                    <a:pt x="1038" y="2918"/>
                  </a:lnTo>
                  <a:lnTo>
                    <a:pt x="1146" y="2831"/>
                  </a:lnTo>
                  <a:lnTo>
                    <a:pt x="1211" y="2723"/>
                  </a:lnTo>
                  <a:lnTo>
                    <a:pt x="1275" y="2615"/>
                  </a:lnTo>
                  <a:lnTo>
                    <a:pt x="1319" y="2486"/>
                  </a:lnTo>
                  <a:lnTo>
                    <a:pt x="1340" y="2356"/>
                  </a:lnTo>
                  <a:lnTo>
                    <a:pt x="1340" y="671"/>
                  </a:lnTo>
                  <a:lnTo>
                    <a:pt x="1319" y="519"/>
                  </a:lnTo>
                  <a:lnTo>
                    <a:pt x="1275" y="411"/>
                  </a:lnTo>
                  <a:lnTo>
                    <a:pt x="1211" y="282"/>
                  </a:lnTo>
                  <a:lnTo>
                    <a:pt x="1146" y="195"/>
                  </a:lnTo>
                  <a:lnTo>
                    <a:pt x="1038" y="109"/>
                  </a:lnTo>
                  <a:lnTo>
                    <a:pt x="930" y="44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7" name="Google Shape;7737;p37"/>
            <p:cNvSpPr/>
            <p:nvPr/>
          </p:nvSpPr>
          <p:spPr>
            <a:xfrm>
              <a:off x="16900800" y="3546925"/>
              <a:ext cx="33525" cy="75650"/>
            </a:xfrm>
            <a:custGeom>
              <a:avLst/>
              <a:gdLst/>
              <a:ahLst/>
              <a:cxnLst/>
              <a:rect l="l" t="t" r="r" b="b"/>
              <a:pathLst>
                <a:path w="1341" h="3026" extrusionOk="0">
                  <a:moveTo>
                    <a:pt x="541" y="1"/>
                  </a:moveTo>
                  <a:lnTo>
                    <a:pt x="411" y="44"/>
                  </a:lnTo>
                  <a:lnTo>
                    <a:pt x="303" y="109"/>
                  </a:lnTo>
                  <a:lnTo>
                    <a:pt x="195" y="195"/>
                  </a:lnTo>
                  <a:lnTo>
                    <a:pt x="108" y="282"/>
                  </a:lnTo>
                  <a:lnTo>
                    <a:pt x="44" y="411"/>
                  </a:lnTo>
                  <a:lnTo>
                    <a:pt x="22" y="519"/>
                  </a:lnTo>
                  <a:lnTo>
                    <a:pt x="0" y="671"/>
                  </a:lnTo>
                  <a:lnTo>
                    <a:pt x="0" y="2356"/>
                  </a:lnTo>
                  <a:lnTo>
                    <a:pt x="22" y="2486"/>
                  </a:lnTo>
                  <a:lnTo>
                    <a:pt x="44" y="2615"/>
                  </a:lnTo>
                  <a:lnTo>
                    <a:pt x="108" y="2723"/>
                  </a:lnTo>
                  <a:lnTo>
                    <a:pt x="195" y="2831"/>
                  </a:lnTo>
                  <a:lnTo>
                    <a:pt x="303" y="2918"/>
                  </a:lnTo>
                  <a:lnTo>
                    <a:pt x="411" y="2961"/>
                  </a:lnTo>
                  <a:lnTo>
                    <a:pt x="541" y="3004"/>
                  </a:lnTo>
                  <a:lnTo>
                    <a:pt x="670" y="3026"/>
                  </a:lnTo>
                  <a:lnTo>
                    <a:pt x="800" y="3004"/>
                  </a:lnTo>
                  <a:lnTo>
                    <a:pt x="930" y="2961"/>
                  </a:lnTo>
                  <a:lnTo>
                    <a:pt x="1038" y="2918"/>
                  </a:lnTo>
                  <a:lnTo>
                    <a:pt x="1146" y="2831"/>
                  </a:lnTo>
                  <a:lnTo>
                    <a:pt x="1232" y="2723"/>
                  </a:lnTo>
                  <a:lnTo>
                    <a:pt x="1275" y="2615"/>
                  </a:lnTo>
                  <a:lnTo>
                    <a:pt x="1318" y="2486"/>
                  </a:lnTo>
                  <a:lnTo>
                    <a:pt x="1340" y="2356"/>
                  </a:lnTo>
                  <a:lnTo>
                    <a:pt x="1340" y="671"/>
                  </a:lnTo>
                  <a:lnTo>
                    <a:pt x="1318" y="519"/>
                  </a:lnTo>
                  <a:lnTo>
                    <a:pt x="1275" y="411"/>
                  </a:lnTo>
                  <a:lnTo>
                    <a:pt x="1232" y="282"/>
                  </a:lnTo>
                  <a:lnTo>
                    <a:pt x="1146" y="195"/>
                  </a:lnTo>
                  <a:lnTo>
                    <a:pt x="1038" y="109"/>
                  </a:lnTo>
                  <a:lnTo>
                    <a:pt x="930" y="44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8" name="Google Shape;7738;p37"/>
            <p:cNvSpPr/>
            <p:nvPr/>
          </p:nvSpPr>
          <p:spPr>
            <a:xfrm>
              <a:off x="16938075" y="3546925"/>
              <a:ext cx="33500" cy="75650"/>
            </a:xfrm>
            <a:custGeom>
              <a:avLst/>
              <a:gdLst/>
              <a:ahLst/>
              <a:cxnLst/>
              <a:rect l="l" t="t" r="r" b="b"/>
              <a:pathLst>
                <a:path w="1340" h="3026" extrusionOk="0">
                  <a:moveTo>
                    <a:pt x="541" y="1"/>
                  </a:moveTo>
                  <a:lnTo>
                    <a:pt x="411" y="44"/>
                  </a:lnTo>
                  <a:lnTo>
                    <a:pt x="303" y="109"/>
                  </a:lnTo>
                  <a:lnTo>
                    <a:pt x="195" y="195"/>
                  </a:lnTo>
                  <a:lnTo>
                    <a:pt x="130" y="282"/>
                  </a:lnTo>
                  <a:lnTo>
                    <a:pt x="65" y="411"/>
                  </a:lnTo>
                  <a:lnTo>
                    <a:pt x="22" y="519"/>
                  </a:lnTo>
                  <a:lnTo>
                    <a:pt x="0" y="671"/>
                  </a:lnTo>
                  <a:lnTo>
                    <a:pt x="0" y="2356"/>
                  </a:lnTo>
                  <a:lnTo>
                    <a:pt x="22" y="2486"/>
                  </a:lnTo>
                  <a:lnTo>
                    <a:pt x="65" y="2615"/>
                  </a:lnTo>
                  <a:lnTo>
                    <a:pt x="130" y="2723"/>
                  </a:lnTo>
                  <a:lnTo>
                    <a:pt x="195" y="2831"/>
                  </a:lnTo>
                  <a:lnTo>
                    <a:pt x="303" y="2918"/>
                  </a:lnTo>
                  <a:lnTo>
                    <a:pt x="411" y="2961"/>
                  </a:lnTo>
                  <a:lnTo>
                    <a:pt x="541" y="3004"/>
                  </a:lnTo>
                  <a:lnTo>
                    <a:pt x="670" y="3026"/>
                  </a:lnTo>
                  <a:lnTo>
                    <a:pt x="800" y="3004"/>
                  </a:lnTo>
                  <a:lnTo>
                    <a:pt x="929" y="2961"/>
                  </a:lnTo>
                  <a:lnTo>
                    <a:pt x="1059" y="2918"/>
                  </a:lnTo>
                  <a:lnTo>
                    <a:pt x="1146" y="2831"/>
                  </a:lnTo>
                  <a:lnTo>
                    <a:pt x="1232" y="2723"/>
                  </a:lnTo>
                  <a:lnTo>
                    <a:pt x="1297" y="2615"/>
                  </a:lnTo>
                  <a:lnTo>
                    <a:pt x="1340" y="2486"/>
                  </a:lnTo>
                  <a:lnTo>
                    <a:pt x="1340" y="2356"/>
                  </a:lnTo>
                  <a:lnTo>
                    <a:pt x="1340" y="671"/>
                  </a:lnTo>
                  <a:lnTo>
                    <a:pt x="1340" y="519"/>
                  </a:lnTo>
                  <a:lnTo>
                    <a:pt x="1297" y="411"/>
                  </a:lnTo>
                  <a:lnTo>
                    <a:pt x="1232" y="282"/>
                  </a:lnTo>
                  <a:lnTo>
                    <a:pt x="1146" y="195"/>
                  </a:lnTo>
                  <a:lnTo>
                    <a:pt x="1059" y="109"/>
                  </a:lnTo>
                  <a:lnTo>
                    <a:pt x="929" y="44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9" name="Google Shape;7739;p37"/>
            <p:cNvSpPr/>
            <p:nvPr/>
          </p:nvSpPr>
          <p:spPr>
            <a:xfrm>
              <a:off x="16975875" y="3546925"/>
              <a:ext cx="33525" cy="75650"/>
            </a:xfrm>
            <a:custGeom>
              <a:avLst/>
              <a:gdLst/>
              <a:ahLst/>
              <a:cxnLst/>
              <a:rect l="l" t="t" r="r" b="b"/>
              <a:pathLst>
                <a:path w="1341" h="3026" extrusionOk="0">
                  <a:moveTo>
                    <a:pt x="519" y="1"/>
                  </a:moveTo>
                  <a:lnTo>
                    <a:pt x="390" y="44"/>
                  </a:lnTo>
                  <a:lnTo>
                    <a:pt x="282" y="109"/>
                  </a:lnTo>
                  <a:lnTo>
                    <a:pt x="195" y="195"/>
                  </a:lnTo>
                  <a:lnTo>
                    <a:pt x="109" y="282"/>
                  </a:lnTo>
                  <a:lnTo>
                    <a:pt x="44" y="411"/>
                  </a:lnTo>
                  <a:lnTo>
                    <a:pt x="1" y="519"/>
                  </a:lnTo>
                  <a:lnTo>
                    <a:pt x="1" y="671"/>
                  </a:lnTo>
                  <a:lnTo>
                    <a:pt x="1" y="2356"/>
                  </a:lnTo>
                  <a:lnTo>
                    <a:pt x="1" y="2486"/>
                  </a:lnTo>
                  <a:lnTo>
                    <a:pt x="44" y="2615"/>
                  </a:lnTo>
                  <a:lnTo>
                    <a:pt x="109" y="2723"/>
                  </a:lnTo>
                  <a:lnTo>
                    <a:pt x="195" y="2831"/>
                  </a:lnTo>
                  <a:lnTo>
                    <a:pt x="282" y="2918"/>
                  </a:lnTo>
                  <a:lnTo>
                    <a:pt x="390" y="2961"/>
                  </a:lnTo>
                  <a:lnTo>
                    <a:pt x="519" y="3004"/>
                  </a:lnTo>
                  <a:lnTo>
                    <a:pt x="671" y="3026"/>
                  </a:lnTo>
                  <a:lnTo>
                    <a:pt x="800" y="3004"/>
                  </a:lnTo>
                  <a:lnTo>
                    <a:pt x="930" y="2961"/>
                  </a:lnTo>
                  <a:lnTo>
                    <a:pt x="1038" y="2918"/>
                  </a:lnTo>
                  <a:lnTo>
                    <a:pt x="1124" y="2831"/>
                  </a:lnTo>
                  <a:lnTo>
                    <a:pt x="1211" y="2723"/>
                  </a:lnTo>
                  <a:lnTo>
                    <a:pt x="1276" y="2615"/>
                  </a:lnTo>
                  <a:lnTo>
                    <a:pt x="1319" y="2486"/>
                  </a:lnTo>
                  <a:lnTo>
                    <a:pt x="1341" y="2356"/>
                  </a:lnTo>
                  <a:lnTo>
                    <a:pt x="1341" y="671"/>
                  </a:lnTo>
                  <a:lnTo>
                    <a:pt x="1319" y="519"/>
                  </a:lnTo>
                  <a:lnTo>
                    <a:pt x="1276" y="411"/>
                  </a:lnTo>
                  <a:lnTo>
                    <a:pt x="1211" y="282"/>
                  </a:lnTo>
                  <a:lnTo>
                    <a:pt x="1124" y="195"/>
                  </a:lnTo>
                  <a:lnTo>
                    <a:pt x="1038" y="109"/>
                  </a:lnTo>
                  <a:lnTo>
                    <a:pt x="930" y="44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0" name="Google Shape;7740;p37"/>
            <p:cNvSpPr/>
            <p:nvPr/>
          </p:nvSpPr>
          <p:spPr>
            <a:xfrm>
              <a:off x="16826250" y="3508575"/>
              <a:ext cx="183150" cy="55675"/>
            </a:xfrm>
            <a:custGeom>
              <a:avLst/>
              <a:gdLst/>
              <a:ahLst/>
              <a:cxnLst/>
              <a:rect l="l" t="t" r="r" b="b"/>
              <a:pathLst>
                <a:path w="7326" h="2227" extrusionOk="0">
                  <a:moveTo>
                    <a:pt x="1" y="1"/>
                  </a:moveTo>
                  <a:lnTo>
                    <a:pt x="1" y="2226"/>
                  </a:lnTo>
                  <a:lnTo>
                    <a:pt x="7326" y="2226"/>
                  </a:lnTo>
                  <a:lnTo>
                    <a:pt x="73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1" name="Google Shape;7741;p37"/>
            <p:cNvSpPr/>
            <p:nvPr/>
          </p:nvSpPr>
          <p:spPr>
            <a:xfrm>
              <a:off x="16573450" y="2853325"/>
              <a:ext cx="20550" cy="21100"/>
            </a:xfrm>
            <a:custGeom>
              <a:avLst/>
              <a:gdLst/>
              <a:ahLst/>
              <a:cxnLst/>
              <a:rect l="l" t="t" r="r" b="b"/>
              <a:pathLst>
                <a:path w="822" h="844" extrusionOk="0">
                  <a:moveTo>
                    <a:pt x="432" y="1"/>
                  </a:moveTo>
                  <a:lnTo>
                    <a:pt x="346" y="22"/>
                  </a:lnTo>
                  <a:lnTo>
                    <a:pt x="260" y="44"/>
                  </a:lnTo>
                  <a:lnTo>
                    <a:pt x="195" y="87"/>
                  </a:lnTo>
                  <a:lnTo>
                    <a:pt x="130" y="130"/>
                  </a:lnTo>
                  <a:lnTo>
                    <a:pt x="65" y="195"/>
                  </a:lnTo>
                  <a:lnTo>
                    <a:pt x="22" y="260"/>
                  </a:lnTo>
                  <a:lnTo>
                    <a:pt x="0" y="346"/>
                  </a:lnTo>
                  <a:lnTo>
                    <a:pt x="0" y="454"/>
                  </a:lnTo>
                  <a:lnTo>
                    <a:pt x="0" y="584"/>
                  </a:lnTo>
                  <a:lnTo>
                    <a:pt x="43" y="670"/>
                  </a:lnTo>
                  <a:lnTo>
                    <a:pt x="108" y="757"/>
                  </a:lnTo>
                  <a:lnTo>
                    <a:pt x="195" y="800"/>
                  </a:lnTo>
                  <a:lnTo>
                    <a:pt x="303" y="843"/>
                  </a:lnTo>
                  <a:lnTo>
                    <a:pt x="411" y="843"/>
                  </a:lnTo>
                  <a:lnTo>
                    <a:pt x="519" y="822"/>
                  </a:lnTo>
                  <a:lnTo>
                    <a:pt x="605" y="778"/>
                  </a:lnTo>
                  <a:lnTo>
                    <a:pt x="692" y="714"/>
                  </a:lnTo>
                  <a:lnTo>
                    <a:pt x="757" y="627"/>
                  </a:lnTo>
                  <a:lnTo>
                    <a:pt x="800" y="519"/>
                  </a:lnTo>
                  <a:lnTo>
                    <a:pt x="821" y="411"/>
                  </a:lnTo>
                  <a:lnTo>
                    <a:pt x="821" y="303"/>
                  </a:lnTo>
                  <a:lnTo>
                    <a:pt x="800" y="217"/>
                  </a:lnTo>
                  <a:lnTo>
                    <a:pt x="735" y="130"/>
                  </a:lnTo>
                  <a:lnTo>
                    <a:pt x="670" y="65"/>
                  </a:lnTo>
                  <a:lnTo>
                    <a:pt x="562" y="22"/>
                  </a:lnTo>
                  <a:lnTo>
                    <a:pt x="43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2" name="Google Shape;7742;p37"/>
            <p:cNvSpPr/>
            <p:nvPr/>
          </p:nvSpPr>
          <p:spPr>
            <a:xfrm>
              <a:off x="16395725" y="3319500"/>
              <a:ext cx="55650" cy="40000"/>
            </a:xfrm>
            <a:custGeom>
              <a:avLst/>
              <a:gdLst/>
              <a:ahLst/>
              <a:cxnLst/>
              <a:rect l="l" t="t" r="r" b="b"/>
              <a:pathLst>
                <a:path w="2226" h="1600" extrusionOk="0">
                  <a:moveTo>
                    <a:pt x="1102" y="1"/>
                  </a:moveTo>
                  <a:lnTo>
                    <a:pt x="886" y="23"/>
                  </a:lnTo>
                  <a:lnTo>
                    <a:pt x="670" y="66"/>
                  </a:lnTo>
                  <a:lnTo>
                    <a:pt x="497" y="131"/>
                  </a:lnTo>
                  <a:lnTo>
                    <a:pt x="325" y="239"/>
                  </a:lnTo>
                  <a:lnTo>
                    <a:pt x="195" y="347"/>
                  </a:lnTo>
                  <a:lnTo>
                    <a:pt x="87" y="476"/>
                  </a:lnTo>
                  <a:lnTo>
                    <a:pt x="22" y="628"/>
                  </a:lnTo>
                  <a:lnTo>
                    <a:pt x="0" y="800"/>
                  </a:lnTo>
                  <a:lnTo>
                    <a:pt x="22" y="952"/>
                  </a:lnTo>
                  <a:lnTo>
                    <a:pt x="87" y="1103"/>
                  </a:lnTo>
                  <a:lnTo>
                    <a:pt x="195" y="1233"/>
                  </a:lnTo>
                  <a:lnTo>
                    <a:pt x="325" y="1362"/>
                  </a:lnTo>
                  <a:lnTo>
                    <a:pt x="497" y="1449"/>
                  </a:lnTo>
                  <a:lnTo>
                    <a:pt x="670" y="1535"/>
                  </a:lnTo>
                  <a:lnTo>
                    <a:pt x="886" y="1578"/>
                  </a:lnTo>
                  <a:lnTo>
                    <a:pt x="1102" y="1600"/>
                  </a:lnTo>
                  <a:lnTo>
                    <a:pt x="1340" y="1578"/>
                  </a:lnTo>
                  <a:lnTo>
                    <a:pt x="1535" y="1535"/>
                  </a:lnTo>
                  <a:lnTo>
                    <a:pt x="1729" y="1449"/>
                  </a:lnTo>
                  <a:lnTo>
                    <a:pt x="1902" y="1362"/>
                  </a:lnTo>
                  <a:lnTo>
                    <a:pt x="2031" y="1233"/>
                  </a:lnTo>
                  <a:lnTo>
                    <a:pt x="2140" y="1103"/>
                  </a:lnTo>
                  <a:lnTo>
                    <a:pt x="2204" y="952"/>
                  </a:lnTo>
                  <a:lnTo>
                    <a:pt x="2226" y="800"/>
                  </a:lnTo>
                  <a:lnTo>
                    <a:pt x="2204" y="628"/>
                  </a:lnTo>
                  <a:lnTo>
                    <a:pt x="2140" y="476"/>
                  </a:lnTo>
                  <a:lnTo>
                    <a:pt x="2031" y="347"/>
                  </a:lnTo>
                  <a:lnTo>
                    <a:pt x="1902" y="239"/>
                  </a:lnTo>
                  <a:lnTo>
                    <a:pt x="1729" y="131"/>
                  </a:lnTo>
                  <a:lnTo>
                    <a:pt x="1535" y="66"/>
                  </a:lnTo>
                  <a:lnTo>
                    <a:pt x="1340" y="23"/>
                  </a:lnTo>
                  <a:lnTo>
                    <a:pt x="110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3" name="Google Shape;7743;p37"/>
            <p:cNvSpPr/>
            <p:nvPr/>
          </p:nvSpPr>
          <p:spPr>
            <a:xfrm>
              <a:off x="16395725" y="3319500"/>
              <a:ext cx="55650" cy="40000"/>
            </a:xfrm>
            <a:custGeom>
              <a:avLst/>
              <a:gdLst/>
              <a:ahLst/>
              <a:cxnLst/>
              <a:rect l="l" t="t" r="r" b="b"/>
              <a:pathLst>
                <a:path w="2226" h="1600" fill="none" extrusionOk="0">
                  <a:moveTo>
                    <a:pt x="1102" y="1"/>
                  </a:moveTo>
                  <a:lnTo>
                    <a:pt x="1102" y="1"/>
                  </a:lnTo>
                  <a:lnTo>
                    <a:pt x="886" y="23"/>
                  </a:lnTo>
                  <a:lnTo>
                    <a:pt x="670" y="66"/>
                  </a:lnTo>
                  <a:lnTo>
                    <a:pt x="497" y="131"/>
                  </a:lnTo>
                  <a:lnTo>
                    <a:pt x="325" y="239"/>
                  </a:lnTo>
                  <a:lnTo>
                    <a:pt x="195" y="347"/>
                  </a:lnTo>
                  <a:lnTo>
                    <a:pt x="87" y="476"/>
                  </a:lnTo>
                  <a:lnTo>
                    <a:pt x="22" y="628"/>
                  </a:lnTo>
                  <a:lnTo>
                    <a:pt x="0" y="800"/>
                  </a:lnTo>
                  <a:lnTo>
                    <a:pt x="0" y="800"/>
                  </a:lnTo>
                  <a:lnTo>
                    <a:pt x="22" y="952"/>
                  </a:lnTo>
                  <a:lnTo>
                    <a:pt x="87" y="1103"/>
                  </a:lnTo>
                  <a:lnTo>
                    <a:pt x="195" y="1233"/>
                  </a:lnTo>
                  <a:lnTo>
                    <a:pt x="325" y="1362"/>
                  </a:lnTo>
                  <a:lnTo>
                    <a:pt x="497" y="1449"/>
                  </a:lnTo>
                  <a:lnTo>
                    <a:pt x="670" y="1535"/>
                  </a:lnTo>
                  <a:lnTo>
                    <a:pt x="886" y="1578"/>
                  </a:lnTo>
                  <a:lnTo>
                    <a:pt x="1102" y="1600"/>
                  </a:lnTo>
                  <a:lnTo>
                    <a:pt x="1102" y="1600"/>
                  </a:lnTo>
                  <a:lnTo>
                    <a:pt x="1340" y="1578"/>
                  </a:lnTo>
                  <a:lnTo>
                    <a:pt x="1535" y="1535"/>
                  </a:lnTo>
                  <a:lnTo>
                    <a:pt x="1729" y="1449"/>
                  </a:lnTo>
                  <a:lnTo>
                    <a:pt x="1902" y="1362"/>
                  </a:lnTo>
                  <a:lnTo>
                    <a:pt x="2031" y="1233"/>
                  </a:lnTo>
                  <a:lnTo>
                    <a:pt x="2140" y="1103"/>
                  </a:lnTo>
                  <a:lnTo>
                    <a:pt x="2204" y="952"/>
                  </a:lnTo>
                  <a:lnTo>
                    <a:pt x="2226" y="800"/>
                  </a:lnTo>
                  <a:lnTo>
                    <a:pt x="2226" y="800"/>
                  </a:lnTo>
                  <a:lnTo>
                    <a:pt x="2204" y="628"/>
                  </a:lnTo>
                  <a:lnTo>
                    <a:pt x="2140" y="476"/>
                  </a:lnTo>
                  <a:lnTo>
                    <a:pt x="2031" y="347"/>
                  </a:lnTo>
                  <a:lnTo>
                    <a:pt x="1902" y="239"/>
                  </a:lnTo>
                  <a:lnTo>
                    <a:pt x="1729" y="131"/>
                  </a:lnTo>
                  <a:lnTo>
                    <a:pt x="1535" y="66"/>
                  </a:lnTo>
                  <a:lnTo>
                    <a:pt x="1340" y="23"/>
                  </a:lnTo>
                  <a:lnTo>
                    <a:pt x="11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4" name="Google Shape;7744;p37"/>
            <p:cNvSpPr/>
            <p:nvPr/>
          </p:nvSpPr>
          <p:spPr>
            <a:xfrm>
              <a:off x="16704175" y="3319500"/>
              <a:ext cx="55650" cy="40000"/>
            </a:xfrm>
            <a:custGeom>
              <a:avLst/>
              <a:gdLst/>
              <a:ahLst/>
              <a:cxnLst/>
              <a:rect l="l" t="t" r="r" b="b"/>
              <a:pathLst>
                <a:path w="2226" h="1600" extrusionOk="0">
                  <a:moveTo>
                    <a:pt x="1124" y="1"/>
                  </a:moveTo>
                  <a:lnTo>
                    <a:pt x="886" y="23"/>
                  </a:lnTo>
                  <a:lnTo>
                    <a:pt x="692" y="66"/>
                  </a:lnTo>
                  <a:lnTo>
                    <a:pt x="497" y="131"/>
                  </a:lnTo>
                  <a:lnTo>
                    <a:pt x="324" y="239"/>
                  </a:lnTo>
                  <a:lnTo>
                    <a:pt x="195" y="347"/>
                  </a:lnTo>
                  <a:lnTo>
                    <a:pt x="87" y="476"/>
                  </a:lnTo>
                  <a:lnTo>
                    <a:pt x="22" y="628"/>
                  </a:lnTo>
                  <a:lnTo>
                    <a:pt x="0" y="800"/>
                  </a:lnTo>
                  <a:lnTo>
                    <a:pt x="22" y="952"/>
                  </a:lnTo>
                  <a:lnTo>
                    <a:pt x="87" y="1103"/>
                  </a:lnTo>
                  <a:lnTo>
                    <a:pt x="195" y="1233"/>
                  </a:lnTo>
                  <a:lnTo>
                    <a:pt x="324" y="1362"/>
                  </a:lnTo>
                  <a:lnTo>
                    <a:pt x="497" y="1449"/>
                  </a:lnTo>
                  <a:lnTo>
                    <a:pt x="692" y="1535"/>
                  </a:lnTo>
                  <a:lnTo>
                    <a:pt x="886" y="1578"/>
                  </a:lnTo>
                  <a:lnTo>
                    <a:pt x="1124" y="1600"/>
                  </a:lnTo>
                  <a:lnTo>
                    <a:pt x="1340" y="1578"/>
                  </a:lnTo>
                  <a:lnTo>
                    <a:pt x="1556" y="1535"/>
                  </a:lnTo>
                  <a:lnTo>
                    <a:pt x="1729" y="1449"/>
                  </a:lnTo>
                  <a:lnTo>
                    <a:pt x="1902" y="1362"/>
                  </a:lnTo>
                  <a:lnTo>
                    <a:pt x="2031" y="1233"/>
                  </a:lnTo>
                  <a:lnTo>
                    <a:pt x="2139" y="1103"/>
                  </a:lnTo>
                  <a:lnTo>
                    <a:pt x="2204" y="952"/>
                  </a:lnTo>
                  <a:lnTo>
                    <a:pt x="2226" y="800"/>
                  </a:lnTo>
                  <a:lnTo>
                    <a:pt x="2204" y="628"/>
                  </a:lnTo>
                  <a:lnTo>
                    <a:pt x="2139" y="476"/>
                  </a:lnTo>
                  <a:lnTo>
                    <a:pt x="2031" y="347"/>
                  </a:lnTo>
                  <a:lnTo>
                    <a:pt x="1902" y="239"/>
                  </a:lnTo>
                  <a:lnTo>
                    <a:pt x="1729" y="131"/>
                  </a:lnTo>
                  <a:lnTo>
                    <a:pt x="1556" y="66"/>
                  </a:lnTo>
                  <a:lnTo>
                    <a:pt x="1340" y="23"/>
                  </a:lnTo>
                  <a:lnTo>
                    <a:pt x="11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5" name="Google Shape;7745;p37"/>
            <p:cNvSpPr/>
            <p:nvPr/>
          </p:nvSpPr>
          <p:spPr>
            <a:xfrm>
              <a:off x="16704175" y="3319500"/>
              <a:ext cx="55650" cy="40000"/>
            </a:xfrm>
            <a:custGeom>
              <a:avLst/>
              <a:gdLst/>
              <a:ahLst/>
              <a:cxnLst/>
              <a:rect l="l" t="t" r="r" b="b"/>
              <a:pathLst>
                <a:path w="2226" h="1600" fill="none" extrusionOk="0">
                  <a:moveTo>
                    <a:pt x="1124" y="1"/>
                  </a:moveTo>
                  <a:lnTo>
                    <a:pt x="1124" y="1"/>
                  </a:lnTo>
                  <a:lnTo>
                    <a:pt x="886" y="23"/>
                  </a:lnTo>
                  <a:lnTo>
                    <a:pt x="692" y="66"/>
                  </a:lnTo>
                  <a:lnTo>
                    <a:pt x="497" y="131"/>
                  </a:lnTo>
                  <a:lnTo>
                    <a:pt x="324" y="239"/>
                  </a:lnTo>
                  <a:lnTo>
                    <a:pt x="195" y="347"/>
                  </a:lnTo>
                  <a:lnTo>
                    <a:pt x="87" y="476"/>
                  </a:lnTo>
                  <a:lnTo>
                    <a:pt x="22" y="628"/>
                  </a:lnTo>
                  <a:lnTo>
                    <a:pt x="0" y="800"/>
                  </a:lnTo>
                  <a:lnTo>
                    <a:pt x="0" y="800"/>
                  </a:lnTo>
                  <a:lnTo>
                    <a:pt x="22" y="952"/>
                  </a:lnTo>
                  <a:lnTo>
                    <a:pt x="87" y="1103"/>
                  </a:lnTo>
                  <a:lnTo>
                    <a:pt x="195" y="1233"/>
                  </a:lnTo>
                  <a:lnTo>
                    <a:pt x="324" y="1362"/>
                  </a:lnTo>
                  <a:lnTo>
                    <a:pt x="497" y="1449"/>
                  </a:lnTo>
                  <a:lnTo>
                    <a:pt x="692" y="1535"/>
                  </a:lnTo>
                  <a:lnTo>
                    <a:pt x="886" y="1578"/>
                  </a:lnTo>
                  <a:lnTo>
                    <a:pt x="1124" y="1600"/>
                  </a:lnTo>
                  <a:lnTo>
                    <a:pt x="1124" y="1600"/>
                  </a:lnTo>
                  <a:lnTo>
                    <a:pt x="1340" y="1578"/>
                  </a:lnTo>
                  <a:lnTo>
                    <a:pt x="1556" y="1535"/>
                  </a:lnTo>
                  <a:lnTo>
                    <a:pt x="1729" y="1449"/>
                  </a:lnTo>
                  <a:lnTo>
                    <a:pt x="1902" y="1362"/>
                  </a:lnTo>
                  <a:lnTo>
                    <a:pt x="2031" y="1233"/>
                  </a:lnTo>
                  <a:lnTo>
                    <a:pt x="2139" y="1103"/>
                  </a:lnTo>
                  <a:lnTo>
                    <a:pt x="2204" y="952"/>
                  </a:lnTo>
                  <a:lnTo>
                    <a:pt x="2226" y="800"/>
                  </a:lnTo>
                  <a:lnTo>
                    <a:pt x="2226" y="800"/>
                  </a:lnTo>
                  <a:lnTo>
                    <a:pt x="2204" y="628"/>
                  </a:lnTo>
                  <a:lnTo>
                    <a:pt x="2139" y="476"/>
                  </a:lnTo>
                  <a:lnTo>
                    <a:pt x="2031" y="347"/>
                  </a:lnTo>
                  <a:lnTo>
                    <a:pt x="1902" y="239"/>
                  </a:lnTo>
                  <a:lnTo>
                    <a:pt x="1729" y="131"/>
                  </a:lnTo>
                  <a:lnTo>
                    <a:pt x="1556" y="66"/>
                  </a:lnTo>
                  <a:lnTo>
                    <a:pt x="1340" y="23"/>
                  </a:lnTo>
                  <a:lnTo>
                    <a:pt x="1124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746" name="Google Shape;7746;p37"/>
          <p:cNvGrpSpPr/>
          <p:nvPr/>
        </p:nvGrpSpPr>
        <p:grpSpPr>
          <a:xfrm flipH="1">
            <a:off x="8209498" y="4203000"/>
            <a:ext cx="934500" cy="841275"/>
            <a:chOff x="10313198" y="3707125"/>
            <a:chExt cx="934500" cy="841275"/>
          </a:xfrm>
        </p:grpSpPr>
        <p:sp>
          <p:nvSpPr>
            <p:cNvPr id="7747" name="Google Shape;7747;p37"/>
            <p:cNvSpPr/>
            <p:nvPr/>
          </p:nvSpPr>
          <p:spPr>
            <a:xfrm>
              <a:off x="10313198" y="4472200"/>
              <a:ext cx="934500" cy="76200"/>
            </a:xfrm>
            <a:prstGeom prst="ellipse">
              <a:avLst/>
            </a:pr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8" name="Google Shape;7748;p37"/>
            <p:cNvSpPr/>
            <p:nvPr/>
          </p:nvSpPr>
          <p:spPr>
            <a:xfrm>
              <a:off x="10333500" y="3796875"/>
              <a:ext cx="849850" cy="720475"/>
            </a:xfrm>
            <a:custGeom>
              <a:avLst/>
              <a:gdLst/>
              <a:ahLst/>
              <a:cxnLst/>
              <a:rect l="l" t="t" r="r" b="b"/>
              <a:pathLst>
                <a:path w="33994" h="28819" extrusionOk="0">
                  <a:moveTo>
                    <a:pt x="6017" y="0"/>
                  </a:moveTo>
                  <a:lnTo>
                    <a:pt x="5636" y="20"/>
                  </a:lnTo>
                  <a:lnTo>
                    <a:pt x="5235" y="40"/>
                  </a:lnTo>
                  <a:lnTo>
                    <a:pt x="4854" y="80"/>
                  </a:lnTo>
                  <a:lnTo>
                    <a:pt x="4493" y="140"/>
                  </a:lnTo>
                  <a:lnTo>
                    <a:pt x="4132" y="221"/>
                  </a:lnTo>
                  <a:lnTo>
                    <a:pt x="3771" y="321"/>
                  </a:lnTo>
                  <a:lnTo>
                    <a:pt x="3410" y="421"/>
                  </a:lnTo>
                  <a:lnTo>
                    <a:pt x="3069" y="541"/>
                  </a:lnTo>
                  <a:lnTo>
                    <a:pt x="2748" y="682"/>
                  </a:lnTo>
                  <a:lnTo>
                    <a:pt x="2427" y="862"/>
                  </a:lnTo>
                  <a:lnTo>
                    <a:pt x="2127" y="1043"/>
                  </a:lnTo>
                  <a:lnTo>
                    <a:pt x="1826" y="1243"/>
                  </a:lnTo>
                  <a:lnTo>
                    <a:pt x="1545" y="1464"/>
                  </a:lnTo>
                  <a:lnTo>
                    <a:pt x="1284" y="1705"/>
                  </a:lnTo>
                  <a:lnTo>
                    <a:pt x="1024" y="1985"/>
                  </a:lnTo>
                  <a:lnTo>
                    <a:pt x="783" y="2266"/>
                  </a:lnTo>
                  <a:lnTo>
                    <a:pt x="743" y="2346"/>
                  </a:lnTo>
                  <a:lnTo>
                    <a:pt x="562" y="2607"/>
                  </a:lnTo>
                  <a:lnTo>
                    <a:pt x="422" y="2888"/>
                  </a:lnTo>
                  <a:lnTo>
                    <a:pt x="322" y="3088"/>
                  </a:lnTo>
                  <a:lnTo>
                    <a:pt x="261" y="3289"/>
                  </a:lnTo>
                  <a:lnTo>
                    <a:pt x="141" y="3710"/>
                  </a:lnTo>
                  <a:lnTo>
                    <a:pt x="61" y="4151"/>
                  </a:lnTo>
                  <a:lnTo>
                    <a:pt x="21" y="4593"/>
                  </a:lnTo>
                  <a:lnTo>
                    <a:pt x="1" y="4994"/>
                  </a:lnTo>
                  <a:lnTo>
                    <a:pt x="21" y="5395"/>
                  </a:lnTo>
                  <a:lnTo>
                    <a:pt x="61" y="5796"/>
                  </a:lnTo>
                  <a:lnTo>
                    <a:pt x="121" y="6217"/>
                  </a:lnTo>
                  <a:lnTo>
                    <a:pt x="201" y="6638"/>
                  </a:lnTo>
                  <a:lnTo>
                    <a:pt x="302" y="7079"/>
                  </a:lnTo>
                  <a:lnTo>
                    <a:pt x="422" y="7520"/>
                  </a:lnTo>
                  <a:lnTo>
                    <a:pt x="562" y="7962"/>
                  </a:lnTo>
                  <a:lnTo>
                    <a:pt x="703" y="8403"/>
                  </a:lnTo>
                  <a:lnTo>
                    <a:pt x="883" y="8864"/>
                  </a:lnTo>
                  <a:lnTo>
                    <a:pt x="1244" y="9787"/>
                  </a:lnTo>
                  <a:lnTo>
                    <a:pt x="1665" y="10729"/>
                  </a:lnTo>
                  <a:lnTo>
                    <a:pt x="2147" y="11672"/>
                  </a:lnTo>
                  <a:lnTo>
                    <a:pt x="2467" y="12273"/>
                  </a:lnTo>
                  <a:lnTo>
                    <a:pt x="2808" y="12895"/>
                  </a:lnTo>
                  <a:lnTo>
                    <a:pt x="3490" y="14078"/>
                  </a:lnTo>
                  <a:lnTo>
                    <a:pt x="4212" y="15241"/>
                  </a:lnTo>
                  <a:lnTo>
                    <a:pt x="4954" y="16365"/>
                  </a:lnTo>
                  <a:lnTo>
                    <a:pt x="5014" y="16445"/>
                  </a:lnTo>
                  <a:lnTo>
                    <a:pt x="5576" y="17307"/>
                  </a:lnTo>
                  <a:lnTo>
                    <a:pt x="6137" y="18109"/>
                  </a:lnTo>
                  <a:lnTo>
                    <a:pt x="7180" y="19513"/>
                  </a:lnTo>
                  <a:lnTo>
                    <a:pt x="8023" y="20636"/>
                  </a:lnTo>
                  <a:lnTo>
                    <a:pt x="8624" y="21418"/>
                  </a:lnTo>
                  <a:lnTo>
                    <a:pt x="8644" y="21438"/>
                  </a:lnTo>
                  <a:lnTo>
                    <a:pt x="8704" y="21539"/>
                  </a:lnTo>
                  <a:lnTo>
                    <a:pt x="8865" y="21739"/>
                  </a:lnTo>
                  <a:lnTo>
                    <a:pt x="8985" y="21940"/>
                  </a:lnTo>
                  <a:lnTo>
                    <a:pt x="9045" y="22160"/>
                  </a:lnTo>
                  <a:lnTo>
                    <a:pt x="9085" y="22361"/>
                  </a:lnTo>
                  <a:lnTo>
                    <a:pt x="9065" y="22581"/>
                  </a:lnTo>
                  <a:lnTo>
                    <a:pt x="9045" y="22782"/>
                  </a:lnTo>
                  <a:lnTo>
                    <a:pt x="8985" y="22983"/>
                  </a:lnTo>
                  <a:lnTo>
                    <a:pt x="8905" y="23163"/>
                  </a:lnTo>
                  <a:lnTo>
                    <a:pt x="8805" y="23344"/>
                  </a:lnTo>
                  <a:lnTo>
                    <a:pt x="8704" y="23504"/>
                  </a:lnTo>
                  <a:lnTo>
                    <a:pt x="8584" y="23644"/>
                  </a:lnTo>
                  <a:lnTo>
                    <a:pt x="8384" y="23905"/>
                  </a:lnTo>
                  <a:lnTo>
                    <a:pt x="8223" y="24045"/>
                  </a:lnTo>
                  <a:lnTo>
                    <a:pt x="8163" y="24106"/>
                  </a:lnTo>
                  <a:lnTo>
                    <a:pt x="9065" y="24787"/>
                  </a:lnTo>
                  <a:lnTo>
                    <a:pt x="9587" y="24447"/>
                  </a:lnTo>
                  <a:lnTo>
                    <a:pt x="10850" y="23684"/>
                  </a:lnTo>
                  <a:lnTo>
                    <a:pt x="10930" y="23664"/>
                  </a:lnTo>
                  <a:lnTo>
                    <a:pt x="11051" y="23644"/>
                  </a:lnTo>
                  <a:lnTo>
                    <a:pt x="11191" y="23624"/>
                  </a:lnTo>
                  <a:lnTo>
                    <a:pt x="11352" y="23644"/>
                  </a:lnTo>
                  <a:lnTo>
                    <a:pt x="11572" y="23684"/>
                  </a:lnTo>
                  <a:lnTo>
                    <a:pt x="11913" y="23765"/>
                  </a:lnTo>
                  <a:lnTo>
                    <a:pt x="12314" y="23865"/>
                  </a:lnTo>
                  <a:lnTo>
                    <a:pt x="12775" y="24005"/>
                  </a:lnTo>
                  <a:lnTo>
                    <a:pt x="13277" y="24186"/>
                  </a:lnTo>
                  <a:lnTo>
                    <a:pt x="14380" y="24587"/>
                  </a:lnTo>
                  <a:lnTo>
                    <a:pt x="15643" y="25068"/>
                  </a:lnTo>
                  <a:lnTo>
                    <a:pt x="16646" y="25449"/>
                  </a:lnTo>
                  <a:lnTo>
                    <a:pt x="16867" y="25550"/>
                  </a:lnTo>
                  <a:lnTo>
                    <a:pt x="18451" y="26151"/>
                  </a:lnTo>
                  <a:lnTo>
                    <a:pt x="20135" y="26773"/>
                  </a:lnTo>
                  <a:lnTo>
                    <a:pt x="20978" y="27054"/>
                  </a:lnTo>
                  <a:lnTo>
                    <a:pt x="21840" y="27354"/>
                  </a:lnTo>
                  <a:lnTo>
                    <a:pt x="22702" y="27635"/>
                  </a:lnTo>
                  <a:lnTo>
                    <a:pt x="23545" y="27876"/>
                  </a:lnTo>
                  <a:lnTo>
                    <a:pt x="23565" y="27876"/>
                  </a:lnTo>
                  <a:lnTo>
                    <a:pt x="24748" y="28197"/>
                  </a:lnTo>
                  <a:lnTo>
                    <a:pt x="25330" y="28337"/>
                  </a:lnTo>
                  <a:lnTo>
                    <a:pt x="25911" y="28457"/>
                  </a:lnTo>
                  <a:lnTo>
                    <a:pt x="26473" y="28578"/>
                  </a:lnTo>
                  <a:lnTo>
                    <a:pt x="27014" y="28658"/>
                  </a:lnTo>
                  <a:lnTo>
                    <a:pt x="27556" y="28738"/>
                  </a:lnTo>
                  <a:lnTo>
                    <a:pt x="28077" y="28778"/>
                  </a:lnTo>
                  <a:lnTo>
                    <a:pt x="28578" y="28818"/>
                  </a:lnTo>
                  <a:lnTo>
                    <a:pt x="29060" y="28818"/>
                  </a:lnTo>
                  <a:lnTo>
                    <a:pt x="29541" y="28798"/>
                  </a:lnTo>
                  <a:lnTo>
                    <a:pt x="29982" y="28758"/>
                  </a:lnTo>
                  <a:lnTo>
                    <a:pt x="30403" y="28678"/>
                  </a:lnTo>
                  <a:lnTo>
                    <a:pt x="30804" y="28578"/>
                  </a:lnTo>
                  <a:lnTo>
                    <a:pt x="31165" y="28457"/>
                  </a:lnTo>
                  <a:lnTo>
                    <a:pt x="31506" y="28277"/>
                  </a:lnTo>
                  <a:lnTo>
                    <a:pt x="31767" y="28137"/>
                  </a:lnTo>
                  <a:lnTo>
                    <a:pt x="32008" y="27956"/>
                  </a:lnTo>
                  <a:lnTo>
                    <a:pt x="32228" y="27735"/>
                  </a:lnTo>
                  <a:lnTo>
                    <a:pt x="32429" y="27515"/>
                  </a:lnTo>
                  <a:lnTo>
                    <a:pt x="32629" y="27234"/>
                  </a:lnTo>
                  <a:lnTo>
                    <a:pt x="32810" y="26973"/>
                  </a:lnTo>
                  <a:lnTo>
                    <a:pt x="32970" y="26713"/>
                  </a:lnTo>
                  <a:lnTo>
                    <a:pt x="33151" y="26432"/>
                  </a:lnTo>
                  <a:lnTo>
                    <a:pt x="33311" y="26131"/>
                  </a:lnTo>
                  <a:lnTo>
                    <a:pt x="33452" y="25810"/>
                  </a:lnTo>
                  <a:lnTo>
                    <a:pt x="33572" y="25509"/>
                  </a:lnTo>
                  <a:lnTo>
                    <a:pt x="33692" y="25189"/>
                  </a:lnTo>
                  <a:lnTo>
                    <a:pt x="33793" y="24848"/>
                  </a:lnTo>
                  <a:lnTo>
                    <a:pt x="33873" y="24527"/>
                  </a:lnTo>
                  <a:lnTo>
                    <a:pt x="33933" y="24166"/>
                  </a:lnTo>
                  <a:lnTo>
                    <a:pt x="33973" y="23825"/>
                  </a:lnTo>
                  <a:lnTo>
                    <a:pt x="33993" y="23444"/>
                  </a:lnTo>
                  <a:lnTo>
                    <a:pt x="33993" y="23063"/>
                  </a:lnTo>
                  <a:lnTo>
                    <a:pt x="33973" y="22682"/>
                  </a:lnTo>
                  <a:lnTo>
                    <a:pt x="33933" y="22281"/>
                  </a:lnTo>
                  <a:lnTo>
                    <a:pt x="33893" y="21859"/>
                  </a:lnTo>
                  <a:lnTo>
                    <a:pt x="33813" y="21418"/>
                  </a:lnTo>
                  <a:lnTo>
                    <a:pt x="33712" y="20977"/>
                  </a:lnTo>
                  <a:lnTo>
                    <a:pt x="33552" y="20436"/>
                  </a:lnTo>
                  <a:lnTo>
                    <a:pt x="33391" y="19874"/>
                  </a:lnTo>
                  <a:lnTo>
                    <a:pt x="33211" y="19393"/>
                  </a:lnTo>
                  <a:lnTo>
                    <a:pt x="33010" y="18891"/>
                  </a:lnTo>
                  <a:lnTo>
                    <a:pt x="32790" y="18370"/>
                  </a:lnTo>
                  <a:lnTo>
                    <a:pt x="32549" y="17829"/>
                  </a:lnTo>
                  <a:lnTo>
                    <a:pt x="32288" y="17267"/>
                  </a:lnTo>
                  <a:lnTo>
                    <a:pt x="32008" y="16685"/>
                  </a:lnTo>
                  <a:lnTo>
                    <a:pt x="31687" y="16084"/>
                  </a:lnTo>
                  <a:lnTo>
                    <a:pt x="31346" y="15462"/>
                  </a:lnTo>
                  <a:lnTo>
                    <a:pt x="30925" y="14740"/>
                  </a:lnTo>
                  <a:lnTo>
                    <a:pt x="30464" y="13978"/>
                  </a:lnTo>
                  <a:lnTo>
                    <a:pt x="29982" y="13176"/>
                  </a:lnTo>
                  <a:lnTo>
                    <a:pt x="29461" y="12354"/>
                  </a:lnTo>
                  <a:lnTo>
                    <a:pt x="29100" y="11792"/>
                  </a:lnTo>
                  <a:lnTo>
                    <a:pt x="28759" y="11251"/>
                  </a:lnTo>
                  <a:lnTo>
                    <a:pt x="28418" y="10609"/>
                  </a:lnTo>
                  <a:lnTo>
                    <a:pt x="28097" y="10007"/>
                  </a:lnTo>
                  <a:lnTo>
                    <a:pt x="27836" y="9426"/>
                  </a:lnTo>
                  <a:lnTo>
                    <a:pt x="27616" y="8884"/>
                  </a:lnTo>
                  <a:lnTo>
                    <a:pt x="27355" y="8182"/>
                  </a:lnTo>
                  <a:lnTo>
                    <a:pt x="27155" y="7541"/>
                  </a:lnTo>
                  <a:lnTo>
                    <a:pt x="27014" y="6959"/>
                  </a:lnTo>
                  <a:lnTo>
                    <a:pt x="26934" y="6438"/>
                  </a:lnTo>
                  <a:lnTo>
                    <a:pt x="26934" y="6417"/>
                  </a:lnTo>
                  <a:lnTo>
                    <a:pt x="26874" y="5936"/>
                  </a:lnTo>
                  <a:lnTo>
                    <a:pt x="26854" y="5535"/>
                  </a:lnTo>
                  <a:lnTo>
                    <a:pt x="26874" y="5274"/>
                  </a:lnTo>
                  <a:lnTo>
                    <a:pt x="26874" y="5034"/>
                  </a:lnTo>
                  <a:lnTo>
                    <a:pt x="26934" y="4653"/>
                  </a:lnTo>
                  <a:lnTo>
                    <a:pt x="26974" y="4512"/>
                  </a:lnTo>
                  <a:lnTo>
                    <a:pt x="26974" y="4452"/>
                  </a:lnTo>
                  <a:lnTo>
                    <a:pt x="27034" y="4312"/>
                  </a:lnTo>
                  <a:lnTo>
                    <a:pt x="27054" y="4252"/>
                  </a:lnTo>
                  <a:lnTo>
                    <a:pt x="27054" y="4232"/>
                  </a:lnTo>
                  <a:lnTo>
                    <a:pt x="24688" y="2427"/>
                  </a:lnTo>
                  <a:lnTo>
                    <a:pt x="23946" y="1865"/>
                  </a:lnTo>
                  <a:lnTo>
                    <a:pt x="23685" y="1985"/>
                  </a:lnTo>
                  <a:lnTo>
                    <a:pt x="23364" y="2086"/>
                  </a:lnTo>
                  <a:lnTo>
                    <a:pt x="23023" y="2206"/>
                  </a:lnTo>
                  <a:lnTo>
                    <a:pt x="22622" y="2306"/>
                  </a:lnTo>
                  <a:lnTo>
                    <a:pt x="22201" y="2407"/>
                  </a:lnTo>
                  <a:lnTo>
                    <a:pt x="21720" y="2467"/>
                  </a:lnTo>
                  <a:lnTo>
                    <a:pt x="21720" y="2487"/>
                  </a:lnTo>
                  <a:lnTo>
                    <a:pt x="21178" y="2547"/>
                  </a:lnTo>
                  <a:lnTo>
                    <a:pt x="20597" y="2587"/>
                  </a:lnTo>
                  <a:lnTo>
                    <a:pt x="19955" y="2587"/>
                  </a:lnTo>
                  <a:lnTo>
                    <a:pt x="19273" y="2567"/>
                  </a:lnTo>
                  <a:lnTo>
                    <a:pt x="18511" y="2507"/>
                  </a:lnTo>
                  <a:lnTo>
                    <a:pt x="17709" y="2407"/>
                  </a:lnTo>
                  <a:lnTo>
                    <a:pt x="17288" y="2326"/>
                  </a:lnTo>
                  <a:lnTo>
                    <a:pt x="16786" y="2206"/>
                  </a:lnTo>
                  <a:lnTo>
                    <a:pt x="15784" y="1945"/>
                  </a:lnTo>
                  <a:lnTo>
                    <a:pt x="14661" y="1604"/>
                  </a:lnTo>
                  <a:lnTo>
                    <a:pt x="13397" y="1243"/>
                  </a:lnTo>
                  <a:lnTo>
                    <a:pt x="12054" y="882"/>
                  </a:lnTo>
                  <a:lnTo>
                    <a:pt x="10850" y="602"/>
                  </a:lnTo>
                  <a:lnTo>
                    <a:pt x="10249" y="461"/>
                  </a:lnTo>
                  <a:lnTo>
                    <a:pt x="9627" y="341"/>
                  </a:lnTo>
                  <a:lnTo>
                    <a:pt x="9005" y="221"/>
                  </a:lnTo>
                  <a:lnTo>
                    <a:pt x="8404" y="140"/>
                  </a:lnTo>
                  <a:lnTo>
                    <a:pt x="7782" y="60"/>
                  </a:lnTo>
                  <a:lnTo>
                    <a:pt x="7160" y="20"/>
                  </a:lnTo>
                  <a:lnTo>
                    <a:pt x="657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9" name="Google Shape;7749;p37"/>
            <p:cNvSpPr/>
            <p:nvPr/>
          </p:nvSpPr>
          <p:spPr>
            <a:xfrm>
              <a:off x="10333500" y="3796875"/>
              <a:ext cx="849850" cy="720475"/>
            </a:xfrm>
            <a:custGeom>
              <a:avLst/>
              <a:gdLst/>
              <a:ahLst/>
              <a:cxnLst/>
              <a:rect l="l" t="t" r="r" b="b"/>
              <a:pathLst>
                <a:path w="33994" h="28819" fill="none" extrusionOk="0">
                  <a:moveTo>
                    <a:pt x="32970" y="26713"/>
                  </a:moveTo>
                  <a:lnTo>
                    <a:pt x="32970" y="26713"/>
                  </a:lnTo>
                  <a:lnTo>
                    <a:pt x="32810" y="26973"/>
                  </a:lnTo>
                  <a:lnTo>
                    <a:pt x="32629" y="27234"/>
                  </a:lnTo>
                  <a:lnTo>
                    <a:pt x="32629" y="27234"/>
                  </a:lnTo>
                  <a:lnTo>
                    <a:pt x="32429" y="27515"/>
                  </a:lnTo>
                  <a:lnTo>
                    <a:pt x="32429" y="27515"/>
                  </a:lnTo>
                  <a:lnTo>
                    <a:pt x="32228" y="27735"/>
                  </a:lnTo>
                  <a:lnTo>
                    <a:pt x="32008" y="27956"/>
                  </a:lnTo>
                  <a:lnTo>
                    <a:pt x="31767" y="28137"/>
                  </a:lnTo>
                  <a:lnTo>
                    <a:pt x="31506" y="28277"/>
                  </a:lnTo>
                  <a:lnTo>
                    <a:pt x="31506" y="28277"/>
                  </a:lnTo>
                  <a:lnTo>
                    <a:pt x="31165" y="28457"/>
                  </a:lnTo>
                  <a:lnTo>
                    <a:pt x="30804" y="28578"/>
                  </a:lnTo>
                  <a:lnTo>
                    <a:pt x="30403" y="28678"/>
                  </a:lnTo>
                  <a:lnTo>
                    <a:pt x="29982" y="28758"/>
                  </a:lnTo>
                  <a:lnTo>
                    <a:pt x="29541" y="28798"/>
                  </a:lnTo>
                  <a:lnTo>
                    <a:pt x="29060" y="28818"/>
                  </a:lnTo>
                  <a:lnTo>
                    <a:pt x="28578" y="28818"/>
                  </a:lnTo>
                  <a:lnTo>
                    <a:pt x="28077" y="28778"/>
                  </a:lnTo>
                  <a:lnTo>
                    <a:pt x="27556" y="28738"/>
                  </a:lnTo>
                  <a:lnTo>
                    <a:pt x="27014" y="28658"/>
                  </a:lnTo>
                  <a:lnTo>
                    <a:pt x="26473" y="28578"/>
                  </a:lnTo>
                  <a:lnTo>
                    <a:pt x="25911" y="28457"/>
                  </a:lnTo>
                  <a:lnTo>
                    <a:pt x="25330" y="28337"/>
                  </a:lnTo>
                  <a:lnTo>
                    <a:pt x="24748" y="28197"/>
                  </a:lnTo>
                  <a:lnTo>
                    <a:pt x="23565" y="27876"/>
                  </a:lnTo>
                  <a:lnTo>
                    <a:pt x="23545" y="27876"/>
                  </a:lnTo>
                  <a:lnTo>
                    <a:pt x="23545" y="27876"/>
                  </a:lnTo>
                  <a:lnTo>
                    <a:pt x="22702" y="27635"/>
                  </a:lnTo>
                  <a:lnTo>
                    <a:pt x="21840" y="27354"/>
                  </a:lnTo>
                  <a:lnTo>
                    <a:pt x="20978" y="27054"/>
                  </a:lnTo>
                  <a:lnTo>
                    <a:pt x="20135" y="26773"/>
                  </a:lnTo>
                  <a:lnTo>
                    <a:pt x="18451" y="26151"/>
                  </a:lnTo>
                  <a:lnTo>
                    <a:pt x="16867" y="25550"/>
                  </a:lnTo>
                  <a:lnTo>
                    <a:pt x="16867" y="25550"/>
                  </a:lnTo>
                  <a:lnTo>
                    <a:pt x="16646" y="25449"/>
                  </a:lnTo>
                  <a:lnTo>
                    <a:pt x="16646" y="25449"/>
                  </a:lnTo>
                  <a:lnTo>
                    <a:pt x="15643" y="25068"/>
                  </a:lnTo>
                  <a:lnTo>
                    <a:pt x="15643" y="25068"/>
                  </a:lnTo>
                  <a:lnTo>
                    <a:pt x="14380" y="24587"/>
                  </a:lnTo>
                  <a:lnTo>
                    <a:pt x="13277" y="24186"/>
                  </a:lnTo>
                  <a:lnTo>
                    <a:pt x="12775" y="24005"/>
                  </a:lnTo>
                  <a:lnTo>
                    <a:pt x="12314" y="23865"/>
                  </a:lnTo>
                  <a:lnTo>
                    <a:pt x="11913" y="23765"/>
                  </a:lnTo>
                  <a:lnTo>
                    <a:pt x="11572" y="23684"/>
                  </a:lnTo>
                  <a:lnTo>
                    <a:pt x="11572" y="23684"/>
                  </a:lnTo>
                  <a:lnTo>
                    <a:pt x="11572" y="23684"/>
                  </a:lnTo>
                  <a:lnTo>
                    <a:pt x="11572" y="23684"/>
                  </a:lnTo>
                  <a:lnTo>
                    <a:pt x="11352" y="23644"/>
                  </a:lnTo>
                  <a:lnTo>
                    <a:pt x="11352" y="23644"/>
                  </a:lnTo>
                  <a:lnTo>
                    <a:pt x="11191" y="23624"/>
                  </a:lnTo>
                  <a:lnTo>
                    <a:pt x="11051" y="23644"/>
                  </a:lnTo>
                  <a:lnTo>
                    <a:pt x="10930" y="23664"/>
                  </a:lnTo>
                  <a:lnTo>
                    <a:pt x="10850" y="23684"/>
                  </a:lnTo>
                  <a:lnTo>
                    <a:pt x="10850" y="23684"/>
                  </a:lnTo>
                  <a:lnTo>
                    <a:pt x="9587" y="24447"/>
                  </a:lnTo>
                  <a:lnTo>
                    <a:pt x="9065" y="24787"/>
                  </a:lnTo>
                  <a:lnTo>
                    <a:pt x="8163" y="24106"/>
                  </a:lnTo>
                  <a:lnTo>
                    <a:pt x="8163" y="24106"/>
                  </a:lnTo>
                  <a:lnTo>
                    <a:pt x="8223" y="24045"/>
                  </a:lnTo>
                  <a:lnTo>
                    <a:pt x="8384" y="23905"/>
                  </a:lnTo>
                  <a:lnTo>
                    <a:pt x="8584" y="23644"/>
                  </a:lnTo>
                  <a:lnTo>
                    <a:pt x="8704" y="23504"/>
                  </a:lnTo>
                  <a:lnTo>
                    <a:pt x="8805" y="23344"/>
                  </a:lnTo>
                  <a:lnTo>
                    <a:pt x="8905" y="23163"/>
                  </a:lnTo>
                  <a:lnTo>
                    <a:pt x="8985" y="22983"/>
                  </a:lnTo>
                  <a:lnTo>
                    <a:pt x="9045" y="22782"/>
                  </a:lnTo>
                  <a:lnTo>
                    <a:pt x="9065" y="22581"/>
                  </a:lnTo>
                  <a:lnTo>
                    <a:pt x="9085" y="22361"/>
                  </a:lnTo>
                  <a:lnTo>
                    <a:pt x="9045" y="22160"/>
                  </a:lnTo>
                  <a:lnTo>
                    <a:pt x="8985" y="21940"/>
                  </a:lnTo>
                  <a:lnTo>
                    <a:pt x="8865" y="21739"/>
                  </a:lnTo>
                  <a:lnTo>
                    <a:pt x="8865" y="21739"/>
                  </a:lnTo>
                  <a:lnTo>
                    <a:pt x="8704" y="21539"/>
                  </a:lnTo>
                  <a:lnTo>
                    <a:pt x="8704" y="21539"/>
                  </a:lnTo>
                  <a:lnTo>
                    <a:pt x="8644" y="21438"/>
                  </a:lnTo>
                  <a:lnTo>
                    <a:pt x="8644" y="21438"/>
                  </a:lnTo>
                  <a:lnTo>
                    <a:pt x="8624" y="21418"/>
                  </a:lnTo>
                  <a:lnTo>
                    <a:pt x="8624" y="21418"/>
                  </a:lnTo>
                  <a:lnTo>
                    <a:pt x="8023" y="20636"/>
                  </a:lnTo>
                  <a:lnTo>
                    <a:pt x="7180" y="19513"/>
                  </a:lnTo>
                  <a:lnTo>
                    <a:pt x="6137" y="18109"/>
                  </a:lnTo>
                  <a:lnTo>
                    <a:pt x="5576" y="17307"/>
                  </a:lnTo>
                  <a:lnTo>
                    <a:pt x="5014" y="16445"/>
                  </a:lnTo>
                  <a:lnTo>
                    <a:pt x="5014" y="16445"/>
                  </a:lnTo>
                  <a:lnTo>
                    <a:pt x="4954" y="16365"/>
                  </a:lnTo>
                  <a:lnTo>
                    <a:pt x="4954" y="16365"/>
                  </a:lnTo>
                  <a:lnTo>
                    <a:pt x="4212" y="15241"/>
                  </a:lnTo>
                  <a:lnTo>
                    <a:pt x="3490" y="14078"/>
                  </a:lnTo>
                  <a:lnTo>
                    <a:pt x="2808" y="12895"/>
                  </a:lnTo>
                  <a:lnTo>
                    <a:pt x="2467" y="12273"/>
                  </a:lnTo>
                  <a:lnTo>
                    <a:pt x="2147" y="11672"/>
                  </a:lnTo>
                  <a:lnTo>
                    <a:pt x="2147" y="11672"/>
                  </a:lnTo>
                  <a:lnTo>
                    <a:pt x="1665" y="10729"/>
                  </a:lnTo>
                  <a:lnTo>
                    <a:pt x="1244" y="9787"/>
                  </a:lnTo>
                  <a:lnTo>
                    <a:pt x="883" y="8864"/>
                  </a:lnTo>
                  <a:lnTo>
                    <a:pt x="703" y="8403"/>
                  </a:lnTo>
                  <a:lnTo>
                    <a:pt x="562" y="7962"/>
                  </a:lnTo>
                  <a:lnTo>
                    <a:pt x="422" y="7520"/>
                  </a:lnTo>
                  <a:lnTo>
                    <a:pt x="302" y="7079"/>
                  </a:lnTo>
                  <a:lnTo>
                    <a:pt x="201" y="6638"/>
                  </a:lnTo>
                  <a:lnTo>
                    <a:pt x="121" y="6217"/>
                  </a:lnTo>
                  <a:lnTo>
                    <a:pt x="61" y="5796"/>
                  </a:lnTo>
                  <a:lnTo>
                    <a:pt x="21" y="5395"/>
                  </a:lnTo>
                  <a:lnTo>
                    <a:pt x="1" y="4994"/>
                  </a:lnTo>
                  <a:lnTo>
                    <a:pt x="21" y="4593"/>
                  </a:lnTo>
                  <a:lnTo>
                    <a:pt x="21" y="4593"/>
                  </a:lnTo>
                  <a:lnTo>
                    <a:pt x="61" y="4151"/>
                  </a:lnTo>
                  <a:lnTo>
                    <a:pt x="141" y="3710"/>
                  </a:lnTo>
                  <a:lnTo>
                    <a:pt x="261" y="3289"/>
                  </a:lnTo>
                  <a:lnTo>
                    <a:pt x="322" y="3088"/>
                  </a:lnTo>
                  <a:lnTo>
                    <a:pt x="422" y="2888"/>
                  </a:lnTo>
                  <a:lnTo>
                    <a:pt x="422" y="2888"/>
                  </a:lnTo>
                  <a:lnTo>
                    <a:pt x="562" y="2607"/>
                  </a:lnTo>
                  <a:lnTo>
                    <a:pt x="743" y="2346"/>
                  </a:lnTo>
                  <a:lnTo>
                    <a:pt x="743" y="2346"/>
                  </a:lnTo>
                  <a:lnTo>
                    <a:pt x="783" y="2266"/>
                  </a:lnTo>
                  <a:lnTo>
                    <a:pt x="783" y="2266"/>
                  </a:lnTo>
                  <a:lnTo>
                    <a:pt x="1024" y="1985"/>
                  </a:lnTo>
                  <a:lnTo>
                    <a:pt x="1284" y="1705"/>
                  </a:lnTo>
                  <a:lnTo>
                    <a:pt x="1545" y="1464"/>
                  </a:lnTo>
                  <a:lnTo>
                    <a:pt x="1826" y="1243"/>
                  </a:lnTo>
                  <a:lnTo>
                    <a:pt x="2127" y="1043"/>
                  </a:lnTo>
                  <a:lnTo>
                    <a:pt x="2427" y="862"/>
                  </a:lnTo>
                  <a:lnTo>
                    <a:pt x="2748" y="682"/>
                  </a:lnTo>
                  <a:lnTo>
                    <a:pt x="3069" y="541"/>
                  </a:lnTo>
                  <a:lnTo>
                    <a:pt x="3410" y="421"/>
                  </a:lnTo>
                  <a:lnTo>
                    <a:pt x="3771" y="321"/>
                  </a:lnTo>
                  <a:lnTo>
                    <a:pt x="4132" y="221"/>
                  </a:lnTo>
                  <a:lnTo>
                    <a:pt x="4493" y="140"/>
                  </a:lnTo>
                  <a:lnTo>
                    <a:pt x="4854" y="80"/>
                  </a:lnTo>
                  <a:lnTo>
                    <a:pt x="5235" y="40"/>
                  </a:lnTo>
                  <a:lnTo>
                    <a:pt x="5636" y="20"/>
                  </a:lnTo>
                  <a:lnTo>
                    <a:pt x="6017" y="0"/>
                  </a:lnTo>
                  <a:lnTo>
                    <a:pt x="6017" y="0"/>
                  </a:lnTo>
                  <a:lnTo>
                    <a:pt x="6579" y="0"/>
                  </a:lnTo>
                  <a:lnTo>
                    <a:pt x="7160" y="20"/>
                  </a:lnTo>
                  <a:lnTo>
                    <a:pt x="7160" y="20"/>
                  </a:lnTo>
                  <a:lnTo>
                    <a:pt x="7782" y="60"/>
                  </a:lnTo>
                  <a:lnTo>
                    <a:pt x="8404" y="140"/>
                  </a:lnTo>
                  <a:lnTo>
                    <a:pt x="9005" y="221"/>
                  </a:lnTo>
                  <a:lnTo>
                    <a:pt x="9627" y="341"/>
                  </a:lnTo>
                  <a:lnTo>
                    <a:pt x="10249" y="461"/>
                  </a:lnTo>
                  <a:lnTo>
                    <a:pt x="10850" y="602"/>
                  </a:lnTo>
                  <a:lnTo>
                    <a:pt x="12054" y="882"/>
                  </a:lnTo>
                  <a:lnTo>
                    <a:pt x="12054" y="882"/>
                  </a:lnTo>
                  <a:lnTo>
                    <a:pt x="13397" y="1243"/>
                  </a:lnTo>
                  <a:lnTo>
                    <a:pt x="14661" y="1604"/>
                  </a:lnTo>
                  <a:lnTo>
                    <a:pt x="15784" y="1945"/>
                  </a:lnTo>
                  <a:lnTo>
                    <a:pt x="16786" y="2206"/>
                  </a:lnTo>
                  <a:lnTo>
                    <a:pt x="16786" y="2206"/>
                  </a:lnTo>
                  <a:lnTo>
                    <a:pt x="17288" y="2326"/>
                  </a:lnTo>
                  <a:lnTo>
                    <a:pt x="17709" y="2407"/>
                  </a:lnTo>
                  <a:lnTo>
                    <a:pt x="17709" y="2407"/>
                  </a:lnTo>
                  <a:lnTo>
                    <a:pt x="18511" y="2507"/>
                  </a:lnTo>
                  <a:lnTo>
                    <a:pt x="19273" y="2567"/>
                  </a:lnTo>
                  <a:lnTo>
                    <a:pt x="19273" y="2567"/>
                  </a:lnTo>
                  <a:lnTo>
                    <a:pt x="19955" y="2587"/>
                  </a:lnTo>
                  <a:lnTo>
                    <a:pt x="20597" y="2587"/>
                  </a:lnTo>
                  <a:lnTo>
                    <a:pt x="21178" y="2547"/>
                  </a:lnTo>
                  <a:lnTo>
                    <a:pt x="21720" y="2487"/>
                  </a:lnTo>
                  <a:lnTo>
                    <a:pt x="21720" y="2487"/>
                  </a:lnTo>
                  <a:lnTo>
                    <a:pt x="21720" y="2467"/>
                  </a:lnTo>
                  <a:lnTo>
                    <a:pt x="21720" y="2467"/>
                  </a:lnTo>
                  <a:lnTo>
                    <a:pt x="22201" y="2407"/>
                  </a:lnTo>
                  <a:lnTo>
                    <a:pt x="22622" y="2306"/>
                  </a:lnTo>
                  <a:lnTo>
                    <a:pt x="22622" y="2306"/>
                  </a:lnTo>
                  <a:lnTo>
                    <a:pt x="23023" y="2206"/>
                  </a:lnTo>
                  <a:lnTo>
                    <a:pt x="23364" y="2086"/>
                  </a:lnTo>
                  <a:lnTo>
                    <a:pt x="23685" y="1985"/>
                  </a:lnTo>
                  <a:lnTo>
                    <a:pt x="23946" y="1865"/>
                  </a:lnTo>
                  <a:lnTo>
                    <a:pt x="24688" y="2427"/>
                  </a:lnTo>
                  <a:lnTo>
                    <a:pt x="27054" y="4232"/>
                  </a:lnTo>
                  <a:lnTo>
                    <a:pt x="27054" y="4252"/>
                  </a:lnTo>
                  <a:lnTo>
                    <a:pt x="27054" y="4252"/>
                  </a:lnTo>
                  <a:lnTo>
                    <a:pt x="27034" y="4312"/>
                  </a:lnTo>
                  <a:lnTo>
                    <a:pt x="27034" y="4312"/>
                  </a:lnTo>
                  <a:lnTo>
                    <a:pt x="26974" y="4452"/>
                  </a:lnTo>
                  <a:lnTo>
                    <a:pt x="26974" y="4452"/>
                  </a:lnTo>
                  <a:lnTo>
                    <a:pt x="26974" y="4512"/>
                  </a:lnTo>
                  <a:lnTo>
                    <a:pt x="26974" y="4512"/>
                  </a:lnTo>
                  <a:lnTo>
                    <a:pt x="26934" y="4653"/>
                  </a:lnTo>
                  <a:lnTo>
                    <a:pt x="26934" y="4653"/>
                  </a:lnTo>
                  <a:lnTo>
                    <a:pt x="26934" y="4653"/>
                  </a:lnTo>
                  <a:lnTo>
                    <a:pt x="26874" y="5034"/>
                  </a:lnTo>
                  <a:lnTo>
                    <a:pt x="26874" y="5274"/>
                  </a:lnTo>
                  <a:lnTo>
                    <a:pt x="26854" y="5535"/>
                  </a:lnTo>
                  <a:lnTo>
                    <a:pt x="26854" y="5535"/>
                  </a:lnTo>
                  <a:lnTo>
                    <a:pt x="26874" y="5936"/>
                  </a:lnTo>
                  <a:lnTo>
                    <a:pt x="26934" y="6417"/>
                  </a:lnTo>
                  <a:lnTo>
                    <a:pt x="26934" y="6417"/>
                  </a:lnTo>
                  <a:lnTo>
                    <a:pt x="26934" y="6438"/>
                  </a:lnTo>
                  <a:lnTo>
                    <a:pt x="26934" y="6438"/>
                  </a:lnTo>
                  <a:lnTo>
                    <a:pt x="26934" y="6438"/>
                  </a:lnTo>
                  <a:lnTo>
                    <a:pt x="27014" y="6959"/>
                  </a:lnTo>
                  <a:lnTo>
                    <a:pt x="27155" y="7541"/>
                  </a:lnTo>
                  <a:lnTo>
                    <a:pt x="27355" y="8182"/>
                  </a:lnTo>
                  <a:lnTo>
                    <a:pt x="27616" y="8884"/>
                  </a:lnTo>
                  <a:lnTo>
                    <a:pt x="27616" y="8884"/>
                  </a:lnTo>
                  <a:lnTo>
                    <a:pt x="27836" y="9426"/>
                  </a:lnTo>
                  <a:lnTo>
                    <a:pt x="28097" y="10007"/>
                  </a:lnTo>
                  <a:lnTo>
                    <a:pt x="28418" y="10609"/>
                  </a:lnTo>
                  <a:lnTo>
                    <a:pt x="28759" y="11251"/>
                  </a:lnTo>
                  <a:lnTo>
                    <a:pt x="28759" y="11251"/>
                  </a:lnTo>
                  <a:lnTo>
                    <a:pt x="29100" y="11792"/>
                  </a:lnTo>
                  <a:lnTo>
                    <a:pt x="29461" y="12354"/>
                  </a:lnTo>
                  <a:lnTo>
                    <a:pt x="29461" y="12354"/>
                  </a:lnTo>
                  <a:lnTo>
                    <a:pt x="29982" y="13176"/>
                  </a:lnTo>
                  <a:lnTo>
                    <a:pt x="30464" y="13978"/>
                  </a:lnTo>
                  <a:lnTo>
                    <a:pt x="30925" y="14740"/>
                  </a:lnTo>
                  <a:lnTo>
                    <a:pt x="31346" y="15462"/>
                  </a:lnTo>
                  <a:lnTo>
                    <a:pt x="31346" y="15462"/>
                  </a:lnTo>
                  <a:lnTo>
                    <a:pt x="31687" y="16084"/>
                  </a:lnTo>
                  <a:lnTo>
                    <a:pt x="32008" y="16685"/>
                  </a:lnTo>
                  <a:lnTo>
                    <a:pt x="32288" y="17267"/>
                  </a:lnTo>
                  <a:lnTo>
                    <a:pt x="32549" y="17829"/>
                  </a:lnTo>
                  <a:lnTo>
                    <a:pt x="32790" y="18370"/>
                  </a:lnTo>
                  <a:lnTo>
                    <a:pt x="33010" y="18891"/>
                  </a:lnTo>
                  <a:lnTo>
                    <a:pt x="33211" y="19393"/>
                  </a:lnTo>
                  <a:lnTo>
                    <a:pt x="33391" y="19874"/>
                  </a:lnTo>
                  <a:lnTo>
                    <a:pt x="33391" y="19874"/>
                  </a:lnTo>
                  <a:lnTo>
                    <a:pt x="33552" y="20436"/>
                  </a:lnTo>
                  <a:lnTo>
                    <a:pt x="33712" y="20977"/>
                  </a:lnTo>
                  <a:lnTo>
                    <a:pt x="33712" y="20977"/>
                  </a:lnTo>
                  <a:lnTo>
                    <a:pt x="33813" y="21418"/>
                  </a:lnTo>
                  <a:lnTo>
                    <a:pt x="33893" y="21859"/>
                  </a:lnTo>
                  <a:lnTo>
                    <a:pt x="33933" y="22281"/>
                  </a:lnTo>
                  <a:lnTo>
                    <a:pt x="33973" y="22682"/>
                  </a:lnTo>
                  <a:lnTo>
                    <a:pt x="33993" y="23063"/>
                  </a:lnTo>
                  <a:lnTo>
                    <a:pt x="33993" y="23444"/>
                  </a:lnTo>
                  <a:lnTo>
                    <a:pt x="33973" y="23825"/>
                  </a:lnTo>
                  <a:lnTo>
                    <a:pt x="33933" y="24166"/>
                  </a:lnTo>
                  <a:lnTo>
                    <a:pt x="33873" y="24527"/>
                  </a:lnTo>
                  <a:lnTo>
                    <a:pt x="33793" y="24848"/>
                  </a:lnTo>
                  <a:lnTo>
                    <a:pt x="33692" y="25189"/>
                  </a:lnTo>
                  <a:lnTo>
                    <a:pt x="33572" y="25509"/>
                  </a:lnTo>
                  <a:lnTo>
                    <a:pt x="33452" y="25810"/>
                  </a:lnTo>
                  <a:lnTo>
                    <a:pt x="33311" y="26131"/>
                  </a:lnTo>
                  <a:lnTo>
                    <a:pt x="33151" y="26432"/>
                  </a:lnTo>
                  <a:lnTo>
                    <a:pt x="32970" y="2671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0" name="Google Shape;7750;p37"/>
            <p:cNvSpPr/>
            <p:nvPr/>
          </p:nvSpPr>
          <p:spPr>
            <a:xfrm>
              <a:off x="10484425" y="4335325"/>
              <a:ext cx="135375" cy="156950"/>
            </a:xfrm>
            <a:custGeom>
              <a:avLst/>
              <a:gdLst/>
              <a:ahLst/>
              <a:cxnLst/>
              <a:rect l="l" t="t" r="r" b="b"/>
              <a:pathLst>
                <a:path w="5415" h="6278" extrusionOk="0">
                  <a:moveTo>
                    <a:pt x="2667" y="1"/>
                  </a:moveTo>
                  <a:lnTo>
                    <a:pt x="2708" y="61"/>
                  </a:lnTo>
                  <a:lnTo>
                    <a:pt x="2728" y="141"/>
                  </a:lnTo>
                  <a:lnTo>
                    <a:pt x="2748" y="321"/>
                  </a:lnTo>
                  <a:lnTo>
                    <a:pt x="2748" y="562"/>
                  </a:lnTo>
                  <a:lnTo>
                    <a:pt x="2687" y="823"/>
                  </a:lnTo>
                  <a:lnTo>
                    <a:pt x="2607" y="1124"/>
                  </a:lnTo>
                  <a:lnTo>
                    <a:pt x="2487" y="1445"/>
                  </a:lnTo>
                  <a:lnTo>
                    <a:pt x="2306" y="1765"/>
                  </a:lnTo>
                  <a:lnTo>
                    <a:pt x="2126" y="2126"/>
                  </a:lnTo>
                  <a:lnTo>
                    <a:pt x="1484" y="3109"/>
                  </a:lnTo>
                  <a:lnTo>
                    <a:pt x="1103" y="3751"/>
                  </a:lnTo>
                  <a:lnTo>
                    <a:pt x="702" y="4393"/>
                  </a:lnTo>
                  <a:lnTo>
                    <a:pt x="361" y="5034"/>
                  </a:lnTo>
                  <a:lnTo>
                    <a:pt x="221" y="5315"/>
                  </a:lnTo>
                  <a:lnTo>
                    <a:pt x="120" y="5576"/>
                  </a:lnTo>
                  <a:lnTo>
                    <a:pt x="40" y="5816"/>
                  </a:lnTo>
                  <a:lnTo>
                    <a:pt x="0" y="5997"/>
                  </a:lnTo>
                  <a:lnTo>
                    <a:pt x="0" y="6077"/>
                  </a:lnTo>
                  <a:lnTo>
                    <a:pt x="20" y="6137"/>
                  </a:lnTo>
                  <a:lnTo>
                    <a:pt x="40" y="6197"/>
                  </a:lnTo>
                  <a:lnTo>
                    <a:pt x="80" y="6238"/>
                  </a:lnTo>
                  <a:lnTo>
                    <a:pt x="120" y="6258"/>
                  </a:lnTo>
                  <a:lnTo>
                    <a:pt x="181" y="6278"/>
                  </a:lnTo>
                  <a:lnTo>
                    <a:pt x="261" y="6258"/>
                  </a:lnTo>
                  <a:lnTo>
                    <a:pt x="341" y="6238"/>
                  </a:lnTo>
                  <a:lnTo>
                    <a:pt x="542" y="6137"/>
                  </a:lnTo>
                  <a:lnTo>
                    <a:pt x="762" y="5977"/>
                  </a:lnTo>
                  <a:lnTo>
                    <a:pt x="1003" y="5776"/>
                  </a:lnTo>
                  <a:lnTo>
                    <a:pt x="1284" y="5556"/>
                  </a:lnTo>
                  <a:lnTo>
                    <a:pt x="1845" y="5014"/>
                  </a:lnTo>
                  <a:lnTo>
                    <a:pt x="2387" y="4453"/>
                  </a:lnTo>
                  <a:lnTo>
                    <a:pt x="2888" y="3931"/>
                  </a:lnTo>
                  <a:lnTo>
                    <a:pt x="3490" y="3249"/>
                  </a:lnTo>
                  <a:lnTo>
                    <a:pt x="3811" y="2929"/>
                  </a:lnTo>
                  <a:lnTo>
                    <a:pt x="4011" y="2748"/>
                  </a:lnTo>
                  <a:lnTo>
                    <a:pt x="4252" y="2568"/>
                  </a:lnTo>
                  <a:lnTo>
                    <a:pt x="4492" y="2407"/>
                  </a:lnTo>
                  <a:lnTo>
                    <a:pt x="4753" y="2267"/>
                  </a:lnTo>
                  <a:lnTo>
                    <a:pt x="5034" y="2166"/>
                  </a:lnTo>
                  <a:lnTo>
                    <a:pt x="5174" y="2126"/>
                  </a:lnTo>
                  <a:lnTo>
                    <a:pt x="5315" y="2106"/>
                  </a:lnTo>
                  <a:lnTo>
                    <a:pt x="5415" y="2106"/>
                  </a:lnTo>
                  <a:lnTo>
                    <a:pt x="2667" y="1"/>
                  </a:lnTo>
                  <a:close/>
                </a:path>
              </a:pathLst>
            </a:custGeom>
            <a:solidFill>
              <a:srgbClr val="FFC05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1" name="Google Shape;7751;p37"/>
            <p:cNvSpPr/>
            <p:nvPr/>
          </p:nvSpPr>
          <p:spPr>
            <a:xfrm>
              <a:off x="10484425" y="4335325"/>
              <a:ext cx="135375" cy="156950"/>
            </a:xfrm>
            <a:custGeom>
              <a:avLst/>
              <a:gdLst/>
              <a:ahLst/>
              <a:cxnLst/>
              <a:rect l="l" t="t" r="r" b="b"/>
              <a:pathLst>
                <a:path w="5415" h="6278" fill="none" extrusionOk="0">
                  <a:moveTo>
                    <a:pt x="5415" y="2106"/>
                  </a:moveTo>
                  <a:lnTo>
                    <a:pt x="5415" y="2106"/>
                  </a:lnTo>
                  <a:lnTo>
                    <a:pt x="5315" y="2106"/>
                  </a:lnTo>
                  <a:lnTo>
                    <a:pt x="5315" y="2106"/>
                  </a:lnTo>
                  <a:lnTo>
                    <a:pt x="5174" y="2126"/>
                  </a:lnTo>
                  <a:lnTo>
                    <a:pt x="5034" y="2166"/>
                  </a:lnTo>
                  <a:lnTo>
                    <a:pt x="4753" y="2267"/>
                  </a:lnTo>
                  <a:lnTo>
                    <a:pt x="4492" y="2407"/>
                  </a:lnTo>
                  <a:lnTo>
                    <a:pt x="4252" y="2568"/>
                  </a:lnTo>
                  <a:lnTo>
                    <a:pt x="4011" y="2748"/>
                  </a:lnTo>
                  <a:lnTo>
                    <a:pt x="3811" y="2929"/>
                  </a:lnTo>
                  <a:lnTo>
                    <a:pt x="3490" y="3249"/>
                  </a:lnTo>
                  <a:lnTo>
                    <a:pt x="3490" y="3249"/>
                  </a:lnTo>
                  <a:lnTo>
                    <a:pt x="2888" y="3931"/>
                  </a:lnTo>
                  <a:lnTo>
                    <a:pt x="2387" y="4453"/>
                  </a:lnTo>
                  <a:lnTo>
                    <a:pt x="1845" y="5014"/>
                  </a:lnTo>
                  <a:lnTo>
                    <a:pt x="1284" y="5556"/>
                  </a:lnTo>
                  <a:lnTo>
                    <a:pt x="1003" y="5776"/>
                  </a:lnTo>
                  <a:lnTo>
                    <a:pt x="762" y="5977"/>
                  </a:lnTo>
                  <a:lnTo>
                    <a:pt x="542" y="6137"/>
                  </a:lnTo>
                  <a:lnTo>
                    <a:pt x="341" y="6238"/>
                  </a:lnTo>
                  <a:lnTo>
                    <a:pt x="261" y="6258"/>
                  </a:lnTo>
                  <a:lnTo>
                    <a:pt x="181" y="6278"/>
                  </a:lnTo>
                  <a:lnTo>
                    <a:pt x="120" y="6258"/>
                  </a:lnTo>
                  <a:lnTo>
                    <a:pt x="80" y="6238"/>
                  </a:lnTo>
                  <a:lnTo>
                    <a:pt x="80" y="6238"/>
                  </a:lnTo>
                  <a:lnTo>
                    <a:pt x="40" y="6197"/>
                  </a:lnTo>
                  <a:lnTo>
                    <a:pt x="20" y="6137"/>
                  </a:lnTo>
                  <a:lnTo>
                    <a:pt x="0" y="6077"/>
                  </a:lnTo>
                  <a:lnTo>
                    <a:pt x="0" y="5997"/>
                  </a:lnTo>
                  <a:lnTo>
                    <a:pt x="40" y="5816"/>
                  </a:lnTo>
                  <a:lnTo>
                    <a:pt x="120" y="5576"/>
                  </a:lnTo>
                  <a:lnTo>
                    <a:pt x="221" y="5315"/>
                  </a:lnTo>
                  <a:lnTo>
                    <a:pt x="361" y="5034"/>
                  </a:lnTo>
                  <a:lnTo>
                    <a:pt x="702" y="4393"/>
                  </a:lnTo>
                  <a:lnTo>
                    <a:pt x="1103" y="3751"/>
                  </a:lnTo>
                  <a:lnTo>
                    <a:pt x="1484" y="3109"/>
                  </a:lnTo>
                  <a:lnTo>
                    <a:pt x="2126" y="2126"/>
                  </a:lnTo>
                  <a:lnTo>
                    <a:pt x="2126" y="2126"/>
                  </a:lnTo>
                  <a:lnTo>
                    <a:pt x="2306" y="1765"/>
                  </a:lnTo>
                  <a:lnTo>
                    <a:pt x="2487" y="1445"/>
                  </a:lnTo>
                  <a:lnTo>
                    <a:pt x="2607" y="1124"/>
                  </a:lnTo>
                  <a:lnTo>
                    <a:pt x="2687" y="823"/>
                  </a:lnTo>
                  <a:lnTo>
                    <a:pt x="2748" y="562"/>
                  </a:lnTo>
                  <a:lnTo>
                    <a:pt x="2748" y="321"/>
                  </a:lnTo>
                  <a:lnTo>
                    <a:pt x="2728" y="141"/>
                  </a:lnTo>
                  <a:lnTo>
                    <a:pt x="2708" y="61"/>
                  </a:lnTo>
                  <a:lnTo>
                    <a:pt x="2667" y="1"/>
                  </a:lnTo>
                  <a:lnTo>
                    <a:pt x="5415" y="2106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2" name="Google Shape;7752;p37"/>
            <p:cNvSpPr/>
            <p:nvPr/>
          </p:nvSpPr>
          <p:spPr>
            <a:xfrm>
              <a:off x="10876475" y="3707125"/>
              <a:ext cx="228650" cy="250700"/>
            </a:xfrm>
            <a:custGeom>
              <a:avLst/>
              <a:gdLst/>
              <a:ahLst/>
              <a:cxnLst/>
              <a:rect l="l" t="t" r="r" b="b"/>
              <a:pathLst>
                <a:path w="9146" h="10028" extrusionOk="0">
                  <a:moveTo>
                    <a:pt x="7120" y="0"/>
                  </a:moveTo>
                  <a:lnTo>
                    <a:pt x="7020" y="20"/>
                  </a:lnTo>
                  <a:lnTo>
                    <a:pt x="6900" y="60"/>
                  </a:lnTo>
                  <a:lnTo>
                    <a:pt x="6779" y="121"/>
                  </a:lnTo>
                  <a:lnTo>
                    <a:pt x="6639" y="241"/>
                  </a:lnTo>
                  <a:lnTo>
                    <a:pt x="6478" y="401"/>
                  </a:lnTo>
                  <a:lnTo>
                    <a:pt x="6298" y="602"/>
                  </a:lnTo>
                  <a:lnTo>
                    <a:pt x="5897" y="1103"/>
                  </a:lnTo>
                  <a:lnTo>
                    <a:pt x="5415" y="1705"/>
                  </a:lnTo>
                  <a:lnTo>
                    <a:pt x="4393" y="3049"/>
                  </a:lnTo>
                  <a:lnTo>
                    <a:pt x="3871" y="3710"/>
                  </a:lnTo>
                  <a:lnTo>
                    <a:pt x="3390" y="4332"/>
                  </a:lnTo>
                  <a:lnTo>
                    <a:pt x="3029" y="4733"/>
                  </a:lnTo>
                  <a:lnTo>
                    <a:pt x="2708" y="5074"/>
                  </a:lnTo>
                  <a:lnTo>
                    <a:pt x="2447" y="5315"/>
                  </a:lnTo>
                  <a:lnTo>
                    <a:pt x="2327" y="5395"/>
                  </a:lnTo>
                  <a:lnTo>
                    <a:pt x="2227" y="5455"/>
                  </a:lnTo>
                  <a:lnTo>
                    <a:pt x="1886" y="5575"/>
                  </a:lnTo>
                  <a:lnTo>
                    <a:pt x="1525" y="5676"/>
                  </a:lnTo>
                  <a:lnTo>
                    <a:pt x="863" y="5876"/>
                  </a:lnTo>
                  <a:lnTo>
                    <a:pt x="302" y="5997"/>
                  </a:lnTo>
                  <a:lnTo>
                    <a:pt x="1" y="6057"/>
                  </a:lnTo>
                  <a:lnTo>
                    <a:pt x="1" y="6077"/>
                  </a:lnTo>
                  <a:lnTo>
                    <a:pt x="1485" y="7200"/>
                  </a:lnTo>
                  <a:lnTo>
                    <a:pt x="5215" y="10028"/>
                  </a:lnTo>
                  <a:lnTo>
                    <a:pt x="5215" y="10007"/>
                  </a:lnTo>
                  <a:lnTo>
                    <a:pt x="5155" y="9687"/>
                  </a:lnTo>
                  <a:lnTo>
                    <a:pt x="5115" y="9426"/>
                  </a:lnTo>
                  <a:lnTo>
                    <a:pt x="5115" y="9105"/>
                  </a:lnTo>
                  <a:lnTo>
                    <a:pt x="5135" y="8704"/>
                  </a:lnTo>
                  <a:lnTo>
                    <a:pt x="5175" y="8483"/>
                  </a:lnTo>
                  <a:lnTo>
                    <a:pt x="5215" y="8243"/>
                  </a:lnTo>
                  <a:lnTo>
                    <a:pt x="5255" y="8102"/>
                  </a:lnTo>
                  <a:lnTo>
                    <a:pt x="5255" y="8042"/>
                  </a:lnTo>
                  <a:lnTo>
                    <a:pt x="5315" y="7902"/>
                  </a:lnTo>
                  <a:lnTo>
                    <a:pt x="5335" y="7842"/>
                  </a:lnTo>
                  <a:lnTo>
                    <a:pt x="5335" y="7822"/>
                  </a:lnTo>
                  <a:lnTo>
                    <a:pt x="5456" y="7561"/>
                  </a:lnTo>
                  <a:lnTo>
                    <a:pt x="5636" y="7220"/>
                  </a:lnTo>
                  <a:lnTo>
                    <a:pt x="6137" y="6398"/>
                  </a:lnTo>
                  <a:lnTo>
                    <a:pt x="7080" y="4974"/>
                  </a:lnTo>
                  <a:lnTo>
                    <a:pt x="8063" y="3510"/>
                  </a:lnTo>
                  <a:lnTo>
                    <a:pt x="8504" y="2868"/>
                  </a:lnTo>
                  <a:lnTo>
                    <a:pt x="8845" y="2307"/>
                  </a:lnTo>
                  <a:lnTo>
                    <a:pt x="8965" y="2086"/>
                  </a:lnTo>
                  <a:lnTo>
                    <a:pt x="9065" y="1885"/>
                  </a:lnTo>
                  <a:lnTo>
                    <a:pt x="9126" y="1725"/>
                  </a:lnTo>
                  <a:lnTo>
                    <a:pt x="9146" y="1625"/>
                  </a:lnTo>
                  <a:lnTo>
                    <a:pt x="9126" y="1524"/>
                  </a:lnTo>
                  <a:lnTo>
                    <a:pt x="9106" y="1424"/>
                  </a:lnTo>
                  <a:lnTo>
                    <a:pt x="9045" y="1304"/>
                  </a:lnTo>
                  <a:lnTo>
                    <a:pt x="8985" y="1183"/>
                  </a:lnTo>
                  <a:lnTo>
                    <a:pt x="8785" y="923"/>
                  </a:lnTo>
                  <a:lnTo>
                    <a:pt x="8564" y="662"/>
                  </a:lnTo>
                  <a:lnTo>
                    <a:pt x="8283" y="441"/>
                  </a:lnTo>
                  <a:lnTo>
                    <a:pt x="8143" y="321"/>
                  </a:lnTo>
                  <a:lnTo>
                    <a:pt x="8003" y="241"/>
                  </a:lnTo>
                  <a:lnTo>
                    <a:pt x="7842" y="161"/>
                  </a:lnTo>
                  <a:lnTo>
                    <a:pt x="7682" y="80"/>
                  </a:lnTo>
                  <a:lnTo>
                    <a:pt x="7521" y="40"/>
                  </a:lnTo>
                  <a:lnTo>
                    <a:pt x="73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3" name="Google Shape;7753;p37"/>
            <p:cNvSpPr/>
            <p:nvPr/>
          </p:nvSpPr>
          <p:spPr>
            <a:xfrm>
              <a:off x="10876475" y="3707125"/>
              <a:ext cx="228650" cy="250700"/>
            </a:xfrm>
            <a:custGeom>
              <a:avLst/>
              <a:gdLst/>
              <a:ahLst/>
              <a:cxnLst/>
              <a:rect l="l" t="t" r="r" b="b"/>
              <a:pathLst>
                <a:path w="9146" h="10028" fill="none" extrusionOk="0">
                  <a:moveTo>
                    <a:pt x="9146" y="1625"/>
                  </a:moveTo>
                  <a:lnTo>
                    <a:pt x="9146" y="1625"/>
                  </a:lnTo>
                  <a:lnTo>
                    <a:pt x="9126" y="1725"/>
                  </a:lnTo>
                  <a:lnTo>
                    <a:pt x="9065" y="1885"/>
                  </a:lnTo>
                  <a:lnTo>
                    <a:pt x="8965" y="2086"/>
                  </a:lnTo>
                  <a:lnTo>
                    <a:pt x="8845" y="2307"/>
                  </a:lnTo>
                  <a:lnTo>
                    <a:pt x="8504" y="2868"/>
                  </a:lnTo>
                  <a:lnTo>
                    <a:pt x="8063" y="3510"/>
                  </a:lnTo>
                  <a:lnTo>
                    <a:pt x="7080" y="4974"/>
                  </a:lnTo>
                  <a:lnTo>
                    <a:pt x="6137" y="6398"/>
                  </a:lnTo>
                  <a:lnTo>
                    <a:pt x="6137" y="6398"/>
                  </a:lnTo>
                  <a:lnTo>
                    <a:pt x="5636" y="7220"/>
                  </a:lnTo>
                  <a:lnTo>
                    <a:pt x="5456" y="7561"/>
                  </a:lnTo>
                  <a:lnTo>
                    <a:pt x="5335" y="7822"/>
                  </a:lnTo>
                  <a:lnTo>
                    <a:pt x="5335" y="7842"/>
                  </a:lnTo>
                  <a:lnTo>
                    <a:pt x="5335" y="7842"/>
                  </a:lnTo>
                  <a:lnTo>
                    <a:pt x="5315" y="7902"/>
                  </a:lnTo>
                  <a:lnTo>
                    <a:pt x="5315" y="7902"/>
                  </a:lnTo>
                  <a:lnTo>
                    <a:pt x="5255" y="8042"/>
                  </a:lnTo>
                  <a:lnTo>
                    <a:pt x="5255" y="8042"/>
                  </a:lnTo>
                  <a:lnTo>
                    <a:pt x="5255" y="8102"/>
                  </a:lnTo>
                  <a:lnTo>
                    <a:pt x="5255" y="8102"/>
                  </a:lnTo>
                  <a:lnTo>
                    <a:pt x="5215" y="8243"/>
                  </a:lnTo>
                  <a:lnTo>
                    <a:pt x="5215" y="8243"/>
                  </a:lnTo>
                  <a:lnTo>
                    <a:pt x="5215" y="8243"/>
                  </a:lnTo>
                  <a:lnTo>
                    <a:pt x="5175" y="8483"/>
                  </a:lnTo>
                  <a:lnTo>
                    <a:pt x="5135" y="8704"/>
                  </a:lnTo>
                  <a:lnTo>
                    <a:pt x="5115" y="9105"/>
                  </a:lnTo>
                  <a:lnTo>
                    <a:pt x="5115" y="9105"/>
                  </a:lnTo>
                  <a:lnTo>
                    <a:pt x="5115" y="9426"/>
                  </a:lnTo>
                  <a:lnTo>
                    <a:pt x="5155" y="9687"/>
                  </a:lnTo>
                  <a:lnTo>
                    <a:pt x="5215" y="10007"/>
                  </a:lnTo>
                  <a:lnTo>
                    <a:pt x="5215" y="10007"/>
                  </a:lnTo>
                  <a:lnTo>
                    <a:pt x="5215" y="10028"/>
                  </a:lnTo>
                  <a:lnTo>
                    <a:pt x="1485" y="7200"/>
                  </a:lnTo>
                  <a:lnTo>
                    <a:pt x="1" y="6077"/>
                  </a:lnTo>
                  <a:lnTo>
                    <a:pt x="1" y="6077"/>
                  </a:lnTo>
                  <a:lnTo>
                    <a:pt x="1" y="6057"/>
                  </a:lnTo>
                  <a:lnTo>
                    <a:pt x="1" y="6057"/>
                  </a:lnTo>
                  <a:lnTo>
                    <a:pt x="302" y="5997"/>
                  </a:lnTo>
                  <a:lnTo>
                    <a:pt x="863" y="5876"/>
                  </a:lnTo>
                  <a:lnTo>
                    <a:pt x="863" y="5876"/>
                  </a:lnTo>
                  <a:lnTo>
                    <a:pt x="1525" y="5676"/>
                  </a:lnTo>
                  <a:lnTo>
                    <a:pt x="1886" y="5575"/>
                  </a:lnTo>
                  <a:lnTo>
                    <a:pt x="2227" y="5455"/>
                  </a:lnTo>
                  <a:lnTo>
                    <a:pt x="2227" y="5455"/>
                  </a:lnTo>
                  <a:lnTo>
                    <a:pt x="2327" y="5395"/>
                  </a:lnTo>
                  <a:lnTo>
                    <a:pt x="2447" y="5315"/>
                  </a:lnTo>
                  <a:lnTo>
                    <a:pt x="2708" y="5074"/>
                  </a:lnTo>
                  <a:lnTo>
                    <a:pt x="3029" y="4733"/>
                  </a:lnTo>
                  <a:lnTo>
                    <a:pt x="3390" y="4332"/>
                  </a:lnTo>
                  <a:lnTo>
                    <a:pt x="3390" y="4332"/>
                  </a:lnTo>
                  <a:lnTo>
                    <a:pt x="3871" y="3710"/>
                  </a:lnTo>
                  <a:lnTo>
                    <a:pt x="4393" y="3049"/>
                  </a:lnTo>
                  <a:lnTo>
                    <a:pt x="5415" y="1705"/>
                  </a:lnTo>
                  <a:lnTo>
                    <a:pt x="5897" y="1103"/>
                  </a:lnTo>
                  <a:lnTo>
                    <a:pt x="6298" y="602"/>
                  </a:lnTo>
                  <a:lnTo>
                    <a:pt x="6478" y="401"/>
                  </a:lnTo>
                  <a:lnTo>
                    <a:pt x="6639" y="241"/>
                  </a:lnTo>
                  <a:lnTo>
                    <a:pt x="6779" y="121"/>
                  </a:lnTo>
                  <a:lnTo>
                    <a:pt x="6900" y="60"/>
                  </a:lnTo>
                  <a:lnTo>
                    <a:pt x="6900" y="60"/>
                  </a:lnTo>
                  <a:lnTo>
                    <a:pt x="7020" y="20"/>
                  </a:lnTo>
                  <a:lnTo>
                    <a:pt x="7120" y="0"/>
                  </a:lnTo>
                  <a:lnTo>
                    <a:pt x="7240" y="0"/>
                  </a:lnTo>
                  <a:lnTo>
                    <a:pt x="7361" y="0"/>
                  </a:lnTo>
                  <a:lnTo>
                    <a:pt x="7361" y="0"/>
                  </a:lnTo>
                  <a:lnTo>
                    <a:pt x="7521" y="40"/>
                  </a:lnTo>
                  <a:lnTo>
                    <a:pt x="7682" y="80"/>
                  </a:lnTo>
                  <a:lnTo>
                    <a:pt x="7842" y="161"/>
                  </a:lnTo>
                  <a:lnTo>
                    <a:pt x="8003" y="241"/>
                  </a:lnTo>
                  <a:lnTo>
                    <a:pt x="8143" y="321"/>
                  </a:lnTo>
                  <a:lnTo>
                    <a:pt x="8283" y="441"/>
                  </a:lnTo>
                  <a:lnTo>
                    <a:pt x="8564" y="662"/>
                  </a:lnTo>
                  <a:lnTo>
                    <a:pt x="8785" y="923"/>
                  </a:lnTo>
                  <a:lnTo>
                    <a:pt x="8985" y="1183"/>
                  </a:lnTo>
                  <a:lnTo>
                    <a:pt x="9045" y="1304"/>
                  </a:lnTo>
                  <a:lnTo>
                    <a:pt x="9106" y="1424"/>
                  </a:lnTo>
                  <a:lnTo>
                    <a:pt x="9126" y="1524"/>
                  </a:lnTo>
                  <a:lnTo>
                    <a:pt x="9146" y="1625"/>
                  </a:ln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4" name="Google Shape;7754;p37"/>
            <p:cNvSpPr/>
            <p:nvPr/>
          </p:nvSpPr>
          <p:spPr>
            <a:xfrm>
              <a:off x="10753150" y="3852025"/>
              <a:ext cx="299325" cy="226125"/>
            </a:xfrm>
            <a:custGeom>
              <a:avLst/>
              <a:gdLst/>
              <a:ahLst/>
              <a:cxnLst/>
              <a:rect l="l" t="t" r="r" b="b"/>
              <a:pathLst>
                <a:path w="11973" h="9045" extrusionOk="0">
                  <a:moveTo>
                    <a:pt x="0" y="0"/>
                  </a:moveTo>
                  <a:lnTo>
                    <a:pt x="1184" y="1143"/>
                  </a:lnTo>
                  <a:lnTo>
                    <a:pt x="1805" y="1745"/>
                  </a:lnTo>
                  <a:lnTo>
                    <a:pt x="2467" y="2326"/>
                  </a:lnTo>
                  <a:lnTo>
                    <a:pt x="3209" y="2988"/>
                  </a:lnTo>
                  <a:lnTo>
                    <a:pt x="3971" y="3630"/>
                  </a:lnTo>
                  <a:lnTo>
                    <a:pt x="4753" y="4272"/>
                  </a:lnTo>
                  <a:lnTo>
                    <a:pt x="5555" y="4873"/>
                  </a:lnTo>
                  <a:lnTo>
                    <a:pt x="6338" y="5475"/>
                  </a:lnTo>
                  <a:lnTo>
                    <a:pt x="7140" y="6036"/>
                  </a:lnTo>
                  <a:lnTo>
                    <a:pt x="7962" y="6598"/>
                  </a:lnTo>
                  <a:lnTo>
                    <a:pt x="8784" y="7139"/>
                  </a:lnTo>
                  <a:lnTo>
                    <a:pt x="9606" y="7641"/>
                  </a:lnTo>
                  <a:lnTo>
                    <a:pt x="10409" y="8142"/>
                  </a:lnTo>
                  <a:lnTo>
                    <a:pt x="11211" y="8603"/>
                  </a:lnTo>
                  <a:lnTo>
                    <a:pt x="11973" y="9045"/>
                  </a:lnTo>
                  <a:lnTo>
                    <a:pt x="11632" y="8403"/>
                  </a:lnTo>
                  <a:lnTo>
                    <a:pt x="11311" y="7801"/>
                  </a:lnTo>
                  <a:lnTo>
                    <a:pt x="11050" y="7220"/>
                  </a:lnTo>
                  <a:lnTo>
                    <a:pt x="10830" y="6678"/>
                  </a:lnTo>
                  <a:lnTo>
                    <a:pt x="9707" y="5996"/>
                  </a:lnTo>
                  <a:lnTo>
                    <a:pt x="8584" y="5274"/>
                  </a:lnTo>
                  <a:lnTo>
                    <a:pt x="7481" y="4512"/>
                  </a:lnTo>
                  <a:lnTo>
                    <a:pt x="6939" y="4131"/>
                  </a:lnTo>
                  <a:lnTo>
                    <a:pt x="6418" y="3730"/>
                  </a:lnTo>
                  <a:lnTo>
                    <a:pt x="5435" y="2968"/>
                  </a:lnTo>
                  <a:lnTo>
                    <a:pt x="4473" y="2166"/>
                  </a:lnTo>
                  <a:lnTo>
                    <a:pt x="3450" y="1263"/>
                  </a:lnTo>
                  <a:lnTo>
                    <a:pt x="2487" y="361"/>
                  </a:lnTo>
                  <a:lnTo>
                    <a:pt x="1725" y="301"/>
                  </a:lnTo>
                  <a:lnTo>
                    <a:pt x="923" y="201"/>
                  </a:lnTo>
                  <a:lnTo>
                    <a:pt x="502" y="1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5" name="Google Shape;7755;p37"/>
            <p:cNvSpPr/>
            <p:nvPr/>
          </p:nvSpPr>
          <p:spPr>
            <a:xfrm>
              <a:off x="10753150" y="3852025"/>
              <a:ext cx="299325" cy="226125"/>
            </a:xfrm>
            <a:custGeom>
              <a:avLst/>
              <a:gdLst/>
              <a:ahLst/>
              <a:cxnLst/>
              <a:rect l="l" t="t" r="r" b="b"/>
              <a:pathLst>
                <a:path w="11973" h="9045" fill="none" extrusionOk="0">
                  <a:moveTo>
                    <a:pt x="11973" y="9045"/>
                  </a:moveTo>
                  <a:lnTo>
                    <a:pt x="11973" y="9045"/>
                  </a:lnTo>
                  <a:lnTo>
                    <a:pt x="11211" y="8603"/>
                  </a:lnTo>
                  <a:lnTo>
                    <a:pt x="10409" y="8142"/>
                  </a:lnTo>
                  <a:lnTo>
                    <a:pt x="9606" y="7641"/>
                  </a:lnTo>
                  <a:lnTo>
                    <a:pt x="8784" y="7139"/>
                  </a:lnTo>
                  <a:lnTo>
                    <a:pt x="7962" y="6598"/>
                  </a:lnTo>
                  <a:lnTo>
                    <a:pt x="7140" y="6036"/>
                  </a:lnTo>
                  <a:lnTo>
                    <a:pt x="6338" y="5475"/>
                  </a:lnTo>
                  <a:lnTo>
                    <a:pt x="5555" y="4873"/>
                  </a:lnTo>
                  <a:lnTo>
                    <a:pt x="5555" y="4873"/>
                  </a:lnTo>
                  <a:lnTo>
                    <a:pt x="4753" y="4272"/>
                  </a:lnTo>
                  <a:lnTo>
                    <a:pt x="3971" y="3630"/>
                  </a:lnTo>
                  <a:lnTo>
                    <a:pt x="3209" y="2988"/>
                  </a:lnTo>
                  <a:lnTo>
                    <a:pt x="2467" y="2326"/>
                  </a:lnTo>
                  <a:lnTo>
                    <a:pt x="2467" y="2326"/>
                  </a:lnTo>
                  <a:lnTo>
                    <a:pt x="1805" y="1745"/>
                  </a:lnTo>
                  <a:lnTo>
                    <a:pt x="1184" y="1143"/>
                  </a:lnTo>
                  <a:lnTo>
                    <a:pt x="0" y="0"/>
                  </a:lnTo>
                  <a:lnTo>
                    <a:pt x="0" y="0"/>
                  </a:lnTo>
                  <a:lnTo>
                    <a:pt x="502" y="120"/>
                  </a:lnTo>
                  <a:lnTo>
                    <a:pt x="923" y="201"/>
                  </a:lnTo>
                  <a:lnTo>
                    <a:pt x="923" y="201"/>
                  </a:lnTo>
                  <a:lnTo>
                    <a:pt x="1725" y="301"/>
                  </a:lnTo>
                  <a:lnTo>
                    <a:pt x="2487" y="361"/>
                  </a:lnTo>
                  <a:lnTo>
                    <a:pt x="2487" y="361"/>
                  </a:lnTo>
                  <a:lnTo>
                    <a:pt x="3450" y="1263"/>
                  </a:lnTo>
                  <a:lnTo>
                    <a:pt x="4473" y="2166"/>
                  </a:lnTo>
                  <a:lnTo>
                    <a:pt x="4473" y="2166"/>
                  </a:lnTo>
                  <a:lnTo>
                    <a:pt x="5435" y="2968"/>
                  </a:lnTo>
                  <a:lnTo>
                    <a:pt x="6418" y="3730"/>
                  </a:lnTo>
                  <a:lnTo>
                    <a:pt x="6418" y="3730"/>
                  </a:lnTo>
                  <a:lnTo>
                    <a:pt x="6939" y="4131"/>
                  </a:lnTo>
                  <a:lnTo>
                    <a:pt x="7481" y="4512"/>
                  </a:lnTo>
                  <a:lnTo>
                    <a:pt x="8584" y="5274"/>
                  </a:lnTo>
                  <a:lnTo>
                    <a:pt x="9707" y="5996"/>
                  </a:lnTo>
                  <a:lnTo>
                    <a:pt x="10830" y="6678"/>
                  </a:lnTo>
                  <a:lnTo>
                    <a:pt x="10830" y="6678"/>
                  </a:lnTo>
                  <a:lnTo>
                    <a:pt x="11050" y="7220"/>
                  </a:lnTo>
                  <a:lnTo>
                    <a:pt x="11311" y="7801"/>
                  </a:lnTo>
                  <a:lnTo>
                    <a:pt x="11632" y="8403"/>
                  </a:lnTo>
                  <a:lnTo>
                    <a:pt x="11973" y="9045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6" name="Google Shape;7756;p37"/>
            <p:cNvSpPr/>
            <p:nvPr/>
          </p:nvSpPr>
          <p:spPr>
            <a:xfrm>
              <a:off x="10512500" y="3797375"/>
              <a:ext cx="655800" cy="496375"/>
            </a:xfrm>
            <a:custGeom>
              <a:avLst/>
              <a:gdLst/>
              <a:ahLst/>
              <a:cxnLst/>
              <a:rect l="l" t="t" r="r" b="b"/>
              <a:pathLst>
                <a:path w="26232" h="19855" extrusionOk="0">
                  <a:moveTo>
                    <a:pt x="0" y="0"/>
                  </a:moveTo>
                  <a:lnTo>
                    <a:pt x="1043" y="1083"/>
                  </a:lnTo>
                  <a:lnTo>
                    <a:pt x="2166" y="2186"/>
                  </a:lnTo>
                  <a:lnTo>
                    <a:pt x="3309" y="3309"/>
                  </a:lnTo>
                  <a:lnTo>
                    <a:pt x="4533" y="4452"/>
                  </a:lnTo>
                  <a:lnTo>
                    <a:pt x="5435" y="5274"/>
                  </a:lnTo>
                  <a:lnTo>
                    <a:pt x="6357" y="6117"/>
                  </a:lnTo>
                  <a:lnTo>
                    <a:pt x="7300" y="6939"/>
                  </a:lnTo>
                  <a:lnTo>
                    <a:pt x="8263" y="7761"/>
                  </a:lnTo>
                  <a:lnTo>
                    <a:pt x="9225" y="8583"/>
                  </a:lnTo>
                  <a:lnTo>
                    <a:pt x="10228" y="9386"/>
                  </a:lnTo>
                  <a:lnTo>
                    <a:pt x="11211" y="10188"/>
                  </a:lnTo>
                  <a:lnTo>
                    <a:pt x="12213" y="10950"/>
                  </a:lnTo>
                  <a:lnTo>
                    <a:pt x="13096" y="11612"/>
                  </a:lnTo>
                  <a:lnTo>
                    <a:pt x="13958" y="12253"/>
                  </a:lnTo>
                  <a:lnTo>
                    <a:pt x="14861" y="12875"/>
                  </a:lnTo>
                  <a:lnTo>
                    <a:pt x="15743" y="13497"/>
                  </a:lnTo>
                  <a:lnTo>
                    <a:pt x="17548" y="14700"/>
                  </a:lnTo>
                  <a:lnTo>
                    <a:pt x="19353" y="15863"/>
                  </a:lnTo>
                  <a:lnTo>
                    <a:pt x="21138" y="16966"/>
                  </a:lnTo>
                  <a:lnTo>
                    <a:pt x="22882" y="17989"/>
                  </a:lnTo>
                  <a:lnTo>
                    <a:pt x="24587" y="18972"/>
                  </a:lnTo>
                  <a:lnTo>
                    <a:pt x="26231" y="19854"/>
                  </a:lnTo>
                  <a:lnTo>
                    <a:pt x="26051" y="19373"/>
                  </a:lnTo>
                  <a:lnTo>
                    <a:pt x="25850" y="18871"/>
                  </a:lnTo>
                  <a:lnTo>
                    <a:pt x="25630" y="18350"/>
                  </a:lnTo>
                  <a:lnTo>
                    <a:pt x="25389" y="17809"/>
                  </a:lnTo>
                  <a:lnTo>
                    <a:pt x="25128" y="17247"/>
                  </a:lnTo>
                  <a:lnTo>
                    <a:pt x="24848" y="16665"/>
                  </a:lnTo>
                  <a:lnTo>
                    <a:pt x="24527" y="16064"/>
                  </a:lnTo>
                  <a:lnTo>
                    <a:pt x="24186" y="15442"/>
                  </a:lnTo>
                  <a:lnTo>
                    <a:pt x="22922" y="14700"/>
                  </a:lnTo>
                  <a:lnTo>
                    <a:pt x="21619" y="13938"/>
                  </a:lnTo>
                  <a:lnTo>
                    <a:pt x="20315" y="13136"/>
                  </a:lnTo>
                  <a:lnTo>
                    <a:pt x="19012" y="12294"/>
                  </a:lnTo>
                  <a:lnTo>
                    <a:pt x="17708" y="11431"/>
                  </a:lnTo>
                  <a:lnTo>
                    <a:pt x="16405" y="10569"/>
                  </a:lnTo>
                  <a:lnTo>
                    <a:pt x="15141" y="9666"/>
                  </a:lnTo>
                  <a:lnTo>
                    <a:pt x="13898" y="8744"/>
                  </a:lnTo>
                  <a:lnTo>
                    <a:pt x="12514" y="7661"/>
                  </a:lnTo>
                  <a:lnTo>
                    <a:pt x="11130" y="6518"/>
                  </a:lnTo>
                  <a:lnTo>
                    <a:pt x="9767" y="5375"/>
                  </a:lnTo>
                  <a:lnTo>
                    <a:pt x="8443" y="4191"/>
                  </a:lnTo>
                  <a:lnTo>
                    <a:pt x="7521" y="3349"/>
                  </a:lnTo>
                  <a:lnTo>
                    <a:pt x="6618" y="2527"/>
                  </a:lnTo>
                  <a:lnTo>
                    <a:pt x="4894" y="862"/>
                  </a:lnTo>
                  <a:lnTo>
                    <a:pt x="3690" y="582"/>
                  </a:lnTo>
                  <a:lnTo>
                    <a:pt x="3089" y="441"/>
                  </a:lnTo>
                  <a:lnTo>
                    <a:pt x="2467" y="321"/>
                  </a:lnTo>
                  <a:lnTo>
                    <a:pt x="1845" y="201"/>
                  </a:lnTo>
                  <a:lnTo>
                    <a:pt x="1244" y="120"/>
                  </a:lnTo>
                  <a:lnTo>
                    <a:pt x="622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7" name="Google Shape;7757;p37"/>
            <p:cNvSpPr/>
            <p:nvPr/>
          </p:nvSpPr>
          <p:spPr>
            <a:xfrm>
              <a:off x="10512500" y="3797375"/>
              <a:ext cx="655800" cy="496375"/>
            </a:xfrm>
            <a:custGeom>
              <a:avLst/>
              <a:gdLst/>
              <a:ahLst/>
              <a:cxnLst/>
              <a:rect l="l" t="t" r="r" b="b"/>
              <a:pathLst>
                <a:path w="26232" h="19855" fill="none" extrusionOk="0">
                  <a:moveTo>
                    <a:pt x="26231" y="19854"/>
                  </a:moveTo>
                  <a:lnTo>
                    <a:pt x="26231" y="19854"/>
                  </a:lnTo>
                  <a:lnTo>
                    <a:pt x="24587" y="18972"/>
                  </a:lnTo>
                  <a:lnTo>
                    <a:pt x="22882" y="17989"/>
                  </a:lnTo>
                  <a:lnTo>
                    <a:pt x="21138" y="16966"/>
                  </a:lnTo>
                  <a:lnTo>
                    <a:pt x="19353" y="15863"/>
                  </a:lnTo>
                  <a:lnTo>
                    <a:pt x="17548" y="14700"/>
                  </a:lnTo>
                  <a:lnTo>
                    <a:pt x="15743" y="13497"/>
                  </a:lnTo>
                  <a:lnTo>
                    <a:pt x="14861" y="12875"/>
                  </a:lnTo>
                  <a:lnTo>
                    <a:pt x="13958" y="12253"/>
                  </a:lnTo>
                  <a:lnTo>
                    <a:pt x="13096" y="11612"/>
                  </a:lnTo>
                  <a:lnTo>
                    <a:pt x="12213" y="10950"/>
                  </a:lnTo>
                  <a:lnTo>
                    <a:pt x="12213" y="10950"/>
                  </a:lnTo>
                  <a:lnTo>
                    <a:pt x="11211" y="10188"/>
                  </a:lnTo>
                  <a:lnTo>
                    <a:pt x="10228" y="9386"/>
                  </a:lnTo>
                  <a:lnTo>
                    <a:pt x="9225" y="8583"/>
                  </a:lnTo>
                  <a:lnTo>
                    <a:pt x="8263" y="7761"/>
                  </a:lnTo>
                  <a:lnTo>
                    <a:pt x="7300" y="6939"/>
                  </a:lnTo>
                  <a:lnTo>
                    <a:pt x="6357" y="6117"/>
                  </a:lnTo>
                  <a:lnTo>
                    <a:pt x="5435" y="5274"/>
                  </a:lnTo>
                  <a:lnTo>
                    <a:pt x="4533" y="4452"/>
                  </a:lnTo>
                  <a:lnTo>
                    <a:pt x="4533" y="4452"/>
                  </a:lnTo>
                  <a:lnTo>
                    <a:pt x="3309" y="3309"/>
                  </a:lnTo>
                  <a:lnTo>
                    <a:pt x="2166" y="2186"/>
                  </a:lnTo>
                  <a:lnTo>
                    <a:pt x="1043" y="1083"/>
                  </a:lnTo>
                  <a:lnTo>
                    <a:pt x="0" y="0"/>
                  </a:lnTo>
                  <a:lnTo>
                    <a:pt x="0" y="0"/>
                  </a:lnTo>
                  <a:lnTo>
                    <a:pt x="622" y="40"/>
                  </a:lnTo>
                  <a:lnTo>
                    <a:pt x="1244" y="120"/>
                  </a:lnTo>
                  <a:lnTo>
                    <a:pt x="1845" y="201"/>
                  </a:lnTo>
                  <a:lnTo>
                    <a:pt x="2467" y="321"/>
                  </a:lnTo>
                  <a:lnTo>
                    <a:pt x="3089" y="441"/>
                  </a:lnTo>
                  <a:lnTo>
                    <a:pt x="3690" y="582"/>
                  </a:lnTo>
                  <a:lnTo>
                    <a:pt x="4894" y="862"/>
                  </a:lnTo>
                  <a:lnTo>
                    <a:pt x="4894" y="862"/>
                  </a:lnTo>
                  <a:lnTo>
                    <a:pt x="6618" y="2527"/>
                  </a:lnTo>
                  <a:lnTo>
                    <a:pt x="7521" y="3349"/>
                  </a:lnTo>
                  <a:lnTo>
                    <a:pt x="8443" y="4191"/>
                  </a:lnTo>
                  <a:lnTo>
                    <a:pt x="8443" y="4191"/>
                  </a:lnTo>
                  <a:lnTo>
                    <a:pt x="9767" y="5375"/>
                  </a:lnTo>
                  <a:lnTo>
                    <a:pt x="11130" y="6518"/>
                  </a:lnTo>
                  <a:lnTo>
                    <a:pt x="12514" y="7661"/>
                  </a:lnTo>
                  <a:lnTo>
                    <a:pt x="13898" y="8744"/>
                  </a:lnTo>
                  <a:lnTo>
                    <a:pt x="13898" y="8744"/>
                  </a:lnTo>
                  <a:lnTo>
                    <a:pt x="15141" y="9666"/>
                  </a:lnTo>
                  <a:lnTo>
                    <a:pt x="16405" y="10569"/>
                  </a:lnTo>
                  <a:lnTo>
                    <a:pt x="17708" y="11431"/>
                  </a:lnTo>
                  <a:lnTo>
                    <a:pt x="19012" y="12294"/>
                  </a:lnTo>
                  <a:lnTo>
                    <a:pt x="20315" y="13136"/>
                  </a:lnTo>
                  <a:lnTo>
                    <a:pt x="21619" y="13938"/>
                  </a:lnTo>
                  <a:lnTo>
                    <a:pt x="22922" y="14700"/>
                  </a:lnTo>
                  <a:lnTo>
                    <a:pt x="24186" y="15442"/>
                  </a:lnTo>
                  <a:lnTo>
                    <a:pt x="24186" y="15442"/>
                  </a:lnTo>
                  <a:lnTo>
                    <a:pt x="24527" y="16064"/>
                  </a:lnTo>
                  <a:lnTo>
                    <a:pt x="24848" y="16665"/>
                  </a:lnTo>
                  <a:lnTo>
                    <a:pt x="25128" y="17247"/>
                  </a:lnTo>
                  <a:lnTo>
                    <a:pt x="25389" y="17809"/>
                  </a:lnTo>
                  <a:lnTo>
                    <a:pt x="25630" y="18350"/>
                  </a:lnTo>
                  <a:lnTo>
                    <a:pt x="25850" y="18871"/>
                  </a:lnTo>
                  <a:lnTo>
                    <a:pt x="26051" y="19373"/>
                  </a:lnTo>
                  <a:lnTo>
                    <a:pt x="26231" y="1985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8" name="Google Shape;7758;p37"/>
            <p:cNvSpPr/>
            <p:nvPr/>
          </p:nvSpPr>
          <p:spPr>
            <a:xfrm>
              <a:off x="10898050" y="3815425"/>
              <a:ext cx="131875" cy="119850"/>
            </a:xfrm>
            <a:custGeom>
              <a:avLst/>
              <a:gdLst/>
              <a:ahLst/>
              <a:cxnLst/>
              <a:rect l="l" t="t" r="r" b="b"/>
              <a:pathLst>
                <a:path w="5275" h="4794" extrusionOk="0">
                  <a:moveTo>
                    <a:pt x="2527" y="0"/>
                  </a:moveTo>
                  <a:lnTo>
                    <a:pt x="2166" y="401"/>
                  </a:lnTo>
                  <a:lnTo>
                    <a:pt x="1845" y="742"/>
                  </a:lnTo>
                  <a:lnTo>
                    <a:pt x="1584" y="983"/>
                  </a:lnTo>
                  <a:lnTo>
                    <a:pt x="1464" y="1063"/>
                  </a:lnTo>
                  <a:lnTo>
                    <a:pt x="1364" y="1123"/>
                  </a:lnTo>
                  <a:lnTo>
                    <a:pt x="1023" y="1243"/>
                  </a:lnTo>
                  <a:lnTo>
                    <a:pt x="662" y="1344"/>
                  </a:lnTo>
                  <a:lnTo>
                    <a:pt x="0" y="1544"/>
                  </a:lnTo>
                  <a:lnTo>
                    <a:pt x="40" y="1564"/>
                  </a:lnTo>
                  <a:lnTo>
                    <a:pt x="1183" y="2487"/>
                  </a:lnTo>
                  <a:lnTo>
                    <a:pt x="2126" y="3209"/>
                  </a:lnTo>
                  <a:lnTo>
                    <a:pt x="3189" y="3991"/>
                  </a:lnTo>
                  <a:lnTo>
                    <a:pt x="4252" y="4773"/>
                  </a:lnTo>
                  <a:lnTo>
                    <a:pt x="4272" y="4793"/>
                  </a:lnTo>
                  <a:lnTo>
                    <a:pt x="4292" y="4532"/>
                  </a:lnTo>
                  <a:lnTo>
                    <a:pt x="4292" y="4292"/>
                  </a:lnTo>
                  <a:lnTo>
                    <a:pt x="4352" y="3911"/>
                  </a:lnTo>
                  <a:lnTo>
                    <a:pt x="4392" y="3770"/>
                  </a:lnTo>
                  <a:lnTo>
                    <a:pt x="4392" y="3710"/>
                  </a:lnTo>
                  <a:lnTo>
                    <a:pt x="4452" y="3570"/>
                  </a:lnTo>
                  <a:lnTo>
                    <a:pt x="4472" y="3510"/>
                  </a:lnTo>
                  <a:lnTo>
                    <a:pt x="4472" y="3490"/>
                  </a:lnTo>
                  <a:lnTo>
                    <a:pt x="4593" y="3229"/>
                  </a:lnTo>
                  <a:lnTo>
                    <a:pt x="4773" y="2888"/>
                  </a:lnTo>
                  <a:lnTo>
                    <a:pt x="5274" y="2066"/>
                  </a:lnTo>
                  <a:lnTo>
                    <a:pt x="4532" y="1544"/>
                  </a:lnTo>
                  <a:lnTo>
                    <a:pt x="3810" y="1003"/>
                  </a:lnTo>
                  <a:lnTo>
                    <a:pt x="3169" y="501"/>
                  </a:lnTo>
                  <a:lnTo>
                    <a:pt x="25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9" name="Google Shape;7759;p37"/>
            <p:cNvSpPr/>
            <p:nvPr/>
          </p:nvSpPr>
          <p:spPr>
            <a:xfrm>
              <a:off x="10898050" y="3815425"/>
              <a:ext cx="131875" cy="119850"/>
            </a:xfrm>
            <a:custGeom>
              <a:avLst/>
              <a:gdLst/>
              <a:ahLst/>
              <a:cxnLst/>
              <a:rect l="l" t="t" r="r" b="b"/>
              <a:pathLst>
                <a:path w="5275" h="4794" fill="none" extrusionOk="0">
                  <a:moveTo>
                    <a:pt x="5274" y="2066"/>
                  </a:moveTo>
                  <a:lnTo>
                    <a:pt x="5274" y="2066"/>
                  </a:lnTo>
                  <a:lnTo>
                    <a:pt x="4773" y="2888"/>
                  </a:lnTo>
                  <a:lnTo>
                    <a:pt x="4593" y="3229"/>
                  </a:lnTo>
                  <a:lnTo>
                    <a:pt x="4472" y="3490"/>
                  </a:lnTo>
                  <a:lnTo>
                    <a:pt x="4472" y="3510"/>
                  </a:lnTo>
                  <a:lnTo>
                    <a:pt x="4472" y="3510"/>
                  </a:lnTo>
                  <a:lnTo>
                    <a:pt x="4452" y="3570"/>
                  </a:lnTo>
                  <a:lnTo>
                    <a:pt x="4452" y="3570"/>
                  </a:lnTo>
                  <a:lnTo>
                    <a:pt x="4392" y="3710"/>
                  </a:lnTo>
                  <a:lnTo>
                    <a:pt x="4392" y="3710"/>
                  </a:lnTo>
                  <a:lnTo>
                    <a:pt x="4392" y="3770"/>
                  </a:lnTo>
                  <a:lnTo>
                    <a:pt x="4392" y="3770"/>
                  </a:lnTo>
                  <a:lnTo>
                    <a:pt x="4352" y="3911"/>
                  </a:lnTo>
                  <a:lnTo>
                    <a:pt x="4352" y="3911"/>
                  </a:lnTo>
                  <a:lnTo>
                    <a:pt x="4352" y="3911"/>
                  </a:lnTo>
                  <a:lnTo>
                    <a:pt x="4292" y="4292"/>
                  </a:lnTo>
                  <a:lnTo>
                    <a:pt x="4292" y="4532"/>
                  </a:lnTo>
                  <a:lnTo>
                    <a:pt x="4272" y="4793"/>
                  </a:lnTo>
                  <a:lnTo>
                    <a:pt x="4252" y="4773"/>
                  </a:lnTo>
                  <a:lnTo>
                    <a:pt x="4252" y="4773"/>
                  </a:lnTo>
                  <a:lnTo>
                    <a:pt x="3189" y="3991"/>
                  </a:lnTo>
                  <a:lnTo>
                    <a:pt x="2126" y="3209"/>
                  </a:lnTo>
                  <a:lnTo>
                    <a:pt x="2126" y="3209"/>
                  </a:lnTo>
                  <a:lnTo>
                    <a:pt x="1183" y="2487"/>
                  </a:lnTo>
                  <a:lnTo>
                    <a:pt x="1183" y="2487"/>
                  </a:lnTo>
                  <a:lnTo>
                    <a:pt x="40" y="1564"/>
                  </a:lnTo>
                  <a:lnTo>
                    <a:pt x="0" y="1544"/>
                  </a:lnTo>
                  <a:lnTo>
                    <a:pt x="0" y="1544"/>
                  </a:lnTo>
                  <a:lnTo>
                    <a:pt x="662" y="1344"/>
                  </a:lnTo>
                  <a:lnTo>
                    <a:pt x="1023" y="1243"/>
                  </a:lnTo>
                  <a:lnTo>
                    <a:pt x="1364" y="1123"/>
                  </a:lnTo>
                  <a:lnTo>
                    <a:pt x="1364" y="1123"/>
                  </a:lnTo>
                  <a:lnTo>
                    <a:pt x="1464" y="1063"/>
                  </a:lnTo>
                  <a:lnTo>
                    <a:pt x="1584" y="983"/>
                  </a:lnTo>
                  <a:lnTo>
                    <a:pt x="1845" y="742"/>
                  </a:lnTo>
                  <a:lnTo>
                    <a:pt x="2166" y="401"/>
                  </a:lnTo>
                  <a:lnTo>
                    <a:pt x="2527" y="0"/>
                  </a:lnTo>
                  <a:lnTo>
                    <a:pt x="2527" y="0"/>
                  </a:lnTo>
                  <a:lnTo>
                    <a:pt x="3169" y="501"/>
                  </a:lnTo>
                  <a:lnTo>
                    <a:pt x="3169" y="501"/>
                  </a:lnTo>
                  <a:lnTo>
                    <a:pt x="3810" y="1003"/>
                  </a:lnTo>
                  <a:lnTo>
                    <a:pt x="3810" y="1003"/>
                  </a:lnTo>
                  <a:lnTo>
                    <a:pt x="4532" y="1544"/>
                  </a:lnTo>
                  <a:lnTo>
                    <a:pt x="5274" y="2066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0" name="Google Shape;7760;p37"/>
            <p:cNvSpPr/>
            <p:nvPr/>
          </p:nvSpPr>
          <p:spPr>
            <a:xfrm>
              <a:off x="10484425" y="4332325"/>
              <a:ext cx="138400" cy="159950"/>
            </a:xfrm>
            <a:custGeom>
              <a:avLst/>
              <a:gdLst/>
              <a:ahLst/>
              <a:cxnLst/>
              <a:rect l="l" t="t" r="r" b="b"/>
              <a:pathLst>
                <a:path w="5536" h="6398" extrusionOk="0">
                  <a:moveTo>
                    <a:pt x="2587" y="0"/>
                  </a:moveTo>
                  <a:lnTo>
                    <a:pt x="2607" y="20"/>
                  </a:lnTo>
                  <a:lnTo>
                    <a:pt x="2667" y="121"/>
                  </a:lnTo>
                  <a:lnTo>
                    <a:pt x="2708" y="181"/>
                  </a:lnTo>
                  <a:lnTo>
                    <a:pt x="2728" y="261"/>
                  </a:lnTo>
                  <a:lnTo>
                    <a:pt x="2748" y="441"/>
                  </a:lnTo>
                  <a:lnTo>
                    <a:pt x="2748" y="682"/>
                  </a:lnTo>
                  <a:lnTo>
                    <a:pt x="2687" y="943"/>
                  </a:lnTo>
                  <a:lnTo>
                    <a:pt x="2607" y="1244"/>
                  </a:lnTo>
                  <a:lnTo>
                    <a:pt x="2487" y="1565"/>
                  </a:lnTo>
                  <a:lnTo>
                    <a:pt x="2306" y="1885"/>
                  </a:lnTo>
                  <a:lnTo>
                    <a:pt x="2126" y="2246"/>
                  </a:lnTo>
                  <a:lnTo>
                    <a:pt x="1484" y="3229"/>
                  </a:lnTo>
                  <a:lnTo>
                    <a:pt x="1103" y="3871"/>
                  </a:lnTo>
                  <a:lnTo>
                    <a:pt x="702" y="4513"/>
                  </a:lnTo>
                  <a:lnTo>
                    <a:pt x="361" y="5154"/>
                  </a:lnTo>
                  <a:lnTo>
                    <a:pt x="221" y="5435"/>
                  </a:lnTo>
                  <a:lnTo>
                    <a:pt x="120" y="5696"/>
                  </a:lnTo>
                  <a:lnTo>
                    <a:pt x="40" y="5936"/>
                  </a:lnTo>
                  <a:lnTo>
                    <a:pt x="0" y="6117"/>
                  </a:lnTo>
                  <a:lnTo>
                    <a:pt x="0" y="6197"/>
                  </a:lnTo>
                  <a:lnTo>
                    <a:pt x="20" y="6257"/>
                  </a:lnTo>
                  <a:lnTo>
                    <a:pt x="40" y="6317"/>
                  </a:lnTo>
                  <a:lnTo>
                    <a:pt x="80" y="6358"/>
                  </a:lnTo>
                  <a:lnTo>
                    <a:pt x="120" y="6378"/>
                  </a:lnTo>
                  <a:lnTo>
                    <a:pt x="181" y="6398"/>
                  </a:lnTo>
                  <a:lnTo>
                    <a:pt x="261" y="6378"/>
                  </a:lnTo>
                  <a:lnTo>
                    <a:pt x="341" y="6358"/>
                  </a:lnTo>
                  <a:lnTo>
                    <a:pt x="542" y="6257"/>
                  </a:lnTo>
                  <a:lnTo>
                    <a:pt x="762" y="6097"/>
                  </a:lnTo>
                  <a:lnTo>
                    <a:pt x="1003" y="5896"/>
                  </a:lnTo>
                  <a:lnTo>
                    <a:pt x="1284" y="5676"/>
                  </a:lnTo>
                  <a:lnTo>
                    <a:pt x="1845" y="5134"/>
                  </a:lnTo>
                  <a:lnTo>
                    <a:pt x="2387" y="4573"/>
                  </a:lnTo>
                  <a:lnTo>
                    <a:pt x="2888" y="4051"/>
                  </a:lnTo>
                  <a:lnTo>
                    <a:pt x="3490" y="3369"/>
                  </a:lnTo>
                  <a:lnTo>
                    <a:pt x="3811" y="3049"/>
                  </a:lnTo>
                  <a:lnTo>
                    <a:pt x="4011" y="2868"/>
                  </a:lnTo>
                  <a:lnTo>
                    <a:pt x="4252" y="2688"/>
                  </a:lnTo>
                  <a:lnTo>
                    <a:pt x="4492" y="2527"/>
                  </a:lnTo>
                  <a:lnTo>
                    <a:pt x="4753" y="2387"/>
                  </a:lnTo>
                  <a:lnTo>
                    <a:pt x="5034" y="2286"/>
                  </a:lnTo>
                  <a:lnTo>
                    <a:pt x="5174" y="2246"/>
                  </a:lnTo>
                  <a:lnTo>
                    <a:pt x="5315" y="2226"/>
                  </a:lnTo>
                  <a:lnTo>
                    <a:pt x="5535" y="2266"/>
                  </a:lnTo>
                  <a:lnTo>
                    <a:pt x="5154" y="1986"/>
                  </a:lnTo>
                  <a:lnTo>
                    <a:pt x="4372" y="1404"/>
                  </a:lnTo>
                  <a:lnTo>
                    <a:pt x="3470" y="702"/>
                  </a:lnTo>
                  <a:lnTo>
                    <a:pt x="2587" y="0"/>
                  </a:lnTo>
                  <a:close/>
                </a:path>
              </a:pathLst>
            </a:custGeom>
            <a:solidFill>
              <a:srgbClr val="7FC9A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1" name="Google Shape;7761;p37"/>
            <p:cNvSpPr/>
            <p:nvPr/>
          </p:nvSpPr>
          <p:spPr>
            <a:xfrm>
              <a:off x="10484425" y="4332325"/>
              <a:ext cx="138400" cy="159950"/>
            </a:xfrm>
            <a:custGeom>
              <a:avLst/>
              <a:gdLst/>
              <a:ahLst/>
              <a:cxnLst/>
              <a:rect l="l" t="t" r="r" b="b"/>
              <a:pathLst>
                <a:path w="5536" h="6398" fill="none" extrusionOk="0">
                  <a:moveTo>
                    <a:pt x="5535" y="2266"/>
                  </a:moveTo>
                  <a:lnTo>
                    <a:pt x="5535" y="2266"/>
                  </a:lnTo>
                  <a:lnTo>
                    <a:pt x="5535" y="2266"/>
                  </a:lnTo>
                  <a:lnTo>
                    <a:pt x="5315" y="2226"/>
                  </a:lnTo>
                  <a:lnTo>
                    <a:pt x="5315" y="2226"/>
                  </a:lnTo>
                  <a:lnTo>
                    <a:pt x="5174" y="2246"/>
                  </a:lnTo>
                  <a:lnTo>
                    <a:pt x="5034" y="2286"/>
                  </a:lnTo>
                  <a:lnTo>
                    <a:pt x="4753" y="2387"/>
                  </a:lnTo>
                  <a:lnTo>
                    <a:pt x="4492" y="2527"/>
                  </a:lnTo>
                  <a:lnTo>
                    <a:pt x="4252" y="2688"/>
                  </a:lnTo>
                  <a:lnTo>
                    <a:pt x="4011" y="2868"/>
                  </a:lnTo>
                  <a:lnTo>
                    <a:pt x="3811" y="3049"/>
                  </a:lnTo>
                  <a:lnTo>
                    <a:pt x="3490" y="3369"/>
                  </a:lnTo>
                  <a:lnTo>
                    <a:pt x="3490" y="3369"/>
                  </a:lnTo>
                  <a:lnTo>
                    <a:pt x="2888" y="4051"/>
                  </a:lnTo>
                  <a:lnTo>
                    <a:pt x="2387" y="4573"/>
                  </a:lnTo>
                  <a:lnTo>
                    <a:pt x="1845" y="5134"/>
                  </a:lnTo>
                  <a:lnTo>
                    <a:pt x="1284" y="5676"/>
                  </a:lnTo>
                  <a:lnTo>
                    <a:pt x="1003" y="5896"/>
                  </a:lnTo>
                  <a:lnTo>
                    <a:pt x="762" y="6097"/>
                  </a:lnTo>
                  <a:lnTo>
                    <a:pt x="542" y="6257"/>
                  </a:lnTo>
                  <a:lnTo>
                    <a:pt x="341" y="6358"/>
                  </a:lnTo>
                  <a:lnTo>
                    <a:pt x="261" y="6378"/>
                  </a:lnTo>
                  <a:lnTo>
                    <a:pt x="181" y="6398"/>
                  </a:lnTo>
                  <a:lnTo>
                    <a:pt x="120" y="6378"/>
                  </a:lnTo>
                  <a:lnTo>
                    <a:pt x="80" y="6358"/>
                  </a:lnTo>
                  <a:lnTo>
                    <a:pt x="80" y="6358"/>
                  </a:lnTo>
                  <a:lnTo>
                    <a:pt x="40" y="6317"/>
                  </a:lnTo>
                  <a:lnTo>
                    <a:pt x="20" y="6257"/>
                  </a:lnTo>
                  <a:lnTo>
                    <a:pt x="0" y="6197"/>
                  </a:lnTo>
                  <a:lnTo>
                    <a:pt x="0" y="6117"/>
                  </a:lnTo>
                  <a:lnTo>
                    <a:pt x="40" y="5936"/>
                  </a:lnTo>
                  <a:lnTo>
                    <a:pt x="120" y="5696"/>
                  </a:lnTo>
                  <a:lnTo>
                    <a:pt x="221" y="5435"/>
                  </a:lnTo>
                  <a:lnTo>
                    <a:pt x="361" y="5154"/>
                  </a:lnTo>
                  <a:lnTo>
                    <a:pt x="702" y="4513"/>
                  </a:lnTo>
                  <a:lnTo>
                    <a:pt x="1103" y="3871"/>
                  </a:lnTo>
                  <a:lnTo>
                    <a:pt x="1484" y="3229"/>
                  </a:lnTo>
                  <a:lnTo>
                    <a:pt x="2126" y="2246"/>
                  </a:lnTo>
                  <a:lnTo>
                    <a:pt x="2126" y="2246"/>
                  </a:lnTo>
                  <a:lnTo>
                    <a:pt x="2306" y="1885"/>
                  </a:lnTo>
                  <a:lnTo>
                    <a:pt x="2487" y="1565"/>
                  </a:lnTo>
                  <a:lnTo>
                    <a:pt x="2607" y="1244"/>
                  </a:lnTo>
                  <a:lnTo>
                    <a:pt x="2687" y="943"/>
                  </a:lnTo>
                  <a:lnTo>
                    <a:pt x="2748" y="682"/>
                  </a:lnTo>
                  <a:lnTo>
                    <a:pt x="2748" y="441"/>
                  </a:lnTo>
                  <a:lnTo>
                    <a:pt x="2728" y="261"/>
                  </a:lnTo>
                  <a:lnTo>
                    <a:pt x="2708" y="181"/>
                  </a:lnTo>
                  <a:lnTo>
                    <a:pt x="2667" y="121"/>
                  </a:lnTo>
                  <a:lnTo>
                    <a:pt x="2667" y="121"/>
                  </a:lnTo>
                  <a:lnTo>
                    <a:pt x="2607" y="20"/>
                  </a:lnTo>
                  <a:lnTo>
                    <a:pt x="2607" y="20"/>
                  </a:lnTo>
                  <a:lnTo>
                    <a:pt x="2587" y="0"/>
                  </a:lnTo>
                  <a:lnTo>
                    <a:pt x="2587" y="0"/>
                  </a:lnTo>
                  <a:lnTo>
                    <a:pt x="3470" y="702"/>
                  </a:lnTo>
                  <a:lnTo>
                    <a:pt x="3470" y="702"/>
                  </a:lnTo>
                  <a:lnTo>
                    <a:pt x="4372" y="1404"/>
                  </a:lnTo>
                  <a:lnTo>
                    <a:pt x="4372" y="1404"/>
                  </a:lnTo>
                  <a:lnTo>
                    <a:pt x="5154" y="1986"/>
                  </a:lnTo>
                  <a:lnTo>
                    <a:pt x="5154" y="1986"/>
                  </a:lnTo>
                  <a:lnTo>
                    <a:pt x="5535" y="2266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2" name="Google Shape;7762;p37"/>
            <p:cNvSpPr/>
            <p:nvPr/>
          </p:nvSpPr>
          <p:spPr>
            <a:xfrm>
              <a:off x="10387150" y="4012450"/>
              <a:ext cx="534975" cy="405125"/>
            </a:xfrm>
            <a:custGeom>
              <a:avLst/>
              <a:gdLst/>
              <a:ahLst/>
              <a:cxnLst/>
              <a:rect l="l" t="t" r="r" b="b"/>
              <a:pathLst>
                <a:path w="21399" h="16205" extrusionOk="0">
                  <a:moveTo>
                    <a:pt x="1" y="1"/>
                  </a:moveTo>
                  <a:lnTo>
                    <a:pt x="321" y="602"/>
                  </a:lnTo>
                  <a:lnTo>
                    <a:pt x="662" y="1224"/>
                  </a:lnTo>
                  <a:lnTo>
                    <a:pt x="1344" y="2407"/>
                  </a:lnTo>
                  <a:lnTo>
                    <a:pt x="2066" y="3570"/>
                  </a:lnTo>
                  <a:lnTo>
                    <a:pt x="2808" y="4694"/>
                  </a:lnTo>
                  <a:lnTo>
                    <a:pt x="4332" y="6037"/>
                  </a:lnTo>
                  <a:lnTo>
                    <a:pt x="5917" y="7381"/>
                  </a:lnTo>
                  <a:lnTo>
                    <a:pt x="7521" y="8684"/>
                  </a:lnTo>
                  <a:lnTo>
                    <a:pt x="8323" y="9326"/>
                  </a:lnTo>
                  <a:lnTo>
                    <a:pt x="9145" y="9968"/>
                  </a:lnTo>
                  <a:lnTo>
                    <a:pt x="10248" y="10770"/>
                  </a:lnTo>
                  <a:lnTo>
                    <a:pt x="11351" y="11572"/>
                  </a:lnTo>
                  <a:lnTo>
                    <a:pt x="13016" y="12735"/>
                  </a:lnTo>
                  <a:lnTo>
                    <a:pt x="14721" y="13879"/>
                  </a:lnTo>
                  <a:lnTo>
                    <a:pt x="16305" y="14480"/>
                  </a:lnTo>
                  <a:lnTo>
                    <a:pt x="17989" y="15102"/>
                  </a:lnTo>
                  <a:lnTo>
                    <a:pt x="18832" y="15383"/>
                  </a:lnTo>
                  <a:lnTo>
                    <a:pt x="19694" y="15683"/>
                  </a:lnTo>
                  <a:lnTo>
                    <a:pt x="20556" y="15964"/>
                  </a:lnTo>
                  <a:lnTo>
                    <a:pt x="21399" y="16205"/>
                  </a:lnTo>
                  <a:lnTo>
                    <a:pt x="20035" y="15423"/>
                  </a:lnTo>
                  <a:lnTo>
                    <a:pt x="18611" y="14580"/>
                  </a:lnTo>
                  <a:lnTo>
                    <a:pt x="17167" y="13718"/>
                  </a:lnTo>
                  <a:lnTo>
                    <a:pt x="15703" y="12796"/>
                  </a:lnTo>
                  <a:lnTo>
                    <a:pt x="14239" y="11853"/>
                  </a:lnTo>
                  <a:lnTo>
                    <a:pt x="12795" y="10890"/>
                  </a:lnTo>
                  <a:lnTo>
                    <a:pt x="11371" y="9888"/>
                  </a:lnTo>
                  <a:lnTo>
                    <a:pt x="9988" y="8865"/>
                  </a:lnTo>
                  <a:lnTo>
                    <a:pt x="8845" y="7962"/>
                  </a:lnTo>
                  <a:lnTo>
                    <a:pt x="7702" y="7040"/>
                  </a:lnTo>
                  <a:lnTo>
                    <a:pt x="6659" y="6178"/>
                  </a:lnTo>
                  <a:lnTo>
                    <a:pt x="5656" y="5295"/>
                  </a:lnTo>
                  <a:lnTo>
                    <a:pt x="4653" y="4413"/>
                  </a:lnTo>
                  <a:lnTo>
                    <a:pt x="3671" y="3510"/>
                  </a:lnTo>
                  <a:lnTo>
                    <a:pt x="2708" y="2628"/>
                  </a:lnTo>
                  <a:lnTo>
                    <a:pt x="1765" y="174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3" name="Google Shape;7763;p37"/>
            <p:cNvSpPr/>
            <p:nvPr/>
          </p:nvSpPr>
          <p:spPr>
            <a:xfrm>
              <a:off x="10387150" y="4088650"/>
              <a:ext cx="534975" cy="405125"/>
            </a:xfrm>
            <a:custGeom>
              <a:avLst/>
              <a:gdLst/>
              <a:ahLst/>
              <a:cxnLst/>
              <a:rect l="l" t="t" r="r" b="b"/>
              <a:pathLst>
                <a:path w="21399" h="16205" fill="none" extrusionOk="0">
                  <a:moveTo>
                    <a:pt x="21399" y="16205"/>
                  </a:moveTo>
                  <a:lnTo>
                    <a:pt x="21399" y="16205"/>
                  </a:lnTo>
                  <a:lnTo>
                    <a:pt x="20556" y="15964"/>
                  </a:lnTo>
                  <a:lnTo>
                    <a:pt x="19694" y="15683"/>
                  </a:lnTo>
                  <a:lnTo>
                    <a:pt x="18832" y="15383"/>
                  </a:lnTo>
                  <a:lnTo>
                    <a:pt x="17989" y="15102"/>
                  </a:lnTo>
                  <a:lnTo>
                    <a:pt x="16305" y="14480"/>
                  </a:lnTo>
                  <a:lnTo>
                    <a:pt x="14721" y="13879"/>
                  </a:lnTo>
                  <a:lnTo>
                    <a:pt x="14721" y="13879"/>
                  </a:lnTo>
                  <a:lnTo>
                    <a:pt x="13016" y="12735"/>
                  </a:lnTo>
                  <a:lnTo>
                    <a:pt x="11351" y="11572"/>
                  </a:lnTo>
                  <a:lnTo>
                    <a:pt x="11351" y="11572"/>
                  </a:lnTo>
                  <a:lnTo>
                    <a:pt x="10248" y="10770"/>
                  </a:lnTo>
                  <a:lnTo>
                    <a:pt x="9145" y="9968"/>
                  </a:lnTo>
                  <a:lnTo>
                    <a:pt x="9145" y="9968"/>
                  </a:lnTo>
                  <a:lnTo>
                    <a:pt x="8323" y="9326"/>
                  </a:lnTo>
                  <a:lnTo>
                    <a:pt x="7521" y="8684"/>
                  </a:lnTo>
                  <a:lnTo>
                    <a:pt x="5917" y="7381"/>
                  </a:lnTo>
                  <a:lnTo>
                    <a:pt x="4332" y="6037"/>
                  </a:lnTo>
                  <a:lnTo>
                    <a:pt x="2808" y="4694"/>
                  </a:lnTo>
                  <a:lnTo>
                    <a:pt x="2808" y="4694"/>
                  </a:lnTo>
                  <a:lnTo>
                    <a:pt x="2066" y="3570"/>
                  </a:lnTo>
                  <a:lnTo>
                    <a:pt x="1344" y="2407"/>
                  </a:lnTo>
                  <a:lnTo>
                    <a:pt x="662" y="1224"/>
                  </a:lnTo>
                  <a:lnTo>
                    <a:pt x="321" y="602"/>
                  </a:lnTo>
                  <a:lnTo>
                    <a:pt x="1" y="1"/>
                  </a:lnTo>
                  <a:lnTo>
                    <a:pt x="1" y="1"/>
                  </a:lnTo>
                  <a:lnTo>
                    <a:pt x="1765" y="1746"/>
                  </a:lnTo>
                  <a:lnTo>
                    <a:pt x="2708" y="2628"/>
                  </a:lnTo>
                  <a:lnTo>
                    <a:pt x="3671" y="3510"/>
                  </a:lnTo>
                  <a:lnTo>
                    <a:pt x="4653" y="4413"/>
                  </a:lnTo>
                  <a:lnTo>
                    <a:pt x="5656" y="5295"/>
                  </a:lnTo>
                  <a:lnTo>
                    <a:pt x="6659" y="6178"/>
                  </a:lnTo>
                  <a:lnTo>
                    <a:pt x="7702" y="7040"/>
                  </a:lnTo>
                  <a:lnTo>
                    <a:pt x="7702" y="7040"/>
                  </a:lnTo>
                  <a:lnTo>
                    <a:pt x="8845" y="7962"/>
                  </a:lnTo>
                  <a:lnTo>
                    <a:pt x="9988" y="8865"/>
                  </a:lnTo>
                  <a:lnTo>
                    <a:pt x="9988" y="8865"/>
                  </a:lnTo>
                  <a:lnTo>
                    <a:pt x="11371" y="9888"/>
                  </a:lnTo>
                  <a:lnTo>
                    <a:pt x="12795" y="10890"/>
                  </a:lnTo>
                  <a:lnTo>
                    <a:pt x="14239" y="11853"/>
                  </a:lnTo>
                  <a:lnTo>
                    <a:pt x="15703" y="12796"/>
                  </a:lnTo>
                  <a:lnTo>
                    <a:pt x="17167" y="13718"/>
                  </a:lnTo>
                  <a:lnTo>
                    <a:pt x="18611" y="14580"/>
                  </a:lnTo>
                  <a:lnTo>
                    <a:pt x="20035" y="15423"/>
                  </a:lnTo>
                  <a:lnTo>
                    <a:pt x="21399" y="16205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4" name="Google Shape;7764;p37"/>
            <p:cNvSpPr/>
            <p:nvPr/>
          </p:nvSpPr>
          <p:spPr>
            <a:xfrm>
              <a:off x="10334000" y="3869050"/>
              <a:ext cx="815250" cy="634750"/>
            </a:xfrm>
            <a:custGeom>
              <a:avLst/>
              <a:gdLst/>
              <a:ahLst/>
              <a:cxnLst/>
              <a:rect l="l" t="t" r="r" b="b"/>
              <a:pathLst>
                <a:path w="32610" h="25390" extrusionOk="0">
                  <a:moveTo>
                    <a:pt x="402" y="1"/>
                  </a:moveTo>
                  <a:lnTo>
                    <a:pt x="302" y="201"/>
                  </a:lnTo>
                  <a:lnTo>
                    <a:pt x="241" y="402"/>
                  </a:lnTo>
                  <a:lnTo>
                    <a:pt x="121" y="823"/>
                  </a:lnTo>
                  <a:lnTo>
                    <a:pt x="41" y="1264"/>
                  </a:lnTo>
                  <a:lnTo>
                    <a:pt x="1" y="1706"/>
                  </a:lnTo>
                  <a:lnTo>
                    <a:pt x="783" y="2588"/>
                  </a:lnTo>
                  <a:lnTo>
                    <a:pt x="1645" y="3490"/>
                  </a:lnTo>
                  <a:lnTo>
                    <a:pt x="2548" y="4433"/>
                  </a:lnTo>
                  <a:lnTo>
                    <a:pt x="3490" y="5416"/>
                  </a:lnTo>
                  <a:lnTo>
                    <a:pt x="4493" y="6398"/>
                  </a:lnTo>
                  <a:lnTo>
                    <a:pt x="5536" y="7401"/>
                  </a:lnTo>
                  <a:lnTo>
                    <a:pt x="6619" y="8404"/>
                  </a:lnTo>
                  <a:lnTo>
                    <a:pt x="7722" y="9406"/>
                  </a:lnTo>
                  <a:lnTo>
                    <a:pt x="9286" y="10810"/>
                  </a:lnTo>
                  <a:lnTo>
                    <a:pt x="10910" y="12194"/>
                  </a:lnTo>
                  <a:lnTo>
                    <a:pt x="11733" y="12876"/>
                  </a:lnTo>
                  <a:lnTo>
                    <a:pt x="12555" y="13538"/>
                  </a:lnTo>
                  <a:lnTo>
                    <a:pt x="13397" y="14199"/>
                  </a:lnTo>
                  <a:lnTo>
                    <a:pt x="14240" y="14841"/>
                  </a:lnTo>
                  <a:lnTo>
                    <a:pt x="15343" y="15663"/>
                  </a:lnTo>
                  <a:lnTo>
                    <a:pt x="16466" y="16486"/>
                  </a:lnTo>
                  <a:lnTo>
                    <a:pt x="17589" y="17268"/>
                  </a:lnTo>
                  <a:lnTo>
                    <a:pt x="18732" y="18050"/>
                  </a:lnTo>
                  <a:lnTo>
                    <a:pt x="19875" y="18812"/>
                  </a:lnTo>
                  <a:lnTo>
                    <a:pt x="21018" y="19534"/>
                  </a:lnTo>
                  <a:lnTo>
                    <a:pt x="22161" y="20256"/>
                  </a:lnTo>
                  <a:lnTo>
                    <a:pt x="23304" y="20938"/>
                  </a:lnTo>
                  <a:lnTo>
                    <a:pt x="24407" y="21600"/>
                  </a:lnTo>
                  <a:lnTo>
                    <a:pt x="25510" y="22241"/>
                  </a:lnTo>
                  <a:lnTo>
                    <a:pt x="26593" y="22843"/>
                  </a:lnTo>
                  <a:lnTo>
                    <a:pt x="27636" y="23425"/>
                  </a:lnTo>
                  <a:lnTo>
                    <a:pt x="28659" y="23966"/>
                  </a:lnTo>
                  <a:lnTo>
                    <a:pt x="29641" y="24487"/>
                  </a:lnTo>
                  <a:lnTo>
                    <a:pt x="30584" y="24969"/>
                  </a:lnTo>
                  <a:lnTo>
                    <a:pt x="31486" y="25390"/>
                  </a:lnTo>
                  <a:lnTo>
                    <a:pt x="31747" y="25250"/>
                  </a:lnTo>
                  <a:lnTo>
                    <a:pt x="31988" y="25069"/>
                  </a:lnTo>
                  <a:lnTo>
                    <a:pt x="32208" y="24848"/>
                  </a:lnTo>
                  <a:lnTo>
                    <a:pt x="32409" y="24628"/>
                  </a:lnTo>
                  <a:lnTo>
                    <a:pt x="32609" y="24347"/>
                  </a:lnTo>
                  <a:lnTo>
                    <a:pt x="30945" y="23485"/>
                  </a:lnTo>
                  <a:lnTo>
                    <a:pt x="29000" y="22462"/>
                  </a:lnTo>
                  <a:lnTo>
                    <a:pt x="26874" y="21299"/>
                  </a:lnTo>
                  <a:lnTo>
                    <a:pt x="25731" y="20657"/>
                  </a:lnTo>
                  <a:lnTo>
                    <a:pt x="24588" y="19995"/>
                  </a:lnTo>
                  <a:lnTo>
                    <a:pt x="23404" y="19293"/>
                  </a:lnTo>
                  <a:lnTo>
                    <a:pt x="22201" y="18571"/>
                  </a:lnTo>
                  <a:lnTo>
                    <a:pt x="20998" y="17809"/>
                  </a:lnTo>
                  <a:lnTo>
                    <a:pt x="19775" y="17027"/>
                  </a:lnTo>
                  <a:lnTo>
                    <a:pt x="18571" y="16245"/>
                  </a:lnTo>
                  <a:lnTo>
                    <a:pt x="17388" y="15423"/>
                  </a:lnTo>
                  <a:lnTo>
                    <a:pt x="16225" y="14581"/>
                  </a:lnTo>
                  <a:lnTo>
                    <a:pt x="15082" y="13738"/>
                  </a:lnTo>
                  <a:lnTo>
                    <a:pt x="14119" y="12996"/>
                  </a:lnTo>
                  <a:lnTo>
                    <a:pt x="13157" y="12234"/>
                  </a:lnTo>
                  <a:lnTo>
                    <a:pt x="12214" y="11452"/>
                  </a:lnTo>
                  <a:lnTo>
                    <a:pt x="11291" y="10650"/>
                  </a:lnTo>
                  <a:lnTo>
                    <a:pt x="10369" y="9848"/>
                  </a:lnTo>
                  <a:lnTo>
                    <a:pt x="9446" y="9045"/>
                  </a:lnTo>
                  <a:lnTo>
                    <a:pt x="8564" y="8223"/>
                  </a:lnTo>
                  <a:lnTo>
                    <a:pt x="7702" y="7401"/>
                  </a:lnTo>
                  <a:lnTo>
                    <a:pt x="6599" y="6378"/>
                  </a:lnTo>
                  <a:lnTo>
                    <a:pt x="5556" y="5335"/>
                  </a:lnTo>
                  <a:lnTo>
                    <a:pt x="4553" y="4353"/>
                  </a:lnTo>
                  <a:lnTo>
                    <a:pt x="3591" y="3370"/>
                  </a:lnTo>
                  <a:lnTo>
                    <a:pt x="1866" y="1565"/>
                  </a:lnTo>
                  <a:lnTo>
                    <a:pt x="40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5" name="Google Shape;7765;p37"/>
            <p:cNvSpPr/>
            <p:nvPr/>
          </p:nvSpPr>
          <p:spPr>
            <a:xfrm>
              <a:off x="10334000" y="3869050"/>
              <a:ext cx="815250" cy="634750"/>
            </a:xfrm>
            <a:custGeom>
              <a:avLst/>
              <a:gdLst/>
              <a:ahLst/>
              <a:cxnLst/>
              <a:rect l="l" t="t" r="r" b="b"/>
              <a:pathLst>
                <a:path w="32610" h="25390" fill="none" extrusionOk="0">
                  <a:moveTo>
                    <a:pt x="32609" y="24347"/>
                  </a:moveTo>
                  <a:lnTo>
                    <a:pt x="32609" y="24347"/>
                  </a:lnTo>
                  <a:lnTo>
                    <a:pt x="32409" y="24628"/>
                  </a:lnTo>
                  <a:lnTo>
                    <a:pt x="32409" y="24628"/>
                  </a:lnTo>
                  <a:lnTo>
                    <a:pt x="32208" y="24848"/>
                  </a:lnTo>
                  <a:lnTo>
                    <a:pt x="31988" y="25069"/>
                  </a:lnTo>
                  <a:lnTo>
                    <a:pt x="31747" y="25250"/>
                  </a:lnTo>
                  <a:lnTo>
                    <a:pt x="31486" y="25390"/>
                  </a:lnTo>
                  <a:lnTo>
                    <a:pt x="31486" y="25390"/>
                  </a:lnTo>
                  <a:lnTo>
                    <a:pt x="30584" y="24969"/>
                  </a:lnTo>
                  <a:lnTo>
                    <a:pt x="29641" y="24487"/>
                  </a:lnTo>
                  <a:lnTo>
                    <a:pt x="28659" y="23966"/>
                  </a:lnTo>
                  <a:lnTo>
                    <a:pt x="27636" y="23425"/>
                  </a:lnTo>
                  <a:lnTo>
                    <a:pt x="26593" y="22843"/>
                  </a:lnTo>
                  <a:lnTo>
                    <a:pt x="25510" y="22241"/>
                  </a:lnTo>
                  <a:lnTo>
                    <a:pt x="24407" y="21600"/>
                  </a:lnTo>
                  <a:lnTo>
                    <a:pt x="23304" y="20938"/>
                  </a:lnTo>
                  <a:lnTo>
                    <a:pt x="22161" y="20256"/>
                  </a:lnTo>
                  <a:lnTo>
                    <a:pt x="21018" y="19534"/>
                  </a:lnTo>
                  <a:lnTo>
                    <a:pt x="19875" y="18812"/>
                  </a:lnTo>
                  <a:lnTo>
                    <a:pt x="18732" y="18050"/>
                  </a:lnTo>
                  <a:lnTo>
                    <a:pt x="17589" y="17268"/>
                  </a:lnTo>
                  <a:lnTo>
                    <a:pt x="16466" y="16486"/>
                  </a:lnTo>
                  <a:lnTo>
                    <a:pt x="15343" y="15663"/>
                  </a:lnTo>
                  <a:lnTo>
                    <a:pt x="14240" y="14841"/>
                  </a:lnTo>
                  <a:lnTo>
                    <a:pt x="14240" y="14841"/>
                  </a:lnTo>
                  <a:lnTo>
                    <a:pt x="13397" y="14199"/>
                  </a:lnTo>
                  <a:lnTo>
                    <a:pt x="12555" y="13538"/>
                  </a:lnTo>
                  <a:lnTo>
                    <a:pt x="11733" y="12876"/>
                  </a:lnTo>
                  <a:lnTo>
                    <a:pt x="10910" y="12194"/>
                  </a:lnTo>
                  <a:lnTo>
                    <a:pt x="9286" y="10810"/>
                  </a:lnTo>
                  <a:lnTo>
                    <a:pt x="7722" y="9406"/>
                  </a:lnTo>
                  <a:lnTo>
                    <a:pt x="7722" y="9406"/>
                  </a:lnTo>
                  <a:lnTo>
                    <a:pt x="6619" y="8404"/>
                  </a:lnTo>
                  <a:lnTo>
                    <a:pt x="5536" y="7401"/>
                  </a:lnTo>
                  <a:lnTo>
                    <a:pt x="4493" y="6398"/>
                  </a:lnTo>
                  <a:lnTo>
                    <a:pt x="3490" y="5416"/>
                  </a:lnTo>
                  <a:lnTo>
                    <a:pt x="2548" y="4433"/>
                  </a:lnTo>
                  <a:lnTo>
                    <a:pt x="1645" y="3490"/>
                  </a:lnTo>
                  <a:lnTo>
                    <a:pt x="783" y="2588"/>
                  </a:lnTo>
                  <a:lnTo>
                    <a:pt x="1" y="1706"/>
                  </a:lnTo>
                  <a:lnTo>
                    <a:pt x="1" y="1706"/>
                  </a:lnTo>
                  <a:lnTo>
                    <a:pt x="41" y="1264"/>
                  </a:lnTo>
                  <a:lnTo>
                    <a:pt x="121" y="823"/>
                  </a:lnTo>
                  <a:lnTo>
                    <a:pt x="241" y="402"/>
                  </a:lnTo>
                  <a:lnTo>
                    <a:pt x="302" y="201"/>
                  </a:lnTo>
                  <a:lnTo>
                    <a:pt x="402" y="1"/>
                  </a:lnTo>
                  <a:lnTo>
                    <a:pt x="402" y="1"/>
                  </a:lnTo>
                  <a:lnTo>
                    <a:pt x="1866" y="1565"/>
                  </a:lnTo>
                  <a:lnTo>
                    <a:pt x="3591" y="3370"/>
                  </a:lnTo>
                  <a:lnTo>
                    <a:pt x="4553" y="4353"/>
                  </a:lnTo>
                  <a:lnTo>
                    <a:pt x="5556" y="5335"/>
                  </a:lnTo>
                  <a:lnTo>
                    <a:pt x="6599" y="6378"/>
                  </a:lnTo>
                  <a:lnTo>
                    <a:pt x="7702" y="7401"/>
                  </a:lnTo>
                  <a:lnTo>
                    <a:pt x="7702" y="7401"/>
                  </a:lnTo>
                  <a:lnTo>
                    <a:pt x="8564" y="8223"/>
                  </a:lnTo>
                  <a:lnTo>
                    <a:pt x="9446" y="9045"/>
                  </a:lnTo>
                  <a:lnTo>
                    <a:pt x="10369" y="9848"/>
                  </a:lnTo>
                  <a:lnTo>
                    <a:pt x="11291" y="10650"/>
                  </a:lnTo>
                  <a:lnTo>
                    <a:pt x="12214" y="11452"/>
                  </a:lnTo>
                  <a:lnTo>
                    <a:pt x="13157" y="12234"/>
                  </a:lnTo>
                  <a:lnTo>
                    <a:pt x="14119" y="12996"/>
                  </a:lnTo>
                  <a:lnTo>
                    <a:pt x="15082" y="13738"/>
                  </a:lnTo>
                  <a:lnTo>
                    <a:pt x="15082" y="13738"/>
                  </a:lnTo>
                  <a:lnTo>
                    <a:pt x="16225" y="14581"/>
                  </a:lnTo>
                  <a:lnTo>
                    <a:pt x="17388" y="15423"/>
                  </a:lnTo>
                  <a:lnTo>
                    <a:pt x="18571" y="16245"/>
                  </a:lnTo>
                  <a:lnTo>
                    <a:pt x="19775" y="17027"/>
                  </a:lnTo>
                  <a:lnTo>
                    <a:pt x="20998" y="17809"/>
                  </a:lnTo>
                  <a:lnTo>
                    <a:pt x="22201" y="18571"/>
                  </a:lnTo>
                  <a:lnTo>
                    <a:pt x="23404" y="19293"/>
                  </a:lnTo>
                  <a:lnTo>
                    <a:pt x="24588" y="19995"/>
                  </a:lnTo>
                  <a:lnTo>
                    <a:pt x="25731" y="20657"/>
                  </a:lnTo>
                  <a:lnTo>
                    <a:pt x="26874" y="21299"/>
                  </a:lnTo>
                  <a:lnTo>
                    <a:pt x="29000" y="22462"/>
                  </a:lnTo>
                  <a:lnTo>
                    <a:pt x="30945" y="23485"/>
                  </a:lnTo>
                  <a:lnTo>
                    <a:pt x="32609" y="24347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6" name="Google Shape;7766;p37"/>
            <p:cNvSpPr/>
            <p:nvPr/>
          </p:nvSpPr>
          <p:spPr>
            <a:xfrm>
              <a:off x="10352050" y="3796875"/>
              <a:ext cx="831300" cy="667825"/>
            </a:xfrm>
            <a:custGeom>
              <a:avLst/>
              <a:gdLst/>
              <a:ahLst/>
              <a:cxnLst/>
              <a:rect l="l" t="t" r="r" b="b"/>
              <a:pathLst>
                <a:path w="33252" h="26713" extrusionOk="0">
                  <a:moveTo>
                    <a:pt x="5275" y="0"/>
                  </a:moveTo>
                  <a:lnTo>
                    <a:pt x="4894" y="20"/>
                  </a:lnTo>
                  <a:lnTo>
                    <a:pt x="4493" y="40"/>
                  </a:lnTo>
                  <a:lnTo>
                    <a:pt x="4112" y="80"/>
                  </a:lnTo>
                  <a:lnTo>
                    <a:pt x="3751" y="140"/>
                  </a:lnTo>
                  <a:lnTo>
                    <a:pt x="3390" y="221"/>
                  </a:lnTo>
                  <a:lnTo>
                    <a:pt x="3029" y="321"/>
                  </a:lnTo>
                  <a:lnTo>
                    <a:pt x="2668" y="421"/>
                  </a:lnTo>
                  <a:lnTo>
                    <a:pt x="2327" y="541"/>
                  </a:lnTo>
                  <a:lnTo>
                    <a:pt x="2006" y="682"/>
                  </a:lnTo>
                  <a:lnTo>
                    <a:pt x="1685" y="862"/>
                  </a:lnTo>
                  <a:lnTo>
                    <a:pt x="1385" y="1043"/>
                  </a:lnTo>
                  <a:lnTo>
                    <a:pt x="1084" y="1243"/>
                  </a:lnTo>
                  <a:lnTo>
                    <a:pt x="803" y="1464"/>
                  </a:lnTo>
                  <a:lnTo>
                    <a:pt x="542" y="1705"/>
                  </a:lnTo>
                  <a:lnTo>
                    <a:pt x="282" y="1985"/>
                  </a:lnTo>
                  <a:lnTo>
                    <a:pt x="41" y="2266"/>
                  </a:lnTo>
                  <a:lnTo>
                    <a:pt x="1" y="2346"/>
                  </a:lnTo>
                  <a:lnTo>
                    <a:pt x="723" y="3149"/>
                  </a:lnTo>
                  <a:lnTo>
                    <a:pt x="1485" y="3991"/>
                  </a:lnTo>
                  <a:lnTo>
                    <a:pt x="2307" y="4853"/>
                  </a:lnTo>
                  <a:lnTo>
                    <a:pt x="3189" y="5756"/>
                  </a:lnTo>
                  <a:lnTo>
                    <a:pt x="4092" y="6678"/>
                  </a:lnTo>
                  <a:lnTo>
                    <a:pt x="5034" y="7621"/>
                  </a:lnTo>
                  <a:lnTo>
                    <a:pt x="6037" y="8583"/>
                  </a:lnTo>
                  <a:lnTo>
                    <a:pt x="7060" y="9546"/>
                  </a:lnTo>
                  <a:lnTo>
                    <a:pt x="7962" y="10388"/>
                  </a:lnTo>
                  <a:lnTo>
                    <a:pt x="8885" y="11211"/>
                  </a:lnTo>
                  <a:lnTo>
                    <a:pt x="9848" y="12053"/>
                  </a:lnTo>
                  <a:lnTo>
                    <a:pt x="10810" y="12875"/>
                  </a:lnTo>
                  <a:lnTo>
                    <a:pt x="11773" y="13697"/>
                  </a:lnTo>
                  <a:lnTo>
                    <a:pt x="12775" y="14499"/>
                  </a:lnTo>
                  <a:lnTo>
                    <a:pt x="13778" y="15302"/>
                  </a:lnTo>
                  <a:lnTo>
                    <a:pt x="14781" y="16064"/>
                  </a:lnTo>
                  <a:lnTo>
                    <a:pt x="15904" y="16906"/>
                  </a:lnTo>
                  <a:lnTo>
                    <a:pt x="17027" y="17728"/>
                  </a:lnTo>
                  <a:lnTo>
                    <a:pt x="18190" y="18530"/>
                  </a:lnTo>
                  <a:lnTo>
                    <a:pt x="19333" y="19313"/>
                  </a:lnTo>
                  <a:lnTo>
                    <a:pt x="20496" y="20095"/>
                  </a:lnTo>
                  <a:lnTo>
                    <a:pt x="21660" y="20837"/>
                  </a:lnTo>
                  <a:lnTo>
                    <a:pt x="22823" y="21559"/>
                  </a:lnTo>
                  <a:lnTo>
                    <a:pt x="23966" y="22241"/>
                  </a:lnTo>
                  <a:lnTo>
                    <a:pt x="25089" y="22922"/>
                  </a:lnTo>
                  <a:lnTo>
                    <a:pt x="26212" y="23564"/>
                  </a:lnTo>
                  <a:lnTo>
                    <a:pt x="27295" y="24166"/>
                  </a:lnTo>
                  <a:lnTo>
                    <a:pt x="28358" y="24747"/>
                  </a:lnTo>
                  <a:lnTo>
                    <a:pt x="29381" y="25309"/>
                  </a:lnTo>
                  <a:lnTo>
                    <a:pt x="30383" y="25810"/>
                  </a:lnTo>
                  <a:lnTo>
                    <a:pt x="31326" y="26292"/>
                  </a:lnTo>
                  <a:lnTo>
                    <a:pt x="32228" y="26713"/>
                  </a:lnTo>
                  <a:lnTo>
                    <a:pt x="32409" y="26432"/>
                  </a:lnTo>
                  <a:lnTo>
                    <a:pt x="32569" y="26131"/>
                  </a:lnTo>
                  <a:lnTo>
                    <a:pt x="32710" y="25810"/>
                  </a:lnTo>
                  <a:lnTo>
                    <a:pt x="32830" y="25509"/>
                  </a:lnTo>
                  <a:lnTo>
                    <a:pt x="32950" y="25189"/>
                  </a:lnTo>
                  <a:lnTo>
                    <a:pt x="33051" y="24848"/>
                  </a:lnTo>
                  <a:lnTo>
                    <a:pt x="33131" y="24527"/>
                  </a:lnTo>
                  <a:lnTo>
                    <a:pt x="33191" y="24166"/>
                  </a:lnTo>
                  <a:lnTo>
                    <a:pt x="33231" y="23825"/>
                  </a:lnTo>
                  <a:lnTo>
                    <a:pt x="33251" y="23444"/>
                  </a:lnTo>
                  <a:lnTo>
                    <a:pt x="33251" y="23063"/>
                  </a:lnTo>
                  <a:lnTo>
                    <a:pt x="33231" y="22682"/>
                  </a:lnTo>
                  <a:lnTo>
                    <a:pt x="33191" y="22281"/>
                  </a:lnTo>
                  <a:lnTo>
                    <a:pt x="33151" y="21859"/>
                  </a:lnTo>
                  <a:lnTo>
                    <a:pt x="33071" y="21418"/>
                  </a:lnTo>
                  <a:lnTo>
                    <a:pt x="32970" y="20977"/>
                  </a:lnTo>
                  <a:lnTo>
                    <a:pt x="31326" y="20095"/>
                  </a:lnTo>
                  <a:lnTo>
                    <a:pt x="29561" y="19112"/>
                  </a:lnTo>
                  <a:lnTo>
                    <a:pt x="27696" y="18049"/>
                  </a:lnTo>
                  <a:lnTo>
                    <a:pt x="25771" y="16906"/>
                  </a:lnTo>
                  <a:lnTo>
                    <a:pt x="23826" y="15683"/>
                  </a:lnTo>
                  <a:lnTo>
                    <a:pt x="22843" y="15061"/>
                  </a:lnTo>
                  <a:lnTo>
                    <a:pt x="21860" y="14419"/>
                  </a:lnTo>
                  <a:lnTo>
                    <a:pt x="20898" y="13757"/>
                  </a:lnTo>
                  <a:lnTo>
                    <a:pt x="19935" y="13096"/>
                  </a:lnTo>
                  <a:lnTo>
                    <a:pt x="18992" y="12414"/>
                  </a:lnTo>
                  <a:lnTo>
                    <a:pt x="18070" y="11732"/>
                  </a:lnTo>
                  <a:lnTo>
                    <a:pt x="17027" y="10930"/>
                  </a:lnTo>
                  <a:lnTo>
                    <a:pt x="15984" y="10087"/>
                  </a:lnTo>
                  <a:lnTo>
                    <a:pt x="14961" y="9225"/>
                  </a:lnTo>
                  <a:lnTo>
                    <a:pt x="13959" y="8363"/>
                  </a:lnTo>
                  <a:lnTo>
                    <a:pt x="12956" y="7480"/>
                  </a:lnTo>
                  <a:lnTo>
                    <a:pt x="11973" y="6598"/>
                  </a:lnTo>
                  <a:lnTo>
                    <a:pt x="11011" y="5716"/>
                  </a:lnTo>
                  <a:lnTo>
                    <a:pt x="10088" y="4833"/>
                  </a:lnTo>
                  <a:lnTo>
                    <a:pt x="8765" y="3550"/>
                  </a:lnTo>
                  <a:lnTo>
                    <a:pt x="7521" y="2306"/>
                  </a:lnTo>
                  <a:lnTo>
                    <a:pt x="6358" y="1123"/>
                  </a:lnTo>
                  <a:lnTo>
                    <a:pt x="527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7" name="Google Shape;7767;p37"/>
            <p:cNvSpPr/>
            <p:nvPr/>
          </p:nvSpPr>
          <p:spPr>
            <a:xfrm>
              <a:off x="10352050" y="3796875"/>
              <a:ext cx="831300" cy="667825"/>
            </a:xfrm>
            <a:custGeom>
              <a:avLst/>
              <a:gdLst/>
              <a:ahLst/>
              <a:cxnLst/>
              <a:rect l="l" t="t" r="r" b="b"/>
              <a:pathLst>
                <a:path w="33252" h="26713" fill="none" extrusionOk="0">
                  <a:moveTo>
                    <a:pt x="32228" y="26713"/>
                  </a:moveTo>
                  <a:lnTo>
                    <a:pt x="32228" y="26713"/>
                  </a:lnTo>
                  <a:lnTo>
                    <a:pt x="31326" y="26292"/>
                  </a:lnTo>
                  <a:lnTo>
                    <a:pt x="30383" y="25810"/>
                  </a:lnTo>
                  <a:lnTo>
                    <a:pt x="29381" y="25309"/>
                  </a:lnTo>
                  <a:lnTo>
                    <a:pt x="28358" y="24747"/>
                  </a:lnTo>
                  <a:lnTo>
                    <a:pt x="27295" y="24166"/>
                  </a:lnTo>
                  <a:lnTo>
                    <a:pt x="26212" y="23564"/>
                  </a:lnTo>
                  <a:lnTo>
                    <a:pt x="25089" y="22922"/>
                  </a:lnTo>
                  <a:lnTo>
                    <a:pt x="23966" y="22241"/>
                  </a:lnTo>
                  <a:lnTo>
                    <a:pt x="22823" y="21559"/>
                  </a:lnTo>
                  <a:lnTo>
                    <a:pt x="21660" y="20837"/>
                  </a:lnTo>
                  <a:lnTo>
                    <a:pt x="20496" y="20095"/>
                  </a:lnTo>
                  <a:lnTo>
                    <a:pt x="19333" y="19313"/>
                  </a:lnTo>
                  <a:lnTo>
                    <a:pt x="18190" y="18530"/>
                  </a:lnTo>
                  <a:lnTo>
                    <a:pt x="17027" y="17728"/>
                  </a:lnTo>
                  <a:lnTo>
                    <a:pt x="15904" y="16906"/>
                  </a:lnTo>
                  <a:lnTo>
                    <a:pt x="14781" y="16064"/>
                  </a:lnTo>
                  <a:lnTo>
                    <a:pt x="14781" y="16064"/>
                  </a:lnTo>
                  <a:lnTo>
                    <a:pt x="13778" y="15302"/>
                  </a:lnTo>
                  <a:lnTo>
                    <a:pt x="12775" y="14499"/>
                  </a:lnTo>
                  <a:lnTo>
                    <a:pt x="11773" y="13697"/>
                  </a:lnTo>
                  <a:lnTo>
                    <a:pt x="10810" y="12875"/>
                  </a:lnTo>
                  <a:lnTo>
                    <a:pt x="9848" y="12053"/>
                  </a:lnTo>
                  <a:lnTo>
                    <a:pt x="8885" y="11211"/>
                  </a:lnTo>
                  <a:lnTo>
                    <a:pt x="7962" y="10388"/>
                  </a:lnTo>
                  <a:lnTo>
                    <a:pt x="7060" y="9546"/>
                  </a:lnTo>
                  <a:lnTo>
                    <a:pt x="7060" y="9546"/>
                  </a:lnTo>
                  <a:lnTo>
                    <a:pt x="6037" y="8583"/>
                  </a:lnTo>
                  <a:lnTo>
                    <a:pt x="5034" y="7621"/>
                  </a:lnTo>
                  <a:lnTo>
                    <a:pt x="4092" y="6678"/>
                  </a:lnTo>
                  <a:lnTo>
                    <a:pt x="3189" y="5756"/>
                  </a:lnTo>
                  <a:lnTo>
                    <a:pt x="2307" y="4853"/>
                  </a:lnTo>
                  <a:lnTo>
                    <a:pt x="1485" y="3991"/>
                  </a:lnTo>
                  <a:lnTo>
                    <a:pt x="723" y="3149"/>
                  </a:lnTo>
                  <a:lnTo>
                    <a:pt x="1" y="2346"/>
                  </a:lnTo>
                  <a:lnTo>
                    <a:pt x="1" y="2346"/>
                  </a:lnTo>
                  <a:lnTo>
                    <a:pt x="41" y="2266"/>
                  </a:lnTo>
                  <a:lnTo>
                    <a:pt x="41" y="2266"/>
                  </a:lnTo>
                  <a:lnTo>
                    <a:pt x="282" y="1985"/>
                  </a:lnTo>
                  <a:lnTo>
                    <a:pt x="542" y="1705"/>
                  </a:lnTo>
                  <a:lnTo>
                    <a:pt x="803" y="1464"/>
                  </a:lnTo>
                  <a:lnTo>
                    <a:pt x="1084" y="1243"/>
                  </a:lnTo>
                  <a:lnTo>
                    <a:pt x="1385" y="1043"/>
                  </a:lnTo>
                  <a:lnTo>
                    <a:pt x="1685" y="862"/>
                  </a:lnTo>
                  <a:lnTo>
                    <a:pt x="2006" y="682"/>
                  </a:lnTo>
                  <a:lnTo>
                    <a:pt x="2327" y="541"/>
                  </a:lnTo>
                  <a:lnTo>
                    <a:pt x="2668" y="421"/>
                  </a:lnTo>
                  <a:lnTo>
                    <a:pt x="3029" y="321"/>
                  </a:lnTo>
                  <a:lnTo>
                    <a:pt x="3390" y="221"/>
                  </a:lnTo>
                  <a:lnTo>
                    <a:pt x="3751" y="140"/>
                  </a:lnTo>
                  <a:lnTo>
                    <a:pt x="4112" y="80"/>
                  </a:lnTo>
                  <a:lnTo>
                    <a:pt x="4493" y="40"/>
                  </a:lnTo>
                  <a:lnTo>
                    <a:pt x="4894" y="20"/>
                  </a:lnTo>
                  <a:lnTo>
                    <a:pt x="5275" y="0"/>
                  </a:lnTo>
                  <a:lnTo>
                    <a:pt x="5275" y="0"/>
                  </a:lnTo>
                  <a:lnTo>
                    <a:pt x="6358" y="1123"/>
                  </a:lnTo>
                  <a:lnTo>
                    <a:pt x="7521" y="2306"/>
                  </a:lnTo>
                  <a:lnTo>
                    <a:pt x="8765" y="3550"/>
                  </a:lnTo>
                  <a:lnTo>
                    <a:pt x="10088" y="4833"/>
                  </a:lnTo>
                  <a:lnTo>
                    <a:pt x="10088" y="4833"/>
                  </a:lnTo>
                  <a:lnTo>
                    <a:pt x="11011" y="5716"/>
                  </a:lnTo>
                  <a:lnTo>
                    <a:pt x="11973" y="6598"/>
                  </a:lnTo>
                  <a:lnTo>
                    <a:pt x="12956" y="7480"/>
                  </a:lnTo>
                  <a:lnTo>
                    <a:pt x="13959" y="8363"/>
                  </a:lnTo>
                  <a:lnTo>
                    <a:pt x="14961" y="9225"/>
                  </a:lnTo>
                  <a:lnTo>
                    <a:pt x="15984" y="10087"/>
                  </a:lnTo>
                  <a:lnTo>
                    <a:pt x="17027" y="10930"/>
                  </a:lnTo>
                  <a:lnTo>
                    <a:pt x="18070" y="11732"/>
                  </a:lnTo>
                  <a:lnTo>
                    <a:pt x="18070" y="11732"/>
                  </a:lnTo>
                  <a:lnTo>
                    <a:pt x="18992" y="12414"/>
                  </a:lnTo>
                  <a:lnTo>
                    <a:pt x="19935" y="13096"/>
                  </a:lnTo>
                  <a:lnTo>
                    <a:pt x="20898" y="13757"/>
                  </a:lnTo>
                  <a:lnTo>
                    <a:pt x="21860" y="14419"/>
                  </a:lnTo>
                  <a:lnTo>
                    <a:pt x="22843" y="15061"/>
                  </a:lnTo>
                  <a:lnTo>
                    <a:pt x="23826" y="15683"/>
                  </a:lnTo>
                  <a:lnTo>
                    <a:pt x="25771" y="16906"/>
                  </a:lnTo>
                  <a:lnTo>
                    <a:pt x="27696" y="18049"/>
                  </a:lnTo>
                  <a:lnTo>
                    <a:pt x="29561" y="19112"/>
                  </a:lnTo>
                  <a:lnTo>
                    <a:pt x="31326" y="20095"/>
                  </a:lnTo>
                  <a:lnTo>
                    <a:pt x="32970" y="20977"/>
                  </a:lnTo>
                  <a:lnTo>
                    <a:pt x="32970" y="20977"/>
                  </a:lnTo>
                  <a:lnTo>
                    <a:pt x="33071" y="21418"/>
                  </a:lnTo>
                  <a:lnTo>
                    <a:pt x="33151" y="21859"/>
                  </a:lnTo>
                  <a:lnTo>
                    <a:pt x="33191" y="22281"/>
                  </a:lnTo>
                  <a:lnTo>
                    <a:pt x="33231" y="22682"/>
                  </a:lnTo>
                  <a:lnTo>
                    <a:pt x="33251" y="23063"/>
                  </a:lnTo>
                  <a:lnTo>
                    <a:pt x="33251" y="23444"/>
                  </a:lnTo>
                  <a:lnTo>
                    <a:pt x="33231" y="23825"/>
                  </a:lnTo>
                  <a:lnTo>
                    <a:pt x="33191" y="24166"/>
                  </a:lnTo>
                  <a:lnTo>
                    <a:pt x="33131" y="24527"/>
                  </a:lnTo>
                  <a:lnTo>
                    <a:pt x="33051" y="24848"/>
                  </a:lnTo>
                  <a:lnTo>
                    <a:pt x="32950" y="25189"/>
                  </a:lnTo>
                  <a:lnTo>
                    <a:pt x="32830" y="25509"/>
                  </a:lnTo>
                  <a:lnTo>
                    <a:pt x="32710" y="25810"/>
                  </a:lnTo>
                  <a:lnTo>
                    <a:pt x="32569" y="26131"/>
                  </a:lnTo>
                  <a:lnTo>
                    <a:pt x="32409" y="26432"/>
                  </a:lnTo>
                  <a:lnTo>
                    <a:pt x="32228" y="2671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8" name="Google Shape;7768;p37"/>
            <p:cNvSpPr/>
            <p:nvPr/>
          </p:nvSpPr>
          <p:spPr>
            <a:xfrm>
              <a:off x="10458850" y="4207975"/>
              <a:ext cx="290800" cy="225150"/>
            </a:xfrm>
            <a:custGeom>
              <a:avLst/>
              <a:gdLst/>
              <a:ahLst/>
              <a:cxnLst/>
              <a:rect l="l" t="t" r="r" b="b"/>
              <a:pathLst>
                <a:path w="11632" h="9006" extrusionOk="0">
                  <a:moveTo>
                    <a:pt x="0" y="1"/>
                  </a:moveTo>
                  <a:lnTo>
                    <a:pt x="562" y="863"/>
                  </a:lnTo>
                  <a:lnTo>
                    <a:pt x="1123" y="1665"/>
                  </a:lnTo>
                  <a:lnTo>
                    <a:pt x="2166" y="3069"/>
                  </a:lnTo>
                  <a:lnTo>
                    <a:pt x="3009" y="4192"/>
                  </a:lnTo>
                  <a:lnTo>
                    <a:pt x="3610" y="4974"/>
                  </a:lnTo>
                  <a:lnTo>
                    <a:pt x="3630" y="4994"/>
                  </a:lnTo>
                  <a:lnTo>
                    <a:pt x="4493" y="5676"/>
                  </a:lnTo>
                  <a:lnTo>
                    <a:pt x="5395" y="6378"/>
                  </a:lnTo>
                  <a:lnTo>
                    <a:pt x="6177" y="6960"/>
                  </a:lnTo>
                  <a:lnTo>
                    <a:pt x="6558" y="7240"/>
                  </a:lnTo>
                  <a:lnTo>
                    <a:pt x="6899" y="7321"/>
                  </a:lnTo>
                  <a:lnTo>
                    <a:pt x="7300" y="7421"/>
                  </a:lnTo>
                  <a:lnTo>
                    <a:pt x="7761" y="7561"/>
                  </a:lnTo>
                  <a:lnTo>
                    <a:pt x="8263" y="7742"/>
                  </a:lnTo>
                  <a:lnTo>
                    <a:pt x="9366" y="8143"/>
                  </a:lnTo>
                  <a:lnTo>
                    <a:pt x="10629" y="8624"/>
                  </a:lnTo>
                  <a:lnTo>
                    <a:pt x="11632" y="9005"/>
                  </a:lnTo>
                  <a:lnTo>
                    <a:pt x="10288" y="8123"/>
                  </a:lnTo>
                  <a:lnTo>
                    <a:pt x="8945" y="7220"/>
                  </a:lnTo>
                  <a:lnTo>
                    <a:pt x="7561" y="6258"/>
                  </a:lnTo>
                  <a:lnTo>
                    <a:pt x="6217" y="5255"/>
                  </a:lnTo>
                  <a:lnTo>
                    <a:pt x="5415" y="4653"/>
                  </a:lnTo>
                  <a:lnTo>
                    <a:pt x="4633" y="4012"/>
                  </a:lnTo>
                  <a:lnTo>
                    <a:pt x="3831" y="3370"/>
                  </a:lnTo>
                  <a:lnTo>
                    <a:pt x="3049" y="2708"/>
                  </a:lnTo>
                  <a:lnTo>
                    <a:pt x="1504" y="136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9" name="Google Shape;7769;p37"/>
            <p:cNvSpPr/>
            <p:nvPr/>
          </p:nvSpPr>
          <p:spPr>
            <a:xfrm>
              <a:off x="10458850" y="4207975"/>
              <a:ext cx="290800" cy="225150"/>
            </a:xfrm>
            <a:custGeom>
              <a:avLst/>
              <a:gdLst/>
              <a:ahLst/>
              <a:cxnLst/>
              <a:rect l="l" t="t" r="r" b="b"/>
              <a:pathLst>
                <a:path w="11632" h="9006" fill="none" extrusionOk="0">
                  <a:moveTo>
                    <a:pt x="11632" y="9005"/>
                  </a:moveTo>
                  <a:lnTo>
                    <a:pt x="11632" y="9005"/>
                  </a:lnTo>
                  <a:lnTo>
                    <a:pt x="10629" y="8624"/>
                  </a:lnTo>
                  <a:lnTo>
                    <a:pt x="10629" y="8624"/>
                  </a:lnTo>
                  <a:lnTo>
                    <a:pt x="9366" y="8143"/>
                  </a:lnTo>
                  <a:lnTo>
                    <a:pt x="8263" y="7742"/>
                  </a:lnTo>
                  <a:lnTo>
                    <a:pt x="7761" y="7561"/>
                  </a:lnTo>
                  <a:lnTo>
                    <a:pt x="7300" y="7421"/>
                  </a:lnTo>
                  <a:lnTo>
                    <a:pt x="6899" y="7321"/>
                  </a:lnTo>
                  <a:lnTo>
                    <a:pt x="6558" y="7240"/>
                  </a:lnTo>
                  <a:lnTo>
                    <a:pt x="6558" y="7240"/>
                  </a:lnTo>
                  <a:lnTo>
                    <a:pt x="6558" y="7240"/>
                  </a:lnTo>
                  <a:lnTo>
                    <a:pt x="6558" y="7240"/>
                  </a:lnTo>
                  <a:lnTo>
                    <a:pt x="6177" y="6960"/>
                  </a:lnTo>
                  <a:lnTo>
                    <a:pt x="6177" y="6960"/>
                  </a:lnTo>
                  <a:lnTo>
                    <a:pt x="5395" y="6378"/>
                  </a:lnTo>
                  <a:lnTo>
                    <a:pt x="5395" y="6378"/>
                  </a:lnTo>
                  <a:lnTo>
                    <a:pt x="4493" y="5676"/>
                  </a:lnTo>
                  <a:lnTo>
                    <a:pt x="4493" y="5676"/>
                  </a:lnTo>
                  <a:lnTo>
                    <a:pt x="3630" y="4994"/>
                  </a:lnTo>
                  <a:lnTo>
                    <a:pt x="3630" y="4994"/>
                  </a:lnTo>
                  <a:lnTo>
                    <a:pt x="3610" y="4974"/>
                  </a:lnTo>
                  <a:lnTo>
                    <a:pt x="3610" y="4974"/>
                  </a:lnTo>
                  <a:lnTo>
                    <a:pt x="3009" y="4192"/>
                  </a:lnTo>
                  <a:lnTo>
                    <a:pt x="2166" y="3069"/>
                  </a:lnTo>
                  <a:lnTo>
                    <a:pt x="1123" y="1665"/>
                  </a:lnTo>
                  <a:lnTo>
                    <a:pt x="562" y="863"/>
                  </a:lnTo>
                  <a:lnTo>
                    <a:pt x="0" y="1"/>
                  </a:lnTo>
                  <a:lnTo>
                    <a:pt x="0" y="1"/>
                  </a:lnTo>
                  <a:lnTo>
                    <a:pt x="1504" y="1364"/>
                  </a:lnTo>
                  <a:lnTo>
                    <a:pt x="3049" y="2708"/>
                  </a:lnTo>
                  <a:lnTo>
                    <a:pt x="3831" y="3370"/>
                  </a:lnTo>
                  <a:lnTo>
                    <a:pt x="4633" y="4012"/>
                  </a:lnTo>
                  <a:lnTo>
                    <a:pt x="5415" y="4653"/>
                  </a:lnTo>
                  <a:lnTo>
                    <a:pt x="6217" y="5255"/>
                  </a:lnTo>
                  <a:lnTo>
                    <a:pt x="6217" y="5255"/>
                  </a:lnTo>
                  <a:lnTo>
                    <a:pt x="7561" y="6258"/>
                  </a:lnTo>
                  <a:lnTo>
                    <a:pt x="8945" y="7220"/>
                  </a:lnTo>
                  <a:lnTo>
                    <a:pt x="8945" y="7220"/>
                  </a:lnTo>
                  <a:lnTo>
                    <a:pt x="10288" y="8123"/>
                  </a:lnTo>
                  <a:lnTo>
                    <a:pt x="11632" y="9005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0" name="Google Shape;7770;p37"/>
            <p:cNvSpPr/>
            <p:nvPr/>
          </p:nvSpPr>
          <p:spPr>
            <a:xfrm>
              <a:off x="10333500" y="3796875"/>
              <a:ext cx="580100" cy="467775"/>
            </a:xfrm>
            <a:custGeom>
              <a:avLst/>
              <a:gdLst/>
              <a:ahLst/>
              <a:cxnLst/>
              <a:rect l="l" t="t" r="r" b="b"/>
              <a:pathLst>
                <a:path w="23204" h="18711" extrusionOk="0">
                  <a:moveTo>
                    <a:pt x="21720" y="2487"/>
                  </a:moveTo>
                  <a:lnTo>
                    <a:pt x="21359" y="2527"/>
                  </a:lnTo>
                  <a:lnTo>
                    <a:pt x="20958" y="2567"/>
                  </a:lnTo>
                  <a:lnTo>
                    <a:pt x="20557" y="2587"/>
                  </a:lnTo>
                  <a:lnTo>
                    <a:pt x="19694" y="2587"/>
                  </a:lnTo>
                  <a:lnTo>
                    <a:pt x="19273" y="2567"/>
                  </a:lnTo>
                  <a:lnTo>
                    <a:pt x="20236" y="3469"/>
                  </a:lnTo>
                  <a:lnTo>
                    <a:pt x="21259" y="4372"/>
                  </a:lnTo>
                  <a:lnTo>
                    <a:pt x="21579" y="4292"/>
                  </a:lnTo>
                  <a:lnTo>
                    <a:pt x="22021" y="4171"/>
                  </a:lnTo>
                  <a:lnTo>
                    <a:pt x="22422" y="4011"/>
                  </a:lnTo>
                  <a:lnTo>
                    <a:pt x="22823" y="3830"/>
                  </a:lnTo>
                  <a:lnTo>
                    <a:pt x="23204" y="3610"/>
                  </a:lnTo>
                  <a:lnTo>
                    <a:pt x="21720" y="2487"/>
                  </a:lnTo>
                  <a:close/>
                  <a:moveTo>
                    <a:pt x="12054" y="882"/>
                  </a:moveTo>
                  <a:lnTo>
                    <a:pt x="13778" y="2547"/>
                  </a:lnTo>
                  <a:lnTo>
                    <a:pt x="14681" y="3369"/>
                  </a:lnTo>
                  <a:lnTo>
                    <a:pt x="15603" y="4211"/>
                  </a:lnTo>
                  <a:lnTo>
                    <a:pt x="16506" y="4312"/>
                  </a:lnTo>
                  <a:lnTo>
                    <a:pt x="17428" y="4412"/>
                  </a:lnTo>
                  <a:lnTo>
                    <a:pt x="18331" y="4492"/>
                  </a:lnTo>
                  <a:lnTo>
                    <a:pt x="18792" y="4512"/>
                  </a:lnTo>
                  <a:lnTo>
                    <a:pt x="19253" y="4532"/>
                  </a:lnTo>
                  <a:lnTo>
                    <a:pt x="19253" y="4532"/>
                  </a:lnTo>
                  <a:lnTo>
                    <a:pt x="18591" y="3951"/>
                  </a:lnTo>
                  <a:lnTo>
                    <a:pt x="17970" y="3349"/>
                  </a:lnTo>
                  <a:lnTo>
                    <a:pt x="16786" y="2206"/>
                  </a:lnTo>
                  <a:lnTo>
                    <a:pt x="15784" y="1945"/>
                  </a:lnTo>
                  <a:lnTo>
                    <a:pt x="14661" y="1604"/>
                  </a:lnTo>
                  <a:lnTo>
                    <a:pt x="13397" y="1243"/>
                  </a:lnTo>
                  <a:lnTo>
                    <a:pt x="12054" y="882"/>
                  </a:lnTo>
                  <a:close/>
                  <a:moveTo>
                    <a:pt x="6017" y="0"/>
                  </a:moveTo>
                  <a:lnTo>
                    <a:pt x="7100" y="1123"/>
                  </a:lnTo>
                  <a:lnTo>
                    <a:pt x="8263" y="2306"/>
                  </a:lnTo>
                  <a:lnTo>
                    <a:pt x="9507" y="3550"/>
                  </a:lnTo>
                  <a:lnTo>
                    <a:pt x="10830" y="4833"/>
                  </a:lnTo>
                  <a:lnTo>
                    <a:pt x="10870" y="4793"/>
                  </a:lnTo>
                  <a:lnTo>
                    <a:pt x="11271" y="4613"/>
                  </a:lnTo>
                  <a:lnTo>
                    <a:pt x="11693" y="4472"/>
                  </a:lnTo>
                  <a:lnTo>
                    <a:pt x="10469" y="3329"/>
                  </a:lnTo>
                  <a:lnTo>
                    <a:pt x="9326" y="2206"/>
                  </a:lnTo>
                  <a:lnTo>
                    <a:pt x="8203" y="1103"/>
                  </a:lnTo>
                  <a:lnTo>
                    <a:pt x="7160" y="20"/>
                  </a:lnTo>
                  <a:lnTo>
                    <a:pt x="6318" y="0"/>
                  </a:lnTo>
                  <a:close/>
                  <a:moveTo>
                    <a:pt x="743" y="2346"/>
                  </a:moveTo>
                  <a:lnTo>
                    <a:pt x="562" y="2607"/>
                  </a:lnTo>
                  <a:lnTo>
                    <a:pt x="422" y="2888"/>
                  </a:lnTo>
                  <a:lnTo>
                    <a:pt x="1886" y="4452"/>
                  </a:lnTo>
                  <a:lnTo>
                    <a:pt x="3611" y="6257"/>
                  </a:lnTo>
                  <a:lnTo>
                    <a:pt x="4573" y="7240"/>
                  </a:lnTo>
                  <a:lnTo>
                    <a:pt x="5576" y="8222"/>
                  </a:lnTo>
                  <a:lnTo>
                    <a:pt x="6619" y="9265"/>
                  </a:lnTo>
                  <a:lnTo>
                    <a:pt x="7722" y="10288"/>
                  </a:lnTo>
                  <a:lnTo>
                    <a:pt x="7742" y="9927"/>
                  </a:lnTo>
                  <a:lnTo>
                    <a:pt x="7802" y="9546"/>
                  </a:lnTo>
                  <a:lnTo>
                    <a:pt x="6779" y="8583"/>
                  </a:lnTo>
                  <a:lnTo>
                    <a:pt x="5776" y="7621"/>
                  </a:lnTo>
                  <a:lnTo>
                    <a:pt x="4834" y="6678"/>
                  </a:lnTo>
                  <a:lnTo>
                    <a:pt x="3931" y="5756"/>
                  </a:lnTo>
                  <a:lnTo>
                    <a:pt x="3049" y="4853"/>
                  </a:lnTo>
                  <a:lnTo>
                    <a:pt x="2227" y="3991"/>
                  </a:lnTo>
                  <a:lnTo>
                    <a:pt x="1465" y="3149"/>
                  </a:lnTo>
                  <a:lnTo>
                    <a:pt x="743" y="2346"/>
                  </a:lnTo>
                  <a:close/>
                  <a:moveTo>
                    <a:pt x="21" y="4593"/>
                  </a:moveTo>
                  <a:lnTo>
                    <a:pt x="1" y="4893"/>
                  </a:lnTo>
                  <a:lnTo>
                    <a:pt x="21" y="5274"/>
                  </a:lnTo>
                  <a:lnTo>
                    <a:pt x="41" y="5655"/>
                  </a:lnTo>
                  <a:lnTo>
                    <a:pt x="101" y="6056"/>
                  </a:lnTo>
                  <a:lnTo>
                    <a:pt x="161" y="6458"/>
                  </a:lnTo>
                  <a:lnTo>
                    <a:pt x="261" y="6859"/>
                  </a:lnTo>
                  <a:lnTo>
                    <a:pt x="362" y="7280"/>
                  </a:lnTo>
                  <a:lnTo>
                    <a:pt x="482" y="7701"/>
                  </a:lnTo>
                  <a:lnTo>
                    <a:pt x="602" y="8122"/>
                  </a:lnTo>
                  <a:lnTo>
                    <a:pt x="923" y="9005"/>
                  </a:lnTo>
                  <a:lnTo>
                    <a:pt x="1284" y="9887"/>
                  </a:lnTo>
                  <a:lnTo>
                    <a:pt x="1685" y="10769"/>
                  </a:lnTo>
                  <a:lnTo>
                    <a:pt x="2147" y="11672"/>
                  </a:lnTo>
                  <a:lnTo>
                    <a:pt x="3911" y="13417"/>
                  </a:lnTo>
                  <a:lnTo>
                    <a:pt x="4854" y="14299"/>
                  </a:lnTo>
                  <a:lnTo>
                    <a:pt x="5817" y="15181"/>
                  </a:lnTo>
                  <a:lnTo>
                    <a:pt x="6799" y="16084"/>
                  </a:lnTo>
                  <a:lnTo>
                    <a:pt x="7802" y="16966"/>
                  </a:lnTo>
                  <a:lnTo>
                    <a:pt x="8805" y="17849"/>
                  </a:lnTo>
                  <a:lnTo>
                    <a:pt x="9848" y="18711"/>
                  </a:lnTo>
                  <a:lnTo>
                    <a:pt x="9848" y="18711"/>
                  </a:lnTo>
                  <a:lnTo>
                    <a:pt x="9406" y="17929"/>
                  </a:lnTo>
                  <a:lnTo>
                    <a:pt x="9206" y="17508"/>
                  </a:lnTo>
                  <a:lnTo>
                    <a:pt x="9005" y="17107"/>
                  </a:lnTo>
                  <a:lnTo>
                    <a:pt x="8825" y="16685"/>
                  </a:lnTo>
                  <a:lnTo>
                    <a:pt x="8664" y="16244"/>
                  </a:lnTo>
                  <a:lnTo>
                    <a:pt x="8504" y="15823"/>
                  </a:lnTo>
                  <a:lnTo>
                    <a:pt x="8343" y="15382"/>
                  </a:lnTo>
                  <a:lnTo>
                    <a:pt x="8143" y="14660"/>
                  </a:lnTo>
                  <a:lnTo>
                    <a:pt x="7962" y="13898"/>
                  </a:lnTo>
                  <a:lnTo>
                    <a:pt x="7842" y="13116"/>
                  </a:lnTo>
                  <a:lnTo>
                    <a:pt x="7742" y="12293"/>
                  </a:lnTo>
                  <a:lnTo>
                    <a:pt x="6639" y="11291"/>
                  </a:lnTo>
                  <a:lnTo>
                    <a:pt x="5556" y="10288"/>
                  </a:lnTo>
                  <a:lnTo>
                    <a:pt x="4513" y="9285"/>
                  </a:lnTo>
                  <a:lnTo>
                    <a:pt x="3510" y="8303"/>
                  </a:lnTo>
                  <a:lnTo>
                    <a:pt x="2568" y="7320"/>
                  </a:lnTo>
                  <a:lnTo>
                    <a:pt x="1665" y="6377"/>
                  </a:lnTo>
                  <a:lnTo>
                    <a:pt x="803" y="5475"/>
                  </a:lnTo>
                  <a:lnTo>
                    <a:pt x="21" y="4593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1" name="Google Shape;7771;p37"/>
            <p:cNvSpPr/>
            <p:nvPr/>
          </p:nvSpPr>
          <p:spPr>
            <a:xfrm>
              <a:off x="10333500" y="3911675"/>
              <a:ext cx="246200" cy="352975"/>
            </a:xfrm>
            <a:custGeom>
              <a:avLst/>
              <a:gdLst/>
              <a:ahLst/>
              <a:cxnLst/>
              <a:rect l="l" t="t" r="r" b="b"/>
              <a:pathLst>
                <a:path w="9848" h="14119" fill="none" extrusionOk="0">
                  <a:moveTo>
                    <a:pt x="21" y="1"/>
                  </a:moveTo>
                  <a:lnTo>
                    <a:pt x="21" y="1"/>
                  </a:lnTo>
                  <a:lnTo>
                    <a:pt x="21" y="1"/>
                  </a:lnTo>
                  <a:lnTo>
                    <a:pt x="1" y="301"/>
                  </a:lnTo>
                  <a:lnTo>
                    <a:pt x="1" y="301"/>
                  </a:lnTo>
                  <a:lnTo>
                    <a:pt x="21" y="682"/>
                  </a:lnTo>
                  <a:lnTo>
                    <a:pt x="41" y="1063"/>
                  </a:lnTo>
                  <a:lnTo>
                    <a:pt x="101" y="1464"/>
                  </a:lnTo>
                  <a:lnTo>
                    <a:pt x="161" y="1866"/>
                  </a:lnTo>
                  <a:lnTo>
                    <a:pt x="261" y="2267"/>
                  </a:lnTo>
                  <a:lnTo>
                    <a:pt x="362" y="2688"/>
                  </a:lnTo>
                  <a:lnTo>
                    <a:pt x="482" y="3109"/>
                  </a:lnTo>
                  <a:lnTo>
                    <a:pt x="602" y="3530"/>
                  </a:lnTo>
                  <a:lnTo>
                    <a:pt x="923" y="4413"/>
                  </a:lnTo>
                  <a:lnTo>
                    <a:pt x="1284" y="5295"/>
                  </a:lnTo>
                  <a:lnTo>
                    <a:pt x="1685" y="6177"/>
                  </a:lnTo>
                  <a:lnTo>
                    <a:pt x="2147" y="7080"/>
                  </a:lnTo>
                  <a:lnTo>
                    <a:pt x="2147" y="7080"/>
                  </a:lnTo>
                  <a:lnTo>
                    <a:pt x="2147" y="7080"/>
                  </a:lnTo>
                  <a:lnTo>
                    <a:pt x="3911" y="8825"/>
                  </a:lnTo>
                  <a:lnTo>
                    <a:pt x="4854" y="9707"/>
                  </a:lnTo>
                  <a:lnTo>
                    <a:pt x="5817" y="10589"/>
                  </a:lnTo>
                  <a:lnTo>
                    <a:pt x="6799" y="11492"/>
                  </a:lnTo>
                  <a:lnTo>
                    <a:pt x="7802" y="12374"/>
                  </a:lnTo>
                  <a:lnTo>
                    <a:pt x="8805" y="13257"/>
                  </a:lnTo>
                  <a:lnTo>
                    <a:pt x="9848" y="14119"/>
                  </a:lnTo>
                  <a:lnTo>
                    <a:pt x="9848" y="14119"/>
                  </a:lnTo>
                  <a:lnTo>
                    <a:pt x="9848" y="14119"/>
                  </a:lnTo>
                  <a:lnTo>
                    <a:pt x="9848" y="14119"/>
                  </a:lnTo>
                  <a:lnTo>
                    <a:pt x="9406" y="13337"/>
                  </a:lnTo>
                  <a:lnTo>
                    <a:pt x="9206" y="12916"/>
                  </a:lnTo>
                  <a:lnTo>
                    <a:pt x="9005" y="12515"/>
                  </a:lnTo>
                  <a:lnTo>
                    <a:pt x="8825" y="12093"/>
                  </a:lnTo>
                  <a:lnTo>
                    <a:pt x="8664" y="11652"/>
                  </a:lnTo>
                  <a:lnTo>
                    <a:pt x="8504" y="11231"/>
                  </a:lnTo>
                  <a:lnTo>
                    <a:pt x="8343" y="10790"/>
                  </a:lnTo>
                  <a:lnTo>
                    <a:pt x="8343" y="10790"/>
                  </a:lnTo>
                  <a:lnTo>
                    <a:pt x="8143" y="10068"/>
                  </a:lnTo>
                  <a:lnTo>
                    <a:pt x="7962" y="9306"/>
                  </a:lnTo>
                  <a:lnTo>
                    <a:pt x="7842" y="8524"/>
                  </a:lnTo>
                  <a:lnTo>
                    <a:pt x="7742" y="7701"/>
                  </a:lnTo>
                  <a:lnTo>
                    <a:pt x="7742" y="7701"/>
                  </a:lnTo>
                  <a:lnTo>
                    <a:pt x="7742" y="7701"/>
                  </a:lnTo>
                  <a:lnTo>
                    <a:pt x="6639" y="6699"/>
                  </a:lnTo>
                  <a:lnTo>
                    <a:pt x="5556" y="5696"/>
                  </a:lnTo>
                  <a:lnTo>
                    <a:pt x="4513" y="4693"/>
                  </a:lnTo>
                  <a:lnTo>
                    <a:pt x="3510" y="3711"/>
                  </a:lnTo>
                  <a:lnTo>
                    <a:pt x="2568" y="2728"/>
                  </a:lnTo>
                  <a:lnTo>
                    <a:pt x="1665" y="1785"/>
                  </a:lnTo>
                  <a:lnTo>
                    <a:pt x="803" y="883"/>
                  </a:lnTo>
                  <a:lnTo>
                    <a:pt x="2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2" name="Google Shape;7772;p37"/>
            <p:cNvSpPr/>
            <p:nvPr/>
          </p:nvSpPr>
          <p:spPr>
            <a:xfrm>
              <a:off x="10815325" y="3859025"/>
              <a:ext cx="98275" cy="47150"/>
            </a:xfrm>
            <a:custGeom>
              <a:avLst/>
              <a:gdLst/>
              <a:ahLst/>
              <a:cxnLst/>
              <a:rect l="l" t="t" r="r" b="b"/>
              <a:pathLst>
                <a:path w="3931" h="1886" fill="none" extrusionOk="0">
                  <a:moveTo>
                    <a:pt x="2447" y="1"/>
                  </a:moveTo>
                  <a:lnTo>
                    <a:pt x="2447" y="1"/>
                  </a:lnTo>
                  <a:lnTo>
                    <a:pt x="2447" y="1"/>
                  </a:lnTo>
                  <a:lnTo>
                    <a:pt x="2086" y="41"/>
                  </a:lnTo>
                  <a:lnTo>
                    <a:pt x="1685" y="81"/>
                  </a:lnTo>
                  <a:lnTo>
                    <a:pt x="1284" y="101"/>
                  </a:lnTo>
                  <a:lnTo>
                    <a:pt x="842" y="101"/>
                  </a:lnTo>
                  <a:lnTo>
                    <a:pt x="842" y="101"/>
                  </a:lnTo>
                  <a:lnTo>
                    <a:pt x="421" y="101"/>
                  </a:lnTo>
                  <a:lnTo>
                    <a:pt x="0" y="81"/>
                  </a:lnTo>
                  <a:lnTo>
                    <a:pt x="0" y="81"/>
                  </a:lnTo>
                  <a:lnTo>
                    <a:pt x="963" y="983"/>
                  </a:lnTo>
                  <a:lnTo>
                    <a:pt x="1986" y="1886"/>
                  </a:lnTo>
                  <a:lnTo>
                    <a:pt x="1986" y="1886"/>
                  </a:lnTo>
                  <a:lnTo>
                    <a:pt x="1986" y="1886"/>
                  </a:lnTo>
                  <a:lnTo>
                    <a:pt x="2306" y="1806"/>
                  </a:lnTo>
                  <a:lnTo>
                    <a:pt x="2306" y="1806"/>
                  </a:lnTo>
                  <a:lnTo>
                    <a:pt x="2748" y="1685"/>
                  </a:lnTo>
                  <a:lnTo>
                    <a:pt x="3149" y="1525"/>
                  </a:lnTo>
                  <a:lnTo>
                    <a:pt x="3550" y="1344"/>
                  </a:lnTo>
                  <a:lnTo>
                    <a:pt x="3931" y="1124"/>
                  </a:lnTo>
                  <a:lnTo>
                    <a:pt x="2447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3" name="Google Shape;7773;p37"/>
            <p:cNvSpPr/>
            <p:nvPr/>
          </p:nvSpPr>
          <p:spPr>
            <a:xfrm>
              <a:off x="10344025" y="3855525"/>
              <a:ext cx="184525" cy="198550"/>
            </a:xfrm>
            <a:custGeom>
              <a:avLst/>
              <a:gdLst/>
              <a:ahLst/>
              <a:cxnLst/>
              <a:rect l="l" t="t" r="r" b="b"/>
              <a:pathLst>
                <a:path w="7381" h="7942" fill="none" extrusionOk="0">
                  <a:moveTo>
                    <a:pt x="322" y="0"/>
                  </a:moveTo>
                  <a:lnTo>
                    <a:pt x="322" y="0"/>
                  </a:lnTo>
                  <a:lnTo>
                    <a:pt x="322" y="0"/>
                  </a:lnTo>
                  <a:lnTo>
                    <a:pt x="141" y="261"/>
                  </a:lnTo>
                  <a:lnTo>
                    <a:pt x="1" y="542"/>
                  </a:lnTo>
                  <a:lnTo>
                    <a:pt x="1" y="542"/>
                  </a:lnTo>
                  <a:lnTo>
                    <a:pt x="1465" y="2106"/>
                  </a:lnTo>
                  <a:lnTo>
                    <a:pt x="3190" y="3911"/>
                  </a:lnTo>
                  <a:lnTo>
                    <a:pt x="4152" y="4894"/>
                  </a:lnTo>
                  <a:lnTo>
                    <a:pt x="5155" y="5876"/>
                  </a:lnTo>
                  <a:lnTo>
                    <a:pt x="6198" y="6919"/>
                  </a:lnTo>
                  <a:lnTo>
                    <a:pt x="7301" y="7942"/>
                  </a:lnTo>
                  <a:lnTo>
                    <a:pt x="7301" y="7942"/>
                  </a:lnTo>
                  <a:lnTo>
                    <a:pt x="7301" y="7942"/>
                  </a:lnTo>
                  <a:lnTo>
                    <a:pt x="7321" y="7581"/>
                  </a:lnTo>
                  <a:lnTo>
                    <a:pt x="7381" y="7200"/>
                  </a:lnTo>
                  <a:lnTo>
                    <a:pt x="7381" y="7200"/>
                  </a:lnTo>
                  <a:lnTo>
                    <a:pt x="6358" y="6237"/>
                  </a:lnTo>
                  <a:lnTo>
                    <a:pt x="5355" y="5275"/>
                  </a:lnTo>
                  <a:lnTo>
                    <a:pt x="4413" y="4332"/>
                  </a:lnTo>
                  <a:lnTo>
                    <a:pt x="3510" y="3410"/>
                  </a:lnTo>
                  <a:lnTo>
                    <a:pt x="2628" y="2507"/>
                  </a:lnTo>
                  <a:lnTo>
                    <a:pt x="1806" y="1645"/>
                  </a:lnTo>
                  <a:lnTo>
                    <a:pt x="1044" y="803"/>
                  </a:lnTo>
                  <a:lnTo>
                    <a:pt x="32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4" name="Google Shape;7774;p37"/>
            <p:cNvSpPr/>
            <p:nvPr/>
          </p:nvSpPr>
          <p:spPr>
            <a:xfrm>
              <a:off x="10634825" y="3818925"/>
              <a:ext cx="180025" cy="91275"/>
            </a:xfrm>
            <a:custGeom>
              <a:avLst/>
              <a:gdLst/>
              <a:ahLst/>
              <a:cxnLst/>
              <a:rect l="l" t="t" r="r" b="b"/>
              <a:pathLst>
                <a:path w="7201" h="3651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1725" y="1665"/>
                  </a:lnTo>
                  <a:lnTo>
                    <a:pt x="2628" y="2487"/>
                  </a:lnTo>
                  <a:lnTo>
                    <a:pt x="3550" y="3329"/>
                  </a:lnTo>
                  <a:lnTo>
                    <a:pt x="3550" y="3329"/>
                  </a:lnTo>
                  <a:lnTo>
                    <a:pt x="3550" y="3329"/>
                  </a:lnTo>
                  <a:lnTo>
                    <a:pt x="4453" y="3430"/>
                  </a:lnTo>
                  <a:lnTo>
                    <a:pt x="5375" y="3530"/>
                  </a:lnTo>
                  <a:lnTo>
                    <a:pt x="6278" y="3610"/>
                  </a:lnTo>
                  <a:lnTo>
                    <a:pt x="6739" y="3630"/>
                  </a:lnTo>
                  <a:lnTo>
                    <a:pt x="7200" y="3650"/>
                  </a:lnTo>
                  <a:lnTo>
                    <a:pt x="7200" y="3650"/>
                  </a:lnTo>
                  <a:lnTo>
                    <a:pt x="6538" y="3069"/>
                  </a:lnTo>
                  <a:lnTo>
                    <a:pt x="5917" y="2467"/>
                  </a:lnTo>
                  <a:lnTo>
                    <a:pt x="4733" y="1324"/>
                  </a:lnTo>
                  <a:lnTo>
                    <a:pt x="4733" y="1324"/>
                  </a:lnTo>
                  <a:lnTo>
                    <a:pt x="4733" y="1324"/>
                  </a:lnTo>
                  <a:lnTo>
                    <a:pt x="3731" y="1063"/>
                  </a:lnTo>
                  <a:lnTo>
                    <a:pt x="2608" y="722"/>
                  </a:lnTo>
                  <a:lnTo>
                    <a:pt x="1344" y="361"/>
                  </a:lnTo>
                  <a:lnTo>
                    <a:pt x="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5" name="Google Shape;7775;p37"/>
            <p:cNvSpPr/>
            <p:nvPr/>
          </p:nvSpPr>
          <p:spPr>
            <a:xfrm>
              <a:off x="10483925" y="3796875"/>
              <a:ext cx="141900" cy="120850"/>
            </a:xfrm>
            <a:custGeom>
              <a:avLst/>
              <a:gdLst/>
              <a:ahLst/>
              <a:cxnLst/>
              <a:rect l="l" t="t" r="r" b="b"/>
              <a:pathLst>
                <a:path w="5676" h="4834" fill="none" extrusionOk="0">
                  <a:moveTo>
                    <a:pt x="301" y="0"/>
                  </a:moveTo>
                  <a:lnTo>
                    <a:pt x="301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083" y="1123"/>
                  </a:lnTo>
                  <a:lnTo>
                    <a:pt x="2246" y="2306"/>
                  </a:lnTo>
                  <a:lnTo>
                    <a:pt x="3490" y="3550"/>
                  </a:lnTo>
                  <a:lnTo>
                    <a:pt x="4813" y="4833"/>
                  </a:lnTo>
                  <a:lnTo>
                    <a:pt x="4813" y="4833"/>
                  </a:lnTo>
                  <a:lnTo>
                    <a:pt x="4813" y="4833"/>
                  </a:lnTo>
                  <a:lnTo>
                    <a:pt x="4853" y="4793"/>
                  </a:lnTo>
                  <a:lnTo>
                    <a:pt x="4853" y="4793"/>
                  </a:lnTo>
                  <a:lnTo>
                    <a:pt x="5254" y="4613"/>
                  </a:lnTo>
                  <a:lnTo>
                    <a:pt x="5676" y="4472"/>
                  </a:lnTo>
                  <a:lnTo>
                    <a:pt x="5676" y="4472"/>
                  </a:lnTo>
                  <a:lnTo>
                    <a:pt x="4452" y="3329"/>
                  </a:lnTo>
                  <a:lnTo>
                    <a:pt x="3309" y="2206"/>
                  </a:lnTo>
                  <a:lnTo>
                    <a:pt x="2186" y="1103"/>
                  </a:lnTo>
                  <a:lnTo>
                    <a:pt x="1143" y="20"/>
                  </a:lnTo>
                  <a:lnTo>
                    <a:pt x="1143" y="20"/>
                  </a:lnTo>
                  <a:lnTo>
                    <a:pt x="1143" y="20"/>
                  </a:lnTo>
                  <a:lnTo>
                    <a:pt x="30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6" name="Google Shape;7776;p37"/>
            <p:cNvSpPr/>
            <p:nvPr/>
          </p:nvSpPr>
          <p:spPr>
            <a:xfrm>
              <a:off x="10876475" y="3707125"/>
              <a:ext cx="184025" cy="180000"/>
            </a:xfrm>
            <a:custGeom>
              <a:avLst/>
              <a:gdLst/>
              <a:ahLst/>
              <a:cxnLst/>
              <a:rect l="l" t="t" r="r" b="b"/>
              <a:pathLst>
                <a:path w="7361" h="7200" extrusionOk="0">
                  <a:moveTo>
                    <a:pt x="7060" y="0"/>
                  </a:moveTo>
                  <a:lnTo>
                    <a:pt x="6900" y="60"/>
                  </a:lnTo>
                  <a:lnTo>
                    <a:pt x="6779" y="121"/>
                  </a:lnTo>
                  <a:lnTo>
                    <a:pt x="6639" y="241"/>
                  </a:lnTo>
                  <a:lnTo>
                    <a:pt x="6478" y="401"/>
                  </a:lnTo>
                  <a:lnTo>
                    <a:pt x="6298" y="602"/>
                  </a:lnTo>
                  <a:lnTo>
                    <a:pt x="5897" y="1103"/>
                  </a:lnTo>
                  <a:lnTo>
                    <a:pt x="5415" y="1705"/>
                  </a:lnTo>
                  <a:lnTo>
                    <a:pt x="4393" y="3049"/>
                  </a:lnTo>
                  <a:lnTo>
                    <a:pt x="3871" y="3710"/>
                  </a:lnTo>
                  <a:lnTo>
                    <a:pt x="3390" y="4332"/>
                  </a:lnTo>
                  <a:lnTo>
                    <a:pt x="4032" y="4833"/>
                  </a:lnTo>
                  <a:lnTo>
                    <a:pt x="4112" y="4733"/>
                  </a:lnTo>
                  <a:lnTo>
                    <a:pt x="4533" y="4152"/>
                  </a:lnTo>
                  <a:lnTo>
                    <a:pt x="4954" y="3570"/>
                  </a:lnTo>
                  <a:lnTo>
                    <a:pt x="5776" y="2407"/>
                  </a:lnTo>
                  <a:lnTo>
                    <a:pt x="6579" y="1204"/>
                  </a:lnTo>
                  <a:lnTo>
                    <a:pt x="7361" y="0"/>
                  </a:lnTo>
                  <a:close/>
                  <a:moveTo>
                    <a:pt x="863" y="5876"/>
                  </a:moveTo>
                  <a:lnTo>
                    <a:pt x="302" y="5997"/>
                  </a:lnTo>
                  <a:lnTo>
                    <a:pt x="1" y="6057"/>
                  </a:lnTo>
                  <a:lnTo>
                    <a:pt x="1" y="6077"/>
                  </a:lnTo>
                  <a:lnTo>
                    <a:pt x="1485" y="7200"/>
                  </a:lnTo>
                  <a:lnTo>
                    <a:pt x="1766" y="7019"/>
                  </a:lnTo>
                  <a:lnTo>
                    <a:pt x="2046" y="6819"/>
                  </a:lnTo>
                  <a:lnTo>
                    <a:pt x="903" y="5896"/>
                  </a:lnTo>
                  <a:lnTo>
                    <a:pt x="863" y="5876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7" name="Google Shape;7777;p37"/>
            <p:cNvSpPr/>
            <p:nvPr/>
          </p:nvSpPr>
          <p:spPr>
            <a:xfrm>
              <a:off x="10876475" y="3854025"/>
              <a:ext cx="51175" cy="33100"/>
            </a:xfrm>
            <a:custGeom>
              <a:avLst/>
              <a:gdLst/>
              <a:ahLst/>
              <a:cxnLst/>
              <a:rect l="l" t="t" r="r" b="b"/>
              <a:pathLst>
                <a:path w="2047" h="1324" fill="none" extrusionOk="0">
                  <a:moveTo>
                    <a:pt x="863" y="0"/>
                  </a:moveTo>
                  <a:lnTo>
                    <a:pt x="863" y="0"/>
                  </a:lnTo>
                  <a:lnTo>
                    <a:pt x="863" y="0"/>
                  </a:lnTo>
                  <a:lnTo>
                    <a:pt x="302" y="121"/>
                  </a:lnTo>
                  <a:lnTo>
                    <a:pt x="1" y="181"/>
                  </a:lnTo>
                  <a:lnTo>
                    <a:pt x="1" y="181"/>
                  </a:lnTo>
                  <a:lnTo>
                    <a:pt x="1" y="201"/>
                  </a:lnTo>
                  <a:lnTo>
                    <a:pt x="1" y="201"/>
                  </a:lnTo>
                  <a:lnTo>
                    <a:pt x="1485" y="1324"/>
                  </a:lnTo>
                  <a:lnTo>
                    <a:pt x="1485" y="1324"/>
                  </a:lnTo>
                  <a:lnTo>
                    <a:pt x="1485" y="1324"/>
                  </a:lnTo>
                  <a:lnTo>
                    <a:pt x="1766" y="1143"/>
                  </a:lnTo>
                  <a:lnTo>
                    <a:pt x="2046" y="943"/>
                  </a:lnTo>
                  <a:lnTo>
                    <a:pt x="2046" y="943"/>
                  </a:lnTo>
                  <a:lnTo>
                    <a:pt x="903" y="20"/>
                  </a:lnTo>
                  <a:lnTo>
                    <a:pt x="86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8" name="Google Shape;7778;p37"/>
            <p:cNvSpPr/>
            <p:nvPr/>
          </p:nvSpPr>
          <p:spPr>
            <a:xfrm>
              <a:off x="10961200" y="3707125"/>
              <a:ext cx="99300" cy="120850"/>
            </a:xfrm>
            <a:custGeom>
              <a:avLst/>
              <a:gdLst/>
              <a:ahLst/>
              <a:cxnLst/>
              <a:rect l="l" t="t" r="r" b="b"/>
              <a:pathLst>
                <a:path w="3972" h="4834" fill="none" extrusionOk="0">
                  <a:moveTo>
                    <a:pt x="3831" y="0"/>
                  </a:moveTo>
                  <a:lnTo>
                    <a:pt x="3831" y="0"/>
                  </a:lnTo>
                  <a:lnTo>
                    <a:pt x="3671" y="0"/>
                  </a:lnTo>
                  <a:lnTo>
                    <a:pt x="3511" y="60"/>
                  </a:lnTo>
                  <a:lnTo>
                    <a:pt x="3511" y="60"/>
                  </a:lnTo>
                  <a:lnTo>
                    <a:pt x="3390" y="121"/>
                  </a:lnTo>
                  <a:lnTo>
                    <a:pt x="3250" y="241"/>
                  </a:lnTo>
                  <a:lnTo>
                    <a:pt x="3089" y="401"/>
                  </a:lnTo>
                  <a:lnTo>
                    <a:pt x="2909" y="602"/>
                  </a:lnTo>
                  <a:lnTo>
                    <a:pt x="2508" y="1103"/>
                  </a:lnTo>
                  <a:lnTo>
                    <a:pt x="2026" y="1705"/>
                  </a:lnTo>
                  <a:lnTo>
                    <a:pt x="1004" y="3049"/>
                  </a:lnTo>
                  <a:lnTo>
                    <a:pt x="482" y="3710"/>
                  </a:lnTo>
                  <a:lnTo>
                    <a:pt x="1" y="4332"/>
                  </a:lnTo>
                  <a:lnTo>
                    <a:pt x="1" y="4332"/>
                  </a:lnTo>
                  <a:lnTo>
                    <a:pt x="643" y="4833"/>
                  </a:lnTo>
                  <a:lnTo>
                    <a:pt x="643" y="4833"/>
                  </a:lnTo>
                  <a:lnTo>
                    <a:pt x="643" y="4833"/>
                  </a:lnTo>
                  <a:lnTo>
                    <a:pt x="723" y="4733"/>
                  </a:lnTo>
                  <a:lnTo>
                    <a:pt x="723" y="4733"/>
                  </a:lnTo>
                  <a:lnTo>
                    <a:pt x="1144" y="4152"/>
                  </a:lnTo>
                  <a:lnTo>
                    <a:pt x="1565" y="3570"/>
                  </a:lnTo>
                  <a:lnTo>
                    <a:pt x="2387" y="2407"/>
                  </a:lnTo>
                  <a:lnTo>
                    <a:pt x="3190" y="1204"/>
                  </a:lnTo>
                  <a:lnTo>
                    <a:pt x="3972" y="0"/>
                  </a:lnTo>
                  <a:lnTo>
                    <a:pt x="3972" y="0"/>
                  </a:lnTo>
                  <a:lnTo>
                    <a:pt x="383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9" name="Google Shape;7779;p37"/>
            <p:cNvSpPr/>
            <p:nvPr/>
          </p:nvSpPr>
          <p:spPr>
            <a:xfrm>
              <a:off x="10753150" y="3852025"/>
              <a:ext cx="111825" cy="58175"/>
            </a:xfrm>
            <a:custGeom>
              <a:avLst/>
              <a:gdLst/>
              <a:ahLst/>
              <a:cxnLst/>
              <a:rect l="l" t="t" r="r" b="b"/>
              <a:pathLst>
                <a:path w="4473" h="2327" extrusionOk="0">
                  <a:moveTo>
                    <a:pt x="0" y="0"/>
                  </a:moveTo>
                  <a:lnTo>
                    <a:pt x="1184" y="1143"/>
                  </a:lnTo>
                  <a:lnTo>
                    <a:pt x="1805" y="1745"/>
                  </a:lnTo>
                  <a:lnTo>
                    <a:pt x="2467" y="2326"/>
                  </a:lnTo>
                  <a:lnTo>
                    <a:pt x="3189" y="2326"/>
                  </a:lnTo>
                  <a:lnTo>
                    <a:pt x="3610" y="2286"/>
                  </a:lnTo>
                  <a:lnTo>
                    <a:pt x="4051" y="2246"/>
                  </a:lnTo>
                  <a:lnTo>
                    <a:pt x="4473" y="2166"/>
                  </a:lnTo>
                  <a:lnTo>
                    <a:pt x="3450" y="1263"/>
                  </a:lnTo>
                  <a:lnTo>
                    <a:pt x="2487" y="361"/>
                  </a:lnTo>
                  <a:lnTo>
                    <a:pt x="1725" y="301"/>
                  </a:lnTo>
                  <a:lnTo>
                    <a:pt x="923" y="201"/>
                  </a:lnTo>
                  <a:lnTo>
                    <a:pt x="502" y="1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0" name="Google Shape;7780;p37"/>
            <p:cNvSpPr/>
            <p:nvPr/>
          </p:nvSpPr>
          <p:spPr>
            <a:xfrm>
              <a:off x="10753150" y="3852025"/>
              <a:ext cx="111825" cy="58175"/>
            </a:xfrm>
            <a:custGeom>
              <a:avLst/>
              <a:gdLst/>
              <a:ahLst/>
              <a:cxnLst/>
              <a:rect l="l" t="t" r="r" b="b"/>
              <a:pathLst>
                <a:path w="4473" h="2327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1184" y="1143"/>
                  </a:lnTo>
                  <a:lnTo>
                    <a:pt x="1805" y="1745"/>
                  </a:lnTo>
                  <a:lnTo>
                    <a:pt x="2467" y="2326"/>
                  </a:lnTo>
                  <a:lnTo>
                    <a:pt x="2467" y="2326"/>
                  </a:lnTo>
                  <a:lnTo>
                    <a:pt x="2467" y="2326"/>
                  </a:lnTo>
                  <a:lnTo>
                    <a:pt x="2748" y="2326"/>
                  </a:lnTo>
                  <a:lnTo>
                    <a:pt x="2748" y="2326"/>
                  </a:lnTo>
                  <a:lnTo>
                    <a:pt x="3189" y="2326"/>
                  </a:lnTo>
                  <a:lnTo>
                    <a:pt x="3610" y="2286"/>
                  </a:lnTo>
                  <a:lnTo>
                    <a:pt x="4051" y="2246"/>
                  </a:lnTo>
                  <a:lnTo>
                    <a:pt x="4473" y="2166"/>
                  </a:lnTo>
                  <a:lnTo>
                    <a:pt x="4473" y="2166"/>
                  </a:lnTo>
                  <a:lnTo>
                    <a:pt x="3450" y="1263"/>
                  </a:lnTo>
                  <a:lnTo>
                    <a:pt x="2487" y="361"/>
                  </a:lnTo>
                  <a:lnTo>
                    <a:pt x="2487" y="361"/>
                  </a:lnTo>
                  <a:lnTo>
                    <a:pt x="2487" y="361"/>
                  </a:lnTo>
                  <a:lnTo>
                    <a:pt x="1725" y="301"/>
                  </a:lnTo>
                  <a:lnTo>
                    <a:pt x="923" y="201"/>
                  </a:lnTo>
                  <a:lnTo>
                    <a:pt x="923" y="201"/>
                  </a:lnTo>
                  <a:lnTo>
                    <a:pt x="502" y="120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1" name="Google Shape;7781;p37"/>
            <p:cNvSpPr/>
            <p:nvPr/>
          </p:nvSpPr>
          <p:spPr>
            <a:xfrm>
              <a:off x="10512500" y="3797375"/>
              <a:ext cx="211100" cy="111325"/>
            </a:xfrm>
            <a:custGeom>
              <a:avLst/>
              <a:gdLst/>
              <a:ahLst/>
              <a:cxnLst/>
              <a:rect l="l" t="t" r="r" b="b"/>
              <a:pathLst>
                <a:path w="8444" h="4453" extrusionOk="0">
                  <a:moveTo>
                    <a:pt x="0" y="0"/>
                  </a:moveTo>
                  <a:lnTo>
                    <a:pt x="1043" y="1083"/>
                  </a:lnTo>
                  <a:lnTo>
                    <a:pt x="2166" y="2186"/>
                  </a:lnTo>
                  <a:lnTo>
                    <a:pt x="3309" y="3309"/>
                  </a:lnTo>
                  <a:lnTo>
                    <a:pt x="4533" y="4452"/>
                  </a:lnTo>
                  <a:lnTo>
                    <a:pt x="4813" y="4352"/>
                  </a:lnTo>
                  <a:lnTo>
                    <a:pt x="5114" y="4292"/>
                  </a:lnTo>
                  <a:lnTo>
                    <a:pt x="5415" y="4232"/>
                  </a:lnTo>
                  <a:lnTo>
                    <a:pt x="5716" y="4191"/>
                  </a:lnTo>
                  <a:lnTo>
                    <a:pt x="6317" y="4131"/>
                  </a:lnTo>
                  <a:lnTo>
                    <a:pt x="6919" y="4111"/>
                  </a:lnTo>
                  <a:lnTo>
                    <a:pt x="7681" y="4131"/>
                  </a:lnTo>
                  <a:lnTo>
                    <a:pt x="8443" y="4191"/>
                  </a:lnTo>
                  <a:lnTo>
                    <a:pt x="8443" y="4191"/>
                  </a:lnTo>
                  <a:lnTo>
                    <a:pt x="7521" y="3349"/>
                  </a:lnTo>
                  <a:lnTo>
                    <a:pt x="6618" y="2527"/>
                  </a:lnTo>
                  <a:lnTo>
                    <a:pt x="4894" y="862"/>
                  </a:lnTo>
                  <a:lnTo>
                    <a:pt x="3690" y="582"/>
                  </a:lnTo>
                  <a:lnTo>
                    <a:pt x="3089" y="441"/>
                  </a:lnTo>
                  <a:lnTo>
                    <a:pt x="2467" y="321"/>
                  </a:lnTo>
                  <a:lnTo>
                    <a:pt x="1845" y="201"/>
                  </a:lnTo>
                  <a:lnTo>
                    <a:pt x="1244" y="120"/>
                  </a:lnTo>
                  <a:lnTo>
                    <a:pt x="622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2" name="Google Shape;7782;p37"/>
            <p:cNvSpPr/>
            <p:nvPr/>
          </p:nvSpPr>
          <p:spPr>
            <a:xfrm>
              <a:off x="10512500" y="3797375"/>
              <a:ext cx="211100" cy="111325"/>
            </a:xfrm>
            <a:custGeom>
              <a:avLst/>
              <a:gdLst/>
              <a:ahLst/>
              <a:cxnLst/>
              <a:rect l="l" t="t" r="r" b="b"/>
              <a:pathLst>
                <a:path w="8444" h="4453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1043" y="1083"/>
                  </a:lnTo>
                  <a:lnTo>
                    <a:pt x="2166" y="2186"/>
                  </a:lnTo>
                  <a:lnTo>
                    <a:pt x="3309" y="3309"/>
                  </a:lnTo>
                  <a:lnTo>
                    <a:pt x="4533" y="4452"/>
                  </a:lnTo>
                  <a:lnTo>
                    <a:pt x="4533" y="4452"/>
                  </a:lnTo>
                  <a:lnTo>
                    <a:pt x="4533" y="4452"/>
                  </a:lnTo>
                  <a:lnTo>
                    <a:pt x="4813" y="4352"/>
                  </a:lnTo>
                  <a:lnTo>
                    <a:pt x="5114" y="4292"/>
                  </a:lnTo>
                  <a:lnTo>
                    <a:pt x="5415" y="4232"/>
                  </a:lnTo>
                  <a:lnTo>
                    <a:pt x="5716" y="4191"/>
                  </a:lnTo>
                  <a:lnTo>
                    <a:pt x="6317" y="4131"/>
                  </a:lnTo>
                  <a:lnTo>
                    <a:pt x="6919" y="4111"/>
                  </a:lnTo>
                  <a:lnTo>
                    <a:pt x="6919" y="4111"/>
                  </a:lnTo>
                  <a:lnTo>
                    <a:pt x="7681" y="4131"/>
                  </a:lnTo>
                  <a:lnTo>
                    <a:pt x="8443" y="4191"/>
                  </a:lnTo>
                  <a:lnTo>
                    <a:pt x="8443" y="4191"/>
                  </a:lnTo>
                  <a:lnTo>
                    <a:pt x="7521" y="3349"/>
                  </a:lnTo>
                  <a:lnTo>
                    <a:pt x="6618" y="2527"/>
                  </a:lnTo>
                  <a:lnTo>
                    <a:pt x="4894" y="862"/>
                  </a:lnTo>
                  <a:lnTo>
                    <a:pt x="4894" y="862"/>
                  </a:lnTo>
                  <a:lnTo>
                    <a:pt x="4894" y="862"/>
                  </a:lnTo>
                  <a:lnTo>
                    <a:pt x="3690" y="582"/>
                  </a:lnTo>
                  <a:lnTo>
                    <a:pt x="3089" y="441"/>
                  </a:lnTo>
                  <a:lnTo>
                    <a:pt x="2467" y="321"/>
                  </a:lnTo>
                  <a:lnTo>
                    <a:pt x="1845" y="201"/>
                  </a:lnTo>
                  <a:lnTo>
                    <a:pt x="1244" y="120"/>
                  </a:lnTo>
                  <a:lnTo>
                    <a:pt x="622" y="40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3" name="Google Shape;7783;p37"/>
            <p:cNvSpPr/>
            <p:nvPr/>
          </p:nvSpPr>
          <p:spPr>
            <a:xfrm>
              <a:off x="10898050" y="3815425"/>
              <a:ext cx="79225" cy="62175"/>
            </a:xfrm>
            <a:custGeom>
              <a:avLst/>
              <a:gdLst/>
              <a:ahLst/>
              <a:cxnLst/>
              <a:rect l="l" t="t" r="r" b="b"/>
              <a:pathLst>
                <a:path w="3169" h="2487" extrusionOk="0">
                  <a:moveTo>
                    <a:pt x="2527" y="0"/>
                  </a:moveTo>
                  <a:lnTo>
                    <a:pt x="2166" y="401"/>
                  </a:lnTo>
                  <a:lnTo>
                    <a:pt x="1845" y="742"/>
                  </a:lnTo>
                  <a:lnTo>
                    <a:pt x="1584" y="983"/>
                  </a:lnTo>
                  <a:lnTo>
                    <a:pt x="1464" y="1063"/>
                  </a:lnTo>
                  <a:lnTo>
                    <a:pt x="1364" y="1123"/>
                  </a:lnTo>
                  <a:lnTo>
                    <a:pt x="1023" y="1243"/>
                  </a:lnTo>
                  <a:lnTo>
                    <a:pt x="662" y="1344"/>
                  </a:lnTo>
                  <a:lnTo>
                    <a:pt x="0" y="1544"/>
                  </a:lnTo>
                  <a:lnTo>
                    <a:pt x="40" y="1564"/>
                  </a:lnTo>
                  <a:lnTo>
                    <a:pt x="1183" y="2487"/>
                  </a:lnTo>
                  <a:lnTo>
                    <a:pt x="1424" y="2306"/>
                  </a:lnTo>
                  <a:lnTo>
                    <a:pt x="1665" y="2106"/>
                  </a:lnTo>
                  <a:lnTo>
                    <a:pt x="2106" y="1685"/>
                  </a:lnTo>
                  <a:lnTo>
                    <a:pt x="2387" y="1404"/>
                  </a:lnTo>
                  <a:lnTo>
                    <a:pt x="2647" y="1123"/>
                  </a:lnTo>
                  <a:lnTo>
                    <a:pt x="2908" y="802"/>
                  </a:lnTo>
                  <a:lnTo>
                    <a:pt x="3169" y="501"/>
                  </a:lnTo>
                  <a:lnTo>
                    <a:pt x="2527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4" name="Google Shape;7784;p37"/>
            <p:cNvSpPr/>
            <p:nvPr/>
          </p:nvSpPr>
          <p:spPr>
            <a:xfrm>
              <a:off x="10484425" y="4332825"/>
              <a:ext cx="138400" cy="159450"/>
            </a:xfrm>
            <a:custGeom>
              <a:avLst/>
              <a:gdLst/>
              <a:ahLst/>
              <a:cxnLst/>
              <a:rect l="l" t="t" r="r" b="b"/>
              <a:pathLst>
                <a:path w="5536" h="6378" extrusionOk="0">
                  <a:moveTo>
                    <a:pt x="2607" y="0"/>
                  </a:moveTo>
                  <a:lnTo>
                    <a:pt x="2667" y="101"/>
                  </a:lnTo>
                  <a:lnTo>
                    <a:pt x="2708" y="161"/>
                  </a:lnTo>
                  <a:lnTo>
                    <a:pt x="2728" y="241"/>
                  </a:lnTo>
                  <a:lnTo>
                    <a:pt x="2748" y="341"/>
                  </a:lnTo>
                  <a:lnTo>
                    <a:pt x="2748" y="462"/>
                  </a:lnTo>
                  <a:lnTo>
                    <a:pt x="2748" y="622"/>
                  </a:lnTo>
                  <a:lnTo>
                    <a:pt x="2708" y="823"/>
                  </a:lnTo>
                  <a:lnTo>
                    <a:pt x="2667" y="1023"/>
                  </a:lnTo>
                  <a:lnTo>
                    <a:pt x="2587" y="1244"/>
                  </a:lnTo>
                  <a:lnTo>
                    <a:pt x="2507" y="1484"/>
                  </a:lnTo>
                  <a:lnTo>
                    <a:pt x="2387" y="1725"/>
                  </a:lnTo>
                  <a:lnTo>
                    <a:pt x="2266" y="1966"/>
                  </a:lnTo>
                  <a:lnTo>
                    <a:pt x="2126" y="2226"/>
                  </a:lnTo>
                  <a:lnTo>
                    <a:pt x="1564" y="3089"/>
                  </a:lnTo>
                  <a:lnTo>
                    <a:pt x="1223" y="3630"/>
                  </a:lnTo>
                  <a:lnTo>
                    <a:pt x="863" y="4212"/>
                  </a:lnTo>
                  <a:lnTo>
                    <a:pt x="542" y="4793"/>
                  </a:lnTo>
                  <a:lnTo>
                    <a:pt x="261" y="5335"/>
                  </a:lnTo>
                  <a:lnTo>
                    <a:pt x="141" y="5575"/>
                  </a:lnTo>
                  <a:lnTo>
                    <a:pt x="60" y="5796"/>
                  </a:lnTo>
                  <a:lnTo>
                    <a:pt x="20" y="5997"/>
                  </a:lnTo>
                  <a:lnTo>
                    <a:pt x="0" y="6137"/>
                  </a:lnTo>
                  <a:lnTo>
                    <a:pt x="20" y="6257"/>
                  </a:lnTo>
                  <a:lnTo>
                    <a:pt x="40" y="6318"/>
                  </a:lnTo>
                  <a:lnTo>
                    <a:pt x="80" y="6338"/>
                  </a:lnTo>
                  <a:lnTo>
                    <a:pt x="120" y="6358"/>
                  </a:lnTo>
                  <a:lnTo>
                    <a:pt x="181" y="6378"/>
                  </a:lnTo>
                  <a:lnTo>
                    <a:pt x="241" y="6358"/>
                  </a:lnTo>
                  <a:lnTo>
                    <a:pt x="321" y="6338"/>
                  </a:lnTo>
                  <a:lnTo>
                    <a:pt x="502" y="6257"/>
                  </a:lnTo>
                  <a:lnTo>
                    <a:pt x="702" y="6117"/>
                  </a:lnTo>
                  <a:lnTo>
                    <a:pt x="943" y="5957"/>
                  </a:lnTo>
                  <a:lnTo>
                    <a:pt x="1183" y="5736"/>
                  </a:lnTo>
                  <a:lnTo>
                    <a:pt x="1444" y="5515"/>
                  </a:lnTo>
                  <a:lnTo>
                    <a:pt x="1966" y="4994"/>
                  </a:lnTo>
                  <a:lnTo>
                    <a:pt x="2487" y="4452"/>
                  </a:lnTo>
                  <a:lnTo>
                    <a:pt x="2928" y="3971"/>
                  </a:lnTo>
                  <a:lnTo>
                    <a:pt x="3490" y="3349"/>
                  </a:lnTo>
                  <a:lnTo>
                    <a:pt x="3811" y="3029"/>
                  </a:lnTo>
                  <a:lnTo>
                    <a:pt x="4011" y="2848"/>
                  </a:lnTo>
                  <a:lnTo>
                    <a:pt x="4252" y="2668"/>
                  </a:lnTo>
                  <a:lnTo>
                    <a:pt x="4492" y="2507"/>
                  </a:lnTo>
                  <a:lnTo>
                    <a:pt x="4753" y="2367"/>
                  </a:lnTo>
                  <a:lnTo>
                    <a:pt x="5034" y="2266"/>
                  </a:lnTo>
                  <a:lnTo>
                    <a:pt x="5174" y="2226"/>
                  </a:lnTo>
                  <a:lnTo>
                    <a:pt x="5315" y="2206"/>
                  </a:lnTo>
                  <a:lnTo>
                    <a:pt x="5535" y="2246"/>
                  </a:lnTo>
                  <a:lnTo>
                    <a:pt x="5154" y="1966"/>
                  </a:lnTo>
                  <a:lnTo>
                    <a:pt x="4372" y="1384"/>
                  </a:lnTo>
                  <a:lnTo>
                    <a:pt x="3470" y="682"/>
                  </a:lnTo>
                  <a:lnTo>
                    <a:pt x="260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5" name="Google Shape;7785;p37"/>
            <p:cNvSpPr/>
            <p:nvPr/>
          </p:nvSpPr>
          <p:spPr>
            <a:xfrm>
              <a:off x="10484425" y="4332825"/>
              <a:ext cx="138400" cy="159450"/>
            </a:xfrm>
            <a:custGeom>
              <a:avLst/>
              <a:gdLst/>
              <a:ahLst/>
              <a:cxnLst/>
              <a:rect l="l" t="t" r="r" b="b"/>
              <a:pathLst>
                <a:path w="5536" h="6378" fill="none" extrusionOk="0">
                  <a:moveTo>
                    <a:pt x="2607" y="0"/>
                  </a:moveTo>
                  <a:lnTo>
                    <a:pt x="2607" y="0"/>
                  </a:lnTo>
                  <a:lnTo>
                    <a:pt x="2667" y="101"/>
                  </a:lnTo>
                  <a:lnTo>
                    <a:pt x="2667" y="101"/>
                  </a:lnTo>
                  <a:lnTo>
                    <a:pt x="2708" y="161"/>
                  </a:lnTo>
                  <a:lnTo>
                    <a:pt x="2728" y="241"/>
                  </a:lnTo>
                  <a:lnTo>
                    <a:pt x="2748" y="341"/>
                  </a:lnTo>
                  <a:lnTo>
                    <a:pt x="2748" y="462"/>
                  </a:lnTo>
                  <a:lnTo>
                    <a:pt x="2748" y="462"/>
                  </a:lnTo>
                  <a:lnTo>
                    <a:pt x="2748" y="622"/>
                  </a:lnTo>
                  <a:lnTo>
                    <a:pt x="2708" y="823"/>
                  </a:lnTo>
                  <a:lnTo>
                    <a:pt x="2667" y="1023"/>
                  </a:lnTo>
                  <a:lnTo>
                    <a:pt x="2587" y="1244"/>
                  </a:lnTo>
                  <a:lnTo>
                    <a:pt x="2507" y="1484"/>
                  </a:lnTo>
                  <a:lnTo>
                    <a:pt x="2387" y="1725"/>
                  </a:lnTo>
                  <a:lnTo>
                    <a:pt x="2266" y="1966"/>
                  </a:lnTo>
                  <a:lnTo>
                    <a:pt x="2126" y="2226"/>
                  </a:lnTo>
                  <a:lnTo>
                    <a:pt x="2126" y="2226"/>
                  </a:lnTo>
                  <a:lnTo>
                    <a:pt x="1564" y="3089"/>
                  </a:lnTo>
                  <a:lnTo>
                    <a:pt x="1223" y="3630"/>
                  </a:lnTo>
                  <a:lnTo>
                    <a:pt x="863" y="4212"/>
                  </a:lnTo>
                  <a:lnTo>
                    <a:pt x="542" y="4793"/>
                  </a:lnTo>
                  <a:lnTo>
                    <a:pt x="261" y="5335"/>
                  </a:lnTo>
                  <a:lnTo>
                    <a:pt x="141" y="5575"/>
                  </a:lnTo>
                  <a:lnTo>
                    <a:pt x="60" y="5796"/>
                  </a:lnTo>
                  <a:lnTo>
                    <a:pt x="20" y="5997"/>
                  </a:lnTo>
                  <a:lnTo>
                    <a:pt x="0" y="6137"/>
                  </a:lnTo>
                  <a:lnTo>
                    <a:pt x="0" y="6137"/>
                  </a:lnTo>
                  <a:lnTo>
                    <a:pt x="20" y="6257"/>
                  </a:lnTo>
                  <a:lnTo>
                    <a:pt x="40" y="6318"/>
                  </a:lnTo>
                  <a:lnTo>
                    <a:pt x="80" y="6338"/>
                  </a:lnTo>
                  <a:lnTo>
                    <a:pt x="80" y="6338"/>
                  </a:lnTo>
                  <a:lnTo>
                    <a:pt x="120" y="6358"/>
                  </a:lnTo>
                  <a:lnTo>
                    <a:pt x="181" y="6378"/>
                  </a:lnTo>
                  <a:lnTo>
                    <a:pt x="181" y="6378"/>
                  </a:lnTo>
                  <a:lnTo>
                    <a:pt x="241" y="6358"/>
                  </a:lnTo>
                  <a:lnTo>
                    <a:pt x="321" y="6338"/>
                  </a:lnTo>
                  <a:lnTo>
                    <a:pt x="502" y="6257"/>
                  </a:lnTo>
                  <a:lnTo>
                    <a:pt x="702" y="6117"/>
                  </a:lnTo>
                  <a:lnTo>
                    <a:pt x="943" y="5957"/>
                  </a:lnTo>
                  <a:lnTo>
                    <a:pt x="1183" y="5736"/>
                  </a:lnTo>
                  <a:lnTo>
                    <a:pt x="1444" y="5515"/>
                  </a:lnTo>
                  <a:lnTo>
                    <a:pt x="1966" y="4994"/>
                  </a:lnTo>
                  <a:lnTo>
                    <a:pt x="2487" y="4452"/>
                  </a:lnTo>
                  <a:lnTo>
                    <a:pt x="2928" y="3971"/>
                  </a:lnTo>
                  <a:lnTo>
                    <a:pt x="3490" y="3349"/>
                  </a:lnTo>
                  <a:lnTo>
                    <a:pt x="3490" y="3349"/>
                  </a:lnTo>
                  <a:lnTo>
                    <a:pt x="3811" y="3029"/>
                  </a:lnTo>
                  <a:lnTo>
                    <a:pt x="4011" y="2848"/>
                  </a:lnTo>
                  <a:lnTo>
                    <a:pt x="4252" y="2668"/>
                  </a:lnTo>
                  <a:lnTo>
                    <a:pt x="4492" y="2507"/>
                  </a:lnTo>
                  <a:lnTo>
                    <a:pt x="4753" y="2367"/>
                  </a:lnTo>
                  <a:lnTo>
                    <a:pt x="5034" y="2266"/>
                  </a:lnTo>
                  <a:lnTo>
                    <a:pt x="5174" y="2226"/>
                  </a:lnTo>
                  <a:lnTo>
                    <a:pt x="5315" y="2206"/>
                  </a:lnTo>
                  <a:lnTo>
                    <a:pt x="5315" y="2206"/>
                  </a:lnTo>
                  <a:lnTo>
                    <a:pt x="5535" y="2246"/>
                  </a:lnTo>
                  <a:lnTo>
                    <a:pt x="5535" y="2246"/>
                  </a:lnTo>
                  <a:lnTo>
                    <a:pt x="5154" y="1966"/>
                  </a:lnTo>
                  <a:lnTo>
                    <a:pt x="5154" y="1966"/>
                  </a:lnTo>
                  <a:lnTo>
                    <a:pt x="5154" y="1966"/>
                  </a:lnTo>
                  <a:lnTo>
                    <a:pt x="4372" y="1384"/>
                  </a:lnTo>
                  <a:lnTo>
                    <a:pt x="4372" y="1384"/>
                  </a:lnTo>
                  <a:lnTo>
                    <a:pt x="3470" y="682"/>
                  </a:lnTo>
                  <a:lnTo>
                    <a:pt x="3470" y="682"/>
                  </a:lnTo>
                  <a:lnTo>
                    <a:pt x="3470" y="682"/>
                  </a:lnTo>
                  <a:lnTo>
                    <a:pt x="2607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6" name="Google Shape;7786;p37"/>
            <p:cNvSpPr/>
            <p:nvPr/>
          </p:nvSpPr>
          <p:spPr>
            <a:xfrm>
              <a:off x="10387150" y="4088650"/>
              <a:ext cx="283800" cy="289325"/>
            </a:xfrm>
            <a:custGeom>
              <a:avLst/>
              <a:gdLst/>
              <a:ahLst/>
              <a:cxnLst/>
              <a:rect l="l" t="t" r="r" b="b"/>
              <a:pathLst>
                <a:path w="11352" h="11573" extrusionOk="0">
                  <a:moveTo>
                    <a:pt x="1" y="1"/>
                  </a:moveTo>
                  <a:lnTo>
                    <a:pt x="321" y="602"/>
                  </a:lnTo>
                  <a:lnTo>
                    <a:pt x="662" y="1224"/>
                  </a:lnTo>
                  <a:lnTo>
                    <a:pt x="1344" y="2407"/>
                  </a:lnTo>
                  <a:lnTo>
                    <a:pt x="2066" y="3570"/>
                  </a:lnTo>
                  <a:lnTo>
                    <a:pt x="2808" y="4694"/>
                  </a:lnTo>
                  <a:lnTo>
                    <a:pt x="4332" y="6037"/>
                  </a:lnTo>
                  <a:lnTo>
                    <a:pt x="5917" y="7381"/>
                  </a:lnTo>
                  <a:lnTo>
                    <a:pt x="7521" y="8684"/>
                  </a:lnTo>
                  <a:lnTo>
                    <a:pt x="8323" y="9326"/>
                  </a:lnTo>
                  <a:lnTo>
                    <a:pt x="9145" y="9968"/>
                  </a:lnTo>
                  <a:lnTo>
                    <a:pt x="10248" y="10770"/>
                  </a:lnTo>
                  <a:lnTo>
                    <a:pt x="11351" y="11572"/>
                  </a:lnTo>
                  <a:lnTo>
                    <a:pt x="11351" y="11572"/>
                  </a:lnTo>
                  <a:lnTo>
                    <a:pt x="10830" y="11071"/>
                  </a:lnTo>
                  <a:lnTo>
                    <a:pt x="10329" y="10529"/>
                  </a:lnTo>
                  <a:lnTo>
                    <a:pt x="9827" y="9988"/>
                  </a:lnTo>
                  <a:lnTo>
                    <a:pt x="9366" y="9426"/>
                  </a:lnTo>
                  <a:lnTo>
                    <a:pt x="8905" y="8865"/>
                  </a:lnTo>
                  <a:lnTo>
                    <a:pt x="8484" y="8263"/>
                  </a:lnTo>
                  <a:lnTo>
                    <a:pt x="8083" y="7662"/>
                  </a:lnTo>
                  <a:lnTo>
                    <a:pt x="7702" y="7040"/>
                  </a:lnTo>
                  <a:lnTo>
                    <a:pt x="6659" y="6178"/>
                  </a:lnTo>
                  <a:lnTo>
                    <a:pt x="5656" y="5295"/>
                  </a:lnTo>
                  <a:lnTo>
                    <a:pt x="4653" y="4413"/>
                  </a:lnTo>
                  <a:lnTo>
                    <a:pt x="3671" y="3510"/>
                  </a:lnTo>
                  <a:lnTo>
                    <a:pt x="2708" y="2628"/>
                  </a:lnTo>
                  <a:lnTo>
                    <a:pt x="1765" y="174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7" name="Google Shape;7787;p37"/>
            <p:cNvSpPr/>
            <p:nvPr/>
          </p:nvSpPr>
          <p:spPr>
            <a:xfrm>
              <a:off x="10334000" y="3869050"/>
              <a:ext cx="193050" cy="235175"/>
            </a:xfrm>
            <a:custGeom>
              <a:avLst/>
              <a:gdLst/>
              <a:ahLst/>
              <a:cxnLst/>
              <a:rect l="l" t="t" r="r" b="b"/>
              <a:pathLst>
                <a:path w="7722" h="9407" extrusionOk="0">
                  <a:moveTo>
                    <a:pt x="402" y="1"/>
                  </a:moveTo>
                  <a:lnTo>
                    <a:pt x="302" y="201"/>
                  </a:lnTo>
                  <a:lnTo>
                    <a:pt x="241" y="402"/>
                  </a:lnTo>
                  <a:lnTo>
                    <a:pt x="121" y="823"/>
                  </a:lnTo>
                  <a:lnTo>
                    <a:pt x="41" y="1264"/>
                  </a:lnTo>
                  <a:lnTo>
                    <a:pt x="1" y="1706"/>
                  </a:lnTo>
                  <a:lnTo>
                    <a:pt x="783" y="2588"/>
                  </a:lnTo>
                  <a:lnTo>
                    <a:pt x="1645" y="3490"/>
                  </a:lnTo>
                  <a:lnTo>
                    <a:pt x="2548" y="4433"/>
                  </a:lnTo>
                  <a:lnTo>
                    <a:pt x="3490" y="5416"/>
                  </a:lnTo>
                  <a:lnTo>
                    <a:pt x="4493" y="6398"/>
                  </a:lnTo>
                  <a:lnTo>
                    <a:pt x="5536" y="7401"/>
                  </a:lnTo>
                  <a:lnTo>
                    <a:pt x="6619" y="8404"/>
                  </a:lnTo>
                  <a:lnTo>
                    <a:pt x="7722" y="9406"/>
                  </a:lnTo>
                  <a:lnTo>
                    <a:pt x="7722" y="9406"/>
                  </a:lnTo>
                  <a:lnTo>
                    <a:pt x="7682" y="8905"/>
                  </a:lnTo>
                  <a:lnTo>
                    <a:pt x="7662" y="8404"/>
                  </a:lnTo>
                  <a:lnTo>
                    <a:pt x="7662" y="7902"/>
                  </a:lnTo>
                  <a:lnTo>
                    <a:pt x="7702" y="7401"/>
                  </a:lnTo>
                  <a:lnTo>
                    <a:pt x="6599" y="6378"/>
                  </a:lnTo>
                  <a:lnTo>
                    <a:pt x="5556" y="5335"/>
                  </a:lnTo>
                  <a:lnTo>
                    <a:pt x="4553" y="4353"/>
                  </a:lnTo>
                  <a:lnTo>
                    <a:pt x="3591" y="3370"/>
                  </a:lnTo>
                  <a:lnTo>
                    <a:pt x="1866" y="1565"/>
                  </a:lnTo>
                  <a:lnTo>
                    <a:pt x="40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8" name="Google Shape;7788;p37"/>
            <p:cNvSpPr/>
            <p:nvPr/>
          </p:nvSpPr>
          <p:spPr>
            <a:xfrm>
              <a:off x="10334000" y="3869050"/>
              <a:ext cx="193050" cy="235175"/>
            </a:xfrm>
            <a:custGeom>
              <a:avLst/>
              <a:gdLst/>
              <a:ahLst/>
              <a:cxnLst/>
              <a:rect l="l" t="t" r="r" b="b"/>
              <a:pathLst>
                <a:path w="7722" h="9407" fill="none" extrusionOk="0">
                  <a:moveTo>
                    <a:pt x="402" y="1"/>
                  </a:moveTo>
                  <a:lnTo>
                    <a:pt x="402" y="1"/>
                  </a:lnTo>
                  <a:lnTo>
                    <a:pt x="302" y="201"/>
                  </a:lnTo>
                  <a:lnTo>
                    <a:pt x="241" y="402"/>
                  </a:lnTo>
                  <a:lnTo>
                    <a:pt x="121" y="823"/>
                  </a:lnTo>
                  <a:lnTo>
                    <a:pt x="41" y="1264"/>
                  </a:lnTo>
                  <a:lnTo>
                    <a:pt x="1" y="1706"/>
                  </a:lnTo>
                  <a:lnTo>
                    <a:pt x="1" y="1706"/>
                  </a:lnTo>
                  <a:lnTo>
                    <a:pt x="1" y="1706"/>
                  </a:lnTo>
                  <a:lnTo>
                    <a:pt x="783" y="2588"/>
                  </a:lnTo>
                  <a:lnTo>
                    <a:pt x="1645" y="3490"/>
                  </a:lnTo>
                  <a:lnTo>
                    <a:pt x="2548" y="4433"/>
                  </a:lnTo>
                  <a:lnTo>
                    <a:pt x="3490" y="5416"/>
                  </a:lnTo>
                  <a:lnTo>
                    <a:pt x="4493" y="6398"/>
                  </a:lnTo>
                  <a:lnTo>
                    <a:pt x="5536" y="7401"/>
                  </a:lnTo>
                  <a:lnTo>
                    <a:pt x="6619" y="8404"/>
                  </a:lnTo>
                  <a:lnTo>
                    <a:pt x="7722" y="9406"/>
                  </a:lnTo>
                  <a:lnTo>
                    <a:pt x="7722" y="9406"/>
                  </a:lnTo>
                  <a:lnTo>
                    <a:pt x="7722" y="9406"/>
                  </a:lnTo>
                  <a:lnTo>
                    <a:pt x="7722" y="9406"/>
                  </a:lnTo>
                  <a:lnTo>
                    <a:pt x="7682" y="8905"/>
                  </a:lnTo>
                  <a:lnTo>
                    <a:pt x="7662" y="8404"/>
                  </a:lnTo>
                  <a:lnTo>
                    <a:pt x="7662" y="7902"/>
                  </a:lnTo>
                  <a:lnTo>
                    <a:pt x="7702" y="7401"/>
                  </a:lnTo>
                  <a:lnTo>
                    <a:pt x="7702" y="7401"/>
                  </a:lnTo>
                  <a:lnTo>
                    <a:pt x="6599" y="6378"/>
                  </a:lnTo>
                  <a:lnTo>
                    <a:pt x="5556" y="5335"/>
                  </a:lnTo>
                  <a:lnTo>
                    <a:pt x="4553" y="4353"/>
                  </a:lnTo>
                  <a:lnTo>
                    <a:pt x="3591" y="3370"/>
                  </a:lnTo>
                  <a:lnTo>
                    <a:pt x="1866" y="1565"/>
                  </a:lnTo>
                  <a:lnTo>
                    <a:pt x="402" y="1"/>
                  </a:lnTo>
                  <a:lnTo>
                    <a:pt x="4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9" name="Google Shape;7789;p37"/>
            <p:cNvSpPr/>
            <p:nvPr/>
          </p:nvSpPr>
          <p:spPr>
            <a:xfrm>
              <a:off x="10352050" y="3796875"/>
              <a:ext cx="252225" cy="238650"/>
            </a:xfrm>
            <a:custGeom>
              <a:avLst/>
              <a:gdLst/>
              <a:ahLst/>
              <a:cxnLst/>
              <a:rect l="l" t="t" r="r" b="b"/>
              <a:pathLst>
                <a:path w="10089" h="9546" extrusionOk="0">
                  <a:moveTo>
                    <a:pt x="5275" y="0"/>
                  </a:moveTo>
                  <a:lnTo>
                    <a:pt x="4894" y="20"/>
                  </a:lnTo>
                  <a:lnTo>
                    <a:pt x="4493" y="40"/>
                  </a:lnTo>
                  <a:lnTo>
                    <a:pt x="4112" y="80"/>
                  </a:lnTo>
                  <a:lnTo>
                    <a:pt x="3751" y="140"/>
                  </a:lnTo>
                  <a:lnTo>
                    <a:pt x="3390" y="221"/>
                  </a:lnTo>
                  <a:lnTo>
                    <a:pt x="3029" y="321"/>
                  </a:lnTo>
                  <a:lnTo>
                    <a:pt x="2668" y="421"/>
                  </a:lnTo>
                  <a:lnTo>
                    <a:pt x="2327" y="541"/>
                  </a:lnTo>
                  <a:lnTo>
                    <a:pt x="2006" y="682"/>
                  </a:lnTo>
                  <a:lnTo>
                    <a:pt x="1685" y="862"/>
                  </a:lnTo>
                  <a:lnTo>
                    <a:pt x="1385" y="1043"/>
                  </a:lnTo>
                  <a:lnTo>
                    <a:pt x="1084" y="1243"/>
                  </a:lnTo>
                  <a:lnTo>
                    <a:pt x="803" y="1464"/>
                  </a:lnTo>
                  <a:lnTo>
                    <a:pt x="542" y="1705"/>
                  </a:lnTo>
                  <a:lnTo>
                    <a:pt x="282" y="1985"/>
                  </a:lnTo>
                  <a:lnTo>
                    <a:pt x="41" y="2266"/>
                  </a:lnTo>
                  <a:lnTo>
                    <a:pt x="1" y="2346"/>
                  </a:lnTo>
                  <a:lnTo>
                    <a:pt x="723" y="3149"/>
                  </a:lnTo>
                  <a:lnTo>
                    <a:pt x="1485" y="3991"/>
                  </a:lnTo>
                  <a:lnTo>
                    <a:pt x="2307" y="4853"/>
                  </a:lnTo>
                  <a:lnTo>
                    <a:pt x="3189" y="5756"/>
                  </a:lnTo>
                  <a:lnTo>
                    <a:pt x="4092" y="6678"/>
                  </a:lnTo>
                  <a:lnTo>
                    <a:pt x="5034" y="7621"/>
                  </a:lnTo>
                  <a:lnTo>
                    <a:pt x="6037" y="8583"/>
                  </a:lnTo>
                  <a:lnTo>
                    <a:pt x="7060" y="9546"/>
                  </a:lnTo>
                  <a:lnTo>
                    <a:pt x="7120" y="9185"/>
                  </a:lnTo>
                  <a:lnTo>
                    <a:pt x="7200" y="8804"/>
                  </a:lnTo>
                  <a:lnTo>
                    <a:pt x="7281" y="8463"/>
                  </a:lnTo>
                  <a:lnTo>
                    <a:pt x="7381" y="8102"/>
                  </a:lnTo>
                  <a:lnTo>
                    <a:pt x="7521" y="7761"/>
                  </a:lnTo>
                  <a:lnTo>
                    <a:pt x="7662" y="7420"/>
                  </a:lnTo>
                  <a:lnTo>
                    <a:pt x="7802" y="7099"/>
                  </a:lnTo>
                  <a:lnTo>
                    <a:pt x="7982" y="6799"/>
                  </a:lnTo>
                  <a:lnTo>
                    <a:pt x="8183" y="6498"/>
                  </a:lnTo>
                  <a:lnTo>
                    <a:pt x="8384" y="6217"/>
                  </a:lnTo>
                  <a:lnTo>
                    <a:pt x="8624" y="5936"/>
                  </a:lnTo>
                  <a:lnTo>
                    <a:pt x="8865" y="5675"/>
                  </a:lnTo>
                  <a:lnTo>
                    <a:pt x="9146" y="5435"/>
                  </a:lnTo>
                  <a:lnTo>
                    <a:pt x="9426" y="5214"/>
                  </a:lnTo>
                  <a:lnTo>
                    <a:pt x="9747" y="5014"/>
                  </a:lnTo>
                  <a:lnTo>
                    <a:pt x="10088" y="4833"/>
                  </a:lnTo>
                  <a:lnTo>
                    <a:pt x="8765" y="3550"/>
                  </a:lnTo>
                  <a:lnTo>
                    <a:pt x="7521" y="2306"/>
                  </a:lnTo>
                  <a:lnTo>
                    <a:pt x="6358" y="1123"/>
                  </a:lnTo>
                  <a:lnTo>
                    <a:pt x="5275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0" name="Google Shape;7790;p37"/>
            <p:cNvSpPr/>
            <p:nvPr/>
          </p:nvSpPr>
          <p:spPr>
            <a:xfrm>
              <a:off x="10352050" y="3796875"/>
              <a:ext cx="252225" cy="238650"/>
            </a:xfrm>
            <a:custGeom>
              <a:avLst/>
              <a:gdLst/>
              <a:ahLst/>
              <a:cxnLst/>
              <a:rect l="l" t="t" r="r" b="b"/>
              <a:pathLst>
                <a:path w="10089" h="9546" fill="none" extrusionOk="0">
                  <a:moveTo>
                    <a:pt x="5275" y="0"/>
                  </a:moveTo>
                  <a:lnTo>
                    <a:pt x="5275" y="0"/>
                  </a:lnTo>
                  <a:lnTo>
                    <a:pt x="4894" y="20"/>
                  </a:lnTo>
                  <a:lnTo>
                    <a:pt x="4493" y="40"/>
                  </a:lnTo>
                  <a:lnTo>
                    <a:pt x="4112" y="80"/>
                  </a:lnTo>
                  <a:lnTo>
                    <a:pt x="3751" y="140"/>
                  </a:lnTo>
                  <a:lnTo>
                    <a:pt x="3390" y="221"/>
                  </a:lnTo>
                  <a:lnTo>
                    <a:pt x="3029" y="321"/>
                  </a:lnTo>
                  <a:lnTo>
                    <a:pt x="2668" y="421"/>
                  </a:lnTo>
                  <a:lnTo>
                    <a:pt x="2327" y="541"/>
                  </a:lnTo>
                  <a:lnTo>
                    <a:pt x="2006" y="682"/>
                  </a:lnTo>
                  <a:lnTo>
                    <a:pt x="1685" y="862"/>
                  </a:lnTo>
                  <a:lnTo>
                    <a:pt x="1385" y="1043"/>
                  </a:lnTo>
                  <a:lnTo>
                    <a:pt x="1084" y="1243"/>
                  </a:lnTo>
                  <a:lnTo>
                    <a:pt x="803" y="1464"/>
                  </a:lnTo>
                  <a:lnTo>
                    <a:pt x="542" y="1705"/>
                  </a:lnTo>
                  <a:lnTo>
                    <a:pt x="282" y="1985"/>
                  </a:lnTo>
                  <a:lnTo>
                    <a:pt x="41" y="2266"/>
                  </a:lnTo>
                  <a:lnTo>
                    <a:pt x="41" y="2266"/>
                  </a:lnTo>
                  <a:lnTo>
                    <a:pt x="1" y="2346"/>
                  </a:lnTo>
                  <a:lnTo>
                    <a:pt x="1" y="2346"/>
                  </a:lnTo>
                  <a:lnTo>
                    <a:pt x="1" y="2346"/>
                  </a:lnTo>
                  <a:lnTo>
                    <a:pt x="723" y="3149"/>
                  </a:lnTo>
                  <a:lnTo>
                    <a:pt x="1485" y="3991"/>
                  </a:lnTo>
                  <a:lnTo>
                    <a:pt x="2307" y="4853"/>
                  </a:lnTo>
                  <a:lnTo>
                    <a:pt x="3189" y="5756"/>
                  </a:lnTo>
                  <a:lnTo>
                    <a:pt x="4092" y="6678"/>
                  </a:lnTo>
                  <a:lnTo>
                    <a:pt x="5034" y="7621"/>
                  </a:lnTo>
                  <a:lnTo>
                    <a:pt x="6037" y="8583"/>
                  </a:lnTo>
                  <a:lnTo>
                    <a:pt x="7060" y="9546"/>
                  </a:lnTo>
                  <a:lnTo>
                    <a:pt x="7060" y="9546"/>
                  </a:lnTo>
                  <a:lnTo>
                    <a:pt x="7060" y="9546"/>
                  </a:lnTo>
                  <a:lnTo>
                    <a:pt x="7120" y="9185"/>
                  </a:lnTo>
                  <a:lnTo>
                    <a:pt x="7200" y="8804"/>
                  </a:lnTo>
                  <a:lnTo>
                    <a:pt x="7281" y="8463"/>
                  </a:lnTo>
                  <a:lnTo>
                    <a:pt x="7381" y="8102"/>
                  </a:lnTo>
                  <a:lnTo>
                    <a:pt x="7521" y="7761"/>
                  </a:lnTo>
                  <a:lnTo>
                    <a:pt x="7662" y="7420"/>
                  </a:lnTo>
                  <a:lnTo>
                    <a:pt x="7802" y="7099"/>
                  </a:lnTo>
                  <a:lnTo>
                    <a:pt x="7982" y="6799"/>
                  </a:lnTo>
                  <a:lnTo>
                    <a:pt x="8183" y="6498"/>
                  </a:lnTo>
                  <a:lnTo>
                    <a:pt x="8384" y="6217"/>
                  </a:lnTo>
                  <a:lnTo>
                    <a:pt x="8624" y="5936"/>
                  </a:lnTo>
                  <a:lnTo>
                    <a:pt x="8865" y="5675"/>
                  </a:lnTo>
                  <a:lnTo>
                    <a:pt x="9146" y="5435"/>
                  </a:lnTo>
                  <a:lnTo>
                    <a:pt x="9426" y="5214"/>
                  </a:lnTo>
                  <a:lnTo>
                    <a:pt x="9747" y="5014"/>
                  </a:lnTo>
                  <a:lnTo>
                    <a:pt x="10088" y="4833"/>
                  </a:lnTo>
                  <a:lnTo>
                    <a:pt x="10088" y="4833"/>
                  </a:lnTo>
                  <a:lnTo>
                    <a:pt x="8765" y="3550"/>
                  </a:lnTo>
                  <a:lnTo>
                    <a:pt x="7521" y="2306"/>
                  </a:lnTo>
                  <a:lnTo>
                    <a:pt x="6358" y="1123"/>
                  </a:lnTo>
                  <a:lnTo>
                    <a:pt x="5275" y="0"/>
                  </a:lnTo>
                  <a:lnTo>
                    <a:pt x="527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1" name="Google Shape;7791;p37"/>
            <p:cNvSpPr/>
            <p:nvPr/>
          </p:nvSpPr>
          <p:spPr>
            <a:xfrm>
              <a:off x="10458850" y="4207975"/>
              <a:ext cx="265750" cy="215625"/>
            </a:xfrm>
            <a:custGeom>
              <a:avLst/>
              <a:gdLst/>
              <a:ahLst/>
              <a:cxnLst/>
              <a:rect l="l" t="t" r="r" b="b"/>
              <a:pathLst>
                <a:path w="10630" h="8625" extrusionOk="0">
                  <a:moveTo>
                    <a:pt x="0" y="1"/>
                  </a:moveTo>
                  <a:lnTo>
                    <a:pt x="562" y="863"/>
                  </a:lnTo>
                  <a:lnTo>
                    <a:pt x="1123" y="1665"/>
                  </a:lnTo>
                  <a:lnTo>
                    <a:pt x="2166" y="3069"/>
                  </a:lnTo>
                  <a:lnTo>
                    <a:pt x="3009" y="4192"/>
                  </a:lnTo>
                  <a:lnTo>
                    <a:pt x="3610" y="4974"/>
                  </a:lnTo>
                  <a:lnTo>
                    <a:pt x="3630" y="4994"/>
                  </a:lnTo>
                  <a:lnTo>
                    <a:pt x="4493" y="5676"/>
                  </a:lnTo>
                  <a:lnTo>
                    <a:pt x="5395" y="6378"/>
                  </a:lnTo>
                  <a:lnTo>
                    <a:pt x="6177" y="6960"/>
                  </a:lnTo>
                  <a:lnTo>
                    <a:pt x="6558" y="7240"/>
                  </a:lnTo>
                  <a:lnTo>
                    <a:pt x="6899" y="7321"/>
                  </a:lnTo>
                  <a:lnTo>
                    <a:pt x="7300" y="7421"/>
                  </a:lnTo>
                  <a:lnTo>
                    <a:pt x="7761" y="7561"/>
                  </a:lnTo>
                  <a:lnTo>
                    <a:pt x="8263" y="7742"/>
                  </a:lnTo>
                  <a:lnTo>
                    <a:pt x="9366" y="8143"/>
                  </a:lnTo>
                  <a:lnTo>
                    <a:pt x="10629" y="8624"/>
                  </a:lnTo>
                  <a:lnTo>
                    <a:pt x="9767" y="7942"/>
                  </a:lnTo>
                  <a:lnTo>
                    <a:pt x="8945" y="7220"/>
                  </a:lnTo>
                  <a:lnTo>
                    <a:pt x="7561" y="6258"/>
                  </a:lnTo>
                  <a:lnTo>
                    <a:pt x="6217" y="5255"/>
                  </a:lnTo>
                  <a:lnTo>
                    <a:pt x="5415" y="4653"/>
                  </a:lnTo>
                  <a:lnTo>
                    <a:pt x="4633" y="4012"/>
                  </a:lnTo>
                  <a:lnTo>
                    <a:pt x="3831" y="3370"/>
                  </a:lnTo>
                  <a:lnTo>
                    <a:pt x="3049" y="2708"/>
                  </a:lnTo>
                  <a:lnTo>
                    <a:pt x="1504" y="136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2" name="Google Shape;7792;p37"/>
            <p:cNvSpPr/>
            <p:nvPr/>
          </p:nvSpPr>
          <p:spPr>
            <a:xfrm>
              <a:off x="10994300" y="4056075"/>
              <a:ext cx="140400" cy="258225"/>
            </a:xfrm>
            <a:custGeom>
              <a:avLst/>
              <a:gdLst/>
              <a:ahLst/>
              <a:cxnLst/>
              <a:rect l="l" t="t" r="r" b="b"/>
              <a:pathLst>
                <a:path w="5616" h="10329" extrusionOk="0">
                  <a:moveTo>
                    <a:pt x="181" y="0"/>
                  </a:moveTo>
                  <a:lnTo>
                    <a:pt x="121" y="20"/>
                  </a:lnTo>
                  <a:lnTo>
                    <a:pt x="61" y="60"/>
                  </a:lnTo>
                  <a:lnTo>
                    <a:pt x="21" y="121"/>
                  </a:lnTo>
                  <a:lnTo>
                    <a:pt x="1" y="201"/>
                  </a:lnTo>
                  <a:lnTo>
                    <a:pt x="21" y="281"/>
                  </a:lnTo>
                  <a:lnTo>
                    <a:pt x="281" y="883"/>
                  </a:lnTo>
                  <a:lnTo>
                    <a:pt x="562" y="1484"/>
                  </a:lnTo>
                  <a:lnTo>
                    <a:pt x="883" y="2066"/>
                  </a:lnTo>
                  <a:lnTo>
                    <a:pt x="1204" y="2647"/>
                  </a:lnTo>
                  <a:lnTo>
                    <a:pt x="1866" y="3811"/>
                  </a:lnTo>
                  <a:lnTo>
                    <a:pt x="2187" y="4392"/>
                  </a:lnTo>
                  <a:lnTo>
                    <a:pt x="2487" y="4974"/>
                  </a:lnTo>
                  <a:lnTo>
                    <a:pt x="2808" y="5615"/>
                  </a:lnTo>
                  <a:lnTo>
                    <a:pt x="3089" y="6277"/>
                  </a:lnTo>
                  <a:lnTo>
                    <a:pt x="3650" y="7621"/>
                  </a:lnTo>
                  <a:lnTo>
                    <a:pt x="3951" y="8303"/>
                  </a:lnTo>
                  <a:lnTo>
                    <a:pt x="4252" y="8945"/>
                  </a:lnTo>
                  <a:lnTo>
                    <a:pt x="4593" y="9566"/>
                  </a:lnTo>
                  <a:lnTo>
                    <a:pt x="4774" y="9887"/>
                  </a:lnTo>
                  <a:lnTo>
                    <a:pt x="4974" y="10168"/>
                  </a:lnTo>
                  <a:lnTo>
                    <a:pt x="5054" y="10268"/>
                  </a:lnTo>
                  <a:lnTo>
                    <a:pt x="5155" y="10308"/>
                  </a:lnTo>
                  <a:lnTo>
                    <a:pt x="5255" y="10328"/>
                  </a:lnTo>
                  <a:lnTo>
                    <a:pt x="5375" y="10328"/>
                  </a:lnTo>
                  <a:lnTo>
                    <a:pt x="5475" y="10288"/>
                  </a:lnTo>
                  <a:lnTo>
                    <a:pt x="5556" y="10228"/>
                  </a:lnTo>
                  <a:lnTo>
                    <a:pt x="5616" y="10128"/>
                  </a:lnTo>
                  <a:lnTo>
                    <a:pt x="5616" y="10068"/>
                  </a:lnTo>
                  <a:lnTo>
                    <a:pt x="5616" y="9987"/>
                  </a:lnTo>
                  <a:lnTo>
                    <a:pt x="5596" y="9667"/>
                  </a:lnTo>
                  <a:lnTo>
                    <a:pt x="5536" y="9326"/>
                  </a:lnTo>
                  <a:lnTo>
                    <a:pt x="5475" y="9005"/>
                  </a:lnTo>
                  <a:lnTo>
                    <a:pt x="5395" y="8664"/>
                  </a:lnTo>
                  <a:lnTo>
                    <a:pt x="5295" y="8323"/>
                  </a:lnTo>
                  <a:lnTo>
                    <a:pt x="5195" y="8002"/>
                  </a:lnTo>
                  <a:lnTo>
                    <a:pt x="4954" y="7340"/>
                  </a:lnTo>
                  <a:lnTo>
                    <a:pt x="4673" y="6698"/>
                  </a:lnTo>
                  <a:lnTo>
                    <a:pt x="4372" y="6077"/>
                  </a:lnTo>
                  <a:lnTo>
                    <a:pt x="3751" y="4853"/>
                  </a:lnTo>
                  <a:lnTo>
                    <a:pt x="3410" y="4212"/>
                  </a:lnTo>
                  <a:lnTo>
                    <a:pt x="3069" y="3570"/>
                  </a:lnTo>
                  <a:lnTo>
                    <a:pt x="2688" y="2928"/>
                  </a:lnTo>
                  <a:lnTo>
                    <a:pt x="2287" y="2286"/>
                  </a:lnTo>
                  <a:lnTo>
                    <a:pt x="1866" y="1685"/>
                  </a:lnTo>
                  <a:lnTo>
                    <a:pt x="1424" y="1103"/>
                  </a:lnTo>
                  <a:lnTo>
                    <a:pt x="1184" y="822"/>
                  </a:lnTo>
                  <a:lnTo>
                    <a:pt x="943" y="562"/>
                  </a:lnTo>
                  <a:lnTo>
                    <a:pt x="682" y="301"/>
                  </a:lnTo>
                  <a:lnTo>
                    <a:pt x="402" y="60"/>
                  </a:lnTo>
                  <a:lnTo>
                    <a:pt x="342" y="20"/>
                  </a:lnTo>
                  <a:lnTo>
                    <a:pt x="26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3" name="Google Shape;7793;p37"/>
            <p:cNvSpPr/>
            <p:nvPr/>
          </p:nvSpPr>
          <p:spPr>
            <a:xfrm>
              <a:off x="11130675" y="4355875"/>
              <a:ext cx="28100" cy="29100"/>
            </a:xfrm>
            <a:custGeom>
              <a:avLst/>
              <a:gdLst/>
              <a:ahLst/>
              <a:cxnLst/>
              <a:rect l="l" t="t" r="r" b="b"/>
              <a:pathLst>
                <a:path w="1124" h="1164" extrusionOk="0">
                  <a:moveTo>
                    <a:pt x="562" y="1"/>
                  </a:moveTo>
                  <a:lnTo>
                    <a:pt x="422" y="21"/>
                  </a:lnTo>
                  <a:lnTo>
                    <a:pt x="321" y="61"/>
                  </a:lnTo>
                  <a:lnTo>
                    <a:pt x="221" y="101"/>
                  </a:lnTo>
                  <a:lnTo>
                    <a:pt x="141" y="181"/>
                  </a:lnTo>
                  <a:lnTo>
                    <a:pt x="81" y="262"/>
                  </a:lnTo>
                  <a:lnTo>
                    <a:pt x="41" y="362"/>
                  </a:lnTo>
                  <a:lnTo>
                    <a:pt x="0" y="482"/>
                  </a:lnTo>
                  <a:lnTo>
                    <a:pt x="0" y="582"/>
                  </a:lnTo>
                  <a:lnTo>
                    <a:pt x="0" y="683"/>
                  </a:lnTo>
                  <a:lnTo>
                    <a:pt x="41" y="803"/>
                  </a:lnTo>
                  <a:lnTo>
                    <a:pt x="81" y="883"/>
                  </a:lnTo>
                  <a:lnTo>
                    <a:pt x="141" y="984"/>
                  </a:lnTo>
                  <a:lnTo>
                    <a:pt x="221" y="1064"/>
                  </a:lnTo>
                  <a:lnTo>
                    <a:pt x="321" y="1104"/>
                  </a:lnTo>
                  <a:lnTo>
                    <a:pt x="422" y="1144"/>
                  </a:lnTo>
                  <a:lnTo>
                    <a:pt x="562" y="1164"/>
                  </a:lnTo>
                  <a:lnTo>
                    <a:pt x="682" y="1144"/>
                  </a:lnTo>
                  <a:lnTo>
                    <a:pt x="803" y="1104"/>
                  </a:lnTo>
                  <a:lnTo>
                    <a:pt x="903" y="1064"/>
                  </a:lnTo>
                  <a:lnTo>
                    <a:pt x="983" y="984"/>
                  </a:lnTo>
                  <a:lnTo>
                    <a:pt x="1043" y="883"/>
                  </a:lnTo>
                  <a:lnTo>
                    <a:pt x="1083" y="803"/>
                  </a:lnTo>
                  <a:lnTo>
                    <a:pt x="1103" y="683"/>
                  </a:lnTo>
                  <a:lnTo>
                    <a:pt x="1123" y="582"/>
                  </a:lnTo>
                  <a:lnTo>
                    <a:pt x="1103" y="482"/>
                  </a:lnTo>
                  <a:lnTo>
                    <a:pt x="1083" y="362"/>
                  </a:lnTo>
                  <a:lnTo>
                    <a:pt x="1043" y="262"/>
                  </a:lnTo>
                  <a:lnTo>
                    <a:pt x="983" y="181"/>
                  </a:lnTo>
                  <a:lnTo>
                    <a:pt x="903" y="101"/>
                  </a:lnTo>
                  <a:lnTo>
                    <a:pt x="803" y="61"/>
                  </a:lnTo>
                  <a:lnTo>
                    <a:pt x="682" y="21"/>
                  </a:lnTo>
                  <a:lnTo>
                    <a:pt x="56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7" name="Google Shape;8737;p44"/>
          <p:cNvSpPr txBox="1">
            <a:spLocks noGrp="1"/>
          </p:cNvSpPr>
          <p:nvPr>
            <p:ph type="title"/>
          </p:nvPr>
        </p:nvSpPr>
        <p:spPr>
          <a:xfrm>
            <a:off x="2366400" y="3204066"/>
            <a:ext cx="4411200" cy="5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youu</a:t>
            </a:r>
            <a:endParaRPr dirty="0"/>
          </a:p>
        </p:txBody>
      </p:sp>
      <p:sp>
        <p:nvSpPr>
          <p:cNvPr id="8738" name="Google Shape;8738;p44"/>
          <p:cNvSpPr txBox="1">
            <a:spLocks noGrp="1"/>
          </p:cNvSpPr>
          <p:nvPr>
            <p:ph type="subTitle" idx="1"/>
          </p:nvPr>
        </p:nvSpPr>
        <p:spPr>
          <a:xfrm>
            <a:off x="2367311" y="3766616"/>
            <a:ext cx="4409400" cy="73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Got any questions? A</a:t>
            </a:r>
            <a:r>
              <a:rPr lang="en-US" dirty="0"/>
              <a:t>s</a:t>
            </a:r>
            <a:r>
              <a:rPr lang="en" dirty="0"/>
              <a:t>k up :&gt;</a:t>
            </a:r>
            <a:endParaRPr dirty="0"/>
          </a:p>
        </p:txBody>
      </p:sp>
      <p:grpSp>
        <p:nvGrpSpPr>
          <p:cNvPr id="8739" name="Google Shape;8739;p44"/>
          <p:cNvGrpSpPr/>
          <p:nvPr/>
        </p:nvGrpSpPr>
        <p:grpSpPr>
          <a:xfrm>
            <a:off x="3023843" y="645484"/>
            <a:ext cx="2899776" cy="2266644"/>
            <a:chOff x="4794566" y="1229221"/>
            <a:chExt cx="3492864" cy="2730238"/>
          </a:xfrm>
        </p:grpSpPr>
        <p:sp>
          <p:nvSpPr>
            <p:cNvPr id="8740" name="Google Shape;8740;p44"/>
            <p:cNvSpPr/>
            <p:nvPr/>
          </p:nvSpPr>
          <p:spPr>
            <a:xfrm>
              <a:off x="6010192" y="3526822"/>
              <a:ext cx="1061612" cy="432637"/>
            </a:xfrm>
            <a:custGeom>
              <a:avLst/>
              <a:gdLst/>
              <a:ahLst/>
              <a:cxnLst/>
              <a:rect l="l" t="t" r="r" b="b"/>
              <a:pathLst>
                <a:path w="15037" h="6128" extrusionOk="0">
                  <a:moveTo>
                    <a:pt x="2443" y="1"/>
                  </a:moveTo>
                  <a:lnTo>
                    <a:pt x="2222" y="2875"/>
                  </a:lnTo>
                  <a:cubicBezTo>
                    <a:pt x="2222" y="2875"/>
                    <a:pt x="2339" y="3398"/>
                    <a:pt x="1529" y="4116"/>
                  </a:cubicBezTo>
                  <a:cubicBezTo>
                    <a:pt x="732" y="4835"/>
                    <a:pt x="92" y="5500"/>
                    <a:pt x="92" y="5500"/>
                  </a:cubicBezTo>
                  <a:cubicBezTo>
                    <a:pt x="92" y="5500"/>
                    <a:pt x="1" y="5657"/>
                    <a:pt x="1" y="5892"/>
                  </a:cubicBezTo>
                  <a:cubicBezTo>
                    <a:pt x="1" y="6115"/>
                    <a:pt x="131" y="6127"/>
                    <a:pt x="693" y="6127"/>
                  </a:cubicBezTo>
                  <a:lnTo>
                    <a:pt x="14345" y="6127"/>
                  </a:lnTo>
                  <a:cubicBezTo>
                    <a:pt x="14906" y="6127"/>
                    <a:pt x="15037" y="6115"/>
                    <a:pt x="15037" y="5892"/>
                  </a:cubicBezTo>
                  <a:cubicBezTo>
                    <a:pt x="15037" y="5657"/>
                    <a:pt x="14946" y="5500"/>
                    <a:pt x="14946" y="5500"/>
                  </a:cubicBezTo>
                  <a:cubicBezTo>
                    <a:pt x="14946" y="5500"/>
                    <a:pt x="14305" y="4835"/>
                    <a:pt x="13495" y="4116"/>
                  </a:cubicBezTo>
                  <a:cubicBezTo>
                    <a:pt x="12699" y="3398"/>
                    <a:pt x="12804" y="2875"/>
                    <a:pt x="12804" y="2875"/>
                  </a:cubicBezTo>
                  <a:lnTo>
                    <a:pt x="1259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1" name="Google Shape;8741;p44"/>
            <p:cNvSpPr/>
            <p:nvPr/>
          </p:nvSpPr>
          <p:spPr>
            <a:xfrm>
              <a:off x="4794566" y="1229221"/>
              <a:ext cx="3492864" cy="2297606"/>
            </a:xfrm>
            <a:custGeom>
              <a:avLst/>
              <a:gdLst/>
              <a:ahLst/>
              <a:cxnLst/>
              <a:rect l="l" t="t" r="r" b="b"/>
              <a:pathLst>
                <a:path w="49474" h="32544" extrusionOk="0">
                  <a:moveTo>
                    <a:pt x="2509" y="0"/>
                  </a:moveTo>
                  <a:cubicBezTo>
                    <a:pt x="1124" y="0"/>
                    <a:pt x="0" y="1124"/>
                    <a:pt x="0" y="2509"/>
                  </a:cubicBezTo>
                  <a:lnTo>
                    <a:pt x="0" y="30035"/>
                  </a:lnTo>
                  <a:cubicBezTo>
                    <a:pt x="0" y="31420"/>
                    <a:pt x="1124" y="32544"/>
                    <a:pt x="2509" y="32544"/>
                  </a:cubicBezTo>
                  <a:lnTo>
                    <a:pt x="46965" y="32544"/>
                  </a:lnTo>
                  <a:cubicBezTo>
                    <a:pt x="48350" y="32544"/>
                    <a:pt x="49474" y="31420"/>
                    <a:pt x="49474" y="30035"/>
                  </a:cubicBezTo>
                  <a:lnTo>
                    <a:pt x="49474" y="2509"/>
                  </a:lnTo>
                  <a:cubicBezTo>
                    <a:pt x="49474" y="1124"/>
                    <a:pt x="48350" y="0"/>
                    <a:pt x="4696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2" name="Google Shape;8742;p44"/>
            <p:cNvSpPr/>
            <p:nvPr/>
          </p:nvSpPr>
          <p:spPr>
            <a:xfrm>
              <a:off x="6472417" y="3323532"/>
              <a:ext cx="137163" cy="137161"/>
            </a:xfrm>
            <a:custGeom>
              <a:avLst/>
              <a:gdLst/>
              <a:ahLst/>
              <a:cxnLst/>
              <a:rect l="l" t="t" r="r" b="b"/>
              <a:pathLst>
                <a:path w="3005" h="3020" extrusionOk="0">
                  <a:moveTo>
                    <a:pt x="1503" y="1"/>
                  </a:moveTo>
                  <a:cubicBezTo>
                    <a:pt x="667" y="1"/>
                    <a:pt x="0" y="680"/>
                    <a:pt x="0" y="1504"/>
                  </a:cubicBezTo>
                  <a:cubicBezTo>
                    <a:pt x="0" y="2340"/>
                    <a:pt x="667" y="3019"/>
                    <a:pt x="1503" y="3019"/>
                  </a:cubicBezTo>
                  <a:cubicBezTo>
                    <a:pt x="2326" y="3019"/>
                    <a:pt x="3005" y="2340"/>
                    <a:pt x="3005" y="1504"/>
                  </a:cubicBezTo>
                  <a:cubicBezTo>
                    <a:pt x="3005" y="680"/>
                    <a:pt x="2326" y="1"/>
                    <a:pt x="15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44" name="Google Shape;8744;p44"/>
          <p:cNvGrpSpPr/>
          <p:nvPr/>
        </p:nvGrpSpPr>
        <p:grpSpPr>
          <a:xfrm>
            <a:off x="2892937" y="1806683"/>
            <a:ext cx="583867" cy="1105116"/>
            <a:chOff x="5831933" y="1426049"/>
            <a:chExt cx="1401841" cy="2653341"/>
          </a:xfrm>
        </p:grpSpPr>
        <p:sp>
          <p:nvSpPr>
            <p:cNvPr id="8745" name="Google Shape;8745;p44"/>
            <p:cNvSpPr/>
            <p:nvPr/>
          </p:nvSpPr>
          <p:spPr>
            <a:xfrm>
              <a:off x="5831933" y="1426049"/>
              <a:ext cx="1401841" cy="2653341"/>
            </a:xfrm>
            <a:custGeom>
              <a:avLst/>
              <a:gdLst/>
              <a:ahLst/>
              <a:cxnLst/>
              <a:rect l="l" t="t" r="r" b="b"/>
              <a:pathLst>
                <a:path w="22301" h="42212" extrusionOk="0">
                  <a:moveTo>
                    <a:pt x="1712" y="1"/>
                  </a:moveTo>
                  <a:cubicBezTo>
                    <a:pt x="771" y="1"/>
                    <a:pt x="1" y="967"/>
                    <a:pt x="1" y="2143"/>
                  </a:cubicBezTo>
                  <a:lnTo>
                    <a:pt x="1" y="40082"/>
                  </a:lnTo>
                  <a:cubicBezTo>
                    <a:pt x="1" y="41257"/>
                    <a:pt x="771" y="42212"/>
                    <a:pt x="1712" y="42212"/>
                  </a:cubicBezTo>
                  <a:lnTo>
                    <a:pt x="20590" y="42212"/>
                  </a:lnTo>
                  <a:cubicBezTo>
                    <a:pt x="21531" y="42212"/>
                    <a:pt x="22301" y="41257"/>
                    <a:pt x="22301" y="40082"/>
                  </a:cubicBezTo>
                  <a:lnTo>
                    <a:pt x="22301" y="2143"/>
                  </a:lnTo>
                  <a:cubicBezTo>
                    <a:pt x="22301" y="967"/>
                    <a:pt x="21531" y="1"/>
                    <a:pt x="205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6" name="Google Shape;8746;p44"/>
            <p:cNvSpPr/>
            <p:nvPr/>
          </p:nvSpPr>
          <p:spPr>
            <a:xfrm>
              <a:off x="6434698" y="3711415"/>
              <a:ext cx="196312" cy="196367"/>
            </a:xfrm>
            <a:custGeom>
              <a:avLst/>
              <a:gdLst/>
              <a:ahLst/>
              <a:cxnLst/>
              <a:rect l="l" t="t" r="r" b="b"/>
              <a:pathLst>
                <a:path w="3123" h="3124" extrusionOk="0">
                  <a:moveTo>
                    <a:pt x="1555" y="1"/>
                  </a:moveTo>
                  <a:cubicBezTo>
                    <a:pt x="693" y="1"/>
                    <a:pt x="1" y="694"/>
                    <a:pt x="1" y="1556"/>
                  </a:cubicBezTo>
                  <a:cubicBezTo>
                    <a:pt x="1" y="2418"/>
                    <a:pt x="693" y="3124"/>
                    <a:pt x="1555" y="3124"/>
                  </a:cubicBezTo>
                  <a:cubicBezTo>
                    <a:pt x="2431" y="3124"/>
                    <a:pt x="3123" y="2418"/>
                    <a:pt x="3123" y="1556"/>
                  </a:cubicBezTo>
                  <a:cubicBezTo>
                    <a:pt x="3123" y="694"/>
                    <a:pt x="2431" y="1"/>
                    <a:pt x="155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8747" name="Google Shape;8747;p44"/>
          <p:cNvPicPr preferRelativeResize="0"/>
          <p:nvPr/>
        </p:nvPicPr>
        <p:blipFill rotWithShape="1">
          <a:blip r:embed="rId3">
            <a:alphaModFix/>
          </a:blip>
          <a:srcRect l="24580" t="25025" r="21763" b="17142"/>
          <a:stretch/>
        </p:blipFill>
        <p:spPr>
          <a:xfrm>
            <a:off x="2932998" y="1848598"/>
            <a:ext cx="504300" cy="8286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grpSp>
        <p:nvGrpSpPr>
          <p:cNvPr id="8748" name="Google Shape;8748;p44"/>
          <p:cNvGrpSpPr/>
          <p:nvPr/>
        </p:nvGrpSpPr>
        <p:grpSpPr>
          <a:xfrm>
            <a:off x="5191750" y="1301178"/>
            <a:ext cx="1059312" cy="1610683"/>
            <a:chOff x="1724135" y="1120426"/>
            <a:chExt cx="1909015" cy="2902655"/>
          </a:xfrm>
        </p:grpSpPr>
        <p:sp>
          <p:nvSpPr>
            <p:cNvPr id="8749" name="Google Shape;8749;p44"/>
            <p:cNvSpPr/>
            <p:nvPr/>
          </p:nvSpPr>
          <p:spPr>
            <a:xfrm>
              <a:off x="1724135" y="1120426"/>
              <a:ext cx="1909015" cy="2902655"/>
            </a:xfrm>
            <a:custGeom>
              <a:avLst/>
              <a:gdLst/>
              <a:ahLst/>
              <a:cxnLst/>
              <a:rect l="l" t="t" r="r" b="b"/>
              <a:pathLst>
                <a:path w="33758" h="51329" extrusionOk="0">
                  <a:moveTo>
                    <a:pt x="2587" y="0"/>
                  </a:moveTo>
                  <a:cubicBezTo>
                    <a:pt x="1162" y="0"/>
                    <a:pt x="0" y="1163"/>
                    <a:pt x="0" y="2600"/>
                  </a:cubicBezTo>
                  <a:lnTo>
                    <a:pt x="0" y="48730"/>
                  </a:lnTo>
                  <a:cubicBezTo>
                    <a:pt x="0" y="50167"/>
                    <a:pt x="1162" y="51329"/>
                    <a:pt x="2587" y="51329"/>
                  </a:cubicBezTo>
                  <a:lnTo>
                    <a:pt x="31158" y="51329"/>
                  </a:lnTo>
                  <a:cubicBezTo>
                    <a:pt x="32595" y="51329"/>
                    <a:pt x="33758" y="50167"/>
                    <a:pt x="33758" y="48730"/>
                  </a:cubicBezTo>
                  <a:lnTo>
                    <a:pt x="33758" y="2600"/>
                  </a:lnTo>
                  <a:cubicBezTo>
                    <a:pt x="33758" y="1163"/>
                    <a:pt x="32595" y="0"/>
                    <a:pt x="3115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0" name="Google Shape;8750;p44"/>
            <p:cNvSpPr/>
            <p:nvPr/>
          </p:nvSpPr>
          <p:spPr>
            <a:xfrm>
              <a:off x="2593676" y="3695332"/>
              <a:ext cx="169933" cy="170781"/>
            </a:xfrm>
            <a:custGeom>
              <a:avLst/>
              <a:gdLst/>
              <a:ahLst/>
              <a:cxnLst/>
              <a:rect l="l" t="t" r="r" b="b"/>
              <a:pathLst>
                <a:path w="3005" h="3020" extrusionOk="0">
                  <a:moveTo>
                    <a:pt x="1503" y="1"/>
                  </a:moveTo>
                  <a:cubicBezTo>
                    <a:pt x="667" y="1"/>
                    <a:pt x="0" y="680"/>
                    <a:pt x="0" y="1504"/>
                  </a:cubicBezTo>
                  <a:cubicBezTo>
                    <a:pt x="0" y="2340"/>
                    <a:pt x="667" y="3019"/>
                    <a:pt x="1503" y="3019"/>
                  </a:cubicBezTo>
                  <a:cubicBezTo>
                    <a:pt x="2326" y="3019"/>
                    <a:pt x="3005" y="2340"/>
                    <a:pt x="3005" y="1504"/>
                  </a:cubicBezTo>
                  <a:cubicBezTo>
                    <a:pt x="3005" y="680"/>
                    <a:pt x="2326" y="1"/>
                    <a:pt x="15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8751" name="Google Shape;8751;p44"/>
          <p:cNvPicPr preferRelativeResize="0"/>
          <p:nvPr/>
        </p:nvPicPr>
        <p:blipFill rotWithShape="1">
          <a:blip r:embed="rId4">
            <a:alphaModFix/>
          </a:blip>
          <a:srcRect l="6371" r="6362"/>
          <a:stretch/>
        </p:blipFill>
        <p:spPr>
          <a:xfrm>
            <a:off x="5251793" y="1365822"/>
            <a:ext cx="939900" cy="12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grpSp>
        <p:nvGrpSpPr>
          <p:cNvPr id="8752" name="Google Shape;8752;p44"/>
          <p:cNvGrpSpPr/>
          <p:nvPr/>
        </p:nvGrpSpPr>
        <p:grpSpPr>
          <a:xfrm>
            <a:off x="357231" y="3826047"/>
            <a:ext cx="1445336" cy="1115411"/>
            <a:chOff x="12761825" y="3127225"/>
            <a:chExt cx="2554500" cy="1971388"/>
          </a:xfrm>
        </p:grpSpPr>
        <p:sp>
          <p:nvSpPr>
            <p:cNvPr id="8753" name="Google Shape;8753;p44"/>
            <p:cNvSpPr/>
            <p:nvPr/>
          </p:nvSpPr>
          <p:spPr>
            <a:xfrm>
              <a:off x="12761825" y="4921613"/>
              <a:ext cx="2554500" cy="177000"/>
            </a:xfrm>
            <a:prstGeom prst="ellipse">
              <a:avLst/>
            </a:pr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4" name="Google Shape;8754;p44"/>
            <p:cNvSpPr/>
            <p:nvPr/>
          </p:nvSpPr>
          <p:spPr>
            <a:xfrm>
              <a:off x="13559425" y="3153675"/>
              <a:ext cx="384100" cy="241500"/>
            </a:xfrm>
            <a:custGeom>
              <a:avLst/>
              <a:gdLst/>
              <a:ahLst/>
              <a:cxnLst/>
              <a:rect l="l" t="t" r="r" b="b"/>
              <a:pathLst>
                <a:path w="15364" h="9660" extrusionOk="0">
                  <a:moveTo>
                    <a:pt x="3544" y="1"/>
                  </a:moveTo>
                  <a:lnTo>
                    <a:pt x="2701" y="23"/>
                  </a:lnTo>
                  <a:lnTo>
                    <a:pt x="1837" y="87"/>
                  </a:lnTo>
                  <a:lnTo>
                    <a:pt x="929" y="174"/>
                  </a:lnTo>
                  <a:lnTo>
                    <a:pt x="0" y="325"/>
                  </a:lnTo>
                  <a:lnTo>
                    <a:pt x="454" y="2940"/>
                  </a:lnTo>
                  <a:lnTo>
                    <a:pt x="1275" y="2832"/>
                  </a:lnTo>
                  <a:lnTo>
                    <a:pt x="2075" y="2745"/>
                  </a:lnTo>
                  <a:lnTo>
                    <a:pt x="2831" y="2680"/>
                  </a:lnTo>
                  <a:lnTo>
                    <a:pt x="3544" y="2659"/>
                  </a:lnTo>
                  <a:lnTo>
                    <a:pt x="4322" y="2680"/>
                  </a:lnTo>
                  <a:lnTo>
                    <a:pt x="5056" y="2745"/>
                  </a:lnTo>
                  <a:lnTo>
                    <a:pt x="5726" y="2853"/>
                  </a:lnTo>
                  <a:lnTo>
                    <a:pt x="6374" y="2983"/>
                  </a:lnTo>
                  <a:lnTo>
                    <a:pt x="6893" y="3112"/>
                  </a:lnTo>
                  <a:lnTo>
                    <a:pt x="7390" y="3285"/>
                  </a:lnTo>
                  <a:lnTo>
                    <a:pt x="7844" y="3458"/>
                  </a:lnTo>
                  <a:lnTo>
                    <a:pt x="8276" y="3653"/>
                  </a:lnTo>
                  <a:lnTo>
                    <a:pt x="8622" y="3847"/>
                  </a:lnTo>
                  <a:lnTo>
                    <a:pt x="8967" y="4042"/>
                  </a:lnTo>
                  <a:lnTo>
                    <a:pt x="9270" y="4258"/>
                  </a:lnTo>
                  <a:lnTo>
                    <a:pt x="9572" y="4474"/>
                  </a:lnTo>
                  <a:lnTo>
                    <a:pt x="9853" y="4690"/>
                  </a:lnTo>
                  <a:lnTo>
                    <a:pt x="10113" y="4928"/>
                  </a:lnTo>
                  <a:lnTo>
                    <a:pt x="10372" y="5165"/>
                  </a:lnTo>
                  <a:lnTo>
                    <a:pt x="10588" y="5403"/>
                  </a:lnTo>
                  <a:lnTo>
                    <a:pt x="10912" y="5770"/>
                  </a:lnTo>
                  <a:lnTo>
                    <a:pt x="11193" y="6138"/>
                  </a:lnTo>
                  <a:lnTo>
                    <a:pt x="11452" y="6526"/>
                  </a:lnTo>
                  <a:lnTo>
                    <a:pt x="11690" y="6894"/>
                  </a:lnTo>
                  <a:lnTo>
                    <a:pt x="11971" y="7456"/>
                  </a:lnTo>
                  <a:lnTo>
                    <a:pt x="12208" y="7974"/>
                  </a:lnTo>
                  <a:lnTo>
                    <a:pt x="12381" y="8450"/>
                  </a:lnTo>
                  <a:lnTo>
                    <a:pt x="12533" y="8882"/>
                  </a:lnTo>
                  <a:lnTo>
                    <a:pt x="12619" y="9206"/>
                  </a:lnTo>
                  <a:lnTo>
                    <a:pt x="12684" y="9465"/>
                  </a:lnTo>
                  <a:lnTo>
                    <a:pt x="12705" y="9616"/>
                  </a:lnTo>
                  <a:lnTo>
                    <a:pt x="12705" y="9638"/>
                  </a:lnTo>
                  <a:lnTo>
                    <a:pt x="15363" y="9292"/>
                  </a:lnTo>
                  <a:lnTo>
                    <a:pt x="15277" y="8838"/>
                  </a:lnTo>
                  <a:lnTo>
                    <a:pt x="15147" y="8363"/>
                  </a:lnTo>
                  <a:lnTo>
                    <a:pt x="14974" y="7780"/>
                  </a:lnTo>
                  <a:lnTo>
                    <a:pt x="14801" y="7261"/>
                  </a:lnTo>
                  <a:lnTo>
                    <a:pt x="14564" y="6699"/>
                  </a:lnTo>
                  <a:lnTo>
                    <a:pt x="14283" y="6116"/>
                  </a:lnTo>
                  <a:lnTo>
                    <a:pt x="13937" y="5489"/>
                  </a:lnTo>
                  <a:lnTo>
                    <a:pt x="13656" y="4992"/>
                  </a:lnTo>
                  <a:lnTo>
                    <a:pt x="13310" y="4517"/>
                  </a:lnTo>
                  <a:lnTo>
                    <a:pt x="12943" y="4020"/>
                  </a:lnTo>
                  <a:lnTo>
                    <a:pt x="12511" y="3545"/>
                  </a:lnTo>
                  <a:lnTo>
                    <a:pt x="12165" y="3199"/>
                  </a:lnTo>
                  <a:lnTo>
                    <a:pt x="11798" y="2853"/>
                  </a:lnTo>
                  <a:lnTo>
                    <a:pt x="11387" y="2507"/>
                  </a:lnTo>
                  <a:lnTo>
                    <a:pt x="10977" y="2183"/>
                  </a:lnTo>
                  <a:lnTo>
                    <a:pt x="10523" y="1859"/>
                  </a:lnTo>
                  <a:lnTo>
                    <a:pt x="10026" y="1578"/>
                  </a:lnTo>
                  <a:lnTo>
                    <a:pt x="9508" y="1297"/>
                  </a:lnTo>
                  <a:lnTo>
                    <a:pt x="8967" y="1038"/>
                  </a:lnTo>
                  <a:lnTo>
                    <a:pt x="8406" y="822"/>
                  </a:lnTo>
                  <a:lnTo>
                    <a:pt x="7801" y="606"/>
                  </a:lnTo>
                  <a:lnTo>
                    <a:pt x="7152" y="433"/>
                  </a:lnTo>
                  <a:lnTo>
                    <a:pt x="6504" y="282"/>
                  </a:lnTo>
                  <a:lnTo>
                    <a:pt x="5813" y="152"/>
                  </a:lnTo>
                  <a:lnTo>
                    <a:pt x="5078" y="66"/>
                  </a:lnTo>
                  <a:lnTo>
                    <a:pt x="4322" y="23"/>
                  </a:lnTo>
                  <a:lnTo>
                    <a:pt x="3544" y="1"/>
                  </a:lnTo>
                  <a:close/>
                  <a:moveTo>
                    <a:pt x="13894" y="9487"/>
                  </a:moveTo>
                  <a:lnTo>
                    <a:pt x="12705" y="9638"/>
                  </a:lnTo>
                  <a:lnTo>
                    <a:pt x="12705" y="9660"/>
                  </a:lnTo>
                  <a:lnTo>
                    <a:pt x="13894" y="9487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5" name="Google Shape;8755;p44"/>
            <p:cNvSpPr/>
            <p:nvPr/>
          </p:nvSpPr>
          <p:spPr>
            <a:xfrm>
              <a:off x="12808025" y="4457700"/>
              <a:ext cx="221500" cy="227450"/>
            </a:xfrm>
            <a:custGeom>
              <a:avLst/>
              <a:gdLst/>
              <a:ahLst/>
              <a:cxnLst/>
              <a:rect l="l" t="t" r="r" b="b"/>
              <a:pathLst>
                <a:path w="8860" h="9098" extrusionOk="0">
                  <a:moveTo>
                    <a:pt x="4775" y="1"/>
                  </a:moveTo>
                  <a:lnTo>
                    <a:pt x="4343" y="130"/>
                  </a:lnTo>
                  <a:lnTo>
                    <a:pt x="3868" y="260"/>
                  </a:lnTo>
                  <a:lnTo>
                    <a:pt x="3306" y="476"/>
                  </a:lnTo>
                  <a:lnTo>
                    <a:pt x="2658" y="735"/>
                  </a:lnTo>
                  <a:lnTo>
                    <a:pt x="2334" y="908"/>
                  </a:lnTo>
                  <a:lnTo>
                    <a:pt x="1988" y="1081"/>
                  </a:lnTo>
                  <a:lnTo>
                    <a:pt x="1664" y="1254"/>
                  </a:lnTo>
                  <a:lnTo>
                    <a:pt x="1361" y="1470"/>
                  </a:lnTo>
                  <a:lnTo>
                    <a:pt x="1059" y="1686"/>
                  </a:lnTo>
                  <a:lnTo>
                    <a:pt x="800" y="1924"/>
                  </a:lnTo>
                  <a:lnTo>
                    <a:pt x="562" y="2161"/>
                  </a:lnTo>
                  <a:lnTo>
                    <a:pt x="346" y="2421"/>
                  </a:lnTo>
                  <a:lnTo>
                    <a:pt x="195" y="2702"/>
                  </a:lnTo>
                  <a:lnTo>
                    <a:pt x="130" y="2853"/>
                  </a:lnTo>
                  <a:lnTo>
                    <a:pt x="65" y="3004"/>
                  </a:lnTo>
                  <a:lnTo>
                    <a:pt x="22" y="3155"/>
                  </a:lnTo>
                  <a:lnTo>
                    <a:pt x="0" y="3328"/>
                  </a:lnTo>
                  <a:lnTo>
                    <a:pt x="0" y="3479"/>
                  </a:lnTo>
                  <a:lnTo>
                    <a:pt x="0" y="3652"/>
                  </a:lnTo>
                  <a:lnTo>
                    <a:pt x="22" y="3825"/>
                  </a:lnTo>
                  <a:lnTo>
                    <a:pt x="43" y="3998"/>
                  </a:lnTo>
                  <a:lnTo>
                    <a:pt x="108" y="4171"/>
                  </a:lnTo>
                  <a:lnTo>
                    <a:pt x="173" y="4365"/>
                  </a:lnTo>
                  <a:lnTo>
                    <a:pt x="259" y="4538"/>
                  </a:lnTo>
                  <a:lnTo>
                    <a:pt x="368" y="4733"/>
                  </a:lnTo>
                  <a:lnTo>
                    <a:pt x="497" y="4927"/>
                  </a:lnTo>
                  <a:lnTo>
                    <a:pt x="648" y="5122"/>
                  </a:lnTo>
                  <a:lnTo>
                    <a:pt x="821" y="5338"/>
                  </a:lnTo>
                  <a:lnTo>
                    <a:pt x="1016" y="5532"/>
                  </a:lnTo>
                  <a:lnTo>
                    <a:pt x="1232" y="5748"/>
                  </a:lnTo>
                  <a:lnTo>
                    <a:pt x="1470" y="5964"/>
                  </a:lnTo>
                  <a:lnTo>
                    <a:pt x="2010" y="6396"/>
                  </a:lnTo>
                  <a:lnTo>
                    <a:pt x="2658" y="6872"/>
                  </a:lnTo>
                  <a:lnTo>
                    <a:pt x="3436" y="7347"/>
                  </a:lnTo>
                  <a:lnTo>
                    <a:pt x="4300" y="7823"/>
                  </a:lnTo>
                  <a:lnTo>
                    <a:pt x="5186" y="8276"/>
                  </a:lnTo>
                  <a:lnTo>
                    <a:pt x="5942" y="8622"/>
                  </a:lnTo>
                  <a:lnTo>
                    <a:pt x="6288" y="8752"/>
                  </a:lnTo>
                  <a:lnTo>
                    <a:pt x="6612" y="8860"/>
                  </a:lnTo>
                  <a:lnTo>
                    <a:pt x="6915" y="8968"/>
                  </a:lnTo>
                  <a:lnTo>
                    <a:pt x="7174" y="9033"/>
                  </a:lnTo>
                  <a:lnTo>
                    <a:pt x="7433" y="9076"/>
                  </a:lnTo>
                  <a:lnTo>
                    <a:pt x="7649" y="9097"/>
                  </a:lnTo>
                  <a:lnTo>
                    <a:pt x="8038" y="9097"/>
                  </a:lnTo>
                  <a:lnTo>
                    <a:pt x="8211" y="9054"/>
                  </a:lnTo>
                  <a:lnTo>
                    <a:pt x="8341" y="9011"/>
                  </a:lnTo>
                  <a:lnTo>
                    <a:pt x="8470" y="8946"/>
                  </a:lnTo>
                  <a:lnTo>
                    <a:pt x="8578" y="8860"/>
                  </a:lnTo>
                  <a:lnTo>
                    <a:pt x="8665" y="8752"/>
                  </a:lnTo>
                  <a:lnTo>
                    <a:pt x="8730" y="8644"/>
                  </a:lnTo>
                  <a:lnTo>
                    <a:pt x="8794" y="8514"/>
                  </a:lnTo>
                  <a:lnTo>
                    <a:pt x="8816" y="8384"/>
                  </a:lnTo>
                  <a:lnTo>
                    <a:pt x="8838" y="8233"/>
                  </a:lnTo>
                  <a:lnTo>
                    <a:pt x="8859" y="8060"/>
                  </a:lnTo>
                  <a:lnTo>
                    <a:pt x="8838" y="7693"/>
                  </a:lnTo>
                  <a:lnTo>
                    <a:pt x="8751" y="7304"/>
                  </a:lnTo>
                  <a:lnTo>
                    <a:pt x="8622" y="6872"/>
                  </a:lnTo>
                  <a:lnTo>
                    <a:pt x="8470" y="6396"/>
                  </a:lnTo>
                  <a:lnTo>
                    <a:pt x="8276" y="5921"/>
                  </a:lnTo>
                  <a:lnTo>
                    <a:pt x="8038" y="5424"/>
                  </a:lnTo>
                  <a:lnTo>
                    <a:pt x="7801" y="4906"/>
                  </a:lnTo>
                  <a:lnTo>
                    <a:pt x="7520" y="4409"/>
                  </a:lnTo>
                  <a:lnTo>
                    <a:pt x="7239" y="3890"/>
                  </a:lnTo>
                  <a:lnTo>
                    <a:pt x="6677" y="2896"/>
                  </a:lnTo>
                  <a:lnTo>
                    <a:pt x="6094" y="1967"/>
                  </a:lnTo>
                  <a:lnTo>
                    <a:pt x="5575" y="1189"/>
                  </a:lnTo>
                  <a:lnTo>
                    <a:pt x="5164" y="562"/>
                  </a:lnTo>
                  <a:lnTo>
                    <a:pt x="477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6" name="Google Shape;8756;p44"/>
            <p:cNvSpPr/>
            <p:nvPr/>
          </p:nvSpPr>
          <p:spPr>
            <a:xfrm>
              <a:off x="12876625" y="3375700"/>
              <a:ext cx="2329850" cy="1362375"/>
            </a:xfrm>
            <a:custGeom>
              <a:avLst/>
              <a:gdLst/>
              <a:ahLst/>
              <a:cxnLst/>
              <a:rect l="l" t="t" r="r" b="b"/>
              <a:pathLst>
                <a:path w="93194" h="54495" extrusionOk="0">
                  <a:moveTo>
                    <a:pt x="40385" y="1"/>
                  </a:moveTo>
                  <a:lnTo>
                    <a:pt x="38915" y="22"/>
                  </a:lnTo>
                  <a:lnTo>
                    <a:pt x="37489" y="109"/>
                  </a:lnTo>
                  <a:lnTo>
                    <a:pt x="36128" y="217"/>
                  </a:lnTo>
                  <a:lnTo>
                    <a:pt x="34832" y="368"/>
                  </a:lnTo>
                  <a:lnTo>
                    <a:pt x="33578" y="584"/>
                  </a:lnTo>
                  <a:lnTo>
                    <a:pt x="32368" y="822"/>
                  </a:lnTo>
                  <a:lnTo>
                    <a:pt x="31202" y="1103"/>
                  </a:lnTo>
                  <a:lnTo>
                    <a:pt x="30100" y="1427"/>
                  </a:lnTo>
                  <a:lnTo>
                    <a:pt x="29041" y="1773"/>
                  </a:lnTo>
                  <a:lnTo>
                    <a:pt x="28047" y="2161"/>
                  </a:lnTo>
                  <a:lnTo>
                    <a:pt x="27075" y="2594"/>
                  </a:lnTo>
                  <a:lnTo>
                    <a:pt x="26167" y="3047"/>
                  </a:lnTo>
                  <a:lnTo>
                    <a:pt x="25281" y="3523"/>
                  </a:lnTo>
                  <a:lnTo>
                    <a:pt x="24460" y="4041"/>
                  </a:lnTo>
                  <a:lnTo>
                    <a:pt x="23682" y="4581"/>
                  </a:lnTo>
                  <a:lnTo>
                    <a:pt x="22926" y="5143"/>
                  </a:lnTo>
                  <a:lnTo>
                    <a:pt x="22213" y="5748"/>
                  </a:lnTo>
                  <a:lnTo>
                    <a:pt x="21565" y="6353"/>
                  </a:lnTo>
                  <a:lnTo>
                    <a:pt x="20916" y="6980"/>
                  </a:lnTo>
                  <a:lnTo>
                    <a:pt x="20333" y="7650"/>
                  </a:lnTo>
                  <a:lnTo>
                    <a:pt x="19771" y="8320"/>
                  </a:lnTo>
                  <a:lnTo>
                    <a:pt x="19253" y="9011"/>
                  </a:lnTo>
                  <a:lnTo>
                    <a:pt x="18777" y="9702"/>
                  </a:lnTo>
                  <a:lnTo>
                    <a:pt x="18324" y="10416"/>
                  </a:lnTo>
                  <a:lnTo>
                    <a:pt x="17891" y="11150"/>
                  </a:lnTo>
                  <a:lnTo>
                    <a:pt x="17502" y="11885"/>
                  </a:lnTo>
                  <a:lnTo>
                    <a:pt x="17135" y="12641"/>
                  </a:lnTo>
                  <a:lnTo>
                    <a:pt x="16811" y="13397"/>
                  </a:lnTo>
                  <a:lnTo>
                    <a:pt x="16508" y="14154"/>
                  </a:lnTo>
                  <a:lnTo>
                    <a:pt x="16228" y="14932"/>
                  </a:lnTo>
                  <a:lnTo>
                    <a:pt x="15968" y="15709"/>
                  </a:lnTo>
                  <a:lnTo>
                    <a:pt x="15731" y="16466"/>
                  </a:lnTo>
                  <a:lnTo>
                    <a:pt x="15536" y="17244"/>
                  </a:lnTo>
                  <a:lnTo>
                    <a:pt x="15342" y="18021"/>
                  </a:lnTo>
                  <a:lnTo>
                    <a:pt x="15190" y="18778"/>
                  </a:lnTo>
                  <a:lnTo>
                    <a:pt x="15039" y="19534"/>
                  </a:lnTo>
                  <a:lnTo>
                    <a:pt x="14931" y="20290"/>
                  </a:lnTo>
                  <a:lnTo>
                    <a:pt x="14823" y="21046"/>
                  </a:lnTo>
                  <a:lnTo>
                    <a:pt x="14737" y="21781"/>
                  </a:lnTo>
                  <a:lnTo>
                    <a:pt x="14650" y="22516"/>
                  </a:lnTo>
                  <a:lnTo>
                    <a:pt x="14607" y="23229"/>
                  </a:lnTo>
                  <a:lnTo>
                    <a:pt x="14564" y="23942"/>
                  </a:lnTo>
                  <a:lnTo>
                    <a:pt x="14521" y="25303"/>
                  </a:lnTo>
                  <a:lnTo>
                    <a:pt x="14521" y="26600"/>
                  </a:lnTo>
                  <a:lnTo>
                    <a:pt x="14542" y="27788"/>
                  </a:lnTo>
                  <a:lnTo>
                    <a:pt x="14607" y="28912"/>
                  </a:lnTo>
                  <a:lnTo>
                    <a:pt x="14693" y="29906"/>
                  </a:lnTo>
                  <a:lnTo>
                    <a:pt x="14780" y="30770"/>
                  </a:lnTo>
                  <a:lnTo>
                    <a:pt x="14866" y="31526"/>
                  </a:lnTo>
                  <a:lnTo>
                    <a:pt x="15039" y="32563"/>
                  </a:lnTo>
                  <a:lnTo>
                    <a:pt x="15104" y="32931"/>
                  </a:lnTo>
                  <a:lnTo>
                    <a:pt x="14910" y="32952"/>
                  </a:lnTo>
                  <a:lnTo>
                    <a:pt x="14391" y="33017"/>
                  </a:lnTo>
                  <a:lnTo>
                    <a:pt x="13570" y="33147"/>
                  </a:lnTo>
                  <a:lnTo>
                    <a:pt x="13073" y="33255"/>
                  </a:lnTo>
                  <a:lnTo>
                    <a:pt x="12511" y="33384"/>
                  </a:lnTo>
                  <a:lnTo>
                    <a:pt x="11906" y="33536"/>
                  </a:lnTo>
                  <a:lnTo>
                    <a:pt x="11279" y="33752"/>
                  </a:lnTo>
                  <a:lnTo>
                    <a:pt x="10588" y="33989"/>
                  </a:lnTo>
                  <a:lnTo>
                    <a:pt x="9897" y="34270"/>
                  </a:lnTo>
                  <a:lnTo>
                    <a:pt x="9184" y="34594"/>
                  </a:lnTo>
                  <a:lnTo>
                    <a:pt x="8449" y="34983"/>
                  </a:lnTo>
                  <a:lnTo>
                    <a:pt x="7693" y="35415"/>
                  </a:lnTo>
                  <a:lnTo>
                    <a:pt x="6958" y="35912"/>
                  </a:lnTo>
                  <a:lnTo>
                    <a:pt x="6591" y="36172"/>
                  </a:lnTo>
                  <a:lnTo>
                    <a:pt x="6202" y="36474"/>
                  </a:lnTo>
                  <a:lnTo>
                    <a:pt x="5856" y="36755"/>
                  </a:lnTo>
                  <a:lnTo>
                    <a:pt x="5489" y="37079"/>
                  </a:lnTo>
                  <a:lnTo>
                    <a:pt x="5121" y="37425"/>
                  </a:lnTo>
                  <a:lnTo>
                    <a:pt x="4776" y="37771"/>
                  </a:lnTo>
                  <a:lnTo>
                    <a:pt x="4430" y="38138"/>
                  </a:lnTo>
                  <a:lnTo>
                    <a:pt x="4084" y="38527"/>
                  </a:lnTo>
                  <a:lnTo>
                    <a:pt x="3760" y="38937"/>
                  </a:lnTo>
                  <a:lnTo>
                    <a:pt x="3436" y="39348"/>
                  </a:lnTo>
                  <a:lnTo>
                    <a:pt x="3112" y="39802"/>
                  </a:lnTo>
                  <a:lnTo>
                    <a:pt x="2809" y="40277"/>
                  </a:lnTo>
                  <a:lnTo>
                    <a:pt x="2528" y="40753"/>
                  </a:lnTo>
                  <a:lnTo>
                    <a:pt x="2248" y="41271"/>
                  </a:lnTo>
                  <a:lnTo>
                    <a:pt x="1967" y="41790"/>
                  </a:lnTo>
                  <a:lnTo>
                    <a:pt x="1729" y="42351"/>
                  </a:lnTo>
                  <a:lnTo>
                    <a:pt x="1491" y="42913"/>
                  </a:lnTo>
                  <a:lnTo>
                    <a:pt x="1254" y="43518"/>
                  </a:lnTo>
                  <a:lnTo>
                    <a:pt x="1038" y="44123"/>
                  </a:lnTo>
                  <a:lnTo>
                    <a:pt x="865" y="44772"/>
                  </a:lnTo>
                  <a:lnTo>
                    <a:pt x="670" y="45441"/>
                  </a:lnTo>
                  <a:lnTo>
                    <a:pt x="519" y="46133"/>
                  </a:lnTo>
                  <a:lnTo>
                    <a:pt x="389" y="46846"/>
                  </a:lnTo>
                  <a:lnTo>
                    <a:pt x="260" y="47581"/>
                  </a:lnTo>
                  <a:lnTo>
                    <a:pt x="173" y="48358"/>
                  </a:lnTo>
                  <a:lnTo>
                    <a:pt x="87" y="49158"/>
                  </a:lnTo>
                  <a:lnTo>
                    <a:pt x="44" y="49979"/>
                  </a:lnTo>
                  <a:lnTo>
                    <a:pt x="0" y="50822"/>
                  </a:lnTo>
                  <a:lnTo>
                    <a:pt x="0" y="51686"/>
                  </a:lnTo>
                  <a:lnTo>
                    <a:pt x="22" y="52593"/>
                  </a:lnTo>
                  <a:lnTo>
                    <a:pt x="65" y="53523"/>
                  </a:lnTo>
                  <a:lnTo>
                    <a:pt x="130" y="54495"/>
                  </a:lnTo>
                  <a:lnTo>
                    <a:pt x="93193" y="54495"/>
                  </a:lnTo>
                  <a:lnTo>
                    <a:pt x="93193" y="54214"/>
                  </a:lnTo>
                  <a:lnTo>
                    <a:pt x="93193" y="53415"/>
                  </a:lnTo>
                  <a:lnTo>
                    <a:pt x="93172" y="52831"/>
                  </a:lnTo>
                  <a:lnTo>
                    <a:pt x="93150" y="52161"/>
                  </a:lnTo>
                  <a:lnTo>
                    <a:pt x="93085" y="51405"/>
                  </a:lnTo>
                  <a:lnTo>
                    <a:pt x="92999" y="50562"/>
                  </a:lnTo>
                  <a:lnTo>
                    <a:pt x="92869" y="49655"/>
                  </a:lnTo>
                  <a:lnTo>
                    <a:pt x="92696" y="48704"/>
                  </a:lnTo>
                  <a:lnTo>
                    <a:pt x="92480" y="47667"/>
                  </a:lnTo>
                  <a:lnTo>
                    <a:pt x="92221" y="46608"/>
                  </a:lnTo>
                  <a:lnTo>
                    <a:pt x="91897" y="45528"/>
                  </a:lnTo>
                  <a:lnTo>
                    <a:pt x="91724" y="44966"/>
                  </a:lnTo>
                  <a:lnTo>
                    <a:pt x="91530" y="44426"/>
                  </a:lnTo>
                  <a:lnTo>
                    <a:pt x="91314" y="43864"/>
                  </a:lnTo>
                  <a:lnTo>
                    <a:pt x="91076" y="43302"/>
                  </a:lnTo>
                  <a:lnTo>
                    <a:pt x="90817" y="42740"/>
                  </a:lnTo>
                  <a:lnTo>
                    <a:pt x="90557" y="42179"/>
                  </a:lnTo>
                  <a:lnTo>
                    <a:pt x="90255" y="41617"/>
                  </a:lnTo>
                  <a:lnTo>
                    <a:pt x="89952" y="41055"/>
                  </a:lnTo>
                  <a:lnTo>
                    <a:pt x="89628" y="40515"/>
                  </a:lnTo>
                  <a:lnTo>
                    <a:pt x="89261" y="39975"/>
                  </a:lnTo>
                  <a:lnTo>
                    <a:pt x="88894" y="39434"/>
                  </a:lnTo>
                  <a:lnTo>
                    <a:pt x="88483" y="38916"/>
                  </a:lnTo>
                  <a:lnTo>
                    <a:pt x="88072" y="38397"/>
                  </a:lnTo>
                  <a:lnTo>
                    <a:pt x="87619" y="37879"/>
                  </a:lnTo>
                  <a:lnTo>
                    <a:pt x="87143" y="37382"/>
                  </a:lnTo>
                  <a:lnTo>
                    <a:pt x="86646" y="36906"/>
                  </a:lnTo>
                  <a:lnTo>
                    <a:pt x="86128" y="36431"/>
                  </a:lnTo>
                  <a:lnTo>
                    <a:pt x="85588" y="35977"/>
                  </a:lnTo>
                  <a:lnTo>
                    <a:pt x="85004" y="35545"/>
                  </a:lnTo>
                  <a:lnTo>
                    <a:pt x="84399" y="35135"/>
                  </a:lnTo>
                  <a:lnTo>
                    <a:pt x="83751" y="34724"/>
                  </a:lnTo>
                  <a:lnTo>
                    <a:pt x="83081" y="34357"/>
                  </a:lnTo>
                  <a:lnTo>
                    <a:pt x="82390" y="34011"/>
                  </a:lnTo>
                  <a:lnTo>
                    <a:pt x="81677" y="33665"/>
                  </a:lnTo>
                  <a:lnTo>
                    <a:pt x="80899" y="33363"/>
                  </a:lnTo>
                  <a:lnTo>
                    <a:pt x="80121" y="33082"/>
                  </a:lnTo>
                  <a:lnTo>
                    <a:pt x="79300" y="32823"/>
                  </a:lnTo>
                  <a:lnTo>
                    <a:pt x="78436" y="32606"/>
                  </a:lnTo>
                  <a:lnTo>
                    <a:pt x="77528" y="32412"/>
                  </a:lnTo>
                  <a:lnTo>
                    <a:pt x="76599" y="32239"/>
                  </a:lnTo>
                  <a:lnTo>
                    <a:pt x="75648" y="32110"/>
                  </a:lnTo>
                  <a:lnTo>
                    <a:pt x="74654" y="32001"/>
                  </a:lnTo>
                  <a:lnTo>
                    <a:pt x="73595" y="31937"/>
                  </a:lnTo>
                  <a:lnTo>
                    <a:pt x="72537" y="31915"/>
                  </a:lnTo>
                  <a:lnTo>
                    <a:pt x="71413" y="31915"/>
                  </a:lnTo>
                  <a:lnTo>
                    <a:pt x="70268" y="31958"/>
                  </a:lnTo>
                  <a:lnTo>
                    <a:pt x="69058" y="32045"/>
                  </a:lnTo>
                  <a:lnTo>
                    <a:pt x="67826" y="32153"/>
                  </a:lnTo>
                  <a:lnTo>
                    <a:pt x="67826" y="32153"/>
                  </a:lnTo>
                  <a:lnTo>
                    <a:pt x="67869" y="31807"/>
                  </a:lnTo>
                  <a:lnTo>
                    <a:pt x="67978" y="30770"/>
                  </a:lnTo>
                  <a:lnTo>
                    <a:pt x="68021" y="30057"/>
                  </a:lnTo>
                  <a:lnTo>
                    <a:pt x="68042" y="29192"/>
                  </a:lnTo>
                  <a:lnTo>
                    <a:pt x="68064" y="28220"/>
                  </a:lnTo>
                  <a:lnTo>
                    <a:pt x="68042" y="27140"/>
                  </a:lnTo>
                  <a:lnTo>
                    <a:pt x="67999" y="25951"/>
                  </a:lnTo>
                  <a:lnTo>
                    <a:pt x="67913" y="24698"/>
                  </a:lnTo>
                  <a:lnTo>
                    <a:pt x="67783" y="23380"/>
                  </a:lnTo>
                  <a:lnTo>
                    <a:pt x="67697" y="22689"/>
                  </a:lnTo>
                  <a:lnTo>
                    <a:pt x="67589" y="21997"/>
                  </a:lnTo>
                  <a:lnTo>
                    <a:pt x="67481" y="21284"/>
                  </a:lnTo>
                  <a:lnTo>
                    <a:pt x="67329" y="20549"/>
                  </a:lnTo>
                  <a:lnTo>
                    <a:pt x="67178" y="19815"/>
                  </a:lnTo>
                  <a:lnTo>
                    <a:pt x="67005" y="19080"/>
                  </a:lnTo>
                  <a:lnTo>
                    <a:pt x="66832" y="18345"/>
                  </a:lnTo>
                  <a:lnTo>
                    <a:pt x="66616" y="17589"/>
                  </a:lnTo>
                  <a:lnTo>
                    <a:pt x="66379" y="16833"/>
                  </a:lnTo>
                  <a:lnTo>
                    <a:pt x="66119" y="16077"/>
                  </a:lnTo>
                  <a:lnTo>
                    <a:pt x="65838" y="15320"/>
                  </a:lnTo>
                  <a:lnTo>
                    <a:pt x="65536" y="14586"/>
                  </a:lnTo>
                  <a:lnTo>
                    <a:pt x="65212" y="13830"/>
                  </a:lnTo>
                  <a:lnTo>
                    <a:pt x="64844" y="13073"/>
                  </a:lnTo>
                  <a:lnTo>
                    <a:pt x="64477" y="12339"/>
                  </a:lnTo>
                  <a:lnTo>
                    <a:pt x="64067" y="11604"/>
                  </a:lnTo>
                  <a:lnTo>
                    <a:pt x="63613" y="10891"/>
                  </a:lnTo>
                  <a:lnTo>
                    <a:pt x="63137" y="10178"/>
                  </a:lnTo>
                  <a:lnTo>
                    <a:pt x="62640" y="9486"/>
                  </a:lnTo>
                  <a:lnTo>
                    <a:pt x="62122" y="8795"/>
                  </a:lnTo>
                  <a:lnTo>
                    <a:pt x="61538" y="8125"/>
                  </a:lnTo>
                  <a:lnTo>
                    <a:pt x="60955" y="7455"/>
                  </a:lnTo>
                  <a:lnTo>
                    <a:pt x="60307" y="6829"/>
                  </a:lnTo>
                  <a:lnTo>
                    <a:pt x="59637" y="6202"/>
                  </a:lnTo>
                  <a:lnTo>
                    <a:pt x="58924" y="5597"/>
                  </a:lnTo>
                  <a:lnTo>
                    <a:pt x="58189" y="5035"/>
                  </a:lnTo>
                  <a:lnTo>
                    <a:pt x="57411" y="4473"/>
                  </a:lnTo>
                  <a:lnTo>
                    <a:pt x="56590" y="3955"/>
                  </a:lnTo>
                  <a:lnTo>
                    <a:pt x="55726" y="3436"/>
                  </a:lnTo>
                  <a:lnTo>
                    <a:pt x="54819" y="2961"/>
                  </a:lnTo>
                  <a:lnTo>
                    <a:pt x="53868" y="2529"/>
                  </a:lnTo>
                  <a:lnTo>
                    <a:pt x="52874" y="2118"/>
                  </a:lnTo>
                  <a:lnTo>
                    <a:pt x="51837" y="1729"/>
                  </a:lnTo>
                  <a:lnTo>
                    <a:pt x="50756" y="1384"/>
                  </a:lnTo>
                  <a:lnTo>
                    <a:pt x="49633" y="1081"/>
                  </a:lnTo>
                  <a:lnTo>
                    <a:pt x="48466" y="800"/>
                  </a:lnTo>
                  <a:lnTo>
                    <a:pt x="47234" y="562"/>
                  </a:lnTo>
                  <a:lnTo>
                    <a:pt x="45981" y="368"/>
                  </a:lnTo>
                  <a:lnTo>
                    <a:pt x="44663" y="217"/>
                  </a:lnTo>
                  <a:lnTo>
                    <a:pt x="43280" y="87"/>
                  </a:lnTo>
                  <a:lnTo>
                    <a:pt x="41854" y="22"/>
                  </a:lnTo>
                  <a:lnTo>
                    <a:pt x="4038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7" name="Google Shape;8757;p44"/>
            <p:cNvSpPr/>
            <p:nvPr/>
          </p:nvSpPr>
          <p:spPr>
            <a:xfrm>
              <a:off x="12876625" y="3375700"/>
              <a:ext cx="2329850" cy="1362375"/>
            </a:xfrm>
            <a:custGeom>
              <a:avLst/>
              <a:gdLst/>
              <a:ahLst/>
              <a:cxnLst/>
              <a:rect l="l" t="t" r="r" b="b"/>
              <a:pathLst>
                <a:path w="93194" h="54495" fill="none" extrusionOk="0">
                  <a:moveTo>
                    <a:pt x="67826" y="32153"/>
                  </a:moveTo>
                  <a:lnTo>
                    <a:pt x="67826" y="32153"/>
                  </a:lnTo>
                  <a:lnTo>
                    <a:pt x="67869" y="31807"/>
                  </a:lnTo>
                  <a:lnTo>
                    <a:pt x="67978" y="30770"/>
                  </a:lnTo>
                  <a:lnTo>
                    <a:pt x="68021" y="30057"/>
                  </a:lnTo>
                  <a:lnTo>
                    <a:pt x="68042" y="29192"/>
                  </a:lnTo>
                  <a:lnTo>
                    <a:pt x="68064" y="28220"/>
                  </a:lnTo>
                  <a:lnTo>
                    <a:pt x="68042" y="27140"/>
                  </a:lnTo>
                  <a:lnTo>
                    <a:pt x="67999" y="25951"/>
                  </a:lnTo>
                  <a:lnTo>
                    <a:pt x="67913" y="24698"/>
                  </a:lnTo>
                  <a:lnTo>
                    <a:pt x="67783" y="23380"/>
                  </a:lnTo>
                  <a:lnTo>
                    <a:pt x="67697" y="22689"/>
                  </a:lnTo>
                  <a:lnTo>
                    <a:pt x="67589" y="21997"/>
                  </a:lnTo>
                  <a:lnTo>
                    <a:pt x="67481" y="21284"/>
                  </a:lnTo>
                  <a:lnTo>
                    <a:pt x="67329" y="20549"/>
                  </a:lnTo>
                  <a:lnTo>
                    <a:pt x="67178" y="19815"/>
                  </a:lnTo>
                  <a:lnTo>
                    <a:pt x="67005" y="19080"/>
                  </a:lnTo>
                  <a:lnTo>
                    <a:pt x="66832" y="18345"/>
                  </a:lnTo>
                  <a:lnTo>
                    <a:pt x="66616" y="17589"/>
                  </a:lnTo>
                  <a:lnTo>
                    <a:pt x="66379" y="16833"/>
                  </a:lnTo>
                  <a:lnTo>
                    <a:pt x="66119" y="16077"/>
                  </a:lnTo>
                  <a:lnTo>
                    <a:pt x="65838" y="15320"/>
                  </a:lnTo>
                  <a:lnTo>
                    <a:pt x="65536" y="14586"/>
                  </a:lnTo>
                  <a:lnTo>
                    <a:pt x="65212" y="13830"/>
                  </a:lnTo>
                  <a:lnTo>
                    <a:pt x="64844" y="13073"/>
                  </a:lnTo>
                  <a:lnTo>
                    <a:pt x="64477" y="12339"/>
                  </a:lnTo>
                  <a:lnTo>
                    <a:pt x="64067" y="11604"/>
                  </a:lnTo>
                  <a:lnTo>
                    <a:pt x="63613" y="10891"/>
                  </a:lnTo>
                  <a:lnTo>
                    <a:pt x="63137" y="10178"/>
                  </a:lnTo>
                  <a:lnTo>
                    <a:pt x="62640" y="9486"/>
                  </a:lnTo>
                  <a:lnTo>
                    <a:pt x="62122" y="8795"/>
                  </a:lnTo>
                  <a:lnTo>
                    <a:pt x="61538" y="8125"/>
                  </a:lnTo>
                  <a:lnTo>
                    <a:pt x="60955" y="7455"/>
                  </a:lnTo>
                  <a:lnTo>
                    <a:pt x="60307" y="6829"/>
                  </a:lnTo>
                  <a:lnTo>
                    <a:pt x="59637" y="6202"/>
                  </a:lnTo>
                  <a:lnTo>
                    <a:pt x="58924" y="5597"/>
                  </a:lnTo>
                  <a:lnTo>
                    <a:pt x="58189" y="5035"/>
                  </a:lnTo>
                  <a:lnTo>
                    <a:pt x="57411" y="4473"/>
                  </a:lnTo>
                  <a:lnTo>
                    <a:pt x="56590" y="3955"/>
                  </a:lnTo>
                  <a:lnTo>
                    <a:pt x="55726" y="3436"/>
                  </a:lnTo>
                  <a:lnTo>
                    <a:pt x="54819" y="2961"/>
                  </a:lnTo>
                  <a:lnTo>
                    <a:pt x="53868" y="2529"/>
                  </a:lnTo>
                  <a:lnTo>
                    <a:pt x="52874" y="2118"/>
                  </a:lnTo>
                  <a:lnTo>
                    <a:pt x="51837" y="1729"/>
                  </a:lnTo>
                  <a:lnTo>
                    <a:pt x="50756" y="1384"/>
                  </a:lnTo>
                  <a:lnTo>
                    <a:pt x="49633" y="1081"/>
                  </a:lnTo>
                  <a:lnTo>
                    <a:pt x="48466" y="800"/>
                  </a:lnTo>
                  <a:lnTo>
                    <a:pt x="47234" y="562"/>
                  </a:lnTo>
                  <a:lnTo>
                    <a:pt x="45981" y="368"/>
                  </a:lnTo>
                  <a:lnTo>
                    <a:pt x="44663" y="217"/>
                  </a:lnTo>
                  <a:lnTo>
                    <a:pt x="43280" y="87"/>
                  </a:lnTo>
                  <a:lnTo>
                    <a:pt x="41854" y="22"/>
                  </a:lnTo>
                  <a:lnTo>
                    <a:pt x="40385" y="1"/>
                  </a:lnTo>
                  <a:lnTo>
                    <a:pt x="40385" y="1"/>
                  </a:lnTo>
                  <a:lnTo>
                    <a:pt x="38915" y="22"/>
                  </a:lnTo>
                  <a:lnTo>
                    <a:pt x="37489" y="109"/>
                  </a:lnTo>
                  <a:lnTo>
                    <a:pt x="36128" y="217"/>
                  </a:lnTo>
                  <a:lnTo>
                    <a:pt x="34832" y="368"/>
                  </a:lnTo>
                  <a:lnTo>
                    <a:pt x="33578" y="584"/>
                  </a:lnTo>
                  <a:lnTo>
                    <a:pt x="32368" y="822"/>
                  </a:lnTo>
                  <a:lnTo>
                    <a:pt x="31202" y="1103"/>
                  </a:lnTo>
                  <a:lnTo>
                    <a:pt x="30100" y="1427"/>
                  </a:lnTo>
                  <a:lnTo>
                    <a:pt x="29041" y="1773"/>
                  </a:lnTo>
                  <a:lnTo>
                    <a:pt x="28047" y="2161"/>
                  </a:lnTo>
                  <a:lnTo>
                    <a:pt x="27075" y="2594"/>
                  </a:lnTo>
                  <a:lnTo>
                    <a:pt x="26167" y="3047"/>
                  </a:lnTo>
                  <a:lnTo>
                    <a:pt x="25281" y="3523"/>
                  </a:lnTo>
                  <a:lnTo>
                    <a:pt x="24460" y="4041"/>
                  </a:lnTo>
                  <a:lnTo>
                    <a:pt x="23682" y="4581"/>
                  </a:lnTo>
                  <a:lnTo>
                    <a:pt x="22926" y="5143"/>
                  </a:lnTo>
                  <a:lnTo>
                    <a:pt x="22213" y="5748"/>
                  </a:lnTo>
                  <a:lnTo>
                    <a:pt x="21565" y="6353"/>
                  </a:lnTo>
                  <a:lnTo>
                    <a:pt x="20916" y="6980"/>
                  </a:lnTo>
                  <a:lnTo>
                    <a:pt x="20333" y="7650"/>
                  </a:lnTo>
                  <a:lnTo>
                    <a:pt x="19771" y="8320"/>
                  </a:lnTo>
                  <a:lnTo>
                    <a:pt x="19253" y="9011"/>
                  </a:lnTo>
                  <a:lnTo>
                    <a:pt x="18777" y="9702"/>
                  </a:lnTo>
                  <a:lnTo>
                    <a:pt x="18324" y="10416"/>
                  </a:lnTo>
                  <a:lnTo>
                    <a:pt x="17891" y="11150"/>
                  </a:lnTo>
                  <a:lnTo>
                    <a:pt x="17502" y="11885"/>
                  </a:lnTo>
                  <a:lnTo>
                    <a:pt x="17135" y="12641"/>
                  </a:lnTo>
                  <a:lnTo>
                    <a:pt x="16811" y="13397"/>
                  </a:lnTo>
                  <a:lnTo>
                    <a:pt x="16508" y="14154"/>
                  </a:lnTo>
                  <a:lnTo>
                    <a:pt x="16228" y="14932"/>
                  </a:lnTo>
                  <a:lnTo>
                    <a:pt x="15968" y="15709"/>
                  </a:lnTo>
                  <a:lnTo>
                    <a:pt x="15731" y="16466"/>
                  </a:lnTo>
                  <a:lnTo>
                    <a:pt x="15536" y="17244"/>
                  </a:lnTo>
                  <a:lnTo>
                    <a:pt x="15342" y="18021"/>
                  </a:lnTo>
                  <a:lnTo>
                    <a:pt x="15190" y="18778"/>
                  </a:lnTo>
                  <a:lnTo>
                    <a:pt x="15039" y="19534"/>
                  </a:lnTo>
                  <a:lnTo>
                    <a:pt x="14931" y="20290"/>
                  </a:lnTo>
                  <a:lnTo>
                    <a:pt x="14823" y="21046"/>
                  </a:lnTo>
                  <a:lnTo>
                    <a:pt x="14737" y="21781"/>
                  </a:lnTo>
                  <a:lnTo>
                    <a:pt x="14650" y="22516"/>
                  </a:lnTo>
                  <a:lnTo>
                    <a:pt x="14607" y="23229"/>
                  </a:lnTo>
                  <a:lnTo>
                    <a:pt x="14564" y="23942"/>
                  </a:lnTo>
                  <a:lnTo>
                    <a:pt x="14521" y="25303"/>
                  </a:lnTo>
                  <a:lnTo>
                    <a:pt x="14521" y="26600"/>
                  </a:lnTo>
                  <a:lnTo>
                    <a:pt x="14542" y="27788"/>
                  </a:lnTo>
                  <a:lnTo>
                    <a:pt x="14607" y="28912"/>
                  </a:lnTo>
                  <a:lnTo>
                    <a:pt x="14693" y="29906"/>
                  </a:lnTo>
                  <a:lnTo>
                    <a:pt x="14780" y="30770"/>
                  </a:lnTo>
                  <a:lnTo>
                    <a:pt x="14866" y="31526"/>
                  </a:lnTo>
                  <a:lnTo>
                    <a:pt x="15039" y="32563"/>
                  </a:lnTo>
                  <a:lnTo>
                    <a:pt x="15104" y="32931"/>
                  </a:lnTo>
                  <a:lnTo>
                    <a:pt x="15104" y="32931"/>
                  </a:lnTo>
                  <a:lnTo>
                    <a:pt x="14910" y="32952"/>
                  </a:lnTo>
                  <a:lnTo>
                    <a:pt x="14391" y="33017"/>
                  </a:lnTo>
                  <a:lnTo>
                    <a:pt x="13570" y="33147"/>
                  </a:lnTo>
                  <a:lnTo>
                    <a:pt x="13073" y="33255"/>
                  </a:lnTo>
                  <a:lnTo>
                    <a:pt x="12511" y="33384"/>
                  </a:lnTo>
                  <a:lnTo>
                    <a:pt x="11906" y="33536"/>
                  </a:lnTo>
                  <a:lnTo>
                    <a:pt x="11279" y="33752"/>
                  </a:lnTo>
                  <a:lnTo>
                    <a:pt x="10588" y="33989"/>
                  </a:lnTo>
                  <a:lnTo>
                    <a:pt x="9897" y="34270"/>
                  </a:lnTo>
                  <a:lnTo>
                    <a:pt x="9184" y="34594"/>
                  </a:lnTo>
                  <a:lnTo>
                    <a:pt x="8449" y="34983"/>
                  </a:lnTo>
                  <a:lnTo>
                    <a:pt x="7693" y="35415"/>
                  </a:lnTo>
                  <a:lnTo>
                    <a:pt x="6958" y="35912"/>
                  </a:lnTo>
                  <a:lnTo>
                    <a:pt x="6591" y="36172"/>
                  </a:lnTo>
                  <a:lnTo>
                    <a:pt x="6202" y="36474"/>
                  </a:lnTo>
                  <a:lnTo>
                    <a:pt x="5856" y="36755"/>
                  </a:lnTo>
                  <a:lnTo>
                    <a:pt x="5489" y="37079"/>
                  </a:lnTo>
                  <a:lnTo>
                    <a:pt x="5121" y="37425"/>
                  </a:lnTo>
                  <a:lnTo>
                    <a:pt x="4776" y="37771"/>
                  </a:lnTo>
                  <a:lnTo>
                    <a:pt x="4430" y="38138"/>
                  </a:lnTo>
                  <a:lnTo>
                    <a:pt x="4084" y="38527"/>
                  </a:lnTo>
                  <a:lnTo>
                    <a:pt x="3760" y="38937"/>
                  </a:lnTo>
                  <a:lnTo>
                    <a:pt x="3436" y="39348"/>
                  </a:lnTo>
                  <a:lnTo>
                    <a:pt x="3112" y="39802"/>
                  </a:lnTo>
                  <a:lnTo>
                    <a:pt x="2809" y="40277"/>
                  </a:lnTo>
                  <a:lnTo>
                    <a:pt x="2528" y="40753"/>
                  </a:lnTo>
                  <a:lnTo>
                    <a:pt x="2248" y="41271"/>
                  </a:lnTo>
                  <a:lnTo>
                    <a:pt x="1967" y="41790"/>
                  </a:lnTo>
                  <a:lnTo>
                    <a:pt x="1729" y="42351"/>
                  </a:lnTo>
                  <a:lnTo>
                    <a:pt x="1491" y="42913"/>
                  </a:lnTo>
                  <a:lnTo>
                    <a:pt x="1254" y="43518"/>
                  </a:lnTo>
                  <a:lnTo>
                    <a:pt x="1038" y="44123"/>
                  </a:lnTo>
                  <a:lnTo>
                    <a:pt x="865" y="44772"/>
                  </a:lnTo>
                  <a:lnTo>
                    <a:pt x="670" y="45441"/>
                  </a:lnTo>
                  <a:lnTo>
                    <a:pt x="519" y="46133"/>
                  </a:lnTo>
                  <a:lnTo>
                    <a:pt x="389" y="46846"/>
                  </a:lnTo>
                  <a:lnTo>
                    <a:pt x="260" y="47581"/>
                  </a:lnTo>
                  <a:lnTo>
                    <a:pt x="173" y="48358"/>
                  </a:lnTo>
                  <a:lnTo>
                    <a:pt x="87" y="49158"/>
                  </a:lnTo>
                  <a:lnTo>
                    <a:pt x="44" y="49979"/>
                  </a:lnTo>
                  <a:lnTo>
                    <a:pt x="0" y="50822"/>
                  </a:lnTo>
                  <a:lnTo>
                    <a:pt x="0" y="51686"/>
                  </a:lnTo>
                  <a:lnTo>
                    <a:pt x="22" y="52593"/>
                  </a:lnTo>
                  <a:lnTo>
                    <a:pt x="65" y="53523"/>
                  </a:lnTo>
                  <a:lnTo>
                    <a:pt x="130" y="54495"/>
                  </a:lnTo>
                  <a:lnTo>
                    <a:pt x="93193" y="54495"/>
                  </a:lnTo>
                  <a:lnTo>
                    <a:pt x="93193" y="54495"/>
                  </a:lnTo>
                  <a:lnTo>
                    <a:pt x="93193" y="54214"/>
                  </a:lnTo>
                  <a:lnTo>
                    <a:pt x="93193" y="53415"/>
                  </a:lnTo>
                  <a:lnTo>
                    <a:pt x="93172" y="52831"/>
                  </a:lnTo>
                  <a:lnTo>
                    <a:pt x="93150" y="52161"/>
                  </a:lnTo>
                  <a:lnTo>
                    <a:pt x="93085" y="51405"/>
                  </a:lnTo>
                  <a:lnTo>
                    <a:pt x="92999" y="50562"/>
                  </a:lnTo>
                  <a:lnTo>
                    <a:pt x="92869" y="49655"/>
                  </a:lnTo>
                  <a:lnTo>
                    <a:pt x="92696" y="48704"/>
                  </a:lnTo>
                  <a:lnTo>
                    <a:pt x="92480" y="47667"/>
                  </a:lnTo>
                  <a:lnTo>
                    <a:pt x="92221" y="46608"/>
                  </a:lnTo>
                  <a:lnTo>
                    <a:pt x="91897" y="45528"/>
                  </a:lnTo>
                  <a:lnTo>
                    <a:pt x="91724" y="44966"/>
                  </a:lnTo>
                  <a:lnTo>
                    <a:pt x="91530" y="44426"/>
                  </a:lnTo>
                  <a:lnTo>
                    <a:pt x="91314" y="43864"/>
                  </a:lnTo>
                  <a:lnTo>
                    <a:pt x="91076" y="43302"/>
                  </a:lnTo>
                  <a:lnTo>
                    <a:pt x="90817" y="42740"/>
                  </a:lnTo>
                  <a:lnTo>
                    <a:pt x="90557" y="42179"/>
                  </a:lnTo>
                  <a:lnTo>
                    <a:pt x="90255" y="41617"/>
                  </a:lnTo>
                  <a:lnTo>
                    <a:pt x="89952" y="41055"/>
                  </a:lnTo>
                  <a:lnTo>
                    <a:pt x="89628" y="40515"/>
                  </a:lnTo>
                  <a:lnTo>
                    <a:pt x="89261" y="39975"/>
                  </a:lnTo>
                  <a:lnTo>
                    <a:pt x="88894" y="39434"/>
                  </a:lnTo>
                  <a:lnTo>
                    <a:pt x="88483" y="38916"/>
                  </a:lnTo>
                  <a:lnTo>
                    <a:pt x="88072" y="38397"/>
                  </a:lnTo>
                  <a:lnTo>
                    <a:pt x="87619" y="37879"/>
                  </a:lnTo>
                  <a:lnTo>
                    <a:pt x="87143" y="37382"/>
                  </a:lnTo>
                  <a:lnTo>
                    <a:pt x="86646" y="36906"/>
                  </a:lnTo>
                  <a:lnTo>
                    <a:pt x="86128" y="36431"/>
                  </a:lnTo>
                  <a:lnTo>
                    <a:pt x="85588" y="35977"/>
                  </a:lnTo>
                  <a:lnTo>
                    <a:pt x="85004" y="35545"/>
                  </a:lnTo>
                  <a:lnTo>
                    <a:pt x="84399" y="35135"/>
                  </a:lnTo>
                  <a:lnTo>
                    <a:pt x="83751" y="34724"/>
                  </a:lnTo>
                  <a:lnTo>
                    <a:pt x="83081" y="34357"/>
                  </a:lnTo>
                  <a:lnTo>
                    <a:pt x="82390" y="34011"/>
                  </a:lnTo>
                  <a:lnTo>
                    <a:pt x="81677" y="33665"/>
                  </a:lnTo>
                  <a:lnTo>
                    <a:pt x="80899" y="33363"/>
                  </a:lnTo>
                  <a:lnTo>
                    <a:pt x="80121" y="33082"/>
                  </a:lnTo>
                  <a:lnTo>
                    <a:pt x="79300" y="32823"/>
                  </a:lnTo>
                  <a:lnTo>
                    <a:pt x="78436" y="32606"/>
                  </a:lnTo>
                  <a:lnTo>
                    <a:pt x="77528" y="32412"/>
                  </a:lnTo>
                  <a:lnTo>
                    <a:pt x="76599" y="32239"/>
                  </a:lnTo>
                  <a:lnTo>
                    <a:pt x="75648" y="32110"/>
                  </a:lnTo>
                  <a:lnTo>
                    <a:pt x="74654" y="32001"/>
                  </a:lnTo>
                  <a:lnTo>
                    <a:pt x="73595" y="31937"/>
                  </a:lnTo>
                  <a:lnTo>
                    <a:pt x="72537" y="31915"/>
                  </a:lnTo>
                  <a:lnTo>
                    <a:pt x="71413" y="31915"/>
                  </a:lnTo>
                  <a:lnTo>
                    <a:pt x="70268" y="31958"/>
                  </a:lnTo>
                  <a:lnTo>
                    <a:pt x="69058" y="32045"/>
                  </a:lnTo>
                  <a:lnTo>
                    <a:pt x="67826" y="32153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8" name="Google Shape;8758;p44"/>
            <p:cNvSpPr/>
            <p:nvPr/>
          </p:nvSpPr>
          <p:spPr>
            <a:xfrm>
              <a:off x="13137000" y="4377750"/>
              <a:ext cx="667150" cy="667150"/>
            </a:xfrm>
            <a:custGeom>
              <a:avLst/>
              <a:gdLst/>
              <a:ahLst/>
              <a:cxnLst/>
              <a:rect l="l" t="t" r="r" b="b"/>
              <a:pathLst>
                <a:path w="26686" h="26686" extrusionOk="0">
                  <a:moveTo>
                    <a:pt x="13354" y="1"/>
                  </a:moveTo>
                  <a:lnTo>
                    <a:pt x="12662" y="22"/>
                  </a:lnTo>
                  <a:lnTo>
                    <a:pt x="11992" y="66"/>
                  </a:lnTo>
                  <a:lnTo>
                    <a:pt x="11322" y="152"/>
                  </a:lnTo>
                  <a:lnTo>
                    <a:pt x="10653" y="260"/>
                  </a:lnTo>
                  <a:lnTo>
                    <a:pt x="10004" y="411"/>
                  </a:lnTo>
                  <a:lnTo>
                    <a:pt x="9378" y="606"/>
                  </a:lnTo>
                  <a:lnTo>
                    <a:pt x="8751" y="800"/>
                  </a:lnTo>
                  <a:lnTo>
                    <a:pt x="8146" y="1038"/>
                  </a:lnTo>
                  <a:lnTo>
                    <a:pt x="7563" y="1319"/>
                  </a:lnTo>
                  <a:lnTo>
                    <a:pt x="6979" y="1600"/>
                  </a:lnTo>
                  <a:lnTo>
                    <a:pt x="6418" y="1924"/>
                  </a:lnTo>
                  <a:lnTo>
                    <a:pt x="5877" y="2269"/>
                  </a:lnTo>
                  <a:lnTo>
                    <a:pt x="5359" y="2658"/>
                  </a:lnTo>
                  <a:lnTo>
                    <a:pt x="4862" y="3047"/>
                  </a:lnTo>
                  <a:lnTo>
                    <a:pt x="4365" y="3458"/>
                  </a:lnTo>
                  <a:lnTo>
                    <a:pt x="3911" y="3912"/>
                  </a:lnTo>
                  <a:lnTo>
                    <a:pt x="3479" y="4365"/>
                  </a:lnTo>
                  <a:lnTo>
                    <a:pt x="3047" y="4862"/>
                  </a:lnTo>
                  <a:lnTo>
                    <a:pt x="2658" y="5359"/>
                  </a:lnTo>
                  <a:lnTo>
                    <a:pt x="2291" y="5878"/>
                  </a:lnTo>
                  <a:lnTo>
                    <a:pt x="1945" y="6418"/>
                  </a:lnTo>
                  <a:lnTo>
                    <a:pt x="1621" y="6980"/>
                  </a:lnTo>
                  <a:lnTo>
                    <a:pt x="1318" y="7563"/>
                  </a:lnTo>
                  <a:lnTo>
                    <a:pt x="1059" y="8147"/>
                  </a:lnTo>
                  <a:lnTo>
                    <a:pt x="821" y="8752"/>
                  </a:lnTo>
                  <a:lnTo>
                    <a:pt x="605" y="9378"/>
                  </a:lnTo>
                  <a:lnTo>
                    <a:pt x="432" y="10005"/>
                  </a:lnTo>
                  <a:lnTo>
                    <a:pt x="281" y="10653"/>
                  </a:lnTo>
                  <a:lnTo>
                    <a:pt x="151" y="11301"/>
                  </a:lnTo>
                  <a:lnTo>
                    <a:pt x="65" y="11971"/>
                  </a:lnTo>
                  <a:lnTo>
                    <a:pt x="22" y="12663"/>
                  </a:lnTo>
                  <a:lnTo>
                    <a:pt x="0" y="13333"/>
                  </a:lnTo>
                  <a:lnTo>
                    <a:pt x="22" y="14024"/>
                  </a:lnTo>
                  <a:lnTo>
                    <a:pt x="65" y="14715"/>
                  </a:lnTo>
                  <a:lnTo>
                    <a:pt x="151" y="15364"/>
                  </a:lnTo>
                  <a:lnTo>
                    <a:pt x="281" y="16033"/>
                  </a:lnTo>
                  <a:lnTo>
                    <a:pt x="432" y="16682"/>
                  </a:lnTo>
                  <a:lnTo>
                    <a:pt x="605" y="17308"/>
                  </a:lnTo>
                  <a:lnTo>
                    <a:pt x="821" y="17935"/>
                  </a:lnTo>
                  <a:lnTo>
                    <a:pt x="1059" y="18540"/>
                  </a:lnTo>
                  <a:lnTo>
                    <a:pt x="1318" y="19123"/>
                  </a:lnTo>
                  <a:lnTo>
                    <a:pt x="1621" y="19707"/>
                  </a:lnTo>
                  <a:lnTo>
                    <a:pt x="1945" y="20269"/>
                  </a:lnTo>
                  <a:lnTo>
                    <a:pt x="2291" y="20809"/>
                  </a:lnTo>
                  <a:lnTo>
                    <a:pt x="2658" y="21327"/>
                  </a:lnTo>
                  <a:lnTo>
                    <a:pt x="3047" y="21824"/>
                  </a:lnTo>
                  <a:lnTo>
                    <a:pt x="3479" y="22321"/>
                  </a:lnTo>
                  <a:lnTo>
                    <a:pt x="3911" y="22775"/>
                  </a:lnTo>
                  <a:lnTo>
                    <a:pt x="4365" y="23229"/>
                  </a:lnTo>
                  <a:lnTo>
                    <a:pt x="4862" y="23639"/>
                  </a:lnTo>
                  <a:lnTo>
                    <a:pt x="5359" y="24028"/>
                  </a:lnTo>
                  <a:lnTo>
                    <a:pt x="5877" y="24417"/>
                  </a:lnTo>
                  <a:lnTo>
                    <a:pt x="6418" y="24763"/>
                  </a:lnTo>
                  <a:lnTo>
                    <a:pt x="6979" y="25065"/>
                  </a:lnTo>
                  <a:lnTo>
                    <a:pt x="7563" y="25368"/>
                  </a:lnTo>
                  <a:lnTo>
                    <a:pt x="8146" y="25627"/>
                  </a:lnTo>
                  <a:lnTo>
                    <a:pt x="8751" y="25887"/>
                  </a:lnTo>
                  <a:lnTo>
                    <a:pt x="9378" y="26081"/>
                  </a:lnTo>
                  <a:lnTo>
                    <a:pt x="10004" y="26275"/>
                  </a:lnTo>
                  <a:lnTo>
                    <a:pt x="10653" y="26405"/>
                  </a:lnTo>
                  <a:lnTo>
                    <a:pt x="11322" y="26535"/>
                  </a:lnTo>
                  <a:lnTo>
                    <a:pt x="11992" y="26621"/>
                  </a:lnTo>
                  <a:lnTo>
                    <a:pt x="12662" y="26664"/>
                  </a:lnTo>
                  <a:lnTo>
                    <a:pt x="13354" y="26686"/>
                  </a:lnTo>
                  <a:lnTo>
                    <a:pt x="14023" y="26664"/>
                  </a:lnTo>
                  <a:lnTo>
                    <a:pt x="14715" y="26621"/>
                  </a:lnTo>
                  <a:lnTo>
                    <a:pt x="15385" y="26535"/>
                  </a:lnTo>
                  <a:lnTo>
                    <a:pt x="16033" y="26405"/>
                  </a:lnTo>
                  <a:lnTo>
                    <a:pt x="16681" y="26275"/>
                  </a:lnTo>
                  <a:lnTo>
                    <a:pt x="17308" y="26081"/>
                  </a:lnTo>
                  <a:lnTo>
                    <a:pt x="17934" y="25887"/>
                  </a:lnTo>
                  <a:lnTo>
                    <a:pt x="18539" y="25627"/>
                  </a:lnTo>
                  <a:lnTo>
                    <a:pt x="19123" y="25368"/>
                  </a:lnTo>
                  <a:lnTo>
                    <a:pt x="19706" y="25065"/>
                  </a:lnTo>
                  <a:lnTo>
                    <a:pt x="20268" y="24763"/>
                  </a:lnTo>
                  <a:lnTo>
                    <a:pt x="20808" y="24417"/>
                  </a:lnTo>
                  <a:lnTo>
                    <a:pt x="21327" y="24028"/>
                  </a:lnTo>
                  <a:lnTo>
                    <a:pt x="21845" y="23639"/>
                  </a:lnTo>
                  <a:lnTo>
                    <a:pt x="22321" y="23229"/>
                  </a:lnTo>
                  <a:lnTo>
                    <a:pt x="22774" y="22775"/>
                  </a:lnTo>
                  <a:lnTo>
                    <a:pt x="23228" y="22321"/>
                  </a:lnTo>
                  <a:lnTo>
                    <a:pt x="23639" y="21824"/>
                  </a:lnTo>
                  <a:lnTo>
                    <a:pt x="24049" y="21327"/>
                  </a:lnTo>
                  <a:lnTo>
                    <a:pt x="24417" y="20809"/>
                  </a:lnTo>
                  <a:lnTo>
                    <a:pt x="24762" y="20269"/>
                  </a:lnTo>
                  <a:lnTo>
                    <a:pt x="25086" y="19707"/>
                  </a:lnTo>
                  <a:lnTo>
                    <a:pt x="25367" y="19123"/>
                  </a:lnTo>
                  <a:lnTo>
                    <a:pt x="25648" y="18540"/>
                  </a:lnTo>
                  <a:lnTo>
                    <a:pt x="25886" y="17935"/>
                  </a:lnTo>
                  <a:lnTo>
                    <a:pt x="26080" y="17308"/>
                  </a:lnTo>
                  <a:lnTo>
                    <a:pt x="26275" y="16682"/>
                  </a:lnTo>
                  <a:lnTo>
                    <a:pt x="26426" y="16033"/>
                  </a:lnTo>
                  <a:lnTo>
                    <a:pt x="26534" y="15364"/>
                  </a:lnTo>
                  <a:lnTo>
                    <a:pt x="26621" y="14715"/>
                  </a:lnTo>
                  <a:lnTo>
                    <a:pt x="26664" y="14024"/>
                  </a:lnTo>
                  <a:lnTo>
                    <a:pt x="26685" y="13333"/>
                  </a:lnTo>
                  <a:lnTo>
                    <a:pt x="26664" y="12663"/>
                  </a:lnTo>
                  <a:lnTo>
                    <a:pt x="26621" y="11971"/>
                  </a:lnTo>
                  <a:lnTo>
                    <a:pt x="26534" y="11301"/>
                  </a:lnTo>
                  <a:lnTo>
                    <a:pt x="26426" y="10653"/>
                  </a:lnTo>
                  <a:lnTo>
                    <a:pt x="26275" y="10005"/>
                  </a:lnTo>
                  <a:lnTo>
                    <a:pt x="26080" y="9378"/>
                  </a:lnTo>
                  <a:lnTo>
                    <a:pt x="25886" y="8752"/>
                  </a:lnTo>
                  <a:lnTo>
                    <a:pt x="25648" y="8147"/>
                  </a:lnTo>
                  <a:lnTo>
                    <a:pt x="25367" y="7563"/>
                  </a:lnTo>
                  <a:lnTo>
                    <a:pt x="25086" y="6980"/>
                  </a:lnTo>
                  <a:lnTo>
                    <a:pt x="24762" y="6418"/>
                  </a:lnTo>
                  <a:lnTo>
                    <a:pt x="24417" y="5878"/>
                  </a:lnTo>
                  <a:lnTo>
                    <a:pt x="24049" y="5359"/>
                  </a:lnTo>
                  <a:lnTo>
                    <a:pt x="23639" y="4862"/>
                  </a:lnTo>
                  <a:lnTo>
                    <a:pt x="23228" y="4365"/>
                  </a:lnTo>
                  <a:lnTo>
                    <a:pt x="22774" y="3912"/>
                  </a:lnTo>
                  <a:lnTo>
                    <a:pt x="22321" y="3458"/>
                  </a:lnTo>
                  <a:lnTo>
                    <a:pt x="21845" y="3047"/>
                  </a:lnTo>
                  <a:lnTo>
                    <a:pt x="21327" y="2658"/>
                  </a:lnTo>
                  <a:lnTo>
                    <a:pt x="20808" y="2269"/>
                  </a:lnTo>
                  <a:lnTo>
                    <a:pt x="20268" y="1924"/>
                  </a:lnTo>
                  <a:lnTo>
                    <a:pt x="19706" y="1600"/>
                  </a:lnTo>
                  <a:lnTo>
                    <a:pt x="19123" y="1319"/>
                  </a:lnTo>
                  <a:lnTo>
                    <a:pt x="18539" y="1038"/>
                  </a:lnTo>
                  <a:lnTo>
                    <a:pt x="17934" y="800"/>
                  </a:lnTo>
                  <a:lnTo>
                    <a:pt x="17308" y="606"/>
                  </a:lnTo>
                  <a:lnTo>
                    <a:pt x="16681" y="411"/>
                  </a:lnTo>
                  <a:lnTo>
                    <a:pt x="16033" y="260"/>
                  </a:lnTo>
                  <a:lnTo>
                    <a:pt x="15385" y="152"/>
                  </a:lnTo>
                  <a:lnTo>
                    <a:pt x="14715" y="66"/>
                  </a:lnTo>
                  <a:lnTo>
                    <a:pt x="14023" y="22"/>
                  </a:lnTo>
                  <a:lnTo>
                    <a:pt x="1335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9" name="Google Shape;8759;p44"/>
            <p:cNvSpPr/>
            <p:nvPr/>
          </p:nvSpPr>
          <p:spPr>
            <a:xfrm>
              <a:off x="13297425" y="4537650"/>
              <a:ext cx="346825" cy="347375"/>
            </a:xfrm>
            <a:custGeom>
              <a:avLst/>
              <a:gdLst/>
              <a:ahLst/>
              <a:cxnLst/>
              <a:rect l="l" t="t" r="r" b="b"/>
              <a:pathLst>
                <a:path w="13873" h="13895" extrusionOk="0">
                  <a:moveTo>
                    <a:pt x="6937" y="1"/>
                  </a:moveTo>
                  <a:lnTo>
                    <a:pt x="6569" y="22"/>
                  </a:lnTo>
                  <a:lnTo>
                    <a:pt x="6224" y="44"/>
                  </a:lnTo>
                  <a:lnTo>
                    <a:pt x="5878" y="87"/>
                  </a:lnTo>
                  <a:lnTo>
                    <a:pt x="5532" y="152"/>
                  </a:lnTo>
                  <a:lnTo>
                    <a:pt x="5186" y="217"/>
                  </a:lnTo>
                  <a:lnTo>
                    <a:pt x="4862" y="325"/>
                  </a:lnTo>
                  <a:lnTo>
                    <a:pt x="4538" y="433"/>
                  </a:lnTo>
                  <a:lnTo>
                    <a:pt x="4236" y="562"/>
                  </a:lnTo>
                  <a:lnTo>
                    <a:pt x="3912" y="692"/>
                  </a:lnTo>
                  <a:lnTo>
                    <a:pt x="3631" y="843"/>
                  </a:lnTo>
                  <a:lnTo>
                    <a:pt x="3328" y="1016"/>
                  </a:lnTo>
                  <a:lnTo>
                    <a:pt x="3047" y="1189"/>
                  </a:lnTo>
                  <a:lnTo>
                    <a:pt x="2788" y="1383"/>
                  </a:lnTo>
                  <a:lnTo>
                    <a:pt x="2507" y="1599"/>
                  </a:lnTo>
                  <a:lnTo>
                    <a:pt x="2269" y="1816"/>
                  </a:lnTo>
                  <a:lnTo>
                    <a:pt x="2032" y="2032"/>
                  </a:lnTo>
                  <a:lnTo>
                    <a:pt x="1794" y="2291"/>
                  </a:lnTo>
                  <a:lnTo>
                    <a:pt x="1578" y="2529"/>
                  </a:lnTo>
                  <a:lnTo>
                    <a:pt x="1362" y="2788"/>
                  </a:lnTo>
                  <a:lnTo>
                    <a:pt x="1167" y="3069"/>
                  </a:lnTo>
                  <a:lnTo>
                    <a:pt x="995" y="3350"/>
                  </a:lnTo>
                  <a:lnTo>
                    <a:pt x="822" y="3631"/>
                  </a:lnTo>
                  <a:lnTo>
                    <a:pt x="670" y="3933"/>
                  </a:lnTo>
                  <a:lnTo>
                    <a:pt x="541" y="4236"/>
                  </a:lnTo>
                  <a:lnTo>
                    <a:pt x="411" y="4560"/>
                  </a:lnTo>
                  <a:lnTo>
                    <a:pt x="303" y="4884"/>
                  </a:lnTo>
                  <a:lnTo>
                    <a:pt x="217" y="5208"/>
                  </a:lnTo>
                  <a:lnTo>
                    <a:pt x="130" y="5554"/>
                  </a:lnTo>
                  <a:lnTo>
                    <a:pt x="65" y="5899"/>
                  </a:lnTo>
                  <a:lnTo>
                    <a:pt x="22" y="6245"/>
                  </a:lnTo>
                  <a:lnTo>
                    <a:pt x="1" y="6591"/>
                  </a:lnTo>
                  <a:lnTo>
                    <a:pt x="1" y="6937"/>
                  </a:lnTo>
                  <a:lnTo>
                    <a:pt x="1" y="7304"/>
                  </a:lnTo>
                  <a:lnTo>
                    <a:pt x="22" y="7650"/>
                  </a:lnTo>
                  <a:lnTo>
                    <a:pt x="65" y="7995"/>
                  </a:lnTo>
                  <a:lnTo>
                    <a:pt x="130" y="8341"/>
                  </a:lnTo>
                  <a:lnTo>
                    <a:pt x="217" y="8687"/>
                  </a:lnTo>
                  <a:lnTo>
                    <a:pt x="303" y="9011"/>
                  </a:lnTo>
                  <a:lnTo>
                    <a:pt x="411" y="9335"/>
                  </a:lnTo>
                  <a:lnTo>
                    <a:pt x="541" y="9637"/>
                  </a:lnTo>
                  <a:lnTo>
                    <a:pt x="670" y="9962"/>
                  </a:lnTo>
                  <a:lnTo>
                    <a:pt x="822" y="10264"/>
                  </a:lnTo>
                  <a:lnTo>
                    <a:pt x="995" y="10545"/>
                  </a:lnTo>
                  <a:lnTo>
                    <a:pt x="1167" y="10826"/>
                  </a:lnTo>
                  <a:lnTo>
                    <a:pt x="1362" y="11107"/>
                  </a:lnTo>
                  <a:lnTo>
                    <a:pt x="1578" y="11366"/>
                  </a:lnTo>
                  <a:lnTo>
                    <a:pt x="1794" y="11604"/>
                  </a:lnTo>
                  <a:lnTo>
                    <a:pt x="2032" y="11863"/>
                  </a:lnTo>
                  <a:lnTo>
                    <a:pt x="2269" y="12079"/>
                  </a:lnTo>
                  <a:lnTo>
                    <a:pt x="2507" y="12295"/>
                  </a:lnTo>
                  <a:lnTo>
                    <a:pt x="2788" y="12511"/>
                  </a:lnTo>
                  <a:lnTo>
                    <a:pt x="3047" y="12706"/>
                  </a:lnTo>
                  <a:lnTo>
                    <a:pt x="3328" y="12879"/>
                  </a:lnTo>
                  <a:lnTo>
                    <a:pt x="3631" y="13051"/>
                  </a:lnTo>
                  <a:lnTo>
                    <a:pt x="3912" y="13203"/>
                  </a:lnTo>
                  <a:lnTo>
                    <a:pt x="4236" y="13332"/>
                  </a:lnTo>
                  <a:lnTo>
                    <a:pt x="4538" y="13462"/>
                  </a:lnTo>
                  <a:lnTo>
                    <a:pt x="4862" y="13570"/>
                  </a:lnTo>
                  <a:lnTo>
                    <a:pt x="5186" y="13656"/>
                  </a:lnTo>
                  <a:lnTo>
                    <a:pt x="5532" y="13743"/>
                  </a:lnTo>
                  <a:lnTo>
                    <a:pt x="5878" y="13808"/>
                  </a:lnTo>
                  <a:lnTo>
                    <a:pt x="6224" y="13851"/>
                  </a:lnTo>
                  <a:lnTo>
                    <a:pt x="6569" y="13873"/>
                  </a:lnTo>
                  <a:lnTo>
                    <a:pt x="6937" y="13894"/>
                  </a:lnTo>
                  <a:lnTo>
                    <a:pt x="7282" y="13873"/>
                  </a:lnTo>
                  <a:lnTo>
                    <a:pt x="7650" y="13851"/>
                  </a:lnTo>
                  <a:lnTo>
                    <a:pt x="7995" y="13808"/>
                  </a:lnTo>
                  <a:lnTo>
                    <a:pt x="8319" y="13743"/>
                  </a:lnTo>
                  <a:lnTo>
                    <a:pt x="8665" y="13656"/>
                  </a:lnTo>
                  <a:lnTo>
                    <a:pt x="8989" y="13570"/>
                  </a:lnTo>
                  <a:lnTo>
                    <a:pt x="9313" y="13462"/>
                  </a:lnTo>
                  <a:lnTo>
                    <a:pt x="9638" y="13332"/>
                  </a:lnTo>
                  <a:lnTo>
                    <a:pt x="9940" y="13203"/>
                  </a:lnTo>
                  <a:lnTo>
                    <a:pt x="10243" y="13051"/>
                  </a:lnTo>
                  <a:lnTo>
                    <a:pt x="10523" y="12879"/>
                  </a:lnTo>
                  <a:lnTo>
                    <a:pt x="10804" y="12706"/>
                  </a:lnTo>
                  <a:lnTo>
                    <a:pt x="11085" y="12511"/>
                  </a:lnTo>
                  <a:lnTo>
                    <a:pt x="11345" y="12295"/>
                  </a:lnTo>
                  <a:lnTo>
                    <a:pt x="11604" y="12079"/>
                  </a:lnTo>
                  <a:lnTo>
                    <a:pt x="11841" y="11863"/>
                  </a:lnTo>
                  <a:lnTo>
                    <a:pt x="12058" y="11604"/>
                  </a:lnTo>
                  <a:lnTo>
                    <a:pt x="12295" y="11366"/>
                  </a:lnTo>
                  <a:lnTo>
                    <a:pt x="12490" y="11107"/>
                  </a:lnTo>
                  <a:lnTo>
                    <a:pt x="12684" y="10826"/>
                  </a:lnTo>
                  <a:lnTo>
                    <a:pt x="12857" y="10545"/>
                  </a:lnTo>
                  <a:lnTo>
                    <a:pt x="13030" y="10264"/>
                  </a:lnTo>
                  <a:lnTo>
                    <a:pt x="13181" y="9962"/>
                  </a:lnTo>
                  <a:lnTo>
                    <a:pt x="13332" y="9637"/>
                  </a:lnTo>
                  <a:lnTo>
                    <a:pt x="13440" y="9335"/>
                  </a:lnTo>
                  <a:lnTo>
                    <a:pt x="13548" y="9011"/>
                  </a:lnTo>
                  <a:lnTo>
                    <a:pt x="13657" y="8687"/>
                  </a:lnTo>
                  <a:lnTo>
                    <a:pt x="13721" y="8341"/>
                  </a:lnTo>
                  <a:lnTo>
                    <a:pt x="13786" y="7995"/>
                  </a:lnTo>
                  <a:lnTo>
                    <a:pt x="13829" y="7650"/>
                  </a:lnTo>
                  <a:lnTo>
                    <a:pt x="13851" y="7304"/>
                  </a:lnTo>
                  <a:lnTo>
                    <a:pt x="13873" y="6937"/>
                  </a:lnTo>
                  <a:lnTo>
                    <a:pt x="13851" y="6591"/>
                  </a:lnTo>
                  <a:lnTo>
                    <a:pt x="13829" y="6245"/>
                  </a:lnTo>
                  <a:lnTo>
                    <a:pt x="13786" y="5899"/>
                  </a:lnTo>
                  <a:lnTo>
                    <a:pt x="13721" y="5554"/>
                  </a:lnTo>
                  <a:lnTo>
                    <a:pt x="13657" y="5208"/>
                  </a:lnTo>
                  <a:lnTo>
                    <a:pt x="13548" y="4884"/>
                  </a:lnTo>
                  <a:lnTo>
                    <a:pt x="13440" y="4560"/>
                  </a:lnTo>
                  <a:lnTo>
                    <a:pt x="13332" y="4236"/>
                  </a:lnTo>
                  <a:lnTo>
                    <a:pt x="13181" y="3933"/>
                  </a:lnTo>
                  <a:lnTo>
                    <a:pt x="13030" y="3631"/>
                  </a:lnTo>
                  <a:lnTo>
                    <a:pt x="12857" y="3350"/>
                  </a:lnTo>
                  <a:lnTo>
                    <a:pt x="12684" y="3069"/>
                  </a:lnTo>
                  <a:lnTo>
                    <a:pt x="12490" y="2788"/>
                  </a:lnTo>
                  <a:lnTo>
                    <a:pt x="12295" y="2529"/>
                  </a:lnTo>
                  <a:lnTo>
                    <a:pt x="12058" y="2291"/>
                  </a:lnTo>
                  <a:lnTo>
                    <a:pt x="11841" y="2032"/>
                  </a:lnTo>
                  <a:lnTo>
                    <a:pt x="11604" y="1816"/>
                  </a:lnTo>
                  <a:lnTo>
                    <a:pt x="11345" y="1599"/>
                  </a:lnTo>
                  <a:lnTo>
                    <a:pt x="11085" y="1383"/>
                  </a:lnTo>
                  <a:lnTo>
                    <a:pt x="10804" y="1189"/>
                  </a:lnTo>
                  <a:lnTo>
                    <a:pt x="10523" y="1016"/>
                  </a:lnTo>
                  <a:lnTo>
                    <a:pt x="10243" y="843"/>
                  </a:lnTo>
                  <a:lnTo>
                    <a:pt x="9940" y="692"/>
                  </a:lnTo>
                  <a:lnTo>
                    <a:pt x="9638" y="562"/>
                  </a:lnTo>
                  <a:lnTo>
                    <a:pt x="9313" y="433"/>
                  </a:lnTo>
                  <a:lnTo>
                    <a:pt x="8989" y="325"/>
                  </a:lnTo>
                  <a:lnTo>
                    <a:pt x="8665" y="217"/>
                  </a:lnTo>
                  <a:lnTo>
                    <a:pt x="8319" y="152"/>
                  </a:lnTo>
                  <a:lnTo>
                    <a:pt x="7995" y="87"/>
                  </a:lnTo>
                  <a:lnTo>
                    <a:pt x="7650" y="44"/>
                  </a:lnTo>
                  <a:lnTo>
                    <a:pt x="7282" y="22"/>
                  </a:lnTo>
                  <a:lnTo>
                    <a:pt x="693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0" name="Google Shape;8760;p44"/>
            <p:cNvSpPr/>
            <p:nvPr/>
          </p:nvSpPr>
          <p:spPr>
            <a:xfrm>
              <a:off x="14097975" y="4377750"/>
              <a:ext cx="667175" cy="667150"/>
            </a:xfrm>
            <a:custGeom>
              <a:avLst/>
              <a:gdLst/>
              <a:ahLst/>
              <a:cxnLst/>
              <a:rect l="l" t="t" r="r" b="b"/>
              <a:pathLst>
                <a:path w="26687" h="26686" extrusionOk="0">
                  <a:moveTo>
                    <a:pt x="13333" y="1"/>
                  </a:moveTo>
                  <a:lnTo>
                    <a:pt x="12641" y="22"/>
                  </a:lnTo>
                  <a:lnTo>
                    <a:pt x="11971" y="66"/>
                  </a:lnTo>
                  <a:lnTo>
                    <a:pt x="11302" y="152"/>
                  </a:lnTo>
                  <a:lnTo>
                    <a:pt x="10653" y="260"/>
                  </a:lnTo>
                  <a:lnTo>
                    <a:pt x="10005" y="411"/>
                  </a:lnTo>
                  <a:lnTo>
                    <a:pt x="9379" y="606"/>
                  </a:lnTo>
                  <a:lnTo>
                    <a:pt x="8752" y="800"/>
                  </a:lnTo>
                  <a:lnTo>
                    <a:pt x="8147" y="1038"/>
                  </a:lnTo>
                  <a:lnTo>
                    <a:pt x="7564" y="1319"/>
                  </a:lnTo>
                  <a:lnTo>
                    <a:pt x="6980" y="1600"/>
                  </a:lnTo>
                  <a:lnTo>
                    <a:pt x="6418" y="1924"/>
                  </a:lnTo>
                  <a:lnTo>
                    <a:pt x="5878" y="2269"/>
                  </a:lnTo>
                  <a:lnTo>
                    <a:pt x="5360" y="2658"/>
                  </a:lnTo>
                  <a:lnTo>
                    <a:pt x="4841" y="3047"/>
                  </a:lnTo>
                  <a:lnTo>
                    <a:pt x="4366" y="3458"/>
                  </a:lnTo>
                  <a:lnTo>
                    <a:pt x="3912" y="3912"/>
                  </a:lnTo>
                  <a:lnTo>
                    <a:pt x="3458" y="4365"/>
                  </a:lnTo>
                  <a:lnTo>
                    <a:pt x="3048" y="4862"/>
                  </a:lnTo>
                  <a:lnTo>
                    <a:pt x="2637" y="5359"/>
                  </a:lnTo>
                  <a:lnTo>
                    <a:pt x="2270" y="5878"/>
                  </a:lnTo>
                  <a:lnTo>
                    <a:pt x="1924" y="6418"/>
                  </a:lnTo>
                  <a:lnTo>
                    <a:pt x="1600" y="6980"/>
                  </a:lnTo>
                  <a:lnTo>
                    <a:pt x="1319" y="7563"/>
                  </a:lnTo>
                  <a:lnTo>
                    <a:pt x="1038" y="8147"/>
                  </a:lnTo>
                  <a:lnTo>
                    <a:pt x="800" y="8752"/>
                  </a:lnTo>
                  <a:lnTo>
                    <a:pt x="584" y="9378"/>
                  </a:lnTo>
                  <a:lnTo>
                    <a:pt x="411" y="10005"/>
                  </a:lnTo>
                  <a:lnTo>
                    <a:pt x="260" y="10653"/>
                  </a:lnTo>
                  <a:lnTo>
                    <a:pt x="152" y="11301"/>
                  </a:lnTo>
                  <a:lnTo>
                    <a:pt x="66" y="11971"/>
                  </a:lnTo>
                  <a:lnTo>
                    <a:pt x="22" y="12663"/>
                  </a:lnTo>
                  <a:lnTo>
                    <a:pt x="1" y="13333"/>
                  </a:lnTo>
                  <a:lnTo>
                    <a:pt x="22" y="14024"/>
                  </a:lnTo>
                  <a:lnTo>
                    <a:pt x="66" y="14715"/>
                  </a:lnTo>
                  <a:lnTo>
                    <a:pt x="152" y="15364"/>
                  </a:lnTo>
                  <a:lnTo>
                    <a:pt x="260" y="16033"/>
                  </a:lnTo>
                  <a:lnTo>
                    <a:pt x="411" y="16682"/>
                  </a:lnTo>
                  <a:lnTo>
                    <a:pt x="584" y="17308"/>
                  </a:lnTo>
                  <a:lnTo>
                    <a:pt x="800" y="17935"/>
                  </a:lnTo>
                  <a:lnTo>
                    <a:pt x="1038" y="18540"/>
                  </a:lnTo>
                  <a:lnTo>
                    <a:pt x="1319" y="19123"/>
                  </a:lnTo>
                  <a:lnTo>
                    <a:pt x="1600" y="19707"/>
                  </a:lnTo>
                  <a:lnTo>
                    <a:pt x="1924" y="20269"/>
                  </a:lnTo>
                  <a:lnTo>
                    <a:pt x="2270" y="20809"/>
                  </a:lnTo>
                  <a:lnTo>
                    <a:pt x="2637" y="21327"/>
                  </a:lnTo>
                  <a:lnTo>
                    <a:pt x="3048" y="21824"/>
                  </a:lnTo>
                  <a:lnTo>
                    <a:pt x="3458" y="22321"/>
                  </a:lnTo>
                  <a:lnTo>
                    <a:pt x="3912" y="22775"/>
                  </a:lnTo>
                  <a:lnTo>
                    <a:pt x="4366" y="23229"/>
                  </a:lnTo>
                  <a:lnTo>
                    <a:pt x="4841" y="23639"/>
                  </a:lnTo>
                  <a:lnTo>
                    <a:pt x="5360" y="24028"/>
                  </a:lnTo>
                  <a:lnTo>
                    <a:pt x="5878" y="24417"/>
                  </a:lnTo>
                  <a:lnTo>
                    <a:pt x="6418" y="24763"/>
                  </a:lnTo>
                  <a:lnTo>
                    <a:pt x="6980" y="25065"/>
                  </a:lnTo>
                  <a:lnTo>
                    <a:pt x="7564" y="25368"/>
                  </a:lnTo>
                  <a:lnTo>
                    <a:pt x="8147" y="25627"/>
                  </a:lnTo>
                  <a:lnTo>
                    <a:pt x="8752" y="25887"/>
                  </a:lnTo>
                  <a:lnTo>
                    <a:pt x="9379" y="26081"/>
                  </a:lnTo>
                  <a:lnTo>
                    <a:pt x="10005" y="26275"/>
                  </a:lnTo>
                  <a:lnTo>
                    <a:pt x="10653" y="26405"/>
                  </a:lnTo>
                  <a:lnTo>
                    <a:pt x="11302" y="26535"/>
                  </a:lnTo>
                  <a:lnTo>
                    <a:pt x="11971" y="26621"/>
                  </a:lnTo>
                  <a:lnTo>
                    <a:pt x="12641" y="26664"/>
                  </a:lnTo>
                  <a:lnTo>
                    <a:pt x="13333" y="26686"/>
                  </a:lnTo>
                  <a:lnTo>
                    <a:pt x="14024" y="26664"/>
                  </a:lnTo>
                  <a:lnTo>
                    <a:pt x="14694" y="26621"/>
                  </a:lnTo>
                  <a:lnTo>
                    <a:pt x="15364" y="26535"/>
                  </a:lnTo>
                  <a:lnTo>
                    <a:pt x="16034" y="26405"/>
                  </a:lnTo>
                  <a:lnTo>
                    <a:pt x="16682" y="26275"/>
                  </a:lnTo>
                  <a:lnTo>
                    <a:pt x="17308" y="26081"/>
                  </a:lnTo>
                  <a:lnTo>
                    <a:pt x="17935" y="25887"/>
                  </a:lnTo>
                  <a:lnTo>
                    <a:pt x="18540" y="25627"/>
                  </a:lnTo>
                  <a:lnTo>
                    <a:pt x="19124" y="25368"/>
                  </a:lnTo>
                  <a:lnTo>
                    <a:pt x="19707" y="25065"/>
                  </a:lnTo>
                  <a:lnTo>
                    <a:pt x="20269" y="24763"/>
                  </a:lnTo>
                  <a:lnTo>
                    <a:pt x="20809" y="24417"/>
                  </a:lnTo>
                  <a:lnTo>
                    <a:pt x="21327" y="24028"/>
                  </a:lnTo>
                  <a:lnTo>
                    <a:pt x="21824" y="23639"/>
                  </a:lnTo>
                  <a:lnTo>
                    <a:pt x="22321" y="23229"/>
                  </a:lnTo>
                  <a:lnTo>
                    <a:pt x="22775" y="22775"/>
                  </a:lnTo>
                  <a:lnTo>
                    <a:pt x="23207" y="22321"/>
                  </a:lnTo>
                  <a:lnTo>
                    <a:pt x="23639" y="21824"/>
                  </a:lnTo>
                  <a:lnTo>
                    <a:pt x="24028" y="21327"/>
                  </a:lnTo>
                  <a:lnTo>
                    <a:pt x="24396" y="20809"/>
                  </a:lnTo>
                  <a:lnTo>
                    <a:pt x="24741" y="20269"/>
                  </a:lnTo>
                  <a:lnTo>
                    <a:pt x="25066" y="19707"/>
                  </a:lnTo>
                  <a:lnTo>
                    <a:pt x="25368" y="19123"/>
                  </a:lnTo>
                  <a:lnTo>
                    <a:pt x="25627" y="18540"/>
                  </a:lnTo>
                  <a:lnTo>
                    <a:pt x="25865" y="17935"/>
                  </a:lnTo>
                  <a:lnTo>
                    <a:pt x="26081" y="17308"/>
                  </a:lnTo>
                  <a:lnTo>
                    <a:pt x="26254" y="16682"/>
                  </a:lnTo>
                  <a:lnTo>
                    <a:pt x="26405" y="16033"/>
                  </a:lnTo>
                  <a:lnTo>
                    <a:pt x="26535" y="15364"/>
                  </a:lnTo>
                  <a:lnTo>
                    <a:pt x="26621" y="14715"/>
                  </a:lnTo>
                  <a:lnTo>
                    <a:pt x="26665" y="14024"/>
                  </a:lnTo>
                  <a:lnTo>
                    <a:pt x="26686" y="13333"/>
                  </a:lnTo>
                  <a:lnTo>
                    <a:pt x="26665" y="12663"/>
                  </a:lnTo>
                  <a:lnTo>
                    <a:pt x="26621" y="11971"/>
                  </a:lnTo>
                  <a:lnTo>
                    <a:pt x="26535" y="11301"/>
                  </a:lnTo>
                  <a:lnTo>
                    <a:pt x="26405" y="10653"/>
                  </a:lnTo>
                  <a:lnTo>
                    <a:pt x="26254" y="10005"/>
                  </a:lnTo>
                  <a:lnTo>
                    <a:pt x="26081" y="9378"/>
                  </a:lnTo>
                  <a:lnTo>
                    <a:pt x="25865" y="8752"/>
                  </a:lnTo>
                  <a:lnTo>
                    <a:pt x="25627" y="8147"/>
                  </a:lnTo>
                  <a:lnTo>
                    <a:pt x="25368" y="7563"/>
                  </a:lnTo>
                  <a:lnTo>
                    <a:pt x="25066" y="6980"/>
                  </a:lnTo>
                  <a:lnTo>
                    <a:pt x="24741" y="6418"/>
                  </a:lnTo>
                  <a:lnTo>
                    <a:pt x="24396" y="5878"/>
                  </a:lnTo>
                  <a:lnTo>
                    <a:pt x="24028" y="5359"/>
                  </a:lnTo>
                  <a:lnTo>
                    <a:pt x="23639" y="4862"/>
                  </a:lnTo>
                  <a:lnTo>
                    <a:pt x="23207" y="4365"/>
                  </a:lnTo>
                  <a:lnTo>
                    <a:pt x="22775" y="3912"/>
                  </a:lnTo>
                  <a:lnTo>
                    <a:pt x="22321" y="3458"/>
                  </a:lnTo>
                  <a:lnTo>
                    <a:pt x="21824" y="3047"/>
                  </a:lnTo>
                  <a:lnTo>
                    <a:pt x="21327" y="2658"/>
                  </a:lnTo>
                  <a:lnTo>
                    <a:pt x="20809" y="2269"/>
                  </a:lnTo>
                  <a:lnTo>
                    <a:pt x="20269" y="1924"/>
                  </a:lnTo>
                  <a:lnTo>
                    <a:pt x="19707" y="1600"/>
                  </a:lnTo>
                  <a:lnTo>
                    <a:pt x="19124" y="1319"/>
                  </a:lnTo>
                  <a:lnTo>
                    <a:pt x="18540" y="1038"/>
                  </a:lnTo>
                  <a:lnTo>
                    <a:pt x="17935" y="800"/>
                  </a:lnTo>
                  <a:lnTo>
                    <a:pt x="17308" y="606"/>
                  </a:lnTo>
                  <a:lnTo>
                    <a:pt x="16682" y="411"/>
                  </a:lnTo>
                  <a:lnTo>
                    <a:pt x="16034" y="260"/>
                  </a:lnTo>
                  <a:lnTo>
                    <a:pt x="15364" y="152"/>
                  </a:lnTo>
                  <a:lnTo>
                    <a:pt x="14694" y="66"/>
                  </a:lnTo>
                  <a:lnTo>
                    <a:pt x="14024" y="22"/>
                  </a:lnTo>
                  <a:lnTo>
                    <a:pt x="1333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1" name="Google Shape;8761;p44"/>
            <p:cNvSpPr/>
            <p:nvPr/>
          </p:nvSpPr>
          <p:spPr>
            <a:xfrm>
              <a:off x="14257875" y="4537650"/>
              <a:ext cx="346825" cy="347375"/>
            </a:xfrm>
            <a:custGeom>
              <a:avLst/>
              <a:gdLst/>
              <a:ahLst/>
              <a:cxnLst/>
              <a:rect l="l" t="t" r="r" b="b"/>
              <a:pathLst>
                <a:path w="13873" h="13895" extrusionOk="0">
                  <a:moveTo>
                    <a:pt x="6937" y="1"/>
                  </a:moveTo>
                  <a:lnTo>
                    <a:pt x="6591" y="22"/>
                  </a:lnTo>
                  <a:lnTo>
                    <a:pt x="6224" y="44"/>
                  </a:lnTo>
                  <a:lnTo>
                    <a:pt x="5878" y="87"/>
                  </a:lnTo>
                  <a:lnTo>
                    <a:pt x="5554" y="152"/>
                  </a:lnTo>
                  <a:lnTo>
                    <a:pt x="5208" y="217"/>
                  </a:lnTo>
                  <a:lnTo>
                    <a:pt x="4884" y="325"/>
                  </a:lnTo>
                  <a:lnTo>
                    <a:pt x="4560" y="433"/>
                  </a:lnTo>
                  <a:lnTo>
                    <a:pt x="4236" y="562"/>
                  </a:lnTo>
                  <a:lnTo>
                    <a:pt x="3933" y="692"/>
                  </a:lnTo>
                  <a:lnTo>
                    <a:pt x="3631" y="843"/>
                  </a:lnTo>
                  <a:lnTo>
                    <a:pt x="3350" y="1016"/>
                  </a:lnTo>
                  <a:lnTo>
                    <a:pt x="3069" y="1189"/>
                  </a:lnTo>
                  <a:lnTo>
                    <a:pt x="2788" y="1383"/>
                  </a:lnTo>
                  <a:lnTo>
                    <a:pt x="2529" y="1599"/>
                  </a:lnTo>
                  <a:lnTo>
                    <a:pt x="2269" y="1816"/>
                  </a:lnTo>
                  <a:lnTo>
                    <a:pt x="2032" y="2032"/>
                  </a:lnTo>
                  <a:lnTo>
                    <a:pt x="1816" y="2291"/>
                  </a:lnTo>
                  <a:lnTo>
                    <a:pt x="1578" y="2529"/>
                  </a:lnTo>
                  <a:lnTo>
                    <a:pt x="1384" y="2788"/>
                  </a:lnTo>
                  <a:lnTo>
                    <a:pt x="1189" y="3069"/>
                  </a:lnTo>
                  <a:lnTo>
                    <a:pt x="1016" y="3350"/>
                  </a:lnTo>
                  <a:lnTo>
                    <a:pt x="843" y="3631"/>
                  </a:lnTo>
                  <a:lnTo>
                    <a:pt x="692" y="3933"/>
                  </a:lnTo>
                  <a:lnTo>
                    <a:pt x="541" y="4236"/>
                  </a:lnTo>
                  <a:lnTo>
                    <a:pt x="433" y="4560"/>
                  </a:lnTo>
                  <a:lnTo>
                    <a:pt x="325" y="4884"/>
                  </a:lnTo>
                  <a:lnTo>
                    <a:pt x="217" y="5208"/>
                  </a:lnTo>
                  <a:lnTo>
                    <a:pt x="152" y="5554"/>
                  </a:lnTo>
                  <a:lnTo>
                    <a:pt x="87" y="5899"/>
                  </a:lnTo>
                  <a:lnTo>
                    <a:pt x="44" y="6245"/>
                  </a:lnTo>
                  <a:lnTo>
                    <a:pt x="22" y="6591"/>
                  </a:lnTo>
                  <a:lnTo>
                    <a:pt x="1" y="6937"/>
                  </a:lnTo>
                  <a:lnTo>
                    <a:pt x="22" y="7304"/>
                  </a:lnTo>
                  <a:lnTo>
                    <a:pt x="44" y="7650"/>
                  </a:lnTo>
                  <a:lnTo>
                    <a:pt x="87" y="7995"/>
                  </a:lnTo>
                  <a:lnTo>
                    <a:pt x="152" y="8341"/>
                  </a:lnTo>
                  <a:lnTo>
                    <a:pt x="217" y="8687"/>
                  </a:lnTo>
                  <a:lnTo>
                    <a:pt x="325" y="9011"/>
                  </a:lnTo>
                  <a:lnTo>
                    <a:pt x="433" y="9335"/>
                  </a:lnTo>
                  <a:lnTo>
                    <a:pt x="541" y="9637"/>
                  </a:lnTo>
                  <a:lnTo>
                    <a:pt x="692" y="9962"/>
                  </a:lnTo>
                  <a:lnTo>
                    <a:pt x="843" y="10264"/>
                  </a:lnTo>
                  <a:lnTo>
                    <a:pt x="1016" y="10545"/>
                  </a:lnTo>
                  <a:lnTo>
                    <a:pt x="1189" y="10826"/>
                  </a:lnTo>
                  <a:lnTo>
                    <a:pt x="1384" y="11107"/>
                  </a:lnTo>
                  <a:lnTo>
                    <a:pt x="1578" y="11366"/>
                  </a:lnTo>
                  <a:lnTo>
                    <a:pt x="1816" y="11604"/>
                  </a:lnTo>
                  <a:lnTo>
                    <a:pt x="2032" y="11863"/>
                  </a:lnTo>
                  <a:lnTo>
                    <a:pt x="2269" y="12079"/>
                  </a:lnTo>
                  <a:lnTo>
                    <a:pt x="2529" y="12295"/>
                  </a:lnTo>
                  <a:lnTo>
                    <a:pt x="2788" y="12511"/>
                  </a:lnTo>
                  <a:lnTo>
                    <a:pt x="3069" y="12706"/>
                  </a:lnTo>
                  <a:lnTo>
                    <a:pt x="3350" y="12879"/>
                  </a:lnTo>
                  <a:lnTo>
                    <a:pt x="3631" y="13051"/>
                  </a:lnTo>
                  <a:lnTo>
                    <a:pt x="3933" y="13203"/>
                  </a:lnTo>
                  <a:lnTo>
                    <a:pt x="4236" y="13332"/>
                  </a:lnTo>
                  <a:lnTo>
                    <a:pt x="4560" y="13462"/>
                  </a:lnTo>
                  <a:lnTo>
                    <a:pt x="4884" y="13570"/>
                  </a:lnTo>
                  <a:lnTo>
                    <a:pt x="5208" y="13656"/>
                  </a:lnTo>
                  <a:lnTo>
                    <a:pt x="5554" y="13743"/>
                  </a:lnTo>
                  <a:lnTo>
                    <a:pt x="5878" y="13808"/>
                  </a:lnTo>
                  <a:lnTo>
                    <a:pt x="6224" y="13851"/>
                  </a:lnTo>
                  <a:lnTo>
                    <a:pt x="6591" y="13873"/>
                  </a:lnTo>
                  <a:lnTo>
                    <a:pt x="6937" y="13894"/>
                  </a:lnTo>
                  <a:lnTo>
                    <a:pt x="7304" y="13873"/>
                  </a:lnTo>
                  <a:lnTo>
                    <a:pt x="7650" y="13851"/>
                  </a:lnTo>
                  <a:lnTo>
                    <a:pt x="7995" y="13808"/>
                  </a:lnTo>
                  <a:lnTo>
                    <a:pt x="8341" y="13743"/>
                  </a:lnTo>
                  <a:lnTo>
                    <a:pt x="8687" y="13656"/>
                  </a:lnTo>
                  <a:lnTo>
                    <a:pt x="9011" y="13570"/>
                  </a:lnTo>
                  <a:lnTo>
                    <a:pt x="9335" y="13462"/>
                  </a:lnTo>
                  <a:lnTo>
                    <a:pt x="9638" y="13332"/>
                  </a:lnTo>
                  <a:lnTo>
                    <a:pt x="9940" y="13203"/>
                  </a:lnTo>
                  <a:lnTo>
                    <a:pt x="10243" y="13051"/>
                  </a:lnTo>
                  <a:lnTo>
                    <a:pt x="10545" y="12879"/>
                  </a:lnTo>
                  <a:lnTo>
                    <a:pt x="10826" y="12706"/>
                  </a:lnTo>
                  <a:lnTo>
                    <a:pt x="11085" y="12511"/>
                  </a:lnTo>
                  <a:lnTo>
                    <a:pt x="11366" y="12295"/>
                  </a:lnTo>
                  <a:lnTo>
                    <a:pt x="11604" y="12079"/>
                  </a:lnTo>
                  <a:lnTo>
                    <a:pt x="11842" y="11863"/>
                  </a:lnTo>
                  <a:lnTo>
                    <a:pt x="12079" y="11604"/>
                  </a:lnTo>
                  <a:lnTo>
                    <a:pt x="12295" y="11366"/>
                  </a:lnTo>
                  <a:lnTo>
                    <a:pt x="12511" y="11107"/>
                  </a:lnTo>
                  <a:lnTo>
                    <a:pt x="12706" y="10826"/>
                  </a:lnTo>
                  <a:lnTo>
                    <a:pt x="12879" y="10545"/>
                  </a:lnTo>
                  <a:lnTo>
                    <a:pt x="13052" y="10264"/>
                  </a:lnTo>
                  <a:lnTo>
                    <a:pt x="13203" y="9962"/>
                  </a:lnTo>
                  <a:lnTo>
                    <a:pt x="13333" y="9637"/>
                  </a:lnTo>
                  <a:lnTo>
                    <a:pt x="13462" y="9335"/>
                  </a:lnTo>
                  <a:lnTo>
                    <a:pt x="13570" y="9011"/>
                  </a:lnTo>
                  <a:lnTo>
                    <a:pt x="13657" y="8687"/>
                  </a:lnTo>
                  <a:lnTo>
                    <a:pt x="13743" y="8341"/>
                  </a:lnTo>
                  <a:lnTo>
                    <a:pt x="13808" y="7995"/>
                  </a:lnTo>
                  <a:lnTo>
                    <a:pt x="13851" y="7650"/>
                  </a:lnTo>
                  <a:lnTo>
                    <a:pt x="13873" y="7304"/>
                  </a:lnTo>
                  <a:lnTo>
                    <a:pt x="13873" y="6937"/>
                  </a:lnTo>
                  <a:lnTo>
                    <a:pt x="13873" y="6591"/>
                  </a:lnTo>
                  <a:lnTo>
                    <a:pt x="13851" y="6245"/>
                  </a:lnTo>
                  <a:lnTo>
                    <a:pt x="13808" y="5899"/>
                  </a:lnTo>
                  <a:lnTo>
                    <a:pt x="13743" y="5554"/>
                  </a:lnTo>
                  <a:lnTo>
                    <a:pt x="13657" y="5208"/>
                  </a:lnTo>
                  <a:lnTo>
                    <a:pt x="13570" y="4884"/>
                  </a:lnTo>
                  <a:lnTo>
                    <a:pt x="13462" y="4560"/>
                  </a:lnTo>
                  <a:lnTo>
                    <a:pt x="13333" y="4236"/>
                  </a:lnTo>
                  <a:lnTo>
                    <a:pt x="13203" y="3933"/>
                  </a:lnTo>
                  <a:lnTo>
                    <a:pt x="13052" y="3631"/>
                  </a:lnTo>
                  <a:lnTo>
                    <a:pt x="12879" y="3350"/>
                  </a:lnTo>
                  <a:lnTo>
                    <a:pt x="12706" y="3069"/>
                  </a:lnTo>
                  <a:lnTo>
                    <a:pt x="12511" y="2788"/>
                  </a:lnTo>
                  <a:lnTo>
                    <a:pt x="12295" y="2529"/>
                  </a:lnTo>
                  <a:lnTo>
                    <a:pt x="12079" y="2291"/>
                  </a:lnTo>
                  <a:lnTo>
                    <a:pt x="11842" y="2032"/>
                  </a:lnTo>
                  <a:lnTo>
                    <a:pt x="11604" y="1816"/>
                  </a:lnTo>
                  <a:lnTo>
                    <a:pt x="11366" y="1599"/>
                  </a:lnTo>
                  <a:lnTo>
                    <a:pt x="11085" y="1383"/>
                  </a:lnTo>
                  <a:lnTo>
                    <a:pt x="10826" y="1189"/>
                  </a:lnTo>
                  <a:lnTo>
                    <a:pt x="10545" y="1016"/>
                  </a:lnTo>
                  <a:lnTo>
                    <a:pt x="10243" y="843"/>
                  </a:lnTo>
                  <a:lnTo>
                    <a:pt x="9940" y="692"/>
                  </a:lnTo>
                  <a:lnTo>
                    <a:pt x="9638" y="562"/>
                  </a:lnTo>
                  <a:lnTo>
                    <a:pt x="9335" y="433"/>
                  </a:lnTo>
                  <a:lnTo>
                    <a:pt x="9011" y="325"/>
                  </a:lnTo>
                  <a:lnTo>
                    <a:pt x="8687" y="217"/>
                  </a:lnTo>
                  <a:lnTo>
                    <a:pt x="8341" y="152"/>
                  </a:lnTo>
                  <a:lnTo>
                    <a:pt x="7995" y="87"/>
                  </a:lnTo>
                  <a:lnTo>
                    <a:pt x="7650" y="44"/>
                  </a:lnTo>
                  <a:lnTo>
                    <a:pt x="7304" y="22"/>
                  </a:lnTo>
                  <a:lnTo>
                    <a:pt x="693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2" name="Google Shape;8762;p44"/>
            <p:cNvSpPr/>
            <p:nvPr/>
          </p:nvSpPr>
          <p:spPr>
            <a:xfrm>
              <a:off x="13389250" y="3497250"/>
              <a:ext cx="435975" cy="693625"/>
            </a:xfrm>
            <a:custGeom>
              <a:avLst/>
              <a:gdLst/>
              <a:ahLst/>
              <a:cxnLst/>
              <a:rect l="l" t="t" r="r" b="b"/>
              <a:pathLst>
                <a:path w="17439" h="27745" extrusionOk="0">
                  <a:moveTo>
                    <a:pt x="17438" y="0"/>
                  </a:moveTo>
                  <a:lnTo>
                    <a:pt x="16423" y="195"/>
                  </a:lnTo>
                  <a:lnTo>
                    <a:pt x="15429" y="454"/>
                  </a:lnTo>
                  <a:lnTo>
                    <a:pt x="14478" y="713"/>
                  </a:lnTo>
                  <a:lnTo>
                    <a:pt x="13570" y="1016"/>
                  </a:lnTo>
                  <a:lnTo>
                    <a:pt x="12684" y="1318"/>
                  </a:lnTo>
                  <a:lnTo>
                    <a:pt x="11842" y="1664"/>
                  </a:lnTo>
                  <a:lnTo>
                    <a:pt x="11042" y="2031"/>
                  </a:lnTo>
                  <a:lnTo>
                    <a:pt x="10286" y="2399"/>
                  </a:lnTo>
                  <a:lnTo>
                    <a:pt x="9551" y="2809"/>
                  </a:lnTo>
                  <a:lnTo>
                    <a:pt x="8860" y="3242"/>
                  </a:lnTo>
                  <a:lnTo>
                    <a:pt x="8190" y="3674"/>
                  </a:lnTo>
                  <a:lnTo>
                    <a:pt x="7563" y="4127"/>
                  </a:lnTo>
                  <a:lnTo>
                    <a:pt x="6958" y="4603"/>
                  </a:lnTo>
                  <a:lnTo>
                    <a:pt x="6397" y="5100"/>
                  </a:lnTo>
                  <a:lnTo>
                    <a:pt x="5856" y="5618"/>
                  </a:lnTo>
                  <a:lnTo>
                    <a:pt x="5360" y="6137"/>
                  </a:lnTo>
                  <a:lnTo>
                    <a:pt x="4884" y="6656"/>
                  </a:lnTo>
                  <a:lnTo>
                    <a:pt x="4430" y="7196"/>
                  </a:lnTo>
                  <a:lnTo>
                    <a:pt x="3998" y="7757"/>
                  </a:lnTo>
                  <a:lnTo>
                    <a:pt x="3609" y="8319"/>
                  </a:lnTo>
                  <a:lnTo>
                    <a:pt x="3242" y="8881"/>
                  </a:lnTo>
                  <a:lnTo>
                    <a:pt x="2896" y="9464"/>
                  </a:lnTo>
                  <a:lnTo>
                    <a:pt x="2572" y="10048"/>
                  </a:lnTo>
                  <a:lnTo>
                    <a:pt x="2270" y="10653"/>
                  </a:lnTo>
                  <a:lnTo>
                    <a:pt x="1989" y="11236"/>
                  </a:lnTo>
                  <a:lnTo>
                    <a:pt x="1729" y="11841"/>
                  </a:lnTo>
                  <a:lnTo>
                    <a:pt x="1513" y="12446"/>
                  </a:lnTo>
                  <a:lnTo>
                    <a:pt x="1297" y="13051"/>
                  </a:lnTo>
                  <a:lnTo>
                    <a:pt x="1103" y="13656"/>
                  </a:lnTo>
                  <a:lnTo>
                    <a:pt x="930" y="14261"/>
                  </a:lnTo>
                  <a:lnTo>
                    <a:pt x="757" y="14866"/>
                  </a:lnTo>
                  <a:lnTo>
                    <a:pt x="627" y="15471"/>
                  </a:lnTo>
                  <a:lnTo>
                    <a:pt x="498" y="16076"/>
                  </a:lnTo>
                  <a:lnTo>
                    <a:pt x="390" y="16660"/>
                  </a:lnTo>
                  <a:lnTo>
                    <a:pt x="303" y="17243"/>
                  </a:lnTo>
                  <a:lnTo>
                    <a:pt x="217" y="17827"/>
                  </a:lnTo>
                  <a:lnTo>
                    <a:pt x="109" y="18972"/>
                  </a:lnTo>
                  <a:lnTo>
                    <a:pt x="44" y="20095"/>
                  </a:lnTo>
                  <a:lnTo>
                    <a:pt x="1" y="21154"/>
                  </a:lnTo>
                  <a:lnTo>
                    <a:pt x="1" y="22170"/>
                  </a:lnTo>
                  <a:lnTo>
                    <a:pt x="44" y="23120"/>
                  </a:lnTo>
                  <a:lnTo>
                    <a:pt x="109" y="24006"/>
                  </a:lnTo>
                  <a:lnTo>
                    <a:pt x="174" y="24827"/>
                  </a:lnTo>
                  <a:lnTo>
                    <a:pt x="260" y="25541"/>
                  </a:lnTo>
                  <a:lnTo>
                    <a:pt x="347" y="26189"/>
                  </a:lnTo>
                  <a:lnTo>
                    <a:pt x="433" y="26729"/>
                  </a:lnTo>
                  <a:lnTo>
                    <a:pt x="563" y="27485"/>
                  </a:lnTo>
                  <a:lnTo>
                    <a:pt x="627" y="27744"/>
                  </a:lnTo>
                  <a:lnTo>
                    <a:pt x="17438" y="27744"/>
                  </a:lnTo>
                  <a:lnTo>
                    <a:pt x="17438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3" name="Google Shape;8763;p44"/>
            <p:cNvSpPr/>
            <p:nvPr/>
          </p:nvSpPr>
          <p:spPr>
            <a:xfrm>
              <a:off x="13389250" y="3497250"/>
              <a:ext cx="435975" cy="693625"/>
            </a:xfrm>
            <a:custGeom>
              <a:avLst/>
              <a:gdLst/>
              <a:ahLst/>
              <a:cxnLst/>
              <a:rect l="l" t="t" r="r" b="b"/>
              <a:pathLst>
                <a:path w="17439" h="27745" fill="none" extrusionOk="0">
                  <a:moveTo>
                    <a:pt x="627" y="27744"/>
                  </a:moveTo>
                  <a:lnTo>
                    <a:pt x="627" y="27744"/>
                  </a:lnTo>
                  <a:lnTo>
                    <a:pt x="563" y="27485"/>
                  </a:lnTo>
                  <a:lnTo>
                    <a:pt x="433" y="26729"/>
                  </a:lnTo>
                  <a:lnTo>
                    <a:pt x="347" y="26189"/>
                  </a:lnTo>
                  <a:lnTo>
                    <a:pt x="260" y="25541"/>
                  </a:lnTo>
                  <a:lnTo>
                    <a:pt x="174" y="24827"/>
                  </a:lnTo>
                  <a:lnTo>
                    <a:pt x="109" y="24006"/>
                  </a:lnTo>
                  <a:lnTo>
                    <a:pt x="44" y="23120"/>
                  </a:lnTo>
                  <a:lnTo>
                    <a:pt x="1" y="22170"/>
                  </a:lnTo>
                  <a:lnTo>
                    <a:pt x="1" y="21154"/>
                  </a:lnTo>
                  <a:lnTo>
                    <a:pt x="44" y="20095"/>
                  </a:lnTo>
                  <a:lnTo>
                    <a:pt x="109" y="18972"/>
                  </a:lnTo>
                  <a:lnTo>
                    <a:pt x="217" y="17827"/>
                  </a:lnTo>
                  <a:lnTo>
                    <a:pt x="303" y="17243"/>
                  </a:lnTo>
                  <a:lnTo>
                    <a:pt x="390" y="16660"/>
                  </a:lnTo>
                  <a:lnTo>
                    <a:pt x="498" y="16076"/>
                  </a:lnTo>
                  <a:lnTo>
                    <a:pt x="627" y="15471"/>
                  </a:lnTo>
                  <a:lnTo>
                    <a:pt x="757" y="14866"/>
                  </a:lnTo>
                  <a:lnTo>
                    <a:pt x="930" y="14261"/>
                  </a:lnTo>
                  <a:lnTo>
                    <a:pt x="1103" y="13656"/>
                  </a:lnTo>
                  <a:lnTo>
                    <a:pt x="1297" y="13051"/>
                  </a:lnTo>
                  <a:lnTo>
                    <a:pt x="1513" y="12446"/>
                  </a:lnTo>
                  <a:lnTo>
                    <a:pt x="1729" y="11841"/>
                  </a:lnTo>
                  <a:lnTo>
                    <a:pt x="1989" y="11236"/>
                  </a:lnTo>
                  <a:lnTo>
                    <a:pt x="2270" y="10653"/>
                  </a:lnTo>
                  <a:lnTo>
                    <a:pt x="2572" y="10048"/>
                  </a:lnTo>
                  <a:lnTo>
                    <a:pt x="2896" y="9464"/>
                  </a:lnTo>
                  <a:lnTo>
                    <a:pt x="3242" y="8881"/>
                  </a:lnTo>
                  <a:lnTo>
                    <a:pt x="3609" y="8319"/>
                  </a:lnTo>
                  <a:lnTo>
                    <a:pt x="3998" y="7757"/>
                  </a:lnTo>
                  <a:lnTo>
                    <a:pt x="4430" y="7196"/>
                  </a:lnTo>
                  <a:lnTo>
                    <a:pt x="4884" y="6656"/>
                  </a:lnTo>
                  <a:lnTo>
                    <a:pt x="5360" y="6137"/>
                  </a:lnTo>
                  <a:lnTo>
                    <a:pt x="5856" y="5618"/>
                  </a:lnTo>
                  <a:lnTo>
                    <a:pt x="6397" y="5100"/>
                  </a:lnTo>
                  <a:lnTo>
                    <a:pt x="6958" y="4603"/>
                  </a:lnTo>
                  <a:lnTo>
                    <a:pt x="7563" y="4127"/>
                  </a:lnTo>
                  <a:lnTo>
                    <a:pt x="8190" y="3674"/>
                  </a:lnTo>
                  <a:lnTo>
                    <a:pt x="8860" y="3242"/>
                  </a:lnTo>
                  <a:lnTo>
                    <a:pt x="9551" y="2809"/>
                  </a:lnTo>
                  <a:lnTo>
                    <a:pt x="10286" y="2399"/>
                  </a:lnTo>
                  <a:lnTo>
                    <a:pt x="11042" y="2031"/>
                  </a:lnTo>
                  <a:lnTo>
                    <a:pt x="11842" y="1664"/>
                  </a:lnTo>
                  <a:lnTo>
                    <a:pt x="12684" y="1318"/>
                  </a:lnTo>
                  <a:lnTo>
                    <a:pt x="13570" y="1016"/>
                  </a:lnTo>
                  <a:lnTo>
                    <a:pt x="14478" y="713"/>
                  </a:lnTo>
                  <a:lnTo>
                    <a:pt x="15429" y="454"/>
                  </a:lnTo>
                  <a:lnTo>
                    <a:pt x="16423" y="195"/>
                  </a:lnTo>
                  <a:lnTo>
                    <a:pt x="17438" y="0"/>
                  </a:lnTo>
                  <a:lnTo>
                    <a:pt x="17438" y="27744"/>
                  </a:lnTo>
                  <a:lnTo>
                    <a:pt x="627" y="2774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4" name="Google Shape;8764;p44"/>
            <p:cNvSpPr/>
            <p:nvPr/>
          </p:nvSpPr>
          <p:spPr>
            <a:xfrm>
              <a:off x="13402775" y="3582600"/>
              <a:ext cx="422450" cy="608275"/>
            </a:xfrm>
            <a:custGeom>
              <a:avLst/>
              <a:gdLst/>
              <a:ahLst/>
              <a:cxnLst/>
              <a:rect l="l" t="t" r="r" b="b"/>
              <a:pathLst>
                <a:path w="16898" h="24331" extrusionOk="0">
                  <a:moveTo>
                    <a:pt x="16897" y="0"/>
                  </a:moveTo>
                  <a:lnTo>
                    <a:pt x="16292" y="130"/>
                  </a:lnTo>
                  <a:lnTo>
                    <a:pt x="15687" y="303"/>
                  </a:lnTo>
                  <a:lnTo>
                    <a:pt x="15082" y="476"/>
                  </a:lnTo>
                  <a:lnTo>
                    <a:pt x="14499" y="670"/>
                  </a:lnTo>
                  <a:lnTo>
                    <a:pt x="14585" y="1426"/>
                  </a:lnTo>
                  <a:lnTo>
                    <a:pt x="14650" y="2161"/>
                  </a:lnTo>
                  <a:lnTo>
                    <a:pt x="14693" y="2939"/>
                  </a:lnTo>
                  <a:lnTo>
                    <a:pt x="14715" y="3695"/>
                  </a:lnTo>
                  <a:lnTo>
                    <a:pt x="14693" y="4560"/>
                  </a:lnTo>
                  <a:lnTo>
                    <a:pt x="14628" y="5424"/>
                  </a:lnTo>
                  <a:lnTo>
                    <a:pt x="14542" y="6288"/>
                  </a:lnTo>
                  <a:lnTo>
                    <a:pt x="14434" y="7131"/>
                  </a:lnTo>
                  <a:lnTo>
                    <a:pt x="14261" y="7952"/>
                  </a:lnTo>
                  <a:lnTo>
                    <a:pt x="14088" y="8795"/>
                  </a:lnTo>
                  <a:lnTo>
                    <a:pt x="13850" y="9594"/>
                  </a:lnTo>
                  <a:lnTo>
                    <a:pt x="13613" y="10394"/>
                  </a:lnTo>
                  <a:lnTo>
                    <a:pt x="13310" y="11193"/>
                  </a:lnTo>
                  <a:lnTo>
                    <a:pt x="13008" y="11949"/>
                  </a:lnTo>
                  <a:lnTo>
                    <a:pt x="12662" y="12706"/>
                  </a:lnTo>
                  <a:lnTo>
                    <a:pt x="12295" y="13462"/>
                  </a:lnTo>
                  <a:lnTo>
                    <a:pt x="11884" y="14175"/>
                  </a:lnTo>
                  <a:lnTo>
                    <a:pt x="11474" y="14888"/>
                  </a:lnTo>
                  <a:lnTo>
                    <a:pt x="11020" y="15579"/>
                  </a:lnTo>
                  <a:lnTo>
                    <a:pt x="10545" y="16249"/>
                  </a:lnTo>
                  <a:lnTo>
                    <a:pt x="10026" y="16919"/>
                  </a:lnTo>
                  <a:lnTo>
                    <a:pt x="9507" y="17546"/>
                  </a:lnTo>
                  <a:lnTo>
                    <a:pt x="8946" y="18172"/>
                  </a:lnTo>
                  <a:lnTo>
                    <a:pt x="8384" y="18756"/>
                  </a:lnTo>
                  <a:lnTo>
                    <a:pt x="7779" y="19339"/>
                  </a:lnTo>
                  <a:lnTo>
                    <a:pt x="7174" y="19879"/>
                  </a:lnTo>
                  <a:lnTo>
                    <a:pt x="6526" y="20398"/>
                  </a:lnTo>
                  <a:lnTo>
                    <a:pt x="5877" y="20916"/>
                  </a:lnTo>
                  <a:lnTo>
                    <a:pt x="5207" y="21392"/>
                  </a:lnTo>
                  <a:lnTo>
                    <a:pt x="4516" y="21846"/>
                  </a:lnTo>
                  <a:lnTo>
                    <a:pt x="3803" y="22256"/>
                  </a:lnTo>
                  <a:lnTo>
                    <a:pt x="3068" y="22667"/>
                  </a:lnTo>
                  <a:lnTo>
                    <a:pt x="2334" y="23034"/>
                  </a:lnTo>
                  <a:lnTo>
                    <a:pt x="1577" y="23380"/>
                  </a:lnTo>
                  <a:lnTo>
                    <a:pt x="800" y="23682"/>
                  </a:lnTo>
                  <a:lnTo>
                    <a:pt x="0" y="23963"/>
                  </a:lnTo>
                  <a:lnTo>
                    <a:pt x="86" y="24330"/>
                  </a:lnTo>
                  <a:lnTo>
                    <a:pt x="16897" y="24330"/>
                  </a:lnTo>
                  <a:lnTo>
                    <a:pt x="16897" y="0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5" name="Google Shape;8765;p44"/>
            <p:cNvSpPr/>
            <p:nvPr/>
          </p:nvSpPr>
          <p:spPr>
            <a:xfrm>
              <a:off x="13402775" y="3582600"/>
              <a:ext cx="422450" cy="608275"/>
            </a:xfrm>
            <a:custGeom>
              <a:avLst/>
              <a:gdLst/>
              <a:ahLst/>
              <a:cxnLst/>
              <a:rect l="l" t="t" r="r" b="b"/>
              <a:pathLst>
                <a:path w="16898" h="24331" fill="none" extrusionOk="0">
                  <a:moveTo>
                    <a:pt x="16897" y="0"/>
                  </a:moveTo>
                  <a:lnTo>
                    <a:pt x="16897" y="0"/>
                  </a:lnTo>
                  <a:lnTo>
                    <a:pt x="16292" y="130"/>
                  </a:lnTo>
                  <a:lnTo>
                    <a:pt x="15687" y="303"/>
                  </a:lnTo>
                  <a:lnTo>
                    <a:pt x="15082" y="476"/>
                  </a:lnTo>
                  <a:lnTo>
                    <a:pt x="14499" y="670"/>
                  </a:lnTo>
                  <a:lnTo>
                    <a:pt x="14499" y="670"/>
                  </a:lnTo>
                  <a:lnTo>
                    <a:pt x="14585" y="1426"/>
                  </a:lnTo>
                  <a:lnTo>
                    <a:pt x="14650" y="2161"/>
                  </a:lnTo>
                  <a:lnTo>
                    <a:pt x="14693" y="2939"/>
                  </a:lnTo>
                  <a:lnTo>
                    <a:pt x="14715" y="3695"/>
                  </a:lnTo>
                  <a:lnTo>
                    <a:pt x="14715" y="3695"/>
                  </a:lnTo>
                  <a:lnTo>
                    <a:pt x="14693" y="4560"/>
                  </a:lnTo>
                  <a:lnTo>
                    <a:pt x="14628" y="5424"/>
                  </a:lnTo>
                  <a:lnTo>
                    <a:pt x="14542" y="6288"/>
                  </a:lnTo>
                  <a:lnTo>
                    <a:pt x="14434" y="7131"/>
                  </a:lnTo>
                  <a:lnTo>
                    <a:pt x="14261" y="7952"/>
                  </a:lnTo>
                  <a:lnTo>
                    <a:pt x="14088" y="8795"/>
                  </a:lnTo>
                  <a:lnTo>
                    <a:pt x="13850" y="9594"/>
                  </a:lnTo>
                  <a:lnTo>
                    <a:pt x="13613" y="10394"/>
                  </a:lnTo>
                  <a:lnTo>
                    <a:pt x="13310" y="11193"/>
                  </a:lnTo>
                  <a:lnTo>
                    <a:pt x="13008" y="11949"/>
                  </a:lnTo>
                  <a:lnTo>
                    <a:pt x="12662" y="12706"/>
                  </a:lnTo>
                  <a:lnTo>
                    <a:pt x="12295" y="13462"/>
                  </a:lnTo>
                  <a:lnTo>
                    <a:pt x="11884" y="14175"/>
                  </a:lnTo>
                  <a:lnTo>
                    <a:pt x="11474" y="14888"/>
                  </a:lnTo>
                  <a:lnTo>
                    <a:pt x="11020" y="15579"/>
                  </a:lnTo>
                  <a:lnTo>
                    <a:pt x="10545" y="16249"/>
                  </a:lnTo>
                  <a:lnTo>
                    <a:pt x="10026" y="16919"/>
                  </a:lnTo>
                  <a:lnTo>
                    <a:pt x="9507" y="17546"/>
                  </a:lnTo>
                  <a:lnTo>
                    <a:pt x="8946" y="18172"/>
                  </a:lnTo>
                  <a:lnTo>
                    <a:pt x="8384" y="18756"/>
                  </a:lnTo>
                  <a:lnTo>
                    <a:pt x="7779" y="19339"/>
                  </a:lnTo>
                  <a:lnTo>
                    <a:pt x="7174" y="19879"/>
                  </a:lnTo>
                  <a:lnTo>
                    <a:pt x="6526" y="20398"/>
                  </a:lnTo>
                  <a:lnTo>
                    <a:pt x="5877" y="20916"/>
                  </a:lnTo>
                  <a:lnTo>
                    <a:pt x="5207" y="21392"/>
                  </a:lnTo>
                  <a:lnTo>
                    <a:pt x="4516" y="21846"/>
                  </a:lnTo>
                  <a:lnTo>
                    <a:pt x="3803" y="22256"/>
                  </a:lnTo>
                  <a:lnTo>
                    <a:pt x="3068" y="22667"/>
                  </a:lnTo>
                  <a:lnTo>
                    <a:pt x="2334" y="23034"/>
                  </a:lnTo>
                  <a:lnTo>
                    <a:pt x="1577" y="23380"/>
                  </a:lnTo>
                  <a:lnTo>
                    <a:pt x="800" y="23682"/>
                  </a:lnTo>
                  <a:lnTo>
                    <a:pt x="0" y="23963"/>
                  </a:lnTo>
                  <a:lnTo>
                    <a:pt x="0" y="23963"/>
                  </a:lnTo>
                  <a:lnTo>
                    <a:pt x="86" y="24330"/>
                  </a:lnTo>
                  <a:lnTo>
                    <a:pt x="16897" y="24330"/>
                  </a:lnTo>
                  <a:lnTo>
                    <a:pt x="16897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6" name="Google Shape;8766;p44"/>
            <p:cNvSpPr/>
            <p:nvPr/>
          </p:nvSpPr>
          <p:spPr>
            <a:xfrm>
              <a:off x="13825200" y="3497250"/>
              <a:ext cx="6500" cy="83750"/>
            </a:xfrm>
            <a:custGeom>
              <a:avLst/>
              <a:gdLst/>
              <a:ahLst/>
              <a:cxnLst/>
              <a:rect l="l" t="t" r="r" b="b"/>
              <a:pathLst>
                <a:path w="260" h="3350" extrusionOk="0">
                  <a:moveTo>
                    <a:pt x="259" y="0"/>
                  </a:moveTo>
                  <a:lnTo>
                    <a:pt x="259" y="0"/>
                  </a:lnTo>
                  <a:lnTo>
                    <a:pt x="0" y="44"/>
                  </a:lnTo>
                  <a:lnTo>
                    <a:pt x="0" y="44"/>
                  </a:lnTo>
                  <a:lnTo>
                    <a:pt x="0" y="44"/>
                  </a:lnTo>
                  <a:lnTo>
                    <a:pt x="259" y="0"/>
                  </a:lnTo>
                  <a:lnTo>
                    <a:pt x="259" y="3350"/>
                  </a:lnTo>
                  <a:lnTo>
                    <a:pt x="259" y="3350"/>
                  </a:lnTo>
                  <a:lnTo>
                    <a:pt x="259" y="0"/>
                  </a:lnTo>
                  <a:close/>
                </a:path>
              </a:pathLst>
            </a:custGeom>
            <a:solidFill>
              <a:srgbClr val="AB0D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7" name="Google Shape;8767;p44"/>
            <p:cNvSpPr/>
            <p:nvPr/>
          </p:nvSpPr>
          <p:spPr>
            <a:xfrm>
              <a:off x="13825200" y="3497250"/>
              <a:ext cx="6500" cy="83750"/>
            </a:xfrm>
            <a:custGeom>
              <a:avLst/>
              <a:gdLst/>
              <a:ahLst/>
              <a:cxnLst/>
              <a:rect l="l" t="t" r="r" b="b"/>
              <a:pathLst>
                <a:path w="260" h="3350" fill="none" extrusionOk="0">
                  <a:moveTo>
                    <a:pt x="259" y="0"/>
                  </a:moveTo>
                  <a:lnTo>
                    <a:pt x="259" y="0"/>
                  </a:lnTo>
                  <a:lnTo>
                    <a:pt x="0" y="44"/>
                  </a:lnTo>
                  <a:lnTo>
                    <a:pt x="0" y="44"/>
                  </a:lnTo>
                  <a:lnTo>
                    <a:pt x="0" y="44"/>
                  </a:lnTo>
                  <a:lnTo>
                    <a:pt x="259" y="0"/>
                  </a:lnTo>
                  <a:lnTo>
                    <a:pt x="259" y="3350"/>
                  </a:lnTo>
                  <a:lnTo>
                    <a:pt x="259" y="3350"/>
                  </a:lnTo>
                  <a:lnTo>
                    <a:pt x="25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8" name="Google Shape;8768;p44"/>
            <p:cNvSpPr/>
            <p:nvPr/>
          </p:nvSpPr>
          <p:spPr>
            <a:xfrm>
              <a:off x="13390875" y="3498325"/>
              <a:ext cx="434350" cy="679575"/>
            </a:xfrm>
            <a:custGeom>
              <a:avLst/>
              <a:gdLst/>
              <a:ahLst/>
              <a:cxnLst/>
              <a:rect l="l" t="t" r="r" b="b"/>
              <a:pathLst>
                <a:path w="17374" h="27183" extrusionOk="0">
                  <a:moveTo>
                    <a:pt x="17373" y="1"/>
                  </a:moveTo>
                  <a:lnTo>
                    <a:pt x="16444" y="195"/>
                  </a:lnTo>
                  <a:lnTo>
                    <a:pt x="15558" y="411"/>
                  </a:lnTo>
                  <a:lnTo>
                    <a:pt x="15072" y="557"/>
                  </a:lnTo>
                  <a:lnTo>
                    <a:pt x="15072" y="557"/>
                  </a:lnTo>
                  <a:lnTo>
                    <a:pt x="15753" y="368"/>
                  </a:lnTo>
                  <a:lnTo>
                    <a:pt x="16552" y="173"/>
                  </a:lnTo>
                  <a:lnTo>
                    <a:pt x="17373" y="1"/>
                  </a:lnTo>
                  <a:close/>
                  <a:moveTo>
                    <a:pt x="15072" y="557"/>
                  </a:moveTo>
                  <a:lnTo>
                    <a:pt x="14975" y="584"/>
                  </a:lnTo>
                  <a:lnTo>
                    <a:pt x="14823" y="632"/>
                  </a:lnTo>
                  <a:lnTo>
                    <a:pt x="14823" y="632"/>
                  </a:lnTo>
                  <a:lnTo>
                    <a:pt x="15072" y="557"/>
                  </a:lnTo>
                  <a:close/>
                  <a:moveTo>
                    <a:pt x="14823" y="632"/>
                  </a:moveTo>
                  <a:lnTo>
                    <a:pt x="14694" y="670"/>
                  </a:lnTo>
                  <a:lnTo>
                    <a:pt x="13851" y="930"/>
                  </a:lnTo>
                  <a:lnTo>
                    <a:pt x="13052" y="1211"/>
                  </a:lnTo>
                  <a:lnTo>
                    <a:pt x="12295" y="1513"/>
                  </a:lnTo>
                  <a:lnTo>
                    <a:pt x="11539" y="1837"/>
                  </a:lnTo>
                  <a:lnTo>
                    <a:pt x="10848" y="2183"/>
                  </a:lnTo>
                  <a:lnTo>
                    <a:pt x="10156" y="2529"/>
                  </a:lnTo>
                  <a:lnTo>
                    <a:pt x="9508" y="2918"/>
                  </a:lnTo>
                  <a:lnTo>
                    <a:pt x="8881" y="3307"/>
                  </a:lnTo>
                  <a:lnTo>
                    <a:pt x="8276" y="3695"/>
                  </a:lnTo>
                  <a:lnTo>
                    <a:pt x="7715" y="4128"/>
                  </a:lnTo>
                  <a:lnTo>
                    <a:pt x="7153" y="4560"/>
                  </a:lnTo>
                  <a:lnTo>
                    <a:pt x="6634" y="4992"/>
                  </a:lnTo>
                  <a:lnTo>
                    <a:pt x="6137" y="5446"/>
                  </a:lnTo>
                  <a:lnTo>
                    <a:pt x="5662" y="5921"/>
                  </a:lnTo>
                  <a:lnTo>
                    <a:pt x="5230" y="6396"/>
                  </a:lnTo>
                  <a:lnTo>
                    <a:pt x="4798" y="6893"/>
                  </a:lnTo>
                  <a:lnTo>
                    <a:pt x="4387" y="7390"/>
                  </a:lnTo>
                  <a:lnTo>
                    <a:pt x="4020" y="7887"/>
                  </a:lnTo>
                  <a:lnTo>
                    <a:pt x="3652" y="8406"/>
                  </a:lnTo>
                  <a:lnTo>
                    <a:pt x="3328" y="8925"/>
                  </a:lnTo>
                  <a:lnTo>
                    <a:pt x="3004" y="9443"/>
                  </a:lnTo>
                  <a:lnTo>
                    <a:pt x="2702" y="9983"/>
                  </a:lnTo>
                  <a:lnTo>
                    <a:pt x="2421" y="10523"/>
                  </a:lnTo>
                  <a:lnTo>
                    <a:pt x="2161" y="11064"/>
                  </a:lnTo>
                  <a:lnTo>
                    <a:pt x="1924" y="11604"/>
                  </a:lnTo>
                  <a:lnTo>
                    <a:pt x="1708" y="12144"/>
                  </a:lnTo>
                  <a:lnTo>
                    <a:pt x="1492" y="12706"/>
                  </a:lnTo>
                  <a:lnTo>
                    <a:pt x="1297" y="13246"/>
                  </a:lnTo>
                  <a:lnTo>
                    <a:pt x="1124" y="13808"/>
                  </a:lnTo>
                  <a:lnTo>
                    <a:pt x="973" y="14348"/>
                  </a:lnTo>
                  <a:lnTo>
                    <a:pt x="822" y="14888"/>
                  </a:lnTo>
                  <a:lnTo>
                    <a:pt x="562" y="15990"/>
                  </a:lnTo>
                  <a:lnTo>
                    <a:pt x="368" y="17071"/>
                  </a:lnTo>
                  <a:lnTo>
                    <a:pt x="217" y="18129"/>
                  </a:lnTo>
                  <a:lnTo>
                    <a:pt x="109" y="19145"/>
                  </a:lnTo>
                  <a:lnTo>
                    <a:pt x="44" y="20160"/>
                  </a:lnTo>
                  <a:lnTo>
                    <a:pt x="1" y="21111"/>
                  </a:lnTo>
                  <a:lnTo>
                    <a:pt x="1" y="22040"/>
                  </a:lnTo>
                  <a:lnTo>
                    <a:pt x="22" y="22905"/>
                  </a:lnTo>
                  <a:lnTo>
                    <a:pt x="66" y="23726"/>
                  </a:lnTo>
                  <a:lnTo>
                    <a:pt x="109" y="24504"/>
                  </a:lnTo>
                  <a:lnTo>
                    <a:pt x="174" y="25195"/>
                  </a:lnTo>
                  <a:lnTo>
                    <a:pt x="325" y="26362"/>
                  </a:lnTo>
                  <a:lnTo>
                    <a:pt x="454" y="27183"/>
                  </a:lnTo>
                  <a:lnTo>
                    <a:pt x="390" y="26513"/>
                  </a:lnTo>
                  <a:lnTo>
                    <a:pt x="325" y="25843"/>
                  </a:lnTo>
                  <a:lnTo>
                    <a:pt x="282" y="25173"/>
                  </a:lnTo>
                  <a:lnTo>
                    <a:pt x="282" y="24504"/>
                  </a:lnTo>
                  <a:lnTo>
                    <a:pt x="303" y="23618"/>
                  </a:lnTo>
                  <a:lnTo>
                    <a:pt x="346" y="22753"/>
                  </a:lnTo>
                  <a:lnTo>
                    <a:pt x="433" y="21911"/>
                  </a:lnTo>
                  <a:lnTo>
                    <a:pt x="562" y="21046"/>
                  </a:lnTo>
                  <a:lnTo>
                    <a:pt x="714" y="20204"/>
                  </a:lnTo>
                  <a:lnTo>
                    <a:pt x="908" y="19383"/>
                  </a:lnTo>
                  <a:lnTo>
                    <a:pt x="1124" y="18561"/>
                  </a:lnTo>
                  <a:lnTo>
                    <a:pt x="1384" y="17762"/>
                  </a:lnTo>
                  <a:lnTo>
                    <a:pt x="1664" y="16984"/>
                  </a:lnTo>
                  <a:lnTo>
                    <a:pt x="1989" y="16206"/>
                  </a:lnTo>
                  <a:lnTo>
                    <a:pt x="2313" y="15428"/>
                  </a:lnTo>
                  <a:lnTo>
                    <a:pt x="2702" y="14694"/>
                  </a:lnTo>
                  <a:lnTo>
                    <a:pt x="3091" y="13959"/>
                  </a:lnTo>
                  <a:lnTo>
                    <a:pt x="3523" y="13246"/>
                  </a:lnTo>
                  <a:lnTo>
                    <a:pt x="3976" y="12533"/>
                  </a:lnTo>
                  <a:lnTo>
                    <a:pt x="4452" y="11863"/>
                  </a:lnTo>
                  <a:lnTo>
                    <a:pt x="4949" y="11193"/>
                  </a:lnTo>
                  <a:lnTo>
                    <a:pt x="5467" y="10567"/>
                  </a:lnTo>
                  <a:lnTo>
                    <a:pt x="6029" y="9940"/>
                  </a:lnTo>
                  <a:lnTo>
                    <a:pt x="6591" y="9335"/>
                  </a:lnTo>
                  <a:lnTo>
                    <a:pt x="7196" y="8752"/>
                  </a:lnTo>
                  <a:lnTo>
                    <a:pt x="7801" y="8211"/>
                  </a:lnTo>
                  <a:lnTo>
                    <a:pt x="8449" y="7671"/>
                  </a:lnTo>
                  <a:lnTo>
                    <a:pt x="9097" y="7174"/>
                  </a:lnTo>
                  <a:lnTo>
                    <a:pt x="9767" y="6677"/>
                  </a:lnTo>
                  <a:lnTo>
                    <a:pt x="10459" y="6224"/>
                  </a:lnTo>
                  <a:lnTo>
                    <a:pt x="11172" y="5791"/>
                  </a:lnTo>
                  <a:lnTo>
                    <a:pt x="11906" y="5381"/>
                  </a:lnTo>
                  <a:lnTo>
                    <a:pt x="12641" y="5014"/>
                  </a:lnTo>
                  <a:lnTo>
                    <a:pt x="13397" y="4646"/>
                  </a:lnTo>
                  <a:lnTo>
                    <a:pt x="14175" y="4344"/>
                  </a:lnTo>
                  <a:lnTo>
                    <a:pt x="14975" y="4041"/>
                  </a:lnTo>
                  <a:lnTo>
                    <a:pt x="14823" y="3220"/>
                  </a:lnTo>
                  <a:lnTo>
                    <a:pt x="14651" y="2399"/>
                  </a:lnTo>
                  <a:lnTo>
                    <a:pt x="14456" y="1600"/>
                  </a:lnTo>
                  <a:lnTo>
                    <a:pt x="14218" y="822"/>
                  </a:lnTo>
                  <a:lnTo>
                    <a:pt x="14823" y="632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9" name="Google Shape;8769;p44"/>
            <p:cNvSpPr/>
            <p:nvPr/>
          </p:nvSpPr>
          <p:spPr>
            <a:xfrm>
              <a:off x="13390875" y="3498325"/>
              <a:ext cx="434350" cy="679575"/>
            </a:xfrm>
            <a:custGeom>
              <a:avLst/>
              <a:gdLst/>
              <a:ahLst/>
              <a:cxnLst/>
              <a:rect l="l" t="t" r="r" b="b"/>
              <a:pathLst>
                <a:path w="17374" h="27183" fill="none" extrusionOk="0">
                  <a:moveTo>
                    <a:pt x="17373" y="1"/>
                  </a:moveTo>
                  <a:lnTo>
                    <a:pt x="17373" y="1"/>
                  </a:lnTo>
                  <a:lnTo>
                    <a:pt x="16444" y="195"/>
                  </a:lnTo>
                  <a:lnTo>
                    <a:pt x="15558" y="411"/>
                  </a:lnTo>
                  <a:lnTo>
                    <a:pt x="14694" y="670"/>
                  </a:lnTo>
                  <a:lnTo>
                    <a:pt x="13851" y="930"/>
                  </a:lnTo>
                  <a:lnTo>
                    <a:pt x="13052" y="1211"/>
                  </a:lnTo>
                  <a:lnTo>
                    <a:pt x="12295" y="1513"/>
                  </a:lnTo>
                  <a:lnTo>
                    <a:pt x="11539" y="1837"/>
                  </a:lnTo>
                  <a:lnTo>
                    <a:pt x="10848" y="2183"/>
                  </a:lnTo>
                  <a:lnTo>
                    <a:pt x="10156" y="2529"/>
                  </a:lnTo>
                  <a:lnTo>
                    <a:pt x="9508" y="2918"/>
                  </a:lnTo>
                  <a:lnTo>
                    <a:pt x="8881" y="3307"/>
                  </a:lnTo>
                  <a:lnTo>
                    <a:pt x="8276" y="3695"/>
                  </a:lnTo>
                  <a:lnTo>
                    <a:pt x="7715" y="4128"/>
                  </a:lnTo>
                  <a:lnTo>
                    <a:pt x="7153" y="4560"/>
                  </a:lnTo>
                  <a:lnTo>
                    <a:pt x="6634" y="4992"/>
                  </a:lnTo>
                  <a:lnTo>
                    <a:pt x="6137" y="5446"/>
                  </a:lnTo>
                  <a:lnTo>
                    <a:pt x="5662" y="5921"/>
                  </a:lnTo>
                  <a:lnTo>
                    <a:pt x="5230" y="6396"/>
                  </a:lnTo>
                  <a:lnTo>
                    <a:pt x="4798" y="6893"/>
                  </a:lnTo>
                  <a:lnTo>
                    <a:pt x="4387" y="7390"/>
                  </a:lnTo>
                  <a:lnTo>
                    <a:pt x="4020" y="7887"/>
                  </a:lnTo>
                  <a:lnTo>
                    <a:pt x="3652" y="8406"/>
                  </a:lnTo>
                  <a:lnTo>
                    <a:pt x="3328" y="8925"/>
                  </a:lnTo>
                  <a:lnTo>
                    <a:pt x="3004" y="9443"/>
                  </a:lnTo>
                  <a:lnTo>
                    <a:pt x="2702" y="9983"/>
                  </a:lnTo>
                  <a:lnTo>
                    <a:pt x="2421" y="10523"/>
                  </a:lnTo>
                  <a:lnTo>
                    <a:pt x="2161" y="11064"/>
                  </a:lnTo>
                  <a:lnTo>
                    <a:pt x="1924" y="11604"/>
                  </a:lnTo>
                  <a:lnTo>
                    <a:pt x="1708" y="12144"/>
                  </a:lnTo>
                  <a:lnTo>
                    <a:pt x="1492" y="12706"/>
                  </a:lnTo>
                  <a:lnTo>
                    <a:pt x="1297" y="13246"/>
                  </a:lnTo>
                  <a:lnTo>
                    <a:pt x="1124" y="13808"/>
                  </a:lnTo>
                  <a:lnTo>
                    <a:pt x="973" y="14348"/>
                  </a:lnTo>
                  <a:lnTo>
                    <a:pt x="822" y="14888"/>
                  </a:lnTo>
                  <a:lnTo>
                    <a:pt x="562" y="15990"/>
                  </a:lnTo>
                  <a:lnTo>
                    <a:pt x="368" y="17071"/>
                  </a:lnTo>
                  <a:lnTo>
                    <a:pt x="217" y="18129"/>
                  </a:lnTo>
                  <a:lnTo>
                    <a:pt x="109" y="19145"/>
                  </a:lnTo>
                  <a:lnTo>
                    <a:pt x="44" y="20160"/>
                  </a:lnTo>
                  <a:lnTo>
                    <a:pt x="1" y="21111"/>
                  </a:lnTo>
                  <a:lnTo>
                    <a:pt x="1" y="22040"/>
                  </a:lnTo>
                  <a:lnTo>
                    <a:pt x="22" y="22905"/>
                  </a:lnTo>
                  <a:lnTo>
                    <a:pt x="66" y="23726"/>
                  </a:lnTo>
                  <a:lnTo>
                    <a:pt x="109" y="24504"/>
                  </a:lnTo>
                  <a:lnTo>
                    <a:pt x="174" y="25195"/>
                  </a:lnTo>
                  <a:lnTo>
                    <a:pt x="325" y="26362"/>
                  </a:lnTo>
                  <a:lnTo>
                    <a:pt x="454" y="27183"/>
                  </a:lnTo>
                  <a:lnTo>
                    <a:pt x="454" y="27183"/>
                  </a:lnTo>
                  <a:lnTo>
                    <a:pt x="390" y="26513"/>
                  </a:lnTo>
                  <a:lnTo>
                    <a:pt x="325" y="25843"/>
                  </a:lnTo>
                  <a:lnTo>
                    <a:pt x="282" y="25173"/>
                  </a:lnTo>
                  <a:lnTo>
                    <a:pt x="282" y="24504"/>
                  </a:lnTo>
                  <a:lnTo>
                    <a:pt x="282" y="24504"/>
                  </a:lnTo>
                  <a:lnTo>
                    <a:pt x="303" y="23618"/>
                  </a:lnTo>
                  <a:lnTo>
                    <a:pt x="346" y="22753"/>
                  </a:lnTo>
                  <a:lnTo>
                    <a:pt x="433" y="21911"/>
                  </a:lnTo>
                  <a:lnTo>
                    <a:pt x="562" y="21046"/>
                  </a:lnTo>
                  <a:lnTo>
                    <a:pt x="714" y="20204"/>
                  </a:lnTo>
                  <a:lnTo>
                    <a:pt x="908" y="19383"/>
                  </a:lnTo>
                  <a:lnTo>
                    <a:pt x="1124" y="18561"/>
                  </a:lnTo>
                  <a:lnTo>
                    <a:pt x="1384" y="17762"/>
                  </a:lnTo>
                  <a:lnTo>
                    <a:pt x="1664" y="16984"/>
                  </a:lnTo>
                  <a:lnTo>
                    <a:pt x="1989" y="16206"/>
                  </a:lnTo>
                  <a:lnTo>
                    <a:pt x="2313" y="15428"/>
                  </a:lnTo>
                  <a:lnTo>
                    <a:pt x="2702" y="14694"/>
                  </a:lnTo>
                  <a:lnTo>
                    <a:pt x="3091" y="13959"/>
                  </a:lnTo>
                  <a:lnTo>
                    <a:pt x="3523" y="13246"/>
                  </a:lnTo>
                  <a:lnTo>
                    <a:pt x="3976" y="12533"/>
                  </a:lnTo>
                  <a:lnTo>
                    <a:pt x="4452" y="11863"/>
                  </a:lnTo>
                  <a:lnTo>
                    <a:pt x="4949" y="11193"/>
                  </a:lnTo>
                  <a:lnTo>
                    <a:pt x="5467" y="10567"/>
                  </a:lnTo>
                  <a:lnTo>
                    <a:pt x="6029" y="9940"/>
                  </a:lnTo>
                  <a:lnTo>
                    <a:pt x="6591" y="9335"/>
                  </a:lnTo>
                  <a:lnTo>
                    <a:pt x="7196" y="8752"/>
                  </a:lnTo>
                  <a:lnTo>
                    <a:pt x="7801" y="8211"/>
                  </a:lnTo>
                  <a:lnTo>
                    <a:pt x="8449" y="7671"/>
                  </a:lnTo>
                  <a:lnTo>
                    <a:pt x="9097" y="7174"/>
                  </a:lnTo>
                  <a:lnTo>
                    <a:pt x="9767" y="6677"/>
                  </a:lnTo>
                  <a:lnTo>
                    <a:pt x="10459" y="6224"/>
                  </a:lnTo>
                  <a:lnTo>
                    <a:pt x="11172" y="5791"/>
                  </a:lnTo>
                  <a:lnTo>
                    <a:pt x="11906" y="5381"/>
                  </a:lnTo>
                  <a:lnTo>
                    <a:pt x="12641" y="5014"/>
                  </a:lnTo>
                  <a:lnTo>
                    <a:pt x="13397" y="4646"/>
                  </a:lnTo>
                  <a:lnTo>
                    <a:pt x="14175" y="4344"/>
                  </a:lnTo>
                  <a:lnTo>
                    <a:pt x="14975" y="4041"/>
                  </a:lnTo>
                  <a:lnTo>
                    <a:pt x="14975" y="4041"/>
                  </a:lnTo>
                  <a:lnTo>
                    <a:pt x="14823" y="3220"/>
                  </a:lnTo>
                  <a:lnTo>
                    <a:pt x="14651" y="2399"/>
                  </a:lnTo>
                  <a:lnTo>
                    <a:pt x="14456" y="1600"/>
                  </a:lnTo>
                  <a:lnTo>
                    <a:pt x="14218" y="822"/>
                  </a:lnTo>
                  <a:lnTo>
                    <a:pt x="14218" y="822"/>
                  </a:lnTo>
                  <a:lnTo>
                    <a:pt x="14975" y="584"/>
                  </a:lnTo>
                  <a:lnTo>
                    <a:pt x="15753" y="368"/>
                  </a:lnTo>
                  <a:lnTo>
                    <a:pt x="16552" y="173"/>
                  </a:lnTo>
                  <a:lnTo>
                    <a:pt x="17373" y="1"/>
                  </a:lnTo>
                  <a:lnTo>
                    <a:pt x="17373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0" name="Google Shape;8770;p44"/>
            <p:cNvSpPr/>
            <p:nvPr/>
          </p:nvSpPr>
          <p:spPr>
            <a:xfrm>
              <a:off x="13746325" y="3498325"/>
              <a:ext cx="78900" cy="101050"/>
            </a:xfrm>
            <a:custGeom>
              <a:avLst/>
              <a:gdLst/>
              <a:ahLst/>
              <a:cxnLst/>
              <a:rect l="l" t="t" r="r" b="b"/>
              <a:pathLst>
                <a:path w="3156" h="4042" extrusionOk="0">
                  <a:moveTo>
                    <a:pt x="3155" y="1"/>
                  </a:moveTo>
                  <a:lnTo>
                    <a:pt x="2334" y="173"/>
                  </a:lnTo>
                  <a:lnTo>
                    <a:pt x="1535" y="368"/>
                  </a:lnTo>
                  <a:lnTo>
                    <a:pt x="757" y="584"/>
                  </a:lnTo>
                  <a:lnTo>
                    <a:pt x="0" y="822"/>
                  </a:lnTo>
                  <a:lnTo>
                    <a:pt x="238" y="1600"/>
                  </a:lnTo>
                  <a:lnTo>
                    <a:pt x="433" y="2399"/>
                  </a:lnTo>
                  <a:lnTo>
                    <a:pt x="605" y="3220"/>
                  </a:lnTo>
                  <a:lnTo>
                    <a:pt x="757" y="4041"/>
                  </a:lnTo>
                  <a:lnTo>
                    <a:pt x="1340" y="3847"/>
                  </a:lnTo>
                  <a:lnTo>
                    <a:pt x="1945" y="3674"/>
                  </a:lnTo>
                  <a:lnTo>
                    <a:pt x="2550" y="3501"/>
                  </a:lnTo>
                  <a:lnTo>
                    <a:pt x="3155" y="3371"/>
                  </a:lnTo>
                  <a:lnTo>
                    <a:pt x="3155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1" name="Google Shape;8771;p44"/>
            <p:cNvSpPr/>
            <p:nvPr/>
          </p:nvSpPr>
          <p:spPr>
            <a:xfrm>
              <a:off x="13746325" y="3498325"/>
              <a:ext cx="78900" cy="101050"/>
            </a:xfrm>
            <a:custGeom>
              <a:avLst/>
              <a:gdLst/>
              <a:ahLst/>
              <a:cxnLst/>
              <a:rect l="l" t="t" r="r" b="b"/>
              <a:pathLst>
                <a:path w="3156" h="4042" fill="none" extrusionOk="0">
                  <a:moveTo>
                    <a:pt x="3155" y="1"/>
                  </a:moveTo>
                  <a:lnTo>
                    <a:pt x="3155" y="1"/>
                  </a:lnTo>
                  <a:lnTo>
                    <a:pt x="2334" y="173"/>
                  </a:lnTo>
                  <a:lnTo>
                    <a:pt x="1535" y="368"/>
                  </a:lnTo>
                  <a:lnTo>
                    <a:pt x="757" y="584"/>
                  </a:lnTo>
                  <a:lnTo>
                    <a:pt x="0" y="822"/>
                  </a:lnTo>
                  <a:lnTo>
                    <a:pt x="0" y="822"/>
                  </a:lnTo>
                  <a:lnTo>
                    <a:pt x="238" y="1600"/>
                  </a:lnTo>
                  <a:lnTo>
                    <a:pt x="433" y="2399"/>
                  </a:lnTo>
                  <a:lnTo>
                    <a:pt x="605" y="3220"/>
                  </a:lnTo>
                  <a:lnTo>
                    <a:pt x="757" y="4041"/>
                  </a:lnTo>
                  <a:lnTo>
                    <a:pt x="757" y="4041"/>
                  </a:lnTo>
                  <a:lnTo>
                    <a:pt x="1340" y="3847"/>
                  </a:lnTo>
                  <a:lnTo>
                    <a:pt x="1945" y="3674"/>
                  </a:lnTo>
                  <a:lnTo>
                    <a:pt x="2550" y="3501"/>
                  </a:lnTo>
                  <a:lnTo>
                    <a:pt x="3155" y="3371"/>
                  </a:lnTo>
                  <a:lnTo>
                    <a:pt x="3155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2" name="Google Shape;8772;p44"/>
            <p:cNvSpPr/>
            <p:nvPr/>
          </p:nvSpPr>
          <p:spPr>
            <a:xfrm>
              <a:off x="13985625" y="3497250"/>
              <a:ext cx="448925" cy="693625"/>
            </a:xfrm>
            <a:custGeom>
              <a:avLst/>
              <a:gdLst/>
              <a:ahLst/>
              <a:cxnLst/>
              <a:rect l="l" t="t" r="r" b="b"/>
              <a:pathLst>
                <a:path w="17957" h="27745" extrusionOk="0">
                  <a:moveTo>
                    <a:pt x="1" y="0"/>
                  </a:moveTo>
                  <a:lnTo>
                    <a:pt x="1" y="27744"/>
                  </a:lnTo>
                  <a:lnTo>
                    <a:pt x="17503" y="27744"/>
                  </a:lnTo>
                  <a:lnTo>
                    <a:pt x="17567" y="27485"/>
                  </a:lnTo>
                  <a:lnTo>
                    <a:pt x="17675" y="26729"/>
                  </a:lnTo>
                  <a:lnTo>
                    <a:pt x="17740" y="26189"/>
                  </a:lnTo>
                  <a:lnTo>
                    <a:pt x="17827" y="25541"/>
                  </a:lnTo>
                  <a:lnTo>
                    <a:pt x="17870" y="24827"/>
                  </a:lnTo>
                  <a:lnTo>
                    <a:pt x="17935" y="24006"/>
                  </a:lnTo>
                  <a:lnTo>
                    <a:pt x="17956" y="23120"/>
                  </a:lnTo>
                  <a:lnTo>
                    <a:pt x="17956" y="22170"/>
                  </a:lnTo>
                  <a:lnTo>
                    <a:pt x="17935" y="21154"/>
                  </a:lnTo>
                  <a:lnTo>
                    <a:pt x="17870" y="20095"/>
                  </a:lnTo>
                  <a:lnTo>
                    <a:pt x="17784" y="18972"/>
                  </a:lnTo>
                  <a:lnTo>
                    <a:pt x="17632" y="17827"/>
                  </a:lnTo>
                  <a:lnTo>
                    <a:pt x="17524" y="17243"/>
                  </a:lnTo>
                  <a:lnTo>
                    <a:pt x="17416" y="16660"/>
                  </a:lnTo>
                  <a:lnTo>
                    <a:pt x="17308" y="16076"/>
                  </a:lnTo>
                  <a:lnTo>
                    <a:pt x="17157" y="15471"/>
                  </a:lnTo>
                  <a:lnTo>
                    <a:pt x="17006" y="14866"/>
                  </a:lnTo>
                  <a:lnTo>
                    <a:pt x="16833" y="14261"/>
                  </a:lnTo>
                  <a:lnTo>
                    <a:pt x="16638" y="13656"/>
                  </a:lnTo>
                  <a:lnTo>
                    <a:pt x="16422" y="13051"/>
                  </a:lnTo>
                  <a:lnTo>
                    <a:pt x="16206" y="12446"/>
                  </a:lnTo>
                  <a:lnTo>
                    <a:pt x="15947" y="11841"/>
                  </a:lnTo>
                  <a:lnTo>
                    <a:pt x="15688" y="11236"/>
                  </a:lnTo>
                  <a:lnTo>
                    <a:pt x="15385" y="10653"/>
                  </a:lnTo>
                  <a:lnTo>
                    <a:pt x="15083" y="10048"/>
                  </a:lnTo>
                  <a:lnTo>
                    <a:pt x="14737" y="9464"/>
                  </a:lnTo>
                  <a:lnTo>
                    <a:pt x="14370" y="8881"/>
                  </a:lnTo>
                  <a:lnTo>
                    <a:pt x="13981" y="8319"/>
                  </a:lnTo>
                  <a:lnTo>
                    <a:pt x="13570" y="7757"/>
                  </a:lnTo>
                  <a:lnTo>
                    <a:pt x="13138" y="7196"/>
                  </a:lnTo>
                  <a:lnTo>
                    <a:pt x="12684" y="6656"/>
                  </a:lnTo>
                  <a:lnTo>
                    <a:pt x="12187" y="6137"/>
                  </a:lnTo>
                  <a:lnTo>
                    <a:pt x="11669" y="5618"/>
                  </a:lnTo>
                  <a:lnTo>
                    <a:pt x="11128" y="5100"/>
                  </a:lnTo>
                  <a:lnTo>
                    <a:pt x="10545" y="4603"/>
                  </a:lnTo>
                  <a:lnTo>
                    <a:pt x="9940" y="4127"/>
                  </a:lnTo>
                  <a:lnTo>
                    <a:pt x="9292" y="3674"/>
                  </a:lnTo>
                  <a:lnTo>
                    <a:pt x="8622" y="3242"/>
                  </a:lnTo>
                  <a:lnTo>
                    <a:pt x="7930" y="2809"/>
                  </a:lnTo>
                  <a:lnTo>
                    <a:pt x="7174" y="2399"/>
                  </a:lnTo>
                  <a:lnTo>
                    <a:pt x="6418" y="2031"/>
                  </a:lnTo>
                  <a:lnTo>
                    <a:pt x="5597" y="1664"/>
                  </a:lnTo>
                  <a:lnTo>
                    <a:pt x="4754" y="1318"/>
                  </a:lnTo>
                  <a:lnTo>
                    <a:pt x="3890" y="1016"/>
                  </a:lnTo>
                  <a:lnTo>
                    <a:pt x="2961" y="713"/>
                  </a:lnTo>
                  <a:lnTo>
                    <a:pt x="2010" y="454"/>
                  </a:lnTo>
                  <a:lnTo>
                    <a:pt x="1016" y="19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3" name="Google Shape;8773;p44"/>
            <p:cNvSpPr/>
            <p:nvPr/>
          </p:nvSpPr>
          <p:spPr>
            <a:xfrm>
              <a:off x="13985625" y="3497250"/>
              <a:ext cx="448925" cy="693625"/>
            </a:xfrm>
            <a:custGeom>
              <a:avLst/>
              <a:gdLst/>
              <a:ahLst/>
              <a:cxnLst/>
              <a:rect l="l" t="t" r="r" b="b"/>
              <a:pathLst>
                <a:path w="17957" h="27745" fill="none" extrusionOk="0">
                  <a:moveTo>
                    <a:pt x="17503" y="27744"/>
                  </a:moveTo>
                  <a:lnTo>
                    <a:pt x="17503" y="27744"/>
                  </a:lnTo>
                  <a:lnTo>
                    <a:pt x="17567" y="27485"/>
                  </a:lnTo>
                  <a:lnTo>
                    <a:pt x="17675" y="26729"/>
                  </a:lnTo>
                  <a:lnTo>
                    <a:pt x="17740" y="26189"/>
                  </a:lnTo>
                  <a:lnTo>
                    <a:pt x="17827" y="25541"/>
                  </a:lnTo>
                  <a:lnTo>
                    <a:pt x="17870" y="24827"/>
                  </a:lnTo>
                  <a:lnTo>
                    <a:pt x="17935" y="24006"/>
                  </a:lnTo>
                  <a:lnTo>
                    <a:pt x="17956" y="23120"/>
                  </a:lnTo>
                  <a:lnTo>
                    <a:pt x="17956" y="22170"/>
                  </a:lnTo>
                  <a:lnTo>
                    <a:pt x="17935" y="21154"/>
                  </a:lnTo>
                  <a:lnTo>
                    <a:pt x="17870" y="20095"/>
                  </a:lnTo>
                  <a:lnTo>
                    <a:pt x="17784" y="18972"/>
                  </a:lnTo>
                  <a:lnTo>
                    <a:pt x="17632" y="17827"/>
                  </a:lnTo>
                  <a:lnTo>
                    <a:pt x="17524" y="17243"/>
                  </a:lnTo>
                  <a:lnTo>
                    <a:pt x="17416" y="16660"/>
                  </a:lnTo>
                  <a:lnTo>
                    <a:pt x="17308" y="16076"/>
                  </a:lnTo>
                  <a:lnTo>
                    <a:pt x="17157" y="15471"/>
                  </a:lnTo>
                  <a:lnTo>
                    <a:pt x="17006" y="14866"/>
                  </a:lnTo>
                  <a:lnTo>
                    <a:pt x="16833" y="14261"/>
                  </a:lnTo>
                  <a:lnTo>
                    <a:pt x="16638" y="13656"/>
                  </a:lnTo>
                  <a:lnTo>
                    <a:pt x="16422" y="13051"/>
                  </a:lnTo>
                  <a:lnTo>
                    <a:pt x="16206" y="12446"/>
                  </a:lnTo>
                  <a:lnTo>
                    <a:pt x="15947" y="11841"/>
                  </a:lnTo>
                  <a:lnTo>
                    <a:pt x="15688" y="11236"/>
                  </a:lnTo>
                  <a:lnTo>
                    <a:pt x="15385" y="10653"/>
                  </a:lnTo>
                  <a:lnTo>
                    <a:pt x="15083" y="10048"/>
                  </a:lnTo>
                  <a:lnTo>
                    <a:pt x="14737" y="9464"/>
                  </a:lnTo>
                  <a:lnTo>
                    <a:pt x="14370" y="8881"/>
                  </a:lnTo>
                  <a:lnTo>
                    <a:pt x="13981" y="8319"/>
                  </a:lnTo>
                  <a:lnTo>
                    <a:pt x="13570" y="7757"/>
                  </a:lnTo>
                  <a:lnTo>
                    <a:pt x="13138" y="7196"/>
                  </a:lnTo>
                  <a:lnTo>
                    <a:pt x="12684" y="6656"/>
                  </a:lnTo>
                  <a:lnTo>
                    <a:pt x="12187" y="6137"/>
                  </a:lnTo>
                  <a:lnTo>
                    <a:pt x="11669" y="5618"/>
                  </a:lnTo>
                  <a:lnTo>
                    <a:pt x="11128" y="5100"/>
                  </a:lnTo>
                  <a:lnTo>
                    <a:pt x="10545" y="4603"/>
                  </a:lnTo>
                  <a:lnTo>
                    <a:pt x="9940" y="4127"/>
                  </a:lnTo>
                  <a:lnTo>
                    <a:pt x="9292" y="3674"/>
                  </a:lnTo>
                  <a:lnTo>
                    <a:pt x="8622" y="3242"/>
                  </a:lnTo>
                  <a:lnTo>
                    <a:pt x="7930" y="2809"/>
                  </a:lnTo>
                  <a:lnTo>
                    <a:pt x="7174" y="2399"/>
                  </a:lnTo>
                  <a:lnTo>
                    <a:pt x="6418" y="2031"/>
                  </a:lnTo>
                  <a:lnTo>
                    <a:pt x="5597" y="1664"/>
                  </a:lnTo>
                  <a:lnTo>
                    <a:pt x="4754" y="1318"/>
                  </a:lnTo>
                  <a:lnTo>
                    <a:pt x="3890" y="1016"/>
                  </a:lnTo>
                  <a:lnTo>
                    <a:pt x="2961" y="713"/>
                  </a:lnTo>
                  <a:lnTo>
                    <a:pt x="2010" y="454"/>
                  </a:lnTo>
                  <a:lnTo>
                    <a:pt x="1016" y="195"/>
                  </a:lnTo>
                  <a:lnTo>
                    <a:pt x="1" y="0"/>
                  </a:lnTo>
                  <a:lnTo>
                    <a:pt x="1" y="27744"/>
                  </a:lnTo>
                  <a:lnTo>
                    <a:pt x="17503" y="2774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4" name="Google Shape;8774;p44"/>
            <p:cNvSpPr/>
            <p:nvPr/>
          </p:nvSpPr>
          <p:spPr>
            <a:xfrm>
              <a:off x="14423175" y="4181675"/>
              <a:ext cx="2200" cy="9200"/>
            </a:xfrm>
            <a:custGeom>
              <a:avLst/>
              <a:gdLst/>
              <a:ahLst/>
              <a:cxnLst/>
              <a:rect l="l" t="t" r="r" b="b"/>
              <a:pathLst>
                <a:path w="88" h="368" extrusionOk="0">
                  <a:moveTo>
                    <a:pt x="87" y="0"/>
                  </a:moveTo>
                  <a:lnTo>
                    <a:pt x="87" y="0"/>
                  </a:lnTo>
                  <a:lnTo>
                    <a:pt x="1" y="367"/>
                  </a:lnTo>
                  <a:lnTo>
                    <a:pt x="1" y="367"/>
                  </a:lnTo>
                  <a:lnTo>
                    <a:pt x="87" y="0"/>
                  </a:lnTo>
                  <a:lnTo>
                    <a:pt x="87" y="0"/>
                  </a:lnTo>
                  <a:lnTo>
                    <a:pt x="87" y="0"/>
                  </a:lnTo>
                  <a:close/>
                </a:path>
              </a:pathLst>
            </a:custGeom>
            <a:solidFill>
              <a:srgbClr val="AB0D0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5" name="Google Shape;8775;p44"/>
            <p:cNvSpPr/>
            <p:nvPr/>
          </p:nvSpPr>
          <p:spPr>
            <a:xfrm>
              <a:off x="14423175" y="4181675"/>
              <a:ext cx="2200" cy="9200"/>
            </a:xfrm>
            <a:custGeom>
              <a:avLst/>
              <a:gdLst/>
              <a:ahLst/>
              <a:cxnLst/>
              <a:rect l="l" t="t" r="r" b="b"/>
              <a:pathLst>
                <a:path w="88" h="368" fill="none" extrusionOk="0">
                  <a:moveTo>
                    <a:pt x="87" y="0"/>
                  </a:moveTo>
                  <a:lnTo>
                    <a:pt x="87" y="0"/>
                  </a:lnTo>
                  <a:lnTo>
                    <a:pt x="1" y="367"/>
                  </a:lnTo>
                  <a:lnTo>
                    <a:pt x="1" y="367"/>
                  </a:lnTo>
                  <a:lnTo>
                    <a:pt x="87" y="0"/>
                  </a:lnTo>
                  <a:lnTo>
                    <a:pt x="87" y="0"/>
                  </a:lnTo>
                  <a:lnTo>
                    <a:pt x="87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6" name="Google Shape;8776;p44"/>
            <p:cNvSpPr/>
            <p:nvPr/>
          </p:nvSpPr>
          <p:spPr>
            <a:xfrm>
              <a:off x="13996425" y="3580975"/>
              <a:ext cx="428950" cy="609900"/>
            </a:xfrm>
            <a:custGeom>
              <a:avLst/>
              <a:gdLst/>
              <a:ahLst/>
              <a:cxnLst/>
              <a:rect l="l" t="t" r="r" b="b"/>
              <a:pathLst>
                <a:path w="17158" h="24396" extrusionOk="0">
                  <a:moveTo>
                    <a:pt x="1" y="1"/>
                  </a:moveTo>
                  <a:lnTo>
                    <a:pt x="1" y="24395"/>
                  </a:lnTo>
                  <a:lnTo>
                    <a:pt x="17071" y="24395"/>
                  </a:lnTo>
                  <a:lnTo>
                    <a:pt x="17157" y="24028"/>
                  </a:lnTo>
                  <a:lnTo>
                    <a:pt x="16358" y="23747"/>
                  </a:lnTo>
                  <a:lnTo>
                    <a:pt x="15580" y="23445"/>
                  </a:lnTo>
                  <a:lnTo>
                    <a:pt x="14823" y="23099"/>
                  </a:lnTo>
                  <a:lnTo>
                    <a:pt x="14089" y="22732"/>
                  </a:lnTo>
                  <a:lnTo>
                    <a:pt x="13354" y="22321"/>
                  </a:lnTo>
                  <a:lnTo>
                    <a:pt x="12641" y="21911"/>
                  </a:lnTo>
                  <a:lnTo>
                    <a:pt x="11950" y="21457"/>
                  </a:lnTo>
                  <a:lnTo>
                    <a:pt x="11280" y="20981"/>
                  </a:lnTo>
                  <a:lnTo>
                    <a:pt x="10632" y="20463"/>
                  </a:lnTo>
                  <a:lnTo>
                    <a:pt x="9983" y="19944"/>
                  </a:lnTo>
                  <a:lnTo>
                    <a:pt x="9378" y="19404"/>
                  </a:lnTo>
                  <a:lnTo>
                    <a:pt x="8773" y="18821"/>
                  </a:lnTo>
                  <a:lnTo>
                    <a:pt x="8212" y="18237"/>
                  </a:lnTo>
                  <a:lnTo>
                    <a:pt x="7650" y="17611"/>
                  </a:lnTo>
                  <a:lnTo>
                    <a:pt x="7131" y="16984"/>
                  </a:lnTo>
                  <a:lnTo>
                    <a:pt x="6634" y="16314"/>
                  </a:lnTo>
                  <a:lnTo>
                    <a:pt x="6159" y="15644"/>
                  </a:lnTo>
                  <a:lnTo>
                    <a:pt x="5705" y="14953"/>
                  </a:lnTo>
                  <a:lnTo>
                    <a:pt x="5273" y="14240"/>
                  </a:lnTo>
                  <a:lnTo>
                    <a:pt x="4862" y="13527"/>
                  </a:lnTo>
                  <a:lnTo>
                    <a:pt x="4495" y="12771"/>
                  </a:lnTo>
                  <a:lnTo>
                    <a:pt x="4149" y="12014"/>
                  </a:lnTo>
                  <a:lnTo>
                    <a:pt x="3847" y="11236"/>
                  </a:lnTo>
                  <a:lnTo>
                    <a:pt x="3566" y="10459"/>
                  </a:lnTo>
                  <a:lnTo>
                    <a:pt x="3307" y="9659"/>
                  </a:lnTo>
                  <a:lnTo>
                    <a:pt x="3091" y="8838"/>
                  </a:lnTo>
                  <a:lnTo>
                    <a:pt x="2896" y="8017"/>
                  </a:lnTo>
                  <a:lnTo>
                    <a:pt x="2745" y="7196"/>
                  </a:lnTo>
                  <a:lnTo>
                    <a:pt x="2615" y="6353"/>
                  </a:lnTo>
                  <a:lnTo>
                    <a:pt x="2529" y="5489"/>
                  </a:lnTo>
                  <a:lnTo>
                    <a:pt x="2464" y="4625"/>
                  </a:lnTo>
                  <a:lnTo>
                    <a:pt x="2464" y="3760"/>
                  </a:lnTo>
                  <a:lnTo>
                    <a:pt x="2464" y="3004"/>
                  </a:lnTo>
                  <a:lnTo>
                    <a:pt x="2507" y="2226"/>
                  </a:lnTo>
                  <a:lnTo>
                    <a:pt x="2572" y="1491"/>
                  </a:lnTo>
                  <a:lnTo>
                    <a:pt x="2680" y="735"/>
                  </a:lnTo>
                  <a:lnTo>
                    <a:pt x="2010" y="519"/>
                  </a:lnTo>
                  <a:lnTo>
                    <a:pt x="1362" y="325"/>
                  </a:lnTo>
                  <a:lnTo>
                    <a:pt x="671" y="15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7" name="Google Shape;8777;p44"/>
            <p:cNvSpPr/>
            <p:nvPr/>
          </p:nvSpPr>
          <p:spPr>
            <a:xfrm>
              <a:off x="13996425" y="3499400"/>
              <a:ext cx="428950" cy="691475"/>
            </a:xfrm>
            <a:custGeom>
              <a:avLst/>
              <a:gdLst/>
              <a:ahLst/>
              <a:cxnLst/>
              <a:rect l="l" t="t" r="r" b="b"/>
              <a:pathLst>
                <a:path w="17158" h="27659" fill="none" extrusionOk="0">
                  <a:moveTo>
                    <a:pt x="1" y="1"/>
                  </a:moveTo>
                  <a:lnTo>
                    <a:pt x="1" y="27658"/>
                  </a:lnTo>
                  <a:lnTo>
                    <a:pt x="17071" y="27658"/>
                  </a:lnTo>
                  <a:lnTo>
                    <a:pt x="17071" y="27658"/>
                  </a:lnTo>
                  <a:lnTo>
                    <a:pt x="17071" y="27658"/>
                  </a:lnTo>
                  <a:lnTo>
                    <a:pt x="17157" y="27291"/>
                  </a:lnTo>
                  <a:lnTo>
                    <a:pt x="17157" y="27291"/>
                  </a:lnTo>
                  <a:lnTo>
                    <a:pt x="16358" y="27010"/>
                  </a:lnTo>
                  <a:lnTo>
                    <a:pt x="15580" y="26708"/>
                  </a:lnTo>
                  <a:lnTo>
                    <a:pt x="14823" y="26362"/>
                  </a:lnTo>
                  <a:lnTo>
                    <a:pt x="14089" y="25995"/>
                  </a:lnTo>
                  <a:lnTo>
                    <a:pt x="13354" y="25584"/>
                  </a:lnTo>
                  <a:lnTo>
                    <a:pt x="12641" y="25174"/>
                  </a:lnTo>
                  <a:lnTo>
                    <a:pt x="11950" y="24720"/>
                  </a:lnTo>
                  <a:lnTo>
                    <a:pt x="11280" y="24244"/>
                  </a:lnTo>
                  <a:lnTo>
                    <a:pt x="10632" y="23726"/>
                  </a:lnTo>
                  <a:lnTo>
                    <a:pt x="9983" y="23207"/>
                  </a:lnTo>
                  <a:lnTo>
                    <a:pt x="9378" y="22667"/>
                  </a:lnTo>
                  <a:lnTo>
                    <a:pt x="8773" y="22084"/>
                  </a:lnTo>
                  <a:lnTo>
                    <a:pt x="8212" y="21500"/>
                  </a:lnTo>
                  <a:lnTo>
                    <a:pt x="7650" y="20874"/>
                  </a:lnTo>
                  <a:lnTo>
                    <a:pt x="7131" y="20247"/>
                  </a:lnTo>
                  <a:lnTo>
                    <a:pt x="6634" y="19577"/>
                  </a:lnTo>
                  <a:lnTo>
                    <a:pt x="6159" y="18907"/>
                  </a:lnTo>
                  <a:lnTo>
                    <a:pt x="5705" y="18216"/>
                  </a:lnTo>
                  <a:lnTo>
                    <a:pt x="5273" y="17503"/>
                  </a:lnTo>
                  <a:lnTo>
                    <a:pt x="4862" y="16790"/>
                  </a:lnTo>
                  <a:lnTo>
                    <a:pt x="4495" y="16034"/>
                  </a:lnTo>
                  <a:lnTo>
                    <a:pt x="4149" y="15277"/>
                  </a:lnTo>
                  <a:lnTo>
                    <a:pt x="3847" y="14499"/>
                  </a:lnTo>
                  <a:lnTo>
                    <a:pt x="3566" y="13722"/>
                  </a:lnTo>
                  <a:lnTo>
                    <a:pt x="3307" y="12922"/>
                  </a:lnTo>
                  <a:lnTo>
                    <a:pt x="3091" y="12101"/>
                  </a:lnTo>
                  <a:lnTo>
                    <a:pt x="2896" y="11280"/>
                  </a:lnTo>
                  <a:lnTo>
                    <a:pt x="2745" y="10459"/>
                  </a:lnTo>
                  <a:lnTo>
                    <a:pt x="2615" y="9616"/>
                  </a:lnTo>
                  <a:lnTo>
                    <a:pt x="2529" y="8752"/>
                  </a:lnTo>
                  <a:lnTo>
                    <a:pt x="2464" y="7888"/>
                  </a:lnTo>
                  <a:lnTo>
                    <a:pt x="2464" y="7023"/>
                  </a:lnTo>
                  <a:lnTo>
                    <a:pt x="2464" y="7023"/>
                  </a:lnTo>
                  <a:lnTo>
                    <a:pt x="2464" y="6267"/>
                  </a:lnTo>
                  <a:lnTo>
                    <a:pt x="2507" y="5489"/>
                  </a:lnTo>
                  <a:lnTo>
                    <a:pt x="2572" y="4754"/>
                  </a:lnTo>
                  <a:lnTo>
                    <a:pt x="2680" y="3998"/>
                  </a:lnTo>
                  <a:lnTo>
                    <a:pt x="2680" y="3998"/>
                  </a:lnTo>
                  <a:lnTo>
                    <a:pt x="2010" y="3782"/>
                  </a:lnTo>
                  <a:lnTo>
                    <a:pt x="1362" y="3588"/>
                  </a:lnTo>
                  <a:lnTo>
                    <a:pt x="671" y="3415"/>
                  </a:lnTo>
                  <a:lnTo>
                    <a:pt x="1" y="3264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8" name="Google Shape;8778;p44"/>
            <p:cNvSpPr/>
            <p:nvPr/>
          </p:nvSpPr>
          <p:spPr>
            <a:xfrm>
              <a:off x="14063425" y="3521550"/>
              <a:ext cx="371125" cy="648800"/>
            </a:xfrm>
            <a:custGeom>
              <a:avLst/>
              <a:gdLst/>
              <a:ahLst/>
              <a:cxnLst/>
              <a:rect l="l" t="t" r="r" b="b"/>
              <a:pathLst>
                <a:path w="14845" h="25952" extrusionOk="0">
                  <a:moveTo>
                    <a:pt x="691" y="1"/>
                  </a:moveTo>
                  <a:lnTo>
                    <a:pt x="475" y="779"/>
                  </a:lnTo>
                  <a:lnTo>
                    <a:pt x="281" y="1535"/>
                  </a:lnTo>
                  <a:lnTo>
                    <a:pt x="130" y="2334"/>
                  </a:lnTo>
                  <a:lnTo>
                    <a:pt x="0" y="3112"/>
                  </a:lnTo>
                  <a:lnTo>
                    <a:pt x="778" y="3415"/>
                  </a:lnTo>
                  <a:lnTo>
                    <a:pt x="1556" y="3717"/>
                  </a:lnTo>
                  <a:lnTo>
                    <a:pt x="2312" y="4085"/>
                  </a:lnTo>
                  <a:lnTo>
                    <a:pt x="3047" y="4452"/>
                  </a:lnTo>
                  <a:lnTo>
                    <a:pt x="3781" y="4862"/>
                  </a:lnTo>
                  <a:lnTo>
                    <a:pt x="4494" y="5295"/>
                  </a:lnTo>
                  <a:lnTo>
                    <a:pt x="5186" y="5748"/>
                  </a:lnTo>
                  <a:lnTo>
                    <a:pt x="5856" y="6245"/>
                  </a:lnTo>
                  <a:lnTo>
                    <a:pt x="6525" y="6742"/>
                  </a:lnTo>
                  <a:lnTo>
                    <a:pt x="7152" y="7282"/>
                  </a:lnTo>
                  <a:lnTo>
                    <a:pt x="7779" y="7823"/>
                  </a:lnTo>
                  <a:lnTo>
                    <a:pt x="8362" y="8406"/>
                  </a:lnTo>
                  <a:lnTo>
                    <a:pt x="8946" y="9011"/>
                  </a:lnTo>
                  <a:lnTo>
                    <a:pt x="9486" y="9638"/>
                  </a:lnTo>
                  <a:lnTo>
                    <a:pt x="10004" y="10264"/>
                  </a:lnTo>
                  <a:lnTo>
                    <a:pt x="10523" y="10934"/>
                  </a:lnTo>
                  <a:lnTo>
                    <a:pt x="10998" y="11604"/>
                  </a:lnTo>
                  <a:lnTo>
                    <a:pt x="11452" y="12317"/>
                  </a:lnTo>
                  <a:lnTo>
                    <a:pt x="11863" y="13030"/>
                  </a:lnTo>
                  <a:lnTo>
                    <a:pt x="12273" y="13765"/>
                  </a:lnTo>
                  <a:lnTo>
                    <a:pt x="12640" y="14499"/>
                  </a:lnTo>
                  <a:lnTo>
                    <a:pt x="12986" y="15277"/>
                  </a:lnTo>
                  <a:lnTo>
                    <a:pt x="13289" y="16055"/>
                  </a:lnTo>
                  <a:lnTo>
                    <a:pt x="13570" y="16833"/>
                  </a:lnTo>
                  <a:lnTo>
                    <a:pt x="13829" y="17632"/>
                  </a:lnTo>
                  <a:lnTo>
                    <a:pt x="14045" y="18454"/>
                  </a:lnTo>
                  <a:lnTo>
                    <a:pt x="14239" y="19275"/>
                  </a:lnTo>
                  <a:lnTo>
                    <a:pt x="14391" y="20117"/>
                  </a:lnTo>
                  <a:lnTo>
                    <a:pt x="14520" y="20982"/>
                  </a:lnTo>
                  <a:lnTo>
                    <a:pt x="14607" y="21824"/>
                  </a:lnTo>
                  <a:lnTo>
                    <a:pt x="14672" y="22689"/>
                  </a:lnTo>
                  <a:lnTo>
                    <a:pt x="14672" y="23575"/>
                  </a:lnTo>
                  <a:lnTo>
                    <a:pt x="14672" y="24180"/>
                  </a:lnTo>
                  <a:lnTo>
                    <a:pt x="14650" y="24763"/>
                  </a:lnTo>
                  <a:lnTo>
                    <a:pt x="14607" y="25368"/>
                  </a:lnTo>
                  <a:lnTo>
                    <a:pt x="14542" y="25951"/>
                  </a:lnTo>
                  <a:lnTo>
                    <a:pt x="14650" y="25087"/>
                  </a:lnTo>
                  <a:lnTo>
                    <a:pt x="14758" y="23942"/>
                  </a:lnTo>
                  <a:lnTo>
                    <a:pt x="14801" y="23272"/>
                  </a:lnTo>
                  <a:lnTo>
                    <a:pt x="14844" y="22559"/>
                  </a:lnTo>
                  <a:lnTo>
                    <a:pt x="14844" y="21803"/>
                  </a:lnTo>
                  <a:lnTo>
                    <a:pt x="14844" y="21003"/>
                  </a:lnTo>
                  <a:lnTo>
                    <a:pt x="14823" y="20161"/>
                  </a:lnTo>
                  <a:lnTo>
                    <a:pt x="14780" y="19275"/>
                  </a:lnTo>
                  <a:lnTo>
                    <a:pt x="14715" y="18367"/>
                  </a:lnTo>
                  <a:lnTo>
                    <a:pt x="14607" y="17438"/>
                  </a:lnTo>
                  <a:lnTo>
                    <a:pt x="14455" y="16487"/>
                  </a:lnTo>
                  <a:lnTo>
                    <a:pt x="14283" y="15515"/>
                  </a:lnTo>
                  <a:lnTo>
                    <a:pt x="14045" y="14521"/>
                  </a:lnTo>
                  <a:lnTo>
                    <a:pt x="13786" y="13527"/>
                  </a:lnTo>
                  <a:lnTo>
                    <a:pt x="13461" y="12511"/>
                  </a:lnTo>
                  <a:lnTo>
                    <a:pt x="13116" y="11518"/>
                  </a:lnTo>
                  <a:lnTo>
                    <a:pt x="12900" y="11021"/>
                  </a:lnTo>
                  <a:lnTo>
                    <a:pt x="12684" y="10524"/>
                  </a:lnTo>
                  <a:lnTo>
                    <a:pt x="12446" y="10027"/>
                  </a:lnTo>
                  <a:lnTo>
                    <a:pt x="12208" y="9530"/>
                  </a:lnTo>
                  <a:lnTo>
                    <a:pt x="11949" y="9054"/>
                  </a:lnTo>
                  <a:lnTo>
                    <a:pt x="11668" y="8557"/>
                  </a:lnTo>
                  <a:lnTo>
                    <a:pt x="11366" y="8082"/>
                  </a:lnTo>
                  <a:lnTo>
                    <a:pt x="11063" y="7607"/>
                  </a:lnTo>
                  <a:lnTo>
                    <a:pt x="10739" y="7131"/>
                  </a:lnTo>
                  <a:lnTo>
                    <a:pt x="10393" y="6677"/>
                  </a:lnTo>
                  <a:lnTo>
                    <a:pt x="10026" y="6224"/>
                  </a:lnTo>
                  <a:lnTo>
                    <a:pt x="9637" y="5770"/>
                  </a:lnTo>
                  <a:lnTo>
                    <a:pt x="9226" y="5316"/>
                  </a:lnTo>
                  <a:lnTo>
                    <a:pt x="8816" y="4884"/>
                  </a:lnTo>
                  <a:lnTo>
                    <a:pt x="8384" y="4473"/>
                  </a:lnTo>
                  <a:lnTo>
                    <a:pt x="7908" y="4063"/>
                  </a:lnTo>
                  <a:lnTo>
                    <a:pt x="7433" y="3652"/>
                  </a:lnTo>
                  <a:lnTo>
                    <a:pt x="6936" y="3242"/>
                  </a:lnTo>
                  <a:lnTo>
                    <a:pt x="6417" y="2875"/>
                  </a:lnTo>
                  <a:lnTo>
                    <a:pt x="5877" y="2507"/>
                  </a:lnTo>
                  <a:lnTo>
                    <a:pt x="5315" y="2140"/>
                  </a:lnTo>
                  <a:lnTo>
                    <a:pt x="4710" y="1794"/>
                  </a:lnTo>
                  <a:lnTo>
                    <a:pt x="4105" y="1448"/>
                  </a:lnTo>
                  <a:lnTo>
                    <a:pt x="3479" y="1146"/>
                  </a:lnTo>
                  <a:lnTo>
                    <a:pt x="2809" y="822"/>
                  </a:lnTo>
                  <a:lnTo>
                    <a:pt x="2139" y="541"/>
                  </a:lnTo>
                  <a:lnTo>
                    <a:pt x="1426" y="260"/>
                  </a:lnTo>
                  <a:lnTo>
                    <a:pt x="69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9" name="Google Shape;8779;p44"/>
            <p:cNvSpPr/>
            <p:nvPr/>
          </p:nvSpPr>
          <p:spPr>
            <a:xfrm>
              <a:off x="14063425" y="3521550"/>
              <a:ext cx="371125" cy="648800"/>
            </a:xfrm>
            <a:custGeom>
              <a:avLst/>
              <a:gdLst/>
              <a:ahLst/>
              <a:cxnLst/>
              <a:rect l="l" t="t" r="r" b="b"/>
              <a:pathLst>
                <a:path w="14845" h="25952" fill="none" extrusionOk="0">
                  <a:moveTo>
                    <a:pt x="691" y="1"/>
                  </a:moveTo>
                  <a:lnTo>
                    <a:pt x="691" y="1"/>
                  </a:lnTo>
                  <a:lnTo>
                    <a:pt x="475" y="779"/>
                  </a:lnTo>
                  <a:lnTo>
                    <a:pt x="281" y="1535"/>
                  </a:lnTo>
                  <a:lnTo>
                    <a:pt x="130" y="2334"/>
                  </a:lnTo>
                  <a:lnTo>
                    <a:pt x="0" y="3112"/>
                  </a:lnTo>
                  <a:lnTo>
                    <a:pt x="0" y="3112"/>
                  </a:lnTo>
                  <a:lnTo>
                    <a:pt x="778" y="3415"/>
                  </a:lnTo>
                  <a:lnTo>
                    <a:pt x="1556" y="3717"/>
                  </a:lnTo>
                  <a:lnTo>
                    <a:pt x="2312" y="4085"/>
                  </a:lnTo>
                  <a:lnTo>
                    <a:pt x="3047" y="4452"/>
                  </a:lnTo>
                  <a:lnTo>
                    <a:pt x="3781" y="4862"/>
                  </a:lnTo>
                  <a:lnTo>
                    <a:pt x="4494" y="5295"/>
                  </a:lnTo>
                  <a:lnTo>
                    <a:pt x="5186" y="5748"/>
                  </a:lnTo>
                  <a:lnTo>
                    <a:pt x="5856" y="6245"/>
                  </a:lnTo>
                  <a:lnTo>
                    <a:pt x="6525" y="6742"/>
                  </a:lnTo>
                  <a:lnTo>
                    <a:pt x="7152" y="7282"/>
                  </a:lnTo>
                  <a:lnTo>
                    <a:pt x="7779" y="7823"/>
                  </a:lnTo>
                  <a:lnTo>
                    <a:pt x="8362" y="8406"/>
                  </a:lnTo>
                  <a:lnTo>
                    <a:pt x="8946" y="9011"/>
                  </a:lnTo>
                  <a:lnTo>
                    <a:pt x="9486" y="9638"/>
                  </a:lnTo>
                  <a:lnTo>
                    <a:pt x="10004" y="10264"/>
                  </a:lnTo>
                  <a:lnTo>
                    <a:pt x="10523" y="10934"/>
                  </a:lnTo>
                  <a:lnTo>
                    <a:pt x="10998" y="11604"/>
                  </a:lnTo>
                  <a:lnTo>
                    <a:pt x="11452" y="12317"/>
                  </a:lnTo>
                  <a:lnTo>
                    <a:pt x="11863" y="13030"/>
                  </a:lnTo>
                  <a:lnTo>
                    <a:pt x="12273" y="13765"/>
                  </a:lnTo>
                  <a:lnTo>
                    <a:pt x="12640" y="14499"/>
                  </a:lnTo>
                  <a:lnTo>
                    <a:pt x="12986" y="15277"/>
                  </a:lnTo>
                  <a:lnTo>
                    <a:pt x="13289" y="16055"/>
                  </a:lnTo>
                  <a:lnTo>
                    <a:pt x="13570" y="16833"/>
                  </a:lnTo>
                  <a:lnTo>
                    <a:pt x="13829" y="17632"/>
                  </a:lnTo>
                  <a:lnTo>
                    <a:pt x="14045" y="18454"/>
                  </a:lnTo>
                  <a:lnTo>
                    <a:pt x="14239" y="19275"/>
                  </a:lnTo>
                  <a:lnTo>
                    <a:pt x="14391" y="20117"/>
                  </a:lnTo>
                  <a:lnTo>
                    <a:pt x="14520" y="20982"/>
                  </a:lnTo>
                  <a:lnTo>
                    <a:pt x="14607" y="21824"/>
                  </a:lnTo>
                  <a:lnTo>
                    <a:pt x="14672" y="22689"/>
                  </a:lnTo>
                  <a:lnTo>
                    <a:pt x="14672" y="23575"/>
                  </a:lnTo>
                  <a:lnTo>
                    <a:pt x="14672" y="23575"/>
                  </a:lnTo>
                  <a:lnTo>
                    <a:pt x="14672" y="24180"/>
                  </a:lnTo>
                  <a:lnTo>
                    <a:pt x="14650" y="24763"/>
                  </a:lnTo>
                  <a:lnTo>
                    <a:pt x="14607" y="25368"/>
                  </a:lnTo>
                  <a:lnTo>
                    <a:pt x="14542" y="25951"/>
                  </a:lnTo>
                  <a:lnTo>
                    <a:pt x="14542" y="25951"/>
                  </a:lnTo>
                  <a:lnTo>
                    <a:pt x="14650" y="25087"/>
                  </a:lnTo>
                  <a:lnTo>
                    <a:pt x="14758" y="23942"/>
                  </a:lnTo>
                  <a:lnTo>
                    <a:pt x="14801" y="23272"/>
                  </a:lnTo>
                  <a:lnTo>
                    <a:pt x="14844" y="22559"/>
                  </a:lnTo>
                  <a:lnTo>
                    <a:pt x="14844" y="21803"/>
                  </a:lnTo>
                  <a:lnTo>
                    <a:pt x="14844" y="21003"/>
                  </a:lnTo>
                  <a:lnTo>
                    <a:pt x="14823" y="20161"/>
                  </a:lnTo>
                  <a:lnTo>
                    <a:pt x="14780" y="19275"/>
                  </a:lnTo>
                  <a:lnTo>
                    <a:pt x="14715" y="18367"/>
                  </a:lnTo>
                  <a:lnTo>
                    <a:pt x="14607" y="17438"/>
                  </a:lnTo>
                  <a:lnTo>
                    <a:pt x="14455" y="16487"/>
                  </a:lnTo>
                  <a:lnTo>
                    <a:pt x="14283" y="15515"/>
                  </a:lnTo>
                  <a:lnTo>
                    <a:pt x="14045" y="14521"/>
                  </a:lnTo>
                  <a:lnTo>
                    <a:pt x="13786" y="13527"/>
                  </a:lnTo>
                  <a:lnTo>
                    <a:pt x="13461" y="12511"/>
                  </a:lnTo>
                  <a:lnTo>
                    <a:pt x="13116" y="11518"/>
                  </a:lnTo>
                  <a:lnTo>
                    <a:pt x="12900" y="11021"/>
                  </a:lnTo>
                  <a:lnTo>
                    <a:pt x="12684" y="10524"/>
                  </a:lnTo>
                  <a:lnTo>
                    <a:pt x="12446" y="10027"/>
                  </a:lnTo>
                  <a:lnTo>
                    <a:pt x="12208" y="9530"/>
                  </a:lnTo>
                  <a:lnTo>
                    <a:pt x="11949" y="9054"/>
                  </a:lnTo>
                  <a:lnTo>
                    <a:pt x="11668" y="8557"/>
                  </a:lnTo>
                  <a:lnTo>
                    <a:pt x="11366" y="8082"/>
                  </a:lnTo>
                  <a:lnTo>
                    <a:pt x="11063" y="7607"/>
                  </a:lnTo>
                  <a:lnTo>
                    <a:pt x="10739" y="7131"/>
                  </a:lnTo>
                  <a:lnTo>
                    <a:pt x="10393" y="6677"/>
                  </a:lnTo>
                  <a:lnTo>
                    <a:pt x="10026" y="6224"/>
                  </a:lnTo>
                  <a:lnTo>
                    <a:pt x="9637" y="5770"/>
                  </a:lnTo>
                  <a:lnTo>
                    <a:pt x="9226" y="5316"/>
                  </a:lnTo>
                  <a:lnTo>
                    <a:pt x="8816" y="4884"/>
                  </a:lnTo>
                  <a:lnTo>
                    <a:pt x="8384" y="4473"/>
                  </a:lnTo>
                  <a:lnTo>
                    <a:pt x="7908" y="4063"/>
                  </a:lnTo>
                  <a:lnTo>
                    <a:pt x="7433" y="3652"/>
                  </a:lnTo>
                  <a:lnTo>
                    <a:pt x="6936" y="3242"/>
                  </a:lnTo>
                  <a:lnTo>
                    <a:pt x="6417" y="2875"/>
                  </a:lnTo>
                  <a:lnTo>
                    <a:pt x="5877" y="2507"/>
                  </a:lnTo>
                  <a:lnTo>
                    <a:pt x="5315" y="2140"/>
                  </a:lnTo>
                  <a:lnTo>
                    <a:pt x="4710" y="1794"/>
                  </a:lnTo>
                  <a:lnTo>
                    <a:pt x="4105" y="1448"/>
                  </a:lnTo>
                  <a:lnTo>
                    <a:pt x="3479" y="1146"/>
                  </a:lnTo>
                  <a:lnTo>
                    <a:pt x="2809" y="822"/>
                  </a:lnTo>
                  <a:lnTo>
                    <a:pt x="2139" y="541"/>
                  </a:lnTo>
                  <a:lnTo>
                    <a:pt x="1426" y="260"/>
                  </a:lnTo>
                  <a:lnTo>
                    <a:pt x="69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0" name="Google Shape;8780;p44"/>
            <p:cNvSpPr/>
            <p:nvPr/>
          </p:nvSpPr>
          <p:spPr>
            <a:xfrm>
              <a:off x="13996425" y="3499400"/>
              <a:ext cx="84300" cy="99975"/>
            </a:xfrm>
            <a:custGeom>
              <a:avLst/>
              <a:gdLst/>
              <a:ahLst/>
              <a:cxnLst/>
              <a:rect l="l" t="t" r="r" b="b"/>
              <a:pathLst>
                <a:path w="3372" h="3999" extrusionOk="0">
                  <a:moveTo>
                    <a:pt x="1" y="1"/>
                  </a:moveTo>
                  <a:lnTo>
                    <a:pt x="1" y="3264"/>
                  </a:lnTo>
                  <a:lnTo>
                    <a:pt x="671" y="3415"/>
                  </a:lnTo>
                  <a:lnTo>
                    <a:pt x="1362" y="3588"/>
                  </a:lnTo>
                  <a:lnTo>
                    <a:pt x="2010" y="3782"/>
                  </a:lnTo>
                  <a:lnTo>
                    <a:pt x="2680" y="3998"/>
                  </a:lnTo>
                  <a:lnTo>
                    <a:pt x="2810" y="3220"/>
                  </a:lnTo>
                  <a:lnTo>
                    <a:pt x="2961" y="2421"/>
                  </a:lnTo>
                  <a:lnTo>
                    <a:pt x="3155" y="1665"/>
                  </a:lnTo>
                  <a:lnTo>
                    <a:pt x="3371" y="887"/>
                  </a:lnTo>
                  <a:lnTo>
                    <a:pt x="2572" y="649"/>
                  </a:lnTo>
                  <a:lnTo>
                    <a:pt x="1751" y="411"/>
                  </a:lnTo>
                  <a:lnTo>
                    <a:pt x="887" y="19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1" name="Google Shape;8781;p44"/>
            <p:cNvSpPr/>
            <p:nvPr/>
          </p:nvSpPr>
          <p:spPr>
            <a:xfrm>
              <a:off x="13996425" y="3499400"/>
              <a:ext cx="84300" cy="99975"/>
            </a:xfrm>
            <a:custGeom>
              <a:avLst/>
              <a:gdLst/>
              <a:ahLst/>
              <a:cxnLst/>
              <a:rect l="l" t="t" r="r" b="b"/>
              <a:pathLst>
                <a:path w="3372" h="3999" fill="none" extrusionOk="0">
                  <a:moveTo>
                    <a:pt x="1" y="1"/>
                  </a:moveTo>
                  <a:lnTo>
                    <a:pt x="1" y="3264"/>
                  </a:lnTo>
                  <a:lnTo>
                    <a:pt x="1" y="3264"/>
                  </a:lnTo>
                  <a:lnTo>
                    <a:pt x="671" y="3415"/>
                  </a:lnTo>
                  <a:lnTo>
                    <a:pt x="1362" y="3588"/>
                  </a:lnTo>
                  <a:lnTo>
                    <a:pt x="2010" y="3782"/>
                  </a:lnTo>
                  <a:lnTo>
                    <a:pt x="2680" y="3998"/>
                  </a:lnTo>
                  <a:lnTo>
                    <a:pt x="2680" y="3998"/>
                  </a:lnTo>
                  <a:lnTo>
                    <a:pt x="2810" y="3220"/>
                  </a:lnTo>
                  <a:lnTo>
                    <a:pt x="2961" y="2421"/>
                  </a:lnTo>
                  <a:lnTo>
                    <a:pt x="3155" y="1665"/>
                  </a:lnTo>
                  <a:lnTo>
                    <a:pt x="3371" y="887"/>
                  </a:lnTo>
                  <a:lnTo>
                    <a:pt x="3371" y="887"/>
                  </a:lnTo>
                  <a:lnTo>
                    <a:pt x="2572" y="649"/>
                  </a:lnTo>
                  <a:lnTo>
                    <a:pt x="1751" y="411"/>
                  </a:lnTo>
                  <a:lnTo>
                    <a:pt x="887" y="195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2" name="Google Shape;8782;p44"/>
            <p:cNvSpPr/>
            <p:nvPr/>
          </p:nvSpPr>
          <p:spPr>
            <a:xfrm>
              <a:off x="13972125" y="4297800"/>
              <a:ext cx="240400" cy="66475"/>
            </a:xfrm>
            <a:custGeom>
              <a:avLst/>
              <a:gdLst/>
              <a:ahLst/>
              <a:cxnLst/>
              <a:rect l="l" t="t" r="r" b="b"/>
              <a:pathLst>
                <a:path w="9616" h="2659" extrusionOk="0">
                  <a:moveTo>
                    <a:pt x="1254" y="1"/>
                  </a:moveTo>
                  <a:lnTo>
                    <a:pt x="994" y="22"/>
                  </a:lnTo>
                  <a:lnTo>
                    <a:pt x="757" y="87"/>
                  </a:lnTo>
                  <a:lnTo>
                    <a:pt x="541" y="217"/>
                  </a:lnTo>
                  <a:lnTo>
                    <a:pt x="368" y="368"/>
                  </a:lnTo>
                  <a:lnTo>
                    <a:pt x="216" y="541"/>
                  </a:lnTo>
                  <a:lnTo>
                    <a:pt x="108" y="757"/>
                  </a:lnTo>
                  <a:lnTo>
                    <a:pt x="22" y="995"/>
                  </a:lnTo>
                  <a:lnTo>
                    <a:pt x="0" y="1232"/>
                  </a:lnTo>
                  <a:lnTo>
                    <a:pt x="0" y="1427"/>
                  </a:lnTo>
                  <a:lnTo>
                    <a:pt x="22" y="1665"/>
                  </a:lnTo>
                  <a:lnTo>
                    <a:pt x="108" y="1902"/>
                  </a:lnTo>
                  <a:lnTo>
                    <a:pt x="216" y="2118"/>
                  </a:lnTo>
                  <a:lnTo>
                    <a:pt x="368" y="2291"/>
                  </a:lnTo>
                  <a:lnTo>
                    <a:pt x="541" y="2442"/>
                  </a:lnTo>
                  <a:lnTo>
                    <a:pt x="757" y="2572"/>
                  </a:lnTo>
                  <a:lnTo>
                    <a:pt x="994" y="2637"/>
                  </a:lnTo>
                  <a:lnTo>
                    <a:pt x="1254" y="2658"/>
                  </a:lnTo>
                  <a:lnTo>
                    <a:pt x="8362" y="2658"/>
                  </a:lnTo>
                  <a:lnTo>
                    <a:pt x="8622" y="2637"/>
                  </a:lnTo>
                  <a:lnTo>
                    <a:pt x="8838" y="2572"/>
                  </a:lnTo>
                  <a:lnTo>
                    <a:pt x="9054" y="2442"/>
                  </a:lnTo>
                  <a:lnTo>
                    <a:pt x="9248" y="2291"/>
                  </a:lnTo>
                  <a:lnTo>
                    <a:pt x="9400" y="2118"/>
                  </a:lnTo>
                  <a:lnTo>
                    <a:pt x="9508" y="1902"/>
                  </a:lnTo>
                  <a:lnTo>
                    <a:pt x="9572" y="1665"/>
                  </a:lnTo>
                  <a:lnTo>
                    <a:pt x="9616" y="1427"/>
                  </a:lnTo>
                  <a:lnTo>
                    <a:pt x="9616" y="1232"/>
                  </a:lnTo>
                  <a:lnTo>
                    <a:pt x="9572" y="995"/>
                  </a:lnTo>
                  <a:lnTo>
                    <a:pt x="9508" y="757"/>
                  </a:lnTo>
                  <a:lnTo>
                    <a:pt x="9400" y="541"/>
                  </a:lnTo>
                  <a:lnTo>
                    <a:pt x="9248" y="368"/>
                  </a:lnTo>
                  <a:lnTo>
                    <a:pt x="9054" y="217"/>
                  </a:lnTo>
                  <a:lnTo>
                    <a:pt x="8838" y="87"/>
                  </a:lnTo>
                  <a:lnTo>
                    <a:pt x="8622" y="22"/>
                  </a:lnTo>
                  <a:lnTo>
                    <a:pt x="8362" y="1"/>
                  </a:lnTo>
                  <a:close/>
                </a:path>
              </a:pathLst>
            </a:cu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3" name="Google Shape;8783;p44"/>
            <p:cNvSpPr/>
            <p:nvPr/>
          </p:nvSpPr>
          <p:spPr>
            <a:xfrm>
              <a:off x="13972125" y="4297800"/>
              <a:ext cx="240400" cy="66475"/>
            </a:xfrm>
            <a:custGeom>
              <a:avLst/>
              <a:gdLst/>
              <a:ahLst/>
              <a:cxnLst/>
              <a:rect l="l" t="t" r="r" b="b"/>
              <a:pathLst>
                <a:path w="9616" h="2659" fill="none" extrusionOk="0">
                  <a:moveTo>
                    <a:pt x="8362" y="1"/>
                  </a:moveTo>
                  <a:lnTo>
                    <a:pt x="1254" y="1"/>
                  </a:lnTo>
                  <a:lnTo>
                    <a:pt x="1254" y="1"/>
                  </a:lnTo>
                  <a:lnTo>
                    <a:pt x="994" y="22"/>
                  </a:lnTo>
                  <a:lnTo>
                    <a:pt x="757" y="87"/>
                  </a:lnTo>
                  <a:lnTo>
                    <a:pt x="541" y="217"/>
                  </a:lnTo>
                  <a:lnTo>
                    <a:pt x="368" y="368"/>
                  </a:lnTo>
                  <a:lnTo>
                    <a:pt x="216" y="541"/>
                  </a:lnTo>
                  <a:lnTo>
                    <a:pt x="108" y="757"/>
                  </a:lnTo>
                  <a:lnTo>
                    <a:pt x="22" y="995"/>
                  </a:lnTo>
                  <a:lnTo>
                    <a:pt x="0" y="1232"/>
                  </a:lnTo>
                  <a:lnTo>
                    <a:pt x="0" y="1427"/>
                  </a:lnTo>
                  <a:lnTo>
                    <a:pt x="0" y="1427"/>
                  </a:lnTo>
                  <a:lnTo>
                    <a:pt x="22" y="1665"/>
                  </a:lnTo>
                  <a:lnTo>
                    <a:pt x="108" y="1902"/>
                  </a:lnTo>
                  <a:lnTo>
                    <a:pt x="216" y="2118"/>
                  </a:lnTo>
                  <a:lnTo>
                    <a:pt x="368" y="2291"/>
                  </a:lnTo>
                  <a:lnTo>
                    <a:pt x="541" y="2442"/>
                  </a:lnTo>
                  <a:lnTo>
                    <a:pt x="757" y="2572"/>
                  </a:lnTo>
                  <a:lnTo>
                    <a:pt x="994" y="2637"/>
                  </a:lnTo>
                  <a:lnTo>
                    <a:pt x="1254" y="2658"/>
                  </a:lnTo>
                  <a:lnTo>
                    <a:pt x="8362" y="2658"/>
                  </a:lnTo>
                  <a:lnTo>
                    <a:pt x="8362" y="2658"/>
                  </a:lnTo>
                  <a:lnTo>
                    <a:pt x="8622" y="2637"/>
                  </a:lnTo>
                  <a:lnTo>
                    <a:pt x="8838" y="2572"/>
                  </a:lnTo>
                  <a:lnTo>
                    <a:pt x="9054" y="2442"/>
                  </a:lnTo>
                  <a:lnTo>
                    <a:pt x="9248" y="2291"/>
                  </a:lnTo>
                  <a:lnTo>
                    <a:pt x="9400" y="2118"/>
                  </a:lnTo>
                  <a:lnTo>
                    <a:pt x="9508" y="1902"/>
                  </a:lnTo>
                  <a:lnTo>
                    <a:pt x="9572" y="1665"/>
                  </a:lnTo>
                  <a:lnTo>
                    <a:pt x="9616" y="1427"/>
                  </a:lnTo>
                  <a:lnTo>
                    <a:pt x="9616" y="1232"/>
                  </a:lnTo>
                  <a:lnTo>
                    <a:pt x="9616" y="1232"/>
                  </a:lnTo>
                  <a:lnTo>
                    <a:pt x="9572" y="995"/>
                  </a:lnTo>
                  <a:lnTo>
                    <a:pt x="9508" y="757"/>
                  </a:lnTo>
                  <a:lnTo>
                    <a:pt x="9400" y="541"/>
                  </a:lnTo>
                  <a:lnTo>
                    <a:pt x="9248" y="368"/>
                  </a:lnTo>
                  <a:lnTo>
                    <a:pt x="9054" y="217"/>
                  </a:lnTo>
                  <a:lnTo>
                    <a:pt x="8838" y="87"/>
                  </a:lnTo>
                  <a:lnTo>
                    <a:pt x="8622" y="22"/>
                  </a:lnTo>
                  <a:lnTo>
                    <a:pt x="836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4" name="Google Shape;8784;p44"/>
            <p:cNvSpPr/>
            <p:nvPr/>
          </p:nvSpPr>
          <p:spPr>
            <a:xfrm>
              <a:off x="13488650" y="3127225"/>
              <a:ext cx="129675" cy="129675"/>
            </a:xfrm>
            <a:custGeom>
              <a:avLst/>
              <a:gdLst/>
              <a:ahLst/>
              <a:cxnLst/>
              <a:rect l="l" t="t" r="r" b="b"/>
              <a:pathLst>
                <a:path w="5187" h="5187" extrusionOk="0">
                  <a:moveTo>
                    <a:pt x="2313" y="0"/>
                  </a:moveTo>
                  <a:lnTo>
                    <a:pt x="2053" y="43"/>
                  </a:lnTo>
                  <a:lnTo>
                    <a:pt x="1816" y="108"/>
                  </a:lnTo>
                  <a:lnTo>
                    <a:pt x="1578" y="195"/>
                  </a:lnTo>
                  <a:lnTo>
                    <a:pt x="1340" y="303"/>
                  </a:lnTo>
                  <a:lnTo>
                    <a:pt x="1146" y="432"/>
                  </a:lnTo>
                  <a:lnTo>
                    <a:pt x="930" y="584"/>
                  </a:lnTo>
                  <a:lnTo>
                    <a:pt x="757" y="756"/>
                  </a:lnTo>
                  <a:lnTo>
                    <a:pt x="584" y="929"/>
                  </a:lnTo>
                  <a:lnTo>
                    <a:pt x="433" y="1145"/>
                  </a:lnTo>
                  <a:lnTo>
                    <a:pt x="303" y="1361"/>
                  </a:lnTo>
                  <a:lnTo>
                    <a:pt x="195" y="1578"/>
                  </a:lnTo>
                  <a:lnTo>
                    <a:pt x="109" y="1815"/>
                  </a:lnTo>
                  <a:lnTo>
                    <a:pt x="44" y="2075"/>
                  </a:lnTo>
                  <a:lnTo>
                    <a:pt x="1" y="2334"/>
                  </a:lnTo>
                  <a:lnTo>
                    <a:pt x="1" y="2593"/>
                  </a:lnTo>
                  <a:lnTo>
                    <a:pt x="1" y="2852"/>
                  </a:lnTo>
                  <a:lnTo>
                    <a:pt x="44" y="3112"/>
                  </a:lnTo>
                  <a:lnTo>
                    <a:pt x="109" y="3371"/>
                  </a:lnTo>
                  <a:lnTo>
                    <a:pt x="195" y="3609"/>
                  </a:lnTo>
                  <a:lnTo>
                    <a:pt x="303" y="3825"/>
                  </a:lnTo>
                  <a:lnTo>
                    <a:pt x="433" y="4041"/>
                  </a:lnTo>
                  <a:lnTo>
                    <a:pt x="584" y="4235"/>
                  </a:lnTo>
                  <a:lnTo>
                    <a:pt x="757" y="4430"/>
                  </a:lnTo>
                  <a:lnTo>
                    <a:pt x="930" y="4581"/>
                  </a:lnTo>
                  <a:lnTo>
                    <a:pt x="1146" y="4732"/>
                  </a:lnTo>
                  <a:lnTo>
                    <a:pt x="1340" y="4862"/>
                  </a:lnTo>
                  <a:lnTo>
                    <a:pt x="1578" y="4970"/>
                  </a:lnTo>
                  <a:lnTo>
                    <a:pt x="1816" y="5056"/>
                  </a:lnTo>
                  <a:lnTo>
                    <a:pt x="2053" y="5121"/>
                  </a:lnTo>
                  <a:lnTo>
                    <a:pt x="2313" y="5164"/>
                  </a:lnTo>
                  <a:lnTo>
                    <a:pt x="2594" y="5186"/>
                  </a:lnTo>
                  <a:lnTo>
                    <a:pt x="2853" y="5164"/>
                  </a:lnTo>
                  <a:lnTo>
                    <a:pt x="3112" y="5121"/>
                  </a:lnTo>
                  <a:lnTo>
                    <a:pt x="3350" y="5056"/>
                  </a:lnTo>
                  <a:lnTo>
                    <a:pt x="3587" y="4970"/>
                  </a:lnTo>
                  <a:lnTo>
                    <a:pt x="3825" y="4862"/>
                  </a:lnTo>
                  <a:lnTo>
                    <a:pt x="4041" y="4732"/>
                  </a:lnTo>
                  <a:lnTo>
                    <a:pt x="4236" y="4581"/>
                  </a:lnTo>
                  <a:lnTo>
                    <a:pt x="4430" y="4430"/>
                  </a:lnTo>
                  <a:lnTo>
                    <a:pt x="4581" y="4235"/>
                  </a:lnTo>
                  <a:lnTo>
                    <a:pt x="4733" y="4041"/>
                  </a:lnTo>
                  <a:lnTo>
                    <a:pt x="4862" y="3825"/>
                  </a:lnTo>
                  <a:lnTo>
                    <a:pt x="4970" y="3609"/>
                  </a:lnTo>
                  <a:lnTo>
                    <a:pt x="5057" y="3371"/>
                  </a:lnTo>
                  <a:lnTo>
                    <a:pt x="5122" y="3112"/>
                  </a:lnTo>
                  <a:lnTo>
                    <a:pt x="5165" y="2852"/>
                  </a:lnTo>
                  <a:lnTo>
                    <a:pt x="5186" y="2593"/>
                  </a:lnTo>
                  <a:lnTo>
                    <a:pt x="5165" y="2334"/>
                  </a:lnTo>
                  <a:lnTo>
                    <a:pt x="5122" y="2075"/>
                  </a:lnTo>
                  <a:lnTo>
                    <a:pt x="5057" y="1815"/>
                  </a:lnTo>
                  <a:lnTo>
                    <a:pt x="4970" y="1578"/>
                  </a:lnTo>
                  <a:lnTo>
                    <a:pt x="4862" y="1361"/>
                  </a:lnTo>
                  <a:lnTo>
                    <a:pt x="4733" y="1145"/>
                  </a:lnTo>
                  <a:lnTo>
                    <a:pt x="4581" y="929"/>
                  </a:lnTo>
                  <a:lnTo>
                    <a:pt x="4430" y="756"/>
                  </a:lnTo>
                  <a:lnTo>
                    <a:pt x="4236" y="584"/>
                  </a:lnTo>
                  <a:lnTo>
                    <a:pt x="4041" y="432"/>
                  </a:lnTo>
                  <a:lnTo>
                    <a:pt x="3825" y="303"/>
                  </a:lnTo>
                  <a:lnTo>
                    <a:pt x="3587" y="195"/>
                  </a:lnTo>
                  <a:lnTo>
                    <a:pt x="3350" y="108"/>
                  </a:lnTo>
                  <a:lnTo>
                    <a:pt x="3112" y="43"/>
                  </a:lnTo>
                  <a:lnTo>
                    <a:pt x="285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5" name="Google Shape;8785;p44"/>
            <p:cNvSpPr/>
            <p:nvPr/>
          </p:nvSpPr>
          <p:spPr>
            <a:xfrm>
              <a:off x="15015225" y="4337250"/>
              <a:ext cx="177750" cy="240400"/>
            </a:xfrm>
            <a:custGeom>
              <a:avLst/>
              <a:gdLst/>
              <a:ahLst/>
              <a:cxnLst/>
              <a:rect l="l" t="t" r="r" b="b"/>
              <a:pathLst>
                <a:path w="7110" h="9616" extrusionOk="0">
                  <a:moveTo>
                    <a:pt x="2356" y="0"/>
                  </a:moveTo>
                  <a:lnTo>
                    <a:pt x="0" y="9615"/>
                  </a:lnTo>
                  <a:lnTo>
                    <a:pt x="7109" y="9615"/>
                  </a:lnTo>
                  <a:lnTo>
                    <a:pt x="7109" y="9356"/>
                  </a:lnTo>
                  <a:lnTo>
                    <a:pt x="7088" y="9032"/>
                  </a:lnTo>
                  <a:lnTo>
                    <a:pt x="7044" y="8600"/>
                  </a:lnTo>
                  <a:lnTo>
                    <a:pt x="6980" y="8081"/>
                  </a:lnTo>
                  <a:lnTo>
                    <a:pt x="6893" y="7476"/>
                  </a:lnTo>
                  <a:lnTo>
                    <a:pt x="6742" y="6806"/>
                  </a:lnTo>
                  <a:lnTo>
                    <a:pt x="6547" y="6072"/>
                  </a:lnTo>
                  <a:lnTo>
                    <a:pt x="6310" y="5316"/>
                  </a:lnTo>
                  <a:lnTo>
                    <a:pt x="6159" y="4927"/>
                  </a:lnTo>
                  <a:lnTo>
                    <a:pt x="5986" y="4516"/>
                  </a:lnTo>
                  <a:lnTo>
                    <a:pt x="5813" y="4127"/>
                  </a:lnTo>
                  <a:lnTo>
                    <a:pt x="5618" y="3717"/>
                  </a:lnTo>
                  <a:lnTo>
                    <a:pt x="5381" y="3328"/>
                  </a:lnTo>
                  <a:lnTo>
                    <a:pt x="5143" y="2917"/>
                  </a:lnTo>
                  <a:lnTo>
                    <a:pt x="4884" y="2528"/>
                  </a:lnTo>
                  <a:lnTo>
                    <a:pt x="4603" y="2139"/>
                  </a:lnTo>
                  <a:lnTo>
                    <a:pt x="4279" y="1750"/>
                  </a:lnTo>
                  <a:lnTo>
                    <a:pt x="3955" y="1383"/>
                  </a:lnTo>
                  <a:lnTo>
                    <a:pt x="3587" y="1016"/>
                  </a:lnTo>
                  <a:lnTo>
                    <a:pt x="3198" y="670"/>
                  </a:lnTo>
                  <a:lnTo>
                    <a:pt x="2788" y="324"/>
                  </a:lnTo>
                  <a:lnTo>
                    <a:pt x="23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6" name="Google Shape;8786;p44"/>
            <p:cNvSpPr/>
            <p:nvPr/>
          </p:nvSpPr>
          <p:spPr>
            <a:xfrm>
              <a:off x="15015225" y="4337250"/>
              <a:ext cx="177750" cy="240400"/>
            </a:xfrm>
            <a:custGeom>
              <a:avLst/>
              <a:gdLst/>
              <a:ahLst/>
              <a:cxnLst/>
              <a:rect l="l" t="t" r="r" b="b"/>
              <a:pathLst>
                <a:path w="7110" h="9616" extrusionOk="0">
                  <a:moveTo>
                    <a:pt x="2356" y="0"/>
                  </a:moveTo>
                  <a:lnTo>
                    <a:pt x="0" y="9615"/>
                  </a:lnTo>
                  <a:lnTo>
                    <a:pt x="7109" y="9615"/>
                  </a:lnTo>
                  <a:lnTo>
                    <a:pt x="7109" y="9572"/>
                  </a:lnTo>
                  <a:lnTo>
                    <a:pt x="6677" y="9529"/>
                  </a:lnTo>
                  <a:lnTo>
                    <a:pt x="6288" y="9464"/>
                  </a:lnTo>
                  <a:lnTo>
                    <a:pt x="5899" y="9378"/>
                  </a:lnTo>
                  <a:lnTo>
                    <a:pt x="5554" y="9248"/>
                  </a:lnTo>
                  <a:lnTo>
                    <a:pt x="5208" y="9097"/>
                  </a:lnTo>
                  <a:lnTo>
                    <a:pt x="4884" y="8924"/>
                  </a:lnTo>
                  <a:lnTo>
                    <a:pt x="4581" y="8751"/>
                  </a:lnTo>
                  <a:lnTo>
                    <a:pt x="4300" y="8535"/>
                  </a:lnTo>
                  <a:lnTo>
                    <a:pt x="4041" y="8297"/>
                  </a:lnTo>
                  <a:lnTo>
                    <a:pt x="3803" y="8060"/>
                  </a:lnTo>
                  <a:lnTo>
                    <a:pt x="3587" y="7800"/>
                  </a:lnTo>
                  <a:lnTo>
                    <a:pt x="3393" y="7520"/>
                  </a:lnTo>
                  <a:lnTo>
                    <a:pt x="3220" y="7217"/>
                  </a:lnTo>
                  <a:lnTo>
                    <a:pt x="3047" y="6915"/>
                  </a:lnTo>
                  <a:lnTo>
                    <a:pt x="2917" y="6612"/>
                  </a:lnTo>
                  <a:lnTo>
                    <a:pt x="2809" y="6288"/>
                  </a:lnTo>
                  <a:lnTo>
                    <a:pt x="2701" y="5964"/>
                  </a:lnTo>
                  <a:lnTo>
                    <a:pt x="2615" y="5618"/>
                  </a:lnTo>
                  <a:lnTo>
                    <a:pt x="2572" y="5294"/>
                  </a:lnTo>
                  <a:lnTo>
                    <a:pt x="2528" y="4948"/>
                  </a:lnTo>
                  <a:lnTo>
                    <a:pt x="2507" y="4603"/>
                  </a:lnTo>
                  <a:lnTo>
                    <a:pt x="2507" y="4257"/>
                  </a:lnTo>
                  <a:lnTo>
                    <a:pt x="2528" y="3911"/>
                  </a:lnTo>
                  <a:lnTo>
                    <a:pt x="2572" y="3565"/>
                  </a:lnTo>
                  <a:lnTo>
                    <a:pt x="2637" y="3220"/>
                  </a:lnTo>
                  <a:lnTo>
                    <a:pt x="2723" y="2896"/>
                  </a:lnTo>
                  <a:lnTo>
                    <a:pt x="2831" y="2571"/>
                  </a:lnTo>
                  <a:lnTo>
                    <a:pt x="2961" y="2247"/>
                  </a:lnTo>
                  <a:lnTo>
                    <a:pt x="3090" y="1923"/>
                  </a:lnTo>
                  <a:lnTo>
                    <a:pt x="3263" y="1621"/>
                  </a:lnTo>
                  <a:lnTo>
                    <a:pt x="3436" y="1340"/>
                  </a:lnTo>
                  <a:lnTo>
                    <a:pt x="3652" y="1059"/>
                  </a:lnTo>
                  <a:lnTo>
                    <a:pt x="3350" y="800"/>
                  </a:lnTo>
                  <a:lnTo>
                    <a:pt x="3025" y="519"/>
                  </a:lnTo>
                  <a:lnTo>
                    <a:pt x="2701" y="259"/>
                  </a:lnTo>
                  <a:lnTo>
                    <a:pt x="23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7" name="Google Shape;8787;p44"/>
            <p:cNvSpPr/>
            <p:nvPr/>
          </p:nvSpPr>
          <p:spPr>
            <a:xfrm>
              <a:off x="15015225" y="4337250"/>
              <a:ext cx="177750" cy="240400"/>
            </a:xfrm>
            <a:custGeom>
              <a:avLst/>
              <a:gdLst/>
              <a:ahLst/>
              <a:cxnLst/>
              <a:rect l="l" t="t" r="r" b="b"/>
              <a:pathLst>
                <a:path w="7110" h="9616" fill="none" extrusionOk="0">
                  <a:moveTo>
                    <a:pt x="2356" y="0"/>
                  </a:moveTo>
                  <a:lnTo>
                    <a:pt x="0" y="9615"/>
                  </a:lnTo>
                  <a:lnTo>
                    <a:pt x="7109" y="9615"/>
                  </a:lnTo>
                  <a:lnTo>
                    <a:pt x="7109" y="9615"/>
                  </a:lnTo>
                  <a:lnTo>
                    <a:pt x="7109" y="9615"/>
                  </a:lnTo>
                  <a:lnTo>
                    <a:pt x="7109" y="9615"/>
                  </a:lnTo>
                  <a:lnTo>
                    <a:pt x="7109" y="9572"/>
                  </a:lnTo>
                  <a:lnTo>
                    <a:pt x="7109" y="9572"/>
                  </a:lnTo>
                  <a:lnTo>
                    <a:pt x="6677" y="9529"/>
                  </a:lnTo>
                  <a:lnTo>
                    <a:pt x="6288" y="9464"/>
                  </a:lnTo>
                  <a:lnTo>
                    <a:pt x="5899" y="9378"/>
                  </a:lnTo>
                  <a:lnTo>
                    <a:pt x="5554" y="9248"/>
                  </a:lnTo>
                  <a:lnTo>
                    <a:pt x="5208" y="9097"/>
                  </a:lnTo>
                  <a:lnTo>
                    <a:pt x="4884" y="8924"/>
                  </a:lnTo>
                  <a:lnTo>
                    <a:pt x="4581" y="8751"/>
                  </a:lnTo>
                  <a:lnTo>
                    <a:pt x="4300" y="8535"/>
                  </a:lnTo>
                  <a:lnTo>
                    <a:pt x="4041" y="8297"/>
                  </a:lnTo>
                  <a:lnTo>
                    <a:pt x="3803" y="8060"/>
                  </a:lnTo>
                  <a:lnTo>
                    <a:pt x="3587" y="7800"/>
                  </a:lnTo>
                  <a:lnTo>
                    <a:pt x="3393" y="7520"/>
                  </a:lnTo>
                  <a:lnTo>
                    <a:pt x="3220" y="7217"/>
                  </a:lnTo>
                  <a:lnTo>
                    <a:pt x="3047" y="6915"/>
                  </a:lnTo>
                  <a:lnTo>
                    <a:pt x="2917" y="6612"/>
                  </a:lnTo>
                  <a:lnTo>
                    <a:pt x="2809" y="6288"/>
                  </a:lnTo>
                  <a:lnTo>
                    <a:pt x="2701" y="5964"/>
                  </a:lnTo>
                  <a:lnTo>
                    <a:pt x="2615" y="5618"/>
                  </a:lnTo>
                  <a:lnTo>
                    <a:pt x="2572" y="5294"/>
                  </a:lnTo>
                  <a:lnTo>
                    <a:pt x="2528" y="4948"/>
                  </a:lnTo>
                  <a:lnTo>
                    <a:pt x="2507" y="4603"/>
                  </a:lnTo>
                  <a:lnTo>
                    <a:pt x="2507" y="4257"/>
                  </a:lnTo>
                  <a:lnTo>
                    <a:pt x="2528" y="3911"/>
                  </a:lnTo>
                  <a:lnTo>
                    <a:pt x="2572" y="3565"/>
                  </a:lnTo>
                  <a:lnTo>
                    <a:pt x="2637" y="3220"/>
                  </a:lnTo>
                  <a:lnTo>
                    <a:pt x="2723" y="2896"/>
                  </a:lnTo>
                  <a:lnTo>
                    <a:pt x="2831" y="2571"/>
                  </a:lnTo>
                  <a:lnTo>
                    <a:pt x="2961" y="2247"/>
                  </a:lnTo>
                  <a:lnTo>
                    <a:pt x="3090" y="1923"/>
                  </a:lnTo>
                  <a:lnTo>
                    <a:pt x="3263" y="1621"/>
                  </a:lnTo>
                  <a:lnTo>
                    <a:pt x="3436" y="1340"/>
                  </a:lnTo>
                  <a:lnTo>
                    <a:pt x="3652" y="1059"/>
                  </a:lnTo>
                  <a:lnTo>
                    <a:pt x="3652" y="1059"/>
                  </a:lnTo>
                  <a:lnTo>
                    <a:pt x="3350" y="800"/>
                  </a:lnTo>
                  <a:lnTo>
                    <a:pt x="3025" y="519"/>
                  </a:lnTo>
                  <a:lnTo>
                    <a:pt x="2701" y="259"/>
                  </a:lnTo>
                  <a:lnTo>
                    <a:pt x="2356" y="0"/>
                  </a:lnTo>
                  <a:lnTo>
                    <a:pt x="2356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88" name="Google Shape;8788;p44"/>
          <p:cNvGrpSpPr/>
          <p:nvPr/>
        </p:nvGrpSpPr>
        <p:grpSpPr>
          <a:xfrm>
            <a:off x="7148911" y="2339279"/>
            <a:ext cx="1765268" cy="2619799"/>
            <a:chOff x="10840075" y="2678300"/>
            <a:chExt cx="1616250" cy="2398644"/>
          </a:xfrm>
        </p:grpSpPr>
        <p:sp>
          <p:nvSpPr>
            <p:cNvPr id="8789" name="Google Shape;8789;p44"/>
            <p:cNvSpPr/>
            <p:nvPr/>
          </p:nvSpPr>
          <p:spPr>
            <a:xfrm>
              <a:off x="11029175" y="4899944"/>
              <a:ext cx="1417500" cy="177000"/>
            </a:xfrm>
            <a:prstGeom prst="ellipse">
              <a:avLst/>
            </a:prstGeom>
            <a:solidFill>
              <a:srgbClr val="424242">
                <a:alpha val="16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790" name="Google Shape;8790;p44"/>
            <p:cNvGrpSpPr/>
            <p:nvPr/>
          </p:nvGrpSpPr>
          <p:grpSpPr>
            <a:xfrm>
              <a:off x="10840075" y="2678300"/>
              <a:ext cx="1616250" cy="2366600"/>
              <a:chOff x="10840075" y="2678300"/>
              <a:chExt cx="1616250" cy="2366600"/>
            </a:xfrm>
          </p:grpSpPr>
          <p:sp>
            <p:nvSpPr>
              <p:cNvPr id="8791" name="Google Shape;8791;p44"/>
              <p:cNvSpPr/>
              <p:nvPr/>
            </p:nvSpPr>
            <p:spPr>
              <a:xfrm>
                <a:off x="11083150" y="4162750"/>
                <a:ext cx="381925" cy="528325"/>
              </a:xfrm>
              <a:custGeom>
                <a:avLst/>
                <a:gdLst/>
                <a:ahLst/>
                <a:cxnLst/>
                <a:rect l="l" t="t" r="r" b="b"/>
                <a:pathLst>
                  <a:path w="15277" h="21133" extrusionOk="0">
                    <a:moveTo>
                      <a:pt x="14045" y="0"/>
                    </a:moveTo>
                    <a:lnTo>
                      <a:pt x="13894" y="22"/>
                    </a:lnTo>
                    <a:lnTo>
                      <a:pt x="13591" y="65"/>
                    </a:lnTo>
                    <a:lnTo>
                      <a:pt x="13289" y="151"/>
                    </a:lnTo>
                    <a:lnTo>
                      <a:pt x="12943" y="303"/>
                    </a:lnTo>
                    <a:lnTo>
                      <a:pt x="12598" y="497"/>
                    </a:lnTo>
                    <a:lnTo>
                      <a:pt x="12230" y="735"/>
                    </a:lnTo>
                    <a:lnTo>
                      <a:pt x="11841" y="994"/>
                    </a:lnTo>
                    <a:lnTo>
                      <a:pt x="11452" y="1297"/>
                    </a:lnTo>
                    <a:lnTo>
                      <a:pt x="11042" y="1621"/>
                    </a:lnTo>
                    <a:lnTo>
                      <a:pt x="10653" y="1988"/>
                    </a:lnTo>
                    <a:lnTo>
                      <a:pt x="10242" y="2377"/>
                    </a:lnTo>
                    <a:lnTo>
                      <a:pt x="9832" y="2766"/>
                    </a:lnTo>
                    <a:lnTo>
                      <a:pt x="9011" y="3609"/>
                    </a:lnTo>
                    <a:lnTo>
                      <a:pt x="8211" y="4495"/>
                    </a:lnTo>
                    <a:lnTo>
                      <a:pt x="7433" y="5380"/>
                    </a:lnTo>
                    <a:lnTo>
                      <a:pt x="6720" y="6245"/>
                    </a:lnTo>
                    <a:lnTo>
                      <a:pt x="6072" y="7044"/>
                    </a:lnTo>
                    <a:lnTo>
                      <a:pt x="5510" y="7779"/>
                    </a:lnTo>
                    <a:lnTo>
                      <a:pt x="5035" y="8427"/>
                    </a:lnTo>
                    <a:lnTo>
                      <a:pt x="4689" y="8924"/>
                    </a:lnTo>
                    <a:lnTo>
                      <a:pt x="3868" y="10156"/>
                    </a:lnTo>
                    <a:lnTo>
                      <a:pt x="3328" y="10998"/>
                    </a:lnTo>
                    <a:lnTo>
                      <a:pt x="2766" y="11949"/>
                    </a:lnTo>
                    <a:lnTo>
                      <a:pt x="2183" y="12965"/>
                    </a:lnTo>
                    <a:lnTo>
                      <a:pt x="1599" y="14045"/>
                    </a:lnTo>
                    <a:lnTo>
                      <a:pt x="1340" y="14585"/>
                    </a:lnTo>
                    <a:lnTo>
                      <a:pt x="1081" y="15147"/>
                    </a:lnTo>
                    <a:lnTo>
                      <a:pt x="843" y="15687"/>
                    </a:lnTo>
                    <a:lnTo>
                      <a:pt x="627" y="16227"/>
                    </a:lnTo>
                    <a:lnTo>
                      <a:pt x="454" y="16746"/>
                    </a:lnTo>
                    <a:lnTo>
                      <a:pt x="281" y="17265"/>
                    </a:lnTo>
                    <a:lnTo>
                      <a:pt x="152" y="17783"/>
                    </a:lnTo>
                    <a:lnTo>
                      <a:pt x="65" y="18259"/>
                    </a:lnTo>
                    <a:lnTo>
                      <a:pt x="22" y="18712"/>
                    </a:lnTo>
                    <a:lnTo>
                      <a:pt x="0" y="19144"/>
                    </a:lnTo>
                    <a:lnTo>
                      <a:pt x="22" y="19339"/>
                    </a:lnTo>
                    <a:lnTo>
                      <a:pt x="44" y="19533"/>
                    </a:lnTo>
                    <a:lnTo>
                      <a:pt x="87" y="19728"/>
                    </a:lnTo>
                    <a:lnTo>
                      <a:pt x="130" y="19901"/>
                    </a:lnTo>
                    <a:lnTo>
                      <a:pt x="195" y="20074"/>
                    </a:lnTo>
                    <a:lnTo>
                      <a:pt x="281" y="20225"/>
                    </a:lnTo>
                    <a:lnTo>
                      <a:pt x="368" y="20376"/>
                    </a:lnTo>
                    <a:lnTo>
                      <a:pt x="476" y="20506"/>
                    </a:lnTo>
                    <a:lnTo>
                      <a:pt x="605" y="20614"/>
                    </a:lnTo>
                    <a:lnTo>
                      <a:pt x="735" y="20743"/>
                    </a:lnTo>
                    <a:lnTo>
                      <a:pt x="908" y="20830"/>
                    </a:lnTo>
                    <a:lnTo>
                      <a:pt x="1081" y="20916"/>
                    </a:lnTo>
                    <a:lnTo>
                      <a:pt x="1254" y="20981"/>
                    </a:lnTo>
                    <a:lnTo>
                      <a:pt x="1470" y="21046"/>
                    </a:lnTo>
                    <a:lnTo>
                      <a:pt x="1686" y="21089"/>
                    </a:lnTo>
                    <a:lnTo>
                      <a:pt x="1945" y="21111"/>
                    </a:lnTo>
                    <a:lnTo>
                      <a:pt x="2204" y="21132"/>
                    </a:lnTo>
                    <a:lnTo>
                      <a:pt x="2485" y="21132"/>
                    </a:lnTo>
                    <a:lnTo>
                      <a:pt x="2788" y="21111"/>
                    </a:lnTo>
                    <a:lnTo>
                      <a:pt x="3112" y="21089"/>
                    </a:lnTo>
                    <a:lnTo>
                      <a:pt x="3587" y="21003"/>
                    </a:lnTo>
                    <a:lnTo>
                      <a:pt x="4041" y="20895"/>
                    </a:lnTo>
                    <a:lnTo>
                      <a:pt x="4473" y="20765"/>
                    </a:lnTo>
                    <a:lnTo>
                      <a:pt x="4884" y="20592"/>
                    </a:lnTo>
                    <a:lnTo>
                      <a:pt x="5273" y="20419"/>
                    </a:lnTo>
                    <a:lnTo>
                      <a:pt x="5618" y="20203"/>
                    </a:lnTo>
                    <a:lnTo>
                      <a:pt x="5964" y="19987"/>
                    </a:lnTo>
                    <a:lnTo>
                      <a:pt x="6288" y="19728"/>
                    </a:lnTo>
                    <a:lnTo>
                      <a:pt x="6591" y="19469"/>
                    </a:lnTo>
                    <a:lnTo>
                      <a:pt x="6872" y="19188"/>
                    </a:lnTo>
                    <a:lnTo>
                      <a:pt x="7152" y="18885"/>
                    </a:lnTo>
                    <a:lnTo>
                      <a:pt x="7412" y="18583"/>
                    </a:lnTo>
                    <a:lnTo>
                      <a:pt x="7649" y="18259"/>
                    </a:lnTo>
                    <a:lnTo>
                      <a:pt x="7866" y="17934"/>
                    </a:lnTo>
                    <a:lnTo>
                      <a:pt x="8082" y="17589"/>
                    </a:lnTo>
                    <a:lnTo>
                      <a:pt x="8276" y="17243"/>
                    </a:lnTo>
                    <a:lnTo>
                      <a:pt x="8643" y="16530"/>
                    </a:lnTo>
                    <a:lnTo>
                      <a:pt x="8967" y="15795"/>
                    </a:lnTo>
                    <a:lnTo>
                      <a:pt x="9248" y="15061"/>
                    </a:lnTo>
                    <a:lnTo>
                      <a:pt x="9529" y="14348"/>
                    </a:lnTo>
                    <a:lnTo>
                      <a:pt x="10026" y="12986"/>
                    </a:lnTo>
                    <a:lnTo>
                      <a:pt x="10286" y="12381"/>
                    </a:lnTo>
                    <a:lnTo>
                      <a:pt x="10545" y="11819"/>
                    </a:lnTo>
                    <a:lnTo>
                      <a:pt x="10826" y="11279"/>
                    </a:lnTo>
                    <a:lnTo>
                      <a:pt x="11171" y="10674"/>
                    </a:lnTo>
                    <a:lnTo>
                      <a:pt x="11993" y="9313"/>
                    </a:lnTo>
                    <a:lnTo>
                      <a:pt x="12900" y="7779"/>
                    </a:lnTo>
                    <a:lnTo>
                      <a:pt x="13354" y="7001"/>
                    </a:lnTo>
                    <a:lnTo>
                      <a:pt x="13786" y="6180"/>
                    </a:lnTo>
                    <a:lnTo>
                      <a:pt x="14196" y="5380"/>
                    </a:lnTo>
                    <a:lnTo>
                      <a:pt x="14542" y="4603"/>
                    </a:lnTo>
                    <a:lnTo>
                      <a:pt x="14845" y="3825"/>
                    </a:lnTo>
                    <a:lnTo>
                      <a:pt x="14974" y="3457"/>
                    </a:lnTo>
                    <a:lnTo>
                      <a:pt x="15061" y="3090"/>
                    </a:lnTo>
                    <a:lnTo>
                      <a:pt x="15147" y="2744"/>
                    </a:lnTo>
                    <a:lnTo>
                      <a:pt x="15212" y="2399"/>
                    </a:lnTo>
                    <a:lnTo>
                      <a:pt x="15255" y="2074"/>
                    </a:lnTo>
                    <a:lnTo>
                      <a:pt x="15277" y="1750"/>
                    </a:lnTo>
                    <a:lnTo>
                      <a:pt x="15255" y="1448"/>
                    </a:lnTo>
                    <a:lnTo>
                      <a:pt x="15212" y="1167"/>
                    </a:lnTo>
                    <a:lnTo>
                      <a:pt x="15126" y="908"/>
                    </a:lnTo>
                    <a:lnTo>
                      <a:pt x="15018" y="648"/>
                    </a:lnTo>
                    <a:lnTo>
                      <a:pt x="14953" y="519"/>
                    </a:lnTo>
                    <a:lnTo>
                      <a:pt x="14866" y="389"/>
                    </a:lnTo>
                    <a:lnTo>
                      <a:pt x="14758" y="303"/>
                    </a:lnTo>
                    <a:lnTo>
                      <a:pt x="14650" y="216"/>
                    </a:lnTo>
                    <a:lnTo>
                      <a:pt x="14542" y="130"/>
                    </a:lnTo>
                    <a:lnTo>
                      <a:pt x="14434" y="87"/>
                    </a:lnTo>
                    <a:lnTo>
                      <a:pt x="14305" y="43"/>
                    </a:lnTo>
                    <a:lnTo>
                      <a:pt x="14175" y="22"/>
                    </a:lnTo>
                    <a:lnTo>
                      <a:pt x="1404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2" name="Google Shape;8792;p44"/>
              <p:cNvSpPr/>
              <p:nvPr/>
            </p:nvSpPr>
            <p:spPr>
              <a:xfrm>
                <a:off x="11200375" y="4162750"/>
                <a:ext cx="264175" cy="286850"/>
              </a:xfrm>
              <a:custGeom>
                <a:avLst/>
                <a:gdLst/>
                <a:ahLst/>
                <a:cxnLst/>
                <a:rect l="l" t="t" r="r" b="b"/>
                <a:pathLst>
                  <a:path w="10567" h="11474" extrusionOk="0">
                    <a:moveTo>
                      <a:pt x="9356" y="0"/>
                    </a:moveTo>
                    <a:lnTo>
                      <a:pt x="9205" y="22"/>
                    </a:lnTo>
                    <a:lnTo>
                      <a:pt x="8902" y="65"/>
                    </a:lnTo>
                    <a:lnTo>
                      <a:pt x="8600" y="151"/>
                    </a:lnTo>
                    <a:lnTo>
                      <a:pt x="8254" y="303"/>
                    </a:lnTo>
                    <a:lnTo>
                      <a:pt x="7909" y="497"/>
                    </a:lnTo>
                    <a:lnTo>
                      <a:pt x="7541" y="735"/>
                    </a:lnTo>
                    <a:lnTo>
                      <a:pt x="7152" y="994"/>
                    </a:lnTo>
                    <a:lnTo>
                      <a:pt x="6763" y="1297"/>
                    </a:lnTo>
                    <a:lnTo>
                      <a:pt x="6374" y="1621"/>
                    </a:lnTo>
                    <a:lnTo>
                      <a:pt x="5964" y="1988"/>
                    </a:lnTo>
                    <a:lnTo>
                      <a:pt x="5553" y="2355"/>
                    </a:lnTo>
                    <a:lnTo>
                      <a:pt x="5143" y="2766"/>
                    </a:lnTo>
                    <a:lnTo>
                      <a:pt x="4322" y="3609"/>
                    </a:lnTo>
                    <a:lnTo>
                      <a:pt x="3522" y="4473"/>
                    </a:lnTo>
                    <a:lnTo>
                      <a:pt x="2766" y="5359"/>
                    </a:lnTo>
                    <a:lnTo>
                      <a:pt x="2031" y="6223"/>
                    </a:lnTo>
                    <a:lnTo>
                      <a:pt x="1383" y="7044"/>
                    </a:lnTo>
                    <a:lnTo>
                      <a:pt x="821" y="7779"/>
                    </a:lnTo>
                    <a:lnTo>
                      <a:pt x="346" y="8405"/>
                    </a:lnTo>
                    <a:lnTo>
                      <a:pt x="0" y="8924"/>
                    </a:lnTo>
                    <a:lnTo>
                      <a:pt x="346" y="9162"/>
                    </a:lnTo>
                    <a:lnTo>
                      <a:pt x="713" y="9399"/>
                    </a:lnTo>
                    <a:lnTo>
                      <a:pt x="1081" y="9637"/>
                    </a:lnTo>
                    <a:lnTo>
                      <a:pt x="1448" y="9832"/>
                    </a:lnTo>
                    <a:lnTo>
                      <a:pt x="1837" y="10048"/>
                    </a:lnTo>
                    <a:lnTo>
                      <a:pt x="2204" y="10221"/>
                    </a:lnTo>
                    <a:lnTo>
                      <a:pt x="2982" y="10545"/>
                    </a:lnTo>
                    <a:lnTo>
                      <a:pt x="3760" y="10826"/>
                    </a:lnTo>
                    <a:lnTo>
                      <a:pt x="4538" y="11085"/>
                    </a:lnTo>
                    <a:lnTo>
                      <a:pt x="5294" y="11279"/>
                    </a:lnTo>
                    <a:lnTo>
                      <a:pt x="6029" y="11474"/>
                    </a:lnTo>
                    <a:lnTo>
                      <a:pt x="6353" y="10912"/>
                    </a:lnTo>
                    <a:lnTo>
                      <a:pt x="6720" y="10285"/>
                    </a:lnTo>
                    <a:lnTo>
                      <a:pt x="7541" y="8924"/>
                    </a:lnTo>
                    <a:lnTo>
                      <a:pt x="8406" y="7455"/>
                    </a:lnTo>
                    <a:lnTo>
                      <a:pt x="8838" y="6677"/>
                    </a:lnTo>
                    <a:lnTo>
                      <a:pt x="9227" y="5921"/>
                    </a:lnTo>
                    <a:lnTo>
                      <a:pt x="9616" y="5143"/>
                    </a:lnTo>
                    <a:lnTo>
                      <a:pt x="9940" y="4408"/>
                    </a:lnTo>
                    <a:lnTo>
                      <a:pt x="10199" y="3673"/>
                    </a:lnTo>
                    <a:lnTo>
                      <a:pt x="10329" y="3328"/>
                    </a:lnTo>
                    <a:lnTo>
                      <a:pt x="10415" y="2982"/>
                    </a:lnTo>
                    <a:lnTo>
                      <a:pt x="10480" y="2636"/>
                    </a:lnTo>
                    <a:lnTo>
                      <a:pt x="10545" y="2312"/>
                    </a:lnTo>
                    <a:lnTo>
                      <a:pt x="10566" y="2010"/>
                    </a:lnTo>
                    <a:lnTo>
                      <a:pt x="10566" y="1707"/>
                    </a:lnTo>
                    <a:lnTo>
                      <a:pt x="10566" y="1426"/>
                    </a:lnTo>
                    <a:lnTo>
                      <a:pt x="10523" y="1145"/>
                    </a:lnTo>
                    <a:lnTo>
                      <a:pt x="10437" y="886"/>
                    </a:lnTo>
                    <a:lnTo>
                      <a:pt x="10329" y="648"/>
                    </a:lnTo>
                    <a:lnTo>
                      <a:pt x="10264" y="519"/>
                    </a:lnTo>
                    <a:lnTo>
                      <a:pt x="10177" y="389"/>
                    </a:lnTo>
                    <a:lnTo>
                      <a:pt x="10069" y="303"/>
                    </a:lnTo>
                    <a:lnTo>
                      <a:pt x="9961" y="216"/>
                    </a:lnTo>
                    <a:lnTo>
                      <a:pt x="9853" y="130"/>
                    </a:lnTo>
                    <a:lnTo>
                      <a:pt x="9745" y="87"/>
                    </a:lnTo>
                    <a:lnTo>
                      <a:pt x="9616" y="43"/>
                    </a:lnTo>
                    <a:lnTo>
                      <a:pt x="9486" y="22"/>
                    </a:lnTo>
                    <a:lnTo>
                      <a:pt x="9356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3" name="Google Shape;8793;p44"/>
              <p:cNvSpPr/>
              <p:nvPr/>
            </p:nvSpPr>
            <p:spPr>
              <a:xfrm>
                <a:off x="11200375" y="4162750"/>
                <a:ext cx="264175" cy="286850"/>
              </a:xfrm>
              <a:custGeom>
                <a:avLst/>
                <a:gdLst/>
                <a:ahLst/>
                <a:cxnLst/>
                <a:rect l="l" t="t" r="r" b="b"/>
                <a:pathLst>
                  <a:path w="10567" h="11474" extrusionOk="0">
                    <a:moveTo>
                      <a:pt x="9356" y="0"/>
                    </a:moveTo>
                    <a:lnTo>
                      <a:pt x="9205" y="22"/>
                    </a:lnTo>
                    <a:lnTo>
                      <a:pt x="8902" y="65"/>
                    </a:lnTo>
                    <a:lnTo>
                      <a:pt x="8600" y="151"/>
                    </a:lnTo>
                    <a:lnTo>
                      <a:pt x="8254" y="303"/>
                    </a:lnTo>
                    <a:lnTo>
                      <a:pt x="7909" y="497"/>
                    </a:lnTo>
                    <a:lnTo>
                      <a:pt x="7541" y="735"/>
                    </a:lnTo>
                    <a:lnTo>
                      <a:pt x="7152" y="994"/>
                    </a:lnTo>
                    <a:lnTo>
                      <a:pt x="6763" y="1297"/>
                    </a:lnTo>
                    <a:lnTo>
                      <a:pt x="6374" y="1621"/>
                    </a:lnTo>
                    <a:lnTo>
                      <a:pt x="5964" y="1988"/>
                    </a:lnTo>
                    <a:lnTo>
                      <a:pt x="5553" y="2355"/>
                    </a:lnTo>
                    <a:lnTo>
                      <a:pt x="5143" y="2766"/>
                    </a:lnTo>
                    <a:lnTo>
                      <a:pt x="4322" y="3609"/>
                    </a:lnTo>
                    <a:lnTo>
                      <a:pt x="3522" y="4473"/>
                    </a:lnTo>
                    <a:lnTo>
                      <a:pt x="2766" y="5359"/>
                    </a:lnTo>
                    <a:lnTo>
                      <a:pt x="2031" y="6223"/>
                    </a:lnTo>
                    <a:lnTo>
                      <a:pt x="1383" y="7044"/>
                    </a:lnTo>
                    <a:lnTo>
                      <a:pt x="821" y="7779"/>
                    </a:lnTo>
                    <a:lnTo>
                      <a:pt x="346" y="8405"/>
                    </a:lnTo>
                    <a:lnTo>
                      <a:pt x="0" y="8924"/>
                    </a:lnTo>
                    <a:lnTo>
                      <a:pt x="346" y="9162"/>
                    </a:lnTo>
                    <a:lnTo>
                      <a:pt x="713" y="9399"/>
                    </a:lnTo>
                    <a:lnTo>
                      <a:pt x="1081" y="9637"/>
                    </a:lnTo>
                    <a:lnTo>
                      <a:pt x="1448" y="9832"/>
                    </a:lnTo>
                    <a:lnTo>
                      <a:pt x="1837" y="10048"/>
                    </a:lnTo>
                    <a:lnTo>
                      <a:pt x="2204" y="10221"/>
                    </a:lnTo>
                    <a:lnTo>
                      <a:pt x="2982" y="10545"/>
                    </a:lnTo>
                    <a:lnTo>
                      <a:pt x="3760" y="10826"/>
                    </a:lnTo>
                    <a:lnTo>
                      <a:pt x="4538" y="11085"/>
                    </a:lnTo>
                    <a:lnTo>
                      <a:pt x="5294" y="11279"/>
                    </a:lnTo>
                    <a:lnTo>
                      <a:pt x="6029" y="11474"/>
                    </a:lnTo>
                    <a:lnTo>
                      <a:pt x="6353" y="10912"/>
                    </a:lnTo>
                    <a:lnTo>
                      <a:pt x="6720" y="10285"/>
                    </a:lnTo>
                    <a:lnTo>
                      <a:pt x="7541" y="8924"/>
                    </a:lnTo>
                    <a:lnTo>
                      <a:pt x="8406" y="7455"/>
                    </a:lnTo>
                    <a:lnTo>
                      <a:pt x="8838" y="6677"/>
                    </a:lnTo>
                    <a:lnTo>
                      <a:pt x="9227" y="5921"/>
                    </a:lnTo>
                    <a:lnTo>
                      <a:pt x="9616" y="5143"/>
                    </a:lnTo>
                    <a:lnTo>
                      <a:pt x="9940" y="4408"/>
                    </a:lnTo>
                    <a:lnTo>
                      <a:pt x="10199" y="3673"/>
                    </a:lnTo>
                    <a:lnTo>
                      <a:pt x="10329" y="3328"/>
                    </a:lnTo>
                    <a:lnTo>
                      <a:pt x="10415" y="2982"/>
                    </a:lnTo>
                    <a:lnTo>
                      <a:pt x="10480" y="2636"/>
                    </a:lnTo>
                    <a:lnTo>
                      <a:pt x="10545" y="2312"/>
                    </a:lnTo>
                    <a:lnTo>
                      <a:pt x="10566" y="2010"/>
                    </a:lnTo>
                    <a:lnTo>
                      <a:pt x="10566" y="1707"/>
                    </a:lnTo>
                    <a:lnTo>
                      <a:pt x="10566" y="1426"/>
                    </a:lnTo>
                    <a:lnTo>
                      <a:pt x="10523" y="1145"/>
                    </a:lnTo>
                    <a:lnTo>
                      <a:pt x="10437" y="886"/>
                    </a:lnTo>
                    <a:lnTo>
                      <a:pt x="10329" y="648"/>
                    </a:lnTo>
                    <a:lnTo>
                      <a:pt x="10264" y="519"/>
                    </a:lnTo>
                    <a:lnTo>
                      <a:pt x="10177" y="389"/>
                    </a:lnTo>
                    <a:lnTo>
                      <a:pt x="10069" y="303"/>
                    </a:lnTo>
                    <a:lnTo>
                      <a:pt x="9961" y="216"/>
                    </a:lnTo>
                    <a:lnTo>
                      <a:pt x="9853" y="130"/>
                    </a:lnTo>
                    <a:lnTo>
                      <a:pt x="9745" y="87"/>
                    </a:lnTo>
                    <a:lnTo>
                      <a:pt x="9616" y="43"/>
                    </a:lnTo>
                    <a:lnTo>
                      <a:pt x="9486" y="22"/>
                    </a:lnTo>
                    <a:lnTo>
                      <a:pt x="9356" y="0"/>
                    </a:lnTo>
                    <a:close/>
                  </a:path>
                </a:pathLst>
              </a:custGeom>
              <a:solidFill>
                <a:srgbClr val="424242">
                  <a:alpha val="162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4" name="Google Shape;8794;p44"/>
              <p:cNvSpPr/>
              <p:nvPr/>
            </p:nvSpPr>
            <p:spPr>
              <a:xfrm>
                <a:off x="12044150" y="4138975"/>
                <a:ext cx="412175" cy="506175"/>
              </a:xfrm>
              <a:custGeom>
                <a:avLst/>
                <a:gdLst/>
                <a:ahLst/>
                <a:cxnLst/>
                <a:rect l="l" t="t" r="r" b="b"/>
                <a:pathLst>
                  <a:path w="16487" h="20247" extrusionOk="0">
                    <a:moveTo>
                      <a:pt x="1080" y="0"/>
                    </a:moveTo>
                    <a:lnTo>
                      <a:pt x="951" y="22"/>
                    </a:lnTo>
                    <a:lnTo>
                      <a:pt x="821" y="65"/>
                    </a:lnTo>
                    <a:lnTo>
                      <a:pt x="713" y="108"/>
                    </a:lnTo>
                    <a:lnTo>
                      <a:pt x="605" y="173"/>
                    </a:lnTo>
                    <a:lnTo>
                      <a:pt x="497" y="260"/>
                    </a:lnTo>
                    <a:lnTo>
                      <a:pt x="389" y="346"/>
                    </a:lnTo>
                    <a:lnTo>
                      <a:pt x="303" y="454"/>
                    </a:lnTo>
                    <a:lnTo>
                      <a:pt x="238" y="584"/>
                    </a:lnTo>
                    <a:lnTo>
                      <a:pt x="151" y="735"/>
                    </a:lnTo>
                    <a:lnTo>
                      <a:pt x="65" y="973"/>
                    </a:lnTo>
                    <a:lnTo>
                      <a:pt x="22" y="1254"/>
                    </a:lnTo>
                    <a:lnTo>
                      <a:pt x="0" y="1535"/>
                    </a:lnTo>
                    <a:lnTo>
                      <a:pt x="0" y="1837"/>
                    </a:lnTo>
                    <a:lnTo>
                      <a:pt x="22" y="2161"/>
                    </a:lnTo>
                    <a:lnTo>
                      <a:pt x="87" y="2485"/>
                    </a:lnTo>
                    <a:lnTo>
                      <a:pt x="173" y="2809"/>
                    </a:lnTo>
                    <a:lnTo>
                      <a:pt x="281" y="3155"/>
                    </a:lnTo>
                    <a:lnTo>
                      <a:pt x="411" y="3522"/>
                    </a:lnTo>
                    <a:lnTo>
                      <a:pt x="562" y="3890"/>
                    </a:lnTo>
                    <a:lnTo>
                      <a:pt x="929" y="4624"/>
                    </a:lnTo>
                    <a:lnTo>
                      <a:pt x="1340" y="5381"/>
                    </a:lnTo>
                    <a:lnTo>
                      <a:pt x="1794" y="6159"/>
                    </a:lnTo>
                    <a:lnTo>
                      <a:pt x="2290" y="6915"/>
                    </a:lnTo>
                    <a:lnTo>
                      <a:pt x="2787" y="7693"/>
                    </a:lnTo>
                    <a:lnTo>
                      <a:pt x="3803" y="9140"/>
                    </a:lnTo>
                    <a:lnTo>
                      <a:pt x="4732" y="10437"/>
                    </a:lnTo>
                    <a:lnTo>
                      <a:pt x="5121" y="11020"/>
                    </a:lnTo>
                    <a:lnTo>
                      <a:pt x="5445" y="11539"/>
                    </a:lnTo>
                    <a:lnTo>
                      <a:pt x="5748" y="12079"/>
                    </a:lnTo>
                    <a:lnTo>
                      <a:pt x="6050" y="12662"/>
                    </a:lnTo>
                    <a:lnTo>
                      <a:pt x="6634" y="13981"/>
                    </a:lnTo>
                    <a:lnTo>
                      <a:pt x="6958" y="14672"/>
                    </a:lnTo>
                    <a:lnTo>
                      <a:pt x="7303" y="15385"/>
                    </a:lnTo>
                    <a:lnTo>
                      <a:pt x="7692" y="16076"/>
                    </a:lnTo>
                    <a:lnTo>
                      <a:pt x="8103" y="16768"/>
                    </a:lnTo>
                    <a:lnTo>
                      <a:pt x="8319" y="17114"/>
                    </a:lnTo>
                    <a:lnTo>
                      <a:pt x="8557" y="17438"/>
                    </a:lnTo>
                    <a:lnTo>
                      <a:pt x="8816" y="17740"/>
                    </a:lnTo>
                    <a:lnTo>
                      <a:pt x="9075" y="18043"/>
                    </a:lnTo>
                    <a:lnTo>
                      <a:pt x="9335" y="18345"/>
                    </a:lnTo>
                    <a:lnTo>
                      <a:pt x="9637" y="18626"/>
                    </a:lnTo>
                    <a:lnTo>
                      <a:pt x="9940" y="18885"/>
                    </a:lnTo>
                    <a:lnTo>
                      <a:pt x="10264" y="19123"/>
                    </a:lnTo>
                    <a:lnTo>
                      <a:pt x="10588" y="19339"/>
                    </a:lnTo>
                    <a:lnTo>
                      <a:pt x="10955" y="19555"/>
                    </a:lnTo>
                    <a:lnTo>
                      <a:pt x="11344" y="19728"/>
                    </a:lnTo>
                    <a:lnTo>
                      <a:pt x="11733" y="19879"/>
                    </a:lnTo>
                    <a:lnTo>
                      <a:pt x="12144" y="20009"/>
                    </a:lnTo>
                    <a:lnTo>
                      <a:pt x="12597" y="20117"/>
                    </a:lnTo>
                    <a:lnTo>
                      <a:pt x="13051" y="20182"/>
                    </a:lnTo>
                    <a:lnTo>
                      <a:pt x="13548" y="20225"/>
                    </a:lnTo>
                    <a:lnTo>
                      <a:pt x="13872" y="20247"/>
                    </a:lnTo>
                    <a:lnTo>
                      <a:pt x="14175" y="20247"/>
                    </a:lnTo>
                    <a:lnTo>
                      <a:pt x="14434" y="20225"/>
                    </a:lnTo>
                    <a:lnTo>
                      <a:pt x="14715" y="20182"/>
                    </a:lnTo>
                    <a:lnTo>
                      <a:pt x="14952" y="20139"/>
                    </a:lnTo>
                    <a:lnTo>
                      <a:pt x="15169" y="20074"/>
                    </a:lnTo>
                    <a:lnTo>
                      <a:pt x="15363" y="20009"/>
                    </a:lnTo>
                    <a:lnTo>
                      <a:pt x="15557" y="19923"/>
                    </a:lnTo>
                    <a:lnTo>
                      <a:pt x="15709" y="19815"/>
                    </a:lnTo>
                    <a:lnTo>
                      <a:pt x="15860" y="19707"/>
                    </a:lnTo>
                    <a:lnTo>
                      <a:pt x="15990" y="19598"/>
                    </a:lnTo>
                    <a:lnTo>
                      <a:pt x="16119" y="19469"/>
                    </a:lnTo>
                    <a:lnTo>
                      <a:pt x="16206" y="19318"/>
                    </a:lnTo>
                    <a:lnTo>
                      <a:pt x="16292" y="19166"/>
                    </a:lnTo>
                    <a:lnTo>
                      <a:pt x="16357" y="18993"/>
                    </a:lnTo>
                    <a:lnTo>
                      <a:pt x="16400" y="18842"/>
                    </a:lnTo>
                    <a:lnTo>
                      <a:pt x="16443" y="18648"/>
                    </a:lnTo>
                    <a:lnTo>
                      <a:pt x="16465" y="18475"/>
                    </a:lnTo>
                    <a:lnTo>
                      <a:pt x="16487" y="18259"/>
                    </a:lnTo>
                    <a:lnTo>
                      <a:pt x="16487" y="18064"/>
                    </a:lnTo>
                    <a:lnTo>
                      <a:pt x="16443" y="17632"/>
                    </a:lnTo>
                    <a:lnTo>
                      <a:pt x="16357" y="17178"/>
                    </a:lnTo>
                    <a:lnTo>
                      <a:pt x="16227" y="16725"/>
                    </a:lnTo>
                    <a:lnTo>
                      <a:pt x="16076" y="16228"/>
                    </a:lnTo>
                    <a:lnTo>
                      <a:pt x="15882" y="15731"/>
                    </a:lnTo>
                    <a:lnTo>
                      <a:pt x="15644" y="15212"/>
                    </a:lnTo>
                    <a:lnTo>
                      <a:pt x="15385" y="14672"/>
                    </a:lnTo>
                    <a:lnTo>
                      <a:pt x="15125" y="14153"/>
                    </a:lnTo>
                    <a:lnTo>
                      <a:pt x="14823" y="13635"/>
                    </a:lnTo>
                    <a:lnTo>
                      <a:pt x="14520" y="13095"/>
                    </a:lnTo>
                    <a:lnTo>
                      <a:pt x="13872" y="12079"/>
                    </a:lnTo>
                    <a:lnTo>
                      <a:pt x="13224" y="11085"/>
                    </a:lnTo>
                    <a:lnTo>
                      <a:pt x="12576" y="10178"/>
                    </a:lnTo>
                    <a:lnTo>
                      <a:pt x="11992" y="9400"/>
                    </a:lnTo>
                    <a:lnTo>
                      <a:pt x="11085" y="8211"/>
                    </a:lnTo>
                    <a:lnTo>
                      <a:pt x="10696" y="7736"/>
                    </a:lnTo>
                    <a:lnTo>
                      <a:pt x="10177" y="7153"/>
                    </a:lnTo>
                    <a:lnTo>
                      <a:pt x="9551" y="6461"/>
                    </a:lnTo>
                    <a:lnTo>
                      <a:pt x="8838" y="5683"/>
                    </a:lnTo>
                    <a:lnTo>
                      <a:pt x="8060" y="4884"/>
                    </a:lnTo>
                    <a:lnTo>
                      <a:pt x="7239" y="4041"/>
                    </a:lnTo>
                    <a:lnTo>
                      <a:pt x="6374" y="3242"/>
                    </a:lnTo>
                    <a:lnTo>
                      <a:pt x="5488" y="2464"/>
                    </a:lnTo>
                    <a:lnTo>
                      <a:pt x="5056" y="2075"/>
                    </a:lnTo>
                    <a:lnTo>
                      <a:pt x="4624" y="1729"/>
                    </a:lnTo>
                    <a:lnTo>
                      <a:pt x="4192" y="1405"/>
                    </a:lnTo>
                    <a:lnTo>
                      <a:pt x="3760" y="1102"/>
                    </a:lnTo>
                    <a:lnTo>
                      <a:pt x="3349" y="843"/>
                    </a:lnTo>
                    <a:lnTo>
                      <a:pt x="2960" y="605"/>
                    </a:lnTo>
                    <a:lnTo>
                      <a:pt x="2571" y="389"/>
                    </a:lnTo>
                    <a:lnTo>
                      <a:pt x="2204" y="238"/>
                    </a:lnTo>
                    <a:lnTo>
                      <a:pt x="1858" y="108"/>
                    </a:lnTo>
                    <a:lnTo>
                      <a:pt x="1534" y="22"/>
                    </a:lnTo>
                    <a:lnTo>
                      <a:pt x="1232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5" name="Google Shape;8795;p44"/>
              <p:cNvSpPr/>
              <p:nvPr/>
            </p:nvSpPr>
            <p:spPr>
              <a:xfrm>
                <a:off x="12044150" y="4138975"/>
                <a:ext cx="277125" cy="279850"/>
              </a:xfrm>
              <a:custGeom>
                <a:avLst/>
                <a:gdLst/>
                <a:ahLst/>
                <a:cxnLst/>
                <a:rect l="l" t="t" r="r" b="b"/>
                <a:pathLst>
                  <a:path w="11085" h="11194" extrusionOk="0">
                    <a:moveTo>
                      <a:pt x="1080" y="0"/>
                    </a:moveTo>
                    <a:lnTo>
                      <a:pt x="951" y="22"/>
                    </a:lnTo>
                    <a:lnTo>
                      <a:pt x="821" y="65"/>
                    </a:lnTo>
                    <a:lnTo>
                      <a:pt x="713" y="108"/>
                    </a:lnTo>
                    <a:lnTo>
                      <a:pt x="605" y="173"/>
                    </a:lnTo>
                    <a:lnTo>
                      <a:pt x="497" y="260"/>
                    </a:lnTo>
                    <a:lnTo>
                      <a:pt x="389" y="346"/>
                    </a:lnTo>
                    <a:lnTo>
                      <a:pt x="303" y="454"/>
                    </a:lnTo>
                    <a:lnTo>
                      <a:pt x="238" y="584"/>
                    </a:lnTo>
                    <a:lnTo>
                      <a:pt x="151" y="735"/>
                    </a:lnTo>
                    <a:lnTo>
                      <a:pt x="65" y="973"/>
                    </a:lnTo>
                    <a:lnTo>
                      <a:pt x="22" y="1232"/>
                    </a:lnTo>
                    <a:lnTo>
                      <a:pt x="0" y="1513"/>
                    </a:lnTo>
                    <a:lnTo>
                      <a:pt x="0" y="1794"/>
                    </a:lnTo>
                    <a:lnTo>
                      <a:pt x="22" y="2096"/>
                    </a:lnTo>
                    <a:lnTo>
                      <a:pt x="87" y="2399"/>
                    </a:lnTo>
                    <a:lnTo>
                      <a:pt x="151" y="2723"/>
                    </a:lnTo>
                    <a:lnTo>
                      <a:pt x="259" y="3047"/>
                    </a:lnTo>
                    <a:lnTo>
                      <a:pt x="367" y="3393"/>
                    </a:lnTo>
                    <a:lnTo>
                      <a:pt x="497" y="3739"/>
                    </a:lnTo>
                    <a:lnTo>
                      <a:pt x="821" y="4430"/>
                    </a:lnTo>
                    <a:lnTo>
                      <a:pt x="1210" y="5165"/>
                    </a:lnTo>
                    <a:lnTo>
                      <a:pt x="1642" y="5899"/>
                    </a:lnTo>
                    <a:lnTo>
                      <a:pt x="2096" y="6634"/>
                    </a:lnTo>
                    <a:lnTo>
                      <a:pt x="2571" y="7369"/>
                    </a:lnTo>
                    <a:lnTo>
                      <a:pt x="3565" y="8773"/>
                    </a:lnTo>
                    <a:lnTo>
                      <a:pt x="4473" y="10070"/>
                    </a:lnTo>
                    <a:lnTo>
                      <a:pt x="4883" y="10653"/>
                    </a:lnTo>
                    <a:lnTo>
                      <a:pt x="5229" y="11193"/>
                    </a:lnTo>
                    <a:lnTo>
                      <a:pt x="5964" y="10955"/>
                    </a:lnTo>
                    <a:lnTo>
                      <a:pt x="6698" y="10696"/>
                    </a:lnTo>
                    <a:lnTo>
                      <a:pt x="7455" y="10394"/>
                    </a:lnTo>
                    <a:lnTo>
                      <a:pt x="8211" y="10048"/>
                    </a:lnTo>
                    <a:lnTo>
                      <a:pt x="8967" y="9681"/>
                    </a:lnTo>
                    <a:lnTo>
                      <a:pt x="9335" y="9465"/>
                    </a:lnTo>
                    <a:lnTo>
                      <a:pt x="9680" y="9248"/>
                    </a:lnTo>
                    <a:lnTo>
                      <a:pt x="10048" y="9011"/>
                    </a:lnTo>
                    <a:lnTo>
                      <a:pt x="10393" y="8751"/>
                    </a:lnTo>
                    <a:lnTo>
                      <a:pt x="10739" y="8492"/>
                    </a:lnTo>
                    <a:lnTo>
                      <a:pt x="11085" y="8211"/>
                    </a:lnTo>
                    <a:lnTo>
                      <a:pt x="10674" y="7736"/>
                    </a:lnTo>
                    <a:lnTo>
                      <a:pt x="10177" y="7131"/>
                    </a:lnTo>
                    <a:lnTo>
                      <a:pt x="9551" y="6439"/>
                    </a:lnTo>
                    <a:lnTo>
                      <a:pt x="8838" y="5683"/>
                    </a:lnTo>
                    <a:lnTo>
                      <a:pt x="8060" y="4862"/>
                    </a:lnTo>
                    <a:lnTo>
                      <a:pt x="7239" y="4041"/>
                    </a:lnTo>
                    <a:lnTo>
                      <a:pt x="6374" y="3220"/>
                    </a:lnTo>
                    <a:lnTo>
                      <a:pt x="5488" y="2442"/>
                    </a:lnTo>
                    <a:lnTo>
                      <a:pt x="5056" y="2075"/>
                    </a:lnTo>
                    <a:lnTo>
                      <a:pt x="4624" y="1729"/>
                    </a:lnTo>
                    <a:lnTo>
                      <a:pt x="4192" y="1405"/>
                    </a:lnTo>
                    <a:lnTo>
                      <a:pt x="3760" y="1102"/>
                    </a:lnTo>
                    <a:lnTo>
                      <a:pt x="3349" y="843"/>
                    </a:lnTo>
                    <a:lnTo>
                      <a:pt x="2960" y="584"/>
                    </a:lnTo>
                    <a:lnTo>
                      <a:pt x="2571" y="389"/>
                    </a:lnTo>
                    <a:lnTo>
                      <a:pt x="2204" y="216"/>
                    </a:lnTo>
                    <a:lnTo>
                      <a:pt x="1858" y="108"/>
                    </a:lnTo>
                    <a:lnTo>
                      <a:pt x="1534" y="22"/>
                    </a:lnTo>
                    <a:lnTo>
                      <a:pt x="1232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6" name="Google Shape;8796;p44"/>
              <p:cNvSpPr/>
              <p:nvPr/>
            </p:nvSpPr>
            <p:spPr>
              <a:xfrm>
                <a:off x="11734625" y="2678300"/>
                <a:ext cx="387325" cy="748200"/>
              </a:xfrm>
              <a:custGeom>
                <a:avLst/>
                <a:gdLst/>
                <a:ahLst/>
                <a:cxnLst/>
                <a:rect l="l" t="t" r="r" b="b"/>
                <a:pathLst>
                  <a:path w="15493" h="29928" extrusionOk="0">
                    <a:moveTo>
                      <a:pt x="10199" y="1"/>
                    </a:moveTo>
                    <a:lnTo>
                      <a:pt x="9680" y="44"/>
                    </a:lnTo>
                    <a:lnTo>
                      <a:pt x="9162" y="152"/>
                    </a:lnTo>
                    <a:lnTo>
                      <a:pt x="8643" y="303"/>
                    </a:lnTo>
                    <a:lnTo>
                      <a:pt x="8103" y="498"/>
                    </a:lnTo>
                    <a:lnTo>
                      <a:pt x="7563" y="735"/>
                    </a:lnTo>
                    <a:lnTo>
                      <a:pt x="7022" y="1059"/>
                    </a:lnTo>
                    <a:lnTo>
                      <a:pt x="6482" y="1405"/>
                    </a:lnTo>
                    <a:lnTo>
                      <a:pt x="5964" y="1837"/>
                    </a:lnTo>
                    <a:lnTo>
                      <a:pt x="5423" y="2313"/>
                    </a:lnTo>
                    <a:lnTo>
                      <a:pt x="4883" y="2874"/>
                    </a:lnTo>
                    <a:lnTo>
                      <a:pt x="4365" y="3458"/>
                    </a:lnTo>
                    <a:lnTo>
                      <a:pt x="3868" y="4084"/>
                    </a:lnTo>
                    <a:lnTo>
                      <a:pt x="3414" y="4754"/>
                    </a:lnTo>
                    <a:lnTo>
                      <a:pt x="3003" y="5424"/>
                    </a:lnTo>
                    <a:lnTo>
                      <a:pt x="2615" y="6116"/>
                    </a:lnTo>
                    <a:lnTo>
                      <a:pt x="2269" y="6850"/>
                    </a:lnTo>
                    <a:lnTo>
                      <a:pt x="1945" y="7585"/>
                    </a:lnTo>
                    <a:lnTo>
                      <a:pt x="1642" y="8341"/>
                    </a:lnTo>
                    <a:lnTo>
                      <a:pt x="1383" y="9119"/>
                    </a:lnTo>
                    <a:lnTo>
                      <a:pt x="1145" y="9918"/>
                    </a:lnTo>
                    <a:lnTo>
                      <a:pt x="929" y="10740"/>
                    </a:lnTo>
                    <a:lnTo>
                      <a:pt x="735" y="11561"/>
                    </a:lnTo>
                    <a:lnTo>
                      <a:pt x="562" y="12382"/>
                    </a:lnTo>
                    <a:lnTo>
                      <a:pt x="432" y="13224"/>
                    </a:lnTo>
                    <a:lnTo>
                      <a:pt x="303" y="14089"/>
                    </a:lnTo>
                    <a:lnTo>
                      <a:pt x="216" y="14931"/>
                    </a:lnTo>
                    <a:lnTo>
                      <a:pt x="130" y="15796"/>
                    </a:lnTo>
                    <a:lnTo>
                      <a:pt x="65" y="16660"/>
                    </a:lnTo>
                    <a:lnTo>
                      <a:pt x="22" y="17524"/>
                    </a:lnTo>
                    <a:lnTo>
                      <a:pt x="0" y="18389"/>
                    </a:lnTo>
                    <a:lnTo>
                      <a:pt x="0" y="19253"/>
                    </a:lnTo>
                    <a:lnTo>
                      <a:pt x="0" y="20096"/>
                    </a:lnTo>
                    <a:lnTo>
                      <a:pt x="22" y="20960"/>
                    </a:lnTo>
                    <a:lnTo>
                      <a:pt x="86" y="22645"/>
                    </a:lnTo>
                    <a:lnTo>
                      <a:pt x="216" y="24287"/>
                    </a:lnTo>
                    <a:lnTo>
                      <a:pt x="389" y="25886"/>
                    </a:lnTo>
                    <a:lnTo>
                      <a:pt x="562" y="27421"/>
                    </a:lnTo>
                    <a:lnTo>
                      <a:pt x="691" y="27550"/>
                    </a:lnTo>
                    <a:lnTo>
                      <a:pt x="864" y="27745"/>
                    </a:lnTo>
                    <a:lnTo>
                      <a:pt x="1210" y="28220"/>
                    </a:lnTo>
                    <a:lnTo>
                      <a:pt x="1642" y="28739"/>
                    </a:lnTo>
                    <a:lnTo>
                      <a:pt x="1880" y="28998"/>
                    </a:lnTo>
                    <a:lnTo>
                      <a:pt x="2118" y="29257"/>
                    </a:lnTo>
                    <a:lnTo>
                      <a:pt x="2398" y="29473"/>
                    </a:lnTo>
                    <a:lnTo>
                      <a:pt x="2679" y="29668"/>
                    </a:lnTo>
                    <a:lnTo>
                      <a:pt x="2809" y="29754"/>
                    </a:lnTo>
                    <a:lnTo>
                      <a:pt x="2960" y="29819"/>
                    </a:lnTo>
                    <a:lnTo>
                      <a:pt x="3111" y="29862"/>
                    </a:lnTo>
                    <a:lnTo>
                      <a:pt x="3284" y="29905"/>
                    </a:lnTo>
                    <a:lnTo>
                      <a:pt x="3436" y="29927"/>
                    </a:lnTo>
                    <a:lnTo>
                      <a:pt x="3608" y="29927"/>
                    </a:lnTo>
                    <a:lnTo>
                      <a:pt x="3760" y="29905"/>
                    </a:lnTo>
                    <a:lnTo>
                      <a:pt x="3933" y="29862"/>
                    </a:lnTo>
                    <a:lnTo>
                      <a:pt x="4105" y="29797"/>
                    </a:lnTo>
                    <a:lnTo>
                      <a:pt x="4278" y="29711"/>
                    </a:lnTo>
                    <a:lnTo>
                      <a:pt x="4451" y="29603"/>
                    </a:lnTo>
                    <a:lnTo>
                      <a:pt x="4646" y="29473"/>
                    </a:lnTo>
                    <a:lnTo>
                      <a:pt x="5186" y="28155"/>
                    </a:lnTo>
                    <a:lnTo>
                      <a:pt x="5748" y="26859"/>
                    </a:lnTo>
                    <a:lnTo>
                      <a:pt x="6353" y="25562"/>
                    </a:lnTo>
                    <a:lnTo>
                      <a:pt x="6979" y="24287"/>
                    </a:lnTo>
                    <a:lnTo>
                      <a:pt x="7606" y="23013"/>
                    </a:lnTo>
                    <a:lnTo>
                      <a:pt x="8254" y="21738"/>
                    </a:lnTo>
                    <a:lnTo>
                      <a:pt x="9572" y="19188"/>
                    </a:lnTo>
                    <a:lnTo>
                      <a:pt x="10890" y="16660"/>
                    </a:lnTo>
                    <a:lnTo>
                      <a:pt x="12208" y="14132"/>
                    </a:lnTo>
                    <a:lnTo>
                      <a:pt x="12835" y="12879"/>
                    </a:lnTo>
                    <a:lnTo>
                      <a:pt x="13461" y="11604"/>
                    </a:lnTo>
                    <a:lnTo>
                      <a:pt x="14066" y="10351"/>
                    </a:lnTo>
                    <a:lnTo>
                      <a:pt x="14650" y="9076"/>
                    </a:lnTo>
                    <a:lnTo>
                      <a:pt x="14931" y="8384"/>
                    </a:lnTo>
                    <a:lnTo>
                      <a:pt x="15147" y="7715"/>
                    </a:lnTo>
                    <a:lnTo>
                      <a:pt x="15320" y="7045"/>
                    </a:lnTo>
                    <a:lnTo>
                      <a:pt x="15428" y="6418"/>
                    </a:lnTo>
                    <a:lnTo>
                      <a:pt x="15493" y="5813"/>
                    </a:lnTo>
                    <a:lnTo>
                      <a:pt x="15493" y="5230"/>
                    </a:lnTo>
                    <a:lnTo>
                      <a:pt x="15471" y="4646"/>
                    </a:lnTo>
                    <a:lnTo>
                      <a:pt x="15385" y="4106"/>
                    </a:lnTo>
                    <a:lnTo>
                      <a:pt x="15255" y="3609"/>
                    </a:lnTo>
                    <a:lnTo>
                      <a:pt x="15104" y="3112"/>
                    </a:lnTo>
                    <a:lnTo>
                      <a:pt x="14888" y="2658"/>
                    </a:lnTo>
                    <a:lnTo>
                      <a:pt x="14650" y="2248"/>
                    </a:lnTo>
                    <a:lnTo>
                      <a:pt x="14391" y="1859"/>
                    </a:lnTo>
                    <a:lnTo>
                      <a:pt x="14066" y="1492"/>
                    </a:lnTo>
                    <a:lnTo>
                      <a:pt x="13742" y="1167"/>
                    </a:lnTo>
                    <a:lnTo>
                      <a:pt x="13375" y="887"/>
                    </a:lnTo>
                    <a:lnTo>
                      <a:pt x="12986" y="627"/>
                    </a:lnTo>
                    <a:lnTo>
                      <a:pt x="12554" y="411"/>
                    </a:lnTo>
                    <a:lnTo>
                      <a:pt x="12122" y="238"/>
                    </a:lnTo>
                    <a:lnTo>
                      <a:pt x="11668" y="109"/>
                    </a:lnTo>
                    <a:lnTo>
                      <a:pt x="11193" y="22"/>
                    </a:lnTo>
                    <a:lnTo>
                      <a:pt x="10696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7" name="Google Shape;8797;p44"/>
              <p:cNvSpPr/>
              <p:nvPr/>
            </p:nvSpPr>
            <p:spPr>
              <a:xfrm>
                <a:off x="10840075" y="2932725"/>
                <a:ext cx="599625" cy="608825"/>
              </a:xfrm>
              <a:custGeom>
                <a:avLst/>
                <a:gdLst/>
                <a:ahLst/>
                <a:cxnLst/>
                <a:rect l="l" t="t" r="r" b="b"/>
                <a:pathLst>
                  <a:path w="23985" h="24353" extrusionOk="0">
                    <a:moveTo>
                      <a:pt x="5661" y="1"/>
                    </a:moveTo>
                    <a:lnTo>
                      <a:pt x="5078" y="22"/>
                    </a:lnTo>
                    <a:lnTo>
                      <a:pt x="4494" y="87"/>
                    </a:lnTo>
                    <a:lnTo>
                      <a:pt x="3954" y="195"/>
                    </a:lnTo>
                    <a:lnTo>
                      <a:pt x="3457" y="346"/>
                    </a:lnTo>
                    <a:lnTo>
                      <a:pt x="2982" y="541"/>
                    </a:lnTo>
                    <a:lnTo>
                      <a:pt x="2528" y="757"/>
                    </a:lnTo>
                    <a:lnTo>
                      <a:pt x="2096" y="1016"/>
                    </a:lnTo>
                    <a:lnTo>
                      <a:pt x="1729" y="1319"/>
                    </a:lnTo>
                    <a:lnTo>
                      <a:pt x="1361" y="1643"/>
                    </a:lnTo>
                    <a:lnTo>
                      <a:pt x="1059" y="1989"/>
                    </a:lnTo>
                    <a:lnTo>
                      <a:pt x="778" y="2356"/>
                    </a:lnTo>
                    <a:lnTo>
                      <a:pt x="540" y="2767"/>
                    </a:lnTo>
                    <a:lnTo>
                      <a:pt x="346" y="3177"/>
                    </a:lnTo>
                    <a:lnTo>
                      <a:pt x="194" y="3631"/>
                    </a:lnTo>
                    <a:lnTo>
                      <a:pt x="86" y="4085"/>
                    </a:lnTo>
                    <a:lnTo>
                      <a:pt x="22" y="4560"/>
                    </a:lnTo>
                    <a:lnTo>
                      <a:pt x="0" y="5035"/>
                    </a:lnTo>
                    <a:lnTo>
                      <a:pt x="22" y="5532"/>
                    </a:lnTo>
                    <a:lnTo>
                      <a:pt x="86" y="6051"/>
                    </a:lnTo>
                    <a:lnTo>
                      <a:pt x="216" y="6569"/>
                    </a:lnTo>
                    <a:lnTo>
                      <a:pt x="389" y="7066"/>
                    </a:lnTo>
                    <a:lnTo>
                      <a:pt x="605" y="7585"/>
                    </a:lnTo>
                    <a:lnTo>
                      <a:pt x="886" y="8125"/>
                    </a:lnTo>
                    <a:lnTo>
                      <a:pt x="1210" y="8622"/>
                    </a:lnTo>
                    <a:lnTo>
                      <a:pt x="1599" y="9141"/>
                    </a:lnTo>
                    <a:lnTo>
                      <a:pt x="2053" y="9659"/>
                    </a:lnTo>
                    <a:lnTo>
                      <a:pt x="2550" y="10156"/>
                    </a:lnTo>
                    <a:lnTo>
                      <a:pt x="3111" y="10632"/>
                    </a:lnTo>
                    <a:lnTo>
                      <a:pt x="4213" y="11518"/>
                    </a:lnTo>
                    <a:lnTo>
                      <a:pt x="5315" y="12360"/>
                    </a:lnTo>
                    <a:lnTo>
                      <a:pt x="6461" y="13225"/>
                    </a:lnTo>
                    <a:lnTo>
                      <a:pt x="7584" y="14067"/>
                    </a:lnTo>
                    <a:lnTo>
                      <a:pt x="9896" y="15709"/>
                    </a:lnTo>
                    <a:lnTo>
                      <a:pt x="12230" y="17373"/>
                    </a:lnTo>
                    <a:lnTo>
                      <a:pt x="14542" y="19037"/>
                    </a:lnTo>
                    <a:lnTo>
                      <a:pt x="15709" y="19880"/>
                    </a:lnTo>
                    <a:lnTo>
                      <a:pt x="16854" y="20722"/>
                    </a:lnTo>
                    <a:lnTo>
                      <a:pt x="17977" y="21608"/>
                    </a:lnTo>
                    <a:lnTo>
                      <a:pt x="19101" y="22473"/>
                    </a:lnTo>
                    <a:lnTo>
                      <a:pt x="20203" y="23380"/>
                    </a:lnTo>
                    <a:lnTo>
                      <a:pt x="21283" y="24309"/>
                    </a:lnTo>
                    <a:lnTo>
                      <a:pt x="21499" y="24331"/>
                    </a:lnTo>
                    <a:lnTo>
                      <a:pt x="21716" y="24352"/>
                    </a:lnTo>
                    <a:lnTo>
                      <a:pt x="21910" y="24352"/>
                    </a:lnTo>
                    <a:lnTo>
                      <a:pt x="22083" y="24331"/>
                    </a:lnTo>
                    <a:lnTo>
                      <a:pt x="22256" y="24288"/>
                    </a:lnTo>
                    <a:lnTo>
                      <a:pt x="22407" y="24223"/>
                    </a:lnTo>
                    <a:lnTo>
                      <a:pt x="22558" y="24158"/>
                    </a:lnTo>
                    <a:lnTo>
                      <a:pt x="22688" y="24072"/>
                    </a:lnTo>
                    <a:lnTo>
                      <a:pt x="22818" y="23964"/>
                    </a:lnTo>
                    <a:lnTo>
                      <a:pt x="22926" y="23855"/>
                    </a:lnTo>
                    <a:lnTo>
                      <a:pt x="23034" y="23726"/>
                    </a:lnTo>
                    <a:lnTo>
                      <a:pt x="23120" y="23596"/>
                    </a:lnTo>
                    <a:lnTo>
                      <a:pt x="23293" y="23294"/>
                    </a:lnTo>
                    <a:lnTo>
                      <a:pt x="23423" y="22970"/>
                    </a:lnTo>
                    <a:lnTo>
                      <a:pt x="23531" y="22624"/>
                    </a:lnTo>
                    <a:lnTo>
                      <a:pt x="23617" y="22300"/>
                    </a:lnTo>
                    <a:lnTo>
                      <a:pt x="23768" y="21630"/>
                    </a:lnTo>
                    <a:lnTo>
                      <a:pt x="23876" y="21047"/>
                    </a:lnTo>
                    <a:lnTo>
                      <a:pt x="23919" y="20809"/>
                    </a:lnTo>
                    <a:lnTo>
                      <a:pt x="23984" y="20614"/>
                    </a:lnTo>
                    <a:lnTo>
                      <a:pt x="23444" y="19167"/>
                    </a:lnTo>
                    <a:lnTo>
                      <a:pt x="22882" y="17676"/>
                    </a:lnTo>
                    <a:lnTo>
                      <a:pt x="22234" y="16163"/>
                    </a:lnTo>
                    <a:lnTo>
                      <a:pt x="21543" y="14607"/>
                    </a:lnTo>
                    <a:lnTo>
                      <a:pt x="21175" y="13851"/>
                    </a:lnTo>
                    <a:lnTo>
                      <a:pt x="20786" y="13073"/>
                    </a:lnTo>
                    <a:lnTo>
                      <a:pt x="20397" y="12317"/>
                    </a:lnTo>
                    <a:lnTo>
                      <a:pt x="19987" y="11561"/>
                    </a:lnTo>
                    <a:lnTo>
                      <a:pt x="19555" y="10805"/>
                    </a:lnTo>
                    <a:lnTo>
                      <a:pt x="19101" y="10070"/>
                    </a:lnTo>
                    <a:lnTo>
                      <a:pt x="18647" y="9335"/>
                    </a:lnTo>
                    <a:lnTo>
                      <a:pt x="18172" y="8622"/>
                    </a:lnTo>
                    <a:lnTo>
                      <a:pt x="17675" y="7909"/>
                    </a:lnTo>
                    <a:lnTo>
                      <a:pt x="17178" y="7218"/>
                    </a:lnTo>
                    <a:lnTo>
                      <a:pt x="16638" y="6569"/>
                    </a:lnTo>
                    <a:lnTo>
                      <a:pt x="16098" y="5921"/>
                    </a:lnTo>
                    <a:lnTo>
                      <a:pt x="15536" y="5295"/>
                    </a:lnTo>
                    <a:lnTo>
                      <a:pt x="14974" y="4690"/>
                    </a:lnTo>
                    <a:lnTo>
                      <a:pt x="14391" y="4106"/>
                    </a:lnTo>
                    <a:lnTo>
                      <a:pt x="13764" y="3566"/>
                    </a:lnTo>
                    <a:lnTo>
                      <a:pt x="13137" y="3047"/>
                    </a:lnTo>
                    <a:lnTo>
                      <a:pt x="12511" y="2572"/>
                    </a:lnTo>
                    <a:lnTo>
                      <a:pt x="11841" y="2118"/>
                    </a:lnTo>
                    <a:lnTo>
                      <a:pt x="11171" y="1708"/>
                    </a:lnTo>
                    <a:lnTo>
                      <a:pt x="10480" y="1319"/>
                    </a:lnTo>
                    <a:lnTo>
                      <a:pt x="9767" y="995"/>
                    </a:lnTo>
                    <a:lnTo>
                      <a:pt x="9032" y="692"/>
                    </a:lnTo>
                    <a:lnTo>
                      <a:pt x="8276" y="433"/>
                    </a:lnTo>
                    <a:lnTo>
                      <a:pt x="7584" y="260"/>
                    </a:lnTo>
                    <a:lnTo>
                      <a:pt x="6936" y="109"/>
                    </a:lnTo>
                    <a:lnTo>
                      <a:pt x="6288" y="44"/>
                    </a:lnTo>
                    <a:lnTo>
                      <a:pt x="5661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8" name="Google Shape;8798;p44"/>
              <p:cNvSpPr/>
              <p:nvPr/>
            </p:nvSpPr>
            <p:spPr>
              <a:xfrm>
                <a:off x="12044150" y="4138975"/>
                <a:ext cx="277125" cy="279850"/>
              </a:xfrm>
              <a:custGeom>
                <a:avLst/>
                <a:gdLst/>
                <a:ahLst/>
                <a:cxnLst/>
                <a:rect l="l" t="t" r="r" b="b"/>
                <a:pathLst>
                  <a:path w="11085" h="11194" extrusionOk="0">
                    <a:moveTo>
                      <a:pt x="1080" y="0"/>
                    </a:moveTo>
                    <a:lnTo>
                      <a:pt x="951" y="22"/>
                    </a:lnTo>
                    <a:lnTo>
                      <a:pt x="821" y="65"/>
                    </a:lnTo>
                    <a:lnTo>
                      <a:pt x="713" y="108"/>
                    </a:lnTo>
                    <a:lnTo>
                      <a:pt x="605" y="173"/>
                    </a:lnTo>
                    <a:lnTo>
                      <a:pt x="497" y="260"/>
                    </a:lnTo>
                    <a:lnTo>
                      <a:pt x="389" y="346"/>
                    </a:lnTo>
                    <a:lnTo>
                      <a:pt x="303" y="454"/>
                    </a:lnTo>
                    <a:lnTo>
                      <a:pt x="238" y="584"/>
                    </a:lnTo>
                    <a:lnTo>
                      <a:pt x="151" y="735"/>
                    </a:lnTo>
                    <a:lnTo>
                      <a:pt x="65" y="973"/>
                    </a:lnTo>
                    <a:lnTo>
                      <a:pt x="22" y="1232"/>
                    </a:lnTo>
                    <a:lnTo>
                      <a:pt x="0" y="1513"/>
                    </a:lnTo>
                    <a:lnTo>
                      <a:pt x="0" y="1794"/>
                    </a:lnTo>
                    <a:lnTo>
                      <a:pt x="22" y="2096"/>
                    </a:lnTo>
                    <a:lnTo>
                      <a:pt x="87" y="2399"/>
                    </a:lnTo>
                    <a:lnTo>
                      <a:pt x="151" y="2723"/>
                    </a:lnTo>
                    <a:lnTo>
                      <a:pt x="259" y="3047"/>
                    </a:lnTo>
                    <a:lnTo>
                      <a:pt x="367" y="3393"/>
                    </a:lnTo>
                    <a:lnTo>
                      <a:pt x="497" y="3739"/>
                    </a:lnTo>
                    <a:lnTo>
                      <a:pt x="821" y="4430"/>
                    </a:lnTo>
                    <a:lnTo>
                      <a:pt x="1210" y="5165"/>
                    </a:lnTo>
                    <a:lnTo>
                      <a:pt x="1642" y="5899"/>
                    </a:lnTo>
                    <a:lnTo>
                      <a:pt x="2096" y="6634"/>
                    </a:lnTo>
                    <a:lnTo>
                      <a:pt x="2571" y="7369"/>
                    </a:lnTo>
                    <a:lnTo>
                      <a:pt x="3565" y="8773"/>
                    </a:lnTo>
                    <a:lnTo>
                      <a:pt x="4473" y="10070"/>
                    </a:lnTo>
                    <a:lnTo>
                      <a:pt x="4883" y="10653"/>
                    </a:lnTo>
                    <a:lnTo>
                      <a:pt x="5229" y="11193"/>
                    </a:lnTo>
                    <a:lnTo>
                      <a:pt x="5964" y="10955"/>
                    </a:lnTo>
                    <a:lnTo>
                      <a:pt x="6698" y="10696"/>
                    </a:lnTo>
                    <a:lnTo>
                      <a:pt x="7455" y="10394"/>
                    </a:lnTo>
                    <a:lnTo>
                      <a:pt x="8211" y="10048"/>
                    </a:lnTo>
                    <a:lnTo>
                      <a:pt x="8967" y="9681"/>
                    </a:lnTo>
                    <a:lnTo>
                      <a:pt x="9335" y="9465"/>
                    </a:lnTo>
                    <a:lnTo>
                      <a:pt x="9680" y="9248"/>
                    </a:lnTo>
                    <a:lnTo>
                      <a:pt x="10048" y="9011"/>
                    </a:lnTo>
                    <a:lnTo>
                      <a:pt x="10393" y="8751"/>
                    </a:lnTo>
                    <a:lnTo>
                      <a:pt x="10739" y="8492"/>
                    </a:lnTo>
                    <a:lnTo>
                      <a:pt x="11085" y="8211"/>
                    </a:lnTo>
                    <a:lnTo>
                      <a:pt x="10674" y="7736"/>
                    </a:lnTo>
                    <a:lnTo>
                      <a:pt x="10177" y="7131"/>
                    </a:lnTo>
                    <a:lnTo>
                      <a:pt x="9551" y="6439"/>
                    </a:lnTo>
                    <a:lnTo>
                      <a:pt x="8838" y="5683"/>
                    </a:lnTo>
                    <a:lnTo>
                      <a:pt x="8060" y="4862"/>
                    </a:lnTo>
                    <a:lnTo>
                      <a:pt x="7239" y="4041"/>
                    </a:lnTo>
                    <a:lnTo>
                      <a:pt x="6374" y="3220"/>
                    </a:lnTo>
                    <a:lnTo>
                      <a:pt x="5488" y="2442"/>
                    </a:lnTo>
                    <a:lnTo>
                      <a:pt x="5056" y="2075"/>
                    </a:lnTo>
                    <a:lnTo>
                      <a:pt x="4624" y="1729"/>
                    </a:lnTo>
                    <a:lnTo>
                      <a:pt x="4192" y="1405"/>
                    </a:lnTo>
                    <a:lnTo>
                      <a:pt x="3760" y="1102"/>
                    </a:lnTo>
                    <a:lnTo>
                      <a:pt x="3349" y="843"/>
                    </a:lnTo>
                    <a:lnTo>
                      <a:pt x="2960" y="584"/>
                    </a:lnTo>
                    <a:lnTo>
                      <a:pt x="2571" y="389"/>
                    </a:lnTo>
                    <a:lnTo>
                      <a:pt x="2204" y="216"/>
                    </a:lnTo>
                    <a:lnTo>
                      <a:pt x="1858" y="108"/>
                    </a:lnTo>
                    <a:lnTo>
                      <a:pt x="1534" y="22"/>
                    </a:lnTo>
                    <a:lnTo>
                      <a:pt x="1232" y="0"/>
                    </a:lnTo>
                    <a:close/>
                  </a:path>
                </a:pathLst>
              </a:custGeom>
              <a:solidFill>
                <a:srgbClr val="424242">
                  <a:alpha val="162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9" name="Google Shape;8799;p44"/>
              <p:cNvSpPr/>
              <p:nvPr/>
            </p:nvSpPr>
            <p:spPr>
              <a:xfrm>
                <a:off x="11304625" y="4043350"/>
                <a:ext cx="896725" cy="910250"/>
              </a:xfrm>
              <a:custGeom>
                <a:avLst/>
                <a:gdLst/>
                <a:ahLst/>
                <a:cxnLst/>
                <a:rect l="l" t="t" r="r" b="b"/>
                <a:pathLst>
                  <a:path w="35869" h="36410" extrusionOk="0">
                    <a:moveTo>
                      <a:pt x="18324" y="1"/>
                    </a:moveTo>
                    <a:lnTo>
                      <a:pt x="17827" y="22"/>
                    </a:lnTo>
                    <a:lnTo>
                      <a:pt x="16941" y="87"/>
                    </a:lnTo>
                    <a:lnTo>
                      <a:pt x="16055" y="217"/>
                    </a:lnTo>
                    <a:lnTo>
                      <a:pt x="15169" y="368"/>
                    </a:lnTo>
                    <a:lnTo>
                      <a:pt x="14326" y="563"/>
                    </a:lnTo>
                    <a:lnTo>
                      <a:pt x="13484" y="800"/>
                    </a:lnTo>
                    <a:lnTo>
                      <a:pt x="12641" y="1060"/>
                    </a:lnTo>
                    <a:lnTo>
                      <a:pt x="11841" y="1384"/>
                    </a:lnTo>
                    <a:lnTo>
                      <a:pt x="11042" y="1729"/>
                    </a:lnTo>
                    <a:lnTo>
                      <a:pt x="10286" y="2118"/>
                    </a:lnTo>
                    <a:lnTo>
                      <a:pt x="9529" y="2529"/>
                    </a:lnTo>
                    <a:lnTo>
                      <a:pt x="8795" y="2983"/>
                    </a:lnTo>
                    <a:lnTo>
                      <a:pt x="8082" y="3458"/>
                    </a:lnTo>
                    <a:lnTo>
                      <a:pt x="7412" y="3955"/>
                    </a:lnTo>
                    <a:lnTo>
                      <a:pt x="6742" y="4517"/>
                    </a:lnTo>
                    <a:lnTo>
                      <a:pt x="6115" y="5079"/>
                    </a:lnTo>
                    <a:lnTo>
                      <a:pt x="5510" y="5662"/>
                    </a:lnTo>
                    <a:lnTo>
                      <a:pt x="4927" y="6289"/>
                    </a:lnTo>
                    <a:lnTo>
                      <a:pt x="4365" y="6937"/>
                    </a:lnTo>
                    <a:lnTo>
                      <a:pt x="3847" y="7607"/>
                    </a:lnTo>
                    <a:lnTo>
                      <a:pt x="3350" y="8298"/>
                    </a:lnTo>
                    <a:lnTo>
                      <a:pt x="2874" y="9033"/>
                    </a:lnTo>
                    <a:lnTo>
                      <a:pt x="2442" y="9767"/>
                    </a:lnTo>
                    <a:lnTo>
                      <a:pt x="2032" y="10524"/>
                    </a:lnTo>
                    <a:lnTo>
                      <a:pt x="1664" y="11280"/>
                    </a:lnTo>
                    <a:lnTo>
                      <a:pt x="1340" y="12080"/>
                    </a:lnTo>
                    <a:lnTo>
                      <a:pt x="1038" y="12879"/>
                    </a:lnTo>
                    <a:lnTo>
                      <a:pt x="778" y="13722"/>
                    </a:lnTo>
                    <a:lnTo>
                      <a:pt x="541" y="14543"/>
                    </a:lnTo>
                    <a:lnTo>
                      <a:pt x="346" y="15407"/>
                    </a:lnTo>
                    <a:lnTo>
                      <a:pt x="195" y="16250"/>
                    </a:lnTo>
                    <a:lnTo>
                      <a:pt x="87" y="17136"/>
                    </a:lnTo>
                    <a:lnTo>
                      <a:pt x="22" y="18000"/>
                    </a:lnTo>
                    <a:lnTo>
                      <a:pt x="0" y="18929"/>
                    </a:lnTo>
                    <a:lnTo>
                      <a:pt x="22" y="19858"/>
                    </a:lnTo>
                    <a:lnTo>
                      <a:pt x="87" y="20766"/>
                    </a:lnTo>
                    <a:lnTo>
                      <a:pt x="217" y="21652"/>
                    </a:lnTo>
                    <a:lnTo>
                      <a:pt x="368" y="22516"/>
                    </a:lnTo>
                    <a:lnTo>
                      <a:pt x="584" y="23359"/>
                    </a:lnTo>
                    <a:lnTo>
                      <a:pt x="843" y="24180"/>
                    </a:lnTo>
                    <a:lnTo>
                      <a:pt x="1146" y="25001"/>
                    </a:lnTo>
                    <a:lnTo>
                      <a:pt x="1470" y="25800"/>
                    </a:lnTo>
                    <a:lnTo>
                      <a:pt x="1859" y="26557"/>
                    </a:lnTo>
                    <a:lnTo>
                      <a:pt x="2269" y="27313"/>
                    </a:lnTo>
                    <a:lnTo>
                      <a:pt x="2723" y="28026"/>
                    </a:lnTo>
                    <a:lnTo>
                      <a:pt x="3220" y="28739"/>
                    </a:lnTo>
                    <a:lnTo>
                      <a:pt x="3739" y="29409"/>
                    </a:lnTo>
                    <a:lnTo>
                      <a:pt x="4300" y="30057"/>
                    </a:lnTo>
                    <a:lnTo>
                      <a:pt x="4884" y="30684"/>
                    </a:lnTo>
                    <a:lnTo>
                      <a:pt x="5489" y="31267"/>
                    </a:lnTo>
                    <a:lnTo>
                      <a:pt x="6137" y="31850"/>
                    </a:lnTo>
                    <a:lnTo>
                      <a:pt x="6828" y="32391"/>
                    </a:lnTo>
                    <a:lnTo>
                      <a:pt x="7520" y="32888"/>
                    </a:lnTo>
                    <a:lnTo>
                      <a:pt x="8255" y="33363"/>
                    </a:lnTo>
                    <a:lnTo>
                      <a:pt x="8989" y="33817"/>
                    </a:lnTo>
                    <a:lnTo>
                      <a:pt x="9767" y="34227"/>
                    </a:lnTo>
                    <a:lnTo>
                      <a:pt x="10567" y="34616"/>
                    </a:lnTo>
                    <a:lnTo>
                      <a:pt x="11388" y="34962"/>
                    </a:lnTo>
                    <a:lnTo>
                      <a:pt x="12209" y="35264"/>
                    </a:lnTo>
                    <a:lnTo>
                      <a:pt x="13051" y="35545"/>
                    </a:lnTo>
                    <a:lnTo>
                      <a:pt x="13937" y="35783"/>
                    </a:lnTo>
                    <a:lnTo>
                      <a:pt x="14802" y="35999"/>
                    </a:lnTo>
                    <a:lnTo>
                      <a:pt x="15709" y="36150"/>
                    </a:lnTo>
                    <a:lnTo>
                      <a:pt x="16617" y="36280"/>
                    </a:lnTo>
                    <a:lnTo>
                      <a:pt x="17524" y="36366"/>
                    </a:lnTo>
                    <a:lnTo>
                      <a:pt x="18021" y="36388"/>
                    </a:lnTo>
                    <a:lnTo>
                      <a:pt x="18540" y="36410"/>
                    </a:lnTo>
                    <a:lnTo>
                      <a:pt x="19512" y="36410"/>
                    </a:lnTo>
                    <a:lnTo>
                      <a:pt x="20009" y="36388"/>
                    </a:lnTo>
                    <a:lnTo>
                      <a:pt x="20484" y="36345"/>
                    </a:lnTo>
                    <a:lnTo>
                      <a:pt x="20960" y="36280"/>
                    </a:lnTo>
                    <a:lnTo>
                      <a:pt x="21435" y="36237"/>
                    </a:lnTo>
                    <a:lnTo>
                      <a:pt x="21910" y="36150"/>
                    </a:lnTo>
                    <a:lnTo>
                      <a:pt x="22364" y="36064"/>
                    </a:lnTo>
                    <a:lnTo>
                      <a:pt x="23272" y="35848"/>
                    </a:lnTo>
                    <a:lnTo>
                      <a:pt x="24158" y="35589"/>
                    </a:lnTo>
                    <a:lnTo>
                      <a:pt x="25000" y="35286"/>
                    </a:lnTo>
                    <a:lnTo>
                      <a:pt x="25843" y="34940"/>
                    </a:lnTo>
                    <a:lnTo>
                      <a:pt x="26642" y="34551"/>
                    </a:lnTo>
                    <a:lnTo>
                      <a:pt x="27420" y="34119"/>
                    </a:lnTo>
                    <a:lnTo>
                      <a:pt x="28177" y="33665"/>
                    </a:lnTo>
                    <a:lnTo>
                      <a:pt x="28911" y="33147"/>
                    </a:lnTo>
                    <a:lnTo>
                      <a:pt x="29603" y="32607"/>
                    </a:lnTo>
                    <a:lnTo>
                      <a:pt x="30251" y="32045"/>
                    </a:lnTo>
                    <a:lnTo>
                      <a:pt x="30878" y="31418"/>
                    </a:lnTo>
                    <a:lnTo>
                      <a:pt x="31483" y="30792"/>
                    </a:lnTo>
                    <a:lnTo>
                      <a:pt x="32044" y="30100"/>
                    </a:lnTo>
                    <a:lnTo>
                      <a:pt x="32585" y="29409"/>
                    </a:lnTo>
                    <a:lnTo>
                      <a:pt x="33060" y="28674"/>
                    </a:lnTo>
                    <a:lnTo>
                      <a:pt x="33514" y="27918"/>
                    </a:lnTo>
                    <a:lnTo>
                      <a:pt x="33946" y="27140"/>
                    </a:lnTo>
                    <a:lnTo>
                      <a:pt x="34313" y="26340"/>
                    </a:lnTo>
                    <a:lnTo>
                      <a:pt x="34659" y="25519"/>
                    </a:lnTo>
                    <a:lnTo>
                      <a:pt x="34961" y="24677"/>
                    </a:lnTo>
                    <a:lnTo>
                      <a:pt x="35221" y="23812"/>
                    </a:lnTo>
                    <a:lnTo>
                      <a:pt x="35437" y="22948"/>
                    </a:lnTo>
                    <a:lnTo>
                      <a:pt x="35610" y="22041"/>
                    </a:lnTo>
                    <a:lnTo>
                      <a:pt x="35739" y="21133"/>
                    </a:lnTo>
                    <a:lnTo>
                      <a:pt x="35826" y="20226"/>
                    </a:lnTo>
                    <a:lnTo>
                      <a:pt x="35869" y="19296"/>
                    </a:lnTo>
                    <a:lnTo>
                      <a:pt x="35869" y="18346"/>
                    </a:lnTo>
                    <a:lnTo>
                      <a:pt x="35804" y="17460"/>
                    </a:lnTo>
                    <a:lnTo>
                      <a:pt x="35718" y="16574"/>
                    </a:lnTo>
                    <a:lnTo>
                      <a:pt x="35588" y="15710"/>
                    </a:lnTo>
                    <a:lnTo>
                      <a:pt x="35415" y="14824"/>
                    </a:lnTo>
                    <a:lnTo>
                      <a:pt x="35221" y="13959"/>
                    </a:lnTo>
                    <a:lnTo>
                      <a:pt x="34983" y="13095"/>
                    </a:lnTo>
                    <a:lnTo>
                      <a:pt x="34702" y="12252"/>
                    </a:lnTo>
                    <a:lnTo>
                      <a:pt x="34378" y="11431"/>
                    </a:lnTo>
                    <a:lnTo>
                      <a:pt x="34032" y="10610"/>
                    </a:lnTo>
                    <a:lnTo>
                      <a:pt x="33665" y="9811"/>
                    </a:lnTo>
                    <a:lnTo>
                      <a:pt x="33233" y="9011"/>
                    </a:lnTo>
                    <a:lnTo>
                      <a:pt x="32779" y="8255"/>
                    </a:lnTo>
                    <a:lnTo>
                      <a:pt x="32304" y="7520"/>
                    </a:lnTo>
                    <a:lnTo>
                      <a:pt x="31785" y="6786"/>
                    </a:lnTo>
                    <a:lnTo>
                      <a:pt x="31245" y="6094"/>
                    </a:lnTo>
                    <a:lnTo>
                      <a:pt x="30661" y="5446"/>
                    </a:lnTo>
                    <a:lnTo>
                      <a:pt x="30056" y="4798"/>
                    </a:lnTo>
                    <a:lnTo>
                      <a:pt x="29430" y="4193"/>
                    </a:lnTo>
                    <a:lnTo>
                      <a:pt x="28760" y="3631"/>
                    </a:lnTo>
                    <a:lnTo>
                      <a:pt x="28069" y="3091"/>
                    </a:lnTo>
                    <a:lnTo>
                      <a:pt x="27356" y="2594"/>
                    </a:lnTo>
                    <a:lnTo>
                      <a:pt x="26621" y="2118"/>
                    </a:lnTo>
                    <a:lnTo>
                      <a:pt x="25843" y="1708"/>
                    </a:lnTo>
                    <a:lnTo>
                      <a:pt x="25044" y="1319"/>
                    </a:lnTo>
                    <a:lnTo>
                      <a:pt x="24222" y="995"/>
                    </a:lnTo>
                    <a:lnTo>
                      <a:pt x="23812" y="844"/>
                    </a:lnTo>
                    <a:lnTo>
                      <a:pt x="23380" y="692"/>
                    </a:lnTo>
                    <a:lnTo>
                      <a:pt x="22948" y="563"/>
                    </a:lnTo>
                    <a:lnTo>
                      <a:pt x="22515" y="455"/>
                    </a:lnTo>
                    <a:lnTo>
                      <a:pt x="22062" y="347"/>
                    </a:lnTo>
                    <a:lnTo>
                      <a:pt x="21608" y="260"/>
                    </a:lnTo>
                    <a:lnTo>
                      <a:pt x="21154" y="174"/>
                    </a:lnTo>
                    <a:lnTo>
                      <a:pt x="20700" y="131"/>
                    </a:lnTo>
                    <a:lnTo>
                      <a:pt x="20247" y="66"/>
                    </a:lnTo>
                    <a:lnTo>
                      <a:pt x="19771" y="22"/>
                    </a:lnTo>
                    <a:lnTo>
                      <a:pt x="19296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0" name="Google Shape;8800;p44"/>
              <p:cNvSpPr/>
              <p:nvPr/>
            </p:nvSpPr>
            <p:spPr>
              <a:xfrm>
                <a:off x="11097200" y="4756950"/>
                <a:ext cx="554800" cy="287950"/>
              </a:xfrm>
              <a:custGeom>
                <a:avLst/>
                <a:gdLst/>
                <a:ahLst/>
                <a:cxnLst/>
                <a:rect l="l" t="t" r="r" b="b"/>
                <a:pathLst>
                  <a:path w="22192" h="11518" extrusionOk="0">
                    <a:moveTo>
                      <a:pt x="14023" y="0"/>
                    </a:moveTo>
                    <a:lnTo>
                      <a:pt x="13548" y="22"/>
                    </a:lnTo>
                    <a:lnTo>
                      <a:pt x="13029" y="65"/>
                    </a:lnTo>
                    <a:lnTo>
                      <a:pt x="11949" y="195"/>
                    </a:lnTo>
                    <a:lnTo>
                      <a:pt x="10804" y="368"/>
                    </a:lnTo>
                    <a:lnTo>
                      <a:pt x="9594" y="605"/>
                    </a:lnTo>
                    <a:lnTo>
                      <a:pt x="8384" y="886"/>
                    </a:lnTo>
                    <a:lnTo>
                      <a:pt x="7174" y="1210"/>
                    </a:lnTo>
                    <a:lnTo>
                      <a:pt x="5985" y="1578"/>
                    </a:lnTo>
                    <a:lnTo>
                      <a:pt x="4840" y="1945"/>
                    </a:lnTo>
                    <a:lnTo>
                      <a:pt x="3760" y="2377"/>
                    </a:lnTo>
                    <a:lnTo>
                      <a:pt x="3263" y="2593"/>
                    </a:lnTo>
                    <a:lnTo>
                      <a:pt x="2788" y="2809"/>
                    </a:lnTo>
                    <a:lnTo>
                      <a:pt x="2334" y="3026"/>
                    </a:lnTo>
                    <a:lnTo>
                      <a:pt x="1902" y="3263"/>
                    </a:lnTo>
                    <a:lnTo>
                      <a:pt x="1534" y="3479"/>
                    </a:lnTo>
                    <a:lnTo>
                      <a:pt x="1167" y="3717"/>
                    </a:lnTo>
                    <a:lnTo>
                      <a:pt x="864" y="3955"/>
                    </a:lnTo>
                    <a:lnTo>
                      <a:pt x="605" y="4192"/>
                    </a:lnTo>
                    <a:lnTo>
                      <a:pt x="389" y="4430"/>
                    </a:lnTo>
                    <a:lnTo>
                      <a:pt x="216" y="4646"/>
                    </a:lnTo>
                    <a:lnTo>
                      <a:pt x="108" y="4884"/>
                    </a:lnTo>
                    <a:lnTo>
                      <a:pt x="65" y="5013"/>
                    </a:lnTo>
                    <a:lnTo>
                      <a:pt x="43" y="5121"/>
                    </a:lnTo>
                    <a:lnTo>
                      <a:pt x="22" y="5359"/>
                    </a:lnTo>
                    <a:lnTo>
                      <a:pt x="0" y="5597"/>
                    </a:lnTo>
                    <a:lnTo>
                      <a:pt x="22" y="5834"/>
                    </a:lnTo>
                    <a:lnTo>
                      <a:pt x="43" y="6072"/>
                    </a:lnTo>
                    <a:lnTo>
                      <a:pt x="108" y="6331"/>
                    </a:lnTo>
                    <a:lnTo>
                      <a:pt x="173" y="6569"/>
                    </a:lnTo>
                    <a:lnTo>
                      <a:pt x="259" y="6828"/>
                    </a:lnTo>
                    <a:lnTo>
                      <a:pt x="367" y="7066"/>
                    </a:lnTo>
                    <a:lnTo>
                      <a:pt x="497" y="7325"/>
                    </a:lnTo>
                    <a:lnTo>
                      <a:pt x="627" y="7563"/>
                    </a:lnTo>
                    <a:lnTo>
                      <a:pt x="778" y="7822"/>
                    </a:lnTo>
                    <a:lnTo>
                      <a:pt x="951" y="8060"/>
                    </a:lnTo>
                    <a:lnTo>
                      <a:pt x="1145" y="8298"/>
                    </a:lnTo>
                    <a:lnTo>
                      <a:pt x="1340" y="8535"/>
                    </a:lnTo>
                    <a:lnTo>
                      <a:pt x="1578" y="8773"/>
                    </a:lnTo>
                    <a:lnTo>
                      <a:pt x="1794" y="9011"/>
                    </a:lnTo>
                    <a:lnTo>
                      <a:pt x="2053" y="9227"/>
                    </a:lnTo>
                    <a:lnTo>
                      <a:pt x="2312" y="9443"/>
                    </a:lnTo>
                    <a:lnTo>
                      <a:pt x="2593" y="9659"/>
                    </a:lnTo>
                    <a:lnTo>
                      <a:pt x="2874" y="9853"/>
                    </a:lnTo>
                    <a:lnTo>
                      <a:pt x="3198" y="10048"/>
                    </a:lnTo>
                    <a:lnTo>
                      <a:pt x="3501" y="10242"/>
                    </a:lnTo>
                    <a:lnTo>
                      <a:pt x="3846" y="10415"/>
                    </a:lnTo>
                    <a:lnTo>
                      <a:pt x="4170" y="10588"/>
                    </a:lnTo>
                    <a:lnTo>
                      <a:pt x="4538" y="10739"/>
                    </a:lnTo>
                    <a:lnTo>
                      <a:pt x="4905" y="10869"/>
                    </a:lnTo>
                    <a:lnTo>
                      <a:pt x="5272" y="11020"/>
                    </a:lnTo>
                    <a:lnTo>
                      <a:pt x="5661" y="11128"/>
                    </a:lnTo>
                    <a:lnTo>
                      <a:pt x="6072" y="11236"/>
                    </a:lnTo>
                    <a:lnTo>
                      <a:pt x="6482" y="11323"/>
                    </a:lnTo>
                    <a:lnTo>
                      <a:pt x="6893" y="11409"/>
                    </a:lnTo>
                    <a:lnTo>
                      <a:pt x="7325" y="11474"/>
                    </a:lnTo>
                    <a:lnTo>
                      <a:pt x="7779" y="11496"/>
                    </a:lnTo>
                    <a:lnTo>
                      <a:pt x="8233" y="11517"/>
                    </a:lnTo>
                    <a:lnTo>
                      <a:pt x="8686" y="11517"/>
                    </a:lnTo>
                    <a:lnTo>
                      <a:pt x="9162" y="11496"/>
                    </a:lnTo>
                    <a:lnTo>
                      <a:pt x="9659" y="11431"/>
                    </a:lnTo>
                    <a:lnTo>
                      <a:pt x="10134" y="11366"/>
                    </a:lnTo>
                    <a:lnTo>
                      <a:pt x="10631" y="11280"/>
                    </a:lnTo>
                    <a:lnTo>
                      <a:pt x="11150" y="11172"/>
                    </a:lnTo>
                    <a:lnTo>
                      <a:pt x="11647" y="11064"/>
                    </a:lnTo>
                    <a:lnTo>
                      <a:pt x="12165" y="10912"/>
                    </a:lnTo>
                    <a:lnTo>
                      <a:pt x="12684" y="10761"/>
                    </a:lnTo>
                    <a:lnTo>
                      <a:pt x="13202" y="10588"/>
                    </a:lnTo>
                    <a:lnTo>
                      <a:pt x="14240" y="10221"/>
                    </a:lnTo>
                    <a:lnTo>
                      <a:pt x="15255" y="9810"/>
                    </a:lnTo>
                    <a:lnTo>
                      <a:pt x="16271" y="9357"/>
                    </a:lnTo>
                    <a:lnTo>
                      <a:pt x="17265" y="8881"/>
                    </a:lnTo>
                    <a:lnTo>
                      <a:pt x="18215" y="8384"/>
                    </a:lnTo>
                    <a:lnTo>
                      <a:pt x="19123" y="7866"/>
                    </a:lnTo>
                    <a:lnTo>
                      <a:pt x="19987" y="7347"/>
                    </a:lnTo>
                    <a:lnTo>
                      <a:pt x="20808" y="6850"/>
                    </a:lnTo>
                    <a:lnTo>
                      <a:pt x="21543" y="6353"/>
                    </a:lnTo>
                    <a:lnTo>
                      <a:pt x="22191" y="5878"/>
                    </a:lnTo>
                    <a:lnTo>
                      <a:pt x="14909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1" name="Google Shape;8801;p44"/>
              <p:cNvSpPr/>
              <p:nvPr/>
            </p:nvSpPr>
            <p:spPr>
              <a:xfrm>
                <a:off x="11877225" y="4710500"/>
                <a:ext cx="539675" cy="307925"/>
              </a:xfrm>
              <a:custGeom>
                <a:avLst/>
                <a:gdLst/>
                <a:ahLst/>
                <a:cxnLst/>
                <a:rect l="l" t="t" r="r" b="b"/>
                <a:pathLst>
                  <a:path w="21587" h="12317" extrusionOk="0">
                    <a:moveTo>
                      <a:pt x="15385" y="0"/>
                    </a:moveTo>
                    <a:lnTo>
                      <a:pt x="14953" y="22"/>
                    </a:lnTo>
                    <a:lnTo>
                      <a:pt x="14521" y="43"/>
                    </a:lnTo>
                    <a:lnTo>
                      <a:pt x="14088" y="108"/>
                    </a:lnTo>
                    <a:lnTo>
                      <a:pt x="13203" y="238"/>
                    </a:lnTo>
                    <a:lnTo>
                      <a:pt x="12295" y="389"/>
                    </a:lnTo>
                    <a:lnTo>
                      <a:pt x="11388" y="584"/>
                    </a:lnTo>
                    <a:lnTo>
                      <a:pt x="9529" y="1016"/>
                    </a:lnTo>
                    <a:lnTo>
                      <a:pt x="8600" y="1232"/>
                    </a:lnTo>
                    <a:lnTo>
                      <a:pt x="7649" y="1448"/>
                    </a:lnTo>
                    <a:lnTo>
                      <a:pt x="6720" y="1621"/>
                    </a:lnTo>
                    <a:lnTo>
                      <a:pt x="5770" y="1772"/>
                    </a:lnTo>
                    <a:lnTo>
                      <a:pt x="0" y="7455"/>
                    </a:lnTo>
                    <a:lnTo>
                      <a:pt x="368" y="7865"/>
                    </a:lnTo>
                    <a:lnTo>
                      <a:pt x="778" y="8254"/>
                    </a:lnTo>
                    <a:lnTo>
                      <a:pt x="1210" y="8622"/>
                    </a:lnTo>
                    <a:lnTo>
                      <a:pt x="1643" y="8967"/>
                    </a:lnTo>
                    <a:lnTo>
                      <a:pt x="2096" y="9313"/>
                    </a:lnTo>
                    <a:lnTo>
                      <a:pt x="2572" y="9637"/>
                    </a:lnTo>
                    <a:lnTo>
                      <a:pt x="3047" y="9918"/>
                    </a:lnTo>
                    <a:lnTo>
                      <a:pt x="3544" y="10199"/>
                    </a:lnTo>
                    <a:lnTo>
                      <a:pt x="4063" y="10480"/>
                    </a:lnTo>
                    <a:lnTo>
                      <a:pt x="4581" y="10718"/>
                    </a:lnTo>
                    <a:lnTo>
                      <a:pt x="5121" y="10955"/>
                    </a:lnTo>
                    <a:lnTo>
                      <a:pt x="5662" y="11150"/>
                    </a:lnTo>
                    <a:lnTo>
                      <a:pt x="6202" y="11344"/>
                    </a:lnTo>
                    <a:lnTo>
                      <a:pt x="6742" y="11517"/>
                    </a:lnTo>
                    <a:lnTo>
                      <a:pt x="7304" y="11690"/>
                    </a:lnTo>
                    <a:lnTo>
                      <a:pt x="7866" y="11820"/>
                    </a:lnTo>
                    <a:lnTo>
                      <a:pt x="8427" y="11949"/>
                    </a:lnTo>
                    <a:lnTo>
                      <a:pt x="8989" y="12036"/>
                    </a:lnTo>
                    <a:lnTo>
                      <a:pt x="9551" y="12144"/>
                    </a:lnTo>
                    <a:lnTo>
                      <a:pt x="10113" y="12208"/>
                    </a:lnTo>
                    <a:lnTo>
                      <a:pt x="10674" y="12252"/>
                    </a:lnTo>
                    <a:lnTo>
                      <a:pt x="11236" y="12295"/>
                    </a:lnTo>
                    <a:lnTo>
                      <a:pt x="11798" y="12317"/>
                    </a:lnTo>
                    <a:lnTo>
                      <a:pt x="12338" y="12317"/>
                    </a:lnTo>
                    <a:lnTo>
                      <a:pt x="12878" y="12295"/>
                    </a:lnTo>
                    <a:lnTo>
                      <a:pt x="13419" y="12273"/>
                    </a:lnTo>
                    <a:lnTo>
                      <a:pt x="13937" y="12208"/>
                    </a:lnTo>
                    <a:lnTo>
                      <a:pt x="14456" y="12144"/>
                    </a:lnTo>
                    <a:lnTo>
                      <a:pt x="14953" y="12057"/>
                    </a:lnTo>
                    <a:lnTo>
                      <a:pt x="15450" y="11971"/>
                    </a:lnTo>
                    <a:lnTo>
                      <a:pt x="15925" y="11841"/>
                    </a:lnTo>
                    <a:lnTo>
                      <a:pt x="16379" y="11711"/>
                    </a:lnTo>
                    <a:lnTo>
                      <a:pt x="16833" y="11560"/>
                    </a:lnTo>
                    <a:lnTo>
                      <a:pt x="17243" y="11366"/>
                    </a:lnTo>
                    <a:lnTo>
                      <a:pt x="17675" y="11171"/>
                    </a:lnTo>
                    <a:lnTo>
                      <a:pt x="18064" y="10934"/>
                    </a:lnTo>
                    <a:lnTo>
                      <a:pt x="18432" y="10674"/>
                    </a:lnTo>
                    <a:lnTo>
                      <a:pt x="18799" y="10393"/>
                    </a:lnTo>
                    <a:lnTo>
                      <a:pt x="19145" y="10091"/>
                    </a:lnTo>
                    <a:lnTo>
                      <a:pt x="19469" y="9767"/>
                    </a:lnTo>
                    <a:lnTo>
                      <a:pt x="19771" y="9443"/>
                    </a:lnTo>
                    <a:lnTo>
                      <a:pt x="20052" y="9097"/>
                    </a:lnTo>
                    <a:lnTo>
                      <a:pt x="20311" y="8730"/>
                    </a:lnTo>
                    <a:lnTo>
                      <a:pt x="20549" y="8362"/>
                    </a:lnTo>
                    <a:lnTo>
                      <a:pt x="20765" y="7973"/>
                    </a:lnTo>
                    <a:lnTo>
                      <a:pt x="20960" y="7584"/>
                    </a:lnTo>
                    <a:lnTo>
                      <a:pt x="21133" y="7196"/>
                    </a:lnTo>
                    <a:lnTo>
                      <a:pt x="21262" y="6807"/>
                    </a:lnTo>
                    <a:lnTo>
                      <a:pt x="21392" y="6396"/>
                    </a:lnTo>
                    <a:lnTo>
                      <a:pt x="21478" y="5985"/>
                    </a:lnTo>
                    <a:lnTo>
                      <a:pt x="21543" y="5597"/>
                    </a:lnTo>
                    <a:lnTo>
                      <a:pt x="21586" y="5186"/>
                    </a:lnTo>
                    <a:lnTo>
                      <a:pt x="21586" y="4797"/>
                    </a:lnTo>
                    <a:lnTo>
                      <a:pt x="21586" y="4387"/>
                    </a:lnTo>
                    <a:lnTo>
                      <a:pt x="21521" y="3998"/>
                    </a:lnTo>
                    <a:lnTo>
                      <a:pt x="21457" y="3630"/>
                    </a:lnTo>
                    <a:lnTo>
                      <a:pt x="21349" y="3263"/>
                    </a:lnTo>
                    <a:lnTo>
                      <a:pt x="21219" y="2896"/>
                    </a:lnTo>
                    <a:lnTo>
                      <a:pt x="21046" y="2572"/>
                    </a:lnTo>
                    <a:lnTo>
                      <a:pt x="20830" y="2226"/>
                    </a:lnTo>
                    <a:lnTo>
                      <a:pt x="20592" y="1923"/>
                    </a:lnTo>
                    <a:lnTo>
                      <a:pt x="20333" y="1621"/>
                    </a:lnTo>
                    <a:lnTo>
                      <a:pt x="20031" y="1361"/>
                    </a:lnTo>
                    <a:lnTo>
                      <a:pt x="19685" y="1102"/>
                    </a:lnTo>
                    <a:lnTo>
                      <a:pt x="19339" y="886"/>
                    </a:lnTo>
                    <a:lnTo>
                      <a:pt x="18972" y="692"/>
                    </a:lnTo>
                    <a:lnTo>
                      <a:pt x="18604" y="519"/>
                    </a:lnTo>
                    <a:lnTo>
                      <a:pt x="18216" y="368"/>
                    </a:lnTo>
                    <a:lnTo>
                      <a:pt x="17827" y="259"/>
                    </a:lnTo>
                    <a:lnTo>
                      <a:pt x="17438" y="151"/>
                    </a:lnTo>
                    <a:lnTo>
                      <a:pt x="17027" y="87"/>
                    </a:lnTo>
                    <a:lnTo>
                      <a:pt x="16617" y="43"/>
                    </a:lnTo>
                    <a:lnTo>
                      <a:pt x="162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2" name="Google Shape;8802;p44"/>
              <p:cNvSpPr/>
              <p:nvPr/>
            </p:nvSpPr>
            <p:spPr>
              <a:xfrm>
                <a:off x="11304625" y="4043350"/>
                <a:ext cx="896725" cy="595875"/>
              </a:xfrm>
              <a:custGeom>
                <a:avLst/>
                <a:gdLst/>
                <a:ahLst/>
                <a:cxnLst/>
                <a:rect l="l" t="t" r="r" b="b"/>
                <a:pathLst>
                  <a:path w="35869" h="23835" extrusionOk="0">
                    <a:moveTo>
                      <a:pt x="18324" y="1"/>
                    </a:moveTo>
                    <a:lnTo>
                      <a:pt x="17827" y="22"/>
                    </a:lnTo>
                    <a:lnTo>
                      <a:pt x="16941" y="87"/>
                    </a:lnTo>
                    <a:lnTo>
                      <a:pt x="16055" y="217"/>
                    </a:lnTo>
                    <a:lnTo>
                      <a:pt x="15169" y="368"/>
                    </a:lnTo>
                    <a:lnTo>
                      <a:pt x="14326" y="563"/>
                    </a:lnTo>
                    <a:lnTo>
                      <a:pt x="13484" y="800"/>
                    </a:lnTo>
                    <a:lnTo>
                      <a:pt x="12641" y="1060"/>
                    </a:lnTo>
                    <a:lnTo>
                      <a:pt x="11841" y="1384"/>
                    </a:lnTo>
                    <a:lnTo>
                      <a:pt x="11042" y="1729"/>
                    </a:lnTo>
                    <a:lnTo>
                      <a:pt x="10286" y="2118"/>
                    </a:lnTo>
                    <a:lnTo>
                      <a:pt x="9529" y="2529"/>
                    </a:lnTo>
                    <a:lnTo>
                      <a:pt x="8795" y="2983"/>
                    </a:lnTo>
                    <a:lnTo>
                      <a:pt x="8082" y="3458"/>
                    </a:lnTo>
                    <a:lnTo>
                      <a:pt x="7412" y="3977"/>
                    </a:lnTo>
                    <a:lnTo>
                      <a:pt x="6742" y="4517"/>
                    </a:lnTo>
                    <a:lnTo>
                      <a:pt x="6115" y="5079"/>
                    </a:lnTo>
                    <a:lnTo>
                      <a:pt x="5510" y="5684"/>
                    </a:lnTo>
                    <a:lnTo>
                      <a:pt x="4927" y="6289"/>
                    </a:lnTo>
                    <a:lnTo>
                      <a:pt x="4365" y="6937"/>
                    </a:lnTo>
                    <a:lnTo>
                      <a:pt x="3847" y="7607"/>
                    </a:lnTo>
                    <a:lnTo>
                      <a:pt x="3350" y="8298"/>
                    </a:lnTo>
                    <a:lnTo>
                      <a:pt x="2874" y="9033"/>
                    </a:lnTo>
                    <a:lnTo>
                      <a:pt x="2442" y="9767"/>
                    </a:lnTo>
                    <a:lnTo>
                      <a:pt x="2032" y="10524"/>
                    </a:lnTo>
                    <a:lnTo>
                      <a:pt x="1664" y="11280"/>
                    </a:lnTo>
                    <a:lnTo>
                      <a:pt x="1340" y="12080"/>
                    </a:lnTo>
                    <a:lnTo>
                      <a:pt x="1038" y="12879"/>
                    </a:lnTo>
                    <a:lnTo>
                      <a:pt x="778" y="13722"/>
                    </a:lnTo>
                    <a:lnTo>
                      <a:pt x="541" y="14543"/>
                    </a:lnTo>
                    <a:lnTo>
                      <a:pt x="346" y="15407"/>
                    </a:lnTo>
                    <a:lnTo>
                      <a:pt x="195" y="16250"/>
                    </a:lnTo>
                    <a:lnTo>
                      <a:pt x="87" y="17136"/>
                    </a:lnTo>
                    <a:lnTo>
                      <a:pt x="22" y="18000"/>
                    </a:lnTo>
                    <a:lnTo>
                      <a:pt x="0" y="18540"/>
                    </a:lnTo>
                    <a:lnTo>
                      <a:pt x="0" y="19059"/>
                    </a:lnTo>
                    <a:lnTo>
                      <a:pt x="0" y="19577"/>
                    </a:lnTo>
                    <a:lnTo>
                      <a:pt x="44" y="20096"/>
                    </a:lnTo>
                    <a:lnTo>
                      <a:pt x="87" y="20614"/>
                    </a:lnTo>
                    <a:lnTo>
                      <a:pt x="130" y="21111"/>
                    </a:lnTo>
                    <a:lnTo>
                      <a:pt x="217" y="21630"/>
                    </a:lnTo>
                    <a:lnTo>
                      <a:pt x="303" y="22105"/>
                    </a:lnTo>
                    <a:lnTo>
                      <a:pt x="1621" y="22430"/>
                    </a:lnTo>
                    <a:lnTo>
                      <a:pt x="2961" y="22732"/>
                    </a:lnTo>
                    <a:lnTo>
                      <a:pt x="4300" y="22970"/>
                    </a:lnTo>
                    <a:lnTo>
                      <a:pt x="5618" y="23186"/>
                    </a:lnTo>
                    <a:lnTo>
                      <a:pt x="6958" y="23380"/>
                    </a:lnTo>
                    <a:lnTo>
                      <a:pt x="8276" y="23532"/>
                    </a:lnTo>
                    <a:lnTo>
                      <a:pt x="9573" y="23640"/>
                    </a:lnTo>
                    <a:lnTo>
                      <a:pt x="10869" y="23748"/>
                    </a:lnTo>
                    <a:lnTo>
                      <a:pt x="12165" y="23791"/>
                    </a:lnTo>
                    <a:lnTo>
                      <a:pt x="13440" y="23834"/>
                    </a:lnTo>
                    <a:lnTo>
                      <a:pt x="15947" y="23834"/>
                    </a:lnTo>
                    <a:lnTo>
                      <a:pt x="17178" y="23791"/>
                    </a:lnTo>
                    <a:lnTo>
                      <a:pt x="18410" y="23726"/>
                    </a:lnTo>
                    <a:lnTo>
                      <a:pt x="19598" y="23640"/>
                    </a:lnTo>
                    <a:lnTo>
                      <a:pt x="20787" y="23553"/>
                    </a:lnTo>
                    <a:lnTo>
                      <a:pt x="21932" y="23423"/>
                    </a:lnTo>
                    <a:lnTo>
                      <a:pt x="23077" y="23294"/>
                    </a:lnTo>
                    <a:lnTo>
                      <a:pt x="24179" y="23143"/>
                    </a:lnTo>
                    <a:lnTo>
                      <a:pt x="25260" y="22991"/>
                    </a:lnTo>
                    <a:lnTo>
                      <a:pt x="26318" y="22818"/>
                    </a:lnTo>
                    <a:lnTo>
                      <a:pt x="27356" y="22624"/>
                    </a:lnTo>
                    <a:lnTo>
                      <a:pt x="28349" y="22430"/>
                    </a:lnTo>
                    <a:lnTo>
                      <a:pt x="29322" y="22235"/>
                    </a:lnTo>
                    <a:lnTo>
                      <a:pt x="30251" y="22019"/>
                    </a:lnTo>
                    <a:lnTo>
                      <a:pt x="31158" y="21803"/>
                    </a:lnTo>
                    <a:lnTo>
                      <a:pt x="32865" y="21349"/>
                    </a:lnTo>
                    <a:lnTo>
                      <a:pt x="34421" y="20917"/>
                    </a:lnTo>
                    <a:lnTo>
                      <a:pt x="35804" y="20463"/>
                    </a:lnTo>
                    <a:lnTo>
                      <a:pt x="35847" y="19945"/>
                    </a:lnTo>
                    <a:lnTo>
                      <a:pt x="35869" y="19404"/>
                    </a:lnTo>
                    <a:lnTo>
                      <a:pt x="35869" y="18886"/>
                    </a:lnTo>
                    <a:lnTo>
                      <a:pt x="35869" y="18346"/>
                    </a:lnTo>
                    <a:lnTo>
                      <a:pt x="35804" y="17460"/>
                    </a:lnTo>
                    <a:lnTo>
                      <a:pt x="35718" y="16574"/>
                    </a:lnTo>
                    <a:lnTo>
                      <a:pt x="35588" y="15710"/>
                    </a:lnTo>
                    <a:lnTo>
                      <a:pt x="35415" y="14824"/>
                    </a:lnTo>
                    <a:lnTo>
                      <a:pt x="35221" y="13959"/>
                    </a:lnTo>
                    <a:lnTo>
                      <a:pt x="34983" y="13095"/>
                    </a:lnTo>
                    <a:lnTo>
                      <a:pt x="34702" y="12252"/>
                    </a:lnTo>
                    <a:lnTo>
                      <a:pt x="34378" y="11431"/>
                    </a:lnTo>
                    <a:lnTo>
                      <a:pt x="34032" y="10610"/>
                    </a:lnTo>
                    <a:lnTo>
                      <a:pt x="33665" y="9811"/>
                    </a:lnTo>
                    <a:lnTo>
                      <a:pt x="33233" y="9011"/>
                    </a:lnTo>
                    <a:lnTo>
                      <a:pt x="32779" y="8255"/>
                    </a:lnTo>
                    <a:lnTo>
                      <a:pt x="32304" y="7520"/>
                    </a:lnTo>
                    <a:lnTo>
                      <a:pt x="31785" y="6786"/>
                    </a:lnTo>
                    <a:lnTo>
                      <a:pt x="31245" y="6094"/>
                    </a:lnTo>
                    <a:lnTo>
                      <a:pt x="30683" y="5446"/>
                    </a:lnTo>
                    <a:lnTo>
                      <a:pt x="30078" y="4798"/>
                    </a:lnTo>
                    <a:lnTo>
                      <a:pt x="29430" y="4193"/>
                    </a:lnTo>
                    <a:lnTo>
                      <a:pt x="28760" y="3631"/>
                    </a:lnTo>
                    <a:lnTo>
                      <a:pt x="28069" y="3091"/>
                    </a:lnTo>
                    <a:lnTo>
                      <a:pt x="27356" y="2594"/>
                    </a:lnTo>
                    <a:lnTo>
                      <a:pt x="26621" y="2118"/>
                    </a:lnTo>
                    <a:lnTo>
                      <a:pt x="25843" y="1708"/>
                    </a:lnTo>
                    <a:lnTo>
                      <a:pt x="25044" y="1319"/>
                    </a:lnTo>
                    <a:lnTo>
                      <a:pt x="24222" y="995"/>
                    </a:lnTo>
                    <a:lnTo>
                      <a:pt x="23812" y="844"/>
                    </a:lnTo>
                    <a:lnTo>
                      <a:pt x="23380" y="692"/>
                    </a:lnTo>
                    <a:lnTo>
                      <a:pt x="22948" y="563"/>
                    </a:lnTo>
                    <a:lnTo>
                      <a:pt x="22515" y="455"/>
                    </a:lnTo>
                    <a:lnTo>
                      <a:pt x="22062" y="347"/>
                    </a:lnTo>
                    <a:lnTo>
                      <a:pt x="21608" y="260"/>
                    </a:lnTo>
                    <a:lnTo>
                      <a:pt x="21154" y="195"/>
                    </a:lnTo>
                    <a:lnTo>
                      <a:pt x="20700" y="131"/>
                    </a:lnTo>
                    <a:lnTo>
                      <a:pt x="20247" y="66"/>
                    </a:lnTo>
                    <a:lnTo>
                      <a:pt x="19771" y="22"/>
                    </a:lnTo>
                    <a:lnTo>
                      <a:pt x="19296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3" name="Google Shape;8803;p44"/>
              <p:cNvSpPr/>
              <p:nvPr/>
            </p:nvSpPr>
            <p:spPr>
              <a:xfrm>
                <a:off x="11710850" y="4225400"/>
                <a:ext cx="53500" cy="135075"/>
              </a:xfrm>
              <a:custGeom>
                <a:avLst/>
                <a:gdLst/>
                <a:ahLst/>
                <a:cxnLst/>
                <a:rect l="l" t="t" r="r" b="b"/>
                <a:pathLst>
                  <a:path w="2140" h="5403" extrusionOk="0">
                    <a:moveTo>
                      <a:pt x="757" y="1"/>
                    </a:moveTo>
                    <a:lnTo>
                      <a:pt x="0" y="2896"/>
                    </a:lnTo>
                    <a:lnTo>
                      <a:pt x="1642" y="5403"/>
                    </a:lnTo>
                    <a:lnTo>
                      <a:pt x="1707" y="5186"/>
                    </a:lnTo>
                    <a:lnTo>
                      <a:pt x="2139" y="2507"/>
                    </a:lnTo>
                    <a:lnTo>
                      <a:pt x="757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4" name="Google Shape;8804;p44"/>
              <p:cNvSpPr/>
              <p:nvPr/>
            </p:nvSpPr>
            <p:spPr>
              <a:xfrm>
                <a:off x="11617400" y="4304800"/>
                <a:ext cx="116700" cy="66475"/>
              </a:xfrm>
              <a:custGeom>
                <a:avLst/>
                <a:gdLst/>
                <a:ahLst/>
                <a:cxnLst/>
                <a:rect l="l" t="t" r="r" b="b"/>
                <a:pathLst>
                  <a:path w="4668" h="2659" extrusionOk="0">
                    <a:moveTo>
                      <a:pt x="0" y="1"/>
                    </a:moveTo>
                    <a:lnTo>
                      <a:pt x="1491" y="2140"/>
                    </a:lnTo>
                    <a:lnTo>
                      <a:pt x="4667" y="2659"/>
                    </a:lnTo>
                    <a:lnTo>
                      <a:pt x="3198" y="520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5" name="Google Shape;8805;p44"/>
              <p:cNvSpPr/>
              <p:nvPr/>
            </p:nvSpPr>
            <p:spPr>
              <a:xfrm>
                <a:off x="11774575" y="4242700"/>
                <a:ext cx="60525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2421" h="4711" extrusionOk="0">
                    <a:moveTo>
                      <a:pt x="2421" y="0"/>
                    </a:moveTo>
                    <a:lnTo>
                      <a:pt x="476" y="1772"/>
                    </a:lnTo>
                    <a:lnTo>
                      <a:pt x="1" y="4711"/>
                    </a:lnTo>
                    <a:lnTo>
                      <a:pt x="2227" y="2982"/>
                    </a:lnTo>
                    <a:lnTo>
                      <a:pt x="242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6" name="Google Shape;8806;p44"/>
              <p:cNvSpPr/>
              <p:nvPr/>
            </p:nvSpPr>
            <p:spPr>
              <a:xfrm>
                <a:off x="11784300" y="4340475"/>
                <a:ext cx="131850" cy="51875"/>
              </a:xfrm>
              <a:custGeom>
                <a:avLst/>
                <a:gdLst/>
                <a:ahLst/>
                <a:cxnLst/>
                <a:rect l="l" t="t" r="r" b="b"/>
                <a:pathLst>
                  <a:path w="5274" h="2075" extrusionOk="0">
                    <a:moveTo>
                      <a:pt x="2097" y="0"/>
                    </a:moveTo>
                    <a:lnTo>
                      <a:pt x="1" y="1556"/>
                    </a:lnTo>
                    <a:lnTo>
                      <a:pt x="3199" y="2074"/>
                    </a:lnTo>
                    <a:lnTo>
                      <a:pt x="5273" y="519"/>
                    </a:lnTo>
                    <a:lnTo>
                      <a:pt x="209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7" name="Google Shape;8807;p44"/>
              <p:cNvSpPr/>
              <p:nvPr/>
            </p:nvSpPr>
            <p:spPr>
              <a:xfrm>
                <a:off x="11751350" y="4406900"/>
                <a:ext cx="54050" cy="135075"/>
              </a:xfrm>
              <a:custGeom>
                <a:avLst/>
                <a:gdLst/>
                <a:ahLst/>
                <a:cxnLst/>
                <a:rect l="l" t="t" r="r" b="b"/>
                <a:pathLst>
                  <a:path w="2162" h="5403" extrusionOk="0">
                    <a:moveTo>
                      <a:pt x="498" y="1"/>
                    </a:moveTo>
                    <a:lnTo>
                      <a:pt x="455" y="217"/>
                    </a:lnTo>
                    <a:lnTo>
                      <a:pt x="1" y="2896"/>
                    </a:lnTo>
                    <a:lnTo>
                      <a:pt x="1405" y="5403"/>
                    </a:lnTo>
                    <a:lnTo>
                      <a:pt x="2162" y="2507"/>
                    </a:lnTo>
                    <a:lnTo>
                      <a:pt x="49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8" name="Google Shape;8808;p44"/>
              <p:cNvSpPr/>
              <p:nvPr/>
            </p:nvSpPr>
            <p:spPr>
              <a:xfrm>
                <a:off x="11782150" y="4395575"/>
                <a:ext cx="116700" cy="67000"/>
              </a:xfrm>
              <a:custGeom>
                <a:avLst/>
                <a:gdLst/>
                <a:ahLst/>
                <a:cxnLst/>
                <a:rect l="l" t="t" r="r" b="b"/>
                <a:pathLst>
                  <a:path w="4668" h="2680" extrusionOk="0">
                    <a:moveTo>
                      <a:pt x="0" y="0"/>
                    </a:moveTo>
                    <a:lnTo>
                      <a:pt x="1470" y="2161"/>
                    </a:lnTo>
                    <a:lnTo>
                      <a:pt x="4668" y="2679"/>
                    </a:lnTo>
                    <a:lnTo>
                      <a:pt x="3177" y="51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9" name="Google Shape;8809;p44"/>
              <p:cNvSpPr/>
              <p:nvPr/>
            </p:nvSpPr>
            <p:spPr>
              <a:xfrm>
                <a:off x="11681125" y="4406375"/>
                <a:ext cx="60525" cy="118325"/>
              </a:xfrm>
              <a:custGeom>
                <a:avLst/>
                <a:gdLst/>
                <a:ahLst/>
                <a:cxnLst/>
                <a:rect l="l" t="t" r="r" b="b"/>
                <a:pathLst>
                  <a:path w="2421" h="4733" extrusionOk="0">
                    <a:moveTo>
                      <a:pt x="2421" y="0"/>
                    </a:moveTo>
                    <a:lnTo>
                      <a:pt x="195" y="1750"/>
                    </a:lnTo>
                    <a:lnTo>
                      <a:pt x="1" y="4732"/>
                    </a:lnTo>
                    <a:lnTo>
                      <a:pt x="1946" y="2960"/>
                    </a:lnTo>
                    <a:lnTo>
                      <a:pt x="242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0" name="Google Shape;8810;p44"/>
              <p:cNvSpPr/>
              <p:nvPr/>
            </p:nvSpPr>
            <p:spPr>
              <a:xfrm>
                <a:off x="11599575" y="4374500"/>
                <a:ext cx="131825" cy="52425"/>
              </a:xfrm>
              <a:custGeom>
                <a:avLst/>
                <a:gdLst/>
                <a:ahLst/>
                <a:cxnLst/>
                <a:rect l="l" t="t" r="r" b="b"/>
                <a:pathLst>
                  <a:path w="5273" h="2097" extrusionOk="0">
                    <a:moveTo>
                      <a:pt x="2096" y="0"/>
                    </a:moveTo>
                    <a:lnTo>
                      <a:pt x="0" y="1578"/>
                    </a:lnTo>
                    <a:lnTo>
                      <a:pt x="3198" y="2096"/>
                    </a:lnTo>
                    <a:lnTo>
                      <a:pt x="5272" y="519"/>
                    </a:lnTo>
                    <a:lnTo>
                      <a:pt x="209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1" name="Google Shape;8811;p44"/>
              <p:cNvSpPr/>
              <p:nvPr/>
            </p:nvSpPr>
            <p:spPr>
              <a:xfrm>
                <a:off x="11749200" y="4369625"/>
                <a:ext cx="22175" cy="21650"/>
              </a:xfrm>
              <a:custGeom>
                <a:avLst/>
                <a:gdLst/>
                <a:ahLst/>
                <a:cxnLst/>
                <a:rect l="l" t="t" r="r" b="b"/>
                <a:pathLst>
                  <a:path w="887" h="866" extrusionOk="0">
                    <a:moveTo>
                      <a:pt x="346" y="1"/>
                    </a:moveTo>
                    <a:lnTo>
                      <a:pt x="260" y="22"/>
                    </a:lnTo>
                    <a:lnTo>
                      <a:pt x="195" y="66"/>
                    </a:lnTo>
                    <a:lnTo>
                      <a:pt x="130" y="130"/>
                    </a:lnTo>
                    <a:lnTo>
                      <a:pt x="65" y="195"/>
                    </a:lnTo>
                    <a:lnTo>
                      <a:pt x="44" y="282"/>
                    </a:lnTo>
                    <a:lnTo>
                      <a:pt x="22" y="368"/>
                    </a:lnTo>
                    <a:lnTo>
                      <a:pt x="0" y="455"/>
                    </a:lnTo>
                    <a:lnTo>
                      <a:pt x="22" y="541"/>
                    </a:lnTo>
                    <a:lnTo>
                      <a:pt x="44" y="606"/>
                    </a:lnTo>
                    <a:lnTo>
                      <a:pt x="87" y="692"/>
                    </a:lnTo>
                    <a:lnTo>
                      <a:pt x="152" y="736"/>
                    </a:lnTo>
                    <a:lnTo>
                      <a:pt x="216" y="800"/>
                    </a:lnTo>
                    <a:lnTo>
                      <a:pt x="281" y="844"/>
                    </a:lnTo>
                    <a:lnTo>
                      <a:pt x="368" y="865"/>
                    </a:lnTo>
                    <a:lnTo>
                      <a:pt x="454" y="865"/>
                    </a:lnTo>
                    <a:lnTo>
                      <a:pt x="541" y="844"/>
                    </a:lnTo>
                    <a:lnTo>
                      <a:pt x="627" y="822"/>
                    </a:lnTo>
                    <a:lnTo>
                      <a:pt x="692" y="779"/>
                    </a:lnTo>
                    <a:lnTo>
                      <a:pt x="757" y="736"/>
                    </a:lnTo>
                    <a:lnTo>
                      <a:pt x="821" y="649"/>
                    </a:lnTo>
                    <a:lnTo>
                      <a:pt x="843" y="584"/>
                    </a:lnTo>
                    <a:lnTo>
                      <a:pt x="865" y="498"/>
                    </a:lnTo>
                    <a:lnTo>
                      <a:pt x="886" y="411"/>
                    </a:lnTo>
                    <a:lnTo>
                      <a:pt x="865" y="325"/>
                    </a:lnTo>
                    <a:lnTo>
                      <a:pt x="843" y="239"/>
                    </a:lnTo>
                    <a:lnTo>
                      <a:pt x="800" y="174"/>
                    </a:lnTo>
                    <a:lnTo>
                      <a:pt x="735" y="109"/>
                    </a:lnTo>
                    <a:lnTo>
                      <a:pt x="670" y="66"/>
                    </a:lnTo>
                    <a:lnTo>
                      <a:pt x="605" y="22"/>
                    </a:lnTo>
                    <a:lnTo>
                      <a:pt x="519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2" name="Google Shape;8812;p44"/>
              <p:cNvSpPr/>
              <p:nvPr/>
            </p:nvSpPr>
            <p:spPr>
              <a:xfrm>
                <a:off x="11734625" y="2678300"/>
                <a:ext cx="387325" cy="748200"/>
              </a:xfrm>
              <a:custGeom>
                <a:avLst/>
                <a:gdLst/>
                <a:ahLst/>
                <a:cxnLst/>
                <a:rect l="l" t="t" r="r" b="b"/>
                <a:pathLst>
                  <a:path w="15493" h="29928" extrusionOk="0">
                    <a:moveTo>
                      <a:pt x="10199" y="1"/>
                    </a:moveTo>
                    <a:lnTo>
                      <a:pt x="9680" y="44"/>
                    </a:lnTo>
                    <a:lnTo>
                      <a:pt x="9162" y="152"/>
                    </a:lnTo>
                    <a:lnTo>
                      <a:pt x="8643" y="303"/>
                    </a:lnTo>
                    <a:lnTo>
                      <a:pt x="8103" y="498"/>
                    </a:lnTo>
                    <a:lnTo>
                      <a:pt x="7563" y="735"/>
                    </a:lnTo>
                    <a:lnTo>
                      <a:pt x="7022" y="1059"/>
                    </a:lnTo>
                    <a:lnTo>
                      <a:pt x="6482" y="1405"/>
                    </a:lnTo>
                    <a:lnTo>
                      <a:pt x="5964" y="1837"/>
                    </a:lnTo>
                    <a:lnTo>
                      <a:pt x="5423" y="2313"/>
                    </a:lnTo>
                    <a:lnTo>
                      <a:pt x="4883" y="2874"/>
                    </a:lnTo>
                    <a:lnTo>
                      <a:pt x="4365" y="3458"/>
                    </a:lnTo>
                    <a:lnTo>
                      <a:pt x="3868" y="4084"/>
                    </a:lnTo>
                    <a:lnTo>
                      <a:pt x="3414" y="4754"/>
                    </a:lnTo>
                    <a:lnTo>
                      <a:pt x="3003" y="5424"/>
                    </a:lnTo>
                    <a:lnTo>
                      <a:pt x="2615" y="6116"/>
                    </a:lnTo>
                    <a:lnTo>
                      <a:pt x="2269" y="6850"/>
                    </a:lnTo>
                    <a:lnTo>
                      <a:pt x="1945" y="7585"/>
                    </a:lnTo>
                    <a:lnTo>
                      <a:pt x="1642" y="8341"/>
                    </a:lnTo>
                    <a:lnTo>
                      <a:pt x="1383" y="9119"/>
                    </a:lnTo>
                    <a:lnTo>
                      <a:pt x="1145" y="9918"/>
                    </a:lnTo>
                    <a:lnTo>
                      <a:pt x="929" y="10740"/>
                    </a:lnTo>
                    <a:lnTo>
                      <a:pt x="735" y="11561"/>
                    </a:lnTo>
                    <a:lnTo>
                      <a:pt x="562" y="12382"/>
                    </a:lnTo>
                    <a:lnTo>
                      <a:pt x="432" y="13224"/>
                    </a:lnTo>
                    <a:lnTo>
                      <a:pt x="303" y="14089"/>
                    </a:lnTo>
                    <a:lnTo>
                      <a:pt x="216" y="14931"/>
                    </a:lnTo>
                    <a:lnTo>
                      <a:pt x="130" y="15796"/>
                    </a:lnTo>
                    <a:lnTo>
                      <a:pt x="65" y="16660"/>
                    </a:lnTo>
                    <a:lnTo>
                      <a:pt x="22" y="17524"/>
                    </a:lnTo>
                    <a:lnTo>
                      <a:pt x="0" y="18389"/>
                    </a:lnTo>
                    <a:lnTo>
                      <a:pt x="0" y="19253"/>
                    </a:lnTo>
                    <a:lnTo>
                      <a:pt x="0" y="20096"/>
                    </a:lnTo>
                    <a:lnTo>
                      <a:pt x="22" y="20960"/>
                    </a:lnTo>
                    <a:lnTo>
                      <a:pt x="86" y="22645"/>
                    </a:lnTo>
                    <a:lnTo>
                      <a:pt x="216" y="24287"/>
                    </a:lnTo>
                    <a:lnTo>
                      <a:pt x="389" y="25886"/>
                    </a:lnTo>
                    <a:lnTo>
                      <a:pt x="562" y="27421"/>
                    </a:lnTo>
                    <a:lnTo>
                      <a:pt x="691" y="27550"/>
                    </a:lnTo>
                    <a:lnTo>
                      <a:pt x="864" y="27745"/>
                    </a:lnTo>
                    <a:lnTo>
                      <a:pt x="1210" y="28220"/>
                    </a:lnTo>
                    <a:lnTo>
                      <a:pt x="1642" y="28739"/>
                    </a:lnTo>
                    <a:lnTo>
                      <a:pt x="1880" y="28998"/>
                    </a:lnTo>
                    <a:lnTo>
                      <a:pt x="2118" y="29257"/>
                    </a:lnTo>
                    <a:lnTo>
                      <a:pt x="2398" y="29473"/>
                    </a:lnTo>
                    <a:lnTo>
                      <a:pt x="2679" y="29668"/>
                    </a:lnTo>
                    <a:lnTo>
                      <a:pt x="2809" y="29754"/>
                    </a:lnTo>
                    <a:lnTo>
                      <a:pt x="2960" y="29819"/>
                    </a:lnTo>
                    <a:lnTo>
                      <a:pt x="3111" y="29862"/>
                    </a:lnTo>
                    <a:lnTo>
                      <a:pt x="3284" y="29905"/>
                    </a:lnTo>
                    <a:lnTo>
                      <a:pt x="3436" y="29927"/>
                    </a:lnTo>
                    <a:lnTo>
                      <a:pt x="3608" y="29927"/>
                    </a:lnTo>
                    <a:lnTo>
                      <a:pt x="3760" y="29905"/>
                    </a:lnTo>
                    <a:lnTo>
                      <a:pt x="3933" y="29862"/>
                    </a:lnTo>
                    <a:lnTo>
                      <a:pt x="4105" y="29797"/>
                    </a:lnTo>
                    <a:lnTo>
                      <a:pt x="4278" y="29711"/>
                    </a:lnTo>
                    <a:lnTo>
                      <a:pt x="4451" y="29603"/>
                    </a:lnTo>
                    <a:lnTo>
                      <a:pt x="4646" y="29473"/>
                    </a:lnTo>
                    <a:lnTo>
                      <a:pt x="5186" y="28155"/>
                    </a:lnTo>
                    <a:lnTo>
                      <a:pt x="5748" y="26859"/>
                    </a:lnTo>
                    <a:lnTo>
                      <a:pt x="6353" y="25562"/>
                    </a:lnTo>
                    <a:lnTo>
                      <a:pt x="6979" y="24287"/>
                    </a:lnTo>
                    <a:lnTo>
                      <a:pt x="7606" y="23013"/>
                    </a:lnTo>
                    <a:lnTo>
                      <a:pt x="8254" y="21738"/>
                    </a:lnTo>
                    <a:lnTo>
                      <a:pt x="9572" y="19188"/>
                    </a:lnTo>
                    <a:lnTo>
                      <a:pt x="10890" y="16660"/>
                    </a:lnTo>
                    <a:lnTo>
                      <a:pt x="12208" y="14132"/>
                    </a:lnTo>
                    <a:lnTo>
                      <a:pt x="12835" y="12879"/>
                    </a:lnTo>
                    <a:lnTo>
                      <a:pt x="13461" y="11604"/>
                    </a:lnTo>
                    <a:lnTo>
                      <a:pt x="14066" y="10351"/>
                    </a:lnTo>
                    <a:lnTo>
                      <a:pt x="14650" y="9076"/>
                    </a:lnTo>
                    <a:lnTo>
                      <a:pt x="14931" y="8384"/>
                    </a:lnTo>
                    <a:lnTo>
                      <a:pt x="15147" y="7715"/>
                    </a:lnTo>
                    <a:lnTo>
                      <a:pt x="15320" y="7045"/>
                    </a:lnTo>
                    <a:lnTo>
                      <a:pt x="15428" y="6418"/>
                    </a:lnTo>
                    <a:lnTo>
                      <a:pt x="15493" y="5813"/>
                    </a:lnTo>
                    <a:lnTo>
                      <a:pt x="15493" y="5230"/>
                    </a:lnTo>
                    <a:lnTo>
                      <a:pt x="15471" y="4646"/>
                    </a:lnTo>
                    <a:lnTo>
                      <a:pt x="15385" y="4106"/>
                    </a:lnTo>
                    <a:lnTo>
                      <a:pt x="15255" y="3609"/>
                    </a:lnTo>
                    <a:lnTo>
                      <a:pt x="15104" y="3112"/>
                    </a:lnTo>
                    <a:lnTo>
                      <a:pt x="14888" y="2658"/>
                    </a:lnTo>
                    <a:lnTo>
                      <a:pt x="14650" y="2248"/>
                    </a:lnTo>
                    <a:lnTo>
                      <a:pt x="14391" y="1859"/>
                    </a:lnTo>
                    <a:lnTo>
                      <a:pt x="14066" y="1492"/>
                    </a:lnTo>
                    <a:lnTo>
                      <a:pt x="13742" y="1167"/>
                    </a:lnTo>
                    <a:lnTo>
                      <a:pt x="13375" y="887"/>
                    </a:lnTo>
                    <a:lnTo>
                      <a:pt x="12986" y="627"/>
                    </a:lnTo>
                    <a:lnTo>
                      <a:pt x="12554" y="411"/>
                    </a:lnTo>
                    <a:lnTo>
                      <a:pt x="12122" y="238"/>
                    </a:lnTo>
                    <a:lnTo>
                      <a:pt x="11668" y="109"/>
                    </a:lnTo>
                    <a:lnTo>
                      <a:pt x="11193" y="22"/>
                    </a:lnTo>
                    <a:lnTo>
                      <a:pt x="10696" y="1"/>
                    </a:lnTo>
                    <a:close/>
                  </a:path>
                </a:pathLst>
              </a:custGeom>
              <a:solidFill>
                <a:srgbClr val="424242">
                  <a:alpha val="55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3" name="Google Shape;8813;p44"/>
              <p:cNvSpPr/>
              <p:nvPr/>
            </p:nvSpPr>
            <p:spPr>
              <a:xfrm>
                <a:off x="10840075" y="2932725"/>
                <a:ext cx="599625" cy="608825"/>
              </a:xfrm>
              <a:custGeom>
                <a:avLst/>
                <a:gdLst/>
                <a:ahLst/>
                <a:cxnLst/>
                <a:rect l="l" t="t" r="r" b="b"/>
                <a:pathLst>
                  <a:path w="23985" h="24353" extrusionOk="0">
                    <a:moveTo>
                      <a:pt x="5661" y="1"/>
                    </a:moveTo>
                    <a:lnTo>
                      <a:pt x="5078" y="22"/>
                    </a:lnTo>
                    <a:lnTo>
                      <a:pt x="4494" y="87"/>
                    </a:lnTo>
                    <a:lnTo>
                      <a:pt x="3954" y="195"/>
                    </a:lnTo>
                    <a:lnTo>
                      <a:pt x="3457" y="346"/>
                    </a:lnTo>
                    <a:lnTo>
                      <a:pt x="2982" y="541"/>
                    </a:lnTo>
                    <a:lnTo>
                      <a:pt x="2528" y="757"/>
                    </a:lnTo>
                    <a:lnTo>
                      <a:pt x="2096" y="1016"/>
                    </a:lnTo>
                    <a:lnTo>
                      <a:pt x="1729" y="1319"/>
                    </a:lnTo>
                    <a:lnTo>
                      <a:pt x="1361" y="1643"/>
                    </a:lnTo>
                    <a:lnTo>
                      <a:pt x="1059" y="1989"/>
                    </a:lnTo>
                    <a:lnTo>
                      <a:pt x="778" y="2356"/>
                    </a:lnTo>
                    <a:lnTo>
                      <a:pt x="540" y="2767"/>
                    </a:lnTo>
                    <a:lnTo>
                      <a:pt x="346" y="3177"/>
                    </a:lnTo>
                    <a:lnTo>
                      <a:pt x="194" y="3631"/>
                    </a:lnTo>
                    <a:lnTo>
                      <a:pt x="86" y="4085"/>
                    </a:lnTo>
                    <a:lnTo>
                      <a:pt x="22" y="4560"/>
                    </a:lnTo>
                    <a:lnTo>
                      <a:pt x="0" y="5035"/>
                    </a:lnTo>
                    <a:lnTo>
                      <a:pt x="22" y="5532"/>
                    </a:lnTo>
                    <a:lnTo>
                      <a:pt x="86" y="6051"/>
                    </a:lnTo>
                    <a:lnTo>
                      <a:pt x="216" y="6569"/>
                    </a:lnTo>
                    <a:lnTo>
                      <a:pt x="389" y="7066"/>
                    </a:lnTo>
                    <a:lnTo>
                      <a:pt x="605" y="7585"/>
                    </a:lnTo>
                    <a:lnTo>
                      <a:pt x="886" y="8125"/>
                    </a:lnTo>
                    <a:lnTo>
                      <a:pt x="1210" y="8622"/>
                    </a:lnTo>
                    <a:lnTo>
                      <a:pt x="1599" y="9141"/>
                    </a:lnTo>
                    <a:lnTo>
                      <a:pt x="2053" y="9659"/>
                    </a:lnTo>
                    <a:lnTo>
                      <a:pt x="2550" y="10156"/>
                    </a:lnTo>
                    <a:lnTo>
                      <a:pt x="3111" y="10632"/>
                    </a:lnTo>
                    <a:lnTo>
                      <a:pt x="4213" y="11518"/>
                    </a:lnTo>
                    <a:lnTo>
                      <a:pt x="5315" y="12360"/>
                    </a:lnTo>
                    <a:lnTo>
                      <a:pt x="6461" y="13225"/>
                    </a:lnTo>
                    <a:lnTo>
                      <a:pt x="7584" y="14067"/>
                    </a:lnTo>
                    <a:lnTo>
                      <a:pt x="9896" y="15709"/>
                    </a:lnTo>
                    <a:lnTo>
                      <a:pt x="12230" y="17373"/>
                    </a:lnTo>
                    <a:lnTo>
                      <a:pt x="14542" y="19037"/>
                    </a:lnTo>
                    <a:lnTo>
                      <a:pt x="15709" y="19880"/>
                    </a:lnTo>
                    <a:lnTo>
                      <a:pt x="16854" y="20722"/>
                    </a:lnTo>
                    <a:lnTo>
                      <a:pt x="17977" y="21608"/>
                    </a:lnTo>
                    <a:lnTo>
                      <a:pt x="19101" y="22473"/>
                    </a:lnTo>
                    <a:lnTo>
                      <a:pt x="20203" y="23380"/>
                    </a:lnTo>
                    <a:lnTo>
                      <a:pt x="21283" y="24309"/>
                    </a:lnTo>
                    <a:lnTo>
                      <a:pt x="21499" y="24331"/>
                    </a:lnTo>
                    <a:lnTo>
                      <a:pt x="21716" y="24352"/>
                    </a:lnTo>
                    <a:lnTo>
                      <a:pt x="21910" y="24352"/>
                    </a:lnTo>
                    <a:lnTo>
                      <a:pt x="22083" y="24331"/>
                    </a:lnTo>
                    <a:lnTo>
                      <a:pt x="22256" y="24288"/>
                    </a:lnTo>
                    <a:lnTo>
                      <a:pt x="22407" y="24223"/>
                    </a:lnTo>
                    <a:lnTo>
                      <a:pt x="22558" y="24158"/>
                    </a:lnTo>
                    <a:lnTo>
                      <a:pt x="22688" y="24072"/>
                    </a:lnTo>
                    <a:lnTo>
                      <a:pt x="22818" y="23964"/>
                    </a:lnTo>
                    <a:lnTo>
                      <a:pt x="22926" y="23855"/>
                    </a:lnTo>
                    <a:lnTo>
                      <a:pt x="23034" y="23726"/>
                    </a:lnTo>
                    <a:lnTo>
                      <a:pt x="23120" y="23596"/>
                    </a:lnTo>
                    <a:lnTo>
                      <a:pt x="23293" y="23294"/>
                    </a:lnTo>
                    <a:lnTo>
                      <a:pt x="23423" y="22970"/>
                    </a:lnTo>
                    <a:lnTo>
                      <a:pt x="23531" y="22624"/>
                    </a:lnTo>
                    <a:lnTo>
                      <a:pt x="23617" y="22300"/>
                    </a:lnTo>
                    <a:lnTo>
                      <a:pt x="23768" y="21630"/>
                    </a:lnTo>
                    <a:lnTo>
                      <a:pt x="23876" y="21047"/>
                    </a:lnTo>
                    <a:lnTo>
                      <a:pt x="23919" y="20809"/>
                    </a:lnTo>
                    <a:lnTo>
                      <a:pt x="23984" y="20614"/>
                    </a:lnTo>
                    <a:lnTo>
                      <a:pt x="23444" y="19167"/>
                    </a:lnTo>
                    <a:lnTo>
                      <a:pt x="22882" y="17676"/>
                    </a:lnTo>
                    <a:lnTo>
                      <a:pt x="22234" y="16163"/>
                    </a:lnTo>
                    <a:lnTo>
                      <a:pt x="21543" y="14607"/>
                    </a:lnTo>
                    <a:lnTo>
                      <a:pt x="21175" y="13851"/>
                    </a:lnTo>
                    <a:lnTo>
                      <a:pt x="20786" y="13073"/>
                    </a:lnTo>
                    <a:lnTo>
                      <a:pt x="20397" y="12317"/>
                    </a:lnTo>
                    <a:lnTo>
                      <a:pt x="19987" y="11561"/>
                    </a:lnTo>
                    <a:lnTo>
                      <a:pt x="19555" y="10805"/>
                    </a:lnTo>
                    <a:lnTo>
                      <a:pt x="19101" y="10070"/>
                    </a:lnTo>
                    <a:lnTo>
                      <a:pt x="18647" y="9335"/>
                    </a:lnTo>
                    <a:lnTo>
                      <a:pt x="18172" y="8622"/>
                    </a:lnTo>
                    <a:lnTo>
                      <a:pt x="17675" y="7909"/>
                    </a:lnTo>
                    <a:lnTo>
                      <a:pt x="17178" y="7218"/>
                    </a:lnTo>
                    <a:lnTo>
                      <a:pt x="16638" y="6569"/>
                    </a:lnTo>
                    <a:lnTo>
                      <a:pt x="16098" y="5921"/>
                    </a:lnTo>
                    <a:lnTo>
                      <a:pt x="15536" y="5295"/>
                    </a:lnTo>
                    <a:lnTo>
                      <a:pt x="14974" y="4690"/>
                    </a:lnTo>
                    <a:lnTo>
                      <a:pt x="14391" y="4106"/>
                    </a:lnTo>
                    <a:lnTo>
                      <a:pt x="13764" y="3566"/>
                    </a:lnTo>
                    <a:lnTo>
                      <a:pt x="13137" y="3047"/>
                    </a:lnTo>
                    <a:lnTo>
                      <a:pt x="12511" y="2572"/>
                    </a:lnTo>
                    <a:lnTo>
                      <a:pt x="11841" y="2118"/>
                    </a:lnTo>
                    <a:lnTo>
                      <a:pt x="11171" y="1708"/>
                    </a:lnTo>
                    <a:lnTo>
                      <a:pt x="10480" y="1319"/>
                    </a:lnTo>
                    <a:lnTo>
                      <a:pt x="9767" y="995"/>
                    </a:lnTo>
                    <a:lnTo>
                      <a:pt x="9032" y="692"/>
                    </a:lnTo>
                    <a:lnTo>
                      <a:pt x="8276" y="433"/>
                    </a:lnTo>
                    <a:lnTo>
                      <a:pt x="7584" y="260"/>
                    </a:lnTo>
                    <a:lnTo>
                      <a:pt x="6936" y="109"/>
                    </a:lnTo>
                    <a:lnTo>
                      <a:pt x="6288" y="44"/>
                    </a:lnTo>
                    <a:lnTo>
                      <a:pt x="5661" y="1"/>
                    </a:lnTo>
                    <a:close/>
                  </a:path>
                </a:pathLst>
              </a:custGeom>
              <a:solidFill>
                <a:srgbClr val="424242">
                  <a:alpha val="55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4" name="Google Shape;8814;p44"/>
              <p:cNvSpPr/>
              <p:nvPr/>
            </p:nvSpPr>
            <p:spPr>
              <a:xfrm>
                <a:off x="11127450" y="3207700"/>
                <a:ext cx="284700" cy="298200"/>
              </a:xfrm>
              <a:custGeom>
                <a:avLst/>
                <a:gdLst/>
                <a:ahLst/>
                <a:cxnLst/>
                <a:rect l="l" t="t" r="r" b="b"/>
                <a:pathLst>
                  <a:path w="11388" h="11928" extrusionOk="0">
                    <a:moveTo>
                      <a:pt x="2485" y="0"/>
                    </a:moveTo>
                    <a:lnTo>
                      <a:pt x="1923" y="22"/>
                    </a:lnTo>
                    <a:lnTo>
                      <a:pt x="1664" y="43"/>
                    </a:lnTo>
                    <a:lnTo>
                      <a:pt x="1426" y="65"/>
                    </a:lnTo>
                    <a:lnTo>
                      <a:pt x="1210" y="108"/>
                    </a:lnTo>
                    <a:lnTo>
                      <a:pt x="1016" y="173"/>
                    </a:lnTo>
                    <a:lnTo>
                      <a:pt x="843" y="216"/>
                    </a:lnTo>
                    <a:lnTo>
                      <a:pt x="692" y="303"/>
                    </a:lnTo>
                    <a:lnTo>
                      <a:pt x="540" y="367"/>
                    </a:lnTo>
                    <a:lnTo>
                      <a:pt x="432" y="475"/>
                    </a:lnTo>
                    <a:lnTo>
                      <a:pt x="324" y="562"/>
                    </a:lnTo>
                    <a:lnTo>
                      <a:pt x="238" y="670"/>
                    </a:lnTo>
                    <a:lnTo>
                      <a:pt x="151" y="778"/>
                    </a:lnTo>
                    <a:lnTo>
                      <a:pt x="108" y="886"/>
                    </a:lnTo>
                    <a:lnTo>
                      <a:pt x="65" y="1016"/>
                    </a:lnTo>
                    <a:lnTo>
                      <a:pt x="22" y="1124"/>
                    </a:lnTo>
                    <a:lnTo>
                      <a:pt x="0" y="1253"/>
                    </a:lnTo>
                    <a:lnTo>
                      <a:pt x="0" y="1383"/>
                    </a:lnTo>
                    <a:lnTo>
                      <a:pt x="43" y="1664"/>
                    </a:lnTo>
                    <a:lnTo>
                      <a:pt x="108" y="1945"/>
                    </a:lnTo>
                    <a:lnTo>
                      <a:pt x="238" y="2226"/>
                    </a:lnTo>
                    <a:lnTo>
                      <a:pt x="411" y="2528"/>
                    </a:lnTo>
                    <a:lnTo>
                      <a:pt x="605" y="2809"/>
                    </a:lnTo>
                    <a:lnTo>
                      <a:pt x="821" y="3090"/>
                    </a:lnTo>
                    <a:lnTo>
                      <a:pt x="1081" y="3349"/>
                    </a:lnTo>
                    <a:lnTo>
                      <a:pt x="1880" y="4105"/>
                    </a:lnTo>
                    <a:lnTo>
                      <a:pt x="3068" y="5207"/>
                    </a:lnTo>
                    <a:lnTo>
                      <a:pt x="6094" y="7952"/>
                    </a:lnTo>
                    <a:lnTo>
                      <a:pt x="8946" y="10544"/>
                    </a:lnTo>
                    <a:lnTo>
                      <a:pt x="9918" y="11452"/>
                    </a:lnTo>
                    <a:lnTo>
                      <a:pt x="10393" y="11927"/>
                    </a:lnTo>
                    <a:lnTo>
                      <a:pt x="11387" y="11106"/>
                    </a:lnTo>
                    <a:lnTo>
                      <a:pt x="11193" y="10609"/>
                    </a:lnTo>
                    <a:lnTo>
                      <a:pt x="10912" y="9983"/>
                    </a:lnTo>
                    <a:lnTo>
                      <a:pt x="10566" y="9226"/>
                    </a:lnTo>
                    <a:lnTo>
                      <a:pt x="10134" y="8405"/>
                    </a:lnTo>
                    <a:lnTo>
                      <a:pt x="9637" y="7519"/>
                    </a:lnTo>
                    <a:lnTo>
                      <a:pt x="9097" y="6590"/>
                    </a:lnTo>
                    <a:lnTo>
                      <a:pt x="8514" y="5661"/>
                    </a:lnTo>
                    <a:lnTo>
                      <a:pt x="7887" y="4710"/>
                    </a:lnTo>
                    <a:lnTo>
                      <a:pt x="7217" y="3803"/>
                    </a:lnTo>
                    <a:lnTo>
                      <a:pt x="6547" y="2939"/>
                    </a:lnTo>
                    <a:lnTo>
                      <a:pt x="6202" y="2528"/>
                    </a:lnTo>
                    <a:lnTo>
                      <a:pt x="5856" y="2139"/>
                    </a:lnTo>
                    <a:lnTo>
                      <a:pt x="5488" y="1772"/>
                    </a:lnTo>
                    <a:lnTo>
                      <a:pt x="5143" y="1448"/>
                    </a:lnTo>
                    <a:lnTo>
                      <a:pt x="4797" y="1145"/>
                    </a:lnTo>
                    <a:lnTo>
                      <a:pt x="4451" y="864"/>
                    </a:lnTo>
                    <a:lnTo>
                      <a:pt x="4106" y="605"/>
                    </a:lnTo>
                    <a:lnTo>
                      <a:pt x="3781" y="411"/>
                    </a:lnTo>
                    <a:lnTo>
                      <a:pt x="3436" y="238"/>
                    </a:lnTo>
                    <a:lnTo>
                      <a:pt x="3112" y="108"/>
                    </a:lnTo>
                    <a:lnTo>
                      <a:pt x="2809" y="43"/>
                    </a:lnTo>
                    <a:lnTo>
                      <a:pt x="248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5" name="Google Shape;8815;p44"/>
              <p:cNvSpPr/>
              <p:nvPr/>
            </p:nvSpPr>
            <p:spPr>
              <a:xfrm>
                <a:off x="11791325" y="3020250"/>
                <a:ext cx="149125" cy="369500"/>
              </a:xfrm>
              <a:custGeom>
                <a:avLst/>
                <a:gdLst/>
                <a:ahLst/>
                <a:cxnLst/>
                <a:rect l="l" t="t" r="r" b="b"/>
                <a:pathLst>
                  <a:path w="5965" h="14780" extrusionOk="0">
                    <a:moveTo>
                      <a:pt x="4495" y="0"/>
                    </a:moveTo>
                    <a:lnTo>
                      <a:pt x="4322" y="43"/>
                    </a:lnTo>
                    <a:lnTo>
                      <a:pt x="4128" y="87"/>
                    </a:lnTo>
                    <a:lnTo>
                      <a:pt x="3912" y="130"/>
                    </a:lnTo>
                    <a:lnTo>
                      <a:pt x="3696" y="216"/>
                    </a:lnTo>
                    <a:lnTo>
                      <a:pt x="3458" y="303"/>
                    </a:lnTo>
                    <a:lnTo>
                      <a:pt x="2939" y="562"/>
                    </a:lnTo>
                    <a:lnTo>
                      <a:pt x="2680" y="735"/>
                    </a:lnTo>
                    <a:lnTo>
                      <a:pt x="2442" y="951"/>
                    </a:lnTo>
                    <a:lnTo>
                      <a:pt x="2205" y="1210"/>
                    </a:lnTo>
                    <a:lnTo>
                      <a:pt x="1989" y="1513"/>
                    </a:lnTo>
                    <a:lnTo>
                      <a:pt x="1773" y="1858"/>
                    </a:lnTo>
                    <a:lnTo>
                      <a:pt x="1578" y="2226"/>
                    </a:lnTo>
                    <a:lnTo>
                      <a:pt x="1405" y="2636"/>
                    </a:lnTo>
                    <a:lnTo>
                      <a:pt x="1232" y="3068"/>
                    </a:lnTo>
                    <a:lnTo>
                      <a:pt x="1081" y="3522"/>
                    </a:lnTo>
                    <a:lnTo>
                      <a:pt x="952" y="4019"/>
                    </a:lnTo>
                    <a:lnTo>
                      <a:pt x="822" y="4516"/>
                    </a:lnTo>
                    <a:lnTo>
                      <a:pt x="692" y="5035"/>
                    </a:lnTo>
                    <a:lnTo>
                      <a:pt x="476" y="6115"/>
                    </a:lnTo>
                    <a:lnTo>
                      <a:pt x="325" y="7217"/>
                    </a:lnTo>
                    <a:lnTo>
                      <a:pt x="195" y="8341"/>
                    </a:lnTo>
                    <a:lnTo>
                      <a:pt x="87" y="9464"/>
                    </a:lnTo>
                    <a:lnTo>
                      <a:pt x="44" y="10523"/>
                    </a:lnTo>
                    <a:lnTo>
                      <a:pt x="1" y="11539"/>
                    </a:lnTo>
                    <a:lnTo>
                      <a:pt x="1" y="12468"/>
                    </a:lnTo>
                    <a:lnTo>
                      <a:pt x="22" y="13289"/>
                    </a:lnTo>
                    <a:lnTo>
                      <a:pt x="66" y="13980"/>
                    </a:lnTo>
                    <a:lnTo>
                      <a:pt x="130" y="14520"/>
                    </a:lnTo>
                    <a:lnTo>
                      <a:pt x="1384" y="14780"/>
                    </a:lnTo>
                    <a:lnTo>
                      <a:pt x="1600" y="14153"/>
                    </a:lnTo>
                    <a:lnTo>
                      <a:pt x="2054" y="12900"/>
                    </a:lnTo>
                    <a:lnTo>
                      <a:pt x="3393" y="9291"/>
                    </a:lnTo>
                    <a:lnTo>
                      <a:pt x="4819" y="5445"/>
                    </a:lnTo>
                    <a:lnTo>
                      <a:pt x="5381" y="3933"/>
                    </a:lnTo>
                    <a:lnTo>
                      <a:pt x="5727" y="2896"/>
                    </a:lnTo>
                    <a:lnTo>
                      <a:pt x="5835" y="2550"/>
                    </a:lnTo>
                    <a:lnTo>
                      <a:pt x="5921" y="2204"/>
                    </a:lnTo>
                    <a:lnTo>
                      <a:pt x="5964" y="1858"/>
                    </a:lnTo>
                    <a:lnTo>
                      <a:pt x="5964" y="1513"/>
                    </a:lnTo>
                    <a:lnTo>
                      <a:pt x="5943" y="1210"/>
                    </a:lnTo>
                    <a:lnTo>
                      <a:pt x="5878" y="929"/>
                    </a:lnTo>
                    <a:lnTo>
                      <a:pt x="5792" y="670"/>
                    </a:lnTo>
                    <a:lnTo>
                      <a:pt x="5727" y="540"/>
                    </a:lnTo>
                    <a:lnTo>
                      <a:pt x="5640" y="432"/>
                    </a:lnTo>
                    <a:lnTo>
                      <a:pt x="5576" y="346"/>
                    </a:lnTo>
                    <a:lnTo>
                      <a:pt x="5467" y="259"/>
                    </a:lnTo>
                    <a:lnTo>
                      <a:pt x="5359" y="173"/>
                    </a:lnTo>
                    <a:lnTo>
                      <a:pt x="5251" y="108"/>
                    </a:lnTo>
                    <a:lnTo>
                      <a:pt x="5122" y="65"/>
                    </a:lnTo>
                    <a:lnTo>
                      <a:pt x="4992" y="22"/>
                    </a:lnTo>
                    <a:lnTo>
                      <a:pt x="484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6" name="Google Shape;8816;p44"/>
              <p:cNvSpPr/>
              <p:nvPr/>
            </p:nvSpPr>
            <p:spPr>
              <a:xfrm>
                <a:off x="11244675" y="3352450"/>
                <a:ext cx="874575" cy="874600"/>
              </a:xfrm>
              <a:custGeom>
                <a:avLst/>
                <a:gdLst/>
                <a:ahLst/>
                <a:cxnLst/>
                <a:rect l="l" t="t" r="r" b="b"/>
                <a:pathLst>
                  <a:path w="34983" h="34984" extrusionOk="0">
                    <a:moveTo>
                      <a:pt x="17221" y="1"/>
                    </a:moveTo>
                    <a:lnTo>
                      <a:pt x="16314" y="44"/>
                    </a:lnTo>
                    <a:lnTo>
                      <a:pt x="15428" y="109"/>
                    </a:lnTo>
                    <a:lnTo>
                      <a:pt x="14542" y="239"/>
                    </a:lnTo>
                    <a:lnTo>
                      <a:pt x="13678" y="411"/>
                    </a:lnTo>
                    <a:lnTo>
                      <a:pt x="12835" y="627"/>
                    </a:lnTo>
                    <a:lnTo>
                      <a:pt x="11992" y="865"/>
                    </a:lnTo>
                    <a:lnTo>
                      <a:pt x="11171" y="1168"/>
                    </a:lnTo>
                    <a:lnTo>
                      <a:pt x="10393" y="1492"/>
                    </a:lnTo>
                    <a:lnTo>
                      <a:pt x="9615" y="1859"/>
                    </a:lnTo>
                    <a:lnTo>
                      <a:pt x="8859" y="2270"/>
                    </a:lnTo>
                    <a:lnTo>
                      <a:pt x="8146" y="2702"/>
                    </a:lnTo>
                    <a:lnTo>
                      <a:pt x="7433" y="3177"/>
                    </a:lnTo>
                    <a:lnTo>
                      <a:pt x="6763" y="3674"/>
                    </a:lnTo>
                    <a:lnTo>
                      <a:pt x="6115" y="4193"/>
                    </a:lnTo>
                    <a:lnTo>
                      <a:pt x="5488" y="4754"/>
                    </a:lnTo>
                    <a:lnTo>
                      <a:pt x="4883" y="5360"/>
                    </a:lnTo>
                    <a:lnTo>
                      <a:pt x="4322" y="5965"/>
                    </a:lnTo>
                    <a:lnTo>
                      <a:pt x="3781" y="6613"/>
                    </a:lnTo>
                    <a:lnTo>
                      <a:pt x="3284" y="7283"/>
                    </a:lnTo>
                    <a:lnTo>
                      <a:pt x="2809" y="7974"/>
                    </a:lnTo>
                    <a:lnTo>
                      <a:pt x="2355" y="8687"/>
                    </a:lnTo>
                    <a:lnTo>
                      <a:pt x="1945" y="9443"/>
                    </a:lnTo>
                    <a:lnTo>
                      <a:pt x="1577" y="10200"/>
                    </a:lnTo>
                    <a:lnTo>
                      <a:pt x="1253" y="10977"/>
                    </a:lnTo>
                    <a:lnTo>
                      <a:pt x="951" y="11777"/>
                    </a:lnTo>
                    <a:lnTo>
                      <a:pt x="691" y="12576"/>
                    </a:lnTo>
                    <a:lnTo>
                      <a:pt x="475" y="13419"/>
                    </a:lnTo>
                    <a:lnTo>
                      <a:pt x="281" y="14262"/>
                    </a:lnTo>
                    <a:lnTo>
                      <a:pt x="151" y="15105"/>
                    </a:lnTo>
                    <a:lnTo>
                      <a:pt x="65" y="15990"/>
                    </a:lnTo>
                    <a:lnTo>
                      <a:pt x="0" y="16855"/>
                    </a:lnTo>
                    <a:lnTo>
                      <a:pt x="0" y="17762"/>
                    </a:lnTo>
                    <a:lnTo>
                      <a:pt x="22" y="18648"/>
                    </a:lnTo>
                    <a:lnTo>
                      <a:pt x="108" y="19556"/>
                    </a:lnTo>
                    <a:lnTo>
                      <a:pt x="238" y="20442"/>
                    </a:lnTo>
                    <a:lnTo>
                      <a:pt x="411" y="21306"/>
                    </a:lnTo>
                    <a:lnTo>
                      <a:pt x="627" y="22149"/>
                    </a:lnTo>
                    <a:lnTo>
                      <a:pt x="864" y="22991"/>
                    </a:lnTo>
                    <a:lnTo>
                      <a:pt x="1167" y="23791"/>
                    </a:lnTo>
                    <a:lnTo>
                      <a:pt x="1491" y="24590"/>
                    </a:lnTo>
                    <a:lnTo>
                      <a:pt x="1858" y="25368"/>
                    </a:lnTo>
                    <a:lnTo>
                      <a:pt x="2269" y="26103"/>
                    </a:lnTo>
                    <a:lnTo>
                      <a:pt x="2701" y="26837"/>
                    </a:lnTo>
                    <a:lnTo>
                      <a:pt x="3155" y="27529"/>
                    </a:lnTo>
                    <a:lnTo>
                      <a:pt x="3673" y="28220"/>
                    </a:lnTo>
                    <a:lnTo>
                      <a:pt x="4192" y="28869"/>
                    </a:lnTo>
                    <a:lnTo>
                      <a:pt x="4754" y="29495"/>
                    </a:lnTo>
                    <a:lnTo>
                      <a:pt x="5359" y="30079"/>
                    </a:lnTo>
                    <a:lnTo>
                      <a:pt x="5964" y="30662"/>
                    </a:lnTo>
                    <a:lnTo>
                      <a:pt x="6612" y="31202"/>
                    </a:lnTo>
                    <a:lnTo>
                      <a:pt x="7282" y="31699"/>
                    </a:lnTo>
                    <a:lnTo>
                      <a:pt x="7973" y="32174"/>
                    </a:lnTo>
                    <a:lnTo>
                      <a:pt x="8686" y="32607"/>
                    </a:lnTo>
                    <a:lnTo>
                      <a:pt x="9442" y="33017"/>
                    </a:lnTo>
                    <a:lnTo>
                      <a:pt x="10199" y="33384"/>
                    </a:lnTo>
                    <a:lnTo>
                      <a:pt x="10977" y="33730"/>
                    </a:lnTo>
                    <a:lnTo>
                      <a:pt x="11776" y="34033"/>
                    </a:lnTo>
                    <a:lnTo>
                      <a:pt x="12576" y="34292"/>
                    </a:lnTo>
                    <a:lnTo>
                      <a:pt x="13418" y="34508"/>
                    </a:lnTo>
                    <a:lnTo>
                      <a:pt x="14261" y="34681"/>
                    </a:lnTo>
                    <a:lnTo>
                      <a:pt x="15104" y="34832"/>
                    </a:lnTo>
                    <a:lnTo>
                      <a:pt x="15990" y="34919"/>
                    </a:lnTo>
                    <a:lnTo>
                      <a:pt x="16854" y="34962"/>
                    </a:lnTo>
                    <a:lnTo>
                      <a:pt x="17761" y="34983"/>
                    </a:lnTo>
                    <a:lnTo>
                      <a:pt x="18647" y="34940"/>
                    </a:lnTo>
                    <a:lnTo>
                      <a:pt x="19555" y="34854"/>
                    </a:lnTo>
                    <a:lnTo>
                      <a:pt x="20441" y="34724"/>
                    </a:lnTo>
                    <a:lnTo>
                      <a:pt x="21305" y="34573"/>
                    </a:lnTo>
                    <a:lnTo>
                      <a:pt x="22148" y="34357"/>
                    </a:lnTo>
                    <a:lnTo>
                      <a:pt x="22969" y="34098"/>
                    </a:lnTo>
                    <a:lnTo>
                      <a:pt x="23790" y="33817"/>
                    </a:lnTo>
                    <a:lnTo>
                      <a:pt x="24589" y="33471"/>
                    </a:lnTo>
                    <a:lnTo>
                      <a:pt x="25346" y="33125"/>
                    </a:lnTo>
                    <a:lnTo>
                      <a:pt x="26102" y="32715"/>
                    </a:lnTo>
                    <a:lnTo>
                      <a:pt x="26837" y="32283"/>
                    </a:lnTo>
                    <a:lnTo>
                      <a:pt x="27528" y="31807"/>
                    </a:lnTo>
                    <a:lnTo>
                      <a:pt x="28219" y="31310"/>
                    </a:lnTo>
                    <a:lnTo>
                      <a:pt x="28868" y="30770"/>
                    </a:lnTo>
                    <a:lnTo>
                      <a:pt x="29494" y="30208"/>
                    </a:lnTo>
                    <a:lnTo>
                      <a:pt x="30078" y="29625"/>
                    </a:lnTo>
                    <a:lnTo>
                      <a:pt x="30661" y="28998"/>
                    </a:lnTo>
                    <a:lnTo>
                      <a:pt x="31180" y="28350"/>
                    </a:lnTo>
                    <a:lnTo>
                      <a:pt x="31698" y="27680"/>
                    </a:lnTo>
                    <a:lnTo>
                      <a:pt x="32174" y="26989"/>
                    </a:lnTo>
                    <a:lnTo>
                      <a:pt x="32606" y="26276"/>
                    </a:lnTo>
                    <a:lnTo>
                      <a:pt x="33016" y="25541"/>
                    </a:lnTo>
                    <a:lnTo>
                      <a:pt x="33384" y="24785"/>
                    </a:lnTo>
                    <a:lnTo>
                      <a:pt x="33729" y="24007"/>
                    </a:lnTo>
                    <a:lnTo>
                      <a:pt x="34032" y="23207"/>
                    </a:lnTo>
                    <a:lnTo>
                      <a:pt x="34291" y="22386"/>
                    </a:lnTo>
                    <a:lnTo>
                      <a:pt x="34507" y="21565"/>
                    </a:lnTo>
                    <a:lnTo>
                      <a:pt x="34680" y="20722"/>
                    </a:lnTo>
                    <a:lnTo>
                      <a:pt x="34810" y="19858"/>
                    </a:lnTo>
                    <a:lnTo>
                      <a:pt x="34918" y="18994"/>
                    </a:lnTo>
                    <a:lnTo>
                      <a:pt x="34961" y="18108"/>
                    </a:lnTo>
                    <a:lnTo>
                      <a:pt x="34983" y="17222"/>
                    </a:lnTo>
                    <a:lnTo>
                      <a:pt x="34939" y="16315"/>
                    </a:lnTo>
                    <a:lnTo>
                      <a:pt x="34853" y="15429"/>
                    </a:lnTo>
                    <a:lnTo>
                      <a:pt x="34723" y="14543"/>
                    </a:lnTo>
                    <a:lnTo>
                      <a:pt x="34550" y="13678"/>
                    </a:lnTo>
                    <a:lnTo>
                      <a:pt x="34356" y="12836"/>
                    </a:lnTo>
                    <a:lnTo>
                      <a:pt x="34097" y="11993"/>
                    </a:lnTo>
                    <a:lnTo>
                      <a:pt x="33816" y="11172"/>
                    </a:lnTo>
                    <a:lnTo>
                      <a:pt x="33470" y="10394"/>
                    </a:lnTo>
                    <a:lnTo>
                      <a:pt x="33103" y="9616"/>
                    </a:lnTo>
                    <a:lnTo>
                      <a:pt x="32714" y="8860"/>
                    </a:lnTo>
                    <a:lnTo>
                      <a:pt x="32282" y="8147"/>
                    </a:lnTo>
                    <a:lnTo>
                      <a:pt x="31806" y="7434"/>
                    </a:lnTo>
                    <a:lnTo>
                      <a:pt x="31309" y="6764"/>
                    </a:lnTo>
                    <a:lnTo>
                      <a:pt x="30769" y="6116"/>
                    </a:lnTo>
                    <a:lnTo>
                      <a:pt x="30207" y="5489"/>
                    </a:lnTo>
                    <a:lnTo>
                      <a:pt x="29624" y="4884"/>
                    </a:lnTo>
                    <a:lnTo>
                      <a:pt x="28997" y="4322"/>
                    </a:lnTo>
                    <a:lnTo>
                      <a:pt x="28349" y="3782"/>
                    </a:lnTo>
                    <a:lnTo>
                      <a:pt x="27679" y="3285"/>
                    </a:lnTo>
                    <a:lnTo>
                      <a:pt x="26988" y="2810"/>
                    </a:lnTo>
                    <a:lnTo>
                      <a:pt x="26275" y="2356"/>
                    </a:lnTo>
                    <a:lnTo>
                      <a:pt x="25540" y="1946"/>
                    </a:lnTo>
                    <a:lnTo>
                      <a:pt x="24784" y="1578"/>
                    </a:lnTo>
                    <a:lnTo>
                      <a:pt x="24006" y="1254"/>
                    </a:lnTo>
                    <a:lnTo>
                      <a:pt x="23206" y="952"/>
                    </a:lnTo>
                    <a:lnTo>
                      <a:pt x="22385" y="692"/>
                    </a:lnTo>
                    <a:lnTo>
                      <a:pt x="21564" y="476"/>
                    </a:lnTo>
                    <a:lnTo>
                      <a:pt x="20722" y="282"/>
                    </a:lnTo>
                    <a:lnTo>
                      <a:pt x="19857" y="152"/>
                    </a:lnTo>
                    <a:lnTo>
                      <a:pt x="18993" y="66"/>
                    </a:lnTo>
                    <a:lnTo>
                      <a:pt x="18107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7" name="Google Shape;8817;p44"/>
              <p:cNvSpPr/>
              <p:nvPr/>
            </p:nvSpPr>
            <p:spPr>
              <a:xfrm>
                <a:off x="11507725" y="3671175"/>
                <a:ext cx="61075" cy="83200"/>
              </a:xfrm>
              <a:custGeom>
                <a:avLst/>
                <a:gdLst/>
                <a:ahLst/>
                <a:cxnLst/>
                <a:rect l="l" t="t" r="r" b="b"/>
                <a:pathLst>
                  <a:path w="2443" h="3328" extrusionOk="0">
                    <a:moveTo>
                      <a:pt x="1103" y="0"/>
                    </a:moveTo>
                    <a:lnTo>
                      <a:pt x="973" y="22"/>
                    </a:lnTo>
                    <a:lnTo>
                      <a:pt x="865" y="65"/>
                    </a:lnTo>
                    <a:lnTo>
                      <a:pt x="736" y="108"/>
                    </a:lnTo>
                    <a:lnTo>
                      <a:pt x="627" y="173"/>
                    </a:lnTo>
                    <a:lnTo>
                      <a:pt x="519" y="238"/>
                    </a:lnTo>
                    <a:lnTo>
                      <a:pt x="433" y="346"/>
                    </a:lnTo>
                    <a:lnTo>
                      <a:pt x="347" y="454"/>
                    </a:lnTo>
                    <a:lnTo>
                      <a:pt x="260" y="584"/>
                    </a:lnTo>
                    <a:lnTo>
                      <a:pt x="131" y="843"/>
                    </a:lnTo>
                    <a:lnTo>
                      <a:pt x="44" y="1124"/>
                    </a:lnTo>
                    <a:lnTo>
                      <a:pt x="1" y="1426"/>
                    </a:lnTo>
                    <a:lnTo>
                      <a:pt x="1" y="1750"/>
                    </a:lnTo>
                    <a:lnTo>
                      <a:pt x="44" y="2075"/>
                    </a:lnTo>
                    <a:lnTo>
                      <a:pt x="131" y="2356"/>
                    </a:lnTo>
                    <a:lnTo>
                      <a:pt x="260" y="2636"/>
                    </a:lnTo>
                    <a:lnTo>
                      <a:pt x="411" y="2874"/>
                    </a:lnTo>
                    <a:lnTo>
                      <a:pt x="606" y="3047"/>
                    </a:lnTo>
                    <a:lnTo>
                      <a:pt x="692" y="3133"/>
                    </a:lnTo>
                    <a:lnTo>
                      <a:pt x="800" y="3198"/>
                    </a:lnTo>
                    <a:lnTo>
                      <a:pt x="908" y="3263"/>
                    </a:lnTo>
                    <a:lnTo>
                      <a:pt x="1038" y="3285"/>
                    </a:lnTo>
                    <a:lnTo>
                      <a:pt x="1146" y="3306"/>
                    </a:lnTo>
                    <a:lnTo>
                      <a:pt x="1276" y="3328"/>
                    </a:lnTo>
                    <a:lnTo>
                      <a:pt x="1341" y="3328"/>
                    </a:lnTo>
                    <a:lnTo>
                      <a:pt x="1449" y="3306"/>
                    </a:lnTo>
                    <a:lnTo>
                      <a:pt x="1578" y="3263"/>
                    </a:lnTo>
                    <a:lnTo>
                      <a:pt x="1686" y="3220"/>
                    </a:lnTo>
                    <a:lnTo>
                      <a:pt x="1794" y="3155"/>
                    </a:lnTo>
                    <a:lnTo>
                      <a:pt x="1902" y="3090"/>
                    </a:lnTo>
                    <a:lnTo>
                      <a:pt x="1989" y="2982"/>
                    </a:lnTo>
                    <a:lnTo>
                      <a:pt x="2075" y="2896"/>
                    </a:lnTo>
                    <a:lnTo>
                      <a:pt x="2162" y="2788"/>
                    </a:lnTo>
                    <a:lnTo>
                      <a:pt x="2291" y="2528"/>
                    </a:lnTo>
                    <a:lnTo>
                      <a:pt x="2378" y="2226"/>
                    </a:lnTo>
                    <a:lnTo>
                      <a:pt x="2443" y="1923"/>
                    </a:lnTo>
                    <a:lnTo>
                      <a:pt x="2443" y="1578"/>
                    </a:lnTo>
                    <a:lnTo>
                      <a:pt x="2399" y="1254"/>
                    </a:lnTo>
                    <a:lnTo>
                      <a:pt x="2291" y="951"/>
                    </a:lnTo>
                    <a:lnTo>
                      <a:pt x="2162" y="670"/>
                    </a:lnTo>
                    <a:lnTo>
                      <a:pt x="2010" y="432"/>
                    </a:lnTo>
                    <a:lnTo>
                      <a:pt x="1902" y="324"/>
                    </a:lnTo>
                    <a:lnTo>
                      <a:pt x="1816" y="238"/>
                    </a:lnTo>
                    <a:lnTo>
                      <a:pt x="1708" y="173"/>
                    </a:lnTo>
                    <a:lnTo>
                      <a:pt x="1600" y="108"/>
                    </a:lnTo>
                    <a:lnTo>
                      <a:pt x="1470" y="43"/>
                    </a:lnTo>
                    <a:lnTo>
                      <a:pt x="1362" y="22"/>
                    </a:lnTo>
                    <a:lnTo>
                      <a:pt x="123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8" name="Google Shape;8818;p44"/>
              <p:cNvSpPr/>
              <p:nvPr/>
            </p:nvSpPr>
            <p:spPr>
              <a:xfrm>
                <a:off x="11783225" y="3652800"/>
                <a:ext cx="61075" cy="83225"/>
              </a:xfrm>
              <a:custGeom>
                <a:avLst/>
                <a:gdLst/>
                <a:ahLst/>
                <a:cxnLst/>
                <a:rect l="l" t="t" r="r" b="b"/>
                <a:pathLst>
                  <a:path w="2443" h="3329" extrusionOk="0">
                    <a:moveTo>
                      <a:pt x="1124" y="1"/>
                    </a:moveTo>
                    <a:lnTo>
                      <a:pt x="995" y="22"/>
                    </a:lnTo>
                    <a:lnTo>
                      <a:pt x="865" y="44"/>
                    </a:lnTo>
                    <a:lnTo>
                      <a:pt x="757" y="109"/>
                    </a:lnTo>
                    <a:lnTo>
                      <a:pt x="649" y="173"/>
                    </a:lnTo>
                    <a:lnTo>
                      <a:pt x="541" y="238"/>
                    </a:lnTo>
                    <a:lnTo>
                      <a:pt x="454" y="325"/>
                    </a:lnTo>
                    <a:lnTo>
                      <a:pt x="368" y="433"/>
                    </a:lnTo>
                    <a:lnTo>
                      <a:pt x="282" y="541"/>
                    </a:lnTo>
                    <a:lnTo>
                      <a:pt x="152" y="800"/>
                    </a:lnTo>
                    <a:lnTo>
                      <a:pt x="66" y="1081"/>
                    </a:lnTo>
                    <a:lnTo>
                      <a:pt x="1" y="1405"/>
                    </a:lnTo>
                    <a:lnTo>
                      <a:pt x="1" y="1751"/>
                    </a:lnTo>
                    <a:lnTo>
                      <a:pt x="44" y="2053"/>
                    </a:lnTo>
                    <a:lnTo>
                      <a:pt x="130" y="2356"/>
                    </a:lnTo>
                    <a:lnTo>
                      <a:pt x="260" y="2637"/>
                    </a:lnTo>
                    <a:lnTo>
                      <a:pt x="411" y="2853"/>
                    </a:lnTo>
                    <a:lnTo>
                      <a:pt x="606" y="3047"/>
                    </a:lnTo>
                    <a:lnTo>
                      <a:pt x="714" y="3134"/>
                    </a:lnTo>
                    <a:lnTo>
                      <a:pt x="822" y="3199"/>
                    </a:lnTo>
                    <a:lnTo>
                      <a:pt x="930" y="3242"/>
                    </a:lnTo>
                    <a:lnTo>
                      <a:pt x="1038" y="3285"/>
                    </a:lnTo>
                    <a:lnTo>
                      <a:pt x="1146" y="3307"/>
                    </a:lnTo>
                    <a:lnTo>
                      <a:pt x="1276" y="3328"/>
                    </a:lnTo>
                    <a:lnTo>
                      <a:pt x="1340" y="3328"/>
                    </a:lnTo>
                    <a:lnTo>
                      <a:pt x="1470" y="3307"/>
                    </a:lnTo>
                    <a:lnTo>
                      <a:pt x="1578" y="3263"/>
                    </a:lnTo>
                    <a:lnTo>
                      <a:pt x="1708" y="3220"/>
                    </a:lnTo>
                    <a:lnTo>
                      <a:pt x="1816" y="3155"/>
                    </a:lnTo>
                    <a:lnTo>
                      <a:pt x="1924" y="3069"/>
                    </a:lnTo>
                    <a:lnTo>
                      <a:pt x="2010" y="2982"/>
                    </a:lnTo>
                    <a:lnTo>
                      <a:pt x="2097" y="2874"/>
                    </a:lnTo>
                    <a:lnTo>
                      <a:pt x="2183" y="2745"/>
                    </a:lnTo>
                    <a:lnTo>
                      <a:pt x="2313" y="2485"/>
                    </a:lnTo>
                    <a:lnTo>
                      <a:pt x="2399" y="2205"/>
                    </a:lnTo>
                    <a:lnTo>
                      <a:pt x="2442" y="1902"/>
                    </a:lnTo>
                    <a:lnTo>
                      <a:pt x="2442" y="1578"/>
                    </a:lnTo>
                    <a:lnTo>
                      <a:pt x="2399" y="1254"/>
                    </a:lnTo>
                    <a:lnTo>
                      <a:pt x="2313" y="951"/>
                    </a:lnTo>
                    <a:lnTo>
                      <a:pt x="2183" y="692"/>
                    </a:lnTo>
                    <a:lnTo>
                      <a:pt x="2032" y="454"/>
                    </a:lnTo>
                    <a:lnTo>
                      <a:pt x="1859" y="260"/>
                    </a:lnTo>
                    <a:lnTo>
                      <a:pt x="1751" y="195"/>
                    </a:lnTo>
                    <a:lnTo>
                      <a:pt x="1643" y="130"/>
                    </a:lnTo>
                    <a:lnTo>
                      <a:pt x="1535" y="65"/>
                    </a:lnTo>
                    <a:lnTo>
                      <a:pt x="1427" y="22"/>
                    </a:lnTo>
                    <a:lnTo>
                      <a:pt x="129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9" name="Google Shape;8819;p44"/>
              <p:cNvSpPr/>
              <p:nvPr/>
            </p:nvSpPr>
            <p:spPr>
              <a:xfrm>
                <a:off x="11587150" y="3786225"/>
                <a:ext cx="195025" cy="121575"/>
              </a:xfrm>
              <a:custGeom>
                <a:avLst/>
                <a:gdLst/>
                <a:ahLst/>
                <a:cxnLst/>
                <a:rect l="l" t="t" r="r" b="b"/>
                <a:pathLst>
                  <a:path w="7801" h="4863" extrusionOk="0">
                    <a:moveTo>
                      <a:pt x="3911" y="1"/>
                    </a:moveTo>
                    <a:lnTo>
                      <a:pt x="3501" y="44"/>
                    </a:lnTo>
                    <a:lnTo>
                      <a:pt x="3198" y="109"/>
                    </a:lnTo>
                    <a:lnTo>
                      <a:pt x="2874" y="174"/>
                    </a:lnTo>
                    <a:lnTo>
                      <a:pt x="2550" y="260"/>
                    </a:lnTo>
                    <a:lnTo>
                      <a:pt x="2226" y="368"/>
                    </a:lnTo>
                    <a:lnTo>
                      <a:pt x="1923" y="476"/>
                    </a:lnTo>
                    <a:lnTo>
                      <a:pt x="1621" y="606"/>
                    </a:lnTo>
                    <a:lnTo>
                      <a:pt x="1340" y="735"/>
                    </a:lnTo>
                    <a:lnTo>
                      <a:pt x="1081" y="865"/>
                    </a:lnTo>
                    <a:lnTo>
                      <a:pt x="843" y="1016"/>
                    </a:lnTo>
                    <a:lnTo>
                      <a:pt x="605" y="1189"/>
                    </a:lnTo>
                    <a:lnTo>
                      <a:pt x="411" y="1340"/>
                    </a:lnTo>
                    <a:lnTo>
                      <a:pt x="259" y="1492"/>
                    </a:lnTo>
                    <a:lnTo>
                      <a:pt x="130" y="1664"/>
                    </a:lnTo>
                    <a:lnTo>
                      <a:pt x="43" y="1816"/>
                    </a:lnTo>
                    <a:lnTo>
                      <a:pt x="0" y="1989"/>
                    </a:lnTo>
                    <a:lnTo>
                      <a:pt x="0" y="2140"/>
                    </a:lnTo>
                    <a:lnTo>
                      <a:pt x="22" y="2334"/>
                    </a:lnTo>
                    <a:lnTo>
                      <a:pt x="108" y="2529"/>
                    </a:lnTo>
                    <a:lnTo>
                      <a:pt x="195" y="2745"/>
                    </a:lnTo>
                    <a:lnTo>
                      <a:pt x="324" y="2961"/>
                    </a:lnTo>
                    <a:lnTo>
                      <a:pt x="476" y="3177"/>
                    </a:lnTo>
                    <a:lnTo>
                      <a:pt x="670" y="3415"/>
                    </a:lnTo>
                    <a:lnTo>
                      <a:pt x="886" y="3631"/>
                    </a:lnTo>
                    <a:lnTo>
                      <a:pt x="1124" y="3847"/>
                    </a:lnTo>
                    <a:lnTo>
                      <a:pt x="1383" y="4063"/>
                    </a:lnTo>
                    <a:lnTo>
                      <a:pt x="1664" y="4236"/>
                    </a:lnTo>
                    <a:lnTo>
                      <a:pt x="1966" y="4409"/>
                    </a:lnTo>
                    <a:lnTo>
                      <a:pt x="2312" y="4560"/>
                    </a:lnTo>
                    <a:lnTo>
                      <a:pt x="2658" y="4690"/>
                    </a:lnTo>
                    <a:lnTo>
                      <a:pt x="3025" y="4776"/>
                    </a:lnTo>
                    <a:lnTo>
                      <a:pt x="3414" y="4841"/>
                    </a:lnTo>
                    <a:lnTo>
                      <a:pt x="3825" y="4862"/>
                    </a:lnTo>
                    <a:lnTo>
                      <a:pt x="4019" y="4862"/>
                    </a:lnTo>
                    <a:lnTo>
                      <a:pt x="4451" y="4819"/>
                    </a:lnTo>
                    <a:lnTo>
                      <a:pt x="4883" y="4733"/>
                    </a:lnTo>
                    <a:lnTo>
                      <a:pt x="5272" y="4603"/>
                    </a:lnTo>
                    <a:lnTo>
                      <a:pt x="5618" y="4430"/>
                    </a:lnTo>
                    <a:lnTo>
                      <a:pt x="5964" y="4236"/>
                    </a:lnTo>
                    <a:lnTo>
                      <a:pt x="6266" y="4020"/>
                    </a:lnTo>
                    <a:lnTo>
                      <a:pt x="6547" y="3782"/>
                    </a:lnTo>
                    <a:lnTo>
                      <a:pt x="6807" y="3523"/>
                    </a:lnTo>
                    <a:lnTo>
                      <a:pt x="7023" y="3263"/>
                    </a:lnTo>
                    <a:lnTo>
                      <a:pt x="7239" y="3004"/>
                    </a:lnTo>
                    <a:lnTo>
                      <a:pt x="7390" y="2723"/>
                    </a:lnTo>
                    <a:lnTo>
                      <a:pt x="7541" y="2464"/>
                    </a:lnTo>
                    <a:lnTo>
                      <a:pt x="7649" y="2205"/>
                    </a:lnTo>
                    <a:lnTo>
                      <a:pt x="7736" y="1967"/>
                    </a:lnTo>
                    <a:lnTo>
                      <a:pt x="7779" y="1751"/>
                    </a:lnTo>
                    <a:lnTo>
                      <a:pt x="7800" y="1578"/>
                    </a:lnTo>
                    <a:lnTo>
                      <a:pt x="7800" y="1405"/>
                    </a:lnTo>
                    <a:lnTo>
                      <a:pt x="7757" y="1232"/>
                    </a:lnTo>
                    <a:lnTo>
                      <a:pt x="7671" y="1081"/>
                    </a:lnTo>
                    <a:lnTo>
                      <a:pt x="7541" y="930"/>
                    </a:lnTo>
                    <a:lnTo>
                      <a:pt x="7433" y="822"/>
                    </a:lnTo>
                    <a:lnTo>
                      <a:pt x="7303" y="735"/>
                    </a:lnTo>
                    <a:lnTo>
                      <a:pt x="7001" y="562"/>
                    </a:lnTo>
                    <a:lnTo>
                      <a:pt x="6655" y="390"/>
                    </a:lnTo>
                    <a:lnTo>
                      <a:pt x="6245" y="260"/>
                    </a:lnTo>
                    <a:lnTo>
                      <a:pt x="5813" y="152"/>
                    </a:lnTo>
                    <a:lnTo>
                      <a:pt x="5337" y="66"/>
                    </a:lnTo>
                    <a:lnTo>
                      <a:pt x="484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0" name="Google Shape;8820;p44"/>
              <p:cNvSpPr/>
              <p:nvPr/>
            </p:nvSpPr>
            <p:spPr>
              <a:xfrm>
                <a:off x="11589850" y="3894275"/>
                <a:ext cx="207450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8298" h="4711" extrusionOk="0">
                    <a:moveTo>
                      <a:pt x="3868" y="0"/>
                    </a:moveTo>
                    <a:lnTo>
                      <a:pt x="3803" y="43"/>
                    </a:lnTo>
                    <a:lnTo>
                      <a:pt x="3738" y="87"/>
                    </a:lnTo>
                    <a:lnTo>
                      <a:pt x="3673" y="130"/>
                    </a:lnTo>
                    <a:lnTo>
                      <a:pt x="3630" y="195"/>
                    </a:lnTo>
                    <a:lnTo>
                      <a:pt x="3609" y="259"/>
                    </a:lnTo>
                    <a:lnTo>
                      <a:pt x="3587" y="346"/>
                    </a:lnTo>
                    <a:lnTo>
                      <a:pt x="3587" y="432"/>
                    </a:lnTo>
                    <a:lnTo>
                      <a:pt x="3803" y="3868"/>
                    </a:lnTo>
                    <a:lnTo>
                      <a:pt x="3436" y="3846"/>
                    </a:lnTo>
                    <a:lnTo>
                      <a:pt x="3068" y="3782"/>
                    </a:lnTo>
                    <a:lnTo>
                      <a:pt x="2680" y="3695"/>
                    </a:lnTo>
                    <a:lnTo>
                      <a:pt x="2291" y="3587"/>
                    </a:lnTo>
                    <a:lnTo>
                      <a:pt x="1880" y="3436"/>
                    </a:lnTo>
                    <a:lnTo>
                      <a:pt x="1470" y="3263"/>
                    </a:lnTo>
                    <a:lnTo>
                      <a:pt x="1059" y="3047"/>
                    </a:lnTo>
                    <a:lnTo>
                      <a:pt x="627" y="2809"/>
                    </a:lnTo>
                    <a:lnTo>
                      <a:pt x="540" y="2766"/>
                    </a:lnTo>
                    <a:lnTo>
                      <a:pt x="476" y="2744"/>
                    </a:lnTo>
                    <a:lnTo>
                      <a:pt x="389" y="2744"/>
                    </a:lnTo>
                    <a:lnTo>
                      <a:pt x="303" y="2766"/>
                    </a:lnTo>
                    <a:lnTo>
                      <a:pt x="238" y="2788"/>
                    </a:lnTo>
                    <a:lnTo>
                      <a:pt x="173" y="2831"/>
                    </a:lnTo>
                    <a:lnTo>
                      <a:pt x="108" y="2874"/>
                    </a:lnTo>
                    <a:lnTo>
                      <a:pt x="65" y="2939"/>
                    </a:lnTo>
                    <a:lnTo>
                      <a:pt x="22" y="3025"/>
                    </a:lnTo>
                    <a:lnTo>
                      <a:pt x="0" y="3112"/>
                    </a:lnTo>
                    <a:lnTo>
                      <a:pt x="0" y="3177"/>
                    </a:lnTo>
                    <a:lnTo>
                      <a:pt x="22" y="3263"/>
                    </a:lnTo>
                    <a:lnTo>
                      <a:pt x="43" y="3328"/>
                    </a:lnTo>
                    <a:lnTo>
                      <a:pt x="87" y="3393"/>
                    </a:lnTo>
                    <a:lnTo>
                      <a:pt x="151" y="3457"/>
                    </a:lnTo>
                    <a:lnTo>
                      <a:pt x="216" y="3501"/>
                    </a:lnTo>
                    <a:lnTo>
                      <a:pt x="713" y="3782"/>
                    </a:lnTo>
                    <a:lnTo>
                      <a:pt x="1210" y="4041"/>
                    </a:lnTo>
                    <a:lnTo>
                      <a:pt x="1686" y="4235"/>
                    </a:lnTo>
                    <a:lnTo>
                      <a:pt x="2139" y="4408"/>
                    </a:lnTo>
                    <a:lnTo>
                      <a:pt x="2615" y="4538"/>
                    </a:lnTo>
                    <a:lnTo>
                      <a:pt x="3047" y="4624"/>
                    </a:lnTo>
                    <a:lnTo>
                      <a:pt x="3501" y="4689"/>
                    </a:lnTo>
                    <a:lnTo>
                      <a:pt x="3933" y="4711"/>
                    </a:lnTo>
                    <a:lnTo>
                      <a:pt x="4192" y="4689"/>
                    </a:lnTo>
                    <a:lnTo>
                      <a:pt x="4451" y="4667"/>
                    </a:lnTo>
                    <a:lnTo>
                      <a:pt x="4711" y="4646"/>
                    </a:lnTo>
                    <a:lnTo>
                      <a:pt x="4970" y="4603"/>
                    </a:lnTo>
                    <a:lnTo>
                      <a:pt x="5229" y="4538"/>
                    </a:lnTo>
                    <a:lnTo>
                      <a:pt x="5489" y="4473"/>
                    </a:lnTo>
                    <a:lnTo>
                      <a:pt x="6007" y="4278"/>
                    </a:lnTo>
                    <a:lnTo>
                      <a:pt x="6526" y="4041"/>
                    </a:lnTo>
                    <a:lnTo>
                      <a:pt x="7066" y="3738"/>
                    </a:lnTo>
                    <a:lnTo>
                      <a:pt x="7584" y="3393"/>
                    </a:lnTo>
                    <a:lnTo>
                      <a:pt x="8146" y="2982"/>
                    </a:lnTo>
                    <a:lnTo>
                      <a:pt x="8211" y="2917"/>
                    </a:lnTo>
                    <a:lnTo>
                      <a:pt x="8254" y="2852"/>
                    </a:lnTo>
                    <a:lnTo>
                      <a:pt x="8276" y="2788"/>
                    </a:lnTo>
                    <a:lnTo>
                      <a:pt x="8297" y="2701"/>
                    </a:lnTo>
                    <a:lnTo>
                      <a:pt x="8297" y="2636"/>
                    </a:lnTo>
                    <a:lnTo>
                      <a:pt x="8297" y="2550"/>
                    </a:lnTo>
                    <a:lnTo>
                      <a:pt x="8254" y="2485"/>
                    </a:lnTo>
                    <a:lnTo>
                      <a:pt x="8211" y="2399"/>
                    </a:lnTo>
                    <a:lnTo>
                      <a:pt x="8168" y="2334"/>
                    </a:lnTo>
                    <a:lnTo>
                      <a:pt x="8081" y="2291"/>
                    </a:lnTo>
                    <a:lnTo>
                      <a:pt x="8017" y="2269"/>
                    </a:lnTo>
                    <a:lnTo>
                      <a:pt x="7952" y="2247"/>
                    </a:lnTo>
                    <a:lnTo>
                      <a:pt x="7865" y="2247"/>
                    </a:lnTo>
                    <a:lnTo>
                      <a:pt x="7779" y="2269"/>
                    </a:lnTo>
                    <a:lnTo>
                      <a:pt x="7714" y="2291"/>
                    </a:lnTo>
                    <a:lnTo>
                      <a:pt x="7649" y="2334"/>
                    </a:lnTo>
                    <a:lnTo>
                      <a:pt x="7239" y="2636"/>
                    </a:lnTo>
                    <a:lnTo>
                      <a:pt x="6850" y="2896"/>
                    </a:lnTo>
                    <a:lnTo>
                      <a:pt x="6482" y="3133"/>
                    </a:lnTo>
                    <a:lnTo>
                      <a:pt x="6094" y="3328"/>
                    </a:lnTo>
                    <a:lnTo>
                      <a:pt x="5726" y="3501"/>
                    </a:lnTo>
                    <a:lnTo>
                      <a:pt x="5359" y="3630"/>
                    </a:lnTo>
                    <a:lnTo>
                      <a:pt x="4992" y="3738"/>
                    </a:lnTo>
                    <a:lnTo>
                      <a:pt x="4624" y="3825"/>
                    </a:lnTo>
                    <a:lnTo>
                      <a:pt x="4387" y="368"/>
                    </a:lnTo>
                    <a:lnTo>
                      <a:pt x="4387" y="303"/>
                    </a:lnTo>
                    <a:lnTo>
                      <a:pt x="4343" y="216"/>
                    </a:lnTo>
                    <a:lnTo>
                      <a:pt x="4300" y="151"/>
                    </a:lnTo>
                    <a:lnTo>
                      <a:pt x="4257" y="87"/>
                    </a:lnTo>
                    <a:lnTo>
                      <a:pt x="4192" y="43"/>
                    </a:lnTo>
                    <a:lnTo>
                      <a:pt x="4127" y="22"/>
                    </a:lnTo>
                    <a:lnTo>
                      <a:pt x="404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1" name="Google Shape;8821;p44"/>
              <p:cNvSpPr/>
              <p:nvPr/>
            </p:nvSpPr>
            <p:spPr>
              <a:xfrm>
                <a:off x="11613600" y="3813775"/>
                <a:ext cx="54600" cy="37300"/>
              </a:xfrm>
              <a:custGeom>
                <a:avLst/>
                <a:gdLst/>
                <a:ahLst/>
                <a:cxnLst/>
                <a:rect l="l" t="t" r="r" b="b"/>
                <a:pathLst>
                  <a:path w="2184" h="1492" extrusionOk="0">
                    <a:moveTo>
                      <a:pt x="1773" y="1"/>
                    </a:moveTo>
                    <a:lnTo>
                      <a:pt x="1513" y="44"/>
                    </a:lnTo>
                    <a:lnTo>
                      <a:pt x="1276" y="87"/>
                    </a:lnTo>
                    <a:lnTo>
                      <a:pt x="1038" y="152"/>
                    </a:lnTo>
                    <a:lnTo>
                      <a:pt x="822" y="260"/>
                    </a:lnTo>
                    <a:lnTo>
                      <a:pt x="606" y="368"/>
                    </a:lnTo>
                    <a:lnTo>
                      <a:pt x="390" y="498"/>
                    </a:lnTo>
                    <a:lnTo>
                      <a:pt x="217" y="671"/>
                    </a:lnTo>
                    <a:lnTo>
                      <a:pt x="66" y="865"/>
                    </a:lnTo>
                    <a:lnTo>
                      <a:pt x="1" y="951"/>
                    </a:lnTo>
                    <a:lnTo>
                      <a:pt x="1" y="1059"/>
                    </a:lnTo>
                    <a:lnTo>
                      <a:pt x="1" y="1167"/>
                    </a:lnTo>
                    <a:lnTo>
                      <a:pt x="66" y="1276"/>
                    </a:lnTo>
                    <a:lnTo>
                      <a:pt x="131" y="1362"/>
                    </a:lnTo>
                    <a:lnTo>
                      <a:pt x="217" y="1427"/>
                    </a:lnTo>
                    <a:lnTo>
                      <a:pt x="303" y="1470"/>
                    </a:lnTo>
                    <a:lnTo>
                      <a:pt x="411" y="1492"/>
                    </a:lnTo>
                    <a:lnTo>
                      <a:pt x="628" y="1448"/>
                    </a:lnTo>
                    <a:lnTo>
                      <a:pt x="800" y="1405"/>
                    </a:lnTo>
                    <a:lnTo>
                      <a:pt x="995" y="1340"/>
                    </a:lnTo>
                    <a:lnTo>
                      <a:pt x="1168" y="1254"/>
                    </a:lnTo>
                    <a:lnTo>
                      <a:pt x="1492" y="1059"/>
                    </a:lnTo>
                    <a:lnTo>
                      <a:pt x="1838" y="865"/>
                    </a:lnTo>
                    <a:lnTo>
                      <a:pt x="1924" y="822"/>
                    </a:lnTo>
                    <a:lnTo>
                      <a:pt x="1967" y="757"/>
                    </a:lnTo>
                    <a:lnTo>
                      <a:pt x="2054" y="692"/>
                    </a:lnTo>
                    <a:lnTo>
                      <a:pt x="2118" y="627"/>
                    </a:lnTo>
                    <a:lnTo>
                      <a:pt x="2162" y="519"/>
                    </a:lnTo>
                    <a:lnTo>
                      <a:pt x="2183" y="411"/>
                    </a:lnTo>
                    <a:lnTo>
                      <a:pt x="2162" y="346"/>
                    </a:lnTo>
                    <a:lnTo>
                      <a:pt x="2140" y="260"/>
                    </a:lnTo>
                    <a:lnTo>
                      <a:pt x="2097" y="195"/>
                    </a:lnTo>
                    <a:lnTo>
                      <a:pt x="2054" y="130"/>
                    </a:lnTo>
                    <a:lnTo>
                      <a:pt x="1989" y="65"/>
                    </a:lnTo>
                    <a:lnTo>
                      <a:pt x="1924" y="22"/>
                    </a:lnTo>
                    <a:lnTo>
                      <a:pt x="1838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822" name="Google Shape;8822;p44"/>
          <p:cNvGrpSpPr/>
          <p:nvPr/>
        </p:nvGrpSpPr>
        <p:grpSpPr>
          <a:xfrm>
            <a:off x="5861500" y="-77375"/>
            <a:ext cx="260625" cy="1230500"/>
            <a:chOff x="6815325" y="0"/>
            <a:chExt cx="260625" cy="1230500"/>
          </a:xfrm>
        </p:grpSpPr>
        <p:sp>
          <p:nvSpPr>
            <p:cNvPr id="8823" name="Google Shape;8823;p44"/>
            <p:cNvSpPr/>
            <p:nvPr/>
          </p:nvSpPr>
          <p:spPr>
            <a:xfrm>
              <a:off x="6943375" y="0"/>
              <a:ext cx="25" cy="916575"/>
            </a:xfrm>
            <a:custGeom>
              <a:avLst/>
              <a:gdLst/>
              <a:ahLst/>
              <a:cxnLst/>
              <a:rect l="l" t="t" r="r" b="b"/>
              <a:pathLst>
                <a:path w="1" h="36663" extrusionOk="0">
                  <a:moveTo>
                    <a:pt x="1" y="36662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4" name="Google Shape;8824;p44"/>
            <p:cNvSpPr/>
            <p:nvPr/>
          </p:nvSpPr>
          <p:spPr>
            <a:xfrm>
              <a:off x="6943375" y="0"/>
              <a:ext cx="25" cy="916575"/>
            </a:xfrm>
            <a:custGeom>
              <a:avLst/>
              <a:gdLst/>
              <a:ahLst/>
              <a:cxnLst/>
              <a:rect l="l" t="t" r="r" b="b"/>
              <a:pathLst>
                <a:path w="1" h="36663" fill="none" extrusionOk="0">
                  <a:moveTo>
                    <a:pt x="1" y="36662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5" name="Google Shape;8825;p44"/>
            <p:cNvSpPr/>
            <p:nvPr/>
          </p:nvSpPr>
          <p:spPr>
            <a:xfrm>
              <a:off x="6933275" y="0"/>
              <a:ext cx="19675" cy="916575"/>
            </a:xfrm>
            <a:custGeom>
              <a:avLst/>
              <a:gdLst/>
              <a:ahLst/>
              <a:cxnLst/>
              <a:rect l="l" t="t" r="r" b="b"/>
              <a:pathLst>
                <a:path w="787" h="36663" extrusionOk="0">
                  <a:moveTo>
                    <a:pt x="0" y="0"/>
                  </a:moveTo>
                  <a:lnTo>
                    <a:pt x="0" y="36662"/>
                  </a:lnTo>
                  <a:lnTo>
                    <a:pt x="787" y="36662"/>
                  </a:lnTo>
                  <a:lnTo>
                    <a:pt x="78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6" name="Google Shape;8826;p44"/>
            <p:cNvSpPr/>
            <p:nvPr/>
          </p:nvSpPr>
          <p:spPr>
            <a:xfrm>
              <a:off x="6815325" y="847475"/>
              <a:ext cx="260625" cy="383025"/>
            </a:xfrm>
            <a:custGeom>
              <a:avLst/>
              <a:gdLst/>
              <a:ahLst/>
              <a:cxnLst/>
              <a:rect l="l" t="t" r="r" b="b"/>
              <a:pathLst>
                <a:path w="10425" h="15321" extrusionOk="0">
                  <a:moveTo>
                    <a:pt x="7077" y="0"/>
                  </a:moveTo>
                  <a:lnTo>
                    <a:pt x="6718" y="23"/>
                  </a:lnTo>
                  <a:lnTo>
                    <a:pt x="6358" y="45"/>
                  </a:lnTo>
                  <a:lnTo>
                    <a:pt x="5999" y="90"/>
                  </a:lnTo>
                  <a:lnTo>
                    <a:pt x="5662" y="157"/>
                  </a:lnTo>
                  <a:lnTo>
                    <a:pt x="5303" y="247"/>
                  </a:lnTo>
                  <a:lnTo>
                    <a:pt x="4966" y="360"/>
                  </a:lnTo>
                  <a:lnTo>
                    <a:pt x="4651" y="472"/>
                  </a:lnTo>
                  <a:lnTo>
                    <a:pt x="4314" y="607"/>
                  </a:lnTo>
                  <a:lnTo>
                    <a:pt x="4000" y="764"/>
                  </a:lnTo>
                  <a:lnTo>
                    <a:pt x="3708" y="944"/>
                  </a:lnTo>
                  <a:lnTo>
                    <a:pt x="3416" y="1123"/>
                  </a:lnTo>
                  <a:lnTo>
                    <a:pt x="3123" y="1326"/>
                  </a:lnTo>
                  <a:lnTo>
                    <a:pt x="2831" y="1528"/>
                  </a:lnTo>
                  <a:lnTo>
                    <a:pt x="2584" y="1752"/>
                  </a:lnTo>
                  <a:lnTo>
                    <a:pt x="2315" y="1999"/>
                  </a:lnTo>
                  <a:lnTo>
                    <a:pt x="2068" y="2247"/>
                  </a:lnTo>
                  <a:lnTo>
                    <a:pt x="1843" y="2516"/>
                  </a:lnTo>
                  <a:lnTo>
                    <a:pt x="1618" y="2808"/>
                  </a:lnTo>
                  <a:lnTo>
                    <a:pt x="1394" y="3078"/>
                  </a:lnTo>
                  <a:lnTo>
                    <a:pt x="1214" y="3392"/>
                  </a:lnTo>
                  <a:lnTo>
                    <a:pt x="1012" y="3707"/>
                  </a:lnTo>
                  <a:lnTo>
                    <a:pt x="855" y="4021"/>
                  </a:lnTo>
                  <a:lnTo>
                    <a:pt x="697" y="4336"/>
                  </a:lnTo>
                  <a:lnTo>
                    <a:pt x="563" y="4695"/>
                  </a:lnTo>
                  <a:lnTo>
                    <a:pt x="428" y="5032"/>
                  </a:lnTo>
                  <a:lnTo>
                    <a:pt x="315" y="5392"/>
                  </a:lnTo>
                  <a:lnTo>
                    <a:pt x="226" y="5751"/>
                  </a:lnTo>
                  <a:lnTo>
                    <a:pt x="136" y="6110"/>
                  </a:lnTo>
                  <a:lnTo>
                    <a:pt x="68" y="6492"/>
                  </a:lnTo>
                  <a:lnTo>
                    <a:pt x="23" y="6874"/>
                  </a:lnTo>
                  <a:lnTo>
                    <a:pt x="1" y="7256"/>
                  </a:lnTo>
                  <a:lnTo>
                    <a:pt x="1" y="7661"/>
                  </a:lnTo>
                  <a:lnTo>
                    <a:pt x="1" y="8042"/>
                  </a:lnTo>
                  <a:lnTo>
                    <a:pt x="23" y="8447"/>
                  </a:lnTo>
                  <a:lnTo>
                    <a:pt x="68" y="8829"/>
                  </a:lnTo>
                  <a:lnTo>
                    <a:pt x="136" y="9211"/>
                  </a:lnTo>
                  <a:lnTo>
                    <a:pt x="226" y="9570"/>
                  </a:lnTo>
                  <a:lnTo>
                    <a:pt x="315" y="9929"/>
                  </a:lnTo>
                  <a:lnTo>
                    <a:pt x="428" y="10289"/>
                  </a:lnTo>
                  <a:lnTo>
                    <a:pt x="563" y="10648"/>
                  </a:lnTo>
                  <a:lnTo>
                    <a:pt x="697" y="10985"/>
                  </a:lnTo>
                  <a:lnTo>
                    <a:pt x="855" y="11322"/>
                  </a:lnTo>
                  <a:lnTo>
                    <a:pt x="1012" y="11637"/>
                  </a:lnTo>
                  <a:lnTo>
                    <a:pt x="1214" y="11951"/>
                  </a:lnTo>
                  <a:lnTo>
                    <a:pt x="1394" y="12243"/>
                  </a:lnTo>
                  <a:lnTo>
                    <a:pt x="1618" y="12535"/>
                  </a:lnTo>
                  <a:lnTo>
                    <a:pt x="1843" y="12805"/>
                  </a:lnTo>
                  <a:lnTo>
                    <a:pt x="2068" y="13075"/>
                  </a:lnTo>
                  <a:lnTo>
                    <a:pt x="2315" y="13344"/>
                  </a:lnTo>
                  <a:lnTo>
                    <a:pt x="2584" y="13569"/>
                  </a:lnTo>
                  <a:lnTo>
                    <a:pt x="2831" y="13793"/>
                  </a:lnTo>
                  <a:lnTo>
                    <a:pt x="3123" y="14018"/>
                  </a:lnTo>
                  <a:lnTo>
                    <a:pt x="3416" y="14220"/>
                  </a:lnTo>
                  <a:lnTo>
                    <a:pt x="3708" y="14400"/>
                  </a:lnTo>
                  <a:lnTo>
                    <a:pt x="4000" y="14580"/>
                  </a:lnTo>
                  <a:lnTo>
                    <a:pt x="4314" y="14714"/>
                  </a:lnTo>
                  <a:lnTo>
                    <a:pt x="4651" y="14872"/>
                  </a:lnTo>
                  <a:lnTo>
                    <a:pt x="4966" y="14984"/>
                  </a:lnTo>
                  <a:lnTo>
                    <a:pt x="5303" y="15074"/>
                  </a:lnTo>
                  <a:lnTo>
                    <a:pt x="5662" y="15164"/>
                  </a:lnTo>
                  <a:lnTo>
                    <a:pt x="5999" y="15231"/>
                  </a:lnTo>
                  <a:lnTo>
                    <a:pt x="6358" y="15276"/>
                  </a:lnTo>
                  <a:lnTo>
                    <a:pt x="6718" y="15321"/>
                  </a:lnTo>
                  <a:lnTo>
                    <a:pt x="7504" y="15321"/>
                  </a:lnTo>
                  <a:lnTo>
                    <a:pt x="7931" y="15276"/>
                  </a:lnTo>
                  <a:lnTo>
                    <a:pt x="8335" y="15209"/>
                  </a:lnTo>
                  <a:lnTo>
                    <a:pt x="8762" y="15119"/>
                  </a:lnTo>
                  <a:lnTo>
                    <a:pt x="9144" y="14984"/>
                  </a:lnTo>
                  <a:lnTo>
                    <a:pt x="9548" y="14849"/>
                  </a:lnTo>
                  <a:lnTo>
                    <a:pt x="9908" y="14692"/>
                  </a:lnTo>
                  <a:lnTo>
                    <a:pt x="10267" y="14512"/>
                  </a:lnTo>
                  <a:lnTo>
                    <a:pt x="9863" y="14243"/>
                  </a:lnTo>
                  <a:lnTo>
                    <a:pt x="9481" y="13951"/>
                  </a:lnTo>
                  <a:lnTo>
                    <a:pt x="9122" y="13636"/>
                  </a:lnTo>
                  <a:lnTo>
                    <a:pt x="8762" y="13299"/>
                  </a:lnTo>
                  <a:lnTo>
                    <a:pt x="8425" y="12940"/>
                  </a:lnTo>
                  <a:lnTo>
                    <a:pt x="8133" y="12558"/>
                  </a:lnTo>
                  <a:lnTo>
                    <a:pt x="7841" y="12153"/>
                  </a:lnTo>
                  <a:lnTo>
                    <a:pt x="7594" y="11727"/>
                  </a:lnTo>
                  <a:lnTo>
                    <a:pt x="7347" y="11300"/>
                  </a:lnTo>
                  <a:lnTo>
                    <a:pt x="7145" y="10828"/>
                  </a:lnTo>
                  <a:lnTo>
                    <a:pt x="6987" y="10356"/>
                  </a:lnTo>
                  <a:lnTo>
                    <a:pt x="6830" y="9862"/>
                  </a:lnTo>
                  <a:lnTo>
                    <a:pt x="6718" y="9345"/>
                  </a:lnTo>
                  <a:lnTo>
                    <a:pt x="6628" y="8829"/>
                  </a:lnTo>
                  <a:lnTo>
                    <a:pt x="6583" y="8290"/>
                  </a:lnTo>
                  <a:lnTo>
                    <a:pt x="6561" y="7750"/>
                  </a:lnTo>
                  <a:lnTo>
                    <a:pt x="6583" y="7211"/>
                  </a:lnTo>
                  <a:lnTo>
                    <a:pt x="6628" y="6650"/>
                  </a:lnTo>
                  <a:lnTo>
                    <a:pt x="6718" y="6133"/>
                  </a:lnTo>
                  <a:lnTo>
                    <a:pt x="6830" y="5616"/>
                  </a:lnTo>
                  <a:lnTo>
                    <a:pt x="6987" y="5100"/>
                  </a:lnTo>
                  <a:lnTo>
                    <a:pt x="7167" y="4605"/>
                  </a:lnTo>
                  <a:lnTo>
                    <a:pt x="7392" y="4134"/>
                  </a:lnTo>
                  <a:lnTo>
                    <a:pt x="7639" y="3684"/>
                  </a:lnTo>
                  <a:lnTo>
                    <a:pt x="7908" y="3257"/>
                  </a:lnTo>
                  <a:lnTo>
                    <a:pt x="8200" y="2853"/>
                  </a:lnTo>
                  <a:lnTo>
                    <a:pt x="8515" y="2449"/>
                  </a:lnTo>
                  <a:lnTo>
                    <a:pt x="8852" y="2089"/>
                  </a:lnTo>
                  <a:lnTo>
                    <a:pt x="9211" y="1752"/>
                  </a:lnTo>
                  <a:lnTo>
                    <a:pt x="9616" y="1438"/>
                  </a:lnTo>
                  <a:lnTo>
                    <a:pt x="10020" y="1168"/>
                  </a:lnTo>
                  <a:lnTo>
                    <a:pt x="10424" y="921"/>
                  </a:lnTo>
                  <a:lnTo>
                    <a:pt x="10065" y="719"/>
                  </a:lnTo>
                  <a:lnTo>
                    <a:pt x="9661" y="517"/>
                  </a:lnTo>
                  <a:lnTo>
                    <a:pt x="9256" y="382"/>
                  </a:lnTo>
                  <a:lnTo>
                    <a:pt x="8852" y="247"/>
                  </a:lnTo>
                  <a:lnTo>
                    <a:pt x="8425" y="135"/>
                  </a:lnTo>
                  <a:lnTo>
                    <a:pt x="7976" y="68"/>
                  </a:lnTo>
                  <a:lnTo>
                    <a:pt x="7527" y="23"/>
                  </a:lnTo>
                  <a:lnTo>
                    <a:pt x="707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  <a:effectLst>
              <a:outerShdw dist="38100" dir="2220000" algn="bl" rotWithShape="0">
                <a:schemeClr val="dk1">
                  <a:alpha val="19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27" name="Google Shape;8827;p44"/>
          <p:cNvGrpSpPr/>
          <p:nvPr/>
        </p:nvGrpSpPr>
        <p:grpSpPr>
          <a:xfrm>
            <a:off x="880225" y="-77375"/>
            <a:ext cx="599250" cy="1418100"/>
            <a:chOff x="310050" y="-1175"/>
            <a:chExt cx="599250" cy="1418100"/>
          </a:xfrm>
        </p:grpSpPr>
        <p:grpSp>
          <p:nvGrpSpPr>
            <p:cNvPr id="8828" name="Google Shape;8828;p44"/>
            <p:cNvGrpSpPr/>
            <p:nvPr/>
          </p:nvGrpSpPr>
          <p:grpSpPr>
            <a:xfrm>
              <a:off x="310050" y="-1175"/>
              <a:ext cx="599250" cy="1418100"/>
              <a:chOff x="310050" y="0"/>
              <a:chExt cx="599250" cy="1418100"/>
            </a:xfrm>
          </p:grpSpPr>
          <p:sp>
            <p:nvSpPr>
              <p:cNvPr id="8829" name="Google Shape;8829;p44"/>
              <p:cNvSpPr/>
              <p:nvPr/>
            </p:nvSpPr>
            <p:spPr>
              <a:xfrm>
                <a:off x="608250" y="0"/>
                <a:ext cx="25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1" h="36663" extrusionOk="0">
                    <a:moveTo>
                      <a:pt x="1" y="36662"/>
                    </a:move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0" name="Google Shape;8830;p44"/>
              <p:cNvSpPr/>
              <p:nvPr/>
            </p:nvSpPr>
            <p:spPr>
              <a:xfrm>
                <a:off x="608250" y="0"/>
                <a:ext cx="25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1" h="36663" fill="none" extrusionOk="0">
                    <a:moveTo>
                      <a:pt x="1" y="36662"/>
                    </a:moveTo>
                    <a:lnTo>
                      <a:pt x="1" y="0"/>
                    </a:lnTo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1" name="Google Shape;8831;p44"/>
              <p:cNvSpPr/>
              <p:nvPr/>
            </p:nvSpPr>
            <p:spPr>
              <a:xfrm>
                <a:off x="598700" y="0"/>
                <a:ext cx="19700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788" h="36663" extrusionOk="0">
                    <a:moveTo>
                      <a:pt x="1" y="0"/>
                    </a:moveTo>
                    <a:lnTo>
                      <a:pt x="1" y="36662"/>
                    </a:lnTo>
                    <a:lnTo>
                      <a:pt x="787" y="36662"/>
                    </a:lnTo>
                    <a:lnTo>
                      <a:pt x="78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2" name="Google Shape;8832;p44"/>
              <p:cNvSpPr/>
              <p:nvPr/>
            </p:nvSpPr>
            <p:spPr>
              <a:xfrm>
                <a:off x="310050" y="847475"/>
                <a:ext cx="599250" cy="570625"/>
              </a:xfrm>
              <a:custGeom>
                <a:avLst/>
                <a:gdLst/>
                <a:ahLst/>
                <a:cxnLst/>
                <a:rect l="l" t="t" r="r" b="b"/>
                <a:pathLst>
                  <a:path w="23970" h="22825" extrusionOk="0">
                    <a:moveTo>
                      <a:pt x="11996" y="0"/>
                    </a:moveTo>
                    <a:lnTo>
                      <a:pt x="7503" y="6425"/>
                    </a:lnTo>
                    <a:lnTo>
                      <a:pt x="0" y="8716"/>
                    </a:lnTo>
                    <a:lnTo>
                      <a:pt x="4718" y="14984"/>
                    </a:lnTo>
                    <a:lnTo>
                      <a:pt x="4560" y="22824"/>
                    </a:lnTo>
                    <a:lnTo>
                      <a:pt x="11996" y="20286"/>
                    </a:lnTo>
                    <a:lnTo>
                      <a:pt x="19409" y="22824"/>
                    </a:lnTo>
                    <a:lnTo>
                      <a:pt x="19252" y="14984"/>
                    </a:lnTo>
                    <a:lnTo>
                      <a:pt x="23970" y="8716"/>
                    </a:lnTo>
                    <a:lnTo>
                      <a:pt x="16489" y="6425"/>
                    </a:lnTo>
                    <a:lnTo>
                      <a:pt x="11996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833" name="Google Shape;8833;p44"/>
            <p:cNvSpPr/>
            <p:nvPr/>
          </p:nvSpPr>
          <p:spPr>
            <a:xfrm>
              <a:off x="445600" y="979650"/>
              <a:ext cx="328149" cy="312474"/>
            </a:xfrm>
            <a:custGeom>
              <a:avLst/>
              <a:gdLst/>
              <a:ahLst/>
              <a:cxnLst/>
              <a:rect l="l" t="t" r="r" b="b"/>
              <a:pathLst>
                <a:path w="23970" h="22825" extrusionOk="0">
                  <a:moveTo>
                    <a:pt x="11996" y="0"/>
                  </a:moveTo>
                  <a:lnTo>
                    <a:pt x="7503" y="6425"/>
                  </a:lnTo>
                  <a:lnTo>
                    <a:pt x="0" y="8716"/>
                  </a:lnTo>
                  <a:lnTo>
                    <a:pt x="4718" y="14984"/>
                  </a:lnTo>
                  <a:lnTo>
                    <a:pt x="4560" y="22824"/>
                  </a:lnTo>
                  <a:lnTo>
                    <a:pt x="11996" y="20286"/>
                  </a:lnTo>
                  <a:lnTo>
                    <a:pt x="19409" y="22824"/>
                  </a:lnTo>
                  <a:lnTo>
                    <a:pt x="19252" y="14984"/>
                  </a:lnTo>
                  <a:lnTo>
                    <a:pt x="23970" y="8716"/>
                  </a:lnTo>
                  <a:lnTo>
                    <a:pt x="16489" y="6425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424242">
                <a:alpha val="61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34" name="Google Shape;8834;p44"/>
          <p:cNvGrpSpPr/>
          <p:nvPr/>
        </p:nvGrpSpPr>
        <p:grpSpPr>
          <a:xfrm>
            <a:off x="7890475" y="-77375"/>
            <a:ext cx="297100" cy="2315550"/>
            <a:chOff x="8234700" y="-1175"/>
            <a:chExt cx="297100" cy="2315550"/>
          </a:xfrm>
        </p:grpSpPr>
        <p:grpSp>
          <p:nvGrpSpPr>
            <p:cNvPr id="8835" name="Google Shape;8835;p44"/>
            <p:cNvGrpSpPr/>
            <p:nvPr/>
          </p:nvGrpSpPr>
          <p:grpSpPr>
            <a:xfrm>
              <a:off x="8234700" y="-1175"/>
              <a:ext cx="297100" cy="2315550"/>
              <a:chOff x="8234700" y="-5937"/>
              <a:chExt cx="297100" cy="2315550"/>
            </a:xfrm>
          </p:grpSpPr>
          <p:sp>
            <p:nvSpPr>
              <p:cNvPr id="8836" name="Google Shape;8836;p44"/>
              <p:cNvSpPr/>
              <p:nvPr/>
            </p:nvSpPr>
            <p:spPr>
              <a:xfrm>
                <a:off x="8384650" y="-5937"/>
                <a:ext cx="25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1" h="86894" extrusionOk="0">
                    <a:moveTo>
                      <a:pt x="0" y="86893"/>
                    </a:move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7" name="Google Shape;8837;p44"/>
              <p:cNvSpPr/>
              <p:nvPr/>
            </p:nvSpPr>
            <p:spPr>
              <a:xfrm>
                <a:off x="8384650" y="-5937"/>
                <a:ext cx="25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1" h="86894" fill="none" extrusionOk="0">
                    <a:moveTo>
                      <a:pt x="0" y="86893"/>
                    </a:moveTo>
                    <a:lnTo>
                      <a:pt x="0" y="0"/>
                    </a:lnTo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8" name="Google Shape;8838;p44"/>
              <p:cNvSpPr/>
              <p:nvPr/>
            </p:nvSpPr>
            <p:spPr>
              <a:xfrm>
                <a:off x="8374525" y="-5937"/>
                <a:ext cx="19700" cy="2172350"/>
              </a:xfrm>
              <a:custGeom>
                <a:avLst/>
                <a:gdLst/>
                <a:ahLst/>
                <a:cxnLst/>
                <a:rect l="l" t="t" r="r" b="b"/>
                <a:pathLst>
                  <a:path w="788" h="86894" extrusionOk="0">
                    <a:moveTo>
                      <a:pt x="1" y="0"/>
                    </a:moveTo>
                    <a:lnTo>
                      <a:pt x="1" y="86893"/>
                    </a:lnTo>
                    <a:lnTo>
                      <a:pt x="787" y="86893"/>
                    </a:lnTo>
                    <a:lnTo>
                      <a:pt x="78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9" name="Google Shape;8839;p44"/>
              <p:cNvSpPr/>
              <p:nvPr/>
            </p:nvSpPr>
            <p:spPr>
              <a:xfrm>
                <a:off x="8234700" y="2027088"/>
                <a:ext cx="297100" cy="282525"/>
              </a:xfrm>
              <a:custGeom>
                <a:avLst/>
                <a:gdLst/>
                <a:ahLst/>
                <a:cxnLst/>
                <a:rect l="l" t="t" r="r" b="b"/>
                <a:pathLst>
                  <a:path w="11884" h="11301" extrusionOk="0">
                    <a:moveTo>
                      <a:pt x="5931" y="1"/>
                    </a:moveTo>
                    <a:lnTo>
                      <a:pt x="3707" y="3191"/>
                    </a:lnTo>
                    <a:lnTo>
                      <a:pt x="0" y="4314"/>
                    </a:lnTo>
                    <a:lnTo>
                      <a:pt x="2337" y="7437"/>
                    </a:lnTo>
                    <a:lnTo>
                      <a:pt x="2269" y="11301"/>
                    </a:lnTo>
                    <a:lnTo>
                      <a:pt x="5931" y="10043"/>
                    </a:lnTo>
                    <a:lnTo>
                      <a:pt x="9615" y="11301"/>
                    </a:lnTo>
                    <a:lnTo>
                      <a:pt x="9548" y="7437"/>
                    </a:lnTo>
                    <a:lnTo>
                      <a:pt x="11884" y="4314"/>
                    </a:lnTo>
                    <a:lnTo>
                      <a:pt x="8155" y="3191"/>
                    </a:lnTo>
                    <a:lnTo>
                      <a:pt x="5931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840" name="Google Shape;8840;p44"/>
            <p:cNvSpPr/>
            <p:nvPr/>
          </p:nvSpPr>
          <p:spPr>
            <a:xfrm>
              <a:off x="8309450" y="2109800"/>
              <a:ext cx="147595" cy="140545"/>
            </a:xfrm>
            <a:custGeom>
              <a:avLst/>
              <a:gdLst/>
              <a:ahLst/>
              <a:cxnLst/>
              <a:rect l="l" t="t" r="r" b="b"/>
              <a:pathLst>
                <a:path w="23970" h="22825" extrusionOk="0">
                  <a:moveTo>
                    <a:pt x="11996" y="0"/>
                  </a:moveTo>
                  <a:lnTo>
                    <a:pt x="7503" y="6425"/>
                  </a:lnTo>
                  <a:lnTo>
                    <a:pt x="0" y="8716"/>
                  </a:lnTo>
                  <a:lnTo>
                    <a:pt x="4718" y="14984"/>
                  </a:lnTo>
                  <a:lnTo>
                    <a:pt x="4560" y="22824"/>
                  </a:lnTo>
                  <a:lnTo>
                    <a:pt x="11996" y="20286"/>
                  </a:lnTo>
                  <a:lnTo>
                    <a:pt x="19409" y="22824"/>
                  </a:lnTo>
                  <a:lnTo>
                    <a:pt x="19252" y="14984"/>
                  </a:lnTo>
                  <a:lnTo>
                    <a:pt x="23970" y="8716"/>
                  </a:lnTo>
                  <a:lnTo>
                    <a:pt x="16489" y="6425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424242">
                <a:alpha val="61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41" name="Google Shape;8841;p44"/>
          <p:cNvGrpSpPr/>
          <p:nvPr/>
        </p:nvGrpSpPr>
        <p:grpSpPr>
          <a:xfrm>
            <a:off x="3198700" y="-77375"/>
            <a:ext cx="599250" cy="1418100"/>
            <a:chOff x="310050" y="-1175"/>
            <a:chExt cx="599250" cy="1418100"/>
          </a:xfrm>
        </p:grpSpPr>
        <p:grpSp>
          <p:nvGrpSpPr>
            <p:cNvPr id="8842" name="Google Shape;8842;p44"/>
            <p:cNvGrpSpPr/>
            <p:nvPr/>
          </p:nvGrpSpPr>
          <p:grpSpPr>
            <a:xfrm>
              <a:off x="310050" y="-1175"/>
              <a:ext cx="599250" cy="1418100"/>
              <a:chOff x="310050" y="0"/>
              <a:chExt cx="599250" cy="1418100"/>
            </a:xfrm>
          </p:grpSpPr>
          <p:sp>
            <p:nvSpPr>
              <p:cNvPr id="8843" name="Google Shape;8843;p44"/>
              <p:cNvSpPr/>
              <p:nvPr/>
            </p:nvSpPr>
            <p:spPr>
              <a:xfrm>
                <a:off x="608250" y="0"/>
                <a:ext cx="25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1" h="36663" extrusionOk="0">
                    <a:moveTo>
                      <a:pt x="1" y="36662"/>
                    </a:move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4" name="Google Shape;8844;p44"/>
              <p:cNvSpPr/>
              <p:nvPr/>
            </p:nvSpPr>
            <p:spPr>
              <a:xfrm>
                <a:off x="608250" y="0"/>
                <a:ext cx="25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1" h="36663" fill="none" extrusionOk="0">
                    <a:moveTo>
                      <a:pt x="1" y="36662"/>
                    </a:moveTo>
                    <a:lnTo>
                      <a:pt x="1" y="0"/>
                    </a:lnTo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5" name="Google Shape;8845;p44"/>
              <p:cNvSpPr/>
              <p:nvPr/>
            </p:nvSpPr>
            <p:spPr>
              <a:xfrm>
                <a:off x="598700" y="0"/>
                <a:ext cx="19700" cy="916575"/>
              </a:xfrm>
              <a:custGeom>
                <a:avLst/>
                <a:gdLst/>
                <a:ahLst/>
                <a:cxnLst/>
                <a:rect l="l" t="t" r="r" b="b"/>
                <a:pathLst>
                  <a:path w="788" h="36663" extrusionOk="0">
                    <a:moveTo>
                      <a:pt x="1" y="0"/>
                    </a:moveTo>
                    <a:lnTo>
                      <a:pt x="1" y="36662"/>
                    </a:lnTo>
                    <a:lnTo>
                      <a:pt x="787" y="36662"/>
                    </a:lnTo>
                    <a:lnTo>
                      <a:pt x="78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6" name="Google Shape;8846;p44"/>
              <p:cNvSpPr/>
              <p:nvPr/>
            </p:nvSpPr>
            <p:spPr>
              <a:xfrm>
                <a:off x="310050" y="847475"/>
                <a:ext cx="599250" cy="570625"/>
              </a:xfrm>
              <a:custGeom>
                <a:avLst/>
                <a:gdLst/>
                <a:ahLst/>
                <a:cxnLst/>
                <a:rect l="l" t="t" r="r" b="b"/>
                <a:pathLst>
                  <a:path w="23970" h="22825" extrusionOk="0">
                    <a:moveTo>
                      <a:pt x="11996" y="0"/>
                    </a:moveTo>
                    <a:lnTo>
                      <a:pt x="7503" y="6425"/>
                    </a:lnTo>
                    <a:lnTo>
                      <a:pt x="0" y="8716"/>
                    </a:lnTo>
                    <a:lnTo>
                      <a:pt x="4718" y="14984"/>
                    </a:lnTo>
                    <a:lnTo>
                      <a:pt x="4560" y="22824"/>
                    </a:lnTo>
                    <a:lnTo>
                      <a:pt x="11996" y="20286"/>
                    </a:lnTo>
                    <a:lnTo>
                      <a:pt x="19409" y="22824"/>
                    </a:lnTo>
                    <a:lnTo>
                      <a:pt x="19252" y="14984"/>
                    </a:lnTo>
                    <a:lnTo>
                      <a:pt x="23970" y="8716"/>
                    </a:lnTo>
                    <a:lnTo>
                      <a:pt x="16489" y="6425"/>
                    </a:lnTo>
                    <a:lnTo>
                      <a:pt x="11996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dist="38100" dir="2220000" algn="bl" rotWithShape="0">
                  <a:schemeClr val="dk1">
                    <a:alpha val="19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847" name="Google Shape;8847;p44"/>
            <p:cNvSpPr/>
            <p:nvPr/>
          </p:nvSpPr>
          <p:spPr>
            <a:xfrm>
              <a:off x="445600" y="979650"/>
              <a:ext cx="328149" cy="312474"/>
            </a:xfrm>
            <a:custGeom>
              <a:avLst/>
              <a:gdLst/>
              <a:ahLst/>
              <a:cxnLst/>
              <a:rect l="l" t="t" r="r" b="b"/>
              <a:pathLst>
                <a:path w="23970" h="22825" extrusionOk="0">
                  <a:moveTo>
                    <a:pt x="11996" y="0"/>
                  </a:moveTo>
                  <a:lnTo>
                    <a:pt x="7503" y="6425"/>
                  </a:lnTo>
                  <a:lnTo>
                    <a:pt x="0" y="8716"/>
                  </a:lnTo>
                  <a:lnTo>
                    <a:pt x="4718" y="14984"/>
                  </a:lnTo>
                  <a:lnTo>
                    <a:pt x="4560" y="22824"/>
                  </a:lnTo>
                  <a:lnTo>
                    <a:pt x="11996" y="20286"/>
                  </a:lnTo>
                  <a:lnTo>
                    <a:pt x="19409" y="22824"/>
                  </a:lnTo>
                  <a:lnTo>
                    <a:pt x="19252" y="14984"/>
                  </a:lnTo>
                  <a:lnTo>
                    <a:pt x="23970" y="8716"/>
                  </a:lnTo>
                  <a:lnTo>
                    <a:pt x="16489" y="6425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424242">
                <a:alpha val="61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German Toy Route Minitheme Slidesgo">
  <a:themeElements>
    <a:clrScheme name="Simple Light">
      <a:dk1>
        <a:srgbClr val="3A3C4C"/>
      </a:dk1>
      <a:lt1>
        <a:srgbClr val="FFF6E6"/>
      </a:lt1>
      <a:dk2>
        <a:srgbClr val="EFDED4"/>
      </a:dk2>
      <a:lt2>
        <a:srgbClr val="CC6666"/>
      </a:lt2>
      <a:accent1>
        <a:srgbClr val="D7C2B5"/>
      </a:accent1>
      <a:accent2>
        <a:srgbClr val="BA8867"/>
      </a:accent2>
      <a:accent3>
        <a:srgbClr val="AED3D3"/>
      </a:accent3>
      <a:accent4>
        <a:srgbClr val="FFC05C"/>
      </a:accent4>
      <a:accent5>
        <a:srgbClr val="95A3D1"/>
      </a:accent5>
      <a:accent6>
        <a:srgbClr val="E5E5E5"/>
      </a:accent6>
      <a:hlink>
        <a:srgbClr val="3A3C4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234</Words>
  <Application>Microsoft Office PowerPoint</Application>
  <PresentationFormat>On-screen Show (16:9)</PresentationFormat>
  <Paragraphs>47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Titillium Web</vt:lpstr>
      <vt:lpstr>Arial</vt:lpstr>
      <vt:lpstr>Alef</vt:lpstr>
      <vt:lpstr>BioRhyme</vt:lpstr>
      <vt:lpstr>Loved by the King</vt:lpstr>
      <vt:lpstr>Nunito Light</vt:lpstr>
      <vt:lpstr>German Toy Route Minitheme Slidesgo</vt:lpstr>
      <vt:lpstr>Toys4Us an online toy store</vt:lpstr>
      <vt:lpstr>The Planning (DELIVERABLE 1)</vt:lpstr>
      <vt:lpstr>Mockup Stage</vt:lpstr>
      <vt:lpstr>Simple UI</vt:lpstr>
      <vt:lpstr>The Rough coding (DELIVERABLE 2)</vt:lpstr>
      <vt:lpstr>What we included</vt:lpstr>
      <vt:lpstr>And next up…</vt:lpstr>
      <vt:lpstr>Deliverable 3! Full implementation</vt:lpstr>
      <vt:lpstr>Stripe</vt:lpstr>
      <vt:lpstr>Thank youu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 R</dc:creator>
  <cp:lastModifiedBy>Sarah Yasser Ali Othman Radi</cp:lastModifiedBy>
  <cp:revision>2</cp:revision>
  <dcterms:modified xsi:type="dcterms:W3CDTF">2026-05-11T15:08:40Z</dcterms:modified>
</cp:coreProperties>
</file>